
<file path=[Content_Types].xml><?xml version="1.0" encoding="utf-8"?>
<Types xmlns="http://schemas.openxmlformats.org/package/2006/content-types">
  <Default Extension="xml" ContentType="application/xml"/>
  <Default Extension="rels" ContentType="application/vnd.openxmlformats-package.relationships+xml"/>
  <Default Extension="png" ContentType="image/png"/>
  <Default Extension="jpeg" ContentType="image/jpeg"/>
  <Override PartName="/_rels/.rels" ContentType="application/vnd.openxmlformats-package.relationships+xml"/>
  <Override PartName="/docProps/core.xml" ContentType="application/vnd.openxmlformats-package.core-propertie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slideMasters/_rels/slideMaster1.xml.rels" ContentType="application/vnd.openxmlformats-package.relationships+xml"/>
  <Override PartName="/ppt/slideMasters/slideMaster1.xml" ContentType="application/vnd.openxmlformats-officedocument.presentationml.slideMaster+xml"/>
  <Override PartName="/ppt/presProps.xml" ContentType="application/vnd.openxmlformats-officedocument.presentationml.presProps+xml"/>
  <Override PartName="/ppt/theme/theme1.xml" ContentType="application/vnd.openxmlformats-officedocument.theme+xml"/>
  <Override PartName="/ppt/slideLayouts/_rels/slideLayout2.xml.rels" ContentType="application/vnd.openxmlformats-package.relationships+xml"/>
  <Override PartName="/ppt/slideLayouts/_rels/slideLayout1.xml.rels" ContentType="application/vnd.openxmlformats-package.relationship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s/_rels/slide244.xml.rels" ContentType="application/vnd.openxmlformats-package.relationships+xml"/>
  <Override PartName="/ppt/slides/_rels/slide243.xml.rels" ContentType="application/vnd.openxmlformats-package.relationships+xml"/>
  <Override PartName="/ppt/slides/_rels/slide242.xml.rels" ContentType="application/vnd.openxmlformats-package.relationships+xml"/>
  <Override PartName="/ppt/slides/_rels/slide241.xml.rels" ContentType="application/vnd.openxmlformats-package.relationships+xml"/>
  <Override PartName="/ppt/slides/_rels/slide240.xml.rels" ContentType="application/vnd.openxmlformats-package.relationships+xml"/>
  <Override PartName="/ppt/slides/_rels/slide239.xml.rels" ContentType="application/vnd.openxmlformats-package.relationships+xml"/>
  <Override PartName="/ppt/slides/_rels/slide238.xml.rels" ContentType="application/vnd.openxmlformats-package.relationships+xml"/>
  <Override PartName="/ppt/slides/_rels/slide237.xml.rels" ContentType="application/vnd.openxmlformats-package.relationships+xml"/>
  <Override PartName="/ppt/slides/_rels/slide236.xml.rels" ContentType="application/vnd.openxmlformats-package.relationships+xml"/>
  <Override PartName="/ppt/slides/_rels/slide129.xml.rels" ContentType="application/vnd.openxmlformats-package.relationships+xml"/>
  <Override PartName="/ppt/slides/_rels/slide1.xml.rels" ContentType="application/vnd.openxmlformats-package.relationships+xml"/>
  <Override PartName="/ppt/slides/_rels/slide184.xml.rels" ContentType="application/vnd.openxmlformats-package.relationships+xml"/>
  <Override PartName="/ppt/slides/_rels/slide116.xml.rels" ContentType="application/vnd.openxmlformats-package.relationships+xml"/>
  <Override PartName="/ppt/slides/_rels/slide151.xml.rels" ContentType="application/vnd.openxmlformats-package.relationships+xml"/>
  <Override PartName="/ppt/slides/_rels/slide38.xml.rels" ContentType="application/vnd.openxmlformats-package.relationships+xml"/>
  <Override PartName="/ppt/slides/_rels/slide206.xml.rels" ContentType="application/vnd.openxmlformats-package.relationships+xml"/>
  <Override PartName="/ppt/slides/_rels/slide260.xml.rels" ContentType="application/vnd.openxmlformats-package.relationships+xml"/>
  <Override PartName="/ppt/slides/_rels/slide261.xml.rels" ContentType="application/vnd.openxmlformats-package.relationships+xml"/>
  <Override PartName="/ppt/slides/_rels/slide207.xml.rels" ContentType="application/vnd.openxmlformats-package.relationships+xml"/>
  <Override PartName="/ppt/slides/_rels/slide141.xml.rels" ContentType="application/vnd.openxmlformats-package.relationships+xml"/>
  <Override PartName="/ppt/slides/_rels/slide9.xml.rels" ContentType="application/vnd.openxmlformats-package.relationships+xml"/>
  <Override PartName="/ppt/slides/_rels/slide96.xml.rels" ContentType="application/vnd.openxmlformats-package.relationships+xml"/>
  <Override PartName="/ppt/slides/_rels/slide28.xml.rels" ContentType="application/vnd.openxmlformats-package.relationships+xml"/>
  <Override PartName="/ppt/slides/_rels/slide174.xml.rels" ContentType="application/vnd.openxmlformats-package.relationships+xml"/>
  <Override PartName="/ppt/slides/_rels/slide106.xml.rels" ContentType="application/vnd.openxmlformats-package.relationships+xml"/>
  <Override PartName="/ppt/slides/_rels/slide70.xml.rels" ContentType="application/vnd.openxmlformats-package.relationships+xml"/>
  <Override PartName="/ppt/slides/_rels/slide86.xml.rels" ContentType="application/vnd.openxmlformats-package.relationships+xml"/>
  <Override PartName="/ppt/slides/_rels/slide18.xml.rels" ContentType="application/vnd.openxmlformats-package.relationships+xml"/>
  <Override PartName="/ppt/slides/_rels/slide131.xml.rels" ContentType="application/vnd.openxmlformats-package.relationships+xml"/>
  <Override PartName="/ppt/slides/_rels/slide60.xml.rels" ContentType="application/vnd.openxmlformats-package.relationships+xml"/>
  <Override PartName="/ppt/slides/_rels/slide13.xml.rels" ContentType="application/vnd.openxmlformats-package.relationships+xml"/>
  <Override PartName="/ppt/slides/_rels/slide81.xml.rels" ContentType="application/vnd.openxmlformats-package.relationships+xml"/>
  <Override PartName="/ppt/slides/_rels/slide115.xml.rels" ContentType="application/vnd.openxmlformats-package.relationships+xml"/>
  <Override PartName="/ppt/slides/_rels/slide183.xml.rels" ContentType="application/vnd.openxmlformats-package.relationships+xml"/>
  <Override PartName="/ppt/slides/_rels/slide186.xml.rels" ContentType="application/vnd.openxmlformats-package.relationships+xml"/>
  <Override PartName="/ppt/slides/_rels/slide118.xml.rels" ContentType="application/vnd.openxmlformats-package.relationships+xml"/>
  <Override PartName="/ppt/slides/_rels/slide266.xml.rels" ContentType="application/vnd.openxmlformats-package.relationships+xml"/>
  <Override PartName="/ppt/slides/_rels/slide41.xml.rels" ContentType="application/vnd.openxmlformats-package.relationships+xml"/>
  <Override PartName="/ppt/slides/_rels/slide65.xml.rels" ContentType="application/vnd.openxmlformats-package.relationships+xml"/>
  <Override PartName="/ppt/slides/_rels/slide110.xml.rels" ContentType="application/vnd.openxmlformats-package.relationships+xml"/>
  <Override PartName="/ppt/slides/_rels/slide257.xml.rels" ContentType="application/vnd.openxmlformats-package.relationships+xml"/>
  <Override PartName="/ppt/slides/_rels/slide67.xml.rels" ContentType="application/vnd.openxmlformats-package.relationships+xml"/>
  <Override PartName="/ppt/slides/_rels/slide112.xml.rels" ContentType="application/vnd.openxmlformats-package.relationships+xml"/>
  <Override PartName="/ppt/slides/_rels/slide259.xml.rels" ContentType="application/vnd.openxmlformats-package.relationships+xml"/>
  <Override PartName="/ppt/slides/_rels/slide34.xml.rels" ContentType="application/vnd.openxmlformats-package.relationships+xml"/>
  <Override PartName="/ppt/slides/_rels/slide176.xml.rels" ContentType="application/vnd.openxmlformats-package.relationships+xml"/>
  <Override PartName="/ppt/slides/_rels/slide108.xml.rels" ContentType="application/vnd.openxmlformats-package.relationships+xml"/>
  <Override PartName="/ppt/slides/_rels/slide203.xml.rels" ContentType="application/vnd.openxmlformats-package.relationships+xml"/>
  <Override PartName="/ppt/slides/_rels/slide66.xml.rels" ContentType="application/vnd.openxmlformats-package.relationships+xml"/>
  <Override PartName="/ppt/slides/_rels/slide111.xml.rels" ContentType="application/vnd.openxmlformats-package.relationships+xml"/>
  <Override PartName="/ppt/slides/_rels/slide258.xml.rels" ContentType="application/vnd.openxmlformats-package.relationships+xml"/>
  <Override PartName="/ppt/slides/_rels/slide33.xml.rels" ContentType="application/vnd.openxmlformats-package.relationships+xml"/>
  <Override PartName="/ppt/slides/_rels/slide175.xml.rels" ContentType="application/vnd.openxmlformats-package.relationships+xml"/>
  <Override PartName="/ppt/slides/_rels/slide107.xml.rels" ContentType="application/vnd.openxmlformats-package.relationships+xml"/>
  <Override PartName="/ppt/slides/_rels/slide202.xml.rels" ContentType="application/vnd.openxmlformats-package.relationships+xml"/>
  <Override PartName="/ppt/slides/_rels/slide140.xml.rels" ContentType="application/vnd.openxmlformats-package.relationships+xml"/>
  <Override PartName="/ppt/slides/_rels/slide8.xml.rels" ContentType="application/vnd.openxmlformats-package.relationships+xml"/>
  <Override PartName="/ppt/slides/_rels/slide95.xml.rels" ContentType="application/vnd.openxmlformats-package.relationships+xml"/>
  <Override PartName="/ppt/slides/_rels/slide27.xml.rels" ContentType="application/vnd.openxmlformats-package.relationships+xml"/>
  <Override PartName="/ppt/slides/_rels/slide173.xml.rels" ContentType="application/vnd.openxmlformats-package.relationships+xml"/>
  <Override PartName="/ppt/slides/_rels/slide105.xml.rels" ContentType="application/vnd.openxmlformats-package.relationships+xml"/>
  <Override PartName="/ppt/slides/_rels/slide79.xml.rels" ContentType="application/vnd.openxmlformats-package.relationships+xml"/>
  <Override PartName="/ppt/slides/_rels/slide124.xml.rels" ContentType="application/vnd.openxmlformats-package.relationships+xml"/>
  <Override PartName="/ppt/slides/_rels/slide192.xml.rels" ContentType="application/vnd.openxmlformats-package.relationships+xml"/>
  <Override PartName="/ppt/slides/_rels/slide162.xml.rels" ContentType="application/vnd.openxmlformats-package.relationships+xml"/>
  <Override PartName="/ppt/slides/_rels/slide49.xml.rels" ContentType="application/vnd.openxmlformats-package.relationships+xml"/>
  <Override PartName="/ppt/slides/_rels/slide195.xml.rels" ContentType="application/vnd.openxmlformats-package.relationships+xml"/>
  <Override PartName="/ppt/slides/_rels/slide127.xml.rels" ContentType="application/vnd.openxmlformats-package.relationships+xml"/>
  <Override PartName="/ppt/slides/_rels/slide161.xml.rels" ContentType="application/vnd.openxmlformats-package.relationships+xml"/>
  <Override PartName="/ppt/slides/_rels/slide48.xml.rels" ContentType="application/vnd.openxmlformats-package.relationships+xml"/>
  <Override PartName="/ppt/slides/_rels/slide194.xml.rels" ContentType="application/vnd.openxmlformats-package.relationships+xml"/>
  <Override PartName="/ppt/slides/_rels/slide126.xml.rels" ContentType="application/vnd.openxmlformats-package.relationships+xml"/>
  <Override PartName="/ppt/slides/_rels/slide80.xml.rels" ContentType="application/vnd.openxmlformats-package.relationships+xml"/>
  <Override PartName="/ppt/slides/_rels/slide265.xml.rels" ContentType="application/vnd.openxmlformats-package.relationships+xml"/>
  <Override PartName="/ppt/slides/_rels/slide40.xml.rels" ContentType="application/vnd.openxmlformats-package.relationships+xml"/>
  <Override PartName="/ppt/slides/_rels/slide78.xml.rels" ContentType="application/vnd.openxmlformats-package.relationships+xml"/>
  <Override PartName="/ppt/slides/_rels/slide191.xml.rels" ContentType="application/vnd.openxmlformats-package.relationships+xml"/>
  <Override PartName="/ppt/slides/_rels/slide123.xml.rels" ContentType="application/vnd.openxmlformats-package.relationships+xml"/>
  <Override PartName="/ppt/slides/_rels/slide50.xml.rels" ContentType="application/vnd.openxmlformats-package.relationships+xml"/>
  <Override PartName="/ppt/slides/_rels/slide51.xml.rels" ContentType="application/vnd.openxmlformats-package.relationships+xml"/>
  <Override PartName="/ppt/slides/_rels/slide52.xml.rels" ContentType="application/vnd.openxmlformats-package.relationships+xml"/>
  <Override PartName="/ppt/slides/_rels/slide172.xml.rels" ContentType="application/vnd.openxmlformats-package.relationships+xml"/>
  <Override PartName="/ppt/slides/_rels/slide104.xml.rels" ContentType="application/vnd.openxmlformats-package.relationships+xml"/>
  <Override PartName="/ppt/slides/_rels/slide59.xml.rels" ContentType="application/vnd.openxmlformats-package.relationships+xml"/>
  <Override PartName="/ppt/slides/_rels/slide197.xml.rels" ContentType="application/vnd.openxmlformats-package.relationships+xml"/>
  <Override PartName="/ppt/slides/_rels/slide30.xml.rels" ContentType="application/vnd.openxmlformats-package.relationships+xml"/>
  <Override PartName="/ppt/slides/_rels/slide255.xml.rels" ContentType="application/vnd.openxmlformats-package.relationships+xml"/>
  <Override PartName="/ppt/slides/_rels/slide68.xml.rels" ContentType="application/vnd.openxmlformats-package.relationships+xml"/>
  <Override PartName="/ppt/slides/_rels/slide113.xml.rels" ContentType="application/vnd.openxmlformats-package.relationships+xml"/>
  <Override PartName="/ppt/slides/_rels/slide181.xml.rels" ContentType="application/vnd.openxmlformats-package.relationships+xml"/>
  <Override PartName="/ppt/slides/_rels/slide251.xml.rels" ContentType="application/vnd.openxmlformats-package.relationships+xml"/>
  <Override PartName="/ppt/slides/_rels/slide75.xml.rels" ContentType="application/vnd.openxmlformats-package.relationships+xml"/>
  <Override PartName="/ppt/slides/_rels/slide120.xml.rels" ContentType="application/vnd.openxmlformats-package.relationships+xml"/>
  <Override PartName="/ppt/slides/_rels/slide53.xml.rels" ContentType="application/vnd.openxmlformats-package.relationships+xml"/>
  <Override PartName="/ppt/slides/_rels/slide16.xml.rels" ContentType="application/vnd.openxmlformats-package.relationships+xml"/>
  <Override PartName="/ppt/slides/_rels/slide84.xml.rels" ContentType="application/vnd.openxmlformats-package.relationships+xml"/>
  <Override PartName="/ppt/slides/_rels/slide250.xml.rels" ContentType="application/vnd.openxmlformats-package.relationships+xml"/>
  <Override PartName="/ppt/slides/_rels/slide101.xml.rels" ContentType="application/vnd.openxmlformats-package.relationships+xml"/>
  <Override PartName="/ppt/slides/_rels/slide56.xml.rels" ContentType="application/vnd.openxmlformats-package.relationships+xml"/>
  <Override PartName="/ppt/slides/_rels/slide248.xml.rels" ContentType="application/vnd.openxmlformats-package.relationships+xml"/>
  <Override PartName="/ppt/slides/_rels/slide128.xml.rels" ContentType="application/vnd.openxmlformats-package.relationships+xml"/>
  <Override PartName="/ppt/slides/_rels/slide196.xml.rels" ContentType="application/vnd.openxmlformats-package.relationships+xml"/>
  <Override PartName="/ppt/slides/_rels/slide170.xml.rels" ContentType="application/vnd.openxmlformats-package.relationships+xml"/>
  <Override PartName="/ppt/slides/_rels/slide102.xml.rels" ContentType="application/vnd.openxmlformats-package.relationships+xml"/>
  <Override PartName="/ppt/slides/_rels/slide57.xml.rels" ContentType="application/vnd.openxmlformats-package.relationships+xml"/>
  <Override PartName="/ppt/slides/_rels/slide77.xml.rels" ContentType="application/vnd.openxmlformats-package.relationships+xml"/>
  <Override PartName="/ppt/slides/_rels/slide122.xml.rels" ContentType="application/vnd.openxmlformats-package.relationships+xml"/>
  <Override PartName="/ppt/slides/_rels/slide100.xml.rels" ContentType="application/vnd.openxmlformats-package.relationships+xml"/>
  <Override PartName="/ppt/slides/_rels/slide55.xml.rels" ContentType="application/vnd.openxmlformats-package.relationships+xml"/>
  <Override PartName="/ppt/slides/_rels/slide247.xml.rels" ContentType="application/vnd.openxmlformats-package.relationships+xml"/>
  <Override PartName="/ppt/slides/_rels/slide58.xml.rels" ContentType="application/vnd.openxmlformats-package.relationships+xml"/>
  <Override PartName="/ppt/slides/_rels/slide103.xml.rels" ContentType="application/vnd.openxmlformats-package.relationships+xml"/>
  <Override PartName="/ppt/slides/_rels/slide171.xml.rels" ContentType="application/vnd.openxmlformats-package.relationships+xml"/>
  <Override PartName="/ppt/slides/_rels/slide246.xml.rels" ContentType="application/vnd.openxmlformats-package.relationships+xml"/>
  <Override PartName="/ppt/slides/_rels/slide54.xml.rels" ContentType="application/vnd.openxmlformats-package.relationships+xml"/>
  <Override PartName="/ppt/slides/_rels/slide17.xml.rels" ContentType="application/vnd.openxmlformats-package.relationships+xml"/>
  <Override PartName="/ppt/slides/_rels/slide130.xml.rels" ContentType="application/vnd.openxmlformats-package.relationships+xml"/>
  <Override PartName="/ppt/slides/_rels/slide85.xml.rels" ContentType="application/vnd.openxmlformats-package.relationships+xml"/>
  <Override PartName="/ppt/slides/_rels/slide245.xml.rels" ContentType="application/vnd.openxmlformats-package.relationships+xml"/>
  <Override PartName="/ppt/slides/_rels/slide26.xml.rels" ContentType="application/vnd.openxmlformats-package.relationships+xml"/>
  <Override PartName="/ppt/slides/_rels/slide45.xml.rels" ContentType="application/vnd.openxmlformats-package.relationships+xml"/>
  <Override PartName="/ppt/slides/_rels/slide69.xml.rels" ContentType="application/vnd.openxmlformats-package.relationships+xml"/>
  <Override PartName="/ppt/slides/_rels/slide182.xml.rels" ContentType="application/vnd.openxmlformats-package.relationships+xml"/>
  <Override PartName="/ppt/slides/_rels/slide114.xml.rels" ContentType="application/vnd.openxmlformats-package.relationships+xml"/>
  <Override PartName="/ppt/slides/_rels/slide35.xml.rels" ContentType="application/vnd.openxmlformats-package.relationships+xml"/>
  <Override PartName="/ppt/slides/_rels/slide44.xml.rels" ContentType="application/vnd.openxmlformats-package.relationships+xml"/>
  <Override PartName="/ppt/slides/_rels/slide76.xml.rels" ContentType="application/vnd.openxmlformats-package.relationships+xml"/>
  <Override PartName="/ppt/slides/_rels/slide121.xml.rels" ContentType="application/vnd.openxmlformats-package.relationships+xml"/>
  <Override PartName="/ppt/slides/_rels/slide43.xml.rels" ContentType="application/vnd.openxmlformats-package.relationships+xml"/>
  <Override PartName="/ppt/slides/_rels/slide42.xml.rels" ContentType="application/vnd.openxmlformats-package.relationships+xml"/>
  <Override PartName="/ppt/slides/_rels/slide39.xml.rels" ContentType="application/vnd.openxmlformats-package.relationships+xml"/>
  <Override PartName="/ppt/slides/_rels/slide152.xml.rels" ContentType="application/vnd.openxmlformats-package.relationships+xml"/>
  <Override PartName="/ppt/slides/_rels/slide117.xml.rels" ContentType="application/vnd.openxmlformats-package.relationships+xml"/>
  <Override PartName="/ppt/slides/_rels/slide185.xml.rels" ContentType="application/vnd.openxmlformats-package.relationships+xml"/>
  <Override PartName="/ppt/slides/_rels/slide25.xml.rels" ContentType="application/vnd.openxmlformats-package.relationships+xml"/>
  <Override PartName="/ppt/slides/_rels/slide36.xml.rels" ContentType="application/vnd.openxmlformats-package.relationships+xml"/>
  <Override PartName="/ppt/slides/_rels/slide249.xml.rels" ContentType="application/vnd.openxmlformats-package.relationships+xml"/>
  <Override PartName="/ppt/slides/_rels/slide264.xml.rels" ContentType="application/vnd.openxmlformats-package.relationships+xml"/>
  <Override PartName="/ppt/slides/_rels/slide256.xml.rels" ContentType="application/vnd.openxmlformats-package.relationships+xml"/>
  <Override PartName="/ppt/slides/_rels/slide24.xml.rels" ContentType="application/vnd.openxmlformats-package.relationships+xml"/>
  <Override PartName="/ppt/slides/_rels/slide5.xml.rels" ContentType="application/vnd.openxmlformats-package.relationships+xml"/>
  <Override PartName="/ppt/slides/_rels/slide92.xml.rels" ContentType="application/vnd.openxmlformats-package.relationships+xml"/>
  <Override PartName="/ppt/slides/_rels/slide94.xml.rels" ContentType="application/vnd.openxmlformats-package.relationships+xml"/>
  <Override PartName="/ppt/slides/_rels/slide7.xml.rels" ContentType="application/vnd.openxmlformats-package.relationships+xml"/>
  <Override PartName="/ppt/slides/_rels/slide205.xml.rels" ContentType="application/vnd.openxmlformats-package.relationships+xml"/>
  <Override PartName="/ppt/slides/_rels/slide37.xml.rels" ContentType="application/vnd.openxmlformats-package.relationships+xml"/>
  <Override PartName="/ppt/slides/_rels/slide150.xml.rels" ContentType="application/vnd.openxmlformats-package.relationships+xml"/>
  <Override PartName="/ppt/slides/_rels/slide193.xml.rels" ContentType="application/vnd.openxmlformats-package.relationships+xml"/>
  <Override PartName="/ppt/slides/_rels/slide125.xml.rels" ContentType="application/vnd.openxmlformats-package.relationships+xml"/>
  <Override PartName="/ppt/slides/_rels/slide23.xml.rels" ContentType="application/vnd.openxmlformats-package.relationships+xml"/>
  <Override PartName="/ppt/slides/_rels/slide4.xml.rels" ContentType="application/vnd.openxmlformats-package.relationships+xml"/>
  <Override PartName="/ppt/slides/_rels/slide91.xml.rels" ContentType="application/vnd.openxmlformats-package.relationships+xml"/>
  <Override PartName="/ppt/slides/_rels/slide109.xml.rels" ContentType="application/vnd.openxmlformats-package.relationships+xml"/>
  <Override PartName="/ppt/slides/_rels/slide93.xml.rels" ContentType="application/vnd.openxmlformats-package.relationships+xml"/>
  <Override PartName="/ppt/slides/_rels/slide6.xml.rels" ContentType="application/vnd.openxmlformats-package.relationships+xml"/>
  <Override PartName="/ppt/slides/_rels/slide204.xml.rels" ContentType="application/vnd.openxmlformats-package.relationships+xml"/>
  <Override PartName="/ppt/slides/_rels/slide20.xml.rels" ContentType="application/vnd.openxmlformats-package.relationships+xml"/>
  <Override PartName="/ppt/slides/_rels/slide187.xml.rels" ContentType="application/vnd.openxmlformats-package.relationships+xml"/>
  <Override PartName="/ppt/slides/_rels/slide119.xml.rels" ContentType="application/vnd.openxmlformats-package.relationships+xml"/>
  <Override PartName="/ppt/slides/_rels/slide14.xml.rels" ContentType="application/vnd.openxmlformats-package.relationships+xml"/>
  <Override PartName="/ppt/slides/_rels/slide82.xml.rels" ContentType="application/vnd.openxmlformats-package.relationships+xml"/>
  <Override PartName="/ppt/slides/_rels/slide263.xml.rels" ContentType="application/vnd.openxmlformats-package.relationships+xml"/>
  <Override PartName="/ppt/slides/_rels/slide177.xml.rels" ContentType="application/vnd.openxmlformats-package.relationships+xml"/>
  <Override PartName="/ppt/slides/_rels/slide10.xml.rels" ContentType="application/vnd.openxmlformats-package.relationships+xml"/>
  <Override PartName="/ppt/slides/_rels/slide47.xml.rels" ContentType="application/vnd.openxmlformats-package.relationships+xml"/>
  <Override PartName="/ppt/slides/_rels/slide160.xml.rels" ContentType="application/vnd.openxmlformats-package.relationships+xml"/>
  <Override PartName="/ppt/slides/_rels/slide262.xml.rels" ContentType="application/vnd.openxmlformats-package.relationships+xml"/>
  <Override PartName="/ppt/slides/_rels/slide46.xml.rels" ContentType="application/vnd.openxmlformats-package.relationships+xml"/>
  <Override PartName="/ppt/slides/_rels/slide15.xml.rels" ContentType="application/vnd.openxmlformats-package.relationships+xml"/>
  <Override PartName="/ppt/slides/_rels/slide83.xml.rels" ContentType="application/vnd.openxmlformats-package.relationships+xml"/>
  <Override PartName="/ppt/slides/_rels/slide254.xml.rels" ContentType="application/vnd.openxmlformats-package.relationships+xml"/>
  <Override PartName="/ppt/slides/_rels/slide29.xml.rels" ContentType="application/vnd.openxmlformats-package.relationships+xml"/>
  <Override PartName="/ppt/slides/_rels/slide142.xml.rels" ContentType="application/vnd.openxmlformats-package.relationships+xml"/>
  <Override PartName="/ppt/slides/_rels/slide97.xml.rels" ContentType="application/vnd.openxmlformats-package.relationships+xml"/>
  <Override PartName="/ppt/slides/_rels/slide252.xml.rels" ContentType="application/vnd.openxmlformats-package.relationships+xml"/>
  <Override PartName="/ppt/slides/_rels/slide2.xml.rels" ContentType="application/vnd.openxmlformats-package.relationships+xml"/>
  <Override PartName="/ppt/slides/_rels/slide200.xml.rels" ContentType="application/vnd.openxmlformats-package.relationships+xml"/>
  <Override PartName="/ppt/slides/_rels/slide198.xml.rels" ContentType="application/vnd.openxmlformats-package.relationships+xml"/>
  <Override PartName="/ppt/slides/_rels/slide31.xml.rels" ContentType="application/vnd.openxmlformats-package.relationships+xml"/>
  <Override PartName="/ppt/slides/_rels/slide19.xml.rels" ContentType="application/vnd.openxmlformats-package.relationships+xml"/>
  <Override PartName="/ppt/slides/_rels/slide132.xml.rels" ContentType="application/vnd.openxmlformats-package.relationships+xml"/>
  <Override PartName="/ppt/slides/_rels/slide87.xml.rels" ContentType="application/vnd.openxmlformats-package.relationships+xml"/>
  <Override PartName="/ppt/slides/_rels/slide253.xml.rels" ContentType="application/vnd.openxmlformats-package.relationships+xml"/>
  <Override PartName="/ppt/slides/_rels/slide90.xml.rels" ContentType="application/vnd.openxmlformats-package.relationships+xml"/>
  <Override PartName="/ppt/slides/_rels/slide3.xml.rels" ContentType="application/vnd.openxmlformats-package.relationships+xml"/>
  <Override PartName="/ppt/slides/_rels/slide201.xml.rels" ContentType="application/vnd.openxmlformats-package.relationships+xml"/>
  <Override PartName="/ppt/slides/_rels/slide199.xml.rels" ContentType="application/vnd.openxmlformats-package.relationships+xml"/>
  <Override PartName="/ppt/slides/_rels/slide32.xml.rels" ContentType="application/vnd.openxmlformats-package.relationships+xml"/>
  <Override PartName="/ppt/slides/_rels/slide61.xml.rels" ContentType="application/vnd.openxmlformats-package.relationships+xml"/>
  <Override PartName="/ppt/slides/_rels/slide62.xml.rels" ContentType="application/vnd.openxmlformats-package.relationships+xml"/>
  <Override PartName="/ppt/slides/_rels/slide63.xml.rels" ContentType="application/vnd.openxmlformats-package.relationships+xml"/>
  <Override PartName="/ppt/slides/_rels/slide64.xml.rels" ContentType="application/vnd.openxmlformats-package.relationships+xml"/>
  <Override PartName="/ppt/slides/_rels/slide133.xml.rels" ContentType="application/vnd.openxmlformats-package.relationships+xml"/>
  <Override PartName="/ppt/slides/_rels/slide88.xml.rels" ContentType="application/vnd.openxmlformats-package.relationships+xml"/>
  <Override PartName="/ppt/slides/_rels/slide134.xml.rels" ContentType="application/vnd.openxmlformats-package.relationships+xml"/>
  <Override PartName="/ppt/slides/_rels/slide89.xml.rels" ContentType="application/vnd.openxmlformats-package.relationships+xml"/>
  <Override PartName="/ppt/slides/_rels/slide135.xml.rels" ContentType="application/vnd.openxmlformats-package.relationships+xml"/>
  <Override PartName="/ppt/slides/_rels/slide136.xml.rels" ContentType="application/vnd.openxmlformats-package.relationships+xml"/>
  <Override PartName="/ppt/slides/_rels/slide137.xml.rels" ContentType="application/vnd.openxmlformats-package.relationships+xml"/>
  <Override PartName="/ppt/slides/_rels/slide138.xml.rels" ContentType="application/vnd.openxmlformats-package.relationships+xml"/>
  <Override PartName="/ppt/slides/_rels/slide139.xml.rels" ContentType="application/vnd.openxmlformats-package.relationships+xml"/>
  <Override PartName="/ppt/slides/_rels/slide71.xml.rels" ContentType="application/vnd.openxmlformats-package.relationships+xml"/>
  <Override PartName="/ppt/slides/_rels/slide72.xml.rels" ContentType="application/vnd.openxmlformats-package.relationships+xml"/>
  <Override PartName="/ppt/slides/_rels/slide73.xml.rels" ContentType="application/vnd.openxmlformats-package.relationships+xml"/>
  <Override PartName="/ppt/slides/_rels/slide74.xml.rels" ContentType="application/vnd.openxmlformats-package.relationships+xml"/>
  <Override PartName="/ppt/slides/_rels/slide143.xml.rels" ContentType="application/vnd.openxmlformats-package.relationships+xml"/>
  <Override PartName="/ppt/slides/_rels/slide98.xml.rels" ContentType="application/vnd.openxmlformats-package.relationships+xml"/>
  <Override PartName="/ppt/slides/_rels/slide144.xml.rels" ContentType="application/vnd.openxmlformats-package.relationships+xml"/>
  <Override PartName="/ppt/slides/_rels/slide99.xml.rels" ContentType="application/vnd.openxmlformats-package.relationships+xml"/>
  <Override PartName="/ppt/slides/_rels/slide145.xml.rels" ContentType="application/vnd.openxmlformats-package.relationships+xml"/>
  <Override PartName="/ppt/slides/_rels/slide146.xml.rels" ContentType="application/vnd.openxmlformats-package.relationships+xml"/>
  <Override PartName="/ppt/slides/_rels/slide147.xml.rels" ContentType="application/vnd.openxmlformats-package.relationships+xml"/>
  <Override PartName="/ppt/slides/_rels/slide148.xml.rels" ContentType="application/vnd.openxmlformats-package.relationships+xml"/>
  <Override PartName="/ppt/slides/_rels/slide149.xml.rels" ContentType="application/vnd.openxmlformats-package.relationships+xml"/>
  <Override PartName="/ppt/slides/_rels/slide153.xml.rels" ContentType="application/vnd.openxmlformats-package.relationships+xml"/>
  <Override PartName="/ppt/slides/_rels/slide154.xml.rels" ContentType="application/vnd.openxmlformats-package.relationships+xml"/>
  <Override PartName="/ppt/slides/_rels/slide155.xml.rels" ContentType="application/vnd.openxmlformats-package.relationships+xml"/>
  <Override PartName="/ppt/slides/_rels/slide156.xml.rels" ContentType="application/vnd.openxmlformats-package.relationships+xml"/>
  <Override PartName="/ppt/slides/_rels/slide157.xml.rels" ContentType="application/vnd.openxmlformats-package.relationships+xml"/>
  <Override PartName="/ppt/slides/_rels/slide158.xml.rels" ContentType="application/vnd.openxmlformats-package.relationships+xml"/>
  <Override PartName="/ppt/slides/_rels/slide159.xml.rels" ContentType="application/vnd.openxmlformats-package.relationships+xml"/>
  <Override PartName="/ppt/slides/_rels/slide163.xml.rels" ContentType="application/vnd.openxmlformats-package.relationships+xml"/>
  <Override PartName="/ppt/slides/_rels/slide164.xml.rels" ContentType="application/vnd.openxmlformats-package.relationships+xml"/>
  <Override PartName="/ppt/slides/_rels/slide165.xml.rels" ContentType="application/vnd.openxmlformats-package.relationships+xml"/>
  <Override PartName="/ppt/slides/_rels/slide166.xml.rels" ContentType="application/vnd.openxmlformats-package.relationships+xml"/>
  <Override PartName="/ppt/slides/_rels/slide167.xml.rels" ContentType="application/vnd.openxmlformats-package.relationships+xml"/>
  <Override PartName="/ppt/slides/_rels/slide168.xml.rels" ContentType="application/vnd.openxmlformats-package.relationships+xml"/>
  <Override PartName="/ppt/slides/_rels/slide169.xml.rels" ContentType="application/vnd.openxmlformats-package.relationships+xml"/>
  <Override PartName="/ppt/slides/_rels/slide11.xml.rels" ContentType="application/vnd.openxmlformats-package.relationships+xml"/>
  <Override PartName="/ppt/slides/_rels/slide178.xml.rels" ContentType="application/vnd.openxmlformats-package.relationships+xml"/>
  <Override PartName="/ppt/slides/_rels/slide12.xml.rels" ContentType="application/vnd.openxmlformats-package.relationships+xml"/>
  <Override PartName="/ppt/slides/_rels/slide179.xml.rels" ContentType="application/vnd.openxmlformats-package.relationships+xml"/>
  <Override PartName="/ppt/slides/_rels/slide21.xml.rels" ContentType="application/vnd.openxmlformats-package.relationships+xml"/>
  <Override PartName="/ppt/slides/_rels/slide188.xml.rels" ContentType="application/vnd.openxmlformats-package.relationships+xml"/>
  <Override PartName="/ppt/slides/_rels/slide22.xml.rels" ContentType="application/vnd.openxmlformats-package.relationships+xml"/>
  <Override PartName="/ppt/slides/_rels/slide189.xml.rels" ContentType="application/vnd.openxmlformats-package.relationships+xml"/>
  <Override PartName="/ppt/slides/_rels/slide208.xml.rels" ContentType="application/vnd.openxmlformats-package.relationships+xml"/>
  <Override PartName="/ppt/slides/_rels/slide180.xml.rels" ContentType="application/vnd.openxmlformats-package.relationships+xml"/>
  <Override PartName="/ppt/slides/_rels/slide209.xml.rels" ContentType="application/vnd.openxmlformats-package.relationships+xml"/>
  <Override PartName="/ppt/slides/_rels/slide210.xml.rels" ContentType="application/vnd.openxmlformats-package.relationships+xml"/>
  <Override PartName="/ppt/slides/_rels/slide211.xml.rels" ContentType="application/vnd.openxmlformats-package.relationships+xml"/>
  <Override PartName="/ppt/slides/_rels/slide212.xml.rels" ContentType="application/vnd.openxmlformats-package.relationships+xml"/>
  <Override PartName="/ppt/slides/_rels/slide213.xml.rels" ContentType="application/vnd.openxmlformats-package.relationships+xml"/>
  <Override PartName="/ppt/slides/_rels/slide214.xml.rels" ContentType="application/vnd.openxmlformats-package.relationships+xml"/>
  <Override PartName="/ppt/slides/_rels/slide215.xml.rels" ContentType="application/vnd.openxmlformats-package.relationships+xml"/>
  <Override PartName="/ppt/slides/_rels/slide216.xml.rels" ContentType="application/vnd.openxmlformats-package.relationships+xml"/>
  <Override PartName="/ppt/slides/_rels/slide217.xml.rels" ContentType="application/vnd.openxmlformats-package.relationships+xml"/>
  <Override PartName="/ppt/slides/_rels/slide218.xml.rels" ContentType="application/vnd.openxmlformats-package.relationships+xml"/>
  <Override PartName="/ppt/slides/_rels/slide190.xml.rels" ContentType="application/vnd.openxmlformats-package.relationships+xml"/>
  <Override PartName="/ppt/slides/_rels/slide219.xml.rels" ContentType="application/vnd.openxmlformats-package.relationships+xml"/>
  <Override PartName="/ppt/slides/_rels/slide220.xml.rels" ContentType="application/vnd.openxmlformats-package.relationships+xml"/>
  <Override PartName="/ppt/slides/_rels/slide221.xml.rels" ContentType="application/vnd.openxmlformats-package.relationships+xml"/>
  <Override PartName="/ppt/slides/_rels/slide222.xml.rels" ContentType="application/vnd.openxmlformats-package.relationships+xml"/>
  <Override PartName="/ppt/slides/_rels/slide223.xml.rels" ContentType="application/vnd.openxmlformats-package.relationships+xml"/>
  <Override PartName="/ppt/slides/_rels/slide224.xml.rels" ContentType="application/vnd.openxmlformats-package.relationships+xml"/>
  <Override PartName="/ppt/slides/_rels/slide225.xml.rels" ContentType="application/vnd.openxmlformats-package.relationships+xml"/>
  <Override PartName="/ppt/slides/_rels/slide226.xml.rels" ContentType="application/vnd.openxmlformats-package.relationships+xml"/>
  <Override PartName="/ppt/slides/_rels/slide227.xml.rels" ContentType="application/vnd.openxmlformats-package.relationships+xml"/>
  <Override PartName="/ppt/slides/_rels/slide228.xml.rels" ContentType="application/vnd.openxmlformats-package.relationships+xml"/>
  <Override PartName="/ppt/slides/_rels/slide229.xml.rels" ContentType="application/vnd.openxmlformats-package.relationships+xml"/>
  <Override PartName="/ppt/slides/_rels/slide230.xml.rels" ContentType="application/vnd.openxmlformats-package.relationships+xml"/>
  <Override PartName="/ppt/slides/_rels/slide231.xml.rels" ContentType="application/vnd.openxmlformats-package.relationships+xml"/>
  <Override PartName="/ppt/slides/_rels/slide232.xml.rels" ContentType="application/vnd.openxmlformats-package.relationships+xml"/>
  <Override PartName="/ppt/slides/_rels/slide233.xml.rels" ContentType="application/vnd.openxmlformats-package.relationships+xml"/>
  <Override PartName="/ppt/slides/_rels/slide234.xml.rels" ContentType="application/vnd.openxmlformats-package.relationships+xml"/>
  <Override PartName="/ppt/slides/_rels/slide235.xml.rels" ContentType="application/vnd.openxmlformats-package.relationships+xml"/>
  <Override PartName="/ppt/slides/slide251.xml" ContentType="application/vnd.openxmlformats-officedocument.presentationml.slide+xml"/>
  <Override PartName="/ppt/slides/slide17.xml" ContentType="application/vnd.openxmlformats-officedocument.presentationml.slide+xml"/>
  <Override PartName="/ppt/slides/slide250.xml" ContentType="application/vnd.openxmlformats-officedocument.presentationml.slide+xml"/>
  <Override PartName="/ppt/slides/slide16.xml" ContentType="application/vnd.openxmlformats-officedocument.presentationml.slide+xml"/>
  <Override PartName="/ppt/slides/slide249.xml" ContentType="application/vnd.openxmlformats-officedocument.presentationml.slide+xml"/>
  <Override PartName="/ppt/slides/slide248.xml" ContentType="application/vnd.openxmlformats-officedocument.presentationml.slide+xml"/>
  <Override PartName="/ppt/slides/slide247.xml" ContentType="application/vnd.openxmlformats-officedocument.presentationml.slide+xml"/>
  <Override PartName="/ppt/slides/slide246.xml" ContentType="application/vnd.openxmlformats-officedocument.presentationml.slide+xml"/>
  <Override PartName="/ppt/slides/slide245.xml" ContentType="application/vnd.openxmlformats-officedocument.presentationml.slide+xml"/>
  <Override PartName="/ppt/slides/slide196.xml" ContentType="application/vnd.openxmlformats-officedocument.presentationml.slide+xml"/>
  <Override PartName="/ppt/slides/slide193.xml" ContentType="application/vnd.openxmlformats-officedocument.presentationml.slide+xml"/>
  <Override PartName="/ppt/slides/slide125.xml" ContentType="application/vnd.openxmlformats-officedocument.presentationml.slide+xml"/>
  <Override PartName="/ppt/slides/slide56.xml" ContentType="application/vnd.openxmlformats-officedocument.presentationml.slide+xml"/>
  <Override PartName="/ppt/slides/slide170.xml" ContentType="application/vnd.openxmlformats-officedocument.presentationml.slide+xml"/>
  <Override PartName="/ppt/slides/slide102.xml" ContentType="application/vnd.openxmlformats-officedocument.presentationml.slide+xml"/>
  <Override PartName="/ppt/slides/slide33.xml" ContentType="application/vnd.openxmlformats-officedocument.presentationml.slide+xml"/>
  <Override PartName="/ppt/slides/slide192.xml" ContentType="application/vnd.openxmlformats-officedocument.presentationml.slide+xml"/>
  <Override PartName="/ppt/slides/slide124.xml" ContentType="application/vnd.openxmlformats-officedocument.presentationml.slide+xml"/>
  <Override PartName="/ppt/slides/slide55.xml" ContentType="application/vnd.openxmlformats-officedocument.presentationml.slide+xml"/>
  <Override PartName="/ppt/slides/slide101.xml" ContentType="application/vnd.openxmlformats-officedocument.presentationml.slide+xml"/>
  <Override PartName="/ppt/slides/slide32.xml" ContentType="application/vnd.openxmlformats-officedocument.presentationml.slide+xml"/>
  <Override PartName="/ppt/slides/slide191.xml" ContentType="application/vnd.openxmlformats-officedocument.presentationml.slide+xml"/>
  <Override PartName="/ppt/slides/slide123.xml" ContentType="application/vnd.openxmlformats-officedocument.presentationml.slide+xml"/>
  <Override PartName="/ppt/slides/slide54.xml" ContentType="application/vnd.openxmlformats-officedocument.presentationml.slide+xml"/>
  <Override PartName="/ppt/slides/slide100.xml" ContentType="application/vnd.openxmlformats-officedocument.presentationml.slide+xml"/>
  <Override PartName="/ppt/slides/slide31.xml" ContentType="application/vnd.openxmlformats-officedocument.presentationml.slide+xml"/>
  <Override PartName="/ppt/slides/slide53.xml" ContentType="application/vnd.openxmlformats-officedocument.presentationml.slide+xml"/>
  <Override PartName="/ppt/slides/slide122.xml" ContentType="application/vnd.openxmlformats-officedocument.presentationml.slide+xml"/>
  <Override PartName="/ppt/slides/slide52.xml" ContentType="application/vnd.openxmlformats-officedocument.presentationml.slide+xml"/>
  <Override PartName="/ppt/slides/slide121.xml" ContentType="application/vnd.openxmlformats-officedocument.presentationml.slide+xml"/>
  <Override PartName="/ppt/slides/slide51.xml" ContentType="application/vnd.openxmlformats-officedocument.presentationml.slide+xml"/>
  <Override PartName="/ppt/slides/slide120.xml" ContentType="application/vnd.openxmlformats-officedocument.presentationml.slide+xml"/>
  <Override PartName="/ppt/slides/slide50.xml" ContentType="application/vnd.openxmlformats-officedocument.presentationml.slide+xml"/>
  <Override PartName="/ppt/slides/slide45.xml" ContentType="application/vnd.openxmlformats-officedocument.presentationml.slide+xml"/>
  <Override PartName="/ppt/slides/slide114.xml" ContentType="application/vnd.openxmlformats-officedocument.presentationml.slide+xml"/>
  <Override PartName="/ppt/slides/slide182.xml" ContentType="application/vnd.openxmlformats-officedocument.presentationml.slide+xml"/>
  <Override PartName="/ppt/slides/slide44.xml" ContentType="application/vnd.openxmlformats-officedocument.presentationml.slide+xml"/>
  <Override PartName="/ppt/slides/slide113.xml" ContentType="application/vnd.openxmlformats-officedocument.presentationml.slide+xml"/>
  <Override PartName="/ppt/slides/slide181.xml" ContentType="application/vnd.openxmlformats-officedocument.presentationml.slide+xml"/>
  <Override PartName="/ppt/slides/slide40.xml" ContentType="application/vnd.openxmlformats-officedocument.presentationml.slide+xml"/>
  <Override PartName="/ppt/slides/slide9.xml" ContentType="application/vnd.openxmlformats-officedocument.presentationml.slide+xml"/>
  <Override PartName="/ppt/slides/slide128.xml" ContentType="application/vnd.openxmlformats-officedocument.presentationml.slide+xml"/>
  <Override PartName="/ppt/slides/slide59.xml" ContentType="application/vnd.openxmlformats-officedocument.presentationml.slide+xml"/>
  <Override PartName="/ppt/slides/slide36.xml" ContentType="application/vnd.openxmlformats-officedocument.presentationml.slide+xml"/>
  <Override PartName="/ppt/slides/slide105.xml" ContentType="application/vnd.openxmlformats-officedocument.presentationml.slide+xml"/>
  <Override PartName="/ppt/slides/slide173.xml" ContentType="application/vnd.openxmlformats-officedocument.presentationml.slide+xml"/>
  <Override PartName="/ppt/slides/slide39.xml" ContentType="application/vnd.openxmlformats-officedocument.presentationml.slide+xml"/>
  <Override PartName="/ppt/slides/slide108.xml" ContentType="application/vnd.openxmlformats-officedocument.presentationml.slide+xml"/>
  <Override PartName="/ppt/slides/slide176.xml" ContentType="application/vnd.openxmlformats-officedocument.presentationml.slide+xml"/>
  <Override PartName="/ppt/slides/slide22.xml" ContentType="application/vnd.openxmlformats-officedocument.presentationml.slide+xml"/>
  <Override PartName="/ppt/slides/slide90.xml" ContentType="application/vnd.openxmlformats-officedocument.presentationml.slide+xml"/>
  <Override PartName="/ppt/slides/slide256.xml" ContentType="application/vnd.openxmlformats-officedocument.presentationml.slide+xml"/>
  <Override PartName="/ppt/slides/slide5.xml" ContentType="application/vnd.openxmlformats-officedocument.presentationml.slide+xml"/>
  <Override PartName="/ppt/slides/slide35.xml" ContentType="application/vnd.openxmlformats-officedocument.presentationml.slide+xml"/>
  <Override PartName="/ppt/slides/slide104.xml" ContentType="application/vnd.openxmlformats-officedocument.presentationml.slide+xml"/>
  <Override PartName="/ppt/slides/slide172.xml" ContentType="application/vnd.openxmlformats-officedocument.presentationml.slide+xml"/>
  <Override PartName="/ppt/slides/slide38.xml" ContentType="application/vnd.openxmlformats-officedocument.presentationml.slide+xml"/>
  <Override PartName="/ppt/slides/slide107.xml" ContentType="application/vnd.openxmlformats-officedocument.presentationml.slide+xml"/>
  <Override PartName="/ppt/slides/slide175.xml" ContentType="application/vnd.openxmlformats-officedocument.presentationml.slide+xml"/>
  <Override PartName="/ppt/slides/slide21.xml" ContentType="application/vnd.openxmlformats-officedocument.presentationml.slide+xml"/>
  <Override PartName="/ppt/slides/slide255.xml" ContentType="application/vnd.openxmlformats-officedocument.presentationml.slide+xml"/>
  <Override PartName="/ppt/slides/slide4.xml" ContentType="application/vnd.openxmlformats-officedocument.presentationml.slide+xml"/>
  <Override PartName="/ppt/slides/slide34.xml" ContentType="application/vnd.openxmlformats-officedocument.presentationml.slide+xml"/>
  <Override PartName="/ppt/slides/slide103.xml" ContentType="application/vnd.openxmlformats-officedocument.presentationml.slide+xml"/>
  <Override PartName="/ppt/slides/slide171.xml" ContentType="application/vnd.openxmlformats-officedocument.presentationml.slide+xml"/>
  <Override PartName="/ppt/slides/slide37.xml" ContentType="application/vnd.openxmlformats-officedocument.presentationml.slide+xml"/>
  <Override PartName="/ppt/slides/slide106.xml" ContentType="application/vnd.openxmlformats-officedocument.presentationml.slide+xml"/>
  <Override PartName="/ppt/slides/slide174.xml" ContentType="application/vnd.openxmlformats-officedocument.presentationml.slide+xml"/>
  <Override PartName="/ppt/slides/slide48.xml" ContentType="application/vnd.openxmlformats-officedocument.presentationml.slide+xml"/>
  <Override PartName="/ppt/slides/slide117.xml" ContentType="application/vnd.openxmlformats-officedocument.presentationml.slide+xml"/>
  <Override PartName="/ppt/slides/slide185.xml" ContentType="application/vnd.openxmlformats-officedocument.presentationml.slide+xml"/>
  <Override PartName="/ppt/slides/slide265.xml" ContentType="application/vnd.openxmlformats-officedocument.presentationml.slide+xml"/>
  <Override PartName="/ppt/slides/slide57.xml" ContentType="application/vnd.openxmlformats-officedocument.presentationml.slide+xml"/>
  <Override PartName="/ppt/slides/slide126.xml" ContentType="application/vnd.openxmlformats-officedocument.presentationml.slide+xml"/>
  <Override PartName="/ppt/slides/slide194.xml" ContentType="application/vnd.openxmlformats-officedocument.presentationml.slide+xml"/>
  <Override PartName="/ppt/slides/slide58.xml" ContentType="application/vnd.openxmlformats-officedocument.presentationml.slide+xml"/>
  <Override PartName="/ppt/slides/slide127.xml" ContentType="application/vnd.openxmlformats-officedocument.presentationml.slide+xml"/>
  <Override PartName="/ppt/slides/slide195.xml" ContentType="application/vnd.openxmlformats-officedocument.presentationml.slide+xml"/>
  <Override PartName="/ppt/slides/slide264.xml" ContentType="application/vnd.openxmlformats-officedocument.presentationml.slide+xml"/>
  <Override PartName="/ppt/slides/slide42.xml" ContentType="application/vnd.openxmlformats-officedocument.presentationml.slide+xml"/>
  <Override PartName="/ppt/slides/slide111.xml" ContentType="application/vnd.openxmlformats-officedocument.presentationml.slide+xml"/>
  <Override PartName="/ppt/slides/slide258.xml" ContentType="application/vnd.openxmlformats-officedocument.presentationml.slide+xml"/>
  <Override PartName="/ppt/slides/slide7.xml" ContentType="application/vnd.openxmlformats-officedocument.presentationml.slide+xml"/>
  <Override PartName="/ppt/slides/slide43.xml" ContentType="application/vnd.openxmlformats-officedocument.presentationml.slide+xml"/>
  <Override PartName="/ppt/slides/slide112.xml" ContentType="application/vnd.openxmlformats-officedocument.presentationml.slide+xml"/>
  <Override PartName="/ppt/slides/slide259.xml" ContentType="application/vnd.openxmlformats-officedocument.presentationml.slide+xml"/>
  <Override PartName="/ppt/slides/slide8.xml" ContentType="application/vnd.openxmlformats-officedocument.presentationml.slide+xml"/>
  <Override PartName="/ppt/slides/slide20.xml" ContentType="application/vnd.openxmlformats-officedocument.presentationml.slide+xml"/>
  <Override PartName="/ppt/slides/slide177.xml" ContentType="application/vnd.openxmlformats-officedocument.presentationml.slide+xml"/>
  <Override PartName="/ppt/slides/slide109.xml" ContentType="application/vnd.openxmlformats-officedocument.presentationml.slide+xml"/>
  <Override PartName="/ppt/slides/slide41.xml" ContentType="application/vnd.openxmlformats-officedocument.presentationml.slide+xml"/>
  <Override PartName="/ppt/slides/slide110.xml" ContentType="application/vnd.openxmlformats-officedocument.presentationml.slide+xml"/>
  <Override PartName="/ppt/slides/slide257.xml" ContentType="application/vnd.openxmlformats-officedocument.presentationml.slide+xml"/>
  <Override PartName="/ppt/slides/slide6.xml" ContentType="application/vnd.openxmlformats-officedocument.presentationml.slide+xml"/>
  <Override PartName="/ppt/slides/slide266.xml" ContentType="application/vnd.openxmlformats-officedocument.presentationml.slide+xml"/>
  <Override PartName="/ppt/slides/slide49.xml" ContentType="application/vnd.openxmlformats-officedocument.presentationml.slide+xml"/>
  <Override PartName="/ppt/slides/slide118.xml" ContentType="application/vnd.openxmlformats-officedocument.presentationml.slide+xml"/>
  <Override PartName="/ppt/slides/slide186.xml" ContentType="application/vnd.openxmlformats-officedocument.presentationml.slide+xml"/>
  <Override PartName="/ppt/slides/slide183.xml" ContentType="application/vnd.openxmlformats-officedocument.presentationml.slide+xml"/>
  <Override PartName="/ppt/slides/slide1.xml" ContentType="application/vnd.openxmlformats-officedocument.presentationml.slide+xml"/>
  <Override PartName="/ppt/slides/slide18.xml" ContentType="application/vnd.openxmlformats-officedocument.presentationml.slide+xml"/>
  <Override PartName="/ppt/slides/slide252.xml" ContentType="application/vnd.openxmlformats-officedocument.presentationml.slide+xml"/>
  <Override PartName="/ppt/slides/slide115.xml" ContentType="application/vnd.openxmlformats-officedocument.presentationml.slide+xml"/>
  <Override PartName="/ppt/slides/slide46.xml" ContentType="application/vnd.openxmlformats-officedocument.presentationml.slide+xml"/>
  <Override PartName="/ppt/slides/slide27.xml" ContentType="application/vnd.openxmlformats-officedocument.presentationml.slide+xml"/>
  <Override PartName="/ppt/slides/slide261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184.xml" ContentType="application/vnd.openxmlformats-officedocument.presentationml.slide+xml"/>
  <Override PartName="/ppt/slides/slide129.xml" ContentType="application/vnd.openxmlformats-officedocument.presentationml.slide+xml"/>
  <Override PartName="/ppt/slides/slide197.xml" ContentType="application/vnd.openxmlformats-officedocument.presentationml.slide+xml"/>
  <Override PartName="/ppt/slides/slide30.xml" ContentType="application/vnd.openxmlformats-officedocument.presentationml.slide+xml"/>
  <Override PartName="/ppt/slides/slide187.xml" ContentType="application/vnd.openxmlformats-officedocument.presentationml.slide+xml"/>
  <Override PartName="/ppt/slides/slide119.xml" ContentType="application/vnd.openxmlformats-officedocument.presentationml.slide+xml"/>
  <Override PartName="/ppt/slides/slide70.xml" ContentType="application/vnd.openxmlformats-officedocument.presentationml.slide+xml"/>
  <Override PartName="/ppt/slides/slide263.xml" ContentType="application/vnd.openxmlformats-officedocument.presentationml.slide+xml"/>
  <Override PartName="/ppt/slides/slide29.xml" ContentType="application/vnd.openxmlformats-officedocument.presentationml.slide+xml"/>
  <Override PartName="/ppt/slides/slide25.xml" ContentType="application/vnd.openxmlformats-officedocument.presentationml.slide+xml"/>
  <Override PartName="/ppt/slides/slide28.xml" ContentType="application/vnd.openxmlformats-officedocument.presentationml.slide+xml"/>
  <Override PartName="/ppt/slides/slide262.xml" ContentType="application/vnd.openxmlformats-officedocument.presentationml.slide+xml"/>
  <Override PartName="/ppt/slides/slide24.xml" ContentType="application/vnd.openxmlformats-officedocument.presentationml.slide+xml"/>
  <Override PartName="/ppt/slides/slide23.xml" ContentType="application/vnd.openxmlformats-officedocument.presentationml.slide+xml"/>
  <Override PartName="/ppt/slides/slide14.xml" ContentType="application/vnd.openxmlformats-officedocument.presentationml.slide+xml"/>
  <Override PartName="/ppt/slides/slide12.xml" ContentType="application/vnd.openxmlformats-officedocument.presentationml.slide+xml"/>
  <Override PartName="/ppt/slides/slide80.xml" ContentType="application/vnd.openxmlformats-officedocument.presentationml.slide+xml"/>
  <Override PartName="/ppt/slides/slide15.xml" ContentType="application/vnd.openxmlformats-officedocument.presentationml.slide+xml"/>
  <Override PartName="/ppt/slides/slide13.xml" ContentType="application/vnd.openxmlformats-officedocument.presentationml.slide+xml"/>
  <Override PartName="/ppt/slides/slide2.xml" ContentType="application/vnd.openxmlformats-officedocument.presentationml.slide+xml"/>
  <Override PartName="/ppt/slides/slide10.xml" ContentType="application/vnd.openxmlformats-officedocument.presentationml.slide+xml"/>
  <Override PartName="/ppt/slides/slide116.xml" ContentType="application/vnd.openxmlformats-officedocument.presentationml.slide+xml"/>
  <Override PartName="/ppt/slides/slide47.xml" ContentType="application/vnd.openxmlformats-officedocument.presentationml.slide+xml"/>
  <Override PartName="/ppt/slides/slide253.xml" ContentType="application/vnd.openxmlformats-officedocument.presentationml.slide+xml"/>
  <Override PartName="/ppt/slides/slide19.xml" ContentType="application/vnd.openxmlformats-officedocument.presentationml.slide+xml"/>
  <Override PartName="/ppt/slides/slide60.xml" ContentType="application/vnd.openxmlformats-officedocument.presentationml.slide+xml"/>
  <Override PartName="/ppt/slides/slide3.xml" ContentType="application/vnd.openxmlformats-officedocument.presentationml.slide+xml"/>
  <Override PartName="/ppt/slides/slide254.xml" ContentType="application/vnd.openxmlformats-officedocument.presentationml.slide+xml"/>
  <Override PartName="/ppt/slides/slide11.xml" ContentType="application/vnd.openxmlformats-officedocument.presentationml.slide+xml"/>
  <Override PartName="/ppt/slides/slide61.xml" ContentType="application/vnd.openxmlformats-officedocument.presentationml.slide+xml"/>
  <Override PartName="/ppt/slides/slide130.xml" ContentType="application/vnd.openxmlformats-officedocument.presentationml.slide+xml"/>
  <Override PartName="/ppt/slides/slide62.xml" ContentType="application/vnd.openxmlformats-officedocument.presentationml.slide+xml"/>
  <Override PartName="/ppt/slides/slide131.xml" ContentType="application/vnd.openxmlformats-officedocument.presentationml.slide+xml"/>
  <Override PartName="/ppt/slides/slide63.xml" ContentType="application/vnd.openxmlformats-officedocument.presentationml.slide+xml"/>
  <Override PartName="/ppt/slides/slide132.xml" ContentType="application/vnd.openxmlformats-officedocument.presentationml.slide+xml"/>
  <Override PartName="/ppt/slides/slide64.xml" ContentType="application/vnd.openxmlformats-officedocument.presentationml.slide+xml"/>
  <Override PartName="/ppt/slides/slide133.xml" ContentType="application/vnd.openxmlformats-officedocument.presentationml.slide+xml"/>
  <Override PartName="/ppt/slides/slide65.xml" ContentType="application/vnd.openxmlformats-officedocument.presentationml.slide+xml"/>
  <Override PartName="/ppt/slides/slide134.xml" ContentType="application/vnd.openxmlformats-officedocument.presentationml.slide+xml"/>
  <Override PartName="/ppt/slides/slide66.xml" ContentType="application/vnd.openxmlformats-officedocument.presentationml.slide+xml"/>
  <Override PartName="/ppt/slides/slide135.xml" ContentType="application/vnd.openxmlformats-officedocument.presentationml.slide+xml"/>
  <Override PartName="/ppt/slides/slide67.xml" ContentType="application/vnd.openxmlformats-officedocument.presentationml.slide+xml"/>
  <Override PartName="/ppt/slides/slide136.xml" ContentType="application/vnd.openxmlformats-officedocument.presentationml.slide+xml"/>
  <Override PartName="/ppt/slides/slide68.xml" ContentType="application/vnd.openxmlformats-officedocument.presentationml.slide+xml"/>
  <Override PartName="/ppt/slides/slide137.xml" ContentType="application/vnd.openxmlformats-officedocument.presentationml.slide+xml"/>
  <Override PartName="/ppt/slides/slide69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71.xml" ContentType="application/vnd.openxmlformats-officedocument.presentationml.slide+xml"/>
  <Override PartName="/ppt/slides/slide140.xml" ContentType="application/vnd.openxmlformats-officedocument.presentationml.slide+xml"/>
  <Override PartName="/ppt/slides/slide72.xml" ContentType="application/vnd.openxmlformats-officedocument.presentationml.slide+xml"/>
  <Override PartName="/ppt/slides/slide141.xml" ContentType="application/vnd.openxmlformats-officedocument.presentationml.slide+xml"/>
  <Override PartName="/ppt/slides/slide73.xml" ContentType="application/vnd.openxmlformats-officedocument.presentationml.slide+xml"/>
  <Override PartName="/ppt/slides/slide142.xml" ContentType="application/vnd.openxmlformats-officedocument.presentationml.slide+xml"/>
  <Override PartName="/ppt/slides/slide74.xml" ContentType="application/vnd.openxmlformats-officedocument.presentationml.slide+xml"/>
  <Override PartName="/ppt/slides/slide143.xml" ContentType="application/vnd.openxmlformats-officedocument.presentationml.slide+xml"/>
  <Override PartName="/ppt/slides/slide75.xml" ContentType="application/vnd.openxmlformats-officedocument.presentationml.slide+xml"/>
  <Override PartName="/ppt/slides/slide144.xml" ContentType="application/vnd.openxmlformats-officedocument.presentationml.slide+xml"/>
  <Override PartName="/ppt/slides/slide76.xml" ContentType="application/vnd.openxmlformats-officedocument.presentationml.slide+xml"/>
  <Override PartName="/ppt/slides/slide145.xml" ContentType="application/vnd.openxmlformats-officedocument.presentationml.slide+xml"/>
  <Override PartName="/ppt/slides/slide77.xml" ContentType="application/vnd.openxmlformats-officedocument.presentationml.slide+xml"/>
  <Override PartName="/ppt/slides/slide146.xml" ContentType="application/vnd.openxmlformats-officedocument.presentationml.slide+xml"/>
  <Override PartName="/ppt/slides/slide78.xml" ContentType="application/vnd.openxmlformats-officedocument.presentationml.slide+xml"/>
  <Override PartName="/ppt/slides/slide147.xml" ContentType="application/vnd.openxmlformats-officedocument.presentationml.slide+xml"/>
  <Override PartName="/ppt/slides/slide79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81.xml" ContentType="application/vnd.openxmlformats-officedocument.presentationml.slide+xml"/>
  <Override PartName="/ppt/slides/slide150.xml" ContentType="application/vnd.openxmlformats-officedocument.presentationml.slide+xml"/>
  <Override PartName="/ppt/slides/slide82.xml" ContentType="application/vnd.openxmlformats-officedocument.presentationml.slide+xml"/>
  <Override PartName="/ppt/slides/slide151.xml" ContentType="application/vnd.openxmlformats-officedocument.presentationml.slide+xml"/>
  <Override PartName="/ppt/slides/slide83.xml" ContentType="application/vnd.openxmlformats-officedocument.presentationml.slide+xml"/>
  <Override PartName="/ppt/slides/slide152.xml" ContentType="application/vnd.openxmlformats-officedocument.presentationml.slide+xml"/>
  <Override PartName="/ppt/slides/slide84.xml" ContentType="application/vnd.openxmlformats-officedocument.presentationml.slide+xml"/>
  <Override PartName="/ppt/slides/slide153.xml" ContentType="application/vnd.openxmlformats-officedocument.presentationml.slide+xml"/>
  <Override PartName="/ppt/slides/slide85.xml" ContentType="application/vnd.openxmlformats-officedocument.presentationml.slide+xml"/>
  <Override PartName="/ppt/slides/slide154.xml" ContentType="application/vnd.openxmlformats-officedocument.presentationml.slide+xml"/>
  <Override PartName="/ppt/slides/slide86.xml" ContentType="application/vnd.openxmlformats-officedocument.presentationml.slide+xml"/>
  <Override PartName="/ppt/slides/slide155.xml" ContentType="application/vnd.openxmlformats-officedocument.presentationml.slide+xml"/>
  <Override PartName="/ppt/slides/slide87.xml" ContentType="application/vnd.openxmlformats-officedocument.presentationml.slide+xml"/>
  <Override PartName="/ppt/slides/slide156.xml" ContentType="application/vnd.openxmlformats-officedocument.presentationml.slide+xml"/>
  <Override PartName="/ppt/slides/slide88.xml" ContentType="application/vnd.openxmlformats-officedocument.presentationml.slide+xml"/>
  <Override PartName="/ppt/slides/slide157.xml" ContentType="application/vnd.openxmlformats-officedocument.presentationml.slide+xml"/>
  <Override PartName="/ppt/slides/slide89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91.xml" ContentType="application/vnd.openxmlformats-officedocument.presentationml.slide+xml"/>
  <Override PartName="/ppt/slides/slide160.xml" ContentType="application/vnd.openxmlformats-officedocument.presentationml.slide+xml"/>
  <Override PartName="/ppt/slides/slide92.xml" ContentType="application/vnd.openxmlformats-officedocument.presentationml.slide+xml"/>
  <Override PartName="/ppt/slides/slide161.xml" ContentType="application/vnd.openxmlformats-officedocument.presentationml.slide+xml"/>
  <Override PartName="/ppt/slides/slide93.xml" ContentType="application/vnd.openxmlformats-officedocument.presentationml.slide+xml"/>
  <Override PartName="/ppt/slides/slide162.xml" ContentType="application/vnd.openxmlformats-officedocument.presentationml.slide+xml"/>
  <Override PartName="/ppt/slides/slide94.xml" ContentType="application/vnd.openxmlformats-officedocument.presentationml.slide+xml"/>
  <Override PartName="/ppt/slides/slide163.xml" ContentType="application/vnd.openxmlformats-officedocument.presentationml.slide+xml"/>
  <Override PartName="/ppt/slides/slide95.xml" ContentType="application/vnd.openxmlformats-officedocument.presentationml.slide+xml"/>
  <Override PartName="/ppt/slides/slide164.xml" ContentType="application/vnd.openxmlformats-officedocument.presentationml.slide+xml"/>
  <Override PartName="/ppt/slides/slide96.xml" ContentType="application/vnd.openxmlformats-officedocument.presentationml.slide+xml"/>
  <Override PartName="/ppt/slides/slide165.xml" ContentType="application/vnd.openxmlformats-officedocument.presentationml.slide+xml"/>
  <Override PartName="/ppt/slides/slide97.xml" ContentType="application/vnd.openxmlformats-officedocument.presentationml.slide+xml"/>
  <Override PartName="/ppt/slides/slide166.xml" ContentType="application/vnd.openxmlformats-officedocument.presentationml.slide+xml"/>
  <Override PartName="/ppt/slides/slide98.xml" ContentType="application/vnd.openxmlformats-officedocument.presentationml.slide+xml"/>
  <Override PartName="/ppt/slides/slide167.xml" ContentType="application/vnd.openxmlformats-officedocument.presentationml.slide+xml"/>
  <Override PartName="/ppt/slides/slide99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8.xml" ContentType="application/vnd.openxmlformats-officedocument.presentationml.slide+xml"/>
  <Override PartName="/ppt/slides/slide200.xml" ContentType="application/vnd.openxmlformats-officedocument.presentationml.slide+xml"/>
  <Override PartName="/ppt/slides/slide199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180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190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_rels/presentation.xml.rels" ContentType="application/vnd.openxmlformats-package.relationships+xml"/>
  <Override PartName="/ppt/media/image541.png" ContentType="image/png"/>
  <Override PartName="/ppt/media/image536.jpeg" ContentType="image/jpeg"/>
  <Override PartName="/ppt/media/image103.png" ContentType="image/png"/>
  <Override PartName="/ppt/media/image531.png" ContentType="image/png"/>
  <Override PartName="/ppt/media/image66.png" ContentType="image/png"/>
  <Override PartName="/ppt/media/image166.png" ContentType="image/png"/>
  <Override PartName="/ppt/media/image113.png" ContentType="image/png"/>
  <Override PartName="/ppt/media/image409.jpeg" ContentType="image/jpeg"/>
  <Override PartName="/ppt/media/image380.jpeg" ContentType="image/jpeg"/>
  <Override PartName="/ppt/media/image81.png" ContentType="image/png"/>
  <Override PartName="/ppt/media/image359.png" ContentType="image/png"/>
  <Override PartName="/ppt/media/image165.png" ContentType="image/png"/>
  <Override PartName="/ppt/media/image133.jpeg" ContentType="image/jpeg"/>
  <Override PartName="/ppt/media/image471.jpeg" ContentType="image/jpeg"/>
  <Override PartName="/ppt/media/image73.png" ContentType="image/png"/>
  <Override PartName="/ppt/media/image306.jpeg" ContentType="image/jpeg"/>
  <Override PartName="/ppt/media/image112.jpeg" ContentType="image/jpeg"/>
  <Override PartName="/ppt/media/image408.png" ContentType="image/png"/>
  <Override PartName="/ppt/media/image61.jpeg" ContentType="image/jpeg"/>
  <Override PartName="/ppt/media/image367.png" ContentType="image/png"/>
  <Override PartName="/ppt/media/image99.jpeg" ContentType="image/jpeg"/>
  <Override PartName="/ppt/media/image194.png" ContentType="image/png"/>
  <Override PartName="/ppt/media/image223.png" ContentType="image/png"/>
  <Override PartName="/ppt/media/image29.png" ContentType="image/png"/>
  <Override PartName="/ppt/media/image93.jpeg" ContentType="image/jpeg"/>
  <Override PartName="/ppt/media/image25.jpeg" ContentType="image/jpeg"/>
  <Override PartName="/ppt/media/image139.jpeg" ContentType="image/jpeg"/>
  <Override PartName="/ppt/media/image254.png" ContentType="image/png"/>
  <Override PartName="/ppt/media/image448.png" ContentType="image/png"/>
  <Override PartName="/ppt/media/image97.jpeg" ContentType="image/jpeg"/>
  <Override PartName="/ppt/media/image64.png" ContentType="image/png"/>
  <Override PartName="/ppt/media/image516.png" ContentType="image/png"/>
  <Override PartName="/ppt/media/image322.png" ContentType="image/png"/>
  <Override PartName="/ppt/media/image6.jpeg" ContentType="image/jpeg"/>
  <Override PartName="/ppt/media/image200.jpeg" ContentType="image/jpeg"/>
  <Override PartName="/ppt/media/image171.jpeg" ContentType="image/jpeg"/>
  <Override PartName="/ppt/media/image157.png" ContentType="image/png"/>
  <Override PartName="/ppt/media/image94.png" ContentType="image/png"/>
  <Override PartName="/ppt/media/image346.jpeg" ContentType="image/jpeg"/>
  <Override PartName="/ppt/media/image21.jpeg" ContentType="image/jpeg"/>
  <Override PartName="/ppt/media/image394.png" ContentType="image/png"/>
  <Override PartName="/ppt/media/image214.png" ContentType="image/png"/>
  <Override PartName="/ppt/media/image135.jpeg" ContentType="image/jpeg"/>
  <Override PartName="/ppt/media/image242.jpeg" ContentType="image/jpeg"/>
  <Override PartName="/ppt/media/image347.jpeg" ContentType="image/jpeg"/>
  <Override PartName="/ppt/media/image22.jpeg" ContentType="image/jpeg"/>
  <Override PartName="/ppt/media/image90.jpeg" ContentType="image/jpeg"/>
  <Override PartName="/ppt/media/image91.jpeg" ContentType="image/jpeg"/>
  <Override PartName="/ppt/media/image118.jpeg" ContentType="image/jpeg"/>
  <Override PartName="/ppt/media/image14.jpeg" ContentType="image/jpeg"/>
  <Override PartName="/ppt/media/image82.jpeg" ContentType="image/jpeg"/>
  <Override PartName="/ppt/media/image538.png" ContentType="image/png"/>
  <Override PartName="/ppt/media/image150.png" ContentType="image/png"/>
  <Override PartName="/ppt/media/image389.jpeg" ContentType="image/jpeg"/>
  <Override PartName="/ppt/media/image1.png" ContentType="image/png"/>
  <Override PartName="/ppt/media/image199.jpeg" ContentType="image/jpeg"/>
  <Override PartName="/ppt/media/image173.png" ContentType="image/png"/>
  <Override PartName="/ppt/media/image202.png" ContentType="image/png"/>
  <Override PartName="/ppt/media/image68.jpeg" ContentType="image/jpeg"/>
  <Override PartName="/ppt/media/image507.png" ContentType="image/png"/>
  <Override PartName="/ppt/media/image7.png" ContentType="image/png"/>
  <Override PartName="/ppt/media/image39.png" ContentType="image/png"/>
  <Override PartName="/ppt/media/image187.png" ContentType="image/png"/>
  <Override PartName="/ppt/media/image43.jpeg" ContentType="image/jpeg"/>
  <Override PartName="/ppt/media/image228.png" ContentType="image/png"/>
  <Override PartName="/ppt/media/image145.png" ContentType="image/png"/>
  <Override PartName="/ppt/media/image131.jpeg" ContentType="image/jpeg"/>
  <Override PartName="/ppt/media/image393.png" ContentType="image/png"/>
  <Override PartName="/ppt/media/image422.png" ContentType="image/png"/>
  <Override PartName="/ppt/media/image398.png" ContentType="image/png"/>
  <Override PartName="/ppt/media/image2.png" ContentType="image/png"/>
  <Override PartName="/ppt/media/image210.jpeg" ContentType="image/jpeg"/>
  <Override PartName="/ppt/media/image181.jpeg" ContentType="image/jpeg"/>
  <Override PartName="/ppt/media/image50.jpeg" ContentType="image/jpeg"/>
  <Override PartName="/ppt/media/image375.jpeg" ContentType="image/jpeg"/>
  <Override PartName="/ppt/media/image78.png" ContentType="image/png"/>
  <Override PartName="/ppt/media/image488.jpeg" ContentType="image/jpeg"/>
  <Override PartName="/ppt/media/image136.jpeg" ContentType="image/jpeg"/>
  <Override PartName="/ppt/media/image195.png" ContentType="image/png"/>
  <Override PartName="/ppt/media/image95.png" ContentType="image/png"/>
  <Override PartName="/ppt/media/image399.png" ContentType="image/png"/>
  <Override PartName="/ppt/media/image3.png" ContentType="image/png"/>
  <Override PartName="/ppt/media/image369.jpeg" ContentType="image/jpeg"/>
  <Override PartName="/ppt/media/image175.jpeg" ContentType="image/jpeg"/>
  <Override PartName="/ppt/media/image204.jpeg" ContentType="image/jpeg"/>
  <Override PartName="/ppt/media/image362.png" ContentType="image/png"/>
  <Override PartName="/ppt/media/image349.png" ContentType="image/png"/>
  <Override PartName="/ppt/media/image155.png" ContentType="image/png"/>
  <Override PartName="/ppt/media/image132.jpeg" ContentType="image/jpeg"/>
  <Override PartName="/ppt/media/image472.jpeg" ContentType="image/jpeg"/>
  <Override PartName="/ppt/media/image83.png" ContentType="image/png"/>
  <Override PartName="/ppt/media/image307.jpeg" ContentType="image/jpeg"/>
  <Override PartName="/ppt/media/image63.png" ContentType="image/png"/>
  <Override PartName="/ppt/media/image65.png" ContentType="image/png"/>
  <Override PartName="/ppt/media/image45.jpeg" ContentType="image/jpeg"/>
  <Override PartName="/ppt/media/image5.png" ContentType="image/png"/>
  <Override PartName="/ppt/media/image151.png" ContentType="image/png"/>
  <Override PartName="/ppt/media/image539.png" ContentType="image/png"/>
  <Override PartName="/ppt/media/image108.jpeg" ContentType="image/jpeg"/>
  <Override PartName="/ppt/media/image273.jpeg" ContentType="image/jpeg"/>
  <Override PartName="/ppt/media/image467.jpeg" ContentType="image/jpeg"/>
  <Override PartName="/ppt/media/image176.jpeg" ContentType="image/jpeg"/>
  <Override PartName="/ppt/media/image205.jpeg" ContentType="image/jpeg"/>
  <Override PartName="/ppt/media/image370.jpeg" ContentType="image/jpeg"/>
  <Override PartName="/ppt/media/image109.jpeg" ContentType="image/jpeg"/>
  <Override PartName="/ppt/media/image46.jpeg" ContentType="image/jpeg"/>
  <Override PartName="/ppt/media/image371.jpeg" ContentType="image/jpeg"/>
  <Override PartName="/ppt/media/image75.png" ContentType="image/png"/>
  <Override PartName="/ppt/media/image230.jpeg" ContentType="image/jpeg"/>
  <Override PartName="/ppt/media/image193.png" ContentType="image/png"/>
  <Override PartName="/ppt/media/image167.png" ContentType="image/png"/>
  <Override PartName="/ppt/media/image172.jpeg" ContentType="image/jpeg"/>
  <Override PartName="/ppt/media/image376.jpeg" ContentType="image/jpeg"/>
  <Override PartName="/ppt/media/image189.png" ContentType="image/png"/>
  <Override PartName="/ppt/media/image201.png" ContentType="image/png"/>
  <Override PartName="/ppt/media/image161.jpeg" ContentType="image/jpeg"/>
  <Override PartName="/ppt/media/image470.png" ContentType="image/png"/>
  <Override PartName="/ppt/media/image111.png" ContentType="image/png"/>
  <Override PartName="/ppt/media/image207.png" ContentType="image/png"/>
  <Override PartName="/ppt/media/image38.jpeg" ContentType="image/jpeg"/>
  <Override PartName="/ppt/media/image222.jpeg" ContentType="image/jpeg"/>
  <Override PartName="/ppt/media/image127.png" ContentType="image/png"/>
  <Override PartName="/ppt/media/image542.png" ContentType="image/png"/>
  <Override PartName="/ppt/media/image527.jpeg" ContentType="image/jpeg"/>
  <Override PartName="/ppt/media/image196.png" ContentType="image/png"/>
  <Override PartName="/ppt/media/image339.png" ContentType="image/png"/>
  <Override PartName="/ppt/media/image218.jpeg" ContentType="image/jpeg"/>
  <Override PartName="/ppt/media/image337.png" ContentType="image/png"/>
  <Override PartName="/ppt/media/image134.jpeg" ContentType="image/jpeg"/>
  <Override PartName="/ppt/media/image406.png" ContentType="image/png"/>
  <Override PartName="/ppt/media/image212.png" ContentType="image/png"/>
  <Override PartName="/ppt/media/image374.jpeg" ContentType="image/jpeg"/>
  <Override PartName="/ppt/media/image180.jpeg" ContentType="image/jpeg"/>
  <Override PartName="/ppt/media/image23.jpeg" ContentType="image/jpeg"/>
  <Override PartName="/ppt/media/image443.png" ContentType="image/png"/>
  <Override PartName="/ppt/media/image248.jpeg" ContentType="image/jpeg"/>
  <Override PartName="/ppt/media/image174.jpeg" ContentType="image/jpeg"/>
  <Override PartName="/ppt/media/image203.jpeg" ContentType="image/jpeg"/>
  <Override PartName="/ppt/media/image209.jpeg" ContentType="image/jpeg"/>
  <Override PartName="/ppt/media/image249.png" ContentType="image/png"/>
  <Override PartName="/ppt/media/image255.jpeg" ContentType="image/jpeg"/>
  <Override PartName="/ppt/media/image449.jpeg" ContentType="image/jpeg"/>
  <Override PartName="/ppt/media/image30.jpeg" ContentType="image/jpeg"/>
  <Override PartName="/ppt/media/image513.png" ContentType="image/png"/>
  <Override PartName="/ppt/media/image12.png" ContentType="image/png"/>
  <Override PartName="/ppt/media/image77.jpeg" ContentType="image/jpeg"/>
  <Override PartName="/ppt/media/image168.png" ContentType="image/png"/>
  <Override PartName="/ppt/media/image58.jpeg" ContentType="image/jpeg"/>
  <Override PartName="/ppt/media/image407.png" ContentType="image/png"/>
  <Override PartName="/ppt/media/image213.png" ContentType="image/png"/>
  <Override PartName="/ppt/media/image225.jpeg" ContentType="image/jpeg"/>
  <Override PartName="/ppt/media/image102.png" ContentType="image/png"/>
  <Override PartName="/ppt/media/image220.png" ContentType="image/png"/>
  <Override PartName="/ppt/media/image191.png" ContentType="image/png"/>
  <Override PartName="/ppt/media/image385.png" ContentType="image/png"/>
  <Override PartName="/ppt/media/image123.png" ContentType="image/png"/>
  <Override PartName="/ppt/media/image216.jpeg" ContentType="image/jpeg"/>
  <Override PartName="/ppt/media/image381.jpeg" ContentType="image/jpeg"/>
  <Override PartName="/ppt/media/image229.png" ContentType="image/png"/>
  <Override PartName="/ppt/media/image178.jpeg" ContentType="image/jpeg"/>
  <Override PartName="/ppt/media/image47.jpeg" ContentType="image/jpeg"/>
  <Override PartName="/ppt/media/image391.png" ContentType="image/png"/>
  <Override PartName="/ppt/media/image226.png" ContentType="image/png"/>
  <Override PartName="/ppt/media/image182.jpeg" ContentType="image/jpeg"/>
  <Override PartName="/ppt/media/image211.jpeg" ContentType="image/jpeg"/>
  <Override PartName="/ppt/media/image177.jpeg" ContentType="image/jpeg"/>
  <Override PartName="/ppt/media/image206.jpeg" ContentType="image/jpeg"/>
  <Override PartName="/ppt/media/image219.png" ContentType="image/png"/>
  <Override PartName="/ppt/media/image20.png" ContentType="image/png"/>
  <Override PartName="/ppt/media/image162.jpeg" ContentType="image/jpeg"/>
  <Override PartName="/ppt/media/image356.jpeg" ContentType="image/jpeg"/>
  <Override PartName="/ppt/media/image250.jpeg" ContentType="image/jpeg"/>
  <Override PartName="/ppt/media/image149.jpeg" ContentType="image/jpeg"/>
  <Override PartName="/ppt/media/image84.png" ContentType="image/png"/>
  <Override PartName="/ppt/media/image415.jpeg" ContentType="image/jpeg"/>
  <Override PartName="/ppt/media/image221.jpeg" ContentType="image/jpeg"/>
  <Override PartName="/ppt/media/image190.png" ContentType="image/png"/>
  <Override PartName="/ppt/media/image480.jpeg" ContentType="image/jpeg"/>
  <Override PartName="/ppt/media/image8.png" ContentType="image/png"/>
  <Override PartName="/ppt/media/image253.jpeg" ContentType="image/jpeg"/>
  <Override PartName="/ppt/media/image447.jpeg" ContentType="image/jpeg"/>
  <Override PartName="/ppt/media/image170.jpeg" ContentType="image/jpeg"/>
  <Override PartName="/ppt/media/image147.png" ContentType="image/png"/>
  <Override PartName="/ppt/media/image364.jpeg" ContentType="image/jpeg"/>
  <Override PartName="/ppt/media/image33.png" ContentType="image/png"/>
  <Override PartName="/ppt/media/image438.png" ContentType="image/png"/>
  <Override PartName="/ppt/media/image244.png" ContentType="image/png"/>
  <Override PartName="/ppt/media/image257.jpeg" ContentType="image/jpeg"/>
  <Override PartName="/ppt/media/image533.png" ContentType="image/png"/>
  <Override PartName="/ppt/media/image74.png" ContentType="image/png"/>
  <Override PartName="/ppt/media/image17.jpeg" ContentType="image/jpeg"/>
  <Override PartName="/ppt/media/image344.png" ContentType="image/png"/>
  <Override PartName="/ppt/media/image148.jpeg" ContentType="image/jpeg"/>
  <Override PartName="/ppt/media/image156.png" ContentType="image/png"/>
  <Override PartName="/ppt/media/image354.jpeg" ContentType="image/jpeg"/>
  <Override PartName="/ppt/media/image160.jpeg" ContentType="image/jpeg"/>
  <Override PartName="/ppt/media/image233.png" ContentType="image/png"/>
  <Override PartName="/ppt/media/image234.png" ContentType="image/png"/>
  <Override PartName="/ppt/media/image544.png" ContentType="image/png"/>
  <Override PartName="/ppt/media/image256.jpeg" ContentType="image/jpeg"/>
  <Override PartName="/ppt/media/image236.png" ContentType="image/png"/>
  <Override PartName="/ppt/media/image243.jpeg" ContentType="image/jpeg"/>
  <Override PartName="/ppt/media/image237.jpeg" ContentType="image/jpeg"/>
  <Override PartName="/ppt/media/image333.png" ContentType="image/png"/>
  <Override PartName="/ppt/media/image41.jpeg" ContentType="image/jpeg"/>
  <Override PartName="/ppt/media/image208.png" ContentType="image/png"/>
  <Override PartName="/ppt/media/image4.png" ContentType="image/png"/>
  <Override PartName="/ppt/media/image140.jpeg" ContentType="image/jpeg"/>
  <Override PartName="/ppt/media/image239.png" ContentType="image/png"/>
  <Override PartName="/ppt/media/image179.jpeg" ContentType="image/jpeg"/>
  <Override PartName="/ppt/media/image272.png" ContentType="image/png"/>
  <Override PartName="/ppt/media/image251.jpeg" ContentType="image/jpeg"/>
  <Override PartName="/ppt/media/image445.jpeg" ContentType="image/jpeg"/>
  <Override PartName="/ppt/media/image44.jpeg" ContentType="image/jpeg"/>
  <Override PartName="/ppt/media/image238.png" ContentType="image/png"/>
  <Override PartName="/ppt/media/image434.jpeg" ContentType="image/jpeg"/>
  <Override PartName="/ppt/media/image240.jpeg" ContentType="image/jpeg"/>
  <Override PartName="/ppt/media/image246.jpeg" ContentType="image/jpeg"/>
  <Override PartName="/ppt/media/image59.png" ContentType="image/png"/>
  <Override PartName="/ppt/media/image159.png" ContentType="image/png"/>
  <Override PartName="/ppt/media/image184.jpeg" ContentType="image/jpeg"/>
  <Override PartName="/ppt/media/image53.jpeg" ContentType="image/jpeg"/>
  <Override PartName="/ppt/media/image378.jpeg" ContentType="image/jpeg"/>
  <Override PartName="/ppt/media/image258.jpeg" ContentType="image/jpeg"/>
  <Override PartName="/ppt/media/image152.png" ContentType="image/png"/>
  <Override PartName="/ppt/media/image146.png" ContentType="image/png"/>
  <Override PartName="/ppt/media/image142.jpeg" ContentType="image/jpeg"/>
  <Override PartName="/ppt/media/image36.jpeg" ContentType="image/jpeg"/>
  <Override PartName="/ppt/media/image158.png" ContentType="image/png"/>
  <Override PartName="/ppt/media/image224.jpeg" ContentType="image/jpeg"/>
  <Override PartName="/ppt/media/image529.jpeg" ContentType="image/jpeg"/>
  <Override PartName="/ppt/media/image129.jpeg" ContentType="image/jpeg"/>
  <Override PartName="/ppt/media/image154.png" ContentType="image/png"/>
  <Override PartName="/ppt/media/image435.jpeg" ContentType="image/jpeg"/>
  <Override PartName="/ppt/media/image241.jpeg" ContentType="image/jpeg"/>
  <Override PartName="/ppt/media/image130.jpeg" ContentType="image/jpeg"/>
  <Override PartName="/ppt/media/image543.png" ContentType="image/png"/>
  <Override PartName="/ppt/media/image128.png" ContentType="image/png"/>
  <Override PartName="/ppt/media/image368.png" ContentType="image/png"/>
  <Override PartName="/ppt/media/image57.jpeg" ContentType="image/jpeg"/>
  <Override PartName="/ppt/media/image545.jpeg" ContentType="image/jpeg"/>
  <Override PartName="/ppt/media/image24.png" ContentType="image/png"/>
  <Override PartName="/ppt/media/image269.jpeg" ContentType="image/jpeg"/>
  <Override PartName="/ppt/media/image100.png" ContentType="image/png"/>
  <Override PartName="/ppt/media/image348.png" ContentType="image/png"/>
  <Override PartName="/ppt/media/image55.jpeg" ContentType="image/jpeg"/>
  <Override PartName="/ppt/media/image54.png" ContentType="image/png"/>
  <Override PartName="/ppt/media/image247.jpeg" ContentType="image/jpeg"/>
  <Override PartName="/ppt/media/image277.png" ContentType="image/png"/>
  <Override PartName="/ppt/media/image377.jpeg" ContentType="image/jpeg"/>
  <Override PartName="/ppt/media/image183.jpeg" ContentType="image/jpeg"/>
  <Override PartName="/ppt/media/image141.jpeg" ContentType="image/jpeg"/>
  <Override PartName="/ppt/media/image245.png" ContentType="image/png"/>
  <Override PartName="/ppt/media/image62.png" ContentType="image/png"/>
  <Override PartName="/ppt/media/image115.jpeg" ContentType="image/jpeg"/>
  <Override PartName="/ppt/media/image474.jpeg" ContentType="image/jpeg"/>
  <Override PartName="/ppt/media/image137.png" ContentType="image/png"/>
  <Override PartName="/ppt/media/image49.jpeg" ContentType="image/jpeg"/>
  <Override PartName="/ppt/media/image35.png" ContentType="image/png"/>
  <Override PartName="/ppt/media/image138.png" ContentType="image/png"/>
  <Override PartName="/ppt/media/image34.jpeg" ContentType="image/jpeg"/>
  <Override PartName="/ppt/media/image462.png" ContentType="image/png"/>
  <Override PartName="/ppt/media/image252.jpeg" ContentType="image/jpeg"/>
  <Override PartName="/ppt/media/image40.jpeg" ContentType="image/jpeg"/>
  <Override PartName="/ppt/media/image169.png" ContentType="image/png"/>
  <Override PartName="/ppt/media/image69.png" ContentType="image/png"/>
  <Override PartName="/ppt/media/image116.jpeg" ContentType="image/jpeg"/>
  <Override PartName="/ppt/media/image281.jpeg" ContentType="image/jpeg"/>
  <Override PartName="/ppt/media/image475.jpeg" ContentType="image/jpeg"/>
  <Override PartName="/ppt/media/image70.jpeg" ContentType="image/jpeg"/>
  <Override PartName="/ppt/media/image263.png" ContentType="image/png"/>
  <Override PartName="/ppt/media/image424.jpeg" ContentType="image/jpeg"/>
  <Override PartName="/ppt/media/image395.jpeg" ContentType="image/jpeg"/>
  <Override PartName="/ppt/media/image457.png" ContentType="image/png"/>
  <Override PartName="/ppt/media/image185.jpeg" ContentType="image/jpeg"/>
  <Override PartName="/ppt/media/image379.jpeg" ContentType="image/jpeg"/>
  <Override PartName="/ppt/media/image121.png" ContentType="image/png"/>
  <Override PartName="/ppt/media/image235.jpeg" ContentType="image/jpeg"/>
  <Override PartName="/ppt/media/image509.png" ContentType="image/png"/>
  <Override PartName="/ppt/media/image390.jpeg" ContentType="image/jpeg"/>
  <Override PartName="/ppt/media/image32.png" ContentType="image/png"/>
  <Override PartName="/ppt/media/image79.jpeg" ContentType="image/jpeg"/>
  <Override PartName="/ppt/media/image188.png" ContentType="image/png"/>
  <Override PartName="/ppt/media/image122.png" ContentType="image/png"/>
  <Override PartName="/ppt/media/image76.png" ContentType="image/png"/>
  <Override PartName="/ppt/media/image192.png" ContentType="image/png"/>
  <Override PartName="/ppt/media/image352.jpeg" ContentType="image/jpeg"/>
  <Override PartName="/ppt/media/image386.png" ContentType="image/png"/>
  <Override PartName="/ppt/media/image92.jpeg" ContentType="image/jpeg"/>
  <Override PartName="/ppt/media/image52.jpeg" ContentType="image/jpeg"/>
  <Override PartName="/ppt/media/image318.png" ContentType="image/png"/>
  <Override PartName="/ppt/media/image231.jpeg" ContentType="image/jpeg"/>
  <Override PartName="/ppt/media/image532.png" ContentType="image/png"/>
  <Override PartName="/ppt/media/image117.png" ContentType="image/png"/>
  <Override PartName="/ppt/media/image85.png" ContentType="image/png"/>
  <Override PartName="/ppt/media/image215.png" ContentType="image/png"/>
  <Override PartName="/ppt/media/image186.png" ContentType="image/png"/>
  <Override PartName="/ppt/media/image18.png" ContentType="image/png"/>
  <Override PartName="/ppt/media/image482.jpeg" ContentType="image/jpeg"/>
  <Override PartName="/ppt/media/image86.png" ContentType="image/png"/>
  <Override PartName="/ppt/media/image88.png" ContentType="image/png"/>
  <Override PartName="/ppt/media/image324.jpeg" ContentType="image/jpeg"/>
  <Override PartName="/ppt/media/image295.jpeg" ContentType="image/jpeg"/>
  <Override PartName="/ppt/media/image232.png" ContentType="image/png"/>
  <Override PartName="/ppt/media/image89.jpeg" ContentType="image/jpeg"/>
  <Override PartName="/ppt/media/image48.png" ContentType="image/png"/>
  <Override PartName="/ppt/media/image124.png" ContentType="image/png"/>
  <Override PartName="/ppt/media/image126.jpeg" ContentType="image/jpeg"/>
  <Override PartName="/ppt/media/image120.jpeg" ContentType="image/jpeg"/>
  <Override PartName="/ppt/media/image314.jpeg" ContentType="image/jpeg"/>
  <Override PartName="/ppt/media/image19.png" ContentType="image/png"/>
  <Override PartName="/ppt/media/image96.jpeg" ContentType="image/jpeg"/>
  <Override PartName="/ppt/media/image358.png" ContentType="image/png"/>
  <Override PartName="/ppt/media/image56.jpeg" ContentType="image/jpeg"/>
  <Override PartName="/ppt/media/image319.jpeg" ContentType="image/jpeg"/>
  <Override PartName="/ppt/media/image484.jpeg" ContentType="image/jpeg"/>
  <Override PartName="/ppt/media/image98.png" ContentType="image/png"/>
  <Override PartName="/ppt/media/image325.jpeg" ContentType="image/jpeg"/>
  <Override PartName="/ppt/media/image296.jpeg" ContentType="image/jpeg"/>
  <Override PartName="/ppt/media/image101.png" ContentType="image/png"/>
  <Override PartName="/ppt/media/image491.jpeg" ContentType="image/jpeg"/>
  <Override PartName="/ppt/media/image105.jpeg" ContentType="image/jpeg"/>
  <Override PartName="/ppt/media/image464.jpeg" ContentType="image/jpeg"/>
  <Override PartName="/ppt/media/image67.png" ContentType="image/png"/>
  <Override PartName="/ppt/media/image60.jpeg" ContentType="image/jpeg"/>
  <Override PartName="/ppt/media/image357.png" ContentType="image/png"/>
  <Override PartName="/ppt/media/image106.jpeg" ContentType="image/jpeg"/>
  <Override PartName="/ppt/media/image453.jpeg" ContentType="image/jpeg"/>
  <Override PartName="/ppt/media/image10.jpeg" ContentType="image/jpeg"/>
  <Override PartName="/ppt/media/image284.png" ContentType="image/png"/>
  <Override PartName="/ppt/media/image80.jpeg" ContentType="image/jpeg"/>
  <Override PartName="/ppt/media/image15.jpeg" ContentType="image/jpeg"/>
  <Override PartName="/ppt/media/image363.png" ContentType="image/png"/>
  <Override PartName="/ppt/media/image259.jpeg" ContentType="image/jpeg"/>
  <Override PartName="/ppt/media/image260.png" ContentType="image/png"/>
  <Override PartName="/ppt/media/image454.png" ContentType="image/png"/>
  <Override PartName="/ppt/media/image261.jpeg" ContentType="image/jpeg"/>
  <Override PartName="/ppt/media/image455.jpeg" ContentType="image/jpeg"/>
  <Override PartName="/ppt/media/image262.png" ContentType="image/png"/>
  <Override PartName="/ppt/media/image264.png" ContentType="image/png"/>
  <Override PartName="/ppt/media/image143.jpeg" ContentType="image/jpeg"/>
  <Override PartName="/ppt/media/image265.png" ContentType="image/png"/>
  <Override PartName="/ppt/media/image459.png" ContentType="image/png"/>
  <Override PartName="/ppt/media/image266.jpeg" ContentType="image/jpeg"/>
  <Override PartName="/ppt/media/image267.jpeg" ContentType="image/jpeg"/>
  <Override PartName="/ppt/media/image268.jpeg" ContentType="image/jpeg"/>
  <Override PartName="/ppt/media/image270.png" ContentType="image/png"/>
  <Override PartName="/ppt/media/image271.png" ContentType="image/png"/>
  <Override PartName="/ppt/media/image465.png" ContentType="image/png"/>
  <Override PartName="/ppt/media/image163.jpeg" ContentType="image/jpeg"/>
  <Override PartName="/ppt/media/image468.png" ContentType="image/png"/>
  <Override PartName="/ppt/media/image305.png" ContentType="image/png"/>
  <Override PartName="/ppt/media/image276.png" ContentType="image/png"/>
  <Override PartName="/ppt/media/image341.jpeg" ContentType="image/jpeg"/>
  <Override PartName="/ppt/media/image535.jpeg" ContentType="image/jpeg"/>
  <Override PartName="/ppt/media/image278.png" ContentType="image/png"/>
  <Override PartName="/ppt/media/image51.jpeg" ContentType="image/jpeg"/>
  <Override PartName="/ppt/media/image279.png" ContentType="image/png"/>
  <Override PartName="/ppt/media/image280.png" ContentType="image/png"/>
  <Override PartName="/ppt/media/image309.png" ContentType="image/png"/>
  <Override PartName="/ppt/media/image282.jpeg" ContentType="image/jpeg"/>
  <Override PartName="/ppt/media/image476.jpeg" ContentType="image/jpeg"/>
  <Override PartName="/ppt/media/image285.png" ContentType="image/png"/>
  <Override PartName="/ppt/media/image315.jpeg" ContentType="image/jpeg"/>
  <Override PartName="/ppt/media/image286.jpeg" ContentType="image/jpeg"/>
  <Override PartName="/ppt/media/image317.jpeg" ContentType="image/jpeg"/>
  <Override PartName="/ppt/media/image288.jpeg" ContentType="image/jpeg"/>
  <Override PartName="/ppt/media/image289.jpeg" ContentType="image/jpeg"/>
  <Override PartName="/ppt/media/image290.png" ContentType="image/png"/>
  <Override PartName="/ppt/media/image293.jpeg" ContentType="image/jpeg"/>
  <Override PartName="/ppt/media/image487.jpeg" ContentType="image/jpeg"/>
  <Override PartName="/ppt/media/image294.png" ContentType="image/png"/>
  <Override PartName="/ppt/media/image327.jpeg" ContentType="image/jpeg"/>
  <Override PartName="/ppt/media/image298.jpeg" ContentType="image/jpeg"/>
  <Override PartName="/ppt/media/image328.jpeg" ContentType="image/jpeg"/>
  <Override PartName="/ppt/media/image299.jpeg" ContentType="image/jpeg"/>
  <Override PartName="/ppt/media/image400.png" ContentType="image/png"/>
  <Override PartName="/ppt/media/image300.jpeg" ContentType="image/jpeg"/>
  <Override PartName="/ppt/media/image301.jpeg" ContentType="image/jpeg"/>
  <Override PartName="/ppt/media/image302.png" ContentType="image/png"/>
  <Override PartName="/ppt/media/image274.png" ContentType="image/png"/>
  <Override PartName="/ppt/media/image303.png" ContentType="image/png"/>
  <Override PartName="/ppt/media/image428.jpeg" ContentType="image/jpeg"/>
  <Override PartName="/ppt/media/image144.jpeg" ContentType="image/jpeg"/>
  <Override PartName="/ppt/media/image275.png" ContentType="image/png"/>
  <Override PartName="/ppt/media/image304.png" ContentType="image/png"/>
  <Override PartName="/ppt/media/image308.jpeg" ContentType="image/jpeg"/>
  <Override PartName="/ppt/media/image310.png" ContentType="image/png"/>
  <Override PartName="/ppt/media/image504.png" ContentType="image/png"/>
  <Override PartName="/ppt/media/image164.jpeg" ContentType="image/jpeg"/>
  <Override PartName="/ppt/media/image311.png" ContentType="image/png"/>
  <Override PartName="/ppt/media/image505.png" ContentType="image/png"/>
  <Override PartName="/ppt/media/image283.jpeg" ContentType="image/jpeg"/>
  <Override PartName="/ppt/media/image312.jpeg" ContentType="image/jpeg"/>
  <Override PartName="/ppt/media/image313.jpeg" ContentType="image/jpeg"/>
  <Override PartName="/ppt/media/image287.jpeg" ContentType="image/jpeg"/>
  <Override PartName="/ppt/media/image316.jpeg" ContentType="image/jpeg"/>
  <Override PartName="/ppt/media/image291.jpeg" ContentType="image/jpeg"/>
  <Override PartName="/ppt/media/image320.jpeg" ContentType="image/jpeg"/>
  <Override PartName="/ppt/media/image292.png" ContentType="image/png"/>
  <Override PartName="/ppt/media/image321.png" ContentType="image/png"/>
  <Override PartName="/ppt/media/image486.png" ContentType="image/png"/>
  <Override PartName="/ppt/media/image515.png" ContentType="image/png"/>
  <Override PartName="/ppt/media/image323.jpeg" ContentType="image/jpeg"/>
  <Override PartName="/ppt/media/image297.png" ContentType="image/png"/>
  <Override PartName="/ppt/media/image326.png" ContentType="image/png"/>
  <Override PartName="/ppt/media/image114.png" ContentType="image/png"/>
  <Override PartName="/ppt/media/image125.jpeg" ContentType="image/jpeg"/>
  <Override PartName="/ppt/media/image540.jpeg" ContentType="image/jpeg"/>
  <Override PartName="/ppt/media/image217.jpeg" ContentType="image/jpeg"/>
  <Override PartName="/ppt/media/image329.png" ContentType="image/png"/>
  <Override PartName="/ppt/media/image31.jpeg" ContentType="image/jpeg"/>
  <Override PartName="/ppt/media/image523.png" ContentType="image/png"/>
  <Override PartName="/ppt/media/image494.png" ContentType="image/png"/>
  <Override PartName="/ppt/media/image330.png" ContentType="image/png"/>
  <Override PartName="/ppt/media/image331.png" ContentType="image/png"/>
  <Override PartName="/ppt/media/image525.png" ContentType="image/png"/>
  <Override PartName="/ppt/media/image332.png" ContentType="image/png"/>
  <Override PartName="/ppt/media/image526.png" ContentType="image/png"/>
  <Override PartName="/ppt/media/image334.png" ContentType="image/png"/>
  <Override PartName="/ppt/media/image335.png" ContentType="image/png"/>
  <Override PartName="/ppt/media/image336.png" ContentType="image/png"/>
  <Override PartName="/ppt/media/image338.png" ContentType="image/png"/>
  <Override PartName="/ppt/media/image340.png" ContentType="image/png"/>
  <Override PartName="/ppt/media/image119.png" ContentType="image/png"/>
  <Override PartName="/ppt/media/image534.png" ContentType="image/png"/>
  <Override PartName="/ppt/media/image342.png" ContentType="image/png"/>
  <Override PartName="/ppt/media/image13.jpeg" ContentType="image/jpeg"/>
  <Override PartName="/ppt/media/image343.png" ContentType="image/png"/>
  <Override PartName="/ppt/media/image537.png" ContentType="image/png"/>
  <Override PartName="/ppt/media/image9.png" ContentType="image/png"/>
  <Override PartName="/ppt/media/image345.jpeg" ContentType="image/jpeg"/>
  <Override PartName="/ppt/media/image350.png" ContentType="image/png"/>
  <Override PartName="/ppt/media/image110.jpeg" ContentType="image/jpeg"/>
  <Override PartName="/ppt/media/image351.png" ContentType="image/png"/>
  <Override PartName="/ppt/media/image353.jpeg" ContentType="image/jpeg"/>
  <Override PartName="/ppt/media/image355.png" ContentType="image/png"/>
  <Override PartName="/ppt/media/image360.png" ContentType="image/png"/>
  <Override PartName="/ppt/media/image361.png" ContentType="image/png"/>
  <Override PartName="/ppt/media/image153.jpeg" ContentType="image/jpeg"/>
  <Override PartName="/ppt/media/image365.png" ContentType="image/png"/>
  <Override PartName="/ppt/media/image366.png" ContentType="image/png"/>
  <Override PartName="/ppt/media/image392.png" ContentType="image/png"/>
  <Override PartName="/ppt/media/image373.jpeg" ContentType="image/jpeg"/>
  <Override PartName="/ppt/media/image426.jpeg" ContentType="image/jpeg"/>
  <Override PartName="/ppt/media/image397.jpeg" ContentType="image/jpeg"/>
  <Override PartName="/ppt/media/image372.jpeg" ContentType="image/jpeg"/>
  <Override PartName="/ppt/media/image401.jpeg" ContentType="image/jpeg"/>
  <Override PartName="/ppt/media/image16.jpeg" ContentType="image/jpeg"/>
  <Override PartName="/ppt/media/image402.png" ContentType="image/png"/>
  <Override PartName="/ppt/media/image403.png" ContentType="image/png"/>
  <Override PartName="/ppt/media/image404.png" ContentType="image/png"/>
  <Override PartName="/ppt/media/image405.png" ContentType="image/png"/>
  <Override PartName="/ppt/media/image410.png" ContentType="image/png"/>
  <Override PartName="/ppt/media/image382.jpeg" ContentType="image/jpeg"/>
  <Override PartName="/ppt/media/image411.jpeg" ContentType="image/jpeg"/>
  <Override PartName="/ppt/media/image383.jpeg" ContentType="image/jpeg"/>
  <Override PartName="/ppt/media/image412.jpeg" ContentType="image/jpeg"/>
  <Override PartName="/ppt/media/image473.png" ContentType="image/png"/>
  <Override PartName="/ppt/media/image26.jpeg" ContentType="image/jpeg"/>
  <Override PartName="/ppt/media/image502.png" ContentType="image/png"/>
  <Override PartName="/ppt/media/image384.jpeg" ContentType="image/jpeg"/>
  <Override PartName="/ppt/media/image413.jpeg" ContentType="image/jpeg"/>
  <Override PartName="/ppt/media/image512.png" ContentType="image/png"/>
  <Override PartName="/ppt/media/image11.png" ContentType="image/png"/>
  <Override PartName="/ppt/media/image414.jpeg" ContentType="image/jpeg"/>
  <Override PartName="/ppt/media/image493.png" ContentType="image/png"/>
  <Override PartName="/ppt/media/image107.png" ContentType="image/png"/>
  <Override PartName="/ppt/media/image28.jpeg" ContentType="image/jpeg"/>
  <Override PartName="/ppt/media/image522.png" ContentType="image/png"/>
  <Override PartName="/ppt/media/image387.png" ContentType="image/png"/>
  <Override PartName="/ppt/media/image416.png" ContentType="image/png"/>
  <Override PartName="/ppt/media/image388.jpeg" ContentType="image/jpeg"/>
  <Override PartName="/ppt/media/image417.jpeg" ContentType="image/jpeg"/>
  <Override PartName="/ppt/media/image418.png" ContentType="image/png"/>
  <Override PartName="/ppt/media/image197.jpeg" ContentType="image/jpeg"/>
  <Override PartName="/ppt/media/image419.png" ContentType="image/png"/>
  <Override PartName="/ppt/media/image42.png" ContentType="image/png"/>
  <Override PartName="/ppt/media/image420.jpeg" ContentType="image/jpeg"/>
  <Override PartName="/ppt/media/image421.jpeg" ContentType="image/jpeg"/>
  <Override PartName="/ppt/media/image72.png" ContentType="image/png"/>
  <Override PartName="/ppt/media/image423.jpeg" ContentType="image/jpeg"/>
  <Override PartName="/ppt/media/image396.png" ContentType="image/png"/>
  <Override PartName="/ppt/media/image425.png" ContentType="image/png"/>
  <Override PartName="/ppt/media/image427.jpeg" ContentType="image/jpeg"/>
  <Override PartName="/ppt/media/image227.jpeg" ContentType="image/jpeg"/>
  <Override PartName="/ppt/media/image198.jpeg" ContentType="image/jpeg"/>
  <Override PartName="/ppt/media/image429.png" ContentType="image/png"/>
  <Override PartName="/ppt/media/image430.jpeg" ContentType="image/jpeg"/>
  <Override PartName="/ppt/media/image431.png" ContentType="image/png"/>
  <Override PartName="/ppt/media/image432.jpeg" ContentType="image/jpeg"/>
  <Override PartName="/ppt/media/image433.jpeg" ContentType="image/jpeg"/>
  <Override PartName="/ppt/media/image436.png" ContentType="image/png"/>
  <Override PartName="/ppt/media/image437.png" ContentType="image/png"/>
  <Override PartName="/ppt/media/image439.jpeg" ContentType="image/jpeg"/>
  <Override PartName="/ppt/media/image440.png" ContentType="image/png"/>
  <Override PartName="/ppt/media/image441.png" ContentType="image/png"/>
  <Override PartName="/ppt/media/image442.png" ContentType="image/png"/>
  <Override PartName="/ppt/media/image444.png" ContentType="image/png"/>
  <Override PartName="/ppt/media/image446.png" ContentType="image/png"/>
  <Override PartName="/ppt/media/image450.jpeg" ContentType="image/jpeg"/>
  <Override PartName="/ppt/media/image451.png" ContentType="image/png"/>
  <Override PartName="/ppt/media/image452.jpeg" ContentType="image/jpeg"/>
  <Override PartName="/ppt/media/image456.jpeg" ContentType="image/jpeg"/>
  <Override PartName="/ppt/media/image458.jpeg" ContentType="image/jpeg"/>
  <Override PartName="/ppt/media/image27.png" ContentType="image/png"/>
  <Override PartName="/ppt/media/image460.jpeg" ContentType="image/jpeg"/>
  <Override PartName="/ppt/media/image37.png" ContentType="image/png"/>
  <Override PartName="/ppt/media/image461.jpeg" ContentType="image/jpeg"/>
  <Override PartName="/ppt/media/image463.jpeg" ContentType="image/jpeg"/>
  <Override PartName="/ppt/media/image87.png" ContentType="image/png"/>
  <Override PartName="/ppt/media/image466.jpeg" ContentType="image/jpeg"/>
  <Override PartName="/ppt/media/image469.jpeg" ContentType="image/jpeg"/>
  <Override PartName="/ppt/media/image478.jpeg" ContentType="image/jpeg"/>
  <Override PartName="/ppt/media/image479.jpeg" ContentType="image/jpeg"/>
  <Override PartName="/ppt/media/image483.jpeg" ContentType="image/jpeg"/>
  <Override PartName="/ppt/media/image104.png" ContentType="image/png"/>
  <Override PartName="/ppt/media/image490.png" ContentType="image/png"/>
  <Override PartName="/ppt/media/image519.png" ContentType="image/png"/>
  <Override PartName="/ppt/media/image524.png" ContentType="image/png"/>
  <Override PartName="/ppt/media/image495.png" ContentType="image/png"/>
  <Override PartName="/ppt/media/image496.jpeg" ContentType="image/jpeg"/>
  <Override PartName="/ppt/media/image497.jpeg" ContentType="image/jpeg"/>
  <Override PartName="/ppt/media/image498.png" ContentType="image/png"/>
  <Override PartName="/ppt/media/image528.png" ContentType="image/png"/>
  <Override PartName="/ppt/media/image499.png" ContentType="image/png"/>
  <Override PartName="/ppt/media/image500.png" ContentType="image/png"/>
  <Override PartName="/ppt/media/image501.png" ContentType="image/png"/>
  <Override PartName="/ppt/media/image503.png" ContentType="image/png"/>
  <Override PartName="/ppt/media/image477.png" ContentType="image/png"/>
  <Override PartName="/ppt/media/image506.png" ContentType="image/png"/>
  <Override PartName="/ppt/media/image71.jpeg" ContentType="image/jpeg"/>
  <Override PartName="/ppt/media/image508.png" ContentType="image/png"/>
  <Override PartName="/ppt/media/image481.png" ContentType="image/png"/>
  <Override PartName="/ppt/media/image510.png" ContentType="image/png"/>
  <Override PartName="/ppt/media/image511.png" ContentType="image/png"/>
  <Override PartName="/ppt/media/image485.png" ContentType="image/png"/>
  <Override PartName="/ppt/media/image514.png" ContentType="image/png"/>
  <Override PartName="/ppt/media/image517.png" ContentType="image/png"/>
  <Override PartName="/ppt/media/image489.png" ContentType="image/png"/>
  <Override PartName="/ppt/media/image518.png" ContentType="image/png"/>
  <Override PartName="/ppt/media/image520.png" ContentType="image/png"/>
  <Override PartName="/ppt/media/image492.png" ContentType="image/png"/>
  <Override PartName="/ppt/media/image521.png" ContentType="image/png"/>
  <Override PartName="/ppt/media/image530.png" ContentType="image/png"/>
</Types>
</file>

<file path=_rels/.rels><?xml version="1.0" encoding="UTF-8"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officeDocument" Target="ppt/presentation.xml"/>
</Relationships>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sldMasterIdLst>
    <p:sldMasterId id="2147483648" r:id="rId2"/>
  </p:sldMasterIdLst>
  <p:sldIdLst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71" r:id="rId18"/>
    <p:sldId id="272" r:id="rId19"/>
    <p:sldId id="273" r:id="rId20"/>
    <p:sldId id="274" r:id="rId21"/>
    <p:sldId id="275" r:id="rId22"/>
    <p:sldId id="276" r:id="rId23"/>
    <p:sldId id="277" r:id="rId24"/>
    <p:sldId id="278" r:id="rId25"/>
    <p:sldId id="279" r:id="rId26"/>
    <p:sldId id="280" r:id="rId27"/>
    <p:sldId id="281" r:id="rId28"/>
    <p:sldId id="282" r:id="rId29"/>
    <p:sldId id="283" r:id="rId30"/>
    <p:sldId id="284" r:id="rId31"/>
    <p:sldId id="285" r:id="rId32"/>
    <p:sldId id="286" r:id="rId33"/>
    <p:sldId id="287" r:id="rId34"/>
    <p:sldId id="288" r:id="rId35"/>
    <p:sldId id="289" r:id="rId36"/>
    <p:sldId id="290" r:id="rId37"/>
    <p:sldId id="291" r:id="rId38"/>
    <p:sldId id="292" r:id="rId39"/>
    <p:sldId id="293" r:id="rId40"/>
    <p:sldId id="294" r:id="rId41"/>
    <p:sldId id="295" r:id="rId42"/>
    <p:sldId id="296" r:id="rId43"/>
    <p:sldId id="297" r:id="rId44"/>
    <p:sldId id="298" r:id="rId45"/>
    <p:sldId id="299" r:id="rId46"/>
    <p:sldId id="300" r:id="rId47"/>
    <p:sldId id="301" r:id="rId48"/>
    <p:sldId id="302" r:id="rId49"/>
    <p:sldId id="303" r:id="rId50"/>
    <p:sldId id="304" r:id="rId51"/>
    <p:sldId id="305" r:id="rId52"/>
    <p:sldId id="306" r:id="rId53"/>
    <p:sldId id="307" r:id="rId54"/>
    <p:sldId id="308" r:id="rId55"/>
    <p:sldId id="309" r:id="rId56"/>
    <p:sldId id="310" r:id="rId57"/>
    <p:sldId id="311" r:id="rId58"/>
    <p:sldId id="312" r:id="rId59"/>
    <p:sldId id="313" r:id="rId60"/>
    <p:sldId id="314" r:id="rId61"/>
    <p:sldId id="315" r:id="rId62"/>
    <p:sldId id="316" r:id="rId63"/>
    <p:sldId id="317" r:id="rId64"/>
    <p:sldId id="318" r:id="rId65"/>
    <p:sldId id="319" r:id="rId66"/>
    <p:sldId id="320" r:id="rId67"/>
    <p:sldId id="321" r:id="rId68"/>
    <p:sldId id="322" r:id="rId69"/>
    <p:sldId id="323" r:id="rId70"/>
    <p:sldId id="324" r:id="rId71"/>
    <p:sldId id="325" r:id="rId72"/>
    <p:sldId id="326" r:id="rId73"/>
    <p:sldId id="327" r:id="rId74"/>
    <p:sldId id="328" r:id="rId75"/>
    <p:sldId id="329" r:id="rId76"/>
    <p:sldId id="330" r:id="rId77"/>
    <p:sldId id="331" r:id="rId78"/>
    <p:sldId id="332" r:id="rId79"/>
    <p:sldId id="333" r:id="rId80"/>
    <p:sldId id="334" r:id="rId81"/>
    <p:sldId id="335" r:id="rId82"/>
    <p:sldId id="336" r:id="rId83"/>
    <p:sldId id="337" r:id="rId84"/>
    <p:sldId id="338" r:id="rId85"/>
    <p:sldId id="339" r:id="rId86"/>
    <p:sldId id="340" r:id="rId87"/>
    <p:sldId id="341" r:id="rId88"/>
    <p:sldId id="342" r:id="rId89"/>
    <p:sldId id="343" r:id="rId90"/>
    <p:sldId id="344" r:id="rId91"/>
    <p:sldId id="345" r:id="rId92"/>
    <p:sldId id="346" r:id="rId93"/>
    <p:sldId id="347" r:id="rId94"/>
    <p:sldId id="348" r:id="rId95"/>
    <p:sldId id="349" r:id="rId96"/>
    <p:sldId id="350" r:id="rId97"/>
    <p:sldId id="351" r:id="rId98"/>
    <p:sldId id="352" r:id="rId99"/>
    <p:sldId id="353" r:id="rId100"/>
    <p:sldId id="354" r:id="rId101"/>
    <p:sldId id="355" r:id="rId102"/>
    <p:sldId id="356" r:id="rId103"/>
    <p:sldId id="357" r:id="rId104"/>
    <p:sldId id="358" r:id="rId105"/>
    <p:sldId id="359" r:id="rId106"/>
    <p:sldId id="360" r:id="rId107"/>
    <p:sldId id="361" r:id="rId108"/>
    <p:sldId id="362" r:id="rId109"/>
    <p:sldId id="363" r:id="rId110"/>
    <p:sldId id="364" r:id="rId111"/>
    <p:sldId id="365" r:id="rId112"/>
    <p:sldId id="366" r:id="rId113"/>
    <p:sldId id="367" r:id="rId114"/>
    <p:sldId id="368" r:id="rId115"/>
    <p:sldId id="369" r:id="rId116"/>
    <p:sldId id="370" r:id="rId117"/>
    <p:sldId id="371" r:id="rId118"/>
    <p:sldId id="372" r:id="rId119"/>
    <p:sldId id="373" r:id="rId120"/>
    <p:sldId id="374" r:id="rId121"/>
    <p:sldId id="375" r:id="rId122"/>
    <p:sldId id="376" r:id="rId123"/>
    <p:sldId id="377" r:id="rId124"/>
    <p:sldId id="378" r:id="rId125"/>
    <p:sldId id="379" r:id="rId126"/>
    <p:sldId id="380" r:id="rId127"/>
    <p:sldId id="381" r:id="rId128"/>
    <p:sldId id="382" r:id="rId129"/>
    <p:sldId id="383" r:id="rId130"/>
    <p:sldId id="384" r:id="rId131"/>
    <p:sldId id="385" r:id="rId132"/>
    <p:sldId id="386" r:id="rId133"/>
    <p:sldId id="387" r:id="rId134"/>
    <p:sldId id="388" r:id="rId135"/>
    <p:sldId id="389" r:id="rId136"/>
    <p:sldId id="390" r:id="rId137"/>
    <p:sldId id="391" r:id="rId138"/>
    <p:sldId id="392" r:id="rId139"/>
    <p:sldId id="393" r:id="rId140"/>
    <p:sldId id="394" r:id="rId141"/>
    <p:sldId id="395" r:id="rId142"/>
    <p:sldId id="396" r:id="rId143"/>
    <p:sldId id="397" r:id="rId144"/>
    <p:sldId id="398" r:id="rId145"/>
    <p:sldId id="399" r:id="rId146"/>
    <p:sldId id="400" r:id="rId147"/>
    <p:sldId id="401" r:id="rId148"/>
    <p:sldId id="402" r:id="rId149"/>
    <p:sldId id="403" r:id="rId150"/>
    <p:sldId id="404" r:id="rId151"/>
    <p:sldId id="405" r:id="rId152"/>
    <p:sldId id="406" r:id="rId153"/>
    <p:sldId id="407" r:id="rId154"/>
    <p:sldId id="408" r:id="rId155"/>
    <p:sldId id="409" r:id="rId156"/>
    <p:sldId id="410" r:id="rId157"/>
    <p:sldId id="411" r:id="rId158"/>
    <p:sldId id="412" r:id="rId159"/>
    <p:sldId id="413" r:id="rId160"/>
    <p:sldId id="414" r:id="rId161"/>
    <p:sldId id="415" r:id="rId162"/>
    <p:sldId id="416" r:id="rId163"/>
    <p:sldId id="417" r:id="rId164"/>
    <p:sldId id="418" r:id="rId165"/>
    <p:sldId id="419" r:id="rId166"/>
    <p:sldId id="420" r:id="rId167"/>
    <p:sldId id="421" r:id="rId168"/>
    <p:sldId id="422" r:id="rId169"/>
    <p:sldId id="423" r:id="rId170"/>
    <p:sldId id="424" r:id="rId171"/>
    <p:sldId id="425" r:id="rId172"/>
    <p:sldId id="426" r:id="rId173"/>
    <p:sldId id="427" r:id="rId174"/>
    <p:sldId id="428" r:id="rId175"/>
    <p:sldId id="429" r:id="rId176"/>
    <p:sldId id="430" r:id="rId177"/>
    <p:sldId id="431" r:id="rId178"/>
    <p:sldId id="432" r:id="rId179"/>
    <p:sldId id="433" r:id="rId180"/>
    <p:sldId id="434" r:id="rId181"/>
    <p:sldId id="435" r:id="rId182"/>
    <p:sldId id="436" r:id="rId183"/>
    <p:sldId id="437" r:id="rId184"/>
    <p:sldId id="438" r:id="rId185"/>
    <p:sldId id="439" r:id="rId186"/>
    <p:sldId id="440" r:id="rId187"/>
    <p:sldId id="441" r:id="rId188"/>
    <p:sldId id="442" r:id="rId189"/>
    <p:sldId id="443" r:id="rId190"/>
    <p:sldId id="444" r:id="rId191"/>
    <p:sldId id="445" r:id="rId192"/>
    <p:sldId id="446" r:id="rId193"/>
    <p:sldId id="447" r:id="rId194"/>
    <p:sldId id="448" r:id="rId195"/>
    <p:sldId id="449" r:id="rId196"/>
    <p:sldId id="450" r:id="rId197"/>
    <p:sldId id="451" r:id="rId198"/>
    <p:sldId id="452" r:id="rId199"/>
    <p:sldId id="453" r:id="rId200"/>
    <p:sldId id="454" r:id="rId201"/>
    <p:sldId id="455" r:id="rId202"/>
    <p:sldId id="456" r:id="rId203"/>
    <p:sldId id="457" r:id="rId204"/>
    <p:sldId id="458" r:id="rId205"/>
    <p:sldId id="459" r:id="rId206"/>
    <p:sldId id="460" r:id="rId207"/>
    <p:sldId id="461" r:id="rId208"/>
    <p:sldId id="462" r:id="rId209"/>
    <p:sldId id="463" r:id="rId210"/>
    <p:sldId id="464" r:id="rId211"/>
    <p:sldId id="465" r:id="rId212"/>
    <p:sldId id="466" r:id="rId213"/>
    <p:sldId id="467" r:id="rId214"/>
    <p:sldId id="468" r:id="rId215"/>
    <p:sldId id="469" r:id="rId216"/>
    <p:sldId id="470" r:id="rId217"/>
    <p:sldId id="471" r:id="rId218"/>
    <p:sldId id="472" r:id="rId219"/>
    <p:sldId id="473" r:id="rId220"/>
    <p:sldId id="474" r:id="rId221"/>
    <p:sldId id="475" r:id="rId222"/>
    <p:sldId id="476" r:id="rId223"/>
    <p:sldId id="477" r:id="rId224"/>
    <p:sldId id="478" r:id="rId225"/>
    <p:sldId id="479" r:id="rId226"/>
    <p:sldId id="480" r:id="rId227"/>
    <p:sldId id="481" r:id="rId228"/>
    <p:sldId id="482" r:id="rId229"/>
    <p:sldId id="483" r:id="rId230"/>
    <p:sldId id="484" r:id="rId231"/>
    <p:sldId id="485" r:id="rId232"/>
    <p:sldId id="486" r:id="rId233"/>
    <p:sldId id="487" r:id="rId234"/>
    <p:sldId id="488" r:id="rId235"/>
    <p:sldId id="489" r:id="rId236"/>
    <p:sldId id="490" r:id="rId237"/>
    <p:sldId id="491" r:id="rId238"/>
    <p:sldId id="492" r:id="rId239"/>
    <p:sldId id="493" r:id="rId240"/>
    <p:sldId id="494" r:id="rId241"/>
    <p:sldId id="495" r:id="rId242"/>
    <p:sldId id="496" r:id="rId243"/>
    <p:sldId id="497" r:id="rId244"/>
    <p:sldId id="498" r:id="rId245"/>
    <p:sldId id="499" r:id="rId246"/>
    <p:sldId id="500" r:id="rId247"/>
    <p:sldId id="501" r:id="rId248"/>
    <p:sldId id="502" r:id="rId249"/>
    <p:sldId id="503" r:id="rId250"/>
    <p:sldId id="504" r:id="rId251"/>
    <p:sldId id="505" r:id="rId252"/>
    <p:sldId id="506" r:id="rId253"/>
    <p:sldId id="507" r:id="rId254"/>
    <p:sldId id="508" r:id="rId255"/>
    <p:sldId id="509" r:id="rId256"/>
    <p:sldId id="510" r:id="rId257"/>
    <p:sldId id="511" r:id="rId258"/>
    <p:sldId id="512" r:id="rId259"/>
    <p:sldId id="513" r:id="rId260"/>
    <p:sldId id="514" r:id="rId261"/>
    <p:sldId id="515" r:id="rId262"/>
    <p:sldId id="516" r:id="rId263"/>
    <p:sldId id="517" r:id="rId264"/>
    <p:sldId id="518" r:id="rId265"/>
    <p:sldId id="519" r:id="rId266"/>
    <p:sldId id="520" r:id="rId267"/>
    <p:sldId id="521" r:id="rId268"/>
  </p:sldIdLst>
  <p:sldSz cx="9906000" cy="6858000"/>
  <p:notesSz cx="7559675" cy="10691813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/>
</p:presentationPr>
</file>

<file path=ppt/_rels/presentation.xml.rels><?xml version="1.0" encoding="UTF-8"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slideMaster" Target="slideMasters/slideMaster1.xml"/><Relationship Id="rId3" Type="http://schemas.openxmlformats.org/officeDocument/2006/relationships/slide" Target="slides/slide1.xml"/><Relationship Id="rId4" Type="http://schemas.openxmlformats.org/officeDocument/2006/relationships/slide" Target="slides/slide2.xml"/><Relationship Id="rId5" Type="http://schemas.openxmlformats.org/officeDocument/2006/relationships/slide" Target="slides/slide3.xml"/><Relationship Id="rId6" Type="http://schemas.openxmlformats.org/officeDocument/2006/relationships/slide" Target="slides/slide4.xml"/><Relationship Id="rId7" Type="http://schemas.openxmlformats.org/officeDocument/2006/relationships/slide" Target="slides/slide5.xml"/><Relationship Id="rId8" Type="http://schemas.openxmlformats.org/officeDocument/2006/relationships/slide" Target="slides/slide6.xml"/><Relationship Id="rId9" Type="http://schemas.openxmlformats.org/officeDocument/2006/relationships/slide" Target="slides/slide7.xml"/><Relationship Id="rId10" Type="http://schemas.openxmlformats.org/officeDocument/2006/relationships/slide" Target="slides/slide8.xml"/><Relationship Id="rId11" Type="http://schemas.openxmlformats.org/officeDocument/2006/relationships/slide" Target="slides/slide9.xml"/><Relationship Id="rId12" Type="http://schemas.openxmlformats.org/officeDocument/2006/relationships/slide" Target="slides/slide10.xml"/><Relationship Id="rId13" Type="http://schemas.openxmlformats.org/officeDocument/2006/relationships/slide" Target="slides/slide11.xml"/><Relationship Id="rId14" Type="http://schemas.openxmlformats.org/officeDocument/2006/relationships/slide" Target="slides/slide12.xml"/><Relationship Id="rId15" Type="http://schemas.openxmlformats.org/officeDocument/2006/relationships/slide" Target="slides/slide13.xml"/><Relationship Id="rId16" Type="http://schemas.openxmlformats.org/officeDocument/2006/relationships/slide" Target="slides/slide14.xml"/><Relationship Id="rId17" Type="http://schemas.openxmlformats.org/officeDocument/2006/relationships/slide" Target="slides/slide15.xml"/><Relationship Id="rId18" Type="http://schemas.openxmlformats.org/officeDocument/2006/relationships/slide" Target="slides/slide16.xml"/><Relationship Id="rId19" Type="http://schemas.openxmlformats.org/officeDocument/2006/relationships/slide" Target="slides/slide17.xml"/><Relationship Id="rId20" Type="http://schemas.openxmlformats.org/officeDocument/2006/relationships/slide" Target="slides/slide18.xml"/><Relationship Id="rId21" Type="http://schemas.openxmlformats.org/officeDocument/2006/relationships/slide" Target="slides/slide19.xml"/><Relationship Id="rId22" Type="http://schemas.openxmlformats.org/officeDocument/2006/relationships/slide" Target="slides/slide20.xml"/><Relationship Id="rId23" Type="http://schemas.openxmlformats.org/officeDocument/2006/relationships/slide" Target="slides/slide21.xml"/><Relationship Id="rId24" Type="http://schemas.openxmlformats.org/officeDocument/2006/relationships/slide" Target="slides/slide22.xml"/><Relationship Id="rId25" Type="http://schemas.openxmlformats.org/officeDocument/2006/relationships/slide" Target="slides/slide23.xml"/><Relationship Id="rId26" Type="http://schemas.openxmlformats.org/officeDocument/2006/relationships/slide" Target="slides/slide24.xml"/><Relationship Id="rId27" Type="http://schemas.openxmlformats.org/officeDocument/2006/relationships/slide" Target="slides/slide25.xml"/><Relationship Id="rId28" Type="http://schemas.openxmlformats.org/officeDocument/2006/relationships/slide" Target="slides/slide26.xml"/><Relationship Id="rId29" Type="http://schemas.openxmlformats.org/officeDocument/2006/relationships/slide" Target="slides/slide27.xml"/><Relationship Id="rId30" Type="http://schemas.openxmlformats.org/officeDocument/2006/relationships/slide" Target="slides/slide28.xml"/><Relationship Id="rId31" Type="http://schemas.openxmlformats.org/officeDocument/2006/relationships/slide" Target="slides/slide29.xml"/><Relationship Id="rId32" Type="http://schemas.openxmlformats.org/officeDocument/2006/relationships/slide" Target="slides/slide30.xml"/><Relationship Id="rId33" Type="http://schemas.openxmlformats.org/officeDocument/2006/relationships/slide" Target="slides/slide31.xml"/><Relationship Id="rId34" Type="http://schemas.openxmlformats.org/officeDocument/2006/relationships/slide" Target="slides/slide32.xml"/><Relationship Id="rId35" Type="http://schemas.openxmlformats.org/officeDocument/2006/relationships/slide" Target="slides/slide33.xml"/><Relationship Id="rId36" Type="http://schemas.openxmlformats.org/officeDocument/2006/relationships/slide" Target="slides/slide34.xml"/><Relationship Id="rId37" Type="http://schemas.openxmlformats.org/officeDocument/2006/relationships/slide" Target="slides/slide35.xml"/><Relationship Id="rId38" Type="http://schemas.openxmlformats.org/officeDocument/2006/relationships/slide" Target="slides/slide36.xml"/><Relationship Id="rId39" Type="http://schemas.openxmlformats.org/officeDocument/2006/relationships/slide" Target="slides/slide37.xml"/><Relationship Id="rId40" Type="http://schemas.openxmlformats.org/officeDocument/2006/relationships/slide" Target="slides/slide38.xml"/><Relationship Id="rId41" Type="http://schemas.openxmlformats.org/officeDocument/2006/relationships/slide" Target="slides/slide39.xml"/><Relationship Id="rId42" Type="http://schemas.openxmlformats.org/officeDocument/2006/relationships/slide" Target="slides/slide40.xml"/><Relationship Id="rId43" Type="http://schemas.openxmlformats.org/officeDocument/2006/relationships/slide" Target="slides/slide41.xml"/><Relationship Id="rId44" Type="http://schemas.openxmlformats.org/officeDocument/2006/relationships/slide" Target="slides/slide42.xml"/><Relationship Id="rId45" Type="http://schemas.openxmlformats.org/officeDocument/2006/relationships/slide" Target="slides/slide43.xml"/><Relationship Id="rId46" Type="http://schemas.openxmlformats.org/officeDocument/2006/relationships/slide" Target="slides/slide44.xml"/><Relationship Id="rId47" Type="http://schemas.openxmlformats.org/officeDocument/2006/relationships/slide" Target="slides/slide45.xml"/><Relationship Id="rId48" Type="http://schemas.openxmlformats.org/officeDocument/2006/relationships/slide" Target="slides/slide46.xml"/><Relationship Id="rId49" Type="http://schemas.openxmlformats.org/officeDocument/2006/relationships/slide" Target="slides/slide47.xml"/><Relationship Id="rId50" Type="http://schemas.openxmlformats.org/officeDocument/2006/relationships/slide" Target="slides/slide48.xml"/><Relationship Id="rId51" Type="http://schemas.openxmlformats.org/officeDocument/2006/relationships/slide" Target="slides/slide49.xml"/><Relationship Id="rId52" Type="http://schemas.openxmlformats.org/officeDocument/2006/relationships/slide" Target="slides/slide50.xml"/><Relationship Id="rId53" Type="http://schemas.openxmlformats.org/officeDocument/2006/relationships/slide" Target="slides/slide51.xml"/><Relationship Id="rId54" Type="http://schemas.openxmlformats.org/officeDocument/2006/relationships/slide" Target="slides/slide52.xml"/><Relationship Id="rId55" Type="http://schemas.openxmlformats.org/officeDocument/2006/relationships/slide" Target="slides/slide53.xml"/><Relationship Id="rId56" Type="http://schemas.openxmlformats.org/officeDocument/2006/relationships/slide" Target="slides/slide54.xml"/><Relationship Id="rId57" Type="http://schemas.openxmlformats.org/officeDocument/2006/relationships/slide" Target="slides/slide55.xml"/><Relationship Id="rId58" Type="http://schemas.openxmlformats.org/officeDocument/2006/relationships/slide" Target="slides/slide56.xml"/><Relationship Id="rId59" Type="http://schemas.openxmlformats.org/officeDocument/2006/relationships/slide" Target="slides/slide57.xml"/><Relationship Id="rId60" Type="http://schemas.openxmlformats.org/officeDocument/2006/relationships/slide" Target="slides/slide58.xml"/><Relationship Id="rId61" Type="http://schemas.openxmlformats.org/officeDocument/2006/relationships/slide" Target="slides/slide59.xml"/><Relationship Id="rId62" Type="http://schemas.openxmlformats.org/officeDocument/2006/relationships/slide" Target="slides/slide60.xml"/><Relationship Id="rId63" Type="http://schemas.openxmlformats.org/officeDocument/2006/relationships/slide" Target="slides/slide61.xml"/><Relationship Id="rId64" Type="http://schemas.openxmlformats.org/officeDocument/2006/relationships/slide" Target="slides/slide62.xml"/><Relationship Id="rId65" Type="http://schemas.openxmlformats.org/officeDocument/2006/relationships/slide" Target="slides/slide63.xml"/><Relationship Id="rId66" Type="http://schemas.openxmlformats.org/officeDocument/2006/relationships/slide" Target="slides/slide64.xml"/><Relationship Id="rId67" Type="http://schemas.openxmlformats.org/officeDocument/2006/relationships/slide" Target="slides/slide65.xml"/><Relationship Id="rId68" Type="http://schemas.openxmlformats.org/officeDocument/2006/relationships/slide" Target="slides/slide66.xml"/><Relationship Id="rId69" Type="http://schemas.openxmlformats.org/officeDocument/2006/relationships/slide" Target="slides/slide67.xml"/><Relationship Id="rId70" Type="http://schemas.openxmlformats.org/officeDocument/2006/relationships/slide" Target="slides/slide68.xml"/><Relationship Id="rId71" Type="http://schemas.openxmlformats.org/officeDocument/2006/relationships/slide" Target="slides/slide69.xml"/><Relationship Id="rId72" Type="http://schemas.openxmlformats.org/officeDocument/2006/relationships/slide" Target="slides/slide70.xml"/><Relationship Id="rId73" Type="http://schemas.openxmlformats.org/officeDocument/2006/relationships/slide" Target="slides/slide71.xml"/><Relationship Id="rId74" Type="http://schemas.openxmlformats.org/officeDocument/2006/relationships/slide" Target="slides/slide72.xml"/><Relationship Id="rId75" Type="http://schemas.openxmlformats.org/officeDocument/2006/relationships/slide" Target="slides/slide73.xml"/><Relationship Id="rId76" Type="http://schemas.openxmlformats.org/officeDocument/2006/relationships/slide" Target="slides/slide74.xml"/><Relationship Id="rId77" Type="http://schemas.openxmlformats.org/officeDocument/2006/relationships/slide" Target="slides/slide75.xml"/><Relationship Id="rId78" Type="http://schemas.openxmlformats.org/officeDocument/2006/relationships/slide" Target="slides/slide76.xml"/><Relationship Id="rId79" Type="http://schemas.openxmlformats.org/officeDocument/2006/relationships/slide" Target="slides/slide77.xml"/><Relationship Id="rId80" Type="http://schemas.openxmlformats.org/officeDocument/2006/relationships/slide" Target="slides/slide78.xml"/><Relationship Id="rId81" Type="http://schemas.openxmlformats.org/officeDocument/2006/relationships/slide" Target="slides/slide79.xml"/><Relationship Id="rId82" Type="http://schemas.openxmlformats.org/officeDocument/2006/relationships/slide" Target="slides/slide80.xml"/><Relationship Id="rId83" Type="http://schemas.openxmlformats.org/officeDocument/2006/relationships/slide" Target="slides/slide81.xml"/><Relationship Id="rId84" Type="http://schemas.openxmlformats.org/officeDocument/2006/relationships/slide" Target="slides/slide82.xml"/><Relationship Id="rId85" Type="http://schemas.openxmlformats.org/officeDocument/2006/relationships/slide" Target="slides/slide83.xml"/><Relationship Id="rId86" Type="http://schemas.openxmlformats.org/officeDocument/2006/relationships/slide" Target="slides/slide84.xml"/><Relationship Id="rId87" Type="http://schemas.openxmlformats.org/officeDocument/2006/relationships/slide" Target="slides/slide85.xml"/><Relationship Id="rId88" Type="http://schemas.openxmlformats.org/officeDocument/2006/relationships/slide" Target="slides/slide86.xml"/><Relationship Id="rId89" Type="http://schemas.openxmlformats.org/officeDocument/2006/relationships/slide" Target="slides/slide87.xml"/><Relationship Id="rId90" Type="http://schemas.openxmlformats.org/officeDocument/2006/relationships/slide" Target="slides/slide88.xml"/><Relationship Id="rId91" Type="http://schemas.openxmlformats.org/officeDocument/2006/relationships/slide" Target="slides/slide89.xml"/><Relationship Id="rId92" Type="http://schemas.openxmlformats.org/officeDocument/2006/relationships/slide" Target="slides/slide90.xml"/><Relationship Id="rId93" Type="http://schemas.openxmlformats.org/officeDocument/2006/relationships/slide" Target="slides/slide91.xml"/><Relationship Id="rId94" Type="http://schemas.openxmlformats.org/officeDocument/2006/relationships/slide" Target="slides/slide92.xml"/><Relationship Id="rId95" Type="http://schemas.openxmlformats.org/officeDocument/2006/relationships/slide" Target="slides/slide93.xml"/><Relationship Id="rId96" Type="http://schemas.openxmlformats.org/officeDocument/2006/relationships/slide" Target="slides/slide94.xml"/><Relationship Id="rId97" Type="http://schemas.openxmlformats.org/officeDocument/2006/relationships/slide" Target="slides/slide95.xml"/><Relationship Id="rId98" Type="http://schemas.openxmlformats.org/officeDocument/2006/relationships/slide" Target="slides/slide96.xml"/><Relationship Id="rId99" Type="http://schemas.openxmlformats.org/officeDocument/2006/relationships/slide" Target="slides/slide97.xml"/><Relationship Id="rId100" Type="http://schemas.openxmlformats.org/officeDocument/2006/relationships/slide" Target="slides/slide98.xml"/><Relationship Id="rId101" Type="http://schemas.openxmlformats.org/officeDocument/2006/relationships/slide" Target="slides/slide99.xml"/><Relationship Id="rId102" Type="http://schemas.openxmlformats.org/officeDocument/2006/relationships/slide" Target="slides/slide100.xml"/><Relationship Id="rId103" Type="http://schemas.openxmlformats.org/officeDocument/2006/relationships/slide" Target="slides/slide101.xml"/><Relationship Id="rId104" Type="http://schemas.openxmlformats.org/officeDocument/2006/relationships/slide" Target="slides/slide102.xml"/><Relationship Id="rId105" Type="http://schemas.openxmlformats.org/officeDocument/2006/relationships/slide" Target="slides/slide103.xml"/><Relationship Id="rId106" Type="http://schemas.openxmlformats.org/officeDocument/2006/relationships/slide" Target="slides/slide104.xml"/><Relationship Id="rId107" Type="http://schemas.openxmlformats.org/officeDocument/2006/relationships/slide" Target="slides/slide105.xml"/><Relationship Id="rId108" Type="http://schemas.openxmlformats.org/officeDocument/2006/relationships/slide" Target="slides/slide106.xml"/><Relationship Id="rId109" Type="http://schemas.openxmlformats.org/officeDocument/2006/relationships/slide" Target="slides/slide107.xml"/><Relationship Id="rId110" Type="http://schemas.openxmlformats.org/officeDocument/2006/relationships/slide" Target="slides/slide108.xml"/><Relationship Id="rId111" Type="http://schemas.openxmlformats.org/officeDocument/2006/relationships/slide" Target="slides/slide109.xml"/><Relationship Id="rId112" Type="http://schemas.openxmlformats.org/officeDocument/2006/relationships/slide" Target="slides/slide110.xml"/><Relationship Id="rId113" Type="http://schemas.openxmlformats.org/officeDocument/2006/relationships/slide" Target="slides/slide111.xml"/><Relationship Id="rId114" Type="http://schemas.openxmlformats.org/officeDocument/2006/relationships/slide" Target="slides/slide112.xml"/><Relationship Id="rId115" Type="http://schemas.openxmlformats.org/officeDocument/2006/relationships/slide" Target="slides/slide113.xml"/><Relationship Id="rId116" Type="http://schemas.openxmlformats.org/officeDocument/2006/relationships/slide" Target="slides/slide114.xml"/><Relationship Id="rId117" Type="http://schemas.openxmlformats.org/officeDocument/2006/relationships/slide" Target="slides/slide115.xml"/><Relationship Id="rId118" Type="http://schemas.openxmlformats.org/officeDocument/2006/relationships/slide" Target="slides/slide116.xml"/><Relationship Id="rId119" Type="http://schemas.openxmlformats.org/officeDocument/2006/relationships/slide" Target="slides/slide117.xml"/><Relationship Id="rId120" Type="http://schemas.openxmlformats.org/officeDocument/2006/relationships/slide" Target="slides/slide118.xml"/><Relationship Id="rId121" Type="http://schemas.openxmlformats.org/officeDocument/2006/relationships/slide" Target="slides/slide119.xml"/><Relationship Id="rId122" Type="http://schemas.openxmlformats.org/officeDocument/2006/relationships/slide" Target="slides/slide120.xml"/><Relationship Id="rId123" Type="http://schemas.openxmlformats.org/officeDocument/2006/relationships/slide" Target="slides/slide121.xml"/><Relationship Id="rId124" Type="http://schemas.openxmlformats.org/officeDocument/2006/relationships/slide" Target="slides/slide122.xml"/><Relationship Id="rId125" Type="http://schemas.openxmlformats.org/officeDocument/2006/relationships/slide" Target="slides/slide123.xml"/><Relationship Id="rId126" Type="http://schemas.openxmlformats.org/officeDocument/2006/relationships/slide" Target="slides/slide124.xml"/><Relationship Id="rId127" Type="http://schemas.openxmlformats.org/officeDocument/2006/relationships/slide" Target="slides/slide125.xml"/><Relationship Id="rId128" Type="http://schemas.openxmlformats.org/officeDocument/2006/relationships/slide" Target="slides/slide126.xml"/><Relationship Id="rId129" Type="http://schemas.openxmlformats.org/officeDocument/2006/relationships/slide" Target="slides/slide127.xml"/><Relationship Id="rId130" Type="http://schemas.openxmlformats.org/officeDocument/2006/relationships/slide" Target="slides/slide128.xml"/><Relationship Id="rId131" Type="http://schemas.openxmlformats.org/officeDocument/2006/relationships/slide" Target="slides/slide129.xml"/><Relationship Id="rId132" Type="http://schemas.openxmlformats.org/officeDocument/2006/relationships/slide" Target="slides/slide130.xml"/><Relationship Id="rId133" Type="http://schemas.openxmlformats.org/officeDocument/2006/relationships/slide" Target="slides/slide131.xml"/><Relationship Id="rId134" Type="http://schemas.openxmlformats.org/officeDocument/2006/relationships/slide" Target="slides/slide132.xml"/><Relationship Id="rId135" Type="http://schemas.openxmlformats.org/officeDocument/2006/relationships/slide" Target="slides/slide133.xml"/><Relationship Id="rId136" Type="http://schemas.openxmlformats.org/officeDocument/2006/relationships/slide" Target="slides/slide134.xml"/><Relationship Id="rId137" Type="http://schemas.openxmlformats.org/officeDocument/2006/relationships/slide" Target="slides/slide135.xml"/><Relationship Id="rId138" Type="http://schemas.openxmlformats.org/officeDocument/2006/relationships/slide" Target="slides/slide136.xml"/><Relationship Id="rId139" Type="http://schemas.openxmlformats.org/officeDocument/2006/relationships/slide" Target="slides/slide137.xml"/><Relationship Id="rId140" Type="http://schemas.openxmlformats.org/officeDocument/2006/relationships/slide" Target="slides/slide138.xml"/><Relationship Id="rId141" Type="http://schemas.openxmlformats.org/officeDocument/2006/relationships/slide" Target="slides/slide139.xml"/><Relationship Id="rId142" Type="http://schemas.openxmlformats.org/officeDocument/2006/relationships/slide" Target="slides/slide140.xml"/><Relationship Id="rId143" Type="http://schemas.openxmlformats.org/officeDocument/2006/relationships/slide" Target="slides/slide141.xml"/><Relationship Id="rId144" Type="http://schemas.openxmlformats.org/officeDocument/2006/relationships/slide" Target="slides/slide142.xml"/><Relationship Id="rId145" Type="http://schemas.openxmlformats.org/officeDocument/2006/relationships/slide" Target="slides/slide143.xml"/><Relationship Id="rId146" Type="http://schemas.openxmlformats.org/officeDocument/2006/relationships/slide" Target="slides/slide144.xml"/><Relationship Id="rId147" Type="http://schemas.openxmlformats.org/officeDocument/2006/relationships/slide" Target="slides/slide145.xml"/><Relationship Id="rId148" Type="http://schemas.openxmlformats.org/officeDocument/2006/relationships/slide" Target="slides/slide146.xml"/><Relationship Id="rId149" Type="http://schemas.openxmlformats.org/officeDocument/2006/relationships/slide" Target="slides/slide147.xml"/><Relationship Id="rId150" Type="http://schemas.openxmlformats.org/officeDocument/2006/relationships/slide" Target="slides/slide148.xml"/><Relationship Id="rId151" Type="http://schemas.openxmlformats.org/officeDocument/2006/relationships/slide" Target="slides/slide149.xml"/><Relationship Id="rId152" Type="http://schemas.openxmlformats.org/officeDocument/2006/relationships/slide" Target="slides/slide150.xml"/><Relationship Id="rId153" Type="http://schemas.openxmlformats.org/officeDocument/2006/relationships/slide" Target="slides/slide151.xml"/><Relationship Id="rId154" Type="http://schemas.openxmlformats.org/officeDocument/2006/relationships/slide" Target="slides/slide152.xml"/><Relationship Id="rId155" Type="http://schemas.openxmlformats.org/officeDocument/2006/relationships/slide" Target="slides/slide153.xml"/><Relationship Id="rId156" Type="http://schemas.openxmlformats.org/officeDocument/2006/relationships/slide" Target="slides/slide154.xml"/><Relationship Id="rId157" Type="http://schemas.openxmlformats.org/officeDocument/2006/relationships/slide" Target="slides/slide155.xml"/><Relationship Id="rId158" Type="http://schemas.openxmlformats.org/officeDocument/2006/relationships/slide" Target="slides/slide156.xml"/><Relationship Id="rId159" Type="http://schemas.openxmlformats.org/officeDocument/2006/relationships/slide" Target="slides/slide157.xml"/><Relationship Id="rId160" Type="http://schemas.openxmlformats.org/officeDocument/2006/relationships/slide" Target="slides/slide158.xml"/><Relationship Id="rId161" Type="http://schemas.openxmlformats.org/officeDocument/2006/relationships/slide" Target="slides/slide159.xml"/><Relationship Id="rId162" Type="http://schemas.openxmlformats.org/officeDocument/2006/relationships/slide" Target="slides/slide160.xml"/><Relationship Id="rId163" Type="http://schemas.openxmlformats.org/officeDocument/2006/relationships/slide" Target="slides/slide161.xml"/><Relationship Id="rId164" Type="http://schemas.openxmlformats.org/officeDocument/2006/relationships/slide" Target="slides/slide162.xml"/><Relationship Id="rId165" Type="http://schemas.openxmlformats.org/officeDocument/2006/relationships/slide" Target="slides/slide163.xml"/><Relationship Id="rId166" Type="http://schemas.openxmlformats.org/officeDocument/2006/relationships/slide" Target="slides/slide164.xml"/><Relationship Id="rId167" Type="http://schemas.openxmlformats.org/officeDocument/2006/relationships/slide" Target="slides/slide165.xml"/><Relationship Id="rId168" Type="http://schemas.openxmlformats.org/officeDocument/2006/relationships/slide" Target="slides/slide166.xml"/><Relationship Id="rId169" Type="http://schemas.openxmlformats.org/officeDocument/2006/relationships/slide" Target="slides/slide167.xml"/><Relationship Id="rId170" Type="http://schemas.openxmlformats.org/officeDocument/2006/relationships/slide" Target="slides/slide168.xml"/><Relationship Id="rId171" Type="http://schemas.openxmlformats.org/officeDocument/2006/relationships/slide" Target="slides/slide169.xml"/><Relationship Id="rId172" Type="http://schemas.openxmlformats.org/officeDocument/2006/relationships/slide" Target="slides/slide170.xml"/><Relationship Id="rId173" Type="http://schemas.openxmlformats.org/officeDocument/2006/relationships/slide" Target="slides/slide171.xml"/><Relationship Id="rId174" Type="http://schemas.openxmlformats.org/officeDocument/2006/relationships/slide" Target="slides/slide172.xml"/><Relationship Id="rId175" Type="http://schemas.openxmlformats.org/officeDocument/2006/relationships/slide" Target="slides/slide173.xml"/><Relationship Id="rId176" Type="http://schemas.openxmlformats.org/officeDocument/2006/relationships/slide" Target="slides/slide174.xml"/><Relationship Id="rId177" Type="http://schemas.openxmlformats.org/officeDocument/2006/relationships/slide" Target="slides/slide175.xml"/><Relationship Id="rId178" Type="http://schemas.openxmlformats.org/officeDocument/2006/relationships/slide" Target="slides/slide176.xml"/><Relationship Id="rId179" Type="http://schemas.openxmlformats.org/officeDocument/2006/relationships/slide" Target="slides/slide177.xml"/><Relationship Id="rId180" Type="http://schemas.openxmlformats.org/officeDocument/2006/relationships/slide" Target="slides/slide178.xml"/><Relationship Id="rId181" Type="http://schemas.openxmlformats.org/officeDocument/2006/relationships/slide" Target="slides/slide179.xml"/><Relationship Id="rId182" Type="http://schemas.openxmlformats.org/officeDocument/2006/relationships/slide" Target="slides/slide180.xml"/><Relationship Id="rId183" Type="http://schemas.openxmlformats.org/officeDocument/2006/relationships/slide" Target="slides/slide181.xml"/><Relationship Id="rId184" Type="http://schemas.openxmlformats.org/officeDocument/2006/relationships/slide" Target="slides/slide182.xml"/><Relationship Id="rId185" Type="http://schemas.openxmlformats.org/officeDocument/2006/relationships/slide" Target="slides/slide183.xml"/><Relationship Id="rId186" Type="http://schemas.openxmlformats.org/officeDocument/2006/relationships/slide" Target="slides/slide184.xml"/><Relationship Id="rId187" Type="http://schemas.openxmlformats.org/officeDocument/2006/relationships/slide" Target="slides/slide185.xml"/><Relationship Id="rId188" Type="http://schemas.openxmlformats.org/officeDocument/2006/relationships/slide" Target="slides/slide186.xml"/><Relationship Id="rId189" Type="http://schemas.openxmlformats.org/officeDocument/2006/relationships/slide" Target="slides/slide187.xml"/><Relationship Id="rId190" Type="http://schemas.openxmlformats.org/officeDocument/2006/relationships/slide" Target="slides/slide188.xml"/><Relationship Id="rId191" Type="http://schemas.openxmlformats.org/officeDocument/2006/relationships/slide" Target="slides/slide189.xml"/><Relationship Id="rId192" Type="http://schemas.openxmlformats.org/officeDocument/2006/relationships/slide" Target="slides/slide190.xml"/><Relationship Id="rId193" Type="http://schemas.openxmlformats.org/officeDocument/2006/relationships/slide" Target="slides/slide191.xml"/><Relationship Id="rId194" Type="http://schemas.openxmlformats.org/officeDocument/2006/relationships/slide" Target="slides/slide192.xml"/><Relationship Id="rId195" Type="http://schemas.openxmlformats.org/officeDocument/2006/relationships/slide" Target="slides/slide193.xml"/><Relationship Id="rId196" Type="http://schemas.openxmlformats.org/officeDocument/2006/relationships/slide" Target="slides/slide194.xml"/><Relationship Id="rId197" Type="http://schemas.openxmlformats.org/officeDocument/2006/relationships/slide" Target="slides/slide195.xml"/><Relationship Id="rId198" Type="http://schemas.openxmlformats.org/officeDocument/2006/relationships/slide" Target="slides/slide196.xml"/><Relationship Id="rId199" Type="http://schemas.openxmlformats.org/officeDocument/2006/relationships/slide" Target="slides/slide197.xml"/><Relationship Id="rId200" Type="http://schemas.openxmlformats.org/officeDocument/2006/relationships/slide" Target="slides/slide198.xml"/><Relationship Id="rId201" Type="http://schemas.openxmlformats.org/officeDocument/2006/relationships/slide" Target="slides/slide199.xml"/><Relationship Id="rId202" Type="http://schemas.openxmlformats.org/officeDocument/2006/relationships/slide" Target="slides/slide200.xml"/><Relationship Id="rId203" Type="http://schemas.openxmlformats.org/officeDocument/2006/relationships/slide" Target="slides/slide201.xml"/><Relationship Id="rId204" Type="http://schemas.openxmlformats.org/officeDocument/2006/relationships/slide" Target="slides/slide202.xml"/><Relationship Id="rId205" Type="http://schemas.openxmlformats.org/officeDocument/2006/relationships/slide" Target="slides/slide203.xml"/><Relationship Id="rId206" Type="http://schemas.openxmlformats.org/officeDocument/2006/relationships/slide" Target="slides/slide204.xml"/><Relationship Id="rId207" Type="http://schemas.openxmlformats.org/officeDocument/2006/relationships/slide" Target="slides/slide205.xml"/><Relationship Id="rId208" Type="http://schemas.openxmlformats.org/officeDocument/2006/relationships/slide" Target="slides/slide206.xml"/><Relationship Id="rId209" Type="http://schemas.openxmlformats.org/officeDocument/2006/relationships/slide" Target="slides/slide207.xml"/><Relationship Id="rId210" Type="http://schemas.openxmlformats.org/officeDocument/2006/relationships/slide" Target="slides/slide208.xml"/><Relationship Id="rId211" Type="http://schemas.openxmlformats.org/officeDocument/2006/relationships/slide" Target="slides/slide209.xml"/><Relationship Id="rId212" Type="http://schemas.openxmlformats.org/officeDocument/2006/relationships/slide" Target="slides/slide210.xml"/><Relationship Id="rId213" Type="http://schemas.openxmlformats.org/officeDocument/2006/relationships/slide" Target="slides/slide211.xml"/><Relationship Id="rId214" Type="http://schemas.openxmlformats.org/officeDocument/2006/relationships/slide" Target="slides/slide212.xml"/><Relationship Id="rId215" Type="http://schemas.openxmlformats.org/officeDocument/2006/relationships/slide" Target="slides/slide213.xml"/><Relationship Id="rId216" Type="http://schemas.openxmlformats.org/officeDocument/2006/relationships/slide" Target="slides/slide214.xml"/><Relationship Id="rId217" Type="http://schemas.openxmlformats.org/officeDocument/2006/relationships/slide" Target="slides/slide215.xml"/><Relationship Id="rId218" Type="http://schemas.openxmlformats.org/officeDocument/2006/relationships/slide" Target="slides/slide216.xml"/><Relationship Id="rId219" Type="http://schemas.openxmlformats.org/officeDocument/2006/relationships/slide" Target="slides/slide217.xml"/><Relationship Id="rId220" Type="http://schemas.openxmlformats.org/officeDocument/2006/relationships/slide" Target="slides/slide218.xml"/><Relationship Id="rId221" Type="http://schemas.openxmlformats.org/officeDocument/2006/relationships/slide" Target="slides/slide219.xml"/><Relationship Id="rId222" Type="http://schemas.openxmlformats.org/officeDocument/2006/relationships/slide" Target="slides/slide220.xml"/><Relationship Id="rId223" Type="http://schemas.openxmlformats.org/officeDocument/2006/relationships/slide" Target="slides/slide221.xml"/><Relationship Id="rId224" Type="http://schemas.openxmlformats.org/officeDocument/2006/relationships/slide" Target="slides/slide222.xml"/><Relationship Id="rId225" Type="http://schemas.openxmlformats.org/officeDocument/2006/relationships/slide" Target="slides/slide223.xml"/><Relationship Id="rId226" Type="http://schemas.openxmlformats.org/officeDocument/2006/relationships/slide" Target="slides/slide224.xml"/><Relationship Id="rId227" Type="http://schemas.openxmlformats.org/officeDocument/2006/relationships/slide" Target="slides/slide225.xml"/><Relationship Id="rId228" Type="http://schemas.openxmlformats.org/officeDocument/2006/relationships/slide" Target="slides/slide226.xml"/><Relationship Id="rId229" Type="http://schemas.openxmlformats.org/officeDocument/2006/relationships/slide" Target="slides/slide227.xml"/><Relationship Id="rId230" Type="http://schemas.openxmlformats.org/officeDocument/2006/relationships/slide" Target="slides/slide228.xml"/><Relationship Id="rId231" Type="http://schemas.openxmlformats.org/officeDocument/2006/relationships/slide" Target="slides/slide229.xml"/><Relationship Id="rId232" Type="http://schemas.openxmlformats.org/officeDocument/2006/relationships/slide" Target="slides/slide230.xml"/><Relationship Id="rId233" Type="http://schemas.openxmlformats.org/officeDocument/2006/relationships/slide" Target="slides/slide231.xml"/><Relationship Id="rId234" Type="http://schemas.openxmlformats.org/officeDocument/2006/relationships/slide" Target="slides/slide232.xml"/><Relationship Id="rId235" Type="http://schemas.openxmlformats.org/officeDocument/2006/relationships/slide" Target="slides/slide233.xml"/><Relationship Id="rId236" Type="http://schemas.openxmlformats.org/officeDocument/2006/relationships/slide" Target="slides/slide234.xml"/><Relationship Id="rId237" Type="http://schemas.openxmlformats.org/officeDocument/2006/relationships/slide" Target="slides/slide235.xml"/><Relationship Id="rId238" Type="http://schemas.openxmlformats.org/officeDocument/2006/relationships/slide" Target="slides/slide236.xml"/><Relationship Id="rId239" Type="http://schemas.openxmlformats.org/officeDocument/2006/relationships/slide" Target="slides/slide237.xml"/><Relationship Id="rId240" Type="http://schemas.openxmlformats.org/officeDocument/2006/relationships/slide" Target="slides/slide238.xml"/><Relationship Id="rId241" Type="http://schemas.openxmlformats.org/officeDocument/2006/relationships/slide" Target="slides/slide239.xml"/><Relationship Id="rId242" Type="http://schemas.openxmlformats.org/officeDocument/2006/relationships/slide" Target="slides/slide240.xml"/><Relationship Id="rId243" Type="http://schemas.openxmlformats.org/officeDocument/2006/relationships/slide" Target="slides/slide241.xml"/><Relationship Id="rId244" Type="http://schemas.openxmlformats.org/officeDocument/2006/relationships/slide" Target="slides/slide242.xml"/><Relationship Id="rId245" Type="http://schemas.openxmlformats.org/officeDocument/2006/relationships/slide" Target="slides/slide243.xml"/><Relationship Id="rId246" Type="http://schemas.openxmlformats.org/officeDocument/2006/relationships/slide" Target="slides/slide244.xml"/><Relationship Id="rId247" Type="http://schemas.openxmlformats.org/officeDocument/2006/relationships/slide" Target="slides/slide245.xml"/><Relationship Id="rId248" Type="http://schemas.openxmlformats.org/officeDocument/2006/relationships/slide" Target="slides/slide246.xml"/><Relationship Id="rId249" Type="http://schemas.openxmlformats.org/officeDocument/2006/relationships/slide" Target="slides/slide247.xml"/><Relationship Id="rId250" Type="http://schemas.openxmlformats.org/officeDocument/2006/relationships/slide" Target="slides/slide248.xml"/><Relationship Id="rId251" Type="http://schemas.openxmlformats.org/officeDocument/2006/relationships/slide" Target="slides/slide249.xml"/><Relationship Id="rId252" Type="http://schemas.openxmlformats.org/officeDocument/2006/relationships/slide" Target="slides/slide250.xml"/><Relationship Id="rId253" Type="http://schemas.openxmlformats.org/officeDocument/2006/relationships/slide" Target="slides/slide251.xml"/><Relationship Id="rId254" Type="http://schemas.openxmlformats.org/officeDocument/2006/relationships/slide" Target="slides/slide252.xml"/><Relationship Id="rId255" Type="http://schemas.openxmlformats.org/officeDocument/2006/relationships/slide" Target="slides/slide253.xml"/><Relationship Id="rId256" Type="http://schemas.openxmlformats.org/officeDocument/2006/relationships/slide" Target="slides/slide254.xml"/><Relationship Id="rId257" Type="http://schemas.openxmlformats.org/officeDocument/2006/relationships/slide" Target="slides/slide255.xml"/><Relationship Id="rId258" Type="http://schemas.openxmlformats.org/officeDocument/2006/relationships/slide" Target="slides/slide256.xml"/><Relationship Id="rId259" Type="http://schemas.openxmlformats.org/officeDocument/2006/relationships/slide" Target="slides/slide257.xml"/><Relationship Id="rId260" Type="http://schemas.openxmlformats.org/officeDocument/2006/relationships/slide" Target="slides/slide258.xml"/><Relationship Id="rId261" Type="http://schemas.openxmlformats.org/officeDocument/2006/relationships/slide" Target="slides/slide259.xml"/><Relationship Id="rId262" Type="http://schemas.openxmlformats.org/officeDocument/2006/relationships/slide" Target="slides/slide260.xml"/><Relationship Id="rId263" Type="http://schemas.openxmlformats.org/officeDocument/2006/relationships/slide" Target="slides/slide261.xml"/><Relationship Id="rId264" Type="http://schemas.openxmlformats.org/officeDocument/2006/relationships/slide" Target="slides/slide262.xml"/><Relationship Id="rId265" Type="http://schemas.openxmlformats.org/officeDocument/2006/relationships/slide" Target="slides/slide263.xml"/><Relationship Id="rId266" Type="http://schemas.openxmlformats.org/officeDocument/2006/relationships/slide" Target="slides/slide264.xml"/><Relationship Id="rId267" Type="http://schemas.openxmlformats.org/officeDocument/2006/relationships/slide" Target="slides/slide265.xml"/><Relationship Id="rId268" Type="http://schemas.openxmlformats.org/officeDocument/2006/relationships/slide" Target="slides/slide266.xml"/><Relationship Id="rId269" Type="http://schemas.openxmlformats.org/officeDocument/2006/relationships/presProps" Target="presProps.xml"/>
</Relationships>
</file>

<file path=ppt/slideLayouts/_rels/slideLayout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_rels/slideLayout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
</Relationships>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master-pag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</p:sldLayout>
</file>

<file path=ppt/slideLayouts/slideLayout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" preserve="1">
  <p:cSld name="master-pag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title"/>
          </p:nvPr>
        </p:nvSpPr>
        <p:spPr>
          <a:xfrm>
            <a:off x="495000" y="259200"/>
            <a:ext cx="8914680" cy="10846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indent="0" algn="ctr">
              <a:buNone/>
            </a:pPr>
            <a:endParaRPr b="0" lang="en-US" sz="4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ubTitle"/>
          </p:nvPr>
        </p:nvSpPr>
        <p:spPr>
          <a:xfrm>
            <a:off x="495000" y="1520280"/>
            <a:ext cx="8914680" cy="3768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indent="0" algn="ctr">
              <a:buNone/>
            </a:pPr>
            <a:endParaRPr b="0" lang="en-US" sz="32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</p:sldLayout>
</file>

<file path=ppt/slideMasters/_rels/slideMaster1.xml.rels><?xml version="1.0" encoding="UTF-8"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slideLayout" Target="../slideLayouts/slideLayout1.xml"/><Relationship Id="rId3" Type="http://schemas.openxmlformats.org/officeDocument/2006/relationships/slideLayout" Target="../slideLayouts/slideLayout2.xml"/>
</Relationships>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0" name="PlaceHolder 1"/>
          <p:cNvSpPr>
            <a:spLocks noGrp="1"/>
          </p:cNvSpPr>
          <p:nvPr>
            <p:ph type="title"/>
          </p:nvPr>
        </p:nvSpPr>
        <p:spPr>
          <a:xfrm>
            <a:off x="495000" y="259200"/>
            <a:ext cx="8914680" cy="10846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ctr">
            <a:noAutofit/>
          </a:bodyPr>
          <a:p>
            <a:pPr indent="0" algn="ctr">
              <a:buNone/>
            </a:pPr>
            <a:r>
              <a:rPr b="0" lang="en-US" sz="4400" spc="-1" strike="noStrike">
                <a:solidFill>
                  <a:srgbClr val="000000"/>
                </a:solidFill>
                <a:latin typeface="Arial"/>
              </a:rPr>
              <a:t>Click to edit the title text format</a:t>
            </a:r>
            <a:endParaRPr b="0" lang="en-US" sz="4400" spc="-1" strike="noStrik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" name="PlaceHolder 2"/>
          <p:cNvSpPr>
            <a:spLocks noGrp="1"/>
          </p:cNvSpPr>
          <p:nvPr>
            <p:ph type="body"/>
          </p:nvPr>
        </p:nvSpPr>
        <p:spPr>
          <a:xfrm>
            <a:off x="495000" y="1520280"/>
            <a:ext cx="8914680" cy="3768480"/>
          </a:xfrm>
          <a:prstGeom prst="rect">
            <a:avLst/>
          </a:prstGeom>
          <a:noFill/>
          <a:ln w="0">
            <a:noFill/>
          </a:ln>
        </p:spPr>
        <p:txBody>
          <a:bodyPr lIns="0" rIns="0" tIns="0" bIns="0" anchor="t">
            <a:normAutofit/>
          </a:bodyPr>
          <a:p>
            <a:pPr marL="432000" indent="-324000">
              <a:spcBef>
                <a:spcPts val="1417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b="0" lang="en-US" sz="3200" spc="-1" strike="noStrike">
                <a:solidFill>
                  <a:srgbClr val="000000"/>
                </a:solidFill>
                <a:latin typeface="Arial"/>
              </a:rPr>
              <a:t>Click to edit the outline text format</a:t>
            </a:r>
            <a:endParaRPr b="0" lang="en-US" sz="3200" spc="-1" strike="noStrike">
              <a:solidFill>
                <a:srgbClr val="000000"/>
              </a:solidFill>
              <a:latin typeface="Arial"/>
            </a:endParaRPr>
          </a:p>
          <a:p>
            <a:pPr lvl="1" marL="864000" indent="-324000">
              <a:spcBef>
                <a:spcPts val="1134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b="0" lang="en-US" sz="2800" spc="-1" strike="noStrike">
                <a:solidFill>
                  <a:srgbClr val="000000"/>
                </a:solidFill>
                <a:latin typeface="Arial"/>
              </a:rPr>
              <a:t>Second Outline Level</a:t>
            </a:r>
            <a:endParaRPr b="0" lang="en-US" sz="2800" spc="-1" strike="noStrike">
              <a:solidFill>
                <a:srgbClr val="000000"/>
              </a:solidFill>
              <a:latin typeface="Arial"/>
            </a:endParaRPr>
          </a:p>
          <a:p>
            <a:pPr lvl="2" marL="1296000" indent="-288000">
              <a:spcBef>
                <a:spcPts val="85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b="0" lang="en-US" sz="2400" spc="-1" strike="noStrike">
                <a:solidFill>
                  <a:srgbClr val="000000"/>
                </a:solidFill>
                <a:latin typeface="Arial"/>
              </a:rPr>
              <a:t>Third Outline Level</a:t>
            </a:r>
            <a:endParaRPr b="0" lang="en-US" sz="2400" spc="-1" strike="noStrike">
              <a:solidFill>
                <a:srgbClr val="000000"/>
              </a:solidFill>
              <a:latin typeface="Arial"/>
            </a:endParaRPr>
          </a:p>
          <a:p>
            <a:pPr lvl="3" marL="1728000" indent="-216000">
              <a:spcBef>
                <a:spcPts val="567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Fourth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4" marL="2160000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Fifth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5" marL="2592000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Sixth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  <a:p>
            <a:pPr lvl="6" marL="3024000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b="0" lang="en-US" sz="2000" spc="-1" strike="noStrike">
                <a:solidFill>
                  <a:srgbClr val="000000"/>
                </a:solidFill>
                <a:latin typeface="Arial"/>
              </a:rPr>
              <a:t>Seventh Outline Level</a:t>
            </a:r>
            <a:endParaRPr b="0" lang="en-US" sz="2000" spc="-1" strike="noStrike">
              <a:solidFill>
                <a:srgbClr val="000000"/>
              </a:solidFill>
              <a:latin typeface="Arial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  <p:sldLayoutIdLst>
    <p:sldLayoutId id="2147483649" r:id="rId2"/>
    <p:sldLayoutId id="2147483650" r:id="rId3"/>
  </p:sldLayoutIdLst>
</p:sldMaster>
</file>

<file path=ppt/slides/_rels/slide1.xml.rels><?xml version="1.0" encoding="UTF-8"?>
<Relationships xmlns="http://schemas.openxmlformats.org/package/2006/relationships"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2.xml"/>
</Relationships>
</file>

<file path=ppt/slides/_rels/slide2.xml.rels><?xml version="1.0" encoding="UTF-8"?>
<Relationships xmlns="http://schemas.openxmlformats.org/package/2006/relationships"><Relationship Id="rId1" Type="http://schemas.openxmlformats.org/officeDocument/2006/relationships/image" Target="../media/image2.png"/><Relationship Id="rId2" Type="http://schemas.openxmlformats.org/officeDocument/2006/relationships/slideLayout" Target="../slideLayouts/slideLayout1.xml"/>
</Relationships>
</file>

<file path=ppt/slides/_rels/slide3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image" Target="../media/image4.png"/><Relationship Id="rId3" Type="http://schemas.openxmlformats.org/officeDocument/2006/relationships/slideLayout" Target="../slideLayouts/slideLayout1.xml"/>
</Relationships>
</file>

<file path=ppt/slides/_rels/slide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5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6.jpeg"/><Relationship Id="rId3" Type="http://schemas.openxmlformats.org/officeDocument/2006/relationships/image" Target="../media/image7.png"/><Relationship Id="rId4" Type="http://schemas.openxmlformats.org/officeDocument/2006/relationships/image" Target="../media/image8.png"/><Relationship Id="rId5" Type="http://schemas.openxmlformats.org/officeDocument/2006/relationships/image" Target="../media/image9.png"/><Relationship Id="rId6" Type="http://schemas.openxmlformats.org/officeDocument/2006/relationships/image" Target="../media/image10.jpeg"/><Relationship Id="rId7" Type="http://schemas.openxmlformats.org/officeDocument/2006/relationships/slideLayout" Target="../slideLayouts/slideLayout1.xml"/>
</Relationships>
</file>

<file path=ppt/slides/_rels/slide7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1.png"/><Relationship Id="rId3" Type="http://schemas.openxmlformats.org/officeDocument/2006/relationships/image" Target="../media/image12.png"/><Relationship Id="rId4" Type="http://schemas.openxmlformats.org/officeDocument/2006/relationships/image" Target="../media/image13.jpeg"/><Relationship Id="rId5" Type="http://schemas.openxmlformats.org/officeDocument/2006/relationships/image" Target="../media/image14.jpeg"/><Relationship Id="rId6" Type="http://schemas.openxmlformats.org/officeDocument/2006/relationships/image" Target="../media/image15.jpeg"/><Relationship Id="rId7" Type="http://schemas.openxmlformats.org/officeDocument/2006/relationships/image" Target="../media/image16.jpeg"/><Relationship Id="rId8" Type="http://schemas.openxmlformats.org/officeDocument/2006/relationships/slideLayout" Target="../slideLayouts/slideLayout1.xml"/>
</Relationships>
</file>

<file path=ppt/slides/_rels/slide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7.jpeg"/><Relationship Id="rId3" Type="http://schemas.openxmlformats.org/officeDocument/2006/relationships/image" Target="../media/image18.png"/><Relationship Id="rId4" Type="http://schemas.openxmlformats.org/officeDocument/2006/relationships/image" Target="../media/image19.png"/><Relationship Id="rId5" Type="http://schemas.openxmlformats.org/officeDocument/2006/relationships/image" Target="../media/image20.png"/><Relationship Id="rId6" Type="http://schemas.openxmlformats.org/officeDocument/2006/relationships/image" Target="../media/image11.png"/><Relationship Id="rId7" Type="http://schemas.openxmlformats.org/officeDocument/2006/relationships/image" Target="../media/image15.jpeg"/><Relationship Id="rId8" Type="http://schemas.openxmlformats.org/officeDocument/2006/relationships/image" Target="../media/image21.jpeg"/><Relationship Id="rId9" Type="http://schemas.openxmlformats.org/officeDocument/2006/relationships/image" Target="../media/image22.jpeg"/><Relationship Id="rId10" Type="http://schemas.openxmlformats.org/officeDocument/2006/relationships/image" Target="../media/image23.jpeg"/><Relationship Id="rId11" Type="http://schemas.openxmlformats.org/officeDocument/2006/relationships/slideLayout" Target="../slideLayouts/slideLayout1.xml"/>
</Relationships>
</file>

<file path=ppt/slides/_rels/slide9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6.jpeg"/><Relationship Id="rId3" Type="http://schemas.openxmlformats.org/officeDocument/2006/relationships/image" Target="../media/image24.png"/><Relationship Id="rId4" Type="http://schemas.openxmlformats.org/officeDocument/2006/relationships/image" Target="../media/image14.jpeg"/><Relationship Id="rId5" Type="http://schemas.openxmlformats.org/officeDocument/2006/relationships/image" Target="../media/image25.jpeg"/><Relationship Id="rId6" Type="http://schemas.openxmlformats.org/officeDocument/2006/relationships/image" Target="../media/image26.jpeg"/><Relationship Id="rId7" Type="http://schemas.openxmlformats.org/officeDocument/2006/relationships/image" Target="../media/image27.png"/><Relationship Id="rId8" Type="http://schemas.openxmlformats.org/officeDocument/2006/relationships/image" Target="../media/image28.jpeg"/><Relationship Id="rId9" Type="http://schemas.openxmlformats.org/officeDocument/2006/relationships/image" Target="../media/image29.png"/><Relationship Id="rId10" Type="http://schemas.openxmlformats.org/officeDocument/2006/relationships/image" Target="../media/image30.jpeg"/><Relationship Id="rId11" Type="http://schemas.openxmlformats.org/officeDocument/2006/relationships/image" Target="../media/image31.jpeg"/><Relationship Id="rId12" Type="http://schemas.openxmlformats.org/officeDocument/2006/relationships/slideLayout" Target="../slideLayouts/slideLayout1.xml"/>
</Relationships>
</file>

<file path=ppt/slides/_rels/slide1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32.png"/><Relationship Id="rId3" Type="http://schemas.openxmlformats.org/officeDocument/2006/relationships/image" Target="../media/image33.png"/><Relationship Id="rId4" Type="http://schemas.openxmlformats.org/officeDocument/2006/relationships/image" Target="../media/image34.jpeg"/><Relationship Id="rId5" Type="http://schemas.openxmlformats.org/officeDocument/2006/relationships/image" Target="../media/image35.png"/><Relationship Id="rId6" Type="http://schemas.openxmlformats.org/officeDocument/2006/relationships/slideLayout" Target="../slideLayouts/slideLayout1.xml"/>
</Relationships>
</file>

<file path=ppt/slides/_rels/slide11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6.jpeg"/><Relationship Id="rId3" Type="http://schemas.openxmlformats.org/officeDocument/2006/relationships/image" Target="../media/image36.jpeg"/><Relationship Id="rId4" Type="http://schemas.openxmlformats.org/officeDocument/2006/relationships/image" Target="../media/image12.png"/><Relationship Id="rId5" Type="http://schemas.openxmlformats.org/officeDocument/2006/relationships/image" Target="../media/image24.png"/><Relationship Id="rId6" Type="http://schemas.openxmlformats.org/officeDocument/2006/relationships/image" Target="../media/image8.png"/><Relationship Id="rId7" Type="http://schemas.openxmlformats.org/officeDocument/2006/relationships/image" Target="../media/image37.png"/><Relationship Id="rId8" Type="http://schemas.openxmlformats.org/officeDocument/2006/relationships/slideLayout" Target="../slideLayouts/slideLayout1.xml"/>
</Relationships>
</file>

<file path=ppt/slides/_rels/slide12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13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14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15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1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38.jpeg"/><Relationship Id="rId3" Type="http://schemas.openxmlformats.org/officeDocument/2006/relationships/image" Target="../media/image39.png"/><Relationship Id="rId4" Type="http://schemas.openxmlformats.org/officeDocument/2006/relationships/image" Target="../media/image40.jpeg"/><Relationship Id="rId5" Type="http://schemas.openxmlformats.org/officeDocument/2006/relationships/slideLayout" Target="../slideLayouts/slideLayout1.xml"/>
</Relationships>
</file>

<file path=ppt/slides/_rels/slide17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1.jpeg"/><Relationship Id="rId3" Type="http://schemas.openxmlformats.org/officeDocument/2006/relationships/image" Target="../media/image42.png"/><Relationship Id="rId4" Type="http://schemas.openxmlformats.org/officeDocument/2006/relationships/image" Target="../media/image42.png"/><Relationship Id="rId5" Type="http://schemas.openxmlformats.org/officeDocument/2006/relationships/image" Target="../media/image43.jpeg"/><Relationship Id="rId6" Type="http://schemas.openxmlformats.org/officeDocument/2006/relationships/slideLayout" Target="../slideLayouts/slideLayout1.xml"/>
</Relationships>
</file>

<file path=ppt/slides/_rels/slide1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19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2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4.jpeg"/><Relationship Id="rId3" Type="http://schemas.openxmlformats.org/officeDocument/2006/relationships/image" Target="../media/image45.jpeg"/><Relationship Id="rId4" Type="http://schemas.openxmlformats.org/officeDocument/2006/relationships/image" Target="../media/image46.jpeg"/><Relationship Id="rId5" Type="http://schemas.openxmlformats.org/officeDocument/2006/relationships/slideLayout" Target="../slideLayouts/slideLayout1.xml"/>
</Relationships>
</file>

<file path=ppt/slides/_rels/slide21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4.jpeg"/><Relationship Id="rId3" Type="http://schemas.openxmlformats.org/officeDocument/2006/relationships/image" Target="../media/image45.jpeg"/><Relationship Id="rId4" Type="http://schemas.openxmlformats.org/officeDocument/2006/relationships/image" Target="../media/image46.jpeg"/><Relationship Id="rId5" Type="http://schemas.openxmlformats.org/officeDocument/2006/relationships/slideLayout" Target="../slideLayouts/slideLayout1.xml"/>
</Relationships>
</file>

<file path=ppt/slides/_rels/slide22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7.jpeg"/><Relationship Id="rId3" Type="http://schemas.openxmlformats.org/officeDocument/2006/relationships/image" Target="../media/image48.png"/><Relationship Id="rId4" Type="http://schemas.openxmlformats.org/officeDocument/2006/relationships/slideLayout" Target="../slideLayouts/slideLayout1.xml"/>
</Relationships>
</file>

<file path=ppt/slides/_rels/slide23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9.jpeg"/><Relationship Id="rId3" Type="http://schemas.openxmlformats.org/officeDocument/2006/relationships/image" Target="../media/image47.jpeg"/><Relationship Id="rId4" Type="http://schemas.openxmlformats.org/officeDocument/2006/relationships/image" Target="../media/image48.png"/><Relationship Id="rId5" Type="http://schemas.openxmlformats.org/officeDocument/2006/relationships/slideLayout" Target="../slideLayouts/slideLayout1.xml"/>
</Relationships>
</file>

<file path=ppt/slides/_rels/slide24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7.jpeg"/><Relationship Id="rId3" Type="http://schemas.openxmlformats.org/officeDocument/2006/relationships/image" Target="../media/image48.png"/><Relationship Id="rId4" Type="http://schemas.openxmlformats.org/officeDocument/2006/relationships/slideLayout" Target="../slideLayouts/slideLayout1.xml"/>
</Relationships>
</file>

<file path=ppt/slides/_rels/slide25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0.jpeg"/><Relationship Id="rId3" Type="http://schemas.openxmlformats.org/officeDocument/2006/relationships/slideLayout" Target="../slideLayouts/slideLayout1.xml"/>
</Relationships>
</file>

<file path=ppt/slides/_rels/slide2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1.jpeg"/><Relationship Id="rId3" Type="http://schemas.openxmlformats.org/officeDocument/2006/relationships/image" Target="../media/image52.jpeg"/><Relationship Id="rId4" Type="http://schemas.openxmlformats.org/officeDocument/2006/relationships/slideLayout" Target="../slideLayouts/slideLayout1.xml"/>
</Relationships>
</file>

<file path=ppt/slides/_rels/slide27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0.jpeg"/><Relationship Id="rId3" Type="http://schemas.openxmlformats.org/officeDocument/2006/relationships/slideLayout" Target="../slideLayouts/slideLayout1.xml"/>
</Relationships>
</file>

<file path=ppt/slides/_rels/slide2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3.jpeg"/><Relationship Id="rId3" Type="http://schemas.openxmlformats.org/officeDocument/2006/relationships/image" Target="../media/image54.png"/><Relationship Id="rId4" Type="http://schemas.openxmlformats.org/officeDocument/2006/relationships/image" Target="../media/image55.jpeg"/><Relationship Id="rId5" Type="http://schemas.openxmlformats.org/officeDocument/2006/relationships/slideLayout" Target="../slideLayouts/slideLayout1.xml"/>
</Relationships>
</file>

<file path=ppt/slides/_rels/slide29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3.jpeg"/><Relationship Id="rId3" Type="http://schemas.openxmlformats.org/officeDocument/2006/relationships/image" Target="../media/image54.png"/><Relationship Id="rId4" Type="http://schemas.openxmlformats.org/officeDocument/2006/relationships/image" Target="../media/image55.jpeg"/><Relationship Id="rId5" Type="http://schemas.openxmlformats.org/officeDocument/2006/relationships/slideLayout" Target="../slideLayouts/slideLayout1.xml"/>
</Relationships>
</file>

<file path=ppt/slides/_rels/slide3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6.jpeg"/><Relationship Id="rId3" Type="http://schemas.openxmlformats.org/officeDocument/2006/relationships/image" Target="../media/image57.jpeg"/><Relationship Id="rId4" Type="http://schemas.openxmlformats.org/officeDocument/2006/relationships/slideLayout" Target="../slideLayouts/slideLayout1.xml"/>
</Relationships>
</file>

<file path=ppt/slides/_rels/slide31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6.jpeg"/><Relationship Id="rId3" Type="http://schemas.openxmlformats.org/officeDocument/2006/relationships/image" Target="../media/image57.jpeg"/><Relationship Id="rId4" Type="http://schemas.openxmlformats.org/officeDocument/2006/relationships/slideLayout" Target="../slideLayouts/slideLayout1.xml"/>
</Relationships>
</file>

<file path=ppt/slides/_rels/slide32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8.jpeg"/><Relationship Id="rId3" Type="http://schemas.openxmlformats.org/officeDocument/2006/relationships/slideLayout" Target="../slideLayouts/slideLayout1.xml"/>
</Relationships>
</file>

<file path=ppt/slides/_rels/slide33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8.jpeg"/><Relationship Id="rId3" Type="http://schemas.openxmlformats.org/officeDocument/2006/relationships/slideLayout" Target="../slideLayouts/slideLayout1.xml"/>
</Relationships>
</file>

<file path=ppt/slides/_rels/slide34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9.png"/><Relationship Id="rId3" Type="http://schemas.openxmlformats.org/officeDocument/2006/relationships/image" Target="../media/image60.jpeg"/><Relationship Id="rId4" Type="http://schemas.openxmlformats.org/officeDocument/2006/relationships/slideLayout" Target="../slideLayouts/slideLayout1.xml"/>
</Relationships>
</file>

<file path=ppt/slides/_rels/slide35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36.xml.rels><?xml version="1.0" encoding="UTF-8"?>
<Relationships xmlns="http://schemas.openxmlformats.org/package/2006/relationships"><Relationship Id="rId1" Type="http://schemas.openxmlformats.org/officeDocument/2006/relationships/image" Target="../media/image2.png"/><Relationship Id="rId2" Type="http://schemas.openxmlformats.org/officeDocument/2006/relationships/slideLayout" Target="../slideLayouts/slideLayout1.xml"/>
</Relationships>
</file>

<file path=ppt/slides/_rels/slide37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image" Target="../media/image4.png"/><Relationship Id="rId3" Type="http://schemas.openxmlformats.org/officeDocument/2006/relationships/slideLayout" Target="../slideLayouts/slideLayout1.xml"/>
</Relationships>
</file>

<file path=ppt/slides/_rels/slide3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39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4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61.jpeg"/><Relationship Id="rId3" Type="http://schemas.openxmlformats.org/officeDocument/2006/relationships/slideLayout" Target="../slideLayouts/slideLayout1.xml"/>
</Relationships>
</file>

<file path=ppt/slides/_rels/slide41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42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62.png"/><Relationship Id="rId3" Type="http://schemas.openxmlformats.org/officeDocument/2006/relationships/image" Target="../media/image63.png"/><Relationship Id="rId4" Type="http://schemas.openxmlformats.org/officeDocument/2006/relationships/slideLayout" Target="../slideLayouts/slideLayout1.xml"/>
</Relationships>
</file>

<file path=ppt/slides/_rels/slide43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64.png"/><Relationship Id="rId3" Type="http://schemas.openxmlformats.org/officeDocument/2006/relationships/slideLayout" Target="../slideLayouts/slideLayout1.xml"/>
</Relationships>
</file>

<file path=ppt/slides/_rels/slide44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65.png"/><Relationship Id="rId3" Type="http://schemas.openxmlformats.org/officeDocument/2006/relationships/image" Target="../media/image66.png"/><Relationship Id="rId4" Type="http://schemas.openxmlformats.org/officeDocument/2006/relationships/image" Target="../media/image67.png"/><Relationship Id="rId5" Type="http://schemas.openxmlformats.org/officeDocument/2006/relationships/image" Target="../media/image68.jpeg"/><Relationship Id="rId6" Type="http://schemas.openxmlformats.org/officeDocument/2006/relationships/image" Target="../media/image69.png"/><Relationship Id="rId7" Type="http://schemas.openxmlformats.org/officeDocument/2006/relationships/slideLayout" Target="../slideLayouts/slideLayout1.xml"/>
</Relationships>
</file>

<file path=ppt/slides/_rels/slide45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70.jpeg"/><Relationship Id="rId3" Type="http://schemas.openxmlformats.org/officeDocument/2006/relationships/image" Target="../media/image71.jpeg"/><Relationship Id="rId4" Type="http://schemas.openxmlformats.org/officeDocument/2006/relationships/image" Target="../media/image72.png"/><Relationship Id="rId5" Type="http://schemas.openxmlformats.org/officeDocument/2006/relationships/image" Target="../media/image73.png"/><Relationship Id="rId6" Type="http://schemas.openxmlformats.org/officeDocument/2006/relationships/image" Target="../media/image74.png"/><Relationship Id="rId7" Type="http://schemas.openxmlformats.org/officeDocument/2006/relationships/image" Target="../media/image75.png"/><Relationship Id="rId8" Type="http://schemas.openxmlformats.org/officeDocument/2006/relationships/image" Target="../media/image76.png"/><Relationship Id="rId9" Type="http://schemas.openxmlformats.org/officeDocument/2006/relationships/image" Target="../media/image77.jpeg"/><Relationship Id="rId10" Type="http://schemas.openxmlformats.org/officeDocument/2006/relationships/image" Target="../media/image78.png"/><Relationship Id="rId11" Type="http://schemas.openxmlformats.org/officeDocument/2006/relationships/slideLayout" Target="../slideLayouts/slideLayout1.xml"/>
</Relationships>
</file>

<file path=ppt/slides/_rels/slide4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79.jpeg"/><Relationship Id="rId3" Type="http://schemas.openxmlformats.org/officeDocument/2006/relationships/image" Target="../media/image80.jpeg"/><Relationship Id="rId4" Type="http://schemas.openxmlformats.org/officeDocument/2006/relationships/image" Target="../media/image81.png"/><Relationship Id="rId5" Type="http://schemas.openxmlformats.org/officeDocument/2006/relationships/slideLayout" Target="../slideLayouts/slideLayout1.xml"/>
</Relationships>
</file>

<file path=ppt/slides/_rels/slide47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79.jpeg"/><Relationship Id="rId3" Type="http://schemas.openxmlformats.org/officeDocument/2006/relationships/image" Target="../media/image80.jpeg"/><Relationship Id="rId4" Type="http://schemas.openxmlformats.org/officeDocument/2006/relationships/image" Target="../media/image81.png"/><Relationship Id="rId5" Type="http://schemas.openxmlformats.org/officeDocument/2006/relationships/slideLayout" Target="../slideLayouts/slideLayout1.xml"/>
</Relationships>
</file>

<file path=ppt/slides/_rels/slide4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82.jpeg"/><Relationship Id="rId3" Type="http://schemas.openxmlformats.org/officeDocument/2006/relationships/image" Target="../media/image83.png"/><Relationship Id="rId4" Type="http://schemas.openxmlformats.org/officeDocument/2006/relationships/slideLayout" Target="../slideLayouts/slideLayout1.xml"/>
</Relationships>
</file>

<file path=ppt/slides/_rels/slide49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84.png"/><Relationship Id="rId3" Type="http://schemas.openxmlformats.org/officeDocument/2006/relationships/image" Target="../media/image85.png"/><Relationship Id="rId4" Type="http://schemas.openxmlformats.org/officeDocument/2006/relationships/image" Target="../media/image86.png"/><Relationship Id="rId5" Type="http://schemas.openxmlformats.org/officeDocument/2006/relationships/slideLayout" Target="../slideLayouts/slideLayout1.xml"/>
</Relationships>
</file>

<file path=ppt/slides/_rels/slide5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87.png"/><Relationship Id="rId3" Type="http://schemas.openxmlformats.org/officeDocument/2006/relationships/image" Target="../media/image88.png"/><Relationship Id="rId4" Type="http://schemas.openxmlformats.org/officeDocument/2006/relationships/slideLayout" Target="../slideLayouts/slideLayout1.xml"/>
</Relationships>
</file>

<file path=ppt/slides/_rels/slide51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89.jpeg"/><Relationship Id="rId3" Type="http://schemas.openxmlformats.org/officeDocument/2006/relationships/image" Target="../media/image90.jpeg"/><Relationship Id="rId4" Type="http://schemas.openxmlformats.org/officeDocument/2006/relationships/slideLayout" Target="../slideLayouts/slideLayout1.xml"/>
</Relationships>
</file>

<file path=ppt/slides/_rels/slide52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91.jpeg"/><Relationship Id="rId3" Type="http://schemas.openxmlformats.org/officeDocument/2006/relationships/slideLayout" Target="../slideLayouts/slideLayout1.xml"/>
</Relationships>
</file>

<file path=ppt/slides/_rels/slide53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92.jpeg"/><Relationship Id="rId3" Type="http://schemas.openxmlformats.org/officeDocument/2006/relationships/image" Target="../media/image93.jpeg"/><Relationship Id="rId4" Type="http://schemas.openxmlformats.org/officeDocument/2006/relationships/image" Target="../media/image94.png"/><Relationship Id="rId5" Type="http://schemas.openxmlformats.org/officeDocument/2006/relationships/slideLayout" Target="../slideLayouts/slideLayout1.xml"/>
</Relationships>
</file>

<file path=ppt/slides/_rels/slide54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55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95.png"/><Relationship Id="rId3" Type="http://schemas.openxmlformats.org/officeDocument/2006/relationships/image" Target="../media/image96.jpeg"/><Relationship Id="rId4" Type="http://schemas.openxmlformats.org/officeDocument/2006/relationships/image" Target="../media/image97.jpeg"/><Relationship Id="rId5" Type="http://schemas.openxmlformats.org/officeDocument/2006/relationships/image" Target="../media/image98.png"/><Relationship Id="rId6" Type="http://schemas.openxmlformats.org/officeDocument/2006/relationships/image" Target="../media/image99.jpeg"/><Relationship Id="rId7" Type="http://schemas.openxmlformats.org/officeDocument/2006/relationships/image" Target="../media/image100.png"/><Relationship Id="rId8" Type="http://schemas.openxmlformats.org/officeDocument/2006/relationships/image" Target="../media/image101.png"/><Relationship Id="rId9" Type="http://schemas.openxmlformats.org/officeDocument/2006/relationships/image" Target="../media/image102.png"/><Relationship Id="rId10" Type="http://schemas.openxmlformats.org/officeDocument/2006/relationships/image" Target="../media/image103.png"/><Relationship Id="rId11" Type="http://schemas.openxmlformats.org/officeDocument/2006/relationships/slideLayout" Target="../slideLayouts/slideLayout1.xml"/>
</Relationships>
</file>

<file path=ppt/slides/_rels/slide5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04.png"/><Relationship Id="rId3" Type="http://schemas.openxmlformats.org/officeDocument/2006/relationships/image" Target="../media/image105.jpeg"/><Relationship Id="rId4" Type="http://schemas.openxmlformats.org/officeDocument/2006/relationships/image" Target="../media/image106.jpeg"/><Relationship Id="rId5" Type="http://schemas.openxmlformats.org/officeDocument/2006/relationships/image" Target="../media/image107.png"/><Relationship Id="rId6" Type="http://schemas.openxmlformats.org/officeDocument/2006/relationships/image" Target="../media/image108.jpeg"/><Relationship Id="rId7" Type="http://schemas.openxmlformats.org/officeDocument/2006/relationships/image" Target="../media/image109.jpeg"/><Relationship Id="rId8" Type="http://schemas.openxmlformats.org/officeDocument/2006/relationships/slideLayout" Target="../slideLayouts/slideLayout1.xml"/>
</Relationships>
</file>

<file path=ppt/slides/_rels/slide57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10.jpeg"/><Relationship Id="rId3" Type="http://schemas.openxmlformats.org/officeDocument/2006/relationships/image" Target="../media/image111.png"/><Relationship Id="rId4" Type="http://schemas.openxmlformats.org/officeDocument/2006/relationships/image" Target="../media/image112.jpeg"/><Relationship Id="rId5" Type="http://schemas.openxmlformats.org/officeDocument/2006/relationships/image" Target="../media/image113.png"/><Relationship Id="rId6" Type="http://schemas.openxmlformats.org/officeDocument/2006/relationships/slideLayout" Target="../slideLayouts/slideLayout1.xml"/>
</Relationships>
</file>

<file path=ppt/slides/_rels/slide5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14.png"/><Relationship Id="rId3" Type="http://schemas.openxmlformats.org/officeDocument/2006/relationships/image" Target="../media/image115.jpeg"/><Relationship Id="rId4" Type="http://schemas.openxmlformats.org/officeDocument/2006/relationships/image" Target="../media/image116.jpeg"/><Relationship Id="rId5" Type="http://schemas.openxmlformats.org/officeDocument/2006/relationships/image" Target="../media/image117.png"/><Relationship Id="rId6" Type="http://schemas.openxmlformats.org/officeDocument/2006/relationships/image" Target="../media/image118.jpeg"/><Relationship Id="rId7" Type="http://schemas.openxmlformats.org/officeDocument/2006/relationships/image" Target="../media/image119.png"/><Relationship Id="rId8" Type="http://schemas.openxmlformats.org/officeDocument/2006/relationships/image" Target="../media/image120.jpeg"/><Relationship Id="rId9" Type="http://schemas.openxmlformats.org/officeDocument/2006/relationships/slideLayout" Target="../slideLayouts/slideLayout1.xml"/>
</Relationships>
</file>

<file path=ppt/slides/_rels/slide59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21.png"/><Relationship Id="rId3" Type="http://schemas.openxmlformats.org/officeDocument/2006/relationships/image" Target="../media/image121.png"/><Relationship Id="rId4" Type="http://schemas.openxmlformats.org/officeDocument/2006/relationships/slideLayout" Target="../slideLayouts/slideLayout1.xml"/>
</Relationships>
</file>

<file path=ppt/slides/_rels/slide6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22.png"/><Relationship Id="rId3" Type="http://schemas.openxmlformats.org/officeDocument/2006/relationships/image" Target="../media/image123.png"/><Relationship Id="rId4" Type="http://schemas.openxmlformats.org/officeDocument/2006/relationships/image" Target="../media/image124.png"/><Relationship Id="rId5" Type="http://schemas.openxmlformats.org/officeDocument/2006/relationships/slideLayout" Target="../slideLayouts/slideLayout1.xml"/>
</Relationships>
</file>

<file path=ppt/slides/_rels/slide61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25.jpeg"/><Relationship Id="rId3" Type="http://schemas.openxmlformats.org/officeDocument/2006/relationships/image" Target="../media/image126.jpeg"/><Relationship Id="rId4" Type="http://schemas.openxmlformats.org/officeDocument/2006/relationships/slideLayout" Target="../slideLayouts/slideLayout1.xml"/>
</Relationships>
</file>

<file path=ppt/slides/_rels/slide62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27.png"/><Relationship Id="rId3" Type="http://schemas.openxmlformats.org/officeDocument/2006/relationships/image" Target="../media/image128.png"/><Relationship Id="rId4" Type="http://schemas.openxmlformats.org/officeDocument/2006/relationships/slideLayout" Target="../slideLayouts/slideLayout1.xml"/>
</Relationships>
</file>

<file path=ppt/slides/_rels/slide63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29.jpeg"/><Relationship Id="rId3" Type="http://schemas.openxmlformats.org/officeDocument/2006/relationships/image" Target="../media/image130.jpeg"/><Relationship Id="rId4" Type="http://schemas.openxmlformats.org/officeDocument/2006/relationships/slideLayout" Target="../slideLayouts/slideLayout1.xml"/>
</Relationships>
</file>

<file path=ppt/slides/_rels/slide64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31.jpeg"/><Relationship Id="rId3" Type="http://schemas.openxmlformats.org/officeDocument/2006/relationships/slideLayout" Target="../slideLayouts/slideLayout1.xml"/>
</Relationships>
</file>

<file path=ppt/slides/_rels/slide65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32.jpeg"/><Relationship Id="rId3" Type="http://schemas.openxmlformats.org/officeDocument/2006/relationships/image" Target="../media/image133.jpeg"/><Relationship Id="rId4" Type="http://schemas.openxmlformats.org/officeDocument/2006/relationships/image" Target="../media/image133.jpeg"/><Relationship Id="rId5" Type="http://schemas.openxmlformats.org/officeDocument/2006/relationships/slideLayout" Target="../slideLayouts/slideLayout1.xml"/>
</Relationships>
</file>

<file path=ppt/slides/_rels/slide6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34.jpeg"/><Relationship Id="rId3" Type="http://schemas.openxmlformats.org/officeDocument/2006/relationships/image" Target="../media/image135.jpeg"/><Relationship Id="rId4" Type="http://schemas.openxmlformats.org/officeDocument/2006/relationships/image" Target="../media/image136.jpeg"/><Relationship Id="rId5" Type="http://schemas.openxmlformats.org/officeDocument/2006/relationships/slideLayout" Target="../slideLayouts/slideLayout1.xml"/>
</Relationships>
</file>

<file path=ppt/slides/_rels/slide67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6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37.png"/><Relationship Id="rId3" Type="http://schemas.openxmlformats.org/officeDocument/2006/relationships/image" Target="../media/image138.png"/><Relationship Id="rId4" Type="http://schemas.openxmlformats.org/officeDocument/2006/relationships/slideLayout" Target="../slideLayouts/slideLayout1.xml"/>
</Relationships>
</file>

<file path=ppt/slides/_rels/slide69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39.jpeg"/><Relationship Id="rId3" Type="http://schemas.openxmlformats.org/officeDocument/2006/relationships/image" Target="../media/image140.jpeg"/><Relationship Id="rId4" Type="http://schemas.openxmlformats.org/officeDocument/2006/relationships/image" Target="../media/image141.jpeg"/><Relationship Id="rId5" Type="http://schemas.openxmlformats.org/officeDocument/2006/relationships/slideLayout" Target="../slideLayouts/slideLayout1.xml"/>
</Relationships>
</file>

<file path=ppt/slides/_rels/slide7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142.jpeg"/><Relationship Id="rId3" Type="http://schemas.openxmlformats.org/officeDocument/2006/relationships/image" Target="../media/image143.jpeg"/><Relationship Id="rId4" Type="http://schemas.openxmlformats.org/officeDocument/2006/relationships/slideLayout" Target="../slideLayouts/slideLayout1.xml"/>
</Relationships>
</file>

<file path=ppt/slides/_rels/slide7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7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73.xml.rels><?xml version="1.0" encoding="UTF-8"?>
<Relationships xmlns="http://schemas.openxmlformats.org/package/2006/relationships"><Relationship Id="rId1" Type="http://schemas.openxmlformats.org/officeDocument/2006/relationships/image" Target="../media/image144.jpeg"/><Relationship Id="rId2" Type="http://schemas.openxmlformats.org/officeDocument/2006/relationships/image" Target="../media/image145.png"/><Relationship Id="rId3" Type="http://schemas.openxmlformats.org/officeDocument/2006/relationships/image" Target="../media/image146.png"/><Relationship Id="rId4" Type="http://schemas.openxmlformats.org/officeDocument/2006/relationships/image" Target="../media/image147.png"/><Relationship Id="rId5" Type="http://schemas.openxmlformats.org/officeDocument/2006/relationships/slideLayout" Target="../slideLayouts/slideLayout1.xml"/>
</Relationships>
</file>

<file path=ppt/slides/_rels/slide74.xml.rels><?xml version="1.0" encoding="UTF-8"?>
<Relationships xmlns="http://schemas.openxmlformats.org/package/2006/relationships"><Relationship Id="rId1" Type="http://schemas.openxmlformats.org/officeDocument/2006/relationships/image" Target="../media/image144.jpeg"/><Relationship Id="rId2" Type="http://schemas.openxmlformats.org/officeDocument/2006/relationships/image" Target="../media/image148.jpeg"/><Relationship Id="rId3" Type="http://schemas.openxmlformats.org/officeDocument/2006/relationships/image" Target="../media/image149.jpeg"/><Relationship Id="rId4" Type="http://schemas.openxmlformats.org/officeDocument/2006/relationships/image" Target="../media/image150.png"/><Relationship Id="rId5" Type="http://schemas.openxmlformats.org/officeDocument/2006/relationships/slideLayout" Target="../slideLayouts/slideLayout1.xml"/>
</Relationships>
</file>

<file path=ppt/slides/_rels/slide75.xml.rels><?xml version="1.0" encoding="UTF-8"?>
<Relationships xmlns="http://schemas.openxmlformats.org/package/2006/relationships"><Relationship Id="rId1" Type="http://schemas.openxmlformats.org/officeDocument/2006/relationships/image" Target="../media/image144.jpeg"/><Relationship Id="rId2" Type="http://schemas.openxmlformats.org/officeDocument/2006/relationships/slideLayout" Target="../slideLayouts/slideLayout1.xml"/>
</Relationships>
</file>

<file path=ppt/slides/_rels/slide76.xml.rels><?xml version="1.0" encoding="UTF-8"?>
<Relationships xmlns="http://schemas.openxmlformats.org/package/2006/relationships"><Relationship Id="rId1" Type="http://schemas.openxmlformats.org/officeDocument/2006/relationships/image" Target="../media/image151.png"/><Relationship Id="rId2" Type="http://schemas.openxmlformats.org/officeDocument/2006/relationships/image" Target="../media/image152.png"/><Relationship Id="rId3" Type="http://schemas.openxmlformats.org/officeDocument/2006/relationships/image" Target="../media/image153.jpeg"/><Relationship Id="rId4" Type="http://schemas.openxmlformats.org/officeDocument/2006/relationships/slideLayout" Target="../slideLayouts/slideLayout1.xml"/>
</Relationships>
</file>

<file path=ppt/slides/_rels/slide77.xml.rels><?xml version="1.0" encoding="UTF-8"?>
<Relationships xmlns="http://schemas.openxmlformats.org/package/2006/relationships"><Relationship Id="rId1" Type="http://schemas.openxmlformats.org/officeDocument/2006/relationships/image" Target="../media/image152.png"/><Relationship Id="rId2" Type="http://schemas.openxmlformats.org/officeDocument/2006/relationships/image" Target="../media/image154.png"/><Relationship Id="rId3" Type="http://schemas.openxmlformats.org/officeDocument/2006/relationships/image" Target="../media/image151.png"/><Relationship Id="rId4" Type="http://schemas.openxmlformats.org/officeDocument/2006/relationships/slideLayout" Target="../slideLayouts/slideLayout1.xml"/>
</Relationships>
</file>

<file path=ppt/slides/_rels/slide78.xml.rels><?xml version="1.0" encoding="UTF-8"?>
<Relationships xmlns="http://schemas.openxmlformats.org/package/2006/relationships"><Relationship Id="rId1" Type="http://schemas.openxmlformats.org/officeDocument/2006/relationships/image" Target="../media/image152.png"/><Relationship Id="rId2" Type="http://schemas.openxmlformats.org/officeDocument/2006/relationships/image" Target="../media/image154.png"/><Relationship Id="rId3" Type="http://schemas.openxmlformats.org/officeDocument/2006/relationships/image" Target="../media/image155.png"/><Relationship Id="rId4" Type="http://schemas.openxmlformats.org/officeDocument/2006/relationships/image" Target="../media/image151.png"/><Relationship Id="rId5" Type="http://schemas.openxmlformats.org/officeDocument/2006/relationships/slideLayout" Target="../slideLayouts/slideLayout1.xml"/>
</Relationships>
</file>

<file path=ppt/slides/_rels/slide79.xml.rels><?xml version="1.0" encoding="UTF-8"?>
<Relationships xmlns="http://schemas.openxmlformats.org/package/2006/relationships"><Relationship Id="rId1" Type="http://schemas.openxmlformats.org/officeDocument/2006/relationships/image" Target="../media/image152.png"/><Relationship Id="rId2" Type="http://schemas.openxmlformats.org/officeDocument/2006/relationships/image" Target="../media/image156.png"/><Relationship Id="rId3" Type="http://schemas.openxmlformats.org/officeDocument/2006/relationships/image" Target="../media/image155.png"/><Relationship Id="rId4" Type="http://schemas.openxmlformats.org/officeDocument/2006/relationships/image" Target="../media/image157.png"/><Relationship Id="rId5" Type="http://schemas.openxmlformats.org/officeDocument/2006/relationships/image" Target="../media/image151.png"/><Relationship Id="rId6" Type="http://schemas.openxmlformats.org/officeDocument/2006/relationships/slideLayout" Target="../slideLayouts/slideLayout1.xml"/>
</Relationships>
</file>

<file path=ppt/slides/_rels/slide80.xml.rels><?xml version="1.0" encoding="UTF-8"?>
<Relationships xmlns="http://schemas.openxmlformats.org/package/2006/relationships"><Relationship Id="rId1" Type="http://schemas.openxmlformats.org/officeDocument/2006/relationships/image" Target="../media/image152.png"/><Relationship Id="rId2" Type="http://schemas.openxmlformats.org/officeDocument/2006/relationships/image" Target="../media/image156.png"/><Relationship Id="rId3" Type="http://schemas.openxmlformats.org/officeDocument/2006/relationships/image" Target="../media/image155.png"/><Relationship Id="rId4" Type="http://schemas.openxmlformats.org/officeDocument/2006/relationships/image" Target="../media/image157.png"/><Relationship Id="rId5" Type="http://schemas.openxmlformats.org/officeDocument/2006/relationships/slideLayout" Target="../slideLayouts/slideLayout1.xml"/>
</Relationships>
</file>

<file path=ppt/slides/_rels/slide81.xml.rels><?xml version="1.0" encoding="UTF-8"?>
<Relationships xmlns="http://schemas.openxmlformats.org/package/2006/relationships"><Relationship Id="rId1" Type="http://schemas.openxmlformats.org/officeDocument/2006/relationships/image" Target="../media/image144.jpeg"/><Relationship Id="rId2" Type="http://schemas.openxmlformats.org/officeDocument/2006/relationships/image" Target="../media/image152.png"/><Relationship Id="rId3" Type="http://schemas.openxmlformats.org/officeDocument/2006/relationships/image" Target="../media/image158.png"/><Relationship Id="rId4" Type="http://schemas.openxmlformats.org/officeDocument/2006/relationships/image" Target="../media/image157.png"/><Relationship Id="rId5" Type="http://schemas.openxmlformats.org/officeDocument/2006/relationships/image" Target="../media/image159.png"/><Relationship Id="rId6" Type="http://schemas.openxmlformats.org/officeDocument/2006/relationships/slideLayout" Target="../slideLayouts/slideLayout1.xml"/>
</Relationships>
</file>

<file path=ppt/slides/_rels/slide82.xml.rels><?xml version="1.0" encoding="UTF-8"?>
<Relationships xmlns="http://schemas.openxmlformats.org/package/2006/relationships"><Relationship Id="rId1" Type="http://schemas.openxmlformats.org/officeDocument/2006/relationships/image" Target="../media/image160.jpeg"/><Relationship Id="rId2" Type="http://schemas.openxmlformats.org/officeDocument/2006/relationships/image" Target="../media/image161.jpeg"/><Relationship Id="rId3" Type="http://schemas.openxmlformats.org/officeDocument/2006/relationships/image" Target="../media/image162.jpeg"/><Relationship Id="rId4" Type="http://schemas.openxmlformats.org/officeDocument/2006/relationships/image" Target="../media/image163.jpeg"/><Relationship Id="rId5" Type="http://schemas.openxmlformats.org/officeDocument/2006/relationships/image" Target="../media/image164.jpeg"/><Relationship Id="rId6" Type="http://schemas.openxmlformats.org/officeDocument/2006/relationships/image" Target="../media/image165.png"/><Relationship Id="rId7" Type="http://schemas.openxmlformats.org/officeDocument/2006/relationships/image" Target="../media/image166.png"/><Relationship Id="rId8" Type="http://schemas.openxmlformats.org/officeDocument/2006/relationships/image" Target="../media/image167.png"/><Relationship Id="rId9" Type="http://schemas.openxmlformats.org/officeDocument/2006/relationships/image" Target="../media/image168.png"/><Relationship Id="rId10" Type="http://schemas.openxmlformats.org/officeDocument/2006/relationships/image" Target="../media/image169.png"/><Relationship Id="rId11" Type="http://schemas.openxmlformats.org/officeDocument/2006/relationships/image" Target="../media/image152.png"/><Relationship Id="rId12" Type="http://schemas.openxmlformats.org/officeDocument/2006/relationships/image" Target="../media/image158.png"/><Relationship Id="rId13" Type="http://schemas.openxmlformats.org/officeDocument/2006/relationships/image" Target="../media/image157.png"/><Relationship Id="rId14" Type="http://schemas.openxmlformats.org/officeDocument/2006/relationships/image" Target="../media/image159.png"/><Relationship Id="rId15" Type="http://schemas.openxmlformats.org/officeDocument/2006/relationships/slideLayout" Target="../slideLayouts/slideLayout1.xml"/>
</Relationships>
</file>

<file path=ppt/slides/_rels/slide83.xml.rels><?xml version="1.0" encoding="UTF-8"?>
<Relationships xmlns="http://schemas.openxmlformats.org/package/2006/relationships"><Relationship Id="rId1" Type="http://schemas.openxmlformats.org/officeDocument/2006/relationships/image" Target="../media/image170.jpeg"/><Relationship Id="rId2" Type="http://schemas.openxmlformats.org/officeDocument/2006/relationships/image" Target="../media/image171.jpeg"/><Relationship Id="rId3" Type="http://schemas.openxmlformats.org/officeDocument/2006/relationships/image" Target="../media/image172.jpeg"/><Relationship Id="rId4" Type="http://schemas.openxmlformats.org/officeDocument/2006/relationships/image" Target="../media/image173.png"/><Relationship Id="rId5" Type="http://schemas.openxmlformats.org/officeDocument/2006/relationships/image" Target="../media/image165.png"/><Relationship Id="rId6" Type="http://schemas.openxmlformats.org/officeDocument/2006/relationships/image" Target="../media/image166.png"/><Relationship Id="rId7" Type="http://schemas.openxmlformats.org/officeDocument/2006/relationships/image" Target="../media/image167.png"/><Relationship Id="rId8" Type="http://schemas.openxmlformats.org/officeDocument/2006/relationships/image" Target="../media/image168.png"/><Relationship Id="rId9" Type="http://schemas.openxmlformats.org/officeDocument/2006/relationships/image" Target="../media/image169.png"/><Relationship Id="rId10" Type="http://schemas.openxmlformats.org/officeDocument/2006/relationships/slideLayout" Target="../slideLayouts/slideLayout1.xml"/>
</Relationships>
</file>

<file path=ppt/slides/_rels/slide84.xml.rels><?xml version="1.0" encoding="UTF-8"?>
<Relationships xmlns="http://schemas.openxmlformats.org/package/2006/relationships"><Relationship Id="rId1" Type="http://schemas.openxmlformats.org/officeDocument/2006/relationships/image" Target="../media/image174.jpeg"/><Relationship Id="rId2" Type="http://schemas.openxmlformats.org/officeDocument/2006/relationships/image" Target="../media/image175.jpeg"/><Relationship Id="rId3" Type="http://schemas.openxmlformats.org/officeDocument/2006/relationships/image" Target="../media/image176.jpeg"/><Relationship Id="rId4" Type="http://schemas.openxmlformats.org/officeDocument/2006/relationships/image" Target="../media/image177.jpeg"/><Relationship Id="rId5" Type="http://schemas.openxmlformats.org/officeDocument/2006/relationships/image" Target="../media/image165.png"/><Relationship Id="rId6" Type="http://schemas.openxmlformats.org/officeDocument/2006/relationships/image" Target="../media/image166.png"/><Relationship Id="rId7" Type="http://schemas.openxmlformats.org/officeDocument/2006/relationships/image" Target="../media/image167.png"/><Relationship Id="rId8" Type="http://schemas.openxmlformats.org/officeDocument/2006/relationships/image" Target="../media/image168.png"/><Relationship Id="rId9" Type="http://schemas.openxmlformats.org/officeDocument/2006/relationships/image" Target="../media/image169.png"/><Relationship Id="rId10" Type="http://schemas.openxmlformats.org/officeDocument/2006/relationships/image" Target="../media/image178.jpeg"/><Relationship Id="rId11" Type="http://schemas.openxmlformats.org/officeDocument/2006/relationships/image" Target="../media/image179.jpeg"/><Relationship Id="rId12" Type="http://schemas.openxmlformats.org/officeDocument/2006/relationships/image" Target="../media/image180.jpeg"/><Relationship Id="rId13" Type="http://schemas.openxmlformats.org/officeDocument/2006/relationships/image" Target="../media/image181.jpeg"/><Relationship Id="rId14" Type="http://schemas.openxmlformats.org/officeDocument/2006/relationships/image" Target="../media/image182.jpeg"/><Relationship Id="rId15" Type="http://schemas.openxmlformats.org/officeDocument/2006/relationships/image" Target="../media/image183.jpeg"/><Relationship Id="rId16" Type="http://schemas.openxmlformats.org/officeDocument/2006/relationships/image" Target="../media/image184.jpeg"/><Relationship Id="rId17" Type="http://schemas.openxmlformats.org/officeDocument/2006/relationships/image" Target="../media/image185.jpeg"/><Relationship Id="rId18" Type="http://schemas.openxmlformats.org/officeDocument/2006/relationships/slideLayout" Target="../slideLayouts/slideLayout1.xml"/>
</Relationships>
</file>

<file path=ppt/slides/_rels/slide85.xml.rels><?xml version="1.0" encoding="UTF-8"?>
<Relationships xmlns="http://schemas.openxmlformats.org/package/2006/relationships"><Relationship Id="rId1" Type="http://schemas.openxmlformats.org/officeDocument/2006/relationships/image" Target="../media/image186.png"/><Relationship Id="rId2" Type="http://schemas.openxmlformats.org/officeDocument/2006/relationships/slideLayout" Target="../slideLayouts/slideLayout1.xml"/>
</Relationships>
</file>

<file path=ppt/slides/_rels/slide86.xml.rels><?xml version="1.0" encoding="UTF-8"?>
<Relationships xmlns="http://schemas.openxmlformats.org/package/2006/relationships"><Relationship Id="rId1" Type="http://schemas.openxmlformats.org/officeDocument/2006/relationships/image" Target="../media/image187.png"/><Relationship Id="rId2" Type="http://schemas.openxmlformats.org/officeDocument/2006/relationships/slideLayout" Target="../slideLayouts/slideLayout1.xml"/>
</Relationships>
</file>

<file path=ppt/slides/_rels/slide87.xml.rels><?xml version="1.0" encoding="UTF-8"?>
<Relationships xmlns="http://schemas.openxmlformats.org/package/2006/relationships"><Relationship Id="rId1" Type="http://schemas.openxmlformats.org/officeDocument/2006/relationships/image" Target="../media/image188.png"/><Relationship Id="rId2" Type="http://schemas.openxmlformats.org/officeDocument/2006/relationships/slideLayout" Target="../slideLayouts/slideLayout1.xml"/>
</Relationships>
</file>

<file path=ppt/slides/_rels/slide88.xml.rels><?xml version="1.0" encoding="UTF-8"?>
<Relationships xmlns="http://schemas.openxmlformats.org/package/2006/relationships"><Relationship Id="rId1" Type="http://schemas.openxmlformats.org/officeDocument/2006/relationships/image" Target="../media/image165.png"/><Relationship Id="rId2" Type="http://schemas.openxmlformats.org/officeDocument/2006/relationships/image" Target="../media/image166.png"/><Relationship Id="rId3" Type="http://schemas.openxmlformats.org/officeDocument/2006/relationships/image" Target="../media/image167.png"/><Relationship Id="rId4" Type="http://schemas.openxmlformats.org/officeDocument/2006/relationships/image" Target="../media/image168.png"/><Relationship Id="rId5" Type="http://schemas.openxmlformats.org/officeDocument/2006/relationships/image" Target="../media/image169.png"/><Relationship Id="rId6" Type="http://schemas.openxmlformats.org/officeDocument/2006/relationships/image" Target="../media/image189.png"/><Relationship Id="rId7" Type="http://schemas.openxmlformats.org/officeDocument/2006/relationships/image" Target="../media/image190.png"/><Relationship Id="rId8" Type="http://schemas.openxmlformats.org/officeDocument/2006/relationships/image" Target="../media/image191.png"/><Relationship Id="rId9" Type="http://schemas.openxmlformats.org/officeDocument/2006/relationships/image" Target="../media/image192.png"/><Relationship Id="rId10" Type="http://schemas.openxmlformats.org/officeDocument/2006/relationships/image" Target="../media/image193.png"/><Relationship Id="rId11" Type="http://schemas.openxmlformats.org/officeDocument/2006/relationships/image" Target="../media/image194.png"/><Relationship Id="rId12" Type="http://schemas.openxmlformats.org/officeDocument/2006/relationships/image" Target="../media/image194.png"/><Relationship Id="rId13" Type="http://schemas.openxmlformats.org/officeDocument/2006/relationships/slideLayout" Target="../slideLayouts/slideLayout1.xml"/>
</Relationships>
</file>

<file path=ppt/slides/_rels/slide89.xml.rels><?xml version="1.0" encoding="UTF-8"?>
<Relationships xmlns="http://schemas.openxmlformats.org/package/2006/relationships"><Relationship Id="rId1" Type="http://schemas.openxmlformats.org/officeDocument/2006/relationships/image" Target="../media/image165.png"/><Relationship Id="rId2" Type="http://schemas.openxmlformats.org/officeDocument/2006/relationships/image" Target="../media/image166.png"/><Relationship Id="rId3" Type="http://schemas.openxmlformats.org/officeDocument/2006/relationships/image" Target="../media/image167.png"/><Relationship Id="rId4" Type="http://schemas.openxmlformats.org/officeDocument/2006/relationships/image" Target="../media/image168.png"/><Relationship Id="rId5" Type="http://schemas.openxmlformats.org/officeDocument/2006/relationships/image" Target="../media/image169.png"/><Relationship Id="rId6" Type="http://schemas.openxmlformats.org/officeDocument/2006/relationships/image" Target="../media/image195.png"/><Relationship Id="rId7" Type="http://schemas.openxmlformats.org/officeDocument/2006/relationships/image" Target="../media/image190.png"/><Relationship Id="rId8" Type="http://schemas.openxmlformats.org/officeDocument/2006/relationships/image" Target="../media/image196.png"/><Relationship Id="rId9" Type="http://schemas.openxmlformats.org/officeDocument/2006/relationships/image" Target="../media/image192.png"/><Relationship Id="rId10" Type="http://schemas.openxmlformats.org/officeDocument/2006/relationships/slideLayout" Target="../slideLayouts/slideLayout1.xml"/>
</Relationships>
</file>

<file path=ppt/slides/_rels/slide90.xml.rels><?xml version="1.0" encoding="UTF-8"?>
<Relationships xmlns="http://schemas.openxmlformats.org/package/2006/relationships"><Relationship Id="rId1" Type="http://schemas.openxmlformats.org/officeDocument/2006/relationships/image" Target="../media/image163.jpe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168.png"/><Relationship Id="rId6" Type="http://schemas.openxmlformats.org/officeDocument/2006/relationships/image" Target="../media/image169.png"/><Relationship Id="rId7" Type="http://schemas.openxmlformats.org/officeDocument/2006/relationships/image" Target="../media/image197.jpeg"/><Relationship Id="rId8" Type="http://schemas.openxmlformats.org/officeDocument/2006/relationships/image" Target="../media/image198.jpeg"/><Relationship Id="rId9" Type="http://schemas.openxmlformats.org/officeDocument/2006/relationships/image" Target="../media/image199.jpeg"/><Relationship Id="rId10" Type="http://schemas.openxmlformats.org/officeDocument/2006/relationships/slideLayout" Target="../slideLayouts/slideLayout1.xml"/>
</Relationships>
</file>

<file path=ppt/slides/_rels/slide91.xml.rels><?xml version="1.0" encoding="UTF-8"?>
<Relationships xmlns="http://schemas.openxmlformats.org/package/2006/relationships"><Relationship Id="rId1" Type="http://schemas.openxmlformats.org/officeDocument/2006/relationships/image" Target="../media/image160.jpeg"/><Relationship Id="rId2" Type="http://schemas.openxmlformats.org/officeDocument/2006/relationships/image" Target="../media/image161.jpeg"/><Relationship Id="rId3" Type="http://schemas.openxmlformats.org/officeDocument/2006/relationships/image" Target="../media/image162.jpeg"/><Relationship Id="rId4" Type="http://schemas.openxmlformats.org/officeDocument/2006/relationships/image" Target="../media/image200.jpeg"/><Relationship Id="rId5" Type="http://schemas.openxmlformats.org/officeDocument/2006/relationships/image" Target="../media/image164.jpeg"/><Relationship Id="rId6" Type="http://schemas.openxmlformats.org/officeDocument/2006/relationships/image" Target="../media/image165.png"/><Relationship Id="rId7" Type="http://schemas.openxmlformats.org/officeDocument/2006/relationships/image" Target="../media/image166.png"/><Relationship Id="rId8" Type="http://schemas.openxmlformats.org/officeDocument/2006/relationships/image" Target="../media/image167.png"/><Relationship Id="rId9" Type="http://schemas.openxmlformats.org/officeDocument/2006/relationships/image" Target="../media/image168.png"/><Relationship Id="rId10" Type="http://schemas.openxmlformats.org/officeDocument/2006/relationships/image" Target="../media/image169.png"/><Relationship Id="rId11" Type="http://schemas.openxmlformats.org/officeDocument/2006/relationships/slideLayout" Target="../slideLayouts/slideLayout1.xml"/>
</Relationships>
</file>

<file path=ppt/slides/_rels/slide92.xml.rels><?xml version="1.0" encoding="UTF-8"?>
<Relationships xmlns="http://schemas.openxmlformats.org/package/2006/relationships"><Relationship Id="rId1" Type="http://schemas.openxmlformats.org/officeDocument/2006/relationships/image" Target="../media/image163.jpe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168.png"/><Relationship Id="rId6" Type="http://schemas.openxmlformats.org/officeDocument/2006/relationships/image" Target="../media/image169.png"/><Relationship Id="rId7" Type="http://schemas.openxmlformats.org/officeDocument/2006/relationships/image" Target="../media/image201.png"/><Relationship Id="rId8" Type="http://schemas.openxmlformats.org/officeDocument/2006/relationships/image" Target="../media/image202.png"/><Relationship Id="rId9" Type="http://schemas.openxmlformats.org/officeDocument/2006/relationships/slideLayout" Target="../slideLayouts/slideLayout1.xml"/>
</Relationships>
</file>

<file path=ppt/slides/_rels/slide93.xml.rels><?xml version="1.0" encoding="UTF-8"?>
<Relationships xmlns="http://schemas.openxmlformats.org/package/2006/relationships"><Relationship Id="rId1" Type="http://schemas.openxmlformats.org/officeDocument/2006/relationships/image" Target="../media/image163.jpe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168.png"/><Relationship Id="rId6" Type="http://schemas.openxmlformats.org/officeDocument/2006/relationships/image" Target="../media/image169.png"/><Relationship Id="rId7" Type="http://schemas.openxmlformats.org/officeDocument/2006/relationships/image" Target="../media/image201.png"/><Relationship Id="rId8" Type="http://schemas.openxmlformats.org/officeDocument/2006/relationships/image" Target="../media/image203.jpeg"/><Relationship Id="rId9" Type="http://schemas.openxmlformats.org/officeDocument/2006/relationships/image" Target="../media/image204.jpeg"/><Relationship Id="rId10" Type="http://schemas.openxmlformats.org/officeDocument/2006/relationships/image" Target="../media/image205.jpeg"/><Relationship Id="rId11" Type="http://schemas.openxmlformats.org/officeDocument/2006/relationships/image" Target="../media/image206.jpeg"/><Relationship Id="rId12" Type="http://schemas.openxmlformats.org/officeDocument/2006/relationships/slideLayout" Target="../slideLayouts/slideLayout1.xml"/>
</Relationships>
</file>

<file path=ppt/slides/_rels/slide94.xml.rels><?xml version="1.0" encoding="UTF-8"?>
<Relationships xmlns="http://schemas.openxmlformats.org/package/2006/relationships"><Relationship Id="rId1" Type="http://schemas.openxmlformats.org/officeDocument/2006/relationships/image" Target="../media/image163.jpe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168.png"/><Relationship Id="rId6" Type="http://schemas.openxmlformats.org/officeDocument/2006/relationships/image" Target="../media/image169.png"/><Relationship Id="rId7" Type="http://schemas.openxmlformats.org/officeDocument/2006/relationships/image" Target="../media/image207.png"/><Relationship Id="rId8" Type="http://schemas.openxmlformats.org/officeDocument/2006/relationships/image" Target="../media/image208.png"/><Relationship Id="rId9" Type="http://schemas.openxmlformats.org/officeDocument/2006/relationships/image" Target="../media/image209.jpeg"/><Relationship Id="rId10" Type="http://schemas.openxmlformats.org/officeDocument/2006/relationships/image" Target="../media/image201.png"/><Relationship Id="rId11" Type="http://schemas.openxmlformats.org/officeDocument/2006/relationships/image" Target="../media/image210.jpeg"/><Relationship Id="rId12" Type="http://schemas.openxmlformats.org/officeDocument/2006/relationships/slideLayout" Target="../slideLayouts/slideLayout1.xml"/>
</Relationships>
</file>

<file path=ppt/slides/_rels/slide95.xml.rels><?xml version="1.0" encoding="UTF-8"?>
<Relationships xmlns="http://schemas.openxmlformats.org/package/2006/relationships"><Relationship Id="rId1" Type="http://schemas.openxmlformats.org/officeDocument/2006/relationships/image" Target="../media/image165.png"/><Relationship Id="rId2" Type="http://schemas.openxmlformats.org/officeDocument/2006/relationships/image" Target="../media/image166.png"/><Relationship Id="rId3" Type="http://schemas.openxmlformats.org/officeDocument/2006/relationships/image" Target="../media/image167.png"/><Relationship Id="rId4" Type="http://schemas.openxmlformats.org/officeDocument/2006/relationships/image" Target="../media/image168.png"/><Relationship Id="rId5" Type="http://schemas.openxmlformats.org/officeDocument/2006/relationships/image" Target="../media/image169.png"/><Relationship Id="rId6" Type="http://schemas.openxmlformats.org/officeDocument/2006/relationships/image" Target="../media/image211.jpeg"/><Relationship Id="rId7" Type="http://schemas.openxmlformats.org/officeDocument/2006/relationships/image" Target="../media/image212.png"/><Relationship Id="rId8" Type="http://schemas.openxmlformats.org/officeDocument/2006/relationships/image" Target="../media/image212.png"/><Relationship Id="rId9" Type="http://schemas.openxmlformats.org/officeDocument/2006/relationships/image" Target="../media/image212.png"/><Relationship Id="rId10" Type="http://schemas.openxmlformats.org/officeDocument/2006/relationships/image" Target="../media/image213.png"/><Relationship Id="rId11" Type="http://schemas.openxmlformats.org/officeDocument/2006/relationships/image" Target="../media/image213.png"/><Relationship Id="rId12" Type="http://schemas.openxmlformats.org/officeDocument/2006/relationships/image" Target="../media/image214.png"/><Relationship Id="rId13" Type="http://schemas.openxmlformats.org/officeDocument/2006/relationships/slideLayout" Target="../slideLayouts/slideLayout1.xml"/>
</Relationships>
</file>

<file path=ppt/slides/_rels/slide96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0.jpeg"/><Relationship Id="rId3" Type="http://schemas.openxmlformats.org/officeDocument/2006/relationships/image" Target="../media/image216.jpeg"/><Relationship Id="rId4" Type="http://schemas.openxmlformats.org/officeDocument/2006/relationships/image" Target="../media/image162.jpeg"/><Relationship Id="rId5" Type="http://schemas.openxmlformats.org/officeDocument/2006/relationships/image" Target="../media/image163.jpeg"/><Relationship Id="rId6" Type="http://schemas.openxmlformats.org/officeDocument/2006/relationships/image" Target="../media/image164.jpeg"/><Relationship Id="rId7" Type="http://schemas.openxmlformats.org/officeDocument/2006/relationships/image" Target="../media/image217.jpeg"/><Relationship Id="rId8" Type="http://schemas.openxmlformats.org/officeDocument/2006/relationships/image" Target="../media/image218.jpeg"/><Relationship Id="rId9" Type="http://schemas.openxmlformats.org/officeDocument/2006/relationships/image" Target="../media/image165.png"/><Relationship Id="rId10" Type="http://schemas.openxmlformats.org/officeDocument/2006/relationships/image" Target="../media/image166.png"/><Relationship Id="rId11" Type="http://schemas.openxmlformats.org/officeDocument/2006/relationships/image" Target="../media/image167.png"/><Relationship Id="rId12" Type="http://schemas.openxmlformats.org/officeDocument/2006/relationships/image" Target="../media/image219.png"/><Relationship Id="rId13" Type="http://schemas.openxmlformats.org/officeDocument/2006/relationships/image" Target="../media/image220.png"/><Relationship Id="rId14" Type="http://schemas.openxmlformats.org/officeDocument/2006/relationships/image" Target="../media/image168.png"/><Relationship Id="rId15" Type="http://schemas.openxmlformats.org/officeDocument/2006/relationships/image" Target="../media/image169.png"/><Relationship Id="rId16" Type="http://schemas.openxmlformats.org/officeDocument/2006/relationships/image" Target="../media/image152.png"/><Relationship Id="rId17" Type="http://schemas.openxmlformats.org/officeDocument/2006/relationships/image" Target="../media/image158.png"/><Relationship Id="rId18" Type="http://schemas.openxmlformats.org/officeDocument/2006/relationships/image" Target="../media/image157.png"/><Relationship Id="rId19" Type="http://schemas.openxmlformats.org/officeDocument/2006/relationships/image" Target="../media/image159.png"/><Relationship Id="rId20" Type="http://schemas.openxmlformats.org/officeDocument/2006/relationships/slideLayout" Target="../slideLayouts/slideLayout1.xml"/>
</Relationships>
</file>

<file path=ppt/slides/_rels/slide97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21.jpeg"/><Relationship Id="rId8" Type="http://schemas.openxmlformats.org/officeDocument/2006/relationships/image" Target="../media/image172.jpeg"/><Relationship Id="rId9" Type="http://schemas.openxmlformats.org/officeDocument/2006/relationships/image" Target="../media/image218.jpeg"/><Relationship Id="rId10" Type="http://schemas.openxmlformats.org/officeDocument/2006/relationships/slideLayout" Target="../slideLayouts/slideLayout1.xml"/>
</Relationships>
</file>

<file path=ppt/slides/_rels/slide98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18.jpeg"/><Relationship Id="rId8" Type="http://schemas.openxmlformats.org/officeDocument/2006/relationships/image" Target="../media/image222.jpeg"/><Relationship Id="rId9" Type="http://schemas.openxmlformats.org/officeDocument/2006/relationships/slideLayout" Target="../slideLayouts/slideLayout1.xml"/>
</Relationships>
</file>

<file path=ppt/slides/_rels/slide99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18.jpeg"/><Relationship Id="rId8" Type="http://schemas.openxmlformats.org/officeDocument/2006/relationships/image" Target="../media/image222.jpeg"/><Relationship Id="rId9" Type="http://schemas.openxmlformats.org/officeDocument/2006/relationships/slideLayout" Target="../slideLayouts/slideLayout1.xml"/>
</Relationships>
</file>

<file path=ppt/slides/_rels/slide100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18.jpeg"/><Relationship Id="rId8" Type="http://schemas.openxmlformats.org/officeDocument/2006/relationships/image" Target="../media/image222.jpeg"/><Relationship Id="rId9" Type="http://schemas.openxmlformats.org/officeDocument/2006/relationships/slideLayout" Target="../slideLayouts/slideLayout1.xml"/>
</Relationships>
</file>

<file path=ppt/slides/_rels/slide101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18.jpeg"/><Relationship Id="rId8" Type="http://schemas.openxmlformats.org/officeDocument/2006/relationships/image" Target="../media/image222.jpeg"/><Relationship Id="rId9" Type="http://schemas.openxmlformats.org/officeDocument/2006/relationships/slideLayout" Target="../slideLayouts/slideLayout1.xml"/>
</Relationships>
</file>

<file path=ppt/slides/_rels/slide102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23.png"/><Relationship Id="rId8" Type="http://schemas.openxmlformats.org/officeDocument/2006/relationships/image" Target="../media/image224.jpeg"/><Relationship Id="rId9" Type="http://schemas.openxmlformats.org/officeDocument/2006/relationships/slideLayout" Target="../slideLayouts/slideLayout1.xml"/>
</Relationships>
</file>

<file path=ppt/slides/_rels/slide103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25.jpeg"/><Relationship Id="rId8" Type="http://schemas.openxmlformats.org/officeDocument/2006/relationships/image" Target="../media/image226.png"/><Relationship Id="rId9" Type="http://schemas.openxmlformats.org/officeDocument/2006/relationships/slideLayout" Target="../slideLayouts/slideLayout1.xml"/>
</Relationships>
</file>

<file path=ppt/slides/_rels/slide104.xml.rels><?xml version="1.0" encoding="UTF-8"?>
<Relationships xmlns="http://schemas.openxmlformats.org/package/2006/relationships"><Relationship Id="rId1" Type="http://schemas.openxmlformats.org/officeDocument/2006/relationships/image" Target="../media/image227.jpeg"/><Relationship Id="rId2" Type="http://schemas.openxmlformats.org/officeDocument/2006/relationships/image" Target="../media/image215.png"/><Relationship Id="rId3" Type="http://schemas.openxmlformats.org/officeDocument/2006/relationships/image" Target="../media/image16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219.png"/><Relationship Id="rId7" Type="http://schemas.openxmlformats.org/officeDocument/2006/relationships/image" Target="../media/image220.png"/><Relationship Id="rId8" Type="http://schemas.openxmlformats.org/officeDocument/2006/relationships/image" Target="../media/image228.png"/><Relationship Id="rId9" Type="http://schemas.openxmlformats.org/officeDocument/2006/relationships/slideLayout" Target="../slideLayouts/slideLayout1.xml"/>
</Relationships>
</file>

<file path=ppt/slides/_rels/slide105.xml.rels><?xml version="1.0" encoding="UTF-8"?>
<Relationships xmlns="http://schemas.openxmlformats.org/package/2006/relationships"><Relationship Id="rId1" Type="http://schemas.openxmlformats.org/officeDocument/2006/relationships/image" Target="../media/image229.png"/><Relationship Id="rId2" Type="http://schemas.openxmlformats.org/officeDocument/2006/relationships/image" Target="../media/image215.png"/><Relationship Id="rId3" Type="http://schemas.openxmlformats.org/officeDocument/2006/relationships/image" Target="../media/image16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219.png"/><Relationship Id="rId7" Type="http://schemas.openxmlformats.org/officeDocument/2006/relationships/image" Target="../media/image220.png"/><Relationship Id="rId8" Type="http://schemas.openxmlformats.org/officeDocument/2006/relationships/image" Target="../media/image230.jpeg"/><Relationship Id="rId9" Type="http://schemas.openxmlformats.org/officeDocument/2006/relationships/image" Target="../media/image179.jpeg"/><Relationship Id="rId10" Type="http://schemas.openxmlformats.org/officeDocument/2006/relationships/image" Target="../media/image183.jpeg"/><Relationship Id="rId11" Type="http://schemas.openxmlformats.org/officeDocument/2006/relationships/image" Target="../media/image184.jpeg"/><Relationship Id="rId12" Type="http://schemas.openxmlformats.org/officeDocument/2006/relationships/image" Target="../media/image185.jpeg"/><Relationship Id="rId13" Type="http://schemas.openxmlformats.org/officeDocument/2006/relationships/slideLayout" Target="../slideLayouts/slideLayout1.xml"/>
</Relationships>
</file>

<file path=ppt/slides/_rels/slide106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18.jpeg"/><Relationship Id="rId8" Type="http://schemas.openxmlformats.org/officeDocument/2006/relationships/image" Target="../media/image231.jpeg"/><Relationship Id="rId9" Type="http://schemas.openxmlformats.org/officeDocument/2006/relationships/slideLayout" Target="../slideLayouts/slideLayout1.xml"/>
</Relationships>
</file>

<file path=ppt/slides/_rels/slide107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32.png"/><Relationship Id="rId8" Type="http://schemas.openxmlformats.org/officeDocument/2006/relationships/image" Target="../media/image233.png"/><Relationship Id="rId9" Type="http://schemas.openxmlformats.org/officeDocument/2006/relationships/image" Target="../media/image234.png"/><Relationship Id="rId10" Type="http://schemas.openxmlformats.org/officeDocument/2006/relationships/image" Target="../media/image235.jpeg"/><Relationship Id="rId11" Type="http://schemas.openxmlformats.org/officeDocument/2006/relationships/image" Target="../media/image236.png"/><Relationship Id="rId12" Type="http://schemas.openxmlformats.org/officeDocument/2006/relationships/image" Target="../media/image237.jpeg"/><Relationship Id="rId13" Type="http://schemas.openxmlformats.org/officeDocument/2006/relationships/slideLayout" Target="../slideLayouts/slideLayout1.xml"/>
</Relationships>
</file>

<file path=ppt/slides/_rels/slide108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38.png"/><Relationship Id="rId8" Type="http://schemas.openxmlformats.org/officeDocument/2006/relationships/image" Target="../media/image239.png"/><Relationship Id="rId9" Type="http://schemas.openxmlformats.org/officeDocument/2006/relationships/image" Target="../media/image240.jpeg"/><Relationship Id="rId10" Type="http://schemas.openxmlformats.org/officeDocument/2006/relationships/slideLayout" Target="../slideLayouts/slideLayout1.xml"/>
</Relationships>
</file>

<file path=ppt/slides/_rels/slide109.xml.rels><?xml version="1.0" encoding="UTF-8"?>
<Relationships xmlns="http://schemas.openxmlformats.org/package/2006/relationships"><Relationship Id="rId1" Type="http://schemas.openxmlformats.org/officeDocument/2006/relationships/image" Target="../media/image241.jpeg"/><Relationship Id="rId2" Type="http://schemas.openxmlformats.org/officeDocument/2006/relationships/image" Target="../media/image215.png"/><Relationship Id="rId3" Type="http://schemas.openxmlformats.org/officeDocument/2006/relationships/image" Target="../media/image16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219.png"/><Relationship Id="rId7" Type="http://schemas.openxmlformats.org/officeDocument/2006/relationships/image" Target="../media/image220.png"/><Relationship Id="rId8" Type="http://schemas.openxmlformats.org/officeDocument/2006/relationships/image" Target="../media/image242.jpeg"/><Relationship Id="rId9" Type="http://schemas.openxmlformats.org/officeDocument/2006/relationships/slideLayout" Target="../slideLayouts/slideLayout1.xml"/>
</Relationships>
</file>

<file path=ppt/slides/_rels/slide110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43.jpeg"/><Relationship Id="rId8" Type="http://schemas.openxmlformats.org/officeDocument/2006/relationships/image" Target="../media/image244.png"/><Relationship Id="rId9" Type="http://schemas.openxmlformats.org/officeDocument/2006/relationships/image" Target="../media/image245.png"/><Relationship Id="rId10" Type="http://schemas.openxmlformats.org/officeDocument/2006/relationships/slideLayout" Target="../slideLayouts/slideLayout1.xml"/>
</Relationships>
</file>

<file path=ppt/slides/_rels/slide111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46.jpeg"/><Relationship Id="rId8" Type="http://schemas.openxmlformats.org/officeDocument/2006/relationships/image" Target="../media/image247.jpeg"/><Relationship Id="rId9" Type="http://schemas.openxmlformats.org/officeDocument/2006/relationships/slideLayout" Target="../slideLayouts/slideLayout1.xml"/>
</Relationships>
</file>

<file path=ppt/slides/_rels/slide112.xml.rels><?xml version="1.0" encoding="UTF-8"?>
<Relationships xmlns="http://schemas.openxmlformats.org/package/2006/relationships"><Relationship Id="rId1" Type="http://schemas.openxmlformats.org/officeDocument/2006/relationships/image" Target="../media/image248.jpeg"/><Relationship Id="rId2" Type="http://schemas.openxmlformats.org/officeDocument/2006/relationships/image" Target="../media/image249.png"/><Relationship Id="rId3" Type="http://schemas.openxmlformats.org/officeDocument/2006/relationships/slideLayout" Target="../slideLayouts/slideLayout1.xml"/>
</Relationships>
</file>

<file path=ppt/slides/_rels/slide113.xml.rels><?xml version="1.0" encoding="UTF-8"?>
<Relationships xmlns="http://schemas.openxmlformats.org/package/2006/relationships"><Relationship Id="rId1" Type="http://schemas.openxmlformats.org/officeDocument/2006/relationships/image" Target="../media/image250.jpeg"/><Relationship Id="rId2" Type="http://schemas.openxmlformats.org/officeDocument/2006/relationships/slideLayout" Target="../slideLayouts/slideLayout1.xml"/>
</Relationships>
</file>

<file path=ppt/slides/_rels/slide114.xml.rels><?xml version="1.0" encoding="UTF-8"?>
<Relationships xmlns="http://schemas.openxmlformats.org/package/2006/relationships"><Relationship Id="rId1" Type="http://schemas.openxmlformats.org/officeDocument/2006/relationships/image" Target="../media/image251.jpeg"/><Relationship Id="rId2" Type="http://schemas.openxmlformats.org/officeDocument/2006/relationships/image" Target="../media/image252.jpeg"/><Relationship Id="rId3" Type="http://schemas.openxmlformats.org/officeDocument/2006/relationships/slideLayout" Target="../slideLayouts/slideLayout1.xml"/>
</Relationships>
</file>

<file path=ppt/slides/_rels/slide115.xml.rels><?xml version="1.0" encoding="UTF-8"?>
<Relationships xmlns="http://schemas.openxmlformats.org/package/2006/relationships"><Relationship Id="rId1" Type="http://schemas.openxmlformats.org/officeDocument/2006/relationships/image" Target="../media/image253.jpeg"/><Relationship Id="rId2" Type="http://schemas.openxmlformats.org/officeDocument/2006/relationships/image" Target="../media/image254.png"/><Relationship Id="rId3" Type="http://schemas.openxmlformats.org/officeDocument/2006/relationships/image" Target="../media/image255.jpeg"/><Relationship Id="rId4" Type="http://schemas.openxmlformats.org/officeDocument/2006/relationships/image" Target="../media/image256.jpeg"/><Relationship Id="rId5" Type="http://schemas.openxmlformats.org/officeDocument/2006/relationships/image" Target="../media/image257.jpeg"/><Relationship Id="rId6" Type="http://schemas.openxmlformats.org/officeDocument/2006/relationships/image" Target="../media/image258.jpeg"/><Relationship Id="rId7" Type="http://schemas.openxmlformats.org/officeDocument/2006/relationships/image" Target="../media/image259.jpeg"/><Relationship Id="rId8" Type="http://schemas.openxmlformats.org/officeDocument/2006/relationships/image" Target="../media/image260.png"/><Relationship Id="rId9" Type="http://schemas.openxmlformats.org/officeDocument/2006/relationships/slideLayout" Target="../slideLayouts/slideLayout1.xml"/>
</Relationships>
</file>

<file path=ppt/slides/_rels/slide116.xml.rels><?xml version="1.0" encoding="UTF-8"?>
<Relationships xmlns="http://schemas.openxmlformats.org/package/2006/relationships"><Relationship Id="rId1" Type="http://schemas.openxmlformats.org/officeDocument/2006/relationships/image" Target="../media/image261.jpeg"/><Relationship Id="rId2" Type="http://schemas.openxmlformats.org/officeDocument/2006/relationships/slideLayout" Target="../slideLayouts/slideLayout1.xml"/>
</Relationships>
</file>

<file path=ppt/slides/_rels/slide117.xml.rels><?xml version="1.0" encoding="UTF-8"?>
<Relationships xmlns="http://schemas.openxmlformats.org/package/2006/relationships"><Relationship Id="rId1" Type="http://schemas.openxmlformats.org/officeDocument/2006/relationships/image" Target="../media/image262.png"/><Relationship Id="rId2" Type="http://schemas.openxmlformats.org/officeDocument/2006/relationships/image" Target="../media/image263.png"/><Relationship Id="rId3" Type="http://schemas.openxmlformats.org/officeDocument/2006/relationships/image" Target="../media/image264.png"/><Relationship Id="rId4" Type="http://schemas.openxmlformats.org/officeDocument/2006/relationships/image" Target="../media/image265.png"/><Relationship Id="rId5" Type="http://schemas.openxmlformats.org/officeDocument/2006/relationships/image" Target="../media/image266.jpeg"/><Relationship Id="rId6" Type="http://schemas.openxmlformats.org/officeDocument/2006/relationships/image" Target="../media/image267.jpeg"/><Relationship Id="rId7" Type="http://schemas.openxmlformats.org/officeDocument/2006/relationships/image" Target="../media/image268.jpeg"/><Relationship Id="rId8" Type="http://schemas.openxmlformats.org/officeDocument/2006/relationships/slideLayout" Target="../slideLayouts/slideLayout1.xml"/>
</Relationships>
</file>

<file path=ppt/slides/_rels/slide118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69.jpeg"/><Relationship Id="rId8" Type="http://schemas.openxmlformats.org/officeDocument/2006/relationships/image" Target="../media/image270.png"/><Relationship Id="rId9" Type="http://schemas.openxmlformats.org/officeDocument/2006/relationships/image" Target="../media/image271.png"/><Relationship Id="rId10" Type="http://schemas.openxmlformats.org/officeDocument/2006/relationships/image" Target="../media/image272.png"/><Relationship Id="rId11" Type="http://schemas.openxmlformats.org/officeDocument/2006/relationships/slideLayout" Target="../slideLayouts/slideLayout1.xml"/>
</Relationships>
</file>

<file path=ppt/slides/_rels/slide119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73.jpeg"/><Relationship Id="rId8" Type="http://schemas.openxmlformats.org/officeDocument/2006/relationships/image" Target="../media/image274.png"/><Relationship Id="rId9" Type="http://schemas.openxmlformats.org/officeDocument/2006/relationships/slideLayout" Target="../slideLayouts/slideLayout1.xml"/>
</Relationships>
</file>

<file path=ppt/slides/_rels/slide120.xml.rels><?xml version="1.0" encoding="UTF-8"?>
<Relationships xmlns="http://schemas.openxmlformats.org/package/2006/relationships"><Relationship Id="rId1" Type="http://schemas.openxmlformats.org/officeDocument/2006/relationships/image" Target="../media/image275.png"/><Relationship Id="rId2" Type="http://schemas.openxmlformats.org/officeDocument/2006/relationships/image" Target="../media/image276.png"/><Relationship Id="rId3" Type="http://schemas.openxmlformats.org/officeDocument/2006/relationships/image" Target="../media/image215.png"/><Relationship Id="rId4" Type="http://schemas.openxmlformats.org/officeDocument/2006/relationships/image" Target="../media/image165.png"/><Relationship Id="rId5" Type="http://schemas.openxmlformats.org/officeDocument/2006/relationships/image" Target="../media/image166.png"/><Relationship Id="rId6" Type="http://schemas.openxmlformats.org/officeDocument/2006/relationships/image" Target="../media/image167.png"/><Relationship Id="rId7" Type="http://schemas.openxmlformats.org/officeDocument/2006/relationships/image" Target="../media/image219.png"/><Relationship Id="rId8" Type="http://schemas.openxmlformats.org/officeDocument/2006/relationships/image" Target="../media/image220.png"/><Relationship Id="rId9" Type="http://schemas.openxmlformats.org/officeDocument/2006/relationships/image" Target="../media/image277.png"/><Relationship Id="rId10" Type="http://schemas.openxmlformats.org/officeDocument/2006/relationships/image" Target="../media/image278.png"/><Relationship Id="rId11" Type="http://schemas.openxmlformats.org/officeDocument/2006/relationships/slideLayout" Target="../slideLayouts/slideLayout1.xml"/>
</Relationships>
</file>

<file path=ppt/slides/_rels/slide121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18.jpeg"/><Relationship Id="rId8" Type="http://schemas.openxmlformats.org/officeDocument/2006/relationships/image" Target="../media/image279.png"/><Relationship Id="rId9" Type="http://schemas.openxmlformats.org/officeDocument/2006/relationships/image" Target="../media/image280.png"/><Relationship Id="rId10" Type="http://schemas.openxmlformats.org/officeDocument/2006/relationships/slideLayout" Target="../slideLayouts/slideLayout1.xml"/>
</Relationships>
</file>

<file path=ppt/slides/_rels/slide122.xml.rels><?xml version="1.0" encoding="UTF-8"?>
<Relationships xmlns="http://schemas.openxmlformats.org/package/2006/relationships"><Relationship Id="rId1" Type="http://schemas.openxmlformats.org/officeDocument/2006/relationships/image" Target="../media/image160.jpeg"/><Relationship Id="rId2" Type="http://schemas.openxmlformats.org/officeDocument/2006/relationships/image" Target="../media/image281.jpeg"/><Relationship Id="rId3" Type="http://schemas.openxmlformats.org/officeDocument/2006/relationships/image" Target="../media/image162.jpeg"/><Relationship Id="rId4" Type="http://schemas.openxmlformats.org/officeDocument/2006/relationships/image" Target="../media/image163.jpeg"/><Relationship Id="rId5" Type="http://schemas.openxmlformats.org/officeDocument/2006/relationships/image" Target="../media/image164.jpeg"/><Relationship Id="rId6" Type="http://schemas.openxmlformats.org/officeDocument/2006/relationships/image" Target="../media/image282.jpeg"/><Relationship Id="rId7" Type="http://schemas.openxmlformats.org/officeDocument/2006/relationships/image" Target="../media/image283.jpeg"/><Relationship Id="rId8" Type="http://schemas.openxmlformats.org/officeDocument/2006/relationships/image" Target="../media/image152.png"/><Relationship Id="rId9" Type="http://schemas.openxmlformats.org/officeDocument/2006/relationships/image" Target="../media/image158.png"/><Relationship Id="rId10" Type="http://schemas.openxmlformats.org/officeDocument/2006/relationships/image" Target="../media/image157.png"/><Relationship Id="rId11" Type="http://schemas.openxmlformats.org/officeDocument/2006/relationships/image" Target="../media/image159.png"/><Relationship Id="rId12" Type="http://schemas.openxmlformats.org/officeDocument/2006/relationships/image" Target="../media/image284.png"/><Relationship Id="rId13" Type="http://schemas.openxmlformats.org/officeDocument/2006/relationships/image" Target="../media/image285.png"/><Relationship Id="rId14" Type="http://schemas.openxmlformats.org/officeDocument/2006/relationships/image" Target="../media/image215.png"/><Relationship Id="rId15" Type="http://schemas.openxmlformats.org/officeDocument/2006/relationships/image" Target="../media/image166.png"/><Relationship Id="rId16" Type="http://schemas.openxmlformats.org/officeDocument/2006/relationships/image" Target="../media/image167.png"/><Relationship Id="rId17" Type="http://schemas.openxmlformats.org/officeDocument/2006/relationships/slideLayout" Target="../slideLayouts/slideLayout1.xml"/>
</Relationships>
</file>

<file path=ppt/slides/_rels/slide123.xml.rels><?xml version="1.0" encoding="UTF-8"?>
<Relationships xmlns="http://schemas.openxmlformats.org/package/2006/relationships"><Relationship Id="rId1" Type="http://schemas.openxmlformats.org/officeDocument/2006/relationships/image" Target="../media/image284.png"/><Relationship Id="rId2" Type="http://schemas.openxmlformats.org/officeDocument/2006/relationships/image" Target="../media/image285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153.jpeg"/><Relationship Id="rId7" Type="http://schemas.openxmlformats.org/officeDocument/2006/relationships/slideLayout" Target="../slideLayouts/slideLayout1.xml"/>
</Relationships>
</file>

<file path=ppt/slides/_rels/slide124.xml.rels><?xml version="1.0" encoding="UTF-8"?>
<Relationships xmlns="http://schemas.openxmlformats.org/package/2006/relationships"><Relationship Id="rId1" Type="http://schemas.openxmlformats.org/officeDocument/2006/relationships/image" Target="../media/image286.jpeg"/><Relationship Id="rId2" Type="http://schemas.openxmlformats.org/officeDocument/2006/relationships/image" Target="../media/image284.png"/><Relationship Id="rId3" Type="http://schemas.openxmlformats.org/officeDocument/2006/relationships/image" Target="../media/image285.png"/><Relationship Id="rId4" Type="http://schemas.openxmlformats.org/officeDocument/2006/relationships/image" Target="../media/image215.png"/><Relationship Id="rId5" Type="http://schemas.openxmlformats.org/officeDocument/2006/relationships/image" Target="../media/image166.png"/><Relationship Id="rId6" Type="http://schemas.openxmlformats.org/officeDocument/2006/relationships/image" Target="../media/image167.png"/><Relationship Id="rId7" Type="http://schemas.openxmlformats.org/officeDocument/2006/relationships/slideLayout" Target="../slideLayouts/slideLayout1.xml"/>
</Relationships>
</file>

<file path=ppt/slides/_rels/slide125.xml.rels><?xml version="1.0" encoding="UTF-8"?>
<Relationships xmlns="http://schemas.openxmlformats.org/package/2006/relationships"><Relationship Id="rId1" Type="http://schemas.openxmlformats.org/officeDocument/2006/relationships/image" Target="../media/image284.png"/><Relationship Id="rId2" Type="http://schemas.openxmlformats.org/officeDocument/2006/relationships/image" Target="../media/image285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287.jpeg"/><Relationship Id="rId7" Type="http://schemas.openxmlformats.org/officeDocument/2006/relationships/image" Target="../media/image288.jpeg"/><Relationship Id="rId8" Type="http://schemas.openxmlformats.org/officeDocument/2006/relationships/image" Target="../media/image289.jpeg"/><Relationship Id="rId9" Type="http://schemas.openxmlformats.org/officeDocument/2006/relationships/slideLayout" Target="../slideLayouts/slideLayout1.xml"/>
</Relationships>
</file>

<file path=ppt/slides/_rels/slide126.xml.rels><?xml version="1.0" encoding="UTF-8"?>
<Relationships xmlns="http://schemas.openxmlformats.org/package/2006/relationships"><Relationship Id="rId1" Type="http://schemas.openxmlformats.org/officeDocument/2006/relationships/image" Target="../media/image284.png"/><Relationship Id="rId2" Type="http://schemas.openxmlformats.org/officeDocument/2006/relationships/image" Target="../media/image285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153.jpeg"/><Relationship Id="rId7" Type="http://schemas.openxmlformats.org/officeDocument/2006/relationships/image" Target="../media/image282.jpeg"/><Relationship Id="rId8" Type="http://schemas.openxmlformats.org/officeDocument/2006/relationships/slideLayout" Target="../slideLayouts/slideLayout1.xml"/>
</Relationships>
</file>

<file path=ppt/slides/_rels/slide127.xml.rels><?xml version="1.0" encoding="UTF-8"?>
<Relationships xmlns="http://schemas.openxmlformats.org/package/2006/relationships"><Relationship Id="rId1" Type="http://schemas.openxmlformats.org/officeDocument/2006/relationships/image" Target="../media/image284.png"/><Relationship Id="rId2" Type="http://schemas.openxmlformats.org/officeDocument/2006/relationships/image" Target="../media/image285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153.jpeg"/><Relationship Id="rId7" Type="http://schemas.openxmlformats.org/officeDocument/2006/relationships/image" Target="../media/image282.jpeg"/><Relationship Id="rId8" Type="http://schemas.openxmlformats.org/officeDocument/2006/relationships/slideLayout" Target="../slideLayouts/slideLayout1.xml"/>
</Relationships>
</file>

<file path=ppt/slides/_rels/slide128.xml.rels><?xml version="1.0" encoding="UTF-8"?>
<Relationships xmlns="http://schemas.openxmlformats.org/package/2006/relationships"><Relationship Id="rId1" Type="http://schemas.openxmlformats.org/officeDocument/2006/relationships/image" Target="../media/image284.png"/><Relationship Id="rId2" Type="http://schemas.openxmlformats.org/officeDocument/2006/relationships/image" Target="../media/image285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290.png"/><Relationship Id="rId7" Type="http://schemas.openxmlformats.org/officeDocument/2006/relationships/image" Target="../media/image291.jpeg"/><Relationship Id="rId8" Type="http://schemas.openxmlformats.org/officeDocument/2006/relationships/image" Target="../media/image292.png"/><Relationship Id="rId9" Type="http://schemas.openxmlformats.org/officeDocument/2006/relationships/image" Target="../media/image293.jpeg"/><Relationship Id="rId10" Type="http://schemas.openxmlformats.org/officeDocument/2006/relationships/slideLayout" Target="../slideLayouts/slideLayout1.xml"/>
</Relationships>
</file>

<file path=ppt/slides/_rels/slide129.xml.rels><?xml version="1.0" encoding="UTF-8"?>
<Relationships xmlns="http://schemas.openxmlformats.org/package/2006/relationships"><Relationship Id="rId1" Type="http://schemas.openxmlformats.org/officeDocument/2006/relationships/image" Target="../media/image294.png"/><Relationship Id="rId2" Type="http://schemas.openxmlformats.org/officeDocument/2006/relationships/image" Target="../media/image295.jpeg"/><Relationship Id="rId3" Type="http://schemas.openxmlformats.org/officeDocument/2006/relationships/image" Target="../media/image284.png"/><Relationship Id="rId4" Type="http://schemas.openxmlformats.org/officeDocument/2006/relationships/image" Target="../media/image285.png"/><Relationship Id="rId5" Type="http://schemas.openxmlformats.org/officeDocument/2006/relationships/image" Target="../media/image215.png"/><Relationship Id="rId6" Type="http://schemas.openxmlformats.org/officeDocument/2006/relationships/image" Target="../media/image166.png"/><Relationship Id="rId7" Type="http://schemas.openxmlformats.org/officeDocument/2006/relationships/image" Target="../media/image167.png"/><Relationship Id="rId8" Type="http://schemas.openxmlformats.org/officeDocument/2006/relationships/slideLayout" Target="../slideLayouts/slideLayout1.xml"/>
</Relationships>
</file>

<file path=ppt/slides/_rels/slide13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296.jpeg"/><Relationship Id="rId3" Type="http://schemas.openxmlformats.org/officeDocument/2006/relationships/image" Target="../media/image297.png"/><Relationship Id="rId4" Type="http://schemas.openxmlformats.org/officeDocument/2006/relationships/image" Target="../media/image298.jpeg"/><Relationship Id="rId5" Type="http://schemas.openxmlformats.org/officeDocument/2006/relationships/image" Target="../media/image299.jpeg"/><Relationship Id="rId6" Type="http://schemas.openxmlformats.org/officeDocument/2006/relationships/slideLayout" Target="../slideLayouts/slideLayout1.xml"/>
</Relationships>
</file>

<file path=ppt/slides/_rels/slide131.xml.rels><?xml version="1.0" encoding="UTF-8"?>
<Relationships xmlns="http://schemas.openxmlformats.org/package/2006/relationships"><Relationship Id="rId1" Type="http://schemas.openxmlformats.org/officeDocument/2006/relationships/image" Target="../media/image300.jpeg"/><Relationship Id="rId2" Type="http://schemas.openxmlformats.org/officeDocument/2006/relationships/image" Target="../media/image301.jpeg"/><Relationship Id="rId3" Type="http://schemas.openxmlformats.org/officeDocument/2006/relationships/image" Target="../media/image302.png"/><Relationship Id="rId4" Type="http://schemas.openxmlformats.org/officeDocument/2006/relationships/image" Target="../media/image303.png"/><Relationship Id="rId5" Type="http://schemas.openxmlformats.org/officeDocument/2006/relationships/image" Target="../media/image304.png"/><Relationship Id="rId6" Type="http://schemas.openxmlformats.org/officeDocument/2006/relationships/image" Target="../media/image305.png"/><Relationship Id="rId7" Type="http://schemas.openxmlformats.org/officeDocument/2006/relationships/image" Target="../media/image306.jpeg"/><Relationship Id="rId8" Type="http://schemas.openxmlformats.org/officeDocument/2006/relationships/image" Target="../media/image307.jpeg"/><Relationship Id="rId9" Type="http://schemas.openxmlformats.org/officeDocument/2006/relationships/slideLayout" Target="../slideLayouts/slideLayout1.xml"/>
</Relationships>
</file>

<file path=ppt/slides/_rels/slide132.xml.rels><?xml version="1.0" encoding="UTF-8"?>
<Relationships xmlns="http://schemas.openxmlformats.org/package/2006/relationships"><Relationship Id="rId1" Type="http://schemas.openxmlformats.org/officeDocument/2006/relationships/image" Target="../media/image284.png"/><Relationship Id="rId2" Type="http://schemas.openxmlformats.org/officeDocument/2006/relationships/image" Target="../media/image285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308.jpeg"/><Relationship Id="rId7" Type="http://schemas.openxmlformats.org/officeDocument/2006/relationships/image" Target="../media/image309.png"/><Relationship Id="rId8" Type="http://schemas.openxmlformats.org/officeDocument/2006/relationships/slideLayout" Target="../slideLayouts/slideLayout1.xml"/>
</Relationships>
</file>

<file path=ppt/slides/_rels/slide133.xml.rels><?xml version="1.0" encoding="UTF-8"?>
<Relationships xmlns="http://schemas.openxmlformats.org/package/2006/relationships"><Relationship Id="rId1" Type="http://schemas.openxmlformats.org/officeDocument/2006/relationships/image" Target="../media/image310.png"/><Relationship Id="rId2" Type="http://schemas.openxmlformats.org/officeDocument/2006/relationships/image" Target="../media/image311.png"/><Relationship Id="rId3" Type="http://schemas.openxmlformats.org/officeDocument/2006/relationships/image" Target="../media/image284.png"/><Relationship Id="rId4" Type="http://schemas.openxmlformats.org/officeDocument/2006/relationships/image" Target="../media/image285.png"/><Relationship Id="rId5" Type="http://schemas.openxmlformats.org/officeDocument/2006/relationships/image" Target="../media/image215.png"/><Relationship Id="rId6" Type="http://schemas.openxmlformats.org/officeDocument/2006/relationships/image" Target="../media/image166.png"/><Relationship Id="rId7" Type="http://schemas.openxmlformats.org/officeDocument/2006/relationships/image" Target="../media/image167.png"/><Relationship Id="rId8" Type="http://schemas.openxmlformats.org/officeDocument/2006/relationships/slideLayout" Target="../slideLayouts/slideLayout1.xml"/>
</Relationships>
</file>

<file path=ppt/slides/_rels/slide134.xml.rels><?xml version="1.0" encoding="UTF-8"?>
<Relationships xmlns="http://schemas.openxmlformats.org/package/2006/relationships"><Relationship Id="rId1" Type="http://schemas.openxmlformats.org/officeDocument/2006/relationships/image" Target="../media/image312.jpeg"/><Relationship Id="rId2" Type="http://schemas.openxmlformats.org/officeDocument/2006/relationships/image" Target="../media/image284.png"/><Relationship Id="rId3" Type="http://schemas.openxmlformats.org/officeDocument/2006/relationships/image" Target="../media/image285.png"/><Relationship Id="rId4" Type="http://schemas.openxmlformats.org/officeDocument/2006/relationships/image" Target="../media/image215.png"/><Relationship Id="rId5" Type="http://schemas.openxmlformats.org/officeDocument/2006/relationships/image" Target="../media/image166.png"/><Relationship Id="rId6" Type="http://schemas.openxmlformats.org/officeDocument/2006/relationships/image" Target="../media/image167.png"/><Relationship Id="rId7" Type="http://schemas.openxmlformats.org/officeDocument/2006/relationships/image" Target="../media/image313.jpeg"/><Relationship Id="rId8" Type="http://schemas.openxmlformats.org/officeDocument/2006/relationships/image" Target="../media/image314.jpeg"/><Relationship Id="rId9" Type="http://schemas.openxmlformats.org/officeDocument/2006/relationships/image" Target="../media/image315.jpeg"/><Relationship Id="rId10" Type="http://schemas.openxmlformats.org/officeDocument/2006/relationships/slideLayout" Target="../slideLayouts/slideLayout1.xml"/>
</Relationships>
</file>

<file path=ppt/slides/_rels/slide135.xml.rels><?xml version="1.0" encoding="UTF-8"?>
<Relationships xmlns="http://schemas.openxmlformats.org/package/2006/relationships"><Relationship Id="rId1" Type="http://schemas.openxmlformats.org/officeDocument/2006/relationships/image" Target="../media/image284.png"/><Relationship Id="rId2" Type="http://schemas.openxmlformats.org/officeDocument/2006/relationships/image" Target="../media/image285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316.jpeg"/><Relationship Id="rId7" Type="http://schemas.openxmlformats.org/officeDocument/2006/relationships/slideLayout" Target="../slideLayouts/slideLayout1.xml"/>
</Relationships>
</file>

<file path=ppt/slides/_rels/slide136.xml.rels><?xml version="1.0" encoding="UTF-8"?>
<Relationships xmlns="http://schemas.openxmlformats.org/package/2006/relationships"><Relationship Id="rId1" Type="http://schemas.openxmlformats.org/officeDocument/2006/relationships/image" Target="../media/image317.jpeg"/><Relationship Id="rId2" Type="http://schemas.openxmlformats.org/officeDocument/2006/relationships/image" Target="../media/image284.png"/><Relationship Id="rId3" Type="http://schemas.openxmlformats.org/officeDocument/2006/relationships/image" Target="../media/image285.png"/><Relationship Id="rId4" Type="http://schemas.openxmlformats.org/officeDocument/2006/relationships/image" Target="../media/image215.png"/><Relationship Id="rId5" Type="http://schemas.openxmlformats.org/officeDocument/2006/relationships/image" Target="../media/image166.png"/><Relationship Id="rId6" Type="http://schemas.openxmlformats.org/officeDocument/2006/relationships/image" Target="../media/image167.png"/><Relationship Id="rId7" Type="http://schemas.openxmlformats.org/officeDocument/2006/relationships/slideLayout" Target="../slideLayouts/slideLayout1.xml"/>
</Relationships>
</file>

<file path=ppt/slides/_rels/slide137.xml.rels><?xml version="1.0" encoding="UTF-8"?>
<Relationships xmlns="http://schemas.openxmlformats.org/package/2006/relationships"><Relationship Id="rId1" Type="http://schemas.openxmlformats.org/officeDocument/2006/relationships/image" Target="../media/image284.png"/><Relationship Id="rId2" Type="http://schemas.openxmlformats.org/officeDocument/2006/relationships/image" Target="../media/image285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7.png"/><Relationship Id="rId6" Type="http://schemas.openxmlformats.org/officeDocument/2006/relationships/image" Target="../media/image318.png"/><Relationship Id="rId7" Type="http://schemas.openxmlformats.org/officeDocument/2006/relationships/slideLayout" Target="../slideLayouts/slideLayout1.xml"/>
</Relationships>
</file>

<file path=ppt/slides/_rels/slide138.xml.rels><?xml version="1.0" encoding="UTF-8"?>
<Relationships xmlns="http://schemas.openxmlformats.org/package/2006/relationships"><Relationship Id="rId1" Type="http://schemas.openxmlformats.org/officeDocument/2006/relationships/image" Target="../media/image160.jpeg"/><Relationship Id="rId2" Type="http://schemas.openxmlformats.org/officeDocument/2006/relationships/image" Target="../media/image319.jpeg"/><Relationship Id="rId3" Type="http://schemas.openxmlformats.org/officeDocument/2006/relationships/image" Target="../media/image320.jpeg"/><Relationship Id="rId4" Type="http://schemas.openxmlformats.org/officeDocument/2006/relationships/image" Target="../media/image152.png"/><Relationship Id="rId5" Type="http://schemas.openxmlformats.org/officeDocument/2006/relationships/image" Target="../media/image158.png"/><Relationship Id="rId6" Type="http://schemas.openxmlformats.org/officeDocument/2006/relationships/image" Target="../media/image157.png"/><Relationship Id="rId7" Type="http://schemas.openxmlformats.org/officeDocument/2006/relationships/image" Target="../media/image159.png"/><Relationship Id="rId8" Type="http://schemas.openxmlformats.org/officeDocument/2006/relationships/image" Target="../media/image321.png"/><Relationship Id="rId9" Type="http://schemas.openxmlformats.org/officeDocument/2006/relationships/image" Target="../media/image322.png"/><Relationship Id="rId10" Type="http://schemas.openxmlformats.org/officeDocument/2006/relationships/image" Target="../media/image215.png"/><Relationship Id="rId11" Type="http://schemas.openxmlformats.org/officeDocument/2006/relationships/image" Target="../media/image166.png"/><Relationship Id="rId12" Type="http://schemas.openxmlformats.org/officeDocument/2006/relationships/image" Target="../media/image165.png"/><Relationship Id="rId13" Type="http://schemas.openxmlformats.org/officeDocument/2006/relationships/slideLayout" Target="../slideLayouts/slideLayout1.xml"/>
</Relationships>
</file>

<file path=ppt/slides/_rels/slide139.xml.rels><?xml version="1.0" encoding="UTF-8"?>
<Relationships xmlns="http://schemas.openxmlformats.org/package/2006/relationships"><Relationship Id="rId1" Type="http://schemas.openxmlformats.org/officeDocument/2006/relationships/image" Target="../media/image321.png"/><Relationship Id="rId2" Type="http://schemas.openxmlformats.org/officeDocument/2006/relationships/image" Target="../media/image322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5.png"/><Relationship Id="rId6" Type="http://schemas.openxmlformats.org/officeDocument/2006/relationships/image" Target="../media/image323.jpeg"/><Relationship Id="rId7" Type="http://schemas.openxmlformats.org/officeDocument/2006/relationships/image" Target="../media/image324.jpeg"/><Relationship Id="rId8" Type="http://schemas.openxmlformats.org/officeDocument/2006/relationships/slideLayout" Target="../slideLayouts/slideLayout1.xml"/>
</Relationships>
</file>

<file path=ppt/slides/_rels/slide140.xml.rels><?xml version="1.0" encoding="UTF-8"?>
<Relationships xmlns="http://schemas.openxmlformats.org/package/2006/relationships"><Relationship Id="rId1" Type="http://schemas.openxmlformats.org/officeDocument/2006/relationships/image" Target="../media/image321.png"/><Relationship Id="rId2" Type="http://schemas.openxmlformats.org/officeDocument/2006/relationships/image" Target="../media/image322.png"/><Relationship Id="rId3" Type="http://schemas.openxmlformats.org/officeDocument/2006/relationships/image" Target="../media/image215.png"/><Relationship Id="rId4" Type="http://schemas.openxmlformats.org/officeDocument/2006/relationships/image" Target="../media/image166.png"/><Relationship Id="rId5" Type="http://schemas.openxmlformats.org/officeDocument/2006/relationships/image" Target="../media/image165.png"/><Relationship Id="rId6" Type="http://schemas.openxmlformats.org/officeDocument/2006/relationships/image" Target="../media/image325.jpeg"/><Relationship Id="rId7" Type="http://schemas.openxmlformats.org/officeDocument/2006/relationships/slideLayout" Target="../slideLayouts/slideLayout1.xml"/>
</Relationships>
</file>

<file path=ppt/slides/_rels/slide141.xml.rels><?xml version="1.0" encoding="UTF-8"?>
<Relationships xmlns="http://schemas.openxmlformats.org/package/2006/relationships"><Relationship Id="rId1" Type="http://schemas.openxmlformats.org/officeDocument/2006/relationships/image" Target="../media/image326.png"/><Relationship Id="rId2" Type="http://schemas.openxmlformats.org/officeDocument/2006/relationships/slideLayout" Target="../slideLayouts/slideLayout1.xml"/>
</Relationships>
</file>

<file path=ppt/slides/_rels/slide142.xml.rels><?xml version="1.0" encoding="UTF-8"?>
<Relationships xmlns="http://schemas.openxmlformats.org/package/2006/relationships"><Relationship Id="rId1" Type="http://schemas.openxmlformats.org/officeDocument/2006/relationships/image" Target="../media/image326.png"/><Relationship Id="rId2" Type="http://schemas.openxmlformats.org/officeDocument/2006/relationships/image" Target="../media/image327.jpeg"/><Relationship Id="rId3" Type="http://schemas.openxmlformats.org/officeDocument/2006/relationships/image" Target="../media/image328.jpeg"/><Relationship Id="rId4" Type="http://schemas.openxmlformats.org/officeDocument/2006/relationships/image" Target="../media/image329.png"/><Relationship Id="rId5" Type="http://schemas.openxmlformats.org/officeDocument/2006/relationships/slideLayout" Target="../slideLayouts/slideLayout1.xml"/>
</Relationships>
</file>

<file path=ppt/slides/_rels/slide143.xml.rels><?xml version="1.0" encoding="UTF-8"?>
<Relationships xmlns="http://schemas.openxmlformats.org/package/2006/relationships"><Relationship Id="rId1" Type="http://schemas.openxmlformats.org/officeDocument/2006/relationships/image" Target="../media/image326.png"/><Relationship Id="rId2" Type="http://schemas.openxmlformats.org/officeDocument/2006/relationships/image" Target="../media/image330.png"/><Relationship Id="rId3" Type="http://schemas.openxmlformats.org/officeDocument/2006/relationships/image" Target="../media/image331.png"/><Relationship Id="rId4" Type="http://schemas.openxmlformats.org/officeDocument/2006/relationships/slideLayout" Target="../slideLayouts/slideLayout1.xml"/>
</Relationships>
</file>

<file path=ppt/slides/_rels/slide144.xml.rels><?xml version="1.0" encoding="UTF-8"?>
<Relationships xmlns="http://schemas.openxmlformats.org/package/2006/relationships"><Relationship Id="rId1" Type="http://schemas.openxmlformats.org/officeDocument/2006/relationships/image" Target="../media/image332.png"/><Relationship Id="rId2" Type="http://schemas.openxmlformats.org/officeDocument/2006/relationships/image" Target="../media/image333.png"/><Relationship Id="rId3" Type="http://schemas.openxmlformats.org/officeDocument/2006/relationships/image" Target="../media/image334.png"/><Relationship Id="rId4" Type="http://schemas.openxmlformats.org/officeDocument/2006/relationships/image" Target="../media/image335.png"/><Relationship Id="rId5" Type="http://schemas.openxmlformats.org/officeDocument/2006/relationships/slideLayout" Target="../slideLayouts/slideLayout1.xml"/>
</Relationships>
</file>

<file path=ppt/slides/_rels/slide145.xml.rels><?xml version="1.0" encoding="UTF-8"?>
<Relationships xmlns="http://schemas.openxmlformats.org/package/2006/relationships"><Relationship Id="rId1" Type="http://schemas.openxmlformats.org/officeDocument/2006/relationships/image" Target="../media/image336.png"/><Relationship Id="rId2" Type="http://schemas.openxmlformats.org/officeDocument/2006/relationships/image" Target="../media/image337.png"/><Relationship Id="rId3" Type="http://schemas.openxmlformats.org/officeDocument/2006/relationships/image" Target="../media/image338.png"/><Relationship Id="rId4" Type="http://schemas.openxmlformats.org/officeDocument/2006/relationships/image" Target="../media/image339.png"/><Relationship Id="rId5" Type="http://schemas.openxmlformats.org/officeDocument/2006/relationships/image" Target="../media/image340.png"/><Relationship Id="rId6" Type="http://schemas.openxmlformats.org/officeDocument/2006/relationships/slideLayout" Target="../slideLayouts/slideLayout1.xml"/>
</Relationships>
</file>

<file path=ppt/slides/_rels/slide14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341.jpeg"/><Relationship Id="rId3" Type="http://schemas.openxmlformats.org/officeDocument/2006/relationships/image" Target="../media/image342.png"/><Relationship Id="rId4" Type="http://schemas.openxmlformats.org/officeDocument/2006/relationships/image" Target="../media/image343.png"/><Relationship Id="rId5" Type="http://schemas.openxmlformats.org/officeDocument/2006/relationships/image" Target="../media/image344.png"/><Relationship Id="rId6" Type="http://schemas.openxmlformats.org/officeDocument/2006/relationships/slideLayout" Target="../slideLayouts/slideLayout1.xml"/>
</Relationships>
</file>

<file path=ppt/slides/_rels/slide147.xml.rels><?xml version="1.0" encoding="UTF-8"?>
<Relationships xmlns="http://schemas.openxmlformats.org/package/2006/relationships"><Relationship Id="rId1" Type="http://schemas.openxmlformats.org/officeDocument/2006/relationships/image" Target="../media/image127.png"/><Relationship Id="rId2" Type="http://schemas.openxmlformats.org/officeDocument/2006/relationships/image" Target="../media/image345.jpeg"/><Relationship Id="rId3" Type="http://schemas.openxmlformats.org/officeDocument/2006/relationships/image" Target="../media/image346.jpeg"/><Relationship Id="rId4" Type="http://schemas.openxmlformats.org/officeDocument/2006/relationships/image" Target="../media/image347.jpeg"/><Relationship Id="rId5" Type="http://schemas.openxmlformats.org/officeDocument/2006/relationships/slideLayout" Target="../slideLayouts/slideLayout1.xml"/>
</Relationships>
</file>

<file path=ppt/slides/_rels/slide14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348.png"/><Relationship Id="rId3" Type="http://schemas.openxmlformats.org/officeDocument/2006/relationships/image" Target="../media/image349.png"/><Relationship Id="rId4" Type="http://schemas.openxmlformats.org/officeDocument/2006/relationships/image" Target="../media/image349.png"/><Relationship Id="rId5" Type="http://schemas.openxmlformats.org/officeDocument/2006/relationships/slideLayout" Target="../slideLayouts/slideLayout1.xml"/>
</Relationships>
</file>

<file path=ppt/slides/_rels/slide149.xml.rels><?xml version="1.0" encoding="UTF-8"?>
<Relationships xmlns="http://schemas.openxmlformats.org/package/2006/relationships"><Relationship Id="rId1" Type="http://schemas.openxmlformats.org/officeDocument/2006/relationships/image" Target="../media/image350.png"/><Relationship Id="rId2" Type="http://schemas.openxmlformats.org/officeDocument/2006/relationships/image" Target="../media/image351.png"/><Relationship Id="rId3" Type="http://schemas.openxmlformats.org/officeDocument/2006/relationships/image" Target="../media/image352.jpeg"/><Relationship Id="rId4" Type="http://schemas.openxmlformats.org/officeDocument/2006/relationships/slideLayout" Target="../slideLayouts/slideLayout1.xml"/>
</Relationships>
</file>

<file path=ppt/slides/_rels/slide150.xml.rels><?xml version="1.0" encoding="UTF-8"?>
<Relationships xmlns="http://schemas.openxmlformats.org/package/2006/relationships"><Relationship Id="rId1" Type="http://schemas.openxmlformats.org/officeDocument/2006/relationships/image" Target="../media/image353.jpeg"/><Relationship Id="rId2" Type="http://schemas.openxmlformats.org/officeDocument/2006/relationships/image" Target="../media/image232.png"/><Relationship Id="rId3" Type="http://schemas.openxmlformats.org/officeDocument/2006/relationships/image" Target="../media/image233.png"/><Relationship Id="rId4" Type="http://schemas.openxmlformats.org/officeDocument/2006/relationships/slideLayout" Target="../slideLayouts/slideLayout1.xml"/>
</Relationships>
</file>

<file path=ppt/slides/_rels/slide151.xml.rels><?xml version="1.0" encoding="UTF-8"?>
<Relationships xmlns="http://schemas.openxmlformats.org/package/2006/relationships"><Relationship Id="rId1" Type="http://schemas.openxmlformats.org/officeDocument/2006/relationships/image" Target="../media/image354.jpeg"/><Relationship Id="rId2" Type="http://schemas.openxmlformats.org/officeDocument/2006/relationships/image" Target="../media/image355.png"/><Relationship Id="rId3" Type="http://schemas.openxmlformats.org/officeDocument/2006/relationships/image" Target="../media/image235.jpeg"/><Relationship Id="rId4" Type="http://schemas.openxmlformats.org/officeDocument/2006/relationships/slideLayout" Target="../slideLayouts/slideLayout1.xml"/>
</Relationships>
</file>

<file path=ppt/slides/_rels/slide152.xml.rels><?xml version="1.0" encoding="UTF-8"?>
<Relationships xmlns="http://schemas.openxmlformats.org/package/2006/relationships"><Relationship Id="rId1" Type="http://schemas.openxmlformats.org/officeDocument/2006/relationships/image" Target="../media/image356.jpeg"/><Relationship Id="rId2" Type="http://schemas.openxmlformats.org/officeDocument/2006/relationships/image" Target="../media/image357.png"/><Relationship Id="rId3" Type="http://schemas.openxmlformats.org/officeDocument/2006/relationships/image" Target="../media/image237.jpeg"/><Relationship Id="rId4" Type="http://schemas.openxmlformats.org/officeDocument/2006/relationships/slideLayout" Target="../slideLayouts/slideLayout1.xml"/>
</Relationships>
</file>

<file path=ppt/slides/_rels/slide153.xml.rels><?xml version="1.0" encoding="UTF-8"?>
<Relationships xmlns="http://schemas.openxmlformats.org/package/2006/relationships"><Relationship Id="rId1" Type="http://schemas.openxmlformats.org/officeDocument/2006/relationships/image" Target="../media/image358.png"/><Relationship Id="rId2" Type="http://schemas.openxmlformats.org/officeDocument/2006/relationships/image" Target="../media/image359.png"/><Relationship Id="rId3" Type="http://schemas.openxmlformats.org/officeDocument/2006/relationships/image" Target="../media/image360.png"/><Relationship Id="rId4" Type="http://schemas.openxmlformats.org/officeDocument/2006/relationships/slideLayout" Target="../slideLayouts/slideLayout1.xml"/>
</Relationships>
</file>

<file path=ppt/slides/_rels/slide154.xml.rels><?xml version="1.0" encoding="UTF-8"?>
<Relationships xmlns="http://schemas.openxmlformats.org/package/2006/relationships"><Relationship Id="rId1" Type="http://schemas.openxmlformats.org/officeDocument/2006/relationships/image" Target="../media/image361.png"/><Relationship Id="rId2" Type="http://schemas.openxmlformats.org/officeDocument/2006/relationships/image" Target="../media/image362.png"/><Relationship Id="rId3" Type="http://schemas.openxmlformats.org/officeDocument/2006/relationships/image" Target="../media/image359.png"/><Relationship Id="rId4" Type="http://schemas.openxmlformats.org/officeDocument/2006/relationships/image" Target="../media/image363.png"/><Relationship Id="rId5" Type="http://schemas.openxmlformats.org/officeDocument/2006/relationships/slideLayout" Target="../slideLayouts/slideLayout1.xml"/>
</Relationships>
</file>

<file path=ppt/slides/_rels/slide155.xml.rels><?xml version="1.0" encoding="UTF-8"?>
<Relationships xmlns="http://schemas.openxmlformats.org/package/2006/relationships"><Relationship Id="rId1" Type="http://schemas.openxmlformats.org/officeDocument/2006/relationships/image" Target="../media/image364.jpeg"/><Relationship Id="rId2" Type="http://schemas.openxmlformats.org/officeDocument/2006/relationships/image" Target="../media/image365.png"/><Relationship Id="rId3" Type="http://schemas.openxmlformats.org/officeDocument/2006/relationships/image" Target="../media/image366.png"/><Relationship Id="rId4" Type="http://schemas.openxmlformats.org/officeDocument/2006/relationships/slideLayout" Target="../slideLayouts/slideLayout1.xml"/>
</Relationships>
</file>

<file path=ppt/slides/_rels/slide15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57.xml.rels><?xml version="1.0" encoding="UTF-8"?>
<Relationships xmlns="http://schemas.openxmlformats.org/package/2006/relationships"><Relationship Id="rId1" Type="http://schemas.openxmlformats.org/officeDocument/2006/relationships/image" Target="../media/image367.png"/><Relationship Id="rId2" Type="http://schemas.openxmlformats.org/officeDocument/2006/relationships/image" Target="../media/image368.png"/><Relationship Id="rId3" Type="http://schemas.openxmlformats.org/officeDocument/2006/relationships/image" Target="../media/image369.jpeg"/><Relationship Id="rId4" Type="http://schemas.openxmlformats.org/officeDocument/2006/relationships/slideLayout" Target="../slideLayouts/slideLayout1.xml"/>
</Relationships>
</file>

<file path=ppt/slides/_rels/slide158.xml.rels><?xml version="1.0" encoding="UTF-8"?>
<Relationships xmlns="http://schemas.openxmlformats.org/package/2006/relationships"><Relationship Id="rId1" Type="http://schemas.openxmlformats.org/officeDocument/2006/relationships/image" Target="../media/image365.png"/><Relationship Id="rId2" Type="http://schemas.openxmlformats.org/officeDocument/2006/relationships/image" Target="../media/image370.jpeg"/><Relationship Id="rId3" Type="http://schemas.openxmlformats.org/officeDocument/2006/relationships/slideLayout" Target="../slideLayouts/slideLayout1.xml"/>
</Relationships>
</file>

<file path=ppt/slides/_rels/slide159.xml.rels><?xml version="1.0" encoding="UTF-8"?>
<Relationships xmlns="http://schemas.openxmlformats.org/package/2006/relationships"><Relationship Id="rId1" Type="http://schemas.openxmlformats.org/officeDocument/2006/relationships/image" Target="../media/image371.jpeg"/><Relationship Id="rId2" Type="http://schemas.openxmlformats.org/officeDocument/2006/relationships/image" Target="../media/image372.jpeg"/><Relationship Id="rId3" Type="http://schemas.openxmlformats.org/officeDocument/2006/relationships/image" Target="../media/image373.jpeg"/><Relationship Id="rId4" Type="http://schemas.openxmlformats.org/officeDocument/2006/relationships/image" Target="../media/image374.jpeg"/><Relationship Id="rId5" Type="http://schemas.openxmlformats.org/officeDocument/2006/relationships/image" Target="../media/image375.jpeg"/><Relationship Id="rId6" Type="http://schemas.openxmlformats.org/officeDocument/2006/relationships/slideLayout" Target="../slideLayouts/slideLayout1.xml"/>
</Relationships>
</file>

<file path=ppt/slides/_rels/slide160.xml.rels><?xml version="1.0" encoding="UTF-8"?>
<Relationships xmlns="http://schemas.openxmlformats.org/package/2006/relationships"><Relationship Id="rId1" Type="http://schemas.openxmlformats.org/officeDocument/2006/relationships/image" Target="../media/image376.jpeg"/><Relationship Id="rId2" Type="http://schemas.openxmlformats.org/officeDocument/2006/relationships/image" Target="../media/image377.jpeg"/><Relationship Id="rId3" Type="http://schemas.openxmlformats.org/officeDocument/2006/relationships/image" Target="../media/image378.jpeg"/><Relationship Id="rId4" Type="http://schemas.openxmlformats.org/officeDocument/2006/relationships/image" Target="../media/image379.jpeg"/><Relationship Id="rId5" Type="http://schemas.openxmlformats.org/officeDocument/2006/relationships/image" Target="../media/image380.jpeg"/><Relationship Id="rId6" Type="http://schemas.openxmlformats.org/officeDocument/2006/relationships/image" Target="../media/image381.jpeg"/><Relationship Id="rId7" Type="http://schemas.openxmlformats.org/officeDocument/2006/relationships/slideLayout" Target="../slideLayouts/slideLayout1.xml"/>
</Relationships>
</file>

<file path=ppt/slides/_rels/slide161.xml.rels><?xml version="1.0" encoding="UTF-8"?>
<Relationships xmlns="http://schemas.openxmlformats.org/package/2006/relationships"><Relationship Id="rId1" Type="http://schemas.openxmlformats.org/officeDocument/2006/relationships/image" Target="../media/image382.jpeg"/><Relationship Id="rId2" Type="http://schemas.openxmlformats.org/officeDocument/2006/relationships/image" Target="../media/image383.jpeg"/><Relationship Id="rId3" Type="http://schemas.openxmlformats.org/officeDocument/2006/relationships/slideLayout" Target="../slideLayouts/slideLayout1.xml"/>
</Relationships>
</file>

<file path=ppt/slides/_rels/slide162.xml.rels><?xml version="1.0" encoding="UTF-8"?>
<Relationships xmlns="http://schemas.openxmlformats.org/package/2006/relationships"><Relationship Id="rId1" Type="http://schemas.openxmlformats.org/officeDocument/2006/relationships/image" Target="../media/image384.jpeg"/><Relationship Id="rId2" Type="http://schemas.openxmlformats.org/officeDocument/2006/relationships/image" Target="../media/image385.png"/><Relationship Id="rId3" Type="http://schemas.openxmlformats.org/officeDocument/2006/relationships/image" Target="../media/image386.png"/><Relationship Id="rId4" Type="http://schemas.openxmlformats.org/officeDocument/2006/relationships/image" Target="../media/image386.png"/><Relationship Id="rId5" Type="http://schemas.openxmlformats.org/officeDocument/2006/relationships/image" Target="../media/image387.png"/><Relationship Id="rId6" Type="http://schemas.openxmlformats.org/officeDocument/2006/relationships/image" Target="../media/image385.png"/><Relationship Id="rId7" Type="http://schemas.openxmlformats.org/officeDocument/2006/relationships/image" Target="../media/image385.png"/><Relationship Id="rId8" Type="http://schemas.openxmlformats.org/officeDocument/2006/relationships/image" Target="../media/image385.png"/><Relationship Id="rId9" Type="http://schemas.openxmlformats.org/officeDocument/2006/relationships/image" Target="../media/image385.png"/><Relationship Id="rId10" Type="http://schemas.openxmlformats.org/officeDocument/2006/relationships/slideLayout" Target="../slideLayouts/slideLayout1.xml"/>
</Relationships>
</file>

<file path=ppt/slides/_rels/slide163.xml.rels><?xml version="1.0" encoding="UTF-8"?>
<Relationships xmlns="http://schemas.openxmlformats.org/package/2006/relationships"><Relationship Id="rId1" Type="http://schemas.openxmlformats.org/officeDocument/2006/relationships/image" Target="../media/image388.jpeg"/><Relationship Id="rId2" Type="http://schemas.openxmlformats.org/officeDocument/2006/relationships/slideLayout" Target="../slideLayouts/slideLayout1.xml"/>
</Relationships>
</file>

<file path=ppt/slides/_rels/slide164.xml.rels><?xml version="1.0" encoding="UTF-8"?>
<Relationships xmlns="http://schemas.openxmlformats.org/package/2006/relationships"><Relationship Id="rId1" Type="http://schemas.openxmlformats.org/officeDocument/2006/relationships/image" Target="../media/image364.jpeg"/><Relationship Id="rId2" Type="http://schemas.openxmlformats.org/officeDocument/2006/relationships/image" Target="../media/image365.png"/><Relationship Id="rId3" Type="http://schemas.openxmlformats.org/officeDocument/2006/relationships/image" Target="../media/image366.png"/><Relationship Id="rId4" Type="http://schemas.openxmlformats.org/officeDocument/2006/relationships/slideLayout" Target="../slideLayouts/slideLayout1.xml"/>
</Relationships>
</file>

<file path=ppt/slides/_rels/slide16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66.xml.rels><?xml version="1.0" encoding="UTF-8"?>
<Relationships xmlns="http://schemas.openxmlformats.org/package/2006/relationships"><Relationship Id="rId1" Type="http://schemas.openxmlformats.org/officeDocument/2006/relationships/image" Target="../media/image389.jpeg"/><Relationship Id="rId2" Type="http://schemas.openxmlformats.org/officeDocument/2006/relationships/slideLayout" Target="../slideLayouts/slideLayout1.xml"/>
</Relationships>
</file>

<file path=ppt/slides/_rels/slide16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68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390.jpeg"/><Relationship Id="rId8" Type="http://schemas.openxmlformats.org/officeDocument/2006/relationships/image" Target="../media/image391.png"/><Relationship Id="rId9" Type="http://schemas.openxmlformats.org/officeDocument/2006/relationships/image" Target="../media/image392.png"/><Relationship Id="rId10" Type="http://schemas.openxmlformats.org/officeDocument/2006/relationships/image" Target="../media/image393.png"/><Relationship Id="rId11" Type="http://schemas.openxmlformats.org/officeDocument/2006/relationships/slideLayout" Target="../slideLayouts/slideLayout1.xml"/>
</Relationships>
</file>

<file path=ppt/slides/_rels/slide169.xml.rels><?xml version="1.0" encoding="UTF-8"?>
<Relationships xmlns="http://schemas.openxmlformats.org/package/2006/relationships"><Relationship Id="rId1" Type="http://schemas.openxmlformats.org/officeDocument/2006/relationships/image" Target="../media/image215.png"/><Relationship Id="rId2" Type="http://schemas.openxmlformats.org/officeDocument/2006/relationships/image" Target="../media/image16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394.png"/><Relationship Id="rId8" Type="http://schemas.openxmlformats.org/officeDocument/2006/relationships/image" Target="../media/image395.jpeg"/><Relationship Id="rId9" Type="http://schemas.openxmlformats.org/officeDocument/2006/relationships/slideLayout" Target="../slideLayouts/slideLayout1.xml"/>
</Relationships>
</file>

<file path=ppt/slides/_rels/slide170.xml.rels><?xml version="1.0" encoding="UTF-8"?>
<Relationships xmlns="http://schemas.openxmlformats.org/package/2006/relationships"><Relationship Id="rId1" Type="http://schemas.openxmlformats.org/officeDocument/2006/relationships/image" Target="../media/image396.png"/><Relationship Id="rId2" Type="http://schemas.openxmlformats.org/officeDocument/2006/relationships/slideLayout" Target="../slideLayouts/slideLayout1.xml"/>
</Relationships>
</file>

<file path=ppt/slides/_rels/slide171.xml.rels><?xml version="1.0" encoding="UTF-8"?>
<Relationships xmlns="http://schemas.openxmlformats.org/package/2006/relationships"><Relationship Id="rId1" Type="http://schemas.openxmlformats.org/officeDocument/2006/relationships/image" Target="../media/image397.jpeg"/><Relationship Id="rId2" Type="http://schemas.openxmlformats.org/officeDocument/2006/relationships/slideLayout" Target="../slideLayouts/slideLayout1.xml"/>
</Relationships>
</file>

<file path=ppt/slides/_rels/slide172.xml.rels><?xml version="1.0" encoding="UTF-8"?>
<Relationships xmlns="http://schemas.openxmlformats.org/package/2006/relationships"><Relationship Id="rId1" Type="http://schemas.openxmlformats.org/officeDocument/2006/relationships/image" Target="../media/image398.png"/><Relationship Id="rId2" Type="http://schemas.openxmlformats.org/officeDocument/2006/relationships/image" Target="../media/image399.png"/><Relationship Id="rId3" Type="http://schemas.openxmlformats.org/officeDocument/2006/relationships/image" Target="../media/image400.png"/><Relationship Id="rId4" Type="http://schemas.openxmlformats.org/officeDocument/2006/relationships/image" Target="../media/image33.png"/><Relationship Id="rId5" Type="http://schemas.openxmlformats.org/officeDocument/2006/relationships/slideLayout" Target="../slideLayouts/slideLayout1.xml"/>
</Relationships>
</file>

<file path=ppt/slides/_rels/slide173.xml.rels><?xml version="1.0" encoding="UTF-8"?>
<Relationships xmlns="http://schemas.openxmlformats.org/package/2006/relationships"><Relationship Id="rId1" Type="http://schemas.openxmlformats.org/officeDocument/2006/relationships/image" Target="../media/image401.jpeg"/><Relationship Id="rId2" Type="http://schemas.openxmlformats.org/officeDocument/2006/relationships/slideLayout" Target="../slideLayouts/slideLayout1.xml"/>
</Relationships>
</file>

<file path=ppt/slides/_rels/slide174.xml.rels><?xml version="1.0" encoding="UTF-8"?>
<Relationships xmlns="http://schemas.openxmlformats.org/package/2006/relationships"><Relationship Id="rId1" Type="http://schemas.openxmlformats.org/officeDocument/2006/relationships/image" Target="../media/image401.jpeg"/><Relationship Id="rId2" Type="http://schemas.openxmlformats.org/officeDocument/2006/relationships/slideLayout" Target="../slideLayouts/slideLayout1.xml"/>
</Relationships>
</file>

<file path=ppt/slides/_rels/slide175.xml.rels><?xml version="1.0" encoding="UTF-8"?>
<Relationships xmlns="http://schemas.openxmlformats.org/package/2006/relationships"><Relationship Id="rId1" Type="http://schemas.openxmlformats.org/officeDocument/2006/relationships/image" Target="../media/image402.png"/><Relationship Id="rId2" Type="http://schemas.openxmlformats.org/officeDocument/2006/relationships/image" Target="../media/image403.png"/><Relationship Id="rId3" Type="http://schemas.openxmlformats.org/officeDocument/2006/relationships/image" Target="../media/image404.png"/><Relationship Id="rId4" Type="http://schemas.openxmlformats.org/officeDocument/2006/relationships/slideLayout" Target="../slideLayouts/slideLayout1.xml"/>
</Relationships>
</file>

<file path=ppt/slides/_rels/slide176.xml.rels><?xml version="1.0" encoding="UTF-8"?>
<Relationships xmlns="http://schemas.openxmlformats.org/package/2006/relationships"><Relationship Id="rId1" Type="http://schemas.openxmlformats.org/officeDocument/2006/relationships/image" Target="../media/image405.png"/><Relationship Id="rId2" Type="http://schemas.openxmlformats.org/officeDocument/2006/relationships/image" Target="../media/image406.png"/><Relationship Id="rId3" Type="http://schemas.openxmlformats.org/officeDocument/2006/relationships/image" Target="../media/image407.png"/><Relationship Id="rId4" Type="http://schemas.openxmlformats.org/officeDocument/2006/relationships/image" Target="../media/image408.png"/><Relationship Id="rId5" Type="http://schemas.openxmlformats.org/officeDocument/2006/relationships/slideLayout" Target="../slideLayouts/slideLayout1.xml"/>
</Relationships>
</file>

<file path=ppt/slides/_rels/slide177.xml.rels><?xml version="1.0" encoding="UTF-8"?>
<Relationships xmlns="http://schemas.openxmlformats.org/package/2006/relationships"><Relationship Id="rId1" Type="http://schemas.openxmlformats.org/officeDocument/2006/relationships/image" Target="../media/image409.jpeg"/><Relationship Id="rId2" Type="http://schemas.openxmlformats.org/officeDocument/2006/relationships/image" Target="../media/image410.png"/><Relationship Id="rId3" Type="http://schemas.openxmlformats.org/officeDocument/2006/relationships/slideLayout" Target="../slideLayouts/slideLayout1.xml"/>
</Relationships>
</file>

<file path=ppt/slides/_rels/slide178.xml.rels><?xml version="1.0" encoding="UTF-8"?>
<Relationships xmlns="http://schemas.openxmlformats.org/package/2006/relationships"><Relationship Id="rId1" Type="http://schemas.openxmlformats.org/officeDocument/2006/relationships/image" Target="../media/image411.jpeg"/><Relationship Id="rId2" Type="http://schemas.openxmlformats.org/officeDocument/2006/relationships/slideLayout" Target="../slideLayouts/slideLayout1.xml"/>
</Relationships>
</file>

<file path=ppt/slides/_rels/slide179.xml.rels><?xml version="1.0" encoding="UTF-8"?>
<Relationships xmlns="http://schemas.openxmlformats.org/package/2006/relationships"><Relationship Id="rId1" Type="http://schemas.openxmlformats.org/officeDocument/2006/relationships/image" Target="../media/image412.jpeg"/><Relationship Id="rId2" Type="http://schemas.openxmlformats.org/officeDocument/2006/relationships/image" Target="../media/image413.jpeg"/><Relationship Id="rId3" Type="http://schemas.openxmlformats.org/officeDocument/2006/relationships/slideLayout" Target="../slideLayouts/slideLayout1.xml"/>
</Relationships>
</file>

<file path=ppt/slides/_rels/slide18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8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82.xml.rels><?xml version="1.0" encoding="UTF-8"?>
<Relationships xmlns="http://schemas.openxmlformats.org/package/2006/relationships"><Relationship Id="rId1" Type="http://schemas.openxmlformats.org/officeDocument/2006/relationships/image" Target="../media/image414.jpeg"/><Relationship Id="rId2" Type="http://schemas.openxmlformats.org/officeDocument/2006/relationships/image" Target="../media/image413.jpeg"/><Relationship Id="rId3" Type="http://schemas.openxmlformats.org/officeDocument/2006/relationships/slideLayout" Target="../slideLayouts/slideLayout1.xml"/>
</Relationships>
</file>

<file path=ppt/slides/_rels/slide183.xml.rels><?xml version="1.0" encoding="UTF-8"?>
<Relationships xmlns="http://schemas.openxmlformats.org/package/2006/relationships"><Relationship Id="rId1" Type="http://schemas.openxmlformats.org/officeDocument/2006/relationships/image" Target="../media/image415.jpeg"/><Relationship Id="rId2" Type="http://schemas.openxmlformats.org/officeDocument/2006/relationships/image" Target="../media/image413.jpeg"/><Relationship Id="rId3" Type="http://schemas.openxmlformats.org/officeDocument/2006/relationships/slideLayout" Target="../slideLayouts/slideLayout1.xml"/>
</Relationships>
</file>

<file path=ppt/slides/_rels/slide184.xml.rels><?xml version="1.0" encoding="UTF-8"?>
<Relationships xmlns="http://schemas.openxmlformats.org/package/2006/relationships"><Relationship Id="rId1" Type="http://schemas.openxmlformats.org/officeDocument/2006/relationships/image" Target="../media/image416.png"/><Relationship Id="rId2" Type="http://schemas.openxmlformats.org/officeDocument/2006/relationships/slideLayout" Target="../slideLayouts/slideLayout1.xml"/>
</Relationships>
</file>

<file path=ppt/slides/_rels/slide185.xml.rels><?xml version="1.0" encoding="UTF-8"?>
<Relationships xmlns="http://schemas.openxmlformats.org/package/2006/relationships"><Relationship Id="rId1" Type="http://schemas.openxmlformats.org/officeDocument/2006/relationships/image" Target="../media/image417.jpeg"/><Relationship Id="rId2" Type="http://schemas.openxmlformats.org/officeDocument/2006/relationships/slideLayout" Target="../slideLayouts/slideLayout1.xml"/>
</Relationships>
</file>

<file path=ppt/slides/_rels/slide186.xml.rels><?xml version="1.0" encoding="UTF-8"?>
<Relationships xmlns="http://schemas.openxmlformats.org/package/2006/relationships"><Relationship Id="rId1" Type="http://schemas.openxmlformats.org/officeDocument/2006/relationships/image" Target="../media/image418.png"/><Relationship Id="rId2" Type="http://schemas.openxmlformats.org/officeDocument/2006/relationships/slideLayout" Target="../slideLayouts/slideLayout1.xml"/>
</Relationships>
</file>

<file path=ppt/slides/_rels/slide187.xml.rels><?xml version="1.0" encoding="UTF-8"?>
<Relationships xmlns="http://schemas.openxmlformats.org/package/2006/relationships"><Relationship Id="rId1" Type="http://schemas.openxmlformats.org/officeDocument/2006/relationships/image" Target="../media/image418.png"/><Relationship Id="rId2" Type="http://schemas.openxmlformats.org/officeDocument/2006/relationships/image" Target="../media/image419.png"/><Relationship Id="rId3" Type="http://schemas.openxmlformats.org/officeDocument/2006/relationships/slideLayout" Target="../slideLayouts/slideLayout1.xml"/>
</Relationships>
</file>

<file path=ppt/slides/_rels/slide188.xml.rels><?xml version="1.0" encoding="UTF-8"?>
<Relationships xmlns="http://schemas.openxmlformats.org/package/2006/relationships"><Relationship Id="rId1" Type="http://schemas.openxmlformats.org/officeDocument/2006/relationships/image" Target="../media/image420.jpeg"/><Relationship Id="rId2" Type="http://schemas.openxmlformats.org/officeDocument/2006/relationships/slideLayout" Target="../slideLayouts/slideLayout1.xml"/>
</Relationships>
</file>

<file path=ppt/slides/_rels/slide189.xml.rels><?xml version="1.0" encoding="UTF-8"?>
<Relationships xmlns="http://schemas.openxmlformats.org/package/2006/relationships"><Relationship Id="rId1" Type="http://schemas.openxmlformats.org/officeDocument/2006/relationships/image" Target="../media/image412.jpeg"/><Relationship Id="rId2" Type="http://schemas.openxmlformats.org/officeDocument/2006/relationships/slideLayout" Target="../slideLayouts/slideLayout1.xml"/>
</Relationships>
</file>

<file path=ppt/slides/_rels/slide19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9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9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9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94.xml.rels><?xml version="1.0" encoding="UTF-8"?>
<Relationships xmlns="http://schemas.openxmlformats.org/package/2006/relationships"><Relationship Id="rId1" Type="http://schemas.openxmlformats.org/officeDocument/2006/relationships/image" Target="../media/image421.jpeg"/><Relationship Id="rId2" Type="http://schemas.openxmlformats.org/officeDocument/2006/relationships/image" Target="../media/image422.png"/><Relationship Id="rId3" Type="http://schemas.openxmlformats.org/officeDocument/2006/relationships/slideLayout" Target="../slideLayouts/slideLayout1.xml"/>
</Relationships>
</file>

<file path=ppt/slides/_rels/slide195.xml.rels><?xml version="1.0" encoding="UTF-8"?>
<Relationships xmlns="http://schemas.openxmlformats.org/package/2006/relationships"><Relationship Id="rId1" Type="http://schemas.openxmlformats.org/officeDocument/2006/relationships/image" Target="../media/image2.png"/><Relationship Id="rId2" Type="http://schemas.openxmlformats.org/officeDocument/2006/relationships/slideLayout" Target="../slideLayouts/slideLayout1.xml"/>
</Relationships>
</file>

<file path=ppt/slides/_rels/slide196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image" Target="../media/image4.png"/><Relationship Id="rId3" Type="http://schemas.openxmlformats.org/officeDocument/2006/relationships/slideLayout" Target="../slideLayouts/slideLayout1.xml"/>
</Relationships>
</file>

<file path=ppt/slides/_rels/slide19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198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199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25.png"/><Relationship Id="rId4" Type="http://schemas.openxmlformats.org/officeDocument/2006/relationships/image" Target="../media/image426.jpeg"/><Relationship Id="rId5" Type="http://schemas.openxmlformats.org/officeDocument/2006/relationships/image" Target="../media/image427.jpeg"/><Relationship Id="rId6" Type="http://schemas.openxmlformats.org/officeDocument/2006/relationships/image" Target="../media/image428.jpeg"/><Relationship Id="rId7" Type="http://schemas.openxmlformats.org/officeDocument/2006/relationships/slideLayout" Target="../slideLayouts/slideLayout1.xml"/>
</Relationships>
</file>

<file path=ppt/slides/_rels/slide200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9.png"/><Relationship Id="rId3" Type="http://schemas.openxmlformats.org/officeDocument/2006/relationships/image" Target="../media/image426.jpeg"/><Relationship Id="rId4" Type="http://schemas.openxmlformats.org/officeDocument/2006/relationships/image" Target="../media/image430.jpeg"/><Relationship Id="rId5" Type="http://schemas.openxmlformats.org/officeDocument/2006/relationships/image" Target="../media/image424.jpeg"/><Relationship Id="rId6" Type="http://schemas.openxmlformats.org/officeDocument/2006/relationships/slideLayout" Target="../slideLayouts/slideLayout1.xml"/>
</Relationships>
</file>

<file path=ppt/slides/_rels/slide201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31.png"/><Relationship Id="rId4" Type="http://schemas.openxmlformats.org/officeDocument/2006/relationships/image" Target="../media/image432.jpeg"/><Relationship Id="rId5" Type="http://schemas.openxmlformats.org/officeDocument/2006/relationships/image" Target="../media/image433.jpeg"/><Relationship Id="rId6" Type="http://schemas.openxmlformats.org/officeDocument/2006/relationships/image" Target="../media/image434.jpeg"/><Relationship Id="rId7" Type="http://schemas.openxmlformats.org/officeDocument/2006/relationships/image" Target="../media/image435.jpeg"/><Relationship Id="rId8" Type="http://schemas.openxmlformats.org/officeDocument/2006/relationships/slideLayout" Target="../slideLayouts/slideLayout1.xml"/>
</Relationships>
</file>

<file path=ppt/slides/_rels/slide202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36.png"/><Relationship Id="rId4" Type="http://schemas.openxmlformats.org/officeDocument/2006/relationships/image" Target="../media/image437.png"/><Relationship Id="rId5" Type="http://schemas.openxmlformats.org/officeDocument/2006/relationships/slideLayout" Target="../slideLayouts/slideLayout1.xml"/>
</Relationships>
</file>

<file path=ppt/slides/_rels/slide203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38.png"/><Relationship Id="rId4" Type="http://schemas.openxmlformats.org/officeDocument/2006/relationships/image" Target="../media/image439.jpeg"/><Relationship Id="rId5" Type="http://schemas.openxmlformats.org/officeDocument/2006/relationships/slideLayout" Target="../slideLayouts/slideLayout1.xml"/>
</Relationships>
</file>

<file path=ppt/slides/_rels/slide204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40.png"/><Relationship Id="rId4" Type="http://schemas.openxmlformats.org/officeDocument/2006/relationships/image" Target="../media/image439.jpeg"/><Relationship Id="rId5" Type="http://schemas.openxmlformats.org/officeDocument/2006/relationships/slideLayout" Target="../slideLayouts/slideLayout1.xml"/>
</Relationships>
</file>

<file path=ppt/slides/_rels/slide205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41.png"/><Relationship Id="rId4" Type="http://schemas.openxmlformats.org/officeDocument/2006/relationships/slideLayout" Target="../slideLayouts/slideLayout1.xml"/>
</Relationships>
</file>

<file path=ppt/slides/_rels/slide206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42.png"/><Relationship Id="rId4" Type="http://schemas.openxmlformats.org/officeDocument/2006/relationships/image" Target="../media/image443.png"/><Relationship Id="rId5" Type="http://schemas.openxmlformats.org/officeDocument/2006/relationships/slideLayout" Target="../slideLayouts/slideLayout1.xml"/>
</Relationships>
</file>

<file path=ppt/slides/_rels/slide207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44.png"/><Relationship Id="rId4" Type="http://schemas.openxmlformats.org/officeDocument/2006/relationships/slideLayout" Target="../slideLayouts/slideLayout1.xml"/>
</Relationships>
</file>

<file path=ppt/slides/_rels/slide208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45.jpeg"/><Relationship Id="rId4" Type="http://schemas.openxmlformats.org/officeDocument/2006/relationships/slideLayout" Target="../slideLayouts/slideLayout1.xml"/>
</Relationships>
</file>

<file path=ppt/slides/_rels/slide209.xml.rels><?xml version="1.0" encoding="UTF-8"?>
<Relationships xmlns="http://schemas.openxmlformats.org/package/2006/relationships"><Relationship Id="rId1" Type="http://schemas.openxmlformats.org/officeDocument/2006/relationships/image" Target="../media/image423.jpeg"/><Relationship Id="rId2" Type="http://schemas.openxmlformats.org/officeDocument/2006/relationships/image" Target="../media/image424.jpeg"/><Relationship Id="rId3" Type="http://schemas.openxmlformats.org/officeDocument/2006/relationships/image" Target="../media/image446.png"/><Relationship Id="rId4" Type="http://schemas.openxmlformats.org/officeDocument/2006/relationships/slideLayout" Target="../slideLayouts/slideLayout1.xml"/>
</Relationships>
</file>

<file path=ppt/slides/_rels/slide210.xml.rels><?xml version="1.0" encoding="UTF-8"?>
<Relationships xmlns="http://schemas.openxmlformats.org/package/2006/relationships"><Relationship Id="rId1" Type="http://schemas.openxmlformats.org/officeDocument/2006/relationships/image" Target="../media/image447.jpeg"/><Relationship Id="rId2" Type="http://schemas.openxmlformats.org/officeDocument/2006/relationships/image" Target="../media/image5.png"/><Relationship Id="rId3" Type="http://schemas.openxmlformats.org/officeDocument/2006/relationships/image" Target="../media/image448.png"/><Relationship Id="rId4" Type="http://schemas.openxmlformats.org/officeDocument/2006/relationships/slideLayout" Target="../slideLayouts/slideLayout1.xml"/>
</Relationships>
</file>

<file path=ppt/slides/_rels/slide211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212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213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49.jpeg"/><Relationship Id="rId3" Type="http://schemas.openxmlformats.org/officeDocument/2006/relationships/slideLayout" Target="../slideLayouts/slideLayout1.xml"/>
</Relationships>
</file>

<file path=ppt/slides/_rels/slide214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15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50.jpeg"/><Relationship Id="rId3" Type="http://schemas.openxmlformats.org/officeDocument/2006/relationships/image" Target="../media/image451.png"/><Relationship Id="rId4" Type="http://schemas.openxmlformats.org/officeDocument/2006/relationships/image" Target="../media/image452.jpeg"/><Relationship Id="rId5" Type="http://schemas.openxmlformats.org/officeDocument/2006/relationships/slideLayout" Target="../slideLayouts/slideLayout1.xml"/>
</Relationships>
</file>

<file path=ppt/slides/_rels/slide21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53.jpeg"/><Relationship Id="rId3" Type="http://schemas.openxmlformats.org/officeDocument/2006/relationships/image" Target="../media/image454.png"/><Relationship Id="rId4" Type="http://schemas.openxmlformats.org/officeDocument/2006/relationships/image" Target="../media/image455.jpeg"/><Relationship Id="rId5" Type="http://schemas.openxmlformats.org/officeDocument/2006/relationships/slideLayout" Target="../slideLayouts/slideLayout1.xml"/>
</Relationships>
</file>

<file path=ppt/slides/_rels/slide217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56.jpeg"/><Relationship Id="rId3" Type="http://schemas.openxmlformats.org/officeDocument/2006/relationships/image" Target="../media/image457.png"/><Relationship Id="rId4" Type="http://schemas.openxmlformats.org/officeDocument/2006/relationships/image" Target="../media/image458.jpeg"/><Relationship Id="rId5" Type="http://schemas.openxmlformats.org/officeDocument/2006/relationships/slideLayout" Target="../slideLayouts/slideLayout1.xml"/>
</Relationships>
</file>

<file path=ppt/slides/_rels/slide21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19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59.png"/><Relationship Id="rId3" Type="http://schemas.openxmlformats.org/officeDocument/2006/relationships/image" Target="../media/image460.jpeg"/><Relationship Id="rId4" Type="http://schemas.openxmlformats.org/officeDocument/2006/relationships/slideLayout" Target="../slideLayouts/slideLayout1.xml"/>
</Relationships>
</file>

<file path=ppt/slides/_rels/slide22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61.jpeg"/><Relationship Id="rId3" Type="http://schemas.openxmlformats.org/officeDocument/2006/relationships/image" Target="../media/image462.png"/><Relationship Id="rId4" Type="http://schemas.openxmlformats.org/officeDocument/2006/relationships/image" Target="../media/image463.jpeg"/><Relationship Id="rId5" Type="http://schemas.openxmlformats.org/officeDocument/2006/relationships/slideLayout" Target="../slideLayouts/slideLayout1.xml"/>
</Relationships>
</file>

<file path=ppt/slides/_rels/slide221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64.jpeg"/><Relationship Id="rId3" Type="http://schemas.openxmlformats.org/officeDocument/2006/relationships/image" Target="../media/image465.png"/><Relationship Id="rId4" Type="http://schemas.openxmlformats.org/officeDocument/2006/relationships/image" Target="../media/image466.jpeg"/><Relationship Id="rId5" Type="http://schemas.openxmlformats.org/officeDocument/2006/relationships/slideLayout" Target="../slideLayouts/slideLayout1.xml"/>
</Relationships>
</file>

<file path=ppt/slides/_rels/slide222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67.jpeg"/><Relationship Id="rId3" Type="http://schemas.openxmlformats.org/officeDocument/2006/relationships/image" Target="../media/image468.png"/><Relationship Id="rId4" Type="http://schemas.openxmlformats.org/officeDocument/2006/relationships/slideLayout" Target="../slideLayouts/slideLayout1.xml"/>
</Relationships>
</file>

<file path=ppt/slides/_rels/slide223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69.jpeg"/><Relationship Id="rId3" Type="http://schemas.openxmlformats.org/officeDocument/2006/relationships/image" Target="../media/image469.jpeg"/><Relationship Id="rId4" Type="http://schemas.openxmlformats.org/officeDocument/2006/relationships/image" Target="../media/image470.png"/><Relationship Id="rId5" Type="http://schemas.openxmlformats.org/officeDocument/2006/relationships/image" Target="../media/image471.jpeg"/><Relationship Id="rId6" Type="http://schemas.openxmlformats.org/officeDocument/2006/relationships/slideLayout" Target="../slideLayouts/slideLayout1.xml"/>
</Relationships>
</file>

<file path=ppt/slides/_rels/slide224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49.jpeg"/><Relationship Id="rId3" Type="http://schemas.openxmlformats.org/officeDocument/2006/relationships/slideLayout" Target="../slideLayouts/slideLayout1.xml"/>
</Relationships>
</file>

<file path=ppt/slides/_rels/slide225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72.jpeg"/><Relationship Id="rId3" Type="http://schemas.openxmlformats.org/officeDocument/2006/relationships/image" Target="../media/image473.png"/><Relationship Id="rId4" Type="http://schemas.openxmlformats.org/officeDocument/2006/relationships/image" Target="../media/image474.jpeg"/><Relationship Id="rId5" Type="http://schemas.openxmlformats.org/officeDocument/2006/relationships/image" Target="../media/image475.jpeg"/><Relationship Id="rId6" Type="http://schemas.openxmlformats.org/officeDocument/2006/relationships/slideLayout" Target="../slideLayouts/slideLayout1.xml"/>
</Relationships>
</file>

<file path=ppt/slides/_rels/slide22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76.jpeg"/><Relationship Id="rId3" Type="http://schemas.openxmlformats.org/officeDocument/2006/relationships/image" Target="../media/image477.png"/><Relationship Id="rId4" Type="http://schemas.openxmlformats.org/officeDocument/2006/relationships/image" Target="../media/image478.jpeg"/><Relationship Id="rId5" Type="http://schemas.openxmlformats.org/officeDocument/2006/relationships/image" Target="../media/image479.jpeg"/><Relationship Id="rId6" Type="http://schemas.openxmlformats.org/officeDocument/2006/relationships/slideLayout" Target="../slideLayouts/slideLayout1.xml"/>
</Relationships>
</file>

<file path=ppt/slides/_rels/slide227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2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80.jpeg"/><Relationship Id="rId3" Type="http://schemas.openxmlformats.org/officeDocument/2006/relationships/image" Target="../media/image481.png"/><Relationship Id="rId4" Type="http://schemas.openxmlformats.org/officeDocument/2006/relationships/image" Target="../media/image482.jpeg"/><Relationship Id="rId5" Type="http://schemas.openxmlformats.org/officeDocument/2006/relationships/slideLayout" Target="../slideLayouts/slideLayout1.xml"/>
</Relationships>
</file>

<file path=ppt/slides/_rels/slide229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83.jpeg"/><Relationship Id="rId3" Type="http://schemas.openxmlformats.org/officeDocument/2006/relationships/slideLayout" Target="../slideLayouts/slideLayout1.xml"/>
</Relationships>
</file>

<file path=ppt/slides/_rels/slide23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31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232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image" Target="../media/image4.png"/><Relationship Id="rId3" Type="http://schemas.openxmlformats.org/officeDocument/2006/relationships/slideLayout" Target="../slideLayouts/slideLayout1.xml"/>
</Relationships>
</file>

<file path=ppt/slides/_rels/slide23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
</Relationships>
</file>

<file path=ppt/slides/_rels/slide234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235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3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0.jpeg"/><Relationship Id="rId3" Type="http://schemas.openxmlformats.org/officeDocument/2006/relationships/image" Target="../media/image60.jpeg"/><Relationship Id="rId4" Type="http://schemas.openxmlformats.org/officeDocument/2006/relationships/slideLayout" Target="../slideLayouts/slideLayout1.xml"/>
</Relationships>
</file>

<file path=ppt/slides/_rels/slide237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3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447.jpeg"/><Relationship Id="rId3" Type="http://schemas.openxmlformats.org/officeDocument/2006/relationships/image" Target="../media/image484.jpeg"/><Relationship Id="rId4" Type="http://schemas.openxmlformats.org/officeDocument/2006/relationships/slideLayout" Target="../slideLayouts/slideLayout1.xml"/>
</Relationships>
</file>

<file path=ppt/slides/_rels/slide239.xml.rels><?xml version="1.0" encoding="UTF-8"?>
<Relationships xmlns="http://schemas.openxmlformats.org/package/2006/relationships"><Relationship Id="rId1" Type="http://schemas.openxmlformats.org/officeDocument/2006/relationships/image" Target="../media/image447.jpeg"/><Relationship Id="rId2" Type="http://schemas.openxmlformats.org/officeDocument/2006/relationships/image" Target="../media/image5.png"/><Relationship Id="rId3" Type="http://schemas.openxmlformats.org/officeDocument/2006/relationships/image" Target="../media/image448.png"/><Relationship Id="rId4" Type="http://schemas.openxmlformats.org/officeDocument/2006/relationships/slideLayout" Target="../slideLayouts/slideLayout1.xml"/>
</Relationships>
</file>

<file path=ppt/slides/_rels/slide240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241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42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43.xml.rels><?xml version="1.0" encoding="UTF-8"?>
<Relationships xmlns="http://schemas.openxmlformats.org/package/2006/relationships"><Relationship Id="rId1" Type="http://schemas.openxmlformats.org/officeDocument/2006/relationships/image" Target="../media/image485.png"/><Relationship Id="rId2" Type="http://schemas.openxmlformats.org/officeDocument/2006/relationships/image" Target="../media/image486.png"/><Relationship Id="rId3" Type="http://schemas.openxmlformats.org/officeDocument/2006/relationships/image" Target="../media/image487.jpeg"/><Relationship Id="rId4" Type="http://schemas.openxmlformats.org/officeDocument/2006/relationships/image" Target="../media/image488.jpeg"/><Relationship Id="rId5" Type="http://schemas.openxmlformats.org/officeDocument/2006/relationships/image" Target="../media/image489.png"/><Relationship Id="rId6" Type="http://schemas.openxmlformats.org/officeDocument/2006/relationships/image" Target="../media/image5.png"/><Relationship Id="rId7" Type="http://schemas.openxmlformats.org/officeDocument/2006/relationships/slideLayout" Target="../slideLayouts/slideLayout1.xml"/>
</Relationships>
</file>

<file path=ppt/slides/_rels/slide244.xml.rels><?xml version="1.0" encoding="UTF-8"?>
<Relationships xmlns="http://schemas.openxmlformats.org/package/2006/relationships"><Relationship Id="rId1" Type="http://schemas.openxmlformats.org/officeDocument/2006/relationships/image" Target="../media/image490.png"/><Relationship Id="rId2" Type="http://schemas.openxmlformats.org/officeDocument/2006/relationships/image" Target="../media/image491.jpeg"/><Relationship Id="rId3" Type="http://schemas.openxmlformats.org/officeDocument/2006/relationships/image" Target="../media/image492.png"/><Relationship Id="rId4" Type="http://schemas.openxmlformats.org/officeDocument/2006/relationships/image" Target="../media/image493.png"/><Relationship Id="rId5" Type="http://schemas.openxmlformats.org/officeDocument/2006/relationships/image" Target="../media/image5.png"/><Relationship Id="rId6" Type="http://schemas.openxmlformats.org/officeDocument/2006/relationships/slideLayout" Target="../slideLayouts/slideLayout1.xml"/>
</Relationships>
</file>

<file path=ppt/slides/_rels/slide245.xml.rels><?xml version="1.0" encoding="UTF-8"?>
<Relationships xmlns="http://schemas.openxmlformats.org/package/2006/relationships"><Relationship Id="rId1" Type="http://schemas.openxmlformats.org/officeDocument/2006/relationships/image" Target="../media/image494.png"/><Relationship Id="rId2" Type="http://schemas.openxmlformats.org/officeDocument/2006/relationships/image" Target="../media/image495.png"/><Relationship Id="rId3" Type="http://schemas.openxmlformats.org/officeDocument/2006/relationships/image" Target="../media/image496.jpeg"/><Relationship Id="rId4" Type="http://schemas.openxmlformats.org/officeDocument/2006/relationships/image" Target="../media/image497.jpeg"/><Relationship Id="rId5" Type="http://schemas.openxmlformats.org/officeDocument/2006/relationships/image" Target="../media/image5.png"/><Relationship Id="rId6" Type="http://schemas.openxmlformats.org/officeDocument/2006/relationships/slideLayout" Target="../slideLayouts/slideLayout1.xml"/>
</Relationships>
</file>

<file path=ppt/slides/_rels/slide246.xml.rels><?xml version="1.0" encoding="UTF-8"?>
<Relationships xmlns="http://schemas.openxmlformats.org/package/2006/relationships"><Relationship Id="rId1" Type="http://schemas.openxmlformats.org/officeDocument/2006/relationships/image" Target="../media/image498.png"/><Relationship Id="rId2" Type="http://schemas.openxmlformats.org/officeDocument/2006/relationships/image" Target="../media/image499.png"/><Relationship Id="rId3" Type="http://schemas.openxmlformats.org/officeDocument/2006/relationships/image" Target="../media/image5.png"/><Relationship Id="rId4" Type="http://schemas.openxmlformats.org/officeDocument/2006/relationships/slideLayout" Target="../slideLayouts/slideLayout1.xml"/>
</Relationships>
</file>

<file path=ppt/slides/_rels/slide247.xml.rels><?xml version="1.0" encoding="UTF-8"?>
<Relationships xmlns="http://schemas.openxmlformats.org/package/2006/relationships"><Relationship Id="rId1" Type="http://schemas.openxmlformats.org/officeDocument/2006/relationships/image" Target="../media/image500.png"/><Relationship Id="rId2" Type="http://schemas.openxmlformats.org/officeDocument/2006/relationships/image" Target="../media/image501.png"/><Relationship Id="rId3" Type="http://schemas.openxmlformats.org/officeDocument/2006/relationships/image" Target="../media/image502.png"/><Relationship Id="rId4" Type="http://schemas.openxmlformats.org/officeDocument/2006/relationships/image" Target="../media/image5.png"/><Relationship Id="rId5" Type="http://schemas.openxmlformats.org/officeDocument/2006/relationships/slideLayout" Target="../slideLayouts/slideLayout1.xml"/>
</Relationships>
</file>

<file path=ppt/slides/_rels/slide248.xml.rels><?xml version="1.0" encoding="UTF-8"?>
<Relationships xmlns="http://schemas.openxmlformats.org/package/2006/relationships"><Relationship Id="rId1" Type="http://schemas.openxmlformats.org/officeDocument/2006/relationships/image" Target="../media/image503.png"/><Relationship Id="rId2" Type="http://schemas.openxmlformats.org/officeDocument/2006/relationships/image" Target="../media/image504.png"/><Relationship Id="rId3" Type="http://schemas.openxmlformats.org/officeDocument/2006/relationships/image" Target="../media/image5.png"/><Relationship Id="rId4" Type="http://schemas.openxmlformats.org/officeDocument/2006/relationships/slideLayout" Target="../slideLayouts/slideLayout1.xml"/>
</Relationships>
</file>

<file path=ppt/slides/_rels/slide249.xml.rels><?xml version="1.0" encoding="UTF-8"?>
<Relationships xmlns="http://schemas.openxmlformats.org/package/2006/relationships"><Relationship Id="rId1" Type="http://schemas.openxmlformats.org/officeDocument/2006/relationships/image" Target="../media/image505.png"/><Relationship Id="rId2" Type="http://schemas.openxmlformats.org/officeDocument/2006/relationships/image" Target="../media/image506.png"/><Relationship Id="rId3" Type="http://schemas.openxmlformats.org/officeDocument/2006/relationships/image" Target="../media/image507.png"/><Relationship Id="rId4" Type="http://schemas.openxmlformats.org/officeDocument/2006/relationships/image" Target="../media/image508.png"/><Relationship Id="rId5" Type="http://schemas.openxmlformats.org/officeDocument/2006/relationships/image" Target="../media/image509.png"/><Relationship Id="rId6" Type="http://schemas.openxmlformats.org/officeDocument/2006/relationships/image" Target="../media/image510.png"/><Relationship Id="rId7" Type="http://schemas.openxmlformats.org/officeDocument/2006/relationships/image" Target="../media/image5.png"/><Relationship Id="rId8" Type="http://schemas.openxmlformats.org/officeDocument/2006/relationships/slideLayout" Target="../slideLayouts/slideLayout1.xml"/>
</Relationships>
</file>

<file path=ppt/slides/_rels/slide250.xml.rels><?xml version="1.0" encoding="UTF-8"?>
<Relationships xmlns="http://schemas.openxmlformats.org/package/2006/relationships"><Relationship Id="rId1" Type="http://schemas.openxmlformats.org/officeDocument/2006/relationships/image" Target="../media/image511.png"/><Relationship Id="rId2" Type="http://schemas.openxmlformats.org/officeDocument/2006/relationships/image" Target="../media/image512.png"/><Relationship Id="rId3" Type="http://schemas.openxmlformats.org/officeDocument/2006/relationships/image" Target="../media/image513.png"/><Relationship Id="rId4" Type="http://schemas.openxmlformats.org/officeDocument/2006/relationships/image" Target="../media/image514.png"/><Relationship Id="rId5" Type="http://schemas.openxmlformats.org/officeDocument/2006/relationships/image" Target="../media/image5.png"/><Relationship Id="rId6" Type="http://schemas.openxmlformats.org/officeDocument/2006/relationships/slideLayout" Target="../slideLayouts/slideLayout1.xml"/>
</Relationships>
</file>

<file path=ppt/slides/_rels/slide251.xml.rels><?xml version="1.0" encoding="UTF-8"?>
<Relationships xmlns="http://schemas.openxmlformats.org/package/2006/relationships"><Relationship Id="rId1" Type="http://schemas.openxmlformats.org/officeDocument/2006/relationships/image" Target="../media/image515.png"/><Relationship Id="rId2" Type="http://schemas.openxmlformats.org/officeDocument/2006/relationships/image" Target="../media/image516.png"/><Relationship Id="rId3" Type="http://schemas.openxmlformats.org/officeDocument/2006/relationships/image" Target="../media/image5.png"/><Relationship Id="rId4" Type="http://schemas.openxmlformats.org/officeDocument/2006/relationships/slideLayout" Target="../slideLayouts/slideLayout1.xml"/>
</Relationships>
</file>

<file path=ppt/slides/_rels/slide252.xml.rels><?xml version="1.0" encoding="UTF-8"?>
<Relationships xmlns="http://schemas.openxmlformats.org/package/2006/relationships"><Relationship Id="rId1" Type="http://schemas.openxmlformats.org/officeDocument/2006/relationships/image" Target="../media/image517.png"/><Relationship Id="rId2" Type="http://schemas.openxmlformats.org/officeDocument/2006/relationships/image" Target="../media/image518.png"/><Relationship Id="rId3" Type="http://schemas.openxmlformats.org/officeDocument/2006/relationships/image" Target="../media/image5.png"/><Relationship Id="rId4" Type="http://schemas.openxmlformats.org/officeDocument/2006/relationships/slideLayout" Target="../slideLayouts/slideLayout1.xml"/>
</Relationships>
</file>

<file path=ppt/slides/_rels/slide253.xml.rels><?xml version="1.0" encoding="UTF-8"?>
<Relationships xmlns="http://schemas.openxmlformats.org/package/2006/relationships"><Relationship Id="rId1" Type="http://schemas.openxmlformats.org/officeDocument/2006/relationships/image" Target="../media/image519.png"/><Relationship Id="rId2" Type="http://schemas.openxmlformats.org/officeDocument/2006/relationships/image" Target="../media/image520.png"/><Relationship Id="rId3" Type="http://schemas.openxmlformats.org/officeDocument/2006/relationships/image" Target="../media/image5.png"/><Relationship Id="rId4" Type="http://schemas.openxmlformats.org/officeDocument/2006/relationships/slideLayout" Target="../slideLayouts/slideLayout1.xml"/>
</Relationships>
</file>

<file path=ppt/slides/_rels/slide254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55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21.png"/><Relationship Id="rId3" Type="http://schemas.openxmlformats.org/officeDocument/2006/relationships/image" Target="../media/image522.png"/><Relationship Id="rId4" Type="http://schemas.openxmlformats.org/officeDocument/2006/relationships/image" Target="../media/image523.png"/><Relationship Id="rId5" Type="http://schemas.openxmlformats.org/officeDocument/2006/relationships/slideLayout" Target="../slideLayouts/slideLayout1.xml"/>
</Relationships>
</file>

<file path=ppt/slides/_rels/slide256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24.png"/><Relationship Id="rId3" Type="http://schemas.openxmlformats.org/officeDocument/2006/relationships/image" Target="../media/image525.png"/><Relationship Id="rId4" Type="http://schemas.openxmlformats.org/officeDocument/2006/relationships/image" Target="../media/image526.png"/><Relationship Id="rId5" Type="http://schemas.openxmlformats.org/officeDocument/2006/relationships/image" Target="../media/image527.jpeg"/><Relationship Id="rId6" Type="http://schemas.openxmlformats.org/officeDocument/2006/relationships/slideLayout" Target="../slideLayouts/slideLayout1.xml"/>
</Relationships>
</file>

<file path=ppt/slides/_rels/slide257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258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59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28.png"/><Relationship Id="rId3" Type="http://schemas.openxmlformats.org/officeDocument/2006/relationships/image" Target="../media/image529.jpeg"/><Relationship Id="rId4" Type="http://schemas.openxmlformats.org/officeDocument/2006/relationships/image" Target="../media/image530.png"/><Relationship Id="rId5" Type="http://schemas.openxmlformats.org/officeDocument/2006/relationships/slideLayout" Target="../slideLayouts/slideLayout1.xml"/>
</Relationships>
</file>

<file path=ppt/slides/_rels/slide260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31.png"/><Relationship Id="rId3" Type="http://schemas.openxmlformats.org/officeDocument/2006/relationships/image" Target="../media/image532.png"/><Relationship Id="rId4" Type="http://schemas.openxmlformats.org/officeDocument/2006/relationships/image" Target="../media/image533.png"/><Relationship Id="rId5" Type="http://schemas.openxmlformats.org/officeDocument/2006/relationships/image" Target="../media/image534.png"/><Relationship Id="rId6" Type="http://schemas.openxmlformats.org/officeDocument/2006/relationships/slideLayout" Target="../slideLayouts/slideLayout1.xml"/>
</Relationships>
</file>

<file path=ppt/slides/_rels/slide261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35.jpeg"/><Relationship Id="rId3" Type="http://schemas.openxmlformats.org/officeDocument/2006/relationships/image" Target="../media/image536.jpeg"/><Relationship Id="rId4" Type="http://schemas.openxmlformats.org/officeDocument/2006/relationships/image" Target="../media/image537.png"/><Relationship Id="rId5" Type="http://schemas.openxmlformats.org/officeDocument/2006/relationships/image" Target="../media/image538.png"/><Relationship Id="rId6" Type="http://schemas.openxmlformats.org/officeDocument/2006/relationships/image" Target="../media/image539.png"/><Relationship Id="rId7" Type="http://schemas.openxmlformats.org/officeDocument/2006/relationships/slideLayout" Target="../slideLayouts/slideLayout1.xml"/>
</Relationships>
</file>

<file path=ppt/slides/_rels/slide262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_rels/slide263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.xml"/>
</Relationships>
</file>

<file path=ppt/slides/_rels/slide264.xml.rels><?xml version="1.0" encoding="UTF-8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image" Target="../media/image540.jpeg"/><Relationship Id="rId3" Type="http://schemas.openxmlformats.org/officeDocument/2006/relationships/image" Target="../media/image541.png"/><Relationship Id="rId4" Type="http://schemas.openxmlformats.org/officeDocument/2006/relationships/image" Target="../media/image542.png"/><Relationship Id="rId5" Type="http://schemas.openxmlformats.org/officeDocument/2006/relationships/slideLayout" Target="../slideLayouts/slideLayout1.xml"/>
</Relationships>
</file>

<file path=ppt/slides/_rels/slide265.xml.rels><?xml version="1.0" encoding="UTF-8"?>
<Relationships xmlns="http://schemas.openxmlformats.org/package/2006/relationships"><Relationship Id="rId1" Type="http://schemas.openxmlformats.org/officeDocument/2006/relationships/image" Target="../media/image543.png"/><Relationship Id="rId2" Type="http://schemas.openxmlformats.org/officeDocument/2006/relationships/image" Target="../media/image544.png"/><Relationship Id="rId3" Type="http://schemas.openxmlformats.org/officeDocument/2006/relationships/image" Target="../media/image545.jpeg"/><Relationship Id="rId4" Type="http://schemas.openxmlformats.org/officeDocument/2006/relationships/image" Target="../media/image5.png"/><Relationship Id="rId5" Type="http://schemas.openxmlformats.org/officeDocument/2006/relationships/slideLayout" Target="../slideLayouts/slideLayout1.xml"/>
</Relationships>
</file>

<file path=ppt/slides/_rels/slide266.xml.rels><?xml version="1.0" encoding="UTF-8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1.xml"/>
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5" name="" descr=""/>
          <p:cNvPicPr/>
          <p:nvPr/>
        </p:nvPicPr>
        <p:blipFill>
          <a:blip r:embed="rId1"/>
          <a:stretch/>
        </p:blipFill>
        <p:spPr>
          <a:xfrm>
            <a:off x="1819800" y="2917080"/>
            <a:ext cx="2009880" cy="571320"/>
          </a:xfrm>
          <a:prstGeom prst="rect">
            <a:avLst/>
          </a:prstGeom>
          <a:ln w="0">
            <a:noFill/>
          </a:ln>
        </p:spPr>
      </p:pic>
      <p:sp>
        <p:nvSpPr>
          <p:cNvPr id="6" name=""/>
          <p:cNvSpPr/>
          <p:nvPr/>
        </p:nvSpPr>
        <p:spPr>
          <a:xfrm>
            <a:off x="4155840" y="2796480"/>
            <a:ext cx="0" cy="859320"/>
          </a:xfrm>
          <a:prstGeom prst="line">
            <a:avLst/>
          </a:prstGeom>
          <a:ln w="6120">
            <a:solidFill>
              <a:srgbClr val="7f7f7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" name=""/>
          <p:cNvSpPr txBox="1"/>
          <p:nvPr/>
        </p:nvSpPr>
        <p:spPr>
          <a:xfrm>
            <a:off x="4505040" y="2842560"/>
            <a:ext cx="3607920" cy="43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930" spc="-1" strike="noStrike">
                <a:solidFill>
                  <a:srgbClr val="7f7f7f"/>
                </a:solidFill>
                <a:latin typeface="Calibri Light"/>
                <a:ea typeface="Calibri Light"/>
              </a:rPr>
              <a:t>Training Material</a:t>
            </a:r>
            <a:endParaRPr b="0" lang="en-US" sz="29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" name=""/>
          <p:cNvSpPr txBox="1"/>
          <p:nvPr/>
        </p:nvSpPr>
        <p:spPr>
          <a:xfrm>
            <a:off x="4505040" y="3288960"/>
            <a:ext cx="2874960" cy="43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930" spc="-1" strike="noStrike">
                <a:solidFill>
                  <a:srgbClr val="7f7f7f"/>
                </a:solidFill>
                <a:latin typeface="Calibri Light"/>
                <a:ea typeface="Calibri Light"/>
              </a:rPr>
              <a:t>(Confidential)</a:t>
            </a:r>
            <a:endParaRPr b="0" lang="en-US" sz="29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" name=""/>
          <p:cNvSpPr txBox="1"/>
          <p:nvPr/>
        </p:nvSpPr>
        <p:spPr>
          <a:xfrm>
            <a:off x="3852000" y="6580080"/>
            <a:ext cx="280188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98989"/>
                </a:solidFill>
                <a:latin typeface="Calibri Light"/>
                <a:ea typeface="Calibri Light"/>
              </a:rPr>
              <a:t>©  2024 InBody Confidential and Proprietary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" name=""/>
          <p:cNvSpPr txBox="1"/>
          <p:nvPr/>
        </p:nvSpPr>
        <p:spPr>
          <a:xfrm>
            <a:off x="9056520" y="64472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" name=""/>
          <p:cNvSpPr txBox="1"/>
          <p:nvPr/>
        </p:nvSpPr>
        <p:spPr>
          <a:xfrm>
            <a:off x="3075480" y="2449800"/>
            <a:ext cx="5583240" cy="43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910" spc="-1" strike="noStrike">
                <a:solidFill>
                  <a:srgbClr val="b50938"/>
                </a:solidFill>
                <a:latin typeface="Calibri Light"/>
                <a:ea typeface="Calibri Light"/>
              </a:rPr>
              <a:t>What is Body Composition </a:t>
            </a:r>
            <a:endParaRPr b="0" lang="en-US" sz="29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" name=""/>
          <p:cNvSpPr/>
          <p:nvPr/>
        </p:nvSpPr>
        <p:spPr>
          <a:xfrm>
            <a:off x="0" y="5667480"/>
            <a:ext cx="9905760" cy="0"/>
          </a:xfrm>
          <a:prstGeom prst="line">
            <a:avLst/>
          </a:prstGeom>
          <a:ln w="61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4" name="" descr=""/>
          <p:cNvPicPr/>
          <p:nvPr/>
        </p:nvPicPr>
        <p:blipFill>
          <a:blip r:embed="rId1"/>
          <a:stretch/>
        </p:blipFill>
        <p:spPr>
          <a:xfrm>
            <a:off x="8708040" y="5832360"/>
            <a:ext cx="804240" cy="228240"/>
          </a:xfrm>
          <a:prstGeom prst="rect">
            <a:avLst/>
          </a:prstGeom>
          <a:ln w="0">
            <a:noFill/>
          </a:ln>
        </p:spPr>
      </p:pic>
      <p:sp>
        <p:nvSpPr>
          <p:cNvPr id="15" name=""/>
          <p:cNvSpPr txBox="1"/>
          <p:nvPr/>
        </p:nvSpPr>
        <p:spPr>
          <a:xfrm>
            <a:off x="1571040" y="2847600"/>
            <a:ext cx="9861120" cy="43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910" spc="-1" strike="noStrike">
                <a:solidFill>
                  <a:srgbClr val="b50938"/>
                </a:solidFill>
                <a:latin typeface="Calibri Light"/>
                <a:ea typeface="Calibri Light"/>
              </a:rPr>
              <a:t>Various Methods for body composition analysis</a:t>
            </a:r>
            <a:endParaRPr b="0" lang="en-US" sz="29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" name=""/>
          <p:cNvSpPr txBox="1"/>
          <p:nvPr/>
        </p:nvSpPr>
        <p:spPr>
          <a:xfrm>
            <a:off x="9056520" y="64472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" name=""/>
          <p:cNvSpPr txBox="1"/>
          <p:nvPr/>
        </p:nvSpPr>
        <p:spPr>
          <a:xfrm>
            <a:off x="444240" y="2765880"/>
            <a:ext cx="5919840" cy="532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6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What is body composition</a:t>
            </a:r>
            <a:endParaRPr b="0" lang="en-US" sz="3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" name=""/>
          <p:cNvSpPr/>
          <p:nvPr/>
        </p:nvSpPr>
        <p:spPr>
          <a:xfrm>
            <a:off x="174960" y="255960"/>
            <a:ext cx="49320" cy="381240"/>
          </a:xfrm>
          <a:custGeom>
            <a:avLst/>
            <a:gdLst/>
            <a:ahLst/>
            <a:rect l="0" t="0" r="r" b="b"/>
            <a:pathLst>
              <a:path w="137" h="1059">
                <a:moveTo>
                  <a:pt x="0" y="1059"/>
                </a:moveTo>
                <a:lnTo>
                  <a:pt x="137" y="1059"/>
                </a:lnTo>
                <a:lnTo>
                  <a:pt x="137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" name=""/>
          <p:cNvSpPr/>
          <p:nvPr/>
        </p:nvSpPr>
        <p:spPr>
          <a:xfrm>
            <a:off x="9681840" y="255960"/>
            <a:ext cx="48960" cy="381240"/>
          </a:xfrm>
          <a:custGeom>
            <a:avLst/>
            <a:gdLst/>
            <a:ahLst/>
            <a:rect l="0" t="0" r="r" b="b"/>
            <a:pathLst>
              <a:path w="136" h="1059">
                <a:moveTo>
                  <a:pt x="0" y="1059"/>
                </a:moveTo>
                <a:lnTo>
                  <a:pt x="136" y="1059"/>
                </a:lnTo>
                <a:lnTo>
                  <a:pt x="136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" name=""/>
          <p:cNvSpPr/>
          <p:nvPr/>
        </p:nvSpPr>
        <p:spPr>
          <a:xfrm>
            <a:off x="222480" y="255960"/>
            <a:ext cx="9494640" cy="50400"/>
          </a:xfrm>
          <a:custGeom>
            <a:avLst/>
            <a:gdLst/>
            <a:ahLst/>
            <a:rect l="0" t="0" r="r" b="b"/>
            <a:pathLst>
              <a:path w="26374" h="140">
                <a:moveTo>
                  <a:pt x="0" y="140"/>
                </a:moveTo>
                <a:lnTo>
                  <a:pt x="26374" y="140"/>
                </a:lnTo>
                <a:lnTo>
                  <a:pt x="26374" y="0"/>
                </a:lnTo>
                <a:lnTo>
                  <a:pt x="0" y="0"/>
                </a:lnTo>
                <a:lnTo>
                  <a:pt x="0" y="140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" name="" descr=""/>
          <p:cNvPicPr/>
          <p:nvPr/>
        </p:nvPicPr>
        <p:blipFill>
          <a:blip r:embed="rId1"/>
          <a:stretch/>
        </p:blipFill>
        <p:spPr>
          <a:xfrm>
            <a:off x="475560" y="6284880"/>
            <a:ext cx="679320" cy="193320"/>
          </a:xfrm>
          <a:prstGeom prst="rect">
            <a:avLst/>
          </a:prstGeom>
          <a:ln w="0">
            <a:noFill/>
          </a:ln>
        </p:spPr>
      </p:pic>
      <p:sp>
        <p:nvSpPr>
          <p:cNvPr id="24" name=""/>
          <p:cNvSpPr/>
          <p:nvPr/>
        </p:nvSpPr>
        <p:spPr>
          <a:xfrm>
            <a:off x="1252440" y="6303240"/>
            <a:ext cx="0" cy="146160"/>
          </a:xfrm>
          <a:prstGeom prst="line">
            <a:avLst/>
          </a:prstGeom>
          <a:ln w="12600">
            <a:solidFill>
              <a:srgbClr val="7f7f7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" name=""/>
          <p:cNvSpPr txBox="1"/>
          <p:nvPr/>
        </p:nvSpPr>
        <p:spPr>
          <a:xfrm>
            <a:off x="444240" y="3445920"/>
            <a:ext cx="7334280" cy="413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8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Why is body composition important?</a:t>
            </a:r>
            <a:endParaRPr b="0" lang="en-US" sz="2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" name="" descr=""/>
          <p:cNvPicPr/>
          <p:nvPr/>
        </p:nvPicPr>
        <p:blipFill>
          <a:blip r:embed="rId2"/>
          <a:stretch/>
        </p:blipFill>
        <p:spPr>
          <a:xfrm>
            <a:off x="6146280" y="1094400"/>
            <a:ext cx="3625200" cy="5435640"/>
          </a:xfrm>
          <a:prstGeom prst="rect">
            <a:avLst/>
          </a:prstGeom>
          <a:ln w="0">
            <a:noFill/>
          </a:ln>
        </p:spPr>
      </p:pic>
      <p:sp>
        <p:nvSpPr>
          <p:cNvPr id="27" name=""/>
          <p:cNvSpPr txBox="1"/>
          <p:nvPr/>
        </p:nvSpPr>
        <p:spPr>
          <a:xfrm>
            <a:off x="444240" y="2284200"/>
            <a:ext cx="15858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InBody Basics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" name=""/>
          <p:cNvSpPr txBox="1"/>
          <p:nvPr/>
        </p:nvSpPr>
        <p:spPr>
          <a:xfrm>
            <a:off x="9056520" y="64472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" name=""/>
          <p:cNvSpPr/>
          <p:nvPr/>
        </p:nvSpPr>
        <p:spPr>
          <a:xfrm>
            <a:off x="174960" y="255960"/>
            <a:ext cx="49320" cy="381240"/>
          </a:xfrm>
          <a:custGeom>
            <a:avLst/>
            <a:gdLst/>
            <a:ahLst/>
            <a:rect l="0" t="0" r="r" b="b"/>
            <a:pathLst>
              <a:path w="137" h="1059">
                <a:moveTo>
                  <a:pt x="0" y="1059"/>
                </a:moveTo>
                <a:lnTo>
                  <a:pt x="137" y="1059"/>
                </a:lnTo>
                <a:lnTo>
                  <a:pt x="137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" name=""/>
          <p:cNvSpPr/>
          <p:nvPr/>
        </p:nvSpPr>
        <p:spPr>
          <a:xfrm>
            <a:off x="9681840" y="255960"/>
            <a:ext cx="48960" cy="381240"/>
          </a:xfrm>
          <a:custGeom>
            <a:avLst/>
            <a:gdLst/>
            <a:ahLst/>
            <a:rect l="0" t="0" r="r" b="b"/>
            <a:pathLst>
              <a:path w="136" h="1059">
                <a:moveTo>
                  <a:pt x="0" y="1059"/>
                </a:moveTo>
                <a:lnTo>
                  <a:pt x="136" y="1059"/>
                </a:lnTo>
                <a:lnTo>
                  <a:pt x="136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2" name=""/>
          <p:cNvSpPr/>
          <p:nvPr/>
        </p:nvSpPr>
        <p:spPr>
          <a:xfrm>
            <a:off x="222480" y="255960"/>
            <a:ext cx="9494640" cy="50400"/>
          </a:xfrm>
          <a:custGeom>
            <a:avLst/>
            <a:gdLst/>
            <a:ahLst/>
            <a:rect l="0" t="0" r="r" b="b"/>
            <a:pathLst>
              <a:path w="26374" h="140">
                <a:moveTo>
                  <a:pt x="0" y="140"/>
                </a:moveTo>
                <a:lnTo>
                  <a:pt x="26374" y="140"/>
                </a:lnTo>
                <a:lnTo>
                  <a:pt x="26374" y="0"/>
                </a:lnTo>
                <a:lnTo>
                  <a:pt x="0" y="0"/>
                </a:lnTo>
                <a:lnTo>
                  <a:pt x="0" y="140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3" name=""/>
          <p:cNvSpPr/>
          <p:nvPr/>
        </p:nvSpPr>
        <p:spPr>
          <a:xfrm>
            <a:off x="2697480" y="3549240"/>
            <a:ext cx="686880" cy="0"/>
          </a:xfrm>
          <a:prstGeom prst="line">
            <a:avLst/>
          </a:prstGeom>
          <a:ln w="6120">
            <a:solidFill>
              <a:srgbClr val="e2d3c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" name=""/>
          <p:cNvSpPr/>
          <p:nvPr/>
        </p:nvSpPr>
        <p:spPr>
          <a:xfrm>
            <a:off x="2697480" y="4846320"/>
            <a:ext cx="686880" cy="0"/>
          </a:xfrm>
          <a:prstGeom prst="line">
            <a:avLst/>
          </a:prstGeom>
          <a:ln w="6120">
            <a:solidFill>
              <a:srgbClr val="e2d3c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" name=""/>
          <p:cNvSpPr/>
          <p:nvPr/>
        </p:nvSpPr>
        <p:spPr>
          <a:xfrm>
            <a:off x="2697480" y="2202120"/>
            <a:ext cx="686880" cy="0"/>
          </a:xfrm>
          <a:prstGeom prst="line">
            <a:avLst/>
          </a:prstGeom>
          <a:ln w="6120">
            <a:solidFill>
              <a:srgbClr val="e2d3c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" name=""/>
          <p:cNvSpPr/>
          <p:nvPr/>
        </p:nvSpPr>
        <p:spPr>
          <a:xfrm>
            <a:off x="2328480" y="2005560"/>
            <a:ext cx="389160" cy="388800"/>
          </a:xfrm>
          <a:custGeom>
            <a:avLst/>
            <a:gdLst/>
            <a:ahLst/>
            <a:rect l="0" t="0" r="r" b="b"/>
            <a:pathLst>
              <a:path w="1081" h="1080">
                <a:moveTo>
                  <a:pt x="0" y="540"/>
                </a:moveTo>
                <a:cubicBezTo>
                  <a:pt x="0" y="241"/>
                  <a:pt x="242" y="0"/>
                  <a:pt x="540" y="0"/>
                </a:cubicBezTo>
                <a:cubicBezTo>
                  <a:pt x="839" y="0"/>
                  <a:pt x="1081" y="241"/>
                  <a:pt x="1081" y="540"/>
                </a:cubicBezTo>
                <a:cubicBezTo>
                  <a:pt x="1081" y="838"/>
                  <a:pt x="839" y="1080"/>
                  <a:pt x="540" y="1080"/>
                </a:cubicBezTo>
                <a:cubicBezTo>
                  <a:pt x="242" y="1080"/>
                  <a:pt x="0" y="838"/>
                  <a:pt x="0" y="540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7" name=""/>
          <p:cNvSpPr/>
          <p:nvPr/>
        </p:nvSpPr>
        <p:spPr>
          <a:xfrm>
            <a:off x="3306960" y="1814760"/>
            <a:ext cx="4270680" cy="841680"/>
          </a:xfrm>
          <a:custGeom>
            <a:avLst/>
            <a:gdLst/>
            <a:ahLst/>
            <a:rect l="0" t="0" r="r" b="b"/>
            <a:pathLst>
              <a:path w="11863" h="2338">
                <a:moveTo>
                  <a:pt x="0" y="2338"/>
                </a:moveTo>
                <a:lnTo>
                  <a:pt x="11863" y="2338"/>
                </a:lnTo>
                <a:lnTo>
                  <a:pt x="11863" y="0"/>
                </a:lnTo>
                <a:lnTo>
                  <a:pt x="0" y="0"/>
                </a:lnTo>
                <a:lnTo>
                  <a:pt x="0" y="2338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" name=""/>
          <p:cNvSpPr/>
          <p:nvPr/>
        </p:nvSpPr>
        <p:spPr>
          <a:xfrm>
            <a:off x="3306960" y="3124080"/>
            <a:ext cx="4270680" cy="841680"/>
          </a:xfrm>
          <a:custGeom>
            <a:avLst/>
            <a:gdLst/>
            <a:ahLst/>
            <a:rect l="0" t="0" r="r" b="b"/>
            <a:pathLst>
              <a:path w="11863" h="2338">
                <a:moveTo>
                  <a:pt x="0" y="2338"/>
                </a:moveTo>
                <a:lnTo>
                  <a:pt x="11863" y="2338"/>
                </a:lnTo>
                <a:lnTo>
                  <a:pt x="11863" y="0"/>
                </a:lnTo>
                <a:lnTo>
                  <a:pt x="0" y="0"/>
                </a:lnTo>
                <a:lnTo>
                  <a:pt x="0" y="2338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" name=""/>
          <p:cNvSpPr/>
          <p:nvPr/>
        </p:nvSpPr>
        <p:spPr>
          <a:xfrm>
            <a:off x="3306960" y="4431600"/>
            <a:ext cx="4270680" cy="841680"/>
          </a:xfrm>
          <a:custGeom>
            <a:avLst/>
            <a:gdLst/>
            <a:ahLst/>
            <a:rect l="0" t="0" r="r" b="b"/>
            <a:pathLst>
              <a:path w="11863" h="2338">
                <a:moveTo>
                  <a:pt x="0" y="2338"/>
                </a:moveTo>
                <a:lnTo>
                  <a:pt x="11863" y="2338"/>
                </a:lnTo>
                <a:lnTo>
                  <a:pt x="11863" y="0"/>
                </a:lnTo>
                <a:lnTo>
                  <a:pt x="0" y="0"/>
                </a:lnTo>
                <a:lnTo>
                  <a:pt x="0" y="2338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" name=""/>
          <p:cNvSpPr/>
          <p:nvPr/>
        </p:nvSpPr>
        <p:spPr>
          <a:xfrm>
            <a:off x="3306960" y="2656080"/>
            <a:ext cx="4270680" cy="468360"/>
          </a:xfrm>
          <a:custGeom>
            <a:avLst/>
            <a:gdLst/>
            <a:ahLst/>
            <a:rect l="0" t="0" r="r" b="b"/>
            <a:pathLst>
              <a:path w="11863" h="1301">
                <a:moveTo>
                  <a:pt x="0" y="1301"/>
                </a:moveTo>
                <a:lnTo>
                  <a:pt x="1615" y="0"/>
                </a:lnTo>
                <a:lnTo>
                  <a:pt x="11863" y="0"/>
                </a:lnTo>
                <a:lnTo>
                  <a:pt x="10248" y="1301"/>
                </a:lnTo>
                <a:lnTo>
                  <a:pt x="0" y="1301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1" name=""/>
          <p:cNvSpPr/>
          <p:nvPr/>
        </p:nvSpPr>
        <p:spPr>
          <a:xfrm>
            <a:off x="3306960" y="3965400"/>
            <a:ext cx="4270680" cy="466560"/>
          </a:xfrm>
          <a:custGeom>
            <a:avLst/>
            <a:gdLst/>
            <a:ahLst/>
            <a:rect l="0" t="0" r="r" b="b"/>
            <a:pathLst>
              <a:path w="11863" h="1296">
                <a:moveTo>
                  <a:pt x="0" y="1296"/>
                </a:moveTo>
                <a:lnTo>
                  <a:pt x="1610" y="0"/>
                </a:lnTo>
                <a:lnTo>
                  <a:pt x="11863" y="0"/>
                </a:lnTo>
                <a:lnTo>
                  <a:pt x="10253" y="1296"/>
                </a:lnTo>
                <a:lnTo>
                  <a:pt x="0" y="129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2" name=""/>
          <p:cNvSpPr txBox="1"/>
          <p:nvPr/>
        </p:nvSpPr>
        <p:spPr>
          <a:xfrm>
            <a:off x="436320" y="437040"/>
            <a:ext cx="183708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CONTENTS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" name=""/>
          <p:cNvSpPr txBox="1"/>
          <p:nvPr/>
        </p:nvSpPr>
        <p:spPr>
          <a:xfrm>
            <a:off x="2428920" y="208224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01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" name=""/>
          <p:cNvSpPr txBox="1"/>
          <p:nvPr/>
        </p:nvSpPr>
        <p:spPr>
          <a:xfrm>
            <a:off x="3598920" y="2064960"/>
            <a:ext cx="34311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What is body composition?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" name=""/>
          <p:cNvSpPr txBox="1"/>
          <p:nvPr/>
        </p:nvSpPr>
        <p:spPr>
          <a:xfrm>
            <a:off x="3598920" y="3394440"/>
            <a:ext cx="446760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Why do we need body composition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328480" y="3363120"/>
            <a:ext cx="389160" cy="389160"/>
          </a:xfrm>
          <a:custGeom>
            <a:avLst/>
            <a:gdLst/>
            <a:ahLst/>
            <a:rect l="0" t="0" r="r" b="b"/>
            <a:pathLst>
              <a:path w="1081" h="1081">
                <a:moveTo>
                  <a:pt x="0" y="540"/>
                </a:moveTo>
                <a:cubicBezTo>
                  <a:pt x="0" y="242"/>
                  <a:pt x="242" y="0"/>
                  <a:pt x="540" y="0"/>
                </a:cubicBezTo>
                <a:cubicBezTo>
                  <a:pt x="839" y="0"/>
                  <a:pt x="1081" y="242"/>
                  <a:pt x="1081" y="540"/>
                </a:cubicBezTo>
                <a:cubicBezTo>
                  <a:pt x="1081" y="838"/>
                  <a:pt x="839" y="1081"/>
                  <a:pt x="540" y="1081"/>
                </a:cubicBezTo>
                <a:cubicBezTo>
                  <a:pt x="242" y="1081"/>
                  <a:pt x="0" y="838"/>
                  <a:pt x="0" y="540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" name=""/>
          <p:cNvSpPr txBox="1"/>
          <p:nvPr/>
        </p:nvSpPr>
        <p:spPr>
          <a:xfrm>
            <a:off x="3598920" y="4697280"/>
            <a:ext cx="37681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Body Composition Analysis Methods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2328480" y="4672440"/>
            <a:ext cx="389160" cy="387360"/>
          </a:xfrm>
          <a:custGeom>
            <a:avLst/>
            <a:gdLst/>
            <a:ahLst/>
            <a:rect l="0" t="0" r="r" b="b"/>
            <a:pathLst>
              <a:path w="1081" h="1076">
                <a:moveTo>
                  <a:pt x="0" y="539"/>
                </a:moveTo>
                <a:cubicBezTo>
                  <a:pt x="0" y="240"/>
                  <a:pt x="242" y="0"/>
                  <a:pt x="540" y="0"/>
                </a:cubicBezTo>
                <a:cubicBezTo>
                  <a:pt x="839" y="0"/>
                  <a:pt x="1081" y="240"/>
                  <a:pt x="1081" y="539"/>
                </a:cubicBezTo>
                <a:cubicBezTo>
                  <a:pt x="1081" y="836"/>
                  <a:pt x="839" y="1076"/>
                  <a:pt x="540" y="1076"/>
                </a:cubicBezTo>
                <a:cubicBezTo>
                  <a:pt x="242" y="1076"/>
                  <a:pt x="0" y="836"/>
                  <a:pt x="0" y="539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" name=""/>
          <p:cNvSpPr txBox="1"/>
          <p:nvPr/>
        </p:nvSpPr>
        <p:spPr>
          <a:xfrm>
            <a:off x="2428920" y="344052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02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" name=""/>
          <p:cNvSpPr txBox="1"/>
          <p:nvPr/>
        </p:nvSpPr>
        <p:spPr>
          <a:xfrm>
            <a:off x="2428920" y="474840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03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" name=""/>
          <p:cNvSpPr txBox="1"/>
          <p:nvPr/>
        </p:nvSpPr>
        <p:spPr>
          <a:xfrm>
            <a:off x="9056520" y="64472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54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55" name=""/>
          <p:cNvSpPr/>
          <p:nvPr/>
        </p:nvSpPr>
        <p:spPr>
          <a:xfrm>
            <a:off x="3861720" y="2905920"/>
            <a:ext cx="2409840" cy="369360"/>
          </a:xfrm>
          <a:custGeom>
            <a:avLst/>
            <a:gdLst/>
            <a:ahLst/>
            <a:rect l="0" t="0" r="r" b="b"/>
            <a:pathLst>
              <a:path w="6694" h="1026">
                <a:moveTo>
                  <a:pt x="0" y="1026"/>
                </a:moveTo>
                <a:lnTo>
                  <a:pt x="6694" y="1026"/>
                </a:lnTo>
                <a:lnTo>
                  <a:pt x="6694" y="0"/>
                </a:lnTo>
                <a:lnTo>
                  <a:pt x="0" y="0"/>
                </a:lnTo>
                <a:lnTo>
                  <a:pt x="0" y="102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" name=""/>
          <p:cNvSpPr txBox="1"/>
          <p:nvPr/>
        </p:nvSpPr>
        <p:spPr>
          <a:xfrm>
            <a:off x="2122200" y="2237040"/>
            <a:ext cx="5674680" cy="619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"/>
                <a:ea typeface="Calibri"/>
              </a:rPr>
              <a:t>What is Body Composition?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" name=""/>
          <p:cNvSpPr txBox="1"/>
          <p:nvPr/>
        </p:nvSpPr>
        <p:spPr>
          <a:xfrm>
            <a:off x="4615920" y="2953800"/>
            <a:ext cx="11070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Definition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" name=""/>
          <p:cNvSpPr txBox="1"/>
          <p:nvPr/>
        </p:nvSpPr>
        <p:spPr>
          <a:xfrm>
            <a:off x="9056520" y="64472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63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64" name="" descr=""/>
          <p:cNvPicPr/>
          <p:nvPr/>
        </p:nvPicPr>
        <p:blipFill>
          <a:blip r:embed="rId2"/>
          <a:stretch/>
        </p:blipFill>
        <p:spPr>
          <a:xfrm>
            <a:off x="6495120" y="1885320"/>
            <a:ext cx="2750400" cy="3216960"/>
          </a:xfrm>
          <a:prstGeom prst="rect">
            <a:avLst/>
          </a:prstGeom>
          <a:ln w="0">
            <a:noFill/>
          </a:ln>
        </p:spPr>
      </p:pic>
      <p:sp>
        <p:nvSpPr>
          <p:cNvPr id="65" name=""/>
          <p:cNvSpPr txBox="1"/>
          <p:nvPr/>
        </p:nvSpPr>
        <p:spPr>
          <a:xfrm>
            <a:off x="436320" y="416160"/>
            <a:ext cx="31903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"/>
                <a:ea typeface="Calibri"/>
              </a:rPr>
              <a:t>What is being “Healthy”?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" name=""/>
          <p:cNvSpPr txBox="1"/>
          <p:nvPr/>
        </p:nvSpPr>
        <p:spPr>
          <a:xfrm>
            <a:off x="7347600" y="5251320"/>
            <a:ext cx="10432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“</a:t>
            </a:r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Healthy”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" name=""/>
          <p:cNvSpPr txBox="1"/>
          <p:nvPr/>
        </p:nvSpPr>
        <p:spPr>
          <a:xfrm>
            <a:off x="849240" y="3894480"/>
            <a:ext cx="31831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✓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Status free from diseases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" name=""/>
          <p:cNvSpPr txBox="1"/>
          <p:nvPr/>
        </p:nvSpPr>
        <p:spPr>
          <a:xfrm>
            <a:off x="849240" y="4214160"/>
            <a:ext cx="477864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✓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Physically, mentally, socially well being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" name=""/>
          <p:cNvSpPr txBox="1"/>
          <p:nvPr/>
        </p:nvSpPr>
        <p:spPr>
          <a:xfrm>
            <a:off x="849240" y="4537800"/>
            <a:ext cx="414468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✓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Maintaining internal homeostasis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70" name="" descr=""/>
          <p:cNvPicPr/>
          <p:nvPr/>
        </p:nvPicPr>
        <p:blipFill>
          <a:blip r:embed="rId3"/>
          <a:stretch/>
        </p:blipFill>
        <p:spPr>
          <a:xfrm>
            <a:off x="757440" y="1671840"/>
            <a:ext cx="5583600" cy="2075400"/>
          </a:xfrm>
          <a:prstGeom prst="rect">
            <a:avLst/>
          </a:prstGeom>
          <a:ln w="0">
            <a:noFill/>
          </a:ln>
        </p:spPr>
      </p:pic>
      <p:pic>
        <p:nvPicPr>
          <p:cNvPr id="71" name="" descr=""/>
          <p:cNvPicPr/>
          <p:nvPr/>
        </p:nvPicPr>
        <p:blipFill>
          <a:blip r:embed="rId4"/>
          <a:stretch/>
        </p:blipFill>
        <p:spPr>
          <a:xfrm>
            <a:off x="3076920" y="4213800"/>
            <a:ext cx="1493280" cy="802800"/>
          </a:xfrm>
          <a:prstGeom prst="rect">
            <a:avLst/>
          </a:prstGeom>
          <a:ln w="0">
            <a:noFill/>
          </a:ln>
        </p:spPr>
      </p:pic>
      <p:pic>
        <p:nvPicPr>
          <p:cNvPr id="72" name="" descr=""/>
          <p:cNvPicPr/>
          <p:nvPr/>
        </p:nvPicPr>
        <p:blipFill>
          <a:blip r:embed="rId5"/>
          <a:stretch/>
        </p:blipFill>
        <p:spPr>
          <a:xfrm flipH="1">
            <a:off x="4136400" y="4712040"/>
            <a:ext cx="1154880" cy="647280"/>
          </a:xfrm>
          <a:prstGeom prst="rect">
            <a:avLst/>
          </a:prstGeom>
          <a:ln w="0">
            <a:noFill/>
          </a:ln>
        </p:spPr>
      </p:pic>
      <p:pic>
        <p:nvPicPr>
          <p:cNvPr id="73" name="" descr=""/>
          <p:cNvPicPr/>
          <p:nvPr/>
        </p:nvPicPr>
        <p:blipFill>
          <a:blip r:embed="rId6"/>
          <a:stretch/>
        </p:blipFill>
        <p:spPr>
          <a:xfrm>
            <a:off x="4219920" y="5282280"/>
            <a:ext cx="2121120" cy="1025280"/>
          </a:xfrm>
          <a:prstGeom prst="rect">
            <a:avLst/>
          </a:prstGeom>
          <a:ln w="0">
            <a:noFill/>
          </a:ln>
        </p:spPr>
      </p:pic>
      <p:sp>
        <p:nvSpPr>
          <p:cNvPr id="74" name=""/>
          <p:cNvSpPr txBox="1"/>
          <p:nvPr/>
        </p:nvSpPr>
        <p:spPr>
          <a:xfrm>
            <a:off x="1135800" y="4781520"/>
            <a:ext cx="32101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from external environments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" name=""/>
          <p:cNvSpPr txBox="1"/>
          <p:nvPr/>
        </p:nvSpPr>
        <p:spPr>
          <a:xfrm>
            <a:off x="4673160" y="6272640"/>
            <a:ext cx="1035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“</a:t>
            </a:r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Diabetes”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" name=""/>
          <p:cNvSpPr txBox="1"/>
          <p:nvPr/>
        </p:nvSpPr>
        <p:spPr>
          <a:xfrm>
            <a:off x="9056520" y="64472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81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82" name=""/>
          <p:cNvSpPr txBox="1"/>
          <p:nvPr/>
        </p:nvSpPr>
        <p:spPr>
          <a:xfrm>
            <a:off x="436320" y="423360"/>
            <a:ext cx="31050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" name=""/>
          <p:cNvSpPr txBox="1"/>
          <p:nvPr/>
        </p:nvSpPr>
        <p:spPr>
          <a:xfrm>
            <a:off x="767520" y="1102320"/>
            <a:ext cx="1884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[Body Composition]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" name=""/>
          <p:cNvSpPr txBox="1"/>
          <p:nvPr/>
        </p:nvSpPr>
        <p:spPr>
          <a:xfrm>
            <a:off x="873000" y="1417320"/>
            <a:ext cx="8262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Body Composition is the components that make up the body weight such as body water,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" name=""/>
          <p:cNvSpPr txBox="1"/>
          <p:nvPr/>
        </p:nvSpPr>
        <p:spPr>
          <a:xfrm>
            <a:off x="873000" y="1692360"/>
            <a:ext cx="2358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protein, minerals and fat.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86" name="" descr=""/>
          <p:cNvPicPr/>
          <p:nvPr/>
        </p:nvPicPr>
        <p:blipFill>
          <a:blip r:embed="rId2"/>
          <a:stretch/>
        </p:blipFill>
        <p:spPr>
          <a:xfrm>
            <a:off x="1345680" y="3418200"/>
            <a:ext cx="1298160" cy="2463840"/>
          </a:xfrm>
          <a:prstGeom prst="rect">
            <a:avLst/>
          </a:prstGeom>
          <a:ln w="0">
            <a:noFill/>
          </a:ln>
        </p:spPr>
      </p:pic>
      <p:pic>
        <p:nvPicPr>
          <p:cNvPr id="87" name="" descr=""/>
          <p:cNvPicPr/>
          <p:nvPr/>
        </p:nvPicPr>
        <p:blipFill>
          <a:blip r:embed="rId3"/>
          <a:stretch/>
        </p:blipFill>
        <p:spPr>
          <a:xfrm>
            <a:off x="2944440" y="3339000"/>
            <a:ext cx="1218960" cy="2658960"/>
          </a:xfrm>
          <a:prstGeom prst="rect">
            <a:avLst/>
          </a:prstGeom>
          <a:ln w="0">
            <a:noFill/>
          </a:ln>
        </p:spPr>
      </p:pic>
      <p:pic>
        <p:nvPicPr>
          <p:cNvPr id="88" name="" descr=""/>
          <p:cNvPicPr/>
          <p:nvPr/>
        </p:nvPicPr>
        <p:blipFill>
          <a:blip r:embed="rId4"/>
          <a:stretch/>
        </p:blipFill>
        <p:spPr>
          <a:xfrm>
            <a:off x="4133160" y="3339000"/>
            <a:ext cx="1180800" cy="2721600"/>
          </a:xfrm>
          <a:prstGeom prst="rect">
            <a:avLst/>
          </a:prstGeom>
          <a:ln w="0">
            <a:noFill/>
          </a:ln>
        </p:spPr>
      </p:pic>
      <p:pic>
        <p:nvPicPr>
          <p:cNvPr id="89" name="" descr=""/>
          <p:cNvPicPr/>
          <p:nvPr/>
        </p:nvPicPr>
        <p:blipFill>
          <a:blip r:embed="rId5"/>
          <a:stretch/>
        </p:blipFill>
        <p:spPr>
          <a:xfrm>
            <a:off x="5323320" y="3384720"/>
            <a:ext cx="952200" cy="2658960"/>
          </a:xfrm>
          <a:prstGeom prst="rect">
            <a:avLst/>
          </a:prstGeom>
          <a:ln w="0">
            <a:noFill/>
          </a:ln>
        </p:spPr>
      </p:pic>
      <p:pic>
        <p:nvPicPr>
          <p:cNvPr id="90" name="" descr=""/>
          <p:cNvPicPr/>
          <p:nvPr/>
        </p:nvPicPr>
        <p:blipFill>
          <a:blip r:embed="rId6"/>
          <a:stretch/>
        </p:blipFill>
        <p:spPr>
          <a:xfrm>
            <a:off x="6217920" y="3339000"/>
            <a:ext cx="1186920" cy="2691000"/>
          </a:xfrm>
          <a:prstGeom prst="rect">
            <a:avLst/>
          </a:prstGeom>
          <a:ln w="0">
            <a:noFill/>
          </a:ln>
        </p:spPr>
      </p:pic>
      <p:pic>
        <p:nvPicPr>
          <p:cNvPr id="91" name="" descr=""/>
          <p:cNvPicPr/>
          <p:nvPr/>
        </p:nvPicPr>
        <p:blipFill>
          <a:blip r:embed="rId7"/>
          <a:stretch/>
        </p:blipFill>
        <p:spPr>
          <a:xfrm>
            <a:off x="7345800" y="3372480"/>
            <a:ext cx="1195920" cy="2509560"/>
          </a:xfrm>
          <a:prstGeom prst="rect">
            <a:avLst/>
          </a:prstGeom>
          <a:ln w="0">
            <a:noFill/>
          </a:ln>
        </p:spPr>
      </p:pic>
      <p:sp>
        <p:nvSpPr>
          <p:cNvPr id="92" name=""/>
          <p:cNvSpPr txBox="1"/>
          <p:nvPr/>
        </p:nvSpPr>
        <p:spPr>
          <a:xfrm>
            <a:off x="767520" y="2616840"/>
            <a:ext cx="3560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[5 Levels of body component models]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" name=""/>
          <p:cNvSpPr txBox="1"/>
          <p:nvPr/>
        </p:nvSpPr>
        <p:spPr>
          <a:xfrm>
            <a:off x="3352320" y="5815440"/>
            <a:ext cx="406080" cy="19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TimesNewRoman"/>
                <a:ea typeface="TimesNewRoman"/>
              </a:rPr>
              <a:t>Basic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" name=""/>
          <p:cNvSpPr txBox="1"/>
          <p:nvPr/>
        </p:nvSpPr>
        <p:spPr>
          <a:xfrm>
            <a:off x="3181320" y="6028920"/>
            <a:ext cx="747360" cy="19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TimesNewRoman"/>
                <a:ea typeface="TimesNewRoman"/>
              </a:rPr>
              <a:t>2C Model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" name=""/>
          <p:cNvSpPr txBox="1"/>
          <p:nvPr/>
        </p:nvSpPr>
        <p:spPr>
          <a:xfrm>
            <a:off x="2984760" y="6242400"/>
            <a:ext cx="1143720" cy="19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TimesNewRoman"/>
                <a:ea typeface="TimesNewRoman"/>
              </a:rPr>
              <a:t>(2 Component)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" name=""/>
          <p:cNvSpPr txBox="1"/>
          <p:nvPr/>
        </p:nvSpPr>
        <p:spPr>
          <a:xfrm>
            <a:off x="7582680" y="5815440"/>
            <a:ext cx="767160" cy="19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TimesNewRoman"/>
                <a:ea typeface="TimesNewRoman"/>
              </a:rPr>
              <a:t>Chemical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" name=""/>
          <p:cNvSpPr txBox="1"/>
          <p:nvPr/>
        </p:nvSpPr>
        <p:spPr>
          <a:xfrm>
            <a:off x="7570440" y="6028920"/>
            <a:ext cx="747360" cy="19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TimesNewRoman"/>
                <a:ea typeface="TimesNewRoman"/>
              </a:rPr>
              <a:t>4C Model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2784240" y="3250440"/>
            <a:ext cx="1443600" cy="3526920"/>
          </a:xfrm>
          <a:custGeom>
            <a:avLst/>
            <a:gdLst/>
            <a:ahLst/>
            <a:rect l="0" t="0" r="r" b="b"/>
            <a:pathLst>
              <a:path w="4010" h="9797">
                <a:moveTo>
                  <a:pt x="0" y="9797"/>
                </a:moveTo>
                <a:lnTo>
                  <a:pt x="4010" y="9797"/>
                </a:lnTo>
                <a:lnTo>
                  <a:pt x="4010" y="0"/>
                </a:lnTo>
                <a:lnTo>
                  <a:pt x="0" y="0"/>
                </a:lnTo>
                <a:lnTo>
                  <a:pt x="0" y="979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7335720" y="3339720"/>
            <a:ext cx="1219320" cy="3155040"/>
          </a:xfrm>
          <a:custGeom>
            <a:avLst/>
            <a:gdLst/>
            <a:ahLst/>
            <a:rect l="0" t="0" r="r" b="b"/>
            <a:pathLst>
              <a:path w="3387" h="8764">
                <a:moveTo>
                  <a:pt x="0" y="8764"/>
                </a:moveTo>
                <a:lnTo>
                  <a:pt x="3387" y="8764"/>
                </a:lnTo>
                <a:lnTo>
                  <a:pt x="3387" y="0"/>
                </a:lnTo>
                <a:lnTo>
                  <a:pt x="0" y="0"/>
                </a:lnTo>
                <a:lnTo>
                  <a:pt x="0" y="8764"/>
                </a:lnTo>
                <a:close/>
              </a:path>
            </a:pathLst>
          </a:custGeom>
          <a:noFill/>
          <a:ln w="28440">
            <a:solidFill>
              <a:srgbClr val="9f2127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" name=""/>
          <p:cNvSpPr txBox="1"/>
          <p:nvPr/>
        </p:nvSpPr>
        <p:spPr>
          <a:xfrm>
            <a:off x="7373880" y="6242400"/>
            <a:ext cx="1143720" cy="19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TimesNewRoman"/>
                <a:ea typeface="TimesNewRoman"/>
              </a:rPr>
              <a:t>(4 Component)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" name=""/>
          <p:cNvSpPr txBox="1"/>
          <p:nvPr/>
        </p:nvSpPr>
        <p:spPr>
          <a:xfrm>
            <a:off x="9056520" y="64472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0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07" name=""/>
          <p:cNvSpPr txBox="1"/>
          <p:nvPr/>
        </p:nvSpPr>
        <p:spPr>
          <a:xfrm>
            <a:off x="436320" y="423360"/>
            <a:ext cx="31050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08" name="" descr=""/>
          <p:cNvPicPr/>
          <p:nvPr/>
        </p:nvPicPr>
        <p:blipFill>
          <a:blip r:embed="rId2"/>
          <a:stretch/>
        </p:blipFill>
        <p:spPr>
          <a:xfrm>
            <a:off x="7510320" y="2673000"/>
            <a:ext cx="1151640" cy="990360"/>
          </a:xfrm>
          <a:prstGeom prst="rect">
            <a:avLst/>
          </a:prstGeom>
          <a:ln w="0">
            <a:noFill/>
          </a:ln>
        </p:spPr>
      </p:pic>
      <p:pic>
        <p:nvPicPr>
          <p:cNvPr id="109" name="" descr=""/>
          <p:cNvPicPr/>
          <p:nvPr/>
        </p:nvPicPr>
        <p:blipFill>
          <a:blip r:embed="rId3"/>
          <a:stretch/>
        </p:blipFill>
        <p:spPr>
          <a:xfrm>
            <a:off x="3294720" y="2260080"/>
            <a:ext cx="1269000" cy="1269000"/>
          </a:xfrm>
          <a:prstGeom prst="rect">
            <a:avLst/>
          </a:prstGeom>
          <a:ln w="0">
            <a:noFill/>
          </a:ln>
        </p:spPr>
      </p:pic>
      <p:pic>
        <p:nvPicPr>
          <p:cNvPr id="110" name="" descr=""/>
          <p:cNvPicPr/>
          <p:nvPr/>
        </p:nvPicPr>
        <p:blipFill>
          <a:blip r:embed="rId4"/>
          <a:stretch/>
        </p:blipFill>
        <p:spPr>
          <a:xfrm>
            <a:off x="5064120" y="2325600"/>
            <a:ext cx="1137960" cy="1137960"/>
          </a:xfrm>
          <a:prstGeom prst="rect">
            <a:avLst/>
          </a:prstGeom>
          <a:ln w="0">
            <a:noFill/>
          </a:ln>
        </p:spPr>
      </p:pic>
      <p:pic>
        <p:nvPicPr>
          <p:cNvPr id="111" name="" descr=""/>
          <p:cNvPicPr/>
          <p:nvPr/>
        </p:nvPicPr>
        <p:blipFill>
          <a:blip r:embed="rId5"/>
          <a:stretch/>
        </p:blipFill>
        <p:spPr>
          <a:xfrm>
            <a:off x="6883920" y="2252520"/>
            <a:ext cx="868320" cy="930960"/>
          </a:xfrm>
          <a:prstGeom prst="rect">
            <a:avLst/>
          </a:prstGeom>
          <a:ln w="0">
            <a:noFill/>
          </a:ln>
        </p:spPr>
      </p:pic>
      <p:sp>
        <p:nvSpPr>
          <p:cNvPr id="112" name=""/>
          <p:cNvSpPr txBox="1"/>
          <p:nvPr/>
        </p:nvSpPr>
        <p:spPr>
          <a:xfrm>
            <a:off x="610560" y="1006200"/>
            <a:ext cx="3560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[5 Levels of body component models]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13" name="" descr=""/>
          <p:cNvPicPr/>
          <p:nvPr/>
        </p:nvPicPr>
        <p:blipFill>
          <a:blip r:embed="rId6"/>
          <a:stretch/>
        </p:blipFill>
        <p:spPr>
          <a:xfrm>
            <a:off x="1396080" y="1825920"/>
            <a:ext cx="1077120" cy="2048040"/>
          </a:xfrm>
          <a:prstGeom prst="rect">
            <a:avLst/>
          </a:prstGeom>
          <a:ln w="0">
            <a:noFill/>
          </a:ln>
        </p:spPr>
      </p:pic>
      <p:sp>
        <p:nvSpPr>
          <p:cNvPr id="114" name=""/>
          <p:cNvSpPr txBox="1"/>
          <p:nvPr/>
        </p:nvSpPr>
        <p:spPr>
          <a:xfrm>
            <a:off x="768600" y="1523160"/>
            <a:ext cx="227304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MalgunGothic"/>
                <a:ea typeface="MalgunGothic"/>
              </a:rPr>
              <a:t>①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Whole Body Level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15" name="" descr=""/>
          <p:cNvPicPr/>
          <p:nvPr/>
        </p:nvPicPr>
        <p:blipFill>
          <a:blip r:embed="rId7"/>
          <a:stretch/>
        </p:blipFill>
        <p:spPr>
          <a:xfrm>
            <a:off x="1098720" y="4535280"/>
            <a:ext cx="987120" cy="2232360"/>
          </a:xfrm>
          <a:prstGeom prst="rect">
            <a:avLst/>
          </a:prstGeom>
          <a:ln w="0">
            <a:noFill/>
          </a:ln>
        </p:spPr>
      </p:pic>
      <p:pic>
        <p:nvPicPr>
          <p:cNvPr id="116" name="" descr=""/>
          <p:cNvPicPr/>
          <p:nvPr/>
        </p:nvPicPr>
        <p:blipFill>
          <a:blip r:embed="rId8"/>
          <a:stretch/>
        </p:blipFill>
        <p:spPr>
          <a:xfrm>
            <a:off x="2086200" y="4920840"/>
            <a:ext cx="3610080" cy="1697400"/>
          </a:xfrm>
          <a:prstGeom prst="rect">
            <a:avLst/>
          </a:prstGeom>
          <a:ln w="0">
            <a:noFill/>
          </a:ln>
        </p:spPr>
      </p:pic>
      <p:pic>
        <p:nvPicPr>
          <p:cNvPr id="117" name="" descr=""/>
          <p:cNvPicPr/>
          <p:nvPr/>
        </p:nvPicPr>
        <p:blipFill>
          <a:blip r:embed="rId9"/>
          <a:stretch/>
        </p:blipFill>
        <p:spPr>
          <a:xfrm>
            <a:off x="5053680" y="4378320"/>
            <a:ext cx="2232360" cy="1031400"/>
          </a:xfrm>
          <a:prstGeom prst="rect">
            <a:avLst/>
          </a:prstGeom>
          <a:ln w="0">
            <a:noFill/>
          </a:ln>
        </p:spPr>
      </p:pic>
      <p:pic>
        <p:nvPicPr>
          <p:cNvPr id="118" name="" descr=""/>
          <p:cNvPicPr/>
          <p:nvPr/>
        </p:nvPicPr>
        <p:blipFill>
          <a:blip r:embed="rId10"/>
          <a:stretch/>
        </p:blipFill>
        <p:spPr>
          <a:xfrm>
            <a:off x="7137000" y="5173920"/>
            <a:ext cx="2029680" cy="1522080"/>
          </a:xfrm>
          <a:prstGeom prst="rect">
            <a:avLst/>
          </a:prstGeom>
          <a:ln w="0">
            <a:noFill/>
          </a:ln>
        </p:spPr>
      </p:pic>
      <p:sp>
        <p:nvSpPr>
          <p:cNvPr id="119" name=""/>
          <p:cNvSpPr txBox="1"/>
          <p:nvPr/>
        </p:nvSpPr>
        <p:spPr>
          <a:xfrm>
            <a:off x="768600" y="4246920"/>
            <a:ext cx="403488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MalgunGothic"/>
                <a:ea typeface="MalgunGothic"/>
              </a:rPr>
              <a:t>②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Functional Level (Tissue-System)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" name=""/>
          <p:cNvSpPr txBox="1"/>
          <p:nvPr/>
        </p:nvSpPr>
        <p:spPr>
          <a:xfrm>
            <a:off x="9056520" y="64472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2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26" name="" descr=""/>
          <p:cNvPicPr/>
          <p:nvPr/>
        </p:nvPicPr>
        <p:blipFill>
          <a:blip r:embed="rId2"/>
          <a:stretch/>
        </p:blipFill>
        <p:spPr>
          <a:xfrm>
            <a:off x="1545480" y="4613040"/>
            <a:ext cx="991800" cy="2082960"/>
          </a:xfrm>
          <a:prstGeom prst="rect">
            <a:avLst/>
          </a:prstGeom>
          <a:ln w="0">
            <a:noFill/>
          </a:ln>
        </p:spPr>
      </p:pic>
      <p:pic>
        <p:nvPicPr>
          <p:cNvPr id="127" name="" descr=""/>
          <p:cNvPicPr/>
          <p:nvPr/>
        </p:nvPicPr>
        <p:blipFill>
          <a:blip r:embed="rId3"/>
          <a:stretch/>
        </p:blipFill>
        <p:spPr>
          <a:xfrm>
            <a:off x="1092600" y="4407480"/>
            <a:ext cx="3988080" cy="322560"/>
          </a:xfrm>
          <a:prstGeom prst="rect">
            <a:avLst/>
          </a:prstGeom>
          <a:ln w="0">
            <a:noFill/>
          </a:ln>
        </p:spPr>
      </p:pic>
      <p:sp>
        <p:nvSpPr>
          <p:cNvPr id="128" name=""/>
          <p:cNvSpPr/>
          <p:nvPr/>
        </p:nvSpPr>
        <p:spPr>
          <a:xfrm>
            <a:off x="1174680" y="4228200"/>
            <a:ext cx="1225800" cy="308880"/>
          </a:xfrm>
          <a:custGeom>
            <a:avLst/>
            <a:gdLst/>
            <a:ahLst/>
            <a:rect l="0" t="0" r="r" b="b"/>
            <a:pathLst>
              <a:path w="3405" h="858">
                <a:moveTo>
                  <a:pt x="0" y="322"/>
                </a:moveTo>
                <a:lnTo>
                  <a:pt x="3354" y="0"/>
                </a:lnTo>
                <a:lnTo>
                  <a:pt x="3405" y="535"/>
                </a:lnTo>
                <a:lnTo>
                  <a:pt x="51" y="858"/>
                </a:lnTo>
                <a:lnTo>
                  <a:pt x="0" y="3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1174680" y="4228200"/>
            <a:ext cx="1225800" cy="308880"/>
          </a:xfrm>
          <a:custGeom>
            <a:avLst/>
            <a:gdLst/>
            <a:ahLst/>
            <a:rect l="0" t="0" r="r" b="b"/>
            <a:pathLst>
              <a:path w="3405" h="858">
                <a:moveTo>
                  <a:pt x="0" y="322"/>
                </a:moveTo>
                <a:lnTo>
                  <a:pt x="3354" y="0"/>
                </a:lnTo>
                <a:lnTo>
                  <a:pt x="3405" y="535"/>
                </a:lnTo>
                <a:lnTo>
                  <a:pt x="51" y="858"/>
                </a:lnTo>
                <a:lnTo>
                  <a:pt x="0" y="322"/>
                </a:lnTo>
                <a:close/>
              </a:path>
            </a:pathLst>
          </a:custGeom>
          <a:noFill/>
          <a:ln w="12600">
            <a:solidFill>
              <a:srgbClr val="fffff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" name=""/>
          <p:cNvSpPr txBox="1"/>
          <p:nvPr/>
        </p:nvSpPr>
        <p:spPr>
          <a:xfrm>
            <a:off x="436320" y="423360"/>
            <a:ext cx="31050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" name=""/>
          <p:cNvSpPr txBox="1"/>
          <p:nvPr/>
        </p:nvSpPr>
        <p:spPr>
          <a:xfrm>
            <a:off x="1068840" y="1006200"/>
            <a:ext cx="3560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[5 Levels of body component models]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2" name="" descr=""/>
          <p:cNvPicPr/>
          <p:nvPr/>
        </p:nvPicPr>
        <p:blipFill>
          <a:blip r:embed="rId4"/>
          <a:stretch/>
        </p:blipFill>
        <p:spPr>
          <a:xfrm>
            <a:off x="1703880" y="1790640"/>
            <a:ext cx="775440" cy="2168280"/>
          </a:xfrm>
          <a:prstGeom prst="rect">
            <a:avLst/>
          </a:prstGeom>
          <a:ln w="0">
            <a:noFill/>
          </a:ln>
        </p:spPr>
      </p:pic>
      <p:pic>
        <p:nvPicPr>
          <p:cNvPr id="133" name="" descr=""/>
          <p:cNvPicPr/>
          <p:nvPr/>
        </p:nvPicPr>
        <p:blipFill>
          <a:blip r:embed="rId5"/>
          <a:stretch/>
        </p:blipFill>
        <p:spPr>
          <a:xfrm>
            <a:off x="3206520" y="1652040"/>
            <a:ext cx="2499120" cy="1974600"/>
          </a:xfrm>
          <a:prstGeom prst="rect">
            <a:avLst/>
          </a:prstGeom>
          <a:ln w="0">
            <a:noFill/>
          </a:ln>
        </p:spPr>
      </p:pic>
      <p:pic>
        <p:nvPicPr>
          <p:cNvPr id="134" name="" descr=""/>
          <p:cNvPicPr/>
          <p:nvPr/>
        </p:nvPicPr>
        <p:blipFill>
          <a:blip r:embed="rId6"/>
          <a:stretch/>
        </p:blipFill>
        <p:spPr>
          <a:xfrm>
            <a:off x="5431680" y="2426040"/>
            <a:ext cx="2838960" cy="1418400"/>
          </a:xfrm>
          <a:prstGeom prst="rect">
            <a:avLst/>
          </a:prstGeom>
          <a:ln w="0">
            <a:noFill/>
          </a:ln>
        </p:spPr>
      </p:pic>
      <p:sp>
        <p:nvSpPr>
          <p:cNvPr id="135" name=""/>
          <p:cNvSpPr txBox="1"/>
          <p:nvPr/>
        </p:nvSpPr>
        <p:spPr>
          <a:xfrm>
            <a:off x="1227240" y="1487880"/>
            <a:ext cx="179316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MalgunGothic"/>
                <a:ea typeface="MalgunGothic"/>
              </a:rPr>
              <a:t>③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Cellular Level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" name=""/>
          <p:cNvSpPr txBox="1"/>
          <p:nvPr/>
        </p:nvSpPr>
        <p:spPr>
          <a:xfrm>
            <a:off x="1227240" y="4237560"/>
            <a:ext cx="328788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MalgunGothic"/>
                <a:ea typeface="MalgunGothic"/>
              </a:rPr>
              <a:t>④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Molecular / Chemical Level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7" name="" descr=""/>
          <p:cNvPicPr/>
          <p:nvPr/>
        </p:nvPicPr>
        <p:blipFill>
          <a:blip r:embed="rId7"/>
          <a:stretch/>
        </p:blipFill>
        <p:spPr>
          <a:xfrm rot="2325000">
            <a:off x="879840" y="3874680"/>
            <a:ext cx="628920" cy="623880"/>
          </a:xfrm>
          <a:prstGeom prst="rect">
            <a:avLst/>
          </a:prstGeom>
          <a:ln w="0">
            <a:noFill/>
          </a:ln>
        </p:spPr>
      </p:pic>
      <p:pic>
        <p:nvPicPr>
          <p:cNvPr id="138" name="" descr=""/>
          <p:cNvPicPr/>
          <p:nvPr/>
        </p:nvPicPr>
        <p:blipFill>
          <a:blip r:embed="rId8"/>
          <a:stretch/>
        </p:blipFill>
        <p:spPr>
          <a:xfrm>
            <a:off x="3800880" y="4728960"/>
            <a:ext cx="924840" cy="1915200"/>
          </a:xfrm>
          <a:prstGeom prst="rect">
            <a:avLst/>
          </a:prstGeom>
          <a:ln w="0">
            <a:noFill/>
          </a:ln>
        </p:spPr>
      </p:pic>
      <p:pic>
        <p:nvPicPr>
          <p:cNvPr id="139" name="" descr=""/>
          <p:cNvPicPr/>
          <p:nvPr/>
        </p:nvPicPr>
        <p:blipFill>
          <a:blip r:embed="rId9"/>
          <a:stretch/>
        </p:blipFill>
        <p:spPr>
          <a:xfrm>
            <a:off x="4974480" y="4698360"/>
            <a:ext cx="1732320" cy="824040"/>
          </a:xfrm>
          <a:prstGeom prst="rect">
            <a:avLst/>
          </a:prstGeom>
          <a:ln w="0">
            <a:noFill/>
          </a:ln>
        </p:spPr>
      </p:pic>
      <p:pic>
        <p:nvPicPr>
          <p:cNvPr id="140" name="" descr=""/>
          <p:cNvPicPr/>
          <p:nvPr/>
        </p:nvPicPr>
        <p:blipFill>
          <a:blip r:embed="rId10"/>
          <a:stretch/>
        </p:blipFill>
        <p:spPr>
          <a:xfrm>
            <a:off x="7778520" y="4537080"/>
            <a:ext cx="790560" cy="2107440"/>
          </a:xfrm>
          <a:prstGeom prst="rect">
            <a:avLst/>
          </a:prstGeom>
          <a:ln w="0">
            <a:noFill/>
          </a:ln>
        </p:spPr>
      </p:pic>
      <p:pic>
        <p:nvPicPr>
          <p:cNvPr id="141" name="" descr=""/>
          <p:cNvPicPr/>
          <p:nvPr/>
        </p:nvPicPr>
        <p:blipFill>
          <a:blip r:embed="rId11"/>
          <a:stretch/>
        </p:blipFill>
        <p:spPr>
          <a:xfrm>
            <a:off x="5117760" y="5754600"/>
            <a:ext cx="2372400" cy="587880"/>
          </a:xfrm>
          <a:prstGeom prst="rect">
            <a:avLst/>
          </a:prstGeom>
          <a:ln w="0">
            <a:noFill/>
          </a:ln>
        </p:spPr>
      </p:pic>
      <p:sp>
        <p:nvSpPr>
          <p:cNvPr id="142" name=""/>
          <p:cNvSpPr txBox="1"/>
          <p:nvPr/>
        </p:nvSpPr>
        <p:spPr>
          <a:xfrm>
            <a:off x="1676520" y="6635520"/>
            <a:ext cx="723240" cy="19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TimesNewRoman"/>
                <a:ea typeface="TimesNewRoman"/>
              </a:rPr>
              <a:t>Chemical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" name=""/>
          <p:cNvSpPr txBox="1"/>
          <p:nvPr/>
        </p:nvSpPr>
        <p:spPr>
          <a:xfrm>
            <a:off x="9056520" y="64472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4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49" name=""/>
          <p:cNvSpPr txBox="1"/>
          <p:nvPr/>
        </p:nvSpPr>
        <p:spPr>
          <a:xfrm>
            <a:off x="436320" y="423360"/>
            <a:ext cx="31050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" name=""/>
          <p:cNvSpPr txBox="1"/>
          <p:nvPr/>
        </p:nvSpPr>
        <p:spPr>
          <a:xfrm>
            <a:off x="637560" y="934200"/>
            <a:ext cx="3560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[5 Levels of body component models]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51" name="" descr=""/>
          <p:cNvPicPr/>
          <p:nvPr/>
        </p:nvPicPr>
        <p:blipFill>
          <a:blip r:embed="rId2"/>
          <a:stretch/>
        </p:blipFill>
        <p:spPr>
          <a:xfrm>
            <a:off x="3714120" y="1374480"/>
            <a:ext cx="2889000" cy="2511360"/>
          </a:xfrm>
          <a:prstGeom prst="rect">
            <a:avLst/>
          </a:prstGeom>
          <a:ln w="0">
            <a:noFill/>
          </a:ln>
        </p:spPr>
      </p:pic>
      <p:sp>
        <p:nvSpPr>
          <p:cNvPr id="152" name=""/>
          <p:cNvSpPr/>
          <p:nvPr/>
        </p:nvSpPr>
        <p:spPr>
          <a:xfrm>
            <a:off x="0" y="4056840"/>
            <a:ext cx="9906120" cy="2773800"/>
          </a:xfrm>
          <a:custGeom>
            <a:avLst/>
            <a:gdLst/>
            <a:ahLst/>
            <a:rect l="0" t="0" r="r" b="b"/>
            <a:pathLst>
              <a:path w="27517" h="7705">
                <a:moveTo>
                  <a:pt x="0" y="7705"/>
                </a:moveTo>
                <a:lnTo>
                  <a:pt x="27517" y="7705"/>
                </a:lnTo>
                <a:lnTo>
                  <a:pt x="27517" y="0"/>
                </a:lnTo>
                <a:lnTo>
                  <a:pt x="0" y="0"/>
                </a:lnTo>
                <a:lnTo>
                  <a:pt x="0" y="7705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0" y="4056840"/>
            <a:ext cx="9906120" cy="2773800"/>
          </a:xfrm>
          <a:custGeom>
            <a:avLst/>
            <a:gdLst/>
            <a:ahLst/>
            <a:rect l="0" t="0" r="r" b="b"/>
            <a:pathLst>
              <a:path w="27517" h="7705">
                <a:moveTo>
                  <a:pt x="0" y="7705"/>
                </a:moveTo>
                <a:lnTo>
                  <a:pt x="27517" y="7705"/>
                </a:lnTo>
                <a:lnTo>
                  <a:pt x="27517" y="0"/>
                </a:lnTo>
                <a:lnTo>
                  <a:pt x="0" y="0"/>
                </a:lnTo>
                <a:lnTo>
                  <a:pt x="0" y="7705"/>
                </a:lnTo>
                <a:close/>
              </a:path>
            </a:pathLst>
          </a:custGeom>
          <a:noFill/>
          <a:ln w="12600">
            <a:solidFill>
              <a:srgbClr val="a6a6a6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4" name=""/>
          <p:cNvSpPr txBox="1"/>
          <p:nvPr/>
        </p:nvSpPr>
        <p:spPr>
          <a:xfrm>
            <a:off x="795960" y="1451160"/>
            <a:ext cx="17107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MalgunGothic"/>
                <a:ea typeface="MalgunGothic"/>
              </a:rPr>
              <a:t>⑤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Atomic Level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55" name="" descr=""/>
          <p:cNvPicPr/>
          <p:nvPr/>
        </p:nvPicPr>
        <p:blipFill>
          <a:blip r:embed="rId3"/>
          <a:stretch/>
        </p:blipFill>
        <p:spPr>
          <a:xfrm>
            <a:off x="3457800" y="5119200"/>
            <a:ext cx="1878840" cy="534600"/>
          </a:xfrm>
          <a:prstGeom prst="rect">
            <a:avLst/>
          </a:prstGeom>
          <a:ln w="0">
            <a:noFill/>
          </a:ln>
        </p:spPr>
      </p:pic>
      <p:sp>
        <p:nvSpPr>
          <p:cNvPr id="156" name=""/>
          <p:cNvSpPr txBox="1"/>
          <p:nvPr/>
        </p:nvSpPr>
        <p:spPr>
          <a:xfrm>
            <a:off x="3396240" y="4634280"/>
            <a:ext cx="32407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Among the body component levels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7" name=""/>
          <p:cNvSpPr txBox="1"/>
          <p:nvPr/>
        </p:nvSpPr>
        <p:spPr>
          <a:xfrm>
            <a:off x="3396240" y="5894640"/>
            <a:ext cx="3659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when analyzing the body composition.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58" name="" descr=""/>
          <p:cNvPicPr/>
          <p:nvPr/>
        </p:nvPicPr>
        <p:blipFill>
          <a:blip r:embed="rId4"/>
          <a:stretch/>
        </p:blipFill>
        <p:spPr>
          <a:xfrm>
            <a:off x="1072800" y="4747320"/>
            <a:ext cx="1865160" cy="1743120"/>
          </a:xfrm>
          <a:prstGeom prst="rect">
            <a:avLst/>
          </a:prstGeom>
          <a:ln w="0">
            <a:noFill/>
          </a:ln>
        </p:spPr>
      </p:pic>
      <p:pic>
        <p:nvPicPr>
          <p:cNvPr id="159" name="" descr=""/>
          <p:cNvPicPr/>
          <p:nvPr/>
        </p:nvPicPr>
        <p:blipFill>
          <a:blip r:embed="rId5"/>
          <a:stretch/>
        </p:blipFill>
        <p:spPr>
          <a:xfrm>
            <a:off x="1072800" y="4565880"/>
            <a:ext cx="1860480" cy="188640"/>
          </a:xfrm>
          <a:prstGeom prst="rect">
            <a:avLst/>
          </a:prstGeom>
          <a:ln w="0">
            <a:noFill/>
          </a:ln>
        </p:spPr>
      </p:pic>
      <p:sp>
        <p:nvSpPr>
          <p:cNvPr id="160" name=""/>
          <p:cNvSpPr txBox="1"/>
          <p:nvPr/>
        </p:nvSpPr>
        <p:spPr>
          <a:xfrm>
            <a:off x="5429880" y="5376960"/>
            <a:ext cx="3463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uses the </a:t>
            </a:r>
            <a:r>
              <a:rPr b="1" lang="en-US" sz="1800" spc="-1" strike="noStrike">
                <a:solidFill>
                  <a:srgbClr val="861c22"/>
                </a:solidFill>
                <a:latin typeface="Calibri"/>
                <a:ea typeface="Calibri"/>
              </a:rPr>
              <a:t>Chemical / Molecular Level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6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67" name=""/>
          <p:cNvSpPr txBox="1"/>
          <p:nvPr/>
        </p:nvSpPr>
        <p:spPr>
          <a:xfrm>
            <a:off x="436320" y="423360"/>
            <a:ext cx="31050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" name=""/>
          <p:cNvSpPr txBox="1"/>
          <p:nvPr/>
        </p:nvSpPr>
        <p:spPr>
          <a:xfrm>
            <a:off x="871920" y="1006200"/>
            <a:ext cx="39859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[Relationship between body components]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" name=""/>
          <p:cNvSpPr txBox="1"/>
          <p:nvPr/>
        </p:nvSpPr>
        <p:spPr>
          <a:xfrm>
            <a:off x="8527320" y="4100400"/>
            <a:ext cx="639360" cy="169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TimesNewRoman"/>
                <a:ea typeface="TimesNewRoman"/>
              </a:rPr>
              <a:t>4C Model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70" name="" descr=""/>
          <p:cNvPicPr/>
          <p:nvPr/>
        </p:nvPicPr>
        <p:blipFill>
          <a:blip r:embed="rId2"/>
          <a:stretch/>
        </p:blipFill>
        <p:spPr>
          <a:xfrm>
            <a:off x="8174880" y="1254240"/>
            <a:ext cx="1340640" cy="2814480"/>
          </a:xfrm>
          <a:prstGeom prst="rect">
            <a:avLst/>
          </a:prstGeom>
          <a:ln w="0">
            <a:noFill/>
          </a:ln>
        </p:spPr>
      </p:pic>
      <p:pic>
        <p:nvPicPr>
          <p:cNvPr id="171" name="" descr=""/>
          <p:cNvPicPr/>
          <p:nvPr/>
        </p:nvPicPr>
        <p:blipFill>
          <a:blip r:embed="rId3"/>
          <a:stretch/>
        </p:blipFill>
        <p:spPr>
          <a:xfrm>
            <a:off x="1179720" y="1581840"/>
            <a:ext cx="5841000" cy="2287080"/>
          </a:xfrm>
          <a:prstGeom prst="rect">
            <a:avLst/>
          </a:prstGeom>
          <a:ln w="0">
            <a:noFill/>
          </a:ln>
        </p:spPr>
      </p:pic>
      <p:sp>
        <p:nvSpPr>
          <p:cNvPr id="172" name=""/>
          <p:cNvSpPr/>
          <p:nvPr/>
        </p:nvSpPr>
        <p:spPr>
          <a:xfrm>
            <a:off x="1180080" y="2041200"/>
            <a:ext cx="2099160" cy="1280520"/>
          </a:xfrm>
          <a:custGeom>
            <a:avLst/>
            <a:gdLst/>
            <a:ahLst/>
            <a:rect l="0" t="0" r="r" b="b"/>
            <a:pathLst>
              <a:path w="5831" h="3557">
                <a:moveTo>
                  <a:pt x="0" y="3557"/>
                </a:moveTo>
                <a:lnTo>
                  <a:pt x="5831" y="3557"/>
                </a:lnTo>
                <a:lnTo>
                  <a:pt x="5831" y="0"/>
                </a:lnTo>
                <a:lnTo>
                  <a:pt x="0" y="0"/>
                </a:lnTo>
                <a:lnTo>
                  <a:pt x="0" y="3557"/>
                </a:lnTo>
                <a:close/>
              </a:path>
            </a:pathLst>
          </a:custGeom>
          <a:noFill/>
          <a:ln w="28440">
            <a:solidFill>
              <a:srgbClr val="861c22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5116680" y="1856880"/>
            <a:ext cx="948240" cy="1464840"/>
          </a:xfrm>
          <a:custGeom>
            <a:avLst/>
            <a:gdLst/>
            <a:ahLst/>
            <a:rect l="0" t="0" r="r" b="b"/>
            <a:pathLst>
              <a:path w="2634" h="4069">
                <a:moveTo>
                  <a:pt x="0" y="4069"/>
                </a:moveTo>
                <a:lnTo>
                  <a:pt x="2634" y="4069"/>
                </a:lnTo>
                <a:lnTo>
                  <a:pt x="2634" y="0"/>
                </a:lnTo>
                <a:lnTo>
                  <a:pt x="0" y="0"/>
                </a:lnTo>
                <a:lnTo>
                  <a:pt x="0" y="4069"/>
                </a:lnTo>
                <a:close/>
              </a:path>
            </a:pathLst>
          </a:custGeom>
          <a:noFill/>
          <a:ln w="28440">
            <a:solidFill>
              <a:srgbClr val="861c22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74" name="" descr=""/>
          <p:cNvPicPr/>
          <p:nvPr/>
        </p:nvPicPr>
        <p:blipFill>
          <a:blip r:embed="rId4"/>
          <a:stretch/>
        </p:blipFill>
        <p:spPr>
          <a:xfrm>
            <a:off x="7158240" y="1254240"/>
            <a:ext cx="1154880" cy="2982240"/>
          </a:xfrm>
          <a:prstGeom prst="rect">
            <a:avLst/>
          </a:prstGeom>
          <a:ln w="0">
            <a:noFill/>
          </a:ln>
        </p:spPr>
      </p:pic>
      <p:sp>
        <p:nvSpPr>
          <p:cNvPr id="175" name=""/>
          <p:cNvSpPr txBox="1"/>
          <p:nvPr/>
        </p:nvSpPr>
        <p:spPr>
          <a:xfrm>
            <a:off x="8379360" y="4283280"/>
            <a:ext cx="934920" cy="169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TimesNewRoman"/>
                <a:ea typeface="TimesNewRoman"/>
              </a:rPr>
              <a:t>(4 component)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" name=""/>
          <p:cNvSpPr txBox="1"/>
          <p:nvPr/>
        </p:nvSpPr>
        <p:spPr>
          <a:xfrm>
            <a:off x="7417800" y="4100400"/>
            <a:ext cx="639360" cy="169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TimesNewRoman"/>
                <a:ea typeface="TimesNewRoman"/>
              </a:rPr>
              <a:t>2C Model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77" name="" descr=""/>
          <p:cNvPicPr/>
          <p:nvPr/>
        </p:nvPicPr>
        <p:blipFill>
          <a:blip r:embed="rId5"/>
          <a:stretch/>
        </p:blipFill>
        <p:spPr>
          <a:xfrm>
            <a:off x="2401920" y="6614280"/>
            <a:ext cx="3988080" cy="225360"/>
          </a:xfrm>
          <a:prstGeom prst="rect">
            <a:avLst/>
          </a:prstGeom>
          <a:ln w="0">
            <a:noFill/>
          </a:ln>
        </p:spPr>
      </p:pic>
      <p:sp>
        <p:nvSpPr>
          <p:cNvPr id="178" name=""/>
          <p:cNvSpPr/>
          <p:nvPr/>
        </p:nvSpPr>
        <p:spPr>
          <a:xfrm>
            <a:off x="2485440" y="6470640"/>
            <a:ext cx="1220400" cy="250920"/>
          </a:xfrm>
          <a:custGeom>
            <a:avLst/>
            <a:gdLst/>
            <a:ahLst/>
            <a:rect l="0" t="0" r="r" b="b"/>
            <a:pathLst>
              <a:path w="3390" h="697">
                <a:moveTo>
                  <a:pt x="0" y="322"/>
                </a:moveTo>
                <a:lnTo>
                  <a:pt x="3354" y="0"/>
                </a:lnTo>
                <a:lnTo>
                  <a:pt x="3390" y="374"/>
                </a:lnTo>
                <a:lnTo>
                  <a:pt x="36" y="697"/>
                </a:lnTo>
                <a:lnTo>
                  <a:pt x="0" y="3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2485440" y="6470640"/>
            <a:ext cx="1220400" cy="250920"/>
          </a:xfrm>
          <a:custGeom>
            <a:avLst/>
            <a:gdLst/>
            <a:ahLst/>
            <a:rect l="0" t="0" r="r" b="b"/>
            <a:pathLst>
              <a:path w="3390" h="697">
                <a:moveTo>
                  <a:pt x="0" y="322"/>
                </a:moveTo>
                <a:lnTo>
                  <a:pt x="3354" y="0"/>
                </a:lnTo>
                <a:lnTo>
                  <a:pt x="3390" y="374"/>
                </a:lnTo>
                <a:lnTo>
                  <a:pt x="36" y="697"/>
                </a:lnTo>
                <a:lnTo>
                  <a:pt x="0" y="322"/>
                </a:lnTo>
                <a:close/>
              </a:path>
            </a:pathLst>
          </a:custGeom>
          <a:noFill/>
          <a:ln w="12600">
            <a:solidFill>
              <a:srgbClr val="fffff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" name=""/>
          <p:cNvSpPr txBox="1"/>
          <p:nvPr/>
        </p:nvSpPr>
        <p:spPr>
          <a:xfrm>
            <a:off x="7270200" y="4283280"/>
            <a:ext cx="934920" cy="169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TimesNewRoman"/>
                <a:ea typeface="TimesNewRoman"/>
              </a:rPr>
              <a:t>(2 component)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1" name=""/>
          <p:cNvSpPr txBox="1"/>
          <p:nvPr/>
        </p:nvSpPr>
        <p:spPr>
          <a:xfrm>
            <a:off x="1249560" y="409068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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2" name=""/>
          <p:cNvSpPr txBox="1"/>
          <p:nvPr/>
        </p:nvSpPr>
        <p:spPr>
          <a:xfrm>
            <a:off x="1536120" y="4085640"/>
            <a:ext cx="28792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Weight</a:t>
            </a:r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 = FFM(Fat Free Mass) + Fat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3" name=""/>
          <p:cNvSpPr txBox="1"/>
          <p:nvPr/>
        </p:nvSpPr>
        <p:spPr>
          <a:xfrm>
            <a:off x="1249560" y="457848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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" name=""/>
          <p:cNvSpPr txBox="1"/>
          <p:nvPr/>
        </p:nvSpPr>
        <p:spPr>
          <a:xfrm>
            <a:off x="1536120" y="4573440"/>
            <a:ext cx="33444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FFM</a:t>
            </a:r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 = Soft Lean Mass + Osseous mineral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" name=""/>
          <p:cNvSpPr txBox="1"/>
          <p:nvPr/>
        </p:nvSpPr>
        <p:spPr>
          <a:xfrm>
            <a:off x="1249560" y="506628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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" name=""/>
          <p:cNvSpPr txBox="1"/>
          <p:nvPr/>
        </p:nvSpPr>
        <p:spPr>
          <a:xfrm>
            <a:off x="1536120" y="5061600"/>
            <a:ext cx="56242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Soft Lean Mass</a:t>
            </a:r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 = Total Body Water + Protein + Non-osseous mineral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" name=""/>
          <p:cNvSpPr txBox="1"/>
          <p:nvPr/>
        </p:nvSpPr>
        <p:spPr>
          <a:xfrm>
            <a:off x="1249560" y="555408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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" name=""/>
          <p:cNvSpPr txBox="1"/>
          <p:nvPr/>
        </p:nvSpPr>
        <p:spPr>
          <a:xfrm>
            <a:off x="1536120" y="5549040"/>
            <a:ext cx="48960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TBW</a:t>
            </a:r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 = ECW(Extracellular Water) + ICW(Intracellular Water)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" name=""/>
          <p:cNvSpPr txBox="1"/>
          <p:nvPr/>
        </p:nvSpPr>
        <p:spPr>
          <a:xfrm>
            <a:off x="1249560" y="604188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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90" name="" descr=""/>
          <p:cNvPicPr/>
          <p:nvPr/>
        </p:nvPicPr>
        <p:blipFill>
          <a:blip r:embed="rId6"/>
          <a:stretch/>
        </p:blipFill>
        <p:spPr>
          <a:xfrm>
            <a:off x="1924920" y="5779080"/>
            <a:ext cx="900360" cy="801360"/>
          </a:xfrm>
          <a:prstGeom prst="rect">
            <a:avLst/>
          </a:prstGeom>
          <a:ln w="0">
            <a:noFill/>
          </a:ln>
        </p:spPr>
      </p:pic>
      <p:pic>
        <p:nvPicPr>
          <p:cNvPr id="191" name="" descr=""/>
          <p:cNvPicPr/>
          <p:nvPr/>
        </p:nvPicPr>
        <p:blipFill>
          <a:blip r:embed="rId7"/>
          <a:stretch/>
        </p:blipFill>
        <p:spPr>
          <a:xfrm>
            <a:off x="2436840" y="6379560"/>
            <a:ext cx="273960" cy="280080"/>
          </a:xfrm>
          <a:prstGeom prst="rect">
            <a:avLst/>
          </a:prstGeom>
          <a:ln w="0">
            <a:noFill/>
          </a:ln>
        </p:spPr>
      </p:pic>
      <p:sp>
        <p:nvSpPr>
          <p:cNvPr id="192" name=""/>
          <p:cNvSpPr txBox="1"/>
          <p:nvPr/>
        </p:nvSpPr>
        <p:spPr>
          <a:xfrm>
            <a:off x="1536120" y="6036840"/>
            <a:ext cx="25610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ECF</a:t>
            </a:r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 = Plasma + Interstitial Fluid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" name=""/>
          <p:cNvSpPr txBox="1"/>
          <p:nvPr/>
        </p:nvSpPr>
        <p:spPr>
          <a:xfrm>
            <a:off x="2665800" y="6471360"/>
            <a:ext cx="35607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Fluid components in the blood (excluding RBC, WBC etc..)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99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00" name=""/>
          <p:cNvSpPr txBox="1"/>
          <p:nvPr/>
        </p:nvSpPr>
        <p:spPr>
          <a:xfrm>
            <a:off x="436320" y="423360"/>
            <a:ext cx="31050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" name=""/>
          <p:cNvSpPr txBox="1"/>
          <p:nvPr/>
        </p:nvSpPr>
        <p:spPr>
          <a:xfrm>
            <a:off x="1080360" y="2389680"/>
            <a:ext cx="53316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Chemical (Molecular) level of body composition analysis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" name=""/>
          <p:cNvSpPr txBox="1"/>
          <p:nvPr/>
        </p:nvSpPr>
        <p:spPr>
          <a:xfrm>
            <a:off x="1080360" y="2664360"/>
            <a:ext cx="66178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divides body into four; body water, protein, mineral and body fat by chemical classification.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3" name=""/>
          <p:cNvSpPr txBox="1"/>
          <p:nvPr/>
        </p:nvSpPr>
        <p:spPr>
          <a:xfrm>
            <a:off x="1080360" y="2878200"/>
            <a:ext cx="49323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InBody uses the chemical level when dividing the body composition.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4" name=""/>
          <p:cNvSpPr txBox="1"/>
          <p:nvPr/>
        </p:nvSpPr>
        <p:spPr>
          <a:xfrm>
            <a:off x="1080360" y="3243240"/>
            <a:ext cx="17107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Body composition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5" name=""/>
          <p:cNvSpPr txBox="1"/>
          <p:nvPr/>
        </p:nvSpPr>
        <p:spPr>
          <a:xfrm>
            <a:off x="1080360" y="3519360"/>
            <a:ext cx="79606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has to be maintained as constant proportion as each of body composition has different roles and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" name=""/>
          <p:cNvSpPr txBox="1"/>
          <p:nvPr/>
        </p:nvSpPr>
        <p:spPr>
          <a:xfrm>
            <a:off x="1080360" y="3763440"/>
            <a:ext cx="8175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functions.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" name=""/>
          <p:cNvSpPr txBox="1"/>
          <p:nvPr/>
        </p:nvSpPr>
        <p:spPr>
          <a:xfrm>
            <a:off x="1080360" y="4249440"/>
            <a:ext cx="228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If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" name=""/>
          <p:cNvSpPr txBox="1"/>
          <p:nvPr/>
        </p:nvSpPr>
        <p:spPr>
          <a:xfrm>
            <a:off x="1260000" y="4274280"/>
            <a:ext cx="45025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this balance between each of body composition is lost,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" name=""/>
          <p:cNvSpPr txBox="1"/>
          <p:nvPr/>
        </p:nvSpPr>
        <p:spPr>
          <a:xfrm>
            <a:off x="1080360" y="4525560"/>
            <a:ext cx="58132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diseases such as obesity, edema, malnutrition, osteoporosis can occur.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" name=""/>
          <p:cNvSpPr txBox="1"/>
          <p:nvPr/>
        </p:nvSpPr>
        <p:spPr>
          <a:xfrm>
            <a:off x="3197160" y="5875920"/>
            <a:ext cx="2993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Balance of Body Composition</a:t>
            </a:r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 =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" name=""/>
          <p:cNvSpPr txBox="1"/>
          <p:nvPr/>
        </p:nvSpPr>
        <p:spPr>
          <a:xfrm>
            <a:off x="6294240" y="5755680"/>
            <a:ext cx="1059840" cy="434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790" spc="-1" strike="noStrike">
                <a:solidFill>
                  <a:srgbClr val="8b1a20"/>
                </a:solidFill>
                <a:latin typeface="Calibri"/>
                <a:ea typeface="Calibri"/>
              </a:rPr>
              <a:t>Health </a:t>
            </a:r>
            <a:endParaRPr b="0" lang="en-US" sz="27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" name=""/>
          <p:cNvSpPr txBox="1"/>
          <p:nvPr/>
        </p:nvSpPr>
        <p:spPr>
          <a:xfrm>
            <a:off x="878040" y="1258200"/>
            <a:ext cx="3012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[InBody and Body Composition]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1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19" name=""/>
          <p:cNvSpPr txBox="1"/>
          <p:nvPr/>
        </p:nvSpPr>
        <p:spPr>
          <a:xfrm>
            <a:off x="436320" y="423360"/>
            <a:ext cx="31050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" name=""/>
          <p:cNvSpPr txBox="1"/>
          <p:nvPr/>
        </p:nvSpPr>
        <p:spPr>
          <a:xfrm>
            <a:off x="790200" y="1889640"/>
            <a:ext cx="36079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1. Health Indicators: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A healthy body composition,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" name=""/>
          <p:cNvSpPr txBox="1"/>
          <p:nvPr/>
        </p:nvSpPr>
        <p:spPr>
          <a:xfrm>
            <a:off x="4547520" y="1889640"/>
            <a:ext cx="44186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typically characterized by a lower percentage of body fat and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" name=""/>
          <p:cNvSpPr txBox="1"/>
          <p:nvPr/>
        </p:nvSpPr>
        <p:spPr>
          <a:xfrm>
            <a:off x="790200" y="2102760"/>
            <a:ext cx="15123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higher percentage of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" name=""/>
          <p:cNvSpPr txBox="1"/>
          <p:nvPr/>
        </p:nvSpPr>
        <p:spPr>
          <a:xfrm>
            <a:off x="2442240" y="2102760"/>
            <a:ext cx="7610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lean mass,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" name=""/>
          <p:cNvSpPr txBox="1"/>
          <p:nvPr/>
        </p:nvSpPr>
        <p:spPr>
          <a:xfrm>
            <a:off x="3314160" y="2102760"/>
            <a:ext cx="25214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is associated with a reduced risk of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" name=""/>
          <p:cNvSpPr txBox="1"/>
          <p:nvPr/>
        </p:nvSpPr>
        <p:spPr>
          <a:xfrm>
            <a:off x="6121800" y="2102760"/>
            <a:ext cx="28018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chronic diseases such as heart disease,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" name=""/>
          <p:cNvSpPr txBox="1"/>
          <p:nvPr/>
        </p:nvSpPr>
        <p:spPr>
          <a:xfrm>
            <a:off x="790200" y="2316960"/>
            <a:ext cx="21603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diabetes, and certain cancers.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" name=""/>
          <p:cNvSpPr txBox="1"/>
          <p:nvPr/>
        </p:nvSpPr>
        <p:spPr>
          <a:xfrm>
            <a:off x="790200" y="2743560"/>
            <a:ext cx="82152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2. Physical Performance: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Athletes and individuals who are physically active often monitor their body composition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" name=""/>
          <p:cNvSpPr txBox="1"/>
          <p:nvPr/>
        </p:nvSpPr>
        <p:spPr>
          <a:xfrm>
            <a:off x="790200" y="2957040"/>
            <a:ext cx="80856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to optimize performance. Higher muscle mass and lower fat mass can enhance strength, endurance, and agility.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" name=""/>
          <p:cNvSpPr txBox="1"/>
          <p:nvPr/>
        </p:nvSpPr>
        <p:spPr>
          <a:xfrm>
            <a:off x="790200" y="3383640"/>
            <a:ext cx="60800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3. Metabolic Rate: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Muscle tissue burns more calories at rest compared to fat tissue.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" name=""/>
          <p:cNvSpPr txBox="1"/>
          <p:nvPr/>
        </p:nvSpPr>
        <p:spPr>
          <a:xfrm>
            <a:off x="7143120" y="3383640"/>
            <a:ext cx="7642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Therefore,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" name=""/>
          <p:cNvSpPr txBox="1"/>
          <p:nvPr/>
        </p:nvSpPr>
        <p:spPr>
          <a:xfrm>
            <a:off x="7955640" y="3383640"/>
            <a:ext cx="11070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having a higher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" name=""/>
          <p:cNvSpPr txBox="1"/>
          <p:nvPr/>
        </p:nvSpPr>
        <p:spPr>
          <a:xfrm>
            <a:off x="790200" y="3596760"/>
            <a:ext cx="61502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muscle mass can boost your metabolism, making it easier to maintain or lose weight.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" name=""/>
          <p:cNvSpPr txBox="1"/>
          <p:nvPr/>
        </p:nvSpPr>
        <p:spPr>
          <a:xfrm>
            <a:off x="790200" y="4024080"/>
            <a:ext cx="70416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4. Functionality and Mobility: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A favorable body composition can improve mobility and functional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" name=""/>
          <p:cNvSpPr txBox="1"/>
          <p:nvPr/>
        </p:nvSpPr>
        <p:spPr>
          <a:xfrm>
            <a:off x="8037720" y="4024080"/>
            <a:ext cx="10537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ability, making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" name=""/>
          <p:cNvSpPr txBox="1"/>
          <p:nvPr/>
        </p:nvSpPr>
        <p:spPr>
          <a:xfrm>
            <a:off x="790200" y="4237560"/>
            <a:ext cx="40669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everyday activities easier and reducing the risk of injury.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" name=""/>
          <p:cNvSpPr txBox="1"/>
          <p:nvPr/>
        </p:nvSpPr>
        <p:spPr>
          <a:xfrm>
            <a:off x="790200" y="4664160"/>
            <a:ext cx="81676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5. Aesthetic Goals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: Many people monitor their body composition for aesthetic reasons. Achieving a desired body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" name=""/>
          <p:cNvSpPr txBox="1"/>
          <p:nvPr/>
        </p:nvSpPr>
        <p:spPr>
          <a:xfrm>
            <a:off x="790200" y="4877280"/>
            <a:ext cx="39632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composition can improve self-esteem and body image.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" name=""/>
          <p:cNvSpPr txBox="1"/>
          <p:nvPr/>
        </p:nvSpPr>
        <p:spPr>
          <a:xfrm>
            <a:off x="790200" y="5304600"/>
            <a:ext cx="81478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6. Aging: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As people age, they naturally lose muscle mass and may gain fat. Monitoring and maintaining a healthy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" name=""/>
          <p:cNvSpPr txBox="1"/>
          <p:nvPr/>
        </p:nvSpPr>
        <p:spPr>
          <a:xfrm>
            <a:off x="790200" y="5517720"/>
            <a:ext cx="79635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body composition can help mitigate the effects of aging, such as decreased mobility and increased risk of falls.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" name=""/>
          <p:cNvSpPr txBox="1"/>
          <p:nvPr/>
        </p:nvSpPr>
        <p:spPr>
          <a:xfrm>
            <a:off x="878040" y="1258200"/>
            <a:ext cx="3281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ff0000"/>
                </a:solidFill>
                <a:latin typeface="Calibri"/>
                <a:ea typeface="Calibri"/>
              </a:rPr>
              <a:t>[Importance of Body Composition]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4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47" name=""/>
          <p:cNvSpPr txBox="1"/>
          <p:nvPr/>
        </p:nvSpPr>
        <p:spPr>
          <a:xfrm>
            <a:off x="436320" y="423360"/>
            <a:ext cx="31050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" name=""/>
          <p:cNvSpPr txBox="1"/>
          <p:nvPr/>
        </p:nvSpPr>
        <p:spPr>
          <a:xfrm>
            <a:off x="790200" y="1889640"/>
            <a:ext cx="177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1.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" name=""/>
          <p:cNvSpPr txBox="1"/>
          <p:nvPr/>
        </p:nvSpPr>
        <p:spPr>
          <a:xfrm>
            <a:off x="995760" y="1889640"/>
            <a:ext cx="28566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Indicator of Obesity and Related Risks: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" name=""/>
          <p:cNvSpPr txBox="1"/>
          <p:nvPr/>
        </p:nvSpPr>
        <p:spPr>
          <a:xfrm>
            <a:off x="4048560" y="1889640"/>
            <a:ext cx="18766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High body fat percentage,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" name=""/>
          <p:cNvSpPr txBox="1"/>
          <p:nvPr/>
        </p:nvSpPr>
        <p:spPr>
          <a:xfrm>
            <a:off x="6071760" y="1889640"/>
            <a:ext cx="12884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especially visceral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" name=""/>
          <p:cNvSpPr txBox="1"/>
          <p:nvPr/>
        </p:nvSpPr>
        <p:spPr>
          <a:xfrm>
            <a:off x="7457040" y="1889640"/>
            <a:ext cx="2444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fat,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" name=""/>
          <p:cNvSpPr txBox="1"/>
          <p:nvPr/>
        </p:nvSpPr>
        <p:spPr>
          <a:xfrm>
            <a:off x="7765200" y="1889640"/>
            <a:ext cx="12762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is associated with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" name=""/>
          <p:cNvSpPr txBox="1"/>
          <p:nvPr/>
        </p:nvSpPr>
        <p:spPr>
          <a:xfrm>
            <a:off x="790200" y="2102760"/>
            <a:ext cx="78019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increased risk of obesity-related diseases such as type 2 diabetes, cardiovascular disease, and hypertension.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" name=""/>
          <p:cNvSpPr txBox="1"/>
          <p:nvPr/>
        </p:nvSpPr>
        <p:spPr>
          <a:xfrm>
            <a:off x="790200" y="2530080"/>
            <a:ext cx="83217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2. Nutritional Status: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Body composition measurements can help assess whether an individual is undernourished or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" name=""/>
          <p:cNvSpPr txBox="1"/>
          <p:nvPr/>
        </p:nvSpPr>
        <p:spPr>
          <a:xfrm>
            <a:off x="790200" y="2743560"/>
            <a:ext cx="59122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overnourished, providing critical information for dietary and health interventions.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" name=""/>
          <p:cNvSpPr txBox="1"/>
          <p:nvPr/>
        </p:nvSpPr>
        <p:spPr>
          <a:xfrm>
            <a:off x="790200" y="3170160"/>
            <a:ext cx="82350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3. Muscle Mass and Sarcopenia: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Low muscle mass is a marker for sarcopenia, a condition common in older adults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" name=""/>
          <p:cNvSpPr txBox="1"/>
          <p:nvPr/>
        </p:nvSpPr>
        <p:spPr>
          <a:xfrm>
            <a:off x="790200" y="3383640"/>
            <a:ext cx="62276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that leads to loss of strength and function. It can also indicate malnutrition and frailty.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" name=""/>
          <p:cNvSpPr txBox="1"/>
          <p:nvPr/>
        </p:nvSpPr>
        <p:spPr>
          <a:xfrm>
            <a:off x="790200" y="3810600"/>
            <a:ext cx="27453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4. Metabolic Health: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Lean body mass,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" name=""/>
          <p:cNvSpPr txBox="1"/>
          <p:nvPr/>
        </p:nvSpPr>
        <p:spPr>
          <a:xfrm>
            <a:off x="3699720" y="3810600"/>
            <a:ext cx="18234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particularly muscle mass,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" name=""/>
          <p:cNvSpPr txBox="1"/>
          <p:nvPr/>
        </p:nvSpPr>
        <p:spPr>
          <a:xfrm>
            <a:off x="5627880" y="3810600"/>
            <a:ext cx="33397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is closely related to metabolic rate and overall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" name=""/>
          <p:cNvSpPr txBox="1"/>
          <p:nvPr/>
        </p:nvSpPr>
        <p:spPr>
          <a:xfrm>
            <a:off x="790200" y="4024080"/>
            <a:ext cx="65005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metabolic health. A higher muscle-to-fat ratio generally indicates better metabolic health.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" name=""/>
          <p:cNvSpPr txBox="1"/>
          <p:nvPr/>
        </p:nvSpPr>
        <p:spPr>
          <a:xfrm>
            <a:off x="790200" y="4450680"/>
            <a:ext cx="81802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5. Bone Density: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Components of body composition assessments, such as bone density scans (DEXA), can serve as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" name=""/>
          <p:cNvSpPr txBox="1"/>
          <p:nvPr/>
        </p:nvSpPr>
        <p:spPr>
          <a:xfrm>
            <a:off x="790200" y="4664160"/>
            <a:ext cx="33170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biomarkers for osteoporosis and fracture risk.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" name=""/>
          <p:cNvSpPr txBox="1"/>
          <p:nvPr/>
        </p:nvSpPr>
        <p:spPr>
          <a:xfrm>
            <a:off x="790200" y="5091120"/>
            <a:ext cx="177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6.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" name=""/>
          <p:cNvSpPr txBox="1"/>
          <p:nvPr/>
        </p:nvSpPr>
        <p:spPr>
          <a:xfrm>
            <a:off x="989640" y="5091120"/>
            <a:ext cx="48729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Inflammatory and Chronic Diseases: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Changes in body composition,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" name=""/>
          <p:cNvSpPr txBox="1"/>
          <p:nvPr/>
        </p:nvSpPr>
        <p:spPr>
          <a:xfrm>
            <a:off x="6073200" y="5091120"/>
            <a:ext cx="28980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such as increased fat mass or decreased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" name=""/>
          <p:cNvSpPr txBox="1"/>
          <p:nvPr/>
        </p:nvSpPr>
        <p:spPr>
          <a:xfrm>
            <a:off x="790200" y="5304600"/>
            <a:ext cx="82411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muscle mass, can be biomarkers for chronic inflammatory diseases, cachexia in cancer patients, and other chronic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" name=""/>
          <p:cNvSpPr txBox="1"/>
          <p:nvPr/>
        </p:nvSpPr>
        <p:spPr>
          <a:xfrm>
            <a:off x="790200" y="5517720"/>
            <a:ext cx="7992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conditions.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" name=""/>
          <p:cNvSpPr txBox="1"/>
          <p:nvPr/>
        </p:nvSpPr>
        <p:spPr>
          <a:xfrm>
            <a:off x="790200" y="5944680"/>
            <a:ext cx="177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7.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" name=""/>
          <p:cNvSpPr txBox="1"/>
          <p:nvPr/>
        </p:nvSpPr>
        <p:spPr>
          <a:xfrm>
            <a:off x="1023120" y="5944680"/>
            <a:ext cx="17809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Response to Treatment: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" name=""/>
          <p:cNvSpPr txBox="1"/>
          <p:nvPr/>
        </p:nvSpPr>
        <p:spPr>
          <a:xfrm>
            <a:off x="2986560" y="5944680"/>
            <a:ext cx="1446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Monitoring changes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" name=""/>
          <p:cNvSpPr txBox="1"/>
          <p:nvPr/>
        </p:nvSpPr>
        <p:spPr>
          <a:xfrm>
            <a:off x="4579200" y="5944680"/>
            <a:ext cx="26204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in body composition can help assess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" name=""/>
          <p:cNvSpPr txBox="1"/>
          <p:nvPr/>
        </p:nvSpPr>
        <p:spPr>
          <a:xfrm>
            <a:off x="7571160" y="5944680"/>
            <a:ext cx="12290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the effectiveness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" name=""/>
          <p:cNvSpPr txBox="1"/>
          <p:nvPr/>
        </p:nvSpPr>
        <p:spPr>
          <a:xfrm>
            <a:off x="8949240" y="5944680"/>
            <a:ext cx="177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of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" name=""/>
          <p:cNvSpPr txBox="1"/>
          <p:nvPr/>
        </p:nvSpPr>
        <p:spPr>
          <a:xfrm>
            <a:off x="790200" y="6157440"/>
            <a:ext cx="59335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interventions, such as diet, exercise, or medical treatments for various conditions.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" name=""/>
          <p:cNvSpPr txBox="1"/>
          <p:nvPr/>
        </p:nvSpPr>
        <p:spPr>
          <a:xfrm>
            <a:off x="878040" y="1258200"/>
            <a:ext cx="42894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ff0000"/>
                </a:solidFill>
                <a:latin typeface="Calibri"/>
                <a:ea typeface="Calibri"/>
              </a:rPr>
              <a:t>[Body Composition can serve as a biomarker]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1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282" name=""/>
          <p:cNvSpPr/>
          <p:nvPr/>
        </p:nvSpPr>
        <p:spPr>
          <a:xfrm>
            <a:off x="2601360" y="2901600"/>
            <a:ext cx="4703400" cy="370440"/>
          </a:xfrm>
          <a:custGeom>
            <a:avLst/>
            <a:gdLst/>
            <a:ahLst/>
            <a:rect l="0" t="0" r="r" b="b"/>
            <a:pathLst>
              <a:path w="13065" h="1029">
                <a:moveTo>
                  <a:pt x="0" y="1029"/>
                </a:moveTo>
                <a:lnTo>
                  <a:pt x="13065" y="1029"/>
                </a:lnTo>
                <a:lnTo>
                  <a:pt x="13065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3" name=""/>
          <p:cNvSpPr txBox="1"/>
          <p:nvPr/>
        </p:nvSpPr>
        <p:spPr>
          <a:xfrm>
            <a:off x="1242720" y="2271960"/>
            <a:ext cx="927900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Malgun Gothic"/>
                <a:ea typeface="Malgun Gothic"/>
              </a:rPr>
              <a:t>Why do we need Body Composition?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" name=""/>
          <p:cNvSpPr txBox="1"/>
          <p:nvPr/>
        </p:nvSpPr>
        <p:spPr>
          <a:xfrm>
            <a:off x="3420000" y="2951280"/>
            <a:ext cx="32835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Open Sans"/>
                <a:ea typeface="Open Sans"/>
              </a:rPr>
              <a:t>Limitations of Basic Methods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1" name=""/>
          <p:cNvSpPr txBox="1"/>
          <p:nvPr/>
        </p:nvSpPr>
        <p:spPr>
          <a:xfrm>
            <a:off x="436320" y="423360"/>
            <a:ext cx="62233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Why do we need Body Composition?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2" name="" descr=""/>
          <p:cNvPicPr/>
          <p:nvPr/>
        </p:nvPicPr>
        <p:blipFill>
          <a:blip r:embed="rId2"/>
          <a:stretch/>
        </p:blipFill>
        <p:spPr>
          <a:xfrm>
            <a:off x="1008720" y="2142720"/>
            <a:ext cx="2122560" cy="2616480"/>
          </a:xfrm>
          <a:prstGeom prst="rect">
            <a:avLst/>
          </a:prstGeom>
          <a:ln w="0">
            <a:noFill/>
          </a:ln>
        </p:spPr>
      </p:pic>
      <p:pic>
        <p:nvPicPr>
          <p:cNvPr id="293" name="" descr=""/>
          <p:cNvPicPr/>
          <p:nvPr/>
        </p:nvPicPr>
        <p:blipFill>
          <a:blip r:embed="rId3"/>
          <a:stretch/>
        </p:blipFill>
        <p:spPr>
          <a:xfrm>
            <a:off x="3947040" y="2098440"/>
            <a:ext cx="1718640" cy="2660400"/>
          </a:xfrm>
          <a:prstGeom prst="rect">
            <a:avLst/>
          </a:prstGeom>
          <a:ln w="0">
            <a:noFill/>
          </a:ln>
        </p:spPr>
      </p:pic>
      <p:pic>
        <p:nvPicPr>
          <p:cNvPr id="294" name="" descr=""/>
          <p:cNvPicPr/>
          <p:nvPr/>
        </p:nvPicPr>
        <p:blipFill>
          <a:blip r:embed="rId4"/>
          <a:stretch/>
        </p:blipFill>
        <p:spPr>
          <a:xfrm>
            <a:off x="6179760" y="2307240"/>
            <a:ext cx="3091680" cy="2288520"/>
          </a:xfrm>
          <a:prstGeom prst="rect">
            <a:avLst/>
          </a:prstGeom>
          <a:ln w="0">
            <a:noFill/>
          </a:ln>
        </p:spPr>
      </p:pic>
      <p:sp>
        <p:nvSpPr>
          <p:cNvPr id="295" name=""/>
          <p:cNvSpPr txBox="1"/>
          <p:nvPr/>
        </p:nvSpPr>
        <p:spPr>
          <a:xfrm>
            <a:off x="788040" y="1053360"/>
            <a:ext cx="4226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[Basic methods for tracking the body health]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" name=""/>
          <p:cNvSpPr txBox="1"/>
          <p:nvPr/>
        </p:nvSpPr>
        <p:spPr>
          <a:xfrm>
            <a:off x="1743840" y="5068800"/>
            <a:ext cx="649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Looks?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" name=""/>
          <p:cNvSpPr txBox="1"/>
          <p:nvPr/>
        </p:nvSpPr>
        <p:spPr>
          <a:xfrm>
            <a:off x="4411800" y="5068800"/>
            <a:ext cx="7948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Weight?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" name=""/>
          <p:cNvSpPr txBox="1"/>
          <p:nvPr/>
        </p:nvSpPr>
        <p:spPr>
          <a:xfrm>
            <a:off x="7656120" y="5068800"/>
            <a:ext cx="494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BMI?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" name=""/>
          <p:cNvSpPr txBox="1"/>
          <p:nvPr/>
        </p:nvSpPr>
        <p:spPr>
          <a:xfrm>
            <a:off x="3665520" y="6135120"/>
            <a:ext cx="30884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Are these methods accurate?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4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306" name="" descr=""/>
          <p:cNvPicPr/>
          <p:nvPr/>
        </p:nvPicPr>
        <p:blipFill>
          <a:blip r:embed="rId2"/>
          <a:stretch/>
        </p:blipFill>
        <p:spPr>
          <a:xfrm>
            <a:off x="1796760" y="1796760"/>
            <a:ext cx="6118560" cy="2294640"/>
          </a:xfrm>
          <a:prstGeom prst="rect">
            <a:avLst/>
          </a:prstGeom>
          <a:ln w="0">
            <a:noFill/>
          </a:ln>
        </p:spPr>
      </p:pic>
      <p:sp>
        <p:nvSpPr>
          <p:cNvPr id="307" name=""/>
          <p:cNvSpPr/>
          <p:nvPr/>
        </p:nvSpPr>
        <p:spPr>
          <a:xfrm>
            <a:off x="1797480" y="1622160"/>
            <a:ext cx="2936880" cy="2557440"/>
          </a:xfrm>
          <a:custGeom>
            <a:avLst/>
            <a:gdLst/>
            <a:ahLst/>
            <a:rect l="0" t="0" r="r" b="b"/>
            <a:pathLst>
              <a:path w="8158" h="7104">
                <a:moveTo>
                  <a:pt x="0" y="7104"/>
                </a:moveTo>
                <a:lnTo>
                  <a:pt x="8158" y="7104"/>
                </a:lnTo>
                <a:lnTo>
                  <a:pt x="8158" y="0"/>
                </a:lnTo>
                <a:lnTo>
                  <a:pt x="0" y="0"/>
                </a:lnTo>
                <a:lnTo>
                  <a:pt x="0" y="7104"/>
                </a:lnTo>
                <a:close/>
              </a:path>
            </a:pathLst>
          </a:custGeom>
          <a:solidFill>
            <a:srgbClr val="ffffff"/>
          </a:solidFill>
          <a:ln w="18720">
            <a:solidFill>
              <a:srgbClr val="861c22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5167080" y="1622160"/>
            <a:ext cx="2936880" cy="2557440"/>
          </a:xfrm>
          <a:custGeom>
            <a:avLst/>
            <a:gdLst/>
            <a:ahLst/>
            <a:rect l="0" t="0" r="r" b="b"/>
            <a:pathLst>
              <a:path w="8158" h="7104">
                <a:moveTo>
                  <a:pt x="0" y="7104"/>
                </a:moveTo>
                <a:lnTo>
                  <a:pt x="8158" y="7104"/>
                </a:lnTo>
                <a:lnTo>
                  <a:pt x="8158" y="0"/>
                </a:lnTo>
                <a:lnTo>
                  <a:pt x="0" y="0"/>
                </a:lnTo>
                <a:lnTo>
                  <a:pt x="0" y="7104"/>
                </a:lnTo>
                <a:close/>
              </a:path>
            </a:pathLst>
          </a:custGeom>
          <a:solidFill>
            <a:srgbClr val="ffffff"/>
          </a:solidFill>
          <a:ln w="18720">
            <a:solidFill>
              <a:srgbClr val="861c22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9" name="" descr=""/>
          <p:cNvPicPr/>
          <p:nvPr/>
        </p:nvPicPr>
        <p:blipFill>
          <a:blip r:embed="rId3"/>
          <a:stretch/>
        </p:blipFill>
        <p:spPr>
          <a:xfrm>
            <a:off x="2616840" y="1710000"/>
            <a:ext cx="1296720" cy="2214000"/>
          </a:xfrm>
          <a:prstGeom prst="rect">
            <a:avLst/>
          </a:prstGeom>
          <a:ln w="0">
            <a:noFill/>
          </a:ln>
        </p:spPr>
      </p:pic>
      <p:pic>
        <p:nvPicPr>
          <p:cNvPr id="310" name="" descr=""/>
          <p:cNvPicPr/>
          <p:nvPr/>
        </p:nvPicPr>
        <p:blipFill>
          <a:blip r:embed="rId4"/>
          <a:stretch/>
        </p:blipFill>
        <p:spPr>
          <a:xfrm>
            <a:off x="5986440" y="1710000"/>
            <a:ext cx="1296720" cy="2214000"/>
          </a:xfrm>
          <a:prstGeom prst="rect">
            <a:avLst/>
          </a:prstGeom>
          <a:ln w="0">
            <a:noFill/>
          </a:ln>
        </p:spPr>
      </p:pic>
      <p:sp>
        <p:nvSpPr>
          <p:cNvPr id="311" name=""/>
          <p:cNvSpPr txBox="1"/>
          <p:nvPr/>
        </p:nvSpPr>
        <p:spPr>
          <a:xfrm>
            <a:off x="436320" y="423360"/>
            <a:ext cx="61866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Why so we need Body Composition?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" name=""/>
          <p:cNvSpPr txBox="1"/>
          <p:nvPr/>
        </p:nvSpPr>
        <p:spPr>
          <a:xfrm>
            <a:off x="3199680" y="2674440"/>
            <a:ext cx="228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A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" name=""/>
          <p:cNvSpPr txBox="1"/>
          <p:nvPr/>
        </p:nvSpPr>
        <p:spPr>
          <a:xfrm>
            <a:off x="6574680" y="2674440"/>
            <a:ext cx="228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B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" name=""/>
          <p:cNvSpPr txBox="1"/>
          <p:nvPr/>
        </p:nvSpPr>
        <p:spPr>
          <a:xfrm>
            <a:off x="4109040" y="5204880"/>
            <a:ext cx="1812600" cy="34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Arial"/>
                <a:ea typeface="Arial"/>
              </a:rPr>
              <a:t>178cm, 85kg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" name=""/>
          <p:cNvSpPr/>
          <p:nvPr/>
        </p:nvSpPr>
        <p:spPr>
          <a:xfrm>
            <a:off x="-1800" y="4559760"/>
            <a:ext cx="9877320" cy="2298240"/>
          </a:xfrm>
          <a:custGeom>
            <a:avLst/>
            <a:gdLst/>
            <a:ahLst/>
            <a:rect l="0" t="0" r="r" b="b"/>
            <a:pathLst>
              <a:path w="27437" h="6384">
                <a:moveTo>
                  <a:pt x="0" y="6384"/>
                </a:moveTo>
                <a:lnTo>
                  <a:pt x="27437" y="6384"/>
                </a:lnTo>
                <a:lnTo>
                  <a:pt x="27437" y="0"/>
                </a:lnTo>
                <a:lnTo>
                  <a:pt x="0" y="0"/>
                </a:lnTo>
                <a:lnTo>
                  <a:pt x="0" y="6384"/>
                </a:lnTo>
                <a:close/>
              </a:path>
            </a:pathLst>
          </a:custGeom>
          <a:solidFill>
            <a:srgbClr val="7f7f7f">
              <a:alpha val="98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6" name=""/>
          <p:cNvSpPr/>
          <p:nvPr/>
        </p:nvSpPr>
        <p:spPr>
          <a:xfrm>
            <a:off x="-1800" y="4559760"/>
            <a:ext cx="9877320" cy="2298240"/>
          </a:xfrm>
          <a:custGeom>
            <a:avLst/>
            <a:gdLst/>
            <a:ahLst/>
            <a:rect l="0" t="0" r="r" b="b"/>
            <a:pathLst>
              <a:path w="27437" h="6384">
                <a:moveTo>
                  <a:pt x="0" y="6384"/>
                </a:moveTo>
                <a:lnTo>
                  <a:pt x="27437" y="6384"/>
                </a:lnTo>
                <a:lnTo>
                  <a:pt x="27437" y="0"/>
                </a:lnTo>
                <a:lnTo>
                  <a:pt x="0" y="0"/>
                </a:lnTo>
                <a:lnTo>
                  <a:pt x="0" y="6384"/>
                </a:lnTo>
                <a:close/>
              </a:path>
            </a:pathLst>
          </a:custGeom>
          <a:noFill/>
          <a:ln w="12600">
            <a:solidFill>
              <a:srgbClr val="7f7f7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7" name="" descr=""/>
          <p:cNvPicPr/>
          <p:nvPr/>
        </p:nvPicPr>
        <p:blipFill>
          <a:blip r:embed="rId5"/>
          <a:stretch/>
        </p:blipFill>
        <p:spPr>
          <a:xfrm>
            <a:off x="3387960" y="4636080"/>
            <a:ext cx="3475800" cy="1907640"/>
          </a:xfrm>
          <a:prstGeom prst="rect">
            <a:avLst/>
          </a:prstGeom>
          <a:ln w="0">
            <a:noFill/>
          </a:ln>
        </p:spPr>
      </p:pic>
      <p:sp>
        <p:nvSpPr>
          <p:cNvPr id="318" name=""/>
          <p:cNvSpPr txBox="1"/>
          <p:nvPr/>
        </p:nvSpPr>
        <p:spPr>
          <a:xfrm>
            <a:off x="4397400" y="5571000"/>
            <a:ext cx="1320480" cy="34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Arial"/>
                <a:ea typeface="Arial"/>
              </a:rPr>
              <a:t>BMI 26.8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" name=""/>
          <p:cNvSpPr txBox="1"/>
          <p:nvPr/>
        </p:nvSpPr>
        <p:spPr>
          <a:xfrm>
            <a:off x="436320" y="983160"/>
            <a:ext cx="32482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[Limitations of the Basic methods]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23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2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26" name=""/>
          <p:cNvSpPr txBox="1"/>
          <p:nvPr/>
        </p:nvSpPr>
        <p:spPr>
          <a:xfrm>
            <a:off x="436320" y="423360"/>
            <a:ext cx="31050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" name=""/>
          <p:cNvSpPr txBox="1"/>
          <p:nvPr/>
        </p:nvSpPr>
        <p:spPr>
          <a:xfrm>
            <a:off x="878040" y="1258200"/>
            <a:ext cx="8931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[Values] </a:t>
            </a:r>
            <a:r>
              <a:rPr b="0" lang="en-US" sz="1800" spc="-1" strike="noStrike">
                <a:solidFill>
                  <a:srgbClr val="0d0d0d"/>
                </a:solidFill>
                <a:latin typeface="Calibri"/>
                <a:ea typeface="Calibri"/>
              </a:rPr>
              <a:t>Checking body composition is important for several reasons, particularly in the context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" name=""/>
          <p:cNvSpPr txBox="1"/>
          <p:nvPr/>
        </p:nvSpPr>
        <p:spPr>
          <a:xfrm>
            <a:off x="878040" y="1532520"/>
            <a:ext cx="39373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d0d0d"/>
                </a:solidFill>
                <a:latin typeface="Calibri"/>
                <a:ea typeface="Calibri"/>
              </a:rPr>
              <a:t>of health, fitness, and medical diagnostics: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" name=""/>
          <p:cNvSpPr txBox="1"/>
          <p:nvPr/>
        </p:nvSpPr>
        <p:spPr>
          <a:xfrm>
            <a:off x="878040" y="2082960"/>
            <a:ext cx="18097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1.Health Assessment</a:t>
            </a:r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: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" name=""/>
          <p:cNvSpPr txBox="1"/>
          <p:nvPr/>
        </p:nvSpPr>
        <p:spPr>
          <a:xfrm>
            <a:off x="2783520" y="2082960"/>
            <a:ext cx="66866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Body composition analysis can provide a clearer picture of health than traditional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" name=""/>
          <p:cNvSpPr txBox="1"/>
          <p:nvPr/>
        </p:nvSpPr>
        <p:spPr>
          <a:xfrm>
            <a:off x="878040" y="2327040"/>
            <a:ext cx="14425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methods like BMI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" name=""/>
          <p:cNvSpPr txBox="1"/>
          <p:nvPr/>
        </p:nvSpPr>
        <p:spPr>
          <a:xfrm>
            <a:off x="2443680" y="2327040"/>
            <a:ext cx="15627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(Body Mass Index),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" name=""/>
          <p:cNvSpPr txBox="1"/>
          <p:nvPr/>
        </p:nvSpPr>
        <p:spPr>
          <a:xfrm>
            <a:off x="4133880" y="2327040"/>
            <a:ext cx="42678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which does not distinguish between muscle and fat.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" name=""/>
          <p:cNvSpPr txBox="1"/>
          <p:nvPr/>
        </p:nvSpPr>
        <p:spPr>
          <a:xfrm>
            <a:off x="8668800" y="2327040"/>
            <a:ext cx="10324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Knowing the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" name=""/>
          <p:cNvSpPr txBox="1"/>
          <p:nvPr/>
        </p:nvSpPr>
        <p:spPr>
          <a:xfrm>
            <a:off x="878040" y="2570760"/>
            <a:ext cx="9730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proportions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" name=""/>
          <p:cNvSpPr txBox="1"/>
          <p:nvPr/>
        </p:nvSpPr>
        <p:spPr>
          <a:xfrm>
            <a:off x="1962000" y="2570760"/>
            <a:ext cx="2023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of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" name=""/>
          <p:cNvSpPr txBox="1"/>
          <p:nvPr/>
        </p:nvSpPr>
        <p:spPr>
          <a:xfrm>
            <a:off x="2237760" y="2570760"/>
            <a:ext cx="2779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fat,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" name=""/>
          <p:cNvSpPr txBox="1"/>
          <p:nvPr/>
        </p:nvSpPr>
        <p:spPr>
          <a:xfrm>
            <a:off x="2617200" y="2570760"/>
            <a:ext cx="6318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muscle,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9" name=""/>
          <p:cNvSpPr txBox="1"/>
          <p:nvPr/>
        </p:nvSpPr>
        <p:spPr>
          <a:xfrm>
            <a:off x="3356640" y="2570760"/>
            <a:ext cx="22395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and bone in the body helps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0" name=""/>
          <p:cNvSpPr txBox="1"/>
          <p:nvPr/>
        </p:nvSpPr>
        <p:spPr>
          <a:xfrm>
            <a:off x="6013440" y="2570760"/>
            <a:ext cx="7351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to assess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1" name=""/>
          <p:cNvSpPr txBox="1"/>
          <p:nvPr/>
        </p:nvSpPr>
        <p:spPr>
          <a:xfrm>
            <a:off x="6920640" y="2570760"/>
            <a:ext cx="3679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risks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" name=""/>
          <p:cNvSpPr txBox="1"/>
          <p:nvPr/>
        </p:nvSpPr>
        <p:spPr>
          <a:xfrm>
            <a:off x="7392960" y="2570760"/>
            <a:ext cx="21481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associated with obesity or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" name=""/>
          <p:cNvSpPr txBox="1"/>
          <p:nvPr/>
        </p:nvSpPr>
        <p:spPr>
          <a:xfrm>
            <a:off x="878040" y="2814840"/>
            <a:ext cx="74379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underweight conditions such as cardiovascular diseases, diabetes, and other health issues.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" name=""/>
          <p:cNvSpPr txBox="1"/>
          <p:nvPr/>
        </p:nvSpPr>
        <p:spPr>
          <a:xfrm>
            <a:off x="878040" y="3058560"/>
            <a:ext cx="17928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2.Monitoring Fitness</a:t>
            </a:r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: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" name=""/>
          <p:cNvSpPr txBox="1"/>
          <p:nvPr/>
        </p:nvSpPr>
        <p:spPr>
          <a:xfrm>
            <a:off x="2850480" y="3058560"/>
            <a:ext cx="2703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For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" name=""/>
          <p:cNvSpPr txBox="1"/>
          <p:nvPr/>
        </p:nvSpPr>
        <p:spPr>
          <a:xfrm>
            <a:off x="3231720" y="3058560"/>
            <a:ext cx="19954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those engaged in fitness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" name=""/>
          <p:cNvSpPr txBox="1"/>
          <p:nvPr/>
        </p:nvSpPr>
        <p:spPr>
          <a:xfrm>
            <a:off x="5537880" y="3058560"/>
            <a:ext cx="2023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or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" name=""/>
          <p:cNvSpPr txBox="1"/>
          <p:nvPr/>
        </p:nvSpPr>
        <p:spPr>
          <a:xfrm>
            <a:off x="5827680" y="3058560"/>
            <a:ext cx="6181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athletic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" name=""/>
          <p:cNvSpPr txBox="1"/>
          <p:nvPr/>
        </p:nvSpPr>
        <p:spPr>
          <a:xfrm>
            <a:off x="6557400" y="3058560"/>
            <a:ext cx="8388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programs,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" name=""/>
          <p:cNvSpPr txBox="1"/>
          <p:nvPr/>
        </p:nvSpPr>
        <p:spPr>
          <a:xfrm>
            <a:off x="7502760" y="3058560"/>
            <a:ext cx="13784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tracking changes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" name=""/>
          <p:cNvSpPr txBox="1"/>
          <p:nvPr/>
        </p:nvSpPr>
        <p:spPr>
          <a:xfrm>
            <a:off x="9054360" y="3058560"/>
            <a:ext cx="6102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in body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" name=""/>
          <p:cNvSpPr txBox="1"/>
          <p:nvPr/>
        </p:nvSpPr>
        <p:spPr>
          <a:xfrm>
            <a:off x="878040" y="3302280"/>
            <a:ext cx="88063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composition can be more informative than just monitoring weight. It helps in assessing the effectiveness of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" name=""/>
          <p:cNvSpPr txBox="1"/>
          <p:nvPr/>
        </p:nvSpPr>
        <p:spPr>
          <a:xfrm>
            <a:off x="878040" y="3546000"/>
            <a:ext cx="85932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exercise regimes and nutritional plans by showing changes in muscle mass and body fat levels over time.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" name=""/>
          <p:cNvSpPr txBox="1"/>
          <p:nvPr/>
        </p:nvSpPr>
        <p:spPr>
          <a:xfrm>
            <a:off x="878040" y="3790440"/>
            <a:ext cx="88444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3.Tailored Health Recommendations</a:t>
            </a:r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: With detailed knowledge of a person’s body composition, healthcare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" name=""/>
          <p:cNvSpPr txBox="1"/>
          <p:nvPr/>
        </p:nvSpPr>
        <p:spPr>
          <a:xfrm>
            <a:off x="878040" y="4034520"/>
            <a:ext cx="59414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providers can offer more personalized recommendations regarding diet,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" name=""/>
          <p:cNvSpPr txBox="1"/>
          <p:nvPr/>
        </p:nvSpPr>
        <p:spPr>
          <a:xfrm>
            <a:off x="7068240" y="4034520"/>
            <a:ext cx="7232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exercise,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" name=""/>
          <p:cNvSpPr txBox="1"/>
          <p:nvPr/>
        </p:nvSpPr>
        <p:spPr>
          <a:xfrm>
            <a:off x="7856280" y="4034520"/>
            <a:ext cx="17928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and lifestyle based on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" name=""/>
          <p:cNvSpPr txBox="1"/>
          <p:nvPr/>
        </p:nvSpPr>
        <p:spPr>
          <a:xfrm>
            <a:off x="878040" y="4278240"/>
            <a:ext cx="26006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specific health needs and goals.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" name=""/>
          <p:cNvSpPr txBox="1"/>
          <p:nvPr/>
        </p:nvSpPr>
        <p:spPr>
          <a:xfrm>
            <a:off x="878040" y="4521960"/>
            <a:ext cx="22820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4.Disease Risk Assessment</a:t>
            </a:r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: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" name=""/>
          <p:cNvSpPr txBox="1"/>
          <p:nvPr/>
        </p:nvSpPr>
        <p:spPr>
          <a:xfrm>
            <a:off x="3327840" y="4521960"/>
            <a:ext cx="15523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Excessive body fat,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" name=""/>
          <p:cNvSpPr txBox="1"/>
          <p:nvPr/>
        </p:nvSpPr>
        <p:spPr>
          <a:xfrm>
            <a:off x="5039640" y="4521960"/>
            <a:ext cx="14652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especially visceral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2" name=""/>
          <p:cNvSpPr txBox="1"/>
          <p:nvPr/>
        </p:nvSpPr>
        <p:spPr>
          <a:xfrm>
            <a:off x="6630840" y="4521960"/>
            <a:ext cx="21085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fat around the abdominal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3" name=""/>
          <p:cNvSpPr txBox="1"/>
          <p:nvPr/>
        </p:nvSpPr>
        <p:spPr>
          <a:xfrm>
            <a:off x="8943120" y="4521960"/>
            <a:ext cx="5767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region,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4" name=""/>
          <p:cNvSpPr txBox="1"/>
          <p:nvPr/>
        </p:nvSpPr>
        <p:spPr>
          <a:xfrm>
            <a:off x="9604440" y="4521960"/>
            <a:ext cx="2023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is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" name=""/>
          <p:cNvSpPr txBox="1"/>
          <p:nvPr/>
        </p:nvSpPr>
        <p:spPr>
          <a:xfrm>
            <a:off x="878040" y="4766040"/>
            <a:ext cx="33505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linked to higher risks of various diseases,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" name=""/>
          <p:cNvSpPr txBox="1"/>
          <p:nvPr/>
        </p:nvSpPr>
        <p:spPr>
          <a:xfrm>
            <a:off x="4493520" y="4766040"/>
            <a:ext cx="21099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including type 2 diabetes,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" name=""/>
          <p:cNvSpPr txBox="1"/>
          <p:nvPr/>
        </p:nvSpPr>
        <p:spPr>
          <a:xfrm>
            <a:off x="6775560" y="4766040"/>
            <a:ext cx="11408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hypertension,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" name=""/>
          <p:cNvSpPr txBox="1"/>
          <p:nvPr/>
        </p:nvSpPr>
        <p:spPr>
          <a:xfrm>
            <a:off x="7993440" y="4766040"/>
            <a:ext cx="16376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and certain types of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" name=""/>
          <p:cNvSpPr txBox="1"/>
          <p:nvPr/>
        </p:nvSpPr>
        <p:spPr>
          <a:xfrm>
            <a:off x="878040" y="5009400"/>
            <a:ext cx="84042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cancer. Regular monitoring of body composition can help in early detection and prevention strategies.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" name=""/>
          <p:cNvSpPr txBox="1"/>
          <p:nvPr/>
        </p:nvSpPr>
        <p:spPr>
          <a:xfrm>
            <a:off x="878040" y="5253840"/>
            <a:ext cx="87652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5.Aging and Sarcopenia</a:t>
            </a:r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: As people age, they naturally lose muscle mass, a condition known as sarcopenia.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" name=""/>
          <p:cNvSpPr txBox="1"/>
          <p:nvPr/>
        </p:nvSpPr>
        <p:spPr>
          <a:xfrm>
            <a:off x="878040" y="5497560"/>
            <a:ext cx="84528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Regular checks can help in early identification and management through appropriate interventions like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" name=""/>
          <p:cNvSpPr txBox="1"/>
          <p:nvPr/>
        </p:nvSpPr>
        <p:spPr>
          <a:xfrm>
            <a:off x="878040" y="5741640"/>
            <a:ext cx="40287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resistance training and protein supplementation.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" name=""/>
          <p:cNvSpPr txBox="1"/>
          <p:nvPr/>
        </p:nvSpPr>
        <p:spPr>
          <a:xfrm>
            <a:off x="878040" y="5985360"/>
            <a:ext cx="86878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6.Weight Management</a:t>
            </a:r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: For individuals trying to lose weight or maintain weight loss, understanding body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" name=""/>
          <p:cNvSpPr txBox="1"/>
          <p:nvPr/>
        </p:nvSpPr>
        <p:spPr>
          <a:xfrm>
            <a:off x="878040" y="6228720"/>
            <a:ext cx="34113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composition changes can be motivational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" name=""/>
          <p:cNvSpPr txBox="1"/>
          <p:nvPr/>
        </p:nvSpPr>
        <p:spPr>
          <a:xfrm>
            <a:off x="4429800" y="6228720"/>
            <a:ext cx="51472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and informative, guiding them to adjust their diet and exercise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" name=""/>
          <p:cNvSpPr txBox="1"/>
          <p:nvPr/>
        </p:nvSpPr>
        <p:spPr>
          <a:xfrm>
            <a:off x="878040" y="6473160"/>
            <a:ext cx="19224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d0d0d"/>
                </a:solidFill>
                <a:latin typeface="Calibri"/>
                <a:ea typeface="Calibri"/>
              </a:rPr>
              <a:t>plans for better results.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80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381" name=""/>
          <p:cNvSpPr/>
          <p:nvPr/>
        </p:nvSpPr>
        <p:spPr>
          <a:xfrm>
            <a:off x="2601360" y="2901600"/>
            <a:ext cx="4703400" cy="370440"/>
          </a:xfrm>
          <a:custGeom>
            <a:avLst/>
            <a:gdLst/>
            <a:ahLst/>
            <a:rect l="0" t="0" r="r" b="b"/>
            <a:pathLst>
              <a:path w="13065" h="1029">
                <a:moveTo>
                  <a:pt x="0" y="1029"/>
                </a:moveTo>
                <a:lnTo>
                  <a:pt x="13065" y="1029"/>
                </a:lnTo>
                <a:lnTo>
                  <a:pt x="13065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82" name=""/>
          <p:cNvSpPr txBox="1"/>
          <p:nvPr/>
        </p:nvSpPr>
        <p:spPr>
          <a:xfrm>
            <a:off x="2290680" y="2271960"/>
            <a:ext cx="686340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Malgun Gothic"/>
                <a:ea typeface="Malgun Gothic"/>
              </a:rPr>
              <a:t>Body Composition Analysis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" name=""/>
          <p:cNvSpPr txBox="1"/>
          <p:nvPr/>
        </p:nvSpPr>
        <p:spPr>
          <a:xfrm>
            <a:off x="3064680" y="2951280"/>
            <a:ext cx="40363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Open Sans"/>
                <a:ea typeface="Open Sans"/>
              </a:rPr>
              <a:t>Various body composition methods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8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8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89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90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91" name="" descr=""/>
          <p:cNvPicPr/>
          <p:nvPr/>
        </p:nvPicPr>
        <p:blipFill>
          <a:blip r:embed="rId2"/>
          <a:stretch/>
        </p:blipFill>
        <p:spPr>
          <a:xfrm>
            <a:off x="1207080" y="1265040"/>
            <a:ext cx="2398320" cy="1892520"/>
          </a:xfrm>
          <a:prstGeom prst="rect">
            <a:avLst/>
          </a:prstGeom>
          <a:ln w="0">
            <a:noFill/>
          </a:ln>
        </p:spPr>
      </p:pic>
      <p:pic>
        <p:nvPicPr>
          <p:cNvPr id="392" name="" descr=""/>
          <p:cNvPicPr/>
          <p:nvPr/>
        </p:nvPicPr>
        <p:blipFill>
          <a:blip r:embed="rId3"/>
          <a:stretch/>
        </p:blipFill>
        <p:spPr>
          <a:xfrm>
            <a:off x="3785760" y="1265040"/>
            <a:ext cx="2334240" cy="1892520"/>
          </a:xfrm>
          <a:prstGeom prst="rect">
            <a:avLst/>
          </a:prstGeom>
          <a:ln w="0">
            <a:noFill/>
          </a:ln>
        </p:spPr>
      </p:pic>
      <p:pic>
        <p:nvPicPr>
          <p:cNvPr id="393" name="" descr=""/>
          <p:cNvPicPr/>
          <p:nvPr/>
        </p:nvPicPr>
        <p:blipFill>
          <a:blip r:embed="rId4"/>
          <a:stretch/>
        </p:blipFill>
        <p:spPr>
          <a:xfrm>
            <a:off x="6300360" y="1255680"/>
            <a:ext cx="2177280" cy="1901520"/>
          </a:xfrm>
          <a:prstGeom prst="rect">
            <a:avLst/>
          </a:prstGeom>
          <a:ln w="0">
            <a:noFill/>
          </a:ln>
        </p:spPr>
      </p:pic>
      <p:sp>
        <p:nvSpPr>
          <p:cNvPr id="394" name=""/>
          <p:cNvSpPr txBox="1"/>
          <p:nvPr/>
        </p:nvSpPr>
        <p:spPr>
          <a:xfrm>
            <a:off x="585720" y="855360"/>
            <a:ext cx="2396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[Skin Fold Measurement]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" name=""/>
          <p:cNvSpPr txBox="1"/>
          <p:nvPr/>
        </p:nvSpPr>
        <p:spPr>
          <a:xfrm>
            <a:off x="585720" y="3120480"/>
            <a:ext cx="38088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O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" name=""/>
          <p:cNvSpPr txBox="1"/>
          <p:nvPr/>
        </p:nvSpPr>
        <p:spPr>
          <a:xfrm>
            <a:off x="843480" y="3338640"/>
            <a:ext cx="82990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ne of the anthropometric methods used for measuring body fat is the skinfold test. It is also known as pinch test. As the name implies,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" name=""/>
          <p:cNvSpPr txBox="1"/>
          <p:nvPr/>
        </p:nvSpPr>
        <p:spPr>
          <a:xfrm>
            <a:off x="585720" y="3624840"/>
            <a:ext cx="85716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this method involves pinching the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subcutaneous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fat layer with fingers and measuring the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thickness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using a caliper. Using the principle that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" name=""/>
          <p:cNvSpPr txBox="1"/>
          <p:nvPr/>
        </p:nvSpPr>
        <p:spPr>
          <a:xfrm>
            <a:off x="585720" y="3832560"/>
            <a:ext cx="8733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approximately 50% of all body fat is stored as subcutaneous fat, the subcutaneous fat layer of triceps, abdominal, thigh, etc. is pinched at the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" name=""/>
          <p:cNvSpPr txBox="1"/>
          <p:nvPr/>
        </p:nvSpPr>
        <p:spPr>
          <a:xfrm>
            <a:off x="585720" y="4041360"/>
            <a:ext cx="86234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epidermal layer and the thickness is measured using a caliper, readings of which is substituted into a set formula for calculation of body fat.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" name=""/>
          <p:cNvSpPr txBox="1"/>
          <p:nvPr/>
        </p:nvSpPr>
        <p:spPr>
          <a:xfrm>
            <a:off x="585720" y="4250160"/>
            <a:ext cx="86587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The subcutaneous fat layer thickness is substituted to the Jackson-Pollock formula for calculating body density and substituted to the Siri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" name=""/>
          <p:cNvSpPr txBox="1"/>
          <p:nvPr/>
        </p:nvSpPr>
        <p:spPr>
          <a:xfrm>
            <a:off x="585720" y="4458960"/>
            <a:ext cx="3220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or Brozek formula for calculating Percent Body Fat.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" name=""/>
          <p:cNvSpPr txBox="1"/>
          <p:nvPr/>
        </p:nvSpPr>
        <p:spPr>
          <a:xfrm>
            <a:off x="621000" y="4875120"/>
            <a:ext cx="4338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1) Percent Body Fat by Brozek formula (%) = (457 - body density) - 414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" name=""/>
          <p:cNvSpPr txBox="1"/>
          <p:nvPr/>
        </p:nvSpPr>
        <p:spPr>
          <a:xfrm>
            <a:off x="621000" y="5083920"/>
            <a:ext cx="4531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2) Percent Body Fat by Siri formula (%) = (4.95 / body density - 4.50) x100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" name=""/>
          <p:cNvSpPr txBox="1"/>
          <p:nvPr/>
        </p:nvSpPr>
        <p:spPr>
          <a:xfrm>
            <a:off x="585720" y="5501520"/>
            <a:ext cx="8752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Advantages are the calipers easily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portable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, and measurement is simple and inexpensive. However, this method involves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estimating the total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" name=""/>
          <p:cNvSpPr txBox="1"/>
          <p:nvPr/>
        </p:nvSpPr>
        <p:spPr>
          <a:xfrm>
            <a:off x="585720" y="5710320"/>
            <a:ext cx="8631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Percent Body Fat based on subcutaneous fat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. Although a large portion of body fat is found as subcutaneous fat, the measurement may not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" name=""/>
          <p:cNvSpPr txBox="1"/>
          <p:nvPr/>
        </p:nvSpPr>
        <p:spPr>
          <a:xfrm>
            <a:off x="585720" y="5917680"/>
            <a:ext cx="35395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be accurate for people whose body fat distributions vary.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" name=""/>
          <p:cNvSpPr txBox="1"/>
          <p:nvPr/>
        </p:nvSpPr>
        <p:spPr>
          <a:xfrm>
            <a:off x="4269960" y="5917680"/>
            <a:ext cx="3009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Also,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" name=""/>
          <p:cNvSpPr txBox="1"/>
          <p:nvPr/>
        </p:nvSpPr>
        <p:spPr>
          <a:xfrm>
            <a:off x="4619160" y="5917680"/>
            <a:ext cx="4540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measurement is difficult if the subcutaneous fat layer thickness is 5 cm or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" name=""/>
          <p:cNvSpPr txBox="1"/>
          <p:nvPr/>
        </p:nvSpPr>
        <p:spPr>
          <a:xfrm>
            <a:off x="585720" y="6126480"/>
            <a:ext cx="86616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more and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reproducibility of the result varies greatly depending on the skills of the measurer.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For the elderly, accurate measurement is not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" name=""/>
          <p:cNvSpPr txBox="1"/>
          <p:nvPr/>
        </p:nvSpPr>
        <p:spPr>
          <a:xfrm>
            <a:off x="585720" y="6335640"/>
            <a:ext cx="84924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possible due to the aging and slacking of the skin. Different references are used for ethnicity, gender and age. Scholars also differ on their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" name=""/>
          <p:cNvSpPr txBox="1"/>
          <p:nvPr/>
        </p:nvSpPr>
        <p:spPr>
          <a:xfrm>
            <a:off x="585720" y="6544440"/>
            <a:ext cx="1331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views of this method.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15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16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417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418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" name=""/>
          <p:cNvSpPr txBox="1"/>
          <p:nvPr/>
        </p:nvSpPr>
        <p:spPr>
          <a:xfrm>
            <a:off x="1316520" y="3834360"/>
            <a:ext cx="38088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A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" name=""/>
          <p:cNvSpPr txBox="1"/>
          <p:nvPr/>
        </p:nvSpPr>
        <p:spPr>
          <a:xfrm>
            <a:off x="1546920" y="4052160"/>
            <a:ext cx="633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" name=""/>
          <p:cNvSpPr txBox="1"/>
          <p:nvPr/>
        </p:nvSpPr>
        <p:spPr>
          <a:xfrm>
            <a:off x="2231280" y="4372560"/>
            <a:ext cx="3513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Quick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" name=""/>
          <p:cNvSpPr txBox="1"/>
          <p:nvPr/>
        </p:nvSpPr>
        <p:spPr>
          <a:xfrm>
            <a:off x="2231280" y="4631760"/>
            <a:ext cx="24253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Relatively inexpensive, widely available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" name=""/>
          <p:cNvSpPr txBox="1"/>
          <p:nvPr/>
        </p:nvSpPr>
        <p:spPr>
          <a:xfrm>
            <a:off x="1316520" y="496260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" name=""/>
          <p:cNvSpPr txBox="1"/>
          <p:nvPr/>
        </p:nvSpPr>
        <p:spPr>
          <a:xfrm>
            <a:off x="1557360" y="5180400"/>
            <a:ext cx="801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isadvantages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" name=""/>
          <p:cNvSpPr txBox="1"/>
          <p:nvPr/>
        </p:nvSpPr>
        <p:spPr>
          <a:xfrm>
            <a:off x="2231280" y="5500440"/>
            <a:ext cx="58377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Large predictive error means change should really be assessed based on raw measure changes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" name=""/>
          <p:cNvSpPr txBox="1"/>
          <p:nvPr/>
        </p:nvSpPr>
        <p:spPr>
          <a:xfrm>
            <a:off x="2231280" y="5759640"/>
            <a:ext cx="30776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Provides only body fat measure, no other outputs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" name=""/>
          <p:cNvSpPr txBox="1"/>
          <p:nvPr/>
        </p:nvSpPr>
        <p:spPr>
          <a:xfrm>
            <a:off x="2231280" y="6018840"/>
            <a:ext cx="43808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Requires professional experience and practice to increases consistency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" name=""/>
          <p:cNvSpPr txBox="1"/>
          <p:nvPr/>
        </p:nvSpPr>
        <p:spPr>
          <a:xfrm>
            <a:off x="2231280" y="6278040"/>
            <a:ext cx="19695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Repeated measures have errors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429" name="" descr=""/>
          <p:cNvPicPr/>
          <p:nvPr/>
        </p:nvPicPr>
        <p:blipFill>
          <a:blip r:embed="rId2"/>
          <a:stretch/>
        </p:blipFill>
        <p:spPr>
          <a:xfrm>
            <a:off x="864000" y="1488960"/>
            <a:ext cx="2735280" cy="2160720"/>
          </a:xfrm>
          <a:prstGeom prst="rect">
            <a:avLst/>
          </a:prstGeom>
          <a:ln w="0">
            <a:noFill/>
          </a:ln>
        </p:spPr>
      </p:pic>
      <p:pic>
        <p:nvPicPr>
          <p:cNvPr id="430" name="" descr=""/>
          <p:cNvPicPr/>
          <p:nvPr/>
        </p:nvPicPr>
        <p:blipFill>
          <a:blip r:embed="rId3"/>
          <a:stretch/>
        </p:blipFill>
        <p:spPr>
          <a:xfrm>
            <a:off x="3671280" y="1488960"/>
            <a:ext cx="2663640" cy="2160720"/>
          </a:xfrm>
          <a:prstGeom prst="rect">
            <a:avLst/>
          </a:prstGeom>
          <a:ln w="0">
            <a:noFill/>
          </a:ln>
        </p:spPr>
      </p:pic>
      <p:pic>
        <p:nvPicPr>
          <p:cNvPr id="431" name="" descr=""/>
          <p:cNvPicPr/>
          <p:nvPr/>
        </p:nvPicPr>
        <p:blipFill>
          <a:blip r:embed="rId4"/>
          <a:stretch/>
        </p:blipFill>
        <p:spPr>
          <a:xfrm>
            <a:off x="6408360" y="1478160"/>
            <a:ext cx="2482200" cy="2171520"/>
          </a:xfrm>
          <a:prstGeom prst="rect">
            <a:avLst/>
          </a:prstGeom>
          <a:ln w="0">
            <a:noFill/>
          </a:ln>
        </p:spPr>
      </p:pic>
      <p:sp>
        <p:nvSpPr>
          <p:cNvPr id="432" name=""/>
          <p:cNvSpPr txBox="1"/>
          <p:nvPr/>
        </p:nvSpPr>
        <p:spPr>
          <a:xfrm>
            <a:off x="2231280" y="6536880"/>
            <a:ext cx="2164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Not ideal for extremely lean/obese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" name=""/>
          <p:cNvSpPr txBox="1"/>
          <p:nvPr/>
        </p:nvSpPr>
        <p:spPr>
          <a:xfrm>
            <a:off x="711360" y="1006200"/>
            <a:ext cx="2396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[Skin Fold Measurement]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3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3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439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440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441" name="" descr=""/>
          <p:cNvPicPr/>
          <p:nvPr/>
        </p:nvPicPr>
        <p:blipFill>
          <a:blip r:embed="rId2"/>
          <a:stretch/>
        </p:blipFill>
        <p:spPr>
          <a:xfrm>
            <a:off x="1792080" y="1624680"/>
            <a:ext cx="2331360" cy="2437920"/>
          </a:xfrm>
          <a:prstGeom prst="rect">
            <a:avLst/>
          </a:prstGeom>
          <a:ln w="0">
            <a:noFill/>
          </a:ln>
        </p:spPr>
      </p:pic>
      <p:pic>
        <p:nvPicPr>
          <p:cNvPr id="442" name="" descr=""/>
          <p:cNvPicPr/>
          <p:nvPr/>
        </p:nvPicPr>
        <p:blipFill>
          <a:blip r:embed="rId3"/>
          <a:stretch/>
        </p:blipFill>
        <p:spPr>
          <a:xfrm>
            <a:off x="4733640" y="1811880"/>
            <a:ext cx="3040200" cy="2250720"/>
          </a:xfrm>
          <a:prstGeom prst="rect">
            <a:avLst/>
          </a:prstGeom>
          <a:ln w="0">
            <a:noFill/>
          </a:ln>
        </p:spPr>
      </p:pic>
      <p:sp>
        <p:nvSpPr>
          <p:cNvPr id="443" name=""/>
          <p:cNvSpPr txBox="1"/>
          <p:nvPr/>
        </p:nvSpPr>
        <p:spPr>
          <a:xfrm>
            <a:off x="646920" y="1006200"/>
            <a:ext cx="2247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[Underwater Weighing]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" name=""/>
          <p:cNvSpPr txBox="1"/>
          <p:nvPr/>
        </p:nvSpPr>
        <p:spPr>
          <a:xfrm>
            <a:off x="749880" y="410328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U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" name=""/>
          <p:cNvSpPr txBox="1"/>
          <p:nvPr/>
        </p:nvSpPr>
        <p:spPr>
          <a:xfrm>
            <a:off x="998280" y="4320720"/>
            <a:ext cx="80154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nder water weighing is a method that calculates the total body fat by density of the body. It was first invented by Behnke, in 1942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" name=""/>
          <p:cNvSpPr txBox="1"/>
          <p:nvPr/>
        </p:nvSpPr>
        <p:spPr>
          <a:xfrm>
            <a:off x="749880" y="4564800"/>
            <a:ext cx="1997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based on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Archimedes’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principle.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" name=""/>
          <p:cNvSpPr txBox="1"/>
          <p:nvPr/>
        </p:nvSpPr>
        <p:spPr>
          <a:xfrm>
            <a:off x="749880" y="4899960"/>
            <a:ext cx="81478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When an object is submerged in water, the difference between the mass of the object in the air and its mass in water is the object’s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8" name=""/>
          <p:cNvSpPr txBox="1"/>
          <p:nvPr/>
        </p:nvSpPr>
        <p:spPr>
          <a:xfrm>
            <a:off x="749880" y="5082840"/>
            <a:ext cx="473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volume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9" name=""/>
          <p:cNvSpPr/>
          <p:nvPr/>
        </p:nvSpPr>
        <p:spPr>
          <a:xfrm>
            <a:off x="4911480" y="5552640"/>
            <a:ext cx="1077840" cy="11160"/>
          </a:xfrm>
          <a:custGeom>
            <a:avLst/>
            <a:gdLst/>
            <a:ahLst/>
            <a:rect l="0" t="0" r="r" b="b"/>
            <a:pathLst>
              <a:path w="2994" h="31">
                <a:moveTo>
                  <a:pt x="0" y="31"/>
                </a:moveTo>
                <a:lnTo>
                  <a:pt x="2994" y="31"/>
                </a:lnTo>
                <a:lnTo>
                  <a:pt x="2994" y="0"/>
                </a:lnTo>
                <a:lnTo>
                  <a:pt x="0" y="0"/>
                </a:lnTo>
                <a:lnTo>
                  <a:pt x="0" y="3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" name=""/>
          <p:cNvSpPr txBox="1"/>
          <p:nvPr/>
        </p:nvSpPr>
        <p:spPr>
          <a:xfrm>
            <a:off x="3970440" y="5457600"/>
            <a:ext cx="942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Body density =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1" name=""/>
          <p:cNvSpPr txBox="1"/>
          <p:nvPr/>
        </p:nvSpPr>
        <p:spPr>
          <a:xfrm>
            <a:off x="5235480" y="5423400"/>
            <a:ext cx="270360" cy="11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0" spc="-1" strike="noStrike">
                <a:solidFill>
                  <a:srgbClr val="000000"/>
                </a:solidFill>
                <a:latin typeface="CambriaMath"/>
                <a:ea typeface="CambriaMath"/>
              </a:rPr>
              <a:t>𝑀𝑎𝑠𝑠</a:t>
            </a:r>
            <a:endParaRPr b="0" lang="en-US" sz="8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2" name=""/>
          <p:cNvSpPr txBox="1"/>
          <p:nvPr/>
        </p:nvSpPr>
        <p:spPr>
          <a:xfrm>
            <a:off x="5509800" y="5463720"/>
            <a:ext cx="1209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𝑎𝑖𝑟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3" name=""/>
          <p:cNvSpPr txBox="1"/>
          <p:nvPr/>
        </p:nvSpPr>
        <p:spPr>
          <a:xfrm>
            <a:off x="4912560" y="5589360"/>
            <a:ext cx="270360" cy="11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0" spc="-1" strike="noStrike">
                <a:solidFill>
                  <a:srgbClr val="000000"/>
                </a:solidFill>
                <a:latin typeface="CambriaMath"/>
                <a:ea typeface="CambriaMath"/>
              </a:rPr>
              <a:t>𝑀𝑎𝑠𝑠</a:t>
            </a:r>
            <a:endParaRPr b="0" lang="en-US" sz="8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4" name=""/>
          <p:cNvSpPr txBox="1"/>
          <p:nvPr/>
        </p:nvSpPr>
        <p:spPr>
          <a:xfrm>
            <a:off x="5186880" y="5629680"/>
            <a:ext cx="1209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𝑎𝑖𝑟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5" name=""/>
          <p:cNvSpPr txBox="1"/>
          <p:nvPr/>
        </p:nvSpPr>
        <p:spPr>
          <a:xfrm>
            <a:off x="5342400" y="5589360"/>
            <a:ext cx="357480" cy="11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0" spc="-1" strike="noStrike">
                <a:solidFill>
                  <a:srgbClr val="000000"/>
                </a:solidFill>
                <a:latin typeface="CambriaMath"/>
                <a:ea typeface="CambriaMath"/>
              </a:rPr>
              <a:t>−𝑀𝑎𝑠𝑠</a:t>
            </a:r>
            <a:endParaRPr b="0" lang="en-US" sz="8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" name=""/>
          <p:cNvSpPr txBox="1"/>
          <p:nvPr/>
        </p:nvSpPr>
        <p:spPr>
          <a:xfrm>
            <a:off x="5694120" y="5628240"/>
            <a:ext cx="2307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𝑤𝑎𝑡𝑒𝑟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" name=""/>
          <p:cNvSpPr txBox="1"/>
          <p:nvPr/>
        </p:nvSpPr>
        <p:spPr>
          <a:xfrm>
            <a:off x="749880" y="5854320"/>
            <a:ext cx="8446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Taking a two-compartment model, under water weighing assumes that the human body is divided into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fat-free mass and body fat mass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" name=""/>
          <p:cNvSpPr txBox="1"/>
          <p:nvPr/>
        </p:nvSpPr>
        <p:spPr>
          <a:xfrm>
            <a:off x="749880" y="6189480"/>
            <a:ext cx="84924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It uses Archimedes’ principle based on the fact that the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density of body fat (0.9g/cc) is lower than the density of fat-free mass (1.1g/cc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).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" name=""/>
          <p:cNvSpPr txBox="1"/>
          <p:nvPr/>
        </p:nvSpPr>
        <p:spPr>
          <a:xfrm>
            <a:off x="749880" y="6372360"/>
            <a:ext cx="8233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In other words, since the low-density body fat floats on water and the high-density muscle sinks into water,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the patient placed in the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" name=""/>
          <p:cNvSpPr txBox="1"/>
          <p:nvPr/>
        </p:nvSpPr>
        <p:spPr>
          <a:xfrm>
            <a:off x="749880" y="6555240"/>
            <a:ext cx="7491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water has low body density if he/she has high body fat ratio and has high body density if he/she has high muscle ratio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6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6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46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467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" name=""/>
          <p:cNvSpPr txBox="1"/>
          <p:nvPr/>
        </p:nvSpPr>
        <p:spPr>
          <a:xfrm>
            <a:off x="569520" y="878760"/>
            <a:ext cx="2247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[Underwater Weighing]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" name=""/>
          <p:cNvSpPr txBox="1"/>
          <p:nvPr/>
        </p:nvSpPr>
        <p:spPr>
          <a:xfrm>
            <a:off x="937080" y="3117960"/>
            <a:ext cx="38088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U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" name=""/>
          <p:cNvSpPr txBox="1"/>
          <p:nvPr/>
        </p:nvSpPr>
        <p:spPr>
          <a:xfrm>
            <a:off x="1185480" y="3335760"/>
            <a:ext cx="78631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nder water weighing may be distorted by the air in the lungs (residual volume, RV) and gastrointestinal (GV) tract as well as the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" name=""/>
          <p:cNvSpPr txBox="1"/>
          <p:nvPr/>
        </p:nvSpPr>
        <p:spPr>
          <a:xfrm>
            <a:off x="937080" y="3579840"/>
            <a:ext cx="1628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temperature of the water,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" name=""/>
          <p:cNvSpPr txBox="1"/>
          <p:nvPr/>
        </p:nvSpPr>
        <p:spPr>
          <a:xfrm>
            <a:off x="2671560" y="3579840"/>
            <a:ext cx="25884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which impacts the density of the water (D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" name=""/>
          <p:cNvSpPr txBox="1"/>
          <p:nvPr/>
        </p:nvSpPr>
        <p:spPr>
          <a:xfrm>
            <a:off x="5427360" y="3664440"/>
            <a:ext cx="24300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water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" name=""/>
          <p:cNvSpPr txBox="1"/>
          <p:nvPr/>
        </p:nvSpPr>
        <p:spPr>
          <a:xfrm>
            <a:off x="5663520" y="35798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).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" name=""/>
          <p:cNvSpPr txBox="1"/>
          <p:nvPr/>
        </p:nvSpPr>
        <p:spPr>
          <a:xfrm>
            <a:off x="5806800" y="3579840"/>
            <a:ext cx="28627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In order to increase the accuracy of measures,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6" name=""/>
          <p:cNvSpPr txBox="1"/>
          <p:nvPr/>
        </p:nvSpPr>
        <p:spPr>
          <a:xfrm>
            <a:off x="8893440" y="3579840"/>
            <a:ext cx="160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air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7" name=""/>
          <p:cNvSpPr txBox="1"/>
          <p:nvPr/>
        </p:nvSpPr>
        <p:spPr>
          <a:xfrm>
            <a:off x="937080" y="3762720"/>
            <a:ext cx="39434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volume of the lungs and water temperature must be measured.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" name=""/>
          <p:cNvSpPr/>
          <p:nvPr/>
        </p:nvSpPr>
        <p:spPr>
          <a:xfrm>
            <a:off x="4686840" y="4232880"/>
            <a:ext cx="1553400" cy="11160"/>
          </a:xfrm>
          <a:custGeom>
            <a:avLst/>
            <a:gdLst/>
            <a:ahLst/>
            <a:rect l="0" t="0" r="r" b="b"/>
            <a:pathLst>
              <a:path w="4315" h="31">
                <a:moveTo>
                  <a:pt x="0" y="31"/>
                </a:moveTo>
                <a:lnTo>
                  <a:pt x="4315" y="31"/>
                </a:lnTo>
                <a:lnTo>
                  <a:pt x="4315" y="0"/>
                </a:lnTo>
                <a:lnTo>
                  <a:pt x="0" y="0"/>
                </a:lnTo>
                <a:lnTo>
                  <a:pt x="0" y="3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9" name=""/>
          <p:cNvSpPr txBox="1"/>
          <p:nvPr/>
        </p:nvSpPr>
        <p:spPr>
          <a:xfrm>
            <a:off x="3746160" y="4137480"/>
            <a:ext cx="942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Body density =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" name=""/>
          <p:cNvSpPr txBox="1"/>
          <p:nvPr/>
        </p:nvSpPr>
        <p:spPr>
          <a:xfrm>
            <a:off x="5248800" y="4103280"/>
            <a:ext cx="270360" cy="11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0" spc="-1" strike="noStrike">
                <a:solidFill>
                  <a:srgbClr val="000000"/>
                </a:solidFill>
                <a:latin typeface="CambriaMath"/>
                <a:ea typeface="CambriaMath"/>
              </a:rPr>
              <a:t>𝑀𝑎𝑠𝑠</a:t>
            </a:r>
            <a:endParaRPr b="0" lang="en-US" sz="8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" name=""/>
          <p:cNvSpPr/>
          <p:nvPr/>
        </p:nvSpPr>
        <p:spPr>
          <a:xfrm>
            <a:off x="4686840" y="4351680"/>
            <a:ext cx="1000440" cy="7920"/>
          </a:xfrm>
          <a:custGeom>
            <a:avLst/>
            <a:gdLst/>
            <a:ahLst/>
            <a:rect l="0" t="0" r="r" b="b"/>
            <a:pathLst>
              <a:path w="2779" h="22">
                <a:moveTo>
                  <a:pt x="0" y="22"/>
                </a:moveTo>
                <a:lnTo>
                  <a:pt x="2779" y="22"/>
                </a:lnTo>
                <a:lnTo>
                  <a:pt x="2779" y="0"/>
                </a:lnTo>
                <a:lnTo>
                  <a:pt x="0" y="0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82" name=""/>
          <p:cNvSpPr txBox="1"/>
          <p:nvPr/>
        </p:nvSpPr>
        <p:spPr>
          <a:xfrm>
            <a:off x="5523120" y="4143600"/>
            <a:ext cx="1209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𝑎𝑖𝑟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" name=""/>
          <p:cNvSpPr txBox="1"/>
          <p:nvPr/>
        </p:nvSpPr>
        <p:spPr>
          <a:xfrm>
            <a:off x="4687920" y="4239360"/>
            <a:ext cx="223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𝑀𝑎𝑠𝑠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" name=""/>
          <p:cNvSpPr txBox="1"/>
          <p:nvPr/>
        </p:nvSpPr>
        <p:spPr>
          <a:xfrm>
            <a:off x="4932000" y="4271400"/>
            <a:ext cx="1209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𝑎𝑖𝑟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" name=""/>
          <p:cNvSpPr txBox="1"/>
          <p:nvPr/>
        </p:nvSpPr>
        <p:spPr>
          <a:xfrm>
            <a:off x="5084280" y="4239360"/>
            <a:ext cx="2934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−𝑀𝑎𝑠𝑠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" name=""/>
          <p:cNvSpPr txBox="1"/>
          <p:nvPr/>
        </p:nvSpPr>
        <p:spPr>
          <a:xfrm>
            <a:off x="5395320" y="4263840"/>
            <a:ext cx="2307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𝑤𝑎𝑡𝑒𝑟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" name=""/>
          <p:cNvSpPr txBox="1"/>
          <p:nvPr/>
        </p:nvSpPr>
        <p:spPr>
          <a:xfrm>
            <a:off x="5005080" y="4372200"/>
            <a:ext cx="9108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𝐷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" name=""/>
          <p:cNvSpPr txBox="1"/>
          <p:nvPr/>
        </p:nvSpPr>
        <p:spPr>
          <a:xfrm>
            <a:off x="5078160" y="4396320"/>
            <a:ext cx="2307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20" spc="-1" strike="noStrike">
                <a:solidFill>
                  <a:srgbClr val="000000"/>
                </a:solidFill>
                <a:latin typeface="CambriaMath"/>
                <a:ea typeface="CambriaMath"/>
              </a:rPr>
              <a:t>𝑤𝑎𝑡𝑒𝑟</a:t>
            </a:r>
            <a:endParaRPr b="0" lang="en-US" sz="7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" name=""/>
          <p:cNvSpPr txBox="1"/>
          <p:nvPr/>
        </p:nvSpPr>
        <p:spPr>
          <a:xfrm>
            <a:off x="5688000" y="4299840"/>
            <a:ext cx="560160" cy="11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0" spc="-1" strike="noStrike">
                <a:solidFill>
                  <a:srgbClr val="000000"/>
                </a:solidFill>
                <a:latin typeface="CambriaMath"/>
                <a:ea typeface="CambriaMath"/>
              </a:rPr>
              <a:t>−</a:t>
            </a:r>
            <a:r>
              <a:rPr b="0" lang="en-US" sz="880" spc="-1" strike="noStrike">
                <a:solidFill>
                  <a:srgbClr val="000000"/>
                </a:solidFill>
                <a:latin typeface="CambriaMath"/>
                <a:ea typeface="CambriaMath"/>
              </a:rPr>
              <a:t>(𝑅𝑉+𝐺𝑉)</a:t>
            </a:r>
            <a:endParaRPr b="0" lang="en-US" sz="8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" name=""/>
          <p:cNvSpPr txBox="1"/>
          <p:nvPr/>
        </p:nvSpPr>
        <p:spPr>
          <a:xfrm>
            <a:off x="937080" y="4619160"/>
            <a:ext cx="2375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Converting body density into body fat: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" name=""/>
          <p:cNvSpPr txBox="1"/>
          <p:nvPr/>
        </p:nvSpPr>
        <p:spPr>
          <a:xfrm>
            <a:off x="937080" y="5960520"/>
            <a:ext cx="8065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Under water weighing is regarded as the 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gold standard (not criterion measure) 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for body composition measurement as it is one of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" name=""/>
          <p:cNvSpPr txBox="1"/>
          <p:nvPr/>
        </p:nvSpPr>
        <p:spPr>
          <a:xfrm>
            <a:off x="937080" y="6143760"/>
            <a:ext cx="80046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the only body composition technologies that have been compared directly to cadaver analysis (on 3 normal BF, Caucasian males).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493" name="" descr=""/>
          <p:cNvPicPr/>
          <p:nvPr/>
        </p:nvPicPr>
        <p:blipFill>
          <a:blip r:embed="rId2"/>
          <a:stretch/>
        </p:blipFill>
        <p:spPr>
          <a:xfrm>
            <a:off x="3589200" y="4655880"/>
            <a:ext cx="2809800" cy="1252440"/>
          </a:xfrm>
          <a:prstGeom prst="rect">
            <a:avLst/>
          </a:prstGeom>
          <a:ln w="0">
            <a:noFill/>
          </a:ln>
        </p:spPr>
      </p:pic>
      <p:pic>
        <p:nvPicPr>
          <p:cNvPr id="494" name="" descr=""/>
          <p:cNvPicPr/>
          <p:nvPr/>
        </p:nvPicPr>
        <p:blipFill>
          <a:blip r:embed="rId3"/>
          <a:stretch/>
        </p:blipFill>
        <p:spPr>
          <a:xfrm>
            <a:off x="2447640" y="1263240"/>
            <a:ext cx="1871280" cy="1954800"/>
          </a:xfrm>
          <a:prstGeom prst="rect">
            <a:avLst/>
          </a:prstGeom>
          <a:ln w="0">
            <a:noFill/>
          </a:ln>
        </p:spPr>
      </p:pic>
      <p:pic>
        <p:nvPicPr>
          <p:cNvPr id="495" name="" descr=""/>
          <p:cNvPicPr/>
          <p:nvPr/>
        </p:nvPicPr>
        <p:blipFill>
          <a:blip r:embed="rId4"/>
          <a:stretch/>
        </p:blipFill>
        <p:spPr>
          <a:xfrm>
            <a:off x="4902840" y="1414440"/>
            <a:ext cx="2437920" cy="1803960"/>
          </a:xfrm>
          <a:prstGeom prst="rect">
            <a:avLst/>
          </a:prstGeom>
          <a:ln w="0">
            <a:noFill/>
          </a:ln>
        </p:spPr>
      </p:pic>
      <p:sp>
        <p:nvSpPr>
          <p:cNvPr id="496" name=""/>
          <p:cNvSpPr txBox="1"/>
          <p:nvPr/>
        </p:nvSpPr>
        <p:spPr>
          <a:xfrm>
            <a:off x="937080" y="6479280"/>
            <a:ext cx="80384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Despite the large potential for error, the test is very 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reliable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for showing change (even if accurate BF change cannot be measured)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0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0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502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503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" name=""/>
          <p:cNvSpPr txBox="1"/>
          <p:nvPr/>
        </p:nvSpPr>
        <p:spPr>
          <a:xfrm>
            <a:off x="1691280" y="410328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A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" name=""/>
          <p:cNvSpPr txBox="1"/>
          <p:nvPr/>
        </p:nvSpPr>
        <p:spPr>
          <a:xfrm>
            <a:off x="1921680" y="4320720"/>
            <a:ext cx="633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" name=""/>
          <p:cNvSpPr txBox="1"/>
          <p:nvPr/>
        </p:nvSpPr>
        <p:spPr>
          <a:xfrm>
            <a:off x="2605680" y="4640760"/>
            <a:ext cx="4859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Considered by many researchers as a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gold standard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for body fat quantification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" name=""/>
          <p:cNvSpPr txBox="1"/>
          <p:nvPr/>
        </p:nvSpPr>
        <p:spPr>
          <a:xfrm>
            <a:off x="1691280" y="489564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" name=""/>
          <p:cNvSpPr txBox="1"/>
          <p:nvPr/>
        </p:nvSpPr>
        <p:spPr>
          <a:xfrm>
            <a:off x="1932120" y="5113440"/>
            <a:ext cx="801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isadvantages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" name=""/>
          <p:cNvSpPr txBox="1"/>
          <p:nvPr/>
        </p:nvSpPr>
        <p:spPr>
          <a:xfrm>
            <a:off x="2605680" y="5357160"/>
            <a:ext cx="1117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Only provides PBF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" name=""/>
          <p:cNvSpPr txBox="1"/>
          <p:nvPr/>
        </p:nvSpPr>
        <p:spPr>
          <a:xfrm>
            <a:off x="2605680" y="5540040"/>
            <a:ext cx="2254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Requires large equipment and space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" name=""/>
          <p:cNvSpPr txBox="1"/>
          <p:nvPr/>
        </p:nvSpPr>
        <p:spPr>
          <a:xfrm>
            <a:off x="2605680" y="5723280"/>
            <a:ext cx="49705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Comfort level of participants (submerged in water, expending all gas from lungs)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" name=""/>
          <p:cNvSpPr txBox="1"/>
          <p:nvPr/>
        </p:nvSpPr>
        <p:spPr>
          <a:xfrm>
            <a:off x="2605680" y="5906160"/>
            <a:ext cx="38228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Requires professional experience and practice to conduct test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" name=""/>
          <p:cNvSpPr txBox="1"/>
          <p:nvPr/>
        </p:nvSpPr>
        <p:spPr>
          <a:xfrm>
            <a:off x="2605680" y="6089040"/>
            <a:ext cx="3573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Generally only performed at University research locations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" name=""/>
          <p:cNvSpPr txBox="1"/>
          <p:nvPr/>
        </p:nvSpPr>
        <p:spPr>
          <a:xfrm>
            <a:off x="2605680" y="6271920"/>
            <a:ext cx="4437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Cost may be too high for equipment, simple body fat testing ($40-$100)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" name=""/>
          <p:cNvSpPr txBox="1"/>
          <p:nvPr/>
        </p:nvSpPr>
        <p:spPr>
          <a:xfrm>
            <a:off x="2605680" y="6454800"/>
            <a:ext cx="3396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Water temperature and cleanliness must be controlled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516" name="" descr=""/>
          <p:cNvPicPr/>
          <p:nvPr/>
        </p:nvPicPr>
        <p:blipFill>
          <a:blip r:embed="rId2"/>
          <a:stretch/>
        </p:blipFill>
        <p:spPr>
          <a:xfrm>
            <a:off x="1973520" y="1624680"/>
            <a:ext cx="2331360" cy="2437920"/>
          </a:xfrm>
          <a:prstGeom prst="rect">
            <a:avLst/>
          </a:prstGeom>
          <a:ln w="0">
            <a:noFill/>
          </a:ln>
        </p:spPr>
      </p:pic>
      <p:pic>
        <p:nvPicPr>
          <p:cNvPr id="517" name="" descr=""/>
          <p:cNvPicPr/>
          <p:nvPr/>
        </p:nvPicPr>
        <p:blipFill>
          <a:blip r:embed="rId3"/>
          <a:stretch/>
        </p:blipFill>
        <p:spPr>
          <a:xfrm>
            <a:off x="4915080" y="1811880"/>
            <a:ext cx="3040200" cy="2250720"/>
          </a:xfrm>
          <a:prstGeom prst="rect">
            <a:avLst/>
          </a:prstGeom>
          <a:ln w="0">
            <a:noFill/>
          </a:ln>
        </p:spPr>
      </p:pic>
      <p:sp>
        <p:nvSpPr>
          <p:cNvPr id="518" name=""/>
          <p:cNvSpPr txBox="1"/>
          <p:nvPr/>
        </p:nvSpPr>
        <p:spPr>
          <a:xfrm>
            <a:off x="828720" y="1006200"/>
            <a:ext cx="2247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[Underwater Weighing]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1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2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3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524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525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526" name="" descr=""/>
          <p:cNvPicPr/>
          <p:nvPr/>
        </p:nvPicPr>
        <p:blipFill>
          <a:blip r:embed="rId2"/>
          <a:stretch/>
        </p:blipFill>
        <p:spPr>
          <a:xfrm>
            <a:off x="2823840" y="1469160"/>
            <a:ext cx="4257720" cy="1866600"/>
          </a:xfrm>
          <a:prstGeom prst="rect">
            <a:avLst/>
          </a:prstGeom>
          <a:ln w="0">
            <a:noFill/>
          </a:ln>
        </p:spPr>
      </p:pic>
      <p:sp>
        <p:nvSpPr>
          <p:cNvPr id="527" name=""/>
          <p:cNvSpPr txBox="1"/>
          <p:nvPr/>
        </p:nvSpPr>
        <p:spPr>
          <a:xfrm>
            <a:off x="631080" y="934200"/>
            <a:ext cx="4025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[DEXA; Dual Energy X-ray Absorptiometry]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" name=""/>
          <p:cNvSpPr txBox="1"/>
          <p:nvPr/>
        </p:nvSpPr>
        <p:spPr>
          <a:xfrm>
            <a:off x="745560" y="3608640"/>
            <a:ext cx="2541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" name=""/>
          <p:cNvSpPr txBox="1"/>
          <p:nvPr/>
        </p:nvSpPr>
        <p:spPr>
          <a:xfrm>
            <a:off x="905400" y="3730320"/>
            <a:ext cx="8154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EXA is an imaging method. It measures the body weight in terms of BMC, lean, and fat based on the decrement of X-ray on the images obtained by exposing to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" name=""/>
          <p:cNvSpPr txBox="1"/>
          <p:nvPr/>
        </p:nvSpPr>
        <p:spPr>
          <a:xfrm>
            <a:off x="745560" y="3948480"/>
            <a:ext cx="8356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two different X-rays. As illustrated in Figure 1, the patient is laid down with the X-ray emitter placed underneath and the X-ray decrement measuring device placed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" name=""/>
          <p:cNvSpPr txBox="1"/>
          <p:nvPr/>
        </p:nvSpPr>
        <p:spPr>
          <a:xfrm>
            <a:off x="745560" y="4122000"/>
            <a:ext cx="70963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above. With the patient lying down, photons of the X-ray beams of different energy levels scan the patient. It takes about 5 to 30 minutes.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" name=""/>
          <p:cNvSpPr txBox="1"/>
          <p:nvPr/>
        </p:nvSpPr>
        <p:spPr>
          <a:xfrm>
            <a:off x="745560" y="4448160"/>
            <a:ext cx="24055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When the x-ray photons collide with an object,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" name=""/>
          <p:cNvSpPr txBox="1"/>
          <p:nvPr/>
        </p:nvSpPr>
        <p:spPr>
          <a:xfrm>
            <a:off x="3333960" y="4448160"/>
            <a:ext cx="13525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one of two things happen: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" name=""/>
          <p:cNvSpPr txBox="1"/>
          <p:nvPr/>
        </p:nvSpPr>
        <p:spPr>
          <a:xfrm>
            <a:off x="4810680" y="4448160"/>
            <a:ext cx="24163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photons get reflected or energy gets absorbed.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" name=""/>
          <p:cNvSpPr txBox="1"/>
          <p:nvPr/>
        </p:nvSpPr>
        <p:spPr>
          <a:xfrm>
            <a:off x="7394400" y="4448160"/>
            <a:ext cx="5418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Therefore,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" name=""/>
          <p:cNvSpPr txBox="1"/>
          <p:nvPr/>
        </p:nvSpPr>
        <p:spPr>
          <a:xfrm>
            <a:off x="7985880" y="4448160"/>
            <a:ext cx="11131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as the photons travel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" name=""/>
          <p:cNvSpPr txBox="1"/>
          <p:nvPr/>
        </p:nvSpPr>
        <p:spPr>
          <a:xfrm>
            <a:off x="745560" y="4622040"/>
            <a:ext cx="82274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through an object, their energy level drops drastically. The loss of energy after passing through an object is proportional to the per-area weight of the object</a:t>
            </a:r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" name=""/>
          <p:cNvSpPr txBox="1"/>
          <p:nvPr/>
        </p:nvSpPr>
        <p:spPr>
          <a:xfrm>
            <a:off x="745560" y="4795920"/>
            <a:ext cx="1489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Therefore, if the energy level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" name=""/>
          <p:cNvSpPr txBox="1"/>
          <p:nvPr/>
        </p:nvSpPr>
        <p:spPr>
          <a:xfrm>
            <a:off x="2323080" y="4795920"/>
            <a:ext cx="65782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of the x-ray is known and the attenuation coefficient of the object is known, the per-area weight of the object can be calculated.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" name=""/>
          <p:cNvSpPr txBox="1"/>
          <p:nvPr/>
        </p:nvSpPr>
        <p:spPr>
          <a:xfrm>
            <a:off x="745560" y="4969080"/>
            <a:ext cx="79513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However, since the human body is not made of a single substance but consists of the BMC, lean, and fat as illustrated in Figure 2, dual energy x-ray is used.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" name=""/>
          <p:cNvSpPr txBox="1"/>
          <p:nvPr/>
        </p:nvSpPr>
        <p:spPr>
          <a:xfrm>
            <a:off x="745560" y="5295960"/>
            <a:ext cx="83368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 ratio of the lower attenuation coefficient and the higher attenuation coefficient resulting from the two x-rays of different energy levels is called R-value, which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2" name=""/>
          <p:cNvSpPr txBox="1"/>
          <p:nvPr/>
        </p:nvSpPr>
        <p:spPr>
          <a:xfrm>
            <a:off x="745560" y="5469480"/>
            <a:ext cx="81756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is in linear correlation with Percent Body Fat for soft tissues. Therefore, the per pixel R-value by penetrating two X-ray beams through the body can provide the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3" name=""/>
          <p:cNvSpPr txBox="1"/>
          <p:nvPr/>
        </p:nvSpPr>
        <p:spPr>
          <a:xfrm>
            <a:off x="745560" y="5643360"/>
            <a:ext cx="51580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lean and fat ratios of a given tissue. A total of 12,000 pixels are used to calculate for the whole body.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4" name=""/>
          <p:cNvSpPr txBox="1"/>
          <p:nvPr/>
        </p:nvSpPr>
        <p:spPr>
          <a:xfrm>
            <a:off x="745560" y="5969520"/>
            <a:ext cx="2722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As a standard method for body composition analysis,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" name=""/>
          <p:cNvSpPr txBox="1"/>
          <p:nvPr/>
        </p:nvSpPr>
        <p:spPr>
          <a:xfrm>
            <a:off x="3620520" y="5969520"/>
            <a:ext cx="2911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DEXA has high accuracy along with Hydrodensitometry.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" name=""/>
          <p:cNvSpPr txBox="1"/>
          <p:nvPr/>
        </p:nvSpPr>
        <p:spPr>
          <a:xfrm>
            <a:off x="6673320" y="5969520"/>
            <a:ext cx="23598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Its advantage is that it can measure the 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" name=""/>
          <p:cNvSpPr txBox="1"/>
          <p:nvPr/>
        </p:nvSpPr>
        <p:spPr>
          <a:xfrm>
            <a:off x="745560" y="6143040"/>
            <a:ext cx="82807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composition of bone density, body fat and muscle mass for different parts</a:t>
            </a:r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. The disadvantage is that installation and maintenance is costly. There is also a risk of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" name=""/>
          <p:cNvSpPr txBox="1"/>
          <p:nvPr/>
        </p:nvSpPr>
        <p:spPr>
          <a:xfrm>
            <a:off x="745560" y="6316560"/>
            <a:ext cx="11361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exposure to radiation,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" name=""/>
          <p:cNvSpPr txBox="1"/>
          <p:nvPr/>
        </p:nvSpPr>
        <p:spPr>
          <a:xfrm>
            <a:off x="2001600" y="6316560"/>
            <a:ext cx="7902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though in small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" name=""/>
          <p:cNvSpPr txBox="1"/>
          <p:nvPr/>
        </p:nvSpPr>
        <p:spPr>
          <a:xfrm>
            <a:off x="2907000" y="6316560"/>
            <a:ext cx="544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quantities,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" name=""/>
          <p:cNvSpPr txBox="1"/>
          <p:nvPr/>
        </p:nvSpPr>
        <p:spPr>
          <a:xfrm>
            <a:off x="3510720" y="6316560"/>
            <a:ext cx="7657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which makes it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" name=""/>
          <p:cNvSpPr txBox="1"/>
          <p:nvPr/>
        </p:nvSpPr>
        <p:spPr>
          <a:xfrm>
            <a:off x="4393080" y="6316560"/>
            <a:ext cx="3895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difficult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" name=""/>
          <p:cNvSpPr txBox="1"/>
          <p:nvPr/>
        </p:nvSpPr>
        <p:spPr>
          <a:xfrm>
            <a:off x="4842720" y="6316560"/>
            <a:ext cx="9561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to use on children,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" name=""/>
          <p:cNvSpPr txBox="1"/>
          <p:nvPr/>
        </p:nvSpPr>
        <p:spPr>
          <a:xfrm>
            <a:off x="5943240" y="6316560"/>
            <a:ext cx="4687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pregnant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" name=""/>
          <p:cNvSpPr txBox="1"/>
          <p:nvPr/>
        </p:nvSpPr>
        <p:spPr>
          <a:xfrm>
            <a:off x="6472080" y="6316560"/>
            <a:ext cx="526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women or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" name=""/>
          <p:cNvSpPr txBox="1"/>
          <p:nvPr/>
        </p:nvSpPr>
        <p:spPr>
          <a:xfrm>
            <a:off x="7088040" y="6316560"/>
            <a:ext cx="8312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elderly patients.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" name=""/>
          <p:cNvSpPr txBox="1"/>
          <p:nvPr/>
        </p:nvSpPr>
        <p:spPr>
          <a:xfrm>
            <a:off x="8007120" y="6316560"/>
            <a:ext cx="1263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It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" name=""/>
          <p:cNvSpPr txBox="1"/>
          <p:nvPr/>
        </p:nvSpPr>
        <p:spPr>
          <a:xfrm>
            <a:off x="8138160" y="6316560"/>
            <a:ext cx="9622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also often requires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" name=""/>
          <p:cNvSpPr txBox="1"/>
          <p:nvPr/>
        </p:nvSpPr>
        <p:spPr>
          <a:xfrm>
            <a:off x="745560" y="6491160"/>
            <a:ext cx="17154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experienced radiology personnel.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3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4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56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566" name="" descr=""/>
          <p:cNvPicPr/>
          <p:nvPr/>
        </p:nvPicPr>
        <p:blipFill>
          <a:blip r:embed="rId2"/>
          <a:stretch/>
        </p:blipFill>
        <p:spPr>
          <a:xfrm>
            <a:off x="5254920" y="1297080"/>
            <a:ext cx="4021560" cy="5483160"/>
          </a:xfrm>
          <a:prstGeom prst="rect">
            <a:avLst/>
          </a:prstGeom>
          <a:ln w="0">
            <a:noFill/>
          </a:ln>
        </p:spPr>
      </p:pic>
      <p:sp>
        <p:nvSpPr>
          <p:cNvPr id="567" name=""/>
          <p:cNvSpPr/>
          <p:nvPr/>
        </p:nvSpPr>
        <p:spPr>
          <a:xfrm>
            <a:off x="5252760" y="1295280"/>
            <a:ext cx="4025520" cy="5486760"/>
          </a:xfrm>
          <a:custGeom>
            <a:avLst/>
            <a:gdLst/>
            <a:ahLst/>
            <a:rect l="0" t="0" r="r" b="b"/>
            <a:pathLst>
              <a:path w="11182" h="15241">
                <a:moveTo>
                  <a:pt x="0" y="15241"/>
                </a:moveTo>
                <a:lnTo>
                  <a:pt x="11182" y="15241"/>
                </a:lnTo>
                <a:lnTo>
                  <a:pt x="11182" y="0"/>
                </a:lnTo>
                <a:lnTo>
                  <a:pt x="0" y="0"/>
                </a:lnTo>
                <a:lnTo>
                  <a:pt x="0" y="15241"/>
                </a:lnTo>
                <a:close/>
              </a:path>
            </a:pathLst>
          </a:custGeom>
          <a:noFill/>
          <a:ln w="2880">
            <a:solidFill>
              <a:srgbClr val="d9d9d9"/>
            </a:solidFill>
            <a:round/>
          </a:ln>
        </p:spPr>
        <p:txBody>
          <a:bodyPr lIns="1440" rIns="1440" tIns="1440" bIns="1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568" name="" descr=""/>
          <p:cNvPicPr/>
          <p:nvPr/>
        </p:nvPicPr>
        <p:blipFill>
          <a:blip r:embed="rId3"/>
          <a:stretch/>
        </p:blipFill>
        <p:spPr>
          <a:xfrm>
            <a:off x="758880" y="1297080"/>
            <a:ext cx="4021560" cy="5483160"/>
          </a:xfrm>
          <a:prstGeom prst="rect">
            <a:avLst/>
          </a:prstGeom>
          <a:ln w="0">
            <a:noFill/>
          </a:ln>
        </p:spPr>
      </p:pic>
      <p:sp>
        <p:nvSpPr>
          <p:cNvPr id="569" name=""/>
          <p:cNvSpPr/>
          <p:nvPr/>
        </p:nvSpPr>
        <p:spPr>
          <a:xfrm>
            <a:off x="757080" y="1295280"/>
            <a:ext cx="4025520" cy="5486760"/>
          </a:xfrm>
          <a:custGeom>
            <a:avLst/>
            <a:gdLst/>
            <a:ahLst/>
            <a:rect l="0" t="0" r="r" b="b"/>
            <a:pathLst>
              <a:path w="11182" h="15241">
                <a:moveTo>
                  <a:pt x="0" y="15241"/>
                </a:moveTo>
                <a:lnTo>
                  <a:pt x="11182" y="15241"/>
                </a:lnTo>
                <a:lnTo>
                  <a:pt x="11182" y="0"/>
                </a:lnTo>
                <a:lnTo>
                  <a:pt x="0" y="0"/>
                </a:lnTo>
                <a:lnTo>
                  <a:pt x="0" y="15241"/>
                </a:lnTo>
                <a:close/>
              </a:path>
            </a:pathLst>
          </a:custGeom>
          <a:noFill/>
          <a:ln w="2880">
            <a:solidFill>
              <a:srgbClr val="d9d9d9"/>
            </a:solidFill>
            <a:round/>
          </a:ln>
        </p:spPr>
        <p:txBody>
          <a:bodyPr lIns="1440" rIns="1440" tIns="1440" bIns="1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" name=""/>
          <p:cNvSpPr txBox="1"/>
          <p:nvPr/>
        </p:nvSpPr>
        <p:spPr>
          <a:xfrm>
            <a:off x="581400" y="934200"/>
            <a:ext cx="4025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[DEXA; Dual Energy X-ray Absorptiometry]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75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76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577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578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579" name="" descr=""/>
          <p:cNvPicPr/>
          <p:nvPr/>
        </p:nvPicPr>
        <p:blipFill>
          <a:blip r:embed="rId2"/>
          <a:stretch/>
        </p:blipFill>
        <p:spPr>
          <a:xfrm>
            <a:off x="2624400" y="1682640"/>
            <a:ext cx="4257720" cy="1865160"/>
          </a:xfrm>
          <a:prstGeom prst="rect">
            <a:avLst/>
          </a:prstGeom>
          <a:ln w="0">
            <a:noFill/>
          </a:ln>
        </p:spPr>
      </p:pic>
      <p:sp>
        <p:nvSpPr>
          <p:cNvPr id="580" name=""/>
          <p:cNvSpPr txBox="1"/>
          <p:nvPr/>
        </p:nvSpPr>
        <p:spPr>
          <a:xfrm>
            <a:off x="672840" y="1006200"/>
            <a:ext cx="4025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[DEXA; Dual Energy X-ray Absorptiometry]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" name=""/>
          <p:cNvSpPr txBox="1"/>
          <p:nvPr/>
        </p:nvSpPr>
        <p:spPr>
          <a:xfrm>
            <a:off x="1562760" y="422784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A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" name=""/>
          <p:cNvSpPr txBox="1"/>
          <p:nvPr/>
        </p:nvSpPr>
        <p:spPr>
          <a:xfrm>
            <a:off x="1792800" y="4445280"/>
            <a:ext cx="633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" name=""/>
          <p:cNvSpPr txBox="1"/>
          <p:nvPr/>
        </p:nvSpPr>
        <p:spPr>
          <a:xfrm>
            <a:off x="2477160" y="4765320"/>
            <a:ext cx="41216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Gold standard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for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Fat free mass, Fat mass, Bone mineral contents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" name=""/>
          <p:cNvSpPr txBox="1"/>
          <p:nvPr/>
        </p:nvSpPr>
        <p:spPr>
          <a:xfrm>
            <a:off x="2477160" y="5024520"/>
            <a:ext cx="22258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Segmental measurement is possible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" name=""/>
          <p:cNvSpPr txBox="1"/>
          <p:nvPr/>
        </p:nvSpPr>
        <p:spPr>
          <a:xfrm>
            <a:off x="1562760" y="5279040"/>
            <a:ext cx="38088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" name=""/>
          <p:cNvSpPr txBox="1"/>
          <p:nvPr/>
        </p:nvSpPr>
        <p:spPr>
          <a:xfrm>
            <a:off x="1803600" y="5497200"/>
            <a:ext cx="801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isadvantages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7" name=""/>
          <p:cNvSpPr txBox="1"/>
          <p:nvPr/>
        </p:nvSpPr>
        <p:spPr>
          <a:xfrm>
            <a:off x="2477160" y="5740560"/>
            <a:ext cx="4636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Requires large equipment and space (Radiology unit / radiation shield unit)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8" name=""/>
          <p:cNvSpPr txBox="1"/>
          <p:nvPr/>
        </p:nvSpPr>
        <p:spPr>
          <a:xfrm>
            <a:off x="2477160" y="5924160"/>
            <a:ext cx="11941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Radiation exposure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9" name=""/>
          <p:cNvSpPr txBox="1"/>
          <p:nvPr/>
        </p:nvSpPr>
        <p:spPr>
          <a:xfrm>
            <a:off x="2477160" y="6107040"/>
            <a:ext cx="32544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Cost may be too high for equipment (over $100,000)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" name=""/>
          <p:cNvSpPr txBox="1"/>
          <p:nvPr/>
        </p:nvSpPr>
        <p:spPr>
          <a:xfrm>
            <a:off x="2477160" y="6289920"/>
            <a:ext cx="6389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Frequent measurement is difficult, and limitations measuring children, Pregnant population and elderly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9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9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59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597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598" name="" descr=""/>
          <p:cNvPicPr/>
          <p:nvPr/>
        </p:nvPicPr>
        <p:blipFill>
          <a:blip r:embed="rId2"/>
          <a:stretch/>
        </p:blipFill>
        <p:spPr>
          <a:xfrm>
            <a:off x="3803760" y="1531800"/>
            <a:ext cx="2694240" cy="2020320"/>
          </a:xfrm>
          <a:prstGeom prst="rect">
            <a:avLst/>
          </a:prstGeom>
          <a:ln w="0">
            <a:noFill/>
          </a:ln>
        </p:spPr>
      </p:pic>
      <p:pic>
        <p:nvPicPr>
          <p:cNvPr id="599" name="" descr=""/>
          <p:cNvPicPr/>
          <p:nvPr/>
        </p:nvPicPr>
        <p:blipFill>
          <a:blip r:embed="rId3"/>
          <a:stretch/>
        </p:blipFill>
        <p:spPr>
          <a:xfrm>
            <a:off x="838080" y="1513440"/>
            <a:ext cx="2785680" cy="2038680"/>
          </a:xfrm>
          <a:prstGeom prst="rect">
            <a:avLst/>
          </a:prstGeom>
          <a:ln w="0">
            <a:noFill/>
          </a:ln>
        </p:spPr>
      </p:pic>
      <p:pic>
        <p:nvPicPr>
          <p:cNvPr id="600" name="" descr=""/>
          <p:cNvPicPr/>
          <p:nvPr/>
        </p:nvPicPr>
        <p:blipFill>
          <a:blip r:embed="rId4"/>
          <a:stretch/>
        </p:blipFill>
        <p:spPr>
          <a:xfrm>
            <a:off x="6705720" y="1530000"/>
            <a:ext cx="2384640" cy="2003760"/>
          </a:xfrm>
          <a:prstGeom prst="rect">
            <a:avLst/>
          </a:prstGeom>
          <a:ln w="0">
            <a:noFill/>
          </a:ln>
        </p:spPr>
      </p:pic>
      <p:sp>
        <p:nvSpPr>
          <p:cNvPr id="601" name=""/>
          <p:cNvSpPr txBox="1"/>
          <p:nvPr/>
        </p:nvSpPr>
        <p:spPr>
          <a:xfrm>
            <a:off x="646920" y="977400"/>
            <a:ext cx="2742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[CT; Computed Tomography]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" name=""/>
          <p:cNvSpPr txBox="1"/>
          <p:nvPr/>
        </p:nvSpPr>
        <p:spPr>
          <a:xfrm>
            <a:off x="1018800" y="369180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W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" name=""/>
          <p:cNvSpPr txBox="1"/>
          <p:nvPr/>
        </p:nvSpPr>
        <p:spPr>
          <a:xfrm>
            <a:off x="1364760" y="3909240"/>
            <a:ext cx="76406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hen an X-ray beam rotates around a section of measurement, a clearer image of total tissue area, total fat and muscle area,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" name=""/>
          <p:cNvSpPr txBox="1"/>
          <p:nvPr/>
        </p:nvSpPr>
        <p:spPr>
          <a:xfrm>
            <a:off x="1018800" y="4195800"/>
            <a:ext cx="69487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and thickness and volume of tissues within an organ can be created. This is performed by taking a 2-dimensional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" name=""/>
          <p:cNvSpPr txBox="1"/>
          <p:nvPr/>
        </p:nvSpPr>
        <p:spPr>
          <a:xfrm>
            <a:off x="8194680" y="4195800"/>
            <a:ext cx="7671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slice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(Greek: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" name=""/>
          <p:cNvSpPr txBox="1"/>
          <p:nvPr/>
        </p:nvSpPr>
        <p:spPr>
          <a:xfrm>
            <a:off x="1018800" y="4403160"/>
            <a:ext cx="77518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tomos) of the human body by taking continuous pictures at different positions as the scanner rotates around the body. These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" name=""/>
          <p:cNvSpPr txBox="1"/>
          <p:nvPr/>
        </p:nvSpPr>
        <p:spPr>
          <a:xfrm>
            <a:off x="1018800" y="4611960"/>
            <a:ext cx="3038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slices can be combined to create a 3-dimensional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" name=""/>
          <p:cNvSpPr txBox="1"/>
          <p:nvPr/>
        </p:nvSpPr>
        <p:spPr>
          <a:xfrm>
            <a:off x="4178160" y="4611960"/>
            <a:ext cx="46947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volume measurement. A fluid injection may be used to differentiate specific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" name=""/>
          <p:cNvSpPr txBox="1"/>
          <p:nvPr/>
        </p:nvSpPr>
        <p:spPr>
          <a:xfrm>
            <a:off x="1018800" y="4820760"/>
            <a:ext cx="10508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areas of interest.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" name=""/>
          <p:cNvSpPr txBox="1"/>
          <p:nvPr/>
        </p:nvSpPr>
        <p:spPr>
          <a:xfrm>
            <a:off x="1018800" y="5182200"/>
            <a:ext cx="79437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CT is considered a very promising method of composition assessment, particularly for the quantification of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skeletal muscle mass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1" name=""/>
          <p:cNvSpPr txBox="1"/>
          <p:nvPr/>
        </p:nvSpPr>
        <p:spPr>
          <a:xfrm>
            <a:off x="1018800" y="5391000"/>
            <a:ext cx="78721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and fat (visceral/subcutaneous).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Full-body assessment, however, is laborious, time-consuming, and expensive. CT also exposes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2" name=""/>
          <p:cNvSpPr txBox="1"/>
          <p:nvPr/>
        </p:nvSpPr>
        <p:spPr>
          <a:xfrm>
            <a:off x="1018800" y="5598360"/>
            <a:ext cx="77745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individuals to high levels of radiation and therefore its use should be limited,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restricting CT’s ability to be used as a long-term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" name=""/>
          <p:cNvSpPr txBox="1"/>
          <p:nvPr/>
        </p:nvSpPr>
        <p:spPr>
          <a:xfrm>
            <a:off x="1018800" y="5807160"/>
            <a:ext cx="17611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body composition measure.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" name=""/>
          <p:cNvSpPr txBox="1"/>
          <p:nvPr/>
        </p:nvSpPr>
        <p:spPr>
          <a:xfrm>
            <a:off x="1018800" y="6168240"/>
            <a:ext cx="631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Generally,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" name=""/>
          <p:cNvSpPr txBox="1"/>
          <p:nvPr/>
        </p:nvSpPr>
        <p:spPr>
          <a:xfrm>
            <a:off x="1701360" y="6168240"/>
            <a:ext cx="10353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only a section of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" name=""/>
          <p:cNvSpPr txBox="1"/>
          <p:nvPr/>
        </p:nvSpPr>
        <p:spPr>
          <a:xfrm>
            <a:off x="2898000" y="6168240"/>
            <a:ext cx="150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the thigh or a section of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" name=""/>
          <p:cNvSpPr txBox="1"/>
          <p:nvPr/>
        </p:nvSpPr>
        <p:spPr>
          <a:xfrm>
            <a:off x="4629600" y="6168240"/>
            <a:ext cx="32500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the trunk is measured to predict body composition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" name=""/>
          <p:cNvSpPr txBox="1"/>
          <p:nvPr/>
        </p:nvSpPr>
        <p:spPr>
          <a:xfrm>
            <a:off x="8164440" y="6168240"/>
            <a:ext cx="7840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Studies have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" name=""/>
          <p:cNvSpPr txBox="1"/>
          <p:nvPr/>
        </p:nvSpPr>
        <p:spPr>
          <a:xfrm>
            <a:off x="1018800" y="6376680"/>
            <a:ext cx="2573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confirmed that single or multiple pictorial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" name=""/>
          <p:cNvSpPr txBox="1"/>
          <p:nvPr/>
        </p:nvSpPr>
        <p:spPr>
          <a:xfrm>
            <a:off x="3742200" y="6376680"/>
            <a:ext cx="15508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“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slices” of the abdominal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" name=""/>
          <p:cNvSpPr txBox="1"/>
          <p:nvPr/>
        </p:nvSpPr>
        <p:spPr>
          <a:xfrm>
            <a:off x="5406840" y="6376680"/>
            <a:ext cx="34585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region are highly correlated with composition measures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" name=""/>
          <p:cNvSpPr txBox="1"/>
          <p:nvPr/>
        </p:nvSpPr>
        <p:spPr>
          <a:xfrm>
            <a:off x="1018800" y="6586200"/>
            <a:ext cx="47127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including body fat percent but</a:t>
            </a:r>
            <a:r>
              <a:rPr b="0" i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using multiple slices affords greater accuracy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2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2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62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629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" name=""/>
          <p:cNvSpPr txBox="1"/>
          <p:nvPr/>
        </p:nvSpPr>
        <p:spPr>
          <a:xfrm>
            <a:off x="1492920" y="362592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A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" name=""/>
          <p:cNvSpPr txBox="1"/>
          <p:nvPr/>
        </p:nvSpPr>
        <p:spPr>
          <a:xfrm>
            <a:off x="1722960" y="3843360"/>
            <a:ext cx="633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" name=""/>
          <p:cNvSpPr txBox="1"/>
          <p:nvPr/>
        </p:nvSpPr>
        <p:spPr>
          <a:xfrm>
            <a:off x="2407320" y="4239720"/>
            <a:ext cx="58464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Considered the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gold standard body composition measure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for SMM and fat (primarily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visceral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3" name=""/>
          <p:cNvSpPr txBox="1"/>
          <p:nvPr/>
        </p:nvSpPr>
        <p:spPr>
          <a:xfrm>
            <a:off x="2407320" y="4575240"/>
            <a:ext cx="3496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Provides an image/area of visceral and subcutaneous fat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4" name=""/>
          <p:cNvSpPr txBox="1"/>
          <p:nvPr/>
        </p:nvSpPr>
        <p:spPr>
          <a:xfrm>
            <a:off x="1492920" y="490644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5" name=""/>
          <p:cNvSpPr txBox="1"/>
          <p:nvPr/>
        </p:nvSpPr>
        <p:spPr>
          <a:xfrm>
            <a:off x="1733760" y="5123880"/>
            <a:ext cx="801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isadvantages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" name=""/>
          <p:cNvSpPr txBox="1"/>
          <p:nvPr/>
        </p:nvSpPr>
        <p:spPr>
          <a:xfrm>
            <a:off x="2407320" y="5367960"/>
            <a:ext cx="55893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Often utilizes a single-slice technique of trunk or arm to predict whole body composition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" name=""/>
          <p:cNvSpPr txBox="1"/>
          <p:nvPr/>
        </p:nvSpPr>
        <p:spPr>
          <a:xfrm>
            <a:off x="2407320" y="5550840"/>
            <a:ext cx="49431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-Multiple slices significantly reduce error but are too time consuming/expensive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" name=""/>
          <p:cNvSpPr txBox="1"/>
          <p:nvPr/>
        </p:nvSpPr>
        <p:spPr>
          <a:xfrm>
            <a:off x="2407320" y="5733360"/>
            <a:ext cx="52509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Predicts visceral fat from single slice (image at L4-L5) unless whole trunk is measured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" name=""/>
          <p:cNvSpPr txBox="1"/>
          <p:nvPr/>
        </p:nvSpPr>
        <p:spPr>
          <a:xfrm>
            <a:off x="2407320" y="5916600"/>
            <a:ext cx="43106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Often highly expensive, time consuming to perform whole body scans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" name=""/>
          <p:cNvSpPr txBox="1"/>
          <p:nvPr/>
        </p:nvSpPr>
        <p:spPr>
          <a:xfrm>
            <a:off x="2407320" y="6099480"/>
            <a:ext cx="1987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Scanning equipment is high cost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" name=""/>
          <p:cNvSpPr txBox="1"/>
          <p:nvPr/>
        </p:nvSpPr>
        <p:spPr>
          <a:xfrm>
            <a:off x="2407320" y="6282360"/>
            <a:ext cx="4173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Exposes individuals to high doses of radiation (greater than DEXA)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" name=""/>
          <p:cNvSpPr txBox="1"/>
          <p:nvPr/>
        </p:nvSpPr>
        <p:spPr>
          <a:xfrm>
            <a:off x="2407320" y="6465240"/>
            <a:ext cx="6002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Frequent measurement is difficult and limitation in certain populations (Pregnant population..)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643" name="" descr=""/>
          <p:cNvPicPr/>
          <p:nvPr/>
        </p:nvPicPr>
        <p:blipFill>
          <a:blip r:embed="rId2"/>
          <a:stretch/>
        </p:blipFill>
        <p:spPr>
          <a:xfrm>
            <a:off x="3790080" y="1487520"/>
            <a:ext cx="2695680" cy="2022120"/>
          </a:xfrm>
          <a:prstGeom prst="rect">
            <a:avLst/>
          </a:prstGeom>
          <a:ln w="0">
            <a:noFill/>
          </a:ln>
        </p:spPr>
      </p:pic>
      <p:pic>
        <p:nvPicPr>
          <p:cNvPr id="644" name="" descr=""/>
          <p:cNvPicPr/>
          <p:nvPr/>
        </p:nvPicPr>
        <p:blipFill>
          <a:blip r:embed="rId3"/>
          <a:stretch/>
        </p:blipFill>
        <p:spPr>
          <a:xfrm>
            <a:off x="825840" y="1469160"/>
            <a:ext cx="2785680" cy="2040120"/>
          </a:xfrm>
          <a:prstGeom prst="rect">
            <a:avLst/>
          </a:prstGeom>
          <a:ln w="0">
            <a:noFill/>
          </a:ln>
        </p:spPr>
      </p:pic>
      <p:pic>
        <p:nvPicPr>
          <p:cNvPr id="645" name="" descr=""/>
          <p:cNvPicPr/>
          <p:nvPr/>
        </p:nvPicPr>
        <p:blipFill>
          <a:blip r:embed="rId4"/>
          <a:stretch/>
        </p:blipFill>
        <p:spPr>
          <a:xfrm>
            <a:off x="6692040" y="1487520"/>
            <a:ext cx="2386080" cy="2003760"/>
          </a:xfrm>
          <a:prstGeom prst="rect">
            <a:avLst/>
          </a:prstGeom>
          <a:ln w="0">
            <a:noFill/>
          </a:ln>
        </p:spPr>
      </p:pic>
      <p:sp>
        <p:nvSpPr>
          <p:cNvPr id="646" name=""/>
          <p:cNvSpPr txBox="1"/>
          <p:nvPr/>
        </p:nvSpPr>
        <p:spPr>
          <a:xfrm>
            <a:off x="633960" y="934200"/>
            <a:ext cx="2742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[CT; Computed Tomography]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652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653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654" name="" descr=""/>
          <p:cNvPicPr/>
          <p:nvPr/>
        </p:nvPicPr>
        <p:blipFill>
          <a:blip r:embed="rId2"/>
          <a:stretch/>
        </p:blipFill>
        <p:spPr>
          <a:xfrm>
            <a:off x="2101680" y="1566720"/>
            <a:ext cx="2607120" cy="2005200"/>
          </a:xfrm>
          <a:prstGeom prst="rect">
            <a:avLst/>
          </a:prstGeom>
          <a:ln w="0">
            <a:noFill/>
          </a:ln>
        </p:spPr>
      </p:pic>
      <p:pic>
        <p:nvPicPr>
          <p:cNvPr id="655" name="" descr=""/>
          <p:cNvPicPr/>
          <p:nvPr/>
        </p:nvPicPr>
        <p:blipFill>
          <a:blip r:embed="rId3"/>
          <a:stretch/>
        </p:blipFill>
        <p:spPr>
          <a:xfrm>
            <a:off x="5481720" y="893160"/>
            <a:ext cx="2543040" cy="2796120"/>
          </a:xfrm>
          <a:prstGeom prst="rect">
            <a:avLst/>
          </a:prstGeom>
          <a:ln w="0">
            <a:noFill/>
          </a:ln>
        </p:spPr>
      </p:pic>
      <p:sp>
        <p:nvSpPr>
          <p:cNvPr id="656" name=""/>
          <p:cNvSpPr txBox="1"/>
          <p:nvPr/>
        </p:nvSpPr>
        <p:spPr>
          <a:xfrm>
            <a:off x="856080" y="934200"/>
            <a:ext cx="34268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[MRI; Magnetic Resonance Imaging]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7" name=""/>
          <p:cNvSpPr txBox="1"/>
          <p:nvPr/>
        </p:nvSpPr>
        <p:spPr>
          <a:xfrm>
            <a:off x="1069200" y="3637800"/>
            <a:ext cx="2541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c00000"/>
                </a:solidFill>
                <a:latin typeface="Calibri"/>
                <a:ea typeface="Calibri"/>
              </a:rPr>
              <a:t>M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8" name=""/>
          <p:cNvSpPr txBox="1"/>
          <p:nvPr/>
        </p:nvSpPr>
        <p:spPr>
          <a:xfrm>
            <a:off x="1291680" y="3759840"/>
            <a:ext cx="77259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agnetic resonance is a form of imaging technique where the body water may be mapped (but</a:t>
            </a:r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not</a:t>
            </a:r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quantified). Hydrogen atoms are electrically charged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9" name=""/>
          <p:cNvSpPr txBox="1"/>
          <p:nvPr/>
        </p:nvSpPr>
        <p:spPr>
          <a:xfrm>
            <a:off x="1069200" y="3977640"/>
            <a:ext cx="79498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and “spin around themselves,” creating an electro-magnetic field. When applying an external magnetic field the protons will align along the magnetic field.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0" name=""/>
          <p:cNvSpPr txBox="1"/>
          <p:nvPr/>
        </p:nvSpPr>
        <p:spPr>
          <a:xfrm>
            <a:off x="1069200" y="4151520"/>
            <a:ext cx="78235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Since atomic nuclei can behave like magnets, the external magnetic field aligns the nuclei, which are then activated by a radio frequency wave. Once the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1" name=""/>
          <p:cNvSpPr txBox="1"/>
          <p:nvPr/>
        </p:nvSpPr>
        <p:spPr>
          <a:xfrm>
            <a:off x="1069200" y="4325040"/>
            <a:ext cx="7969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radio wave is turned off, the activated nuclei will emit the signal absorbed; the emitted signal is used to develop the images through the use of a computer.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2" name=""/>
          <p:cNvSpPr txBox="1"/>
          <p:nvPr/>
        </p:nvSpPr>
        <p:spPr>
          <a:xfrm>
            <a:off x="1069200" y="4498920"/>
            <a:ext cx="8467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This longitudinal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3" name=""/>
          <p:cNvSpPr txBox="1"/>
          <p:nvPr/>
        </p:nvSpPr>
        <p:spPr>
          <a:xfrm>
            <a:off x="1968840" y="4498920"/>
            <a:ext cx="28702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magnetization of body tissues allows for the an external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4" name=""/>
          <p:cNvSpPr txBox="1"/>
          <p:nvPr/>
        </p:nvSpPr>
        <p:spPr>
          <a:xfrm>
            <a:off x="4980600" y="4498920"/>
            <a:ext cx="39571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computer source to create images of the section of the body being examined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5" name=""/>
          <p:cNvSpPr txBox="1"/>
          <p:nvPr/>
        </p:nvSpPr>
        <p:spPr>
          <a:xfrm>
            <a:off x="1069200" y="4672440"/>
            <a:ext cx="29664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based on the intrinsic properties of different tissue forms.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" name=""/>
          <p:cNvSpPr txBox="1"/>
          <p:nvPr/>
        </p:nvSpPr>
        <p:spPr>
          <a:xfrm>
            <a:off x="1069200" y="4998960"/>
            <a:ext cx="24026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MRI is considered to be the most accurate tool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7" name=""/>
          <p:cNvSpPr txBox="1"/>
          <p:nvPr/>
        </p:nvSpPr>
        <p:spPr>
          <a:xfrm>
            <a:off x="3602880" y="4998960"/>
            <a:ext cx="30124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for</a:t>
            </a:r>
            <a:r>
              <a:rPr b="0" i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in</a:t>
            </a:r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vivo quantification of body composition. It is an ideal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" name=""/>
          <p:cNvSpPr txBox="1"/>
          <p:nvPr/>
        </p:nvSpPr>
        <p:spPr>
          <a:xfrm>
            <a:off x="6766920" y="4998960"/>
            <a:ext cx="7732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evaluation tool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" name=""/>
          <p:cNvSpPr txBox="1"/>
          <p:nvPr/>
        </p:nvSpPr>
        <p:spPr>
          <a:xfrm>
            <a:off x="7591680" y="4998960"/>
            <a:ext cx="1467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for measurement of</a:t>
            </a:r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skeletal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" name=""/>
          <p:cNvSpPr txBox="1"/>
          <p:nvPr/>
        </p:nvSpPr>
        <p:spPr>
          <a:xfrm>
            <a:off x="1069200" y="5172840"/>
            <a:ext cx="49662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muscle mass</a:t>
            </a:r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and</a:t>
            </a:r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adipose tissue</a:t>
            </a:r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(and can divide adipose into visceral and subcutaneous depots).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" name=""/>
          <p:cNvSpPr txBox="1"/>
          <p:nvPr/>
        </p:nvSpPr>
        <p:spPr>
          <a:xfrm>
            <a:off x="1069200" y="5499000"/>
            <a:ext cx="30182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 whole-body scan is time consuming (≈25-30min for scan,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" name=""/>
          <p:cNvSpPr txBox="1"/>
          <p:nvPr/>
        </p:nvSpPr>
        <p:spPr>
          <a:xfrm>
            <a:off x="4268880" y="5499000"/>
            <a:ext cx="33231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≈</a:t>
            </a:r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3hr to analyze via computer software) and therefore</a:t>
            </a:r>
            <a:r>
              <a:rPr b="0" i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segmental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" name=""/>
          <p:cNvSpPr txBox="1"/>
          <p:nvPr/>
        </p:nvSpPr>
        <p:spPr>
          <a:xfrm>
            <a:off x="7777440" y="5499000"/>
            <a:ext cx="12582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(slices) scans are used to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" name=""/>
          <p:cNvSpPr txBox="1"/>
          <p:nvPr/>
        </p:nvSpPr>
        <p:spPr>
          <a:xfrm>
            <a:off x="1069200" y="5672520"/>
            <a:ext cx="13723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predict whole-body values.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" name=""/>
          <p:cNvSpPr txBox="1"/>
          <p:nvPr/>
        </p:nvSpPr>
        <p:spPr>
          <a:xfrm>
            <a:off x="1069200" y="5998680"/>
            <a:ext cx="17625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MRI’s use a high-strength magnet,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" name=""/>
          <p:cNvSpPr txBox="1"/>
          <p:nvPr/>
        </p:nvSpPr>
        <p:spPr>
          <a:xfrm>
            <a:off x="2944080" y="5998680"/>
            <a:ext cx="3726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thus all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" name=""/>
          <p:cNvSpPr txBox="1"/>
          <p:nvPr/>
        </p:nvSpPr>
        <p:spPr>
          <a:xfrm>
            <a:off x="3376800" y="5998680"/>
            <a:ext cx="2962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metal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" name=""/>
          <p:cNvSpPr txBox="1"/>
          <p:nvPr/>
        </p:nvSpPr>
        <p:spPr>
          <a:xfrm>
            <a:off x="3718440" y="5998680"/>
            <a:ext cx="9396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must be removed.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" name=""/>
          <p:cNvSpPr txBox="1"/>
          <p:nvPr/>
        </p:nvSpPr>
        <p:spPr>
          <a:xfrm>
            <a:off x="4736520" y="5998680"/>
            <a:ext cx="15703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Individuals with metallic chips,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" name=""/>
          <p:cNvSpPr txBox="1"/>
          <p:nvPr/>
        </p:nvSpPr>
        <p:spPr>
          <a:xfrm>
            <a:off x="6401160" y="5998680"/>
            <a:ext cx="5112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materials,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" name=""/>
          <p:cNvSpPr txBox="1"/>
          <p:nvPr/>
        </p:nvSpPr>
        <p:spPr>
          <a:xfrm>
            <a:off x="6955920" y="5998680"/>
            <a:ext cx="3924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surgical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" name=""/>
          <p:cNvSpPr txBox="1"/>
          <p:nvPr/>
        </p:nvSpPr>
        <p:spPr>
          <a:xfrm>
            <a:off x="7393680" y="5998680"/>
            <a:ext cx="2581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clips,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" name=""/>
          <p:cNvSpPr txBox="1"/>
          <p:nvPr/>
        </p:nvSpPr>
        <p:spPr>
          <a:xfrm>
            <a:off x="7696800" y="5998680"/>
            <a:ext cx="4136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artificial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" name=""/>
          <p:cNvSpPr txBox="1"/>
          <p:nvPr/>
        </p:nvSpPr>
        <p:spPr>
          <a:xfrm>
            <a:off x="8157240" y="5998680"/>
            <a:ext cx="9363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joints/prosthetics,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" name=""/>
          <p:cNvSpPr txBox="1"/>
          <p:nvPr/>
        </p:nvSpPr>
        <p:spPr>
          <a:xfrm>
            <a:off x="1069200" y="6172200"/>
            <a:ext cx="7866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pacemakers, metal implants, artificial heart valves, metallic cochlear implants, bullet fragments, or insulin pumps should not test. However, since there is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" name=""/>
          <p:cNvSpPr txBox="1"/>
          <p:nvPr/>
        </p:nvSpPr>
        <p:spPr>
          <a:xfrm>
            <a:off x="1069200" y="6346440"/>
            <a:ext cx="41047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no ionizing radiation, this is a preferable option for many (elderly, children, etc.)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" name=""/>
          <p:cNvSpPr txBox="1"/>
          <p:nvPr/>
        </p:nvSpPr>
        <p:spPr>
          <a:xfrm>
            <a:off x="1069200" y="6672600"/>
            <a:ext cx="45864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Size of subjects is also a significant limitation for MRI testing (often limited to 350-450lbs)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91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92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693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694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" name=""/>
          <p:cNvSpPr txBox="1"/>
          <p:nvPr/>
        </p:nvSpPr>
        <p:spPr>
          <a:xfrm>
            <a:off x="1537920" y="4134240"/>
            <a:ext cx="38088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A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" name=""/>
          <p:cNvSpPr txBox="1"/>
          <p:nvPr/>
        </p:nvSpPr>
        <p:spPr>
          <a:xfrm>
            <a:off x="1767960" y="4352400"/>
            <a:ext cx="633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" name=""/>
          <p:cNvSpPr txBox="1"/>
          <p:nvPr/>
        </p:nvSpPr>
        <p:spPr>
          <a:xfrm>
            <a:off x="2452320" y="4748760"/>
            <a:ext cx="4181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Considered the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gold standard body composition measure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for SMM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" name=""/>
          <p:cNvSpPr txBox="1"/>
          <p:nvPr/>
        </p:nvSpPr>
        <p:spPr>
          <a:xfrm>
            <a:off x="2452320" y="5083920"/>
            <a:ext cx="45118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Criterion measure for intra-abdominal fat, fat in liver and skeletal muscle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" name=""/>
          <p:cNvSpPr txBox="1"/>
          <p:nvPr/>
        </p:nvSpPr>
        <p:spPr>
          <a:xfrm>
            <a:off x="1537920" y="541512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" name=""/>
          <p:cNvSpPr txBox="1"/>
          <p:nvPr/>
        </p:nvSpPr>
        <p:spPr>
          <a:xfrm>
            <a:off x="1778760" y="5632560"/>
            <a:ext cx="801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isadvantages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" name=""/>
          <p:cNvSpPr txBox="1"/>
          <p:nvPr/>
        </p:nvSpPr>
        <p:spPr>
          <a:xfrm>
            <a:off x="2452320" y="5876640"/>
            <a:ext cx="63954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Exposes individuals to high strength magnets- cannot be performed if any metal implants, earrings, etc.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" name=""/>
          <p:cNvSpPr txBox="1"/>
          <p:nvPr/>
        </p:nvSpPr>
        <p:spPr>
          <a:xfrm>
            <a:off x="2452320" y="6059880"/>
            <a:ext cx="17913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Scanning equipment is costly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" name=""/>
          <p:cNvSpPr txBox="1"/>
          <p:nvPr/>
        </p:nvSpPr>
        <p:spPr>
          <a:xfrm>
            <a:off x="2452320" y="6242760"/>
            <a:ext cx="3663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Measurement duration can take up to 20-1hr, in cases 3hrs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704" name="" descr=""/>
          <p:cNvPicPr/>
          <p:nvPr/>
        </p:nvPicPr>
        <p:blipFill>
          <a:blip r:embed="rId2"/>
          <a:stretch/>
        </p:blipFill>
        <p:spPr>
          <a:xfrm>
            <a:off x="2115360" y="1783080"/>
            <a:ext cx="2607120" cy="2005200"/>
          </a:xfrm>
          <a:prstGeom prst="rect">
            <a:avLst/>
          </a:prstGeom>
          <a:ln w="0">
            <a:noFill/>
          </a:ln>
        </p:spPr>
      </p:pic>
      <p:pic>
        <p:nvPicPr>
          <p:cNvPr id="705" name="" descr=""/>
          <p:cNvPicPr/>
          <p:nvPr/>
        </p:nvPicPr>
        <p:blipFill>
          <a:blip r:embed="rId3"/>
          <a:stretch/>
        </p:blipFill>
        <p:spPr>
          <a:xfrm>
            <a:off x="5495400" y="1108080"/>
            <a:ext cx="2543040" cy="2797560"/>
          </a:xfrm>
          <a:prstGeom prst="rect">
            <a:avLst/>
          </a:prstGeom>
          <a:ln w="0">
            <a:noFill/>
          </a:ln>
        </p:spPr>
      </p:pic>
      <p:sp>
        <p:nvSpPr>
          <p:cNvPr id="706" name=""/>
          <p:cNvSpPr txBox="1"/>
          <p:nvPr/>
        </p:nvSpPr>
        <p:spPr>
          <a:xfrm>
            <a:off x="869040" y="1150200"/>
            <a:ext cx="34268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[MRI; Magnetic Resonance Imaging]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1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1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712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713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714" name="" descr=""/>
          <p:cNvPicPr/>
          <p:nvPr/>
        </p:nvPicPr>
        <p:blipFill>
          <a:blip r:embed="rId2"/>
          <a:stretch/>
        </p:blipFill>
        <p:spPr>
          <a:xfrm>
            <a:off x="1033200" y="1612440"/>
            <a:ext cx="4611240" cy="2014200"/>
          </a:xfrm>
          <a:prstGeom prst="rect">
            <a:avLst/>
          </a:prstGeom>
          <a:ln w="0">
            <a:noFill/>
          </a:ln>
        </p:spPr>
      </p:pic>
      <p:sp>
        <p:nvSpPr>
          <p:cNvPr id="715" name=""/>
          <p:cNvSpPr txBox="1"/>
          <p:nvPr/>
        </p:nvSpPr>
        <p:spPr>
          <a:xfrm>
            <a:off x="698040" y="934200"/>
            <a:ext cx="3859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[Dilution Method (Deuterium, Bromide)]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" name=""/>
          <p:cNvSpPr txBox="1"/>
          <p:nvPr/>
        </p:nvSpPr>
        <p:spPr>
          <a:xfrm>
            <a:off x="786960" y="4035960"/>
            <a:ext cx="68083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The D2 dilution method is carried out by consuming a water-like radioactive substance such as heavy water (D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" name=""/>
          <p:cNvSpPr txBox="1"/>
          <p:nvPr/>
        </p:nvSpPr>
        <p:spPr>
          <a:xfrm>
            <a:off x="7803000" y="41205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" name=""/>
          <p:cNvSpPr txBox="1"/>
          <p:nvPr/>
        </p:nvSpPr>
        <p:spPr>
          <a:xfrm>
            <a:off x="7854840" y="4035960"/>
            <a:ext cx="1500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O, deuterium) or tritium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" name=""/>
          <p:cNvSpPr txBox="1"/>
          <p:nvPr/>
        </p:nvSpPr>
        <p:spPr>
          <a:xfrm>
            <a:off x="786960" y="4243320"/>
            <a:ext cx="8708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into the body.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" name=""/>
          <p:cNvSpPr txBox="1"/>
          <p:nvPr/>
        </p:nvSpPr>
        <p:spPr>
          <a:xfrm>
            <a:off x="1764000" y="4243320"/>
            <a:ext cx="28033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Heavy water is 1.1 times heavier than normal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" name=""/>
          <p:cNvSpPr txBox="1"/>
          <p:nvPr/>
        </p:nvSpPr>
        <p:spPr>
          <a:xfrm>
            <a:off x="4826160" y="4243320"/>
            <a:ext cx="5371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water (H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" name=""/>
          <p:cNvSpPr txBox="1"/>
          <p:nvPr/>
        </p:nvSpPr>
        <p:spPr>
          <a:xfrm>
            <a:off x="5387400" y="432792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" name=""/>
          <p:cNvSpPr txBox="1"/>
          <p:nvPr/>
        </p:nvSpPr>
        <p:spPr>
          <a:xfrm>
            <a:off x="5439240" y="424332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O,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" name=""/>
          <p:cNvSpPr txBox="1"/>
          <p:nvPr/>
        </p:nvSpPr>
        <p:spPr>
          <a:xfrm>
            <a:off x="5638680" y="4243320"/>
            <a:ext cx="7153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light water)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" name=""/>
          <p:cNvSpPr txBox="1"/>
          <p:nvPr/>
        </p:nvSpPr>
        <p:spPr>
          <a:xfrm>
            <a:off x="6438960" y="4243320"/>
            <a:ext cx="17564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and is noted as the chemical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" name=""/>
          <p:cNvSpPr txBox="1"/>
          <p:nvPr/>
        </p:nvSpPr>
        <p:spPr>
          <a:xfrm>
            <a:off x="8400600" y="4243320"/>
            <a:ext cx="6181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formula 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" name=""/>
          <p:cNvSpPr txBox="1"/>
          <p:nvPr/>
        </p:nvSpPr>
        <p:spPr>
          <a:xfrm>
            <a:off x="9043920" y="432792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" name=""/>
          <p:cNvSpPr txBox="1"/>
          <p:nvPr/>
        </p:nvSpPr>
        <p:spPr>
          <a:xfrm>
            <a:off x="9095760" y="424332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" name=""/>
          <p:cNvSpPr txBox="1"/>
          <p:nvPr/>
        </p:nvSpPr>
        <p:spPr>
          <a:xfrm>
            <a:off x="9297000" y="424332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H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" name=""/>
          <p:cNvSpPr txBox="1"/>
          <p:nvPr/>
        </p:nvSpPr>
        <p:spPr>
          <a:xfrm>
            <a:off x="786960" y="4452480"/>
            <a:ext cx="21373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(hydrogen) and D (deuterium) in H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" name=""/>
          <p:cNvSpPr txBox="1"/>
          <p:nvPr/>
        </p:nvSpPr>
        <p:spPr>
          <a:xfrm>
            <a:off x="2916360" y="453708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" name=""/>
          <p:cNvSpPr txBox="1"/>
          <p:nvPr/>
        </p:nvSpPr>
        <p:spPr>
          <a:xfrm>
            <a:off x="2968200" y="4452480"/>
            <a:ext cx="4960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 and 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" name=""/>
          <p:cNvSpPr txBox="1"/>
          <p:nvPr/>
        </p:nvSpPr>
        <p:spPr>
          <a:xfrm>
            <a:off x="3468240" y="453708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" name=""/>
          <p:cNvSpPr txBox="1"/>
          <p:nvPr/>
        </p:nvSpPr>
        <p:spPr>
          <a:xfrm>
            <a:off x="3520080" y="4452480"/>
            <a:ext cx="58561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 are isotopes, meaning that they are same atoms with different number of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neutrons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. Mass of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" name=""/>
          <p:cNvSpPr txBox="1"/>
          <p:nvPr/>
        </p:nvSpPr>
        <p:spPr>
          <a:xfrm>
            <a:off x="786960" y="4661280"/>
            <a:ext cx="1210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 is twice that of H.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" name=""/>
          <p:cNvSpPr txBox="1"/>
          <p:nvPr/>
        </p:nvSpPr>
        <p:spPr>
          <a:xfrm>
            <a:off x="786960" y="5022720"/>
            <a:ext cx="8376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About 4 hours later, when the injection is evenly spread throughout the body, the body fluid is examined for density of the injection for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" name=""/>
          <p:cNvSpPr txBox="1"/>
          <p:nvPr/>
        </p:nvSpPr>
        <p:spPr>
          <a:xfrm>
            <a:off x="786960" y="5231160"/>
            <a:ext cx="1216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measuring the total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" name=""/>
          <p:cNvSpPr txBox="1"/>
          <p:nvPr/>
        </p:nvSpPr>
        <p:spPr>
          <a:xfrm>
            <a:off x="2075040" y="5231160"/>
            <a:ext cx="7092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body water. Heavy water has the same characteristics as water. It easily dissolves into the body fluid. And it can be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9" name=""/>
          <p:cNvSpPr txBox="1"/>
          <p:nvPr/>
        </p:nvSpPr>
        <p:spPr>
          <a:xfrm>
            <a:off x="786960" y="5438520"/>
            <a:ext cx="3506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separated for measurement because it is an isotope of H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0" name=""/>
          <p:cNvSpPr txBox="1"/>
          <p:nvPr/>
        </p:nvSpPr>
        <p:spPr>
          <a:xfrm>
            <a:off x="4283640" y="552312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1" name=""/>
          <p:cNvSpPr txBox="1"/>
          <p:nvPr/>
        </p:nvSpPr>
        <p:spPr>
          <a:xfrm>
            <a:off x="4335480" y="543852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2" name=""/>
          <p:cNvSpPr txBox="1"/>
          <p:nvPr/>
        </p:nvSpPr>
        <p:spPr>
          <a:xfrm>
            <a:off x="786960" y="5799960"/>
            <a:ext cx="2131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When the patient drinks 100g of 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3" name=""/>
          <p:cNvSpPr txBox="1"/>
          <p:nvPr/>
        </p:nvSpPr>
        <p:spPr>
          <a:xfrm>
            <a:off x="2943720" y="58845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4" name=""/>
          <p:cNvSpPr txBox="1"/>
          <p:nvPr/>
        </p:nvSpPr>
        <p:spPr>
          <a:xfrm>
            <a:off x="2995560" y="5799960"/>
            <a:ext cx="5083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O, the 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5" name=""/>
          <p:cNvSpPr txBox="1"/>
          <p:nvPr/>
        </p:nvSpPr>
        <p:spPr>
          <a:xfrm>
            <a:off x="3511080" y="58845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6" name=""/>
          <p:cNvSpPr txBox="1"/>
          <p:nvPr/>
        </p:nvSpPr>
        <p:spPr>
          <a:xfrm>
            <a:off x="3562920" y="5799960"/>
            <a:ext cx="4877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 gets diluted in the body and spreads all throughout.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After the body water (H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" name=""/>
          <p:cNvSpPr txBox="1"/>
          <p:nvPr/>
        </p:nvSpPr>
        <p:spPr>
          <a:xfrm>
            <a:off x="8493480" y="58845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" name=""/>
          <p:cNvSpPr txBox="1"/>
          <p:nvPr/>
        </p:nvSpPr>
        <p:spPr>
          <a:xfrm>
            <a:off x="8545320" y="5799960"/>
            <a:ext cx="835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O) and heavy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" name=""/>
          <p:cNvSpPr txBox="1"/>
          <p:nvPr/>
        </p:nvSpPr>
        <p:spPr>
          <a:xfrm>
            <a:off x="786960" y="6008760"/>
            <a:ext cx="550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water (D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" name=""/>
          <p:cNvSpPr txBox="1"/>
          <p:nvPr/>
        </p:nvSpPr>
        <p:spPr>
          <a:xfrm>
            <a:off x="1334160" y="60933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" name=""/>
          <p:cNvSpPr txBox="1"/>
          <p:nvPr/>
        </p:nvSpPr>
        <p:spPr>
          <a:xfrm>
            <a:off x="1386000" y="6008760"/>
            <a:ext cx="29649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O) are completely diluted for 4 hours, water (H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" name=""/>
          <p:cNvSpPr txBox="1"/>
          <p:nvPr/>
        </p:nvSpPr>
        <p:spPr>
          <a:xfrm>
            <a:off x="4353840" y="60933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" name=""/>
          <p:cNvSpPr txBox="1"/>
          <p:nvPr/>
        </p:nvSpPr>
        <p:spPr>
          <a:xfrm>
            <a:off x="4405680" y="6008760"/>
            <a:ext cx="275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O+D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" name=""/>
          <p:cNvSpPr txBox="1"/>
          <p:nvPr/>
        </p:nvSpPr>
        <p:spPr>
          <a:xfrm>
            <a:off x="4681440" y="60933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" name=""/>
          <p:cNvSpPr txBox="1"/>
          <p:nvPr/>
        </p:nvSpPr>
        <p:spPr>
          <a:xfrm>
            <a:off x="4733280" y="6008760"/>
            <a:ext cx="2061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O) is extracted from saliva and H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" name=""/>
          <p:cNvSpPr txBox="1"/>
          <p:nvPr/>
        </p:nvSpPr>
        <p:spPr>
          <a:xfrm>
            <a:off x="6792480" y="60933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" name=""/>
          <p:cNvSpPr txBox="1"/>
          <p:nvPr/>
        </p:nvSpPr>
        <p:spPr>
          <a:xfrm>
            <a:off x="6842880" y="6008760"/>
            <a:ext cx="5065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 and 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" name=""/>
          <p:cNvSpPr txBox="1"/>
          <p:nvPr/>
        </p:nvSpPr>
        <p:spPr>
          <a:xfrm>
            <a:off x="7355160" y="60933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" name=""/>
          <p:cNvSpPr txBox="1"/>
          <p:nvPr/>
        </p:nvSpPr>
        <p:spPr>
          <a:xfrm>
            <a:off x="7407000" y="6008760"/>
            <a:ext cx="19836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 are separated using the mass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" name=""/>
          <p:cNvSpPr txBox="1"/>
          <p:nvPr/>
        </p:nvSpPr>
        <p:spPr>
          <a:xfrm>
            <a:off x="786960" y="6217560"/>
            <a:ext cx="16574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difference, and then the 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" name=""/>
          <p:cNvSpPr txBox="1"/>
          <p:nvPr/>
        </p:nvSpPr>
        <p:spPr>
          <a:xfrm>
            <a:off x="2489760" y="63021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" name=""/>
          <p:cNvSpPr txBox="1"/>
          <p:nvPr/>
        </p:nvSpPr>
        <p:spPr>
          <a:xfrm>
            <a:off x="2541240" y="6217560"/>
            <a:ext cx="2550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 concentration is obtained.</a:t>
            </a:r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Then, the 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" name=""/>
          <p:cNvSpPr txBox="1"/>
          <p:nvPr/>
        </p:nvSpPr>
        <p:spPr>
          <a:xfrm>
            <a:off x="5153760" y="63021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" name=""/>
          <p:cNvSpPr txBox="1"/>
          <p:nvPr/>
        </p:nvSpPr>
        <p:spPr>
          <a:xfrm>
            <a:off x="5205600" y="6217560"/>
            <a:ext cx="834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 100g and 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" name=""/>
          <p:cNvSpPr txBox="1"/>
          <p:nvPr/>
        </p:nvSpPr>
        <p:spPr>
          <a:xfrm>
            <a:off x="6073200" y="63021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" name=""/>
          <p:cNvSpPr txBox="1"/>
          <p:nvPr/>
        </p:nvSpPr>
        <p:spPr>
          <a:xfrm>
            <a:off x="6125040" y="6217560"/>
            <a:ext cx="3208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 concentrations are used for calculating total body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7" name=""/>
          <p:cNvSpPr txBox="1"/>
          <p:nvPr/>
        </p:nvSpPr>
        <p:spPr>
          <a:xfrm>
            <a:off x="786960" y="6426360"/>
            <a:ext cx="5371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water (H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8" name=""/>
          <p:cNvSpPr txBox="1"/>
          <p:nvPr/>
        </p:nvSpPr>
        <p:spPr>
          <a:xfrm>
            <a:off x="1319040" y="6510960"/>
            <a:ext cx="10188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9" name=""/>
          <p:cNvSpPr txBox="1"/>
          <p:nvPr/>
        </p:nvSpPr>
        <p:spPr>
          <a:xfrm>
            <a:off x="1370880" y="6426360"/>
            <a:ext cx="185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O).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" name=""/>
          <p:cNvSpPr txBox="1"/>
          <p:nvPr/>
        </p:nvSpPr>
        <p:spPr>
          <a:xfrm>
            <a:off x="5738040" y="2130120"/>
            <a:ext cx="15048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Deuterium dilution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(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" name=""/>
          <p:cNvSpPr txBox="1"/>
          <p:nvPr/>
        </p:nvSpPr>
        <p:spPr>
          <a:xfrm>
            <a:off x="7240680" y="2133360"/>
            <a:ext cx="118440" cy="14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39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93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" name=""/>
          <p:cNvSpPr txBox="1"/>
          <p:nvPr/>
        </p:nvSpPr>
        <p:spPr>
          <a:xfrm>
            <a:off x="7301880" y="2130120"/>
            <a:ext cx="177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H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" name=""/>
          <p:cNvSpPr txBox="1"/>
          <p:nvPr/>
        </p:nvSpPr>
        <p:spPr>
          <a:xfrm>
            <a:off x="7413120" y="2229480"/>
            <a:ext cx="118440" cy="14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39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93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" name=""/>
          <p:cNvSpPr txBox="1"/>
          <p:nvPr/>
        </p:nvSpPr>
        <p:spPr>
          <a:xfrm>
            <a:off x="7473960" y="2130120"/>
            <a:ext cx="4640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O or D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" name=""/>
          <p:cNvSpPr txBox="1"/>
          <p:nvPr/>
        </p:nvSpPr>
        <p:spPr>
          <a:xfrm>
            <a:off x="7934400" y="2229480"/>
            <a:ext cx="118440" cy="14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39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93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" name=""/>
          <p:cNvSpPr txBox="1"/>
          <p:nvPr/>
        </p:nvSpPr>
        <p:spPr>
          <a:xfrm>
            <a:off x="7995600" y="2130120"/>
            <a:ext cx="7383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O) -&gt; TBW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" name=""/>
          <p:cNvSpPr txBox="1"/>
          <p:nvPr/>
        </p:nvSpPr>
        <p:spPr>
          <a:xfrm>
            <a:off x="5777640" y="2495520"/>
            <a:ext cx="2301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Sodium bromide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(NaBr) -&gt; ECW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81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82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783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784" name="" descr=""/>
          <p:cNvPicPr/>
          <p:nvPr/>
        </p:nvPicPr>
        <p:blipFill>
          <a:blip r:embed="rId2"/>
          <a:stretch/>
        </p:blipFill>
        <p:spPr>
          <a:xfrm>
            <a:off x="1208520" y="1708560"/>
            <a:ext cx="4239360" cy="1851480"/>
          </a:xfrm>
          <a:prstGeom prst="rect">
            <a:avLst/>
          </a:prstGeom>
          <a:ln w="0">
            <a:noFill/>
          </a:ln>
        </p:spPr>
      </p:pic>
      <p:sp>
        <p:nvSpPr>
          <p:cNvPr id="785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" name=""/>
          <p:cNvSpPr txBox="1"/>
          <p:nvPr/>
        </p:nvSpPr>
        <p:spPr>
          <a:xfrm>
            <a:off x="5791320" y="2328120"/>
            <a:ext cx="15048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Deuterium dilution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(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" name=""/>
          <p:cNvSpPr txBox="1"/>
          <p:nvPr/>
        </p:nvSpPr>
        <p:spPr>
          <a:xfrm>
            <a:off x="7293960" y="2331360"/>
            <a:ext cx="118440" cy="14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39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93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" name=""/>
          <p:cNvSpPr txBox="1"/>
          <p:nvPr/>
        </p:nvSpPr>
        <p:spPr>
          <a:xfrm>
            <a:off x="7355160" y="2328120"/>
            <a:ext cx="177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H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9" name=""/>
          <p:cNvSpPr txBox="1"/>
          <p:nvPr/>
        </p:nvSpPr>
        <p:spPr>
          <a:xfrm>
            <a:off x="7466760" y="2427480"/>
            <a:ext cx="118440" cy="14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39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93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0" name=""/>
          <p:cNvSpPr txBox="1"/>
          <p:nvPr/>
        </p:nvSpPr>
        <p:spPr>
          <a:xfrm>
            <a:off x="7527600" y="2328120"/>
            <a:ext cx="4640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O or D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1" name=""/>
          <p:cNvSpPr txBox="1"/>
          <p:nvPr/>
        </p:nvSpPr>
        <p:spPr>
          <a:xfrm>
            <a:off x="7988040" y="2427480"/>
            <a:ext cx="118440" cy="14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39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93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" name=""/>
          <p:cNvSpPr txBox="1"/>
          <p:nvPr/>
        </p:nvSpPr>
        <p:spPr>
          <a:xfrm>
            <a:off x="8048880" y="2328120"/>
            <a:ext cx="7383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O) -&gt; TBW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" name=""/>
          <p:cNvSpPr txBox="1"/>
          <p:nvPr/>
        </p:nvSpPr>
        <p:spPr>
          <a:xfrm>
            <a:off x="5830920" y="2693880"/>
            <a:ext cx="2301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Sodium bromide</a:t>
            </a:r>
            <a:r>
              <a:rPr b="0" lang="en-US" sz="1410" spc="-1" strike="noStrike">
                <a:solidFill>
                  <a:srgbClr val="000000"/>
                </a:solidFill>
                <a:latin typeface="Calibri"/>
                <a:ea typeface="Calibri"/>
              </a:rPr>
              <a:t> (NaBr) -&gt; ECW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" name=""/>
          <p:cNvSpPr txBox="1"/>
          <p:nvPr/>
        </p:nvSpPr>
        <p:spPr>
          <a:xfrm>
            <a:off x="1534680" y="401976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A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" name=""/>
          <p:cNvSpPr txBox="1"/>
          <p:nvPr/>
        </p:nvSpPr>
        <p:spPr>
          <a:xfrm>
            <a:off x="1764720" y="4237200"/>
            <a:ext cx="633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" name=""/>
          <p:cNvSpPr txBox="1"/>
          <p:nvPr/>
        </p:nvSpPr>
        <p:spPr>
          <a:xfrm>
            <a:off x="2449440" y="4633920"/>
            <a:ext cx="33703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Gold standard body water measurement (TBW, ECW)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" name=""/>
          <p:cNvSpPr txBox="1"/>
          <p:nvPr/>
        </p:nvSpPr>
        <p:spPr>
          <a:xfrm>
            <a:off x="1534680" y="496476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" name=""/>
          <p:cNvSpPr txBox="1"/>
          <p:nvPr/>
        </p:nvSpPr>
        <p:spPr>
          <a:xfrm>
            <a:off x="1775520" y="5182560"/>
            <a:ext cx="801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isadvantages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" name=""/>
          <p:cNvSpPr txBox="1"/>
          <p:nvPr/>
        </p:nvSpPr>
        <p:spPr>
          <a:xfrm>
            <a:off x="2449440" y="5426280"/>
            <a:ext cx="35409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Dilution method takes a long time and requires an expert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" name=""/>
          <p:cNvSpPr txBox="1"/>
          <p:nvPr/>
        </p:nvSpPr>
        <p:spPr>
          <a:xfrm>
            <a:off x="2449440" y="5609160"/>
            <a:ext cx="5779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Subject can not eat, drink any food and also can not go to the bathroom for at least 2-3 hours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" name=""/>
          <p:cNvSpPr txBox="1"/>
          <p:nvPr/>
        </p:nvSpPr>
        <p:spPr>
          <a:xfrm>
            <a:off x="2449440" y="5792040"/>
            <a:ext cx="35866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Usually performed in research centers or certain hospitals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" name=""/>
          <p:cNvSpPr txBox="1"/>
          <p:nvPr/>
        </p:nvSpPr>
        <p:spPr>
          <a:xfrm>
            <a:off x="751680" y="1131840"/>
            <a:ext cx="3859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[Dilution Method (Deuterium, Bromide)]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0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0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80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809" name=""/>
          <p:cNvSpPr txBox="1"/>
          <p:nvPr/>
        </p:nvSpPr>
        <p:spPr>
          <a:xfrm>
            <a:off x="436320" y="423360"/>
            <a:ext cx="62276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Body Composition Analysis Methods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810" name="" descr=""/>
          <p:cNvPicPr/>
          <p:nvPr/>
        </p:nvPicPr>
        <p:blipFill>
          <a:blip r:embed="rId2"/>
          <a:stretch/>
        </p:blipFill>
        <p:spPr>
          <a:xfrm>
            <a:off x="2188440" y="3538800"/>
            <a:ext cx="2259720" cy="1084680"/>
          </a:xfrm>
          <a:prstGeom prst="rect">
            <a:avLst/>
          </a:prstGeom>
          <a:ln w="0">
            <a:noFill/>
          </a:ln>
        </p:spPr>
      </p:pic>
      <p:sp>
        <p:nvSpPr>
          <p:cNvPr id="811" name=""/>
          <p:cNvSpPr/>
          <p:nvPr/>
        </p:nvSpPr>
        <p:spPr>
          <a:xfrm>
            <a:off x="1455840" y="2600640"/>
            <a:ext cx="0" cy="478440"/>
          </a:xfrm>
          <a:prstGeom prst="line">
            <a:avLst/>
          </a:prstGeom>
          <a:ln w="2844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" name=""/>
          <p:cNvSpPr/>
          <p:nvPr/>
        </p:nvSpPr>
        <p:spPr>
          <a:xfrm>
            <a:off x="2131200" y="2600640"/>
            <a:ext cx="0" cy="478440"/>
          </a:xfrm>
          <a:prstGeom prst="line">
            <a:avLst/>
          </a:prstGeom>
          <a:ln w="2844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3" name=""/>
          <p:cNvSpPr/>
          <p:nvPr/>
        </p:nvSpPr>
        <p:spPr>
          <a:xfrm>
            <a:off x="1455840" y="2982960"/>
            <a:ext cx="675720" cy="192600"/>
          </a:xfrm>
          <a:custGeom>
            <a:avLst/>
            <a:gdLst/>
            <a:ahLst/>
            <a:rect l="0" t="0" r="r" b="b"/>
            <a:pathLst>
              <a:path w="1877" h="535">
                <a:moveTo>
                  <a:pt x="0" y="267"/>
                </a:moveTo>
                <a:cubicBezTo>
                  <a:pt x="0" y="119"/>
                  <a:pt x="420" y="0"/>
                  <a:pt x="939" y="0"/>
                </a:cubicBezTo>
                <a:cubicBezTo>
                  <a:pt x="1457" y="0"/>
                  <a:pt x="1877" y="119"/>
                  <a:pt x="1877" y="267"/>
                </a:cubicBezTo>
                <a:cubicBezTo>
                  <a:pt x="1877" y="414"/>
                  <a:pt x="1457" y="535"/>
                  <a:pt x="939" y="535"/>
                </a:cubicBezTo>
                <a:cubicBezTo>
                  <a:pt x="420" y="535"/>
                  <a:pt x="0" y="414"/>
                  <a:pt x="0" y="267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4" name=""/>
          <p:cNvSpPr/>
          <p:nvPr/>
        </p:nvSpPr>
        <p:spPr>
          <a:xfrm>
            <a:off x="1455120" y="2950200"/>
            <a:ext cx="675720" cy="192600"/>
          </a:xfrm>
          <a:custGeom>
            <a:avLst/>
            <a:gdLst/>
            <a:ahLst/>
            <a:rect l="0" t="0" r="r" b="b"/>
            <a:pathLst>
              <a:path w="1877" h="535">
                <a:moveTo>
                  <a:pt x="0" y="268"/>
                </a:moveTo>
                <a:cubicBezTo>
                  <a:pt x="0" y="120"/>
                  <a:pt x="420" y="0"/>
                  <a:pt x="939" y="0"/>
                </a:cubicBezTo>
                <a:cubicBezTo>
                  <a:pt x="1457" y="0"/>
                  <a:pt x="1877" y="120"/>
                  <a:pt x="1877" y="268"/>
                </a:cubicBezTo>
                <a:cubicBezTo>
                  <a:pt x="1877" y="415"/>
                  <a:pt x="1457" y="535"/>
                  <a:pt x="939" y="535"/>
                </a:cubicBezTo>
                <a:cubicBezTo>
                  <a:pt x="420" y="535"/>
                  <a:pt x="0" y="415"/>
                  <a:pt x="0" y="26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" name=""/>
          <p:cNvSpPr/>
          <p:nvPr/>
        </p:nvSpPr>
        <p:spPr>
          <a:xfrm>
            <a:off x="1474920" y="2770560"/>
            <a:ext cx="636120" cy="308160"/>
          </a:xfrm>
          <a:custGeom>
            <a:avLst/>
            <a:gdLst/>
            <a:ahLst/>
            <a:rect l="0" t="0" r="r" b="b"/>
            <a:pathLst>
              <a:path w="1767" h="856">
                <a:moveTo>
                  <a:pt x="0" y="856"/>
                </a:moveTo>
                <a:lnTo>
                  <a:pt x="1767" y="856"/>
                </a:lnTo>
                <a:lnTo>
                  <a:pt x="1767" y="0"/>
                </a:lnTo>
                <a:lnTo>
                  <a:pt x="0" y="0"/>
                </a:lnTo>
                <a:lnTo>
                  <a:pt x="0" y="856"/>
                </a:lnTo>
                <a:close/>
              </a:path>
            </a:pathLst>
          </a:custGeom>
          <a:solidFill>
            <a:srgbClr val="ffff66"/>
          </a:solidFill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" name=""/>
          <p:cNvSpPr/>
          <p:nvPr/>
        </p:nvSpPr>
        <p:spPr>
          <a:xfrm>
            <a:off x="1474920" y="2973240"/>
            <a:ext cx="636120" cy="181440"/>
          </a:xfrm>
          <a:custGeom>
            <a:avLst/>
            <a:gdLst/>
            <a:ahLst/>
            <a:rect l="0" t="0" r="r" b="b"/>
            <a:pathLst>
              <a:path w="1767" h="504">
                <a:moveTo>
                  <a:pt x="0" y="253"/>
                </a:moveTo>
                <a:cubicBezTo>
                  <a:pt x="0" y="114"/>
                  <a:pt x="396" y="0"/>
                  <a:pt x="884" y="0"/>
                </a:cubicBezTo>
                <a:cubicBezTo>
                  <a:pt x="1372" y="0"/>
                  <a:pt x="1767" y="114"/>
                  <a:pt x="1767" y="253"/>
                </a:cubicBezTo>
                <a:cubicBezTo>
                  <a:pt x="1767" y="392"/>
                  <a:pt x="1372" y="504"/>
                  <a:pt x="884" y="504"/>
                </a:cubicBezTo>
                <a:cubicBezTo>
                  <a:pt x="396" y="504"/>
                  <a:pt x="0" y="392"/>
                  <a:pt x="0" y="253"/>
                </a:cubicBezTo>
                <a:close/>
              </a:path>
            </a:pathLst>
          </a:custGeom>
          <a:solidFill>
            <a:srgbClr val="ffff66"/>
          </a:solidFill>
          <a:ln w="6120">
            <a:solidFill>
              <a:srgbClr val="000000"/>
            </a:solidFill>
            <a:round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" name=""/>
          <p:cNvSpPr/>
          <p:nvPr/>
        </p:nvSpPr>
        <p:spPr>
          <a:xfrm>
            <a:off x="1479600" y="2674440"/>
            <a:ext cx="635760" cy="180360"/>
          </a:xfrm>
          <a:custGeom>
            <a:avLst/>
            <a:gdLst/>
            <a:ahLst/>
            <a:rect l="0" t="0" r="r" b="b"/>
            <a:pathLst>
              <a:path w="1766" h="501">
                <a:moveTo>
                  <a:pt x="0" y="250"/>
                </a:moveTo>
                <a:cubicBezTo>
                  <a:pt x="0" y="112"/>
                  <a:pt x="396" y="0"/>
                  <a:pt x="884" y="0"/>
                </a:cubicBezTo>
                <a:cubicBezTo>
                  <a:pt x="1371" y="0"/>
                  <a:pt x="1766" y="112"/>
                  <a:pt x="1766" y="250"/>
                </a:cubicBezTo>
                <a:cubicBezTo>
                  <a:pt x="1766" y="389"/>
                  <a:pt x="1371" y="501"/>
                  <a:pt x="884" y="501"/>
                </a:cubicBezTo>
                <a:cubicBezTo>
                  <a:pt x="396" y="501"/>
                  <a:pt x="0" y="389"/>
                  <a:pt x="0" y="250"/>
                </a:cubicBezTo>
                <a:close/>
              </a:path>
            </a:pathLst>
          </a:custGeom>
          <a:solidFill>
            <a:srgbClr val="ffff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" name=""/>
          <p:cNvSpPr/>
          <p:nvPr/>
        </p:nvSpPr>
        <p:spPr>
          <a:xfrm>
            <a:off x="1479600" y="2674440"/>
            <a:ext cx="635760" cy="180360"/>
          </a:xfrm>
          <a:custGeom>
            <a:avLst/>
            <a:gdLst/>
            <a:ahLst/>
            <a:rect l="0" t="0" r="r" b="b"/>
            <a:pathLst>
              <a:path w="1766" h="501">
                <a:moveTo>
                  <a:pt x="0" y="250"/>
                </a:moveTo>
                <a:cubicBezTo>
                  <a:pt x="0" y="112"/>
                  <a:pt x="396" y="0"/>
                  <a:pt x="884" y="0"/>
                </a:cubicBezTo>
                <a:cubicBezTo>
                  <a:pt x="1371" y="0"/>
                  <a:pt x="1766" y="112"/>
                  <a:pt x="1766" y="250"/>
                </a:cubicBezTo>
                <a:cubicBezTo>
                  <a:pt x="1766" y="389"/>
                  <a:pt x="1371" y="501"/>
                  <a:pt x="884" y="501"/>
                </a:cubicBezTo>
                <a:cubicBezTo>
                  <a:pt x="396" y="501"/>
                  <a:pt x="0" y="389"/>
                  <a:pt x="0" y="250"/>
                </a:cubicBezTo>
                <a:close/>
              </a:path>
            </a:pathLst>
          </a:custGeom>
          <a:noFill/>
          <a:ln w="6120">
            <a:solidFill>
              <a:srgbClr val="000000"/>
            </a:solidFill>
            <a:round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" name=""/>
          <p:cNvSpPr/>
          <p:nvPr/>
        </p:nvSpPr>
        <p:spPr>
          <a:xfrm>
            <a:off x="1455840" y="2504520"/>
            <a:ext cx="675720" cy="192240"/>
          </a:xfrm>
          <a:custGeom>
            <a:avLst/>
            <a:gdLst/>
            <a:ahLst/>
            <a:rect l="0" t="0" r="r" b="b"/>
            <a:pathLst>
              <a:path w="1877" h="534">
                <a:moveTo>
                  <a:pt x="0" y="268"/>
                </a:moveTo>
                <a:cubicBezTo>
                  <a:pt x="0" y="119"/>
                  <a:pt x="420" y="0"/>
                  <a:pt x="939" y="0"/>
                </a:cubicBezTo>
                <a:cubicBezTo>
                  <a:pt x="1457" y="0"/>
                  <a:pt x="1877" y="119"/>
                  <a:pt x="1877" y="268"/>
                </a:cubicBezTo>
                <a:cubicBezTo>
                  <a:pt x="1877" y="415"/>
                  <a:pt x="1457" y="534"/>
                  <a:pt x="939" y="534"/>
                </a:cubicBezTo>
                <a:cubicBezTo>
                  <a:pt x="420" y="534"/>
                  <a:pt x="0" y="415"/>
                  <a:pt x="0" y="268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" name=""/>
          <p:cNvSpPr/>
          <p:nvPr/>
        </p:nvSpPr>
        <p:spPr>
          <a:xfrm>
            <a:off x="2051280" y="2854440"/>
            <a:ext cx="0" cy="6372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" name=""/>
          <p:cNvSpPr/>
          <p:nvPr/>
        </p:nvSpPr>
        <p:spPr>
          <a:xfrm>
            <a:off x="2011680" y="2886120"/>
            <a:ext cx="0" cy="19224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" name=""/>
          <p:cNvSpPr/>
          <p:nvPr/>
        </p:nvSpPr>
        <p:spPr>
          <a:xfrm>
            <a:off x="2051280" y="2982240"/>
            <a:ext cx="0" cy="6408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" name=""/>
          <p:cNvSpPr/>
          <p:nvPr/>
        </p:nvSpPr>
        <p:spPr>
          <a:xfrm>
            <a:off x="3574440" y="2615760"/>
            <a:ext cx="0" cy="478440"/>
          </a:xfrm>
          <a:prstGeom prst="line">
            <a:avLst/>
          </a:prstGeom>
          <a:ln w="2844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" name=""/>
          <p:cNvSpPr/>
          <p:nvPr/>
        </p:nvSpPr>
        <p:spPr>
          <a:xfrm>
            <a:off x="4250880" y="2615760"/>
            <a:ext cx="0" cy="478440"/>
          </a:xfrm>
          <a:prstGeom prst="line">
            <a:avLst/>
          </a:prstGeom>
          <a:ln w="2844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" name=""/>
          <p:cNvSpPr/>
          <p:nvPr/>
        </p:nvSpPr>
        <p:spPr>
          <a:xfrm>
            <a:off x="3574440" y="2998440"/>
            <a:ext cx="676800" cy="192240"/>
          </a:xfrm>
          <a:custGeom>
            <a:avLst/>
            <a:gdLst/>
            <a:ahLst/>
            <a:rect l="0" t="0" r="r" b="b"/>
            <a:pathLst>
              <a:path w="1880" h="534">
                <a:moveTo>
                  <a:pt x="0" y="266"/>
                </a:moveTo>
                <a:cubicBezTo>
                  <a:pt x="0" y="119"/>
                  <a:pt x="422" y="0"/>
                  <a:pt x="941" y="0"/>
                </a:cubicBezTo>
                <a:cubicBezTo>
                  <a:pt x="1460" y="0"/>
                  <a:pt x="1880" y="119"/>
                  <a:pt x="1880" y="266"/>
                </a:cubicBezTo>
                <a:cubicBezTo>
                  <a:pt x="1880" y="414"/>
                  <a:pt x="1460" y="534"/>
                  <a:pt x="941" y="534"/>
                </a:cubicBezTo>
                <a:cubicBezTo>
                  <a:pt x="422" y="534"/>
                  <a:pt x="0" y="414"/>
                  <a:pt x="0" y="266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" name=""/>
          <p:cNvSpPr/>
          <p:nvPr/>
        </p:nvSpPr>
        <p:spPr>
          <a:xfrm>
            <a:off x="3573720" y="2967120"/>
            <a:ext cx="676800" cy="190800"/>
          </a:xfrm>
          <a:custGeom>
            <a:avLst/>
            <a:gdLst/>
            <a:ahLst/>
            <a:rect l="0" t="0" r="r" b="b"/>
            <a:pathLst>
              <a:path w="1880" h="530">
                <a:moveTo>
                  <a:pt x="0" y="264"/>
                </a:moveTo>
                <a:cubicBezTo>
                  <a:pt x="0" y="118"/>
                  <a:pt x="422" y="0"/>
                  <a:pt x="940" y="0"/>
                </a:cubicBezTo>
                <a:cubicBezTo>
                  <a:pt x="1459" y="0"/>
                  <a:pt x="1880" y="118"/>
                  <a:pt x="1880" y="264"/>
                </a:cubicBezTo>
                <a:cubicBezTo>
                  <a:pt x="1880" y="410"/>
                  <a:pt x="1459" y="530"/>
                  <a:pt x="940" y="530"/>
                </a:cubicBezTo>
                <a:cubicBezTo>
                  <a:pt x="422" y="530"/>
                  <a:pt x="0" y="410"/>
                  <a:pt x="0" y="264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" name=""/>
          <p:cNvSpPr/>
          <p:nvPr/>
        </p:nvSpPr>
        <p:spPr>
          <a:xfrm>
            <a:off x="3593520" y="2791800"/>
            <a:ext cx="637200" cy="306720"/>
          </a:xfrm>
          <a:custGeom>
            <a:avLst/>
            <a:gdLst/>
            <a:ahLst/>
            <a:rect l="0" t="0" r="r" b="b"/>
            <a:pathLst>
              <a:path w="1770" h="852">
                <a:moveTo>
                  <a:pt x="0" y="852"/>
                </a:moveTo>
                <a:lnTo>
                  <a:pt x="1770" y="852"/>
                </a:lnTo>
                <a:lnTo>
                  <a:pt x="1770" y="0"/>
                </a:lnTo>
                <a:lnTo>
                  <a:pt x="0" y="0"/>
                </a:lnTo>
                <a:lnTo>
                  <a:pt x="0" y="852"/>
                </a:lnTo>
                <a:close/>
              </a:path>
            </a:pathLst>
          </a:custGeom>
          <a:solidFill>
            <a:srgbClr val="f8f8f8"/>
          </a:solidFill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" name=""/>
          <p:cNvSpPr/>
          <p:nvPr/>
        </p:nvSpPr>
        <p:spPr>
          <a:xfrm>
            <a:off x="3593520" y="2994480"/>
            <a:ext cx="637200" cy="180360"/>
          </a:xfrm>
          <a:custGeom>
            <a:avLst/>
            <a:gdLst/>
            <a:ahLst/>
            <a:rect l="0" t="0" r="r" b="b"/>
            <a:pathLst>
              <a:path w="1770" h="501">
                <a:moveTo>
                  <a:pt x="0" y="250"/>
                </a:moveTo>
                <a:cubicBezTo>
                  <a:pt x="0" y="112"/>
                  <a:pt x="396" y="0"/>
                  <a:pt x="884" y="0"/>
                </a:cubicBezTo>
                <a:cubicBezTo>
                  <a:pt x="1373" y="0"/>
                  <a:pt x="1770" y="112"/>
                  <a:pt x="1770" y="250"/>
                </a:cubicBezTo>
                <a:cubicBezTo>
                  <a:pt x="1770" y="388"/>
                  <a:pt x="1373" y="501"/>
                  <a:pt x="884" y="501"/>
                </a:cubicBezTo>
                <a:cubicBezTo>
                  <a:pt x="396" y="501"/>
                  <a:pt x="0" y="388"/>
                  <a:pt x="0" y="250"/>
                </a:cubicBezTo>
                <a:close/>
              </a:path>
            </a:pathLst>
          </a:custGeom>
          <a:solidFill>
            <a:srgbClr val="f8f8f8"/>
          </a:solidFill>
          <a:ln w="6120">
            <a:solidFill>
              <a:srgbClr val="000000"/>
            </a:solidFill>
            <a:round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" name=""/>
          <p:cNvSpPr/>
          <p:nvPr/>
        </p:nvSpPr>
        <p:spPr>
          <a:xfrm>
            <a:off x="3597840" y="2695680"/>
            <a:ext cx="637560" cy="180360"/>
          </a:xfrm>
          <a:custGeom>
            <a:avLst/>
            <a:gdLst/>
            <a:ahLst/>
            <a:rect l="0" t="0" r="r" b="b"/>
            <a:pathLst>
              <a:path w="1771" h="501">
                <a:moveTo>
                  <a:pt x="0" y="251"/>
                </a:moveTo>
                <a:cubicBezTo>
                  <a:pt x="0" y="112"/>
                  <a:pt x="397" y="0"/>
                  <a:pt x="885" y="0"/>
                </a:cubicBezTo>
                <a:cubicBezTo>
                  <a:pt x="1374" y="0"/>
                  <a:pt x="1771" y="112"/>
                  <a:pt x="1771" y="251"/>
                </a:cubicBezTo>
                <a:cubicBezTo>
                  <a:pt x="1771" y="389"/>
                  <a:pt x="1374" y="501"/>
                  <a:pt x="885" y="501"/>
                </a:cubicBezTo>
                <a:cubicBezTo>
                  <a:pt x="397" y="501"/>
                  <a:pt x="0" y="389"/>
                  <a:pt x="0" y="251"/>
                </a:cubicBezTo>
                <a:close/>
              </a:path>
            </a:pathLst>
          </a:custGeom>
          <a:solidFill>
            <a:srgbClr val="f8f8f8"/>
          </a:solidFill>
          <a:ln w="6120">
            <a:solidFill>
              <a:srgbClr val="000000"/>
            </a:solidFill>
            <a:round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" name=""/>
          <p:cNvSpPr/>
          <p:nvPr/>
        </p:nvSpPr>
        <p:spPr>
          <a:xfrm>
            <a:off x="3574440" y="2521440"/>
            <a:ext cx="676800" cy="190800"/>
          </a:xfrm>
          <a:custGeom>
            <a:avLst/>
            <a:gdLst/>
            <a:ahLst/>
            <a:rect l="0" t="0" r="r" b="b"/>
            <a:pathLst>
              <a:path w="1880" h="530">
                <a:moveTo>
                  <a:pt x="0" y="265"/>
                </a:moveTo>
                <a:cubicBezTo>
                  <a:pt x="0" y="118"/>
                  <a:pt x="422" y="0"/>
                  <a:pt x="941" y="0"/>
                </a:cubicBezTo>
                <a:cubicBezTo>
                  <a:pt x="1460" y="0"/>
                  <a:pt x="1880" y="118"/>
                  <a:pt x="1880" y="265"/>
                </a:cubicBezTo>
                <a:cubicBezTo>
                  <a:pt x="1880" y="411"/>
                  <a:pt x="1460" y="530"/>
                  <a:pt x="941" y="530"/>
                </a:cubicBezTo>
                <a:cubicBezTo>
                  <a:pt x="422" y="530"/>
                  <a:pt x="0" y="411"/>
                  <a:pt x="0" y="265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" name=""/>
          <p:cNvSpPr/>
          <p:nvPr/>
        </p:nvSpPr>
        <p:spPr>
          <a:xfrm>
            <a:off x="4169520" y="2871000"/>
            <a:ext cx="0" cy="6408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" name=""/>
          <p:cNvSpPr/>
          <p:nvPr/>
        </p:nvSpPr>
        <p:spPr>
          <a:xfrm>
            <a:off x="4129920" y="2903040"/>
            <a:ext cx="0" cy="19044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" name=""/>
          <p:cNvSpPr/>
          <p:nvPr/>
        </p:nvSpPr>
        <p:spPr>
          <a:xfrm>
            <a:off x="4169520" y="2997360"/>
            <a:ext cx="0" cy="6408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4" name=""/>
          <p:cNvSpPr/>
          <p:nvPr/>
        </p:nvSpPr>
        <p:spPr>
          <a:xfrm flipV="1">
            <a:off x="1932840" y="2312640"/>
            <a:ext cx="0" cy="670320"/>
          </a:xfrm>
          <a:prstGeom prst="line">
            <a:avLst/>
          </a:prstGeom>
          <a:ln w="28440">
            <a:solidFill>
              <a:srgbClr val="e7e6e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5" name=""/>
          <p:cNvSpPr/>
          <p:nvPr/>
        </p:nvSpPr>
        <p:spPr>
          <a:xfrm>
            <a:off x="1932840" y="2312640"/>
            <a:ext cx="596160" cy="0"/>
          </a:xfrm>
          <a:prstGeom prst="line">
            <a:avLst/>
          </a:prstGeom>
          <a:ln w="28440">
            <a:solidFill>
              <a:srgbClr val="e7e6e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6" name=""/>
          <p:cNvSpPr/>
          <p:nvPr/>
        </p:nvSpPr>
        <p:spPr>
          <a:xfrm>
            <a:off x="2529000" y="2312640"/>
            <a:ext cx="0" cy="924840"/>
          </a:xfrm>
          <a:prstGeom prst="line">
            <a:avLst/>
          </a:prstGeom>
          <a:ln w="28440">
            <a:solidFill>
              <a:srgbClr val="e7e6e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" name=""/>
          <p:cNvSpPr/>
          <p:nvPr/>
        </p:nvSpPr>
        <p:spPr>
          <a:xfrm flipV="1">
            <a:off x="1654200" y="2185920"/>
            <a:ext cx="0" cy="797040"/>
          </a:xfrm>
          <a:prstGeom prst="line">
            <a:avLst/>
          </a:prstGeom>
          <a:ln w="28440">
            <a:solidFill>
              <a:srgbClr val="e7e6e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" name=""/>
          <p:cNvSpPr/>
          <p:nvPr/>
        </p:nvSpPr>
        <p:spPr>
          <a:xfrm>
            <a:off x="1654200" y="2185920"/>
            <a:ext cx="1431000" cy="0"/>
          </a:xfrm>
          <a:prstGeom prst="line">
            <a:avLst/>
          </a:prstGeom>
          <a:ln w="28440">
            <a:solidFill>
              <a:srgbClr val="e7e6e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" name=""/>
          <p:cNvSpPr/>
          <p:nvPr/>
        </p:nvSpPr>
        <p:spPr>
          <a:xfrm>
            <a:off x="2529000" y="3237480"/>
            <a:ext cx="556200" cy="0"/>
          </a:xfrm>
          <a:prstGeom prst="line">
            <a:avLst/>
          </a:prstGeom>
          <a:ln w="28440">
            <a:solidFill>
              <a:srgbClr val="e7e6e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" name=""/>
          <p:cNvSpPr/>
          <p:nvPr/>
        </p:nvSpPr>
        <p:spPr>
          <a:xfrm>
            <a:off x="3085200" y="2185920"/>
            <a:ext cx="0" cy="446760"/>
          </a:xfrm>
          <a:prstGeom prst="line">
            <a:avLst/>
          </a:prstGeom>
          <a:ln w="28440">
            <a:solidFill>
              <a:srgbClr val="e7e6e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" name=""/>
          <p:cNvSpPr/>
          <p:nvPr/>
        </p:nvSpPr>
        <p:spPr>
          <a:xfrm>
            <a:off x="3085200" y="2791080"/>
            <a:ext cx="0" cy="446400"/>
          </a:xfrm>
          <a:prstGeom prst="line">
            <a:avLst/>
          </a:prstGeom>
          <a:ln w="28440">
            <a:solidFill>
              <a:srgbClr val="e7e6e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" name=""/>
          <p:cNvSpPr/>
          <p:nvPr/>
        </p:nvSpPr>
        <p:spPr>
          <a:xfrm>
            <a:off x="2926080" y="2631600"/>
            <a:ext cx="318960" cy="254880"/>
          </a:xfrm>
          <a:custGeom>
            <a:avLst/>
            <a:gdLst/>
            <a:ahLst/>
            <a:rect l="0" t="0" r="r" b="b"/>
            <a:pathLst>
              <a:path w="886" h="708">
                <a:moveTo>
                  <a:pt x="0" y="0"/>
                </a:moveTo>
                <a:lnTo>
                  <a:pt x="886" y="0"/>
                </a:lnTo>
                <a:lnTo>
                  <a:pt x="886" y="708"/>
                </a:lnTo>
                <a:lnTo>
                  <a:pt x="0" y="708"/>
                </a:lnTo>
                <a:lnTo>
                  <a:pt x="0" y="0"/>
                </a:lnTo>
                <a:moveTo>
                  <a:pt x="709" y="355"/>
                </a:moveTo>
                <a:lnTo>
                  <a:pt x="178" y="89"/>
                </a:lnTo>
                <a:lnTo>
                  <a:pt x="178" y="620"/>
                </a:lnTo>
                <a:lnTo>
                  <a:pt x="709" y="355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" name=""/>
          <p:cNvSpPr/>
          <p:nvPr/>
        </p:nvSpPr>
        <p:spPr>
          <a:xfrm>
            <a:off x="2989800" y="2663640"/>
            <a:ext cx="191160" cy="191160"/>
          </a:xfrm>
          <a:custGeom>
            <a:avLst/>
            <a:gdLst/>
            <a:ahLst/>
            <a:rect l="0" t="0" r="r" b="b"/>
            <a:pathLst>
              <a:path w="531" h="531">
                <a:moveTo>
                  <a:pt x="531" y="265"/>
                </a:moveTo>
                <a:lnTo>
                  <a:pt x="0" y="0"/>
                </a:lnTo>
                <a:lnTo>
                  <a:pt x="0" y="531"/>
                </a:lnTo>
                <a:lnTo>
                  <a:pt x="531" y="265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44" name=""/>
          <p:cNvSpPr/>
          <p:nvPr/>
        </p:nvSpPr>
        <p:spPr>
          <a:xfrm>
            <a:off x="2989800" y="2663640"/>
            <a:ext cx="191160" cy="191160"/>
          </a:xfrm>
          <a:custGeom>
            <a:avLst/>
            <a:gdLst/>
            <a:ahLst/>
            <a:rect l="0" t="0" r="r" b="b"/>
            <a:pathLst>
              <a:path w="531" h="531">
                <a:moveTo>
                  <a:pt x="531" y="265"/>
                </a:moveTo>
                <a:lnTo>
                  <a:pt x="0" y="531"/>
                </a:lnTo>
                <a:lnTo>
                  <a:pt x="0" y="0"/>
                </a:lnTo>
                <a:lnTo>
                  <a:pt x="531" y="2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" name=""/>
          <p:cNvSpPr/>
          <p:nvPr/>
        </p:nvSpPr>
        <p:spPr>
          <a:xfrm>
            <a:off x="2926080" y="2631600"/>
            <a:ext cx="318960" cy="254880"/>
          </a:xfrm>
          <a:custGeom>
            <a:avLst/>
            <a:gdLst/>
            <a:ahLst/>
            <a:rect l="0" t="0" r="r" b="b"/>
            <a:pathLst>
              <a:path w="886" h="708">
                <a:moveTo>
                  <a:pt x="0" y="708"/>
                </a:moveTo>
                <a:lnTo>
                  <a:pt x="886" y="708"/>
                </a:lnTo>
                <a:lnTo>
                  <a:pt x="886" y="0"/>
                </a:lnTo>
                <a:lnTo>
                  <a:pt x="0" y="0"/>
                </a:lnTo>
                <a:lnTo>
                  <a:pt x="0" y="708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" name=""/>
          <p:cNvSpPr/>
          <p:nvPr/>
        </p:nvSpPr>
        <p:spPr>
          <a:xfrm>
            <a:off x="23299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" name=""/>
          <p:cNvSpPr/>
          <p:nvPr/>
        </p:nvSpPr>
        <p:spPr>
          <a:xfrm>
            <a:off x="23317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" name=""/>
          <p:cNvSpPr/>
          <p:nvPr/>
        </p:nvSpPr>
        <p:spPr>
          <a:xfrm>
            <a:off x="23335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" name=""/>
          <p:cNvSpPr/>
          <p:nvPr/>
        </p:nvSpPr>
        <p:spPr>
          <a:xfrm>
            <a:off x="23353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8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" name=""/>
          <p:cNvSpPr/>
          <p:nvPr/>
        </p:nvSpPr>
        <p:spPr>
          <a:xfrm>
            <a:off x="23371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9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" name=""/>
          <p:cNvSpPr/>
          <p:nvPr/>
        </p:nvSpPr>
        <p:spPr>
          <a:xfrm>
            <a:off x="23389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" name=""/>
          <p:cNvSpPr/>
          <p:nvPr/>
        </p:nvSpPr>
        <p:spPr>
          <a:xfrm>
            <a:off x="23407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" name=""/>
          <p:cNvSpPr/>
          <p:nvPr/>
        </p:nvSpPr>
        <p:spPr>
          <a:xfrm>
            <a:off x="234252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b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" name=""/>
          <p:cNvSpPr/>
          <p:nvPr/>
        </p:nvSpPr>
        <p:spPr>
          <a:xfrm>
            <a:off x="23439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" name=""/>
          <p:cNvSpPr/>
          <p:nvPr/>
        </p:nvSpPr>
        <p:spPr>
          <a:xfrm>
            <a:off x="23457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" name=""/>
          <p:cNvSpPr/>
          <p:nvPr/>
        </p:nvSpPr>
        <p:spPr>
          <a:xfrm>
            <a:off x="23475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d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" name=""/>
          <p:cNvSpPr/>
          <p:nvPr/>
        </p:nvSpPr>
        <p:spPr>
          <a:xfrm>
            <a:off x="23493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e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8" name=""/>
          <p:cNvSpPr/>
          <p:nvPr/>
        </p:nvSpPr>
        <p:spPr>
          <a:xfrm>
            <a:off x="23511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f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9" name=""/>
          <p:cNvSpPr/>
          <p:nvPr/>
        </p:nvSpPr>
        <p:spPr>
          <a:xfrm>
            <a:off x="23529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0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" name=""/>
          <p:cNvSpPr/>
          <p:nvPr/>
        </p:nvSpPr>
        <p:spPr>
          <a:xfrm>
            <a:off x="23547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2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" name=""/>
          <p:cNvSpPr/>
          <p:nvPr/>
        </p:nvSpPr>
        <p:spPr>
          <a:xfrm>
            <a:off x="23565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3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" name=""/>
          <p:cNvSpPr/>
          <p:nvPr/>
        </p:nvSpPr>
        <p:spPr>
          <a:xfrm>
            <a:off x="235836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4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" name=""/>
          <p:cNvSpPr/>
          <p:nvPr/>
        </p:nvSpPr>
        <p:spPr>
          <a:xfrm>
            <a:off x="23598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5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" name=""/>
          <p:cNvSpPr/>
          <p:nvPr/>
        </p:nvSpPr>
        <p:spPr>
          <a:xfrm>
            <a:off x="23616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6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" name=""/>
          <p:cNvSpPr/>
          <p:nvPr/>
        </p:nvSpPr>
        <p:spPr>
          <a:xfrm>
            <a:off x="23634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7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" name=""/>
          <p:cNvSpPr/>
          <p:nvPr/>
        </p:nvSpPr>
        <p:spPr>
          <a:xfrm>
            <a:off x="23652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9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" name=""/>
          <p:cNvSpPr/>
          <p:nvPr/>
        </p:nvSpPr>
        <p:spPr>
          <a:xfrm>
            <a:off x="23670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a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" name=""/>
          <p:cNvSpPr/>
          <p:nvPr/>
        </p:nvSpPr>
        <p:spPr>
          <a:xfrm>
            <a:off x="23688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b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" name=""/>
          <p:cNvSpPr/>
          <p:nvPr/>
        </p:nvSpPr>
        <p:spPr>
          <a:xfrm>
            <a:off x="23706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c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" name=""/>
          <p:cNvSpPr/>
          <p:nvPr/>
        </p:nvSpPr>
        <p:spPr>
          <a:xfrm>
            <a:off x="23724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e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" name=""/>
          <p:cNvSpPr/>
          <p:nvPr/>
        </p:nvSpPr>
        <p:spPr>
          <a:xfrm>
            <a:off x="23742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f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" name=""/>
          <p:cNvSpPr/>
          <p:nvPr/>
        </p:nvSpPr>
        <p:spPr>
          <a:xfrm>
            <a:off x="237600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1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" name=""/>
          <p:cNvSpPr/>
          <p:nvPr/>
        </p:nvSpPr>
        <p:spPr>
          <a:xfrm>
            <a:off x="23774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2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" name=""/>
          <p:cNvSpPr/>
          <p:nvPr/>
        </p:nvSpPr>
        <p:spPr>
          <a:xfrm>
            <a:off x="237924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4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" name=""/>
          <p:cNvSpPr/>
          <p:nvPr/>
        </p:nvSpPr>
        <p:spPr>
          <a:xfrm>
            <a:off x="23810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5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" name=""/>
          <p:cNvSpPr/>
          <p:nvPr/>
        </p:nvSpPr>
        <p:spPr>
          <a:xfrm>
            <a:off x="23828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7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" name=""/>
          <p:cNvSpPr/>
          <p:nvPr/>
        </p:nvSpPr>
        <p:spPr>
          <a:xfrm>
            <a:off x="23846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9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" name=""/>
          <p:cNvSpPr/>
          <p:nvPr/>
        </p:nvSpPr>
        <p:spPr>
          <a:xfrm>
            <a:off x="238644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b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9" name=""/>
          <p:cNvSpPr/>
          <p:nvPr/>
        </p:nvSpPr>
        <p:spPr>
          <a:xfrm>
            <a:off x="23882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c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0" name=""/>
          <p:cNvSpPr/>
          <p:nvPr/>
        </p:nvSpPr>
        <p:spPr>
          <a:xfrm>
            <a:off x="23900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e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1" name=""/>
          <p:cNvSpPr/>
          <p:nvPr/>
        </p:nvSpPr>
        <p:spPr>
          <a:xfrm>
            <a:off x="239184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0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" name=""/>
          <p:cNvSpPr/>
          <p:nvPr/>
        </p:nvSpPr>
        <p:spPr>
          <a:xfrm>
            <a:off x="23932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2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" name=""/>
          <p:cNvSpPr/>
          <p:nvPr/>
        </p:nvSpPr>
        <p:spPr>
          <a:xfrm>
            <a:off x="23950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3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" name=""/>
          <p:cNvSpPr/>
          <p:nvPr/>
        </p:nvSpPr>
        <p:spPr>
          <a:xfrm>
            <a:off x="23968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5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" name=""/>
          <p:cNvSpPr/>
          <p:nvPr/>
        </p:nvSpPr>
        <p:spPr>
          <a:xfrm>
            <a:off x="23986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7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" name=""/>
          <p:cNvSpPr/>
          <p:nvPr/>
        </p:nvSpPr>
        <p:spPr>
          <a:xfrm>
            <a:off x="24004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9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" name=""/>
          <p:cNvSpPr/>
          <p:nvPr/>
        </p:nvSpPr>
        <p:spPr>
          <a:xfrm>
            <a:off x="24022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b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" name=""/>
          <p:cNvSpPr/>
          <p:nvPr/>
        </p:nvSpPr>
        <p:spPr>
          <a:xfrm>
            <a:off x="24040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d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" name=""/>
          <p:cNvSpPr/>
          <p:nvPr/>
        </p:nvSpPr>
        <p:spPr>
          <a:xfrm>
            <a:off x="24058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e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" name=""/>
          <p:cNvSpPr/>
          <p:nvPr/>
        </p:nvSpPr>
        <p:spPr>
          <a:xfrm>
            <a:off x="24076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0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" name=""/>
          <p:cNvSpPr/>
          <p:nvPr/>
        </p:nvSpPr>
        <p:spPr>
          <a:xfrm>
            <a:off x="240948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2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" name=""/>
          <p:cNvSpPr/>
          <p:nvPr/>
        </p:nvSpPr>
        <p:spPr>
          <a:xfrm>
            <a:off x="24109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4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" name=""/>
          <p:cNvSpPr/>
          <p:nvPr/>
        </p:nvSpPr>
        <p:spPr>
          <a:xfrm>
            <a:off x="24127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6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" name=""/>
          <p:cNvSpPr/>
          <p:nvPr/>
        </p:nvSpPr>
        <p:spPr>
          <a:xfrm>
            <a:off x="24145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8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" name=""/>
          <p:cNvSpPr/>
          <p:nvPr/>
        </p:nvSpPr>
        <p:spPr>
          <a:xfrm>
            <a:off x="24163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a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" name=""/>
          <p:cNvSpPr/>
          <p:nvPr/>
        </p:nvSpPr>
        <p:spPr>
          <a:xfrm>
            <a:off x="24181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c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" name=""/>
          <p:cNvSpPr/>
          <p:nvPr/>
        </p:nvSpPr>
        <p:spPr>
          <a:xfrm>
            <a:off x="24199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e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" name=""/>
          <p:cNvSpPr/>
          <p:nvPr/>
        </p:nvSpPr>
        <p:spPr>
          <a:xfrm>
            <a:off x="24217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0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" name=""/>
          <p:cNvSpPr/>
          <p:nvPr/>
        </p:nvSpPr>
        <p:spPr>
          <a:xfrm>
            <a:off x="24235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2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" name=""/>
          <p:cNvSpPr/>
          <p:nvPr/>
        </p:nvSpPr>
        <p:spPr>
          <a:xfrm>
            <a:off x="242532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4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" name=""/>
          <p:cNvSpPr/>
          <p:nvPr/>
        </p:nvSpPr>
        <p:spPr>
          <a:xfrm>
            <a:off x="24267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6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" name=""/>
          <p:cNvSpPr/>
          <p:nvPr/>
        </p:nvSpPr>
        <p:spPr>
          <a:xfrm>
            <a:off x="24285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8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3" name=""/>
          <p:cNvSpPr/>
          <p:nvPr/>
        </p:nvSpPr>
        <p:spPr>
          <a:xfrm>
            <a:off x="24303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9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4" name=""/>
          <p:cNvSpPr/>
          <p:nvPr/>
        </p:nvSpPr>
        <p:spPr>
          <a:xfrm>
            <a:off x="24321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b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" name=""/>
          <p:cNvSpPr/>
          <p:nvPr/>
        </p:nvSpPr>
        <p:spPr>
          <a:xfrm>
            <a:off x="24339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d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" name=""/>
          <p:cNvSpPr/>
          <p:nvPr/>
        </p:nvSpPr>
        <p:spPr>
          <a:xfrm>
            <a:off x="24357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f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" name=""/>
          <p:cNvSpPr/>
          <p:nvPr/>
        </p:nvSpPr>
        <p:spPr>
          <a:xfrm>
            <a:off x="24375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1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" name=""/>
          <p:cNvSpPr/>
          <p:nvPr/>
        </p:nvSpPr>
        <p:spPr>
          <a:xfrm>
            <a:off x="24393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3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" name=""/>
          <p:cNvSpPr/>
          <p:nvPr/>
        </p:nvSpPr>
        <p:spPr>
          <a:xfrm>
            <a:off x="24411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5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" name=""/>
          <p:cNvSpPr/>
          <p:nvPr/>
        </p:nvSpPr>
        <p:spPr>
          <a:xfrm>
            <a:off x="244296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7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" name=""/>
          <p:cNvSpPr/>
          <p:nvPr/>
        </p:nvSpPr>
        <p:spPr>
          <a:xfrm>
            <a:off x="24444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8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" name=""/>
          <p:cNvSpPr/>
          <p:nvPr/>
        </p:nvSpPr>
        <p:spPr>
          <a:xfrm>
            <a:off x="24462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a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" name=""/>
          <p:cNvSpPr/>
          <p:nvPr/>
        </p:nvSpPr>
        <p:spPr>
          <a:xfrm>
            <a:off x="24480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c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" name=""/>
          <p:cNvSpPr/>
          <p:nvPr/>
        </p:nvSpPr>
        <p:spPr>
          <a:xfrm>
            <a:off x="24498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e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" name=""/>
          <p:cNvSpPr/>
          <p:nvPr/>
        </p:nvSpPr>
        <p:spPr>
          <a:xfrm>
            <a:off x="24516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f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" name=""/>
          <p:cNvSpPr/>
          <p:nvPr/>
        </p:nvSpPr>
        <p:spPr>
          <a:xfrm>
            <a:off x="24534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" name=""/>
          <p:cNvSpPr/>
          <p:nvPr/>
        </p:nvSpPr>
        <p:spPr>
          <a:xfrm>
            <a:off x="24552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2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" name=""/>
          <p:cNvSpPr/>
          <p:nvPr/>
        </p:nvSpPr>
        <p:spPr>
          <a:xfrm>
            <a:off x="24570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" name=""/>
          <p:cNvSpPr/>
          <p:nvPr/>
        </p:nvSpPr>
        <p:spPr>
          <a:xfrm>
            <a:off x="245880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5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" name=""/>
          <p:cNvSpPr/>
          <p:nvPr/>
        </p:nvSpPr>
        <p:spPr>
          <a:xfrm>
            <a:off x="24602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7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" name=""/>
          <p:cNvSpPr/>
          <p:nvPr/>
        </p:nvSpPr>
        <p:spPr>
          <a:xfrm>
            <a:off x="24620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8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" name=""/>
          <p:cNvSpPr/>
          <p:nvPr/>
        </p:nvSpPr>
        <p:spPr>
          <a:xfrm>
            <a:off x="24638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a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" name=""/>
          <p:cNvSpPr/>
          <p:nvPr/>
        </p:nvSpPr>
        <p:spPr>
          <a:xfrm>
            <a:off x="246564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b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" name=""/>
          <p:cNvSpPr/>
          <p:nvPr/>
        </p:nvSpPr>
        <p:spPr>
          <a:xfrm>
            <a:off x="24674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d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5" name=""/>
          <p:cNvSpPr/>
          <p:nvPr/>
        </p:nvSpPr>
        <p:spPr>
          <a:xfrm>
            <a:off x="24692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e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6" name=""/>
          <p:cNvSpPr/>
          <p:nvPr/>
        </p:nvSpPr>
        <p:spPr>
          <a:xfrm>
            <a:off x="24710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0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7" name=""/>
          <p:cNvSpPr/>
          <p:nvPr/>
        </p:nvSpPr>
        <p:spPr>
          <a:xfrm>
            <a:off x="247284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1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" name=""/>
          <p:cNvSpPr/>
          <p:nvPr/>
        </p:nvSpPr>
        <p:spPr>
          <a:xfrm>
            <a:off x="24746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2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" name=""/>
          <p:cNvSpPr/>
          <p:nvPr/>
        </p:nvSpPr>
        <p:spPr>
          <a:xfrm>
            <a:off x="247644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3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" name=""/>
          <p:cNvSpPr/>
          <p:nvPr/>
        </p:nvSpPr>
        <p:spPr>
          <a:xfrm>
            <a:off x="24778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4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" name=""/>
          <p:cNvSpPr/>
          <p:nvPr/>
        </p:nvSpPr>
        <p:spPr>
          <a:xfrm>
            <a:off x="24796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6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" name=""/>
          <p:cNvSpPr/>
          <p:nvPr/>
        </p:nvSpPr>
        <p:spPr>
          <a:xfrm>
            <a:off x="24814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7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" name=""/>
          <p:cNvSpPr/>
          <p:nvPr/>
        </p:nvSpPr>
        <p:spPr>
          <a:xfrm>
            <a:off x="24832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8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" name=""/>
          <p:cNvSpPr/>
          <p:nvPr/>
        </p:nvSpPr>
        <p:spPr>
          <a:xfrm>
            <a:off x="24850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9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" name=""/>
          <p:cNvSpPr/>
          <p:nvPr/>
        </p:nvSpPr>
        <p:spPr>
          <a:xfrm>
            <a:off x="24868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a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" name=""/>
          <p:cNvSpPr/>
          <p:nvPr/>
        </p:nvSpPr>
        <p:spPr>
          <a:xfrm>
            <a:off x="24886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b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" name=""/>
          <p:cNvSpPr/>
          <p:nvPr/>
        </p:nvSpPr>
        <p:spPr>
          <a:xfrm>
            <a:off x="24904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c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" name=""/>
          <p:cNvSpPr/>
          <p:nvPr/>
        </p:nvSpPr>
        <p:spPr>
          <a:xfrm>
            <a:off x="249228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d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" name=""/>
          <p:cNvSpPr/>
          <p:nvPr/>
        </p:nvSpPr>
        <p:spPr>
          <a:xfrm>
            <a:off x="24937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" name=""/>
          <p:cNvSpPr/>
          <p:nvPr/>
        </p:nvSpPr>
        <p:spPr>
          <a:xfrm>
            <a:off x="24955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f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" name=""/>
          <p:cNvSpPr/>
          <p:nvPr/>
        </p:nvSpPr>
        <p:spPr>
          <a:xfrm>
            <a:off x="24973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0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" name=""/>
          <p:cNvSpPr/>
          <p:nvPr/>
        </p:nvSpPr>
        <p:spPr>
          <a:xfrm>
            <a:off x="24991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1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" name=""/>
          <p:cNvSpPr/>
          <p:nvPr/>
        </p:nvSpPr>
        <p:spPr>
          <a:xfrm>
            <a:off x="25009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" name=""/>
          <p:cNvSpPr/>
          <p:nvPr/>
        </p:nvSpPr>
        <p:spPr>
          <a:xfrm>
            <a:off x="25027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" name=""/>
          <p:cNvSpPr/>
          <p:nvPr/>
        </p:nvSpPr>
        <p:spPr>
          <a:xfrm>
            <a:off x="25045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" name=""/>
          <p:cNvSpPr/>
          <p:nvPr/>
        </p:nvSpPr>
        <p:spPr>
          <a:xfrm>
            <a:off x="25063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4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" name=""/>
          <p:cNvSpPr/>
          <p:nvPr/>
        </p:nvSpPr>
        <p:spPr>
          <a:xfrm>
            <a:off x="25081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8" name=""/>
          <p:cNvSpPr/>
          <p:nvPr/>
        </p:nvSpPr>
        <p:spPr>
          <a:xfrm>
            <a:off x="250992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9" name=""/>
          <p:cNvSpPr/>
          <p:nvPr/>
        </p:nvSpPr>
        <p:spPr>
          <a:xfrm>
            <a:off x="25113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0" name=""/>
          <p:cNvSpPr/>
          <p:nvPr/>
        </p:nvSpPr>
        <p:spPr>
          <a:xfrm>
            <a:off x="25131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" name=""/>
          <p:cNvSpPr/>
          <p:nvPr/>
        </p:nvSpPr>
        <p:spPr>
          <a:xfrm>
            <a:off x="25149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" name=""/>
          <p:cNvSpPr/>
          <p:nvPr/>
        </p:nvSpPr>
        <p:spPr>
          <a:xfrm>
            <a:off x="25167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" name=""/>
          <p:cNvSpPr/>
          <p:nvPr/>
        </p:nvSpPr>
        <p:spPr>
          <a:xfrm>
            <a:off x="25185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" name=""/>
          <p:cNvSpPr/>
          <p:nvPr/>
        </p:nvSpPr>
        <p:spPr>
          <a:xfrm>
            <a:off x="25203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" name=""/>
          <p:cNvSpPr/>
          <p:nvPr/>
        </p:nvSpPr>
        <p:spPr>
          <a:xfrm>
            <a:off x="25221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" name=""/>
          <p:cNvSpPr/>
          <p:nvPr/>
        </p:nvSpPr>
        <p:spPr>
          <a:xfrm>
            <a:off x="25239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" name=""/>
          <p:cNvSpPr/>
          <p:nvPr/>
        </p:nvSpPr>
        <p:spPr>
          <a:xfrm>
            <a:off x="252576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" name=""/>
          <p:cNvSpPr/>
          <p:nvPr/>
        </p:nvSpPr>
        <p:spPr>
          <a:xfrm>
            <a:off x="25272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" name=""/>
          <p:cNvSpPr/>
          <p:nvPr/>
        </p:nvSpPr>
        <p:spPr>
          <a:xfrm>
            <a:off x="25290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" name=""/>
          <p:cNvSpPr/>
          <p:nvPr/>
        </p:nvSpPr>
        <p:spPr>
          <a:xfrm>
            <a:off x="25308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" name=""/>
          <p:cNvSpPr/>
          <p:nvPr/>
        </p:nvSpPr>
        <p:spPr>
          <a:xfrm>
            <a:off x="25326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" name=""/>
          <p:cNvSpPr/>
          <p:nvPr/>
        </p:nvSpPr>
        <p:spPr>
          <a:xfrm>
            <a:off x="2534400" y="2651760"/>
            <a:ext cx="3960" cy="403920"/>
          </a:xfrm>
          <a:custGeom>
            <a:avLst/>
            <a:gdLst/>
            <a:ahLst/>
            <a:rect l="0" t="0" r="r" b="b"/>
            <a:pathLst>
              <a:path w="11" h="1122">
                <a:moveTo>
                  <a:pt x="0" y="1122"/>
                </a:moveTo>
                <a:lnTo>
                  <a:pt x="0" y="0"/>
                </a:lnTo>
                <a:lnTo>
                  <a:pt x="11" y="0"/>
                </a:lnTo>
                <a:lnTo>
                  <a:pt x="11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" name=""/>
          <p:cNvSpPr/>
          <p:nvPr/>
        </p:nvSpPr>
        <p:spPr>
          <a:xfrm>
            <a:off x="2538000" y="2651760"/>
            <a:ext cx="3960" cy="403920"/>
          </a:xfrm>
          <a:custGeom>
            <a:avLst/>
            <a:gdLst/>
            <a:ahLst/>
            <a:rect l="0" t="0" r="r" b="b"/>
            <a:pathLst>
              <a:path w="11" h="1122">
                <a:moveTo>
                  <a:pt x="0" y="1122"/>
                </a:moveTo>
                <a:lnTo>
                  <a:pt x="0" y="0"/>
                </a:lnTo>
                <a:lnTo>
                  <a:pt x="11" y="0"/>
                </a:lnTo>
                <a:lnTo>
                  <a:pt x="11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" name=""/>
          <p:cNvSpPr/>
          <p:nvPr/>
        </p:nvSpPr>
        <p:spPr>
          <a:xfrm>
            <a:off x="25416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" name=""/>
          <p:cNvSpPr/>
          <p:nvPr/>
        </p:nvSpPr>
        <p:spPr>
          <a:xfrm>
            <a:off x="254340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" name=""/>
          <p:cNvSpPr/>
          <p:nvPr/>
        </p:nvSpPr>
        <p:spPr>
          <a:xfrm>
            <a:off x="254484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" name=""/>
          <p:cNvSpPr/>
          <p:nvPr/>
        </p:nvSpPr>
        <p:spPr>
          <a:xfrm>
            <a:off x="25466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" name=""/>
          <p:cNvSpPr/>
          <p:nvPr/>
        </p:nvSpPr>
        <p:spPr>
          <a:xfrm>
            <a:off x="25484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" name=""/>
          <p:cNvSpPr/>
          <p:nvPr/>
        </p:nvSpPr>
        <p:spPr>
          <a:xfrm>
            <a:off x="25502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" name=""/>
          <p:cNvSpPr/>
          <p:nvPr/>
        </p:nvSpPr>
        <p:spPr>
          <a:xfrm>
            <a:off x="2552040" y="2651760"/>
            <a:ext cx="3960" cy="403920"/>
          </a:xfrm>
          <a:custGeom>
            <a:avLst/>
            <a:gdLst/>
            <a:ahLst/>
            <a:rect l="0" t="0" r="r" b="b"/>
            <a:pathLst>
              <a:path w="11" h="1122">
                <a:moveTo>
                  <a:pt x="0" y="1122"/>
                </a:moveTo>
                <a:lnTo>
                  <a:pt x="0" y="0"/>
                </a:lnTo>
                <a:lnTo>
                  <a:pt x="11" y="0"/>
                </a:lnTo>
                <a:lnTo>
                  <a:pt x="11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" name=""/>
          <p:cNvSpPr/>
          <p:nvPr/>
        </p:nvSpPr>
        <p:spPr>
          <a:xfrm>
            <a:off x="2555640" y="2651760"/>
            <a:ext cx="3960" cy="403920"/>
          </a:xfrm>
          <a:custGeom>
            <a:avLst/>
            <a:gdLst/>
            <a:ahLst/>
            <a:rect l="0" t="0" r="r" b="b"/>
            <a:pathLst>
              <a:path w="11" h="1122">
                <a:moveTo>
                  <a:pt x="0" y="1122"/>
                </a:moveTo>
                <a:lnTo>
                  <a:pt x="0" y="0"/>
                </a:lnTo>
                <a:lnTo>
                  <a:pt x="11" y="0"/>
                </a:lnTo>
                <a:lnTo>
                  <a:pt x="11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" name=""/>
          <p:cNvSpPr/>
          <p:nvPr/>
        </p:nvSpPr>
        <p:spPr>
          <a:xfrm>
            <a:off x="255924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" name=""/>
          <p:cNvSpPr/>
          <p:nvPr/>
        </p:nvSpPr>
        <p:spPr>
          <a:xfrm>
            <a:off x="25606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" name=""/>
          <p:cNvSpPr/>
          <p:nvPr/>
        </p:nvSpPr>
        <p:spPr>
          <a:xfrm>
            <a:off x="25624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" name=""/>
          <p:cNvSpPr/>
          <p:nvPr/>
        </p:nvSpPr>
        <p:spPr>
          <a:xfrm>
            <a:off x="25642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" name=""/>
          <p:cNvSpPr/>
          <p:nvPr/>
        </p:nvSpPr>
        <p:spPr>
          <a:xfrm>
            <a:off x="25660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" name=""/>
          <p:cNvSpPr/>
          <p:nvPr/>
        </p:nvSpPr>
        <p:spPr>
          <a:xfrm>
            <a:off x="25678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" name=""/>
          <p:cNvSpPr/>
          <p:nvPr/>
        </p:nvSpPr>
        <p:spPr>
          <a:xfrm>
            <a:off x="2569680" y="2651760"/>
            <a:ext cx="3960" cy="403920"/>
          </a:xfrm>
          <a:custGeom>
            <a:avLst/>
            <a:gdLst/>
            <a:ahLst/>
            <a:rect l="0" t="0" r="r" b="b"/>
            <a:pathLst>
              <a:path w="11" h="1122">
                <a:moveTo>
                  <a:pt x="0" y="1122"/>
                </a:moveTo>
                <a:lnTo>
                  <a:pt x="0" y="0"/>
                </a:lnTo>
                <a:lnTo>
                  <a:pt x="11" y="0"/>
                </a:lnTo>
                <a:lnTo>
                  <a:pt x="11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" name=""/>
          <p:cNvSpPr/>
          <p:nvPr/>
        </p:nvSpPr>
        <p:spPr>
          <a:xfrm>
            <a:off x="25732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" name=""/>
          <p:cNvSpPr/>
          <p:nvPr/>
        </p:nvSpPr>
        <p:spPr>
          <a:xfrm>
            <a:off x="25750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" name=""/>
          <p:cNvSpPr/>
          <p:nvPr/>
        </p:nvSpPr>
        <p:spPr>
          <a:xfrm>
            <a:off x="257688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" name=""/>
          <p:cNvSpPr/>
          <p:nvPr/>
        </p:nvSpPr>
        <p:spPr>
          <a:xfrm>
            <a:off x="25783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" name=""/>
          <p:cNvSpPr/>
          <p:nvPr/>
        </p:nvSpPr>
        <p:spPr>
          <a:xfrm>
            <a:off x="2580120" y="2651760"/>
            <a:ext cx="3960" cy="403920"/>
          </a:xfrm>
          <a:custGeom>
            <a:avLst/>
            <a:gdLst/>
            <a:ahLst/>
            <a:rect l="0" t="0" r="r" b="b"/>
            <a:pathLst>
              <a:path w="11" h="1122">
                <a:moveTo>
                  <a:pt x="0" y="1122"/>
                </a:moveTo>
                <a:lnTo>
                  <a:pt x="0" y="0"/>
                </a:lnTo>
                <a:lnTo>
                  <a:pt x="11" y="0"/>
                </a:lnTo>
                <a:lnTo>
                  <a:pt x="11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" name=""/>
          <p:cNvSpPr/>
          <p:nvPr/>
        </p:nvSpPr>
        <p:spPr>
          <a:xfrm>
            <a:off x="2583720" y="2651760"/>
            <a:ext cx="4320" cy="403920"/>
          </a:xfrm>
          <a:custGeom>
            <a:avLst/>
            <a:gdLst/>
            <a:ahLst/>
            <a:rect l="0" t="0" r="r" b="b"/>
            <a:pathLst>
              <a:path w="12" h="1122">
                <a:moveTo>
                  <a:pt x="0" y="1122"/>
                </a:moveTo>
                <a:lnTo>
                  <a:pt x="0" y="0"/>
                </a:lnTo>
                <a:lnTo>
                  <a:pt x="12" y="0"/>
                </a:lnTo>
                <a:lnTo>
                  <a:pt x="12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" name=""/>
          <p:cNvSpPr/>
          <p:nvPr/>
        </p:nvSpPr>
        <p:spPr>
          <a:xfrm>
            <a:off x="2587320" y="2651760"/>
            <a:ext cx="3960" cy="403920"/>
          </a:xfrm>
          <a:custGeom>
            <a:avLst/>
            <a:gdLst/>
            <a:ahLst/>
            <a:rect l="0" t="0" r="r" b="b"/>
            <a:pathLst>
              <a:path w="11" h="1122">
                <a:moveTo>
                  <a:pt x="0" y="1122"/>
                </a:moveTo>
                <a:lnTo>
                  <a:pt x="0" y="0"/>
                </a:lnTo>
                <a:lnTo>
                  <a:pt x="11" y="0"/>
                </a:lnTo>
                <a:lnTo>
                  <a:pt x="11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" name=""/>
          <p:cNvSpPr/>
          <p:nvPr/>
        </p:nvSpPr>
        <p:spPr>
          <a:xfrm>
            <a:off x="2590920" y="2651760"/>
            <a:ext cx="3600" cy="403920"/>
          </a:xfrm>
          <a:custGeom>
            <a:avLst/>
            <a:gdLst/>
            <a:ahLst/>
            <a:rect l="0" t="0" r="r" b="b"/>
            <a:pathLst>
              <a:path w="10" h="1122">
                <a:moveTo>
                  <a:pt x="0" y="1122"/>
                </a:moveTo>
                <a:lnTo>
                  <a:pt x="0" y="0"/>
                </a:lnTo>
                <a:lnTo>
                  <a:pt x="10" y="0"/>
                </a:lnTo>
                <a:lnTo>
                  <a:pt x="10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" name=""/>
          <p:cNvSpPr/>
          <p:nvPr/>
        </p:nvSpPr>
        <p:spPr>
          <a:xfrm>
            <a:off x="25941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7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" name=""/>
          <p:cNvSpPr/>
          <p:nvPr/>
        </p:nvSpPr>
        <p:spPr>
          <a:xfrm>
            <a:off x="25959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" name=""/>
          <p:cNvSpPr/>
          <p:nvPr/>
        </p:nvSpPr>
        <p:spPr>
          <a:xfrm>
            <a:off x="25977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" name=""/>
          <p:cNvSpPr/>
          <p:nvPr/>
        </p:nvSpPr>
        <p:spPr>
          <a:xfrm>
            <a:off x="25995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" name=""/>
          <p:cNvSpPr/>
          <p:nvPr/>
        </p:nvSpPr>
        <p:spPr>
          <a:xfrm>
            <a:off x="26013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4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" name=""/>
          <p:cNvSpPr/>
          <p:nvPr/>
        </p:nvSpPr>
        <p:spPr>
          <a:xfrm>
            <a:off x="26031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" name=""/>
          <p:cNvSpPr/>
          <p:nvPr/>
        </p:nvSpPr>
        <p:spPr>
          <a:xfrm>
            <a:off x="26049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3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" name=""/>
          <p:cNvSpPr/>
          <p:nvPr/>
        </p:nvSpPr>
        <p:spPr>
          <a:xfrm>
            <a:off x="26067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" name=""/>
          <p:cNvSpPr/>
          <p:nvPr/>
        </p:nvSpPr>
        <p:spPr>
          <a:xfrm>
            <a:off x="26085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" name=""/>
          <p:cNvSpPr/>
          <p:nvPr/>
        </p:nvSpPr>
        <p:spPr>
          <a:xfrm>
            <a:off x="261036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f0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" name=""/>
          <p:cNvSpPr/>
          <p:nvPr/>
        </p:nvSpPr>
        <p:spPr>
          <a:xfrm>
            <a:off x="26118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f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" name=""/>
          <p:cNvSpPr/>
          <p:nvPr/>
        </p:nvSpPr>
        <p:spPr>
          <a:xfrm>
            <a:off x="26136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" name=""/>
          <p:cNvSpPr/>
          <p:nvPr/>
        </p:nvSpPr>
        <p:spPr>
          <a:xfrm>
            <a:off x="26154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d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" name=""/>
          <p:cNvSpPr/>
          <p:nvPr/>
        </p:nvSpPr>
        <p:spPr>
          <a:xfrm>
            <a:off x="26172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c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" name=""/>
          <p:cNvSpPr/>
          <p:nvPr/>
        </p:nvSpPr>
        <p:spPr>
          <a:xfrm>
            <a:off x="26190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b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" name=""/>
          <p:cNvSpPr/>
          <p:nvPr/>
        </p:nvSpPr>
        <p:spPr>
          <a:xfrm>
            <a:off x="26208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a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" name=""/>
          <p:cNvSpPr/>
          <p:nvPr/>
        </p:nvSpPr>
        <p:spPr>
          <a:xfrm>
            <a:off x="26226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9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" name=""/>
          <p:cNvSpPr/>
          <p:nvPr/>
        </p:nvSpPr>
        <p:spPr>
          <a:xfrm>
            <a:off x="26244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8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" name=""/>
          <p:cNvSpPr/>
          <p:nvPr/>
        </p:nvSpPr>
        <p:spPr>
          <a:xfrm>
            <a:off x="262620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7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" name=""/>
          <p:cNvSpPr/>
          <p:nvPr/>
        </p:nvSpPr>
        <p:spPr>
          <a:xfrm>
            <a:off x="26276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6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" name=""/>
          <p:cNvSpPr/>
          <p:nvPr/>
        </p:nvSpPr>
        <p:spPr>
          <a:xfrm>
            <a:off x="26294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5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" name=""/>
          <p:cNvSpPr/>
          <p:nvPr/>
        </p:nvSpPr>
        <p:spPr>
          <a:xfrm>
            <a:off x="263124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4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9" name=""/>
          <p:cNvSpPr/>
          <p:nvPr/>
        </p:nvSpPr>
        <p:spPr>
          <a:xfrm>
            <a:off x="26330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3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" name=""/>
          <p:cNvSpPr/>
          <p:nvPr/>
        </p:nvSpPr>
        <p:spPr>
          <a:xfrm>
            <a:off x="26348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2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" name=""/>
          <p:cNvSpPr/>
          <p:nvPr/>
        </p:nvSpPr>
        <p:spPr>
          <a:xfrm>
            <a:off x="26366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e0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" name=""/>
          <p:cNvSpPr/>
          <p:nvPr/>
        </p:nvSpPr>
        <p:spPr>
          <a:xfrm>
            <a:off x="263844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f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" name=""/>
          <p:cNvSpPr/>
          <p:nvPr/>
        </p:nvSpPr>
        <p:spPr>
          <a:xfrm>
            <a:off x="26402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d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" name=""/>
          <p:cNvSpPr/>
          <p:nvPr/>
        </p:nvSpPr>
        <p:spPr>
          <a:xfrm>
            <a:off x="26420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c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" name=""/>
          <p:cNvSpPr/>
          <p:nvPr/>
        </p:nvSpPr>
        <p:spPr>
          <a:xfrm>
            <a:off x="264384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a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" name=""/>
          <p:cNvSpPr/>
          <p:nvPr/>
        </p:nvSpPr>
        <p:spPr>
          <a:xfrm>
            <a:off x="26452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9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" name=""/>
          <p:cNvSpPr/>
          <p:nvPr/>
        </p:nvSpPr>
        <p:spPr>
          <a:xfrm>
            <a:off x="26470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7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" name=""/>
          <p:cNvSpPr/>
          <p:nvPr/>
        </p:nvSpPr>
        <p:spPr>
          <a:xfrm>
            <a:off x="26488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6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" name=""/>
          <p:cNvSpPr/>
          <p:nvPr/>
        </p:nvSpPr>
        <p:spPr>
          <a:xfrm>
            <a:off x="26506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" name=""/>
          <p:cNvSpPr/>
          <p:nvPr/>
        </p:nvSpPr>
        <p:spPr>
          <a:xfrm>
            <a:off x="26524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3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" name=""/>
          <p:cNvSpPr/>
          <p:nvPr/>
        </p:nvSpPr>
        <p:spPr>
          <a:xfrm>
            <a:off x="26542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" name=""/>
          <p:cNvSpPr/>
          <p:nvPr/>
        </p:nvSpPr>
        <p:spPr>
          <a:xfrm>
            <a:off x="26560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d0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" name=""/>
          <p:cNvSpPr/>
          <p:nvPr/>
        </p:nvSpPr>
        <p:spPr>
          <a:xfrm>
            <a:off x="26578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e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" name=""/>
          <p:cNvSpPr/>
          <p:nvPr/>
        </p:nvSpPr>
        <p:spPr>
          <a:xfrm>
            <a:off x="265968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c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" name=""/>
          <p:cNvSpPr/>
          <p:nvPr/>
        </p:nvSpPr>
        <p:spPr>
          <a:xfrm>
            <a:off x="26611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a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" name=""/>
          <p:cNvSpPr/>
          <p:nvPr/>
        </p:nvSpPr>
        <p:spPr>
          <a:xfrm>
            <a:off x="26629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9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" name=""/>
          <p:cNvSpPr/>
          <p:nvPr/>
        </p:nvSpPr>
        <p:spPr>
          <a:xfrm>
            <a:off x="26647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7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" name=""/>
          <p:cNvSpPr/>
          <p:nvPr/>
        </p:nvSpPr>
        <p:spPr>
          <a:xfrm>
            <a:off x="26665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5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" name=""/>
          <p:cNvSpPr/>
          <p:nvPr/>
        </p:nvSpPr>
        <p:spPr>
          <a:xfrm>
            <a:off x="26683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3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" name=""/>
          <p:cNvSpPr/>
          <p:nvPr/>
        </p:nvSpPr>
        <p:spPr>
          <a:xfrm>
            <a:off x="26701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2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" name=""/>
          <p:cNvSpPr/>
          <p:nvPr/>
        </p:nvSpPr>
        <p:spPr>
          <a:xfrm>
            <a:off x="26719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c0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" name=""/>
          <p:cNvSpPr/>
          <p:nvPr/>
        </p:nvSpPr>
        <p:spPr>
          <a:xfrm>
            <a:off x="26737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e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" name=""/>
          <p:cNvSpPr/>
          <p:nvPr/>
        </p:nvSpPr>
        <p:spPr>
          <a:xfrm>
            <a:off x="26755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c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" name=""/>
          <p:cNvSpPr/>
          <p:nvPr/>
        </p:nvSpPr>
        <p:spPr>
          <a:xfrm>
            <a:off x="267732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a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" name=""/>
          <p:cNvSpPr/>
          <p:nvPr/>
        </p:nvSpPr>
        <p:spPr>
          <a:xfrm>
            <a:off x="26787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8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" name=""/>
          <p:cNvSpPr/>
          <p:nvPr/>
        </p:nvSpPr>
        <p:spPr>
          <a:xfrm>
            <a:off x="26805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6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" name=""/>
          <p:cNvSpPr/>
          <p:nvPr/>
        </p:nvSpPr>
        <p:spPr>
          <a:xfrm>
            <a:off x="26823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4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" name=""/>
          <p:cNvSpPr/>
          <p:nvPr/>
        </p:nvSpPr>
        <p:spPr>
          <a:xfrm>
            <a:off x="26841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3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" name=""/>
          <p:cNvSpPr/>
          <p:nvPr/>
        </p:nvSpPr>
        <p:spPr>
          <a:xfrm>
            <a:off x="26859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b1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" name=""/>
          <p:cNvSpPr/>
          <p:nvPr/>
        </p:nvSpPr>
        <p:spPr>
          <a:xfrm>
            <a:off x="26877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f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" name=""/>
          <p:cNvSpPr/>
          <p:nvPr/>
        </p:nvSpPr>
        <p:spPr>
          <a:xfrm>
            <a:off x="26895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d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" name=""/>
          <p:cNvSpPr/>
          <p:nvPr/>
        </p:nvSpPr>
        <p:spPr>
          <a:xfrm>
            <a:off x="26913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b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" name=""/>
          <p:cNvSpPr/>
          <p:nvPr/>
        </p:nvSpPr>
        <p:spPr>
          <a:xfrm>
            <a:off x="269316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9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4" name=""/>
          <p:cNvSpPr/>
          <p:nvPr/>
        </p:nvSpPr>
        <p:spPr>
          <a:xfrm>
            <a:off x="26946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7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5" name=""/>
          <p:cNvSpPr/>
          <p:nvPr/>
        </p:nvSpPr>
        <p:spPr>
          <a:xfrm>
            <a:off x="26964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5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6" name=""/>
          <p:cNvSpPr/>
          <p:nvPr/>
        </p:nvSpPr>
        <p:spPr>
          <a:xfrm>
            <a:off x="26982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3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7" name=""/>
          <p:cNvSpPr/>
          <p:nvPr/>
        </p:nvSpPr>
        <p:spPr>
          <a:xfrm>
            <a:off x="27000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a1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8" name=""/>
          <p:cNvSpPr/>
          <p:nvPr/>
        </p:nvSpPr>
        <p:spPr>
          <a:xfrm>
            <a:off x="27018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f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9" name=""/>
          <p:cNvSpPr/>
          <p:nvPr/>
        </p:nvSpPr>
        <p:spPr>
          <a:xfrm>
            <a:off x="27036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d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0" name=""/>
          <p:cNvSpPr/>
          <p:nvPr/>
        </p:nvSpPr>
        <p:spPr>
          <a:xfrm>
            <a:off x="27054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c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1" name=""/>
          <p:cNvSpPr/>
          <p:nvPr/>
        </p:nvSpPr>
        <p:spPr>
          <a:xfrm>
            <a:off x="27072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a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" name=""/>
          <p:cNvSpPr/>
          <p:nvPr/>
        </p:nvSpPr>
        <p:spPr>
          <a:xfrm>
            <a:off x="270900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8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" name=""/>
          <p:cNvSpPr/>
          <p:nvPr/>
        </p:nvSpPr>
        <p:spPr>
          <a:xfrm>
            <a:off x="271080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6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" name=""/>
          <p:cNvSpPr/>
          <p:nvPr/>
        </p:nvSpPr>
        <p:spPr>
          <a:xfrm>
            <a:off x="27122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4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" name=""/>
          <p:cNvSpPr/>
          <p:nvPr/>
        </p:nvSpPr>
        <p:spPr>
          <a:xfrm>
            <a:off x="27140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2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" name=""/>
          <p:cNvSpPr/>
          <p:nvPr/>
        </p:nvSpPr>
        <p:spPr>
          <a:xfrm>
            <a:off x="27158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90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" name=""/>
          <p:cNvSpPr/>
          <p:nvPr/>
        </p:nvSpPr>
        <p:spPr>
          <a:xfrm>
            <a:off x="271764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e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" name=""/>
          <p:cNvSpPr/>
          <p:nvPr/>
        </p:nvSpPr>
        <p:spPr>
          <a:xfrm>
            <a:off x="27194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d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" name=""/>
          <p:cNvSpPr/>
          <p:nvPr/>
        </p:nvSpPr>
        <p:spPr>
          <a:xfrm>
            <a:off x="27212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b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" name=""/>
          <p:cNvSpPr/>
          <p:nvPr/>
        </p:nvSpPr>
        <p:spPr>
          <a:xfrm>
            <a:off x="272304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a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" name=""/>
          <p:cNvSpPr/>
          <p:nvPr/>
        </p:nvSpPr>
        <p:spPr>
          <a:xfrm>
            <a:off x="272484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8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" name=""/>
          <p:cNvSpPr/>
          <p:nvPr/>
        </p:nvSpPr>
        <p:spPr>
          <a:xfrm>
            <a:off x="272664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6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" name=""/>
          <p:cNvSpPr/>
          <p:nvPr/>
        </p:nvSpPr>
        <p:spPr>
          <a:xfrm>
            <a:off x="27280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4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" name=""/>
          <p:cNvSpPr/>
          <p:nvPr/>
        </p:nvSpPr>
        <p:spPr>
          <a:xfrm>
            <a:off x="27298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3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" name=""/>
          <p:cNvSpPr/>
          <p:nvPr/>
        </p:nvSpPr>
        <p:spPr>
          <a:xfrm>
            <a:off x="27316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1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" name=""/>
          <p:cNvSpPr/>
          <p:nvPr/>
        </p:nvSpPr>
        <p:spPr>
          <a:xfrm>
            <a:off x="27334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80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" name=""/>
          <p:cNvSpPr/>
          <p:nvPr/>
        </p:nvSpPr>
        <p:spPr>
          <a:xfrm>
            <a:off x="27352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e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" name=""/>
          <p:cNvSpPr/>
          <p:nvPr/>
        </p:nvSpPr>
        <p:spPr>
          <a:xfrm>
            <a:off x="27370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d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" name=""/>
          <p:cNvSpPr/>
          <p:nvPr/>
        </p:nvSpPr>
        <p:spPr>
          <a:xfrm>
            <a:off x="27388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c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" name=""/>
          <p:cNvSpPr/>
          <p:nvPr/>
        </p:nvSpPr>
        <p:spPr>
          <a:xfrm>
            <a:off x="274068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b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" name=""/>
          <p:cNvSpPr/>
          <p:nvPr/>
        </p:nvSpPr>
        <p:spPr>
          <a:xfrm>
            <a:off x="274248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9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" name=""/>
          <p:cNvSpPr/>
          <p:nvPr/>
        </p:nvSpPr>
        <p:spPr>
          <a:xfrm>
            <a:off x="274428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8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3" name=""/>
          <p:cNvSpPr/>
          <p:nvPr/>
        </p:nvSpPr>
        <p:spPr>
          <a:xfrm>
            <a:off x="27457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6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4" name=""/>
          <p:cNvSpPr/>
          <p:nvPr/>
        </p:nvSpPr>
        <p:spPr>
          <a:xfrm>
            <a:off x="27475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5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5" name=""/>
          <p:cNvSpPr/>
          <p:nvPr/>
        </p:nvSpPr>
        <p:spPr>
          <a:xfrm>
            <a:off x="27493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4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" name=""/>
          <p:cNvSpPr/>
          <p:nvPr/>
        </p:nvSpPr>
        <p:spPr>
          <a:xfrm>
            <a:off x="27511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3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" name=""/>
          <p:cNvSpPr/>
          <p:nvPr/>
        </p:nvSpPr>
        <p:spPr>
          <a:xfrm>
            <a:off x="27529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2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" name=""/>
          <p:cNvSpPr/>
          <p:nvPr/>
        </p:nvSpPr>
        <p:spPr>
          <a:xfrm>
            <a:off x="27547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1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" name=""/>
          <p:cNvSpPr/>
          <p:nvPr/>
        </p:nvSpPr>
        <p:spPr>
          <a:xfrm>
            <a:off x="275652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70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" name=""/>
          <p:cNvSpPr/>
          <p:nvPr/>
        </p:nvSpPr>
        <p:spPr>
          <a:xfrm>
            <a:off x="275832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f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" name=""/>
          <p:cNvSpPr/>
          <p:nvPr/>
        </p:nvSpPr>
        <p:spPr>
          <a:xfrm>
            <a:off x="276012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e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" name=""/>
          <p:cNvSpPr/>
          <p:nvPr/>
        </p:nvSpPr>
        <p:spPr>
          <a:xfrm>
            <a:off x="27615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d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27633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" name=""/>
          <p:cNvSpPr/>
          <p:nvPr/>
        </p:nvSpPr>
        <p:spPr>
          <a:xfrm>
            <a:off x="27651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b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" name=""/>
          <p:cNvSpPr/>
          <p:nvPr/>
        </p:nvSpPr>
        <p:spPr>
          <a:xfrm>
            <a:off x="27669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" name=""/>
          <p:cNvSpPr/>
          <p:nvPr/>
        </p:nvSpPr>
        <p:spPr>
          <a:xfrm>
            <a:off x="27687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" name=""/>
          <p:cNvSpPr/>
          <p:nvPr/>
        </p:nvSpPr>
        <p:spPr>
          <a:xfrm>
            <a:off x="27705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9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" name=""/>
          <p:cNvSpPr/>
          <p:nvPr/>
        </p:nvSpPr>
        <p:spPr>
          <a:xfrm>
            <a:off x="2772360" y="2651760"/>
            <a:ext cx="2520" cy="403920"/>
          </a:xfrm>
          <a:custGeom>
            <a:avLst/>
            <a:gdLst/>
            <a:ahLst/>
            <a:rect l="0" t="0" r="r" b="b"/>
            <a:pathLst>
              <a:path w="7" h="1122">
                <a:moveTo>
                  <a:pt x="0" y="1122"/>
                </a:moveTo>
                <a:lnTo>
                  <a:pt x="0" y="0"/>
                </a:lnTo>
                <a:lnTo>
                  <a:pt x="7" y="0"/>
                </a:lnTo>
                <a:lnTo>
                  <a:pt x="7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8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27741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" name=""/>
          <p:cNvSpPr/>
          <p:nvPr/>
        </p:nvSpPr>
        <p:spPr>
          <a:xfrm>
            <a:off x="277596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" name=""/>
          <p:cNvSpPr/>
          <p:nvPr/>
        </p:nvSpPr>
        <p:spPr>
          <a:xfrm>
            <a:off x="2777760" y="2651760"/>
            <a:ext cx="1800" cy="403920"/>
          </a:xfrm>
          <a:custGeom>
            <a:avLst/>
            <a:gdLst/>
            <a:ahLst/>
            <a:rect l="0" t="0" r="r" b="b"/>
            <a:pathLst>
              <a:path w="5" h="1122">
                <a:moveTo>
                  <a:pt x="0" y="1122"/>
                </a:moveTo>
                <a:lnTo>
                  <a:pt x="0" y="0"/>
                </a:lnTo>
                <a:lnTo>
                  <a:pt x="5" y="0"/>
                </a:lnTo>
                <a:lnTo>
                  <a:pt x="5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" name=""/>
          <p:cNvSpPr/>
          <p:nvPr/>
        </p:nvSpPr>
        <p:spPr>
          <a:xfrm>
            <a:off x="2779200" y="2651760"/>
            <a:ext cx="2160" cy="403920"/>
          </a:xfrm>
          <a:custGeom>
            <a:avLst/>
            <a:gdLst/>
            <a:ahLst/>
            <a:rect l="0" t="0" r="r" b="b"/>
            <a:pathLst>
              <a:path w="6" h="1122">
                <a:moveTo>
                  <a:pt x="0" y="1122"/>
                </a:moveTo>
                <a:lnTo>
                  <a:pt x="0" y="0"/>
                </a:lnTo>
                <a:lnTo>
                  <a:pt x="6" y="0"/>
                </a:lnTo>
                <a:lnTo>
                  <a:pt x="6" y="1122"/>
                </a:lnTo>
                <a:lnTo>
                  <a:pt x="0" y="1122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" name=""/>
          <p:cNvSpPr/>
          <p:nvPr/>
        </p:nvSpPr>
        <p:spPr>
          <a:xfrm>
            <a:off x="232992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3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" name=""/>
          <p:cNvSpPr/>
          <p:nvPr/>
        </p:nvSpPr>
        <p:spPr>
          <a:xfrm>
            <a:off x="233352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5" name=""/>
          <p:cNvSpPr/>
          <p:nvPr/>
        </p:nvSpPr>
        <p:spPr>
          <a:xfrm>
            <a:off x="23371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6" name=""/>
          <p:cNvSpPr/>
          <p:nvPr/>
        </p:nvSpPr>
        <p:spPr>
          <a:xfrm>
            <a:off x="233892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7" name=""/>
          <p:cNvSpPr/>
          <p:nvPr/>
        </p:nvSpPr>
        <p:spPr>
          <a:xfrm>
            <a:off x="23407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" name=""/>
          <p:cNvSpPr/>
          <p:nvPr/>
        </p:nvSpPr>
        <p:spPr>
          <a:xfrm>
            <a:off x="234252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" name=""/>
          <p:cNvSpPr/>
          <p:nvPr/>
        </p:nvSpPr>
        <p:spPr>
          <a:xfrm>
            <a:off x="23439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" name=""/>
          <p:cNvSpPr/>
          <p:nvPr/>
        </p:nvSpPr>
        <p:spPr>
          <a:xfrm>
            <a:off x="23457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" name=""/>
          <p:cNvSpPr/>
          <p:nvPr/>
        </p:nvSpPr>
        <p:spPr>
          <a:xfrm>
            <a:off x="23475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" name=""/>
          <p:cNvSpPr/>
          <p:nvPr/>
        </p:nvSpPr>
        <p:spPr>
          <a:xfrm>
            <a:off x="23493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" name=""/>
          <p:cNvSpPr/>
          <p:nvPr/>
        </p:nvSpPr>
        <p:spPr>
          <a:xfrm>
            <a:off x="23511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" name=""/>
          <p:cNvSpPr/>
          <p:nvPr/>
        </p:nvSpPr>
        <p:spPr>
          <a:xfrm>
            <a:off x="23529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" name=""/>
          <p:cNvSpPr/>
          <p:nvPr/>
        </p:nvSpPr>
        <p:spPr>
          <a:xfrm>
            <a:off x="235476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" name=""/>
          <p:cNvSpPr/>
          <p:nvPr/>
        </p:nvSpPr>
        <p:spPr>
          <a:xfrm>
            <a:off x="2358360" y="2576880"/>
            <a:ext cx="3600" cy="150120"/>
          </a:xfrm>
          <a:custGeom>
            <a:avLst/>
            <a:gdLst/>
            <a:ahLst/>
            <a:rect l="0" t="0" r="r" b="b"/>
            <a:pathLst>
              <a:path w="10" h="417">
                <a:moveTo>
                  <a:pt x="0" y="417"/>
                </a:moveTo>
                <a:lnTo>
                  <a:pt x="0" y="0"/>
                </a:lnTo>
                <a:lnTo>
                  <a:pt x="10" y="0"/>
                </a:lnTo>
                <a:lnTo>
                  <a:pt x="10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9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" name=""/>
          <p:cNvSpPr/>
          <p:nvPr/>
        </p:nvSpPr>
        <p:spPr>
          <a:xfrm>
            <a:off x="23616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" name=""/>
          <p:cNvSpPr/>
          <p:nvPr/>
        </p:nvSpPr>
        <p:spPr>
          <a:xfrm>
            <a:off x="236340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" name=""/>
          <p:cNvSpPr/>
          <p:nvPr/>
        </p:nvSpPr>
        <p:spPr>
          <a:xfrm>
            <a:off x="23652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" name=""/>
          <p:cNvSpPr/>
          <p:nvPr/>
        </p:nvSpPr>
        <p:spPr>
          <a:xfrm>
            <a:off x="23670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" name=""/>
          <p:cNvSpPr/>
          <p:nvPr/>
        </p:nvSpPr>
        <p:spPr>
          <a:xfrm>
            <a:off x="23688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" name=""/>
          <p:cNvSpPr/>
          <p:nvPr/>
        </p:nvSpPr>
        <p:spPr>
          <a:xfrm>
            <a:off x="237060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d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" name=""/>
          <p:cNvSpPr/>
          <p:nvPr/>
        </p:nvSpPr>
        <p:spPr>
          <a:xfrm>
            <a:off x="23724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" name=""/>
          <p:cNvSpPr/>
          <p:nvPr/>
        </p:nvSpPr>
        <p:spPr>
          <a:xfrm>
            <a:off x="23742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" name=""/>
          <p:cNvSpPr/>
          <p:nvPr/>
        </p:nvSpPr>
        <p:spPr>
          <a:xfrm>
            <a:off x="237600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" name=""/>
          <p:cNvSpPr/>
          <p:nvPr/>
        </p:nvSpPr>
        <p:spPr>
          <a:xfrm>
            <a:off x="23774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0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" name=""/>
          <p:cNvSpPr/>
          <p:nvPr/>
        </p:nvSpPr>
        <p:spPr>
          <a:xfrm>
            <a:off x="237924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1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" name=""/>
          <p:cNvSpPr/>
          <p:nvPr/>
        </p:nvSpPr>
        <p:spPr>
          <a:xfrm>
            <a:off x="23810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2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9" name=""/>
          <p:cNvSpPr/>
          <p:nvPr/>
        </p:nvSpPr>
        <p:spPr>
          <a:xfrm>
            <a:off x="23828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3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0" name=""/>
          <p:cNvSpPr/>
          <p:nvPr/>
        </p:nvSpPr>
        <p:spPr>
          <a:xfrm>
            <a:off x="23846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3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1" name=""/>
          <p:cNvSpPr/>
          <p:nvPr/>
        </p:nvSpPr>
        <p:spPr>
          <a:xfrm>
            <a:off x="238644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4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" name=""/>
          <p:cNvSpPr/>
          <p:nvPr/>
        </p:nvSpPr>
        <p:spPr>
          <a:xfrm>
            <a:off x="23882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5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" name=""/>
          <p:cNvSpPr/>
          <p:nvPr/>
        </p:nvSpPr>
        <p:spPr>
          <a:xfrm>
            <a:off x="23900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" name=""/>
          <p:cNvSpPr/>
          <p:nvPr/>
        </p:nvSpPr>
        <p:spPr>
          <a:xfrm>
            <a:off x="239184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7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" name=""/>
          <p:cNvSpPr/>
          <p:nvPr/>
        </p:nvSpPr>
        <p:spPr>
          <a:xfrm>
            <a:off x="23932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8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" name=""/>
          <p:cNvSpPr/>
          <p:nvPr/>
        </p:nvSpPr>
        <p:spPr>
          <a:xfrm>
            <a:off x="239508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9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" name=""/>
          <p:cNvSpPr/>
          <p:nvPr/>
        </p:nvSpPr>
        <p:spPr>
          <a:xfrm>
            <a:off x="23968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" name=""/>
          <p:cNvSpPr/>
          <p:nvPr/>
        </p:nvSpPr>
        <p:spPr>
          <a:xfrm>
            <a:off x="23986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b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" name=""/>
          <p:cNvSpPr/>
          <p:nvPr/>
        </p:nvSpPr>
        <p:spPr>
          <a:xfrm>
            <a:off x="24004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c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" name=""/>
          <p:cNvSpPr/>
          <p:nvPr/>
        </p:nvSpPr>
        <p:spPr>
          <a:xfrm>
            <a:off x="240228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d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" name=""/>
          <p:cNvSpPr/>
          <p:nvPr/>
        </p:nvSpPr>
        <p:spPr>
          <a:xfrm>
            <a:off x="24040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e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" name=""/>
          <p:cNvSpPr/>
          <p:nvPr/>
        </p:nvSpPr>
        <p:spPr>
          <a:xfrm>
            <a:off x="24058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f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" name=""/>
          <p:cNvSpPr/>
          <p:nvPr/>
        </p:nvSpPr>
        <p:spPr>
          <a:xfrm>
            <a:off x="24076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0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" name=""/>
          <p:cNvSpPr/>
          <p:nvPr/>
        </p:nvSpPr>
        <p:spPr>
          <a:xfrm>
            <a:off x="240948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1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" name=""/>
          <p:cNvSpPr/>
          <p:nvPr/>
        </p:nvSpPr>
        <p:spPr>
          <a:xfrm>
            <a:off x="241092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3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" name=""/>
          <p:cNvSpPr/>
          <p:nvPr/>
        </p:nvSpPr>
        <p:spPr>
          <a:xfrm>
            <a:off x="24127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4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" name=""/>
          <p:cNvSpPr/>
          <p:nvPr/>
        </p:nvSpPr>
        <p:spPr>
          <a:xfrm>
            <a:off x="24145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5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" name=""/>
          <p:cNvSpPr/>
          <p:nvPr/>
        </p:nvSpPr>
        <p:spPr>
          <a:xfrm>
            <a:off x="24163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6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" name=""/>
          <p:cNvSpPr/>
          <p:nvPr/>
        </p:nvSpPr>
        <p:spPr>
          <a:xfrm>
            <a:off x="241812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7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" name=""/>
          <p:cNvSpPr/>
          <p:nvPr/>
        </p:nvSpPr>
        <p:spPr>
          <a:xfrm>
            <a:off x="24199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8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1" name=""/>
          <p:cNvSpPr/>
          <p:nvPr/>
        </p:nvSpPr>
        <p:spPr>
          <a:xfrm>
            <a:off x="24217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a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2" name=""/>
          <p:cNvSpPr/>
          <p:nvPr/>
        </p:nvSpPr>
        <p:spPr>
          <a:xfrm>
            <a:off x="24235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b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3" name=""/>
          <p:cNvSpPr/>
          <p:nvPr/>
        </p:nvSpPr>
        <p:spPr>
          <a:xfrm>
            <a:off x="242532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c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" name=""/>
          <p:cNvSpPr/>
          <p:nvPr/>
        </p:nvSpPr>
        <p:spPr>
          <a:xfrm>
            <a:off x="24267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d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" name=""/>
          <p:cNvSpPr/>
          <p:nvPr/>
        </p:nvSpPr>
        <p:spPr>
          <a:xfrm>
            <a:off x="24285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e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" name=""/>
          <p:cNvSpPr/>
          <p:nvPr/>
        </p:nvSpPr>
        <p:spPr>
          <a:xfrm>
            <a:off x="24303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f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" name=""/>
          <p:cNvSpPr/>
          <p:nvPr/>
        </p:nvSpPr>
        <p:spPr>
          <a:xfrm>
            <a:off x="24321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1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" name=""/>
          <p:cNvSpPr/>
          <p:nvPr/>
        </p:nvSpPr>
        <p:spPr>
          <a:xfrm>
            <a:off x="24339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2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" name=""/>
          <p:cNvSpPr/>
          <p:nvPr/>
        </p:nvSpPr>
        <p:spPr>
          <a:xfrm>
            <a:off x="24357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3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" name=""/>
          <p:cNvSpPr/>
          <p:nvPr/>
        </p:nvSpPr>
        <p:spPr>
          <a:xfrm>
            <a:off x="24375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4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" name=""/>
          <p:cNvSpPr/>
          <p:nvPr/>
        </p:nvSpPr>
        <p:spPr>
          <a:xfrm>
            <a:off x="24393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6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" name=""/>
          <p:cNvSpPr/>
          <p:nvPr/>
        </p:nvSpPr>
        <p:spPr>
          <a:xfrm>
            <a:off x="24411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7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" name=""/>
          <p:cNvSpPr/>
          <p:nvPr/>
        </p:nvSpPr>
        <p:spPr>
          <a:xfrm>
            <a:off x="244296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8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" name=""/>
          <p:cNvSpPr/>
          <p:nvPr/>
        </p:nvSpPr>
        <p:spPr>
          <a:xfrm>
            <a:off x="24444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9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" name=""/>
          <p:cNvSpPr/>
          <p:nvPr/>
        </p:nvSpPr>
        <p:spPr>
          <a:xfrm>
            <a:off x="24462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a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" name=""/>
          <p:cNvSpPr/>
          <p:nvPr/>
        </p:nvSpPr>
        <p:spPr>
          <a:xfrm>
            <a:off x="24480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b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" name=""/>
          <p:cNvSpPr/>
          <p:nvPr/>
        </p:nvSpPr>
        <p:spPr>
          <a:xfrm>
            <a:off x="244980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d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" name=""/>
          <p:cNvSpPr/>
          <p:nvPr/>
        </p:nvSpPr>
        <p:spPr>
          <a:xfrm>
            <a:off x="24516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e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" name=""/>
          <p:cNvSpPr/>
          <p:nvPr/>
        </p:nvSpPr>
        <p:spPr>
          <a:xfrm>
            <a:off x="24534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f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" name=""/>
          <p:cNvSpPr/>
          <p:nvPr/>
        </p:nvSpPr>
        <p:spPr>
          <a:xfrm>
            <a:off x="24552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0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" name=""/>
          <p:cNvSpPr/>
          <p:nvPr/>
        </p:nvSpPr>
        <p:spPr>
          <a:xfrm>
            <a:off x="245700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1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" name=""/>
          <p:cNvSpPr/>
          <p:nvPr/>
        </p:nvSpPr>
        <p:spPr>
          <a:xfrm>
            <a:off x="245880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2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" name=""/>
          <p:cNvSpPr/>
          <p:nvPr/>
        </p:nvSpPr>
        <p:spPr>
          <a:xfrm>
            <a:off x="24602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3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" name=""/>
          <p:cNvSpPr/>
          <p:nvPr/>
        </p:nvSpPr>
        <p:spPr>
          <a:xfrm>
            <a:off x="24620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4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5" name=""/>
          <p:cNvSpPr/>
          <p:nvPr/>
        </p:nvSpPr>
        <p:spPr>
          <a:xfrm>
            <a:off x="24638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5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6" name=""/>
          <p:cNvSpPr/>
          <p:nvPr/>
        </p:nvSpPr>
        <p:spPr>
          <a:xfrm>
            <a:off x="246564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6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" name=""/>
          <p:cNvSpPr/>
          <p:nvPr/>
        </p:nvSpPr>
        <p:spPr>
          <a:xfrm>
            <a:off x="24674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7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" name=""/>
          <p:cNvSpPr/>
          <p:nvPr/>
        </p:nvSpPr>
        <p:spPr>
          <a:xfrm>
            <a:off x="24692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8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" name=""/>
          <p:cNvSpPr/>
          <p:nvPr/>
        </p:nvSpPr>
        <p:spPr>
          <a:xfrm>
            <a:off x="24710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9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" name=""/>
          <p:cNvSpPr/>
          <p:nvPr/>
        </p:nvSpPr>
        <p:spPr>
          <a:xfrm>
            <a:off x="247284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a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" name=""/>
          <p:cNvSpPr/>
          <p:nvPr/>
        </p:nvSpPr>
        <p:spPr>
          <a:xfrm>
            <a:off x="24746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b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" name=""/>
          <p:cNvSpPr/>
          <p:nvPr/>
        </p:nvSpPr>
        <p:spPr>
          <a:xfrm>
            <a:off x="247644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" name=""/>
          <p:cNvSpPr/>
          <p:nvPr/>
        </p:nvSpPr>
        <p:spPr>
          <a:xfrm>
            <a:off x="24778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" name=""/>
          <p:cNvSpPr/>
          <p:nvPr/>
        </p:nvSpPr>
        <p:spPr>
          <a:xfrm>
            <a:off x="24796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" name=""/>
          <p:cNvSpPr/>
          <p:nvPr/>
        </p:nvSpPr>
        <p:spPr>
          <a:xfrm>
            <a:off x="248148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" name=""/>
          <p:cNvSpPr/>
          <p:nvPr/>
        </p:nvSpPr>
        <p:spPr>
          <a:xfrm>
            <a:off x="24832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" name=""/>
          <p:cNvSpPr/>
          <p:nvPr/>
        </p:nvSpPr>
        <p:spPr>
          <a:xfrm>
            <a:off x="24850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" name=""/>
          <p:cNvSpPr/>
          <p:nvPr/>
        </p:nvSpPr>
        <p:spPr>
          <a:xfrm>
            <a:off x="24868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" name=""/>
          <p:cNvSpPr/>
          <p:nvPr/>
        </p:nvSpPr>
        <p:spPr>
          <a:xfrm>
            <a:off x="248868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" name=""/>
          <p:cNvSpPr/>
          <p:nvPr/>
        </p:nvSpPr>
        <p:spPr>
          <a:xfrm>
            <a:off x="24904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" name=""/>
          <p:cNvSpPr/>
          <p:nvPr/>
        </p:nvSpPr>
        <p:spPr>
          <a:xfrm>
            <a:off x="249228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" name=""/>
          <p:cNvSpPr/>
          <p:nvPr/>
        </p:nvSpPr>
        <p:spPr>
          <a:xfrm>
            <a:off x="24937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" name=""/>
          <p:cNvSpPr/>
          <p:nvPr/>
        </p:nvSpPr>
        <p:spPr>
          <a:xfrm>
            <a:off x="24955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" name=""/>
          <p:cNvSpPr/>
          <p:nvPr/>
        </p:nvSpPr>
        <p:spPr>
          <a:xfrm>
            <a:off x="249732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" name=""/>
          <p:cNvSpPr/>
          <p:nvPr/>
        </p:nvSpPr>
        <p:spPr>
          <a:xfrm>
            <a:off x="24991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6" name=""/>
          <p:cNvSpPr/>
          <p:nvPr/>
        </p:nvSpPr>
        <p:spPr>
          <a:xfrm>
            <a:off x="25009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7" name=""/>
          <p:cNvSpPr/>
          <p:nvPr/>
        </p:nvSpPr>
        <p:spPr>
          <a:xfrm>
            <a:off x="25027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8" name=""/>
          <p:cNvSpPr/>
          <p:nvPr/>
        </p:nvSpPr>
        <p:spPr>
          <a:xfrm>
            <a:off x="250452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" name=""/>
          <p:cNvSpPr/>
          <p:nvPr/>
        </p:nvSpPr>
        <p:spPr>
          <a:xfrm>
            <a:off x="250632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" name=""/>
          <p:cNvSpPr/>
          <p:nvPr/>
        </p:nvSpPr>
        <p:spPr>
          <a:xfrm>
            <a:off x="2509920" y="2576880"/>
            <a:ext cx="3600" cy="150120"/>
          </a:xfrm>
          <a:custGeom>
            <a:avLst/>
            <a:gdLst/>
            <a:ahLst/>
            <a:rect l="0" t="0" r="r" b="b"/>
            <a:pathLst>
              <a:path w="10" h="417">
                <a:moveTo>
                  <a:pt x="0" y="417"/>
                </a:moveTo>
                <a:lnTo>
                  <a:pt x="0" y="0"/>
                </a:lnTo>
                <a:lnTo>
                  <a:pt x="10" y="0"/>
                </a:lnTo>
                <a:lnTo>
                  <a:pt x="10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" name=""/>
          <p:cNvSpPr/>
          <p:nvPr/>
        </p:nvSpPr>
        <p:spPr>
          <a:xfrm>
            <a:off x="25131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" name=""/>
          <p:cNvSpPr/>
          <p:nvPr/>
        </p:nvSpPr>
        <p:spPr>
          <a:xfrm>
            <a:off x="25149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" name=""/>
          <p:cNvSpPr/>
          <p:nvPr/>
        </p:nvSpPr>
        <p:spPr>
          <a:xfrm>
            <a:off x="25167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" name=""/>
          <p:cNvSpPr/>
          <p:nvPr/>
        </p:nvSpPr>
        <p:spPr>
          <a:xfrm>
            <a:off x="25185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" name=""/>
          <p:cNvSpPr/>
          <p:nvPr/>
        </p:nvSpPr>
        <p:spPr>
          <a:xfrm>
            <a:off x="25203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" name=""/>
          <p:cNvSpPr/>
          <p:nvPr/>
        </p:nvSpPr>
        <p:spPr>
          <a:xfrm>
            <a:off x="25221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" name=""/>
          <p:cNvSpPr/>
          <p:nvPr/>
        </p:nvSpPr>
        <p:spPr>
          <a:xfrm>
            <a:off x="25239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" name=""/>
          <p:cNvSpPr/>
          <p:nvPr/>
        </p:nvSpPr>
        <p:spPr>
          <a:xfrm>
            <a:off x="252576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" name=""/>
          <p:cNvSpPr/>
          <p:nvPr/>
        </p:nvSpPr>
        <p:spPr>
          <a:xfrm>
            <a:off x="252720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" name=""/>
          <p:cNvSpPr/>
          <p:nvPr/>
        </p:nvSpPr>
        <p:spPr>
          <a:xfrm>
            <a:off x="25308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" name=""/>
          <p:cNvSpPr/>
          <p:nvPr/>
        </p:nvSpPr>
        <p:spPr>
          <a:xfrm>
            <a:off x="25326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" name=""/>
          <p:cNvSpPr/>
          <p:nvPr/>
        </p:nvSpPr>
        <p:spPr>
          <a:xfrm>
            <a:off x="253440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" name=""/>
          <p:cNvSpPr/>
          <p:nvPr/>
        </p:nvSpPr>
        <p:spPr>
          <a:xfrm>
            <a:off x="25380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" name=""/>
          <p:cNvSpPr/>
          <p:nvPr/>
        </p:nvSpPr>
        <p:spPr>
          <a:xfrm>
            <a:off x="25398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" name=""/>
          <p:cNvSpPr/>
          <p:nvPr/>
        </p:nvSpPr>
        <p:spPr>
          <a:xfrm>
            <a:off x="25416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" name=""/>
          <p:cNvSpPr/>
          <p:nvPr/>
        </p:nvSpPr>
        <p:spPr>
          <a:xfrm>
            <a:off x="254340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" name=""/>
          <p:cNvSpPr/>
          <p:nvPr/>
        </p:nvSpPr>
        <p:spPr>
          <a:xfrm>
            <a:off x="2544840" y="2576880"/>
            <a:ext cx="4320" cy="150120"/>
          </a:xfrm>
          <a:custGeom>
            <a:avLst/>
            <a:gdLst/>
            <a:ahLst/>
            <a:rect l="0" t="0" r="r" b="b"/>
            <a:pathLst>
              <a:path w="12" h="417">
                <a:moveTo>
                  <a:pt x="0" y="417"/>
                </a:moveTo>
                <a:lnTo>
                  <a:pt x="0" y="0"/>
                </a:lnTo>
                <a:lnTo>
                  <a:pt x="12" y="0"/>
                </a:lnTo>
                <a:lnTo>
                  <a:pt x="12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8" name=""/>
          <p:cNvSpPr/>
          <p:nvPr/>
        </p:nvSpPr>
        <p:spPr>
          <a:xfrm>
            <a:off x="25484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9" name=""/>
          <p:cNvSpPr/>
          <p:nvPr/>
        </p:nvSpPr>
        <p:spPr>
          <a:xfrm>
            <a:off x="25502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0" name=""/>
          <p:cNvSpPr/>
          <p:nvPr/>
        </p:nvSpPr>
        <p:spPr>
          <a:xfrm>
            <a:off x="255204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" name=""/>
          <p:cNvSpPr/>
          <p:nvPr/>
        </p:nvSpPr>
        <p:spPr>
          <a:xfrm>
            <a:off x="2555640" y="2576880"/>
            <a:ext cx="7200" cy="150120"/>
          </a:xfrm>
          <a:custGeom>
            <a:avLst/>
            <a:gdLst/>
            <a:ahLst/>
            <a:rect l="0" t="0" r="r" b="b"/>
            <a:pathLst>
              <a:path w="20" h="417">
                <a:moveTo>
                  <a:pt x="0" y="417"/>
                </a:moveTo>
                <a:lnTo>
                  <a:pt x="0" y="0"/>
                </a:lnTo>
                <a:lnTo>
                  <a:pt x="20" y="0"/>
                </a:lnTo>
                <a:lnTo>
                  <a:pt x="20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" name=""/>
          <p:cNvSpPr/>
          <p:nvPr/>
        </p:nvSpPr>
        <p:spPr>
          <a:xfrm>
            <a:off x="2562480" y="2576880"/>
            <a:ext cx="7560" cy="150120"/>
          </a:xfrm>
          <a:custGeom>
            <a:avLst/>
            <a:gdLst/>
            <a:ahLst/>
            <a:rect l="0" t="0" r="r" b="b"/>
            <a:pathLst>
              <a:path w="21" h="417">
                <a:moveTo>
                  <a:pt x="0" y="417"/>
                </a:moveTo>
                <a:lnTo>
                  <a:pt x="0" y="0"/>
                </a:lnTo>
                <a:lnTo>
                  <a:pt x="21" y="0"/>
                </a:lnTo>
                <a:lnTo>
                  <a:pt x="2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" name=""/>
          <p:cNvSpPr/>
          <p:nvPr/>
        </p:nvSpPr>
        <p:spPr>
          <a:xfrm>
            <a:off x="25696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" name=""/>
          <p:cNvSpPr/>
          <p:nvPr/>
        </p:nvSpPr>
        <p:spPr>
          <a:xfrm>
            <a:off x="25714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" name=""/>
          <p:cNvSpPr/>
          <p:nvPr/>
        </p:nvSpPr>
        <p:spPr>
          <a:xfrm>
            <a:off x="257328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" name=""/>
          <p:cNvSpPr/>
          <p:nvPr/>
        </p:nvSpPr>
        <p:spPr>
          <a:xfrm>
            <a:off x="257688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" name=""/>
          <p:cNvSpPr/>
          <p:nvPr/>
        </p:nvSpPr>
        <p:spPr>
          <a:xfrm>
            <a:off x="25783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" name=""/>
          <p:cNvSpPr/>
          <p:nvPr/>
        </p:nvSpPr>
        <p:spPr>
          <a:xfrm>
            <a:off x="258012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" name=""/>
          <p:cNvSpPr/>
          <p:nvPr/>
        </p:nvSpPr>
        <p:spPr>
          <a:xfrm>
            <a:off x="258372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b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" name=""/>
          <p:cNvSpPr/>
          <p:nvPr/>
        </p:nvSpPr>
        <p:spPr>
          <a:xfrm>
            <a:off x="25855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" name=""/>
          <p:cNvSpPr/>
          <p:nvPr/>
        </p:nvSpPr>
        <p:spPr>
          <a:xfrm>
            <a:off x="25873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" name=""/>
          <p:cNvSpPr/>
          <p:nvPr/>
        </p:nvSpPr>
        <p:spPr>
          <a:xfrm>
            <a:off x="25891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" name=""/>
          <p:cNvSpPr/>
          <p:nvPr/>
        </p:nvSpPr>
        <p:spPr>
          <a:xfrm>
            <a:off x="2590920" y="2576880"/>
            <a:ext cx="3600" cy="150120"/>
          </a:xfrm>
          <a:custGeom>
            <a:avLst/>
            <a:gdLst/>
            <a:ahLst/>
            <a:rect l="0" t="0" r="r" b="b"/>
            <a:pathLst>
              <a:path w="10" h="417">
                <a:moveTo>
                  <a:pt x="0" y="417"/>
                </a:moveTo>
                <a:lnTo>
                  <a:pt x="0" y="0"/>
                </a:lnTo>
                <a:lnTo>
                  <a:pt x="10" y="0"/>
                </a:lnTo>
                <a:lnTo>
                  <a:pt x="10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" name=""/>
          <p:cNvSpPr/>
          <p:nvPr/>
        </p:nvSpPr>
        <p:spPr>
          <a:xfrm>
            <a:off x="259416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" name=""/>
          <p:cNvSpPr/>
          <p:nvPr/>
        </p:nvSpPr>
        <p:spPr>
          <a:xfrm>
            <a:off x="25977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" name=""/>
          <p:cNvSpPr/>
          <p:nvPr/>
        </p:nvSpPr>
        <p:spPr>
          <a:xfrm>
            <a:off x="25995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" name=""/>
          <p:cNvSpPr/>
          <p:nvPr/>
        </p:nvSpPr>
        <p:spPr>
          <a:xfrm>
            <a:off x="26013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" name=""/>
          <p:cNvSpPr/>
          <p:nvPr/>
        </p:nvSpPr>
        <p:spPr>
          <a:xfrm>
            <a:off x="26031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" name=""/>
          <p:cNvSpPr/>
          <p:nvPr/>
        </p:nvSpPr>
        <p:spPr>
          <a:xfrm>
            <a:off x="26049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" name=""/>
          <p:cNvSpPr/>
          <p:nvPr/>
        </p:nvSpPr>
        <p:spPr>
          <a:xfrm>
            <a:off x="26067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" name=""/>
          <p:cNvSpPr/>
          <p:nvPr/>
        </p:nvSpPr>
        <p:spPr>
          <a:xfrm>
            <a:off x="2608560" y="2576880"/>
            <a:ext cx="3600" cy="150120"/>
          </a:xfrm>
          <a:custGeom>
            <a:avLst/>
            <a:gdLst/>
            <a:ahLst/>
            <a:rect l="0" t="0" r="r" b="b"/>
            <a:pathLst>
              <a:path w="10" h="417">
                <a:moveTo>
                  <a:pt x="0" y="417"/>
                </a:moveTo>
                <a:lnTo>
                  <a:pt x="0" y="0"/>
                </a:lnTo>
                <a:lnTo>
                  <a:pt x="10" y="0"/>
                </a:lnTo>
                <a:lnTo>
                  <a:pt x="10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2" name=""/>
          <p:cNvSpPr/>
          <p:nvPr/>
        </p:nvSpPr>
        <p:spPr>
          <a:xfrm>
            <a:off x="26118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3" name=""/>
          <p:cNvSpPr/>
          <p:nvPr/>
        </p:nvSpPr>
        <p:spPr>
          <a:xfrm>
            <a:off x="26136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4" name=""/>
          <p:cNvSpPr/>
          <p:nvPr/>
        </p:nvSpPr>
        <p:spPr>
          <a:xfrm>
            <a:off x="261540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" name=""/>
          <p:cNvSpPr/>
          <p:nvPr/>
        </p:nvSpPr>
        <p:spPr>
          <a:xfrm>
            <a:off x="26172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" name=""/>
          <p:cNvSpPr/>
          <p:nvPr/>
        </p:nvSpPr>
        <p:spPr>
          <a:xfrm>
            <a:off x="26190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" name=""/>
          <p:cNvSpPr/>
          <p:nvPr/>
        </p:nvSpPr>
        <p:spPr>
          <a:xfrm>
            <a:off x="26208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" name=""/>
          <p:cNvSpPr/>
          <p:nvPr/>
        </p:nvSpPr>
        <p:spPr>
          <a:xfrm>
            <a:off x="262260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" name=""/>
          <p:cNvSpPr/>
          <p:nvPr/>
        </p:nvSpPr>
        <p:spPr>
          <a:xfrm>
            <a:off x="26244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" name=""/>
          <p:cNvSpPr/>
          <p:nvPr/>
        </p:nvSpPr>
        <p:spPr>
          <a:xfrm>
            <a:off x="262620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" name=""/>
          <p:cNvSpPr/>
          <p:nvPr/>
        </p:nvSpPr>
        <p:spPr>
          <a:xfrm>
            <a:off x="26276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" name=""/>
          <p:cNvSpPr/>
          <p:nvPr/>
        </p:nvSpPr>
        <p:spPr>
          <a:xfrm>
            <a:off x="26294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" name=""/>
          <p:cNvSpPr/>
          <p:nvPr/>
        </p:nvSpPr>
        <p:spPr>
          <a:xfrm>
            <a:off x="263124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" name=""/>
          <p:cNvSpPr/>
          <p:nvPr/>
        </p:nvSpPr>
        <p:spPr>
          <a:xfrm>
            <a:off x="26330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b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" name=""/>
          <p:cNvSpPr/>
          <p:nvPr/>
        </p:nvSpPr>
        <p:spPr>
          <a:xfrm>
            <a:off x="26348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a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" name=""/>
          <p:cNvSpPr/>
          <p:nvPr/>
        </p:nvSpPr>
        <p:spPr>
          <a:xfrm>
            <a:off x="26366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9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" name=""/>
          <p:cNvSpPr/>
          <p:nvPr/>
        </p:nvSpPr>
        <p:spPr>
          <a:xfrm>
            <a:off x="263844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8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" name=""/>
          <p:cNvSpPr/>
          <p:nvPr/>
        </p:nvSpPr>
        <p:spPr>
          <a:xfrm>
            <a:off x="26402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7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" name=""/>
          <p:cNvSpPr/>
          <p:nvPr/>
        </p:nvSpPr>
        <p:spPr>
          <a:xfrm>
            <a:off x="26420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6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" name=""/>
          <p:cNvSpPr/>
          <p:nvPr/>
        </p:nvSpPr>
        <p:spPr>
          <a:xfrm>
            <a:off x="264384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5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" name=""/>
          <p:cNvSpPr/>
          <p:nvPr/>
        </p:nvSpPr>
        <p:spPr>
          <a:xfrm>
            <a:off x="26452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4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" name=""/>
          <p:cNvSpPr/>
          <p:nvPr/>
        </p:nvSpPr>
        <p:spPr>
          <a:xfrm>
            <a:off x="264708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3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" name=""/>
          <p:cNvSpPr/>
          <p:nvPr/>
        </p:nvSpPr>
        <p:spPr>
          <a:xfrm>
            <a:off x="26488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2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" name=""/>
          <p:cNvSpPr/>
          <p:nvPr/>
        </p:nvSpPr>
        <p:spPr>
          <a:xfrm>
            <a:off x="26506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1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" name=""/>
          <p:cNvSpPr/>
          <p:nvPr/>
        </p:nvSpPr>
        <p:spPr>
          <a:xfrm>
            <a:off x="26524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e0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6" name=""/>
          <p:cNvSpPr/>
          <p:nvPr/>
        </p:nvSpPr>
        <p:spPr>
          <a:xfrm>
            <a:off x="265428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f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7" name=""/>
          <p:cNvSpPr/>
          <p:nvPr/>
        </p:nvSpPr>
        <p:spPr>
          <a:xfrm>
            <a:off x="26560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e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8" name=""/>
          <p:cNvSpPr/>
          <p:nvPr/>
        </p:nvSpPr>
        <p:spPr>
          <a:xfrm>
            <a:off x="26578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d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9" name=""/>
          <p:cNvSpPr/>
          <p:nvPr/>
        </p:nvSpPr>
        <p:spPr>
          <a:xfrm>
            <a:off x="265968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c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" name=""/>
          <p:cNvSpPr/>
          <p:nvPr/>
        </p:nvSpPr>
        <p:spPr>
          <a:xfrm>
            <a:off x="26611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b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1" name=""/>
          <p:cNvSpPr/>
          <p:nvPr/>
        </p:nvSpPr>
        <p:spPr>
          <a:xfrm>
            <a:off x="266292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a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" name=""/>
          <p:cNvSpPr/>
          <p:nvPr/>
        </p:nvSpPr>
        <p:spPr>
          <a:xfrm>
            <a:off x="26647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8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" name=""/>
          <p:cNvSpPr/>
          <p:nvPr/>
        </p:nvSpPr>
        <p:spPr>
          <a:xfrm>
            <a:off x="26665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7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" name=""/>
          <p:cNvSpPr/>
          <p:nvPr/>
        </p:nvSpPr>
        <p:spPr>
          <a:xfrm>
            <a:off x="26683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6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" name=""/>
          <p:cNvSpPr/>
          <p:nvPr/>
        </p:nvSpPr>
        <p:spPr>
          <a:xfrm>
            <a:off x="267012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5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" name=""/>
          <p:cNvSpPr/>
          <p:nvPr/>
        </p:nvSpPr>
        <p:spPr>
          <a:xfrm>
            <a:off x="26719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4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" name=""/>
          <p:cNvSpPr/>
          <p:nvPr/>
        </p:nvSpPr>
        <p:spPr>
          <a:xfrm>
            <a:off x="26737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3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" name=""/>
          <p:cNvSpPr/>
          <p:nvPr/>
        </p:nvSpPr>
        <p:spPr>
          <a:xfrm>
            <a:off x="26755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1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" name=""/>
          <p:cNvSpPr/>
          <p:nvPr/>
        </p:nvSpPr>
        <p:spPr>
          <a:xfrm>
            <a:off x="267732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d0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" name=""/>
          <p:cNvSpPr/>
          <p:nvPr/>
        </p:nvSpPr>
        <p:spPr>
          <a:xfrm>
            <a:off x="26787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f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" name=""/>
          <p:cNvSpPr/>
          <p:nvPr/>
        </p:nvSpPr>
        <p:spPr>
          <a:xfrm>
            <a:off x="26805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e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" name=""/>
          <p:cNvSpPr/>
          <p:nvPr/>
        </p:nvSpPr>
        <p:spPr>
          <a:xfrm>
            <a:off x="26823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c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" name=""/>
          <p:cNvSpPr/>
          <p:nvPr/>
        </p:nvSpPr>
        <p:spPr>
          <a:xfrm>
            <a:off x="26841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b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" name=""/>
          <p:cNvSpPr/>
          <p:nvPr/>
        </p:nvSpPr>
        <p:spPr>
          <a:xfrm>
            <a:off x="26859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a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" name=""/>
          <p:cNvSpPr/>
          <p:nvPr/>
        </p:nvSpPr>
        <p:spPr>
          <a:xfrm>
            <a:off x="26877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9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" name=""/>
          <p:cNvSpPr/>
          <p:nvPr/>
        </p:nvSpPr>
        <p:spPr>
          <a:xfrm>
            <a:off x="26895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8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" name=""/>
          <p:cNvSpPr/>
          <p:nvPr/>
        </p:nvSpPr>
        <p:spPr>
          <a:xfrm>
            <a:off x="26913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7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" name=""/>
          <p:cNvSpPr/>
          <p:nvPr/>
        </p:nvSpPr>
        <p:spPr>
          <a:xfrm>
            <a:off x="269316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5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9" name=""/>
          <p:cNvSpPr/>
          <p:nvPr/>
        </p:nvSpPr>
        <p:spPr>
          <a:xfrm>
            <a:off x="269460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4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0" name=""/>
          <p:cNvSpPr/>
          <p:nvPr/>
        </p:nvSpPr>
        <p:spPr>
          <a:xfrm>
            <a:off x="26964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3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" name=""/>
          <p:cNvSpPr/>
          <p:nvPr/>
        </p:nvSpPr>
        <p:spPr>
          <a:xfrm>
            <a:off x="26982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2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" name=""/>
          <p:cNvSpPr/>
          <p:nvPr/>
        </p:nvSpPr>
        <p:spPr>
          <a:xfrm>
            <a:off x="27000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1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" name=""/>
          <p:cNvSpPr/>
          <p:nvPr/>
        </p:nvSpPr>
        <p:spPr>
          <a:xfrm>
            <a:off x="270180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c0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" name=""/>
          <p:cNvSpPr/>
          <p:nvPr/>
        </p:nvSpPr>
        <p:spPr>
          <a:xfrm>
            <a:off x="27036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f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" name=""/>
          <p:cNvSpPr/>
          <p:nvPr/>
        </p:nvSpPr>
        <p:spPr>
          <a:xfrm>
            <a:off x="27054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e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" name=""/>
          <p:cNvSpPr/>
          <p:nvPr/>
        </p:nvSpPr>
        <p:spPr>
          <a:xfrm>
            <a:off x="270720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c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" name=""/>
          <p:cNvSpPr/>
          <p:nvPr/>
        </p:nvSpPr>
        <p:spPr>
          <a:xfrm>
            <a:off x="270900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b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" name=""/>
          <p:cNvSpPr/>
          <p:nvPr/>
        </p:nvSpPr>
        <p:spPr>
          <a:xfrm>
            <a:off x="271080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" name=""/>
          <p:cNvSpPr/>
          <p:nvPr/>
        </p:nvSpPr>
        <p:spPr>
          <a:xfrm>
            <a:off x="27122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" name=""/>
          <p:cNvSpPr/>
          <p:nvPr/>
        </p:nvSpPr>
        <p:spPr>
          <a:xfrm>
            <a:off x="27140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8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" name=""/>
          <p:cNvSpPr/>
          <p:nvPr/>
        </p:nvSpPr>
        <p:spPr>
          <a:xfrm>
            <a:off x="27158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7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" name=""/>
          <p:cNvSpPr/>
          <p:nvPr/>
        </p:nvSpPr>
        <p:spPr>
          <a:xfrm>
            <a:off x="271764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" name=""/>
          <p:cNvSpPr/>
          <p:nvPr/>
        </p:nvSpPr>
        <p:spPr>
          <a:xfrm>
            <a:off x="27194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" name=""/>
          <p:cNvSpPr/>
          <p:nvPr/>
        </p:nvSpPr>
        <p:spPr>
          <a:xfrm>
            <a:off x="27212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5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" name=""/>
          <p:cNvSpPr/>
          <p:nvPr/>
        </p:nvSpPr>
        <p:spPr>
          <a:xfrm>
            <a:off x="272304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4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" name=""/>
          <p:cNvSpPr/>
          <p:nvPr/>
        </p:nvSpPr>
        <p:spPr>
          <a:xfrm>
            <a:off x="272484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3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" name=""/>
          <p:cNvSpPr/>
          <p:nvPr/>
        </p:nvSpPr>
        <p:spPr>
          <a:xfrm>
            <a:off x="272664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2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8" name=""/>
          <p:cNvSpPr/>
          <p:nvPr/>
        </p:nvSpPr>
        <p:spPr>
          <a:xfrm>
            <a:off x="27280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1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9" name=""/>
          <p:cNvSpPr/>
          <p:nvPr/>
        </p:nvSpPr>
        <p:spPr>
          <a:xfrm>
            <a:off x="27298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b0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0" name=""/>
          <p:cNvSpPr/>
          <p:nvPr/>
        </p:nvSpPr>
        <p:spPr>
          <a:xfrm>
            <a:off x="27316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1" name=""/>
          <p:cNvSpPr/>
          <p:nvPr/>
        </p:nvSpPr>
        <p:spPr>
          <a:xfrm>
            <a:off x="273348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2" name=""/>
          <p:cNvSpPr/>
          <p:nvPr/>
        </p:nvSpPr>
        <p:spPr>
          <a:xfrm>
            <a:off x="27352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3" name=""/>
          <p:cNvSpPr/>
          <p:nvPr/>
        </p:nvSpPr>
        <p:spPr>
          <a:xfrm>
            <a:off x="27370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d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4" name=""/>
          <p:cNvSpPr/>
          <p:nvPr/>
        </p:nvSpPr>
        <p:spPr>
          <a:xfrm>
            <a:off x="27388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5" name=""/>
          <p:cNvSpPr/>
          <p:nvPr/>
        </p:nvSpPr>
        <p:spPr>
          <a:xfrm>
            <a:off x="274068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6" name=""/>
          <p:cNvSpPr/>
          <p:nvPr/>
        </p:nvSpPr>
        <p:spPr>
          <a:xfrm>
            <a:off x="274248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7" name=""/>
          <p:cNvSpPr/>
          <p:nvPr/>
        </p:nvSpPr>
        <p:spPr>
          <a:xfrm>
            <a:off x="274428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8" name=""/>
          <p:cNvSpPr/>
          <p:nvPr/>
        </p:nvSpPr>
        <p:spPr>
          <a:xfrm>
            <a:off x="27457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9" name=""/>
          <p:cNvSpPr/>
          <p:nvPr/>
        </p:nvSpPr>
        <p:spPr>
          <a:xfrm>
            <a:off x="27475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0" name=""/>
          <p:cNvSpPr/>
          <p:nvPr/>
        </p:nvSpPr>
        <p:spPr>
          <a:xfrm>
            <a:off x="274932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9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1" name=""/>
          <p:cNvSpPr/>
          <p:nvPr/>
        </p:nvSpPr>
        <p:spPr>
          <a:xfrm>
            <a:off x="275292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2" name=""/>
          <p:cNvSpPr/>
          <p:nvPr/>
        </p:nvSpPr>
        <p:spPr>
          <a:xfrm>
            <a:off x="275652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3" name=""/>
          <p:cNvSpPr/>
          <p:nvPr/>
        </p:nvSpPr>
        <p:spPr>
          <a:xfrm>
            <a:off x="275832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" name=""/>
          <p:cNvSpPr/>
          <p:nvPr/>
        </p:nvSpPr>
        <p:spPr>
          <a:xfrm>
            <a:off x="2760120" y="2576880"/>
            <a:ext cx="1800" cy="150120"/>
          </a:xfrm>
          <a:custGeom>
            <a:avLst/>
            <a:gdLst/>
            <a:ahLst/>
            <a:rect l="0" t="0" r="r" b="b"/>
            <a:pathLst>
              <a:path w="5" h="417">
                <a:moveTo>
                  <a:pt x="0" y="417"/>
                </a:moveTo>
                <a:lnTo>
                  <a:pt x="0" y="0"/>
                </a:lnTo>
                <a:lnTo>
                  <a:pt x="5" y="0"/>
                </a:lnTo>
                <a:lnTo>
                  <a:pt x="5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" name=""/>
          <p:cNvSpPr/>
          <p:nvPr/>
        </p:nvSpPr>
        <p:spPr>
          <a:xfrm>
            <a:off x="27615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" name=""/>
          <p:cNvSpPr/>
          <p:nvPr/>
        </p:nvSpPr>
        <p:spPr>
          <a:xfrm>
            <a:off x="27633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" name=""/>
          <p:cNvSpPr/>
          <p:nvPr/>
        </p:nvSpPr>
        <p:spPr>
          <a:xfrm>
            <a:off x="27651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" name=""/>
          <p:cNvSpPr/>
          <p:nvPr/>
        </p:nvSpPr>
        <p:spPr>
          <a:xfrm>
            <a:off x="27669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" name=""/>
          <p:cNvSpPr/>
          <p:nvPr/>
        </p:nvSpPr>
        <p:spPr>
          <a:xfrm>
            <a:off x="27687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" name=""/>
          <p:cNvSpPr/>
          <p:nvPr/>
        </p:nvSpPr>
        <p:spPr>
          <a:xfrm>
            <a:off x="2770560" y="2576880"/>
            <a:ext cx="2160" cy="150120"/>
          </a:xfrm>
          <a:custGeom>
            <a:avLst/>
            <a:gdLst/>
            <a:ahLst/>
            <a:rect l="0" t="0" r="r" b="b"/>
            <a:pathLst>
              <a:path w="6" h="417">
                <a:moveTo>
                  <a:pt x="0" y="417"/>
                </a:moveTo>
                <a:lnTo>
                  <a:pt x="0" y="0"/>
                </a:lnTo>
                <a:lnTo>
                  <a:pt x="6" y="0"/>
                </a:lnTo>
                <a:lnTo>
                  <a:pt x="6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" name=""/>
          <p:cNvSpPr/>
          <p:nvPr/>
        </p:nvSpPr>
        <p:spPr>
          <a:xfrm>
            <a:off x="2772360" y="2576880"/>
            <a:ext cx="2520" cy="150120"/>
          </a:xfrm>
          <a:custGeom>
            <a:avLst/>
            <a:gdLst/>
            <a:ahLst/>
            <a:rect l="0" t="0" r="r" b="b"/>
            <a:pathLst>
              <a:path w="7" h="417">
                <a:moveTo>
                  <a:pt x="0" y="417"/>
                </a:moveTo>
                <a:lnTo>
                  <a:pt x="0" y="0"/>
                </a:lnTo>
                <a:lnTo>
                  <a:pt x="7" y="0"/>
                </a:lnTo>
                <a:lnTo>
                  <a:pt x="7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" name=""/>
          <p:cNvSpPr/>
          <p:nvPr/>
        </p:nvSpPr>
        <p:spPr>
          <a:xfrm>
            <a:off x="2774160" y="2576880"/>
            <a:ext cx="3960" cy="150120"/>
          </a:xfrm>
          <a:custGeom>
            <a:avLst/>
            <a:gdLst/>
            <a:ahLst/>
            <a:rect l="0" t="0" r="r" b="b"/>
            <a:pathLst>
              <a:path w="11" h="417">
                <a:moveTo>
                  <a:pt x="0" y="417"/>
                </a:moveTo>
                <a:lnTo>
                  <a:pt x="0" y="0"/>
                </a:lnTo>
                <a:lnTo>
                  <a:pt x="11" y="0"/>
                </a:lnTo>
                <a:lnTo>
                  <a:pt x="11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" name=""/>
          <p:cNvSpPr/>
          <p:nvPr/>
        </p:nvSpPr>
        <p:spPr>
          <a:xfrm>
            <a:off x="2777760" y="2576880"/>
            <a:ext cx="3600" cy="150120"/>
          </a:xfrm>
          <a:custGeom>
            <a:avLst/>
            <a:gdLst/>
            <a:ahLst/>
            <a:rect l="0" t="0" r="r" b="b"/>
            <a:pathLst>
              <a:path w="10" h="417">
                <a:moveTo>
                  <a:pt x="0" y="417"/>
                </a:moveTo>
                <a:lnTo>
                  <a:pt x="0" y="0"/>
                </a:lnTo>
                <a:lnTo>
                  <a:pt x="10" y="0"/>
                </a:lnTo>
                <a:lnTo>
                  <a:pt x="10" y="417"/>
                </a:lnTo>
                <a:lnTo>
                  <a:pt x="0" y="417"/>
                </a:lnTo>
                <a:close/>
              </a:path>
            </a:pathLst>
          </a:custGeom>
          <a:solidFill>
            <a:srgbClr val="a3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" name=""/>
          <p:cNvSpPr/>
          <p:nvPr/>
        </p:nvSpPr>
        <p:spPr>
          <a:xfrm>
            <a:off x="2329920" y="2576880"/>
            <a:ext cx="451440" cy="478800"/>
          </a:xfrm>
          <a:custGeom>
            <a:avLst/>
            <a:gdLst/>
            <a:ahLst/>
            <a:rect l="0" t="0" r="r" b="b"/>
            <a:pathLst>
              <a:path fill="none" w="1254" h="1330">
                <a:moveTo>
                  <a:pt x="1254" y="209"/>
                </a:moveTo>
                <a:cubicBezTo>
                  <a:pt x="1254" y="324"/>
                  <a:pt x="974" y="417"/>
                  <a:pt x="628" y="417"/>
                </a:cubicBezTo>
                <a:cubicBezTo>
                  <a:pt x="281" y="417"/>
                  <a:pt x="0" y="324"/>
                  <a:pt x="0" y="209"/>
                </a:cubicBezTo>
                <a:cubicBezTo>
                  <a:pt x="0" y="93"/>
                  <a:pt x="281" y="0"/>
                  <a:pt x="628" y="0"/>
                </a:cubicBezTo>
                <a:cubicBezTo>
                  <a:pt x="974" y="0"/>
                  <a:pt x="1254" y="93"/>
                  <a:pt x="1254" y="209"/>
                </a:cubicBezTo>
                <a:lnTo>
                  <a:pt x="1254" y="1122"/>
                </a:lnTo>
                <a:cubicBezTo>
                  <a:pt x="1254" y="1237"/>
                  <a:pt x="974" y="1330"/>
                  <a:pt x="628" y="1330"/>
                </a:cubicBezTo>
                <a:cubicBezTo>
                  <a:pt x="281" y="1330"/>
                  <a:pt x="0" y="1237"/>
                  <a:pt x="0" y="1122"/>
                </a:cubicBezTo>
                <a:lnTo>
                  <a:pt x="0" y="209"/>
                </a:lnTo>
              </a:path>
            </a:pathLst>
          </a:custGeom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" name=""/>
          <p:cNvSpPr txBox="1"/>
          <p:nvPr/>
        </p:nvSpPr>
        <p:spPr>
          <a:xfrm>
            <a:off x="786960" y="1006200"/>
            <a:ext cx="3695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[BIA; Bioelectrical Impedance Analysis]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" name=""/>
          <p:cNvSpPr/>
          <p:nvPr/>
        </p:nvSpPr>
        <p:spPr>
          <a:xfrm>
            <a:off x="2468880" y="2575800"/>
            <a:ext cx="159120" cy="56160"/>
          </a:xfrm>
          <a:custGeom>
            <a:avLst/>
            <a:gdLst/>
            <a:ahLst/>
            <a:rect l="0" t="0" r="r" b="b"/>
            <a:pathLst>
              <a:path w="442" h="156">
                <a:moveTo>
                  <a:pt x="0" y="0"/>
                </a:moveTo>
                <a:cubicBezTo>
                  <a:pt x="0" y="12"/>
                  <a:pt x="99" y="22"/>
                  <a:pt x="221" y="22"/>
                </a:cubicBezTo>
                <a:cubicBezTo>
                  <a:pt x="342" y="22"/>
                  <a:pt x="442" y="12"/>
                  <a:pt x="442" y="0"/>
                </a:cubicBezTo>
                <a:lnTo>
                  <a:pt x="442" y="134"/>
                </a:lnTo>
                <a:cubicBezTo>
                  <a:pt x="442" y="147"/>
                  <a:pt x="342" y="156"/>
                  <a:pt x="221" y="156"/>
                </a:cubicBezTo>
                <a:cubicBezTo>
                  <a:pt x="99" y="156"/>
                  <a:pt x="0" y="147"/>
                  <a:pt x="0" y="134"/>
                </a:cubicBez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" name=""/>
          <p:cNvSpPr/>
          <p:nvPr/>
        </p:nvSpPr>
        <p:spPr>
          <a:xfrm>
            <a:off x="2468880" y="2567880"/>
            <a:ext cx="159120" cy="16200"/>
          </a:xfrm>
          <a:custGeom>
            <a:avLst/>
            <a:gdLst/>
            <a:ahLst/>
            <a:rect l="0" t="0" r="r" b="b"/>
            <a:pathLst>
              <a:path w="442" h="45">
                <a:moveTo>
                  <a:pt x="0" y="23"/>
                </a:moveTo>
                <a:cubicBezTo>
                  <a:pt x="0" y="10"/>
                  <a:pt x="99" y="0"/>
                  <a:pt x="221" y="0"/>
                </a:cubicBezTo>
                <a:cubicBezTo>
                  <a:pt x="342" y="0"/>
                  <a:pt x="442" y="10"/>
                  <a:pt x="442" y="23"/>
                </a:cubicBezTo>
                <a:cubicBezTo>
                  <a:pt x="442" y="35"/>
                  <a:pt x="342" y="45"/>
                  <a:pt x="221" y="45"/>
                </a:cubicBezTo>
                <a:cubicBezTo>
                  <a:pt x="99" y="45"/>
                  <a:pt x="0" y="35"/>
                  <a:pt x="0" y="23"/>
                </a:cubicBez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8" name=""/>
          <p:cNvSpPr/>
          <p:nvPr/>
        </p:nvSpPr>
        <p:spPr>
          <a:xfrm>
            <a:off x="2468880" y="2567880"/>
            <a:ext cx="159120" cy="64080"/>
          </a:xfrm>
          <a:custGeom>
            <a:avLst/>
            <a:gdLst/>
            <a:ahLst/>
            <a:rect l="0" t="0" r="r" b="b"/>
            <a:pathLst>
              <a:path fill="none" w="442" h="178">
                <a:moveTo>
                  <a:pt x="442" y="22"/>
                </a:moveTo>
                <a:cubicBezTo>
                  <a:pt x="442" y="34"/>
                  <a:pt x="342" y="45"/>
                  <a:pt x="221" y="45"/>
                </a:cubicBezTo>
                <a:cubicBezTo>
                  <a:pt x="99" y="45"/>
                  <a:pt x="0" y="34"/>
                  <a:pt x="0" y="22"/>
                </a:cubicBezTo>
                <a:cubicBezTo>
                  <a:pt x="0" y="10"/>
                  <a:pt x="99" y="0"/>
                  <a:pt x="221" y="0"/>
                </a:cubicBezTo>
                <a:cubicBezTo>
                  <a:pt x="342" y="0"/>
                  <a:pt x="442" y="10"/>
                  <a:pt x="442" y="22"/>
                </a:cubicBezTo>
                <a:lnTo>
                  <a:pt x="442" y="156"/>
                </a:lnTo>
                <a:cubicBezTo>
                  <a:pt x="442" y="169"/>
                  <a:pt x="342" y="178"/>
                  <a:pt x="221" y="178"/>
                </a:cubicBezTo>
                <a:cubicBezTo>
                  <a:pt x="99" y="178"/>
                  <a:pt x="0" y="169"/>
                  <a:pt x="0" y="156"/>
                </a:cubicBezTo>
                <a:lnTo>
                  <a:pt x="0" y="22"/>
                </a:lnTo>
              </a:path>
            </a:pathLst>
          </a:custGeom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9" name=""/>
          <p:cNvSpPr/>
          <p:nvPr/>
        </p:nvSpPr>
        <p:spPr>
          <a:xfrm>
            <a:off x="2853000" y="1839960"/>
            <a:ext cx="13680" cy="11160"/>
          </a:xfrm>
          <a:custGeom>
            <a:avLst/>
            <a:gdLst/>
            <a:ahLst/>
            <a:rect l="0" t="0" r="r" b="b"/>
            <a:pathLst>
              <a:path w="38" h="31">
                <a:moveTo>
                  <a:pt x="19" y="16"/>
                </a:moveTo>
                <a:lnTo>
                  <a:pt x="19" y="16"/>
                </a:lnTo>
                <a:moveTo>
                  <a:pt x="38" y="16"/>
                </a:moveTo>
                <a:lnTo>
                  <a:pt x="38" y="17"/>
                </a:lnTo>
                <a:lnTo>
                  <a:pt x="38" y="18"/>
                </a:lnTo>
                <a:lnTo>
                  <a:pt x="37" y="19"/>
                </a:lnTo>
                <a:lnTo>
                  <a:pt x="37" y="20"/>
                </a:lnTo>
                <a:lnTo>
                  <a:pt x="37" y="21"/>
                </a:lnTo>
                <a:lnTo>
                  <a:pt x="37" y="22"/>
                </a:lnTo>
                <a:lnTo>
                  <a:pt x="36" y="22"/>
                </a:lnTo>
                <a:lnTo>
                  <a:pt x="36" y="23"/>
                </a:lnTo>
                <a:lnTo>
                  <a:pt x="35" y="24"/>
                </a:lnTo>
                <a:lnTo>
                  <a:pt x="34" y="25"/>
                </a:lnTo>
                <a:lnTo>
                  <a:pt x="34" y="26"/>
                </a:lnTo>
                <a:lnTo>
                  <a:pt x="33" y="26"/>
                </a:lnTo>
                <a:lnTo>
                  <a:pt x="32" y="27"/>
                </a:lnTo>
                <a:lnTo>
                  <a:pt x="31" y="27"/>
                </a:lnTo>
                <a:lnTo>
                  <a:pt x="31" y="28"/>
                </a:lnTo>
                <a:lnTo>
                  <a:pt x="30" y="28"/>
                </a:lnTo>
                <a:lnTo>
                  <a:pt x="29" y="29"/>
                </a:lnTo>
                <a:lnTo>
                  <a:pt x="28" y="29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5" y="30"/>
                </a:lnTo>
                <a:lnTo>
                  <a:pt x="24" y="30"/>
                </a:lnTo>
                <a:lnTo>
                  <a:pt x="23" y="31"/>
                </a:lnTo>
                <a:lnTo>
                  <a:pt x="22" y="31"/>
                </a:lnTo>
                <a:lnTo>
                  <a:pt x="21" y="31"/>
                </a:lnTo>
                <a:lnTo>
                  <a:pt x="20" y="31"/>
                </a:lnTo>
                <a:lnTo>
                  <a:pt x="19" y="31"/>
                </a:lnTo>
                <a:lnTo>
                  <a:pt x="18" y="31"/>
                </a:lnTo>
                <a:lnTo>
                  <a:pt x="17" y="31"/>
                </a:lnTo>
                <a:lnTo>
                  <a:pt x="16" y="31"/>
                </a:lnTo>
                <a:lnTo>
                  <a:pt x="15" y="31"/>
                </a:lnTo>
                <a:lnTo>
                  <a:pt x="15" y="30"/>
                </a:lnTo>
                <a:lnTo>
                  <a:pt x="13" y="30"/>
                </a:lnTo>
                <a:lnTo>
                  <a:pt x="12" y="30"/>
                </a:lnTo>
                <a:lnTo>
                  <a:pt x="11" y="30"/>
                </a:lnTo>
                <a:lnTo>
                  <a:pt x="10" y="29"/>
                </a:lnTo>
                <a:lnTo>
                  <a:pt x="9" y="29"/>
                </a:lnTo>
                <a:lnTo>
                  <a:pt x="8" y="29"/>
                </a:lnTo>
                <a:lnTo>
                  <a:pt x="8" y="28"/>
                </a:lnTo>
                <a:lnTo>
                  <a:pt x="7" y="28"/>
                </a:lnTo>
                <a:lnTo>
                  <a:pt x="7" y="27"/>
                </a:lnTo>
                <a:lnTo>
                  <a:pt x="6" y="27"/>
                </a:lnTo>
                <a:lnTo>
                  <a:pt x="5" y="27"/>
                </a:lnTo>
                <a:lnTo>
                  <a:pt x="5" y="26"/>
                </a:lnTo>
                <a:lnTo>
                  <a:pt x="4" y="26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10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5" y="1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7" y="2"/>
                </a:lnTo>
                <a:lnTo>
                  <a:pt x="28" y="2"/>
                </a:lnTo>
                <a:lnTo>
                  <a:pt x="29" y="2"/>
                </a:lnTo>
                <a:lnTo>
                  <a:pt x="29" y="3"/>
                </a:lnTo>
                <a:lnTo>
                  <a:pt x="30" y="3"/>
                </a:lnTo>
                <a:lnTo>
                  <a:pt x="31" y="3"/>
                </a:lnTo>
                <a:lnTo>
                  <a:pt x="31" y="4"/>
                </a:lnTo>
                <a:lnTo>
                  <a:pt x="32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5" y="9"/>
                </a:lnTo>
                <a:lnTo>
                  <a:pt x="36" y="9"/>
                </a:lnTo>
                <a:lnTo>
                  <a:pt x="36" y="10"/>
                </a:lnTo>
                <a:lnTo>
                  <a:pt x="37" y="11"/>
                </a:lnTo>
                <a:lnTo>
                  <a:pt x="37" y="12"/>
                </a:lnTo>
                <a:lnTo>
                  <a:pt x="37" y="13"/>
                </a:lnTo>
                <a:lnTo>
                  <a:pt x="38" y="14"/>
                </a:lnTo>
                <a:lnTo>
                  <a:pt x="38" y="15"/>
                </a:lnTo>
                <a:lnTo>
                  <a:pt x="38" y="1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0" name=""/>
          <p:cNvSpPr/>
          <p:nvPr/>
        </p:nvSpPr>
        <p:spPr>
          <a:xfrm>
            <a:off x="2847240" y="1835280"/>
            <a:ext cx="25200" cy="20520"/>
          </a:xfrm>
          <a:custGeom>
            <a:avLst/>
            <a:gdLst/>
            <a:ahLst/>
            <a:rect l="0" t="0" r="r" b="b"/>
            <a:pathLst>
              <a:path w="70" h="57">
                <a:moveTo>
                  <a:pt x="53" y="28"/>
                </a:moveTo>
                <a:lnTo>
                  <a:pt x="53" y="27"/>
                </a:lnTo>
                <a:lnTo>
                  <a:pt x="53" y="26"/>
                </a:lnTo>
                <a:lnTo>
                  <a:pt x="52" y="25"/>
                </a:lnTo>
                <a:lnTo>
                  <a:pt x="52" y="24"/>
                </a:lnTo>
                <a:lnTo>
                  <a:pt x="52" y="23"/>
                </a:lnTo>
                <a:lnTo>
                  <a:pt x="51" y="22"/>
                </a:lnTo>
                <a:lnTo>
                  <a:pt x="51" y="21"/>
                </a:lnTo>
                <a:lnTo>
                  <a:pt x="50" y="21"/>
                </a:lnTo>
                <a:lnTo>
                  <a:pt x="50" y="20"/>
                </a:lnTo>
                <a:lnTo>
                  <a:pt x="49" y="19"/>
                </a:lnTo>
                <a:lnTo>
                  <a:pt x="48" y="18"/>
                </a:lnTo>
                <a:lnTo>
                  <a:pt x="47" y="18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5"/>
                </a:lnTo>
                <a:lnTo>
                  <a:pt x="43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0" y="14"/>
                </a:lnTo>
                <a:lnTo>
                  <a:pt x="39" y="14"/>
                </a:lnTo>
                <a:lnTo>
                  <a:pt x="38" y="14"/>
                </a:lnTo>
                <a:lnTo>
                  <a:pt x="37" y="13"/>
                </a:lnTo>
                <a:lnTo>
                  <a:pt x="36" y="13"/>
                </a:lnTo>
                <a:lnTo>
                  <a:pt x="35" y="13"/>
                </a:lnTo>
                <a:lnTo>
                  <a:pt x="34" y="13"/>
                </a:lnTo>
                <a:lnTo>
                  <a:pt x="33" y="13"/>
                </a:lnTo>
                <a:lnTo>
                  <a:pt x="32" y="13"/>
                </a:lnTo>
                <a:lnTo>
                  <a:pt x="31" y="13"/>
                </a:lnTo>
                <a:lnTo>
                  <a:pt x="31" y="14"/>
                </a:lnTo>
                <a:lnTo>
                  <a:pt x="30" y="14"/>
                </a:lnTo>
                <a:lnTo>
                  <a:pt x="29" y="14"/>
                </a:lnTo>
                <a:lnTo>
                  <a:pt x="28" y="14"/>
                </a:lnTo>
                <a:lnTo>
                  <a:pt x="27" y="14"/>
                </a:lnTo>
                <a:lnTo>
                  <a:pt x="26" y="15"/>
                </a:lnTo>
                <a:lnTo>
                  <a:pt x="25" y="15"/>
                </a:lnTo>
                <a:lnTo>
                  <a:pt x="24" y="16"/>
                </a:lnTo>
                <a:lnTo>
                  <a:pt x="23" y="16"/>
                </a:lnTo>
                <a:lnTo>
                  <a:pt x="23" y="17"/>
                </a:lnTo>
                <a:lnTo>
                  <a:pt x="22" y="17"/>
                </a:lnTo>
                <a:lnTo>
                  <a:pt x="21" y="18"/>
                </a:lnTo>
                <a:lnTo>
                  <a:pt x="20" y="19"/>
                </a:lnTo>
                <a:lnTo>
                  <a:pt x="19" y="19"/>
                </a:lnTo>
                <a:lnTo>
                  <a:pt x="19" y="20"/>
                </a:lnTo>
                <a:lnTo>
                  <a:pt x="18" y="21"/>
                </a:lnTo>
                <a:lnTo>
                  <a:pt x="18" y="22"/>
                </a:lnTo>
                <a:lnTo>
                  <a:pt x="17" y="22"/>
                </a:lnTo>
                <a:lnTo>
                  <a:pt x="17" y="23"/>
                </a:lnTo>
                <a:lnTo>
                  <a:pt x="17" y="24"/>
                </a:lnTo>
                <a:lnTo>
                  <a:pt x="16" y="24"/>
                </a:lnTo>
                <a:lnTo>
                  <a:pt x="16" y="25"/>
                </a:lnTo>
                <a:lnTo>
                  <a:pt x="16" y="26"/>
                </a:lnTo>
                <a:lnTo>
                  <a:pt x="16" y="27"/>
                </a:lnTo>
                <a:lnTo>
                  <a:pt x="16" y="28"/>
                </a:lnTo>
                <a:lnTo>
                  <a:pt x="16" y="29"/>
                </a:lnTo>
                <a:lnTo>
                  <a:pt x="16" y="30"/>
                </a:lnTo>
                <a:lnTo>
                  <a:pt x="16" y="31"/>
                </a:lnTo>
                <a:lnTo>
                  <a:pt x="16" y="32"/>
                </a:lnTo>
                <a:lnTo>
                  <a:pt x="17" y="32"/>
                </a:lnTo>
                <a:lnTo>
                  <a:pt x="17" y="33"/>
                </a:lnTo>
                <a:lnTo>
                  <a:pt x="17" y="34"/>
                </a:lnTo>
                <a:lnTo>
                  <a:pt x="18" y="34"/>
                </a:lnTo>
                <a:lnTo>
                  <a:pt x="18" y="35"/>
                </a:lnTo>
                <a:lnTo>
                  <a:pt x="18" y="36"/>
                </a:lnTo>
                <a:lnTo>
                  <a:pt x="19" y="36"/>
                </a:lnTo>
                <a:lnTo>
                  <a:pt x="19" y="37"/>
                </a:lnTo>
                <a:lnTo>
                  <a:pt x="20" y="37"/>
                </a:lnTo>
                <a:lnTo>
                  <a:pt x="20" y="38"/>
                </a:lnTo>
                <a:lnTo>
                  <a:pt x="21" y="38"/>
                </a:lnTo>
                <a:lnTo>
                  <a:pt x="21" y="39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4" y="41"/>
                </a:lnTo>
                <a:lnTo>
                  <a:pt x="25" y="41"/>
                </a:lnTo>
                <a:lnTo>
                  <a:pt x="26" y="41"/>
                </a:lnTo>
                <a:lnTo>
                  <a:pt x="27" y="42"/>
                </a:lnTo>
                <a:lnTo>
                  <a:pt x="28" y="42"/>
                </a:lnTo>
                <a:lnTo>
                  <a:pt x="29" y="42"/>
                </a:lnTo>
                <a:lnTo>
                  <a:pt x="30" y="42"/>
                </a:lnTo>
                <a:lnTo>
                  <a:pt x="30" y="43"/>
                </a:lnTo>
                <a:lnTo>
                  <a:pt x="31" y="43"/>
                </a:lnTo>
                <a:lnTo>
                  <a:pt x="32" y="43"/>
                </a:lnTo>
                <a:lnTo>
                  <a:pt x="33" y="43"/>
                </a:lnTo>
                <a:lnTo>
                  <a:pt x="34" y="43"/>
                </a:lnTo>
                <a:lnTo>
                  <a:pt x="35" y="43"/>
                </a:lnTo>
                <a:lnTo>
                  <a:pt x="36" y="43"/>
                </a:lnTo>
                <a:lnTo>
                  <a:pt x="37" y="43"/>
                </a:lnTo>
                <a:lnTo>
                  <a:pt x="38" y="43"/>
                </a:lnTo>
                <a:lnTo>
                  <a:pt x="39" y="42"/>
                </a:lnTo>
                <a:lnTo>
                  <a:pt x="40" y="42"/>
                </a:lnTo>
                <a:lnTo>
                  <a:pt x="41" y="42"/>
                </a:lnTo>
                <a:lnTo>
                  <a:pt x="42" y="42"/>
                </a:lnTo>
                <a:lnTo>
                  <a:pt x="42" y="41"/>
                </a:lnTo>
                <a:lnTo>
                  <a:pt x="43" y="41"/>
                </a:lnTo>
                <a:lnTo>
                  <a:pt x="44" y="41"/>
                </a:lnTo>
                <a:lnTo>
                  <a:pt x="45" y="40"/>
                </a:lnTo>
                <a:lnTo>
                  <a:pt x="46" y="40"/>
                </a:lnTo>
                <a:lnTo>
                  <a:pt x="46" y="39"/>
                </a:lnTo>
                <a:lnTo>
                  <a:pt x="47" y="39"/>
                </a:lnTo>
                <a:lnTo>
                  <a:pt x="48" y="38"/>
                </a:lnTo>
                <a:lnTo>
                  <a:pt x="49" y="38"/>
                </a:lnTo>
                <a:lnTo>
                  <a:pt x="49" y="37"/>
                </a:lnTo>
                <a:lnTo>
                  <a:pt x="50" y="36"/>
                </a:lnTo>
                <a:lnTo>
                  <a:pt x="51" y="35"/>
                </a:lnTo>
                <a:lnTo>
                  <a:pt x="51" y="34"/>
                </a:lnTo>
                <a:lnTo>
                  <a:pt x="52" y="34"/>
                </a:lnTo>
                <a:lnTo>
                  <a:pt x="52" y="33"/>
                </a:lnTo>
                <a:lnTo>
                  <a:pt x="52" y="32"/>
                </a:lnTo>
                <a:lnTo>
                  <a:pt x="52" y="31"/>
                </a:lnTo>
                <a:lnTo>
                  <a:pt x="53" y="30"/>
                </a:lnTo>
                <a:lnTo>
                  <a:pt x="53" y="29"/>
                </a:lnTo>
                <a:lnTo>
                  <a:pt x="53" y="28"/>
                </a:lnTo>
                <a:moveTo>
                  <a:pt x="70" y="28"/>
                </a:moveTo>
                <a:lnTo>
                  <a:pt x="70" y="29"/>
                </a:lnTo>
                <a:lnTo>
                  <a:pt x="70" y="30"/>
                </a:lnTo>
                <a:lnTo>
                  <a:pt x="70" y="31"/>
                </a:lnTo>
                <a:lnTo>
                  <a:pt x="70" y="32"/>
                </a:lnTo>
                <a:lnTo>
                  <a:pt x="69" y="33"/>
                </a:lnTo>
                <a:lnTo>
                  <a:pt x="69" y="34"/>
                </a:lnTo>
                <a:lnTo>
                  <a:pt x="69" y="35"/>
                </a:lnTo>
                <a:lnTo>
                  <a:pt x="69" y="36"/>
                </a:lnTo>
                <a:lnTo>
                  <a:pt x="68" y="37"/>
                </a:lnTo>
                <a:lnTo>
                  <a:pt x="68" y="38"/>
                </a:lnTo>
                <a:lnTo>
                  <a:pt x="67" y="39"/>
                </a:lnTo>
                <a:lnTo>
                  <a:pt x="67" y="40"/>
                </a:lnTo>
                <a:lnTo>
                  <a:pt x="66" y="41"/>
                </a:lnTo>
                <a:lnTo>
                  <a:pt x="65" y="42"/>
                </a:lnTo>
                <a:lnTo>
                  <a:pt x="65" y="43"/>
                </a:lnTo>
                <a:lnTo>
                  <a:pt x="64" y="44"/>
                </a:lnTo>
                <a:lnTo>
                  <a:pt x="63" y="44"/>
                </a:lnTo>
                <a:lnTo>
                  <a:pt x="63" y="46"/>
                </a:lnTo>
                <a:lnTo>
                  <a:pt x="62" y="47"/>
                </a:lnTo>
                <a:lnTo>
                  <a:pt x="60" y="47"/>
                </a:lnTo>
                <a:lnTo>
                  <a:pt x="60" y="48"/>
                </a:lnTo>
                <a:lnTo>
                  <a:pt x="59" y="49"/>
                </a:lnTo>
                <a:lnTo>
                  <a:pt x="58" y="49"/>
                </a:lnTo>
                <a:lnTo>
                  <a:pt x="57" y="50"/>
                </a:lnTo>
                <a:lnTo>
                  <a:pt x="56" y="50"/>
                </a:lnTo>
                <a:lnTo>
                  <a:pt x="56" y="51"/>
                </a:lnTo>
                <a:lnTo>
                  <a:pt x="55" y="52"/>
                </a:lnTo>
                <a:lnTo>
                  <a:pt x="54" y="52"/>
                </a:lnTo>
                <a:lnTo>
                  <a:pt x="53" y="53"/>
                </a:lnTo>
                <a:lnTo>
                  <a:pt x="52" y="53"/>
                </a:lnTo>
                <a:lnTo>
                  <a:pt x="51" y="53"/>
                </a:lnTo>
                <a:lnTo>
                  <a:pt x="50" y="54"/>
                </a:lnTo>
                <a:lnTo>
                  <a:pt x="49" y="54"/>
                </a:lnTo>
                <a:lnTo>
                  <a:pt x="48" y="55"/>
                </a:lnTo>
                <a:lnTo>
                  <a:pt x="47" y="55"/>
                </a:lnTo>
                <a:lnTo>
                  <a:pt x="46" y="55"/>
                </a:lnTo>
                <a:lnTo>
                  <a:pt x="45" y="55"/>
                </a:lnTo>
                <a:lnTo>
                  <a:pt x="44" y="56"/>
                </a:lnTo>
                <a:lnTo>
                  <a:pt x="43" y="56"/>
                </a:lnTo>
                <a:lnTo>
                  <a:pt x="42" y="56"/>
                </a:lnTo>
                <a:lnTo>
                  <a:pt x="41" y="56"/>
                </a:lnTo>
                <a:lnTo>
                  <a:pt x="40" y="57"/>
                </a:lnTo>
                <a:lnTo>
                  <a:pt x="39" y="57"/>
                </a:lnTo>
                <a:lnTo>
                  <a:pt x="38" y="57"/>
                </a:lnTo>
                <a:lnTo>
                  <a:pt x="37" y="57"/>
                </a:lnTo>
                <a:lnTo>
                  <a:pt x="35" y="57"/>
                </a:lnTo>
                <a:lnTo>
                  <a:pt x="34" y="57"/>
                </a:lnTo>
                <a:lnTo>
                  <a:pt x="33" y="57"/>
                </a:lnTo>
                <a:lnTo>
                  <a:pt x="32" y="57"/>
                </a:lnTo>
                <a:lnTo>
                  <a:pt x="31" y="57"/>
                </a:lnTo>
                <a:lnTo>
                  <a:pt x="30" y="57"/>
                </a:lnTo>
                <a:lnTo>
                  <a:pt x="29" y="57"/>
                </a:lnTo>
                <a:lnTo>
                  <a:pt x="28" y="56"/>
                </a:lnTo>
                <a:lnTo>
                  <a:pt x="27" y="56"/>
                </a:lnTo>
                <a:lnTo>
                  <a:pt x="26" y="56"/>
                </a:lnTo>
                <a:lnTo>
                  <a:pt x="25" y="56"/>
                </a:lnTo>
                <a:lnTo>
                  <a:pt x="24" y="55"/>
                </a:lnTo>
                <a:lnTo>
                  <a:pt x="23" y="55"/>
                </a:lnTo>
                <a:lnTo>
                  <a:pt x="22" y="55"/>
                </a:lnTo>
                <a:lnTo>
                  <a:pt x="21" y="55"/>
                </a:lnTo>
                <a:lnTo>
                  <a:pt x="20" y="54"/>
                </a:lnTo>
                <a:lnTo>
                  <a:pt x="19" y="54"/>
                </a:lnTo>
                <a:lnTo>
                  <a:pt x="18" y="53"/>
                </a:lnTo>
                <a:lnTo>
                  <a:pt x="17" y="53"/>
                </a:lnTo>
                <a:lnTo>
                  <a:pt x="16" y="53"/>
                </a:lnTo>
                <a:lnTo>
                  <a:pt x="15" y="52"/>
                </a:lnTo>
                <a:lnTo>
                  <a:pt x="14" y="52"/>
                </a:lnTo>
                <a:lnTo>
                  <a:pt x="13" y="51"/>
                </a:lnTo>
                <a:lnTo>
                  <a:pt x="12" y="50"/>
                </a:lnTo>
                <a:lnTo>
                  <a:pt x="11" y="50"/>
                </a:lnTo>
                <a:lnTo>
                  <a:pt x="11" y="49"/>
                </a:lnTo>
                <a:lnTo>
                  <a:pt x="10" y="49"/>
                </a:lnTo>
                <a:lnTo>
                  <a:pt x="9" y="48"/>
                </a:lnTo>
                <a:lnTo>
                  <a:pt x="8" y="47"/>
                </a:lnTo>
                <a:lnTo>
                  <a:pt x="7" y="46"/>
                </a:lnTo>
                <a:lnTo>
                  <a:pt x="6" y="44"/>
                </a:lnTo>
                <a:lnTo>
                  <a:pt x="5" y="43"/>
                </a:lnTo>
                <a:lnTo>
                  <a:pt x="5" y="42"/>
                </a:lnTo>
                <a:lnTo>
                  <a:pt x="4" y="41"/>
                </a:lnTo>
                <a:lnTo>
                  <a:pt x="3" y="40"/>
                </a:lnTo>
                <a:lnTo>
                  <a:pt x="3" y="39"/>
                </a:lnTo>
                <a:lnTo>
                  <a:pt x="2" y="38"/>
                </a:lnTo>
                <a:lnTo>
                  <a:pt x="2" y="37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0" y="33"/>
                </a:lnTo>
                <a:lnTo>
                  <a:pt x="0" y="32"/>
                </a:lnTo>
                <a:lnTo>
                  <a:pt x="0" y="31"/>
                </a:lnTo>
                <a:lnTo>
                  <a:pt x="0" y="30"/>
                </a:lnTo>
                <a:lnTo>
                  <a:pt x="0" y="29"/>
                </a:ln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5" y="14"/>
                </a:lnTo>
                <a:lnTo>
                  <a:pt x="5" y="13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9" y="9"/>
                </a:lnTo>
                <a:lnTo>
                  <a:pt x="10" y="8"/>
                </a:lnTo>
                <a:lnTo>
                  <a:pt x="11" y="8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5" y="5"/>
                </a:lnTo>
                <a:lnTo>
                  <a:pt x="16" y="5"/>
                </a:lnTo>
                <a:lnTo>
                  <a:pt x="17" y="4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1" y="0"/>
                </a:lnTo>
                <a:lnTo>
                  <a:pt x="32" y="0"/>
                </a:lnTo>
                <a:lnTo>
                  <a:pt x="33" y="0"/>
                </a:lnTo>
                <a:lnTo>
                  <a:pt x="34" y="0"/>
                </a:lnTo>
                <a:lnTo>
                  <a:pt x="35" y="0"/>
                </a:lnTo>
                <a:lnTo>
                  <a:pt x="37" y="0"/>
                </a:lnTo>
                <a:lnTo>
                  <a:pt x="38" y="0"/>
                </a:lnTo>
                <a:lnTo>
                  <a:pt x="39" y="1"/>
                </a:lnTo>
                <a:lnTo>
                  <a:pt x="40" y="1"/>
                </a:lnTo>
                <a:lnTo>
                  <a:pt x="41" y="1"/>
                </a:lnTo>
                <a:lnTo>
                  <a:pt x="42" y="1"/>
                </a:lnTo>
                <a:lnTo>
                  <a:pt x="43" y="1"/>
                </a:lnTo>
                <a:lnTo>
                  <a:pt x="44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8" y="3"/>
                </a:lnTo>
                <a:lnTo>
                  <a:pt x="49" y="3"/>
                </a:lnTo>
                <a:lnTo>
                  <a:pt x="50" y="3"/>
                </a:lnTo>
                <a:lnTo>
                  <a:pt x="51" y="4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6"/>
                </a:lnTo>
                <a:lnTo>
                  <a:pt x="56" y="7"/>
                </a:lnTo>
                <a:lnTo>
                  <a:pt x="57" y="7"/>
                </a:lnTo>
                <a:lnTo>
                  <a:pt x="58" y="8"/>
                </a:lnTo>
                <a:lnTo>
                  <a:pt x="59" y="8"/>
                </a:lnTo>
                <a:lnTo>
                  <a:pt x="60" y="9"/>
                </a:lnTo>
                <a:lnTo>
                  <a:pt x="60" y="10"/>
                </a:lnTo>
                <a:lnTo>
                  <a:pt x="62" y="10"/>
                </a:lnTo>
                <a:lnTo>
                  <a:pt x="63" y="11"/>
                </a:lnTo>
                <a:lnTo>
                  <a:pt x="63" y="12"/>
                </a:lnTo>
                <a:lnTo>
                  <a:pt x="64" y="12"/>
                </a:lnTo>
                <a:lnTo>
                  <a:pt x="65" y="13"/>
                </a:lnTo>
                <a:lnTo>
                  <a:pt x="65" y="14"/>
                </a:lnTo>
                <a:lnTo>
                  <a:pt x="66" y="15"/>
                </a:lnTo>
                <a:lnTo>
                  <a:pt x="67" y="16"/>
                </a:lnTo>
                <a:lnTo>
                  <a:pt x="67" y="17"/>
                </a:lnTo>
                <a:lnTo>
                  <a:pt x="68" y="18"/>
                </a:lnTo>
                <a:lnTo>
                  <a:pt x="68" y="19"/>
                </a:lnTo>
                <a:lnTo>
                  <a:pt x="69" y="20"/>
                </a:lnTo>
                <a:lnTo>
                  <a:pt x="69" y="21"/>
                </a:lnTo>
                <a:lnTo>
                  <a:pt x="69" y="22"/>
                </a:lnTo>
                <a:lnTo>
                  <a:pt x="69" y="23"/>
                </a:lnTo>
                <a:lnTo>
                  <a:pt x="70" y="24"/>
                </a:lnTo>
                <a:lnTo>
                  <a:pt x="70" y="25"/>
                </a:lnTo>
                <a:lnTo>
                  <a:pt x="70" y="26"/>
                </a:lnTo>
                <a:lnTo>
                  <a:pt x="70" y="27"/>
                </a:lnTo>
                <a:lnTo>
                  <a:pt x="70" y="2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1" name=""/>
          <p:cNvSpPr/>
          <p:nvPr/>
        </p:nvSpPr>
        <p:spPr>
          <a:xfrm>
            <a:off x="2834640" y="1825560"/>
            <a:ext cx="50400" cy="40320"/>
          </a:xfrm>
          <a:custGeom>
            <a:avLst/>
            <a:gdLst/>
            <a:ahLst/>
            <a:rect l="0" t="0" r="r" b="b"/>
            <a:pathLst>
              <a:path w="140" h="112">
                <a:moveTo>
                  <a:pt x="105" y="55"/>
                </a:moveTo>
                <a:lnTo>
                  <a:pt x="105" y="54"/>
                </a:lnTo>
                <a:lnTo>
                  <a:pt x="105" y="53"/>
                </a:lnTo>
                <a:lnTo>
                  <a:pt x="105" y="52"/>
                </a:lnTo>
                <a:lnTo>
                  <a:pt x="105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3" y="46"/>
                </a:lnTo>
                <a:lnTo>
                  <a:pt x="103" y="45"/>
                </a:lnTo>
                <a:lnTo>
                  <a:pt x="102" y="44"/>
                </a:lnTo>
                <a:lnTo>
                  <a:pt x="102" y="43"/>
                </a:lnTo>
                <a:lnTo>
                  <a:pt x="101" y="42"/>
                </a:lnTo>
                <a:lnTo>
                  <a:pt x="100" y="41"/>
                </a:lnTo>
                <a:lnTo>
                  <a:pt x="100" y="40"/>
                </a:lnTo>
                <a:lnTo>
                  <a:pt x="99" y="39"/>
                </a:lnTo>
                <a:lnTo>
                  <a:pt x="98" y="39"/>
                </a:lnTo>
                <a:lnTo>
                  <a:pt x="98" y="38"/>
                </a:lnTo>
                <a:lnTo>
                  <a:pt x="97" y="37"/>
                </a:lnTo>
                <a:lnTo>
                  <a:pt x="96" y="37"/>
                </a:lnTo>
                <a:lnTo>
                  <a:pt x="96" y="36"/>
                </a:lnTo>
                <a:lnTo>
                  <a:pt x="95" y="35"/>
                </a:lnTo>
                <a:lnTo>
                  <a:pt x="94" y="35"/>
                </a:lnTo>
                <a:lnTo>
                  <a:pt x="93" y="34"/>
                </a:lnTo>
                <a:lnTo>
                  <a:pt x="92" y="34"/>
                </a:lnTo>
                <a:lnTo>
                  <a:pt x="92" y="33"/>
                </a:lnTo>
                <a:lnTo>
                  <a:pt x="91" y="33"/>
                </a:lnTo>
                <a:lnTo>
                  <a:pt x="90" y="32"/>
                </a:lnTo>
                <a:lnTo>
                  <a:pt x="89" y="32"/>
                </a:lnTo>
                <a:lnTo>
                  <a:pt x="88" y="31"/>
                </a:lnTo>
                <a:lnTo>
                  <a:pt x="87" y="31"/>
                </a:lnTo>
                <a:lnTo>
                  <a:pt x="86" y="30"/>
                </a:lnTo>
                <a:lnTo>
                  <a:pt x="85" y="30"/>
                </a:lnTo>
                <a:lnTo>
                  <a:pt x="84" y="30"/>
                </a:lnTo>
                <a:lnTo>
                  <a:pt x="83" y="29"/>
                </a:lnTo>
                <a:lnTo>
                  <a:pt x="82" y="29"/>
                </a:lnTo>
                <a:lnTo>
                  <a:pt x="81" y="29"/>
                </a:lnTo>
                <a:lnTo>
                  <a:pt x="80" y="28"/>
                </a:lnTo>
                <a:lnTo>
                  <a:pt x="79" y="28"/>
                </a:lnTo>
                <a:lnTo>
                  <a:pt x="78" y="28"/>
                </a:lnTo>
                <a:lnTo>
                  <a:pt x="77" y="28"/>
                </a:lnTo>
                <a:lnTo>
                  <a:pt x="76" y="28"/>
                </a:lnTo>
                <a:lnTo>
                  <a:pt x="75" y="28"/>
                </a:lnTo>
                <a:lnTo>
                  <a:pt x="74" y="27"/>
                </a:lnTo>
                <a:lnTo>
                  <a:pt x="73" y="27"/>
                </a:lnTo>
                <a:lnTo>
                  <a:pt x="71" y="27"/>
                </a:lnTo>
                <a:lnTo>
                  <a:pt x="70" y="27"/>
                </a:lnTo>
                <a:lnTo>
                  <a:pt x="69" y="27"/>
                </a:lnTo>
                <a:lnTo>
                  <a:pt x="68" y="27"/>
                </a:lnTo>
                <a:lnTo>
                  <a:pt x="67" y="27"/>
                </a:lnTo>
                <a:lnTo>
                  <a:pt x="66" y="28"/>
                </a:lnTo>
                <a:lnTo>
                  <a:pt x="65" y="28"/>
                </a:lnTo>
                <a:lnTo>
                  <a:pt x="64" y="28"/>
                </a:lnTo>
                <a:lnTo>
                  <a:pt x="63" y="28"/>
                </a:lnTo>
                <a:lnTo>
                  <a:pt x="62" y="28"/>
                </a:lnTo>
                <a:lnTo>
                  <a:pt x="60" y="28"/>
                </a:lnTo>
                <a:lnTo>
                  <a:pt x="59" y="29"/>
                </a:lnTo>
                <a:lnTo>
                  <a:pt x="58" y="29"/>
                </a:lnTo>
                <a:lnTo>
                  <a:pt x="57" y="29"/>
                </a:lnTo>
                <a:lnTo>
                  <a:pt x="56" y="30"/>
                </a:lnTo>
                <a:lnTo>
                  <a:pt x="55" y="30"/>
                </a:lnTo>
                <a:lnTo>
                  <a:pt x="54" y="30"/>
                </a:lnTo>
                <a:lnTo>
                  <a:pt x="53" y="31"/>
                </a:lnTo>
                <a:lnTo>
                  <a:pt x="52" y="31"/>
                </a:lnTo>
                <a:lnTo>
                  <a:pt x="51" y="32"/>
                </a:lnTo>
                <a:lnTo>
                  <a:pt x="50" y="32"/>
                </a:lnTo>
                <a:lnTo>
                  <a:pt x="49" y="33"/>
                </a:lnTo>
                <a:lnTo>
                  <a:pt x="48" y="33"/>
                </a:lnTo>
                <a:lnTo>
                  <a:pt x="47" y="34"/>
                </a:lnTo>
                <a:lnTo>
                  <a:pt x="46" y="34"/>
                </a:lnTo>
                <a:lnTo>
                  <a:pt x="46" y="35"/>
                </a:lnTo>
                <a:lnTo>
                  <a:pt x="45" y="35"/>
                </a:lnTo>
                <a:lnTo>
                  <a:pt x="44" y="36"/>
                </a:lnTo>
                <a:lnTo>
                  <a:pt x="43" y="37"/>
                </a:lnTo>
                <a:lnTo>
                  <a:pt x="42" y="38"/>
                </a:lnTo>
                <a:lnTo>
                  <a:pt x="41" y="39"/>
                </a:lnTo>
                <a:lnTo>
                  <a:pt x="40" y="40"/>
                </a:lnTo>
                <a:lnTo>
                  <a:pt x="40" y="41"/>
                </a:lnTo>
                <a:lnTo>
                  <a:pt x="39" y="42"/>
                </a:lnTo>
                <a:lnTo>
                  <a:pt x="38" y="43"/>
                </a:lnTo>
                <a:lnTo>
                  <a:pt x="38" y="44"/>
                </a:lnTo>
                <a:lnTo>
                  <a:pt x="37" y="45"/>
                </a:lnTo>
                <a:lnTo>
                  <a:pt x="37" y="46"/>
                </a:lnTo>
                <a:lnTo>
                  <a:pt x="36" y="46"/>
                </a:lnTo>
                <a:lnTo>
                  <a:pt x="36" y="47"/>
                </a:lnTo>
                <a:lnTo>
                  <a:pt x="36" y="48"/>
                </a:lnTo>
                <a:lnTo>
                  <a:pt x="36" y="49"/>
                </a:lnTo>
                <a:lnTo>
                  <a:pt x="35" y="50"/>
                </a:lnTo>
                <a:lnTo>
                  <a:pt x="35" y="51"/>
                </a:lnTo>
                <a:lnTo>
                  <a:pt x="35" y="52"/>
                </a:lnTo>
                <a:lnTo>
                  <a:pt x="35" y="53"/>
                </a:lnTo>
                <a:lnTo>
                  <a:pt x="35" y="54"/>
                </a:lnTo>
                <a:lnTo>
                  <a:pt x="35" y="55"/>
                </a:lnTo>
                <a:lnTo>
                  <a:pt x="35" y="56"/>
                </a:lnTo>
                <a:lnTo>
                  <a:pt x="35" y="57"/>
                </a:lnTo>
                <a:lnTo>
                  <a:pt x="35" y="58"/>
                </a:lnTo>
                <a:lnTo>
                  <a:pt x="35" y="59"/>
                </a:lnTo>
                <a:lnTo>
                  <a:pt x="35" y="60"/>
                </a:lnTo>
                <a:lnTo>
                  <a:pt x="36" y="61"/>
                </a:lnTo>
                <a:lnTo>
                  <a:pt x="36" y="62"/>
                </a:lnTo>
                <a:lnTo>
                  <a:pt x="36" y="63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6"/>
                </a:lnTo>
                <a:lnTo>
                  <a:pt x="38" y="67"/>
                </a:lnTo>
                <a:lnTo>
                  <a:pt x="39" y="68"/>
                </a:lnTo>
                <a:lnTo>
                  <a:pt x="40" y="69"/>
                </a:lnTo>
                <a:lnTo>
                  <a:pt x="40" y="70"/>
                </a:lnTo>
                <a:lnTo>
                  <a:pt x="41" y="71"/>
                </a:lnTo>
                <a:lnTo>
                  <a:pt x="42" y="72"/>
                </a:lnTo>
                <a:lnTo>
                  <a:pt x="43" y="73"/>
                </a:lnTo>
                <a:lnTo>
                  <a:pt x="44" y="74"/>
                </a:lnTo>
                <a:lnTo>
                  <a:pt x="45" y="75"/>
                </a:lnTo>
                <a:lnTo>
                  <a:pt x="46" y="75"/>
                </a:lnTo>
                <a:lnTo>
                  <a:pt x="46" y="76"/>
                </a:lnTo>
                <a:lnTo>
                  <a:pt x="47" y="76"/>
                </a:lnTo>
                <a:lnTo>
                  <a:pt x="48" y="77"/>
                </a:lnTo>
                <a:lnTo>
                  <a:pt x="49" y="78"/>
                </a:lnTo>
                <a:lnTo>
                  <a:pt x="50" y="78"/>
                </a:lnTo>
                <a:lnTo>
                  <a:pt x="51" y="79"/>
                </a:lnTo>
                <a:lnTo>
                  <a:pt x="52" y="79"/>
                </a:lnTo>
                <a:lnTo>
                  <a:pt x="53" y="79"/>
                </a:lnTo>
                <a:lnTo>
                  <a:pt x="54" y="80"/>
                </a:lnTo>
                <a:lnTo>
                  <a:pt x="55" y="80"/>
                </a:lnTo>
                <a:lnTo>
                  <a:pt x="56" y="81"/>
                </a:lnTo>
                <a:lnTo>
                  <a:pt x="57" y="81"/>
                </a:lnTo>
                <a:lnTo>
                  <a:pt x="58" y="81"/>
                </a:lnTo>
                <a:lnTo>
                  <a:pt x="59" y="81"/>
                </a:lnTo>
                <a:lnTo>
                  <a:pt x="60" y="82"/>
                </a:lnTo>
                <a:lnTo>
                  <a:pt x="62" y="82"/>
                </a:lnTo>
                <a:lnTo>
                  <a:pt x="63" y="82"/>
                </a:lnTo>
                <a:lnTo>
                  <a:pt x="64" y="82"/>
                </a:lnTo>
                <a:lnTo>
                  <a:pt x="65" y="83"/>
                </a:lnTo>
                <a:lnTo>
                  <a:pt x="66" y="83"/>
                </a:lnTo>
                <a:lnTo>
                  <a:pt x="67" y="83"/>
                </a:lnTo>
                <a:lnTo>
                  <a:pt x="68" y="83"/>
                </a:lnTo>
                <a:lnTo>
                  <a:pt x="69" y="83"/>
                </a:lnTo>
                <a:lnTo>
                  <a:pt x="70" y="83"/>
                </a:lnTo>
                <a:lnTo>
                  <a:pt x="71" y="83"/>
                </a:lnTo>
                <a:lnTo>
                  <a:pt x="73" y="83"/>
                </a:lnTo>
                <a:lnTo>
                  <a:pt x="74" y="83"/>
                </a:lnTo>
                <a:lnTo>
                  <a:pt x="75" y="83"/>
                </a:lnTo>
                <a:lnTo>
                  <a:pt x="76" y="83"/>
                </a:lnTo>
                <a:lnTo>
                  <a:pt x="77" y="82"/>
                </a:lnTo>
                <a:lnTo>
                  <a:pt x="78" y="82"/>
                </a:lnTo>
                <a:lnTo>
                  <a:pt x="79" y="82"/>
                </a:lnTo>
                <a:lnTo>
                  <a:pt x="80" y="82"/>
                </a:lnTo>
                <a:lnTo>
                  <a:pt x="81" y="81"/>
                </a:lnTo>
                <a:lnTo>
                  <a:pt x="82" y="81"/>
                </a:lnTo>
                <a:lnTo>
                  <a:pt x="83" y="81"/>
                </a:lnTo>
                <a:lnTo>
                  <a:pt x="84" y="81"/>
                </a:lnTo>
                <a:lnTo>
                  <a:pt x="85" y="80"/>
                </a:lnTo>
                <a:lnTo>
                  <a:pt x="86" y="80"/>
                </a:lnTo>
                <a:lnTo>
                  <a:pt x="87" y="79"/>
                </a:lnTo>
                <a:lnTo>
                  <a:pt x="88" y="79"/>
                </a:lnTo>
                <a:lnTo>
                  <a:pt x="89" y="79"/>
                </a:lnTo>
                <a:lnTo>
                  <a:pt x="90" y="78"/>
                </a:lnTo>
                <a:lnTo>
                  <a:pt x="91" y="78"/>
                </a:lnTo>
                <a:lnTo>
                  <a:pt x="92" y="77"/>
                </a:lnTo>
                <a:lnTo>
                  <a:pt x="92" y="76"/>
                </a:lnTo>
                <a:lnTo>
                  <a:pt x="93" y="76"/>
                </a:lnTo>
                <a:lnTo>
                  <a:pt x="94" y="75"/>
                </a:lnTo>
                <a:lnTo>
                  <a:pt x="95" y="75"/>
                </a:lnTo>
                <a:lnTo>
                  <a:pt x="96" y="74"/>
                </a:lnTo>
                <a:lnTo>
                  <a:pt x="96" y="73"/>
                </a:lnTo>
                <a:lnTo>
                  <a:pt x="97" y="73"/>
                </a:lnTo>
                <a:lnTo>
                  <a:pt x="98" y="72"/>
                </a:lnTo>
                <a:lnTo>
                  <a:pt x="98" y="71"/>
                </a:lnTo>
                <a:lnTo>
                  <a:pt x="99" y="71"/>
                </a:lnTo>
                <a:lnTo>
                  <a:pt x="100" y="70"/>
                </a:lnTo>
                <a:lnTo>
                  <a:pt x="100" y="69"/>
                </a:lnTo>
                <a:lnTo>
                  <a:pt x="101" y="68"/>
                </a:lnTo>
                <a:lnTo>
                  <a:pt x="102" y="67"/>
                </a:lnTo>
                <a:lnTo>
                  <a:pt x="102" y="66"/>
                </a:lnTo>
                <a:lnTo>
                  <a:pt x="103" y="65"/>
                </a:lnTo>
                <a:lnTo>
                  <a:pt x="103" y="64"/>
                </a:lnTo>
                <a:lnTo>
                  <a:pt x="104" y="63"/>
                </a:lnTo>
                <a:lnTo>
                  <a:pt x="104" y="62"/>
                </a:lnTo>
                <a:lnTo>
                  <a:pt x="104" y="61"/>
                </a:lnTo>
                <a:lnTo>
                  <a:pt x="104" y="60"/>
                </a:lnTo>
                <a:lnTo>
                  <a:pt x="105" y="59"/>
                </a:lnTo>
                <a:lnTo>
                  <a:pt x="105" y="58"/>
                </a:lnTo>
                <a:lnTo>
                  <a:pt x="105" y="57"/>
                </a:lnTo>
                <a:lnTo>
                  <a:pt x="105" y="56"/>
                </a:lnTo>
                <a:lnTo>
                  <a:pt x="105" y="55"/>
                </a:lnTo>
                <a:moveTo>
                  <a:pt x="140" y="55"/>
                </a:moveTo>
                <a:lnTo>
                  <a:pt x="140" y="57"/>
                </a:lnTo>
                <a:lnTo>
                  <a:pt x="139" y="59"/>
                </a:lnTo>
                <a:lnTo>
                  <a:pt x="139" y="60"/>
                </a:lnTo>
                <a:lnTo>
                  <a:pt x="139" y="62"/>
                </a:lnTo>
                <a:lnTo>
                  <a:pt x="139" y="64"/>
                </a:lnTo>
                <a:lnTo>
                  <a:pt x="138" y="65"/>
                </a:lnTo>
                <a:lnTo>
                  <a:pt x="138" y="67"/>
                </a:lnTo>
                <a:lnTo>
                  <a:pt x="137" y="69"/>
                </a:lnTo>
                <a:lnTo>
                  <a:pt x="137" y="71"/>
                </a:lnTo>
                <a:lnTo>
                  <a:pt x="136" y="72"/>
                </a:lnTo>
                <a:lnTo>
                  <a:pt x="135" y="74"/>
                </a:lnTo>
                <a:lnTo>
                  <a:pt x="135" y="76"/>
                </a:lnTo>
                <a:lnTo>
                  <a:pt x="134" y="77"/>
                </a:lnTo>
                <a:lnTo>
                  <a:pt x="133" y="79"/>
                </a:lnTo>
                <a:lnTo>
                  <a:pt x="132" y="80"/>
                </a:lnTo>
                <a:lnTo>
                  <a:pt x="131" y="82"/>
                </a:lnTo>
                <a:lnTo>
                  <a:pt x="130" y="83"/>
                </a:lnTo>
                <a:lnTo>
                  <a:pt x="129" y="85"/>
                </a:lnTo>
                <a:lnTo>
                  <a:pt x="128" y="86"/>
                </a:lnTo>
                <a:lnTo>
                  <a:pt x="126" y="88"/>
                </a:lnTo>
                <a:lnTo>
                  <a:pt x="125" y="89"/>
                </a:lnTo>
                <a:lnTo>
                  <a:pt x="124" y="90"/>
                </a:lnTo>
                <a:lnTo>
                  <a:pt x="122" y="93"/>
                </a:lnTo>
                <a:lnTo>
                  <a:pt x="121" y="94"/>
                </a:lnTo>
                <a:lnTo>
                  <a:pt x="119" y="95"/>
                </a:lnTo>
                <a:lnTo>
                  <a:pt x="118" y="97"/>
                </a:lnTo>
                <a:lnTo>
                  <a:pt x="116" y="98"/>
                </a:lnTo>
                <a:lnTo>
                  <a:pt x="114" y="99"/>
                </a:lnTo>
                <a:lnTo>
                  <a:pt x="113" y="100"/>
                </a:lnTo>
                <a:lnTo>
                  <a:pt x="111" y="101"/>
                </a:lnTo>
                <a:lnTo>
                  <a:pt x="109" y="102"/>
                </a:lnTo>
                <a:lnTo>
                  <a:pt x="107" y="103"/>
                </a:lnTo>
                <a:lnTo>
                  <a:pt x="106" y="104"/>
                </a:lnTo>
                <a:lnTo>
                  <a:pt x="104" y="105"/>
                </a:lnTo>
                <a:lnTo>
                  <a:pt x="102" y="106"/>
                </a:lnTo>
                <a:lnTo>
                  <a:pt x="100" y="106"/>
                </a:lnTo>
                <a:lnTo>
                  <a:pt x="98" y="107"/>
                </a:lnTo>
                <a:lnTo>
                  <a:pt x="96" y="108"/>
                </a:lnTo>
                <a:lnTo>
                  <a:pt x="94" y="108"/>
                </a:lnTo>
                <a:lnTo>
                  <a:pt x="92" y="109"/>
                </a:lnTo>
                <a:lnTo>
                  <a:pt x="90" y="109"/>
                </a:lnTo>
                <a:lnTo>
                  <a:pt x="88" y="110"/>
                </a:lnTo>
                <a:lnTo>
                  <a:pt x="85" y="110"/>
                </a:lnTo>
                <a:lnTo>
                  <a:pt x="83" y="111"/>
                </a:lnTo>
                <a:lnTo>
                  <a:pt x="81" y="111"/>
                </a:lnTo>
                <a:lnTo>
                  <a:pt x="79" y="111"/>
                </a:lnTo>
                <a:lnTo>
                  <a:pt x="77" y="111"/>
                </a:lnTo>
                <a:lnTo>
                  <a:pt x="75" y="112"/>
                </a:lnTo>
                <a:lnTo>
                  <a:pt x="73" y="112"/>
                </a:lnTo>
                <a:lnTo>
                  <a:pt x="70" y="112"/>
                </a:lnTo>
                <a:lnTo>
                  <a:pt x="68" y="112"/>
                </a:lnTo>
                <a:lnTo>
                  <a:pt x="66" y="112"/>
                </a:lnTo>
                <a:lnTo>
                  <a:pt x="64" y="111"/>
                </a:lnTo>
                <a:lnTo>
                  <a:pt x="62" y="111"/>
                </a:lnTo>
                <a:lnTo>
                  <a:pt x="59" y="111"/>
                </a:lnTo>
                <a:lnTo>
                  <a:pt x="56" y="111"/>
                </a:lnTo>
                <a:lnTo>
                  <a:pt x="54" y="110"/>
                </a:lnTo>
                <a:lnTo>
                  <a:pt x="52" y="110"/>
                </a:lnTo>
                <a:lnTo>
                  <a:pt x="50" y="109"/>
                </a:lnTo>
                <a:lnTo>
                  <a:pt x="48" y="109"/>
                </a:lnTo>
                <a:lnTo>
                  <a:pt x="46" y="108"/>
                </a:lnTo>
                <a:lnTo>
                  <a:pt x="44" y="108"/>
                </a:lnTo>
                <a:lnTo>
                  <a:pt x="42" y="107"/>
                </a:lnTo>
                <a:lnTo>
                  <a:pt x="40" y="106"/>
                </a:lnTo>
                <a:lnTo>
                  <a:pt x="38" y="106"/>
                </a:lnTo>
                <a:lnTo>
                  <a:pt x="36" y="105"/>
                </a:lnTo>
                <a:lnTo>
                  <a:pt x="34" y="104"/>
                </a:lnTo>
                <a:lnTo>
                  <a:pt x="32" y="103"/>
                </a:lnTo>
                <a:lnTo>
                  <a:pt x="30" y="102"/>
                </a:lnTo>
                <a:lnTo>
                  <a:pt x="29" y="101"/>
                </a:lnTo>
                <a:lnTo>
                  <a:pt x="27" y="100"/>
                </a:lnTo>
                <a:lnTo>
                  <a:pt x="25" y="99"/>
                </a:lnTo>
                <a:lnTo>
                  <a:pt x="24" y="98"/>
                </a:lnTo>
                <a:lnTo>
                  <a:pt x="22" y="97"/>
                </a:lnTo>
                <a:lnTo>
                  <a:pt x="20" y="95"/>
                </a:lnTo>
                <a:lnTo>
                  <a:pt x="19" y="94"/>
                </a:lnTo>
                <a:lnTo>
                  <a:pt x="17" y="93"/>
                </a:lnTo>
                <a:lnTo>
                  <a:pt x="16" y="90"/>
                </a:lnTo>
                <a:lnTo>
                  <a:pt x="15" y="89"/>
                </a:lnTo>
                <a:lnTo>
                  <a:pt x="13" y="88"/>
                </a:lnTo>
                <a:lnTo>
                  <a:pt x="12" y="86"/>
                </a:lnTo>
                <a:lnTo>
                  <a:pt x="11" y="85"/>
                </a:lnTo>
                <a:lnTo>
                  <a:pt x="10" y="83"/>
                </a:lnTo>
                <a:lnTo>
                  <a:pt x="9" y="82"/>
                </a:lnTo>
                <a:lnTo>
                  <a:pt x="8" y="80"/>
                </a:lnTo>
                <a:lnTo>
                  <a:pt x="7" y="79"/>
                </a:lnTo>
                <a:lnTo>
                  <a:pt x="6" y="77"/>
                </a:lnTo>
                <a:lnTo>
                  <a:pt x="5" y="76"/>
                </a:lnTo>
                <a:lnTo>
                  <a:pt x="4" y="74"/>
                </a:lnTo>
                <a:lnTo>
                  <a:pt x="4" y="72"/>
                </a:lnTo>
                <a:lnTo>
                  <a:pt x="3" y="71"/>
                </a:lnTo>
                <a:lnTo>
                  <a:pt x="2" y="69"/>
                </a:lnTo>
                <a:lnTo>
                  <a:pt x="2" y="67"/>
                </a:lnTo>
                <a:lnTo>
                  <a:pt x="1" y="65"/>
                </a:lnTo>
                <a:lnTo>
                  <a:pt x="1" y="64"/>
                </a:lnTo>
                <a:lnTo>
                  <a:pt x="1" y="62"/>
                </a:lnTo>
                <a:lnTo>
                  <a:pt x="0" y="60"/>
                </a:lnTo>
                <a:lnTo>
                  <a:pt x="0" y="59"/>
                </a:lnTo>
                <a:lnTo>
                  <a:pt x="0" y="57"/>
                </a:lnTo>
                <a:lnTo>
                  <a:pt x="0" y="55"/>
                </a:lnTo>
                <a:lnTo>
                  <a:pt x="0" y="53"/>
                </a:lnTo>
                <a:lnTo>
                  <a:pt x="0" y="52"/>
                </a:lnTo>
                <a:lnTo>
                  <a:pt x="0" y="50"/>
                </a:lnTo>
                <a:lnTo>
                  <a:pt x="1" y="48"/>
                </a:lnTo>
                <a:lnTo>
                  <a:pt x="1" y="46"/>
                </a:lnTo>
                <a:lnTo>
                  <a:pt x="1" y="45"/>
                </a:lnTo>
                <a:lnTo>
                  <a:pt x="2" y="43"/>
                </a:lnTo>
                <a:lnTo>
                  <a:pt x="2" y="41"/>
                </a:lnTo>
                <a:lnTo>
                  <a:pt x="3" y="40"/>
                </a:lnTo>
                <a:lnTo>
                  <a:pt x="4" y="38"/>
                </a:lnTo>
                <a:lnTo>
                  <a:pt x="4" y="36"/>
                </a:lnTo>
                <a:lnTo>
                  <a:pt x="5" y="35"/>
                </a:lnTo>
                <a:lnTo>
                  <a:pt x="6" y="33"/>
                </a:lnTo>
                <a:lnTo>
                  <a:pt x="7" y="31"/>
                </a:lnTo>
                <a:lnTo>
                  <a:pt x="8" y="30"/>
                </a:lnTo>
                <a:lnTo>
                  <a:pt x="9" y="28"/>
                </a:lnTo>
                <a:lnTo>
                  <a:pt x="10" y="27"/>
                </a:lnTo>
                <a:lnTo>
                  <a:pt x="11" y="25"/>
                </a:lnTo>
                <a:lnTo>
                  <a:pt x="12" y="24"/>
                </a:lnTo>
                <a:lnTo>
                  <a:pt x="13" y="22"/>
                </a:lnTo>
                <a:lnTo>
                  <a:pt x="15" y="21"/>
                </a:lnTo>
                <a:lnTo>
                  <a:pt x="16" y="20"/>
                </a:lnTo>
                <a:lnTo>
                  <a:pt x="17" y="18"/>
                </a:lnTo>
                <a:lnTo>
                  <a:pt x="19" y="17"/>
                </a:lnTo>
                <a:lnTo>
                  <a:pt x="20" y="16"/>
                </a:lnTo>
                <a:lnTo>
                  <a:pt x="22" y="15"/>
                </a:lnTo>
                <a:lnTo>
                  <a:pt x="24" y="13"/>
                </a:lnTo>
                <a:lnTo>
                  <a:pt x="25" y="12"/>
                </a:lnTo>
                <a:lnTo>
                  <a:pt x="27" y="11"/>
                </a:lnTo>
                <a:lnTo>
                  <a:pt x="29" y="10"/>
                </a:lnTo>
                <a:lnTo>
                  <a:pt x="30" y="9"/>
                </a:lnTo>
                <a:lnTo>
                  <a:pt x="32" y="8"/>
                </a:lnTo>
                <a:lnTo>
                  <a:pt x="34" y="7"/>
                </a:lnTo>
                <a:lnTo>
                  <a:pt x="36" y="6"/>
                </a:lnTo>
                <a:lnTo>
                  <a:pt x="38" y="6"/>
                </a:lnTo>
                <a:lnTo>
                  <a:pt x="40" y="5"/>
                </a:lnTo>
                <a:lnTo>
                  <a:pt x="42" y="4"/>
                </a:lnTo>
                <a:lnTo>
                  <a:pt x="44" y="3"/>
                </a:lnTo>
                <a:lnTo>
                  <a:pt x="46" y="3"/>
                </a:lnTo>
                <a:lnTo>
                  <a:pt x="48" y="2"/>
                </a:lnTo>
                <a:lnTo>
                  <a:pt x="50" y="2"/>
                </a:lnTo>
                <a:lnTo>
                  <a:pt x="52" y="1"/>
                </a:lnTo>
                <a:lnTo>
                  <a:pt x="54" y="1"/>
                </a:lnTo>
                <a:lnTo>
                  <a:pt x="56" y="0"/>
                </a:lnTo>
                <a:lnTo>
                  <a:pt x="59" y="0"/>
                </a:lnTo>
                <a:lnTo>
                  <a:pt x="62" y="0"/>
                </a:lnTo>
                <a:lnTo>
                  <a:pt x="64" y="0"/>
                </a:lnTo>
                <a:lnTo>
                  <a:pt x="66" y="0"/>
                </a:lnTo>
                <a:lnTo>
                  <a:pt x="68" y="0"/>
                </a:lnTo>
                <a:lnTo>
                  <a:pt x="70" y="0"/>
                </a:lnTo>
                <a:lnTo>
                  <a:pt x="73" y="0"/>
                </a:lnTo>
                <a:lnTo>
                  <a:pt x="75" y="0"/>
                </a:lnTo>
                <a:lnTo>
                  <a:pt x="77" y="0"/>
                </a:lnTo>
                <a:lnTo>
                  <a:pt x="79" y="0"/>
                </a:lnTo>
                <a:lnTo>
                  <a:pt x="81" y="0"/>
                </a:lnTo>
                <a:lnTo>
                  <a:pt x="83" y="0"/>
                </a:lnTo>
                <a:lnTo>
                  <a:pt x="85" y="1"/>
                </a:lnTo>
                <a:lnTo>
                  <a:pt x="88" y="1"/>
                </a:lnTo>
                <a:lnTo>
                  <a:pt x="90" y="2"/>
                </a:lnTo>
                <a:lnTo>
                  <a:pt x="92" y="2"/>
                </a:lnTo>
                <a:lnTo>
                  <a:pt x="94" y="3"/>
                </a:lnTo>
                <a:lnTo>
                  <a:pt x="96" y="3"/>
                </a:lnTo>
                <a:lnTo>
                  <a:pt x="98" y="4"/>
                </a:lnTo>
                <a:lnTo>
                  <a:pt x="100" y="5"/>
                </a:lnTo>
                <a:lnTo>
                  <a:pt x="102" y="6"/>
                </a:lnTo>
                <a:lnTo>
                  <a:pt x="104" y="6"/>
                </a:lnTo>
                <a:lnTo>
                  <a:pt x="106" y="7"/>
                </a:lnTo>
                <a:lnTo>
                  <a:pt x="107" y="8"/>
                </a:lnTo>
                <a:lnTo>
                  <a:pt x="109" y="9"/>
                </a:lnTo>
                <a:lnTo>
                  <a:pt x="111" y="10"/>
                </a:lnTo>
                <a:lnTo>
                  <a:pt x="113" y="11"/>
                </a:lnTo>
                <a:lnTo>
                  <a:pt x="114" y="12"/>
                </a:lnTo>
                <a:lnTo>
                  <a:pt x="116" y="13"/>
                </a:lnTo>
                <a:lnTo>
                  <a:pt x="118" y="15"/>
                </a:lnTo>
                <a:lnTo>
                  <a:pt x="119" y="16"/>
                </a:lnTo>
                <a:lnTo>
                  <a:pt x="121" y="17"/>
                </a:lnTo>
                <a:lnTo>
                  <a:pt x="122" y="18"/>
                </a:lnTo>
                <a:lnTo>
                  <a:pt x="124" y="20"/>
                </a:lnTo>
                <a:lnTo>
                  <a:pt x="125" y="21"/>
                </a:lnTo>
                <a:lnTo>
                  <a:pt x="126" y="22"/>
                </a:lnTo>
                <a:lnTo>
                  <a:pt x="128" y="24"/>
                </a:lnTo>
                <a:lnTo>
                  <a:pt x="129" y="25"/>
                </a:lnTo>
                <a:lnTo>
                  <a:pt x="130" y="27"/>
                </a:lnTo>
                <a:lnTo>
                  <a:pt x="131" y="28"/>
                </a:lnTo>
                <a:lnTo>
                  <a:pt x="132" y="30"/>
                </a:lnTo>
                <a:lnTo>
                  <a:pt x="133" y="31"/>
                </a:lnTo>
                <a:lnTo>
                  <a:pt x="134" y="33"/>
                </a:lnTo>
                <a:lnTo>
                  <a:pt x="135" y="35"/>
                </a:lnTo>
                <a:lnTo>
                  <a:pt x="135" y="36"/>
                </a:lnTo>
                <a:lnTo>
                  <a:pt x="136" y="38"/>
                </a:lnTo>
                <a:lnTo>
                  <a:pt x="137" y="40"/>
                </a:lnTo>
                <a:lnTo>
                  <a:pt x="137" y="41"/>
                </a:lnTo>
                <a:lnTo>
                  <a:pt x="138" y="43"/>
                </a:lnTo>
                <a:lnTo>
                  <a:pt x="138" y="45"/>
                </a:lnTo>
                <a:lnTo>
                  <a:pt x="139" y="46"/>
                </a:lnTo>
                <a:lnTo>
                  <a:pt x="139" y="48"/>
                </a:lnTo>
                <a:lnTo>
                  <a:pt x="139" y="50"/>
                </a:lnTo>
                <a:lnTo>
                  <a:pt x="139" y="52"/>
                </a:lnTo>
                <a:lnTo>
                  <a:pt x="140" y="53"/>
                </a:lnTo>
                <a:lnTo>
                  <a:pt x="140" y="55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2" name=""/>
          <p:cNvSpPr/>
          <p:nvPr/>
        </p:nvSpPr>
        <p:spPr>
          <a:xfrm>
            <a:off x="2832120" y="1823400"/>
            <a:ext cx="55080" cy="44280"/>
          </a:xfrm>
          <a:custGeom>
            <a:avLst/>
            <a:gdLst/>
            <a:ahLst/>
            <a:rect l="0" t="0" r="r" b="b"/>
            <a:pathLst>
              <a:path w="153" h="123">
                <a:moveTo>
                  <a:pt x="147" y="61"/>
                </a:moveTo>
                <a:lnTo>
                  <a:pt x="147" y="59"/>
                </a:lnTo>
                <a:lnTo>
                  <a:pt x="146" y="58"/>
                </a:lnTo>
                <a:lnTo>
                  <a:pt x="146" y="56"/>
                </a:lnTo>
                <a:lnTo>
                  <a:pt x="146" y="54"/>
                </a:lnTo>
                <a:lnTo>
                  <a:pt x="146" y="52"/>
                </a:lnTo>
                <a:lnTo>
                  <a:pt x="145" y="51"/>
                </a:lnTo>
                <a:lnTo>
                  <a:pt x="145" y="49"/>
                </a:lnTo>
                <a:lnTo>
                  <a:pt x="144" y="47"/>
                </a:lnTo>
                <a:lnTo>
                  <a:pt x="144" y="46"/>
                </a:lnTo>
                <a:lnTo>
                  <a:pt x="143" y="44"/>
                </a:lnTo>
                <a:lnTo>
                  <a:pt x="142" y="42"/>
                </a:lnTo>
                <a:lnTo>
                  <a:pt x="142" y="41"/>
                </a:lnTo>
                <a:lnTo>
                  <a:pt x="141" y="39"/>
                </a:lnTo>
                <a:lnTo>
                  <a:pt x="140" y="37"/>
                </a:lnTo>
                <a:lnTo>
                  <a:pt x="139" y="36"/>
                </a:lnTo>
                <a:lnTo>
                  <a:pt x="138" y="34"/>
                </a:lnTo>
                <a:lnTo>
                  <a:pt x="137" y="33"/>
                </a:lnTo>
                <a:lnTo>
                  <a:pt x="136" y="31"/>
                </a:lnTo>
                <a:lnTo>
                  <a:pt x="135" y="30"/>
                </a:lnTo>
                <a:lnTo>
                  <a:pt x="133" y="28"/>
                </a:lnTo>
                <a:lnTo>
                  <a:pt x="132" y="27"/>
                </a:lnTo>
                <a:lnTo>
                  <a:pt x="131" y="26"/>
                </a:lnTo>
                <a:lnTo>
                  <a:pt x="129" y="24"/>
                </a:lnTo>
                <a:lnTo>
                  <a:pt x="128" y="23"/>
                </a:lnTo>
                <a:lnTo>
                  <a:pt x="126" y="22"/>
                </a:lnTo>
                <a:lnTo>
                  <a:pt x="125" y="21"/>
                </a:lnTo>
                <a:lnTo>
                  <a:pt x="123" y="19"/>
                </a:lnTo>
                <a:lnTo>
                  <a:pt x="121" y="18"/>
                </a:lnTo>
                <a:lnTo>
                  <a:pt x="120" y="17"/>
                </a:lnTo>
                <a:lnTo>
                  <a:pt x="118" y="16"/>
                </a:lnTo>
                <a:lnTo>
                  <a:pt x="116" y="15"/>
                </a:lnTo>
                <a:lnTo>
                  <a:pt x="114" y="14"/>
                </a:lnTo>
                <a:lnTo>
                  <a:pt x="112" y="13"/>
                </a:lnTo>
                <a:lnTo>
                  <a:pt x="110" y="12"/>
                </a:lnTo>
                <a:lnTo>
                  <a:pt x="108" y="12"/>
                </a:lnTo>
                <a:lnTo>
                  <a:pt x="106" y="11"/>
                </a:lnTo>
                <a:lnTo>
                  <a:pt x="104" y="10"/>
                </a:lnTo>
                <a:lnTo>
                  <a:pt x="102" y="9"/>
                </a:lnTo>
                <a:lnTo>
                  <a:pt x="100" y="9"/>
                </a:lnTo>
                <a:lnTo>
                  <a:pt x="98" y="8"/>
                </a:lnTo>
                <a:lnTo>
                  <a:pt x="96" y="8"/>
                </a:lnTo>
                <a:lnTo>
                  <a:pt x="94" y="7"/>
                </a:lnTo>
                <a:lnTo>
                  <a:pt x="91" y="7"/>
                </a:lnTo>
                <a:lnTo>
                  <a:pt x="89" y="6"/>
                </a:lnTo>
                <a:lnTo>
                  <a:pt x="87" y="6"/>
                </a:lnTo>
                <a:lnTo>
                  <a:pt x="85" y="6"/>
                </a:lnTo>
                <a:lnTo>
                  <a:pt x="83" y="6"/>
                </a:lnTo>
                <a:lnTo>
                  <a:pt x="81" y="6"/>
                </a:lnTo>
                <a:lnTo>
                  <a:pt x="79" y="6"/>
                </a:lnTo>
                <a:lnTo>
                  <a:pt x="76" y="6"/>
                </a:lnTo>
                <a:lnTo>
                  <a:pt x="74" y="6"/>
                </a:lnTo>
                <a:lnTo>
                  <a:pt x="72" y="6"/>
                </a:lnTo>
                <a:lnTo>
                  <a:pt x="70" y="6"/>
                </a:lnTo>
                <a:lnTo>
                  <a:pt x="68" y="6"/>
                </a:lnTo>
                <a:lnTo>
                  <a:pt x="66" y="6"/>
                </a:lnTo>
                <a:lnTo>
                  <a:pt x="63" y="6"/>
                </a:lnTo>
                <a:lnTo>
                  <a:pt x="61" y="7"/>
                </a:lnTo>
                <a:lnTo>
                  <a:pt x="59" y="7"/>
                </a:lnTo>
                <a:lnTo>
                  <a:pt x="57" y="8"/>
                </a:lnTo>
                <a:lnTo>
                  <a:pt x="55" y="8"/>
                </a:lnTo>
                <a:lnTo>
                  <a:pt x="53" y="9"/>
                </a:lnTo>
                <a:lnTo>
                  <a:pt x="51" y="9"/>
                </a:lnTo>
                <a:lnTo>
                  <a:pt x="49" y="10"/>
                </a:lnTo>
                <a:lnTo>
                  <a:pt x="47" y="11"/>
                </a:lnTo>
                <a:lnTo>
                  <a:pt x="45" y="12"/>
                </a:lnTo>
                <a:lnTo>
                  <a:pt x="43" y="12"/>
                </a:lnTo>
                <a:lnTo>
                  <a:pt x="41" y="13"/>
                </a:lnTo>
                <a:lnTo>
                  <a:pt x="39" y="14"/>
                </a:lnTo>
                <a:lnTo>
                  <a:pt x="37" y="15"/>
                </a:lnTo>
                <a:lnTo>
                  <a:pt x="36" y="16"/>
                </a:lnTo>
                <a:lnTo>
                  <a:pt x="34" y="17"/>
                </a:lnTo>
                <a:lnTo>
                  <a:pt x="32" y="18"/>
                </a:lnTo>
                <a:lnTo>
                  <a:pt x="31" y="19"/>
                </a:lnTo>
                <a:lnTo>
                  <a:pt x="29" y="21"/>
                </a:lnTo>
                <a:lnTo>
                  <a:pt x="27" y="22"/>
                </a:lnTo>
                <a:lnTo>
                  <a:pt x="26" y="23"/>
                </a:lnTo>
                <a:lnTo>
                  <a:pt x="24" y="24"/>
                </a:lnTo>
                <a:lnTo>
                  <a:pt x="23" y="26"/>
                </a:lnTo>
                <a:lnTo>
                  <a:pt x="22" y="27"/>
                </a:lnTo>
                <a:lnTo>
                  <a:pt x="20" y="28"/>
                </a:lnTo>
                <a:lnTo>
                  <a:pt x="19" y="30"/>
                </a:lnTo>
                <a:lnTo>
                  <a:pt x="18" y="31"/>
                </a:lnTo>
                <a:lnTo>
                  <a:pt x="17" y="33"/>
                </a:lnTo>
                <a:lnTo>
                  <a:pt x="16" y="34"/>
                </a:lnTo>
                <a:lnTo>
                  <a:pt x="15" y="36"/>
                </a:lnTo>
                <a:lnTo>
                  <a:pt x="14" y="37"/>
                </a:lnTo>
                <a:lnTo>
                  <a:pt x="13" y="39"/>
                </a:lnTo>
                <a:lnTo>
                  <a:pt x="12" y="41"/>
                </a:lnTo>
                <a:lnTo>
                  <a:pt x="11" y="42"/>
                </a:lnTo>
                <a:lnTo>
                  <a:pt x="11" y="44"/>
                </a:lnTo>
                <a:lnTo>
                  <a:pt x="10" y="46"/>
                </a:lnTo>
                <a:lnTo>
                  <a:pt x="9" y="47"/>
                </a:lnTo>
                <a:lnTo>
                  <a:pt x="9" y="49"/>
                </a:lnTo>
                <a:lnTo>
                  <a:pt x="8" y="51"/>
                </a:lnTo>
                <a:lnTo>
                  <a:pt x="8" y="52"/>
                </a:lnTo>
                <a:lnTo>
                  <a:pt x="8" y="54"/>
                </a:lnTo>
                <a:lnTo>
                  <a:pt x="7" y="56"/>
                </a:lnTo>
                <a:lnTo>
                  <a:pt x="7" y="58"/>
                </a:lnTo>
                <a:lnTo>
                  <a:pt x="7" y="59"/>
                </a:lnTo>
                <a:lnTo>
                  <a:pt x="7" y="61"/>
                </a:lnTo>
                <a:lnTo>
                  <a:pt x="7" y="63"/>
                </a:lnTo>
                <a:lnTo>
                  <a:pt x="7" y="65"/>
                </a:lnTo>
                <a:lnTo>
                  <a:pt x="7" y="66"/>
                </a:lnTo>
                <a:lnTo>
                  <a:pt x="8" y="68"/>
                </a:lnTo>
                <a:lnTo>
                  <a:pt x="8" y="70"/>
                </a:lnTo>
                <a:lnTo>
                  <a:pt x="8" y="71"/>
                </a:lnTo>
                <a:lnTo>
                  <a:pt x="9" y="73"/>
                </a:lnTo>
                <a:lnTo>
                  <a:pt x="9" y="75"/>
                </a:lnTo>
                <a:lnTo>
                  <a:pt x="10" y="77"/>
                </a:lnTo>
                <a:lnTo>
                  <a:pt x="11" y="78"/>
                </a:lnTo>
                <a:lnTo>
                  <a:pt x="11" y="80"/>
                </a:lnTo>
                <a:lnTo>
                  <a:pt x="12" y="82"/>
                </a:lnTo>
                <a:lnTo>
                  <a:pt x="13" y="83"/>
                </a:lnTo>
                <a:lnTo>
                  <a:pt x="14" y="85"/>
                </a:lnTo>
                <a:lnTo>
                  <a:pt x="15" y="86"/>
                </a:lnTo>
                <a:lnTo>
                  <a:pt x="16" y="88"/>
                </a:lnTo>
                <a:lnTo>
                  <a:pt x="17" y="89"/>
                </a:lnTo>
                <a:lnTo>
                  <a:pt x="18" y="91"/>
                </a:lnTo>
                <a:lnTo>
                  <a:pt x="19" y="92"/>
                </a:lnTo>
                <a:lnTo>
                  <a:pt x="20" y="94"/>
                </a:lnTo>
                <a:lnTo>
                  <a:pt x="22" y="95"/>
                </a:lnTo>
                <a:lnTo>
                  <a:pt x="23" y="96"/>
                </a:lnTo>
                <a:lnTo>
                  <a:pt x="24" y="98"/>
                </a:lnTo>
                <a:lnTo>
                  <a:pt x="26" y="99"/>
                </a:lnTo>
                <a:lnTo>
                  <a:pt x="27" y="100"/>
                </a:lnTo>
                <a:lnTo>
                  <a:pt x="29" y="102"/>
                </a:lnTo>
                <a:lnTo>
                  <a:pt x="31" y="103"/>
                </a:lnTo>
                <a:lnTo>
                  <a:pt x="32" y="104"/>
                </a:lnTo>
                <a:lnTo>
                  <a:pt x="34" y="105"/>
                </a:lnTo>
                <a:lnTo>
                  <a:pt x="36" y="106"/>
                </a:lnTo>
                <a:lnTo>
                  <a:pt x="37" y="107"/>
                </a:lnTo>
                <a:lnTo>
                  <a:pt x="39" y="108"/>
                </a:lnTo>
                <a:lnTo>
                  <a:pt x="41" y="109"/>
                </a:lnTo>
                <a:lnTo>
                  <a:pt x="43" y="110"/>
                </a:lnTo>
                <a:lnTo>
                  <a:pt x="45" y="111"/>
                </a:lnTo>
                <a:lnTo>
                  <a:pt x="47" y="111"/>
                </a:lnTo>
                <a:lnTo>
                  <a:pt x="49" y="112"/>
                </a:lnTo>
                <a:lnTo>
                  <a:pt x="51" y="113"/>
                </a:lnTo>
                <a:lnTo>
                  <a:pt x="53" y="113"/>
                </a:lnTo>
                <a:lnTo>
                  <a:pt x="55" y="114"/>
                </a:lnTo>
                <a:lnTo>
                  <a:pt x="57" y="114"/>
                </a:lnTo>
                <a:lnTo>
                  <a:pt x="59" y="115"/>
                </a:lnTo>
                <a:lnTo>
                  <a:pt x="61" y="115"/>
                </a:lnTo>
                <a:lnTo>
                  <a:pt x="63" y="116"/>
                </a:lnTo>
                <a:lnTo>
                  <a:pt x="66" y="116"/>
                </a:lnTo>
                <a:lnTo>
                  <a:pt x="68" y="116"/>
                </a:lnTo>
                <a:lnTo>
                  <a:pt x="70" y="116"/>
                </a:lnTo>
                <a:lnTo>
                  <a:pt x="72" y="117"/>
                </a:lnTo>
                <a:lnTo>
                  <a:pt x="74" y="117"/>
                </a:lnTo>
                <a:lnTo>
                  <a:pt x="76" y="117"/>
                </a:lnTo>
                <a:lnTo>
                  <a:pt x="79" y="117"/>
                </a:lnTo>
                <a:lnTo>
                  <a:pt x="81" y="117"/>
                </a:lnTo>
                <a:lnTo>
                  <a:pt x="83" y="116"/>
                </a:lnTo>
                <a:lnTo>
                  <a:pt x="85" y="116"/>
                </a:lnTo>
                <a:lnTo>
                  <a:pt x="87" y="116"/>
                </a:lnTo>
                <a:lnTo>
                  <a:pt x="89" y="116"/>
                </a:lnTo>
                <a:lnTo>
                  <a:pt x="91" y="115"/>
                </a:lnTo>
                <a:lnTo>
                  <a:pt x="94" y="115"/>
                </a:lnTo>
                <a:lnTo>
                  <a:pt x="96" y="114"/>
                </a:lnTo>
                <a:lnTo>
                  <a:pt x="98" y="114"/>
                </a:lnTo>
                <a:lnTo>
                  <a:pt x="100" y="113"/>
                </a:lnTo>
                <a:lnTo>
                  <a:pt x="102" y="113"/>
                </a:lnTo>
                <a:lnTo>
                  <a:pt x="104" y="112"/>
                </a:lnTo>
                <a:lnTo>
                  <a:pt x="106" y="111"/>
                </a:lnTo>
                <a:lnTo>
                  <a:pt x="108" y="111"/>
                </a:lnTo>
                <a:lnTo>
                  <a:pt x="110" y="110"/>
                </a:lnTo>
                <a:lnTo>
                  <a:pt x="112" y="109"/>
                </a:lnTo>
                <a:lnTo>
                  <a:pt x="114" y="108"/>
                </a:lnTo>
                <a:lnTo>
                  <a:pt x="116" y="107"/>
                </a:lnTo>
                <a:lnTo>
                  <a:pt x="118" y="106"/>
                </a:lnTo>
                <a:lnTo>
                  <a:pt x="120" y="105"/>
                </a:lnTo>
                <a:lnTo>
                  <a:pt x="121" y="104"/>
                </a:lnTo>
                <a:lnTo>
                  <a:pt x="123" y="103"/>
                </a:lnTo>
                <a:lnTo>
                  <a:pt x="125" y="102"/>
                </a:lnTo>
                <a:lnTo>
                  <a:pt x="126" y="100"/>
                </a:lnTo>
                <a:lnTo>
                  <a:pt x="128" y="99"/>
                </a:lnTo>
                <a:lnTo>
                  <a:pt x="129" y="98"/>
                </a:lnTo>
                <a:lnTo>
                  <a:pt x="131" y="96"/>
                </a:lnTo>
                <a:lnTo>
                  <a:pt x="132" y="95"/>
                </a:lnTo>
                <a:lnTo>
                  <a:pt x="133" y="94"/>
                </a:lnTo>
                <a:lnTo>
                  <a:pt x="135" y="92"/>
                </a:lnTo>
                <a:lnTo>
                  <a:pt x="136" y="91"/>
                </a:lnTo>
                <a:lnTo>
                  <a:pt x="137" y="89"/>
                </a:lnTo>
                <a:lnTo>
                  <a:pt x="138" y="88"/>
                </a:lnTo>
                <a:lnTo>
                  <a:pt x="139" y="86"/>
                </a:lnTo>
                <a:lnTo>
                  <a:pt x="140" y="85"/>
                </a:lnTo>
                <a:lnTo>
                  <a:pt x="141" y="83"/>
                </a:lnTo>
                <a:lnTo>
                  <a:pt x="142" y="82"/>
                </a:lnTo>
                <a:lnTo>
                  <a:pt x="142" y="80"/>
                </a:lnTo>
                <a:lnTo>
                  <a:pt x="143" y="78"/>
                </a:lnTo>
                <a:lnTo>
                  <a:pt x="144" y="77"/>
                </a:lnTo>
                <a:lnTo>
                  <a:pt x="144" y="75"/>
                </a:lnTo>
                <a:lnTo>
                  <a:pt x="145" y="73"/>
                </a:lnTo>
                <a:lnTo>
                  <a:pt x="145" y="71"/>
                </a:lnTo>
                <a:lnTo>
                  <a:pt x="146" y="70"/>
                </a:lnTo>
                <a:lnTo>
                  <a:pt x="146" y="68"/>
                </a:lnTo>
                <a:lnTo>
                  <a:pt x="146" y="66"/>
                </a:lnTo>
                <a:lnTo>
                  <a:pt x="146" y="65"/>
                </a:lnTo>
                <a:lnTo>
                  <a:pt x="147" y="63"/>
                </a:lnTo>
                <a:lnTo>
                  <a:pt x="147" y="61"/>
                </a:lnTo>
                <a:moveTo>
                  <a:pt x="153" y="61"/>
                </a:moveTo>
                <a:lnTo>
                  <a:pt x="153" y="63"/>
                </a:lnTo>
                <a:lnTo>
                  <a:pt x="153" y="65"/>
                </a:lnTo>
                <a:lnTo>
                  <a:pt x="153" y="67"/>
                </a:lnTo>
                <a:lnTo>
                  <a:pt x="153" y="69"/>
                </a:lnTo>
                <a:lnTo>
                  <a:pt x="153" y="71"/>
                </a:lnTo>
                <a:lnTo>
                  <a:pt x="152" y="73"/>
                </a:lnTo>
                <a:lnTo>
                  <a:pt x="152" y="74"/>
                </a:lnTo>
                <a:lnTo>
                  <a:pt x="151" y="76"/>
                </a:lnTo>
                <a:lnTo>
                  <a:pt x="150" y="78"/>
                </a:lnTo>
                <a:lnTo>
                  <a:pt x="150" y="80"/>
                </a:lnTo>
                <a:lnTo>
                  <a:pt x="149" y="82"/>
                </a:lnTo>
                <a:lnTo>
                  <a:pt x="148" y="84"/>
                </a:lnTo>
                <a:lnTo>
                  <a:pt x="147" y="85"/>
                </a:lnTo>
                <a:lnTo>
                  <a:pt x="146" y="87"/>
                </a:lnTo>
                <a:lnTo>
                  <a:pt x="145" y="89"/>
                </a:lnTo>
                <a:lnTo>
                  <a:pt x="144" y="91"/>
                </a:lnTo>
                <a:lnTo>
                  <a:pt x="143" y="92"/>
                </a:lnTo>
                <a:lnTo>
                  <a:pt x="142" y="94"/>
                </a:lnTo>
                <a:lnTo>
                  <a:pt x="140" y="95"/>
                </a:lnTo>
                <a:lnTo>
                  <a:pt x="139" y="97"/>
                </a:lnTo>
                <a:lnTo>
                  <a:pt x="138" y="99"/>
                </a:lnTo>
                <a:lnTo>
                  <a:pt x="136" y="100"/>
                </a:lnTo>
                <a:lnTo>
                  <a:pt x="134" y="101"/>
                </a:lnTo>
                <a:lnTo>
                  <a:pt x="133" y="103"/>
                </a:lnTo>
                <a:lnTo>
                  <a:pt x="131" y="104"/>
                </a:lnTo>
                <a:lnTo>
                  <a:pt x="129" y="106"/>
                </a:lnTo>
                <a:lnTo>
                  <a:pt x="128" y="107"/>
                </a:lnTo>
                <a:lnTo>
                  <a:pt x="126" y="108"/>
                </a:lnTo>
                <a:lnTo>
                  <a:pt x="124" y="109"/>
                </a:lnTo>
                <a:lnTo>
                  <a:pt x="122" y="111"/>
                </a:lnTo>
                <a:lnTo>
                  <a:pt x="120" y="112"/>
                </a:lnTo>
                <a:lnTo>
                  <a:pt x="118" y="113"/>
                </a:lnTo>
                <a:lnTo>
                  <a:pt x="116" y="114"/>
                </a:lnTo>
                <a:lnTo>
                  <a:pt x="114" y="115"/>
                </a:lnTo>
                <a:lnTo>
                  <a:pt x="111" y="116"/>
                </a:lnTo>
                <a:lnTo>
                  <a:pt x="109" y="116"/>
                </a:lnTo>
                <a:lnTo>
                  <a:pt x="107" y="117"/>
                </a:lnTo>
                <a:lnTo>
                  <a:pt x="104" y="118"/>
                </a:lnTo>
                <a:lnTo>
                  <a:pt x="102" y="119"/>
                </a:lnTo>
                <a:lnTo>
                  <a:pt x="100" y="119"/>
                </a:lnTo>
                <a:lnTo>
                  <a:pt x="98" y="120"/>
                </a:lnTo>
                <a:lnTo>
                  <a:pt x="95" y="120"/>
                </a:lnTo>
                <a:lnTo>
                  <a:pt x="93" y="122"/>
                </a:lnTo>
                <a:lnTo>
                  <a:pt x="91" y="122"/>
                </a:lnTo>
                <a:lnTo>
                  <a:pt x="88" y="122"/>
                </a:lnTo>
                <a:lnTo>
                  <a:pt x="86" y="123"/>
                </a:lnTo>
                <a:lnTo>
                  <a:pt x="84" y="123"/>
                </a:lnTo>
                <a:lnTo>
                  <a:pt x="81" y="123"/>
                </a:lnTo>
                <a:lnTo>
                  <a:pt x="79" y="123"/>
                </a:lnTo>
                <a:lnTo>
                  <a:pt x="76" y="123"/>
                </a:lnTo>
                <a:lnTo>
                  <a:pt x="74" y="123"/>
                </a:lnTo>
                <a:lnTo>
                  <a:pt x="72" y="123"/>
                </a:lnTo>
                <a:lnTo>
                  <a:pt x="69" y="123"/>
                </a:lnTo>
                <a:lnTo>
                  <a:pt x="67" y="123"/>
                </a:lnTo>
                <a:lnTo>
                  <a:pt x="64" y="122"/>
                </a:lnTo>
                <a:lnTo>
                  <a:pt x="62" y="122"/>
                </a:lnTo>
                <a:lnTo>
                  <a:pt x="60" y="122"/>
                </a:lnTo>
                <a:lnTo>
                  <a:pt x="57" y="120"/>
                </a:lnTo>
                <a:lnTo>
                  <a:pt x="55" y="120"/>
                </a:lnTo>
                <a:lnTo>
                  <a:pt x="53" y="119"/>
                </a:lnTo>
                <a:lnTo>
                  <a:pt x="51" y="119"/>
                </a:lnTo>
                <a:lnTo>
                  <a:pt x="48" y="118"/>
                </a:lnTo>
                <a:lnTo>
                  <a:pt x="46" y="117"/>
                </a:lnTo>
                <a:lnTo>
                  <a:pt x="44" y="116"/>
                </a:lnTo>
                <a:lnTo>
                  <a:pt x="42" y="116"/>
                </a:lnTo>
                <a:lnTo>
                  <a:pt x="40" y="115"/>
                </a:lnTo>
                <a:lnTo>
                  <a:pt x="38" y="114"/>
                </a:lnTo>
                <a:lnTo>
                  <a:pt x="36" y="113"/>
                </a:lnTo>
                <a:lnTo>
                  <a:pt x="34" y="112"/>
                </a:lnTo>
                <a:lnTo>
                  <a:pt x="32" y="111"/>
                </a:lnTo>
                <a:lnTo>
                  <a:pt x="30" y="109"/>
                </a:lnTo>
                <a:lnTo>
                  <a:pt x="28" y="108"/>
                </a:lnTo>
                <a:lnTo>
                  <a:pt x="26" y="107"/>
                </a:lnTo>
                <a:lnTo>
                  <a:pt x="24" y="106"/>
                </a:lnTo>
                <a:lnTo>
                  <a:pt x="23" y="104"/>
                </a:lnTo>
                <a:lnTo>
                  <a:pt x="21" y="103"/>
                </a:lnTo>
                <a:lnTo>
                  <a:pt x="19" y="101"/>
                </a:lnTo>
                <a:lnTo>
                  <a:pt x="18" y="100"/>
                </a:lnTo>
                <a:lnTo>
                  <a:pt x="16" y="99"/>
                </a:lnTo>
                <a:lnTo>
                  <a:pt x="15" y="97"/>
                </a:lnTo>
                <a:lnTo>
                  <a:pt x="13" y="95"/>
                </a:lnTo>
                <a:lnTo>
                  <a:pt x="12" y="94"/>
                </a:lnTo>
                <a:lnTo>
                  <a:pt x="11" y="92"/>
                </a:lnTo>
                <a:lnTo>
                  <a:pt x="10" y="91"/>
                </a:lnTo>
                <a:lnTo>
                  <a:pt x="9" y="89"/>
                </a:lnTo>
                <a:lnTo>
                  <a:pt x="7" y="87"/>
                </a:lnTo>
                <a:lnTo>
                  <a:pt x="6" y="85"/>
                </a:lnTo>
                <a:lnTo>
                  <a:pt x="6" y="84"/>
                </a:lnTo>
                <a:lnTo>
                  <a:pt x="5" y="82"/>
                </a:lnTo>
                <a:lnTo>
                  <a:pt x="4" y="80"/>
                </a:lnTo>
                <a:lnTo>
                  <a:pt x="3" y="78"/>
                </a:lnTo>
                <a:lnTo>
                  <a:pt x="3" y="76"/>
                </a:lnTo>
                <a:lnTo>
                  <a:pt x="2" y="74"/>
                </a:lnTo>
                <a:lnTo>
                  <a:pt x="2" y="73"/>
                </a:lnTo>
                <a:lnTo>
                  <a:pt x="1" y="71"/>
                </a:lnTo>
                <a:lnTo>
                  <a:pt x="1" y="69"/>
                </a:lnTo>
                <a:lnTo>
                  <a:pt x="1" y="67"/>
                </a:lnTo>
                <a:lnTo>
                  <a:pt x="0" y="65"/>
                </a:lnTo>
                <a:lnTo>
                  <a:pt x="0" y="63"/>
                </a:lnTo>
                <a:lnTo>
                  <a:pt x="0" y="61"/>
                </a:lnTo>
                <a:lnTo>
                  <a:pt x="0" y="59"/>
                </a:lnTo>
                <a:lnTo>
                  <a:pt x="0" y="57"/>
                </a:lnTo>
                <a:lnTo>
                  <a:pt x="1" y="55"/>
                </a:lnTo>
                <a:lnTo>
                  <a:pt x="1" y="53"/>
                </a:lnTo>
                <a:lnTo>
                  <a:pt x="1" y="52"/>
                </a:lnTo>
                <a:lnTo>
                  <a:pt x="2" y="50"/>
                </a:lnTo>
                <a:lnTo>
                  <a:pt x="2" y="48"/>
                </a:lnTo>
                <a:lnTo>
                  <a:pt x="3" y="46"/>
                </a:lnTo>
                <a:lnTo>
                  <a:pt x="3" y="44"/>
                </a:lnTo>
                <a:lnTo>
                  <a:pt x="4" y="42"/>
                </a:lnTo>
                <a:lnTo>
                  <a:pt x="5" y="40"/>
                </a:lnTo>
                <a:lnTo>
                  <a:pt x="6" y="39"/>
                </a:lnTo>
                <a:lnTo>
                  <a:pt x="6" y="37"/>
                </a:lnTo>
                <a:lnTo>
                  <a:pt x="7" y="35"/>
                </a:lnTo>
                <a:lnTo>
                  <a:pt x="9" y="33"/>
                </a:lnTo>
                <a:lnTo>
                  <a:pt x="10" y="32"/>
                </a:lnTo>
                <a:lnTo>
                  <a:pt x="11" y="30"/>
                </a:lnTo>
                <a:lnTo>
                  <a:pt x="12" y="28"/>
                </a:lnTo>
                <a:lnTo>
                  <a:pt x="13" y="27"/>
                </a:lnTo>
                <a:lnTo>
                  <a:pt x="15" y="25"/>
                </a:lnTo>
                <a:lnTo>
                  <a:pt x="16" y="24"/>
                </a:lnTo>
                <a:lnTo>
                  <a:pt x="18" y="22"/>
                </a:lnTo>
                <a:lnTo>
                  <a:pt x="19" y="21"/>
                </a:lnTo>
                <a:lnTo>
                  <a:pt x="21" y="19"/>
                </a:lnTo>
                <a:lnTo>
                  <a:pt x="23" y="18"/>
                </a:lnTo>
                <a:lnTo>
                  <a:pt x="24" y="17"/>
                </a:lnTo>
                <a:lnTo>
                  <a:pt x="26" y="15"/>
                </a:lnTo>
                <a:lnTo>
                  <a:pt x="28" y="14"/>
                </a:lnTo>
                <a:lnTo>
                  <a:pt x="30" y="13"/>
                </a:lnTo>
                <a:lnTo>
                  <a:pt x="32" y="12"/>
                </a:lnTo>
                <a:lnTo>
                  <a:pt x="34" y="11"/>
                </a:lnTo>
                <a:lnTo>
                  <a:pt x="36" y="9"/>
                </a:lnTo>
                <a:lnTo>
                  <a:pt x="38" y="8"/>
                </a:lnTo>
                <a:lnTo>
                  <a:pt x="40" y="8"/>
                </a:lnTo>
                <a:lnTo>
                  <a:pt x="42" y="7"/>
                </a:lnTo>
                <a:lnTo>
                  <a:pt x="44" y="6"/>
                </a:lnTo>
                <a:lnTo>
                  <a:pt x="46" y="5"/>
                </a:lnTo>
                <a:lnTo>
                  <a:pt x="48" y="4"/>
                </a:lnTo>
                <a:lnTo>
                  <a:pt x="51" y="4"/>
                </a:lnTo>
                <a:lnTo>
                  <a:pt x="53" y="3"/>
                </a:lnTo>
                <a:lnTo>
                  <a:pt x="55" y="2"/>
                </a:lnTo>
                <a:lnTo>
                  <a:pt x="57" y="2"/>
                </a:lnTo>
                <a:lnTo>
                  <a:pt x="60" y="1"/>
                </a:lnTo>
                <a:lnTo>
                  <a:pt x="62" y="1"/>
                </a:lnTo>
                <a:lnTo>
                  <a:pt x="64" y="1"/>
                </a:lnTo>
                <a:lnTo>
                  <a:pt x="67" y="0"/>
                </a:lnTo>
                <a:lnTo>
                  <a:pt x="69" y="0"/>
                </a:lnTo>
                <a:lnTo>
                  <a:pt x="72" y="0"/>
                </a:lnTo>
                <a:lnTo>
                  <a:pt x="74" y="0"/>
                </a:lnTo>
                <a:lnTo>
                  <a:pt x="76" y="0"/>
                </a:lnTo>
                <a:lnTo>
                  <a:pt x="79" y="0"/>
                </a:lnTo>
                <a:lnTo>
                  <a:pt x="81" y="0"/>
                </a:lnTo>
                <a:lnTo>
                  <a:pt x="84" y="0"/>
                </a:lnTo>
                <a:lnTo>
                  <a:pt x="86" y="0"/>
                </a:lnTo>
                <a:lnTo>
                  <a:pt x="88" y="1"/>
                </a:lnTo>
                <a:lnTo>
                  <a:pt x="91" y="1"/>
                </a:lnTo>
                <a:lnTo>
                  <a:pt x="93" y="1"/>
                </a:lnTo>
                <a:lnTo>
                  <a:pt x="95" y="2"/>
                </a:lnTo>
                <a:lnTo>
                  <a:pt x="98" y="2"/>
                </a:lnTo>
                <a:lnTo>
                  <a:pt x="100" y="3"/>
                </a:lnTo>
                <a:lnTo>
                  <a:pt x="102" y="4"/>
                </a:lnTo>
                <a:lnTo>
                  <a:pt x="104" y="4"/>
                </a:lnTo>
                <a:lnTo>
                  <a:pt x="107" y="5"/>
                </a:lnTo>
                <a:lnTo>
                  <a:pt x="109" y="6"/>
                </a:lnTo>
                <a:lnTo>
                  <a:pt x="111" y="7"/>
                </a:lnTo>
                <a:lnTo>
                  <a:pt x="114" y="8"/>
                </a:lnTo>
                <a:lnTo>
                  <a:pt x="116" y="8"/>
                </a:lnTo>
                <a:lnTo>
                  <a:pt x="118" y="9"/>
                </a:lnTo>
                <a:lnTo>
                  <a:pt x="120" y="11"/>
                </a:lnTo>
                <a:lnTo>
                  <a:pt x="122" y="12"/>
                </a:lnTo>
                <a:lnTo>
                  <a:pt x="124" y="13"/>
                </a:lnTo>
                <a:lnTo>
                  <a:pt x="126" y="14"/>
                </a:lnTo>
                <a:lnTo>
                  <a:pt x="128" y="15"/>
                </a:lnTo>
                <a:lnTo>
                  <a:pt x="129" y="17"/>
                </a:lnTo>
                <a:lnTo>
                  <a:pt x="131" y="18"/>
                </a:lnTo>
                <a:lnTo>
                  <a:pt x="133" y="19"/>
                </a:lnTo>
                <a:lnTo>
                  <a:pt x="134" y="21"/>
                </a:lnTo>
                <a:lnTo>
                  <a:pt x="136" y="22"/>
                </a:lnTo>
                <a:lnTo>
                  <a:pt x="138" y="24"/>
                </a:lnTo>
                <a:lnTo>
                  <a:pt x="139" y="25"/>
                </a:lnTo>
                <a:lnTo>
                  <a:pt x="140" y="27"/>
                </a:lnTo>
                <a:lnTo>
                  <a:pt x="142" y="28"/>
                </a:lnTo>
                <a:lnTo>
                  <a:pt x="143" y="30"/>
                </a:lnTo>
                <a:lnTo>
                  <a:pt x="144" y="32"/>
                </a:lnTo>
                <a:lnTo>
                  <a:pt x="145" y="33"/>
                </a:lnTo>
                <a:lnTo>
                  <a:pt x="146" y="35"/>
                </a:lnTo>
                <a:lnTo>
                  <a:pt x="147" y="37"/>
                </a:lnTo>
                <a:lnTo>
                  <a:pt x="148" y="39"/>
                </a:lnTo>
                <a:lnTo>
                  <a:pt x="149" y="40"/>
                </a:lnTo>
                <a:lnTo>
                  <a:pt x="150" y="42"/>
                </a:lnTo>
                <a:lnTo>
                  <a:pt x="150" y="44"/>
                </a:lnTo>
                <a:lnTo>
                  <a:pt x="151" y="46"/>
                </a:lnTo>
                <a:lnTo>
                  <a:pt x="152" y="48"/>
                </a:lnTo>
                <a:lnTo>
                  <a:pt x="152" y="50"/>
                </a:lnTo>
                <a:lnTo>
                  <a:pt x="153" y="52"/>
                </a:lnTo>
                <a:lnTo>
                  <a:pt x="153" y="53"/>
                </a:lnTo>
                <a:lnTo>
                  <a:pt x="153" y="55"/>
                </a:lnTo>
                <a:lnTo>
                  <a:pt x="153" y="57"/>
                </a:lnTo>
                <a:lnTo>
                  <a:pt x="153" y="59"/>
                </a:lnTo>
                <a:lnTo>
                  <a:pt x="153" y="61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3" name=""/>
          <p:cNvSpPr/>
          <p:nvPr/>
        </p:nvSpPr>
        <p:spPr>
          <a:xfrm>
            <a:off x="2831400" y="1822680"/>
            <a:ext cx="56880" cy="45720"/>
          </a:xfrm>
          <a:custGeom>
            <a:avLst/>
            <a:gdLst/>
            <a:ahLst/>
            <a:rect l="0" t="0" r="r" b="b"/>
            <a:pathLst>
              <a:path w="158" h="127">
                <a:moveTo>
                  <a:pt x="155" y="63"/>
                </a:moveTo>
                <a:lnTo>
                  <a:pt x="155" y="61"/>
                </a:lnTo>
                <a:lnTo>
                  <a:pt x="155" y="59"/>
                </a:lnTo>
                <a:lnTo>
                  <a:pt x="155" y="57"/>
                </a:lnTo>
                <a:lnTo>
                  <a:pt x="155" y="55"/>
                </a:lnTo>
                <a:lnTo>
                  <a:pt x="155" y="54"/>
                </a:lnTo>
                <a:lnTo>
                  <a:pt x="154" y="52"/>
                </a:lnTo>
                <a:lnTo>
                  <a:pt x="154" y="50"/>
                </a:lnTo>
                <a:lnTo>
                  <a:pt x="153" y="48"/>
                </a:lnTo>
                <a:lnTo>
                  <a:pt x="152" y="46"/>
                </a:lnTo>
                <a:lnTo>
                  <a:pt x="152" y="44"/>
                </a:lnTo>
                <a:lnTo>
                  <a:pt x="151" y="42"/>
                </a:lnTo>
                <a:lnTo>
                  <a:pt x="150" y="41"/>
                </a:lnTo>
                <a:lnTo>
                  <a:pt x="149" y="39"/>
                </a:lnTo>
                <a:lnTo>
                  <a:pt x="148" y="37"/>
                </a:lnTo>
                <a:lnTo>
                  <a:pt x="147" y="35"/>
                </a:lnTo>
                <a:lnTo>
                  <a:pt x="146" y="34"/>
                </a:lnTo>
                <a:lnTo>
                  <a:pt x="145" y="32"/>
                </a:lnTo>
                <a:lnTo>
                  <a:pt x="144" y="30"/>
                </a:lnTo>
                <a:lnTo>
                  <a:pt x="142" y="29"/>
                </a:lnTo>
                <a:lnTo>
                  <a:pt x="141" y="27"/>
                </a:lnTo>
                <a:lnTo>
                  <a:pt x="140" y="26"/>
                </a:lnTo>
                <a:lnTo>
                  <a:pt x="138" y="24"/>
                </a:lnTo>
                <a:lnTo>
                  <a:pt x="136" y="23"/>
                </a:lnTo>
                <a:lnTo>
                  <a:pt x="135" y="21"/>
                </a:lnTo>
                <a:lnTo>
                  <a:pt x="133" y="20"/>
                </a:lnTo>
                <a:lnTo>
                  <a:pt x="131" y="19"/>
                </a:lnTo>
                <a:lnTo>
                  <a:pt x="130" y="17"/>
                </a:lnTo>
                <a:lnTo>
                  <a:pt x="128" y="16"/>
                </a:lnTo>
                <a:lnTo>
                  <a:pt x="126" y="15"/>
                </a:lnTo>
                <a:lnTo>
                  <a:pt x="124" y="14"/>
                </a:lnTo>
                <a:lnTo>
                  <a:pt x="122" y="13"/>
                </a:lnTo>
                <a:lnTo>
                  <a:pt x="120" y="11"/>
                </a:lnTo>
                <a:lnTo>
                  <a:pt x="118" y="10"/>
                </a:lnTo>
                <a:lnTo>
                  <a:pt x="116" y="10"/>
                </a:lnTo>
                <a:lnTo>
                  <a:pt x="114" y="9"/>
                </a:lnTo>
                <a:lnTo>
                  <a:pt x="112" y="8"/>
                </a:lnTo>
                <a:lnTo>
                  <a:pt x="110" y="7"/>
                </a:lnTo>
                <a:lnTo>
                  <a:pt x="107" y="6"/>
                </a:lnTo>
                <a:lnTo>
                  <a:pt x="105" y="6"/>
                </a:lnTo>
                <a:lnTo>
                  <a:pt x="103" y="5"/>
                </a:lnTo>
                <a:lnTo>
                  <a:pt x="101" y="4"/>
                </a:lnTo>
                <a:lnTo>
                  <a:pt x="98" y="4"/>
                </a:lnTo>
                <a:lnTo>
                  <a:pt x="96" y="3"/>
                </a:lnTo>
                <a:lnTo>
                  <a:pt x="94" y="3"/>
                </a:lnTo>
                <a:lnTo>
                  <a:pt x="91" y="3"/>
                </a:lnTo>
                <a:lnTo>
                  <a:pt x="89" y="2"/>
                </a:lnTo>
                <a:lnTo>
                  <a:pt x="87" y="2"/>
                </a:lnTo>
                <a:lnTo>
                  <a:pt x="84" y="2"/>
                </a:lnTo>
                <a:lnTo>
                  <a:pt x="82" y="2"/>
                </a:lnTo>
                <a:lnTo>
                  <a:pt x="79" y="2"/>
                </a:lnTo>
                <a:lnTo>
                  <a:pt x="77" y="2"/>
                </a:lnTo>
                <a:lnTo>
                  <a:pt x="75" y="2"/>
                </a:lnTo>
                <a:lnTo>
                  <a:pt x="72" y="2"/>
                </a:lnTo>
                <a:lnTo>
                  <a:pt x="70" y="2"/>
                </a:lnTo>
                <a:lnTo>
                  <a:pt x="67" y="3"/>
                </a:lnTo>
                <a:lnTo>
                  <a:pt x="65" y="3"/>
                </a:lnTo>
                <a:lnTo>
                  <a:pt x="63" y="3"/>
                </a:lnTo>
                <a:lnTo>
                  <a:pt x="60" y="4"/>
                </a:lnTo>
                <a:lnTo>
                  <a:pt x="58" y="4"/>
                </a:lnTo>
                <a:lnTo>
                  <a:pt x="56" y="5"/>
                </a:lnTo>
                <a:lnTo>
                  <a:pt x="54" y="6"/>
                </a:lnTo>
                <a:lnTo>
                  <a:pt x="51" y="6"/>
                </a:lnTo>
                <a:lnTo>
                  <a:pt x="49" y="7"/>
                </a:lnTo>
                <a:lnTo>
                  <a:pt x="47" y="8"/>
                </a:lnTo>
                <a:lnTo>
                  <a:pt x="45" y="9"/>
                </a:lnTo>
                <a:lnTo>
                  <a:pt x="43" y="10"/>
                </a:lnTo>
                <a:lnTo>
                  <a:pt x="41" y="10"/>
                </a:lnTo>
                <a:lnTo>
                  <a:pt x="39" y="11"/>
                </a:lnTo>
                <a:lnTo>
                  <a:pt x="37" y="13"/>
                </a:lnTo>
                <a:lnTo>
                  <a:pt x="35" y="14"/>
                </a:lnTo>
                <a:lnTo>
                  <a:pt x="33" y="15"/>
                </a:lnTo>
                <a:lnTo>
                  <a:pt x="31" y="16"/>
                </a:lnTo>
                <a:lnTo>
                  <a:pt x="29" y="17"/>
                </a:lnTo>
                <a:lnTo>
                  <a:pt x="27" y="19"/>
                </a:lnTo>
                <a:lnTo>
                  <a:pt x="26" y="20"/>
                </a:lnTo>
                <a:lnTo>
                  <a:pt x="24" y="21"/>
                </a:lnTo>
                <a:lnTo>
                  <a:pt x="22" y="23"/>
                </a:lnTo>
                <a:lnTo>
                  <a:pt x="21" y="24"/>
                </a:lnTo>
                <a:lnTo>
                  <a:pt x="19" y="26"/>
                </a:lnTo>
                <a:lnTo>
                  <a:pt x="18" y="27"/>
                </a:lnTo>
                <a:lnTo>
                  <a:pt x="16" y="29"/>
                </a:lnTo>
                <a:lnTo>
                  <a:pt x="15" y="30"/>
                </a:lnTo>
                <a:lnTo>
                  <a:pt x="14" y="32"/>
                </a:lnTo>
                <a:lnTo>
                  <a:pt x="12" y="34"/>
                </a:lnTo>
                <a:lnTo>
                  <a:pt x="11" y="35"/>
                </a:lnTo>
                <a:lnTo>
                  <a:pt x="9" y="37"/>
                </a:lnTo>
                <a:lnTo>
                  <a:pt x="8" y="39"/>
                </a:lnTo>
                <a:lnTo>
                  <a:pt x="8" y="41"/>
                </a:lnTo>
                <a:lnTo>
                  <a:pt x="7" y="42"/>
                </a:lnTo>
                <a:lnTo>
                  <a:pt x="6" y="44"/>
                </a:lnTo>
                <a:lnTo>
                  <a:pt x="5" y="46"/>
                </a:lnTo>
                <a:lnTo>
                  <a:pt x="5" y="48"/>
                </a:lnTo>
                <a:lnTo>
                  <a:pt x="4" y="50"/>
                </a:lnTo>
                <a:lnTo>
                  <a:pt x="4" y="52"/>
                </a:lnTo>
                <a:lnTo>
                  <a:pt x="3" y="54"/>
                </a:lnTo>
                <a:lnTo>
                  <a:pt x="3" y="55"/>
                </a:lnTo>
                <a:lnTo>
                  <a:pt x="3" y="57"/>
                </a:lnTo>
                <a:lnTo>
                  <a:pt x="2" y="59"/>
                </a:lnTo>
                <a:lnTo>
                  <a:pt x="2" y="61"/>
                </a:lnTo>
                <a:lnTo>
                  <a:pt x="2" y="63"/>
                </a:lnTo>
                <a:lnTo>
                  <a:pt x="2" y="65"/>
                </a:lnTo>
                <a:lnTo>
                  <a:pt x="2" y="67"/>
                </a:lnTo>
                <a:lnTo>
                  <a:pt x="3" y="69"/>
                </a:lnTo>
                <a:lnTo>
                  <a:pt x="3" y="71"/>
                </a:lnTo>
                <a:lnTo>
                  <a:pt x="3" y="73"/>
                </a:lnTo>
                <a:lnTo>
                  <a:pt x="4" y="75"/>
                </a:lnTo>
                <a:lnTo>
                  <a:pt x="4" y="76"/>
                </a:lnTo>
                <a:lnTo>
                  <a:pt x="5" y="78"/>
                </a:lnTo>
                <a:lnTo>
                  <a:pt x="5" y="80"/>
                </a:lnTo>
                <a:lnTo>
                  <a:pt x="6" y="82"/>
                </a:lnTo>
                <a:lnTo>
                  <a:pt x="7" y="84"/>
                </a:lnTo>
                <a:lnTo>
                  <a:pt x="8" y="86"/>
                </a:lnTo>
                <a:lnTo>
                  <a:pt x="8" y="87"/>
                </a:lnTo>
                <a:lnTo>
                  <a:pt x="9" y="89"/>
                </a:lnTo>
                <a:lnTo>
                  <a:pt x="11" y="91"/>
                </a:lnTo>
                <a:lnTo>
                  <a:pt x="12" y="93"/>
                </a:lnTo>
                <a:lnTo>
                  <a:pt x="14" y="94"/>
                </a:lnTo>
                <a:lnTo>
                  <a:pt x="15" y="96"/>
                </a:lnTo>
                <a:lnTo>
                  <a:pt x="16" y="97"/>
                </a:lnTo>
                <a:lnTo>
                  <a:pt x="18" y="99"/>
                </a:lnTo>
                <a:lnTo>
                  <a:pt x="19" y="101"/>
                </a:lnTo>
                <a:lnTo>
                  <a:pt x="21" y="102"/>
                </a:lnTo>
                <a:lnTo>
                  <a:pt x="22" y="103"/>
                </a:lnTo>
                <a:lnTo>
                  <a:pt x="24" y="105"/>
                </a:lnTo>
                <a:lnTo>
                  <a:pt x="26" y="106"/>
                </a:lnTo>
                <a:lnTo>
                  <a:pt x="27" y="108"/>
                </a:lnTo>
                <a:lnTo>
                  <a:pt x="29" y="109"/>
                </a:lnTo>
                <a:lnTo>
                  <a:pt x="31" y="110"/>
                </a:lnTo>
                <a:lnTo>
                  <a:pt x="33" y="111"/>
                </a:lnTo>
                <a:lnTo>
                  <a:pt x="35" y="113"/>
                </a:lnTo>
                <a:lnTo>
                  <a:pt x="37" y="114"/>
                </a:lnTo>
                <a:lnTo>
                  <a:pt x="39" y="115"/>
                </a:lnTo>
                <a:lnTo>
                  <a:pt x="41" y="116"/>
                </a:lnTo>
                <a:lnTo>
                  <a:pt x="43" y="117"/>
                </a:lnTo>
                <a:lnTo>
                  <a:pt x="45" y="118"/>
                </a:lnTo>
                <a:lnTo>
                  <a:pt x="47" y="118"/>
                </a:lnTo>
                <a:lnTo>
                  <a:pt x="49" y="119"/>
                </a:lnTo>
                <a:lnTo>
                  <a:pt x="51" y="120"/>
                </a:lnTo>
                <a:lnTo>
                  <a:pt x="54" y="121"/>
                </a:lnTo>
                <a:lnTo>
                  <a:pt x="56" y="121"/>
                </a:lnTo>
                <a:lnTo>
                  <a:pt x="58" y="122"/>
                </a:lnTo>
                <a:lnTo>
                  <a:pt x="60" y="122"/>
                </a:lnTo>
                <a:lnTo>
                  <a:pt x="63" y="123"/>
                </a:lnTo>
                <a:lnTo>
                  <a:pt x="65" y="123"/>
                </a:lnTo>
                <a:lnTo>
                  <a:pt x="67" y="123"/>
                </a:lnTo>
                <a:lnTo>
                  <a:pt x="70" y="124"/>
                </a:lnTo>
                <a:lnTo>
                  <a:pt x="72" y="124"/>
                </a:lnTo>
                <a:lnTo>
                  <a:pt x="75" y="124"/>
                </a:lnTo>
                <a:lnTo>
                  <a:pt x="77" y="124"/>
                </a:lnTo>
                <a:lnTo>
                  <a:pt x="79" y="124"/>
                </a:lnTo>
                <a:lnTo>
                  <a:pt x="82" y="124"/>
                </a:lnTo>
                <a:lnTo>
                  <a:pt x="84" y="124"/>
                </a:lnTo>
                <a:lnTo>
                  <a:pt x="87" y="124"/>
                </a:lnTo>
                <a:lnTo>
                  <a:pt x="89" y="124"/>
                </a:lnTo>
                <a:lnTo>
                  <a:pt x="91" y="123"/>
                </a:lnTo>
                <a:lnTo>
                  <a:pt x="94" y="123"/>
                </a:lnTo>
                <a:lnTo>
                  <a:pt x="96" y="123"/>
                </a:lnTo>
                <a:lnTo>
                  <a:pt x="98" y="122"/>
                </a:lnTo>
                <a:lnTo>
                  <a:pt x="101" y="122"/>
                </a:lnTo>
                <a:lnTo>
                  <a:pt x="103" y="121"/>
                </a:lnTo>
                <a:lnTo>
                  <a:pt x="105" y="121"/>
                </a:lnTo>
                <a:lnTo>
                  <a:pt x="107" y="120"/>
                </a:lnTo>
                <a:lnTo>
                  <a:pt x="110" y="119"/>
                </a:lnTo>
                <a:lnTo>
                  <a:pt x="112" y="118"/>
                </a:lnTo>
                <a:lnTo>
                  <a:pt x="114" y="118"/>
                </a:lnTo>
                <a:lnTo>
                  <a:pt x="116" y="117"/>
                </a:lnTo>
                <a:lnTo>
                  <a:pt x="118" y="116"/>
                </a:lnTo>
                <a:lnTo>
                  <a:pt x="120" y="115"/>
                </a:lnTo>
                <a:lnTo>
                  <a:pt x="122" y="114"/>
                </a:lnTo>
                <a:lnTo>
                  <a:pt x="124" y="113"/>
                </a:lnTo>
                <a:lnTo>
                  <a:pt x="126" y="111"/>
                </a:lnTo>
                <a:lnTo>
                  <a:pt x="128" y="110"/>
                </a:lnTo>
                <a:lnTo>
                  <a:pt x="130" y="109"/>
                </a:lnTo>
                <a:lnTo>
                  <a:pt x="131" y="108"/>
                </a:lnTo>
                <a:lnTo>
                  <a:pt x="133" y="106"/>
                </a:lnTo>
                <a:lnTo>
                  <a:pt x="135" y="105"/>
                </a:lnTo>
                <a:lnTo>
                  <a:pt x="136" y="103"/>
                </a:lnTo>
                <a:lnTo>
                  <a:pt x="138" y="102"/>
                </a:lnTo>
                <a:lnTo>
                  <a:pt x="140" y="101"/>
                </a:lnTo>
                <a:lnTo>
                  <a:pt x="141" y="99"/>
                </a:lnTo>
                <a:lnTo>
                  <a:pt x="142" y="97"/>
                </a:lnTo>
                <a:lnTo>
                  <a:pt x="144" y="96"/>
                </a:lnTo>
                <a:lnTo>
                  <a:pt x="145" y="94"/>
                </a:lnTo>
                <a:lnTo>
                  <a:pt x="146" y="93"/>
                </a:lnTo>
                <a:lnTo>
                  <a:pt x="147" y="91"/>
                </a:lnTo>
                <a:lnTo>
                  <a:pt x="148" y="89"/>
                </a:lnTo>
                <a:lnTo>
                  <a:pt x="149" y="87"/>
                </a:lnTo>
                <a:lnTo>
                  <a:pt x="150" y="86"/>
                </a:lnTo>
                <a:lnTo>
                  <a:pt x="151" y="84"/>
                </a:lnTo>
                <a:lnTo>
                  <a:pt x="152" y="82"/>
                </a:lnTo>
                <a:lnTo>
                  <a:pt x="152" y="80"/>
                </a:lnTo>
                <a:lnTo>
                  <a:pt x="153" y="78"/>
                </a:lnTo>
                <a:lnTo>
                  <a:pt x="154" y="76"/>
                </a:lnTo>
                <a:lnTo>
                  <a:pt x="154" y="75"/>
                </a:lnTo>
                <a:lnTo>
                  <a:pt x="155" y="73"/>
                </a:lnTo>
                <a:lnTo>
                  <a:pt x="155" y="71"/>
                </a:lnTo>
                <a:lnTo>
                  <a:pt x="155" y="69"/>
                </a:lnTo>
                <a:lnTo>
                  <a:pt x="155" y="67"/>
                </a:lnTo>
                <a:lnTo>
                  <a:pt x="155" y="65"/>
                </a:lnTo>
                <a:lnTo>
                  <a:pt x="155" y="63"/>
                </a:lnTo>
                <a:moveTo>
                  <a:pt x="158" y="63"/>
                </a:moveTo>
                <a:lnTo>
                  <a:pt x="158" y="65"/>
                </a:lnTo>
                <a:lnTo>
                  <a:pt x="158" y="67"/>
                </a:lnTo>
                <a:lnTo>
                  <a:pt x="157" y="69"/>
                </a:lnTo>
                <a:lnTo>
                  <a:pt x="157" y="71"/>
                </a:lnTo>
                <a:lnTo>
                  <a:pt x="157" y="73"/>
                </a:lnTo>
                <a:lnTo>
                  <a:pt x="156" y="75"/>
                </a:lnTo>
                <a:lnTo>
                  <a:pt x="156" y="77"/>
                </a:lnTo>
                <a:lnTo>
                  <a:pt x="155" y="79"/>
                </a:lnTo>
                <a:lnTo>
                  <a:pt x="155" y="81"/>
                </a:lnTo>
                <a:lnTo>
                  <a:pt x="154" y="83"/>
                </a:lnTo>
                <a:lnTo>
                  <a:pt x="153" y="84"/>
                </a:lnTo>
                <a:lnTo>
                  <a:pt x="152" y="86"/>
                </a:lnTo>
                <a:lnTo>
                  <a:pt x="151" y="88"/>
                </a:lnTo>
                <a:lnTo>
                  <a:pt x="150" y="90"/>
                </a:lnTo>
                <a:lnTo>
                  <a:pt x="149" y="92"/>
                </a:lnTo>
                <a:lnTo>
                  <a:pt x="148" y="93"/>
                </a:lnTo>
                <a:lnTo>
                  <a:pt x="147" y="95"/>
                </a:lnTo>
                <a:lnTo>
                  <a:pt x="146" y="97"/>
                </a:lnTo>
                <a:lnTo>
                  <a:pt x="144" y="98"/>
                </a:lnTo>
                <a:lnTo>
                  <a:pt x="143" y="100"/>
                </a:lnTo>
                <a:lnTo>
                  <a:pt x="141" y="102"/>
                </a:lnTo>
                <a:lnTo>
                  <a:pt x="140" y="103"/>
                </a:lnTo>
                <a:lnTo>
                  <a:pt x="138" y="105"/>
                </a:lnTo>
                <a:lnTo>
                  <a:pt x="137" y="106"/>
                </a:lnTo>
                <a:lnTo>
                  <a:pt x="135" y="108"/>
                </a:lnTo>
                <a:lnTo>
                  <a:pt x="133" y="109"/>
                </a:lnTo>
                <a:lnTo>
                  <a:pt x="131" y="110"/>
                </a:lnTo>
                <a:lnTo>
                  <a:pt x="129" y="112"/>
                </a:lnTo>
                <a:lnTo>
                  <a:pt x="127" y="113"/>
                </a:lnTo>
                <a:lnTo>
                  <a:pt x="125" y="114"/>
                </a:lnTo>
                <a:lnTo>
                  <a:pt x="123" y="115"/>
                </a:lnTo>
                <a:lnTo>
                  <a:pt x="121" y="116"/>
                </a:lnTo>
                <a:lnTo>
                  <a:pt x="119" y="117"/>
                </a:lnTo>
                <a:lnTo>
                  <a:pt x="117" y="118"/>
                </a:lnTo>
                <a:lnTo>
                  <a:pt x="115" y="119"/>
                </a:lnTo>
                <a:lnTo>
                  <a:pt x="113" y="120"/>
                </a:lnTo>
                <a:lnTo>
                  <a:pt x="110" y="121"/>
                </a:lnTo>
                <a:lnTo>
                  <a:pt x="108" y="122"/>
                </a:lnTo>
                <a:lnTo>
                  <a:pt x="106" y="122"/>
                </a:lnTo>
                <a:lnTo>
                  <a:pt x="104" y="123"/>
                </a:lnTo>
                <a:lnTo>
                  <a:pt x="101" y="124"/>
                </a:lnTo>
                <a:lnTo>
                  <a:pt x="99" y="124"/>
                </a:lnTo>
                <a:lnTo>
                  <a:pt x="96" y="126"/>
                </a:lnTo>
                <a:lnTo>
                  <a:pt x="94" y="126"/>
                </a:lnTo>
                <a:lnTo>
                  <a:pt x="92" y="126"/>
                </a:lnTo>
                <a:lnTo>
                  <a:pt x="89" y="127"/>
                </a:lnTo>
                <a:lnTo>
                  <a:pt x="87" y="127"/>
                </a:lnTo>
                <a:lnTo>
                  <a:pt x="84" y="127"/>
                </a:lnTo>
                <a:lnTo>
                  <a:pt x="82" y="127"/>
                </a:lnTo>
                <a:lnTo>
                  <a:pt x="79" y="127"/>
                </a:lnTo>
                <a:lnTo>
                  <a:pt x="77" y="127"/>
                </a:lnTo>
                <a:lnTo>
                  <a:pt x="74" y="127"/>
                </a:lnTo>
                <a:lnTo>
                  <a:pt x="72" y="127"/>
                </a:lnTo>
                <a:lnTo>
                  <a:pt x="70" y="127"/>
                </a:lnTo>
                <a:lnTo>
                  <a:pt x="67" y="126"/>
                </a:lnTo>
                <a:lnTo>
                  <a:pt x="65" y="126"/>
                </a:lnTo>
                <a:lnTo>
                  <a:pt x="62" y="126"/>
                </a:lnTo>
                <a:lnTo>
                  <a:pt x="60" y="124"/>
                </a:lnTo>
                <a:lnTo>
                  <a:pt x="57" y="124"/>
                </a:lnTo>
                <a:lnTo>
                  <a:pt x="55" y="123"/>
                </a:lnTo>
                <a:lnTo>
                  <a:pt x="53" y="122"/>
                </a:lnTo>
                <a:lnTo>
                  <a:pt x="50" y="122"/>
                </a:lnTo>
                <a:lnTo>
                  <a:pt x="48" y="121"/>
                </a:lnTo>
                <a:lnTo>
                  <a:pt x="46" y="120"/>
                </a:lnTo>
                <a:lnTo>
                  <a:pt x="44" y="119"/>
                </a:lnTo>
                <a:lnTo>
                  <a:pt x="42" y="118"/>
                </a:lnTo>
                <a:lnTo>
                  <a:pt x="39" y="117"/>
                </a:lnTo>
                <a:lnTo>
                  <a:pt x="37" y="116"/>
                </a:lnTo>
                <a:lnTo>
                  <a:pt x="35" y="115"/>
                </a:lnTo>
                <a:lnTo>
                  <a:pt x="33" y="114"/>
                </a:lnTo>
                <a:lnTo>
                  <a:pt x="31" y="113"/>
                </a:lnTo>
                <a:lnTo>
                  <a:pt x="29" y="112"/>
                </a:lnTo>
                <a:lnTo>
                  <a:pt x="27" y="110"/>
                </a:lnTo>
                <a:lnTo>
                  <a:pt x="26" y="109"/>
                </a:lnTo>
                <a:lnTo>
                  <a:pt x="24" y="108"/>
                </a:lnTo>
                <a:lnTo>
                  <a:pt x="22" y="106"/>
                </a:lnTo>
                <a:lnTo>
                  <a:pt x="21" y="105"/>
                </a:lnTo>
                <a:lnTo>
                  <a:pt x="19" y="103"/>
                </a:lnTo>
                <a:lnTo>
                  <a:pt x="17" y="102"/>
                </a:lnTo>
                <a:lnTo>
                  <a:pt x="16" y="100"/>
                </a:lnTo>
                <a:lnTo>
                  <a:pt x="14" y="98"/>
                </a:lnTo>
                <a:lnTo>
                  <a:pt x="12" y="97"/>
                </a:lnTo>
                <a:lnTo>
                  <a:pt x="11" y="95"/>
                </a:lnTo>
                <a:lnTo>
                  <a:pt x="10" y="93"/>
                </a:lnTo>
                <a:lnTo>
                  <a:pt x="8" y="92"/>
                </a:lnTo>
                <a:lnTo>
                  <a:pt x="7" y="90"/>
                </a:lnTo>
                <a:lnTo>
                  <a:pt x="6" y="88"/>
                </a:lnTo>
                <a:lnTo>
                  <a:pt x="5" y="86"/>
                </a:lnTo>
                <a:lnTo>
                  <a:pt x="5" y="84"/>
                </a:lnTo>
                <a:lnTo>
                  <a:pt x="4" y="83"/>
                </a:lnTo>
                <a:lnTo>
                  <a:pt x="3" y="81"/>
                </a:lnTo>
                <a:lnTo>
                  <a:pt x="2" y="79"/>
                </a:lnTo>
                <a:lnTo>
                  <a:pt x="2" y="77"/>
                </a:lnTo>
                <a:lnTo>
                  <a:pt x="1" y="75"/>
                </a:lnTo>
                <a:lnTo>
                  <a:pt x="1" y="73"/>
                </a:lnTo>
                <a:lnTo>
                  <a:pt x="1" y="71"/>
                </a:lnTo>
                <a:lnTo>
                  <a:pt x="0" y="69"/>
                </a:lnTo>
                <a:lnTo>
                  <a:pt x="0" y="67"/>
                </a:lnTo>
                <a:lnTo>
                  <a:pt x="0" y="65"/>
                </a:lnTo>
                <a:lnTo>
                  <a:pt x="0" y="63"/>
                </a:lnTo>
                <a:lnTo>
                  <a:pt x="0" y="61"/>
                </a:lnTo>
                <a:lnTo>
                  <a:pt x="0" y="59"/>
                </a:lnTo>
                <a:lnTo>
                  <a:pt x="0" y="57"/>
                </a:lnTo>
                <a:lnTo>
                  <a:pt x="1" y="55"/>
                </a:lnTo>
                <a:lnTo>
                  <a:pt x="1" y="53"/>
                </a:lnTo>
                <a:lnTo>
                  <a:pt x="1" y="51"/>
                </a:lnTo>
                <a:lnTo>
                  <a:pt x="2" y="49"/>
                </a:lnTo>
                <a:lnTo>
                  <a:pt x="2" y="47"/>
                </a:lnTo>
                <a:lnTo>
                  <a:pt x="3" y="45"/>
                </a:lnTo>
                <a:lnTo>
                  <a:pt x="4" y="44"/>
                </a:lnTo>
                <a:lnTo>
                  <a:pt x="5" y="42"/>
                </a:lnTo>
                <a:lnTo>
                  <a:pt x="5" y="40"/>
                </a:lnTo>
                <a:lnTo>
                  <a:pt x="6" y="38"/>
                </a:lnTo>
                <a:lnTo>
                  <a:pt x="7" y="36"/>
                </a:lnTo>
                <a:lnTo>
                  <a:pt x="8" y="34"/>
                </a:lnTo>
                <a:lnTo>
                  <a:pt x="10" y="33"/>
                </a:lnTo>
                <a:lnTo>
                  <a:pt x="11" y="31"/>
                </a:lnTo>
                <a:lnTo>
                  <a:pt x="12" y="29"/>
                </a:lnTo>
                <a:lnTo>
                  <a:pt x="14" y="28"/>
                </a:lnTo>
                <a:lnTo>
                  <a:pt x="16" y="26"/>
                </a:lnTo>
                <a:lnTo>
                  <a:pt x="17" y="24"/>
                </a:lnTo>
                <a:lnTo>
                  <a:pt x="19" y="23"/>
                </a:lnTo>
                <a:lnTo>
                  <a:pt x="21" y="21"/>
                </a:lnTo>
                <a:lnTo>
                  <a:pt x="22" y="20"/>
                </a:lnTo>
                <a:lnTo>
                  <a:pt x="24" y="19"/>
                </a:lnTo>
                <a:lnTo>
                  <a:pt x="26" y="17"/>
                </a:lnTo>
                <a:lnTo>
                  <a:pt x="27" y="16"/>
                </a:lnTo>
                <a:lnTo>
                  <a:pt x="29" y="15"/>
                </a:lnTo>
                <a:lnTo>
                  <a:pt x="31" y="13"/>
                </a:lnTo>
                <a:lnTo>
                  <a:pt x="33" y="12"/>
                </a:lnTo>
                <a:lnTo>
                  <a:pt x="35" y="11"/>
                </a:lnTo>
                <a:lnTo>
                  <a:pt x="37" y="10"/>
                </a:lnTo>
                <a:lnTo>
                  <a:pt x="39" y="9"/>
                </a:lnTo>
                <a:lnTo>
                  <a:pt x="42" y="8"/>
                </a:lnTo>
                <a:lnTo>
                  <a:pt x="44" y="7"/>
                </a:lnTo>
                <a:lnTo>
                  <a:pt x="46" y="6"/>
                </a:lnTo>
                <a:lnTo>
                  <a:pt x="48" y="5"/>
                </a:lnTo>
                <a:lnTo>
                  <a:pt x="50" y="5"/>
                </a:lnTo>
                <a:lnTo>
                  <a:pt x="53" y="4"/>
                </a:lnTo>
                <a:lnTo>
                  <a:pt x="55" y="3"/>
                </a:lnTo>
                <a:lnTo>
                  <a:pt x="57" y="3"/>
                </a:lnTo>
                <a:lnTo>
                  <a:pt x="60" y="2"/>
                </a:lnTo>
                <a:lnTo>
                  <a:pt x="62" y="2"/>
                </a:lnTo>
                <a:lnTo>
                  <a:pt x="65" y="1"/>
                </a:lnTo>
                <a:lnTo>
                  <a:pt x="67" y="1"/>
                </a:lnTo>
                <a:lnTo>
                  <a:pt x="70" y="1"/>
                </a:lnTo>
                <a:lnTo>
                  <a:pt x="72" y="0"/>
                </a:lnTo>
                <a:lnTo>
                  <a:pt x="74" y="0"/>
                </a:lnTo>
                <a:lnTo>
                  <a:pt x="77" y="0"/>
                </a:lnTo>
                <a:lnTo>
                  <a:pt x="79" y="0"/>
                </a:lnTo>
                <a:lnTo>
                  <a:pt x="82" y="0"/>
                </a:lnTo>
                <a:lnTo>
                  <a:pt x="84" y="0"/>
                </a:lnTo>
                <a:lnTo>
                  <a:pt x="87" y="0"/>
                </a:lnTo>
                <a:lnTo>
                  <a:pt x="89" y="1"/>
                </a:lnTo>
                <a:lnTo>
                  <a:pt x="92" y="1"/>
                </a:lnTo>
                <a:lnTo>
                  <a:pt x="94" y="1"/>
                </a:lnTo>
                <a:lnTo>
                  <a:pt x="96" y="2"/>
                </a:lnTo>
                <a:lnTo>
                  <a:pt x="99" y="2"/>
                </a:lnTo>
                <a:lnTo>
                  <a:pt x="101" y="3"/>
                </a:lnTo>
                <a:lnTo>
                  <a:pt x="104" y="3"/>
                </a:lnTo>
                <a:lnTo>
                  <a:pt x="106" y="4"/>
                </a:lnTo>
                <a:lnTo>
                  <a:pt x="108" y="5"/>
                </a:lnTo>
                <a:lnTo>
                  <a:pt x="110" y="5"/>
                </a:lnTo>
                <a:lnTo>
                  <a:pt x="113" y="6"/>
                </a:lnTo>
                <a:lnTo>
                  <a:pt x="115" y="7"/>
                </a:lnTo>
                <a:lnTo>
                  <a:pt x="117" y="8"/>
                </a:lnTo>
                <a:lnTo>
                  <a:pt x="119" y="9"/>
                </a:lnTo>
                <a:lnTo>
                  <a:pt x="121" y="10"/>
                </a:lnTo>
                <a:lnTo>
                  <a:pt x="123" y="11"/>
                </a:lnTo>
                <a:lnTo>
                  <a:pt x="125" y="12"/>
                </a:lnTo>
                <a:lnTo>
                  <a:pt x="127" y="13"/>
                </a:lnTo>
                <a:lnTo>
                  <a:pt x="129" y="15"/>
                </a:lnTo>
                <a:lnTo>
                  <a:pt x="131" y="16"/>
                </a:lnTo>
                <a:lnTo>
                  <a:pt x="133" y="17"/>
                </a:lnTo>
                <a:lnTo>
                  <a:pt x="135" y="19"/>
                </a:lnTo>
                <a:lnTo>
                  <a:pt x="137" y="20"/>
                </a:lnTo>
                <a:lnTo>
                  <a:pt x="138" y="21"/>
                </a:lnTo>
                <a:lnTo>
                  <a:pt x="140" y="23"/>
                </a:lnTo>
                <a:lnTo>
                  <a:pt x="141" y="24"/>
                </a:lnTo>
                <a:lnTo>
                  <a:pt x="143" y="26"/>
                </a:lnTo>
                <a:lnTo>
                  <a:pt x="144" y="28"/>
                </a:lnTo>
                <a:lnTo>
                  <a:pt x="146" y="29"/>
                </a:lnTo>
                <a:lnTo>
                  <a:pt x="147" y="31"/>
                </a:lnTo>
                <a:lnTo>
                  <a:pt x="148" y="33"/>
                </a:lnTo>
                <a:lnTo>
                  <a:pt x="149" y="34"/>
                </a:lnTo>
                <a:lnTo>
                  <a:pt x="150" y="36"/>
                </a:lnTo>
                <a:lnTo>
                  <a:pt x="151" y="38"/>
                </a:lnTo>
                <a:lnTo>
                  <a:pt x="152" y="40"/>
                </a:lnTo>
                <a:lnTo>
                  <a:pt x="153" y="42"/>
                </a:lnTo>
                <a:lnTo>
                  <a:pt x="154" y="44"/>
                </a:lnTo>
                <a:lnTo>
                  <a:pt x="155" y="45"/>
                </a:lnTo>
                <a:lnTo>
                  <a:pt x="155" y="47"/>
                </a:lnTo>
                <a:lnTo>
                  <a:pt x="156" y="49"/>
                </a:lnTo>
                <a:lnTo>
                  <a:pt x="156" y="51"/>
                </a:lnTo>
                <a:lnTo>
                  <a:pt x="157" y="53"/>
                </a:lnTo>
                <a:lnTo>
                  <a:pt x="157" y="55"/>
                </a:lnTo>
                <a:lnTo>
                  <a:pt x="157" y="57"/>
                </a:lnTo>
                <a:lnTo>
                  <a:pt x="158" y="59"/>
                </a:lnTo>
                <a:lnTo>
                  <a:pt x="158" y="61"/>
                </a:lnTo>
                <a:lnTo>
                  <a:pt x="158" y="63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4" name=""/>
          <p:cNvSpPr/>
          <p:nvPr/>
        </p:nvSpPr>
        <p:spPr>
          <a:xfrm>
            <a:off x="2826360" y="1818720"/>
            <a:ext cx="66960" cy="53640"/>
          </a:xfrm>
          <a:custGeom>
            <a:avLst/>
            <a:gdLst/>
            <a:ahLst/>
            <a:rect l="0" t="0" r="r" b="b"/>
            <a:pathLst>
              <a:path w="186" h="149">
                <a:moveTo>
                  <a:pt x="172" y="75"/>
                </a:moveTo>
                <a:lnTo>
                  <a:pt x="172" y="73"/>
                </a:lnTo>
                <a:lnTo>
                  <a:pt x="172" y="71"/>
                </a:lnTo>
                <a:lnTo>
                  <a:pt x="171" y="69"/>
                </a:lnTo>
                <a:lnTo>
                  <a:pt x="171" y="67"/>
                </a:lnTo>
                <a:lnTo>
                  <a:pt x="171" y="65"/>
                </a:lnTo>
                <a:lnTo>
                  <a:pt x="170" y="63"/>
                </a:lnTo>
                <a:lnTo>
                  <a:pt x="170" y="61"/>
                </a:lnTo>
                <a:lnTo>
                  <a:pt x="169" y="59"/>
                </a:lnTo>
                <a:lnTo>
                  <a:pt x="169" y="57"/>
                </a:lnTo>
                <a:lnTo>
                  <a:pt x="168" y="56"/>
                </a:lnTo>
                <a:lnTo>
                  <a:pt x="167" y="53"/>
                </a:lnTo>
                <a:lnTo>
                  <a:pt x="166" y="51"/>
                </a:lnTo>
                <a:lnTo>
                  <a:pt x="165" y="49"/>
                </a:lnTo>
                <a:lnTo>
                  <a:pt x="164" y="47"/>
                </a:lnTo>
                <a:lnTo>
                  <a:pt x="163" y="45"/>
                </a:lnTo>
                <a:lnTo>
                  <a:pt x="162" y="44"/>
                </a:lnTo>
                <a:lnTo>
                  <a:pt x="161" y="42"/>
                </a:lnTo>
                <a:lnTo>
                  <a:pt x="160" y="40"/>
                </a:lnTo>
                <a:lnTo>
                  <a:pt x="158" y="39"/>
                </a:lnTo>
                <a:lnTo>
                  <a:pt x="157" y="37"/>
                </a:lnTo>
                <a:lnTo>
                  <a:pt x="155" y="35"/>
                </a:lnTo>
                <a:lnTo>
                  <a:pt x="153" y="34"/>
                </a:lnTo>
                <a:lnTo>
                  <a:pt x="151" y="32"/>
                </a:lnTo>
                <a:lnTo>
                  <a:pt x="150" y="31"/>
                </a:lnTo>
                <a:lnTo>
                  <a:pt x="148" y="30"/>
                </a:lnTo>
                <a:lnTo>
                  <a:pt x="146" y="28"/>
                </a:lnTo>
                <a:lnTo>
                  <a:pt x="144" y="27"/>
                </a:lnTo>
                <a:lnTo>
                  <a:pt x="142" y="26"/>
                </a:lnTo>
                <a:lnTo>
                  <a:pt x="140" y="24"/>
                </a:lnTo>
                <a:lnTo>
                  <a:pt x="138" y="23"/>
                </a:lnTo>
                <a:lnTo>
                  <a:pt x="136" y="22"/>
                </a:lnTo>
                <a:lnTo>
                  <a:pt x="134" y="21"/>
                </a:lnTo>
                <a:lnTo>
                  <a:pt x="132" y="20"/>
                </a:lnTo>
                <a:lnTo>
                  <a:pt x="130" y="19"/>
                </a:lnTo>
                <a:lnTo>
                  <a:pt x="128" y="18"/>
                </a:lnTo>
                <a:lnTo>
                  <a:pt x="126" y="17"/>
                </a:lnTo>
                <a:lnTo>
                  <a:pt x="123" y="16"/>
                </a:lnTo>
                <a:lnTo>
                  <a:pt x="121" y="16"/>
                </a:lnTo>
                <a:lnTo>
                  <a:pt x="119" y="15"/>
                </a:lnTo>
                <a:lnTo>
                  <a:pt x="117" y="14"/>
                </a:lnTo>
                <a:lnTo>
                  <a:pt x="114" y="14"/>
                </a:lnTo>
                <a:lnTo>
                  <a:pt x="112" y="13"/>
                </a:lnTo>
                <a:lnTo>
                  <a:pt x="109" y="13"/>
                </a:lnTo>
                <a:lnTo>
                  <a:pt x="107" y="12"/>
                </a:lnTo>
                <a:lnTo>
                  <a:pt x="105" y="12"/>
                </a:lnTo>
                <a:lnTo>
                  <a:pt x="102" y="12"/>
                </a:lnTo>
                <a:lnTo>
                  <a:pt x="100" y="11"/>
                </a:lnTo>
                <a:lnTo>
                  <a:pt x="97" y="11"/>
                </a:lnTo>
                <a:lnTo>
                  <a:pt x="95" y="11"/>
                </a:lnTo>
                <a:lnTo>
                  <a:pt x="92" y="11"/>
                </a:lnTo>
                <a:lnTo>
                  <a:pt x="90" y="11"/>
                </a:lnTo>
                <a:lnTo>
                  <a:pt x="87" y="11"/>
                </a:lnTo>
                <a:lnTo>
                  <a:pt x="85" y="11"/>
                </a:lnTo>
                <a:lnTo>
                  <a:pt x="83" y="12"/>
                </a:lnTo>
                <a:lnTo>
                  <a:pt x="80" y="12"/>
                </a:lnTo>
                <a:lnTo>
                  <a:pt x="78" y="12"/>
                </a:lnTo>
                <a:lnTo>
                  <a:pt x="75" y="13"/>
                </a:lnTo>
                <a:lnTo>
                  <a:pt x="73" y="13"/>
                </a:lnTo>
                <a:lnTo>
                  <a:pt x="70" y="14"/>
                </a:lnTo>
                <a:lnTo>
                  <a:pt x="68" y="14"/>
                </a:lnTo>
                <a:lnTo>
                  <a:pt x="66" y="15"/>
                </a:lnTo>
                <a:lnTo>
                  <a:pt x="63" y="16"/>
                </a:lnTo>
                <a:lnTo>
                  <a:pt x="61" y="16"/>
                </a:lnTo>
                <a:lnTo>
                  <a:pt x="59" y="17"/>
                </a:lnTo>
                <a:lnTo>
                  <a:pt x="57" y="18"/>
                </a:lnTo>
                <a:lnTo>
                  <a:pt x="55" y="19"/>
                </a:lnTo>
                <a:lnTo>
                  <a:pt x="52" y="20"/>
                </a:lnTo>
                <a:lnTo>
                  <a:pt x="50" y="21"/>
                </a:lnTo>
                <a:lnTo>
                  <a:pt x="48" y="22"/>
                </a:lnTo>
                <a:lnTo>
                  <a:pt x="46" y="23"/>
                </a:lnTo>
                <a:lnTo>
                  <a:pt x="44" y="24"/>
                </a:lnTo>
                <a:lnTo>
                  <a:pt x="42" y="26"/>
                </a:lnTo>
                <a:lnTo>
                  <a:pt x="40" y="27"/>
                </a:lnTo>
                <a:lnTo>
                  <a:pt x="39" y="28"/>
                </a:lnTo>
                <a:lnTo>
                  <a:pt x="37" y="30"/>
                </a:lnTo>
                <a:lnTo>
                  <a:pt x="35" y="31"/>
                </a:lnTo>
                <a:lnTo>
                  <a:pt x="34" y="32"/>
                </a:lnTo>
                <a:lnTo>
                  <a:pt x="32" y="34"/>
                </a:lnTo>
                <a:lnTo>
                  <a:pt x="30" y="35"/>
                </a:lnTo>
                <a:lnTo>
                  <a:pt x="29" y="37"/>
                </a:lnTo>
                <a:lnTo>
                  <a:pt x="27" y="39"/>
                </a:lnTo>
                <a:lnTo>
                  <a:pt x="26" y="40"/>
                </a:lnTo>
                <a:lnTo>
                  <a:pt x="25" y="42"/>
                </a:lnTo>
                <a:lnTo>
                  <a:pt x="24" y="44"/>
                </a:lnTo>
                <a:lnTo>
                  <a:pt x="22" y="45"/>
                </a:lnTo>
                <a:lnTo>
                  <a:pt x="21" y="47"/>
                </a:lnTo>
                <a:lnTo>
                  <a:pt x="20" y="49"/>
                </a:lnTo>
                <a:lnTo>
                  <a:pt x="19" y="51"/>
                </a:lnTo>
                <a:lnTo>
                  <a:pt x="19" y="53"/>
                </a:lnTo>
                <a:lnTo>
                  <a:pt x="18" y="56"/>
                </a:lnTo>
                <a:lnTo>
                  <a:pt x="17" y="57"/>
                </a:lnTo>
                <a:lnTo>
                  <a:pt x="16" y="59"/>
                </a:lnTo>
                <a:lnTo>
                  <a:pt x="16" y="61"/>
                </a:lnTo>
                <a:lnTo>
                  <a:pt x="15" y="63"/>
                </a:lnTo>
                <a:lnTo>
                  <a:pt x="15" y="65"/>
                </a:lnTo>
                <a:lnTo>
                  <a:pt x="15" y="67"/>
                </a:lnTo>
                <a:lnTo>
                  <a:pt x="14" y="69"/>
                </a:lnTo>
                <a:lnTo>
                  <a:pt x="14" y="71"/>
                </a:lnTo>
                <a:lnTo>
                  <a:pt x="14" y="73"/>
                </a:lnTo>
                <a:lnTo>
                  <a:pt x="14" y="75"/>
                </a:lnTo>
                <a:lnTo>
                  <a:pt x="14" y="77"/>
                </a:lnTo>
                <a:lnTo>
                  <a:pt x="14" y="79"/>
                </a:lnTo>
                <a:lnTo>
                  <a:pt x="14" y="81"/>
                </a:lnTo>
                <a:lnTo>
                  <a:pt x="15" y="83"/>
                </a:lnTo>
                <a:lnTo>
                  <a:pt x="15" y="85"/>
                </a:lnTo>
                <a:lnTo>
                  <a:pt x="15" y="87"/>
                </a:lnTo>
                <a:lnTo>
                  <a:pt x="16" y="89"/>
                </a:lnTo>
                <a:lnTo>
                  <a:pt x="16" y="91"/>
                </a:lnTo>
                <a:lnTo>
                  <a:pt x="17" y="93"/>
                </a:lnTo>
                <a:lnTo>
                  <a:pt x="18" y="95"/>
                </a:lnTo>
                <a:lnTo>
                  <a:pt x="19" y="96"/>
                </a:lnTo>
                <a:lnTo>
                  <a:pt x="19" y="98"/>
                </a:lnTo>
                <a:lnTo>
                  <a:pt x="20" y="100"/>
                </a:lnTo>
                <a:lnTo>
                  <a:pt x="21" y="102"/>
                </a:lnTo>
                <a:lnTo>
                  <a:pt x="22" y="104"/>
                </a:lnTo>
                <a:lnTo>
                  <a:pt x="24" y="105"/>
                </a:lnTo>
                <a:lnTo>
                  <a:pt x="25" y="107"/>
                </a:lnTo>
                <a:lnTo>
                  <a:pt x="26" y="109"/>
                </a:lnTo>
                <a:lnTo>
                  <a:pt x="27" y="110"/>
                </a:lnTo>
                <a:lnTo>
                  <a:pt x="29" y="112"/>
                </a:lnTo>
                <a:lnTo>
                  <a:pt x="30" y="114"/>
                </a:lnTo>
                <a:lnTo>
                  <a:pt x="32" y="115"/>
                </a:lnTo>
                <a:lnTo>
                  <a:pt x="34" y="117"/>
                </a:lnTo>
                <a:lnTo>
                  <a:pt x="35" y="118"/>
                </a:lnTo>
                <a:lnTo>
                  <a:pt x="37" y="120"/>
                </a:lnTo>
                <a:lnTo>
                  <a:pt x="39" y="121"/>
                </a:lnTo>
                <a:lnTo>
                  <a:pt x="40" y="122"/>
                </a:lnTo>
                <a:lnTo>
                  <a:pt x="42" y="124"/>
                </a:lnTo>
                <a:lnTo>
                  <a:pt x="44" y="125"/>
                </a:lnTo>
                <a:lnTo>
                  <a:pt x="46" y="126"/>
                </a:lnTo>
                <a:lnTo>
                  <a:pt x="48" y="127"/>
                </a:lnTo>
                <a:lnTo>
                  <a:pt x="50" y="128"/>
                </a:lnTo>
                <a:lnTo>
                  <a:pt x="52" y="129"/>
                </a:lnTo>
                <a:lnTo>
                  <a:pt x="55" y="130"/>
                </a:lnTo>
                <a:lnTo>
                  <a:pt x="57" y="131"/>
                </a:lnTo>
                <a:lnTo>
                  <a:pt x="59" y="132"/>
                </a:lnTo>
                <a:lnTo>
                  <a:pt x="61" y="133"/>
                </a:lnTo>
                <a:lnTo>
                  <a:pt x="63" y="134"/>
                </a:lnTo>
                <a:lnTo>
                  <a:pt x="66" y="134"/>
                </a:lnTo>
                <a:lnTo>
                  <a:pt x="68" y="135"/>
                </a:lnTo>
                <a:lnTo>
                  <a:pt x="70" y="136"/>
                </a:lnTo>
                <a:lnTo>
                  <a:pt x="73" y="136"/>
                </a:lnTo>
                <a:lnTo>
                  <a:pt x="75" y="137"/>
                </a:lnTo>
                <a:lnTo>
                  <a:pt x="78" y="137"/>
                </a:lnTo>
                <a:lnTo>
                  <a:pt x="80" y="137"/>
                </a:lnTo>
                <a:lnTo>
                  <a:pt x="83" y="138"/>
                </a:lnTo>
                <a:lnTo>
                  <a:pt x="85" y="138"/>
                </a:lnTo>
                <a:lnTo>
                  <a:pt x="87" y="138"/>
                </a:lnTo>
                <a:lnTo>
                  <a:pt x="90" y="138"/>
                </a:lnTo>
                <a:lnTo>
                  <a:pt x="92" y="138"/>
                </a:lnTo>
                <a:lnTo>
                  <a:pt x="95" y="138"/>
                </a:lnTo>
                <a:lnTo>
                  <a:pt x="97" y="138"/>
                </a:lnTo>
                <a:lnTo>
                  <a:pt x="100" y="138"/>
                </a:lnTo>
                <a:lnTo>
                  <a:pt x="102" y="138"/>
                </a:lnTo>
                <a:lnTo>
                  <a:pt x="105" y="137"/>
                </a:lnTo>
                <a:lnTo>
                  <a:pt x="107" y="137"/>
                </a:lnTo>
                <a:lnTo>
                  <a:pt x="109" y="137"/>
                </a:lnTo>
                <a:lnTo>
                  <a:pt x="112" y="136"/>
                </a:lnTo>
                <a:lnTo>
                  <a:pt x="114" y="136"/>
                </a:lnTo>
                <a:lnTo>
                  <a:pt x="117" y="135"/>
                </a:lnTo>
                <a:lnTo>
                  <a:pt x="119" y="134"/>
                </a:lnTo>
                <a:lnTo>
                  <a:pt x="121" y="134"/>
                </a:lnTo>
                <a:lnTo>
                  <a:pt x="123" y="133"/>
                </a:lnTo>
                <a:lnTo>
                  <a:pt x="126" y="132"/>
                </a:lnTo>
                <a:lnTo>
                  <a:pt x="128" y="131"/>
                </a:lnTo>
                <a:lnTo>
                  <a:pt x="130" y="130"/>
                </a:lnTo>
                <a:lnTo>
                  <a:pt x="132" y="129"/>
                </a:lnTo>
                <a:lnTo>
                  <a:pt x="134" y="128"/>
                </a:lnTo>
                <a:lnTo>
                  <a:pt x="136" y="127"/>
                </a:lnTo>
                <a:lnTo>
                  <a:pt x="138" y="126"/>
                </a:lnTo>
                <a:lnTo>
                  <a:pt x="140" y="125"/>
                </a:lnTo>
                <a:lnTo>
                  <a:pt x="142" y="124"/>
                </a:lnTo>
                <a:lnTo>
                  <a:pt x="144" y="122"/>
                </a:lnTo>
                <a:lnTo>
                  <a:pt x="146" y="121"/>
                </a:lnTo>
                <a:lnTo>
                  <a:pt x="148" y="120"/>
                </a:lnTo>
                <a:lnTo>
                  <a:pt x="150" y="118"/>
                </a:lnTo>
                <a:lnTo>
                  <a:pt x="151" y="117"/>
                </a:lnTo>
                <a:lnTo>
                  <a:pt x="153" y="115"/>
                </a:lnTo>
                <a:lnTo>
                  <a:pt x="155" y="114"/>
                </a:lnTo>
                <a:lnTo>
                  <a:pt x="157" y="112"/>
                </a:lnTo>
                <a:lnTo>
                  <a:pt x="158" y="110"/>
                </a:lnTo>
                <a:lnTo>
                  <a:pt x="160" y="109"/>
                </a:lnTo>
                <a:lnTo>
                  <a:pt x="161" y="107"/>
                </a:lnTo>
                <a:lnTo>
                  <a:pt x="162" y="105"/>
                </a:lnTo>
                <a:lnTo>
                  <a:pt x="163" y="104"/>
                </a:lnTo>
                <a:lnTo>
                  <a:pt x="164" y="102"/>
                </a:lnTo>
                <a:lnTo>
                  <a:pt x="165" y="100"/>
                </a:lnTo>
                <a:lnTo>
                  <a:pt x="166" y="98"/>
                </a:lnTo>
                <a:lnTo>
                  <a:pt x="167" y="96"/>
                </a:lnTo>
                <a:lnTo>
                  <a:pt x="168" y="95"/>
                </a:lnTo>
                <a:lnTo>
                  <a:pt x="169" y="93"/>
                </a:lnTo>
                <a:lnTo>
                  <a:pt x="169" y="91"/>
                </a:lnTo>
                <a:lnTo>
                  <a:pt x="170" y="89"/>
                </a:lnTo>
                <a:lnTo>
                  <a:pt x="170" y="87"/>
                </a:lnTo>
                <a:lnTo>
                  <a:pt x="171" y="85"/>
                </a:lnTo>
                <a:lnTo>
                  <a:pt x="171" y="83"/>
                </a:lnTo>
                <a:lnTo>
                  <a:pt x="171" y="81"/>
                </a:lnTo>
                <a:lnTo>
                  <a:pt x="172" y="79"/>
                </a:lnTo>
                <a:lnTo>
                  <a:pt x="172" y="77"/>
                </a:lnTo>
                <a:lnTo>
                  <a:pt x="172" y="75"/>
                </a:lnTo>
                <a:moveTo>
                  <a:pt x="186" y="75"/>
                </a:moveTo>
                <a:lnTo>
                  <a:pt x="186" y="77"/>
                </a:lnTo>
                <a:lnTo>
                  <a:pt x="185" y="80"/>
                </a:lnTo>
                <a:lnTo>
                  <a:pt x="185" y="82"/>
                </a:lnTo>
                <a:lnTo>
                  <a:pt x="185" y="84"/>
                </a:lnTo>
                <a:lnTo>
                  <a:pt x="184" y="87"/>
                </a:lnTo>
                <a:lnTo>
                  <a:pt x="184" y="89"/>
                </a:lnTo>
                <a:lnTo>
                  <a:pt x="183" y="91"/>
                </a:lnTo>
                <a:lnTo>
                  <a:pt x="183" y="93"/>
                </a:lnTo>
                <a:lnTo>
                  <a:pt x="182" y="96"/>
                </a:lnTo>
                <a:lnTo>
                  <a:pt x="181" y="98"/>
                </a:lnTo>
                <a:lnTo>
                  <a:pt x="180" y="100"/>
                </a:lnTo>
                <a:lnTo>
                  <a:pt x="179" y="102"/>
                </a:lnTo>
                <a:lnTo>
                  <a:pt x="178" y="104"/>
                </a:lnTo>
                <a:lnTo>
                  <a:pt x="177" y="107"/>
                </a:lnTo>
                <a:lnTo>
                  <a:pt x="176" y="109"/>
                </a:lnTo>
                <a:lnTo>
                  <a:pt x="174" y="111"/>
                </a:lnTo>
                <a:lnTo>
                  <a:pt x="173" y="113"/>
                </a:lnTo>
                <a:lnTo>
                  <a:pt x="171" y="115"/>
                </a:lnTo>
                <a:lnTo>
                  <a:pt x="170" y="117"/>
                </a:lnTo>
                <a:lnTo>
                  <a:pt x="168" y="119"/>
                </a:lnTo>
                <a:lnTo>
                  <a:pt x="166" y="120"/>
                </a:lnTo>
                <a:lnTo>
                  <a:pt x="164" y="122"/>
                </a:lnTo>
                <a:lnTo>
                  <a:pt x="163" y="124"/>
                </a:lnTo>
                <a:lnTo>
                  <a:pt x="161" y="126"/>
                </a:lnTo>
                <a:lnTo>
                  <a:pt x="159" y="127"/>
                </a:lnTo>
                <a:lnTo>
                  <a:pt x="157" y="129"/>
                </a:lnTo>
                <a:lnTo>
                  <a:pt x="153" y="131"/>
                </a:lnTo>
                <a:lnTo>
                  <a:pt x="151" y="132"/>
                </a:lnTo>
                <a:lnTo>
                  <a:pt x="149" y="134"/>
                </a:lnTo>
                <a:lnTo>
                  <a:pt x="147" y="135"/>
                </a:lnTo>
                <a:lnTo>
                  <a:pt x="144" y="136"/>
                </a:lnTo>
                <a:lnTo>
                  <a:pt x="142" y="138"/>
                </a:lnTo>
                <a:lnTo>
                  <a:pt x="139" y="139"/>
                </a:lnTo>
                <a:lnTo>
                  <a:pt x="137" y="140"/>
                </a:lnTo>
                <a:lnTo>
                  <a:pt x="134" y="141"/>
                </a:lnTo>
                <a:lnTo>
                  <a:pt x="132" y="142"/>
                </a:lnTo>
                <a:lnTo>
                  <a:pt x="129" y="143"/>
                </a:lnTo>
                <a:lnTo>
                  <a:pt x="126" y="144"/>
                </a:lnTo>
                <a:lnTo>
                  <a:pt x="124" y="145"/>
                </a:lnTo>
                <a:lnTo>
                  <a:pt x="121" y="146"/>
                </a:lnTo>
                <a:lnTo>
                  <a:pt x="118" y="146"/>
                </a:lnTo>
                <a:lnTo>
                  <a:pt x="115" y="147"/>
                </a:lnTo>
                <a:lnTo>
                  <a:pt x="112" y="147"/>
                </a:lnTo>
                <a:lnTo>
                  <a:pt x="110" y="148"/>
                </a:lnTo>
                <a:lnTo>
                  <a:pt x="107" y="148"/>
                </a:lnTo>
                <a:lnTo>
                  <a:pt x="104" y="149"/>
                </a:lnTo>
                <a:lnTo>
                  <a:pt x="101" y="149"/>
                </a:lnTo>
                <a:lnTo>
                  <a:pt x="98" y="149"/>
                </a:lnTo>
                <a:lnTo>
                  <a:pt x="95" y="149"/>
                </a:lnTo>
                <a:lnTo>
                  <a:pt x="92" y="149"/>
                </a:lnTo>
                <a:lnTo>
                  <a:pt x="89" y="149"/>
                </a:lnTo>
                <a:lnTo>
                  <a:pt x="87" y="149"/>
                </a:lnTo>
                <a:lnTo>
                  <a:pt x="84" y="149"/>
                </a:lnTo>
                <a:lnTo>
                  <a:pt x="81" y="149"/>
                </a:lnTo>
                <a:lnTo>
                  <a:pt x="78" y="148"/>
                </a:lnTo>
                <a:lnTo>
                  <a:pt x="75" y="148"/>
                </a:lnTo>
                <a:lnTo>
                  <a:pt x="72" y="147"/>
                </a:lnTo>
                <a:lnTo>
                  <a:pt x="69" y="147"/>
                </a:lnTo>
                <a:lnTo>
                  <a:pt x="67" y="146"/>
                </a:lnTo>
                <a:lnTo>
                  <a:pt x="64" y="146"/>
                </a:lnTo>
                <a:lnTo>
                  <a:pt x="61" y="145"/>
                </a:lnTo>
                <a:lnTo>
                  <a:pt x="58" y="144"/>
                </a:lnTo>
                <a:lnTo>
                  <a:pt x="56" y="143"/>
                </a:lnTo>
                <a:lnTo>
                  <a:pt x="53" y="142"/>
                </a:lnTo>
                <a:lnTo>
                  <a:pt x="50" y="141"/>
                </a:lnTo>
                <a:lnTo>
                  <a:pt x="48" y="140"/>
                </a:lnTo>
                <a:lnTo>
                  <a:pt x="45" y="139"/>
                </a:lnTo>
                <a:lnTo>
                  <a:pt x="43" y="138"/>
                </a:lnTo>
                <a:lnTo>
                  <a:pt x="40" y="136"/>
                </a:lnTo>
                <a:lnTo>
                  <a:pt x="38" y="135"/>
                </a:lnTo>
                <a:lnTo>
                  <a:pt x="36" y="134"/>
                </a:lnTo>
                <a:lnTo>
                  <a:pt x="34" y="132"/>
                </a:lnTo>
                <a:lnTo>
                  <a:pt x="31" y="131"/>
                </a:lnTo>
                <a:lnTo>
                  <a:pt x="29" y="129"/>
                </a:lnTo>
                <a:lnTo>
                  <a:pt x="27" y="127"/>
                </a:lnTo>
                <a:lnTo>
                  <a:pt x="25" y="126"/>
                </a:lnTo>
                <a:lnTo>
                  <a:pt x="23" y="124"/>
                </a:lnTo>
                <a:lnTo>
                  <a:pt x="21" y="122"/>
                </a:lnTo>
                <a:lnTo>
                  <a:pt x="19" y="120"/>
                </a:lnTo>
                <a:lnTo>
                  <a:pt x="18" y="119"/>
                </a:lnTo>
                <a:lnTo>
                  <a:pt x="16" y="117"/>
                </a:lnTo>
                <a:lnTo>
                  <a:pt x="14" y="115"/>
                </a:lnTo>
                <a:lnTo>
                  <a:pt x="13" y="113"/>
                </a:lnTo>
                <a:lnTo>
                  <a:pt x="11" y="111"/>
                </a:lnTo>
                <a:lnTo>
                  <a:pt x="10" y="109"/>
                </a:lnTo>
                <a:lnTo>
                  <a:pt x="9" y="107"/>
                </a:lnTo>
                <a:lnTo>
                  <a:pt x="8" y="104"/>
                </a:lnTo>
                <a:lnTo>
                  <a:pt x="7" y="102"/>
                </a:lnTo>
                <a:lnTo>
                  <a:pt x="6" y="100"/>
                </a:lnTo>
                <a:lnTo>
                  <a:pt x="5" y="98"/>
                </a:lnTo>
                <a:lnTo>
                  <a:pt x="4" y="96"/>
                </a:lnTo>
                <a:lnTo>
                  <a:pt x="3" y="93"/>
                </a:lnTo>
                <a:lnTo>
                  <a:pt x="2" y="91"/>
                </a:lnTo>
                <a:lnTo>
                  <a:pt x="2" y="89"/>
                </a:lnTo>
                <a:lnTo>
                  <a:pt x="1" y="87"/>
                </a:lnTo>
                <a:lnTo>
                  <a:pt x="1" y="84"/>
                </a:lnTo>
                <a:lnTo>
                  <a:pt x="0" y="82"/>
                </a:lnTo>
                <a:lnTo>
                  <a:pt x="0" y="80"/>
                </a:lnTo>
                <a:lnTo>
                  <a:pt x="0" y="77"/>
                </a:lnTo>
                <a:lnTo>
                  <a:pt x="0" y="75"/>
                </a:lnTo>
                <a:lnTo>
                  <a:pt x="0" y="73"/>
                </a:lnTo>
                <a:lnTo>
                  <a:pt x="0" y="70"/>
                </a:lnTo>
                <a:lnTo>
                  <a:pt x="0" y="68"/>
                </a:lnTo>
                <a:lnTo>
                  <a:pt x="1" y="66"/>
                </a:lnTo>
                <a:lnTo>
                  <a:pt x="1" y="63"/>
                </a:lnTo>
                <a:lnTo>
                  <a:pt x="2" y="61"/>
                </a:lnTo>
                <a:lnTo>
                  <a:pt x="2" y="59"/>
                </a:lnTo>
                <a:lnTo>
                  <a:pt x="3" y="57"/>
                </a:lnTo>
                <a:lnTo>
                  <a:pt x="4" y="53"/>
                </a:lnTo>
                <a:lnTo>
                  <a:pt x="5" y="51"/>
                </a:lnTo>
                <a:lnTo>
                  <a:pt x="6" y="49"/>
                </a:lnTo>
                <a:lnTo>
                  <a:pt x="7" y="47"/>
                </a:lnTo>
                <a:lnTo>
                  <a:pt x="8" y="45"/>
                </a:lnTo>
                <a:lnTo>
                  <a:pt x="9" y="43"/>
                </a:lnTo>
                <a:lnTo>
                  <a:pt x="10" y="40"/>
                </a:lnTo>
                <a:lnTo>
                  <a:pt x="11" y="38"/>
                </a:lnTo>
                <a:lnTo>
                  <a:pt x="13" y="36"/>
                </a:lnTo>
                <a:lnTo>
                  <a:pt x="14" y="34"/>
                </a:lnTo>
                <a:lnTo>
                  <a:pt x="16" y="32"/>
                </a:lnTo>
                <a:lnTo>
                  <a:pt x="18" y="31"/>
                </a:lnTo>
                <a:lnTo>
                  <a:pt x="19" y="29"/>
                </a:lnTo>
                <a:lnTo>
                  <a:pt x="21" y="27"/>
                </a:lnTo>
                <a:lnTo>
                  <a:pt x="23" y="25"/>
                </a:lnTo>
                <a:lnTo>
                  <a:pt x="25" y="23"/>
                </a:lnTo>
                <a:lnTo>
                  <a:pt x="27" y="22"/>
                </a:lnTo>
                <a:lnTo>
                  <a:pt x="29" y="20"/>
                </a:lnTo>
                <a:lnTo>
                  <a:pt x="31" y="18"/>
                </a:lnTo>
                <a:lnTo>
                  <a:pt x="34" y="17"/>
                </a:lnTo>
                <a:lnTo>
                  <a:pt x="36" y="16"/>
                </a:lnTo>
                <a:lnTo>
                  <a:pt x="38" y="14"/>
                </a:lnTo>
                <a:lnTo>
                  <a:pt x="40" y="13"/>
                </a:lnTo>
                <a:lnTo>
                  <a:pt x="43" y="12"/>
                </a:lnTo>
                <a:lnTo>
                  <a:pt x="45" y="10"/>
                </a:lnTo>
                <a:lnTo>
                  <a:pt x="48" y="9"/>
                </a:lnTo>
                <a:lnTo>
                  <a:pt x="50" y="8"/>
                </a:lnTo>
                <a:lnTo>
                  <a:pt x="53" y="7"/>
                </a:lnTo>
                <a:lnTo>
                  <a:pt x="56" y="6"/>
                </a:lnTo>
                <a:lnTo>
                  <a:pt x="58" y="5"/>
                </a:lnTo>
                <a:lnTo>
                  <a:pt x="61" y="4"/>
                </a:lnTo>
                <a:lnTo>
                  <a:pt x="64" y="4"/>
                </a:lnTo>
                <a:lnTo>
                  <a:pt x="67" y="3"/>
                </a:lnTo>
                <a:lnTo>
                  <a:pt x="69" y="2"/>
                </a:lnTo>
                <a:lnTo>
                  <a:pt x="72" y="2"/>
                </a:lnTo>
                <a:lnTo>
                  <a:pt x="75" y="1"/>
                </a:lnTo>
                <a:lnTo>
                  <a:pt x="78" y="1"/>
                </a:lnTo>
                <a:lnTo>
                  <a:pt x="81" y="1"/>
                </a:lnTo>
                <a:lnTo>
                  <a:pt x="84" y="0"/>
                </a:lnTo>
                <a:lnTo>
                  <a:pt x="87" y="0"/>
                </a:lnTo>
                <a:lnTo>
                  <a:pt x="89" y="0"/>
                </a:lnTo>
                <a:lnTo>
                  <a:pt x="92" y="0"/>
                </a:lnTo>
                <a:lnTo>
                  <a:pt x="95" y="0"/>
                </a:lnTo>
                <a:lnTo>
                  <a:pt x="98" y="0"/>
                </a:lnTo>
                <a:lnTo>
                  <a:pt x="101" y="0"/>
                </a:lnTo>
                <a:lnTo>
                  <a:pt x="104" y="1"/>
                </a:lnTo>
                <a:lnTo>
                  <a:pt x="107" y="1"/>
                </a:lnTo>
                <a:lnTo>
                  <a:pt x="110" y="1"/>
                </a:lnTo>
                <a:lnTo>
                  <a:pt x="112" y="2"/>
                </a:lnTo>
                <a:lnTo>
                  <a:pt x="115" y="2"/>
                </a:lnTo>
                <a:lnTo>
                  <a:pt x="118" y="3"/>
                </a:lnTo>
                <a:lnTo>
                  <a:pt x="121" y="4"/>
                </a:lnTo>
                <a:lnTo>
                  <a:pt x="124" y="4"/>
                </a:lnTo>
                <a:lnTo>
                  <a:pt x="126" y="5"/>
                </a:lnTo>
                <a:lnTo>
                  <a:pt x="129" y="6"/>
                </a:lnTo>
                <a:lnTo>
                  <a:pt x="132" y="7"/>
                </a:lnTo>
                <a:lnTo>
                  <a:pt x="134" y="8"/>
                </a:lnTo>
                <a:lnTo>
                  <a:pt x="137" y="9"/>
                </a:lnTo>
                <a:lnTo>
                  <a:pt x="139" y="10"/>
                </a:lnTo>
                <a:lnTo>
                  <a:pt x="142" y="12"/>
                </a:lnTo>
                <a:lnTo>
                  <a:pt x="144" y="13"/>
                </a:lnTo>
                <a:lnTo>
                  <a:pt x="147" y="14"/>
                </a:lnTo>
                <a:lnTo>
                  <a:pt x="149" y="16"/>
                </a:lnTo>
                <a:lnTo>
                  <a:pt x="151" y="17"/>
                </a:lnTo>
                <a:lnTo>
                  <a:pt x="153" y="18"/>
                </a:lnTo>
                <a:lnTo>
                  <a:pt x="157" y="20"/>
                </a:lnTo>
                <a:lnTo>
                  <a:pt x="159" y="22"/>
                </a:lnTo>
                <a:lnTo>
                  <a:pt x="161" y="23"/>
                </a:lnTo>
                <a:lnTo>
                  <a:pt x="163" y="25"/>
                </a:lnTo>
                <a:lnTo>
                  <a:pt x="164" y="27"/>
                </a:lnTo>
                <a:lnTo>
                  <a:pt x="166" y="29"/>
                </a:lnTo>
                <a:lnTo>
                  <a:pt x="168" y="31"/>
                </a:lnTo>
                <a:lnTo>
                  <a:pt x="170" y="32"/>
                </a:lnTo>
                <a:lnTo>
                  <a:pt x="171" y="34"/>
                </a:lnTo>
                <a:lnTo>
                  <a:pt x="173" y="36"/>
                </a:lnTo>
                <a:lnTo>
                  <a:pt x="174" y="38"/>
                </a:lnTo>
                <a:lnTo>
                  <a:pt x="176" y="40"/>
                </a:lnTo>
                <a:lnTo>
                  <a:pt x="177" y="43"/>
                </a:lnTo>
                <a:lnTo>
                  <a:pt x="178" y="45"/>
                </a:lnTo>
                <a:lnTo>
                  <a:pt x="179" y="47"/>
                </a:lnTo>
                <a:lnTo>
                  <a:pt x="180" y="49"/>
                </a:lnTo>
                <a:lnTo>
                  <a:pt x="181" y="51"/>
                </a:lnTo>
                <a:lnTo>
                  <a:pt x="182" y="53"/>
                </a:lnTo>
                <a:lnTo>
                  <a:pt x="183" y="57"/>
                </a:lnTo>
                <a:lnTo>
                  <a:pt x="183" y="59"/>
                </a:lnTo>
                <a:lnTo>
                  <a:pt x="184" y="61"/>
                </a:lnTo>
                <a:lnTo>
                  <a:pt x="184" y="63"/>
                </a:lnTo>
                <a:lnTo>
                  <a:pt x="185" y="66"/>
                </a:lnTo>
                <a:lnTo>
                  <a:pt x="185" y="68"/>
                </a:lnTo>
                <a:lnTo>
                  <a:pt x="185" y="70"/>
                </a:lnTo>
                <a:lnTo>
                  <a:pt x="186" y="73"/>
                </a:lnTo>
                <a:lnTo>
                  <a:pt x="186" y="75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5" name=""/>
          <p:cNvSpPr/>
          <p:nvPr/>
        </p:nvSpPr>
        <p:spPr>
          <a:xfrm>
            <a:off x="2823840" y="1816560"/>
            <a:ext cx="72000" cy="57960"/>
          </a:xfrm>
          <a:custGeom>
            <a:avLst/>
            <a:gdLst/>
            <a:ahLst/>
            <a:rect l="0" t="0" r="r" b="b"/>
            <a:pathLst>
              <a:path w="200" h="161">
                <a:moveTo>
                  <a:pt x="193" y="80"/>
                </a:moveTo>
                <a:lnTo>
                  <a:pt x="193" y="78"/>
                </a:lnTo>
                <a:lnTo>
                  <a:pt x="192" y="75"/>
                </a:lnTo>
                <a:lnTo>
                  <a:pt x="192" y="73"/>
                </a:lnTo>
                <a:lnTo>
                  <a:pt x="192" y="71"/>
                </a:lnTo>
                <a:lnTo>
                  <a:pt x="191" y="68"/>
                </a:lnTo>
                <a:lnTo>
                  <a:pt x="191" y="66"/>
                </a:lnTo>
                <a:lnTo>
                  <a:pt x="190" y="64"/>
                </a:lnTo>
                <a:lnTo>
                  <a:pt x="190" y="62"/>
                </a:lnTo>
                <a:lnTo>
                  <a:pt x="189" y="59"/>
                </a:lnTo>
                <a:lnTo>
                  <a:pt x="188" y="57"/>
                </a:lnTo>
                <a:lnTo>
                  <a:pt x="187" y="55"/>
                </a:lnTo>
                <a:lnTo>
                  <a:pt x="186" y="53"/>
                </a:lnTo>
                <a:lnTo>
                  <a:pt x="185" y="51"/>
                </a:lnTo>
                <a:lnTo>
                  <a:pt x="184" y="49"/>
                </a:lnTo>
                <a:lnTo>
                  <a:pt x="183" y="46"/>
                </a:lnTo>
                <a:lnTo>
                  <a:pt x="181" y="44"/>
                </a:lnTo>
                <a:lnTo>
                  <a:pt x="180" y="42"/>
                </a:lnTo>
                <a:lnTo>
                  <a:pt x="178" y="40"/>
                </a:lnTo>
                <a:lnTo>
                  <a:pt x="177" y="38"/>
                </a:lnTo>
                <a:lnTo>
                  <a:pt x="174" y="37"/>
                </a:lnTo>
                <a:lnTo>
                  <a:pt x="172" y="35"/>
                </a:lnTo>
                <a:lnTo>
                  <a:pt x="170" y="33"/>
                </a:lnTo>
                <a:lnTo>
                  <a:pt x="169" y="31"/>
                </a:lnTo>
                <a:lnTo>
                  <a:pt x="167" y="29"/>
                </a:lnTo>
                <a:lnTo>
                  <a:pt x="165" y="28"/>
                </a:lnTo>
                <a:lnTo>
                  <a:pt x="163" y="26"/>
                </a:lnTo>
                <a:lnTo>
                  <a:pt x="160" y="24"/>
                </a:lnTo>
                <a:lnTo>
                  <a:pt x="158" y="23"/>
                </a:lnTo>
                <a:lnTo>
                  <a:pt x="156" y="22"/>
                </a:lnTo>
                <a:lnTo>
                  <a:pt x="154" y="20"/>
                </a:lnTo>
                <a:lnTo>
                  <a:pt x="151" y="19"/>
                </a:lnTo>
                <a:lnTo>
                  <a:pt x="149" y="18"/>
                </a:lnTo>
                <a:lnTo>
                  <a:pt x="146" y="16"/>
                </a:lnTo>
                <a:lnTo>
                  <a:pt x="144" y="15"/>
                </a:lnTo>
                <a:lnTo>
                  <a:pt x="141" y="14"/>
                </a:lnTo>
                <a:lnTo>
                  <a:pt x="139" y="13"/>
                </a:lnTo>
                <a:lnTo>
                  <a:pt x="136" y="12"/>
                </a:lnTo>
                <a:lnTo>
                  <a:pt x="133" y="11"/>
                </a:lnTo>
                <a:lnTo>
                  <a:pt x="131" y="10"/>
                </a:lnTo>
                <a:lnTo>
                  <a:pt x="128" y="10"/>
                </a:lnTo>
                <a:lnTo>
                  <a:pt x="125" y="9"/>
                </a:lnTo>
                <a:lnTo>
                  <a:pt x="122" y="8"/>
                </a:lnTo>
                <a:lnTo>
                  <a:pt x="119" y="8"/>
                </a:lnTo>
                <a:lnTo>
                  <a:pt x="117" y="7"/>
                </a:lnTo>
                <a:lnTo>
                  <a:pt x="114" y="7"/>
                </a:lnTo>
                <a:lnTo>
                  <a:pt x="111" y="7"/>
                </a:lnTo>
                <a:lnTo>
                  <a:pt x="108" y="6"/>
                </a:lnTo>
                <a:lnTo>
                  <a:pt x="105" y="6"/>
                </a:lnTo>
                <a:lnTo>
                  <a:pt x="102" y="6"/>
                </a:lnTo>
                <a:lnTo>
                  <a:pt x="99" y="6"/>
                </a:lnTo>
                <a:lnTo>
                  <a:pt x="96" y="6"/>
                </a:lnTo>
                <a:lnTo>
                  <a:pt x="94" y="6"/>
                </a:lnTo>
                <a:lnTo>
                  <a:pt x="91" y="6"/>
                </a:lnTo>
                <a:lnTo>
                  <a:pt x="88" y="7"/>
                </a:lnTo>
                <a:lnTo>
                  <a:pt x="85" y="7"/>
                </a:lnTo>
                <a:lnTo>
                  <a:pt x="82" y="7"/>
                </a:lnTo>
                <a:lnTo>
                  <a:pt x="79" y="8"/>
                </a:lnTo>
                <a:lnTo>
                  <a:pt x="76" y="8"/>
                </a:lnTo>
                <a:lnTo>
                  <a:pt x="74" y="9"/>
                </a:lnTo>
                <a:lnTo>
                  <a:pt x="71" y="10"/>
                </a:lnTo>
                <a:lnTo>
                  <a:pt x="68" y="10"/>
                </a:lnTo>
                <a:lnTo>
                  <a:pt x="65" y="11"/>
                </a:lnTo>
                <a:lnTo>
                  <a:pt x="63" y="12"/>
                </a:lnTo>
                <a:lnTo>
                  <a:pt x="60" y="13"/>
                </a:lnTo>
                <a:lnTo>
                  <a:pt x="57" y="14"/>
                </a:lnTo>
                <a:lnTo>
                  <a:pt x="55" y="15"/>
                </a:lnTo>
                <a:lnTo>
                  <a:pt x="52" y="16"/>
                </a:lnTo>
                <a:lnTo>
                  <a:pt x="50" y="18"/>
                </a:lnTo>
                <a:lnTo>
                  <a:pt x="47" y="19"/>
                </a:lnTo>
                <a:lnTo>
                  <a:pt x="45" y="20"/>
                </a:lnTo>
                <a:lnTo>
                  <a:pt x="43" y="22"/>
                </a:lnTo>
                <a:lnTo>
                  <a:pt x="41" y="23"/>
                </a:lnTo>
                <a:lnTo>
                  <a:pt x="38" y="24"/>
                </a:lnTo>
                <a:lnTo>
                  <a:pt x="36" y="26"/>
                </a:lnTo>
                <a:lnTo>
                  <a:pt x="34" y="28"/>
                </a:lnTo>
                <a:lnTo>
                  <a:pt x="32" y="29"/>
                </a:lnTo>
                <a:lnTo>
                  <a:pt x="30" y="31"/>
                </a:lnTo>
                <a:lnTo>
                  <a:pt x="28" y="33"/>
                </a:lnTo>
                <a:lnTo>
                  <a:pt x="26" y="35"/>
                </a:lnTo>
                <a:lnTo>
                  <a:pt x="25" y="37"/>
                </a:lnTo>
                <a:lnTo>
                  <a:pt x="23" y="38"/>
                </a:lnTo>
                <a:lnTo>
                  <a:pt x="21" y="40"/>
                </a:lnTo>
                <a:lnTo>
                  <a:pt x="20" y="42"/>
                </a:lnTo>
                <a:lnTo>
                  <a:pt x="18" y="44"/>
                </a:lnTo>
                <a:lnTo>
                  <a:pt x="17" y="46"/>
                </a:lnTo>
                <a:lnTo>
                  <a:pt x="16" y="49"/>
                </a:lnTo>
                <a:lnTo>
                  <a:pt x="15" y="51"/>
                </a:lnTo>
                <a:lnTo>
                  <a:pt x="14" y="53"/>
                </a:lnTo>
                <a:lnTo>
                  <a:pt x="13" y="55"/>
                </a:lnTo>
                <a:lnTo>
                  <a:pt x="12" y="57"/>
                </a:lnTo>
                <a:lnTo>
                  <a:pt x="11" y="59"/>
                </a:lnTo>
                <a:lnTo>
                  <a:pt x="10" y="62"/>
                </a:lnTo>
                <a:lnTo>
                  <a:pt x="9" y="64"/>
                </a:lnTo>
                <a:lnTo>
                  <a:pt x="9" y="66"/>
                </a:lnTo>
                <a:lnTo>
                  <a:pt x="8" y="68"/>
                </a:lnTo>
                <a:lnTo>
                  <a:pt x="8" y="71"/>
                </a:lnTo>
                <a:lnTo>
                  <a:pt x="7" y="73"/>
                </a:lnTo>
                <a:lnTo>
                  <a:pt x="7" y="75"/>
                </a:lnTo>
                <a:lnTo>
                  <a:pt x="7" y="78"/>
                </a:lnTo>
                <a:lnTo>
                  <a:pt x="7" y="80"/>
                </a:lnTo>
                <a:lnTo>
                  <a:pt x="7" y="82"/>
                </a:lnTo>
                <a:lnTo>
                  <a:pt x="7" y="85"/>
                </a:lnTo>
                <a:lnTo>
                  <a:pt x="7" y="87"/>
                </a:lnTo>
                <a:lnTo>
                  <a:pt x="8" y="89"/>
                </a:lnTo>
                <a:lnTo>
                  <a:pt x="8" y="92"/>
                </a:lnTo>
                <a:lnTo>
                  <a:pt x="9" y="94"/>
                </a:lnTo>
                <a:lnTo>
                  <a:pt x="9" y="96"/>
                </a:lnTo>
                <a:lnTo>
                  <a:pt x="10" y="98"/>
                </a:lnTo>
                <a:lnTo>
                  <a:pt x="11" y="101"/>
                </a:lnTo>
                <a:lnTo>
                  <a:pt x="12" y="103"/>
                </a:lnTo>
                <a:lnTo>
                  <a:pt x="13" y="105"/>
                </a:lnTo>
                <a:lnTo>
                  <a:pt x="14" y="107"/>
                </a:lnTo>
                <a:lnTo>
                  <a:pt x="15" y="109"/>
                </a:lnTo>
                <a:lnTo>
                  <a:pt x="16" y="112"/>
                </a:lnTo>
                <a:lnTo>
                  <a:pt x="17" y="114"/>
                </a:lnTo>
                <a:lnTo>
                  <a:pt x="18" y="116"/>
                </a:lnTo>
                <a:lnTo>
                  <a:pt x="20" y="118"/>
                </a:lnTo>
                <a:lnTo>
                  <a:pt x="21" y="120"/>
                </a:lnTo>
                <a:lnTo>
                  <a:pt x="23" y="123"/>
                </a:lnTo>
                <a:lnTo>
                  <a:pt x="25" y="125"/>
                </a:lnTo>
                <a:lnTo>
                  <a:pt x="26" y="126"/>
                </a:lnTo>
                <a:lnTo>
                  <a:pt x="28" y="128"/>
                </a:lnTo>
                <a:lnTo>
                  <a:pt x="30" y="130"/>
                </a:lnTo>
                <a:lnTo>
                  <a:pt x="32" y="132"/>
                </a:lnTo>
                <a:lnTo>
                  <a:pt x="34" y="133"/>
                </a:lnTo>
                <a:lnTo>
                  <a:pt x="36" y="135"/>
                </a:lnTo>
                <a:lnTo>
                  <a:pt x="38" y="137"/>
                </a:lnTo>
                <a:lnTo>
                  <a:pt x="41" y="138"/>
                </a:lnTo>
                <a:lnTo>
                  <a:pt x="43" y="140"/>
                </a:lnTo>
                <a:lnTo>
                  <a:pt x="45" y="141"/>
                </a:lnTo>
                <a:lnTo>
                  <a:pt x="47" y="142"/>
                </a:lnTo>
                <a:lnTo>
                  <a:pt x="50" y="144"/>
                </a:lnTo>
                <a:lnTo>
                  <a:pt x="52" y="145"/>
                </a:lnTo>
                <a:lnTo>
                  <a:pt x="55" y="146"/>
                </a:lnTo>
                <a:lnTo>
                  <a:pt x="57" y="147"/>
                </a:lnTo>
                <a:lnTo>
                  <a:pt x="60" y="148"/>
                </a:lnTo>
                <a:lnTo>
                  <a:pt x="63" y="149"/>
                </a:lnTo>
                <a:lnTo>
                  <a:pt x="65" y="150"/>
                </a:lnTo>
                <a:lnTo>
                  <a:pt x="68" y="151"/>
                </a:lnTo>
                <a:lnTo>
                  <a:pt x="71" y="152"/>
                </a:lnTo>
                <a:lnTo>
                  <a:pt x="74" y="152"/>
                </a:lnTo>
                <a:lnTo>
                  <a:pt x="76" y="153"/>
                </a:lnTo>
                <a:lnTo>
                  <a:pt x="79" y="153"/>
                </a:lnTo>
                <a:lnTo>
                  <a:pt x="82" y="154"/>
                </a:lnTo>
                <a:lnTo>
                  <a:pt x="85" y="154"/>
                </a:lnTo>
                <a:lnTo>
                  <a:pt x="88" y="155"/>
                </a:lnTo>
                <a:lnTo>
                  <a:pt x="91" y="155"/>
                </a:lnTo>
                <a:lnTo>
                  <a:pt x="94" y="155"/>
                </a:lnTo>
                <a:lnTo>
                  <a:pt x="96" y="155"/>
                </a:lnTo>
                <a:lnTo>
                  <a:pt x="99" y="155"/>
                </a:lnTo>
                <a:lnTo>
                  <a:pt x="102" y="155"/>
                </a:lnTo>
                <a:lnTo>
                  <a:pt x="105" y="155"/>
                </a:lnTo>
                <a:lnTo>
                  <a:pt x="108" y="155"/>
                </a:lnTo>
                <a:lnTo>
                  <a:pt x="111" y="155"/>
                </a:lnTo>
                <a:lnTo>
                  <a:pt x="114" y="154"/>
                </a:lnTo>
                <a:lnTo>
                  <a:pt x="117" y="154"/>
                </a:lnTo>
                <a:lnTo>
                  <a:pt x="119" y="153"/>
                </a:lnTo>
                <a:lnTo>
                  <a:pt x="122" y="153"/>
                </a:lnTo>
                <a:lnTo>
                  <a:pt x="125" y="152"/>
                </a:lnTo>
                <a:lnTo>
                  <a:pt x="128" y="152"/>
                </a:lnTo>
                <a:lnTo>
                  <a:pt x="131" y="151"/>
                </a:lnTo>
                <a:lnTo>
                  <a:pt x="133" y="150"/>
                </a:lnTo>
                <a:lnTo>
                  <a:pt x="136" y="149"/>
                </a:lnTo>
                <a:lnTo>
                  <a:pt x="139" y="148"/>
                </a:lnTo>
                <a:lnTo>
                  <a:pt x="141" y="147"/>
                </a:lnTo>
                <a:lnTo>
                  <a:pt x="144" y="146"/>
                </a:lnTo>
                <a:lnTo>
                  <a:pt x="146" y="145"/>
                </a:lnTo>
                <a:lnTo>
                  <a:pt x="149" y="144"/>
                </a:lnTo>
                <a:lnTo>
                  <a:pt x="151" y="142"/>
                </a:lnTo>
                <a:lnTo>
                  <a:pt x="154" y="141"/>
                </a:lnTo>
                <a:lnTo>
                  <a:pt x="156" y="140"/>
                </a:lnTo>
                <a:lnTo>
                  <a:pt x="158" y="138"/>
                </a:lnTo>
                <a:lnTo>
                  <a:pt x="160" y="137"/>
                </a:lnTo>
                <a:lnTo>
                  <a:pt x="163" y="135"/>
                </a:lnTo>
                <a:lnTo>
                  <a:pt x="165" y="133"/>
                </a:lnTo>
                <a:lnTo>
                  <a:pt x="167" y="132"/>
                </a:lnTo>
                <a:lnTo>
                  <a:pt x="169" y="130"/>
                </a:lnTo>
                <a:lnTo>
                  <a:pt x="170" y="128"/>
                </a:lnTo>
                <a:lnTo>
                  <a:pt x="172" y="126"/>
                </a:lnTo>
                <a:lnTo>
                  <a:pt x="174" y="125"/>
                </a:lnTo>
                <a:lnTo>
                  <a:pt x="177" y="123"/>
                </a:lnTo>
                <a:lnTo>
                  <a:pt x="178" y="120"/>
                </a:lnTo>
                <a:lnTo>
                  <a:pt x="180" y="118"/>
                </a:lnTo>
                <a:lnTo>
                  <a:pt x="181" y="116"/>
                </a:lnTo>
                <a:lnTo>
                  <a:pt x="183" y="114"/>
                </a:lnTo>
                <a:lnTo>
                  <a:pt x="184" y="112"/>
                </a:lnTo>
                <a:lnTo>
                  <a:pt x="185" y="109"/>
                </a:lnTo>
                <a:lnTo>
                  <a:pt x="186" y="107"/>
                </a:lnTo>
                <a:lnTo>
                  <a:pt x="187" y="105"/>
                </a:lnTo>
                <a:lnTo>
                  <a:pt x="188" y="103"/>
                </a:lnTo>
                <a:lnTo>
                  <a:pt x="189" y="101"/>
                </a:lnTo>
                <a:lnTo>
                  <a:pt x="190" y="98"/>
                </a:lnTo>
                <a:lnTo>
                  <a:pt x="190" y="96"/>
                </a:lnTo>
                <a:lnTo>
                  <a:pt x="191" y="94"/>
                </a:lnTo>
                <a:lnTo>
                  <a:pt x="191" y="92"/>
                </a:lnTo>
                <a:lnTo>
                  <a:pt x="192" y="89"/>
                </a:lnTo>
                <a:lnTo>
                  <a:pt x="192" y="87"/>
                </a:lnTo>
                <a:lnTo>
                  <a:pt x="192" y="85"/>
                </a:lnTo>
                <a:lnTo>
                  <a:pt x="193" y="82"/>
                </a:lnTo>
                <a:lnTo>
                  <a:pt x="193" y="80"/>
                </a:lnTo>
                <a:moveTo>
                  <a:pt x="200" y="80"/>
                </a:moveTo>
                <a:lnTo>
                  <a:pt x="199" y="83"/>
                </a:lnTo>
                <a:lnTo>
                  <a:pt x="199" y="85"/>
                </a:lnTo>
                <a:lnTo>
                  <a:pt x="199" y="88"/>
                </a:lnTo>
                <a:lnTo>
                  <a:pt x="199" y="90"/>
                </a:lnTo>
                <a:lnTo>
                  <a:pt x="198" y="93"/>
                </a:lnTo>
                <a:lnTo>
                  <a:pt x="198" y="95"/>
                </a:lnTo>
                <a:lnTo>
                  <a:pt x="197" y="97"/>
                </a:lnTo>
                <a:lnTo>
                  <a:pt x="196" y="100"/>
                </a:lnTo>
                <a:lnTo>
                  <a:pt x="196" y="102"/>
                </a:lnTo>
                <a:lnTo>
                  <a:pt x="195" y="105"/>
                </a:lnTo>
                <a:lnTo>
                  <a:pt x="194" y="107"/>
                </a:lnTo>
                <a:lnTo>
                  <a:pt x="193" y="109"/>
                </a:lnTo>
                <a:lnTo>
                  <a:pt x="191" y="112"/>
                </a:lnTo>
                <a:lnTo>
                  <a:pt x="190" y="114"/>
                </a:lnTo>
                <a:lnTo>
                  <a:pt x="189" y="116"/>
                </a:lnTo>
                <a:lnTo>
                  <a:pt x="187" y="118"/>
                </a:lnTo>
                <a:lnTo>
                  <a:pt x="186" y="121"/>
                </a:lnTo>
                <a:lnTo>
                  <a:pt x="184" y="124"/>
                </a:lnTo>
                <a:lnTo>
                  <a:pt x="182" y="126"/>
                </a:lnTo>
                <a:lnTo>
                  <a:pt x="181" y="128"/>
                </a:lnTo>
                <a:lnTo>
                  <a:pt x="179" y="130"/>
                </a:lnTo>
                <a:lnTo>
                  <a:pt x="177" y="132"/>
                </a:lnTo>
                <a:lnTo>
                  <a:pt x="174" y="134"/>
                </a:lnTo>
                <a:lnTo>
                  <a:pt x="172" y="136"/>
                </a:lnTo>
                <a:lnTo>
                  <a:pt x="169" y="137"/>
                </a:lnTo>
                <a:lnTo>
                  <a:pt x="167" y="139"/>
                </a:lnTo>
                <a:lnTo>
                  <a:pt x="165" y="141"/>
                </a:lnTo>
                <a:lnTo>
                  <a:pt x="163" y="142"/>
                </a:lnTo>
                <a:lnTo>
                  <a:pt x="160" y="144"/>
                </a:lnTo>
                <a:lnTo>
                  <a:pt x="158" y="145"/>
                </a:lnTo>
                <a:lnTo>
                  <a:pt x="155" y="147"/>
                </a:lnTo>
                <a:lnTo>
                  <a:pt x="153" y="148"/>
                </a:lnTo>
                <a:lnTo>
                  <a:pt x="150" y="150"/>
                </a:lnTo>
                <a:lnTo>
                  <a:pt x="147" y="151"/>
                </a:lnTo>
                <a:lnTo>
                  <a:pt x="144" y="152"/>
                </a:lnTo>
                <a:lnTo>
                  <a:pt x="142" y="153"/>
                </a:lnTo>
                <a:lnTo>
                  <a:pt x="139" y="154"/>
                </a:lnTo>
                <a:lnTo>
                  <a:pt x="136" y="155"/>
                </a:lnTo>
                <a:lnTo>
                  <a:pt x="133" y="156"/>
                </a:lnTo>
                <a:lnTo>
                  <a:pt x="130" y="157"/>
                </a:lnTo>
                <a:lnTo>
                  <a:pt x="127" y="158"/>
                </a:lnTo>
                <a:lnTo>
                  <a:pt x="124" y="158"/>
                </a:lnTo>
                <a:lnTo>
                  <a:pt x="121" y="159"/>
                </a:lnTo>
                <a:lnTo>
                  <a:pt x="118" y="159"/>
                </a:lnTo>
                <a:lnTo>
                  <a:pt x="115" y="160"/>
                </a:lnTo>
                <a:lnTo>
                  <a:pt x="112" y="160"/>
                </a:lnTo>
                <a:lnTo>
                  <a:pt x="109" y="160"/>
                </a:lnTo>
                <a:lnTo>
                  <a:pt x="106" y="161"/>
                </a:lnTo>
                <a:lnTo>
                  <a:pt x="102" y="161"/>
                </a:lnTo>
                <a:lnTo>
                  <a:pt x="99" y="161"/>
                </a:lnTo>
                <a:lnTo>
                  <a:pt x="96" y="161"/>
                </a:lnTo>
                <a:lnTo>
                  <a:pt x="93" y="161"/>
                </a:lnTo>
                <a:lnTo>
                  <a:pt x="90" y="160"/>
                </a:lnTo>
                <a:lnTo>
                  <a:pt x="87" y="160"/>
                </a:lnTo>
                <a:lnTo>
                  <a:pt x="84" y="160"/>
                </a:lnTo>
                <a:lnTo>
                  <a:pt x="81" y="159"/>
                </a:lnTo>
                <a:lnTo>
                  <a:pt x="78" y="159"/>
                </a:lnTo>
                <a:lnTo>
                  <a:pt x="75" y="158"/>
                </a:lnTo>
                <a:lnTo>
                  <a:pt x="72" y="158"/>
                </a:lnTo>
                <a:lnTo>
                  <a:pt x="69" y="157"/>
                </a:lnTo>
                <a:lnTo>
                  <a:pt x="66" y="156"/>
                </a:lnTo>
                <a:lnTo>
                  <a:pt x="63" y="155"/>
                </a:lnTo>
                <a:lnTo>
                  <a:pt x="60" y="154"/>
                </a:lnTo>
                <a:lnTo>
                  <a:pt x="57" y="153"/>
                </a:lnTo>
                <a:lnTo>
                  <a:pt x="54" y="152"/>
                </a:lnTo>
                <a:lnTo>
                  <a:pt x="52" y="151"/>
                </a:lnTo>
                <a:lnTo>
                  <a:pt x="49" y="150"/>
                </a:lnTo>
                <a:lnTo>
                  <a:pt x="46" y="148"/>
                </a:lnTo>
                <a:lnTo>
                  <a:pt x="44" y="147"/>
                </a:lnTo>
                <a:lnTo>
                  <a:pt x="41" y="145"/>
                </a:lnTo>
                <a:lnTo>
                  <a:pt x="39" y="144"/>
                </a:lnTo>
                <a:lnTo>
                  <a:pt x="36" y="142"/>
                </a:lnTo>
                <a:lnTo>
                  <a:pt x="34" y="141"/>
                </a:lnTo>
                <a:lnTo>
                  <a:pt x="31" y="139"/>
                </a:lnTo>
                <a:lnTo>
                  <a:pt x="29" y="137"/>
                </a:lnTo>
                <a:lnTo>
                  <a:pt x="27" y="136"/>
                </a:lnTo>
                <a:lnTo>
                  <a:pt x="25" y="134"/>
                </a:lnTo>
                <a:lnTo>
                  <a:pt x="23" y="132"/>
                </a:lnTo>
                <a:lnTo>
                  <a:pt x="21" y="130"/>
                </a:lnTo>
                <a:lnTo>
                  <a:pt x="19" y="128"/>
                </a:lnTo>
                <a:lnTo>
                  <a:pt x="17" y="126"/>
                </a:lnTo>
                <a:lnTo>
                  <a:pt x="16" y="124"/>
                </a:lnTo>
                <a:lnTo>
                  <a:pt x="14" y="121"/>
                </a:lnTo>
                <a:lnTo>
                  <a:pt x="12" y="118"/>
                </a:lnTo>
                <a:lnTo>
                  <a:pt x="11" y="116"/>
                </a:lnTo>
                <a:lnTo>
                  <a:pt x="10" y="114"/>
                </a:lnTo>
                <a:lnTo>
                  <a:pt x="8" y="112"/>
                </a:lnTo>
                <a:lnTo>
                  <a:pt x="7" y="109"/>
                </a:lnTo>
                <a:lnTo>
                  <a:pt x="6" y="107"/>
                </a:lnTo>
                <a:lnTo>
                  <a:pt x="5" y="105"/>
                </a:lnTo>
                <a:lnTo>
                  <a:pt x="4" y="102"/>
                </a:lnTo>
                <a:lnTo>
                  <a:pt x="3" y="100"/>
                </a:lnTo>
                <a:lnTo>
                  <a:pt x="3" y="97"/>
                </a:lnTo>
                <a:lnTo>
                  <a:pt x="2" y="95"/>
                </a:lnTo>
                <a:lnTo>
                  <a:pt x="1" y="93"/>
                </a:lnTo>
                <a:lnTo>
                  <a:pt x="1" y="90"/>
                </a:lnTo>
                <a:lnTo>
                  <a:pt x="1" y="88"/>
                </a:lnTo>
                <a:lnTo>
                  <a:pt x="0" y="85"/>
                </a:lnTo>
                <a:lnTo>
                  <a:pt x="0" y="83"/>
                </a:lnTo>
                <a:lnTo>
                  <a:pt x="0" y="80"/>
                </a:lnTo>
                <a:lnTo>
                  <a:pt x="0" y="78"/>
                </a:lnTo>
                <a:lnTo>
                  <a:pt x="0" y="75"/>
                </a:lnTo>
                <a:lnTo>
                  <a:pt x="1" y="73"/>
                </a:lnTo>
                <a:lnTo>
                  <a:pt x="1" y="70"/>
                </a:lnTo>
                <a:lnTo>
                  <a:pt x="1" y="68"/>
                </a:lnTo>
                <a:lnTo>
                  <a:pt x="2" y="65"/>
                </a:lnTo>
                <a:lnTo>
                  <a:pt x="3" y="63"/>
                </a:lnTo>
                <a:lnTo>
                  <a:pt x="3" y="60"/>
                </a:lnTo>
                <a:lnTo>
                  <a:pt x="4" y="58"/>
                </a:lnTo>
                <a:lnTo>
                  <a:pt x="5" y="55"/>
                </a:lnTo>
                <a:lnTo>
                  <a:pt x="6" y="53"/>
                </a:lnTo>
                <a:lnTo>
                  <a:pt x="7" y="51"/>
                </a:lnTo>
                <a:lnTo>
                  <a:pt x="8" y="48"/>
                </a:lnTo>
                <a:lnTo>
                  <a:pt x="10" y="46"/>
                </a:lnTo>
                <a:lnTo>
                  <a:pt x="11" y="44"/>
                </a:lnTo>
                <a:lnTo>
                  <a:pt x="12" y="42"/>
                </a:lnTo>
                <a:lnTo>
                  <a:pt x="14" y="40"/>
                </a:lnTo>
                <a:lnTo>
                  <a:pt x="16" y="37"/>
                </a:lnTo>
                <a:lnTo>
                  <a:pt x="17" y="35"/>
                </a:lnTo>
                <a:lnTo>
                  <a:pt x="19" y="33"/>
                </a:lnTo>
                <a:lnTo>
                  <a:pt x="21" y="31"/>
                </a:lnTo>
                <a:lnTo>
                  <a:pt x="23" y="29"/>
                </a:lnTo>
                <a:lnTo>
                  <a:pt x="25" y="27"/>
                </a:lnTo>
                <a:lnTo>
                  <a:pt x="27" y="26"/>
                </a:lnTo>
                <a:lnTo>
                  <a:pt x="29" y="24"/>
                </a:lnTo>
                <a:lnTo>
                  <a:pt x="31" y="22"/>
                </a:lnTo>
                <a:lnTo>
                  <a:pt x="34" y="20"/>
                </a:lnTo>
                <a:lnTo>
                  <a:pt x="36" y="19"/>
                </a:lnTo>
                <a:lnTo>
                  <a:pt x="39" y="17"/>
                </a:lnTo>
                <a:lnTo>
                  <a:pt x="41" y="16"/>
                </a:lnTo>
                <a:lnTo>
                  <a:pt x="44" y="14"/>
                </a:lnTo>
                <a:lnTo>
                  <a:pt x="46" y="13"/>
                </a:lnTo>
                <a:lnTo>
                  <a:pt x="49" y="12"/>
                </a:lnTo>
                <a:lnTo>
                  <a:pt x="52" y="10"/>
                </a:lnTo>
                <a:lnTo>
                  <a:pt x="54" y="9"/>
                </a:lnTo>
                <a:lnTo>
                  <a:pt x="57" y="8"/>
                </a:lnTo>
                <a:lnTo>
                  <a:pt x="60" y="7"/>
                </a:lnTo>
                <a:lnTo>
                  <a:pt x="63" y="6"/>
                </a:lnTo>
                <a:lnTo>
                  <a:pt x="66" y="5"/>
                </a:lnTo>
                <a:lnTo>
                  <a:pt x="69" y="4"/>
                </a:lnTo>
                <a:lnTo>
                  <a:pt x="72" y="4"/>
                </a:lnTo>
                <a:lnTo>
                  <a:pt x="75" y="3"/>
                </a:lnTo>
                <a:lnTo>
                  <a:pt x="78" y="2"/>
                </a:lnTo>
                <a:lnTo>
                  <a:pt x="81" y="2"/>
                </a:lnTo>
                <a:lnTo>
                  <a:pt x="84" y="1"/>
                </a:lnTo>
                <a:lnTo>
                  <a:pt x="87" y="1"/>
                </a:lnTo>
                <a:lnTo>
                  <a:pt x="90" y="1"/>
                </a:lnTo>
                <a:lnTo>
                  <a:pt x="93" y="1"/>
                </a:lnTo>
                <a:lnTo>
                  <a:pt x="96" y="0"/>
                </a:lnTo>
                <a:lnTo>
                  <a:pt x="99" y="0"/>
                </a:lnTo>
                <a:lnTo>
                  <a:pt x="102" y="0"/>
                </a:lnTo>
                <a:lnTo>
                  <a:pt x="106" y="1"/>
                </a:lnTo>
                <a:lnTo>
                  <a:pt x="109" y="1"/>
                </a:lnTo>
                <a:lnTo>
                  <a:pt x="112" y="1"/>
                </a:lnTo>
                <a:lnTo>
                  <a:pt x="115" y="1"/>
                </a:lnTo>
                <a:lnTo>
                  <a:pt x="118" y="2"/>
                </a:lnTo>
                <a:lnTo>
                  <a:pt x="121" y="2"/>
                </a:lnTo>
                <a:lnTo>
                  <a:pt x="124" y="3"/>
                </a:lnTo>
                <a:lnTo>
                  <a:pt x="127" y="4"/>
                </a:lnTo>
                <a:lnTo>
                  <a:pt x="130" y="4"/>
                </a:lnTo>
                <a:lnTo>
                  <a:pt x="133" y="5"/>
                </a:lnTo>
                <a:lnTo>
                  <a:pt x="136" y="6"/>
                </a:lnTo>
                <a:lnTo>
                  <a:pt x="139" y="7"/>
                </a:lnTo>
                <a:lnTo>
                  <a:pt x="142" y="8"/>
                </a:lnTo>
                <a:lnTo>
                  <a:pt x="144" y="9"/>
                </a:lnTo>
                <a:lnTo>
                  <a:pt x="147" y="10"/>
                </a:lnTo>
                <a:lnTo>
                  <a:pt x="150" y="12"/>
                </a:lnTo>
                <a:lnTo>
                  <a:pt x="153" y="13"/>
                </a:lnTo>
                <a:lnTo>
                  <a:pt x="155" y="14"/>
                </a:lnTo>
                <a:lnTo>
                  <a:pt x="158" y="16"/>
                </a:lnTo>
                <a:lnTo>
                  <a:pt x="160" y="17"/>
                </a:lnTo>
                <a:lnTo>
                  <a:pt x="163" y="19"/>
                </a:lnTo>
                <a:lnTo>
                  <a:pt x="165" y="20"/>
                </a:lnTo>
                <a:lnTo>
                  <a:pt x="167" y="22"/>
                </a:lnTo>
                <a:lnTo>
                  <a:pt x="169" y="24"/>
                </a:lnTo>
                <a:lnTo>
                  <a:pt x="172" y="26"/>
                </a:lnTo>
                <a:lnTo>
                  <a:pt x="174" y="27"/>
                </a:lnTo>
                <a:lnTo>
                  <a:pt x="177" y="29"/>
                </a:lnTo>
                <a:lnTo>
                  <a:pt x="179" y="31"/>
                </a:lnTo>
                <a:lnTo>
                  <a:pt x="181" y="33"/>
                </a:lnTo>
                <a:lnTo>
                  <a:pt x="182" y="35"/>
                </a:lnTo>
                <a:lnTo>
                  <a:pt x="184" y="37"/>
                </a:lnTo>
                <a:lnTo>
                  <a:pt x="186" y="40"/>
                </a:lnTo>
                <a:lnTo>
                  <a:pt x="187" y="42"/>
                </a:lnTo>
                <a:lnTo>
                  <a:pt x="189" y="44"/>
                </a:lnTo>
                <a:lnTo>
                  <a:pt x="190" y="46"/>
                </a:lnTo>
                <a:lnTo>
                  <a:pt x="191" y="48"/>
                </a:lnTo>
                <a:lnTo>
                  <a:pt x="193" y="51"/>
                </a:lnTo>
                <a:lnTo>
                  <a:pt x="194" y="53"/>
                </a:lnTo>
                <a:lnTo>
                  <a:pt x="195" y="55"/>
                </a:lnTo>
                <a:lnTo>
                  <a:pt x="196" y="58"/>
                </a:lnTo>
                <a:lnTo>
                  <a:pt x="196" y="60"/>
                </a:lnTo>
                <a:lnTo>
                  <a:pt x="197" y="63"/>
                </a:lnTo>
                <a:lnTo>
                  <a:pt x="198" y="65"/>
                </a:lnTo>
                <a:lnTo>
                  <a:pt x="198" y="68"/>
                </a:lnTo>
                <a:lnTo>
                  <a:pt x="199" y="70"/>
                </a:lnTo>
                <a:lnTo>
                  <a:pt x="199" y="73"/>
                </a:lnTo>
                <a:lnTo>
                  <a:pt x="199" y="75"/>
                </a:lnTo>
                <a:lnTo>
                  <a:pt x="199" y="78"/>
                </a:lnTo>
                <a:lnTo>
                  <a:pt x="200" y="80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6" name=""/>
          <p:cNvSpPr/>
          <p:nvPr/>
        </p:nvSpPr>
        <p:spPr>
          <a:xfrm>
            <a:off x="2823120" y="1816200"/>
            <a:ext cx="73440" cy="59040"/>
          </a:xfrm>
          <a:custGeom>
            <a:avLst/>
            <a:gdLst/>
            <a:ahLst/>
            <a:rect l="0" t="0" r="r" b="b"/>
            <a:pathLst>
              <a:path w="204" h="164">
                <a:moveTo>
                  <a:pt x="202" y="82"/>
                </a:moveTo>
                <a:lnTo>
                  <a:pt x="201" y="80"/>
                </a:lnTo>
                <a:lnTo>
                  <a:pt x="201" y="77"/>
                </a:lnTo>
                <a:lnTo>
                  <a:pt x="201" y="75"/>
                </a:lnTo>
                <a:lnTo>
                  <a:pt x="201" y="72"/>
                </a:lnTo>
                <a:lnTo>
                  <a:pt x="200" y="70"/>
                </a:lnTo>
                <a:lnTo>
                  <a:pt x="200" y="67"/>
                </a:lnTo>
                <a:lnTo>
                  <a:pt x="199" y="65"/>
                </a:lnTo>
                <a:lnTo>
                  <a:pt x="198" y="62"/>
                </a:lnTo>
                <a:lnTo>
                  <a:pt x="198" y="60"/>
                </a:lnTo>
                <a:lnTo>
                  <a:pt x="197" y="56"/>
                </a:lnTo>
                <a:lnTo>
                  <a:pt x="196" y="54"/>
                </a:lnTo>
                <a:lnTo>
                  <a:pt x="195" y="52"/>
                </a:lnTo>
                <a:lnTo>
                  <a:pt x="193" y="49"/>
                </a:lnTo>
                <a:lnTo>
                  <a:pt x="192" y="47"/>
                </a:lnTo>
                <a:lnTo>
                  <a:pt x="191" y="45"/>
                </a:lnTo>
                <a:lnTo>
                  <a:pt x="189" y="43"/>
                </a:lnTo>
                <a:lnTo>
                  <a:pt x="188" y="41"/>
                </a:lnTo>
                <a:lnTo>
                  <a:pt x="186" y="38"/>
                </a:lnTo>
                <a:lnTo>
                  <a:pt x="184" y="36"/>
                </a:lnTo>
                <a:lnTo>
                  <a:pt x="183" y="34"/>
                </a:lnTo>
                <a:lnTo>
                  <a:pt x="181" y="32"/>
                </a:lnTo>
                <a:lnTo>
                  <a:pt x="179" y="30"/>
                </a:lnTo>
                <a:lnTo>
                  <a:pt x="176" y="28"/>
                </a:lnTo>
                <a:lnTo>
                  <a:pt x="174" y="27"/>
                </a:lnTo>
                <a:lnTo>
                  <a:pt x="171" y="25"/>
                </a:lnTo>
                <a:lnTo>
                  <a:pt x="169" y="23"/>
                </a:lnTo>
                <a:lnTo>
                  <a:pt x="167" y="21"/>
                </a:lnTo>
                <a:lnTo>
                  <a:pt x="165" y="20"/>
                </a:lnTo>
                <a:lnTo>
                  <a:pt x="162" y="18"/>
                </a:lnTo>
                <a:lnTo>
                  <a:pt x="160" y="17"/>
                </a:lnTo>
                <a:lnTo>
                  <a:pt x="157" y="15"/>
                </a:lnTo>
                <a:lnTo>
                  <a:pt x="155" y="14"/>
                </a:lnTo>
                <a:lnTo>
                  <a:pt x="152" y="13"/>
                </a:lnTo>
                <a:lnTo>
                  <a:pt x="149" y="11"/>
                </a:lnTo>
                <a:lnTo>
                  <a:pt x="146" y="10"/>
                </a:lnTo>
                <a:lnTo>
                  <a:pt x="144" y="9"/>
                </a:lnTo>
                <a:lnTo>
                  <a:pt x="141" y="8"/>
                </a:lnTo>
                <a:lnTo>
                  <a:pt x="138" y="7"/>
                </a:lnTo>
                <a:lnTo>
                  <a:pt x="135" y="6"/>
                </a:lnTo>
                <a:lnTo>
                  <a:pt x="132" y="5"/>
                </a:lnTo>
                <a:lnTo>
                  <a:pt x="129" y="5"/>
                </a:lnTo>
                <a:lnTo>
                  <a:pt x="126" y="4"/>
                </a:lnTo>
                <a:lnTo>
                  <a:pt x="123" y="3"/>
                </a:lnTo>
                <a:lnTo>
                  <a:pt x="120" y="3"/>
                </a:lnTo>
                <a:lnTo>
                  <a:pt x="117" y="2"/>
                </a:lnTo>
                <a:lnTo>
                  <a:pt x="114" y="2"/>
                </a:lnTo>
                <a:lnTo>
                  <a:pt x="111" y="2"/>
                </a:lnTo>
                <a:lnTo>
                  <a:pt x="108" y="2"/>
                </a:lnTo>
                <a:lnTo>
                  <a:pt x="104" y="1"/>
                </a:lnTo>
                <a:lnTo>
                  <a:pt x="101" y="1"/>
                </a:lnTo>
                <a:lnTo>
                  <a:pt x="98" y="1"/>
                </a:lnTo>
                <a:lnTo>
                  <a:pt x="95" y="2"/>
                </a:lnTo>
                <a:lnTo>
                  <a:pt x="92" y="2"/>
                </a:lnTo>
                <a:lnTo>
                  <a:pt x="89" y="2"/>
                </a:lnTo>
                <a:lnTo>
                  <a:pt x="86" y="2"/>
                </a:lnTo>
                <a:lnTo>
                  <a:pt x="83" y="3"/>
                </a:lnTo>
                <a:lnTo>
                  <a:pt x="80" y="3"/>
                </a:lnTo>
                <a:lnTo>
                  <a:pt x="77" y="4"/>
                </a:lnTo>
                <a:lnTo>
                  <a:pt x="74" y="5"/>
                </a:lnTo>
                <a:lnTo>
                  <a:pt x="71" y="5"/>
                </a:lnTo>
                <a:lnTo>
                  <a:pt x="68" y="6"/>
                </a:lnTo>
                <a:lnTo>
                  <a:pt x="65" y="7"/>
                </a:lnTo>
                <a:lnTo>
                  <a:pt x="62" y="8"/>
                </a:lnTo>
                <a:lnTo>
                  <a:pt x="59" y="9"/>
                </a:lnTo>
                <a:lnTo>
                  <a:pt x="56" y="10"/>
                </a:lnTo>
                <a:lnTo>
                  <a:pt x="54" y="11"/>
                </a:lnTo>
                <a:lnTo>
                  <a:pt x="51" y="13"/>
                </a:lnTo>
                <a:lnTo>
                  <a:pt x="48" y="14"/>
                </a:lnTo>
                <a:lnTo>
                  <a:pt x="46" y="15"/>
                </a:lnTo>
                <a:lnTo>
                  <a:pt x="43" y="17"/>
                </a:lnTo>
                <a:lnTo>
                  <a:pt x="41" y="18"/>
                </a:lnTo>
                <a:lnTo>
                  <a:pt x="38" y="20"/>
                </a:lnTo>
                <a:lnTo>
                  <a:pt x="36" y="21"/>
                </a:lnTo>
                <a:lnTo>
                  <a:pt x="33" y="23"/>
                </a:lnTo>
                <a:lnTo>
                  <a:pt x="31" y="25"/>
                </a:lnTo>
                <a:lnTo>
                  <a:pt x="29" y="27"/>
                </a:lnTo>
                <a:lnTo>
                  <a:pt x="27" y="28"/>
                </a:lnTo>
                <a:lnTo>
                  <a:pt x="25" y="30"/>
                </a:lnTo>
                <a:lnTo>
                  <a:pt x="23" y="32"/>
                </a:lnTo>
                <a:lnTo>
                  <a:pt x="21" y="34"/>
                </a:lnTo>
                <a:lnTo>
                  <a:pt x="19" y="36"/>
                </a:lnTo>
                <a:lnTo>
                  <a:pt x="18" y="38"/>
                </a:lnTo>
                <a:lnTo>
                  <a:pt x="16" y="41"/>
                </a:lnTo>
                <a:lnTo>
                  <a:pt x="14" y="43"/>
                </a:lnTo>
                <a:lnTo>
                  <a:pt x="13" y="45"/>
                </a:lnTo>
                <a:lnTo>
                  <a:pt x="12" y="47"/>
                </a:lnTo>
                <a:lnTo>
                  <a:pt x="10" y="49"/>
                </a:lnTo>
                <a:lnTo>
                  <a:pt x="9" y="52"/>
                </a:lnTo>
                <a:lnTo>
                  <a:pt x="8" y="54"/>
                </a:lnTo>
                <a:lnTo>
                  <a:pt x="7" y="56"/>
                </a:lnTo>
                <a:lnTo>
                  <a:pt x="6" y="60"/>
                </a:lnTo>
                <a:lnTo>
                  <a:pt x="5" y="62"/>
                </a:lnTo>
                <a:lnTo>
                  <a:pt x="5" y="65"/>
                </a:lnTo>
                <a:lnTo>
                  <a:pt x="4" y="67"/>
                </a:lnTo>
                <a:lnTo>
                  <a:pt x="3" y="70"/>
                </a:lnTo>
                <a:lnTo>
                  <a:pt x="3" y="72"/>
                </a:lnTo>
                <a:lnTo>
                  <a:pt x="3" y="75"/>
                </a:lnTo>
                <a:lnTo>
                  <a:pt x="2" y="77"/>
                </a:lnTo>
                <a:lnTo>
                  <a:pt x="2" y="80"/>
                </a:lnTo>
                <a:lnTo>
                  <a:pt x="2" y="82"/>
                </a:lnTo>
                <a:lnTo>
                  <a:pt x="2" y="85"/>
                </a:lnTo>
                <a:lnTo>
                  <a:pt x="2" y="87"/>
                </a:lnTo>
                <a:lnTo>
                  <a:pt x="3" y="90"/>
                </a:lnTo>
                <a:lnTo>
                  <a:pt x="3" y="92"/>
                </a:lnTo>
                <a:lnTo>
                  <a:pt x="3" y="95"/>
                </a:lnTo>
                <a:lnTo>
                  <a:pt x="4" y="97"/>
                </a:lnTo>
                <a:lnTo>
                  <a:pt x="5" y="99"/>
                </a:lnTo>
                <a:lnTo>
                  <a:pt x="5" y="102"/>
                </a:lnTo>
                <a:lnTo>
                  <a:pt x="6" y="104"/>
                </a:lnTo>
                <a:lnTo>
                  <a:pt x="7" y="107"/>
                </a:lnTo>
                <a:lnTo>
                  <a:pt x="8" y="109"/>
                </a:lnTo>
                <a:lnTo>
                  <a:pt x="9" y="111"/>
                </a:lnTo>
                <a:lnTo>
                  <a:pt x="10" y="114"/>
                </a:lnTo>
                <a:lnTo>
                  <a:pt x="12" y="116"/>
                </a:lnTo>
                <a:lnTo>
                  <a:pt x="13" y="118"/>
                </a:lnTo>
                <a:lnTo>
                  <a:pt x="14" y="120"/>
                </a:lnTo>
                <a:lnTo>
                  <a:pt x="16" y="123"/>
                </a:lnTo>
                <a:lnTo>
                  <a:pt x="18" y="125"/>
                </a:lnTo>
                <a:lnTo>
                  <a:pt x="19" y="127"/>
                </a:lnTo>
                <a:lnTo>
                  <a:pt x="21" y="129"/>
                </a:lnTo>
                <a:lnTo>
                  <a:pt x="23" y="131"/>
                </a:lnTo>
                <a:lnTo>
                  <a:pt x="25" y="133"/>
                </a:lnTo>
                <a:lnTo>
                  <a:pt x="27" y="135"/>
                </a:lnTo>
                <a:lnTo>
                  <a:pt x="29" y="137"/>
                </a:lnTo>
                <a:lnTo>
                  <a:pt x="31" y="138"/>
                </a:lnTo>
                <a:lnTo>
                  <a:pt x="33" y="140"/>
                </a:lnTo>
                <a:lnTo>
                  <a:pt x="36" y="142"/>
                </a:lnTo>
                <a:lnTo>
                  <a:pt x="38" y="143"/>
                </a:lnTo>
                <a:lnTo>
                  <a:pt x="41" y="145"/>
                </a:lnTo>
                <a:lnTo>
                  <a:pt x="43" y="146"/>
                </a:lnTo>
                <a:lnTo>
                  <a:pt x="46" y="148"/>
                </a:lnTo>
                <a:lnTo>
                  <a:pt x="48" y="149"/>
                </a:lnTo>
                <a:lnTo>
                  <a:pt x="51" y="151"/>
                </a:lnTo>
                <a:lnTo>
                  <a:pt x="54" y="152"/>
                </a:lnTo>
                <a:lnTo>
                  <a:pt x="56" y="153"/>
                </a:lnTo>
                <a:lnTo>
                  <a:pt x="59" y="154"/>
                </a:lnTo>
                <a:lnTo>
                  <a:pt x="62" y="155"/>
                </a:lnTo>
                <a:lnTo>
                  <a:pt x="65" y="156"/>
                </a:lnTo>
                <a:lnTo>
                  <a:pt x="68" y="157"/>
                </a:lnTo>
                <a:lnTo>
                  <a:pt x="71" y="158"/>
                </a:lnTo>
                <a:lnTo>
                  <a:pt x="74" y="159"/>
                </a:lnTo>
                <a:lnTo>
                  <a:pt x="77" y="159"/>
                </a:lnTo>
                <a:lnTo>
                  <a:pt x="80" y="160"/>
                </a:lnTo>
                <a:lnTo>
                  <a:pt x="83" y="160"/>
                </a:lnTo>
                <a:lnTo>
                  <a:pt x="86" y="161"/>
                </a:lnTo>
                <a:lnTo>
                  <a:pt x="89" y="161"/>
                </a:lnTo>
                <a:lnTo>
                  <a:pt x="92" y="161"/>
                </a:lnTo>
                <a:lnTo>
                  <a:pt x="95" y="162"/>
                </a:lnTo>
                <a:lnTo>
                  <a:pt x="98" y="162"/>
                </a:lnTo>
                <a:lnTo>
                  <a:pt x="101" y="162"/>
                </a:lnTo>
                <a:lnTo>
                  <a:pt x="104" y="162"/>
                </a:lnTo>
                <a:lnTo>
                  <a:pt x="108" y="162"/>
                </a:lnTo>
                <a:lnTo>
                  <a:pt x="111" y="161"/>
                </a:lnTo>
                <a:lnTo>
                  <a:pt x="114" y="161"/>
                </a:lnTo>
                <a:lnTo>
                  <a:pt x="117" y="161"/>
                </a:lnTo>
                <a:lnTo>
                  <a:pt x="120" y="160"/>
                </a:lnTo>
                <a:lnTo>
                  <a:pt x="123" y="160"/>
                </a:lnTo>
                <a:lnTo>
                  <a:pt x="126" y="159"/>
                </a:lnTo>
                <a:lnTo>
                  <a:pt x="129" y="159"/>
                </a:lnTo>
                <a:lnTo>
                  <a:pt x="132" y="158"/>
                </a:lnTo>
                <a:lnTo>
                  <a:pt x="135" y="157"/>
                </a:lnTo>
                <a:lnTo>
                  <a:pt x="138" y="156"/>
                </a:lnTo>
                <a:lnTo>
                  <a:pt x="141" y="155"/>
                </a:lnTo>
                <a:lnTo>
                  <a:pt x="144" y="154"/>
                </a:lnTo>
                <a:lnTo>
                  <a:pt x="146" y="153"/>
                </a:lnTo>
                <a:lnTo>
                  <a:pt x="149" y="152"/>
                </a:lnTo>
                <a:lnTo>
                  <a:pt x="152" y="151"/>
                </a:lnTo>
                <a:lnTo>
                  <a:pt x="155" y="149"/>
                </a:lnTo>
                <a:lnTo>
                  <a:pt x="157" y="148"/>
                </a:lnTo>
                <a:lnTo>
                  <a:pt x="160" y="146"/>
                </a:lnTo>
                <a:lnTo>
                  <a:pt x="162" y="145"/>
                </a:lnTo>
                <a:lnTo>
                  <a:pt x="165" y="143"/>
                </a:lnTo>
                <a:lnTo>
                  <a:pt x="167" y="142"/>
                </a:lnTo>
                <a:lnTo>
                  <a:pt x="169" y="140"/>
                </a:lnTo>
                <a:lnTo>
                  <a:pt x="171" y="138"/>
                </a:lnTo>
                <a:lnTo>
                  <a:pt x="174" y="137"/>
                </a:lnTo>
                <a:lnTo>
                  <a:pt x="176" y="135"/>
                </a:lnTo>
                <a:lnTo>
                  <a:pt x="179" y="133"/>
                </a:lnTo>
                <a:lnTo>
                  <a:pt x="181" y="131"/>
                </a:lnTo>
                <a:lnTo>
                  <a:pt x="183" y="129"/>
                </a:lnTo>
                <a:lnTo>
                  <a:pt x="184" y="127"/>
                </a:lnTo>
                <a:lnTo>
                  <a:pt x="186" y="125"/>
                </a:lnTo>
                <a:lnTo>
                  <a:pt x="188" y="123"/>
                </a:lnTo>
                <a:lnTo>
                  <a:pt x="189" y="120"/>
                </a:lnTo>
                <a:lnTo>
                  <a:pt x="191" y="118"/>
                </a:lnTo>
                <a:lnTo>
                  <a:pt x="192" y="116"/>
                </a:lnTo>
                <a:lnTo>
                  <a:pt x="193" y="114"/>
                </a:lnTo>
                <a:lnTo>
                  <a:pt x="195" y="111"/>
                </a:lnTo>
                <a:lnTo>
                  <a:pt x="196" y="109"/>
                </a:lnTo>
                <a:lnTo>
                  <a:pt x="197" y="107"/>
                </a:lnTo>
                <a:lnTo>
                  <a:pt x="198" y="104"/>
                </a:lnTo>
                <a:lnTo>
                  <a:pt x="198" y="102"/>
                </a:lnTo>
                <a:lnTo>
                  <a:pt x="199" y="99"/>
                </a:lnTo>
                <a:lnTo>
                  <a:pt x="200" y="97"/>
                </a:lnTo>
                <a:lnTo>
                  <a:pt x="200" y="95"/>
                </a:lnTo>
                <a:lnTo>
                  <a:pt x="201" y="92"/>
                </a:lnTo>
                <a:lnTo>
                  <a:pt x="201" y="90"/>
                </a:lnTo>
                <a:lnTo>
                  <a:pt x="201" y="87"/>
                </a:lnTo>
                <a:lnTo>
                  <a:pt x="201" y="85"/>
                </a:lnTo>
                <a:lnTo>
                  <a:pt x="202" y="82"/>
                </a:lnTo>
                <a:moveTo>
                  <a:pt x="204" y="82"/>
                </a:moveTo>
                <a:lnTo>
                  <a:pt x="204" y="85"/>
                </a:lnTo>
                <a:lnTo>
                  <a:pt x="204" y="87"/>
                </a:lnTo>
                <a:lnTo>
                  <a:pt x="203" y="90"/>
                </a:lnTo>
                <a:lnTo>
                  <a:pt x="203" y="92"/>
                </a:lnTo>
                <a:lnTo>
                  <a:pt x="203" y="95"/>
                </a:lnTo>
                <a:lnTo>
                  <a:pt x="202" y="97"/>
                </a:lnTo>
                <a:lnTo>
                  <a:pt x="201" y="100"/>
                </a:lnTo>
                <a:lnTo>
                  <a:pt x="201" y="102"/>
                </a:lnTo>
                <a:lnTo>
                  <a:pt x="200" y="105"/>
                </a:lnTo>
                <a:lnTo>
                  <a:pt x="199" y="107"/>
                </a:lnTo>
                <a:lnTo>
                  <a:pt x="198" y="110"/>
                </a:lnTo>
                <a:lnTo>
                  <a:pt x="197" y="112"/>
                </a:lnTo>
                <a:lnTo>
                  <a:pt x="196" y="114"/>
                </a:lnTo>
                <a:lnTo>
                  <a:pt x="194" y="117"/>
                </a:lnTo>
                <a:lnTo>
                  <a:pt x="193" y="119"/>
                </a:lnTo>
                <a:lnTo>
                  <a:pt x="191" y="121"/>
                </a:lnTo>
                <a:lnTo>
                  <a:pt x="190" y="124"/>
                </a:lnTo>
                <a:lnTo>
                  <a:pt x="188" y="126"/>
                </a:lnTo>
                <a:lnTo>
                  <a:pt x="186" y="128"/>
                </a:lnTo>
                <a:lnTo>
                  <a:pt x="184" y="130"/>
                </a:lnTo>
                <a:lnTo>
                  <a:pt x="183" y="132"/>
                </a:lnTo>
                <a:lnTo>
                  <a:pt x="181" y="134"/>
                </a:lnTo>
                <a:lnTo>
                  <a:pt x="178" y="136"/>
                </a:lnTo>
                <a:lnTo>
                  <a:pt x="175" y="138"/>
                </a:lnTo>
                <a:lnTo>
                  <a:pt x="173" y="140"/>
                </a:lnTo>
                <a:lnTo>
                  <a:pt x="171" y="141"/>
                </a:lnTo>
                <a:lnTo>
                  <a:pt x="168" y="143"/>
                </a:lnTo>
                <a:lnTo>
                  <a:pt x="166" y="145"/>
                </a:lnTo>
                <a:lnTo>
                  <a:pt x="164" y="146"/>
                </a:lnTo>
                <a:lnTo>
                  <a:pt x="161" y="148"/>
                </a:lnTo>
                <a:lnTo>
                  <a:pt x="158" y="149"/>
                </a:lnTo>
                <a:lnTo>
                  <a:pt x="156" y="151"/>
                </a:lnTo>
                <a:lnTo>
                  <a:pt x="153" y="152"/>
                </a:lnTo>
                <a:lnTo>
                  <a:pt x="150" y="153"/>
                </a:lnTo>
                <a:lnTo>
                  <a:pt x="147" y="155"/>
                </a:lnTo>
                <a:lnTo>
                  <a:pt x="145" y="156"/>
                </a:lnTo>
                <a:lnTo>
                  <a:pt x="142" y="157"/>
                </a:lnTo>
                <a:lnTo>
                  <a:pt x="139" y="158"/>
                </a:lnTo>
                <a:lnTo>
                  <a:pt x="136" y="159"/>
                </a:lnTo>
                <a:lnTo>
                  <a:pt x="133" y="160"/>
                </a:lnTo>
                <a:lnTo>
                  <a:pt x="130" y="160"/>
                </a:lnTo>
                <a:lnTo>
                  <a:pt x="127" y="161"/>
                </a:lnTo>
                <a:lnTo>
                  <a:pt x="123" y="162"/>
                </a:lnTo>
                <a:lnTo>
                  <a:pt x="120" y="162"/>
                </a:lnTo>
                <a:lnTo>
                  <a:pt x="117" y="163"/>
                </a:lnTo>
                <a:lnTo>
                  <a:pt x="114" y="163"/>
                </a:lnTo>
                <a:lnTo>
                  <a:pt x="111" y="163"/>
                </a:lnTo>
                <a:lnTo>
                  <a:pt x="108" y="163"/>
                </a:lnTo>
                <a:lnTo>
                  <a:pt x="105" y="164"/>
                </a:lnTo>
                <a:lnTo>
                  <a:pt x="101" y="164"/>
                </a:lnTo>
                <a:lnTo>
                  <a:pt x="98" y="164"/>
                </a:lnTo>
                <a:lnTo>
                  <a:pt x="95" y="163"/>
                </a:lnTo>
                <a:lnTo>
                  <a:pt x="92" y="163"/>
                </a:lnTo>
                <a:lnTo>
                  <a:pt x="89" y="163"/>
                </a:lnTo>
                <a:lnTo>
                  <a:pt x="85" y="163"/>
                </a:lnTo>
                <a:lnTo>
                  <a:pt x="82" y="162"/>
                </a:lnTo>
                <a:lnTo>
                  <a:pt x="79" y="162"/>
                </a:lnTo>
                <a:lnTo>
                  <a:pt x="76" y="161"/>
                </a:lnTo>
                <a:lnTo>
                  <a:pt x="73" y="160"/>
                </a:lnTo>
                <a:lnTo>
                  <a:pt x="70" y="160"/>
                </a:lnTo>
                <a:lnTo>
                  <a:pt x="67" y="159"/>
                </a:lnTo>
                <a:lnTo>
                  <a:pt x="64" y="158"/>
                </a:lnTo>
                <a:lnTo>
                  <a:pt x="61" y="157"/>
                </a:lnTo>
                <a:lnTo>
                  <a:pt x="58" y="156"/>
                </a:lnTo>
                <a:lnTo>
                  <a:pt x="55" y="155"/>
                </a:lnTo>
                <a:lnTo>
                  <a:pt x="52" y="153"/>
                </a:lnTo>
                <a:lnTo>
                  <a:pt x="50" y="152"/>
                </a:lnTo>
                <a:lnTo>
                  <a:pt x="47" y="151"/>
                </a:lnTo>
                <a:lnTo>
                  <a:pt x="44" y="149"/>
                </a:lnTo>
                <a:lnTo>
                  <a:pt x="42" y="148"/>
                </a:lnTo>
                <a:lnTo>
                  <a:pt x="39" y="146"/>
                </a:lnTo>
                <a:lnTo>
                  <a:pt x="37" y="145"/>
                </a:lnTo>
                <a:lnTo>
                  <a:pt x="34" y="143"/>
                </a:lnTo>
                <a:lnTo>
                  <a:pt x="32" y="141"/>
                </a:lnTo>
                <a:lnTo>
                  <a:pt x="30" y="140"/>
                </a:lnTo>
                <a:lnTo>
                  <a:pt x="27" y="138"/>
                </a:lnTo>
                <a:lnTo>
                  <a:pt x="25" y="136"/>
                </a:lnTo>
                <a:lnTo>
                  <a:pt x="23" y="134"/>
                </a:lnTo>
                <a:lnTo>
                  <a:pt x="21" y="132"/>
                </a:lnTo>
                <a:lnTo>
                  <a:pt x="19" y="130"/>
                </a:lnTo>
                <a:lnTo>
                  <a:pt x="17" y="128"/>
                </a:lnTo>
                <a:lnTo>
                  <a:pt x="16" y="126"/>
                </a:lnTo>
                <a:lnTo>
                  <a:pt x="14" y="124"/>
                </a:lnTo>
                <a:lnTo>
                  <a:pt x="12" y="121"/>
                </a:lnTo>
                <a:lnTo>
                  <a:pt x="11" y="119"/>
                </a:lnTo>
                <a:lnTo>
                  <a:pt x="10" y="117"/>
                </a:lnTo>
                <a:lnTo>
                  <a:pt x="8" y="114"/>
                </a:lnTo>
                <a:lnTo>
                  <a:pt x="7" y="112"/>
                </a:lnTo>
                <a:lnTo>
                  <a:pt x="6" y="110"/>
                </a:lnTo>
                <a:lnTo>
                  <a:pt x="5" y="107"/>
                </a:lnTo>
                <a:lnTo>
                  <a:pt x="4" y="105"/>
                </a:lnTo>
                <a:lnTo>
                  <a:pt x="3" y="102"/>
                </a:lnTo>
                <a:lnTo>
                  <a:pt x="2" y="100"/>
                </a:lnTo>
                <a:lnTo>
                  <a:pt x="2" y="97"/>
                </a:lnTo>
                <a:lnTo>
                  <a:pt x="1" y="95"/>
                </a:lnTo>
                <a:lnTo>
                  <a:pt x="1" y="92"/>
                </a:lnTo>
                <a:lnTo>
                  <a:pt x="0" y="90"/>
                </a:lnTo>
                <a:lnTo>
                  <a:pt x="0" y="87"/>
                </a:lnTo>
                <a:lnTo>
                  <a:pt x="0" y="85"/>
                </a:lnTo>
                <a:lnTo>
                  <a:pt x="0" y="82"/>
                </a:lnTo>
                <a:lnTo>
                  <a:pt x="0" y="80"/>
                </a:lnTo>
                <a:lnTo>
                  <a:pt x="0" y="77"/>
                </a:lnTo>
                <a:lnTo>
                  <a:pt x="0" y="74"/>
                </a:lnTo>
                <a:lnTo>
                  <a:pt x="1" y="72"/>
                </a:lnTo>
                <a:lnTo>
                  <a:pt x="1" y="69"/>
                </a:lnTo>
                <a:lnTo>
                  <a:pt x="2" y="67"/>
                </a:lnTo>
                <a:lnTo>
                  <a:pt x="2" y="64"/>
                </a:lnTo>
                <a:lnTo>
                  <a:pt x="3" y="62"/>
                </a:lnTo>
                <a:lnTo>
                  <a:pt x="4" y="59"/>
                </a:lnTo>
                <a:lnTo>
                  <a:pt x="5" y="56"/>
                </a:lnTo>
                <a:lnTo>
                  <a:pt x="6" y="53"/>
                </a:lnTo>
                <a:lnTo>
                  <a:pt x="7" y="51"/>
                </a:lnTo>
                <a:lnTo>
                  <a:pt x="8" y="49"/>
                </a:lnTo>
                <a:lnTo>
                  <a:pt x="10" y="46"/>
                </a:lnTo>
                <a:lnTo>
                  <a:pt x="11" y="44"/>
                </a:lnTo>
                <a:lnTo>
                  <a:pt x="12" y="42"/>
                </a:lnTo>
                <a:lnTo>
                  <a:pt x="14" y="40"/>
                </a:lnTo>
                <a:lnTo>
                  <a:pt x="16" y="37"/>
                </a:lnTo>
                <a:lnTo>
                  <a:pt x="17" y="35"/>
                </a:lnTo>
                <a:lnTo>
                  <a:pt x="19" y="33"/>
                </a:lnTo>
                <a:lnTo>
                  <a:pt x="21" y="31"/>
                </a:lnTo>
                <a:lnTo>
                  <a:pt x="23" y="29"/>
                </a:lnTo>
                <a:lnTo>
                  <a:pt x="25" y="27"/>
                </a:lnTo>
                <a:lnTo>
                  <a:pt x="27" y="25"/>
                </a:lnTo>
                <a:lnTo>
                  <a:pt x="30" y="23"/>
                </a:lnTo>
                <a:lnTo>
                  <a:pt x="32" y="22"/>
                </a:lnTo>
                <a:lnTo>
                  <a:pt x="34" y="20"/>
                </a:lnTo>
                <a:lnTo>
                  <a:pt x="37" y="18"/>
                </a:lnTo>
                <a:lnTo>
                  <a:pt x="39" y="17"/>
                </a:lnTo>
                <a:lnTo>
                  <a:pt x="42" y="15"/>
                </a:lnTo>
                <a:lnTo>
                  <a:pt x="44" y="14"/>
                </a:lnTo>
                <a:lnTo>
                  <a:pt x="47" y="12"/>
                </a:lnTo>
                <a:lnTo>
                  <a:pt x="50" y="11"/>
                </a:lnTo>
                <a:lnTo>
                  <a:pt x="52" y="10"/>
                </a:lnTo>
                <a:lnTo>
                  <a:pt x="55" y="8"/>
                </a:lnTo>
                <a:lnTo>
                  <a:pt x="58" y="7"/>
                </a:lnTo>
                <a:lnTo>
                  <a:pt x="61" y="6"/>
                </a:lnTo>
                <a:lnTo>
                  <a:pt x="64" y="5"/>
                </a:lnTo>
                <a:lnTo>
                  <a:pt x="67" y="4"/>
                </a:lnTo>
                <a:lnTo>
                  <a:pt x="70" y="4"/>
                </a:lnTo>
                <a:lnTo>
                  <a:pt x="73" y="3"/>
                </a:lnTo>
                <a:lnTo>
                  <a:pt x="76" y="2"/>
                </a:lnTo>
                <a:lnTo>
                  <a:pt x="79" y="2"/>
                </a:lnTo>
                <a:lnTo>
                  <a:pt x="82" y="1"/>
                </a:lnTo>
                <a:lnTo>
                  <a:pt x="85" y="1"/>
                </a:lnTo>
                <a:lnTo>
                  <a:pt x="89" y="0"/>
                </a:lnTo>
                <a:lnTo>
                  <a:pt x="92" y="0"/>
                </a:lnTo>
                <a:lnTo>
                  <a:pt x="95" y="0"/>
                </a:lnTo>
                <a:lnTo>
                  <a:pt x="98" y="0"/>
                </a:lnTo>
                <a:lnTo>
                  <a:pt x="101" y="0"/>
                </a:lnTo>
                <a:lnTo>
                  <a:pt x="105" y="0"/>
                </a:lnTo>
                <a:lnTo>
                  <a:pt x="108" y="0"/>
                </a:lnTo>
                <a:lnTo>
                  <a:pt x="111" y="0"/>
                </a:lnTo>
                <a:lnTo>
                  <a:pt x="114" y="0"/>
                </a:lnTo>
                <a:lnTo>
                  <a:pt x="117" y="1"/>
                </a:lnTo>
                <a:lnTo>
                  <a:pt x="120" y="1"/>
                </a:lnTo>
                <a:lnTo>
                  <a:pt x="123" y="2"/>
                </a:lnTo>
                <a:lnTo>
                  <a:pt x="127" y="2"/>
                </a:lnTo>
                <a:lnTo>
                  <a:pt x="130" y="3"/>
                </a:lnTo>
                <a:lnTo>
                  <a:pt x="133" y="4"/>
                </a:lnTo>
                <a:lnTo>
                  <a:pt x="136" y="4"/>
                </a:lnTo>
                <a:lnTo>
                  <a:pt x="139" y="5"/>
                </a:lnTo>
                <a:lnTo>
                  <a:pt x="142" y="6"/>
                </a:lnTo>
                <a:lnTo>
                  <a:pt x="145" y="7"/>
                </a:lnTo>
                <a:lnTo>
                  <a:pt x="147" y="8"/>
                </a:lnTo>
                <a:lnTo>
                  <a:pt x="150" y="10"/>
                </a:lnTo>
                <a:lnTo>
                  <a:pt x="153" y="11"/>
                </a:lnTo>
                <a:lnTo>
                  <a:pt x="156" y="12"/>
                </a:lnTo>
                <a:lnTo>
                  <a:pt x="158" y="14"/>
                </a:lnTo>
                <a:lnTo>
                  <a:pt x="161" y="15"/>
                </a:lnTo>
                <a:lnTo>
                  <a:pt x="164" y="17"/>
                </a:lnTo>
                <a:lnTo>
                  <a:pt x="166" y="18"/>
                </a:lnTo>
                <a:lnTo>
                  <a:pt x="168" y="20"/>
                </a:lnTo>
                <a:lnTo>
                  <a:pt x="171" y="22"/>
                </a:lnTo>
                <a:lnTo>
                  <a:pt x="173" y="23"/>
                </a:lnTo>
                <a:lnTo>
                  <a:pt x="175" y="25"/>
                </a:lnTo>
                <a:lnTo>
                  <a:pt x="178" y="27"/>
                </a:lnTo>
                <a:lnTo>
                  <a:pt x="181" y="29"/>
                </a:lnTo>
                <a:lnTo>
                  <a:pt x="183" y="31"/>
                </a:lnTo>
                <a:lnTo>
                  <a:pt x="184" y="33"/>
                </a:lnTo>
                <a:lnTo>
                  <a:pt x="186" y="35"/>
                </a:lnTo>
                <a:lnTo>
                  <a:pt x="188" y="37"/>
                </a:lnTo>
                <a:lnTo>
                  <a:pt x="190" y="40"/>
                </a:lnTo>
                <a:lnTo>
                  <a:pt x="191" y="42"/>
                </a:lnTo>
                <a:lnTo>
                  <a:pt x="193" y="44"/>
                </a:lnTo>
                <a:lnTo>
                  <a:pt x="194" y="46"/>
                </a:lnTo>
                <a:lnTo>
                  <a:pt x="196" y="49"/>
                </a:lnTo>
                <a:lnTo>
                  <a:pt x="197" y="51"/>
                </a:lnTo>
                <a:lnTo>
                  <a:pt x="198" y="53"/>
                </a:lnTo>
                <a:lnTo>
                  <a:pt x="199" y="56"/>
                </a:lnTo>
                <a:lnTo>
                  <a:pt x="200" y="59"/>
                </a:lnTo>
                <a:lnTo>
                  <a:pt x="201" y="62"/>
                </a:lnTo>
                <a:lnTo>
                  <a:pt x="201" y="64"/>
                </a:lnTo>
                <a:lnTo>
                  <a:pt x="202" y="67"/>
                </a:lnTo>
                <a:lnTo>
                  <a:pt x="203" y="69"/>
                </a:lnTo>
                <a:lnTo>
                  <a:pt x="203" y="72"/>
                </a:lnTo>
                <a:lnTo>
                  <a:pt x="203" y="74"/>
                </a:lnTo>
                <a:lnTo>
                  <a:pt x="204" y="77"/>
                </a:lnTo>
                <a:lnTo>
                  <a:pt x="204" y="80"/>
                </a:lnTo>
                <a:lnTo>
                  <a:pt x="204" y="82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7" name=""/>
          <p:cNvSpPr/>
          <p:nvPr/>
        </p:nvSpPr>
        <p:spPr>
          <a:xfrm>
            <a:off x="2822400" y="1815480"/>
            <a:ext cx="74880" cy="60120"/>
          </a:xfrm>
          <a:custGeom>
            <a:avLst/>
            <a:gdLst/>
            <a:ahLst/>
            <a:rect l="0" t="0" r="r" b="b"/>
            <a:pathLst>
              <a:path w="208" h="167">
                <a:moveTo>
                  <a:pt x="206" y="84"/>
                </a:moveTo>
                <a:lnTo>
                  <a:pt x="206" y="82"/>
                </a:lnTo>
                <a:lnTo>
                  <a:pt x="206" y="79"/>
                </a:lnTo>
                <a:lnTo>
                  <a:pt x="205" y="76"/>
                </a:lnTo>
                <a:lnTo>
                  <a:pt x="205" y="74"/>
                </a:lnTo>
                <a:lnTo>
                  <a:pt x="205" y="71"/>
                </a:lnTo>
                <a:lnTo>
                  <a:pt x="204" y="69"/>
                </a:lnTo>
                <a:lnTo>
                  <a:pt x="203" y="66"/>
                </a:lnTo>
                <a:lnTo>
                  <a:pt x="203" y="64"/>
                </a:lnTo>
                <a:lnTo>
                  <a:pt x="202" y="61"/>
                </a:lnTo>
                <a:lnTo>
                  <a:pt x="201" y="59"/>
                </a:lnTo>
                <a:lnTo>
                  <a:pt x="200" y="56"/>
                </a:lnTo>
                <a:lnTo>
                  <a:pt x="199" y="54"/>
                </a:lnTo>
                <a:lnTo>
                  <a:pt x="198" y="52"/>
                </a:lnTo>
                <a:lnTo>
                  <a:pt x="196" y="49"/>
                </a:lnTo>
                <a:lnTo>
                  <a:pt x="195" y="47"/>
                </a:lnTo>
                <a:lnTo>
                  <a:pt x="193" y="45"/>
                </a:lnTo>
                <a:lnTo>
                  <a:pt x="192" y="43"/>
                </a:lnTo>
                <a:lnTo>
                  <a:pt x="190" y="40"/>
                </a:lnTo>
                <a:lnTo>
                  <a:pt x="188" y="38"/>
                </a:lnTo>
                <a:lnTo>
                  <a:pt x="186" y="36"/>
                </a:lnTo>
                <a:lnTo>
                  <a:pt x="185" y="34"/>
                </a:lnTo>
                <a:lnTo>
                  <a:pt x="183" y="32"/>
                </a:lnTo>
                <a:lnTo>
                  <a:pt x="180" y="30"/>
                </a:lnTo>
                <a:lnTo>
                  <a:pt x="178" y="28"/>
                </a:lnTo>
                <a:lnTo>
                  <a:pt x="176" y="26"/>
                </a:lnTo>
                <a:lnTo>
                  <a:pt x="174" y="25"/>
                </a:lnTo>
                <a:lnTo>
                  <a:pt x="171" y="23"/>
                </a:lnTo>
                <a:lnTo>
                  <a:pt x="169" y="21"/>
                </a:lnTo>
                <a:lnTo>
                  <a:pt x="167" y="19"/>
                </a:lnTo>
                <a:lnTo>
                  <a:pt x="164" y="17"/>
                </a:lnTo>
                <a:lnTo>
                  <a:pt x="161" y="16"/>
                </a:lnTo>
                <a:lnTo>
                  <a:pt x="159" y="14"/>
                </a:lnTo>
                <a:lnTo>
                  <a:pt x="156" y="13"/>
                </a:lnTo>
                <a:lnTo>
                  <a:pt x="153" y="12"/>
                </a:lnTo>
                <a:lnTo>
                  <a:pt x="150" y="10"/>
                </a:lnTo>
                <a:lnTo>
                  <a:pt x="148" y="9"/>
                </a:lnTo>
                <a:lnTo>
                  <a:pt x="145" y="8"/>
                </a:lnTo>
                <a:lnTo>
                  <a:pt x="142" y="7"/>
                </a:lnTo>
                <a:lnTo>
                  <a:pt x="139" y="6"/>
                </a:lnTo>
                <a:lnTo>
                  <a:pt x="136" y="6"/>
                </a:lnTo>
                <a:lnTo>
                  <a:pt x="133" y="5"/>
                </a:lnTo>
                <a:lnTo>
                  <a:pt x="129" y="4"/>
                </a:lnTo>
                <a:lnTo>
                  <a:pt x="125" y="4"/>
                </a:lnTo>
                <a:lnTo>
                  <a:pt x="122" y="3"/>
                </a:lnTo>
                <a:lnTo>
                  <a:pt x="119" y="3"/>
                </a:lnTo>
                <a:lnTo>
                  <a:pt x="116" y="2"/>
                </a:lnTo>
                <a:lnTo>
                  <a:pt x="113" y="2"/>
                </a:lnTo>
                <a:lnTo>
                  <a:pt x="110" y="2"/>
                </a:lnTo>
                <a:lnTo>
                  <a:pt x="107" y="2"/>
                </a:lnTo>
                <a:lnTo>
                  <a:pt x="103" y="2"/>
                </a:lnTo>
                <a:lnTo>
                  <a:pt x="100" y="2"/>
                </a:lnTo>
                <a:lnTo>
                  <a:pt x="97" y="2"/>
                </a:lnTo>
                <a:lnTo>
                  <a:pt x="94" y="2"/>
                </a:lnTo>
                <a:lnTo>
                  <a:pt x="91" y="2"/>
                </a:lnTo>
                <a:lnTo>
                  <a:pt x="87" y="3"/>
                </a:lnTo>
                <a:lnTo>
                  <a:pt x="84" y="3"/>
                </a:lnTo>
                <a:lnTo>
                  <a:pt x="81" y="4"/>
                </a:lnTo>
                <a:lnTo>
                  <a:pt x="78" y="4"/>
                </a:lnTo>
                <a:lnTo>
                  <a:pt x="75" y="5"/>
                </a:lnTo>
                <a:lnTo>
                  <a:pt x="72" y="6"/>
                </a:lnTo>
                <a:lnTo>
                  <a:pt x="69" y="6"/>
                </a:lnTo>
                <a:lnTo>
                  <a:pt x="66" y="7"/>
                </a:lnTo>
                <a:lnTo>
                  <a:pt x="63" y="8"/>
                </a:lnTo>
                <a:lnTo>
                  <a:pt x="60" y="9"/>
                </a:lnTo>
                <a:lnTo>
                  <a:pt x="57" y="10"/>
                </a:lnTo>
                <a:lnTo>
                  <a:pt x="54" y="12"/>
                </a:lnTo>
                <a:lnTo>
                  <a:pt x="52" y="13"/>
                </a:lnTo>
                <a:lnTo>
                  <a:pt x="49" y="14"/>
                </a:lnTo>
                <a:lnTo>
                  <a:pt x="46" y="16"/>
                </a:lnTo>
                <a:lnTo>
                  <a:pt x="44" y="17"/>
                </a:lnTo>
                <a:lnTo>
                  <a:pt x="41" y="19"/>
                </a:lnTo>
                <a:lnTo>
                  <a:pt x="39" y="21"/>
                </a:lnTo>
                <a:lnTo>
                  <a:pt x="36" y="23"/>
                </a:lnTo>
                <a:lnTo>
                  <a:pt x="34" y="25"/>
                </a:lnTo>
                <a:lnTo>
                  <a:pt x="32" y="26"/>
                </a:lnTo>
                <a:lnTo>
                  <a:pt x="29" y="28"/>
                </a:lnTo>
                <a:lnTo>
                  <a:pt x="27" y="30"/>
                </a:lnTo>
                <a:lnTo>
                  <a:pt x="25" y="32"/>
                </a:lnTo>
                <a:lnTo>
                  <a:pt x="23" y="34"/>
                </a:lnTo>
                <a:lnTo>
                  <a:pt x="21" y="36"/>
                </a:lnTo>
                <a:lnTo>
                  <a:pt x="19" y="38"/>
                </a:lnTo>
                <a:lnTo>
                  <a:pt x="18" y="40"/>
                </a:lnTo>
                <a:lnTo>
                  <a:pt x="16" y="43"/>
                </a:lnTo>
                <a:lnTo>
                  <a:pt x="14" y="45"/>
                </a:lnTo>
                <a:lnTo>
                  <a:pt x="13" y="47"/>
                </a:lnTo>
                <a:lnTo>
                  <a:pt x="12" y="49"/>
                </a:lnTo>
                <a:lnTo>
                  <a:pt x="10" y="52"/>
                </a:lnTo>
                <a:lnTo>
                  <a:pt x="9" y="54"/>
                </a:lnTo>
                <a:lnTo>
                  <a:pt x="8" y="56"/>
                </a:lnTo>
                <a:lnTo>
                  <a:pt x="7" y="59"/>
                </a:lnTo>
                <a:lnTo>
                  <a:pt x="6" y="61"/>
                </a:lnTo>
                <a:lnTo>
                  <a:pt x="5" y="64"/>
                </a:lnTo>
                <a:lnTo>
                  <a:pt x="4" y="66"/>
                </a:lnTo>
                <a:lnTo>
                  <a:pt x="4" y="69"/>
                </a:lnTo>
                <a:lnTo>
                  <a:pt x="3" y="71"/>
                </a:lnTo>
                <a:lnTo>
                  <a:pt x="3" y="74"/>
                </a:lnTo>
                <a:lnTo>
                  <a:pt x="2" y="76"/>
                </a:lnTo>
                <a:lnTo>
                  <a:pt x="2" y="79"/>
                </a:lnTo>
                <a:lnTo>
                  <a:pt x="2" y="82"/>
                </a:lnTo>
                <a:lnTo>
                  <a:pt x="2" y="84"/>
                </a:lnTo>
                <a:lnTo>
                  <a:pt x="2" y="87"/>
                </a:lnTo>
                <a:lnTo>
                  <a:pt x="2" y="89"/>
                </a:lnTo>
                <a:lnTo>
                  <a:pt x="2" y="92"/>
                </a:lnTo>
                <a:lnTo>
                  <a:pt x="3" y="94"/>
                </a:lnTo>
                <a:lnTo>
                  <a:pt x="3" y="97"/>
                </a:lnTo>
                <a:lnTo>
                  <a:pt x="4" y="99"/>
                </a:lnTo>
                <a:lnTo>
                  <a:pt x="4" y="102"/>
                </a:lnTo>
                <a:lnTo>
                  <a:pt x="5" y="104"/>
                </a:lnTo>
                <a:lnTo>
                  <a:pt x="6" y="107"/>
                </a:lnTo>
                <a:lnTo>
                  <a:pt x="7" y="109"/>
                </a:lnTo>
                <a:lnTo>
                  <a:pt x="8" y="112"/>
                </a:lnTo>
                <a:lnTo>
                  <a:pt x="9" y="114"/>
                </a:lnTo>
                <a:lnTo>
                  <a:pt x="10" y="116"/>
                </a:lnTo>
                <a:lnTo>
                  <a:pt x="12" y="119"/>
                </a:lnTo>
                <a:lnTo>
                  <a:pt x="13" y="121"/>
                </a:lnTo>
                <a:lnTo>
                  <a:pt x="14" y="123"/>
                </a:lnTo>
                <a:lnTo>
                  <a:pt x="16" y="126"/>
                </a:lnTo>
                <a:lnTo>
                  <a:pt x="18" y="128"/>
                </a:lnTo>
                <a:lnTo>
                  <a:pt x="19" y="130"/>
                </a:lnTo>
                <a:lnTo>
                  <a:pt x="21" y="132"/>
                </a:lnTo>
                <a:lnTo>
                  <a:pt x="23" y="134"/>
                </a:lnTo>
                <a:lnTo>
                  <a:pt x="25" y="136"/>
                </a:lnTo>
                <a:lnTo>
                  <a:pt x="27" y="138"/>
                </a:lnTo>
                <a:lnTo>
                  <a:pt x="29" y="140"/>
                </a:lnTo>
                <a:lnTo>
                  <a:pt x="32" y="142"/>
                </a:lnTo>
                <a:lnTo>
                  <a:pt x="34" y="143"/>
                </a:lnTo>
                <a:lnTo>
                  <a:pt x="36" y="145"/>
                </a:lnTo>
                <a:lnTo>
                  <a:pt x="39" y="147"/>
                </a:lnTo>
                <a:lnTo>
                  <a:pt x="41" y="148"/>
                </a:lnTo>
                <a:lnTo>
                  <a:pt x="44" y="150"/>
                </a:lnTo>
                <a:lnTo>
                  <a:pt x="46" y="151"/>
                </a:lnTo>
                <a:lnTo>
                  <a:pt x="49" y="153"/>
                </a:lnTo>
                <a:lnTo>
                  <a:pt x="52" y="154"/>
                </a:lnTo>
                <a:lnTo>
                  <a:pt x="54" y="155"/>
                </a:lnTo>
                <a:lnTo>
                  <a:pt x="57" y="157"/>
                </a:lnTo>
                <a:lnTo>
                  <a:pt x="60" y="158"/>
                </a:lnTo>
                <a:lnTo>
                  <a:pt x="63" y="159"/>
                </a:lnTo>
                <a:lnTo>
                  <a:pt x="66" y="160"/>
                </a:lnTo>
                <a:lnTo>
                  <a:pt x="69" y="161"/>
                </a:lnTo>
                <a:lnTo>
                  <a:pt x="72" y="162"/>
                </a:lnTo>
                <a:lnTo>
                  <a:pt x="75" y="162"/>
                </a:lnTo>
                <a:lnTo>
                  <a:pt x="78" y="163"/>
                </a:lnTo>
                <a:lnTo>
                  <a:pt x="81" y="164"/>
                </a:lnTo>
                <a:lnTo>
                  <a:pt x="84" y="164"/>
                </a:lnTo>
                <a:lnTo>
                  <a:pt x="87" y="165"/>
                </a:lnTo>
                <a:lnTo>
                  <a:pt x="91" y="165"/>
                </a:lnTo>
                <a:lnTo>
                  <a:pt x="94" y="165"/>
                </a:lnTo>
                <a:lnTo>
                  <a:pt x="97" y="165"/>
                </a:lnTo>
                <a:lnTo>
                  <a:pt x="100" y="166"/>
                </a:lnTo>
                <a:lnTo>
                  <a:pt x="103" y="166"/>
                </a:lnTo>
                <a:lnTo>
                  <a:pt x="107" y="166"/>
                </a:lnTo>
                <a:lnTo>
                  <a:pt x="110" y="165"/>
                </a:lnTo>
                <a:lnTo>
                  <a:pt x="113" y="165"/>
                </a:lnTo>
                <a:lnTo>
                  <a:pt x="116" y="165"/>
                </a:lnTo>
                <a:lnTo>
                  <a:pt x="119" y="165"/>
                </a:lnTo>
                <a:lnTo>
                  <a:pt x="122" y="164"/>
                </a:lnTo>
                <a:lnTo>
                  <a:pt x="125" y="164"/>
                </a:lnTo>
                <a:lnTo>
                  <a:pt x="129" y="163"/>
                </a:lnTo>
                <a:lnTo>
                  <a:pt x="133" y="162"/>
                </a:lnTo>
                <a:lnTo>
                  <a:pt x="136" y="162"/>
                </a:lnTo>
                <a:lnTo>
                  <a:pt x="139" y="161"/>
                </a:lnTo>
                <a:lnTo>
                  <a:pt x="142" y="160"/>
                </a:lnTo>
                <a:lnTo>
                  <a:pt x="145" y="159"/>
                </a:lnTo>
                <a:lnTo>
                  <a:pt x="148" y="158"/>
                </a:lnTo>
                <a:lnTo>
                  <a:pt x="150" y="157"/>
                </a:lnTo>
                <a:lnTo>
                  <a:pt x="153" y="155"/>
                </a:lnTo>
                <a:lnTo>
                  <a:pt x="156" y="154"/>
                </a:lnTo>
                <a:lnTo>
                  <a:pt x="159" y="153"/>
                </a:lnTo>
                <a:lnTo>
                  <a:pt x="161" y="151"/>
                </a:lnTo>
                <a:lnTo>
                  <a:pt x="164" y="150"/>
                </a:lnTo>
                <a:lnTo>
                  <a:pt x="167" y="148"/>
                </a:lnTo>
                <a:lnTo>
                  <a:pt x="169" y="147"/>
                </a:lnTo>
                <a:lnTo>
                  <a:pt x="171" y="145"/>
                </a:lnTo>
                <a:lnTo>
                  <a:pt x="174" y="143"/>
                </a:lnTo>
                <a:lnTo>
                  <a:pt x="176" y="142"/>
                </a:lnTo>
                <a:lnTo>
                  <a:pt x="178" y="140"/>
                </a:lnTo>
                <a:lnTo>
                  <a:pt x="180" y="138"/>
                </a:lnTo>
                <a:lnTo>
                  <a:pt x="183" y="136"/>
                </a:lnTo>
                <a:lnTo>
                  <a:pt x="185" y="134"/>
                </a:lnTo>
                <a:lnTo>
                  <a:pt x="186" y="132"/>
                </a:lnTo>
                <a:lnTo>
                  <a:pt x="188" y="130"/>
                </a:lnTo>
                <a:lnTo>
                  <a:pt x="190" y="128"/>
                </a:lnTo>
                <a:lnTo>
                  <a:pt x="192" y="126"/>
                </a:lnTo>
                <a:lnTo>
                  <a:pt x="193" y="123"/>
                </a:lnTo>
                <a:lnTo>
                  <a:pt x="195" y="121"/>
                </a:lnTo>
                <a:lnTo>
                  <a:pt x="196" y="119"/>
                </a:lnTo>
                <a:lnTo>
                  <a:pt x="198" y="116"/>
                </a:lnTo>
                <a:lnTo>
                  <a:pt x="199" y="114"/>
                </a:lnTo>
                <a:lnTo>
                  <a:pt x="200" y="112"/>
                </a:lnTo>
                <a:lnTo>
                  <a:pt x="201" y="109"/>
                </a:lnTo>
                <a:lnTo>
                  <a:pt x="202" y="107"/>
                </a:lnTo>
                <a:lnTo>
                  <a:pt x="203" y="104"/>
                </a:lnTo>
                <a:lnTo>
                  <a:pt x="203" y="102"/>
                </a:lnTo>
                <a:lnTo>
                  <a:pt x="204" y="99"/>
                </a:lnTo>
                <a:lnTo>
                  <a:pt x="205" y="97"/>
                </a:lnTo>
                <a:lnTo>
                  <a:pt x="205" y="94"/>
                </a:lnTo>
                <a:lnTo>
                  <a:pt x="205" y="92"/>
                </a:lnTo>
                <a:lnTo>
                  <a:pt x="206" y="89"/>
                </a:lnTo>
                <a:lnTo>
                  <a:pt x="206" y="87"/>
                </a:lnTo>
                <a:lnTo>
                  <a:pt x="206" y="84"/>
                </a:lnTo>
                <a:moveTo>
                  <a:pt x="208" y="84"/>
                </a:moveTo>
                <a:lnTo>
                  <a:pt x="208" y="87"/>
                </a:lnTo>
                <a:lnTo>
                  <a:pt x="208" y="89"/>
                </a:lnTo>
                <a:lnTo>
                  <a:pt x="208" y="92"/>
                </a:lnTo>
                <a:lnTo>
                  <a:pt x="207" y="95"/>
                </a:lnTo>
                <a:lnTo>
                  <a:pt x="207" y="97"/>
                </a:lnTo>
                <a:lnTo>
                  <a:pt x="206" y="100"/>
                </a:lnTo>
                <a:lnTo>
                  <a:pt x="206" y="102"/>
                </a:lnTo>
                <a:lnTo>
                  <a:pt x="205" y="105"/>
                </a:lnTo>
                <a:lnTo>
                  <a:pt x="204" y="107"/>
                </a:lnTo>
                <a:lnTo>
                  <a:pt x="203" y="110"/>
                </a:lnTo>
                <a:lnTo>
                  <a:pt x="202" y="112"/>
                </a:lnTo>
                <a:lnTo>
                  <a:pt x="201" y="115"/>
                </a:lnTo>
                <a:lnTo>
                  <a:pt x="200" y="117"/>
                </a:lnTo>
                <a:lnTo>
                  <a:pt x="198" y="120"/>
                </a:lnTo>
                <a:lnTo>
                  <a:pt x="197" y="122"/>
                </a:lnTo>
                <a:lnTo>
                  <a:pt x="195" y="124"/>
                </a:lnTo>
                <a:lnTo>
                  <a:pt x="194" y="126"/>
                </a:lnTo>
                <a:lnTo>
                  <a:pt x="192" y="129"/>
                </a:lnTo>
                <a:lnTo>
                  <a:pt x="190" y="131"/>
                </a:lnTo>
                <a:lnTo>
                  <a:pt x="188" y="133"/>
                </a:lnTo>
                <a:lnTo>
                  <a:pt x="186" y="135"/>
                </a:lnTo>
                <a:lnTo>
                  <a:pt x="184" y="137"/>
                </a:lnTo>
                <a:lnTo>
                  <a:pt x="182" y="139"/>
                </a:lnTo>
                <a:lnTo>
                  <a:pt x="180" y="141"/>
                </a:lnTo>
                <a:lnTo>
                  <a:pt x="178" y="143"/>
                </a:lnTo>
                <a:lnTo>
                  <a:pt x="175" y="145"/>
                </a:lnTo>
                <a:lnTo>
                  <a:pt x="173" y="147"/>
                </a:lnTo>
                <a:lnTo>
                  <a:pt x="171" y="148"/>
                </a:lnTo>
                <a:lnTo>
                  <a:pt x="168" y="150"/>
                </a:lnTo>
                <a:lnTo>
                  <a:pt x="165" y="151"/>
                </a:lnTo>
                <a:lnTo>
                  <a:pt x="163" y="153"/>
                </a:lnTo>
                <a:lnTo>
                  <a:pt x="160" y="154"/>
                </a:lnTo>
                <a:lnTo>
                  <a:pt x="157" y="156"/>
                </a:lnTo>
                <a:lnTo>
                  <a:pt x="154" y="157"/>
                </a:lnTo>
                <a:lnTo>
                  <a:pt x="151" y="158"/>
                </a:lnTo>
                <a:lnTo>
                  <a:pt x="149" y="159"/>
                </a:lnTo>
                <a:lnTo>
                  <a:pt x="146" y="161"/>
                </a:lnTo>
                <a:lnTo>
                  <a:pt x="143" y="162"/>
                </a:lnTo>
                <a:lnTo>
                  <a:pt x="140" y="162"/>
                </a:lnTo>
                <a:lnTo>
                  <a:pt x="136" y="163"/>
                </a:lnTo>
                <a:lnTo>
                  <a:pt x="133" y="164"/>
                </a:lnTo>
                <a:lnTo>
                  <a:pt x="129" y="165"/>
                </a:lnTo>
                <a:lnTo>
                  <a:pt x="126" y="165"/>
                </a:lnTo>
                <a:lnTo>
                  <a:pt x="123" y="166"/>
                </a:lnTo>
                <a:lnTo>
                  <a:pt x="120" y="166"/>
                </a:lnTo>
                <a:lnTo>
                  <a:pt x="116" y="167"/>
                </a:lnTo>
                <a:lnTo>
                  <a:pt x="113" y="167"/>
                </a:lnTo>
                <a:lnTo>
                  <a:pt x="110" y="167"/>
                </a:lnTo>
                <a:lnTo>
                  <a:pt x="107" y="167"/>
                </a:lnTo>
                <a:lnTo>
                  <a:pt x="103" y="167"/>
                </a:lnTo>
                <a:lnTo>
                  <a:pt x="100" y="167"/>
                </a:lnTo>
                <a:lnTo>
                  <a:pt x="97" y="167"/>
                </a:lnTo>
                <a:lnTo>
                  <a:pt x="94" y="167"/>
                </a:lnTo>
                <a:lnTo>
                  <a:pt x="90" y="167"/>
                </a:lnTo>
                <a:lnTo>
                  <a:pt x="87" y="166"/>
                </a:lnTo>
                <a:lnTo>
                  <a:pt x="84" y="166"/>
                </a:lnTo>
                <a:lnTo>
                  <a:pt x="81" y="165"/>
                </a:lnTo>
                <a:lnTo>
                  <a:pt x="78" y="165"/>
                </a:lnTo>
                <a:lnTo>
                  <a:pt x="74" y="164"/>
                </a:lnTo>
                <a:lnTo>
                  <a:pt x="71" y="163"/>
                </a:lnTo>
                <a:lnTo>
                  <a:pt x="68" y="162"/>
                </a:lnTo>
                <a:lnTo>
                  <a:pt x="65" y="162"/>
                </a:lnTo>
                <a:lnTo>
                  <a:pt x="62" y="161"/>
                </a:lnTo>
                <a:lnTo>
                  <a:pt x="59" y="159"/>
                </a:lnTo>
                <a:lnTo>
                  <a:pt x="56" y="158"/>
                </a:lnTo>
                <a:lnTo>
                  <a:pt x="53" y="157"/>
                </a:lnTo>
                <a:lnTo>
                  <a:pt x="51" y="156"/>
                </a:lnTo>
                <a:lnTo>
                  <a:pt x="48" y="154"/>
                </a:lnTo>
                <a:lnTo>
                  <a:pt x="45" y="153"/>
                </a:lnTo>
                <a:lnTo>
                  <a:pt x="42" y="151"/>
                </a:lnTo>
                <a:lnTo>
                  <a:pt x="40" y="150"/>
                </a:lnTo>
                <a:lnTo>
                  <a:pt x="37" y="148"/>
                </a:lnTo>
                <a:lnTo>
                  <a:pt x="35" y="147"/>
                </a:lnTo>
                <a:lnTo>
                  <a:pt x="32" y="145"/>
                </a:lnTo>
                <a:lnTo>
                  <a:pt x="30" y="143"/>
                </a:lnTo>
                <a:lnTo>
                  <a:pt x="28" y="141"/>
                </a:lnTo>
                <a:lnTo>
                  <a:pt x="25" y="139"/>
                </a:lnTo>
                <a:lnTo>
                  <a:pt x="23" y="137"/>
                </a:lnTo>
                <a:lnTo>
                  <a:pt x="21" y="135"/>
                </a:lnTo>
                <a:lnTo>
                  <a:pt x="19" y="133"/>
                </a:lnTo>
                <a:lnTo>
                  <a:pt x="17" y="131"/>
                </a:lnTo>
                <a:lnTo>
                  <a:pt x="16" y="129"/>
                </a:lnTo>
                <a:lnTo>
                  <a:pt x="14" y="126"/>
                </a:lnTo>
                <a:lnTo>
                  <a:pt x="12" y="124"/>
                </a:lnTo>
                <a:lnTo>
                  <a:pt x="11" y="122"/>
                </a:lnTo>
                <a:lnTo>
                  <a:pt x="9" y="120"/>
                </a:lnTo>
                <a:lnTo>
                  <a:pt x="8" y="117"/>
                </a:lnTo>
                <a:lnTo>
                  <a:pt x="7" y="115"/>
                </a:lnTo>
                <a:lnTo>
                  <a:pt x="6" y="112"/>
                </a:lnTo>
                <a:lnTo>
                  <a:pt x="5" y="110"/>
                </a:lnTo>
                <a:lnTo>
                  <a:pt x="4" y="107"/>
                </a:lnTo>
                <a:lnTo>
                  <a:pt x="3" y="105"/>
                </a:lnTo>
                <a:lnTo>
                  <a:pt x="2" y="102"/>
                </a:lnTo>
                <a:lnTo>
                  <a:pt x="1" y="100"/>
                </a:lnTo>
                <a:lnTo>
                  <a:pt x="1" y="97"/>
                </a:lnTo>
                <a:lnTo>
                  <a:pt x="0" y="95"/>
                </a:lnTo>
                <a:lnTo>
                  <a:pt x="0" y="92"/>
                </a:lnTo>
                <a:lnTo>
                  <a:pt x="0" y="89"/>
                </a:lnTo>
                <a:lnTo>
                  <a:pt x="0" y="87"/>
                </a:lnTo>
                <a:lnTo>
                  <a:pt x="0" y="84"/>
                </a:lnTo>
                <a:lnTo>
                  <a:pt x="0" y="81"/>
                </a:lnTo>
                <a:lnTo>
                  <a:pt x="0" y="79"/>
                </a:lnTo>
                <a:lnTo>
                  <a:pt x="0" y="76"/>
                </a:lnTo>
                <a:lnTo>
                  <a:pt x="0" y="74"/>
                </a:lnTo>
                <a:lnTo>
                  <a:pt x="1" y="71"/>
                </a:lnTo>
                <a:lnTo>
                  <a:pt x="1" y="68"/>
                </a:lnTo>
                <a:lnTo>
                  <a:pt x="2" y="66"/>
                </a:lnTo>
                <a:lnTo>
                  <a:pt x="3" y="63"/>
                </a:lnTo>
                <a:lnTo>
                  <a:pt x="4" y="61"/>
                </a:lnTo>
                <a:lnTo>
                  <a:pt x="5" y="58"/>
                </a:lnTo>
                <a:lnTo>
                  <a:pt x="6" y="56"/>
                </a:lnTo>
                <a:lnTo>
                  <a:pt x="7" y="53"/>
                </a:lnTo>
                <a:lnTo>
                  <a:pt x="8" y="51"/>
                </a:lnTo>
                <a:lnTo>
                  <a:pt x="9" y="49"/>
                </a:lnTo>
                <a:lnTo>
                  <a:pt x="11" y="46"/>
                </a:lnTo>
                <a:lnTo>
                  <a:pt x="12" y="44"/>
                </a:lnTo>
                <a:lnTo>
                  <a:pt x="14" y="42"/>
                </a:lnTo>
                <a:lnTo>
                  <a:pt x="16" y="39"/>
                </a:lnTo>
                <a:lnTo>
                  <a:pt x="17" y="37"/>
                </a:lnTo>
                <a:lnTo>
                  <a:pt x="19" y="35"/>
                </a:lnTo>
                <a:lnTo>
                  <a:pt x="21" y="33"/>
                </a:lnTo>
                <a:lnTo>
                  <a:pt x="23" y="31"/>
                </a:lnTo>
                <a:lnTo>
                  <a:pt x="25" y="29"/>
                </a:lnTo>
                <a:lnTo>
                  <a:pt x="28" y="27"/>
                </a:lnTo>
                <a:lnTo>
                  <a:pt x="30" y="25"/>
                </a:lnTo>
                <a:lnTo>
                  <a:pt x="32" y="23"/>
                </a:lnTo>
                <a:lnTo>
                  <a:pt x="35" y="22"/>
                </a:lnTo>
                <a:lnTo>
                  <a:pt x="37" y="19"/>
                </a:lnTo>
                <a:lnTo>
                  <a:pt x="40" y="17"/>
                </a:lnTo>
                <a:lnTo>
                  <a:pt x="42" y="16"/>
                </a:lnTo>
                <a:lnTo>
                  <a:pt x="45" y="14"/>
                </a:lnTo>
                <a:lnTo>
                  <a:pt x="48" y="13"/>
                </a:lnTo>
                <a:lnTo>
                  <a:pt x="51" y="11"/>
                </a:lnTo>
                <a:lnTo>
                  <a:pt x="53" y="10"/>
                </a:lnTo>
                <a:lnTo>
                  <a:pt x="56" y="9"/>
                </a:lnTo>
                <a:lnTo>
                  <a:pt x="59" y="8"/>
                </a:lnTo>
                <a:lnTo>
                  <a:pt x="62" y="7"/>
                </a:lnTo>
                <a:lnTo>
                  <a:pt x="65" y="6"/>
                </a:lnTo>
                <a:lnTo>
                  <a:pt x="68" y="5"/>
                </a:lnTo>
                <a:lnTo>
                  <a:pt x="71" y="4"/>
                </a:lnTo>
                <a:lnTo>
                  <a:pt x="74" y="3"/>
                </a:lnTo>
                <a:lnTo>
                  <a:pt x="78" y="2"/>
                </a:lnTo>
                <a:lnTo>
                  <a:pt x="81" y="2"/>
                </a:lnTo>
                <a:lnTo>
                  <a:pt x="84" y="1"/>
                </a:lnTo>
                <a:lnTo>
                  <a:pt x="87" y="1"/>
                </a:lnTo>
                <a:lnTo>
                  <a:pt x="90" y="0"/>
                </a:lnTo>
                <a:lnTo>
                  <a:pt x="94" y="0"/>
                </a:lnTo>
                <a:lnTo>
                  <a:pt x="97" y="0"/>
                </a:lnTo>
                <a:lnTo>
                  <a:pt x="100" y="0"/>
                </a:lnTo>
                <a:lnTo>
                  <a:pt x="103" y="0"/>
                </a:lnTo>
                <a:lnTo>
                  <a:pt x="107" y="0"/>
                </a:lnTo>
                <a:lnTo>
                  <a:pt x="110" y="0"/>
                </a:lnTo>
                <a:lnTo>
                  <a:pt x="113" y="0"/>
                </a:lnTo>
                <a:lnTo>
                  <a:pt x="116" y="0"/>
                </a:lnTo>
                <a:lnTo>
                  <a:pt x="120" y="1"/>
                </a:lnTo>
                <a:lnTo>
                  <a:pt x="123" y="1"/>
                </a:lnTo>
                <a:lnTo>
                  <a:pt x="126" y="2"/>
                </a:lnTo>
                <a:lnTo>
                  <a:pt x="129" y="2"/>
                </a:lnTo>
                <a:lnTo>
                  <a:pt x="133" y="3"/>
                </a:lnTo>
                <a:lnTo>
                  <a:pt x="136" y="4"/>
                </a:lnTo>
                <a:lnTo>
                  <a:pt x="140" y="5"/>
                </a:lnTo>
                <a:lnTo>
                  <a:pt x="143" y="6"/>
                </a:lnTo>
                <a:lnTo>
                  <a:pt x="146" y="7"/>
                </a:lnTo>
                <a:lnTo>
                  <a:pt x="149" y="8"/>
                </a:lnTo>
                <a:lnTo>
                  <a:pt x="151" y="9"/>
                </a:lnTo>
                <a:lnTo>
                  <a:pt x="154" y="10"/>
                </a:lnTo>
                <a:lnTo>
                  <a:pt x="157" y="11"/>
                </a:lnTo>
                <a:lnTo>
                  <a:pt x="160" y="13"/>
                </a:lnTo>
                <a:lnTo>
                  <a:pt x="163" y="14"/>
                </a:lnTo>
                <a:lnTo>
                  <a:pt x="165" y="16"/>
                </a:lnTo>
                <a:lnTo>
                  <a:pt x="168" y="17"/>
                </a:lnTo>
                <a:lnTo>
                  <a:pt x="171" y="19"/>
                </a:lnTo>
                <a:lnTo>
                  <a:pt x="173" y="22"/>
                </a:lnTo>
                <a:lnTo>
                  <a:pt x="175" y="23"/>
                </a:lnTo>
                <a:lnTo>
                  <a:pt x="178" y="25"/>
                </a:lnTo>
                <a:lnTo>
                  <a:pt x="180" y="27"/>
                </a:lnTo>
                <a:lnTo>
                  <a:pt x="182" y="29"/>
                </a:lnTo>
                <a:lnTo>
                  <a:pt x="184" y="31"/>
                </a:lnTo>
                <a:lnTo>
                  <a:pt x="186" y="33"/>
                </a:lnTo>
                <a:lnTo>
                  <a:pt x="188" y="35"/>
                </a:lnTo>
                <a:lnTo>
                  <a:pt x="190" y="37"/>
                </a:lnTo>
                <a:lnTo>
                  <a:pt x="192" y="39"/>
                </a:lnTo>
                <a:lnTo>
                  <a:pt x="194" y="42"/>
                </a:lnTo>
                <a:lnTo>
                  <a:pt x="195" y="44"/>
                </a:lnTo>
                <a:lnTo>
                  <a:pt x="197" y="46"/>
                </a:lnTo>
                <a:lnTo>
                  <a:pt x="198" y="49"/>
                </a:lnTo>
                <a:lnTo>
                  <a:pt x="200" y="51"/>
                </a:lnTo>
                <a:lnTo>
                  <a:pt x="201" y="53"/>
                </a:lnTo>
                <a:lnTo>
                  <a:pt x="202" y="56"/>
                </a:lnTo>
                <a:lnTo>
                  <a:pt x="203" y="58"/>
                </a:lnTo>
                <a:lnTo>
                  <a:pt x="204" y="61"/>
                </a:lnTo>
                <a:lnTo>
                  <a:pt x="205" y="63"/>
                </a:lnTo>
                <a:lnTo>
                  <a:pt x="206" y="66"/>
                </a:lnTo>
                <a:lnTo>
                  <a:pt x="206" y="68"/>
                </a:lnTo>
                <a:lnTo>
                  <a:pt x="207" y="71"/>
                </a:lnTo>
                <a:lnTo>
                  <a:pt x="207" y="74"/>
                </a:lnTo>
                <a:lnTo>
                  <a:pt x="208" y="76"/>
                </a:lnTo>
                <a:lnTo>
                  <a:pt x="208" y="79"/>
                </a:lnTo>
                <a:lnTo>
                  <a:pt x="208" y="81"/>
                </a:lnTo>
                <a:lnTo>
                  <a:pt x="208" y="84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8" name=""/>
          <p:cNvSpPr/>
          <p:nvPr/>
        </p:nvSpPr>
        <p:spPr>
          <a:xfrm>
            <a:off x="2817360" y="1811520"/>
            <a:ext cx="84960" cy="68400"/>
          </a:xfrm>
          <a:custGeom>
            <a:avLst/>
            <a:gdLst/>
            <a:ahLst/>
            <a:rect l="0" t="0" r="r" b="b"/>
            <a:pathLst>
              <a:path w="236" h="190">
                <a:moveTo>
                  <a:pt x="222" y="94"/>
                </a:moveTo>
                <a:lnTo>
                  <a:pt x="222" y="91"/>
                </a:lnTo>
                <a:lnTo>
                  <a:pt x="222" y="89"/>
                </a:lnTo>
                <a:lnTo>
                  <a:pt x="222" y="86"/>
                </a:lnTo>
                <a:lnTo>
                  <a:pt x="221" y="84"/>
                </a:lnTo>
                <a:lnTo>
                  <a:pt x="221" y="81"/>
                </a:lnTo>
                <a:lnTo>
                  <a:pt x="220" y="78"/>
                </a:lnTo>
                <a:lnTo>
                  <a:pt x="220" y="76"/>
                </a:lnTo>
                <a:lnTo>
                  <a:pt x="219" y="73"/>
                </a:lnTo>
                <a:lnTo>
                  <a:pt x="218" y="71"/>
                </a:lnTo>
                <a:lnTo>
                  <a:pt x="217" y="68"/>
                </a:lnTo>
                <a:lnTo>
                  <a:pt x="216" y="66"/>
                </a:lnTo>
                <a:lnTo>
                  <a:pt x="215" y="63"/>
                </a:lnTo>
                <a:lnTo>
                  <a:pt x="214" y="61"/>
                </a:lnTo>
                <a:lnTo>
                  <a:pt x="212" y="59"/>
                </a:lnTo>
                <a:lnTo>
                  <a:pt x="211" y="56"/>
                </a:lnTo>
                <a:lnTo>
                  <a:pt x="209" y="54"/>
                </a:lnTo>
                <a:lnTo>
                  <a:pt x="208" y="52"/>
                </a:lnTo>
                <a:lnTo>
                  <a:pt x="206" y="49"/>
                </a:lnTo>
                <a:lnTo>
                  <a:pt x="204" y="47"/>
                </a:lnTo>
                <a:lnTo>
                  <a:pt x="202" y="45"/>
                </a:lnTo>
                <a:lnTo>
                  <a:pt x="200" y="43"/>
                </a:lnTo>
                <a:lnTo>
                  <a:pt x="198" y="41"/>
                </a:lnTo>
                <a:lnTo>
                  <a:pt x="196" y="39"/>
                </a:lnTo>
                <a:lnTo>
                  <a:pt x="194" y="37"/>
                </a:lnTo>
                <a:lnTo>
                  <a:pt x="192" y="35"/>
                </a:lnTo>
                <a:lnTo>
                  <a:pt x="189" y="33"/>
                </a:lnTo>
                <a:lnTo>
                  <a:pt x="187" y="32"/>
                </a:lnTo>
                <a:lnTo>
                  <a:pt x="185" y="30"/>
                </a:lnTo>
                <a:lnTo>
                  <a:pt x="182" y="28"/>
                </a:lnTo>
                <a:lnTo>
                  <a:pt x="179" y="27"/>
                </a:lnTo>
                <a:lnTo>
                  <a:pt x="177" y="25"/>
                </a:lnTo>
                <a:lnTo>
                  <a:pt x="174" y="24"/>
                </a:lnTo>
                <a:lnTo>
                  <a:pt x="171" y="22"/>
                </a:lnTo>
                <a:lnTo>
                  <a:pt x="168" y="21"/>
                </a:lnTo>
                <a:lnTo>
                  <a:pt x="165" y="20"/>
                </a:lnTo>
                <a:lnTo>
                  <a:pt x="163" y="19"/>
                </a:lnTo>
                <a:lnTo>
                  <a:pt x="160" y="18"/>
                </a:lnTo>
                <a:lnTo>
                  <a:pt x="157" y="17"/>
                </a:lnTo>
                <a:lnTo>
                  <a:pt x="154" y="16"/>
                </a:lnTo>
                <a:lnTo>
                  <a:pt x="150" y="15"/>
                </a:lnTo>
                <a:lnTo>
                  <a:pt x="147" y="14"/>
                </a:lnTo>
                <a:lnTo>
                  <a:pt x="144" y="13"/>
                </a:lnTo>
                <a:lnTo>
                  <a:pt x="141" y="13"/>
                </a:lnTo>
                <a:lnTo>
                  <a:pt x="138" y="12"/>
                </a:lnTo>
                <a:lnTo>
                  <a:pt x="135" y="12"/>
                </a:lnTo>
                <a:lnTo>
                  <a:pt x="131" y="11"/>
                </a:lnTo>
                <a:lnTo>
                  <a:pt x="128" y="11"/>
                </a:lnTo>
                <a:lnTo>
                  <a:pt x="125" y="11"/>
                </a:lnTo>
                <a:lnTo>
                  <a:pt x="122" y="11"/>
                </a:lnTo>
                <a:lnTo>
                  <a:pt x="118" y="11"/>
                </a:lnTo>
                <a:lnTo>
                  <a:pt x="115" y="11"/>
                </a:lnTo>
                <a:lnTo>
                  <a:pt x="112" y="11"/>
                </a:lnTo>
                <a:lnTo>
                  <a:pt x="109" y="11"/>
                </a:lnTo>
                <a:lnTo>
                  <a:pt x="105" y="11"/>
                </a:lnTo>
                <a:lnTo>
                  <a:pt x="102" y="12"/>
                </a:lnTo>
                <a:lnTo>
                  <a:pt x="99" y="12"/>
                </a:lnTo>
                <a:lnTo>
                  <a:pt x="96" y="13"/>
                </a:lnTo>
                <a:lnTo>
                  <a:pt x="93" y="13"/>
                </a:lnTo>
                <a:lnTo>
                  <a:pt x="89" y="14"/>
                </a:lnTo>
                <a:lnTo>
                  <a:pt x="86" y="15"/>
                </a:lnTo>
                <a:lnTo>
                  <a:pt x="83" y="16"/>
                </a:lnTo>
                <a:lnTo>
                  <a:pt x="80" y="17"/>
                </a:lnTo>
                <a:lnTo>
                  <a:pt x="77" y="18"/>
                </a:lnTo>
                <a:lnTo>
                  <a:pt x="74" y="19"/>
                </a:lnTo>
                <a:lnTo>
                  <a:pt x="71" y="20"/>
                </a:lnTo>
                <a:lnTo>
                  <a:pt x="68" y="21"/>
                </a:lnTo>
                <a:lnTo>
                  <a:pt x="66" y="22"/>
                </a:lnTo>
                <a:lnTo>
                  <a:pt x="63" y="24"/>
                </a:lnTo>
                <a:lnTo>
                  <a:pt x="60" y="25"/>
                </a:lnTo>
                <a:lnTo>
                  <a:pt x="57" y="27"/>
                </a:lnTo>
                <a:lnTo>
                  <a:pt x="55" y="28"/>
                </a:lnTo>
                <a:lnTo>
                  <a:pt x="52" y="30"/>
                </a:lnTo>
                <a:lnTo>
                  <a:pt x="50" y="32"/>
                </a:lnTo>
                <a:lnTo>
                  <a:pt x="46" y="33"/>
                </a:lnTo>
                <a:lnTo>
                  <a:pt x="44" y="35"/>
                </a:lnTo>
                <a:lnTo>
                  <a:pt x="42" y="37"/>
                </a:lnTo>
                <a:lnTo>
                  <a:pt x="39" y="39"/>
                </a:lnTo>
                <a:lnTo>
                  <a:pt x="37" y="41"/>
                </a:lnTo>
                <a:lnTo>
                  <a:pt x="35" y="43"/>
                </a:lnTo>
                <a:lnTo>
                  <a:pt x="33" y="45"/>
                </a:lnTo>
                <a:lnTo>
                  <a:pt x="31" y="47"/>
                </a:lnTo>
                <a:lnTo>
                  <a:pt x="30" y="49"/>
                </a:lnTo>
                <a:lnTo>
                  <a:pt x="28" y="52"/>
                </a:lnTo>
                <a:lnTo>
                  <a:pt x="26" y="54"/>
                </a:lnTo>
                <a:lnTo>
                  <a:pt x="25" y="56"/>
                </a:lnTo>
                <a:lnTo>
                  <a:pt x="23" y="59"/>
                </a:lnTo>
                <a:lnTo>
                  <a:pt x="22" y="61"/>
                </a:lnTo>
                <a:lnTo>
                  <a:pt x="21" y="63"/>
                </a:lnTo>
                <a:lnTo>
                  <a:pt x="20" y="66"/>
                </a:lnTo>
                <a:lnTo>
                  <a:pt x="19" y="68"/>
                </a:lnTo>
                <a:lnTo>
                  <a:pt x="18" y="71"/>
                </a:lnTo>
                <a:lnTo>
                  <a:pt x="17" y="73"/>
                </a:lnTo>
                <a:lnTo>
                  <a:pt x="16" y="76"/>
                </a:lnTo>
                <a:lnTo>
                  <a:pt x="15" y="78"/>
                </a:lnTo>
                <a:lnTo>
                  <a:pt x="15" y="81"/>
                </a:lnTo>
                <a:lnTo>
                  <a:pt x="14" y="84"/>
                </a:lnTo>
                <a:lnTo>
                  <a:pt x="14" y="86"/>
                </a:lnTo>
                <a:lnTo>
                  <a:pt x="14" y="89"/>
                </a:lnTo>
                <a:lnTo>
                  <a:pt x="14" y="91"/>
                </a:lnTo>
                <a:lnTo>
                  <a:pt x="14" y="94"/>
                </a:lnTo>
                <a:lnTo>
                  <a:pt x="14" y="97"/>
                </a:lnTo>
                <a:lnTo>
                  <a:pt x="14" y="99"/>
                </a:lnTo>
                <a:lnTo>
                  <a:pt x="14" y="102"/>
                </a:lnTo>
                <a:lnTo>
                  <a:pt x="14" y="105"/>
                </a:lnTo>
                <a:lnTo>
                  <a:pt x="15" y="107"/>
                </a:lnTo>
                <a:lnTo>
                  <a:pt x="15" y="110"/>
                </a:lnTo>
                <a:lnTo>
                  <a:pt x="16" y="112"/>
                </a:lnTo>
                <a:lnTo>
                  <a:pt x="17" y="115"/>
                </a:lnTo>
                <a:lnTo>
                  <a:pt x="18" y="117"/>
                </a:lnTo>
                <a:lnTo>
                  <a:pt x="19" y="120"/>
                </a:lnTo>
                <a:lnTo>
                  <a:pt x="20" y="122"/>
                </a:lnTo>
                <a:lnTo>
                  <a:pt x="21" y="125"/>
                </a:lnTo>
                <a:lnTo>
                  <a:pt x="22" y="127"/>
                </a:lnTo>
                <a:lnTo>
                  <a:pt x="23" y="130"/>
                </a:lnTo>
                <a:lnTo>
                  <a:pt x="25" y="132"/>
                </a:lnTo>
                <a:lnTo>
                  <a:pt x="26" y="134"/>
                </a:lnTo>
                <a:lnTo>
                  <a:pt x="28" y="136"/>
                </a:lnTo>
                <a:lnTo>
                  <a:pt x="30" y="140"/>
                </a:lnTo>
                <a:lnTo>
                  <a:pt x="31" y="142"/>
                </a:lnTo>
                <a:lnTo>
                  <a:pt x="33" y="144"/>
                </a:lnTo>
                <a:lnTo>
                  <a:pt x="35" y="146"/>
                </a:lnTo>
                <a:lnTo>
                  <a:pt x="37" y="148"/>
                </a:lnTo>
                <a:lnTo>
                  <a:pt x="39" y="150"/>
                </a:lnTo>
                <a:lnTo>
                  <a:pt x="42" y="152"/>
                </a:lnTo>
                <a:lnTo>
                  <a:pt x="44" y="154"/>
                </a:lnTo>
                <a:lnTo>
                  <a:pt x="46" y="156"/>
                </a:lnTo>
                <a:lnTo>
                  <a:pt x="50" y="158"/>
                </a:lnTo>
                <a:lnTo>
                  <a:pt x="52" y="159"/>
                </a:lnTo>
                <a:lnTo>
                  <a:pt x="55" y="161"/>
                </a:lnTo>
                <a:lnTo>
                  <a:pt x="57" y="162"/>
                </a:lnTo>
                <a:lnTo>
                  <a:pt x="60" y="164"/>
                </a:lnTo>
                <a:lnTo>
                  <a:pt x="63" y="165"/>
                </a:lnTo>
                <a:lnTo>
                  <a:pt x="66" y="167"/>
                </a:lnTo>
                <a:lnTo>
                  <a:pt x="68" y="168"/>
                </a:lnTo>
                <a:lnTo>
                  <a:pt x="71" y="169"/>
                </a:lnTo>
                <a:lnTo>
                  <a:pt x="74" y="170"/>
                </a:lnTo>
                <a:lnTo>
                  <a:pt x="77" y="172"/>
                </a:lnTo>
                <a:lnTo>
                  <a:pt x="80" y="173"/>
                </a:lnTo>
                <a:lnTo>
                  <a:pt x="83" y="173"/>
                </a:lnTo>
                <a:lnTo>
                  <a:pt x="86" y="174"/>
                </a:lnTo>
                <a:lnTo>
                  <a:pt x="89" y="175"/>
                </a:lnTo>
                <a:lnTo>
                  <a:pt x="93" y="176"/>
                </a:lnTo>
                <a:lnTo>
                  <a:pt x="96" y="176"/>
                </a:lnTo>
                <a:lnTo>
                  <a:pt x="99" y="177"/>
                </a:lnTo>
                <a:lnTo>
                  <a:pt x="102" y="177"/>
                </a:lnTo>
                <a:lnTo>
                  <a:pt x="105" y="178"/>
                </a:lnTo>
                <a:lnTo>
                  <a:pt x="109" y="178"/>
                </a:lnTo>
                <a:lnTo>
                  <a:pt x="112" y="178"/>
                </a:lnTo>
                <a:lnTo>
                  <a:pt x="115" y="178"/>
                </a:lnTo>
                <a:lnTo>
                  <a:pt x="118" y="178"/>
                </a:lnTo>
                <a:lnTo>
                  <a:pt x="122" y="178"/>
                </a:lnTo>
                <a:lnTo>
                  <a:pt x="125" y="178"/>
                </a:lnTo>
                <a:lnTo>
                  <a:pt x="128" y="178"/>
                </a:lnTo>
                <a:lnTo>
                  <a:pt x="131" y="178"/>
                </a:lnTo>
                <a:lnTo>
                  <a:pt x="135" y="177"/>
                </a:lnTo>
                <a:lnTo>
                  <a:pt x="138" y="177"/>
                </a:lnTo>
                <a:lnTo>
                  <a:pt x="141" y="176"/>
                </a:lnTo>
                <a:lnTo>
                  <a:pt x="144" y="176"/>
                </a:lnTo>
                <a:lnTo>
                  <a:pt x="147" y="175"/>
                </a:lnTo>
                <a:lnTo>
                  <a:pt x="150" y="174"/>
                </a:lnTo>
                <a:lnTo>
                  <a:pt x="154" y="173"/>
                </a:lnTo>
                <a:lnTo>
                  <a:pt x="157" y="173"/>
                </a:lnTo>
                <a:lnTo>
                  <a:pt x="160" y="172"/>
                </a:lnTo>
                <a:lnTo>
                  <a:pt x="163" y="170"/>
                </a:lnTo>
                <a:lnTo>
                  <a:pt x="165" y="169"/>
                </a:lnTo>
                <a:lnTo>
                  <a:pt x="168" y="168"/>
                </a:lnTo>
                <a:lnTo>
                  <a:pt x="171" y="167"/>
                </a:lnTo>
                <a:lnTo>
                  <a:pt x="174" y="165"/>
                </a:lnTo>
                <a:lnTo>
                  <a:pt x="177" y="164"/>
                </a:lnTo>
                <a:lnTo>
                  <a:pt x="179" y="162"/>
                </a:lnTo>
                <a:lnTo>
                  <a:pt x="182" y="161"/>
                </a:lnTo>
                <a:lnTo>
                  <a:pt x="185" y="159"/>
                </a:lnTo>
                <a:lnTo>
                  <a:pt x="187" y="158"/>
                </a:lnTo>
                <a:lnTo>
                  <a:pt x="189" y="156"/>
                </a:lnTo>
                <a:lnTo>
                  <a:pt x="192" y="154"/>
                </a:lnTo>
                <a:lnTo>
                  <a:pt x="194" y="152"/>
                </a:lnTo>
                <a:lnTo>
                  <a:pt x="196" y="150"/>
                </a:lnTo>
                <a:lnTo>
                  <a:pt x="198" y="148"/>
                </a:lnTo>
                <a:lnTo>
                  <a:pt x="200" y="146"/>
                </a:lnTo>
                <a:lnTo>
                  <a:pt x="202" y="144"/>
                </a:lnTo>
                <a:lnTo>
                  <a:pt x="204" y="142"/>
                </a:lnTo>
                <a:lnTo>
                  <a:pt x="206" y="140"/>
                </a:lnTo>
                <a:lnTo>
                  <a:pt x="208" y="136"/>
                </a:lnTo>
                <a:lnTo>
                  <a:pt x="209" y="134"/>
                </a:lnTo>
                <a:lnTo>
                  <a:pt x="211" y="132"/>
                </a:lnTo>
                <a:lnTo>
                  <a:pt x="212" y="130"/>
                </a:lnTo>
                <a:lnTo>
                  <a:pt x="214" y="127"/>
                </a:lnTo>
                <a:lnTo>
                  <a:pt x="215" y="125"/>
                </a:lnTo>
                <a:lnTo>
                  <a:pt x="216" y="122"/>
                </a:lnTo>
                <a:lnTo>
                  <a:pt x="217" y="120"/>
                </a:lnTo>
                <a:lnTo>
                  <a:pt x="218" y="117"/>
                </a:lnTo>
                <a:lnTo>
                  <a:pt x="219" y="115"/>
                </a:lnTo>
                <a:lnTo>
                  <a:pt x="220" y="112"/>
                </a:lnTo>
                <a:lnTo>
                  <a:pt x="220" y="110"/>
                </a:lnTo>
                <a:lnTo>
                  <a:pt x="221" y="107"/>
                </a:lnTo>
                <a:lnTo>
                  <a:pt x="221" y="105"/>
                </a:lnTo>
                <a:lnTo>
                  <a:pt x="222" y="102"/>
                </a:lnTo>
                <a:lnTo>
                  <a:pt x="222" y="99"/>
                </a:lnTo>
                <a:lnTo>
                  <a:pt x="222" y="97"/>
                </a:lnTo>
                <a:lnTo>
                  <a:pt x="222" y="94"/>
                </a:lnTo>
                <a:moveTo>
                  <a:pt x="236" y="94"/>
                </a:moveTo>
                <a:lnTo>
                  <a:pt x="236" y="97"/>
                </a:lnTo>
                <a:lnTo>
                  <a:pt x="236" y="100"/>
                </a:lnTo>
                <a:lnTo>
                  <a:pt x="235" y="103"/>
                </a:lnTo>
                <a:lnTo>
                  <a:pt x="235" y="106"/>
                </a:lnTo>
                <a:lnTo>
                  <a:pt x="235" y="109"/>
                </a:lnTo>
                <a:lnTo>
                  <a:pt x="234" y="112"/>
                </a:lnTo>
                <a:lnTo>
                  <a:pt x="233" y="115"/>
                </a:lnTo>
                <a:lnTo>
                  <a:pt x="232" y="118"/>
                </a:lnTo>
                <a:lnTo>
                  <a:pt x="231" y="120"/>
                </a:lnTo>
                <a:lnTo>
                  <a:pt x="230" y="123"/>
                </a:lnTo>
                <a:lnTo>
                  <a:pt x="229" y="126"/>
                </a:lnTo>
                <a:lnTo>
                  <a:pt x="228" y="129"/>
                </a:lnTo>
                <a:lnTo>
                  <a:pt x="226" y="132"/>
                </a:lnTo>
                <a:lnTo>
                  <a:pt x="225" y="134"/>
                </a:lnTo>
                <a:lnTo>
                  <a:pt x="223" y="137"/>
                </a:lnTo>
                <a:lnTo>
                  <a:pt x="221" y="141"/>
                </a:lnTo>
                <a:lnTo>
                  <a:pt x="220" y="143"/>
                </a:lnTo>
                <a:lnTo>
                  <a:pt x="218" y="146"/>
                </a:lnTo>
                <a:lnTo>
                  <a:pt x="216" y="148"/>
                </a:lnTo>
                <a:lnTo>
                  <a:pt x="214" y="151"/>
                </a:lnTo>
                <a:lnTo>
                  <a:pt x="211" y="153"/>
                </a:lnTo>
                <a:lnTo>
                  <a:pt x="209" y="155"/>
                </a:lnTo>
                <a:lnTo>
                  <a:pt x="207" y="158"/>
                </a:lnTo>
                <a:lnTo>
                  <a:pt x="204" y="160"/>
                </a:lnTo>
                <a:lnTo>
                  <a:pt x="202" y="162"/>
                </a:lnTo>
                <a:lnTo>
                  <a:pt x="199" y="164"/>
                </a:lnTo>
                <a:lnTo>
                  <a:pt x="196" y="166"/>
                </a:lnTo>
                <a:lnTo>
                  <a:pt x="193" y="168"/>
                </a:lnTo>
                <a:lnTo>
                  <a:pt x="190" y="170"/>
                </a:lnTo>
                <a:lnTo>
                  <a:pt x="188" y="171"/>
                </a:lnTo>
                <a:lnTo>
                  <a:pt x="184" y="173"/>
                </a:lnTo>
                <a:lnTo>
                  <a:pt x="181" y="175"/>
                </a:lnTo>
                <a:lnTo>
                  <a:pt x="178" y="176"/>
                </a:lnTo>
                <a:lnTo>
                  <a:pt x="175" y="178"/>
                </a:lnTo>
                <a:lnTo>
                  <a:pt x="172" y="179"/>
                </a:lnTo>
                <a:lnTo>
                  <a:pt x="168" y="181"/>
                </a:lnTo>
                <a:lnTo>
                  <a:pt x="165" y="182"/>
                </a:lnTo>
                <a:lnTo>
                  <a:pt x="162" y="183"/>
                </a:lnTo>
                <a:lnTo>
                  <a:pt x="158" y="184"/>
                </a:lnTo>
                <a:lnTo>
                  <a:pt x="155" y="185"/>
                </a:lnTo>
                <a:lnTo>
                  <a:pt x="151" y="186"/>
                </a:lnTo>
                <a:lnTo>
                  <a:pt x="148" y="187"/>
                </a:lnTo>
                <a:lnTo>
                  <a:pt x="144" y="187"/>
                </a:lnTo>
                <a:lnTo>
                  <a:pt x="140" y="188"/>
                </a:lnTo>
                <a:lnTo>
                  <a:pt x="137" y="188"/>
                </a:lnTo>
                <a:lnTo>
                  <a:pt x="133" y="189"/>
                </a:lnTo>
                <a:lnTo>
                  <a:pt x="129" y="189"/>
                </a:lnTo>
                <a:lnTo>
                  <a:pt x="126" y="189"/>
                </a:lnTo>
                <a:lnTo>
                  <a:pt x="122" y="189"/>
                </a:lnTo>
                <a:lnTo>
                  <a:pt x="118" y="190"/>
                </a:lnTo>
                <a:lnTo>
                  <a:pt x="115" y="189"/>
                </a:lnTo>
                <a:lnTo>
                  <a:pt x="111" y="189"/>
                </a:lnTo>
                <a:lnTo>
                  <a:pt x="107" y="189"/>
                </a:lnTo>
                <a:lnTo>
                  <a:pt x="104" y="189"/>
                </a:lnTo>
                <a:lnTo>
                  <a:pt x="100" y="188"/>
                </a:lnTo>
                <a:lnTo>
                  <a:pt x="96" y="188"/>
                </a:lnTo>
                <a:lnTo>
                  <a:pt x="93" y="187"/>
                </a:lnTo>
                <a:lnTo>
                  <a:pt x="89" y="187"/>
                </a:lnTo>
                <a:lnTo>
                  <a:pt x="86" y="186"/>
                </a:lnTo>
                <a:lnTo>
                  <a:pt x="82" y="185"/>
                </a:lnTo>
                <a:lnTo>
                  <a:pt x="78" y="184"/>
                </a:lnTo>
                <a:lnTo>
                  <a:pt x="75" y="183"/>
                </a:lnTo>
                <a:lnTo>
                  <a:pt x="72" y="182"/>
                </a:lnTo>
                <a:lnTo>
                  <a:pt x="68" y="181"/>
                </a:lnTo>
                <a:lnTo>
                  <a:pt x="65" y="179"/>
                </a:lnTo>
                <a:lnTo>
                  <a:pt x="62" y="178"/>
                </a:lnTo>
                <a:lnTo>
                  <a:pt x="58" y="176"/>
                </a:lnTo>
                <a:lnTo>
                  <a:pt x="55" y="175"/>
                </a:lnTo>
                <a:lnTo>
                  <a:pt x="52" y="173"/>
                </a:lnTo>
                <a:lnTo>
                  <a:pt x="49" y="171"/>
                </a:lnTo>
                <a:lnTo>
                  <a:pt x="45" y="170"/>
                </a:lnTo>
                <a:lnTo>
                  <a:pt x="42" y="168"/>
                </a:lnTo>
                <a:lnTo>
                  <a:pt x="40" y="166"/>
                </a:lnTo>
                <a:lnTo>
                  <a:pt x="37" y="164"/>
                </a:lnTo>
                <a:lnTo>
                  <a:pt x="34" y="162"/>
                </a:lnTo>
                <a:lnTo>
                  <a:pt x="32" y="160"/>
                </a:lnTo>
                <a:lnTo>
                  <a:pt x="29" y="158"/>
                </a:lnTo>
                <a:lnTo>
                  <a:pt x="27" y="155"/>
                </a:lnTo>
                <a:lnTo>
                  <a:pt x="24" y="153"/>
                </a:lnTo>
                <a:lnTo>
                  <a:pt x="22" y="151"/>
                </a:lnTo>
                <a:lnTo>
                  <a:pt x="20" y="148"/>
                </a:lnTo>
                <a:lnTo>
                  <a:pt x="18" y="146"/>
                </a:lnTo>
                <a:lnTo>
                  <a:pt x="16" y="143"/>
                </a:lnTo>
                <a:lnTo>
                  <a:pt x="14" y="141"/>
                </a:lnTo>
                <a:lnTo>
                  <a:pt x="13" y="137"/>
                </a:lnTo>
                <a:lnTo>
                  <a:pt x="11" y="134"/>
                </a:lnTo>
                <a:lnTo>
                  <a:pt x="9" y="132"/>
                </a:lnTo>
                <a:lnTo>
                  <a:pt x="8" y="129"/>
                </a:lnTo>
                <a:lnTo>
                  <a:pt x="7" y="126"/>
                </a:lnTo>
                <a:lnTo>
                  <a:pt x="5" y="123"/>
                </a:lnTo>
                <a:lnTo>
                  <a:pt x="4" y="120"/>
                </a:lnTo>
                <a:lnTo>
                  <a:pt x="3" y="118"/>
                </a:lnTo>
                <a:lnTo>
                  <a:pt x="3" y="115"/>
                </a:lnTo>
                <a:lnTo>
                  <a:pt x="2" y="112"/>
                </a:lnTo>
                <a:lnTo>
                  <a:pt x="1" y="109"/>
                </a:lnTo>
                <a:lnTo>
                  <a:pt x="1" y="106"/>
                </a:lnTo>
                <a:lnTo>
                  <a:pt x="0" y="103"/>
                </a:lnTo>
                <a:lnTo>
                  <a:pt x="0" y="100"/>
                </a:lnTo>
                <a:lnTo>
                  <a:pt x="0" y="97"/>
                </a:lnTo>
                <a:lnTo>
                  <a:pt x="0" y="94"/>
                </a:lnTo>
                <a:lnTo>
                  <a:pt x="0" y="91"/>
                </a:lnTo>
                <a:lnTo>
                  <a:pt x="0" y="88"/>
                </a:lnTo>
                <a:lnTo>
                  <a:pt x="0" y="85"/>
                </a:lnTo>
                <a:lnTo>
                  <a:pt x="1" y="82"/>
                </a:lnTo>
                <a:lnTo>
                  <a:pt x="1" y="79"/>
                </a:lnTo>
                <a:lnTo>
                  <a:pt x="2" y="76"/>
                </a:lnTo>
                <a:lnTo>
                  <a:pt x="3" y="73"/>
                </a:lnTo>
                <a:lnTo>
                  <a:pt x="3" y="71"/>
                </a:lnTo>
                <a:lnTo>
                  <a:pt x="4" y="68"/>
                </a:lnTo>
                <a:lnTo>
                  <a:pt x="5" y="65"/>
                </a:lnTo>
                <a:lnTo>
                  <a:pt x="7" y="62"/>
                </a:lnTo>
                <a:lnTo>
                  <a:pt x="8" y="59"/>
                </a:lnTo>
                <a:lnTo>
                  <a:pt x="9" y="57"/>
                </a:lnTo>
                <a:lnTo>
                  <a:pt x="11" y="54"/>
                </a:lnTo>
                <a:lnTo>
                  <a:pt x="13" y="51"/>
                </a:lnTo>
                <a:lnTo>
                  <a:pt x="14" y="49"/>
                </a:lnTo>
                <a:lnTo>
                  <a:pt x="16" y="46"/>
                </a:lnTo>
                <a:lnTo>
                  <a:pt x="18" y="43"/>
                </a:lnTo>
                <a:lnTo>
                  <a:pt x="20" y="41"/>
                </a:lnTo>
                <a:lnTo>
                  <a:pt x="22" y="39"/>
                </a:lnTo>
                <a:lnTo>
                  <a:pt x="24" y="36"/>
                </a:lnTo>
                <a:lnTo>
                  <a:pt x="27" y="34"/>
                </a:lnTo>
                <a:lnTo>
                  <a:pt x="29" y="32"/>
                </a:lnTo>
                <a:lnTo>
                  <a:pt x="32" y="29"/>
                </a:lnTo>
                <a:lnTo>
                  <a:pt x="34" y="27"/>
                </a:lnTo>
                <a:lnTo>
                  <a:pt x="37" y="25"/>
                </a:lnTo>
                <a:lnTo>
                  <a:pt x="40" y="23"/>
                </a:lnTo>
                <a:lnTo>
                  <a:pt x="42" y="21"/>
                </a:lnTo>
                <a:lnTo>
                  <a:pt x="45" y="19"/>
                </a:lnTo>
                <a:lnTo>
                  <a:pt x="49" y="18"/>
                </a:lnTo>
                <a:lnTo>
                  <a:pt x="52" y="16"/>
                </a:lnTo>
                <a:lnTo>
                  <a:pt x="55" y="14"/>
                </a:lnTo>
                <a:lnTo>
                  <a:pt x="58" y="13"/>
                </a:lnTo>
                <a:lnTo>
                  <a:pt x="62" y="11"/>
                </a:lnTo>
                <a:lnTo>
                  <a:pt x="65" y="10"/>
                </a:lnTo>
                <a:lnTo>
                  <a:pt x="68" y="9"/>
                </a:lnTo>
                <a:lnTo>
                  <a:pt x="72" y="7"/>
                </a:lnTo>
                <a:lnTo>
                  <a:pt x="75" y="6"/>
                </a:lnTo>
                <a:lnTo>
                  <a:pt x="78" y="5"/>
                </a:lnTo>
                <a:lnTo>
                  <a:pt x="82" y="4"/>
                </a:lnTo>
                <a:lnTo>
                  <a:pt x="86" y="3"/>
                </a:lnTo>
                <a:lnTo>
                  <a:pt x="89" y="3"/>
                </a:lnTo>
                <a:lnTo>
                  <a:pt x="93" y="2"/>
                </a:lnTo>
                <a:lnTo>
                  <a:pt x="96" y="1"/>
                </a:lnTo>
                <a:lnTo>
                  <a:pt x="100" y="1"/>
                </a:lnTo>
                <a:lnTo>
                  <a:pt x="104" y="0"/>
                </a:lnTo>
                <a:lnTo>
                  <a:pt x="107" y="0"/>
                </a:lnTo>
                <a:lnTo>
                  <a:pt x="111" y="0"/>
                </a:lnTo>
                <a:lnTo>
                  <a:pt x="115" y="0"/>
                </a:lnTo>
                <a:lnTo>
                  <a:pt x="118" y="0"/>
                </a:lnTo>
                <a:lnTo>
                  <a:pt x="122" y="0"/>
                </a:lnTo>
                <a:lnTo>
                  <a:pt x="126" y="0"/>
                </a:lnTo>
                <a:lnTo>
                  <a:pt x="129" y="0"/>
                </a:lnTo>
                <a:lnTo>
                  <a:pt x="133" y="0"/>
                </a:lnTo>
                <a:lnTo>
                  <a:pt x="137" y="1"/>
                </a:lnTo>
                <a:lnTo>
                  <a:pt x="140" y="1"/>
                </a:lnTo>
                <a:lnTo>
                  <a:pt x="144" y="2"/>
                </a:lnTo>
                <a:lnTo>
                  <a:pt x="148" y="3"/>
                </a:lnTo>
                <a:lnTo>
                  <a:pt x="151" y="3"/>
                </a:lnTo>
                <a:lnTo>
                  <a:pt x="155" y="4"/>
                </a:lnTo>
                <a:lnTo>
                  <a:pt x="158" y="5"/>
                </a:lnTo>
                <a:lnTo>
                  <a:pt x="162" y="6"/>
                </a:lnTo>
                <a:lnTo>
                  <a:pt x="165" y="7"/>
                </a:lnTo>
                <a:lnTo>
                  <a:pt x="168" y="9"/>
                </a:lnTo>
                <a:lnTo>
                  <a:pt x="172" y="10"/>
                </a:lnTo>
                <a:lnTo>
                  <a:pt x="175" y="11"/>
                </a:lnTo>
                <a:lnTo>
                  <a:pt x="178" y="13"/>
                </a:lnTo>
                <a:lnTo>
                  <a:pt x="181" y="14"/>
                </a:lnTo>
                <a:lnTo>
                  <a:pt x="184" y="16"/>
                </a:lnTo>
                <a:lnTo>
                  <a:pt x="188" y="18"/>
                </a:lnTo>
                <a:lnTo>
                  <a:pt x="190" y="19"/>
                </a:lnTo>
                <a:lnTo>
                  <a:pt x="193" y="21"/>
                </a:lnTo>
                <a:lnTo>
                  <a:pt x="196" y="23"/>
                </a:lnTo>
                <a:lnTo>
                  <a:pt x="199" y="25"/>
                </a:lnTo>
                <a:lnTo>
                  <a:pt x="202" y="27"/>
                </a:lnTo>
                <a:lnTo>
                  <a:pt x="204" y="29"/>
                </a:lnTo>
                <a:lnTo>
                  <a:pt x="207" y="32"/>
                </a:lnTo>
                <a:lnTo>
                  <a:pt x="209" y="34"/>
                </a:lnTo>
                <a:lnTo>
                  <a:pt x="211" y="36"/>
                </a:lnTo>
                <a:lnTo>
                  <a:pt x="214" y="39"/>
                </a:lnTo>
                <a:lnTo>
                  <a:pt x="216" y="41"/>
                </a:lnTo>
                <a:lnTo>
                  <a:pt x="218" y="43"/>
                </a:lnTo>
                <a:lnTo>
                  <a:pt x="220" y="46"/>
                </a:lnTo>
                <a:lnTo>
                  <a:pt x="221" y="49"/>
                </a:lnTo>
                <a:lnTo>
                  <a:pt x="223" y="51"/>
                </a:lnTo>
                <a:lnTo>
                  <a:pt x="225" y="54"/>
                </a:lnTo>
                <a:lnTo>
                  <a:pt x="226" y="57"/>
                </a:lnTo>
                <a:lnTo>
                  <a:pt x="228" y="59"/>
                </a:lnTo>
                <a:lnTo>
                  <a:pt x="229" y="62"/>
                </a:lnTo>
                <a:lnTo>
                  <a:pt x="230" y="65"/>
                </a:lnTo>
                <a:lnTo>
                  <a:pt x="231" y="68"/>
                </a:lnTo>
                <a:lnTo>
                  <a:pt x="232" y="71"/>
                </a:lnTo>
                <a:lnTo>
                  <a:pt x="233" y="73"/>
                </a:lnTo>
                <a:lnTo>
                  <a:pt x="234" y="76"/>
                </a:lnTo>
                <a:lnTo>
                  <a:pt x="235" y="79"/>
                </a:lnTo>
                <a:lnTo>
                  <a:pt x="235" y="82"/>
                </a:lnTo>
                <a:lnTo>
                  <a:pt x="235" y="85"/>
                </a:lnTo>
                <a:lnTo>
                  <a:pt x="236" y="88"/>
                </a:lnTo>
                <a:lnTo>
                  <a:pt x="236" y="91"/>
                </a:lnTo>
                <a:lnTo>
                  <a:pt x="236" y="94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9" name=""/>
          <p:cNvSpPr/>
          <p:nvPr/>
        </p:nvSpPr>
        <p:spPr>
          <a:xfrm>
            <a:off x="2814840" y="1809360"/>
            <a:ext cx="90000" cy="72360"/>
          </a:xfrm>
          <a:custGeom>
            <a:avLst/>
            <a:gdLst/>
            <a:ahLst/>
            <a:rect l="0" t="0" r="r" b="b"/>
            <a:pathLst>
              <a:path w="250" h="201">
                <a:moveTo>
                  <a:pt x="243" y="101"/>
                </a:moveTo>
                <a:lnTo>
                  <a:pt x="243" y="98"/>
                </a:lnTo>
                <a:lnTo>
                  <a:pt x="243" y="95"/>
                </a:lnTo>
                <a:lnTo>
                  <a:pt x="242" y="92"/>
                </a:lnTo>
                <a:lnTo>
                  <a:pt x="242" y="89"/>
                </a:lnTo>
                <a:lnTo>
                  <a:pt x="242" y="86"/>
                </a:lnTo>
                <a:lnTo>
                  <a:pt x="241" y="83"/>
                </a:lnTo>
                <a:lnTo>
                  <a:pt x="240" y="80"/>
                </a:lnTo>
                <a:lnTo>
                  <a:pt x="239" y="78"/>
                </a:lnTo>
                <a:lnTo>
                  <a:pt x="238" y="74"/>
                </a:lnTo>
                <a:lnTo>
                  <a:pt x="237" y="71"/>
                </a:lnTo>
                <a:lnTo>
                  <a:pt x="236" y="68"/>
                </a:lnTo>
                <a:lnTo>
                  <a:pt x="235" y="65"/>
                </a:lnTo>
                <a:lnTo>
                  <a:pt x="233" y="63"/>
                </a:lnTo>
                <a:lnTo>
                  <a:pt x="232" y="60"/>
                </a:lnTo>
                <a:lnTo>
                  <a:pt x="230" y="57"/>
                </a:lnTo>
                <a:lnTo>
                  <a:pt x="228" y="55"/>
                </a:lnTo>
                <a:lnTo>
                  <a:pt x="227" y="52"/>
                </a:lnTo>
                <a:lnTo>
                  <a:pt x="225" y="49"/>
                </a:lnTo>
                <a:lnTo>
                  <a:pt x="223" y="47"/>
                </a:lnTo>
                <a:lnTo>
                  <a:pt x="221" y="45"/>
                </a:lnTo>
                <a:lnTo>
                  <a:pt x="218" y="42"/>
                </a:lnTo>
                <a:lnTo>
                  <a:pt x="216" y="40"/>
                </a:lnTo>
                <a:lnTo>
                  <a:pt x="214" y="38"/>
                </a:lnTo>
                <a:lnTo>
                  <a:pt x="211" y="35"/>
                </a:lnTo>
                <a:lnTo>
                  <a:pt x="209" y="33"/>
                </a:lnTo>
                <a:lnTo>
                  <a:pt x="206" y="31"/>
                </a:lnTo>
                <a:lnTo>
                  <a:pt x="203" y="29"/>
                </a:lnTo>
                <a:lnTo>
                  <a:pt x="200" y="27"/>
                </a:lnTo>
                <a:lnTo>
                  <a:pt x="197" y="25"/>
                </a:lnTo>
                <a:lnTo>
                  <a:pt x="195" y="24"/>
                </a:lnTo>
                <a:lnTo>
                  <a:pt x="191" y="22"/>
                </a:lnTo>
                <a:lnTo>
                  <a:pt x="188" y="20"/>
                </a:lnTo>
                <a:lnTo>
                  <a:pt x="185" y="19"/>
                </a:lnTo>
                <a:lnTo>
                  <a:pt x="182" y="17"/>
                </a:lnTo>
                <a:lnTo>
                  <a:pt x="179" y="16"/>
                </a:lnTo>
                <a:lnTo>
                  <a:pt x="175" y="15"/>
                </a:lnTo>
                <a:lnTo>
                  <a:pt x="172" y="13"/>
                </a:lnTo>
                <a:lnTo>
                  <a:pt x="169" y="12"/>
                </a:lnTo>
                <a:lnTo>
                  <a:pt x="165" y="11"/>
                </a:lnTo>
                <a:lnTo>
                  <a:pt x="162" y="10"/>
                </a:lnTo>
                <a:lnTo>
                  <a:pt x="158" y="9"/>
                </a:lnTo>
                <a:lnTo>
                  <a:pt x="155" y="9"/>
                </a:lnTo>
                <a:lnTo>
                  <a:pt x="151" y="8"/>
                </a:lnTo>
                <a:lnTo>
                  <a:pt x="147" y="7"/>
                </a:lnTo>
                <a:lnTo>
                  <a:pt x="144" y="7"/>
                </a:lnTo>
                <a:lnTo>
                  <a:pt x="140" y="6"/>
                </a:lnTo>
                <a:lnTo>
                  <a:pt x="136" y="6"/>
                </a:lnTo>
                <a:lnTo>
                  <a:pt x="133" y="6"/>
                </a:lnTo>
                <a:lnTo>
                  <a:pt x="129" y="6"/>
                </a:lnTo>
                <a:lnTo>
                  <a:pt x="125" y="6"/>
                </a:lnTo>
                <a:lnTo>
                  <a:pt x="122" y="6"/>
                </a:lnTo>
                <a:lnTo>
                  <a:pt x="118" y="6"/>
                </a:lnTo>
                <a:lnTo>
                  <a:pt x="114" y="6"/>
                </a:lnTo>
                <a:lnTo>
                  <a:pt x="111" y="6"/>
                </a:lnTo>
                <a:lnTo>
                  <a:pt x="107" y="7"/>
                </a:lnTo>
                <a:lnTo>
                  <a:pt x="103" y="7"/>
                </a:lnTo>
                <a:lnTo>
                  <a:pt x="100" y="8"/>
                </a:lnTo>
                <a:lnTo>
                  <a:pt x="96" y="9"/>
                </a:lnTo>
                <a:lnTo>
                  <a:pt x="93" y="9"/>
                </a:lnTo>
                <a:lnTo>
                  <a:pt x="89" y="10"/>
                </a:lnTo>
                <a:lnTo>
                  <a:pt x="85" y="11"/>
                </a:lnTo>
                <a:lnTo>
                  <a:pt x="82" y="12"/>
                </a:lnTo>
                <a:lnTo>
                  <a:pt x="79" y="13"/>
                </a:lnTo>
                <a:lnTo>
                  <a:pt x="75" y="15"/>
                </a:lnTo>
                <a:lnTo>
                  <a:pt x="72" y="16"/>
                </a:lnTo>
                <a:lnTo>
                  <a:pt x="69" y="17"/>
                </a:lnTo>
                <a:lnTo>
                  <a:pt x="65" y="19"/>
                </a:lnTo>
                <a:lnTo>
                  <a:pt x="62" y="20"/>
                </a:lnTo>
                <a:lnTo>
                  <a:pt x="59" y="22"/>
                </a:lnTo>
                <a:lnTo>
                  <a:pt x="56" y="24"/>
                </a:lnTo>
                <a:lnTo>
                  <a:pt x="53" y="25"/>
                </a:lnTo>
                <a:lnTo>
                  <a:pt x="50" y="27"/>
                </a:lnTo>
                <a:lnTo>
                  <a:pt x="48" y="29"/>
                </a:lnTo>
                <a:lnTo>
                  <a:pt x="45" y="31"/>
                </a:lnTo>
                <a:lnTo>
                  <a:pt x="42" y="33"/>
                </a:lnTo>
                <a:lnTo>
                  <a:pt x="40" y="35"/>
                </a:lnTo>
                <a:lnTo>
                  <a:pt x="37" y="38"/>
                </a:lnTo>
                <a:lnTo>
                  <a:pt x="35" y="40"/>
                </a:lnTo>
                <a:lnTo>
                  <a:pt x="32" y="42"/>
                </a:lnTo>
                <a:lnTo>
                  <a:pt x="30" y="45"/>
                </a:lnTo>
                <a:lnTo>
                  <a:pt x="28" y="47"/>
                </a:lnTo>
                <a:lnTo>
                  <a:pt x="26" y="49"/>
                </a:lnTo>
                <a:lnTo>
                  <a:pt x="23" y="52"/>
                </a:lnTo>
                <a:lnTo>
                  <a:pt x="21" y="55"/>
                </a:lnTo>
                <a:lnTo>
                  <a:pt x="20" y="57"/>
                </a:lnTo>
                <a:lnTo>
                  <a:pt x="18" y="60"/>
                </a:lnTo>
                <a:lnTo>
                  <a:pt x="16" y="63"/>
                </a:lnTo>
                <a:lnTo>
                  <a:pt x="15" y="65"/>
                </a:lnTo>
                <a:lnTo>
                  <a:pt x="14" y="68"/>
                </a:lnTo>
                <a:lnTo>
                  <a:pt x="12" y="71"/>
                </a:lnTo>
                <a:lnTo>
                  <a:pt x="11" y="74"/>
                </a:lnTo>
                <a:lnTo>
                  <a:pt x="10" y="78"/>
                </a:lnTo>
                <a:lnTo>
                  <a:pt x="10" y="80"/>
                </a:lnTo>
                <a:lnTo>
                  <a:pt x="9" y="83"/>
                </a:lnTo>
                <a:lnTo>
                  <a:pt x="8" y="86"/>
                </a:lnTo>
                <a:lnTo>
                  <a:pt x="8" y="89"/>
                </a:lnTo>
                <a:lnTo>
                  <a:pt x="7" y="92"/>
                </a:lnTo>
                <a:lnTo>
                  <a:pt x="7" y="95"/>
                </a:lnTo>
                <a:lnTo>
                  <a:pt x="7" y="98"/>
                </a:lnTo>
                <a:lnTo>
                  <a:pt x="7" y="101"/>
                </a:lnTo>
                <a:lnTo>
                  <a:pt x="7" y="104"/>
                </a:lnTo>
                <a:lnTo>
                  <a:pt x="7" y="107"/>
                </a:lnTo>
                <a:lnTo>
                  <a:pt x="7" y="110"/>
                </a:lnTo>
                <a:lnTo>
                  <a:pt x="8" y="113"/>
                </a:lnTo>
                <a:lnTo>
                  <a:pt x="8" y="116"/>
                </a:lnTo>
                <a:lnTo>
                  <a:pt x="9" y="119"/>
                </a:lnTo>
                <a:lnTo>
                  <a:pt x="10" y="122"/>
                </a:lnTo>
                <a:lnTo>
                  <a:pt x="10" y="125"/>
                </a:lnTo>
                <a:lnTo>
                  <a:pt x="11" y="127"/>
                </a:lnTo>
                <a:lnTo>
                  <a:pt x="12" y="130"/>
                </a:lnTo>
                <a:lnTo>
                  <a:pt x="14" y="133"/>
                </a:lnTo>
                <a:lnTo>
                  <a:pt x="15" y="136"/>
                </a:lnTo>
                <a:lnTo>
                  <a:pt x="16" y="139"/>
                </a:lnTo>
                <a:lnTo>
                  <a:pt x="18" y="141"/>
                </a:lnTo>
                <a:lnTo>
                  <a:pt x="20" y="144"/>
                </a:lnTo>
                <a:lnTo>
                  <a:pt x="21" y="147"/>
                </a:lnTo>
                <a:lnTo>
                  <a:pt x="23" y="149"/>
                </a:lnTo>
                <a:lnTo>
                  <a:pt x="26" y="152"/>
                </a:lnTo>
                <a:lnTo>
                  <a:pt x="28" y="154"/>
                </a:lnTo>
                <a:lnTo>
                  <a:pt x="30" y="157"/>
                </a:lnTo>
                <a:lnTo>
                  <a:pt x="32" y="159"/>
                </a:lnTo>
                <a:lnTo>
                  <a:pt x="35" y="161"/>
                </a:lnTo>
                <a:lnTo>
                  <a:pt x="37" y="164"/>
                </a:lnTo>
                <a:lnTo>
                  <a:pt x="40" y="166"/>
                </a:lnTo>
                <a:lnTo>
                  <a:pt x="42" y="168"/>
                </a:lnTo>
                <a:lnTo>
                  <a:pt x="45" y="170"/>
                </a:lnTo>
                <a:lnTo>
                  <a:pt x="48" y="172"/>
                </a:lnTo>
                <a:lnTo>
                  <a:pt x="50" y="174"/>
                </a:lnTo>
                <a:lnTo>
                  <a:pt x="53" y="176"/>
                </a:lnTo>
                <a:lnTo>
                  <a:pt x="56" y="177"/>
                </a:lnTo>
                <a:lnTo>
                  <a:pt x="59" y="179"/>
                </a:lnTo>
                <a:lnTo>
                  <a:pt x="62" y="181"/>
                </a:lnTo>
                <a:lnTo>
                  <a:pt x="65" y="182"/>
                </a:lnTo>
                <a:lnTo>
                  <a:pt x="69" y="184"/>
                </a:lnTo>
                <a:lnTo>
                  <a:pt x="72" y="185"/>
                </a:lnTo>
                <a:lnTo>
                  <a:pt x="75" y="187"/>
                </a:lnTo>
                <a:lnTo>
                  <a:pt x="79" y="188"/>
                </a:lnTo>
                <a:lnTo>
                  <a:pt x="82" y="189"/>
                </a:lnTo>
                <a:lnTo>
                  <a:pt x="85" y="190"/>
                </a:lnTo>
                <a:lnTo>
                  <a:pt x="89" y="191"/>
                </a:lnTo>
                <a:lnTo>
                  <a:pt x="93" y="192"/>
                </a:lnTo>
                <a:lnTo>
                  <a:pt x="96" y="193"/>
                </a:lnTo>
                <a:lnTo>
                  <a:pt x="100" y="193"/>
                </a:lnTo>
                <a:lnTo>
                  <a:pt x="103" y="194"/>
                </a:lnTo>
                <a:lnTo>
                  <a:pt x="107" y="194"/>
                </a:lnTo>
                <a:lnTo>
                  <a:pt x="111" y="195"/>
                </a:lnTo>
                <a:lnTo>
                  <a:pt x="114" y="195"/>
                </a:lnTo>
                <a:lnTo>
                  <a:pt x="118" y="195"/>
                </a:lnTo>
                <a:lnTo>
                  <a:pt x="122" y="195"/>
                </a:lnTo>
                <a:lnTo>
                  <a:pt x="125" y="196"/>
                </a:lnTo>
                <a:lnTo>
                  <a:pt x="129" y="195"/>
                </a:lnTo>
                <a:lnTo>
                  <a:pt x="133" y="195"/>
                </a:lnTo>
                <a:lnTo>
                  <a:pt x="136" y="195"/>
                </a:lnTo>
                <a:lnTo>
                  <a:pt x="140" y="195"/>
                </a:lnTo>
                <a:lnTo>
                  <a:pt x="144" y="194"/>
                </a:lnTo>
                <a:lnTo>
                  <a:pt x="147" y="194"/>
                </a:lnTo>
                <a:lnTo>
                  <a:pt x="151" y="193"/>
                </a:lnTo>
                <a:lnTo>
                  <a:pt x="155" y="193"/>
                </a:lnTo>
                <a:lnTo>
                  <a:pt x="158" y="192"/>
                </a:lnTo>
                <a:lnTo>
                  <a:pt x="162" y="191"/>
                </a:lnTo>
                <a:lnTo>
                  <a:pt x="165" y="190"/>
                </a:lnTo>
                <a:lnTo>
                  <a:pt x="169" y="189"/>
                </a:lnTo>
                <a:lnTo>
                  <a:pt x="172" y="188"/>
                </a:lnTo>
                <a:lnTo>
                  <a:pt x="175" y="187"/>
                </a:lnTo>
                <a:lnTo>
                  <a:pt x="179" y="185"/>
                </a:lnTo>
                <a:lnTo>
                  <a:pt x="182" y="184"/>
                </a:lnTo>
                <a:lnTo>
                  <a:pt x="185" y="182"/>
                </a:lnTo>
                <a:lnTo>
                  <a:pt x="188" y="181"/>
                </a:lnTo>
                <a:lnTo>
                  <a:pt x="191" y="179"/>
                </a:lnTo>
                <a:lnTo>
                  <a:pt x="195" y="177"/>
                </a:lnTo>
                <a:lnTo>
                  <a:pt x="197" y="176"/>
                </a:lnTo>
                <a:lnTo>
                  <a:pt x="200" y="174"/>
                </a:lnTo>
                <a:lnTo>
                  <a:pt x="203" y="172"/>
                </a:lnTo>
                <a:lnTo>
                  <a:pt x="206" y="170"/>
                </a:lnTo>
                <a:lnTo>
                  <a:pt x="209" y="168"/>
                </a:lnTo>
                <a:lnTo>
                  <a:pt x="211" y="166"/>
                </a:lnTo>
                <a:lnTo>
                  <a:pt x="214" y="164"/>
                </a:lnTo>
                <a:lnTo>
                  <a:pt x="216" y="161"/>
                </a:lnTo>
                <a:lnTo>
                  <a:pt x="218" y="159"/>
                </a:lnTo>
                <a:lnTo>
                  <a:pt x="221" y="157"/>
                </a:lnTo>
                <a:lnTo>
                  <a:pt x="223" y="154"/>
                </a:lnTo>
                <a:lnTo>
                  <a:pt x="225" y="152"/>
                </a:lnTo>
                <a:lnTo>
                  <a:pt x="227" y="149"/>
                </a:lnTo>
                <a:lnTo>
                  <a:pt x="228" y="147"/>
                </a:lnTo>
                <a:lnTo>
                  <a:pt x="230" y="144"/>
                </a:lnTo>
                <a:lnTo>
                  <a:pt x="232" y="141"/>
                </a:lnTo>
                <a:lnTo>
                  <a:pt x="233" y="139"/>
                </a:lnTo>
                <a:lnTo>
                  <a:pt x="235" y="136"/>
                </a:lnTo>
                <a:lnTo>
                  <a:pt x="236" y="133"/>
                </a:lnTo>
                <a:lnTo>
                  <a:pt x="237" y="130"/>
                </a:lnTo>
                <a:lnTo>
                  <a:pt x="238" y="127"/>
                </a:lnTo>
                <a:lnTo>
                  <a:pt x="239" y="125"/>
                </a:lnTo>
                <a:lnTo>
                  <a:pt x="240" y="122"/>
                </a:lnTo>
                <a:lnTo>
                  <a:pt x="241" y="119"/>
                </a:lnTo>
                <a:lnTo>
                  <a:pt x="242" y="116"/>
                </a:lnTo>
                <a:lnTo>
                  <a:pt x="242" y="113"/>
                </a:lnTo>
                <a:lnTo>
                  <a:pt x="242" y="110"/>
                </a:lnTo>
                <a:lnTo>
                  <a:pt x="243" y="107"/>
                </a:lnTo>
                <a:lnTo>
                  <a:pt x="243" y="104"/>
                </a:lnTo>
                <a:lnTo>
                  <a:pt x="243" y="101"/>
                </a:lnTo>
                <a:moveTo>
                  <a:pt x="250" y="101"/>
                </a:moveTo>
                <a:lnTo>
                  <a:pt x="250" y="104"/>
                </a:lnTo>
                <a:lnTo>
                  <a:pt x="250" y="107"/>
                </a:lnTo>
                <a:lnTo>
                  <a:pt x="249" y="110"/>
                </a:lnTo>
                <a:lnTo>
                  <a:pt x="249" y="114"/>
                </a:lnTo>
                <a:lnTo>
                  <a:pt x="248" y="117"/>
                </a:lnTo>
                <a:lnTo>
                  <a:pt x="248" y="120"/>
                </a:lnTo>
                <a:lnTo>
                  <a:pt x="247" y="123"/>
                </a:lnTo>
                <a:lnTo>
                  <a:pt x="246" y="126"/>
                </a:lnTo>
                <a:lnTo>
                  <a:pt x="245" y="129"/>
                </a:lnTo>
                <a:lnTo>
                  <a:pt x="244" y="132"/>
                </a:lnTo>
                <a:lnTo>
                  <a:pt x="243" y="135"/>
                </a:lnTo>
                <a:lnTo>
                  <a:pt x="241" y="138"/>
                </a:lnTo>
                <a:lnTo>
                  <a:pt x="240" y="141"/>
                </a:lnTo>
                <a:lnTo>
                  <a:pt x="238" y="144"/>
                </a:lnTo>
                <a:lnTo>
                  <a:pt x="236" y="146"/>
                </a:lnTo>
                <a:lnTo>
                  <a:pt x="235" y="149"/>
                </a:lnTo>
                <a:lnTo>
                  <a:pt x="233" y="152"/>
                </a:lnTo>
                <a:lnTo>
                  <a:pt x="231" y="155"/>
                </a:lnTo>
                <a:lnTo>
                  <a:pt x="228" y="157"/>
                </a:lnTo>
                <a:lnTo>
                  <a:pt x="226" y="160"/>
                </a:lnTo>
                <a:lnTo>
                  <a:pt x="224" y="162"/>
                </a:lnTo>
                <a:lnTo>
                  <a:pt x="221" y="165"/>
                </a:lnTo>
                <a:lnTo>
                  <a:pt x="219" y="167"/>
                </a:lnTo>
                <a:lnTo>
                  <a:pt x="216" y="170"/>
                </a:lnTo>
                <a:lnTo>
                  <a:pt x="213" y="172"/>
                </a:lnTo>
                <a:lnTo>
                  <a:pt x="211" y="174"/>
                </a:lnTo>
                <a:lnTo>
                  <a:pt x="208" y="176"/>
                </a:lnTo>
                <a:lnTo>
                  <a:pt x="205" y="178"/>
                </a:lnTo>
                <a:lnTo>
                  <a:pt x="202" y="180"/>
                </a:lnTo>
                <a:lnTo>
                  <a:pt x="199" y="182"/>
                </a:lnTo>
                <a:lnTo>
                  <a:pt x="195" y="184"/>
                </a:lnTo>
                <a:lnTo>
                  <a:pt x="192" y="186"/>
                </a:lnTo>
                <a:lnTo>
                  <a:pt x="189" y="187"/>
                </a:lnTo>
                <a:lnTo>
                  <a:pt x="185" y="189"/>
                </a:lnTo>
                <a:lnTo>
                  <a:pt x="182" y="190"/>
                </a:lnTo>
                <a:lnTo>
                  <a:pt x="178" y="192"/>
                </a:lnTo>
                <a:lnTo>
                  <a:pt x="175" y="193"/>
                </a:lnTo>
                <a:lnTo>
                  <a:pt x="171" y="194"/>
                </a:lnTo>
                <a:lnTo>
                  <a:pt x="168" y="195"/>
                </a:lnTo>
                <a:lnTo>
                  <a:pt x="164" y="196"/>
                </a:lnTo>
                <a:lnTo>
                  <a:pt x="160" y="197"/>
                </a:lnTo>
                <a:lnTo>
                  <a:pt x="156" y="198"/>
                </a:lnTo>
                <a:lnTo>
                  <a:pt x="153" y="199"/>
                </a:lnTo>
                <a:lnTo>
                  <a:pt x="149" y="199"/>
                </a:lnTo>
                <a:lnTo>
                  <a:pt x="145" y="200"/>
                </a:lnTo>
                <a:lnTo>
                  <a:pt x="141" y="200"/>
                </a:lnTo>
                <a:lnTo>
                  <a:pt x="137" y="201"/>
                </a:lnTo>
                <a:lnTo>
                  <a:pt x="133" y="201"/>
                </a:lnTo>
                <a:lnTo>
                  <a:pt x="129" y="201"/>
                </a:lnTo>
                <a:lnTo>
                  <a:pt x="125" y="201"/>
                </a:lnTo>
                <a:lnTo>
                  <a:pt x="121" y="201"/>
                </a:lnTo>
                <a:lnTo>
                  <a:pt x="118" y="201"/>
                </a:lnTo>
                <a:lnTo>
                  <a:pt x="114" y="201"/>
                </a:lnTo>
                <a:lnTo>
                  <a:pt x="110" y="200"/>
                </a:lnTo>
                <a:lnTo>
                  <a:pt x="106" y="200"/>
                </a:lnTo>
                <a:lnTo>
                  <a:pt x="102" y="199"/>
                </a:lnTo>
                <a:lnTo>
                  <a:pt x="98" y="199"/>
                </a:lnTo>
                <a:lnTo>
                  <a:pt x="94" y="198"/>
                </a:lnTo>
                <a:lnTo>
                  <a:pt x="91" y="197"/>
                </a:lnTo>
                <a:lnTo>
                  <a:pt x="87" y="196"/>
                </a:lnTo>
                <a:lnTo>
                  <a:pt x="83" y="195"/>
                </a:lnTo>
                <a:lnTo>
                  <a:pt x="79" y="194"/>
                </a:lnTo>
                <a:lnTo>
                  <a:pt x="76" y="193"/>
                </a:lnTo>
                <a:lnTo>
                  <a:pt x="72" y="192"/>
                </a:lnTo>
                <a:lnTo>
                  <a:pt x="69" y="190"/>
                </a:lnTo>
                <a:lnTo>
                  <a:pt x="65" y="189"/>
                </a:lnTo>
                <a:lnTo>
                  <a:pt x="62" y="187"/>
                </a:lnTo>
                <a:lnTo>
                  <a:pt x="59" y="186"/>
                </a:lnTo>
                <a:lnTo>
                  <a:pt x="55" y="184"/>
                </a:lnTo>
                <a:lnTo>
                  <a:pt x="52" y="182"/>
                </a:lnTo>
                <a:lnTo>
                  <a:pt x="49" y="180"/>
                </a:lnTo>
                <a:lnTo>
                  <a:pt x="46" y="178"/>
                </a:lnTo>
                <a:lnTo>
                  <a:pt x="43" y="176"/>
                </a:lnTo>
                <a:lnTo>
                  <a:pt x="40" y="174"/>
                </a:lnTo>
                <a:lnTo>
                  <a:pt x="37" y="172"/>
                </a:lnTo>
                <a:lnTo>
                  <a:pt x="35" y="170"/>
                </a:lnTo>
                <a:lnTo>
                  <a:pt x="32" y="167"/>
                </a:lnTo>
                <a:lnTo>
                  <a:pt x="29" y="165"/>
                </a:lnTo>
                <a:lnTo>
                  <a:pt x="27" y="162"/>
                </a:lnTo>
                <a:lnTo>
                  <a:pt x="24" y="160"/>
                </a:lnTo>
                <a:lnTo>
                  <a:pt x="21" y="157"/>
                </a:lnTo>
                <a:lnTo>
                  <a:pt x="19" y="155"/>
                </a:lnTo>
                <a:lnTo>
                  <a:pt x="17" y="152"/>
                </a:lnTo>
                <a:lnTo>
                  <a:pt x="15" y="149"/>
                </a:lnTo>
                <a:lnTo>
                  <a:pt x="13" y="146"/>
                </a:lnTo>
                <a:lnTo>
                  <a:pt x="12" y="144"/>
                </a:lnTo>
                <a:lnTo>
                  <a:pt x="10" y="141"/>
                </a:lnTo>
                <a:lnTo>
                  <a:pt x="9" y="138"/>
                </a:lnTo>
                <a:lnTo>
                  <a:pt x="7" y="135"/>
                </a:lnTo>
                <a:lnTo>
                  <a:pt x="6" y="132"/>
                </a:lnTo>
                <a:lnTo>
                  <a:pt x="5" y="129"/>
                </a:lnTo>
                <a:lnTo>
                  <a:pt x="4" y="126"/>
                </a:lnTo>
                <a:lnTo>
                  <a:pt x="3" y="123"/>
                </a:lnTo>
                <a:lnTo>
                  <a:pt x="2" y="120"/>
                </a:lnTo>
                <a:lnTo>
                  <a:pt x="1" y="117"/>
                </a:lnTo>
                <a:lnTo>
                  <a:pt x="1" y="114"/>
                </a:lnTo>
                <a:lnTo>
                  <a:pt x="0" y="110"/>
                </a:lnTo>
                <a:lnTo>
                  <a:pt x="0" y="107"/>
                </a:lnTo>
                <a:lnTo>
                  <a:pt x="0" y="104"/>
                </a:lnTo>
                <a:lnTo>
                  <a:pt x="0" y="101"/>
                </a:lnTo>
                <a:lnTo>
                  <a:pt x="0" y="98"/>
                </a:lnTo>
                <a:lnTo>
                  <a:pt x="0" y="95"/>
                </a:lnTo>
                <a:lnTo>
                  <a:pt x="0" y="92"/>
                </a:lnTo>
                <a:lnTo>
                  <a:pt x="1" y="89"/>
                </a:lnTo>
                <a:lnTo>
                  <a:pt x="1" y="85"/>
                </a:lnTo>
                <a:lnTo>
                  <a:pt x="2" y="82"/>
                </a:lnTo>
                <a:lnTo>
                  <a:pt x="3" y="79"/>
                </a:lnTo>
                <a:lnTo>
                  <a:pt x="4" y="76"/>
                </a:lnTo>
                <a:lnTo>
                  <a:pt x="5" y="72"/>
                </a:lnTo>
                <a:lnTo>
                  <a:pt x="6" y="69"/>
                </a:lnTo>
                <a:lnTo>
                  <a:pt x="7" y="66"/>
                </a:lnTo>
                <a:lnTo>
                  <a:pt x="9" y="63"/>
                </a:lnTo>
                <a:lnTo>
                  <a:pt x="10" y="60"/>
                </a:lnTo>
                <a:lnTo>
                  <a:pt x="12" y="57"/>
                </a:lnTo>
                <a:lnTo>
                  <a:pt x="13" y="55"/>
                </a:lnTo>
                <a:lnTo>
                  <a:pt x="15" y="52"/>
                </a:lnTo>
                <a:lnTo>
                  <a:pt x="17" y="49"/>
                </a:lnTo>
                <a:lnTo>
                  <a:pt x="19" y="46"/>
                </a:lnTo>
                <a:lnTo>
                  <a:pt x="21" y="44"/>
                </a:lnTo>
                <a:lnTo>
                  <a:pt x="24" y="41"/>
                </a:lnTo>
                <a:lnTo>
                  <a:pt x="27" y="39"/>
                </a:lnTo>
                <a:lnTo>
                  <a:pt x="29" y="36"/>
                </a:lnTo>
                <a:lnTo>
                  <a:pt x="32" y="34"/>
                </a:lnTo>
                <a:lnTo>
                  <a:pt x="35" y="32"/>
                </a:lnTo>
                <a:lnTo>
                  <a:pt x="37" y="29"/>
                </a:lnTo>
                <a:lnTo>
                  <a:pt x="40" y="27"/>
                </a:lnTo>
                <a:lnTo>
                  <a:pt x="43" y="25"/>
                </a:lnTo>
                <a:lnTo>
                  <a:pt x="46" y="23"/>
                </a:lnTo>
                <a:lnTo>
                  <a:pt x="49" y="21"/>
                </a:lnTo>
                <a:lnTo>
                  <a:pt x="52" y="19"/>
                </a:lnTo>
                <a:lnTo>
                  <a:pt x="55" y="17"/>
                </a:lnTo>
                <a:lnTo>
                  <a:pt x="59" y="16"/>
                </a:lnTo>
                <a:lnTo>
                  <a:pt x="62" y="14"/>
                </a:lnTo>
                <a:lnTo>
                  <a:pt x="65" y="12"/>
                </a:lnTo>
                <a:lnTo>
                  <a:pt x="69" y="11"/>
                </a:lnTo>
                <a:lnTo>
                  <a:pt x="72" y="10"/>
                </a:lnTo>
                <a:lnTo>
                  <a:pt x="76" y="8"/>
                </a:lnTo>
                <a:lnTo>
                  <a:pt x="79" y="7"/>
                </a:lnTo>
                <a:lnTo>
                  <a:pt x="83" y="6"/>
                </a:lnTo>
                <a:lnTo>
                  <a:pt x="87" y="5"/>
                </a:lnTo>
                <a:lnTo>
                  <a:pt x="91" y="4"/>
                </a:lnTo>
                <a:lnTo>
                  <a:pt x="94" y="3"/>
                </a:lnTo>
                <a:lnTo>
                  <a:pt x="98" y="2"/>
                </a:lnTo>
                <a:lnTo>
                  <a:pt x="102" y="2"/>
                </a:lnTo>
                <a:lnTo>
                  <a:pt x="106" y="1"/>
                </a:lnTo>
                <a:lnTo>
                  <a:pt x="110" y="1"/>
                </a:lnTo>
                <a:lnTo>
                  <a:pt x="114" y="0"/>
                </a:lnTo>
                <a:lnTo>
                  <a:pt x="118" y="0"/>
                </a:lnTo>
                <a:lnTo>
                  <a:pt x="121" y="0"/>
                </a:lnTo>
                <a:lnTo>
                  <a:pt x="125" y="0"/>
                </a:lnTo>
                <a:lnTo>
                  <a:pt x="129" y="0"/>
                </a:lnTo>
                <a:lnTo>
                  <a:pt x="133" y="0"/>
                </a:lnTo>
                <a:lnTo>
                  <a:pt x="137" y="0"/>
                </a:lnTo>
                <a:lnTo>
                  <a:pt x="141" y="1"/>
                </a:lnTo>
                <a:lnTo>
                  <a:pt x="145" y="1"/>
                </a:lnTo>
                <a:lnTo>
                  <a:pt x="149" y="2"/>
                </a:lnTo>
                <a:lnTo>
                  <a:pt x="153" y="2"/>
                </a:lnTo>
                <a:lnTo>
                  <a:pt x="156" y="3"/>
                </a:lnTo>
                <a:lnTo>
                  <a:pt x="160" y="4"/>
                </a:lnTo>
                <a:lnTo>
                  <a:pt x="164" y="5"/>
                </a:lnTo>
                <a:lnTo>
                  <a:pt x="168" y="6"/>
                </a:lnTo>
                <a:lnTo>
                  <a:pt x="171" y="7"/>
                </a:lnTo>
                <a:lnTo>
                  <a:pt x="175" y="8"/>
                </a:lnTo>
                <a:lnTo>
                  <a:pt x="178" y="10"/>
                </a:lnTo>
                <a:lnTo>
                  <a:pt x="182" y="11"/>
                </a:lnTo>
                <a:lnTo>
                  <a:pt x="185" y="12"/>
                </a:lnTo>
                <a:lnTo>
                  <a:pt x="189" y="14"/>
                </a:lnTo>
                <a:lnTo>
                  <a:pt x="192" y="16"/>
                </a:lnTo>
                <a:lnTo>
                  <a:pt x="195" y="17"/>
                </a:lnTo>
                <a:lnTo>
                  <a:pt x="199" y="19"/>
                </a:lnTo>
                <a:lnTo>
                  <a:pt x="202" y="21"/>
                </a:lnTo>
                <a:lnTo>
                  <a:pt x="205" y="23"/>
                </a:lnTo>
                <a:lnTo>
                  <a:pt x="208" y="25"/>
                </a:lnTo>
                <a:lnTo>
                  <a:pt x="211" y="27"/>
                </a:lnTo>
                <a:lnTo>
                  <a:pt x="213" y="29"/>
                </a:lnTo>
                <a:lnTo>
                  <a:pt x="216" y="32"/>
                </a:lnTo>
                <a:lnTo>
                  <a:pt x="219" y="34"/>
                </a:lnTo>
                <a:lnTo>
                  <a:pt x="221" y="36"/>
                </a:lnTo>
                <a:lnTo>
                  <a:pt x="224" y="39"/>
                </a:lnTo>
                <a:lnTo>
                  <a:pt x="226" y="41"/>
                </a:lnTo>
                <a:lnTo>
                  <a:pt x="228" y="44"/>
                </a:lnTo>
                <a:lnTo>
                  <a:pt x="231" y="46"/>
                </a:lnTo>
                <a:lnTo>
                  <a:pt x="233" y="49"/>
                </a:lnTo>
                <a:lnTo>
                  <a:pt x="235" y="52"/>
                </a:lnTo>
                <a:lnTo>
                  <a:pt x="236" y="55"/>
                </a:lnTo>
                <a:lnTo>
                  <a:pt x="238" y="57"/>
                </a:lnTo>
                <a:lnTo>
                  <a:pt x="240" y="60"/>
                </a:lnTo>
                <a:lnTo>
                  <a:pt x="241" y="63"/>
                </a:lnTo>
                <a:lnTo>
                  <a:pt x="243" y="66"/>
                </a:lnTo>
                <a:lnTo>
                  <a:pt x="244" y="69"/>
                </a:lnTo>
                <a:lnTo>
                  <a:pt x="245" y="72"/>
                </a:lnTo>
                <a:lnTo>
                  <a:pt x="246" y="76"/>
                </a:lnTo>
                <a:lnTo>
                  <a:pt x="247" y="79"/>
                </a:lnTo>
                <a:lnTo>
                  <a:pt x="248" y="82"/>
                </a:lnTo>
                <a:lnTo>
                  <a:pt x="248" y="85"/>
                </a:lnTo>
                <a:lnTo>
                  <a:pt x="249" y="89"/>
                </a:lnTo>
                <a:lnTo>
                  <a:pt x="249" y="92"/>
                </a:lnTo>
                <a:lnTo>
                  <a:pt x="250" y="95"/>
                </a:lnTo>
                <a:lnTo>
                  <a:pt x="250" y="98"/>
                </a:lnTo>
                <a:lnTo>
                  <a:pt x="250" y="101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0" name=""/>
          <p:cNvSpPr/>
          <p:nvPr/>
        </p:nvSpPr>
        <p:spPr>
          <a:xfrm>
            <a:off x="2813760" y="1808640"/>
            <a:ext cx="91800" cy="73800"/>
          </a:xfrm>
          <a:custGeom>
            <a:avLst/>
            <a:gdLst/>
            <a:ahLst/>
            <a:rect l="0" t="0" r="r" b="b"/>
            <a:pathLst>
              <a:path w="255" h="205">
                <a:moveTo>
                  <a:pt x="253" y="102"/>
                </a:moveTo>
                <a:lnTo>
                  <a:pt x="253" y="99"/>
                </a:lnTo>
                <a:lnTo>
                  <a:pt x="253" y="96"/>
                </a:lnTo>
                <a:lnTo>
                  <a:pt x="252" y="93"/>
                </a:lnTo>
                <a:lnTo>
                  <a:pt x="252" y="90"/>
                </a:lnTo>
                <a:lnTo>
                  <a:pt x="251" y="86"/>
                </a:lnTo>
                <a:lnTo>
                  <a:pt x="251" y="83"/>
                </a:lnTo>
                <a:lnTo>
                  <a:pt x="250" y="80"/>
                </a:lnTo>
                <a:lnTo>
                  <a:pt x="249" y="77"/>
                </a:lnTo>
                <a:lnTo>
                  <a:pt x="248" y="74"/>
                </a:lnTo>
                <a:lnTo>
                  <a:pt x="247" y="71"/>
                </a:lnTo>
                <a:lnTo>
                  <a:pt x="246" y="68"/>
                </a:lnTo>
                <a:lnTo>
                  <a:pt x="244" y="65"/>
                </a:lnTo>
                <a:lnTo>
                  <a:pt x="243" y="62"/>
                </a:lnTo>
                <a:lnTo>
                  <a:pt x="241" y="59"/>
                </a:lnTo>
                <a:lnTo>
                  <a:pt x="239" y="57"/>
                </a:lnTo>
                <a:lnTo>
                  <a:pt x="238" y="54"/>
                </a:lnTo>
                <a:lnTo>
                  <a:pt x="236" y="51"/>
                </a:lnTo>
                <a:lnTo>
                  <a:pt x="234" y="48"/>
                </a:lnTo>
                <a:lnTo>
                  <a:pt x="231" y="46"/>
                </a:lnTo>
                <a:lnTo>
                  <a:pt x="229" y="43"/>
                </a:lnTo>
                <a:lnTo>
                  <a:pt x="227" y="41"/>
                </a:lnTo>
                <a:lnTo>
                  <a:pt x="224" y="38"/>
                </a:lnTo>
                <a:lnTo>
                  <a:pt x="222" y="36"/>
                </a:lnTo>
                <a:lnTo>
                  <a:pt x="219" y="34"/>
                </a:lnTo>
                <a:lnTo>
                  <a:pt x="216" y="31"/>
                </a:lnTo>
                <a:lnTo>
                  <a:pt x="214" y="29"/>
                </a:lnTo>
                <a:lnTo>
                  <a:pt x="211" y="27"/>
                </a:lnTo>
                <a:lnTo>
                  <a:pt x="208" y="25"/>
                </a:lnTo>
                <a:lnTo>
                  <a:pt x="205" y="23"/>
                </a:lnTo>
                <a:lnTo>
                  <a:pt x="202" y="21"/>
                </a:lnTo>
                <a:lnTo>
                  <a:pt x="198" y="19"/>
                </a:lnTo>
                <a:lnTo>
                  <a:pt x="195" y="18"/>
                </a:lnTo>
                <a:lnTo>
                  <a:pt x="192" y="16"/>
                </a:lnTo>
                <a:lnTo>
                  <a:pt x="188" y="14"/>
                </a:lnTo>
                <a:lnTo>
                  <a:pt x="185" y="13"/>
                </a:lnTo>
                <a:lnTo>
                  <a:pt x="181" y="12"/>
                </a:lnTo>
                <a:lnTo>
                  <a:pt x="178" y="10"/>
                </a:lnTo>
                <a:lnTo>
                  <a:pt x="174" y="9"/>
                </a:lnTo>
                <a:lnTo>
                  <a:pt x="171" y="8"/>
                </a:lnTo>
                <a:lnTo>
                  <a:pt x="167" y="7"/>
                </a:lnTo>
                <a:lnTo>
                  <a:pt x="163" y="6"/>
                </a:lnTo>
                <a:lnTo>
                  <a:pt x="159" y="5"/>
                </a:lnTo>
                <a:lnTo>
                  <a:pt x="156" y="4"/>
                </a:lnTo>
                <a:lnTo>
                  <a:pt x="151" y="4"/>
                </a:lnTo>
                <a:lnTo>
                  <a:pt x="147" y="3"/>
                </a:lnTo>
                <a:lnTo>
                  <a:pt x="143" y="3"/>
                </a:lnTo>
                <a:lnTo>
                  <a:pt x="139" y="2"/>
                </a:lnTo>
                <a:lnTo>
                  <a:pt x="135" y="2"/>
                </a:lnTo>
                <a:lnTo>
                  <a:pt x="131" y="2"/>
                </a:lnTo>
                <a:lnTo>
                  <a:pt x="127" y="2"/>
                </a:lnTo>
                <a:lnTo>
                  <a:pt x="123" y="2"/>
                </a:lnTo>
                <a:lnTo>
                  <a:pt x="120" y="2"/>
                </a:lnTo>
                <a:lnTo>
                  <a:pt x="116" y="2"/>
                </a:lnTo>
                <a:lnTo>
                  <a:pt x="112" y="3"/>
                </a:lnTo>
                <a:lnTo>
                  <a:pt x="108" y="3"/>
                </a:lnTo>
                <a:lnTo>
                  <a:pt x="104" y="4"/>
                </a:lnTo>
                <a:lnTo>
                  <a:pt x="100" y="4"/>
                </a:lnTo>
                <a:lnTo>
                  <a:pt x="96" y="5"/>
                </a:lnTo>
                <a:lnTo>
                  <a:pt x="93" y="6"/>
                </a:lnTo>
                <a:lnTo>
                  <a:pt x="89" y="7"/>
                </a:lnTo>
                <a:lnTo>
                  <a:pt x="85" y="8"/>
                </a:lnTo>
                <a:lnTo>
                  <a:pt x="81" y="9"/>
                </a:lnTo>
                <a:lnTo>
                  <a:pt x="78" y="10"/>
                </a:lnTo>
                <a:lnTo>
                  <a:pt x="74" y="12"/>
                </a:lnTo>
                <a:lnTo>
                  <a:pt x="71" y="13"/>
                </a:lnTo>
                <a:lnTo>
                  <a:pt x="67" y="14"/>
                </a:lnTo>
                <a:lnTo>
                  <a:pt x="64" y="16"/>
                </a:lnTo>
                <a:lnTo>
                  <a:pt x="61" y="18"/>
                </a:lnTo>
                <a:lnTo>
                  <a:pt x="57" y="19"/>
                </a:lnTo>
                <a:lnTo>
                  <a:pt x="54" y="21"/>
                </a:lnTo>
                <a:lnTo>
                  <a:pt x="51" y="23"/>
                </a:lnTo>
                <a:lnTo>
                  <a:pt x="48" y="25"/>
                </a:lnTo>
                <a:lnTo>
                  <a:pt x="45" y="27"/>
                </a:lnTo>
                <a:lnTo>
                  <a:pt x="42" y="29"/>
                </a:lnTo>
                <a:lnTo>
                  <a:pt x="39" y="31"/>
                </a:lnTo>
                <a:lnTo>
                  <a:pt x="37" y="34"/>
                </a:lnTo>
                <a:lnTo>
                  <a:pt x="34" y="36"/>
                </a:lnTo>
                <a:lnTo>
                  <a:pt x="31" y="38"/>
                </a:lnTo>
                <a:lnTo>
                  <a:pt x="29" y="41"/>
                </a:lnTo>
                <a:lnTo>
                  <a:pt x="27" y="43"/>
                </a:lnTo>
                <a:lnTo>
                  <a:pt x="24" y="46"/>
                </a:lnTo>
                <a:lnTo>
                  <a:pt x="22" y="48"/>
                </a:lnTo>
                <a:lnTo>
                  <a:pt x="20" y="51"/>
                </a:lnTo>
                <a:lnTo>
                  <a:pt x="18" y="54"/>
                </a:lnTo>
                <a:lnTo>
                  <a:pt x="16" y="57"/>
                </a:lnTo>
                <a:lnTo>
                  <a:pt x="15" y="59"/>
                </a:lnTo>
                <a:lnTo>
                  <a:pt x="13" y="62"/>
                </a:lnTo>
                <a:lnTo>
                  <a:pt x="12" y="65"/>
                </a:lnTo>
                <a:lnTo>
                  <a:pt x="10" y="68"/>
                </a:lnTo>
                <a:lnTo>
                  <a:pt x="9" y="71"/>
                </a:lnTo>
                <a:lnTo>
                  <a:pt x="8" y="74"/>
                </a:lnTo>
                <a:lnTo>
                  <a:pt x="7" y="77"/>
                </a:lnTo>
                <a:lnTo>
                  <a:pt x="6" y="80"/>
                </a:lnTo>
                <a:lnTo>
                  <a:pt x="5" y="83"/>
                </a:lnTo>
                <a:lnTo>
                  <a:pt x="4" y="86"/>
                </a:lnTo>
                <a:lnTo>
                  <a:pt x="4" y="90"/>
                </a:lnTo>
                <a:lnTo>
                  <a:pt x="3" y="93"/>
                </a:lnTo>
                <a:lnTo>
                  <a:pt x="3" y="96"/>
                </a:lnTo>
                <a:lnTo>
                  <a:pt x="3" y="99"/>
                </a:lnTo>
                <a:lnTo>
                  <a:pt x="3" y="102"/>
                </a:lnTo>
                <a:lnTo>
                  <a:pt x="3" y="105"/>
                </a:lnTo>
                <a:lnTo>
                  <a:pt x="3" y="108"/>
                </a:lnTo>
                <a:lnTo>
                  <a:pt x="3" y="111"/>
                </a:lnTo>
                <a:lnTo>
                  <a:pt x="4" y="115"/>
                </a:lnTo>
                <a:lnTo>
                  <a:pt x="4" y="118"/>
                </a:lnTo>
                <a:lnTo>
                  <a:pt x="5" y="121"/>
                </a:lnTo>
                <a:lnTo>
                  <a:pt x="6" y="124"/>
                </a:lnTo>
                <a:lnTo>
                  <a:pt x="7" y="127"/>
                </a:lnTo>
                <a:lnTo>
                  <a:pt x="8" y="130"/>
                </a:lnTo>
                <a:lnTo>
                  <a:pt x="9" y="133"/>
                </a:lnTo>
                <a:lnTo>
                  <a:pt x="10" y="136"/>
                </a:lnTo>
                <a:lnTo>
                  <a:pt x="12" y="139"/>
                </a:lnTo>
                <a:lnTo>
                  <a:pt x="13" y="142"/>
                </a:lnTo>
                <a:lnTo>
                  <a:pt x="15" y="145"/>
                </a:lnTo>
                <a:lnTo>
                  <a:pt x="16" y="147"/>
                </a:lnTo>
                <a:lnTo>
                  <a:pt x="18" y="150"/>
                </a:lnTo>
                <a:lnTo>
                  <a:pt x="20" y="154"/>
                </a:lnTo>
                <a:lnTo>
                  <a:pt x="22" y="157"/>
                </a:lnTo>
                <a:lnTo>
                  <a:pt x="24" y="159"/>
                </a:lnTo>
                <a:lnTo>
                  <a:pt x="27" y="162"/>
                </a:lnTo>
                <a:lnTo>
                  <a:pt x="29" y="164"/>
                </a:lnTo>
                <a:lnTo>
                  <a:pt x="31" y="167"/>
                </a:lnTo>
                <a:lnTo>
                  <a:pt x="34" y="169"/>
                </a:lnTo>
                <a:lnTo>
                  <a:pt x="37" y="172"/>
                </a:lnTo>
                <a:lnTo>
                  <a:pt x="39" y="174"/>
                </a:lnTo>
                <a:lnTo>
                  <a:pt x="42" y="176"/>
                </a:lnTo>
                <a:lnTo>
                  <a:pt x="45" y="178"/>
                </a:lnTo>
                <a:lnTo>
                  <a:pt x="48" y="180"/>
                </a:lnTo>
                <a:lnTo>
                  <a:pt x="51" y="182"/>
                </a:lnTo>
                <a:lnTo>
                  <a:pt x="54" y="184"/>
                </a:lnTo>
                <a:lnTo>
                  <a:pt x="57" y="186"/>
                </a:lnTo>
                <a:lnTo>
                  <a:pt x="61" y="188"/>
                </a:lnTo>
                <a:lnTo>
                  <a:pt x="64" y="189"/>
                </a:lnTo>
                <a:lnTo>
                  <a:pt x="67" y="191"/>
                </a:lnTo>
                <a:lnTo>
                  <a:pt x="71" y="192"/>
                </a:lnTo>
                <a:lnTo>
                  <a:pt x="74" y="194"/>
                </a:lnTo>
                <a:lnTo>
                  <a:pt x="78" y="195"/>
                </a:lnTo>
                <a:lnTo>
                  <a:pt x="81" y="196"/>
                </a:lnTo>
                <a:lnTo>
                  <a:pt x="85" y="197"/>
                </a:lnTo>
                <a:lnTo>
                  <a:pt x="89" y="198"/>
                </a:lnTo>
                <a:lnTo>
                  <a:pt x="93" y="199"/>
                </a:lnTo>
                <a:lnTo>
                  <a:pt x="96" y="200"/>
                </a:lnTo>
                <a:lnTo>
                  <a:pt x="100" y="201"/>
                </a:lnTo>
                <a:lnTo>
                  <a:pt x="104" y="201"/>
                </a:lnTo>
                <a:lnTo>
                  <a:pt x="108" y="202"/>
                </a:lnTo>
                <a:lnTo>
                  <a:pt x="112" y="202"/>
                </a:lnTo>
                <a:lnTo>
                  <a:pt x="116" y="203"/>
                </a:lnTo>
                <a:lnTo>
                  <a:pt x="120" y="203"/>
                </a:lnTo>
                <a:lnTo>
                  <a:pt x="123" y="203"/>
                </a:lnTo>
                <a:lnTo>
                  <a:pt x="127" y="203"/>
                </a:lnTo>
                <a:lnTo>
                  <a:pt x="131" y="203"/>
                </a:lnTo>
                <a:lnTo>
                  <a:pt x="135" y="203"/>
                </a:lnTo>
                <a:lnTo>
                  <a:pt x="139" y="203"/>
                </a:lnTo>
                <a:lnTo>
                  <a:pt x="143" y="202"/>
                </a:lnTo>
                <a:lnTo>
                  <a:pt x="147" y="202"/>
                </a:lnTo>
                <a:lnTo>
                  <a:pt x="151" y="201"/>
                </a:lnTo>
                <a:lnTo>
                  <a:pt x="156" y="201"/>
                </a:lnTo>
                <a:lnTo>
                  <a:pt x="159" y="200"/>
                </a:lnTo>
                <a:lnTo>
                  <a:pt x="163" y="199"/>
                </a:lnTo>
                <a:lnTo>
                  <a:pt x="167" y="198"/>
                </a:lnTo>
                <a:lnTo>
                  <a:pt x="171" y="197"/>
                </a:lnTo>
                <a:lnTo>
                  <a:pt x="174" y="196"/>
                </a:lnTo>
                <a:lnTo>
                  <a:pt x="178" y="195"/>
                </a:lnTo>
                <a:lnTo>
                  <a:pt x="181" y="194"/>
                </a:lnTo>
                <a:lnTo>
                  <a:pt x="185" y="192"/>
                </a:lnTo>
                <a:lnTo>
                  <a:pt x="188" y="191"/>
                </a:lnTo>
                <a:lnTo>
                  <a:pt x="192" y="189"/>
                </a:lnTo>
                <a:lnTo>
                  <a:pt x="195" y="188"/>
                </a:lnTo>
                <a:lnTo>
                  <a:pt x="198" y="186"/>
                </a:lnTo>
                <a:lnTo>
                  <a:pt x="202" y="184"/>
                </a:lnTo>
                <a:lnTo>
                  <a:pt x="205" y="182"/>
                </a:lnTo>
                <a:lnTo>
                  <a:pt x="208" y="180"/>
                </a:lnTo>
                <a:lnTo>
                  <a:pt x="211" y="178"/>
                </a:lnTo>
                <a:lnTo>
                  <a:pt x="214" y="176"/>
                </a:lnTo>
                <a:lnTo>
                  <a:pt x="216" y="174"/>
                </a:lnTo>
                <a:lnTo>
                  <a:pt x="219" y="172"/>
                </a:lnTo>
                <a:lnTo>
                  <a:pt x="222" y="169"/>
                </a:lnTo>
                <a:lnTo>
                  <a:pt x="224" y="167"/>
                </a:lnTo>
                <a:lnTo>
                  <a:pt x="227" y="164"/>
                </a:lnTo>
                <a:lnTo>
                  <a:pt x="229" y="162"/>
                </a:lnTo>
                <a:lnTo>
                  <a:pt x="231" y="159"/>
                </a:lnTo>
                <a:lnTo>
                  <a:pt x="234" y="157"/>
                </a:lnTo>
                <a:lnTo>
                  <a:pt x="236" y="154"/>
                </a:lnTo>
                <a:lnTo>
                  <a:pt x="238" y="150"/>
                </a:lnTo>
                <a:lnTo>
                  <a:pt x="239" y="147"/>
                </a:lnTo>
                <a:lnTo>
                  <a:pt x="241" y="145"/>
                </a:lnTo>
                <a:lnTo>
                  <a:pt x="243" y="142"/>
                </a:lnTo>
                <a:lnTo>
                  <a:pt x="244" y="139"/>
                </a:lnTo>
                <a:lnTo>
                  <a:pt x="246" y="136"/>
                </a:lnTo>
                <a:lnTo>
                  <a:pt x="247" y="133"/>
                </a:lnTo>
                <a:lnTo>
                  <a:pt x="248" y="130"/>
                </a:lnTo>
                <a:lnTo>
                  <a:pt x="249" y="127"/>
                </a:lnTo>
                <a:lnTo>
                  <a:pt x="250" y="124"/>
                </a:lnTo>
                <a:lnTo>
                  <a:pt x="251" y="121"/>
                </a:lnTo>
                <a:lnTo>
                  <a:pt x="251" y="118"/>
                </a:lnTo>
                <a:lnTo>
                  <a:pt x="252" y="115"/>
                </a:lnTo>
                <a:lnTo>
                  <a:pt x="252" y="111"/>
                </a:lnTo>
                <a:lnTo>
                  <a:pt x="253" y="108"/>
                </a:lnTo>
                <a:lnTo>
                  <a:pt x="253" y="105"/>
                </a:lnTo>
                <a:lnTo>
                  <a:pt x="253" y="102"/>
                </a:lnTo>
                <a:moveTo>
                  <a:pt x="255" y="102"/>
                </a:moveTo>
                <a:lnTo>
                  <a:pt x="255" y="105"/>
                </a:lnTo>
                <a:lnTo>
                  <a:pt x="255" y="108"/>
                </a:lnTo>
                <a:lnTo>
                  <a:pt x="255" y="112"/>
                </a:lnTo>
                <a:lnTo>
                  <a:pt x="254" y="115"/>
                </a:lnTo>
                <a:lnTo>
                  <a:pt x="254" y="118"/>
                </a:lnTo>
                <a:lnTo>
                  <a:pt x="253" y="121"/>
                </a:lnTo>
                <a:lnTo>
                  <a:pt x="252" y="124"/>
                </a:lnTo>
                <a:lnTo>
                  <a:pt x="251" y="127"/>
                </a:lnTo>
                <a:lnTo>
                  <a:pt x="250" y="130"/>
                </a:lnTo>
                <a:lnTo>
                  <a:pt x="249" y="134"/>
                </a:lnTo>
                <a:lnTo>
                  <a:pt x="248" y="137"/>
                </a:lnTo>
                <a:lnTo>
                  <a:pt x="246" y="140"/>
                </a:lnTo>
                <a:lnTo>
                  <a:pt x="245" y="143"/>
                </a:lnTo>
                <a:lnTo>
                  <a:pt x="243" y="145"/>
                </a:lnTo>
                <a:lnTo>
                  <a:pt x="241" y="148"/>
                </a:lnTo>
                <a:lnTo>
                  <a:pt x="240" y="151"/>
                </a:lnTo>
                <a:lnTo>
                  <a:pt x="238" y="155"/>
                </a:lnTo>
                <a:lnTo>
                  <a:pt x="235" y="158"/>
                </a:lnTo>
                <a:lnTo>
                  <a:pt x="233" y="160"/>
                </a:lnTo>
                <a:lnTo>
                  <a:pt x="231" y="163"/>
                </a:lnTo>
                <a:lnTo>
                  <a:pt x="229" y="166"/>
                </a:lnTo>
                <a:lnTo>
                  <a:pt x="226" y="168"/>
                </a:lnTo>
                <a:lnTo>
                  <a:pt x="224" y="170"/>
                </a:lnTo>
                <a:lnTo>
                  <a:pt x="221" y="173"/>
                </a:lnTo>
                <a:lnTo>
                  <a:pt x="218" y="175"/>
                </a:lnTo>
                <a:lnTo>
                  <a:pt x="215" y="177"/>
                </a:lnTo>
                <a:lnTo>
                  <a:pt x="212" y="179"/>
                </a:lnTo>
                <a:lnTo>
                  <a:pt x="209" y="182"/>
                </a:lnTo>
                <a:lnTo>
                  <a:pt x="206" y="184"/>
                </a:lnTo>
                <a:lnTo>
                  <a:pt x="203" y="185"/>
                </a:lnTo>
                <a:lnTo>
                  <a:pt x="200" y="187"/>
                </a:lnTo>
                <a:lnTo>
                  <a:pt x="196" y="189"/>
                </a:lnTo>
                <a:lnTo>
                  <a:pt x="193" y="191"/>
                </a:lnTo>
                <a:lnTo>
                  <a:pt x="189" y="192"/>
                </a:lnTo>
                <a:lnTo>
                  <a:pt x="186" y="194"/>
                </a:lnTo>
                <a:lnTo>
                  <a:pt x="182" y="195"/>
                </a:lnTo>
                <a:lnTo>
                  <a:pt x="179" y="197"/>
                </a:lnTo>
                <a:lnTo>
                  <a:pt x="175" y="198"/>
                </a:lnTo>
                <a:lnTo>
                  <a:pt x="171" y="199"/>
                </a:lnTo>
                <a:lnTo>
                  <a:pt x="168" y="200"/>
                </a:lnTo>
                <a:lnTo>
                  <a:pt x="164" y="201"/>
                </a:lnTo>
                <a:lnTo>
                  <a:pt x="160" y="202"/>
                </a:lnTo>
                <a:lnTo>
                  <a:pt x="156" y="202"/>
                </a:lnTo>
                <a:lnTo>
                  <a:pt x="151" y="203"/>
                </a:lnTo>
                <a:lnTo>
                  <a:pt x="147" y="204"/>
                </a:lnTo>
                <a:lnTo>
                  <a:pt x="143" y="204"/>
                </a:lnTo>
                <a:lnTo>
                  <a:pt x="139" y="204"/>
                </a:lnTo>
                <a:lnTo>
                  <a:pt x="135" y="205"/>
                </a:lnTo>
                <a:lnTo>
                  <a:pt x="131" y="205"/>
                </a:lnTo>
                <a:lnTo>
                  <a:pt x="127" y="205"/>
                </a:lnTo>
                <a:lnTo>
                  <a:pt x="123" y="205"/>
                </a:lnTo>
                <a:lnTo>
                  <a:pt x="119" y="205"/>
                </a:lnTo>
                <a:lnTo>
                  <a:pt x="115" y="204"/>
                </a:lnTo>
                <a:lnTo>
                  <a:pt x="111" y="204"/>
                </a:lnTo>
                <a:lnTo>
                  <a:pt x="108" y="204"/>
                </a:lnTo>
                <a:lnTo>
                  <a:pt x="104" y="203"/>
                </a:lnTo>
                <a:lnTo>
                  <a:pt x="100" y="202"/>
                </a:lnTo>
                <a:lnTo>
                  <a:pt x="96" y="202"/>
                </a:lnTo>
                <a:lnTo>
                  <a:pt x="92" y="201"/>
                </a:lnTo>
                <a:lnTo>
                  <a:pt x="88" y="200"/>
                </a:lnTo>
                <a:lnTo>
                  <a:pt x="84" y="199"/>
                </a:lnTo>
                <a:lnTo>
                  <a:pt x="81" y="198"/>
                </a:lnTo>
                <a:lnTo>
                  <a:pt x="77" y="197"/>
                </a:lnTo>
                <a:lnTo>
                  <a:pt x="73" y="195"/>
                </a:lnTo>
                <a:lnTo>
                  <a:pt x="70" y="194"/>
                </a:lnTo>
                <a:lnTo>
                  <a:pt x="66" y="192"/>
                </a:lnTo>
                <a:lnTo>
                  <a:pt x="63" y="191"/>
                </a:lnTo>
                <a:lnTo>
                  <a:pt x="59" y="189"/>
                </a:lnTo>
                <a:lnTo>
                  <a:pt x="56" y="187"/>
                </a:lnTo>
                <a:lnTo>
                  <a:pt x="53" y="185"/>
                </a:lnTo>
                <a:lnTo>
                  <a:pt x="50" y="184"/>
                </a:lnTo>
                <a:lnTo>
                  <a:pt x="46" y="182"/>
                </a:lnTo>
                <a:lnTo>
                  <a:pt x="43" y="179"/>
                </a:lnTo>
                <a:lnTo>
                  <a:pt x="40" y="177"/>
                </a:lnTo>
                <a:lnTo>
                  <a:pt x="38" y="175"/>
                </a:lnTo>
                <a:lnTo>
                  <a:pt x="35" y="173"/>
                </a:lnTo>
                <a:lnTo>
                  <a:pt x="32" y="170"/>
                </a:lnTo>
                <a:lnTo>
                  <a:pt x="30" y="168"/>
                </a:lnTo>
                <a:lnTo>
                  <a:pt x="27" y="166"/>
                </a:lnTo>
                <a:lnTo>
                  <a:pt x="25" y="163"/>
                </a:lnTo>
                <a:lnTo>
                  <a:pt x="22" y="160"/>
                </a:lnTo>
                <a:lnTo>
                  <a:pt x="20" y="158"/>
                </a:lnTo>
                <a:lnTo>
                  <a:pt x="18" y="155"/>
                </a:lnTo>
                <a:lnTo>
                  <a:pt x="16" y="151"/>
                </a:lnTo>
                <a:lnTo>
                  <a:pt x="14" y="148"/>
                </a:lnTo>
                <a:lnTo>
                  <a:pt x="13" y="145"/>
                </a:lnTo>
                <a:lnTo>
                  <a:pt x="11" y="143"/>
                </a:lnTo>
                <a:lnTo>
                  <a:pt x="9" y="140"/>
                </a:lnTo>
                <a:lnTo>
                  <a:pt x="8" y="137"/>
                </a:lnTo>
                <a:lnTo>
                  <a:pt x="7" y="134"/>
                </a:lnTo>
                <a:lnTo>
                  <a:pt x="6" y="130"/>
                </a:lnTo>
                <a:lnTo>
                  <a:pt x="4" y="127"/>
                </a:lnTo>
                <a:lnTo>
                  <a:pt x="4" y="124"/>
                </a:lnTo>
                <a:lnTo>
                  <a:pt x="3" y="121"/>
                </a:lnTo>
                <a:lnTo>
                  <a:pt x="2" y="118"/>
                </a:lnTo>
                <a:lnTo>
                  <a:pt x="1" y="115"/>
                </a:lnTo>
                <a:lnTo>
                  <a:pt x="1" y="112"/>
                </a:lnTo>
                <a:lnTo>
                  <a:pt x="1" y="108"/>
                </a:lnTo>
                <a:lnTo>
                  <a:pt x="1" y="105"/>
                </a:lnTo>
                <a:lnTo>
                  <a:pt x="0" y="102"/>
                </a:lnTo>
                <a:lnTo>
                  <a:pt x="1" y="99"/>
                </a:lnTo>
                <a:lnTo>
                  <a:pt x="1" y="96"/>
                </a:lnTo>
                <a:lnTo>
                  <a:pt x="1" y="92"/>
                </a:lnTo>
                <a:lnTo>
                  <a:pt x="1" y="89"/>
                </a:lnTo>
                <a:lnTo>
                  <a:pt x="2" y="86"/>
                </a:lnTo>
                <a:lnTo>
                  <a:pt x="3" y="83"/>
                </a:lnTo>
                <a:lnTo>
                  <a:pt x="4" y="80"/>
                </a:lnTo>
                <a:lnTo>
                  <a:pt x="4" y="77"/>
                </a:lnTo>
                <a:lnTo>
                  <a:pt x="6" y="74"/>
                </a:lnTo>
                <a:lnTo>
                  <a:pt x="7" y="71"/>
                </a:lnTo>
                <a:lnTo>
                  <a:pt x="8" y="68"/>
                </a:lnTo>
                <a:lnTo>
                  <a:pt x="9" y="65"/>
                </a:lnTo>
                <a:lnTo>
                  <a:pt x="11" y="62"/>
                </a:lnTo>
                <a:lnTo>
                  <a:pt x="13" y="59"/>
                </a:lnTo>
                <a:lnTo>
                  <a:pt x="14" y="56"/>
                </a:lnTo>
                <a:lnTo>
                  <a:pt x="16" y="53"/>
                </a:lnTo>
                <a:lnTo>
                  <a:pt x="18" y="50"/>
                </a:lnTo>
                <a:lnTo>
                  <a:pt x="20" y="47"/>
                </a:lnTo>
                <a:lnTo>
                  <a:pt x="22" y="45"/>
                </a:lnTo>
                <a:lnTo>
                  <a:pt x="25" y="42"/>
                </a:lnTo>
                <a:lnTo>
                  <a:pt x="27" y="40"/>
                </a:lnTo>
                <a:lnTo>
                  <a:pt x="30" y="37"/>
                </a:lnTo>
                <a:lnTo>
                  <a:pt x="32" y="35"/>
                </a:lnTo>
                <a:lnTo>
                  <a:pt x="35" y="32"/>
                </a:lnTo>
                <a:lnTo>
                  <a:pt x="38" y="30"/>
                </a:lnTo>
                <a:lnTo>
                  <a:pt x="40" y="28"/>
                </a:lnTo>
                <a:lnTo>
                  <a:pt x="43" y="26"/>
                </a:lnTo>
                <a:lnTo>
                  <a:pt x="46" y="24"/>
                </a:lnTo>
                <a:lnTo>
                  <a:pt x="50" y="22"/>
                </a:lnTo>
                <a:lnTo>
                  <a:pt x="53" y="20"/>
                </a:lnTo>
                <a:lnTo>
                  <a:pt x="56" y="18"/>
                </a:lnTo>
                <a:lnTo>
                  <a:pt x="59" y="16"/>
                </a:lnTo>
                <a:lnTo>
                  <a:pt x="63" y="14"/>
                </a:lnTo>
                <a:lnTo>
                  <a:pt x="66" y="13"/>
                </a:lnTo>
                <a:lnTo>
                  <a:pt x="70" y="11"/>
                </a:lnTo>
                <a:lnTo>
                  <a:pt x="73" y="10"/>
                </a:lnTo>
                <a:lnTo>
                  <a:pt x="77" y="9"/>
                </a:lnTo>
                <a:lnTo>
                  <a:pt x="81" y="7"/>
                </a:lnTo>
                <a:lnTo>
                  <a:pt x="84" y="6"/>
                </a:lnTo>
                <a:lnTo>
                  <a:pt x="88" y="5"/>
                </a:lnTo>
                <a:lnTo>
                  <a:pt x="92" y="4"/>
                </a:lnTo>
                <a:lnTo>
                  <a:pt x="96" y="3"/>
                </a:lnTo>
                <a:lnTo>
                  <a:pt x="100" y="3"/>
                </a:lnTo>
                <a:lnTo>
                  <a:pt x="104" y="2"/>
                </a:lnTo>
                <a:lnTo>
                  <a:pt x="108" y="1"/>
                </a:lnTo>
                <a:lnTo>
                  <a:pt x="111" y="1"/>
                </a:lnTo>
                <a:lnTo>
                  <a:pt x="115" y="1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1" y="0"/>
                </a:lnTo>
                <a:lnTo>
                  <a:pt x="135" y="0"/>
                </a:lnTo>
                <a:lnTo>
                  <a:pt x="139" y="1"/>
                </a:lnTo>
                <a:lnTo>
                  <a:pt x="143" y="1"/>
                </a:lnTo>
                <a:lnTo>
                  <a:pt x="147" y="1"/>
                </a:lnTo>
                <a:lnTo>
                  <a:pt x="151" y="2"/>
                </a:lnTo>
                <a:lnTo>
                  <a:pt x="156" y="3"/>
                </a:lnTo>
                <a:lnTo>
                  <a:pt x="160" y="3"/>
                </a:lnTo>
                <a:lnTo>
                  <a:pt x="164" y="4"/>
                </a:lnTo>
                <a:lnTo>
                  <a:pt x="168" y="5"/>
                </a:lnTo>
                <a:lnTo>
                  <a:pt x="171" y="6"/>
                </a:lnTo>
                <a:lnTo>
                  <a:pt x="175" y="7"/>
                </a:lnTo>
                <a:lnTo>
                  <a:pt x="179" y="9"/>
                </a:lnTo>
                <a:lnTo>
                  <a:pt x="182" y="10"/>
                </a:lnTo>
                <a:lnTo>
                  <a:pt x="186" y="11"/>
                </a:lnTo>
                <a:lnTo>
                  <a:pt x="189" y="13"/>
                </a:lnTo>
                <a:lnTo>
                  <a:pt x="193" y="14"/>
                </a:lnTo>
                <a:lnTo>
                  <a:pt x="196" y="16"/>
                </a:lnTo>
                <a:lnTo>
                  <a:pt x="200" y="18"/>
                </a:lnTo>
                <a:lnTo>
                  <a:pt x="203" y="20"/>
                </a:lnTo>
                <a:lnTo>
                  <a:pt x="206" y="22"/>
                </a:lnTo>
                <a:lnTo>
                  <a:pt x="209" y="24"/>
                </a:lnTo>
                <a:lnTo>
                  <a:pt x="212" y="26"/>
                </a:lnTo>
                <a:lnTo>
                  <a:pt x="215" y="28"/>
                </a:lnTo>
                <a:lnTo>
                  <a:pt x="218" y="30"/>
                </a:lnTo>
                <a:lnTo>
                  <a:pt x="221" y="32"/>
                </a:lnTo>
                <a:lnTo>
                  <a:pt x="224" y="35"/>
                </a:lnTo>
                <a:lnTo>
                  <a:pt x="226" y="37"/>
                </a:lnTo>
                <a:lnTo>
                  <a:pt x="229" y="40"/>
                </a:lnTo>
                <a:lnTo>
                  <a:pt x="231" y="42"/>
                </a:lnTo>
                <a:lnTo>
                  <a:pt x="233" y="45"/>
                </a:lnTo>
                <a:lnTo>
                  <a:pt x="235" y="47"/>
                </a:lnTo>
                <a:lnTo>
                  <a:pt x="238" y="50"/>
                </a:lnTo>
                <a:lnTo>
                  <a:pt x="240" y="53"/>
                </a:lnTo>
                <a:lnTo>
                  <a:pt x="241" y="56"/>
                </a:lnTo>
                <a:lnTo>
                  <a:pt x="243" y="59"/>
                </a:lnTo>
                <a:lnTo>
                  <a:pt x="245" y="62"/>
                </a:lnTo>
                <a:lnTo>
                  <a:pt x="246" y="65"/>
                </a:lnTo>
                <a:lnTo>
                  <a:pt x="248" y="68"/>
                </a:lnTo>
                <a:lnTo>
                  <a:pt x="249" y="71"/>
                </a:lnTo>
                <a:lnTo>
                  <a:pt x="250" y="74"/>
                </a:lnTo>
                <a:lnTo>
                  <a:pt x="251" y="77"/>
                </a:lnTo>
                <a:lnTo>
                  <a:pt x="252" y="80"/>
                </a:lnTo>
                <a:lnTo>
                  <a:pt x="253" y="83"/>
                </a:lnTo>
                <a:lnTo>
                  <a:pt x="254" y="86"/>
                </a:lnTo>
                <a:lnTo>
                  <a:pt x="254" y="89"/>
                </a:lnTo>
                <a:lnTo>
                  <a:pt x="255" y="92"/>
                </a:lnTo>
                <a:lnTo>
                  <a:pt x="255" y="96"/>
                </a:lnTo>
                <a:lnTo>
                  <a:pt x="255" y="99"/>
                </a:lnTo>
                <a:lnTo>
                  <a:pt x="255" y="102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1" name=""/>
          <p:cNvSpPr/>
          <p:nvPr/>
        </p:nvSpPr>
        <p:spPr>
          <a:xfrm>
            <a:off x="2813040" y="1807920"/>
            <a:ext cx="93600" cy="75240"/>
          </a:xfrm>
          <a:custGeom>
            <a:avLst/>
            <a:gdLst/>
            <a:ahLst/>
            <a:rect l="0" t="0" r="r" b="b"/>
            <a:pathLst>
              <a:path w="260" h="209">
                <a:moveTo>
                  <a:pt x="257" y="105"/>
                </a:moveTo>
                <a:lnTo>
                  <a:pt x="257" y="102"/>
                </a:lnTo>
                <a:lnTo>
                  <a:pt x="257" y="99"/>
                </a:lnTo>
                <a:lnTo>
                  <a:pt x="257" y="95"/>
                </a:lnTo>
                <a:lnTo>
                  <a:pt x="256" y="92"/>
                </a:lnTo>
                <a:lnTo>
                  <a:pt x="256" y="89"/>
                </a:lnTo>
                <a:lnTo>
                  <a:pt x="255" y="86"/>
                </a:lnTo>
                <a:lnTo>
                  <a:pt x="254" y="83"/>
                </a:lnTo>
                <a:lnTo>
                  <a:pt x="253" y="80"/>
                </a:lnTo>
                <a:lnTo>
                  <a:pt x="252" y="77"/>
                </a:lnTo>
                <a:lnTo>
                  <a:pt x="251" y="74"/>
                </a:lnTo>
                <a:lnTo>
                  <a:pt x="250" y="71"/>
                </a:lnTo>
                <a:lnTo>
                  <a:pt x="248" y="68"/>
                </a:lnTo>
                <a:lnTo>
                  <a:pt x="247" y="65"/>
                </a:lnTo>
                <a:lnTo>
                  <a:pt x="245" y="62"/>
                </a:lnTo>
                <a:lnTo>
                  <a:pt x="243" y="59"/>
                </a:lnTo>
                <a:lnTo>
                  <a:pt x="242" y="56"/>
                </a:lnTo>
                <a:lnTo>
                  <a:pt x="240" y="53"/>
                </a:lnTo>
                <a:lnTo>
                  <a:pt x="237" y="49"/>
                </a:lnTo>
                <a:lnTo>
                  <a:pt x="235" y="47"/>
                </a:lnTo>
                <a:lnTo>
                  <a:pt x="233" y="44"/>
                </a:lnTo>
                <a:lnTo>
                  <a:pt x="231" y="42"/>
                </a:lnTo>
                <a:lnTo>
                  <a:pt x="228" y="39"/>
                </a:lnTo>
                <a:lnTo>
                  <a:pt x="226" y="37"/>
                </a:lnTo>
                <a:lnTo>
                  <a:pt x="223" y="34"/>
                </a:lnTo>
                <a:lnTo>
                  <a:pt x="220" y="32"/>
                </a:lnTo>
                <a:lnTo>
                  <a:pt x="217" y="30"/>
                </a:lnTo>
                <a:lnTo>
                  <a:pt x="214" y="28"/>
                </a:lnTo>
                <a:lnTo>
                  <a:pt x="211" y="26"/>
                </a:lnTo>
                <a:lnTo>
                  <a:pt x="208" y="24"/>
                </a:lnTo>
                <a:lnTo>
                  <a:pt x="205" y="22"/>
                </a:lnTo>
                <a:lnTo>
                  <a:pt x="202" y="20"/>
                </a:lnTo>
                <a:lnTo>
                  <a:pt x="198" y="18"/>
                </a:lnTo>
                <a:lnTo>
                  <a:pt x="195" y="16"/>
                </a:lnTo>
                <a:lnTo>
                  <a:pt x="191" y="15"/>
                </a:lnTo>
                <a:lnTo>
                  <a:pt x="188" y="13"/>
                </a:lnTo>
                <a:lnTo>
                  <a:pt x="184" y="12"/>
                </a:lnTo>
                <a:lnTo>
                  <a:pt x="181" y="11"/>
                </a:lnTo>
                <a:lnTo>
                  <a:pt x="177" y="9"/>
                </a:lnTo>
                <a:lnTo>
                  <a:pt x="173" y="8"/>
                </a:lnTo>
                <a:lnTo>
                  <a:pt x="170" y="7"/>
                </a:lnTo>
                <a:lnTo>
                  <a:pt x="166" y="6"/>
                </a:lnTo>
                <a:lnTo>
                  <a:pt x="162" y="5"/>
                </a:lnTo>
                <a:lnTo>
                  <a:pt x="158" y="5"/>
                </a:lnTo>
                <a:lnTo>
                  <a:pt x="154" y="4"/>
                </a:lnTo>
                <a:lnTo>
                  <a:pt x="150" y="3"/>
                </a:lnTo>
                <a:lnTo>
                  <a:pt x="146" y="3"/>
                </a:lnTo>
                <a:lnTo>
                  <a:pt x="142" y="3"/>
                </a:lnTo>
                <a:lnTo>
                  <a:pt x="138" y="2"/>
                </a:lnTo>
                <a:lnTo>
                  <a:pt x="134" y="2"/>
                </a:lnTo>
                <a:lnTo>
                  <a:pt x="130" y="2"/>
                </a:lnTo>
                <a:lnTo>
                  <a:pt x="126" y="2"/>
                </a:lnTo>
                <a:lnTo>
                  <a:pt x="122" y="2"/>
                </a:lnTo>
                <a:lnTo>
                  <a:pt x="118" y="3"/>
                </a:lnTo>
                <a:lnTo>
                  <a:pt x="114" y="3"/>
                </a:lnTo>
                <a:lnTo>
                  <a:pt x="111" y="3"/>
                </a:lnTo>
                <a:lnTo>
                  <a:pt x="107" y="4"/>
                </a:lnTo>
                <a:lnTo>
                  <a:pt x="103" y="5"/>
                </a:lnTo>
                <a:lnTo>
                  <a:pt x="99" y="5"/>
                </a:lnTo>
                <a:lnTo>
                  <a:pt x="95" y="6"/>
                </a:lnTo>
                <a:lnTo>
                  <a:pt x="91" y="7"/>
                </a:lnTo>
                <a:lnTo>
                  <a:pt x="87" y="8"/>
                </a:lnTo>
                <a:lnTo>
                  <a:pt x="84" y="9"/>
                </a:lnTo>
                <a:lnTo>
                  <a:pt x="80" y="11"/>
                </a:lnTo>
                <a:lnTo>
                  <a:pt x="76" y="12"/>
                </a:lnTo>
                <a:lnTo>
                  <a:pt x="73" y="13"/>
                </a:lnTo>
                <a:lnTo>
                  <a:pt x="69" y="15"/>
                </a:lnTo>
                <a:lnTo>
                  <a:pt x="66" y="16"/>
                </a:lnTo>
                <a:lnTo>
                  <a:pt x="62" y="18"/>
                </a:lnTo>
                <a:lnTo>
                  <a:pt x="59" y="20"/>
                </a:lnTo>
                <a:lnTo>
                  <a:pt x="56" y="22"/>
                </a:lnTo>
                <a:lnTo>
                  <a:pt x="52" y="24"/>
                </a:lnTo>
                <a:lnTo>
                  <a:pt x="48" y="26"/>
                </a:lnTo>
                <a:lnTo>
                  <a:pt x="45" y="28"/>
                </a:lnTo>
                <a:lnTo>
                  <a:pt x="42" y="30"/>
                </a:lnTo>
                <a:lnTo>
                  <a:pt x="40" y="32"/>
                </a:lnTo>
                <a:lnTo>
                  <a:pt x="37" y="34"/>
                </a:lnTo>
                <a:lnTo>
                  <a:pt x="34" y="37"/>
                </a:lnTo>
                <a:lnTo>
                  <a:pt x="32" y="39"/>
                </a:lnTo>
                <a:lnTo>
                  <a:pt x="29" y="42"/>
                </a:lnTo>
                <a:lnTo>
                  <a:pt x="27" y="44"/>
                </a:lnTo>
                <a:lnTo>
                  <a:pt x="24" y="47"/>
                </a:lnTo>
                <a:lnTo>
                  <a:pt x="22" y="49"/>
                </a:lnTo>
                <a:lnTo>
                  <a:pt x="20" y="53"/>
                </a:lnTo>
                <a:lnTo>
                  <a:pt x="18" y="56"/>
                </a:lnTo>
                <a:lnTo>
                  <a:pt x="16" y="59"/>
                </a:lnTo>
                <a:lnTo>
                  <a:pt x="15" y="62"/>
                </a:lnTo>
                <a:lnTo>
                  <a:pt x="13" y="65"/>
                </a:lnTo>
                <a:lnTo>
                  <a:pt x="11" y="68"/>
                </a:lnTo>
                <a:lnTo>
                  <a:pt x="10" y="71"/>
                </a:lnTo>
                <a:lnTo>
                  <a:pt x="9" y="74"/>
                </a:lnTo>
                <a:lnTo>
                  <a:pt x="8" y="77"/>
                </a:lnTo>
                <a:lnTo>
                  <a:pt x="6" y="80"/>
                </a:lnTo>
                <a:lnTo>
                  <a:pt x="6" y="83"/>
                </a:lnTo>
                <a:lnTo>
                  <a:pt x="5" y="86"/>
                </a:lnTo>
                <a:lnTo>
                  <a:pt x="4" y="89"/>
                </a:lnTo>
                <a:lnTo>
                  <a:pt x="3" y="92"/>
                </a:lnTo>
                <a:lnTo>
                  <a:pt x="3" y="95"/>
                </a:lnTo>
                <a:lnTo>
                  <a:pt x="3" y="99"/>
                </a:lnTo>
                <a:lnTo>
                  <a:pt x="3" y="102"/>
                </a:lnTo>
                <a:lnTo>
                  <a:pt x="2" y="105"/>
                </a:lnTo>
                <a:lnTo>
                  <a:pt x="3" y="108"/>
                </a:lnTo>
                <a:lnTo>
                  <a:pt x="3" y="111"/>
                </a:lnTo>
                <a:lnTo>
                  <a:pt x="3" y="115"/>
                </a:lnTo>
                <a:lnTo>
                  <a:pt x="3" y="118"/>
                </a:lnTo>
                <a:lnTo>
                  <a:pt x="4" y="121"/>
                </a:lnTo>
                <a:lnTo>
                  <a:pt x="5" y="124"/>
                </a:lnTo>
                <a:lnTo>
                  <a:pt x="6" y="127"/>
                </a:lnTo>
                <a:lnTo>
                  <a:pt x="6" y="130"/>
                </a:lnTo>
                <a:lnTo>
                  <a:pt x="8" y="133"/>
                </a:lnTo>
                <a:lnTo>
                  <a:pt x="9" y="137"/>
                </a:lnTo>
                <a:lnTo>
                  <a:pt x="10" y="140"/>
                </a:lnTo>
                <a:lnTo>
                  <a:pt x="11" y="143"/>
                </a:lnTo>
                <a:lnTo>
                  <a:pt x="13" y="146"/>
                </a:lnTo>
                <a:lnTo>
                  <a:pt x="15" y="148"/>
                </a:lnTo>
                <a:lnTo>
                  <a:pt x="16" y="151"/>
                </a:lnTo>
                <a:lnTo>
                  <a:pt x="18" y="154"/>
                </a:lnTo>
                <a:lnTo>
                  <a:pt x="20" y="157"/>
                </a:lnTo>
                <a:lnTo>
                  <a:pt x="22" y="160"/>
                </a:lnTo>
                <a:lnTo>
                  <a:pt x="24" y="162"/>
                </a:lnTo>
                <a:lnTo>
                  <a:pt x="27" y="165"/>
                </a:lnTo>
                <a:lnTo>
                  <a:pt x="29" y="168"/>
                </a:lnTo>
                <a:lnTo>
                  <a:pt x="32" y="170"/>
                </a:lnTo>
                <a:lnTo>
                  <a:pt x="34" y="172"/>
                </a:lnTo>
                <a:lnTo>
                  <a:pt x="37" y="175"/>
                </a:lnTo>
                <a:lnTo>
                  <a:pt x="40" y="177"/>
                </a:lnTo>
                <a:lnTo>
                  <a:pt x="42" y="179"/>
                </a:lnTo>
                <a:lnTo>
                  <a:pt x="45" y="181"/>
                </a:lnTo>
                <a:lnTo>
                  <a:pt x="48" y="184"/>
                </a:lnTo>
                <a:lnTo>
                  <a:pt x="52" y="186"/>
                </a:lnTo>
                <a:lnTo>
                  <a:pt x="56" y="187"/>
                </a:lnTo>
                <a:lnTo>
                  <a:pt x="59" y="189"/>
                </a:lnTo>
                <a:lnTo>
                  <a:pt x="62" y="191"/>
                </a:lnTo>
                <a:lnTo>
                  <a:pt x="66" y="193"/>
                </a:lnTo>
                <a:lnTo>
                  <a:pt x="69" y="194"/>
                </a:lnTo>
                <a:lnTo>
                  <a:pt x="73" y="196"/>
                </a:lnTo>
                <a:lnTo>
                  <a:pt x="76" y="197"/>
                </a:lnTo>
                <a:lnTo>
                  <a:pt x="80" y="199"/>
                </a:lnTo>
                <a:lnTo>
                  <a:pt x="84" y="200"/>
                </a:lnTo>
                <a:lnTo>
                  <a:pt x="87" y="201"/>
                </a:lnTo>
                <a:lnTo>
                  <a:pt x="91" y="202"/>
                </a:lnTo>
                <a:lnTo>
                  <a:pt x="95" y="203"/>
                </a:lnTo>
                <a:lnTo>
                  <a:pt x="99" y="204"/>
                </a:lnTo>
                <a:lnTo>
                  <a:pt x="103" y="204"/>
                </a:lnTo>
                <a:lnTo>
                  <a:pt x="107" y="205"/>
                </a:lnTo>
                <a:lnTo>
                  <a:pt x="111" y="206"/>
                </a:lnTo>
                <a:lnTo>
                  <a:pt x="114" y="206"/>
                </a:lnTo>
                <a:lnTo>
                  <a:pt x="118" y="206"/>
                </a:lnTo>
                <a:lnTo>
                  <a:pt x="122" y="207"/>
                </a:lnTo>
                <a:lnTo>
                  <a:pt x="126" y="207"/>
                </a:lnTo>
                <a:lnTo>
                  <a:pt x="130" y="207"/>
                </a:lnTo>
                <a:lnTo>
                  <a:pt x="134" y="207"/>
                </a:lnTo>
                <a:lnTo>
                  <a:pt x="138" y="207"/>
                </a:lnTo>
                <a:lnTo>
                  <a:pt x="142" y="206"/>
                </a:lnTo>
                <a:lnTo>
                  <a:pt x="146" y="206"/>
                </a:lnTo>
                <a:lnTo>
                  <a:pt x="150" y="206"/>
                </a:lnTo>
                <a:lnTo>
                  <a:pt x="154" y="205"/>
                </a:lnTo>
                <a:lnTo>
                  <a:pt x="158" y="204"/>
                </a:lnTo>
                <a:lnTo>
                  <a:pt x="162" y="204"/>
                </a:lnTo>
                <a:lnTo>
                  <a:pt x="166" y="203"/>
                </a:lnTo>
                <a:lnTo>
                  <a:pt x="170" y="202"/>
                </a:lnTo>
                <a:lnTo>
                  <a:pt x="173" y="201"/>
                </a:lnTo>
                <a:lnTo>
                  <a:pt x="177" y="200"/>
                </a:lnTo>
                <a:lnTo>
                  <a:pt x="181" y="199"/>
                </a:lnTo>
                <a:lnTo>
                  <a:pt x="184" y="197"/>
                </a:lnTo>
                <a:lnTo>
                  <a:pt x="188" y="196"/>
                </a:lnTo>
                <a:lnTo>
                  <a:pt x="191" y="194"/>
                </a:lnTo>
                <a:lnTo>
                  <a:pt x="195" y="193"/>
                </a:lnTo>
                <a:lnTo>
                  <a:pt x="198" y="191"/>
                </a:lnTo>
                <a:lnTo>
                  <a:pt x="202" y="189"/>
                </a:lnTo>
                <a:lnTo>
                  <a:pt x="205" y="187"/>
                </a:lnTo>
                <a:lnTo>
                  <a:pt x="208" y="186"/>
                </a:lnTo>
                <a:lnTo>
                  <a:pt x="211" y="184"/>
                </a:lnTo>
                <a:lnTo>
                  <a:pt x="214" y="181"/>
                </a:lnTo>
                <a:lnTo>
                  <a:pt x="217" y="179"/>
                </a:lnTo>
                <a:lnTo>
                  <a:pt x="220" y="177"/>
                </a:lnTo>
                <a:lnTo>
                  <a:pt x="223" y="175"/>
                </a:lnTo>
                <a:lnTo>
                  <a:pt x="226" y="172"/>
                </a:lnTo>
                <a:lnTo>
                  <a:pt x="228" y="170"/>
                </a:lnTo>
                <a:lnTo>
                  <a:pt x="231" y="168"/>
                </a:lnTo>
                <a:lnTo>
                  <a:pt x="233" y="165"/>
                </a:lnTo>
                <a:lnTo>
                  <a:pt x="235" y="162"/>
                </a:lnTo>
                <a:lnTo>
                  <a:pt x="237" y="160"/>
                </a:lnTo>
                <a:lnTo>
                  <a:pt x="240" y="157"/>
                </a:lnTo>
                <a:lnTo>
                  <a:pt x="242" y="154"/>
                </a:lnTo>
                <a:lnTo>
                  <a:pt x="243" y="151"/>
                </a:lnTo>
                <a:lnTo>
                  <a:pt x="245" y="148"/>
                </a:lnTo>
                <a:lnTo>
                  <a:pt x="247" y="146"/>
                </a:lnTo>
                <a:lnTo>
                  <a:pt x="248" y="143"/>
                </a:lnTo>
                <a:lnTo>
                  <a:pt x="250" y="140"/>
                </a:lnTo>
                <a:lnTo>
                  <a:pt x="251" y="137"/>
                </a:lnTo>
                <a:lnTo>
                  <a:pt x="252" y="133"/>
                </a:lnTo>
                <a:lnTo>
                  <a:pt x="253" y="130"/>
                </a:lnTo>
                <a:lnTo>
                  <a:pt x="254" y="127"/>
                </a:lnTo>
                <a:lnTo>
                  <a:pt x="255" y="124"/>
                </a:lnTo>
                <a:lnTo>
                  <a:pt x="256" y="121"/>
                </a:lnTo>
                <a:lnTo>
                  <a:pt x="256" y="118"/>
                </a:lnTo>
                <a:lnTo>
                  <a:pt x="257" y="115"/>
                </a:lnTo>
                <a:lnTo>
                  <a:pt x="257" y="111"/>
                </a:lnTo>
                <a:lnTo>
                  <a:pt x="257" y="108"/>
                </a:lnTo>
                <a:lnTo>
                  <a:pt x="257" y="105"/>
                </a:lnTo>
                <a:moveTo>
                  <a:pt x="260" y="105"/>
                </a:moveTo>
                <a:lnTo>
                  <a:pt x="259" y="108"/>
                </a:lnTo>
                <a:lnTo>
                  <a:pt x="259" y="112"/>
                </a:lnTo>
                <a:lnTo>
                  <a:pt x="259" y="115"/>
                </a:lnTo>
                <a:lnTo>
                  <a:pt x="259" y="118"/>
                </a:lnTo>
                <a:lnTo>
                  <a:pt x="258" y="121"/>
                </a:lnTo>
                <a:lnTo>
                  <a:pt x="257" y="125"/>
                </a:lnTo>
                <a:lnTo>
                  <a:pt x="256" y="128"/>
                </a:lnTo>
                <a:lnTo>
                  <a:pt x="255" y="131"/>
                </a:lnTo>
                <a:lnTo>
                  <a:pt x="254" y="134"/>
                </a:lnTo>
                <a:lnTo>
                  <a:pt x="253" y="137"/>
                </a:lnTo>
                <a:lnTo>
                  <a:pt x="252" y="140"/>
                </a:lnTo>
                <a:lnTo>
                  <a:pt x="250" y="143"/>
                </a:lnTo>
                <a:lnTo>
                  <a:pt x="249" y="146"/>
                </a:lnTo>
                <a:lnTo>
                  <a:pt x="247" y="149"/>
                </a:lnTo>
                <a:lnTo>
                  <a:pt x="245" y="152"/>
                </a:lnTo>
                <a:lnTo>
                  <a:pt x="244" y="155"/>
                </a:lnTo>
                <a:lnTo>
                  <a:pt x="242" y="158"/>
                </a:lnTo>
                <a:lnTo>
                  <a:pt x="239" y="161"/>
                </a:lnTo>
                <a:lnTo>
                  <a:pt x="237" y="163"/>
                </a:lnTo>
                <a:lnTo>
                  <a:pt x="235" y="166"/>
                </a:lnTo>
                <a:lnTo>
                  <a:pt x="232" y="169"/>
                </a:lnTo>
                <a:lnTo>
                  <a:pt x="230" y="171"/>
                </a:lnTo>
                <a:lnTo>
                  <a:pt x="227" y="174"/>
                </a:lnTo>
                <a:lnTo>
                  <a:pt x="225" y="176"/>
                </a:lnTo>
                <a:lnTo>
                  <a:pt x="222" y="178"/>
                </a:lnTo>
                <a:lnTo>
                  <a:pt x="219" y="181"/>
                </a:lnTo>
                <a:lnTo>
                  <a:pt x="216" y="183"/>
                </a:lnTo>
                <a:lnTo>
                  <a:pt x="213" y="185"/>
                </a:lnTo>
                <a:lnTo>
                  <a:pt x="210" y="187"/>
                </a:lnTo>
                <a:lnTo>
                  <a:pt x="206" y="189"/>
                </a:lnTo>
                <a:lnTo>
                  <a:pt x="203" y="191"/>
                </a:lnTo>
                <a:lnTo>
                  <a:pt x="200" y="193"/>
                </a:lnTo>
                <a:lnTo>
                  <a:pt x="196" y="194"/>
                </a:lnTo>
                <a:lnTo>
                  <a:pt x="193" y="196"/>
                </a:lnTo>
                <a:lnTo>
                  <a:pt x="189" y="197"/>
                </a:lnTo>
                <a:lnTo>
                  <a:pt x="185" y="199"/>
                </a:lnTo>
                <a:lnTo>
                  <a:pt x="182" y="200"/>
                </a:lnTo>
                <a:lnTo>
                  <a:pt x="178" y="202"/>
                </a:lnTo>
                <a:lnTo>
                  <a:pt x="174" y="203"/>
                </a:lnTo>
                <a:lnTo>
                  <a:pt x="170" y="204"/>
                </a:lnTo>
                <a:lnTo>
                  <a:pt x="166" y="205"/>
                </a:lnTo>
                <a:lnTo>
                  <a:pt x="162" y="206"/>
                </a:lnTo>
                <a:lnTo>
                  <a:pt x="159" y="206"/>
                </a:lnTo>
                <a:lnTo>
                  <a:pt x="155" y="207"/>
                </a:lnTo>
                <a:lnTo>
                  <a:pt x="151" y="208"/>
                </a:lnTo>
                <a:lnTo>
                  <a:pt x="147" y="208"/>
                </a:lnTo>
                <a:lnTo>
                  <a:pt x="143" y="208"/>
                </a:lnTo>
                <a:lnTo>
                  <a:pt x="138" y="209"/>
                </a:lnTo>
                <a:lnTo>
                  <a:pt x="134" y="209"/>
                </a:lnTo>
                <a:lnTo>
                  <a:pt x="130" y="209"/>
                </a:lnTo>
                <a:lnTo>
                  <a:pt x="126" y="209"/>
                </a:lnTo>
                <a:lnTo>
                  <a:pt x="122" y="209"/>
                </a:lnTo>
                <a:lnTo>
                  <a:pt x="118" y="208"/>
                </a:lnTo>
                <a:lnTo>
                  <a:pt x="114" y="208"/>
                </a:lnTo>
                <a:lnTo>
                  <a:pt x="110" y="208"/>
                </a:lnTo>
                <a:lnTo>
                  <a:pt x="106" y="207"/>
                </a:lnTo>
                <a:lnTo>
                  <a:pt x="102" y="206"/>
                </a:lnTo>
                <a:lnTo>
                  <a:pt x="98" y="206"/>
                </a:lnTo>
                <a:lnTo>
                  <a:pt x="94" y="205"/>
                </a:lnTo>
                <a:lnTo>
                  <a:pt x="90" y="204"/>
                </a:lnTo>
                <a:lnTo>
                  <a:pt x="87" y="203"/>
                </a:lnTo>
                <a:lnTo>
                  <a:pt x="83" y="202"/>
                </a:lnTo>
                <a:lnTo>
                  <a:pt x="79" y="200"/>
                </a:lnTo>
                <a:lnTo>
                  <a:pt x="75" y="199"/>
                </a:lnTo>
                <a:lnTo>
                  <a:pt x="72" y="197"/>
                </a:lnTo>
                <a:lnTo>
                  <a:pt x="68" y="196"/>
                </a:lnTo>
                <a:lnTo>
                  <a:pt x="65" y="194"/>
                </a:lnTo>
                <a:lnTo>
                  <a:pt x="61" y="193"/>
                </a:lnTo>
                <a:lnTo>
                  <a:pt x="58" y="191"/>
                </a:lnTo>
                <a:lnTo>
                  <a:pt x="53" y="189"/>
                </a:lnTo>
                <a:lnTo>
                  <a:pt x="50" y="187"/>
                </a:lnTo>
                <a:lnTo>
                  <a:pt x="47" y="185"/>
                </a:lnTo>
                <a:lnTo>
                  <a:pt x="44" y="183"/>
                </a:lnTo>
                <a:lnTo>
                  <a:pt x="41" y="181"/>
                </a:lnTo>
                <a:lnTo>
                  <a:pt x="38" y="178"/>
                </a:lnTo>
                <a:lnTo>
                  <a:pt x="35" y="176"/>
                </a:lnTo>
                <a:lnTo>
                  <a:pt x="32" y="174"/>
                </a:lnTo>
                <a:lnTo>
                  <a:pt x="30" y="171"/>
                </a:lnTo>
                <a:lnTo>
                  <a:pt x="27" y="169"/>
                </a:lnTo>
                <a:lnTo>
                  <a:pt x="25" y="166"/>
                </a:lnTo>
                <a:lnTo>
                  <a:pt x="23" y="163"/>
                </a:lnTo>
                <a:lnTo>
                  <a:pt x="20" y="161"/>
                </a:lnTo>
                <a:lnTo>
                  <a:pt x="18" y="158"/>
                </a:lnTo>
                <a:lnTo>
                  <a:pt x="16" y="155"/>
                </a:lnTo>
                <a:lnTo>
                  <a:pt x="14" y="152"/>
                </a:lnTo>
                <a:lnTo>
                  <a:pt x="12" y="149"/>
                </a:lnTo>
                <a:lnTo>
                  <a:pt x="11" y="146"/>
                </a:lnTo>
                <a:lnTo>
                  <a:pt x="9" y="143"/>
                </a:lnTo>
                <a:lnTo>
                  <a:pt x="8" y="140"/>
                </a:lnTo>
                <a:lnTo>
                  <a:pt x="6" y="137"/>
                </a:lnTo>
                <a:lnTo>
                  <a:pt x="5" y="134"/>
                </a:lnTo>
                <a:lnTo>
                  <a:pt x="4" y="131"/>
                </a:lnTo>
                <a:lnTo>
                  <a:pt x="3" y="128"/>
                </a:lnTo>
                <a:lnTo>
                  <a:pt x="2" y="125"/>
                </a:lnTo>
                <a:lnTo>
                  <a:pt x="2" y="121"/>
                </a:lnTo>
                <a:lnTo>
                  <a:pt x="1" y="118"/>
                </a:lnTo>
                <a:lnTo>
                  <a:pt x="1" y="115"/>
                </a:lnTo>
                <a:lnTo>
                  <a:pt x="0" y="112"/>
                </a:lnTo>
                <a:lnTo>
                  <a:pt x="0" y="108"/>
                </a:lnTo>
                <a:lnTo>
                  <a:pt x="0" y="105"/>
                </a:lnTo>
                <a:lnTo>
                  <a:pt x="0" y="102"/>
                </a:lnTo>
                <a:lnTo>
                  <a:pt x="0" y="99"/>
                </a:lnTo>
                <a:lnTo>
                  <a:pt x="1" y="95"/>
                </a:lnTo>
                <a:lnTo>
                  <a:pt x="1" y="92"/>
                </a:lnTo>
                <a:lnTo>
                  <a:pt x="2" y="89"/>
                </a:lnTo>
                <a:lnTo>
                  <a:pt x="2" y="86"/>
                </a:lnTo>
                <a:lnTo>
                  <a:pt x="3" y="82"/>
                </a:lnTo>
                <a:lnTo>
                  <a:pt x="4" y="79"/>
                </a:lnTo>
                <a:lnTo>
                  <a:pt x="5" y="76"/>
                </a:lnTo>
                <a:lnTo>
                  <a:pt x="6" y="73"/>
                </a:lnTo>
                <a:lnTo>
                  <a:pt x="8" y="70"/>
                </a:lnTo>
                <a:lnTo>
                  <a:pt x="9" y="67"/>
                </a:lnTo>
                <a:lnTo>
                  <a:pt x="11" y="64"/>
                </a:lnTo>
                <a:lnTo>
                  <a:pt x="12" y="61"/>
                </a:lnTo>
                <a:lnTo>
                  <a:pt x="14" y="58"/>
                </a:lnTo>
                <a:lnTo>
                  <a:pt x="16" y="55"/>
                </a:lnTo>
                <a:lnTo>
                  <a:pt x="18" y="52"/>
                </a:lnTo>
                <a:lnTo>
                  <a:pt x="20" y="48"/>
                </a:lnTo>
                <a:lnTo>
                  <a:pt x="23" y="46"/>
                </a:lnTo>
                <a:lnTo>
                  <a:pt x="25" y="43"/>
                </a:lnTo>
                <a:lnTo>
                  <a:pt x="27" y="40"/>
                </a:lnTo>
                <a:lnTo>
                  <a:pt x="30" y="38"/>
                </a:lnTo>
                <a:lnTo>
                  <a:pt x="32" y="35"/>
                </a:lnTo>
                <a:lnTo>
                  <a:pt x="35" y="33"/>
                </a:lnTo>
                <a:lnTo>
                  <a:pt x="38" y="31"/>
                </a:lnTo>
                <a:lnTo>
                  <a:pt x="41" y="28"/>
                </a:lnTo>
                <a:lnTo>
                  <a:pt x="44" y="26"/>
                </a:lnTo>
                <a:lnTo>
                  <a:pt x="47" y="24"/>
                </a:lnTo>
                <a:lnTo>
                  <a:pt x="50" y="22"/>
                </a:lnTo>
                <a:lnTo>
                  <a:pt x="53" y="20"/>
                </a:lnTo>
                <a:lnTo>
                  <a:pt x="58" y="18"/>
                </a:lnTo>
                <a:lnTo>
                  <a:pt x="61" y="16"/>
                </a:lnTo>
                <a:lnTo>
                  <a:pt x="65" y="15"/>
                </a:lnTo>
                <a:lnTo>
                  <a:pt x="68" y="13"/>
                </a:lnTo>
                <a:lnTo>
                  <a:pt x="72" y="12"/>
                </a:lnTo>
                <a:lnTo>
                  <a:pt x="75" y="10"/>
                </a:lnTo>
                <a:lnTo>
                  <a:pt x="79" y="9"/>
                </a:lnTo>
                <a:lnTo>
                  <a:pt x="83" y="8"/>
                </a:lnTo>
                <a:lnTo>
                  <a:pt x="87" y="6"/>
                </a:lnTo>
                <a:lnTo>
                  <a:pt x="90" y="5"/>
                </a:lnTo>
                <a:lnTo>
                  <a:pt x="94" y="4"/>
                </a:lnTo>
                <a:lnTo>
                  <a:pt x="98" y="4"/>
                </a:lnTo>
                <a:lnTo>
                  <a:pt x="102" y="3"/>
                </a:lnTo>
                <a:lnTo>
                  <a:pt x="106" y="2"/>
                </a:lnTo>
                <a:lnTo>
                  <a:pt x="110" y="2"/>
                </a:lnTo>
                <a:lnTo>
                  <a:pt x="114" y="1"/>
                </a:lnTo>
                <a:lnTo>
                  <a:pt x="118" y="1"/>
                </a:lnTo>
                <a:lnTo>
                  <a:pt x="122" y="1"/>
                </a:lnTo>
                <a:lnTo>
                  <a:pt x="126" y="0"/>
                </a:lnTo>
                <a:lnTo>
                  <a:pt x="130" y="0"/>
                </a:lnTo>
                <a:lnTo>
                  <a:pt x="134" y="0"/>
                </a:lnTo>
                <a:lnTo>
                  <a:pt x="138" y="1"/>
                </a:lnTo>
                <a:lnTo>
                  <a:pt x="143" y="1"/>
                </a:lnTo>
                <a:lnTo>
                  <a:pt x="147" y="1"/>
                </a:lnTo>
                <a:lnTo>
                  <a:pt x="151" y="2"/>
                </a:lnTo>
                <a:lnTo>
                  <a:pt x="155" y="2"/>
                </a:lnTo>
                <a:lnTo>
                  <a:pt x="159" y="3"/>
                </a:lnTo>
                <a:lnTo>
                  <a:pt x="162" y="4"/>
                </a:lnTo>
                <a:lnTo>
                  <a:pt x="166" y="4"/>
                </a:lnTo>
                <a:lnTo>
                  <a:pt x="170" y="5"/>
                </a:lnTo>
                <a:lnTo>
                  <a:pt x="174" y="6"/>
                </a:lnTo>
                <a:lnTo>
                  <a:pt x="178" y="8"/>
                </a:lnTo>
                <a:lnTo>
                  <a:pt x="182" y="9"/>
                </a:lnTo>
                <a:lnTo>
                  <a:pt x="185" y="10"/>
                </a:lnTo>
                <a:lnTo>
                  <a:pt x="189" y="12"/>
                </a:lnTo>
                <a:lnTo>
                  <a:pt x="193" y="13"/>
                </a:lnTo>
                <a:lnTo>
                  <a:pt x="196" y="15"/>
                </a:lnTo>
                <a:lnTo>
                  <a:pt x="200" y="16"/>
                </a:lnTo>
                <a:lnTo>
                  <a:pt x="203" y="18"/>
                </a:lnTo>
                <a:lnTo>
                  <a:pt x="206" y="20"/>
                </a:lnTo>
                <a:lnTo>
                  <a:pt x="210" y="22"/>
                </a:lnTo>
                <a:lnTo>
                  <a:pt x="213" y="24"/>
                </a:lnTo>
                <a:lnTo>
                  <a:pt x="216" y="26"/>
                </a:lnTo>
                <a:lnTo>
                  <a:pt x="219" y="28"/>
                </a:lnTo>
                <a:lnTo>
                  <a:pt x="222" y="31"/>
                </a:lnTo>
                <a:lnTo>
                  <a:pt x="225" y="33"/>
                </a:lnTo>
                <a:lnTo>
                  <a:pt x="227" y="35"/>
                </a:lnTo>
                <a:lnTo>
                  <a:pt x="230" y="38"/>
                </a:lnTo>
                <a:lnTo>
                  <a:pt x="232" y="40"/>
                </a:lnTo>
                <a:lnTo>
                  <a:pt x="235" y="43"/>
                </a:lnTo>
                <a:lnTo>
                  <a:pt x="237" y="46"/>
                </a:lnTo>
                <a:lnTo>
                  <a:pt x="239" y="48"/>
                </a:lnTo>
                <a:lnTo>
                  <a:pt x="242" y="52"/>
                </a:lnTo>
                <a:lnTo>
                  <a:pt x="244" y="55"/>
                </a:lnTo>
                <a:lnTo>
                  <a:pt x="245" y="58"/>
                </a:lnTo>
                <a:lnTo>
                  <a:pt x="247" y="61"/>
                </a:lnTo>
                <a:lnTo>
                  <a:pt x="249" y="64"/>
                </a:lnTo>
                <a:lnTo>
                  <a:pt x="250" y="67"/>
                </a:lnTo>
                <a:lnTo>
                  <a:pt x="252" y="70"/>
                </a:lnTo>
                <a:lnTo>
                  <a:pt x="253" y="73"/>
                </a:lnTo>
                <a:lnTo>
                  <a:pt x="254" y="76"/>
                </a:lnTo>
                <a:lnTo>
                  <a:pt x="255" y="79"/>
                </a:lnTo>
                <a:lnTo>
                  <a:pt x="256" y="82"/>
                </a:lnTo>
                <a:lnTo>
                  <a:pt x="257" y="86"/>
                </a:lnTo>
                <a:lnTo>
                  <a:pt x="258" y="89"/>
                </a:lnTo>
                <a:lnTo>
                  <a:pt x="259" y="92"/>
                </a:lnTo>
                <a:lnTo>
                  <a:pt x="259" y="95"/>
                </a:lnTo>
                <a:lnTo>
                  <a:pt x="259" y="99"/>
                </a:lnTo>
                <a:lnTo>
                  <a:pt x="259" y="102"/>
                </a:lnTo>
                <a:lnTo>
                  <a:pt x="260" y="105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2" name=""/>
          <p:cNvSpPr/>
          <p:nvPr/>
        </p:nvSpPr>
        <p:spPr>
          <a:xfrm>
            <a:off x="2808000" y="1803960"/>
            <a:ext cx="103320" cy="83160"/>
          </a:xfrm>
          <a:custGeom>
            <a:avLst/>
            <a:gdLst/>
            <a:ahLst/>
            <a:rect l="0" t="0" r="r" b="b"/>
            <a:pathLst>
              <a:path w="287" h="231">
                <a:moveTo>
                  <a:pt x="274" y="115"/>
                </a:moveTo>
                <a:lnTo>
                  <a:pt x="273" y="112"/>
                </a:lnTo>
                <a:lnTo>
                  <a:pt x="273" y="109"/>
                </a:lnTo>
                <a:lnTo>
                  <a:pt x="273" y="105"/>
                </a:lnTo>
                <a:lnTo>
                  <a:pt x="273" y="102"/>
                </a:lnTo>
                <a:lnTo>
                  <a:pt x="272" y="99"/>
                </a:lnTo>
                <a:lnTo>
                  <a:pt x="271" y="96"/>
                </a:lnTo>
                <a:lnTo>
                  <a:pt x="270" y="92"/>
                </a:lnTo>
                <a:lnTo>
                  <a:pt x="269" y="89"/>
                </a:lnTo>
                <a:lnTo>
                  <a:pt x="268" y="86"/>
                </a:lnTo>
                <a:lnTo>
                  <a:pt x="267" y="83"/>
                </a:lnTo>
                <a:lnTo>
                  <a:pt x="266" y="80"/>
                </a:lnTo>
                <a:lnTo>
                  <a:pt x="264" y="77"/>
                </a:lnTo>
                <a:lnTo>
                  <a:pt x="263" y="74"/>
                </a:lnTo>
                <a:lnTo>
                  <a:pt x="261" y="71"/>
                </a:lnTo>
                <a:lnTo>
                  <a:pt x="259" y="68"/>
                </a:lnTo>
                <a:lnTo>
                  <a:pt x="258" y="65"/>
                </a:lnTo>
                <a:lnTo>
                  <a:pt x="256" y="62"/>
                </a:lnTo>
                <a:lnTo>
                  <a:pt x="253" y="59"/>
                </a:lnTo>
                <a:lnTo>
                  <a:pt x="251" y="57"/>
                </a:lnTo>
                <a:lnTo>
                  <a:pt x="249" y="54"/>
                </a:lnTo>
                <a:lnTo>
                  <a:pt x="246" y="51"/>
                </a:lnTo>
                <a:lnTo>
                  <a:pt x="244" y="49"/>
                </a:lnTo>
                <a:lnTo>
                  <a:pt x="241" y="46"/>
                </a:lnTo>
                <a:lnTo>
                  <a:pt x="239" y="44"/>
                </a:lnTo>
                <a:lnTo>
                  <a:pt x="236" y="42"/>
                </a:lnTo>
                <a:lnTo>
                  <a:pt x="233" y="39"/>
                </a:lnTo>
                <a:lnTo>
                  <a:pt x="230" y="37"/>
                </a:lnTo>
                <a:lnTo>
                  <a:pt x="227" y="35"/>
                </a:lnTo>
                <a:lnTo>
                  <a:pt x="224" y="33"/>
                </a:lnTo>
                <a:lnTo>
                  <a:pt x="220" y="31"/>
                </a:lnTo>
                <a:lnTo>
                  <a:pt x="217" y="29"/>
                </a:lnTo>
                <a:lnTo>
                  <a:pt x="214" y="27"/>
                </a:lnTo>
                <a:lnTo>
                  <a:pt x="210" y="26"/>
                </a:lnTo>
                <a:lnTo>
                  <a:pt x="207" y="24"/>
                </a:lnTo>
                <a:lnTo>
                  <a:pt x="203" y="23"/>
                </a:lnTo>
                <a:lnTo>
                  <a:pt x="199" y="21"/>
                </a:lnTo>
                <a:lnTo>
                  <a:pt x="196" y="20"/>
                </a:lnTo>
                <a:lnTo>
                  <a:pt x="192" y="19"/>
                </a:lnTo>
                <a:lnTo>
                  <a:pt x="188" y="17"/>
                </a:lnTo>
                <a:lnTo>
                  <a:pt x="184" y="16"/>
                </a:lnTo>
                <a:lnTo>
                  <a:pt x="180" y="15"/>
                </a:lnTo>
                <a:lnTo>
                  <a:pt x="176" y="15"/>
                </a:lnTo>
                <a:lnTo>
                  <a:pt x="173" y="14"/>
                </a:lnTo>
                <a:lnTo>
                  <a:pt x="169" y="13"/>
                </a:lnTo>
                <a:lnTo>
                  <a:pt x="165" y="13"/>
                </a:lnTo>
                <a:lnTo>
                  <a:pt x="161" y="12"/>
                </a:lnTo>
                <a:lnTo>
                  <a:pt x="157" y="12"/>
                </a:lnTo>
                <a:lnTo>
                  <a:pt x="152" y="12"/>
                </a:lnTo>
                <a:lnTo>
                  <a:pt x="148" y="11"/>
                </a:lnTo>
                <a:lnTo>
                  <a:pt x="144" y="11"/>
                </a:lnTo>
                <a:lnTo>
                  <a:pt x="140" y="11"/>
                </a:lnTo>
                <a:lnTo>
                  <a:pt x="136" y="12"/>
                </a:lnTo>
                <a:lnTo>
                  <a:pt x="132" y="12"/>
                </a:lnTo>
                <a:lnTo>
                  <a:pt x="128" y="12"/>
                </a:lnTo>
                <a:lnTo>
                  <a:pt x="124" y="13"/>
                </a:lnTo>
                <a:lnTo>
                  <a:pt x="120" y="13"/>
                </a:lnTo>
                <a:lnTo>
                  <a:pt x="116" y="14"/>
                </a:lnTo>
                <a:lnTo>
                  <a:pt x="112" y="15"/>
                </a:lnTo>
                <a:lnTo>
                  <a:pt x="108" y="15"/>
                </a:lnTo>
                <a:lnTo>
                  <a:pt x="104" y="16"/>
                </a:lnTo>
                <a:lnTo>
                  <a:pt x="101" y="17"/>
                </a:lnTo>
                <a:lnTo>
                  <a:pt x="97" y="19"/>
                </a:lnTo>
                <a:lnTo>
                  <a:pt x="93" y="20"/>
                </a:lnTo>
                <a:lnTo>
                  <a:pt x="89" y="21"/>
                </a:lnTo>
                <a:lnTo>
                  <a:pt x="86" y="23"/>
                </a:lnTo>
                <a:lnTo>
                  <a:pt x="82" y="24"/>
                </a:lnTo>
                <a:lnTo>
                  <a:pt x="79" y="26"/>
                </a:lnTo>
                <a:lnTo>
                  <a:pt x="75" y="27"/>
                </a:lnTo>
                <a:lnTo>
                  <a:pt x="72" y="29"/>
                </a:lnTo>
                <a:lnTo>
                  <a:pt x="68" y="31"/>
                </a:lnTo>
                <a:lnTo>
                  <a:pt x="64" y="33"/>
                </a:lnTo>
                <a:lnTo>
                  <a:pt x="61" y="35"/>
                </a:lnTo>
                <a:lnTo>
                  <a:pt x="58" y="37"/>
                </a:lnTo>
                <a:lnTo>
                  <a:pt x="55" y="39"/>
                </a:lnTo>
                <a:lnTo>
                  <a:pt x="52" y="42"/>
                </a:lnTo>
                <a:lnTo>
                  <a:pt x="49" y="44"/>
                </a:lnTo>
                <a:lnTo>
                  <a:pt x="46" y="46"/>
                </a:lnTo>
                <a:lnTo>
                  <a:pt x="44" y="49"/>
                </a:lnTo>
                <a:lnTo>
                  <a:pt x="41" y="51"/>
                </a:lnTo>
                <a:lnTo>
                  <a:pt x="39" y="54"/>
                </a:lnTo>
                <a:lnTo>
                  <a:pt x="37" y="57"/>
                </a:lnTo>
                <a:lnTo>
                  <a:pt x="34" y="59"/>
                </a:lnTo>
                <a:lnTo>
                  <a:pt x="32" y="62"/>
                </a:lnTo>
                <a:lnTo>
                  <a:pt x="30" y="65"/>
                </a:lnTo>
                <a:lnTo>
                  <a:pt x="28" y="68"/>
                </a:lnTo>
                <a:lnTo>
                  <a:pt x="26" y="71"/>
                </a:lnTo>
                <a:lnTo>
                  <a:pt x="25" y="74"/>
                </a:lnTo>
                <a:lnTo>
                  <a:pt x="23" y="77"/>
                </a:lnTo>
                <a:lnTo>
                  <a:pt x="22" y="80"/>
                </a:lnTo>
                <a:lnTo>
                  <a:pt x="20" y="83"/>
                </a:lnTo>
                <a:lnTo>
                  <a:pt x="19" y="86"/>
                </a:lnTo>
                <a:lnTo>
                  <a:pt x="18" y="89"/>
                </a:lnTo>
                <a:lnTo>
                  <a:pt x="17" y="92"/>
                </a:lnTo>
                <a:lnTo>
                  <a:pt x="16" y="96"/>
                </a:lnTo>
                <a:lnTo>
                  <a:pt x="16" y="99"/>
                </a:lnTo>
                <a:lnTo>
                  <a:pt x="15" y="102"/>
                </a:lnTo>
                <a:lnTo>
                  <a:pt x="15" y="105"/>
                </a:lnTo>
                <a:lnTo>
                  <a:pt x="14" y="109"/>
                </a:lnTo>
                <a:lnTo>
                  <a:pt x="14" y="112"/>
                </a:lnTo>
                <a:lnTo>
                  <a:pt x="14" y="115"/>
                </a:lnTo>
                <a:lnTo>
                  <a:pt x="14" y="118"/>
                </a:lnTo>
                <a:lnTo>
                  <a:pt x="14" y="122"/>
                </a:lnTo>
                <a:lnTo>
                  <a:pt x="15" y="125"/>
                </a:lnTo>
                <a:lnTo>
                  <a:pt x="15" y="128"/>
                </a:lnTo>
                <a:lnTo>
                  <a:pt x="16" y="131"/>
                </a:lnTo>
                <a:lnTo>
                  <a:pt x="16" y="135"/>
                </a:lnTo>
                <a:lnTo>
                  <a:pt x="17" y="138"/>
                </a:lnTo>
                <a:lnTo>
                  <a:pt x="18" y="141"/>
                </a:lnTo>
                <a:lnTo>
                  <a:pt x="19" y="145"/>
                </a:lnTo>
                <a:lnTo>
                  <a:pt x="20" y="148"/>
                </a:lnTo>
                <a:lnTo>
                  <a:pt x="22" y="151"/>
                </a:lnTo>
                <a:lnTo>
                  <a:pt x="23" y="154"/>
                </a:lnTo>
                <a:lnTo>
                  <a:pt x="25" y="157"/>
                </a:lnTo>
                <a:lnTo>
                  <a:pt x="26" y="160"/>
                </a:lnTo>
                <a:lnTo>
                  <a:pt x="28" y="163"/>
                </a:lnTo>
                <a:lnTo>
                  <a:pt x="30" y="166"/>
                </a:lnTo>
                <a:lnTo>
                  <a:pt x="32" y="169"/>
                </a:lnTo>
                <a:lnTo>
                  <a:pt x="34" y="172"/>
                </a:lnTo>
                <a:lnTo>
                  <a:pt x="37" y="174"/>
                </a:lnTo>
                <a:lnTo>
                  <a:pt x="39" y="177"/>
                </a:lnTo>
                <a:lnTo>
                  <a:pt x="41" y="180"/>
                </a:lnTo>
                <a:lnTo>
                  <a:pt x="44" y="182"/>
                </a:lnTo>
                <a:lnTo>
                  <a:pt x="46" y="185"/>
                </a:lnTo>
                <a:lnTo>
                  <a:pt x="49" y="187"/>
                </a:lnTo>
                <a:lnTo>
                  <a:pt x="52" y="189"/>
                </a:lnTo>
                <a:lnTo>
                  <a:pt x="55" y="192"/>
                </a:lnTo>
                <a:lnTo>
                  <a:pt x="58" y="194"/>
                </a:lnTo>
                <a:lnTo>
                  <a:pt x="61" y="196"/>
                </a:lnTo>
                <a:lnTo>
                  <a:pt x="64" y="198"/>
                </a:lnTo>
                <a:lnTo>
                  <a:pt x="68" y="200"/>
                </a:lnTo>
                <a:lnTo>
                  <a:pt x="72" y="202"/>
                </a:lnTo>
                <a:lnTo>
                  <a:pt x="75" y="204"/>
                </a:lnTo>
                <a:lnTo>
                  <a:pt x="79" y="205"/>
                </a:lnTo>
                <a:lnTo>
                  <a:pt x="82" y="207"/>
                </a:lnTo>
                <a:lnTo>
                  <a:pt x="86" y="208"/>
                </a:lnTo>
                <a:lnTo>
                  <a:pt x="89" y="210"/>
                </a:lnTo>
                <a:lnTo>
                  <a:pt x="93" y="211"/>
                </a:lnTo>
                <a:lnTo>
                  <a:pt x="97" y="213"/>
                </a:lnTo>
                <a:lnTo>
                  <a:pt x="101" y="214"/>
                </a:lnTo>
                <a:lnTo>
                  <a:pt x="104" y="215"/>
                </a:lnTo>
                <a:lnTo>
                  <a:pt x="108" y="216"/>
                </a:lnTo>
                <a:lnTo>
                  <a:pt x="112" y="217"/>
                </a:lnTo>
                <a:lnTo>
                  <a:pt x="116" y="217"/>
                </a:lnTo>
                <a:lnTo>
                  <a:pt x="120" y="218"/>
                </a:lnTo>
                <a:lnTo>
                  <a:pt x="124" y="219"/>
                </a:lnTo>
                <a:lnTo>
                  <a:pt x="128" y="219"/>
                </a:lnTo>
                <a:lnTo>
                  <a:pt x="132" y="219"/>
                </a:lnTo>
                <a:lnTo>
                  <a:pt x="136" y="220"/>
                </a:lnTo>
                <a:lnTo>
                  <a:pt x="140" y="220"/>
                </a:lnTo>
                <a:lnTo>
                  <a:pt x="144" y="220"/>
                </a:lnTo>
                <a:lnTo>
                  <a:pt x="148" y="220"/>
                </a:lnTo>
                <a:lnTo>
                  <a:pt x="152" y="220"/>
                </a:lnTo>
                <a:lnTo>
                  <a:pt x="157" y="219"/>
                </a:lnTo>
                <a:lnTo>
                  <a:pt x="161" y="219"/>
                </a:lnTo>
                <a:lnTo>
                  <a:pt x="165" y="219"/>
                </a:lnTo>
                <a:lnTo>
                  <a:pt x="169" y="218"/>
                </a:lnTo>
                <a:lnTo>
                  <a:pt x="173" y="217"/>
                </a:lnTo>
                <a:lnTo>
                  <a:pt x="176" y="217"/>
                </a:lnTo>
                <a:lnTo>
                  <a:pt x="180" y="216"/>
                </a:lnTo>
                <a:lnTo>
                  <a:pt x="184" y="215"/>
                </a:lnTo>
                <a:lnTo>
                  <a:pt x="188" y="214"/>
                </a:lnTo>
                <a:lnTo>
                  <a:pt x="192" y="213"/>
                </a:lnTo>
                <a:lnTo>
                  <a:pt x="196" y="211"/>
                </a:lnTo>
                <a:lnTo>
                  <a:pt x="199" y="210"/>
                </a:lnTo>
                <a:lnTo>
                  <a:pt x="203" y="208"/>
                </a:lnTo>
                <a:lnTo>
                  <a:pt x="207" y="207"/>
                </a:lnTo>
                <a:lnTo>
                  <a:pt x="210" y="205"/>
                </a:lnTo>
                <a:lnTo>
                  <a:pt x="214" y="204"/>
                </a:lnTo>
                <a:lnTo>
                  <a:pt x="217" y="202"/>
                </a:lnTo>
                <a:lnTo>
                  <a:pt x="220" y="200"/>
                </a:lnTo>
                <a:lnTo>
                  <a:pt x="224" y="198"/>
                </a:lnTo>
                <a:lnTo>
                  <a:pt x="227" y="196"/>
                </a:lnTo>
                <a:lnTo>
                  <a:pt x="230" y="194"/>
                </a:lnTo>
                <a:lnTo>
                  <a:pt x="233" y="192"/>
                </a:lnTo>
                <a:lnTo>
                  <a:pt x="236" y="189"/>
                </a:lnTo>
                <a:lnTo>
                  <a:pt x="239" y="187"/>
                </a:lnTo>
                <a:lnTo>
                  <a:pt x="241" y="185"/>
                </a:lnTo>
                <a:lnTo>
                  <a:pt x="244" y="182"/>
                </a:lnTo>
                <a:lnTo>
                  <a:pt x="246" y="180"/>
                </a:lnTo>
                <a:lnTo>
                  <a:pt x="249" y="177"/>
                </a:lnTo>
                <a:lnTo>
                  <a:pt x="251" y="174"/>
                </a:lnTo>
                <a:lnTo>
                  <a:pt x="253" y="172"/>
                </a:lnTo>
                <a:lnTo>
                  <a:pt x="256" y="169"/>
                </a:lnTo>
                <a:lnTo>
                  <a:pt x="258" y="166"/>
                </a:lnTo>
                <a:lnTo>
                  <a:pt x="259" y="163"/>
                </a:lnTo>
                <a:lnTo>
                  <a:pt x="261" y="160"/>
                </a:lnTo>
                <a:lnTo>
                  <a:pt x="263" y="157"/>
                </a:lnTo>
                <a:lnTo>
                  <a:pt x="264" y="154"/>
                </a:lnTo>
                <a:lnTo>
                  <a:pt x="266" y="151"/>
                </a:lnTo>
                <a:lnTo>
                  <a:pt x="267" y="148"/>
                </a:lnTo>
                <a:lnTo>
                  <a:pt x="268" y="145"/>
                </a:lnTo>
                <a:lnTo>
                  <a:pt x="269" y="141"/>
                </a:lnTo>
                <a:lnTo>
                  <a:pt x="270" y="138"/>
                </a:lnTo>
                <a:lnTo>
                  <a:pt x="271" y="135"/>
                </a:lnTo>
                <a:lnTo>
                  <a:pt x="272" y="131"/>
                </a:lnTo>
                <a:lnTo>
                  <a:pt x="273" y="128"/>
                </a:lnTo>
                <a:lnTo>
                  <a:pt x="273" y="125"/>
                </a:lnTo>
                <a:lnTo>
                  <a:pt x="273" y="122"/>
                </a:lnTo>
                <a:lnTo>
                  <a:pt x="273" y="118"/>
                </a:lnTo>
                <a:lnTo>
                  <a:pt x="274" y="115"/>
                </a:lnTo>
                <a:moveTo>
                  <a:pt x="287" y="115"/>
                </a:moveTo>
                <a:lnTo>
                  <a:pt x="287" y="119"/>
                </a:lnTo>
                <a:lnTo>
                  <a:pt x="287" y="122"/>
                </a:lnTo>
                <a:lnTo>
                  <a:pt x="287" y="126"/>
                </a:lnTo>
                <a:lnTo>
                  <a:pt x="286" y="129"/>
                </a:lnTo>
                <a:lnTo>
                  <a:pt x="286" y="133"/>
                </a:lnTo>
                <a:lnTo>
                  <a:pt x="285" y="137"/>
                </a:lnTo>
                <a:lnTo>
                  <a:pt x="284" y="140"/>
                </a:lnTo>
                <a:lnTo>
                  <a:pt x="283" y="145"/>
                </a:lnTo>
                <a:lnTo>
                  <a:pt x="282" y="148"/>
                </a:lnTo>
                <a:lnTo>
                  <a:pt x="280" y="152"/>
                </a:lnTo>
                <a:lnTo>
                  <a:pt x="279" y="155"/>
                </a:lnTo>
                <a:lnTo>
                  <a:pt x="277" y="158"/>
                </a:lnTo>
                <a:lnTo>
                  <a:pt x="276" y="162"/>
                </a:lnTo>
                <a:lnTo>
                  <a:pt x="274" y="165"/>
                </a:lnTo>
                <a:lnTo>
                  <a:pt x="272" y="168"/>
                </a:lnTo>
                <a:lnTo>
                  <a:pt x="270" y="171"/>
                </a:lnTo>
                <a:lnTo>
                  <a:pt x="267" y="175"/>
                </a:lnTo>
                <a:lnTo>
                  <a:pt x="265" y="178"/>
                </a:lnTo>
                <a:lnTo>
                  <a:pt x="263" y="181"/>
                </a:lnTo>
                <a:lnTo>
                  <a:pt x="260" y="184"/>
                </a:lnTo>
                <a:lnTo>
                  <a:pt x="257" y="186"/>
                </a:lnTo>
                <a:lnTo>
                  <a:pt x="255" y="189"/>
                </a:lnTo>
                <a:lnTo>
                  <a:pt x="252" y="192"/>
                </a:lnTo>
                <a:lnTo>
                  <a:pt x="249" y="195"/>
                </a:lnTo>
                <a:lnTo>
                  <a:pt x="245" y="197"/>
                </a:lnTo>
                <a:lnTo>
                  <a:pt x="242" y="200"/>
                </a:lnTo>
                <a:lnTo>
                  <a:pt x="239" y="202"/>
                </a:lnTo>
                <a:lnTo>
                  <a:pt x="236" y="205"/>
                </a:lnTo>
                <a:lnTo>
                  <a:pt x="232" y="207"/>
                </a:lnTo>
                <a:lnTo>
                  <a:pt x="228" y="209"/>
                </a:lnTo>
                <a:lnTo>
                  <a:pt x="225" y="211"/>
                </a:lnTo>
                <a:lnTo>
                  <a:pt x="221" y="213"/>
                </a:lnTo>
                <a:lnTo>
                  <a:pt x="217" y="215"/>
                </a:lnTo>
                <a:lnTo>
                  <a:pt x="213" y="217"/>
                </a:lnTo>
                <a:lnTo>
                  <a:pt x="209" y="218"/>
                </a:lnTo>
                <a:lnTo>
                  <a:pt x="205" y="220"/>
                </a:lnTo>
                <a:lnTo>
                  <a:pt x="201" y="221"/>
                </a:lnTo>
                <a:lnTo>
                  <a:pt x="197" y="223"/>
                </a:lnTo>
                <a:lnTo>
                  <a:pt x="193" y="224"/>
                </a:lnTo>
                <a:lnTo>
                  <a:pt x="189" y="225"/>
                </a:lnTo>
                <a:lnTo>
                  <a:pt x="184" y="226"/>
                </a:lnTo>
                <a:lnTo>
                  <a:pt x="180" y="227"/>
                </a:lnTo>
                <a:lnTo>
                  <a:pt x="176" y="228"/>
                </a:lnTo>
                <a:lnTo>
                  <a:pt x="171" y="229"/>
                </a:lnTo>
                <a:lnTo>
                  <a:pt x="167" y="229"/>
                </a:lnTo>
                <a:lnTo>
                  <a:pt x="162" y="230"/>
                </a:lnTo>
                <a:lnTo>
                  <a:pt x="158" y="230"/>
                </a:lnTo>
                <a:lnTo>
                  <a:pt x="153" y="231"/>
                </a:lnTo>
                <a:lnTo>
                  <a:pt x="149" y="231"/>
                </a:lnTo>
                <a:lnTo>
                  <a:pt x="144" y="231"/>
                </a:lnTo>
                <a:lnTo>
                  <a:pt x="140" y="231"/>
                </a:lnTo>
                <a:lnTo>
                  <a:pt x="135" y="231"/>
                </a:lnTo>
                <a:lnTo>
                  <a:pt x="131" y="230"/>
                </a:lnTo>
                <a:lnTo>
                  <a:pt x="126" y="230"/>
                </a:lnTo>
                <a:lnTo>
                  <a:pt x="122" y="229"/>
                </a:lnTo>
                <a:lnTo>
                  <a:pt x="118" y="229"/>
                </a:lnTo>
                <a:lnTo>
                  <a:pt x="113" y="228"/>
                </a:lnTo>
                <a:lnTo>
                  <a:pt x="109" y="227"/>
                </a:lnTo>
                <a:lnTo>
                  <a:pt x="104" y="226"/>
                </a:lnTo>
                <a:lnTo>
                  <a:pt x="100" y="225"/>
                </a:lnTo>
                <a:lnTo>
                  <a:pt x="96" y="224"/>
                </a:lnTo>
                <a:lnTo>
                  <a:pt x="92" y="223"/>
                </a:lnTo>
                <a:lnTo>
                  <a:pt x="88" y="221"/>
                </a:lnTo>
                <a:lnTo>
                  <a:pt x="83" y="220"/>
                </a:lnTo>
                <a:lnTo>
                  <a:pt x="79" y="218"/>
                </a:lnTo>
                <a:lnTo>
                  <a:pt x="75" y="217"/>
                </a:lnTo>
                <a:lnTo>
                  <a:pt x="72" y="215"/>
                </a:lnTo>
                <a:lnTo>
                  <a:pt x="68" y="213"/>
                </a:lnTo>
                <a:lnTo>
                  <a:pt x="63" y="211"/>
                </a:lnTo>
                <a:lnTo>
                  <a:pt x="59" y="209"/>
                </a:lnTo>
                <a:lnTo>
                  <a:pt x="56" y="207"/>
                </a:lnTo>
                <a:lnTo>
                  <a:pt x="52" y="205"/>
                </a:lnTo>
                <a:lnTo>
                  <a:pt x="49" y="202"/>
                </a:lnTo>
                <a:lnTo>
                  <a:pt x="45" y="200"/>
                </a:lnTo>
                <a:lnTo>
                  <a:pt x="42" y="197"/>
                </a:lnTo>
                <a:lnTo>
                  <a:pt x="39" y="195"/>
                </a:lnTo>
                <a:lnTo>
                  <a:pt x="36" y="192"/>
                </a:lnTo>
                <a:lnTo>
                  <a:pt x="33" y="189"/>
                </a:lnTo>
                <a:lnTo>
                  <a:pt x="30" y="186"/>
                </a:lnTo>
                <a:lnTo>
                  <a:pt x="28" y="184"/>
                </a:lnTo>
                <a:lnTo>
                  <a:pt x="25" y="181"/>
                </a:lnTo>
                <a:lnTo>
                  <a:pt x="23" y="178"/>
                </a:lnTo>
                <a:lnTo>
                  <a:pt x="20" y="175"/>
                </a:lnTo>
                <a:lnTo>
                  <a:pt x="18" y="171"/>
                </a:lnTo>
                <a:lnTo>
                  <a:pt x="16" y="168"/>
                </a:lnTo>
                <a:lnTo>
                  <a:pt x="14" y="165"/>
                </a:lnTo>
                <a:lnTo>
                  <a:pt x="12" y="162"/>
                </a:lnTo>
                <a:lnTo>
                  <a:pt x="10" y="158"/>
                </a:lnTo>
                <a:lnTo>
                  <a:pt x="9" y="155"/>
                </a:lnTo>
                <a:lnTo>
                  <a:pt x="7" y="152"/>
                </a:lnTo>
                <a:lnTo>
                  <a:pt x="6" y="148"/>
                </a:lnTo>
                <a:lnTo>
                  <a:pt x="5" y="145"/>
                </a:lnTo>
                <a:lnTo>
                  <a:pt x="4" y="140"/>
                </a:lnTo>
                <a:lnTo>
                  <a:pt x="3" y="137"/>
                </a:lnTo>
                <a:lnTo>
                  <a:pt x="2" y="133"/>
                </a:lnTo>
                <a:lnTo>
                  <a:pt x="1" y="129"/>
                </a:lnTo>
                <a:lnTo>
                  <a:pt x="1" y="126"/>
                </a:lnTo>
                <a:lnTo>
                  <a:pt x="1" y="122"/>
                </a:lnTo>
                <a:lnTo>
                  <a:pt x="0" y="119"/>
                </a:lnTo>
                <a:lnTo>
                  <a:pt x="0" y="115"/>
                </a:lnTo>
                <a:lnTo>
                  <a:pt x="0" y="111"/>
                </a:lnTo>
                <a:lnTo>
                  <a:pt x="1" y="108"/>
                </a:lnTo>
                <a:lnTo>
                  <a:pt x="1" y="104"/>
                </a:lnTo>
                <a:lnTo>
                  <a:pt x="1" y="101"/>
                </a:lnTo>
                <a:lnTo>
                  <a:pt x="2" y="97"/>
                </a:lnTo>
                <a:lnTo>
                  <a:pt x="3" y="94"/>
                </a:lnTo>
                <a:lnTo>
                  <a:pt x="4" y="90"/>
                </a:lnTo>
                <a:lnTo>
                  <a:pt x="5" y="87"/>
                </a:lnTo>
                <a:lnTo>
                  <a:pt x="6" y="83"/>
                </a:lnTo>
                <a:lnTo>
                  <a:pt x="7" y="80"/>
                </a:lnTo>
                <a:lnTo>
                  <a:pt x="9" y="76"/>
                </a:lnTo>
                <a:lnTo>
                  <a:pt x="10" y="73"/>
                </a:lnTo>
                <a:lnTo>
                  <a:pt x="12" y="69"/>
                </a:lnTo>
                <a:lnTo>
                  <a:pt x="14" y="66"/>
                </a:lnTo>
                <a:lnTo>
                  <a:pt x="16" y="63"/>
                </a:lnTo>
                <a:lnTo>
                  <a:pt x="18" y="60"/>
                </a:lnTo>
                <a:lnTo>
                  <a:pt x="20" y="57"/>
                </a:lnTo>
                <a:lnTo>
                  <a:pt x="23" y="54"/>
                </a:lnTo>
                <a:lnTo>
                  <a:pt x="25" y="51"/>
                </a:lnTo>
                <a:lnTo>
                  <a:pt x="28" y="48"/>
                </a:lnTo>
                <a:lnTo>
                  <a:pt x="30" y="45"/>
                </a:lnTo>
                <a:lnTo>
                  <a:pt x="33" y="42"/>
                </a:lnTo>
                <a:lnTo>
                  <a:pt x="36" y="39"/>
                </a:lnTo>
                <a:lnTo>
                  <a:pt x="39" y="36"/>
                </a:lnTo>
                <a:lnTo>
                  <a:pt x="42" y="34"/>
                </a:lnTo>
                <a:lnTo>
                  <a:pt x="45" y="31"/>
                </a:lnTo>
                <a:lnTo>
                  <a:pt x="49" y="29"/>
                </a:lnTo>
                <a:lnTo>
                  <a:pt x="52" y="27"/>
                </a:lnTo>
                <a:lnTo>
                  <a:pt x="56" y="24"/>
                </a:lnTo>
                <a:lnTo>
                  <a:pt x="59" y="22"/>
                </a:lnTo>
                <a:lnTo>
                  <a:pt x="63" y="20"/>
                </a:lnTo>
                <a:lnTo>
                  <a:pt x="68" y="18"/>
                </a:lnTo>
                <a:lnTo>
                  <a:pt x="72" y="16"/>
                </a:lnTo>
                <a:lnTo>
                  <a:pt x="75" y="14"/>
                </a:lnTo>
                <a:lnTo>
                  <a:pt x="79" y="13"/>
                </a:lnTo>
                <a:lnTo>
                  <a:pt x="83" y="11"/>
                </a:lnTo>
                <a:lnTo>
                  <a:pt x="88" y="10"/>
                </a:lnTo>
                <a:lnTo>
                  <a:pt x="92" y="8"/>
                </a:lnTo>
                <a:lnTo>
                  <a:pt x="96" y="7"/>
                </a:lnTo>
                <a:lnTo>
                  <a:pt x="100" y="6"/>
                </a:lnTo>
                <a:lnTo>
                  <a:pt x="104" y="5"/>
                </a:lnTo>
                <a:lnTo>
                  <a:pt x="109" y="4"/>
                </a:lnTo>
                <a:lnTo>
                  <a:pt x="113" y="3"/>
                </a:lnTo>
                <a:lnTo>
                  <a:pt x="118" y="2"/>
                </a:lnTo>
                <a:lnTo>
                  <a:pt x="122" y="2"/>
                </a:lnTo>
                <a:lnTo>
                  <a:pt x="126" y="1"/>
                </a:lnTo>
                <a:lnTo>
                  <a:pt x="131" y="1"/>
                </a:lnTo>
                <a:lnTo>
                  <a:pt x="135" y="0"/>
                </a:lnTo>
                <a:lnTo>
                  <a:pt x="140" y="0"/>
                </a:lnTo>
                <a:lnTo>
                  <a:pt x="144" y="0"/>
                </a:lnTo>
                <a:lnTo>
                  <a:pt x="149" y="0"/>
                </a:lnTo>
                <a:lnTo>
                  <a:pt x="153" y="0"/>
                </a:lnTo>
                <a:lnTo>
                  <a:pt x="158" y="1"/>
                </a:lnTo>
                <a:lnTo>
                  <a:pt x="162" y="1"/>
                </a:lnTo>
                <a:lnTo>
                  <a:pt x="167" y="2"/>
                </a:lnTo>
                <a:lnTo>
                  <a:pt x="171" y="2"/>
                </a:lnTo>
                <a:lnTo>
                  <a:pt x="176" y="3"/>
                </a:lnTo>
                <a:lnTo>
                  <a:pt x="180" y="4"/>
                </a:lnTo>
                <a:lnTo>
                  <a:pt x="184" y="5"/>
                </a:lnTo>
                <a:lnTo>
                  <a:pt x="189" y="6"/>
                </a:lnTo>
                <a:lnTo>
                  <a:pt x="193" y="7"/>
                </a:lnTo>
                <a:lnTo>
                  <a:pt x="197" y="8"/>
                </a:lnTo>
                <a:lnTo>
                  <a:pt x="201" y="10"/>
                </a:lnTo>
                <a:lnTo>
                  <a:pt x="205" y="11"/>
                </a:lnTo>
                <a:lnTo>
                  <a:pt x="209" y="13"/>
                </a:lnTo>
                <a:lnTo>
                  <a:pt x="213" y="14"/>
                </a:lnTo>
                <a:lnTo>
                  <a:pt x="217" y="16"/>
                </a:lnTo>
                <a:lnTo>
                  <a:pt x="221" y="18"/>
                </a:lnTo>
                <a:lnTo>
                  <a:pt x="225" y="20"/>
                </a:lnTo>
                <a:lnTo>
                  <a:pt x="228" y="22"/>
                </a:lnTo>
                <a:lnTo>
                  <a:pt x="232" y="24"/>
                </a:lnTo>
                <a:lnTo>
                  <a:pt x="236" y="27"/>
                </a:lnTo>
                <a:lnTo>
                  <a:pt x="239" y="29"/>
                </a:lnTo>
                <a:lnTo>
                  <a:pt x="242" y="31"/>
                </a:lnTo>
                <a:lnTo>
                  <a:pt x="245" y="34"/>
                </a:lnTo>
                <a:lnTo>
                  <a:pt x="249" y="36"/>
                </a:lnTo>
                <a:lnTo>
                  <a:pt x="252" y="39"/>
                </a:lnTo>
                <a:lnTo>
                  <a:pt x="255" y="42"/>
                </a:lnTo>
                <a:lnTo>
                  <a:pt x="257" y="45"/>
                </a:lnTo>
                <a:lnTo>
                  <a:pt x="260" y="48"/>
                </a:lnTo>
                <a:lnTo>
                  <a:pt x="263" y="51"/>
                </a:lnTo>
                <a:lnTo>
                  <a:pt x="265" y="54"/>
                </a:lnTo>
                <a:lnTo>
                  <a:pt x="267" y="57"/>
                </a:lnTo>
                <a:lnTo>
                  <a:pt x="270" y="60"/>
                </a:lnTo>
                <a:lnTo>
                  <a:pt x="272" y="63"/>
                </a:lnTo>
                <a:lnTo>
                  <a:pt x="274" y="66"/>
                </a:lnTo>
                <a:lnTo>
                  <a:pt x="276" y="69"/>
                </a:lnTo>
                <a:lnTo>
                  <a:pt x="277" y="73"/>
                </a:lnTo>
                <a:lnTo>
                  <a:pt x="279" y="76"/>
                </a:lnTo>
                <a:lnTo>
                  <a:pt x="280" y="80"/>
                </a:lnTo>
                <a:lnTo>
                  <a:pt x="282" y="83"/>
                </a:lnTo>
                <a:lnTo>
                  <a:pt x="283" y="87"/>
                </a:lnTo>
                <a:lnTo>
                  <a:pt x="284" y="90"/>
                </a:lnTo>
                <a:lnTo>
                  <a:pt x="285" y="94"/>
                </a:lnTo>
                <a:lnTo>
                  <a:pt x="286" y="97"/>
                </a:lnTo>
                <a:lnTo>
                  <a:pt x="286" y="101"/>
                </a:lnTo>
                <a:lnTo>
                  <a:pt x="287" y="104"/>
                </a:lnTo>
                <a:lnTo>
                  <a:pt x="287" y="108"/>
                </a:lnTo>
                <a:lnTo>
                  <a:pt x="287" y="111"/>
                </a:lnTo>
                <a:lnTo>
                  <a:pt x="287" y="115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3" name=""/>
          <p:cNvSpPr/>
          <p:nvPr/>
        </p:nvSpPr>
        <p:spPr>
          <a:xfrm>
            <a:off x="2807280" y="1803240"/>
            <a:ext cx="105120" cy="84960"/>
          </a:xfrm>
          <a:custGeom>
            <a:avLst/>
            <a:gdLst/>
            <a:ahLst/>
            <a:rect l="0" t="0" r="r" b="b"/>
            <a:pathLst>
              <a:path w="292" h="236">
                <a:moveTo>
                  <a:pt x="289" y="118"/>
                </a:moveTo>
                <a:lnTo>
                  <a:pt x="289" y="114"/>
                </a:lnTo>
                <a:lnTo>
                  <a:pt x="289" y="111"/>
                </a:lnTo>
                <a:lnTo>
                  <a:pt x="289" y="107"/>
                </a:lnTo>
                <a:lnTo>
                  <a:pt x="288" y="104"/>
                </a:lnTo>
                <a:lnTo>
                  <a:pt x="288" y="100"/>
                </a:lnTo>
                <a:lnTo>
                  <a:pt x="287" y="97"/>
                </a:lnTo>
                <a:lnTo>
                  <a:pt x="286" y="93"/>
                </a:lnTo>
                <a:lnTo>
                  <a:pt x="285" y="90"/>
                </a:lnTo>
                <a:lnTo>
                  <a:pt x="284" y="86"/>
                </a:lnTo>
                <a:lnTo>
                  <a:pt x="282" y="83"/>
                </a:lnTo>
                <a:lnTo>
                  <a:pt x="281" y="79"/>
                </a:lnTo>
                <a:lnTo>
                  <a:pt x="279" y="76"/>
                </a:lnTo>
                <a:lnTo>
                  <a:pt x="278" y="72"/>
                </a:lnTo>
                <a:lnTo>
                  <a:pt x="276" y="69"/>
                </a:lnTo>
                <a:lnTo>
                  <a:pt x="274" y="66"/>
                </a:lnTo>
                <a:lnTo>
                  <a:pt x="272" y="63"/>
                </a:lnTo>
                <a:lnTo>
                  <a:pt x="269" y="60"/>
                </a:lnTo>
                <a:lnTo>
                  <a:pt x="267" y="57"/>
                </a:lnTo>
                <a:lnTo>
                  <a:pt x="265" y="54"/>
                </a:lnTo>
                <a:lnTo>
                  <a:pt x="262" y="51"/>
                </a:lnTo>
                <a:lnTo>
                  <a:pt x="259" y="48"/>
                </a:lnTo>
                <a:lnTo>
                  <a:pt x="257" y="45"/>
                </a:lnTo>
                <a:lnTo>
                  <a:pt x="254" y="42"/>
                </a:lnTo>
                <a:lnTo>
                  <a:pt x="251" y="39"/>
                </a:lnTo>
                <a:lnTo>
                  <a:pt x="247" y="37"/>
                </a:lnTo>
                <a:lnTo>
                  <a:pt x="244" y="34"/>
                </a:lnTo>
                <a:lnTo>
                  <a:pt x="241" y="32"/>
                </a:lnTo>
                <a:lnTo>
                  <a:pt x="238" y="30"/>
                </a:lnTo>
                <a:lnTo>
                  <a:pt x="234" y="27"/>
                </a:lnTo>
                <a:lnTo>
                  <a:pt x="230" y="25"/>
                </a:lnTo>
                <a:lnTo>
                  <a:pt x="227" y="23"/>
                </a:lnTo>
                <a:lnTo>
                  <a:pt x="223" y="21"/>
                </a:lnTo>
                <a:lnTo>
                  <a:pt x="219" y="19"/>
                </a:lnTo>
                <a:lnTo>
                  <a:pt x="215" y="17"/>
                </a:lnTo>
                <a:lnTo>
                  <a:pt x="211" y="16"/>
                </a:lnTo>
                <a:lnTo>
                  <a:pt x="207" y="14"/>
                </a:lnTo>
                <a:lnTo>
                  <a:pt x="203" y="13"/>
                </a:lnTo>
                <a:lnTo>
                  <a:pt x="199" y="11"/>
                </a:lnTo>
                <a:lnTo>
                  <a:pt x="195" y="10"/>
                </a:lnTo>
                <a:lnTo>
                  <a:pt x="191" y="9"/>
                </a:lnTo>
                <a:lnTo>
                  <a:pt x="186" y="8"/>
                </a:lnTo>
                <a:lnTo>
                  <a:pt x="182" y="7"/>
                </a:lnTo>
                <a:lnTo>
                  <a:pt x="177" y="6"/>
                </a:lnTo>
                <a:lnTo>
                  <a:pt x="172" y="5"/>
                </a:lnTo>
                <a:lnTo>
                  <a:pt x="168" y="5"/>
                </a:lnTo>
                <a:lnTo>
                  <a:pt x="163" y="4"/>
                </a:lnTo>
                <a:lnTo>
                  <a:pt x="159" y="4"/>
                </a:lnTo>
                <a:lnTo>
                  <a:pt x="154" y="3"/>
                </a:lnTo>
                <a:lnTo>
                  <a:pt x="150" y="3"/>
                </a:lnTo>
                <a:lnTo>
                  <a:pt x="145" y="3"/>
                </a:lnTo>
                <a:lnTo>
                  <a:pt x="141" y="3"/>
                </a:lnTo>
                <a:lnTo>
                  <a:pt x="136" y="3"/>
                </a:lnTo>
                <a:lnTo>
                  <a:pt x="132" y="4"/>
                </a:lnTo>
                <a:lnTo>
                  <a:pt x="127" y="4"/>
                </a:lnTo>
                <a:lnTo>
                  <a:pt x="123" y="5"/>
                </a:lnTo>
                <a:lnTo>
                  <a:pt x="119" y="5"/>
                </a:lnTo>
                <a:lnTo>
                  <a:pt x="114" y="6"/>
                </a:lnTo>
                <a:lnTo>
                  <a:pt x="110" y="7"/>
                </a:lnTo>
                <a:lnTo>
                  <a:pt x="105" y="8"/>
                </a:lnTo>
                <a:lnTo>
                  <a:pt x="101" y="9"/>
                </a:lnTo>
                <a:lnTo>
                  <a:pt x="97" y="10"/>
                </a:lnTo>
                <a:lnTo>
                  <a:pt x="93" y="11"/>
                </a:lnTo>
                <a:lnTo>
                  <a:pt x="89" y="13"/>
                </a:lnTo>
                <a:lnTo>
                  <a:pt x="84" y="14"/>
                </a:lnTo>
                <a:lnTo>
                  <a:pt x="80" y="16"/>
                </a:lnTo>
                <a:lnTo>
                  <a:pt x="76" y="17"/>
                </a:lnTo>
                <a:lnTo>
                  <a:pt x="73" y="19"/>
                </a:lnTo>
                <a:lnTo>
                  <a:pt x="69" y="21"/>
                </a:lnTo>
                <a:lnTo>
                  <a:pt x="65" y="23"/>
                </a:lnTo>
                <a:lnTo>
                  <a:pt x="61" y="25"/>
                </a:lnTo>
                <a:lnTo>
                  <a:pt x="58" y="27"/>
                </a:lnTo>
                <a:lnTo>
                  <a:pt x="54" y="30"/>
                </a:lnTo>
                <a:lnTo>
                  <a:pt x="51" y="32"/>
                </a:lnTo>
                <a:lnTo>
                  <a:pt x="47" y="34"/>
                </a:lnTo>
                <a:lnTo>
                  <a:pt x="44" y="37"/>
                </a:lnTo>
                <a:lnTo>
                  <a:pt x="41" y="39"/>
                </a:lnTo>
                <a:lnTo>
                  <a:pt x="38" y="42"/>
                </a:lnTo>
                <a:lnTo>
                  <a:pt x="35" y="45"/>
                </a:lnTo>
                <a:lnTo>
                  <a:pt x="32" y="48"/>
                </a:lnTo>
                <a:lnTo>
                  <a:pt x="30" y="51"/>
                </a:lnTo>
                <a:lnTo>
                  <a:pt x="27" y="54"/>
                </a:lnTo>
                <a:lnTo>
                  <a:pt x="25" y="57"/>
                </a:lnTo>
                <a:lnTo>
                  <a:pt x="22" y="60"/>
                </a:lnTo>
                <a:lnTo>
                  <a:pt x="20" y="63"/>
                </a:lnTo>
                <a:lnTo>
                  <a:pt x="18" y="66"/>
                </a:lnTo>
                <a:lnTo>
                  <a:pt x="16" y="69"/>
                </a:lnTo>
                <a:lnTo>
                  <a:pt x="14" y="72"/>
                </a:lnTo>
                <a:lnTo>
                  <a:pt x="12" y="76"/>
                </a:lnTo>
                <a:lnTo>
                  <a:pt x="11" y="79"/>
                </a:lnTo>
                <a:lnTo>
                  <a:pt x="9" y="83"/>
                </a:lnTo>
                <a:lnTo>
                  <a:pt x="8" y="86"/>
                </a:lnTo>
                <a:lnTo>
                  <a:pt x="7" y="90"/>
                </a:lnTo>
                <a:lnTo>
                  <a:pt x="6" y="93"/>
                </a:lnTo>
                <a:lnTo>
                  <a:pt x="5" y="97"/>
                </a:lnTo>
                <a:lnTo>
                  <a:pt x="4" y="100"/>
                </a:lnTo>
                <a:lnTo>
                  <a:pt x="3" y="104"/>
                </a:lnTo>
                <a:lnTo>
                  <a:pt x="3" y="107"/>
                </a:lnTo>
                <a:lnTo>
                  <a:pt x="3" y="111"/>
                </a:lnTo>
                <a:lnTo>
                  <a:pt x="2" y="114"/>
                </a:lnTo>
                <a:lnTo>
                  <a:pt x="2" y="118"/>
                </a:lnTo>
                <a:lnTo>
                  <a:pt x="2" y="122"/>
                </a:lnTo>
                <a:lnTo>
                  <a:pt x="3" y="125"/>
                </a:lnTo>
                <a:lnTo>
                  <a:pt x="3" y="129"/>
                </a:lnTo>
                <a:lnTo>
                  <a:pt x="3" y="132"/>
                </a:lnTo>
                <a:lnTo>
                  <a:pt x="4" y="136"/>
                </a:lnTo>
                <a:lnTo>
                  <a:pt x="5" y="140"/>
                </a:lnTo>
                <a:lnTo>
                  <a:pt x="6" y="143"/>
                </a:lnTo>
                <a:lnTo>
                  <a:pt x="7" y="147"/>
                </a:lnTo>
                <a:lnTo>
                  <a:pt x="8" y="150"/>
                </a:lnTo>
                <a:lnTo>
                  <a:pt x="9" y="154"/>
                </a:lnTo>
                <a:lnTo>
                  <a:pt x="11" y="157"/>
                </a:lnTo>
                <a:lnTo>
                  <a:pt x="12" y="160"/>
                </a:lnTo>
                <a:lnTo>
                  <a:pt x="14" y="164"/>
                </a:lnTo>
                <a:lnTo>
                  <a:pt x="16" y="167"/>
                </a:lnTo>
                <a:lnTo>
                  <a:pt x="18" y="170"/>
                </a:lnTo>
                <a:lnTo>
                  <a:pt x="20" y="173"/>
                </a:lnTo>
                <a:lnTo>
                  <a:pt x="22" y="177"/>
                </a:lnTo>
                <a:lnTo>
                  <a:pt x="25" y="180"/>
                </a:lnTo>
                <a:lnTo>
                  <a:pt x="27" y="183"/>
                </a:lnTo>
                <a:lnTo>
                  <a:pt x="30" y="186"/>
                </a:lnTo>
                <a:lnTo>
                  <a:pt x="32" y="188"/>
                </a:lnTo>
                <a:lnTo>
                  <a:pt x="35" y="191"/>
                </a:lnTo>
                <a:lnTo>
                  <a:pt x="38" y="194"/>
                </a:lnTo>
                <a:lnTo>
                  <a:pt x="41" y="197"/>
                </a:lnTo>
                <a:lnTo>
                  <a:pt x="44" y="199"/>
                </a:lnTo>
                <a:lnTo>
                  <a:pt x="47" y="202"/>
                </a:lnTo>
                <a:lnTo>
                  <a:pt x="51" y="204"/>
                </a:lnTo>
                <a:lnTo>
                  <a:pt x="54" y="207"/>
                </a:lnTo>
                <a:lnTo>
                  <a:pt x="58" y="209"/>
                </a:lnTo>
                <a:lnTo>
                  <a:pt x="61" y="211"/>
                </a:lnTo>
                <a:lnTo>
                  <a:pt x="65" y="213"/>
                </a:lnTo>
                <a:lnTo>
                  <a:pt x="69" y="215"/>
                </a:lnTo>
                <a:lnTo>
                  <a:pt x="73" y="217"/>
                </a:lnTo>
                <a:lnTo>
                  <a:pt x="76" y="219"/>
                </a:lnTo>
                <a:lnTo>
                  <a:pt x="80" y="220"/>
                </a:lnTo>
                <a:lnTo>
                  <a:pt x="84" y="222"/>
                </a:lnTo>
                <a:lnTo>
                  <a:pt x="89" y="223"/>
                </a:lnTo>
                <a:lnTo>
                  <a:pt x="93" y="225"/>
                </a:lnTo>
                <a:lnTo>
                  <a:pt x="97" y="226"/>
                </a:lnTo>
                <a:lnTo>
                  <a:pt x="101" y="227"/>
                </a:lnTo>
                <a:lnTo>
                  <a:pt x="105" y="228"/>
                </a:lnTo>
                <a:lnTo>
                  <a:pt x="110" y="229"/>
                </a:lnTo>
                <a:lnTo>
                  <a:pt x="114" y="230"/>
                </a:lnTo>
                <a:lnTo>
                  <a:pt x="119" y="231"/>
                </a:lnTo>
                <a:lnTo>
                  <a:pt x="123" y="231"/>
                </a:lnTo>
                <a:lnTo>
                  <a:pt x="127" y="232"/>
                </a:lnTo>
                <a:lnTo>
                  <a:pt x="132" y="232"/>
                </a:lnTo>
                <a:lnTo>
                  <a:pt x="136" y="233"/>
                </a:lnTo>
                <a:lnTo>
                  <a:pt x="141" y="233"/>
                </a:lnTo>
                <a:lnTo>
                  <a:pt x="145" y="233"/>
                </a:lnTo>
                <a:lnTo>
                  <a:pt x="150" y="233"/>
                </a:lnTo>
                <a:lnTo>
                  <a:pt x="154" y="233"/>
                </a:lnTo>
                <a:lnTo>
                  <a:pt x="159" y="232"/>
                </a:lnTo>
                <a:lnTo>
                  <a:pt x="163" y="232"/>
                </a:lnTo>
                <a:lnTo>
                  <a:pt x="168" y="231"/>
                </a:lnTo>
                <a:lnTo>
                  <a:pt x="172" y="231"/>
                </a:lnTo>
                <a:lnTo>
                  <a:pt x="177" y="230"/>
                </a:lnTo>
                <a:lnTo>
                  <a:pt x="182" y="229"/>
                </a:lnTo>
                <a:lnTo>
                  <a:pt x="186" y="228"/>
                </a:lnTo>
                <a:lnTo>
                  <a:pt x="191" y="227"/>
                </a:lnTo>
                <a:lnTo>
                  <a:pt x="195" y="226"/>
                </a:lnTo>
                <a:lnTo>
                  <a:pt x="199" y="225"/>
                </a:lnTo>
                <a:lnTo>
                  <a:pt x="203" y="223"/>
                </a:lnTo>
                <a:lnTo>
                  <a:pt x="207" y="222"/>
                </a:lnTo>
                <a:lnTo>
                  <a:pt x="211" y="220"/>
                </a:lnTo>
                <a:lnTo>
                  <a:pt x="215" y="219"/>
                </a:lnTo>
                <a:lnTo>
                  <a:pt x="219" y="217"/>
                </a:lnTo>
                <a:lnTo>
                  <a:pt x="223" y="215"/>
                </a:lnTo>
                <a:lnTo>
                  <a:pt x="227" y="213"/>
                </a:lnTo>
                <a:lnTo>
                  <a:pt x="230" y="211"/>
                </a:lnTo>
                <a:lnTo>
                  <a:pt x="234" y="209"/>
                </a:lnTo>
                <a:lnTo>
                  <a:pt x="238" y="207"/>
                </a:lnTo>
                <a:lnTo>
                  <a:pt x="241" y="204"/>
                </a:lnTo>
                <a:lnTo>
                  <a:pt x="244" y="202"/>
                </a:lnTo>
                <a:lnTo>
                  <a:pt x="247" y="199"/>
                </a:lnTo>
                <a:lnTo>
                  <a:pt x="251" y="197"/>
                </a:lnTo>
                <a:lnTo>
                  <a:pt x="254" y="194"/>
                </a:lnTo>
                <a:lnTo>
                  <a:pt x="257" y="191"/>
                </a:lnTo>
                <a:lnTo>
                  <a:pt x="259" y="188"/>
                </a:lnTo>
                <a:lnTo>
                  <a:pt x="262" y="186"/>
                </a:lnTo>
                <a:lnTo>
                  <a:pt x="265" y="183"/>
                </a:lnTo>
                <a:lnTo>
                  <a:pt x="267" y="180"/>
                </a:lnTo>
                <a:lnTo>
                  <a:pt x="269" y="177"/>
                </a:lnTo>
                <a:lnTo>
                  <a:pt x="272" y="173"/>
                </a:lnTo>
                <a:lnTo>
                  <a:pt x="274" y="170"/>
                </a:lnTo>
                <a:lnTo>
                  <a:pt x="276" y="167"/>
                </a:lnTo>
                <a:lnTo>
                  <a:pt x="278" y="164"/>
                </a:lnTo>
                <a:lnTo>
                  <a:pt x="279" y="160"/>
                </a:lnTo>
                <a:lnTo>
                  <a:pt x="281" y="157"/>
                </a:lnTo>
                <a:lnTo>
                  <a:pt x="282" y="154"/>
                </a:lnTo>
                <a:lnTo>
                  <a:pt x="284" y="150"/>
                </a:lnTo>
                <a:lnTo>
                  <a:pt x="285" y="147"/>
                </a:lnTo>
                <a:lnTo>
                  <a:pt x="286" y="143"/>
                </a:lnTo>
                <a:lnTo>
                  <a:pt x="287" y="140"/>
                </a:lnTo>
                <a:lnTo>
                  <a:pt x="288" y="136"/>
                </a:lnTo>
                <a:lnTo>
                  <a:pt x="288" y="132"/>
                </a:lnTo>
                <a:lnTo>
                  <a:pt x="289" y="129"/>
                </a:lnTo>
                <a:lnTo>
                  <a:pt x="289" y="125"/>
                </a:lnTo>
                <a:lnTo>
                  <a:pt x="289" y="122"/>
                </a:lnTo>
                <a:lnTo>
                  <a:pt x="289" y="118"/>
                </a:lnTo>
                <a:moveTo>
                  <a:pt x="292" y="118"/>
                </a:moveTo>
                <a:lnTo>
                  <a:pt x="292" y="122"/>
                </a:lnTo>
                <a:lnTo>
                  <a:pt x="291" y="125"/>
                </a:lnTo>
                <a:lnTo>
                  <a:pt x="291" y="129"/>
                </a:lnTo>
                <a:lnTo>
                  <a:pt x="291" y="133"/>
                </a:lnTo>
                <a:lnTo>
                  <a:pt x="290" y="136"/>
                </a:lnTo>
                <a:lnTo>
                  <a:pt x="289" y="140"/>
                </a:lnTo>
                <a:lnTo>
                  <a:pt x="288" y="144"/>
                </a:lnTo>
                <a:lnTo>
                  <a:pt x="287" y="147"/>
                </a:lnTo>
                <a:lnTo>
                  <a:pt x="286" y="151"/>
                </a:lnTo>
                <a:lnTo>
                  <a:pt x="285" y="154"/>
                </a:lnTo>
                <a:lnTo>
                  <a:pt x="283" y="158"/>
                </a:lnTo>
                <a:lnTo>
                  <a:pt x="281" y="161"/>
                </a:lnTo>
                <a:lnTo>
                  <a:pt x="280" y="164"/>
                </a:lnTo>
                <a:lnTo>
                  <a:pt x="278" y="168"/>
                </a:lnTo>
                <a:lnTo>
                  <a:pt x="276" y="171"/>
                </a:lnTo>
                <a:lnTo>
                  <a:pt x="274" y="174"/>
                </a:lnTo>
                <a:lnTo>
                  <a:pt x="271" y="177"/>
                </a:lnTo>
                <a:lnTo>
                  <a:pt x="269" y="181"/>
                </a:lnTo>
                <a:lnTo>
                  <a:pt x="267" y="184"/>
                </a:lnTo>
                <a:lnTo>
                  <a:pt x="264" y="187"/>
                </a:lnTo>
                <a:lnTo>
                  <a:pt x="261" y="190"/>
                </a:lnTo>
                <a:lnTo>
                  <a:pt x="258" y="192"/>
                </a:lnTo>
                <a:lnTo>
                  <a:pt x="255" y="195"/>
                </a:lnTo>
                <a:lnTo>
                  <a:pt x="252" y="198"/>
                </a:lnTo>
                <a:lnTo>
                  <a:pt x="249" y="201"/>
                </a:lnTo>
                <a:lnTo>
                  <a:pt x="246" y="203"/>
                </a:lnTo>
                <a:lnTo>
                  <a:pt x="242" y="206"/>
                </a:lnTo>
                <a:lnTo>
                  <a:pt x="239" y="208"/>
                </a:lnTo>
                <a:lnTo>
                  <a:pt x="235" y="210"/>
                </a:lnTo>
                <a:lnTo>
                  <a:pt x="232" y="212"/>
                </a:lnTo>
                <a:lnTo>
                  <a:pt x="228" y="215"/>
                </a:lnTo>
                <a:lnTo>
                  <a:pt x="224" y="217"/>
                </a:lnTo>
                <a:lnTo>
                  <a:pt x="220" y="218"/>
                </a:lnTo>
                <a:lnTo>
                  <a:pt x="216" y="220"/>
                </a:lnTo>
                <a:lnTo>
                  <a:pt x="212" y="222"/>
                </a:lnTo>
                <a:lnTo>
                  <a:pt x="208" y="224"/>
                </a:lnTo>
                <a:lnTo>
                  <a:pt x="204" y="225"/>
                </a:lnTo>
                <a:lnTo>
                  <a:pt x="200" y="227"/>
                </a:lnTo>
                <a:lnTo>
                  <a:pt x="196" y="228"/>
                </a:lnTo>
                <a:lnTo>
                  <a:pt x="191" y="229"/>
                </a:lnTo>
                <a:lnTo>
                  <a:pt x="187" y="230"/>
                </a:lnTo>
                <a:lnTo>
                  <a:pt x="182" y="231"/>
                </a:lnTo>
                <a:lnTo>
                  <a:pt x="177" y="232"/>
                </a:lnTo>
                <a:lnTo>
                  <a:pt x="173" y="233"/>
                </a:lnTo>
                <a:lnTo>
                  <a:pt x="168" y="233"/>
                </a:lnTo>
                <a:lnTo>
                  <a:pt x="164" y="234"/>
                </a:lnTo>
                <a:lnTo>
                  <a:pt x="159" y="234"/>
                </a:lnTo>
                <a:lnTo>
                  <a:pt x="154" y="236"/>
                </a:lnTo>
                <a:lnTo>
                  <a:pt x="150" y="236"/>
                </a:lnTo>
                <a:lnTo>
                  <a:pt x="145" y="236"/>
                </a:lnTo>
                <a:lnTo>
                  <a:pt x="141" y="236"/>
                </a:lnTo>
                <a:lnTo>
                  <a:pt x="136" y="236"/>
                </a:lnTo>
                <a:lnTo>
                  <a:pt x="132" y="234"/>
                </a:lnTo>
                <a:lnTo>
                  <a:pt x="127" y="234"/>
                </a:lnTo>
                <a:lnTo>
                  <a:pt x="123" y="233"/>
                </a:lnTo>
                <a:lnTo>
                  <a:pt x="118" y="233"/>
                </a:lnTo>
                <a:lnTo>
                  <a:pt x="114" y="232"/>
                </a:lnTo>
                <a:lnTo>
                  <a:pt x="109" y="231"/>
                </a:lnTo>
                <a:lnTo>
                  <a:pt x="105" y="230"/>
                </a:lnTo>
                <a:lnTo>
                  <a:pt x="100" y="229"/>
                </a:lnTo>
                <a:lnTo>
                  <a:pt x="96" y="228"/>
                </a:lnTo>
                <a:lnTo>
                  <a:pt x="92" y="227"/>
                </a:lnTo>
                <a:lnTo>
                  <a:pt x="88" y="225"/>
                </a:lnTo>
                <a:lnTo>
                  <a:pt x="83" y="224"/>
                </a:lnTo>
                <a:lnTo>
                  <a:pt x="79" y="222"/>
                </a:lnTo>
                <a:lnTo>
                  <a:pt x="75" y="220"/>
                </a:lnTo>
                <a:lnTo>
                  <a:pt x="71" y="218"/>
                </a:lnTo>
                <a:lnTo>
                  <a:pt x="67" y="217"/>
                </a:lnTo>
                <a:lnTo>
                  <a:pt x="64" y="215"/>
                </a:lnTo>
                <a:lnTo>
                  <a:pt x="60" y="212"/>
                </a:lnTo>
                <a:lnTo>
                  <a:pt x="56" y="210"/>
                </a:lnTo>
                <a:lnTo>
                  <a:pt x="53" y="208"/>
                </a:lnTo>
                <a:lnTo>
                  <a:pt x="49" y="206"/>
                </a:lnTo>
                <a:lnTo>
                  <a:pt x="46" y="203"/>
                </a:lnTo>
                <a:lnTo>
                  <a:pt x="43" y="201"/>
                </a:lnTo>
                <a:lnTo>
                  <a:pt x="39" y="198"/>
                </a:lnTo>
                <a:lnTo>
                  <a:pt x="36" y="195"/>
                </a:lnTo>
                <a:lnTo>
                  <a:pt x="33" y="192"/>
                </a:lnTo>
                <a:lnTo>
                  <a:pt x="31" y="190"/>
                </a:lnTo>
                <a:lnTo>
                  <a:pt x="28" y="187"/>
                </a:lnTo>
                <a:lnTo>
                  <a:pt x="25" y="184"/>
                </a:lnTo>
                <a:lnTo>
                  <a:pt x="23" y="181"/>
                </a:lnTo>
                <a:lnTo>
                  <a:pt x="20" y="177"/>
                </a:lnTo>
                <a:lnTo>
                  <a:pt x="18" y="174"/>
                </a:lnTo>
                <a:lnTo>
                  <a:pt x="16" y="171"/>
                </a:lnTo>
                <a:lnTo>
                  <a:pt x="14" y="168"/>
                </a:lnTo>
                <a:lnTo>
                  <a:pt x="12" y="164"/>
                </a:lnTo>
                <a:lnTo>
                  <a:pt x="10" y="161"/>
                </a:lnTo>
                <a:lnTo>
                  <a:pt x="9" y="158"/>
                </a:lnTo>
                <a:lnTo>
                  <a:pt x="7" y="154"/>
                </a:lnTo>
                <a:lnTo>
                  <a:pt x="6" y="151"/>
                </a:lnTo>
                <a:lnTo>
                  <a:pt x="5" y="147"/>
                </a:lnTo>
                <a:lnTo>
                  <a:pt x="4" y="144"/>
                </a:lnTo>
                <a:lnTo>
                  <a:pt x="3" y="140"/>
                </a:lnTo>
                <a:lnTo>
                  <a:pt x="2" y="136"/>
                </a:lnTo>
                <a:lnTo>
                  <a:pt x="1" y="133"/>
                </a:lnTo>
                <a:lnTo>
                  <a:pt x="1" y="129"/>
                </a:lnTo>
                <a:lnTo>
                  <a:pt x="0" y="125"/>
                </a:lnTo>
                <a:lnTo>
                  <a:pt x="0" y="122"/>
                </a:lnTo>
                <a:lnTo>
                  <a:pt x="0" y="118"/>
                </a:lnTo>
                <a:lnTo>
                  <a:pt x="0" y="114"/>
                </a:lnTo>
                <a:lnTo>
                  <a:pt x="0" y="111"/>
                </a:lnTo>
                <a:lnTo>
                  <a:pt x="1" y="107"/>
                </a:lnTo>
                <a:lnTo>
                  <a:pt x="1" y="103"/>
                </a:lnTo>
                <a:lnTo>
                  <a:pt x="2" y="100"/>
                </a:lnTo>
                <a:lnTo>
                  <a:pt x="3" y="96"/>
                </a:lnTo>
                <a:lnTo>
                  <a:pt x="4" y="93"/>
                </a:lnTo>
                <a:lnTo>
                  <a:pt x="5" y="89"/>
                </a:lnTo>
                <a:lnTo>
                  <a:pt x="6" y="86"/>
                </a:lnTo>
                <a:lnTo>
                  <a:pt x="7" y="82"/>
                </a:lnTo>
                <a:lnTo>
                  <a:pt x="9" y="79"/>
                </a:lnTo>
                <a:lnTo>
                  <a:pt x="10" y="75"/>
                </a:lnTo>
                <a:lnTo>
                  <a:pt x="12" y="72"/>
                </a:lnTo>
                <a:lnTo>
                  <a:pt x="14" y="68"/>
                </a:lnTo>
                <a:lnTo>
                  <a:pt x="16" y="65"/>
                </a:lnTo>
                <a:lnTo>
                  <a:pt x="18" y="62"/>
                </a:lnTo>
                <a:lnTo>
                  <a:pt x="20" y="59"/>
                </a:lnTo>
                <a:lnTo>
                  <a:pt x="23" y="56"/>
                </a:lnTo>
                <a:lnTo>
                  <a:pt x="25" y="52"/>
                </a:lnTo>
                <a:lnTo>
                  <a:pt x="28" y="49"/>
                </a:lnTo>
                <a:lnTo>
                  <a:pt x="31" y="47"/>
                </a:lnTo>
                <a:lnTo>
                  <a:pt x="33" y="44"/>
                </a:lnTo>
                <a:lnTo>
                  <a:pt x="36" y="41"/>
                </a:lnTo>
                <a:lnTo>
                  <a:pt x="39" y="38"/>
                </a:lnTo>
                <a:lnTo>
                  <a:pt x="43" y="36"/>
                </a:lnTo>
                <a:lnTo>
                  <a:pt x="46" y="33"/>
                </a:lnTo>
                <a:lnTo>
                  <a:pt x="49" y="31"/>
                </a:lnTo>
                <a:lnTo>
                  <a:pt x="53" y="28"/>
                </a:lnTo>
                <a:lnTo>
                  <a:pt x="56" y="26"/>
                </a:lnTo>
                <a:lnTo>
                  <a:pt x="60" y="24"/>
                </a:lnTo>
                <a:lnTo>
                  <a:pt x="64" y="22"/>
                </a:lnTo>
                <a:lnTo>
                  <a:pt x="67" y="20"/>
                </a:lnTo>
                <a:lnTo>
                  <a:pt x="71" y="18"/>
                </a:lnTo>
                <a:lnTo>
                  <a:pt x="75" y="16"/>
                </a:lnTo>
                <a:lnTo>
                  <a:pt x="79" y="14"/>
                </a:lnTo>
                <a:lnTo>
                  <a:pt x="83" y="12"/>
                </a:lnTo>
                <a:lnTo>
                  <a:pt x="88" y="11"/>
                </a:lnTo>
                <a:lnTo>
                  <a:pt x="92" y="10"/>
                </a:lnTo>
                <a:lnTo>
                  <a:pt x="96" y="8"/>
                </a:lnTo>
                <a:lnTo>
                  <a:pt x="100" y="7"/>
                </a:lnTo>
                <a:lnTo>
                  <a:pt x="105" y="6"/>
                </a:lnTo>
                <a:lnTo>
                  <a:pt x="109" y="5"/>
                </a:lnTo>
                <a:lnTo>
                  <a:pt x="114" y="4"/>
                </a:lnTo>
                <a:lnTo>
                  <a:pt x="118" y="3"/>
                </a:lnTo>
                <a:lnTo>
                  <a:pt x="123" y="3"/>
                </a:lnTo>
                <a:lnTo>
                  <a:pt x="127" y="2"/>
                </a:lnTo>
                <a:lnTo>
                  <a:pt x="132" y="2"/>
                </a:lnTo>
                <a:lnTo>
                  <a:pt x="136" y="2"/>
                </a:lnTo>
                <a:lnTo>
                  <a:pt x="141" y="0"/>
                </a:lnTo>
                <a:lnTo>
                  <a:pt x="145" y="0"/>
                </a:lnTo>
                <a:lnTo>
                  <a:pt x="150" y="0"/>
                </a:lnTo>
                <a:lnTo>
                  <a:pt x="154" y="2"/>
                </a:lnTo>
                <a:lnTo>
                  <a:pt x="159" y="2"/>
                </a:lnTo>
                <a:lnTo>
                  <a:pt x="164" y="2"/>
                </a:lnTo>
                <a:lnTo>
                  <a:pt x="168" y="3"/>
                </a:lnTo>
                <a:lnTo>
                  <a:pt x="173" y="3"/>
                </a:lnTo>
                <a:lnTo>
                  <a:pt x="177" y="4"/>
                </a:lnTo>
                <a:lnTo>
                  <a:pt x="182" y="5"/>
                </a:lnTo>
                <a:lnTo>
                  <a:pt x="187" y="6"/>
                </a:lnTo>
                <a:lnTo>
                  <a:pt x="191" y="7"/>
                </a:lnTo>
                <a:lnTo>
                  <a:pt x="196" y="8"/>
                </a:lnTo>
                <a:lnTo>
                  <a:pt x="200" y="10"/>
                </a:lnTo>
                <a:lnTo>
                  <a:pt x="204" y="11"/>
                </a:lnTo>
                <a:lnTo>
                  <a:pt x="208" y="12"/>
                </a:lnTo>
                <a:lnTo>
                  <a:pt x="212" y="14"/>
                </a:lnTo>
                <a:lnTo>
                  <a:pt x="216" y="16"/>
                </a:lnTo>
                <a:lnTo>
                  <a:pt x="220" y="18"/>
                </a:lnTo>
                <a:lnTo>
                  <a:pt x="224" y="20"/>
                </a:lnTo>
                <a:lnTo>
                  <a:pt x="228" y="22"/>
                </a:lnTo>
                <a:lnTo>
                  <a:pt x="232" y="24"/>
                </a:lnTo>
                <a:lnTo>
                  <a:pt x="235" y="26"/>
                </a:lnTo>
                <a:lnTo>
                  <a:pt x="239" y="28"/>
                </a:lnTo>
                <a:lnTo>
                  <a:pt x="242" y="31"/>
                </a:lnTo>
                <a:lnTo>
                  <a:pt x="246" y="33"/>
                </a:lnTo>
                <a:lnTo>
                  <a:pt x="249" y="36"/>
                </a:lnTo>
                <a:lnTo>
                  <a:pt x="252" y="38"/>
                </a:lnTo>
                <a:lnTo>
                  <a:pt x="255" y="41"/>
                </a:lnTo>
                <a:lnTo>
                  <a:pt x="258" y="44"/>
                </a:lnTo>
                <a:lnTo>
                  <a:pt x="261" y="47"/>
                </a:lnTo>
                <a:lnTo>
                  <a:pt x="264" y="49"/>
                </a:lnTo>
                <a:lnTo>
                  <a:pt x="267" y="52"/>
                </a:lnTo>
                <a:lnTo>
                  <a:pt x="269" y="56"/>
                </a:lnTo>
                <a:lnTo>
                  <a:pt x="271" y="59"/>
                </a:lnTo>
                <a:lnTo>
                  <a:pt x="274" y="62"/>
                </a:lnTo>
                <a:lnTo>
                  <a:pt x="276" y="65"/>
                </a:lnTo>
                <a:lnTo>
                  <a:pt x="278" y="68"/>
                </a:lnTo>
                <a:lnTo>
                  <a:pt x="280" y="72"/>
                </a:lnTo>
                <a:lnTo>
                  <a:pt x="281" y="75"/>
                </a:lnTo>
                <a:lnTo>
                  <a:pt x="283" y="79"/>
                </a:lnTo>
                <a:lnTo>
                  <a:pt x="285" y="82"/>
                </a:lnTo>
                <a:lnTo>
                  <a:pt x="286" y="86"/>
                </a:lnTo>
                <a:lnTo>
                  <a:pt x="287" y="89"/>
                </a:lnTo>
                <a:lnTo>
                  <a:pt x="288" y="93"/>
                </a:lnTo>
                <a:lnTo>
                  <a:pt x="289" y="96"/>
                </a:lnTo>
                <a:lnTo>
                  <a:pt x="290" y="100"/>
                </a:lnTo>
                <a:lnTo>
                  <a:pt x="291" y="103"/>
                </a:lnTo>
                <a:lnTo>
                  <a:pt x="291" y="107"/>
                </a:lnTo>
                <a:lnTo>
                  <a:pt x="291" y="111"/>
                </a:lnTo>
                <a:lnTo>
                  <a:pt x="292" y="114"/>
                </a:lnTo>
                <a:lnTo>
                  <a:pt x="292" y="118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4" name=""/>
          <p:cNvSpPr/>
          <p:nvPr/>
        </p:nvSpPr>
        <p:spPr>
          <a:xfrm>
            <a:off x="2806560" y="1802880"/>
            <a:ext cx="106560" cy="85680"/>
          </a:xfrm>
          <a:custGeom>
            <a:avLst/>
            <a:gdLst/>
            <a:ahLst/>
            <a:rect l="0" t="0" r="r" b="b"/>
            <a:pathLst>
              <a:path w="296" h="238">
                <a:moveTo>
                  <a:pt x="294" y="119"/>
                </a:moveTo>
                <a:lnTo>
                  <a:pt x="294" y="115"/>
                </a:lnTo>
                <a:lnTo>
                  <a:pt x="293" y="112"/>
                </a:lnTo>
                <a:lnTo>
                  <a:pt x="293" y="108"/>
                </a:lnTo>
                <a:lnTo>
                  <a:pt x="293" y="104"/>
                </a:lnTo>
                <a:lnTo>
                  <a:pt x="292" y="101"/>
                </a:lnTo>
                <a:lnTo>
                  <a:pt x="291" y="97"/>
                </a:lnTo>
                <a:lnTo>
                  <a:pt x="290" y="94"/>
                </a:lnTo>
                <a:lnTo>
                  <a:pt x="289" y="90"/>
                </a:lnTo>
                <a:lnTo>
                  <a:pt x="288" y="86"/>
                </a:lnTo>
                <a:lnTo>
                  <a:pt x="287" y="82"/>
                </a:lnTo>
                <a:lnTo>
                  <a:pt x="285" y="79"/>
                </a:lnTo>
                <a:lnTo>
                  <a:pt x="283" y="75"/>
                </a:lnTo>
                <a:lnTo>
                  <a:pt x="282" y="72"/>
                </a:lnTo>
                <a:lnTo>
                  <a:pt x="280" y="68"/>
                </a:lnTo>
                <a:lnTo>
                  <a:pt x="278" y="65"/>
                </a:lnTo>
                <a:lnTo>
                  <a:pt x="276" y="62"/>
                </a:lnTo>
                <a:lnTo>
                  <a:pt x="273" y="59"/>
                </a:lnTo>
                <a:lnTo>
                  <a:pt x="271" y="56"/>
                </a:lnTo>
                <a:lnTo>
                  <a:pt x="269" y="52"/>
                </a:lnTo>
                <a:lnTo>
                  <a:pt x="266" y="49"/>
                </a:lnTo>
                <a:lnTo>
                  <a:pt x="263" y="47"/>
                </a:lnTo>
                <a:lnTo>
                  <a:pt x="260" y="44"/>
                </a:lnTo>
                <a:lnTo>
                  <a:pt x="257" y="41"/>
                </a:lnTo>
                <a:lnTo>
                  <a:pt x="254" y="38"/>
                </a:lnTo>
                <a:lnTo>
                  <a:pt x="251" y="36"/>
                </a:lnTo>
                <a:lnTo>
                  <a:pt x="248" y="33"/>
                </a:lnTo>
                <a:lnTo>
                  <a:pt x="244" y="31"/>
                </a:lnTo>
                <a:lnTo>
                  <a:pt x="241" y="28"/>
                </a:lnTo>
                <a:lnTo>
                  <a:pt x="237" y="26"/>
                </a:lnTo>
                <a:lnTo>
                  <a:pt x="234" y="24"/>
                </a:lnTo>
                <a:lnTo>
                  <a:pt x="230" y="22"/>
                </a:lnTo>
                <a:lnTo>
                  <a:pt x="226" y="20"/>
                </a:lnTo>
                <a:lnTo>
                  <a:pt x="222" y="18"/>
                </a:lnTo>
                <a:lnTo>
                  <a:pt x="218" y="16"/>
                </a:lnTo>
                <a:lnTo>
                  <a:pt x="214" y="14"/>
                </a:lnTo>
                <a:lnTo>
                  <a:pt x="210" y="12"/>
                </a:lnTo>
                <a:lnTo>
                  <a:pt x="206" y="11"/>
                </a:lnTo>
                <a:lnTo>
                  <a:pt x="202" y="10"/>
                </a:lnTo>
                <a:lnTo>
                  <a:pt x="198" y="8"/>
                </a:lnTo>
                <a:lnTo>
                  <a:pt x="193" y="7"/>
                </a:lnTo>
                <a:lnTo>
                  <a:pt x="189" y="6"/>
                </a:lnTo>
                <a:lnTo>
                  <a:pt x="184" y="5"/>
                </a:lnTo>
                <a:lnTo>
                  <a:pt x="180" y="4"/>
                </a:lnTo>
                <a:lnTo>
                  <a:pt x="176" y="3"/>
                </a:lnTo>
                <a:lnTo>
                  <a:pt x="171" y="3"/>
                </a:lnTo>
                <a:lnTo>
                  <a:pt x="167" y="2"/>
                </a:lnTo>
                <a:lnTo>
                  <a:pt x="162" y="2"/>
                </a:lnTo>
                <a:lnTo>
                  <a:pt x="157" y="2"/>
                </a:lnTo>
                <a:lnTo>
                  <a:pt x="153" y="1"/>
                </a:lnTo>
                <a:lnTo>
                  <a:pt x="148" y="1"/>
                </a:lnTo>
                <a:lnTo>
                  <a:pt x="144" y="1"/>
                </a:lnTo>
                <a:lnTo>
                  <a:pt x="139" y="2"/>
                </a:lnTo>
                <a:lnTo>
                  <a:pt x="135" y="2"/>
                </a:lnTo>
                <a:lnTo>
                  <a:pt x="130" y="2"/>
                </a:lnTo>
                <a:lnTo>
                  <a:pt x="126" y="3"/>
                </a:lnTo>
                <a:lnTo>
                  <a:pt x="121" y="3"/>
                </a:lnTo>
                <a:lnTo>
                  <a:pt x="117" y="4"/>
                </a:lnTo>
                <a:lnTo>
                  <a:pt x="112" y="5"/>
                </a:lnTo>
                <a:lnTo>
                  <a:pt x="108" y="6"/>
                </a:lnTo>
                <a:lnTo>
                  <a:pt x="103" y="7"/>
                </a:lnTo>
                <a:lnTo>
                  <a:pt x="99" y="8"/>
                </a:lnTo>
                <a:lnTo>
                  <a:pt x="95" y="10"/>
                </a:lnTo>
                <a:lnTo>
                  <a:pt x="91" y="11"/>
                </a:lnTo>
                <a:lnTo>
                  <a:pt x="86" y="12"/>
                </a:lnTo>
                <a:lnTo>
                  <a:pt x="82" y="14"/>
                </a:lnTo>
                <a:lnTo>
                  <a:pt x="78" y="16"/>
                </a:lnTo>
                <a:lnTo>
                  <a:pt x="74" y="18"/>
                </a:lnTo>
                <a:lnTo>
                  <a:pt x="70" y="20"/>
                </a:lnTo>
                <a:lnTo>
                  <a:pt x="67" y="22"/>
                </a:lnTo>
                <a:lnTo>
                  <a:pt x="63" y="24"/>
                </a:lnTo>
                <a:lnTo>
                  <a:pt x="59" y="26"/>
                </a:lnTo>
                <a:lnTo>
                  <a:pt x="56" y="28"/>
                </a:lnTo>
                <a:lnTo>
                  <a:pt x="52" y="31"/>
                </a:lnTo>
                <a:lnTo>
                  <a:pt x="49" y="33"/>
                </a:lnTo>
                <a:lnTo>
                  <a:pt x="46" y="36"/>
                </a:lnTo>
                <a:lnTo>
                  <a:pt x="42" y="38"/>
                </a:lnTo>
                <a:lnTo>
                  <a:pt x="39" y="41"/>
                </a:lnTo>
                <a:lnTo>
                  <a:pt x="36" y="44"/>
                </a:lnTo>
                <a:lnTo>
                  <a:pt x="34" y="47"/>
                </a:lnTo>
                <a:lnTo>
                  <a:pt x="31" y="49"/>
                </a:lnTo>
                <a:lnTo>
                  <a:pt x="28" y="52"/>
                </a:lnTo>
                <a:lnTo>
                  <a:pt x="26" y="56"/>
                </a:lnTo>
                <a:lnTo>
                  <a:pt x="23" y="59"/>
                </a:lnTo>
                <a:lnTo>
                  <a:pt x="20" y="62"/>
                </a:lnTo>
                <a:lnTo>
                  <a:pt x="18" y="65"/>
                </a:lnTo>
                <a:lnTo>
                  <a:pt x="16" y="68"/>
                </a:lnTo>
                <a:lnTo>
                  <a:pt x="14" y="72"/>
                </a:lnTo>
                <a:lnTo>
                  <a:pt x="12" y="75"/>
                </a:lnTo>
                <a:lnTo>
                  <a:pt x="11" y="79"/>
                </a:lnTo>
                <a:lnTo>
                  <a:pt x="9" y="82"/>
                </a:lnTo>
                <a:lnTo>
                  <a:pt x="8" y="86"/>
                </a:lnTo>
                <a:lnTo>
                  <a:pt x="7" y="90"/>
                </a:lnTo>
                <a:lnTo>
                  <a:pt x="6" y="94"/>
                </a:lnTo>
                <a:lnTo>
                  <a:pt x="5" y="97"/>
                </a:lnTo>
                <a:lnTo>
                  <a:pt x="4" y="101"/>
                </a:lnTo>
                <a:lnTo>
                  <a:pt x="3" y="104"/>
                </a:lnTo>
                <a:lnTo>
                  <a:pt x="3" y="108"/>
                </a:lnTo>
                <a:lnTo>
                  <a:pt x="2" y="112"/>
                </a:lnTo>
                <a:lnTo>
                  <a:pt x="2" y="115"/>
                </a:lnTo>
                <a:lnTo>
                  <a:pt x="2" y="119"/>
                </a:lnTo>
                <a:lnTo>
                  <a:pt x="2" y="123"/>
                </a:lnTo>
                <a:lnTo>
                  <a:pt x="2" y="126"/>
                </a:lnTo>
                <a:lnTo>
                  <a:pt x="3" y="130"/>
                </a:lnTo>
                <a:lnTo>
                  <a:pt x="3" y="134"/>
                </a:lnTo>
                <a:lnTo>
                  <a:pt x="4" y="137"/>
                </a:lnTo>
                <a:lnTo>
                  <a:pt x="5" y="141"/>
                </a:lnTo>
                <a:lnTo>
                  <a:pt x="6" y="145"/>
                </a:lnTo>
                <a:lnTo>
                  <a:pt x="7" y="148"/>
                </a:lnTo>
                <a:lnTo>
                  <a:pt x="8" y="152"/>
                </a:lnTo>
                <a:lnTo>
                  <a:pt x="9" y="155"/>
                </a:lnTo>
                <a:lnTo>
                  <a:pt x="11" y="159"/>
                </a:lnTo>
                <a:lnTo>
                  <a:pt x="12" y="162"/>
                </a:lnTo>
                <a:lnTo>
                  <a:pt x="14" y="165"/>
                </a:lnTo>
                <a:lnTo>
                  <a:pt x="16" y="169"/>
                </a:lnTo>
                <a:lnTo>
                  <a:pt x="18" y="172"/>
                </a:lnTo>
                <a:lnTo>
                  <a:pt x="20" y="175"/>
                </a:lnTo>
                <a:lnTo>
                  <a:pt x="23" y="178"/>
                </a:lnTo>
                <a:lnTo>
                  <a:pt x="26" y="182"/>
                </a:lnTo>
                <a:lnTo>
                  <a:pt x="28" y="185"/>
                </a:lnTo>
                <a:lnTo>
                  <a:pt x="31" y="188"/>
                </a:lnTo>
                <a:lnTo>
                  <a:pt x="34" y="191"/>
                </a:lnTo>
                <a:lnTo>
                  <a:pt x="36" y="193"/>
                </a:lnTo>
                <a:lnTo>
                  <a:pt x="39" y="196"/>
                </a:lnTo>
                <a:lnTo>
                  <a:pt x="42" y="199"/>
                </a:lnTo>
                <a:lnTo>
                  <a:pt x="46" y="202"/>
                </a:lnTo>
                <a:lnTo>
                  <a:pt x="49" y="204"/>
                </a:lnTo>
                <a:lnTo>
                  <a:pt x="52" y="207"/>
                </a:lnTo>
                <a:lnTo>
                  <a:pt x="56" y="209"/>
                </a:lnTo>
                <a:lnTo>
                  <a:pt x="59" y="211"/>
                </a:lnTo>
                <a:lnTo>
                  <a:pt x="63" y="213"/>
                </a:lnTo>
                <a:lnTo>
                  <a:pt x="67" y="216"/>
                </a:lnTo>
                <a:lnTo>
                  <a:pt x="70" y="218"/>
                </a:lnTo>
                <a:lnTo>
                  <a:pt x="74" y="219"/>
                </a:lnTo>
                <a:lnTo>
                  <a:pt x="78" y="221"/>
                </a:lnTo>
                <a:lnTo>
                  <a:pt x="82" y="223"/>
                </a:lnTo>
                <a:lnTo>
                  <a:pt x="86" y="225"/>
                </a:lnTo>
                <a:lnTo>
                  <a:pt x="91" y="226"/>
                </a:lnTo>
                <a:lnTo>
                  <a:pt x="95" y="228"/>
                </a:lnTo>
                <a:lnTo>
                  <a:pt x="99" y="229"/>
                </a:lnTo>
                <a:lnTo>
                  <a:pt x="103" y="230"/>
                </a:lnTo>
                <a:lnTo>
                  <a:pt x="108" y="231"/>
                </a:lnTo>
                <a:lnTo>
                  <a:pt x="112" y="232"/>
                </a:lnTo>
                <a:lnTo>
                  <a:pt x="117" y="233"/>
                </a:lnTo>
                <a:lnTo>
                  <a:pt x="121" y="234"/>
                </a:lnTo>
                <a:lnTo>
                  <a:pt x="126" y="234"/>
                </a:lnTo>
                <a:lnTo>
                  <a:pt x="130" y="235"/>
                </a:lnTo>
                <a:lnTo>
                  <a:pt x="135" y="235"/>
                </a:lnTo>
                <a:lnTo>
                  <a:pt x="139" y="236"/>
                </a:lnTo>
                <a:lnTo>
                  <a:pt x="144" y="236"/>
                </a:lnTo>
                <a:lnTo>
                  <a:pt x="148" y="236"/>
                </a:lnTo>
                <a:lnTo>
                  <a:pt x="153" y="236"/>
                </a:lnTo>
                <a:lnTo>
                  <a:pt x="157" y="236"/>
                </a:lnTo>
                <a:lnTo>
                  <a:pt x="162" y="235"/>
                </a:lnTo>
                <a:lnTo>
                  <a:pt x="167" y="235"/>
                </a:lnTo>
                <a:lnTo>
                  <a:pt x="171" y="234"/>
                </a:lnTo>
                <a:lnTo>
                  <a:pt x="176" y="234"/>
                </a:lnTo>
                <a:lnTo>
                  <a:pt x="180" y="233"/>
                </a:lnTo>
                <a:lnTo>
                  <a:pt x="184" y="232"/>
                </a:lnTo>
                <a:lnTo>
                  <a:pt x="189" y="231"/>
                </a:lnTo>
                <a:lnTo>
                  <a:pt x="193" y="230"/>
                </a:lnTo>
                <a:lnTo>
                  <a:pt x="198" y="229"/>
                </a:lnTo>
                <a:lnTo>
                  <a:pt x="202" y="228"/>
                </a:lnTo>
                <a:lnTo>
                  <a:pt x="206" y="226"/>
                </a:lnTo>
                <a:lnTo>
                  <a:pt x="210" y="225"/>
                </a:lnTo>
                <a:lnTo>
                  <a:pt x="214" y="223"/>
                </a:lnTo>
                <a:lnTo>
                  <a:pt x="218" y="221"/>
                </a:lnTo>
                <a:lnTo>
                  <a:pt x="222" y="219"/>
                </a:lnTo>
                <a:lnTo>
                  <a:pt x="226" y="218"/>
                </a:lnTo>
                <a:lnTo>
                  <a:pt x="230" y="216"/>
                </a:lnTo>
                <a:lnTo>
                  <a:pt x="234" y="213"/>
                </a:lnTo>
                <a:lnTo>
                  <a:pt x="237" y="211"/>
                </a:lnTo>
                <a:lnTo>
                  <a:pt x="241" y="209"/>
                </a:lnTo>
                <a:lnTo>
                  <a:pt x="244" y="207"/>
                </a:lnTo>
                <a:lnTo>
                  <a:pt x="248" y="204"/>
                </a:lnTo>
                <a:lnTo>
                  <a:pt x="251" y="202"/>
                </a:lnTo>
                <a:lnTo>
                  <a:pt x="254" y="199"/>
                </a:lnTo>
                <a:lnTo>
                  <a:pt x="257" y="196"/>
                </a:lnTo>
                <a:lnTo>
                  <a:pt x="260" y="193"/>
                </a:lnTo>
                <a:lnTo>
                  <a:pt x="263" y="191"/>
                </a:lnTo>
                <a:lnTo>
                  <a:pt x="266" y="188"/>
                </a:lnTo>
                <a:lnTo>
                  <a:pt x="269" y="185"/>
                </a:lnTo>
                <a:lnTo>
                  <a:pt x="271" y="182"/>
                </a:lnTo>
                <a:lnTo>
                  <a:pt x="273" y="178"/>
                </a:lnTo>
                <a:lnTo>
                  <a:pt x="276" y="175"/>
                </a:lnTo>
                <a:lnTo>
                  <a:pt x="278" y="172"/>
                </a:lnTo>
                <a:lnTo>
                  <a:pt x="280" y="169"/>
                </a:lnTo>
                <a:lnTo>
                  <a:pt x="282" y="165"/>
                </a:lnTo>
                <a:lnTo>
                  <a:pt x="283" y="162"/>
                </a:lnTo>
                <a:lnTo>
                  <a:pt x="285" y="159"/>
                </a:lnTo>
                <a:lnTo>
                  <a:pt x="287" y="155"/>
                </a:lnTo>
                <a:lnTo>
                  <a:pt x="288" y="152"/>
                </a:lnTo>
                <a:lnTo>
                  <a:pt x="289" y="148"/>
                </a:lnTo>
                <a:lnTo>
                  <a:pt x="290" y="145"/>
                </a:lnTo>
                <a:lnTo>
                  <a:pt x="291" y="141"/>
                </a:lnTo>
                <a:lnTo>
                  <a:pt x="292" y="137"/>
                </a:lnTo>
                <a:lnTo>
                  <a:pt x="293" y="134"/>
                </a:lnTo>
                <a:lnTo>
                  <a:pt x="293" y="130"/>
                </a:lnTo>
                <a:lnTo>
                  <a:pt x="293" y="126"/>
                </a:lnTo>
                <a:lnTo>
                  <a:pt x="294" y="123"/>
                </a:lnTo>
                <a:lnTo>
                  <a:pt x="294" y="119"/>
                </a:lnTo>
                <a:moveTo>
                  <a:pt x="296" y="119"/>
                </a:moveTo>
                <a:lnTo>
                  <a:pt x="296" y="123"/>
                </a:lnTo>
                <a:lnTo>
                  <a:pt x="296" y="127"/>
                </a:lnTo>
                <a:lnTo>
                  <a:pt x="295" y="130"/>
                </a:lnTo>
                <a:lnTo>
                  <a:pt x="295" y="134"/>
                </a:lnTo>
                <a:lnTo>
                  <a:pt x="294" y="138"/>
                </a:lnTo>
                <a:lnTo>
                  <a:pt x="293" y="141"/>
                </a:lnTo>
                <a:lnTo>
                  <a:pt x="292" y="145"/>
                </a:lnTo>
                <a:lnTo>
                  <a:pt x="291" y="149"/>
                </a:lnTo>
                <a:lnTo>
                  <a:pt x="290" y="152"/>
                </a:lnTo>
                <a:lnTo>
                  <a:pt x="289" y="156"/>
                </a:lnTo>
                <a:lnTo>
                  <a:pt x="287" y="159"/>
                </a:lnTo>
                <a:lnTo>
                  <a:pt x="286" y="163"/>
                </a:lnTo>
                <a:lnTo>
                  <a:pt x="284" y="166"/>
                </a:lnTo>
                <a:lnTo>
                  <a:pt x="282" y="170"/>
                </a:lnTo>
                <a:lnTo>
                  <a:pt x="280" y="173"/>
                </a:lnTo>
                <a:lnTo>
                  <a:pt x="278" y="176"/>
                </a:lnTo>
                <a:lnTo>
                  <a:pt x="275" y="179"/>
                </a:lnTo>
                <a:lnTo>
                  <a:pt x="273" y="183"/>
                </a:lnTo>
                <a:lnTo>
                  <a:pt x="270" y="186"/>
                </a:lnTo>
                <a:lnTo>
                  <a:pt x="268" y="189"/>
                </a:lnTo>
                <a:lnTo>
                  <a:pt x="265" y="192"/>
                </a:lnTo>
                <a:lnTo>
                  <a:pt x="262" y="195"/>
                </a:lnTo>
                <a:lnTo>
                  <a:pt x="259" y="197"/>
                </a:lnTo>
                <a:lnTo>
                  <a:pt x="256" y="200"/>
                </a:lnTo>
                <a:lnTo>
                  <a:pt x="253" y="203"/>
                </a:lnTo>
                <a:lnTo>
                  <a:pt x="249" y="205"/>
                </a:lnTo>
                <a:lnTo>
                  <a:pt x="246" y="208"/>
                </a:lnTo>
                <a:lnTo>
                  <a:pt x="242" y="210"/>
                </a:lnTo>
                <a:lnTo>
                  <a:pt x="239" y="213"/>
                </a:lnTo>
                <a:lnTo>
                  <a:pt x="235" y="215"/>
                </a:lnTo>
                <a:lnTo>
                  <a:pt x="231" y="217"/>
                </a:lnTo>
                <a:lnTo>
                  <a:pt x="227" y="219"/>
                </a:lnTo>
                <a:lnTo>
                  <a:pt x="224" y="221"/>
                </a:lnTo>
                <a:lnTo>
                  <a:pt x="219" y="223"/>
                </a:lnTo>
                <a:lnTo>
                  <a:pt x="215" y="225"/>
                </a:lnTo>
                <a:lnTo>
                  <a:pt x="211" y="226"/>
                </a:lnTo>
                <a:lnTo>
                  <a:pt x="207" y="228"/>
                </a:lnTo>
                <a:lnTo>
                  <a:pt x="203" y="229"/>
                </a:lnTo>
                <a:lnTo>
                  <a:pt x="198" y="231"/>
                </a:lnTo>
                <a:lnTo>
                  <a:pt x="194" y="232"/>
                </a:lnTo>
                <a:lnTo>
                  <a:pt x="190" y="233"/>
                </a:lnTo>
                <a:lnTo>
                  <a:pt x="185" y="234"/>
                </a:lnTo>
                <a:lnTo>
                  <a:pt x="181" y="235"/>
                </a:lnTo>
                <a:lnTo>
                  <a:pt x="176" y="236"/>
                </a:lnTo>
                <a:lnTo>
                  <a:pt x="171" y="236"/>
                </a:lnTo>
                <a:lnTo>
                  <a:pt x="167" y="237"/>
                </a:lnTo>
                <a:lnTo>
                  <a:pt x="162" y="237"/>
                </a:lnTo>
                <a:lnTo>
                  <a:pt x="158" y="237"/>
                </a:lnTo>
                <a:lnTo>
                  <a:pt x="153" y="238"/>
                </a:lnTo>
                <a:lnTo>
                  <a:pt x="148" y="238"/>
                </a:lnTo>
                <a:lnTo>
                  <a:pt x="144" y="238"/>
                </a:lnTo>
                <a:lnTo>
                  <a:pt x="139" y="237"/>
                </a:lnTo>
                <a:lnTo>
                  <a:pt x="134" y="237"/>
                </a:lnTo>
                <a:lnTo>
                  <a:pt x="130" y="237"/>
                </a:lnTo>
                <a:lnTo>
                  <a:pt x="125" y="236"/>
                </a:lnTo>
                <a:lnTo>
                  <a:pt x="121" y="236"/>
                </a:lnTo>
                <a:lnTo>
                  <a:pt x="116" y="235"/>
                </a:lnTo>
                <a:lnTo>
                  <a:pt x="112" y="234"/>
                </a:lnTo>
                <a:lnTo>
                  <a:pt x="107" y="233"/>
                </a:lnTo>
                <a:lnTo>
                  <a:pt x="103" y="232"/>
                </a:lnTo>
                <a:lnTo>
                  <a:pt x="98" y="231"/>
                </a:lnTo>
                <a:lnTo>
                  <a:pt x="94" y="229"/>
                </a:lnTo>
                <a:lnTo>
                  <a:pt x="90" y="228"/>
                </a:lnTo>
                <a:lnTo>
                  <a:pt x="85" y="226"/>
                </a:lnTo>
                <a:lnTo>
                  <a:pt x="81" y="225"/>
                </a:lnTo>
                <a:lnTo>
                  <a:pt x="77" y="223"/>
                </a:lnTo>
                <a:lnTo>
                  <a:pt x="73" y="221"/>
                </a:lnTo>
                <a:lnTo>
                  <a:pt x="69" y="219"/>
                </a:lnTo>
                <a:lnTo>
                  <a:pt x="65" y="217"/>
                </a:lnTo>
                <a:lnTo>
                  <a:pt x="62" y="215"/>
                </a:lnTo>
                <a:lnTo>
                  <a:pt x="58" y="213"/>
                </a:lnTo>
                <a:lnTo>
                  <a:pt x="54" y="210"/>
                </a:lnTo>
                <a:lnTo>
                  <a:pt x="51" y="208"/>
                </a:lnTo>
                <a:lnTo>
                  <a:pt x="47" y="205"/>
                </a:lnTo>
                <a:lnTo>
                  <a:pt x="44" y="203"/>
                </a:lnTo>
                <a:lnTo>
                  <a:pt x="41" y="200"/>
                </a:lnTo>
                <a:lnTo>
                  <a:pt x="38" y="197"/>
                </a:lnTo>
                <a:lnTo>
                  <a:pt x="35" y="195"/>
                </a:lnTo>
                <a:lnTo>
                  <a:pt x="32" y="192"/>
                </a:lnTo>
                <a:lnTo>
                  <a:pt x="29" y="189"/>
                </a:lnTo>
                <a:lnTo>
                  <a:pt x="26" y="186"/>
                </a:lnTo>
                <a:lnTo>
                  <a:pt x="24" y="183"/>
                </a:lnTo>
                <a:lnTo>
                  <a:pt x="20" y="179"/>
                </a:lnTo>
                <a:lnTo>
                  <a:pt x="18" y="176"/>
                </a:lnTo>
                <a:lnTo>
                  <a:pt x="16" y="173"/>
                </a:lnTo>
                <a:lnTo>
                  <a:pt x="14" y="170"/>
                </a:lnTo>
                <a:lnTo>
                  <a:pt x="12" y="166"/>
                </a:lnTo>
                <a:lnTo>
                  <a:pt x="10" y="163"/>
                </a:lnTo>
                <a:lnTo>
                  <a:pt x="8" y="159"/>
                </a:lnTo>
                <a:lnTo>
                  <a:pt x="7" y="156"/>
                </a:lnTo>
                <a:lnTo>
                  <a:pt x="6" y="152"/>
                </a:lnTo>
                <a:lnTo>
                  <a:pt x="4" y="149"/>
                </a:lnTo>
                <a:lnTo>
                  <a:pt x="3" y="145"/>
                </a:lnTo>
                <a:lnTo>
                  <a:pt x="2" y="141"/>
                </a:lnTo>
                <a:lnTo>
                  <a:pt x="2" y="138"/>
                </a:lnTo>
                <a:lnTo>
                  <a:pt x="1" y="134"/>
                </a:lnTo>
                <a:lnTo>
                  <a:pt x="0" y="130"/>
                </a:lnTo>
                <a:lnTo>
                  <a:pt x="0" y="127"/>
                </a:lnTo>
                <a:lnTo>
                  <a:pt x="0" y="123"/>
                </a:lnTo>
                <a:lnTo>
                  <a:pt x="0" y="119"/>
                </a:lnTo>
                <a:lnTo>
                  <a:pt x="0" y="115"/>
                </a:lnTo>
                <a:lnTo>
                  <a:pt x="0" y="112"/>
                </a:lnTo>
                <a:lnTo>
                  <a:pt x="0" y="108"/>
                </a:lnTo>
                <a:lnTo>
                  <a:pt x="1" y="104"/>
                </a:lnTo>
                <a:lnTo>
                  <a:pt x="2" y="101"/>
                </a:lnTo>
                <a:lnTo>
                  <a:pt x="2" y="97"/>
                </a:lnTo>
                <a:lnTo>
                  <a:pt x="3" y="93"/>
                </a:lnTo>
                <a:lnTo>
                  <a:pt x="4" y="90"/>
                </a:lnTo>
                <a:lnTo>
                  <a:pt x="6" y="85"/>
                </a:lnTo>
                <a:lnTo>
                  <a:pt x="7" y="81"/>
                </a:lnTo>
                <a:lnTo>
                  <a:pt x="8" y="78"/>
                </a:lnTo>
                <a:lnTo>
                  <a:pt x="10" y="74"/>
                </a:lnTo>
                <a:lnTo>
                  <a:pt x="12" y="71"/>
                </a:lnTo>
                <a:lnTo>
                  <a:pt x="14" y="68"/>
                </a:lnTo>
                <a:lnTo>
                  <a:pt x="16" y="64"/>
                </a:lnTo>
                <a:lnTo>
                  <a:pt x="18" y="61"/>
                </a:lnTo>
                <a:lnTo>
                  <a:pt x="20" y="58"/>
                </a:lnTo>
                <a:lnTo>
                  <a:pt x="24" y="55"/>
                </a:lnTo>
                <a:lnTo>
                  <a:pt x="26" y="51"/>
                </a:lnTo>
                <a:lnTo>
                  <a:pt x="29" y="48"/>
                </a:lnTo>
                <a:lnTo>
                  <a:pt x="32" y="45"/>
                </a:lnTo>
                <a:lnTo>
                  <a:pt x="35" y="43"/>
                </a:lnTo>
                <a:lnTo>
                  <a:pt x="38" y="40"/>
                </a:lnTo>
                <a:lnTo>
                  <a:pt x="41" y="37"/>
                </a:lnTo>
                <a:lnTo>
                  <a:pt x="44" y="34"/>
                </a:lnTo>
                <a:lnTo>
                  <a:pt x="47" y="32"/>
                </a:lnTo>
                <a:lnTo>
                  <a:pt x="51" y="29"/>
                </a:lnTo>
                <a:lnTo>
                  <a:pt x="54" y="27"/>
                </a:lnTo>
                <a:lnTo>
                  <a:pt x="58" y="24"/>
                </a:lnTo>
                <a:lnTo>
                  <a:pt x="62" y="22"/>
                </a:lnTo>
                <a:lnTo>
                  <a:pt x="65" y="20"/>
                </a:lnTo>
                <a:lnTo>
                  <a:pt x="69" y="18"/>
                </a:lnTo>
                <a:lnTo>
                  <a:pt x="73" y="16"/>
                </a:lnTo>
                <a:lnTo>
                  <a:pt x="77" y="14"/>
                </a:lnTo>
                <a:lnTo>
                  <a:pt x="81" y="12"/>
                </a:lnTo>
                <a:lnTo>
                  <a:pt x="85" y="11"/>
                </a:lnTo>
                <a:lnTo>
                  <a:pt x="90" y="9"/>
                </a:lnTo>
                <a:lnTo>
                  <a:pt x="94" y="8"/>
                </a:lnTo>
                <a:lnTo>
                  <a:pt x="98" y="7"/>
                </a:lnTo>
                <a:lnTo>
                  <a:pt x="103" y="5"/>
                </a:lnTo>
                <a:lnTo>
                  <a:pt x="107" y="4"/>
                </a:lnTo>
                <a:lnTo>
                  <a:pt x="112" y="3"/>
                </a:lnTo>
                <a:lnTo>
                  <a:pt x="116" y="2"/>
                </a:lnTo>
                <a:lnTo>
                  <a:pt x="121" y="2"/>
                </a:lnTo>
                <a:lnTo>
                  <a:pt x="125" y="1"/>
                </a:lnTo>
                <a:lnTo>
                  <a:pt x="130" y="0"/>
                </a:lnTo>
                <a:lnTo>
                  <a:pt x="134" y="0"/>
                </a:lnTo>
                <a:lnTo>
                  <a:pt x="139" y="0"/>
                </a:lnTo>
                <a:lnTo>
                  <a:pt x="144" y="0"/>
                </a:lnTo>
                <a:lnTo>
                  <a:pt x="148" y="0"/>
                </a:lnTo>
                <a:lnTo>
                  <a:pt x="153" y="0"/>
                </a:lnTo>
                <a:lnTo>
                  <a:pt x="158" y="0"/>
                </a:lnTo>
                <a:lnTo>
                  <a:pt x="162" y="0"/>
                </a:lnTo>
                <a:lnTo>
                  <a:pt x="167" y="0"/>
                </a:lnTo>
                <a:lnTo>
                  <a:pt x="171" y="1"/>
                </a:lnTo>
                <a:lnTo>
                  <a:pt x="176" y="2"/>
                </a:lnTo>
                <a:lnTo>
                  <a:pt x="181" y="2"/>
                </a:lnTo>
                <a:lnTo>
                  <a:pt x="185" y="3"/>
                </a:lnTo>
                <a:lnTo>
                  <a:pt x="190" y="4"/>
                </a:lnTo>
                <a:lnTo>
                  <a:pt x="194" y="5"/>
                </a:lnTo>
                <a:lnTo>
                  <a:pt x="198" y="7"/>
                </a:lnTo>
                <a:lnTo>
                  <a:pt x="203" y="8"/>
                </a:lnTo>
                <a:lnTo>
                  <a:pt x="207" y="9"/>
                </a:lnTo>
                <a:lnTo>
                  <a:pt x="211" y="11"/>
                </a:lnTo>
                <a:lnTo>
                  <a:pt x="215" y="12"/>
                </a:lnTo>
                <a:lnTo>
                  <a:pt x="219" y="14"/>
                </a:lnTo>
                <a:lnTo>
                  <a:pt x="224" y="16"/>
                </a:lnTo>
                <a:lnTo>
                  <a:pt x="227" y="18"/>
                </a:lnTo>
                <a:lnTo>
                  <a:pt x="231" y="20"/>
                </a:lnTo>
                <a:lnTo>
                  <a:pt x="235" y="22"/>
                </a:lnTo>
                <a:lnTo>
                  <a:pt x="239" y="24"/>
                </a:lnTo>
                <a:lnTo>
                  <a:pt x="242" y="27"/>
                </a:lnTo>
                <a:lnTo>
                  <a:pt x="246" y="29"/>
                </a:lnTo>
                <a:lnTo>
                  <a:pt x="249" y="32"/>
                </a:lnTo>
                <a:lnTo>
                  <a:pt x="253" y="34"/>
                </a:lnTo>
                <a:lnTo>
                  <a:pt x="256" y="37"/>
                </a:lnTo>
                <a:lnTo>
                  <a:pt x="259" y="40"/>
                </a:lnTo>
                <a:lnTo>
                  <a:pt x="262" y="43"/>
                </a:lnTo>
                <a:lnTo>
                  <a:pt x="265" y="45"/>
                </a:lnTo>
                <a:lnTo>
                  <a:pt x="268" y="48"/>
                </a:lnTo>
                <a:lnTo>
                  <a:pt x="270" y="51"/>
                </a:lnTo>
                <a:lnTo>
                  <a:pt x="273" y="55"/>
                </a:lnTo>
                <a:lnTo>
                  <a:pt x="275" y="58"/>
                </a:lnTo>
                <a:lnTo>
                  <a:pt x="278" y="61"/>
                </a:lnTo>
                <a:lnTo>
                  <a:pt x="280" y="64"/>
                </a:lnTo>
                <a:lnTo>
                  <a:pt x="282" y="68"/>
                </a:lnTo>
                <a:lnTo>
                  <a:pt x="284" y="71"/>
                </a:lnTo>
                <a:lnTo>
                  <a:pt x="286" y="74"/>
                </a:lnTo>
                <a:lnTo>
                  <a:pt x="287" y="78"/>
                </a:lnTo>
                <a:lnTo>
                  <a:pt x="289" y="81"/>
                </a:lnTo>
                <a:lnTo>
                  <a:pt x="290" y="85"/>
                </a:lnTo>
                <a:lnTo>
                  <a:pt x="291" y="90"/>
                </a:lnTo>
                <a:lnTo>
                  <a:pt x="292" y="93"/>
                </a:lnTo>
                <a:lnTo>
                  <a:pt x="293" y="97"/>
                </a:lnTo>
                <a:lnTo>
                  <a:pt x="294" y="101"/>
                </a:lnTo>
                <a:lnTo>
                  <a:pt x="295" y="104"/>
                </a:lnTo>
                <a:lnTo>
                  <a:pt x="295" y="108"/>
                </a:lnTo>
                <a:lnTo>
                  <a:pt x="296" y="112"/>
                </a:lnTo>
                <a:lnTo>
                  <a:pt x="296" y="115"/>
                </a:lnTo>
                <a:lnTo>
                  <a:pt x="296" y="119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" name=""/>
          <p:cNvSpPr/>
          <p:nvPr/>
        </p:nvSpPr>
        <p:spPr>
          <a:xfrm>
            <a:off x="2801520" y="1798560"/>
            <a:ext cx="116640" cy="93960"/>
          </a:xfrm>
          <a:custGeom>
            <a:avLst/>
            <a:gdLst/>
            <a:ahLst/>
            <a:rect l="0" t="0" r="r" b="b"/>
            <a:pathLst>
              <a:path w="324" h="261">
                <a:moveTo>
                  <a:pt x="310" y="131"/>
                </a:moveTo>
                <a:lnTo>
                  <a:pt x="310" y="127"/>
                </a:lnTo>
                <a:lnTo>
                  <a:pt x="310" y="124"/>
                </a:lnTo>
                <a:lnTo>
                  <a:pt x="309" y="120"/>
                </a:lnTo>
                <a:lnTo>
                  <a:pt x="309" y="116"/>
                </a:lnTo>
                <a:lnTo>
                  <a:pt x="308" y="113"/>
                </a:lnTo>
                <a:lnTo>
                  <a:pt x="307" y="109"/>
                </a:lnTo>
                <a:lnTo>
                  <a:pt x="306" y="105"/>
                </a:lnTo>
                <a:lnTo>
                  <a:pt x="305" y="102"/>
                </a:lnTo>
                <a:lnTo>
                  <a:pt x="304" y="98"/>
                </a:lnTo>
                <a:lnTo>
                  <a:pt x="303" y="94"/>
                </a:lnTo>
                <a:lnTo>
                  <a:pt x="301" y="91"/>
                </a:lnTo>
                <a:lnTo>
                  <a:pt x="300" y="87"/>
                </a:lnTo>
                <a:lnTo>
                  <a:pt x="298" y="84"/>
                </a:lnTo>
                <a:lnTo>
                  <a:pt x="296" y="81"/>
                </a:lnTo>
                <a:lnTo>
                  <a:pt x="294" y="77"/>
                </a:lnTo>
                <a:lnTo>
                  <a:pt x="292" y="74"/>
                </a:lnTo>
                <a:lnTo>
                  <a:pt x="289" y="71"/>
                </a:lnTo>
                <a:lnTo>
                  <a:pt x="287" y="68"/>
                </a:lnTo>
                <a:lnTo>
                  <a:pt x="284" y="64"/>
                </a:lnTo>
                <a:lnTo>
                  <a:pt x="282" y="61"/>
                </a:lnTo>
                <a:lnTo>
                  <a:pt x="279" y="58"/>
                </a:lnTo>
                <a:lnTo>
                  <a:pt x="276" y="56"/>
                </a:lnTo>
                <a:lnTo>
                  <a:pt x="273" y="52"/>
                </a:lnTo>
                <a:lnTo>
                  <a:pt x="270" y="49"/>
                </a:lnTo>
                <a:lnTo>
                  <a:pt x="267" y="46"/>
                </a:lnTo>
                <a:lnTo>
                  <a:pt x="263" y="44"/>
                </a:lnTo>
                <a:lnTo>
                  <a:pt x="260" y="41"/>
                </a:lnTo>
                <a:lnTo>
                  <a:pt x="256" y="39"/>
                </a:lnTo>
                <a:lnTo>
                  <a:pt x="253" y="36"/>
                </a:lnTo>
                <a:lnTo>
                  <a:pt x="249" y="34"/>
                </a:lnTo>
                <a:lnTo>
                  <a:pt x="245" y="32"/>
                </a:lnTo>
                <a:lnTo>
                  <a:pt x="241" y="30"/>
                </a:lnTo>
                <a:lnTo>
                  <a:pt x="238" y="28"/>
                </a:lnTo>
                <a:lnTo>
                  <a:pt x="233" y="26"/>
                </a:lnTo>
                <a:lnTo>
                  <a:pt x="229" y="24"/>
                </a:lnTo>
                <a:lnTo>
                  <a:pt x="225" y="23"/>
                </a:lnTo>
                <a:lnTo>
                  <a:pt x="221" y="21"/>
                </a:lnTo>
                <a:lnTo>
                  <a:pt x="217" y="20"/>
                </a:lnTo>
                <a:lnTo>
                  <a:pt x="212" y="19"/>
                </a:lnTo>
                <a:lnTo>
                  <a:pt x="208" y="17"/>
                </a:lnTo>
                <a:lnTo>
                  <a:pt x="204" y="16"/>
                </a:lnTo>
                <a:lnTo>
                  <a:pt x="199" y="15"/>
                </a:lnTo>
                <a:lnTo>
                  <a:pt x="195" y="14"/>
                </a:lnTo>
                <a:lnTo>
                  <a:pt x="190" y="14"/>
                </a:lnTo>
                <a:lnTo>
                  <a:pt x="185" y="13"/>
                </a:lnTo>
                <a:lnTo>
                  <a:pt x="181" y="12"/>
                </a:lnTo>
                <a:lnTo>
                  <a:pt x="176" y="12"/>
                </a:lnTo>
                <a:lnTo>
                  <a:pt x="172" y="12"/>
                </a:lnTo>
                <a:lnTo>
                  <a:pt x="167" y="12"/>
                </a:lnTo>
                <a:lnTo>
                  <a:pt x="162" y="12"/>
                </a:lnTo>
                <a:lnTo>
                  <a:pt x="158" y="12"/>
                </a:lnTo>
                <a:lnTo>
                  <a:pt x="153" y="12"/>
                </a:lnTo>
                <a:lnTo>
                  <a:pt x="148" y="12"/>
                </a:lnTo>
                <a:lnTo>
                  <a:pt x="144" y="12"/>
                </a:lnTo>
                <a:lnTo>
                  <a:pt x="139" y="13"/>
                </a:lnTo>
                <a:lnTo>
                  <a:pt x="135" y="14"/>
                </a:lnTo>
                <a:lnTo>
                  <a:pt x="130" y="14"/>
                </a:lnTo>
                <a:lnTo>
                  <a:pt x="126" y="15"/>
                </a:lnTo>
                <a:lnTo>
                  <a:pt x="121" y="16"/>
                </a:lnTo>
                <a:lnTo>
                  <a:pt x="117" y="17"/>
                </a:lnTo>
                <a:lnTo>
                  <a:pt x="112" y="19"/>
                </a:lnTo>
                <a:lnTo>
                  <a:pt x="108" y="20"/>
                </a:lnTo>
                <a:lnTo>
                  <a:pt x="103" y="21"/>
                </a:lnTo>
                <a:lnTo>
                  <a:pt x="98" y="23"/>
                </a:lnTo>
                <a:lnTo>
                  <a:pt x="94" y="24"/>
                </a:lnTo>
                <a:lnTo>
                  <a:pt x="90" y="26"/>
                </a:lnTo>
                <a:lnTo>
                  <a:pt x="86" y="28"/>
                </a:lnTo>
                <a:lnTo>
                  <a:pt x="82" y="30"/>
                </a:lnTo>
                <a:lnTo>
                  <a:pt x="78" y="32"/>
                </a:lnTo>
                <a:lnTo>
                  <a:pt x="75" y="34"/>
                </a:lnTo>
                <a:lnTo>
                  <a:pt x="71" y="36"/>
                </a:lnTo>
                <a:lnTo>
                  <a:pt x="67" y="39"/>
                </a:lnTo>
                <a:lnTo>
                  <a:pt x="64" y="41"/>
                </a:lnTo>
                <a:lnTo>
                  <a:pt x="60" y="44"/>
                </a:lnTo>
                <a:lnTo>
                  <a:pt x="57" y="46"/>
                </a:lnTo>
                <a:lnTo>
                  <a:pt x="54" y="49"/>
                </a:lnTo>
                <a:lnTo>
                  <a:pt x="51" y="52"/>
                </a:lnTo>
                <a:lnTo>
                  <a:pt x="48" y="56"/>
                </a:lnTo>
                <a:lnTo>
                  <a:pt x="45" y="58"/>
                </a:lnTo>
                <a:lnTo>
                  <a:pt x="42" y="61"/>
                </a:lnTo>
                <a:lnTo>
                  <a:pt x="39" y="64"/>
                </a:lnTo>
                <a:lnTo>
                  <a:pt x="37" y="68"/>
                </a:lnTo>
                <a:lnTo>
                  <a:pt x="34" y="71"/>
                </a:lnTo>
                <a:lnTo>
                  <a:pt x="32" y="74"/>
                </a:lnTo>
                <a:lnTo>
                  <a:pt x="30" y="77"/>
                </a:lnTo>
                <a:lnTo>
                  <a:pt x="28" y="81"/>
                </a:lnTo>
                <a:lnTo>
                  <a:pt x="26" y="84"/>
                </a:lnTo>
                <a:lnTo>
                  <a:pt x="24" y="87"/>
                </a:lnTo>
                <a:lnTo>
                  <a:pt x="22" y="91"/>
                </a:lnTo>
                <a:lnTo>
                  <a:pt x="21" y="94"/>
                </a:lnTo>
                <a:lnTo>
                  <a:pt x="20" y="98"/>
                </a:lnTo>
                <a:lnTo>
                  <a:pt x="18" y="102"/>
                </a:lnTo>
                <a:lnTo>
                  <a:pt x="17" y="105"/>
                </a:lnTo>
                <a:lnTo>
                  <a:pt x="16" y="109"/>
                </a:lnTo>
                <a:lnTo>
                  <a:pt x="16" y="113"/>
                </a:lnTo>
                <a:lnTo>
                  <a:pt x="15" y="116"/>
                </a:lnTo>
                <a:lnTo>
                  <a:pt x="14" y="120"/>
                </a:lnTo>
                <a:lnTo>
                  <a:pt x="14" y="124"/>
                </a:lnTo>
                <a:lnTo>
                  <a:pt x="14" y="127"/>
                </a:lnTo>
                <a:lnTo>
                  <a:pt x="14" y="131"/>
                </a:lnTo>
                <a:lnTo>
                  <a:pt x="14" y="135"/>
                </a:lnTo>
                <a:lnTo>
                  <a:pt x="14" y="139"/>
                </a:lnTo>
                <a:lnTo>
                  <a:pt x="14" y="142"/>
                </a:lnTo>
                <a:lnTo>
                  <a:pt x="15" y="146"/>
                </a:lnTo>
                <a:lnTo>
                  <a:pt x="16" y="150"/>
                </a:lnTo>
                <a:lnTo>
                  <a:pt x="16" y="153"/>
                </a:lnTo>
                <a:lnTo>
                  <a:pt x="17" y="157"/>
                </a:lnTo>
                <a:lnTo>
                  <a:pt x="18" y="161"/>
                </a:lnTo>
                <a:lnTo>
                  <a:pt x="20" y="164"/>
                </a:lnTo>
                <a:lnTo>
                  <a:pt x="21" y="168"/>
                </a:lnTo>
                <a:lnTo>
                  <a:pt x="22" y="171"/>
                </a:lnTo>
                <a:lnTo>
                  <a:pt x="24" y="175"/>
                </a:lnTo>
                <a:lnTo>
                  <a:pt x="26" y="178"/>
                </a:lnTo>
                <a:lnTo>
                  <a:pt x="28" y="182"/>
                </a:lnTo>
                <a:lnTo>
                  <a:pt x="30" y="185"/>
                </a:lnTo>
                <a:lnTo>
                  <a:pt x="32" y="188"/>
                </a:lnTo>
                <a:lnTo>
                  <a:pt x="34" y="191"/>
                </a:lnTo>
                <a:lnTo>
                  <a:pt x="37" y="195"/>
                </a:lnTo>
                <a:lnTo>
                  <a:pt x="39" y="198"/>
                </a:lnTo>
                <a:lnTo>
                  <a:pt x="42" y="201"/>
                </a:lnTo>
                <a:lnTo>
                  <a:pt x="45" y="204"/>
                </a:lnTo>
                <a:lnTo>
                  <a:pt x="48" y="207"/>
                </a:lnTo>
                <a:lnTo>
                  <a:pt x="51" y="209"/>
                </a:lnTo>
                <a:lnTo>
                  <a:pt x="54" y="212"/>
                </a:lnTo>
                <a:lnTo>
                  <a:pt x="57" y="215"/>
                </a:lnTo>
                <a:lnTo>
                  <a:pt x="60" y="217"/>
                </a:lnTo>
                <a:lnTo>
                  <a:pt x="64" y="220"/>
                </a:lnTo>
                <a:lnTo>
                  <a:pt x="67" y="222"/>
                </a:lnTo>
                <a:lnTo>
                  <a:pt x="71" y="225"/>
                </a:lnTo>
                <a:lnTo>
                  <a:pt x="75" y="227"/>
                </a:lnTo>
                <a:lnTo>
                  <a:pt x="78" y="229"/>
                </a:lnTo>
                <a:lnTo>
                  <a:pt x="82" y="231"/>
                </a:lnTo>
                <a:lnTo>
                  <a:pt x="86" y="233"/>
                </a:lnTo>
                <a:lnTo>
                  <a:pt x="90" y="235"/>
                </a:lnTo>
                <a:lnTo>
                  <a:pt x="94" y="237"/>
                </a:lnTo>
                <a:lnTo>
                  <a:pt x="98" y="238"/>
                </a:lnTo>
                <a:lnTo>
                  <a:pt x="103" y="240"/>
                </a:lnTo>
                <a:lnTo>
                  <a:pt x="108" y="241"/>
                </a:lnTo>
                <a:lnTo>
                  <a:pt x="112" y="243"/>
                </a:lnTo>
                <a:lnTo>
                  <a:pt x="117" y="244"/>
                </a:lnTo>
                <a:lnTo>
                  <a:pt x="121" y="245"/>
                </a:lnTo>
                <a:lnTo>
                  <a:pt x="126" y="246"/>
                </a:lnTo>
                <a:lnTo>
                  <a:pt x="130" y="247"/>
                </a:lnTo>
                <a:lnTo>
                  <a:pt x="135" y="248"/>
                </a:lnTo>
                <a:lnTo>
                  <a:pt x="139" y="248"/>
                </a:lnTo>
                <a:lnTo>
                  <a:pt x="144" y="249"/>
                </a:lnTo>
                <a:lnTo>
                  <a:pt x="148" y="249"/>
                </a:lnTo>
                <a:lnTo>
                  <a:pt x="153" y="249"/>
                </a:lnTo>
                <a:lnTo>
                  <a:pt x="158" y="250"/>
                </a:lnTo>
                <a:lnTo>
                  <a:pt x="162" y="250"/>
                </a:lnTo>
                <a:lnTo>
                  <a:pt x="167" y="250"/>
                </a:lnTo>
                <a:lnTo>
                  <a:pt x="172" y="249"/>
                </a:lnTo>
                <a:lnTo>
                  <a:pt x="176" y="249"/>
                </a:lnTo>
                <a:lnTo>
                  <a:pt x="181" y="249"/>
                </a:lnTo>
                <a:lnTo>
                  <a:pt x="185" y="248"/>
                </a:lnTo>
                <a:lnTo>
                  <a:pt x="190" y="248"/>
                </a:lnTo>
                <a:lnTo>
                  <a:pt x="195" y="247"/>
                </a:lnTo>
                <a:lnTo>
                  <a:pt x="199" y="246"/>
                </a:lnTo>
                <a:lnTo>
                  <a:pt x="204" y="245"/>
                </a:lnTo>
                <a:lnTo>
                  <a:pt x="208" y="244"/>
                </a:lnTo>
                <a:lnTo>
                  <a:pt x="212" y="243"/>
                </a:lnTo>
                <a:lnTo>
                  <a:pt x="217" y="241"/>
                </a:lnTo>
                <a:lnTo>
                  <a:pt x="221" y="240"/>
                </a:lnTo>
                <a:lnTo>
                  <a:pt x="225" y="238"/>
                </a:lnTo>
                <a:lnTo>
                  <a:pt x="229" y="237"/>
                </a:lnTo>
                <a:lnTo>
                  <a:pt x="233" y="235"/>
                </a:lnTo>
                <a:lnTo>
                  <a:pt x="238" y="233"/>
                </a:lnTo>
                <a:lnTo>
                  <a:pt x="241" y="231"/>
                </a:lnTo>
                <a:lnTo>
                  <a:pt x="245" y="229"/>
                </a:lnTo>
                <a:lnTo>
                  <a:pt x="249" y="227"/>
                </a:lnTo>
                <a:lnTo>
                  <a:pt x="253" y="225"/>
                </a:lnTo>
                <a:lnTo>
                  <a:pt x="256" y="222"/>
                </a:lnTo>
                <a:lnTo>
                  <a:pt x="260" y="220"/>
                </a:lnTo>
                <a:lnTo>
                  <a:pt x="263" y="217"/>
                </a:lnTo>
                <a:lnTo>
                  <a:pt x="267" y="215"/>
                </a:lnTo>
                <a:lnTo>
                  <a:pt x="270" y="212"/>
                </a:lnTo>
                <a:lnTo>
                  <a:pt x="273" y="209"/>
                </a:lnTo>
                <a:lnTo>
                  <a:pt x="276" y="207"/>
                </a:lnTo>
                <a:lnTo>
                  <a:pt x="279" y="204"/>
                </a:lnTo>
                <a:lnTo>
                  <a:pt x="282" y="201"/>
                </a:lnTo>
                <a:lnTo>
                  <a:pt x="284" y="198"/>
                </a:lnTo>
                <a:lnTo>
                  <a:pt x="287" y="195"/>
                </a:lnTo>
                <a:lnTo>
                  <a:pt x="289" y="191"/>
                </a:lnTo>
                <a:lnTo>
                  <a:pt x="292" y="188"/>
                </a:lnTo>
                <a:lnTo>
                  <a:pt x="294" y="185"/>
                </a:lnTo>
                <a:lnTo>
                  <a:pt x="296" y="182"/>
                </a:lnTo>
                <a:lnTo>
                  <a:pt x="298" y="178"/>
                </a:lnTo>
                <a:lnTo>
                  <a:pt x="300" y="175"/>
                </a:lnTo>
                <a:lnTo>
                  <a:pt x="301" y="171"/>
                </a:lnTo>
                <a:lnTo>
                  <a:pt x="303" y="168"/>
                </a:lnTo>
                <a:lnTo>
                  <a:pt x="304" y="164"/>
                </a:lnTo>
                <a:lnTo>
                  <a:pt x="305" y="161"/>
                </a:lnTo>
                <a:lnTo>
                  <a:pt x="306" y="157"/>
                </a:lnTo>
                <a:lnTo>
                  <a:pt x="307" y="153"/>
                </a:lnTo>
                <a:lnTo>
                  <a:pt x="308" y="150"/>
                </a:lnTo>
                <a:lnTo>
                  <a:pt x="309" y="146"/>
                </a:lnTo>
                <a:lnTo>
                  <a:pt x="309" y="142"/>
                </a:lnTo>
                <a:lnTo>
                  <a:pt x="310" y="139"/>
                </a:lnTo>
                <a:lnTo>
                  <a:pt x="310" y="135"/>
                </a:lnTo>
                <a:lnTo>
                  <a:pt x="310" y="131"/>
                </a:lnTo>
                <a:moveTo>
                  <a:pt x="324" y="131"/>
                </a:moveTo>
                <a:lnTo>
                  <a:pt x="324" y="135"/>
                </a:lnTo>
                <a:lnTo>
                  <a:pt x="324" y="139"/>
                </a:lnTo>
                <a:lnTo>
                  <a:pt x="323" y="143"/>
                </a:lnTo>
                <a:lnTo>
                  <a:pt x="323" y="147"/>
                </a:lnTo>
                <a:lnTo>
                  <a:pt x="322" y="151"/>
                </a:lnTo>
                <a:lnTo>
                  <a:pt x="321" y="155"/>
                </a:lnTo>
                <a:lnTo>
                  <a:pt x="320" y="159"/>
                </a:lnTo>
                <a:lnTo>
                  <a:pt x="319" y="163"/>
                </a:lnTo>
                <a:lnTo>
                  <a:pt x="317" y="167"/>
                </a:lnTo>
                <a:lnTo>
                  <a:pt x="316" y="171"/>
                </a:lnTo>
                <a:lnTo>
                  <a:pt x="314" y="175"/>
                </a:lnTo>
                <a:lnTo>
                  <a:pt x="312" y="179"/>
                </a:lnTo>
                <a:lnTo>
                  <a:pt x="311" y="183"/>
                </a:lnTo>
                <a:lnTo>
                  <a:pt x="308" y="186"/>
                </a:lnTo>
                <a:lnTo>
                  <a:pt x="306" y="190"/>
                </a:lnTo>
                <a:lnTo>
                  <a:pt x="304" y="194"/>
                </a:lnTo>
                <a:lnTo>
                  <a:pt x="301" y="197"/>
                </a:lnTo>
                <a:lnTo>
                  <a:pt x="299" y="201"/>
                </a:lnTo>
                <a:lnTo>
                  <a:pt x="296" y="204"/>
                </a:lnTo>
                <a:lnTo>
                  <a:pt x="293" y="207"/>
                </a:lnTo>
                <a:lnTo>
                  <a:pt x="290" y="211"/>
                </a:lnTo>
                <a:lnTo>
                  <a:pt x="287" y="214"/>
                </a:lnTo>
                <a:lnTo>
                  <a:pt x="283" y="217"/>
                </a:lnTo>
                <a:lnTo>
                  <a:pt x="280" y="220"/>
                </a:lnTo>
                <a:lnTo>
                  <a:pt x="277" y="223"/>
                </a:lnTo>
                <a:lnTo>
                  <a:pt x="273" y="226"/>
                </a:lnTo>
                <a:lnTo>
                  <a:pt x="269" y="228"/>
                </a:lnTo>
                <a:lnTo>
                  <a:pt x="265" y="231"/>
                </a:lnTo>
                <a:lnTo>
                  <a:pt x="261" y="234"/>
                </a:lnTo>
                <a:lnTo>
                  <a:pt x="257" y="236"/>
                </a:lnTo>
                <a:lnTo>
                  <a:pt x="253" y="238"/>
                </a:lnTo>
                <a:lnTo>
                  <a:pt x="249" y="241"/>
                </a:lnTo>
                <a:lnTo>
                  <a:pt x="245" y="243"/>
                </a:lnTo>
                <a:lnTo>
                  <a:pt x="240" y="245"/>
                </a:lnTo>
                <a:lnTo>
                  <a:pt x="236" y="247"/>
                </a:lnTo>
                <a:lnTo>
                  <a:pt x="231" y="248"/>
                </a:lnTo>
                <a:lnTo>
                  <a:pt x="226" y="250"/>
                </a:lnTo>
                <a:lnTo>
                  <a:pt x="222" y="252"/>
                </a:lnTo>
                <a:lnTo>
                  <a:pt x="217" y="253"/>
                </a:lnTo>
                <a:lnTo>
                  <a:pt x="212" y="254"/>
                </a:lnTo>
                <a:lnTo>
                  <a:pt x="207" y="256"/>
                </a:lnTo>
                <a:lnTo>
                  <a:pt x="203" y="257"/>
                </a:lnTo>
                <a:lnTo>
                  <a:pt x="198" y="258"/>
                </a:lnTo>
                <a:lnTo>
                  <a:pt x="193" y="258"/>
                </a:lnTo>
                <a:lnTo>
                  <a:pt x="188" y="259"/>
                </a:lnTo>
                <a:lnTo>
                  <a:pt x="183" y="260"/>
                </a:lnTo>
                <a:lnTo>
                  <a:pt x="178" y="260"/>
                </a:lnTo>
                <a:lnTo>
                  <a:pt x="172" y="260"/>
                </a:lnTo>
                <a:lnTo>
                  <a:pt x="167" y="261"/>
                </a:lnTo>
                <a:lnTo>
                  <a:pt x="162" y="261"/>
                </a:lnTo>
                <a:lnTo>
                  <a:pt x="157" y="261"/>
                </a:lnTo>
                <a:lnTo>
                  <a:pt x="152" y="260"/>
                </a:lnTo>
                <a:lnTo>
                  <a:pt x="147" y="260"/>
                </a:lnTo>
                <a:lnTo>
                  <a:pt x="142" y="260"/>
                </a:lnTo>
                <a:lnTo>
                  <a:pt x="137" y="259"/>
                </a:lnTo>
                <a:lnTo>
                  <a:pt x="132" y="258"/>
                </a:lnTo>
                <a:lnTo>
                  <a:pt x="127" y="258"/>
                </a:lnTo>
                <a:lnTo>
                  <a:pt x="122" y="257"/>
                </a:lnTo>
                <a:lnTo>
                  <a:pt x="117" y="256"/>
                </a:lnTo>
                <a:lnTo>
                  <a:pt x="112" y="254"/>
                </a:lnTo>
                <a:lnTo>
                  <a:pt x="108" y="253"/>
                </a:lnTo>
                <a:lnTo>
                  <a:pt x="102" y="252"/>
                </a:lnTo>
                <a:lnTo>
                  <a:pt x="97" y="250"/>
                </a:lnTo>
                <a:lnTo>
                  <a:pt x="93" y="248"/>
                </a:lnTo>
                <a:lnTo>
                  <a:pt x="88" y="247"/>
                </a:lnTo>
                <a:lnTo>
                  <a:pt x="84" y="245"/>
                </a:lnTo>
                <a:lnTo>
                  <a:pt x="79" y="243"/>
                </a:lnTo>
                <a:lnTo>
                  <a:pt x="75" y="241"/>
                </a:lnTo>
                <a:lnTo>
                  <a:pt x="71" y="238"/>
                </a:lnTo>
                <a:lnTo>
                  <a:pt x="66" y="236"/>
                </a:lnTo>
                <a:lnTo>
                  <a:pt x="62" y="234"/>
                </a:lnTo>
                <a:lnTo>
                  <a:pt x="58" y="231"/>
                </a:lnTo>
                <a:lnTo>
                  <a:pt x="55" y="228"/>
                </a:lnTo>
                <a:lnTo>
                  <a:pt x="51" y="226"/>
                </a:lnTo>
                <a:lnTo>
                  <a:pt x="47" y="223"/>
                </a:lnTo>
                <a:lnTo>
                  <a:pt x="44" y="220"/>
                </a:lnTo>
                <a:lnTo>
                  <a:pt x="40" y="217"/>
                </a:lnTo>
                <a:lnTo>
                  <a:pt x="37" y="214"/>
                </a:lnTo>
                <a:lnTo>
                  <a:pt x="34" y="211"/>
                </a:lnTo>
                <a:lnTo>
                  <a:pt x="31" y="207"/>
                </a:lnTo>
                <a:lnTo>
                  <a:pt x="28" y="204"/>
                </a:lnTo>
                <a:lnTo>
                  <a:pt x="25" y="201"/>
                </a:lnTo>
                <a:lnTo>
                  <a:pt x="22" y="197"/>
                </a:lnTo>
                <a:lnTo>
                  <a:pt x="20" y="194"/>
                </a:lnTo>
                <a:lnTo>
                  <a:pt x="17" y="190"/>
                </a:lnTo>
                <a:lnTo>
                  <a:pt x="15" y="186"/>
                </a:lnTo>
                <a:lnTo>
                  <a:pt x="13" y="183"/>
                </a:lnTo>
                <a:lnTo>
                  <a:pt x="11" y="179"/>
                </a:lnTo>
                <a:lnTo>
                  <a:pt x="9" y="175"/>
                </a:lnTo>
                <a:lnTo>
                  <a:pt x="8" y="171"/>
                </a:lnTo>
                <a:lnTo>
                  <a:pt x="6" y="167"/>
                </a:lnTo>
                <a:lnTo>
                  <a:pt x="5" y="163"/>
                </a:lnTo>
                <a:lnTo>
                  <a:pt x="4" y="159"/>
                </a:lnTo>
                <a:lnTo>
                  <a:pt x="3" y="155"/>
                </a:lnTo>
                <a:lnTo>
                  <a:pt x="2" y="151"/>
                </a:lnTo>
                <a:lnTo>
                  <a:pt x="1" y="147"/>
                </a:lnTo>
                <a:lnTo>
                  <a:pt x="1" y="143"/>
                </a:lnTo>
                <a:lnTo>
                  <a:pt x="0" y="139"/>
                </a:lnTo>
                <a:lnTo>
                  <a:pt x="0" y="135"/>
                </a:lnTo>
                <a:lnTo>
                  <a:pt x="0" y="131"/>
                </a:lnTo>
                <a:lnTo>
                  <a:pt x="0" y="127"/>
                </a:lnTo>
                <a:lnTo>
                  <a:pt x="0" y="123"/>
                </a:lnTo>
                <a:lnTo>
                  <a:pt x="1" y="119"/>
                </a:lnTo>
                <a:lnTo>
                  <a:pt x="1" y="115"/>
                </a:lnTo>
                <a:lnTo>
                  <a:pt x="2" y="111"/>
                </a:lnTo>
                <a:lnTo>
                  <a:pt x="3" y="107"/>
                </a:lnTo>
                <a:lnTo>
                  <a:pt x="4" y="103"/>
                </a:lnTo>
                <a:lnTo>
                  <a:pt x="5" y="99"/>
                </a:lnTo>
                <a:lnTo>
                  <a:pt x="6" y="95"/>
                </a:lnTo>
                <a:lnTo>
                  <a:pt x="8" y="91"/>
                </a:lnTo>
                <a:lnTo>
                  <a:pt x="9" y="87"/>
                </a:lnTo>
                <a:lnTo>
                  <a:pt x="11" y="83"/>
                </a:lnTo>
                <a:lnTo>
                  <a:pt x="13" y="80"/>
                </a:lnTo>
                <a:lnTo>
                  <a:pt x="15" y="76"/>
                </a:lnTo>
                <a:lnTo>
                  <a:pt x="17" y="72"/>
                </a:lnTo>
                <a:lnTo>
                  <a:pt x="20" y="69"/>
                </a:lnTo>
                <a:lnTo>
                  <a:pt x="22" y="65"/>
                </a:lnTo>
                <a:lnTo>
                  <a:pt x="25" y="62"/>
                </a:lnTo>
                <a:lnTo>
                  <a:pt x="28" y="58"/>
                </a:lnTo>
                <a:lnTo>
                  <a:pt x="31" y="54"/>
                </a:lnTo>
                <a:lnTo>
                  <a:pt x="34" y="51"/>
                </a:lnTo>
                <a:lnTo>
                  <a:pt x="37" y="47"/>
                </a:lnTo>
                <a:lnTo>
                  <a:pt x="40" y="44"/>
                </a:lnTo>
                <a:lnTo>
                  <a:pt x="44" y="41"/>
                </a:lnTo>
                <a:lnTo>
                  <a:pt x="47" y="38"/>
                </a:lnTo>
                <a:lnTo>
                  <a:pt x="51" y="36"/>
                </a:lnTo>
                <a:lnTo>
                  <a:pt x="55" y="33"/>
                </a:lnTo>
                <a:lnTo>
                  <a:pt x="58" y="30"/>
                </a:lnTo>
                <a:lnTo>
                  <a:pt x="62" y="28"/>
                </a:lnTo>
                <a:lnTo>
                  <a:pt x="66" y="25"/>
                </a:lnTo>
                <a:lnTo>
                  <a:pt x="71" y="23"/>
                </a:lnTo>
                <a:lnTo>
                  <a:pt x="75" y="21"/>
                </a:lnTo>
                <a:lnTo>
                  <a:pt x="79" y="18"/>
                </a:lnTo>
                <a:lnTo>
                  <a:pt x="84" y="16"/>
                </a:lnTo>
                <a:lnTo>
                  <a:pt x="88" y="15"/>
                </a:lnTo>
                <a:lnTo>
                  <a:pt x="93" y="13"/>
                </a:lnTo>
                <a:lnTo>
                  <a:pt x="97" y="11"/>
                </a:lnTo>
                <a:lnTo>
                  <a:pt x="102" y="10"/>
                </a:lnTo>
                <a:lnTo>
                  <a:pt x="108" y="8"/>
                </a:lnTo>
                <a:lnTo>
                  <a:pt x="112" y="7"/>
                </a:lnTo>
                <a:lnTo>
                  <a:pt x="117" y="6"/>
                </a:lnTo>
                <a:lnTo>
                  <a:pt x="122" y="4"/>
                </a:lnTo>
                <a:lnTo>
                  <a:pt x="127" y="4"/>
                </a:lnTo>
                <a:lnTo>
                  <a:pt x="132" y="3"/>
                </a:lnTo>
                <a:lnTo>
                  <a:pt x="137" y="2"/>
                </a:lnTo>
                <a:lnTo>
                  <a:pt x="142" y="1"/>
                </a:lnTo>
                <a:lnTo>
                  <a:pt x="147" y="1"/>
                </a:lnTo>
                <a:lnTo>
                  <a:pt x="152" y="1"/>
                </a:lnTo>
                <a:lnTo>
                  <a:pt x="157" y="0"/>
                </a:lnTo>
                <a:lnTo>
                  <a:pt x="162" y="0"/>
                </a:lnTo>
                <a:lnTo>
                  <a:pt x="167" y="0"/>
                </a:lnTo>
                <a:lnTo>
                  <a:pt x="172" y="1"/>
                </a:lnTo>
                <a:lnTo>
                  <a:pt x="178" y="1"/>
                </a:lnTo>
                <a:lnTo>
                  <a:pt x="183" y="1"/>
                </a:lnTo>
                <a:lnTo>
                  <a:pt x="188" y="2"/>
                </a:lnTo>
                <a:lnTo>
                  <a:pt x="193" y="3"/>
                </a:lnTo>
                <a:lnTo>
                  <a:pt x="198" y="4"/>
                </a:lnTo>
                <a:lnTo>
                  <a:pt x="203" y="4"/>
                </a:lnTo>
                <a:lnTo>
                  <a:pt x="207" y="6"/>
                </a:lnTo>
                <a:lnTo>
                  <a:pt x="212" y="7"/>
                </a:lnTo>
                <a:lnTo>
                  <a:pt x="217" y="8"/>
                </a:lnTo>
                <a:lnTo>
                  <a:pt x="222" y="10"/>
                </a:lnTo>
                <a:lnTo>
                  <a:pt x="226" y="11"/>
                </a:lnTo>
                <a:lnTo>
                  <a:pt x="231" y="13"/>
                </a:lnTo>
                <a:lnTo>
                  <a:pt x="236" y="15"/>
                </a:lnTo>
                <a:lnTo>
                  <a:pt x="240" y="16"/>
                </a:lnTo>
                <a:lnTo>
                  <a:pt x="245" y="18"/>
                </a:lnTo>
                <a:lnTo>
                  <a:pt x="249" y="21"/>
                </a:lnTo>
                <a:lnTo>
                  <a:pt x="253" y="23"/>
                </a:lnTo>
                <a:lnTo>
                  <a:pt x="257" y="25"/>
                </a:lnTo>
                <a:lnTo>
                  <a:pt x="261" y="28"/>
                </a:lnTo>
                <a:lnTo>
                  <a:pt x="265" y="30"/>
                </a:lnTo>
                <a:lnTo>
                  <a:pt x="269" y="33"/>
                </a:lnTo>
                <a:lnTo>
                  <a:pt x="273" y="36"/>
                </a:lnTo>
                <a:lnTo>
                  <a:pt x="277" y="38"/>
                </a:lnTo>
                <a:lnTo>
                  <a:pt x="280" y="41"/>
                </a:lnTo>
                <a:lnTo>
                  <a:pt x="283" y="44"/>
                </a:lnTo>
                <a:lnTo>
                  <a:pt x="287" y="47"/>
                </a:lnTo>
                <a:lnTo>
                  <a:pt x="290" y="51"/>
                </a:lnTo>
                <a:lnTo>
                  <a:pt x="293" y="54"/>
                </a:lnTo>
                <a:lnTo>
                  <a:pt x="296" y="58"/>
                </a:lnTo>
                <a:lnTo>
                  <a:pt x="299" y="62"/>
                </a:lnTo>
                <a:lnTo>
                  <a:pt x="301" y="65"/>
                </a:lnTo>
                <a:lnTo>
                  <a:pt x="304" y="69"/>
                </a:lnTo>
                <a:lnTo>
                  <a:pt x="306" y="72"/>
                </a:lnTo>
                <a:lnTo>
                  <a:pt x="308" y="76"/>
                </a:lnTo>
                <a:lnTo>
                  <a:pt x="311" y="80"/>
                </a:lnTo>
                <a:lnTo>
                  <a:pt x="312" y="83"/>
                </a:lnTo>
                <a:lnTo>
                  <a:pt x="314" y="87"/>
                </a:lnTo>
                <a:lnTo>
                  <a:pt x="316" y="91"/>
                </a:lnTo>
                <a:lnTo>
                  <a:pt x="317" y="95"/>
                </a:lnTo>
                <a:lnTo>
                  <a:pt x="319" y="99"/>
                </a:lnTo>
                <a:lnTo>
                  <a:pt x="320" y="103"/>
                </a:lnTo>
                <a:lnTo>
                  <a:pt x="321" y="107"/>
                </a:lnTo>
                <a:lnTo>
                  <a:pt x="322" y="111"/>
                </a:lnTo>
                <a:lnTo>
                  <a:pt x="323" y="115"/>
                </a:lnTo>
                <a:lnTo>
                  <a:pt x="323" y="119"/>
                </a:lnTo>
                <a:lnTo>
                  <a:pt x="324" y="123"/>
                </a:lnTo>
                <a:lnTo>
                  <a:pt x="324" y="127"/>
                </a:lnTo>
                <a:lnTo>
                  <a:pt x="324" y="131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6" name=""/>
          <p:cNvSpPr/>
          <p:nvPr/>
        </p:nvSpPr>
        <p:spPr>
          <a:xfrm>
            <a:off x="2800800" y="1798200"/>
            <a:ext cx="118080" cy="95040"/>
          </a:xfrm>
          <a:custGeom>
            <a:avLst/>
            <a:gdLst/>
            <a:ahLst/>
            <a:rect l="0" t="0" r="r" b="b"/>
            <a:pathLst>
              <a:path w="328" h="264">
                <a:moveTo>
                  <a:pt x="326" y="132"/>
                </a:moveTo>
                <a:lnTo>
                  <a:pt x="326" y="128"/>
                </a:lnTo>
                <a:lnTo>
                  <a:pt x="326" y="124"/>
                </a:lnTo>
                <a:lnTo>
                  <a:pt x="325" y="120"/>
                </a:lnTo>
                <a:lnTo>
                  <a:pt x="325" y="116"/>
                </a:lnTo>
                <a:lnTo>
                  <a:pt x="324" y="111"/>
                </a:lnTo>
                <a:lnTo>
                  <a:pt x="323" y="107"/>
                </a:lnTo>
                <a:lnTo>
                  <a:pt x="322" y="103"/>
                </a:lnTo>
                <a:lnTo>
                  <a:pt x="321" y="99"/>
                </a:lnTo>
                <a:lnTo>
                  <a:pt x="319" y="95"/>
                </a:lnTo>
                <a:lnTo>
                  <a:pt x="318" y="91"/>
                </a:lnTo>
                <a:lnTo>
                  <a:pt x="316" y="87"/>
                </a:lnTo>
                <a:lnTo>
                  <a:pt x="314" y="83"/>
                </a:lnTo>
                <a:lnTo>
                  <a:pt x="313" y="80"/>
                </a:lnTo>
                <a:lnTo>
                  <a:pt x="310" y="76"/>
                </a:lnTo>
                <a:lnTo>
                  <a:pt x="308" y="72"/>
                </a:lnTo>
                <a:lnTo>
                  <a:pt x="306" y="69"/>
                </a:lnTo>
                <a:lnTo>
                  <a:pt x="303" y="65"/>
                </a:lnTo>
                <a:lnTo>
                  <a:pt x="301" y="62"/>
                </a:lnTo>
                <a:lnTo>
                  <a:pt x="298" y="58"/>
                </a:lnTo>
                <a:lnTo>
                  <a:pt x="295" y="55"/>
                </a:lnTo>
                <a:lnTo>
                  <a:pt x="292" y="52"/>
                </a:lnTo>
                <a:lnTo>
                  <a:pt x="289" y="48"/>
                </a:lnTo>
                <a:lnTo>
                  <a:pt x="285" y="45"/>
                </a:lnTo>
                <a:lnTo>
                  <a:pt x="282" y="42"/>
                </a:lnTo>
                <a:lnTo>
                  <a:pt x="279" y="39"/>
                </a:lnTo>
                <a:lnTo>
                  <a:pt x="275" y="37"/>
                </a:lnTo>
                <a:lnTo>
                  <a:pt x="271" y="34"/>
                </a:lnTo>
                <a:lnTo>
                  <a:pt x="267" y="31"/>
                </a:lnTo>
                <a:lnTo>
                  <a:pt x="263" y="29"/>
                </a:lnTo>
                <a:lnTo>
                  <a:pt x="259" y="26"/>
                </a:lnTo>
                <a:lnTo>
                  <a:pt x="255" y="24"/>
                </a:lnTo>
                <a:lnTo>
                  <a:pt x="251" y="22"/>
                </a:lnTo>
                <a:lnTo>
                  <a:pt x="247" y="19"/>
                </a:lnTo>
                <a:lnTo>
                  <a:pt x="242" y="17"/>
                </a:lnTo>
                <a:lnTo>
                  <a:pt x="238" y="16"/>
                </a:lnTo>
                <a:lnTo>
                  <a:pt x="233" y="14"/>
                </a:lnTo>
                <a:lnTo>
                  <a:pt x="227" y="12"/>
                </a:lnTo>
                <a:lnTo>
                  <a:pt x="223" y="11"/>
                </a:lnTo>
                <a:lnTo>
                  <a:pt x="218" y="9"/>
                </a:lnTo>
                <a:lnTo>
                  <a:pt x="213" y="8"/>
                </a:lnTo>
                <a:lnTo>
                  <a:pt x="208" y="7"/>
                </a:lnTo>
                <a:lnTo>
                  <a:pt x="204" y="5"/>
                </a:lnTo>
                <a:lnTo>
                  <a:pt x="199" y="5"/>
                </a:lnTo>
                <a:lnTo>
                  <a:pt x="194" y="4"/>
                </a:lnTo>
                <a:lnTo>
                  <a:pt x="189" y="3"/>
                </a:lnTo>
                <a:lnTo>
                  <a:pt x="184" y="2"/>
                </a:lnTo>
                <a:lnTo>
                  <a:pt x="179" y="2"/>
                </a:lnTo>
                <a:lnTo>
                  <a:pt x="173" y="2"/>
                </a:lnTo>
                <a:lnTo>
                  <a:pt x="168" y="1"/>
                </a:lnTo>
                <a:lnTo>
                  <a:pt x="163" y="1"/>
                </a:lnTo>
                <a:lnTo>
                  <a:pt x="158" y="1"/>
                </a:lnTo>
                <a:lnTo>
                  <a:pt x="153" y="2"/>
                </a:lnTo>
                <a:lnTo>
                  <a:pt x="148" y="2"/>
                </a:lnTo>
                <a:lnTo>
                  <a:pt x="143" y="2"/>
                </a:lnTo>
                <a:lnTo>
                  <a:pt x="138" y="3"/>
                </a:lnTo>
                <a:lnTo>
                  <a:pt x="133" y="4"/>
                </a:lnTo>
                <a:lnTo>
                  <a:pt x="128" y="5"/>
                </a:lnTo>
                <a:lnTo>
                  <a:pt x="123" y="5"/>
                </a:lnTo>
                <a:lnTo>
                  <a:pt x="118" y="7"/>
                </a:lnTo>
                <a:lnTo>
                  <a:pt x="113" y="8"/>
                </a:lnTo>
                <a:lnTo>
                  <a:pt x="109" y="9"/>
                </a:lnTo>
                <a:lnTo>
                  <a:pt x="104" y="11"/>
                </a:lnTo>
                <a:lnTo>
                  <a:pt x="99" y="12"/>
                </a:lnTo>
                <a:lnTo>
                  <a:pt x="95" y="14"/>
                </a:lnTo>
                <a:lnTo>
                  <a:pt x="90" y="16"/>
                </a:lnTo>
                <a:lnTo>
                  <a:pt x="86" y="17"/>
                </a:lnTo>
                <a:lnTo>
                  <a:pt x="81" y="19"/>
                </a:lnTo>
                <a:lnTo>
                  <a:pt x="77" y="22"/>
                </a:lnTo>
                <a:lnTo>
                  <a:pt x="73" y="24"/>
                </a:lnTo>
                <a:lnTo>
                  <a:pt x="68" y="26"/>
                </a:lnTo>
                <a:lnTo>
                  <a:pt x="64" y="29"/>
                </a:lnTo>
                <a:lnTo>
                  <a:pt x="60" y="31"/>
                </a:lnTo>
                <a:lnTo>
                  <a:pt x="57" y="34"/>
                </a:lnTo>
                <a:lnTo>
                  <a:pt x="53" y="37"/>
                </a:lnTo>
                <a:lnTo>
                  <a:pt x="49" y="39"/>
                </a:lnTo>
                <a:lnTo>
                  <a:pt x="46" y="42"/>
                </a:lnTo>
                <a:lnTo>
                  <a:pt x="42" y="45"/>
                </a:lnTo>
                <a:lnTo>
                  <a:pt x="39" y="48"/>
                </a:lnTo>
                <a:lnTo>
                  <a:pt x="36" y="52"/>
                </a:lnTo>
                <a:lnTo>
                  <a:pt x="33" y="55"/>
                </a:lnTo>
                <a:lnTo>
                  <a:pt x="30" y="58"/>
                </a:lnTo>
                <a:lnTo>
                  <a:pt x="27" y="62"/>
                </a:lnTo>
                <a:lnTo>
                  <a:pt x="24" y="65"/>
                </a:lnTo>
                <a:lnTo>
                  <a:pt x="22" y="69"/>
                </a:lnTo>
                <a:lnTo>
                  <a:pt x="19" y="72"/>
                </a:lnTo>
                <a:lnTo>
                  <a:pt x="17" y="76"/>
                </a:lnTo>
                <a:lnTo>
                  <a:pt x="15" y="80"/>
                </a:lnTo>
                <a:lnTo>
                  <a:pt x="13" y="83"/>
                </a:lnTo>
                <a:lnTo>
                  <a:pt x="11" y="87"/>
                </a:lnTo>
                <a:lnTo>
                  <a:pt x="10" y="91"/>
                </a:lnTo>
                <a:lnTo>
                  <a:pt x="8" y="95"/>
                </a:lnTo>
                <a:lnTo>
                  <a:pt x="7" y="99"/>
                </a:lnTo>
                <a:lnTo>
                  <a:pt x="6" y="103"/>
                </a:lnTo>
                <a:lnTo>
                  <a:pt x="5" y="107"/>
                </a:lnTo>
                <a:lnTo>
                  <a:pt x="4" y="111"/>
                </a:lnTo>
                <a:lnTo>
                  <a:pt x="3" y="116"/>
                </a:lnTo>
                <a:lnTo>
                  <a:pt x="3" y="120"/>
                </a:lnTo>
                <a:lnTo>
                  <a:pt x="2" y="124"/>
                </a:lnTo>
                <a:lnTo>
                  <a:pt x="2" y="128"/>
                </a:lnTo>
                <a:lnTo>
                  <a:pt x="2" y="132"/>
                </a:lnTo>
                <a:lnTo>
                  <a:pt x="2" y="136"/>
                </a:lnTo>
                <a:lnTo>
                  <a:pt x="2" y="140"/>
                </a:lnTo>
                <a:lnTo>
                  <a:pt x="3" y="144"/>
                </a:lnTo>
                <a:lnTo>
                  <a:pt x="3" y="148"/>
                </a:lnTo>
                <a:lnTo>
                  <a:pt x="4" y="152"/>
                </a:lnTo>
                <a:lnTo>
                  <a:pt x="5" y="156"/>
                </a:lnTo>
                <a:lnTo>
                  <a:pt x="6" y="160"/>
                </a:lnTo>
                <a:lnTo>
                  <a:pt x="7" y="164"/>
                </a:lnTo>
                <a:lnTo>
                  <a:pt x="8" y="168"/>
                </a:lnTo>
                <a:lnTo>
                  <a:pt x="10" y="172"/>
                </a:lnTo>
                <a:lnTo>
                  <a:pt x="11" y="176"/>
                </a:lnTo>
                <a:lnTo>
                  <a:pt x="13" y="180"/>
                </a:lnTo>
                <a:lnTo>
                  <a:pt x="15" y="184"/>
                </a:lnTo>
                <a:lnTo>
                  <a:pt x="17" y="187"/>
                </a:lnTo>
                <a:lnTo>
                  <a:pt x="19" y="191"/>
                </a:lnTo>
                <a:lnTo>
                  <a:pt x="22" y="195"/>
                </a:lnTo>
                <a:lnTo>
                  <a:pt x="24" y="198"/>
                </a:lnTo>
                <a:lnTo>
                  <a:pt x="27" y="202"/>
                </a:lnTo>
                <a:lnTo>
                  <a:pt x="30" y="205"/>
                </a:lnTo>
                <a:lnTo>
                  <a:pt x="33" y="208"/>
                </a:lnTo>
                <a:lnTo>
                  <a:pt x="36" y="212"/>
                </a:lnTo>
                <a:lnTo>
                  <a:pt x="39" y="215"/>
                </a:lnTo>
                <a:lnTo>
                  <a:pt x="42" y="218"/>
                </a:lnTo>
                <a:lnTo>
                  <a:pt x="46" y="221"/>
                </a:lnTo>
                <a:lnTo>
                  <a:pt x="49" y="224"/>
                </a:lnTo>
                <a:lnTo>
                  <a:pt x="53" y="227"/>
                </a:lnTo>
                <a:lnTo>
                  <a:pt x="57" y="229"/>
                </a:lnTo>
                <a:lnTo>
                  <a:pt x="60" y="232"/>
                </a:lnTo>
                <a:lnTo>
                  <a:pt x="64" y="235"/>
                </a:lnTo>
                <a:lnTo>
                  <a:pt x="68" y="237"/>
                </a:lnTo>
                <a:lnTo>
                  <a:pt x="73" y="239"/>
                </a:lnTo>
                <a:lnTo>
                  <a:pt x="77" y="242"/>
                </a:lnTo>
                <a:lnTo>
                  <a:pt x="81" y="244"/>
                </a:lnTo>
                <a:lnTo>
                  <a:pt x="86" y="246"/>
                </a:lnTo>
                <a:lnTo>
                  <a:pt x="90" y="248"/>
                </a:lnTo>
                <a:lnTo>
                  <a:pt x="95" y="249"/>
                </a:lnTo>
                <a:lnTo>
                  <a:pt x="99" y="251"/>
                </a:lnTo>
                <a:lnTo>
                  <a:pt x="104" y="253"/>
                </a:lnTo>
                <a:lnTo>
                  <a:pt x="109" y="254"/>
                </a:lnTo>
                <a:lnTo>
                  <a:pt x="113" y="255"/>
                </a:lnTo>
                <a:lnTo>
                  <a:pt x="118" y="257"/>
                </a:lnTo>
                <a:lnTo>
                  <a:pt x="123" y="258"/>
                </a:lnTo>
                <a:lnTo>
                  <a:pt x="128" y="259"/>
                </a:lnTo>
                <a:lnTo>
                  <a:pt x="133" y="259"/>
                </a:lnTo>
                <a:lnTo>
                  <a:pt x="138" y="260"/>
                </a:lnTo>
                <a:lnTo>
                  <a:pt x="143" y="261"/>
                </a:lnTo>
                <a:lnTo>
                  <a:pt x="148" y="261"/>
                </a:lnTo>
                <a:lnTo>
                  <a:pt x="153" y="261"/>
                </a:lnTo>
                <a:lnTo>
                  <a:pt x="158" y="262"/>
                </a:lnTo>
                <a:lnTo>
                  <a:pt x="163" y="262"/>
                </a:lnTo>
                <a:lnTo>
                  <a:pt x="168" y="262"/>
                </a:lnTo>
                <a:lnTo>
                  <a:pt x="173" y="261"/>
                </a:lnTo>
                <a:lnTo>
                  <a:pt x="179" y="261"/>
                </a:lnTo>
                <a:lnTo>
                  <a:pt x="184" y="261"/>
                </a:lnTo>
                <a:lnTo>
                  <a:pt x="189" y="260"/>
                </a:lnTo>
                <a:lnTo>
                  <a:pt x="194" y="259"/>
                </a:lnTo>
                <a:lnTo>
                  <a:pt x="199" y="259"/>
                </a:lnTo>
                <a:lnTo>
                  <a:pt x="204" y="258"/>
                </a:lnTo>
                <a:lnTo>
                  <a:pt x="208" y="257"/>
                </a:lnTo>
                <a:lnTo>
                  <a:pt x="213" y="255"/>
                </a:lnTo>
                <a:lnTo>
                  <a:pt x="218" y="254"/>
                </a:lnTo>
                <a:lnTo>
                  <a:pt x="223" y="253"/>
                </a:lnTo>
                <a:lnTo>
                  <a:pt x="227" y="251"/>
                </a:lnTo>
                <a:lnTo>
                  <a:pt x="233" y="249"/>
                </a:lnTo>
                <a:lnTo>
                  <a:pt x="238" y="248"/>
                </a:lnTo>
                <a:lnTo>
                  <a:pt x="242" y="246"/>
                </a:lnTo>
                <a:lnTo>
                  <a:pt x="247" y="244"/>
                </a:lnTo>
                <a:lnTo>
                  <a:pt x="251" y="242"/>
                </a:lnTo>
                <a:lnTo>
                  <a:pt x="255" y="239"/>
                </a:lnTo>
                <a:lnTo>
                  <a:pt x="259" y="237"/>
                </a:lnTo>
                <a:lnTo>
                  <a:pt x="263" y="235"/>
                </a:lnTo>
                <a:lnTo>
                  <a:pt x="267" y="232"/>
                </a:lnTo>
                <a:lnTo>
                  <a:pt x="271" y="229"/>
                </a:lnTo>
                <a:lnTo>
                  <a:pt x="275" y="227"/>
                </a:lnTo>
                <a:lnTo>
                  <a:pt x="279" y="224"/>
                </a:lnTo>
                <a:lnTo>
                  <a:pt x="282" y="221"/>
                </a:lnTo>
                <a:lnTo>
                  <a:pt x="285" y="218"/>
                </a:lnTo>
                <a:lnTo>
                  <a:pt x="289" y="215"/>
                </a:lnTo>
                <a:lnTo>
                  <a:pt x="292" y="212"/>
                </a:lnTo>
                <a:lnTo>
                  <a:pt x="295" y="208"/>
                </a:lnTo>
                <a:lnTo>
                  <a:pt x="298" y="205"/>
                </a:lnTo>
                <a:lnTo>
                  <a:pt x="301" y="202"/>
                </a:lnTo>
                <a:lnTo>
                  <a:pt x="303" y="198"/>
                </a:lnTo>
                <a:lnTo>
                  <a:pt x="306" y="195"/>
                </a:lnTo>
                <a:lnTo>
                  <a:pt x="308" y="191"/>
                </a:lnTo>
                <a:lnTo>
                  <a:pt x="310" y="187"/>
                </a:lnTo>
                <a:lnTo>
                  <a:pt x="313" y="184"/>
                </a:lnTo>
                <a:lnTo>
                  <a:pt x="314" y="180"/>
                </a:lnTo>
                <a:lnTo>
                  <a:pt x="316" y="176"/>
                </a:lnTo>
                <a:lnTo>
                  <a:pt x="318" y="172"/>
                </a:lnTo>
                <a:lnTo>
                  <a:pt x="319" y="168"/>
                </a:lnTo>
                <a:lnTo>
                  <a:pt x="321" y="164"/>
                </a:lnTo>
                <a:lnTo>
                  <a:pt x="322" y="160"/>
                </a:lnTo>
                <a:lnTo>
                  <a:pt x="323" y="156"/>
                </a:lnTo>
                <a:lnTo>
                  <a:pt x="324" y="152"/>
                </a:lnTo>
                <a:lnTo>
                  <a:pt x="325" y="148"/>
                </a:lnTo>
                <a:lnTo>
                  <a:pt x="325" y="144"/>
                </a:lnTo>
                <a:lnTo>
                  <a:pt x="326" y="140"/>
                </a:lnTo>
                <a:lnTo>
                  <a:pt x="326" y="136"/>
                </a:lnTo>
                <a:lnTo>
                  <a:pt x="326" y="132"/>
                </a:lnTo>
                <a:moveTo>
                  <a:pt x="328" y="132"/>
                </a:moveTo>
                <a:lnTo>
                  <a:pt x="328" y="136"/>
                </a:lnTo>
                <a:lnTo>
                  <a:pt x="328" y="140"/>
                </a:lnTo>
                <a:lnTo>
                  <a:pt x="327" y="144"/>
                </a:lnTo>
                <a:lnTo>
                  <a:pt x="327" y="149"/>
                </a:lnTo>
                <a:lnTo>
                  <a:pt x="326" y="153"/>
                </a:lnTo>
                <a:lnTo>
                  <a:pt x="325" y="157"/>
                </a:lnTo>
                <a:lnTo>
                  <a:pt x="324" y="161"/>
                </a:lnTo>
                <a:lnTo>
                  <a:pt x="323" y="165"/>
                </a:lnTo>
                <a:lnTo>
                  <a:pt x="322" y="169"/>
                </a:lnTo>
                <a:lnTo>
                  <a:pt x="320" y="173"/>
                </a:lnTo>
                <a:lnTo>
                  <a:pt x="318" y="177"/>
                </a:lnTo>
                <a:lnTo>
                  <a:pt x="317" y="180"/>
                </a:lnTo>
                <a:lnTo>
                  <a:pt x="315" y="184"/>
                </a:lnTo>
                <a:lnTo>
                  <a:pt x="313" y="188"/>
                </a:lnTo>
                <a:lnTo>
                  <a:pt x="310" y="192"/>
                </a:lnTo>
                <a:lnTo>
                  <a:pt x="308" y="195"/>
                </a:lnTo>
                <a:lnTo>
                  <a:pt x="305" y="199"/>
                </a:lnTo>
                <a:lnTo>
                  <a:pt x="303" y="203"/>
                </a:lnTo>
                <a:lnTo>
                  <a:pt x="300" y="206"/>
                </a:lnTo>
                <a:lnTo>
                  <a:pt x="297" y="209"/>
                </a:lnTo>
                <a:lnTo>
                  <a:pt x="294" y="213"/>
                </a:lnTo>
                <a:lnTo>
                  <a:pt x="291" y="216"/>
                </a:lnTo>
                <a:lnTo>
                  <a:pt x="287" y="219"/>
                </a:lnTo>
                <a:lnTo>
                  <a:pt x="284" y="222"/>
                </a:lnTo>
                <a:lnTo>
                  <a:pt x="280" y="225"/>
                </a:lnTo>
                <a:lnTo>
                  <a:pt x="276" y="228"/>
                </a:lnTo>
                <a:lnTo>
                  <a:pt x="273" y="231"/>
                </a:lnTo>
                <a:lnTo>
                  <a:pt x="269" y="233"/>
                </a:lnTo>
                <a:lnTo>
                  <a:pt x="265" y="236"/>
                </a:lnTo>
                <a:lnTo>
                  <a:pt x="261" y="238"/>
                </a:lnTo>
                <a:lnTo>
                  <a:pt x="256" y="241"/>
                </a:lnTo>
                <a:lnTo>
                  <a:pt x="252" y="243"/>
                </a:lnTo>
                <a:lnTo>
                  <a:pt x="248" y="245"/>
                </a:lnTo>
                <a:lnTo>
                  <a:pt x="243" y="247"/>
                </a:lnTo>
                <a:lnTo>
                  <a:pt x="239" y="249"/>
                </a:lnTo>
                <a:lnTo>
                  <a:pt x="234" y="251"/>
                </a:lnTo>
                <a:lnTo>
                  <a:pt x="228" y="253"/>
                </a:lnTo>
                <a:lnTo>
                  <a:pt x="224" y="254"/>
                </a:lnTo>
                <a:lnTo>
                  <a:pt x="219" y="256"/>
                </a:lnTo>
                <a:lnTo>
                  <a:pt x="214" y="257"/>
                </a:lnTo>
                <a:lnTo>
                  <a:pt x="209" y="258"/>
                </a:lnTo>
                <a:lnTo>
                  <a:pt x="204" y="259"/>
                </a:lnTo>
                <a:lnTo>
                  <a:pt x="199" y="260"/>
                </a:lnTo>
                <a:lnTo>
                  <a:pt x="194" y="261"/>
                </a:lnTo>
                <a:lnTo>
                  <a:pt x="189" y="262"/>
                </a:lnTo>
                <a:lnTo>
                  <a:pt x="184" y="263"/>
                </a:lnTo>
                <a:lnTo>
                  <a:pt x="179" y="263"/>
                </a:lnTo>
                <a:lnTo>
                  <a:pt x="174" y="263"/>
                </a:lnTo>
                <a:lnTo>
                  <a:pt x="168" y="263"/>
                </a:lnTo>
                <a:lnTo>
                  <a:pt x="163" y="264"/>
                </a:lnTo>
                <a:lnTo>
                  <a:pt x="158" y="263"/>
                </a:lnTo>
                <a:lnTo>
                  <a:pt x="153" y="263"/>
                </a:lnTo>
                <a:lnTo>
                  <a:pt x="148" y="263"/>
                </a:lnTo>
                <a:lnTo>
                  <a:pt x="143" y="263"/>
                </a:lnTo>
                <a:lnTo>
                  <a:pt x="138" y="262"/>
                </a:lnTo>
                <a:lnTo>
                  <a:pt x="133" y="261"/>
                </a:lnTo>
                <a:lnTo>
                  <a:pt x="128" y="260"/>
                </a:lnTo>
                <a:lnTo>
                  <a:pt x="123" y="259"/>
                </a:lnTo>
                <a:lnTo>
                  <a:pt x="118" y="258"/>
                </a:lnTo>
                <a:lnTo>
                  <a:pt x="113" y="257"/>
                </a:lnTo>
                <a:lnTo>
                  <a:pt x="108" y="256"/>
                </a:lnTo>
                <a:lnTo>
                  <a:pt x="103" y="254"/>
                </a:lnTo>
                <a:lnTo>
                  <a:pt x="98" y="253"/>
                </a:lnTo>
                <a:lnTo>
                  <a:pt x="94" y="251"/>
                </a:lnTo>
                <a:lnTo>
                  <a:pt x="89" y="249"/>
                </a:lnTo>
                <a:lnTo>
                  <a:pt x="84" y="247"/>
                </a:lnTo>
                <a:lnTo>
                  <a:pt x="80" y="245"/>
                </a:lnTo>
                <a:lnTo>
                  <a:pt x="76" y="243"/>
                </a:lnTo>
                <a:lnTo>
                  <a:pt x="71" y="241"/>
                </a:lnTo>
                <a:lnTo>
                  <a:pt x="67" y="238"/>
                </a:lnTo>
                <a:lnTo>
                  <a:pt x="63" y="236"/>
                </a:lnTo>
                <a:lnTo>
                  <a:pt x="59" y="233"/>
                </a:lnTo>
                <a:lnTo>
                  <a:pt x="55" y="231"/>
                </a:lnTo>
                <a:lnTo>
                  <a:pt x="51" y="228"/>
                </a:lnTo>
                <a:lnTo>
                  <a:pt x="48" y="225"/>
                </a:lnTo>
                <a:lnTo>
                  <a:pt x="44" y="222"/>
                </a:lnTo>
                <a:lnTo>
                  <a:pt x="40" y="219"/>
                </a:lnTo>
                <a:lnTo>
                  <a:pt x="37" y="216"/>
                </a:lnTo>
                <a:lnTo>
                  <a:pt x="34" y="213"/>
                </a:lnTo>
                <a:lnTo>
                  <a:pt x="31" y="209"/>
                </a:lnTo>
                <a:lnTo>
                  <a:pt x="28" y="206"/>
                </a:lnTo>
                <a:lnTo>
                  <a:pt x="25" y="203"/>
                </a:lnTo>
                <a:lnTo>
                  <a:pt x="22" y="199"/>
                </a:lnTo>
                <a:lnTo>
                  <a:pt x="20" y="195"/>
                </a:lnTo>
                <a:lnTo>
                  <a:pt x="17" y="192"/>
                </a:lnTo>
                <a:lnTo>
                  <a:pt x="15" y="188"/>
                </a:lnTo>
                <a:lnTo>
                  <a:pt x="13" y="184"/>
                </a:lnTo>
                <a:lnTo>
                  <a:pt x="11" y="180"/>
                </a:lnTo>
                <a:lnTo>
                  <a:pt x="9" y="177"/>
                </a:lnTo>
                <a:lnTo>
                  <a:pt x="8" y="173"/>
                </a:lnTo>
                <a:lnTo>
                  <a:pt x="6" y="169"/>
                </a:lnTo>
                <a:lnTo>
                  <a:pt x="5" y="165"/>
                </a:lnTo>
                <a:lnTo>
                  <a:pt x="4" y="161"/>
                </a:lnTo>
                <a:lnTo>
                  <a:pt x="2" y="157"/>
                </a:lnTo>
                <a:lnTo>
                  <a:pt x="2" y="153"/>
                </a:lnTo>
                <a:lnTo>
                  <a:pt x="1" y="149"/>
                </a:lnTo>
                <a:lnTo>
                  <a:pt x="0" y="144"/>
                </a:lnTo>
                <a:lnTo>
                  <a:pt x="0" y="140"/>
                </a:lnTo>
                <a:lnTo>
                  <a:pt x="0" y="136"/>
                </a:lnTo>
                <a:lnTo>
                  <a:pt x="0" y="132"/>
                </a:lnTo>
                <a:lnTo>
                  <a:pt x="0" y="128"/>
                </a:lnTo>
                <a:lnTo>
                  <a:pt x="0" y="124"/>
                </a:lnTo>
                <a:lnTo>
                  <a:pt x="0" y="120"/>
                </a:lnTo>
                <a:lnTo>
                  <a:pt x="1" y="116"/>
                </a:lnTo>
                <a:lnTo>
                  <a:pt x="2" y="110"/>
                </a:lnTo>
                <a:lnTo>
                  <a:pt x="2" y="106"/>
                </a:lnTo>
                <a:lnTo>
                  <a:pt x="4" y="102"/>
                </a:lnTo>
                <a:lnTo>
                  <a:pt x="5" y="98"/>
                </a:lnTo>
                <a:lnTo>
                  <a:pt x="6" y="94"/>
                </a:lnTo>
                <a:lnTo>
                  <a:pt x="8" y="90"/>
                </a:lnTo>
                <a:lnTo>
                  <a:pt x="9" y="87"/>
                </a:lnTo>
                <a:lnTo>
                  <a:pt x="11" y="83"/>
                </a:lnTo>
                <a:lnTo>
                  <a:pt x="13" y="79"/>
                </a:lnTo>
                <a:lnTo>
                  <a:pt x="15" y="75"/>
                </a:lnTo>
                <a:lnTo>
                  <a:pt x="17" y="71"/>
                </a:lnTo>
                <a:lnTo>
                  <a:pt x="20" y="68"/>
                </a:lnTo>
                <a:lnTo>
                  <a:pt x="22" y="64"/>
                </a:lnTo>
                <a:lnTo>
                  <a:pt x="25" y="61"/>
                </a:lnTo>
                <a:lnTo>
                  <a:pt x="28" y="57"/>
                </a:lnTo>
                <a:lnTo>
                  <a:pt x="31" y="54"/>
                </a:lnTo>
                <a:lnTo>
                  <a:pt x="34" y="50"/>
                </a:lnTo>
                <a:lnTo>
                  <a:pt x="37" y="47"/>
                </a:lnTo>
                <a:lnTo>
                  <a:pt x="40" y="44"/>
                </a:lnTo>
                <a:lnTo>
                  <a:pt x="44" y="41"/>
                </a:lnTo>
                <a:lnTo>
                  <a:pt x="48" y="38"/>
                </a:lnTo>
                <a:lnTo>
                  <a:pt x="51" y="35"/>
                </a:lnTo>
                <a:lnTo>
                  <a:pt x="55" y="32"/>
                </a:lnTo>
                <a:lnTo>
                  <a:pt x="59" y="30"/>
                </a:lnTo>
                <a:lnTo>
                  <a:pt x="63" y="27"/>
                </a:lnTo>
                <a:lnTo>
                  <a:pt x="67" y="25"/>
                </a:lnTo>
                <a:lnTo>
                  <a:pt x="71" y="22"/>
                </a:lnTo>
                <a:lnTo>
                  <a:pt x="76" y="20"/>
                </a:lnTo>
                <a:lnTo>
                  <a:pt x="80" y="18"/>
                </a:lnTo>
                <a:lnTo>
                  <a:pt x="84" y="16"/>
                </a:lnTo>
                <a:lnTo>
                  <a:pt x="89" y="14"/>
                </a:lnTo>
                <a:lnTo>
                  <a:pt x="94" y="12"/>
                </a:lnTo>
                <a:lnTo>
                  <a:pt x="98" y="10"/>
                </a:lnTo>
                <a:lnTo>
                  <a:pt x="103" y="9"/>
                </a:lnTo>
                <a:lnTo>
                  <a:pt x="108" y="7"/>
                </a:lnTo>
                <a:lnTo>
                  <a:pt x="113" y="6"/>
                </a:lnTo>
                <a:lnTo>
                  <a:pt x="118" y="5"/>
                </a:lnTo>
                <a:lnTo>
                  <a:pt x="123" y="4"/>
                </a:lnTo>
                <a:lnTo>
                  <a:pt x="128" y="3"/>
                </a:lnTo>
                <a:lnTo>
                  <a:pt x="133" y="2"/>
                </a:lnTo>
                <a:lnTo>
                  <a:pt x="138" y="1"/>
                </a:lnTo>
                <a:lnTo>
                  <a:pt x="143" y="1"/>
                </a:lnTo>
                <a:lnTo>
                  <a:pt x="148" y="0"/>
                </a:lnTo>
                <a:lnTo>
                  <a:pt x="153" y="0"/>
                </a:lnTo>
                <a:lnTo>
                  <a:pt x="158" y="0"/>
                </a:lnTo>
                <a:lnTo>
                  <a:pt x="163" y="0"/>
                </a:lnTo>
                <a:lnTo>
                  <a:pt x="168" y="0"/>
                </a:lnTo>
                <a:lnTo>
                  <a:pt x="174" y="0"/>
                </a:lnTo>
                <a:lnTo>
                  <a:pt x="179" y="0"/>
                </a:lnTo>
                <a:lnTo>
                  <a:pt x="184" y="1"/>
                </a:lnTo>
                <a:lnTo>
                  <a:pt x="189" y="1"/>
                </a:lnTo>
                <a:lnTo>
                  <a:pt x="194" y="2"/>
                </a:lnTo>
                <a:lnTo>
                  <a:pt x="199" y="3"/>
                </a:lnTo>
                <a:lnTo>
                  <a:pt x="204" y="4"/>
                </a:lnTo>
                <a:lnTo>
                  <a:pt x="209" y="5"/>
                </a:lnTo>
                <a:lnTo>
                  <a:pt x="214" y="6"/>
                </a:lnTo>
                <a:lnTo>
                  <a:pt x="219" y="7"/>
                </a:lnTo>
                <a:lnTo>
                  <a:pt x="224" y="9"/>
                </a:lnTo>
                <a:lnTo>
                  <a:pt x="228" y="10"/>
                </a:lnTo>
                <a:lnTo>
                  <a:pt x="234" y="12"/>
                </a:lnTo>
                <a:lnTo>
                  <a:pt x="239" y="14"/>
                </a:lnTo>
                <a:lnTo>
                  <a:pt x="243" y="16"/>
                </a:lnTo>
                <a:lnTo>
                  <a:pt x="248" y="18"/>
                </a:lnTo>
                <a:lnTo>
                  <a:pt x="252" y="20"/>
                </a:lnTo>
                <a:lnTo>
                  <a:pt x="256" y="22"/>
                </a:lnTo>
                <a:lnTo>
                  <a:pt x="261" y="25"/>
                </a:lnTo>
                <a:lnTo>
                  <a:pt x="265" y="27"/>
                </a:lnTo>
                <a:lnTo>
                  <a:pt x="269" y="30"/>
                </a:lnTo>
                <a:lnTo>
                  <a:pt x="273" y="32"/>
                </a:lnTo>
                <a:lnTo>
                  <a:pt x="276" y="35"/>
                </a:lnTo>
                <a:lnTo>
                  <a:pt x="280" y="38"/>
                </a:lnTo>
                <a:lnTo>
                  <a:pt x="284" y="41"/>
                </a:lnTo>
                <a:lnTo>
                  <a:pt x="287" y="44"/>
                </a:lnTo>
                <a:lnTo>
                  <a:pt x="291" y="47"/>
                </a:lnTo>
                <a:lnTo>
                  <a:pt x="294" y="50"/>
                </a:lnTo>
                <a:lnTo>
                  <a:pt x="297" y="54"/>
                </a:lnTo>
                <a:lnTo>
                  <a:pt x="300" y="57"/>
                </a:lnTo>
                <a:lnTo>
                  <a:pt x="303" y="61"/>
                </a:lnTo>
                <a:lnTo>
                  <a:pt x="305" y="64"/>
                </a:lnTo>
                <a:lnTo>
                  <a:pt x="308" y="68"/>
                </a:lnTo>
                <a:lnTo>
                  <a:pt x="310" y="71"/>
                </a:lnTo>
                <a:lnTo>
                  <a:pt x="313" y="75"/>
                </a:lnTo>
                <a:lnTo>
                  <a:pt x="315" y="79"/>
                </a:lnTo>
                <a:lnTo>
                  <a:pt x="317" y="83"/>
                </a:lnTo>
                <a:lnTo>
                  <a:pt x="318" y="87"/>
                </a:lnTo>
                <a:lnTo>
                  <a:pt x="320" y="90"/>
                </a:lnTo>
                <a:lnTo>
                  <a:pt x="322" y="94"/>
                </a:lnTo>
                <a:lnTo>
                  <a:pt x="323" y="98"/>
                </a:lnTo>
                <a:lnTo>
                  <a:pt x="324" y="102"/>
                </a:lnTo>
                <a:lnTo>
                  <a:pt x="325" y="106"/>
                </a:lnTo>
                <a:lnTo>
                  <a:pt x="326" y="110"/>
                </a:lnTo>
                <a:lnTo>
                  <a:pt x="327" y="116"/>
                </a:lnTo>
                <a:lnTo>
                  <a:pt x="327" y="120"/>
                </a:lnTo>
                <a:lnTo>
                  <a:pt x="328" y="124"/>
                </a:lnTo>
                <a:lnTo>
                  <a:pt x="328" y="128"/>
                </a:lnTo>
                <a:lnTo>
                  <a:pt x="328" y="132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7" name=""/>
          <p:cNvSpPr/>
          <p:nvPr/>
        </p:nvSpPr>
        <p:spPr>
          <a:xfrm>
            <a:off x="2796480" y="1794600"/>
            <a:ext cx="126720" cy="101880"/>
          </a:xfrm>
          <a:custGeom>
            <a:avLst/>
            <a:gdLst/>
            <a:ahLst/>
            <a:rect l="0" t="0" r="r" b="b"/>
            <a:pathLst>
              <a:path w="352" h="283">
                <a:moveTo>
                  <a:pt x="340" y="141"/>
                </a:moveTo>
                <a:lnTo>
                  <a:pt x="340" y="137"/>
                </a:lnTo>
                <a:lnTo>
                  <a:pt x="340" y="133"/>
                </a:lnTo>
                <a:lnTo>
                  <a:pt x="339" y="129"/>
                </a:lnTo>
                <a:lnTo>
                  <a:pt x="339" y="125"/>
                </a:lnTo>
                <a:lnTo>
                  <a:pt x="338" y="120"/>
                </a:lnTo>
                <a:lnTo>
                  <a:pt x="337" y="116"/>
                </a:lnTo>
                <a:lnTo>
                  <a:pt x="336" y="112"/>
                </a:lnTo>
                <a:lnTo>
                  <a:pt x="335" y="108"/>
                </a:lnTo>
                <a:lnTo>
                  <a:pt x="334" y="104"/>
                </a:lnTo>
                <a:lnTo>
                  <a:pt x="332" y="100"/>
                </a:lnTo>
                <a:lnTo>
                  <a:pt x="330" y="97"/>
                </a:lnTo>
                <a:lnTo>
                  <a:pt x="329" y="93"/>
                </a:lnTo>
                <a:lnTo>
                  <a:pt x="327" y="89"/>
                </a:lnTo>
                <a:lnTo>
                  <a:pt x="325" y="85"/>
                </a:lnTo>
                <a:lnTo>
                  <a:pt x="322" y="81"/>
                </a:lnTo>
                <a:lnTo>
                  <a:pt x="320" y="78"/>
                </a:lnTo>
                <a:lnTo>
                  <a:pt x="317" y="74"/>
                </a:lnTo>
                <a:lnTo>
                  <a:pt x="315" y="71"/>
                </a:lnTo>
                <a:lnTo>
                  <a:pt x="312" y="67"/>
                </a:lnTo>
                <a:lnTo>
                  <a:pt x="309" y="64"/>
                </a:lnTo>
                <a:lnTo>
                  <a:pt x="306" y="60"/>
                </a:lnTo>
                <a:lnTo>
                  <a:pt x="303" y="57"/>
                </a:lnTo>
                <a:lnTo>
                  <a:pt x="299" y="54"/>
                </a:lnTo>
                <a:lnTo>
                  <a:pt x="296" y="51"/>
                </a:lnTo>
                <a:lnTo>
                  <a:pt x="292" y="48"/>
                </a:lnTo>
                <a:lnTo>
                  <a:pt x="288" y="45"/>
                </a:lnTo>
                <a:lnTo>
                  <a:pt x="285" y="42"/>
                </a:lnTo>
                <a:lnTo>
                  <a:pt x="281" y="40"/>
                </a:lnTo>
                <a:lnTo>
                  <a:pt x="277" y="37"/>
                </a:lnTo>
                <a:lnTo>
                  <a:pt x="273" y="35"/>
                </a:lnTo>
                <a:lnTo>
                  <a:pt x="268" y="32"/>
                </a:lnTo>
                <a:lnTo>
                  <a:pt x="264" y="30"/>
                </a:lnTo>
                <a:lnTo>
                  <a:pt x="260" y="28"/>
                </a:lnTo>
                <a:lnTo>
                  <a:pt x="255" y="26"/>
                </a:lnTo>
                <a:lnTo>
                  <a:pt x="251" y="24"/>
                </a:lnTo>
                <a:lnTo>
                  <a:pt x="246" y="22"/>
                </a:lnTo>
                <a:lnTo>
                  <a:pt x="241" y="20"/>
                </a:lnTo>
                <a:lnTo>
                  <a:pt x="237" y="19"/>
                </a:lnTo>
                <a:lnTo>
                  <a:pt x="232" y="17"/>
                </a:lnTo>
                <a:lnTo>
                  <a:pt x="227" y="16"/>
                </a:lnTo>
                <a:lnTo>
                  <a:pt x="222" y="15"/>
                </a:lnTo>
                <a:lnTo>
                  <a:pt x="217" y="14"/>
                </a:lnTo>
                <a:lnTo>
                  <a:pt x="212" y="13"/>
                </a:lnTo>
                <a:lnTo>
                  <a:pt x="207" y="12"/>
                </a:lnTo>
                <a:lnTo>
                  <a:pt x="202" y="11"/>
                </a:lnTo>
                <a:lnTo>
                  <a:pt x="197" y="11"/>
                </a:lnTo>
                <a:lnTo>
                  <a:pt x="192" y="10"/>
                </a:lnTo>
                <a:lnTo>
                  <a:pt x="187" y="10"/>
                </a:lnTo>
                <a:lnTo>
                  <a:pt x="181" y="10"/>
                </a:lnTo>
                <a:lnTo>
                  <a:pt x="176" y="10"/>
                </a:lnTo>
                <a:lnTo>
                  <a:pt x="171" y="10"/>
                </a:lnTo>
                <a:lnTo>
                  <a:pt x="166" y="10"/>
                </a:lnTo>
                <a:lnTo>
                  <a:pt x="161" y="10"/>
                </a:lnTo>
                <a:lnTo>
                  <a:pt x="156" y="11"/>
                </a:lnTo>
                <a:lnTo>
                  <a:pt x="151" y="11"/>
                </a:lnTo>
                <a:lnTo>
                  <a:pt x="146" y="12"/>
                </a:lnTo>
                <a:lnTo>
                  <a:pt x="141" y="13"/>
                </a:lnTo>
                <a:lnTo>
                  <a:pt x="136" y="14"/>
                </a:lnTo>
                <a:lnTo>
                  <a:pt x="131" y="15"/>
                </a:lnTo>
                <a:lnTo>
                  <a:pt x="126" y="16"/>
                </a:lnTo>
                <a:lnTo>
                  <a:pt x="121" y="17"/>
                </a:lnTo>
                <a:lnTo>
                  <a:pt x="116" y="19"/>
                </a:lnTo>
                <a:lnTo>
                  <a:pt x="111" y="20"/>
                </a:lnTo>
                <a:lnTo>
                  <a:pt x="106" y="22"/>
                </a:lnTo>
                <a:lnTo>
                  <a:pt x="101" y="24"/>
                </a:lnTo>
                <a:lnTo>
                  <a:pt x="96" y="26"/>
                </a:lnTo>
                <a:lnTo>
                  <a:pt x="92" y="28"/>
                </a:lnTo>
                <a:lnTo>
                  <a:pt x="88" y="30"/>
                </a:lnTo>
                <a:lnTo>
                  <a:pt x="83" y="32"/>
                </a:lnTo>
                <a:lnTo>
                  <a:pt x="79" y="35"/>
                </a:lnTo>
                <a:lnTo>
                  <a:pt x="75" y="37"/>
                </a:lnTo>
                <a:lnTo>
                  <a:pt x="71" y="40"/>
                </a:lnTo>
                <a:lnTo>
                  <a:pt x="67" y="42"/>
                </a:lnTo>
                <a:lnTo>
                  <a:pt x="63" y="45"/>
                </a:lnTo>
                <a:lnTo>
                  <a:pt x="60" y="48"/>
                </a:lnTo>
                <a:lnTo>
                  <a:pt x="56" y="51"/>
                </a:lnTo>
                <a:lnTo>
                  <a:pt x="52" y="54"/>
                </a:lnTo>
                <a:lnTo>
                  <a:pt x="49" y="57"/>
                </a:lnTo>
                <a:lnTo>
                  <a:pt x="46" y="60"/>
                </a:lnTo>
                <a:lnTo>
                  <a:pt x="43" y="64"/>
                </a:lnTo>
                <a:lnTo>
                  <a:pt x="40" y="67"/>
                </a:lnTo>
                <a:lnTo>
                  <a:pt x="37" y="71"/>
                </a:lnTo>
                <a:lnTo>
                  <a:pt x="34" y="74"/>
                </a:lnTo>
                <a:lnTo>
                  <a:pt x="32" y="78"/>
                </a:lnTo>
                <a:lnTo>
                  <a:pt x="29" y="81"/>
                </a:lnTo>
                <a:lnTo>
                  <a:pt x="27" y="85"/>
                </a:lnTo>
                <a:lnTo>
                  <a:pt x="25" y="89"/>
                </a:lnTo>
                <a:lnTo>
                  <a:pt x="23" y="93"/>
                </a:lnTo>
                <a:lnTo>
                  <a:pt x="21" y="97"/>
                </a:lnTo>
                <a:lnTo>
                  <a:pt x="20" y="100"/>
                </a:lnTo>
                <a:lnTo>
                  <a:pt x="18" y="104"/>
                </a:lnTo>
                <a:lnTo>
                  <a:pt x="17" y="108"/>
                </a:lnTo>
                <a:lnTo>
                  <a:pt x="16" y="112"/>
                </a:lnTo>
                <a:lnTo>
                  <a:pt x="14" y="116"/>
                </a:lnTo>
                <a:lnTo>
                  <a:pt x="14" y="120"/>
                </a:lnTo>
                <a:lnTo>
                  <a:pt x="13" y="125"/>
                </a:lnTo>
                <a:lnTo>
                  <a:pt x="12" y="129"/>
                </a:lnTo>
                <a:lnTo>
                  <a:pt x="12" y="133"/>
                </a:lnTo>
                <a:lnTo>
                  <a:pt x="12" y="137"/>
                </a:lnTo>
                <a:lnTo>
                  <a:pt x="12" y="141"/>
                </a:lnTo>
                <a:lnTo>
                  <a:pt x="12" y="145"/>
                </a:lnTo>
                <a:lnTo>
                  <a:pt x="12" y="149"/>
                </a:lnTo>
                <a:lnTo>
                  <a:pt x="12" y="153"/>
                </a:lnTo>
                <a:lnTo>
                  <a:pt x="13" y="158"/>
                </a:lnTo>
                <a:lnTo>
                  <a:pt x="14" y="162"/>
                </a:lnTo>
                <a:lnTo>
                  <a:pt x="14" y="166"/>
                </a:lnTo>
                <a:lnTo>
                  <a:pt x="16" y="170"/>
                </a:lnTo>
                <a:lnTo>
                  <a:pt x="17" y="174"/>
                </a:lnTo>
                <a:lnTo>
                  <a:pt x="18" y="178"/>
                </a:lnTo>
                <a:lnTo>
                  <a:pt x="20" y="182"/>
                </a:lnTo>
                <a:lnTo>
                  <a:pt x="21" y="186"/>
                </a:lnTo>
                <a:lnTo>
                  <a:pt x="23" y="189"/>
                </a:lnTo>
                <a:lnTo>
                  <a:pt x="25" y="193"/>
                </a:lnTo>
                <a:lnTo>
                  <a:pt x="27" y="197"/>
                </a:lnTo>
                <a:lnTo>
                  <a:pt x="29" y="201"/>
                </a:lnTo>
                <a:lnTo>
                  <a:pt x="32" y="204"/>
                </a:lnTo>
                <a:lnTo>
                  <a:pt x="34" y="208"/>
                </a:lnTo>
                <a:lnTo>
                  <a:pt x="37" y="212"/>
                </a:lnTo>
                <a:lnTo>
                  <a:pt x="40" y="216"/>
                </a:lnTo>
                <a:lnTo>
                  <a:pt x="43" y="219"/>
                </a:lnTo>
                <a:lnTo>
                  <a:pt x="46" y="223"/>
                </a:lnTo>
                <a:lnTo>
                  <a:pt x="49" y="226"/>
                </a:lnTo>
                <a:lnTo>
                  <a:pt x="52" y="229"/>
                </a:lnTo>
                <a:lnTo>
                  <a:pt x="56" y="232"/>
                </a:lnTo>
                <a:lnTo>
                  <a:pt x="60" y="235"/>
                </a:lnTo>
                <a:lnTo>
                  <a:pt x="63" y="238"/>
                </a:lnTo>
                <a:lnTo>
                  <a:pt x="67" y="241"/>
                </a:lnTo>
                <a:lnTo>
                  <a:pt x="71" y="243"/>
                </a:lnTo>
                <a:lnTo>
                  <a:pt x="75" y="246"/>
                </a:lnTo>
                <a:lnTo>
                  <a:pt x="79" y="248"/>
                </a:lnTo>
                <a:lnTo>
                  <a:pt x="83" y="251"/>
                </a:lnTo>
                <a:lnTo>
                  <a:pt x="88" y="253"/>
                </a:lnTo>
                <a:lnTo>
                  <a:pt x="92" y="255"/>
                </a:lnTo>
                <a:lnTo>
                  <a:pt x="96" y="257"/>
                </a:lnTo>
                <a:lnTo>
                  <a:pt x="101" y="259"/>
                </a:lnTo>
                <a:lnTo>
                  <a:pt x="106" y="261"/>
                </a:lnTo>
                <a:lnTo>
                  <a:pt x="111" y="263"/>
                </a:lnTo>
                <a:lnTo>
                  <a:pt x="116" y="264"/>
                </a:lnTo>
                <a:lnTo>
                  <a:pt x="121" y="266"/>
                </a:lnTo>
                <a:lnTo>
                  <a:pt x="126" y="267"/>
                </a:lnTo>
                <a:lnTo>
                  <a:pt x="131" y="268"/>
                </a:lnTo>
                <a:lnTo>
                  <a:pt x="136" y="269"/>
                </a:lnTo>
                <a:lnTo>
                  <a:pt x="141" y="270"/>
                </a:lnTo>
                <a:lnTo>
                  <a:pt x="146" y="271"/>
                </a:lnTo>
                <a:lnTo>
                  <a:pt x="151" y="272"/>
                </a:lnTo>
                <a:lnTo>
                  <a:pt x="156" y="273"/>
                </a:lnTo>
                <a:lnTo>
                  <a:pt x="161" y="273"/>
                </a:lnTo>
                <a:lnTo>
                  <a:pt x="166" y="273"/>
                </a:lnTo>
                <a:lnTo>
                  <a:pt x="171" y="273"/>
                </a:lnTo>
                <a:lnTo>
                  <a:pt x="176" y="274"/>
                </a:lnTo>
                <a:lnTo>
                  <a:pt x="181" y="273"/>
                </a:lnTo>
                <a:lnTo>
                  <a:pt x="187" y="273"/>
                </a:lnTo>
                <a:lnTo>
                  <a:pt x="192" y="273"/>
                </a:lnTo>
                <a:lnTo>
                  <a:pt x="197" y="273"/>
                </a:lnTo>
                <a:lnTo>
                  <a:pt x="202" y="272"/>
                </a:lnTo>
                <a:lnTo>
                  <a:pt x="207" y="271"/>
                </a:lnTo>
                <a:lnTo>
                  <a:pt x="212" y="270"/>
                </a:lnTo>
                <a:lnTo>
                  <a:pt x="217" y="269"/>
                </a:lnTo>
                <a:lnTo>
                  <a:pt x="222" y="268"/>
                </a:lnTo>
                <a:lnTo>
                  <a:pt x="227" y="267"/>
                </a:lnTo>
                <a:lnTo>
                  <a:pt x="232" y="266"/>
                </a:lnTo>
                <a:lnTo>
                  <a:pt x="237" y="264"/>
                </a:lnTo>
                <a:lnTo>
                  <a:pt x="241" y="263"/>
                </a:lnTo>
                <a:lnTo>
                  <a:pt x="246" y="261"/>
                </a:lnTo>
                <a:lnTo>
                  <a:pt x="251" y="259"/>
                </a:lnTo>
                <a:lnTo>
                  <a:pt x="255" y="257"/>
                </a:lnTo>
                <a:lnTo>
                  <a:pt x="260" y="255"/>
                </a:lnTo>
                <a:lnTo>
                  <a:pt x="264" y="253"/>
                </a:lnTo>
                <a:lnTo>
                  <a:pt x="268" y="251"/>
                </a:lnTo>
                <a:lnTo>
                  <a:pt x="273" y="248"/>
                </a:lnTo>
                <a:lnTo>
                  <a:pt x="277" y="246"/>
                </a:lnTo>
                <a:lnTo>
                  <a:pt x="281" y="243"/>
                </a:lnTo>
                <a:lnTo>
                  <a:pt x="285" y="241"/>
                </a:lnTo>
                <a:lnTo>
                  <a:pt x="288" y="238"/>
                </a:lnTo>
                <a:lnTo>
                  <a:pt x="292" y="235"/>
                </a:lnTo>
                <a:lnTo>
                  <a:pt x="296" y="232"/>
                </a:lnTo>
                <a:lnTo>
                  <a:pt x="299" y="229"/>
                </a:lnTo>
                <a:lnTo>
                  <a:pt x="303" y="226"/>
                </a:lnTo>
                <a:lnTo>
                  <a:pt x="306" y="223"/>
                </a:lnTo>
                <a:lnTo>
                  <a:pt x="309" y="219"/>
                </a:lnTo>
                <a:lnTo>
                  <a:pt x="312" y="216"/>
                </a:lnTo>
                <a:lnTo>
                  <a:pt x="315" y="212"/>
                </a:lnTo>
                <a:lnTo>
                  <a:pt x="317" y="208"/>
                </a:lnTo>
                <a:lnTo>
                  <a:pt x="320" y="204"/>
                </a:lnTo>
                <a:lnTo>
                  <a:pt x="322" y="201"/>
                </a:lnTo>
                <a:lnTo>
                  <a:pt x="325" y="197"/>
                </a:lnTo>
                <a:lnTo>
                  <a:pt x="327" y="193"/>
                </a:lnTo>
                <a:lnTo>
                  <a:pt x="329" y="189"/>
                </a:lnTo>
                <a:lnTo>
                  <a:pt x="330" y="186"/>
                </a:lnTo>
                <a:lnTo>
                  <a:pt x="332" y="182"/>
                </a:lnTo>
                <a:lnTo>
                  <a:pt x="334" y="178"/>
                </a:lnTo>
                <a:lnTo>
                  <a:pt x="335" y="174"/>
                </a:lnTo>
                <a:lnTo>
                  <a:pt x="336" y="170"/>
                </a:lnTo>
                <a:lnTo>
                  <a:pt x="337" y="166"/>
                </a:lnTo>
                <a:lnTo>
                  <a:pt x="338" y="162"/>
                </a:lnTo>
                <a:lnTo>
                  <a:pt x="339" y="158"/>
                </a:lnTo>
                <a:lnTo>
                  <a:pt x="339" y="153"/>
                </a:lnTo>
                <a:lnTo>
                  <a:pt x="340" y="149"/>
                </a:lnTo>
                <a:lnTo>
                  <a:pt x="340" y="145"/>
                </a:lnTo>
                <a:lnTo>
                  <a:pt x="340" y="141"/>
                </a:lnTo>
                <a:moveTo>
                  <a:pt x="352" y="141"/>
                </a:moveTo>
                <a:lnTo>
                  <a:pt x="352" y="145"/>
                </a:lnTo>
                <a:lnTo>
                  <a:pt x="351" y="150"/>
                </a:lnTo>
                <a:lnTo>
                  <a:pt x="351" y="154"/>
                </a:lnTo>
                <a:lnTo>
                  <a:pt x="350" y="159"/>
                </a:lnTo>
                <a:lnTo>
                  <a:pt x="350" y="163"/>
                </a:lnTo>
                <a:lnTo>
                  <a:pt x="349" y="167"/>
                </a:lnTo>
                <a:lnTo>
                  <a:pt x="347" y="172"/>
                </a:lnTo>
                <a:lnTo>
                  <a:pt x="346" y="176"/>
                </a:lnTo>
                <a:lnTo>
                  <a:pt x="345" y="180"/>
                </a:lnTo>
                <a:lnTo>
                  <a:pt x="343" y="185"/>
                </a:lnTo>
                <a:lnTo>
                  <a:pt x="341" y="189"/>
                </a:lnTo>
                <a:lnTo>
                  <a:pt x="339" y="193"/>
                </a:lnTo>
                <a:lnTo>
                  <a:pt x="337" y="197"/>
                </a:lnTo>
                <a:lnTo>
                  <a:pt x="335" y="201"/>
                </a:lnTo>
                <a:lnTo>
                  <a:pt x="333" y="205"/>
                </a:lnTo>
                <a:lnTo>
                  <a:pt x="330" y="209"/>
                </a:lnTo>
                <a:lnTo>
                  <a:pt x="327" y="213"/>
                </a:lnTo>
                <a:lnTo>
                  <a:pt x="324" y="217"/>
                </a:lnTo>
                <a:lnTo>
                  <a:pt x="321" y="221"/>
                </a:lnTo>
                <a:lnTo>
                  <a:pt x="318" y="225"/>
                </a:lnTo>
                <a:lnTo>
                  <a:pt x="315" y="228"/>
                </a:lnTo>
                <a:lnTo>
                  <a:pt x="311" y="232"/>
                </a:lnTo>
                <a:lnTo>
                  <a:pt x="308" y="235"/>
                </a:lnTo>
                <a:lnTo>
                  <a:pt x="304" y="238"/>
                </a:lnTo>
                <a:lnTo>
                  <a:pt x="300" y="242"/>
                </a:lnTo>
                <a:lnTo>
                  <a:pt x="296" y="245"/>
                </a:lnTo>
                <a:lnTo>
                  <a:pt x="292" y="248"/>
                </a:lnTo>
                <a:lnTo>
                  <a:pt x="288" y="251"/>
                </a:lnTo>
                <a:lnTo>
                  <a:pt x="284" y="253"/>
                </a:lnTo>
                <a:lnTo>
                  <a:pt x="279" y="256"/>
                </a:lnTo>
                <a:lnTo>
                  <a:pt x="275" y="258"/>
                </a:lnTo>
                <a:lnTo>
                  <a:pt x="270" y="261"/>
                </a:lnTo>
                <a:lnTo>
                  <a:pt x="266" y="263"/>
                </a:lnTo>
                <a:lnTo>
                  <a:pt x="261" y="265"/>
                </a:lnTo>
                <a:lnTo>
                  <a:pt x="256" y="267"/>
                </a:lnTo>
                <a:lnTo>
                  <a:pt x="251" y="269"/>
                </a:lnTo>
                <a:lnTo>
                  <a:pt x="246" y="271"/>
                </a:lnTo>
                <a:lnTo>
                  <a:pt x="241" y="273"/>
                </a:lnTo>
                <a:lnTo>
                  <a:pt x="236" y="275"/>
                </a:lnTo>
                <a:lnTo>
                  <a:pt x="231" y="276"/>
                </a:lnTo>
                <a:lnTo>
                  <a:pt x="225" y="277"/>
                </a:lnTo>
                <a:lnTo>
                  <a:pt x="220" y="278"/>
                </a:lnTo>
                <a:lnTo>
                  <a:pt x="215" y="279"/>
                </a:lnTo>
                <a:lnTo>
                  <a:pt x="209" y="280"/>
                </a:lnTo>
                <a:lnTo>
                  <a:pt x="204" y="281"/>
                </a:lnTo>
                <a:lnTo>
                  <a:pt x="198" y="282"/>
                </a:lnTo>
                <a:lnTo>
                  <a:pt x="193" y="282"/>
                </a:lnTo>
                <a:lnTo>
                  <a:pt x="187" y="283"/>
                </a:lnTo>
                <a:lnTo>
                  <a:pt x="182" y="283"/>
                </a:lnTo>
                <a:lnTo>
                  <a:pt x="176" y="283"/>
                </a:lnTo>
                <a:lnTo>
                  <a:pt x="171" y="283"/>
                </a:lnTo>
                <a:lnTo>
                  <a:pt x="165" y="283"/>
                </a:lnTo>
                <a:lnTo>
                  <a:pt x="160" y="282"/>
                </a:lnTo>
                <a:lnTo>
                  <a:pt x="154" y="282"/>
                </a:lnTo>
                <a:lnTo>
                  <a:pt x="149" y="281"/>
                </a:lnTo>
                <a:lnTo>
                  <a:pt x="143" y="280"/>
                </a:lnTo>
                <a:lnTo>
                  <a:pt x="138" y="279"/>
                </a:lnTo>
                <a:lnTo>
                  <a:pt x="133" y="278"/>
                </a:lnTo>
                <a:lnTo>
                  <a:pt x="127" y="277"/>
                </a:lnTo>
                <a:lnTo>
                  <a:pt x="122" y="276"/>
                </a:lnTo>
                <a:lnTo>
                  <a:pt x="117" y="275"/>
                </a:lnTo>
                <a:lnTo>
                  <a:pt x="112" y="273"/>
                </a:lnTo>
                <a:lnTo>
                  <a:pt x="106" y="271"/>
                </a:lnTo>
                <a:lnTo>
                  <a:pt x="101" y="269"/>
                </a:lnTo>
                <a:lnTo>
                  <a:pt x="96" y="267"/>
                </a:lnTo>
                <a:lnTo>
                  <a:pt x="91" y="265"/>
                </a:lnTo>
                <a:lnTo>
                  <a:pt x="86" y="263"/>
                </a:lnTo>
                <a:lnTo>
                  <a:pt x="81" y="261"/>
                </a:lnTo>
                <a:lnTo>
                  <a:pt x="77" y="258"/>
                </a:lnTo>
                <a:lnTo>
                  <a:pt x="72" y="256"/>
                </a:lnTo>
                <a:lnTo>
                  <a:pt x="68" y="253"/>
                </a:lnTo>
                <a:lnTo>
                  <a:pt x="64" y="251"/>
                </a:lnTo>
                <a:lnTo>
                  <a:pt x="59" y="248"/>
                </a:lnTo>
                <a:lnTo>
                  <a:pt x="55" y="245"/>
                </a:lnTo>
                <a:lnTo>
                  <a:pt x="51" y="242"/>
                </a:lnTo>
                <a:lnTo>
                  <a:pt x="48" y="238"/>
                </a:lnTo>
                <a:lnTo>
                  <a:pt x="44" y="235"/>
                </a:lnTo>
                <a:lnTo>
                  <a:pt x="40" y="232"/>
                </a:lnTo>
                <a:lnTo>
                  <a:pt x="37" y="228"/>
                </a:lnTo>
                <a:lnTo>
                  <a:pt x="34" y="225"/>
                </a:lnTo>
                <a:lnTo>
                  <a:pt x="30" y="221"/>
                </a:lnTo>
                <a:lnTo>
                  <a:pt x="27" y="217"/>
                </a:lnTo>
                <a:lnTo>
                  <a:pt x="24" y="213"/>
                </a:lnTo>
                <a:lnTo>
                  <a:pt x="22" y="209"/>
                </a:lnTo>
                <a:lnTo>
                  <a:pt x="19" y="205"/>
                </a:lnTo>
                <a:lnTo>
                  <a:pt x="17" y="201"/>
                </a:lnTo>
                <a:lnTo>
                  <a:pt x="14" y="197"/>
                </a:lnTo>
                <a:lnTo>
                  <a:pt x="12" y="193"/>
                </a:lnTo>
                <a:lnTo>
                  <a:pt x="10" y="189"/>
                </a:lnTo>
                <a:lnTo>
                  <a:pt x="9" y="185"/>
                </a:lnTo>
                <a:lnTo>
                  <a:pt x="7" y="180"/>
                </a:lnTo>
                <a:lnTo>
                  <a:pt x="6" y="176"/>
                </a:lnTo>
                <a:lnTo>
                  <a:pt x="4" y="172"/>
                </a:lnTo>
                <a:lnTo>
                  <a:pt x="3" y="167"/>
                </a:lnTo>
                <a:lnTo>
                  <a:pt x="2" y="163"/>
                </a:lnTo>
                <a:lnTo>
                  <a:pt x="1" y="159"/>
                </a:lnTo>
                <a:lnTo>
                  <a:pt x="1" y="154"/>
                </a:lnTo>
                <a:lnTo>
                  <a:pt x="0" y="150"/>
                </a:lnTo>
                <a:lnTo>
                  <a:pt x="0" y="145"/>
                </a:lnTo>
                <a:lnTo>
                  <a:pt x="0" y="141"/>
                </a:lnTo>
                <a:lnTo>
                  <a:pt x="0" y="137"/>
                </a:lnTo>
                <a:lnTo>
                  <a:pt x="0" y="132"/>
                </a:lnTo>
                <a:lnTo>
                  <a:pt x="1" y="128"/>
                </a:lnTo>
                <a:lnTo>
                  <a:pt x="1" y="123"/>
                </a:lnTo>
                <a:lnTo>
                  <a:pt x="2" y="119"/>
                </a:lnTo>
                <a:lnTo>
                  <a:pt x="3" y="115"/>
                </a:lnTo>
                <a:lnTo>
                  <a:pt x="4" y="110"/>
                </a:lnTo>
                <a:lnTo>
                  <a:pt x="6" y="106"/>
                </a:lnTo>
                <a:lnTo>
                  <a:pt x="7" y="102"/>
                </a:lnTo>
                <a:lnTo>
                  <a:pt x="9" y="98"/>
                </a:lnTo>
                <a:lnTo>
                  <a:pt x="10" y="93"/>
                </a:lnTo>
                <a:lnTo>
                  <a:pt x="12" y="89"/>
                </a:lnTo>
                <a:lnTo>
                  <a:pt x="14" y="85"/>
                </a:lnTo>
                <a:lnTo>
                  <a:pt x="17" y="81"/>
                </a:lnTo>
                <a:lnTo>
                  <a:pt x="19" y="77"/>
                </a:lnTo>
                <a:lnTo>
                  <a:pt x="22" y="73"/>
                </a:lnTo>
                <a:lnTo>
                  <a:pt x="24" y="69"/>
                </a:lnTo>
                <a:lnTo>
                  <a:pt x="27" y="66"/>
                </a:lnTo>
                <a:lnTo>
                  <a:pt x="30" y="62"/>
                </a:lnTo>
                <a:lnTo>
                  <a:pt x="34" y="58"/>
                </a:lnTo>
                <a:lnTo>
                  <a:pt x="37" y="55"/>
                </a:lnTo>
                <a:lnTo>
                  <a:pt x="40" y="51"/>
                </a:lnTo>
                <a:lnTo>
                  <a:pt x="44" y="48"/>
                </a:lnTo>
                <a:lnTo>
                  <a:pt x="48" y="45"/>
                </a:lnTo>
                <a:lnTo>
                  <a:pt x="51" y="42"/>
                </a:lnTo>
                <a:lnTo>
                  <a:pt x="55" y="38"/>
                </a:lnTo>
                <a:lnTo>
                  <a:pt x="59" y="35"/>
                </a:lnTo>
                <a:lnTo>
                  <a:pt x="64" y="33"/>
                </a:lnTo>
                <a:lnTo>
                  <a:pt x="68" y="30"/>
                </a:lnTo>
                <a:lnTo>
                  <a:pt x="72" y="27"/>
                </a:lnTo>
                <a:lnTo>
                  <a:pt x="77" y="25"/>
                </a:lnTo>
                <a:lnTo>
                  <a:pt x="81" y="22"/>
                </a:lnTo>
                <a:lnTo>
                  <a:pt x="86" y="20"/>
                </a:lnTo>
                <a:lnTo>
                  <a:pt x="91" y="18"/>
                </a:lnTo>
                <a:lnTo>
                  <a:pt x="96" y="16"/>
                </a:lnTo>
                <a:lnTo>
                  <a:pt x="101" y="14"/>
                </a:lnTo>
                <a:lnTo>
                  <a:pt x="106" y="12"/>
                </a:lnTo>
                <a:lnTo>
                  <a:pt x="112" y="10"/>
                </a:lnTo>
                <a:lnTo>
                  <a:pt x="117" y="9"/>
                </a:lnTo>
                <a:lnTo>
                  <a:pt x="122" y="7"/>
                </a:lnTo>
                <a:lnTo>
                  <a:pt x="127" y="6"/>
                </a:lnTo>
                <a:lnTo>
                  <a:pt x="133" y="5"/>
                </a:lnTo>
                <a:lnTo>
                  <a:pt x="138" y="4"/>
                </a:lnTo>
                <a:lnTo>
                  <a:pt x="143" y="3"/>
                </a:lnTo>
                <a:lnTo>
                  <a:pt x="149" y="2"/>
                </a:lnTo>
                <a:lnTo>
                  <a:pt x="154" y="1"/>
                </a:lnTo>
                <a:lnTo>
                  <a:pt x="160" y="1"/>
                </a:lnTo>
                <a:lnTo>
                  <a:pt x="165" y="1"/>
                </a:lnTo>
                <a:lnTo>
                  <a:pt x="171" y="0"/>
                </a:lnTo>
                <a:lnTo>
                  <a:pt x="176" y="0"/>
                </a:lnTo>
                <a:lnTo>
                  <a:pt x="182" y="0"/>
                </a:lnTo>
                <a:lnTo>
                  <a:pt x="187" y="1"/>
                </a:lnTo>
                <a:lnTo>
                  <a:pt x="193" y="1"/>
                </a:lnTo>
                <a:lnTo>
                  <a:pt x="198" y="1"/>
                </a:lnTo>
                <a:lnTo>
                  <a:pt x="204" y="2"/>
                </a:lnTo>
                <a:lnTo>
                  <a:pt x="209" y="3"/>
                </a:lnTo>
                <a:lnTo>
                  <a:pt x="215" y="4"/>
                </a:lnTo>
                <a:lnTo>
                  <a:pt x="220" y="5"/>
                </a:lnTo>
                <a:lnTo>
                  <a:pt x="225" y="6"/>
                </a:lnTo>
                <a:lnTo>
                  <a:pt x="231" y="7"/>
                </a:lnTo>
                <a:lnTo>
                  <a:pt x="236" y="9"/>
                </a:lnTo>
                <a:lnTo>
                  <a:pt x="241" y="10"/>
                </a:lnTo>
                <a:lnTo>
                  <a:pt x="246" y="12"/>
                </a:lnTo>
                <a:lnTo>
                  <a:pt x="251" y="14"/>
                </a:lnTo>
                <a:lnTo>
                  <a:pt x="256" y="16"/>
                </a:lnTo>
                <a:lnTo>
                  <a:pt x="261" y="18"/>
                </a:lnTo>
                <a:lnTo>
                  <a:pt x="266" y="20"/>
                </a:lnTo>
                <a:lnTo>
                  <a:pt x="270" y="22"/>
                </a:lnTo>
                <a:lnTo>
                  <a:pt x="275" y="25"/>
                </a:lnTo>
                <a:lnTo>
                  <a:pt x="279" y="27"/>
                </a:lnTo>
                <a:lnTo>
                  <a:pt x="284" y="30"/>
                </a:lnTo>
                <a:lnTo>
                  <a:pt x="288" y="33"/>
                </a:lnTo>
                <a:lnTo>
                  <a:pt x="292" y="35"/>
                </a:lnTo>
                <a:lnTo>
                  <a:pt x="296" y="38"/>
                </a:lnTo>
                <a:lnTo>
                  <a:pt x="300" y="42"/>
                </a:lnTo>
                <a:lnTo>
                  <a:pt x="304" y="45"/>
                </a:lnTo>
                <a:lnTo>
                  <a:pt x="308" y="48"/>
                </a:lnTo>
                <a:lnTo>
                  <a:pt x="311" y="51"/>
                </a:lnTo>
                <a:lnTo>
                  <a:pt x="315" y="55"/>
                </a:lnTo>
                <a:lnTo>
                  <a:pt x="318" y="58"/>
                </a:lnTo>
                <a:lnTo>
                  <a:pt x="321" y="62"/>
                </a:lnTo>
                <a:lnTo>
                  <a:pt x="324" y="66"/>
                </a:lnTo>
                <a:lnTo>
                  <a:pt x="327" y="69"/>
                </a:lnTo>
                <a:lnTo>
                  <a:pt x="330" y="73"/>
                </a:lnTo>
                <a:lnTo>
                  <a:pt x="333" y="77"/>
                </a:lnTo>
                <a:lnTo>
                  <a:pt x="335" y="81"/>
                </a:lnTo>
                <a:lnTo>
                  <a:pt x="337" y="85"/>
                </a:lnTo>
                <a:lnTo>
                  <a:pt x="339" y="89"/>
                </a:lnTo>
                <a:lnTo>
                  <a:pt x="341" y="93"/>
                </a:lnTo>
                <a:lnTo>
                  <a:pt x="343" y="98"/>
                </a:lnTo>
                <a:lnTo>
                  <a:pt x="345" y="102"/>
                </a:lnTo>
                <a:lnTo>
                  <a:pt x="346" y="106"/>
                </a:lnTo>
                <a:lnTo>
                  <a:pt x="347" y="110"/>
                </a:lnTo>
                <a:lnTo>
                  <a:pt x="349" y="115"/>
                </a:lnTo>
                <a:lnTo>
                  <a:pt x="350" y="119"/>
                </a:lnTo>
                <a:lnTo>
                  <a:pt x="350" y="123"/>
                </a:lnTo>
                <a:lnTo>
                  <a:pt x="351" y="128"/>
                </a:lnTo>
                <a:lnTo>
                  <a:pt x="351" y="132"/>
                </a:lnTo>
                <a:lnTo>
                  <a:pt x="352" y="137"/>
                </a:lnTo>
                <a:lnTo>
                  <a:pt x="352" y="141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8" name=""/>
          <p:cNvSpPr/>
          <p:nvPr/>
        </p:nvSpPr>
        <p:spPr>
          <a:xfrm>
            <a:off x="2794680" y="1793520"/>
            <a:ext cx="129960" cy="104400"/>
          </a:xfrm>
          <a:custGeom>
            <a:avLst/>
            <a:gdLst/>
            <a:ahLst/>
            <a:rect l="0" t="0" r="r" b="b"/>
            <a:pathLst>
              <a:path w="361" h="290">
                <a:moveTo>
                  <a:pt x="357" y="145"/>
                </a:moveTo>
                <a:lnTo>
                  <a:pt x="357" y="141"/>
                </a:lnTo>
                <a:lnTo>
                  <a:pt x="356" y="136"/>
                </a:lnTo>
                <a:lnTo>
                  <a:pt x="356" y="132"/>
                </a:lnTo>
                <a:lnTo>
                  <a:pt x="355" y="127"/>
                </a:lnTo>
                <a:lnTo>
                  <a:pt x="355" y="123"/>
                </a:lnTo>
                <a:lnTo>
                  <a:pt x="354" y="119"/>
                </a:lnTo>
                <a:lnTo>
                  <a:pt x="352" y="114"/>
                </a:lnTo>
                <a:lnTo>
                  <a:pt x="351" y="110"/>
                </a:lnTo>
                <a:lnTo>
                  <a:pt x="350" y="106"/>
                </a:lnTo>
                <a:lnTo>
                  <a:pt x="348" y="102"/>
                </a:lnTo>
                <a:lnTo>
                  <a:pt x="346" y="97"/>
                </a:lnTo>
                <a:lnTo>
                  <a:pt x="344" y="93"/>
                </a:lnTo>
                <a:lnTo>
                  <a:pt x="342" y="89"/>
                </a:lnTo>
                <a:lnTo>
                  <a:pt x="340" y="85"/>
                </a:lnTo>
                <a:lnTo>
                  <a:pt x="338" y="81"/>
                </a:lnTo>
                <a:lnTo>
                  <a:pt x="335" y="77"/>
                </a:lnTo>
                <a:lnTo>
                  <a:pt x="332" y="73"/>
                </a:lnTo>
                <a:lnTo>
                  <a:pt x="329" y="70"/>
                </a:lnTo>
                <a:lnTo>
                  <a:pt x="326" y="66"/>
                </a:lnTo>
                <a:lnTo>
                  <a:pt x="323" y="62"/>
                </a:lnTo>
                <a:lnTo>
                  <a:pt x="320" y="59"/>
                </a:lnTo>
                <a:lnTo>
                  <a:pt x="316" y="54"/>
                </a:lnTo>
                <a:lnTo>
                  <a:pt x="312" y="51"/>
                </a:lnTo>
                <a:lnTo>
                  <a:pt x="308" y="48"/>
                </a:lnTo>
                <a:lnTo>
                  <a:pt x="304" y="45"/>
                </a:lnTo>
                <a:lnTo>
                  <a:pt x="300" y="41"/>
                </a:lnTo>
                <a:lnTo>
                  <a:pt x="296" y="38"/>
                </a:lnTo>
                <a:lnTo>
                  <a:pt x="292" y="36"/>
                </a:lnTo>
                <a:lnTo>
                  <a:pt x="288" y="33"/>
                </a:lnTo>
                <a:lnTo>
                  <a:pt x="283" y="30"/>
                </a:lnTo>
                <a:lnTo>
                  <a:pt x="279" y="28"/>
                </a:lnTo>
                <a:lnTo>
                  <a:pt x="274" y="25"/>
                </a:lnTo>
                <a:lnTo>
                  <a:pt x="270" y="23"/>
                </a:lnTo>
                <a:lnTo>
                  <a:pt x="265" y="21"/>
                </a:lnTo>
                <a:lnTo>
                  <a:pt x="260" y="19"/>
                </a:lnTo>
                <a:lnTo>
                  <a:pt x="255" y="17"/>
                </a:lnTo>
                <a:lnTo>
                  <a:pt x="250" y="15"/>
                </a:lnTo>
                <a:lnTo>
                  <a:pt x="245" y="13"/>
                </a:lnTo>
                <a:lnTo>
                  <a:pt x="240" y="12"/>
                </a:lnTo>
                <a:lnTo>
                  <a:pt x="235" y="10"/>
                </a:lnTo>
                <a:lnTo>
                  <a:pt x="229" y="9"/>
                </a:lnTo>
                <a:lnTo>
                  <a:pt x="224" y="8"/>
                </a:lnTo>
                <a:lnTo>
                  <a:pt x="219" y="7"/>
                </a:lnTo>
                <a:lnTo>
                  <a:pt x="213" y="6"/>
                </a:lnTo>
                <a:lnTo>
                  <a:pt x="208" y="5"/>
                </a:lnTo>
                <a:lnTo>
                  <a:pt x="202" y="4"/>
                </a:lnTo>
                <a:lnTo>
                  <a:pt x="197" y="4"/>
                </a:lnTo>
                <a:lnTo>
                  <a:pt x="191" y="4"/>
                </a:lnTo>
                <a:lnTo>
                  <a:pt x="186" y="3"/>
                </a:lnTo>
                <a:lnTo>
                  <a:pt x="180" y="3"/>
                </a:lnTo>
                <a:lnTo>
                  <a:pt x="175" y="3"/>
                </a:lnTo>
                <a:lnTo>
                  <a:pt x="169" y="4"/>
                </a:lnTo>
                <a:lnTo>
                  <a:pt x="164" y="4"/>
                </a:lnTo>
                <a:lnTo>
                  <a:pt x="158" y="4"/>
                </a:lnTo>
                <a:lnTo>
                  <a:pt x="153" y="5"/>
                </a:lnTo>
                <a:lnTo>
                  <a:pt x="147" y="6"/>
                </a:lnTo>
                <a:lnTo>
                  <a:pt x="142" y="7"/>
                </a:lnTo>
                <a:lnTo>
                  <a:pt x="137" y="8"/>
                </a:lnTo>
                <a:lnTo>
                  <a:pt x="131" y="9"/>
                </a:lnTo>
                <a:lnTo>
                  <a:pt x="126" y="10"/>
                </a:lnTo>
                <a:lnTo>
                  <a:pt x="121" y="12"/>
                </a:lnTo>
                <a:lnTo>
                  <a:pt x="116" y="13"/>
                </a:lnTo>
                <a:lnTo>
                  <a:pt x="111" y="15"/>
                </a:lnTo>
                <a:lnTo>
                  <a:pt x="106" y="17"/>
                </a:lnTo>
                <a:lnTo>
                  <a:pt x="101" y="19"/>
                </a:lnTo>
                <a:lnTo>
                  <a:pt x="96" y="21"/>
                </a:lnTo>
                <a:lnTo>
                  <a:pt x="91" y="23"/>
                </a:lnTo>
                <a:lnTo>
                  <a:pt x="86" y="25"/>
                </a:lnTo>
                <a:lnTo>
                  <a:pt x="82" y="28"/>
                </a:lnTo>
                <a:lnTo>
                  <a:pt x="77" y="30"/>
                </a:lnTo>
                <a:lnTo>
                  <a:pt x="73" y="33"/>
                </a:lnTo>
                <a:lnTo>
                  <a:pt x="69" y="36"/>
                </a:lnTo>
                <a:lnTo>
                  <a:pt x="64" y="38"/>
                </a:lnTo>
                <a:lnTo>
                  <a:pt x="60" y="41"/>
                </a:lnTo>
                <a:lnTo>
                  <a:pt x="56" y="45"/>
                </a:lnTo>
                <a:lnTo>
                  <a:pt x="53" y="48"/>
                </a:lnTo>
                <a:lnTo>
                  <a:pt x="49" y="51"/>
                </a:lnTo>
                <a:lnTo>
                  <a:pt x="45" y="54"/>
                </a:lnTo>
                <a:lnTo>
                  <a:pt x="42" y="59"/>
                </a:lnTo>
                <a:lnTo>
                  <a:pt x="39" y="62"/>
                </a:lnTo>
                <a:lnTo>
                  <a:pt x="35" y="66"/>
                </a:lnTo>
                <a:lnTo>
                  <a:pt x="32" y="70"/>
                </a:lnTo>
                <a:lnTo>
                  <a:pt x="29" y="73"/>
                </a:lnTo>
                <a:lnTo>
                  <a:pt x="27" y="77"/>
                </a:lnTo>
                <a:lnTo>
                  <a:pt x="24" y="81"/>
                </a:lnTo>
                <a:lnTo>
                  <a:pt x="22" y="85"/>
                </a:lnTo>
                <a:lnTo>
                  <a:pt x="19" y="89"/>
                </a:lnTo>
                <a:lnTo>
                  <a:pt x="17" y="93"/>
                </a:lnTo>
                <a:lnTo>
                  <a:pt x="15" y="97"/>
                </a:lnTo>
                <a:lnTo>
                  <a:pt x="14" y="102"/>
                </a:lnTo>
                <a:lnTo>
                  <a:pt x="12" y="106"/>
                </a:lnTo>
                <a:lnTo>
                  <a:pt x="11" y="110"/>
                </a:lnTo>
                <a:lnTo>
                  <a:pt x="9" y="114"/>
                </a:lnTo>
                <a:lnTo>
                  <a:pt x="8" y="119"/>
                </a:lnTo>
                <a:lnTo>
                  <a:pt x="7" y="123"/>
                </a:lnTo>
                <a:lnTo>
                  <a:pt x="6" y="127"/>
                </a:lnTo>
                <a:lnTo>
                  <a:pt x="6" y="132"/>
                </a:lnTo>
                <a:lnTo>
                  <a:pt x="5" y="136"/>
                </a:lnTo>
                <a:lnTo>
                  <a:pt x="5" y="141"/>
                </a:lnTo>
                <a:lnTo>
                  <a:pt x="5" y="145"/>
                </a:lnTo>
                <a:lnTo>
                  <a:pt x="5" y="149"/>
                </a:lnTo>
                <a:lnTo>
                  <a:pt x="5" y="154"/>
                </a:lnTo>
                <a:lnTo>
                  <a:pt x="6" y="158"/>
                </a:lnTo>
                <a:lnTo>
                  <a:pt x="6" y="163"/>
                </a:lnTo>
                <a:lnTo>
                  <a:pt x="7" y="167"/>
                </a:lnTo>
                <a:lnTo>
                  <a:pt x="8" y="171"/>
                </a:lnTo>
                <a:lnTo>
                  <a:pt x="9" y="176"/>
                </a:lnTo>
                <a:lnTo>
                  <a:pt x="11" y="180"/>
                </a:lnTo>
                <a:lnTo>
                  <a:pt x="12" y="184"/>
                </a:lnTo>
                <a:lnTo>
                  <a:pt x="14" y="189"/>
                </a:lnTo>
                <a:lnTo>
                  <a:pt x="15" y="193"/>
                </a:lnTo>
                <a:lnTo>
                  <a:pt x="17" y="197"/>
                </a:lnTo>
                <a:lnTo>
                  <a:pt x="19" y="201"/>
                </a:lnTo>
                <a:lnTo>
                  <a:pt x="22" y="205"/>
                </a:lnTo>
                <a:lnTo>
                  <a:pt x="24" y="209"/>
                </a:lnTo>
                <a:lnTo>
                  <a:pt x="27" y="213"/>
                </a:lnTo>
                <a:lnTo>
                  <a:pt x="29" y="217"/>
                </a:lnTo>
                <a:lnTo>
                  <a:pt x="32" y="220"/>
                </a:lnTo>
                <a:lnTo>
                  <a:pt x="35" y="224"/>
                </a:lnTo>
                <a:lnTo>
                  <a:pt x="39" y="228"/>
                </a:lnTo>
                <a:lnTo>
                  <a:pt x="42" y="231"/>
                </a:lnTo>
                <a:lnTo>
                  <a:pt x="45" y="235"/>
                </a:lnTo>
                <a:lnTo>
                  <a:pt x="49" y="238"/>
                </a:lnTo>
                <a:lnTo>
                  <a:pt x="53" y="241"/>
                </a:lnTo>
                <a:lnTo>
                  <a:pt x="56" y="245"/>
                </a:lnTo>
                <a:lnTo>
                  <a:pt x="60" y="248"/>
                </a:lnTo>
                <a:lnTo>
                  <a:pt x="64" y="251"/>
                </a:lnTo>
                <a:lnTo>
                  <a:pt x="69" y="254"/>
                </a:lnTo>
                <a:lnTo>
                  <a:pt x="73" y="256"/>
                </a:lnTo>
                <a:lnTo>
                  <a:pt x="77" y="259"/>
                </a:lnTo>
                <a:lnTo>
                  <a:pt x="82" y="261"/>
                </a:lnTo>
                <a:lnTo>
                  <a:pt x="86" y="264"/>
                </a:lnTo>
                <a:lnTo>
                  <a:pt x="91" y="266"/>
                </a:lnTo>
                <a:lnTo>
                  <a:pt x="96" y="268"/>
                </a:lnTo>
                <a:lnTo>
                  <a:pt x="101" y="270"/>
                </a:lnTo>
                <a:lnTo>
                  <a:pt x="106" y="272"/>
                </a:lnTo>
                <a:lnTo>
                  <a:pt x="111" y="274"/>
                </a:lnTo>
                <a:lnTo>
                  <a:pt x="116" y="276"/>
                </a:lnTo>
                <a:lnTo>
                  <a:pt x="121" y="278"/>
                </a:lnTo>
                <a:lnTo>
                  <a:pt x="126" y="279"/>
                </a:lnTo>
                <a:lnTo>
                  <a:pt x="131" y="280"/>
                </a:lnTo>
                <a:lnTo>
                  <a:pt x="137" y="281"/>
                </a:lnTo>
                <a:lnTo>
                  <a:pt x="142" y="282"/>
                </a:lnTo>
                <a:lnTo>
                  <a:pt x="147" y="283"/>
                </a:lnTo>
                <a:lnTo>
                  <a:pt x="153" y="284"/>
                </a:lnTo>
                <a:lnTo>
                  <a:pt x="158" y="285"/>
                </a:lnTo>
                <a:lnTo>
                  <a:pt x="164" y="285"/>
                </a:lnTo>
                <a:lnTo>
                  <a:pt x="169" y="286"/>
                </a:lnTo>
                <a:lnTo>
                  <a:pt x="175" y="286"/>
                </a:lnTo>
                <a:lnTo>
                  <a:pt x="180" y="286"/>
                </a:lnTo>
                <a:lnTo>
                  <a:pt x="186" y="286"/>
                </a:lnTo>
                <a:lnTo>
                  <a:pt x="191" y="286"/>
                </a:lnTo>
                <a:lnTo>
                  <a:pt x="197" y="285"/>
                </a:lnTo>
                <a:lnTo>
                  <a:pt x="202" y="285"/>
                </a:lnTo>
                <a:lnTo>
                  <a:pt x="208" y="284"/>
                </a:lnTo>
                <a:lnTo>
                  <a:pt x="213" y="283"/>
                </a:lnTo>
                <a:lnTo>
                  <a:pt x="219" y="282"/>
                </a:lnTo>
                <a:lnTo>
                  <a:pt x="224" y="281"/>
                </a:lnTo>
                <a:lnTo>
                  <a:pt x="229" y="280"/>
                </a:lnTo>
                <a:lnTo>
                  <a:pt x="235" y="279"/>
                </a:lnTo>
                <a:lnTo>
                  <a:pt x="240" y="278"/>
                </a:lnTo>
                <a:lnTo>
                  <a:pt x="245" y="276"/>
                </a:lnTo>
                <a:lnTo>
                  <a:pt x="250" y="274"/>
                </a:lnTo>
                <a:lnTo>
                  <a:pt x="255" y="272"/>
                </a:lnTo>
                <a:lnTo>
                  <a:pt x="260" y="270"/>
                </a:lnTo>
                <a:lnTo>
                  <a:pt x="265" y="268"/>
                </a:lnTo>
                <a:lnTo>
                  <a:pt x="270" y="266"/>
                </a:lnTo>
                <a:lnTo>
                  <a:pt x="274" y="264"/>
                </a:lnTo>
                <a:lnTo>
                  <a:pt x="279" y="261"/>
                </a:lnTo>
                <a:lnTo>
                  <a:pt x="283" y="259"/>
                </a:lnTo>
                <a:lnTo>
                  <a:pt x="288" y="256"/>
                </a:lnTo>
                <a:lnTo>
                  <a:pt x="292" y="254"/>
                </a:lnTo>
                <a:lnTo>
                  <a:pt x="296" y="251"/>
                </a:lnTo>
                <a:lnTo>
                  <a:pt x="300" y="248"/>
                </a:lnTo>
                <a:lnTo>
                  <a:pt x="304" y="245"/>
                </a:lnTo>
                <a:lnTo>
                  <a:pt x="308" y="241"/>
                </a:lnTo>
                <a:lnTo>
                  <a:pt x="312" y="238"/>
                </a:lnTo>
                <a:lnTo>
                  <a:pt x="316" y="235"/>
                </a:lnTo>
                <a:lnTo>
                  <a:pt x="320" y="231"/>
                </a:lnTo>
                <a:lnTo>
                  <a:pt x="323" y="228"/>
                </a:lnTo>
                <a:lnTo>
                  <a:pt x="326" y="224"/>
                </a:lnTo>
                <a:lnTo>
                  <a:pt x="329" y="220"/>
                </a:lnTo>
                <a:lnTo>
                  <a:pt x="332" y="217"/>
                </a:lnTo>
                <a:lnTo>
                  <a:pt x="335" y="213"/>
                </a:lnTo>
                <a:lnTo>
                  <a:pt x="338" y="209"/>
                </a:lnTo>
                <a:lnTo>
                  <a:pt x="340" y="205"/>
                </a:lnTo>
                <a:lnTo>
                  <a:pt x="342" y="201"/>
                </a:lnTo>
                <a:lnTo>
                  <a:pt x="344" y="197"/>
                </a:lnTo>
                <a:lnTo>
                  <a:pt x="346" y="193"/>
                </a:lnTo>
                <a:lnTo>
                  <a:pt x="348" y="189"/>
                </a:lnTo>
                <a:lnTo>
                  <a:pt x="350" y="184"/>
                </a:lnTo>
                <a:lnTo>
                  <a:pt x="351" y="180"/>
                </a:lnTo>
                <a:lnTo>
                  <a:pt x="352" y="176"/>
                </a:lnTo>
                <a:lnTo>
                  <a:pt x="354" y="171"/>
                </a:lnTo>
                <a:lnTo>
                  <a:pt x="355" y="167"/>
                </a:lnTo>
                <a:lnTo>
                  <a:pt x="355" y="163"/>
                </a:lnTo>
                <a:lnTo>
                  <a:pt x="356" y="158"/>
                </a:lnTo>
                <a:lnTo>
                  <a:pt x="356" y="154"/>
                </a:lnTo>
                <a:lnTo>
                  <a:pt x="357" y="149"/>
                </a:lnTo>
                <a:lnTo>
                  <a:pt x="357" y="145"/>
                </a:lnTo>
                <a:moveTo>
                  <a:pt x="361" y="145"/>
                </a:moveTo>
                <a:lnTo>
                  <a:pt x="361" y="150"/>
                </a:lnTo>
                <a:lnTo>
                  <a:pt x="361" y="154"/>
                </a:lnTo>
                <a:lnTo>
                  <a:pt x="360" y="159"/>
                </a:lnTo>
                <a:lnTo>
                  <a:pt x="360" y="163"/>
                </a:lnTo>
                <a:lnTo>
                  <a:pt x="359" y="168"/>
                </a:lnTo>
                <a:lnTo>
                  <a:pt x="358" y="172"/>
                </a:lnTo>
                <a:lnTo>
                  <a:pt x="357" y="177"/>
                </a:lnTo>
                <a:lnTo>
                  <a:pt x="356" y="181"/>
                </a:lnTo>
                <a:lnTo>
                  <a:pt x="354" y="185"/>
                </a:lnTo>
                <a:lnTo>
                  <a:pt x="352" y="190"/>
                </a:lnTo>
                <a:lnTo>
                  <a:pt x="351" y="194"/>
                </a:lnTo>
                <a:lnTo>
                  <a:pt x="349" y="198"/>
                </a:lnTo>
                <a:lnTo>
                  <a:pt x="346" y="202"/>
                </a:lnTo>
                <a:lnTo>
                  <a:pt x="344" y="207"/>
                </a:lnTo>
                <a:lnTo>
                  <a:pt x="342" y="211"/>
                </a:lnTo>
                <a:lnTo>
                  <a:pt x="339" y="215"/>
                </a:lnTo>
                <a:lnTo>
                  <a:pt x="336" y="219"/>
                </a:lnTo>
                <a:lnTo>
                  <a:pt x="333" y="222"/>
                </a:lnTo>
                <a:lnTo>
                  <a:pt x="330" y="226"/>
                </a:lnTo>
                <a:lnTo>
                  <a:pt x="327" y="230"/>
                </a:lnTo>
                <a:lnTo>
                  <a:pt x="324" y="234"/>
                </a:lnTo>
                <a:lnTo>
                  <a:pt x="320" y="237"/>
                </a:lnTo>
                <a:lnTo>
                  <a:pt x="316" y="241"/>
                </a:lnTo>
                <a:lnTo>
                  <a:pt x="312" y="244"/>
                </a:lnTo>
                <a:lnTo>
                  <a:pt x="308" y="247"/>
                </a:lnTo>
                <a:lnTo>
                  <a:pt x="304" y="250"/>
                </a:lnTo>
                <a:lnTo>
                  <a:pt x="299" y="253"/>
                </a:lnTo>
                <a:lnTo>
                  <a:pt x="295" y="256"/>
                </a:lnTo>
                <a:lnTo>
                  <a:pt x="291" y="259"/>
                </a:lnTo>
                <a:lnTo>
                  <a:pt x="286" y="262"/>
                </a:lnTo>
                <a:lnTo>
                  <a:pt x="281" y="265"/>
                </a:lnTo>
                <a:lnTo>
                  <a:pt x="277" y="267"/>
                </a:lnTo>
                <a:lnTo>
                  <a:pt x="272" y="269"/>
                </a:lnTo>
                <a:lnTo>
                  <a:pt x="267" y="272"/>
                </a:lnTo>
                <a:lnTo>
                  <a:pt x="262" y="274"/>
                </a:lnTo>
                <a:lnTo>
                  <a:pt x="257" y="276"/>
                </a:lnTo>
                <a:lnTo>
                  <a:pt x="252" y="278"/>
                </a:lnTo>
                <a:lnTo>
                  <a:pt x="247" y="279"/>
                </a:lnTo>
                <a:lnTo>
                  <a:pt x="241" y="281"/>
                </a:lnTo>
                <a:lnTo>
                  <a:pt x="236" y="282"/>
                </a:lnTo>
                <a:lnTo>
                  <a:pt x="231" y="284"/>
                </a:lnTo>
                <a:lnTo>
                  <a:pt x="225" y="285"/>
                </a:lnTo>
                <a:lnTo>
                  <a:pt x="220" y="286"/>
                </a:lnTo>
                <a:lnTo>
                  <a:pt x="214" y="287"/>
                </a:lnTo>
                <a:lnTo>
                  <a:pt x="208" y="288"/>
                </a:lnTo>
                <a:lnTo>
                  <a:pt x="203" y="288"/>
                </a:lnTo>
                <a:lnTo>
                  <a:pt x="197" y="289"/>
                </a:lnTo>
                <a:lnTo>
                  <a:pt x="192" y="289"/>
                </a:lnTo>
                <a:lnTo>
                  <a:pt x="186" y="289"/>
                </a:lnTo>
                <a:lnTo>
                  <a:pt x="180" y="290"/>
                </a:lnTo>
                <a:lnTo>
                  <a:pt x="175" y="289"/>
                </a:lnTo>
                <a:lnTo>
                  <a:pt x="169" y="289"/>
                </a:lnTo>
                <a:lnTo>
                  <a:pt x="163" y="289"/>
                </a:lnTo>
                <a:lnTo>
                  <a:pt x="158" y="288"/>
                </a:lnTo>
                <a:lnTo>
                  <a:pt x="152" y="288"/>
                </a:lnTo>
                <a:lnTo>
                  <a:pt x="147" y="287"/>
                </a:lnTo>
                <a:lnTo>
                  <a:pt x="141" y="286"/>
                </a:lnTo>
                <a:lnTo>
                  <a:pt x="136" y="285"/>
                </a:lnTo>
                <a:lnTo>
                  <a:pt x="130" y="284"/>
                </a:lnTo>
                <a:lnTo>
                  <a:pt x="125" y="282"/>
                </a:lnTo>
                <a:lnTo>
                  <a:pt x="119" y="281"/>
                </a:lnTo>
                <a:lnTo>
                  <a:pt x="114" y="279"/>
                </a:lnTo>
                <a:lnTo>
                  <a:pt x="109" y="278"/>
                </a:lnTo>
                <a:lnTo>
                  <a:pt x="104" y="276"/>
                </a:lnTo>
                <a:lnTo>
                  <a:pt x="99" y="274"/>
                </a:lnTo>
                <a:lnTo>
                  <a:pt x="94" y="272"/>
                </a:lnTo>
                <a:lnTo>
                  <a:pt x="89" y="269"/>
                </a:lnTo>
                <a:lnTo>
                  <a:pt x="84" y="267"/>
                </a:lnTo>
                <a:lnTo>
                  <a:pt x="79" y="265"/>
                </a:lnTo>
                <a:lnTo>
                  <a:pt x="75" y="262"/>
                </a:lnTo>
                <a:lnTo>
                  <a:pt x="70" y="259"/>
                </a:lnTo>
                <a:lnTo>
                  <a:pt x="66" y="256"/>
                </a:lnTo>
                <a:lnTo>
                  <a:pt x="61" y="253"/>
                </a:lnTo>
                <a:lnTo>
                  <a:pt x="57" y="250"/>
                </a:lnTo>
                <a:lnTo>
                  <a:pt x="53" y="247"/>
                </a:lnTo>
                <a:lnTo>
                  <a:pt x="49" y="244"/>
                </a:lnTo>
                <a:lnTo>
                  <a:pt x="45" y="241"/>
                </a:lnTo>
                <a:lnTo>
                  <a:pt x="42" y="237"/>
                </a:lnTo>
                <a:lnTo>
                  <a:pt x="38" y="234"/>
                </a:lnTo>
                <a:lnTo>
                  <a:pt x="35" y="230"/>
                </a:lnTo>
                <a:lnTo>
                  <a:pt x="32" y="226"/>
                </a:lnTo>
                <a:lnTo>
                  <a:pt x="28" y="222"/>
                </a:lnTo>
                <a:lnTo>
                  <a:pt x="25" y="219"/>
                </a:lnTo>
                <a:lnTo>
                  <a:pt x="23" y="215"/>
                </a:lnTo>
                <a:lnTo>
                  <a:pt x="20" y="211"/>
                </a:lnTo>
                <a:lnTo>
                  <a:pt x="18" y="207"/>
                </a:lnTo>
                <a:lnTo>
                  <a:pt x="15" y="202"/>
                </a:lnTo>
                <a:lnTo>
                  <a:pt x="13" y="198"/>
                </a:lnTo>
                <a:lnTo>
                  <a:pt x="11" y="194"/>
                </a:lnTo>
                <a:lnTo>
                  <a:pt x="9" y="190"/>
                </a:lnTo>
                <a:lnTo>
                  <a:pt x="8" y="185"/>
                </a:lnTo>
                <a:lnTo>
                  <a:pt x="6" y="181"/>
                </a:lnTo>
                <a:lnTo>
                  <a:pt x="5" y="177"/>
                </a:lnTo>
                <a:lnTo>
                  <a:pt x="4" y="172"/>
                </a:lnTo>
                <a:lnTo>
                  <a:pt x="3" y="168"/>
                </a:lnTo>
                <a:lnTo>
                  <a:pt x="2" y="163"/>
                </a:lnTo>
                <a:lnTo>
                  <a:pt x="1" y="159"/>
                </a:lnTo>
                <a:lnTo>
                  <a:pt x="1" y="154"/>
                </a:lnTo>
                <a:lnTo>
                  <a:pt x="1" y="150"/>
                </a:lnTo>
                <a:lnTo>
                  <a:pt x="0" y="145"/>
                </a:lnTo>
                <a:lnTo>
                  <a:pt x="1" y="141"/>
                </a:lnTo>
                <a:lnTo>
                  <a:pt x="1" y="136"/>
                </a:lnTo>
                <a:lnTo>
                  <a:pt x="1" y="131"/>
                </a:lnTo>
                <a:lnTo>
                  <a:pt x="2" y="127"/>
                </a:lnTo>
                <a:lnTo>
                  <a:pt x="3" y="122"/>
                </a:lnTo>
                <a:lnTo>
                  <a:pt x="4" y="118"/>
                </a:lnTo>
                <a:lnTo>
                  <a:pt x="5" y="114"/>
                </a:lnTo>
                <a:lnTo>
                  <a:pt x="6" y="109"/>
                </a:lnTo>
                <a:lnTo>
                  <a:pt x="8" y="105"/>
                </a:lnTo>
                <a:lnTo>
                  <a:pt x="9" y="100"/>
                </a:lnTo>
                <a:lnTo>
                  <a:pt x="11" y="96"/>
                </a:lnTo>
                <a:lnTo>
                  <a:pt x="13" y="92"/>
                </a:lnTo>
                <a:lnTo>
                  <a:pt x="15" y="88"/>
                </a:lnTo>
                <a:lnTo>
                  <a:pt x="18" y="84"/>
                </a:lnTo>
                <a:lnTo>
                  <a:pt x="20" y="79"/>
                </a:lnTo>
                <a:lnTo>
                  <a:pt x="23" y="75"/>
                </a:lnTo>
                <a:lnTo>
                  <a:pt x="25" y="72"/>
                </a:lnTo>
                <a:lnTo>
                  <a:pt x="28" y="68"/>
                </a:lnTo>
                <a:lnTo>
                  <a:pt x="32" y="64"/>
                </a:lnTo>
                <a:lnTo>
                  <a:pt x="35" y="60"/>
                </a:lnTo>
                <a:lnTo>
                  <a:pt x="38" y="56"/>
                </a:lnTo>
                <a:lnTo>
                  <a:pt x="42" y="52"/>
                </a:lnTo>
                <a:lnTo>
                  <a:pt x="45" y="49"/>
                </a:lnTo>
                <a:lnTo>
                  <a:pt x="49" y="45"/>
                </a:lnTo>
                <a:lnTo>
                  <a:pt x="53" y="42"/>
                </a:lnTo>
                <a:lnTo>
                  <a:pt x="57" y="39"/>
                </a:lnTo>
                <a:lnTo>
                  <a:pt x="61" y="36"/>
                </a:lnTo>
                <a:lnTo>
                  <a:pt x="66" y="33"/>
                </a:lnTo>
                <a:lnTo>
                  <a:pt x="70" y="30"/>
                </a:lnTo>
                <a:lnTo>
                  <a:pt x="75" y="27"/>
                </a:lnTo>
                <a:lnTo>
                  <a:pt x="79" y="25"/>
                </a:lnTo>
                <a:lnTo>
                  <a:pt x="84" y="22"/>
                </a:lnTo>
                <a:lnTo>
                  <a:pt x="89" y="20"/>
                </a:lnTo>
                <a:lnTo>
                  <a:pt x="94" y="17"/>
                </a:lnTo>
                <a:lnTo>
                  <a:pt x="99" y="15"/>
                </a:lnTo>
                <a:lnTo>
                  <a:pt x="104" y="13"/>
                </a:lnTo>
                <a:lnTo>
                  <a:pt x="109" y="11"/>
                </a:lnTo>
                <a:lnTo>
                  <a:pt x="114" y="10"/>
                </a:lnTo>
                <a:lnTo>
                  <a:pt x="119" y="8"/>
                </a:lnTo>
                <a:lnTo>
                  <a:pt x="125" y="7"/>
                </a:lnTo>
                <a:lnTo>
                  <a:pt x="130" y="5"/>
                </a:lnTo>
                <a:lnTo>
                  <a:pt x="136" y="4"/>
                </a:lnTo>
                <a:lnTo>
                  <a:pt x="141" y="3"/>
                </a:lnTo>
                <a:lnTo>
                  <a:pt x="147" y="2"/>
                </a:lnTo>
                <a:lnTo>
                  <a:pt x="152" y="1"/>
                </a:lnTo>
                <a:lnTo>
                  <a:pt x="158" y="1"/>
                </a:lnTo>
                <a:lnTo>
                  <a:pt x="163" y="0"/>
                </a:lnTo>
                <a:lnTo>
                  <a:pt x="169" y="0"/>
                </a:lnTo>
                <a:lnTo>
                  <a:pt x="175" y="0"/>
                </a:lnTo>
                <a:lnTo>
                  <a:pt x="180" y="0"/>
                </a:lnTo>
                <a:lnTo>
                  <a:pt x="186" y="0"/>
                </a:lnTo>
                <a:lnTo>
                  <a:pt x="192" y="0"/>
                </a:lnTo>
                <a:lnTo>
                  <a:pt x="197" y="0"/>
                </a:lnTo>
                <a:lnTo>
                  <a:pt x="203" y="1"/>
                </a:lnTo>
                <a:lnTo>
                  <a:pt x="208" y="1"/>
                </a:lnTo>
                <a:lnTo>
                  <a:pt x="214" y="2"/>
                </a:lnTo>
                <a:lnTo>
                  <a:pt x="220" y="3"/>
                </a:lnTo>
                <a:lnTo>
                  <a:pt x="225" y="4"/>
                </a:lnTo>
                <a:lnTo>
                  <a:pt x="231" y="5"/>
                </a:lnTo>
                <a:lnTo>
                  <a:pt x="236" y="7"/>
                </a:lnTo>
                <a:lnTo>
                  <a:pt x="241" y="8"/>
                </a:lnTo>
                <a:lnTo>
                  <a:pt x="247" y="10"/>
                </a:lnTo>
                <a:lnTo>
                  <a:pt x="252" y="11"/>
                </a:lnTo>
                <a:lnTo>
                  <a:pt x="257" y="13"/>
                </a:lnTo>
                <a:lnTo>
                  <a:pt x="262" y="15"/>
                </a:lnTo>
                <a:lnTo>
                  <a:pt x="267" y="17"/>
                </a:lnTo>
                <a:lnTo>
                  <a:pt x="272" y="20"/>
                </a:lnTo>
                <a:lnTo>
                  <a:pt x="277" y="22"/>
                </a:lnTo>
                <a:lnTo>
                  <a:pt x="281" y="25"/>
                </a:lnTo>
                <a:lnTo>
                  <a:pt x="286" y="27"/>
                </a:lnTo>
                <a:lnTo>
                  <a:pt x="291" y="30"/>
                </a:lnTo>
                <a:lnTo>
                  <a:pt x="295" y="33"/>
                </a:lnTo>
                <a:lnTo>
                  <a:pt x="299" y="36"/>
                </a:lnTo>
                <a:lnTo>
                  <a:pt x="304" y="39"/>
                </a:lnTo>
                <a:lnTo>
                  <a:pt x="308" y="42"/>
                </a:lnTo>
                <a:lnTo>
                  <a:pt x="312" y="45"/>
                </a:lnTo>
                <a:lnTo>
                  <a:pt x="316" y="49"/>
                </a:lnTo>
                <a:lnTo>
                  <a:pt x="320" y="52"/>
                </a:lnTo>
                <a:lnTo>
                  <a:pt x="324" y="56"/>
                </a:lnTo>
                <a:lnTo>
                  <a:pt x="327" y="60"/>
                </a:lnTo>
                <a:lnTo>
                  <a:pt x="330" y="64"/>
                </a:lnTo>
                <a:lnTo>
                  <a:pt x="333" y="68"/>
                </a:lnTo>
                <a:lnTo>
                  <a:pt x="336" y="72"/>
                </a:lnTo>
                <a:lnTo>
                  <a:pt x="339" y="75"/>
                </a:lnTo>
                <a:lnTo>
                  <a:pt x="342" y="79"/>
                </a:lnTo>
                <a:lnTo>
                  <a:pt x="344" y="84"/>
                </a:lnTo>
                <a:lnTo>
                  <a:pt x="346" y="88"/>
                </a:lnTo>
                <a:lnTo>
                  <a:pt x="349" y="92"/>
                </a:lnTo>
                <a:lnTo>
                  <a:pt x="351" y="96"/>
                </a:lnTo>
                <a:lnTo>
                  <a:pt x="352" y="100"/>
                </a:lnTo>
                <a:lnTo>
                  <a:pt x="354" y="105"/>
                </a:lnTo>
                <a:lnTo>
                  <a:pt x="356" y="109"/>
                </a:lnTo>
                <a:lnTo>
                  <a:pt x="357" y="114"/>
                </a:lnTo>
                <a:lnTo>
                  <a:pt x="358" y="118"/>
                </a:lnTo>
                <a:lnTo>
                  <a:pt x="359" y="122"/>
                </a:lnTo>
                <a:lnTo>
                  <a:pt x="360" y="127"/>
                </a:lnTo>
                <a:lnTo>
                  <a:pt x="360" y="131"/>
                </a:lnTo>
                <a:lnTo>
                  <a:pt x="361" y="136"/>
                </a:lnTo>
                <a:lnTo>
                  <a:pt x="361" y="141"/>
                </a:lnTo>
                <a:lnTo>
                  <a:pt x="361" y="145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9" name=""/>
          <p:cNvSpPr/>
          <p:nvPr/>
        </p:nvSpPr>
        <p:spPr>
          <a:xfrm>
            <a:off x="2790720" y="1789920"/>
            <a:ext cx="138240" cy="111240"/>
          </a:xfrm>
          <a:custGeom>
            <a:avLst/>
            <a:gdLst/>
            <a:ahLst/>
            <a:rect l="0" t="0" r="r" b="b"/>
            <a:pathLst>
              <a:path w="384" h="309">
                <a:moveTo>
                  <a:pt x="372" y="155"/>
                </a:moveTo>
                <a:lnTo>
                  <a:pt x="372" y="151"/>
                </a:lnTo>
                <a:lnTo>
                  <a:pt x="372" y="146"/>
                </a:lnTo>
                <a:lnTo>
                  <a:pt x="371" y="141"/>
                </a:lnTo>
                <a:lnTo>
                  <a:pt x="371" y="137"/>
                </a:lnTo>
                <a:lnTo>
                  <a:pt x="370" y="132"/>
                </a:lnTo>
                <a:lnTo>
                  <a:pt x="369" y="128"/>
                </a:lnTo>
                <a:lnTo>
                  <a:pt x="368" y="124"/>
                </a:lnTo>
                <a:lnTo>
                  <a:pt x="367" y="119"/>
                </a:lnTo>
                <a:lnTo>
                  <a:pt x="365" y="115"/>
                </a:lnTo>
                <a:lnTo>
                  <a:pt x="363" y="110"/>
                </a:lnTo>
                <a:lnTo>
                  <a:pt x="362" y="106"/>
                </a:lnTo>
                <a:lnTo>
                  <a:pt x="360" y="102"/>
                </a:lnTo>
                <a:lnTo>
                  <a:pt x="357" y="98"/>
                </a:lnTo>
                <a:lnTo>
                  <a:pt x="355" y="93"/>
                </a:lnTo>
                <a:lnTo>
                  <a:pt x="353" y="88"/>
                </a:lnTo>
                <a:lnTo>
                  <a:pt x="350" y="84"/>
                </a:lnTo>
                <a:lnTo>
                  <a:pt x="347" y="81"/>
                </a:lnTo>
                <a:lnTo>
                  <a:pt x="344" y="77"/>
                </a:lnTo>
                <a:lnTo>
                  <a:pt x="341" y="73"/>
                </a:lnTo>
                <a:lnTo>
                  <a:pt x="338" y="69"/>
                </a:lnTo>
                <a:lnTo>
                  <a:pt x="335" y="66"/>
                </a:lnTo>
                <a:lnTo>
                  <a:pt x="331" y="62"/>
                </a:lnTo>
                <a:lnTo>
                  <a:pt x="327" y="59"/>
                </a:lnTo>
                <a:lnTo>
                  <a:pt x="324" y="55"/>
                </a:lnTo>
                <a:lnTo>
                  <a:pt x="320" y="52"/>
                </a:lnTo>
                <a:lnTo>
                  <a:pt x="316" y="49"/>
                </a:lnTo>
                <a:lnTo>
                  <a:pt x="311" y="46"/>
                </a:lnTo>
                <a:lnTo>
                  <a:pt x="307" y="43"/>
                </a:lnTo>
                <a:lnTo>
                  <a:pt x="303" y="40"/>
                </a:lnTo>
                <a:lnTo>
                  <a:pt x="298" y="37"/>
                </a:lnTo>
                <a:lnTo>
                  <a:pt x="293" y="35"/>
                </a:lnTo>
                <a:lnTo>
                  <a:pt x="289" y="32"/>
                </a:lnTo>
                <a:lnTo>
                  <a:pt x="284" y="30"/>
                </a:lnTo>
                <a:lnTo>
                  <a:pt x="279" y="27"/>
                </a:lnTo>
                <a:lnTo>
                  <a:pt x="274" y="25"/>
                </a:lnTo>
                <a:lnTo>
                  <a:pt x="269" y="23"/>
                </a:lnTo>
                <a:lnTo>
                  <a:pt x="264" y="21"/>
                </a:lnTo>
                <a:lnTo>
                  <a:pt x="259" y="20"/>
                </a:lnTo>
                <a:lnTo>
                  <a:pt x="253" y="18"/>
                </a:lnTo>
                <a:lnTo>
                  <a:pt x="248" y="17"/>
                </a:lnTo>
                <a:lnTo>
                  <a:pt x="243" y="15"/>
                </a:lnTo>
                <a:lnTo>
                  <a:pt x="237" y="14"/>
                </a:lnTo>
                <a:lnTo>
                  <a:pt x="232" y="13"/>
                </a:lnTo>
                <a:lnTo>
                  <a:pt x="226" y="12"/>
                </a:lnTo>
                <a:lnTo>
                  <a:pt x="220" y="11"/>
                </a:lnTo>
                <a:lnTo>
                  <a:pt x="215" y="11"/>
                </a:lnTo>
                <a:lnTo>
                  <a:pt x="209" y="10"/>
                </a:lnTo>
                <a:lnTo>
                  <a:pt x="204" y="10"/>
                </a:lnTo>
                <a:lnTo>
                  <a:pt x="198" y="10"/>
                </a:lnTo>
                <a:lnTo>
                  <a:pt x="192" y="10"/>
                </a:lnTo>
                <a:lnTo>
                  <a:pt x="187" y="10"/>
                </a:lnTo>
                <a:lnTo>
                  <a:pt x="181" y="10"/>
                </a:lnTo>
                <a:lnTo>
                  <a:pt x="175" y="10"/>
                </a:lnTo>
                <a:lnTo>
                  <a:pt x="170" y="11"/>
                </a:lnTo>
                <a:lnTo>
                  <a:pt x="164" y="11"/>
                </a:lnTo>
                <a:lnTo>
                  <a:pt x="159" y="12"/>
                </a:lnTo>
                <a:lnTo>
                  <a:pt x="153" y="13"/>
                </a:lnTo>
                <a:lnTo>
                  <a:pt x="148" y="14"/>
                </a:lnTo>
                <a:lnTo>
                  <a:pt x="142" y="15"/>
                </a:lnTo>
                <a:lnTo>
                  <a:pt x="137" y="17"/>
                </a:lnTo>
                <a:lnTo>
                  <a:pt x="131" y="18"/>
                </a:lnTo>
                <a:lnTo>
                  <a:pt x="126" y="20"/>
                </a:lnTo>
                <a:lnTo>
                  <a:pt x="121" y="21"/>
                </a:lnTo>
                <a:lnTo>
                  <a:pt x="116" y="23"/>
                </a:lnTo>
                <a:lnTo>
                  <a:pt x="111" y="25"/>
                </a:lnTo>
                <a:lnTo>
                  <a:pt x="106" y="27"/>
                </a:lnTo>
                <a:lnTo>
                  <a:pt x="101" y="30"/>
                </a:lnTo>
                <a:lnTo>
                  <a:pt x="96" y="32"/>
                </a:lnTo>
                <a:lnTo>
                  <a:pt x="91" y="35"/>
                </a:lnTo>
                <a:lnTo>
                  <a:pt x="87" y="37"/>
                </a:lnTo>
                <a:lnTo>
                  <a:pt x="82" y="40"/>
                </a:lnTo>
                <a:lnTo>
                  <a:pt x="77" y="43"/>
                </a:lnTo>
                <a:lnTo>
                  <a:pt x="72" y="46"/>
                </a:lnTo>
                <a:lnTo>
                  <a:pt x="68" y="49"/>
                </a:lnTo>
                <a:lnTo>
                  <a:pt x="64" y="52"/>
                </a:lnTo>
                <a:lnTo>
                  <a:pt x="60" y="55"/>
                </a:lnTo>
                <a:lnTo>
                  <a:pt x="56" y="59"/>
                </a:lnTo>
                <a:lnTo>
                  <a:pt x="53" y="62"/>
                </a:lnTo>
                <a:lnTo>
                  <a:pt x="49" y="66"/>
                </a:lnTo>
                <a:lnTo>
                  <a:pt x="46" y="69"/>
                </a:lnTo>
                <a:lnTo>
                  <a:pt x="43" y="73"/>
                </a:lnTo>
                <a:lnTo>
                  <a:pt x="39" y="77"/>
                </a:lnTo>
                <a:lnTo>
                  <a:pt x="36" y="81"/>
                </a:lnTo>
                <a:lnTo>
                  <a:pt x="34" y="84"/>
                </a:lnTo>
                <a:lnTo>
                  <a:pt x="31" y="88"/>
                </a:lnTo>
                <a:lnTo>
                  <a:pt x="29" y="93"/>
                </a:lnTo>
                <a:lnTo>
                  <a:pt x="26" y="98"/>
                </a:lnTo>
                <a:lnTo>
                  <a:pt x="24" y="102"/>
                </a:lnTo>
                <a:lnTo>
                  <a:pt x="22" y="106"/>
                </a:lnTo>
                <a:lnTo>
                  <a:pt x="20" y="110"/>
                </a:lnTo>
                <a:lnTo>
                  <a:pt x="19" y="115"/>
                </a:lnTo>
                <a:lnTo>
                  <a:pt x="17" y="119"/>
                </a:lnTo>
                <a:lnTo>
                  <a:pt x="16" y="124"/>
                </a:lnTo>
                <a:lnTo>
                  <a:pt x="15" y="128"/>
                </a:lnTo>
                <a:lnTo>
                  <a:pt x="14" y="132"/>
                </a:lnTo>
                <a:lnTo>
                  <a:pt x="13" y="137"/>
                </a:lnTo>
                <a:lnTo>
                  <a:pt x="12" y="141"/>
                </a:lnTo>
                <a:lnTo>
                  <a:pt x="12" y="146"/>
                </a:lnTo>
                <a:lnTo>
                  <a:pt x="12" y="151"/>
                </a:lnTo>
                <a:lnTo>
                  <a:pt x="11" y="155"/>
                </a:lnTo>
                <a:lnTo>
                  <a:pt x="12" y="160"/>
                </a:lnTo>
                <a:lnTo>
                  <a:pt x="12" y="164"/>
                </a:lnTo>
                <a:lnTo>
                  <a:pt x="12" y="169"/>
                </a:lnTo>
                <a:lnTo>
                  <a:pt x="13" y="173"/>
                </a:lnTo>
                <a:lnTo>
                  <a:pt x="14" y="178"/>
                </a:lnTo>
                <a:lnTo>
                  <a:pt x="15" y="182"/>
                </a:lnTo>
                <a:lnTo>
                  <a:pt x="16" y="187"/>
                </a:lnTo>
                <a:lnTo>
                  <a:pt x="17" y="191"/>
                </a:lnTo>
                <a:lnTo>
                  <a:pt x="19" y="195"/>
                </a:lnTo>
                <a:lnTo>
                  <a:pt x="20" y="200"/>
                </a:lnTo>
                <a:lnTo>
                  <a:pt x="22" y="204"/>
                </a:lnTo>
                <a:lnTo>
                  <a:pt x="24" y="208"/>
                </a:lnTo>
                <a:lnTo>
                  <a:pt x="26" y="212"/>
                </a:lnTo>
                <a:lnTo>
                  <a:pt x="29" y="217"/>
                </a:lnTo>
                <a:lnTo>
                  <a:pt x="31" y="221"/>
                </a:lnTo>
                <a:lnTo>
                  <a:pt x="34" y="225"/>
                </a:lnTo>
                <a:lnTo>
                  <a:pt x="36" y="229"/>
                </a:lnTo>
                <a:lnTo>
                  <a:pt x="39" y="232"/>
                </a:lnTo>
                <a:lnTo>
                  <a:pt x="43" y="236"/>
                </a:lnTo>
                <a:lnTo>
                  <a:pt x="46" y="240"/>
                </a:lnTo>
                <a:lnTo>
                  <a:pt x="49" y="244"/>
                </a:lnTo>
                <a:lnTo>
                  <a:pt x="53" y="247"/>
                </a:lnTo>
                <a:lnTo>
                  <a:pt x="56" y="251"/>
                </a:lnTo>
                <a:lnTo>
                  <a:pt x="60" y="254"/>
                </a:lnTo>
                <a:lnTo>
                  <a:pt x="64" y="257"/>
                </a:lnTo>
                <a:lnTo>
                  <a:pt x="68" y="260"/>
                </a:lnTo>
                <a:lnTo>
                  <a:pt x="72" y="263"/>
                </a:lnTo>
                <a:lnTo>
                  <a:pt x="77" y="266"/>
                </a:lnTo>
                <a:lnTo>
                  <a:pt x="82" y="269"/>
                </a:lnTo>
                <a:lnTo>
                  <a:pt x="87" y="272"/>
                </a:lnTo>
                <a:lnTo>
                  <a:pt x="91" y="275"/>
                </a:lnTo>
                <a:lnTo>
                  <a:pt x="96" y="277"/>
                </a:lnTo>
                <a:lnTo>
                  <a:pt x="101" y="279"/>
                </a:lnTo>
                <a:lnTo>
                  <a:pt x="106" y="282"/>
                </a:lnTo>
                <a:lnTo>
                  <a:pt x="111" y="284"/>
                </a:lnTo>
                <a:lnTo>
                  <a:pt x="116" y="286"/>
                </a:lnTo>
                <a:lnTo>
                  <a:pt x="121" y="288"/>
                </a:lnTo>
                <a:lnTo>
                  <a:pt x="126" y="289"/>
                </a:lnTo>
                <a:lnTo>
                  <a:pt x="131" y="291"/>
                </a:lnTo>
                <a:lnTo>
                  <a:pt x="137" y="292"/>
                </a:lnTo>
                <a:lnTo>
                  <a:pt x="142" y="294"/>
                </a:lnTo>
                <a:lnTo>
                  <a:pt x="148" y="295"/>
                </a:lnTo>
                <a:lnTo>
                  <a:pt x="153" y="296"/>
                </a:lnTo>
                <a:lnTo>
                  <a:pt x="159" y="297"/>
                </a:lnTo>
                <a:lnTo>
                  <a:pt x="164" y="298"/>
                </a:lnTo>
                <a:lnTo>
                  <a:pt x="170" y="298"/>
                </a:lnTo>
                <a:lnTo>
                  <a:pt x="175" y="299"/>
                </a:lnTo>
                <a:lnTo>
                  <a:pt x="181" y="299"/>
                </a:lnTo>
                <a:lnTo>
                  <a:pt x="187" y="299"/>
                </a:lnTo>
                <a:lnTo>
                  <a:pt x="192" y="300"/>
                </a:lnTo>
                <a:lnTo>
                  <a:pt x="198" y="299"/>
                </a:lnTo>
                <a:lnTo>
                  <a:pt x="204" y="299"/>
                </a:lnTo>
                <a:lnTo>
                  <a:pt x="209" y="299"/>
                </a:lnTo>
                <a:lnTo>
                  <a:pt x="215" y="298"/>
                </a:lnTo>
                <a:lnTo>
                  <a:pt x="220" y="298"/>
                </a:lnTo>
                <a:lnTo>
                  <a:pt x="226" y="297"/>
                </a:lnTo>
                <a:lnTo>
                  <a:pt x="232" y="296"/>
                </a:lnTo>
                <a:lnTo>
                  <a:pt x="237" y="295"/>
                </a:lnTo>
                <a:lnTo>
                  <a:pt x="243" y="294"/>
                </a:lnTo>
                <a:lnTo>
                  <a:pt x="248" y="292"/>
                </a:lnTo>
                <a:lnTo>
                  <a:pt x="253" y="291"/>
                </a:lnTo>
                <a:lnTo>
                  <a:pt x="259" y="289"/>
                </a:lnTo>
                <a:lnTo>
                  <a:pt x="264" y="288"/>
                </a:lnTo>
                <a:lnTo>
                  <a:pt x="269" y="286"/>
                </a:lnTo>
                <a:lnTo>
                  <a:pt x="274" y="284"/>
                </a:lnTo>
                <a:lnTo>
                  <a:pt x="279" y="282"/>
                </a:lnTo>
                <a:lnTo>
                  <a:pt x="284" y="279"/>
                </a:lnTo>
                <a:lnTo>
                  <a:pt x="289" y="277"/>
                </a:lnTo>
                <a:lnTo>
                  <a:pt x="293" y="275"/>
                </a:lnTo>
                <a:lnTo>
                  <a:pt x="298" y="272"/>
                </a:lnTo>
                <a:lnTo>
                  <a:pt x="303" y="269"/>
                </a:lnTo>
                <a:lnTo>
                  <a:pt x="307" y="266"/>
                </a:lnTo>
                <a:lnTo>
                  <a:pt x="311" y="263"/>
                </a:lnTo>
                <a:lnTo>
                  <a:pt x="316" y="260"/>
                </a:lnTo>
                <a:lnTo>
                  <a:pt x="320" y="257"/>
                </a:lnTo>
                <a:lnTo>
                  <a:pt x="324" y="254"/>
                </a:lnTo>
                <a:lnTo>
                  <a:pt x="327" y="251"/>
                </a:lnTo>
                <a:lnTo>
                  <a:pt x="331" y="247"/>
                </a:lnTo>
                <a:lnTo>
                  <a:pt x="335" y="244"/>
                </a:lnTo>
                <a:lnTo>
                  <a:pt x="338" y="240"/>
                </a:lnTo>
                <a:lnTo>
                  <a:pt x="341" y="236"/>
                </a:lnTo>
                <a:lnTo>
                  <a:pt x="344" y="232"/>
                </a:lnTo>
                <a:lnTo>
                  <a:pt x="347" y="229"/>
                </a:lnTo>
                <a:lnTo>
                  <a:pt x="350" y="225"/>
                </a:lnTo>
                <a:lnTo>
                  <a:pt x="353" y="221"/>
                </a:lnTo>
                <a:lnTo>
                  <a:pt x="355" y="217"/>
                </a:lnTo>
                <a:lnTo>
                  <a:pt x="357" y="212"/>
                </a:lnTo>
                <a:lnTo>
                  <a:pt x="360" y="208"/>
                </a:lnTo>
                <a:lnTo>
                  <a:pt x="362" y="204"/>
                </a:lnTo>
                <a:lnTo>
                  <a:pt x="363" y="200"/>
                </a:lnTo>
                <a:lnTo>
                  <a:pt x="365" y="195"/>
                </a:lnTo>
                <a:lnTo>
                  <a:pt x="367" y="191"/>
                </a:lnTo>
                <a:lnTo>
                  <a:pt x="368" y="187"/>
                </a:lnTo>
                <a:lnTo>
                  <a:pt x="369" y="182"/>
                </a:lnTo>
                <a:lnTo>
                  <a:pt x="370" y="178"/>
                </a:lnTo>
                <a:lnTo>
                  <a:pt x="371" y="173"/>
                </a:lnTo>
                <a:lnTo>
                  <a:pt x="371" y="169"/>
                </a:lnTo>
                <a:lnTo>
                  <a:pt x="372" y="164"/>
                </a:lnTo>
                <a:lnTo>
                  <a:pt x="372" y="160"/>
                </a:lnTo>
                <a:lnTo>
                  <a:pt x="372" y="155"/>
                </a:lnTo>
                <a:moveTo>
                  <a:pt x="384" y="155"/>
                </a:moveTo>
                <a:lnTo>
                  <a:pt x="384" y="160"/>
                </a:lnTo>
                <a:lnTo>
                  <a:pt x="383" y="165"/>
                </a:lnTo>
                <a:lnTo>
                  <a:pt x="383" y="170"/>
                </a:lnTo>
                <a:lnTo>
                  <a:pt x="382" y="174"/>
                </a:lnTo>
                <a:lnTo>
                  <a:pt x="381" y="179"/>
                </a:lnTo>
                <a:lnTo>
                  <a:pt x="380" y="184"/>
                </a:lnTo>
                <a:lnTo>
                  <a:pt x="379" y="189"/>
                </a:lnTo>
                <a:lnTo>
                  <a:pt x="378" y="193"/>
                </a:lnTo>
                <a:lnTo>
                  <a:pt x="376" y="198"/>
                </a:lnTo>
                <a:lnTo>
                  <a:pt x="374" y="203"/>
                </a:lnTo>
                <a:lnTo>
                  <a:pt x="372" y="207"/>
                </a:lnTo>
                <a:lnTo>
                  <a:pt x="370" y="212"/>
                </a:lnTo>
                <a:lnTo>
                  <a:pt x="368" y="216"/>
                </a:lnTo>
                <a:lnTo>
                  <a:pt x="366" y="221"/>
                </a:lnTo>
                <a:lnTo>
                  <a:pt x="363" y="225"/>
                </a:lnTo>
                <a:lnTo>
                  <a:pt x="360" y="229"/>
                </a:lnTo>
                <a:lnTo>
                  <a:pt x="357" y="233"/>
                </a:lnTo>
                <a:lnTo>
                  <a:pt x="354" y="237"/>
                </a:lnTo>
                <a:lnTo>
                  <a:pt x="351" y="241"/>
                </a:lnTo>
                <a:lnTo>
                  <a:pt x="347" y="245"/>
                </a:lnTo>
                <a:lnTo>
                  <a:pt x="344" y="249"/>
                </a:lnTo>
                <a:lnTo>
                  <a:pt x="340" y="253"/>
                </a:lnTo>
                <a:lnTo>
                  <a:pt x="336" y="257"/>
                </a:lnTo>
                <a:lnTo>
                  <a:pt x="332" y="260"/>
                </a:lnTo>
                <a:lnTo>
                  <a:pt x="328" y="264"/>
                </a:lnTo>
                <a:lnTo>
                  <a:pt x="323" y="267"/>
                </a:lnTo>
                <a:lnTo>
                  <a:pt x="319" y="270"/>
                </a:lnTo>
                <a:lnTo>
                  <a:pt x="314" y="274"/>
                </a:lnTo>
                <a:lnTo>
                  <a:pt x="310" y="277"/>
                </a:lnTo>
                <a:lnTo>
                  <a:pt x="305" y="279"/>
                </a:lnTo>
                <a:lnTo>
                  <a:pt x="300" y="282"/>
                </a:lnTo>
                <a:lnTo>
                  <a:pt x="295" y="285"/>
                </a:lnTo>
                <a:lnTo>
                  <a:pt x="290" y="287"/>
                </a:lnTo>
                <a:lnTo>
                  <a:pt x="285" y="290"/>
                </a:lnTo>
                <a:lnTo>
                  <a:pt x="279" y="292"/>
                </a:lnTo>
                <a:lnTo>
                  <a:pt x="274" y="294"/>
                </a:lnTo>
                <a:lnTo>
                  <a:pt x="268" y="296"/>
                </a:lnTo>
                <a:lnTo>
                  <a:pt x="263" y="298"/>
                </a:lnTo>
                <a:lnTo>
                  <a:pt x="257" y="300"/>
                </a:lnTo>
                <a:lnTo>
                  <a:pt x="252" y="301"/>
                </a:lnTo>
                <a:lnTo>
                  <a:pt x="246" y="303"/>
                </a:lnTo>
                <a:lnTo>
                  <a:pt x="240" y="304"/>
                </a:lnTo>
                <a:lnTo>
                  <a:pt x="234" y="305"/>
                </a:lnTo>
                <a:lnTo>
                  <a:pt x="228" y="306"/>
                </a:lnTo>
                <a:lnTo>
                  <a:pt x="222" y="307"/>
                </a:lnTo>
                <a:lnTo>
                  <a:pt x="216" y="308"/>
                </a:lnTo>
                <a:lnTo>
                  <a:pt x="210" y="308"/>
                </a:lnTo>
                <a:lnTo>
                  <a:pt x="204" y="308"/>
                </a:lnTo>
                <a:lnTo>
                  <a:pt x="198" y="309"/>
                </a:lnTo>
                <a:lnTo>
                  <a:pt x="192" y="309"/>
                </a:lnTo>
                <a:lnTo>
                  <a:pt x="186" y="309"/>
                </a:lnTo>
                <a:lnTo>
                  <a:pt x="180" y="308"/>
                </a:lnTo>
                <a:lnTo>
                  <a:pt x="174" y="308"/>
                </a:lnTo>
                <a:lnTo>
                  <a:pt x="168" y="308"/>
                </a:lnTo>
                <a:lnTo>
                  <a:pt x="162" y="307"/>
                </a:lnTo>
                <a:lnTo>
                  <a:pt x="156" y="306"/>
                </a:lnTo>
                <a:lnTo>
                  <a:pt x="151" y="305"/>
                </a:lnTo>
                <a:lnTo>
                  <a:pt x="145" y="304"/>
                </a:lnTo>
                <a:lnTo>
                  <a:pt x="139" y="303"/>
                </a:lnTo>
                <a:lnTo>
                  <a:pt x="133" y="301"/>
                </a:lnTo>
                <a:lnTo>
                  <a:pt x="127" y="300"/>
                </a:lnTo>
                <a:lnTo>
                  <a:pt x="122" y="298"/>
                </a:lnTo>
                <a:lnTo>
                  <a:pt x="116" y="296"/>
                </a:lnTo>
                <a:lnTo>
                  <a:pt x="111" y="294"/>
                </a:lnTo>
                <a:lnTo>
                  <a:pt x="105" y="292"/>
                </a:lnTo>
                <a:lnTo>
                  <a:pt x="100" y="290"/>
                </a:lnTo>
                <a:lnTo>
                  <a:pt x="95" y="287"/>
                </a:lnTo>
                <a:lnTo>
                  <a:pt x="90" y="285"/>
                </a:lnTo>
                <a:lnTo>
                  <a:pt x="85" y="282"/>
                </a:lnTo>
                <a:lnTo>
                  <a:pt x="80" y="279"/>
                </a:lnTo>
                <a:lnTo>
                  <a:pt x="74" y="277"/>
                </a:lnTo>
                <a:lnTo>
                  <a:pt x="69" y="274"/>
                </a:lnTo>
                <a:lnTo>
                  <a:pt x="65" y="270"/>
                </a:lnTo>
                <a:lnTo>
                  <a:pt x="60" y="267"/>
                </a:lnTo>
                <a:lnTo>
                  <a:pt x="56" y="264"/>
                </a:lnTo>
                <a:lnTo>
                  <a:pt x="52" y="260"/>
                </a:lnTo>
                <a:lnTo>
                  <a:pt x="48" y="257"/>
                </a:lnTo>
                <a:lnTo>
                  <a:pt x="44" y="253"/>
                </a:lnTo>
                <a:lnTo>
                  <a:pt x="40" y="249"/>
                </a:lnTo>
                <a:lnTo>
                  <a:pt x="36" y="245"/>
                </a:lnTo>
                <a:lnTo>
                  <a:pt x="33" y="241"/>
                </a:lnTo>
                <a:lnTo>
                  <a:pt x="30" y="237"/>
                </a:lnTo>
                <a:lnTo>
                  <a:pt x="27" y="233"/>
                </a:lnTo>
                <a:lnTo>
                  <a:pt x="24" y="229"/>
                </a:lnTo>
                <a:lnTo>
                  <a:pt x="21" y="225"/>
                </a:lnTo>
                <a:lnTo>
                  <a:pt x="18" y="221"/>
                </a:lnTo>
                <a:lnTo>
                  <a:pt x="16" y="216"/>
                </a:lnTo>
                <a:lnTo>
                  <a:pt x="13" y="212"/>
                </a:lnTo>
                <a:lnTo>
                  <a:pt x="11" y="207"/>
                </a:lnTo>
                <a:lnTo>
                  <a:pt x="9" y="203"/>
                </a:lnTo>
                <a:lnTo>
                  <a:pt x="7" y="198"/>
                </a:lnTo>
                <a:lnTo>
                  <a:pt x="6" y="193"/>
                </a:lnTo>
                <a:lnTo>
                  <a:pt x="4" y="189"/>
                </a:lnTo>
                <a:lnTo>
                  <a:pt x="3" y="184"/>
                </a:lnTo>
                <a:lnTo>
                  <a:pt x="2" y="179"/>
                </a:lnTo>
                <a:lnTo>
                  <a:pt x="1" y="174"/>
                </a:lnTo>
                <a:lnTo>
                  <a:pt x="1" y="170"/>
                </a:lnTo>
                <a:lnTo>
                  <a:pt x="0" y="165"/>
                </a:lnTo>
                <a:lnTo>
                  <a:pt x="0" y="160"/>
                </a:lnTo>
                <a:lnTo>
                  <a:pt x="0" y="155"/>
                </a:lnTo>
                <a:lnTo>
                  <a:pt x="0" y="150"/>
                </a:lnTo>
                <a:lnTo>
                  <a:pt x="0" y="145"/>
                </a:lnTo>
                <a:lnTo>
                  <a:pt x="1" y="141"/>
                </a:lnTo>
                <a:lnTo>
                  <a:pt x="1" y="136"/>
                </a:lnTo>
                <a:lnTo>
                  <a:pt x="2" y="131"/>
                </a:lnTo>
                <a:lnTo>
                  <a:pt x="3" y="126"/>
                </a:lnTo>
                <a:lnTo>
                  <a:pt x="4" y="122"/>
                </a:lnTo>
                <a:lnTo>
                  <a:pt x="6" y="117"/>
                </a:lnTo>
                <a:lnTo>
                  <a:pt x="7" y="112"/>
                </a:lnTo>
                <a:lnTo>
                  <a:pt x="9" y="108"/>
                </a:lnTo>
                <a:lnTo>
                  <a:pt x="11" y="103"/>
                </a:lnTo>
                <a:lnTo>
                  <a:pt x="13" y="98"/>
                </a:lnTo>
                <a:lnTo>
                  <a:pt x="16" y="93"/>
                </a:lnTo>
                <a:lnTo>
                  <a:pt x="18" y="89"/>
                </a:lnTo>
                <a:lnTo>
                  <a:pt x="21" y="84"/>
                </a:lnTo>
                <a:lnTo>
                  <a:pt x="24" y="80"/>
                </a:lnTo>
                <a:lnTo>
                  <a:pt x="27" y="76"/>
                </a:lnTo>
                <a:lnTo>
                  <a:pt x="30" y="72"/>
                </a:lnTo>
                <a:lnTo>
                  <a:pt x="33" y="68"/>
                </a:lnTo>
                <a:lnTo>
                  <a:pt x="36" y="64"/>
                </a:lnTo>
                <a:lnTo>
                  <a:pt x="40" y="60"/>
                </a:lnTo>
                <a:lnTo>
                  <a:pt x="44" y="56"/>
                </a:lnTo>
                <a:lnTo>
                  <a:pt x="48" y="52"/>
                </a:lnTo>
                <a:lnTo>
                  <a:pt x="52" y="49"/>
                </a:lnTo>
                <a:lnTo>
                  <a:pt x="56" y="45"/>
                </a:lnTo>
                <a:lnTo>
                  <a:pt x="60" y="42"/>
                </a:lnTo>
                <a:lnTo>
                  <a:pt x="65" y="39"/>
                </a:lnTo>
                <a:lnTo>
                  <a:pt x="69" y="36"/>
                </a:lnTo>
                <a:lnTo>
                  <a:pt x="74" y="33"/>
                </a:lnTo>
                <a:lnTo>
                  <a:pt x="80" y="30"/>
                </a:lnTo>
                <a:lnTo>
                  <a:pt x="85" y="27"/>
                </a:lnTo>
                <a:lnTo>
                  <a:pt x="90" y="24"/>
                </a:lnTo>
                <a:lnTo>
                  <a:pt x="95" y="22"/>
                </a:lnTo>
                <a:lnTo>
                  <a:pt x="100" y="19"/>
                </a:lnTo>
                <a:lnTo>
                  <a:pt x="105" y="17"/>
                </a:lnTo>
                <a:lnTo>
                  <a:pt x="111" y="15"/>
                </a:lnTo>
                <a:lnTo>
                  <a:pt x="116" y="13"/>
                </a:lnTo>
                <a:lnTo>
                  <a:pt x="122" y="11"/>
                </a:lnTo>
                <a:lnTo>
                  <a:pt x="127" y="9"/>
                </a:lnTo>
                <a:lnTo>
                  <a:pt x="133" y="8"/>
                </a:lnTo>
                <a:lnTo>
                  <a:pt x="139" y="6"/>
                </a:lnTo>
                <a:lnTo>
                  <a:pt x="145" y="5"/>
                </a:lnTo>
                <a:lnTo>
                  <a:pt x="151" y="4"/>
                </a:lnTo>
                <a:lnTo>
                  <a:pt x="156" y="3"/>
                </a:lnTo>
                <a:lnTo>
                  <a:pt x="162" y="2"/>
                </a:lnTo>
                <a:lnTo>
                  <a:pt x="168" y="2"/>
                </a:lnTo>
                <a:lnTo>
                  <a:pt x="174" y="1"/>
                </a:lnTo>
                <a:lnTo>
                  <a:pt x="180" y="1"/>
                </a:lnTo>
                <a:lnTo>
                  <a:pt x="186" y="0"/>
                </a:lnTo>
                <a:lnTo>
                  <a:pt x="192" y="0"/>
                </a:lnTo>
                <a:lnTo>
                  <a:pt x="198" y="0"/>
                </a:lnTo>
                <a:lnTo>
                  <a:pt x="204" y="1"/>
                </a:lnTo>
                <a:lnTo>
                  <a:pt x="210" y="1"/>
                </a:lnTo>
                <a:lnTo>
                  <a:pt x="216" y="2"/>
                </a:lnTo>
                <a:lnTo>
                  <a:pt x="222" y="2"/>
                </a:lnTo>
                <a:lnTo>
                  <a:pt x="228" y="3"/>
                </a:lnTo>
                <a:lnTo>
                  <a:pt x="234" y="4"/>
                </a:lnTo>
                <a:lnTo>
                  <a:pt x="240" y="5"/>
                </a:lnTo>
                <a:lnTo>
                  <a:pt x="246" y="6"/>
                </a:lnTo>
                <a:lnTo>
                  <a:pt x="252" y="8"/>
                </a:lnTo>
                <a:lnTo>
                  <a:pt x="257" y="9"/>
                </a:lnTo>
                <a:lnTo>
                  <a:pt x="263" y="11"/>
                </a:lnTo>
                <a:lnTo>
                  <a:pt x="268" y="13"/>
                </a:lnTo>
                <a:lnTo>
                  <a:pt x="274" y="15"/>
                </a:lnTo>
                <a:lnTo>
                  <a:pt x="279" y="17"/>
                </a:lnTo>
                <a:lnTo>
                  <a:pt x="285" y="19"/>
                </a:lnTo>
                <a:lnTo>
                  <a:pt x="290" y="22"/>
                </a:lnTo>
                <a:lnTo>
                  <a:pt x="295" y="24"/>
                </a:lnTo>
                <a:lnTo>
                  <a:pt x="300" y="27"/>
                </a:lnTo>
                <a:lnTo>
                  <a:pt x="305" y="30"/>
                </a:lnTo>
                <a:lnTo>
                  <a:pt x="310" y="33"/>
                </a:lnTo>
                <a:lnTo>
                  <a:pt x="314" y="36"/>
                </a:lnTo>
                <a:lnTo>
                  <a:pt x="319" y="39"/>
                </a:lnTo>
                <a:lnTo>
                  <a:pt x="323" y="42"/>
                </a:lnTo>
                <a:lnTo>
                  <a:pt x="328" y="45"/>
                </a:lnTo>
                <a:lnTo>
                  <a:pt x="332" y="49"/>
                </a:lnTo>
                <a:lnTo>
                  <a:pt x="336" y="52"/>
                </a:lnTo>
                <a:lnTo>
                  <a:pt x="340" y="56"/>
                </a:lnTo>
                <a:lnTo>
                  <a:pt x="344" y="60"/>
                </a:lnTo>
                <a:lnTo>
                  <a:pt x="347" y="64"/>
                </a:lnTo>
                <a:lnTo>
                  <a:pt x="351" y="68"/>
                </a:lnTo>
                <a:lnTo>
                  <a:pt x="354" y="72"/>
                </a:lnTo>
                <a:lnTo>
                  <a:pt x="357" y="76"/>
                </a:lnTo>
                <a:lnTo>
                  <a:pt x="360" y="80"/>
                </a:lnTo>
                <a:lnTo>
                  <a:pt x="363" y="84"/>
                </a:lnTo>
                <a:lnTo>
                  <a:pt x="366" y="89"/>
                </a:lnTo>
                <a:lnTo>
                  <a:pt x="368" y="93"/>
                </a:lnTo>
                <a:lnTo>
                  <a:pt x="370" y="98"/>
                </a:lnTo>
                <a:lnTo>
                  <a:pt x="372" y="103"/>
                </a:lnTo>
                <a:lnTo>
                  <a:pt x="374" y="108"/>
                </a:lnTo>
                <a:lnTo>
                  <a:pt x="376" y="112"/>
                </a:lnTo>
                <a:lnTo>
                  <a:pt x="378" y="117"/>
                </a:lnTo>
                <a:lnTo>
                  <a:pt x="379" y="122"/>
                </a:lnTo>
                <a:lnTo>
                  <a:pt x="380" y="126"/>
                </a:lnTo>
                <a:lnTo>
                  <a:pt x="381" y="131"/>
                </a:lnTo>
                <a:lnTo>
                  <a:pt x="382" y="136"/>
                </a:lnTo>
                <a:lnTo>
                  <a:pt x="383" y="141"/>
                </a:lnTo>
                <a:lnTo>
                  <a:pt x="383" y="145"/>
                </a:lnTo>
                <a:lnTo>
                  <a:pt x="384" y="150"/>
                </a:lnTo>
                <a:lnTo>
                  <a:pt x="384" y="155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0" name=""/>
          <p:cNvSpPr/>
          <p:nvPr/>
        </p:nvSpPr>
        <p:spPr>
          <a:xfrm>
            <a:off x="2788920" y="1788840"/>
            <a:ext cx="141480" cy="113400"/>
          </a:xfrm>
          <a:custGeom>
            <a:avLst/>
            <a:gdLst/>
            <a:ahLst/>
            <a:rect l="0" t="0" r="r" b="b"/>
            <a:pathLst>
              <a:path w="393" h="315">
                <a:moveTo>
                  <a:pt x="389" y="157"/>
                </a:moveTo>
                <a:lnTo>
                  <a:pt x="389" y="152"/>
                </a:lnTo>
                <a:lnTo>
                  <a:pt x="388" y="147"/>
                </a:lnTo>
                <a:lnTo>
                  <a:pt x="388" y="143"/>
                </a:lnTo>
                <a:lnTo>
                  <a:pt x="387" y="138"/>
                </a:lnTo>
                <a:lnTo>
                  <a:pt x="386" y="133"/>
                </a:lnTo>
                <a:lnTo>
                  <a:pt x="385" y="128"/>
                </a:lnTo>
                <a:lnTo>
                  <a:pt x="384" y="124"/>
                </a:lnTo>
                <a:lnTo>
                  <a:pt x="383" y="119"/>
                </a:lnTo>
                <a:lnTo>
                  <a:pt x="381" y="114"/>
                </a:lnTo>
                <a:lnTo>
                  <a:pt x="379" y="110"/>
                </a:lnTo>
                <a:lnTo>
                  <a:pt x="377" y="105"/>
                </a:lnTo>
                <a:lnTo>
                  <a:pt x="375" y="100"/>
                </a:lnTo>
                <a:lnTo>
                  <a:pt x="373" y="96"/>
                </a:lnTo>
                <a:lnTo>
                  <a:pt x="371" y="92"/>
                </a:lnTo>
                <a:lnTo>
                  <a:pt x="368" y="87"/>
                </a:lnTo>
                <a:lnTo>
                  <a:pt x="365" y="83"/>
                </a:lnTo>
                <a:lnTo>
                  <a:pt x="362" y="79"/>
                </a:lnTo>
                <a:lnTo>
                  <a:pt x="359" y="75"/>
                </a:lnTo>
                <a:lnTo>
                  <a:pt x="356" y="71"/>
                </a:lnTo>
                <a:lnTo>
                  <a:pt x="352" y="67"/>
                </a:lnTo>
                <a:lnTo>
                  <a:pt x="349" y="63"/>
                </a:lnTo>
                <a:lnTo>
                  <a:pt x="345" y="59"/>
                </a:lnTo>
                <a:lnTo>
                  <a:pt x="341" y="55"/>
                </a:lnTo>
                <a:lnTo>
                  <a:pt x="337" y="52"/>
                </a:lnTo>
                <a:lnTo>
                  <a:pt x="333" y="48"/>
                </a:lnTo>
                <a:lnTo>
                  <a:pt x="328" y="45"/>
                </a:lnTo>
                <a:lnTo>
                  <a:pt x="324" y="42"/>
                </a:lnTo>
                <a:lnTo>
                  <a:pt x="319" y="39"/>
                </a:lnTo>
                <a:lnTo>
                  <a:pt x="315" y="36"/>
                </a:lnTo>
                <a:lnTo>
                  <a:pt x="310" y="33"/>
                </a:lnTo>
                <a:lnTo>
                  <a:pt x="305" y="30"/>
                </a:lnTo>
                <a:lnTo>
                  <a:pt x="300" y="27"/>
                </a:lnTo>
                <a:lnTo>
                  <a:pt x="295" y="25"/>
                </a:lnTo>
                <a:lnTo>
                  <a:pt x="290" y="22"/>
                </a:lnTo>
                <a:lnTo>
                  <a:pt x="283" y="20"/>
                </a:lnTo>
                <a:lnTo>
                  <a:pt x="278" y="18"/>
                </a:lnTo>
                <a:lnTo>
                  <a:pt x="272" y="16"/>
                </a:lnTo>
                <a:lnTo>
                  <a:pt x="267" y="14"/>
                </a:lnTo>
                <a:lnTo>
                  <a:pt x="261" y="12"/>
                </a:lnTo>
                <a:lnTo>
                  <a:pt x="256" y="11"/>
                </a:lnTo>
                <a:lnTo>
                  <a:pt x="250" y="9"/>
                </a:lnTo>
                <a:lnTo>
                  <a:pt x="244" y="8"/>
                </a:lnTo>
                <a:lnTo>
                  <a:pt x="238" y="7"/>
                </a:lnTo>
                <a:lnTo>
                  <a:pt x="232" y="6"/>
                </a:lnTo>
                <a:lnTo>
                  <a:pt x="226" y="5"/>
                </a:lnTo>
                <a:lnTo>
                  <a:pt x="220" y="5"/>
                </a:lnTo>
                <a:lnTo>
                  <a:pt x="214" y="4"/>
                </a:lnTo>
                <a:lnTo>
                  <a:pt x="208" y="4"/>
                </a:lnTo>
                <a:lnTo>
                  <a:pt x="202" y="3"/>
                </a:lnTo>
                <a:lnTo>
                  <a:pt x="196" y="3"/>
                </a:lnTo>
                <a:lnTo>
                  <a:pt x="190" y="3"/>
                </a:lnTo>
                <a:lnTo>
                  <a:pt x="184" y="4"/>
                </a:lnTo>
                <a:lnTo>
                  <a:pt x="178" y="4"/>
                </a:lnTo>
                <a:lnTo>
                  <a:pt x="172" y="5"/>
                </a:lnTo>
                <a:lnTo>
                  <a:pt x="166" y="5"/>
                </a:lnTo>
                <a:lnTo>
                  <a:pt x="160" y="6"/>
                </a:lnTo>
                <a:lnTo>
                  <a:pt x="155" y="7"/>
                </a:lnTo>
                <a:lnTo>
                  <a:pt x="149" y="8"/>
                </a:lnTo>
                <a:lnTo>
                  <a:pt x="143" y="9"/>
                </a:lnTo>
                <a:lnTo>
                  <a:pt x="137" y="11"/>
                </a:lnTo>
                <a:lnTo>
                  <a:pt x="131" y="12"/>
                </a:lnTo>
                <a:lnTo>
                  <a:pt x="126" y="14"/>
                </a:lnTo>
                <a:lnTo>
                  <a:pt x="120" y="16"/>
                </a:lnTo>
                <a:lnTo>
                  <a:pt x="115" y="18"/>
                </a:lnTo>
                <a:lnTo>
                  <a:pt x="109" y="20"/>
                </a:lnTo>
                <a:lnTo>
                  <a:pt x="104" y="22"/>
                </a:lnTo>
                <a:lnTo>
                  <a:pt x="99" y="25"/>
                </a:lnTo>
                <a:lnTo>
                  <a:pt x="94" y="27"/>
                </a:lnTo>
                <a:lnTo>
                  <a:pt x="89" y="30"/>
                </a:lnTo>
                <a:lnTo>
                  <a:pt x="84" y="33"/>
                </a:lnTo>
                <a:lnTo>
                  <a:pt x="79" y="36"/>
                </a:lnTo>
                <a:lnTo>
                  <a:pt x="74" y="39"/>
                </a:lnTo>
                <a:lnTo>
                  <a:pt x="70" y="42"/>
                </a:lnTo>
                <a:lnTo>
                  <a:pt x="65" y="45"/>
                </a:lnTo>
                <a:lnTo>
                  <a:pt x="61" y="48"/>
                </a:lnTo>
                <a:lnTo>
                  <a:pt x="57" y="52"/>
                </a:lnTo>
                <a:lnTo>
                  <a:pt x="53" y="55"/>
                </a:lnTo>
                <a:lnTo>
                  <a:pt x="49" y="59"/>
                </a:lnTo>
                <a:lnTo>
                  <a:pt x="45" y="63"/>
                </a:lnTo>
                <a:lnTo>
                  <a:pt x="41" y="67"/>
                </a:lnTo>
                <a:lnTo>
                  <a:pt x="38" y="71"/>
                </a:lnTo>
                <a:lnTo>
                  <a:pt x="35" y="75"/>
                </a:lnTo>
                <a:lnTo>
                  <a:pt x="32" y="79"/>
                </a:lnTo>
                <a:lnTo>
                  <a:pt x="29" y="83"/>
                </a:lnTo>
                <a:lnTo>
                  <a:pt x="26" y="87"/>
                </a:lnTo>
                <a:lnTo>
                  <a:pt x="23" y="92"/>
                </a:lnTo>
                <a:lnTo>
                  <a:pt x="21" y="96"/>
                </a:lnTo>
                <a:lnTo>
                  <a:pt x="18" y="100"/>
                </a:lnTo>
                <a:lnTo>
                  <a:pt x="16" y="105"/>
                </a:lnTo>
                <a:lnTo>
                  <a:pt x="14" y="110"/>
                </a:lnTo>
                <a:lnTo>
                  <a:pt x="12" y="114"/>
                </a:lnTo>
                <a:lnTo>
                  <a:pt x="11" y="119"/>
                </a:lnTo>
                <a:lnTo>
                  <a:pt x="9" y="124"/>
                </a:lnTo>
                <a:lnTo>
                  <a:pt x="8" y="128"/>
                </a:lnTo>
                <a:lnTo>
                  <a:pt x="7" y="133"/>
                </a:lnTo>
                <a:lnTo>
                  <a:pt x="6" y="138"/>
                </a:lnTo>
                <a:lnTo>
                  <a:pt x="6" y="143"/>
                </a:lnTo>
                <a:lnTo>
                  <a:pt x="5" y="147"/>
                </a:lnTo>
                <a:lnTo>
                  <a:pt x="5" y="152"/>
                </a:lnTo>
                <a:lnTo>
                  <a:pt x="5" y="157"/>
                </a:lnTo>
                <a:lnTo>
                  <a:pt x="5" y="162"/>
                </a:lnTo>
                <a:lnTo>
                  <a:pt x="5" y="167"/>
                </a:lnTo>
                <a:lnTo>
                  <a:pt x="6" y="172"/>
                </a:lnTo>
                <a:lnTo>
                  <a:pt x="6" y="176"/>
                </a:lnTo>
                <a:lnTo>
                  <a:pt x="7" y="181"/>
                </a:lnTo>
                <a:lnTo>
                  <a:pt x="8" y="186"/>
                </a:lnTo>
                <a:lnTo>
                  <a:pt x="9" y="191"/>
                </a:lnTo>
                <a:lnTo>
                  <a:pt x="11" y="195"/>
                </a:lnTo>
                <a:lnTo>
                  <a:pt x="12" y="200"/>
                </a:lnTo>
                <a:lnTo>
                  <a:pt x="14" y="205"/>
                </a:lnTo>
                <a:lnTo>
                  <a:pt x="16" y="209"/>
                </a:lnTo>
                <a:lnTo>
                  <a:pt x="18" y="215"/>
                </a:lnTo>
                <a:lnTo>
                  <a:pt x="21" y="219"/>
                </a:lnTo>
                <a:lnTo>
                  <a:pt x="23" y="224"/>
                </a:lnTo>
                <a:lnTo>
                  <a:pt x="26" y="228"/>
                </a:lnTo>
                <a:lnTo>
                  <a:pt x="29" y="232"/>
                </a:lnTo>
                <a:lnTo>
                  <a:pt x="32" y="236"/>
                </a:lnTo>
                <a:lnTo>
                  <a:pt x="35" y="240"/>
                </a:lnTo>
                <a:lnTo>
                  <a:pt x="38" y="244"/>
                </a:lnTo>
                <a:lnTo>
                  <a:pt x="41" y="248"/>
                </a:lnTo>
                <a:lnTo>
                  <a:pt x="45" y="252"/>
                </a:lnTo>
                <a:lnTo>
                  <a:pt x="49" y="256"/>
                </a:lnTo>
                <a:lnTo>
                  <a:pt x="53" y="260"/>
                </a:lnTo>
                <a:lnTo>
                  <a:pt x="57" y="263"/>
                </a:lnTo>
                <a:lnTo>
                  <a:pt x="61" y="267"/>
                </a:lnTo>
                <a:lnTo>
                  <a:pt x="65" y="270"/>
                </a:lnTo>
                <a:lnTo>
                  <a:pt x="70" y="273"/>
                </a:lnTo>
                <a:lnTo>
                  <a:pt x="74" y="277"/>
                </a:lnTo>
                <a:lnTo>
                  <a:pt x="79" y="280"/>
                </a:lnTo>
                <a:lnTo>
                  <a:pt x="84" y="282"/>
                </a:lnTo>
                <a:lnTo>
                  <a:pt x="89" y="285"/>
                </a:lnTo>
                <a:lnTo>
                  <a:pt x="94" y="288"/>
                </a:lnTo>
                <a:lnTo>
                  <a:pt x="99" y="290"/>
                </a:lnTo>
                <a:lnTo>
                  <a:pt x="104" y="293"/>
                </a:lnTo>
                <a:lnTo>
                  <a:pt x="109" y="295"/>
                </a:lnTo>
                <a:lnTo>
                  <a:pt x="115" y="297"/>
                </a:lnTo>
                <a:lnTo>
                  <a:pt x="120" y="299"/>
                </a:lnTo>
                <a:lnTo>
                  <a:pt x="126" y="301"/>
                </a:lnTo>
                <a:lnTo>
                  <a:pt x="131" y="303"/>
                </a:lnTo>
                <a:lnTo>
                  <a:pt x="137" y="304"/>
                </a:lnTo>
                <a:lnTo>
                  <a:pt x="143" y="306"/>
                </a:lnTo>
                <a:lnTo>
                  <a:pt x="149" y="307"/>
                </a:lnTo>
                <a:lnTo>
                  <a:pt x="155" y="308"/>
                </a:lnTo>
                <a:lnTo>
                  <a:pt x="160" y="309"/>
                </a:lnTo>
                <a:lnTo>
                  <a:pt x="166" y="310"/>
                </a:lnTo>
                <a:lnTo>
                  <a:pt x="172" y="311"/>
                </a:lnTo>
                <a:lnTo>
                  <a:pt x="178" y="311"/>
                </a:lnTo>
                <a:lnTo>
                  <a:pt x="184" y="311"/>
                </a:lnTo>
                <a:lnTo>
                  <a:pt x="190" y="312"/>
                </a:lnTo>
                <a:lnTo>
                  <a:pt x="196" y="312"/>
                </a:lnTo>
                <a:lnTo>
                  <a:pt x="202" y="312"/>
                </a:lnTo>
                <a:lnTo>
                  <a:pt x="208" y="311"/>
                </a:lnTo>
                <a:lnTo>
                  <a:pt x="214" y="311"/>
                </a:lnTo>
                <a:lnTo>
                  <a:pt x="220" y="311"/>
                </a:lnTo>
                <a:lnTo>
                  <a:pt x="226" y="310"/>
                </a:lnTo>
                <a:lnTo>
                  <a:pt x="232" y="309"/>
                </a:lnTo>
                <a:lnTo>
                  <a:pt x="238" y="308"/>
                </a:lnTo>
                <a:lnTo>
                  <a:pt x="244" y="307"/>
                </a:lnTo>
                <a:lnTo>
                  <a:pt x="250" y="306"/>
                </a:lnTo>
                <a:lnTo>
                  <a:pt x="256" y="304"/>
                </a:lnTo>
                <a:lnTo>
                  <a:pt x="261" y="303"/>
                </a:lnTo>
                <a:lnTo>
                  <a:pt x="267" y="301"/>
                </a:lnTo>
                <a:lnTo>
                  <a:pt x="272" y="299"/>
                </a:lnTo>
                <a:lnTo>
                  <a:pt x="278" y="297"/>
                </a:lnTo>
                <a:lnTo>
                  <a:pt x="283" y="295"/>
                </a:lnTo>
                <a:lnTo>
                  <a:pt x="290" y="293"/>
                </a:lnTo>
                <a:lnTo>
                  <a:pt x="295" y="290"/>
                </a:lnTo>
                <a:lnTo>
                  <a:pt x="300" y="288"/>
                </a:lnTo>
                <a:lnTo>
                  <a:pt x="305" y="285"/>
                </a:lnTo>
                <a:lnTo>
                  <a:pt x="310" y="282"/>
                </a:lnTo>
                <a:lnTo>
                  <a:pt x="315" y="280"/>
                </a:lnTo>
                <a:lnTo>
                  <a:pt x="319" y="277"/>
                </a:lnTo>
                <a:lnTo>
                  <a:pt x="324" y="273"/>
                </a:lnTo>
                <a:lnTo>
                  <a:pt x="328" y="270"/>
                </a:lnTo>
                <a:lnTo>
                  <a:pt x="333" y="267"/>
                </a:lnTo>
                <a:lnTo>
                  <a:pt x="337" y="263"/>
                </a:lnTo>
                <a:lnTo>
                  <a:pt x="341" y="260"/>
                </a:lnTo>
                <a:lnTo>
                  <a:pt x="345" y="256"/>
                </a:lnTo>
                <a:lnTo>
                  <a:pt x="349" y="252"/>
                </a:lnTo>
                <a:lnTo>
                  <a:pt x="352" y="248"/>
                </a:lnTo>
                <a:lnTo>
                  <a:pt x="356" y="244"/>
                </a:lnTo>
                <a:lnTo>
                  <a:pt x="359" y="240"/>
                </a:lnTo>
                <a:lnTo>
                  <a:pt x="362" y="236"/>
                </a:lnTo>
                <a:lnTo>
                  <a:pt x="365" y="232"/>
                </a:lnTo>
                <a:lnTo>
                  <a:pt x="368" y="228"/>
                </a:lnTo>
                <a:lnTo>
                  <a:pt x="371" y="224"/>
                </a:lnTo>
                <a:lnTo>
                  <a:pt x="373" y="219"/>
                </a:lnTo>
                <a:lnTo>
                  <a:pt x="375" y="215"/>
                </a:lnTo>
                <a:lnTo>
                  <a:pt x="377" y="209"/>
                </a:lnTo>
                <a:lnTo>
                  <a:pt x="379" y="205"/>
                </a:lnTo>
                <a:lnTo>
                  <a:pt x="381" y="200"/>
                </a:lnTo>
                <a:lnTo>
                  <a:pt x="383" y="195"/>
                </a:lnTo>
                <a:lnTo>
                  <a:pt x="384" y="191"/>
                </a:lnTo>
                <a:lnTo>
                  <a:pt x="385" y="186"/>
                </a:lnTo>
                <a:lnTo>
                  <a:pt x="386" y="181"/>
                </a:lnTo>
                <a:lnTo>
                  <a:pt x="387" y="176"/>
                </a:lnTo>
                <a:lnTo>
                  <a:pt x="388" y="172"/>
                </a:lnTo>
                <a:lnTo>
                  <a:pt x="388" y="167"/>
                </a:lnTo>
                <a:lnTo>
                  <a:pt x="389" y="162"/>
                </a:lnTo>
                <a:lnTo>
                  <a:pt x="389" y="157"/>
                </a:lnTo>
                <a:moveTo>
                  <a:pt x="393" y="157"/>
                </a:moveTo>
                <a:lnTo>
                  <a:pt x="393" y="162"/>
                </a:lnTo>
                <a:lnTo>
                  <a:pt x="393" y="167"/>
                </a:lnTo>
                <a:lnTo>
                  <a:pt x="393" y="172"/>
                </a:lnTo>
                <a:lnTo>
                  <a:pt x="392" y="177"/>
                </a:lnTo>
                <a:lnTo>
                  <a:pt x="391" y="182"/>
                </a:lnTo>
                <a:lnTo>
                  <a:pt x="390" y="187"/>
                </a:lnTo>
                <a:lnTo>
                  <a:pt x="389" y="191"/>
                </a:lnTo>
                <a:lnTo>
                  <a:pt x="387" y="196"/>
                </a:lnTo>
                <a:lnTo>
                  <a:pt x="386" y="201"/>
                </a:lnTo>
                <a:lnTo>
                  <a:pt x="384" y="206"/>
                </a:lnTo>
                <a:lnTo>
                  <a:pt x="382" y="210"/>
                </a:lnTo>
                <a:lnTo>
                  <a:pt x="380" y="216"/>
                </a:lnTo>
                <a:lnTo>
                  <a:pt x="377" y="221"/>
                </a:lnTo>
                <a:lnTo>
                  <a:pt x="375" y="225"/>
                </a:lnTo>
                <a:lnTo>
                  <a:pt x="372" y="230"/>
                </a:lnTo>
                <a:lnTo>
                  <a:pt x="369" y="234"/>
                </a:lnTo>
                <a:lnTo>
                  <a:pt x="366" y="238"/>
                </a:lnTo>
                <a:lnTo>
                  <a:pt x="363" y="242"/>
                </a:lnTo>
                <a:lnTo>
                  <a:pt x="360" y="247"/>
                </a:lnTo>
                <a:lnTo>
                  <a:pt x="356" y="251"/>
                </a:lnTo>
                <a:lnTo>
                  <a:pt x="352" y="255"/>
                </a:lnTo>
                <a:lnTo>
                  <a:pt x="348" y="258"/>
                </a:lnTo>
                <a:lnTo>
                  <a:pt x="344" y="262"/>
                </a:lnTo>
                <a:lnTo>
                  <a:pt x="340" y="266"/>
                </a:lnTo>
                <a:lnTo>
                  <a:pt x="336" y="269"/>
                </a:lnTo>
                <a:lnTo>
                  <a:pt x="332" y="273"/>
                </a:lnTo>
                <a:lnTo>
                  <a:pt x="327" y="276"/>
                </a:lnTo>
                <a:lnTo>
                  <a:pt x="322" y="279"/>
                </a:lnTo>
                <a:lnTo>
                  <a:pt x="318" y="282"/>
                </a:lnTo>
                <a:lnTo>
                  <a:pt x="313" y="285"/>
                </a:lnTo>
                <a:lnTo>
                  <a:pt x="308" y="288"/>
                </a:lnTo>
                <a:lnTo>
                  <a:pt x="302" y="291"/>
                </a:lnTo>
                <a:lnTo>
                  <a:pt x="297" y="294"/>
                </a:lnTo>
                <a:lnTo>
                  <a:pt x="292" y="296"/>
                </a:lnTo>
                <a:lnTo>
                  <a:pt x="285" y="298"/>
                </a:lnTo>
                <a:lnTo>
                  <a:pt x="280" y="301"/>
                </a:lnTo>
                <a:lnTo>
                  <a:pt x="274" y="303"/>
                </a:lnTo>
                <a:lnTo>
                  <a:pt x="269" y="304"/>
                </a:lnTo>
                <a:lnTo>
                  <a:pt x="263" y="306"/>
                </a:lnTo>
                <a:lnTo>
                  <a:pt x="257" y="308"/>
                </a:lnTo>
                <a:lnTo>
                  <a:pt x="251" y="309"/>
                </a:lnTo>
                <a:lnTo>
                  <a:pt x="245" y="311"/>
                </a:lnTo>
                <a:lnTo>
                  <a:pt x="239" y="312"/>
                </a:lnTo>
                <a:lnTo>
                  <a:pt x="233" y="313"/>
                </a:lnTo>
                <a:lnTo>
                  <a:pt x="227" y="314"/>
                </a:lnTo>
                <a:lnTo>
                  <a:pt x="221" y="314"/>
                </a:lnTo>
                <a:lnTo>
                  <a:pt x="215" y="315"/>
                </a:lnTo>
                <a:lnTo>
                  <a:pt x="209" y="315"/>
                </a:lnTo>
                <a:lnTo>
                  <a:pt x="203" y="315"/>
                </a:lnTo>
                <a:lnTo>
                  <a:pt x="196" y="315"/>
                </a:lnTo>
                <a:lnTo>
                  <a:pt x="190" y="315"/>
                </a:lnTo>
                <a:lnTo>
                  <a:pt x="184" y="315"/>
                </a:lnTo>
                <a:lnTo>
                  <a:pt x="178" y="315"/>
                </a:lnTo>
                <a:lnTo>
                  <a:pt x="172" y="314"/>
                </a:lnTo>
                <a:lnTo>
                  <a:pt x="166" y="314"/>
                </a:lnTo>
                <a:lnTo>
                  <a:pt x="160" y="313"/>
                </a:lnTo>
                <a:lnTo>
                  <a:pt x="154" y="312"/>
                </a:lnTo>
                <a:lnTo>
                  <a:pt x="148" y="311"/>
                </a:lnTo>
                <a:lnTo>
                  <a:pt x="142" y="309"/>
                </a:lnTo>
                <a:lnTo>
                  <a:pt x="136" y="308"/>
                </a:lnTo>
                <a:lnTo>
                  <a:pt x="130" y="306"/>
                </a:lnTo>
                <a:lnTo>
                  <a:pt x="124" y="304"/>
                </a:lnTo>
                <a:lnTo>
                  <a:pt x="118" y="303"/>
                </a:lnTo>
                <a:lnTo>
                  <a:pt x="113" y="301"/>
                </a:lnTo>
                <a:lnTo>
                  <a:pt x="107" y="298"/>
                </a:lnTo>
                <a:lnTo>
                  <a:pt x="102" y="296"/>
                </a:lnTo>
                <a:lnTo>
                  <a:pt x="97" y="294"/>
                </a:lnTo>
                <a:lnTo>
                  <a:pt x="91" y="291"/>
                </a:lnTo>
                <a:lnTo>
                  <a:pt x="86" y="288"/>
                </a:lnTo>
                <a:lnTo>
                  <a:pt x="81" y="285"/>
                </a:lnTo>
                <a:lnTo>
                  <a:pt x="76" y="282"/>
                </a:lnTo>
                <a:lnTo>
                  <a:pt x="71" y="279"/>
                </a:lnTo>
                <a:lnTo>
                  <a:pt x="67" y="276"/>
                </a:lnTo>
                <a:lnTo>
                  <a:pt x="62" y="273"/>
                </a:lnTo>
                <a:lnTo>
                  <a:pt x="58" y="269"/>
                </a:lnTo>
                <a:lnTo>
                  <a:pt x="53" y="266"/>
                </a:lnTo>
                <a:lnTo>
                  <a:pt x="49" y="262"/>
                </a:lnTo>
                <a:lnTo>
                  <a:pt x="45" y="258"/>
                </a:lnTo>
                <a:lnTo>
                  <a:pt x="41" y="255"/>
                </a:lnTo>
                <a:lnTo>
                  <a:pt x="38" y="251"/>
                </a:lnTo>
                <a:lnTo>
                  <a:pt x="34" y="247"/>
                </a:lnTo>
                <a:lnTo>
                  <a:pt x="31" y="242"/>
                </a:lnTo>
                <a:lnTo>
                  <a:pt x="28" y="238"/>
                </a:lnTo>
                <a:lnTo>
                  <a:pt x="25" y="234"/>
                </a:lnTo>
                <a:lnTo>
                  <a:pt x="22" y="230"/>
                </a:lnTo>
                <a:lnTo>
                  <a:pt x="19" y="225"/>
                </a:lnTo>
                <a:lnTo>
                  <a:pt x="16" y="221"/>
                </a:lnTo>
                <a:lnTo>
                  <a:pt x="14" y="216"/>
                </a:lnTo>
                <a:lnTo>
                  <a:pt x="12" y="210"/>
                </a:lnTo>
                <a:lnTo>
                  <a:pt x="10" y="206"/>
                </a:lnTo>
                <a:lnTo>
                  <a:pt x="8" y="201"/>
                </a:lnTo>
                <a:lnTo>
                  <a:pt x="6" y="196"/>
                </a:lnTo>
                <a:lnTo>
                  <a:pt x="5" y="191"/>
                </a:lnTo>
                <a:lnTo>
                  <a:pt x="4" y="187"/>
                </a:lnTo>
                <a:lnTo>
                  <a:pt x="3" y="182"/>
                </a:lnTo>
                <a:lnTo>
                  <a:pt x="2" y="177"/>
                </a:lnTo>
                <a:lnTo>
                  <a:pt x="1" y="172"/>
                </a:lnTo>
                <a:lnTo>
                  <a:pt x="1" y="167"/>
                </a:lnTo>
                <a:lnTo>
                  <a:pt x="0" y="162"/>
                </a:lnTo>
                <a:lnTo>
                  <a:pt x="0" y="157"/>
                </a:lnTo>
                <a:lnTo>
                  <a:pt x="0" y="152"/>
                </a:lnTo>
                <a:lnTo>
                  <a:pt x="1" y="147"/>
                </a:lnTo>
                <a:lnTo>
                  <a:pt x="1" y="142"/>
                </a:lnTo>
                <a:lnTo>
                  <a:pt x="2" y="137"/>
                </a:lnTo>
                <a:lnTo>
                  <a:pt x="3" y="132"/>
                </a:lnTo>
                <a:lnTo>
                  <a:pt x="4" y="128"/>
                </a:lnTo>
                <a:lnTo>
                  <a:pt x="5" y="123"/>
                </a:lnTo>
                <a:lnTo>
                  <a:pt x="6" y="118"/>
                </a:lnTo>
                <a:lnTo>
                  <a:pt x="8" y="113"/>
                </a:lnTo>
                <a:lnTo>
                  <a:pt x="10" y="108"/>
                </a:lnTo>
                <a:lnTo>
                  <a:pt x="12" y="104"/>
                </a:lnTo>
                <a:lnTo>
                  <a:pt x="14" y="99"/>
                </a:lnTo>
                <a:lnTo>
                  <a:pt x="16" y="95"/>
                </a:lnTo>
                <a:lnTo>
                  <a:pt x="19" y="90"/>
                </a:lnTo>
                <a:lnTo>
                  <a:pt x="22" y="86"/>
                </a:lnTo>
                <a:lnTo>
                  <a:pt x="25" y="81"/>
                </a:lnTo>
                <a:lnTo>
                  <a:pt x="28" y="77"/>
                </a:lnTo>
                <a:lnTo>
                  <a:pt x="31" y="73"/>
                </a:lnTo>
                <a:lnTo>
                  <a:pt x="34" y="69"/>
                </a:lnTo>
                <a:lnTo>
                  <a:pt x="38" y="65"/>
                </a:lnTo>
                <a:lnTo>
                  <a:pt x="41" y="61"/>
                </a:lnTo>
                <a:lnTo>
                  <a:pt x="45" y="57"/>
                </a:lnTo>
                <a:lnTo>
                  <a:pt x="49" y="53"/>
                </a:lnTo>
                <a:lnTo>
                  <a:pt x="53" y="49"/>
                </a:lnTo>
                <a:lnTo>
                  <a:pt x="58" y="46"/>
                </a:lnTo>
                <a:lnTo>
                  <a:pt x="62" y="42"/>
                </a:lnTo>
                <a:lnTo>
                  <a:pt x="67" y="39"/>
                </a:lnTo>
                <a:lnTo>
                  <a:pt x="71" y="36"/>
                </a:lnTo>
                <a:lnTo>
                  <a:pt x="76" y="33"/>
                </a:lnTo>
                <a:lnTo>
                  <a:pt x="81" y="30"/>
                </a:lnTo>
                <a:lnTo>
                  <a:pt x="86" y="27"/>
                </a:lnTo>
                <a:lnTo>
                  <a:pt x="91" y="24"/>
                </a:lnTo>
                <a:lnTo>
                  <a:pt x="97" y="22"/>
                </a:lnTo>
                <a:lnTo>
                  <a:pt x="102" y="19"/>
                </a:lnTo>
                <a:lnTo>
                  <a:pt x="107" y="17"/>
                </a:lnTo>
                <a:lnTo>
                  <a:pt x="113" y="15"/>
                </a:lnTo>
                <a:lnTo>
                  <a:pt x="118" y="13"/>
                </a:lnTo>
                <a:lnTo>
                  <a:pt x="124" y="11"/>
                </a:lnTo>
                <a:lnTo>
                  <a:pt x="130" y="9"/>
                </a:lnTo>
                <a:lnTo>
                  <a:pt x="136" y="7"/>
                </a:lnTo>
                <a:lnTo>
                  <a:pt x="142" y="6"/>
                </a:lnTo>
                <a:lnTo>
                  <a:pt x="148" y="5"/>
                </a:lnTo>
                <a:lnTo>
                  <a:pt x="154" y="3"/>
                </a:lnTo>
                <a:lnTo>
                  <a:pt x="160" y="2"/>
                </a:lnTo>
                <a:lnTo>
                  <a:pt x="166" y="2"/>
                </a:lnTo>
                <a:lnTo>
                  <a:pt x="172" y="1"/>
                </a:lnTo>
                <a:lnTo>
                  <a:pt x="178" y="0"/>
                </a:lnTo>
                <a:lnTo>
                  <a:pt x="184" y="0"/>
                </a:lnTo>
                <a:lnTo>
                  <a:pt x="190" y="0"/>
                </a:lnTo>
                <a:lnTo>
                  <a:pt x="196" y="0"/>
                </a:lnTo>
                <a:lnTo>
                  <a:pt x="203" y="0"/>
                </a:lnTo>
                <a:lnTo>
                  <a:pt x="209" y="0"/>
                </a:lnTo>
                <a:lnTo>
                  <a:pt x="215" y="0"/>
                </a:lnTo>
                <a:lnTo>
                  <a:pt x="221" y="1"/>
                </a:lnTo>
                <a:lnTo>
                  <a:pt x="227" y="2"/>
                </a:lnTo>
                <a:lnTo>
                  <a:pt x="233" y="2"/>
                </a:lnTo>
                <a:lnTo>
                  <a:pt x="239" y="3"/>
                </a:lnTo>
                <a:lnTo>
                  <a:pt x="245" y="5"/>
                </a:lnTo>
                <a:lnTo>
                  <a:pt x="251" y="6"/>
                </a:lnTo>
                <a:lnTo>
                  <a:pt x="257" y="7"/>
                </a:lnTo>
                <a:lnTo>
                  <a:pt x="263" y="9"/>
                </a:lnTo>
                <a:lnTo>
                  <a:pt x="269" y="11"/>
                </a:lnTo>
                <a:lnTo>
                  <a:pt x="274" y="13"/>
                </a:lnTo>
                <a:lnTo>
                  <a:pt x="280" y="15"/>
                </a:lnTo>
                <a:lnTo>
                  <a:pt x="285" y="17"/>
                </a:lnTo>
                <a:lnTo>
                  <a:pt x="292" y="19"/>
                </a:lnTo>
                <a:lnTo>
                  <a:pt x="297" y="22"/>
                </a:lnTo>
                <a:lnTo>
                  <a:pt x="302" y="24"/>
                </a:lnTo>
                <a:lnTo>
                  <a:pt x="308" y="27"/>
                </a:lnTo>
                <a:lnTo>
                  <a:pt x="313" y="30"/>
                </a:lnTo>
                <a:lnTo>
                  <a:pt x="318" y="33"/>
                </a:lnTo>
                <a:lnTo>
                  <a:pt x="322" y="36"/>
                </a:lnTo>
                <a:lnTo>
                  <a:pt x="327" y="39"/>
                </a:lnTo>
                <a:lnTo>
                  <a:pt x="332" y="42"/>
                </a:lnTo>
                <a:lnTo>
                  <a:pt x="336" y="46"/>
                </a:lnTo>
                <a:lnTo>
                  <a:pt x="340" y="49"/>
                </a:lnTo>
                <a:lnTo>
                  <a:pt x="344" y="53"/>
                </a:lnTo>
                <a:lnTo>
                  <a:pt x="348" y="57"/>
                </a:lnTo>
                <a:lnTo>
                  <a:pt x="352" y="61"/>
                </a:lnTo>
                <a:lnTo>
                  <a:pt x="356" y="65"/>
                </a:lnTo>
                <a:lnTo>
                  <a:pt x="360" y="69"/>
                </a:lnTo>
                <a:lnTo>
                  <a:pt x="363" y="73"/>
                </a:lnTo>
                <a:lnTo>
                  <a:pt x="366" y="77"/>
                </a:lnTo>
                <a:lnTo>
                  <a:pt x="369" y="81"/>
                </a:lnTo>
                <a:lnTo>
                  <a:pt x="372" y="86"/>
                </a:lnTo>
                <a:lnTo>
                  <a:pt x="375" y="90"/>
                </a:lnTo>
                <a:lnTo>
                  <a:pt x="377" y="95"/>
                </a:lnTo>
                <a:lnTo>
                  <a:pt x="380" y="99"/>
                </a:lnTo>
                <a:lnTo>
                  <a:pt x="382" y="104"/>
                </a:lnTo>
                <a:lnTo>
                  <a:pt x="384" y="108"/>
                </a:lnTo>
                <a:lnTo>
                  <a:pt x="386" y="113"/>
                </a:lnTo>
                <a:lnTo>
                  <a:pt x="387" y="118"/>
                </a:lnTo>
                <a:lnTo>
                  <a:pt x="389" y="123"/>
                </a:lnTo>
                <a:lnTo>
                  <a:pt x="390" y="128"/>
                </a:lnTo>
                <a:lnTo>
                  <a:pt x="391" y="132"/>
                </a:lnTo>
                <a:lnTo>
                  <a:pt x="392" y="137"/>
                </a:lnTo>
                <a:lnTo>
                  <a:pt x="393" y="142"/>
                </a:lnTo>
                <a:lnTo>
                  <a:pt x="393" y="147"/>
                </a:lnTo>
                <a:lnTo>
                  <a:pt x="393" y="152"/>
                </a:lnTo>
                <a:lnTo>
                  <a:pt x="393" y="157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1" name=""/>
          <p:cNvSpPr/>
          <p:nvPr/>
        </p:nvSpPr>
        <p:spPr>
          <a:xfrm>
            <a:off x="2784960" y="1785240"/>
            <a:ext cx="149760" cy="120600"/>
          </a:xfrm>
          <a:custGeom>
            <a:avLst/>
            <a:gdLst/>
            <a:ahLst/>
            <a:rect l="0" t="0" r="r" b="b"/>
            <a:pathLst>
              <a:path w="416" h="335">
                <a:moveTo>
                  <a:pt x="404" y="167"/>
                </a:moveTo>
                <a:lnTo>
                  <a:pt x="404" y="162"/>
                </a:lnTo>
                <a:lnTo>
                  <a:pt x="404" y="157"/>
                </a:lnTo>
                <a:lnTo>
                  <a:pt x="404" y="152"/>
                </a:lnTo>
                <a:lnTo>
                  <a:pt x="403" y="147"/>
                </a:lnTo>
                <a:lnTo>
                  <a:pt x="402" y="142"/>
                </a:lnTo>
                <a:lnTo>
                  <a:pt x="401" y="138"/>
                </a:lnTo>
                <a:lnTo>
                  <a:pt x="400" y="133"/>
                </a:lnTo>
                <a:lnTo>
                  <a:pt x="398" y="128"/>
                </a:lnTo>
                <a:lnTo>
                  <a:pt x="397" y="123"/>
                </a:lnTo>
                <a:lnTo>
                  <a:pt x="395" y="118"/>
                </a:lnTo>
                <a:lnTo>
                  <a:pt x="393" y="114"/>
                </a:lnTo>
                <a:lnTo>
                  <a:pt x="391" y="109"/>
                </a:lnTo>
                <a:lnTo>
                  <a:pt x="388" y="105"/>
                </a:lnTo>
                <a:lnTo>
                  <a:pt x="386" y="100"/>
                </a:lnTo>
                <a:lnTo>
                  <a:pt x="383" y="96"/>
                </a:lnTo>
                <a:lnTo>
                  <a:pt x="380" y="91"/>
                </a:lnTo>
                <a:lnTo>
                  <a:pt x="377" y="87"/>
                </a:lnTo>
                <a:lnTo>
                  <a:pt x="374" y="83"/>
                </a:lnTo>
                <a:lnTo>
                  <a:pt x="371" y="79"/>
                </a:lnTo>
                <a:lnTo>
                  <a:pt x="367" y="75"/>
                </a:lnTo>
                <a:lnTo>
                  <a:pt x="363" y="71"/>
                </a:lnTo>
                <a:lnTo>
                  <a:pt x="359" y="67"/>
                </a:lnTo>
                <a:lnTo>
                  <a:pt x="354" y="63"/>
                </a:lnTo>
                <a:lnTo>
                  <a:pt x="350" y="59"/>
                </a:lnTo>
                <a:lnTo>
                  <a:pt x="346" y="56"/>
                </a:lnTo>
                <a:lnTo>
                  <a:pt x="342" y="52"/>
                </a:lnTo>
                <a:lnTo>
                  <a:pt x="337" y="49"/>
                </a:lnTo>
                <a:lnTo>
                  <a:pt x="332" y="46"/>
                </a:lnTo>
                <a:lnTo>
                  <a:pt x="328" y="43"/>
                </a:lnTo>
                <a:lnTo>
                  <a:pt x="323" y="40"/>
                </a:lnTo>
                <a:lnTo>
                  <a:pt x="318" y="37"/>
                </a:lnTo>
                <a:lnTo>
                  <a:pt x="312" y="34"/>
                </a:lnTo>
                <a:lnTo>
                  <a:pt x="307" y="32"/>
                </a:lnTo>
                <a:lnTo>
                  <a:pt x="302" y="29"/>
                </a:lnTo>
                <a:lnTo>
                  <a:pt x="296" y="27"/>
                </a:lnTo>
                <a:lnTo>
                  <a:pt x="291" y="25"/>
                </a:lnTo>
                <a:lnTo>
                  <a:pt x="285" y="23"/>
                </a:lnTo>
                <a:lnTo>
                  <a:pt x="280" y="21"/>
                </a:lnTo>
                <a:lnTo>
                  <a:pt x="274" y="19"/>
                </a:lnTo>
                <a:lnTo>
                  <a:pt x="268" y="17"/>
                </a:lnTo>
                <a:lnTo>
                  <a:pt x="262" y="16"/>
                </a:lnTo>
                <a:lnTo>
                  <a:pt x="256" y="15"/>
                </a:lnTo>
                <a:lnTo>
                  <a:pt x="250" y="13"/>
                </a:lnTo>
                <a:lnTo>
                  <a:pt x="244" y="12"/>
                </a:lnTo>
                <a:lnTo>
                  <a:pt x="238" y="12"/>
                </a:lnTo>
                <a:lnTo>
                  <a:pt x="232" y="11"/>
                </a:lnTo>
                <a:lnTo>
                  <a:pt x="226" y="10"/>
                </a:lnTo>
                <a:lnTo>
                  <a:pt x="220" y="10"/>
                </a:lnTo>
                <a:lnTo>
                  <a:pt x="214" y="10"/>
                </a:lnTo>
                <a:lnTo>
                  <a:pt x="207" y="10"/>
                </a:lnTo>
                <a:lnTo>
                  <a:pt x="201" y="10"/>
                </a:lnTo>
                <a:lnTo>
                  <a:pt x="195" y="10"/>
                </a:lnTo>
                <a:lnTo>
                  <a:pt x="189" y="10"/>
                </a:lnTo>
                <a:lnTo>
                  <a:pt x="183" y="11"/>
                </a:lnTo>
                <a:lnTo>
                  <a:pt x="177" y="12"/>
                </a:lnTo>
                <a:lnTo>
                  <a:pt x="171" y="12"/>
                </a:lnTo>
                <a:lnTo>
                  <a:pt x="165" y="13"/>
                </a:lnTo>
                <a:lnTo>
                  <a:pt x="159" y="15"/>
                </a:lnTo>
                <a:lnTo>
                  <a:pt x="153" y="16"/>
                </a:lnTo>
                <a:lnTo>
                  <a:pt x="147" y="17"/>
                </a:lnTo>
                <a:lnTo>
                  <a:pt x="141" y="19"/>
                </a:lnTo>
                <a:lnTo>
                  <a:pt x="135" y="21"/>
                </a:lnTo>
                <a:lnTo>
                  <a:pt x="129" y="23"/>
                </a:lnTo>
                <a:lnTo>
                  <a:pt x="124" y="25"/>
                </a:lnTo>
                <a:lnTo>
                  <a:pt x="118" y="27"/>
                </a:lnTo>
                <a:lnTo>
                  <a:pt x="113" y="29"/>
                </a:lnTo>
                <a:lnTo>
                  <a:pt x="108" y="32"/>
                </a:lnTo>
                <a:lnTo>
                  <a:pt x="102" y="34"/>
                </a:lnTo>
                <a:lnTo>
                  <a:pt x="97" y="37"/>
                </a:lnTo>
                <a:lnTo>
                  <a:pt x="92" y="40"/>
                </a:lnTo>
                <a:lnTo>
                  <a:pt x="87" y="43"/>
                </a:lnTo>
                <a:lnTo>
                  <a:pt x="82" y="46"/>
                </a:lnTo>
                <a:lnTo>
                  <a:pt x="78" y="49"/>
                </a:lnTo>
                <a:lnTo>
                  <a:pt x="73" y="52"/>
                </a:lnTo>
                <a:lnTo>
                  <a:pt x="69" y="56"/>
                </a:lnTo>
                <a:lnTo>
                  <a:pt x="64" y="59"/>
                </a:lnTo>
                <a:lnTo>
                  <a:pt x="60" y="63"/>
                </a:lnTo>
                <a:lnTo>
                  <a:pt x="56" y="67"/>
                </a:lnTo>
                <a:lnTo>
                  <a:pt x="52" y="71"/>
                </a:lnTo>
                <a:lnTo>
                  <a:pt x="49" y="75"/>
                </a:lnTo>
                <a:lnTo>
                  <a:pt x="45" y="79"/>
                </a:lnTo>
                <a:lnTo>
                  <a:pt x="42" y="83"/>
                </a:lnTo>
                <a:lnTo>
                  <a:pt x="39" y="87"/>
                </a:lnTo>
                <a:lnTo>
                  <a:pt x="36" y="91"/>
                </a:lnTo>
                <a:lnTo>
                  <a:pt x="33" y="96"/>
                </a:lnTo>
                <a:lnTo>
                  <a:pt x="30" y="100"/>
                </a:lnTo>
                <a:lnTo>
                  <a:pt x="27" y="105"/>
                </a:lnTo>
                <a:lnTo>
                  <a:pt x="25" y="109"/>
                </a:lnTo>
                <a:lnTo>
                  <a:pt x="23" y="114"/>
                </a:lnTo>
                <a:lnTo>
                  <a:pt x="21" y="118"/>
                </a:lnTo>
                <a:lnTo>
                  <a:pt x="19" y="123"/>
                </a:lnTo>
                <a:lnTo>
                  <a:pt x="17" y="128"/>
                </a:lnTo>
                <a:lnTo>
                  <a:pt x="16" y="133"/>
                </a:lnTo>
                <a:lnTo>
                  <a:pt x="15" y="138"/>
                </a:lnTo>
                <a:lnTo>
                  <a:pt x="14" y="142"/>
                </a:lnTo>
                <a:lnTo>
                  <a:pt x="13" y="147"/>
                </a:lnTo>
                <a:lnTo>
                  <a:pt x="12" y="152"/>
                </a:lnTo>
                <a:lnTo>
                  <a:pt x="12" y="157"/>
                </a:lnTo>
                <a:lnTo>
                  <a:pt x="11" y="162"/>
                </a:lnTo>
                <a:lnTo>
                  <a:pt x="11" y="167"/>
                </a:lnTo>
                <a:lnTo>
                  <a:pt x="11" y="172"/>
                </a:lnTo>
                <a:lnTo>
                  <a:pt x="12" y="177"/>
                </a:lnTo>
                <a:lnTo>
                  <a:pt x="12" y="182"/>
                </a:lnTo>
                <a:lnTo>
                  <a:pt x="13" y="187"/>
                </a:lnTo>
                <a:lnTo>
                  <a:pt x="14" y="192"/>
                </a:lnTo>
                <a:lnTo>
                  <a:pt x="15" y="197"/>
                </a:lnTo>
                <a:lnTo>
                  <a:pt x="16" y="201"/>
                </a:lnTo>
                <a:lnTo>
                  <a:pt x="17" y="207"/>
                </a:lnTo>
                <a:lnTo>
                  <a:pt x="19" y="212"/>
                </a:lnTo>
                <a:lnTo>
                  <a:pt x="21" y="217"/>
                </a:lnTo>
                <a:lnTo>
                  <a:pt x="23" y="221"/>
                </a:lnTo>
                <a:lnTo>
                  <a:pt x="25" y="226"/>
                </a:lnTo>
                <a:lnTo>
                  <a:pt x="27" y="231"/>
                </a:lnTo>
                <a:lnTo>
                  <a:pt x="30" y="235"/>
                </a:lnTo>
                <a:lnTo>
                  <a:pt x="33" y="240"/>
                </a:lnTo>
                <a:lnTo>
                  <a:pt x="36" y="244"/>
                </a:lnTo>
                <a:lnTo>
                  <a:pt x="39" y="248"/>
                </a:lnTo>
                <a:lnTo>
                  <a:pt x="42" y="252"/>
                </a:lnTo>
                <a:lnTo>
                  <a:pt x="45" y="257"/>
                </a:lnTo>
                <a:lnTo>
                  <a:pt x="49" y="261"/>
                </a:lnTo>
                <a:lnTo>
                  <a:pt x="52" y="265"/>
                </a:lnTo>
                <a:lnTo>
                  <a:pt x="56" y="268"/>
                </a:lnTo>
                <a:lnTo>
                  <a:pt x="60" y="272"/>
                </a:lnTo>
                <a:lnTo>
                  <a:pt x="64" y="276"/>
                </a:lnTo>
                <a:lnTo>
                  <a:pt x="69" y="279"/>
                </a:lnTo>
                <a:lnTo>
                  <a:pt x="73" y="283"/>
                </a:lnTo>
                <a:lnTo>
                  <a:pt x="78" y="286"/>
                </a:lnTo>
                <a:lnTo>
                  <a:pt x="82" y="289"/>
                </a:lnTo>
                <a:lnTo>
                  <a:pt x="87" y="292"/>
                </a:lnTo>
                <a:lnTo>
                  <a:pt x="92" y="295"/>
                </a:lnTo>
                <a:lnTo>
                  <a:pt x="97" y="298"/>
                </a:lnTo>
                <a:lnTo>
                  <a:pt x="102" y="301"/>
                </a:lnTo>
                <a:lnTo>
                  <a:pt x="108" y="304"/>
                </a:lnTo>
                <a:lnTo>
                  <a:pt x="113" y="306"/>
                </a:lnTo>
                <a:lnTo>
                  <a:pt x="118" y="308"/>
                </a:lnTo>
                <a:lnTo>
                  <a:pt x="124" y="311"/>
                </a:lnTo>
                <a:lnTo>
                  <a:pt x="129" y="313"/>
                </a:lnTo>
                <a:lnTo>
                  <a:pt x="135" y="314"/>
                </a:lnTo>
                <a:lnTo>
                  <a:pt x="141" y="316"/>
                </a:lnTo>
                <a:lnTo>
                  <a:pt x="147" y="318"/>
                </a:lnTo>
                <a:lnTo>
                  <a:pt x="153" y="319"/>
                </a:lnTo>
                <a:lnTo>
                  <a:pt x="159" y="321"/>
                </a:lnTo>
                <a:lnTo>
                  <a:pt x="165" y="322"/>
                </a:lnTo>
                <a:lnTo>
                  <a:pt x="171" y="323"/>
                </a:lnTo>
                <a:lnTo>
                  <a:pt x="177" y="324"/>
                </a:lnTo>
                <a:lnTo>
                  <a:pt x="183" y="324"/>
                </a:lnTo>
                <a:lnTo>
                  <a:pt x="189" y="325"/>
                </a:lnTo>
                <a:lnTo>
                  <a:pt x="195" y="325"/>
                </a:lnTo>
                <a:lnTo>
                  <a:pt x="201" y="325"/>
                </a:lnTo>
                <a:lnTo>
                  <a:pt x="207" y="325"/>
                </a:lnTo>
                <a:lnTo>
                  <a:pt x="214" y="325"/>
                </a:lnTo>
                <a:lnTo>
                  <a:pt x="220" y="325"/>
                </a:lnTo>
                <a:lnTo>
                  <a:pt x="226" y="325"/>
                </a:lnTo>
                <a:lnTo>
                  <a:pt x="232" y="324"/>
                </a:lnTo>
                <a:lnTo>
                  <a:pt x="238" y="324"/>
                </a:lnTo>
                <a:lnTo>
                  <a:pt x="244" y="323"/>
                </a:lnTo>
                <a:lnTo>
                  <a:pt x="250" y="322"/>
                </a:lnTo>
                <a:lnTo>
                  <a:pt x="256" y="321"/>
                </a:lnTo>
                <a:lnTo>
                  <a:pt x="262" y="319"/>
                </a:lnTo>
                <a:lnTo>
                  <a:pt x="268" y="318"/>
                </a:lnTo>
                <a:lnTo>
                  <a:pt x="274" y="316"/>
                </a:lnTo>
                <a:lnTo>
                  <a:pt x="280" y="314"/>
                </a:lnTo>
                <a:lnTo>
                  <a:pt x="285" y="313"/>
                </a:lnTo>
                <a:lnTo>
                  <a:pt x="291" y="311"/>
                </a:lnTo>
                <a:lnTo>
                  <a:pt x="296" y="308"/>
                </a:lnTo>
                <a:lnTo>
                  <a:pt x="302" y="306"/>
                </a:lnTo>
                <a:lnTo>
                  <a:pt x="307" y="304"/>
                </a:lnTo>
                <a:lnTo>
                  <a:pt x="312" y="301"/>
                </a:lnTo>
                <a:lnTo>
                  <a:pt x="318" y="298"/>
                </a:lnTo>
                <a:lnTo>
                  <a:pt x="323" y="295"/>
                </a:lnTo>
                <a:lnTo>
                  <a:pt x="328" y="292"/>
                </a:lnTo>
                <a:lnTo>
                  <a:pt x="332" y="289"/>
                </a:lnTo>
                <a:lnTo>
                  <a:pt x="337" y="286"/>
                </a:lnTo>
                <a:lnTo>
                  <a:pt x="342" y="283"/>
                </a:lnTo>
                <a:lnTo>
                  <a:pt x="346" y="279"/>
                </a:lnTo>
                <a:lnTo>
                  <a:pt x="350" y="276"/>
                </a:lnTo>
                <a:lnTo>
                  <a:pt x="354" y="272"/>
                </a:lnTo>
                <a:lnTo>
                  <a:pt x="359" y="268"/>
                </a:lnTo>
                <a:lnTo>
                  <a:pt x="363" y="265"/>
                </a:lnTo>
                <a:lnTo>
                  <a:pt x="367" y="261"/>
                </a:lnTo>
                <a:lnTo>
                  <a:pt x="371" y="257"/>
                </a:lnTo>
                <a:lnTo>
                  <a:pt x="374" y="252"/>
                </a:lnTo>
                <a:lnTo>
                  <a:pt x="377" y="248"/>
                </a:lnTo>
                <a:lnTo>
                  <a:pt x="380" y="244"/>
                </a:lnTo>
                <a:lnTo>
                  <a:pt x="383" y="240"/>
                </a:lnTo>
                <a:lnTo>
                  <a:pt x="386" y="235"/>
                </a:lnTo>
                <a:lnTo>
                  <a:pt x="388" y="231"/>
                </a:lnTo>
                <a:lnTo>
                  <a:pt x="391" y="226"/>
                </a:lnTo>
                <a:lnTo>
                  <a:pt x="393" y="221"/>
                </a:lnTo>
                <a:lnTo>
                  <a:pt x="395" y="217"/>
                </a:lnTo>
                <a:lnTo>
                  <a:pt x="397" y="212"/>
                </a:lnTo>
                <a:lnTo>
                  <a:pt x="398" y="207"/>
                </a:lnTo>
                <a:lnTo>
                  <a:pt x="400" y="201"/>
                </a:lnTo>
                <a:lnTo>
                  <a:pt x="401" y="197"/>
                </a:lnTo>
                <a:lnTo>
                  <a:pt x="402" y="192"/>
                </a:lnTo>
                <a:lnTo>
                  <a:pt x="403" y="187"/>
                </a:lnTo>
                <a:lnTo>
                  <a:pt x="404" y="182"/>
                </a:lnTo>
                <a:lnTo>
                  <a:pt x="404" y="177"/>
                </a:lnTo>
                <a:lnTo>
                  <a:pt x="404" y="172"/>
                </a:lnTo>
                <a:lnTo>
                  <a:pt x="404" y="167"/>
                </a:lnTo>
                <a:moveTo>
                  <a:pt x="416" y="167"/>
                </a:moveTo>
                <a:lnTo>
                  <a:pt x="416" y="172"/>
                </a:lnTo>
                <a:lnTo>
                  <a:pt x="416" y="178"/>
                </a:lnTo>
                <a:lnTo>
                  <a:pt x="415" y="183"/>
                </a:lnTo>
                <a:lnTo>
                  <a:pt x="414" y="188"/>
                </a:lnTo>
                <a:lnTo>
                  <a:pt x="413" y="193"/>
                </a:lnTo>
                <a:lnTo>
                  <a:pt x="412" y="198"/>
                </a:lnTo>
                <a:lnTo>
                  <a:pt x="411" y="204"/>
                </a:lnTo>
                <a:lnTo>
                  <a:pt x="409" y="210"/>
                </a:lnTo>
                <a:lnTo>
                  <a:pt x="408" y="215"/>
                </a:lnTo>
                <a:lnTo>
                  <a:pt x="406" y="220"/>
                </a:lnTo>
                <a:lnTo>
                  <a:pt x="404" y="225"/>
                </a:lnTo>
                <a:lnTo>
                  <a:pt x="401" y="229"/>
                </a:lnTo>
                <a:lnTo>
                  <a:pt x="399" y="234"/>
                </a:lnTo>
                <a:lnTo>
                  <a:pt x="396" y="239"/>
                </a:lnTo>
                <a:lnTo>
                  <a:pt x="393" y="244"/>
                </a:lnTo>
                <a:lnTo>
                  <a:pt x="390" y="248"/>
                </a:lnTo>
                <a:lnTo>
                  <a:pt x="387" y="253"/>
                </a:lnTo>
                <a:lnTo>
                  <a:pt x="384" y="257"/>
                </a:lnTo>
                <a:lnTo>
                  <a:pt x="380" y="262"/>
                </a:lnTo>
                <a:lnTo>
                  <a:pt x="376" y="266"/>
                </a:lnTo>
                <a:lnTo>
                  <a:pt x="372" y="270"/>
                </a:lnTo>
                <a:lnTo>
                  <a:pt x="368" y="274"/>
                </a:lnTo>
                <a:lnTo>
                  <a:pt x="364" y="278"/>
                </a:lnTo>
                <a:lnTo>
                  <a:pt x="360" y="282"/>
                </a:lnTo>
                <a:lnTo>
                  <a:pt x="354" y="286"/>
                </a:lnTo>
                <a:lnTo>
                  <a:pt x="349" y="290"/>
                </a:lnTo>
                <a:lnTo>
                  <a:pt x="345" y="293"/>
                </a:lnTo>
                <a:lnTo>
                  <a:pt x="340" y="297"/>
                </a:lnTo>
                <a:lnTo>
                  <a:pt x="335" y="300"/>
                </a:lnTo>
                <a:lnTo>
                  <a:pt x="329" y="303"/>
                </a:lnTo>
                <a:lnTo>
                  <a:pt x="324" y="306"/>
                </a:lnTo>
                <a:lnTo>
                  <a:pt x="319" y="309"/>
                </a:lnTo>
                <a:lnTo>
                  <a:pt x="313" y="312"/>
                </a:lnTo>
                <a:lnTo>
                  <a:pt x="307" y="314"/>
                </a:lnTo>
                <a:lnTo>
                  <a:pt x="302" y="317"/>
                </a:lnTo>
                <a:lnTo>
                  <a:pt x="296" y="319"/>
                </a:lnTo>
                <a:lnTo>
                  <a:pt x="290" y="321"/>
                </a:lnTo>
                <a:lnTo>
                  <a:pt x="284" y="323"/>
                </a:lnTo>
                <a:lnTo>
                  <a:pt x="278" y="325"/>
                </a:lnTo>
                <a:lnTo>
                  <a:pt x="272" y="327"/>
                </a:lnTo>
                <a:lnTo>
                  <a:pt x="265" y="328"/>
                </a:lnTo>
                <a:lnTo>
                  <a:pt x="259" y="330"/>
                </a:lnTo>
                <a:lnTo>
                  <a:pt x="253" y="331"/>
                </a:lnTo>
                <a:lnTo>
                  <a:pt x="246" y="332"/>
                </a:lnTo>
                <a:lnTo>
                  <a:pt x="240" y="333"/>
                </a:lnTo>
                <a:lnTo>
                  <a:pt x="233" y="333"/>
                </a:lnTo>
                <a:lnTo>
                  <a:pt x="227" y="334"/>
                </a:lnTo>
                <a:lnTo>
                  <a:pt x="220" y="334"/>
                </a:lnTo>
                <a:lnTo>
                  <a:pt x="214" y="335"/>
                </a:lnTo>
                <a:lnTo>
                  <a:pt x="207" y="335"/>
                </a:lnTo>
                <a:lnTo>
                  <a:pt x="201" y="335"/>
                </a:lnTo>
                <a:lnTo>
                  <a:pt x="194" y="334"/>
                </a:lnTo>
                <a:lnTo>
                  <a:pt x="188" y="334"/>
                </a:lnTo>
                <a:lnTo>
                  <a:pt x="181" y="333"/>
                </a:lnTo>
                <a:lnTo>
                  <a:pt x="175" y="333"/>
                </a:lnTo>
                <a:lnTo>
                  <a:pt x="168" y="332"/>
                </a:lnTo>
                <a:lnTo>
                  <a:pt x="162" y="331"/>
                </a:lnTo>
                <a:lnTo>
                  <a:pt x="156" y="330"/>
                </a:lnTo>
                <a:lnTo>
                  <a:pt x="149" y="328"/>
                </a:lnTo>
                <a:lnTo>
                  <a:pt x="143" y="327"/>
                </a:lnTo>
                <a:lnTo>
                  <a:pt x="137" y="325"/>
                </a:lnTo>
                <a:lnTo>
                  <a:pt x="131" y="323"/>
                </a:lnTo>
                <a:lnTo>
                  <a:pt x="125" y="321"/>
                </a:lnTo>
                <a:lnTo>
                  <a:pt x="119" y="319"/>
                </a:lnTo>
                <a:lnTo>
                  <a:pt x="113" y="317"/>
                </a:lnTo>
                <a:lnTo>
                  <a:pt x="107" y="314"/>
                </a:lnTo>
                <a:lnTo>
                  <a:pt x="102" y="312"/>
                </a:lnTo>
                <a:lnTo>
                  <a:pt x="96" y="309"/>
                </a:lnTo>
                <a:lnTo>
                  <a:pt x="91" y="306"/>
                </a:lnTo>
                <a:lnTo>
                  <a:pt x="85" y="303"/>
                </a:lnTo>
                <a:lnTo>
                  <a:pt x="80" y="300"/>
                </a:lnTo>
                <a:lnTo>
                  <a:pt x="75" y="297"/>
                </a:lnTo>
                <a:lnTo>
                  <a:pt x="70" y="293"/>
                </a:lnTo>
                <a:lnTo>
                  <a:pt x="65" y="290"/>
                </a:lnTo>
                <a:lnTo>
                  <a:pt x="61" y="286"/>
                </a:lnTo>
                <a:lnTo>
                  <a:pt x="56" y="282"/>
                </a:lnTo>
                <a:lnTo>
                  <a:pt x="52" y="278"/>
                </a:lnTo>
                <a:lnTo>
                  <a:pt x="47" y="274"/>
                </a:lnTo>
                <a:lnTo>
                  <a:pt x="43" y="270"/>
                </a:lnTo>
                <a:lnTo>
                  <a:pt x="39" y="266"/>
                </a:lnTo>
                <a:lnTo>
                  <a:pt x="36" y="262"/>
                </a:lnTo>
                <a:lnTo>
                  <a:pt x="32" y="257"/>
                </a:lnTo>
                <a:lnTo>
                  <a:pt x="29" y="253"/>
                </a:lnTo>
                <a:lnTo>
                  <a:pt x="25" y="248"/>
                </a:lnTo>
                <a:lnTo>
                  <a:pt x="22" y="244"/>
                </a:lnTo>
                <a:lnTo>
                  <a:pt x="19" y="239"/>
                </a:lnTo>
                <a:lnTo>
                  <a:pt x="17" y="234"/>
                </a:lnTo>
                <a:lnTo>
                  <a:pt x="14" y="229"/>
                </a:lnTo>
                <a:lnTo>
                  <a:pt x="12" y="225"/>
                </a:lnTo>
                <a:lnTo>
                  <a:pt x="10" y="220"/>
                </a:lnTo>
                <a:lnTo>
                  <a:pt x="8" y="215"/>
                </a:lnTo>
                <a:lnTo>
                  <a:pt x="6" y="210"/>
                </a:lnTo>
                <a:lnTo>
                  <a:pt x="5" y="204"/>
                </a:lnTo>
                <a:lnTo>
                  <a:pt x="3" y="198"/>
                </a:lnTo>
                <a:lnTo>
                  <a:pt x="2" y="193"/>
                </a:lnTo>
                <a:lnTo>
                  <a:pt x="1" y="188"/>
                </a:lnTo>
                <a:lnTo>
                  <a:pt x="1" y="183"/>
                </a:lnTo>
                <a:lnTo>
                  <a:pt x="0" y="178"/>
                </a:lnTo>
                <a:lnTo>
                  <a:pt x="0" y="172"/>
                </a:lnTo>
                <a:lnTo>
                  <a:pt x="0" y="167"/>
                </a:lnTo>
                <a:lnTo>
                  <a:pt x="0" y="162"/>
                </a:lnTo>
                <a:lnTo>
                  <a:pt x="0" y="157"/>
                </a:lnTo>
                <a:lnTo>
                  <a:pt x="1" y="151"/>
                </a:lnTo>
                <a:lnTo>
                  <a:pt x="1" y="146"/>
                </a:lnTo>
                <a:lnTo>
                  <a:pt x="2" y="141"/>
                </a:lnTo>
                <a:lnTo>
                  <a:pt x="3" y="136"/>
                </a:lnTo>
                <a:lnTo>
                  <a:pt x="5" y="131"/>
                </a:lnTo>
                <a:lnTo>
                  <a:pt x="6" y="126"/>
                </a:lnTo>
                <a:lnTo>
                  <a:pt x="8" y="121"/>
                </a:lnTo>
                <a:lnTo>
                  <a:pt x="10" y="116"/>
                </a:lnTo>
                <a:lnTo>
                  <a:pt x="12" y="111"/>
                </a:lnTo>
                <a:lnTo>
                  <a:pt x="14" y="106"/>
                </a:lnTo>
                <a:lnTo>
                  <a:pt x="17" y="101"/>
                </a:lnTo>
                <a:lnTo>
                  <a:pt x="19" y="96"/>
                </a:lnTo>
                <a:lnTo>
                  <a:pt x="22" y="91"/>
                </a:lnTo>
                <a:lnTo>
                  <a:pt x="25" y="87"/>
                </a:lnTo>
                <a:lnTo>
                  <a:pt x="29" y="82"/>
                </a:lnTo>
                <a:lnTo>
                  <a:pt x="32" y="78"/>
                </a:lnTo>
                <a:lnTo>
                  <a:pt x="36" y="73"/>
                </a:lnTo>
                <a:lnTo>
                  <a:pt x="39" y="69"/>
                </a:lnTo>
                <a:lnTo>
                  <a:pt x="43" y="65"/>
                </a:lnTo>
                <a:lnTo>
                  <a:pt x="47" y="61"/>
                </a:lnTo>
                <a:lnTo>
                  <a:pt x="52" y="57"/>
                </a:lnTo>
                <a:lnTo>
                  <a:pt x="56" y="53"/>
                </a:lnTo>
                <a:lnTo>
                  <a:pt x="61" y="49"/>
                </a:lnTo>
                <a:lnTo>
                  <a:pt x="65" y="46"/>
                </a:lnTo>
                <a:lnTo>
                  <a:pt x="70" y="42"/>
                </a:lnTo>
                <a:lnTo>
                  <a:pt x="75" y="39"/>
                </a:lnTo>
                <a:lnTo>
                  <a:pt x="80" y="35"/>
                </a:lnTo>
                <a:lnTo>
                  <a:pt x="85" y="32"/>
                </a:lnTo>
                <a:lnTo>
                  <a:pt x="91" y="29"/>
                </a:lnTo>
                <a:lnTo>
                  <a:pt x="96" y="26"/>
                </a:lnTo>
                <a:lnTo>
                  <a:pt x="102" y="24"/>
                </a:lnTo>
                <a:lnTo>
                  <a:pt x="107" y="21"/>
                </a:lnTo>
                <a:lnTo>
                  <a:pt x="113" y="19"/>
                </a:lnTo>
                <a:lnTo>
                  <a:pt x="119" y="16"/>
                </a:lnTo>
                <a:lnTo>
                  <a:pt x="125" y="14"/>
                </a:lnTo>
                <a:lnTo>
                  <a:pt x="131" y="12"/>
                </a:lnTo>
                <a:lnTo>
                  <a:pt x="137" y="10"/>
                </a:lnTo>
                <a:lnTo>
                  <a:pt x="143" y="9"/>
                </a:lnTo>
                <a:lnTo>
                  <a:pt x="149" y="7"/>
                </a:lnTo>
                <a:lnTo>
                  <a:pt x="156" y="6"/>
                </a:lnTo>
                <a:lnTo>
                  <a:pt x="162" y="4"/>
                </a:lnTo>
                <a:lnTo>
                  <a:pt x="168" y="3"/>
                </a:lnTo>
                <a:lnTo>
                  <a:pt x="175" y="2"/>
                </a:lnTo>
                <a:lnTo>
                  <a:pt x="181" y="2"/>
                </a:lnTo>
                <a:lnTo>
                  <a:pt x="188" y="1"/>
                </a:lnTo>
                <a:lnTo>
                  <a:pt x="194" y="1"/>
                </a:lnTo>
                <a:lnTo>
                  <a:pt x="201" y="0"/>
                </a:lnTo>
                <a:lnTo>
                  <a:pt x="207" y="0"/>
                </a:lnTo>
                <a:lnTo>
                  <a:pt x="214" y="0"/>
                </a:lnTo>
                <a:lnTo>
                  <a:pt x="220" y="1"/>
                </a:lnTo>
                <a:lnTo>
                  <a:pt x="227" y="1"/>
                </a:lnTo>
                <a:lnTo>
                  <a:pt x="233" y="2"/>
                </a:lnTo>
                <a:lnTo>
                  <a:pt x="240" y="2"/>
                </a:lnTo>
                <a:lnTo>
                  <a:pt x="246" y="3"/>
                </a:lnTo>
                <a:lnTo>
                  <a:pt x="253" y="4"/>
                </a:lnTo>
                <a:lnTo>
                  <a:pt x="259" y="6"/>
                </a:lnTo>
                <a:lnTo>
                  <a:pt x="265" y="7"/>
                </a:lnTo>
                <a:lnTo>
                  <a:pt x="272" y="9"/>
                </a:lnTo>
                <a:lnTo>
                  <a:pt x="278" y="10"/>
                </a:lnTo>
                <a:lnTo>
                  <a:pt x="284" y="12"/>
                </a:lnTo>
                <a:lnTo>
                  <a:pt x="290" y="14"/>
                </a:lnTo>
                <a:lnTo>
                  <a:pt x="296" y="16"/>
                </a:lnTo>
                <a:lnTo>
                  <a:pt x="302" y="19"/>
                </a:lnTo>
                <a:lnTo>
                  <a:pt x="307" y="21"/>
                </a:lnTo>
                <a:lnTo>
                  <a:pt x="313" y="24"/>
                </a:lnTo>
                <a:lnTo>
                  <a:pt x="319" y="26"/>
                </a:lnTo>
                <a:lnTo>
                  <a:pt x="324" y="29"/>
                </a:lnTo>
                <a:lnTo>
                  <a:pt x="329" y="32"/>
                </a:lnTo>
                <a:lnTo>
                  <a:pt x="335" y="35"/>
                </a:lnTo>
                <a:lnTo>
                  <a:pt x="340" y="39"/>
                </a:lnTo>
                <a:lnTo>
                  <a:pt x="345" y="42"/>
                </a:lnTo>
                <a:lnTo>
                  <a:pt x="349" y="46"/>
                </a:lnTo>
                <a:lnTo>
                  <a:pt x="354" y="49"/>
                </a:lnTo>
                <a:lnTo>
                  <a:pt x="360" y="53"/>
                </a:lnTo>
                <a:lnTo>
                  <a:pt x="364" y="57"/>
                </a:lnTo>
                <a:lnTo>
                  <a:pt x="368" y="61"/>
                </a:lnTo>
                <a:lnTo>
                  <a:pt x="372" y="65"/>
                </a:lnTo>
                <a:lnTo>
                  <a:pt x="376" y="69"/>
                </a:lnTo>
                <a:lnTo>
                  <a:pt x="380" y="73"/>
                </a:lnTo>
                <a:lnTo>
                  <a:pt x="384" y="78"/>
                </a:lnTo>
                <a:lnTo>
                  <a:pt x="387" y="82"/>
                </a:lnTo>
                <a:lnTo>
                  <a:pt x="390" y="87"/>
                </a:lnTo>
                <a:lnTo>
                  <a:pt x="393" y="91"/>
                </a:lnTo>
                <a:lnTo>
                  <a:pt x="396" y="96"/>
                </a:lnTo>
                <a:lnTo>
                  <a:pt x="399" y="101"/>
                </a:lnTo>
                <a:lnTo>
                  <a:pt x="401" y="106"/>
                </a:lnTo>
                <a:lnTo>
                  <a:pt x="404" y="111"/>
                </a:lnTo>
                <a:lnTo>
                  <a:pt x="406" y="116"/>
                </a:lnTo>
                <a:lnTo>
                  <a:pt x="408" y="121"/>
                </a:lnTo>
                <a:lnTo>
                  <a:pt x="409" y="126"/>
                </a:lnTo>
                <a:lnTo>
                  <a:pt x="411" y="131"/>
                </a:lnTo>
                <a:lnTo>
                  <a:pt x="412" y="136"/>
                </a:lnTo>
                <a:lnTo>
                  <a:pt x="413" y="141"/>
                </a:lnTo>
                <a:lnTo>
                  <a:pt x="414" y="146"/>
                </a:lnTo>
                <a:lnTo>
                  <a:pt x="415" y="151"/>
                </a:lnTo>
                <a:lnTo>
                  <a:pt x="416" y="157"/>
                </a:lnTo>
                <a:lnTo>
                  <a:pt x="416" y="162"/>
                </a:lnTo>
                <a:lnTo>
                  <a:pt x="416" y="167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2" name=""/>
          <p:cNvSpPr/>
          <p:nvPr/>
        </p:nvSpPr>
        <p:spPr>
          <a:xfrm>
            <a:off x="2780640" y="1782000"/>
            <a:ext cx="158040" cy="127080"/>
          </a:xfrm>
          <a:custGeom>
            <a:avLst/>
            <a:gdLst/>
            <a:ahLst/>
            <a:rect l="0" t="0" r="r" b="b"/>
            <a:pathLst>
              <a:path w="439" h="353">
                <a:moveTo>
                  <a:pt x="428" y="177"/>
                </a:moveTo>
                <a:lnTo>
                  <a:pt x="428" y="172"/>
                </a:lnTo>
                <a:lnTo>
                  <a:pt x="428" y="167"/>
                </a:lnTo>
                <a:lnTo>
                  <a:pt x="427" y="161"/>
                </a:lnTo>
                <a:lnTo>
                  <a:pt x="426" y="156"/>
                </a:lnTo>
                <a:lnTo>
                  <a:pt x="425" y="151"/>
                </a:lnTo>
                <a:lnTo>
                  <a:pt x="424" y="146"/>
                </a:lnTo>
                <a:lnTo>
                  <a:pt x="423" y="141"/>
                </a:lnTo>
                <a:lnTo>
                  <a:pt x="421" y="135"/>
                </a:lnTo>
                <a:lnTo>
                  <a:pt x="420" y="130"/>
                </a:lnTo>
                <a:lnTo>
                  <a:pt x="418" y="125"/>
                </a:lnTo>
                <a:lnTo>
                  <a:pt x="416" y="120"/>
                </a:lnTo>
                <a:lnTo>
                  <a:pt x="413" y="115"/>
                </a:lnTo>
                <a:lnTo>
                  <a:pt x="411" y="110"/>
                </a:lnTo>
                <a:lnTo>
                  <a:pt x="408" y="105"/>
                </a:lnTo>
                <a:lnTo>
                  <a:pt x="405" y="100"/>
                </a:lnTo>
                <a:lnTo>
                  <a:pt x="402" y="96"/>
                </a:lnTo>
                <a:lnTo>
                  <a:pt x="399" y="91"/>
                </a:lnTo>
                <a:lnTo>
                  <a:pt x="396" y="87"/>
                </a:lnTo>
                <a:lnTo>
                  <a:pt x="392" y="82"/>
                </a:lnTo>
                <a:lnTo>
                  <a:pt x="388" y="78"/>
                </a:lnTo>
                <a:lnTo>
                  <a:pt x="384" y="74"/>
                </a:lnTo>
                <a:lnTo>
                  <a:pt x="380" y="70"/>
                </a:lnTo>
                <a:lnTo>
                  <a:pt x="375" y="66"/>
                </a:lnTo>
                <a:lnTo>
                  <a:pt x="371" y="62"/>
                </a:lnTo>
                <a:lnTo>
                  <a:pt x="366" y="58"/>
                </a:lnTo>
                <a:lnTo>
                  <a:pt x="361" y="55"/>
                </a:lnTo>
                <a:lnTo>
                  <a:pt x="357" y="51"/>
                </a:lnTo>
                <a:lnTo>
                  <a:pt x="352" y="48"/>
                </a:lnTo>
                <a:lnTo>
                  <a:pt x="347" y="44"/>
                </a:lnTo>
                <a:lnTo>
                  <a:pt x="341" y="41"/>
                </a:lnTo>
                <a:lnTo>
                  <a:pt x="336" y="38"/>
                </a:lnTo>
                <a:lnTo>
                  <a:pt x="331" y="35"/>
                </a:lnTo>
                <a:lnTo>
                  <a:pt x="325" y="33"/>
                </a:lnTo>
                <a:lnTo>
                  <a:pt x="319" y="30"/>
                </a:lnTo>
                <a:lnTo>
                  <a:pt x="314" y="28"/>
                </a:lnTo>
                <a:lnTo>
                  <a:pt x="308" y="25"/>
                </a:lnTo>
                <a:lnTo>
                  <a:pt x="302" y="23"/>
                </a:lnTo>
                <a:lnTo>
                  <a:pt x="296" y="21"/>
                </a:lnTo>
                <a:lnTo>
                  <a:pt x="290" y="19"/>
                </a:lnTo>
                <a:lnTo>
                  <a:pt x="284" y="18"/>
                </a:lnTo>
                <a:lnTo>
                  <a:pt x="277" y="16"/>
                </a:lnTo>
                <a:lnTo>
                  <a:pt x="271" y="15"/>
                </a:lnTo>
                <a:lnTo>
                  <a:pt x="265" y="13"/>
                </a:lnTo>
                <a:lnTo>
                  <a:pt x="258" y="12"/>
                </a:lnTo>
                <a:lnTo>
                  <a:pt x="252" y="11"/>
                </a:lnTo>
                <a:lnTo>
                  <a:pt x="245" y="11"/>
                </a:lnTo>
                <a:lnTo>
                  <a:pt x="239" y="10"/>
                </a:lnTo>
                <a:lnTo>
                  <a:pt x="232" y="10"/>
                </a:lnTo>
                <a:lnTo>
                  <a:pt x="226" y="9"/>
                </a:lnTo>
                <a:lnTo>
                  <a:pt x="219" y="9"/>
                </a:lnTo>
                <a:lnTo>
                  <a:pt x="213" y="9"/>
                </a:lnTo>
                <a:lnTo>
                  <a:pt x="206" y="10"/>
                </a:lnTo>
                <a:lnTo>
                  <a:pt x="200" y="10"/>
                </a:lnTo>
                <a:lnTo>
                  <a:pt x="193" y="11"/>
                </a:lnTo>
                <a:lnTo>
                  <a:pt x="187" y="11"/>
                </a:lnTo>
                <a:lnTo>
                  <a:pt x="180" y="12"/>
                </a:lnTo>
                <a:lnTo>
                  <a:pt x="174" y="13"/>
                </a:lnTo>
                <a:lnTo>
                  <a:pt x="168" y="15"/>
                </a:lnTo>
                <a:lnTo>
                  <a:pt x="161" y="16"/>
                </a:lnTo>
                <a:lnTo>
                  <a:pt x="155" y="18"/>
                </a:lnTo>
                <a:lnTo>
                  <a:pt x="149" y="19"/>
                </a:lnTo>
                <a:lnTo>
                  <a:pt x="143" y="21"/>
                </a:lnTo>
                <a:lnTo>
                  <a:pt x="137" y="23"/>
                </a:lnTo>
                <a:lnTo>
                  <a:pt x="131" y="25"/>
                </a:lnTo>
                <a:lnTo>
                  <a:pt x="125" y="28"/>
                </a:lnTo>
                <a:lnTo>
                  <a:pt x="119" y="30"/>
                </a:lnTo>
                <a:lnTo>
                  <a:pt x="114" y="33"/>
                </a:lnTo>
                <a:lnTo>
                  <a:pt x="108" y="35"/>
                </a:lnTo>
                <a:lnTo>
                  <a:pt x="103" y="38"/>
                </a:lnTo>
                <a:lnTo>
                  <a:pt x="97" y="41"/>
                </a:lnTo>
                <a:lnTo>
                  <a:pt x="92" y="44"/>
                </a:lnTo>
                <a:lnTo>
                  <a:pt x="87" y="48"/>
                </a:lnTo>
                <a:lnTo>
                  <a:pt x="82" y="51"/>
                </a:lnTo>
                <a:lnTo>
                  <a:pt x="77" y="55"/>
                </a:lnTo>
                <a:lnTo>
                  <a:pt x="73" y="58"/>
                </a:lnTo>
                <a:lnTo>
                  <a:pt x="68" y="62"/>
                </a:lnTo>
                <a:lnTo>
                  <a:pt x="64" y="66"/>
                </a:lnTo>
                <a:lnTo>
                  <a:pt x="59" y="70"/>
                </a:lnTo>
                <a:lnTo>
                  <a:pt x="55" y="74"/>
                </a:lnTo>
                <a:lnTo>
                  <a:pt x="51" y="78"/>
                </a:lnTo>
                <a:lnTo>
                  <a:pt x="48" y="82"/>
                </a:lnTo>
                <a:lnTo>
                  <a:pt x="44" y="87"/>
                </a:lnTo>
                <a:lnTo>
                  <a:pt x="41" y="91"/>
                </a:lnTo>
                <a:lnTo>
                  <a:pt x="37" y="96"/>
                </a:lnTo>
                <a:lnTo>
                  <a:pt x="34" y="100"/>
                </a:lnTo>
                <a:lnTo>
                  <a:pt x="31" y="105"/>
                </a:lnTo>
                <a:lnTo>
                  <a:pt x="29" y="110"/>
                </a:lnTo>
                <a:lnTo>
                  <a:pt x="26" y="115"/>
                </a:lnTo>
                <a:lnTo>
                  <a:pt x="24" y="120"/>
                </a:lnTo>
                <a:lnTo>
                  <a:pt x="22" y="125"/>
                </a:lnTo>
                <a:lnTo>
                  <a:pt x="20" y="130"/>
                </a:lnTo>
                <a:lnTo>
                  <a:pt x="18" y="135"/>
                </a:lnTo>
                <a:lnTo>
                  <a:pt x="17" y="141"/>
                </a:lnTo>
                <a:lnTo>
                  <a:pt x="15" y="146"/>
                </a:lnTo>
                <a:lnTo>
                  <a:pt x="14" y="151"/>
                </a:lnTo>
                <a:lnTo>
                  <a:pt x="13" y="156"/>
                </a:lnTo>
                <a:lnTo>
                  <a:pt x="13" y="161"/>
                </a:lnTo>
                <a:lnTo>
                  <a:pt x="12" y="167"/>
                </a:lnTo>
                <a:lnTo>
                  <a:pt x="12" y="172"/>
                </a:lnTo>
                <a:lnTo>
                  <a:pt x="12" y="177"/>
                </a:lnTo>
                <a:lnTo>
                  <a:pt x="12" y="182"/>
                </a:lnTo>
                <a:lnTo>
                  <a:pt x="12" y="188"/>
                </a:lnTo>
                <a:lnTo>
                  <a:pt x="13" y="193"/>
                </a:lnTo>
                <a:lnTo>
                  <a:pt x="13" y="198"/>
                </a:lnTo>
                <a:lnTo>
                  <a:pt x="14" y="203"/>
                </a:lnTo>
                <a:lnTo>
                  <a:pt x="15" y="208"/>
                </a:lnTo>
                <a:lnTo>
                  <a:pt x="17" y="213"/>
                </a:lnTo>
                <a:lnTo>
                  <a:pt x="18" y="219"/>
                </a:lnTo>
                <a:lnTo>
                  <a:pt x="20" y="224"/>
                </a:lnTo>
                <a:lnTo>
                  <a:pt x="22" y="229"/>
                </a:lnTo>
                <a:lnTo>
                  <a:pt x="24" y="234"/>
                </a:lnTo>
                <a:lnTo>
                  <a:pt x="26" y="238"/>
                </a:lnTo>
                <a:lnTo>
                  <a:pt x="29" y="243"/>
                </a:lnTo>
                <a:lnTo>
                  <a:pt x="31" y="248"/>
                </a:lnTo>
                <a:lnTo>
                  <a:pt x="34" y="253"/>
                </a:lnTo>
                <a:lnTo>
                  <a:pt x="37" y="257"/>
                </a:lnTo>
                <a:lnTo>
                  <a:pt x="41" y="262"/>
                </a:lnTo>
                <a:lnTo>
                  <a:pt x="44" y="266"/>
                </a:lnTo>
                <a:lnTo>
                  <a:pt x="48" y="271"/>
                </a:lnTo>
                <a:lnTo>
                  <a:pt x="51" y="275"/>
                </a:lnTo>
                <a:lnTo>
                  <a:pt x="55" y="279"/>
                </a:lnTo>
                <a:lnTo>
                  <a:pt x="59" y="283"/>
                </a:lnTo>
                <a:lnTo>
                  <a:pt x="64" y="287"/>
                </a:lnTo>
                <a:lnTo>
                  <a:pt x="68" y="291"/>
                </a:lnTo>
                <a:lnTo>
                  <a:pt x="73" y="295"/>
                </a:lnTo>
                <a:lnTo>
                  <a:pt x="77" y="299"/>
                </a:lnTo>
                <a:lnTo>
                  <a:pt x="82" y="302"/>
                </a:lnTo>
                <a:lnTo>
                  <a:pt x="87" y="306"/>
                </a:lnTo>
                <a:lnTo>
                  <a:pt x="92" y="309"/>
                </a:lnTo>
                <a:lnTo>
                  <a:pt x="97" y="312"/>
                </a:lnTo>
                <a:lnTo>
                  <a:pt x="103" y="315"/>
                </a:lnTo>
                <a:lnTo>
                  <a:pt x="108" y="318"/>
                </a:lnTo>
                <a:lnTo>
                  <a:pt x="114" y="321"/>
                </a:lnTo>
                <a:lnTo>
                  <a:pt x="119" y="323"/>
                </a:lnTo>
                <a:lnTo>
                  <a:pt x="125" y="326"/>
                </a:lnTo>
                <a:lnTo>
                  <a:pt x="131" y="328"/>
                </a:lnTo>
                <a:lnTo>
                  <a:pt x="137" y="330"/>
                </a:lnTo>
                <a:lnTo>
                  <a:pt x="143" y="332"/>
                </a:lnTo>
                <a:lnTo>
                  <a:pt x="149" y="334"/>
                </a:lnTo>
                <a:lnTo>
                  <a:pt x="155" y="336"/>
                </a:lnTo>
                <a:lnTo>
                  <a:pt x="161" y="337"/>
                </a:lnTo>
                <a:lnTo>
                  <a:pt x="168" y="339"/>
                </a:lnTo>
                <a:lnTo>
                  <a:pt x="174" y="340"/>
                </a:lnTo>
                <a:lnTo>
                  <a:pt x="180" y="341"/>
                </a:lnTo>
                <a:lnTo>
                  <a:pt x="187" y="342"/>
                </a:lnTo>
                <a:lnTo>
                  <a:pt x="193" y="342"/>
                </a:lnTo>
                <a:lnTo>
                  <a:pt x="200" y="343"/>
                </a:lnTo>
                <a:lnTo>
                  <a:pt x="206" y="343"/>
                </a:lnTo>
                <a:lnTo>
                  <a:pt x="213" y="344"/>
                </a:lnTo>
                <a:lnTo>
                  <a:pt x="219" y="344"/>
                </a:lnTo>
                <a:lnTo>
                  <a:pt x="226" y="344"/>
                </a:lnTo>
                <a:lnTo>
                  <a:pt x="232" y="343"/>
                </a:lnTo>
                <a:lnTo>
                  <a:pt x="239" y="343"/>
                </a:lnTo>
                <a:lnTo>
                  <a:pt x="245" y="342"/>
                </a:lnTo>
                <a:lnTo>
                  <a:pt x="252" y="342"/>
                </a:lnTo>
                <a:lnTo>
                  <a:pt x="258" y="341"/>
                </a:lnTo>
                <a:lnTo>
                  <a:pt x="265" y="340"/>
                </a:lnTo>
                <a:lnTo>
                  <a:pt x="271" y="339"/>
                </a:lnTo>
                <a:lnTo>
                  <a:pt x="277" y="337"/>
                </a:lnTo>
                <a:lnTo>
                  <a:pt x="284" y="336"/>
                </a:lnTo>
                <a:lnTo>
                  <a:pt x="290" y="334"/>
                </a:lnTo>
                <a:lnTo>
                  <a:pt x="296" y="332"/>
                </a:lnTo>
                <a:lnTo>
                  <a:pt x="302" y="330"/>
                </a:lnTo>
                <a:lnTo>
                  <a:pt x="308" y="328"/>
                </a:lnTo>
                <a:lnTo>
                  <a:pt x="314" y="326"/>
                </a:lnTo>
                <a:lnTo>
                  <a:pt x="319" y="323"/>
                </a:lnTo>
                <a:lnTo>
                  <a:pt x="325" y="321"/>
                </a:lnTo>
                <a:lnTo>
                  <a:pt x="331" y="318"/>
                </a:lnTo>
                <a:lnTo>
                  <a:pt x="336" y="315"/>
                </a:lnTo>
                <a:lnTo>
                  <a:pt x="341" y="312"/>
                </a:lnTo>
                <a:lnTo>
                  <a:pt x="347" y="309"/>
                </a:lnTo>
                <a:lnTo>
                  <a:pt x="352" y="306"/>
                </a:lnTo>
                <a:lnTo>
                  <a:pt x="357" y="302"/>
                </a:lnTo>
                <a:lnTo>
                  <a:pt x="361" y="299"/>
                </a:lnTo>
                <a:lnTo>
                  <a:pt x="366" y="295"/>
                </a:lnTo>
                <a:lnTo>
                  <a:pt x="371" y="291"/>
                </a:lnTo>
                <a:lnTo>
                  <a:pt x="375" y="287"/>
                </a:lnTo>
                <a:lnTo>
                  <a:pt x="380" y="283"/>
                </a:lnTo>
                <a:lnTo>
                  <a:pt x="384" y="279"/>
                </a:lnTo>
                <a:lnTo>
                  <a:pt x="388" y="275"/>
                </a:lnTo>
                <a:lnTo>
                  <a:pt x="392" y="271"/>
                </a:lnTo>
                <a:lnTo>
                  <a:pt x="396" y="266"/>
                </a:lnTo>
                <a:lnTo>
                  <a:pt x="399" y="262"/>
                </a:lnTo>
                <a:lnTo>
                  <a:pt x="402" y="257"/>
                </a:lnTo>
                <a:lnTo>
                  <a:pt x="405" y="253"/>
                </a:lnTo>
                <a:lnTo>
                  <a:pt x="408" y="248"/>
                </a:lnTo>
                <a:lnTo>
                  <a:pt x="411" y="243"/>
                </a:lnTo>
                <a:lnTo>
                  <a:pt x="413" y="238"/>
                </a:lnTo>
                <a:lnTo>
                  <a:pt x="416" y="234"/>
                </a:lnTo>
                <a:lnTo>
                  <a:pt x="418" y="229"/>
                </a:lnTo>
                <a:lnTo>
                  <a:pt x="420" y="224"/>
                </a:lnTo>
                <a:lnTo>
                  <a:pt x="421" y="219"/>
                </a:lnTo>
                <a:lnTo>
                  <a:pt x="423" y="213"/>
                </a:lnTo>
                <a:lnTo>
                  <a:pt x="424" y="208"/>
                </a:lnTo>
                <a:lnTo>
                  <a:pt x="425" y="203"/>
                </a:lnTo>
                <a:lnTo>
                  <a:pt x="426" y="198"/>
                </a:lnTo>
                <a:lnTo>
                  <a:pt x="427" y="193"/>
                </a:lnTo>
                <a:lnTo>
                  <a:pt x="428" y="188"/>
                </a:lnTo>
                <a:lnTo>
                  <a:pt x="428" y="182"/>
                </a:lnTo>
                <a:lnTo>
                  <a:pt x="428" y="177"/>
                </a:lnTo>
                <a:moveTo>
                  <a:pt x="439" y="177"/>
                </a:moveTo>
                <a:lnTo>
                  <a:pt x="439" y="183"/>
                </a:lnTo>
                <a:lnTo>
                  <a:pt x="439" y="188"/>
                </a:lnTo>
                <a:lnTo>
                  <a:pt x="439" y="194"/>
                </a:lnTo>
                <a:lnTo>
                  <a:pt x="438" y="199"/>
                </a:lnTo>
                <a:lnTo>
                  <a:pt x="437" y="205"/>
                </a:lnTo>
                <a:lnTo>
                  <a:pt x="436" y="210"/>
                </a:lnTo>
                <a:lnTo>
                  <a:pt x="434" y="215"/>
                </a:lnTo>
                <a:lnTo>
                  <a:pt x="433" y="221"/>
                </a:lnTo>
                <a:lnTo>
                  <a:pt x="431" y="226"/>
                </a:lnTo>
                <a:lnTo>
                  <a:pt x="429" y="231"/>
                </a:lnTo>
                <a:lnTo>
                  <a:pt x="427" y="237"/>
                </a:lnTo>
                <a:lnTo>
                  <a:pt x="424" y="242"/>
                </a:lnTo>
                <a:lnTo>
                  <a:pt x="421" y="247"/>
                </a:lnTo>
                <a:lnTo>
                  <a:pt x="419" y="252"/>
                </a:lnTo>
                <a:lnTo>
                  <a:pt x="416" y="257"/>
                </a:lnTo>
                <a:lnTo>
                  <a:pt x="412" y="262"/>
                </a:lnTo>
                <a:lnTo>
                  <a:pt x="409" y="267"/>
                </a:lnTo>
                <a:lnTo>
                  <a:pt x="405" y="271"/>
                </a:lnTo>
                <a:lnTo>
                  <a:pt x="402" y="276"/>
                </a:lnTo>
                <a:lnTo>
                  <a:pt x="398" y="280"/>
                </a:lnTo>
                <a:lnTo>
                  <a:pt x="394" y="285"/>
                </a:lnTo>
                <a:lnTo>
                  <a:pt x="389" y="289"/>
                </a:lnTo>
                <a:lnTo>
                  <a:pt x="385" y="293"/>
                </a:lnTo>
                <a:lnTo>
                  <a:pt x="380" y="298"/>
                </a:lnTo>
                <a:lnTo>
                  <a:pt x="374" y="301"/>
                </a:lnTo>
                <a:lnTo>
                  <a:pt x="369" y="305"/>
                </a:lnTo>
                <a:lnTo>
                  <a:pt x="364" y="309"/>
                </a:lnTo>
                <a:lnTo>
                  <a:pt x="359" y="313"/>
                </a:lnTo>
                <a:lnTo>
                  <a:pt x="354" y="316"/>
                </a:lnTo>
                <a:lnTo>
                  <a:pt x="348" y="319"/>
                </a:lnTo>
                <a:lnTo>
                  <a:pt x="343" y="323"/>
                </a:lnTo>
                <a:lnTo>
                  <a:pt x="337" y="326"/>
                </a:lnTo>
                <a:lnTo>
                  <a:pt x="331" y="329"/>
                </a:lnTo>
                <a:lnTo>
                  <a:pt x="325" y="331"/>
                </a:lnTo>
                <a:lnTo>
                  <a:pt x="319" y="334"/>
                </a:lnTo>
                <a:lnTo>
                  <a:pt x="313" y="336"/>
                </a:lnTo>
                <a:lnTo>
                  <a:pt x="306" y="339"/>
                </a:lnTo>
                <a:lnTo>
                  <a:pt x="300" y="341"/>
                </a:lnTo>
                <a:lnTo>
                  <a:pt x="294" y="343"/>
                </a:lnTo>
                <a:lnTo>
                  <a:pt x="287" y="344"/>
                </a:lnTo>
                <a:lnTo>
                  <a:pt x="280" y="346"/>
                </a:lnTo>
                <a:lnTo>
                  <a:pt x="274" y="347"/>
                </a:lnTo>
                <a:lnTo>
                  <a:pt x="267" y="349"/>
                </a:lnTo>
                <a:lnTo>
                  <a:pt x="260" y="350"/>
                </a:lnTo>
                <a:lnTo>
                  <a:pt x="254" y="351"/>
                </a:lnTo>
                <a:lnTo>
                  <a:pt x="247" y="352"/>
                </a:lnTo>
                <a:lnTo>
                  <a:pt x="240" y="352"/>
                </a:lnTo>
                <a:lnTo>
                  <a:pt x="233" y="353"/>
                </a:lnTo>
                <a:lnTo>
                  <a:pt x="226" y="353"/>
                </a:lnTo>
                <a:lnTo>
                  <a:pt x="219" y="353"/>
                </a:lnTo>
                <a:lnTo>
                  <a:pt x="212" y="353"/>
                </a:lnTo>
                <a:lnTo>
                  <a:pt x="206" y="353"/>
                </a:lnTo>
                <a:lnTo>
                  <a:pt x="199" y="352"/>
                </a:lnTo>
                <a:lnTo>
                  <a:pt x="192" y="352"/>
                </a:lnTo>
                <a:lnTo>
                  <a:pt x="185" y="351"/>
                </a:lnTo>
                <a:lnTo>
                  <a:pt x="178" y="350"/>
                </a:lnTo>
                <a:lnTo>
                  <a:pt x="172" y="349"/>
                </a:lnTo>
                <a:lnTo>
                  <a:pt x="165" y="347"/>
                </a:lnTo>
                <a:lnTo>
                  <a:pt x="158" y="346"/>
                </a:lnTo>
                <a:lnTo>
                  <a:pt x="152" y="344"/>
                </a:lnTo>
                <a:lnTo>
                  <a:pt x="145" y="343"/>
                </a:lnTo>
                <a:lnTo>
                  <a:pt x="139" y="341"/>
                </a:lnTo>
                <a:lnTo>
                  <a:pt x="132" y="339"/>
                </a:lnTo>
                <a:lnTo>
                  <a:pt x="126" y="336"/>
                </a:lnTo>
                <a:lnTo>
                  <a:pt x="120" y="334"/>
                </a:lnTo>
                <a:lnTo>
                  <a:pt x="114" y="331"/>
                </a:lnTo>
                <a:lnTo>
                  <a:pt x="108" y="329"/>
                </a:lnTo>
                <a:lnTo>
                  <a:pt x="102" y="326"/>
                </a:lnTo>
                <a:lnTo>
                  <a:pt x="96" y="323"/>
                </a:lnTo>
                <a:lnTo>
                  <a:pt x="91" y="319"/>
                </a:lnTo>
                <a:lnTo>
                  <a:pt x="85" y="316"/>
                </a:lnTo>
                <a:lnTo>
                  <a:pt x="80" y="313"/>
                </a:lnTo>
                <a:lnTo>
                  <a:pt x="74" y="309"/>
                </a:lnTo>
                <a:lnTo>
                  <a:pt x="69" y="305"/>
                </a:lnTo>
                <a:lnTo>
                  <a:pt x="64" y="301"/>
                </a:lnTo>
                <a:lnTo>
                  <a:pt x="60" y="298"/>
                </a:lnTo>
                <a:lnTo>
                  <a:pt x="55" y="293"/>
                </a:lnTo>
                <a:lnTo>
                  <a:pt x="50" y="289"/>
                </a:lnTo>
                <a:lnTo>
                  <a:pt x="46" y="285"/>
                </a:lnTo>
                <a:lnTo>
                  <a:pt x="42" y="280"/>
                </a:lnTo>
                <a:lnTo>
                  <a:pt x="38" y="276"/>
                </a:lnTo>
                <a:lnTo>
                  <a:pt x="34" y="271"/>
                </a:lnTo>
                <a:lnTo>
                  <a:pt x="31" y="267"/>
                </a:lnTo>
                <a:lnTo>
                  <a:pt x="27" y="262"/>
                </a:lnTo>
                <a:lnTo>
                  <a:pt x="24" y="257"/>
                </a:lnTo>
                <a:lnTo>
                  <a:pt x="21" y="252"/>
                </a:lnTo>
                <a:lnTo>
                  <a:pt x="18" y="247"/>
                </a:lnTo>
                <a:lnTo>
                  <a:pt x="16" y="242"/>
                </a:lnTo>
                <a:lnTo>
                  <a:pt x="13" y="237"/>
                </a:lnTo>
                <a:lnTo>
                  <a:pt x="11" y="231"/>
                </a:lnTo>
                <a:lnTo>
                  <a:pt x="9" y="226"/>
                </a:lnTo>
                <a:lnTo>
                  <a:pt x="7" y="221"/>
                </a:lnTo>
                <a:lnTo>
                  <a:pt x="5" y="215"/>
                </a:lnTo>
                <a:lnTo>
                  <a:pt x="4" y="210"/>
                </a:lnTo>
                <a:lnTo>
                  <a:pt x="3" y="205"/>
                </a:lnTo>
                <a:lnTo>
                  <a:pt x="2" y="199"/>
                </a:lnTo>
                <a:lnTo>
                  <a:pt x="1" y="194"/>
                </a:lnTo>
                <a:lnTo>
                  <a:pt x="1" y="188"/>
                </a:lnTo>
                <a:lnTo>
                  <a:pt x="0" y="183"/>
                </a:lnTo>
                <a:lnTo>
                  <a:pt x="0" y="177"/>
                </a:lnTo>
                <a:lnTo>
                  <a:pt x="0" y="172"/>
                </a:lnTo>
                <a:lnTo>
                  <a:pt x="1" y="166"/>
                </a:lnTo>
                <a:lnTo>
                  <a:pt x="1" y="161"/>
                </a:lnTo>
                <a:lnTo>
                  <a:pt x="2" y="155"/>
                </a:lnTo>
                <a:lnTo>
                  <a:pt x="3" y="150"/>
                </a:lnTo>
                <a:lnTo>
                  <a:pt x="4" y="144"/>
                </a:lnTo>
                <a:lnTo>
                  <a:pt x="5" y="138"/>
                </a:lnTo>
                <a:lnTo>
                  <a:pt x="7" y="132"/>
                </a:lnTo>
                <a:lnTo>
                  <a:pt x="9" y="127"/>
                </a:lnTo>
                <a:lnTo>
                  <a:pt x="11" y="122"/>
                </a:lnTo>
                <a:lnTo>
                  <a:pt x="13" y="116"/>
                </a:lnTo>
                <a:lnTo>
                  <a:pt x="16" y="111"/>
                </a:lnTo>
                <a:lnTo>
                  <a:pt x="18" y="106"/>
                </a:lnTo>
                <a:lnTo>
                  <a:pt x="21" y="101"/>
                </a:lnTo>
                <a:lnTo>
                  <a:pt x="24" y="96"/>
                </a:lnTo>
                <a:lnTo>
                  <a:pt x="27" y="91"/>
                </a:lnTo>
                <a:lnTo>
                  <a:pt x="31" y="87"/>
                </a:lnTo>
                <a:lnTo>
                  <a:pt x="34" y="82"/>
                </a:lnTo>
                <a:lnTo>
                  <a:pt x="38" y="77"/>
                </a:lnTo>
                <a:lnTo>
                  <a:pt x="42" y="73"/>
                </a:lnTo>
                <a:lnTo>
                  <a:pt x="46" y="68"/>
                </a:lnTo>
                <a:lnTo>
                  <a:pt x="50" y="64"/>
                </a:lnTo>
                <a:lnTo>
                  <a:pt x="55" y="60"/>
                </a:lnTo>
                <a:lnTo>
                  <a:pt x="60" y="56"/>
                </a:lnTo>
                <a:lnTo>
                  <a:pt x="64" y="52"/>
                </a:lnTo>
                <a:lnTo>
                  <a:pt x="69" y="48"/>
                </a:lnTo>
                <a:lnTo>
                  <a:pt x="74" y="44"/>
                </a:lnTo>
                <a:lnTo>
                  <a:pt x="80" y="40"/>
                </a:lnTo>
                <a:lnTo>
                  <a:pt x="85" y="37"/>
                </a:lnTo>
                <a:lnTo>
                  <a:pt x="91" y="34"/>
                </a:lnTo>
                <a:lnTo>
                  <a:pt x="96" y="31"/>
                </a:lnTo>
                <a:lnTo>
                  <a:pt x="102" y="28"/>
                </a:lnTo>
                <a:lnTo>
                  <a:pt x="108" y="25"/>
                </a:lnTo>
                <a:lnTo>
                  <a:pt x="114" y="22"/>
                </a:lnTo>
                <a:lnTo>
                  <a:pt x="120" y="19"/>
                </a:lnTo>
                <a:lnTo>
                  <a:pt x="126" y="17"/>
                </a:lnTo>
                <a:lnTo>
                  <a:pt x="132" y="15"/>
                </a:lnTo>
                <a:lnTo>
                  <a:pt x="139" y="12"/>
                </a:lnTo>
                <a:lnTo>
                  <a:pt x="145" y="11"/>
                </a:lnTo>
                <a:lnTo>
                  <a:pt x="152" y="9"/>
                </a:lnTo>
                <a:lnTo>
                  <a:pt x="158" y="7"/>
                </a:lnTo>
                <a:lnTo>
                  <a:pt x="165" y="6"/>
                </a:lnTo>
                <a:lnTo>
                  <a:pt x="172" y="4"/>
                </a:lnTo>
                <a:lnTo>
                  <a:pt x="178" y="3"/>
                </a:lnTo>
                <a:lnTo>
                  <a:pt x="185" y="2"/>
                </a:lnTo>
                <a:lnTo>
                  <a:pt x="192" y="2"/>
                </a:lnTo>
                <a:lnTo>
                  <a:pt x="199" y="1"/>
                </a:lnTo>
                <a:lnTo>
                  <a:pt x="206" y="0"/>
                </a:lnTo>
                <a:lnTo>
                  <a:pt x="212" y="0"/>
                </a:lnTo>
                <a:lnTo>
                  <a:pt x="219" y="0"/>
                </a:lnTo>
                <a:lnTo>
                  <a:pt x="226" y="0"/>
                </a:lnTo>
                <a:lnTo>
                  <a:pt x="233" y="0"/>
                </a:lnTo>
                <a:lnTo>
                  <a:pt x="240" y="1"/>
                </a:lnTo>
                <a:lnTo>
                  <a:pt x="247" y="2"/>
                </a:lnTo>
                <a:lnTo>
                  <a:pt x="254" y="2"/>
                </a:lnTo>
                <a:lnTo>
                  <a:pt x="260" y="3"/>
                </a:lnTo>
                <a:lnTo>
                  <a:pt x="267" y="4"/>
                </a:lnTo>
                <a:lnTo>
                  <a:pt x="274" y="6"/>
                </a:lnTo>
                <a:lnTo>
                  <a:pt x="280" y="7"/>
                </a:lnTo>
                <a:lnTo>
                  <a:pt x="287" y="9"/>
                </a:lnTo>
                <a:lnTo>
                  <a:pt x="294" y="11"/>
                </a:lnTo>
                <a:lnTo>
                  <a:pt x="300" y="12"/>
                </a:lnTo>
                <a:lnTo>
                  <a:pt x="306" y="15"/>
                </a:lnTo>
                <a:lnTo>
                  <a:pt x="313" y="17"/>
                </a:lnTo>
                <a:lnTo>
                  <a:pt x="319" y="19"/>
                </a:lnTo>
                <a:lnTo>
                  <a:pt x="325" y="22"/>
                </a:lnTo>
                <a:lnTo>
                  <a:pt x="331" y="25"/>
                </a:lnTo>
                <a:lnTo>
                  <a:pt x="337" y="28"/>
                </a:lnTo>
                <a:lnTo>
                  <a:pt x="343" y="31"/>
                </a:lnTo>
                <a:lnTo>
                  <a:pt x="348" y="34"/>
                </a:lnTo>
                <a:lnTo>
                  <a:pt x="354" y="37"/>
                </a:lnTo>
                <a:lnTo>
                  <a:pt x="359" y="40"/>
                </a:lnTo>
                <a:lnTo>
                  <a:pt x="364" y="44"/>
                </a:lnTo>
                <a:lnTo>
                  <a:pt x="369" y="48"/>
                </a:lnTo>
                <a:lnTo>
                  <a:pt x="374" y="52"/>
                </a:lnTo>
                <a:lnTo>
                  <a:pt x="380" y="56"/>
                </a:lnTo>
                <a:lnTo>
                  <a:pt x="385" y="60"/>
                </a:lnTo>
                <a:lnTo>
                  <a:pt x="389" y="64"/>
                </a:lnTo>
                <a:lnTo>
                  <a:pt x="394" y="68"/>
                </a:lnTo>
                <a:lnTo>
                  <a:pt x="398" y="73"/>
                </a:lnTo>
                <a:lnTo>
                  <a:pt x="402" y="77"/>
                </a:lnTo>
                <a:lnTo>
                  <a:pt x="405" y="82"/>
                </a:lnTo>
                <a:lnTo>
                  <a:pt x="409" y="87"/>
                </a:lnTo>
                <a:lnTo>
                  <a:pt x="412" y="91"/>
                </a:lnTo>
                <a:lnTo>
                  <a:pt x="416" y="96"/>
                </a:lnTo>
                <a:lnTo>
                  <a:pt x="419" y="101"/>
                </a:lnTo>
                <a:lnTo>
                  <a:pt x="421" y="106"/>
                </a:lnTo>
                <a:lnTo>
                  <a:pt x="424" y="111"/>
                </a:lnTo>
                <a:lnTo>
                  <a:pt x="427" y="116"/>
                </a:lnTo>
                <a:lnTo>
                  <a:pt x="429" y="122"/>
                </a:lnTo>
                <a:lnTo>
                  <a:pt x="431" y="127"/>
                </a:lnTo>
                <a:lnTo>
                  <a:pt x="433" y="132"/>
                </a:lnTo>
                <a:lnTo>
                  <a:pt x="434" y="138"/>
                </a:lnTo>
                <a:lnTo>
                  <a:pt x="436" y="144"/>
                </a:lnTo>
                <a:lnTo>
                  <a:pt x="437" y="150"/>
                </a:lnTo>
                <a:lnTo>
                  <a:pt x="438" y="155"/>
                </a:lnTo>
                <a:lnTo>
                  <a:pt x="439" y="161"/>
                </a:lnTo>
                <a:lnTo>
                  <a:pt x="439" y="166"/>
                </a:lnTo>
                <a:lnTo>
                  <a:pt x="439" y="172"/>
                </a:lnTo>
                <a:lnTo>
                  <a:pt x="439" y="177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3" name=""/>
          <p:cNvSpPr/>
          <p:nvPr/>
        </p:nvSpPr>
        <p:spPr>
          <a:xfrm>
            <a:off x="2776680" y="1778760"/>
            <a:ext cx="166320" cy="133560"/>
          </a:xfrm>
          <a:custGeom>
            <a:avLst/>
            <a:gdLst/>
            <a:ahLst/>
            <a:rect l="0" t="0" r="r" b="b"/>
            <a:pathLst>
              <a:path w="462" h="371">
                <a:moveTo>
                  <a:pt x="450" y="186"/>
                </a:moveTo>
                <a:lnTo>
                  <a:pt x="450" y="181"/>
                </a:lnTo>
                <a:lnTo>
                  <a:pt x="450" y="175"/>
                </a:lnTo>
                <a:lnTo>
                  <a:pt x="450" y="170"/>
                </a:lnTo>
                <a:lnTo>
                  <a:pt x="449" y="164"/>
                </a:lnTo>
                <a:lnTo>
                  <a:pt x="448" y="159"/>
                </a:lnTo>
                <a:lnTo>
                  <a:pt x="447" y="153"/>
                </a:lnTo>
                <a:lnTo>
                  <a:pt x="445" y="148"/>
                </a:lnTo>
                <a:lnTo>
                  <a:pt x="444" y="142"/>
                </a:lnTo>
                <a:lnTo>
                  <a:pt x="442" y="137"/>
                </a:lnTo>
                <a:lnTo>
                  <a:pt x="440" y="132"/>
                </a:lnTo>
                <a:lnTo>
                  <a:pt x="438" y="126"/>
                </a:lnTo>
                <a:lnTo>
                  <a:pt x="435" y="121"/>
                </a:lnTo>
                <a:lnTo>
                  <a:pt x="432" y="116"/>
                </a:lnTo>
                <a:lnTo>
                  <a:pt x="430" y="111"/>
                </a:lnTo>
                <a:lnTo>
                  <a:pt x="427" y="106"/>
                </a:lnTo>
                <a:lnTo>
                  <a:pt x="423" y="101"/>
                </a:lnTo>
                <a:lnTo>
                  <a:pt x="420" y="97"/>
                </a:lnTo>
                <a:lnTo>
                  <a:pt x="416" y="92"/>
                </a:lnTo>
                <a:lnTo>
                  <a:pt x="413" y="87"/>
                </a:lnTo>
                <a:lnTo>
                  <a:pt x="409" y="83"/>
                </a:lnTo>
                <a:lnTo>
                  <a:pt x="405" y="78"/>
                </a:lnTo>
                <a:lnTo>
                  <a:pt x="400" y="74"/>
                </a:lnTo>
                <a:lnTo>
                  <a:pt x="396" y="70"/>
                </a:lnTo>
                <a:lnTo>
                  <a:pt x="391" y="66"/>
                </a:lnTo>
                <a:lnTo>
                  <a:pt x="386" y="62"/>
                </a:lnTo>
                <a:lnTo>
                  <a:pt x="381" y="58"/>
                </a:lnTo>
                <a:lnTo>
                  <a:pt x="376" y="53"/>
                </a:lnTo>
                <a:lnTo>
                  <a:pt x="371" y="49"/>
                </a:lnTo>
                <a:lnTo>
                  <a:pt x="366" y="46"/>
                </a:lnTo>
                <a:lnTo>
                  <a:pt x="360" y="43"/>
                </a:lnTo>
                <a:lnTo>
                  <a:pt x="354" y="40"/>
                </a:lnTo>
                <a:lnTo>
                  <a:pt x="348" y="37"/>
                </a:lnTo>
                <a:lnTo>
                  <a:pt x="342" y="34"/>
                </a:lnTo>
                <a:lnTo>
                  <a:pt x="336" y="31"/>
                </a:lnTo>
                <a:lnTo>
                  <a:pt x="330" y="28"/>
                </a:lnTo>
                <a:lnTo>
                  <a:pt x="324" y="26"/>
                </a:lnTo>
                <a:lnTo>
                  <a:pt x="317" y="24"/>
                </a:lnTo>
                <a:lnTo>
                  <a:pt x="311" y="21"/>
                </a:lnTo>
                <a:lnTo>
                  <a:pt x="305" y="20"/>
                </a:lnTo>
                <a:lnTo>
                  <a:pt x="298" y="18"/>
                </a:lnTo>
                <a:lnTo>
                  <a:pt x="291" y="16"/>
                </a:lnTo>
                <a:lnTo>
                  <a:pt x="285" y="15"/>
                </a:lnTo>
                <a:lnTo>
                  <a:pt x="278" y="13"/>
                </a:lnTo>
                <a:lnTo>
                  <a:pt x="271" y="12"/>
                </a:lnTo>
                <a:lnTo>
                  <a:pt x="265" y="11"/>
                </a:lnTo>
                <a:lnTo>
                  <a:pt x="258" y="11"/>
                </a:lnTo>
                <a:lnTo>
                  <a:pt x="251" y="10"/>
                </a:lnTo>
                <a:lnTo>
                  <a:pt x="244" y="9"/>
                </a:lnTo>
                <a:lnTo>
                  <a:pt x="237" y="9"/>
                </a:lnTo>
                <a:lnTo>
                  <a:pt x="230" y="9"/>
                </a:lnTo>
                <a:lnTo>
                  <a:pt x="223" y="9"/>
                </a:lnTo>
                <a:lnTo>
                  <a:pt x="217" y="9"/>
                </a:lnTo>
                <a:lnTo>
                  <a:pt x="210" y="10"/>
                </a:lnTo>
                <a:lnTo>
                  <a:pt x="203" y="11"/>
                </a:lnTo>
                <a:lnTo>
                  <a:pt x="196" y="11"/>
                </a:lnTo>
                <a:lnTo>
                  <a:pt x="189" y="12"/>
                </a:lnTo>
                <a:lnTo>
                  <a:pt x="183" y="13"/>
                </a:lnTo>
                <a:lnTo>
                  <a:pt x="176" y="15"/>
                </a:lnTo>
                <a:lnTo>
                  <a:pt x="169" y="16"/>
                </a:lnTo>
                <a:lnTo>
                  <a:pt x="163" y="18"/>
                </a:lnTo>
                <a:lnTo>
                  <a:pt x="156" y="20"/>
                </a:lnTo>
                <a:lnTo>
                  <a:pt x="150" y="21"/>
                </a:lnTo>
                <a:lnTo>
                  <a:pt x="143" y="24"/>
                </a:lnTo>
                <a:lnTo>
                  <a:pt x="137" y="26"/>
                </a:lnTo>
                <a:lnTo>
                  <a:pt x="131" y="28"/>
                </a:lnTo>
                <a:lnTo>
                  <a:pt x="125" y="31"/>
                </a:lnTo>
                <a:lnTo>
                  <a:pt x="119" y="34"/>
                </a:lnTo>
                <a:lnTo>
                  <a:pt x="113" y="37"/>
                </a:lnTo>
                <a:lnTo>
                  <a:pt x="107" y="40"/>
                </a:lnTo>
                <a:lnTo>
                  <a:pt x="102" y="43"/>
                </a:lnTo>
                <a:lnTo>
                  <a:pt x="96" y="46"/>
                </a:lnTo>
                <a:lnTo>
                  <a:pt x="91" y="49"/>
                </a:lnTo>
                <a:lnTo>
                  <a:pt x="85" y="53"/>
                </a:lnTo>
                <a:lnTo>
                  <a:pt x="80" y="58"/>
                </a:lnTo>
                <a:lnTo>
                  <a:pt x="75" y="62"/>
                </a:lnTo>
                <a:lnTo>
                  <a:pt x="71" y="66"/>
                </a:lnTo>
                <a:lnTo>
                  <a:pt x="66" y="70"/>
                </a:lnTo>
                <a:lnTo>
                  <a:pt x="61" y="74"/>
                </a:lnTo>
                <a:lnTo>
                  <a:pt x="57" y="78"/>
                </a:lnTo>
                <a:lnTo>
                  <a:pt x="53" y="83"/>
                </a:lnTo>
                <a:lnTo>
                  <a:pt x="49" y="87"/>
                </a:lnTo>
                <a:lnTo>
                  <a:pt x="45" y="92"/>
                </a:lnTo>
                <a:lnTo>
                  <a:pt x="42" y="97"/>
                </a:lnTo>
                <a:lnTo>
                  <a:pt x="38" y="101"/>
                </a:lnTo>
                <a:lnTo>
                  <a:pt x="35" y="106"/>
                </a:lnTo>
                <a:lnTo>
                  <a:pt x="32" y="111"/>
                </a:lnTo>
                <a:lnTo>
                  <a:pt x="29" y="116"/>
                </a:lnTo>
                <a:lnTo>
                  <a:pt x="27" y="121"/>
                </a:lnTo>
                <a:lnTo>
                  <a:pt x="24" y="126"/>
                </a:lnTo>
                <a:lnTo>
                  <a:pt x="22" y="132"/>
                </a:lnTo>
                <a:lnTo>
                  <a:pt x="20" y="137"/>
                </a:lnTo>
                <a:lnTo>
                  <a:pt x="18" y="142"/>
                </a:lnTo>
                <a:lnTo>
                  <a:pt x="16" y="148"/>
                </a:lnTo>
                <a:lnTo>
                  <a:pt x="15" y="153"/>
                </a:lnTo>
                <a:lnTo>
                  <a:pt x="14" y="159"/>
                </a:lnTo>
                <a:lnTo>
                  <a:pt x="13" y="164"/>
                </a:lnTo>
                <a:lnTo>
                  <a:pt x="12" y="170"/>
                </a:lnTo>
                <a:lnTo>
                  <a:pt x="12" y="175"/>
                </a:lnTo>
                <a:lnTo>
                  <a:pt x="11" y="181"/>
                </a:lnTo>
                <a:lnTo>
                  <a:pt x="11" y="186"/>
                </a:lnTo>
                <a:lnTo>
                  <a:pt x="11" y="192"/>
                </a:lnTo>
                <a:lnTo>
                  <a:pt x="12" y="197"/>
                </a:lnTo>
                <a:lnTo>
                  <a:pt x="12" y="203"/>
                </a:lnTo>
                <a:lnTo>
                  <a:pt x="13" y="208"/>
                </a:lnTo>
                <a:lnTo>
                  <a:pt x="14" y="214"/>
                </a:lnTo>
                <a:lnTo>
                  <a:pt x="15" y="219"/>
                </a:lnTo>
                <a:lnTo>
                  <a:pt x="16" y="224"/>
                </a:lnTo>
                <a:lnTo>
                  <a:pt x="18" y="230"/>
                </a:lnTo>
                <a:lnTo>
                  <a:pt x="20" y="235"/>
                </a:lnTo>
                <a:lnTo>
                  <a:pt x="22" y="240"/>
                </a:lnTo>
                <a:lnTo>
                  <a:pt x="24" y="246"/>
                </a:lnTo>
                <a:lnTo>
                  <a:pt x="27" y="251"/>
                </a:lnTo>
                <a:lnTo>
                  <a:pt x="29" y="256"/>
                </a:lnTo>
                <a:lnTo>
                  <a:pt x="32" y="261"/>
                </a:lnTo>
                <a:lnTo>
                  <a:pt x="35" y="266"/>
                </a:lnTo>
                <a:lnTo>
                  <a:pt x="38" y="271"/>
                </a:lnTo>
                <a:lnTo>
                  <a:pt x="42" y="276"/>
                </a:lnTo>
                <a:lnTo>
                  <a:pt x="45" y="280"/>
                </a:lnTo>
                <a:lnTo>
                  <a:pt x="49" y="285"/>
                </a:lnTo>
                <a:lnTo>
                  <a:pt x="53" y="289"/>
                </a:lnTo>
                <a:lnTo>
                  <a:pt x="57" y="294"/>
                </a:lnTo>
                <a:lnTo>
                  <a:pt x="61" y="298"/>
                </a:lnTo>
                <a:lnTo>
                  <a:pt x="66" y="302"/>
                </a:lnTo>
                <a:lnTo>
                  <a:pt x="71" y="307"/>
                </a:lnTo>
                <a:lnTo>
                  <a:pt x="75" y="310"/>
                </a:lnTo>
                <a:lnTo>
                  <a:pt x="80" y="314"/>
                </a:lnTo>
                <a:lnTo>
                  <a:pt x="85" y="318"/>
                </a:lnTo>
                <a:lnTo>
                  <a:pt x="91" y="322"/>
                </a:lnTo>
                <a:lnTo>
                  <a:pt x="96" y="325"/>
                </a:lnTo>
                <a:lnTo>
                  <a:pt x="102" y="328"/>
                </a:lnTo>
                <a:lnTo>
                  <a:pt x="107" y="332"/>
                </a:lnTo>
                <a:lnTo>
                  <a:pt x="113" y="335"/>
                </a:lnTo>
                <a:lnTo>
                  <a:pt x="119" y="338"/>
                </a:lnTo>
                <a:lnTo>
                  <a:pt x="125" y="340"/>
                </a:lnTo>
                <a:lnTo>
                  <a:pt x="131" y="343"/>
                </a:lnTo>
                <a:lnTo>
                  <a:pt x="137" y="345"/>
                </a:lnTo>
                <a:lnTo>
                  <a:pt x="143" y="348"/>
                </a:lnTo>
                <a:lnTo>
                  <a:pt x="150" y="350"/>
                </a:lnTo>
                <a:lnTo>
                  <a:pt x="156" y="352"/>
                </a:lnTo>
                <a:lnTo>
                  <a:pt x="163" y="353"/>
                </a:lnTo>
                <a:lnTo>
                  <a:pt x="169" y="355"/>
                </a:lnTo>
                <a:lnTo>
                  <a:pt x="176" y="356"/>
                </a:lnTo>
                <a:lnTo>
                  <a:pt x="183" y="358"/>
                </a:lnTo>
                <a:lnTo>
                  <a:pt x="189" y="359"/>
                </a:lnTo>
                <a:lnTo>
                  <a:pt x="196" y="360"/>
                </a:lnTo>
                <a:lnTo>
                  <a:pt x="203" y="361"/>
                </a:lnTo>
                <a:lnTo>
                  <a:pt x="210" y="361"/>
                </a:lnTo>
                <a:lnTo>
                  <a:pt x="217" y="362"/>
                </a:lnTo>
                <a:lnTo>
                  <a:pt x="223" y="362"/>
                </a:lnTo>
                <a:lnTo>
                  <a:pt x="230" y="362"/>
                </a:lnTo>
                <a:lnTo>
                  <a:pt x="237" y="362"/>
                </a:lnTo>
                <a:lnTo>
                  <a:pt x="244" y="362"/>
                </a:lnTo>
                <a:lnTo>
                  <a:pt x="251" y="361"/>
                </a:lnTo>
                <a:lnTo>
                  <a:pt x="258" y="361"/>
                </a:lnTo>
                <a:lnTo>
                  <a:pt x="265" y="360"/>
                </a:lnTo>
                <a:lnTo>
                  <a:pt x="271" y="359"/>
                </a:lnTo>
                <a:lnTo>
                  <a:pt x="278" y="358"/>
                </a:lnTo>
                <a:lnTo>
                  <a:pt x="285" y="356"/>
                </a:lnTo>
                <a:lnTo>
                  <a:pt x="291" y="355"/>
                </a:lnTo>
                <a:lnTo>
                  <a:pt x="298" y="353"/>
                </a:lnTo>
                <a:lnTo>
                  <a:pt x="305" y="352"/>
                </a:lnTo>
                <a:lnTo>
                  <a:pt x="311" y="350"/>
                </a:lnTo>
                <a:lnTo>
                  <a:pt x="317" y="348"/>
                </a:lnTo>
                <a:lnTo>
                  <a:pt x="324" y="345"/>
                </a:lnTo>
                <a:lnTo>
                  <a:pt x="330" y="343"/>
                </a:lnTo>
                <a:lnTo>
                  <a:pt x="336" y="340"/>
                </a:lnTo>
                <a:lnTo>
                  <a:pt x="342" y="338"/>
                </a:lnTo>
                <a:lnTo>
                  <a:pt x="348" y="335"/>
                </a:lnTo>
                <a:lnTo>
                  <a:pt x="354" y="332"/>
                </a:lnTo>
                <a:lnTo>
                  <a:pt x="360" y="328"/>
                </a:lnTo>
                <a:lnTo>
                  <a:pt x="366" y="325"/>
                </a:lnTo>
                <a:lnTo>
                  <a:pt x="371" y="322"/>
                </a:lnTo>
                <a:lnTo>
                  <a:pt x="376" y="318"/>
                </a:lnTo>
                <a:lnTo>
                  <a:pt x="381" y="314"/>
                </a:lnTo>
                <a:lnTo>
                  <a:pt x="386" y="310"/>
                </a:lnTo>
                <a:lnTo>
                  <a:pt x="391" y="307"/>
                </a:lnTo>
                <a:lnTo>
                  <a:pt x="396" y="302"/>
                </a:lnTo>
                <a:lnTo>
                  <a:pt x="400" y="298"/>
                </a:lnTo>
                <a:lnTo>
                  <a:pt x="405" y="294"/>
                </a:lnTo>
                <a:lnTo>
                  <a:pt x="409" y="289"/>
                </a:lnTo>
                <a:lnTo>
                  <a:pt x="413" y="285"/>
                </a:lnTo>
                <a:lnTo>
                  <a:pt x="416" y="280"/>
                </a:lnTo>
                <a:lnTo>
                  <a:pt x="420" y="276"/>
                </a:lnTo>
                <a:lnTo>
                  <a:pt x="423" y="271"/>
                </a:lnTo>
                <a:lnTo>
                  <a:pt x="427" y="266"/>
                </a:lnTo>
                <a:lnTo>
                  <a:pt x="430" y="261"/>
                </a:lnTo>
                <a:lnTo>
                  <a:pt x="432" y="256"/>
                </a:lnTo>
                <a:lnTo>
                  <a:pt x="435" y="251"/>
                </a:lnTo>
                <a:lnTo>
                  <a:pt x="438" y="246"/>
                </a:lnTo>
                <a:lnTo>
                  <a:pt x="440" y="240"/>
                </a:lnTo>
                <a:lnTo>
                  <a:pt x="442" y="235"/>
                </a:lnTo>
                <a:lnTo>
                  <a:pt x="444" y="230"/>
                </a:lnTo>
                <a:lnTo>
                  <a:pt x="445" y="224"/>
                </a:lnTo>
                <a:lnTo>
                  <a:pt x="447" y="219"/>
                </a:lnTo>
                <a:lnTo>
                  <a:pt x="448" y="214"/>
                </a:lnTo>
                <a:lnTo>
                  <a:pt x="449" y="208"/>
                </a:lnTo>
                <a:lnTo>
                  <a:pt x="450" y="203"/>
                </a:lnTo>
                <a:lnTo>
                  <a:pt x="450" y="197"/>
                </a:lnTo>
                <a:lnTo>
                  <a:pt x="450" y="192"/>
                </a:lnTo>
                <a:lnTo>
                  <a:pt x="450" y="186"/>
                </a:lnTo>
                <a:moveTo>
                  <a:pt x="462" y="186"/>
                </a:moveTo>
                <a:lnTo>
                  <a:pt x="462" y="192"/>
                </a:lnTo>
                <a:lnTo>
                  <a:pt x="462" y="198"/>
                </a:lnTo>
                <a:lnTo>
                  <a:pt x="461" y="203"/>
                </a:lnTo>
                <a:lnTo>
                  <a:pt x="460" y="209"/>
                </a:lnTo>
                <a:lnTo>
                  <a:pt x="459" y="215"/>
                </a:lnTo>
                <a:lnTo>
                  <a:pt x="458" y="221"/>
                </a:lnTo>
                <a:lnTo>
                  <a:pt x="456" y="226"/>
                </a:lnTo>
                <a:lnTo>
                  <a:pt x="455" y="232"/>
                </a:lnTo>
                <a:lnTo>
                  <a:pt x="453" y="238"/>
                </a:lnTo>
                <a:lnTo>
                  <a:pt x="451" y="243"/>
                </a:lnTo>
                <a:lnTo>
                  <a:pt x="448" y="249"/>
                </a:lnTo>
                <a:lnTo>
                  <a:pt x="446" y="254"/>
                </a:lnTo>
                <a:lnTo>
                  <a:pt x="443" y="260"/>
                </a:lnTo>
                <a:lnTo>
                  <a:pt x="440" y="265"/>
                </a:lnTo>
                <a:lnTo>
                  <a:pt x="437" y="270"/>
                </a:lnTo>
                <a:lnTo>
                  <a:pt x="433" y="275"/>
                </a:lnTo>
                <a:lnTo>
                  <a:pt x="430" y="280"/>
                </a:lnTo>
                <a:lnTo>
                  <a:pt x="426" y="285"/>
                </a:lnTo>
                <a:lnTo>
                  <a:pt x="422" y="290"/>
                </a:lnTo>
                <a:lnTo>
                  <a:pt x="418" y="295"/>
                </a:lnTo>
                <a:lnTo>
                  <a:pt x="414" y="300"/>
                </a:lnTo>
                <a:lnTo>
                  <a:pt x="409" y="304"/>
                </a:lnTo>
                <a:lnTo>
                  <a:pt x="404" y="309"/>
                </a:lnTo>
                <a:lnTo>
                  <a:pt x="400" y="313"/>
                </a:lnTo>
                <a:lnTo>
                  <a:pt x="394" y="317"/>
                </a:lnTo>
                <a:lnTo>
                  <a:pt x="389" y="321"/>
                </a:lnTo>
                <a:lnTo>
                  <a:pt x="384" y="325"/>
                </a:lnTo>
                <a:lnTo>
                  <a:pt x="378" y="329"/>
                </a:lnTo>
                <a:lnTo>
                  <a:pt x="373" y="332"/>
                </a:lnTo>
                <a:lnTo>
                  <a:pt x="367" y="336"/>
                </a:lnTo>
                <a:lnTo>
                  <a:pt x="361" y="339"/>
                </a:lnTo>
                <a:lnTo>
                  <a:pt x="354" y="342"/>
                </a:lnTo>
                <a:lnTo>
                  <a:pt x="348" y="345"/>
                </a:lnTo>
                <a:lnTo>
                  <a:pt x="341" y="348"/>
                </a:lnTo>
                <a:lnTo>
                  <a:pt x="335" y="351"/>
                </a:lnTo>
                <a:lnTo>
                  <a:pt x="329" y="354"/>
                </a:lnTo>
                <a:lnTo>
                  <a:pt x="322" y="356"/>
                </a:lnTo>
                <a:lnTo>
                  <a:pt x="315" y="358"/>
                </a:lnTo>
                <a:lnTo>
                  <a:pt x="308" y="360"/>
                </a:lnTo>
                <a:lnTo>
                  <a:pt x="302" y="362"/>
                </a:lnTo>
                <a:lnTo>
                  <a:pt x="295" y="364"/>
                </a:lnTo>
                <a:lnTo>
                  <a:pt x="288" y="365"/>
                </a:lnTo>
                <a:lnTo>
                  <a:pt x="281" y="367"/>
                </a:lnTo>
                <a:lnTo>
                  <a:pt x="274" y="368"/>
                </a:lnTo>
                <a:lnTo>
                  <a:pt x="266" y="369"/>
                </a:lnTo>
                <a:lnTo>
                  <a:pt x="259" y="370"/>
                </a:lnTo>
                <a:lnTo>
                  <a:pt x="252" y="370"/>
                </a:lnTo>
                <a:lnTo>
                  <a:pt x="245" y="371"/>
                </a:lnTo>
                <a:lnTo>
                  <a:pt x="238" y="371"/>
                </a:lnTo>
                <a:lnTo>
                  <a:pt x="230" y="371"/>
                </a:lnTo>
                <a:lnTo>
                  <a:pt x="223" y="371"/>
                </a:lnTo>
                <a:lnTo>
                  <a:pt x="216" y="371"/>
                </a:lnTo>
                <a:lnTo>
                  <a:pt x="209" y="370"/>
                </a:lnTo>
                <a:lnTo>
                  <a:pt x="201" y="370"/>
                </a:lnTo>
                <a:lnTo>
                  <a:pt x="194" y="369"/>
                </a:lnTo>
                <a:lnTo>
                  <a:pt x="187" y="368"/>
                </a:lnTo>
                <a:lnTo>
                  <a:pt x="180" y="367"/>
                </a:lnTo>
                <a:lnTo>
                  <a:pt x="173" y="365"/>
                </a:lnTo>
                <a:lnTo>
                  <a:pt x="166" y="364"/>
                </a:lnTo>
                <a:lnTo>
                  <a:pt x="159" y="362"/>
                </a:lnTo>
                <a:lnTo>
                  <a:pt x="152" y="360"/>
                </a:lnTo>
                <a:lnTo>
                  <a:pt x="145" y="358"/>
                </a:lnTo>
                <a:lnTo>
                  <a:pt x="139" y="356"/>
                </a:lnTo>
                <a:lnTo>
                  <a:pt x="132" y="354"/>
                </a:lnTo>
                <a:lnTo>
                  <a:pt x="126" y="351"/>
                </a:lnTo>
                <a:lnTo>
                  <a:pt x="119" y="348"/>
                </a:lnTo>
                <a:lnTo>
                  <a:pt x="113" y="345"/>
                </a:lnTo>
                <a:lnTo>
                  <a:pt x="107" y="342"/>
                </a:lnTo>
                <a:lnTo>
                  <a:pt x="101" y="339"/>
                </a:lnTo>
                <a:lnTo>
                  <a:pt x="95" y="336"/>
                </a:lnTo>
                <a:lnTo>
                  <a:pt x="89" y="332"/>
                </a:lnTo>
                <a:lnTo>
                  <a:pt x="83" y="329"/>
                </a:lnTo>
                <a:lnTo>
                  <a:pt x="78" y="325"/>
                </a:lnTo>
                <a:lnTo>
                  <a:pt x="72" y="321"/>
                </a:lnTo>
                <a:lnTo>
                  <a:pt x="67" y="317"/>
                </a:lnTo>
                <a:lnTo>
                  <a:pt x="62" y="313"/>
                </a:lnTo>
                <a:lnTo>
                  <a:pt x="57" y="309"/>
                </a:lnTo>
                <a:lnTo>
                  <a:pt x="53" y="304"/>
                </a:lnTo>
                <a:lnTo>
                  <a:pt x="48" y="300"/>
                </a:lnTo>
                <a:lnTo>
                  <a:pt x="44" y="295"/>
                </a:lnTo>
                <a:lnTo>
                  <a:pt x="40" y="290"/>
                </a:lnTo>
                <a:lnTo>
                  <a:pt x="36" y="285"/>
                </a:lnTo>
                <a:lnTo>
                  <a:pt x="32" y="280"/>
                </a:lnTo>
                <a:lnTo>
                  <a:pt x="28" y="275"/>
                </a:lnTo>
                <a:lnTo>
                  <a:pt x="25" y="270"/>
                </a:lnTo>
                <a:lnTo>
                  <a:pt x="22" y="265"/>
                </a:lnTo>
                <a:lnTo>
                  <a:pt x="19" y="260"/>
                </a:lnTo>
                <a:lnTo>
                  <a:pt x="16" y="254"/>
                </a:lnTo>
                <a:lnTo>
                  <a:pt x="13" y="249"/>
                </a:lnTo>
                <a:lnTo>
                  <a:pt x="11" y="243"/>
                </a:lnTo>
                <a:lnTo>
                  <a:pt x="9" y="238"/>
                </a:lnTo>
                <a:lnTo>
                  <a:pt x="7" y="232"/>
                </a:lnTo>
                <a:lnTo>
                  <a:pt x="5" y="226"/>
                </a:lnTo>
                <a:lnTo>
                  <a:pt x="4" y="221"/>
                </a:lnTo>
                <a:lnTo>
                  <a:pt x="3" y="215"/>
                </a:lnTo>
                <a:lnTo>
                  <a:pt x="1" y="209"/>
                </a:lnTo>
                <a:lnTo>
                  <a:pt x="1" y="203"/>
                </a:lnTo>
                <a:lnTo>
                  <a:pt x="0" y="198"/>
                </a:lnTo>
                <a:lnTo>
                  <a:pt x="0" y="192"/>
                </a:lnTo>
                <a:lnTo>
                  <a:pt x="0" y="186"/>
                </a:lnTo>
                <a:lnTo>
                  <a:pt x="0" y="180"/>
                </a:lnTo>
                <a:lnTo>
                  <a:pt x="0" y="174"/>
                </a:lnTo>
                <a:lnTo>
                  <a:pt x="1" y="169"/>
                </a:lnTo>
                <a:lnTo>
                  <a:pt x="1" y="163"/>
                </a:lnTo>
                <a:lnTo>
                  <a:pt x="3" y="157"/>
                </a:lnTo>
                <a:lnTo>
                  <a:pt x="4" y="151"/>
                </a:lnTo>
                <a:lnTo>
                  <a:pt x="5" y="146"/>
                </a:lnTo>
                <a:lnTo>
                  <a:pt x="7" y="140"/>
                </a:lnTo>
                <a:lnTo>
                  <a:pt x="9" y="134"/>
                </a:lnTo>
                <a:lnTo>
                  <a:pt x="11" y="129"/>
                </a:lnTo>
                <a:lnTo>
                  <a:pt x="13" y="123"/>
                </a:lnTo>
                <a:lnTo>
                  <a:pt x="16" y="118"/>
                </a:lnTo>
                <a:lnTo>
                  <a:pt x="19" y="113"/>
                </a:lnTo>
                <a:lnTo>
                  <a:pt x="22" y="107"/>
                </a:lnTo>
                <a:lnTo>
                  <a:pt x="25" y="102"/>
                </a:lnTo>
                <a:lnTo>
                  <a:pt x="28" y="97"/>
                </a:lnTo>
                <a:lnTo>
                  <a:pt x="32" y="92"/>
                </a:lnTo>
                <a:lnTo>
                  <a:pt x="36" y="87"/>
                </a:lnTo>
                <a:lnTo>
                  <a:pt x="40" y="82"/>
                </a:lnTo>
                <a:lnTo>
                  <a:pt x="44" y="77"/>
                </a:lnTo>
                <a:lnTo>
                  <a:pt x="48" y="73"/>
                </a:lnTo>
                <a:lnTo>
                  <a:pt x="53" y="68"/>
                </a:lnTo>
                <a:lnTo>
                  <a:pt x="57" y="64"/>
                </a:lnTo>
                <a:lnTo>
                  <a:pt x="62" y="59"/>
                </a:lnTo>
                <a:lnTo>
                  <a:pt x="67" y="55"/>
                </a:lnTo>
                <a:lnTo>
                  <a:pt x="72" y="50"/>
                </a:lnTo>
                <a:lnTo>
                  <a:pt x="78" y="46"/>
                </a:lnTo>
                <a:lnTo>
                  <a:pt x="83" y="42"/>
                </a:lnTo>
                <a:lnTo>
                  <a:pt x="89" y="39"/>
                </a:lnTo>
                <a:lnTo>
                  <a:pt x="95" y="35"/>
                </a:lnTo>
                <a:lnTo>
                  <a:pt x="101" y="32"/>
                </a:lnTo>
                <a:lnTo>
                  <a:pt x="107" y="29"/>
                </a:lnTo>
                <a:lnTo>
                  <a:pt x="113" y="26"/>
                </a:lnTo>
                <a:lnTo>
                  <a:pt x="119" y="23"/>
                </a:lnTo>
                <a:lnTo>
                  <a:pt x="126" y="20"/>
                </a:lnTo>
                <a:lnTo>
                  <a:pt x="132" y="17"/>
                </a:lnTo>
                <a:lnTo>
                  <a:pt x="139" y="15"/>
                </a:lnTo>
                <a:lnTo>
                  <a:pt x="145" y="13"/>
                </a:lnTo>
                <a:lnTo>
                  <a:pt x="152" y="11"/>
                </a:lnTo>
                <a:lnTo>
                  <a:pt x="159" y="9"/>
                </a:lnTo>
                <a:lnTo>
                  <a:pt x="166" y="7"/>
                </a:lnTo>
                <a:lnTo>
                  <a:pt x="173" y="6"/>
                </a:lnTo>
                <a:lnTo>
                  <a:pt x="180" y="4"/>
                </a:lnTo>
                <a:lnTo>
                  <a:pt x="187" y="3"/>
                </a:lnTo>
                <a:lnTo>
                  <a:pt x="194" y="2"/>
                </a:lnTo>
                <a:lnTo>
                  <a:pt x="201" y="1"/>
                </a:lnTo>
                <a:lnTo>
                  <a:pt x="209" y="1"/>
                </a:lnTo>
                <a:lnTo>
                  <a:pt x="216" y="0"/>
                </a:lnTo>
                <a:lnTo>
                  <a:pt x="223" y="0"/>
                </a:lnTo>
                <a:lnTo>
                  <a:pt x="230" y="0"/>
                </a:lnTo>
                <a:lnTo>
                  <a:pt x="238" y="0"/>
                </a:lnTo>
                <a:lnTo>
                  <a:pt x="245" y="0"/>
                </a:lnTo>
                <a:lnTo>
                  <a:pt x="252" y="1"/>
                </a:lnTo>
                <a:lnTo>
                  <a:pt x="259" y="1"/>
                </a:lnTo>
                <a:lnTo>
                  <a:pt x="266" y="2"/>
                </a:lnTo>
                <a:lnTo>
                  <a:pt x="274" y="3"/>
                </a:lnTo>
                <a:lnTo>
                  <a:pt x="281" y="4"/>
                </a:lnTo>
                <a:lnTo>
                  <a:pt x="288" y="6"/>
                </a:lnTo>
                <a:lnTo>
                  <a:pt x="295" y="7"/>
                </a:lnTo>
                <a:lnTo>
                  <a:pt x="302" y="9"/>
                </a:lnTo>
                <a:lnTo>
                  <a:pt x="308" y="11"/>
                </a:lnTo>
                <a:lnTo>
                  <a:pt x="315" y="13"/>
                </a:lnTo>
                <a:lnTo>
                  <a:pt x="322" y="15"/>
                </a:lnTo>
                <a:lnTo>
                  <a:pt x="329" y="17"/>
                </a:lnTo>
                <a:lnTo>
                  <a:pt x="335" y="20"/>
                </a:lnTo>
                <a:lnTo>
                  <a:pt x="341" y="23"/>
                </a:lnTo>
                <a:lnTo>
                  <a:pt x="348" y="26"/>
                </a:lnTo>
                <a:lnTo>
                  <a:pt x="354" y="29"/>
                </a:lnTo>
                <a:lnTo>
                  <a:pt x="361" y="32"/>
                </a:lnTo>
                <a:lnTo>
                  <a:pt x="367" y="35"/>
                </a:lnTo>
                <a:lnTo>
                  <a:pt x="373" y="39"/>
                </a:lnTo>
                <a:lnTo>
                  <a:pt x="378" y="42"/>
                </a:lnTo>
                <a:lnTo>
                  <a:pt x="384" y="46"/>
                </a:lnTo>
                <a:lnTo>
                  <a:pt x="389" y="50"/>
                </a:lnTo>
                <a:lnTo>
                  <a:pt x="394" y="55"/>
                </a:lnTo>
                <a:lnTo>
                  <a:pt x="400" y="59"/>
                </a:lnTo>
                <a:lnTo>
                  <a:pt x="404" y="64"/>
                </a:lnTo>
                <a:lnTo>
                  <a:pt x="409" y="68"/>
                </a:lnTo>
                <a:lnTo>
                  <a:pt x="414" y="73"/>
                </a:lnTo>
                <a:lnTo>
                  <a:pt x="418" y="77"/>
                </a:lnTo>
                <a:lnTo>
                  <a:pt x="422" y="82"/>
                </a:lnTo>
                <a:lnTo>
                  <a:pt x="426" y="87"/>
                </a:lnTo>
                <a:lnTo>
                  <a:pt x="430" y="92"/>
                </a:lnTo>
                <a:lnTo>
                  <a:pt x="433" y="97"/>
                </a:lnTo>
                <a:lnTo>
                  <a:pt x="437" y="102"/>
                </a:lnTo>
                <a:lnTo>
                  <a:pt x="440" y="107"/>
                </a:lnTo>
                <a:lnTo>
                  <a:pt x="443" y="113"/>
                </a:lnTo>
                <a:lnTo>
                  <a:pt x="446" y="118"/>
                </a:lnTo>
                <a:lnTo>
                  <a:pt x="448" y="123"/>
                </a:lnTo>
                <a:lnTo>
                  <a:pt x="451" y="129"/>
                </a:lnTo>
                <a:lnTo>
                  <a:pt x="453" y="134"/>
                </a:lnTo>
                <a:lnTo>
                  <a:pt x="455" y="140"/>
                </a:lnTo>
                <a:lnTo>
                  <a:pt x="456" y="146"/>
                </a:lnTo>
                <a:lnTo>
                  <a:pt x="458" y="151"/>
                </a:lnTo>
                <a:lnTo>
                  <a:pt x="459" y="157"/>
                </a:lnTo>
                <a:lnTo>
                  <a:pt x="460" y="163"/>
                </a:lnTo>
                <a:lnTo>
                  <a:pt x="461" y="169"/>
                </a:lnTo>
                <a:lnTo>
                  <a:pt x="462" y="174"/>
                </a:lnTo>
                <a:lnTo>
                  <a:pt x="462" y="180"/>
                </a:lnTo>
                <a:lnTo>
                  <a:pt x="462" y="186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4" name=""/>
          <p:cNvSpPr/>
          <p:nvPr/>
        </p:nvSpPr>
        <p:spPr>
          <a:xfrm>
            <a:off x="2775600" y="1778040"/>
            <a:ext cx="168120" cy="135000"/>
          </a:xfrm>
          <a:custGeom>
            <a:avLst/>
            <a:gdLst/>
            <a:ahLst/>
            <a:rect l="0" t="0" r="r" b="b"/>
            <a:pathLst>
              <a:path w="467" h="375">
                <a:moveTo>
                  <a:pt x="465" y="188"/>
                </a:moveTo>
                <a:lnTo>
                  <a:pt x="465" y="182"/>
                </a:lnTo>
                <a:lnTo>
                  <a:pt x="465" y="176"/>
                </a:lnTo>
                <a:lnTo>
                  <a:pt x="464" y="171"/>
                </a:lnTo>
                <a:lnTo>
                  <a:pt x="463" y="165"/>
                </a:lnTo>
                <a:lnTo>
                  <a:pt x="462" y="159"/>
                </a:lnTo>
                <a:lnTo>
                  <a:pt x="461" y="153"/>
                </a:lnTo>
                <a:lnTo>
                  <a:pt x="459" y="148"/>
                </a:lnTo>
                <a:lnTo>
                  <a:pt x="458" y="142"/>
                </a:lnTo>
                <a:lnTo>
                  <a:pt x="456" y="136"/>
                </a:lnTo>
                <a:lnTo>
                  <a:pt x="454" y="131"/>
                </a:lnTo>
                <a:lnTo>
                  <a:pt x="451" y="125"/>
                </a:lnTo>
                <a:lnTo>
                  <a:pt x="449" y="120"/>
                </a:lnTo>
                <a:lnTo>
                  <a:pt x="446" y="115"/>
                </a:lnTo>
                <a:lnTo>
                  <a:pt x="443" y="108"/>
                </a:lnTo>
                <a:lnTo>
                  <a:pt x="440" y="103"/>
                </a:lnTo>
                <a:lnTo>
                  <a:pt x="436" y="98"/>
                </a:lnTo>
                <a:lnTo>
                  <a:pt x="433" y="93"/>
                </a:lnTo>
                <a:lnTo>
                  <a:pt x="429" y="88"/>
                </a:lnTo>
                <a:lnTo>
                  <a:pt x="424" y="83"/>
                </a:lnTo>
                <a:lnTo>
                  <a:pt x="420" y="78"/>
                </a:lnTo>
                <a:lnTo>
                  <a:pt x="416" y="74"/>
                </a:lnTo>
                <a:lnTo>
                  <a:pt x="411" y="69"/>
                </a:lnTo>
                <a:lnTo>
                  <a:pt x="406" y="65"/>
                </a:lnTo>
                <a:lnTo>
                  <a:pt x="402" y="60"/>
                </a:lnTo>
                <a:lnTo>
                  <a:pt x="396" y="56"/>
                </a:lnTo>
                <a:lnTo>
                  <a:pt x="391" y="52"/>
                </a:lnTo>
                <a:lnTo>
                  <a:pt x="386" y="48"/>
                </a:lnTo>
                <a:lnTo>
                  <a:pt x="380" y="44"/>
                </a:lnTo>
                <a:lnTo>
                  <a:pt x="375" y="41"/>
                </a:lnTo>
                <a:lnTo>
                  <a:pt x="369" y="37"/>
                </a:lnTo>
                <a:lnTo>
                  <a:pt x="363" y="34"/>
                </a:lnTo>
                <a:lnTo>
                  <a:pt x="357" y="31"/>
                </a:lnTo>
                <a:lnTo>
                  <a:pt x="351" y="28"/>
                </a:lnTo>
                <a:lnTo>
                  <a:pt x="344" y="25"/>
                </a:lnTo>
                <a:lnTo>
                  <a:pt x="338" y="22"/>
                </a:lnTo>
                <a:lnTo>
                  <a:pt x="332" y="19"/>
                </a:lnTo>
                <a:lnTo>
                  <a:pt x="325" y="17"/>
                </a:lnTo>
                <a:lnTo>
                  <a:pt x="318" y="15"/>
                </a:lnTo>
                <a:lnTo>
                  <a:pt x="311" y="13"/>
                </a:lnTo>
                <a:lnTo>
                  <a:pt x="305" y="11"/>
                </a:lnTo>
                <a:lnTo>
                  <a:pt x="298" y="9"/>
                </a:lnTo>
                <a:lnTo>
                  <a:pt x="291" y="8"/>
                </a:lnTo>
                <a:lnTo>
                  <a:pt x="284" y="6"/>
                </a:lnTo>
                <a:lnTo>
                  <a:pt x="277" y="5"/>
                </a:lnTo>
                <a:lnTo>
                  <a:pt x="269" y="4"/>
                </a:lnTo>
                <a:lnTo>
                  <a:pt x="262" y="3"/>
                </a:lnTo>
                <a:lnTo>
                  <a:pt x="255" y="3"/>
                </a:lnTo>
                <a:lnTo>
                  <a:pt x="248" y="2"/>
                </a:lnTo>
                <a:lnTo>
                  <a:pt x="241" y="2"/>
                </a:lnTo>
                <a:lnTo>
                  <a:pt x="233" y="2"/>
                </a:lnTo>
                <a:lnTo>
                  <a:pt x="226" y="2"/>
                </a:lnTo>
                <a:lnTo>
                  <a:pt x="219" y="2"/>
                </a:lnTo>
                <a:lnTo>
                  <a:pt x="212" y="3"/>
                </a:lnTo>
                <a:lnTo>
                  <a:pt x="204" y="3"/>
                </a:lnTo>
                <a:lnTo>
                  <a:pt x="197" y="4"/>
                </a:lnTo>
                <a:lnTo>
                  <a:pt x="190" y="5"/>
                </a:lnTo>
                <a:lnTo>
                  <a:pt x="183" y="6"/>
                </a:lnTo>
                <a:lnTo>
                  <a:pt x="176" y="8"/>
                </a:lnTo>
                <a:lnTo>
                  <a:pt x="169" y="9"/>
                </a:lnTo>
                <a:lnTo>
                  <a:pt x="162" y="11"/>
                </a:lnTo>
                <a:lnTo>
                  <a:pt x="155" y="13"/>
                </a:lnTo>
                <a:lnTo>
                  <a:pt x="148" y="15"/>
                </a:lnTo>
                <a:lnTo>
                  <a:pt x="142" y="17"/>
                </a:lnTo>
                <a:lnTo>
                  <a:pt x="135" y="19"/>
                </a:lnTo>
                <a:lnTo>
                  <a:pt x="129" y="22"/>
                </a:lnTo>
                <a:lnTo>
                  <a:pt x="122" y="25"/>
                </a:lnTo>
                <a:lnTo>
                  <a:pt x="116" y="28"/>
                </a:lnTo>
                <a:lnTo>
                  <a:pt x="110" y="31"/>
                </a:lnTo>
                <a:lnTo>
                  <a:pt x="104" y="34"/>
                </a:lnTo>
                <a:lnTo>
                  <a:pt x="98" y="37"/>
                </a:lnTo>
                <a:lnTo>
                  <a:pt x="92" y="41"/>
                </a:lnTo>
                <a:lnTo>
                  <a:pt x="86" y="44"/>
                </a:lnTo>
                <a:lnTo>
                  <a:pt x="81" y="48"/>
                </a:lnTo>
                <a:lnTo>
                  <a:pt x="75" y="52"/>
                </a:lnTo>
                <a:lnTo>
                  <a:pt x="70" y="56"/>
                </a:lnTo>
                <a:lnTo>
                  <a:pt x="65" y="60"/>
                </a:lnTo>
                <a:lnTo>
                  <a:pt x="60" y="65"/>
                </a:lnTo>
                <a:lnTo>
                  <a:pt x="56" y="69"/>
                </a:lnTo>
                <a:lnTo>
                  <a:pt x="51" y="74"/>
                </a:lnTo>
                <a:lnTo>
                  <a:pt x="47" y="78"/>
                </a:lnTo>
                <a:lnTo>
                  <a:pt x="43" y="83"/>
                </a:lnTo>
                <a:lnTo>
                  <a:pt x="39" y="88"/>
                </a:lnTo>
                <a:lnTo>
                  <a:pt x="35" y="93"/>
                </a:lnTo>
                <a:lnTo>
                  <a:pt x="31" y="98"/>
                </a:lnTo>
                <a:lnTo>
                  <a:pt x="28" y="103"/>
                </a:lnTo>
                <a:lnTo>
                  <a:pt x="25" y="108"/>
                </a:lnTo>
                <a:lnTo>
                  <a:pt x="22" y="115"/>
                </a:lnTo>
                <a:lnTo>
                  <a:pt x="19" y="120"/>
                </a:lnTo>
                <a:lnTo>
                  <a:pt x="16" y="125"/>
                </a:lnTo>
                <a:lnTo>
                  <a:pt x="14" y="131"/>
                </a:lnTo>
                <a:lnTo>
                  <a:pt x="12" y="136"/>
                </a:lnTo>
                <a:lnTo>
                  <a:pt x="10" y="142"/>
                </a:lnTo>
                <a:lnTo>
                  <a:pt x="8" y="148"/>
                </a:lnTo>
                <a:lnTo>
                  <a:pt x="7" y="153"/>
                </a:lnTo>
                <a:lnTo>
                  <a:pt x="6" y="159"/>
                </a:lnTo>
                <a:lnTo>
                  <a:pt x="4" y="165"/>
                </a:lnTo>
                <a:lnTo>
                  <a:pt x="4" y="171"/>
                </a:lnTo>
                <a:lnTo>
                  <a:pt x="3" y="176"/>
                </a:lnTo>
                <a:lnTo>
                  <a:pt x="3" y="182"/>
                </a:lnTo>
                <a:lnTo>
                  <a:pt x="3" y="188"/>
                </a:lnTo>
                <a:lnTo>
                  <a:pt x="3" y="194"/>
                </a:lnTo>
                <a:lnTo>
                  <a:pt x="3" y="200"/>
                </a:lnTo>
                <a:lnTo>
                  <a:pt x="4" y="205"/>
                </a:lnTo>
                <a:lnTo>
                  <a:pt x="4" y="211"/>
                </a:lnTo>
                <a:lnTo>
                  <a:pt x="6" y="217"/>
                </a:lnTo>
                <a:lnTo>
                  <a:pt x="7" y="223"/>
                </a:lnTo>
                <a:lnTo>
                  <a:pt x="8" y="228"/>
                </a:lnTo>
                <a:lnTo>
                  <a:pt x="10" y="234"/>
                </a:lnTo>
                <a:lnTo>
                  <a:pt x="12" y="240"/>
                </a:lnTo>
                <a:lnTo>
                  <a:pt x="14" y="245"/>
                </a:lnTo>
                <a:lnTo>
                  <a:pt x="16" y="251"/>
                </a:lnTo>
                <a:lnTo>
                  <a:pt x="19" y="256"/>
                </a:lnTo>
                <a:lnTo>
                  <a:pt x="22" y="262"/>
                </a:lnTo>
                <a:lnTo>
                  <a:pt x="25" y="267"/>
                </a:lnTo>
                <a:lnTo>
                  <a:pt x="28" y="272"/>
                </a:lnTo>
                <a:lnTo>
                  <a:pt x="31" y="277"/>
                </a:lnTo>
                <a:lnTo>
                  <a:pt x="35" y="282"/>
                </a:lnTo>
                <a:lnTo>
                  <a:pt x="39" y="287"/>
                </a:lnTo>
                <a:lnTo>
                  <a:pt x="43" y="292"/>
                </a:lnTo>
                <a:lnTo>
                  <a:pt x="47" y="297"/>
                </a:lnTo>
                <a:lnTo>
                  <a:pt x="51" y="302"/>
                </a:lnTo>
                <a:lnTo>
                  <a:pt x="56" y="306"/>
                </a:lnTo>
                <a:lnTo>
                  <a:pt x="60" y="311"/>
                </a:lnTo>
                <a:lnTo>
                  <a:pt x="65" y="315"/>
                </a:lnTo>
                <a:lnTo>
                  <a:pt x="70" y="319"/>
                </a:lnTo>
                <a:lnTo>
                  <a:pt x="75" y="323"/>
                </a:lnTo>
                <a:lnTo>
                  <a:pt x="81" y="327"/>
                </a:lnTo>
                <a:lnTo>
                  <a:pt x="86" y="331"/>
                </a:lnTo>
                <a:lnTo>
                  <a:pt x="92" y="334"/>
                </a:lnTo>
                <a:lnTo>
                  <a:pt x="98" y="338"/>
                </a:lnTo>
                <a:lnTo>
                  <a:pt x="104" y="341"/>
                </a:lnTo>
                <a:lnTo>
                  <a:pt x="110" y="344"/>
                </a:lnTo>
                <a:lnTo>
                  <a:pt x="116" y="347"/>
                </a:lnTo>
                <a:lnTo>
                  <a:pt x="122" y="350"/>
                </a:lnTo>
                <a:lnTo>
                  <a:pt x="129" y="353"/>
                </a:lnTo>
                <a:lnTo>
                  <a:pt x="135" y="356"/>
                </a:lnTo>
                <a:lnTo>
                  <a:pt x="142" y="358"/>
                </a:lnTo>
                <a:lnTo>
                  <a:pt x="148" y="360"/>
                </a:lnTo>
                <a:lnTo>
                  <a:pt x="155" y="362"/>
                </a:lnTo>
                <a:lnTo>
                  <a:pt x="162" y="364"/>
                </a:lnTo>
                <a:lnTo>
                  <a:pt x="169" y="366"/>
                </a:lnTo>
                <a:lnTo>
                  <a:pt x="176" y="367"/>
                </a:lnTo>
                <a:lnTo>
                  <a:pt x="183" y="369"/>
                </a:lnTo>
                <a:lnTo>
                  <a:pt x="190" y="370"/>
                </a:lnTo>
                <a:lnTo>
                  <a:pt x="197" y="371"/>
                </a:lnTo>
                <a:lnTo>
                  <a:pt x="204" y="372"/>
                </a:lnTo>
                <a:lnTo>
                  <a:pt x="212" y="372"/>
                </a:lnTo>
                <a:lnTo>
                  <a:pt x="219" y="373"/>
                </a:lnTo>
                <a:lnTo>
                  <a:pt x="226" y="373"/>
                </a:lnTo>
                <a:lnTo>
                  <a:pt x="233" y="373"/>
                </a:lnTo>
                <a:lnTo>
                  <a:pt x="241" y="373"/>
                </a:lnTo>
                <a:lnTo>
                  <a:pt x="248" y="373"/>
                </a:lnTo>
                <a:lnTo>
                  <a:pt x="255" y="372"/>
                </a:lnTo>
                <a:lnTo>
                  <a:pt x="262" y="372"/>
                </a:lnTo>
                <a:lnTo>
                  <a:pt x="269" y="371"/>
                </a:lnTo>
                <a:lnTo>
                  <a:pt x="277" y="370"/>
                </a:lnTo>
                <a:lnTo>
                  <a:pt x="284" y="369"/>
                </a:lnTo>
                <a:lnTo>
                  <a:pt x="291" y="367"/>
                </a:lnTo>
                <a:lnTo>
                  <a:pt x="298" y="366"/>
                </a:lnTo>
                <a:lnTo>
                  <a:pt x="305" y="364"/>
                </a:lnTo>
                <a:lnTo>
                  <a:pt x="311" y="362"/>
                </a:lnTo>
                <a:lnTo>
                  <a:pt x="318" y="360"/>
                </a:lnTo>
                <a:lnTo>
                  <a:pt x="325" y="358"/>
                </a:lnTo>
                <a:lnTo>
                  <a:pt x="332" y="356"/>
                </a:lnTo>
                <a:lnTo>
                  <a:pt x="338" y="353"/>
                </a:lnTo>
                <a:lnTo>
                  <a:pt x="344" y="350"/>
                </a:lnTo>
                <a:lnTo>
                  <a:pt x="351" y="347"/>
                </a:lnTo>
                <a:lnTo>
                  <a:pt x="357" y="344"/>
                </a:lnTo>
                <a:lnTo>
                  <a:pt x="363" y="341"/>
                </a:lnTo>
                <a:lnTo>
                  <a:pt x="369" y="338"/>
                </a:lnTo>
                <a:lnTo>
                  <a:pt x="375" y="334"/>
                </a:lnTo>
                <a:lnTo>
                  <a:pt x="380" y="331"/>
                </a:lnTo>
                <a:lnTo>
                  <a:pt x="386" y="327"/>
                </a:lnTo>
                <a:lnTo>
                  <a:pt x="391" y="323"/>
                </a:lnTo>
                <a:lnTo>
                  <a:pt x="396" y="319"/>
                </a:lnTo>
                <a:lnTo>
                  <a:pt x="402" y="315"/>
                </a:lnTo>
                <a:lnTo>
                  <a:pt x="406" y="311"/>
                </a:lnTo>
                <a:lnTo>
                  <a:pt x="411" y="306"/>
                </a:lnTo>
                <a:lnTo>
                  <a:pt x="416" y="302"/>
                </a:lnTo>
                <a:lnTo>
                  <a:pt x="420" y="297"/>
                </a:lnTo>
                <a:lnTo>
                  <a:pt x="424" y="292"/>
                </a:lnTo>
                <a:lnTo>
                  <a:pt x="429" y="287"/>
                </a:lnTo>
                <a:lnTo>
                  <a:pt x="433" y="282"/>
                </a:lnTo>
                <a:lnTo>
                  <a:pt x="436" y="277"/>
                </a:lnTo>
                <a:lnTo>
                  <a:pt x="440" y="272"/>
                </a:lnTo>
                <a:lnTo>
                  <a:pt x="443" y="267"/>
                </a:lnTo>
                <a:lnTo>
                  <a:pt x="446" y="262"/>
                </a:lnTo>
                <a:lnTo>
                  <a:pt x="449" y="256"/>
                </a:lnTo>
                <a:lnTo>
                  <a:pt x="451" y="251"/>
                </a:lnTo>
                <a:lnTo>
                  <a:pt x="454" y="245"/>
                </a:lnTo>
                <a:lnTo>
                  <a:pt x="456" y="240"/>
                </a:lnTo>
                <a:lnTo>
                  <a:pt x="458" y="234"/>
                </a:lnTo>
                <a:lnTo>
                  <a:pt x="459" y="228"/>
                </a:lnTo>
                <a:lnTo>
                  <a:pt x="461" y="223"/>
                </a:lnTo>
                <a:lnTo>
                  <a:pt x="462" y="217"/>
                </a:lnTo>
                <a:lnTo>
                  <a:pt x="463" y="211"/>
                </a:lnTo>
                <a:lnTo>
                  <a:pt x="464" y="205"/>
                </a:lnTo>
                <a:lnTo>
                  <a:pt x="465" y="200"/>
                </a:lnTo>
                <a:lnTo>
                  <a:pt x="465" y="194"/>
                </a:lnTo>
                <a:lnTo>
                  <a:pt x="465" y="188"/>
                </a:lnTo>
                <a:moveTo>
                  <a:pt x="467" y="188"/>
                </a:moveTo>
                <a:lnTo>
                  <a:pt x="467" y="194"/>
                </a:lnTo>
                <a:lnTo>
                  <a:pt x="467" y="200"/>
                </a:lnTo>
                <a:lnTo>
                  <a:pt x="466" y="206"/>
                </a:lnTo>
                <a:lnTo>
                  <a:pt x="466" y="212"/>
                </a:lnTo>
                <a:lnTo>
                  <a:pt x="464" y="217"/>
                </a:lnTo>
                <a:lnTo>
                  <a:pt x="463" y="223"/>
                </a:lnTo>
                <a:lnTo>
                  <a:pt x="462" y="229"/>
                </a:lnTo>
                <a:lnTo>
                  <a:pt x="460" y="235"/>
                </a:lnTo>
                <a:lnTo>
                  <a:pt x="458" y="240"/>
                </a:lnTo>
                <a:lnTo>
                  <a:pt x="456" y="246"/>
                </a:lnTo>
                <a:lnTo>
                  <a:pt x="454" y="251"/>
                </a:lnTo>
                <a:lnTo>
                  <a:pt x="451" y="257"/>
                </a:lnTo>
                <a:lnTo>
                  <a:pt x="448" y="262"/>
                </a:lnTo>
                <a:lnTo>
                  <a:pt x="445" y="268"/>
                </a:lnTo>
                <a:lnTo>
                  <a:pt x="442" y="273"/>
                </a:lnTo>
                <a:lnTo>
                  <a:pt x="439" y="278"/>
                </a:lnTo>
                <a:lnTo>
                  <a:pt x="435" y="283"/>
                </a:lnTo>
                <a:lnTo>
                  <a:pt x="431" y="288"/>
                </a:lnTo>
                <a:lnTo>
                  <a:pt x="426" y="293"/>
                </a:lnTo>
                <a:lnTo>
                  <a:pt x="422" y="298"/>
                </a:lnTo>
                <a:lnTo>
                  <a:pt x="417" y="303"/>
                </a:lnTo>
                <a:lnTo>
                  <a:pt x="413" y="307"/>
                </a:lnTo>
                <a:lnTo>
                  <a:pt x="408" y="312"/>
                </a:lnTo>
                <a:lnTo>
                  <a:pt x="403" y="316"/>
                </a:lnTo>
                <a:lnTo>
                  <a:pt x="398" y="320"/>
                </a:lnTo>
                <a:lnTo>
                  <a:pt x="393" y="324"/>
                </a:lnTo>
                <a:lnTo>
                  <a:pt x="387" y="328"/>
                </a:lnTo>
                <a:lnTo>
                  <a:pt x="382" y="332"/>
                </a:lnTo>
                <a:lnTo>
                  <a:pt x="376" y="336"/>
                </a:lnTo>
                <a:lnTo>
                  <a:pt x="370" y="339"/>
                </a:lnTo>
                <a:lnTo>
                  <a:pt x="364" y="343"/>
                </a:lnTo>
                <a:lnTo>
                  <a:pt x="358" y="346"/>
                </a:lnTo>
                <a:lnTo>
                  <a:pt x="352" y="349"/>
                </a:lnTo>
                <a:lnTo>
                  <a:pt x="346" y="352"/>
                </a:lnTo>
                <a:lnTo>
                  <a:pt x="339" y="355"/>
                </a:lnTo>
                <a:lnTo>
                  <a:pt x="333" y="357"/>
                </a:lnTo>
                <a:lnTo>
                  <a:pt x="326" y="360"/>
                </a:lnTo>
                <a:lnTo>
                  <a:pt x="319" y="362"/>
                </a:lnTo>
                <a:lnTo>
                  <a:pt x="312" y="364"/>
                </a:lnTo>
                <a:lnTo>
                  <a:pt x="305" y="366"/>
                </a:lnTo>
                <a:lnTo>
                  <a:pt x="298" y="368"/>
                </a:lnTo>
                <a:lnTo>
                  <a:pt x="291" y="369"/>
                </a:lnTo>
                <a:lnTo>
                  <a:pt x="284" y="371"/>
                </a:lnTo>
                <a:lnTo>
                  <a:pt x="277" y="372"/>
                </a:lnTo>
                <a:lnTo>
                  <a:pt x="270" y="373"/>
                </a:lnTo>
                <a:lnTo>
                  <a:pt x="263" y="374"/>
                </a:lnTo>
                <a:lnTo>
                  <a:pt x="255" y="374"/>
                </a:lnTo>
                <a:lnTo>
                  <a:pt x="248" y="375"/>
                </a:lnTo>
                <a:lnTo>
                  <a:pt x="241" y="375"/>
                </a:lnTo>
                <a:lnTo>
                  <a:pt x="233" y="375"/>
                </a:lnTo>
                <a:lnTo>
                  <a:pt x="226" y="375"/>
                </a:lnTo>
                <a:lnTo>
                  <a:pt x="219" y="375"/>
                </a:lnTo>
                <a:lnTo>
                  <a:pt x="211" y="374"/>
                </a:lnTo>
                <a:lnTo>
                  <a:pt x="204" y="374"/>
                </a:lnTo>
                <a:lnTo>
                  <a:pt x="197" y="373"/>
                </a:lnTo>
                <a:lnTo>
                  <a:pt x="190" y="372"/>
                </a:lnTo>
                <a:lnTo>
                  <a:pt x="183" y="371"/>
                </a:lnTo>
                <a:lnTo>
                  <a:pt x="175" y="369"/>
                </a:lnTo>
                <a:lnTo>
                  <a:pt x="168" y="368"/>
                </a:lnTo>
                <a:lnTo>
                  <a:pt x="161" y="366"/>
                </a:lnTo>
                <a:lnTo>
                  <a:pt x="154" y="364"/>
                </a:lnTo>
                <a:lnTo>
                  <a:pt x="148" y="362"/>
                </a:lnTo>
                <a:lnTo>
                  <a:pt x="141" y="360"/>
                </a:lnTo>
                <a:lnTo>
                  <a:pt x="134" y="357"/>
                </a:lnTo>
                <a:lnTo>
                  <a:pt x="128" y="355"/>
                </a:lnTo>
                <a:lnTo>
                  <a:pt x="121" y="352"/>
                </a:lnTo>
                <a:lnTo>
                  <a:pt x="115" y="349"/>
                </a:lnTo>
                <a:lnTo>
                  <a:pt x="109" y="346"/>
                </a:lnTo>
                <a:lnTo>
                  <a:pt x="102" y="343"/>
                </a:lnTo>
                <a:lnTo>
                  <a:pt x="96" y="339"/>
                </a:lnTo>
                <a:lnTo>
                  <a:pt x="91" y="336"/>
                </a:lnTo>
                <a:lnTo>
                  <a:pt x="85" y="332"/>
                </a:lnTo>
                <a:lnTo>
                  <a:pt x="79" y="328"/>
                </a:lnTo>
                <a:lnTo>
                  <a:pt x="74" y="324"/>
                </a:lnTo>
                <a:lnTo>
                  <a:pt x="69" y="320"/>
                </a:lnTo>
                <a:lnTo>
                  <a:pt x="64" y="316"/>
                </a:lnTo>
                <a:lnTo>
                  <a:pt x="59" y="312"/>
                </a:lnTo>
                <a:lnTo>
                  <a:pt x="54" y="307"/>
                </a:lnTo>
                <a:lnTo>
                  <a:pt x="49" y="303"/>
                </a:lnTo>
                <a:lnTo>
                  <a:pt x="45" y="298"/>
                </a:lnTo>
                <a:lnTo>
                  <a:pt x="41" y="293"/>
                </a:lnTo>
                <a:lnTo>
                  <a:pt x="37" y="288"/>
                </a:lnTo>
                <a:lnTo>
                  <a:pt x="33" y="283"/>
                </a:lnTo>
                <a:lnTo>
                  <a:pt x="29" y="278"/>
                </a:lnTo>
                <a:lnTo>
                  <a:pt x="26" y="273"/>
                </a:lnTo>
                <a:lnTo>
                  <a:pt x="23" y="268"/>
                </a:lnTo>
                <a:lnTo>
                  <a:pt x="20" y="262"/>
                </a:lnTo>
                <a:lnTo>
                  <a:pt x="17" y="257"/>
                </a:lnTo>
                <a:lnTo>
                  <a:pt x="14" y="251"/>
                </a:lnTo>
                <a:lnTo>
                  <a:pt x="12" y="246"/>
                </a:lnTo>
                <a:lnTo>
                  <a:pt x="10" y="240"/>
                </a:lnTo>
                <a:lnTo>
                  <a:pt x="8" y="235"/>
                </a:lnTo>
                <a:lnTo>
                  <a:pt x="6" y="229"/>
                </a:lnTo>
                <a:lnTo>
                  <a:pt x="4" y="223"/>
                </a:lnTo>
                <a:lnTo>
                  <a:pt x="3" y="217"/>
                </a:lnTo>
                <a:lnTo>
                  <a:pt x="2" y="212"/>
                </a:lnTo>
                <a:lnTo>
                  <a:pt x="1" y="206"/>
                </a:lnTo>
                <a:lnTo>
                  <a:pt x="1" y="200"/>
                </a:lnTo>
                <a:lnTo>
                  <a:pt x="0" y="194"/>
                </a:lnTo>
                <a:lnTo>
                  <a:pt x="0" y="188"/>
                </a:lnTo>
                <a:lnTo>
                  <a:pt x="0" y="182"/>
                </a:lnTo>
                <a:lnTo>
                  <a:pt x="1" y="176"/>
                </a:lnTo>
                <a:lnTo>
                  <a:pt x="1" y="170"/>
                </a:lnTo>
                <a:lnTo>
                  <a:pt x="2" y="165"/>
                </a:lnTo>
                <a:lnTo>
                  <a:pt x="3" y="159"/>
                </a:lnTo>
                <a:lnTo>
                  <a:pt x="4" y="153"/>
                </a:lnTo>
                <a:lnTo>
                  <a:pt x="6" y="147"/>
                </a:lnTo>
                <a:lnTo>
                  <a:pt x="8" y="142"/>
                </a:lnTo>
                <a:lnTo>
                  <a:pt x="10" y="136"/>
                </a:lnTo>
                <a:lnTo>
                  <a:pt x="12" y="130"/>
                </a:lnTo>
                <a:lnTo>
                  <a:pt x="14" y="125"/>
                </a:lnTo>
                <a:lnTo>
                  <a:pt x="17" y="119"/>
                </a:lnTo>
                <a:lnTo>
                  <a:pt x="20" y="114"/>
                </a:lnTo>
                <a:lnTo>
                  <a:pt x="23" y="107"/>
                </a:lnTo>
                <a:lnTo>
                  <a:pt x="26" y="102"/>
                </a:lnTo>
                <a:lnTo>
                  <a:pt x="29" y="97"/>
                </a:lnTo>
                <a:lnTo>
                  <a:pt x="33" y="92"/>
                </a:lnTo>
                <a:lnTo>
                  <a:pt x="37" y="87"/>
                </a:lnTo>
                <a:lnTo>
                  <a:pt x="41" y="82"/>
                </a:lnTo>
                <a:lnTo>
                  <a:pt x="45" y="77"/>
                </a:lnTo>
                <a:lnTo>
                  <a:pt x="49" y="72"/>
                </a:lnTo>
                <a:lnTo>
                  <a:pt x="54" y="68"/>
                </a:lnTo>
                <a:lnTo>
                  <a:pt x="59" y="63"/>
                </a:lnTo>
                <a:lnTo>
                  <a:pt x="64" y="59"/>
                </a:lnTo>
                <a:lnTo>
                  <a:pt x="69" y="55"/>
                </a:lnTo>
                <a:lnTo>
                  <a:pt x="74" y="51"/>
                </a:lnTo>
                <a:lnTo>
                  <a:pt x="79" y="47"/>
                </a:lnTo>
                <a:lnTo>
                  <a:pt x="85" y="43"/>
                </a:lnTo>
                <a:lnTo>
                  <a:pt x="91" y="39"/>
                </a:lnTo>
                <a:lnTo>
                  <a:pt x="96" y="36"/>
                </a:lnTo>
                <a:lnTo>
                  <a:pt x="102" y="32"/>
                </a:lnTo>
                <a:lnTo>
                  <a:pt x="109" y="29"/>
                </a:lnTo>
                <a:lnTo>
                  <a:pt x="115" y="26"/>
                </a:lnTo>
                <a:lnTo>
                  <a:pt x="121" y="23"/>
                </a:lnTo>
                <a:lnTo>
                  <a:pt x="128" y="20"/>
                </a:lnTo>
                <a:lnTo>
                  <a:pt x="134" y="18"/>
                </a:lnTo>
                <a:lnTo>
                  <a:pt x="141" y="15"/>
                </a:lnTo>
                <a:lnTo>
                  <a:pt x="148" y="13"/>
                </a:lnTo>
                <a:lnTo>
                  <a:pt x="154" y="11"/>
                </a:lnTo>
                <a:lnTo>
                  <a:pt x="161" y="9"/>
                </a:lnTo>
                <a:lnTo>
                  <a:pt x="168" y="7"/>
                </a:lnTo>
                <a:lnTo>
                  <a:pt x="175" y="6"/>
                </a:lnTo>
                <a:lnTo>
                  <a:pt x="183" y="5"/>
                </a:lnTo>
                <a:lnTo>
                  <a:pt x="190" y="3"/>
                </a:lnTo>
                <a:lnTo>
                  <a:pt x="197" y="2"/>
                </a:lnTo>
                <a:lnTo>
                  <a:pt x="204" y="1"/>
                </a:lnTo>
                <a:lnTo>
                  <a:pt x="211" y="1"/>
                </a:lnTo>
                <a:lnTo>
                  <a:pt x="219" y="0"/>
                </a:lnTo>
                <a:lnTo>
                  <a:pt x="226" y="0"/>
                </a:lnTo>
                <a:lnTo>
                  <a:pt x="233" y="0"/>
                </a:lnTo>
                <a:lnTo>
                  <a:pt x="241" y="0"/>
                </a:lnTo>
                <a:lnTo>
                  <a:pt x="248" y="0"/>
                </a:lnTo>
                <a:lnTo>
                  <a:pt x="255" y="1"/>
                </a:lnTo>
                <a:lnTo>
                  <a:pt x="263" y="1"/>
                </a:lnTo>
                <a:lnTo>
                  <a:pt x="270" y="2"/>
                </a:lnTo>
                <a:lnTo>
                  <a:pt x="277" y="3"/>
                </a:lnTo>
                <a:lnTo>
                  <a:pt x="284" y="5"/>
                </a:lnTo>
                <a:lnTo>
                  <a:pt x="291" y="6"/>
                </a:lnTo>
                <a:lnTo>
                  <a:pt x="298" y="7"/>
                </a:lnTo>
                <a:lnTo>
                  <a:pt x="305" y="9"/>
                </a:lnTo>
                <a:lnTo>
                  <a:pt x="312" y="11"/>
                </a:lnTo>
                <a:lnTo>
                  <a:pt x="319" y="13"/>
                </a:lnTo>
                <a:lnTo>
                  <a:pt x="326" y="15"/>
                </a:lnTo>
                <a:lnTo>
                  <a:pt x="333" y="18"/>
                </a:lnTo>
                <a:lnTo>
                  <a:pt x="339" y="20"/>
                </a:lnTo>
                <a:lnTo>
                  <a:pt x="346" y="23"/>
                </a:lnTo>
                <a:lnTo>
                  <a:pt x="352" y="26"/>
                </a:lnTo>
                <a:lnTo>
                  <a:pt x="358" y="29"/>
                </a:lnTo>
                <a:lnTo>
                  <a:pt x="364" y="32"/>
                </a:lnTo>
                <a:lnTo>
                  <a:pt x="370" y="36"/>
                </a:lnTo>
                <a:lnTo>
                  <a:pt x="376" y="39"/>
                </a:lnTo>
                <a:lnTo>
                  <a:pt x="382" y="43"/>
                </a:lnTo>
                <a:lnTo>
                  <a:pt x="387" y="47"/>
                </a:lnTo>
                <a:lnTo>
                  <a:pt x="393" y="51"/>
                </a:lnTo>
                <a:lnTo>
                  <a:pt x="398" y="55"/>
                </a:lnTo>
                <a:lnTo>
                  <a:pt x="403" y="59"/>
                </a:lnTo>
                <a:lnTo>
                  <a:pt x="408" y="63"/>
                </a:lnTo>
                <a:lnTo>
                  <a:pt x="413" y="68"/>
                </a:lnTo>
                <a:lnTo>
                  <a:pt x="417" y="72"/>
                </a:lnTo>
                <a:lnTo>
                  <a:pt x="422" y="77"/>
                </a:lnTo>
                <a:lnTo>
                  <a:pt x="426" y="82"/>
                </a:lnTo>
                <a:lnTo>
                  <a:pt x="431" y="87"/>
                </a:lnTo>
                <a:lnTo>
                  <a:pt x="435" y="92"/>
                </a:lnTo>
                <a:lnTo>
                  <a:pt x="439" y="97"/>
                </a:lnTo>
                <a:lnTo>
                  <a:pt x="442" y="102"/>
                </a:lnTo>
                <a:lnTo>
                  <a:pt x="445" y="107"/>
                </a:lnTo>
                <a:lnTo>
                  <a:pt x="448" y="114"/>
                </a:lnTo>
                <a:lnTo>
                  <a:pt x="451" y="119"/>
                </a:lnTo>
                <a:lnTo>
                  <a:pt x="454" y="125"/>
                </a:lnTo>
                <a:lnTo>
                  <a:pt x="456" y="130"/>
                </a:lnTo>
                <a:lnTo>
                  <a:pt x="458" y="136"/>
                </a:lnTo>
                <a:lnTo>
                  <a:pt x="460" y="142"/>
                </a:lnTo>
                <a:lnTo>
                  <a:pt x="462" y="147"/>
                </a:lnTo>
                <a:lnTo>
                  <a:pt x="463" y="153"/>
                </a:lnTo>
                <a:lnTo>
                  <a:pt x="464" y="159"/>
                </a:lnTo>
                <a:lnTo>
                  <a:pt x="466" y="165"/>
                </a:lnTo>
                <a:lnTo>
                  <a:pt x="466" y="170"/>
                </a:lnTo>
                <a:lnTo>
                  <a:pt x="467" y="176"/>
                </a:lnTo>
                <a:lnTo>
                  <a:pt x="467" y="182"/>
                </a:lnTo>
                <a:lnTo>
                  <a:pt x="467" y="188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5" name=""/>
          <p:cNvSpPr/>
          <p:nvPr/>
        </p:nvSpPr>
        <p:spPr>
          <a:xfrm>
            <a:off x="2772360" y="1775520"/>
            <a:ext cx="174960" cy="140400"/>
          </a:xfrm>
          <a:custGeom>
            <a:avLst/>
            <a:gdLst/>
            <a:ahLst/>
            <a:rect l="0" t="0" r="r" b="b"/>
            <a:pathLst>
              <a:path w="486" h="390">
                <a:moveTo>
                  <a:pt x="476" y="194"/>
                </a:moveTo>
                <a:lnTo>
                  <a:pt x="476" y="188"/>
                </a:lnTo>
                <a:lnTo>
                  <a:pt x="476" y="182"/>
                </a:lnTo>
                <a:lnTo>
                  <a:pt x="475" y="176"/>
                </a:lnTo>
                <a:lnTo>
                  <a:pt x="475" y="171"/>
                </a:lnTo>
                <a:lnTo>
                  <a:pt x="473" y="165"/>
                </a:lnTo>
                <a:lnTo>
                  <a:pt x="472" y="159"/>
                </a:lnTo>
                <a:lnTo>
                  <a:pt x="471" y="153"/>
                </a:lnTo>
                <a:lnTo>
                  <a:pt x="469" y="148"/>
                </a:lnTo>
                <a:lnTo>
                  <a:pt x="467" y="142"/>
                </a:lnTo>
                <a:lnTo>
                  <a:pt x="465" y="136"/>
                </a:lnTo>
                <a:lnTo>
                  <a:pt x="463" y="131"/>
                </a:lnTo>
                <a:lnTo>
                  <a:pt x="460" y="125"/>
                </a:lnTo>
                <a:lnTo>
                  <a:pt x="457" y="120"/>
                </a:lnTo>
                <a:lnTo>
                  <a:pt x="454" y="114"/>
                </a:lnTo>
                <a:lnTo>
                  <a:pt x="451" y="109"/>
                </a:lnTo>
                <a:lnTo>
                  <a:pt x="448" y="104"/>
                </a:lnTo>
                <a:lnTo>
                  <a:pt x="444" y="99"/>
                </a:lnTo>
                <a:lnTo>
                  <a:pt x="440" y="94"/>
                </a:lnTo>
                <a:lnTo>
                  <a:pt x="436" y="89"/>
                </a:lnTo>
                <a:lnTo>
                  <a:pt x="432" y="84"/>
                </a:lnTo>
                <a:lnTo>
                  <a:pt x="427" y="79"/>
                </a:lnTo>
                <a:lnTo>
                  <a:pt x="423" y="75"/>
                </a:lnTo>
                <a:lnTo>
                  <a:pt x="418" y="70"/>
                </a:lnTo>
                <a:lnTo>
                  <a:pt x="413" y="66"/>
                </a:lnTo>
                <a:lnTo>
                  <a:pt x="408" y="62"/>
                </a:lnTo>
                <a:lnTo>
                  <a:pt x="403" y="58"/>
                </a:lnTo>
                <a:lnTo>
                  <a:pt x="397" y="54"/>
                </a:lnTo>
                <a:lnTo>
                  <a:pt x="392" y="50"/>
                </a:lnTo>
                <a:lnTo>
                  <a:pt x="386" y="46"/>
                </a:lnTo>
                <a:lnTo>
                  <a:pt x="380" y="43"/>
                </a:lnTo>
                <a:lnTo>
                  <a:pt x="374" y="39"/>
                </a:lnTo>
                <a:lnTo>
                  <a:pt x="368" y="36"/>
                </a:lnTo>
                <a:lnTo>
                  <a:pt x="362" y="33"/>
                </a:lnTo>
                <a:lnTo>
                  <a:pt x="356" y="30"/>
                </a:lnTo>
                <a:lnTo>
                  <a:pt x="349" y="27"/>
                </a:lnTo>
                <a:lnTo>
                  <a:pt x="343" y="25"/>
                </a:lnTo>
                <a:lnTo>
                  <a:pt x="336" y="22"/>
                </a:lnTo>
                <a:lnTo>
                  <a:pt x="329" y="20"/>
                </a:lnTo>
                <a:lnTo>
                  <a:pt x="322" y="18"/>
                </a:lnTo>
                <a:lnTo>
                  <a:pt x="315" y="16"/>
                </a:lnTo>
                <a:lnTo>
                  <a:pt x="308" y="14"/>
                </a:lnTo>
                <a:lnTo>
                  <a:pt x="301" y="13"/>
                </a:lnTo>
                <a:lnTo>
                  <a:pt x="294" y="12"/>
                </a:lnTo>
                <a:lnTo>
                  <a:pt x="287" y="10"/>
                </a:lnTo>
                <a:lnTo>
                  <a:pt x="279" y="9"/>
                </a:lnTo>
                <a:lnTo>
                  <a:pt x="272" y="8"/>
                </a:lnTo>
                <a:lnTo>
                  <a:pt x="264" y="8"/>
                </a:lnTo>
                <a:lnTo>
                  <a:pt x="257" y="7"/>
                </a:lnTo>
                <a:lnTo>
                  <a:pt x="250" y="7"/>
                </a:lnTo>
                <a:lnTo>
                  <a:pt x="242" y="7"/>
                </a:lnTo>
                <a:lnTo>
                  <a:pt x="235" y="7"/>
                </a:lnTo>
                <a:lnTo>
                  <a:pt x="228" y="7"/>
                </a:lnTo>
                <a:lnTo>
                  <a:pt x="220" y="8"/>
                </a:lnTo>
                <a:lnTo>
                  <a:pt x="213" y="8"/>
                </a:lnTo>
                <a:lnTo>
                  <a:pt x="206" y="9"/>
                </a:lnTo>
                <a:lnTo>
                  <a:pt x="199" y="10"/>
                </a:lnTo>
                <a:lnTo>
                  <a:pt x="192" y="12"/>
                </a:lnTo>
                <a:lnTo>
                  <a:pt x="184" y="13"/>
                </a:lnTo>
                <a:lnTo>
                  <a:pt x="177" y="14"/>
                </a:lnTo>
                <a:lnTo>
                  <a:pt x="170" y="16"/>
                </a:lnTo>
                <a:lnTo>
                  <a:pt x="163" y="18"/>
                </a:lnTo>
                <a:lnTo>
                  <a:pt x="157" y="20"/>
                </a:lnTo>
                <a:lnTo>
                  <a:pt x="150" y="22"/>
                </a:lnTo>
                <a:lnTo>
                  <a:pt x="143" y="25"/>
                </a:lnTo>
                <a:lnTo>
                  <a:pt x="137" y="27"/>
                </a:lnTo>
                <a:lnTo>
                  <a:pt x="130" y="30"/>
                </a:lnTo>
                <a:lnTo>
                  <a:pt x="124" y="33"/>
                </a:lnTo>
                <a:lnTo>
                  <a:pt x="118" y="36"/>
                </a:lnTo>
                <a:lnTo>
                  <a:pt x="111" y="39"/>
                </a:lnTo>
                <a:lnTo>
                  <a:pt x="105" y="43"/>
                </a:lnTo>
                <a:lnTo>
                  <a:pt x="100" y="46"/>
                </a:lnTo>
                <a:lnTo>
                  <a:pt x="94" y="50"/>
                </a:lnTo>
                <a:lnTo>
                  <a:pt x="88" y="54"/>
                </a:lnTo>
                <a:lnTo>
                  <a:pt x="83" y="58"/>
                </a:lnTo>
                <a:lnTo>
                  <a:pt x="78" y="62"/>
                </a:lnTo>
                <a:lnTo>
                  <a:pt x="73" y="66"/>
                </a:lnTo>
                <a:lnTo>
                  <a:pt x="68" y="70"/>
                </a:lnTo>
                <a:lnTo>
                  <a:pt x="63" y="75"/>
                </a:lnTo>
                <a:lnTo>
                  <a:pt x="58" y="79"/>
                </a:lnTo>
                <a:lnTo>
                  <a:pt x="54" y="84"/>
                </a:lnTo>
                <a:lnTo>
                  <a:pt x="50" y="89"/>
                </a:lnTo>
                <a:lnTo>
                  <a:pt x="46" y="94"/>
                </a:lnTo>
                <a:lnTo>
                  <a:pt x="42" y="99"/>
                </a:lnTo>
                <a:lnTo>
                  <a:pt x="38" y="104"/>
                </a:lnTo>
                <a:lnTo>
                  <a:pt x="35" y="109"/>
                </a:lnTo>
                <a:lnTo>
                  <a:pt x="32" y="114"/>
                </a:lnTo>
                <a:lnTo>
                  <a:pt x="29" y="120"/>
                </a:lnTo>
                <a:lnTo>
                  <a:pt x="26" y="125"/>
                </a:lnTo>
                <a:lnTo>
                  <a:pt x="23" y="131"/>
                </a:lnTo>
                <a:lnTo>
                  <a:pt x="21" y="136"/>
                </a:lnTo>
                <a:lnTo>
                  <a:pt x="19" y="142"/>
                </a:lnTo>
                <a:lnTo>
                  <a:pt x="17" y="148"/>
                </a:lnTo>
                <a:lnTo>
                  <a:pt x="15" y="153"/>
                </a:lnTo>
                <a:lnTo>
                  <a:pt x="13" y="159"/>
                </a:lnTo>
                <a:lnTo>
                  <a:pt x="12" y="165"/>
                </a:lnTo>
                <a:lnTo>
                  <a:pt x="11" y="171"/>
                </a:lnTo>
                <a:lnTo>
                  <a:pt x="10" y="176"/>
                </a:lnTo>
                <a:lnTo>
                  <a:pt x="10" y="182"/>
                </a:lnTo>
                <a:lnTo>
                  <a:pt x="9" y="188"/>
                </a:lnTo>
                <a:lnTo>
                  <a:pt x="9" y="194"/>
                </a:lnTo>
                <a:lnTo>
                  <a:pt x="9" y="200"/>
                </a:lnTo>
                <a:lnTo>
                  <a:pt x="10" y="206"/>
                </a:lnTo>
                <a:lnTo>
                  <a:pt x="10" y="212"/>
                </a:lnTo>
                <a:lnTo>
                  <a:pt x="11" y="218"/>
                </a:lnTo>
                <a:lnTo>
                  <a:pt x="12" y="223"/>
                </a:lnTo>
                <a:lnTo>
                  <a:pt x="13" y="229"/>
                </a:lnTo>
                <a:lnTo>
                  <a:pt x="15" y="235"/>
                </a:lnTo>
                <a:lnTo>
                  <a:pt x="17" y="241"/>
                </a:lnTo>
                <a:lnTo>
                  <a:pt x="19" y="246"/>
                </a:lnTo>
                <a:lnTo>
                  <a:pt x="21" y="252"/>
                </a:lnTo>
                <a:lnTo>
                  <a:pt x="23" y="257"/>
                </a:lnTo>
                <a:lnTo>
                  <a:pt x="26" y="263"/>
                </a:lnTo>
                <a:lnTo>
                  <a:pt x="29" y="268"/>
                </a:lnTo>
                <a:lnTo>
                  <a:pt x="32" y="274"/>
                </a:lnTo>
                <a:lnTo>
                  <a:pt x="35" y="279"/>
                </a:lnTo>
                <a:lnTo>
                  <a:pt x="38" y="284"/>
                </a:lnTo>
                <a:lnTo>
                  <a:pt x="42" y="289"/>
                </a:lnTo>
                <a:lnTo>
                  <a:pt x="46" y="294"/>
                </a:lnTo>
                <a:lnTo>
                  <a:pt x="50" y="299"/>
                </a:lnTo>
                <a:lnTo>
                  <a:pt x="54" y="304"/>
                </a:lnTo>
                <a:lnTo>
                  <a:pt x="58" y="310"/>
                </a:lnTo>
                <a:lnTo>
                  <a:pt x="63" y="314"/>
                </a:lnTo>
                <a:lnTo>
                  <a:pt x="68" y="319"/>
                </a:lnTo>
                <a:lnTo>
                  <a:pt x="73" y="323"/>
                </a:lnTo>
                <a:lnTo>
                  <a:pt x="78" y="327"/>
                </a:lnTo>
                <a:lnTo>
                  <a:pt x="83" y="331"/>
                </a:lnTo>
                <a:lnTo>
                  <a:pt x="88" y="335"/>
                </a:lnTo>
                <a:lnTo>
                  <a:pt x="94" y="339"/>
                </a:lnTo>
                <a:lnTo>
                  <a:pt x="100" y="343"/>
                </a:lnTo>
                <a:lnTo>
                  <a:pt x="105" y="346"/>
                </a:lnTo>
                <a:lnTo>
                  <a:pt x="111" y="350"/>
                </a:lnTo>
                <a:lnTo>
                  <a:pt x="118" y="353"/>
                </a:lnTo>
                <a:lnTo>
                  <a:pt x="124" y="356"/>
                </a:lnTo>
                <a:lnTo>
                  <a:pt x="130" y="359"/>
                </a:lnTo>
                <a:lnTo>
                  <a:pt x="137" y="362"/>
                </a:lnTo>
                <a:lnTo>
                  <a:pt x="143" y="364"/>
                </a:lnTo>
                <a:lnTo>
                  <a:pt x="150" y="367"/>
                </a:lnTo>
                <a:lnTo>
                  <a:pt x="157" y="369"/>
                </a:lnTo>
                <a:lnTo>
                  <a:pt x="163" y="371"/>
                </a:lnTo>
                <a:lnTo>
                  <a:pt x="170" y="373"/>
                </a:lnTo>
                <a:lnTo>
                  <a:pt x="177" y="375"/>
                </a:lnTo>
                <a:lnTo>
                  <a:pt x="184" y="376"/>
                </a:lnTo>
                <a:lnTo>
                  <a:pt x="192" y="378"/>
                </a:lnTo>
                <a:lnTo>
                  <a:pt x="199" y="379"/>
                </a:lnTo>
                <a:lnTo>
                  <a:pt x="206" y="380"/>
                </a:lnTo>
                <a:lnTo>
                  <a:pt x="213" y="381"/>
                </a:lnTo>
                <a:lnTo>
                  <a:pt x="220" y="381"/>
                </a:lnTo>
                <a:lnTo>
                  <a:pt x="228" y="382"/>
                </a:lnTo>
                <a:lnTo>
                  <a:pt x="235" y="382"/>
                </a:lnTo>
                <a:lnTo>
                  <a:pt x="242" y="382"/>
                </a:lnTo>
                <a:lnTo>
                  <a:pt x="250" y="382"/>
                </a:lnTo>
                <a:lnTo>
                  <a:pt x="257" y="382"/>
                </a:lnTo>
                <a:lnTo>
                  <a:pt x="264" y="381"/>
                </a:lnTo>
                <a:lnTo>
                  <a:pt x="272" y="381"/>
                </a:lnTo>
                <a:lnTo>
                  <a:pt x="279" y="380"/>
                </a:lnTo>
                <a:lnTo>
                  <a:pt x="287" y="379"/>
                </a:lnTo>
                <a:lnTo>
                  <a:pt x="294" y="378"/>
                </a:lnTo>
                <a:lnTo>
                  <a:pt x="301" y="376"/>
                </a:lnTo>
                <a:lnTo>
                  <a:pt x="308" y="375"/>
                </a:lnTo>
                <a:lnTo>
                  <a:pt x="315" y="373"/>
                </a:lnTo>
                <a:lnTo>
                  <a:pt x="322" y="371"/>
                </a:lnTo>
                <a:lnTo>
                  <a:pt x="329" y="369"/>
                </a:lnTo>
                <a:lnTo>
                  <a:pt x="336" y="367"/>
                </a:lnTo>
                <a:lnTo>
                  <a:pt x="343" y="364"/>
                </a:lnTo>
                <a:lnTo>
                  <a:pt x="349" y="362"/>
                </a:lnTo>
                <a:lnTo>
                  <a:pt x="356" y="359"/>
                </a:lnTo>
                <a:lnTo>
                  <a:pt x="362" y="356"/>
                </a:lnTo>
                <a:lnTo>
                  <a:pt x="368" y="353"/>
                </a:lnTo>
                <a:lnTo>
                  <a:pt x="374" y="350"/>
                </a:lnTo>
                <a:lnTo>
                  <a:pt x="380" y="346"/>
                </a:lnTo>
                <a:lnTo>
                  <a:pt x="386" y="343"/>
                </a:lnTo>
                <a:lnTo>
                  <a:pt x="392" y="339"/>
                </a:lnTo>
                <a:lnTo>
                  <a:pt x="397" y="335"/>
                </a:lnTo>
                <a:lnTo>
                  <a:pt x="403" y="331"/>
                </a:lnTo>
                <a:lnTo>
                  <a:pt x="408" y="327"/>
                </a:lnTo>
                <a:lnTo>
                  <a:pt x="413" y="323"/>
                </a:lnTo>
                <a:lnTo>
                  <a:pt x="418" y="319"/>
                </a:lnTo>
                <a:lnTo>
                  <a:pt x="423" y="314"/>
                </a:lnTo>
                <a:lnTo>
                  <a:pt x="427" y="310"/>
                </a:lnTo>
                <a:lnTo>
                  <a:pt x="432" y="304"/>
                </a:lnTo>
                <a:lnTo>
                  <a:pt x="436" y="299"/>
                </a:lnTo>
                <a:lnTo>
                  <a:pt x="440" y="294"/>
                </a:lnTo>
                <a:lnTo>
                  <a:pt x="444" y="289"/>
                </a:lnTo>
                <a:lnTo>
                  <a:pt x="448" y="284"/>
                </a:lnTo>
                <a:lnTo>
                  <a:pt x="451" y="279"/>
                </a:lnTo>
                <a:lnTo>
                  <a:pt x="454" y="274"/>
                </a:lnTo>
                <a:lnTo>
                  <a:pt x="457" y="268"/>
                </a:lnTo>
                <a:lnTo>
                  <a:pt x="460" y="263"/>
                </a:lnTo>
                <a:lnTo>
                  <a:pt x="463" y="257"/>
                </a:lnTo>
                <a:lnTo>
                  <a:pt x="465" y="252"/>
                </a:lnTo>
                <a:lnTo>
                  <a:pt x="467" y="246"/>
                </a:lnTo>
                <a:lnTo>
                  <a:pt x="469" y="241"/>
                </a:lnTo>
                <a:lnTo>
                  <a:pt x="471" y="235"/>
                </a:lnTo>
                <a:lnTo>
                  <a:pt x="472" y="229"/>
                </a:lnTo>
                <a:lnTo>
                  <a:pt x="473" y="223"/>
                </a:lnTo>
                <a:lnTo>
                  <a:pt x="475" y="218"/>
                </a:lnTo>
                <a:lnTo>
                  <a:pt x="475" y="212"/>
                </a:lnTo>
                <a:lnTo>
                  <a:pt x="476" y="206"/>
                </a:lnTo>
                <a:lnTo>
                  <a:pt x="476" y="200"/>
                </a:lnTo>
                <a:lnTo>
                  <a:pt x="476" y="194"/>
                </a:lnTo>
                <a:moveTo>
                  <a:pt x="486" y="194"/>
                </a:moveTo>
                <a:lnTo>
                  <a:pt x="485" y="200"/>
                </a:lnTo>
                <a:lnTo>
                  <a:pt x="485" y="206"/>
                </a:lnTo>
                <a:lnTo>
                  <a:pt x="484" y="212"/>
                </a:lnTo>
                <a:lnTo>
                  <a:pt x="484" y="218"/>
                </a:lnTo>
                <a:lnTo>
                  <a:pt x="483" y="224"/>
                </a:lnTo>
                <a:lnTo>
                  <a:pt x="481" y="231"/>
                </a:lnTo>
                <a:lnTo>
                  <a:pt x="480" y="236"/>
                </a:lnTo>
                <a:lnTo>
                  <a:pt x="478" y="242"/>
                </a:lnTo>
                <a:lnTo>
                  <a:pt x="476" y="248"/>
                </a:lnTo>
                <a:lnTo>
                  <a:pt x="474" y="254"/>
                </a:lnTo>
                <a:lnTo>
                  <a:pt x="471" y="260"/>
                </a:lnTo>
                <a:lnTo>
                  <a:pt x="469" y="266"/>
                </a:lnTo>
                <a:lnTo>
                  <a:pt x="466" y="271"/>
                </a:lnTo>
                <a:lnTo>
                  <a:pt x="463" y="277"/>
                </a:lnTo>
                <a:lnTo>
                  <a:pt x="459" y="282"/>
                </a:lnTo>
                <a:lnTo>
                  <a:pt x="456" y="288"/>
                </a:lnTo>
                <a:lnTo>
                  <a:pt x="452" y="293"/>
                </a:lnTo>
                <a:lnTo>
                  <a:pt x="448" y="298"/>
                </a:lnTo>
                <a:lnTo>
                  <a:pt x="444" y="303"/>
                </a:lnTo>
                <a:lnTo>
                  <a:pt x="439" y="309"/>
                </a:lnTo>
                <a:lnTo>
                  <a:pt x="435" y="314"/>
                </a:lnTo>
                <a:lnTo>
                  <a:pt x="430" y="319"/>
                </a:lnTo>
                <a:lnTo>
                  <a:pt x="425" y="324"/>
                </a:lnTo>
                <a:lnTo>
                  <a:pt x="420" y="328"/>
                </a:lnTo>
                <a:lnTo>
                  <a:pt x="415" y="333"/>
                </a:lnTo>
                <a:lnTo>
                  <a:pt x="409" y="337"/>
                </a:lnTo>
                <a:lnTo>
                  <a:pt x="404" y="341"/>
                </a:lnTo>
                <a:lnTo>
                  <a:pt x="398" y="345"/>
                </a:lnTo>
                <a:lnTo>
                  <a:pt x="392" y="349"/>
                </a:lnTo>
                <a:lnTo>
                  <a:pt x="386" y="352"/>
                </a:lnTo>
                <a:lnTo>
                  <a:pt x="379" y="356"/>
                </a:lnTo>
                <a:lnTo>
                  <a:pt x="373" y="359"/>
                </a:lnTo>
                <a:lnTo>
                  <a:pt x="367" y="362"/>
                </a:lnTo>
                <a:lnTo>
                  <a:pt x="360" y="365"/>
                </a:lnTo>
                <a:lnTo>
                  <a:pt x="353" y="368"/>
                </a:lnTo>
                <a:lnTo>
                  <a:pt x="346" y="371"/>
                </a:lnTo>
                <a:lnTo>
                  <a:pt x="340" y="374"/>
                </a:lnTo>
                <a:lnTo>
                  <a:pt x="333" y="376"/>
                </a:lnTo>
                <a:lnTo>
                  <a:pt x="325" y="378"/>
                </a:lnTo>
                <a:lnTo>
                  <a:pt x="318" y="380"/>
                </a:lnTo>
                <a:lnTo>
                  <a:pt x="311" y="382"/>
                </a:lnTo>
                <a:lnTo>
                  <a:pt x="304" y="383"/>
                </a:lnTo>
                <a:lnTo>
                  <a:pt x="296" y="385"/>
                </a:lnTo>
                <a:lnTo>
                  <a:pt x="289" y="386"/>
                </a:lnTo>
                <a:lnTo>
                  <a:pt x="280" y="387"/>
                </a:lnTo>
                <a:lnTo>
                  <a:pt x="273" y="388"/>
                </a:lnTo>
                <a:lnTo>
                  <a:pt x="265" y="389"/>
                </a:lnTo>
                <a:lnTo>
                  <a:pt x="258" y="389"/>
                </a:lnTo>
                <a:lnTo>
                  <a:pt x="250" y="389"/>
                </a:lnTo>
                <a:lnTo>
                  <a:pt x="242" y="390"/>
                </a:lnTo>
                <a:lnTo>
                  <a:pt x="235" y="389"/>
                </a:lnTo>
                <a:lnTo>
                  <a:pt x="227" y="389"/>
                </a:lnTo>
                <a:lnTo>
                  <a:pt x="220" y="389"/>
                </a:lnTo>
                <a:lnTo>
                  <a:pt x="212" y="388"/>
                </a:lnTo>
                <a:lnTo>
                  <a:pt x="204" y="387"/>
                </a:lnTo>
                <a:lnTo>
                  <a:pt x="197" y="386"/>
                </a:lnTo>
                <a:lnTo>
                  <a:pt x="190" y="385"/>
                </a:lnTo>
                <a:lnTo>
                  <a:pt x="182" y="383"/>
                </a:lnTo>
                <a:lnTo>
                  <a:pt x="175" y="382"/>
                </a:lnTo>
                <a:lnTo>
                  <a:pt x="168" y="380"/>
                </a:lnTo>
                <a:lnTo>
                  <a:pt x="160" y="378"/>
                </a:lnTo>
                <a:lnTo>
                  <a:pt x="153" y="376"/>
                </a:lnTo>
                <a:lnTo>
                  <a:pt x="146" y="374"/>
                </a:lnTo>
                <a:lnTo>
                  <a:pt x="139" y="371"/>
                </a:lnTo>
                <a:lnTo>
                  <a:pt x="132" y="368"/>
                </a:lnTo>
                <a:lnTo>
                  <a:pt x="126" y="365"/>
                </a:lnTo>
                <a:lnTo>
                  <a:pt x="119" y="362"/>
                </a:lnTo>
                <a:lnTo>
                  <a:pt x="113" y="359"/>
                </a:lnTo>
                <a:lnTo>
                  <a:pt x="106" y="356"/>
                </a:lnTo>
                <a:lnTo>
                  <a:pt x="100" y="352"/>
                </a:lnTo>
                <a:lnTo>
                  <a:pt x="94" y="349"/>
                </a:lnTo>
                <a:lnTo>
                  <a:pt x="88" y="345"/>
                </a:lnTo>
                <a:lnTo>
                  <a:pt x="82" y="341"/>
                </a:lnTo>
                <a:lnTo>
                  <a:pt x="77" y="337"/>
                </a:lnTo>
                <a:lnTo>
                  <a:pt x="71" y="333"/>
                </a:lnTo>
                <a:lnTo>
                  <a:pt x="66" y="328"/>
                </a:lnTo>
                <a:lnTo>
                  <a:pt x="61" y="324"/>
                </a:lnTo>
                <a:lnTo>
                  <a:pt x="56" y="319"/>
                </a:lnTo>
                <a:lnTo>
                  <a:pt x="51" y="314"/>
                </a:lnTo>
                <a:lnTo>
                  <a:pt x="46" y="309"/>
                </a:lnTo>
                <a:lnTo>
                  <a:pt x="42" y="303"/>
                </a:lnTo>
                <a:lnTo>
                  <a:pt x="38" y="298"/>
                </a:lnTo>
                <a:lnTo>
                  <a:pt x="34" y="293"/>
                </a:lnTo>
                <a:lnTo>
                  <a:pt x="30" y="288"/>
                </a:lnTo>
                <a:lnTo>
                  <a:pt x="27" y="282"/>
                </a:lnTo>
                <a:lnTo>
                  <a:pt x="23" y="277"/>
                </a:lnTo>
                <a:lnTo>
                  <a:pt x="20" y="271"/>
                </a:lnTo>
                <a:lnTo>
                  <a:pt x="17" y="266"/>
                </a:lnTo>
                <a:lnTo>
                  <a:pt x="14" y="260"/>
                </a:lnTo>
                <a:lnTo>
                  <a:pt x="12" y="254"/>
                </a:lnTo>
                <a:lnTo>
                  <a:pt x="10" y="248"/>
                </a:lnTo>
                <a:lnTo>
                  <a:pt x="8" y="242"/>
                </a:lnTo>
                <a:lnTo>
                  <a:pt x="6" y="236"/>
                </a:lnTo>
                <a:lnTo>
                  <a:pt x="4" y="231"/>
                </a:lnTo>
                <a:lnTo>
                  <a:pt x="3" y="224"/>
                </a:lnTo>
                <a:lnTo>
                  <a:pt x="2" y="218"/>
                </a:lnTo>
                <a:lnTo>
                  <a:pt x="1" y="212"/>
                </a:lnTo>
                <a:lnTo>
                  <a:pt x="1" y="206"/>
                </a:lnTo>
                <a:lnTo>
                  <a:pt x="0" y="200"/>
                </a:lnTo>
                <a:lnTo>
                  <a:pt x="0" y="194"/>
                </a:lnTo>
                <a:lnTo>
                  <a:pt x="0" y="188"/>
                </a:lnTo>
                <a:lnTo>
                  <a:pt x="1" y="182"/>
                </a:lnTo>
                <a:lnTo>
                  <a:pt x="1" y="176"/>
                </a:lnTo>
                <a:lnTo>
                  <a:pt x="2" y="170"/>
                </a:lnTo>
                <a:lnTo>
                  <a:pt x="3" y="164"/>
                </a:lnTo>
                <a:lnTo>
                  <a:pt x="4" y="158"/>
                </a:lnTo>
                <a:lnTo>
                  <a:pt x="6" y="152"/>
                </a:lnTo>
                <a:lnTo>
                  <a:pt x="8" y="146"/>
                </a:lnTo>
                <a:lnTo>
                  <a:pt x="10" y="140"/>
                </a:lnTo>
                <a:lnTo>
                  <a:pt x="12" y="134"/>
                </a:lnTo>
                <a:lnTo>
                  <a:pt x="14" y="128"/>
                </a:lnTo>
                <a:lnTo>
                  <a:pt x="17" y="122"/>
                </a:lnTo>
                <a:lnTo>
                  <a:pt x="20" y="117"/>
                </a:lnTo>
                <a:lnTo>
                  <a:pt x="23" y="111"/>
                </a:lnTo>
                <a:lnTo>
                  <a:pt x="27" y="106"/>
                </a:lnTo>
                <a:lnTo>
                  <a:pt x="30" y="100"/>
                </a:lnTo>
                <a:lnTo>
                  <a:pt x="34" y="95"/>
                </a:lnTo>
                <a:lnTo>
                  <a:pt x="38" y="90"/>
                </a:lnTo>
                <a:lnTo>
                  <a:pt x="42" y="85"/>
                </a:lnTo>
                <a:lnTo>
                  <a:pt x="46" y="80"/>
                </a:lnTo>
                <a:lnTo>
                  <a:pt x="51" y="75"/>
                </a:lnTo>
                <a:lnTo>
                  <a:pt x="56" y="70"/>
                </a:lnTo>
                <a:lnTo>
                  <a:pt x="61" y="65"/>
                </a:lnTo>
                <a:lnTo>
                  <a:pt x="66" y="61"/>
                </a:lnTo>
                <a:lnTo>
                  <a:pt x="71" y="57"/>
                </a:lnTo>
                <a:lnTo>
                  <a:pt x="77" y="52"/>
                </a:lnTo>
                <a:lnTo>
                  <a:pt x="82" y="48"/>
                </a:lnTo>
                <a:lnTo>
                  <a:pt x="88" y="44"/>
                </a:lnTo>
                <a:lnTo>
                  <a:pt x="94" y="40"/>
                </a:lnTo>
                <a:lnTo>
                  <a:pt x="100" y="37"/>
                </a:lnTo>
                <a:lnTo>
                  <a:pt x="106" y="33"/>
                </a:lnTo>
                <a:lnTo>
                  <a:pt x="113" y="30"/>
                </a:lnTo>
                <a:lnTo>
                  <a:pt x="119" y="27"/>
                </a:lnTo>
                <a:lnTo>
                  <a:pt x="126" y="24"/>
                </a:lnTo>
                <a:lnTo>
                  <a:pt x="132" y="21"/>
                </a:lnTo>
                <a:lnTo>
                  <a:pt x="139" y="18"/>
                </a:lnTo>
                <a:lnTo>
                  <a:pt x="146" y="16"/>
                </a:lnTo>
                <a:lnTo>
                  <a:pt x="153" y="13"/>
                </a:lnTo>
                <a:lnTo>
                  <a:pt x="160" y="11"/>
                </a:lnTo>
                <a:lnTo>
                  <a:pt x="168" y="9"/>
                </a:lnTo>
                <a:lnTo>
                  <a:pt x="175" y="7"/>
                </a:lnTo>
                <a:lnTo>
                  <a:pt x="182" y="6"/>
                </a:lnTo>
                <a:lnTo>
                  <a:pt x="190" y="4"/>
                </a:lnTo>
                <a:lnTo>
                  <a:pt x="197" y="3"/>
                </a:lnTo>
                <a:lnTo>
                  <a:pt x="204" y="2"/>
                </a:lnTo>
                <a:lnTo>
                  <a:pt x="212" y="1"/>
                </a:lnTo>
                <a:lnTo>
                  <a:pt x="220" y="0"/>
                </a:lnTo>
                <a:lnTo>
                  <a:pt x="227" y="0"/>
                </a:lnTo>
                <a:lnTo>
                  <a:pt x="235" y="0"/>
                </a:lnTo>
                <a:lnTo>
                  <a:pt x="242" y="0"/>
                </a:lnTo>
                <a:lnTo>
                  <a:pt x="250" y="0"/>
                </a:lnTo>
                <a:lnTo>
                  <a:pt x="258" y="0"/>
                </a:lnTo>
                <a:lnTo>
                  <a:pt x="265" y="0"/>
                </a:lnTo>
                <a:lnTo>
                  <a:pt x="273" y="1"/>
                </a:lnTo>
                <a:lnTo>
                  <a:pt x="280" y="2"/>
                </a:lnTo>
                <a:lnTo>
                  <a:pt x="289" y="3"/>
                </a:lnTo>
                <a:lnTo>
                  <a:pt x="296" y="4"/>
                </a:lnTo>
                <a:lnTo>
                  <a:pt x="304" y="6"/>
                </a:lnTo>
                <a:lnTo>
                  <a:pt x="311" y="7"/>
                </a:lnTo>
                <a:lnTo>
                  <a:pt x="318" y="9"/>
                </a:lnTo>
                <a:lnTo>
                  <a:pt x="325" y="11"/>
                </a:lnTo>
                <a:lnTo>
                  <a:pt x="333" y="13"/>
                </a:lnTo>
                <a:lnTo>
                  <a:pt x="340" y="16"/>
                </a:lnTo>
                <a:lnTo>
                  <a:pt x="346" y="18"/>
                </a:lnTo>
                <a:lnTo>
                  <a:pt x="353" y="21"/>
                </a:lnTo>
                <a:lnTo>
                  <a:pt x="360" y="24"/>
                </a:lnTo>
                <a:lnTo>
                  <a:pt x="367" y="27"/>
                </a:lnTo>
                <a:lnTo>
                  <a:pt x="373" y="30"/>
                </a:lnTo>
                <a:lnTo>
                  <a:pt x="379" y="33"/>
                </a:lnTo>
                <a:lnTo>
                  <a:pt x="386" y="37"/>
                </a:lnTo>
                <a:lnTo>
                  <a:pt x="392" y="40"/>
                </a:lnTo>
                <a:lnTo>
                  <a:pt x="398" y="44"/>
                </a:lnTo>
                <a:lnTo>
                  <a:pt x="404" y="48"/>
                </a:lnTo>
                <a:lnTo>
                  <a:pt x="409" y="52"/>
                </a:lnTo>
                <a:lnTo>
                  <a:pt x="415" y="57"/>
                </a:lnTo>
                <a:lnTo>
                  <a:pt x="420" y="61"/>
                </a:lnTo>
                <a:lnTo>
                  <a:pt x="425" y="65"/>
                </a:lnTo>
                <a:lnTo>
                  <a:pt x="430" y="70"/>
                </a:lnTo>
                <a:lnTo>
                  <a:pt x="435" y="75"/>
                </a:lnTo>
                <a:lnTo>
                  <a:pt x="439" y="80"/>
                </a:lnTo>
                <a:lnTo>
                  <a:pt x="444" y="85"/>
                </a:lnTo>
                <a:lnTo>
                  <a:pt x="448" y="90"/>
                </a:lnTo>
                <a:lnTo>
                  <a:pt x="452" y="95"/>
                </a:lnTo>
                <a:lnTo>
                  <a:pt x="456" y="100"/>
                </a:lnTo>
                <a:lnTo>
                  <a:pt x="459" y="106"/>
                </a:lnTo>
                <a:lnTo>
                  <a:pt x="463" y="111"/>
                </a:lnTo>
                <a:lnTo>
                  <a:pt x="466" y="117"/>
                </a:lnTo>
                <a:lnTo>
                  <a:pt x="469" y="122"/>
                </a:lnTo>
                <a:lnTo>
                  <a:pt x="471" y="128"/>
                </a:lnTo>
                <a:lnTo>
                  <a:pt x="474" y="134"/>
                </a:lnTo>
                <a:lnTo>
                  <a:pt x="476" y="140"/>
                </a:lnTo>
                <a:lnTo>
                  <a:pt x="478" y="146"/>
                </a:lnTo>
                <a:lnTo>
                  <a:pt x="480" y="152"/>
                </a:lnTo>
                <a:lnTo>
                  <a:pt x="481" y="158"/>
                </a:lnTo>
                <a:lnTo>
                  <a:pt x="483" y="164"/>
                </a:lnTo>
                <a:lnTo>
                  <a:pt x="484" y="170"/>
                </a:lnTo>
                <a:lnTo>
                  <a:pt x="484" y="176"/>
                </a:lnTo>
                <a:lnTo>
                  <a:pt x="485" y="182"/>
                </a:lnTo>
                <a:lnTo>
                  <a:pt x="485" y="188"/>
                </a:lnTo>
                <a:lnTo>
                  <a:pt x="486" y="194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6" name=""/>
          <p:cNvSpPr/>
          <p:nvPr/>
        </p:nvSpPr>
        <p:spPr>
          <a:xfrm>
            <a:off x="2771640" y="1774800"/>
            <a:ext cx="176400" cy="141480"/>
          </a:xfrm>
          <a:custGeom>
            <a:avLst/>
            <a:gdLst/>
            <a:ahLst/>
            <a:rect l="0" t="0" r="r" b="b"/>
            <a:pathLst>
              <a:path w="490" h="393">
                <a:moveTo>
                  <a:pt x="488" y="196"/>
                </a:moveTo>
                <a:lnTo>
                  <a:pt x="487" y="190"/>
                </a:lnTo>
                <a:lnTo>
                  <a:pt x="487" y="184"/>
                </a:lnTo>
                <a:lnTo>
                  <a:pt x="486" y="178"/>
                </a:lnTo>
                <a:lnTo>
                  <a:pt x="486" y="172"/>
                </a:lnTo>
                <a:lnTo>
                  <a:pt x="485" y="166"/>
                </a:lnTo>
                <a:lnTo>
                  <a:pt x="483" y="160"/>
                </a:lnTo>
                <a:lnTo>
                  <a:pt x="482" y="154"/>
                </a:lnTo>
                <a:lnTo>
                  <a:pt x="480" y="148"/>
                </a:lnTo>
                <a:lnTo>
                  <a:pt x="478" y="142"/>
                </a:lnTo>
                <a:lnTo>
                  <a:pt x="476" y="136"/>
                </a:lnTo>
                <a:lnTo>
                  <a:pt x="473" y="130"/>
                </a:lnTo>
                <a:lnTo>
                  <a:pt x="471" y="124"/>
                </a:lnTo>
                <a:lnTo>
                  <a:pt x="468" y="119"/>
                </a:lnTo>
                <a:lnTo>
                  <a:pt x="465" y="113"/>
                </a:lnTo>
                <a:lnTo>
                  <a:pt x="461" y="108"/>
                </a:lnTo>
                <a:lnTo>
                  <a:pt x="458" y="102"/>
                </a:lnTo>
                <a:lnTo>
                  <a:pt x="454" y="97"/>
                </a:lnTo>
                <a:lnTo>
                  <a:pt x="450" y="92"/>
                </a:lnTo>
                <a:lnTo>
                  <a:pt x="446" y="87"/>
                </a:lnTo>
                <a:lnTo>
                  <a:pt x="441" y="82"/>
                </a:lnTo>
                <a:lnTo>
                  <a:pt x="437" y="77"/>
                </a:lnTo>
                <a:lnTo>
                  <a:pt x="432" y="72"/>
                </a:lnTo>
                <a:lnTo>
                  <a:pt x="427" y="67"/>
                </a:lnTo>
                <a:lnTo>
                  <a:pt x="422" y="63"/>
                </a:lnTo>
                <a:lnTo>
                  <a:pt x="417" y="59"/>
                </a:lnTo>
                <a:lnTo>
                  <a:pt x="411" y="54"/>
                </a:lnTo>
                <a:lnTo>
                  <a:pt x="406" y="50"/>
                </a:lnTo>
                <a:lnTo>
                  <a:pt x="400" y="46"/>
                </a:lnTo>
                <a:lnTo>
                  <a:pt x="394" y="42"/>
                </a:lnTo>
                <a:lnTo>
                  <a:pt x="388" y="39"/>
                </a:lnTo>
                <a:lnTo>
                  <a:pt x="381" y="35"/>
                </a:lnTo>
                <a:lnTo>
                  <a:pt x="375" y="32"/>
                </a:lnTo>
                <a:lnTo>
                  <a:pt x="368" y="29"/>
                </a:lnTo>
                <a:lnTo>
                  <a:pt x="361" y="26"/>
                </a:lnTo>
                <a:lnTo>
                  <a:pt x="354" y="23"/>
                </a:lnTo>
                <a:lnTo>
                  <a:pt x="347" y="20"/>
                </a:lnTo>
                <a:lnTo>
                  <a:pt x="341" y="18"/>
                </a:lnTo>
                <a:lnTo>
                  <a:pt x="334" y="15"/>
                </a:lnTo>
                <a:lnTo>
                  <a:pt x="326" y="13"/>
                </a:lnTo>
                <a:lnTo>
                  <a:pt x="319" y="11"/>
                </a:lnTo>
                <a:lnTo>
                  <a:pt x="312" y="9"/>
                </a:lnTo>
                <a:lnTo>
                  <a:pt x="305" y="8"/>
                </a:lnTo>
                <a:lnTo>
                  <a:pt x="297" y="6"/>
                </a:lnTo>
                <a:lnTo>
                  <a:pt x="290" y="5"/>
                </a:lnTo>
                <a:lnTo>
                  <a:pt x="282" y="4"/>
                </a:lnTo>
                <a:lnTo>
                  <a:pt x="275" y="3"/>
                </a:lnTo>
                <a:lnTo>
                  <a:pt x="267" y="2"/>
                </a:lnTo>
                <a:lnTo>
                  <a:pt x="260" y="2"/>
                </a:lnTo>
                <a:lnTo>
                  <a:pt x="252" y="2"/>
                </a:lnTo>
                <a:lnTo>
                  <a:pt x="244" y="2"/>
                </a:lnTo>
                <a:lnTo>
                  <a:pt x="237" y="2"/>
                </a:lnTo>
                <a:lnTo>
                  <a:pt x="229" y="2"/>
                </a:lnTo>
                <a:lnTo>
                  <a:pt x="222" y="2"/>
                </a:lnTo>
                <a:lnTo>
                  <a:pt x="214" y="3"/>
                </a:lnTo>
                <a:lnTo>
                  <a:pt x="206" y="4"/>
                </a:lnTo>
                <a:lnTo>
                  <a:pt x="199" y="5"/>
                </a:lnTo>
                <a:lnTo>
                  <a:pt x="192" y="6"/>
                </a:lnTo>
                <a:lnTo>
                  <a:pt x="184" y="8"/>
                </a:lnTo>
                <a:lnTo>
                  <a:pt x="177" y="9"/>
                </a:lnTo>
                <a:lnTo>
                  <a:pt x="170" y="11"/>
                </a:lnTo>
                <a:lnTo>
                  <a:pt x="162" y="13"/>
                </a:lnTo>
                <a:lnTo>
                  <a:pt x="155" y="15"/>
                </a:lnTo>
                <a:lnTo>
                  <a:pt x="148" y="18"/>
                </a:lnTo>
                <a:lnTo>
                  <a:pt x="141" y="20"/>
                </a:lnTo>
                <a:lnTo>
                  <a:pt x="134" y="23"/>
                </a:lnTo>
                <a:lnTo>
                  <a:pt x="128" y="26"/>
                </a:lnTo>
                <a:lnTo>
                  <a:pt x="121" y="29"/>
                </a:lnTo>
                <a:lnTo>
                  <a:pt x="115" y="32"/>
                </a:lnTo>
                <a:lnTo>
                  <a:pt x="108" y="35"/>
                </a:lnTo>
                <a:lnTo>
                  <a:pt x="102" y="39"/>
                </a:lnTo>
                <a:lnTo>
                  <a:pt x="96" y="42"/>
                </a:lnTo>
                <a:lnTo>
                  <a:pt x="90" y="46"/>
                </a:lnTo>
                <a:lnTo>
                  <a:pt x="84" y="50"/>
                </a:lnTo>
                <a:lnTo>
                  <a:pt x="79" y="54"/>
                </a:lnTo>
                <a:lnTo>
                  <a:pt x="73" y="59"/>
                </a:lnTo>
                <a:lnTo>
                  <a:pt x="68" y="63"/>
                </a:lnTo>
                <a:lnTo>
                  <a:pt x="63" y="67"/>
                </a:lnTo>
                <a:lnTo>
                  <a:pt x="58" y="72"/>
                </a:lnTo>
                <a:lnTo>
                  <a:pt x="53" y="77"/>
                </a:lnTo>
                <a:lnTo>
                  <a:pt x="48" y="82"/>
                </a:lnTo>
                <a:lnTo>
                  <a:pt x="44" y="87"/>
                </a:lnTo>
                <a:lnTo>
                  <a:pt x="40" y="92"/>
                </a:lnTo>
                <a:lnTo>
                  <a:pt x="36" y="97"/>
                </a:lnTo>
                <a:lnTo>
                  <a:pt x="32" y="102"/>
                </a:lnTo>
                <a:lnTo>
                  <a:pt x="29" y="108"/>
                </a:lnTo>
                <a:lnTo>
                  <a:pt x="25" y="113"/>
                </a:lnTo>
                <a:lnTo>
                  <a:pt x="22" y="119"/>
                </a:lnTo>
                <a:lnTo>
                  <a:pt x="19" y="124"/>
                </a:lnTo>
                <a:lnTo>
                  <a:pt x="16" y="130"/>
                </a:lnTo>
                <a:lnTo>
                  <a:pt x="14" y="136"/>
                </a:lnTo>
                <a:lnTo>
                  <a:pt x="12" y="142"/>
                </a:lnTo>
                <a:lnTo>
                  <a:pt x="10" y="148"/>
                </a:lnTo>
                <a:lnTo>
                  <a:pt x="8" y="154"/>
                </a:lnTo>
                <a:lnTo>
                  <a:pt x="6" y="160"/>
                </a:lnTo>
                <a:lnTo>
                  <a:pt x="5" y="166"/>
                </a:lnTo>
                <a:lnTo>
                  <a:pt x="4" y="172"/>
                </a:lnTo>
                <a:lnTo>
                  <a:pt x="3" y="178"/>
                </a:lnTo>
                <a:lnTo>
                  <a:pt x="3" y="184"/>
                </a:lnTo>
                <a:lnTo>
                  <a:pt x="2" y="190"/>
                </a:lnTo>
                <a:lnTo>
                  <a:pt x="2" y="196"/>
                </a:lnTo>
                <a:lnTo>
                  <a:pt x="2" y="202"/>
                </a:lnTo>
                <a:lnTo>
                  <a:pt x="3" y="208"/>
                </a:lnTo>
                <a:lnTo>
                  <a:pt x="3" y="214"/>
                </a:lnTo>
                <a:lnTo>
                  <a:pt x="4" y="220"/>
                </a:lnTo>
                <a:lnTo>
                  <a:pt x="5" y="226"/>
                </a:lnTo>
                <a:lnTo>
                  <a:pt x="6" y="233"/>
                </a:lnTo>
                <a:lnTo>
                  <a:pt x="8" y="238"/>
                </a:lnTo>
                <a:lnTo>
                  <a:pt x="10" y="244"/>
                </a:lnTo>
                <a:lnTo>
                  <a:pt x="12" y="250"/>
                </a:lnTo>
                <a:lnTo>
                  <a:pt x="14" y="256"/>
                </a:lnTo>
                <a:lnTo>
                  <a:pt x="16" y="262"/>
                </a:lnTo>
                <a:lnTo>
                  <a:pt x="19" y="268"/>
                </a:lnTo>
                <a:lnTo>
                  <a:pt x="22" y="273"/>
                </a:lnTo>
                <a:lnTo>
                  <a:pt x="25" y="279"/>
                </a:lnTo>
                <a:lnTo>
                  <a:pt x="29" y="284"/>
                </a:lnTo>
                <a:lnTo>
                  <a:pt x="32" y="290"/>
                </a:lnTo>
                <a:lnTo>
                  <a:pt x="36" y="295"/>
                </a:lnTo>
                <a:lnTo>
                  <a:pt x="40" y="300"/>
                </a:lnTo>
                <a:lnTo>
                  <a:pt x="44" y="305"/>
                </a:lnTo>
                <a:lnTo>
                  <a:pt x="48" y="310"/>
                </a:lnTo>
                <a:lnTo>
                  <a:pt x="53" y="315"/>
                </a:lnTo>
                <a:lnTo>
                  <a:pt x="58" y="320"/>
                </a:lnTo>
                <a:lnTo>
                  <a:pt x="63" y="325"/>
                </a:lnTo>
                <a:lnTo>
                  <a:pt x="68" y="329"/>
                </a:lnTo>
                <a:lnTo>
                  <a:pt x="73" y="334"/>
                </a:lnTo>
                <a:lnTo>
                  <a:pt x="79" y="338"/>
                </a:lnTo>
                <a:lnTo>
                  <a:pt x="84" y="342"/>
                </a:lnTo>
                <a:lnTo>
                  <a:pt x="90" y="346"/>
                </a:lnTo>
                <a:lnTo>
                  <a:pt x="96" y="350"/>
                </a:lnTo>
                <a:lnTo>
                  <a:pt x="102" y="353"/>
                </a:lnTo>
                <a:lnTo>
                  <a:pt x="108" y="357"/>
                </a:lnTo>
                <a:lnTo>
                  <a:pt x="115" y="360"/>
                </a:lnTo>
                <a:lnTo>
                  <a:pt x="121" y="364"/>
                </a:lnTo>
                <a:lnTo>
                  <a:pt x="128" y="367"/>
                </a:lnTo>
                <a:lnTo>
                  <a:pt x="134" y="370"/>
                </a:lnTo>
                <a:lnTo>
                  <a:pt x="141" y="373"/>
                </a:lnTo>
                <a:lnTo>
                  <a:pt x="148" y="376"/>
                </a:lnTo>
                <a:lnTo>
                  <a:pt x="155" y="378"/>
                </a:lnTo>
                <a:lnTo>
                  <a:pt x="162" y="380"/>
                </a:lnTo>
                <a:lnTo>
                  <a:pt x="170" y="382"/>
                </a:lnTo>
                <a:lnTo>
                  <a:pt x="177" y="384"/>
                </a:lnTo>
                <a:lnTo>
                  <a:pt x="184" y="385"/>
                </a:lnTo>
                <a:lnTo>
                  <a:pt x="192" y="387"/>
                </a:lnTo>
                <a:lnTo>
                  <a:pt x="199" y="388"/>
                </a:lnTo>
                <a:lnTo>
                  <a:pt x="206" y="389"/>
                </a:lnTo>
                <a:lnTo>
                  <a:pt x="214" y="390"/>
                </a:lnTo>
                <a:lnTo>
                  <a:pt x="222" y="391"/>
                </a:lnTo>
                <a:lnTo>
                  <a:pt x="229" y="391"/>
                </a:lnTo>
                <a:lnTo>
                  <a:pt x="237" y="391"/>
                </a:lnTo>
                <a:lnTo>
                  <a:pt x="244" y="392"/>
                </a:lnTo>
                <a:lnTo>
                  <a:pt x="252" y="391"/>
                </a:lnTo>
                <a:lnTo>
                  <a:pt x="260" y="391"/>
                </a:lnTo>
                <a:lnTo>
                  <a:pt x="267" y="391"/>
                </a:lnTo>
                <a:lnTo>
                  <a:pt x="275" y="390"/>
                </a:lnTo>
                <a:lnTo>
                  <a:pt x="282" y="389"/>
                </a:lnTo>
                <a:lnTo>
                  <a:pt x="290" y="388"/>
                </a:lnTo>
                <a:lnTo>
                  <a:pt x="297" y="387"/>
                </a:lnTo>
                <a:lnTo>
                  <a:pt x="305" y="385"/>
                </a:lnTo>
                <a:lnTo>
                  <a:pt x="312" y="384"/>
                </a:lnTo>
                <a:lnTo>
                  <a:pt x="319" y="382"/>
                </a:lnTo>
                <a:lnTo>
                  <a:pt x="326" y="380"/>
                </a:lnTo>
                <a:lnTo>
                  <a:pt x="334" y="378"/>
                </a:lnTo>
                <a:lnTo>
                  <a:pt x="341" y="376"/>
                </a:lnTo>
                <a:lnTo>
                  <a:pt x="347" y="373"/>
                </a:lnTo>
                <a:lnTo>
                  <a:pt x="354" y="370"/>
                </a:lnTo>
                <a:lnTo>
                  <a:pt x="361" y="367"/>
                </a:lnTo>
                <a:lnTo>
                  <a:pt x="368" y="364"/>
                </a:lnTo>
                <a:lnTo>
                  <a:pt x="375" y="360"/>
                </a:lnTo>
                <a:lnTo>
                  <a:pt x="381" y="357"/>
                </a:lnTo>
                <a:lnTo>
                  <a:pt x="388" y="353"/>
                </a:lnTo>
                <a:lnTo>
                  <a:pt x="394" y="350"/>
                </a:lnTo>
                <a:lnTo>
                  <a:pt x="400" y="346"/>
                </a:lnTo>
                <a:lnTo>
                  <a:pt x="406" y="342"/>
                </a:lnTo>
                <a:lnTo>
                  <a:pt x="411" y="338"/>
                </a:lnTo>
                <a:lnTo>
                  <a:pt x="417" y="334"/>
                </a:lnTo>
                <a:lnTo>
                  <a:pt x="422" y="329"/>
                </a:lnTo>
                <a:lnTo>
                  <a:pt x="427" y="325"/>
                </a:lnTo>
                <a:lnTo>
                  <a:pt x="432" y="320"/>
                </a:lnTo>
                <a:lnTo>
                  <a:pt x="437" y="315"/>
                </a:lnTo>
                <a:lnTo>
                  <a:pt x="441" y="310"/>
                </a:lnTo>
                <a:lnTo>
                  <a:pt x="446" y="305"/>
                </a:lnTo>
                <a:lnTo>
                  <a:pt x="450" y="300"/>
                </a:lnTo>
                <a:lnTo>
                  <a:pt x="454" y="295"/>
                </a:lnTo>
                <a:lnTo>
                  <a:pt x="458" y="290"/>
                </a:lnTo>
                <a:lnTo>
                  <a:pt x="461" y="284"/>
                </a:lnTo>
                <a:lnTo>
                  <a:pt x="465" y="279"/>
                </a:lnTo>
                <a:lnTo>
                  <a:pt x="468" y="273"/>
                </a:lnTo>
                <a:lnTo>
                  <a:pt x="471" y="268"/>
                </a:lnTo>
                <a:lnTo>
                  <a:pt x="473" y="262"/>
                </a:lnTo>
                <a:lnTo>
                  <a:pt x="476" y="256"/>
                </a:lnTo>
                <a:lnTo>
                  <a:pt x="478" y="250"/>
                </a:lnTo>
                <a:lnTo>
                  <a:pt x="480" y="244"/>
                </a:lnTo>
                <a:lnTo>
                  <a:pt x="482" y="238"/>
                </a:lnTo>
                <a:lnTo>
                  <a:pt x="483" y="233"/>
                </a:lnTo>
                <a:lnTo>
                  <a:pt x="485" y="226"/>
                </a:lnTo>
                <a:lnTo>
                  <a:pt x="486" y="220"/>
                </a:lnTo>
                <a:lnTo>
                  <a:pt x="486" y="214"/>
                </a:lnTo>
                <a:lnTo>
                  <a:pt x="487" y="208"/>
                </a:lnTo>
                <a:lnTo>
                  <a:pt x="487" y="202"/>
                </a:lnTo>
                <a:lnTo>
                  <a:pt x="488" y="196"/>
                </a:lnTo>
                <a:moveTo>
                  <a:pt x="490" y="196"/>
                </a:moveTo>
                <a:lnTo>
                  <a:pt x="490" y="202"/>
                </a:lnTo>
                <a:lnTo>
                  <a:pt x="489" y="208"/>
                </a:lnTo>
                <a:lnTo>
                  <a:pt x="489" y="215"/>
                </a:lnTo>
                <a:lnTo>
                  <a:pt x="488" y="221"/>
                </a:lnTo>
                <a:lnTo>
                  <a:pt x="487" y="227"/>
                </a:lnTo>
                <a:lnTo>
                  <a:pt x="486" y="233"/>
                </a:lnTo>
                <a:lnTo>
                  <a:pt x="484" y="239"/>
                </a:lnTo>
                <a:lnTo>
                  <a:pt x="482" y="245"/>
                </a:lnTo>
                <a:lnTo>
                  <a:pt x="480" y="251"/>
                </a:lnTo>
                <a:lnTo>
                  <a:pt x="478" y="257"/>
                </a:lnTo>
                <a:lnTo>
                  <a:pt x="475" y="263"/>
                </a:lnTo>
                <a:lnTo>
                  <a:pt x="473" y="268"/>
                </a:lnTo>
                <a:lnTo>
                  <a:pt x="470" y="274"/>
                </a:lnTo>
                <a:lnTo>
                  <a:pt x="467" y="280"/>
                </a:lnTo>
                <a:lnTo>
                  <a:pt x="463" y="285"/>
                </a:lnTo>
                <a:lnTo>
                  <a:pt x="460" y="291"/>
                </a:lnTo>
                <a:lnTo>
                  <a:pt x="456" y="296"/>
                </a:lnTo>
                <a:lnTo>
                  <a:pt x="452" y="301"/>
                </a:lnTo>
                <a:lnTo>
                  <a:pt x="448" y="306"/>
                </a:lnTo>
                <a:lnTo>
                  <a:pt x="443" y="311"/>
                </a:lnTo>
                <a:lnTo>
                  <a:pt x="439" y="316"/>
                </a:lnTo>
                <a:lnTo>
                  <a:pt x="434" y="321"/>
                </a:lnTo>
                <a:lnTo>
                  <a:pt x="429" y="326"/>
                </a:lnTo>
                <a:lnTo>
                  <a:pt x="424" y="330"/>
                </a:lnTo>
                <a:lnTo>
                  <a:pt x="418" y="335"/>
                </a:lnTo>
                <a:lnTo>
                  <a:pt x="413" y="339"/>
                </a:lnTo>
                <a:lnTo>
                  <a:pt x="407" y="343"/>
                </a:lnTo>
                <a:lnTo>
                  <a:pt x="401" y="347"/>
                </a:lnTo>
                <a:lnTo>
                  <a:pt x="395" y="351"/>
                </a:lnTo>
                <a:lnTo>
                  <a:pt x="389" y="355"/>
                </a:lnTo>
                <a:lnTo>
                  <a:pt x="383" y="358"/>
                </a:lnTo>
                <a:lnTo>
                  <a:pt x="376" y="363"/>
                </a:lnTo>
                <a:lnTo>
                  <a:pt x="369" y="366"/>
                </a:lnTo>
                <a:lnTo>
                  <a:pt x="362" y="369"/>
                </a:lnTo>
                <a:lnTo>
                  <a:pt x="355" y="372"/>
                </a:lnTo>
                <a:lnTo>
                  <a:pt x="348" y="375"/>
                </a:lnTo>
                <a:lnTo>
                  <a:pt x="341" y="377"/>
                </a:lnTo>
                <a:lnTo>
                  <a:pt x="334" y="380"/>
                </a:lnTo>
                <a:lnTo>
                  <a:pt x="327" y="382"/>
                </a:lnTo>
                <a:lnTo>
                  <a:pt x="320" y="384"/>
                </a:lnTo>
                <a:lnTo>
                  <a:pt x="313" y="386"/>
                </a:lnTo>
                <a:lnTo>
                  <a:pt x="305" y="387"/>
                </a:lnTo>
                <a:lnTo>
                  <a:pt x="298" y="389"/>
                </a:lnTo>
                <a:lnTo>
                  <a:pt x="290" y="390"/>
                </a:lnTo>
                <a:lnTo>
                  <a:pt x="283" y="391"/>
                </a:lnTo>
                <a:lnTo>
                  <a:pt x="275" y="392"/>
                </a:lnTo>
                <a:lnTo>
                  <a:pt x="267" y="393"/>
                </a:lnTo>
                <a:lnTo>
                  <a:pt x="260" y="393"/>
                </a:lnTo>
                <a:lnTo>
                  <a:pt x="252" y="393"/>
                </a:lnTo>
                <a:lnTo>
                  <a:pt x="244" y="393"/>
                </a:lnTo>
                <a:lnTo>
                  <a:pt x="237" y="393"/>
                </a:lnTo>
                <a:lnTo>
                  <a:pt x="229" y="393"/>
                </a:lnTo>
                <a:lnTo>
                  <a:pt x="221" y="393"/>
                </a:lnTo>
                <a:lnTo>
                  <a:pt x="214" y="392"/>
                </a:lnTo>
                <a:lnTo>
                  <a:pt x="206" y="391"/>
                </a:lnTo>
                <a:lnTo>
                  <a:pt x="199" y="390"/>
                </a:lnTo>
                <a:lnTo>
                  <a:pt x="191" y="389"/>
                </a:lnTo>
                <a:lnTo>
                  <a:pt x="184" y="387"/>
                </a:lnTo>
                <a:lnTo>
                  <a:pt x="176" y="386"/>
                </a:lnTo>
                <a:lnTo>
                  <a:pt x="169" y="384"/>
                </a:lnTo>
                <a:lnTo>
                  <a:pt x="162" y="382"/>
                </a:lnTo>
                <a:lnTo>
                  <a:pt x="154" y="380"/>
                </a:lnTo>
                <a:lnTo>
                  <a:pt x="147" y="377"/>
                </a:lnTo>
                <a:lnTo>
                  <a:pt x="140" y="375"/>
                </a:lnTo>
                <a:lnTo>
                  <a:pt x="133" y="372"/>
                </a:lnTo>
                <a:lnTo>
                  <a:pt x="127" y="369"/>
                </a:lnTo>
                <a:lnTo>
                  <a:pt x="120" y="366"/>
                </a:lnTo>
                <a:lnTo>
                  <a:pt x="113" y="363"/>
                </a:lnTo>
                <a:lnTo>
                  <a:pt x="107" y="358"/>
                </a:lnTo>
                <a:lnTo>
                  <a:pt x="101" y="355"/>
                </a:lnTo>
                <a:lnTo>
                  <a:pt x="94" y="351"/>
                </a:lnTo>
                <a:lnTo>
                  <a:pt x="88" y="347"/>
                </a:lnTo>
                <a:lnTo>
                  <a:pt x="83" y="343"/>
                </a:lnTo>
                <a:lnTo>
                  <a:pt x="77" y="339"/>
                </a:lnTo>
                <a:lnTo>
                  <a:pt x="71" y="335"/>
                </a:lnTo>
                <a:lnTo>
                  <a:pt x="66" y="330"/>
                </a:lnTo>
                <a:lnTo>
                  <a:pt x="61" y="326"/>
                </a:lnTo>
                <a:lnTo>
                  <a:pt x="56" y="321"/>
                </a:lnTo>
                <a:lnTo>
                  <a:pt x="51" y="316"/>
                </a:lnTo>
                <a:lnTo>
                  <a:pt x="47" y="311"/>
                </a:lnTo>
                <a:lnTo>
                  <a:pt x="42" y="306"/>
                </a:lnTo>
                <a:lnTo>
                  <a:pt x="38" y="301"/>
                </a:lnTo>
                <a:lnTo>
                  <a:pt x="34" y="296"/>
                </a:lnTo>
                <a:lnTo>
                  <a:pt x="30" y="291"/>
                </a:lnTo>
                <a:lnTo>
                  <a:pt x="26" y="285"/>
                </a:lnTo>
                <a:lnTo>
                  <a:pt x="23" y="280"/>
                </a:lnTo>
                <a:lnTo>
                  <a:pt x="20" y="274"/>
                </a:lnTo>
                <a:lnTo>
                  <a:pt x="17" y="268"/>
                </a:lnTo>
                <a:lnTo>
                  <a:pt x="14" y="263"/>
                </a:lnTo>
                <a:lnTo>
                  <a:pt x="12" y="257"/>
                </a:lnTo>
                <a:lnTo>
                  <a:pt x="10" y="251"/>
                </a:lnTo>
                <a:lnTo>
                  <a:pt x="8" y="245"/>
                </a:lnTo>
                <a:lnTo>
                  <a:pt x="6" y="239"/>
                </a:lnTo>
                <a:lnTo>
                  <a:pt x="4" y="233"/>
                </a:lnTo>
                <a:lnTo>
                  <a:pt x="3" y="227"/>
                </a:lnTo>
                <a:lnTo>
                  <a:pt x="2" y="221"/>
                </a:lnTo>
                <a:lnTo>
                  <a:pt x="1" y="215"/>
                </a:lnTo>
                <a:lnTo>
                  <a:pt x="0" y="208"/>
                </a:lnTo>
                <a:lnTo>
                  <a:pt x="0" y="202"/>
                </a:lnTo>
                <a:lnTo>
                  <a:pt x="0" y="196"/>
                </a:lnTo>
                <a:lnTo>
                  <a:pt x="0" y="190"/>
                </a:lnTo>
                <a:lnTo>
                  <a:pt x="0" y="184"/>
                </a:lnTo>
                <a:lnTo>
                  <a:pt x="1" y="178"/>
                </a:lnTo>
                <a:lnTo>
                  <a:pt x="2" y="171"/>
                </a:lnTo>
                <a:lnTo>
                  <a:pt x="3" y="165"/>
                </a:lnTo>
                <a:lnTo>
                  <a:pt x="4" y="159"/>
                </a:lnTo>
                <a:lnTo>
                  <a:pt x="6" y="153"/>
                </a:lnTo>
                <a:lnTo>
                  <a:pt x="8" y="147"/>
                </a:lnTo>
                <a:lnTo>
                  <a:pt x="10" y="141"/>
                </a:lnTo>
                <a:lnTo>
                  <a:pt x="12" y="135"/>
                </a:lnTo>
                <a:lnTo>
                  <a:pt x="14" y="130"/>
                </a:lnTo>
                <a:lnTo>
                  <a:pt x="17" y="124"/>
                </a:lnTo>
                <a:lnTo>
                  <a:pt x="20" y="118"/>
                </a:lnTo>
                <a:lnTo>
                  <a:pt x="23" y="112"/>
                </a:lnTo>
                <a:lnTo>
                  <a:pt x="26" y="107"/>
                </a:lnTo>
                <a:lnTo>
                  <a:pt x="30" y="101"/>
                </a:lnTo>
                <a:lnTo>
                  <a:pt x="34" y="96"/>
                </a:lnTo>
                <a:lnTo>
                  <a:pt x="38" y="91"/>
                </a:lnTo>
                <a:lnTo>
                  <a:pt x="42" y="86"/>
                </a:lnTo>
                <a:lnTo>
                  <a:pt x="47" y="81"/>
                </a:lnTo>
                <a:lnTo>
                  <a:pt x="51" y="76"/>
                </a:lnTo>
                <a:lnTo>
                  <a:pt x="56" y="71"/>
                </a:lnTo>
                <a:lnTo>
                  <a:pt x="61" y="66"/>
                </a:lnTo>
                <a:lnTo>
                  <a:pt x="66" y="62"/>
                </a:lnTo>
                <a:lnTo>
                  <a:pt x="71" y="57"/>
                </a:lnTo>
                <a:lnTo>
                  <a:pt x="77" y="53"/>
                </a:lnTo>
                <a:lnTo>
                  <a:pt x="83" y="49"/>
                </a:lnTo>
                <a:lnTo>
                  <a:pt x="88" y="45"/>
                </a:lnTo>
                <a:lnTo>
                  <a:pt x="94" y="41"/>
                </a:lnTo>
                <a:lnTo>
                  <a:pt x="101" y="37"/>
                </a:lnTo>
                <a:lnTo>
                  <a:pt x="107" y="34"/>
                </a:lnTo>
                <a:lnTo>
                  <a:pt x="113" y="30"/>
                </a:lnTo>
                <a:lnTo>
                  <a:pt x="120" y="27"/>
                </a:lnTo>
                <a:lnTo>
                  <a:pt x="127" y="24"/>
                </a:lnTo>
                <a:lnTo>
                  <a:pt x="133" y="21"/>
                </a:lnTo>
                <a:lnTo>
                  <a:pt x="140" y="18"/>
                </a:lnTo>
                <a:lnTo>
                  <a:pt x="147" y="16"/>
                </a:lnTo>
                <a:lnTo>
                  <a:pt x="154" y="14"/>
                </a:lnTo>
                <a:lnTo>
                  <a:pt x="162" y="11"/>
                </a:lnTo>
                <a:lnTo>
                  <a:pt x="169" y="9"/>
                </a:lnTo>
                <a:lnTo>
                  <a:pt x="176" y="8"/>
                </a:lnTo>
                <a:lnTo>
                  <a:pt x="184" y="6"/>
                </a:lnTo>
                <a:lnTo>
                  <a:pt x="191" y="4"/>
                </a:lnTo>
                <a:lnTo>
                  <a:pt x="199" y="3"/>
                </a:lnTo>
                <a:lnTo>
                  <a:pt x="206" y="2"/>
                </a:lnTo>
                <a:lnTo>
                  <a:pt x="214" y="1"/>
                </a:lnTo>
                <a:lnTo>
                  <a:pt x="221" y="1"/>
                </a:lnTo>
                <a:lnTo>
                  <a:pt x="229" y="0"/>
                </a:lnTo>
                <a:lnTo>
                  <a:pt x="237" y="0"/>
                </a:lnTo>
                <a:lnTo>
                  <a:pt x="244" y="0"/>
                </a:lnTo>
                <a:lnTo>
                  <a:pt x="252" y="0"/>
                </a:lnTo>
                <a:lnTo>
                  <a:pt x="260" y="0"/>
                </a:lnTo>
                <a:lnTo>
                  <a:pt x="267" y="1"/>
                </a:lnTo>
                <a:lnTo>
                  <a:pt x="275" y="1"/>
                </a:lnTo>
                <a:lnTo>
                  <a:pt x="283" y="2"/>
                </a:lnTo>
                <a:lnTo>
                  <a:pt x="290" y="3"/>
                </a:lnTo>
                <a:lnTo>
                  <a:pt x="298" y="4"/>
                </a:lnTo>
                <a:lnTo>
                  <a:pt x="305" y="6"/>
                </a:lnTo>
                <a:lnTo>
                  <a:pt x="313" y="8"/>
                </a:lnTo>
                <a:lnTo>
                  <a:pt x="320" y="9"/>
                </a:lnTo>
                <a:lnTo>
                  <a:pt x="327" y="11"/>
                </a:lnTo>
                <a:lnTo>
                  <a:pt x="334" y="14"/>
                </a:lnTo>
                <a:lnTo>
                  <a:pt x="341" y="16"/>
                </a:lnTo>
                <a:lnTo>
                  <a:pt x="348" y="18"/>
                </a:lnTo>
                <a:lnTo>
                  <a:pt x="355" y="21"/>
                </a:lnTo>
                <a:lnTo>
                  <a:pt x="362" y="24"/>
                </a:lnTo>
                <a:lnTo>
                  <a:pt x="369" y="27"/>
                </a:lnTo>
                <a:lnTo>
                  <a:pt x="376" y="30"/>
                </a:lnTo>
                <a:lnTo>
                  <a:pt x="383" y="34"/>
                </a:lnTo>
                <a:lnTo>
                  <a:pt x="389" y="37"/>
                </a:lnTo>
                <a:lnTo>
                  <a:pt x="395" y="41"/>
                </a:lnTo>
                <a:lnTo>
                  <a:pt x="401" y="45"/>
                </a:lnTo>
                <a:lnTo>
                  <a:pt x="407" y="49"/>
                </a:lnTo>
                <a:lnTo>
                  <a:pt x="413" y="53"/>
                </a:lnTo>
                <a:lnTo>
                  <a:pt x="418" y="57"/>
                </a:lnTo>
                <a:lnTo>
                  <a:pt x="424" y="62"/>
                </a:lnTo>
                <a:lnTo>
                  <a:pt x="429" y="66"/>
                </a:lnTo>
                <a:lnTo>
                  <a:pt x="434" y="71"/>
                </a:lnTo>
                <a:lnTo>
                  <a:pt x="439" y="76"/>
                </a:lnTo>
                <a:lnTo>
                  <a:pt x="443" y="81"/>
                </a:lnTo>
                <a:lnTo>
                  <a:pt x="448" y="86"/>
                </a:lnTo>
                <a:lnTo>
                  <a:pt x="452" y="91"/>
                </a:lnTo>
                <a:lnTo>
                  <a:pt x="456" y="96"/>
                </a:lnTo>
                <a:lnTo>
                  <a:pt x="460" y="101"/>
                </a:lnTo>
                <a:lnTo>
                  <a:pt x="463" y="107"/>
                </a:lnTo>
                <a:lnTo>
                  <a:pt x="467" y="112"/>
                </a:lnTo>
                <a:lnTo>
                  <a:pt x="470" y="118"/>
                </a:lnTo>
                <a:lnTo>
                  <a:pt x="473" y="124"/>
                </a:lnTo>
                <a:lnTo>
                  <a:pt x="475" y="130"/>
                </a:lnTo>
                <a:lnTo>
                  <a:pt x="478" y="135"/>
                </a:lnTo>
                <a:lnTo>
                  <a:pt x="480" y="141"/>
                </a:lnTo>
                <a:lnTo>
                  <a:pt x="482" y="147"/>
                </a:lnTo>
                <a:lnTo>
                  <a:pt x="484" y="153"/>
                </a:lnTo>
                <a:lnTo>
                  <a:pt x="486" y="159"/>
                </a:lnTo>
                <a:lnTo>
                  <a:pt x="487" y="165"/>
                </a:lnTo>
                <a:lnTo>
                  <a:pt x="488" y="171"/>
                </a:lnTo>
                <a:lnTo>
                  <a:pt x="489" y="178"/>
                </a:lnTo>
                <a:lnTo>
                  <a:pt x="489" y="184"/>
                </a:lnTo>
                <a:lnTo>
                  <a:pt x="490" y="190"/>
                </a:lnTo>
                <a:lnTo>
                  <a:pt x="490" y="196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7" name=""/>
          <p:cNvSpPr/>
          <p:nvPr/>
        </p:nvSpPr>
        <p:spPr>
          <a:xfrm>
            <a:off x="2768400" y="1771920"/>
            <a:ext cx="182880" cy="147240"/>
          </a:xfrm>
          <a:custGeom>
            <a:avLst/>
            <a:gdLst/>
            <a:ahLst/>
            <a:rect l="0" t="0" r="r" b="b"/>
            <a:pathLst>
              <a:path w="508" h="409">
                <a:moveTo>
                  <a:pt x="499" y="205"/>
                </a:moveTo>
                <a:lnTo>
                  <a:pt x="499" y="199"/>
                </a:lnTo>
                <a:lnTo>
                  <a:pt x="498" y="193"/>
                </a:lnTo>
                <a:lnTo>
                  <a:pt x="498" y="187"/>
                </a:lnTo>
                <a:lnTo>
                  <a:pt x="497" y="180"/>
                </a:lnTo>
                <a:lnTo>
                  <a:pt x="496" y="174"/>
                </a:lnTo>
                <a:lnTo>
                  <a:pt x="495" y="168"/>
                </a:lnTo>
                <a:lnTo>
                  <a:pt x="493" y="161"/>
                </a:lnTo>
                <a:lnTo>
                  <a:pt x="491" y="155"/>
                </a:lnTo>
                <a:lnTo>
                  <a:pt x="489" y="149"/>
                </a:lnTo>
                <a:lnTo>
                  <a:pt x="487" y="143"/>
                </a:lnTo>
                <a:lnTo>
                  <a:pt x="484" y="138"/>
                </a:lnTo>
                <a:lnTo>
                  <a:pt x="482" y="132"/>
                </a:lnTo>
                <a:lnTo>
                  <a:pt x="479" y="126"/>
                </a:lnTo>
                <a:lnTo>
                  <a:pt x="476" y="120"/>
                </a:lnTo>
                <a:lnTo>
                  <a:pt x="472" y="115"/>
                </a:lnTo>
                <a:lnTo>
                  <a:pt x="469" y="109"/>
                </a:lnTo>
                <a:lnTo>
                  <a:pt x="465" y="104"/>
                </a:lnTo>
                <a:lnTo>
                  <a:pt x="461" y="99"/>
                </a:lnTo>
                <a:lnTo>
                  <a:pt x="457" y="94"/>
                </a:lnTo>
                <a:lnTo>
                  <a:pt x="452" y="89"/>
                </a:lnTo>
                <a:lnTo>
                  <a:pt x="448" y="84"/>
                </a:lnTo>
                <a:lnTo>
                  <a:pt x="443" y="79"/>
                </a:lnTo>
                <a:lnTo>
                  <a:pt x="438" y="74"/>
                </a:lnTo>
                <a:lnTo>
                  <a:pt x="433" y="70"/>
                </a:lnTo>
                <a:lnTo>
                  <a:pt x="427" y="65"/>
                </a:lnTo>
                <a:lnTo>
                  <a:pt x="422" y="61"/>
                </a:lnTo>
                <a:lnTo>
                  <a:pt x="416" y="57"/>
                </a:lnTo>
                <a:lnTo>
                  <a:pt x="410" y="53"/>
                </a:lnTo>
                <a:lnTo>
                  <a:pt x="404" y="49"/>
                </a:lnTo>
                <a:lnTo>
                  <a:pt x="398" y="45"/>
                </a:lnTo>
                <a:lnTo>
                  <a:pt x="392" y="42"/>
                </a:lnTo>
                <a:lnTo>
                  <a:pt x="385" y="38"/>
                </a:lnTo>
                <a:lnTo>
                  <a:pt x="379" y="35"/>
                </a:lnTo>
                <a:lnTo>
                  <a:pt x="372" y="32"/>
                </a:lnTo>
                <a:lnTo>
                  <a:pt x="365" y="29"/>
                </a:lnTo>
                <a:lnTo>
                  <a:pt x="358" y="26"/>
                </a:lnTo>
                <a:lnTo>
                  <a:pt x="351" y="24"/>
                </a:lnTo>
                <a:lnTo>
                  <a:pt x="344" y="22"/>
                </a:lnTo>
                <a:lnTo>
                  <a:pt x="337" y="19"/>
                </a:lnTo>
                <a:lnTo>
                  <a:pt x="330" y="17"/>
                </a:lnTo>
                <a:lnTo>
                  <a:pt x="323" y="16"/>
                </a:lnTo>
                <a:lnTo>
                  <a:pt x="315" y="14"/>
                </a:lnTo>
                <a:lnTo>
                  <a:pt x="308" y="12"/>
                </a:lnTo>
                <a:lnTo>
                  <a:pt x="300" y="11"/>
                </a:lnTo>
                <a:lnTo>
                  <a:pt x="293" y="10"/>
                </a:lnTo>
                <a:lnTo>
                  <a:pt x="285" y="9"/>
                </a:lnTo>
                <a:lnTo>
                  <a:pt x="277" y="9"/>
                </a:lnTo>
                <a:lnTo>
                  <a:pt x="270" y="8"/>
                </a:lnTo>
                <a:lnTo>
                  <a:pt x="262" y="8"/>
                </a:lnTo>
                <a:lnTo>
                  <a:pt x="254" y="8"/>
                </a:lnTo>
                <a:lnTo>
                  <a:pt x="247" y="8"/>
                </a:lnTo>
                <a:lnTo>
                  <a:pt x="239" y="8"/>
                </a:lnTo>
                <a:lnTo>
                  <a:pt x="231" y="9"/>
                </a:lnTo>
                <a:lnTo>
                  <a:pt x="224" y="9"/>
                </a:lnTo>
                <a:lnTo>
                  <a:pt x="216" y="10"/>
                </a:lnTo>
                <a:lnTo>
                  <a:pt x="209" y="11"/>
                </a:lnTo>
                <a:lnTo>
                  <a:pt x="201" y="12"/>
                </a:lnTo>
                <a:lnTo>
                  <a:pt x="194" y="14"/>
                </a:lnTo>
                <a:lnTo>
                  <a:pt x="186" y="16"/>
                </a:lnTo>
                <a:lnTo>
                  <a:pt x="179" y="17"/>
                </a:lnTo>
                <a:lnTo>
                  <a:pt x="172" y="19"/>
                </a:lnTo>
                <a:lnTo>
                  <a:pt x="163" y="22"/>
                </a:lnTo>
                <a:lnTo>
                  <a:pt x="156" y="24"/>
                </a:lnTo>
                <a:lnTo>
                  <a:pt x="149" y="26"/>
                </a:lnTo>
                <a:lnTo>
                  <a:pt x="142" y="29"/>
                </a:lnTo>
                <a:lnTo>
                  <a:pt x="136" y="32"/>
                </a:lnTo>
                <a:lnTo>
                  <a:pt x="129" y="35"/>
                </a:lnTo>
                <a:lnTo>
                  <a:pt x="122" y="38"/>
                </a:lnTo>
                <a:lnTo>
                  <a:pt x="116" y="42"/>
                </a:lnTo>
                <a:lnTo>
                  <a:pt x="110" y="45"/>
                </a:lnTo>
                <a:lnTo>
                  <a:pt x="103" y="49"/>
                </a:lnTo>
                <a:lnTo>
                  <a:pt x="97" y="53"/>
                </a:lnTo>
                <a:lnTo>
                  <a:pt x="92" y="57"/>
                </a:lnTo>
                <a:lnTo>
                  <a:pt x="86" y="61"/>
                </a:lnTo>
                <a:lnTo>
                  <a:pt x="80" y="65"/>
                </a:lnTo>
                <a:lnTo>
                  <a:pt x="75" y="70"/>
                </a:lnTo>
                <a:lnTo>
                  <a:pt x="70" y="74"/>
                </a:lnTo>
                <a:lnTo>
                  <a:pt x="65" y="79"/>
                </a:lnTo>
                <a:lnTo>
                  <a:pt x="60" y="84"/>
                </a:lnTo>
                <a:lnTo>
                  <a:pt x="56" y="89"/>
                </a:lnTo>
                <a:lnTo>
                  <a:pt x="51" y="94"/>
                </a:lnTo>
                <a:lnTo>
                  <a:pt x="47" y="99"/>
                </a:lnTo>
                <a:lnTo>
                  <a:pt x="43" y="104"/>
                </a:lnTo>
                <a:lnTo>
                  <a:pt x="39" y="109"/>
                </a:lnTo>
                <a:lnTo>
                  <a:pt x="35" y="115"/>
                </a:lnTo>
                <a:lnTo>
                  <a:pt x="32" y="120"/>
                </a:lnTo>
                <a:lnTo>
                  <a:pt x="29" y="126"/>
                </a:lnTo>
                <a:lnTo>
                  <a:pt x="26" y="132"/>
                </a:lnTo>
                <a:lnTo>
                  <a:pt x="23" y="138"/>
                </a:lnTo>
                <a:lnTo>
                  <a:pt x="21" y="143"/>
                </a:lnTo>
                <a:lnTo>
                  <a:pt x="19" y="149"/>
                </a:lnTo>
                <a:lnTo>
                  <a:pt x="17" y="155"/>
                </a:lnTo>
                <a:lnTo>
                  <a:pt x="15" y="161"/>
                </a:lnTo>
                <a:lnTo>
                  <a:pt x="13" y="168"/>
                </a:lnTo>
                <a:lnTo>
                  <a:pt x="12" y="174"/>
                </a:lnTo>
                <a:lnTo>
                  <a:pt x="11" y="180"/>
                </a:lnTo>
                <a:lnTo>
                  <a:pt x="10" y="187"/>
                </a:lnTo>
                <a:lnTo>
                  <a:pt x="9" y="193"/>
                </a:lnTo>
                <a:lnTo>
                  <a:pt x="9" y="199"/>
                </a:lnTo>
                <a:lnTo>
                  <a:pt x="9" y="205"/>
                </a:lnTo>
                <a:lnTo>
                  <a:pt x="9" y="211"/>
                </a:lnTo>
                <a:lnTo>
                  <a:pt x="9" y="217"/>
                </a:lnTo>
                <a:lnTo>
                  <a:pt x="10" y="224"/>
                </a:lnTo>
                <a:lnTo>
                  <a:pt x="11" y="230"/>
                </a:lnTo>
                <a:lnTo>
                  <a:pt x="12" y="236"/>
                </a:lnTo>
                <a:lnTo>
                  <a:pt x="13" y="242"/>
                </a:lnTo>
                <a:lnTo>
                  <a:pt x="15" y="248"/>
                </a:lnTo>
                <a:lnTo>
                  <a:pt x="17" y="254"/>
                </a:lnTo>
                <a:lnTo>
                  <a:pt x="19" y="260"/>
                </a:lnTo>
                <a:lnTo>
                  <a:pt x="21" y="266"/>
                </a:lnTo>
                <a:lnTo>
                  <a:pt x="23" y="272"/>
                </a:lnTo>
                <a:lnTo>
                  <a:pt x="26" y="277"/>
                </a:lnTo>
                <a:lnTo>
                  <a:pt x="29" y="283"/>
                </a:lnTo>
                <a:lnTo>
                  <a:pt x="32" y="289"/>
                </a:lnTo>
                <a:lnTo>
                  <a:pt x="35" y="294"/>
                </a:lnTo>
                <a:lnTo>
                  <a:pt x="39" y="300"/>
                </a:lnTo>
                <a:lnTo>
                  <a:pt x="43" y="305"/>
                </a:lnTo>
                <a:lnTo>
                  <a:pt x="47" y="310"/>
                </a:lnTo>
                <a:lnTo>
                  <a:pt x="51" y="315"/>
                </a:lnTo>
                <a:lnTo>
                  <a:pt x="56" y="320"/>
                </a:lnTo>
                <a:lnTo>
                  <a:pt x="60" y="325"/>
                </a:lnTo>
                <a:lnTo>
                  <a:pt x="65" y="330"/>
                </a:lnTo>
                <a:lnTo>
                  <a:pt x="70" y="335"/>
                </a:lnTo>
                <a:lnTo>
                  <a:pt x="75" y="339"/>
                </a:lnTo>
                <a:lnTo>
                  <a:pt x="80" y="344"/>
                </a:lnTo>
                <a:lnTo>
                  <a:pt x="86" y="348"/>
                </a:lnTo>
                <a:lnTo>
                  <a:pt x="92" y="352"/>
                </a:lnTo>
                <a:lnTo>
                  <a:pt x="97" y="356"/>
                </a:lnTo>
                <a:lnTo>
                  <a:pt x="103" y="360"/>
                </a:lnTo>
                <a:lnTo>
                  <a:pt x="110" y="364"/>
                </a:lnTo>
                <a:lnTo>
                  <a:pt x="116" y="367"/>
                </a:lnTo>
                <a:lnTo>
                  <a:pt x="122" y="371"/>
                </a:lnTo>
                <a:lnTo>
                  <a:pt x="129" y="374"/>
                </a:lnTo>
                <a:lnTo>
                  <a:pt x="136" y="377"/>
                </a:lnTo>
                <a:lnTo>
                  <a:pt x="142" y="380"/>
                </a:lnTo>
                <a:lnTo>
                  <a:pt x="149" y="383"/>
                </a:lnTo>
                <a:lnTo>
                  <a:pt x="156" y="385"/>
                </a:lnTo>
                <a:lnTo>
                  <a:pt x="163" y="388"/>
                </a:lnTo>
                <a:lnTo>
                  <a:pt x="172" y="390"/>
                </a:lnTo>
                <a:lnTo>
                  <a:pt x="179" y="392"/>
                </a:lnTo>
                <a:lnTo>
                  <a:pt x="186" y="394"/>
                </a:lnTo>
                <a:lnTo>
                  <a:pt x="194" y="395"/>
                </a:lnTo>
                <a:lnTo>
                  <a:pt x="201" y="397"/>
                </a:lnTo>
                <a:lnTo>
                  <a:pt x="209" y="398"/>
                </a:lnTo>
                <a:lnTo>
                  <a:pt x="216" y="399"/>
                </a:lnTo>
                <a:lnTo>
                  <a:pt x="224" y="400"/>
                </a:lnTo>
                <a:lnTo>
                  <a:pt x="231" y="401"/>
                </a:lnTo>
                <a:lnTo>
                  <a:pt x="239" y="401"/>
                </a:lnTo>
                <a:lnTo>
                  <a:pt x="247" y="401"/>
                </a:lnTo>
                <a:lnTo>
                  <a:pt x="254" y="401"/>
                </a:lnTo>
                <a:lnTo>
                  <a:pt x="262" y="401"/>
                </a:lnTo>
                <a:lnTo>
                  <a:pt x="270" y="401"/>
                </a:lnTo>
                <a:lnTo>
                  <a:pt x="277" y="401"/>
                </a:lnTo>
                <a:lnTo>
                  <a:pt x="285" y="400"/>
                </a:lnTo>
                <a:lnTo>
                  <a:pt x="293" y="399"/>
                </a:lnTo>
                <a:lnTo>
                  <a:pt x="300" y="398"/>
                </a:lnTo>
                <a:lnTo>
                  <a:pt x="308" y="397"/>
                </a:lnTo>
                <a:lnTo>
                  <a:pt x="315" y="395"/>
                </a:lnTo>
                <a:lnTo>
                  <a:pt x="323" y="394"/>
                </a:lnTo>
                <a:lnTo>
                  <a:pt x="330" y="392"/>
                </a:lnTo>
                <a:lnTo>
                  <a:pt x="337" y="390"/>
                </a:lnTo>
                <a:lnTo>
                  <a:pt x="344" y="388"/>
                </a:lnTo>
                <a:lnTo>
                  <a:pt x="351" y="385"/>
                </a:lnTo>
                <a:lnTo>
                  <a:pt x="358" y="383"/>
                </a:lnTo>
                <a:lnTo>
                  <a:pt x="365" y="380"/>
                </a:lnTo>
                <a:lnTo>
                  <a:pt x="372" y="377"/>
                </a:lnTo>
                <a:lnTo>
                  <a:pt x="379" y="374"/>
                </a:lnTo>
                <a:lnTo>
                  <a:pt x="385" y="371"/>
                </a:lnTo>
                <a:lnTo>
                  <a:pt x="392" y="367"/>
                </a:lnTo>
                <a:lnTo>
                  <a:pt x="398" y="364"/>
                </a:lnTo>
                <a:lnTo>
                  <a:pt x="404" y="360"/>
                </a:lnTo>
                <a:lnTo>
                  <a:pt x="410" y="356"/>
                </a:lnTo>
                <a:lnTo>
                  <a:pt x="416" y="352"/>
                </a:lnTo>
                <a:lnTo>
                  <a:pt x="422" y="348"/>
                </a:lnTo>
                <a:lnTo>
                  <a:pt x="427" y="344"/>
                </a:lnTo>
                <a:lnTo>
                  <a:pt x="433" y="339"/>
                </a:lnTo>
                <a:lnTo>
                  <a:pt x="438" y="335"/>
                </a:lnTo>
                <a:lnTo>
                  <a:pt x="443" y="330"/>
                </a:lnTo>
                <a:lnTo>
                  <a:pt x="448" y="325"/>
                </a:lnTo>
                <a:lnTo>
                  <a:pt x="452" y="320"/>
                </a:lnTo>
                <a:lnTo>
                  <a:pt x="457" y="315"/>
                </a:lnTo>
                <a:lnTo>
                  <a:pt x="461" y="310"/>
                </a:lnTo>
                <a:lnTo>
                  <a:pt x="465" y="305"/>
                </a:lnTo>
                <a:lnTo>
                  <a:pt x="469" y="300"/>
                </a:lnTo>
                <a:lnTo>
                  <a:pt x="472" y="294"/>
                </a:lnTo>
                <a:lnTo>
                  <a:pt x="476" y="289"/>
                </a:lnTo>
                <a:lnTo>
                  <a:pt x="479" y="283"/>
                </a:lnTo>
                <a:lnTo>
                  <a:pt x="482" y="277"/>
                </a:lnTo>
                <a:lnTo>
                  <a:pt x="484" y="272"/>
                </a:lnTo>
                <a:lnTo>
                  <a:pt x="487" y="266"/>
                </a:lnTo>
                <a:lnTo>
                  <a:pt x="489" y="260"/>
                </a:lnTo>
                <a:lnTo>
                  <a:pt x="491" y="254"/>
                </a:lnTo>
                <a:lnTo>
                  <a:pt x="493" y="248"/>
                </a:lnTo>
                <a:lnTo>
                  <a:pt x="495" y="242"/>
                </a:lnTo>
                <a:lnTo>
                  <a:pt x="496" y="236"/>
                </a:lnTo>
                <a:lnTo>
                  <a:pt x="497" y="230"/>
                </a:lnTo>
                <a:lnTo>
                  <a:pt x="498" y="224"/>
                </a:lnTo>
                <a:lnTo>
                  <a:pt x="498" y="217"/>
                </a:lnTo>
                <a:lnTo>
                  <a:pt x="499" y="211"/>
                </a:lnTo>
                <a:lnTo>
                  <a:pt x="499" y="205"/>
                </a:lnTo>
                <a:moveTo>
                  <a:pt x="508" y="205"/>
                </a:moveTo>
                <a:lnTo>
                  <a:pt x="508" y="211"/>
                </a:lnTo>
                <a:lnTo>
                  <a:pt x="508" y="218"/>
                </a:lnTo>
                <a:lnTo>
                  <a:pt x="507" y="224"/>
                </a:lnTo>
                <a:lnTo>
                  <a:pt x="506" y="231"/>
                </a:lnTo>
                <a:lnTo>
                  <a:pt x="505" y="237"/>
                </a:lnTo>
                <a:lnTo>
                  <a:pt x="504" y="243"/>
                </a:lnTo>
                <a:lnTo>
                  <a:pt x="502" y="250"/>
                </a:lnTo>
                <a:lnTo>
                  <a:pt x="500" y="256"/>
                </a:lnTo>
                <a:lnTo>
                  <a:pt x="498" y="262"/>
                </a:lnTo>
                <a:lnTo>
                  <a:pt x="496" y="268"/>
                </a:lnTo>
                <a:lnTo>
                  <a:pt x="493" y="274"/>
                </a:lnTo>
                <a:lnTo>
                  <a:pt x="490" y="280"/>
                </a:lnTo>
                <a:lnTo>
                  <a:pt x="487" y="286"/>
                </a:lnTo>
                <a:lnTo>
                  <a:pt x="484" y="292"/>
                </a:lnTo>
                <a:lnTo>
                  <a:pt x="480" y="298"/>
                </a:lnTo>
                <a:lnTo>
                  <a:pt x="477" y="303"/>
                </a:lnTo>
                <a:lnTo>
                  <a:pt x="473" y="309"/>
                </a:lnTo>
                <a:lnTo>
                  <a:pt x="469" y="314"/>
                </a:lnTo>
                <a:lnTo>
                  <a:pt x="464" y="320"/>
                </a:lnTo>
                <a:lnTo>
                  <a:pt x="460" y="325"/>
                </a:lnTo>
                <a:lnTo>
                  <a:pt x="455" y="330"/>
                </a:lnTo>
                <a:lnTo>
                  <a:pt x="450" y="335"/>
                </a:lnTo>
                <a:lnTo>
                  <a:pt x="445" y="340"/>
                </a:lnTo>
                <a:lnTo>
                  <a:pt x="439" y="345"/>
                </a:lnTo>
                <a:lnTo>
                  <a:pt x="434" y="349"/>
                </a:lnTo>
                <a:lnTo>
                  <a:pt x="428" y="354"/>
                </a:lnTo>
                <a:lnTo>
                  <a:pt x="422" y="358"/>
                </a:lnTo>
                <a:lnTo>
                  <a:pt x="416" y="362"/>
                </a:lnTo>
                <a:lnTo>
                  <a:pt x="410" y="366"/>
                </a:lnTo>
                <a:lnTo>
                  <a:pt x="404" y="370"/>
                </a:lnTo>
                <a:lnTo>
                  <a:pt x="397" y="374"/>
                </a:lnTo>
                <a:lnTo>
                  <a:pt x="390" y="377"/>
                </a:lnTo>
                <a:lnTo>
                  <a:pt x="384" y="380"/>
                </a:lnTo>
                <a:lnTo>
                  <a:pt x="377" y="384"/>
                </a:lnTo>
                <a:lnTo>
                  <a:pt x="370" y="387"/>
                </a:lnTo>
                <a:lnTo>
                  <a:pt x="362" y="389"/>
                </a:lnTo>
                <a:lnTo>
                  <a:pt x="355" y="392"/>
                </a:lnTo>
                <a:lnTo>
                  <a:pt x="348" y="394"/>
                </a:lnTo>
                <a:lnTo>
                  <a:pt x="340" y="397"/>
                </a:lnTo>
                <a:lnTo>
                  <a:pt x="333" y="399"/>
                </a:lnTo>
                <a:lnTo>
                  <a:pt x="325" y="401"/>
                </a:lnTo>
                <a:lnTo>
                  <a:pt x="317" y="402"/>
                </a:lnTo>
                <a:lnTo>
                  <a:pt x="310" y="404"/>
                </a:lnTo>
                <a:lnTo>
                  <a:pt x="302" y="405"/>
                </a:lnTo>
                <a:lnTo>
                  <a:pt x="294" y="406"/>
                </a:lnTo>
                <a:lnTo>
                  <a:pt x="286" y="407"/>
                </a:lnTo>
                <a:lnTo>
                  <a:pt x="278" y="408"/>
                </a:lnTo>
                <a:lnTo>
                  <a:pt x="270" y="408"/>
                </a:lnTo>
                <a:lnTo>
                  <a:pt x="262" y="409"/>
                </a:lnTo>
                <a:lnTo>
                  <a:pt x="254" y="409"/>
                </a:lnTo>
                <a:lnTo>
                  <a:pt x="246" y="409"/>
                </a:lnTo>
                <a:lnTo>
                  <a:pt x="238" y="408"/>
                </a:lnTo>
                <a:lnTo>
                  <a:pt x="230" y="408"/>
                </a:lnTo>
                <a:lnTo>
                  <a:pt x="223" y="407"/>
                </a:lnTo>
                <a:lnTo>
                  <a:pt x="215" y="406"/>
                </a:lnTo>
                <a:lnTo>
                  <a:pt x="207" y="405"/>
                </a:lnTo>
                <a:lnTo>
                  <a:pt x="199" y="404"/>
                </a:lnTo>
                <a:lnTo>
                  <a:pt x="191" y="402"/>
                </a:lnTo>
                <a:lnTo>
                  <a:pt x="184" y="401"/>
                </a:lnTo>
                <a:lnTo>
                  <a:pt x="176" y="399"/>
                </a:lnTo>
                <a:lnTo>
                  <a:pt x="167" y="397"/>
                </a:lnTo>
                <a:lnTo>
                  <a:pt x="160" y="394"/>
                </a:lnTo>
                <a:lnTo>
                  <a:pt x="153" y="392"/>
                </a:lnTo>
                <a:lnTo>
                  <a:pt x="145" y="389"/>
                </a:lnTo>
                <a:lnTo>
                  <a:pt x="138" y="387"/>
                </a:lnTo>
                <a:lnTo>
                  <a:pt x="131" y="384"/>
                </a:lnTo>
                <a:lnTo>
                  <a:pt x="124" y="380"/>
                </a:lnTo>
                <a:lnTo>
                  <a:pt x="117" y="377"/>
                </a:lnTo>
                <a:lnTo>
                  <a:pt x="111" y="374"/>
                </a:lnTo>
                <a:lnTo>
                  <a:pt x="104" y="370"/>
                </a:lnTo>
                <a:lnTo>
                  <a:pt x="98" y="366"/>
                </a:lnTo>
                <a:lnTo>
                  <a:pt x="92" y="362"/>
                </a:lnTo>
                <a:lnTo>
                  <a:pt x="86" y="358"/>
                </a:lnTo>
                <a:lnTo>
                  <a:pt x="80" y="354"/>
                </a:lnTo>
                <a:lnTo>
                  <a:pt x="74" y="349"/>
                </a:lnTo>
                <a:lnTo>
                  <a:pt x="68" y="345"/>
                </a:lnTo>
                <a:lnTo>
                  <a:pt x="63" y="340"/>
                </a:lnTo>
                <a:lnTo>
                  <a:pt x="58" y="335"/>
                </a:lnTo>
                <a:lnTo>
                  <a:pt x="53" y="330"/>
                </a:lnTo>
                <a:lnTo>
                  <a:pt x="48" y="325"/>
                </a:lnTo>
                <a:lnTo>
                  <a:pt x="43" y="320"/>
                </a:lnTo>
                <a:lnTo>
                  <a:pt x="39" y="314"/>
                </a:lnTo>
                <a:lnTo>
                  <a:pt x="35" y="309"/>
                </a:lnTo>
                <a:lnTo>
                  <a:pt x="31" y="303"/>
                </a:lnTo>
                <a:lnTo>
                  <a:pt x="27" y="298"/>
                </a:lnTo>
                <a:lnTo>
                  <a:pt x="24" y="292"/>
                </a:lnTo>
                <a:lnTo>
                  <a:pt x="20" y="286"/>
                </a:lnTo>
                <a:lnTo>
                  <a:pt x="17" y="280"/>
                </a:lnTo>
                <a:lnTo>
                  <a:pt x="15" y="274"/>
                </a:lnTo>
                <a:lnTo>
                  <a:pt x="12" y="268"/>
                </a:lnTo>
                <a:lnTo>
                  <a:pt x="10" y="262"/>
                </a:lnTo>
                <a:lnTo>
                  <a:pt x="8" y="256"/>
                </a:lnTo>
                <a:lnTo>
                  <a:pt x="6" y="250"/>
                </a:lnTo>
                <a:lnTo>
                  <a:pt x="4" y="243"/>
                </a:lnTo>
                <a:lnTo>
                  <a:pt x="3" y="237"/>
                </a:lnTo>
                <a:lnTo>
                  <a:pt x="2" y="231"/>
                </a:lnTo>
                <a:lnTo>
                  <a:pt x="1" y="224"/>
                </a:lnTo>
                <a:lnTo>
                  <a:pt x="0" y="218"/>
                </a:lnTo>
                <a:lnTo>
                  <a:pt x="0" y="211"/>
                </a:lnTo>
                <a:lnTo>
                  <a:pt x="0" y="205"/>
                </a:lnTo>
                <a:lnTo>
                  <a:pt x="0" y="199"/>
                </a:lnTo>
                <a:lnTo>
                  <a:pt x="0" y="192"/>
                </a:lnTo>
                <a:lnTo>
                  <a:pt x="1" y="186"/>
                </a:lnTo>
                <a:lnTo>
                  <a:pt x="2" y="180"/>
                </a:lnTo>
                <a:lnTo>
                  <a:pt x="3" y="173"/>
                </a:lnTo>
                <a:lnTo>
                  <a:pt x="4" y="167"/>
                </a:lnTo>
                <a:lnTo>
                  <a:pt x="6" y="160"/>
                </a:lnTo>
                <a:lnTo>
                  <a:pt x="8" y="153"/>
                </a:lnTo>
                <a:lnTo>
                  <a:pt x="10" y="147"/>
                </a:lnTo>
                <a:lnTo>
                  <a:pt x="12" y="141"/>
                </a:lnTo>
                <a:lnTo>
                  <a:pt x="15" y="135"/>
                </a:lnTo>
                <a:lnTo>
                  <a:pt x="17" y="129"/>
                </a:lnTo>
                <a:lnTo>
                  <a:pt x="20" y="123"/>
                </a:lnTo>
                <a:lnTo>
                  <a:pt x="24" y="117"/>
                </a:lnTo>
                <a:lnTo>
                  <a:pt x="27" y="112"/>
                </a:lnTo>
                <a:lnTo>
                  <a:pt x="31" y="106"/>
                </a:lnTo>
                <a:lnTo>
                  <a:pt x="35" y="100"/>
                </a:lnTo>
                <a:lnTo>
                  <a:pt x="39" y="95"/>
                </a:lnTo>
                <a:lnTo>
                  <a:pt x="43" y="90"/>
                </a:lnTo>
                <a:lnTo>
                  <a:pt x="48" y="84"/>
                </a:lnTo>
                <a:lnTo>
                  <a:pt x="53" y="79"/>
                </a:lnTo>
                <a:lnTo>
                  <a:pt x="58" y="74"/>
                </a:lnTo>
                <a:lnTo>
                  <a:pt x="63" y="69"/>
                </a:lnTo>
                <a:lnTo>
                  <a:pt x="68" y="65"/>
                </a:lnTo>
                <a:lnTo>
                  <a:pt x="74" y="60"/>
                </a:lnTo>
                <a:lnTo>
                  <a:pt x="80" y="56"/>
                </a:lnTo>
                <a:lnTo>
                  <a:pt x="86" y="51"/>
                </a:lnTo>
                <a:lnTo>
                  <a:pt x="92" y="47"/>
                </a:lnTo>
                <a:lnTo>
                  <a:pt x="98" y="43"/>
                </a:lnTo>
                <a:lnTo>
                  <a:pt x="104" y="39"/>
                </a:lnTo>
                <a:lnTo>
                  <a:pt x="111" y="36"/>
                </a:lnTo>
                <a:lnTo>
                  <a:pt x="117" y="32"/>
                </a:lnTo>
                <a:lnTo>
                  <a:pt x="124" y="29"/>
                </a:lnTo>
                <a:lnTo>
                  <a:pt x="131" y="26"/>
                </a:lnTo>
                <a:lnTo>
                  <a:pt x="138" y="23"/>
                </a:lnTo>
                <a:lnTo>
                  <a:pt x="145" y="20"/>
                </a:lnTo>
                <a:lnTo>
                  <a:pt x="153" y="17"/>
                </a:lnTo>
                <a:lnTo>
                  <a:pt x="160" y="15"/>
                </a:lnTo>
                <a:lnTo>
                  <a:pt x="167" y="12"/>
                </a:lnTo>
                <a:lnTo>
                  <a:pt x="176" y="10"/>
                </a:lnTo>
                <a:lnTo>
                  <a:pt x="184" y="8"/>
                </a:lnTo>
                <a:lnTo>
                  <a:pt x="191" y="7"/>
                </a:lnTo>
                <a:lnTo>
                  <a:pt x="199" y="5"/>
                </a:lnTo>
                <a:lnTo>
                  <a:pt x="207" y="4"/>
                </a:lnTo>
                <a:lnTo>
                  <a:pt x="215" y="3"/>
                </a:lnTo>
                <a:lnTo>
                  <a:pt x="223" y="2"/>
                </a:lnTo>
                <a:lnTo>
                  <a:pt x="230" y="1"/>
                </a:lnTo>
                <a:lnTo>
                  <a:pt x="238" y="1"/>
                </a:lnTo>
                <a:lnTo>
                  <a:pt x="246" y="0"/>
                </a:lnTo>
                <a:lnTo>
                  <a:pt x="254" y="0"/>
                </a:lnTo>
                <a:lnTo>
                  <a:pt x="262" y="0"/>
                </a:lnTo>
                <a:lnTo>
                  <a:pt x="270" y="1"/>
                </a:lnTo>
                <a:lnTo>
                  <a:pt x="278" y="1"/>
                </a:lnTo>
                <a:lnTo>
                  <a:pt x="286" y="2"/>
                </a:lnTo>
                <a:lnTo>
                  <a:pt x="294" y="3"/>
                </a:lnTo>
                <a:lnTo>
                  <a:pt x="302" y="4"/>
                </a:lnTo>
                <a:lnTo>
                  <a:pt x="310" y="5"/>
                </a:lnTo>
                <a:lnTo>
                  <a:pt x="317" y="7"/>
                </a:lnTo>
                <a:lnTo>
                  <a:pt x="325" y="8"/>
                </a:lnTo>
                <a:lnTo>
                  <a:pt x="333" y="10"/>
                </a:lnTo>
                <a:lnTo>
                  <a:pt x="340" y="12"/>
                </a:lnTo>
                <a:lnTo>
                  <a:pt x="348" y="15"/>
                </a:lnTo>
                <a:lnTo>
                  <a:pt x="355" y="17"/>
                </a:lnTo>
                <a:lnTo>
                  <a:pt x="362" y="20"/>
                </a:lnTo>
                <a:lnTo>
                  <a:pt x="370" y="23"/>
                </a:lnTo>
                <a:lnTo>
                  <a:pt x="377" y="26"/>
                </a:lnTo>
                <a:lnTo>
                  <a:pt x="384" y="29"/>
                </a:lnTo>
                <a:lnTo>
                  <a:pt x="390" y="32"/>
                </a:lnTo>
                <a:lnTo>
                  <a:pt x="397" y="36"/>
                </a:lnTo>
                <a:lnTo>
                  <a:pt x="404" y="39"/>
                </a:lnTo>
                <a:lnTo>
                  <a:pt x="410" y="43"/>
                </a:lnTo>
                <a:lnTo>
                  <a:pt x="416" y="47"/>
                </a:lnTo>
                <a:lnTo>
                  <a:pt x="422" y="51"/>
                </a:lnTo>
                <a:lnTo>
                  <a:pt x="428" y="56"/>
                </a:lnTo>
                <a:lnTo>
                  <a:pt x="434" y="60"/>
                </a:lnTo>
                <a:lnTo>
                  <a:pt x="439" y="65"/>
                </a:lnTo>
                <a:lnTo>
                  <a:pt x="445" y="69"/>
                </a:lnTo>
                <a:lnTo>
                  <a:pt x="450" y="74"/>
                </a:lnTo>
                <a:lnTo>
                  <a:pt x="455" y="79"/>
                </a:lnTo>
                <a:lnTo>
                  <a:pt x="460" y="84"/>
                </a:lnTo>
                <a:lnTo>
                  <a:pt x="464" y="90"/>
                </a:lnTo>
                <a:lnTo>
                  <a:pt x="469" y="95"/>
                </a:lnTo>
                <a:lnTo>
                  <a:pt x="473" y="100"/>
                </a:lnTo>
                <a:lnTo>
                  <a:pt x="477" y="106"/>
                </a:lnTo>
                <a:lnTo>
                  <a:pt x="480" y="112"/>
                </a:lnTo>
                <a:lnTo>
                  <a:pt x="484" y="117"/>
                </a:lnTo>
                <a:lnTo>
                  <a:pt x="487" y="123"/>
                </a:lnTo>
                <a:lnTo>
                  <a:pt x="490" y="129"/>
                </a:lnTo>
                <a:lnTo>
                  <a:pt x="493" y="135"/>
                </a:lnTo>
                <a:lnTo>
                  <a:pt x="496" y="141"/>
                </a:lnTo>
                <a:lnTo>
                  <a:pt x="498" y="147"/>
                </a:lnTo>
                <a:lnTo>
                  <a:pt x="500" y="153"/>
                </a:lnTo>
                <a:lnTo>
                  <a:pt x="502" y="160"/>
                </a:lnTo>
                <a:lnTo>
                  <a:pt x="504" y="167"/>
                </a:lnTo>
                <a:lnTo>
                  <a:pt x="505" y="173"/>
                </a:lnTo>
                <a:lnTo>
                  <a:pt x="506" y="180"/>
                </a:lnTo>
                <a:lnTo>
                  <a:pt x="507" y="186"/>
                </a:lnTo>
                <a:lnTo>
                  <a:pt x="508" y="192"/>
                </a:lnTo>
                <a:lnTo>
                  <a:pt x="508" y="199"/>
                </a:lnTo>
                <a:lnTo>
                  <a:pt x="508" y="205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8" name=""/>
          <p:cNvSpPr/>
          <p:nvPr/>
        </p:nvSpPr>
        <p:spPr>
          <a:xfrm>
            <a:off x="2767320" y="1771200"/>
            <a:ext cx="184680" cy="148680"/>
          </a:xfrm>
          <a:custGeom>
            <a:avLst/>
            <a:gdLst/>
            <a:ahLst/>
            <a:rect l="0" t="0" r="r" b="b"/>
            <a:pathLst>
              <a:path w="513" h="413">
                <a:moveTo>
                  <a:pt x="511" y="206"/>
                </a:moveTo>
                <a:lnTo>
                  <a:pt x="511" y="200"/>
                </a:lnTo>
                <a:lnTo>
                  <a:pt x="511" y="193"/>
                </a:lnTo>
                <a:lnTo>
                  <a:pt x="510" y="187"/>
                </a:lnTo>
                <a:lnTo>
                  <a:pt x="509" y="181"/>
                </a:lnTo>
                <a:lnTo>
                  <a:pt x="508" y="174"/>
                </a:lnTo>
                <a:lnTo>
                  <a:pt x="507" y="168"/>
                </a:lnTo>
                <a:lnTo>
                  <a:pt x="505" y="162"/>
                </a:lnTo>
                <a:lnTo>
                  <a:pt x="503" y="155"/>
                </a:lnTo>
                <a:lnTo>
                  <a:pt x="501" y="149"/>
                </a:lnTo>
                <a:lnTo>
                  <a:pt x="499" y="143"/>
                </a:lnTo>
                <a:lnTo>
                  <a:pt x="496" y="137"/>
                </a:lnTo>
                <a:lnTo>
                  <a:pt x="493" y="131"/>
                </a:lnTo>
                <a:lnTo>
                  <a:pt x="490" y="125"/>
                </a:lnTo>
                <a:lnTo>
                  <a:pt x="487" y="119"/>
                </a:lnTo>
                <a:lnTo>
                  <a:pt x="483" y="114"/>
                </a:lnTo>
                <a:lnTo>
                  <a:pt x="480" y="108"/>
                </a:lnTo>
                <a:lnTo>
                  <a:pt x="476" y="102"/>
                </a:lnTo>
                <a:lnTo>
                  <a:pt x="472" y="97"/>
                </a:lnTo>
                <a:lnTo>
                  <a:pt x="467" y="92"/>
                </a:lnTo>
                <a:lnTo>
                  <a:pt x="463" y="86"/>
                </a:lnTo>
                <a:lnTo>
                  <a:pt x="458" y="81"/>
                </a:lnTo>
                <a:lnTo>
                  <a:pt x="453" y="76"/>
                </a:lnTo>
                <a:lnTo>
                  <a:pt x="448" y="71"/>
                </a:lnTo>
                <a:lnTo>
                  <a:pt x="442" y="67"/>
                </a:lnTo>
                <a:lnTo>
                  <a:pt x="437" y="62"/>
                </a:lnTo>
                <a:lnTo>
                  <a:pt x="431" y="58"/>
                </a:lnTo>
                <a:lnTo>
                  <a:pt x="425" y="53"/>
                </a:lnTo>
                <a:lnTo>
                  <a:pt x="419" y="49"/>
                </a:lnTo>
                <a:lnTo>
                  <a:pt x="413" y="45"/>
                </a:lnTo>
                <a:lnTo>
                  <a:pt x="407" y="41"/>
                </a:lnTo>
                <a:lnTo>
                  <a:pt x="400" y="38"/>
                </a:lnTo>
                <a:lnTo>
                  <a:pt x="393" y="34"/>
                </a:lnTo>
                <a:lnTo>
                  <a:pt x="387" y="31"/>
                </a:lnTo>
                <a:lnTo>
                  <a:pt x="380" y="28"/>
                </a:lnTo>
                <a:lnTo>
                  <a:pt x="373" y="25"/>
                </a:lnTo>
                <a:lnTo>
                  <a:pt x="365" y="22"/>
                </a:lnTo>
                <a:lnTo>
                  <a:pt x="358" y="19"/>
                </a:lnTo>
                <a:lnTo>
                  <a:pt x="351" y="17"/>
                </a:lnTo>
                <a:lnTo>
                  <a:pt x="343" y="14"/>
                </a:lnTo>
                <a:lnTo>
                  <a:pt x="336" y="12"/>
                </a:lnTo>
                <a:lnTo>
                  <a:pt x="328" y="10"/>
                </a:lnTo>
                <a:lnTo>
                  <a:pt x="320" y="9"/>
                </a:lnTo>
                <a:lnTo>
                  <a:pt x="313" y="7"/>
                </a:lnTo>
                <a:lnTo>
                  <a:pt x="305" y="6"/>
                </a:lnTo>
                <a:lnTo>
                  <a:pt x="297" y="5"/>
                </a:lnTo>
                <a:lnTo>
                  <a:pt x="289" y="4"/>
                </a:lnTo>
                <a:lnTo>
                  <a:pt x="281" y="3"/>
                </a:lnTo>
                <a:lnTo>
                  <a:pt x="273" y="3"/>
                </a:lnTo>
                <a:lnTo>
                  <a:pt x="265" y="2"/>
                </a:lnTo>
                <a:lnTo>
                  <a:pt x="257" y="2"/>
                </a:lnTo>
                <a:lnTo>
                  <a:pt x="248" y="2"/>
                </a:lnTo>
                <a:lnTo>
                  <a:pt x="240" y="3"/>
                </a:lnTo>
                <a:lnTo>
                  <a:pt x="232" y="3"/>
                </a:lnTo>
                <a:lnTo>
                  <a:pt x="225" y="4"/>
                </a:lnTo>
                <a:lnTo>
                  <a:pt x="217" y="5"/>
                </a:lnTo>
                <a:lnTo>
                  <a:pt x="209" y="6"/>
                </a:lnTo>
                <a:lnTo>
                  <a:pt x="201" y="7"/>
                </a:lnTo>
                <a:lnTo>
                  <a:pt x="193" y="9"/>
                </a:lnTo>
                <a:lnTo>
                  <a:pt x="186" y="10"/>
                </a:lnTo>
                <a:lnTo>
                  <a:pt x="178" y="12"/>
                </a:lnTo>
                <a:lnTo>
                  <a:pt x="170" y="14"/>
                </a:lnTo>
                <a:lnTo>
                  <a:pt x="163" y="17"/>
                </a:lnTo>
                <a:lnTo>
                  <a:pt x="156" y="19"/>
                </a:lnTo>
                <a:lnTo>
                  <a:pt x="148" y="22"/>
                </a:lnTo>
                <a:lnTo>
                  <a:pt x="141" y="25"/>
                </a:lnTo>
                <a:lnTo>
                  <a:pt x="134" y="28"/>
                </a:lnTo>
                <a:lnTo>
                  <a:pt x="127" y="31"/>
                </a:lnTo>
                <a:lnTo>
                  <a:pt x="120" y="34"/>
                </a:lnTo>
                <a:lnTo>
                  <a:pt x="114" y="38"/>
                </a:lnTo>
                <a:lnTo>
                  <a:pt x="107" y="41"/>
                </a:lnTo>
                <a:lnTo>
                  <a:pt x="101" y="45"/>
                </a:lnTo>
                <a:lnTo>
                  <a:pt x="95" y="49"/>
                </a:lnTo>
                <a:lnTo>
                  <a:pt x="89" y="53"/>
                </a:lnTo>
                <a:lnTo>
                  <a:pt x="83" y="58"/>
                </a:lnTo>
                <a:lnTo>
                  <a:pt x="77" y="62"/>
                </a:lnTo>
                <a:lnTo>
                  <a:pt x="71" y="67"/>
                </a:lnTo>
                <a:lnTo>
                  <a:pt x="66" y="71"/>
                </a:lnTo>
                <a:lnTo>
                  <a:pt x="61" y="76"/>
                </a:lnTo>
                <a:lnTo>
                  <a:pt x="56" y="81"/>
                </a:lnTo>
                <a:lnTo>
                  <a:pt x="51" y="86"/>
                </a:lnTo>
                <a:lnTo>
                  <a:pt x="46" y="92"/>
                </a:lnTo>
                <a:lnTo>
                  <a:pt x="42" y="97"/>
                </a:lnTo>
                <a:lnTo>
                  <a:pt x="38" y="102"/>
                </a:lnTo>
                <a:lnTo>
                  <a:pt x="34" y="108"/>
                </a:lnTo>
                <a:lnTo>
                  <a:pt x="30" y="114"/>
                </a:lnTo>
                <a:lnTo>
                  <a:pt x="27" y="119"/>
                </a:lnTo>
                <a:lnTo>
                  <a:pt x="23" y="125"/>
                </a:lnTo>
                <a:lnTo>
                  <a:pt x="20" y="131"/>
                </a:lnTo>
                <a:lnTo>
                  <a:pt x="18" y="137"/>
                </a:lnTo>
                <a:lnTo>
                  <a:pt x="15" y="143"/>
                </a:lnTo>
                <a:lnTo>
                  <a:pt x="13" y="149"/>
                </a:lnTo>
                <a:lnTo>
                  <a:pt x="11" y="155"/>
                </a:lnTo>
                <a:lnTo>
                  <a:pt x="9" y="162"/>
                </a:lnTo>
                <a:lnTo>
                  <a:pt x="7" y="168"/>
                </a:lnTo>
                <a:lnTo>
                  <a:pt x="6" y="174"/>
                </a:lnTo>
                <a:lnTo>
                  <a:pt x="5" y="181"/>
                </a:lnTo>
                <a:lnTo>
                  <a:pt x="4" y="187"/>
                </a:lnTo>
                <a:lnTo>
                  <a:pt x="3" y="193"/>
                </a:lnTo>
                <a:lnTo>
                  <a:pt x="3" y="200"/>
                </a:lnTo>
                <a:lnTo>
                  <a:pt x="3" y="206"/>
                </a:lnTo>
                <a:lnTo>
                  <a:pt x="3" y="212"/>
                </a:lnTo>
                <a:lnTo>
                  <a:pt x="3" y="220"/>
                </a:lnTo>
                <a:lnTo>
                  <a:pt x="4" y="226"/>
                </a:lnTo>
                <a:lnTo>
                  <a:pt x="5" y="233"/>
                </a:lnTo>
                <a:lnTo>
                  <a:pt x="6" y="239"/>
                </a:lnTo>
                <a:lnTo>
                  <a:pt x="7" y="245"/>
                </a:lnTo>
                <a:lnTo>
                  <a:pt x="9" y="252"/>
                </a:lnTo>
                <a:lnTo>
                  <a:pt x="11" y="258"/>
                </a:lnTo>
                <a:lnTo>
                  <a:pt x="13" y="264"/>
                </a:lnTo>
                <a:lnTo>
                  <a:pt x="15" y="270"/>
                </a:lnTo>
                <a:lnTo>
                  <a:pt x="18" y="276"/>
                </a:lnTo>
                <a:lnTo>
                  <a:pt x="20" y="282"/>
                </a:lnTo>
                <a:lnTo>
                  <a:pt x="23" y="288"/>
                </a:lnTo>
                <a:lnTo>
                  <a:pt x="27" y="294"/>
                </a:lnTo>
                <a:lnTo>
                  <a:pt x="30" y="300"/>
                </a:lnTo>
                <a:lnTo>
                  <a:pt x="34" y="305"/>
                </a:lnTo>
                <a:lnTo>
                  <a:pt x="38" y="311"/>
                </a:lnTo>
                <a:lnTo>
                  <a:pt x="42" y="316"/>
                </a:lnTo>
                <a:lnTo>
                  <a:pt x="46" y="322"/>
                </a:lnTo>
                <a:lnTo>
                  <a:pt x="51" y="327"/>
                </a:lnTo>
                <a:lnTo>
                  <a:pt x="56" y="332"/>
                </a:lnTo>
                <a:lnTo>
                  <a:pt x="61" y="337"/>
                </a:lnTo>
                <a:lnTo>
                  <a:pt x="66" y="342"/>
                </a:lnTo>
                <a:lnTo>
                  <a:pt x="71" y="347"/>
                </a:lnTo>
                <a:lnTo>
                  <a:pt x="77" y="351"/>
                </a:lnTo>
                <a:lnTo>
                  <a:pt x="83" y="356"/>
                </a:lnTo>
                <a:lnTo>
                  <a:pt x="89" y="360"/>
                </a:lnTo>
                <a:lnTo>
                  <a:pt x="95" y="364"/>
                </a:lnTo>
                <a:lnTo>
                  <a:pt x="101" y="368"/>
                </a:lnTo>
                <a:lnTo>
                  <a:pt x="107" y="372"/>
                </a:lnTo>
                <a:lnTo>
                  <a:pt x="114" y="376"/>
                </a:lnTo>
                <a:lnTo>
                  <a:pt x="120" y="379"/>
                </a:lnTo>
                <a:lnTo>
                  <a:pt x="127" y="382"/>
                </a:lnTo>
                <a:lnTo>
                  <a:pt x="134" y="386"/>
                </a:lnTo>
                <a:lnTo>
                  <a:pt x="141" y="389"/>
                </a:lnTo>
                <a:lnTo>
                  <a:pt x="148" y="391"/>
                </a:lnTo>
                <a:lnTo>
                  <a:pt x="156" y="394"/>
                </a:lnTo>
                <a:lnTo>
                  <a:pt x="163" y="396"/>
                </a:lnTo>
                <a:lnTo>
                  <a:pt x="170" y="399"/>
                </a:lnTo>
                <a:lnTo>
                  <a:pt x="178" y="401"/>
                </a:lnTo>
                <a:lnTo>
                  <a:pt x="186" y="403"/>
                </a:lnTo>
                <a:lnTo>
                  <a:pt x="193" y="404"/>
                </a:lnTo>
                <a:lnTo>
                  <a:pt x="201" y="406"/>
                </a:lnTo>
                <a:lnTo>
                  <a:pt x="209" y="407"/>
                </a:lnTo>
                <a:lnTo>
                  <a:pt x="217" y="408"/>
                </a:lnTo>
                <a:lnTo>
                  <a:pt x="225" y="409"/>
                </a:lnTo>
                <a:lnTo>
                  <a:pt x="232" y="410"/>
                </a:lnTo>
                <a:lnTo>
                  <a:pt x="240" y="410"/>
                </a:lnTo>
                <a:lnTo>
                  <a:pt x="248" y="411"/>
                </a:lnTo>
                <a:lnTo>
                  <a:pt x="257" y="411"/>
                </a:lnTo>
                <a:lnTo>
                  <a:pt x="265" y="411"/>
                </a:lnTo>
                <a:lnTo>
                  <a:pt x="273" y="410"/>
                </a:lnTo>
                <a:lnTo>
                  <a:pt x="281" y="410"/>
                </a:lnTo>
                <a:lnTo>
                  <a:pt x="289" y="409"/>
                </a:lnTo>
                <a:lnTo>
                  <a:pt x="297" y="408"/>
                </a:lnTo>
                <a:lnTo>
                  <a:pt x="305" y="407"/>
                </a:lnTo>
                <a:lnTo>
                  <a:pt x="313" y="406"/>
                </a:lnTo>
                <a:lnTo>
                  <a:pt x="320" y="404"/>
                </a:lnTo>
                <a:lnTo>
                  <a:pt x="328" y="403"/>
                </a:lnTo>
                <a:lnTo>
                  <a:pt x="336" y="401"/>
                </a:lnTo>
                <a:lnTo>
                  <a:pt x="343" y="399"/>
                </a:lnTo>
                <a:lnTo>
                  <a:pt x="351" y="396"/>
                </a:lnTo>
                <a:lnTo>
                  <a:pt x="358" y="394"/>
                </a:lnTo>
                <a:lnTo>
                  <a:pt x="365" y="391"/>
                </a:lnTo>
                <a:lnTo>
                  <a:pt x="373" y="389"/>
                </a:lnTo>
                <a:lnTo>
                  <a:pt x="380" y="386"/>
                </a:lnTo>
                <a:lnTo>
                  <a:pt x="387" y="382"/>
                </a:lnTo>
                <a:lnTo>
                  <a:pt x="393" y="379"/>
                </a:lnTo>
                <a:lnTo>
                  <a:pt x="400" y="376"/>
                </a:lnTo>
                <a:lnTo>
                  <a:pt x="407" y="372"/>
                </a:lnTo>
                <a:lnTo>
                  <a:pt x="413" y="368"/>
                </a:lnTo>
                <a:lnTo>
                  <a:pt x="419" y="364"/>
                </a:lnTo>
                <a:lnTo>
                  <a:pt x="425" y="360"/>
                </a:lnTo>
                <a:lnTo>
                  <a:pt x="431" y="356"/>
                </a:lnTo>
                <a:lnTo>
                  <a:pt x="437" y="351"/>
                </a:lnTo>
                <a:lnTo>
                  <a:pt x="442" y="347"/>
                </a:lnTo>
                <a:lnTo>
                  <a:pt x="448" y="342"/>
                </a:lnTo>
                <a:lnTo>
                  <a:pt x="453" y="337"/>
                </a:lnTo>
                <a:lnTo>
                  <a:pt x="458" y="332"/>
                </a:lnTo>
                <a:lnTo>
                  <a:pt x="463" y="327"/>
                </a:lnTo>
                <a:lnTo>
                  <a:pt x="467" y="322"/>
                </a:lnTo>
                <a:lnTo>
                  <a:pt x="472" y="316"/>
                </a:lnTo>
                <a:lnTo>
                  <a:pt x="476" y="311"/>
                </a:lnTo>
                <a:lnTo>
                  <a:pt x="480" y="305"/>
                </a:lnTo>
                <a:lnTo>
                  <a:pt x="483" y="300"/>
                </a:lnTo>
                <a:lnTo>
                  <a:pt x="487" y="294"/>
                </a:lnTo>
                <a:lnTo>
                  <a:pt x="490" y="288"/>
                </a:lnTo>
                <a:lnTo>
                  <a:pt x="493" y="282"/>
                </a:lnTo>
                <a:lnTo>
                  <a:pt x="496" y="276"/>
                </a:lnTo>
                <a:lnTo>
                  <a:pt x="499" y="270"/>
                </a:lnTo>
                <a:lnTo>
                  <a:pt x="501" y="264"/>
                </a:lnTo>
                <a:lnTo>
                  <a:pt x="503" y="258"/>
                </a:lnTo>
                <a:lnTo>
                  <a:pt x="505" y="252"/>
                </a:lnTo>
                <a:lnTo>
                  <a:pt x="507" y="245"/>
                </a:lnTo>
                <a:lnTo>
                  <a:pt x="508" y="239"/>
                </a:lnTo>
                <a:lnTo>
                  <a:pt x="509" y="233"/>
                </a:lnTo>
                <a:lnTo>
                  <a:pt x="510" y="226"/>
                </a:lnTo>
                <a:lnTo>
                  <a:pt x="511" y="220"/>
                </a:lnTo>
                <a:lnTo>
                  <a:pt x="511" y="212"/>
                </a:lnTo>
                <a:lnTo>
                  <a:pt x="511" y="206"/>
                </a:lnTo>
                <a:moveTo>
                  <a:pt x="513" y="206"/>
                </a:moveTo>
                <a:lnTo>
                  <a:pt x="513" y="213"/>
                </a:lnTo>
                <a:lnTo>
                  <a:pt x="513" y="220"/>
                </a:lnTo>
                <a:lnTo>
                  <a:pt x="512" y="226"/>
                </a:lnTo>
                <a:lnTo>
                  <a:pt x="511" y="233"/>
                </a:lnTo>
                <a:lnTo>
                  <a:pt x="510" y="239"/>
                </a:lnTo>
                <a:lnTo>
                  <a:pt x="509" y="246"/>
                </a:lnTo>
                <a:lnTo>
                  <a:pt x="507" y="252"/>
                </a:lnTo>
                <a:lnTo>
                  <a:pt x="505" y="258"/>
                </a:lnTo>
                <a:lnTo>
                  <a:pt x="503" y="264"/>
                </a:lnTo>
                <a:lnTo>
                  <a:pt x="501" y="271"/>
                </a:lnTo>
                <a:lnTo>
                  <a:pt x="498" y="277"/>
                </a:lnTo>
                <a:lnTo>
                  <a:pt x="495" y="283"/>
                </a:lnTo>
                <a:lnTo>
                  <a:pt x="492" y="289"/>
                </a:lnTo>
                <a:lnTo>
                  <a:pt x="489" y="295"/>
                </a:lnTo>
                <a:lnTo>
                  <a:pt x="486" y="300"/>
                </a:lnTo>
                <a:lnTo>
                  <a:pt x="482" y="306"/>
                </a:lnTo>
                <a:lnTo>
                  <a:pt x="478" y="312"/>
                </a:lnTo>
                <a:lnTo>
                  <a:pt x="474" y="317"/>
                </a:lnTo>
                <a:lnTo>
                  <a:pt x="469" y="323"/>
                </a:lnTo>
                <a:lnTo>
                  <a:pt x="465" y="328"/>
                </a:lnTo>
                <a:lnTo>
                  <a:pt x="460" y="333"/>
                </a:lnTo>
                <a:lnTo>
                  <a:pt x="455" y="338"/>
                </a:lnTo>
                <a:lnTo>
                  <a:pt x="449" y="343"/>
                </a:lnTo>
                <a:lnTo>
                  <a:pt x="444" y="348"/>
                </a:lnTo>
                <a:lnTo>
                  <a:pt x="438" y="352"/>
                </a:lnTo>
                <a:lnTo>
                  <a:pt x="433" y="357"/>
                </a:lnTo>
                <a:lnTo>
                  <a:pt x="427" y="361"/>
                </a:lnTo>
                <a:lnTo>
                  <a:pt x="421" y="365"/>
                </a:lnTo>
                <a:lnTo>
                  <a:pt x="414" y="370"/>
                </a:lnTo>
                <a:lnTo>
                  <a:pt x="408" y="373"/>
                </a:lnTo>
                <a:lnTo>
                  <a:pt x="401" y="377"/>
                </a:lnTo>
                <a:lnTo>
                  <a:pt x="395" y="381"/>
                </a:lnTo>
                <a:lnTo>
                  <a:pt x="388" y="384"/>
                </a:lnTo>
                <a:lnTo>
                  <a:pt x="381" y="387"/>
                </a:lnTo>
                <a:lnTo>
                  <a:pt x="374" y="390"/>
                </a:lnTo>
                <a:lnTo>
                  <a:pt x="366" y="393"/>
                </a:lnTo>
                <a:lnTo>
                  <a:pt x="359" y="396"/>
                </a:lnTo>
                <a:lnTo>
                  <a:pt x="352" y="398"/>
                </a:lnTo>
                <a:lnTo>
                  <a:pt x="344" y="400"/>
                </a:lnTo>
                <a:lnTo>
                  <a:pt x="336" y="403"/>
                </a:lnTo>
                <a:lnTo>
                  <a:pt x="329" y="404"/>
                </a:lnTo>
                <a:lnTo>
                  <a:pt x="321" y="406"/>
                </a:lnTo>
                <a:lnTo>
                  <a:pt x="313" y="408"/>
                </a:lnTo>
                <a:lnTo>
                  <a:pt x="305" y="409"/>
                </a:lnTo>
                <a:lnTo>
                  <a:pt x="297" y="410"/>
                </a:lnTo>
                <a:lnTo>
                  <a:pt x="289" y="411"/>
                </a:lnTo>
                <a:lnTo>
                  <a:pt x="281" y="412"/>
                </a:lnTo>
                <a:lnTo>
                  <a:pt x="273" y="412"/>
                </a:lnTo>
                <a:lnTo>
                  <a:pt x="265" y="413"/>
                </a:lnTo>
                <a:lnTo>
                  <a:pt x="257" y="413"/>
                </a:lnTo>
                <a:lnTo>
                  <a:pt x="248" y="413"/>
                </a:lnTo>
                <a:lnTo>
                  <a:pt x="240" y="412"/>
                </a:lnTo>
                <a:lnTo>
                  <a:pt x="232" y="412"/>
                </a:lnTo>
                <a:lnTo>
                  <a:pt x="224" y="411"/>
                </a:lnTo>
                <a:lnTo>
                  <a:pt x="216" y="410"/>
                </a:lnTo>
                <a:lnTo>
                  <a:pt x="208" y="409"/>
                </a:lnTo>
                <a:lnTo>
                  <a:pt x="200" y="408"/>
                </a:lnTo>
                <a:lnTo>
                  <a:pt x="193" y="406"/>
                </a:lnTo>
                <a:lnTo>
                  <a:pt x="185" y="404"/>
                </a:lnTo>
                <a:lnTo>
                  <a:pt x="177" y="403"/>
                </a:lnTo>
                <a:lnTo>
                  <a:pt x="170" y="400"/>
                </a:lnTo>
                <a:lnTo>
                  <a:pt x="162" y="398"/>
                </a:lnTo>
                <a:lnTo>
                  <a:pt x="155" y="396"/>
                </a:lnTo>
                <a:lnTo>
                  <a:pt x="147" y="393"/>
                </a:lnTo>
                <a:lnTo>
                  <a:pt x="140" y="390"/>
                </a:lnTo>
                <a:lnTo>
                  <a:pt x="133" y="387"/>
                </a:lnTo>
                <a:lnTo>
                  <a:pt x="126" y="384"/>
                </a:lnTo>
                <a:lnTo>
                  <a:pt x="119" y="381"/>
                </a:lnTo>
                <a:lnTo>
                  <a:pt x="112" y="377"/>
                </a:lnTo>
                <a:lnTo>
                  <a:pt x="106" y="373"/>
                </a:lnTo>
                <a:lnTo>
                  <a:pt x="99" y="370"/>
                </a:lnTo>
                <a:lnTo>
                  <a:pt x="93" y="365"/>
                </a:lnTo>
                <a:lnTo>
                  <a:pt x="87" y="361"/>
                </a:lnTo>
                <a:lnTo>
                  <a:pt x="81" y="357"/>
                </a:lnTo>
                <a:lnTo>
                  <a:pt x="75" y="352"/>
                </a:lnTo>
                <a:lnTo>
                  <a:pt x="70" y="348"/>
                </a:lnTo>
                <a:lnTo>
                  <a:pt x="64" y="343"/>
                </a:lnTo>
                <a:lnTo>
                  <a:pt x="59" y="338"/>
                </a:lnTo>
                <a:lnTo>
                  <a:pt x="54" y="333"/>
                </a:lnTo>
                <a:lnTo>
                  <a:pt x="49" y="328"/>
                </a:lnTo>
                <a:lnTo>
                  <a:pt x="45" y="323"/>
                </a:lnTo>
                <a:lnTo>
                  <a:pt x="40" y="317"/>
                </a:lnTo>
                <a:lnTo>
                  <a:pt x="36" y="312"/>
                </a:lnTo>
                <a:lnTo>
                  <a:pt x="32" y="306"/>
                </a:lnTo>
                <a:lnTo>
                  <a:pt x="28" y="300"/>
                </a:lnTo>
                <a:lnTo>
                  <a:pt x="25" y="295"/>
                </a:lnTo>
                <a:lnTo>
                  <a:pt x="21" y="289"/>
                </a:lnTo>
                <a:lnTo>
                  <a:pt x="18" y="283"/>
                </a:lnTo>
                <a:lnTo>
                  <a:pt x="15" y="277"/>
                </a:lnTo>
                <a:lnTo>
                  <a:pt x="13" y="271"/>
                </a:lnTo>
                <a:lnTo>
                  <a:pt x="10" y="264"/>
                </a:lnTo>
                <a:lnTo>
                  <a:pt x="8" y="258"/>
                </a:lnTo>
                <a:lnTo>
                  <a:pt x="6" y="252"/>
                </a:lnTo>
                <a:lnTo>
                  <a:pt x="5" y="246"/>
                </a:lnTo>
                <a:lnTo>
                  <a:pt x="3" y="239"/>
                </a:lnTo>
                <a:lnTo>
                  <a:pt x="2" y="233"/>
                </a:lnTo>
                <a:lnTo>
                  <a:pt x="1" y="226"/>
                </a:lnTo>
                <a:lnTo>
                  <a:pt x="1" y="220"/>
                </a:lnTo>
                <a:lnTo>
                  <a:pt x="0" y="213"/>
                </a:lnTo>
                <a:lnTo>
                  <a:pt x="0" y="206"/>
                </a:lnTo>
                <a:lnTo>
                  <a:pt x="0" y="200"/>
                </a:lnTo>
                <a:lnTo>
                  <a:pt x="1" y="193"/>
                </a:lnTo>
                <a:lnTo>
                  <a:pt x="1" y="187"/>
                </a:lnTo>
                <a:lnTo>
                  <a:pt x="2" y="180"/>
                </a:lnTo>
                <a:lnTo>
                  <a:pt x="3" y="174"/>
                </a:lnTo>
                <a:lnTo>
                  <a:pt x="5" y="168"/>
                </a:lnTo>
                <a:lnTo>
                  <a:pt x="6" y="161"/>
                </a:lnTo>
                <a:lnTo>
                  <a:pt x="8" y="155"/>
                </a:lnTo>
                <a:lnTo>
                  <a:pt x="10" y="149"/>
                </a:lnTo>
                <a:lnTo>
                  <a:pt x="13" y="143"/>
                </a:lnTo>
                <a:lnTo>
                  <a:pt x="15" y="136"/>
                </a:lnTo>
                <a:lnTo>
                  <a:pt x="18" y="130"/>
                </a:lnTo>
                <a:lnTo>
                  <a:pt x="21" y="124"/>
                </a:lnTo>
                <a:lnTo>
                  <a:pt x="25" y="119"/>
                </a:lnTo>
                <a:lnTo>
                  <a:pt x="28" y="113"/>
                </a:lnTo>
                <a:lnTo>
                  <a:pt x="32" y="107"/>
                </a:lnTo>
                <a:lnTo>
                  <a:pt x="36" y="101"/>
                </a:lnTo>
                <a:lnTo>
                  <a:pt x="40" y="96"/>
                </a:lnTo>
                <a:lnTo>
                  <a:pt x="45" y="91"/>
                </a:lnTo>
                <a:lnTo>
                  <a:pt x="49" y="85"/>
                </a:lnTo>
                <a:lnTo>
                  <a:pt x="54" y="80"/>
                </a:lnTo>
                <a:lnTo>
                  <a:pt x="59" y="75"/>
                </a:lnTo>
                <a:lnTo>
                  <a:pt x="64" y="70"/>
                </a:lnTo>
                <a:lnTo>
                  <a:pt x="70" y="65"/>
                </a:lnTo>
                <a:lnTo>
                  <a:pt x="75" y="61"/>
                </a:lnTo>
                <a:lnTo>
                  <a:pt x="81" y="56"/>
                </a:lnTo>
                <a:lnTo>
                  <a:pt x="87" y="52"/>
                </a:lnTo>
                <a:lnTo>
                  <a:pt x="93" y="48"/>
                </a:lnTo>
                <a:lnTo>
                  <a:pt x="99" y="44"/>
                </a:lnTo>
                <a:lnTo>
                  <a:pt x="106" y="40"/>
                </a:lnTo>
                <a:lnTo>
                  <a:pt x="112" y="36"/>
                </a:lnTo>
                <a:lnTo>
                  <a:pt x="119" y="32"/>
                </a:lnTo>
                <a:lnTo>
                  <a:pt x="126" y="29"/>
                </a:lnTo>
                <a:lnTo>
                  <a:pt x="133" y="26"/>
                </a:lnTo>
                <a:lnTo>
                  <a:pt x="140" y="23"/>
                </a:lnTo>
                <a:lnTo>
                  <a:pt x="147" y="20"/>
                </a:lnTo>
                <a:lnTo>
                  <a:pt x="155" y="17"/>
                </a:lnTo>
                <a:lnTo>
                  <a:pt x="162" y="15"/>
                </a:lnTo>
                <a:lnTo>
                  <a:pt x="170" y="13"/>
                </a:lnTo>
                <a:lnTo>
                  <a:pt x="177" y="11"/>
                </a:lnTo>
                <a:lnTo>
                  <a:pt x="185" y="9"/>
                </a:lnTo>
                <a:lnTo>
                  <a:pt x="193" y="7"/>
                </a:lnTo>
                <a:lnTo>
                  <a:pt x="200" y="5"/>
                </a:lnTo>
                <a:lnTo>
                  <a:pt x="208" y="4"/>
                </a:lnTo>
                <a:lnTo>
                  <a:pt x="216" y="3"/>
                </a:lnTo>
                <a:lnTo>
                  <a:pt x="224" y="2"/>
                </a:lnTo>
                <a:lnTo>
                  <a:pt x="232" y="1"/>
                </a:lnTo>
                <a:lnTo>
                  <a:pt x="240" y="1"/>
                </a:lnTo>
                <a:lnTo>
                  <a:pt x="248" y="1"/>
                </a:lnTo>
                <a:lnTo>
                  <a:pt x="257" y="0"/>
                </a:lnTo>
                <a:lnTo>
                  <a:pt x="265" y="1"/>
                </a:lnTo>
                <a:lnTo>
                  <a:pt x="273" y="1"/>
                </a:lnTo>
                <a:lnTo>
                  <a:pt x="281" y="1"/>
                </a:lnTo>
                <a:lnTo>
                  <a:pt x="289" y="2"/>
                </a:lnTo>
                <a:lnTo>
                  <a:pt x="297" y="3"/>
                </a:lnTo>
                <a:lnTo>
                  <a:pt x="305" y="4"/>
                </a:lnTo>
                <a:lnTo>
                  <a:pt x="313" y="5"/>
                </a:lnTo>
                <a:lnTo>
                  <a:pt x="321" y="7"/>
                </a:lnTo>
                <a:lnTo>
                  <a:pt x="329" y="9"/>
                </a:lnTo>
                <a:lnTo>
                  <a:pt x="336" y="11"/>
                </a:lnTo>
                <a:lnTo>
                  <a:pt x="344" y="13"/>
                </a:lnTo>
                <a:lnTo>
                  <a:pt x="352" y="15"/>
                </a:lnTo>
                <a:lnTo>
                  <a:pt x="359" y="17"/>
                </a:lnTo>
                <a:lnTo>
                  <a:pt x="366" y="20"/>
                </a:lnTo>
                <a:lnTo>
                  <a:pt x="374" y="23"/>
                </a:lnTo>
                <a:lnTo>
                  <a:pt x="381" y="26"/>
                </a:lnTo>
                <a:lnTo>
                  <a:pt x="388" y="29"/>
                </a:lnTo>
                <a:lnTo>
                  <a:pt x="395" y="32"/>
                </a:lnTo>
                <a:lnTo>
                  <a:pt x="401" y="36"/>
                </a:lnTo>
                <a:lnTo>
                  <a:pt x="408" y="40"/>
                </a:lnTo>
                <a:lnTo>
                  <a:pt x="414" y="44"/>
                </a:lnTo>
                <a:lnTo>
                  <a:pt x="421" y="48"/>
                </a:lnTo>
                <a:lnTo>
                  <a:pt x="427" y="52"/>
                </a:lnTo>
                <a:lnTo>
                  <a:pt x="433" y="56"/>
                </a:lnTo>
                <a:lnTo>
                  <a:pt x="438" y="61"/>
                </a:lnTo>
                <a:lnTo>
                  <a:pt x="444" y="65"/>
                </a:lnTo>
                <a:lnTo>
                  <a:pt x="449" y="70"/>
                </a:lnTo>
                <a:lnTo>
                  <a:pt x="455" y="75"/>
                </a:lnTo>
                <a:lnTo>
                  <a:pt x="460" y="80"/>
                </a:lnTo>
                <a:lnTo>
                  <a:pt x="465" y="85"/>
                </a:lnTo>
                <a:lnTo>
                  <a:pt x="469" y="91"/>
                </a:lnTo>
                <a:lnTo>
                  <a:pt x="474" y="96"/>
                </a:lnTo>
                <a:lnTo>
                  <a:pt x="478" y="101"/>
                </a:lnTo>
                <a:lnTo>
                  <a:pt x="482" y="107"/>
                </a:lnTo>
                <a:lnTo>
                  <a:pt x="486" y="113"/>
                </a:lnTo>
                <a:lnTo>
                  <a:pt x="489" y="119"/>
                </a:lnTo>
                <a:lnTo>
                  <a:pt x="492" y="124"/>
                </a:lnTo>
                <a:lnTo>
                  <a:pt x="495" y="130"/>
                </a:lnTo>
                <a:lnTo>
                  <a:pt x="498" y="136"/>
                </a:lnTo>
                <a:lnTo>
                  <a:pt x="501" y="143"/>
                </a:lnTo>
                <a:lnTo>
                  <a:pt x="503" y="149"/>
                </a:lnTo>
                <a:lnTo>
                  <a:pt x="505" y="155"/>
                </a:lnTo>
                <a:lnTo>
                  <a:pt x="507" y="161"/>
                </a:lnTo>
                <a:lnTo>
                  <a:pt x="509" y="168"/>
                </a:lnTo>
                <a:lnTo>
                  <a:pt x="510" y="174"/>
                </a:lnTo>
                <a:lnTo>
                  <a:pt x="511" y="180"/>
                </a:lnTo>
                <a:lnTo>
                  <a:pt x="512" y="187"/>
                </a:lnTo>
                <a:lnTo>
                  <a:pt x="513" y="193"/>
                </a:lnTo>
                <a:lnTo>
                  <a:pt x="513" y="200"/>
                </a:lnTo>
                <a:lnTo>
                  <a:pt x="513" y="206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9" name=""/>
          <p:cNvSpPr/>
          <p:nvPr/>
        </p:nvSpPr>
        <p:spPr>
          <a:xfrm>
            <a:off x="2764080" y="1768680"/>
            <a:ext cx="191520" cy="153720"/>
          </a:xfrm>
          <a:custGeom>
            <a:avLst/>
            <a:gdLst/>
            <a:ahLst/>
            <a:rect l="0" t="0" r="r" b="b"/>
            <a:pathLst>
              <a:path w="532" h="427">
                <a:moveTo>
                  <a:pt x="522" y="213"/>
                </a:moveTo>
                <a:lnTo>
                  <a:pt x="522" y="207"/>
                </a:lnTo>
                <a:lnTo>
                  <a:pt x="522" y="200"/>
                </a:lnTo>
                <a:lnTo>
                  <a:pt x="521" y="194"/>
                </a:lnTo>
                <a:lnTo>
                  <a:pt x="520" y="187"/>
                </a:lnTo>
                <a:lnTo>
                  <a:pt x="519" y="181"/>
                </a:lnTo>
                <a:lnTo>
                  <a:pt x="518" y="175"/>
                </a:lnTo>
                <a:lnTo>
                  <a:pt x="516" y="168"/>
                </a:lnTo>
                <a:lnTo>
                  <a:pt x="514" y="162"/>
                </a:lnTo>
                <a:lnTo>
                  <a:pt x="512" y="156"/>
                </a:lnTo>
                <a:lnTo>
                  <a:pt x="510" y="150"/>
                </a:lnTo>
                <a:lnTo>
                  <a:pt x="507" y="143"/>
                </a:lnTo>
                <a:lnTo>
                  <a:pt x="504" y="137"/>
                </a:lnTo>
                <a:lnTo>
                  <a:pt x="501" y="131"/>
                </a:lnTo>
                <a:lnTo>
                  <a:pt x="498" y="126"/>
                </a:lnTo>
                <a:lnTo>
                  <a:pt x="495" y="120"/>
                </a:lnTo>
                <a:lnTo>
                  <a:pt x="491" y="114"/>
                </a:lnTo>
                <a:lnTo>
                  <a:pt x="487" y="108"/>
                </a:lnTo>
                <a:lnTo>
                  <a:pt x="483" y="103"/>
                </a:lnTo>
                <a:lnTo>
                  <a:pt x="478" y="98"/>
                </a:lnTo>
                <a:lnTo>
                  <a:pt x="474" y="92"/>
                </a:lnTo>
                <a:lnTo>
                  <a:pt x="469" y="87"/>
                </a:lnTo>
                <a:lnTo>
                  <a:pt x="464" y="82"/>
                </a:lnTo>
                <a:lnTo>
                  <a:pt x="458" y="77"/>
                </a:lnTo>
                <a:lnTo>
                  <a:pt x="453" y="72"/>
                </a:lnTo>
                <a:lnTo>
                  <a:pt x="447" y="68"/>
                </a:lnTo>
                <a:lnTo>
                  <a:pt x="442" y="63"/>
                </a:lnTo>
                <a:lnTo>
                  <a:pt x="436" y="59"/>
                </a:lnTo>
                <a:lnTo>
                  <a:pt x="430" y="55"/>
                </a:lnTo>
                <a:lnTo>
                  <a:pt x="423" y="51"/>
                </a:lnTo>
                <a:lnTo>
                  <a:pt x="417" y="47"/>
                </a:lnTo>
                <a:lnTo>
                  <a:pt x="410" y="43"/>
                </a:lnTo>
                <a:lnTo>
                  <a:pt x="404" y="39"/>
                </a:lnTo>
                <a:lnTo>
                  <a:pt x="397" y="36"/>
                </a:lnTo>
                <a:lnTo>
                  <a:pt x="390" y="33"/>
                </a:lnTo>
                <a:lnTo>
                  <a:pt x="383" y="30"/>
                </a:lnTo>
                <a:lnTo>
                  <a:pt x="375" y="27"/>
                </a:lnTo>
                <a:lnTo>
                  <a:pt x="368" y="24"/>
                </a:lnTo>
                <a:lnTo>
                  <a:pt x="361" y="22"/>
                </a:lnTo>
                <a:lnTo>
                  <a:pt x="353" y="20"/>
                </a:lnTo>
                <a:lnTo>
                  <a:pt x="345" y="18"/>
                </a:lnTo>
                <a:lnTo>
                  <a:pt x="338" y="16"/>
                </a:lnTo>
                <a:lnTo>
                  <a:pt x="330" y="14"/>
                </a:lnTo>
                <a:lnTo>
                  <a:pt x="322" y="12"/>
                </a:lnTo>
                <a:lnTo>
                  <a:pt x="314" y="11"/>
                </a:lnTo>
                <a:lnTo>
                  <a:pt x="306" y="10"/>
                </a:lnTo>
                <a:lnTo>
                  <a:pt x="298" y="9"/>
                </a:lnTo>
                <a:lnTo>
                  <a:pt x="290" y="8"/>
                </a:lnTo>
                <a:lnTo>
                  <a:pt x="282" y="8"/>
                </a:lnTo>
                <a:lnTo>
                  <a:pt x="274" y="8"/>
                </a:lnTo>
                <a:lnTo>
                  <a:pt x="266" y="7"/>
                </a:lnTo>
                <a:lnTo>
                  <a:pt x="258" y="8"/>
                </a:lnTo>
                <a:lnTo>
                  <a:pt x="250" y="8"/>
                </a:lnTo>
                <a:lnTo>
                  <a:pt x="242" y="8"/>
                </a:lnTo>
                <a:lnTo>
                  <a:pt x="234" y="9"/>
                </a:lnTo>
                <a:lnTo>
                  <a:pt x="226" y="10"/>
                </a:lnTo>
                <a:lnTo>
                  <a:pt x="218" y="11"/>
                </a:lnTo>
                <a:lnTo>
                  <a:pt x="210" y="12"/>
                </a:lnTo>
                <a:lnTo>
                  <a:pt x="203" y="14"/>
                </a:lnTo>
                <a:lnTo>
                  <a:pt x="195" y="16"/>
                </a:lnTo>
                <a:lnTo>
                  <a:pt x="187" y="18"/>
                </a:lnTo>
                <a:lnTo>
                  <a:pt x="180" y="20"/>
                </a:lnTo>
                <a:lnTo>
                  <a:pt x="172" y="22"/>
                </a:lnTo>
                <a:lnTo>
                  <a:pt x="165" y="24"/>
                </a:lnTo>
                <a:lnTo>
                  <a:pt x="157" y="27"/>
                </a:lnTo>
                <a:lnTo>
                  <a:pt x="150" y="30"/>
                </a:lnTo>
                <a:lnTo>
                  <a:pt x="143" y="33"/>
                </a:lnTo>
                <a:lnTo>
                  <a:pt x="136" y="36"/>
                </a:lnTo>
                <a:lnTo>
                  <a:pt x="129" y="39"/>
                </a:lnTo>
                <a:lnTo>
                  <a:pt x="122" y="43"/>
                </a:lnTo>
                <a:lnTo>
                  <a:pt x="116" y="47"/>
                </a:lnTo>
                <a:lnTo>
                  <a:pt x="109" y="51"/>
                </a:lnTo>
                <a:lnTo>
                  <a:pt x="103" y="55"/>
                </a:lnTo>
                <a:lnTo>
                  <a:pt x="97" y="59"/>
                </a:lnTo>
                <a:lnTo>
                  <a:pt x="91" y="63"/>
                </a:lnTo>
                <a:lnTo>
                  <a:pt x="85" y="68"/>
                </a:lnTo>
                <a:lnTo>
                  <a:pt x="80" y="72"/>
                </a:lnTo>
                <a:lnTo>
                  <a:pt x="74" y="77"/>
                </a:lnTo>
                <a:lnTo>
                  <a:pt x="69" y="82"/>
                </a:lnTo>
                <a:lnTo>
                  <a:pt x="64" y="87"/>
                </a:lnTo>
                <a:lnTo>
                  <a:pt x="59" y="92"/>
                </a:lnTo>
                <a:lnTo>
                  <a:pt x="55" y="98"/>
                </a:lnTo>
                <a:lnTo>
                  <a:pt x="50" y="103"/>
                </a:lnTo>
                <a:lnTo>
                  <a:pt x="46" y="108"/>
                </a:lnTo>
                <a:lnTo>
                  <a:pt x="42" y="114"/>
                </a:lnTo>
                <a:lnTo>
                  <a:pt x="38" y="120"/>
                </a:lnTo>
                <a:lnTo>
                  <a:pt x="35" y="126"/>
                </a:lnTo>
                <a:lnTo>
                  <a:pt x="31" y="131"/>
                </a:lnTo>
                <a:lnTo>
                  <a:pt x="28" y="137"/>
                </a:lnTo>
                <a:lnTo>
                  <a:pt x="25" y="143"/>
                </a:lnTo>
                <a:lnTo>
                  <a:pt x="23" y="150"/>
                </a:lnTo>
                <a:lnTo>
                  <a:pt x="20" y="156"/>
                </a:lnTo>
                <a:lnTo>
                  <a:pt x="18" y="162"/>
                </a:lnTo>
                <a:lnTo>
                  <a:pt x="16" y="168"/>
                </a:lnTo>
                <a:lnTo>
                  <a:pt x="15" y="175"/>
                </a:lnTo>
                <a:lnTo>
                  <a:pt x="13" y="181"/>
                </a:lnTo>
                <a:lnTo>
                  <a:pt x="12" y="187"/>
                </a:lnTo>
                <a:lnTo>
                  <a:pt x="11" y="194"/>
                </a:lnTo>
                <a:lnTo>
                  <a:pt x="11" y="200"/>
                </a:lnTo>
                <a:lnTo>
                  <a:pt x="10" y="207"/>
                </a:lnTo>
                <a:lnTo>
                  <a:pt x="10" y="213"/>
                </a:lnTo>
                <a:lnTo>
                  <a:pt x="10" y="220"/>
                </a:lnTo>
                <a:lnTo>
                  <a:pt x="11" y="226"/>
                </a:lnTo>
                <a:lnTo>
                  <a:pt x="11" y="232"/>
                </a:lnTo>
                <a:lnTo>
                  <a:pt x="12" y="239"/>
                </a:lnTo>
                <a:lnTo>
                  <a:pt x="13" y="245"/>
                </a:lnTo>
                <a:lnTo>
                  <a:pt x="15" y="252"/>
                </a:lnTo>
                <a:lnTo>
                  <a:pt x="16" y="258"/>
                </a:lnTo>
                <a:lnTo>
                  <a:pt x="18" y="264"/>
                </a:lnTo>
                <a:lnTo>
                  <a:pt x="20" y="270"/>
                </a:lnTo>
                <a:lnTo>
                  <a:pt x="23" y="277"/>
                </a:lnTo>
                <a:lnTo>
                  <a:pt x="25" y="283"/>
                </a:lnTo>
                <a:lnTo>
                  <a:pt x="28" y="289"/>
                </a:lnTo>
                <a:lnTo>
                  <a:pt x="31" y="295"/>
                </a:lnTo>
                <a:lnTo>
                  <a:pt x="35" y="301"/>
                </a:lnTo>
                <a:lnTo>
                  <a:pt x="38" y="306"/>
                </a:lnTo>
                <a:lnTo>
                  <a:pt x="42" y="312"/>
                </a:lnTo>
                <a:lnTo>
                  <a:pt x="46" y="318"/>
                </a:lnTo>
                <a:lnTo>
                  <a:pt x="50" y="323"/>
                </a:lnTo>
                <a:lnTo>
                  <a:pt x="55" y="329"/>
                </a:lnTo>
                <a:lnTo>
                  <a:pt x="59" y="334"/>
                </a:lnTo>
                <a:lnTo>
                  <a:pt x="64" y="339"/>
                </a:lnTo>
                <a:lnTo>
                  <a:pt x="69" y="344"/>
                </a:lnTo>
                <a:lnTo>
                  <a:pt x="74" y="349"/>
                </a:lnTo>
                <a:lnTo>
                  <a:pt x="80" y="354"/>
                </a:lnTo>
                <a:lnTo>
                  <a:pt x="85" y="358"/>
                </a:lnTo>
                <a:lnTo>
                  <a:pt x="91" y="363"/>
                </a:lnTo>
                <a:lnTo>
                  <a:pt x="97" y="367"/>
                </a:lnTo>
                <a:lnTo>
                  <a:pt x="103" y="371"/>
                </a:lnTo>
                <a:lnTo>
                  <a:pt x="109" y="376"/>
                </a:lnTo>
                <a:lnTo>
                  <a:pt x="116" y="379"/>
                </a:lnTo>
                <a:lnTo>
                  <a:pt x="122" y="383"/>
                </a:lnTo>
                <a:lnTo>
                  <a:pt x="129" y="387"/>
                </a:lnTo>
                <a:lnTo>
                  <a:pt x="136" y="390"/>
                </a:lnTo>
                <a:lnTo>
                  <a:pt x="143" y="393"/>
                </a:lnTo>
                <a:lnTo>
                  <a:pt x="150" y="396"/>
                </a:lnTo>
                <a:lnTo>
                  <a:pt x="157" y="399"/>
                </a:lnTo>
                <a:lnTo>
                  <a:pt x="165" y="403"/>
                </a:lnTo>
                <a:lnTo>
                  <a:pt x="172" y="405"/>
                </a:lnTo>
                <a:lnTo>
                  <a:pt x="180" y="407"/>
                </a:lnTo>
                <a:lnTo>
                  <a:pt x="187" y="410"/>
                </a:lnTo>
                <a:lnTo>
                  <a:pt x="195" y="411"/>
                </a:lnTo>
                <a:lnTo>
                  <a:pt x="203" y="413"/>
                </a:lnTo>
                <a:lnTo>
                  <a:pt x="210" y="415"/>
                </a:lnTo>
                <a:lnTo>
                  <a:pt x="218" y="416"/>
                </a:lnTo>
                <a:lnTo>
                  <a:pt x="226" y="417"/>
                </a:lnTo>
                <a:lnTo>
                  <a:pt x="234" y="418"/>
                </a:lnTo>
                <a:lnTo>
                  <a:pt x="242" y="419"/>
                </a:lnTo>
                <a:lnTo>
                  <a:pt x="250" y="419"/>
                </a:lnTo>
                <a:lnTo>
                  <a:pt x="258" y="420"/>
                </a:lnTo>
                <a:lnTo>
                  <a:pt x="266" y="420"/>
                </a:lnTo>
                <a:lnTo>
                  <a:pt x="274" y="420"/>
                </a:lnTo>
                <a:lnTo>
                  <a:pt x="282" y="419"/>
                </a:lnTo>
                <a:lnTo>
                  <a:pt x="290" y="419"/>
                </a:lnTo>
                <a:lnTo>
                  <a:pt x="298" y="418"/>
                </a:lnTo>
                <a:lnTo>
                  <a:pt x="306" y="417"/>
                </a:lnTo>
                <a:lnTo>
                  <a:pt x="314" y="416"/>
                </a:lnTo>
                <a:lnTo>
                  <a:pt x="322" y="415"/>
                </a:lnTo>
                <a:lnTo>
                  <a:pt x="330" y="413"/>
                </a:lnTo>
                <a:lnTo>
                  <a:pt x="338" y="411"/>
                </a:lnTo>
                <a:lnTo>
                  <a:pt x="345" y="410"/>
                </a:lnTo>
                <a:lnTo>
                  <a:pt x="353" y="407"/>
                </a:lnTo>
                <a:lnTo>
                  <a:pt x="361" y="405"/>
                </a:lnTo>
                <a:lnTo>
                  <a:pt x="368" y="403"/>
                </a:lnTo>
                <a:lnTo>
                  <a:pt x="375" y="399"/>
                </a:lnTo>
                <a:lnTo>
                  <a:pt x="383" y="396"/>
                </a:lnTo>
                <a:lnTo>
                  <a:pt x="390" y="393"/>
                </a:lnTo>
                <a:lnTo>
                  <a:pt x="397" y="390"/>
                </a:lnTo>
                <a:lnTo>
                  <a:pt x="404" y="387"/>
                </a:lnTo>
                <a:lnTo>
                  <a:pt x="410" y="383"/>
                </a:lnTo>
                <a:lnTo>
                  <a:pt x="417" y="379"/>
                </a:lnTo>
                <a:lnTo>
                  <a:pt x="423" y="376"/>
                </a:lnTo>
                <a:lnTo>
                  <a:pt x="430" y="371"/>
                </a:lnTo>
                <a:lnTo>
                  <a:pt x="436" y="367"/>
                </a:lnTo>
                <a:lnTo>
                  <a:pt x="442" y="363"/>
                </a:lnTo>
                <a:lnTo>
                  <a:pt x="447" y="358"/>
                </a:lnTo>
                <a:lnTo>
                  <a:pt x="453" y="354"/>
                </a:lnTo>
                <a:lnTo>
                  <a:pt x="458" y="349"/>
                </a:lnTo>
                <a:lnTo>
                  <a:pt x="464" y="344"/>
                </a:lnTo>
                <a:lnTo>
                  <a:pt x="469" y="339"/>
                </a:lnTo>
                <a:lnTo>
                  <a:pt x="474" y="334"/>
                </a:lnTo>
                <a:lnTo>
                  <a:pt x="478" y="329"/>
                </a:lnTo>
                <a:lnTo>
                  <a:pt x="483" y="323"/>
                </a:lnTo>
                <a:lnTo>
                  <a:pt x="487" y="318"/>
                </a:lnTo>
                <a:lnTo>
                  <a:pt x="491" y="312"/>
                </a:lnTo>
                <a:lnTo>
                  <a:pt x="495" y="306"/>
                </a:lnTo>
                <a:lnTo>
                  <a:pt x="498" y="301"/>
                </a:lnTo>
                <a:lnTo>
                  <a:pt x="501" y="295"/>
                </a:lnTo>
                <a:lnTo>
                  <a:pt x="504" y="289"/>
                </a:lnTo>
                <a:lnTo>
                  <a:pt x="507" y="283"/>
                </a:lnTo>
                <a:lnTo>
                  <a:pt x="510" y="277"/>
                </a:lnTo>
                <a:lnTo>
                  <a:pt x="512" y="270"/>
                </a:lnTo>
                <a:lnTo>
                  <a:pt x="514" y="264"/>
                </a:lnTo>
                <a:lnTo>
                  <a:pt x="516" y="258"/>
                </a:lnTo>
                <a:lnTo>
                  <a:pt x="518" y="252"/>
                </a:lnTo>
                <a:lnTo>
                  <a:pt x="519" y="245"/>
                </a:lnTo>
                <a:lnTo>
                  <a:pt x="520" y="239"/>
                </a:lnTo>
                <a:lnTo>
                  <a:pt x="521" y="232"/>
                </a:lnTo>
                <a:lnTo>
                  <a:pt x="522" y="226"/>
                </a:lnTo>
                <a:lnTo>
                  <a:pt x="522" y="220"/>
                </a:lnTo>
                <a:lnTo>
                  <a:pt x="522" y="213"/>
                </a:lnTo>
                <a:moveTo>
                  <a:pt x="532" y="213"/>
                </a:moveTo>
                <a:lnTo>
                  <a:pt x="532" y="220"/>
                </a:lnTo>
                <a:lnTo>
                  <a:pt x="531" y="226"/>
                </a:lnTo>
                <a:lnTo>
                  <a:pt x="530" y="233"/>
                </a:lnTo>
                <a:lnTo>
                  <a:pt x="530" y="240"/>
                </a:lnTo>
                <a:lnTo>
                  <a:pt x="528" y="246"/>
                </a:lnTo>
                <a:lnTo>
                  <a:pt x="527" y="253"/>
                </a:lnTo>
                <a:lnTo>
                  <a:pt x="525" y="260"/>
                </a:lnTo>
                <a:lnTo>
                  <a:pt x="523" y="266"/>
                </a:lnTo>
                <a:lnTo>
                  <a:pt x="521" y="272"/>
                </a:lnTo>
                <a:lnTo>
                  <a:pt x="519" y="279"/>
                </a:lnTo>
                <a:lnTo>
                  <a:pt x="516" y="285"/>
                </a:lnTo>
                <a:lnTo>
                  <a:pt x="513" y="291"/>
                </a:lnTo>
                <a:lnTo>
                  <a:pt x="510" y="298"/>
                </a:lnTo>
                <a:lnTo>
                  <a:pt x="506" y="304"/>
                </a:lnTo>
                <a:lnTo>
                  <a:pt x="503" y="310"/>
                </a:lnTo>
                <a:lnTo>
                  <a:pt x="499" y="316"/>
                </a:lnTo>
                <a:lnTo>
                  <a:pt x="495" y="321"/>
                </a:lnTo>
                <a:lnTo>
                  <a:pt x="490" y="327"/>
                </a:lnTo>
                <a:lnTo>
                  <a:pt x="486" y="333"/>
                </a:lnTo>
                <a:lnTo>
                  <a:pt x="481" y="338"/>
                </a:lnTo>
                <a:lnTo>
                  <a:pt x="476" y="344"/>
                </a:lnTo>
                <a:lnTo>
                  <a:pt x="471" y="349"/>
                </a:lnTo>
                <a:lnTo>
                  <a:pt x="465" y="354"/>
                </a:lnTo>
                <a:lnTo>
                  <a:pt x="460" y="359"/>
                </a:lnTo>
                <a:lnTo>
                  <a:pt x="454" y="364"/>
                </a:lnTo>
                <a:lnTo>
                  <a:pt x="448" y="368"/>
                </a:lnTo>
                <a:lnTo>
                  <a:pt x="442" y="373"/>
                </a:lnTo>
                <a:lnTo>
                  <a:pt x="435" y="377"/>
                </a:lnTo>
                <a:lnTo>
                  <a:pt x="429" y="381"/>
                </a:lnTo>
                <a:lnTo>
                  <a:pt x="422" y="385"/>
                </a:lnTo>
                <a:lnTo>
                  <a:pt x="415" y="389"/>
                </a:lnTo>
                <a:lnTo>
                  <a:pt x="408" y="393"/>
                </a:lnTo>
                <a:lnTo>
                  <a:pt x="401" y="396"/>
                </a:lnTo>
                <a:lnTo>
                  <a:pt x="394" y="401"/>
                </a:lnTo>
                <a:lnTo>
                  <a:pt x="387" y="404"/>
                </a:lnTo>
                <a:lnTo>
                  <a:pt x="379" y="407"/>
                </a:lnTo>
                <a:lnTo>
                  <a:pt x="372" y="410"/>
                </a:lnTo>
                <a:lnTo>
                  <a:pt x="364" y="412"/>
                </a:lnTo>
                <a:lnTo>
                  <a:pt x="356" y="414"/>
                </a:lnTo>
                <a:lnTo>
                  <a:pt x="348" y="417"/>
                </a:lnTo>
                <a:lnTo>
                  <a:pt x="340" y="419"/>
                </a:lnTo>
                <a:lnTo>
                  <a:pt x="332" y="420"/>
                </a:lnTo>
                <a:lnTo>
                  <a:pt x="324" y="422"/>
                </a:lnTo>
                <a:lnTo>
                  <a:pt x="316" y="423"/>
                </a:lnTo>
                <a:lnTo>
                  <a:pt x="308" y="424"/>
                </a:lnTo>
                <a:lnTo>
                  <a:pt x="300" y="425"/>
                </a:lnTo>
                <a:lnTo>
                  <a:pt x="291" y="426"/>
                </a:lnTo>
                <a:lnTo>
                  <a:pt x="283" y="427"/>
                </a:lnTo>
                <a:lnTo>
                  <a:pt x="275" y="427"/>
                </a:lnTo>
                <a:lnTo>
                  <a:pt x="266" y="427"/>
                </a:lnTo>
                <a:lnTo>
                  <a:pt x="258" y="427"/>
                </a:lnTo>
                <a:lnTo>
                  <a:pt x="250" y="427"/>
                </a:lnTo>
                <a:lnTo>
                  <a:pt x="241" y="426"/>
                </a:lnTo>
                <a:lnTo>
                  <a:pt x="233" y="425"/>
                </a:lnTo>
                <a:lnTo>
                  <a:pt x="225" y="424"/>
                </a:lnTo>
                <a:lnTo>
                  <a:pt x="217" y="423"/>
                </a:lnTo>
                <a:lnTo>
                  <a:pt x="208" y="422"/>
                </a:lnTo>
                <a:lnTo>
                  <a:pt x="200" y="420"/>
                </a:lnTo>
                <a:lnTo>
                  <a:pt x="192" y="419"/>
                </a:lnTo>
                <a:lnTo>
                  <a:pt x="184" y="417"/>
                </a:lnTo>
                <a:lnTo>
                  <a:pt x="176" y="414"/>
                </a:lnTo>
                <a:lnTo>
                  <a:pt x="169" y="412"/>
                </a:lnTo>
                <a:lnTo>
                  <a:pt x="161" y="410"/>
                </a:lnTo>
                <a:lnTo>
                  <a:pt x="153" y="407"/>
                </a:lnTo>
                <a:lnTo>
                  <a:pt x="146" y="404"/>
                </a:lnTo>
                <a:lnTo>
                  <a:pt x="139" y="401"/>
                </a:lnTo>
                <a:lnTo>
                  <a:pt x="131" y="396"/>
                </a:lnTo>
                <a:lnTo>
                  <a:pt x="124" y="393"/>
                </a:lnTo>
                <a:lnTo>
                  <a:pt x="117" y="389"/>
                </a:lnTo>
                <a:lnTo>
                  <a:pt x="110" y="385"/>
                </a:lnTo>
                <a:lnTo>
                  <a:pt x="104" y="381"/>
                </a:lnTo>
                <a:lnTo>
                  <a:pt x="97" y="377"/>
                </a:lnTo>
                <a:lnTo>
                  <a:pt x="91" y="373"/>
                </a:lnTo>
                <a:lnTo>
                  <a:pt x="85" y="368"/>
                </a:lnTo>
                <a:lnTo>
                  <a:pt x="79" y="364"/>
                </a:lnTo>
                <a:lnTo>
                  <a:pt x="73" y="359"/>
                </a:lnTo>
                <a:lnTo>
                  <a:pt x="67" y="354"/>
                </a:lnTo>
                <a:lnTo>
                  <a:pt x="62" y="349"/>
                </a:lnTo>
                <a:lnTo>
                  <a:pt x="57" y="344"/>
                </a:lnTo>
                <a:lnTo>
                  <a:pt x="52" y="338"/>
                </a:lnTo>
                <a:lnTo>
                  <a:pt x="47" y="333"/>
                </a:lnTo>
                <a:lnTo>
                  <a:pt x="42" y="327"/>
                </a:lnTo>
                <a:lnTo>
                  <a:pt x="38" y="321"/>
                </a:lnTo>
                <a:lnTo>
                  <a:pt x="34" y="316"/>
                </a:lnTo>
                <a:lnTo>
                  <a:pt x="30" y="310"/>
                </a:lnTo>
                <a:lnTo>
                  <a:pt x="26" y="304"/>
                </a:lnTo>
                <a:lnTo>
                  <a:pt x="23" y="298"/>
                </a:lnTo>
                <a:lnTo>
                  <a:pt x="20" y="291"/>
                </a:lnTo>
                <a:lnTo>
                  <a:pt x="17" y="285"/>
                </a:lnTo>
                <a:lnTo>
                  <a:pt x="14" y="279"/>
                </a:lnTo>
                <a:lnTo>
                  <a:pt x="12" y="272"/>
                </a:lnTo>
                <a:lnTo>
                  <a:pt x="9" y="266"/>
                </a:lnTo>
                <a:lnTo>
                  <a:pt x="6" y="260"/>
                </a:lnTo>
                <a:lnTo>
                  <a:pt x="5" y="253"/>
                </a:lnTo>
                <a:lnTo>
                  <a:pt x="3" y="246"/>
                </a:lnTo>
                <a:lnTo>
                  <a:pt x="2" y="240"/>
                </a:lnTo>
                <a:lnTo>
                  <a:pt x="1" y="233"/>
                </a:lnTo>
                <a:lnTo>
                  <a:pt x="1" y="226"/>
                </a:lnTo>
                <a:lnTo>
                  <a:pt x="0" y="220"/>
                </a:lnTo>
                <a:lnTo>
                  <a:pt x="0" y="213"/>
                </a:lnTo>
                <a:lnTo>
                  <a:pt x="0" y="206"/>
                </a:lnTo>
                <a:lnTo>
                  <a:pt x="1" y="200"/>
                </a:lnTo>
                <a:lnTo>
                  <a:pt x="1" y="193"/>
                </a:lnTo>
                <a:lnTo>
                  <a:pt x="2" y="186"/>
                </a:lnTo>
                <a:lnTo>
                  <a:pt x="3" y="180"/>
                </a:lnTo>
                <a:lnTo>
                  <a:pt x="5" y="173"/>
                </a:lnTo>
                <a:lnTo>
                  <a:pt x="6" y="167"/>
                </a:lnTo>
                <a:lnTo>
                  <a:pt x="9" y="160"/>
                </a:lnTo>
                <a:lnTo>
                  <a:pt x="12" y="154"/>
                </a:lnTo>
                <a:lnTo>
                  <a:pt x="14" y="147"/>
                </a:lnTo>
                <a:lnTo>
                  <a:pt x="17" y="141"/>
                </a:lnTo>
                <a:lnTo>
                  <a:pt x="20" y="135"/>
                </a:lnTo>
                <a:lnTo>
                  <a:pt x="23" y="128"/>
                </a:lnTo>
                <a:lnTo>
                  <a:pt x="26" y="122"/>
                </a:lnTo>
                <a:lnTo>
                  <a:pt x="30" y="116"/>
                </a:lnTo>
                <a:lnTo>
                  <a:pt x="34" y="110"/>
                </a:lnTo>
                <a:lnTo>
                  <a:pt x="38" y="105"/>
                </a:lnTo>
                <a:lnTo>
                  <a:pt x="42" y="99"/>
                </a:lnTo>
                <a:lnTo>
                  <a:pt x="47" y="93"/>
                </a:lnTo>
                <a:lnTo>
                  <a:pt x="52" y="88"/>
                </a:lnTo>
                <a:lnTo>
                  <a:pt x="57" y="83"/>
                </a:lnTo>
                <a:lnTo>
                  <a:pt x="62" y="77"/>
                </a:lnTo>
                <a:lnTo>
                  <a:pt x="67" y="72"/>
                </a:lnTo>
                <a:lnTo>
                  <a:pt x="73" y="67"/>
                </a:lnTo>
                <a:lnTo>
                  <a:pt x="79" y="62"/>
                </a:lnTo>
                <a:lnTo>
                  <a:pt x="85" y="58"/>
                </a:lnTo>
                <a:lnTo>
                  <a:pt x="91" y="53"/>
                </a:lnTo>
                <a:lnTo>
                  <a:pt x="97" y="49"/>
                </a:lnTo>
                <a:lnTo>
                  <a:pt x="104" y="45"/>
                </a:lnTo>
                <a:lnTo>
                  <a:pt x="110" y="41"/>
                </a:lnTo>
                <a:lnTo>
                  <a:pt x="117" y="37"/>
                </a:lnTo>
                <a:lnTo>
                  <a:pt x="124" y="33"/>
                </a:lnTo>
                <a:lnTo>
                  <a:pt x="131" y="30"/>
                </a:lnTo>
                <a:lnTo>
                  <a:pt x="139" y="26"/>
                </a:lnTo>
                <a:lnTo>
                  <a:pt x="146" y="23"/>
                </a:lnTo>
                <a:lnTo>
                  <a:pt x="153" y="20"/>
                </a:lnTo>
                <a:lnTo>
                  <a:pt x="161" y="18"/>
                </a:lnTo>
                <a:lnTo>
                  <a:pt x="169" y="15"/>
                </a:lnTo>
                <a:lnTo>
                  <a:pt x="176" y="13"/>
                </a:lnTo>
                <a:lnTo>
                  <a:pt x="184" y="11"/>
                </a:lnTo>
                <a:lnTo>
                  <a:pt x="192" y="9"/>
                </a:lnTo>
                <a:lnTo>
                  <a:pt x="200" y="7"/>
                </a:lnTo>
                <a:lnTo>
                  <a:pt x="208" y="5"/>
                </a:lnTo>
                <a:lnTo>
                  <a:pt x="217" y="4"/>
                </a:lnTo>
                <a:lnTo>
                  <a:pt x="225" y="3"/>
                </a:lnTo>
                <a:lnTo>
                  <a:pt x="233" y="2"/>
                </a:lnTo>
                <a:lnTo>
                  <a:pt x="241" y="1"/>
                </a:lnTo>
                <a:lnTo>
                  <a:pt x="250" y="0"/>
                </a:lnTo>
                <a:lnTo>
                  <a:pt x="258" y="0"/>
                </a:lnTo>
                <a:lnTo>
                  <a:pt x="266" y="0"/>
                </a:lnTo>
                <a:lnTo>
                  <a:pt x="275" y="0"/>
                </a:lnTo>
                <a:lnTo>
                  <a:pt x="283" y="0"/>
                </a:lnTo>
                <a:lnTo>
                  <a:pt x="291" y="1"/>
                </a:lnTo>
                <a:lnTo>
                  <a:pt x="300" y="2"/>
                </a:lnTo>
                <a:lnTo>
                  <a:pt x="308" y="3"/>
                </a:lnTo>
                <a:lnTo>
                  <a:pt x="316" y="4"/>
                </a:lnTo>
                <a:lnTo>
                  <a:pt x="324" y="5"/>
                </a:lnTo>
                <a:lnTo>
                  <a:pt x="332" y="7"/>
                </a:lnTo>
                <a:lnTo>
                  <a:pt x="340" y="9"/>
                </a:lnTo>
                <a:lnTo>
                  <a:pt x="348" y="11"/>
                </a:lnTo>
                <a:lnTo>
                  <a:pt x="356" y="13"/>
                </a:lnTo>
                <a:lnTo>
                  <a:pt x="364" y="15"/>
                </a:lnTo>
                <a:lnTo>
                  <a:pt x="372" y="18"/>
                </a:lnTo>
                <a:lnTo>
                  <a:pt x="379" y="20"/>
                </a:lnTo>
                <a:lnTo>
                  <a:pt x="387" y="23"/>
                </a:lnTo>
                <a:lnTo>
                  <a:pt x="394" y="26"/>
                </a:lnTo>
                <a:lnTo>
                  <a:pt x="401" y="30"/>
                </a:lnTo>
                <a:lnTo>
                  <a:pt x="408" y="33"/>
                </a:lnTo>
                <a:lnTo>
                  <a:pt x="415" y="37"/>
                </a:lnTo>
                <a:lnTo>
                  <a:pt x="422" y="41"/>
                </a:lnTo>
                <a:lnTo>
                  <a:pt x="429" y="45"/>
                </a:lnTo>
                <a:lnTo>
                  <a:pt x="435" y="49"/>
                </a:lnTo>
                <a:lnTo>
                  <a:pt x="442" y="53"/>
                </a:lnTo>
                <a:lnTo>
                  <a:pt x="448" y="58"/>
                </a:lnTo>
                <a:lnTo>
                  <a:pt x="454" y="62"/>
                </a:lnTo>
                <a:lnTo>
                  <a:pt x="460" y="67"/>
                </a:lnTo>
                <a:lnTo>
                  <a:pt x="465" y="72"/>
                </a:lnTo>
                <a:lnTo>
                  <a:pt x="471" y="77"/>
                </a:lnTo>
                <a:lnTo>
                  <a:pt x="476" y="83"/>
                </a:lnTo>
                <a:lnTo>
                  <a:pt x="481" y="88"/>
                </a:lnTo>
                <a:lnTo>
                  <a:pt x="486" y="93"/>
                </a:lnTo>
                <a:lnTo>
                  <a:pt x="490" y="99"/>
                </a:lnTo>
                <a:lnTo>
                  <a:pt x="495" y="105"/>
                </a:lnTo>
                <a:lnTo>
                  <a:pt x="499" y="110"/>
                </a:lnTo>
                <a:lnTo>
                  <a:pt x="503" y="116"/>
                </a:lnTo>
                <a:lnTo>
                  <a:pt x="506" y="122"/>
                </a:lnTo>
                <a:lnTo>
                  <a:pt x="510" y="128"/>
                </a:lnTo>
                <a:lnTo>
                  <a:pt x="513" y="135"/>
                </a:lnTo>
                <a:lnTo>
                  <a:pt x="516" y="141"/>
                </a:lnTo>
                <a:lnTo>
                  <a:pt x="519" y="147"/>
                </a:lnTo>
                <a:lnTo>
                  <a:pt x="521" y="154"/>
                </a:lnTo>
                <a:lnTo>
                  <a:pt x="523" y="160"/>
                </a:lnTo>
                <a:lnTo>
                  <a:pt x="525" y="167"/>
                </a:lnTo>
                <a:lnTo>
                  <a:pt x="527" y="173"/>
                </a:lnTo>
                <a:lnTo>
                  <a:pt x="528" y="180"/>
                </a:lnTo>
                <a:lnTo>
                  <a:pt x="530" y="186"/>
                </a:lnTo>
                <a:lnTo>
                  <a:pt x="530" y="193"/>
                </a:lnTo>
                <a:lnTo>
                  <a:pt x="531" y="200"/>
                </a:lnTo>
                <a:lnTo>
                  <a:pt x="532" y="206"/>
                </a:lnTo>
                <a:lnTo>
                  <a:pt x="532" y="213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0" name=""/>
          <p:cNvSpPr/>
          <p:nvPr/>
        </p:nvSpPr>
        <p:spPr>
          <a:xfrm>
            <a:off x="2760840" y="1766160"/>
            <a:ext cx="198000" cy="158760"/>
          </a:xfrm>
          <a:custGeom>
            <a:avLst/>
            <a:gdLst/>
            <a:ahLst/>
            <a:rect l="0" t="0" r="r" b="b"/>
            <a:pathLst>
              <a:path w="550" h="441">
                <a:moveTo>
                  <a:pt x="541" y="221"/>
                </a:moveTo>
                <a:lnTo>
                  <a:pt x="541" y="214"/>
                </a:lnTo>
                <a:lnTo>
                  <a:pt x="540" y="208"/>
                </a:lnTo>
                <a:lnTo>
                  <a:pt x="539" y="201"/>
                </a:lnTo>
                <a:lnTo>
                  <a:pt x="539" y="194"/>
                </a:lnTo>
                <a:lnTo>
                  <a:pt x="537" y="188"/>
                </a:lnTo>
                <a:lnTo>
                  <a:pt x="536" y="181"/>
                </a:lnTo>
                <a:lnTo>
                  <a:pt x="534" y="175"/>
                </a:lnTo>
                <a:lnTo>
                  <a:pt x="532" y="168"/>
                </a:lnTo>
                <a:lnTo>
                  <a:pt x="530" y="162"/>
                </a:lnTo>
                <a:lnTo>
                  <a:pt x="528" y="155"/>
                </a:lnTo>
                <a:lnTo>
                  <a:pt x="525" y="148"/>
                </a:lnTo>
                <a:lnTo>
                  <a:pt x="522" y="142"/>
                </a:lnTo>
                <a:lnTo>
                  <a:pt x="519" y="135"/>
                </a:lnTo>
                <a:lnTo>
                  <a:pt x="515" y="129"/>
                </a:lnTo>
                <a:lnTo>
                  <a:pt x="512" y="123"/>
                </a:lnTo>
                <a:lnTo>
                  <a:pt x="508" y="117"/>
                </a:lnTo>
                <a:lnTo>
                  <a:pt x="504" y="112"/>
                </a:lnTo>
                <a:lnTo>
                  <a:pt x="499" y="106"/>
                </a:lnTo>
                <a:lnTo>
                  <a:pt x="495" y="100"/>
                </a:lnTo>
                <a:lnTo>
                  <a:pt x="490" y="95"/>
                </a:lnTo>
                <a:lnTo>
                  <a:pt x="485" y="90"/>
                </a:lnTo>
                <a:lnTo>
                  <a:pt x="480" y="84"/>
                </a:lnTo>
                <a:lnTo>
                  <a:pt x="474" y="79"/>
                </a:lnTo>
                <a:lnTo>
                  <a:pt x="469" y="74"/>
                </a:lnTo>
                <a:lnTo>
                  <a:pt x="463" y="69"/>
                </a:lnTo>
                <a:lnTo>
                  <a:pt x="457" y="65"/>
                </a:lnTo>
                <a:lnTo>
                  <a:pt x="451" y="60"/>
                </a:lnTo>
                <a:lnTo>
                  <a:pt x="444" y="56"/>
                </a:lnTo>
                <a:lnTo>
                  <a:pt x="438" y="52"/>
                </a:lnTo>
                <a:lnTo>
                  <a:pt x="431" y="48"/>
                </a:lnTo>
                <a:lnTo>
                  <a:pt x="424" y="44"/>
                </a:lnTo>
                <a:lnTo>
                  <a:pt x="417" y="40"/>
                </a:lnTo>
                <a:lnTo>
                  <a:pt x="410" y="37"/>
                </a:lnTo>
                <a:lnTo>
                  <a:pt x="403" y="33"/>
                </a:lnTo>
                <a:lnTo>
                  <a:pt x="396" y="30"/>
                </a:lnTo>
                <a:lnTo>
                  <a:pt x="388" y="27"/>
                </a:lnTo>
                <a:lnTo>
                  <a:pt x="381" y="25"/>
                </a:lnTo>
                <a:lnTo>
                  <a:pt x="373" y="22"/>
                </a:lnTo>
                <a:lnTo>
                  <a:pt x="365" y="20"/>
                </a:lnTo>
                <a:lnTo>
                  <a:pt x="357" y="18"/>
                </a:lnTo>
                <a:lnTo>
                  <a:pt x="349" y="16"/>
                </a:lnTo>
                <a:lnTo>
                  <a:pt x="341" y="14"/>
                </a:lnTo>
                <a:lnTo>
                  <a:pt x="333" y="12"/>
                </a:lnTo>
                <a:lnTo>
                  <a:pt x="325" y="11"/>
                </a:lnTo>
                <a:lnTo>
                  <a:pt x="317" y="10"/>
                </a:lnTo>
                <a:lnTo>
                  <a:pt x="309" y="9"/>
                </a:lnTo>
                <a:lnTo>
                  <a:pt x="300" y="8"/>
                </a:lnTo>
                <a:lnTo>
                  <a:pt x="291" y="7"/>
                </a:lnTo>
                <a:lnTo>
                  <a:pt x="283" y="7"/>
                </a:lnTo>
                <a:lnTo>
                  <a:pt x="274" y="7"/>
                </a:lnTo>
                <a:lnTo>
                  <a:pt x="266" y="7"/>
                </a:lnTo>
                <a:lnTo>
                  <a:pt x="258" y="7"/>
                </a:lnTo>
                <a:lnTo>
                  <a:pt x="249" y="8"/>
                </a:lnTo>
                <a:lnTo>
                  <a:pt x="241" y="9"/>
                </a:lnTo>
                <a:lnTo>
                  <a:pt x="233" y="10"/>
                </a:lnTo>
                <a:lnTo>
                  <a:pt x="225" y="11"/>
                </a:lnTo>
                <a:lnTo>
                  <a:pt x="216" y="12"/>
                </a:lnTo>
                <a:lnTo>
                  <a:pt x="208" y="14"/>
                </a:lnTo>
                <a:lnTo>
                  <a:pt x="200" y="16"/>
                </a:lnTo>
                <a:lnTo>
                  <a:pt x="192" y="18"/>
                </a:lnTo>
                <a:lnTo>
                  <a:pt x="184" y="20"/>
                </a:lnTo>
                <a:lnTo>
                  <a:pt x="177" y="22"/>
                </a:lnTo>
                <a:lnTo>
                  <a:pt x="169" y="25"/>
                </a:lnTo>
                <a:lnTo>
                  <a:pt x="161" y="27"/>
                </a:lnTo>
                <a:lnTo>
                  <a:pt x="154" y="30"/>
                </a:lnTo>
                <a:lnTo>
                  <a:pt x="147" y="33"/>
                </a:lnTo>
                <a:lnTo>
                  <a:pt x="139" y="37"/>
                </a:lnTo>
                <a:lnTo>
                  <a:pt x="132" y="40"/>
                </a:lnTo>
                <a:lnTo>
                  <a:pt x="125" y="44"/>
                </a:lnTo>
                <a:lnTo>
                  <a:pt x="118" y="48"/>
                </a:lnTo>
                <a:lnTo>
                  <a:pt x="112" y="52"/>
                </a:lnTo>
                <a:lnTo>
                  <a:pt x="105" y="56"/>
                </a:lnTo>
                <a:lnTo>
                  <a:pt x="99" y="60"/>
                </a:lnTo>
                <a:lnTo>
                  <a:pt x="93" y="65"/>
                </a:lnTo>
                <a:lnTo>
                  <a:pt x="87" y="69"/>
                </a:lnTo>
                <a:lnTo>
                  <a:pt x="81" y="74"/>
                </a:lnTo>
                <a:lnTo>
                  <a:pt x="75" y="79"/>
                </a:lnTo>
                <a:lnTo>
                  <a:pt x="70" y="84"/>
                </a:lnTo>
                <a:lnTo>
                  <a:pt x="65" y="90"/>
                </a:lnTo>
                <a:lnTo>
                  <a:pt x="60" y="95"/>
                </a:lnTo>
                <a:lnTo>
                  <a:pt x="55" y="100"/>
                </a:lnTo>
                <a:lnTo>
                  <a:pt x="50" y="106"/>
                </a:lnTo>
                <a:lnTo>
                  <a:pt x="46" y="112"/>
                </a:lnTo>
                <a:lnTo>
                  <a:pt x="42" y="117"/>
                </a:lnTo>
                <a:lnTo>
                  <a:pt x="38" y="123"/>
                </a:lnTo>
                <a:lnTo>
                  <a:pt x="34" y="129"/>
                </a:lnTo>
                <a:lnTo>
                  <a:pt x="31" y="135"/>
                </a:lnTo>
                <a:lnTo>
                  <a:pt x="28" y="142"/>
                </a:lnTo>
                <a:lnTo>
                  <a:pt x="25" y="148"/>
                </a:lnTo>
                <a:lnTo>
                  <a:pt x="22" y="155"/>
                </a:lnTo>
                <a:lnTo>
                  <a:pt x="20" y="162"/>
                </a:lnTo>
                <a:lnTo>
                  <a:pt x="17" y="168"/>
                </a:lnTo>
                <a:lnTo>
                  <a:pt x="15" y="175"/>
                </a:lnTo>
                <a:lnTo>
                  <a:pt x="14" y="181"/>
                </a:lnTo>
                <a:lnTo>
                  <a:pt x="12" y="188"/>
                </a:lnTo>
                <a:lnTo>
                  <a:pt x="11" y="194"/>
                </a:lnTo>
                <a:lnTo>
                  <a:pt x="10" y="201"/>
                </a:lnTo>
                <a:lnTo>
                  <a:pt x="10" y="208"/>
                </a:lnTo>
                <a:lnTo>
                  <a:pt x="9" y="214"/>
                </a:lnTo>
                <a:lnTo>
                  <a:pt x="9" y="221"/>
                </a:lnTo>
                <a:lnTo>
                  <a:pt x="9" y="228"/>
                </a:lnTo>
                <a:lnTo>
                  <a:pt x="10" y="234"/>
                </a:lnTo>
                <a:lnTo>
                  <a:pt x="10" y="241"/>
                </a:lnTo>
                <a:lnTo>
                  <a:pt x="11" y="248"/>
                </a:lnTo>
                <a:lnTo>
                  <a:pt x="12" y="254"/>
                </a:lnTo>
                <a:lnTo>
                  <a:pt x="14" y="261"/>
                </a:lnTo>
                <a:lnTo>
                  <a:pt x="15" y="268"/>
                </a:lnTo>
                <a:lnTo>
                  <a:pt x="17" y="274"/>
                </a:lnTo>
                <a:lnTo>
                  <a:pt x="20" y="280"/>
                </a:lnTo>
                <a:lnTo>
                  <a:pt x="22" y="287"/>
                </a:lnTo>
                <a:lnTo>
                  <a:pt x="25" y="293"/>
                </a:lnTo>
                <a:lnTo>
                  <a:pt x="28" y="299"/>
                </a:lnTo>
                <a:lnTo>
                  <a:pt x="31" y="306"/>
                </a:lnTo>
                <a:lnTo>
                  <a:pt x="34" y="312"/>
                </a:lnTo>
                <a:lnTo>
                  <a:pt x="38" y="318"/>
                </a:lnTo>
                <a:lnTo>
                  <a:pt x="42" y="324"/>
                </a:lnTo>
                <a:lnTo>
                  <a:pt x="46" y="329"/>
                </a:lnTo>
                <a:lnTo>
                  <a:pt x="50" y="335"/>
                </a:lnTo>
                <a:lnTo>
                  <a:pt x="55" y="341"/>
                </a:lnTo>
                <a:lnTo>
                  <a:pt x="60" y="346"/>
                </a:lnTo>
                <a:lnTo>
                  <a:pt x="65" y="352"/>
                </a:lnTo>
                <a:lnTo>
                  <a:pt x="70" y="357"/>
                </a:lnTo>
                <a:lnTo>
                  <a:pt x="75" y="362"/>
                </a:lnTo>
                <a:lnTo>
                  <a:pt x="81" y="367"/>
                </a:lnTo>
                <a:lnTo>
                  <a:pt x="87" y="372"/>
                </a:lnTo>
                <a:lnTo>
                  <a:pt x="93" y="376"/>
                </a:lnTo>
                <a:lnTo>
                  <a:pt x="99" y="381"/>
                </a:lnTo>
                <a:lnTo>
                  <a:pt x="105" y="385"/>
                </a:lnTo>
                <a:lnTo>
                  <a:pt x="112" y="389"/>
                </a:lnTo>
                <a:lnTo>
                  <a:pt x="118" y="393"/>
                </a:lnTo>
                <a:lnTo>
                  <a:pt x="125" y="397"/>
                </a:lnTo>
                <a:lnTo>
                  <a:pt x="132" y="401"/>
                </a:lnTo>
                <a:lnTo>
                  <a:pt x="139" y="404"/>
                </a:lnTo>
                <a:lnTo>
                  <a:pt x="147" y="408"/>
                </a:lnTo>
                <a:lnTo>
                  <a:pt x="154" y="411"/>
                </a:lnTo>
                <a:lnTo>
                  <a:pt x="161" y="414"/>
                </a:lnTo>
                <a:lnTo>
                  <a:pt x="169" y="417"/>
                </a:lnTo>
                <a:lnTo>
                  <a:pt x="177" y="419"/>
                </a:lnTo>
                <a:lnTo>
                  <a:pt x="184" y="421"/>
                </a:lnTo>
                <a:lnTo>
                  <a:pt x="192" y="424"/>
                </a:lnTo>
                <a:lnTo>
                  <a:pt x="200" y="426"/>
                </a:lnTo>
                <a:lnTo>
                  <a:pt x="208" y="427"/>
                </a:lnTo>
                <a:lnTo>
                  <a:pt x="216" y="429"/>
                </a:lnTo>
                <a:lnTo>
                  <a:pt x="225" y="430"/>
                </a:lnTo>
                <a:lnTo>
                  <a:pt x="233" y="431"/>
                </a:lnTo>
                <a:lnTo>
                  <a:pt x="241" y="432"/>
                </a:lnTo>
                <a:lnTo>
                  <a:pt x="249" y="433"/>
                </a:lnTo>
                <a:lnTo>
                  <a:pt x="258" y="434"/>
                </a:lnTo>
                <a:lnTo>
                  <a:pt x="266" y="434"/>
                </a:lnTo>
                <a:lnTo>
                  <a:pt x="274" y="434"/>
                </a:lnTo>
                <a:lnTo>
                  <a:pt x="283" y="434"/>
                </a:lnTo>
                <a:lnTo>
                  <a:pt x="291" y="434"/>
                </a:lnTo>
                <a:lnTo>
                  <a:pt x="300" y="433"/>
                </a:lnTo>
                <a:lnTo>
                  <a:pt x="309" y="432"/>
                </a:lnTo>
                <a:lnTo>
                  <a:pt x="317" y="431"/>
                </a:lnTo>
                <a:lnTo>
                  <a:pt x="325" y="430"/>
                </a:lnTo>
                <a:lnTo>
                  <a:pt x="333" y="429"/>
                </a:lnTo>
                <a:lnTo>
                  <a:pt x="341" y="427"/>
                </a:lnTo>
                <a:lnTo>
                  <a:pt x="349" y="426"/>
                </a:lnTo>
                <a:lnTo>
                  <a:pt x="357" y="424"/>
                </a:lnTo>
                <a:lnTo>
                  <a:pt x="365" y="421"/>
                </a:lnTo>
                <a:lnTo>
                  <a:pt x="373" y="419"/>
                </a:lnTo>
                <a:lnTo>
                  <a:pt x="381" y="417"/>
                </a:lnTo>
                <a:lnTo>
                  <a:pt x="388" y="414"/>
                </a:lnTo>
                <a:lnTo>
                  <a:pt x="396" y="411"/>
                </a:lnTo>
                <a:lnTo>
                  <a:pt x="403" y="408"/>
                </a:lnTo>
                <a:lnTo>
                  <a:pt x="410" y="404"/>
                </a:lnTo>
                <a:lnTo>
                  <a:pt x="417" y="401"/>
                </a:lnTo>
                <a:lnTo>
                  <a:pt x="424" y="397"/>
                </a:lnTo>
                <a:lnTo>
                  <a:pt x="431" y="393"/>
                </a:lnTo>
                <a:lnTo>
                  <a:pt x="438" y="389"/>
                </a:lnTo>
                <a:lnTo>
                  <a:pt x="444" y="385"/>
                </a:lnTo>
                <a:lnTo>
                  <a:pt x="451" y="381"/>
                </a:lnTo>
                <a:lnTo>
                  <a:pt x="457" y="376"/>
                </a:lnTo>
                <a:lnTo>
                  <a:pt x="463" y="372"/>
                </a:lnTo>
                <a:lnTo>
                  <a:pt x="469" y="367"/>
                </a:lnTo>
                <a:lnTo>
                  <a:pt x="474" y="362"/>
                </a:lnTo>
                <a:lnTo>
                  <a:pt x="480" y="357"/>
                </a:lnTo>
                <a:lnTo>
                  <a:pt x="485" y="352"/>
                </a:lnTo>
                <a:lnTo>
                  <a:pt x="490" y="346"/>
                </a:lnTo>
                <a:lnTo>
                  <a:pt x="495" y="341"/>
                </a:lnTo>
                <a:lnTo>
                  <a:pt x="499" y="335"/>
                </a:lnTo>
                <a:lnTo>
                  <a:pt x="504" y="329"/>
                </a:lnTo>
                <a:lnTo>
                  <a:pt x="508" y="324"/>
                </a:lnTo>
                <a:lnTo>
                  <a:pt x="512" y="318"/>
                </a:lnTo>
                <a:lnTo>
                  <a:pt x="515" y="312"/>
                </a:lnTo>
                <a:lnTo>
                  <a:pt x="519" y="306"/>
                </a:lnTo>
                <a:lnTo>
                  <a:pt x="522" y="299"/>
                </a:lnTo>
                <a:lnTo>
                  <a:pt x="525" y="293"/>
                </a:lnTo>
                <a:lnTo>
                  <a:pt x="528" y="287"/>
                </a:lnTo>
                <a:lnTo>
                  <a:pt x="530" y="280"/>
                </a:lnTo>
                <a:lnTo>
                  <a:pt x="532" y="274"/>
                </a:lnTo>
                <a:lnTo>
                  <a:pt x="534" y="268"/>
                </a:lnTo>
                <a:lnTo>
                  <a:pt x="536" y="261"/>
                </a:lnTo>
                <a:lnTo>
                  <a:pt x="537" y="254"/>
                </a:lnTo>
                <a:lnTo>
                  <a:pt x="539" y="248"/>
                </a:lnTo>
                <a:lnTo>
                  <a:pt x="539" y="241"/>
                </a:lnTo>
                <a:lnTo>
                  <a:pt x="540" y="234"/>
                </a:lnTo>
                <a:lnTo>
                  <a:pt x="541" y="228"/>
                </a:lnTo>
                <a:lnTo>
                  <a:pt x="541" y="221"/>
                </a:lnTo>
                <a:moveTo>
                  <a:pt x="550" y="221"/>
                </a:moveTo>
                <a:lnTo>
                  <a:pt x="550" y="228"/>
                </a:lnTo>
                <a:lnTo>
                  <a:pt x="549" y="235"/>
                </a:lnTo>
                <a:lnTo>
                  <a:pt x="549" y="242"/>
                </a:lnTo>
                <a:lnTo>
                  <a:pt x="548" y="249"/>
                </a:lnTo>
                <a:lnTo>
                  <a:pt x="546" y="256"/>
                </a:lnTo>
                <a:lnTo>
                  <a:pt x="545" y="262"/>
                </a:lnTo>
                <a:lnTo>
                  <a:pt x="543" y="269"/>
                </a:lnTo>
                <a:lnTo>
                  <a:pt x="541" y="276"/>
                </a:lnTo>
                <a:lnTo>
                  <a:pt x="539" y="283"/>
                </a:lnTo>
                <a:lnTo>
                  <a:pt x="536" y="289"/>
                </a:lnTo>
                <a:lnTo>
                  <a:pt x="534" y="296"/>
                </a:lnTo>
                <a:lnTo>
                  <a:pt x="531" y="302"/>
                </a:lnTo>
                <a:lnTo>
                  <a:pt x="527" y="309"/>
                </a:lnTo>
                <a:lnTo>
                  <a:pt x="524" y="315"/>
                </a:lnTo>
                <a:lnTo>
                  <a:pt x="520" y="321"/>
                </a:lnTo>
                <a:lnTo>
                  <a:pt x="516" y="327"/>
                </a:lnTo>
                <a:lnTo>
                  <a:pt x="512" y="333"/>
                </a:lnTo>
                <a:lnTo>
                  <a:pt x="507" y="339"/>
                </a:lnTo>
                <a:lnTo>
                  <a:pt x="502" y="345"/>
                </a:lnTo>
                <a:lnTo>
                  <a:pt x="497" y="351"/>
                </a:lnTo>
                <a:lnTo>
                  <a:pt x="492" y="356"/>
                </a:lnTo>
                <a:lnTo>
                  <a:pt x="487" y="362"/>
                </a:lnTo>
                <a:lnTo>
                  <a:pt x="481" y="367"/>
                </a:lnTo>
                <a:lnTo>
                  <a:pt x="475" y="372"/>
                </a:lnTo>
                <a:lnTo>
                  <a:pt x="469" y="377"/>
                </a:lnTo>
                <a:lnTo>
                  <a:pt x="463" y="382"/>
                </a:lnTo>
                <a:lnTo>
                  <a:pt x="457" y="386"/>
                </a:lnTo>
                <a:lnTo>
                  <a:pt x="450" y="391"/>
                </a:lnTo>
                <a:lnTo>
                  <a:pt x="444" y="395"/>
                </a:lnTo>
                <a:lnTo>
                  <a:pt x="437" y="399"/>
                </a:lnTo>
                <a:lnTo>
                  <a:pt x="430" y="403"/>
                </a:lnTo>
                <a:lnTo>
                  <a:pt x="422" y="407"/>
                </a:lnTo>
                <a:lnTo>
                  <a:pt x="415" y="411"/>
                </a:lnTo>
                <a:lnTo>
                  <a:pt x="408" y="414"/>
                </a:lnTo>
                <a:lnTo>
                  <a:pt x="400" y="417"/>
                </a:lnTo>
                <a:lnTo>
                  <a:pt x="392" y="420"/>
                </a:lnTo>
                <a:lnTo>
                  <a:pt x="384" y="423"/>
                </a:lnTo>
                <a:lnTo>
                  <a:pt x="376" y="426"/>
                </a:lnTo>
                <a:lnTo>
                  <a:pt x="368" y="428"/>
                </a:lnTo>
                <a:lnTo>
                  <a:pt x="360" y="431"/>
                </a:lnTo>
                <a:lnTo>
                  <a:pt x="352" y="433"/>
                </a:lnTo>
                <a:lnTo>
                  <a:pt x="344" y="435"/>
                </a:lnTo>
                <a:lnTo>
                  <a:pt x="335" y="436"/>
                </a:lnTo>
                <a:lnTo>
                  <a:pt x="327" y="438"/>
                </a:lnTo>
                <a:lnTo>
                  <a:pt x="318" y="439"/>
                </a:lnTo>
                <a:lnTo>
                  <a:pt x="310" y="440"/>
                </a:lnTo>
                <a:lnTo>
                  <a:pt x="301" y="440"/>
                </a:lnTo>
                <a:lnTo>
                  <a:pt x="293" y="441"/>
                </a:lnTo>
                <a:lnTo>
                  <a:pt x="283" y="441"/>
                </a:lnTo>
                <a:lnTo>
                  <a:pt x="274" y="441"/>
                </a:lnTo>
                <a:lnTo>
                  <a:pt x="266" y="441"/>
                </a:lnTo>
                <a:lnTo>
                  <a:pt x="257" y="441"/>
                </a:lnTo>
                <a:lnTo>
                  <a:pt x="249" y="440"/>
                </a:lnTo>
                <a:lnTo>
                  <a:pt x="240" y="440"/>
                </a:lnTo>
                <a:lnTo>
                  <a:pt x="231" y="439"/>
                </a:lnTo>
                <a:lnTo>
                  <a:pt x="223" y="438"/>
                </a:lnTo>
                <a:lnTo>
                  <a:pt x="214" y="436"/>
                </a:lnTo>
                <a:lnTo>
                  <a:pt x="206" y="435"/>
                </a:lnTo>
                <a:lnTo>
                  <a:pt x="198" y="433"/>
                </a:lnTo>
                <a:lnTo>
                  <a:pt x="190" y="431"/>
                </a:lnTo>
                <a:lnTo>
                  <a:pt x="181" y="428"/>
                </a:lnTo>
                <a:lnTo>
                  <a:pt x="173" y="426"/>
                </a:lnTo>
                <a:lnTo>
                  <a:pt x="165" y="423"/>
                </a:lnTo>
                <a:lnTo>
                  <a:pt x="157" y="420"/>
                </a:lnTo>
                <a:lnTo>
                  <a:pt x="150" y="417"/>
                </a:lnTo>
                <a:lnTo>
                  <a:pt x="142" y="414"/>
                </a:lnTo>
                <a:lnTo>
                  <a:pt x="135" y="411"/>
                </a:lnTo>
                <a:lnTo>
                  <a:pt x="127" y="407"/>
                </a:lnTo>
                <a:lnTo>
                  <a:pt x="120" y="403"/>
                </a:lnTo>
                <a:lnTo>
                  <a:pt x="113" y="399"/>
                </a:lnTo>
                <a:lnTo>
                  <a:pt x="106" y="395"/>
                </a:lnTo>
                <a:lnTo>
                  <a:pt x="99" y="391"/>
                </a:lnTo>
                <a:lnTo>
                  <a:pt x="93" y="386"/>
                </a:lnTo>
                <a:lnTo>
                  <a:pt x="86" y="382"/>
                </a:lnTo>
                <a:lnTo>
                  <a:pt x="80" y="377"/>
                </a:lnTo>
                <a:lnTo>
                  <a:pt x="74" y="372"/>
                </a:lnTo>
                <a:lnTo>
                  <a:pt x="68" y="367"/>
                </a:lnTo>
                <a:lnTo>
                  <a:pt x="63" y="362"/>
                </a:lnTo>
                <a:lnTo>
                  <a:pt x="57" y="356"/>
                </a:lnTo>
                <a:lnTo>
                  <a:pt x="52" y="351"/>
                </a:lnTo>
                <a:lnTo>
                  <a:pt x="47" y="345"/>
                </a:lnTo>
                <a:lnTo>
                  <a:pt x="43" y="339"/>
                </a:lnTo>
                <a:lnTo>
                  <a:pt x="38" y="333"/>
                </a:lnTo>
                <a:lnTo>
                  <a:pt x="34" y="327"/>
                </a:lnTo>
                <a:lnTo>
                  <a:pt x="30" y="321"/>
                </a:lnTo>
                <a:lnTo>
                  <a:pt x="26" y="315"/>
                </a:lnTo>
                <a:lnTo>
                  <a:pt x="22" y="309"/>
                </a:lnTo>
                <a:lnTo>
                  <a:pt x="19" y="302"/>
                </a:lnTo>
                <a:lnTo>
                  <a:pt x="16" y="296"/>
                </a:lnTo>
                <a:lnTo>
                  <a:pt x="13" y="289"/>
                </a:lnTo>
                <a:lnTo>
                  <a:pt x="11" y="283"/>
                </a:lnTo>
                <a:lnTo>
                  <a:pt x="8" y="276"/>
                </a:lnTo>
                <a:lnTo>
                  <a:pt x="6" y="269"/>
                </a:lnTo>
                <a:lnTo>
                  <a:pt x="5" y="262"/>
                </a:lnTo>
                <a:lnTo>
                  <a:pt x="3" y="256"/>
                </a:lnTo>
                <a:lnTo>
                  <a:pt x="2" y="249"/>
                </a:lnTo>
                <a:lnTo>
                  <a:pt x="1" y="242"/>
                </a:lnTo>
                <a:lnTo>
                  <a:pt x="0" y="235"/>
                </a:lnTo>
                <a:lnTo>
                  <a:pt x="0" y="228"/>
                </a:lnTo>
                <a:lnTo>
                  <a:pt x="0" y="221"/>
                </a:lnTo>
                <a:lnTo>
                  <a:pt x="0" y="214"/>
                </a:lnTo>
                <a:lnTo>
                  <a:pt x="0" y="207"/>
                </a:lnTo>
                <a:lnTo>
                  <a:pt x="1" y="200"/>
                </a:lnTo>
                <a:lnTo>
                  <a:pt x="2" y="193"/>
                </a:lnTo>
                <a:lnTo>
                  <a:pt x="3" y="187"/>
                </a:lnTo>
                <a:lnTo>
                  <a:pt x="5" y="180"/>
                </a:lnTo>
                <a:lnTo>
                  <a:pt x="6" y="173"/>
                </a:lnTo>
                <a:lnTo>
                  <a:pt x="8" y="166"/>
                </a:lnTo>
                <a:lnTo>
                  <a:pt x="11" y="160"/>
                </a:lnTo>
                <a:lnTo>
                  <a:pt x="13" y="152"/>
                </a:lnTo>
                <a:lnTo>
                  <a:pt x="16" y="145"/>
                </a:lnTo>
                <a:lnTo>
                  <a:pt x="19" y="139"/>
                </a:lnTo>
                <a:lnTo>
                  <a:pt x="22" y="133"/>
                </a:lnTo>
                <a:lnTo>
                  <a:pt x="26" y="126"/>
                </a:lnTo>
                <a:lnTo>
                  <a:pt x="30" y="120"/>
                </a:lnTo>
                <a:lnTo>
                  <a:pt x="34" y="114"/>
                </a:lnTo>
                <a:lnTo>
                  <a:pt x="38" y="108"/>
                </a:lnTo>
                <a:lnTo>
                  <a:pt x="43" y="102"/>
                </a:lnTo>
                <a:lnTo>
                  <a:pt x="47" y="96"/>
                </a:lnTo>
                <a:lnTo>
                  <a:pt x="52" y="91"/>
                </a:lnTo>
                <a:lnTo>
                  <a:pt x="57" y="85"/>
                </a:lnTo>
                <a:lnTo>
                  <a:pt x="63" y="80"/>
                </a:lnTo>
                <a:lnTo>
                  <a:pt x="68" y="74"/>
                </a:lnTo>
                <a:lnTo>
                  <a:pt x="74" y="69"/>
                </a:lnTo>
                <a:lnTo>
                  <a:pt x="80" y="64"/>
                </a:lnTo>
                <a:lnTo>
                  <a:pt x="86" y="59"/>
                </a:lnTo>
                <a:lnTo>
                  <a:pt x="93" y="55"/>
                </a:lnTo>
                <a:lnTo>
                  <a:pt x="99" y="50"/>
                </a:lnTo>
                <a:lnTo>
                  <a:pt x="106" y="46"/>
                </a:lnTo>
                <a:lnTo>
                  <a:pt x="113" y="42"/>
                </a:lnTo>
                <a:lnTo>
                  <a:pt x="120" y="38"/>
                </a:lnTo>
                <a:lnTo>
                  <a:pt x="127" y="34"/>
                </a:lnTo>
                <a:lnTo>
                  <a:pt x="135" y="30"/>
                </a:lnTo>
                <a:lnTo>
                  <a:pt x="142" y="27"/>
                </a:lnTo>
                <a:lnTo>
                  <a:pt x="150" y="24"/>
                </a:lnTo>
                <a:lnTo>
                  <a:pt x="157" y="21"/>
                </a:lnTo>
                <a:lnTo>
                  <a:pt x="165" y="18"/>
                </a:lnTo>
                <a:lnTo>
                  <a:pt x="173" y="15"/>
                </a:lnTo>
                <a:lnTo>
                  <a:pt x="181" y="13"/>
                </a:lnTo>
                <a:lnTo>
                  <a:pt x="190" y="10"/>
                </a:lnTo>
                <a:lnTo>
                  <a:pt x="198" y="8"/>
                </a:lnTo>
                <a:lnTo>
                  <a:pt x="206" y="7"/>
                </a:lnTo>
                <a:lnTo>
                  <a:pt x="214" y="5"/>
                </a:lnTo>
                <a:lnTo>
                  <a:pt x="223" y="4"/>
                </a:lnTo>
                <a:lnTo>
                  <a:pt x="231" y="2"/>
                </a:lnTo>
                <a:lnTo>
                  <a:pt x="240" y="1"/>
                </a:lnTo>
                <a:lnTo>
                  <a:pt x="249" y="1"/>
                </a:lnTo>
                <a:lnTo>
                  <a:pt x="257" y="0"/>
                </a:lnTo>
                <a:lnTo>
                  <a:pt x="266" y="0"/>
                </a:lnTo>
                <a:lnTo>
                  <a:pt x="274" y="0"/>
                </a:lnTo>
                <a:lnTo>
                  <a:pt x="283" y="0"/>
                </a:lnTo>
                <a:lnTo>
                  <a:pt x="293" y="0"/>
                </a:lnTo>
                <a:lnTo>
                  <a:pt x="301" y="1"/>
                </a:lnTo>
                <a:lnTo>
                  <a:pt x="310" y="1"/>
                </a:lnTo>
                <a:lnTo>
                  <a:pt x="318" y="2"/>
                </a:lnTo>
                <a:lnTo>
                  <a:pt x="327" y="4"/>
                </a:lnTo>
                <a:lnTo>
                  <a:pt x="335" y="5"/>
                </a:lnTo>
                <a:lnTo>
                  <a:pt x="344" y="7"/>
                </a:lnTo>
                <a:lnTo>
                  <a:pt x="352" y="8"/>
                </a:lnTo>
                <a:lnTo>
                  <a:pt x="360" y="10"/>
                </a:lnTo>
                <a:lnTo>
                  <a:pt x="368" y="13"/>
                </a:lnTo>
                <a:lnTo>
                  <a:pt x="376" y="15"/>
                </a:lnTo>
                <a:lnTo>
                  <a:pt x="384" y="18"/>
                </a:lnTo>
                <a:lnTo>
                  <a:pt x="392" y="21"/>
                </a:lnTo>
                <a:lnTo>
                  <a:pt x="400" y="24"/>
                </a:lnTo>
                <a:lnTo>
                  <a:pt x="408" y="27"/>
                </a:lnTo>
                <a:lnTo>
                  <a:pt x="415" y="30"/>
                </a:lnTo>
                <a:lnTo>
                  <a:pt x="422" y="34"/>
                </a:lnTo>
                <a:lnTo>
                  <a:pt x="430" y="38"/>
                </a:lnTo>
                <a:lnTo>
                  <a:pt x="437" y="42"/>
                </a:lnTo>
                <a:lnTo>
                  <a:pt x="444" y="46"/>
                </a:lnTo>
                <a:lnTo>
                  <a:pt x="450" y="50"/>
                </a:lnTo>
                <a:lnTo>
                  <a:pt x="457" y="55"/>
                </a:lnTo>
                <a:lnTo>
                  <a:pt x="463" y="59"/>
                </a:lnTo>
                <a:lnTo>
                  <a:pt x="469" y="64"/>
                </a:lnTo>
                <a:lnTo>
                  <a:pt x="475" y="69"/>
                </a:lnTo>
                <a:lnTo>
                  <a:pt x="481" y="74"/>
                </a:lnTo>
                <a:lnTo>
                  <a:pt x="487" y="80"/>
                </a:lnTo>
                <a:lnTo>
                  <a:pt x="492" y="85"/>
                </a:lnTo>
                <a:lnTo>
                  <a:pt x="497" y="91"/>
                </a:lnTo>
                <a:lnTo>
                  <a:pt x="502" y="96"/>
                </a:lnTo>
                <a:lnTo>
                  <a:pt x="507" y="102"/>
                </a:lnTo>
                <a:lnTo>
                  <a:pt x="512" y="108"/>
                </a:lnTo>
                <a:lnTo>
                  <a:pt x="516" y="114"/>
                </a:lnTo>
                <a:lnTo>
                  <a:pt x="520" y="120"/>
                </a:lnTo>
                <a:lnTo>
                  <a:pt x="524" y="126"/>
                </a:lnTo>
                <a:lnTo>
                  <a:pt x="527" y="133"/>
                </a:lnTo>
                <a:lnTo>
                  <a:pt x="531" y="139"/>
                </a:lnTo>
                <a:lnTo>
                  <a:pt x="534" y="145"/>
                </a:lnTo>
                <a:lnTo>
                  <a:pt x="536" y="152"/>
                </a:lnTo>
                <a:lnTo>
                  <a:pt x="539" y="160"/>
                </a:lnTo>
                <a:lnTo>
                  <a:pt x="541" y="166"/>
                </a:lnTo>
                <a:lnTo>
                  <a:pt x="543" y="173"/>
                </a:lnTo>
                <a:lnTo>
                  <a:pt x="545" y="180"/>
                </a:lnTo>
                <a:lnTo>
                  <a:pt x="546" y="187"/>
                </a:lnTo>
                <a:lnTo>
                  <a:pt x="548" y="193"/>
                </a:lnTo>
                <a:lnTo>
                  <a:pt x="549" y="200"/>
                </a:lnTo>
                <a:lnTo>
                  <a:pt x="549" y="207"/>
                </a:lnTo>
                <a:lnTo>
                  <a:pt x="550" y="214"/>
                </a:lnTo>
                <a:lnTo>
                  <a:pt x="550" y="221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" name=""/>
          <p:cNvSpPr/>
          <p:nvPr/>
        </p:nvSpPr>
        <p:spPr>
          <a:xfrm>
            <a:off x="2760120" y="1765440"/>
            <a:ext cx="199440" cy="160200"/>
          </a:xfrm>
          <a:custGeom>
            <a:avLst/>
            <a:gdLst/>
            <a:ahLst/>
            <a:rect l="0" t="0" r="r" b="b"/>
            <a:pathLst>
              <a:path w="554" h="445">
                <a:moveTo>
                  <a:pt x="552" y="223"/>
                </a:moveTo>
                <a:lnTo>
                  <a:pt x="552" y="216"/>
                </a:lnTo>
                <a:lnTo>
                  <a:pt x="551" y="209"/>
                </a:lnTo>
                <a:lnTo>
                  <a:pt x="551" y="201"/>
                </a:lnTo>
                <a:lnTo>
                  <a:pt x="550" y="194"/>
                </a:lnTo>
                <a:lnTo>
                  <a:pt x="548" y="188"/>
                </a:lnTo>
                <a:lnTo>
                  <a:pt x="547" y="181"/>
                </a:lnTo>
                <a:lnTo>
                  <a:pt x="545" y="174"/>
                </a:lnTo>
                <a:lnTo>
                  <a:pt x="543" y="167"/>
                </a:lnTo>
                <a:lnTo>
                  <a:pt x="541" y="161"/>
                </a:lnTo>
                <a:lnTo>
                  <a:pt x="538" y="154"/>
                </a:lnTo>
                <a:lnTo>
                  <a:pt x="536" y="147"/>
                </a:lnTo>
                <a:lnTo>
                  <a:pt x="533" y="141"/>
                </a:lnTo>
                <a:lnTo>
                  <a:pt x="529" y="135"/>
                </a:lnTo>
                <a:lnTo>
                  <a:pt x="526" y="128"/>
                </a:lnTo>
                <a:lnTo>
                  <a:pt x="522" y="122"/>
                </a:lnTo>
                <a:lnTo>
                  <a:pt x="518" y="116"/>
                </a:lnTo>
                <a:lnTo>
                  <a:pt x="514" y="110"/>
                </a:lnTo>
                <a:lnTo>
                  <a:pt x="509" y="104"/>
                </a:lnTo>
                <a:lnTo>
                  <a:pt x="504" y="98"/>
                </a:lnTo>
                <a:lnTo>
                  <a:pt x="499" y="93"/>
                </a:lnTo>
                <a:lnTo>
                  <a:pt x="494" y="87"/>
                </a:lnTo>
                <a:lnTo>
                  <a:pt x="489" y="82"/>
                </a:lnTo>
                <a:lnTo>
                  <a:pt x="483" y="76"/>
                </a:lnTo>
                <a:lnTo>
                  <a:pt x="477" y="71"/>
                </a:lnTo>
                <a:lnTo>
                  <a:pt x="471" y="66"/>
                </a:lnTo>
                <a:lnTo>
                  <a:pt x="465" y="61"/>
                </a:lnTo>
                <a:lnTo>
                  <a:pt x="459" y="57"/>
                </a:lnTo>
                <a:lnTo>
                  <a:pt x="452" y="52"/>
                </a:lnTo>
                <a:lnTo>
                  <a:pt x="446" y="48"/>
                </a:lnTo>
                <a:lnTo>
                  <a:pt x="439" y="44"/>
                </a:lnTo>
                <a:lnTo>
                  <a:pt x="432" y="40"/>
                </a:lnTo>
                <a:lnTo>
                  <a:pt x="424" y="36"/>
                </a:lnTo>
                <a:lnTo>
                  <a:pt x="417" y="32"/>
                </a:lnTo>
                <a:lnTo>
                  <a:pt x="410" y="29"/>
                </a:lnTo>
                <a:lnTo>
                  <a:pt x="402" y="26"/>
                </a:lnTo>
                <a:lnTo>
                  <a:pt x="394" y="23"/>
                </a:lnTo>
                <a:lnTo>
                  <a:pt x="386" y="20"/>
                </a:lnTo>
                <a:lnTo>
                  <a:pt x="378" y="17"/>
                </a:lnTo>
                <a:lnTo>
                  <a:pt x="370" y="15"/>
                </a:lnTo>
                <a:lnTo>
                  <a:pt x="362" y="12"/>
                </a:lnTo>
                <a:lnTo>
                  <a:pt x="354" y="10"/>
                </a:lnTo>
                <a:lnTo>
                  <a:pt x="345" y="9"/>
                </a:lnTo>
                <a:lnTo>
                  <a:pt x="336" y="7"/>
                </a:lnTo>
                <a:lnTo>
                  <a:pt x="328" y="6"/>
                </a:lnTo>
                <a:lnTo>
                  <a:pt x="319" y="4"/>
                </a:lnTo>
                <a:lnTo>
                  <a:pt x="311" y="3"/>
                </a:lnTo>
                <a:lnTo>
                  <a:pt x="302" y="3"/>
                </a:lnTo>
                <a:lnTo>
                  <a:pt x="294" y="2"/>
                </a:lnTo>
                <a:lnTo>
                  <a:pt x="285" y="2"/>
                </a:lnTo>
                <a:lnTo>
                  <a:pt x="276" y="2"/>
                </a:lnTo>
                <a:lnTo>
                  <a:pt x="268" y="2"/>
                </a:lnTo>
                <a:lnTo>
                  <a:pt x="259" y="2"/>
                </a:lnTo>
                <a:lnTo>
                  <a:pt x="251" y="3"/>
                </a:lnTo>
                <a:lnTo>
                  <a:pt x="242" y="3"/>
                </a:lnTo>
                <a:lnTo>
                  <a:pt x="233" y="4"/>
                </a:lnTo>
                <a:lnTo>
                  <a:pt x="225" y="6"/>
                </a:lnTo>
                <a:lnTo>
                  <a:pt x="216" y="7"/>
                </a:lnTo>
                <a:lnTo>
                  <a:pt x="208" y="9"/>
                </a:lnTo>
                <a:lnTo>
                  <a:pt x="200" y="10"/>
                </a:lnTo>
                <a:lnTo>
                  <a:pt x="192" y="12"/>
                </a:lnTo>
                <a:lnTo>
                  <a:pt x="183" y="15"/>
                </a:lnTo>
                <a:lnTo>
                  <a:pt x="175" y="17"/>
                </a:lnTo>
                <a:lnTo>
                  <a:pt x="167" y="20"/>
                </a:lnTo>
                <a:lnTo>
                  <a:pt x="159" y="23"/>
                </a:lnTo>
                <a:lnTo>
                  <a:pt x="152" y="26"/>
                </a:lnTo>
                <a:lnTo>
                  <a:pt x="144" y="29"/>
                </a:lnTo>
                <a:lnTo>
                  <a:pt x="137" y="32"/>
                </a:lnTo>
                <a:lnTo>
                  <a:pt x="129" y="36"/>
                </a:lnTo>
                <a:lnTo>
                  <a:pt x="122" y="40"/>
                </a:lnTo>
                <a:lnTo>
                  <a:pt x="115" y="44"/>
                </a:lnTo>
                <a:lnTo>
                  <a:pt x="108" y="48"/>
                </a:lnTo>
                <a:lnTo>
                  <a:pt x="101" y="52"/>
                </a:lnTo>
                <a:lnTo>
                  <a:pt x="95" y="57"/>
                </a:lnTo>
                <a:lnTo>
                  <a:pt x="88" y="61"/>
                </a:lnTo>
                <a:lnTo>
                  <a:pt x="82" y="66"/>
                </a:lnTo>
                <a:lnTo>
                  <a:pt x="76" y="71"/>
                </a:lnTo>
                <a:lnTo>
                  <a:pt x="70" y="76"/>
                </a:lnTo>
                <a:lnTo>
                  <a:pt x="65" y="82"/>
                </a:lnTo>
                <a:lnTo>
                  <a:pt x="59" y="87"/>
                </a:lnTo>
                <a:lnTo>
                  <a:pt x="54" y="93"/>
                </a:lnTo>
                <a:lnTo>
                  <a:pt x="49" y="98"/>
                </a:lnTo>
                <a:lnTo>
                  <a:pt x="45" y="104"/>
                </a:lnTo>
                <a:lnTo>
                  <a:pt x="40" y="110"/>
                </a:lnTo>
                <a:lnTo>
                  <a:pt x="36" y="116"/>
                </a:lnTo>
                <a:lnTo>
                  <a:pt x="32" y="122"/>
                </a:lnTo>
                <a:lnTo>
                  <a:pt x="28" y="128"/>
                </a:lnTo>
                <a:lnTo>
                  <a:pt x="24" y="135"/>
                </a:lnTo>
                <a:lnTo>
                  <a:pt x="21" y="141"/>
                </a:lnTo>
                <a:lnTo>
                  <a:pt x="18" y="147"/>
                </a:lnTo>
                <a:lnTo>
                  <a:pt x="15" y="154"/>
                </a:lnTo>
                <a:lnTo>
                  <a:pt x="13" y="161"/>
                </a:lnTo>
                <a:lnTo>
                  <a:pt x="10" y="167"/>
                </a:lnTo>
                <a:lnTo>
                  <a:pt x="8" y="174"/>
                </a:lnTo>
                <a:lnTo>
                  <a:pt x="7" y="181"/>
                </a:lnTo>
                <a:lnTo>
                  <a:pt x="5" y="188"/>
                </a:lnTo>
                <a:lnTo>
                  <a:pt x="4" y="194"/>
                </a:lnTo>
                <a:lnTo>
                  <a:pt x="3" y="201"/>
                </a:lnTo>
                <a:lnTo>
                  <a:pt x="2" y="209"/>
                </a:lnTo>
                <a:lnTo>
                  <a:pt x="2" y="216"/>
                </a:lnTo>
                <a:lnTo>
                  <a:pt x="2" y="223"/>
                </a:lnTo>
                <a:lnTo>
                  <a:pt x="2" y="230"/>
                </a:lnTo>
                <a:lnTo>
                  <a:pt x="2" y="237"/>
                </a:lnTo>
                <a:lnTo>
                  <a:pt x="3" y="244"/>
                </a:lnTo>
                <a:lnTo>
                  <a:pt x="4" y="251"/>
                </a:lnTo>
                <a:lnTo>
                  <a:pt x="5" y="258"/>
                </a:lnTo>
                <a:lnTo>
                  <a:pt x="7" y="264"/>
                </a:lnTo>
                <a:lnTo>
                  <a:pt x="8" y="271"/>
                </a:lnTo>
                <a:lnTo>
                  <a:pt x="10" y="278"/>
                </a:lnTo>
                <a:lnTo>
                  <a:pt x="13" y="285"/>
                </a:lnTo>
                <a:lnTo>
                  <a:pt x="15" y="291"/>
                </a:lnTo>
                <a:lnTo>
                  <a:pt x="18" y="298"/>
                </a:lnTo>
                <a:lnTo>
                  <a:pt x="21" y="304"/>
                </a:lnTo>
                <a:lnTo>
                  <a:pt x="24" y="311"/>
                </a:lnTo>
                <a:lnTo>
                  <a:pt x="28" y="317"/>
                </a:lnTo>
                <a:lnTo>
                  <a:pt x="32" y="323"/>
                </a:lnTo>
                <a:lnTo>
                  <a:pt x="36" y="329"/>
                </a:lnTo>
                <a:lnTo>
                  <a:pt x="40" y="335"/>
                </a:lnTo>
                <a:lnTo>
                  <a:pt x="45" y="341"/>
                </a:lnTo>
                <a:lnTo>
                  <a:pt x="49" y="347"/>
                </a:lnTo>
                <a:lnTo>
                  <a:pt x="54" y="353"/>
                </a:lnTo>
                <a:lnTo>
                  <a:pt x="59" y="358"/>
                </a:lnTo>
                <a:lnTo>
                  <a:pt x="65" y="364"/>
                </a:lnTo>
                <a:lnTo>
                  <a:pt x="70" y="369"/>
                </a:lnTo>
                <a:lnTo>
                  <a:pt x="76" y="374"/>
                </a:lnTo>
                <a:lnTo>
                  <a:pt x="82" y="379"/>
                </a:lnTo>
                <a:lnTo>
                  <a:pt x="88" y="384"/>
                </a:lnTo>
                <a:lnTo>
                  <a:pt x="95" y="388"/>
                </a:lnTo>
                <a:lnTo>
                  <a:pt x="101" y="393"/>
                </a:lnTo>
                <a:lnTo>
                  <a:pt x="108" y="397"/>
                </a:lnTo>
                <a:lnTo>
                  <a:pt x="115" y="401"/>
                </a:lnTo>
                <a:lnTo>
                  <a:pt x="122" y="405"/>
                </a:lnTo>
                <a:lnTo>
                  <a:pt x="129" y="409"/>
                </a:lnTo>
                <a:lnTo>
                  <a:pt x="137" y="413"/>
                </a:lnTo>
                <a:lnTo>
                  <a:pt x="144" y="416"/>
                </a:lnTo>
                <a:lnTo>
                  <a:pt x="152" y="419"/>
                </a:lnTo>
                <a:lnTo>
                  <a:pt x="159" y="422"/>
                </a:lnTo>
                <a:lnTo>
                  <a:pt x="167" y="425"/>
                </a:lnTo>
                <a:lnTo>
                  <a:pt x="175" y="428"/>
                </a:lnTo>
                <a:lnTo>
                  <a:pt x="183" y="430"/>
                </a:lnTo>
                <a:lnTo>
                  <a:pt x="192" y="433"/>
                </a:lnTo>
                <a:lnTo>
                  <a:pt x="200" y="435"/>
                </a:lnTo>
                <a:lnTo>
                  <a:pt x="208" y="437"/>
                </a:lnTo>
                <a:lnTo>
                  <a:pt x="216" y="438"/>
                </a:lnTo>
                <a:lnTo>
                  <a:pt x="225" y="440"/>
                </a:lnTo>
                <a:lnTo>
                  <a:pt x="233" y="441"/>
                </a:lnTo>
                <a:lnTo>
                  <a:pt x="242" y="442"/>
                </a:lnTo>
                <a:lnTo>
                  <a:pt x="251" y="442"/>
                </a:lnTo>
                <a:lnTo>
                  <a:pt x="259" y="443"/>
                </a:lnTo>
                <a:lnTo>
                  <a:pt x="268" y="443"/>
                </a:lnTo>
                <a:lnTo>
                  <a:pt x="276" y="443"/>
                </a:lnTo>
                <a:lnTo>
                  <a:pt x="285" y="443"/>
                </a:lnTo>
                <a:lnTo>
                  <a:pt x="294" y="443"/>
                </a:lnTo>
                <a:lnTo>
                  <a:pt x="302" y="442"/>
                </a:lnTo>
                <a:lnTo>
                  <a:pt x="311" y="442"/>
                </a:lnTo>
                <a:lnTo>
                  <a:pt x="319" y="441"/>
                </a:lnTo>
                <a:lnTo>
                  <a:pt x="328" y="440"/>
                </a:lnTo>
                <a:lnTo>
                  <a:pt x="336" y="438"/>
                </a:lnTo>
                <a:lnTo>
                  <a:pt x="345" y="437"/>
                </a:lnTo>
                <a:lnTo>
                  <a:pt x="354" y="435"/>
                </a:lnTo>
                <a:lnTo>
                  <a:pt x="362" y="433"/>
                </a:lnTo>
                <a:lnTo>
                  <a:pt x="370" y="430"/>
                </a:lnTo>
                <a:lnTo>
                  <a:pt x="378" y="428"/>
                </a:lnTo>
                <a:lnTo>
                  <a:pt x="386" y="425"/>
                </a:lnTo>
                <a:lnTo>
                  <a:pt x="394" y="422"/>
                </a:lnTo>
                <a:lnTo>
                  <a:pt x="402" y="419"/>
                </a:lnTo>
                <a:lnTo>
                  <a:pt x="410" y="416"/>
                </a:lnTo>
                <a:lnTo>
                  <a:pt x="417" y="413"/>
                </a:lnTo>
                <a:lnTo>
                  <a:pt x="424" y="409"/>
                </a:lnTo>
                <a:lnTo>
                  <a:pt x="432" y="405"/>
                </a:lnTo>
                <a:lnTo>
                  <a:pt x="439" y="401"/>
                </a:lnTo>
                <a:lnTo>
                  <a:pt x="446" y="397"/>
                </a:lnTo>
                <a:lnTo>
                  <a:pt x="452" y="393"/>
                </a:lnTo>
                <a:lnTo>
                  <a:pt x="459" y="388"/>
                </a:lnTo>
                <a:lnTo>
                  <a:pt x="465" y="384"/>
                </a:lnTo>
                <a:lnTo>
                  <a:pt x="471" y="379"/>
                </a:lnTo>
                <a:lnTo>
                  <a:pt x="477" y="374"/>
                </a:lnTo>
                <a:lnTo>
                  <a:pt x="483" y="369"/>
                </a:lnTo>
                <a:lnTo>
                  <a:pt x="489" y="364"/>
                </a:lnTo>
                <a:lnTo>
                  <a:pt x="494" y="358"/>
                </a:lnTo>
                <a:lnTo>
                  <a:pt x="499" y="353"/>
                </a:lnTo>
                <a:lnTo>
                  <a:pt x="504" y="347"/>
                </a:lnTo>
                <a:lnTo>
                  <a:pt x="509" y="341"/>
                </a:lnTo>
                <a:lnTo>
                  <a:pt x="514" y="335"/>
                </a:lnTo>
                <a:lnTo>
                  <a:pt x="518" y="329"/>
                </a:lnTo>
                <a:lnTo>
                  <a:pt x="522" y="323"/>
                </a:lnTo>
                <a:lnTo>
                  <a:pt x="526" y="317"/>
                </a:lnTo>
                <a:lnTo>
                  <a:pt x="529" y="311"/>
                </a:lnTo>
                <a:lnTo>
                  <a:pt x="533" y="304"/>
                </a:lnTo>
                <a:lnTo>
                  <a:pt x="536" y="298"/>
                </a:lnTo>
                <a:lnTo>
                  <a:pt x="538" y="291"/>
                </a:lnTo>
                <a:lnTo>
                  <a:pt x="541" y="285"/>
                </a:lnTo>
                <a:lnTo>
                  <a:pt x="543" y="278"/>
                </a:lnTo>
                <a:lnTo>
                  <a:pt x="545" y="271"/>
                </a:lnTo>
                <a:lnTo>
                  <a:pt x="547" y="264"/>
                </a:lnTo>
                <a:lnTo>
                  <a:pt x="548" y="258"/>
                </a:lnTo>
                <a:lnTo>
                  <a:pt x="550" y="251"/>
                </a:lnTo>
                <a:lnTo>
                  <a:pt x="551" y="244"/>
                </a:lnTo>
                <a:lnTo>
                  <a:pt x="551" y="237"/>
                </a:lnTo>
                <a:lnTo>
                  <a:pt x="552" y="230"/>
                </a:lnTo>
                <a:lnTo>
                  <a:pt x="552" y="223"/>
                </a:lnTo>
                <a:moveTo>
                  <a:pt x="554" y="223"/>
                </a:moveTo>
                <a:lnTo>
                  <a:pt x="554" y="230"/>
                </a:lnTo>
                <a:lnTo>
                  <a:pt x="554" y="237"/>
                </a:lnTo>
                <a:lnTo>
                  <a:pt x="553" y="244"/>
                </a:lnTo>
                <a:lnTo>
                  <a:pt x="552" y="251"/>
                </a:lnTo>
                <a:lnTo>
                  <a:pt x="551" y="258"/>
                </a:lnTo>
                <a:lnTo>
                  <a:pt x="549" y="265"/>
                </a:lnTo>
                <a:lnTo>
                  <a:pt x="548" y="272"/>
                </a:lnTo>
                <a:lnTo>
                  <a:pt x="545" y="278"/>
                </a:lnTo>
                <a:lnTo>
                  <a:pt x="543" y="285"/>
                </a:lnTo>
                <a:lnTo>
                  <a:pt x="541" y="292"/>
                </a:lnTo>
                <a:lnTo>
                  <a:pt x="538" y="298"/>
                </a:lnTo>
                <a:lnTo>
                  <a:pt x="535" y="305"/>
                </a:lnTo>
                <a:lnTo>
                  <a:pt x="531" y="311"/>
                </a:lnTo>
                <a:lnTo>
                  <a:pt x="528" y="318"/>
                </a:lnTo>
                <a:lnTo>
                  <a:pt x="524" y="324"/>
                </a:lnTo>
                <a:lnTo>
                  <a:pt x="520" y="330"/>
                </a:lnTo>
                <a:lnTo>
                  <a:pt x="516" y="336"/>
                </a:lnTo>
                <a:lnTo>
                  <a:pt x="511" y="342"/>
                </a:lnTo>
                <a:lnTo>
                  <a:pt x="506" y="348"/>
                </a:lnTo>
                <a:lnTo>
                  <a:pt x="501" y="354"/>
                </a:lnTo>
                <a:lnTo>
                  <a:pt x="496" y="359"/>
                </a:lnTo>
                <a:lnTo>
                  <a:pt x="491" y="365"/>
                </a:lnTo>
                <a:lnTo>
                  <a:pt x="485" y="370"/>
                </a:lnTo>
                <a:lnTo>
                  <a:pt x="479" y="375"/>
                </a:lnTo>
                <a:lnTo>
                  <a:pt x="473" y="380"/>
                </a:lnTo>
                <a:lnTo>
                  <a:pt x="467" y="385"/>
                </a:lnTo>
                <a:lnTo>
                  <a:pt x="460" y="390"/>
                </a:lnTo>
                <a:lnTo>
                  <a:pt x="454" y="394"/>
                </a:lnTo>
                <a:lnTo>
                  <a:pt x="447" y="399"/>
                </a:lnTo>
                <a:lnTo>
                  <a:pt x="440" y="403"/>
                </a:lnTo>
                <a:lnTo>
                  <a:pt x="433" y="407"/>
                </a:lnTo>
                <a:lnTo>
                  <a:pt x="426" y="411"/>
                </a:lnTo>
                <a:lnTo>
                  <a:pt x="418" y="414"/>
                </a:lnTo>
                <a:lnTo>
                  <a:pt x="411" y="418"/>
                </a:lnTo>
                <a:lnTo>
                  <a:pt x="403" y="421"/>
                </a:lnTo>
                <a:lnTo>
                  <a:pt x="395" y="424"/>
                </a:lnTo>
                <a:lnTo>
                  <a:pt x="387" y="427"/>
                </a:lnTo>
                <a:lnTo>
                  <a:pt x="379" y="430"/>
                </a:lnTo>
                <a:lnTo>
                  <a:pt x="371" y="432"/>
                </a:lnTo>
                <a:lnTo>
                  <a:pt x="363" y="434"/>
                </a:lnTo>
                <a:lnTo>
                  <a:pt x="355" y="436"/>
                </a:lnTo>
                <a:lnTo>
                  <a:pt x="345" y="438"/>
                </a:lnTo>
                <a:lnTo>
                  <a:pt x="337" y="440"/>
                </a:lnTo>
                <a:lnTo>
                  <a:pt x="328" y="441"/>
                </a:lnTo>
                <a:lnTo>
                  <a:pt x="320" y="443"/>
                </a:lnTo>
                <a:lnTo>
                  <a:pt x="311" y="444"/>
                </a:lnTo>
                <a:lnTo>
                  <a:pt x="302" y="444"/>
                </a:lnTo>
                <a:lnTo>
                  <a:pt x="294" y="445"/>
                </a:lnTo>
                <a:lnTo>
                  <a:pt x="285" y="445"/>
                </a:lnTo>
                <a:lnTo>
                  <a:pt x="276" y="445"/>
                </a:lnTo>
                <a:lnTo>
                  <a:pt x="268" y="445"/>
                </a:lnTo>
                <a:lnTo>
                  <a:pt x="259" y="445"/>
                </a:lnTo>
                <a:lnTo>
                  <a:pt x="250" y="444"/>
                </a:lnTo>
                <a:lnTo>
                  <a:pt x="242" y="444"/>
                </a:lnTo>
                <a:lnTo>
                  <a:pt x="233" y="443"/>
                </a:lnTo>
                <a:lnTo>
                  <a:pt x="224" y="441"/>
                </a:lnTo>
                <a:lnTo>
                  <a:pt x="216" y="440"/>
                </a:lnTo>
                <a:lnTo>
                  <a:pt x="208" y="438"/>
                </a:lnTo>
                <a:lnTo>
                  <a:pt x="199" y="436"/>
                </a:lnTo>
                <a:lnTo>
                  <a:pt x="191" y="434"/>
                </a:lnTo>
                <a:lnTo>
                  <a:pt x="183" y="432"/>
                </a:lnTo>
                <a:lnTo>
                  <a:pt x="174" y="430"/>
                </a:lnTo>
                <a:lnTo>
                  <a:pt x="166" y="427"/>
                </a:lnTo>
                <a:lnTo>
                  <a:pt x="158" y="424"/>
                </a:lnTo>
                <a:lnTo>
                  <a:pt x="151" y="421"/>
                </a:lnTo>
                <a:lnTo>
                  <a:pt x="143" y="418"/>
                </a:lnTo>
                <a:lnTo>
                  <a:pt x="135" y="414"/>
                </a:lnTo>
                <a:lnTo>
                  <a:pt x="128" y="411"/>
                </a:lnTo>
                <a:lnTo>
                  <a:pt x="121" y="407"/>
                </a:lnTo>
                <a:lnTo>
                  <a:pt x="114" y="403"/>
                </a:lnTo>
                <a:lnTo>
                  <a:pt x="107" y="399"/>
                </a:lnTo>
                <a:lnTo>
                  <a:pt x="100" y="394"/>
                </a:lnTo>
                <a:lnTo>
                  <a:pt x="93" y="390"/>
                </a:lnTo>
                <a:lnTo>
                  <a:pt x="87" y="385"/>
                </a:lnTo>
                <a:lnTo>
                  <a:pt x="81" y="380"/>
                </a:lnTo>
                <a:lnTo>
                  <a:pt x="75" y="375"/>
                </a:lnTo>
                <a:lnTo>
                  <a:pt x="69" y="370"/>
                </a:lnTo>
                <a:lnTo>
                  <a:pt x="63" y="365"/>
                </a:lnTo>
                <a:lnTo>
                  <a:pt x="58" y="359"/>
                </a:lnTo>
                <a:lnTo>
                  <a:pt x="52" y="354"/>
                </a:lnTo>
                <a:lnTo>
                  <a:pt x="47" y="348"/>
                </a:lnTo>
                <a:lnTo>
                  <a:pt x="43" y="342"/>
                </a:lnTo>
                <a:lnTo>
                  <a:pt x="38" y="336"/>
                </a:lnTo>
                <a:lnTo>
                  <a:pt x="34" y="330"/>
                </a:lnTo>
                <a:lnTo>
                  <a:pt x="30" y="324"/>
                </a:lnTo>
                <a:lnTo>
                  <a:pt x="26" y="318"/>
                </a:lnTo>
                <a:lnTo>
                  <a:pt x="22" y="311"/>
                </a:lnTo>
                <a:lnTo>
                  <a:pt x="19" y="305"/>
                </a:lnTo>
                <a:lnTo>
                  <a:pt x="16" y="298"/>
                </a:lnTo>
                <a:lnTo>
                  <a:pt x="13" y="292"/>
                </a:lnTo>
                <a:lnTo>
                  <a:pt x="11" y="285"/>
                </a:lnTo>
                <a:lnTo>
                  <a:pt x="8" y="278"/>
                </a:lnTo>
                <a:lnTo>
                  <a:pt x="6" y="272"/>
                </a:lnTo>
                <a:lnTo>
                  <a:pt x="4" y="265"/>
                </a:lnTo>
                <a:lnTo>
                  <a:pt x="3" y="258"/>
                </a:lnTo>
                <a:lnTo>
                  <a:pt x="2" y="251"/>
                </a:lnTo>
                <a:lnTo>
                  <a:pt x="1" y="244"/>
                </a:lnTo>
                <a:lnTo>
                  <a:pt x="0" y="237"/>
                </a:lnTo>
                <a:lnTo>
                  <a:pt x="0" y="230"/>
                </a:lnTo>
                <a:lnTo>
                  <a:pt x="0" y="223"/>
                </a:lnTo>
                <a:lnTo>
                  <a:pt x="0" y="216"/>
                </a:lnTo>
                <a:lnTo>
                  <a:pt x="0" y="209"/>
                </a:lnTo>
                <a:lnTo>
                  <a:pt x="1" y="201"/>
                </a:lnTo>
                <a:lnTo>
                  <a:pt x="2" y="194"/>
                </a:lnTo>
                <a:lnTo>
                  <a:pt x="3" y="187"/>
                </a:lnTo>
                <a:lnTo>
                  <a:pt x="4" y="180"/>
                </a:lnTo>
                <a:lnTo>
                  <a:pt x="6" y="174"/>
                </a:lnTo>
                <a:lnTo>
                  <a:pt x="8" y="167"/>
                </a:lnTo>
                <a:lnTo>
                  <a:pt x="11" y="160"/>
                </a:lnTo>
                <a:lnTo>
                  <a:pt x="13" y="153"/>
                </a:lnTo>
                <a:lnTo>
                  <a:pt x="16" y="147"/>
                </a:lnTo>
                <a:lnTo>
                  <a:pt x="19" y="140"/>
                </a:lnTo>
                <a:lnTo>
                  <a:pt x="22" y="134"/>
                </a:lnTo>
                <a:lnTo>
                  <a:pt x="26" y="127"/>
                </a:lnTo>
                <a:lnTo>
                  <a:pt x="30" y="121"/>
                </a:lnTo>
                <a:lnTo>
                  <a:pt x="34" y="115"/>
                </a:lnTo>
                <a:lnTo>
                  <a:pt x="38" y="109"/>
                </a:lnTo>
                <a:lnTo>
                  <a:pt x="43" y="103"/>
                </a:lnTo>
                <a:lnTo>
                  <a:pt x="47" y="97"/>
                </a:lnTo>
                <a:lnTo>
                  <a:pt x="52" y="91"/>
                </a:lnTo>
                <a:lnTo>
                  <a:pt x="58" y="86"/>
                </a:lnTo>
                <a:lnTo>
                  <a:pt x="63" y="80"/>
                </a:lnTo>
                <a:lnTo>
                  <a:pt x="69" y="75"/>
                </a:lnTo>
                <a:lnTo>
                  <a:pt x="75" y="70"/>
                </a:lnTo>
                <a:lnTo>
                  <a:pt x="81" y="65"/>
                </a:lnTo>
                <a:lnTo>
                  <a:pt x="87" y="60"/>
                </a:lnTo>
                <a:lnTo>
                  <a:pt x="93" y="55"/>
                </a:lnTo>
                <a:lnTo>
                  <a:pt x="100" y="51"/>
                </a:lnTo>
                <a:lnTo>
                  <a:pt x="107" y="46"/>
                </a:lnTo>
                <a:lnTo>
                  <a:pt x="114" y="42"/>
                </a:lnTo>
                <a:lnTo>
                  <a:pt x="121" y="38"/>
                </a:lnTo>
                <a:lnTo>
                  <a:pt x="128" y="34"/>
                </a:lnTo>
                <a:lnTo>
                  <a:pt x="135" y="31"/>
                </a:lnTo>
                <a:lnTo>
                  <a:pt x="143" y="27"/>
                </a:lnTo>
                <a:lnTo>
                  <a:pt x="151" y="24"/>
                </a:lnTo>
                <a:lnTo>
                  <a:pt x="158" y="21"/>
                </a:lnTo>
                <a:lnTo>
                  <a:pt x="166" y="18"/>
                </a:lnTo>
                <a:lnTo>
                  <a:pt x="174" y="15"/>
                </a:lnTo>
                <a:lnTo>
                  <a:pt x="183" y="13"/>
                </a:lnTo>
                <a:lnTo>
                  <a:pt x="191" y="11"/>
                </a:lnTo>
                <a:lnTo>
                  <a:pt x="199" y="9"/>
                </a:lnTo>
                <a:lnTo>
                  <a:pt x="208" y="7"/>
                </a:lnTo>
                <a:lnTo>
                  <a:pt x="216" y="5"/>
                </a:lnTo>
                <a:lnTo>
                  <a:pt x="224" y="4"/>
                </a:lnTo>
                <a:lnTo>
                  <a:pt x="233" y="3"/>
                </a:lnTo>
                <a:lnTo>
                  <a:pt x="242" y="2"/>
                </a:lnTo>
                <a:lnTo>
                  <a:pt x="250" y="1"/>
                </a:lnTo>
                <a:lnTo>
                  <a:pt x="259" y="0"/>
                </a:lnTo>
                <a:lnTo>
                  <a:pt x="268" y="0"/>
                </a:lnTo>
                <a:lnTo>
                  <a:pt x="276" y="0"/>
                </a:lnTo>
                <a:lnTo>
                  <a:pt x="285" y="0"/>
                </a:lnTo>
                <a:lnTo>
                  <a:pt x="294" y="0"/>
                </a:lnTo>
                <a:lnTo>
                  <a:pt x="302" y="1"/>
                </a:lnTo>
                <a:lnTo>
                  <a:pt x="311" y="2"/>
                </a:lnTo>
                <a:lnTo>
                  <a:pt x="320" y="3"/>
                </a:lnTo>
                <a:lnTo>
                  <a:pt x="328" y="4"/>
                </a:lnTo>
                <a:lnTo>
                  <a:pt x="337" y="5"/>
                </a:lnTo>
                <a:lnTo>
                  <a:pt x="345" y="7"/>
                </a:lnTo>
                <a:lnTo>
                  <a:pt x="355" y="9"/>
                </a:lnTo>
                <a:lnTo>
                  <a:pt x="363" y="11"/>
                </a:lnTo>
                <a:lnTo>
                  <a:pt x="371" y="13"/>
                </a:lnTo>
                <a:lnTo>
                  <a:pt x="379" y="15"/>
                </a:lnTo>
                <a:lnTo>
                  <a:pt x="387" y="18"/>
                </a:lnTo>
                <a:lnTo>
                  <a:pt x="395" y="21"/>
                </a:lnTo>
                <a:lnTo>
                  <a:pt x="403" y="24"/>
                </a:lnTo>
                <a:lnTo>
                  <a:pt x="411" y="27"/>
                </a:lnTo>
                <a:lnTo>
                  <a:pt x="418" y="31"/>
                </a:lnTo>
                <a:lnTo>
                  <a:pt x="426" y="34"/>
                </a:lnTo>
                <a:lnTo>
                  <a:pt x="433" y="38"/>
                </a:lnTo>
                <a:lnTo>
                  <a:pt x="440" y="42"/>
                </a:lnTo>
                <a:lnTo>
                  <a:pt x="447" y="46"/>
                </a:lnTo>
                <a:lnTo>
                  <a:pt x="454" y="51"/>
                </a:lnTo>
                <a:lnTo>
                  <a:pt x="460" y="55"/>
                </a:lnTo>
                <a:lnTo>
                  <a:pt x="467" y="60"/>
                </a:lnTo>
                <a:lnTo>
                  <a:pt x="473" y="65"/>
                </a:lnTo>
                <a:lnTo>
                  <a:pt x="479" y="70"/>
                </a:lnTo>
                <a:lnTo>
                  <a:pt x="485" y="75"/>
                </a:lnTo>
                <a:lnTo>
                  <a:pt x="491" y="80"/>
                </a:lnTo>
                <a:lnTo>
                  <a:pt x="496" y="86"/>
                </a:lnTo>
                <a:lnTo>
                  <a:pt x="501" y="91"/>
                </a:lnTo>
                <a:lnTo>
                  <a:pt x="506" y="97"/>
                </a:lnTo>
                <a:lnTo>
                  <a:pt x="511" y="103"/>
                </a:lnTo>
                <a:lnTo>
                  <a:pt x="516" y="109"/>
                </a:lnTo>
                <a:lnTo>
                  <a:pt x="520" y="115"/>
                </a:lnTo>
                <a:lnTo>
                  <a:pt x="524" y="121"/>
                </a:lnTo>
                <a:lnTo>
                  <a:pt x="528" y="127"/>
                </a:lnTo>
                <a:lnTo>
                  <a:pt x="531" y="134"/>
                </a:lnTo>
                <a:lnTo>
                  <a:pt x="535" y="140"/>
                </a:lnTo>
                <a:lnTo>
                  <a:pt x="538" y="147"/>
                </a:lnTo>
                <a:lnTo>
                  <a:pt x="541" y="153"/>
                </a:lnTo>
                <a:lnTo>
                  <a:pt x="543" y="160"/>
                </a:lnTo>
                <a:lnTo>
                  <a:pt x="545" y="167"/>
                </a:lnTo>
                <a:lnTo>
                  <a:pt x="548" y="174"/>
                </a:lnTo>
                <a:lnTo>
                  <a:pt x="549" y="180"/>
                </a:lnTo>
                <a:lnTo>
                  <a:pt x="551" y="187"/>
                </a:lnTo>
                <a:lnTo>
                  <a:pt x="552" y="194"/>
                </a:lnTo>
                <a:lnTo>
                  <a:pt x="553" y="201"/>
                </a:lnTo>
                <a:lnTo>
                  <a:pt x="554" y="209"/>
                </a:lnTo>
                <a:lnTo>
                  <a:pt x="554" y="216"/>
                </a:lnTo>
                <a:lnTo>
                  <a:pt x="554" y="223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2" name=""/>
          <p:cNvSpPr/>
          <p:nvPr/>
        </p:nvSpPr>
        <p:spPr>
          <a:xfrm>
            <a:off x="2756520" y="1762560"/>
            <a:ext cx="206280" cy="165960"/>
          </a:xfrm>
          <a:custGeom>
            <a:avLst/>
            <a:gdLst/>
            <a:ahLst/>
            <a:rect l="0" t="0" r="r" b="b"/>
            <a:pathLst>
              <a:path w="573" h="461">
                <a:moveTo>
                  <a:pt x="564" y="230"/>
                </a:moveTo>
                <a:lnTo>
                  <a:pt x="564" y="223"/>
                </a:lnTo>
                <a:lnTo>
                  <a:pt x="564" y="216"/>
                </a:lnTo>
                <a:lnTo>
                  <a:pt x="563" y="209"/>
                </a:lnTo>
                <a:lnTo>
                  <a:pt x="562" y="202"/>
                </a:lnTo>
                <a:lnTo>
                  <a:pt x="561" y="195"/>
                </a:lnTo>
                <a:lnTo>
                  <a:pt x="559" y="188"/>
                </a:lnTo>
                <a:lnTo>
                  <a:pt x="558" y="182"/>
                </a:lnTo>
                <a:lnTo>
                  <a:pt x="555" y="175"/>
                </a:lnTo>
                <a:lnTo>
                  <a:pt x="553" y="168"/>
                </a:lnTo>
                <a:lnTo>
                  <a:pt x="551" y="161"/>
                </a:lnTo>
                <a:lnTo>
                  <a:pt x="548" y="155"/>
                </a:lnTo>
                <a:lnTo>
                  <a:pt x="545" y="148"/>
                </a:lnTo>
                <a:lnTo>
                  <a:pt x="541" y="142"/>
                </a:lnTo>
                <a:lnTo>
                  <a:pt x="538" y="135"/>
                </a:lnTo>
                <a:lnTo>
                  <a:pt x="534" y="129"/>
                </a:lnTo>
                <a:lnTo>
                  <a:pt x="530" y="123"/>
                </a:lnTo>
                <a:lnTo>
                  <a:pt x="526" y="117"/>
                </a:lnTo>
                <a:lnTo>
                  <a:pt x="521" y="111"/>
                </a:lnTo>
                <a:lnTo>
                  <a:pt x="516" y="105"/>
                </a:lnTo>
                <a:lnTo>
                  <a:pt x="511" y="99"/>
                </a:lnTo>
                <a:lnTo>
                  <a:pt x="506" y="94"/>
                </a:lnTo>
                <a:lnTo>
                  <a:pt x="501" y="88"/>
                </a:lnTo>
                <a:lnTo>
                  <a:pt x="495" y="83"/>
                </a:lnTo>
                <a:lnTo>
                  <a:pt x="489" y="78"/>
                </a:lnTo>
                <a:lnTo>
                  <a:pt x="483" y="73"/>
                </a:lnTo>
                <a:lnTo>
                  <a:pt x="477" y="68"/>
                </a:lnTo>
                <a:lnTo>
                  <a:pt x="470" y="63"/>
                </a:lnTo>
                <a:lnTo>
                  <a:pt x="464" y="59"/>
                </a:lnTo>
                <a:lnTo>
                  <a:pt x="457" y="54"/>
                </a:lnTo>
                <a:lnTo>
                  <a:pt x="450" y="50"/>
                </a:lnTo>
                <a:lnTo>
                  <a:pt x="443" y="46"/>
                </a:lnTo>
                <a:lnTo>
                  <a:pt x="436" y="42"/>
                </a:lnTo>
                <a:lnTo>
                  <a:pt x="428" y="39"/>
                </a:lnTo>
                <a:lnTo>
                  <a:pt x="421" y="35"/>
                </a:lnTo>
                <a:lnTo>
                  <a:pt x="413" y="32"/>
                </a:lnTo>
                <a:lnTo>
                  <a:pt x="405" y="29"/>
                </a:lnTo>
                <a:lnTo>
                  <a:pt x="397" y="26"/>
                </a:lnTo>
                <a:lnTo>
                  <a:pt x="389" y="23"/>
                </a:lnTo>
                <a:lnTo>
                  <a:pt x="381" y="21"/>
                </a:lnTo>
                <a:lnTo>
                  <a:pt x="373" y="19"/>
                </a:lnTo>
                <a:lnTo>
                  <a:pt x="365" y="17"/>
                </a:lnTo>
                <a:lnTo>
                  <a:pt x="356" y="15"/>
                </a:lnTo>
                <a:lnTo>
                  <a:pt x="348" y="13"/>
                </a:lnTo>
                <a:lnTo>
                  <a:pt x="339" y="12"/>
                </a:lnTo>
                <a:lnTo>
                  <a:pt x="331" y="11"/>
                </a:lnTo>
                <a:lnTo>
                  <a:pt x="322" y="10"/>
                </a:lnTo>
                <a:lnTo>
                  <a:pt x="313" y="9"/>
                </a:lnTo>
                <a:lnTo>
                  <a:pt x="305" y="8"/>
                </a:lnTo>
                <a:lnTo>
                  <a:pt x="296" y="8"/>
                </a:lnTo>
                <a:lnTo>
                  <a:pt x="287" y="8"/>
                </a:lnTo>
                <a:lnTo>
                  <a:pt x="279" y="8"/>
                </a:lnTo>
                <a:lnTo>
                  <a:pt x="270" y="8"/>
                </a:lnTo>
                <a:lnTo>
                  <a:pt x="261" y="9"/>
                </a:lnTo>
                <a:lnTo>
                  <a:pt x="253" y="10"/>
                </a:lnTo>
                <a:lnTo>
                  <a:pt x="244" y="11"/>
                </a:lnTo>
                <a:lnTo>
                  <a:pt x="235" y="12"/>
                </a:lnTo>
                <a:lnTo>
                  <a:pt x="227" y="13"/>
                </a:lnTo>
                <a:lnTo>
                  <a:pt x="219" y="15"/>
                </a:lnTo>
                <a:lnTo>
                  <a:pt x="210" y="17"/>
                </a:lnTo>
                <a:lnTo>
                  <a:pt x="202" y="19"/>
                </a:lnTo>
                <a:lnTo>
                  <a:pt x="194" y="21"/>
                </a:lnTo>
                <a:lnTo>
                  <a:pt x="185" y="23"/>
                </a:lnTo>
                <a:lnTo>
                  <a:pt x="177" y="26"/>
                </a:lnTo>
                <a:lnTo>
                  <a:pt x="169" y="29"/>
                </a:lnTo>
                <a:lnTo>
                  <a:pt x="162" y="32"/>
                </a:lnTo>
                <a:lnTo>
                  <a:pt x="154" y="35"/>
                </a:lnTo>
                <a:lnTo>
                  <a:pt x="146" y="39"/>
                </a:lnTo>
                <a:lnTo>
                  <a:pt x="139" y="42"/>
                </a:lnTo>
                <a:lnTo>
                  <a:pt x="132" y="46"/>
                </a:lnTo>
                <a:lnTo>
                  <a:pt x="125" y="50"/>
                </a:lnTo>
                <a:lnTo>
                  <a:pt x="118" y="54"/>
                </a:lnTo>
                <a:lnTo>
                  <a:pt x="111" y="59"/>
                </a:lnTo>
                <a:lnTo>
                  <a:pt x="104" y="63"/>
                </a:lnTo>
                <a:lnTo>
                  <a:pt x="98" y="68"/>
                </a:lnTo>
                <a:lnTo>
                  <a:pt x="92" y="73"/>
                </a:lnTo>
                <a:lnTo>
                  <a:pt x="86" y="78"/>
                </a:lnTo>
                <a:lnTo>
                  <a:pt x="80" y="83"/>
                </a:lnTo>
                <a:lnTo>
                  <a:pt x="74" y="88"/>
                </a:lnTo>
                <a:lnTo>
                  <a:pt x="69" y="94"/>
                </a:lnTo>
                <a:lnTo>
                  <a:pt x="62" y="99"/>
                </a:lnTo>
                <a:lnTo>
                  <a:pt x="57" y="105"/>
                </a:lnTo>
                <a:lnTo>
                  <a:pt x="53" y="111"/>
                </a:lnTo>
                <a:lnTo>
                  <a:pt x="48" y="117"/>
                </a:lnTo>
                <a:lnTo>
                  <a:pt x="44" y="123"/>
                </a:lnTo>
                <a:lnTo>
                  <a:pt x="40" y="129"/>
                </a:lnTo>
                <a:lnTo>
                  <a:pt x="36" y="135"/>
                </a:lnTo>
                <a:lnTo>
                  <a:pt x="32" y="142"/>
                </a:lnTo>
                <a:lnTo>
                  <a:pt x="29" y="148"/>
                </a:lnTo>
                <a:lnTo>
                  <a:pt x="26" y="155"/>
                </a:lnTo>
                <a:lnTo>
                  <a:pt x="23" y="161"/>
                </a:lnTo>
                <a:lnTo>
                  <a:pt x="21" y="168"/>
                </a:lnTo>
                <a:lnTo>
                  <a:pt x="18" y="175"/>
                </a:lnTo>
                <a:lnTo>
                  <a:pt x="16" y="182"/>
                </a:lnTo>
                <a:lnTo>
                  <a:pt x="14" y="188"/>
                </a:lnTo>
                <a:lnTo>
                  <a:pt x="13" y="195"/>
                </a:lnTo>
                <a:lnTo>
                  <a:pt x="12" y="202"/>
                </a:lnTo>
                <a:lnTo>
                  <a:pt x="11" y="209"/>
                </a:lnTo>
                <a:lnTo>
                  <a:pt x="10" y="216"/>
                </a:lnTo>
                <a:lnTo>
                  <a:pt x="10" y="223"/>
                </a:lnTo>
                <a:lnTo>
                  <a:pt x="10" y="230"/>
                </a:lnTo>
                <a:lnTo>
                  <a:pt x="10" y="237"/>
                </a:lnTo>
                <a:lnTo>
                  <a:pt x="10" y="244"/>
                </a:lnTo>
                <a:lnTo>
                  <a:pt x="11" y="251"/>
                </a:lnTo>
                <a:lnTo>
                  <a:pt x="12" y="258"/>
                </a:lnTo>
                <a:lnTo>
                  <a:pt x="13" y="265"/>
                </a:lnTo>
                <a:lnTo>
                  <a:pt x="14" y="272"/>
                </a:lnTo>
                <a:lnTo>
                  <a:pt x="16" y="279"/>
                </a:lnTo>
                <a:lnTo>
                  <a:pt x="18" y="285"/>
                </a:lnTo>
                <a:lnTo>
                  <a:pt x="21" y="292"/>
                </a:lnTo>
                <a:lnTo>
                  <a:pt x="23" y="299"/>
                </a:lnTo>
                <a:lnTo>
                  <a:pt x="26" y="305"/>
                </a:lnTo>
                <a:lnTo>
                  <a:pt x="29" y="312"/>
                </a:lnTo>
                <a:lnTo>
                  <a:pt x="32" y="318"/>
                </a:lnTo>
                <a:lnTo>
                  <a:pt x="36" y="325"/>
                </a:lnTo>
                <a:lnTo>
                  <a:pt x="40" y="331"/>
                </a:lnTo>
                <a:lnTo>
                  <a:pt x="44" y="337"/>
                </a:lnTo>
                <a:lnTo>
                  <a:pt x="48" y="343"/>
                </a:lnTo>
                <a:lnTo>
                  <a:pt x="53" y="349"/>
                </a:lnTo>
                <a:lnTo>
                  <a:pt x="57" y="355"/>
                </a:lnTo>
                <a:lnTo>
                  <a:pt x="62" y="361"/>
                </a:lnTo>
                <a:lnTo>
                  <a:pt x="69" y="366"/>
                </a:lnTo>
                <a:lnTo>
                  <a:pt x="74" y="372"/>
                </a:lnTo>
                <a:lnTo>
                  <a:pt x="80" y="377"/>
                </a:lnTo>
                <a:lnTo>
                  <a:pt x="86" y="382"/>
                </a:lnTo>
                <a:lnTo>
                  <a:pt x="92" y="388"/>
                </a:lnTo>
                <a:lnTo>
                  <a:pt x="98" y="393"/>
                </a:lnTo>
                <a:lnTo>
                  <a:pt x="104" y="398"/>
                </a:lnTo>
                <a:lnTo>
                  <a:pt x="111" y="402"/>
                </a:lnTo>
                <a:lnTo>
                  <a:pt x="118" y="407"/>
                </a:lnTo>
                <a:lnTo>
                  <a:pt x="125" y="411"/>
                </a:lnTo>
                <a:lnTo>
                  <a:pt x="132" y="415"/>
                </a:lnTo>
                <a:lnTo>
                  <a:pt x="139" y="419"/>
                </a:lnTo>
                <a:lnTo>
                  <a:pt x="146" y="422"/>
                </a:lnTo>
                <a:lnTo>
                  <a:pt x="154" y="426"/>
                </a:lnTo>
                <a:lnTo>
                  <a:pt x="162" y="429"/>
                </a:lnTo>
                <a:lnTo>
                  <a:pt x="169" y="432"/>
                </a:lnTo>
                <a:lnTo>
                  <a:pt x="177" y="435"/>
                </a:lnTo>
                <a:lnTo>
                  <a:pt x="185" y="438"/>
                </a:lnTo>
                <a:lnTo>
                  <a:pt x="194" y="440"/>
                </a:lnTo>
                <a:lnTo>
                  <a:pt x="202" y="442"/>
                </a:lnTo>
                <a:lnTo>
                  <a:pt x="210" y="444"/>
                </a:lnTo>
                <a:lnTo>
                  <a:pt x="219" y="446"/>
                </a:lnTo>
                <a:lnTo>
                  <a:pt x="227" y="448"/>
                </a:lnTo>
                <a:lnTo>
                  <a:pt x="235" y="449"/>
                </a:lnTo>
                <a:lnTo>
                  <a:pt x="244" y="451"/>
                </a:lnTo>
                <a:lnTo>
                  <a:pt x="253" y="452"/>
                </a:lnTo>
                <a:lnTo>
                  <a:pt x="261" y="452"/>
                </a:lnTo>
                <a:lnTo>
                  <a:pt x="270" y="453"/>
                </a:lnTo>
                <a:lnTo>
                  <a:pt x="279" y="453"/>
                </a:lnTo>
                <a:lnTo>
                  <a:pt x="287" y="453"/>
                </a:lnTo>
                <a:lnTo>
                  <a:pt x="296" y="453"/>
                </a:lnTo>
                <a:lnTo>
                  <a:pt x="305" y="453"/>
                </a:lnTo>
                <a:lnTo>
                  <a:pt x="313" y="452"/>
                </a:lnTo>
                <a:lnTo>
                  <a:pt x="322" y="452"/>
                </a:lnTo>
                <a:lnTo>
                  <a:pt x="331" y="451"/>
                </a:lnTo>
                <a:lnTo>
                  <a:pt x="339" y="449"/>
                </a:lnTo>
                <a:lnTo>
                  <a:pt x="348" y="448"/>
                </a:lnTo>
                <a:lnTo>
                  <a:pt x="356" y="446"/>
                </a:lnTo>
                <a:lnTo>
                  <a:pt x="365" y="444"/>
                </a:lnTo>
                <a:lnTo>
                  <a:pt x="373" y="442"/>
                </a:lnTo>
                <a:lnTo>
                  <a:pt x="381" y="440"/>
                </a:lnTo>
                <a:lnTo>
                  <a:pt x="389" y="438"/>
                </a:lnTo>
                <a:lnTo>
                  <a:pt x="397" y="435"/>
                </a:lnTo>
                <a:lnTo>
                  <a:pt x="405" y="432"/>
                </a:lnTo>
                <a:lnTo>
                  <a:pt x="413" y="429"/>
                </a:lnTo>
                <a:lnTo>
                  <a:pt x="421" y="426"/>
                </a:lnTo>
                <a:lnTo>
                  <a:pt x="428" y="422"/>
                </a:lnTo>
                <a:lnTo>
                  <a:pt x="436" y="419"/>
                </a:lnTo>
                <a:lnTo>
                  <a:pt x="443" y="415"/>
                </a:lnTo>
                <a:lnTo>
                  <a:pt x="450" y="411"/>
                </a:lnTo>
                <a:lnTo>
                  <a:pt x="457" y="407"/>
                </a:lnTo>
                <a:lnTo>
                  <a:pt x="464" y="402"/>
                </a:lnTo>
                <a:lnTo>
                  <a:pt x="470" y="398"/>
                </a:lnTo>
                <a:lnTo>
                  <a:pt x="477" y="393"/>
                </a:lnTo>
                <a:lnTo>
                  <a:pt x="483" y="388"/>
                </a:lnTo>
                <a:lnTo>
                  <a:pt x="489" y="382"/>
                </a:lnTo>
                <a:lnTo>
                  <a:pt x="495" y="377"/>
                </a:lnTo>
                <a:lnTo>
                  <a:pt x="501" y="372"/>
                </a:lnTo>
                <a:lnTo>
                  <a:pt x="506" y="366"/>
                </a:lnTo>
                <a:lnTo>
                  <a:pt x="511" y="361"/>
                </a:lnTo>
                <a:lnTo>
                  <a:pt x="516" y="355"/>
                </a:lnTo>
                <a:lnTo>
                  <a:pt x="521" y="349"/>
                </a:lnTo>
                <a:lnTo>
                  <a:pt x="526" y="343"/>
                </a:lnTo>
                <a:lnTo>
                  <a:pt x="530" y="337"/>
                </a:lnTo>
                <a:lnTo>
                  <a:pt x="534" y="331"/>
                </a:lnTo>
                <a:lnTo>
                  <a:pt x="538" y="325"/>
                </a:lnTo>
                <a:lnTo>
                  <a:pt x="541" y="318"/>
                </a:lnTo>
                <a:lnTo>
                  <a:pt x="545" y="312"/>
                </a:lnTo>
                <a:lnTo>
                  <a:pt x="548" y="305"/>
                </a:lnTo>
                <a:lnTo>
                  <a:pt x="551" y="299"/>
                </a:lnTo>
                <a:lnTo>
                  <a:pt x="553" y="292"/>
                </a:lnTo>
                <a:lnTo>
                  <a:pt x="555" y="285"/>
                </a:lnTo>
                <a:lnTo>
                  <a:pt x="558" y="279"/>
                </a:lnTo>
                <a:lnTo>
                  <a:pt x="559" y="272"/>
                </a:lnTo>
                <a:lnTo>
                  <a:pt x="561" y="265"/>
                </a:lnTo>
                <a:lnTo>
                  <a:pt x="562" y="258"/>
                </a:lnTo>
                <a:lnTo>
                  <a:pt x="563" y="251"/>
                </a:lnTo>
                <a:lnTo>
                  <a:pt x="564" y="244"/>
                </a:lnTo>
                <a:lnTo>
                  <a:pt x="564" y="237"/>
                </a:lnTo>
                <a:lnTo>
                  <a:pt x="564" y="230"/>
                </a:lnTo>
                <a:moveTo>
                  <a:pt x="573" y="230"/>
                </a:moveTo>
                <a:lnTo>
                  <a:pt x="573" y="237"/>
                </a:lnTo>
                <a:lnTo>
                  <a:pt x="573" y="244"/>
                </a:lnTo>
                <a:lnTo>
                  <a:pt x="572" y="252"/>
                </a:lnTo>
                <a:lnTo>
                  <a:pt x="571" y="259"/>
                </a:lnTo>
                <a:lnTo>
                  <a:pt x="570" y="266"/>
                </a:lnTo>
                <a:lnTo>
                  <a:pt x="568" y="273"/>
                </a:lnTo>
                <a:lnTo>
                  <a:pt x="567" y="280"/>
                </a:lnTo>
                <a:lnTo>
                  <a:pt x="564" y="287"/>
                </a:lnTo>
                <a:lnTo>
                  <a:pt x="562" y="294"/>
                </a:lnTo>
                <a:lnTo>
                  <a:pt x="559" y="301"/>
                </a:lnTo>
                <a:lnTo>
                  <a:pt x="556" y="308"/>
                </a:lnTo>
                <a:lnTo>
                  <a:pt x="553" y="315"/>
                </a:lnTo>
                <a:lnTo>
                  <a:pt x="550" y="321"/>
                </a:lnTo>
                <a:lnTo>
                  <a:pt x="546" y="328"/>
                </a:lnTo>
                <a:lnTo>
                  <a:pt x="542" y="334"/>
                </a:lnTo>
                <a:lnTo>
                  <a:pt x="538" y="341"/>
                </a:lnTo>
                <a:lnTo>
                  <a:pt x="534" y="347"/>
                </a:lnTo>
                <a:lnTo>
                  <a:pt x="529" y="353"/>
                </a:lnTo>
                <a:lnTo>
                  <a:pt x="524" y="359"/>
                </a:lnTo>
                <a:lnTo>
                  <a:pt x="519" y="365"/>
                </a:lnTo>
                <a:lnTo>
                  <a:pt x="513" y="371"/>
                </a:lnTo>
                <a:lnTo>
                  <a:pt x="508" y="376"/>
                </a:lnTo>
                <a:lnTo>
                  <a:pt x="502" y="382"/>
                </a:lnTo>
                <a:lnTo>
                  <a:pt x="496" y="388"/>
                </a:lnTo>
                <a:lnTo>
                  <a:pt x="490" y="393"/>
                </a:lnTo>
                <a:lnTo>
                  <a:pt x="483" y="398"/>
                </a:lnTo>
                <a:lnTo>
                  <a:pt x="477" y="403"/>
                </a:lnTo>
                <a:lnTo>
                  <a:pt x="470" y="408"/>
                </a:lnTo>
                <a:lnTo>
                  <a:pt x="463" y="413"/>
                </a:lnTo>
                <a:lnTo>
                  <a:pt x="455" y="417"/>
                </a:lnTo>
                <a:lnTo>
                  <a:pt x="448" y="421"/>
                </a:lnTo>
                <a:lnTo>
                  <a:pt x="441" y="425"/>
                </a:lnTo>
                <a:lnTo>
                  <a:pt x="433" y="429"/>
                </a:lnTo>
                <a:lnTo>
                  <a:pt x="425" y="432"/>
                </a:lnTo>
                <a:lnTo>
                  <a:pt x="417" y="436"/>
                </a:lnTo>
                <a:lnTo>
                  <a:pt x="409" y="439"/>
                </a:lnTo>
                <a:lnTo>
                  <a:pt x="401" y="442"/>
                </a:lnTo>
                <a:lnTo>
                  <a:pt x="393" y="445"/>
                </a:lnTo>
                <a:lnTo>
                  <a:pt x="384" y="447"/>
                </a:lnTo>
                <a:lnTo>
                  <a:pt x="376" y="449"/>
                </a:lnTo>
                <a:lnTo>
                  <a:pt x="367" y="452"/>
                </a:lnTo>
                <a:lnTo>
                  <a:pt x="358" y="454"/>
                </a:lnTo>
                <a:lnTo>
                  <a:pt x="350" y="455"/>
                </a:lnTo>
                <a:lnTo>
                  <a:pt x="341" y="457"/>
                </a:lnTo>
                <a:lnTo>
                  <a:pt x="332" y="458"/>
                </a:lnTo>
                <a:lnTo>
                  <a:pt x="323" y="459"/>
                </a:lnTo>
                <a:lnTo>
                  <a:pt x="314" y="460"/>
                </a:lnTo>
                <a:lnTo>
                  <a:pt x="305" y="460"/>
                </a:lnTo>
                <a:lnTo>
                  <a:pt x="296" y="461"/>
                </a:lnTo>
                <a:lnTo>
                  <a:pt x="287" y="461"/>
                </a:lnTo>
                <a:lnTo>
                  <a:pt x="278" y="461"/>
                </a:lnTo>
                <a:lnTo>
                  <a:pt x="269" y="460"/>
                </a:lnTo>
                <a:lnTo>
                  <a:pt x="260" y="460"/>
                </a:lnTo>
                <a:lnTo>
                  <a:pt x="251" y="459"/>
                </a:lnTo>
                <a:lnTo>
                  <a:pt x="243" y="458"/>
                </a:lnTo>
                <a:lnTo>
                  <a:pt x="234" y="457"/>
                </a:lnTo>
                <a:lnTo>
                  <a:pt x="225" y="455"/>
                </a:lnTo>
                <a:lnTo>
                  <a:pt x="216" y="454"/>
                </a:lnTo>
                <a:lnTo>
                  <a:pt x="208" y="452"/>
                </a:lnTo>
                <a:lnTo>
                  <a:pt x="199" y="449"/>
                </a:lnTo>
                <a:lnTo>
                  <a:pt x="190" y="447"/>
                </a:lnTo>
                <a:lnTo>
                  <a:pt x="182" y="445"/>
                </a:lnTo>
                <a:lnTo>
                  <a:pt x="174" y="442"/>
                </a:lnTo>
                <a:lnTo>
                  <a:pt x="166" y="439"/>
                </a:lnTo>
                <a:lnTo>
                  <a:pt x="157" y="436"/>
                </a:lnTo>
                <a:lnTo>
                  <a:pt x="150" y="432"/>
                </a:lnTo>
                <a:lnTo>
                  <a:pt x="142" y="429"/>
                </a:lnTo>
                <a:lnTo>
                  <a:pt x="134" y="425"/>
                </a:lnTo>
                <a:lnTo>
                  <a:pt x="127" y="421"/>
                </a:lnTo>
                <a:lnTo>
                  <a:pt x="119" y="417"/>
                </a:lnTo>
                <a:lnTo>
                  <a:pt x="112" y="413"/>
                </a:lnTo>
                <a:lnTo>
                  <a:pt x="105" y="408"/>
                </a:lnTo>
                <a:lnTo>
                  <a:pt x="98" y="403"/>
                </a:lnTo>
                <a:lnTo>
                  <a:pt x="92" y="398"/>
                </a:lnTo>
                <a:lnTo>
                  <a:pt x="85" y="393"/>
                </a:lnTo>
                <a:lnTo>
                  <a:pt x="79" y="388"/>
                </a:lnTo>
                <a:lnTo>
                  <a:pt x="73" y="382"/>
                </a:lnTo>
                <a:lnTo>
                  <a:pt x="67" y="376"/>
                </a:lnTo>
                <a:lnTo>
                  <a:pt x="60" y="371"/>
                </a:lnTo>
                <a:lnTo>
                  <a:pt x="55" y="365"/>
                </a:lnTo>
                <a:lnTo>
                  <a:pt x="50" y="359"/>
                </a:lnTo>
                <a:lnTo>
                  <a:pt x="45" y="353"/>
                </a:lnTo>
                <a:lnTo>
                  <a:pt x="40" y="347"/>
                </a:lnTo>
                <a:lnTo>
                  <a:pt x="36" y="341"/>
                </a:lnTo>
                <a:lnTo>
                  <a:pt x="31" y="334"/>
                </a:lnTo>
                <a:lnTo>
                  <a:pt x="28" y="328"/>
                </a:lnTo>
                <a:lnTo>
                  <a:pt x="24" y="321"/>
                </a:lnTo>
                <a:lnTo>
                  <a:pt x="20" y="315"/>
                </a:lnTo>
                <a:lnTo>
                  <a:pt x="17" y="308"/>
                </a:lnTo>
                <a:lnTo>
                  <a:pt x="14" y="301"/>
                </a:lnTo>
                <a:lnTo>
                  <a:pt x="12" y="294"/>
                </a:lnTo>
                <a:lnTo>
                  <a:pt x="9" y="287"/>
                </a:lnTo>
                <a:lnTo>
                  <a:pt x="7" y="280"/>
                </a:lnTo>
                <a:lnTo>
                  <a:pt x="5" y="273"/>
                </a:lnTo>
                <a:lnTo>
                  <a:pt x="4" y="266"/>
                </a:lnTo>
                <a:lnTo>
                  <a:pt x="3" y="259"/>
                </a:lnTo>
                <a:lnTo>
                  <a:pt x="2" y="252"/>
                </a:lnTo>
                <a:lnTo>
                  <a:pt x="1" y="244"/>
                </a:lnTo>
                <a:lnTo>
                  <a:pt x="0" y="237"/>
                </a:lnTo>
                <a:lnTo>
                  <a:pt x="0" y="230"/>
                </a:lnTo>
                <a:lnTo>
                  <a:pt x="0" y="223"/>
                </a:lnTo>
                <a:lnTo>
                  <a:pt x="1" y="216"/>
                </a:lnTo>
                <a:lnTo>
                  <a:pt x="2" y="208"/>
                </a:lnTo>
                <a:lnTo>
                  <a:pt x="3" y="201"/>
                </a:lnTo>
                <a:lnTo>
                  <a:pt x="4" y="194"/>
                </a:lnTo>
                <a:lnTo>
                  <a:pt x="5" y="187"/>
                </a:lnTo>
                <a:lnTo>
                  <a:pt x="7" y="180"/>
                </a:lnTo>
                <a:lnTo>
                  <a:pt x="9" y="173"/>
                </a:lnTo>
                <a:lnTo>
                  <a:pt x="12" y="166"/>
                </a:lnTo>
                <a:lnTo>
                  <a:pt x="14" y="159"/>
                </a:lnTo>
                <a:lnTo>
                  <a:pt x="17" y="152"/>
                </a:lnTo>
                <a:lnTo>
                  <a:pt x="20" y="146"/>
                </a:lnTo>
                <a:lnTo>
                  <a:pt x="24" y="139"/>
                </a:lnTo>
                <a:lnTo>
                  <a:pt x="28" y="132"/>
                </a:lnTo>
                <a:lnTo>
                  <a:pt x="31" y="126"/>
                </a:lnTo>
                <a:lnTo>
                  <a:pt x="36" y="119"/>
                </a:lnTo>
                <a:lnTo>
                  <a:pt x="40" y="113"/>
                </a:lnTo>
                <a:lnTo>
                  <a:pt x="45" y="107"/>
                </a:lnTo>
                <a:lnTo>
                  <a:pt x="50" y="101"/>
                </a:lnTo>
                <a:lnTo>
                  <a:pt x="55" y="95"/>
                </a:lnTo>
                <a:lnTo>
                  <a:pt x="60" y="89"/>
                </a:lnTo>
                <a:lnTo>
                  <a:pt x="67" y="84"/>
                </a:lnTo>
                <a:lnTo>
                  <a:pt x="73" y="78"/>
                </a:lnTo>
                <a:lnTo>
                  <a:pt x="79" y="73"/>
                </a:lnTo>
                <a:lnTo>
                  <a:pt x="85" y="68"/>
                </a:lnTo>
                <a:lnTo>
                  <a:pt x="92" y="63"/>
                </a:lnTo>
                <a:lnTo>
                  <a:pt x="98" y="58"/>
                </a:lnTo>
                <a:lnTo>
                  <a:pt x="105" y="53"/>
                </a:lnTo>
                <a:lnTo>
                  <a:pt x="112" y="49"/>
                </a:lnTo>
                <a:lnTo>
                  <a:pt x="119" y="44"/>
                </a:lnTo>
                <a:lnTo>
                  <a:pt x="127" y="40"/>
                </a:lnTo>
                <a:lnTo>
                  <a:pt x="134" y="36"/>
                </a:lnTo>
                <a:lnTo>
                  <a:pt x="142" y="32"/>
                </a:lnTo>
                <a:lnTo>
                  <a:pt x="150" y="29"/>
                </a:lnTo>
                <a:lnTo>
                  <a:pt x="157" y="25"/>
                </a:lnTo>
                <a:lnTo>
                  <a:pt x="166" y="22"/>
                </a:lnTo>
                <a:lnTo>
                  <a:pt x="174" y="19"/>
                </a:lnTo>
                <a:lnTo>
                  <a:pt x="182" y="17"/>
                </a:lnTo>
                <a:lnTo>
                  <a:pt x="190" y="14"/>
                </a:lnTo>
                <a:lnTo>
                  <a:pt x="199" y="12"/>
                </a:lnTo>
                <a:lnTo>
                  <a:pt x="208" y="10"/>
                </a:lnTo>
                <a:lnTo>
                  <a:pt x="216" y="8"/>
                </a:lnTo>
                <a:lnTo>
                  <a:pt x="225" y="6"/>
                </a:lnTo>
                <a:lnTo>
                  <a:pt x="234" y="4"/>
                </a:lnTo>
                <a:lnTo>
                  <a:pt x="243" y="3"/>
                </a:lnTo>
                <a:lnTo>
                  <a:pt x="251" y="2"/>
                </a:lnTo>
                <a:lnTo>
                  <a:pt x="260" y="1"/>
                </a:lnTo>
                <a:lnTo>
                  <a:pt x="269" y="1"/>
                </a:lnTo>
                <a:lnTo>
                  <a:pt x="278" y="1"/>
                </a:lnTo>
                <a:lnTo>
                  <a:pt x="287" y="0"/>
                </a:lnTo>
                <a:lnTo>
                  <a:pt x="296" y="1"/>
                </a:lnTo>
                <a:lnTo>
                  <a:pt x="305" y="1"/>
                </a:lnTo>
                <a:lnTo>
                  <a:pt x="314" y="1"/>
                </a:lnTo>
                <a:lnTo>
                  <a:pt x="323" y="2"/>
                </a:lnTo>
                <a:lnTo>
                  <a:pt x="332" y="3"/>
                </a:lnTo>
                <a:lnTo>
                  <a:pt x="341" y="4"/>
                </a:lnTo>
                <a:lnTo>
                  <a:pt x="350" y="6"/>
                </a:lnTo>
                <a:lnTo>
                  <a:pt x="358" y="8"/>
                </a:lnTo>
                <a:lnTo>
                  <a:pt x="367" y="10"/>
                </a:lnTo>
                <a:lnTo>
                  <a:pt x="376" y="12"/>
                </a:lnTo>
                <a:lnTo>
                  <a:pt x="384" y="14"/>
                </a:lnTo>
                <a:lnTo>
                  <a:pt x="393" y="17"/>
                </a:lnTo>
                <a:lnTo>
                  <a:pt x="401" y="19"/>
                </a:lnTo>
                <a:lnTo>
                  <a:pt x="409" y="22"/>
                </a:lnTo>
                <a:lnTo>
                  <a:pt x="417" y="25"/>
                </a:lnTo>
                <a:lnTo>
                  <a:pt x="425" y="29"/>
                </a:lnTo>
                <a:lnTo>
                  <a:pt x="433" y="32"/>
                </a:lnTo>
                <a:lnTo>
                  <a:pt x="441" y="36"/>
                </a:lnTo>
                <a:lnTo>
                  <a:pt x="448" y="40"/>
                </a:lnTo>
                <a:lnTo>
                  <a:pt x="455" y="44"/>
                </a:lnTo>
                <a:lnTo>
                  <a:pt x="463" y="49"/>
                </a:lnTo>
                <a:lnTo>
                  <a:pt x="470" y="53"/>
                </a:lnTo>
                <a:lnTo>
                  <a:pt x="477" y="58"/>
                </a:lnTo>
                <a:lnTo>
                  <a:pt x="483" y="63"/>
                </a:lnTo>
                <a:lnTo>
                  <a:pt x="490" y="68"/>
                </a:lnTo>
                <a:lnTo>
                  <a:pt x="496" y="73"/>
                </a:lnTo>
                <a:lnTo>
                  <a:pt x="502" y="78"/>
                </a:lnTo>
                <a:lnTo>
                  <a:pt x="508" y="84"/>
                </a:lnTo>
                <a:lnTo>
                  <a:pt x="513" y="89"/>
                </a:lnTo>
                <a:lnTo>
                  <a:pt x="519" y="95"/>
                </a:lnTo>
                <a:lnTo>
                  <a:pt x="524" y="101"/>
                </a:lnTo>
                <a:lnTo>
                  <a:pt x="529" y="107"/>
                </a:lnTo>
                <a:lnTo>
                  <a:pt x="534" y="113"/>
                </a:lnTo>
                <a:lnTo>
                  <a:pt x="538" y="119"/>
                </a:lnTo>
                <a:lnTo>
                  <a:pt x="542" y="126"/>
                </a:lnTo>
                <a:lnTo>
                  <a:pt x="546" y="132"/>
                </a:lnTo>
                <a:lnTo>
                  <a:pt x="550" y="139"/>
                </a:lnTo>
                <a:lnTo>
                  <a:pt x="553" y="146"/>
                </a:lnTo>
                <a:lnTo>
                  <a:pt x="556" y="152"/>
                </a:lnTo>
                <a:lnTo>
                  <a:pt x="559" y="159"/>
                </a:lnTo>
                <a:lnTo>
                  <a:pt x="562" y="166"/>
                </a:lnTo>
                <a:lnTo>
                  <a:pt x="564" y="173"/>
                </a:lnTo>
                <a:lnTo>
                  <a:pt x="567" y="180"/>
                </a:lnTo>
                <a:lnTo>
                  <a:pt x="568" y="187"/>
                </a:lnTo>
                <a:lnTo>
                  <a:pt x="570" y="194"/>
                </a:lnTo>
                <a:lnTo>
                  <a:pt x="571" y="201"/>
                </a:lnTo>
                <a:lnTo>
                  <a:pt x="572" y="208"/>
                </a:lnTo>
                <a:lnTo>
                  <a:pt x="573" y="216"/>
                </a:lnTo>
                <a:lnTo>
                  <a:pt x="573" y="223"/>
                </a:lnTo>
                <a:lnTo>
                  <a:pt x="573" y="230"/>
                </a:lnTo>
                <a:close/>
              </a:path>
            </a:pathLst>
          </a:custGeom>
          <a:solidFill>
            <a:srgbClr val="f0f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3" name=""/>
          <p:cNvSpPr/>
          <p:nvPr/>
        </p:nvSpPr>
        <p:spPr>
          <a:xfrm>
            <a:off x="2753280" y="1760040"/>
            <a:ext cx="213120" cy="171000"/>
          </a:xfrm>
          <a:custGeom>
            <a:avLst/>
            <a:gdLst/>
            <a:ahLst/>
            <a:rect l="0" t="0" r="r" b="b"/>
            <a:pathLst>
              <a:path w="592" h="475">
                <a:moveTo>
                  <a:pt x="582" y="238"/>
                </a:moveTo>
                <a:lnTo>
                  <a:pt x="582" y="231"/>
                </a:lnTo>
                <a:lnTo>
                  <a:pt x="582" y="224"/>
                </a:lnTo>
                <a:lnTo>
                  <a:pt x="581" y="216"/>
                </a:lnTo>
                <a:lnTo>
                  <a:pt x="580" y="209"/>
                </a:lnTo>
                <a:lnTo>
                  <a:pt x="579" y="202"/>
                </a:lnTo>
                <a:lnTo>
                  <a:pt x="577" y="195"/>
                </a:lnTo>
                <a:lnTo>
                  <a:pt x="576" y="188"/>
                </a:lnTo>
                <a:lnTo>
                  <a:pt x="573" y="181"/>
                </a:lnTo>
                <a:lnTo>
                  <a:pt x="571" y="174"/>
                </a:lnTo>
                <a:lnTo>
                  <a:pt x="568" y="167"/>
                </a:lnTo>
                <a:lnTo>
                  <a:pt x="565" y="160"/>
                </a:lnTo>
                <a:lnTo>
                  <a:pt x="562" y="154"/>
                </a:lnTo>
                <a:lnTo>
                  <a:pt x="559" y="147"/>
                </a:lnTo>
                <a:lnTo>
                  <a:pt x="555" y="140"/>
                </a:lnTo>
                <a:lnTo>
                  <a:pt x="551" y="134"/>
                </a:lnTo>
                <a:lnTo>
                  <a:pt x="547" y="127"/>
                </a:lnTo>
                <a:lnTo>
                  <a:pt x="543" y="121"/>
                </a:lnTo>
                <a:lnTo>
                  <a:pt x="538" y="115"/>
                </a:lnTo>
                <a:lnTo>
                  <a:pt x="533" y="109"/>
                </a:lnTo>
                <a:lnTo>
                  <a:pt x="528" y="103"/>
                </a:lnTo>
                <a:lnTo>
                  <a:pt x="522" y="97"/>
                </a:lnTo>
                <a:lnTo>
                  <a:pt x="517" y="92"/>
                </a:lnTo>
                <a:lnTo>
                  <a:pt x="511" y="85"/>
                </a:lnTo>
                <a:lnTo>
                  <a:pt x="505" y="80"/>
                </a:lnTo>
                <a:lnTo>
                  <a:pt x="499" y="75"/>
                </a:lnTo>
                <a:lnTo>
                  <a:pt x="492" y="70"/>
                </a:lnTo>
                <a:lnTo>
                  <a:pt x="486" y="65"/>
                </a:lnTo>
                <a:lnTo>
                  <a:pt x="479" y="60"/>
                </a:lnTo>
                <a:lnTo>
                  <a:pt x="472" y="56"/>
                </a:lnTo>
                <a:lnTo>
                  <a:pt x="464" y="51"/>
                </a:lnTo>
                <a:lnTo>
                  <a:pt x="457" y="47"/>
                </a:lnTo>
                <a:lnTo>
                  <a:pt x="450" y="43"/>
                </a:lnTo>
                <a:lnTo>
                  <a:pt x="442" y="39"/>
                </a:lnTo>
                <a:lnTo>
                  <a:pt x="434" y="36"/>
                </a:lnTo>
                <a:lnTo>
                  <a:pt x="426" y="32"/>
                </a:lnTo>
                <a:lnTo>
                  <a:pt x="418" y="29"/>
                </a:lnTo>
                <a:lnTo>
                  <a:pt x="410" y="26"/>
                </a:lnTo>
                <a:lnTo>
                  <a:pt x="402" y="24"/>
                </a:lnTo>
                <a:lnTo>
                  <a:pt x="393" y="21"/>
                </a:lnTo>
                <a:lnTo>
                  <a:pt x="385" y="19"/>
                </a:lnTo>
                <a:lnTo>
                  <a:pt x="376" y="17"/>
                </a:lnTo>
                <a:lnTo>
                  <a:pt x="367" y="15"/>
                </a:lnTo>
                <a:lnTo>
                  <a:pt x="359" y="13"/>
                </a:lnTo>
                <a:lnTo>
                  <a:pt x="350" y="11"/>
                </a:lnTo>
                <a:lnTo>
                  <a:pt x="341" y="10"/>
                </a:lnTo>
                <a:lnTo>
                  <a:pt x="332" y="9"/>
                </a:lnTo>
                <a:lnTo>
                  <a:pt x="323" y="8"/>
                </a:lnTo>
                <a:lnTo>
                  <a:pt x="313" y="8"/>
                </a:lnTo>
                <a:lnTo>
                  <a:pt x="304" y="8"/>
                </a:lnTo>
                <a:lnTo>
                  <a:pt x="295" y="7"/>
                </a:lnTo>
                <a:lnTo>
                  <a:pt x="286" y="8"/>
                </a:lnTo>
                <a:lnTo>
                  <a:pt x="277" y="8"/>
                </a:lnTo>
                <a:lnTo>
                  <a:pt x="268" y="8"/>
                </a:lnTo>
                <a:lnTo>
                  <a:pt x="259" y="9"/>
                </a:lnTo>
                <a:lnTo>
                  <a:pt x="251" y="10"/>
                </a:lnTo>
                <a:lnTo>
                  <a:pt x="242" y="11"/>
                </a:lnTo>
                <a:lnTo>
                  <a:pt x="233" y="13"/>
                </a:lnTo>
                <a:lnTo>
                  <a:pt x="224" y="15"/>
                </a:lnTo>
                <a:lnTo>
                  <a:pt x="216" y="17"/>
                </a:lnTo>
                <a:lnTo>
                  <a:pt x="207" y="19"/>
                </a:lnTo>
                <a:lnTo>
                  <a:pt x="198" y="21"/>
                </a:lnTo>
                <a:lnTo>
                  <a:pt x="190" y="24"/>
                </a:lnTo>
                <a:lnTo>
                  <a:pt x="182" y="26"/>
                </a:lnTo>
                <a:lnTo>
                  <a:pt x="174" y="29"/>
                </a:lnTo>
                <a:lnTo>
                  <a:pt x="165" y="32"/>
                </a:lnTo>
                <a:lnTo>
                  <a:pt x="158" y="36"/>
                </a:lnTo>
                <a:lnTo>
                  <a:pt x="150" y="39"/>
                </a:lnTo>
                <a:lnTo>
                  <a:pt x="142" y="43"/>
                </a:lnTo>
                <a:lnTo>
                  <a:pt x="135" y="47"/>
                </a:lnTo>
                <a:lnTo>
                  <a:pt x="127" y="51"/>
                </a:lnTo>
                <a:lnTo>
                  <a:pt x="120" y="56"/>
                </a:lnTo>
                <a:lnTo>
                  <a:pt x="113" y="60"/>
                </a:lnTo>
                <a:lnTo>
                  <a:pt x="106" y="65"/>
                </a:lnTo>
                <a:lnTo>
                  <a:pt x="100" y="70"/>
                </a:lnTo>
                <a:lnTo>
                  <a:pt x="93" y="75"/>
                </a:lnTo>
                <a:lnTo>
                  <a:pt x="87" y="80"/>
                </a:lnTo>
                <a:lnTo>
                  <a:pt x="81" y="85"/>
                </a:lnTo>
                <a:lnTo>
                  <a:pt x="75" y="92"/>
                </a:lnTo>
                <a:lnTo>
                  <a:pt x="69" y="97"/>
                </a:lnTo>
                <a:lnTo>
                  <a:pt x="64" y="103"/>
                </a:lnTo>
                <a:lnTo>
                  <a:pt x="59" y="109"/>
                </a:lnTo>
                <a:lnTo>
                  <a:pt x="54" y="115"/>
                </a:lnTo>
                <a:lnTo>
                  <a:pt x="49" y="121"/>
                </a:lnTo>
                <a:lnTo>
                  <a:pt x="45" y="127"/>
                </a:lnTo>
                <a:lnTo>
                  <a:pt x="40" y="134"/>
                </a:lnTo>
                <a:lnTo>
                  <a:pt x="37" y="140"/>
                </a:lnTo>
                <a:lnTo>
                  <a:pt x="33" y="147"/>
                </a:lnTo>
                <a:lnTo>
                  <a:pt x="29" y="154"/>
                </a:lnTo>
                <a:lnTo>
                  <a:pt x="26" y="160"/>
                </a:lnTo>
                <a:lnTo>
                  <a:pt x="23" y="167"/>
                </a:lnTo>
                <a:lnTo>
                  <a:pt x="21" y="174"/>
                </a:lnTo>
                <a:lnTo>
                  <a:pt x="18" y="181"/>
                </a:lnTo>
                <a:lnTo>
                  <a:pt x="16" y="188"/>
                </a:lnTo>
                <a:lnTo>
                  <a:pt x="14" y="195"/>
                </a:lnTo>
                <a:lnTo>
                  <a:pt x="13" y="202"/>
                </a:lnTo>
                <a:lnTo>
                  <a:pt x="12" y="209"/>
                </a:lnTo>
                <a:lnTo>
                  <a:pt x="11" y="216"/>
                </a:lnTo>
                <a:lnTo>
                  <a:pt x="10" y="224"/>
                </a:lnTo>
                <a:lnTo>
                  <a:pt x="9" y="231"/>
                </a:lnTo>
                <a:lnTo>
                  <a:pt x="9" y="238"/>
                </a:lnTo>
                <a:lnTo>
                  <a:pt x="9" y="245"/>
                </a:lnTo>
                <a:lnTo>
                  <a:pt x="10" y="252"/>
                </a:lnTo>
                <a:lnTo>
                  <a:pt x="11" y="260"/>
                </a:lnTo>
                <a:lnTo>
                  <a:pt x="12" y="267"/>
                </a:lnTo>
                <a:lnTo>
                  <a:pt x="13" y="274"/>
                </a:lnTo>
                <a:lnTo>
                  <a:pt x="14" y="281"/>
                </a:lnTo>
                <a:lnTo>
                  <a:pt x="16" y="288"/>
                </a:lnTo>
                <a:lnTo>
                  <a:pt x="18" y="295"/>
                </a:lnTo>
                <a:lnTo>
                  <a:pt x="21" y="302"/>
                </a:lnTo>
                <a:lnTo>
                  <a:pt x="23" y="309"/>
                </a:lnTo>
                <a:lnTo>
                  <a:pt x="26" y="316"/>
                </a:lnTo>
                <a:lnTo>
                  <a:pt x="29" y="323"/>
                </a:lnTo>
                <a:lnTo>
                  <a:pt x="33" y="329"/>
                </a:lnTo>
                <a:lnTo>
                  <a:pt x="37" y="336"/>
                </a:lnTo>
                <a:lnTo>
                  <a:pt x="40" y="342"/>
                </a:lnTo>
                <a:lnTo>
                  <a:pt x="45" y="349"/>
                </a:lnTo>
                <a:lnTo>
                  <a:pt x="49" y="355"/>
                </a:lnTo>
                <a:lnTo>
                  <a:pt x="54" y="361"/>
                </a:lnTo>
                <a:lnTo>
                  <a:pt x="59" y="367"/>
                </a:lnTo>
                <a:lnTo>
                  <a:pt x="64" y="373"/>
                </a:lnTo>
                <a:lnTo>
                  <a:pt x="69" y="379"/>
                </a:lnTo>
                <a:lnTo>
                  <a:pt x="75" y="384"/>
                </a:lnTo>
                <a:lnTo>
                  <a:pt x="81" y="390"/>
                </a:lnTo>
                <a:lnTo>
                  <a:pt x="87" y="395"/>
                </a:lnTo>
                <a:lnTo>
                  <a:pt x="93" y="400"/>
                </a:lnTo>
                <a:lnTo>
                  <a:pt x="100" y="405"/>
                </a:lnTo>
                <a:lnTo>
                  <a:pt x="106" y="410"/>
                </a:lnTo>
                <a:lnTo>
                  <a:pt x="113" y="415"/>
                </a:lnTo>
                <a:lnTo>
                  <a:pt x="120" y="420"/>
                </a:lnTo>
                <a:lnTo>
                  <a:pt x="127" y="424"/>
                </a:lnTo>
                <a:lnTo>
                  <a:pt x="135" y="428"/>
                </a:lnTo>
                <a:lnTo>
                  <a:pt x="142" y="432"/>
                </a:lnTo>
                <a:lnTo>
                  <a:pt x="150" y="436"/>
                </a:lnTo>
                <a:lnTo>
                  <a:pt x="158" y="439"/>
                </a:lnTo>
                <a:lnTo>
                  <a:pt x="165" y="443"/>
                </a:lnTo>
                <a:lnTo>
                  <a:pt x="174" y="446"/>
                </a:lnTo>
                <a:lnTo>
                  <a:pt x="182" y="449"/>
                </a:lnTo>
                <a:lnTo>
                  <a:pt x="190" y="452"/>
                </a:lnTo>
                <a:lnTo>
                  <a:pt x="198" y="454"/>
                </a:lnTo>
                <a:lnTo>
                  <a:pt x="207" y="456"/>
                </a:lnTo>
                <a:lnTo>
                  <a:pt x="216" y="459"/>
                </a:lnTo>
                <a:lnTo>
                  <a:pt x="224" y="461"/>
                </a:lnTo>
                <a:lnTo>
                  <a:pt x="233" y="462"/>
                </a:lnTo>
                <a:lnTo>
                  <a:pt x="242" y="464"/>
                </a:lnTo>
                <a:lnTo>
                  <a:pt x="251" y="465"/>
                </a:lnTo>
                <a:lnTo>
                  <a:pt x="259" y="466"/>
                </a:lnTo>
                <a:lnTo>
                  <a:pt x="268" y="467"/>
                </a:lnTo>
                <a:lnTo>
                  <a:pt x="277" y="467"/>
                </a:lnTo>
                <a:lnTo>
                  <a:pt x="286" y="468"/>
                </a:lnTo>
                <a:lnTo>
                  <a:pt x="295" y="468"/>
                </a:lnTo>
                <a:lnTo>
                  <a:pt x="304" y="468"/>
                </a:lnTo>
                <a:lnTo>
                  <a:pt x="313" y="467"/>
                </a:lnTo>
                <a:lnTo>
                  <a:pt x="323" y="467"/>
                </a:lnTo>
                <a:lnTo>
                  <a:pt x="332" y="466"/>
                </a:lnTo>
                <a:lnTo>
                  <a:pt x="341" y="465"/>
                </a:lnTo>
                <a:lnTo>
                  <a:pt x="350" y="464"/>
                </a:lnTo>
                <a:lnTo>
                  <a:pt x="359" y="462"/>
                </a:lnTo>
                <a:lnTo>
                  <a:pt x="367" y="461"/>
                </a:lnTo>
                <a:lnTo>
                  <a:pt x="376" y="459"/>
                </a:lnTo>
                <a:lnTo>
                  <a:pt x="385" y="456"/>
                </a:lnTo>
                <a:lnTo>
                  <a:pt x="393" y="454"/>
                </a:lnTo>
                <a:lnTo>
                  <a:pt x="402" y="452"/>
                </a:lnTo>
                <a:lnTo>
                  <a:pt x="410" y="449"/>
                </a:lnTo>
                <a:lnTo>
                  <a:pt x="418" y="446"/>
                </a:lnTo>
                <a:lnTo>
                  <a:pt x="426" y="443"/>
                </a:lnTo>
                <a:lnTo>
                  <a:pt x="434" y="439"/>
                </a:lnTo>
                <a:lnTo>
                  <a:pt x="442" y="436"/>
                </a:lnTo>
                <a:lnTo>
                  <a:pt x="450" y="432"/>
                </a:lnTo>
                <a:lnTo>
                  <a:pt x="457" y="428"/>
                </a:lnTo>
                <a:lnTo>
                  <a:pt x="464" y="424"/>
                </a:lnTo>
                <a:lnTo>
                  <a:pt x="472" y="420"/>
                </a:lnTo>
                <a:lnTo>
                  <a:pt x="479" y="415"/>
                </a:lnTo>
                <a:lnTo>
                  <a:pt x="486" y="410"/>
                </a:lnTo>
                <a:lnTo>
                  <a:pt x="492" y="405"/>
                </a:lnTo>
                <a:lnTo>
                  <a:pt x="499" y="400"/>
                </a:lnTo>
                <a:lnTo>
                  <a:pt x="505" y="395"/>
                </a:lnTo>
                <a:lnTo>
                  <a:pt x="511" y="390"/>
                </a:lnTo>
                <a:lnTo>
                  <a:pt x="517" y="384"/>
                </a:lnTo>
                <a:lnTo>
                  <a:pt x="522" y="379"/>
                </a:lnTo>
                <a:lnTo>
                  <a:pt x="528" y="373"/>
                </a:lnTo>
                <a:lnTo>
                  <a:pt x="533" y="367"/>
                </a:lnTo>
                <a:lnTo>
                  <a:pt x="538" y="361"/>
                </a:lnTo>
                <a:lnTo>
                  <a:pt x="543" y="355"/>
                </a:lnTo>
                <a:lnTo>
                  <a:pt x="547" y="349"/>
                </a:lnTo>
                <a:lnTo>
                  <a:pt x="551" y="342"/>
                </a:lnTo>
                <a:lnTo>
                  <a:pt x="555" y="336"/>
                </a:lnTo>
                <a:lnTo>
                  <a:pt x="559" y="329"/>
                </a:lnTo>
                <a:lnTo>
                  <a:pt x="562" y="323"/>
                </a:lnTo>
                <a:lnTo>
                  <a:pt x="565" y="316"/>
                </a:lnTo>
                <a:lnTo>
                  <a:pt x="568" y="309"/>
                </a:lnTo>
                <a:lnTo>
                  <a:pt x="571" y="302"/>
                </a:lnTo>
                <a:lnTo>
                  <a:pt x="573" y="295"/>
                </a:lnTo>
                <a:lnTo>
                  <a:pt x="576" y="288"/>
                </a:lnTo>
                <a:lnTo>
                  <a:pt x="577" y="281"/>
                </a:lnTo>
                <a:lnTo>
                  <a:pt x="579" y="274"/>
                </a:lnTo>
                <a:lnTo>
                  <a:pt x="580" y="267"/>
                </a:lnTo>
                <a:lnTo>
                  <a:pt x="581" y="260"/>
                </a:lnTo>
                <a:lnTo>
                  <a:pt x="582" y="252"/>
                </a:lnTo>
                <a:lnTo>
                  <a:pt x="582" y="245"/>
                </a:lnTo>
                <a:lnTo>
                  <a:pt x="582" y="238"/>
                </a:lnTo>
                <a:moveTo>
                  <a:pt x="592" y="238"/>
                </a:moveTo>
                <a:lnTo>
                  <a:pt x="591" y="246"/>
                </a:lnTo>
                <a:lnTo>
                  <a:pt x="591" y="253"/>
                </a:lnTo>
                <a:lnTo>
                  <a:pt x="590" y="260"/>
                </a:lnTo>
                <a:lnTo>
                  <a:pt x="589" y="268"/>
                </a:lnTo>
                <a:lnTo>
                  <a:pt x="588" y="275"/>
                </a:lnTo>
                <a:lnTo>
                  <a:pt x="586" y="282"/>
                </a:lnTo>
                <a:lnTo>
                  <a:pt x="585" y="290"/>
                </a:lnTo>
                <a:lnTo>
                  <a:pt x="582" y="297"/>
                </a:lnTo>
                <a:lnTo>
                  <a:pt x="580" y="304"/>
                </a:lnTo>
                <a:lnTo>
                  <a:pt x="577" y="311"/>
                </a:lnTo>
                <a:lnTo>
                  <a:pt x="574" y="318"/>
                </a:lnTo>
                <a:lnTo>
                  <a:pt x="571" y="325"/>
                </a:lnTo>
                <a:lnTo>
                  <a:pt x="567" y="332"/>
                </a:lnTo>
                <a:lnTo>
                  <a:pt x="564" y="339"/>
                </a:lnTo>
                <a:lnTo>
                  <a:pt x="559" y="346"/>
                </a:lnTo>
                <a:lnTo>
                  <a:pt x="555" y="352"/>
                </a:lnTo>
                <a:lnTo>
                  <a:pt x="551" y="359"/>
                </a:lnTo>
                <a:lnTo>
                  <a:pt x="546" y="365"/>
                </a:lnTo>
                <a:lnTo>
                  <a:pt x="541" y="371"/>
                </a:lnTo>
                <a:lnTo>
                  <a:pt x="535" y="377"/>
                </a:lnTo>
                <a:lnTo>
                  <a:pt x="530" y="383"/>
                </a:lnTo>
                <a:lnTo>
                  <a:pt x="524" y="389"/>
                </a:lnTo>
                <a:lnTo>
                  <a:pt x="518" y="395"/>
                </a:lnTo>
                <a:lnTo>
                  <a:pt x="512" y="400"/>
                </a:lnTo>
                <a:lnTo>
                  <a:pt x="505" y="406"/>
                </a:lnTo>
                <a:lnTo>
                  <a:pt x="498" y="411"/>
                </a:lnTo>
                <a:lnTo>
                  <a:pt x="492" y="416"/>
                </a:lnTo>
                <a:lnTo>
                  <a:pt x="485" y="421"/>
                </a:lnTo>
                <a:lnTo>
                  <a:pt x="477" y="425"/>
                </a:lnTo>
                <a:lnTo>
                  <a:pt x="470" y="430"/>
                </a:lnTo>
                <a:lnTo>
                  <a:pt x="462" y="434"/>
                </a:lnTo>
                <a:lnTo>
                  <a:pt x="455" y="438"/>
                </a:lnTo>
                <a:lnTo>
                  <a:pt x="447" y="442"/>
                </a:lnTo>
                <a:lnTo>
                  <a:pt x="439" y="446"/>
                </a:lnTo>
                <a:lnTo>
                  <a:pt x="430" y="449"/>
                </a:lnTo>
                <a:lnTo>
                  <a:pt x="422" y="453"/>
                </a:lnTo>
                <a:lnTo>
                  <a:pt x="414" y="456"/>
                </a:lnTo>
                <a:lnTo>
                  <a:pt x="405" y="458"/>
                </a:lnTo>
                <a:lnTo>
                  <a:pt x="396" y="461"/>
                </a:lnTo>
                <a:lnTo>
                  <a:pt x="388" y="464"/>
                </a:lnTo>
                <a:lnTo>
                  <a:pt x="379" y="466"/>
                </a:lnTo>
                <a:lnTo>
                  <a:pt x="370" y="468"/>
                </a:lnTo>
                <a:lnTo>
                  <a:pt x="361" y="469"/>
                </a:lnTo>
                <a:lnTo>
                  <a:pt x="352" y="471"/>
                </a:lnTo>
                <a:lnTo>
                  <a:pt x="343" y="472"/>
                </a:lnTo>
                <a:lnTo>
                  <a:pt x="333" y="473"/>
                </a:lnTo>
                <a:lnTo>
                  <a:pt x="324" y="474"/>
                </a:lnTo>
                <a:lnTo>
                  <a:pt x="314" y="475"/>
                </a:lnTo>
                <a:lnTo>
                  <a:pt x="305" y="475"/>
                </a:lnTo>
                <a:lnTo>
                  <a:pt x="295" y="475"/>
                </a:lnTo>
                <a:lnTo>
                  <a:pt x="286" y="475"/>
                </a:lnTo>
                <a:lnTo>
                  <a:pt x="277" y="475"/>
                </a:lnTo>
                <a:lnTo>
                  <a:pt x="268" y="474"/>
                </a:lnTo>
                <a:lnTo>
                  <a:pt x="258" y="473"/>
                </a:lnTo>
                <a:lnTo>
                  <a:pt x="249" y="472"/>
                </a:lnTo>
                <a:lnTo>
                  <a:pt x="240" y="471"/>
                </a:lnTo>
                <a:lnTo>
                  <a:pt x="231" y="469"/>
                </a:lnTo>
                <a:lnTo>
                  <a:pt x="222" y="468"/>
                </a:lnTo>
                <a:lnTo>
                  <a:pt x="213" y="466"/>
                </a:lnTo>
                <a:lnTo>
                  <a:pt x="204" y="464"/>
                </a:lnTo>
                <a:lnTo>
                  <a:pt x="195" y="461"/>
                </a:lnTo>
                <a:lnTo>
                  <a:pt x="187" y="458"/>
                </a:lnTo>
                <a:lnTo>
                  <a:pt x="178" y="456"/>
                </a:lnTo>
                <a:lnTo>
                  <a:pt x="170" y="453"/>
                </a:lnTo>
                <a:lnTo>
                  <a:pt x="161" y="449"/>
                </a:lnTo>
                <a:lnTo>
                  <a:pt x="153" y="446"/>
                </a:lnTo>
                <a:lnTo>
                  <a:pt x="145" y="442"/>
                </a:lnTo>
                <a:lnTo>
                  <a:pt x="137" y="438"/>
                </a:lnTo>
                <a:lnTo>
                  <a:pt x="129" y="434"/>
                </a:lnTo>
                <a:lnTo>
                  <a:pt x="122" y="430"/>
                </a:lnTo>
                <a:lnTo>
                  <a:pt x="114" y="425"/>
                </a:lnTo>
                <a:lnTo>
                  <a:pt x="107" y="421"/>
                </a:lnTo>
                <a:lnTo>
                  <a:pt x="100" y="416"/>
                </a:lnTo>
                <a:lnTo>
                  <a:pt x="93" y="411"/>
                </a:lnTo>
                <a:lnTo>
                  <a:pt x="87" y="406"/>
                </a:lnTo>
                <a:lnTo>
                  <a:pt x="80" y="400"/>
                </a:lnTo>
                <a:lnTo>
                  <a:pt x="74" y="395"/>
                </a:lnTo>
                <a:lnTo>
                  <a:pt x="68" y="389"/>
                </a:lnTo>
                <a:lnTo>
                  <a:pt x="62" y="383"/>
                </a:lnTo>
                <a:lnTo>
                  <a:pt x="56" y="377"/>
                </a:lnTo>
                <a:lnTo>
                  <a:pt x="51" y="371"/>
                </a:lnTo>
                <a:lnTo>
                  <a:pt x="46" y="365"/>
                </a:lnTo>
                <a:lnTo>
                  <a:pt x="41" y="359"/>
                </a:lnTo>
                <a:lnTo>
                  <a:pt x="37" y="352"/>
                </a:lnTo>
                <a:lnTo>
                  <a:pt x="32" y="346"/>
                </a:lnTo>
                <a:lnTo>
                  <a:pt x="28" y="339"/>
                </a:lnTo>
                <a:lnTo>
                  <a:pt x="24" y="332"/>
                </a:lnTo>
                <a:lnTo>
                  <a:pt x="21" y="325"/>
                </a:lnTo>
                <a:lnTo>
                  <a:pt x="18" y="318"/>
                </a:lnTo>
                <a:lnTo>
                  <a:pt x="15" y="311"/>
                </a:lnTo>
                <a:lnTo>
                  <a:pt x="12" y="304"/>
                </a:lnTo>
                <a:lnTo>
                  <a:pt x="9" y="297"/>
                </a:lnTo>
                <a:lnTo>
                  <a:pt x="7" y="290"/>
                </a:lnTo>
                <a:lnTo>
                  <a:pt x="5" y="282"/>
                </a:lnTo>
                <a:lnTo>
                  <a:pt x="4" y="275"/>
                </a:lnTo>
                <a:lnTo>
                  <a:pt x="2" y="268"/>
                </a:lnTo>
                <a:lnTo>
                  <a:pt x="1" y="260"/>
                </a:lnTo>
                <a:lnTo>
                  <a:pt x="1" y="253"/>
                </a:lnTo>
                <a:lnTo>
                  <a:pt x="0" y="246"/>
                </a:lnTo>
                <a:lnTo>
                  <a:pt x="0" y="238"/>
                </a:lnTo>
                <a:lnTo>
                  <a:pt x="0" y="231"/>
                </a:lnTo>
                <a:lnTo>
                  <a:pt x="1" y="223"/>
                </a:lnTo>
                <a:lnTo>
                  <a:pt x="1" y="216"/>
                </a:lnTo>
                <a:lnTo>
                  <a:pt x="2" y="208"/>
                </a:lnTo>
                <a:lnTo>
                  <a:pt x="4" y="201"/>
                </a:lnTo>
                <a:lnTo>
                  <a:pt x="5" y="194"/>
                </a:lnTo>
                <a:lnTo>
                  <a:pt x="7" y="186"/>
                </a:lnTo>
                <a:lnTo>
                  <a:pt x="9" y="179"/>
                </a:lnTo>
                <a:lnTo>
                  <a:pt x="12" y="172"/>
                </a:lnTo>
                <a:lnTo>
                  <a:pt x="15" y="165"/>
                </a:lnTo>
                <a:lnTo>
                  <a:pt x="18" y="158"/>
                </a:lnTo>
                <a:lnTo>
                  <a:pt x="21" y="151"/>
                </a:lnTo>
                <a:lnTo>
                  <a:pt x="24" y="144"/>
                </a:lnTo>
                <a:lnTo>
                  <a:pt x="28" y="137"/>
                </a:lnTo>
                <a:lnTo>
                  <a:pt x="32" y="130"/>
                </a:lnTo>
                <a:lnTo>
                  <a:pt x="37" y="124"/>
                </a:lnTo>
                <a:lnTo>
                  <a:pt x="41" y="117"/>
                </a:lnTo>
                <a:lnTo>
                  <a:pt x="46" y="111"/>
                </a:lnTo>
                <a:lnTo>
                  <a:pt x="51" y="105"/>
                </a:lnTo>
                <a:lnTo>
                  <a:pt x="56" y="99"/>
                </a:lnTo>
                <a:lnTo>
                  <a:pt x="62" y="93"/>
                </a:lnTo>
                <a:lnTo>
                  <a:pt x="68" y="86"/>
                </a:lnTo>
                <a:lnTo>
                  <a:pt x="74" y="80"/>
                </a:lnTo>
                <a:lnTo>
                  <a:pt x="80" y="75"/>
                </a:lnTo>
                <a:lnTo>
                  <a:pt x="87" y="69"/>
                </a:lnTo>
                <a:lnTo>
                  <a:pt x="93" y="64"/>
                </a:lnTo>
                <a:lnTo>
                  <a:pt x="100" y="59"/>
                </a:lnTo>
                <a:lnTo>
                  <a:pt x="107" y="54"/>
                </a:lnTo>
                <a:lnTo>
                  <a:pt x="114" y="50"/>
                </a:lnTo>
                <a:lnTo>
                  <a:pt x="122" y="45"/>
                </a:lnTo>
                <a:lnTo>
                  <a:pt x="129" y="41"/>
                </a:lnTo>
                <a:lnTo>
                  <a:pt x="137" y="37"/>
                </a:lnTo>
                <a:lnTo>
                  <a:pt x="145" y="33"/>
                </a:lnTo>
                <a:lnTo>
                  <a:pt x="153" y="29"/>
                </a:lnTo>
                <a:lnTo>
                  <a:pt x="161" y="26"/>
                </a:lnTo>
                <a:lnTo>
                  <a:pt x="170" y="23"/>
                </a:lnTo>
                <a:lnTo>
                  <a:pt x="178" y="19"/>
                </a:lnTo>
                <a:lnTo>
                  <a:pt x="187" y="17"/>
                </a:lnTo>
                <a:lnTo>
                  <a:pt x="195" y="14"/>
                </a:lnTo>
                <a:lnTo>
                  <a:pt x="204" y="12"/>
                </a:lnTo>
                <a:lnTo>
                  <a:pt x="213" y="9"/>
                </a:lnTo>
                <a:lnTo>
                  <a:pt x="222" y="7"/>
                </a:lnTo>
                <a:lnTo>
                  <a:pt x="231" y="6"/>
                </a:lnTo>
                <a:lnTo>
                  <a:pt x="240" y="4"/>
                </a:lnTo>
                <a:lnTo>
                  <a:pt x="249" y="3"/>
                </a:lnTo>
                <a:lnTo>
                  <a:pt x="258" y="2"/>
                </a:lnTo>
                <a:lnTo>
                  <a:pt x="268" y="1"/>
                </a:lnTo>
                <a:lnTo>
                  <a:pt x="277" y="0"/>
                </a:lnTo>
                <a:lnTo>
                  <a:pt x="286" y="0"/>
                </a:lnTo>
                <a:lnTo>
                  <a:pt x="295" y="0"/>
                </a:lnTo>
                <a:lnTo>
                  <a:pt x="305" y="0"/>
                </a:lnTo>
                <a:lnTo>
                  <a:pt x="314" y="0"/>
                </a:lnTo>
                <a:lnTo>
                  <a:pt x="324" y="1"/>
                </a:lnTo>
                <a:lnTo>
                  <a:pt x="333" y="2"/>
                </a:lnTo>
                <a:lnTo>
                  <a:pt x="343" y="3"/>
                </a:lnTo>
                <a:lnTo>
                  <a:pt x="352" y="4"/>
                </a:lnTo>
                <a:lnTo>
                  <a:pt x="361" y="6"/>
                </a:lnTo>
                <a:lnTo>
                  <a:pt x="370" y="7"/>
                </a:lnTo>
                <a:lnTo>
                  <a:pt x="379" y="9"/>
                </a:lnTo>
                <a:lnTo>
                  <a:pt x="388" y="12"/>
                </a:lnTo>
                <a:lnTo>
                  <a:pt x="396" y="14"/>
                </a:lnTo>
                <a:lnTo>
                  <a:pt x="405" y="17"/>
                </a:lnTo>
                <a:lnTo>
                  <a:pt x="414" y="19"/>
                </a:lnTo>
                <a:lnTo>
                  <a:pt x="422" y="23"/>
                </a:lnTo>
                <a:lnTo>
                  <a:pt x="430" y="26"/>
                </a:lnTo>
                <a:lnTo>
                  <a:pt x="439" y="29"/>
                </a:lnTo>
                <a:lnTo>
                  <a:pt x="447" y="33"/>
                </a:lnTo>
                <a:lnTo>
                  <a:pt x="455" y="37"/>
                </a:lnTo>
                <a:lnTo>
                  <a:pt x="462" y="41"/>
                </a:lnTo>
                <a:lnTo>
                  <a:pt x="470" y="45"/>
                </a:lnTo>
                <a:lnTo>
                  <a:pt x="477" y="50"/>
                </a:lnTo>
                <a:lnTo>
                  <a:pt x="485" y="54"/>
                </a:lnTo>
                <a:lnTo>
                  <a:pt x="492" y="59"/>
                </a:lnTo>
                <a:lnTo>
                  <a:pt x="498" y="64"/>
                </a:lnTo>
                <a:lnTo>
                  <a:pt x="505" y="69"/>
                </a:lnTo>
                <a:lnTo>
                  <a:pt x="512" y="75"/>
                </a:lnTo>
                <a:lnTo>
                  <a:pt x="518" y="80"/>
                </a:lnTo>
                <a:lnTo>
                  <a:pt x="524" y="86"/>
                </a:lnTo>
                <a:lnTo>
                  <a:pt x="530" y="93"/>
                </a:lnTo>
                <a:lnTo>
                  <a:pt x="535" y="99"/>
                </a:lnTo>
                <a:lnTo>
                  <a:pt x="541" y="105"/>
                </a:lnTo>
                <a:lnTo>
                  <a:pt x="546" y="111"/>
                </a:lnTo>
                <a:lnTo>
                  <a:pt x="551" y="117"/>
                </a:lnTo>
                <a:lnTo>
                  <a:pt x="555" y="124"/>
                </a:lnTo>
                <a:lnTo>
                  <a:pt x="559" y="130"/>
                </a:lnTo>
                <a:lnTo>
                  <a:pt x="564" y="137"/>
                </a:lnTo>
                <a:lnTo>
                  <a:pt x="567" y="144"/>
                </a:lnTo>
                <a:lnTo>
                  <a:pt x="571" y="151"/>
                </a:lnTo>
                <a:lnTo>
                  <a:pt x="574" y="158"/>
                </a:lnTo>
                <a:lnTo>
                  <a:pt x="577" y="165"/>
                </a:lnTo>
                <a:lnTo>
                  <a:pt x="580" y="172"/>
                </a:lnTo>
                <a:lnTo>
                  <a:pt x="582" y="179"/>
                </a:lnTo>
                <a:lnTo>
                  <a:pt x="585" y="186"/>
                </a:lnTo>
                <a:lnTo>
                  <a:pt x="586" y="194"/>
                </a:lnTo>
                <a:lnTo>
                  <a:pt x="588" y="201"/>
                </a:lnTo>
                <a:lnTo>
                  <a:pt x="589" y="208"/>
                </a:lnTo>
                <a:lnTo>
                  <a:pt x="590" y="216"/>
                </a:lnTo>
                <a:lnTo>
                  <a:pt x="591" y="223"/>
                </a:lnTo>
                <a:lnTo>
                  <a:pt x="591" y="231"/>
                </a:lnTo>
                <a:lnTo>
                  <a:pt x="592" y="238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4" name=""/>
          <p:cNvSpPr/>
          <p:nvPr/>
        </p:nvSpPr>
        <p:spPr>
          <a:xfrm>
            <a:off x="2752560" y="1759320"/>
            <a:ext cx="214560" cy="172440"/>
          </a:xfrm>
          <a:custGeom>
            <a:avLst/>
            <a:gdLst/>
            <a:ahLst/>
            <a:rect l="0" t="0" r="r" b="b"/>
            <a:pathLst>
              <a:path w="596" h="479">
                <a:moveTo>
                  <a:pt x="594" y="240"/>
                </a:moveTo>
                <a:lnTo>
                  <a:pt x="593" y="233"/>
                </a:lnTo>
                <a:lnTo>
                  <a:pt x="593" y="225"/>
                </a:lnTo>
                <a:lnTo>
                  <a:pt x="592" y="218"/>
                </a:lnTo>
                <a:lnTo>
                  <a:pt x="591" y="210"/>
                </a:lnTo>
                <a:lnTo>
                  <a:pt x="590" y="203"/>
                </a:lnTo>
                <a:lnTo>
                  <a:pt x="588" y="196"/>
                </a:lnTo>
                <a:lnTo>
                  <a:pt x="587" y="188"/>
                </a:lnTo>
                <a:lnTo>
                  <a:pt x="584" y="181"/>
                </a:lnTo>
                <a:lnTo>
                  <a:pt x="582" y="174"/>
                </a:lnTo>
                <a:lnTo>
                  <a:pt x="579" y="167"/>
                </a:lnTo>
                <a:lnTo>
                  <a:pt x="576" y="160"/>
                </a:lnTo>
                <a:lnTo>
                  <a:pt x="573" y="153"/>
                </a:lnTo>
                <a:lnTo>
                  <a:pt x="569" y="146"/>
                </a:lnTo>
                <a:lnTo>
                  <a:pt x="566" y="139"/>
                </a:lnTo>
                <a:lnTo>
                  <a:pt x="561" y="132"/>
                </a:lnTo>
                <a:lnTo>
                  <a:pt x="557" y="126"/>
                </a:lnTo>
                <a:lnTo>
                  <a:pt x="553" y="118"/>
                </a:lnTo>
                <a:lnTo>
                  <a:pt x="548" y="112"/>
                </a:lnTo>
                <a:lnTo>
                  <a:pt x="543" y="106"/>
                </a:lnTo>
                <a:lnTo>
                  <a:pt x="537" y="100"/>
                </a:lnTo>
                <a:lnTo>
                  <a:pt x="532" y="94"/>
                </a:lnTo>
                <a:lnTo>
                  <a:pt x="526" y="88"/>
                </a:lnTo>
                <a:lnTo>
                  <a:pt x="520" y="82"/>
                </a:lnTo>
                <a:lnTo>
                  <a:pt x="514" y="77"/>
                </a:lnTo>
                <a:lnTo>
                  <a:pt x="507" y="71"/>
                </a:lnTo>
                <a:lnTo>
                  <a:pt x="500" y="66"/>
                </a:lnTo>
                <a:lnTo>
                  <a:pt x="494" y="61"/>
                </a:lnTo>
                <a:lnTo>
                  <a:pt x="487" y="56"/>
                </a:lnTo>
                <a:lnTo>
                  <a:pt x="479" y="52"/>
                </a:lnTo>
                <a:lnTo>
                  <a:pt x="472" y="47"/>
                </a:lnTo>
                <a:lnTo>
                  <a:pt x="464" y="43"/>
                </a:lnTo>
                <a:lnTo>
                  <a:pt x="457" y="39"/>
                </a:lnTo>
                <a:lnTo>
                  <a:pt x="449" y="35"/>
                </a:lnTo>
                <a:lnTo>
                  <a:pt x="441" y="31"/>
                </a:lnTo>
                <a:lnTo>
                  <a:pt x="432" y="28"/>
                </a:lnTo>
                <a:lnTo>
                  <a:pt x="424" y="25"/>
                </a:lnTo>
                <a:lnTo>
                  <a:pt x="416" y="21"/>
                </a:lnTo>
                <a:lnTo>
                  <a:pt x="407" y="19"/>
                </a:lnTo>
                <a:lnTo>
                  <a:pt x="398" y="16"/>
                </a:lnTo>
                <a:lnTo>
                  <a:pt x="390" y="14"/>
                </a:lnTo>
                <a:lnTo>
                  <a:pt x="380" y="11"/>
                </a:lnTo>
                <a:lnTo>
                  <a:pt x="371" y="9"/>
                </a:lnTo>
                <a:lnTo>
                  <a:pt x="362" y="8"/>
                </a:lnTo>
                <a:lnTo>
                  <a:pt x="353" y="6"/>
                </a:lnTo>
                <a:lnTo>
                  <a:pt x="344" y="5"/>
                </a:lnTo>
                <a:lnTo>
                  <a:pt x="334" y="4"/>
                </a:lnTo>
                <a:lnTo>
                  <a:pt x="325" y="3"/>
                </a:lnTo>
                <a:lnTo>
                  <a:pt x="316" y="2"/>
                </a:lnTo>
                <a:lnTo>
                  <a:pt x="307" y="2"/>
                </a:lnTo>
                <a:lnTo>
                  <a:pt x="297" y="2"/>
                </a:lnTo>
                <a:lnTo>
                  <a:pt x="288" y="2"/>
                </a:lnTo>
                <a:lnTo>
                  <a:pt x="279" y="2"/>
                </a:lnTo>
                <a:lnTo>
                  <a:pt x="270" y="3"/>
                </a:lnTo>
                <a:lnTo>
                  <a:pt x="260" y="4"/>
                </a:lnTo>
                <a:lnTo>
                  <a:pt x="251" y="5"/>
                </a:lnTo>
                <a:lnTo>
                  <a:pt x="242" y="6"/>
                </a:lnTo>
                <a:lnTo>
                  <a:pt x="233" y="8"/>
                </a:lnTo>
                <a:lnTo>
                  <a:pt x="224" y="9"/>
                </a:lnTo>
                <a:lnTo>
                  <a:pt x="215" y="11"/>
                </a:lnTo>
                <a:lnTo>
                  <a:pt x="206" y="14"/>
                </a:lnTo>
                <a:lnTo>
                  <a:pt x="197" y="16"/>
                </a:lnTo>
                <a:lnTo>
                  <a:pt x="189" y="19"/>
                </a:lnTo>
                <a:lnTo>
                  <a:pt x="180" y="21"/>
                </a:lnTo>
                <a:lnTo>
                  <a:pt x="172" y="25"/>
                </a:lnTo>
                <a:lnTo>
                  <a:pt x="163" y="28"/>
                </a:lnTo>
                <a:lnTo>
                  <a:pt x="155" y="31"/>
                </a:lnTo>
                <a:lnTo>
                  <a:pt x="147" y="35"/>
                </a:lnTo>
                <a:lnTo>
                  <a:pt x="139" y="39"/>
                </a:lnTo>
                <a:lnTo>
                  <a:pt x="131" y="43"/>
                </a:lnTo>
                <a:lnTo>
                  <a:pt x="124" y="47"/>
                </a:lnTo>
                <a:lnTo>
                  <a:pt x="116" y="52"/>
                </a:lnTo>
                <a:lnTo>
                  <a:pt x="109" y="56"/>
                </a:lnTo>
                <a:lnTo>
                  <a:pt x="102" y="61"/>
                </a:lnTo>
                <a:lnTo>
                  <a:pt x="95" y="66"/>
                </a:lnTo>
                <a:lnTo>
                  <a:pt x="89" y="71"/>
                </a:lnTo>
                <a:lnTo>
                  <a:pt x="82" y="77"/>
                </a:lnTo>
                <a:lnTo>
                  <a:pt x="76" y="82"/>
                </a:lnTo>
                <a:lnTo>
                  <a:pt x="70" y="88"/>
                </a:lnTo>
                <a:lnTo>
                  <a:pt x="64" y="94"/>
                </a:lnTo>
                <a:lnTo>
                  <a:pt x="58" y="100"/>
                </a:lnTo>
                <a:lnTo>
                  <a:pt x="53" y="106"/>
                </a:lnTo>
                <a:lnTo>
                  <a:pt x="48" y="112"/>
                </a:lnTo>
                <a:lnTo>
                  <a:pt x="43" y="118"/>
                </a:lnTo>
                <a:lnTo>
                  <a:pt x="39" y="126"/>
                </a:lnTo>
                <a:lnTo>
                  <a:pt x="34" y="132"/>
                </a:lnTo>
                <a:lnTo>
                  <a:pt x="30" y="139"/>
                </a:lnTo>
                <a:lnTo>
                  <a:pt x="26" y="146"/>
                </a:lnTo>
                <a:lnTo>
                  <a:pt x="23" y="153"/>
                </a:lnTo>
                <a:lnTo>
                  <a:pt x="20" y="160"/>
                </a:lnTo>
                <a:lnTo>
                  <a:pt x="17" y="167"/>
                </a:lnTo>
                <a:lnTo>
                  <a:pt x="14" y="174"/>
                </a:lnTo>
                <a:lnTo>
                  <a:pt x="11" y="181"/>
                </a:lnTo>
                <a:lnTo>
                  <a:pt x="9" y="188"/>
                </a:lnTo>
                <a:lnTo>
                  <a:pt x="7" y="196"/>
                </a:lnTo>
                <a:lnTo>
                  <a:pt x="6" y="203"/>
                </a:lnTo>
                <a:lnTo>
                  <a:pt x="4" y="210"/>
                </a:lnTo>
                <a:lnTo>
                  <a:pt x="3" y="218"/>
                </a:lnTo>
                <a:lnTo>
                  <a:pt x="3" y="225"/>
                </a:lnTo>
                <a:lnTo>
                  <a:pt x="2" y="233"/>
                </a:lnTo>
                <a:lnTo>
                  <a:pt x="2" y="240"/>
                </a:lnTo>
                <a:lnTo>
                  <a:pt x="2" y="248"/>
                </a:lnTo>
                <a:lnTo>
                  <a:pt x="3" y="255"/>
                </a:lnTo>
                <a:lnTo>
                  <a:pt x="3" y="262"/>
                </a:lnTo>
                <a:lnTo>
                  <a:pt x="4" y="270"/>
                </a:lnTo>
                <a:lnTo>
                  <a:pt x="6" y="277"/>
                </a:lnTo>
                <a:lnTo>
                  <a:pt x="7" y="284"/>
                </a:lnTo>
                <a:lnTo>
                  <a:pt x="9" y="292"/>
                </a:lnTo>
                <a:lnTo>
                  <a:pt x="11" y="299"/>
                </a:lnTo>
                <a:lnTo>
                  <a:pt x="14" y="306"/>
                </a:lnTo>
                <a:lnTo>
                  <a:pt x="17" y="313"/>
                </a:lnTo>
                <a:lnTo>
                  <a:pt x="20" y="320"/>
                </a:lnTo>
                <a:lnTo>
                  <a:pt x="23" y="327"/>
                </a:lnTo>
                <a:lnTo>
                  <a:pt x="26" y="334"/>
                </a:lnTo>
                <a:lnTo>
                  <a:pt x="30" y="341"/>
                </a:lnTo>
                <a:lnTo>
                  <a:pt x="34" y="348"/>
                </a:lnTo>
                <a:lnTo>
                  <a:pt x="39" y="354"/>
                </a:lnTo>
                <a:lnTo>
                  <a:pt x="43" y="361"/>
                </a:lnTo>
                <a:lnTo>
                  <a:pt x="48" y="367"/>
                </a:lnTo>
                <a:lnTo>
                  <a:pt x="53" y="373"/>
                </a:lnTo>
                <a:lnTo>
                  <a:pt x="58" y="379"/>
                </a:lnTo>
                <a:lnTo>
                  <a:pt x="64" y="385"/>
                </a:lnTo>
                <a:lnTo>
                  <a:pt x="70" y="391"/>
                </a:lnTo>
                <a:lnTo>
                  <a:pt x="76" y="397"/>
                </a:lnTo>
                <a:lnTo>
                  <a:pt x="82" y="402"/>
                </a:lnTo>
                <a:lnTo>
                  <a:pt x="89" y="408"/>
                </a:lnTo>
                <a:lnTo>
                  <a:pt x="95" y="413"/>
                </a:lnTo>
                <a:lnTo>
                  <a:pt x="102" y="418"/>
                </a:lnTo>
                <a:lnTo>
                  <a:pt x="109" y="423"/>
                </a:lnTo>
                <a:lnTo>
                  <a:pt x="116" y="427"/>
                </a:lnTo>
                <a:lnTo>
                  <a:pt x="124" y="432"/>
                </a:lnTo>
                <a:lnTo>
                  <a:pt x="131" y="436"/>
                </a:lnTo>
                <a:lnTo>
                  <a:pt x="139" y="440"/>
                </a:lnTo>
                <a:lnTo>
                  <a:pt x="147" y="444"/>
                </a:lnTo>
                <a:lnTo>
                  <a:pt x="155" y="448"/>
                </a:lnTo>
                <a:lnTo>
                  <a:pt x="163" y="451"/>
                </a:lnTo>
                <a:lnTo>
                  <a:pt x="172" y="455"/>
                </a:lnTo>
                <a:lnTo>
                  <a:pt x="180" y="458"/>
                </a:lnTo>
                <a:lnTo>
                  <a:pt x="189" y="460"/>
                </a:lnTo>
                <a:lnTo>
                  <a:pt x="197" y="463"/>
                </a:lnTo>
                <a:lnTo>
                  <a:pt x="206" y="466"/>
                </a:lnTo>
                <a:lnTo>
                  <a:pt x="215" y="468"/>
                </a:lnTo>
                <a:lnTo>
                  <a:pt x="224" y="470"/>
                </a:lnTo>
                <a:lnTo>
                  <a:pt x="233" y="471"/>
                </a:lnTo>
                <a:lnTo>
                  <a:pt x="242" y="473"/>
                </a:lnTo>
                <a:lnTo>
                  <a:pt x="251" y="474"/>
                </a:lnTo>
                <a:lnTo>
                  <a:pt x="260" y="475"/>
                </a:lnTo>
                <a:lnTo>
                  <a:pt x="270" y="476"/>
                </a:lnTo>
                <a:lnTo>
                  <a:pt x="279" y="477"/>
                </a:lnTo>
                <a:lnTo>
                  <a:pt x="288" y="477"/>
                </a:lnTo>
                <a:lnTo>
                  <a:pt x="297" y="477"/>
                </a:lnTo>
                <a:lnTo>
                  <a:pt x="307" y="477"/>
                </a:lnTo>
                <a:lnTo>
                  <a:pt x="316" y="477"/>
                </a:lnTo>
                <a:lnTo>
                  <a:pt x="325" y="476"/>
                </a:lnTo>
                <a:lnTo>
                  <a:pt x="334" y="475"/>
                </a:lnTo>
                <a:lnTo>
                  <a:pt x="344" y="474"/>
                </a:lnTo>
                <a:lnTo>
                  <a:pt x="353" y="473"/>
                </a:lnTo>
                <a:lnTo>
                  <a:pt x="362" y="471"/>
                </a:lnTo>
                <a:lnTo>
                  <a:pt x="371" y="470"/>
                </a:lnTo>
                <a:lnTo>
                  <a:pt x="380" y="468"/>
                </a:lnTo>
                <a:lnTo>
                  <a:pt x="390" y="466"/>
                </a:lnTo>
                <a:lnTo>
                  <a:pt x="398" y="463"/>
                </a:lnTo>
                <a:lnTo>
                  <a:pt x="407" y="460"/>
                </a:lnTo>
                <a:lnTo>
                  <a:pt x="416" y="458"/>
                </a:lnTo>
                <a:lnTo>
                  <a:pt x="424" y="455"/>
                </a:lnTo>
                <a:lnTo>
                  <a:pt x="432" y="451"/>
                </a:lnTo>
                <a:lnTo>
                  <a:pt x="441" y="448"/>
                </a:lnTo>
                <a:lnTo>
                  <a:pt x="449" y="444"/>
                </a:lnTo>
                <a:lnTo>
                  <a:pt x="457" y="440"/>
                </a:lnTo>
                <a:lnTo>
                  <a:pt x="464" y="436"/>
                </a:lnTo>
                <a:lnTo>
                  <a:pt x="472" y="432"/>
                </a:lnTo>
                <a:lnTo>
                  <a:pt x="479" y="427"/>
                </a:lnTo>
                <a:lnTo>
                  <a:pt x="487" y="423"/>
                </a:lnTo>
                <a:lnTo>
                  <a:pt x="494" y="418"/>
                </a:lnTo>
                <a:lnTo>
                  <a:pt x="500" y="413"/>
                </a:lnTo>
                <a:lnTo>
                  <a:pt x="507" y="408"/>
                </a:lnTo>
                <a:lnTo>
                  <a:pt x="514" y="402"/>
                </a:lnTo>
                <a:lnTo>
                  <a:pt x="520" y="397"/>
                </a:lnTo>
                <a:lnTo>
                  <a:pt x="526" y="391"/>
                </a:lnTo>
                <a:lnTo>
                  <a:pt x="532" y="385"/>
                </a:lnTo>
                <a:lnTo>
                  <a:pt x="537" y="379"/>
                </a:lnTo>
                <a:lnTo>
                  <a:pt x="543" y="373"/>
                </a:lnTo>
                <a:lnTo>
                  <a:pt x="548" y="367"/>
                </a:lnTo>
                <a:lnTo>
                  <a:pt x="553" y="361"/>
                </a:lnTo>
                <a:lnTo>
                  <a:pt x="557" y="354"/>
                </a:lnTo>
                <a:lnTo>
                  <a:pt x="561" y="348"/>
                </a:lnTo>
                <a:lnTo>
                  <a:pt x="566" y="341"/>
                </a:lnTo>
                <a:lnTo>
                  <a:pt x="569" y="334"/>
                </a:lnTo>
                <a:lnTo>
                  <a:pt x="573" y="327"/>
                </a:lnTo>
                <a:lnTo>
                  <a:pt x="576" y="320"/>
                </a:lnTo>
                <a:lnTo>
                  <a:pt x="579" y="313"/>
                </a:lnTo>
                <a:lnTo>
                  <a:pt x="582" y="306"/>
                </a:lnTo>
                <a:lnTo>
                  <a:pt x="584" y="299"/>
                </a:lnTo>
                <a:lnTo>
                  <a:pt x="587" y="292"/>
                </a:lnTo>
                <a:lnTo>
                  <a:pt x="588" y="284"/>
                </a:lnTo>
                <a:lnTo>
                  <a:pt x="590" y="277"/>
                </a:lnTo>
                <a:lnTo>
                  <a:pt x="591" y="270"/>
                </a:lnTo>
                <a:lnTo>
                  <a:pt x="592" y="262"/>
                </a:lnTo>
                <a:lnTo>
                  <a:pt x="593" y="255"/>
                </a:lnTo>
                <a:lnTo>
                  <a:pt x="593" y="248"/>
                </a:lnTo>
                <a:lnTo>
                  <a:pt x="594" y="240"/>
                </a:lnTo>
                <a:moveTo>
                  <a:pt x="596" y="240"/>
                </a:moveTo>
                <a:lnTo>
                  <a:pt x="596" y="248"/>
                </a:lnTo>
                <a:lnTo>
                  <a:pt x="595" y="255"/>
                </a:lnTo>
                <a:lnTo>
                  <a:pt x="595" y="263"/>
                </a:lnTo>
                <a:lnTo>
                  <a:pt x="594" y="270"/>
                </a:lnTo>
                <a:lnTo>
                  <a:pt x="592" y="277"/>
                </a:lnTo>
                <a:lnTo>
                  <a:pt x="591" y="285"/>
                </a:lnTo>
                <a:lnTo>
                  <a:pt x="589" y="292"/>
                </a:lnTo>
                <a:lnTo>
                  <a:pt x="587" y="299"/>
                </a:lnTo>
                <a:lnTo>
                  <a:pt x="584" y="307"/>
                </a:lnTo>
                <a:lnTo>
                  <a:pt x="581" y="314"/>
                </a:lnTo>
                <a:lnTo>
                  <a:pt x="578" y="321"/>
                </a:lnTo>
                <a:lnTo>
                  <a:pt x="575" y="328"/>
                </a:lnTo>
                <a:lnTo>
                  <a:pt x="571" y="335"/>
                </a:lnTo>
                <a:lnTo>
                  <a:pt x="568" y="342"/>
                </a:lnTo>
                <a:lnTo>
                  <a:pt x="563" y="349"/>
                </a:lnTo>
                <a:lnTo>
                  <a:pt x="559" y="355"/>
                </a:lnTo>
                <a:lnTo>
                  <a:pt x="554" y="362"/>
                </a:lnTo>
                <a:lnTo>
                  <a:pt x="550" y="368"/>
                </a:lnTo>
                <a:lnTo>
                  <a:pt x="544" y="374"/>
                </a:lnTo>
                <a:lnTo>
                  <a:pt x="539" y="380"/>
                </a:lnTo>
                <a:lnTo>
                  <a:pt x="533" y="387"/>
                </a:lnTo>
                <a:lnTo>
                  <a:pt x="528" y="392"/>
                </a:lnTo>
                <a:lnTo>
                  <a:pt x="522" y="398"/>
                </a:lnTo>
                <a:lnTo>
                  <a:pt x="515" y="404"/>
                </a:lnTo>
                <a:lnTo>
                  <a:pt x="509" y="409"/>
                </a:lnTo>
                <a:lnTo>
                  <a:pt x="502" y="414"/>
                </a:lnTo>
                <a:lnTo>
                  <a:pt x="495" y="419"/>
                </a:lnTo>
                <a:lnTo>
                  <a:pt x="488" y="424"/>
                </a:lnTo>
                <a:lnTo>
                  <a:pt x="481" y="429"/>
                </a:lnTo>
                <a:lnTo>
                  <a:pt x="473" y="433"/>
                </a:lnTo>
                <a:lnTo>
                  <a:pt x="466" y="438"/>
                </a:lnTo>
                <a:lnTo>
                  <a:pt x="458" y="442"/>
                </a:lnTo>
                <a:lnTo>
                  <a:pt x="450" y="446"/>
                </a:lnTo>
                <a:lnTo>
                  <a:pt x="442" y="449"/>
                </a:lnTo>
                <a:lnTo>
                  <a:pt x="433" y="453"/>
                </a:lnTo>
                <a:lnTo>
                  <a:pt x="425" y="456"/>
                </a:lnTo>
                <a:lnTo>
                  <a:pt x="417" y="459"/>
                </a:lnTo>
                <a:lnTo>
                  <a:pt x="408" y="462"/>
                </a:lnTo>
                <a:lnTo>
                  <a:pt x="399" y="465"/>
                </a:lnTo>
                <a:lnTo>
                  <a:pt x="390" y="467"/>
                </a:lnTo>
                <a:lnTo>
                  <a:pt x="380" y="469"/>
                </a:lnTo>
                <a:lnTo>
                  <a:pt x="371" y="471"/>
                </a:lnTo>
                <a:lnTo>
                  <a:pt x="362" y="473"/>
                </a:lnTo>
                <a:lnTo>
                  <a:pt x="353" y="475"/>
                </a:lnTo>
                <a:lnTo>
                  <a:pt x="344" y="476"/>
                </a:lnTo>
                <a:lnTo>
                  <a:pt x="335" y="477"/>
                </a:lnTo>
                <a:lnTo>
                  <a:pt x="325" y="478"/>
                </a:lnTo>
                <a:lnTo>
                  <a:pt x="316" y="479"/>
                </a:lnTo>
                <a:lnTo>
                  <a:pt x="307" y="479"/>
                </a:lnTo>
                <a:lnTo>
                  <a:pt x="297" y="479"/>
                </a:lnTo>
                <a:lnTo>
                  <a:pt x="288" y="479"/>
                </a:lnTo>
                <a:lnTo>
                  <a:pt x="279" y="479"/>
                </a:lnTo>
                <a:lnTo>
                  <a:pt x="269" y="478"/>
                </a:lnTo>
                <a:lnTo>
                  <a:pt x="260" y="477"/>
                </a:lnTo>
                <a:lnTo>
                  <a:pt x="251" y="476"/>
                </a:lnTo>
                <a:lnTo>
                  <a:pt x="242" y="475"/>
                </a:lnTo>
                <a:lnTo>
                  <a:pt x="232" y="473"/>
                </a:lnTo>
                <a:lnTo>
                  <a:pt x="223" y="471"/>
                </a:lnTo>
                <a:lnTo>
                  <a:pt x="214" y="469"/>
                </a:lnTo>
                <a:lnTo>
                  <a:pt x="205" y="467"/>
                </a:lnTo>
                <a:lnTo>
                  <a:pt x="197" y="465"/>
                </a:lnTo>
                <a:lnTo>
                  <a:pt x="188" y="462"/>
                </a:lnTo>
                <a:lnTo>
                  <a:pt x="179" y="459"/>
                </a:lnTo>
                <a:lnTo>
                  <a:pt x="171" y="456"/>
                </a:lnTo>
                <a:lnTo>
                  <a:pt x="162" y="453"/>
                </a:lnTo>
                <a:lnTo>
                  <a:pt x="154" y="449"/>
                </a:lnTo>
                <a:lnTo>
                  <a:pt x="146" y="446"/>
                </a:lnTo>
                <a:lnTo>
                  <a:pt x="138" y="442"/>
                </a:lnTo>
                <a:lnTo>
                  <a:pt x="130" y="438"/>
                </a:lnTo>
                <a:lnTo>
                  <a:pt x="122" y="433"/>
                </a:lnTo>
                <a:lnTo>
                  <a:pt x="115" y="429"/>
                </a:lnTo>
                <a:lnTo>
                  <a:pt x="108" y="424"/>
                </a:lnTo>
                <a:lnTo>
                  <a:pt x="101" y="419"/>
                </a:lnTo>
                <a:lnTo>
                  <a:pt x="94" y="414"/>
                </a:lnTo>
                <a:lnTo>
                  <a:pt x="87" y="409"/>
                </a:lnTo>
                <a:lnTo>
                  <a:pt x="80" y="404"/>
                </a:lnTo>
                <a:lnTo>
                  <a:pt x="74" y="398"/>
                </a:lnTo>
                <a:lnTo>
                  <a:pt x="68" y="392"/>
                </a:lnTo>
                <a:lnTo>
                  <a:pt x="62" y="387"/>
                </a:lnTo>
                <a:lnTo>
                  <a:pt x="57" y="380"/>
                </a:lnTo>
                <a:lnTo>
                  <a:pt x="51" y="374"/>
                </a:lnTo>
                <a:lnTo>
                  <a:pt x="46" y="368"/>
                </a:lnTo>
                <a:lnTo>
                  <a:pt x="41" y="362"/>
                </a:lnTo>
                <a:lnTo>
                  <a:pt x="37" y="355"/>
                </a:lnTo>
                <a:lnTo>
                  <a:pt x="32" y="349"/>
                </a:lnTo>
                <a:lnTo>
                  <a:pt x="28" y="342"/>
                </a:lnTo>
                <a:lnTo>
                  <a:pt x="24" y="335"/>
                </a:lnTo>
                <a:lnTo>
                  <a:pt x="21" y="328"/>
                </a:lnTo>
                <a:lnTo>
                  <a:pt x="17" y="321"/>
                </a:lnTo>
                <a:lnTo>
                  <a:pt x="14" y="314"/>
                </a:lnTo>
                <a:lnTo>
                  <a:pt x="12" y="307"/>
                </a:lnTo>
                <a:lnTo>
                  <a:pt x="9" y="299"/>
                </a:lnTo>
                <a:lnTo>
                  <a:pt x="7" y="292"/>
                </a:lnTo>
                <a:lnTo>
                  <a:pt x="5" y="285"/>
                </a:lnTo>
                <a:lnTo>
                  <a:pt x="3" y="277"/>
                </a:lnTo>
                <a:lnTo>
                  <a:pt x="2" y="270"/>
                </a:lnTo>
                <a:lnTo>
                  <a:pt x="1" y="263"/>
                </a:lnTo>
                <a:lnTo>
                  <a:pt x="0" y="255"/>
                </a:lnTo>
                <a:lnTo>
                  <a:pt x="0" y="248"/>
                </a:lnTo>
                <a:lnTo>
                  <a:pt x="0" y="240"/>
                </a:lnTo>
                <a:lnTo>
                  <a:pt x="0" y="233"/>
                </a:lnTo>
                <a:lnTo>
                  <a:pt x="0" y="225"/>
                </a:lnTo>
                <a:lnTo>
                  <a:pt x="1" y="218"/>
                </a:lnTo>
                <a:lnTo>
                  <a:pt x="2" y="210"/>
                </a:lnTo>
                <a:lnTo>
                  <a:pt x="3" y="203"/>
                </a:lnTo>
                <a:lnTo>
                  <a:pt x="5" y="195"/>
                </a:lnTo>
                <a:lnTo>
                  <a:pt x="7" y="188"/>
                </a:lnTo>
                <a:lnTo>
                  <a:pt x="9" y="181"/>
                </a:lnTo>
                <a:lnTo>
                  <a:pt x="12" y="173"/>
                </a:lnTo>
                <a:lnTo>
                  <a:pt x="14" y="166"/>
                </a:lnTo>
                <a:lnTo>
                  <a:pt x="17" y="159"/>
                </a:lnTo>
                <a:lnTo>
                  <a:pt x="21" y="152"/>
                </a:lnTo>
                <a:lnTo>
                  <a:pt x="24" y="145"/>
                </a:lnTo>
                <a:lnTo>
                  <a:pt x="28" y="138"/>
                </a:lnTo>
                <a:lnTo>
                  <a:pt x="32" y="132"/>
                </a:lnTo>
                <a:lnTo>
                  <a:pt x="37" y="125"/>
                </a:lnTo>
                <a:lnTo>
                  <a:pt x="41" y="117"/>
                </a:lnTo>
                <a:lnTo>
                  <a:pt x="46" y="111"/>
                </a:lnTo>
                <a:lnTo>
                  <a:pt x="51" y="105"/>
                </a:lnTo>
                <a:lnTo>
                  <a:pt x="57" y="99"/>
                </a:lnTo>
                <a:lnTo>
                  <a:pt x="62" y="93"/>
                </a:lnTo>
                <a:lnTo>
                  <a:pt x="68" y="87"/>
                </a:lnTo>
                <a:lnTo>
                  <a:pt x="74" y="81"/>
                </a:lnTo>
                <a:lnTo>
                  <a:pt x="80" y="76"/>
                </a:lnTo>
                <a:lnTo>
                  <a:pt x="87" y="70"/>
                </a:lnTo>
                <a:lnTo>
                  <a:pt x="94" y="65"/>
                </a:lnTo>
                <a:lnTo>
                  <a:pt x="101" y="60"/>
                </a:lnTo>
                <a:lnTo>
                  <a:pt x="108" y="55"/>
                </a:lnTo>
                <a:lnTo>
                  <a:pt x="115" y="50"/>
                </a:lnTo>
                <a:lnTo>
                  <a:pt x="122" y="46"/>
                </a:lnTo>
                <a:lnTo>
                  <a:pt x="130" y="41"/>
                </a:lnTo>
                <a:lnTo>
                  <a:pt x="138" y="37"/>
                </a:lnTo>
                <a:lnTo>
                  <a:pt x="146" y="33"/>
                </a:lnTo>
                <a:lnTo>
                  <a:pt x="154" y="30"/>
                </a:lnTo>
                <a:lnTo>
                  <a:pt x="162" y="26"/>
                </a:lnTo>
                <a:lnTo>
                  <a:pt x="171" y="23"/>
                </a:lnTo>
                <a:lnTo>
                  <a:pt x="179" y="20"/>
                </a:lnTo>
                <a:lnTo>
                  <a:pt x="188" y="17"/>
                </a:lnTo>
                <a:lnTo>
                  <a:pt x="197" y="14"/>
                </a:lnTo>
                <a:lnTo>
                  <a:pt x="205" y="12"/>
                </a:lnTo>
                <a:lnTo>
                  <a:pt x="214" y="10"/>
                </a:lnTo>
                <a:lnTo>
                  <a:pt x="223" y="8"/>
                </a:lnTo>
                <a:lnTo>
                  <a:pt x="232" y="6"/>
                </a:lnTo>
                <a:lnTo>
                  <a:pt x="242" y="4"/>
                </a:lnTo>
                <a:lnTo>
                  <a:pt x="251" y="3"/>
                </a:lnTo>
                <a:lnTo>
                  <a:pt x="260" y="2"/>
                </a:lnTo>
                <a:lnTo>
                  <a:pt x="269" y="1"/>
                </a:lnTo>
                <a:lnTo>
                  <a:pt x="279" y="1"/>
                </a:lnTo>
                <a:lnTo>
                  <a:pt x="288" y="0"/>
                </a:lnTo>
                <a:lnTo>
                  <a:pt x="297" y="0"/>
                </a:lnTo>
                <a:lnTo>
                  <a:pt x="307" y="0"/>
                </a:lnTo>
                <a:lnTo>
                  <a:pt x="316" y="1"/>
                </a:lnTo>
                <a:lnTo>
                  <a:pt x="325" y="1"/>
                </a:lnTo>
                <a:lnTo>
                  <a:pt x="335" y="2"/>
                </a:lnTo>
                <a:lnTo>
                  <a:pt x="344" y="3"/>
                </a:lnTo>
                <a:lnTo>
                  <a:pt x="353" y="4"/>
                </a:lnTo>
                <a:lnTo>
                  <a:pt x="362" y="6"/>
                </a:lnTo>
                <a:lnTo>
                  <a:pt x="371" y="8"/>
                </a:lnTo>
                <a:lnTo>
                  <a:pt x="380" y="10"/>
                </a:lnTo>
                <a:lnTo>
                  <a:pt x="390" y="12"/>
                </a:lnTo>
                <a:lnTo>
                  <a:pt x="399" y="14"/>
                </a:lnTo>
                <a:lnTo>
                  <a:pt x="408" y="17"/>
                </a:lnTo>
                <a:lnTo>
                  <a:pt x="417" y="20"/>
                </a:lnTo>
                <a:lnTo>
                  <a:pt x="425" y="23"/>
                </a:lnTo>
                <a:lnTo>
                  <a:pt x="433" y="26"/>
                </a:lnTo>
                <a:lnTo>
                  <a:pt x="442" y="30"/>
                </a:lnTo>
                <a:lnTo>
                  <a:pt x="450" y="33"/>
                </a:lnTo>
                <a:lnTo>
                  <a:pt x="458" y="37"/>
                </a:lnTo>
                <a:lnTo>
                  <a:pt x="466" y="41"/>
                </a:lnTo>
                <a:lnTo>
                  <a:pt x="473" y="46"/>
                </a:lnTo>
                <a:lnTo>
                  <a:pt x="481" y="50"/>
                </a:lnTo>
                <a:lnTo>
                  <a:pt x="488" y="55"/>
                </a:lnTo>
                <a:lnTo>
                  <a:pt x="495" y="60"/>
                </a:lnTo>
                <a:lnTo>
                  <a:pt x="502" y="65"/>
                </a:lnTo>
                <a:lnTo>
                  <a:pt x="509" y="70"/>
                </a:lnTo>
                <a:lnTo>
                  <a:pt x="515" y="76"/>
                </a:lnTo>
                <a:lnTo>
                  <a:pt x="522" y="81"/>
                </a:lnTo>
                <a:lnTo>
                  <a:pt x="528" y="87"/>
                </a:lnTo>
                <a:lnTo>
                  <a:pt x="533" y="93"/>
                </a:lnTo>
                <a:lnTo>
                  <a:pt x="539" y="99"/>
                </a:lnTo>
                <a:lnTo>
                  <a:pt x="544" y="105"/>
                </a:lnTo>
                <a:lnTo>
                  <a:pt x="550" y="111"/>
                </a:lnTo>
                <a:lnTo>
                  <a:pt x="554" y="117"/>
                </a:lnTo>
                <a:lnTo>
                  <a:pt x="559" y="125"/>
                </a:lnTo>
                <a:lnTo>
                  <a:pt x="563" y="132"/>
                </a:lnTo>
                <a:lnTo>
                  <a:pt x="568" y="138"/>
                </a:lnTo>
                <a:lnTo>
                  <a:pt x="571" y="145"/>
                </a:lnTo>
                <a:lnTo>
                  <a:pt x="575" y="152"/>
                </a:lnTo>
                <a:lnTo>
                  <a:pt x="578" y="159"/>
                </a:lnTo>
                <a:lnTo>
                  <a:pt x="581" y="166"/>
                </a:lnTo>
                <a:lnTo>
                  <a:pt x="584" y="173"/>
                </a:lnTo>
                <a:lnTo>
                  <a:pt x="587" y="181"/>
                </a:lnTo>
                <a:lnTo>
                  <a:pt x="589" y="188"/>
                </a:lnTo>
                <a:lnTo>
                  <a:pt x="591" y="195"/>
                </a:lnTo>
                <a:lnTo>
                  <a:pt x="592" y="203"/>
                </a:lnTo>
                <a:lnTo>
                  <a:pt x="594" y="210"/>
                </a:lnTo>
                <a:lnTo>
                  <a:pt x="595" y="218"/>
                </a:lnTo>
                <a:lnTo>
                  <a:pt x="595" y="225"/>
                </a:lnTo>
                <a:lnTo>
                  <a:pt x="596" y="233"/>
                </a:lnTo>
                <a:lnTo>
                  <a:pt x="596" y="24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5" name=""/>
          <p:cNvSpPr/>
          <p:nvPr/>
        </p:nvSpPr>
        <p:spPr>
          <a:xfrm>
            <a:off x="2750040" y="1757520"/>
            <a:ext cx="219600" cy="176400"/>
          </a:xfrm>
          <a:custGeom>
            <a:avLst/>
            <a:gdLst/>
            <a:ahLst/>
            <a:rect l="0" t="0" r="r" b="b"/>
            <a:pathLst>
              <a:path w="610" h="490">
                <a:moveTo>
                  <a:pt x="603" y="245"/>
                </a:moveTo>
                <a:lnTo>
                  <a:pt x="603" y="237"/>
                </a:lnTo>
                <a:lnTo>
                  <a:pt x="602" y="229"/>
                </a:lnTo>
                <a:lnTo>
                  <a:pt x="602" y="222"/>
                </a:lnTo>
                <a:lnTo>
                  <a:pt x="601" y="214"/>
                </a:lnTo>
                <a:lnTo>
                  <a:pt x="599" y="207"/>
                </a:lnTo>
                <a:lnTo>
                  <a:pt x="598" y="199"/>
                </a:lnTo>
                <a:lnTo>
                  <a:pt x="596" y="192"/>
                </a:lnTo>
                <a:lnTo>
                  <a:pt x="594" y="185"/>
                </a:lnTo>
                <a:lnTo>
                  <a:pt x="591" y="177"/>
                </a:lnTo>
                <a:lnTo>
                  <a:pt x="588" y="170"/>
                </a:lnTo>
                <a:lnTo>
                  <a:pt x="585" y="163"/>
                </a:lnTo>
                <a:lnTo>
                  <a:pt x="581" y="156"/>
                </a:lnTo>
                <a:lnTo>
                  <a:pt x="577" y="149"/>
                </a:lnTo>
                <a:lnTo>
                  <a:pt x="574" y="142"/>
                </a:lnTo>
                <a:lnTo>
                  <a:pt x="569" y="136"/>
                </a:lnTo>
                <a:lnTo>
                  <a:pt x="565" y="129"/>
                </a:lnTo>
                <a:lnTo>
                  <a:pt x="560" y="122"/>
                </a:lnTo>
                <a:lnTo>
                  <a:pt x="556" y="116"/>
                </a:lnTo>
                <a:lnTo>
                  <a:pt x="550" y="110"/>
                </a:lnTo>
                <a:lnTo>
                  <a:pt x="545" y="104"/>
                </a:lnTo>
                <a:lnTo>
                  <a:pt x="539" y="98"/>
                </a:lnTo>
                <a:lnTo>
                  <a:pt x="534" y="92"/>
                </a:lnTo>
                <a:lnTo>
                  <a:pt x="528" y="86"/>
                </a:lnTo>
                <a:lnTo>
                  <a:pt x="521" y="81"/>
                </a:lnTo>
                <a:lnTo>
                  <a:pt x="515" y="75"/>
                </a:lnTo>
                <a:lnTo>
                  <a:pt x="508" y="70"/>
                </a:lnTo>
                <a:lnTo>
                  <a:pt x="501" y="65"/>
                </a:lnTo>
                <a:lnTo>
                  <a:pt x="494" y="60"/>
                </a:lnTo>
                <a:lnTo>
                  <a:pt x="487" y="55"/>
                </a:lnTo>
                <a:lnTo>
                  <a:pt x="479" y="51"/>
                </a:lnTo>
                <a:lnTo>
                  <a:pt x="472" y="46"/>
                </a:lnTo>
                <a:lnTo>
                  <a:pt x="464" y="42"/>
                </a:lnTo>
                <a:lnTo>
                  <a:pt x="456" y="38"/>
                </a:lnTo>
                <a:lnTo>
                  <a:pt x="448" y="35"/>
                </a:lnTo>
                <a:lnTo>
                  <a:pt x="439" y="31"/>
                </a:lnTo>
                <a:lnTo>
                  <a:pt x="431" y="28"/>
                </a:lnTo>
                <a:lnTo>
                  <a:pt x="423" y="25"/>
                </a:lnTo>
                <a:lnTo>
                  <a:pt x="414" y="22"/>
                </a:lnTo>
                <a:lnTo>
                  <a:pt x="405" y="19"/>
                </a:lnTo>
                <a:lnTo>
                  <a:pt x="396" y="17"/>
                </a:lnTo>
                <a:lnTo>
                  <a:pt x="387" y="15"/>
                </a:lnTo>
                <a:lnTo>
                  <a:pt x="378" y="13"/>
                </a:lnTo>
                <a:lnTo>
                  <a:pt x="369" y="11"/>
                </a:lnTo>
                <a:lnTo>
                  <a:pt x="360" y="9"/>
                </a:lnTo>
                <a:lnTo>
                  <a:pt x="351" y="8"/>
                </a:lnTo>
                <a:lnTo>
                  <a:pt x="342" y="7"/>
                </a:lnTo>
                <a:lnTo>
                  <a:pt x="332" y="6"/>
                </a:lnTo>
                <a:lnTo>
                  <a:pt x="323" y="6"/>
                </a:lnTo>
                <a:lnTo>
                  <a:pt x="314" y="5"/>
                </a:lnTo>
                <a:lnTo>
                  <a:pt x="304" y="5"/>
                </a:lnTo>
                <a:lnTo>
                  <a:pt x="295" y="5"/>
                </a:lnTo>
                <a:lnTo>
                  <a:pt x="286" y="6"/>
                </a:lnTo>
                <a:lnTo>
                  <a:pt x="276" y="6"/>
                </a:lnTo>
                <a:lnTo>
                  <a:pt x="267" y="7"/>
                </a:lnTo>
                <a:lnTo>
                  <a:pt x="258" y="8"/>
                </a:lnTo>
                <a:lnTo>
                  <a:pt x="249" y="9"/>
                </a:lnTo>
                <a:lnTo>
                  <a:pt x="239" y="11"/>
                </a:lnTo>
                <a:lnTo>
                  <a:pt x="230" y="13"/>
                </a:lnTo>
                <a:lnTo>
                  <a:pt x="221" y="15"/>
                </a:lnTo>
                <a:lnTo>
                  <a:pt x="212" y="17"/>
                </a:lnTo>
                <a:lnTo>
                  <a:pt x="204" y="19"/>
                </a:lnTo>
                <a:lnTo>
                  <a:pt x="195" y="22"/>
                </a:lnTo>
                <a:lnTo>
                  <a:pt x="186" y="25"/>
                </a:lnTo>
                <a:lnTo>
                  <a:pt x="178" y="28"/>
                </a:lnTo>
                <a:lnTo>
                  <a:pt x="169" y="31"/>
                </a:lnTo>
                <a:lnTo>
                  <a:pt x="161" y="35"/>
                </a:lnTo>
                <a:lnTo>
                  <a:pt x="153" y="38"/>
                </a:lnTo>
                <a:lnTo>
                  <a:pt x="145" y="42"/>
                </a:lnTo>
                <a:lnTo>
                  <a:pt x="137" y="46"/>
                </a:lnTo>
                <a:lnTo>
                  <a:pt x="129" y="51"/>
                </a:lnTo>
                <a:lnTo>
                  <a:pt x="122" y="55"/>
                </a:lnTo>
                <a:lnTo>
                  <a:pt x="115" y="60"/>
                </a:lnTo>
                <a:lnTo>
                  <a:pt x="108" y="65"/>
                </a:lnTo>
                <a:lnTo>
                  <a:pt x="101" y="70"/>
                </a:lnTo>
                <a:lnTo>
                  <a:pt x="94" y="75"/>
                </a:lnTo>
                <a:lnTo>
                  <a:pt x="87" y="81"/>
                </a:lnTo>
                <a:lnTo>
                  <a:pt x="81" y="86"/>
                </a:lnTo>
                <a:lnTo>
                  <a:pt x="75" y="92"/>
                </a:lnTo>
                <a:lnTo>
                  <a:pt x="69" y="98"/>
                </a:lnTo>
                <a:lnTo>
                  <a:pt x="64" y="104"/>
                </a:lnTo>
                <a:lnTo>
                  <a:pt x="58" y="110"/>
                </a:lnTo>
                <a:lnTo>
                  <a:pt x="53" y="116"/>
                </a:lnTo>
                <a:lnTo>
                  <a:pt x="48" y="122"/>
                </a:lnTo>
                <a:lnTo>
                  <a:pt x="44" y="129"/>
                </a:lnTo>
                <a:lnTo>
                  <a:pt x="39" y="136"/>
                </a:lnTo>
                <a:lnTo>
                  <a:pt x="35" y="142"/>
                </a:lnTo>
                <a:lnTo>
                  <a:pt x="31" y="149"/>
                </a:lnTo>
                <a:lnTo>
                  <a:pt x="28" y="156"/>
                </a:lnTo>
                <a:lnTo>
                  <a:pt x="24" y="163"/>
                </a:lnTo>
                <a:lnTo>
                  <a:pt x="21" y="170"/>
                </a:lnTo>
                <a:lnTo>
                  <a:pt x="19" y="177"/>
                </a:lnTo>
                <a:lnTo>
                  <a:pt x="16" y="185"/>
                </a:lnTo>
                <a:lnTo>
                  <a:pt x="14" y="192"/>
                </a:lnTo>
                <a:lnTo>
                  <a:pt x="12" y="199"/>
                </a:lnTo>
                <a:lnTo>
                  <a:pt x="10" y="207"/>
                </a:lnTo>
                <a:lnTo>
                  <a:pt x="9" y="214"/>
                </a:lnTo>
                <a:lnTo>
                  <a:pt x="8" y="222"/>
                </a:lnTo>
                <a:lnTo>
                  <a:pt x="7" y="229"/>
                </a:lnTo>
                <a:lnTo>
                  <a:pt x="7" y="237"/>
                </a:lnTo>
                <a:lnTo>
                  <a:pt x="7" y="245"/>
                </a:lnTo>
                <a:lnTo>
                  <a:pt x="7" y="253"/>
                </a:lnTo>
                <a:lnTo>
                  <a:pt x="7" y="260"/>
                </a:lnTo>
                <a:lnTo>
                  <a:pt x="8" y="268"/>
                </a:lnTo>
                <a:lnTo>
                  <a:pt x="9" y="275"/>
                </a:lnTo>
                <a:lnTo>
                  <a:pt x="10" y="282"/>
                </a:lnTo>
                <a:lnTo>
                  <a:pt x="12" y="290"/>
                </a:lnTo>
                <a:lnTo>
                  <a:pt x="14" y="297"/>
                </a:lnTo>
                <a:lnTo>
                  <a:pt x="16" y="304"/>
                </a:lnTo>
                <a:lnTo>
                  <a:pt x="19" y="312"/>
                </a:lnTo>
                <a:lnTo>
                  <a:pt x="21" y="319"/>
                </a:lnTo>
                <a:lnTo>
                  <a:pt x="24" y="326"/>
                </a:lnTo>
                <a:lnTo>
                  <a:pt x="28" y="333"/>
                </a:lnTo>
                <a:lnTo>
                  <a:pt x="31" y="340"/>
                </a:lnTo>
                <a:lnTo>
                  <a:pt x="35" y="347"/>
                </a:lnTo>
                <a:lnTo>
                  <a:pt x="39" y="354"/>
                </a:lnTo>
                <a:lnTo>
                  <a:pt x="44" y="360"/>
                </a:lnTo>
                <a:lnTo>
                  <a:pt x="48" y="367"/>
                </a:lnTo>
                <a:lnTo>
                  <a:pt x="53" y="373"/>
                </a:lnTo>
                <a:lnTo>
                  <a:pt x="58" y="379"/>
                </a:lnTo>
                <a:lnTo>
                  <a:pt x="64" y="385"/>
                </a:lnTo>
                <a:lnTo>
                  <a:pt x="69" y="392"/>
                </a:lnTo>
                <a:lnTo>
                  <a:pt x="75" y="397"/>
                </a:lnTo>
                <a:lnTo>
                  <a:pt x="81" y="403"/>
                </a:lnTo>
                <a:lnTo>
                  <a:pt x="87" y="409"/>
                </a:lnTo>
                <a:lnTo>
                  <a:pt x="94" y="414"/>
                </a:lnTo>
                <a:lnTo>
                  <a:pt x="101" y="419"/>
                </a:lnTo>
                <a:lnTo>
                  <a:pt x="108" y="424"/>
                </a:lnTo>
                <a:lnTo>
                  <a:pt x="115" y="429"/>
                </a:lnTo>
                <a:lnTo>
                  <a:pt x="122" y="434"/>
                </a:lnTo>
                <a:lnTo>
                  <a:pt x="129" y="438"/>
                </a:lnTo>
                <a:lnTo>
                  <a:pt x="137" y="443"/>
                </a:lnTo>
                <a:lnTo>
                  <a:pt x="145" y="447"/>
                </a:lnTo>
                <a:lnTo>
                  <a:pt x="153" y="451"/>
                </a:lnTo>
                <a:lnTo>
                  <a:pt x="161" y="454"/>
                </a:lnTo>
                <a:lnTo>
                  <a:pt x="169" y="458"/>
                </a:lnTo>
                <a:lnTo>
                  <a:pt x="178" y="461"/>
                </a:lnTo>
                <a:lnTo>
                  <a:pt x="186" y="464"/>
                </a:lnTo>
                <a:lnTo>
                  <a:pt x="195" y="467"/>
                </a:lnTo>
                <a:lnTo>
                  <a:pt x="204" y="470"/>
                </a:lnTo>
                <a:lnTo>
                  <a:pt x="212" y="472"/>
                </a:lnTo>
                <a:lnTo>
                  <a:pt x="221" y="474"/>
                </a:lnTo>
                <a:lnTo>
                  <a:pt x="230" y="476"/>
                </a:lnTo>
                <a:lnTo>
                  <a:pt x="239" y="478"/>
                </a:lnTo>
                <a:lnTo>
                  <a:pt x="249" y="480"/>
                </a:lnTo>
                <a:lnTo>
                  <a:pt x="258" y="481"/>
                </a:lnTo>
                <a:lnTo>
                  <a:pt x="267" y="482"/>
                </a:lnTo>
                <a:lnTo>
                  <a:pt x="276" y="483"/>
                </a:lnTo>
                <a:lnTo>
                  <a:pt x="286" y="484"/>
                </a:lnTo>
                <a:lnTo>
                  <a:pt x="295" y="484"/>
                </a:lnTo>
                <a:lnTo>
                  <a:pt x="304" y="484"/>
                </a:lnTo>
                <a:lnTo>
                  <a:pt x="314" y="484"/>
                </a:lnTo>
                <a:lnTo>
                  <a:pt x="323" y="484"/>
                </a:lnTo>
                <a:lnTo>
                  <a:pt x="332" y="483"/>
                </a:lnTo>
                <a:lnTo>
                  <a:pt x="342" y="482"/>
                </a:lnTo>
                <a:lnTo>
                  <a:pt x="351" y="481"/>
                </a:lnTo>
                <a:lnTo>
                  <a:pt x="360" y="480"/>
                </a:lnTo>
                <a:lnTo>
                  <a:pt x="369" y="478"/>
                </a:lnTo>
                <a:lnTo>
                  <a:pt x="378" y="476"/>
                </a:lnTo>
                <a:lnTo>
                  <a:pt x="387" y="474"/>
                </a:lnTo>
                <a:lnTo>
                  <a:pt x="396" y="472"/>
                </a:lnTo>
                <a:lnTo>
                  <a:pt x="405" y="470"/>
                </a:lnTo>
                <a:lnTo>
                  <a:pt x="414" y="467"/>
                </a:lnTo>
                <a:lnTo>
                  <a:pt x="423" y="464"/>
                </a:lnTo>
                <a:lnTo>
                  <a:pt x="431" y="461"/>
                </a:lnTo>
                <a:lnTo>
                  <a:pt x="439" y="458"/>
                </a:lnTo>
                <a:lnTo>
                  <a:pt x="448" y="454"/>
                </a:lnTo>
                <a:lnTo>
                  <a:pt x="456" y="451"/>
                </a:lnTo>
                <a:lnTo>
                  <a:pt x="464" y="447"/>
                </a:lnTo>
                <a:lnTo>
                  <a:pt x="472" y="443"/>
                </a:lnTo>
                <a:lnTo>
                  <a:pt x="479" y="438"/>
                </a:lnTo>
                <a:lnTo>
                  <a:pt x="487" y="434"/>
                </a:lnTo>
                <a:lnTo>
                  <a:pt x="494" y="429"/>
                </a:lnTo>
                <a:lnTo>
                  <a:pt x="501" y="424"/>
                </a:lnTo>
                <a:lnTo>
                  <a:pt x="508" y="419"/>
                </a:lnTo>
                <a:lnTo>
                  <a:pt x="515" y="414"/>
                </a:lnTo>
                <a:lnTo>
                  <a:pt x="521" y="409"/>
                </a:lnTo>
                <a:lnTo>
                  <a:pt x="528" y="403"/>
                </a:lnTo>
                <a:lnTo>
                  <a:pt x="534" y="397"/>
                </a:lnTo>
                <a:lnTo>
                  <a:pt x="539" y="392"/>
                </a:lnTo>
                <a:lnTo>
                  <a:pt x="545" y="385"/>
                </a:lnTo>
                <a:lnTo>
                  <a:pt x="550" y="379"/>
                </a:lnTo>
                <a:lnTo>
                  <a:pt x="556" y="373"/>
                </a:lnTo>
                <a:lnTo>
                  <a:pt x="560" y="367"/>
                </a:lnTo>
                <a:lnTo>
                  <a:pt x="565" y="360"/>
                </a:lnTo>
                <a:lnTo>
                  <a:pt x="569" y="354"/>
                </a:lnTo>
                <a:lnTo>
                  <a:pt x="574" y="347"/>
                </a:lnTo>
                <a:lnTo>
                  <a:pt x="577" y="340"/>
                </a:lnTo>
                <a:lnTo>
                  <a:pt x="581" y="333"/>
                </a:lnTo>
                <a:lnTo>
                  <a:pt x="585" y="326"/>
                </a:lnTo>
                <a:lnTo>
                  <a:pt x="588" y="319"/>
                </a:lnTo>
                <a:lnTo>
                  <a:pt x="591" y="312"/>
                </a:lnTo>
                <a:lnTo>
                  <a:pt x="594" y="304"/>
                </a:lnTo>
                <a:lnTo>
                  <a:pt x="596" y="297"/>
                </a:lnTo>
                <a:lnTo>
                  <a:pt x="598" y="290"/>
                </a:lnTo>
                <a:lnTo>
                  <a:pt x="599" y="282"/>
                </a:lnTo>
                <a:lnTo>
                  <a:pt x="601" y="275"/>
                </a:lnTo>
                <a:lnTo>
                  <a:pt x="602" y="268"/>
                </a:lnTo>
                <a:lnTo>
                  <a:pt x="602" y="260"/>
                </a:lnTo>
                <a:lnTo>
                  <a:pt x="603" y="253"/>
                </a:lnTo>
                <a:lnTo>
                  <a:pt x="603" y="245"/>
                </a:lnTo>
                <a:moveTo>
                  <a:pt x="610" y="245"/>
                </a:moveTo>
                <a:lnTo>
                  <a:pt x="610" y="253"/>
                </a:lnTo>
                <a:lnTo>
                  <a:pt x="609" y="260"/>
                </a:lnTo>
                <a:lnTo>
                  <a:pt x="609" y="268"/>
                </a:lnTo>
                <a:lnTo>
                  <a:pt x="607" y="276"/>
                </a:lnTo>
                <a:lnTo>
                  <a:pt x="606" y="283"/>
                </a:lnTo>
                <a:lnTo>
                  <a:pt x="604" y="291"/>
                </a:lnTo>
                <a:lnTo>
                  <a:pt x="603" y="298"/>
                </a:lnTo>
                <a:lnTo>
                  <a:pt x="600" y="306"/>
                </a:lnTo>
                <a:lnTo>
                  <a:pt x="598" y="313"/>
                </a:lnTo>
                <a:lnTo>
                  <a:pt x="595" y="321"/>
                </a:lnTo>
                <a:lnTo>
                  <a:pt x="592" y="328"/>
                </a:lnTo>
                <a:lnTo>
                  <a:pt x="588" y="335"/>
                </a:lnTo>
                <a:lnTo>
                  <a:pt x="585" y="342"/>
                </a:lnTo>
                <a:lnTo>
                  <a:pt x="580" y="349"/>
                </a:lnTo>
                <a:lnTo>
                  <a:pt x="576" y="356"/>
                </a:lnTo>
                <a:lnTo>
                  <a:pt x="571" y="363"/>
                </a:lnTo>
                <a:lnTo>
                  <a:pt x="566" y="370"/>
                </a:lnTo>
                <a:lnTo>
                  <a:pt x="561" y="376"/>
                </a:lnTo>
                <a:lnTo>
                  <a:pt x="556" y="382"/>
                </a:lnTo>
                <a:lnTo>
                  <a:pt x="551" y="389"/>
                </a:lnTo>
                <a:lnTo>
                  <a:pt x="545" y="395"/>
                </a:lnTo>
                <a:lnTo>
                  <a:pt x="539" y="401"/>
                </a:lnTo>
                <a:lnTo>
                  <a:pt x="533" y="407"/>
                </a:lnTo>
                <a:lnTo>
                  <a:pt x="526" y="412"/>
                </a:lnTo>
                <a:lnTo>
                  <a:pt x="520" y="418"/>
                </a:lnTo>
                <a:lnTo>
                  <a:pt x="513" y="423"/>
                </a:lnTo>
                <a:lnTo>
                  <a:pt x="506" y="428"/>
                </a:lnTo>
                <a:lnTo>
                  <a:pt x="498" y="433"/>
                </a:lnTo>
                <a:lnTo>
                  <a:pt x="491" y="438"/>
                </a:lnTo>
                <a:lnTo>
                  <a:pt x="483" y="443"/>
                </a:lnTo>
                <a:lnTo>
                  <a:pt x="476" y="447"/>
                </a:lnTo>
                <a:lnTo>
                  <a:pt x="468" y="451"/>
                </a:lnTo>
                <a:lnTo>
                  <a:pt x="459" y="455"/>
                </a:lnTo>
                <a:lnTo>
                  <a:pt x="451" y="459"/>
                </a:lnTo>
                <a:lnTo>
                  <a:pt x="443" y="463"/>
                </a:lnTo>
                <a:lnTo>
                  <a:pt x="434" y="466"/>
                </a:lnTo>
                <a:lnTo>
                  <a:pt x="425" y="469"/>
                </a:lnTo>
                <a:lnTo>
                  <a:pt x="416" y="472"/>
                </a:lnTo>
                <a:lnTo>
                  <a:pt x="407" y="475"/>
                </a:lnTo>
                <a:lnTo>
                  <a:pt x="398" y="478"/>
                </a:lnTo>
                <a:lnTo>
                  <a:pt x="389" y="480"/>
                </a:lnTo>
                <a:lnTo>
                  <a:pt x="380" y="482"/>
                </a:lnTo>
                <a:lnTo>
                  <a:pt x="371" y="484"/>
                </a:lnTo>
                <a:lnTo>
                  <a:pt x="361" y="485"/>
                </a:lnTo>
                <a:lnTo>
                  <a:pt x="352" y="487"/>
                </a:lnTo>
                <a:lnTo>
                  <a:pt x="343" y="488"/>
                </a:lnTo>
                <a:lnTo>
                  <a:pt x="333" y="488"/>
                </a:lnTo>
                <a:lnTo>
                  <a:pt x="323" y="489"/>
                </a:lnTo>
                <a:lnTo>
                  <a:pt x="314" y="489"/>
                </a:lnTo>
                <a:lnTo>
                  <a:pt x="304" y="490"/>
                </a:lnTo>
                <a:lnTo>
                  <a:pt x="295" y="489"/>
                </a:lnTo>
                <a:lnTo>
                  <a:pt x="285" y="489"/>
                </a:lnTo>
                <a:lnTo>
                  <a:pt x="276" y="488"/>
                </a:lnTo>
                <a:lnTo>
                  <a:pt x="266" y="488"/>
                </a:lnTo>
                <a:lnTo>
                  <a:pt x="257" y="487"/>
                </a:lnTo>
                <a:lnTo>
                  <a:pt x="247" y="485"/>
                </a:lnTo>
                <a:lnTo>
                  <a:pt x="238" y="484"/>
                </a:lnTo>
                <a:lnTo>
                  <a:pt x="229" y="482"/>
                </a:lnTo>
                <a:lnTo>
                  <a:pt x="219" y="480"/>
                </a:lnTo>
                <a:lnTo>
                  <a:pt x="210" y="478"/>
                </a:lnTo>
                <a:lnTo>
                  <a:pt x="201" y="475"/>
                </a:lnTo>
                <a:lnTo>
                  <a:pt x="192" y="472"/>
                </a:lnTo>
                <a:lnTo>
                  <a:pt x="183" y="469"/>
                </a:lnTo>
                <a:lnTo>
                  <a:pt x="175" y="466"/>
                </a:lnTo>
                <a:lnTo>
                  <a:pt x="166" y="463"/>
                </a:lnTo>
                <a:lnTo>
                  <a:pt x="158" y="459"/>
                </a:lnTo>
                <a:lnTo>
                  <a:pt x="149" y="455"/>
                </a:lnTo>
                <a:lnTo>
                  <a:pt x="141" y="451"/>
                </a:lnTo>
                <a:lnTo>
                  <a:pt x="133" y="447"/>
                </a:lnTo>
                <a:lnTo>
                  <a:pt x="125" y="443"/>
                </a:lnTo>
                <a:lnTo>
                  <a:pt x="118" y="438"/>
                </a:lnTo>
                <a:lnTo>
                  <a:pt x="110" y="433"/>
                </a:lnTo>
                <a:lnTo>
                  <a:pt x="103" y="428"/>
                </a:lnTo>
                <a:lnTo>
                  <a:pt x="96" y="423"/>
                </a:lnTo>
                <a:lnTo>
                  <a:pt x="89" y="418"/>
                </a:lnTo>
                <a:lnTo>
                  <a:pt x="82" y="412"/>
                </a:lnTo>
                <a:lnTo>
                  <a:pt x="76" y="407"/>
                </a:lnTo>
                <a:lnTo>
                  <a:pt x="70" y="401"/>
                </a:lnTo>
                <a:lnTo>
                  <a:pt x="64" y="395"/>
                </a:lnTo>
                <a:lnTo>
                  <a:pt x="58" y="389"/>
                </a:lnTo>
                <a:lnTo>
                  <a:pt x="53" y="382"/>
                </a:lnTo>
                <a:lnTo>
                  <a:pt x="47" y="376"/>
                </a:lnTo>
                <a:lnTo>
                  <a:pt x="42" y="370"/>
                </a:lnTo>
                <a:lnTo>
                  <a:pt x="38" y="363"/>
                </a:lnTo>
                <a:lnTo>
                  <a:pt x="33" y="356"/>
                </a:lnTo>
                <a:lnTo>
                  <a:pt x="29" y="349"/>
                </a:lnTo>
                <a:lnTo>
                  <a:pt x="25" y="342"/>
                </a:lnTo>
                <a:lnTo>
                  <a:pt x="21" y="335"/>
                </a:lnTo>
                <a:lnTo>
                  <a:pt x="18" y="328"/>
                </a:lnTo>
                <a:lnTo>
                  <a:pt x="15" y="321"/>
                </a:lnTo>
                <a:lnTo>
                  <a:pt x="12" y="313"/>
                </a:lnTo>
                <a:lnTo>
                  <a:pt x="9" y="306"/>
                </a:lnTo>
                <a:lnTo>
                  <a:pt x="7" y="298"/>
                </a:lnTo>
                <a:lnTo>
                  <a:pt x="5" y="291"/>
                </a:lnTo>
                <a:lnTo>
                  <a:pt x="4" y="283"/>
                </a:lnTo>
                <a:lnTo>
                  <a:pt x="2" y="276"/>
                </a:lnTo>
                <a:lnTo>
                  <a:pt x="1" y="268"/>
                </a:lnTo>
                <a:lnTo>
                  <a:pt x="0" y="260"/>
                </a:lnTo>
                <a:lnTo>
                  <a:pt x="0" y="253"/>
                </a:lnTo>
                <a:lnTo>
                  <a:pt x="0" y="245"/>
                </a:lnTo>
                <a:lnTo>
                  <a:pt x="0" y="236"/>
                </a:lnTo>
                <a:lnTo>
                  <a:pt x="0" y="229"/>
                </a:lnTo>
                <a:lnTo>
                  <a:pt x="1" y="221"/>
                </a:lnTo>
                <a:lnTo>
                  <a:pt x="2" y="213"/>
                </a:lnTo>
                <a:lnTo>
                  <a:pt x="4" y="206"/>
                </a:lnTo>
                <a:lnTo>
                  <a:pt x="5" y="198"/>
                </a:lnTo>
                <a:lnTo>
                  <a:pt x="7" y="191"/>
                </a:lnTo>
                <a:lnTo>
                  <a:pt x="9" y="183"/>
                </a:lnTo>
                <a:lnTo>
                  <a:pt x="12" y="176"/>
                </a:lnTo>
                <a:lnTo>
                  <a:pt x="15" y="169"/>
                </a:lnTo>
                <a:lnTo>
                  <a:pt x="18" y="161"/>
                </a:lnTo>
                <a:lnTo>
                  <a:pt x="21" y="154"/>
                </a:lnTo>
                <a:lnTo>
                  <a:pt x="25" y="147"/>
                </a:lnTo>
                <a:lnTo>
                  <a:pt x="29" y="140"/>
                </a:lnTo>
                <a:lnTo>
                  <a:pt x="33" y="133"/>
                </a:lnTo>
                <a:lnTo>
                  <a:pt x="38" y="126"/>
                </a:lnTo>
                <a:lnTo>
                  <a:pt x="42" y="120"/>
                </a:lnTo>
                <a:lnTo>
                  <a:pt x="47" y="113"/>
                </a:lnTo>
                <a:lnTo>
                  <a:pt x="53" y="107"/>
                </a:lnTo>
                <a:lnTo>
                  <a:pt x="58" y="100"/>
                </a:lnTo>
                <a:lnTo>
                  <a:pt x="64" y="94"/>
                </a:lnTo>
                <a:lnTo>
                  <a:pt x="70" y="88"/>
                </a:lnTo>
                <a:lnTo>
                  <a:pt x="76" y="82"/>
                </a:lnTo>
                <a:lnTo>
                  <a:pt x="82" y="77"/>
                </a:lnTo>
                <a:lnTo>
                  <a:pt x="89" y="71"/>
                </a:lnTo>
                <a:lnTo>
                  <a:pt x="96" y="66"/>
                </a:lnTo>
                <a:lnTo>
                  <a:pt x="103" y="61"/>
                </a:lnTo>
                <a:lnTo>
                  <a:pt x="110" y="56"/>
                </a:lnTo>
                <a:lnTo>
                  <a:pt x="118" y="51"/>
                </a:lnTo>
                <a:lnTo>
                  <a:pt x="125" y="46"/>
                </a:lnTo>
                <a:lnTo>
                  <a:pt x="133" y="42"/>
                </a:lnTo>
                <a:lnTo>
                  <a:pt x="141" y="38"/>
                </a:lnTo>
                <a:lnTo>
                  <a:pt x="149" y="34"/>
                </a:lnTo>
                <a:lnTo>
                  <a:pt x="158" y="30"/>
                </a:lnTo>
                <a:lnTo>
                  <a:pt x="166" y="26"/>
                </a:lnTo>
                <a:lnTo>
                  <a:pt x="175" y="23"/>
                </a:lnTo>
                <a:lnTo>
                  <a:pt x="183" y="20"/>
                </a:lnTo>
                <a:lnTo>
                  <a:pt x="192" y="17"/>
                </a:lnTo>
                <a:lnTo>
                  <a:pt x="201" y="14"/>
                </a:lnTo>
                <a:lnTo>
                  <a:pt x="210" y="12"/>
                </a:lnTo>
                <a:lnTo>
                  <a:pt x="219" y="9"/>
                </a:lnTo>
                <a:lnTo>
                  <a:pt x="229" y="7"/>
                </a:lnTo>
                <a:lnTo>
                  <a:pt x="238" y="5"/>
                </a:lnTo>
                <a:lnTo>
                  <a:pt x="247" y="4"/>
                </a:lnTo>
                <a:lnTo>
                  <a:pt x="257" y="3"/>
                </a:lnTo>
                <a:lnTo>
                  <a:pt x="266" y="2"/>
                </a:lnTo>
                <a:lnTo>
                  <a:pt x="276" y="1"/>
                </a:lnTo>
                <a:lnTo>
                  <a:pt x="285" y="0"/>
                </a:lnTo>
                <a:lnTo>
                  <a:pt x="295" y="0"/>
                </a:lnTo>
                <a:lnTo>
                  <a:pt x="304" y="0"/>
                </a:lnTo>
                <a:lnTo>
                  <a:pt x="314" y="0"/>
                </a:lnTo>
                <a:lnTo>
                  <a:pt x="323" y="0"/>
                </a:lnTo>
                <a:lnTo>
                  <a:pt x="333" y="1"/>
                </a:lnTo>
                <a:lnTo>
                  <a:pt x="343" y="2"/>
                </a:lnTo>
                <a:lnTo>
                  <a:pt x="352" y="3"/>
                </a:lnTo>
                <a:lnTo>
                  <a:pt x="361" y="4"/>
                </a:lnTo>
                <a:lnTo>
                  <a:pt x="371" y="5"/>
                </a:lnTo>
                <a:lnTo>
                  <a:pt x="380" y="7"/>
                </a:lnTo>
                <a:lnTo>
                  <a:pt x="389" y="9"/>
                </a:lnTo>
                <a:lnTo>
                  <a:pt x="398" y="12"/>
                </a:lnTo>
                <a:lnTo>
                  <a:pt x="407" y="14"/>
                </a:lnTo>
                <a:lnTo>
                  <a:pt x="416" y="17"/>
                </a:lnTo>
                <a:lnTo>
                  <a:pt x="425" y="20"/>
                </a:lnTo>
                <a:lnTo>
                  <a:pt x="434" y="23"/>
                </a:lnTo>
                <a:lnTo>
                  <a:pt x="443" y="26"/>
                </a:lnTo>
                <a:lnTo>
                  <a:pt x="451" y="30"/>
                </a:lnTo>
                <a:lnTo>
                  <a:pt x="459" y="34"/>
                </a:lnTo>
                <a:lnTo>
                  <a:pt x="468" y="38"/>
                </a:lnTo>
                <a:lnTo>
                  <a:pt x="476" y="42"/>
                </a:lnTo>
                <a:lnTo>
                  <a:pt x="483" y="46"/>
                </a:lnTo>
                <a:lnTo>
                  <a:pt x="491" y="51"/>
                </a:lnTo>
                <a:lnTo>
                  <a:pt x="498" y="56"/>
                </a:lnTo>
                <a:lnTo>
                  <a:pt x="506" y="61"/>
                </a:lnTo>
                <a:lnTo>
                  <a:pt x="513" y="66"/>
                </a:lnTo>
                <a:lnTo>
                  <a:pt x="520" y="71"/>
                </a:lnTo>
                <a:lnTo>
                  <a:pt x="526" y="77"/>
                </a:lnTo>
                <a:lnTo>
                  <a:pt x="533" y="82"/>
                </a:lnTo>
                <a:lnTo>
                  <a:pt x="539" y="88"/>
                </a:lnTo>
                <a:lnTo>
                  <a:pt x="545" y="94"/>
                </a:lnTo>
                <a:lnTo>
                  <a:pt x="551" y="100"/>
                </a:lnTo>
                <a:lnTo>
                  <a:pt x="556" y="107"/>
                </a:lnTo>
                <a:lnTo>
                  <a:pt x="561" y="113"/>
                </a:lnTo>
                <a:lnTo>
                  <a:pt x="566" y="120"/>
                </a:lnTo>
                <a:lnTo>
                  <a:pt x="571" y="126"/>
                </a:lnTo>
                <a:lnTo>
                  <a:pt x="576" y="133"/>
                </a:lnTo>
                <a:lnTo>
                  <a:pt x="580" y="140"/>
                </a:lnTo>
                <a:lnTo>
                  <a:pt x="585" y="147"/>
                </a:lnTo>
                <a:lnTo>
                  <a:pt x="588" y="154"/>
                </a:lnTo>
                <a:lnTo>
                  <a:pt x="592" y="161"/>
                </a:lnTo>
                <a:lnTo>
                  <a:pt x="595" y="169"/>
                </a:lnTo>
                <a:lnTo>
                  <a:pt x="598" y="176"/>
                </a:lnTo>
                <a:lnTo>
                  <a:pt x="600" y="183"/>
                </a:lnTo>
                <a:lnTo>
                  <a:pt x="603" y="191"/>
                </a:lnTo>
                <a:lnTo>
                  <a:pt x="604" y="198"/>
                </a:lnTo>
                <a:lnTo>
                  <a:pt x="606" y="206"/>
                </a:lnTo>
                <a:lnTo>
                  <a:pt x="607" y="213"/>
                </a:lnTo>
                <a:lnTo>
                  <a:pt x="609" y="221"/>
                </a:lnTo>
                <a:lnTo>
                  <a:pt x="609" y="229"/>
                </a:lnTo>
                <a:lnTo>
                  <a:pt x="610" y="236"/>
                </a:lnTo>
                <a:lnTo>
                  <a:pt x="610" y="245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6" name=""/>
          <p:cNvSpPr/>
          <p:nvPr/>
        </p:nvSpPr>
        <p:spPr>
          <a:xfrm>
            <a:off x="2749320" y="1756800"/>
            <a:ext cx="221040" cy="177480"/>
          </a:xfrm>
          <a:custGeom>
            <a:avLst/>
            <a:gdLst/>
            <a:ahLst/>
            <a:rect l="0" t="0" r="r" b="b"/>
            <a:pathLst>
              <a:path w="614" h="493">
                <a:moveTo>
                  <a:pt x="612" y="246"/>
                </a:moveTo>
                <a:lnTo>
                  <a:pt x="612" y="238"/>
                </a:lnTo>
                <a:lnTo>
                  <a:pt x="611" y="231"/>
                </a:lnTo>
                <a:lnTo>
                  <a:pt x="611" y="223"/>
                </a:lnTo>
                <a:lnTo>
                  <a:pt x="609" y="215"/>
                </a:lnTo>
                <a:lnTo>
                  <a:pt x="608" y="208"/>
                </a:lnTo>
                <a:lnTo>
                  <a:pt x="606" y="200"/>
                </a:lnTo>
                <a:lnTo>
                  <a:pt x="605" y="193"/>
                </a:lnTo>
                <a:lnTo>
                  <a:pt x="602" y="185"/>
                </a:lnTo>
                <a:lnTo>
                  <a:pt x="600" y="178"/>
                </a:lnTo>
                <a:lnTo>
                  <a:pt x="597" y="171"/>
                </a:lnTo>
                <a:lnTo>
                  <a:pt x="594" y="163"/>
                </a:lnTo>
                <a:lnTo>
                  <a:pt x="590" y="156"/>
                </a:lnTo>
                <a:lnTo>
                  <a:pt x="587" y="149"/>
                </a:lnTo>
                <a:lnTo>
                  <a:pt x="583" y="142"/>
                </a:lnTo>
                <a:lnTo>
                  <a:pt x="579" y="135"/>
                </a:lnTo>
                <a:lnTo>
                  <a:pt x="574" y="128"/>
                </a:lnTo>
                <a:lnTo>
                  <a:pt x="569" y="122"/>
                </a:lnTo>
                <a:lnTo>
                  <a:pt x="564" y="115"/>
                </a:lnTo>
                <a:lnTo>
                  <a:pt x="559" y="109"/>
                </a:lnTo>
                <a:lnTo>
                  <a:pt x="554" y="102"/>
                </a:lnTo>
                <a:lnTo>
                  <a:pt x="548" y="96"/>
                </a:lnTo>
                <a:lnTo>
                  <a:pt x="542" y="90"/>
                </a:lnTo>
                <a:lnTo>
                  <a:pt x="536" y="84"/>
                </a:lnTo>
                <a:lnTo>
                  <a:pt x="529" y="79"/>
                </a:lnTo>
                <a:lnTo>
                  <a:pt x="523" y="73"/>
                </a:lnTo>
                <a:lnTo>
                  <a:pt x="516" y="68"/>
                </a:lnTo>
                <a:lnTo>
                  <a:pt x="509" y="63"/>
                </a:lnTo>
                <a:lnTo>
                  <a:pt x="501" y="58"/>
                </a:lnTo>
                <a:lnTo>
                  <a:pt x="494" y="53"/>
                </a:lnTo>
                <a:lnTo>
                  <a:pt x="486" y="48"/>
                </a:lnTo>
                <a:lnTo>
                  <a:pt x="479" y="44"/>
                </a:lnTo>
                <a:lnTo>
                  <a:pt x="471" y="40"/>
                </a:lnTo>
                <a:lnTo>
                  <a:pt x="462" y="36"/>
                </a:lnTo>
                <a:lnTo>
                  <a:pt x="454" y="32"/>
                </a:lnTo>
                <a:lnTo>
                  <a:pt x="446" y="28"/>
                </a:lnTo>
                <a:lnTo>
                  <a:pt x="437" y="25"/>
                </a:lnTo>
                <a:lnTo>
                  <a:pt x="428" y="22"/>
                </a:lnTo>
                <a:lnTo>
                  <a:pt x="419" y="19"/>
                </a:lnTo>
                <a:lnTo>
                  <a:pt x="410" y="16"/>
                </a:lnTo>
                <a:lnTo>
                  <a:pt x="401" y="14"/>
                </a:lnTo>
                <a:lnTo>
                  <a:pt x="392" y="11"/>
                </a:lnTo>
                <a:lnTo>
                  <a:pt x="383" y="9"/>
                </a:lnTo>
                <a:lnTo>
                  <a:pt x="374" y="7"/>
                </a:lnTo>
                <a:lnTo>
                  <a:pt x="364" y="6"/>
                </a:lnTo>
                <a:lnTo>
                  <a:pt x="355" y="5"/>
                </a:lnTo>
                <a:lnTo>
                  <a:pt x="346" y="4"/>
                </a:lnTo>
                <a:lnTo>
                  <a:pt x="336" y="3"/>
                </a:lnTo>
                <a:lnTo>
                  <a:pt x="326" y="2"/>
                </a:lnTo>
                <a:lnTo>
                  <a:pt x="317" y="2"/>
                </a:lnTo>
                <a:lnTo>
                  <a:pt x="307" y="2"/>
                </a:lnTo>
                <a:lnTo>
                  <a:pt x="298" y="2"/>
                </a:lnTo>
                <a:lnTo>
                  <a:pt x="288" y="2"/>
                </a:lnTo>
                <a:lnTo>
                  <a:pt x="279" y="3"/>
                </a:lnTo>
                <a:lnTo>
                  <a:pt x="269" y="4"/>
                </a:lnTo>
                <a:lnTo>
                  <a:pt x="260" y="5"/>
                </a:lnTo>
                <a:lnTo>
                  <a:pt x="250" y="6"/>
                </a:lnTo>
                <a:lnTo>
                  <a:pt x="241" y="7"/>
                </a:lnTo>
                <a:lnTo>
                  <a:pt x="232" y="9"/>
                </a:lnTo>
                <a:lnTo>
                  <a:pt x="222" y="11"/>
                </a:lnTo>
                <a:lnTo>
                  <a:pt x="213" y="14"/>
                </a:lnTo>
                <a:lnTo>
                  <a:pt x="204" y="16"/>
                </a:lnTo>
                <a:lnTo>
                  <a:pt x="195" y="19"/>
                </a:lnTo>
                <a:lnTo>
                  <a:pt x="186" y="22"/>
                </a:lnTo>
                <a:lnTo>
                  <a:pt x="178" y="25"/>
                </a:lnTo>
                <a:lnTo>
                  <a:pt x="169" y="28"/>
                </a:lnTo>
                <a:lnTo>
                  <a:pt x="161" y="32"/>
                </a:lnTo>
                <a:lnTo>
                  <a:pt x="152" y="36"/>
                </a:lnTo>
                <a:lnTo>
                  <a:pt x="144" y="40"/>
                </a:lnTo>
                <a:lnTo>
                  <a:pt x="136" y="44"/>
                </a:lnTo>
                <a:lnTo>
                  <a:pt x="128" y="48"/>
                </a:lnTo>
                <a:lnTo>
                  <a:pt x="121" y="53"/>
                </a:lnTo>
                <a:lnTo>
                  <a:pt x="113" y="58"/>
                </a:lnTo>
                <a:lnTo>
                  <a:pt x="106" y="63"/>
                </a:lnTo>
                <a:lnTo>
                  <a:pt x="99" y="68"/>
                </a:lnTo>
                <a:lnTo>
                  <a:pt x="92" y="73"/>
                </a:lnTo>
                <a:lnTo>
                  <a:pt x="85" y="79"/>
                </a:lnTo>
                <a:lnTo>
                  <a:pt x="79" y="84"/>
                </a:lnTo>
                <a:lnTo>
                  <a:pt x="73" y="90"/>
                </a:lnTo>
                <a:lnTo>
                  <a:pt x="67" y="96"/>
                </a:lnTo>
                <a:lnTo>
                  <a:pt x="61" y="102"/>
                </a:lnTo>
                <a:lnTo>
                  <a:pt x="56" y="109"/>
                </a:lnTo>
                <a:lnTo>
                  <a:pt x="50" y="115"/>
                </a:lnTo>
                <a:lnTo>
                  <a:pt x="45" y="122"/>
                </a:lnTo>
                <a:lnTo>
                  <a:pt x="41" y="128"/>
                </a:lnTo>
                <a:lnTo>
                  <a:pt x="36" y="135"/>
                </a:lnTo>
                <a:lnTo>
                  <a:pt x="32" y="142"/>
                </a:lnTo>
                <a:lnTo>
                  <a:pt x="28" y="149"/>
                </a:lnTo>
                <a:lnTo>
                  <a:pt x="23" y="156"/>
                </a:lnTo>
                <a:lnTo>
                  <a:pt x="20" y="163"/>
                </a:lnTo>
                <a:lnTo>
                  <a:pt x="17" y="171"/>
                </a:lnTo>
                <a:lnTo>
                  <a:pt x="14" y="178"/>
                </a:lnTo>
                <a:lnTo>
                  <a:pt x="11" y="185"/>
                </a:lnTo>
                <a:lnTo>
                  <a:pt x="9" y="193"/>
                </a:lnTo>
                <a:lnTo>
                  <a:pt x="7" y="200"/>
                </a:lnTo>
                <a:lnTo>
                  <a:pt x="6" y="208"/>
                </a:lnTo>
                <a:lnTo>
                  <a:pt x="4" y="215"/>
                </a:lnTo>
                <a:lnTo>
                  <a:pt x="3" y="223"/>
                </a:lnTo>
                <a:lnTo>
                  <a:pt x="2" y="231"/>
                </a:lnTo>
                <a:lnTo>
                  <a:pt x="2" y="238"/>
                </a:lnTo>
                <a:lnTo>
                  <a:pt x="2" y="246"/>
                </a:lnTo>
                <a:lnTo>
                  <a:pt x="2" y="254"/>
                </a:lnTo>
                <a:lnTo>
                  <a:pt x="2" y="261"/>
                </a:lnTo>
                <a:lnTo>
                  <a:pt x="3" y="269"/>
                </a:lnTo>
                <a:lnTo>
                  <a:pt x="4" y="277"/>
                </a:lnTo>
                <a:lnTo>
                  <a:pt x="6" y="284"/>
                </a:lnTo>
                <a:lnTo>
                  <a:pt x="7" y="293"/>
                </a:lnTo>
                <a:lnTo>
                  <a:pt x="9" y="300"/>
                </a:lnTo>
                <a:lnTo>
                  <a:pt x="11" y="308"/>
                </a:lnTo>
                <a:lnTo>
                  <a:pt x="14" y="315"/>
                </a:lnTo>
                <a:lnTo>
                  <a:pt x="17" y="323"/>
                </a:lnTo>
                <a:lnTo>
                  <a:pt x="20" y="330"/>
                </a:lnTo>
                <a:lnTo>
                  <a:pt x="23" y="337"/>
                </a:lnTo>
                <a:lnTo>
                  <a:pt x="28" y="344"/>
                </a:lnTo>
                <a:lnTo>
                  <a:pt x="32" y="351"/>
                </a:lnTo>
                <a:lnTo>
                  <a:pt x="36" y="358"/>
                </a:lnTo>
                <a:lnTo>
                  <a:pt x="41" y="365"/>
                </a:lnTo>
                <a:lnTo>
                  <a:pt x="45" y="372"/>
                </a:lnTo>
                <a:lnTo>
                  <a:pt x="50" y="378"/>
                </a:lnTo>
                <a:lnTo>
                  <a:pt x="56" y="384"/>
                </a:lnTo>
                <a:lnTo>
                  <a:pt x="61" y="391"/>
                </a:lnTo>
                <a:lnTo>
                  <a:pt x="67" y="397"/>
                </a:lnTo>
                <a:lnTo>
                  <a:pt x="73" y="403"/>
                </a:lnTo>
                <a:lnTo>
                  <a:pt x="79" y="409"/>
                </a:lnTo>
                <a:lnTo>
                  <a:pt x="85" y="414"/>
                </a:lnTo>
                <a:lnTo>
                  <a:pt x="92" y="420"/>
                </a:lnTo>
                <a:lnTo>
                  <a:pt x="99" y="425"/>
                </a:lnTo>
                <a:lnTo>
                  <a:pt x="106" y="430"/>
                </a:lnTo>
                <a:lnTo>
                  <a:pt x="113" y="435"/>
                </a:lnTo>
                <a:lnTo>
                  <a:pt x="121" y="440"/>
                </a:lnTo>
                <a:lnTo>
                  <a:pt x="128" y="445"/>
                </a:lnTo>
                <a:lnTo>
                  <a:pt x="136" y="449"/>
                </a:lnTo>
                <a:lnTo>
                  <a:pt x="144" y="453"/>
                </a:lnTo>
                <a:lnTo>
                  <a:pt x="152" y="457"/>
                </a:lnTo>
                <a:lnTo>
                  <a:pt x="161" y="461"/>
                </a:lnTo>
                <a:lnTo>
                  <a:pt x="169" y="465"/>
                </a:lnTo>
                <a:lnTo>
                  <a:pt x="178" y="468"/>
                </a:lnTo>
                <a:lnTo>
                  <a:pt x="186" y="471"/>
                </a:lnTo>
                <a:lnTo>
                  <a:pt x="195" y="474"/>
                </a:lnTo>
                <a:lnTo>
                  <a:pt x="204" y="477"/>
                </a:lnTo>
                <a:lnTo>
                  <a:pt x="213" y="480"/>
                </a:lnTo>
                <a:lnTo>
                  <a:pt x="222" y="482"/>
                </a:lnTo>
                <a:lnTo>
                  <a:pt x="232" y="484"/>
                </a:lnTo>
                <a:lnTo>
                  <a:pt x="241" y="486"/>
                </a:lnTo>
                <a:lnTo>
                  <a:pt x="250" y="487"/>
                </a:lnTo>
                <a:lnTo>
                  <a:pt x="260" y="489"/>
                </a:lnTo>
                <a:lnTo>
                  <a:pt x="269" y="490"/>
                </a:lnTo>
                <a:lnTo>
                  <a:pt x="279" y="490"/>
                </a:lnTo>
                <a:lnTo>
                  <a:pt x="288" y="491"/>
                </a:lnTo>
                <a:lnTo>
                  <a:pt x="298" y="491"/>
                </a:lnTo>
                <a:lnTo>
                  <a:pt x="307" y="492"/>
                </a:lnTo>
                <a:lnTo>
                  <a:pt x="317" y="491"/>
                </a:lnTo>
                <a:lnTo>
                  <a:pt x="326" y="491"/>
                </a:lnTo>
                <a:lnTo>
                  <a:pt x="336" y="490"/>
                </a:lnTo>
                <a:lnTo>
                  <a:pt x="346" y="490"/>
                </a:lnTo>
                <a:lnTo>
                  <a:pt x="355" y="489"/>
                </a:lnTo>
                <a:lnTo>
                  <a:pt x="364" y="487"/>
                </a:lnTo>
                <a:lnTo>
                  <a:pt x="374" y="486"/>
                </a:lnTo>
                <a:lnTo>
                  <a:pt x="383" y="484"/>
                </a:lnTo>
                <a:lnTo>
                  <a:pt x="392" y="482"/>
                </a:lnTo>
                <a:lnTo>
                  <a:pt x="401" y="480"/>
                </a:lnTo>
                <a:lnTo>
                  <a:pt x="410" y="477"/>
                </a:lnTo>
                <a:lnTo>
                  <a:pt x="419" y="474"/>
                </a:lnTo>
                <a:lnTo>
                  <a:pt x="428" y="471"/>
                </a:lnTo>
                <a:lnTo>
                  <a:pt x="437" y="468"/>
                </a:lnTo>
                <a:lnTo>
                  <a:pt x="446" y="465"/>
                </a:lnTo>
                <a:lnTo>
                  <a:pt x="454" y="461"/>
                </a:lnTo>
                <a:lnTo>
                  <a:pt x="462" y="457"/>
                </a:lnTo>
                <a:lnTo>
                  <a:pt x="471" y="453"/>
                </a:lnTo>
                <a:lnTo>
                  <a:pt x="479" y="449"/>
                </a:lnTo>
                <a:lnTo>
                  <a:pt x="486" y="445"/>
                </a:lnTo>
                <a:lnTo>
                  <a:pt x="494" y="440"/>
                </a:lnTo>
                <a:lnTo>
                  <a:pt x="501" y="435"/>
                </a:lnTo>
                <a:lnTo>
                  <a:pt x="509" y="430"/>
                </a:lnTo>
                <a:lnTo>
                  <a:pt x="516" y="425"/>
                </a:lnTo>
                <a:lnTo>
                  <a:pt x="523" y="420"/>
                </a:lnTo>
                <a:lnTo>
                  <a:pt x="529" y="414"/>
                </a:lnTo>
                <a:lnTo>
                  <a:pt x="536" y="409"/>
                </a:lnTo>
                <a:lnTo>
                  <a:pt x="542" y="403"/>
                </a:lnTo>
                <a:lnTo>
                  <a:pt x="548" y="397"/>
                </a:lnTo>
                <a:lnTo>
                  <a:pt x="554" y="391"/>
                </a:lnTo>
                <a:lnTo>
                  <a:pt x="559" y="384"/>
                </a:lnTo>
                <a:lnTo>
                  <a:pt x="564" y="378"/>
                </a:lnTo>
                <a:lnTo>
                  <a:pt x="569" y="372"/>
                </a:lnTo>
                <a:lnTo>
                  <a:pt x="574" y="365"/>
                </a:lnTo>
                <a:lnTo>
                  <a:pt x="579" y="358"/>
                </a:lnTo>
                <a:lnTo>
                  <a:pt x="583" y="351"/>
                </a:lnTo>
                <a:lnTo>
                  <a:pt x="587" y="344"/>
                </a:lnTo>
                <a:lnTo>
                  <a:pt x="590" y="337"/>
                </a:lnTo>
                <a:lnTo>
                  <a:pt x="594" y="330"/>
                </a:lnTo>
                <a:lnTo>
                  <a:pt x="597" y="323"/>
                </a:lnTo>
                <a:lnTo>
                  <a:pt x="600" y="315"/>
                </a:lnTo>
                <a:lnTo>
                  <a:pt x="602" y="308"/>
                </a:lnTo>
                <a:lnTo>
                  <a:pt x="605" y="300"/>
                </a:lnTo>
                <a:lnTo>
                  <a:pt x="606" y="293"/>
                </a:lnTo>
                <a:lnTo>
                  <a:pt x="608" y="284"/>
                </a:lnTo>
                <a:lnTo>
                  <a:pt x="609" y="277"/>
                </a:lnTo>
                <a:lnTo>
                  <a:pt x="611" y="269"/>
                </a:lnTo>
                <a:lnTo>
                  <a:pt x="611" y="261"/>
                </a:lnTo>
                <a:lnTo>
                  <a:pt x="612" y="254"/>
                </a:lnTo>
                <a:lnTo>
                  <a:pt x="612" y="246"/>
                </a:lnTo>
                <a:moveTo>
                  <a:pt x="614" y="246"/>
                </a:moveTo>
                <a:lnTo>
                  <a:pt x="614" y="254"/>
                </a:lnTo>
                <a:lnTo>
                  <a:pt x="614" y="262"/>
                </a:lnTo>
                <a:lnTo>
                  <a:pt x="613" y="269"/>
                </a:lnTo>
                <a:lnTo>
                  <a:pt x="612" y="277"/>
                </a:lnTo>
                <a:lnTo>
                  <a:pt x="610" y="285"/>
                </a:lnTo>
                <a:lnTo>
                  <a:pt x="609" y="293"/>
                </a:lnTo>
                <a:lnTo>
                  <a:pt x="607" y="301"/>
                </a:lnTo>
                <a:lnTo>
                  <a:pt x="605" y="308"/>
                </a:lnTo>
                <a:lnTo>
                  <a:pt x="602" y="316"/>
                </a:lnTo>
                <a:lnTo>
                  <a:pt x="599" y="323"/>
                </a:lnTo>
                <a:lnTo>
                  <a:pt x="596" y="331"/>
                </a:lnTo>
                <a:lnTo>
                  <a:pt x="593" y="338"/>
                </a:lnTo>
                <a:lnTo>
                  <a:pt x="589" y="345"/>
                </a:lnTo>
                <a:lnTo>
                  <a:pt x="585" y="352"/>
                </a:lnTo>
                <a:lnTo>
                  <a:pt x="581" y="359"/>
                </a:lnTo>
                <a:lnTo>
                  <a:pt x="576" y="366"/>
                </a:lnTo>
                <a:lnTo>
                  <a:pt x="571" y="372"/>
                </a:lnTo>
                <a:lnTo>
                  <a:pt x="566" y="379"/>
                </a:lnTo>
                <a:lnTo>
                  <a:pt x="561" y="386"/>
                </a:lnTo>
                <a:lnTo>
                  <a:pt x="556" y="392"/>
                </a:lnTo>
                <a:lnTo>
                  <a:pt x="550" y="398"/>
                </a:lnTo>
                <a:lnTo>
                  <a:pt x="544" y="404"/>
                </a:lnTo>
                <a:lnTo>
                  <a:pt x="537" y="410"/>
                </a:lnTo>
                <a:lnTo>
                  <a:pt x="531" y="416"/>
                </a:lnTo>
                <a:lnTo>
                  <a:pt x="524" y="421"/>
                </a:lnTo>
                <a:lnTo>
                  <a:pt x="517" y="427"/>
                </a:lnTo>
                <a:lnTo>
                  <a:pt x="510" y="432"/>
                </a:lnTo>
                <a:lnTo>
                  <a:pt x="503" y="437"/>
                </a:lnTo>
                <a:lnTo>
                  <a:pt x="495" y="442"/>
                </a:lnTo>
                <a:lnTo>
                  <a:pt x="488" y="446"/>
                </a:lnTo>
                <a:lnTo>
                  <a:pt x="480" y="451"/>
                </a:lnTo>
                <a:lnTo>
                  <a:pt x="472" y="455"/>
                </a:lnTo>
                <a:lnTo>
                  <a:pt x="464" y="459"/>
                </a:lnTo>
                <a:lnTo>
                  <a:pt x="455" y="463"/>
                </a:lnTo>
                <a:lnTo>
                  <a:pt x="447" y="467"/>
                </a:lnTo>
                <a:lnTo>
                  <a:pt x="438" y="470"/>
                </a:lnTo>
                <a:lnTo>
                  <a:pt x="429" y="473"/>
                </a:lnTo>
                <a:lnTo>
                  <a:pt x="420" y="476"/>
                </a:lnTo>
                <a:lnTo>
                  <a:pt x="411" y="479"/>
                </a:lnTo>
                <a:lnTo>
                  <a:pt x="402" y="481"/>
                </a:lnTo>
                <a:lnTo>
                  <a:pt x="393" y="484"/>
                </a:lnTo>
                <a:lnTo>
                  <a:pt x="384" y="486"/>
                </a:lnTo>
                <a:lnTo>
                  <a:pt x="374" y="487"/>
                </a:lnTo>
                <a:lnTo>
                  <a:pt x="365" y="489"/>
                </a:lnTo>
                <a:lnTo>
                  <a:pt x="355" y="490"/>
                </a:lnTo>
                <a:lnTo>
                  <a:pt x="346" y="491"/>
                </a:lnTo>
                <a:lnTo>
                  <a:pt x="336" y="492"/>
                </a:lnTo>
                <a:lnTo>
                  <a:pt x="327" y="493"/>
                </a:lnTo>
                <a:lnTo>
                  <a:pt x="317" y="493"/>
                </a:lnTo>
                <a:lnTo>
                  <a:pt x="307" y="493"/>
                </a:lnTo>
                <a:lnTo>
                  <a:pt x="298" y="493"/>
                </a:lnTo>
                <a:lnTo>
                  <a:pt x="288" y="493"/>
                </a:lnTo>
                <a:lnTo>
                  <a:pt x="278" y="492"/>
                </a:lnTo>
                <a:lnTo>
                  <a:pt x="269" y="491"/>
                </a:lnTo>
                <a:lnTo>
                  <a:pt x="259" y="490"/>
                </a:lnTo>
                <a:lnTo>
                  <a:pt x="250" y="489"/>
                </a:lnTo>
                <a:lnTo>
                  <a:pt x="240" y="487"/>
                </a:lnTo>
                <a:lnTo>
                  <a:pt x="231" y="486"/>
                </a:lnTo>
                <a:lnTo>
                  <a:pt x="222" y="484"/>
                </a:lnTo>
                <a:lnTo>
                  <a:pt x="213" y="481"/>
                </a:lnTo>
                <a:lnTo>
                  <a:pt x="203" y="479"/>
                </a:lnTo>
                <a:lnTo>
                  <a:pt x="194" y="476"/>
                </a:lnTo>
                <a:lnTo>
                  <a:pt x="186" y="473"/>
                </a:lnTo>
                <a:lnTo>
                  <a:pt x="177" y="470"/>
                </a:lnTo>
                <a:lnTo>
                  <a:pt x="168" y="467"/>
                </a:lnTo>
                <a:lnTo>
                  <a:pt x="160" y="463"/>
                </a:lnTo>
                <a:lnTo>
                  <a:pt x="151" y="459"/>
                </a:lnTo>
                <a:lnTo>
                  <a:pt x="143" y="455"/>
                </a:lnTo>
                <a:lnTo>
                  <a:pt x="135" y="451"/>
                </a:lnTo>
                <a:lnTo>
                  <a:pt x="127" y="446"/>
                </a:lnTo>
                <a:lnTo>
                  <a:pt x="119" y="442"/>
                </a:lnTo>
                <a:lnTo>
                  <a:pt x="112" y="437"/>
                </a:lnTo>
                <a:lnTo>
                  <a:pt x="104" y="432"/>
                </a:lnTo>
                <a:lnTo>
                  <a:pt x="97" y="427"/>
                </a:lnTo>
                <a:lnTo>
                  <a:pt x="90" y="421"/>
                </a:lnTo>
                <a:lnTo>
                  <a:pt x="84" y="416"/>
                </a:lnTo>
                <a:lnTo>
                  <a:pt x="77" y="410"/>
                </a:lnTo>
                <a:lnTo>
                  <a:pt x="71" y="404"/>
                </a:lnTo>
                <a:lnTo>
                  <a:pt x="65" y="398"/>
                </a:lnTo>
                <a:lnTo>
                  <a:pt x="59" y="392"/>
                </a:lnTo>
                <a:lnTo>
                  <a:pt x="54" y="386"/>
                </a:lnTo>
                <a:lnTo>
                  <a:pt x="48" y="379"/>
                </a:lnTo>
                <a:lnTo>
                  <a:pt x="43" y="372"/>
                </a:lnTo>
                <a:lnTo>
                  <a:pt x="38" y="366"/>
                </a:lnTo>
                <a:lnTo>
                  <a:pt x="34" y="359"/>
                </a:lnTo>
                <a:lnTo>
                  <a:pt x="30" y="352"/>
                </a:lnTo>
                <a:lnTo>
                  <a:pt x="25" y="345"/>
                </a:lnTo>
                <a:lnTo>
                  <a:pt x="21" y="338"/>
                </a:lnTo>
                <a:lnTo>
                  <a:pt x="18" y="331"/>
                </a:lnTo>
                <a:lnTo>
                  <a:pt x="15" y="323"/>
                </a:lnTo>
                <a:lnTo>
                  <a:pt x="12" y="316"/>
                </a:lnTo>
                <a:lnTo>
                  <a:pt x="9" y="308"/>
                </a:lnTo>
                <a:lnTo>
                  <a:pt x="7" y="301"/>
                </a:lnTo>
                <a:lnTo>
                  <a:pt x="5" y="293"/>
                </a:lnTo>
                <a:lnTo>
                  <a:pt x="3" y="285"/>
                </a:lnTo>
                <a:lnTo>
                  <a:pt x="2" y="277"/>
                </a:lnTo>
                <a:lnTo>
                  <a:pt x="1" y="269"/>
                </a:lnTo>
                <a:lnTo>
                  <a:pt x="0" y="262"/>
                </a:lnTo>
                <a:lnTo>
                  <a:pt x="0" y="254"/>
                </a:lnTo>
                <a:lnTo>
                  <a:pt x="0" y="246"/>
                </a:lnTo>
                <a:lnTo>
                  <a:pt x="0" y="238"/>
                </a:lnTo>
                <a:lnTo>
                  <a:pt x="0" y="231"/>
                </a:lnTo>
                <a:lnTo>
                  <a:pt x="1" y="223"/>
                </a:lnTo>
                <a:lnTo>
                  <a:pt x="2" y="215"/>
                </a:lnTo>
                <a:lnTo>
                  <a:pt x="3" y="208"/>
                </a:lnTo>
                <a:lnTo>
                  <a:pt x="5" y="200"/>
                </a:lnTo>
                <a:lnTo>
                  <a:pt x="7" y="192"/>
                </a:lnTo>
                <a:lnTo>
                  <a:pt x="9" y="185"/>
                </a:lnTo>
                <a:lnTo>
                  <a:pt x="12" y="177"/>
                </a:lnTo>
                <a:lnTo>
                  <a:pt x="15" y="170"/>
                </a:lnTo>
                <a:lnTo>
                  <a:pt x="18" y="163"/>
                </a:lnTo>
                <a:lnTo>
                  <a:pt x="21" y="155"/>
                </a:lnTo>
                <a:lnTo>
                  <a:pt x="25" y="148"/>
                </a:lnTo>
                <a:lnTo>
                  <a:pt x="30" y="141"/>
                </a:lnTo>
                <a:lnTo>
                  <a:pt x="34" y="134"/>
                </a:lnTo>
                <a:lnTo>
                  <a:pt x="38" y="127"/>
                </a:lnTo>
                <a:lnTo>
                  <a:pt x="43" y="121"/>
                </a:lnTo>
                <a:lnTo>
                  <a:pt x="48" y="114"/>
                </a:lnTo>
                <a:lnTo>
                  <a:pt x="54" y="108"/>
                </a:lnTo>
                <a:lnTo>
                  <a:pt x="59" y="101"/>
                </a:lnTo>
                <a:lnTo>
                  <a:pt x="65" y="95"/>
                </a:lnTo>
                <a:lnTo>
                  <a:pt x="71" y="89"/>
                </a:lnTo>
                <a:lnTo>
                  <a:pt x="77" y="83"/>
                </a:lnTo>
                <a:lnTo>
                  <a:pt x="84" y="77"/>
                </a:lnTo>
                <a:lnTo>
                  <a:pt x="90" y="72"/>
                </a:lnTo>
                <a:lnTo>
                  <a:pt x="97" y="67"/>
                </a:lnTo>
                <a:lnTo>
                  <a:pt x="104" y="61"/>
                </a:lnTo>
                <a:lnTo>
                  <a:pt x="112" y="56"/>
                </a:lnTo>
                <a:lnTo>
                  <a:pt x="119" y="51"/>
                </a:lnTo>
                <a:lnTo>
                  <a:pt x="127" y="47"/>
                </a:lnTo>
                <a:lnTo>
                  <a:pt x="135" y="42"/>
                </a:lnTo>
                <a:lnTo>
                  <a:pt x="143" y="38"/>
                </a:lnTo>
                <a:lnTo>
                  <a:pt x="151" y="34"/>
                </a:lnTo>
                <a:lnTo>
                  <a:pt x="160" y="30"/>
                </a:lnTo>
                <a:lnTo>
                  <a:pt x="168" y="27"/>
                </a:lnTo>
                <a:lnTo>
                  <a:pt x="177" y="23"/>
                </a:lnTo>
                <a:lnTo>
                  <a:pt x="186" y="20"/>
                </a:lnTo>
                <a:lnTo>
                  <a:pt x="194" y="17"/>
                </a:lnTo>
                <a:lnTo>
                  <a:pt x="203" y="14"/>
                </a:lnTo>
                <a:lnTo>
                  <a:pt x="213" y="12"/>
                </a:lnTo>
                <a:lnTo>
                  <a:pt x="222" y="10"/>
                </a:lnTo>
                <a:lnTo>
                  <a:pt x="231" y="7"/>
                </a:lnTo>
                <a:lnTo>
                  <a:pt x="240" y="6"/>
                </a:lnTo>
                <a:lnTo>
                  <a:pt x="250" y="4"/>
                </a:lnTo>
                <a:lnTo>
                  <a:pt x="259" y="3"/>
                </a:lnTo>
                <a:lnTo>
                  <a:pt x="269" y="2"/>
                </a:lnTo>
                <a:lnTo>
                  <a:pt x="278" y="1"/>
                </a:lnTo>
                <a:lnTo>
                  <a:pt x="288" y="0"/>
                </a:lnTo>
                <a:lnTo>
                  <a:pt x="298" y="0"/>
                </a:lnTo>
                <a:lnTo>
                  <a:pt x="307" y="0"/>
                </a:lnTo>
                <a:lnTo>
                  <a:pt x="317" y="0"/>
                </a:lnTo>
                <a:lnTo>
                  <a:pt x="327" y="0"/>
                </a:lnTo>
                <a:lnTo>
                  <a:pt x="336" y="1"/>
                </a:lnTo>
                <a:lnTo>
                  <a:pt x="346" y="2"/>
                </a:lnTo>
                <a:lnTo>
                  <a:pt x="355" y="3"/>
                </a:lnTo>
                <a:lnTo>
                  <a:pt x="365" y="4"/>
                </a:lnTo>
                <a:lnTo>
                  <a:pt x="374" y="6"/>
                </a:lnTo>
                <a:lnTo>
                  <a:pt x="384" y="7"/>
                </a:lnTo>
                <a:lnTo>
                  <a:pt x="393" y="10"/>
                </a:lnTo>
                <a:lnTo>
                  <a:pt x="402" y="12"/>
                </a:lnTo>
                <a:lnTo>
                  <a:pt x="411" y="14"/>
                </a:lnTo>
                <a:lnTo>
                  <a:pt x="420" y="17"/>
                </a:lnTo>
                <a:lnTo>
                  <a:pt x="429" y="20"/>
                </a:lnTo>
                <a:lnTo>
                  <a:pt x="438" y="23"/>
                </a:lnTo>
                <a:lnTo>
                  <a:pt x="447" y="27"/>
                </a:lnTo>
                <a:lnTo>
                  <a:pt x="455" y="30"/>
                </a:lnTo>
                <a:lnTo>
                  <a:pt x="464" y="34"/>
                </a:lnTo>
                <a:lnTo>
                  <a:pt x="472" y="38"/>
                </a:lnTo>
                <a:lnTo>
                  <a:pt x="480" y="42"/>
                </a:lnTo>
                <a:lnTo>
                  <a:pt x="488" y="47"/>
                </a:lnTo>
                <a:lnTo>
                  <a:pt x="495" y="51"/>
                </a:lnTo>
                <a:lnTo>
                  <a:pt x="503" y="56"/>
                </a:lnTo>
                <a:lnTo>
                  <a:pt x="510" y="61"/>
                </a:lnTo>
                <a:lnTo>
                  <a:pt x="517" y="67"/>
                </a:lnTo>
                <a:lnTo>
                  <a:pt x="524" y="72"/>
                </a:lnTo>
                <a:lnTo>
                  <a:pt x="531" y="77"/>
                </a:lnTo>
                <a:lnTo>
                  <a:pt x="537" y="83"/>
                </a:lnTo>
                <a:lnTo>
                  <a:pt x="544" y="89"/>
                </a:lnTo>
                <a:lnTo>
                  <a:pt x="550" y="95"/>
                </a:lnTo>
                <a:lnTo>
                  <a:pt x="556" y="101"/>
                </a:lnTo>
                <a:lnTo>
                  <a:pt x="561" y="108"/>
                </a:lnTo>
                <a:lnTo>
                  <a:pt x="566" y="114"/>
                </a:lnTo>
                <a:lnTo>
                  <a:pt x="571" y="121"/>
                </a:lnTo>
                <a:lnTo>
                  <a:pt x="576" y="127"/>
                </a:lnTo>
                <a:lnTo>
                  <a:pt x="581" y="134"/>
                </a:lnTo>
                <a:lnTo>
                  <a:pt x="585" y="141"/>
                </a:lnTo>
                <a:lnTo>
                  <a:pt x="589" y="148"/>
                </a:lnTo>
                <a:lnTo>
                  <a:pt x="593" y="155"/>
                </a:lnTo>
                <a:lnTo>
                  <a:pt x="596" y="163"/>
                </a:lnTo>
                <a:lnTo>
                  <a:pt x="599" y="170"/>
                </a:lnTo>
                <a:lnTo>
                  <a:pt x="602" y="177"/>
                </a:lnTo>
                <a:lnTo>
                  <a:pt x="605" y="185"/>
                </a:lnTo>
                <a:lnTo>
                  <a:pt x="607" y="192"/>
                </a:lnTo>
                <a:lnTo>
                  <a:pt x="609" y="200"/>
                </a:lnTo>
                <a:lnTo>
                  <a:pt x="610" y="208"/>
                </a:lnTo>
                <a:lnTo>
                  <a:pt x="612" y="215"/>
                </a:lnTo>
                <a:lnTo>
                  <a:pt x="613" y="223"/>
                </a:lnTo>
                <a:lnTo>
                  <a:pt x="614" y="231"/>
                </a:lnTo>
                <a:lnTo>
                  <a:pt x="614" y="238"/>
                </a:lnTo>
                <a:lnTo>
                  <a:pt x="614" y="246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7" name=""/>
          <p:cNvSpPr/>
          <p:nvPr/>
        </p:nvSpPr>
        <p:spPr>
          <a:xfrm>
            <a:off x="2748240" y="1756080"/>
            <a:ext cx="222840" cy="178920"/>
          </a:xfrm>
          <a:custGeom>
            <a:avLst/>
            <a:gdLst/>
            <a:ahLst/>
            <a:rect l="0" t="0" r="r" b="b"/>
            <a:pathLst>
              <a:path w="619" h="497">
                <a:moveTo>
                  <a:pt x="617" y="248"/>
                </a:moveTo>
                <a:lnTo>
                  <a:pt x="617" y="240"/>
                </a:lnTo>
                <a:lnTo>
                  <a:pt x="617" y="233"/>
                </a:lnTo>
                <a:lnTo>
                  <a:pt x="616" y="225"/>
                </a:lnTo>
                <a:lnTo>
                  <a:pt x="615" y="217"/>
                </a:lnTo>
                <a:lnTo>
                  <a:pt x="613" y="210"/>
                </a:lnTo>
                <a:lnTo>
                  <a:pt x="612" y="202"/>
                </a:lnTo>
                <a:lnTo>
                  <a:pt x="610" y="194"/>
                </a:lnTo>
                <a:lnTo>
                  <a:pt x="608" y="187"/>
                </a:lnTo>
                <a:lnTo>
                  <a:pt x="605" y="179"/>
                </a:lnTo>
                <a:lnTo>
                  <a:pt x="602" y="172"/>
                </a:lnTo>
                <a:lnTo>
                  <a:pt x="599" y="165"/>
                </a:lnTo>
                <a:lnTo>
                  <a:pt x="596" y="157"/>
                </a:lnTo>
                <a:lnTo>
                  <a:pt x="592" y="150"/>
                </a:lnTo>
                <a:lnTo>
                  <a:pt x="588" y="143"/>
                </a:lnTo>
                <a:lnTo>
                  <a:pt x="584" y="136"/>
                </a:lnTo>
                <a:lnTo>
                  <a:pt x="579" y="129"/>
                </a:lnTo>
                <a:lnTo>
                  <a:pt x="574" y="123"/>
                </a:lnTo>
                <a:lnTo>
                  <a:pt x="569" y="116"/>
                </a:lnTo>
                <a:lnTo>
                  <a:pt x="564" y="110"/>
                </a:lnTo>
                <a:lnTo>
                  <a:pt x="559" y="103"/>
                </a:lnTo>
                <a:lnTo>
                  <a:pt x="553" y="97"/>
                </a:lnTo>
                <a:lnTo>
                  <a:pt x="547" y="91"/>
                </a:lnTo>
                <a:lnTo>
                  <a:pt x="540" y="85"/>
                </a:lnTo>
                <a:lnTo>
                  <a:pt x="534" y="79"/>
                </a:lnTo>
                <a:lnTo>
                  <a:pt x="527" y="74"/>
                </a:lnTo>
                <a:lnTo>
                  <a:pt x="520" y="69"/>
                </a:lnTo>
                <a:lnTo>
                  <a:pt x="513" y="63"/>
                </a:lnTo>
                <a:lnTo>
                  <a:pt x="506" y="58"/>
                </a:lnTo>
                <a:lnTo>
                  <a:pt x="498" y="53"/>
                </a:lnTo>
                <a:lnTo>
                  <a:pt x="491" y="49"/>
                </a:lnTo>
                <a:lnTo>
                  <a:pt x="483" y="44"/>
                </a:lnTo>
                <a:lnTo>
                  <a:pt x="475" y="40"/>
                </a:lnTo>
                <a:lnTo>
                  <a:pt x="467" y="36"/>
                </a:lnTo>
                <a:lnTo>
                  <a:pt x="458" y="32"/>
                </a:lnTo>
                <a:lnTo>
                  <a:pt x="450" y="29"/>
                </a:lnTo>
                <a:lnTo>
                  <a:pt x="441" y="25"/>
                </a:lnTo>
                <a:lnTo>
                  <a:pt x="432" y="22"/>
                </a:lnTo>
                <a:lnTo>
                  <a:pt x="423" y="19"/>
                </a:lnTo>
                <a:lnTo>
                  <a:pt x="414" y="16"/>
                </a:lnTo>
                <a:lnTo>
                  <a:pt x="405" y="14"/>
                </a:lnTo>
                <a:lnTo>
                  <a:pt x="396" y="12"/>
                </a:lnTo>
                <a:lnTo>
                  <a:pt x="387" y="9"/>
                </a:lnTo>
                <a:lnTo>
                  <a:pt x="377" y="8"/>
                </a:lnTo>
                <a:lnTo>
                  <a:pt x="368" y="6"/>
                </a:lnTo>
                <a:lnTo>
                  <a:pt x="358" y="5"/>
                </a:lnTo>
                <a:lnTo>
                  <a:pt x="349" y="4"/>
                </a:lnTo>
                <a:lnTo>
                  <a:pt x="339" y="3"/>
                </a:lnTo>
                <a:lnTo>
                  <a:pt x="330" y="2"/>
                </a:lnTo>
                <a:lnTo>
                  <a:pt x="320" y="2"/>
                </a:lnTo>
                <a:lnTo>
                  <a:pt x="310" y="2"/>
                </a:lnTo>
                <a:lnTo>
                  <a:pt x="301" y="2"/>
                </a:lnTo>
                <a:lnTo>
                  <a:pt x="291" y="2"/>
                </a:lnTo>
                <a:lnTo>
                  <a:pt x="281" y="3"/>
                </a:lnTo>
                <a:lnTo>
                  <a:pt x="272" y="4"/>
                </a:lnTo>
                <a:lnTo>
                  <a:pt x="262" y="5"/>
                </a:lnTo>
                <a:lnTo>
                  <a:pt x="253" y="6"/>
                </a:lnTo>
                <a:lnTo>
                  <a:pt x="243" y="8"/>
                </a:lnTo>
                <a:lnTo>
                  <a:pt x="234" y="9"/>
                </a:lnTo>
                <a:lnTo>
                  <a:pt x="225" y="12"/>
                </a:lnTo>
                <a:lnTo>
                  <a:pt x="216" y="14"/>
                </a:lnTo>
                <a:lnTo>
                  <a:pt x="206" y="16"/>
                </a:lnTo>
                <a:lnTo>
                  <a:pt x="197" y="19"/>
                </a:lnTo>
                <a:lnTo>
                  <a:pt x="189" y="22"/>
                </a:lnTo>
                <a:lnTo>
                  <a:pt x="180" y="25"/>
                </a:lnTo>
                <a:lnTo>
                  <a:pt x="171" y="29"/>
                </a:lnTo>
                <a:lnTo>
                  <a:pt x="163" y="32"/>
                </a:lnTo>
                <a:lnTo>
                  <a:pt x="154" y="36"/>
                </a:lnTo>
                <a:lnTo>
                  <a:pt x="146" y="40"/>
                </a:lnTo>
                <a:lnTo>
                  <a:pt x="138" y="44"/>
                </a:lnTo>
                <a:lnTo>
                  <a:pt x="130" y="49"/>
                </a:lnTo>
                <a:lnTo>
                  <a:pt x="122" y="53"/>
                </a:lnTo>
                <a:lnTo>
                  <a:pt x="115" y="58"/>
                </a:lnTo>
                <a:lnTo>
                  <a:pt x="107" y="63"/>
                </a:lnTo>
                <a:lnTo>
                  <a:pt x="100" y="69"/>
                </a:lnTo>
                <a:lnTo>
                  <a:pt x="93" y="74"/>
                </a:lnTo>
                <a:lnTo>
                  <a:pt x="86" y="79"/>
                </a:lnTo>
                <a:lnTo>
                  <a:pt x="79" y="85"/>
                </a:lnTo>
                <a:lnTo>
                  <a:pt x="73" y="91"/>
                </a:lnTo>
                <a:lnTo>
                  <a:pt x="67" y="97"/>
                </a:lnTo>
                <a:lnTo>
                  <a:pt x="61" y="103"/>
                </a:lnTo>
                <a:lnTo>
                  <a:pt x="56" y="110"/>
                </a:lnTo>
                <a:lnTo>
                  <a:pt x="50" y="116"/>
                </a:lnTo>
                <a:lnTo>
                  <a:pt x="45" y="123"/>
                </a:lnTo>
                <a:lnTo>
                  <a:pt x="40" y="129"/>
                </a:lnTo>
                <a:lnTo>
                  <a:pt x="36" y="136"/>
                </a:lnTo>
                <a:lnTo>
                  <a:pt x="32" y="143"/>
                </a:lnTo>
                <a:lnTo>
                  <a:pt x="28" y="150"/>
                </a:lnTo>
                <a:lnTo>
                  <a:pt x="24" y="157"/>
                </a:lnTo>
                <a:lnTo>
                  <a:pt x="21" y="165"/>
                </a:lnTo>
                <a:lnTo>
                  <a:pt x="18" y="172"/>
                </a:lnTo>
                <a:lnTo>
                  <a:pt x="15" y="179"/>
                </a:lnTo>
                <a:lnTo>
                  <a:pt x="12" y="187"/>
                </a:lnTo>
                <a:lnTo>
                  <a:pt x="10" y="194"/>
                </a:lnTo>
                <a:lnTo>
                  <a:pt x="8" y="202"/>
                </a:lnTo>
                <a:lnTo>
                  <a:pt x="6" y="210"/>
                </a:lnTo>
                <a:lnTo>
                  <a:pt x="5" y="217"/>
                </a:lnTo>
                <a:lnTo>
                  <a:pt x="4" y="225"/>
                </a:lnTo>
                <a:lnTo>
                  <a:pt x="3" y="233"/>
                </a:lnTo>
                <a:lnTo>
                  <a:pt x="3" y="240"/>
                </a:lnTo>
                <a:lnTo>
                  <a:pt x="3" y="248"/>
                </a:lnTo>
                <a:lnTo>
                  <a:pt x="3" y="256"/>
                </a:lnTo>
                <a:lnTo>
                  <a:pt x="3" y="264"/>
                </a:lnTo>
                <a:lnTo>
                  <a:pt x="4" y="271"/>
                </a:lnTo>
                <a:lnTo>
                  <a:pt x="5" y="279"/>
                </a:lnTo>
                <a:lnTo>
                  <a:pt x="6" y="287"/>
                </a:lnTo>
                <a:lnTo>
                  <a:pt x="8" y="294"/>
                </a:lnTo>
                <a:lnTo>
                  <a:pt x="10" y="302"/>
                </a:lnTo>
                <a:lnTo>
                  <a:pt x="12" y="309"/>
                </a:lnTo>
                <a:lnTo>
                  <a:pt x="15" y="317"/>
                </a:lnTo>
                <a:lnTo>
                  <a:pt x="18" y="324"/>
                </a:lnTo>
                <a:lnTo>
                  <a:pt x="21" y="333"/>
                </a:lnTo>
                <a:lnTo>
                  <a:pt x="24" y="340"/>
                </a:lnTo>
                <a:lnTo>
                  <a:pt x="28" y="347"/>
                </a:lnTo>
                <a:lnTo>
                  <a:pt x="32" y="354"/>
                </a:lnTo>
                <a:lnTo>
                  <a:pt x="36" y="361"/>
                </a:lnTo>
                <a:lnTo>
                  <a:pt x="40" y="368"/>
                </a:lnTo>
                <a:lnTo>
                  <a:pt x="45" y="374"/>
                </a:lnTo>
                <a:lnTo>
                  <a:pt x="50" y="381"/>
                </a:lnTo>
                <a:lnTo>
                  <a:pt x="56" y="388"/>
                </a:lnTo>
                <a:lnTo>
                  <a:pt x="61" y="394"/>
                </a:lnTo>
                <a:lnTo>
                  <a:pt x="67" y="400"/>
                </a:lnTo>
                <a:lnTo>
                  <a:pt x="73" y="406"/>
                </a:lnTo>
                <a:lnTo>
                  <a:pt x="79" y="412"/>
                </a:lnTo>
                <a:lnTo>
                  <a:pt x="86" y="418"/>
                </a:lnTo>
                <a:lnTo>
                  <a:pt x="93" y="423"/>
                </a:lnTo>
                <a:lnTo>
                  <a:pt x="100" y="429"/>
                </a:lnTo>
                <a:lnTo>
                  <a:pt x="107" y="434"/>
                </a:lnTo>
                <a:lnTo>
                  <a:pt x="115" y="439"/>
                </a:lnTo>
                <a:lnTo>
                  <a:pt x="122" y="444"/>
                </a:lnTo>
                <a:lnTo>
                  <a:pt x="130" y="448"/>
                </a:lnTo>
                <a:lnTo>
                  <a:pt x="138" y="453"/>
                </a:lnTo>
                <a:lnTo>
                  <a:pt x="146" y="457"/>
                </a:lnTo>
                <a:lnTo>
                  <a:pt x="154" y="461"/>
                </a:lnTo>
                <a:lnTo>
                  <a:pt x="163" y="465"/>
                </a:lnTo>
                <a:lnTo>
                  <a:pt x="171" y="469"/>
                </a:lnTo>
                <a:lnTo>
                  <a:pt x="180" y="472"/>
                </a:lnTo>
                <a:lnTo>
                  <a:pt x="189" y="475"/>
                </a:lnTo>
                <a:lnTo>
                  <a:pt x="197" y="478"/>
                </a:lnTo>
                <a:lnTo>
                  <a:pt x="206" y="481"/>
                </a:lnTo>
                <a:lnTo>
                  <a:pt x="216" y="483"/>
                </a:lnTo>
                <a:lnTo>
                  <a:pt x="225" y="486"/>
                </a:lnTo>
                <a:lnTo>
                  <a:pt x="234" y="488"/>
                </a:lnTo>
                <a:lnTo>
                  <a:pt x="243" y="489"/>
                </a:lnTo>
                <a:lnTo>
                  <a:pt x="253" y="491"/>
                </a:lnTo>
                <a:lnTo>
                  <a:pt x="262" y="492"/>
                </a:lnTo>
                <a:lnTo>
                  <a:pt x="272" y="493"/>
                </a:lnTo>
                <a:lnTo>
                  <a:pt x="281" y="494"/>
                </a:lnTo>
                <a:lnTo>
                  <a:pt x="291" y="495"/>
                </a:lnTo>
                <a:lnTo>
                  <a:pt x="301" y="495"/>
                </a:lnTo>
                <a:lnTo>
                  <a:pt x="310" y="495"/>
                </a:lnTo>
                <a:lnTo>
                  <a:pt x="320" y="495"/>
                </a:lnTo>
                <a:lnTo>
                  <a:pt x="330" y="495"/>
                </a:lnTo>
                <a:lnTo>
                  <a:pt x="339" y="494"/>
                </a:lnTo>
                <a:lnTo>
                  <a:pt x="349" y="493"/>
                </a:lnTo>
                <a:lnTo>
                  <a:pt x="358" y="492"/>
                </a:lnTo>
                <a:lnTo>
                  <a:pt x="368" y="491"/>
                </a:lnTo>
                <a:lnTo>
                  <a:pt x="377" y="489"/>
                </a:lnTo>
                <a:lnTo>
                  <a:pt x="387" y="488"/>
                </a:lnTo>
                <a:lnTo>
                  <a:pt x="396" y="486"/>
                </a:lnTo>
                <a:lnTo>
                  <a:pt x="405" y="483"/>
                </a:lnTo>
                <a:lnTo>
                  <a:pt x="414" y="481"/>
                </a:lnTo>
                <a:lnTo>
                  <a:pt x="423" y="478"/>
                </a:lnTo>
                <a:lnTo>
                  <a:pt x="432" y="475"/>
                </a:lnTo>
                <a:lnTo>
                  <a:pt x="441" y="472"/>
                </a:lnTo>
                <a:lnTo>
                  <a:pt x="450" y="469"/>
                </a:lnTo>
                <a:lnTo>
                  <a:pt x="458" y="465"/>
                </a:lnTo>
                <a:lnTo>
                  <a:pt x="467" y="461"/>
                </a:lnTo>
                <a:lnTo>
                  <a:pt x="475" y="457"/>
                </a:lnTo>
                <a:lnTo>
                  <a:pt x="483" y="453"/>
                </a:lnTo>
                <a:lnTo>
                  <a:pt x="491" y="448"/>
                </a:lnTo>
                <a:lnTo>
                  <a:pt x="498" y="444"/>
                </a:lnTo>
                <a:lnTo>
                  <a:pt x="506" y="439"/>
                </a:lnTo>
                <a:lnTo>
                  <a:pt x="513" y="434"/>
                </a:lnTo>
                <a:lnTo>
                  <a:pt x="520" y="429"/>
                </a:lnTo>
                <a:lnTo>
                  <a:pt x="527" y="423"/>
                </a:lnTo>
                <a:lnTo>
                  <a:pt x="534" y="418"/>
                </a:lnTo>
                <a:lnTo>
                  <a:pt x="540" y="412"/>
                </a:lnTo>
                <a:lnTo>
                  <a:pt x="547" y="406"/>
                </a:lnTo>
                <a:lnTo>
                  <a:pt x="553" y="400"/>
                </a:lnTo>
                <a:lnTo>
                  <a:pt x="559" y="394"/>
                </a:lnTo>
                <a:lnTo>
                  <a:pt x="564" y="388"/>
                </a:lnTo>
                <a:lnTo>
                  <a:pt x="569" y="381"/>
                </a:lnTo>
                <a:lnTo>
                  <a:pt x="574" y="374"/>
                </a:lnTo>
                <a:lnTo>
                  <a:pt x="579" y="368"/>
                </a:lnTo>
                <a:lnTo>
                  <a:pt x="584" y="361"/>
                </a:lnTo>
                <a:lnTo>
                  <a:pt x="588" y="354"/>
                </a:lnTo>
                <a:lnTo>
                  <a:pt x="592" y="347"/>
                </a:lnTo>
                <a:lnTo>
                  <a:pt x="596" y="340"/>
                </a:lnTo>
                <a:lnTo>
                  <a:pt x="599" y="333"/>
                </a:lnTo>
                <a:lnTo>
                  <a:pt x="602" y="324"/>
                </a:lnTo>
                <a:lnTo>
                  <a:pt x="605" y="317"/>
                </a:lnTo>
                <a:lnTo>
                  <a:pt x="608" y="309"/>
                </a:lnTo>
                <a:lnTo>
                  <a:pt x="610" y="302"/>
                </a:lnTo>
                <a:lnTo>
                  <a:pt x="612" y="294"/>
                </a:lnTo>
                <a:lnTo>
                  <a:pt x="613" y="287"/>
                </a:lnTo>
                <a:lnTo>
                  <a:pt x="615" y="279"/>
                </a:lnTo>
                <a:lnTo>
                  <a:pt x="616" y="271"/>
                </a:lnTo>
                <a:lnTo>
                  <a:pt x="617" y="264"/>
                </a:lnTo>
                <a:lnTo>
                  <a:pt x="617" y="256"/>
                </a:lnTo>
                <a:lnTo>
                  <a:pt x="617" y="248"/>
                </a:lnTo>
                <a:moveTo>
                  <a:pt x="619" y="248"/>
                </a:moveTo>
                <a:lnTo>
                  <a:pt x="619" y="256"/>
                </a:lnTo>
                <a:lnTo>
                  <a:pt x="619" y="264"/>
                </a:lnTo>
                <a:lnTo>
                  <a:pt x="618" y="271"/>
                </a:lnTo>
                <a:lnTo>
                  <a:pt x="617" y="279"/>
                </a:lnTo>
                <a:lnTo>
                  <a:pt x="616" y="287"/>
                </a:lnTo>
                <a:lnTo>
                  <a:pt x="614" y="295"/>
                </a:lnTo>
                <a:lnTo>
                  <a:pt x="612" y="302"/>
                </a:lnTo>
                <a:lnTo>
                  <a:pt x="610" y="310"/>
                </a:lnTo>
                <a:lnTo>
                  <a:pt x="607" y="317"/>
                </a:lnTo>
                <a:lnTo>
                  <a:pt x="604" y="325"/>
                </a:lnTo>
                <a:lnTo>
                  <a:pt x="601" y="333"/>
                </a:lnTo>
                <a:lnTo>
                  <a:pt x="598" y="340"/>
                </a:lnTo>
                <a:lnTo>
                  <a:pt x="594" y="348"/>
                </a:lnTo>
                <a:lnTo>
                  <a:pt x="590" y="355"/>
                </a:lnTo>
                <a:lnTo>
                  <a:pt x="586" y="362"/>
                </a:lnTo>
                <a:lnTo>
                  <a:pt x="581" y="369"/>
                </a:lnTo>
                <a:lnTo>
                  <a:pt x="576" y="375"/>
                </a:lnTo>
                <a:lnTo>
                  <a:pt x="571" y="382"/>
                </a:lnTo>
                <a:lnTo>
                  <a:pt x="566" y="389"/>
                </a:lnTo>
                <a:lnTo>
                  <a:pt x="560" y="395"/>
                </a:lnTo>
                <a:lnTo>
                  <a:pt x="555" y="401"/>
                </a:lnTo>
                <a:lnTo>
                  <a:pt x="549" y="407"/>
                </a:lnTo>
                <a:lnTo>
                  <a:pt x="542" y="413"/>
                </a:lnTo>
                <a:lnTo>
                  <a:pt x="536" y="419"/>
                </a:lnTo>
                <a:lnTo>
                  <a:pt x="529" y="425"/>
                </a:lnTo>
                <a:lnTo>
                  <a:pt x="522" y="430"/>
                </a:lnTo>
                <a:lnTo>
                  <a:pt x="515" y="435"/>
                </a:lnTo>
                <a:lnTo>
                  <a:pt x="507" y="440"/>
                </a:lnTo>
                <a:lnTo>
                  <a:pt x="500" y="445"/>
                </a:lnTo>
                <a:lnTo>
                  <a:pt x="492" y="450"/>
                </a:lnTo>
                <a:lnTo>
                  <a:pt x="484" y="454"/>
                </a:lnTo>
                <a:lnTo>
                  <a:pt x="476" y="459"/>
                </a:lnTo>
                <a:lnTo>
                  <a:pt x="468" y="463"/>
                </a:lnTo>
                <a:lnTo>
                  <a:pt x="459" y="467"/>
                </a:lnTo>
                <a:lnTo>
                  <a:pt x="451" y="470"/>
                </a:lnTo>
                <a:lnTo>
                  <a:pt x="442" y="474"/>
                </a:lnTo>
                <a:lnTo>
                  <a:pt x="433" y="477"/>
                </a:lnTo>
                <a:lnTo>
                  <a:pt x="424" y="480"/>
                </a:lnTo>
                <a:lnTo>
                  <a:pt x="415" y="483"/>
                </a:lnTo>
                <a:lnTo>
                  <a:pt x="406" y="485"/>
                </a:lnTo>
                <a:lnTo>
                  <a:pt x="397" y="487"/>
                </a:lnTo>
                <a:lnTo>
                  <a:pt x="387" y="489"/>
                </a:lnTo>
                <a:lnTo>
                  <a:pt x="378" y="491"/>
                </a:lnTo>
                <a:lnTo>
                  <a:pt x="368" y="493"/>
                </a:lnTo>
                <a:lnTo>
                  <a:pt x="359" y="494"/>
                </a:lnTo>
                <a:lnTo>
                  <a:pt x="349" y="495"/>
                </a:lnTo>
                <a:lnTo>
                  <a:pt x="339" y="496"/>
                </a:lnTo>
                <a:lnTo>
                  <a:pt x="330" y="497"/>
                </a:lnTo>
                <a:lnTo>
                  <a:pt x="320" y="497"/>
                </a:lnTo>
                <a:lnTo>
                  <a:pt x="310" y="497"/>
                </a:lnTo>
                <a:lnTo>
                  <a:pt x="301" y="497"/>
                </a:lnTo>
                <a:lnTo>
                  <a:pt x="291" y="497"/>
                </a:lnTo>
                <a:lnTo>
                  <a:pt x="281" y="496"/>
                </a:lnTo>
                <a:lnTo>
                  <a:pt x="272" y="495"/>
                </a:lnTo>
                <a:lnTo>
                  <a:pt x="262" y="494"/>
                </a:lnTo>
                <a:lnTo>
                  <a:pt x="252" y="493"/>
                </a:lnTo>
                <a:lnTo>
                  <a:pt x="243" y="491"/>
                </a:lnTo>
                <a:lnTo>
                  <a:pt x="233" y="489"/>
                </a:lnTo>
                <a:lnTo>
                  <a:pt x="224" y="487"/>
                </a:lnTo>
                <a:lnTo>
                  <a:pt x="215" y="485"/>
                </a:lnTo>
                <a:lnTo>
                  <a:pt x="206" y="483"/>
                </a:lnTo>
                <a:lnTo>
                  <a:pt x="197" y="480"/>
                </a:lnTo>
                <a:lnTo>
                  <a:pt x="188" y="477"/>
                </a:lnTo>
                <a:lnTo>
                  <a:pt x="179" y="474"/>
                </a:lnTo>
                <a:lnTo>
                  <a:pt x="170" y="470"/>
                </a:lnTo>
                <a:lnTo>
                  <a:pt x="161" y="467"/>
                </a:lnTo>
                <a:lnTo>
                  <a:pt x="153" y="463"/>
                </a:lnTo>
                <a:lnTo>
                  <a:pt x="145" y="459"/>
                </a:lnTo>
                <a:lnTo>
                  <a:pt x="137" y="454"/>
                </a:lnTo>
                <a:lnTo>
                  <a:pt x="129" y="450"/>
                </a:lnTo>
                <a:lnTo>
                  <a:pt x="121" y="445"/>
                </a:lnTo>
                <a:lnTo>
                  <a:pt x="113" y="440"/>
                </a:lnTo>
                <a:lnTo>
                  <a:pt x="106" y="435"/>
                </a:lnTo>
                <a:lnTo>
                  <a:pt x="99" y="430"/>
                </a:lnTo>
                <a:lnTo>
                  <a:pt x="91" y="425"/>
                </a:lnTo>
                <a:lnTo>
                  <a:pt x="84" y="419"/>
                </a:lnTo>
                <a:lnTo>
                  <a:pt x="77" y="413"/>
                </a:lnTo>
                <a:lnTo>
                  <a:pt x="71" y="407"/>
                </a:lnTo>
                <a:lnTo>
                  <a:pt x="65" y="401"/>
                </a:lnTo>
                <a:lnTo>
                  <a:pt x="59" y="395"/>
                </a:lnTo>
                <a:lnTo>
                  <a:pt x="54" y="389"/>
                </a:lnTo>
                <a:lnTo>
                  <a:pt x="48" y="382"/>
                </a:lnTo>
                <a:lnTo>
                  <a:pt x="43" y="375"/>
                </a:lnTo>
                <a:lnTo>
                  <a:pt x="38" y="369"/>
                </a:lnTo>
                <a:lnTo>
                  <a:pt x="34" y="362"/>
                </a:lnTo>
                <a:lnTo>
                  <a:pt x="30" y="355"/>
                </a:lnTo>
                <a:lnTo>
                  <a:pt x="26" y="348"/>
                </a:lnTo>
                <a:lnTo>
                  <a:pt x="22" y="340"/>
                </a:lnTo>
                <a:lnTo>
                  <a:pt x="19" y="333"/>
                </a:lnTo>
                <a:lnTo>
                  <a:pt x="15" y="325"/>
                </a:lnTo>
                <a:lnTo>
                  <a:pt x="13" y="317"/>
                </a:lnTo>
                <a:lnTo>
                  <a:pt x="10" y="310"/>
                </a:lnTo>
                <a:lnTo>
                  <a:pt x="8" y="302"/>
                </a:lnTo>
                <a:lnTo>
                  <a:pt x="6" y="295"/>
                </a:lnTo>
                <a:lnTo>
                  <a:pt x="4" y="287"/>
                </a:lnTo>
                <a:lnTo>
                  <a:pt x="3" y="279"/>
                </a:lnTo>
                <a:lnTo>
                  <a:pt x="2" y="271"/>
                </a:lnTo>
                <a:lnTo>
                  <a:pt x="1" y="264"/>
                </a:lnTo>
                <a:lnTo>
                  <a:pt x="0" y="256"/>
                </a:lnTo>
                <a:lnTo>
                  <a:pt x="0" y="248"/>
                </a:lnTo>
                <a:lnTo>
                  <a:pt x="0" y="240"/>
                </a:lnTo>
                <a:lnTo>
                  <a:pt x="1" y="232"/>
                </a:lnTo>
                <a:lnTo>
                  <a:pt x="2" y="225"/>
                </a:lnTo>
                <a:lnTo>
                  <a:pt x="3" y="217"/>
                </a:lnTo>
                <a:lnTo>
                  <a:pt x="4" y="209"/>
                </a:lnTo>
                <a:lnTo>
                  <a:pt x="6" y="202"/>
                </a:lnTo>
                <a:lnTo>
                  <a:pt x="8" y="194"/>
                </a:lnTo>
                <a:lnTo>
                  <a:pt x="10" y="186"/>
                </a:lnTo>
                <a:lnTo>
                  <a:pt x="13" y="179"/>
                </a:lnTo>
                <a:lnTo>
                  <a:pt x="15" y="171"/>
                </a:lnTo>
                <a:lnTo>
                  <a:pt x="19" y="164"/>
                </a:lnTo>
                <a:lnTo>
                  <a:pt x="22" y="157"/>
                </a:lnTo>
                <a:lnTo>
                  <a:pt x="26" y="150"/>
                </a:lnTo>
                <a:lnTo>
                  <a:pt x="30" y="142"/>
                </a:lnTo>
                <a:lnTo>
                  <a:pt x="34" y="135"/>
                </a:lnTo>
                <a:lnTo>
                  <a:pt x="38" y="129"/>
                </a:lnTo>
                <a:lnTo>
                  <a:pt x="43" y="122"/>
                </a:lnTo>
                <a:lnTo>
                  <a:pt x="48" y="115"/>
                </a:lnTo>
                <a:lnTo>
                  <a:pt x="54" y="109"/>
                </a:lnTo>
                <a:lnTo>
                  <a:pt x="59" y="102"/>
                </a:lnTo>
                <a:lnTo>
                  <a:pt x="65" y="96"/>
                </a:lnTo>
                <a:lnTo>
                  <a:pt x="71" y="90"/>
                </a:lnTo>
                <a:lnTo>
                  <a:pt x="77" y="84"/>
                </a:lnTo>
                <a:lnTo>
                  <a:pt x="84" y="78"/>
                </a:lnTo>
                <a:lnTo>
                  <a:pt x="91" y="73"/>
                </a:lnTo>
                <a:lnTo>
                  <a:pt x="99" y="67"/>
                </a:lnTo>
                <a:lnTo>
                  <a:pt x="106" y="62"/>
                </a:lnTo>
                <a:lnTo>
                  <a:pt x="113" y="57"/>
                </a:lnTo>
                <a:lnTo>
                  <a:pt x="121" y="52"/>
                </a:lnTo>
                <a:lnTo>
                  <a:pt x="129" y="47"/>
                </a:lnTo>
                <a:lnTo>
                  <a:pt x="137" y="43"/>
                </a:lnTo>
                <a:lnTo>
                  <a:pt x="145" y="39"/>
                </a:lnTo>
                <a:lnTo>
                  <a:pt x="153" y="34"/>
                </a:lnTo>
                <a:lnTo>
                  <a:pt x="161" y="31"/>
                </a:lnTo>
                <a:lnTo>
                  <a:pt x="170" y="27"/>
                </a:lnTo>
                <a:lnTo>
                  <a:pt x="179" y="24"/>
                </a:lnTo>
                <a:lnTo>
                  <a:pt x="188" y="20"/>
                </a:lnTo>
                <a:lnTo>
                  <a:pt x="197" y="17"/>
                </a:lnTo>
                <a:lnTo>
                  <a:pt x="206" y="15"/>
                </a:lnTo>
                <a:lnTo>
                  <a:pt x="215" y="12"/>
                </a:lnTo>
                <a:lnTo>
                  <a:pt x="224" y="10"/>
                </a:lnTo>
                <a:lnTo>
                  <a:pt x="233" y="8"/>
                </a:lnTo>
                <a:lnTo>
                  <a:pt x="243" y="6"/>
                </a:lnTo>
                <a:lnTo>
                  <a:pt x="252" y="4"/>
                </a:lnTo>
                <a:lnTo>
                  <a:pt x="262" y="3"/>
                </a:lnTo>
                <a:lnTo>
                  <a:pt x="272" y="2"/>
                </a:lnTo>
                <a:lnTo>
                  <a:pt x="281" y="1"/>
                </a:lnTo>
                <a:lnTo>
                  <a:pt x="291" y="0"/>
                </a:lnTo>
                <a:lnTo>
                  <a:pt x="301" y="0"/>
                </a:lnTo>
                <a:lnTo>
                  <a:pt x="310" y="0"/>
                </a:lnTo>
                <a:lnTo>
                  <a:pt x="320" y="0"/>
                </a:lnTo>
                <a:lnTo>
                  <a:pt x="330" y="0"/>
                </a:lnTo>
                <a:lnTo>
                  <a:pt x="339" y="1"/>
                </a:lnTo>
                <a:lnTo>
                  <a:pt x="349" y="2"/>
                </a:lnTo>
                <a:lnTo>
                  <a:pt x="359" y="3"/>
                </a:lnTo>
                <a:lnTo>
                  <a:pt x="368" y="4"/>
                </a:lnTo>
                <a:lnTo>
                  <a:pt x="378" y="6"/>
                </a:lnTo>
                <a:lnTo>
                  <a:pt x="387" y="8"/>
                </a:lnTo>
                <a:lnTo>
                  <a:pt x="397" y="10"/>
                </a:lnTo>
                <a:lnTo>
                  <a:pt x="406" y="12"/>
                </a:lnTo>
                <a:lnTo>
                  <a:pt x="415" y="15"/>
                </a:lnTo>
                <a:lnTo>
                  <a:pt x="424" y="17"/>
                </a:lnTo>
                <a:lnTo>
                  <a:pt x="433" y="20"/>
                </a:lnTo>
                <a:lnTo>
                  <a:pt x="442" y="24"/>
                </a:lnTo>
                <a:lnTo>
                  <a:pt x="451" y="27"/>
                </a:lnTo>
                <a:lnTo>
                  <a:pt x="459" y="31"/>
                </a:lnTo>
                <a:lnTo>
                  <a:pt x="468" y="34"/>
                </a:lnTo>
                <a:lnTo>
                  <a:pt x="476" y="39"/>
                </a:lnTo>
                <a:lnTo>
                  <a:pt x="484" y="43"/>
                </a:lnTo>
                <a:lnTo>
                  <a:pt x="492" y="47"/>
                </a:lnTo>
                <a:lnTo>
                  <a:pt x="500" y="52"/>
                </a:lnTo>
                <a:lnTo>
                  <a:pt x="507" y="57"/>
                </a:lnTo>
                <a:lnTo>
                  <a:pt x="515" y="62"/>
                </a:lnTo>
                <a:lnTo>
                  <a:pt x="522" y="67"/>
                </a:lnTo>
                <a:lnTo>
                  <a:pt x="529" y="73"/>
                </a:lnTo>
                <a:lnTo>
                  <a:pt x="536" y="78"/>
                </a:lnTo>
                <a:lnTo>
                  <a:pt x="542" y="84"/>
                </a:lnTo>
                <a:lnTo>
                  <a:pt x="549" y="90"/>
                </a:lnTo>
                <a:lnTo>
                  <a:pt x="555" y="96"/>
                </a:lnTo>
                <a:lnTo>
                  <a:pt x="560" y="102"/>
                </a:lnTo>
                <a:lnTo>
                  <a:pt x="566" y="109"/>
                </a:lnTo>
                <a:lnTo>
                  <a:pt x="571" y="115"/>
                </a:lnTo>
                <a:lnTo>
                  <a:pt x="576" y="122"/>
                </a:lnTo>
                <a:lnTo>
                  <a:pt x="581" y="129"/>
                </a:lnTo>
                <a:lnTo>
                  <a:pt x="586" y="135"/>
                </a:lnTo>
                <a:lnTo>
                  <a:pt x="590" y="142"/>
                </a:lnTo>
                <a:lnTo>
                  <a:pt x="594" y="150"/>
                </a:lnTo>
                <a:lnTo>
                  <a:pt x="598" y="157"/>
                </a:lnTo>
                <a:lnTo>
                  <a:pt x="601" y="164"/>
                </a:lnTo>
                <a:lnTo>
                  <a:pt x="604" y="171"/>
                </a:lnTo>
                <a:lnTo>
                  <a:pt x="607" y="179"/>
                </a:lnTo>
                <a:lnTo>
                  <a:pt x="610" y="186"/>
                </a:lnTo>
                <a:lnTo>
                  <a:pt x="612" y="194"/>
                </a:lnTo>
                <a:lnTo>
                  <a:pt x="614" y="202"/>
                </a:lnTo>
                <a:lnTo>
                  <a:pt x="616" y="209"/>
                </a:lnTo>
                <a:lnTo>
                  <a:pt x="617" y="217"/>
                </a:lnTo>
                <a:lnTo>
                  <a:pt x="618" y="225"/>
                </a:lnTo>
                <a:lnTo>
                  <a:pt x="619" y="232"/>
                </a:lnTo>
                <a:lnTo>
                  <a:pt x="619" y="240"/>
                </a:lnTo>
                <a:lnTo>
                  <a:pt x="619" y="248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8" name=""/>
          <p:cNvSpPr/>
          <p:nvPr/>
        </p:nvSpPr>
        <p:spPr>
          <a:xfrm>
            <a:off x="2745720" y="1753920"/>
            <a:ext cx="227880" cy="183240"/>
          </a:xfrm>
          <a:custGeom>
            <a:avLst/>
            <a:gdLst/>
            <a:ahLst/>
            <a:rect l="0" t="0" r="r" b="b"/>
            <a:pathLst>
              <a:path w="633" h="509">
                <a:moveTo>
                  <a:pt x="626" y="254"/>
                </a:moveTo>
                <a:lnTo>
                  <a:pt x="626" y="246"/>
                </a:lnTo>
                <a:lnTo>
                  <a:pt x="626" y="238"/>
                </a:lnTo>
                <a:lnTo>
                  <a:pt x="625" y="231"/>
                </a:lnTo>
                <a:lnTo>
                  <a:pt x="624" y="223"/>
                </a:lnTo>
                <a:lnTo>
                  <a:pt x="623" y="215"/>
                </a:lnTo>
                <a:lnTo>
                  <a:pt x="621" y="208"/>
                </a:lnTo>
                <a:lnTo>
                  <a:pt x="619" y="200"/>
                </a:lnTo>
                <a:lnTo>
                  <a:pt x="617" y="192"/>
                </a:lnTo>
                <a:lnTo>
                  <a:pt x="614" y="185"/>
                </a:lnTo>
                <a:lnTo>
                  <a:pt x="611" y="177"/>
                </a:lnTo>
                <a:lnTo>
                  <a:pt x="608" y="170"/>
                </a:lnTo>
                <a:lnTo>
                  <a:pt x="605" y="163"/>
                </a:lnTo>
                <a:lnTo>
                  <a:pt x="601" y="156"/>
                </a:lnTo>
                <a:lnTo>
                  <a:pt x="597" y="148"/>
                </a:lnTo>
                <a:lnTo>
                  <a:pt x="593" y="141"/>
                </a:lnTo>
                <a:lnTo>
                  <a:pt x="588" y="135"/>
                </a:lnTo>
                <a:lnTo>
                  <a:pt x="583" y="128"/>
                </a:lnTo>
                <a:lnTo>
                  <a:pt x="578" y="121"/>
                </a:lnTo>
                <a:lnTo>
                  <a:pt x="573" y="115"/>
                </a:lnTo>
                <a:lnTo>
                  <a:pt x="567" y="108"/>
                </a:lnTo>
                <a:lnTo>
                  <a:pt x="562" y="102"/>
                </a:lnTo>
                <a:lnTo>
                  <a:pt x="556" y="96"/>
                </a:lnTo>
                <a:lnTo>
                  <a:pt x="549" y="90"/>
                </a:lnTo>
                <a:lnTo>
                  <a:pt x="543" y="84"/>
                </a:lnTo>
                <a:lnTo>
                  <a:pt x="536" y="79"/>
                </a:lnTo>
                <a:lnTo>
                  <a:pt x="529" y="73"/>
                </a:lnTo>
                <a:lnTo>
                  <a:pt x="522" y="68"/>
                </a:lnTo>
                <a:lnTo>
                  <a:pt x="514" y="63"/>
                </a:lnTo>
                <a:lnTo>
                  <a:pt x="507" y="58"/>
                </a:lnTo>
                <a:lnTo>
                  <a:pt x="499" y="53"/>
                </a:lnTo>
                <a:lnTo>
                  <a:pt x="491" y="49"/>
                </a:lnTo>
                <a:lnTo>
                  <a:pt x="483" y="45"/>
                </a:lnTo>
                <a:lnTo>
                  <a:pt x="475" y="40"/>
                </a:lnTo>
                <a:lnTo>
                  <a:pt x="466" y="37"/>
                </a:lnTo>
                <a:lnTo>
                  <a:pt x="458" y="33"/>
                </a:lnTo>
                <a:lnTo>
                  <a:pt x="449" y="30"/>
                </a:lnTo>
                <a:lnTo>
                  <a:pt x="440" y="26"/>
                </a:lnTo>
                <a:lnTo>
                  <a:pt x="431" y="23"/>
                </a:lnTo>
                <a:lnTo>
                  <a:pt x="422" y="21"/>
                </a:lnTo>
                <a:lnTo>
                  <a:pt x="413" y="18"/>
                </a:lnTo>
                <a:lnTo>
                  <a:pt x="404" y="16"/>
                </a:lnTo>
                <a:lnTo>
                  <a:pt x="394" y="14"/>
                </a:lnTo>
                <a:lnTo>
                  <a:pt x="385" y="12"/>
                </a:lnTo>
                <a:lnTo>
                  <a:pt x="375" y="10"/>
                </a:lnTo>
                <a:lnTo>
                  <a:pt x="366" y="9"/>
                </a:lnTo>
                <a:lnTo>
                  <a:pt x="356" y="8"/>
                </a:lnTo>
                <a:lnTo>
                  <a:pt x="346" y="7"/>
                </a:lnTo>
                <a:lnTo>
                  <a:pt x="337" y="6"/>
                </a:lnTo>
                <a:lnTo>
                  <a:pt x="327" y="6"/>
                </a:lnTo>
                <a:lnTo>
                  <a:pt x="317" y="6"/>
                </a:lnTo>
                <a:lnTo>
                  <a:pt x="308" y="6"/>
                </a:lnTo>
                <a:lnTo>
                  <a:pt x="298" y="6"/>
                </a:lnTo>
                <a:lnTo>
                  <a:pt x="288" y="7"/>
                </a:lnTo>
                <a:lnTo>
                  <a:pt x="279" y="8"/>
                </a:lnTo>
                <a:lnTo>
                  <a:pt x="268" y="9"/>
                </a:lnTo>
                <a:lnTo>
                  <a:pt x="258" y="10"/>
                </a:lnTo>
                <a:lnTo>
                  <a:pt x="249" y="12"/>
                </a:lnTo>
                <a:lnTo>
                  <a:pt x="239" y="14"/>
                </a:lnTo>
                <a:lnTo>
                  <a:pt x="230" y="16"/>
                </a:lnTo>
                <a:lnTo>
                  <a:pt x="221" y="18"/>
                </a:lnTo>
                <a:lnTo>
                  <a:pt x="212" y="21"/>
                </a:lnTo>
                <a:lnTo>
                  <a:pt x="203" y="23"/>
                </a:lnTo>
                <a:lnTo>
                  <a:pt x="194" y="26"/>
                </a:lnTo>
                <a:lnTo>
                  <a:pt x="185" y="30"/>
                </a:lnTo>
                <a:lnTo>
                  <a:pt x="176" y="33"/>
                </a:lnTo>
                <a:lnTo>
                  <a:pt x="167" y="37"/>
                </a:lnTo>
                <a:lnTo>
                  <a:pt x="159" y="40"/>
                </a:lnTo>
                <a:lnTo>
                  <a:pt x="151" y="45"/>
                </a:lnTo>
                <a:lnTo>
                  <a:pt x="143" y="49"/>
                </a:lnTo>
                <a:lnTo>
                  <a:pt x="135" y="53"/>
                </a:lnTo>
                <a:lnTo>
                  <a:pt x="127" y="58"/>
                </a:lnTo>
                <a:lnTo>
                  <a:pt x="119" y="63"/>
                </a:lnTo>
                <a:lnTo>
                  <a:pt x="112" y="68"/>
                </a:lnTo>
                <a:lnTo>
                  <a:pt x="105" y="73"/>
                </a:lnTo>
                <a:lnTo>
                  <a:pt x="98" y="79"/>
                </a:lnTo>
                <a:lnTo>
                  <a:pt x="91" y="84"/>
                </a:lnTo>
                <a:lnTo>
                  <a:pt x="84" y="90"/>
                </a:lnTo>
                <a:lnTo>
                  <a:pt x="78" y="96"/>
                </a:lnTo>
                <a:lnTo>
                  <a:pt x="72" y="102"/>
                </a:lnTo>
                <a:lnTo>
                  <a:pt x="66" y="108"/>
                </a:lnTo>
                <a:lnTo>
                  <a:pt x="61" y="115"/>
                </a:lnTo>
                <a:lnTo>
                  <a:pt x="55" y="121"/>
                </a:lnTo>
                <a:lnTo>
                  <a:pt x="50" y="128"/>
                </a:lnTo>
                <a:lnTo>
                  <a:pt x="45" y="135"/>
                </a:lnTo>
                <a:lnTo>
                  <a:pt x="41" y="141"/>
                </a:lnTo>
                <a:lnTo>
                  <a:pt x="37" y="148"/>
                </a:lnTo>
                <a:lnTo>
                  <a:pt x="33" y="156"/>
                </a:lnTo>
                <a:lnTo>
                  <a:pt x="29" y="163"/>
                </a:lnTo>
                <a:lnTo>
                  <a:pt x="26" y="170"/>
                </a:lnTo>
                <a:lnTo>
                  <a:pt x="22" y="177"/>
                </a:lnTo>
                <a:lnTo>
                  <a:pt x="20" y="185"/>
                </a:lnTo>
                <a:lnTo>
                  <a:pt x="17" y="192"/>
                </a:lnTo>
                <a:lnTo>
                  <a:pt x="15" y="200"/>
                </a:lnTo>
                <a:lnTo>
                  <a:pt x="13" y="208"/>
                </a:lnTo>
                <a:lnTo>
                  <a:pt x="11" y="215"/>
                </a:lnTo>
                <a:lnTo>
                  <a:pt x="10" y="223"/>
                </a:lnTo>
                <a:lnTo>
                  <a:pt x="9" y="231"/>
                </a:lnTo>
                <a:lnTo>
                  <a:pt x="8" y="238"/>
                </a:lnTo>
                <a:lnTo>
                  <a:pt x="7" y="246"/>
                </a:lnTo>
                <a:lnTo>
                  <a:pt x="7" y="254"/>
                </a:lnTo>
                <a:lnTo>
                  <a:pt x="7" y="262"/>
                </a:lnTo>
                <a:lnTo>
                  <a:pt x="8" y="270"/>
                </a:lnTo>
                <a:lnTo>
                  <a:pt x="9" y="277"/>
                </a:lnTo>
                <a:lnTo>
                  <a:pt x="10" y="285"/>
                </a:lnTo>
                <a:lnTo>
                  <a:pt x="11" y="293"/>
                </a:lnTo>
                <a:lnTo>
                  <a:pt x="13" y="301"/>
                </a:lnTo>
                <a:lnTo>
                  <a:pt x="15" y="308"/>
                </a:lnTo>
                <a:lnTo>
                  <a:pt x="17" y="316"/>
                </a:lnTo>
                <a:lnTo>
                  <a:pt x="20" y="323"/>
                </a:lnTo>
                <a:lnTo>
                  <a:pt x="22" y="331"/>
                </a:lnTo>
                <a:lnTo>
                  <a:pt x="26" y="338"/>
                </a:lnTo>
                <a:lnTo>
                  <a:pt x="29" y="345"/>
                </a:lnTo>
                <a:lnTo>
                  <a:pt x="33" y="353"/>
                </a:lnTo>
                <a:lnTo>
                  <a:pt x="37" y="360"/>
                </a:lnTo>
                <a:lnTo>
                  <a:pt x="41" y="367"/>
                </a:lnTo>
                <a:lnTo>
                  <a:pt x="45" y="374"/>
                </a:lnTo>
                <a:lnTo>
                  <a:pt x="50" y="380"/>
                </a:lnTo>
                <a:lnTo>
                  <a:pt x="55" y="387"/>
                </a:lnTo>
                <a:lnTo>
                  <a:pt x="61" y="394"/>
                </a:lnTo>
                <a:lnTo>
                  <a:pt x="66" y="400"/>
                </a:lnTo>
                <a:lnTo>
                  <a:pt x="72" y="406"/>
                </a:lnTo>
                <a:lnTo>
                  <a:pt x="78" y="412"/>
                </a:lnTo>
                <a:lnTo>
                  <a:pt x="84" y="418"/>
                </a:lnTo>
                <a:lnTo>
                  <a:pt x="91" y="424"/>
                </a:lnTo>
                <a:lnTo>
                  <a:pt x="98" y="430"/>
                </a:lnTo>
                <a:lnTo>
                  <a:pt x="105" y="435"/>
                </a:lnTo>
                <a:lnTo>
                  <a:pt x="112" y="440"/>
                </a:lnTo>
                <a:lnTo>
                  <a:pt x="119" y="445"/>
                </a:lnTo>
                <a:lnTo>
                  <a:pt x="127" y="450"/>
                </a:lnTo>
                <a:lnTo>
                  <a:pt x="135" y="456"/>
                </a:lnTo>
                <a:lnTo>
                  <a:pt x="143" y="460"/>
                </a:lnTo>
                <a:lnTo>
                  <a:pt x="151" y="465"/>
                </a:lnTo>
                <a:lnTo>
                  <a:pt x="159" y="469"/>
                </a:lnTo>
                <a:lnTo>
                  <a:pt x="167" y="473"/>
                </a:lnTo>
                <a:lnTo>
                  <a:pt x="176" y="476"/>
                </a:lnTo>
                <a:lnTo>
                  <a:pt x="185" y="480"/>
                </a:lnTo>
                <a:lnTo>
                  <a:pt x="194" y="483"/>
                </a:lnTo>
                <a:lnTo>
                  <a:pt x="203" y="486"/>
                </a:lnTo>
                <a:lnTo>
                  <a:pt x="212" y="489"/>
                </a:lnTo>
                <a:lnTo>
                  <a:pt x="221" y="491"/>
                </a:lnTo>
                <a:lnTo>
                  <a:pt x="230" y="493"/>
                </a:lnTo>
                <a:lnTo>
                  <a:pt x="239" y="495"/>
                </a:lnTo>
                <a:lnTo>
                  <a:pt x="249" y="497"/>
                </a:lnTo>
                <a:lnTo>
                  <a:pt x="258" y="499"/>
                </a:lnTo>
                <a:lnTo>
                  <a:pt x="268" y="500"/>
                </a:lnTo>
                <a:lnTo>
                  <a:pt x="279" y="501"/>
                </a:lnTo>
                <a:lnTo>
                  <a:pt x="288" y="502"/>
                </a:lnTo>
                <a:lnTo>
                  <a:pt x="298" y="503"/>
                </a:lnTo>
                <a:lnTo>
                  <a:pt x="308" y="503"/>
                </a:lnTo>
                <a:lnTo>
                  <a:pt x="317" y="503"/>
                </a:lnTo>
                <a:lnTo>
                  <a:pt x="327" y="503"/>
                </a:lnTo>
                <a:lnTo>
                  <a:pt x="337" y="503"/>
                </a:lnTo>
                <a:lnTo>
                  <a:pt x="346" y="502"/>
                </a:lnTo>
                <a:lnTo>
                  <a:pt x="356" y="501"/>
                </a:lnTo>
                <a:lnTo>
                  <a:pt x="366" y="500"/>
                </a:lnTo>
                <a:lnTo>
                  <a:pt x="375" y="499"/>
                </a:lnTo>
                <a:lnTo>
                  <a:pt x="385" y="497"/>
                </a:lnTo>
                <a:lnTo>
                  <a:pt x="394" y="495"/>
                </a:lnTo>
                <a:lnTo>
                  <a:pt x="404" y="493"/>
                </a:lnTo>
                <a:lnTo>
                  <a:pt x="413" y="491"/>
                </a:lnTo>
                <a:lnTo>
                  <a:pt x="422" y="489"/>
                </a:lnTo>
                <a:lnTo>
                  <a:pt x="431" y="486"/>
                </a:lnTo>
                <a:lnTo>
                  <a:pt x="440" y="483"/>
                </a:lnTo>
                <a:lnTo>
                  <a:pt x="449" y="480"/>
                </a:lnTo>
                <a:lnTo>
                  <a:pt x="458" y="476"/>
                </a:lnTo>
                <a:lnTo>
                  <a:pt x="466" y="473"/>
                </a:lnTo>
                <a:lnTo>
                  <a:pt x="475" y="469"/>
                </a:lnTo>
                <a:lnTo>
                  <a:pt x="483" y="465"/>
                </a:lnTo>
                <a:lnTo>
                  <a:pt x="491" y="460"/>
                </a:lnTo>
                <a:lnTo>
                  <a:pt x="499" y="456"/>
                </a:lnTo>
                <a:lnTo>
                  <a:pt x="507" y="450"/>
                </a:lnTo>
                <a:lnTo>
                  <a:pt x="514" y="445"/>
                </a:lnTo>
                <a:lnTo>
                  <a:pt x="522" y="440"/>
                </a:lnTo>
                <a:lnTo>
                  <a:pt x="529" y="435"/>
                </a:lnTo>
                <a:lnTo>
                  <a:pt x="536" y="430"/>
                </a:lnTo>
                <a:lnTo>
                  <a:pt x="543" y="424"/>
                </a:lnTo>
                <a:lnTo>
                  <a:pt x="549" y="418"/>
                </a:lnTo>
                <a:lnTo>
                  <a:pt x="556" y="412"/>
                </a:lnTo>
                <a:lnTo>
                  <a:pt x="562" y="406"/>
                </a:lnTo>
                <a:lnTo>
                  <a:pt x="567" y="400"/>
                </a:lnTo>
                <a:lnTo>
                  <a:pt x="573" y="394"/>
                </a:lnTo>
                <a:lnTo>
                  <a:pt x="578" y="387"/>
                </a:lnTo>
                <a:lnTo>
                  <a:pt x="583" y="380"/>
                </a:lnTo>
                <a:lnTo>
                  <a:pt x="588" y="374"/>
                </a:lnTo>
                <a:lnTo>
                  <a:pt x="593" y="367"/>
                </a:lnTo>
                <a:lnTo>
                  <a:pt x="597" y="360"/>
                </a:lnTo>
                <a:lnTo>
                  <a:pt x="601" y="353"/>
                </a:lnTo>
                <a:lnTo>
                  <a:pt x="605" y="345"/>
                </a:lnTo>
                <a:lnTo>
                  <a:pt x="608" y="338"/>
                </a:lnTo>
                <a:lnTo>
                  <a:pt x="611" y="331"/>
                </a:lnTo>
                <a:lnTo>
                  <a:pt x="614" y="323"/>
                </a:lnTo>
                <a:lnTo>
                  <a:pt x="617" y="316"/>
                </a:lnTo>
                <a:lnTo>
                  <a:pt x="619" y="308"/>
                </a:lnTo>
                <a:lnTo>
                  <a:pt x="621" y="301"/>
                </a:lnTo>
                <a:lnTo>
                  <a:pt x="623" y="293"/>
                </a:lnTo>
                <a:lnTo>
                  <a:pt x="624" y="285"/>
                </a:lnTo>
                <a:lnTo>
                  <a:pt x="625" y="277"/>
                </a:lnTo>
                <a:lnTo>
                  <a:pt x="626" y="270"/>
                </a:lnTo>
                <a:lnTo>
                  <a:pt x="626" y="262"/>
                </a:lnTo>
                <a:lnTo>
                  <a:pt x="626" y="254"/>
                </a:lnTo>
                <a:moveTo>
                  <a:pt x="633" y="254"/>
                </a:moveTo>
                <a:lnTo>
                  <a:pt x="633" y="262"/>
                </a:lnTo>
                <a:lnTo>
                  <a:pt x="633" y="270"/>
                </a:lnTo>
                <a:lnTo>
                  <a:pt x="632" y="278"/>
                </a:lnTo>
                <a:lnTo>
                  <a:pt x="631" y="286"/>
                </a:lnTo>
                <a:lnTo>
                  <a:pt x="629" y="294"/>
                </a:lnTo>
                <a:lnTo>
                  <a:pt x="628" y="302"/>
                </a:lnTo>
                <a:lnTo>
                  <a:pt x="626" y="309"/>
                </a:lnTo>
                <a:lnTo>
                  <a:pt x="623" y="317"/>
                </a:lnTo>
                <a:lnTo>
                  <a:pt x="621" y="325"/>
                </a:lnTo>
                <a:lnTo>
                  <a:pt x="618" y="332"/>
                </a:lnTo>
                <a:lnTo>
                  <a:pt x="615" y="340"/>
                </a:lnTo>
                <a:lnTo>
                  <a:pt x="611" y="347"/>
                </a:lnTo>
                <a:lnTo>
                  <a:pt x="607" y="355"/>
                </a:lnTo>
                <a:lnTo>
                  <a:pt x="603" y="362"/>
                </a:lnTo>
                <a:lnTo>
                  <a:pt x="599" y="369"/>
                </a:lnTo>
                <a:lnTo>
                  <a:pt x="594" y="376"/>
                </a:lnTo>
                <a:lnTo>
                  <a:pt x="589" y="383"/>
                </a:lnTo>
                <a:lnTo>
                  <a:pt x="584" y="390"/>
                </a:lnTo>
                <a:lnTo>
                  <a:pt x="579" y="397"/>
                </a:lnTo>
                <a:lnTo>
                  <a:pt x="573" y="403"/>
                </a:lnTo>
                <a:lnTo>
                  <a:pt x="567" y="410"/>
                </a:lnTo>
                <a:lnTo>
                  <a:pt x="561" y="416"/>
                </a:lnTo>
                <a:lnTo>
                  <a:pt x="554" y="422"/>
                </a:lnTo>
                <a:lnTo>
                  <a:pt x="548" y="428"/>
                </a:lnTo>
                <a:lnTo>
                  <a:pt x="541" y="433"/>
                </a:lnTo>
                <a:lnTo>
                  <a:pt x="534" y="439"/>
                </a:lnTo>
                <a:lnTo>
                  <a:pt x="526" y="444"/>
                </a:lnTo>
                <a:lnTo>
                  <a:pt x="519" y="450"/>
                </a:lnTo>
                <a:lnTo>
                  <a:pt x="511" y="456"/>
                </a:lnTo>
                <a:lnTo>
                  <a:pt x="503" y="460"/>
                </a:lnTo>
                <a:lnTo>
                  <a:pt x="495" y="465"/>
                </a:lnTo>
                <a:lnTo>
                  <a:pt x="487" y="469"/>
                </a:lnTo>
                <a:lnTo>
                  <a:pt x="478" y="473"/>
                </a:lnTo>
                <a:lnTo>
                  <a:pt x="470" y="477"/>
                </a:lnTo>
                <a:lnTo>
                  <a:pt x="461" y="481"/>
                </a:lnTo>
                <a:lnTo>
                  <a:pt x="452" y="485"/>
                </a:lnTo>
                <a:lnTo>
                  <a:pt x="443" y="488"/>
                </a:lnTo>
                <a:lnTo>
                  <a:pt x="434" y="491"/>
                </a:lnTo>
                <a:lnTo>
                  <a:pt x="424" y="494"/>
                </a:lnTo>
                <a:lnTo>
                  <a:pt x="415" y="496"/>
                </a:lnTo>
                <a:lnTo>
                  <a:pt x="406" y="499"/>
                </a:lnTo>
                <a:lnTo>
                  <a:pt x="396" y="501"/>
                </a:lnTo>
                <a:lnTo>
                  <a:pt x="386" y="503"/>
                </a:lnTo>
                <a:lnTo>
                  <a:pt x="377" y="504"/>
                </a:lnTo>
                <a:lnTo>
                  <a:pt x="367" y="506"/>
                </a:lnTo>
                <a:lnTo>
                  <a:pt x="357" y="507"/>
                </a:lnTo>
                <a:lnTo>
                  <a:pt x="347" y="508"/>
                </a:lnTo>
                <a:lnTo>
                  <a:pt x="337" y="508"/>
                </a:lnTo>
                <a:lnTo>
                  <a:pt x="327" y="509"/>
                </a:lnTo>
                <a:lnTo>
                  <a:pt x="317" y="509"/>
                </a:lnTo>
                <a:lnTo>
                  <a:pt x="307" y="509"/>
                </a:lnTo>
                <a:lnTo>
                  <a:pt x="298" y="508"/>
                </a:lnTo>
                <a:lnTo>
                  <a:pt x="288" y="508"/>
                </a:lnTo>
                <a:lnTo>
                  <a:pt x="278" y="507"/>
                </a:lnTo>
                <a:lnTo>
                  <a:pt x="267" y="506"/>
                </a:lnTo>
                <a:lnTo>
                  <a:pt x="257" y="504"/>
                </a:lnTo>
                <a:lnTo>
                  <a:pt x="247" y="503"/>
                </a:lnTo>
                <a:lnTo>
                  <a:pt x="238" y="501"/>
                </a:lnTo>
                <a:lnTo>
                  <a:pt x="228" y="499"/>
                </a:lnTo>
                <a:lnTo>
                  <a:pt x="219" y="496"/>
                </a:lnTo>
                <a:lnTo>
                  <a:pt x="209" y="494"/>
                </a:lnTo>
                <a:lnTo>
                  <a:pt x="200" y="491"/>
                </a:lnTo>
                <a:lnTo>
                  <a:pt x="191" y="488"/>
                </a:lnTo>
                <a:lnTo>
                  <a:pt x="182" y="485"/>
                </a:lnTo>
                <a:lnTo>
                  <a:pt x="173" y="481"/>
                </a:lnTo>
                <a:lnTo>
                  <a:pt x="164" y="477"/>
                </a:lnTo>
                <a:lnTo>
                  <a:pt x="155" y="473"/>
                </a:lnTo>
                <a:lnTo>
                  <a:pt x="147" y="469"/>
                </a:lnTo>
                <a:lnTo>
                  <a:pt x="139" y="465"/>
                </a:lnTo>
                <a:lnTo>
                  <a:pt x="131" y="460"/>
                </a:lnTo>
                <a:lnTo>
                  <a:pt x="123" y="456"/>
                </a:lnTo>
                <a:lnTo>
                  <a:pt x="115" y="450"/>
                </a:lnTo>
                <a:lnTo>
                  <a:pt x="107" y="444"/>
                </a:lnTo>
                <a:lnTo>
                  <a:pt x="100" y="439"/>
                </a:lnTo>
                <a:lnTo>
                  <a:pt x="93" y="433"/>
                </a:lnTo>
                <a:lnTo>
                  <a:pt x="86" y="428"/>
                </a:lnTo>
                <a:lnTo>
                  <a:pt x="79" y="422"/>
                </a:lnTo>
                <a:lnTo>
                  <a:pt x="73" y="416"/>
                </a:lnTo>
                <a:lnTo>
                  <a:pt x="67" y="410"/>
                </a:lnTo>
                <a:lnTo>
                  <a:pt x="61" y="403"/>
                </a:lnTo>
                <a:lnTo>
                  <a:pt x="55" y="397"/>
                </a:lnTo>
                <a:lnTo>
                  <a:pt x="50" y="390"/>
                </a:lnTo>
                <a:lnTo>
                  <a:pt x="44" y="383"/>
                </a:lnTo>
                <a:lnTo>
                  <a:pt x="39" y="376"/>
                </a:lnTo>
                <a:lnTo>
                  <a:pt x="35" y="369"/>
                </a:lnTo>
                <a:lnTo>
                  <a:pt x="30" y="362"/>
                </a:lnTo>
                <a:lnTo>
                  <a:pt x="26" y="355"/>
                </a:lnTo>
                <a:lnTo>
                  <a:pt x="23" y="347"/>
                </a:lnTo>
                <a:lnTo>
                  <a:pt x="19" y="340"/>
                </a:lnTo>
                <a:lnTo>
                  <a:pt x="16" y="332"/>
                </a:lnTo>
                <a:lnTo>
                  <a:pt x="13" y="325"/>
                </a:lnTo>
                <a:lnTo>
                  <a:pt x="10" y="317"/>
                </a:lnTo>
                <a:lnTo>
                  <a:pt x="8" y="309"/>
                </a:lnTo>
                <a:lnTo>
                  <a:pt x="6" y="302"/>
                </a:lnTo>
                <a:lnTo>
                  <a:pt x="4" y="294"/>
                </a:lnTo>
                <a:lnTo>
                  <a:pt x="3" y="286"/>
                </a:lnTo>
                <a:lnTo>
                  <a:pt x="2" y="278"/>
                </a:lnTo>
                <a:lnTo>
                  <a:pt x="1" y="270"/>
                </a:lnTo>
                <a:lnTo>
                  <a:pt x="0" y="262"/>
                </a:lnTo>
                <a:lnTo>
                  <a:pt x="0" y="254"/>
                </a:lnTo>
                <a:lnTo>
                  <a:pt x="0" y="246"/>
                </a:lnTo>
                <a:lnTo>
                  <a:pt x="1" y="238"/>
                </a:lnTo>
                <a:lnTo>
                  <a:pt x="2" y="230"/>
                </a:lnTo>
                <a:lnTo>
                  <a:pt x="3" y="222"/>
                </a:lnTo>
                <a:lnTo>
                  <a:pt x="4" y="214"/>
                </a:lnTo>
                <a:lnTo>
                  <a:pt x="6" y="207"/>
                </a:lnTo>
                <a:lnTo>
                  <a:pt x="8" y="199"/>
                </a:lnTo>
                <a:lnTo>
                  <a:pt x="10" y="191"/>
                </a:lnTo>
                <a:lnTo>
                  <a:pt x="13" y="183"/>
                </a:lnTo>
                <a:lnTo>
                  <a:pt x="16" y="176"/>
                </a:lnTo>
                <a:lnTo>
                  <a:pt x="19" y="168"/>
                </a:lnTo>
                <a:lnTo>
                  <a:pt x="23" y="161"/>
                </a:lnTo>
                <a:lnTo>
                  <a:pt x="26" y="153"/>
                </a:lnTo>
                <a:lnTo>
                  <a:pt x="30" y="146"/>
                </a:lnTo>
                <a:lnTo>
                  <a:pt x="35" y="139"/>
                </a:lnTo>
                <a:lnTo>
                  <a:pt x="39" y="132"/>
                </a:lnTo>
                <a:lnTo>
                  <a:pt x="44" y="125"/>
                </a:lnTo>
                <a:lnTo>
                  <a:pt x="50" y="118"/>
                </a:lnTo>
                <a:lnTo>
                  <a:pt x="55" y="111"/>
                </a:lnTo>
                <a:lnTo>
                  <a:pt x="61" y="105"/>
                </a:lnTo>
                <a:lnTo>
                  <a:pt x="67" y="99"/>
                </a:lnTo>
                <a:lnTo>
                  <a:pt x="73" y="92"/>
                </a:lnTo>
                <a:lnTo>
                  <a:pt x="79" y="86"/>
                </a:lnTo>
                <a:lnTo>
                  <a:pt x="86" y="80"/>
                </a:lnTo>
                <a:lnTo>
                  <a:pt x="93" y="75"/>
                </a:lnTo>
                <a:lnTo>
                  <a:pt x="100" y="69"/>
                </a:lnTo>
                <a:lnTo>
                  <a:pt x="107" y="64"/>
                </a:lnTo>
                <a:lnTo>
                  <a:pt x="115" y="59"/>
                </a:lnTo>
                <a:lnTo>
                  <a:pt x="123" y="54"/>
                </a:lnTo>
                <a:lnTo>
                  <a:pt x="131" y="49"/>
                </a:lnTo>
                <a:lnTo>
                  <a:pt x="139" y="44"/>
                </a:lnTo>
                <a:lnTo>
                  <a:pt x="147" y="40"/>
                </a:lnTo>
                <a:lnTo>
                  <a:pt x="155" y="36"/>
                </a:lnTo>
                <a:lnTo>
                  <a:pt x="164" y="32"/>
                </a:lnTo>
                <a:lnTo>
                  <a:pt x="173" y="28"/>
                </a:lnTo>
                <a:lnTo>
                  <a:pt x="182" y="24"/>
                </a:lnTo>
                <a:lnTo>
                  <a:pt x="191" y="21"/>
                </a:lnTo>
                <a:lnTo>
                  <a:pt x="200" y="18"/>
                </a:lnTo>
                <a:lnTo>
                  <a:pt x="209" y="15"/>
                </a:lnTo>
                <a:lnTo>
                  <a:pt x="219" y="13"/>
                </a:lnTo>
                <a:lnTo>
                  <a:pt x="228" y="10"/>
                </a:lnTo>
                <a:lnTo>
                  <a:pt x="238" y="8"/>
                </a:lnTo>
                <a:lnTo>
                  <a:pt x="247" y="6"/>
                </a:lnTo>
                <a:lnTo>
                  <a:pt x="257" y="5"/>
                </a:lnTo>
                <a:lnTo>
                  <a:pt x="267" y="3"/>
                </a:lnTo>
                <a:lnTo>
                  <a:pt x="278" y="2"/>
                </a:lnTo>
                <a:lnTo>
                  <a:pt x="288" y="1"/>
                </a:lnTo>
                <a:lnTo>
                  <a:pt x="298" y="1"/>
                </a:lnTo>
                <a:lnTo>
                  <a:pt x="307" y="0"/>
                </a:lnTo>
                <a:lnTo>
                  <a:pt x="317" y="0"/>
                </a:lnTo>
                <a:lnTo>
                  <a:pt x="327" y="0"/>
                </a:lnTo>
                <a:lnTo>
                  <a:pt x="337" y="1"/>
                </a:lnTo>
                <a:lnTo>
                  <a:pt x="347" y="1"/>
                </a:lnTo>
                <a:lnTo>
                  <a:pt x="357" y="2"/>
                </a:lnTo>
                <a:lnTo>
                  <a:pt x="367" y="3"/>
                </a:lnTo>
                <a:lnTo>
                  <a:pt x="377" y="5"/>
                </a:lnTo>
                <a:lnTo>
                  <a:pt x="386" y="6"/>
                </a:lnTo>
                <a:lnTo>
                  <a:pt x="396" y="8"/>
                </a:lnTo>
                <a:lnTo>
                  <a:pt x="406" y="10"/>
                </a:lnTo>
                <a:lnTo>
                  <a:pt x="415" y="13"/>
                </a:lnTo>
                <a:lnTo>
                  <a:pt x="424" y="15"/>
                </a:lnTo>
                <a:lnTo>
                  <a:pt x="434" y="18"/>
                </a:lnTo>
                <a:lnTo>
                  <a:pt x="443" y="21"/>
                </a:lnTo>
                <a:lnTo>
                  <a:pt x="452" y="24"/>
                </a:lnTo>
                <a:lnTo>
                  <a:pt x="461" y="28"/>
                </a:lnTo>
                <a:lnTo>
                  <a:pt x="470" y="32"/>
                </a:lnTo>
                <a:lnTo>
                  <a:pt x="478" y="36"/>
                </a:lnTo>
                <a:lnTo>
                  <a:pt x="487" y="40"/>
                </a:lnTo>
                <a:lnTo>
                  <a:pt x="495" y="44"/>
                </a:lnTo>
                <a:lnTo>
                  <a:pt x="503" y="49"/>
                </a:lnTo>
                <a:lnTo>
                  <a:pt x="511" y="54"/>
                </a:lnTo>
                <a:lnTo>
                  <a:pt x="519" y="59"/>
                </a:lnTo>
                <a:lnTo>
                  <a:pt x="526" y="64"/>
                </a:lnTo>
                <a:lnTo>
                  <a:pt x="534" y="69"/>
                </a:lnTo>
                <a:lnTo>
                  <a:pt x="541" y="75"/>
                </a:lnTo>
                <a:lnTo>
                  <a:pt x="548" y="80"/>
                </a:lnTo>
                <a:lnTo>
                  <a:pt x="554" y="86"/>
                </a:lnTo>
                <a:lnTo>
                  <a:pt x="561" y="92"/>
                </a:lnTo>
                <a:lnTo>
                  <a:pt x="567" y="99"/>
                </a:lnTo>
                <a:lnTo>
                  <a:pt x="573" y="105"/>
                </a:lnTo>
                <a:lnTo>
                  <a:pt x="579" y="111"/>
                </a:lnTo>
                <a:lnTo>
                  <a:pt x="584" y="118"/>
                </a:lnTo>
                <a:lnTo>
                  <a:pt x="589" y="125"/>
                </a:lnTo>
                <a:lnTo>
                  <a:pt x="594" y="132"/>
                </a:lnTo>
                <a:lnTo>
                  <a:pt x="599" y="139"/>
                </a:lnTo>
                <a:lnTo>
                  <a:pt x="603" y="146"/>
                </a:lnTo>
                <a:lnTo>
                  <a:pt x="607" y="153"/>
                </a:lnTo>
                <a:lnTo>
                  <a:pt x="611" y="161"/>
                </a:lnTo>
                <a:lnTo>
                  <a:pt x="615" y="168"/>
                </a:lnTo>
                <a:lnTo>
                  <a:pt x="618" y="176"/>
                </a:lnTo>
                <a:lnTo>
                  <a:pt x="621" y="183"/>
                </a:lnTo>
                <a:lnTo>
                  <a:pt x="623" y="191"/>
                </a:lnTo>
                <a:lnTo>
                  <a:pt x="626" y="199"/>
                </a:lnTo>
                <a:lnTo>
                  <a:pt x="628" y="207"/>
                </a:lnTo>
                <a:lnTo>
                  <a:pt x="629" y="214"/>
                </a:lnTo>
                <a:lnTo>
                  <a:pt x="631" y="222"/>
                </a:lnTo>
                <a:lnTo>
                  <a:pt x="632" y="230"/>
                </a:lnTo>
                <a:lnTo>
                  <a:pt x="633" y="238"/>
                </a:lnTo>
                <a:lnTo>
                  <a:pt x="633" y="246"/>
                </a:lnTo>
                <a:lnTo>
                  <a:pt x="633" y="254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9" name=""/>
          <p:cNvSpPr/>
          <p:nvPr/>
        </p:nvSpPr>
        <p:spPr>
          <a:xfrm>
            <a:off x="2745000" y="1753200"/>
            <a:ext cx="229680" cy="184680"/>
          </a:xfrm>
          <a:custGeom>
            <a:avLst/>
            <a:gdLst/>
            <a:ahLst/>
            <a:rect l="0" t="0" r="r" b="b"/>
            <a:pathLst>
              <a:path w="638" h="513">
                <a:moveTo>
                  <a:pt x="635" y="256"/>
                </a:moveTo>
                <a:lnTo>
                  <a:pt x="635" y="248"/>
                </a:lnTo>
                <a:lnTo>
                  <a:pt x="635" y="240"/>
                </a:lnTo>
                <a:lnTo>
                  <a:pt x="634" y="232"/>
                </a:lnTo>
                <a:lnTo>
                  <a:pt x="633" y="224"/>
                </a:lnTo>
                <a:lnTo>
                  <a:pt x="631" y="216"/>
                </a:lnTo>
                <a:lnTo>
                  <a:pt x="630" y="209"/>
                </a:lnTo>
                <a:lnTo>
                  <a:pt x="628" y="201"/>
                </a:lnTo>
                <a:lnTo>
                  <a:pt x="625" y="193"/>
                </a:lnTo>
                <a:lnTo>
                  <a:pt x="623" y="185"/>
                </a:lnTo>
                <a:lnTo>
                  <a:pt x="620" y="178"/>
                </a:lnTo>
                <a:lnTo>
                  <a:pt x="617" y="170"/>
                </a:lnTo>
                <a:lnTo>
                  <a:pt x="613" y="163"/>
                </a:lnTo>
                <a:lnTo>
                  <a:pt x="609" y="155"/>
                </a:lnTo>
                <a:lnTo>
                  <a:pt x="605" y="148"/>
                </a:lnTo>
                <a:lnTo>
                  <a:pt x="601" y="141"/>
                </a:lnTo>
                <a:lnTo>
                  <a:pt x="596" y="134"/>
                </a:lnTo>
                <a:lnTo>
                  <a:pt x="591" y="127"/>
                </a:lnTo>
                <a:lnTo>
                  <a:pt x="586" y="120"/>
                </a:lnTo>
                <a:lnTo>
                  <a:pt x="581" y="113"/>
                </a:lnTo>
                <a:lnTo>
                  <a:pt x="575" y="107"/>
                </a:lnTo>
                <a:lnTo>
                  <a:pt x="569" y="101"/>
                </a:lnTo>
                <a:lnTo>
                  <a:pt x="563" y="94"/>
                </a:lnTo>
                <a:lnTo>
                  <a:pt x="556" y="88"/>
                </a:lnTo>
                <a:lnTo>
                  <a:pt x="550" y="82"/>
                </a:lnTo>
                <a:lnTo>
                  <a:pt x="543" y="77"/>
                </a:lnTo>
                <a:lnTo>
                  <a:pt x="536" y="71"/>
                </a:lnTo>
                <a:lnTo>
                  <a:pt x="528" y="66"/>
                </a:lnTo>
                <a:lnTo>
                  <a:pt x="521" y="61"/>
                </a:lnTo>
                <a:lnTo>
                  <a:pt x="513" y="56"/>
                </a:lnTo>
                <a:lnTo>
                  <a:pt x="505" y="51"/>
                </a:lnTo>
                <a:lnTo>
                  <a:pt x="497" y="46"/>
                </a:lnTo>
                <a:lnTo>
                  <a:pt x="489" y="42"/>
                </a:lnTo>
                <a:lnTo>
                  <a:pt x="480" y="38"/>
                </a:lnTo>
                <a:lnTo>
                  <a:pt x="472" y="34"/>
                </a:lnTo>
                <a:lnTo>
                  <a:pt x="463" y="30"/>
                </a:lnTo>
                <a:lnTo>
                  <a:pt x="454" y="26"/>
                </a:lnTo>
                <a:lnTo>
                  <a:pt x="445" y="23"/>
                </a:lnTo>
                <a:lnTo>
                  <a:pt x="436" y="20"/>
                </a:lnTo>
                <a:lnTo>
                  <a:pt x="426" y="17"/>
                </a:lnTo>
                <a:lnTo>
                  <a:pt x="417" y="15"/>
                </a:lnTo>
                <a:lnTo>
                  <a:pt x="408" y="12"/>
                </a:lnTo>
                <a:lnTo>
                  <a:pt x="398" y="10"/>
                </a:lnTo>
                <a:lnTo>
                  <a:pt x="388" y="8"/>
                </a:lnTo>
                <a:lnTo>
                  <a:pt x="379" y="7"/>
                </a:lnTo>
                <a:lnTo>
                  <a:pt x="369" y="5"/>
                </a:lnTo>
                <a:lnTo>
                  <a:pt x="359" y="4"/>
                </a:lnTo>
                <a:lnTo>
                  <a:pt x="349" y="3"/>
                </a:lnTo>
                <a:lnTo>
                  <a:pt x="339" y="3"/>
                </a:lnTo>
                <a:lnTo>
                  <a:pt x="329" y="2"/>
                </a:lnTo>
                <a:lnTo>
                  <a:pt x="318" y="2"/>
                </a:lnTo>
                <a:lnTo>
                  <a:pt x="308" y="2"/>
                </a:lnTo>
                <a:lnTo>
                  <a:pt x="299" y="3"/>
                </a:lnTo>
                <a:lnTo>
                  <a:pt x="289" y="3"/>
                </a:lnTo>
                <a:lnTo>
                  <a:pt x="279" y="4"/>
                </a:lnTo>
                <a:lnTo>
                  <a:pt x="269" y="5"/>
                </a:lnTo>
                <a:lnTo>
                  <a:pt x="259" y="7"/>
                </a:lnTo>
                <a:lnTo>
                  <a:pt x="249" y="8"/>
                </a:lnTo>
                <a:lnTo>
                  <a:pt x="240" y="10"/>
                </a:lnTo>
                <a:lnTo>
                  <a:pt x="230" y="12"/>
                </a:lnTo>
                <a:lnTo>
                  <a:pt x="221" y="15"/>
                </a:lnTo>
                <a:lnTo>
                  <a:pt x="211" y="17"/>
                </a:lnTo>
                <a:lnTo>
                  <a:pt x="202" y="20"/>
                </a:lnTo>
                <a:lnTo>
                  <a:pt x="193" y="23"/>
                </a:lnTo>
                <a:lnTo>
                  <a:pt x="184" y="26"/>
                </a:lnTo>
                <a:lnTo>
                  <a:pt x="175" y="30"/>
                </a:lnTo>
                <a:lnTo>
                  <a:pt x="166" y="34"/>
                </a:lnTo>
                <a:lnTo>
                  <a:pt x="157" y="38"/>
                </a:lnTo>
                <a:lnTo>
                  <a:pt x="149" y="42"/>
                </a:lnTo>
                <a:lnTo>
                  <a:pt x="141" y="46"/>
                </a:lnTo>
                <a:lnTo>
                  <a:pt x="133" y="51"/>
                </a:lnTo>
                <a:lnTo>
                  <a:pt x="125" y="56"/>
                </a:lnTo>
                <a:lnTo>
                  <a:pt x="117" y="61"/>
                </a:lnTo>
                <a:lnTo>
                  <a:pt x="109" y="66"/>
                </a:lnTo>
                <a:lnTo>
                  <a:pt x="102" y="71"/>
                </a:lnTo>
                <a:lnTo>
                  <a:pt x="95" y="77"/>
                </a:lnTo>
                <a:lnTo>
                  <a:pt x="88" y="82"/>
                </a:lnTo>
                <a:lnTo>
                  <a:pt x="81" y="88"/>
                </a:lnTo>
                <a:lnTo>
                  <a:pt x="75" y="94"/>
                </a:lnTo>
                <a:lnTo>
                  <a:pt x="69" y="101"/>
                </a:lnTo>
                <a:lnTo>
                  <a:pt x="63" y="107"/>
                </a:lnTo>
                <a:lnTo>
                  <a:pt x="57" y="113"/>
                </a:lnTo>
                <a:lnTo>
                  <a:pt x="52" y="120"/>
                </a:lnTo>
                <a:lnTo>
                  <a:pt x="46" y="127"/>
                </a:lnTo>
                <a:lnTo>
                  <a:pt x="41" y="134"/>
                </a:lnTo>
                <a:lnTo>
                  <a:pt x="37" y="141"/>
                </a:lnTo>
                <a:lnTo>
                  <a:pt x="32" y="148"/>
                </a:lnTo>
                <a:lnTo>
                  <a:pt x="28" y="155"/>
                </a:lnTo>
                <a:lnTo>
                  <a:pt x="25" y="163"/>
                </a:lnTo>
                <a:lnTo>
                  <a:pt x="21" y="170"/>
                </a:lnTo>
                <a:lnTo>
                  <a:pt x="18" y="178"/>
                </a:lnTo>
                <a:lnTo>
                  <a:pt x="15" y="185"/>
                </a:lnTo>
                <a:lnTo>
                  <a:pt x="12" y="193"/>
                </a:lnTo>
                <a:lnTo>
                  <a:pt x="10" y="201"/>
                </a:lnTo>
                <a:lnTo>
                  <a:pt x="8" y="209"/>
                </a:lnTo>
                <a:lnTo>
                  <a:pt x="6" y="216"/>
                </a:lnTo>
                <a:lnTo>
                  <a:pt x="5" y="224"/>
                </a:lnTo>
                <a:lnTo>
                  <a:pt x="4" y="232"/>
                </a:lnTo>
                <a:lnTo>
                  <a:pt x="3" y="240"/>
                </a:lnTo>
                <a:lnTo>
                  <a:pt x="2" y="248"/>
                </a:lnTo>
                <a:lnTo>
                  <a:pt x="2" y="256"/>
                </a:lnTo>
                <a:lnTo>
                  <a:pt x="2" y="264"/>
                </a:lnTo>
                <a:lnTo>
                  <a:pt x="3" y="272"/>
                </a:lnTo>
                <a:lnTo>
                  <a:pt x="4" y="280"/>
                </a:lnTo>
                <a:lnTo>
                  <a:pt x="5" y="288"/>
                </a:lnTo>
                <a:lnTo>
                  <a:pt x="6" y="296"/>
                </a:lnTo>
                <a:lnTo>
                  <a:pt x="8" y="304"/>
                </a:lnTo>
                <a:lnTo>
                  <a:pt x="10" y="311"/>
                </a:lnTo>
                <a:lnTo>
                  <a:pt x="12" y="319"/>
                </a:lnTo>
                <a:lnTo>
                  <a:pt x="15" y="327"/>
                </a:lnTo>
                <a:lnTo>
                  <a:pt x="18" y="334"/>
                </a:lnTo>
                <a:lnTo>
                  <a:pt x="21" y="342"/>
                </a:lnTo>
                <a:lnTo>
                  <a:pt x="25" y="349"/>
                </a:lnTo>
                <a:lnTo>
                  <a:pt x="28" y="357"/>
                </a:lnTo>
                <a:lnTo>
                  <a:pt x="32" y="364"/>
                </a:lnTo>
                <a:lnTo>
                  <a:pt x="37" y="371"/>
                </a:lnTo>
                <a:lnTo>
                  <a:pt x="41" y="378"/>
                </a:lnTo>
                <a:lnTo>
                  <a:pt x="46" y="385"/>
                </a:lnTo>
                <a:lnTo>
                  <a:pt x="52" y="392"/>
                </a:lnTo>
                <a:lnTo>
                  <a:pt x="57" y="399"/>
                </a:lnTo>
                <a:lnTo>
                  <a:pt x="63" y="405"/>
                </a:lnTo>
                <a:lnTo>
                  <a:pt x="69" y="412"/>
                </a:lnTo>
                <a:lnTo>
                  <a:pt x="75" y="418"/>
                </a:lnTo>
                <a:lnTo>
                  <a:pt x="81" y="424"/>
                </a:lnTo>
                <a:lnTo>
                  <a:pt x="88" y="430"/>
                </a:lnTo>
                <a:lnTo>
                  <a:pt x="95" y="435"/>
                </a:lnTo>
                <a:lnTo>
                  <a:pt x="102" y="441"/>
                </a:lnTo>
                <a:lnTo>
                  <a:pt x="109" y="446"/>
                </a:lnTo>
                <a:lnTo>
                  <a:pt x="117" y="452"/>
                </a:lnTo>
                <a:lnTo>
                  <a:pt x="125" y="457"/>
                </a:lnTo>
                <a:lnTo>
                  <a:pt x="133" y="461"/>
                </a:lnTo>
                <a:lnTo>
                  <a:pt x="141" y="466"/>
                </a:lnTo>
                <a:lnTo>
                  <a:pt x="149" y="470"/>
                </a:lnTo>
                <a:lnTo>
                  <a:pt x="157" y="474"/>
                </a:lnTo>
                <a:lnTo>
                  <a:pt x="166" y="478"/>
                </a:lnTo>
                <a:lnTo>
                  <a:pt x="175" y="482"/>
                </a:lnTo>
                <a:lnTo>
                  <a:pt x="184" y="486"/>
                </a:lnTo>
                <a:lnTo>
                  <a:pt x="193" y="489"/>
                </a:lnTo>
                <a:lnTo>
                  <a:pt x="202" y="492"/>
                </a:lnTo>
                <a:lnTo>
                  <a:pt x="211" y="495"/>
                </a:lnTo>
                <a:lnTo>
                  <a:pt x="221" y="498"/>
                </a:lnTo>
                <a:lnTo>
                  <a:pt x="230" y="501"/>
                </a:lnTo>
                <a:lnTo>
                  <a:pt x="240" y="503"/>
                </a:lnTo>
                <a:lnTo>
                  <a:pt x="249" y="505"/>
                </a:lnTo>
                <a:lnTo>
                  <a:pt x="259" y="506"/>
                </a:lnTo>
                <a:lnTo>
                  <a:pt x="269" y="508"/>
                </a:lnTo>
                <a:lnTo>
                  <a:pt x="279" y="509"/>
                </a:lnTo>
                <a:lnTo>
                  <a:pt x="289" y="510"/>
                </a:lnTo>
                <a:lnTo>
                  <a:pt x="299" y="510"/>
                </a:lnTo>
                <a:lnTo>
                  <a:pt x="308" y="511"/>
                </a:lnTo>
                <a:lnTo>
                  <a:pt x="318" y="511"/>
                </a:lnTo>
                <a:lnTo>
                  <a:pt x="329" y="511"/>
                </a:lnTo>
                <a:lnTo>
                  <a:pt x="339" y="510"/>
                </a:lnTo>
                <a:lnTo>
                  <a:pt x="349" y="510"/>
                </a:lnTo>
                <a:lnTo>
                  <a:pt x="359" y="509"/>
                </a:lnTo>
                <a:lnTo>
                  <a:pt x="369" y="508"/>
                </a:lnTo>
                <a:lnTo>
                  <a:pt x="379" y="506"/>
                </a:lnTo>
                <a:lnTo>
                  <a:pt x="388" y="505"/>
                </a:lnTo>
                <a:lnTo>
                  <a:pt x="398" y="503"/>
                </a:lnTo>
                <a:lnTo>
                  <a:pt x="408" y="501"/>
                </a:lnTo>
                <a:lnTo>
                  <a:pt x="417" y="498"/>
                </a:lnTo>
                <a:lnTo>
                  <a:pt x="426" y="495"/>
                </a:lnTo>
                <a:lnTo>
                  <a:pt x="436" y="492"/>
                </a:lnTo>
                <a:lnTo>
                  <a:pt x="445" y="489"/>
                </a:lnTo>
                <a:lnTo>
                  <a:pt x="454" y="486"/>
                </a:lnTo>
                <a:lnTo>
                  <a:pt x="463" y="482"/>
                </a:lnTo>
                <a:lnTo>
                  <a:pt x="472" y="478"/>
                </a:lnTo>
                <a:lnTo>
                  <a:pt x="480" y="474"/>
                </a:lnTo>
                <a:lnTo>
                  <a:pt x="489" y="470"/>
                </a:lnTo>
                <a:lnTo>
                  <a:pt x="497" y="466"/>
                </a:lnTo>
                <a:lnTo>
                  <a:pt x="505" y="461"/>
                </a:lnTo>
                <a:lnTo>
                  <a:pt x="513" y="457"/>
                </a:lnTo>
                <a:lnTo>
                  <a:pt x="521" y="452"/>
                </a:lnTo>
                <a:lnTo>
                  <a:pt x="528" y="446"/>
                </a:lnTo>
                <a:lnTo>
                  <a:pt x="536" y="441"/>
                </a:lnTo>
                <a:lnTo>
                  <a:pt x="543" y="435"/>
                </a:lnTo>
                <a:lnTo>
                  <a:pt x="550" y="430"/>
                </a:lnTo>
                <a:lnTo>
                  <a:pt x="556" y="424"/>
                </a:lnTo>
                <a:lnTo>
                  <a:pt x="563" y="418"/>
                </a:lnTo>
                <a:lnTo>
                  <a:pt x="569" y="412"/>
                </a:lnTo>
                <a:lnTo>
                  <a:pt x="575" y="405"/>
                </a:lnTo>
                <a:lnTo>
                  <a:pt x="581" y="399"/>
                </a:lnTo>
                <a:lnTo>
                  <a:pt x="586" y="392"/>
                </a:lnTo>
                <a:lnTo>
                  <a:pt x="591" y="385"/>
                </a:lnTo>
                <a:lnTo>
                  <a:pt x="596" y="378"/>
                </a:lnTo>
                <a:lnTo>
                  <a:pt x="601" y="371"/>
                </a:lnTo>
                <a:lnTo>
                  <a:pt x="605" y="364"/>
                </a:lnTo>
                <a:lnTo>
                  <a:pt x="609" y="357"/>
                </a:lnTo>
                <a:lnTo>
                  <a:pt x="613" y="349"/>
                </a:lnTo>
                <a:lnTo>
                  <a:pt x="617" y="342"/>
                </a:lnTo>
                <a:lnTo>
                  <a:pt x="620" y="334"/>
                </a:lnTo>
                <a:lnTo>
                  <a:pt x="623" y="327"/>
                </a:lnTo>
                <a:lnTo>
                  <a:pt x="625" y="319"/>
                </a:lnTo>
                <a:lnTo>
                  <a:pt x="628" y="311"/>
                </a:lnTo>
                <a:lnTo>
                  <a:pt x="630" y="304"/>
                </a:lnTo>
                <a:lnTo>
                  <a:pt x="631" y="296"/>
                </a:lnTo>
                <a:lnTo>
                  <a:pt x="633" y="288"/>
                </a:lnTo>
                <a:lnTo>
                  <a:pt x="634" y="280"/>
                </a:lnTo>
                <a:lnTo>
                  <a:pt x="635" y="272"/>
                </a:lnTo>
                <a:lnTo>
                  <a:pt x="635" y="264"/>
                </a:lnTo>
                <a:lnTo>
                  <a:pt x="635" y="256"/>
                </a:lnTo>
                <a:moveTo>
                  <a:pt x="638" y="256"/>
                </a:moveTo>
                <a:lnTo>
                  <a:pt x="638" y="264"/>
                </a:lnTo>
                <a:lnTo>
                  <a:pt x="637" y="272"/>
                </a:lnTo>
                <a:lnTo>
                  <a:pt x="636" y="280"/>
                </a:lnTo>
                <a:lnTo>
                  <a:pt x="635" y="288"/>
                </a:lnTo>
                <a:lnTo>
                  <a:pt x="634" y="296"/>
                </a:lnTo>
                <a:lnTo>
                  <a:pt x="632" y="304"/>
                </a:lnTo>
                <a:lnTo>
                  <a:pt x="630" y="312"/>
                </a:lnTo>
                <a:lnTo>
                  <a:pt x="628" y="320"/>
                </a:lnTo>
                <a:lnTo>
                  <a:pt x="625" y="327"/>
                </a:lnTo>
                <a:lnTo>
                  <a:pt x="622" y="335"/>
                </a:lnTo>
                <a:lnTo>
                  <a:pt x="619" y="343"/>
                </a:lnTo>
                <a:lnTo>
                  <a:pt x="615" y="350"/>
                </a:lnTo>
                <a:lnTo>
                  <a:pt x="612" y="358"/>
                </a:lnTo>
                <a:lnTo>
                  <a:pt x="607" y="365"/>
                </a:lnTo>
                <a:lnTo>
                  <a:pt x="603" y="372"/>
                </a:lnTo>
                <a:lnTo>
                  <a:pt x="598" y="379"/>
                </a:lnTo>
                <a:lnTo>
                  <a:pt x="593" y="386"/>
                </a:lnTo>
                <a:lnTo>
                  <a:pt x="588" y="393"/>
                </a:lnTo>
                <a:lnTo>
                  <a:pt x="583" y="400"/>
                </a:lnTo>
                <a:lnTo>
                  <a:pt x="577" y="406"/>
                </a:lnTo>
                <a:lnTo>
                  <a:pt x="571" y="413"/>
                </a:lnTo>
                <a:lnTo>
                  <a:pt x="565" y="419"/>
                </a:lnTo>
                <a:lnTo>
                  <a:pt x="558" y="425"/>
                </a:lnTo>
                <a:lnTo>
                  <a:pt x="551" y="431"/>
                </a:lnTo>
                <a:lnTo>
                  <a:pt x="544" y="437"/>
                </a:lnTo>
                <a:lnTo>
                  <a:pt x="537" y="442"/>
                </a:lnTo>
                <a:lnTo>
                  <a:pt x="530" y="448"/>
                </a:lnTo>
                <a:lnTo>
                  <a:pt x="522" y="453"/>
                </a:lnTo>
                <a:lnTo>
                  <a:pt x="514" y="458"/>
                </a:lnTo>
                <a:lnTo>
                  <a:pt x="506" y="463"/>
                </a:lnTo>
                <a:lnTo>
                  <a:pt x="498" y="467"/>
                </a:lnTo>
                <a:lnTo>
                  <a:pt x="490" y="472"/>
                </a:lnTo>
                <a:lnTo>
                  <a:pt x="481" y="476"/>
                </a:lnTo>
                <a:lnTo>
                  <a:pt x="473" y="480"/>
                </a:lnTo>
                <a:lnTo>
                  <a:pt x="464" y="484"/>
                </a:lnTo>
                <a:lnTo>
                  <a:pt x="455" y="487"/>
                </a:lnTo>
                <a:lnTo>
                  <a:pt x="446" y="491"/>
                </a:lnTo>
                <a:lnTo>
                  <a:pt x="437" y="494"/>
                </a:lnTo>
                <a:lnTo>
                  <a:pt x="427" y="498"/>
                </a:lnTo>
                <a:lnTo>
                  <a:pt x="418" y="500"/>
                </a:lnTo>
                <a:lnTo>
                  <a:pt x="408" y="503"/>
                </a:lnTo>
                <a:lnTo>
                  <a:pt x="399" y="505"/>
                </a:lnTo>
                <a:lnTo>
                  <a:pt x="389" y="506"/>
                </a:lnTo>
                <a:lnTo>
                  <a:pt x="379" y="508"/>
                </a:lnTo>
                <a:lnTo>
                  <a:pt x="369" y="510"/>
                </a:lnTo>
                <a:lnTo>
                  <a:pt x="359" y="511"/>
                </a:lnTo>
                <a:lnTo>
                  <a:pt x="349" y="512"/>
                </a:lnTo>
                <a:lnTo>
                  <a:pt x="339" y="512"/>
                </a:lnTo>
                <a:lnTo>
                  <a:pt x="329" y="513"/>
                </a:lnTo>
                <a:lnTo>
                  <a:pt x="318" y="513"/>
                </a:lnTo>
                <a:lnTo>
                  <a:pt x="308" y="513"/>
                </a:lnTo>
                <a:lnTo>
                  <a:pt x="298" y="512"/>
                </a:lnTo>
                <a:lnTo>
                  <a:pt x="288" y="512"/>
                </a:lnTo>
                <a:lnTo>
                  <a:pt x="278" y="511"/>
                </a:lnTo>
                <a:lnTo>
                  <a:pt x="269" y="510"/>
                </a:lnTo>
                <a:lnTo>
                  <a:pt x="259" y="508"/>
                </a:lnTo>
                <a:lnTo>
                  <a:pt x="249" y="506"/>
                </a:lnTo>
                <a:lnTo>
                  <a:pt x="239" y="505"/>
                </a:lnTo>
                <a:lnTo>
                  <a:pt x="230" y="503"/>
                </a:lnTo>
                <a:lnTo>
                  <a:pt x="220" y="500"/>
                </a:lnTo>
                <a:lnTo>
                  <a:pt x="211" y="498"/>
                </a:lnTo>
                <a:lnTo>
                  <a:pt x="201" y="494"/>
                </a:lnTo>
                <a:lnTo>
                  <a:pt x="192" y="491"/>
                </a:lnTo>
                <a:lnTo>
                  <a:pt x="183" y="487"/>
                </a:lnTo>
                <a:lnTo>
                  <a:pt x="174" y="484"/>
                </a:lnTo>
                <a:lnTo>
                  <a:pt x="165" y="480"/>
                </a:lnTo>
                <a:lnTo>
                  <a:pt x="156" y="476"/>
                </a:lnTo>
                <a:lnTo>
                  <a:pt x="148" y="472"/>
                </a:lnTo>
                <a:lnTo>
                  <a:pt x="139" y="467"/>
                </a:lnTo>
                <a:lnTo>
                  <a:pt x="131" y="463"/>
                </a:lnTo>
                <a:lnTo>
                  <a:pt x="123" y="458"/>
                </a:lnTo>
                <a:lnTo>
                  <a:pt x="115" y="453"/>
                </a:lnTo>
                <a:lnTo>
                  <a:pt x="108" y="448"/>
                </a:lnTo>
                <a:lnTo>
                  <a:pt x="100" y="442"/>
                </a:lnTo>
                <a:lnTo>
                  <a:pt x="93" y="437"/>
                </a:lnTo>
                <a:lnTo>
                  <a:pt x="86" y="431"/>
                </a:lnTo>
                <a:lnTo>
                  <a:pt x="80" y="425"/>
                </a:lnTo>
                <a:lnTo>
                  <a:pt x="73" y="419"/>
                </a:lnTo>
                <a:lnTo>
                  <a:pt x="67" y="413"/>
                </a:lnTo>
                <a:lnTo>
                  <a:pt x="61" y="406"/>
                </a:lnTo>
                <a:lnTo>
                  <a:pt x="55" y="400"/>
                </a:lnTo>
                <a:lnTo>
                  <a:pt x="50" y="393"/>
                </a:lnTo>
                <a:lnTo>
                  <a:pt x="44" y="386"/>
                </a:lnTo>
                <a:lnTo>
                  <a:pt x="39" y="379"/>
                </a:lnTo>
                <a:lnTo>
                  <a:pt x="35" y="372"/>
                </a:lnTo>
                <a:lnTo>
                  <a:pt x="30" y="365"/>
                </a:lnTo>
                <a:lnTo>
                  <a:pt x="26" y="358"/>
                </a:lnTo>
                <a:lnTo>
                  <a:pt x="22" y="350"/>
                </a:lnTo>
                <a:lnTo>
                  <a:pt x="19" y="343"/>
                </a:lnTo>
                <a:lnTo>
                  <a:pt x="16" y="335"/>
                </a:lnTo>
                <a:lnTo>
                  <a:pt x="13" y="327"/>
                </a:lnTo>
                <a:lnTo>
                  <a:pt x="10" y="320"/>
                </a:lnTo>
                <a:lnTo>
                  <a:pt x="8" y="312"/>
                </a:lnTo>
                <a:lnTo>
                  <a:pt x="6" y="304"/>
                </a:lnTo>
                <a:lnTo>
                  <a:pt x="4" y="296"/>
                </a:lnTo>
                <a:lnTo>
                  <a:pt x="3" y="288"/>
                </a:lnTo>
                <a:lnTo>
                  <a:pt x="1" y="280"/>
                </a:lnTo>
                <a:lnTo>
                  <a:pt x="1" y="272"/>
                </a:lnTo>
                <a:lnTo>
                  <a:pt x="0" y="264"/>
                </a:lnTo>
                <a:lnTo>
                  <a:pt x="0" y="256"/>
                </a:lnTo>
                <a:lnTo>
                  <a:pt x="0" y="248"/>
                </a:lnTo>
                <a:lnTo>
                  <a:pt x="1" y="240"/>
                </a:lnTo>
                <a:lnTo>
                  <a:pt x="1" y="232"/>
                </a:lnTo>
                <a:lnTo>
                  <a:pt x="3" y="224"/>
                </a:lnTo>
                <a:lnTo>
                  <a:pt x="4" y="216"/>
                </a:lnTo>
                <a:lnTo>
                  <a:pt x="6" y="208"/>
                </a:lnTo>
                <a:lnTo>
                  <a:pt x="8" y="200"/>
                </a:lnTo>
                <a:lnTo>
                  <a:pt x="10" y="193"/>
                </a:lnTo>
                <a:lnTo>
                  <a:pt x="13" y="185"/>
                </a:lnTo>
                <a:lnTo>
                  <a:pt x="16" y="177"/>
                </a:lnTo>
                <a:lnTo>
                  <a:pt x="19" y="169"/>
                </a:lnTo>
                <a:lnTo>
                  <a:pt x="22" y="162"/>
                </a:lnTo>
                <a:lnTo>
                  <a:pt x="26" y="155"/>
                </a:lnTo>
                <a:lnTo>
                  <a:pt x="30" y="147"/>
                </a:lnTo>
                <a:lnTo>
                  <a:pt x="35" y="140"/>
                </a:lnTo>
                <a:lnTo>
                  <a:pt x="39" y="133"/>
                </a:lnTo>
                <a:lnTo>
                  <a:pt x="44" y="126"/>
                </a:lnTo>
                <a:lnTo>
                  <a:pt x="50" y="119"/>
                </a:lnTo>
                <a:lnTo>
                  <a:pt x="55" y="112"/>
                </a:lnTo>
                <a:lnTo>
                  <a:pt x="61" y="106"/>
                </a:lnTo>
                <a:lnTo>
                  <a:pt x="67" y="99"/>
                </a:lnTo>
                <a:lnTo>
                  <a:pt x="73" y="93"/>
                </a:lnTo>
                <a:lnTo>
                  <a:pt x="80" y="87"/>
                </a:lnTo>
                <a:lnTo>
                  <a:pt x="86" y="81"/>
                </a:lnTo>
                <a:lnTo>
                  <a:pt x="93" y="75"/>
                </a:lnTo>
                <a:lnTo>
                  <a:pt x="100" y="70"/>
                </a:lnTo>
                <a:lnTo>
                  <a:pt x="108" y="64"/>
                </a:lnTo>
                <a:lnTo>
                  <a:pt x="115" y="59"/>
                </a:lnTo>
                <a:lnTo>
                  <a:pt x="123" y="54"/>
                </a:lnTo>
                <a:lnTo>
                  <a:pt x="131" y="49"/>
                </a:lnTo>
                <a:lnTo>
                  <a:pt x="139" y="45"/>
                </a:lnTo>
                <a:lnTo>
                  <a:pt x="148" y="40"/>
                </a:lnTo>
                <a:lnTo>
                  <a:pt x="156" y="36"/>
                </a:lnTo>
                <a:lnTo>
                  <a:pt x="165" y="32"/>
                </a:lnTo>
                <a:lnTo>
                  <a:pt x="174" y="28"/>
                </a:lnTo>
                <a:lnTo>
                  <a:pt x="183" y="25"/>
                </a:lnTo>
                <a:lnTo>
                  <a:pt x="192" y="22"/>
                </a:lnTo>
                <a:lnTo>
                  <a:pt x="201" y="18"/>
                </a:lnTo>
                <a:lnTo>
                  <a:pt x="211" y="16"/>
                </a:lnTo>
                <a:lnTo>
                  <a:pt x="220" y="13"/>
                </a:lnTo>
                <a:lnTo>
                  <a:pt x="230" y="11"/>
                </a:lnTo>
                <a:lnTo>
                  <a:pt x="239" y="9"/>
                </a:lnTo>
                <a:lnTo>
                  <a:pt x="249" y="7"/>
                </a:lnTo>
                <a:lnTo>
                  <a:pt x="259" y="5"/>
                </a:lnTo>
                <a:lnTo>
                  <a:pt x="269" y="4"/>
                </a:lnTo>
                <a:lnTo>
                  <a:pt x="278" y="2"/>
                </a:lnTo>
                <a:lnTo>
                  <a:pt x="288" y="2"/>
                </a:lnTo>
                <a:lnTo>
                  <a:pt x="298" y="1"/>
                </a:lnTo>
                <a:lnTo>
                  <a:pt x="308" y="1"/>
                </a:lnTo>
                <a:lnTo>
                  <a:pt x="318" y="0"/>
                </a:lnTo>
                <a:lnTo>
                  <a:pt x="329" y="1"/>
                </a:lnTo>
                <a:lnTo>
                  <a:pt x="339" y="1"/>
                </a:lnTo>
                <a:lnTo>
                  <a:pt x="349" y="2"/>
                </a:lnTo>
                <a:lnTo>
                  <a:pt x="359" y="2"/>
                </a:lnTo>
                <a:lnTo>
                  <a:pt x="369" y="4"/>
                </a:lnTo>
                <a:lnTo>
                  <a:pt x="379" y="5"/>
                </a:lnTo>
                <a:lnTo>
                  <a:pt x="389" y="7"/>
                </a:lnTo>
                <a:lnTo>
                  <a:pt x="399" y="9"/>
                </a:lnTo>
                <a:lnTo>
                  <a:pt x="408" y="11"/>
                </a:lnTo>
                <a:lnTo>
                  <a:pt x="418" y="13"/>
                </a:lnTo>
                <a:lnTo>
                  <a:pt x="427" y="16"/>
                </a:lnTo>
                <a:lnTo>
                  <a:pt x="437" y="18"/>
                </a:lnTo>
                <a:lnTo>
                  <a:pt x="446" y="22"/>
                </a:lnTo>
                <a:lnTo>
                  <a:pt x="455" y="25"/>
                </a:lnTo>
                <a:lnTo>
                  <a:pt x="464" y="28"/>
                </a:lnTo>
                <a:lnTo>
                  <a:pt x="473" y="32"/>
                </a:lnTo>
                <a:lnTo>
                  <a:pt x="481" y="36"/>
                </a:lnTo>
                <a:lnTo>
                  <a:pt x="490" y="40"/>
                </a:lnTo>
                <a:lnTo>
                  <a:pt x="498" y="45"/>
                </a:lnTo>
                <a:lnTo>
                  <a:pt x="506" y="49"/>
                </a:lnTo>
                <a:lnTo>
                  <a:pt x="514" y="54"/>
                </a:lnTo>
                <a:lnTo>
                  <a:pt x="522" y="59"/>
                </a:lnTo>
                <a:lnTo>
                  <a:pt x="530" y="64"/>
                </a:lnTo>
                <a:lnTo>
                  <a:pt x="537" y="70"/>
                </a:lnTo>
                <a:lnTo>
                  <a:pt x="544" y="75"/>
                </a:lnTo>
                <a:lnTo>
                  <a:pt x="551" y="81"/>
                </a:lnTo>
                <a:lnTo>
                  <a:pt x="558" y="87"/>
                </a:lnTo>
                <a:lnTo>
                  <a:pt x="565" y="93"/>
                </a:lnTo>
                <a:lnTo>
                  <a:pt x="571" y="99"/>
                </a:lnTo>
                <a:lnTo>
                  <a:pt x="577" y="106"/>
                </a:lnTo>
                <a:lnTo>
                  <a:pt x="583" y="112"/>
                </a:lnTo>
                <a:lnTo>
                  <a:pt x="588" y="119"/>
                </a:lnTo>
                <a:lnTo>
                  <a:pt x="593" y="126"/>
                </a:lnTo>
                <a:lnTo>
                  <a:pt x="598" y="133"/>
                </a:lnTo>
                <a:lnTo>
                  <a:pt x="603" y="140"/>
                </a:lnTo>
                <a:lnTo>
                  <a:pt x="607" y="147"/>
                </a:lnTo>
                <a:lnTo>
                  <a:pt x="612" y="155"/>
                </a:lnTo>
                <a:lnTo>
                  <a:pt x="615" y="162"/>
                </a:lnTo>
                <a:lnTo>
                  <a:pt x="619" y="169"/>
                </a:lnTo>
                <a:lnTo>
                  <a:pt x="622" y="177"/>
                </a:lnTo>
                <a:lnTo>
                  <a:pt x="625" y="185"/>
                </a:lnTo>
                <a:lnTo>
                  <a:pt x="628" y="193"/>
                </a:lnTo>
                <a:lnTo>
                  <a:pt x="630" y="200"/>
                </a:lnTo>
                <a:lnTo>
                  <a:pt x="632" y="208"/>
                </a:lnTo>
                <a:lnTo>
                  <a:pt x="634" y="216"/>
                </a:lnTo>
                <a:lnTo>
                  <a:pt x="635" y="224"/>
                </a:lnTo>
                <a:lnTo>
                  <a:pt x="636" y="232"/>
                </a:lnTo>
                <a:lnTo>
                  <a:pt x="637" y="240"/>
                </a:lnTo>
                <a:lnTo>
                  <a:pt x="638" y="248"/>
                </a:lnTo>
                <a:lnTo>
                  <a:pt x="638" y="256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0" name=""/>
          <p:cNvSpPr/>
          <p:nvPr/>
        </p:nvSpPr>
        <p:spPr>
          <a:xfrm>
            <a:off x="2742480" y="1751400"/>
            <a:ext cx="234720" cy="188280"/>
          </a:xfrm>
          <a:custGeom>
            <a:avLst/>
            <a:gdLst/>
            <a:ahLst/>
            <a:rect l="0" t="0" r="r" b="b"/>
            <a:pathLst>
              <a:path w="652" h="523">
                <a:moveTo>
                  <a:pt x="645" y="262"/>
                </a:moveTo>
                <a:lnTo>
                  <a:pt x="645" y="254"/>
                </a:lnTo>
                <a:lnTo>
                  <a:pt x="644" y="246"/>
                </a:lnTo>
                <a:lnTo>
                  <a:pt x="643" y="238"/>
                </a:lnTo>
                <a:lnTo>
                  <a:pt x="642" y="230"/>
                </a:lnTo>
                <a:lnTo>
                  <a:pt x="641" y="222"/>
                </a:lnTo>
                <a:lnTo>
                  <a:pt x="639" y="214"/>
                </a:lnTo>
                <a:lnTo>
                  <a:pt x="637" y="206"/>
                </a:lnTo>
                <a:lnTo>
                  <a:pt x="635" y="199"/>
                </a:lnTo>
                <a:lnTo>
                  <a:pt x="632" y="191"/>
                </a:lnTo>
                <a:lnTo>
                  <a:pt x="629" y="183"/>
                </a:lnTo>
                <a:lnTo>
                  <a:pt x="626" y="175"/>
                </a:lnTo>
                <a:lnTo>
                  <a:pt x="622" y="168"/>
                </a:lnTo>
                <a:lnTo>
                  <a:pt x="619" y="161"/>
                </a:lnTo>
                <a:lnTo>
                  <a:pt x="614" y="153"/>
                </a:lnTo>
                <a:lnTo>
                  <a:pt x="610" y="146"/>
                </a:lnTo>
                <a:lnTo>
                  <a:pt x="605" y="139"/>
                </a:lnTo>
                <a:lnTo>
                  <a:pt x="600" y="132"/>
                </a:lnTo>
                <a:lnTo>
                  <a:pt x="595" y="125"/>
                </a:lnTo>
                <a:lnTo>
                  <a:pt x="590" y="118"/>
                </a:lnTo>
                <a:lnTo>
                  <a:pt x="584" y="112"/>
                </a:lnTo>
                <a:lnTo>
                  <a:pt x="578" y="105"/>
                </a:lnTo>
                <a:lnTo>
                  <a:pt x="572" y="99"/>
                </a:lnTo>
                <a:lnTo>
                  <a:pt x="565" y="92"/>
                </a:lnTo>
                <a:lnTo>
                  <a:pt x="558" y="86"/>
                </a:lnTo>
                <a:lnTo>
                  <a:pt x="551" y="80"/>
                </a:lnTo>
                <a:lnTo>
                  <a:pt x="544" y="75"/>
                </a:lnTo>
                <a:lnTo>
                  <a:pt x="537" y="69"/>
                </a:lnTo>
                <a:lnTo>
                  <a:pt x="529" y="64"/>
                </a:lnTo>
                <a:lnTo>
                  <a:pt x="521" y="59"/>
                </a:lnTo>
                <a:lnTo>
                  <a:pt x="513" y="54"/>
                </a:lnTo>
                <a:lnTo>
                  <a:pt x="504" y="50"/>
                </a:lnTo>
                <a:lnTo>
                  <a:pt x="496" y="45"/>
                </a:lnTo>
                <a:lnTo>
                  <a:pt x="487" y="41"/>
                </a:lnTo>
                <a:lnTo>
                  <a:pt x="479" y="37"/>
                </a:lnTo>
                <a:lnTo>
                  <a:pt x="470" y="33"/>
                </a:lnTo>
                <a:lnTo>
                  <a:pt x="461" y="30"/>
                </a:lnTo>
                <a:lnTo>
                  <a:pt x="452" y="27"/>
                </a:lnTo>
                <a:lnTo>
                  <a:pt x="443" y="23"/>
                </a:lnTo>
                <a:lnTo>
                  <a:pt x="433" y="21"/>
                </a:lnTo>
                <a:lnTo>
                  <a:pt x="424" y="18"/>
                </a:lnTo>
                <a:lnTo>
                  <a:pt x="414" y="16"/>
                </a:lnTo>
                <a:lnTo>
                  <a:pt x="405" y="14"/>
                </a:lnTo>
                <a:lnTo>
                  <a:pt x="395" y="12"/>
                </a:lnTo>
                <a:lnTo>
                  <a:pt x="385" y="10"/>
                </a:lnTo>
                <a:lnTo>
                  <a:pt x="375" y="9"/>
                </a:lnTo>
                <a:lnTo>
                  <a:pt x="365" y="7"/>
                </a:lnTo>
                <a:lnTo>
                  <a:pt x="355" y="7"/>
                </a:lnTo>
                <a:lnTo>
                  <a:pt x="345" y="6"/>
                </a:lnTo>
                <a:lnTo>
                  <a:pt x="335" y="6"/>
                </a:lnTo>
                <a:lnTo>
                  <a:pt x="325" y="5"/>
                </a:lnTo>
                <a:lnTo>
                  <a:pt x="315" y="6"/>
                </a:lnTo>
                <a:lnTo>
                  <a:pt x="305" y="6"/>
                </a:lnTo>
                <a:lnTo>
                  <a:pt x="295" y="7"/>
                </a:lnTo>
                <a:lnTo>
                  <a:pt x="285" y="7"/>
                </a:lnTo>
                <a:lnTo>
                  <a:pt x="276" y="9"/>
                </a:lnTo>
                <a:lnTo>
                  <a:pt x="266" y="10"/>
                </a:lnTo>
                <a:lnTo>
                  <a:pt x="256" y="12"/>
                </a:lnTo>
                <a:lnTo>
                  <a:pt x="246" y="14"/>
                </a:lnTo>
                <a:lnTo>
                  <a:pt x="237" y="16"/>
                </a:lnTo>
                <a:lnTo>
                  <a:pt x="227" y="18"/>
                </a:lnTo>
                <a:lnTo>
                  <a:pt x="218" y="21"/>
                </a:lnTo>
                <a:lnTo>
                  <a:pt x="208" y="23"/>
                </a:lnTo>
                <a:lnTo>
                  <a:pt x="199" y="27"/>
                </a:lnTo>
                <a:lnTo>
                  <a:pt x="190" y="30"/>
                </a:lnTo>
                <a:lnTo>
                  <a:pt x="181" y="33"/>
                </a:lnTo>
                <a:lnTo>
                  <a:pt x="172" y="37"/>
                </a:lnTo>
                <a:lnTo>
                  <a:pt x="163" y="41"/>
                </a:lnTo>
                <a:lnTo>
                  <a:pt x="155" y="45"/>
                </a:lnTo>
                <a:lnTo>
                  <a:pt x="146" y="50"/>
                </a:lnTo>
                <a:lnTo>
                  <a:pt x="138" y="54"/>
                </a:lnTo>
                <a:lnTo>
                  <a:pt x="130" y="59"/>
                </a:lnTo>
                <a:lnTo>
                  <a:pt x="122" y="64"/>
                </a:lnTo>
                <a:lnTo>
                  <a:pt x="115" y="69"/>
                </a:lnTo>
                <a:lnTo>
                  <a:pt x="107" y="75"/>
                </a:lnTo>
                <a:lnTo>
                  <a:pt x="100" y="80"/>
                </a:lnTo>
                <a:lnTo>
                  <a:pt x="93" y="86"/>
                </a:lnTo>
                <a:lnTo>
                  <a:pt x="87" y="92"/>
                </a:lnTo>
                <a:lnTo>
                  <a:pt x="80" y="99"/>
                </a:lnTo>
                <a:lnTo>
                  <a:pt x="74" y="105"/>
                </a:lnTo>
                <a:lnTo>
                  <a:pt x="68" y="112"/>
                </a:lnTo>
                <a:lnTo>
                  <a:pt x="62" y="118"/>
                </a:lnTo>
                <a:lnTo>
                  <a:pt x="57" y="125"/>
                </a:lnTo>
                <a:lnTo>
                  <a:pt x="51" y="132"/>
                </a:lnTo>
                <a:lnTo>
                  <a:pt x="46" y="139"/>
                </a:lnTo>
                <a:lnTo>
                  <a:pt x="42" y="146"/>
                </a:lnTo>
                <a:lnTo>
                  <a:pt x="37" y="153"/>
                </a:lnTo>
                <a:lnTo>
                  <a:pt x="33" y="161"/>
                </a:lnTo>
                <a:lnTo>
                  <a:pt x="29" y="168"/>
                </a:lnTo>
                <a:lnTo>
                  <a:pt x="26" y="175"/>
                </a:lnTo>
                <a:lnTo>
                  <a:pt x="23" y="183"/>
                </a:lnTo>
                <a:lnTo>
                  <a:pt x="20" y="191"/>
                </a:lnTo>
                <a:lnTo>
                  <a:pt x="17" y="199"/>
                </a:lnTo>
                <a:lnTo>
                  <a:pt x="15" y="206"/>
                </a:lnTo>
                <a:lnTo>
                  <a:pt x="13" y="214"/>
                </a:lnTo>
                <a:lnTo>
                  <a:pt x="11" y="222"/>
                </a:lnTo>
                <a:lnTo>
                  <a:pt x="10" y="230"/>
                </a:lnTo>
                <a:lnTo>
                  <a:pt x="8" y="238"/>
                </a:lnTo>
                <a:lnTo>
                  <a:pt x="8" y="246"/>
                </a:lnTo>
                <a:lnTo>
                  <a:pt x="7" y="254"/>
                </a:lnTo>
                <a:lnTo>
                  <a:pt x="7" y="262"/>
                </a:lnTo>
                <a:lnTo>
                  <a:pt x="7" y="270"/>
                </a:lnTo>
                <a:lnTo>
                  <a:pt x="8" y="278"/>
                </a:lnTo>
                <a:lnTo>
                  <a:pt x="8" y="286"/>
                </a:lnTo>
                <a:lnTo>
                  <a:pt x="10" y="294"/>
                </a:lnTo>
                <a:lnTo>
                  <a:pt x="11" y="302"/>
                </a:lnTo>
                <a:lnTo>
                  <a:pt x="13" y="310"/>
                </a:lnTo>
                <a:lnTo>
                  <a:pt x="15" y="318"/>
                </a:lnTo>
                <a:lnTo>
                  <a:pt x="17" y="326"/>
                </a:lnTo>
                <a:lnTo>
                  <a:pt x="20" y="333"/>
                </a:lnTo>
                <a:lnTo>
                  <a:pt x="23" y="341"/>
                </a:lnTo>
                <a:lnTo>
                  <a:pt x="26" y="349"/>
                </a:lnTo>
                <a:lnTo>
                  <a:pt x="29" y="356"/>
                </a:lnTo>
                <a:lnTo>
                  <a:pt x="33" y="364"/>
                </a:lnTo>
                <a:lnTo>
                  <a:pt x="37" y="371"/>
                </a:lnTo>
                <a:lnTo>
                  <a:pt x="42" y="378"/>
                </a:lnTo>
                <a:lnTo>
                  <a:pt x="46" y="385"/>
                </a:lnTo>
                <a:lnTo>
                  <a:pt x="51" y="392"/>
                </a:lnTo>
                <a:lnTo>
                  <a:pt x="57" y="399"/>
                </a:lnTo>
                <a:lnTo>
                  <a:pt x="62" y="406"/>
                </a:lnTo>
                <a:lnTo>
                  <a:pt x="68" y="412"/>
                </a:lnTo>
                <a:lnTo>
                  <a:pt x="74" y="419"/>
                </a:lnTo>
                <a:lnTo>
                  <a:pt x="80" y="425"/>
                </a:lnTo>
                <a:lnTo>
                  <a:pt x="87" y="431"/>
                </a:lnTo>
                <a:lnTo>
                  <a:pt x="93" y="437"/>
                </a:lnTo>
                <a:lnTo>
                  <a:pt x="100" y="443"/>
                </a:lnTo>
                <a:lnTo>
                  <a:pt x="107" y="448"/>
                </a:lnTo>
                <a:lnTo>
                  <a:pt x="115" y="454"/>
                </a:lnTo>
                <a:lnTo>
                  <a:pt x="122" y="459"/>
                </a:lnTo>
                <a:lnTo>
                  <a:pt x="130" y="464"/>
                </a:lnTo>
                <a:lnTo>
                  <a:pt x="138" y="469"/>
                </a:lnTo>
                <a:lnTo>
                  <a:pt x="146" y="473"/>
                </a:lnTo>
                <a:lnTo>
                  <a:pt x="155" y="478"/>
                </a:lnTo>
                <a:lnTo>
                  <a:pt x="163" y="482"/>
                </a:lnTo>
                <a:lnTo>
                  <a:pt x="172" y="486"/>
                </a:lnTo>
                <a:lnTo>
                  <a:pt x="181" y="490"/>
                </a:lnTo>
                <a:lnTo>
                  <a:pt x="190" y="493"/>
                </a:lnTo>
                <a:lnTo>
                  <a:pt x="199" y="497"/>
                </a:lnTo>
                <a:lnTo>
                  <a:pt x="208" y="500"/>
                </a:lnTo>
                <a:lnTo>
                  <a:pt x="218" y="503"/>
                </a:lnTo>
                <a:lnTo>
                  <a:pt x="227" y="505"/>
                </a:lnTo>
                <a:lnTo>
                  <a:pt x="237" y="508"/>
                </a:lnTo>
                <a:lnTo>
                  <a:pt x="246" y="510"/>
                </a:lnTo>
                <a:lnTo>
                  <a:pt x="256" y="511"/>
                </a:lnTo>
                <a:lnTo>
                  <a:pt x="266" y="513"/>
                </a:lnTo>
                <a:lnTo>
                  <a:pt x="276" y="515"/>
                </a:lnTo>
                <a:lnTo>
                  <a:pt x="285" y="516"/>
                </a:lnTo>
                <a:lnTo>
                  <a:pt x="295" y="517"/>
                </a:lnTo>
                <a:lnTo>
                  <a:pt x="305" y="517"/>
                </a:lnTo>
                <a:lnTo>
                  <a:pt x="315" y="518"/>
                </a:lnTo>
                <a:lnTo>
                  <a:pt x="325" y="518"/>
                </a:lnTo>
                <a:lnTo>
                  <a:pt x="335" y="518"/>
                </a:lnTo>
                <a:lnTo>
                  <a:pt x="345" y="517"/>
                </a:lnTo>
                <a:lnTo>
                  <a:pt x="355" y="517"/>
                </a:lnTo>
                <a:lnTo>
                  <a:pt x="365" y="516"/>
                </a:lnTo>
                <a:lnTo>
                  <a:pt x="375" y="515"/>
                </a:lnTo>
                <a:lnTo>
                  <a:pt x="385" y="513"/>
                </a:lnTo>
                <a:lnTo>
                  <a:pt x="395" y="511"/>
                </a:lnTo>
                <a:lnTo>
                  <a:pt x="405" y="510"/>
                </a:lnTo>
                <a:lnTo>
                  <a:pt x="414" y="508"/>
                </a:lnTo>
                <a:lnTo>
                  <a:pt x="424" y="505"/>
                </a:lnTo>
                <a:lnTo>
                  <a:pt x="433" y="503"/>
                </a:lnTo>
                <a:lnTo>
                  <a:pt x="443" y="500"/>
                </a:lnTo>
                <a:lnTo>
                  <a:pt x="452" y="497"/>
                </a:lnTo>
                <a:lnTo>
                  <a:pt x="461" y="493"/>
                </a:lnTo>
                <a:lnTo>
                  <a:pt x="470" y="490"/>
                </a:lnTo>
                <a:lnTo>
                  <a:pt x="479" y="486"/>
                </a:lnTo>
                <a:lnTo>
                  <a:pt x="487" y="482"/>
                </a:lnTo>
                <a:lnTo>
                  <a:pt x="496" y="478"/>
                </a:lnTo>
                <a:lnTo>
                  <a:pt x="504" y="473"/>
                </a:lnTo>
                <a:lnTo>
                  <a:pt x="513" y="469"/>
                </a:lnTo>
                <a:lnTo>
                  <a:pt x="521" y="464"/>
                </a:lnTo>
                <a:lnTo>
                  <a:pt x="529" y="459"/>
                </a:lnTo>
                <a:lnTo>
                  <a:pt x="537" y="454"/>
                </a:lnTo>
                <a:lnTo>
                  <a:pt x="544" y="448"/>
                </a:lnTo>
                <a:lnTo>
                  <a:pt x="551" y="443"/>
                </a:lnTo>
                <a:lnTo>
                  <a:pt x="558" y="437"/>
                </a:lnTo>
                <a:lnTo>
                  <a:pt x="565" y="431"/>
                </a:lnTo>
                <a:lnTo>
                  <a:pt x="572" y="425"/>
                </a:lnTo>
                <a:lnTo>
                  <a:pt x="578" y="419"/>
                </a:lnTo>
                <a:lnTo>
                  <a:pt x="584" y="412"/>
                </a:lnTo>
                <a:lnTo>
                  <a:pt x="590" y="406"/>
                </a:lnTo>
                <a:lnTo>
                  <a:pt x="595" y="399"/>
                </a:lnTo>
                <a:lnTo>
                  <a:pt x="600" y="392"/>
                </a:lnTo>
                <a:lnTo>
                  <a:pt x="605" y="385"/>
                </a:lnTo>
                <a:lnTo>
                  <a:pt x="610" y="378"/>
                </a:lnTo>
                <a:lnTo>
                  <a:pt x="614" y="371"/>
                </a:lnTo>
                <a:lnTo>
                  <a:pt x="619" y="364"/>
                </a:lnTo>
                <a:lnTo>
                  <a:pt x="622" y="356"/>
                </a:lnTo>
                <a:lnTo>
                  <a:pt x="626" y="349"/>
                </a:lnTo>
                <a:lnTo>
                  <a:pt x="629" y="341"/>
                </a:lnTo>
                <a:lnTo>
                  <a:pt x="632" y="333"/>
                </a:lnTo>
                <a:lnTo>
                  <a:pt x="635" y="326"/>
                </a:lnTo>
                <a:lnTo>
                  <a:pt x="637" y="318"/>
                </a:lnTo>
                <a:lnTo>
                  <a:pt x="639" y="310"/>
                </a:lnTo>
                <a:lnTo>
                  <a:pt x="641" y="302"/>
                </a:lnTo>
                <a:lnTo>
                  <a:pt x="642" y="294"/>
                </a:lnTo>
                <a:lnTo>
                  <a:pt x="643" y="286"/>
                </a:lnTo>
                <a:lnTo>
                  <a:pt x="644" y="278"/>
                </a:lnTo>
                <a:lnTo>
                  <a:pt x="645" y="270"/>
                </a:lnTo>
                <a:lnTo>
                  <a:pt x="645" y="262"/>
                </a:lnTo>
                <a:moveTo>
                  <a:pt x="652" y="262"/>
                </a:moveTo>
                <a:lnTo>
                  <a:pt x="651" y="270"/>
                </a:lnTo>
                <a:lnTo>
                  <a:pt x="651" y="278"/>
                </a:lnTo>
                <a:lnTo>
                  <a:pt x="650" y="287"/>
                </a:lnTo>
                <a:lnTo>
                  <a:pt x="649" y="295"/>
                </a:lnTo>
                <a:lnTo>
                  <a:pt x="648" y="303"/>
                </a:lnTo>
                <a:lnTo>
                  <a:pt x="646" y="311"/>
                </a:lnTo>
                <a:lnTo>
                  <a:pt x="644" y="319"/>
                </a:lnTo>
                <a:lnTo>
                  <a:pt x="641" y="327"/>
                </a:lnTo>
                <a:lnTo>
                  <a:pt x="639" y="335"/>
                </a:lnTo>
                <a:lnTo>
                  <a:pt x="636" y="343"/>
                </a:lnTo>
                <a:lnTo>
                  <a:pt x="632" y="351"/>
                </a:lnTo>
                <a:lnTo>
                  <a:pt x="629" y="358"/>
                </a:lnTo>
                <a:lnTo>
                  <a:pt x="625" y="366"/>
                </a:lnTo>
                <a:lnTo>
                  <a:pt x="621" y="373"/>
                </a:lnTo>
                <a:lnTo>
                  <a:pt x="616" y="381"/>
                </a:lnTo>
                <a:lnTo>
                  <a:pt x="611" y="388"/>
                </a:lnTo>
                <a:lnTo>
                  <a:pt x="606" y="395"/>
                </a:lnTo>
                <a:lnTo>
                  <a:pt x="601" y="402"/>
                </a:lnTo>
                <a:lnTo>
                  <a:pt x="595" y="409"/>
                </a:lnTo>
                <a:lnTo>
                  <a:pt x="589" y="416"/>
                </a:lnTo>
                <a:lnTo>
                  <a:pt x="583" y="422"/>
                </a:lnTo>
                <a:lnTo>
                  <a:pt x="577" y="429"/>
                </a:lnTo>
                <a:lnTo>
                  <a:pt x="570" y="435"/>
                </a:lnTo>
                <a:lnTo>
                  <a:pt x="563" y="441"/>
                </a:lnTo>
                <a:lnTo>
                  <a:pt x="556" y="447"/>
                </a:lnTo>
                <a:lnTo>
                  <a:pt x="549" y="452"/>
                </a:lnTo>
                <a:lnTo>
                  <a:pt x="541" y="458"/>
                </a:lnTo>
                <a:lnTo>
                  <a:pt x="534" y="463"/>
                </a:lnTo>
                <a:lnTo>
                  <a:pt x="526" y="468"/>
                </a:lnTo>
                <a:lnTo>
                  <a:pt x="518" y="473"/>
                </a:lnTo>
                <a:lnTo>
                  <a:pt x="509" y="478"/>
                </a:lnTo>
                <a:lnTo>
                  <a:pt x="500" y="483"/>
                </a:lnTo>
                <a:lnTo>
                  <a:pt x="491" y="487"/>
                </a:lnTo>
                <a:lnTo>
                  <a:pt x="482" y="491"/>
                </a:lnTo>
                <a:lnTo>
                  <a:pt x="473" y="495"/>
                </a:lnTo>
                <a:lnTo>
                  <a:pt x="464" y="498"/>
                </a:lnTo>
                <a:lnTo>
                  <a:pt x="455" y="502"/>
                </a:lnTo>
                <a:lnTo>
                  <a:pt x="445" y="505"/>
                </a:lnTo>
                <a:lnTo>
                  <a:pt x="436" y="508"/>
                </a:lnTo>
                <a:lnTo>
                  <a:pt x="426" y="510"/>
                </a:lnTo>
                <a:lnTo>
                  <a:pt x="416" y="513"/>
                </a:lnTo>
                <a:lnTo>
                  <a:pt x="406" y="515"/>
                </a:lnTo>
                <a:lnTo>
                  <a:pt x="396" y="517"/>
                </a:lnTo>
                <a:lnTo>
                  <a:pt x="386" y="519"/>
                </a:lnTo>
                <a:lnTo>
                  <a:pt x="376" y="520"/>
                </a:lnTo>
                <a:lnTo>
                  <a:pt x="366" y="521"/>
                </a:lnTo>
                <a:lnTo>
                  <a:pt x="356" y="522"/>
                </a:lnTo>
                <a:lnTo>
                  <a:pt x="346" y="523"/>
                </a:lnTo>
                <a:lnTo>
                  <a:pt x="336" y="523"/>
                </a:lnTo>
                <a:lnTo>
                  <a:pt x="325" y="523"/>
                </a:lnTo>
                <a:lnTo>
                  <a:pt x="315" y="523"/>
                </a:lnTo>
                <a:lnTo>
                  <a:pt x="305" y="523"/>
                </a:lnTo>
                <a:lnTo>
                  <a:pt x="295" y="522"/>
                </a:lnTo>
                <a:lnTo>
                  <a:pt x="285" y="521"/>
                </a:lnTo>
                <a:lnTo>
                  <a:pt x="274" y="520"/>
                </a:lnTo>
                <a:lnTo>
                  <a:pt x="264" y="519"/>
                </a:lnTo>
                <a:lnTo>
                  <a:pt x="254" y="517"/>
                </a:lnTo>
                <a:lnTo>
                  <a:pt x="244" y="515"/>
                </a:lnTo>
                <a:lnTo>
                  <a:pt x="235" y="513"/>
                </a:lnTo>
                <a:lnTo>
                  <a:pt x="225" y="510"/>
                </a:lnTo>
                <a:lnTo>
                  <a:pt x="215" y="508"/>
                </a:lnTo>
                <a:lnTo>
                  <a:pt x="206" y="505"/>
                </a:lnTo>
                <a:lnTo>
                  <a:pt x="196" y="502"/>
                </a:lnTo>
                <a:lnTo>
                  <a:pt x="187" y="498"/>
                </a:lnTo>
                <a:lnTo>
                  <a:pt x="178" y="495"/>
                </a:lnTo>
                <a:lnTo>
                  <a:pt x="169" y="491"/>
                </a:lnTo>
                <a:lnTo>
                  <a:pt x="160" y="487"/>
                </a:lnTo>
                <a:lnTo>
                  <a:pt x="151" y="483"/>
                </a:lnTo>
                <a:lnTo>
                  <a:pt x="143" y="478"/>
                </a:lnTo>
                <a:lnTo>
                  <a:pt x="134" y="473"/>
                </a:lnTo>
                <a:lnTo>
                  <a:pt x="126" y="468"/>
                </a:lnTo>
                <a:lnTo>
                  <a:pt x="118" y="463"/>
                </a:lnTo>
                <a:lnTo>
                  <a:pt x="110" y="458"/>
                </a:lnTo>
                <a:lnTo>
                  <a:pt x="103" y="452"/>
                </a:lnTo>
                <a:lnTo>
                  <a:pt x="95" y="447"/>
                </a:lnTo>
                <a:lnTo>
                  <a:pt x="88" y="441"/>
                </a:lnTo>
                <a:lnTo>
                  <a:pt x="81" y="435"/>
                </a:lnTo>
                <a:lnTo>
                  <a:pt x="75" y="429"/>
                </a:lnTo>
                <a:lnTo>
                  <a:pt x="68" y="422"/>
                </a:lnTo>
                <a:lnTo>
                  <a:pt x="62" y="416"/>
                </a:lnTo>
                <a:lnTo>
                  <a:pt x="56" y="409"/>
                </a:lnTo>
                <a:lnTo>
                  <a:pt x="51" y="402"/>
                </a:lnTo>
                <a:lnTo>
                  <a:pt x="45" y="395"/>
                </a:lnTo>
                <a:lnTo>
                  <a:pt x="40" y="388"/>
                </a:lnTo>
                <a:lnTo>
                  <a:pt x="36" y="381"/>
                </a:lnTo>
                <a:lnTo>
                  <a:pt x="31" y="373"/>
                </a:lnTo>
                <a:lnTo>
                  <a:pt x="27" y="366"/>
                </a:lnTo>
                <a:lnTo>
                  <a:pt x="23" y="358"/>
                </a:lnTo>
                <a:lnTo>
                  <a:pt x="19" y="351"/>
                </a:lnTo>
                <a:lnTo>
                  <a:pt x="16" y="343"/>
                </a:lnTo>
                <a:lnTo>
                  <a:pt x="13" y="335"/>
                </a:lnTo>
                <a:lnTo>
                  <a:pt x="10" y="327"/>
                </a:lnTo>
                <a:lnTo>
                  <a:pt x="8" y="319"/>
                </a:lnTo>
                <a:lnTo>
                  <a:pt x="6" y="311"/>
                </a:lnTo>
                <a:lnTo>
                  <a:pt x="4" y="303"/>
                </a:lnTo>
                <a:lnTo>
                  <a:pt x="3" y="295"/>
                </a:lnTo>
                <a:lnTo>
                  <a:pt x="2" y="287"/>
                </a:lnTo>
                <a:lnTo>
                  <a:pt x="1" y="278"/>
                </a:lnTo>
                <a:lnTo>
                  <a:pt x="0" y="270"/>
                </a:lnTo>
                <a:lnTo>
                  <a:pt x="0" y="262"/>
                </a:lnTo>
                <a:lnTo>
                  <a:pt x="0" y="254"/>
                </a:lnTo>
                <a:lnTo>
                  <a:pt x="1" y="246"/>
                </a:lnTo>
                <a:lnTo>
                  <a:pt x="2" y="237"/>
                </a:lnTo>
                <a:lnTo>
                  <a:pt x="3" y="229"/>
                </a:lnTo>
                <a:lnTo>
                  <a:pt x="4" y="221"/>
                </a:lnTo>
                <a:lnTo>
                  <a:pt x="6" y="213"/>
                </a:lnTo>
                <a:lnTo>
                  <a:pt x="8" y="205"/>
                </a:lnTo>
                <a:lnTo>
                  <a:pt x="10" y="197"/>
                </a:lnTo>
                <a:lnTo>
                  <a:pt x="13" y="189"/>
                </a:lnTo>
                <a:lnTo>
                  <a:pt x="16" y="181"/>
                </a:lnTo>
                <a:lnTo>
                  <a:pt x="19" y="174"/>
                </a:lnTo>
                <a:lnTo>
                  <a:pt x="23" y="166"/>
                </a:lnTo>
                <a:lnTo>
                  <a:pt x="27" y="158"/>
                </a:lnTo>
                <a:lnTo>
                  <a:pt x="31" y="151"/>
                </a:lnTo>
                <a:lnTo>
                  <a:pt x="36" y="144"/>
                </a:lnTo>
                <a:lnTo>
                  <a:pt x="40" y="136"/>
                </a:lnTo>
                <a:lnTo>
                  <a:pt x="45" y="129"/>
                </a:lnTo>
                <a:lnTo>
                  <a:pt x="51" y="122"/>
                </a:lnTo>
                <a:lnTo>
                  <a:pt x="56" y="115"/>
                </a:lnTo>
                <a:lnTo>
                  <a:pt x="62" y="109"/>
                </a:lnTo>
                <a:lnTo>
                  <a:pt x="68" y="102"/>
                </a:lnTo>
                <a:lnTo>
                  <a:pt x="75" y="96"/>
                </a:lnTo>
                <a:lnTo>
                  <a:pt x="81" y="88"/>
                </a:lnTo>
                <a:lnTo>
                  <a:pt x="88" y="82"/>
                </a:lnTo>
                <a:lnTo>
                  <a:pt x="95" y="76"/>
                </a:lnTo>
                <a:lnTo>
                  <a:pt x="103" y="71"/>
                </a:lnTo>
                <a:lnTo>
                  <a:pt x="110" y="65"/>
                </a:lnTo>
                <a:lnTo>
                  <a:pt x="118" y="60"/>
                </a:lnTo>
                <a:lnTo>
                  <a:pt x="126" y="55"/>
                </a:lnTo>
                <a:lnTo>
                  <a:pt x="134" y="50"/>
                </a:lnTo>
                <a:lnTo>
                  <a:pt x="143" y="45"/>
                </a:lnTo>
                <a:lnTo>
                  <a:pt x="151" y="41"/>
                </a:lnTo>
                <a:lnTo>
                  <a:pt x="160" y="36"/>
                </a:lnTo>
                <a:lnTo>
                  <a:pt x="169" y="32"/>
                </a:lnTo>
                <a:lnTo>
                  <a:pt x="178" y="28"/>
                </a:lnTo>
                <a:lnTo>
                  <a:pt x="187" y="25"/>
                </a:lnTo>
                <a:lnTo>
                  <a:pt x="196" y="21"/>
                </a:lnTo>
                <a:lnTo>
                  <a:pt x="206" y="18"/>
                </a:lnTo>
                <a:lnTo>
                  <a:pt x="215" y="15"/>
                </a:lnTo>
                <a:lnTo>
                  <a:pt x="225" y="13"/>
                </a:lnTo>
                <a:lnTo>
                  <a:pt x="235" y="10"/>
                </a:lnTo>
                <a:lnTo>
                  <a:pt x="244" y="8"/>
                </a:lnTo>
                <a:lnTo>
                  <a:pt x="254" y="6"/>
                </a:lnTo>
                <a:lnTo>
                  <a:pt x="264" y="5"/>
                </a:lnTo>
                <a:lnTo>
                  <a:pt x="274" y="3"/>
                </a:lnTo>
                <a:lnTo>
                  <a:pt x="285" y="2"/>
                </a:lnTo>
                <a:lnTo>
                  <a:pt x="295" y="1"/>
                </a:lnTo>
                <a:lnTo>
                  <a:pt x="305" y="0"/>
                </a:lnTo>
                <a:lnTo>
                  <a:pt x="315" y="0"/>
                </a:lnTo>
                <a:lnTo>
                  <a:pt x="325" y="0"/>
                </a:lnTo>
                <a:lnTo>
                  <a:pt x="336" y="0"/>
                </a:lnTo>
                <a:lnTo>
                  <a:pt x="346" y="0"/>
                </a:lnTo>
                <a:lnTo>
                  <a:pt x="356" y="1"/>
                </a:lnTo>
                <a:lnTo>
                  <a:pt x="366" y="2"/>
                </a:lnTo>
                <a:lnTo>
                  <a:pt x="376" y="3"/>
                </a:lnTo>
                <a:lnTo>
                  <a:pt x="386" y="5"/>
                </a:lnTo>
                <a:lnTo>
                  <a:pt x="396" y="6"/>
                </a:lnTo>
                <a:lnTo>
                  <a:pt x="406" y="8"/>
                </a:lnTo>
                <a:lnTo>
                  <a:pt x="416" y="10"/>
                </a:lnTo>
                <a:lnTo>
                  <a:pt x="426" y="13"/>
                </a:lnTo>
                <a:lnTo>
                  <a:pt x="436" y="15"/>
                </a:lnTo>
                <a:lnTo>
                  <a:pt x="445" y="18"/>
                </a:lnTo>
                <a:lnTo>
                  <a:pt x="455" y="21"/>
                </a:lnTo>
                <a:lnTo>
                  <a:pt x="464" y="25"/>
                </a:lnTo>
                <a:lnTo>
                  <a:pt x="473" y="28"/>
                </a:lnTo>
                <a:lnTo>
                  <a:pt x="482" y="32"/>
                </a:lnTo>
                <a:lnTo>
                  <a:pt x="491" y="36"/>
                </a:lnTo>
                <a:lnTo>
                  <a:pt x="500" y="41"/>
                </a:lnTo>
                <a:lnTo>
                  <a:pt x="509" y="45"/>
                </a:lnTo>
                <a:lnTo>
                  <a:pt x="518" y="50"/>
                </a:lnTo>
                <a:lnTo>
                  <a:pt x="526" y="55"/>
                </a:lnTo>
                <a:lnTo>
                  <a:pt x="534" y="60"/>
                </a:lnTo>
                <a:lnTo>
                  <a:pt x="541" y="65"/>
                </a:lnTo>
                <a:lnTo>
                  <a:pt x="549" y="71"/>
                </a:lnTo>
                <a:lnTo>
                  <a:pt x="556" y="76"/>
                </a:lnTo>
                <a:lnTo>
                  <a:pt x="563" y="82"/>
                </a:lnTo>
                <a:lnTo>
                  <a:pt x="570" y="88"/>
                </a:lnTo>
                <a:lnTo>
                  <a:pt x="577" y="96"/>
                </a:lnTo>
                <a:lnTo>
                  <a:pt x="583" y="102"/>
                </a:lnTo>
                <a:lnTo>
                  <a:pt x="589" y="109"/>
                </a:lnTo>
                <a:lnTo>
                  <a:pt x="595" y="115"/>
                </a:lnTo>
                <a:lnTo>
                  <a:pt x="601" y="122"/>
                </a:lnTo>
                <a:lnTo>
                  <a:pt x="606" y="129"/>
                </a:lnTo>
                <a:lnTo>
                  <a:pt x="611" y="136"/>
                </a:lnTo>
                <a:lnTo>
                  <a:pt x="616" y="144"/>
                </a:lnTo>
                <a:lnTo>
                  <a:pt x="621" y="151"/>
                </a:lnTo>
                <a:lnTo>
                  <a:pt x="625" y="158"/>
                </a:lnTo>
                <a:lnTo>
                  <a:pt x="629" y="166"/>
                </a:lnTo>
                <a:lnTo>
                  <a:pt x="632" y="174"/>
                </a:lnTo>
                <a:lnTo>
                  <a:pt x="636" y="181"/>
                </a:lnTo>
                <a:lnTo>
                  <a:pt x="639" y="189"/>
                </a:lnTo>
                <a:lnTo>
                  <a:pt x="641" y="197"/>
                </a:lnTo>
                <a:lnTo>
                  <a:pt x="644" y="205"/>
                </a:lnTo>
                <a:lnTo>
                  <a:pt x="646" y="213"/>
                </a:lnTo>
                <a:lnTo>
                  <a:pt x="648" y="221"/>
                </a:lnTo>
                <a:lnTo>
                  <a:pt x="649" y="229"/>
                </a:lnTo>
                <a:lnTo>
                  <a:pt x="650" y="237"/>
                </a:lnTo>
                <a:lnTo>
                  <a:pt x="651" y="246"/>
                </a:lnTo>
                <a:lnTo>
                  <a:pt x="651" y="254"/>
                </a:lnTo>
                <a:lnTo>
                  <a:pt x="652" y="262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1" name=""/>
          <p:cNvSpPr/>
          <p:nvPr/>
        </p:nvSpPr>
        <p:spPr>
          <a:xfrm>
            <a:off x="2741760" y="1750680"/>
            <a:ext cx="236160" cy="189720"/>
          </a:xfrm>
          <a:custGeom>
            <a:avLst/>
            <a:gdLst/>
            <a:ahLst/>
            <a:rect l="0" t="0" r="r" b="b"/>
            <a:pathLst>
              <a:path w="656" h="527">
                <a:moveTo>
                  <a:pt x="654" y="264"/>
                </a:moveTo>
                <a:lnTo>
                  <a:pt x="653" y="256"/>
                </a:lnTo>
                <a:lnTo>
                  <a:pt x="653" y="248"/>
                </a:lnTo>
                <a:lnTo>
                  <a:pt x="652" y="239"/>
                </a:lnTo>
                <a:lnTo>
                  <a:pt x="651" y="231"/>
                </a:lnTo>
                <a:lnTo>
                  <a:pt x="650" y="223"/>
                </a:lnTo>
                <a:lnTo>
                  <a:pt x="648" y="215"/>
                </a:lnTo>
                <a:lnTo>
                  <a:pt x="646" y="207"/>
                </a:lnTo>
                <a:lnTo>
                  <a:pt x="643" y="199"/>
                </a:lnTo>
                <a:lnTo>
                  <a:pt x="641" y="191"/>
                </a:lnTo>
                <a:lnTo>
                  <a:pt x="638" y="183"/>
                </a:lnTo>
                <a:lnTo>
                  <a:pt x="634" y="176"/>
                </a:lnTo>
                <a:lnTo>
                  <a:pt x="631" y="168"/>
                </a:lnTo>
                <a:lnTo>
                  <a:pt x="627" y="160"/>
                </a:lnTo>
                <a:lnTo>
                  <a:pt x="623" y="153"/>
                </a:lnTo>
                <a:lnTo>
                  <a:pt x="618" y="146"/>
                </a:lnTo>
                <a:lnTo>
                  <a:pt x="613" y="138"/>
                </a:lnTo>
                <a:lnTo>
                  <a:pt x="608" y="131"/>
                </a:lnTo>
                <a:lnTo>
                  <a:pt x="603" y="123"/>
                </a:lnTo>
                <a:lnTo>
                  <a:pt x="597" y="116"/>
                </a:lnTo>
                <a:lnTo>
                  <a:pt x="591" y="110"/>
                </a:lnTo>
                <a:lnTo>
                  <a:pt x="585" y="103"/>
                </a:lnTo>
                <a:lnTo>
                  <a:pt x="579" y="97"/>
                </a:lnTo>
                <a:lnTo>
                  <a:pt x="571" y="90"/>
                </a:lnTo>
                <a:lnTo>
                  <a:pt x="564" y="84"/>
                </a:lnTo>
                <a:lnTo>
                  <a:pt x="557" y="78"/>
                </a:lnTo>
                <a:lnTo>
                  <a:pt x="550" y="73"/>
                </a:lnTo>
                <a:lnTo>
                  <a:pt x="542" y="67"/>
                </a:lnTo>
                <a:lnTo>
                  <a:pt x="535" y="62"/>
                </a:lnTo>
                <a:lnTo>
                  <a:pt x="527" y="57"/>
                </a:lnTo>
                <a:lnTo>
                  <a:pt x="519" y="52"/>
                </a:lnTo>
                <a:lnTo>
                  <a:pt x="510" y="47"/>
                </a:lnTo>
                <a:lnTo>
                  <a:pt x="502" y="43"/>
                </a:lnTo>
                <a:lnTo>
                  <a:pt x="493" y="38"/>
                </a:lnTo>
                <a:lnTo>
                  <a:pt x="484" y="34"/>
                </a:lnTo>
                <a:lnTo>
                  <a:pt x="475" y="30"/>
                </a:lnTo>
                <a:lnTo>
                  <a:pt x="466" y="27"/>
                </a:lnTo>
                <a:lnTo>
                  <a:pt x="457" y="23"/>
                </a:lnTo>
                <a:lnTo>
                  <a:pt x="447" y="20"/>
                </a:lnTo>
                <a:lnTo>
                  <a:pt x="438" y="17"/>
                </a:lnTo>
                <a:lnTo>
                  <a:pt x="428" y="15"/>
                </a:lnTo>
                <a:lnTo>
                  <a:pt x="418" y="12"/>
                </a:lnTo>
                <a:lnTo>
                  <a:pt x="408" y="10"/>
                </a:lnTo>
                <a:lnTo>
                  <a:pt x="398" y="8"/>
                </a:lnTo>
                <a:lnTo>
                  <a:pt x="388" y="7"/>
                </a:lnTo>
                <a:lnTo>
                  <a:pt x="378" y="5"/>
                </a:lnTo>
                <a:lnTo>
                  <a:pt x="368" y="4"/>
                </a:lnTo>
                <a:lnTo>
                  <a:pt x="358" y="3"/>
                </a:lnTo>
                <a:lnTo>
                  <a:pt x="348" y="2"/>
                </a:lnTo>
                <a:lnTo>
                  <a:pt x="338" y="2"/>
                </a:lnTo>
                <a:lnTo>
                  <a:pt x="327" y="2"/>
                </a:lnTo>
                <a:lnTo>
                  <a:pt x="317" y="2"/>
                </a:lnTo>
                <a:lnTo>
                  <a:pt x="307" y="2"/>
                </a:lnTo>
                <a:lnTo>
                  <a:pt x="297" y="3"/>
                </a:lnTo>
                <a:lnTo>
                  <a:pt x="287" y="4"/>
                </a:lnTo>
                <a:lnTo>
                  <a:pt x="276" y="5"/>
                </a:lnTo>
                <a:lnTo>
                  <a:pt x="266" y="7"/>
                </a:lnTo>
                <a:lnTo>
                  <a:pt x="256" y="8"/>
                </a:lnTo>
                <a:lnTo>
                  <a:pt x="246" y="10"/>
                </a:lnTo>
                <a:lnTo>
                  <a:pt x="237" y="12"/>
                </a:lnTo>
                <a:lnTo>
                  <a:pt x="227" y="15"/>
                </a:lnTo>
                <a:lnTo>
                  <a:pt x="217" y="17"/>
                </a:lnTo>
                <a:lnTo>
                  <a:pt x="208" y="20"/>
                </a:lnTo>
                <a:lnTo>
                  <a:pt x="198" y="23"/>
                </a:lnTo>
                <a:lnTo>
                  <a:pt x="189" y="27"/>
                </a:lnTo>
                <a:lnTo>
                  <a:pt x="180" y="30"/>
                </a:lnTo>
                <a:lnTo>
                  <a:pt x="171" y="34"/>
                </a:lnTo>
                <a:lnTo>
                  <a:pt x="162" y="38"/>
                </a:lnTo>
                <a:lnTo>
                  <a:pt x="153" y="43"/>
                </a:lnTo>
                <a:lnTo>
                  <a:pt x="145" y="47"/>
                </a:lnTo>
                <a:lnTo>
                  <a:pt x="136" y="52"/>
                </a:lnTo>
                <a:lnTo>
                  <a:pt x="128" y="57"/>
                </a:lnTo>
                <a:lnTo>
                  <a:pt x="120" y="62"/>
                </a:lnTo>
                <a:lnTo>
                  <a:pt x="112" y="67"/>
                </a:lnTo>
                <a:lnTo>
                  <a:pt x="105" y="73"/>
                </a:lnTo>
                <a:lnTo>
                  <a:pt x="97" y="78"/>
                </a:lnTo>
                <a:lnTo>
                  <a:pt x="90" y="84"/>
                </a:lnTo>
                <a:lnTo>
                  <a:pt x="83" y="90"/>
                </a:lnTo>
                <a:lnTo>
                  <a:pt x="77" y="97"/>
                </a:lnTo>
                <a:lnTo>
                  <a:pt x="70" y="103"/>
                </a:lnTo>
                <a:lnTo>
                  <a:pt x="64" y="110"/>
                </a:lnTo>
                <a:lnTo>
                  <a:pt x="58" y="116"/>
                </a:lnTo>
                <a:lnTo>
                  <a:pt x="53" y="123"/>
                </a:lnTo>
                <a:lnTo>
                  <a:pt x="47" y="131"/>
                </a:lnTo>
                <a:lnTo>
                  <a:pt x="42" y="138"/>
                </a:lnTo>
                <a:lnTo>
                  <a:pt x="38" y="146"/>
                </a:lnTo>
                <a:lnTo>
                  <a:pt x="33" y="153"/>
                </a:lnTo>
                <a:lnTo>
                  <a:pt x="29" y="160"/>
                </a:lnTo>
                <a:lnTo>
                  <a:pt x="25" y="168"/>
                </a:lnTo>
                <a:lnTo>
                  <a:pt x="21" y="176"/>
                </a:lnTo>
                <a:lnTo>
                  <a:pt x="18" y="183"/>
                </a:lnTo>
                <a:lnTo>
                  <a:pt x="15" y="191"/>
                </a:lnTo>
                <a:lnTo>
                  <a:pt x="12" y="199"/>
                </a:lnTo>
                <a:lnTo>
                  <a:pt x="10" y="207"/>
                </a:lnTo>
                <a:lnTo>
                  <a:pt x="8" y="215"/>
                </a:lnTo>
                <a:lnTo>
                  <a:pt x="6" y="223"/>
                </a:lnTo>
                <a:lnTo>
                  <a:pt x="5" y="231"/>
                </a:lnTo>
                <a:lnTo>
                  <a:pt x="4" y="239"/>
                </a:lnTo>
                <a:lnTo>
                  <a:pt x="3" y="248"/>
                </a:lnTo>
                <a:lnTo>
                  <a:pt x="2" y="256"/>
                </a:lnTo>
                <a:lnTo>
                  <a:pt x="2" y="264"/>
                </a:lnTo>
                <a:lnTo>
                  <a:pt x="2" y="272"/>
                </a:lnTo>
                <a:lnTo>
                  <a:pt x="3" y="280"/>
                </a:lnTo>
                <a:lnTo>
                  <a:pt x="4" y="289"/>
                </a:lnTo>
                <a:lnTo>
                  <a:pt x="5" y="297"/>
                </a:lnTo>
                <a:lnTo>
                  <a:pt x="6" y="305"/>
                </a:lnTo>
                <a:lnTo>
                  <a:pt x="8" y="313"/>
                </a:lnTo>
                <a:lnTo>
                  <a:pt x="10" y="321"/>
                </a:lnTo>
                <a:lnTo>
                  <a:pt x="12" y="329"/>
                </a:lnTo>
                <a:lnTo>
                  <a:pt x="15" y="337"/>
                </a:lnTo>
                <a:lnTo>
                  <a:pt x="18" y="345"/>
                </a:lnTo>
                <a:lnTo>
                  <a:pt x="21" y="353"/>
                </a:lnTo>
                <a:lnTo>
                  <a:pt x="25" y="360"/>
                </a:lnTo>
                <a:lnTo>
                  <a:pt x="29" y="368"/>
                </a:lnTo>
                <a:lnTo>
                  <a:pt x="33" y="375"/>
                </a:lnTo>
                <a:lnTo>
                  <a:pt x="38" y="383"/>
                </a:lnTo>
                <a:lnTo>
                  <a:pt x="42" y="390"/>
                </a:lnTo>
                <a:lnTo>
                  <a:pt x="47" y="397"/>
                </a:lnTo>
                <a:lnTo>
                  <a:pt x="53" y="404"/>
                </a:lnTo>
                <a:lnTo>
                  <a:pt x="58" y="411"/>
                </a:lnTo>
                <a:lnTo>
                  <a:pt x="64" y="418"/>
                </a:lnTo>
                <a:lnTo>
                  <a:pt x="70" y="424"/>
                </a:lnTo>
                <a:lnTo>
                  <a:pt x="77" y="431"/>
                </a:lnTo>
                <a:lnTo>
                  <a:pt x="83" y="437"/>
                </a:lnTo>
                <a:lnTo>
                  <a:pt x="90" y="443"/>
                </a:lnTo>
                <a:lnTo>
                  <a:pt x="97" y="449"/>
                </a:lnTo>
                <a:lnTo>
                  <a:pt x="105" y="454"/>
                </a:lnTo>
                <a:lnTo>
                  <a:pt x="112" y="460"/>
                </a:lnTo>
                <a:lnTo>
                  <a:pt x="120" y="465"/>
                </a:lnTo>
                <a:lnTo>
                  <a:pt x="128" y="470"/>
                </a:lnTo>
                <a:lnTo>
                  <a:pt x="136" y="475"/>
                </a:lnTo>
                <a:lnTo>
                  <a:pt x="145" y="480"/>
                </a:lnTo>
                <a:lnTo>
                  <a:pt x="153" y="485"/>
                </a:lnTo>
                <a:lnTo>
                  <a:pt x="162" y="489"/>
                </a:lnTo>
                <a:lnTo>
                  <a:pt x="171" y="493"/>
                </a:lnTo>
                <a:lnTo>
                  <a:pt x="180" y="497"/>
                </a:lnTo>
                <a:lnTo>
                  <a:pt x="189" y="500"/>
                </a:lnTo>
                <a:lnTo>
                  <a:pt x="198" y="504"/>
                </a:lnTo>
                <a:lnTo>
                  <a:pt x="208" y="507"/>
                </a:lnTo>
                <a:lnTo>
                  <a:pt x="217" y="510"/>
                </a:lnTo>
                <a:lnTo>
                  <a:pt x="227" y="512"/>
                </a:lnTo>
                <a:lnTo>
                  <a:pt x="237" y="515"/>
                </a:lnTo>
                <a:lnTo>
                  <a:pt x="246" y="517"/>
                </a:lnTo>
                <a:lnTo>
                  <a:pt x="256" y="519"/>
                </a:lnTo>
                <a:lnTo>
                  <a:pt x="266" y="521"/>
                </a:lnTo>
                <a:lnTo>
                  <a:pt x="276" y="522"/>
                </a:lnTo>
                <a:lnTo>
                  <a:pt x="287" y="523"/>
                </a:lnTo>
                <a:lnTo>
                  <a:pt x="297" y="524"/>
                </a:lnTo>
                <a:lnTo>
                  <a:pt x="307" y="525"/>
                </a:lnTo>
                <a:lnTo>
                  <a:pt x="317" y="525"/>
                </a:lnTo>
                <a:lnTo>
                  <a:pt x="327" y="525"/>
                </a:lnTo>
                <a:lnTo>
                  <a:pt x="338" y="525"/>
                </a:lnTo>
                <a:lnTo>
                  <a:pt x="348" y="525"/>
                </a:lnTo>
                <a:lnTo>
                  <a:pt x="358" y="524"/>
                </a:lnTo>
                <a:lnTo>
                  <a:pt x="368" y="523"/>
                </a:lnTo>
                <a:lnTo>
                  <a:pt x="378" y="522"/>
                </a:lnTo>
                <a:lnTo>
                  <a:pt x="388" y="521"/>
                </a:lnTo>
                <a:lnTo>
                  <a:pt x="398" y="519"/>
                </a:lnTo>
                <a:lnTo>
                  <a:pt x="408" y="517"/>
                </a:lnTo>
                <a:lnTo>
                  <a:pt x="418" y="515"/>
                </a:lnTo>
                <a:lnTo>
                  <a:pt x="428" y="512"/>
                </a:lnTo>
                <a:lnTo>
                  <a:pt x="438" y="510"/>
                </a:lnTo>
                <a:lnTo>
                  <a:pt x="447" y="507"/>
                </a:lnTo>
                <a:lnTo>
                  <a:pt x="457" y="504"/>
                </a:lnTo>
                <a:lnTo>
                  <a:pt x="466" y="500"/>
                </a:lnTo>
                <a:lnTo>
                  <a:pt x="475" y="497"/>
                </a:lnTo>
                <a:lnTo>
                  <a:pt x="484" y="493"/>
                </a:lnTo>
                <a:lnTo>
                  <a:pt x="493" y="489"/>
                </a:lnTo>
                <a:lnTo>
                  <a:pt x="502" y="485"/>
                </a:lnTo>
                <a:lnTo>
                  <a:pt x="510" y="480"/>
                </a:lnTo>
                <a:lnTo>
                  <a:pt x="519" y="475"/>
                </a:lnTo>
                <a:lnTo>
                  <a:pt x="527" y="470"/>
                </a:lnTo>
                <a:lnTo>
                  <a:pt x="535" y="465"/>
                </a:lnTo>
                <a:lnTo>
                  <a:pt x="542" y="460"/>
                </a:lnTo>
                <a:lnTo>
                  <a:pt x="550" y="454"/>
                </a:lnTo>
                <a:lnTo>
                  <a:pt x="557" y="449"/>
                </a:lnTo>
                <a:lnTo>
                  <a:pt x="564" y="443"/>
                </a:lnTo>
                <a:lnTo>
                  <a:pt x="571" y="437"/>
                </a:lnTo>
                <a:lnTo>
                  <a:pt x="579" y="431"/>
                </a:lnTo>
                <a:lnTo>
                  <a:pt x="585" y="424"/>
                </a:lnTo>
                <a:lnTo>
                  <a:pt x="591" y="418"/>
                </a:lnTo>
                <a:lnTo>
                  <a:pt x="597" y="411"/>
                </a:lnTo>
                <a:lnTo>
                  <a:pt x="603" y="404"/>
                </a:lnTo>
                <a:lnTo>
                  <a:pt x="608" y="397"/>
                </a:lnTo>
                <a:lnTo>
                  <a:pt x="613" y="390"/>
                </a:lnTo>
                <a:lnTo>
                  <a:pt x="618" y="383"/>
                </a:lnTo>
                <a:lnTo>
                  <a:pt x="623" y="375"/>
                </a:lnTo>
                <a:lnTo>
                  <a:pt x="627" y="368"/>
                </a:lnTo>
                <a:lnTo>
                  <a:pt x="631" y="360"/>
                </a:lnTo>
                <a:lnTo>
                  <a:pt x="634" y="353"/>
                </a:lnTo>
                <a:lnTo>
                  <a:pt x="638" y="345"/>
                </a:lnTo>
                <a:lnTo>
                  <a:pt x="641" y="337"/>
                </a:lnTo>
                <a:lnTo>
                  <a:pt x="643" y="329"/>
                </a:lnTo>
                <a:lnTo>
                  <a:pt x="646" y="321"/>
                </a:lnTo>
                <a:lnTo>
                  <a:pt x="648" y="313"/>
                </a:lnTo>
                <a:lnTo>
                  <a:pt x="650" y="305"/>
                </a:lnTo>
                <a:lnTo>
                  <a:pt x="651" y="297"/>
                </a:lnTo>
                <a:lnTo>
                  <a:pt x="652" y="289"/>
                </a:lnTo>
                <a:lnTo>
                  <a:pt x="653" y="280"/>
                </a:lnTo>
                <a:lnTo>
                  <a:pt x="653" y="272"/>
                </a:lnTo>
                <a:lnTo>
                  <a:pt x="654" y="264"/>
                </a:lnTo>
                <a:moveTo>
                  <a:pt x="656" y="264"/>
                </a:moveTo>
                <a:lnTo>
                  <a:pt x="656" y="272"/>
                </a:lnTo>
                <a:lnTo>
                  <a:pt x="655" y="281"/>
                </a:lnTo>
                <a:lnTo>
                  <a:pt x="654" y="289"/>
                </a:lnTo>
                <a:lnTo>
                  <a:pt x="653" y="297"/>
                </a:lnTo>
                <a:lnTo>
                  <a:pt x="652" y="305"/>
                </a:lnTo>
                <a:lnTo>
                  <a:pt x="650" y="313"/>
                </a:lnTo>
                <a:lnTo>
                  <a:pt x="648" y="321"/>
                </a:lnTo>
                <a:lnTo>
                  <a:pt x="646" y="329"/>
                </a:lnTo>
                <a:lnTo>
                  <a:pt x="643" y="337"/>
                </a:lnTo>
                <a:lnTo>
                  <a:pt x="640" y="345"/>
                </a:lnTo>
                <a:lnTo>
                  <a:pt x="637" y="353"/>
                </a:lnTo>
                <a:lnTo>
                  <a:pt x="633" y="361"/>
                </a:lnTo>
                <a:lnTo>
                  <a:pt x="629" y="369"/>
                </a:lnTo>
                <a:lnTo>
                  <a:pt x="625" y="376"/>
                </a:lnTo>
                <a:lnTo>
                  <a:pt x="620" y="383"/>
                </a:lnTo>
                <a:lnTo>
                  <a:pt x="615" y="391"/>
                </a:lnTo>
                <a:lnTo>
                  <a:pt x="610" y="398"/>
                </a:lnTo>
                <a:lnTo>
                  <a:pt x="605" y="405"/>
                </a:lnTo>
                <a:lnTo>
                  <a:pt x="599" y="412"/>
                </a:lnTo>
                <a:lnTo>
                  <a:pt x="593" y="419"/>
                </a:lnTo>
                <a:lnTo>
                  <a:pt x="587" y="425"/>
                </a:lnTo>
                <a:lnTo>
                  <a:pt x="581" y="432"/>
                </a:lnTo>
                <a:lnTo>
                  <a:pt x="574" y="438"/>
                </a:lnTo>
                <a:lnTo>
                  <a:pt x="566" y="444"/>
                </a:lnTo>
                <a:lnTo>
                  <a:pt x="559" y="450"/>
                </a:lnTo>
                <a:lnTo>
                  <a:pt x="552" y="456"/>
                </a:lnTo>
                <a:lnTo>
                  <a:pt x="544" y="461"/>
                </a:lnTo>
                <a:lnTo>
                  <a:pt x="536" y="467"/>
                </a:lnTo>
                <a:lnTo>
                  <a:pt x="528" y="472"/>
                </a:lnTo>
                <a:lnTo>
                  <a:pt x="520" y="477"/>
                </a:lnTo>
                <a:lnTo>
                  <a:pt x="511" y="482"/>
                </a:lnTo>
                <a:lnTo>
                  <a:pt x="503" y="486"/>
                </a:lnTo>
                <a:lnTo>
                  <a:pt x="494" y="490"/>
                </a:lnTo>
                <a:lnTo>
                  <a:pt x="485" y="495"/>
                </a:lnTo>
                <a:lnTo>
                  <a:pt x="476" y="498"/>
                </a:lnTo>
                <a:lnTo>
                  <a:pt x="467" y="502"/>
                </a:lnTo>
                <a:lnTo>
                  <a:pt x="457" y="505"/>
                </a:lnTo>
                <a:lnTo>
                  <a:pt x="448" y="509"/>
                </a:lnTo>
                <a:lnTo>
                  <a:pt x="438" y="512"/>
                </a:lnTo>
                <a:lnTo>
                  <a:pt x="429" y="514"/>
                </a:lnTo>
                <a:lnTo>
                  <a:pt x="419" y="517"/>
                </a:lnTo>
                <a:lnTo>
                  <a:pt x="409" y="519"/>
                </a:lnTo>
                <a:lnTo>
                  <a:pt x="399" y="521"/>
                </a:lnTo>
                <a:lnTo>
                  <a:pt x="389" y="522"/>
                </a:lnTo>
                <a:lnTo>
                  <a:pt x="379" y="524"/>
                </a:lnTo>
                <a:lnTo>
                  <a:pt x="368" y="525"/>
                </a:lnTo>
                <a:lnTo>
                  <a:pt x="358" y="526"/>
                </a:lnTo>
                <a:lnTo>
                  <a:pt x="348" y="527"/>
                </a:lnTo>
                <a:lnTo>
                  <a:pt x="338" y="527"/>
                </a:lnTo>
                <a:lnTo>
                  <a:pt x="327" y="527"/>
                </a:lnTo>
                <a:lnTo>
                  <a:pt x="317" y="527"/>
                </a:lnTo>
                <a:lnTo>
                  <a:pt x="307" y="527"/>
                </a:lnTo>
                <a:lnTo>
                  <a:pt x="297" y="526"/>
                </a:lnTo>
                <a:lnTo>
                  <a:pt x="286" y="525"/>
                </a:lnTo>
                <a:lnTo>
                  <a:pt x="276" y="524"/>
                </a:lnTo>
                <a:lnTo>
                  <a:pt x="266" y="522"/>
                </a:lnTo>
                <a:lnTo>
                  <a:pt x="256" y="521"/>
                </a:lnTo>
                <a:lnTo>
                  <a:pt x="246" y="519"/>
                </a:lnTo>
                <a:lnTo>
                  <a:pt x="236" y="517"/>
                </a:lnTo>
                <a:lnTo>
                  <a:pt x="226" y="514"/>
                </a:lnTo>
                <a:lnTo>
                  <a:pt x="216" y="512"/>
                </a:lnTo>
                <a:lnTo>
                  <a:pt x="207" y="509"/>
                </a:lnTo>
                <a:lnTo>
                  <a:pt x="197" y="505"/>
                </a:lnTo>
                <a:lnTo>
                  <a:pt x="188" y="502"/>
                </a:lnTo>
                <a:lnTo>
                  <a:pt x="179" y="498"/>
                </a:lnTo>
                <a:lnTo>
                  <a:pt x="170" y="495"/>
                </a:lnTo>
                <a:lnTo>
                  <a:pt x="161" y="490"/>
                </a:lnTo>
                <a:lnTo>
                  <a:pt x="152" y="486"/>
                </a:lnTo>
                <a:lnTo>
                  <a:pt x="143" y="482"/>
                </a:lnTo>
                <a:lnTo>
                  <a:pt x="135" y="477"/>
                </a:lnTo>
                <a:lnTo>
                  <a:pt x="127" y="472"/>
                </a:lnTo>
                <a:lnTo>
                  <a:pt x="119" y="467"/>
                </a:lnTo>
                <a:lnTo>
                  <a:pt x="111" y="461"/>
                </a:lnTo>
                <a:lnTo>
                  <a:pt x="103" y="456"/>
                </a:lnTo>
                <a:lnTo>
                  <a:pt x="96" y="450"/>
                </a:lnTo>
                <a:lnTo>
                  <a:pt x="89" y="444"/>
                </a:lnTo>
                <a:lnTo>
                  <a:pt x="82" y="438"/>
                </a:lnTo>
                <a:lnTo>
                  <a:pt x="75" y="432"/>
                </a:lnTo>
                <a:lnTo>
                  <a:pt x="69" y="425"/>
                </a:lnTo>
                <a:lnTo>
                  <a:pt x="62" y="419"/>
                </a:lnTo>
                <a:lnTo>
                  <a:pt x="56" y="412"/>
                </a:lnTo>
                <a:lnTo>
                  <a:pt x="51" y="405"/>
                </a:lnTo>
                <a:lnTo>
                  <a:pt x="45" y="398"/>
                </a:lnTo>
                <a:lnTo>
                  <a:pt x="40" y="391"/>
                </a:lnTo>
                <a:lnTo>
                  <a:pt x="35" y="383"/>
                </a:lnTo>
                <a:lnTo>
                  <a:pt x="31" y="376"/>
                </a:lnTo>
                <a:lnTo>
                  <a:pt x="27" y="369"/>
                </a:lnTo>
                <a:lnTo>
                  <a:pt x="23" y="361"/>
                </a:lnTo>
                <a:lnTo>
                  <a:pt x="19" y="353"/>
                </a:lnTo>
                <a:lnTo>
                  <a:pt x="16" y="345"/>
                </a:lnTo>
                <a:lnTo>
                  <a:pt x="13" y="337"/>
                </a:lnTo>
                <a:lnTo>
                  <a:pt x="10" y="329"/>
                </a:lnTo>
                <a:lnTo>
                  <a:pt x="8" y="321"/>
                </a:lnTo>
                <a:lnTo>
                  <a:pt x="6" y="313"/>
                </a:lnTo>
                <a:lnTo>
                  <a:pt x="4" y="305"/>
                </a:lnTo>
                <a:lnTo>
                  <a:pt x="2" y="297"/>
                </a:lnTo>
                <a:lnTo>
                  <a:pt x="1" y="289"/>
                </a:lnTo>
                <a:lnTo>
                  <a:pt x="0" y="281"/>
                </a:lnTo>
                <a:lnTo>
                  <a:pt x="0" y="272"/>
                </a:lnTo>
                <a:lnTo>
                  <a:pt x="0" y="264"/>
                </a:lnTo>
                <a:lnTo>
                  <a:pt x="0" y="256"/>
                </a:lnTo>
                <a:lnTo>
                  <a:pt x="0" y="248"/>
                </a:lnTo>
                <a:lnTo>
                  <a:pt x="1" y="239"/>
                </a:lnTo>
                <a:lnTo>
                  <a:pt x="2" y="231"/>
                </a:lnTo>
                <a:lnTo>
                  <a:pt x="4" y="223"/>
                </a:lnTo>
                <a:lnTo>
                  <a:pt x="6" y="215"/>
                </a:lnTo>
                <a:lnTo>
                  <a:pt x="8" y="207"/>
                </a:lnTo>
                <a:lnTo>
                  <a:pt x="10" y="199"/>
                </a:lnTo>
                <a:lnTo>
                  <a:pt x="13" y="191"/>
                </a:lnTo>
                <a:lnTo>
                  <a:pt x="16" y="183"/>
                </a:lnTo>
                <a:lnTo>
                  <a:pt x="19" y="175"/>
                </a:lnTo>
                <a:lnTo>
                  <a:pt x="23" y="167"/>
                </a:lnTo>
                <a:lnTo>
                  <a:pt x="27" y="160"/>
                </a:lnTo>
                <a:lnTo>
                  <a:pt x="31" y="152"/>
                </a:lnTo>
                <a:lnTo>
                  <a:pt x="35" y="145"/>
                </a:lnTo>
                <a:lnTo>
                  <a:pt x="40" y="137"/>
                </a:lnTo>
                <a:lnTo>
                  <a:pt x="45" y="130"/>
                </a:lnTo>
                <a:lnTo>
                  <a:pt x="51" y="122"/>
                </a:lnTo>
                <a:lnTo>
                  <a:pt x="56" y="115"/>
                </a:lnTo>
                <a:lnTo>
                  <a:pt x="62" y="108"/>
                </a:lnTo>
                <a:lnTo>
                  <a:pt x="69" y="102"/>
                </a:lnTo>
                <a:lnTo>
                  <a:pt x="75" y="95"/>
                </a:lnTo>
                <a:lnTo>
                  <a:pt x="82" y="89"/>
                </a:lnTo>
                <a:lnTo>
                  <a:pt x="89" y="83"/>
                </a:lnTo>
                <a:lnTo>
                  <a:pt x="96" y="77"/>
                </a:lnTo>
                <a:lnTo>
                  <a:pt x="103" y="71"/>
                </a:lnTo>
                <a:lnTo>
                  <a:pt x="111" y="66"/>
                </a:lnTo>
                <a:lnTo>
                  <a:pt x="119" y="60"/>
                </a:lnTo>
                <a:lnTo>
                  <a:pt x="127" y="55"/>
                </a:lnTo>
                <a:lnTo>
                  <a:pt x="135" y="50"/>
                </a:lnTo>
                <a:lnTo>
                  <a:pt x="143" y="46"/>
                </a:lnTo>
                <a:lnTo>
                  <a:pt x="152" y="41"/>
                </a:lnTo>
                <a:lnTo>
                  <a:pt x="161" y="37"/>
                </a:lnTo>
                <a:lnTo>
                  <a:pt x="170" y="33"/>
                </a:lnTo>
                <a:lnTo>
                  <a:pt x="179" y="29"/>
                </a:lnTo>
                <a:lnTo>
                  <a:pt x="188" y="25"/>
                </a:lnTo>
                <a:lnTo>
                  <a:pt x="197" y="22"/>
                </a:lnTo>
                <a:lnTo>
                  <a:pt x="207" y="19"/>
                </a:lnTo>
                <a:lnTo>
                  <a:pt x="216" y="16"/>
                </a:lnTo>
                <a:lnTo>
                  <a:pt x="226" y="13"/>
                </a:lnTo>
                <a:lnTo>
                  <a:pt x="236" y="11"/>
                </a:lnTo>
                <a:lnTo>
                  <a:pt x="246" y="8"/>
                </a:lnTo>
                <a:lnTo>
                  <a:pt x="256" y="6"/>
                </a:lnTo>
                <a:lnTo>
                  <a:pt x="266" y="5"/>
                </a:lnTo>
                <a:lnTo>
                  <a:pt x="276" y="3"/>
                </a:lnTo>
                <a:lnTo>
                  <a:pt x="286" y="2"/>
                </a:lnTo>
                <a:lnTo>
                  <a:pt x="297" y="1"/>
                </a:lnTo>
                <a:lnTo>
                  <a:pt x="307" y="1"/>
                </a:lnTo>
                <a:lnTo>
                  <a:pt x="317" y="0"/>
                </a:lnTo>
                <a:lnTo>
                  <a:pt x="327" y="0"/>
                </a:lnTo>
                <a:lnTo>
                  <a:pt x="338" y="0"/>
                </a:lnTo>
                <a:lnTo>
                  <a:pt x="348" y="1"/>
                </a:lnTo>
                <a:lnTo>
                  <a:pt x="358" y="1"/>
                </a:lnTo>
                <a:lnTo>
                  <a:pt x="368" y="2"/>
                </a:lnTo>
                <a:lnTo>
                  <a:pt x="379" y="3"/>
                </a:lnTo>
                <a:lnTo>
                  <a:pt x="389" y="5"/>
                </a:lnTo>
                <a:lnTo>
                  <a:pt x="399" y="6"/>
                </a:lnTo>
                <a:lnTo>
                  <a:pt x="409" y="8"/>
                </a:lnTo>
                <a:lnTo>
                  <a:pt x="419" y="11"/>
                </a:lnTo>
                <a:lnTo>
                  <a:pt x="429" y="13"/>
                </a:lnTo>
                <a:lnTo>
                  <a:pt x="438" y="16"/>
                </a:lnTo>
                <a:lnTo>
                  <a:pt x="448" y="19"/>
                </a:lnTo>
                <a:lnTo>
                  <a:pt x="457" y="22"/>
                </a:lnTo>
                <a:lnTo>
                  <a:pt x="467" y="25"/>
                </a:lnTo>
                <a:lnTo>
                  <a:pt x="476" y="29"/>
                </a:lnTo>
                <a:lnTo>
                  <a:pt x="485" y="33"/>
                </a:lnTo>
                <a:lnTo>
                  <a:pt x="494" y="37"/>
                </a:lnTo>
                <a:lnTo>
                  <a:pt x="503" y="41"/>
                </a:lnTo>
                <a:lnTo>
                  <a:pt x="511" y="46"/>
                </a:lnTo>
                <a:lnTo>
                  <a:pt x="520" y="50"/>
                </a:lnTo>
                <a:lnTo>
                  <a:pt x="528" y="55"/>
                </a:lnTo>
                <a:lnTo>
                  <a:pt x="536" y="60"/>
                </a:lnTo>
                <a:lnTo>
                  <a:pt x="544" y="66"/>
                </a:lnTo>
                <a:lnTo>
                  <a:pt x="552" y="71"/>
                </a:lnTo>
                <a:lnTo>
                  <a:pt x="559" y="77"/>
                </a:lnTo>
                <a:lnTo>
                  <a:pt x="566" y="83"/>
                </a:lnTo>
                <a:lnTo>
                  <a:pt x="574" y="89"/>
                </a:lnTo>
                <a:lnTo>
                  <a:pt x="581" y="95"/>
                </a:lnTo>
                <a:lnTo>
                  <a:pt x="587" y="102"/>
                </a:lnTo>
                <a:lnTo>
                  <a:pt x="593" y="108"/>
                </a:lnTo>
                <a:lnTo>
                  <a:pt x="599" y="115"/>
                </a:lnTo>
                <a:lnTo>
                  <a:pt x="605" y="122"/>
                </a:lnTo>
                <a:lnTo>
                  <a:pt x="610" y="130"/>
                </a:lnTo>
                <a:lnTo>
                  <a:pt x="615" y="137"/>
                </a:lnTo>
                <a:lnTo>
                  <a:pt x="620" y="145"/>
                </a:lnTo>
                <a:lnTo>
                  <a:pt x="625" y="152"/>
                </a:lnTo>
                <a:lnTo>
                  <a:pt x="629" y="160"/>
                </a:lnTo>
                <a:lnTo>
                  <a:pt x="633" y="167"/>
                </a:lnTo>
                <a:lnTo>
                  <a:pt x="637" y="175"/>
                </a:lnTo>
                <a:lnTo>
                  <a:pt x="640" y="183"/>
                </a:lnTo>
                <a:lnTo>
                  <a:pt x="643" y="191"/>
                </a:lnTo>
                <a:lnTo>
                  <a:pt x="646" y="199"/>
                </a:lnTo>
                <a:lnTo>
                  <a:pt x="648" y="207"/>
                </a:lnTo>
                <a:lnTo>
                  <a:pt x="650" y="215"/>
                </a:lnTo>
                <a:lnTo>
                  <a:pt x="652" y="223"/>
                </a:lnTo>
                <a:lnTo>
                  <a:pt x="653" y="231"/>
                </a:lnTo>
                <a:lnTo>
                  <a:pt x="654" y="239"/>
                </a:lnTo>
                <a:lnTo>
                  <a:pt x="655" y="248"/>
                </a:lnTo>
                <a:lnTo>
                  <a:pt x="656" y="256"/>
                </a:lnTo>
                <a:lnTo>
                  <a:pt x="656" y="264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2" name=""/>
          <p:cNvSpPr/>
          <p:nvPr/>
        </p:nvSpPr>
        <p:spPr>
          <a:xfrm>
            <a:off x="2740680" y="1749960"/>
            <a:ext cx="237960" cy="191160"/>
          </a:xfrm>
          <a:custGeom>
            <a:avLst/>
            <a:gdLst/>
            <a:ahLst/>
            <a:rect l="0" t="0" r="r" b="b"/>
            <a:pathLst>
              <a:path w="661" h="531">
                <a:moveTo>
                  <a:pt x="659" y="266"/>
                </a:moveTo>
                <a:lnTo>
                  <a:pt x="659" y="258"/>
                </a:lnTo>
                <a:lnTo>
                  <a:pt x="658" y="250"/>
                </a:lnTo>
                <a:lnTo>
                  <a:pt x="657" y="241"/>
                </a:lnTo>
                <a:lnTo>
                  <a:pt x="656" y="233"/>
                </a:lnTo>
                <a:lnTo>
                  <a:pt x="655" y="225"/>
                </a:lnTo>
                <a:lnTo>
                  <a:pt x="653" y="217"/>
                </a:lnTo>
                <a:lnTo>
                  <a:pt x="651" y="209"/>
                </a:lnTo>
                <a:lnTo>
                  <a:pt x="649" y="201"/>
                </a:lnTo>
                <a:lnTo>
                  <a:pt x="646" y="193"/>
                </a:lnTo>
                <a:lnTo>
                  <a:pt x="643" y="185"/>
                </a:lnTo>
                <a:lnTo>
                  <a:pt x="640" y="177"/>
                </a:lnTo>
                <a:lnTo>
                  <a:pt x="636" y="169"/>
                </a:lnTo>
                <a:lnTo>
                  <a:pt x="632" y="161"/>
                </a:lnTo>
                <a:lnTo>
                  <a:pt x="628" y="153"/>
                </a:lnTo>
                <a:lnTo>
                  <a:pt x="622" y="146"/>
                </a:lnTo>
                <a:lnTo>
                  <a:pt x="617" y="138"/>
                </a:lnTo>
                <a:lnTo>
                  <a:pt x="612" y="131"/>
                </a:lnTo>
                <a:lnTo>
                  <a:pt x="607" y="124"/>
                </a:lnTo>
                <a:lnTo>
                  <a:pt x="601" y="117"/>
                </a:lnTo>
                <a:lnTo>
                  <a:pt x="595" y="110"/>
                </a:lnTo>
                <a:lnTo>
                  <a:pt x="589" y="104"/>
                </a:lnTo>
                <a:lnTo>
                  <a:pt x="583" y="97"/>
                </a:lnTo>
                <a:lnTo>
                  <a:pt x="576" y="91"/>
                </a:lnTo>
                <a:lnTo>
                  <a:pt x="569" y="85"/>
                </a:lnTo>
                <a:lnTo>
                  <a:pt x="562" y="79"/>
                </a:lnTo>
                <a:lnTo>
                  <a:pt x="555" y="73"/>
                </a:lnTo>
                <a:lnTo>
                  <a:pt x="547" y="68"/>
                </a:lnTo>
                <a:lnTo>
                  <a:pt x="539" y="62"/>
                </a:lnTo>
                <a:lnTo>
                  <a:pt x="531" y="57"/>
                </a:lnTo>
                <a:lnTo>
                  <a:pt x="523" y="52"/>
                </a:lnTo>
                <a:lnTo>
                  <a:pt x="514" y="48"/>
                </a:lnTo>
                <a:lnTo>
                  <a:pt x="506" y="43"/>
                </a:lnTo>
                <a:lnTo>
                  <a:pt x="497" y="39"/>
                </a:lnTo>
                <a:lnTo>
                  <a:pt x="488" y="35"/>
                </a:lnTo>
                <a:lnTo>
                  <a:pt x="479" y="31"/>
                </a:lnTo>
                <a:lnTo>
                  <a:pt x="470" y="27"/>
                </a:lnTo>
                <a:lnTo>
                  <a:pt x="460" y="24"/>
                </a:lnTo>
                <a:lnTo>
                  <a:pt x="451" y="21"/>
                </a:lnTo>
                <a:lnTo>
                  <a:pt x="441" y="18"/>
                </a:lnTo>
                <a:lnTo>
                  <a:pt x="432" y="15"/>
                </a:lnTo>
                <a:lnTo>
                  <a:pt x="422" y="13"/>
                </a:lnTo>
                <a:lnTo>
                  <a:pt x="412" y="10"/>
                </a:lnTo>
                <a:lnTo>
                  <a:pt x="402" y="8"/>
                </a:lnTo>
                <a:lnTo>
                  <a:pt x="392" y="7"/>
                </a:lnTo>
                <a:lnTo>
                  <a:pt x="382" y="5"/>
                </a:lnTo>
                <a:lnTo>
                  <a:pt x="371" y="4"/>
                </a:lnTo>
                <a:lnTo>
                  <a:pt x="361" y="3"/>
                </a:lnTo>
                <a:lnTo>
                  <a:pt x="351" y="3"/>
                </a:lnTo>
                <a:lnTo>
                  <a:pt x="341" y="2"/>
                </a:lnTo>
                <a:lnTo>
                  <a:pt x="330" y="2"/>
                </a:lnTo>
                <a:lnTo>
                  <a:pt x="320" y="2"/>
                </a:lnTo>
                <a:lnTo>
                  <a:pt x="310" y="3"/>
                </a:lnTo>
                <a:lnTo>
                  <a:pt x="300" y="3"/>
                </a:lnTo>
                <a:lnTo>
                  <a:pt x="289" y="4"/>
                </a:lnTo>
                <a:lnTo>
                  <a:pt x="279" y="5"/>
                </a:lnTo>
                <a:lnTo>
                  <a:pt x="269" y="7"/>
                </a:lnTo>
                <a:lnTo>
                  <a:pt x="259" y="8"/>
                </a:lnTo>
                <a:lnTo>
                  <a:pt x="249" y="10"/>
                </a:lnTo>
                <a:lnTo>
                  <a:pt x="239" y="13"/>
                </a:lnTo>
                <a:lnTo>
                  <a:pt x="229" y="15"/>
                </a:lnTo>
                <a:lnTo>
                  <a:pt x="219" y="18"/>
                </a:lnTo>
                <a:lnTo>
                  <a:pt x="210" y="21"/>
                </a:lnTo>
                <a:lnTo>
                  <a:pt x="200" y="24"/>
                </a:lnTo>
                <a:lnTo>
                  <a:pt x="191" y="27"/>
                </a:lnTo>
                <a:lnTo>
                  <a:pt x="182" y="31"/>
                </a:lnTo>
                <a:lnTo>
                  <a:pt x="173" y="35"/>
                </a:lnTo>
                <a:lnTo>
                  <a:pt x="164" y="39"/>
                </a:lnTo>
                <a:lnTo>
                  <a:pt x="155" y="43"/>
                </a:lnTo>
                <a:lnTo>
                  <a:pt x="146" y="48"/>
                </a:lnTo>
                <a:lnTo>
                  <a:pt x="138" y="52"/>
                </a:lnTo>
                <a:lnTo>
                  <a:pt x="130" y="57"/>
                </a:lnTo>
                <a:lnTo>
                  <a:pt x="122" y="62"/>
                </a:lnTo>
                <a:lnTo>
                  <a:pt x="114" y="68"/>
                </a:lnTo>
                <a:lnTo>
                  <a:pt x="106" y="73"/>
                </a:lnTo>
                <a:lnTo>
                  <a:pt x="99" y="79"/>
                </a:lnTo>
                <a:lnTo>
                  <a:pt x="92" y="85"/>
                </a:lnTo>
                <a:lnTo>
                  <a:pt x="85" y="91"/>
                </a:lnTo>
                <a:lnTo>
                  <a:pt x="78" y="97"/>
                </a:lnTo>
                <a:lnTo>
                  <a:pt x="72" y="104"/>
                </a:lnTo>
                <a:lnTo>
                  <a:pt x="65" y="110"/>
                </a:lnTo>
                <a:lnTo>
                  <a:pt x="59" y="117"/>
                </a:lnTo>
                <a:lnTo>
                  <a:pt x="54" y="124"/>
                </a:lnTo>
                <a:lnTo>
                  <a:pt x="48" y="131"/>
                </a:lnTo>
                <a:lnTo>
                  <a:pt x="43" y="138"/>
                </a:lnTo>
                <a:lnTo>
                  <a:pt x="38" y="146"/>
                </a:lnTo>
                <a:lnTo>
                  <a:pt x="34" y="153"/>
                </a:lnTo>
                <a:lnTo>
                  <a:pt x="30" y="161"/>
                </a:lnTo>
                <a:lnTo>
                  <a:pt x="26" y="169"/>
                </a:lnTo>
                <a:lnTo>
                  <a:pt x="22" y="177"/>
                </a:lnTo>
                <a:lnTo>
                  <a:pt x="19" y="185"/>
                </a:lnTo>
                <a:lnTo>
                  <a:pt x="16" y="193"/>
                </a:lnTo>
                <a:lnTo>
                  <a:pt x="13" y="201"/>
                </a:lnTo>
                <a:lnTo>
                  <a:pt x="11" y="209"/>
                </a:lnTo>
                <a:lnTo>
                  <a:pt x="9" y="217"/>
                </a:lnTo>
                <a:lnTo>
                  <a:pt x="7" y="225"/>
                </a:lnTo>
                <a:lnTo>
                  <a:pt x="5" y="233"/>
                </a:lnTo>
                <a:lnTo>
                  <a:pt x="4" y="241"/>
                </a:lnTo>
                <a:lnTo>
                  <a:pt x="3" y="250"/>
                </a:lnTo>
                <a:lnTo>
                  <a:pt x="3" y="258"/>
                </a:lnTo>
                <a:lnTo>
                  <a:pt x="3" y="266"/>
                </a:lnTo>
                <a:lnTo>
                  <a:pt x="3" y="274"/>
                </a:lnTo>
                <a:lnTo>
                  <a:pt x="3" y="283"/>
                </a:lnTo>
                <a:lnTo>
                  <a:pt x="4" y="291"/>
                </a:lnTo>
                <a:lnTo>
                  <a:pt x="5" y="299"/>
                </a:lnTo>
                <a:lnTo>
                  <a:pt x="7" y="307"/>
                </a:lnTo>
                <a:lnTo>
                  <a:pt x="9" y="315"/>
                </a:lnTo>
                <a:lnTo>
                  <a:pt x="11" y="323"/>
                </a:lnTo>
                <a:lnTo>
                  <a:pt x="13" y="331"/>
                </a:lnTo>
                <a:lnTo>
                  <a:pt x="16" y="339"/>
                </a:lnTo>
                <a:lnTo>
                  <a:pt x="19" y="347"/>
                </a:lnTo>
                <a:lnTo>
                  <a:pt x="22" y="355"/>
                </a:lnTo>
                <a:lnTo>
                  <a:pt x="26" y="363"/>
                </a:lnTo>
                <a:lnTo>
                  <a:pt x="30" y="371"/>
                </a:lnTo>
                <a:lnTo>
                  <a:pt x="34" y="378"/>
                </a:lnTo>
                <a:lnTo>
                  <a:pt x="38" y="385"/>
                </a:lnTo>
                <a:lnTo>
                  <a:pt x="43" y="393"/>
                </a:lnTo>
                <a:lnTo>
                  <a:pt x="48" y="400"/>
                </a:lnTo>
                <a:lnTo>
                  <a:pt x="54" y="407"/>
                </a:lnTo>
                <a:lnTo>
                  <a:pt x="59" y="414"/>
                </a:lnTo>
                <a:lnTo>
                  <a:pt x="65" y="421"/>
                </a:lnTo>
                <a:lnTo>
                  <a:pt x="72" y="427"/>
                </a:lnTo>
                <a:lnTo>
                  <a:pt x="78" y="434"/>
                </a:lnTo>
                <a:lnTo>
                  <a:pt x="85" y="440"/>
                </a:lnTo>
                <a:lnTo>
                  <a:pt x="92" y="446"/>
                </a:lnTo>
                <a:lnTo>
                  <a:pt x="99" y="452"/>
                </a:lnTo>
                <a:lnTo>
                  <a:pt x="106" y="458"/>
                </a:lnTo>
                <a:lnTo>
                  <a:pt x="114" y="463"/>
                </a:lnTo>
                <a:lnTo>
                  <a:pt x="122" y="469"/>
                </a:lnTo>
                <a:lnTo>
                  <a:pt x="130" y="474"/>
                </a:lnTo>
                <a:lnTo>
                  <a:pt x="138" y="479"/>
                </a:lnTo>
                <a:lnTo>
                  <a:pt x="146" y="484"/>
                </a:lnTo>
                <a:lnTo>
                  <a:pt x="155" y="488"/>
                </a:lnTo>
                <a:lnTo>
                  <a:pt x="164" y="492"/>
                </a:lnTo>
                <a:lnTo>
                  <a:pt x="173" y="497"/>
                </a:lnTo>
                <a:lnTo>
                  <a:pt x="182" y="500"/>
                </a:lnTo>
                <a:lnTo>
                  <a:pt x="191" y="504"/>
                </a:lnTo>
                <a:lnTo>
                  <a:pt x="200" y="507"/>
                </a:lnTo>
                <a:lnTo>
                  <a:pt x="210" y="511"/>
                </a:lnTo>
                <a:lnTo>
                  <a:pt x="219" y="514"/>
                </a:lnTo>
                <a:lnTo>
                  <a:pt x="229" y="516"/>
                </a:lnTo>
                <a:lnTo>
                  <a:pt x="239" y="519"/>
                </a:lnTo>
                <a:lnTo>
                  <a:pt x="249" y="521"/>
                </a:lnTo>
                <a:lnTo>
                  <a:pt x="259" y="523"/>
                </a:lnTo>
                <a:lnTo>
                  <a:pt x="269" y="524"/>
                </a:lnTo>
                <a:lnTo>
                  <a:pt x="279" y="526"/>
                </a:lnTo>
                <a:lnTo>
                  <a:pt x="289" y="527"/>
                </a:lnTo>
                <a:lnTo>
                  <a:pt x="300" y="528"/>
                </a:lnTo>
                <a:lnTo>
                  <a:pt x="310" y="529"/>
                </a:lnTo>
                <a:lnTo>
                  <a:pt x="320" y="529"/>
                </a:lnTo>
                <a:lnTo>
                  <a:pt x="330" y="529"/>
                </a:lnTo>
                <a:lnTo>
                  <a:pt x="341" y="529"/>
                </a:lnTo>
                <a:lnTo>
                  <a:pt x="351" y="529"/>
                </a:lnTo>
                <a:lnTo>
                  <a:pt x="361" y="528"/>
                </a:lnTo>
                <a:lnTo>
                  <a:pt x="371" y="527"/>
                </a:lnTo>
                <a:lnTo>
                  <a:pt x="382" y="526"/>
                </a:lnTo>
                <a:lnTo>
                  <a:pt x="392" y="524"/>
                </a:lnTo>
                <a:lnTo>
                  <a:pt x="402" y="523"/>
                </a:lnTo>
                <a:lnTo>
                  <a:pt x="412" y="521"/>
                </a:lnTo>
                <a:lnTo>
                  <a:pt x="422" y="519"/>
                </a:lnTo>
                <a:lnTo>
                  <a:pt x="432" y="516"/>
                </a:lnTo>
                <a:lnTo>
                  <a:pt x="441" y="514"/>
                </a:lnTo>
                <a:lnTo>
                  <a:pt x="451" y="511"/>
                </a:lnTo>
                <a:lnTo>
                  <a:pt x="460" y="507"/>
                </a:lnTo>
                <a:lnTo>
                  <a:pt x="470" y="504"/>
                </a:lnTo>
                <a:lnTo>
                  <a:pt x="479" y="500"/>
                </a:lnTo>
                <a:lnTo>
                  <a:pt x="488" y="497"/>
                </a:lnTo>
                <a:lnTo>
                  <a:pt x="497" y="492"/>
                </a:lnTo>
                <a:lnTo>
                  <a:pt x="506" y="488"/>
                </a:lnTo>
                <a:lnTo>
                  <a:pt x="514" y="484"/>
                </a:lnTo>
                <a:lnTo>
                  <a:pt x="523" y="479"/>
                </a:lnTo>
                <a:lnTo>
                  <a:pt x="531" y="474"/>
                </a:lnTo>
                <a:lnTo>
                  <a:pt x="539" y="469"/>
                </a:lnTo>
                <a:lnTo>
                  <a:pt x="547" y="463"/>
                </a:lnTo>
                <a:lnTo>
                  <a:pt x="555" y="458"/>
                </a:lnTo>
                <a:lnTo>
                  <a:pt x="562" y="452"/>
                </a:lnTo>
                <a:lnTo>
                  <a:pt x="569" y="446"/>
                </a:lnTo>
                <a:lnTo>
                  <a:pt x="576" y="440"/>
                </a:lnTo>
                <a:lnTo>
                  <a:pt x="583" y="434"/>
                </a:lnTo>
                <a:lnTo>
                  <a:pt x="589" y="427"/>
                </a:lnTo>
                <a:lnTo>
                  <a:pt x="595" y="421"/>
                </a:lnTo>
                <a:lnTo>
                  <a:pt x="601" y="414"/>
                </a:lnTo>
                <a:lnTo>
                  <a:pt x="607" y="407"/>
                </a:lnTo>
                <a:lnTo>
                  <a:pt x="612" y="400"/>
                </a:lnTo>
                <a:lnTo>
                  <a:pt x="617" y="393"/>
                </a:lnTo>
                <a:lnTo>
                  <a:pt x="622" y="385"/>
                </a:lnTo>
                <a:lnTo>
                  <a:pt x="628" y="378"/>
                </a:lnTo>
                <a:lnTo>
                  <a:pt x="632" y="371"/>
                </a:lnTo>
                <a:lnTo>
                  <a:pt x="636" y="363"/>
                </a:lnTo>
                <a:lnTo>
                  <a:pt x="640" y="355"/>
                </a:lnTo>
                <a:lnTo>
                  <a:pt x="643" y="347"/>
                </a:lnTo>
                <a:lnTo>
                  <a:pt x="646" y="339"/>
                </a:lnTo>
                <a:lnTo>
                  <a:pt x="649" y="331"/>
                </a:lnTo>
                <a:lnTo>
                  <a:pt x="651" y="323"/>
                </a:lnTo>
                <a:lnTo>
                  <a:pt x="653" y="315"/>
                </a:lnTo>
                <a:lnTo>
                  <a:pt x="655" y="307"/>
                </a:lnTo>
                <a:lnTo>
                  <a:pt x="656" y="299"/>
                </a:lnTo>
                <a:lnTo>
                  <a:pt x="657" y="291"/>
                </a:lnTo>
                <a:lnTo>
                  <a:pt x="658" y="283"/>
                </a:lnTo>
                <a:lnTo>
                  <a:pt x="659" y="274"/>
                </a:lnTo>
                <a:lnTo>
                  <a:pt x="659" y="266"/>
                </a:lnTo>
                <a:moveTo>
                  <a:pt x="661" y="266"/>
                </a:moveTo>
                <a:lnTo>
                  <a:pt x="661" y="274"/>
                </a:lnTo>
                <a:lnTo>
                  <a:pt x="661" y="283"/>
                </a:lnTo>
                <a:lnTo>
                  <a:pt x="660" y="291"/>
                </a:lnTo>
                <a:lnTo>
                  <a:pt x="659" y="299"/>
                </a:lnTo>
                <a:lnTo>
                  <a:pt x="657" y="307"/>
                </a:lnTo>
                <a:lnTo>
                  <a:pt x="655" y="316"/>
                </a:lnTo>
                <a:lnTo>
                  <a:pt x="653" y="324"/>
                </a:lnTo>
                <a:lnTo>
                  <a:pt x="651" y="332"/>
                </a:lnTo>
                <a:lnTo>
                  <a:pt x="648" y="340"/>
                </a:lnTo>
                <a:lnTo>
                  <a:pt x="645" y="348"/>
                </a:lnTo>
                <a:lnTo>
                  <a:pt x="642" y="356"/>
                </a:lnTo>
                <a:lnTo>
                  <a:pt x="638" y="364"/>
                </a:lnTo>
                <a:lnTo>
                  <a:pt x="634" y="371"/>
                </a:lnTo>
                <a:lnTo>
                  <a:pt x="630" y="379"/>
                </a:lnTo>
                <a:lnTo>
                  <a:pt x="624" y="386"/>
                </a:lnTo>
                <a:lnTo>
                  <a:pt x="619" y="394"/>
                </a:lnTo>
                <a:lnTo>
                  <a:pt x="614" y="401"/>
                </a:lnTo>
                <a:lnTo>
                  <a:pt x="609" y="408"/>
                </a:lnTo>
                <a:lnTo>
                  <a:pt x="603" y="415"/>
                </a:lnTo>
                <a:lnTo>
                  <a:pt x="597" y="422"/>
                </a:lnTo>
                <a:lnTo>
                  <a:pt x="591" y="428"/>
                </a:lnTo>
                <a:lnTo>
                  <a:pt x="585" y="435"/>
                </a:lnTo>
                <a:lnTo>
                  <a:pt x="578" y="441"/>
                </a:lnTo>
                <a:lnTo>
                  <a:pt x="571" y="447"/>
                </a:lnTo>
                <a:lnTo>
                  <a:pt x="564" y="453"/>
                </a:lnTo>
                <a:lnTo>
                  <a:pt x="556" y="459"/>
                </a:lnTo>
                <a:lnTo>
                  <a:pt x="549" y="465"/>
                </a:lnTo>
                <a:lnTo>
                  <a:pt x="541" y="470"/>
                </a:lnTo>
                <a:lnTo>
                  <a:pt x="533" y="475"/>
                </a:lnTo>
                <a:lnTo>
                  <a:pt x="524" y="480"/>
                </a:lnTo>
                <a:lnTo>
                  <a:pt x="516" y="485"/>
                </a:lnTo>
                <a:lnTo>
                  <a:pt x="507" y="490"/>
                </a:lnTo>
                <a:lnTo>
                  <a:pt x="498" y="494"/>
                </a:lnTo>
                <a:lnTo>
                  <a:pt x="489" y="498"/>
                </a:lnTo>
                <a:lnTo>
                  <a:pt x="480" y="502"/>
                </a:lnTo>
                <a:lnTo>
                  <a:pt x="471" y="506"/>
                </a:lnTo>
                <a:lnTo>
                  <a:pt x="461" y="509"/>
                </a:lnTo>
                <a:lnTo>
                  <a:pt x="452" y="512"/>
                </a:lnTo>
                <a:lnTo>
                  <a:pt x="442" y="515"/>
                </a:lnTo>
                <a:lnTo>
                  <a:pt x="432" y="518"/>
                </a:lnTo>
                <a:lnTo>
                  <a:pt x="422" y="520"/>
                </a:lnTo>
                <a:lnTo>
                  <a:pt x="412" y="523"/>
                </a:lnTo>
                <a:lnTo>
                  <a:pt x="402" y="525"/>
                </a:lnTo>
                <a:lnTo>
                  <a:pt x="392" y="526"/>
                </a:lnTo>
                <a:lnTo>
                  <a:pt x="382" y="528"/>
                </a:lnTo>
                <a:lnTo>
                  <a:pt x="372" y="529"/>
                </a:lnTo>
                <a:lnTo>
                  <a:pt x="361" y="530"/>
                </a:lnTo>
                <a:lnTo>
                  <a:pt x="351" y="530"/>
                </a:lnTo>
                <a:lnTo>
                  <a:pt x="341" y="531"/>
                </a:lnTo>
                <a:lnTo>
                  <a:pt x="330" y="531"/>
                </a:lnTo>
                <a:lnTo>
                  <a:pt x="320" y="531"/>
                </a:lnTo>
                <a:lnTo>
                  <a:pt x="310" y="530"/>
                </a:lnTo>
                <a:lnTo>
                  <a:pt x="299" y="530"/>
                </a:lnTo>
                <a:lnTo>
                  <a:pt x="289" y="529"/>
                </a:lnTo>
                <a:lnTo>
                  <a:pt x="279" y="528"/>
                </a:lnTo>
                <a:lnTo>
                  <a:pt x="269" y="526"/>
                </a:lnTo>
                <a:lnTo>
                  <a:pt x="258" y="525"/>
                </a:lnTo>
                <a:lnTo>
                  <a:pt x="248" y="523"/>
                </a:lnTo>
                <a:lnTo>
                  <a:pt x="238" y="520"/>
                </a:lnTo>
                <a:lnTo>
                  <a:pt x="228" y="518"/>
                </a:lnTo>
                <a:lnTo>
                  <a:pt x="219" y="515"/>
                </a:lnTo>
                <a:lnTo>
                  <a:pt x="209" y="512"/>
                </a:lnTo>
                <a:lnTo>
                  <a:pt x="199" y="509"/>
                </a:lnTo>
                <a:lnTo>
                  <a:pt x="190" y="506"/>
                </a:lnTo>
                <a:lnTo>
                  <a:pt x="181" y="502"/>
                </a:lnTo>
                <a:lnTo>
                  <a:pt x="171" y="498"/>
                </a:lnTo>
                <a:lnTo>
                  <a:pt x="162" y="494"/>
                </a:lnTo>
                <a:lnTo>
                  <a:pt x="154" y="490"/>
                </a:lnTo>
                <a:lnTo>
                  <a:pt x="145" y="485"/>
                </a:lnTo>
                <a:lnTo>
                  <a:pt x="136" y="480"/>
                </a:lnTo>
                <a:lnTo>
                  <a:pt x="128" y="475"/>
                </a:lnTo>
                <a:lnTo>
                  <a:pt x="120" y="470"/>
                </a:lnTo>
                <a:lnTo>
                  <a:pt x="112" y="465"/>
                </a:lnTo>
                <a:lnTo>
                  <a:pt x="105" y="459"/>
                </a:lnTo>
                <a:lnTo>
                  <a:pt x="97" y="453"/>
                </a:lnTo>
                <a:lnTo>
                  <a:pt x="90" y="447"/>
                </a:lnTo>
                <a:lnTo>
                  <a:pt x="83" y="441"/>
                </a:lnTo>
                <a:lnTo>
                  <a:pt x="76" y="435"/>
                </a:lnTo>
                <a:lnTo>
                  <a:pt x="70" y="428"/>
                </a:lnTo>
                <a:lnTo>
                  <a:pt x="63" y="422"/>
                </a:lnTo>
                <a:lnTo>
                  <a:pt x="58" y="415"/>
                </a:lnTo>
                <a:lnTo>
                  <a:pt x="52" y="408"/>
                </a:lnTo>
                <a:lnTo>
                  <a:pt x="46" y="401"/>
                </a:lnTo>
                <a:lnTo>
                  <a:pt x="41" y="394"/>
                </a:lnTo>
                <a:lnTo>
                  <a:pt x="36" y="386"/>
                </a:lnTo>
                <a:lnTo>
                  <a:pt x="32" y="379"/>
                </a:lnTo>
                <a:lnTo>
                  <a:pt x="28" y="371"/>
                </a:lnTo>
                <a:lnTo>
                  <a:pt x="24" y="364"/>
                </a:lnTo>
                <a:lnTo>
                  <a:pt x="20" y="356"/>
                </a:lnTo>
                <a:lnTo>
                  <a:pt x="17" y="348"/>
                </a:lnTo>
                <a:lnTo>
                  <a:pt x="14" y="340"/>
                </a:lnTo>
                <a:lnTo>
                  <a:pt x="11" y="332"/>
                </a:lnTo>
                <a:lnTo>
                  <a:pt x="8" y="324"/>
                </a:lnTo>
                <a:lnTo>
                  <a:pt x="6" y="316"/>
                </a:lnTo>
                <a:lnTo>
                  <a:pt x="5" y="307"/>
                </a:lnTo>
                <a:lnTo>
                  <a:pt x="3" y="299"/>
                </a:lnTo>
                <a:lnTo>
                  <a:pt x="2" y="291"/>
                </a:lnTo>
                <a:lnTo>
                  <a:pt x="1" y="283"/>
                </a:lnTo>
                <a:lnTo>
                  <a:pt x="1" y="274"/>
                </a:lnTo>
                <a:lnTo>
                  <a:pt x="0" y="266"/>
                </a:lnTo>
                <a:lnTo>
                  <a:pt x="1" y="258"/>
                </a:lnTo>
                <a:lnTo>
                  <a:pt x="1" y="249"/>
                </a:lnTo>
                <a:lnTo>
                  <a:pt x="2" y="241"/>
                </a:lnTo>
                <a:lnTo>
                  <a:pt x="3" y="233"/>
                </a:lnTo>
                <a:lnTo>
                  <a:pt x="5" y="225"/>
                </a:lnTo>
                <a:lnTo>
                  <a:pt x="6" y="216"/>
                </a:lnTo>
                <a:lnTo>
                  <a:pt x="8" y="208"/>
                </a:lnTo>
                <a:lnTo>
                  <a:pt x="11" y="200"/>
                </a:lnTo>
                <a:lnTo>
                  <a:pt x="14" y="192"/>
                </a:lnTo>
                <a:lnTo>
                  <a:pt x="17" y="184"/>
                </a:lnTo>
                <a:lnTo>
                  <a:pt x="20" y="176"/>
                </a:lnTo>
                <a:lnTo>
                  <a:pt x="24" y="169"/>
                </a:lnTo>
                <a:lnTo>
                  <a:pt x="28" y="160"/>
                </a:lnTo>
                <a:lnTo>
                  <a:pt x="32" y="152"/>
                </a:lnTo>
                <a:lnTo>
                  <a:pt x="36" y="145"/>
                </a:lnTo>
                <a:lnTo>
                  <a:pt x="41" y="137"/>
                </a:lnTo>
                <a:lnTo>
                  <a:pt x="46" y="130"/>
                </a:lnTo>
                <a:lnTo>
                  <a:pt x="52" y="123"/>
                </a:lnTo>
                <a:lnTo>
                  <a:pt x="58" y="116"/>
                </a:lnTo>
                <a:lnTo>
                  <a:pt x="63" y="109"/>
                </a:lnTo>
                <a:lnTo>
                  <a:pt x="70" y="103"/>
                </a:lnTo>
                <a:lnTo>
                  <a:pt x="76" y="96"/>
                </a:lnTo>
                <a:lnTo>
                  <a:pt x="83" y="90"/>
                </a:lnTo>
                <a:lnTo>
                  <a:pt x="90" y="84"/>
                </a:lnTo>
                <a:lnTo>
                  <a:pt x="97" y="78"/>
                </a:lnTo>
                <a:lnTo>
                  <a:pt x="105" y="72"/>
                </a:lnTo>
                <a:lnTo>
                  <a:pt x="112" y="66"/>
                </a:lnTo>
                <a:lnTo>
                  <a:pt x="120" y="61"/>
                </a:lnTo>
                <a:lnTo>
                  <a:pt x="128" y="56"/>
                </a:lnTo>
                <a:lnTo>
                  <a:pt x="136" y="51"/>
                </a:lnTo>
                <a:lnTo>
                  <a:pt x="145" y="46"/>
                </a:lnTo>
                <a:lnTo>
                  <a:pt x="154" y="41"/>
                </a:lnTo>
                <a:lnTo>
                  <a:pt x="162" y="37"/>
                </a:lnTo>
                <a:lnTo>
                  <a:pt x="171" y="33"/>
                </a:lnTo>
                <a:lnTo>
                  <a:pt x="181" y="29"/>
                </a:lnTo>
                <a:lnTo>
                  <a:pt x="190" y="25"/>
                </a:lnTo>
                <a:lnTo>
                  <a:pt x="199" y="22"/>
                </a:lnTo>
                <a:lnTo>
                  <a:pt x="209" y="19"/>
                </a:lnTo>
                <a:lnTo>
                  <a:pt x="219" y="16"/>
                </a:lnTo>
                <a:lnTo>
                  <a:pt x="228" y="13"/>
                </a:lnTo>
                <a:lnTo>
                  <a:pt x="238" y="11"/>
                </a:lnTo>
                <a:lnTo>
                  <a:pt x="248" y="9"/>
                </a:lnTo>
                <a:lnTo>
                  <a:pt x="258" y="7"/>
                </a:lnTo>
                <a:lnTo>
                  <a:pt x="269" y="5"/>
                </a:lnTo>
                <a:lnTo>
                  <a:pt x="279" y="3"/>
                </a:lnTo>
                <a:lnTo>
                  <a:pt x="289" y="2"/>
                </a:lnTo>
                <a:lnTo>
                  <a:pt x="299" y="1"/>
                </a:lnTo>
                <a:lnTo>
                  <a:pt x="310" y="1"/>
                </a:lnTo>
                <a:lnTo>
                  <a:pt x="320" y="0"/>
                </a:lnTo>
                <a:lnTo>
                  <a:pt x="330" y="0"/>
                </a:lnTo>
                <a:lnTo>
                  <a:pt x="341" y="0"/>
                </a:lnTo>
                <a:lnTo>
                  <a:pt x="351" y="1"/>
                </a:lnTo>
                <a:lnTo>
                  <a:pt x="361" y="1"/>
                </a:lnTo>
                <a:lnTo>
                  <a:pt x="372" y="2"/>
                </a:lnTo>
                <a:lnTo>
                  <a:pt x="382" y="3"/>
                </a:lnTo>
                <a:lnTo>
                  <a:pt x="392" y="5"/>
                </a:lnTo>
                <a:lnTo>
                  <a:pt x="402" y="7"/>
                </a:lnTo>
                <a:lnTo>
                  <a:pt x="412" y="9"/>
                </a:lnTo>
                <a:lnTo>
                  <a:pt x="422" y="11"/>
                </a:lnTo>
                <a:lnTo>
                  <a:pt x="432" y="13"/>
                </a:lnTo>
                <a:lnTo>
                  <a:pt x="442" y="16"/>
                </a:lnTo>
                <a:lnTo>
                  <a:pt x="452" y="19"/>
                </a:lnTo>
                <a:lnTo>
                  <a:pt x="461" y="22"/>
                </a:lnTo>
                <a:lnTo>
                  <a:pt x="471" y="25"/>
                </a:lnTo>
                <a:lnTo>
                  <a:pt x="480" y="29"/>
                </a:lnTo>
                <a:lnTo>
                  <a:pt x="489" y="33"/>
                </a:lnTo>
                <a:lnTo>
                  <a:pt x="498" y="37"/>
                </a:lnTo>
                <a:lnTo>
                  <a:pt x="507" y="41"/>
                </a:lnTo>
                <a:lnTo>
                  <a:pt x="516" y="46"/>
                </a:lnTo>
                <a:lnTo>
                  <a:pt x="524" y="51"/>
                </a:lnTo>
                <a:lnTo>
                  <a:pt x="533" y="56"/>
                </a:lnTo>
                <a:lnTo>
                  <a:pt x="541" y="61"/>
                </a:lnTo>
                <a:lnTo>
                  <a:pt x="549" y="66"/>
                </a:lnTo>
                <a:lnTo>
                  <a:pt x="556" y="72"/>
                </a:lnTo>
                <a:lnTo>
                  <a:pt x="564" y="78"/>
                </a:lnTo>
                <a:lnTo>
                  <a:pt x="571" y="84"/>
                </a:lnTo>
                <a:lnTo>
                  <a:pt x="578" y="90"/>
                </a:lnTo>
                <a:lnTo>
                  <a:pt x="585" y="96"/>
                </a:lnTo>
                <a:lnTo>
                  <a:pt x="591" y="103"/>
                </a:lnTo>
                <a:lnTo>
                  <a:pt x="597" y="109"/>
                </a:lnTo>
                <a:lnTo>
                  <a:pt x="603" y="116"/>
                </a:lnTo>
                <a:lnTo>
                  <a:pt x="609" y="123"/>
                </a:lnTo>
                <a:lnTo>
                  <a:pt x="614" y="130"/>
                </a:lnTo>
                <a:lnTo>
                  <a:pt x="619" y="137"/>
                </a:lnTo>
                <a:lnTo>
                  <a:pt x="624" y="145"/>
                </a:lnTo>
                <a:lnTo>
                  <a:pt x="630" y="152"/>
                </a:lnTo>
                <a:lnTo>
                  <a:pt x="634" y="160"/>
                </a:lnTo>
                <a:lnTo>
                  <a:pt x="638" y="169"/>
                </a:lnTo>
                <a:lnTo>
                  <a:pt x="642" y="176"/>
                </a:lnTo>
                <a:lnTo>
                  <a:pt x="645" y="184"/>
                </a:lnTo>
                <a:lnTo>
                  <a:pt x="648" y="192"/>
                </a:lnTo>
                <a:lnTo>
                  <a:pt x="651" y="200"/>
                </a:lnTo>
                <a:lnTo>
                  <a:pt x="653" y="208"/>
                </a:lnTo>
                <a:lnTo>
                  <a:pt x="655" y="216"/>
                </a:lnTo>
                <a:lnTo>
                  <a:pt x="657" y="225"/>
                </a:lnTo>
                <a:lnTo>
                  <a:pt x="659" y="233"/>
                </a:lnTo>
                <a:lnTo>
                  <a:pt x="660" y="241"/>
                </a:lnTo>
                <a:lnTo>
                  <a:pt x="661" y="249"/>
                </a:lnTo>
                <a:lnTo>
                  <a:pt x="661" y="258"/>
                </a:lnTo>
                <a:lnTo>
                  <a:pt x="661" y="266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3" name=""/>
          <p:cNvSpPr/>
          <p:nvPr/>
        </p:nvSpPr>
        <p:spPr>
          <a:xfrm>
            <a:off x="2738520" y="1748160"/>
            <a:ext cx="242640" cy="194760"/>
          </a:xfrm>
          <a:custGeom>
            <a:avLst/>
            <a:gdLst/>
            <a:ahLst/>
            <a:rect l="0" t="0" r="r" b="b"/>
            <a:pathLst>
              <a:path w="674" h="541">
                <a:moveTo>
                  <a:pt x="667" y="270"/>
                </a:moveTo>
                <a:lnTo>
                  <a:pt x="667" y="262"/>
                </a:lnTo>
                <a:lnTo>
                  <a:pt x="667" y="253"/>
                </a:lnTo>
                <a:lnTo>
                  <a:pt x="666" y="245"/>
                </a:lnTo>
                <a:lnTo>
                  <a:pt x="665" y="237"/>
                </a:lnTo>
                <a:lnTo>
                  <a:pt x="663" y="229"/>
                </a:lnTo>
                <a:lnTo>
                  <a:pt x="661" y="220"/>
                </a:lnTo>
                <a:lnTo>
                  <a:pt x="659" y="212"/>
                </a:lnTo>
                <a:lnTo>
                  <a:pt x="657" y="204"/>
                </a:lnTo>
                <a:lnTo>
                  <a:pt x="654" y="196"/>
                </a:lnTo>
                <a:lnTo>
                  <a:pt x="651" y="188"/>
                </a:lnTo>
                <a:lnTo>
                  <a:pt x="648" y="180"/>
                </a:lnTo>
                <a:lnTo>
                  <a:pt x="644" y="173"/>
                </a:lnTo>
                <a:lnTo>
                  <a:pt x="640" y="165"/>
                </a:lnTo>
                <a:lnTo>
                  <a:pt x="636" y="157"/>
                </a:lnTo>
                <a:lnTo>
                  <a:pt x="631" y="150"/>
                </a:lnTo>
                <a:lnTo>
                  <a:pt x="626" y="142"/>
                </a:lnTo>
                <a:lnTo>
                  <a:pt x="621" y="135"/>
                </a:lnTo>
                <a:lnTo>
                  <a:pt x="616" y="128"/>
                </a:lnTo>
                <a:lnTo>
                  <a:pt x="610" y="121"/>
                </a:lnTo>
                <a:lnTo>
                  <a:pt x="604" y="114"/>
                </a:lnTo>
                <a:lnTo>
                  <a:pt x="598" y="108"/>
                </a:lnTo>
                <a:lnTo>
                  <a:pt x="592" y="101"/>
                </a:lnTo>
                <a:lnTo>
                  <a:pt x="585" y="95"/>
                </a:lnTo>
                <a:lnTo>
                  <a:pt x="578" y="89"/>
                </a:lnTo>
                <a:lnTo>
                  <a:pt x="571" y="83"/>
                </a:lnTo>
                <a:lnTo>
                  <a:pt x="563" y="77"/>
                </a:lnTo>
                <a:lnTo>
                  <a:pt x="556" y="71"/>
                </a:lnTo>
                <a:lnTo>
                  <a:pt x="548" y="66"/>
                </a:lnTo>
                <a:lnTo>
                  <a:pt x="540" y="61"/>
                </a:lnTo>
                <a:lnTo>
                  <a:pt x="531" y="56"/>
                </a:lnTo>
                <a:lnTo>
                  <a:pt x="523" y="51"/>
                </a:lnTo>
                <a:lnTo>
                  <a:pt x="514" y="46"/>
                </a:lnTo>
                <a:lnTo>
                  <a:pt x="505" y="42"/>
                </a:lnTo>
                <a:lnTo>
                  <a:pt x="496" y="38"/>
                </a:lnTo>
                <a:lnTo>
                  <a:pt x="487" y="34"/>
                </a:lnTo>
                <a:lnTo>
                  <a:pt x="478" y="30"/>
                </a:lnTo>
                <a:lnTo>
                  <a:pt x="468" y="27"/>
                </a:lnTo>
                <a:lnTo>
                  <a:pt x="459" y="24"/>
                </a:lnTo>
                <a:lnTo>
                  <a:pt x="449" y="21"/>
                </a:lnTo>
                <a:lnTo>
                  <a:pt x="439" y="18"/>
                </a:lnTo>
                <a:lnTo>
                  <a:pt x="429" y="16"/>
                </a:lnTo>
                <a:lnTo>
                  <a:pt x="419" y="14"/>
                </a:lnTo>
                <a:lnTo>
                  <a:pt x="409" y="12"/>
                </a:lnTo>
                <a:lnTo>
                  <a:pt x="399" y="10"/>
                </a:lnTo>
                <a:lnTo>
                  <a:pt x="389" y="8"/>
                </a:lnTo>
                <a:lnTo>
                  <a:pt x="379" y="7"/>
                </a:lnTo>
                <a:lnTo>
                  <a:pt x="368" y="6"/>
                </a:lnTo>
                <a:lnTo>
                  <a:pt x="358" y="6"/>
                </a:lnTo>
                <a:lnTo>
                  <a:pt x="348" y="5"/>
                </a:lnTo>
                <a:lnTo>
                  <a:pt x="337" y="5"/>
                </a:lnTo>
                <a:lnTo>
                  <a:pt x="327" y="5"/>
                </a:lnTo>
                <a:lnTo>
                  <a:pt x="317" y="6"/>
                </a:lnTo>
                <a:lnTo>
                  <a:pt x="306" y="6"/>
                </a:lnTo>
                <a:lnTo>
                  <a:pt x="296" y="7"/>
                </a:lnTo>
                <a:lnTo>
                  <a:pt x="286" y="8"/>
                </a:lnTo>
                <a:lnTo>
                  <a:pt x="276" y="10"/>
                </a:lnTo>
                <a:lnTo>
                  <a:pt x="265" y="12"/>
                </a:lnTo>
                <a:lnTo>
                  <a:pt x="255" y="14"/>
                </a:lnTo>
                <a:lnTo>
                  <a:pt x="245" y="16"/>
                </a:lnTo>
                <a:lnTo>
                  <a:pt x="235" y="18"/>
                </a:lnTo>
                <a:lnTo>
                  <a:pt x="226" y="21"/>
                </a:lnTo>
                <a:lnTo>
                  <a:pt x="216" y="24"/>
                </a:lnTo>
                <a:lnTo>
                  <a:pt x="206" y="27"/>
                </a:lnTo>
                <a:lnTo>
                  <a:pt x="197" y="30"/>
                </a:lnTo>
                <a:lnTo>
                  <a:pt x="188" y="34"/>
                </a:lnTo>
                <a:lnTo>
                  <a:pt x="178" y="38"/>
                </a:lnTo>
                <a:lnTo>
                  <a:pt x="169" y="42"/>
                </a:lnTo>
                <a:lnTo>
                  <a:pt x="161" y="46"/>
                </a:lnTo>
                <a:lnTo>
                  <a:pt x="152" y="51"/>
                </a:lnTo>
                <a:lnTo>
                  <a:pt x="143" y="56"/>
                </a:lnTo>
                <a:lnTo>
                  <a:pt x="135" y="61"/>
                </a:lnTo>
                <a:lnTo>
                  <a:pt x="126" y="66"/>
                </a:lnTo>
                <a:lnTo>
                  <a:pt x="118" y="71"/>
                </a:lnTo>
                <a:lnTo>
                  <a:pt x="111" y="77"/>
                </a:lnTo>
                <a:lnTo>
                  <a:pt x="103" y="83"/>
                </a:lnTo>
                <a:lnTo>
                  <a:pt x="96" y="89"/>
                </a:lnTo>
                <a:lnTo>
                  <a:pt x="89" y="95"/>
                </a:lnTo>
                <a:lnTo>
                  <a:pt x="82" y="101"/>
                </a:lnTo>
                <a:lnTo>
                  <a:pt x="76" y="108"/>
                </a:lnTo>
                <a:lnTo>
                  <a:pt x="69" y="114"/>
                </a:lnTo>
                <a:lnTo>
                  <a:pt x="64" y="121"/>
                </a:lnTo>
                <a:lnTo>
                  <a:pt x="58" y="128"/>
                </a:lnTo>
                <a:lnTo>
                  <a:pt x="52" y="135"/>
                </a:lnTo>
                <a:lnTo>
                  <a:pt x="47" y="142"/>
                </a:lnTo>
                <a:lnTo>
                  <a:pt x="42" y="150"/>
                </a:lnTo>
                <a:lnTo>
                  <a:pt x="38" y="157"/>
                </a:lnTo>
                <a:lnTo>
                  <a:pt x="34" y="165"/>
                </a:lnTo>
                <a:lnTo>
                  <a:pt x="30" y="173"/>
                </a:lnTo>
                <a:lnTo>
                  <a:pt x="26" y="180"/>
                </a:lnTo>
                <a:lnTo>
                  <a:pt x="23" y="188"/>
                </a:lnTo>
                <a:lnTo>
                  <a:pt x="20" y="196"/>
                </a:lnTo>
                <a:lnTo>
                  <a:pt x="17" y="204"/>
                </a:lnTo>
                <a:lnTo>
                  <a:pt x="14" y="212"/>
                </a:lnTo>
                <a:lnTo>
                  <a:pt x="12" y="220"/>
                </a:lnTo>
                <a:lnTo>
                  <a:pt x="11" y="229"/>
                </a:lnTo>
                <a:lnTo>
                  <a:pt x="9" y="237"/>
                </a:lnTo>
                <a:lnTo>
                  <a:pt x="8" y="245"/>
                </a:lnTo>
                <a:lnTo>
                  <a:pt x="7" y="253"/>
                </a:lnTo>
                <a:lnTo>
                  <a:pt x="7" y="262"/>
                </a:lnTo>
                <a:lnTo>
                  <a:pt x="6" y="270"/>
                </a:lnTo>
                <a:lnTo>
                  <a:pt x="7" y="279"/>
                </a:lnTo>
                <a:lnTo>
                  <a:pt x="7" y="288"/>
                </a:lnTo>
                <a:lnTo>
                  <a:pt x="8" y="296"/>
                </a:lnTo>
                <a:lnTo>
                  <a:pt x="9" y="304"/>
                </a:lnTo>
                <a:lnTo>
                  <a:pt x="11" y="312"/>
                </a:lnTo>
                <a:lnTo>
                  <a:pt x="12" y="321"/>
                </a:lnTo>
                <a:lnTo>
                  <a:pt x="14" y="329"/>
                </a:lnTo>
                <a:lnTo>
                  <a:pt x="17" y="337"/>
                </a:lnTo>
                <a:lnTo>
                  <a:pt x="20" y="345"/>
                </a:lnTo>
                <a:lnTo>
                  <a:pt x="23" y="353"/>
                </a:lnTo>
                <a:lnTo>
                  <a:pt x="26" y="361"/>
                </a:lnTo>
                <a:lnTo>
                  <a:pt x="30" y="369"/>
                </a:lnTo>
                <a:lnTo>
                  <a:pt x="34" y="376"/>
                </a:lnTo>
                <a:lnTo>
                  <a:pt x="38" y="384"/>
                </a:lnTo>
                <a:lnTo>
                  <a:pt x="42" y="391"/>
                </a:lnTo>
                <a:lnTo>
                  <a:pt x="47" y="399"/>
                </a:lnTo>
                <a:lnTo>
                  <a:pt x="52" y="406"/>
                </a:lnTo>
                <a:lnTo>
                  <a:pt x="58" y="413"/>
                </a:lnTo>
                <a:lnTo>
                  <a:pt x="64" y="420"/>
                </a:lnTo>
                <a:lnTo>
                  <a:pt x="69" y="427"/>
                </a:lnTo>
                <a:lnTo>
                  <a:pt x="76" y="433"/>
                </a:lnTo>
                <a:lnTo>
                  <a:pt x="82" y="440"/>
                </a:lnTo>
                <a:lnTo>
                  <a:pt x="89" y="446"/>
                </a:lnTo>
                <a:lnTo>
                  <a:pt x="96" y="452"/>
                </a:lnTo>
                <a:lnTo>
                  <a:pt x="103" y="458"/>
                </a:lnTo>
                <a:lnTo>
                  <a:pt x="111" y="464"/>
                </a:lnTo>
                <a:lnTo>
                  <a:pt x="118" y="470"/>
                </a:lnTo>
                <a:lnTo>
                  <a:pt x="126" y="475"/>
                </a:lnTo>
                <a:lnTo>
                  <a:pt x="135" y="480"/>
                </a:lnTo>
                <a:lnTo>
                  <a:pt x="143" y="485"/>
                </a:lnTo>
                <a:lnTo>
                  <a:pt x="152" y="490"/>
                </a:lnTo>
                <a:lnTo>
                  <a:pt x="161" y="495"/>
                </a:lnTo>
                <a:lnTo>
                  <a:pt x="169" y="499"/>
                </a:lnTo>
                <a:lnTo>
                  <a:pt x="178" y="503"/>
                </a:lnTo>
                <a:lnTo>
                  <a:pt x="188" y="507"/>
                </a:lnTo>
                <a:lnTo>
                  <a:pt x="197" y="511"/>
                </a:lnTo>
                <a:lnTo>
                  <a:pt x="206" y="514"/>
                </a:lnTo>
                <a:lnTo>
                  <a:pt x="216" y="517"/>
                </a:lnTo>
                <a:lnTo>
                  <a:pt x="226" y="520"/>
                </a:lnTo>
                <a:lnTo>
                  <a:pt x="235" y="523"/>
                </a:lnTo>
                <a:lnTo>
                  <a:pt x="245" y="525"/>
                </a:lnTo>
                <a:lnTo>
                  <a:pt x="255" y="528"/>
                </a:lnTo>
                <a:lnTo>
                  <a:pt x="265" y="530"/>
                </a:lnTo>
                <a:lnTo>
                  <a:pt x="276" y="531"/>
                </a:lnTo>
                <a:lnTo>
                  <a:pt x="286" y="533"/>
                </a:lnTo>
                <a:lnTo>
                  <a:pt x="296" y="534"/>
                </a:lnTo>
                <a:lnTo>
                  <a:pt x="306" y="535"/>
                </a:lnTo>
                <a:lnTo>
                  <a:pt x="317" y="535"/>
                </a:lnTo>
                <a:lnTo>
                  <a:pt x="327" y="536"/>
                </a:lnTo>
                <a:lnTo>
                  <a:pt x="337" y="536"/>
                </a:lnTo>
                <a:lnTo>
                  <a:pt x="348" y="536"/>
                </a:lnTo>
                <a:lnTo>
                  <a:pt x="358" y="535"/>
                </a:lnTo>
                <a:lnTo>
                  <a:pt x="368" y="535"/>
                </a:lnTo>
                <a:lnTo>
                  <a:pt x="379" y="534"/>
                </a:lnTo>
                <a:lnTo>
                  <a:pt x="389" y="533"/>
                </a:lnTo>
                <a:lnTo>
                  <a:pt x="399" y="531"/>
                </a:lnTo>
                <a:lnTo>
                  <a:pt x="409" y="530"/>
                </a:lnTo>
                <a:lnTo>
                  <a:pt x="419" y="528"/>
                </a:lnTo>
                <a:lnTo>
                  <a:pt x="429" y="525"/>
                </a:lnTo>
                <a:lnTo>
                  <a:pt x="439" y="523"/>
                </a:lnTo>
                <a:lnTo>
                  <a:pt x="449" y="520"/>
                </a:lnTo>
                <a:lnTo>
                  <a:pt x="459" y="517"/>
                </a:lnTo>
                <a:lnTo>
                  <a:pt x="468" y="514"/>
                </a:lnTo>
                <a:lnTo>
                  <a:pt x="478" y="511"/>
                </a:lnTo>
                <a:lnTo>
                  <a:pt x="487" y="507"/>
                </a:lnTo>
                <a:lnTo>
                  <a:pt x="496" y="503"/>
                </a:lnTo>
                <a:lnTo>
                  <a:pt x="505" y="499"/>
                </a:lnTo>
                <a:lnTo>
                  <a:pt x="514" y="495"/>
                </a:lnTo>
                <a:lnTo>
                  <a:pt x="523" y="490"/>
                </a:lnTo>
                <a:lnTo>
                  <a:pt x="531" y="485"/>
                </a:lnTo>
                <a:lnTo>
                  <a:pt x="540" y="480"/>
                </a:lnTo>
                <a:lnTo>
                  <a:pt x="548" y="475"/>
                </a:lnTo>
                <a:lnTo>
                  <a:pt x="556" y="470"/>
                </a:lnTo>
                <a:lnTo>
                  <a:pt x="563" y="464"/>
                </a:lnTo>
                <a:lnTo>
                  <a:pt x="571" y="458"/>
                </a:lnTo>
                <a:lnTo>
                  <a:pt x="578" y="452"/>
                </a:lnTo>
                <a:lnTo>
                  <a:pt x="585" y="446"/>
                </a:lnTo>
                <a:lnTo>
                  <a:pt x="592" y="440"/>
                </a:lnTo>
                <a:lnTo>
                  <a:pt x="598" y="433"/>
                </a:lnTo>
                <a:lnTo>
                  <a:pt x="604" y="427"/>
                </a:lnTo>
                <a:lnTo>
                  <a:pt x="610" y="420"/>
                </a:lnTo>
                <a:lnTo>
                  <a:pt x="616" y="413"/>
                </a:lnTo>
                <a:lnTo>
                  <a:pt x="621" y="406"/>
                </a:lnTo>
                <a:lnTo>
                  <a:pt x="626" y="399"/>
                </a:lnTo>
                <a:lnTo>
                  <a:pt x="631" y="391"/>
                </a:lnTo>
                <a:lnTo>
                  <a:pt x="636" y="384"/>
                </a:lnTo>
                <a:lnTo>
                  <a:pt x="640" y="376"/>
                </a:lnTo>
                <a:lnTo>
                  <a:pt x="644" y="369"/>
                </a:lnTo>
                <a:lnTo>
                  <a:pt x="648" y="361"/>
                </a:lnTo>
                <a:lnTo>
                  <a:pt x="651" y="353"/>
                </a:lnTo>
                <a:lnTo>
                  <a:pt x="654" y="345"/>
                </a:lnTo>
                <a:lnTo>
                  <a:pt x="657" y="337"/>
                </a:lnTo>
                <a:lnTo>
                  <a:pt x="659" y="329"/>
                </a:lnTo>
                <a:lnTo>
                  <a:pt x="661" y="321"/>
                </a:lnTo>
                <a:lnTo>
                  <a:pt x="663" y="312"/>
                </a:lnTo>
                <a:lnTo>
                  <a:pt x="665" y="304"/>
                </a:lnTo>
                <a:lnTo>
                  <a:pt x="666" y="296"/>
                </a:lnTo>
                <a:lnTo>
                  <a:pt x="667" y="288"/>
                </a:lnTo>
                <a:lnTo>
                  <a:pt x="667" y="279"/>
                </a:lnTo>
                <a:lnTo>
                  <a:pt x="667" y="270"/>
                </a:lnTo>
                <a:moveTo>
                  <a:pt x="674" y="270"/>
                </a:moveTo>
                <a:lnTo>
                  <a:pt x="674" y="280"/>
                </a:lnTo>
                <a:lnTo>
                  <a:pt x="673" y="288"/>
                </a:lnTo>
                <a:lnTo>
                  <a:pt x="673" y="297"/>
                </a:lnTo>
                <a:lnTo>
                  <a:pt x="671" y="305"/>
                </a:lnTo>
                <a:lnTo>
                  <a:pt x="670" y="313"/>
                </a:lnTo>
                <a:lnTo>
                  <a:pt x="668" y="322"/>
                </a:lnTo>
                <a:lnTo>
                  <a:pt x="666" y="330"/>
                </a:lnTo>
                <a:lnTo>
                  <a:pt x="664" y="338"/>
                </a:lnTo>
                <a:lnTo>
                  <a:pt x="661" y="347"/>
                </a:lnTo>
                <a:lnTo>
                  <a:pt x="658" y="355"/>
                </a:lnTo>
                <a:lnTo>
                  <a:pt x="654" y="363"/>
                </a:lnTo>
                <a:lnTo>
                  <a:pt x="650" y="371"/>
                </a:lnTo>
                <a:lnTo>
                  <a:pt x="646" y="378"/>
                </a:lnTo>
                <a:lnTo>
                  <a:pt x="642" y="386"/>
                </a:lnTo>
                <a:lnTo>
                  <a:pt x="637" y="394"/>
                </a:lnTo>
                <a:lnTo>
                  <a:pt x="632" y="401"/>
                </a:lnTo>
                <a:lnTo>
                  <a:pt x="627" y="409"/>
                </a:lnTo>
                <a:lnTo>
                  <a:pt x="622" y="416"/>
                </a:lnTo>
                <a:lnTo>
                  <a:pt x="616" y="423"/>
                </a:lnTo>
                <a:lnTo>
                  <a:pt x="610" y="430"/>
                </a:lnTo>
                <a:lnTo>
                  <a:pt x="603" y="437"/>
                </a:lnTo>
                <a:lnTo>
                  <a:pt x="597" y="443"/>
                </a:lnTo>
                <a:lnTo>
                  <a:pt x="590" y="450"/>
                </a:lnTo>
                <a:lnTo>
                  <a:pt x="583" y="456"/>
                </a:lnTo>
                <a:lnTo>
                  <a:pt x="576" y="462"/>
                </a:lnTo>
                <a:lnTo>
                  <a:pt x="568" y="468"/>
                </a:lnTo>
                <a:lnTo>
                  <a:pt x="560" y="474"/>
                </a:lnTo>
                <a:lnTo>
                  <a:pt x="552" y="479"/>
                </a:lnTo>
                <a:lnTo>
                  <a:pt x="544" y="485"/>
                </a:lnTo>
                <a:lnTo>
                  <a:pt x="535" y="490"/>
                </a:lnTo>
                <a:lnTo>
                  <a:pt x="527" y="495"/>
                </a:lnTo>
                <a:lnTo>
                  <a:pt x="518" y="499"/>
                </a:lnTo>
                <a:lnTo>
                  <a:pt x="509" y="504"/>
                </a:lnTo>
                <a:lnTo>
                  <a:pt x="500" y="508"/>
                </a:lnTo>
                <a:lnTo>
                  <a:pt x="490" y="512"/>
                </a:lnTo>
                <a:lnTo>
                  <a:pt x="481" y="516"/>
                </a:lnTo>
                <a:lnTo>
                  <a:pt x="471" y="519"/>
                </a:lnTo>
                <a:lnTo>
                  <a:pt x="461" y="522"/>
                </a:lnTo>
                <a:lnTo>
                  <a:pt x="451" y="525"/>
                </a:lnTo>
                <a:lnTo>
                  <a:pt x="441" y="528"/>
                </a:lnTo>
                <a:lnTo>
                  <a:pt x="431" y="531"/>
                </a:lnTo>
                <a:lnTo>
                  <a:pt x="421" y="533"/>
                </a:lnTo>
                <a:lnTo>
                  <a:pt x="411" y="535"/>
                </a:lnTo>
                <a:lnTo>
                  <a:pt x="400" y="537"/>
                </a:lnTo>
                <a:lnTo>
                  <a:pt x="390" y="538"/>
                </a:lnTo>
                <a:lnTo>
                  <a:pt x="380" y="539"/>
                </a:lnTo>
                <a:lnTo>
                  <a:pt x="369" y="540"/>
                </a:lnTo>
                <a:lnTo>
                  <a:pt x="358" y="541"/>
                </a:lnTo>
                <a:lnTo>
                  <a:pt x="348" y="541"/>
                </a:lnTo>
                <a:lnTo>
                  <a:pt x="337" y="541"/>
                </a:lnTo>
                <a:lnTo>
                  <a:pt x="327" y="541"/>
                </a:lnTo>
                <a:lnTo>
                  <a:pt x="316" y="541"/>
                </a:lnTo>
                <a:lnTo>
                  <a:pt x="306" y="540"/>
                </a:lnTo>
                <a:lnTo>
                  <a:pt x="295" y="539"/>
                </a:lnTo>
                <a:lnTo>
                  <a:pt x="285" y="538"/>
                </a:lnTo>
                <a:lnTo>
                  <a:pt x="274" y="537"/>
                </a:lnTo>
                <a:lnTo>
                  <a:pt x="264" y="535"/>
                </a:lnTo>
                <a:lnTo>
                  <a:pt x="254" y="533"/>
                </a:lnTo>
                <a:lnTo>
                  <a:pt x="243" y="531"/>
                </a:lnTo>
                <a:lnTo>
                  <a:pt x="233" y="528"/>
                </a:lnTo>
                <a:lnTo>
                  <a:pt x="223" y="525"/>
                </a:lnTo>
                <a:lnTo>
                  <a:pt x="213" y="522"/>
                </a:lnTo>
                <a:lnTo>
                  <a:pt x="204" y="519"/>
                </a:lnTo>
                <a:lnTo>
                  <a:pt x="194" y="516"/>
                </a:lnTo>
                <a:lnTo>
                  <a:pt x="184" y="512"/>
                </a:lnTo>
                <a:lnTo>
                  <a:pt x="175" y="508"/>
                </a:lnTo>
                <a:lnTo>
                  <a:pt x="166" y="504"/>
                </a:lnTo>
                <a:lnTo>
                  <a:pt x="157" y="499"/>
                </a:lnTo>
                <a:lnTo>
                  <a:pt x="148" y="495"/>
                </a:lnTo>
                <a:lnTo>
                  <a:pt x="139" y="490"/>
                </a:lnTo>
                <a:lnTo>
                  <a:pt x="130" y="485"/>
                </a:lnTo>
                <a:lnTo>
                  <a:pt x="122" y="479"/>
                </a:lnTo>
                <a:lnTo>
                  <a:pt x="114" y="474"/>
                </a:lnTo>
                <a:lnTo>
                  <a:pt x="106" y="468"/>
                </a:lnTo>
                <a:lnTo>
                  <a:pt x="98" y="462"/>
                </a:lnTo>
                <a:lnTo>
                  <a:pt x="91" y="456"/>
                </a:lnTo>
                <a:lnTo>
                  <a:pt x="84" y="450"/>
                </a:lnTo>
                <a:lnTo>
                  <a:pt x="77" y="443"/>
                </a:lnTo>
                <a:lnTo>
                  <a:pt x="70" y="437"/>
                </a:lnTo>
                <a:lnTo>
                  <a:pt x="64" y="430"/>
                </a:lnTo>
                <a:lnTo>
                  <a:pt x="58" y="423"/>
                </a:lnTo>
                <a:lnTo>
                  <a:pt x="52" y="416"/>
                </a:lnTo>
                <a:lnTo>
                  <a:pt x="46" y="409"/>
                </a:lnTo>
                <a:lnTo>
                  <a:pt x="41" y="401"/>
                </a:lnTo>
                <a:lnTo>
                  <a:pt x="36" y="394"/>
                </a:lnTo>
                <a:lnTo>
                  <a:pt x="32" y="386"/>
                </a:lnTo>
                <a:lnTo>
                  <a:pt x="27" y="378"/>
                </a:lnTo>
                <a:lnTo>
                  <a:pt x="23" y="371"/>
                </a:lnTo>
                <a:lnTo>
                  <a:pt x="19" y="363"/>
                </a:lnTo>
                <a:lnTo>
                  <a:pt x="16" y="355"/>
                </a:lnTo>
                <a:lnTo>
                  <a:pt x="13" y="347"/>
                </a:lnTo>
                <a:lnTo>
                  <a:pt x="10" y="338"/>
                </a:lnTo>
                <a:lnTo>
                  <a:pt x="8" y="330"/>
                </a:lnTo>
                <a:lnTo>
                  <a:pt x="6" y="322"/>
                </a:lnTo>
                <a:lnTo>
                  <a:pt x="4" y="313"/>
                </a:lnTo>
                <a:lnTo>
                  <a:pt x="2" y="305"/>
                </a:lnTo>
                <a:lnTo>
                  <a:pt x="1" y="297"/>
                </a:lnTo>
                <a:lnTo>
                  <a:pt x="0" y="288"/>
                </a:lnTo>
                <a:lnTo>
                  <a:pt x="0" y="280"/>
                </a:lnTo>
                <a:lnTo>
                  <a:pt x="0" y="270"/>
                </a:lnTo>
                <a:lnTo>
                  <a:pt x="0" y="262"/>
                </a:lnTo>
                <a:lnTo>
                  <a:pt x="0" y="253"/>
                </a:lnTo>
                <a:lnTo>
                  <a:pt x="1" y="245"/>
                </a:lnTo>
                <a:lnTo>
                  <a:pt x="2" y="236"/>
                </a:lnTo>
                <a:lnTo>
                  <a:pt x="4" y="228"/>
                </a:lnTo>
                <a:lnTo>
                  <a:pt x="6" y="219"/>
                </a:lnTo>
                <a:lnTo>
                  <a:pt x="8" y="211"/>
                </a:lnTo>
                <a:lnTo>
                  <a:pt x="10" y="203"/>
                </a:lnTo>
                <a:lnTo>
                  <a:pt x="13" y="195"/>
                </a:lnTo>
                <a:lnTo>
                  <a:pt x="16" y="187"/>
                </a:lnTo>
                <a:lnTo>
                  <a:pt x="19" y="178"/>
                </a:lnTo>
                <a:lnTo>
                  <a:pt x="23" y="171"/>
                </a:lnTo>
                <a:lnTo>
                  <a:pt x="27" y="163"/>
                </a:lnTo>
                <a:lnTo>
                  <a:pt x="32" y="155"/>
                </a:lnTo>
                <a:lnTo>
                  <a:pt x="36" y="147"/>
                </a:lnTo>
                <a:lnTo>
                  <a:pt x="41" y="140"/>
                </a:lnTo>
                <a:lnTo>
                  <a:pt x="46" y="132"/>
                </a:lnTo>
                <a:lnTo>
                  <a:pt x="52" y="125"/>
                </a:lnTo>
                <a:lnTo>
                  <a:pt x="58" y="118"/>
                </a:lnTo>
                <a:lnTo>
                  <a:pt x="64" y="111"/>
                </a:lnTo>
                <a:lnTo>
                  <a:pt x="70" y="104"/>
                </a:lnTo>
                <a:lnTo>
                  <a:pt x="77" y="98"/>
                </a:lnTo>
                <a:lnTo>
                  <a:pt x="84" y="91"/>
                </a:lnTo>
                <a:lnTo>
                  <a:pt x="91" y="85"/>
                </a:lnTo>
                <a:lnTo>
                  <a:pt x="98" y="79"/>
                </a:lnTo>
                <a:lnTo>
                  <a:pt x="106" y="73"/>
                </a:lnTo>
                <a:lnTo>
                  <a:pt x="114" y="67"/>
                </a:lnTo>
                <a:lnTo>
                  <a:pt x="122" y="62"/>
                </a:lnTo>
                <a:lnTo>
                  <a:pt x="130" y="56"/>
                </a:lnTo>
                <a:lnTo>
                  <a:pt x="139" y="51"/>
                </a:lnTo>
                <a:lnTo>
                  <a:pt x="148" y="46"/>
                </a:lnTo>
                <a:lnTo>
                  <a:pt x="157" y="42"/>
                </a:lnTo>
                <a:lnTo>
                  <a:pt x="166" y="37"/>
                </a:lnTo>
                <a:lnTo>
                  <a:pt x="175" y="33"/>
                </a:lnTo>
                <a:lnTo>
                  <a:pt x="184" y="29"/>
                </a:lnTo>
                <a:lnTo>
                  <a:pt x="194" y="25"/>
                </a:lnTo>
                <a:lnTo>
                  <a:pt x="204" y="22"/>
                </a:lnTo>
                <a:lnTo>
                  <a:pt x="213" y="19"/>
                </a:lnTo>
                <a:lnTo>
                  <a:pt x="223" y="16"/>
                </a:lnTo>
                <a:lnTo>
                  <a:pt x="233" y="13"/>
                </a:lnTo>
                <a:lnTo>
                  <a:pt x="243" y="10"/>
                </a:lnTo>
                <a:lnTo>
                  <a:pt x="254" y="8"/>
                </a:lnTo>
                <a:lnTo>
                  <a:pt x="264" y="6"/>
                </a:lnTo>
                <a:lnTo>
                  <a:pt x="274" y="4"/>
                </a:lnTo>
                <a:lnTo>
                  <a:pt x="285" y="3"/>
                </a:lnTo>
                <a:lnTo>
                  <a:pt x="295" y="2"/>
                </a:lnTo>
                <a:lnTo>
                  <a:pt x="306" y="1"/>
                </a:lnTo>
                <a:lnTo>
                  <a:pt x="316" y="0"/>
                </a:lnTo>
                <a:lnTo>
                  <a:pt x="327" y="0"/>
                </a:lnTo>
                <a:lnTo>
                  <a:pt x="337" y="0"/>
                </a:lnTo>
                <a:lnTo>
                  <a:pt x="348" y="0"/>
                </a:lnTo>
                <a:lnTo>
                  <a:pt x="358" y="0"/>
                </a:lnTo>
                <a:lnTo>
                  <a:pt x="369" y="1"/>
                </a:lnTo>
                <a:lnTo>
                  <a:pt x="380" y="2"/>
                </a:lnTo>
                <a:lnTo>
                  <a:pt x="390" y="3"/>
                </a:lnTo>
                <a:lnTo>
                  <a:pt x="400" y="4"/>
                </a:lnTo>
                <a:lnTo>
                  <a:pt x="411" y="6"/>
                </a:lnTo>
                <a:lnTo>
                  <a:pt x="421" y="8"/>
                </a:lnTo>
                <a:lnTo>
                  <a:pt x="431" y="10"/>
                </a:lnTo>
                <a:lnTo>
                  <a:pt x="441" y="13"/>
                </a:lnTo>
                <a:lnTo>
                  <a:pt x="451" y="16"/>
                </a:lnTo>
                <a:lnTo>
                  <a:pt x="461" y="19"/>
                </a:lnTo>
                <a:lnTo>
                  <a:pt x="471" y="22"/>
                </a:lnTo>
                <a:lnTo>
                  <a:pt x="481" y="25"/>
                </a:lnTo>
                <a:lnTo>
                  <a:pt x="490" y="29"/>
                </a:lnTo>
                <a:lnTo>
                  <a:pt x="500" y="33"/>
                </a:lnTo>
                <a:lnTo>
                  <a:pt x="509" y="37"/>
                </a:lnTo>
                <a:lnTo>
                  <a:pt x="518" y="42"/>
                </a:lnTo>
                <a:lnTo>
                  <a:pt x="527" y="46"/>
                </a:lnTo>
                <a:lnTo>
                  <a:pt x="535" y="51"/>
                </a:lnTo>
                <a:lnTo>
                  <a:pt x="544" y="56"/>
                </a:lnTo>
                <a:lnTo>
                  <a:pt x="552" y="62"/>
                </a:lnTo>
                <a:lnTo>
                  <a:pt x="560" y="67"/>
                </a:lnTo>
                <a:lnTo>
                  <a:pt x="568" y="73"/>
                </a:lnTo>
                <a:lnTo>
                  <a:pt x="576" y="79"/>
                </a:lnTo>
                <a:lnTo>
                  <a:pt x="583" y="85"/>
                </a:lnTo>
                <a:lnTo>
                  <a:pt x="590" y="91"/>
                </a:lnTo>
                <a:lnTo>
                  <a:pt x="597" y="98"/>
                </a:lnTo>
                <a:lnTo>
                  <a:pt x="603" y="104"/>
                </a:lnTo>
                <a:lnTo>
                  <a:pt x="610" y="111"/>
                </a:lnTo>
                <a:lnTo>
                  <a:pt x="616" y="118"/>
                </a:lnTo>
                <a:lnTo>
                  <a:pt x="622" y="125"/>
                </a:lnTo>
                <a:lnTo>
                  <a:pt x="627" y="132"/>
                </a:lnTo>
                <a:lnTo>
                  <a:pt x="632" y="140"/>
                </a:lnTo>
                <a:lnTo>
                  <a:pt x="637" y="147"/>
                </a:lnTo>
                <a:lnTo>
                  <a:pt x="642" y="155"/>
                </a:lnTo>
                <a:lnTo>
                  <a:pt x="646" y="163"/>
                </a:lnTo>
                <a:lnTo>
                  <a:pt x="650" y="171"/>
                </a:lnTo>
                <a:lnTo>
                  <a:pt x="654" y="178"/>
                </a:lnTo>
                <a:lnTo>
                  <a:pt x="658" y="187"/>
                </a:lnTo>
                <a:lnTo>
                  <a:pt x="661" y="195"/>
                </a:lnTo>
                <a:lnTo>
                  <a:pt x="664" y="203"/>
                </a:lnTo>
                <a:lnTo>
                  <a:pt x="666" y="211"/>
                </a:lnTo>
                <a:lnTo>
                  <a:pt x="668" y="219"/>
                </a:lnTo>
                <a:lnTo>
                  <a:pt x="670" y="228"/>
                </a:lnTo>
                <a:lnTo>
                  <a:pt x="671" y="236"/>
                </a:lnTo>
                <a:lnTo>
                  <a:pt x="673" y="245"/>
                </a:lnTo>
                <a:lnTo>
                  <a:pt x="673" y="253"/>
                </a:lnTo>
                <a:lnTo>
                  <a:pt x="674" y="262"/>
                </a:lnTo>
                <a:lnTo>
                  <a:pt x="674" y="27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4" name=""/>
          <p:cNvSpPr/>
          <p:nvPr/>
        </p:nvSpPr>
        <p:spPr>
          <a:xfrm>
            <a:off x="2737440" y="1747440"/>
            <a:ext cx="244440" cy="196200"/>
          </a:xfrm>
          <a:custGeom>
            <a:avLst/>
            <a:gdLst/>
            <a:ahLst/>
            <a:rect l="0" t="0" r="r" b="b"/>
            <a:pathLst>
              <a:path w="679" h="545">
                <a:moveTo>
                  <a:pt x="677" y="272"/>
                </a:moveTo>
                <a:lnTo>
                  <a:pt x="677" y="264"/>
                </a:lnTo>
                <a:lnTo>
                  <a:pt x="676" y="255"/>
                </a:lnTo>
                <a:lnTo>
                  <a:pt x="676" y="247"/>
                </a:lnTo>
                <a:lnTo>
                  <a:pt x="674" y="238"/>
                </a:lnTo>
                <a:lnTo>
                  <a:pt x="673" y="230"/>
                </a:lnTo>
                <a:lnTo>
                  <a:pt x="671" y="221"/>
                </a:lnTo>
                <a:lnTo>
                  <a:pt x="669" y="213"/>
                </a:lnTo>
                <a:lnTo>
                  <a:pt x="667" y="205"/>
                </a:lnTo>
                <a:lnTo>
                  <a:pt x="664" y="197"/>
                </a:lnTo>
                <a:lnTo>
                  <a:pt x="661" y="189"/>
                </a:lnTo>
                <a:lnTo>
                  <a:pt x="657" y="180"/>
                </a:lnTo>
                <a:lnTo>
                  <a:pt x="653" y="173"/>
                </a:lnTo>
                <a:lnTo>
                  <a:pt x="649" y="165"/>
                </a:lnTo>
                <a:lnTo>
                  <a:pt x="645" y="157"/>
                </a:lnTo>
                <a:lnTo>
                  <a:pt x="640" y="149"/>
                </a:lnTo>
                <a:lnTo>
                  <a:pt x="635" y="142"/>
                </a:lnTo>
                <a:lnTo>
                  <a:pt x="630" y="134"/>
                </a:lnTo>
                <a:lnTo>
                  <a:pt x="625" y="127"/>
                </a:lnTo>
                <a:lnTo>
                  <a:pt x="619" y="120"/>
                </a:lnTo>
                <a:lnTo>
                  <a:pt x="613" y="113"/>
                </a:lnTo>
                <a:lnTo>
                  <a:pt x="606" y="106"/>
                </a:lnTo>
                <a:lnTo>
                  <a:pt x="600" y="100"/>
                </a:lnTo>
                <a:lnTo>
                  <a:pt x="593" y="93"/>
                </a:lnTo>
                <a:lnTo>
                  <a:pt x="586" y="87"/>
                </a:lnTo>
                <a:lnTo>
                  <a:pt x="579" y="81"/>
                </a:lnTo>
                <a:lnTo>
                  <a:pt x="571" y="75"/>
                </a:lnTo>
                <a:lnTo>
                  <a:pt x="563" y="69"/>
                </a:lnTo>
                <a:lnTo>
                  <a:pt x="555" y="64"/>
                </a:lnTo>
                <a:lnTo>
                  <a:pt x="547" y="58"/>
                </a:lnTo>
                <a:lnTo>
                  <a:pt x="538" y="53"/>
                </a:lnTo>
                <a:lnTo>
                  <a:pt x="530" y="48"/>
                </a:lnTo>
                <a:lnTo>
                  <a:pt x="521" y="44"/>
                </a:lnTo>
                <a:lnTo>
                  <a:pt x="512" y="39"/>
                </a:lnTo>
                <a:lnTo>
                  <a:pt x="503" y="35"/>
                </a:lnTo>
                <a:lnTo>
                  <a:pt x="493" y="31"/>
                </a:lnTo>
                <a:lnTo>
                  <a:pt x="484" y="27"/>
                </a:lnTo>
                <a:lnTo>
                  <a:pt x="474" y="24"/>
                </a:lnTo>
                <a:lnTo>
                  <a:pt x="464" y="21"/>
                </a:lnTo>
                <a:lnTo>
                  <a:pt x="454" y="18"/>
                </a:lnTo>
                <a:lnTo>
                  <a:pt x="444" y="15"/>
                </a:lnTo>
                <a:lnTo>
                  <a:pt x="434" y="12"/>
                </a:lnTo>
                <a:lnTo>
                  <a:pt x="424" y="10"/>
                </a:lnTo>
                <a:lnTo>
                  <a:pt x="414" y="8"/>
                </a:lnTo>
                <a:lnTo>
                  <a:pt x="403" y="6"/>
                </a:lnTo>
                <a:lnTo>
                  <a:pt x="393" y="5"/>
                </a:lnTo>
                <a:lnTo>
                  <a:pt x="383" y="4"/>
                </a:lnTo>
                <a:lnTo>
                  <a:pt x="372" y="3"/>
                </a:lnTo>
                <a:lnTo>
                  <a:pt x="361" y="2"/>
                </a:lnTo>
                <a:lnTo>
                  <a:pt x="351" y="2"/>
                </a:lnTo>
                <a:lnTo>
                  <a:pt x="340" y="2"/>
                </a:lnTo>
                <a:lnTo>
                  <a:pt x="330" y="2"/>
                </a:lnTo>
                <a:lnTo>
                  <a:pt x="319" y="2"/>
                </a:lnTo>
                <a:lnTo>
                  <a:pt x="309" y="3"/>
                </a:lnTo>
                <a:lnTo>
                  <a:pt x="298" y="4"/>
                </a:lnTo>
                <a:lnTo>
                  <a:pt x="288" y="5"/>
                </a:lnTo>
                <a:lnTo>
                  <a:pt x="277" y="6"/>
                </a:lnTo>
                <a:lnTo>
                  <a:pt x="267" y="8"/>
                </a:lnTo>
                <a:lnTo>
                  <a:pt x="257" y="10"/>
                </a:lnTo>
                <a:lnTo>
                  <a:pt x="246" y="12"/>
                </a:lnTo>
                <a:lnTo>
                  <a:pt x="236" y="15"/>
                </a:lnTo>
                <a:lnTo>
                  <a:pt x="226" y="18"/>
                </a:lnTo>
                <a:lnTo>
                  <a:pt x="216" y="21"/>
                </a:lnTo>
                <a:lnTo>
                  <a:pt x="207" y="24"/>
                </a:lnTo>
                <a:lnTo>
                  <a:pt x="197" y="27"/>
                </a:lnTo>
                <a:lnTo>
                  <a:pt x="186" y="31"/>
                </a:lnTo>
                <a:lnTo>
                  <a:pt x="177" y="35"/>
                </a:lnTo>
                <a:lnTo>
                  <a:pt x="168" y="39"/>
                </a:lnTo>
                <a:lnTo>
                  <a:pt x="159" y="44"/>
                </a:lnTo>
                <a:lnTo>
                  <a:pt x="150" y="48"/>
                </a:lnTo>
                <a:lnTo>
                  <a:pt x="141" y="53"/>
                </a:lnTo>
                <a:lnTo>
                  <a:pt x="133" y="58"/>
                </a:lnTo>
                <a:lnTo>
                  <a:pt x="125" y="64"/>
                </a:lnTo>
                <a:lnTo>
                  <a:pt x="117" y="69"/>
                </a:lnTo>
                <a:lnTo>
                  <a:pt x="109" y="75"/>
                </a:lnTo>
                <a:lnTo>
                  <a:pt x="101" y="81"/>
                </a:lnTo>
                <a:lnTo>
                  <a:pt x="94" y="87"/>
                </a:lnTo>
                <a:lnTo>
                  <a:pt x="87" y="93"/>
                </a:lnTo>
                <a:lnTo>
                  <a:pt x="80" y="100"/>
                </a:lnTo>
                <a:lnTo>
                  <a:pt x="73" y="106"/>
                </a:lnTo>
                <a:lnTo>
                  <a:pt x="67" y="113"/>
                </a:lnTo>
                <a:lnTo>
                  <a:pt x="61" y="120"/>
                </a:lnTo>
                <a:lnTo>
                  <a:pt x="55" y="127"/>
                </a:lnTo>
                <a:lnTo>
                  <a:pt x="49" y="134"/>
                </a:lnTo>
                <a:lnTo>
                  <a:pt x="44" y="142"/>
                </a:lnTo>
                <a:lnTo>
                  <a:pt x="39" y="149"/>
                </a:lnTo>
                <a:lnTo>
                  <a:pt x="35" y="157"/>
                </a:lnTo>
                <a:lnTo>
                  <a:pt x="30" y="165"/>
                </a:lnTo>
                <a:lnTo>
                  <a:pt x="26" y="173"/>
                </a:lnTo>
                <a:lnTo>
                  <a:pt x="22" y="180"/>
                </a:lnTo>
                <a:lnTo>
                  <a:pt x="19" y="189"/>
                </a:lnTo>
                <a:lnTo>
                  <a:pt x="16" y="197"/>
                </a:lnTo>
                <a:lnTo>
                  <a:pt x="13" y="205"/>
                </a:lnTo>
                <a:lnTo>
                  <a:pt x="11" y="213"/>
                </a:lnTo>
                <a:lnTo>
                  <a:pt x="9" y="221"/>
                </a:lnTo>
                <a:lnTo>
                  <a:pt x="7" y="230"/>
                </a:lnTo>
                <a:lnTo>
                  <a:pt x="5" y="238"/>
                </a:lnTo>
                <a:lnTo>
                  <a:pt x="4" y="247"/>
                </a:lnTo>
                <a:lnTo>
                  <a:pt x="3" y="255"/>
                </a:lnTo>
                <a:lnTo>
                  <a:pt x="3" y="264"/>
                </a:lnTo>
                <a:lnTo>
                  <a:pt x="3" y="272"/>
                </a:lnTo>
                <a:lnTo>
                  <a:pt x="3" y="281"/>
                </a:lnTo>
                <a:lnTo>
                  <a:pt x="3" y="289"/>
                </a:lnTo>
                <a:lnTo>
                  <a:pt x="4" y="298"/>
                </a:lnTo>
                <a:lnTo>
                  <a:pt x="5" y="306"/>
                </a:lnTo>
                <a:lnTo>
                  <a:pt x="7" y="315"/>
                </a:lnTo>
                <a:lnTo>
                  <a:pt x="9" y="324"/>
                </a:lnTo>
                <a:lnTo>
                  <a:pt x="11" y="332"/>
                </a:lnTo>
                <a:lnTo>
                  <a:pt x="13" y="340"/>
                </a:lnTo>
                <a:lnTo>
                  <a:pt x="16" y="349"/>
                </a:lnTo>
                <a:lnTo>
                  <a:pt x="19" y="357"/>
                </a:lnTo>
                <a:lnTo>
                  <a:pt x="22" y="365"/>
                </a:lnTo>
                <a:lnTo>
                  <a:pt x="26" y="373"/>
                </a:lnTo>
                <a:lnTo>
                  <a:pt x="30" y="380"/>
                </a:lnTo>
                <a:lnTo>
                  <a:pt x="35" y="388"/>
                </a:lnTo>
                <a:lnTo>
                  <a:pt x="39" y="396"/>
                </a:lnTo>
                <a:lnTo>
                  <a:pt x="44" y="403"/>
                </a:lnTo>
                <a:lnTo>
                  <a:pt x="49" y="411"/>
                </a:lnTo>
                <a:lnTo>
                  <a:pt x="55" y="418"/>
                </a:lnTo>
                <a:lnTo>
                  <a:pt x="61" y="425"/>
                </a:lnTo>
                <a:lnTo>
                  <a:pt x="67" y="432"/>
                </a:lnTo>
                <a:lnTo>
                  <a:pt x="73" y="439"/>
                </a:lnTo>
                <a:lnTo>
                  <a:pt x="80" y="445"/>
                </a:lnTo>
                <a:lnTo>
                  <a:pt x="87" y="452"/>
                </a:lnTo>
                <a:lnTo>
                  <a:pt x="94" y="458"/>
                </a:lnTo>
                <a:lnTo>
                  <a:pt x="101" y="464"/>
                </a:lnTo>
                <a:lnTo>
                  <a:pt x="109" y="470"/>
                </a:lnTo>
                <a:lnTo>
                  <a:pt x="117" y="476"/>
                </a:lnTo>
                <a:lnTo>
                  <a:pt x="125" y="481"/>
                </a:lnTo>
                <a:lnTo>
                  <a:pt x="133" y="487"/>
                </a:lnTo>
                <a:lnTo>
                  <a:pt x="141" y="492"/>
                </a:lnTo>
                <a:lnTo>
                  <a:pt x="150" y="497"/>
                </a:lnTo>
                <a:lnTo>
                  <a:pt x="159" y="501"/>
                </a:lnTo>
                <a:lnTo>
                  <a:pt x="168" y="506"/>
                </a:lnTo>
                <a:lnTo>
                  <a:pt x="177" y="510"/>
                </a:lnTo>
                <a:lnTo>
                  <a:pt x="186" y="514"/>
                </a:lnTo>
                <a:lnTo>
                  <a:pt x="197" y="518"/>
                </a:lnTo>
                <a:lnTo>
                  <a:pt x="207" y="521"/>
                </a:lnTo>
                <a:lnTo>
                  <a:pt x="216" y="524"/>
                </a:lnTo>
                <a:lnTo>
                  <a:pt x="226" y="527"/>
                </a:lnTo>
                <a:lnTo>
                  <a:pt x="236" y="530"/>
                </a:lnTo>
                <a:lnTo>
                  <a:pt x="246" y="533"/>
                </a:lnTo>
                <a:lnTo>
                  <a:pt x="257" y="535"/>
                </a:lnTo>
                <a:lnTo>
                  <a:pt x="267" y="537"/>
                </a:lnTo>
                <a:lnTo>
                  <a:pt x="277" y="539"/>
                </a:lnTo>
                <a:lnTo>
                  <a:pt x="288" y="540"/>
                </a:lnTo>
                <a:lnTo>
                  <a:pt x="298" y="541"/>
                </a:lnTo>
                <a:lnTo>
                  <a:pt x="309" y="542"/>
                </a:lnTo>
                <a:lnTo>
                  <a:pt x="319" y="543"/>
                </a:lnTo>
                <a:lnTo>
                  <a:pt x="330" y="543"/>
                </a:lnTo>
                <a:lnTo>
                  <a:pt x="340" y="543"/>
                </a:lnTo>
                <a:lnTo>
                  <a:pt x="351" y="543"/>
                </a:lnTo>
                <a:lnTo>
                  <a:pt x="361" y="543"/>
                </a:lnTo>
                <a:lnTo>
                  <a:pt x="372" y="542"/>
                </a:lnTo>
                <a:lnTo>
                  <a:pt x="383" y="541"/>
                </a:lnTo>
                <a:lnTo>
                  <a:pt x="393" y="540"/>
                </a:lnTo>
                <a:lnTo>
                  <a:pt x="403" y="539"/>
                </a:lnTo>
                <a:lnTo>
                  <a:pt x="414" y="537"/>
                </a:lnTo>
                <a:lnTo>
                  <a:pt x="424" y="535"/>
                </a:lnTo>
                <a:lnTo>
                  <a:pt x="434" y="533"/>
                </a:lnTo>
                <a:lnTo>
                  <a:pt x="444" y="530"/>
                </a:lnTo>
                <a:lnTo>
                  <a:pt x="454" y="527"/>
                </a:lnTo>
                <a:lnTo>
                  <a:pt x="464" y="524"/>
                </a:lnTo>
                <a:lnTo>
                  <a:pt x="474" y="521"/>
                </a:lnTo>
                <a:lnTo>
                  <a:pt x="484" y="518"/>
                </a:lnTo>
                <a:lnTo>
                  <a:pt x="493" y="514"/>
                </a:lnTo>
                <a:lnTo>
                  <a:pt x="503" y="510"/>
                </a:lnTo>
                <a:lnTo>
                  <a:pt x="512" y="506"/>
                </a:lnTo>
                <a:lnTo>
                  <a:pt x="521" y="501"/>
                </a:lnTo>
                <a:lnTo>
                  <a:pt x="530" y="497"/>
                </a:lnTo>
                <a:lnTo>
                  <a:pt x="538" y="492"/>
                </a:lnTo>
                <a:lnTo>
                  <a:pt x="547" y="487"/>
                </a:lnTo>
                <a:lnTo>
                  <a:pt x="555" y="481"/>
                </a:lnTo>
                <a:lnTo>
                  <a:pt x="563" y="476"/>
                </a:lnTo>
                <a:lnTo>
                  <a:pt x="571" y="470"/>
                </a:lnTo>
                <a:lnTo>
                  <a:pt x="579" y="464"/>
                </a:lnTo>
                <a:lnTo>
                  <a:pt x="586" y="458"/>
                </a:lnTo>
                <a:lnTo>
                  <a:pt x="593" y="452"/>
                </a:lnTo>
                <a:lnTo>
                  <a:pt x="600" y="445"/>
                </a:lnTo>
                <a:lnTo>
                  <a:pt x="606" y="439"/>
                </a:lnTo>
                <a:lnTo>
                  <a:pt x="613" y="432"/>
                </a:lnTo>
                <a:lnTo>
                  <a:pt x="619" y="425"/>
                </a:lnTo>
                <a:lnTo>
                  <a:pt x="625" y="418"/>
                </a:lnTo>
                <a:lnTo>
                  <a:pt x="630" y="411"/>
                </a:lnTo>
                <a:lnTo>
                  <a:pt x="635" y="403"/>
                </a:lnTo>
                <a:lnTo>
                  <a:pt x="640" y="396"/>
                </a:lnTo>
                <a:lnTo>
                  <a:pt x="645" y="388"/>
                </a:lnTo>
                <a:lnTo>
                  <a:pt x="649" y="380"/>
                </a:lnTo>
                <a:lnTo>
                  <a:pt x="653" y="373"/>
                </a:lnTo>
                <a:lnTo>
                  <a:pt x="657" y="365"/>
                </a:lnTo>
                <a:lnTo>
                  <a:pt x="661" y="357"/>
                </a:lnTo>
                <a:lnTo>
                  <a:pt x="664" y="349"/>
                </a:lnTo>
                <a:lnTo>
                  <a:pt x="667" y="340"/>
                </a:lnTo>
                <a:lnTo>
                  <a:pt x="669" y="332"/>
                </a:lnTo>
                <a:lnTo>
                  <a:pt x="671" y="324"/>
                </a:lnTo>
                <a:lnTo>
                  <a:pt x="673" y="315"/>
                </a:lnTo>
                <a:lnTo>
                  <a:pt x="674" y="306"/>
                </a:lnTo>
                <a:lnTo>
                  <a:pt x="676" y="298"/>
                </a:lnTo>
                <a:lnTo>
                  <a:pt x="676" y="289"/>
                </a:lnTo>
                <a:lnTo>
                  <a:pt x="677" y="281"/>
                </a:lnTo>
                <a:lnTo>
                  <a:pt x="677" y="272"/>
                </a:lnTo>
                <a:moveTo>
                  <a:pt x="679" y="272"/>
                </a:moveTo>
                <a:lnTo>
                  <a:pt x="679" y="281"/>
                </a:lnTo>
                <a:lnTo>
                  <a:pt x="679" y="289"/>
                </a:lnTo>
                <a:lnTo>
                  <a:pt x="678" y="298"/>
                </a:lnTo>
                <a:lnTo>
                  <a:pt x="677" y="306"/>
                </a:lnTo>
                <a:lnTo>
                  <a:pt x="675" y="316"/>
                </a:lnTo>
                <a:lnTo>
                  <a:pt x="673" y="324"/>
                </a:lnTo>
                <a:lnTo>
                  <a:pt x="671" y="332"/>
                </a:lnTo>
                <a:lnTo>
                  <a:pt x="669" y="341"/>
                </a:lnTo>
                <a:lnTo>
                  <a:pt x="666" y="349"/>
                </a:lnTo>
                <a:lnTo>
                  <a:pt x="663" y="357"/>
                </a:lnTo>
                <a:lnTo>
                  <a:pt x="659" y="365"/>
                </a:lnTo>
                <a:lnTo>
                  <a:pt x="656" y="373"/>
                </a:lnTo>
                <a:lnTo>
                  <a:pt x="652" y="381"/>
                </a:lnTo>
                <a:lnTo>
                  <a:pt x="647" y="389"/>
                </a:lnTo>
                <a:lnTo>
                  <a:pt x="642" y="397"/>
                </a:lnTo>
                <a:lnTo>
                  <a:pt x="638" y="404"/>
                </a:lnTo>
                <a:lnTo>
                  <a:pt x="632" y="412"/>
                </a:lnTo>
                <a:lnTo>
                  <a:pt x="627" y="419"/>
                </a:lnTo>
                <a:lnTo>
                  <a:pt x="621" y="426"/>
                </a:lnTo>
                <a:lnTo>
                  <a:pt x="615" y="433"/>
                </a:lnTo>
                <a:lnTo>
                  <a:pt x="608" y="440"/>
                </a:lnTo>
                <a:lnTo>
                  <a:pt x="602" y="447"/>
                </a:lnTo>
                <a:lnTo>
                  <a:pt x="595" y="453"/>
                </a:lnTo>
                <a:lnTo>
                  <a:pt x="588" y="459"/>
                </a:lnTo>
                <a:lnTo>
                  <a:pt x="580" y="466"/>
                </a:lnTo>
                <a:lnTo>
                  <a:pt x="572" y="472"/>
                </a:lnTo>
                <a:lnTo>
                  <a:pt x="565" y="477"/>
                </a:lnTo>
                <a:lnTo>
                  <a:pt x="557" y="483"/>
                </a:lnTo>
                <a:lnTo>
                  <a:pt x="548" y="488"/>
                </a:lnTo>
                <a:lnTo>
                  <a:pt x="540" y="493"/>
                </a:lnTo>
                <a:lnTo>
                  <a:pt x="531" y="498"/>
                </a:lnTo>
                <a:lnTo>
                  <a:pt x="522" y="503"/>
                </a:lnTo>
                <a:lnTo>
                  <a:pt x="513" y="507"/>
                </a:lnTo>
                <a:lnTo>
                  <a:pt x="504" y="512"/>
                </a:lnTo>
                <a:lnTo>
                  <a:pt x="494" y="516"/>
                </a:lnTo>
                <a:lnTo>
                  <a:pt x="485" y="519"/>
                </a:lnTo>
                <a:lnTo>
                  <a:pt x="475" y="523"/>
                </a:lnTo>
                <a:lnTo>
                  <a:pt x="465" y="526"/>
                </a:lnTo>
                <a:lnTo>
                  <a:pt x="455" y="529"/>
                </a:lnTo>
                <a:lnTo>
                  <a:pt x="445" y="532"/>
                </a:lnTo>
                <a:lnTo>
                  <a:pt x="435" y="535"/>
                </a:lnTo>
                <a:lnTo>
                  <a:pt x="425" y="537"/>
                </a:lnTo>
                <a:lnTo>
                  <a:pt x="414" y="539"/>
                </a:lnTo>
                <a:lnTo>
                  <a:pt x="404" y="541"/>
                </a:lnTo>
                <a:lnTo>
                  <a:pt x="393" y="542"/>
                </a:lnTo>
                <a:lnTo>
                  <a:pt x="383" y="543"/>
                </a:lnTo>
                <a:lnTo>
                  <a:pt x="372" y="544"/>
                </a:lnTo>
                <a:lnTo>
                  <a:pt x="362" y="545"/>
                </a:lnTo>
                <a:lnTo>
                  <a:pt x="351" y="545"/>
                </a:lnTo>
                <a:lnTo>
                  <a:pt x="340" y="545"/>
                </a:lnTo>
                <a:lnTo>
                  <a:pt x="330" y="545"/>
                </a:lnTo>
                <a:lnTo>
                  <a:pt x="319" y="545"/>
                </a:lnTo>
                <a:lnTo>
                  <a:pt x="308" y="544"/>
                </a:lnTo>
                <a:lnTo>
                  <a:pt x="298" y="543"/>
                </a:lnTo>
                <a:lnTo>
                  <a:pt x="287" y="542"/>
                </a:lnTo>
                <a:lnTo>
                  <a:pt x="277" y="541"/>
                </a:lnTo>
                <a:lnTo>
                  <a:pt x="266" y="539"/>
                </a:lnTo>
                <a:lnTo>
                  <a:pt x="256" y="537"/>
                </a:lnTo>
                <a:lnTo>
                  <a:pt x="246" y="535"/>
                </a:lnTo>
                <a:lnTo>
                  <a:pt x="236" y="532"/>
                </a:lnTo>
                <a:lnTo>
                  <a:pt x="225" y="529"/>
                </a:lnTo>
                <a:lnTo>
                  <a:pt x="216" y="526"/>
                </a:lnTo>
                <a:lnTo>
                  <a:pt x="206" y="523"/>
                </a:lnTo>
                <a:lnTo>
                  <a:pt x="196" y="519"/>
                </a:lnTo>
                <a:lnTo>
                  <a:pt x="185" y="516"/>
                </a:lnTo>
                <a:lnTo>
                  <a:pt x="176" y="512"/>
                </a:lnTo>
                <a:lnTo>
                  <a:pt x="167" y="507"/>
                </a:lnTo>
                <a:lnTo>
                  <a:pt x="158" y="503"/>
                </a:lnTo>
                <a:lnTo>
                  <a:pt x="149" y="498"/>
                </a:lnTo>
                <a:lnTo>
                  <a:pt x="140" y="493"/>
                </a:lnTo>
                <a:lnTo>
                  <a:pt x="132" y="488"/>
                </a:lnTo>
                <a:lnTo>
                  <a:pt x="123" y="483"/>
                </a:lnTo>
                <a:lnTo>
                  <a:pt x="115" y="477"/>
                </a:lnTo>
                <a:lnTo>
                  <a:pt x="107" y="472"/>
                </a:lnTo>
                <a:lnTo>
                  <a:pt x="100" y="466"/>
                </a:lnTo>
                <a:lnTo>
                  <a:pt x="92" y="459"/>
                </a:lnTo>
                <a:lnTo>
                  <a:pt x="85" y="453"/>
                </a:lnTo>
                <a:lnTo>
                  <a:pt x="78" y="447"/>
                </a:lnTo>
                <a:lnTo>
                  <a:pt x="71" y="440"/>
                </a:lnTo>
                <a:lnTo>
                  <a:pt x="65" y="433"/>
                </a:lnTo>
                <a:lnTo>
                  <a:pt x="59" y="426"/>
                </a:lnTo>
                <a:lnTo>
                  <a:pt x="53" y="419"/>
                </a:lnTo>
                <a:lnTo>
                  <a:pt x="47" y="412"/>
                </a:lnTo>
                <a:lnTo>
                  <a:pt x="42" y="404"/>
                </a:lnTo>
                <a:lnTo>
                  <a:pt x="37" y="397"/>
                </a:lnTo>
                <a:lnTo>
                  <a:pt x="33" y="389"/>
                </a:lnTo>
                <a:lnTo>
                  <a:pt x="28" y="381"/>
                </a:lnTo>
                <a:lnTo>
                  <a:pt x="24" y="373"/>
                </a:lnTo>
                <a:lnTo>
                  <a:pt x="20" y="365"/>
                </a:lnTo>
                <a:lnTo>
                  <a:pt x="17" y="357"/>
                </a:lnTo>
                <a:lnTo>
                  <a:pt x="14" y="349"/>
                </a:lnTo>
                <a:lnTo>
                  <a:pt x="11" y="341"/>
                </a:lnTo>
                <a:lnTo>
                  <a:pt x="8" y="332"/>
                </a:lnTo>
                <a:lnTo>
                  <a:pt x="6" y="324"/>
                </a:lnTo>
                <a:lnTo>
                  <a:pt x="4" y="316"/>
                </a:lnTo>
                <a:lnTo>
                  <a:pt x="3" y="306"/>
                </a:lnTo>
                <a:lnTo>
                  <a:pt x="2" y="298"/>
                </a:lnTo>
                <a:lnTo>
                  <a:pt x="1" y="289"/>
                </a:lnTo>
                <a:lnTo>
                  <a:pt x="0" y="281"/>
                </a:lnTo>
                <a:lnTo>
                  <a:pt x="0" y="272"/>
                </a:lnTo>
                <a:lnTo>
                  <a:pt x="0" y="264"/>
                </a:lnTo>
                <a:lnTo>
                  <a:pt x="1" y="255"/>
                </a:lnTo>
                <a:lnTo>
                  <a:pt x="2" y="246"/>
                </a:lnTo>
                <a:lnTo>
                  <a:pt x="3" y="238"/>
                </a:lnTo>
                <a:lnTo>
                  <a:pt x="4" y="229"/>
                </a:lnTo>
                <a:lnTo>
                  <a:pt x="6" y="221"/>
                </a:lnTo>
                <a:lnTo>
                  <a:pt x="8" y="213"/>
                </a:lnTo>
                <a:lnTo>
                  <a:pt x="11" y="204"/>
                </a:lnTo>
                <a:lnTo>
                  <a:pt x="14" y="196"/>
                </a:lnTo>
                <a:lnTo>
                  <a:pt x="17" y="188"/>
                </a:lnTo>
                <a:lnTo>
                  <a:pt x="20" y="180"/>
                </a:lnTo>
                <a:lnTo>
                  <a:pt x="24" y="172"/>
                </a:lnTo>
                <a:lnTo>
                  <a:pt x="28" y="164"/>
                </a:lnTo>
                <a:lnTo>
                  <a:pt x="33" y="156"/>
                </a:lnTo>
                <a:lnTo>
                  <a:pt x="37" y="148"/>
                </a:lnTo>
                <a:lnTo>
                  <a:pt x="42" y="141"/>
                </a:lnTo>
                <a:lnTo>
                  <a:pt x="47" y="133"/>
                </a:lnTo>
                <a:lnTo>
                  <a:pt x="53" y="126"/>
                </a:lnTo>
                <a:lnTo>
                  <a:pt x="59" y="119"/>
                </a:lnTo>
                <a:lnTo>
                  <a:pt x="65" y="112"/>
                </a:lnTo>
                <a:lnTo>
                  <a:pt x="71" y="105"/>
                </a:lnTo>
                <a:lnTo>
                  <a:pt x="78" y="99"/>
                </a:lnTo>
                <a:lnTo>
                  <a:pt x="85" y="92"/>
                </a:lnTo>
                <a:lnTo>
                  <a:pt x="92" y="86"/>
                </a:lnTo>
                <a:lnTo>
                  <a:pt x="100" y="80"/>
                </a:lnTo>
                <a:lnTo>
                  <a:pt x="107" y="74"/>
                </a:lnTo>
                <a:lnTo>
                  <a:pt x="115" y="68"/>
                </a:lnTo>
                <a:lnTo>
                  <a:pt x="123" y="62"/>
                </a:lnTo>
                <a:lnTo>
                  <a:pt x="132" y="57"/>
                </a:lnTo>
                <a:lnTo>
                  <a:pt x="140" y="52"/>
                </a:lnTo>
                <a:lnTo>
                  <a:pt x="149" y="47"/>
                </a:lnTo>
                <a:lnTo>
                  <a:pt x="158" y="42"/>
                </a:lnTo>
                <a:lnTo>
                  <a:pt x="167" y="38"/>
                </a:lnTo>
                <a:lnTo>
                  <a:pt x="176" y="33"/>
                </a:lnTo>
                <a:lnTo>
                  <a:pt x="185" y="29"/>
                </a:lnTo>
                <a:lnTo>
                  <a:pt x="196" y="26"/>
                </a:lnTo>
                <a:lnTo>
                  <a:pt x="206" y="22"/>
                </a:lnTo>
                <a:lnTo>
                  <a:pt x="216" y="19"/>
                </a:lnTo>
                <a:lnTo>
                  <a:pt x="225" y="16"/>
                </a:lnTo>
                <a:lnTo>
                  <a:pt x="236" y="13"/>
                </a:lnTo>
                <a:lnTo>
                  <a:pt x="246" y="11"/>
                </a:lnTo>
                <a:lnTo>
                  <a:pt x="256" y="8"/>
                </a:lnTo>
                <a:lnTo>
                  <a:pt x="266" y="6"/>
                </a:lnTo>
                <a:lnTo>
                  <a:pt x="277" y="5"/>
                </a:lnTo>
                <a:lnTo>
                  <a:pt x="287" y="3"/>
                </a:lnTo>
                <a:lnTo>
                  <a:pt x="298" y="2"/>
                </a:lnTo>
                <a:lnTo>
                  <a:pt x="308" y="1"/>
                </a:lnTo>
                <a:lnTo>
                  <a:pt x="319" y="0"/>
                </a:lnTo>
                <a:lnTo>
                  <a:pt x="330" y="0"/>
                </a:lnTo>
                <a:lnTo>
                  <a:pt x="340" y="0"/>
                </a:lnTo>
                <a:lnTo>
                  <a:pt x="351" y="0"/>
                </a:lnTo>
                <a:lnTo>
                  <a:pt x="362" y="0"/>
                </a:lnTo>
                <a:lnTo>
                  <a:pt x="372" y="1"/>
                </a:lnTo>
                <a:lnTo>
                  <a:pt x="383" y="2"/>
                </a:lnTo>
                <a:lnTo>
                  <a:pt x="393" y="3"/>
                </a:lnTo>
                <a:lnTo>
                  <a:pt x="404" y="5"/>
                </a:lnTo>
                <a:lnTo>
                  <a:pt x="414" y="6"/>
                </a:lnTo>
                <a:lnTo>
                  <a:pt x="425" y="8"/>
                </a:lnTo>
                <a:lnTo>
                  <a:pt x="435" y="11"/>
                </a:lnTo>
                <a:lnTo>
                  <a:pt x="445" y="13"/>
                </a:lnTo>
                <a:lnTo>
                  <a:pt x="455" y="16"/>
                </a:lnTo>
                <a:lnTo>
                  <a:pt x="465" y="19"/>
                </a:lnTo>
                <a:lnTo>
                  <a:pt x="475" y="22"/>
                </a:lnTo>
                <a:lnTo>
                  <a:pt x="485" y="26"/>
                </a:lnTo>
                <a:lnTo>
                  <a:pt x="494" y="29"/>
                </a:lnTo>
                <a:lnTo>
                  <a:pt x="504" y="33"/>
                </a:lnTo>
                <a:lnTo>
                  <a:pt x="513" y="38"/>
                </a:lnTo>
                <a:lnTo>
                  <a:pt x="522" y="42"/>
                </a:lnTo>
                <a:lnTo>
                  <a:pt x="531" y="47"/>
                </a:lnTo>
                <a:lnTo>
                  <a:pt x="540" y="52"/>
                </a:lnTo>
                <a:lnTo>
                  <a:pt x="548" y="57"/>
                </a:lnTo>
                <a:lnTo>
                  <a:pt x="557" y="62"/>
                </a:lnTo>
                <a:lnTo>
                  <a:pt x="565" y="68"/>
                </a:lnTo>
                <a:lnTo>
                  <a:pt x="572" y="74"/>
                </a:lnTo>
                <a:lnTo>
                  <a:pt x="580" y="80"/>
                </a:lnTo>
                <a:lnTo>
                  <a:pt x="588" y="86"/>
                </a:lnTo>
                <a:lnTo>
                  <a:pt x="595" y="92"/>
                </a:lnTo>
                <a:lnTo>
                  <a:pt x="602" y="99"/>
                </a:lnTo>
                <a:lnTo>
                  <a:pt x="608" y="105"/>
                </a:lnTo>
                <a:lnTo>
                  <a:pt x="615" y="112"/>
                </a:lnTo>
                <a:lnTo>
                  <a:pt x="621" y="119"/>
                </a:lnTo>
                <a:lnTo>
                  <a:pt x="627" y="126"/>
                </a:lnTo>
                <a:lnTo>
                  <a:pt x="632" y="133"/>
                </a:lnTo>
                <a:lnTo>
                  <a:pt x="638" y="141"/>
                </a:lnTo>
                <a:lnTo>
                  <a:pt x="642" y="148"/>
                </a:lnTo>
                <a:lnTo>
                  <a:pt x="647" y="156"/>
                </a:lnTo>
                <a:lnTo>
                  <a:pt x="652" y="164"/>
                </a:lnTo>
                <a:lnTo>
                  <a:pt x="656" y="172"/>
                </a:lnTo>
                <a:lnTo>
                  <a:pt x="659" y="180"/>
                </a:lnTo>
                <a:lnTo>
                  <a:pt x="663" y="188"/>
                </a:lnTo>
                <a:lnTo>
                  <a:pt x="666" y="196"/>
                </a:lnTo>
                <a:lnTo>
                  <a:pt x="669" y="204"/>
                </a:lnTo>
                <a:lnTo>
                  <a:pt x="671" y="213"/>
                </a:lnTo>
                <a:lnTo>
                  <a:pt x="673" y="221"/>
                </a:lnTo>
                <a:lnTo>
                  <a:pt x="675" y="229"/>
                </a:lnTo>
                <a:lnTo>
                  <a:pt x="677" y="238"/>
                </a:lnTo>
                <a:lnTo>
                  <a:pt x="678" y="246"/>
                </a:lnTo>
                <a:lnTo>
                  <a:pt x="679" y="255"/>
                </a:lnTo>
                <a:lnTo>
                  <a:pt x="679" y="264"/>
                </a:lnTo>
                <a:lnTo>
                  <a:pt x="679" y="27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5" name=""/>
          <p:cNvSpPr/>
          <p:nvPr/>
        </p:nvSpPr>
        <p:spPr>
          <a:xfrm>
            <a:off x="2734920" y="1745280"/>
            <a:ext cx="249480" cy="200520"/>
          </a:xfrm>
          <a:custGeom>
            <a:avLst/>
            <a:gdLst/>
            <a:ahLst/>
            <a:rect l="0" t="0" r="r" b="b"/>
            <a:pathLst>
              <a:path w="693" h="557">
                <a:moveTo>
                  <a:pt x="686" y="278"/>
                </a:moveTo>
                <a:lnTo>
                  <a:pt x="686" y="270"/>
                </a:lnTo>
                <a:lnTo>
                  <a:pt x="686" y="261"/>
                </a:lnTo>
                <a:lnTo>
                  <a:pt x="685" y="252"/>
                </a:lnTo>
                <a:lnTo>
                  <a:pt x="684" y="244"/>
                </a:lnTo>
                <a:lnTo>
                  <a:pt x="682" y="235"/>
                </a:lnTo>
                <a:lnTo>
                  <a:pt x="680" y="227"/>
                </a:lnTo>
                <a:lnTo>
                  <a:pt x="678" y="219"/>
                </a:lnTo>
                <a:lnTo>
                  <a:pt x="676" y="210"/>
                </a:lnTo>
                <a:lnTo>
                  <a:pt x="673" y="202"/>
                </a:lnTo>
                <a:lnTo>
                  <a:pt x="670" y="194"/>
                </a:lnTo>
                <a:lnTo>
                  <a:pt x="666" y="186"/>
                </a:lnTo>
                <a:lnTo>
                  <a:pt x="663" y="178"/>
                </a:lnTo>
                <a:lnTo>
                  <a:pt x="659" y="170"/>
                </a:lnTo>
                <a:lnTo>
                  <a:pt x="654" y="162"/>
                </a:lnTo>
                <a:lnTo>
                  <a:pt x="649" y="154"/>
                </a:lnTo>
                <a:lnTo>
                  <a:pt x="645" y="147"/>
                </a:lnTo>
                <a:lnTo>
                  <a:pt x="639" y="139"/>
                </a:lnTo>
                <a:lnTo>
                  <a:pt x="634" y="132"/>
                </a:lnTo>
                <a:lnTo>
                  <a:pt x="628" y="125"/>
                </a:lnTo>
                <a:lnTo>
                  <a:pt x="622" y="118"/>
                </a:lnTo>
                <a:lnTo>
                  <a:pt x="615" y="111"/>
                </a:lnTo>
                <a:lnTo>
                  <a:pt x="609" y="105"/>
                </a:lnTo>
                <a:lnTo>
                  <a:pt x="602" y="98"/>
                </a:lnTo>
                <a:lnTo>
                  <a:pt x="595" y="92"/>
                </a:lnTo>
                <a:lnTo>
                  <a:pt x="587" y="86"/>
                </a:lnTo>
                <a:lnTo>
                  <a:pt x="579" y="80"/>
                </a:lnTo>
                <a:lnTo>
                  <a:pt x="572" y="74"/>
                </a:lnTo>
                <a:lnTo>
                  <a:pt x="564" y="68"/>
                </a:lnTo>
                <a:lnTo>
                  <a:pt x="555" y="63"/>
                </a:lnTo>
                <a:lnTo>
                  <a:pt x="547" y="58"/>
                </a:lnTo>
                <a:lnTo>
                  <a:pt x="538" y="53"/>
                </a:lnTo>
                <a:lnTo>
                  <a:pt x="529" y="48"/>
                </a:lnTo>
                <a:lnTo>
                  <a:pt x="520" y="44"/>
                </a:lnTo>
                <a:lnTo>
                  <a:pt x="511" y="39"/>
                </a:lnTo>
                <a:lnTo>
                  <a:pt x="501" y="35"/>
                </a:lnTo>
                <a:lnTo>
                  <a:pt x="492" y="32"/>
                </a:lnTo>
                <a:lnTo>
                  <a:pt x="482" y="28"/>
                </a:lnTo>
                <a:lnTo>
                  <a:pt x="472" y="25"/>
                </a:lnTo>
                <a:lnTo>
                  <a:pt x="462" y="22"/>
                </a:lnTo>
                <a:lnTo>
                  <a:pt x="452" y="19"/>
                </a:lnTo>
                <a:lnTo>
                  <a:pt x="442" y="17"/>
                </a:lnTo>
                <a:lnTo>
                  <a:pt x="432" y="14"/>
                </a:lnTo>
                <a:lnTo>
                  <a:pt x="421" y="12"/>
                </a:lnTo>
                <a:lnTo>
                  <a:pt x="411" y="11"/>
                </a:lnTo>
                <a:lnTo>
                  <a:pt x="400" y="9"/>
                </a:lnTo>
                <a:lnTo>
                  <a:pt x="390" y="8"/>
                </a:lnTo>
                <a:lnTo>
                  <a:pt x="379" y="7"/>
                </a:lnTo>
                <a:lnTo>
                  <a:pt x="369" y="6"/>
                </a:lnTo>
                <a:lnTo>
                  <a:pt x="357" y="6"/>
                </a:lnTo>
                <a:lnTo>
                  <a:pt x="346" y="6"/>
                </a:lnTo>
                <a:lnTo>
                  <a:pt x="336" y="6"/>
                </a:lnTo>
                <a:lnTo>
                  <a:pt x="325" y="6"/>
                </a:lnTo>
                <a:lnTo>
                  <a:pt x="314" y="7"/>
                </a:lnTo>
                <a:lnTo>
                  <a:pt x="304" y="8"/>
                </a:lnTo>
                <a:lnTo>
                  <a:pt x="293" y="9"/>
                </a:lnTo>
                <a:lnTo>
                  <a:pt x="283" y="11"/>
                </a:lnTo>
                <a:lnTo>
                  <a:pt x="272" y="12"/>
                </a:lnTo>
                <a:lnTo>
                  <a:pt x="262" y="14"/>
                </a:lnTo>
                <a:lnTo>
                  <a:pt x="252" y="17"/>
                </a:lnTo>
                <a:lnTo>
                  <a:pt x="242" y="19"/>
                </a:lnTo>
                <a:lnTo>
                  <a:pt x="231" y="22"/>
                </a:lnTo>
                <a:lnTo>
                  <a:pt x="222" y="25"/>
                </a:lnTo>
                <a:lnTo>
                  <a:pt x="212" y="28"/>
                </a:lnTo>
                <a:lnTo>
                  <a:pt x="202" y="32"/>
                </a:lnTo>
                <a:lnTo>
                  <a:pt x="192" y="35"/>
                </a:lnTo>
                <a:lnTo>
                  <a:pt x="183" y="39"/>
                </a:lnTo>
                <a:lnTo>
                  <a:pt x="174" y="44"/>
                </a:lnTo>
                <a:lnTo>
                  <a:pt x="165" y="48"/>
                </a:lnTo>
                <a:lnTo>
                  <a:pt x="156" y="53"/>
                </a:lnTo>
                <a:lnTo>
                  <a:pt x="147" y="58"/>
                </a:lnTo>
                <a:lnTo>
                  <a:pt x="139" y="63"/>
                </a:lnTo>
                <a:lnTo>
                  <a:pt x="130" y="68"/>
                </a:lnTo>
                <a:lnTo>
                  <a:pt x="122" y="74"/>
                </a:lnTo>
                <a:lnTo>
                  <a:pt x="114" y="80"/>
                </a:lnTo>
                <a:lnTo>
                  <a:pt x="107" y="86"/>
                </a:lnTo>
                <a:lnTo>
                  <a:pt x="99" y="92"/>
                </a:lnTo>
                <a:lnTo>
                  <a:pt x="92" y="98"/>
                </a:lnTo>
                <a:lnTo>
                  <a:pt x="85" y="105"/>
                </a:lnTo>
                <a:lnTo>
                  <a:pt x="78" y="111"/>
                </a:lnTo>
                <a:lnTo>
                  <a:pt x="72" y="118"/>
                </a:lnTo>
                <a:lnTo>
                  <a:pt x="66" y="125"/>
                </a:lnTo>
                <a:lnTo>
                  <a:pt x="60" y="132"/>
                </a:lnTo>
                <a:lnTo>
                  <a:pt x="54" y="139"/>
                </a:lnTo>
                <a:lnTo>
                  <a:pt x="49" y="147"/>
                </a:lnTo>
                <a:lnTo>
                  <a:pt x="44" y="154"/>
                </a:lnTo>
                <a:lnTo>
                  <a:pt x="40" y="162"/>
                </a:lnTo>
                <a:lnTo>
                  <a:pt x="35" y="170"/>
                </a:lnTo>
                <a:lnTo>
                  <a:pt x="31" y="178"/>
                </a:lnTo>
                <a:lnTo>
                  <a:pt x="27" y="186"/>
                </a:lnTo>
                <a:lnTo>
                  <a:pt x="24" y="194"/>
                </a:lnTo>
                <a:lnTo>
                  <a:pt x="21" y="202"/>
                </a:lnTo>
                <a:lnTo>
                  <a:pt x="18" y="210"/>
                </a:lnTo>
                <a:lnTo>
                  <a:pt x="15" y="219"/>
                </a:lnTo>
                <a:lnTo>
                  <a:pt x="13" y="227"/>
                </a:lnTo>
                <a:lnTo>
                  <a:pt x="11" y="235"/>
                </a:lnTo>
                <a:lnTo>
                  <a:pt x="10" y="244"/>
                </a:lnTo>
                <a:lnTo>
                  <a:pt x="9" y="252"/>
                </a:lnTo>
                <a:lnTo>
                  <a:pt x="8" y="261"/>
                </a:lnTo>
                <a:lnTo>
                  <a:pt x="7" y="270"/>
                </a:lnTo>
                <a:lnTo>
                  <a:pt x="7" y="278"/>
                </a:lnTo>
                <a:lnTo>
                  <a:pt x="7" y="287"/>
                </a:lnTo>
                <a:lnTo>
                  <a:pt x="8" y="295"/>
                </a:lnTo>
                <a:lnTo>
                  <a:pt x="9" y="304"/>
                </a:lnTo>
                <a:lnTo>
                  <a:pt x="10" y="312"/>
                </a:lnTo>
                <a:lnTo>
                  <a:pt x="11" y="321"/>
                </a:lnTo>
                <a:lnTo>
                  <a:pt x="13" y="329"/>
                </a:lnTo>
                <a:lnTo>
                  <a:pt x="15" y="337"/>
                </a:lnTo>
                <a:lnTo>
                  <a:pt x="18" y="346"/>
                </a:lnTo>
                <a:lnTo>
                  <a:pt x="21" y="354"/>
                </a:lnTo>
                <a:lnTo>
                  <a:pt x="24" y="362"/>
                </a:lnTo>
                <a:lnTo>
                  <a:pt x="27" y="370"/>
                </a:lnTo>
                <a:lnTo>
                  <a:pt x="31" y="378"/>
                </a:lnTo>
                <a:lnTo>
                  <a:pt x="35" y="386"/>
                </a:lnTo>
                <a:lnTo>
                  <a:pt x="40" y="394"/>
                </a:lnTo>
                <a:lnTo>
                  <a:pt x="44" y="402"/>
                </a:lnTo>
                <a:lnTo>
                  <a:pt x="49" y="409"/>
                </a:lnTo>
                <a:lnTo>
                  <a:pt x="54" y="417"/>
                </a:lnTo>
                <a:lnTo>
                  <a:pt x="60" y="424"/>
                </a:lnTo>
                <a:lnTo>
                  <a:pt x="66" y="432"/>
                </a:lnTo>
                <a:lnTo>
                  <a:pt x="72" y="439"/>
                </a:lnTo>
                <a:lnTo>
                  <a:pt x="78" y="446"/>
                </a:lnTo>
                <a:lnTo>
                  <a:pt x="85" y="453"/>
                </a:lnTo>
                <a:lnTo>
                  <a:pt x="92" y="459"/>
                </a:lnTo>
                <a:lnTo>
                  <a:pt x="99" y="465"/>
                </a:lnTo>
                <a:lnTo>
                  <a:pt x="107" y="472"/>
                </a:lnTo>
                <a:lnTo>
                  <a:pt x="114" y="478"/>
                </a:lnTo>
                <a:lnTo>
                  <a:pt x="122" y="483"/>
                </a:lnTo>
                <a:lnTo>
                  <a:pt x="130" y="489"/>
                </a:lnTo>
                <a:lnTo>
                  <a:pt x="139" y="494"/>
                </a:lnTo>
                <a:lnTo>
                  <a:pt x="147" y="499"/>
                </a:lnTo>
                <a:lnTo>
                  <a:pt x="156" y="504"/>
                </a:lnTo>
                <a:lnTo>
                  <a:pt x="165" y="509"/>
                </a:lnTo>
                <a:lnTo>
                  <a:pt x="174" y="513"/>
                </a:lnTo>
                <a:lnTo>
                  <a:pt x="183" y="518"/>
                </a:lnTo>
                <a:lnTo>
                  <a:pt x="192" y="522"/>
                </a:lnTo>
                <a:lnTo>
                  <a:pt x="202" y="525"/>
                </a:lnTo>
                <a:lnTo>
                  <a:pt x="212" y="529"/>
                </a:lnTo>
                <a:lnTo>
                  <a:pt x="222" y="532"/>
                </a:lnTo>
                <a:lnTo>
                  <a:pt x="231" y="535"/>
                </a:lnTo>
                <a:lnTo>
                  <a:pt x="242" y="538"/>
                </a:lnTo>
                <a:lnTo>
                  <a:pt x="252" y="541"/>
                </a:lnTo>
                <a:lnTo>
                  <a:pt x="262" y="543"/>
                </a:lnTo>
                <a:lnTo>
                  <a:pt x="272" y="545"/>
                </a:lnTo>
                <a:lnTo>
                  <a:pt x="283" y="547"/>
                </a:lnTo>
                <a:lnTo>
                  <a:pt x="293" y="548"/>
                </a:lnTo>
                <a:lnTo>
                  <a:pt x="304" y="549"/>
                </a:lnTo>
                <a:lnTo>
                  <a:pt x="314" y="550"/>
                </a:lnTo>
                <a:lnTo>
                  <a:pt x="325" y="551"/>
                </a:lnTo>
                <a:lnTo>
                  <a:pt x="336" y="551"/>
                </a:lnTo>
                <a:lnTo>
                  <a:pt x="346" y="551"/>
                </a:lnTo>
                <a:lnTo>
                  <a:pt x="357" y="551"/>
                </a:lnTo>
                <a:lnTo>
                  <a:pt x="369" y="551"/>
                </a:lnTo>
                <a:lnTo>
                  <a:pt x="379" y="550"/>
                </a:lnTo>
                <a:lnTo>
                  <a:pt x="390" y="549"/>
                </a:lnTo>
                <a:lnTo>
                  <a:pt x="400" y="548"/>
                </a:lnTo>
                <a:lnTo>
                  <a:pt x="411" y="547"/>
                </a:lnTo>
                <a:lnTo>
                  <a:pt x="421" y="545"/>
                </a:lnTo>
                <a:lnTo>
                  <a:pt x="432" y="543"/>
                </a:lnTo>
                <a:lnTo>
                  <a:pt x="442" y="541"/>
                </a:lnTo>
                <a:lnTo>
                  <a:pt x="452" y="538"/>
                </a:lnTo>
                <a:lnTo>
                  <a:pt x="462" y="535"/>
                </a:lnTo>
                <a:lnTo>
                  <a:pt x="472" y="532"/>
                </a:lnTo>
                <a:lnTo>
                  <a:pt x="482" y="529"/>
                </a:lnTo>
                <a:lnTo>
                  <a:pt x="492" y="525"/>
                </a:lnTo>
                <a:lnTo>
                  <a:pt x="501" y="522"/>
                </a:lnTo>
                <a:lnTo>
                  <a:pt x="511" y="518"/>
                </a:lnTo>
                <a:lnTo>
                  <a:pt x="520" y="513"/>
                </a:lnTo>
                <a:lnTo>
                  <a:pt x="529" y="509"/>
                </a:lnTo>
                <a:lnTo>
                  <a:pt x="538" y="504"/>
                </a:lnTo>
                <a:lnTo>
                  <a:pt x="547" y="499"/>
                </a:lnTo>
                <a:lnTo>
                  <a:pt x="555" y="494"/>
                </a:lnTo>
                <a:lnTo>
                  <a:pt x="564" y="489"/>
                </a:lnTo>
                <a:lnTo>
                  <a:pt x="572" y="483"/>
                </a:lnTo>
                <a:lnTo>
                  <a:pt x="579" y="478"/>
                </a:lnTo>
                <a:lnTo>
                  <a:pt x="587" y="472"/>
                </a:lnTo>
                <a:lnTo>
                  <a:pt x="595" y="465"/>
                </a:lnTo>
                <a:lnTo>
                  <a:pt x="602" y="459"/>
                </a:lnTo>
                <a:lnTo>
                  <a:pt x="609" y="453"/>
                </a:lnTo>
                <a:lnTo>
                  <a:pt x="615" y="446"/>
                </a:lnTo>
                <a:lnTo>
                  <a:pt x="622" y="439"/>
                </a:lnTo>
                <a:lnTo>
                  <a:pt x="628" y="432"/>
                </a:lnTo>
                <a:lnTo>
                  <a:pt x="634" y="424"/>
                </a:lnTo>
                <a:lnTo>
                  <a:pt x="639" y="417"/>
                </a:lnTo>
                <a:lnTo>
                  <a:pt x="645" y="409"/>
                </a:lnTo>
                <a:lnTo>
                  <a:pt x="649" y="402"/>
                </a:lnTo>
                <a:lnTo>
                  <a:pt x="654" y="394"/>
                </a:lnTo>
                <a:lnTo>
                  <a:pt x="659" y="386"/>
                </a:lnTo>
                <a:lnTo>
                  <a:pt x="663" y="378"/>
                </a:lnTo>
                <a:lnTo>
                  <a:pt x="666" y="370"/>
                </a:lnTo>
                <a:lnTo>
                  <a:pt x="670" y="362"/>
                </a:lnTo>
                <a:lnTo>
                  <a:pt x="673" y="354"/>
                </a:lnTo>
                <a:lnTo>
                  <a:pt x="676" y="346"/>
                </a:lnTo>
                <a:lnTo>
                  <a:pt x="678" y="337"/>
                </a:lnTo>
                <a:lnTo>
                  <a:pt x="680" y="329"/>
                </a:lnTo>
                <a:lnTo>
                  <a:pt x="682" y="321"/>
                </a:lnTo>
                <a:lnTo>
                  <a:pt x="684" y="312"/>
                </a:lnTo>
                <a:lnTo>
                  <a:pt x="685" y="304"/>
                </a:lnTo>
                <a:lnTo>
                  <a:pt x="686" y="295"/>
                </a:lnTo>
                <a:lnTo>
                  <a:pt x="686" y="287"/>
                </a:lnTo>
                <a:lnTo>
                  <a:pt x="686" y="278"/>
                </a:lnTo>
                <a:moveTo>
                  <a:pt x="693" y="278"/>
                </a:moveTo>
                <a:lnTo>
                  <a:pt x="693" y="287"/>
                </a:lnTo>
                <a:lnTo>
                  <a:pt x="693" y="296"/>
                </a:lnTo>
                <a:lnTo>
                  <a:pt x="692" y="304"/>
                </a:lnTo>
                <a:lnTo>
                  <a:pt x="691" y="313"/>
                </a:lnTo>
                <a:lnTo>
                  <a:pt x="689" y="322"/>
                </a:lnTo>
                <a:lnTo>
                  <a:pt x="687" y="330"/>
                </a:lnTo>
                <a:lnTo>
                  <a:pt x="685" y="339"/>
                </a:lnTo>
                <a:lnTo>
                  <a:pt x="683" y="347"/>
                </a:lnTo>
                <a:lnTo>
                  <a:pt x="680" y="356"/>
                </a:lnTo>
                <a:lnTo>
                  <a:pt x="676" y="364"/>
                </a:lnTo>
                <a:lnTo>
                  <a:pt x="673" y="372"/>
                </a:lnTo>
                <a:lnTo>
                  <a:pt x="669" y="380"/>
                </a:lnTo>
                <a:lnTo>
                  <a:pt x="665" y="388"/>
                </a:lnTo>
                <a:lnTo>
                  <a:pt x="660" y="396"/>
                </a:lnTo>
                <a:lnTo>
                  <a:pt x="656" y="404"/>
                </a:lnTo>
                <a:lnTo>
                  <a:pt x="651" y="412"/>
                </a:lnTo>
                <a:lnTo>
                  <a:pt x="645" y="419"/>
                </a:lnTo>
                <a:lnTo>
                  <a:pt x="640" y="428"/>
                </a:lnTo>
                <a:lnTo>
                  <a:pt x="634" y="435"/>
                </a:lnTo>
                <a:lnTo>
                  <a:pt x="627" y="442"/>
                </a:lnTo>
                <a:lnTo>
                  <a:pt x="621" y="449"/>
                </a:lnTo>
                <a:lnTo>
                  <a:pt x="614" y="456"/>
                </a:lnTo>
                <a:lnTo>
                  <a:pt x="607" y="463"/>
                </a:lnTo>
                <a:lnTo>
                  <a:pt x="600" y="469"/>
                </a:lnTo>
                <a:lnTo>
                  <a:pt x="592" y="476"/>
                </a:lnTo>
                <a:lnTo>
                  <a:pt x="584" y="482"/>
                </a:lnTo>
                <a:lnTo>
                  <a:pt x="576" y="487"/>
                </a:lnTo>
                <a:lnTo>
                  <a:pt x="568" y="493"/>
                </a:lnTo>
                <a:lnTo>
                  <a:pt x="559" y="499"/>
                </a:lnTo>
                <a:lnTo>
                  <a:pt x="551" y="504"/>
                </a:lnTo>
                <a:lnTo>
                  <a:pt x="542" y="509"/>
                </a:lnTo>
                <a:lnTo>
                  <a:pt x="533" y="514"/>
                </a:lnTo>
                <a:lnTo>
                  <a:pt x="523" y="518"/>
                </a:lnTo>
                <a:lnTo>
                  <a:pt x="514" y="523"/>
                </a:lnTo>
                <a:lnTo>
                  <a:pt x="504" y="527"/>
                </a:lnTo>
                <a:lnTo>
                  <a:pt x="495" y="530"/>
                </a:lnTo>
                <a:lnTo>
                  <a:pt x="485" y="534"/>
                </a:lnTo>
                <a:lnTo>
                  <a:pt x="475" y="537"/>
                </a:lnTo>
                <a:lnTo>
                  <a:pt x="465" y="540"/>
                </a:lnTo>
                <a:lnTo>
                  <a:pt x="454" y="543"/>
                </a:lnTo>
                <a:lnTo>
                  <a:pt x="444" y="546"/>
                </a:lnTo>
                <a:lnTo>
                  <a:pt x="433" y="548"/>
                </a:lnTo>
                <a:lnTo>
                  <a:pt x="423" y="550"/>
                </a:lnTo>
                <a:lnTo>
                  <a:pt x="412" y="552"/>
                </a:lnTo>
                <a:lnTo>
                  <a:pt x="401" y="553"/>
                </a:lnTo>
                <a:lnTo>
                  <a:pt x="391" y="555"/>
                </a:lnTo>
                <a:lnTo>
                  <a:pt x="380" y="556"/>
                </a:lnTo>
                <a:lnTo>
                  <a:pt x="369" y="556"/>
                </a:lnTo>
                <a:lnTo>
                  <a:pt x="357" y="557"/>
                </a:lnTo>
                <a:lnTo>
                  <a:pt x="346" y="557"/>
                </a:lnTo>
                <a:lnTo>
                  <a:pt x="335" y="557"/>
                </a:lnTo>
                <a:lnTo>
                  <a:pt x="325" y="556"/>
                </a:lnTo>
                <a:lnTo>
                  <a:pt x="314" y="556"/>
                </a:lnTo>
                <a:lnTo>
                  <a:pt x="303" y="555"/>
                </a:lnTo>
                <a:lnTo>
                  <a:pt x="292" y="553"/>
                </a:lnTo>
                <a:lnTo>
                  <a:pt x="282" y="552"/>
                </a:lnTo>
                <a:lnTo>
                  <a:pt x="271" y="550"/>
                </a:lnTo>
                <a:lnTo>
                  <a:pt x="260" y="548"/>
                </a:lnTo>
                <a:lnTo>
                  <a:pt x="250" y="546"/>
                </a:lnTo>
                <a:lnTo>
                  <a:pt x="239" y="543"/>
                </a:lnTo>
                <a:lnTo>
                  <a:pt x="229" y="540"/>
                </a:lnTo>
                <a:lnTo>
                  <a:pt x="219" y="537"/>
                </a:lnTo>
                <a:lnTo>
                  <a:pt x="209" y="534"/>
                </a:lnTo>
                <a:lnTo>
                  <a:pt x="199" y="530"/>
                </a:lnTo>
                <a:lnTo>
                  <a:pt x="189" y="527"/>
                </a:lnTo>
                <a:lnTo>
                  <a:pt x="180" y="523"/>
                </a:lnTo>
                <a:lnTo>
                  <a:pt x="170" y="518"/>
                </a:lnTo>
                <a:lnTo>
                  <a:pt x="161" y="514"/>
                </a:lnTo>
                <a:lnTo>
                  <a:pt x="152" y="509"/>
                </a:lnTo>
                <a:lnTo>
                  <a:pt x="143" y="504"/>
                </a:lnTo>
                <a:lnTo>
                  <a:pt x="134" y="499"/>
                </a:lnTo>
                <a:lnTo>
                  <a:pt x="126" y="493"/>
                </a:lnTo>
                <a:lnTo>
                  <a:pt x="118" y="487"/>
                </a:lnTo>
                <a:lnTo>
                  <a:pt x="109" y="482"/>
                </a:lnTo>
                <a:lnTo>
                  <a:pt x="102" y="476"/>
                </a:lnTo>
                <a:lnTo>
                  <a:pt x="94" y="469"/>
                </a:lnTo>
                <a:lnTo>
                  <a:pt x="87" y="463"/>
                </a:lnTo>
                <a:lnTo>
                  <a:pt x="80" y="456"/>
                </a:lnTo>
                <a:lnTo>
                  <a:pt x="73" y="449"/>
                </a:lnTo>
                <a:lnTo>
                  <a:pt x="66" y="442"/>
                </a:lnTo>
                <a:lnTo>
                  <a:pt x="60" y="435"/>
                </a:lnTo>
                <a:lnTo>
                  <a:pt x="54" y="428"/>
                </a:lnTo>
                <a:lnTo>
                  <a:pt x="49" y="419"/>
                </a:lnTo>
                <a:lnTo>
                  <a:pt x="43" y="412"/>
                </a:lnTo>
                <a:lnTo>
                  <a:pt x="38" y="404"/>
                </a:lnTo>
                <a:lnTo>
                  <a:pt x="33" y="396"/>
                </a:lnTo>
                <a:lnTo>
                  <a:pt x="29" y="388"/>
                </a:lnTo>
                <a:lnTo>
                  <a:pt x="25" y="380"/>
                </a:lnTo>
                <a:lnTo>
                  <a:pt x="21" y="372"/>
                </a:lnTo>
                <a:lnTo>
                  <a:pt x="17" y="364"/>
                </a:lnTo>
                <a:lnTo>
                  <a:pt x="14" y="356"/>
                </a:lnTo>
                <a:lnTo>
                  <a:pt x="11" y="347"/>
                </a:lnTo>
                <a:lnTo>
                  <a:pt x="9" y="339"/>
                </a:lnTo>
                <a:lnTo>
                  <a:pt x="6" y="330"/>
                </a:lnTo>
                <a:lnTo>
                  <a:pt x="5" y="322"/>
                </a:lnTo>
                <a:lnTo>
                  <a:pt x="3" y="313"/>
                </a:lnTo>
                <a:lnTo>
                  <a:pt x="2" y="304"/>
                </a:lnTo>
                <a:lnTo>
                  <a:pt x="1" y="296"/>
                </a:lnTo>
                <a:lnTo>
                  <a:pt x="0" y="287"/>
                </a:lnTo>
                <a:lnTo>
                  <a:pt x="0" y="278"/>
                </a:lnTo>
                <a:lnTo>
                  <a:pt x="0" y="269"/>
                </a:lnTo>
                <a:lnTo>
                  <a:pt x="1" y="261"/>
                </a:lnTo>
                <a:lnTo>
                  <a:pt x="2" y="252"/>
                </a:lnTo>
                <a:lnTo>
                  <a:pt x="3" y="243"/>
                </a:lnTo>
                <a:lnTo>
                  <a:pt x="5" y="235"/>
                </a:lnTo>
                <a:lnTo>
                  <a:pt x="6" y="226"/>
                </a:lnTo>
                <a:lnTo>
                  <a:pt x="9" y="217"/>
                </a:lnTo>
                <a:lnTo>
                  <a:pt x="11" y="209"/>
                </a:lnTo>
                <a:lnTo>
                  <a:pt x="14" y="201"/>
                </a:lnTo>
                <a:lnTo>
                  <a:pt x="17" y="192"/>
                </a:lnTo>
                <a:lnTo>
                  <a:pt x="21" y="184"/>
                </a:lnTo>
                <a:lnTo>
                  <a:pt x="25" y="176"/>
                </a:lnTo>
                <a:lnTo>
                  <a:pt x="29" y="168"/>
                </a:lnTo>
                <a:lnTo>
                  <a:pt x="33" y="160"/>
                </a:lnTo>
                <a:lnTo>
                  <a:pt x="38" y="152"/>
                </a:lnTo>
                <a:lnTo>
                  <a:pt x="43" y="144"/>
                </a:lnTo>
                <a:lnTo>
                  <a:pt x="49" y="137"/>
                </a:lnTo>
                <a:lnTo>
                  <a:pt x="54" y="129"/>
                </a:lnTo>
                <a:lnTo>
                  <a:pt x="60" y="122"/>
                </a:lnTo>
                <a:lnTo>
                  <a:pt x="66" y="115"/>
                </a:lnTo>
                <a:lnTo>
                  <a:pt x="73" y="108"/>
                </a:lnTo>
                <a:lnTo>
                  <a:pt x="80" y="101"/>
                </a:lnTo>
                <a:lnTo>
                  <a:pt x="87" y="94"/>
                </a:lnTo>
                <a:lnTo>
                  <a:pt x="94" y="88"/>
                </a:lnTo>
                <a:lnTo>
                  <a:pt x="102" y="82"/>
                </a:lnTo>
                <a:lnTo>
                  <a:pt x="109" y="76"/>
                </a:lnTo>
                <a:lnTo>
                  <a:pt x="118" y="70"/>
                </a:lnTo>
                <a:lnTo>
                  <a:pt x="126" y="64"/>
                </a:lnTo>
                <a:lnTo>
                  <a:pt x="134" y="59"/>
                </a:lnTo>
                <a:lnTo>
                  <a:pt x="143" y="53"/>
                </a:lnTo>
                <a:lnTo>
                  <a:pt x="152" y="48"/>
                </a:lnTo>
                <a:lnTo>
                  <a:pt x="161" y="44"/>
                </a:lnTo>
                <a:lnTo>
                  <a:pt x="170" y="39"/>
                </a:lnTo>
                <a:lnTo>
                  <a:pt x="180" y="35"/>
                </a:lnTo>
                <a:lnTo>
                  <a:pt x="189" y="31"/>
                </a:lnTo>
                <a:lnTo>
                  <a:pt x="199" y="27"/>
                </a:lnTo>
                <a:lnTo>
                  <a:pt x="209" y="23"/>
                </a:lnTo>
                <a:lnTo>
                  <a:pt x="219" y="20"/>
                </a:lnTo>
                <a:lnTo>
                  <a:pt x="229" y="17"/>
                </a:lnTo>
                <a:lnTo>
                  <a:pt x="239" y="14"/>
                </a:lnTo>
                <a:lnTo>
                  <a:pt x="250" y="11"/>
                </a:lnTo>
                <a:lnTo>
                  <a:pt x="260" y="9"/>
                </a:lnTo>
                <a:lnTo>
                  <a:pt x="271" y="7"/>
                </a:lnTo>
                <a:lnTo>
                  <a:pt x="282" y="5"/>
                </a:lnTo>
                <a:lnTo>
                  <a:pt x="292" y="4"/>
                </a:lnTo>
                <a:lnTo>
                  <a:pt x="303" y="2"/>
                </a:lnTo>
                <a:lnTo>
                  <a:pt x="314" y="1"/>
                </a:lnTo>
                <a:lnTo>
                  <a:pt x="325" y="1"/>
                </a:lnTo>
                <a:lnTo>
                  <a:pt x="335" y="0"/>
                </a:lnTo>
                <a:lnTo>
                  <a:pt x="346" y="0"/>
                </a:lnTo>
                <a:lnTo>
                  <a:pt x="357" y="0"/>
                </a:lnTo>
                <a:lnTo>
                  <a:pt x="369" y="1"/>
                </a:lnTo>
                <a:lnTo>
                  <a:pt x="380" y="1"/>
                </a:lnTo>
                <a:lnTo>
                  <a:pt x="391" y="2"/>
                </a:lnTo>
                <a:lnTo>
                  <a:pt x="401" y="4"/>
                </a:lnTo>
                <a:lnTo>
                  <a:pt x="412" y="5"/>
                </a:lnTo>
                <a:lnTo>
                  <a:pt x="423" y="7"/>
                </a:lnTo>
                <a:lnTo>
                  <a:pt x="433" y="9"/>
                </a:lnTo>
                <a:lnTo>
                  <a:pt x="444" y="11"/>
                </a:lnTo>
                <a:lnTo>
                  <a:pt x="454" y="14"/>
                </a:lnTo>
                <a:lnTo>
                  <a:pt x="465" y="17"/>
                </a:lnTo>
                <a:lnTo>
                  <a:pt x="475" y="20"/>
                </a:lnTo>
                <a:lnTo>
                  <a:pt x="485" y="23"/>
                </a:lnTo>
                <a:lnTo>
                  <a:pt x="495" y="27"/>
                </a:lnTo>
                <a:lnTo>
                  <a:pt x="504" y="31"/>
                </a:lnTo>
                <a:lnTo>
                  <a:pt x="514" y="35"/>
                </a:lnTo>
                <a:lnTo>
                  <a:pt x="523" y="39"/>
                </a:lnTo>
                <a:lnTo>
                  <a:pt x="533" y="44"/>
                </a:lnTo>
                <a:lnTo>
                  <a:pt x="542" y="48"/>
                </a:lnTo>
                <a:lnTo>
                  <a:pt x="551" y="53"/>
                </a:lnTo>
                <a:lnTo>
                  <a:pt x="559" y="59"/>
                </a:lnTo>
                <a:lnTo>
                  <a:pt x="568" y="64"/>
                </a:lnTo>
                <a:lnTo>
                  <a:pt x="576" y="70"/>
                </a:lnTo>
                <a:lnTo>
                  <a:pt x="584" y="76"/>
                </a:lnTo>
                <a:lnTo>
                  <a:pt x="592" y="82"/>
                </a:lnTo>
                <a:lnTo>
                  <a:pt x="600" y="88"/>
                </a:lnTo>
                <a:lnTo>
                  <a:pt x="607" y="94"/>
                </a:lnTo>
                <a:lnTo>
                  <a:pt x="614" y="101"/>
                </a:lnTo>
                <a:lnTo>
                  <a:pt x="621" y="108"/>
                </a:lnTo>
                <a:lnTo>
                  <a:pt x="627" y="115"/>
                </a:lnTo>
                <a:lnTo>
                  <a:pt x="634" y="122"/>
                </a:lnTo>
                <a:lnTo>
                  <a:pt x="640" y="129"/>
                </a:lnTo>
                <a:lnTo>
                  <a:pt x="645" y="137"/>
                </a:lnTo>
                <a:lnTo>
                  <a:pt x="651" y="144"/>
                </a:lnTo>
                <a:lnTo>
                  <a:pt x="656" y="152"/>
                </a:lnTo>
                <a:lnTo>
                  <a:pt x="660" y="160"/>
                </a:lnTo>
                <a:lnTo>
                  <a:pt x="665" y="168"/>
                </a:lnTo>
                <a:lnTo>
                  <a:pt x="669" y="176"/>
                </a:lnTo>
                <a:lnTo>
                  <a:pt x="673" y="184"/>
                </a:lnTo>
                <a:lnTo>
                  <a:pt x="676" y="192"/>
                </a:lnTo>
                <a:lnTo>
                  <a:pt x="680" y="201"/>
                </a:lnTo>
                <a:lnTo>
                  <a:pt x="683" y="209"/>
                </a:lnTo>
                <a:lnTo>
                  <a:pt x="685" y="217"/>
                </a:lnTo>
                <a:lnTo>
                  <a:pt x="687" y="226"/>
                </a:lnTo>
                <a:lnTo>
                  <a:pt x="689" y="235"/>
                </a:lnTo>
                <a:lnTo>
                  <a:pt x="691" y="243"/>
                </a:lnTo>
                <a:lnTo>
                  <a:pt x="692" y="252"/>
                </a:lnTo>
                <a:lnTo>
                  <a:pt x="693" y="261"/>
                </a:lnTo>
                <a:lnTo>
                  <a:pt x="693" y="269"/>
                </a:lnTo>
                <a:lnTo>
                  <a:pt x="693" y="278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6" name=""/>
          <p:cNvSpPr/>
          <p:nvPr/>
        </p:nvSpPr>
        <p:spPr>
          <a:xfrm>
            <a:off x="2734200" y="1744560"/>
            <a:ext cx="251280" cy="201960"/>
          </a:xfrm>
          <a:custGeom>
            <a:avLst/>
            <a:gdLst/>
            <a:ahLst/>
            <a:rect l="0" t="0" r="r" b="b"/>
            <a:pathLst>
              <a:path w="698" h="561">
                <a:moveTo>
                  <a:pt x="695" y="280"/>
                </a:moveTo>
                <a:lnTo>
                  <a:pt x="695" y="271"/>
                </a:lnTo>
                <a:lnTo>
                  <a:pt x="695" y="263"/>
                </a:lnTo>
                <a:lnTo>
                  <a:pt x="694" y="254"/>
                </a:lnTo>
                <a:lnTo>
                  <a:pt x="693" y="245"/>
                </a:lnTo>
                <a:lnTo>
                  <a:pt x="691" y="237"/>
                </a:lnTo>
                <a:lnTo>
                  <a:pt x="689" y="228"/>
                </a:lnTo>
                <a:lnTo>
                  <a:pt x="687" y="219"/>
                </a:lnTo>
                <a:lnTo>
                  <a:pt x="685" y="211"/>
                </a:lnTo>
                <a:lnTo>
                  <a:pt x="682" y="203"/>
                </a:lnTo>
                <a:lnTo>
                  <a:pt x="678" y="194"/>
                </a:lnTo>
                <a:lnTo>
                  <a:pt x="675" y="186"/>
                </a:lnTo>
                <a:lnTo>
                  <a:pt x="671" y="178"/>
                </a:lnTo>
                <a:lnTo>
                  <a:pt x="667" y="170"/>
                </a:lnTo>
                <a:lnTo>
                  <a:pt x="662" y="162"/>
                </a:lnTo>
                <a:lnTo>
                  <a:pt x="658" y="154"/>
                </a:lnTo>
                <a:lnTo>
                  <a:pt x="653" y="146"/>
                </a:lnTo>
                <a:lnTo>
                  <a:pt x="647" y="139"/>
                </a:lnTo>
                <a:lnTo>
                  <a:pt x="642" y="131"/>
                </a:lnTo>
                <a:lnTo>
                  <a:pt x="636" y="124"/>
                </a:lnTo>
                <a:lnTo>
                  <a:pt x="629" y="117"/>
                </a:lnTo>
                <a:lnTo>
                  <a:pt x="623" y="110"/>
                </a:lnTo>
                <a:lnTo>
                  <a:pt x="616" y="103"/>
                </a:lnTo>
                <a:lnTo>
                  <a:pt x="609" y="96"/>
                </a:lnTo>
                <a:lnTo>
                  <a:pt x="602" y="90"/>
                </a:lnTo>
                <a:lnTo>
                  <a:pt x="594" y="84"/>
                </a:lnTo>
                <a:lnTo>
                  <a:pt x="586" y="78"/>
                </a:lnTo>
                <a:lnTo>
                  <a:pt x="578" y="72"/>
                </a:lnTo>
                <a:lnTo>
                  <a:pt x="570" y="66"/>
                </a:lnTo>
                <a:lnTo>
                  <a:pt x="561" y="61"/>
                </a:lnTo>
                <a:lnTo>
                  <a:pt x="553" y="55"/>
                </a:lnTo>
                <a:lnTo>
                  <a:pt x="544" y="50"/>
                </a:lnTo>
                <a:lnTo>
                  <a:pt x="535" y="46"/>
                </a:lnTo>
                <a:lnTo>
                  <a:pt x="525" y="41"/>
                </a:lnTo>
                <a:lnTo>
                  <a:pt x="516" y="37"/>
                </a:lnTo>
                <a:lnTo>
                  <a:pt x="506" y="33"/>
                </a:lnTo>
                <a:lnTo>
                  <a:pt x="497" y="29"/>
                </a:lnTo>
                <a:lnTo>
                  <a:pt x="487" y="25"/>
                </a:lnTo>
                <a:lnTo>
                  <a:pt x="477" y="22"/>
                </a:lnTo>
                <a:lnTo>
                  <a:pt x="467" y="19"/>
                </a:lnTo>
                <a:lnTo>
                  <a:pt x="456" y="16"/>
                </a:lnTo>
                <a:lnTo>
                  <a:pt x="446" y="13"/>
                </a:lnTo>
                <a:lnTo>
                  <a:pt x="435" y="11"/>
                </a:lnTo>
                <a:lnTo>
                  <a:pt x="425" y="9"/>
                </a:lnTo>
                <a:lnTo>
                  <a:pt x="414" y="7"/>
                </a:lnTo>
                <a:lnTo>
                  <a:pt x="402" y="6"/>
                </a:lnTo>
                <a:lnTo>
                  <a:pt x="392" y="4"/>
                </a:lnTo>
                <a:lnTo>
                  <a:pt x="381" y="3"/>
                </a:lnTo>
                <a:lnTo>
                  <a:pt x="370" y="3"/>
                </a:lnTo>
                <a:lnTo>
                  <a:pt x="359" y="2"/>
                </a:lnTo>
                <a:lnTo>
                  <a:pt x="348" y="2"/>
                </a:lnTo>
                <a:lnTo>
                  <a:pt x="337" y="2"/>
                </a:lnTo>
                <a:lnTo>
                  <a:pt x="327" y="3"/>
                </a:lnTo>
                <a:lnTo>
                  <a:pt x="316" y="3"/>
                </a:lnTo>
                <a:lnTo>
                  <a:pt x="305" y="4"/>
                </a:lnTo>
                <a:lnTo>
                  <a:pt x="294" y="6"/>
                </a:lnTo>
                <a:lnTo>
                  <a:pt x="284" y="7"/>
                </a:lnTo>
                <a:lnTo>
                  <a:pt x="273" y="9"/>
                </a:lnTo>
                <a:lnTo>
                  <a:pt x="262" y="11"/>
                </a:lnTo>
                <a:lnTo>
                  <a:pt x="252" y="13"/>
                </a:lnTo>
                <a:lnTo>
                  <a:pt x="241" y="16"/>
                </a:lnTo>
                <a:lnTo>
                  <a:pt x="231" y="19"/>
                </a:lnTo>
                <a:lnTo>
                  <a:pt x="221" y="22"/>
                </a:lnTo>
                <a:lnTo>
                  <a:pt x="211" y="25"/>
                </a:lnTo>
                <a:lnTo>
                  <a:pt x="201" y="29"/>
                </a:lnTo>
                <a:lnTo>
                  <a:pt x="191" y="33"/>
                </a:lnTo>
                <a:lnTo>
                  <a:pt x="182" y="37"/>
                </a:lnTo>
                <a:lnTo>
                  <a:pt x="172" y="41"/>
                </a:lnTo>
                <a:lnTo>
                  <a:pt x="163" y="46"/>
                </a:lnTo>
                <a:lnTo>
                  <a:pt x="154" y="50"/>
                </a:lnTo>
                <a:lnTo>
                  <a:pt x="145" y="55"/>
                </a:lnTo>
                <a:lnTo>
                  <a:pt x="136" y="61"/>
                </a:lnTo>
                <a:lnTo>
                  <a:pt x="128" y="66"/>
                </a:lnTo>
                <a:lnTo>
                  <a:pt x="120" y="72"/>
                </a:lnTo>
                <a:lnTo>
                  <a:pt x="111" y="78"/>
                </a:lnTo>
                <a:lnTo>
                  <a:pt x="104" y="84"/>
                </a:lnTo>
                <a:lnTo>
                  <a:pt x="96" y="90"/>
                </a:lnTo>
                <a:lnTo>
                  <a:pt x="89" y="96"/>
                </a:lnTo>
                <a:lnTo>
                  <a:pt x="82" y="103"/>
                </a:lnTo>
                <a:lnTo>
                  <a:pt x="75" y="110"/>
                </a:lnTo>
                <a:lnTo>
                  <a:pt x="68" y="117"/>
                </a:lnTo>
                <a:lnTo>
                  <a:pt x="62" y="124"/>
                </a:lnTo>
                <a:lnTo>
                  <a:pt x="56" y="131"/>
                </a:lnTo>
                <a:lnTo>
                  <a:pt x="51" y="139"/>
                </a:lnTo>
                <a:lnTo>
                  <a:pt x="45" y="146"/>
                </a:lnTo>
                <a:lnTo>
                  <a:pt x="40" y="154"/>
                </a:lnTo>
                <a:lnTo>
                  <a:pt x="35" y="162"/>
                </a:lnTo>
                <a:lnTo>
                  <a:pt x="31" y="170"/>
                </a:lnTo>
                <a:lnTo>
                  <a:pt x="27" y="178"/>
                </a:lnTo>
                <a:lnTo>
                  <a:pt x="23" y="186"/>
                </a:lnTo>
                <a:lnTo>
                  <a:pt x="19" y="194"/>
                </a:lnTo>
                <a:lnTo>
                  <a:pt x="16" y="203"/>
                </a:lnTo>
                <a:lnTo>
                  <a:pt x="13" y="211"/>
                </a:lnTo>
                <a:lnTo>
                  <a:pt x="11" y="219"/>
                </a:lnTo>
                <a:lnTo>
                  <a:pt x="8" y="228"/>
                </a:lnTo>
                <a:lnTo>
                  <a:pt x="7" y="237"/>
                </a:lnTo>
                <a:lnTo>
                  <a:pt x="5" y="245"/>
                </a:lnTo>
                <a:lnTo>
                  <a:pt x="4" y="254"/>
                </a:lnTo>
                <a:lnTo>
                  <a:pt x="3" y="263"/>
                </a:lnTo>
                <a:lnTo>
                  <a:pt x="2" y="271"/>
                </a:lnTo>
                <a:lnTo>
                  <a:pt x="2" y="280"/>
                </a:lnTo>
                <a:lnTo>
                  <a:pt x="2" y="289"/>
                </a:lnTo>
                <a:lnTo>
                  <a:pt x="3" y="298"/>
                </a:lnTo>
                <a:lnTo>
                  <a:pt x="4" y="306"/>
                </a:lnTo>
                <a:lnTo>
                  <a:pt x="5" y="315"/>
                </a:lnTo>
                <a:lnTo>
                  <a:pt x="7" y="324"/>
                </a:lnTo>
                <a:lnTo>
                  <a:pt x="8" y="332"/>
                </a:lnTo>
                <a:lnTo>
                  <a:pt x="11" y="341"/>
                </a:lnTo>
                <a:lnTo>
                  <a:pt x="13" y="349"/>
                </a:lnTo>
                <a:lnTo>
                  <a:pt x="16" y="358"/>
                </a:lnTo>
                <a:lnTo>
                  <a:pt x="19" y="366"/>
                </a:lnTo>
                <a:lnTo>
                  <a:pt x="23" y="374"/>
                </a:lnTo>
                <a:lnTo>
                  <a:pt x="27" y="382"/>
                </a:lnTo>
                <a:lnTo>
                  <a:pt x="31" y="390"/>
                </a:lnTo>
                <a:lnTo>
                  <a:pt x="35" y="398"/>
                </a:lnTo>
                <a:lnTo>
                  <a:pt x="40" y="406"/>
                </a:lnTo>
                <a:lnTo>
                  <a:pt x="45" y="414"/>
                </a:lnTo>
                <a:lnTo>
                  <a:pt x="51" y="421"/>
                </a:lnTo>
                <a:lnTo>
                  <a:pt x="56" y="429"/>
                </a:lnTo>
                <a:lnTo>
                  <a:pt x="62" y="436"/>
                </a:lnTo>
                <a:lnTo>
                  <a:pt x="68" y="443"/>
                </a:lnTo>
                <a:lnTo>
                  <a:pt x="75" y="450"/>
                </a:lnTo>
                <a:lnTo>
                  <a:pt x="82" y="457"/>
                </a:lnTo>
                <a:lnTo>
                  <a:pt x="89" y="464"/>
                </a:lnTo>
                <a:lnTo>
                  <a:pt x="96" y="471"/>
                </a:lnTo>
                <a:lnTo>
                  <a:pt x="104" y="478"/>
                </a:lnTo>
                <a:lnTo>
                  <a:pt x="111" y="484"/>
                </a:lnTo>
                <a:lnTo>
                  <a:pt x="120" y="489"/>
                </a:lnTo>
                <a:lnTo>
                  <a:pt x="128" y="495"/>
                </a:lnTo>
                <a:lnTo>
                  <a:pt x="136" y="501"/>
                </a:lnTo>
                <a:lnTo>
                  <a:pt x="145" y="506"/>
                </a:lnTo>
                <a:lnTo>
                  <a:pt x="154" y="511"/>
                </a:lnTo>
                <a:lnTo>
                  <a:pt x="163" y="516"/>
                </a:lnTo>
                <a:lnTo>
                  <a:pt x="172" y="520"/>
                </a:lnTo>
                <a:lnTo>
                  <a:pt x="182" y="525"/>
                </a:lnTo>
                <a:lnTo>
                  <a:pt x="191" y="529"/>
                </a:lnTo>
                <a:lnTo>
                  <a:pt x="201" y="532"/>
                </a:lnTo>
                <a:lnTo>
                  <a:pt x="211" y="536"/>
                </a:lnTo>
                <a:lnTo>
                  <a:pt x="221" y="539"/>
                </a:lnTo>
                <a:lnTo>
                  <a:pt x="231" y="542"/>
                </a:lnTo>
                <a:lnTo>
                  <a:pt x="241" y="545"/>
                </a:lnTo>
                <a:lnTo>
                  <a:pt x="252" y="548"/>
                </a:lnTo>
                <a:lnTo>
                  <a:pt x="262" y="550"/>
                </a:lnTo>
                <a:lnTo>
                  <a:pt x="273" y="552"/>
                </a:lnTo>
                <a:lnTo>
                  <a:pt x="284" y="554"/>
                </a:lnTo>
                <a:lnTo>
                  <a:pt x="294" y="555"/>
                </a:lnTo>
                <a:lnTo>
                  <a:pt x="305" y="557"/>
                </a:lnTo>
                <a:lnTo>
                  <a:pt x="316" y="558"/>
                </a:lnTo>
                <a:lnTo>
                  <a:pt x="327" y="558"/>
                </a:lnTo>
                <a:lnTo>
                  <a:pt x="337" y="559"/>
                </a:lnTo>
                <a:lnTo>
                  <a:pt x="348" y="559"/>
                </a:lnTo>
                <a:lnTo>
                  <a:pt x="359" y="559"/>
                </a:lnTo>
                <a:lnTo>
                  <a:pt x="370" y="558"/>
                </a:lnTo>
                <a:lnTo>
                  <a:pt x="381" y="558"/>
                </a:lnTo>
                <a:lnTo>
                  <a:pt x="392" y="557"/>
                </a:lnTo>
                <a:lnTo>
                  <a:pt x="402" y="555"/>
                </a:lnTo>
                <a:lnTo>
                  <a:pt x="414" y="554"/>
                </a:lnTo>
                <a:lnTo>
                  <a:pt x="425" y="552"/>
                </a:lnTo>
                <a:lnTo>
                  <a:pt x="435" y="550"/>
                </a:lnTo>
                <a:lnTo>
                  <a:pt x="446" y="548"/>
                </a:lnTo>
                <a:lnTo>
                  <a:pt x="456" y="545"/>
                </a:lnTo>
                <a:lnTo>
                  <a:pt x="467" y="542"/>
                </a:lnTo>
                <a:lnTo>
                  <a:pt x="477" y="539"/>
                </a:lnTo>
                <a:lnTo>
                  <a:pt x="487" y="536"/>
                </a:lnTo>
                <a:lnTo>
                  <a:pt x="497" y="532"/>
                </a:lnTo>
                <a:lnTo>
                  <a:pt x="506" y="529"/>
                </a:lnTo>
                <a:lnTo>
                  <a:pt x="516" y="525"/>
                </a:lnTo>
                <a:lnTo>
                  <a:pt x="525" y="520"/>
                </a:lnTo>
                <a:lnTo>
                  <a:pt x="535" y="516"/>
                </a:lnTo>
                <a:lnTo>
                  <a:pt x="544" y="511"/>
                </a:lnTo>
                <a:lnTo>
                  <a:pt x="553" y="506"/>
                </a:lnTo>
                <a:lnTo>
                  <a:pt x="561" y="501"/>
                </a:lnTo>
                <a:lnTo>
                  <a:pt x="570" y="495"/>
                </a:lnTo>
                <a:lnTo>
                  <a:pt x="578" y="489"/>
                </a:lnTo>
                <a:lnTo>
                  <a:pt x="586" y="484"/>
                </a:lnTo>
                <a:lnTo>
                  <a:pt x="594" y="478"/>
                </a:lnTo>
                <a:lnTo>
                  <a:pt x="602" y="471"/>
                </a:lnTo>
                <a:lnTo>
                  <a:pt x="609" y="464"/>
                </a:lnTo>
                <a:lnTo>
                  <a:pt x="616" y="457"/>
                </a:lnTo>
                <a:lnTo>
                  <a:pt x="623" y="450"/>
                </a:lnTo>
                <a:lnTo>
                  <a:pt x="629" y="443"/>
                </a:lnTo>
                <a:lnTo>
                  <a:pt x="636" y="436"/>
                </a:lnTo>
                <a:lnTo>
                  <a:pt x="642" y="429"/>
                </a:lnTo>
                <a:lnTo>
                  <a:pt x="647" y="421"/>
                </a:lnTo>
                <a:lnTo>
                  <a:pt x="653" y="414"/>
                </a:lnTo>
                <a:lnTo>
                  <a:pt x="658" y="406"/>
                </a:lnTo>
                <a:lnTo>
                  <a:pt x="662" y="398"/>
                </a:lnTo>
                <a:lnTo>
                  <a:pt x="667" y="390"/>
                </a:lnTo>
                <a:lnTo>
                  <a:pt x="671" y="382"/>
                </a:lnTo>
                <a:lnTo>
                  <a:pt x="675" y="374"/>
                </a:lnTo>
                <a:lnTo>
                  <a:pt x="678" y="366"/>
                </a:lnTo>
                <a:lnTo>
                  <a:pt x="682" y="358"/>
                </a:lnTo>
                <a:lnTo>
                  <a:pt x="685" y="349"/>
                </a:lnTo>
                <a:lnTo>
                  <a:pt x="687" y="341"/>
                </a:lnTo>
                <a:lnTo>
                  <a:pt x="689" y="332"/>
                </a:lnTo>
                <a:lnTo>
                  <a:pt x="691" y="324"/>
                </a:lnTo>
                <a:lnTo>
                  <a:pt x="693" y="315"/>
                </a:lnTo>
                <a:lnTo>
                  <a:pt x="694" y="306"/>
                </a:lnTo>
                <a:lnTo>
                  <a:pt x="695" y="298"/>
                </a:lnTo>
                <a:lnTo>
                  <a:pt x="695" y="289"/>
                </a:lnTo>
                <a:lnTo>
                  <a:pt x="695" y="280"/>
                </a:lnTo>
                <a:moveTo>
                  <a:pt x="698" y="280"/>
                </a:moveTo>
                <a:lnTo>
                  <a:pt x="698" y="289"/>
                </a:lnTo>
                <a:lnTo>
                  <a:pt x="697" y="298"/>
                </a:lnTo>
                <a:lnTo>
                  <a:pt x="696" y="306"/>
                </a:lnTo>
                <a:lnTo>
                  <a:pt x="695" y="315"/>
                </a:lnTo>
                <a:lnTo>
                  <a:pt x="693" y="324"/>
                </a:lnTo>
                <a:lnTo>
                  <a:pt x="692" y="332"/>
                </a:lnTo>
                <a:lnTo>
                  <a:pt x="689" y="341"/>
                </a:lnTo>
                <a:lnTo>
                  <a:pt x="687" y="350"/>
                </a:lnTo>
                <a:lnTo>
                  <a:pt x="684" y="358"/>
                </a:lnTo>
                <a:lnTo>
                  <a:pt x="681" y="366"/>
                </a:lnTo>
                <a:lnTo>
                  <a:pt x="677" y="375"/>
                </a:lnTo>
                <a:lnTo>
                  <a:pt x="673" y="383"/>
                </a:lnTo>
                <a:lnTo>
                  <a:pt x="669" y="391"/>
                </a:lnTo>
                <a:lnTo>
                  <a:pt x="665" y="399"/>
                </a:lnTo>
                <a:lnTo>
                  <a:pt x="660" y="407"/>
                </a:lnTo>
                <a:lnTo>
                  <a:pt x="655" y="415"/>
                </a:lnTo>
                <a:lnTo>
                  <a:pt x="649" y="422"/>
                </a:lnTo>
                <a:lnTo>
                  <a:pt x="643" y="430"/>
                </a:lnTo>
                <a:lnTo>
                  <a:pt x="637" y="437"/>
                </a:lnTo>
                <a:lnTo>
                  <a:pt x="631" y="444"/>
                </a:lnTo>
                <a:lnTo>
                  <a:pt x="625" y="451"/>
                </a:lnTo>
                <a:lnTo>
                  <a:pt x="618" y="458"/>
                </a:lnTo>
                <a:lnTo>
                  <a:pt x="611" y="466"/>
                </a:lnTo>
                <a:lnTo>
                  <a:pt x="603" y="473"/>
                </a:lnTo>
                <a:lnTo>
                  <a:pt x="596" y="479"/>
                </a:lnTo>
                <a:lnTo>
                  <a:pt x="588" y="485"/>
                </a:lnTo>
                <a:lnTo>
                  <a:pt x="580" y="491"/>
                </a:lnTo>
                <a:lnTo>
                  <a:pt x="571" y="497"/>
                </a:lnTo>
                <a:lnTo>
                  <a:pt x="563" y="502"/>
                </a:lnTo>
                <a:lnTo>
                  <a:pt x="554" y="507"/>
                </a:lnTo>
                <a:lnTo>
                  <a:pt x="545" y="512"/>
                </a:lnTo>
                <a:lnTo>
                  <a:pt x="536" y="517"/>
                </a:lnTo>
                <a:lnTo>
                  <a:pt x="527" y="522"/>
                </a:lnTo>
                <a:lnTo>
                  <a:pt x="517" y="526"/>
                </a:lnTo>
                <a:lnTo>
                  <a:pt x="507" y="530"/>
                </a:lnTo>
                <a:lnTo>
                  <a:pt x="498" y="534"/>
                </a:lnTo>
                <a:lnTo>
                  <a:pt x="488" y="538"/>
                </a:lnTo>
                <a:lnTo>
                  <a:pt x="478" y="541"/>
                </a:lnTo>
                <a:lnTo>
                  <a:pt x="467" y="544"/>
                </a:lnTo>
                <a:lnTo>
                  <a:pt x="457" y="547"/>
                </a:lnTo>
                <a:lnTo>
                  <a:pt x="447" y="550"/>
                </a:lnTo>
                <a:lnTo>
                  <a:pt x="436" y="552"/>
                </a:lnTo>
                <a:lnTo>
                  <a:pt x="425" y="554"/>
                </a:lnTo>
                <a:lnTo>
                  <a:pt x="415" y="556"/>
                </a:lnTo>
                <a:lnTo>
                  <a:pt x="403" y="557"/>
                </a:lnTo>
                <a:lnTo>
                  <a:pt x="392" y="559"/>
                </a:lnTo>
                <a:lnTo>
                  <a:pt x="381" y="559"/>
                </a:lnTo>
                <a:lnTo>
                  <a:pt x="370" y="560"/>
                </a:lnTo>
                <a:lnTo>
                  <a:pt x="359" y="561"/>
                </a:lnTo>
                <a:lnTo>
                  <a:pt x="348" y="561"/>
                </a:lnTo>
                <a:lnTo>
                  <a:pt x="337" y="561"/>
                </a:lnTo>
                <a:lnTo>
                  <a:pt x="326" y="560"/>
                </a:lnTo>
                <a:lnTo>
                  <a:pt x="316" y="559"/>
                </a:lnTo>
                <a:lnTo>
                  <a:pt x="305" y="559"/>
                </a:lnTo>
                <a:lnTo>
                  <a:pt x="294" y="557"/>
                </a:lnTo>
                <a:lnTo>
                  <a:pt x="283" y="556"/>
                </a:lnTo>
                <a:lnTo>
                  <a:pt x="272" y="554"/>
                </a:lnTo>
                <a:lnTo>
                  <a:pt x="262" y="552"/>
                </a:lnTo>
                <a:lnTo>
                  <a:pt x="251" y="550"/>
                </a:lnTo>
                <a:lnTo>
                  <a:pt x="241" y="547"/>
                </a:lnTo>
                <a:lnTo>
                  <a:pt x="230" y="544"/>
                </a:lnTo>
                <a:lnTo>
                  <a:pt x="220" y="541"/>
                </a:lnTo>
                <a:lnTo>
                  <a:pt x="210" y="538"/>
                </a:lnTo>
                <a:lnTo>
                  <a:pt x="200" y="534"/>
                </a:lnTo>
                <a:lnTo>
                  <a:pt x="190" y="530"/>
                </a:lnTo>
                <a:lnTo>
                  <a:pt x="181" y="526"/>
                </a:lnTo>
                <a:lnTo>
                  <a:pt x="171" y="522"/>
                </a:lnTo>
                <a:lnTo>
                  <a:pt x="162" y="517"/>
                </a:lnTo>
                <a:lnTo>
                  <a:pt x="153" y="512"/>
                </a:lnTo>
                <a:lnTo>
                  <a:pt x="144" y="507"/>
                </a:lnTo>
                <a:lnTo>
                  <a:pt x="135" y="502"/>
                </a:lnTo>
                <a:lnTo>
                  <a:pt x="126" y="497"/>
                </a:lnTo>
                <a:lnTo>
                  <a:pt x="118" y="491"/>
                </a:lnTo>
                <a:lnTo>
                  <a:pt x="110" y="485"/>
                </a:lnTo>
                <a:lnTo>
                  <a:pt x="102" y="479"/>
                </a:lnTo>
                <a:lnTo>
                  <a:pt x="94" y="473"/>
                </a:lnTo>
                <a:lnTo>
                  <a:pt x="87" y="466"/>
                </a:lnTo>
                <a:lnTo>
                  <a:pt x="80" y="458"/>
                </a:lnTo>
                <a:lnTo>
                  <a:pt x="73" y="451"/>
                </a:lnTo>
                <a:lnTo>
                  <a:pt x="67" y="444"/>
                </a:lnTo>
                <a:lnTo>
                  <a:pt x="60" y="437"/>
                </a:lnTo>
                <a:lnTo>
                  <a:pt x="54" y="430"/>
                </a:lnTo>
                <a:lnTo>
                  <a:pt x="49" y="422"/>
                </a:lnTo>
                <a:lnTo>
                  <a:pt x="43" y="415"/>
                </a:lnTo>
                <a:lnTo>
                  <a:pt x="38" y="407"/>
                </a:lnTo>
                <a:lnTo>
                  <a:pt x="33" y="399"/>
                </a:lnTo>
                <a:lnTo>
                  <a:pt x="29" y="391"/>
                </a:lnTo>
                <a:lnTo>
                  <a:pt x="24" y="383"/>
                </a:lnTo>
                <a:lnTo>
                  <a:pt x="21" y="375"/>
                </a:lnTo>
                <a:lnTo>
                  <a:pt x="17" y="366"/>
                </a:lnTo>
                <a:lnTo>
                  <a:pt x="14" y="358"/>
                </a:lnTo>
                <a:lnTo>
                  <a:pt x="11" y="350"/>
                </a:lnTo>
                <a:lnTo>
                  <a:pt x="8" y="341"/>
                </a:lnTo>
                <a:lnTo>
                  <a:pt x="6" y="332"/>
                </a:lnTo>
                <a:lnTo>
                  <a:pt x="4" y="324"/>
                </a:lnTo>
                <a:lnTo>
                  <a:pt x="3" y="315"/>
                </a:lnTo>
                <a:lnTo>
                  <a:pt x="2" y="306"/>
                </a:lnTo>
                <a:lnTo>
                  <a:pt x="1" y="298"/>
                </a:lnTo>
                <a:lnTo>
                  <a:pt x="0" y="289"/>
                </a:lnTo>
                <a:lnTo>
                  <a:pt x="0" y="280"/>
                </a:lnTo>
                <a:lnTo>
                  <a:pt x="0" y="271"/>
                </a:lnTo>
                <a:lnTo>
                  <a:pt x="1" y="263"/>
                </a:lnTo>
                <a:lnTo>
                  <a:pt x="2" y="254"/>
                </a:lnTo>
                <a:lnTo>
                  <a:pt x="3" y="245"/>
                </a:lnTo>
                <a:lnTo>
                  <a:pt x="4" y="236"/>
                </a:lnTo>
                <a:lnTo>
                  <a:pt x="6" y="228"/>
                </a:lnTo>
                <a:lnTo>
                  <a:pt x="8" y="219"/>
                </a:lnTo>
                <a:lnTo>
                  <a:pt x="11" y="211"/>
                </a:lnTo>
                <a:lnTo>
                  <a:pt x="14" y="202"/>
                </a:lnTo>
                <a:lnTo>
                  <a:pt x="17" y="194"/>
                </a:lnTo>
                <a:lnTo>
                  <a:pt x="21" y="185"/>
                </a:lnTo>
                <a:lnTo>
                  <a:pt x="24" y="177"/>
                </a:lnTo>
                <a:lnTo>
                  <a:pt x="29" y="169"/>
                </a:lnTo>
                <a:lnTo>
                  <a:pt x="33" y="161"/>
                </a:lnTo>
                <a:lnTo>
                  <a:pt x="38" y="153"/>
                </a:lnTo>
                <a:lnTo>
                  <a:pt x="43" y="145"/>
                </a:lnTo>
                <a:lnTo>
                  <a:pt x="49" y="138"/>
                </a:lnTo>
                <a:lnTo>
                  <a:pt x="54" y="130"/>
                </a:lnTo>
                <a:lnTo>
                  <a:pt x="60" y="123"/>
                </a:lnTo>
                <a:lnTo>
                  <a:pt x="67" y="116"/>
                </a:lnTo>
                <a:lnTo>
                  <a:pt x="73" y="109"/>
                </a:lnTo>
                <a:lnTo>
                  <a:pt x="80" y="102"/>
                </a:lnTo>
                <a:lnTo>
                  <a:pt x="87" y="95"/>
                </a:lnTo>
                <a:lnTo>
                  <a:pt x="94" y="89"/>
                </a:lnTo>
                <a:lnTo>
                  <a:pt x="102" y="82"/>
                </a:lnTo>
                <a:lnTo>
                  <a:pt x="110" y="76"/>
                </a:lnTo>
                <a:lnTo>
                  <a:pt x="118" y="70"/>
                </a:lnTo>
                <a:lnTo>
                  <a:pt x="126" y="65"/>
                </a:lnTo>
                <a:lnTo>
                  <a:pt x="135" y="59"/>
                </a:lnTo>
                <a:lnTo>
                  <a:pt x="144" y="54"/>
                </a:lnTo>
                <a:lnTo>
                  <a:pt x="153" y="49"/>
                </a:lnTo>
                <a:lnTo>
                  <a:pt x="162" y="44"/>
                </a:lnTo>
                <a:lnTo>
                  <a:pt x="171" y="39"/>
                </a:lnTo>
                <a:lnTo>
                  <a:pt x="181" y="35"/>
                </a:lnTo>
                <a:lnTo>
                  <a:pt x="190" y="31"/>
                </a:lnTo>
                <a:lnTo>
                  <a:pt x="200" y="27"/>
                </a:lnTo>
                <a:lnTo>
                  <a:pt x="210" y="23"/>
                </a:lnTo>
                <a:lnTo>
                  <a:pt x="220" y="20"/>
                </a:lnTo>
                <a:lnTo>
                  <a:pt x="230" y="17"/>
                </a:lnTo>
                <a:lnTo>
                  <a:pt x="241" y="14"/>
                </a:lnTo>
                <a:lnTo>
                  <a:pt x="251" y="12"/>
                </a:lnTo>
                <a:lnTo>
                  <a:pt x="262" y="9"/>
                </a:lnTo>
                <a:lnTo>
                  <a:pt x="272" y="7"/>
                </a:lnTo>
                <a:lnTo>
                  <a:pt x="283" y="5"/>
                </a:lnTo>
                <a:lnTo>
                  <a:pt x="294" y="4"/>
                </a:lnTo>
                <a:lnTo>
                  <a:pt x="305" y="3"/>
                </a:lnTo>
                <a:lnTo>
                  <a:pt x="316" y="2"/>
                </a:lnTo>
                <a:lnTo>
                  <a:pt x="326" y="1"/>
                </a:lnTo>
                <a:lnTo>
                  <a:pt x="337" y="1"/>
                </a:lnTo>
                <a:lnTo>
                  <a:pt x="348" y="0"/>
                </a:lnTo>
                <a:lnTo>
                  <a:pt x="359" y="1"/>
                </a:lnTo>
                <a:lnTo>
                  <a:pt x="370" y="1"/>
                </a:lnTo>
                <a:lnTo>
                  <a:pt x="381" y="2"/>
                </a:lnTo>
                <a:lnTo>
                  <a:pt x="392" y="3"/>
                </a:lnTo>
                <a:lnTo>
                  <a:pt x="403" y="4"/>
                </a:lnTo>
                <a:lnTo>
                  <a:pt x="415" y="5"/>
                </a:lnTo>
                <a:lnTo>
                  <a:pt x="425" y="7"/>
                </a:lnTo>
                <a:lnTo>
                  <a:pt x="436" y="9"/>
                </a:lnTo>
                <a:lnTo>
                  <a:pt x="447" y="12"/>
                </a:lnTo>
                <a:lnTo>
                  <a:pt x="457" y="14"/>
                </a:lnTo>
                <a:lnTo>
                  <a:pt x="467" y="17"/>
                </a:lnTo>
                <a:lnTo>
                  <a:pt x="478" y="20"/>
                </a:lnTo>
                <a:lnTo>
                  <a:pt x="488" y="23"/>
                </a:lnTo>
                <a:lnTo>
                  <a:pt x="498" y="27"/>
                </a:lnTo>
                <a:lnTo>
                  <a:pt x="507" y="31"/>
                </a:lnTo>
                <a:lnTo>
                  <a:pt x="517" y="35"/>
                </a:lnTo>
                <a:lnTo>
                  <a:pt x="527" y="39"/>
                </a:lnTo>
                <a:lnTo>
                  <a:pt x="536" y="44"/>
                </a:lnTo>
                <a:lnTo>
                  <a:pt x="545" y="49"/>
                </a:lnTo>
                <a:lnTo>
                  <a:pt x="554" y="54"/>
                </a:lnTo>
                <a:lnTo>
                  <a:pt x="563" y="59"/>
                </a:lnTo>
                <a:lnTo>
                  <a:pt x="571" y="65"/>
                </a:lnTo>
                <a:lnTo>
                  <a:pt x="580" y="70"/>
                </a:lnTo>
                <a:lnTo>
                  <a:pt x="588" y="76"/>
                </a:lnTo>
                <a:lnTo>
                  <a:pt x="596" y="82"/>
                </a:lnTo>
                <a:lnTo>
                  <a:pt x="603" y="89"/>
                </a:lnTo>
                <a:lnTo>
                  <a:pt x="611" y="95"/>
                </a:lnTo>
                <a:lnTo>
                  <a:pt x="618" y="102"/>
                </a:lnTo>
                <a:lnTo>
                  <a:pt x="625" y="109"/>
                </a:lnTo>
                <a:lnTo>
                  <a:pt x="631" y="116"/>
                </a:lnTo>
                <a:lnTo>
                  <a:pt x="637" y="123"/>
                </a:lnTo>
                <a:lnTo>
                  <a:pt x="643" y="130"/>
                </a:lnTo>
                <a:lnTo>
                  <a:pt x="649" y="138"/>
                </a:lnTo>
                <a:lnTo>
                  <a:pt x="655" y="145"/>
                </a:lnTo>
                <a:lnTo>
                  <a:pt x="660" y="153"/>
                </a:lnTo>
                <a:lnTo>
                  <a:pt x="665" y="161"/>
                </a:lnTo>
                <a:lnTo>
                  <a:pt x="669" y="169"/>
                </a:lnTo>
                <a:lnTo>
                  <a:pt x="673" y="177"/>
                </a:lnTo>
                <a:lnTo>
                  <a:pt x="677" y="185"/>
                </a:lnTo>
                <a:lnTo>
                  <a:pt x="681" y="194"/>
                </a:lnTo>
                <a:lnTo>
                  <a:pt x="684" y="202"/>
                </a:lnTo>
                <a:lnTo>
                  <a:pt x="687" y="211"/>
                </a:lnTo>
                <a:lnTo>
                  <a:pt x="689" y="219"/>
                </a:lnTo>
                <a:lnTo>
                  <a:pt x="692" y="228"/>
                </a:lnTo>
                <a:lnTo>
                  <a:pt x="693" y="236"/>
                </a:lnTo>
                <a:lnTo>
                  <a:pt x="695" y="245"/>
                </a:lnTo>
                <a:lnTo>
                  <a:pt x="696" y="254"/>
                </a:lnTo>
                <a:lnTo>
                  <a:pt x="697" y="263"/>
                </a:lnTo>
                <a:lnTo>
                  <a:pt x="698" y="271"/>
                </a:lnTo>
                <a:lnTo>
                  <a:pt x="698" y="280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7" name=""/>
          <p:cNvSpPr/>
          <p:nvPr/>
        </p:nvSpPr>
        <p:spPr>
          <a:xfrm>
            <a:off x="2733480" y="1744200"/>
            <a:ext cx="252720" cy="203040"/>
          </a:xfrm>
          <a:custGeom>
            <a:avLst/>
            <a:gdLst/>
            <a:ahLst/>
            <a:rect l="0" t="0" r="r" b="b"/>
            <a:pathLst>
              <a:path w="702" h="564">
                <a:moveTo>
                  <a:pt x="700" y="281"/>
                </a:moveTo>
                <a:lnTo>
                  <a:pt x="700" y="272"/>
                </a:lnTo>
                <a:lnTo>
                  <a:pt x="699" y="264"/>
                </a:lnTo>
                <a:lnTo>
                  <a:pt x="698" y="255"/>
                </a:lnTo>
                <a:lnTo>
                  <a:pt x="697" y="246"/>
                </a:lnTo>
                <a:lnTo>
                  <a:pt x="695" y="237"/>
                </a:lnTo>
                <a:lnTo>
                  <a:pt x="694" y="229"/>
                </a:lnTo>
                <a:lnTo>
                  <a:pt x="691" y="220"/>
                </a:lnTo>
                <a:lnTo>
                  <a:pt x="689" y="212"/>
                </a:lnTo>
                <a:lnTo>
                  <a:pt x="686" y="203"/>
                </a:lnTo>
                <a:lnTo>
                  <a:pt x="683" y="195"/>
                </a:lnTo>
                <a:lnTo>
                  <a:pt x="679" y="186"/>
                </a:lnTo>
                <a:lnTo>
                  <a:pt x="675" y="178"/>
                </a:lnTo>
                <a:lnTo>
                  <a:pt x="671" y="170"/>
                </a:lnTo>
                <a:lnTo>
                  <a:pt x="667" y="162"/>
                </a:lnTo>
                <a:lnTo>
                  <a:pt x="662" y="154"/>
                </a:lnTo>
                <a:lnTo>
                  <a:pt x="657" y="146"/>
                </a:lnTo>
                <a:lnTo>
                  <a:pt x="651" y="139"/>
                </a:lnTo>
                <a:lnTo>
                  <a:pt x="645" y="131"/>
                </a:lnTo>
                <a:lnTo>
                  <a:pt x="639" y="124"/>
                </a:lnTo>
                <a:lnTo>
                  <a:pt x="633" y="117"/>
                </a:lnTo>
                <a:lnTo>
                  <a:pt x="627" y="110"/>
                </a:lnTo>
                <a:lnTo>
                  <a:pt x="620" y="103"/>
                </a:lnTo>
                <a:lnTo>
                  <a:pt x="613" y="96"/>
                </a:lnTo>
                <a:lnTo>
                  <a:pt x="605" y="90"/>
                </a:lnTo>
                <a:lnTo>
                  <a:pt x="598" y="83"/>
                </a:lnTo>
                <a:lnTo>
                  <a:pt x="590" y="77"/>
                </a:lnTo>
                <a:lnTo>
                  <a:pt x="582" y="71"/>
                </a:lnTo>
                <a:lnTo>
                  <a:pt x="573" y="66"/>
                </a:lnTo>
                <a:lnTo>
                  <a:pt x="565" y="60"/>
                </a:lnTo>
                <a:lnTo>
                  <a:pt x="556" y="55"/>
                </a:lnTo>
                <a:lnTo>
                  <a:pt x="547" y="50"/>
                </a:lnTo>
                <a:lnTo>
                  <a:pt x="538" y="45"/>
                </a:lnTo>
                <a:lnTo>
                  <a:pt x="529" y="40"/>
                </a:lnTo>
                <a:lnTo>
                  <a:pt x="519" y="36"/>
                </a:lnTo>
                <a:lnTo>
                  <a:pt x="509" y="32"/>
                </a:lnTo>
                <a:lnTo>
                  <a:pt x="500" y="28"/>
                </a:lnTo>
                <a:lnTo>
                  <a:pt x="490" y="24"/>
                </a:lnTo>
                <a:lnTo>
                  <a:pt x="480" y="21"/>
                </a:lnTo>
                <a:lnTo>
                  <a:pt x="468" y="18"/>
                </a:lnTo>
                <a:lnTo>
                  <a:pt x="458" y="15"/>
                </a:lnTo>
                <a:lnTo>
                  <a:pt x="448" y="13"/>
                </a:lnTo>
                <a:lnTo>
                  <a:pt x="437" y="10"/>
                </a:lnTo>
                <a:lnTo>
                  <a:pt x="426" y="8"/>
                </a:lnTo>
                <a:lnTo>
                  <a:pt x="416" y="6"/>
                </a:lnTo>
                <a:lnTo>
                  <a:pt x="405" y="5"/>
                </a:lnTo>
                <a:lnTo>
                  <a:pt x="394" y="4"/>
                </a:lnTo>
                <a:lnTo>
                  <a:pt x="383" y="3"/>
                </a:lnTo>
                <a:lnTo>
                  <a:pt x="372" y="2"/>
                </a:lnTo>
                <a:lnTo>
                  <a:pt x="361" y="2"/>
                </a:lnTo>
                <a:lnTo>
                  <a:pt x="350" y="1"/>
                </a:lnTo>
                <a:lnTo>
                  <a:pt x="339" y="2"/>
                </a:lnTo>
                <a:lnTo>
                  <a:pt x="328" y="2"/>
                </a:lnTo>
                <a:lnTo>
                  <a:pt x="318" y="3"/>
                </a:lnTo>
                <a:lnTo>
                  <a:pt x="307" y="4"/>
                </a:lnTo>
                <a:lnTo>
                  <a:pt x="296" y="5"/>
                </a:lnTo>
                <a:lnTo>
                  <a:pt x="285" y="6"/>
                </a:lnTo>
                <a:lnTo>
                  <a:pt x="274" y="8"/>
                </a:lnTo>
                <a:lnTo>
                  <a:pt x="264" y="10"/>
                </a:lnTo>
                <a:lnTo>
                  <a:pt x="253" y="13"/>
                </a:lnTo>
                <a:lnTo>
                  <a:pt x="243" y="15"/>
                </a:lnTo>
                <a:lnTo>
                  <a:pt x="232" y="18"/>
                </a:lnTo>
                <a:lnTo>
                  <a:pt x="222" y="21"/>
                </a:lnTo>
                <a:lnTo>
                  <a:pt x="212" y="24"/>
                </a:lnTo>
                <a:lnTo>
                  <a:pt x="202" y="28"/>
                </a:lnTo>
                <a:lnTo>
                  <a:pt x="192" y="32"/>
                </a:lnTo>
                <a:lnTo>
                  <a:pt x="183" y="36"/>
                </a:lnTo>
                <a:lnTo>
                  <a:pt x="173" y="40"/>
                </a:lnTo>
                <a:lnTo>
                  <a:pt x="164" y="45"/>
                </a:lnTo>
                <a:lnTo>
                  <a:pt x="155" y="50"/>
                </a:lnTo>
                <a:lnTo>
                  <a:pt x="146" y="55"/>
                </a:lnTo>
                <a:lnTo>
                  <a:pt x="137" y="60"/>
                </a:lnTo>
                <a:lnTo>
                  <a:pt x="128" y="66"/>
                </a:lnTo>
                <a:lnTo>
                  <a:pt x="120" y="71"/>
                </a:lnTo>
                <a:lnTo>
                  <a:pt x="112" y="77"/>
                </a:lnTo>
                <a:lnTo>
                  <a:pt x="104" y="83"/>
                </a:lnTo>
                <a:lnTo>
                  <a:pt x="96" y="90"/>
                </a:lnTo>
                <a:lnTo>
                  <a:pt x="89" y="96"/>
                </a:lnTo>
                <a:lnTo>
                  <a:pt x="82" y="103"/>
                </a:lnTo>
                <a:lnTo>
                  <a:pt x="75" y="110"/>
                </a:lnTo>
                <a:lnTo>
                  <a:pt x="69" y="117"/>
                </a:lnTo>
                <a:lnTo>
                  <a:pt x="62" y="124"/>
                </a:lnTo>
                <a:lnTo>
                  <a:pt x="56" y="131"/>
                </a:lnTo>
                <a:lnTo>
                  <a:pt x="51" y="139"/>
                </a:lnTo>
                <a:lnTo>
                  <a:pt x="45" y="146"/>
                </a:lnTo>
                <a:lnTo>
                  <a:pt x="40" y="154"/>
                </a:lnTo>
                <a:lnTo>
                  <a:pt x="35" y="162"/>
                </a:lnTo>
                <a:lnTo>
                  <a:pt x="31" y="170"/>
                </a:lnTo>
                <a:lnTo>
                  <a:pt x="26" y="178"/>
                </a:lnTo>
                <a:lnTo>
                  <a:pt x="23" y="186"/>
                </a:lnTo>
                <a:lnTo>
                  <a:pt x="19" y="195"/>
                </a:lnTo>
                <a:lnTo>
                  <a:pt x="16" y="203"/>
                </a:lnTo>
                <a:lnTo>
                  <a:pt x="13" y="212"/>
                </a:lnTo>
                <a:lnTo>
                  <a:pt x="10" y="220"/>
                </a:lnTo>
                <a:lnTo>
                  <a:pt x="8" y="229"/>
                </a:lnTo>
                <a:lnTo>
                  <a:pt x="6" y="237"/>
                </a:lnTo>
                <a:lnTo>
                  <a:pt x="5" y="246"/>
                </a:lnTo>
                <a:lnTo>
                  <a:pt x="4" y="255"/>
                </a:lnTo>
                <a:lnTo>
                  <a:pt x="3" y="264"/>
                </a:lnTo>
                <a:lnTo>
                  <a:pt x="2" y="272"/>
                </a:lnTo>
                <a:lnTo>
                  <a:pt x="2" y="281"/>
                </a:lnTo>
                <a:lnTo>
                  <a:pt x="2" y="290"/>
                </a:lnTo>
                <a:lnTo>
                  <a:pt x="3" y="299"/>
                </a:lnTo>
                <a:lnTo>
                  <a:pt x="4" y="307"/>
                </a:lnTo>
                <a:lnTo>
                  <a:pt x="5" y="316"/>
                </a:lnTo>
                <a:lnTo>
                  <a:pt x="6" y="325"/>
                </a:lnTo>
                <a:lnTo>
                  <a:pt x="8" y="333"/>
                </a:lnTo>
                <a:lnTo>
                  <a:pt x="10" y="342"/>
                </a:lnTo>
                <a:lnTo>
                  <a:pt x="13" y="351"/>
                </a:lnTo>
                <a:lnTo>
                  <a:pt x="16" y="359"/>
                </a:lnTo>
                <a:lnTo>
                  <a:pt x="19" y="367"/>
                </a:lnTo>
                <a:lnTo>
                  <a:pt x="23" y="376"/>
                </a:lnTo>
                <a:lnTo>
                  <a:pt x="26" y="384"/>
                </a:lnTo>
                <a:lnTo>
                  <a:pt x="31" y="392"/>
                </a:lnTo>
                <a:lnTo>
                  <a:pt x="35" y="400"/>
                </a:lnTo>
                <a:lnTo>
                  <a:pt x="40" y="408"/>
                </a:lnTo>
                <a:lnTo>
                  <a:pt x="45" y="416"/>
                </a:lnTo>
                <a:lnTo>
                  <a:pt x="51" y="423"/>
                </a:lnTo>
                <a:lnTo>
                  <a:pt x="56" y="431"/>
                </a:lnTo>
                <a:lnTo>
                  <a:pt x="62" y="438"/>
                </a:lnTo>
                <a:lnTo>
                  <a:pt x="69" y="445"/>
                </a:lnTo>
                <a:lnTo>
                  <a:pt x="75" y="452"/>
                </a:lnTo>
                <a:lnTo>
                  <a:pt x="82" y="459"/>
                </a:lnTo>
                <a:lnTo>
                  <a:pt x="89" y="466"/>
                </a:lnTo>
                <a:lnTo>
                  <a:pt x="96" y="473"/>
                </a:lnTo>
                <a:lnTo>
                  <a:pt x="104" y="479"/>
                </a:lnTo>
                <a:lnTo>
                  <a:pt x="112" y="485"/>
                </a:lnTo>
                <a:lnTo>
                  <a:pt x="120" y="491"/>
                </a:lnTo>
                <a:lnTo>
                  <a:pt x="128" y="497"/>
                </a:lnTo>
                <a:lnTo>
                  <a:pt x="137" y="502"/>
                </a:lnTo>
                <a:lnTo>
                  <a:pt x="146" y="508"/>
                </a:lnTo>
                <a:lnTo>
                  <a:pt x="155" y="513"/>
                </a:lnTo>
                <a:lnTo>
                  <a:pt x="164" y="518"/>
                </a:lnTo>
                <a:lnTo>
                  <a:pt x="173" y="523"/>
                </a:lnTo>
                <a:lnTo>
                  <a:pt x="183" y="527"/>
                </a:lnTo>
                <a:lnTo>
                  <a:pt x="192" y="531"/>
                </a:lnTo>
                <a:lnTo>
                  <a:pt x="202" y="535"/>
                </a:lnTo>
                <a:lnTo>
                  <a:pt x="212" y="539"/>
                </a:lnTo>
                <a:lnTo>
                  <a:pt x="222" y="542"/>
                </a:lnTo>
                <a:lnTo>
                  <a:pt x="232" y="545"/>
                </a:lnTo>
                <a:lnTo>
                  <a:pt x="243" y="548"/>
                </a:lnTo>
                <a:lnTo>
                  <a:pt x="253" y="551"/>
                </a:lnTo>
                <a:lnTo>
                  <a:pt x="264" y="553"/>
                </a:lnTo>
                <a:lnTo>
                  <a:pt x="274" y="555"/>
                </a:lnTo>
                <a:lnTo>
                  <a:pt x="285" y="557"/>
                </a:lnTo>
                <a:lnTo>
                  <a:pt x="296" y="558"/>
                </a:lnTo>
                <a:lnTo>
                  <a:pt x="307" y="560"/>
                </a:lnTo>
                <a:lnTo>
                  <a:pt x="318" y="560"/>
                </a:lnTo>
                <a:lnTo>
                  <a:pt x="328" y="561"/>
                </a:lnTo>
                <a:lnTo>
                  <a:pt x="339" y="562"/>
                </a:lnTo>
                <a:lnTo>
                  <a:pt x="350" y="562"/>
                </a:lnTo>
                <a:lnTo>
                  <a:pt x="361" y="562"/>
                </a:lnTo>
                <a:lnTo>
                  <a:pt x="372" y="561"/>
                </a:lnTo>
                <a:lnTo>
                  <a:pt x="383" y="560"/>
                </a:lnTo>
                <a:lnTo>
                  <a:pt x="394" y="560"/>
                </a:lnTo>
                <a:lnTo>
                  <a:pt x="405" y="558"/>
                </a:lnTo>
                <a:lnTo>
                  <a:pt x="416" y="557"/>
                </a:lnTo>
                <a:lnTo>
                  <a:pt x="426" y="555"/>
                </a:lnTo>
                <a:lnTo>
                  <a:pt x="437" y="553"/>
                </a:lnTo>
                <a:lnTo>
                  <a:pt x="448" y="551"/>
                </a:lnTo>
                <a:lnTo>
                  <a:pt x="458" y="548"/>
                </a:lnTo>
                <a:lnTo>
                  <a:pt x="468" y="545"/>
                </a:lnTo>
                <a:lnTo>
                  <a:pt x="480" y="542"/>
                </a:lnTo>
                <a:lnTo>
                  <a:pt x="490" y="539"/>
                </a:lnTo>
                <a:lnTo>
                  <a:pt x="500" y="535"/>
                </a:lnTo>
                <a:lnTo>
                  <a:pt x="509" y="531"/>
                </a:lnTo>
                <a:lnTo>
                  <a:pt x="519" y="527"/>
                </a:lnTo>
                <a:lnTo>
                  <a:pt x="529" y="523"/>
                </a:lnTo>
                <a:lnTo>
                  <a:pt x="538" y="518"/>
                </a:lnTo>
                <a:lnTo>
                  <a:pt x="547" y="513"/>
                </a:lnTo>
                <a:lnTo>
                  <a:pt x="556" y="508"/>
                </a:lnTo>
                <a:lnTo>
                  <a:pt x="565" y="502"/>
                </a:lnTo>
                <a:lnTo>
                  <a:pt x="573" y="497"/>
                </a:lnTo>
                <a:lnTo>
                  <a:pt x="582" y="491"/>
                </a:lnTo>
                <a:lnTo>
                  <a:pt x="590" y="485"/>
                </a:lnTo>
                <a:lnTo>
                  <a:pt x="598" y="479"/>
                </a:lnTo>
                <a:lnTo>
                  <a:pt x="605" y="473"/>
                </a:lnTo>
                <a:lnTo>
                  <a:pt x="613" y="466"/>
                </a:lnTo>
                <a:lnTo>
                  <a:pt x="620" y="459"/>
                </a:lnTo>
                <a:lnTo>
                  <a:pt x="627" y="452"/>
                </a:lnTo>
                <a:lnTo>
                  <a:pt x="633" y="445"/>
                </a:lnTo>
                <a:lnTo>
                  <a:pt x="639" y="438"/>
                </a:lnTo>
                <a:lnTo>
                  <a:pt x="645" y="431"/>
                </a:lnTo>
                <a:lnTo>
                  <a:pt x="651" y="423"/>
                </a:lnTo>
                <a:lnTo>
                  <a:pt x="657" y="416"/>
                </a:lnTo>
                <a:lnTo>
                  <a:pt x="662" y="408"/>
                </a:lnTo>
                <a:lnTo>
                  <a:pt x="667" y="400"/>
                </a:lnTo>
                <a:lnTo>
                  <a:pt x="671" y="392"/>
                </a:lnTo>
                <a:lnTo>
                  <a:pt x="675" y="384"/>
                </a:lnTo>
                <a:lnTo>
                  <a:pt x="679" y="376"/>
                </a:lnTo>
                <a:lnTo>
                  <a:pt x="683" y="367"/>
                </a:lnTo>
                <a:lnTo>
                  <a:pt x="686" y="359"/>
                </a:lnTo>
                <a:lnTo>
                  <a:pt x="689" y="351"/>
                </a:lnTo>
                <a:lnTo>
                  <a:pt x="691" y="342"/>
                </a:lnTo>
                <a:lnTo>
                  <a:pt x="694" y="333"/>
                </a:lnTo>
                <a:lnTo>
                  <a:pt x="695" y="325"/>
                </a:lnTo>
                <a:lnTo>
                  <a:pt x="697" y="316"/>
                </a:lnTo>
                <a:lnTo>
                  <a:pt x="698" y="307"/>
                </a:lnTo>
                <a:lnTo>
                  <a:pt x="699" y="299"/>
                </a:lnTo>
                <a:lnTo>
                  <a:pt x="700" y="290"/>
                </a:lnTo>
                <a:lnTo>
                  <a:pt x="700" y="281"/>
                </a:lnTo>
                <a:moveTo>
                  <a:pt x="702" y="281"/>
                </a:moveTo>
                <a:lnTo>
                  <a:pt x="702" y="290"/>
                </a:lnTo>
                <a:lnTo>
                  <a:pt x="701" y="299"/>
                </a:lnTo>
                <a:lnTo>
                  <a:pt x="700" y="308"/>
                </a:lnTo>
                <a:lnTo>
                  <a:pt x="699" y="316"/>
                </a:lnTo>
                <a:lnTo>
                  <a:pt x="698" y="325"/>
                </a:lnTo>
                <a:lnTo>
                  <a:pt x="696" y="334"/>
                </a:lnTo>
                <a:lnTo>
                  <a:pt x="694" y="342"/>
                </a:lnTo>
                <a:lnTo>
                  <a:pt x="691" y="351"/>
                </a:lnTo>
                <a:lnTo>
                  <a:pt x="688" y="360"/>
                </a:lnTo>
                <a:lnTo>
                  <a:pt x="685" y="368"/>
                </a:lnTo>
                <a:lnTo>
                  <a:pt x="681" y="376"/>
                </a:lnTo>
                <a:lnTo>
                  <a:pt x="677" y="385"/>
                </a:lnTo>
                <a:lnTo>
                  <a:pt x="673" y="393"/>
                </a:lnTo>
                <a:lnTo>
                  <a:pt x="669" y="401"/>
                </a:lnTo>
                <a:lnTo>
                  <a:pt x="664" y="409"/>
                </a:lnTo>
                <a:lnTo>
                  <a:pt x="659" y="417"/>
                </a:lnTo>
                <a:lnTo>
                  <a:pt x="653" y="424"/>
                </a:lnTo>
                <a:lnTo>
                  <a:pt x="647" y="432"/>
                </a:lnTo>
                <a:lnTo>
                  <a:pt x="641" y="439"/>
                </a:lnTo>
                <a:lnTo>
                  <a:pt x="635" y="447"/>
                </a:lnTo>
                <a:lnTo>
                  <a:pt x="628" y="454"/>
                </a:lnTo>
                <a:lnTo>
                  <a:pt x="622" y="461"/>
                </a:lnTo>
                <a:lnTo>
                  <a:pt x="614" y="467"/>
                </a:lnTo>
                <a:lnTo>
                  <a:pt x="607" y="474"/>
                </a:lnTo>
                <a:lnTo>
                  <a:pt x="599" y="480"/>
                </a:lnTo>
                <a:lnTo>
                  <a:pt x="591" y="486"/>
                </a:lnTo>
                <a:lnTo>
                  <a:pt x="583" y="492"/>
                </a:lnTo>
                <a:lnTo>
                  <a:pt x="575" y="498"/>
                </a:lnTo>
                <a:lnTo>
                  <a:pt x="566" y="505"/>
                </a:lnTo>
                <a:lnTo>
                  <a:pt x="557" y="510"/>
                </a:lnTo>
                <a:lnTo>
                  <a:pt x="548" y="515"/>
                </a:lnTo>
                <a:lnTo>
                  <a:pt x="539" y="520"/>
                </a:lnTo>
                <a:lnTo>
                  <a:pt x="530" y="524"/>
                </a:lnTo>
                <a:lnTo>
                  <a:pt x="520" y="529"/>
                </a:lnTo>
                <a:lnTo>
                  <a:pt x="511" y="533"/>
                </a:lnTo>
                <a:lnTo>
                  <a:pt x="501" y="537"/>
                </a:lnTo>
                <a:lnTo>
                  <a:pt x="491" y="540"/>
                </a:lnTo>
                <a:lnTo>
                  <a:pt x="480" y="544"/>
                </a:lnTo>
                <a:lnTo>
                  <a:pt x="470" y="547"/>
                </a:lnTo>
                <a:lnTo>
                  <a:pt x="459" y="550"/>
                </a:lnTo>
                <a:lnTo>
                  <a:pt x="448" y="552"/>
                </a:lnTo>
                <a:lnTo>
                  <a:pt x="438" y="555"/>
                </a:lnTo>
                <a:lnTo>
                  <a:pt x="427" y="557"/>
                </a:lnTo>
                <a:lnTo>
                  <a:pt x="416" y="559"/>
                </a:lnTo>
                <a:lnTo>
                  <a:pt x="405" y="560"/>
                </a:lnTo>
                <a:lnTo>
                  <a:pt x="394" y="561"/>
                </a:lnTo>
                <a:lnTo>
                  <a:pt x="383" y="562"/>
                </a:lnTo>
                <a:lnTo>
                  <a:pt x="372" y="563"/>
                </a:lnTo>
                <a:lnTo>
                  <a:pt x="361" y="563"/>
                </a:lnTo>
                <a:lnTo>
                  <a:pt x="350" y="564"/>
                </a:lnTo>
                <a:lnTo>
                  <a:pt x="339" y="563"/>
                </a:lnTo>
                <a:lnTo>
                  <a:pt x="328" y="563"/>
                </a:lnTo>
                <a:lnTo>
                  <a:pt x="317" y="562"/>
                </a:lnTo>
                <a:lnTo>
                  <a:pt x="306" y="561"/>
                </a:lnTo>
                <a:lnTo>
                  <a:pt x="295" y="560"/>
                </a:lnTo>
                <a:lnTo>
                  <a:pt x="285" y="559"/>
                </a:lnTo>
                <a:lnTo>
                  <a:pt x="274" y="557"/>
                </a:lnTo>
                <a:lnTo>
                  <a:pt x="263" y="555"/>
                </a:lnTo>
                <a:lnTo>
                  <a:pt x="253" y="552"/>
                </a:lnTo>
                <a:lnTo>
                  <a:pt x="242" y="550"/>
                </a:lnTo>
                <a:lnTo>
                  <a:pt x="232" y="547"/>
                </a:lnTo>
                <a:lnTo>
                  <a:pt x="221" y="544"/>
                </a:lnTo>
                <a:lnTo>
                  <a:pt x="211" y="540"/>
                </a:lnTo>
                <a:lnTo>
                  <a:pt x="201" y="537"/>
                </a:lnTo>
                <a:lnTo>
                  <a:pt x="191" y="533"/>
                </a:lnTo>
                <a:lnTo>
                  <a:pt x="181" y="529"/>
                </a:lnTo>
                <a:lnTo>
                  <a:pt x="172" y="524"/>
                </a:lnTo>
                <a:lnTo>
                  <a:pt x="162" y="520"/>
                </a:lnTo>
                <a:lnTo>
                  <a:pt x="153" y="515"/>
                </a:lnTo>
                <a:lnTo>
                  <a:pt x="144" y="510"/>
                </a:lnTo>
                <a:lnTo>
                  <a:pt x="135" y="505"/>
                </a:lnTo>
                <a:lnTo>
                  <a:pt x="127" y="498"/>
                </a:lnTo>
                <a:lnTo>
                  <a:pt x="118" y="492"/>
                </a:lnTo>
                <a:lnTo>
                  <a:pt x="110" y="486"/>
                </a:lnTo>
                <a:lnTo>
                  <a:pt x="102" y="480"/>
                </a:lnTo>
                <a:lnTo>
                  <a:pt x="95" y="474"/>
                </a:lnTo>
                <a:lnTo>
                  <a:pt x="87" y="467"/>
                </a:lnTo>
                <a:lnTo>
                  <a:pt x="80" y="461"/>
                </a:lnTo>
                <a:lnTo>
                  <a:pt x="73" y="454"/>
                </a:lnTo>
                <a:lnTo>
                  <a:pt x="67" y="447"/>
                </a:lnTo>
                <a:lnTo>
                  <a:pt x="60" y="439"/>
                </a:lnTo>
                <a:lnTo>
                  <a:pt x="54" y="432"/>
                </a:lnTo>
                <a:lnTo>
                  <a:pt x="49" y="424"/>
                </a:lnTo>
                <a:lnTo>
                  <a:pt x="43" y="417"/>
                </a:lnTo>
                <a:lnTo>
                  <a:pt x="38" y="409"/>
                </a:lnTo>
                <a:lnTo>
                  <a:pt x="33" y="401"/>
                </a:lnTo>
                <a:lnTo>
                  <a:pt x="29" y="393"/>
                </a:lnTo>
                <a:lnTo>
                  <a:pt x="24" y="385"/>
                </a:lnTo>
                <a:lnTo>
                  <a:pt x="20" y="376"/>
                </a:lnTo>
                <a:lnTo>
                  <a:pt x="17" y="368"/>
                </a:lnTo>
                <a:lnTo>
                  <a:pt x="14" y="360"/>
                </a:lnTo>
                <a:lnTo>
                  <a:pt x="11" y="351"/>
                </a:lnTo>
                <a:lnTo>
                  <a:pt x="8" y="342"/>
                </a:lnTo>
                <a:lnTo>
                  <a:pt x="6" y="334"/>
                </a:lnTo>
                <a:lnTo>
                  <a:pt x="4" y="325"/>
                </a:lnTo>
                <a:lnTo>
                  <a:pt x="2" y="316"/>
                </a:lnTo>
                <a:lnTo>
                  <a:pt x="1" y="308"/>
                </a:lnTo>
                <a:lnTo>
                  <a:pt x="0" y="299"/>
                </a:lnTo>
                <a:lnTo>
                  <a:pt x="0" y="290"/>
                </a:lnTo>
                <a:lnTo>
                  <a:pt x="0" y="281"/>
                </a:lnTo>
                <a:lnTo>
                  <a:pt x="0" y="272"/>
                </a:lnTo>
                <a:lnTo>
                  <a:pt x="0" y="263"/>
                </a:lnTo>
                <a:lnTo>
                  <a:pt x="1" y="255"/>
                </a:lnTo>
                <a:lnTo>
                  <a:pt x="2" y="246"/>
                </a:lnTo>
                <a:lnTo>
                  <a:pt x="4" y="237"/>
                </a:lnTo>
                <a:lnTo>
                  <a:pt x="6" y="228"/>
                </a:lnTo>
                <a:lnTo>
                  <a:pt x="8" y="220"/>
                </a:lnTo>
                <a:lnTo>
                  <a:pt x="11" y="211"/>
                </a:lnTo>
                <a:lnTo>
                  <a:pt x="14" y="203"/>
                </a:lnTo>
                <a:lnTo>
                  <a:pt x="17" y="194"/>
                </a:lnTo>
                <a:lnTo>
                  <a:pt x="20" y="186"/>
                </a:lnTo>
                <a:lnTo>
                  <a:pt x="24" y="177"/>
                </a:lnTo>
                <a:lnTo>
                  <a:pt x="29" y="169"/>
                </a:lnTo>
                <a:lnTo>
                  <a:pt x="33" y="161"/>
                </a:lnTo>
                <a:lnTo>
                  <a:pt x="38" y="153"/>
                </a:lnTo>
                <a:lnTo>
                  <a:pt x="43" y="145"/>
                </a:lnTo>
                <a:lnTo>
                  <a:pt x="49" y="138"/>
                </a:lnTo>
                <a:lnTo>
                  <a:pt x="54" y="130"/>
                </a:lnTo>
                <a:lnTo>
                  <a:pt x="60" y="123"/>
                </a:lnTo>
                <a:lnTo>
                  <a:pt x="67" y="116"/>
                </a:lnTo>
                <a:lnTo>
                  <a:pt x="73" y="109"/>
                </a:lnTo>
                <a:lnTo>
                  <a:pt x="80" y="102"/>
                </a:lnTo>
                <a:lnTo>
                  <a:pt x="87" y="95"/>
                </a:lnTo>
                <a:lnTo>
                  <a:pt x="95" y="88"/>
                </a:lnTo>
                <a:lnTo>
                  <a:pt x="102" y="82"/>
                </a:lnTo>
                <a:lnTo>
                  <a:pt x="110" y="76"/>
                </a:lnTo>
                <a:lnTo>
                  <a:pt x="118" y="70"/>
                </a:lnTo>
                <a:lnTo>
                  <a:pt x="127" y="64"/>
                </a:lnTo>
                <a:lnTo>
                  <a:pt x="135" y="59"/>
                </a:lnTo>
                <a:lnTo>
                  <a:pt x="144" y="53"/>
                </a:lnTo>
                <a:lnTo>
                  <a:pt x="153" y="48"/>
                </a:lnTo>
                <a:lnTo>
                  <a:pt x="162" y="43"/>
                </a:lnTo>
                <a:lnTo>
                  <a:pt x="172" y="39"/>
                </a:lnTo>
                <a:lnTo>
                  <a:pt x="181" y="34"/>
                </a:lnTo>
                <a:lnTo>
                  <a:pt x="191" y="30"/>
                </a:lnTo>
                <a:lnTo>
                  <a:pt x="201" y="26"/>
                </a:lnTo>
                <a:lnTo>
                  <a:pt x="211" y="23"/>
                </a:lnTo>
                <a:lnTo>
                  <a:pt x="221" y="19"/>
                </a:lnTo>
                <a:lnTo>
                  <a:pt x="232" y="16"/>
                </a:lnTo>
                <a:lnTo>
                  <a:pt x="242" y="13"/>
                </a:lnTo>
                <a:lnTo>
                  <a:pt x="253" y="11"/>
                </a:lnTo>
                <a:lnTo>
                  <a:pt x="263" y="8"/>
                </a:lnTo>
                <a:lnTo>
                  <a:pt x="274" y="6"/>
                </a:lnTo>
                <a:lnTo>
                  <a:pt x="285" y="5"/>
                </a:lnTo>
                <a:lnTo>
                  <a:pt x="295" y="3"/>
                </a:lnTo>
                <a:lnTo>
                  <a:pt x="306" y="2"/>
                </a:lnTo>
                <a:lnTo>
                  <a:pt x="317" y="1"/>
                </a:lnTo>
                <a:lnTo>
                  <a:pt x="328" y="0"/>
                </a:lnTo>
                <a:lnTo>
                  <a:pt x="339" y="0"/>
                </a:lnTo>
                <a:lnTo>
                  <a:pt x="350" y="0"/>
                </a:lnTo>
                <a:lnTo>
                  <a:pt x="361" y="0"/>
                </a:lnTo>
                <a:lnTo>
                  <a:pt x="372" y="0"/>
                </a:lnTo>
                <a:lnTo>
                  <a:pt x="383" y="1"/>
                </a:lnTo>
                <a:lnTo>
                  <a:pt x="394" y="2"/>
                </a:lnTo>
                <a:lnTo>
                  <a:pt x="405" y="3"/>
                </a:lnTo>
                <a:lnTo>
                  <a:pt x="416" y="5"/>
                </a:lnTo>
                <a:lnTo>
                  <a:pt x="427" y="6"/>
                </a:lnTo>
                <a:lnTo>
                  <a:pt x="438" y="8"/>
                </a:lnTo>
                <a:lnTo>
                  <a:pt x="448" y="11"/>
                </a:lnTo>
                <a:lnTo>
                  <a:pt x="459" y="13"/>
                </a:lnTo>
                <a:lnTo>
                  <a:pt x="470" y="16"/>
                </a:lnTo>
                <a:lnTo>
                  <a:pt x="480" y="19"/>
                </a:lnTo>
                <a:lnTo>
                  <a:pt x="491" y="23"/>
                </a:lnTo>
                <a:lnTo>
                  <a:pt x="501" y="26"/>
                </a:lnTo>
                <a:lnTo>
                  <a:pt x="511" y="30"/>
                </a:lnTo>
                <a:lnTo>
                  <a:pt x="520" y="34"/>
                </a:lnTo>
                <a:lnTo>
                  <a:pt x="530" y="39"/>
                </a:lnTo>
                <a:lnTo>
                  <a:pt x="539" y="43"/>
                </a:lnTo>
                <a:lnTo>
                  <a:pt x="548" y="48"/>
                </a:lnTo>
                <a:lnTo>
                  <a:pt x="557" y="53"/>
                </a:lnTo>
                <a:lnTo>
                  <a:pt x="566" y="59"/>
                </a:lnTo>
                <a:lnTo>
                  <a:pt x="575" y="64"/>
                </a:lnTo>
                <a:lnTo>
                  <a:pt x="583" y="70"/>
                </a:lnTo>
                <a:lnTo>
                  <a:pt x="591" y="76"/>
                </a:lnTo>
                <a:lnTo>
                  <a:pt x="599" y="82"/>
                </a:lnTo>
                <a:lnTo>
                  <a:pt x="607" y="88"/>
                </a:lnTo>
                <a:lnTo>
                  <a:pt x="614" y="95"/>
                </a:lnTo>
                <a:lnTo>
                  <a:pt x="622" y="102"/>
                </a:lnTo>
                <a:lnTo>
                  <a:pt x="628" y="109"/>
                </a:lnTo>
                <a:lnTo>
                  <a:pt x="635" y="116"/>
                </a:lnTo>
                <a:lnTo>
                  <a:pt x="641" y="123"/>
                </a:lnTo>
                <a:lnTo>
                  <a:pt x="647" y="130"/>
                </a:lnTo>
                <a:lnTo>
                  <a:pt x="653" y="138"/>
                </a:lnTo>
                <a:lnTo>
                  <a:pt x="659" y="145"/>
                </a:lnTo>
                <a:lnTo>
                  <a:pt x="664" y="153"/>
                </a:lnTo>
                <a:lnTo>
                  <a:pt x="669" y="161"/>
                </a:lnTo>
                <a:lnTo>
                  <a:pt x="673" y="169"/>
                </a:lnTo>
                <a:lnTo>
                  <a:pt x="677" y="177"/>
                </a:lnTo>
                <a:lnTo>
                  <a:pt x="681" y="186"/>
                </a:lnTo>
                <a:lnTo>
                  <a:pt x="685" y="194"/>
                </a:lnTo>
                <a:lnTo>
                  <a:pt x="688" y="203"/>
                </a:lnTo>
                <a:lnTo>
                  <a:pt x="691" y="211"/>
                </a:lnTo>
                <a:lnTo>
                  <a:pt x="694" y="220"/>
                </a:lnTo>
                <a:lnTo>
                  <a:pt x="696" y="228"/>
                </a:lnTo>
                <a:lnTo>
                  <a:pt x="698" y="237"/>
                </a:lnTo>
                <a:lnTo>
                  <a:pt x="699" y="246"/>
                </a:lnTo>
                <a:lnTo>
                  <a:pt x="700" y="255"/>
                </a:lnTo>
                <a:lnTo>
                  <a:pt x="701" y="263"/>
                </a:lnTo>
                <a:lnTo>
                  <a:pt x="702" y="272"/>
                </a:lnTo>
                <a:lnTo>
                  <a:pt x="702" y="281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8" name=""/>
          <p:cNvSpPr/>
          <p:nvPr/>
        </p:nvSpPr>
        <p:spPr>
          <a:xfrm>
            <a:off x="2730960" y="1742040"/>
            <a:ext cx="257760" cy="207000"/>
          </a:xfrm>
          <a:custGeom>
            <a:avLst/>
            <a:gdLst/>
            <a:ahLst/>
            <a:rect l="0" t="0" r="r" b="b"/>
            <a:pathLst>
              <a:path w="716" h="575">
                <a:moveTo>
                  <a:pt x="709" y="288"/>
                </a:moveTo>
                <a:lnTo>
                  <a:pt x="709" y="279"/>
                </a:lnTo>
                <a:lnTo>
                  <a:pt x="708" y="270"/>
                </a:lnTo>
                <a:lnTo>
                  <a:pt x="707" y="262"/>
                </a:lnTo>
                <a:lnTo>
                  <a:pt x="706" y="253"/>
                </a:lnTo>
                <a:lnTo>
                  <a:pt x="705" y="244"/>
                </a:lnTo>
                <a:lnTo>
                  <a:pt x="703" y="235"/>
                </a:lnTo>
                <a:lnTo>
                  <a:pt x="701" y="227"/>
                </a:lnTo>
                <a:lnTo>
                  <a:pt x="698" y="218"/>
                </a:lnTo>
                <a:lnTo>
                  <a:pt x="695" y="210"/>
                </a:lnTo>
                <a:lnTo>
                  <a:pt x="692" y="201"/>
                </a:lnTo>
                <a:lnTo>
                  <a:pt x="688" y="193"/>
                </a:lnTo>
                <a:lnTo>
                  <a:pt x="684" y="184"/>
                </a:lnTo>
                <a:lnTo>
                  <a:pt x="680" y="176"/>
                </a:lnTo>
                <a:lnTo>
                  <a:pt x="676" y="168"/>
                </a:lnTo>
                <a:lnTo>
                  <a:pt x="671" y="160"/>
                </a:lnTo>
                <a:lnTo>
                  <a:pt x="666" y="152"/>
                </a:lnTo>
                <a:lnTo>
                  <a:pt x="660" y="145"/>
                </a:lnTo>
                <a:lnTo>
                  <a:pt x="654" y="137"/>
                </a:lnTo>
                <a:lnTo>
                  <a:pt x="648" y="130"/>
                </a:lnTo>
                <a:lnTo>
                  <a:pt x="642" y="123"/>
                </a:lnTo>
                <a:lnTo>
                  <a:pt x="634" y="116"/>
                </a:lnTo>
                <a:lnTo>
                  <a:pt x="628" y="109"/>
                </a:lnTo>
                <a:lnTo>
                  <a:pt x="620" y="102"/>
                </a:lnTo>
                <a:lnTo>
                  <a:pt x="613" y="95"/>
                </a:lnTo>
                <a:lnTo>
                  <a:pt x="605" y="89"/>
                </a:lnTo>
                <a:lnTo>
                  <a:pt x="597" y="83"/>
                </a:lnTo>
                <a:lnTo>
                  <a:pt x="589" y="77"/>
                </a:lnTo>
                <a:lnTo>
                  <a:pt x="581" y="71"/>
                </a:lnTo>
                <a:lnTo>
                  <a:pt x="572" y="66"/>
                </a:lnTo>
                <a:lnTo>
                  <a:pt x="563" y="60"/>
                </a:lnTo>
                <a:lnTo>
                  <a:pt x="554" y="55"/>
                </a:lnTo>
                <a:lnTo>
                  <a:pt x="545" y="50"/>
                </a:lnTo>
                <a:lnTo>
                  <a:pt x="536" y="46"/>
                </a:lnTo>
                <a:lnTo>
                  <a:pt x="526" y="41"/>
                </a:lnTo>
                <a:lnTo>
                  <a:pt x="517" y="36"/>
                </a:lnTo>
                <a:lnTo>
                  <a:pt x="507" y="32"/>
                </a:lnTo>
                <a:lnTo>
                  <a:pt x="497" y="29"/>
                </a:lnTo>
                <a:lnTo>
                  <a:pt x="486" y="25"/>
                </a:lnTo>
                <a:lnTo>
                  <a:pt x="476" y="22"/>
                </a:lnTo>
                <a:lnTo>
                  <a:pt x="466" y="19"/>
                </a:lnTo>
                <a:lnTo>
                  <a:pt x="455" y="17"/>
                </a:lnTo>
                <a:lnTo>
                  <a:pt x="445" y="14"/>
                </a:lnTo>
                <a:lnTo>
                  <a:pt x="434" y="12"/>
                </a:lnTo>
                <a:lnTo>
                  <a:pt x="423" y="11"/>
                </a:lnTo>
                <a:lnTo>
                  <a:pt x="412" y="9"/>
                </a:lnTo>
                <a:lnTo>
                  <a:pt x="401" y="8"/>
                </a:lnTo>
                <a:lnTo>
                  <a:pt x="390" y="7"/>
                </a:lnTo>
                <a:lnTo>
                  <a:pt x="379" y="6"/>
                </a:lnTo>
                <a:lnTo>
                  <a:pt x="368" y="6"/>
                </a:lnTo>
                <a:lnTo>
                  <a:pt x="357" y="6"/>
                </a:lnTo>
                <a:lnTo>
                  <a:pt x="346" y="6"/>
                </a:lnTo>
                <a:lnTo>
                  <a:pt x="335" y="6"/>
                </a:lnTo>
                <a:lnTo>
                  <a:pt x="324" y="7"/>
                </a:lnTo>
                <a:lnTo>
                  <a:pt x="313" y="8"/>
                </a:lnTo>
                <a:lnTo>
                  <a:pt x="302" y="9"/>
                </a:lnTo>
                <a:lnTo>
                  <a:pt x="292" y="11"/>
                </a:lnTo>
                <a:lnTo>
                  <a:pt x="281" y="12"/>
                </a:lnTo>
                <a:lnTo>
                  <a:pt x="270" y="14"/>
                </a:lnTo>
                <a:lnTo>
                  <a:pt x="260" y="17"/>
                </a:lnTo>
                <a:lnTo>
                  <a:pt x="249" y="19"/>
                </a:lnTo>
                <a:lnTo>
                  <a:pt x="239" y="22"/>
                </a:lnTo>
                <a:lnTo>
                  <a:pt x="228" y="25"/>
                </a:lnTo>
                <a:lnTo>
                  <a:pt x="218" y="29"/>
                </a:lnTo>
                <a:lnTo>
                  <a:pt x="208" y="32"/>
                </a:lnTo>
                <a:lnTo>
                  <a:pt x="198" y="36"/>
                </a:lnTo>
                <a:lnTo>
                  <a:pt x="188" y="41"/>
                </a:lnTo>
                <a:lnTo>
                  <a:pt x="179" y="46"/>
                </a:lnTo>
                <a:lnTo>
                  <a:pt x="169" y="50"/>
                </a:lnTo>
                <a:lnTo>
                  <a:pt x="160" y="55"/>
                </a:lnTo>
                <a:lnTo>
                  <a:pt x="151" y="60"/>
                </a:lnTo>
                <a:lnTo>
                  <a:pt x="142" y="66"/>
                </a:lnTo>
                <a:lnTo>
                  <a:pt x="134" y="71"/>
                </a:lnTo>
                <a:lnTo>
                  <a:pt x="125" y="77"/>
                </a:lnTo>
                <a:lnTo>
                  <a:pt x="117" y="83"/>
                </a:lnTo>
                <a:lnTo>
                  <a:pt x="109" y="89"/>
                </a:lnTo>
                <a:lnTo>
                  <a:pt x="102" y="95"/>
                </a:lnTo>
                <a:lnTo>
                  <a:pt x="94" y="102"/>
                </a:lnTo>
                <a:lnTo>
                  <a:pt x="87" y="109"/>
                </a:lnTo>
                <a:lnTo>
                  <a:pt x="80" y="116"/>
                </a:lnTo>
                <a:lnTo>
                  <a:pt x="74" y="123"/>
                </a:lnTo>
                <a:lnTo>
                  <a:pt x="67" y="130"/>
                </a:lnTo>
                <a:lnTo>
                  <a:pt x="61" y="137"/>
                </a:lnTo>
                <a:lnTo>
                  <a:pt x="56" y="145"/>
                </a:lnTo>
                <a:lnTo>
                  <a:pt x="50" y="152"/>
                </a:lnTo>
                <a:lnTo>
                  <a:pt x="45" y="160"/>
                </a:lnTo>
                <a:lnTo>
                  <a:pt x="40" y="168"/>
                </a:lnTo>
                <a:lnTo>
                  <a:pt x="36" y="176"/>
                </a:lnTo>
                <a:lnTo>
                  <a:pt x="31" y="184"/>
                </a:lnTo>
                <a:lnTo>
                  <a:pt x="27" y="193"/>
                </a:lnTo>
                <a:lnTo>
                  <a:pt x="24" y="201"/>
                </a:lnTo>
                <a:lnTo>
                  <a:pt x="21" y="210"/>
                </a:lnTo>
                <a:lnTo>
                  <a:pt x="18" y="218"/>
                </a:lnTo>
                <a:lnTo>
                  <a:pt x="15" y="227"/>
                </a:lnTo>
                <a:lnTo>
                  <a:pt x="13" y="235"/>
                </a:lnTo>
                <a:lnTo>
                  <a:pt x="11" y="244"/>
                </a:lnTo>
                <a:lnTo>
                  <a:pt x="9" y="253"/>
                </a:lnTo>
                <a:lnTo>
                  <a:pt x="8" y="262"/>
                </a:lnTo>
                <a:lnTo>
                  <a:pt x="7" y="270"/>
                </a:lnTo>
                <a:lnTo>
                  <a:pt x="7" y="279"/>
                </a:lnTo>
                <a:lnTo>
                  <a:pt x="7" y="288"/>
                </a:lnTo>
                <a:lnTo>
                  <a:pt x="7" y="297"/>
                </a:lnTo>
                <a:lnTo>
                  <a:pt x="7" y="306"/>
                </a:lnTo>
                <a:lnTo>
                  <a:pt x="8" y="315"/>
                </a:lnTo>
                <a:lnTo>
                  <a:pt x="9" y="323"/>
                </a:lnTo>
                <a:lnTo>
                  <a:pt x="11" y="332"/>
                </a:lnTo>
                <a:lnTo>
                  <a:pt x="13" y="341"/>
                </a:lnTo>
                <a:lnTo>
                  <a:pt x="15" y="349"/>
                </a:lnTo>
                <a:lnTo>
                  <a:pt x="18" y="358"/>
                </a:lnTo>
                <a:lnTo>
                  <a:pt x="21" y="367"/>
                </a:lnTo>
                <a:lnTo>
                  <a:pt x="24" y="375"/>
                </a:lnTo>
                <a:lnTo>
                  <a:pt x="27" y="383"/>
                </a:lnTo>
                <a:lnTo>
                  <a:pt x="31" y="392"/>
                </a:lnTo>
                <a:lnTo>
                  <a:pt x="36" y="400"/>
                </a:lnTo>
                <a:lnTo>
                  <a:pt x="40" y="408"/>
                </a:lnTo>
                <a:lnTo>
                  <a:pt x="45" y="416"/>
                </a:lnTo>
                <a:lnTo>
                  <a:pt x="50" y="424"/>
                </a:lnTo>
                <a:lnTo>
                  <a:pt x="56" y="431"/>
                </a:lnTo>
                <a:lnTo>
                  <a:pt x="61" y="439"/>
                </a:lnTo>
                <a:lnTo>
                  <a:pt x="67" y="446"/>
                </a:lnTo>
                <a:lnTo>
                  <a:pt x="74" y="454"/>
                </a:lnTo>
                <a:lnTo>
                  <a:pt x="80" y="461"/>
                </a:lnTo>
                <a:lnTo>
                  <a:pt x="87" y="468"/>
                </a:lnTo>
                <a:lnTo>
                  <a:pt x="94" y="474"/>
                </a:lnTo>
                <a:lnTo>
                  <a:pt x="102" y="481"/>
                </a:lnTo>
                <a:lnTo>
                  <a:pt x="109" y="487"/>
                </a:lnTo>
                <a:lnTo>
                  <a:pt x="117" y="493"/>
                </a:lnTo>
                <a:lnTo>
                  <a:pt x="125" y="499"/>
                </a:lnTo>
                <a:lnTo>
                  <a:pt x="134" y="505"/>
                </a:lnTo>
                <a:lnTo>
                  <a:pt x="142" y="511"/>
                </a:lnTo>
                <a:lnTo>
                  <a:pt x="151" y="516"/>
                </a:lnTo>
                <a:lnTo>
                  <a:pt x="160" y="521"/>
                </a:lnTo>
                <a:lnTo>
                  <a:pt x="169" y="526"/>
                </a:lnTo>
                <a:lnTo>
                  <a:pt x="179" y="530"/>
                </a:lnTo>
                <a:lnTo>
                  <a:pt x="188" y="535"/>
                </a:lnTo>
                <a:lnTo>
                  <a:pt x="198" y="539"/>
                </a:lnTo>
                <a:lnTo>
                  <a:pt x="208" y="543"/>
                </a:lnTo>
                <a:lnTo>
                  <a:pt x="218" y="546"/>
                </a:lnTo>
                <a:lnTo>
                  <a:pt x="228" y="550"/>
                </a:lnTo>
                <a:lnTo>
                  <a:pt x="239" y="553"/>
                </a:lnTo>
                <a:lnTo>
                  <a:pt x="249" y="556"/>
                </a:lnTo>
                <a:lnTo>
                  <a:pt x="260" y="558"/>
                </a:lnTo>
                <a:lnTo>
                  <a:pt x="270" y="561"/>
                </a:lnTo>
                <a:lnTo>
                  <a:pt x="281" y="563"/>
                </a:lnTo>
                <a:lnTo>
                  <a:pt x="292" y="565"/>
                </a:lnTo>
                <a:lnTo>
                  <a:pt x="302" y="566"/>
                </a:lnTo>
                <a:lnTo>
                  <a:pt x="313" y="567"/>
                </a:lnTo>
                <a:lnTo>
                  <a:pt x="324" y="568"/>
                </a:lnTo>
                <a:lnTo>
                  <a:pt x="335" y="569"/>
                </a:lnTo>
                <a:lnTo>
                  <a:pt x="346" y="569"/>
                </a:lnTo>
                <a:lnTo>
                  <a:pt x="357" y="570"/>
                </a:lnTo>
                <a:lnTo>
                  <a:pt x="368" y="569"/>
                </a:lnTo>
                <a:lnTo>
                  <a:pt x="379" y="569"/>
                </a:lnTo>
                <a:lnTo>
                  <a:pt x="390" y="568"/>
                </a:lnTo>
                <a:lnTo>
                  <a:pt x="401" y="567"/>
                </a:lnTo>
                <a:lnTo>
                  <a:pt x="412" y="566"/>
                </a:lnTo>
                <a:lnTo>
                  <a:pt x="423" y="565"/>
                </a:lnTo>
                <a:lnTo>
                  <a:pt x="434" y="563"/>
                </a:lnTo>
                <a:lnTo>
                  <a:pt x="445" y="561"/>
                </a:lnTo>
                <a:lnTo>
                  <a:pt x="455" y="558"/>
                </a:lnTo>
                <a:lnTo>
                  <a:pt x="466" y="556"/>
                </a:lnTo>
                <a:lnTo>
                  <a:pt x="476" y="553"/>
                </a:lnTo>
                <a:lnTo>
                  <a:pt x="486" y="550"/>
                </a:lnTo>
                <a:lnTo>
                  <a:pt x="497" y="546"/>
                </a:lnTo>
                <a:lnTo>
                  <a:pt x="507" y="543"/>
                </a:lnTo>
                <a:lnTo>
                  <a:pt x="517" y="539"/>
                </a:lnTo>
                <a:lnTo>
                  <a:pt x="526" y="535"/>
                </a:lnTo>
                <a:lnTo>
                  <a:pt x="536" y="530"/>
                </a:lnTo>
                <a:lnTo>
                  <a:pt x="545" y="526"/>
                </a:lnTo>
                <a:lnTo>
                  <a:pt x="554" y="521"/>
                </a:lnTo>
                <a:lnTo>
                  <a:pt x="563" y="516"/>
                </a:lnTo>
                <a:lnTo>
                  <a:pt x="572" y="511"/>
                </a:lnTo>
                <a:lnTo>
                  <a:pt x="581" y="505"/>
                </a:lnTo>
                <a:lnTo>
                  <a:pt x="589" y="499"/>
                </a:lnTo>
                <a:lnTo>
                  <a:pt x="597" y="493"/>
                </a:lnTo>
                <a:lnTo>
                  <a:pt x="605" y="487"/>
                </a:lnTo>
                <a:lnTo>
                  <a:pt x="613" y="481"/>
                </a:lnTo>
                <a:lnTo>
                  <a:pt x="620" y="474"/>
                </a:lnTo>
                <a:lnTo>
                  <a:pt x="628" y="468"/>
                </a:lnTo>
                <a:lnTo>
                  <a:pt x="634" y="461"/>
                </a:lnTo>
                <a:lnTo>
                  <a:pt x="642" y="454"/>
                </a:lnTo>
                <a:lnTo>
                  <a:pt x="648" y="446"/>
                </a:lnTo>
                <a:lnTo>
                  <a:pt x="654" y="439"/>
                </a:lnTo>
                <a:lnTo>
                  <a:pt x="660" y="431"/>
                </a:lnTo>
                <a:lnTo>
                  <a:pt x="666" y="424"/>
                </a:lnTo>
                <a:lnTo>
                  <a:pt x="671" y="416"/>
                </a:lnTo>
                <a:lnTo>
                  <a:pt x="676" y="408"/>
                </a:lnTo>
                <a:lnTo>
                  <a:pt x="680" y="400"/>
                </a:lnTo>
                <a:lnTo>
                  <a:pt x="684" y="392"/>
                </a:lnTo>
                <a:lnTo>
                  <a:pt x="688" y="383"/>
                </a:lnTo>
                <a:lnTo>
                  <a:pt x="692" y="375"/>
                </a:lnTo>
                <a:lnTo>
                  <a:pt x="695" y="367"/>
                </a:lnTo>
                <a:lnTo>
                  <a:pt x="698" y="358"/>
                </a:lnTo>
                <a:lnTo>
                  <a:pt x="701" y="349"/>
                </a:lnTo>
                <a:lnTo>
                  <a:pt x="703" y="341"/>
                </a:lnTo>
                <a:lnTo>
                  <a:pt x="705" y="332"/>
                </a:lnTo>
                <a:lnTo>
                  <a:pt x="706" y="323"/>
                </a:lnTo>
                <a:lnTo>
                  <a:pt x="707" y="315"/>
                </a:lnTo>
                <a:lnTo>
                  <a:pt x="708" y="306"/>
                </a:lnTo>
                <a:lnTo>
                  <a:pt x="709" y="297"/>
                </a:lnTo>
                <a:lnTo>
                  <a:pt x="709" y="288"/>
                </a:lnTo>
                <a:moveTo>
                  <a:pt x="716" y="288"/>
                </a:moveTo>
                <a:lnTo>
                  <a:pt x="716" y="297"/>
                </a:lnTo>
                <a:lnTo>
                  <a:pt x="715" y="306"/>
                </a:lnTo>
                <a:lnTo>
                  <a:pt x="714" y="315"/>
                </a:lnTo>
                <a:lnTo>
                  <a:pt x="713" y="324"/>
                </a:lnTo>
                <a:lnTo>
                  <a:pt x="712" y="333"/>
                </a:lnTo>
                <a:lnTo>
                  <a:pt x="710" y="342"/>
                </a:lnTo>
                <a:lnTo>
                  <a:pt x="707" y="351"/>
                </a:lnTo>
                <a:lnTo>
                  <a:pt x="705" y="359"/>
                </a:lnTo>
                <a:lnTo>
                  <a:pt x="702" y="368"/>
                </a:lnTo>
                <a:lnTo>
                  <a:pt x="698" y="377"/>
                </a:lnTo>
                <a:lnTo>
                  <a:pt x="695" y="385"/>
                </a:lnTo>
                <a:lnTo>
                  <a:pt x="691" y="394"/>
                </a:lnTo>
                <a:lnTo>
                  <a:pt x="687" y="402"/>
                </a:lnTo>
                <a:lnTo>
                  <a:pt x="682" y="410"/>
                </a:lnTo>
                <a:lnTo>
                  <a:pt x="677" y="418"/>
                </a:lnTo>
                <a:lnTo>
                  <a:pt x="672" y="426"/>
                </a:lnTo>
                <a:lnTo>
                  <a:pt x="666" y="434"/>
                </a:lnTo>
                <a:lnTo>
                  <a:pt x="660" y="442"/>
                </a:lnTo>
                <a:lnTo>
                  <a:pt x="654" y="449"/>
                </a:lnTo>
                <a:lnTo>
                  <a:pt x="648" y="457"/>
                </a:lnTo>
                <a:lnTo>
                  <a:pt x="641" y="464"/>
                </a:lnTo>
                <a:lnTo>
                  <a:pt x="633" y="471"/>
                </a:lnTo>
                <a:lnTo>
                  <a:pt x="626" y="478"/>
                </a:lnTo>
                <a:lnTo>
                  <a:pt x="618" y="485"/>
                </a:lnTo>
                <a:lnTo>
                  <a:pt x="610" y="491"/>
                </a:lnTo>
                <a:lnTo>
                  <a:pt x="602" y="497"/>
                </a:lnTo>
                <a:lnTo>
                  <a:pt x="594" y="503"/>
                </a:lnTo>
                <a:lnTo>
                  <a:pt x="585" y="509"/>
                </a:lnTo>
                <a:lnTo>
                  <a:pt x="577" y="515"/>
                </a:lnTo>
                <a:lnTo>
                  <a:pt x="568" y="520"/>
                </a:lnTo>
                <a:lnTo>
                  <a:pt x="558" y="525"/>
                </a:lnTo>
                <a:lnTo>
                  <a:pt x="549" y="530"/>
                </a:lnTo>
                <a:lnTo>
                  <a:pt x="539" y="535"/>
                </a:lnTo>
                <a:lnTo>
                  <a:pt x="530" y="540"/>
                </a:lnTo>
                <a:lnTo>
                  <a:pt x="520" y="544"/>
                </a:lnTo>
                <a:lnTo>
                  <a:pt x="510" y="548"/>
                </a:lnTo>
                <a:lnTo>
                  <a:pt x="499" y="552"/>
                </a:lnTo>
                <a:lnTo>
                  <a:pt x="489" y="555"/>
                </a:lnTo>
                <a:lnTo>
                  <a:pt x="478" y="558"/>
                </a:lnTo>
                <a:lnTo>
                  <a:pt x="468" y="561"/>
                </a:lnTo>
                <a:lnTo>
                  <a:pt x="457" y="564"/>
                </a:lnTo>
                <a:lnTo>
                  <a:pt x="446" y="566"/>
                </a:lnTo>
                <a:lnTo>
                  <a:pt x="435" y="568"/>
                </a:lnTo>
                <a:lnTo>
                  <a:pt x="424" y="570"/>
                </a:lnTo>
                <a:lnTo>
                  <a:pt x="413" y="572"/>
                </a:lnTo>
                <a:lnTo>
                  <a:pt x="402" y="573"/>
                </a:lnTo>
                <a:lnTo>
                  <a:pt x="391" y="574"/>
                </a:lnTo>
                <a:lnTo>
                  <a:pt x="380" y="575"/>
                </a:lnTo>
                <a:lnTo>
                  <a:pt x="369" y="575"/>
                </a:lnTo>
                <a:lnTo>
                  <a:pt x="357" y="575"/>
                </a:lnTo>
                <a:lnTo>
                  <a:pt x="346" y="575"/>
                </a:lnTo>
                <a:lnTo>
                  <a:pt x="335" y="575"/>
                </a:lnTo>
                <a:lnTo>
                  <a:pt x="324" y="574"/>
                </a:lnTo>
                <a:lnTo>
                  <a:pt x="313" y="573"/>
                </a:lnTo>
                <a:lnTo>
                  <a:pt x="301" y="572"/>
                </a:lnTo>
                <a:lnTo>
                  <a:pt x="290" y="570"/>
                </a:lnTo>
                <a:lnTo>
                  <a:pt x="279" y="568"/>
                </a:lnTo>
                <a:lnTo>
                  <a:pt x="268" y="566"/>
                </a:lnTo>
                <a:lnTo>
                  <a:pt x="258" y="564"/>
                </a:lnTo>
                <a:lnTo>
                  <a:pt x="247" y="561"/>
                </a:lnTo>
                <a:lnTo>
                  <a:pt x="236" y="558"/>
                </a:lnTo>
                <a:lnTo>
                  <a:pt x="226" y="555"/>
                </a:lnTo>
                <a:lnTo>
                  <a:pt x="215" y="552"/>
                </a:lnTo>
                <a:lnTo>
                  <a:pt x="205" y="548"/>
                </a:lnTo>
                <a:lnTo>
                  <a:pt x="195" y="544"/>
                </a:lnTo>
                <a:lnTo>
                  <a:pt x="185" y="540"/>
                </a:lnTo>
                <a:lnTo>
                  <a:pt x="175" y="535"/>
                </a:lnTo>
                <a:lnTo>
                  <a:pt x="166" y="530"/>
                </a:lnTo>
                <a:lnTo>
                  <a:pt x="156" y="525"/>
                </a:lnTo>
                <a:lnTo>
                  <a:pt x="147" y="520"/>
                </a:lnTo>
                <a:lnTo>
                  <a:pt x="138" y="515"/>
                </a:lnTo>
                <a:lnTo>
                  <a:pt x="129" y="509"/>
                </a:lnTo>
                <a:lnTo>
                  <a:pt x="121" y="503"/>
                </a:lnTo>
                <a:lnTo>
                  <a:pt x="113" y="497"/>
                </a:lnTo>
                <a:lnTo>
                  <a:pt x="105" y="491"/>
                </a:lnTo>
                <a:lnTo>
                  <a:pt x="97" y="485"/>
                </a:lnTo>
                <a:lnTo>
                  <a:pt x="89" y="478"/>
                </a:lnTo>
                <a:lnTo>
                  <a:pt x="82" y="471"/>
                </a:lnTo>
                <a:lnTo>
                  <a:pt x="75" y="464"/>
                </a:lnTo>
                <a:lnTo>
                  <a:pt x="68" y="457"/>
                </a:lnTo>
                <a:lnTo>
                  <a:pt x="62" y="449"/>
                </a:lnTo>
                <a:lnTo>
                  <a:pt x="55" y="442"/>
                </a:lnTo>
                <a:lnTo>
                  <a:pt x="50" y="434"/>
                </a:lnTo>
                <a:lnTo>
                  <a:pt x="44" y="426"/>
                </a:lnTo>
                <a:lnTo>
                  <a:pt x="39" y="418"/>
                </a:lnTo>
                <a:lnTo>
                  <a:pt x="34" y="410"/>
                </a:lnTo>
                <a:lnTo>
                  <a:pt x="29" y="402"/>
                </a:lnTo>
                <a:lnTo>
                  <a:pt x="25" y="394"/>
                </a:lnTo>
                <a:lnTo>
                  <a:pt x="21" y="385"/>
                </a:lnTo>
                <a:lnTo>
                  <a:pt x="17" y="377"/>
                </a:lnTo>
                <a:lnTo>
                  <a:pt x="14" y="368"/>
                </a:lnTo>
                <a:lnTo>
                  <a:pt x="11" y="359"/>
                </a:lnTo>
                <a:lnTo>
                  <a:pt x="8" y="351"/>
                </a:lnTo>
                <a:lnTo>
                  <a:pt x="6" y="342"/>
                </a:lnTo>
                <a:lnTo>
                  <a:pt x="4" y="333"/>
                </a:lnTo>
                <a:lnTo>
                  <a:pt x="3" y="324"/>
                </a:lnTo>
                <a:lnTo>
                  <a:pt x="1" y="315"/>
                </a:lnTo>
                <a:lnTo>
                  <a:pt x="0" y="306"/>
                </a:lnTo>
                <a:lnTo>
                  <a:pt x="0" y="297"/>
                </a:lnTo>
                <a:lnTo>
                  <a:pt x="0" y="288"/>
                </a:lnTo>
                <a:lnTo>
                  <a:pt x="0" y="279"/>
                </a:lnTo>
                <a:lnTo>
                  <a:pt x="0" y="270"/>
                </a:lnTo>
                <a:lnTo>
                  <a:pt x="1" y="261"/>
                </a:lnTo>
                <a:lnTo>
                  <a:pt x="3" y="252"/>
                </a:lnTo>
                <a:lnTo>
                  <a:pt x="4" y="243"/>
                </a:lnTo>
                <a:lnTo>
                  <a:pt x="6" y="234"/>
                </a:lnTo>
                <a:lnTo>
                  <a:pt x="8" y="225"/>
                </a:lnTo>
                <a:lnTo>
                  <a:pt x="11" y="217"/>
                </a:lnTo>
                <a:lnTo>
                  <a:pt x="14" y="208"/>
                </a:lnTo>
                <a:lnTo>
                  <a:pt x="17" y="199"/>
                </a:lnTo>
                <a:lnTo>
                  <a:pt x="21" y="191"/>
                </a:lnTo>
                <a:lnTo>
                  <a:pt x="25" y="182"/>
                </a:lnTo>
                <a:lnTo>
                  <a:pt x="29" y="174"/>
                </a:lnTo>
                <a:lnTo>
                  <a:pt x="34" y="166"/>
                </a:lnTo>
                <a:lnTo>
                  <a:pt x="39" y="158"/>
                </a:lnTo>
                <a:lnTo>
                  <a:pt x="44" y="150"/>
                </a:lnTo>
                <a:lnTo>
                  <a:pt x="50" y="142"/>
                </a:lnTo>
                <a:lnTo>
                  <a:pt x="55" y="134"/>
                </a:lnTo>
                <a:lnTo>
                  <a:pt x="62" y="127"/>
                </a:lnTo>
                <a:lnTo>
                  <a:pt x="68" y="119"/>
                </a:lnTo>
                <a:lnTo>
                  <a:pt x="75" y="112"/>
                </a:lnTo>
                <a:lnTo>
                  <a:pt x="82" y="105"/>
                </a:lnTo>
                <a:lnTo>
                  <a:pt x="89" y="98"/>
                </a:lnTo>
                <a:lnTo>
                  <a:pt x="97" y="92"/>
                </a:lnTo>
                <a:lnTo>
                  <a:pt x="105" y="85"/>
                </a:lnTo>
                <a:lnTo>
                  <a:pt x="113" y="79"/>
                </a:lnTo>
                <a:lnTo>
                  <a:pt x="121" y="73"/>
                </a:lnTo>
                <a:lnTo>
                  <a:pt x="129" y="67"/>
                </a:lnTo>
                <a:lnTo>
                  <a:pt x="138" y="61"/>
                </a:lnTo>
                <a:lnTo>
                  <a:pt x="147" y="56"/>
                </a:lnTo>
                <a:lnTo>
                  <a:pt x="156" y="51"/>
                </a:lnTo>
                <a:lnTo>
                  <a:pt x="166" y="46"/>
                </a:lnTo>
                <a:lnTo>
                  <a:pt x="175" y="41"/>
                </a:lnTo>
                <a:lnTo>
                  <a:pt x="185" y="36"/>
                </a:lnTo>
                <a:lnTo>
                  <a:pt x="195" y="31"/>
                </a:lnTo>
                <a:lnTo>
                  <a:pt x="205" y="27"/>
                </a:lnTo>
                <a:lnTo>
                  <a:pt x="215" y="24"/>
                </a:lnTo>
                <a:lnTo>
                  <a:pt x="226" y="20"/>
                </a:lnTo>
                <a:lnTo>
                  <a:pt x="236" y="17"/>
                </a:lnTo>
                <a:lnTo>
                  <a:pt x="247" y="14"/>
                </a:lnTo>
                <a:lnTo>
                  <a:pt x="258" y="11"/>
                </a:lnTo>
                <a:lnTo>
                  <a:pt x="268" y="9"/>
                </a:lnTo>
                <a:lnTo>
                  <a:pt x="279" y="7"/>
                </a:lnTo>
                <a:lnTo>
                  <a:pt x="290" y="5"/>
                </a:lnTo>
                <a:lnTo>
                  <a:pt x="301" y="4"/>
                </a:lnTo>
                <a:lnTo>
                  <a:pt x="313" y="2"/>
                </a:lnTo>
                <a:lnTo>
                  <a:pt x="324" y="1"/>
                </a:lnTo>
                <a:lnTo>
                  <a:pt x="335" y="1"/>
                </a:lnTo>
                <a:lnTo>
                  <a:pt x="346" y="0"/>
                </a:lnTo>
                <a:lnTo>
                  <a:pt x="357" y="0"/>
                </a:lnTo>
                <a:lnTo>
                  <a:pt x="369" y="0"/>
                </a:lnTo>
                <a:lnTo>
                  <a:pt x="380" y="1"/>
                </a:lnTo>
                <a:lnTo>
                  <a:pt x="391" y="1"/>
                </a:lnTo>
                <a:lnTo>
                  <a:pt x="402" y="2"/>
                </a:lnTo>
                <a:lnTo>
                  <a:pt x="413" y="4"/>
                </a:lnTo>
                <a:lnTo>
                  <a:pt x="424" y="5"/>
                </a:lnTo>
                <a:lnTo>
                  <a:pt x="435" y="7"/>
                </a:lnTo>
                <a:lnTo>
                  <a:pt x="446" y="9"/>
                </a:lnTo>
                <a:lnTo>
                  <a:pt x="457" y="11"/>
                </a:lnTo>
                <a:lnTo>
                  <a:pt x="468" y="14"/>
                </a:lnTo>
                <a:lnTo>
                  <a:pt x="478" y="17"/>
                </a:lnTo>
                <a:lnTo>
                  <a:pt x="489" y="20"/>
                </a:lnTo>
                <a:lnTo>
                  <a:pt x="499" y="24"/>
                </a:lnTo>
                <a:lnTo>
                  <a:pt x="510" y="27"/>
                </a:lnTo>
                <a:lnTo>
                  <a:pt x="520" y="31"/>
                </a:lnTo>
                <a:lnTo>
                  <a:pt x="530" y="36"/>
                </a:lnTo>
                <a:lnTo>
                  <a:pt x="539" y="41"/>
                </a:lnTo>
                <a:lnTo>
                  <a:pt x="549" y="46"/>
                </a:lnTo>
                <a:lnTo>
                  <a:pt x="558" y="51"/>
                </a:lnTo>
                <a:lnTo>
                  <a:pt x="568" y="56"/>
                </a:lnTo>
                <a:lnTo>
                  <a:pt x="577" y="61"/>
                </a:lnTo>
                <a:lnTo>
                  <a:pt x="585" y="67"/>
                </a:lnTo>
                <a:lnTo>
                  <a:pt x="594" y="73"/>
                </a:lnTo>
                <a:lnTo>
                  <a:pt x="602" y="79"/>
                </a:lnTo>
                <a:lnTo>
                  <a:pt x="610" y="85"/>
                </a:lnTo>
                <a:lnTo>
                  <a:pt x="618" y="92"/>
                </a:lnTo>
                <a:lnTo>
                  <a:pt x="626" y="98"/>
                </a:lnTo>
                <a:lnTo>
                  <a:pt x="633" y="105"/>
                </a:lnTo>
                <a:lnTo>
                  <a:pt x="641" y="112"/>
                </a:lnTo>
                <a:lnTo>
                  <a:pt x="648" y="119"/>
                </a:lnTo>
                <a:lnTo>
                  <a:pt x="654" y="127"/>
                </a:lnTo>
                <a:lnTo>
                  <a:pt x="660" y="134"/>
                </a:lnTo>
                <a:lnTo>
                  <a:pt x="666" y="142"/>
                </a:lnTo>
                <a:lnTo>
                  <a:pt x="672" y="150"/>
                </a:lnTo>
                <a:lnTo>
                  <a:pt x="677" y="158"/>
                </a:lnTo>
                <a:lnTo>
                  <a:pt x="682" y="166"/>
                </a:lnTo>
                <a:lnTo>
                  <a:pt x="687" y="174"/>
                </a:lnTo>
                <a:lnTo>
                  <a:pt x="691" y="182"/>
                </a:lnTo>
                <a:lnTo>
                  <a:pt x="695" y="191"/>
                </a:lnTo>
                <a:lnTo>
                  <a:pt x="698" y="199"/>
                </a:lnTo>
                <a:lnTo>
                  <a:pt x="702" y="208"/>
                </a:lnTo>
                <a:lnTo>
                  <a:pt x="705" y="217"/>
                </a:lnTo>
                <a:lnTo>
                  <a:pt x="707" y="225"/>
                </a:lnTo>
                <a:lnTo>
                  <a:pt x="710" y="234"/>
                </a:lnTo>
                <a:lnTo>
                  <a:pt x="712" y="243"/>
                </a:lnTo>
                <a:lnTo>
                  <a:pt x="713" y="252"/>
                </a:lnTo>
                <a:lnTo>
                  <a:pt x="714" y="261"/>
                </a:lnTo>
                <a:lnTo>
                  <a:pt x="715" y="270"/>
                </a:lnTo>
                <a:lnTo>
                  <a:pt x="716" y="279"/>
                </a:lnTo>
                <a:lnTo>
                  <a:pt x="716" y="288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79" name=""/>
          <p:cNvSpPr/>
          <p:nvPr/>
        </p:nvSpPr>
        <p:spPr>
          <a:xfrm>
            <a:off x="2729880" y="1741320"/>
            <a:ext cx="259560" cy="208440"/>
          </a:xfrm>
          <a:custGeom>
            <a:avLst/>
            <a:gdLst/>
            <a:ahLst/>
            <a:rect l="0" t="0" r="r" b="b"/>
            <a:pathLst>
              <a:path w="721" h="579">
                <a:moveTo>
                  <a:pt x="719" y="290"/>
                </a:moveTo>
                <a:lnTo>
                  <a:pt x="719" y="281"/>
                </a:lnTo>
                <a:lnTo>
                  <a:pt x="718" y="272"/>
                </a:lnTo>
                <a:lnTo>
                  <a:pt x="717" y="263"/>
                </a:lnTo>
                <a:lnTo>
                  <a:pt x="716" y="254"/>
                </a:lnTo>
                <a:lnTo>
                  <a:pt x="715" y="245"/>
                </a:lnTo>
                <a:lnTo>
                  <a:pt x="713" y="236"/>
                </a:lnTo>
                <a:lnTo>
                  <a:pt x="710" y="227"/>
                </a:lnTo>
                <a:lnTo>
                  <a:pt x="708" y="219"/>
                </a:lnTo>
                <a:lnTo>
                  <a:pt x="705" y="210"/>
                </a:lnTo>
                <a:lnTo>
                  <a:pt x="701" y="201"/>
                </a:lnTo>
                <a:lnTo>
                  <a:pt x="698" y="193"/>
                </a:lnTo>
                <a:lnTo>
                  <a:pt x="694" y="184"/>
                </a:lnTo>
                <a:lnTo>
                  <a:pt x="690" y="176"/>
                </a:lnTo>
                <a:lnTo>
                  <a:pt x="684" y="168"/>
                </a:lnTo>
                <a:lnTo>
                  <a:pt x="679" y="160"/>
                </a:lnTo>
                <a:lnTo>
                  <a:pt x="674" y="152"/>
                </a:lnTo>
                <a:lnTo>
                  <a:pt x="668" y="144"/>
                </a:lnTo>
                <a:lnTo>
                  <a:pt x="662" y="136"/>
                </a:lnTo>
                <a:lnTo>
                  <a:pt x="656" y="129"/>
                </a:lnTo>
                <a:lnTo>
                  <a:pt x="650" y="121"/>
                </a:lnTo>
                <a:lnTo>
                  <a:pt x="643" y="114"/>
                </a:lnTo>
                <a:lnTo>
                  <a:pt x="636" y="107"/>
                </a:lnTo>
                <a:lnTo>
                  <a:pt x="629" y="100"/>
                </a:lnTo>
                <a:lnTo>
                  <a:pt x="621" y="94"/>
                </a:lnTo>
                <a:lnTo>
                  <a:pt x="613" y="87"/>
                </a:lnTo>
                <a:lnTo>
                  <a:pt x="605" y="81"/>
                </a:lnTo>
                <a:lnTo>
                  <a:pt x="597" y="75"/>
                </a:lnTo>
                <a:lnTo>
                  <a:pt x="588" y="69"/>
                </a:lnTo>
                <a:lnTo>
                  <a:pt x="580" y="62"/>
                </a:lnTo>
                <a:lnTo>
                  <a:pt x="571" y="57"/>
                </a:lnTo>
                <a:lnTo>
                  <a:pt x="561" y="52"/>
                </a:lnTo>
                <a:lnTo>
                  <a:pt x="552" y="47"/>
                </a:lnTo>
                <a:lnTo>
                  <a:pt x="542" y="42"/>
                </a:lnTo>
                <a:lnTo>
                  <a:pt x="533" y="38"/>
                </a:lnTo>
                <a:lnTo>
                  <a:pt x="523" y="33"/>
                </a:lnTo>
                <a:lnTo>
                  <a:pt x="513" y="29"/>
                </a:lnTo>
                <a:lnTo>
                  <a:pt x="502" y="26"/>
                </a:lnTo>
                <a:lnTo>
                  <a:pt x="492" y="22"/>
                </a:lnTo>
                <a:lnTo>
                  <a:pt x="481" y="19"/>
                </a:lnTo>
                <a:lnTo>
                  <a:pt x="471" y="16"/>
                </a:lnTo>
                <a:lnTo>
                  <a:pt x="460" y="13"/>
                </a:lnTo>
                <a:lnTo>
                  <a:pt x="449" y="11"/>
                </a:lnTo>
                <a:lnTo>
                  <a:pt x="438" y="9"/>
                </a:lnTo>
                <a:lnTo>
                  <a:pt x="427" y="7"/>
                </a:lnTo>
                <a:lnTo>
                  <a:pt x="416" y="6"/>
                </a:lnTo>
                <a:lnTo>
                  <a:pt x="405" y="4"/>
                </a:lnTo>
                <a:lnTo>
                  <a:pt x="394" y="3"/>
                </a:lnTo>
                <a:lnTo>
                  <a:pt x="383" y="3"/>
                </a:lnTo>
                <a:lnTo>
                  <a:pt x="372" y="2"/>
                </a:lnTo>
                <a:lnTo>
                  <a:pt x="360" y="2"/>
                </a:lnTo>
                <a:lnTo>
                  <a:pt x="349" y="2"/>
                </a:lnTo>
                <a:lnTo>
                  <a:pt x="338" y="3"/>
                </a:lnTo>
                <a:lnTo>
                  <a:pt x="327" y="3"/>
                </a:lnTo>
                <a:lnTo>
                  <a:pt x="316" y="4"/>
                </a:lnTo>
                <a:lnTo>
                  <a:pt x="304" y="6"/>
                </a:lnTo>
                <a:lnTo>
                  <a:pt x="293" y="7"/>
                </a:lnTo>
                <a:lnTo>
                  <a:pt x="282" y="9"/>
                </a:lnTo>
                <a:lnTo>
                  <a:pt x="271" y="11"/>
                </a:lnTo>
                <a:lnTo>
                  <a:pt x="261" y="13"/>
                </a:lnTo>
                <a:lnTo>
                  <a:pt x="250" y="16"/>
                </a:lnTo>
                <a:lnTo>
                  <a:pt x="239" y="19"/>
                </a:lnTo>
                <a:lnTo>
                  <a:pt x="229" y="22"/>
                </a:lnTo>
                <a:lnTo>
                  <a:pt x="218" y="26"/>
                </a:lnTo>
                <a:lnTo>
                  <a:pt x="208" y="29"/>
                </a:lnTo>
                <a:lnTo>
                  <a:pt x="198" y="33"/>
                </a:lnTo>
                <a:lnTo>
                  <a:pt x="188" y="38"/>
                </a:lnTo>
                <a:lnTo>
                  <a:pt x="178" y="42"/>
                </a:lnTo>
                <a:lnTo>
                  <a:pt x="169" y="47"/>
                </a:lnTo>
                <a:lnTo>
                  <a:pt x="159" y="52"/>
                </a:lnTo>
                <a:lnTo>
                  <a:pt x="150" y="57"/>
                </a:lnTo>
                <a:lnTo>
                  <a:pt x="141" y="62"/>
                </a:lnTo>
                <a:lnTo>
                  <a:pt x="132" y="69"/>
                </a:lnTo>
                <a:lnTo>
                  <a:pt x="124" y="75"/>
                </a:lnTo>
                <a:lnTo>
                  <a:pt x="116" y="81"/>
                </a:lnTo>
                <a:lnTo>
                  <a:pt x="108" y="87"/>
                </a:lnTo>
                <a:lnTo>
                  <a:pt x="100" y="94"/>
                </a:lnTo>
                <a:lnTo>
                  <a:pt x="92" y="100"/>
                </a:lnTo>
                <a:lnTo>
                  <a:pt x="85" y="107"/>
                </a:lnTo>
                <a:lnTo>
                  <a:pt x="78" y="114"/>
                </a:lnTo>
                <a:lnTo>
                  <a:pt x="71" y="121"/>
                </a:lnTo>
                <a:lnTo>
                  <a:pt x="65" y="129"/>
                </a:lnTo>
                <a:lnTo>
                  <a:pt x="58" y="136"/>
                </a:lnTo>
                <a:lnTo>
                  <a:pt x="53" y="144"/>
                </a:lnTo>
                <a:lnTo>
                  <a:pt x="47" y="152"/>
                </a:lnTo>
                <a:lnTo>
                  <a:pt x="42" y="160"/>
                </a:lnTo>
                <a:lnTo>
                  <a:pt x="37" y="168"/>
                </a:lnTo>
                <a:lnTo>
                  <a:pt x="32" y="176"/>
                </a:lnTo>
                <a:lnTo>
                  <a:pt x="28" y="184"/>
                </a:lnTo>
                <a:lnTo>
                  <a:pt x="24" y="193"/>
                </a:lnTo>
                <a:lnTo>
                  <a:pt x="20" y="201"/>
                </a:lnTo>
                <a:lnTo>
                  <a:pt x="17" y="210"/>
                </a:lnTo>
                <a:lnTo>
                  <a:pt x="14" y="219"/>
                </a:lnTo>
                <a:lnTo>
                  <a:pt x="11" y="227"/>
                </a:lnTo>
                <a:lnTo>
                  <a:pt x="9" y="236"/>
                </a:lnTo>
                <a:lnTo>
                  <a:pt x="7" y="245"/>
                </a:lnTo>
                <a:lnTo>
                  <a:pt x="6" y="254"/>
                </a:lnTo>
                <a:lnTo>
                  <a:pt x="4" y="263"/>
                </a:lnTo>
                <a:lnTo>
                  <a:pt x="3" y="272"/>
                </a:lnTo>
                <a:lnTo>
                  <a:pt x="3" y="281"/>
                </a:lnTo>
                <a:lnTo>
                  <a:pt x="3" y="290"/>
                </a:lnTo>
                <a:lnTo>
                  <a:pt x="3" y="299"/>
                </a:lnTo>
                <a:lnTo>
                  <a:pt x="3" y="308"/>
                </a:lnTo>
                <a:lnTo>
                  <a:pt x="4" y="317"/>
                </a:lnTo>
                <a:lnTo>
                  <a:pt x="6" y="326"/>
                </a:lnTo>
                <a:lnTo>
                  <a:pt x="7" y="335"/>
                </a:lnTo>
                <a:lnTo>
                  <a:pt x="9" y="344"/>
                </a:lnTo>
                <a:lnTo>
                  <a:pt x="11" y="353"/>
                </a:lnTo>
                <a:lnTo>
                  <a:pt x="14" y="361"/>
                </a:lnTo>
                <a:lnTo>
                  <a:pt x="17" y="370"/>
                </a:lnTo>
                <a:lnTo>
                  <a:pt x="20" y="379"/>
                </a:lnTo>
                <a:lnTo>
                  <a:pt x="24" y="387"/>
                </a:lnTo>
                <a:lnTo>
                  <a:pt x="28" y="396"/>
                </a:lnTo>
                <a:lnTo>
                  <a:pt x="32" y="404"/>
                </a:lnTo>
                <a:lnTo>
                  <a:pt x="37" y="412"/>
                </a:lnTo>
                <a:lnTo>
                  <a:pt x="42" y="420"/>
                </a:lnTo>
                <a:lnTo>
                  <a:pt x="47" y="428"/>
                </a:lnTo>
                <a:lnTo>
                  <a:pt x="53" y="436"/>
                </a:lnTo>
                <a:lnTo>
                  <a:pt x="58" y="444"/>
                </a:lnTo>
                <a:lnTo>
                  <a:pt x="65" y="451"/>
                </a:lnTo>
                <a:lnTo>
                  <a:pt x="71" y="459"/>
                </a:lnTo>
                <a:lnTo>
                  <a:pt x="78" y="466"/>
                </a:lnTo>
                <a:lnTo>
                  <a:pt x="85" y="473"/>
                </a:lnTo>
                <a:lnTo>
                  <a:pt x="92" y="480"/>
                </a:lnTo>
                <a:lnTo>
                  <a:pt x="100" y="487"/>
                </a:lnTo>
                <a:lnTo>
                  <a:pt x="108" y="493"/>
                </a:lnTo>
                <a:lnTo>
                  <a:pt x="116" y="499"/>
                </a:lnTo>
                <a:lnTo>
                  <a:pt x="124" y="505"/>
                </a:lnTo>
                <a:lnTo>
                  <a:pt x="132" y="511"/>
                </a:lnTo>
                <a:lnTo>
                  <a:pt x="141" y="517"/>
                </a:lnTo>
                <a:lnTo>
                  <a:pt x="150" y="522"/>
                </a:lnTo>
                <a:lnTo>
                  <a:pt x="159" y="527"/>
                </a:lnTo>
                <a:lnTo>
                  <a:pt x="169" y="532"/>
                </a:lnTo>
                <a:lnTo>
                  <a:pt x="178" y="537"/>
                </a:lnTo>
                <a:lnTo>
                  <a:pt x="188" y="542"/>
                </a:lnTo>
                <a:lnTo>
                  <a:pt x="198" y="546"/>
                </a:lnTo>
                <a:lnTo>
                  <a:pt x="208" y="550"/>
                </a:lnTo>
                <a:lnTo>
                  <a:pt x="218" y="554"/>
                </a:lnTo>
                <a:lnTo>
                  <a:pt x="229" y="557"/>
                </a:lnTo>
                <a:lnTo>
                  <a:pt x="239" y="560"/>
                </a:lnTo>
                <a:lnTo>
                  <a:pt x="250" y="563"/>
                </a:lnTo>
                <a:lnTo>
                  <a:pt x="261" y="566"/>
                </a:lnTo>
                <a:lnTo>
                  <a:pt x="271" y="568"/>
                </a:lnTo>
                <a:lnTo>
                  <a:pt x="282" y="570"/>
                </a:lnTo>
                <a:lnTo>
                  <a:pt x="293" y="572"/>
                </a:lnTo>
                <a:lnTo>
                  <a:pt x="304" y="574"/>
                </a:lnTo>
                <a:lnTo>
                  <a:pt x="316" y="575"/>
                </a:lnTo>
                <a:lnTo>
                  <a:pt x="327" y="576"/>
                </a:lnTo>
                <a:lnTo>
                  <a:pt x="338" y="577"/>
                </a:lnTo>
                <a:lnTo>
                  <a:pt x="349" y="577"/>
                </a:lnTo>
                <a:lnTo>
                  <a:pt x="360" y="577"/>
                </a:lnTo>
                <a:lnTo>
                  <a:pt x="372" y="577"/>
                </a:lnTo>
                <a:lnTo>
                  <a:pt x="383" y="577"/>
                </a:lnTo>
                <a:lnTo>
                  <a:pt x="394" y="576"/>
                </a:lnTo>
                <a:lnTo>
                  <a:pt x="405" y="575"/>
                </a:lnTo>
                <a:lnTo>
                  <a:pt x="416" y="574"/>
                </a:lnTo>
                <a:lnTo>
                  <a:pt x="427" y="572"/>
                </a:lnTo>
                <a:lnTo>
                  <a:pt x="438" y="570"/>
                </a:lnTo>
                <a:lnTo>
                  <a:pt x="449" y="568"/>
                </a:lnTo>
                <a:lnTo>
                  <a:pt x="460" y="566"/>
                </a:lnTo>
                <a:lnTo>
                  <a:pt x="471" y="563"/>
                </a:lnTo>
                <a:lnTo>
                  <a:pt x="481" y="560"/>
                </a:lnTo>
                <a:lnTo>
                  <a:pt x="492" y="557"/>
                </a:lnTo>
                <a:lnTo>
                  <a:pt x="502" y="554"/>
                </a:lnTo>
                <a:lnTo>
                  <a:pt x="513" y="550"/>
                </a:lnTo>
                <a:lnTo>
                  <a:pt x="523" y="546"/>
                </a:lnTo>
                <a:lnTo>
                  <a:pt x="533" y="542"/>
                </a:lnTo>
                <a:lnTo>
                  <a:pt x="542" y="537"/>
                </a:lnTo>
                <a:lnTo>
                  <a:pt x="552" y="532"/>
                </a:lnTo>
                <a:lnTo>
                  <a:pt x="561" y="527"/>
                </a:lnTo>
                <a:lnTo>
                  <a:pt x="571" y="522"/>
                </a:lnTo>
                <a:lnTo>
                  <a:pt x="580" y="517"/>
                </a:lnTo>
                <a:lnTo>
                  <a:pt x="588" y="511"/>
                </a:lnTo>
                <a:lnTo>
                  <a:pt x="597" y="505"/>
                </a:lnTo>
                <a:lnTo>
                  <a:pt x="605" y="499"/>
                </a:lnTo>
                <a:lnTo>
                  <a:pt x="613" y="493"/>
                </a:lnTo>
                <a:lnTo>
                  <a:pt x="621" y="487"/>
                </a:lnTo>
                <a:lnTo>
                  <a:pt x="629" y="480"/>
                </a:lnTo>
                <a:lnTo>
                  <a:pt x="636" y="473"/>
                </a:lnTo>
                <a:lnTo>
                  <a:pt x="643" y="466"/>
                </a:lnTo>
                <a:lnTo>
                  <a:pt x="650" y="459"/>
                </a:lnTo>
                <a:lnTo>
                  <a:pt x="656" y="451"/>
                </a:lnTo>
                <a:lnTo>
                  <a:pt x="662" y="444"/>
                </a:lnTo>
                <a:lnTo>
                  <a:pt x="668" y="436"/>
                </a:lnTo>
                <a:lnTo>
                  <a:pt x="674" y="428"/>
                </a:lnTo>
                <a:lnTo>
                  <a:pt x="679" y="420"/>
                </a:lnTo>
                <a:lnTo>
                  <a:pt x="684" y="412"/>
                </a:lnTo>
                <a:lnTo>
                  <a:pt x="690" y="404"/>
                </a:lnTo>
                <a:lnTo>
                  <a:pt x="694" y="396"/>
                </a:lnTo>
                <a:lnTo>
                  <a:pt x="698" y="387"/>
                </a:lnTo>
                <a:lnTo>
                  <a:pt x="701" y="379"/>
                </a:lnTo>
                <a:lnTo>
                  <a:pt x="705" y="370"/>
                </a:lnTo>
                <a:lnTo>
                  <a:pt x="708" y="361"/>
                </a:lnTo>
                <a:lnTo>
                  <a:pt x="710" y="353"/>
                </a:lnTo>
                <a:lnTo>
                  <a:pt x="713" y="344"/>
                </a:lnTo>
                <a:lnTo>
                  <a:pt x="715" y="335"/>
                </a:lnTo>
                <a:lnTo>
                  <a:pt x="716" y="326"/>
                </a:lnTo>
                <a:lnTo>
                  <a:pt x="717" y="317"/>
                </a:lnTo>
                <a:lnTo>
                  <a:pt x="718" y="308"/>
                </a:lnTo>
                <a:lnTo>
                  <a:pt x="719" y="299"/>
                </a:lnTo>
                <a:lnTo>
                  <a:pt x="719" y="290"/>
                </a:lnTo>
                <a:moveTo>
                  <a:pt x="721" y="290"/>
                </a:moveTo>
                <a:lnTo>
                  <a:pt x="721" y="299"/>
                </a:lnTo>
                <a:lnTo>
                  <a:pt x="721" y="308"/>
                </a:lnTo>
                <a:lnTo>
                  <a:pt x="720" y="317"/>
                </a:lnTo>
                <a:lnTo>
                  <a:pt x="718" y="326"/>
                </a:lnTo>
                <a:lnTo>
                  <a:pt x="717" y="335"/>
                </a:lnTo>
                <a:lnTo>
                  <a:pt x="715" y="344"/>
                </a:lnTo>
                <a:lnTo>
                  <a:pt x="713" y="353"/>
                </a:lnTo>
                <a:lnTo>
                  <a:pt x="710" y="362"/>
                </a:lnTo>
                <a:lnTo>
                  <a:pt x="707" y="371"/>
                </a:lnTo>
                <a:lnTo>
                  <a:pt x="704" y="379"/>
                </a:lnTo>
                <a:lnTo>
                  <a:pt x="700" y="388"/>
                </a:lnTo>
                <a:lnTo>
                  <a:pt x="696" y="396"/>
                </a:lnTo>
                <a:lnTo>
                  <a:pt x="692" y="405"/>
                </a:lnTo>
                <a:lnTo>
                  <a:pt x="687" y="413"/>
                </a:lnTo>
                <a:lnTo>
                  <a:pt x="681" y="421"/>
                </a:lnTo>
                <a:lnTo>
                  <a:pt x="676" y="429"/>
                </a:lnTo>
                <a:lnTo>
                  <a:pt x="670" y="437"/>
                </a:lnTo>
                <a:lnTo>
                  <a:pt x="664" y="445"/>
                </a:lnTo>
                <a:lnTo>
                  <a:pt x="658" y="452"/>
                </a:lnTo>
                <a:lnTo>
                  <a:pt x="651" y="460"/>
                </a:lnTo>
                <a:lnTo>
                  <a:pt x="645" y="467"/>
                </a:lnTo>
                <a:lnTo>
                  <a:pt x="638" y="474"/>
                </a:lnTo>
                <a:lnTo>
                  <a:pt x="630" y="481"/>
                </a:lnTo>
                <a:lnTo>
                  <a:pt x="623" y="488"/>
                </a:lnTo>
                <a:lnTo>
                  <a:pt x="615" y="494"/>
                </a:lnTo>
                <a:lnTo>
                  <a:pt x="607" y="501"/>
                </a:lnTo>
                <a:lnTo>
                  <a:pt x="598" y="507"/>
                </a:lnTo>
                <a:lnTo>
                  <a:pt x="590" y="513"/>
                </a:lnTo>
                <a:lnTo>
                  <a:pt x="581" y="518"/>
                </a:lnTo>
                <a:lnTo>
                  <a:pt x="572" y="524"/>
                </a:lnTo>
                <a:lnTo>
                  <a:pt x="563" y="529"/>
                </a:lnTo>
                <a:lnTo>
                  <a:pt x="553" y="534"/>
                </a:lnTo>
                <a:lnTo>
                  <a:pt x="544" y="539"/>
                </a:lnTo>
                <a:lnTo>
                  <a:pt x="534" y="543"/>
                </a:lnTo>
                <a:lnTo>
                  <a:pt x="524" y="548"/>
                </a:lnTo>
                <a:lnTo>
                  <a:pt x="514" y="551"/>
                </a:lnTo>
                <a:lnTo>
                  <a:pt x="503" y="555"/>
                </a:lnTo>
                <a:lnTo>
                  <a:pt x="493" y="559"/>
                </a:lnTo>
                <a:lnTo>
                  <a:pt x="482" y="562"/>
                </a:lnTo>
                <a:lnTo>
                  <a:pt x="472" y="565"/>
                </a:lnTo>
                <a:lnTo>
                  <a:pt x="461" y="568"/>
                </a:lnTo>
                <a:lnTo>
                  <a:pt x="450" y="570"/>
                </a:lnTo>
                <a:lnTo>
                  <a:pt x="439" y="572"/>
                </a:lnTo>
                <a:lnTo>
                  <a:pt x="428" y="574"/>
                </a:lnTo>
                <a:lnTo>
                  <a:pt x="417" y="575"/>
                </a:lnTo>
                <a:lnTo>
                  <a:pt x="405" y="577"/>
                </a:lnTo>
                <a:lnTo>
                  <a:pt x="394" y="578"/>
                </a:lnTo>
                <a:lnTo>
                  <a:pt x="383" y="578"/>
                </a:lnTo>
                <a:lnTo>
                  <a:pt x="372" y="579"/>
                </a:lnTo>
                <a:lnTo>
                  <a:pt x="360" y="579"/>
                </a:lnTo>
                <a:lnTo>
                  <a:pt x="349" y="579"/>
                </a:lnTo>
                <a:lnTo>
                  <a:pt x="338" y="578"/>
                </a:lnTo>
                <a:lnTo>
                  <a:pt x="326" y="578"/>
                </a:lnTo>
                <a:lnTo>
                  <a:pt x="315" y="577"/>
                </a:lnTo>
                <a:lnTo>
                  <a:pt x="304" y="575"/>
                </a:lnTo>
                <a:lnTo>
                  <a:pt x="293" y="574"/>
                </a:lnTo>
                <a:lnTo>
                  <a:pt x="282" y="572"/>
                </a:lnTo>
                <a:lnTo>
                  <a:pt x="271" y="570"/>
                </a:lnTo>
                <a:lnTo>
                  <a:pt x="260" y="568"/>
                </a:lnTo>
                <a:lnTo>
                  <a:pt x="249" y="565"/>
                </a:lnTo>
                <a:lnTo>
                  <a:pt x="238" y="562"/>
                </a:lnTo>
                <a:lnTo>
                  <a:pt x="228" y="559"/>
                </a:lnTo>
                <a:lnTo>
                  <a:pt x="217" y="555"/>
                </a:lnTo>
                <a:lnTo>
                  <a:pt x="207" y="551"/>
                </a:lnTo>
                <a:lnTo>
                  <a:pt x="197" y="548"/>
                </a:lnTo>
                <a:lnTo>
                  <a:pt x="187" y="543"/>
                </a:lnTo>
                <a:lnTo>
                  <a:pt x="177" y="539"/>
                </a:lnTo>
                <a:lnTo>
                  <a:pt x="168" y="534"/>
                </a:lnTo>
                <a:lnTo>
                  <a:pt x="158" y="529"/>
                </a:lnTo>
                <a:lnTo>
                  <a:pt x="149" y="524"/>
                </a:lnTo>
                <a:lnTo>
                  <a:pt x="140" y="518"/>
                </a:lnTo>
                <a:lnTo>
                  <a:pt x="131" y="513"/>
                </a:lnTo>
                <a:lnTo>
                  <a:pt x="122" y="507"/>
                </a:lnTo>
                <a:lnTo>
                  <a:pt x="114" y="501"/>
                </a:lnTo>
                <a:lnTo>
                  <a:pt x="106" y="494"/>
                </a:lnTo>
                <a:lnTo>
                  <a:pt x="98" y="488"/>
                </a:lnTo>
                <a:lnTo>
                  <a:pt x="90" y="481"/>
                </a:lnTo>
                <a:lnTo>
                  <a:pt x="83" y="474"/>
                </a:lnTo>
                <a:lnTo>
                  <a:pt x="76" y="467"/>
                </a:lnTo>
                <a:lnTo>
                  <a:pt x="69" y="460"/>
                </a:lnTo>
                <a:lnTo>
                  <a:pt x="63" y="452"/>
                </a:lnTo>
                <a:lnTo>
                  <a:pt x="57" y="445"/>
                </a:lnTo>
                <a:lnTo>
                  <a:pt x="51" y="437"/>
                </a:lnTo>
                <a:lnTo>
                  <a:pt x="45" y="429"/>
                </a:lnTo>
                <a:lnTo>
                  <a:pt x="40" y="421"/>
                </a:lnTo>
                <a:lnTo>
                  <a:pt x="35" y="413"/>
                </a:lnTo>
                <a:lnTo>
                  <a:pt x="30" y="405"/>
                </a:lnTo>
                <a:lnTo>
                  <a:pt x="26" y="396"/>
                </a:lnTo>
                <a:lnTo>
                  <a:pt x="22" y="388"/>
                </a:lnTo>
                <a:lnTo>
                  <a:pt x="18" y="379"/>
                </a:lnTo>
                <a:lnTo>
                  <a:pt x="15" y="371"/>
                </a:lnTo>
                <a:lnTo>
                  <a:pt x="12" y="362"/>
                </a:lnTo>
                <a:lnTo>
                  <a:pt x="9" y="353"/>
                </a:lnTo>
                <a:lnTo>
                  <a:pt x="7" y="344"/>
                </a:lnTo>
                <a:lnTo>
                  <a:pt x="5" y="335"/>
                </a:lnTo>
                <a:lnTo>
                  <a:pt x="3" y="326"/>
                </a:lnTo>
                <a:lnTo>
                  <a:pt x="2" y="317"/>
                </a:lnTo>
                <a:lnTo>
                  <a:pt x="1" y="308"/>
                </a:lnTo>
                <a:lnTo>
                  <a:pt x="1" y="299"/>
                </a:lnTo>
                <a:lnTo>
                  <a:pt x="0" y="290"/>
                </a:lnTo>
                <a:lnTo>
                  <a:pt x="1" y="281"/>
                </a:lnTo>
                <a:lnTo>
                  <a:pt x="1" y="272"/>
                </a:lnTo>
                <a:lnTo>
                  <a:pt x="2" y="263"/>
                </a:lnTo>
                <a:lnTo>
                  <a:pt x="3" y="254"/>
                </a:lnTo>
                <a:lnTo>
                  <a:pt x="5" y="245"/>
                </a:lnTo>
                <a:lnTo>
                  <a:pt x="7" y="236"/>
                </a:lnTo>
                <a:lnTo>
                  <a:pt x="9" y="227"/>
                </a:lnTo>
                <a:lnTo>
                  <a:pt x="12" y="218"/>
                </a:lnTo>
                <a:lnTo>
                  <a:pt x="15" y="209"/>
                </a:lnTo>
                <a:lnTo>
                  <a:pt x="18" y="201"/>
                </a:lnTo>
                <a:lnTo>
                  <a:pt x="22" y="192"/>
                </a:lnTo>
                <a:lnTo>
                  <a:pt x="26" y="184"/>
                </a:lnTo>
                <a:lnTo>
                  <a:pt x="30" y="175"/>
                </a:lnTo>
                <a:lnTo>
                  <a:pt x="35" y="167"/>
                </a:lnTo>
                <a:lnTo>
                  <a:pt x="40" y="159"/>
                </a:lnTo>
                <a:lnTo>
                  <a:pt x="45" y="151"/>
                </a:lnTo>
                <a:lnTo>
                  <a:pt x="51" y="143"/>
                </a:lnTo>
                <a:lnTo>
                  <a:pt x="57" y="135"/>
                </a:lnTo>
                <a:lnTo>
                  <a:pt x="63" y="128"/>
                </a:lnTo>
                <a:lnTo>
                  <a:pt x="69" y="120"/>
                </a:lnTo>
                <a:lnTo>
                  <a:pt x="76" y="113"/>
                </a:lnTo>
                <a:lnTo>
                  <a:pt x="83" y="106"/>
                </a:lnTo>
                <a:lnTo>
                  <a:pt x="90" y="99"/>
                </a:lnTo>
                <a:lnTo>
                  <a:pt x="98" y="92"/>
                </a:lnTo>
                <a:lnTo>
                  <a:pt x="106" y="86"/>
                </a:lnTo>
                <a:lnTo>
                  <a:pt x="114" y="79"/>
                </a:lnTo>
                <a:lnTo>
                  <a:pt x="122" y="73"/>
                </a:lnTo>
                <a:lnTo>
                  <a:pt x="131" y="66"/>
                </a:lnTo>
                <a:lnTo>
                  <a:pt x="140" y="61"/>
                </a:lnTo>
                <a:lnTo>
                  <a:pt x="149" y="55"/>
                </a:lnTo>
                <a:lnTo>
                  <a:pt x="158" y="50"/>
                </a:lnTo>
                <a:lnTo>
                  <a:pt x="168" y="45"/>
                </a:lnTo>
                <a:lnTo>
                  <a:pt x="177" y="40"/>
                </a:lnTo>
                <a:lnTo>
                  <a:pt x="187" y="36"/>
                </a:lnTo>
                <a:lnTo>
                  <a:pt x="197" y="32"/>
                </a:lnTo>
                <a:lnTo>
                  <a:pt x="207" y="28"/>
                </a:lnTo>
                <a:lnTo>
                  <a:pt x="217" y="24"/>
                </a:lnTo>
                <a:lnTo>
                  <a:pt x="228" y="20"/>
                </a:lnTo>
                <a:lnTo>
                  <a:pt x="238" y="17"/>
                </a:lnTo>
                <a:lnTo>
                  <a:pt x="249" y="14"/>
                </a:lnTo>
                <a:lnTo>
                  <a:pt x="260" y="12"/>
                </a:lnTo>
                <a:lnTo>
                  <a:pt x="271" y="9"/>
                </a:lnTo>
                <a:lnTo>
                  <a:pt x="282" y="7"/>
                </a:lnTo>
                <a:lnTo>
                  <a:pt x="293" y="5"/>
                </a:lnTo>
                <a:lnTo>
                  <a:pt x="304" y="4"/>
                </a:lnTo>
                <a:lnTo>
                  <a:pt x="315" y="2"/>
                </a:lnTo>
                <a:lnTo>
                  <a:pt x="326" y="1"/>
                </a:lnTo>
                <a:lnTo>
                  <a:pt x="338" y="1"/>
                </a:lnTo>
                <a:lnTo>
                  <a:pt x="349" y="0"/>
                </a:lnTo>
                <a:lnTo>
                  <a:pt x="360" y="0"/>
                </a:lnTo>
                <a:lnTo>
                  <a:pt x="372" y="0"/>
                </a:lnTo>
                <a:lnTo>
                  <a:pt x="383" y="1"/>
                </a:lnTo>
                <a:lnTo>
                  <a:pt x="394" y="1"/>
                </a:lnTo>
                <a:lnTo>
                  <a:pt x="405" y="2"/>
                </a:lnTo>
                <a:lnTo>
                  <a:pt x="417" y="4"/>
                </a:lnTo>
                <a:lnTo>
                  <a:pt x="428" y="5"/>
                </a:lnTo>
                <a:lnTo>
                  <a:pt x="439" y="7"/>
                </a:lnTo>
                <a:lnTo>
                  <a:pt x="450" y="9"/>
                </a:lnTo>
                <a:lnTo>
                  <a:pt x="461" y="12"/>
                </a:lnTo>
                <a:lnTo>
                  <a:pt x="472" y="14"/>
                </a:lnTo>
                <a:lnTo>
                  <a:pt x="482" y="17"/>
                </a:lnTo>
                <a:lnTo>
                  <a:pt x="493" y="20"/>
                </a:lnTo>
                <a:lnTo>
                  <a:pt x="503" y="24"/>
                </a:lnTo>
                <a:lnTo>
                  <a:pt x="514" y="28"/>
                </a:lnTo>
                <a:lnTo>
                  <a:pt x="524" y="32"/>
                </a:lnTo>
                <a:lnTo>
                  <a:pt x="534" y="36"/>
                </a:lnTo>
                <a:lnTo>
                  <a:pt x="544" y="40"/>
                </a:lnTo>
                <a:lnTo>
                  <a:pt x="553" y="45"/>
                </a:lnTo>
                <a:lnTo>
                  <a:pt x="563" y="50"/>
                </a:lnTo>
                <a:lnTo>
                  <a:pt x="572" y="55"/>
                </a:lnTo>
                <a:lnTo>
                  <a:pt x="581" y="61"/>
                </a:lnTo>
                <a:lnTo>
                  <a:pt x="590" y="66"/>
                </a:lnTo>
                <a:lnTo>
                  <a:pt x="598" y="73"/>
                </a:lnTo>
                <a:lnTo>
                  <a:pt x="607" y="79"/>
                </a:lnTo>
                <a:lnTo>
                  <a:pt x="615" y="86"/>
                </a:lnTo>
                <a:lnTo>
                  <a:pt x="623" y="92"/>
                </a:lnTo>
                <a:lnTo>
                  <a:pt x="630" y="99"/>
                </a:lnTo>
                <a:lnTo>
                  <a:pt x="638" y="106"/>
                </a:lnTo>
                <a:lnTo>
                  <a:pt x="645" y="113"/>
                </a:lnTo>
                <a:lnTo>
                  <a:pt x="651" y="120"/>
                </a:lnTo>
                <a:lnTo>
                  <a:pt x="658" y="128"/>
                </a:lnTo>
                <a:lnTo>
                  <a:pt x="664" y="135"/>
                </a:lnTo>
                <a:lnTo>
                  <a:pt x="670" y="143"/>
                </a:lnTo>
                <a:lnTo>
                  <a:pt x="676" y="151"/>
                </a:lnTo>
                <a:lnTo>
                  <a:pt x="681" y="159"/>
                </a:lnTo>
                <a:lnTo>
                  <a:pt x="687" y="167"/>
                </a:lnTo>
                <a:lnTo>
                  <a:pt x="692" y="175"/>
                </a:lnTo>
                <a:lnTo>
                  <a:pt x="696" y="184"/>
                </a:lnTo>
                <a:lnTo>
                  <a:pt x="700" y="192"/>
                </a:lnTo>
                <a:lnTo>
                  <a:pt x="704" y="201"/>
                </a:lnTo>
                <a:lnTo>
                  <a:pt x="707" y="209"/>
                </a:lnTo>
                <a:lnTo>
                  <a:pt x="710" y="218"/>
                </a:lnTo>
                <a:lnTo>
                  <a:pt x="713" y="227"/>
                </a:lnTo>
                <a:lnTo>
                  <a:pt x="715" y="236"/>
                </a:lnTo>
                <a:lnTo>
                  <a:pt x="717" y="245"/>
                </a:lnTo>
                <a:lnTo>
                  <a:pt x="718" y="254"/>
                </a:lnTo>
                <a:lnTo>
                  <a:pt x="720" y="263"/>
                </a:lnTo>
                <a:lnTo>
                  <a:pt x="721" y="272"/>
                </a:lnTo>
                <a:lnTo>
                  <a:pt x="721" y="281"/>
                </a:lnTo>
                <a:lnTo>
                  <a:pt x="721" y="290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0" name=""/>
          <p:cNvSpPr/>
          <p:nvPr/>
        </p:nvSpPr>
        <p:spPr>
          <a:xfrm>
            <a:off x="2729160" y="1740600"/>
            <a:ext cx="261360" cy="209880"/>
          </a:xfrm>
          <a:custGeom>
            <a:avLst/>
            <a:gdLst/>
            <a:ahLst/>
            <a:rect l="0" t="0" r="r" b="b"/>
            <a:pathLst>
              <a:path w="726" h="583">
                <a:moveTo>
                  <a:pt x="723" y="292"/>
                </a:moveTo>
                <a:lnTo>
                  <a:pt x="723" y="283"/>
                </a:lnTo>
                <a:lnTo>
                  <a:pt x="723" y="274"/>
                </a:lnTo>
                <a:lnTo>
                  <a:pt x="722" y="265"/>
                </a:lnTo>
                <a:lnTo>
                  <a:pt x="720" y="256"/>
                </a:lnTo>
                <a:lnTo>
                  <a:pt x="719" y="247"/>
                </a:lnTo>
                <a:lnTo>
                  <a:pt x="717" y="238"/>
                </a:lnTo>
                <a:lnTo>
                  <a:pt x="715" y="229"/>
                </a:lnTo>
                <a:lnTo>
                  <a:pt x="712" y="220"/>
                </a:lnTo>
                <a:lnTo>
                  <a:pt x="709" y="211"/>
                </a:lnTo>
                <a:lnTo>
                  <a:pt x="706" y="203"/>
                </a:lnTo>
                <a:lnTo>
                  <a:pt x="702" y="194"/>
                </a:lnTo>
                <a:lnTo>
                  <a:pt x="698" y="186"/>
                </a:lnTo>
                <a:lnTo>
                  <a:pt x="694" y="177"/>
                </a:lnTo>
                <a:lnTo>
                  <a:pt x="689" y="169"/>
                </a:lnTo>
                <a:lnTo>
                  <a:pt x="684" y="161"/>
                </a:lnTo>
                <a:lnTo>
                  <a:pt x="679" y="153"/>
                </a:lnTo>
                <a:lnTo>
                  <a:pt x="673" y="145"/>
                </a:lnTo>
                <a:lnTo>
                  <a:pt x="667" y="137"/>
                </a:lnTo>
                <a:lnTo>
                  <a:pt x="661" y="130"/>
                </a:lnTo>
                <a:lnTo>
                  <a:pt x="654" y="122"/>
                </a:lnTo>
                <a:lnTo>
                  <a:pt x="648" y="115"/>
                </a:lnTo>
                <a:lnTo>
                  <a:pt x="641" y="108"/>
                </a:lnTo>
                <a:lnTo>
                  <a:pt x="633" y="100"/>
                </a:lnTo>
                <a:lnTo>
                  <a:pt x="626" y="93"/>
                </a:lnTo>
                <a:lnTo>
                  <a:pt x="618" y="87"/>
                </a:lnTo>
                <a:lnTo>
                  <a:pt x="610" y="80"/>
                </a:lnTo>
                <a:lnTo>
                  <a:pt x="601" y="74"/>
                </a:lnTo>
                <a:lnTo>
                  <a:pt x="593" y="68"/>
                </a:lnTo>
                <a:lnTo>
                  <a:pt x="584" y="63"/>
                </a:lnTo>
                <a:lnTo>
                  <a:pt x="575" y="57"/>
                </a:lnTo>
                <a:lnTo>
                  <a:pt x="566" y="52"/>
                </a:lnTo>
                <a:lnTo>
                  <a:pt x="556" y="47"/>
                </a:lnTo>
                <a:lnTo>
                  <a:pt x="547" y="42"/>
                </a:lnTo>
                <a:lnTo>
                  <a:pt x="537" y="38"/>
                </a:lnTo>
                <a:lnTo>
                  <a:pt x="527" y="34"/>
                </a:lnTo>
                <a:lnTo>
                  <a:pt x="517" y="30"/>
                </a:lnTo>
                <a:lnTo>
                  <a:pt x="506" y="26"/>
                </a:lnTo>
                <a:lnTo>
                  <a:pt x="496" y="22"/>
                </a:lnTo>
                <a:lnTo>
                  <a:pt x="485" y="19"/>
                </a:lnTo>
                <a:lnTo>
                  <a:pt x="475" y="16"/>
                </a:lnTo>
                <a:lnTo>
                  <a:pt x="464" y="14"/>
                </a:lnTo>
                <a:lnTo>
                  <a:pt x="453" y="11"/>
                </a:lnTo>
                <a:lnTo>
                  <a:pt x="442" y="9"/>
                </a:lnTo>
                <a:lnTo>
                  <a:pt x="431" y="7"/>
                </a:lnTo>
                <a:lnTo>
                  <a:pt x="420" y="6"/>
                </a:lnTo>
                <a:lnTo>
                  <a:pt x="408" y="4"/>
                </a:lnTo>
                <a:lnTo>
                  <a:pt x="397" y="3"/>
                </a:lnTo>
                <a:lnTo>
                  <a:pt x="386" y="3"/>
                </a:lnTo>
                <a:lnTo>
                  <a:pt x="375" y="2"/>
                </a:lnTo>
                <a:lnTo>
                  <a:pt x="363" y="2"/>
                </a:lnTo>
                <a:lnTo>
                  <a:pt x="352" y="2"/>
                </a:lnTo>
                <a:lnTo>
                  <a:pt x="341" y="3"/>
                </a:lnTo>
                <a:lnTo>
                  <a:pt x="329" y="3"/>
                </a:lnTo>
                <a:lnTo>
                  <a:pt x="318" y="4"/>
                </a:lnTo>
                <a:lnTo>
                  <a:pt x="307" y="6"/>
                </a:lnTo>
                <a:lnTo>
                  <a:pt x="296" y="7"/>
                </a:lnTo>
                <a:lnTo>
                  <a:pt x="285" y="9"/>
                </a:lnTo>
                <a:lnTo>
                  <a:pt x="274" y="11"/>
                </a:lnTo>
                <a:lnTo>
                  <a:pt x="263" y="14"/>
                </a:lnTo>
                <a:lnTo>
                  <a:pt x="252" y="16"/>
                </a:lnTo>
                <a:lnTo>
                  <a:pt x="241" y="19"/>
                </a:lnTo>
                <a:lnTo>
                  <a:pt x="231" y="22"/>
                </a:lnTo>
                <a:lnTo>
                  <a:pt x="220" y="26"/>
                </a:lnTo>
                <a:lnTo>
                  <a:pt x="210" y="30"/>
                </a:lnTo>
                <a:lnTo>
                  <a:pt x="200" y="34"/>
                </a:lnTo>
                <a:lnTo>
                  <a:pt x="190" y="38"/>
                </a:lnTo>
                <a:lnTo>
                  <a:pt x="180" y="42"/>
                </a:lnTo>
                <a:lnTo>
                  <a:pt x="171" y="47"/>
                </a:lnTo>
                <a:lnTo>
                  <a:pt x="161" y="52"/>
                </a:lnTo>
                <a:lnTo>
                  <a:pt x="152" y="57"/>
                </a:lnTo>
                <a:lnTo>
                  <a:pt x="143" y="63"/>
                </a:lnTo>
                <a:lnTo>
                  <a:pt x="134" y="68"/>
                </a:lnTo>
                <a:lnTo>
                  <a:pt x="125" y="74"/>
                </a:lnTo>
                <a:lnTo>
                  <a:pt x="117" y="80"/>
                </a:lnTo>
                <a:lnTo>
                  <a:pt x="109" y="87"/>
                </a:lnTo>
                <a:lnTo>
                  <a:pt x="101" y="93"/>
                </a:lnTo>
                <a:lnTo>
                  <a:pt x="93" y="100"/>
                </a:lnTo>
                <a:lnTo>
                  <a:pt x="86" y="108"/>
                </a:lnTo>
                <a:lnTo>
                  <a:pt x="79" y="115"/>
                </a:lnTo>
                <a:lnTo>
                  <a:pt x="72" y="122"/>
                </a:lnTo>
                <a:lnTo>
                  <a:pt x="66" y="130"/>
                </a:lnTo>
                <a:lnTo>
                  <a:pt x="60" y="137"/>
                </a:lnTo>
                <a:lnTo>
                  <a:pt x="54" y="145"/>
                </a:lnTo>
                <a:lnTo>
                  <a:pt x="48" y="153"/>
                </a:lnTo>
                <a:lnTo>
                  <a:pt x="43" y="161"/>
                </a:lnTo>
                <a:lnTo>
                  <a:pt x="38" y="169"/>
                </a:lnTo>
                <a:lnTo>
                  <a:pt x="33" y="177"/>
                </a:lnTo>
                <a:lnTo>
                  <a:pt x="29" y="186"/>
                </a:lnTo>
                <a:lnTo>
                  <a:pt x="25" y="194"/>
                </a:lnTo>
                <a:lnTo>
                  <a:pt x="20" y="203"/>
                </a:lnTo>
                <a:lnTo>
                  <a:pt x="17" y="211"/>
                </a:lnTo>
                <a:lnTo>
                  <a:pt x="14" y="220"/>
                </a:lnTo>
                <a:lnTo>
                  <a:pt x="11" y="229"/>
                </a:lnTo>
                <a:lnTo>
                  <a:pt x="9" y="238"/>
                </a:lnTo>
                <a:lnTo>
                  <a:pt x="7" y="247"/>
                </a:lnTo>
                <a:lnTo>
                  <a:pt x="5" y="256"/>
                </a:lnTo>
                <a:lnTo>
                  <a:pt x="4" y="265"/>
                </a:lnTo>
                <a:lnTo>
                  <a:pt x="3" y="274"/>
                </a:lnTo>
                <a:lnTo>
                  <a:pt x="3" y="283"/>
                </a:lnTo>
                <a:lnTo>
                  <a:pt x="2" y="292"/>
                </a:lnTo>
                <a:lnTo>
                  <a:pt x="3" y="301"/>
                </a:lnTo>
                <a:lnTo>
                  <a:pt x="3" y="310"/>
                </a:lnTo>
                <a:lnTo>
                  <a:pt x="4" y="319"/>
                </a:lnTo>
                <a:lnTo>
                  <a:pt x="5" y="328"/>
                </a:lnTo>
                <a:lnTo>
                  <a:pt x="7" y="337"/>
                </a:lnTo>
                <a:lnTo>
                  <a:pt x="9" y="346"/>
                </a:lnTo>
                <a:lnTo>
                  <a:pt x="11" y="355"/>
                </a:lnTo>
                <a:lnTo>
                  <a:pt x="14" y="364"/>
                </a:lnTo>
                <a:lnTo>
                  <a:pt x="17" y="373"/>
                </a:lnTo>
                <a:lnTo>
                  <a:pt x="20" y="381"/>
                </a:lnTo>
                <a:lnTo>
                  <a:pt x="25" y="390"/>
                </a:lnTo>
                <a:lnTo>
                  <a:pt x="29" y="398"/>
                </a:lnTo>
                <a:lnTo>
                  <a:pt x="33" y="407"/>
                </a:lnTo>
                <a:lnTo>
                  <a:pt x="38" y="415"/>
                </a:lnTo>
                <a:lnTo>
                  <a:pt x="43" y="423"/>
                </a:lnTo>
                <a:lnTo>
                  <a:pt x="48" y="431"/>
                </a:lnTo>
                <a:lnTo>
                  <a:pt x="54" y="439"/>
                </a:lnTo>
                <a:lnTo>
                  <a:pt x="60" y="447"/>
                </a:lnTo>
                <a:lnTo>
                  <a:pt x="66" y="454"/>
                </a:lnTo>
                <a:lnTo>
                  <a:pt x="72" y="462"/>
                </a:lnTo>
                <a:lnTo>
                  <a:pt x="79" y="469"/>
                </a:lnTo>
                <a:lnTo>
                  <a:pt x="86" y="476"/>
                </a:lnTo>
                <a:lnTo>
                  <a:pt x="93" y="483"/>
                </a:lnTo>
                <a:lnTo>
                  <a:pt x="101" y="490"/>
                </a:lnTo>
                <a:lnTo>
                  <a:pt x="109" y="496"/>
                </a:lnTo>
                <a:lnTo>
                  <a:pt x="117" y="503"/>
                </a:lnTo>
                <a:lnTo>
                  <a:pt x="125" y="509"/>
                </a:lnTo>
                <a:lnTo>
                  <a:pt x="134" y="515"/>
                </a:lnTo>
                <a:lnTo>
                  <a:pt x="143" y="520"/>
                </a:lnTo>
                <a:lnTo>
                  <a:pt x="152" y="526"/>
                </a:lnTo>
                <a:lnTo>
                  <a:pt x="161" y="531"/>
                </a:lnTo>
                <a:lnTo>
                  <a:pt x="171" y="536"/>
                </a:lnTo>
                <a:lnTo>
                  <a:pt x="180" y="541"/>
                </a:lnTo>
                <a:lnTo>
                  <a:pt x="190" y="545"/>
                </a:lnTo>
                <a:lnTo>
                  <a:pt x="200" y="550"/>
                </a:lnTo>
                <a:lnTo>
                  <a:pt x="210" y="553"/>
                </a:lnTo>
                <a:lnTo>
                  <a:pt x="220" y="557"/>
                </a:lnTo>
                <a:lnTo>
                  <a:pt x="231" y="561"/>
                </a:lnTo>
                <a:lnTo>
                  <a:pt x="241" y="564"/>
                </a:lnTo>
                <a:lnTo>
                  <a:pt x="252" y="567"/>
                </a:lnTo>
                <a:lnTo>
                  <a:pt x="263" y="570"/>
                </a:lnTo>
                <a:lnTo>
                  <a:pt x="274" y="572"/>
                </a:lnTo>
                <a:lnTo>
                  <a:pt x="285" y="574"/>
                </a:lnTo>
                <a:lnTo>
                  <a:pt x="296" y="576"/>
                </a:lnTo>
                <a:lnTo>
                  <a:pt x="307" y="577"/>
                </a:lnTo>
                <a:lnTo>
                  <a:pt x="318" y="579"/>
                </a:lnTo>
                <a:lnTo>
                  <a:pt x="329" y="580"/>
                </a:lnTo>
                <a:lnTo>
                  <a:pt x="341" y="580"/>
                </a:lnTo>
                <a:lnTo>
                  <a:pt x="352" y="581"/>
                </a:lnTo>
                <a:lnTo>
                  <a:pt x="363" y="581"/>
                </a:lnTo>
                <a:lnTo>
                  <a:pt x="375" y="581"/>
                </a:lnTo>
                <a:lnTo>
                  <a:pt x="386" y="580"/>
                </a:lnTo>
                <a:lnTo>
                  <a:pt x="397" y="580"/>
                </a:lnTo>
                <a:lnTo>
                  <a:pt x="408" y="579"/>
                </a:lnTo>
                <a:lnTo>
                  <a:pt x="420" y="577"/>
                </a:lnTo>
                <a:lnTo>
                  <a:pt x="431" y="576"/>
                </a:lnTo>
                <a:lnTo>
                  <a:pt x="442" y="574"/>
                </a:lnTo>
                <a:lnTo>
                  <a:pt x="453" y="572"/>
                </a:lnTo>
                <a:lnTo>
                  <a:pt x="464" y="570"/>
                </a:lnTo>
                <a:lnTo>
                  <a:pt x="475" y="567"/>
                </a:lnTo>
                <a:lnTo>
                  <a:pt x="485" y="564"/>
                </a:lnTo>
                <a:lnTo>
                  <a:pt x="496" y="561"/>
                </a:lnTo>
                <a:lnTo>
                  <a:pt x="506" y="557"/>
                </a:lnTo>
                <a:lnTo>
                  <a:pt x="517" y="553"/>
                </a:lnTo>
                <a:lnTo>
                  <a:pt x="527" y="550"/>
                </a:lnTo>
                <a:lnTo>
                  <a:pt x="537" y="545"/>
                </a:lnTo>
                <a:lnTo>
                  <a:pt x="547" y="541"/>
                </a:lnTo>
                <a:lnTo>
                  <a:pt x="556" y="536"/>
                </a:lnTo>
                <a:lnTo>
                  <a:pt x="566" y="531"/>
                </a:lnTo>
                <a:lnTo>
                  <a:pt x="575" y="526"/>
                </a:lnTo>
                <a:lnTo>
                  <a:pt x="584" y="520"/>
                </a:lnTo>
                <a:lnTo>
                  <a:pt x="593" y="515"/>
                </a:lnTo>
                <a:lnTo>
                  <a:pt x="601" y="509"/>
                </a:lnTo>
                <a:lnTo>
                  <a:pt x="610" y="503"/>
                </a:lnTo>
                <a:lnTo>
                  <a:pt x="618" y="496"/>
                </a:lnTo>
                <a:lnTo>
                  <a:pt x="626" y="490"/>
                </a:lnTo>
                <a:lnTo>
                  <a:pt x="633" y="483"/>
                </a:lnTo>
                <a:lnTo>
                  <a:pt x="641" y="476"/>
                </a:lnTo>
                <a:lnTo>
                  <a:pt x="648" y="469"/>
                </a:lnTo>
                <a:lnTo>
                  <a:pt x="654" y="462"/>
                </a:lnTo>
                <a:lnTo>
                  <a:pt x="661" y="454"/>
                </a:lnTo>
                <a:lnTo>
                  <a:pt x="667" y="447"/>
                </a:lnTo>
                <a:lnTo>
                  <a:pt x="673" y="439"/>
                </a:lnTo>
                <a:lnTo>
                  <a:pt x="679" y="431"/>
                </a:lnTo>
                <a:lnTo>
                  <a:pt x="684" y="423"/>
                </a:lnTo>
                <a:lnTo>
                  <a:pt x="689" y="415"/>
                </a:lnTo>
                <a:lnTo>
                  <a:pt x="694" y="407"/>
                </a:lnTo>
                <a:lnTo>
                  <a:pt x="698" y="398"/>
                </a:lnTo>
                <a:lnTo>
                  <a:pt x="702" y="390"/>
                </a:lnTo>
                <a:lnTo>
                  <a:pt x="706" y="381"/>
                </a:lnTo>
                <a:lnTo>
                  <a:pt x="709" y="373"/>
                </a:lnTo>
                <a:lnTo>
                  <a:pt x="712" y="364"/>
                </a:lnTo>
                <a:lnTo>
                  <a:pt x="715" y="355"/>
                </a:lnTo>
                <a:lnTo>
                  <a:pt x="717" y="346"/>
                </a:lnTo>
                <a:lnTo>
                  <a:pt x="719" y="337"/>
                </a:lnTo>
                <a:lnTo>
                  <a:pt x="720" y="328"/>
                </a:lnTo>
                <a:lnTo>
                  <a:pt x="722" y="319"/>
                </a:lnTo>
                <a:lnTo>
                  <a:pt x="723" y="310"/>
                </a:lnTo>
                <a:lnTo>
                  <a:pt x="723" y="301"/>
                </a:lnTo>
                <a:lnTo>
                  <a:pt x="723" y="292"/>
                </a:lnTo>
                <a:moveTo>
                  <a:pt x="726" y="292"/>
                </a:moveTo>
                <a:lnTo>
                  <a:pt x="725" y="301"/>
                </a:lnTo>
                <a:lnTo>
                  <a:pt x="725" y="310"/>
                </a:lnTo>
                <a:lnTo>
                  <a:pt x="724" y="319"/>
                </a:lnTo>
                <a:lnTo>
                  <a:pt x="723" y="329"/>
                </a:lnTo>
                <a:lnTo>
                  <a:pt x="721" y="338"/>
                </a:lnTo>
                <a:lnTo>
                  <a:pt x="719" y="347"/>
                </a:lnTo>
                <a:lnTo>
                  <a:pt x="717" y="355"/>
                </a:lnTo>
                <a:lnTo>
                  <a:pt x="714" y="364"/>
                </a:lnTo>
                <a:lnTo>
                  <a:pt x="711" y="373"/>
                </a:lnTo>
                <a:lnTo>
                  <a:pt x="708" y="382"/>
                </a:lnTo>
                <a:lnTo>
                  <a:pt x="704" y="391"/>
                </a:lnTo>
                <a:lnTo>
                  <a:pt x="700" y="399"/>
                </a:lnTo>
                <a:lnTo>
                  <a:pt x="696" y="408"/>
                </a:lnTo>
                <a:lnTo>
                  <a:pt x="691" y="416"/>
                </a:lnTo>
                <a:lnTo>
                  <a:pt x="686" y="424"/>
                </a:lnTo>
                <a:lnTo>
                  <a:pt x="681" y="432"/>
                </a:lnTo>
                <a:lnTo>
                  <a:pt x="675" y="440"/>
                </a:lnTo>
                <a:lnTo>
                  <a:pt x="669" y="448"/>
                </a:lnTo>
                <a:lnTo>
                  <a:pt x="663" y="456"/>
                </a:lnTo>
                <a:lnTo>
                  <a:pt x="656" y="463"/>
                </a:lnTo>
                <a:lnTo>
                  <a:pt x="650" y="470"/>
                </a:lnTo>
                <a:lnTo>
                  <a:pt x="642" y="477"/>
                </a:lnTo>
                <a:lnTo>
                  <a:pt x="635" y="484"/>
                </a:lnTo>
                <a:lnTo>
                  <a:pt x="627" y="491"/>
                </a:lnTo>
                <a:lnTo>
                  <a:pt x="619" y="498"/>
                </a:lnTo>
                <a:lnTo>
                  <a:pt x="611" y="504"/>
                </a:lnTo>
                <a:lnTo>
                  <a:pt x="603" y="510"/>
                </a:lnTo>
                <a:lnTo>
                  <a:pt x="594" y="516"/>
                </a:lnTo>
                <a:lnTo>
                  <a:pt x="585" y="522"/>
                </a:lnTo>
                <a:lnTo>
                  <a:pt x="576" y="527"/>
                </a:lnTo>
                <a:lnTo>
                  <a:pt x="567" y="533"/>
                </a:lnTo>
                <a:lnTo>
                  <a:pt x="557" y="538"/>
                </a:lnTo>
                <a:lnTo>
                  <a:pt x="548" y="542"/>
                </a:lnTo>
                <a:lnTo>
                  <a:pt x="538" y="547"/>
                </a:lnTo>
                <a:lnTo>
                  <a:pt x="528" y="551"/>
                </a:lnTo>
                <a:lnTo>
                  <a:pt x="518" y="555"/>
                </a:lnTo>
                <a:lnTo>
                  <a:pt x="507" y="559"/>
                </a:lnTo>
                <a:lnTo>
                  <a:pt x="497" y="562"/>
                </a:lnTo>
                <a:lnTo>
                  <a:pt x="486" y="566"/>
                </a:lnTo>
                <a:lnTo>
                  <a:pt x="475" y="569"/>
                </a:lnTo>
                <a:lnTo>
                  <a:pt x="464" y="571"/>
                </a:lnTo>
                <a:lnTo>
                  <a:pt x="453" y="574"/>
                </a:lnTo>
                <a:lnTo>
                  <a:pt x="442" y="576"/>
                </a:lnTo>
                <a:lnTo>
                  <a:pt x="431" y="578"/>
                </a:lnTo>
                <a:lnTo>
                  <a:pt x="420" y="579"/>
                </a:lnTo>
                <a:lnTo>
                  <a:pt x="409" y="581"/>
                </a:lnTo>
                <a:lnTo>
                  <a:pt x="397" y="582"/>
                </a:lnTo>
                <a:lnTo>
                  <a:pt x="386" y="582"/>
                </a:lnTo>
                <a:lnTo>
                  <a:pt x="375" y="583"/>
                </a:lnTo>
                <a:lnTo>
                  <a:pt x="363" y="583"/>
                </a:lnTo>
                <a:lnTo>
                  <a:pt x="352" y="583"/>
                </a:lnTo>
                <a:lnTo>
                  <a:pt x="341" y="582"/>
                </a:lnTo>
                <a:lnTo>
                  <a:pt x="329" y="582"/>
                </a:lnTo>
                <a:lnTo>
                  <a:pt x="318" y="581"/>
                </a:lnTo>
                <a:lnTo>
                  <a:pt x="307" y="579"/>
                </a:lnTo>
                <a:lnTo>
                  <a:pt x="295" y="578"/>
                </a:lnTo>
                <a:lnTo>
                  <a:pt x="284" y="576"/>
                </a:lnTo>
                <a:lnTo>
                  <a:pt x="273" y="574"/>
                </a:lnTo>
                <a:lnTo>
                  <a:pt x="262" y="571"/>
                </a:lnTo>
                <a:lnTo>
                  <a:pt x="251" y="569"/>
                </a:lnTo>
                <a:lnTo>
                  <a:pt x="241" y="566"/>
                </a:lnTo>
                <a:lnTo>
                  <a:pt x="230" y="562"/>
                </a:lnTo>
                <a:lnTo>
                  <a:pt x="220" y="559"/>
                </a:lnTo>
                <a:lnTo>
                  <a:pt x="209" y="555"/>
                </a:lnTo>
                <a:lnTo>
                  <a:pt x="199" y="551"/>
                </a:lnTo>
                <a:lnTo>
                  <a:pt x="189" y="547"/>
                </a:lnTo>
                <a:lnTo>
                  <a:pt x="179" y="542"/>
                </a:lnTo>
                <a:lnTo>
                  <a:pt x="169" y="538"/>
                </a:lnTo>
                <a:lnTo>
                  <a:pt x="160" y="533"/>
                </a:lnTo>
                <a:lnTo>
                  <a:pt x="150" y="527"/>
                </a:lnTo>
                <a:lnTo>
                  <a:pt x="141" y="522"/>
                </a:lnTo>
                <a:lnTo>
                  <a:pt x="132" y="516"/>
                </a:lnTo>
                <a:lnTo>
                  <a:pt x="124" y="510"/>
                </a:lnTo>
                <a:lnTo>
                  <a:pt x="115" y="504"/>
                </a:lnTo>
                <a:lnTo>
                  <a:pt x="107" y="498"/>
                </a:lnTo>
                <a:lnTo>
                  <a:pt x="99" y="491"/>
                </a:lnTo>
                <a:lnTo>
                  <a:pt x="92" y="484"/>
                </a:lnTo>
                <a:lnTo>
                  <a:pt x="84" y="477"/>
                </a:lnTo>
                <a:lnTo>
                  <a:pt x="77" y="470"/>
                </a:lnTo>
                <a:lnTo>
                  <a:pt x="70" y="463"/>
                </a:lnTo>
                <a:lnTo>
                  <a:pt x="64" y="456"/>
                </a:lnTo>
                <a:lnTo>
                  <a:pt x="58" y="448"/>
                </a:lnTo>
                <a:lnTo>
                  <a:pt x="52" y="440"/>
                </a:lnTo>
                <a:lnTo>
                  <a:pt x="46" y="432"/>
                </a:lnTo>
                <a:lnTo>
                  <a:pt x="41" y="424"/>
                </a:lnTo>
                <a:lnTo>
                  <a:pt x="36" y="416"/>
                </a:lnTo>
                <a:lnTo>
                  <a:pt x="31" y="408"/>
                </a:lnTo>
                <a:lnTo>
                  <a:pt x="27" y="399"/>
                </a:lnTo>
                <a:lnTo>
                  <a:pt x="23" y="391"/>
                </a:lnTo>
                <a:lnTo>
                  <a:pt x="18" y="382"/>
                </a:lnTo>
                <a:lnTo>
                  <a:pt x="15" y="373"/>
                </a:lnTo>
                <a:lnTo>
                  <a:pt x="12" y="364"/>
                </a:lnTo>
                <a:lnTo>
                  <a:pt x="9" y="355"/>
                </a:lnTo>
                <a:lnTo>
                  <a:pt x="7" y="347"/>
                </a:lnTo>
                <a:lnTo>
                  <a:pt x="5" y="338"/>
                </a:lnTo>
                <a:lnTo>
                  <a:pt x="3" y="329"/>
                </a:lnTo>
                <a:lnTo>
                  <a:pt x="2" y="319"/>
                </a:lnTo>
                <a:lnTo>
                  <a:pt x="1" y="310"/>
                </a:lnTo>
                <a:lnTo>
                  <a:pt x="0" y="301"/>
                </a:lnTo>
                <a:lnTo>
                  <a:pt x="0" y="292"/>
                </a:lnTo>
                <a:lnTo>
                  <a:pt x="0" y="283"/>
                </a:lnTo>
                <a:lnTo>
                  <a:pt x="1" y="274"/>
                </a:lnTo>
                <a:lnTo>
                  <a:pt x="2" y="265"/>
                </a:lnTo>
                <a:lnTo>
                  <a:pt x="3" y="256"/>
                </a:lnTo>
                <a:lnTo>
                  <a:pt x="5" y="247"/>
                </a:lnTo>
                <a:lnTo>
                  <a:pt x="7" y="238"/>
                </a:lnTo>
                <a:lnTo>
                  <a:pt x="9" y="229"/>
                </a:lnTo>
                <a:lnTo>
                  <a:pt x="12" y="220"/>
                </a:lnTo>
                <a:lnTo>
                  <a:pt x="15" y="211"/>
                </a:lnTo>
                <a:lnTo>
                  <a:pt x="18" y="202"/>
                </a:lnTo>
                <a:lnTo>
                  <a:pt x="23" y="194"/>
                </a:lnTo>
                <a:lnTo>
                  <a:pt x="27" y="185"/>
                </a:lnTo>
                <a:lnTo>
                  <a:pt x="31" y="177"/>
                </a:lnTo>
                <a:lnTo>
                  <a:pt x="36" y="168"/>
                </a:lnTo>
                <a:lnTo>
                  <a:pt x="41" y="160"/>
                </a:lnTo>
                <a:lnTo>
                  <a:pt x="46" y="152"/>
                </a:lnTo>
                <a:lnTo>
                  <a:pt x="52" y="144"/>
                </a:lnTo>
                <a:lnTo>
                  <a:pt x="58" y="136"/>
                </a:lnTo>
                <a:lnTo>
                  <a:pt x="64" y="129"/>
                </a:lnTo>
                <a:lnTo>
                  <a:pt x="70" y="121"/>
                </a:lnTo>
                <a:lnTo>
                  <a:pt x="77" y="114"/>
                </a:lnTo>
                <a:lnTo>
                  <a:pt x="84" y="107"/>
                </a:lnTo>
                <a:lnTo>
                  <a:pt x="92" y="99"/>
                </a:lnTo>
                <a:lnTo>
                  <a:pt x="99" y="92"/>
                </a:lnTo>
                <a:lnTo>
                  <a:pt x="107" y="85"/>
                </a:lnTo>
                <a:lnTo>
                  <a:pt x="115" y="79"/>
                </a:lnTo>
                <a:lnTo>
                  <a:pt x="124" y="73"/>
                </a:lnTo>
                <a:lnTo>
                  <a:pt x="132" y="67"/>
                </a:lnTo>
                <a:lnTo>
                  <a:pt x="141" y="61"/>
                </a:lnTo>
                <a:lnTo>
                  <a:pt x="150" y="56"/>
                </a:lnTo>
                <a:lnTo>
                  <a:pt x="160" y="51"/>
                </a:lnTo>
                <a:lnTo>
                  <a:pt x="169" y="46"/>
                </a:lnTo>
                <a:lnTo>
                  <a:pt x="179" y="41"/>
                </a:lnTo>
                <a:lnTo>
                  <a:pt x="189" y="36"/>
                </a:lnTo>
                <a:lnTo>
                  <a:pt x="199" y="32"/>
                </a:lnTo>
                <a:lnTo>
                  <a:pt x="209" y="28"/>
                </a:lnTo>
                <a:lnTo>
                  <a:pt x="220" y="24"/>
                </a:lnTo>
                <a:lnTo>
                  <a:pt x="230" y="21"/>
                </a:lnTo>
                <a:lnTo>
                  <a:pt x="241" y="17"/>
                </a:lnTo>
                <a:lnTo>
                  <a:pt x="251" y="15"/>
                </a:lnTo>
                <a:lnTo>
                  <a:pt x="262" y="12"/>
                </a:lnTo>
                <a:lnTo>
                  <a:pt x="273" y="9"/>
                </a:lnTo>
                <a:lnTo>
                  <a:pt x="284" y="7"/>
                </a:lnTo>
                <a:lnTo>
                  <a:pt x="295" y="5"/>
                </a:lnTo>
                <a:lnTo>
                  <a:pt x="307" y="4"/>
                </a:lnTo>
                <a:lnTo>
                  <a:pt x="318" y="3"/>
                </a:lnTo>
                <a:lnTo>
                  <a:pt x="329" y="2"/>
                </a:lnTo>
                <a:lnTo>
                  <a:pt x="341" y="1"/>
                </a:lnTo>
                <a:lnTo>
                  <a:pt x="352" y="0"/>
                </a:lnTo>
                <a:lnTo>
                  <a:pt x="363" y="0"/>
                </a:lnTo>
                <a:lnTo>
                  <a:pt x="375" y="0"/>
                </a:lnTo>
                <a:lnTo>
                  <a:pt x="386" y="1"/>
                </a:lnTo>
                <a:lnTo>
                  <a:pt x="397" y="2"/>
                </a:lnTo>
                <a:lnTo>
                  <a:pt x="409" y="3"/>
                </a:lnTo>
                <a:lnTo>
                  <a:pt x="420" y="4"/>
                </a:lnTo>
                <a:lnTo>
                  <a:pt x="431" y="5"/>
                </a:lnTo>
                <a:lnTo>
                  <a:pt x="442" y="7"/>
                </a:lnTo>
                <a:lnTo>
                  <a:pt x="453" y="9"/>
                </a:lnTo>
                <a:lnTo>
                  <a:pt x="464" y="12"/>
                </a:lnTo>
                <a:lnTo>
                  <a:pt x="475" y="15"/>
                </a:lnTo>
                <a:lnTo>
                  <a:pt x="486" y="17"/>
                </a:lnTo>
                <a:lnTo>
                  <a:pt x="497" y="21"/>
                </a:lnTo>
                <a:lnTo>
                  <a:pt x="507" y="24"/>
                </a:lnTo>
                <a:lnTo>
                  <a:pt x="518" y="28"/>
                </a:lnTo>
                <a:lnTo>
                  <a:pt x="528" y="32"/>
                </a:lnTo>
                <a:lnTo>
                  <a:pt x="538" y="36"/>
                </a:lnTo>
                <a:lnTo>
                  <a:pt x="548" y="41"/>
                </a:lnTo>
                <a:lnTo>
                  <a:pt x="557" y="46"/>
                </a:lnTo>
                <a:lnTo>
                  <a:pt x="567" y="51"/>
                </a:lnTo>
                <a:lnTo>
                  <a:pt x="576" y="56"/>
                </a:lnTo>
                <a:lnTo>
                  <a:pt x="585" y="61"/>
                </a:lnTo>
                <a:lnTo>
                  <a:pt x="594" y="67"/>
                </a:lnTo>
                <a:lnTo>
                  <a:pt x="603" y="73"/>
                </a:lnTo>
                <a:lnTo>
                  <a:pt x="611" y="79"/>
                </a:lnTo>
                <a:lnTo>
                  <a:pt x="619" y="85"/>
                </a:lnTo>
                <a:lnTo>
                  <a:pt x="627" y="92"/>
                </a:lnTo>
                <a:lnTo>
                  <a:pt x="635" y="99"/>
                </a:lnTo>
                <a:lnTo>
                  <a:pt x="642" y="107"/>
                </a:lnTo>
                <a:lnTo>
                  <a:pt x="650" y="114"/>
                </a:lnTo>
                <a:lnTo>
                  <a:pt x="656" y="121"/>
                </a:lnTo>
                <a:lnTo>
                  <a:pt x="663" y="129"/>
                </a:lnTo>
                <a:lnTo>
                  <a:pt x="669" y="136"/>
                </a:lnTo>
                <a:lnTo>
                  <a:pt x="675" y="144"/>
                </a:lnTo>
                <a:lnTo>
                  <a:pt x="681" y="152"/>
                </a:lnTo>
                <a:lnTo>
                  <a:pt x="686" y="160"/>
                </a:lnTo>
                <a:lnTo>
                  <a:pt x="691" y="168"/>
                </a:lnTo>
                <a:lnTo>
                  <a:pt x="696" y="177"/>
                </a:lnTo>
                <a:lnTo>
                  <a:pt x="700" y="185"/>
                </a:lnTo>
                <a:lnTo>
                  <a:pt x="704" y="194"/>
                </a:lnTo>
                <a:lnTo>
                  <a:pt x="708" y="202"/>
                </a:lnTo>
                <a:lnTo>
                  <a:pt x="711" y="211"/>
                </a:lnTo>
                <a:lnTo>
                  <a:pt x="714" y="220"/>
                </a:lnTo>
                <a:lnTo>
                  <a:pt x="717" y="229"/>
                </a:lnTo>
                <a:lnTo>
                  <a:pt x="719" y="238"/>
                </a:lnTo>
                <a:lnTo>
                  <a:pt x="721" y="247"/>
                </a:lnTo>
                <a:lnTo>
                  <a:pt x="723" y="256"/>
                </a:lnTo>
                <a:lnTo>
                  <a:pt x="724" y="265"/>
                </a:lnTo>
                <a:lnTo>
                  <a:pt x="725" y="274"/>
                </a:lnTo>
                <a:lnTo>
                  <a:pt x="725" y="283"/>
                </a:lnTo>
                <a:lnTo>
                  <a:pt x="726" y="292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1" name=""/>
          <p:cNvSpPr/>
          <p:nvPr/>
        </p:nvSpPr>
        <p:spPr>
          <a:xfrm>
            <a:off x="2726640" y="1738800"/>
            <a:ext cx="266040" cy="213480"/>
          </a:xfrm>
          <a:custGeom>
            <a:avLst/>
            <a:gdLst/>
            <a:ahLst/>
            <a:rect l="0" t="0" r="r" b="b"/>
            <a:pathLst>
              <a:path w="739" h="593">
                <a:moveTo>
                  <a:pt x="733" y="297"/>
                </a:moveTo>
                <a:lnTo>
                  <a:pt x="732" y="288"/>
                </a:lnTo>
                <a:lnTo>
                  <a:pt x="732" y="279"/>
                </a:lnTo>
                <a:lnTo>
                  <a:pt x="731" y="270"/>
                </a:lnTo>
                <a:lnTo>
                  <a:pt x="730" y="261"/>
                </a:lnTo>
                <a:lnTo>
                  <a:pt x="728" y="252"/>
                </a:lnTo>
                <a:lnTo>
                  <a:pt x="726" y="243"/>
                </a:lnTo>
                <a:lnTo>
                  <a:pt x="724" y="234"/>
                </a:lnTo>
                <a:lnTo>
                  <a:pt x="721" y="225"/>
                </a:lnTo>
                <a:lnTo>
                  <a:pt x="718" y="216"/>
                </a:lnTo>
                <a:lnTo>
                  <a:pt x="715" y="207"/>
                </a:lnTo>
                <a:lnTo>
                  <a:pt x="711" y="198"/>
                </a:lnTo>
                <a:lnTo>
                  <a:pt x="707" y="189"/>
                </a:lnTo>
                <a:lnTo>
                  <a:pt x="703" y="181"/>
                </a:lnTo>
                <a:lnTo>
                  <a:pt x="698" y="172"/>
                </a:lnTo>
                <a:lnTo>
                  <a:pt x="693" y="164"/>
                </a:lnTo>
                <a:lnTo>
                  <a:pt x="688" y="156"/>
                </a:lnTo>
                <a:lnTo>
                  <a:pt x="682" y="148"/>
                </a:lnTo>
                <a:lnTo>
                  <a:pt x="676" y="140"/>
                </a:lnTo>
                <a:lnTo>
                  <a:pt x="670" y="133"/>
                </a:lnTo>
                <a:lnTo>
                  <a:pt x="663" y="125"/>
                </a:lnTo>
                <a:lnTo>
                  <a:pt x="657" y="118"/>
                </a:lnTo>
                <a:lnTo>
                  <a:pt x="649" y="111"/>
                </a:lnTo>
                <a:lnTo>
                  <a:pt x="642" y="104"/>
                </a:lnTo>
                <a:lnTo>
                  <a:pt x="634" y="97"/>
                </a:lnTo>
                <a:lnTo>
                  <a:pt x="626" y="90"/>
                </a:lnTo>
                <a:lnTo>
                  <a:pt x="618" y="84"/>
                </a:lnTo>
                <a:lnTo>
                  <a:pt x="610" y="78"/>
                </a:lnTo>
                <a:lnTo>
                  <a:pt x="601" y="72"/>
                </a:lnTo>
                <a:lnTo>
                  <a:pt x="592" y="66"/>
                </a:lnTo>
                <a:lnTo>
                  <a:pt x="583" y="61"/>
                </a:lnTo>
                <a:lnTo>
                  <a:pt x="574" y="56"/>
                </a:lnTo>
                <a:lnTo>
                  <a:pt x="564" y="51"/>
                </a:lnTo>
                <a:lnTo>
                  <a:pt x="555" y="46"/>
                </a:lnTo>
                <a:lnTo>
                  <a:pt x="545" y="41"/>
                </a:lnTo>
                <a:lnTo>
                  <a:pt x="535" y="37"/>
                </a:lnTo>
                <a:lnTo>
                  <a:pt x="525" y="33"/>
                </a:lnTo>
                <a:lnTo>
                  <a:pt x="514" y="29"/>
                </a:lnTo>
                <a:lnTo>
                  <a:pt x="504" y="26"/>
                </a:lnTo>
                <a:lnTo>
                  <a:pt x="493" y="22"/>
                </a:lnTo>
                <a:lnTo>
                  <a:pt x="482" y="20"/>
                </a:lnTo>
                <a:lnTo>
                  <a:pt x="471" y="17"/>
                </a:lnTo>
                <a:lnTo>
                  <a:pt x="460" y="14"/>
                </a:lnTo>
                <a:lnTo>
                  <a:pt x="449" y="12"/>
                </a:lnTo>
                <a:lnTo>
                  <a:pt x="438" y="10"/>
                </a:lnTo>
                <a:lnTo>
                  <a:pt x="427" y="9"/>
                </a:lnTo>
                <a:lnTo>
                  <a:pt x="416" y="8"/>
                </a:lnTo>
                <a:lnTo>
                  <a:pt x="404" y="7"/>
                </a:lnTo>
                <a:lnTo>
                  <a:pt x="393" y="6"/>
                </a:lnTo>
                <a:lnTo>
                  <a:pt x="382" y="5"/>
                </a:lnTo>
                <a:lnTo>
                  <a:pt x="370" y="5"/>
                </a:lnTo>
                <a:lnTo>
                  <a:pt x="359" y="5"/>
                </a:lnTo>
                <a:lnTo>
                  <a:pt x="348" y="6"/>
                </a:lnTo>
                <a:lnTo>
                  <a:pt x="336" y="7"/>
                </a:lnTo>
                <a:lnTo>
                  <a:pt x="325" y="8"/>
                </a:lnTo>
                <a:lnTo>
                  <a:pt x="314" y="9"/>
                </a:lnTo>
                <a:lnTo>
                  <a:pt x="302" y="10"/>
                </a:lnTo>
                <a:lnTo>
                  <a:pt x="291" y="12"/>
                </a:lnTo>
                <a:lnTo>
                  <a:pt x="280" y="14"/>
                </a:lnTo>
                <a:lnTo>
                  <a:pt x="269" y="17"/>
                </a:lnTo>
                <a:lnTo>
                  <a:pt x="258" y="20"/>
                </a:lnTo>
                <a:lnTo>
                  <a:pt x="248" y="22"/>
                </a:lnTo>
                <a:lnTo>
                  <a:pt x="237" y="26"/>
                </a:lnTo>
                <a:lnTo>
                  <a:pt x="227" y="29"/>
                </a:lnTo>
                <a:lnTo>
                  <a:pt x="216" y="33"/>
                </a:lnTo>
                <a:lnTo>
                  <a:pt x="206" y="37"/>
                </a:lnTo>
                <a:lnTo>
                  <a:pt x="196" y="41"/>
                </a:lnTo>
                <a:lnTo>
                  <a:pt x="186" y="46"/>
                </a:lnTo>
                <a:lnTo>
                  <a:pt x="176" y="51"/>
                </a:lnTo>
                <a:lnTo>
                  <a:pt x="166" y="56"/>
                </a:lnTo>
                <a:lnTo>
                  <a:pt x="156" y="61"/>
                </a:lnTo>
                <a:lnTo>
                  <a:pt x="147" y="66"/>
                </a:lnTo>
                <a:lnTo>
                  <a:pt x="138" y="72"/>
                </a:lnTo>
                <a:lnTo>
                  <a:pt x="130" y="78"/>
                </a:lnTo>
                <a:lnTo>
                  <a:pt x="121" y="84"/>
                </a:lnTo>
                <a:lnTo>
                  <a:pt x="113" y="90"/>
                </a:lnTo>
                <a:lnTo>
                  <a:pt x="105" y="97"/>
                </a:lnTo>
                <a:lnTo>
                  <a:pt x="98" y="104"/>
                </a:lnTo>
                <a:lnTo>
                  <a:pt x="90" y="111"/>
                </a:lnTo>
                <a:lnTo>
                  <a:pt x="83" y="118"/>
                </a:lnTo>
                <a:lnTo>
                  <a:pt x="76" y="125"/>
                </a:lnTo>
                <a:lnTo>
                  <a:pt x="70" y="133"/>
                </a:lnTo>
                <a:lnTo>
                  <a:pt x="64" y="140"/>
                </a:lnTo>
                <a:lnTo>
                  <a:pt x="58" y="148"/>
                </a:lnTo>
                <a:lnTo>
                  <a:pt x="52" y="156"/>
                </a:lnTo>
                <a:lnTo>
                  <a:pt x="47" y="164"/>
                </a:lnTo>
                <a:lnTo>
                  <a:pt x="42" y="172"/>
                </a:lnTo>
                <a:lnTo>
                  <a:pt x="37" y="181"/>
                </a:lnTo>
                <a:lnTo>
                  <a:pt x="33" y="189"/>
                </a:lnTo>
                <a:lnTo>
                  <a:pt x="29" y="198"/>
                </a:lnTo>
                <a:lnTo>
                  <a:pt x="25" y="207"/>
                </a:lnTo>
                <a:lnTo>
                  <a:pt x="22" y="216"/>
                </a:lnTo>
                <a:lnTo>
                  <a:pt x="19" y="225"/>
                </a:lnTo>
                <a:lnTo>
                  <a:pt x="16" y="234"/>
                </a:lnTo>
                <a:lnTo>
                  <a:pt x="14" y="243"/>
                </a:lnTo>
                <a:lnTo>
                  <a:pt x="12" y="252"/>
                </a:lnTo>
                <a:lnTo>
                  <a:pt x="10" y="261"/>
                </a:lnTo>
                <a:lnTo>
                  <a:pt x="9" y="270"/>
                </a:lnTo>
                <a:lnTo>
                  <a:pt x="8" y="279"/>
                </a:lnTo>
                <a:lnTo>
                  <a:pt x="7" y="288"/>
                </a:lnTo>
                <a:lnTo>
                  <a:pt x="7" y="297"/>
                </a:lnTo>
                <a:lnTo>
                  <a:pt x="7" y="306"/>
                </a:lnTo>
                <a:lnTo>
                  <a:pt x="8" y="315"/>
                </a:lnTo>
                <a:lnTo>
                  <a:pt x="9" y="324"/>
                </a:lnTo>
                <a:lnTo>
                  <a:pt x="10" y="334"/>
                </a:lnTo>
                <a:lnTo>
                  <a:pt x="12" y="343"/>
                </a:lnTo>
                <a:lnTo>
                  <a:pt x="14" y="352"/>
                </a:lnTo>
                <a:lnTo>
                  <a:pt x="16" y="360"/>
                </a:lnTo>
                <a:lnTo>
                  <a:pt x="19" y="369"/>
                </a:lnTo>
                <a:lnTo>
                  <a:pt x="22" y="378"/>
                </a:lnTo>
                <a:lnTo>
                  <a:pt x="25" y="387"/>
                </a:lnTo>
                <a:lnTo>
                  <a:pt x="29" y="396"/>
                </a:lnTo>
                <a:lnTo>
                  <a:pt x="33" y="404"/>
                </a:lnTo>
                <a:lnTo>
                  <a:pt x="37" y="413"/>
                </a:lnTo>
                <a:lnTo>
                  <a:pt x="42" y="421"/>
                </a:lnTo>
                <a:lnTo>
                  <a:pt x="47" y="429"/>
                </a:lnTo>
                <a:lnTo>
                  <a:pt x="52" y="437"/>
                </a:lnTo>
                <a:lnTo>
                  <a:pt x="58" y="445"/>
                </a:lnTo>
                <a:lnTo>
                  <a:pt x="64" y="453"/>
                </a:lnTo>
                <a:lnTo>
                  <a:pt x="70" y="461"/>
                </a:lnTo>
                <a:lnTo>
                  <a:pt x="76" y="468"/>
                </a:lnTo>
                <a:lnTo>
                  <a:pt x="83" y="475"/>
                </a:lnTo>
                <a:lnTo>
                  <a:pt x="90" y="482"/>
                </a:lnTo>
                <a:lnTo>
                  <a:pt x="98" y="489"/>
                </a:lnTo>
                <a:lnTo>
                  <a:pt x="105" y="496"/>
                </a:lnTo>
                <a:lnTo>
                  <a:pt x="113" y="503"/>
                </a:lnTo>
                <a:lnTo>
                  <a:pt x="121" y="509"/>
                </a:lnTo>
                <a:lnTo>
                  <a:pt x="130" y="515"/>
                </a:lnTo>
                <a:lnTo>
                  <a:pt x="138" y="521"/>
                </a:lnTo>
                <a:lnTo>
                  <a:pt x="147" y="527"/>
                </a:lnTo>
                <a:lnTo>
                  <a:pt x="156" y="532"/>
                </a:lnTo>
                <a:lnTo>
                  <a:pt x="166" y="538"/>
                </a:lnTo>
                <a:lnTo>
                  <a:pt x="176" y="543"/>
                </a:lnTo>
                <a:lnTo>
                  <a:pt x="186" y="547"/>
                </a:lnTo>
                <a:lnTo>
                  <a:pt x="196" y="552"/>
                </a:lnTo>
                <a:lnTo>
                  <a:pt x="206" y="556"/>
                </a:lnTo>
                <a:lnTo>
                  <a:pt x="216" y="560"/>
                </a:lnTo>
                <a:lnTo>
                  <a:pt x="227" y="564"/>
                </a:lnTo>
                <a:lnTo>
                  <a:pt x="237" y="567"/>
                </a:lnTo>
                <a:lnTo>
                  <a:pt x="248" y="571"/>
                </a:lnTo>
                <a:lnTo>
                  <a:pt x="258" y="574"/>
                </a:lnTo>
                <a:lnTo>
                  <a:pt x="269" y="576"/>
                </a:lnTo>
                <a:lnTo>
                  <a:pt x="280" y="579"/>
                </a:lnTo>
                <a:lnTo>
                  <a:pt x="291" y="581"/>
                </a:lnTo>
                <a:lnTo>
                  <a:pt x="302" y="583"/>
                </a:lnTo>
                <a:lnTo>
                  <a:pt x="314" y="584"/>
                </a:lnTo>
                <a:lnTo>
                  <a:pt x="325" y="586"/>
                </a:lnTo>
                <a:lnTo>
                  <a:pt x="336" y="587"/>
                </a:lnTo>
                <a:lnTo>
                  <a:pt x="348" y="587"/>
                </a:lnTo>
                <a:lnTo>
                  <a:pt x="359" y="588"/>
                </a:lnTo>
                <a:lnTo>
                  <a:pt x="370" y="588"/>
                </a:lnTo>
                <a:lnTo>
                  <a:pt x="382" y="588"/>
                </a:lnTo>
                <a:lnTo>
                  <a:pt x="393" y="587"/>
                </a:lnTo>
                <a:lnTo>
                  <a:pt x="404" y="587"/>
                </a:lnTo>
                <a:lnTo>
                  <a:pt x="416" y="586"/>
                </a:lnTo>
                <a:lnTo>
                  <a:pt x="427" y="584"/>
                </a:lnTo>
                <a:lnTo>
                  <a:pt x="438" y="583"/>
                </a:lnTo>
                <a:lnTo>
                  <a:pt x="449" y="581"/>
                </a:lnTo>
                <a:lnTo>
                  <a:pt x="460" y="579"/>
                </a:lnTo>
                <a:lnTo>
                  <a:pt x="471" y="576"/>
                </a:lnTo>
                <a:lnTo>
                  <a:pt x="482" y="574"/>
                </a:lnTo>
                <a:lnTo>
                  <a:pt x="493" y="571"/>
                </a:lnTo>
                <a:lnTo>
                  <a:pt x="504" y="567"/>
                </a:lnTo>
                <a:lnTo>
                  <a:pt x="514" y="564"/>
                </a:lnTo>
                <a:lnTo>
                  <a:pt x="525" y="560"/>
                </a:lnTo>
                <a:lnTo>
                  <a:pt x="535" y="556"/>
                </a:lnTo>
                <a:lnTo>
                  <a:pt x="545" y="552"/>
                </a:lnTo>
                <a:lnTo>
                  <a:pt x="555" y="547"/>
                </a:lnTo>
                <a:lnTo>
                  <a:pt x="564" y="543"/>
                </a:lnTo>
                <a:lnTo>
                  <a:pt x="574" y="538"/>
                </a:lnTo>
                <a:lnTo>
                  <a:pt x="583" y="532"/>
                </a:lnTo>
                <a:lnTo>
                  <a:pt x="592" y="527"/>
                </a:lnTo>
                <a:lnTo>
                  <a:pt x="601" y="521"/>
                </a:lnTo>
                <a:lnTo>
                  <a:pt x="610" y="515"/>
                </a:lnTo>
                <a:lnTo>
                  <a:pt x="618" y="509"/>
                </a:lnTo>
                <a:lnTo>
                  <a:pt x="626" y="503"/>
                </a:lnTo>
                <a:lnTo>
                  <a:pt x="634" y="496"/>
                </a:lnTo>
                <a:lnTo>
                  <a:pt x="642" y="489"/>
                </a:lnTo>
                <a:lnTo>
                  <a:pt x="649" y="482"/>
                </a:lnTo>
                <a:lnTo>
                  <a:pt x="657" y="475"/>
                </a:lnTo>
                <a:lnTo>
                  <a:pt x="663" y="468"/>
                </a:lnTo>
                <a:lnTo>
                  <a:pt x="670" y="461"/>
                </a:lnTo>
                <a:lnTo>
                  <a:pt x="676" y="453"/>
                </a:lnTo>
                <a:lnTo>
                  <a:pt x="682" y="445"/>
                </a:lnTo>
                <a:lnTo>
                  <a:pt x="688" y="437"/>
                </a:lnTo>
                <a:lnTo>
                  <a:pt x="693" y="429"/>
                </a:lnTo>
                <a:lnTo>
                  <a:pt x="698" y="421"/>
                </a:lnTo>
                <a:lnTo>
                  <a:pt x="703" y="413"/>
                </a:lnTo>
                <a:lnTo>
                  <a:pt x="707" y="404"/>
                </a:lnTo>
                <a:lnTo>
                  <a:pt x="711" y="396"/>
                </a:lnTo>
                <a:lnTo>
                  <a:pt x="715" y="387"/>
                </a:lnTo>
                <a:lnTo>
                  <a:pt x="718" y="378"/>
                </a:lnTo>
                <a:lnTo>
                  <a:pt x="721" y="369"/>
                </a:lnTo>
                <a:lnTo>
                  <a:pt x="724" y="360"/>
                </a:lnTo>
                <a:lnTo>
                  <a:pt x="726" y="352"/>
                </a:lnTo>
                <a:lnTo>
                  <a:pt x="728" y="343"/>
                </a:lnTo>
                <a:lnTo>
                  <a:pt x="730" y="334"/>
                </a:lnTo>
                <a:lnTo>
                  <a:pt x="731" y="324"/>
                </a:lnTo>
                <a:lnTo>
                  <a:pt x="732" y="315"/>
                </a:lnTo>
                <a:lnTo>
                  <a:pt x="732" y="306"/>
                </a:lnTo>
                <a:lnTo>
                  <a:pt x="733" y="297"/>
                </a:lnTo>
                <a:moveTo>
                  <a:pt x="739" y="297"/>
                </a:moveTo>
                <a:lnTo>
                  <a:pt x="739" y="306"/>
                </a:lnTo>
                <a:lnTo>
                  <a:pt x="739" y="316"/>
                </a:lnTo>
                <a:lnTo>
                  <a:pt x="738" y="325"/>
                </a:lnTo>
                <a:lnTo>
                  <a:pt x="737" y="334"/>
                </a:lnTo>
                <a:lnTo>
                  <a:pt x="735" y="343"/>
                </a:lnTo>
                <a:lnTo>
                  <a:pt x="733" y="353"/>
                </a:lnTo>
                <a:lnTo>
                  <a:pt x="731" y="362"/>
                </a:lnTo>
                <a:lnTo>
                  <a:pt x="728" y="371"/>
                </a:lnTo>
                <a:lnTo>
                  <a:pt x="725" y="380"/>
                </a:lnTo>
                <a:lnTo>
                  <a:pt x="721" y="389"/>
                </a:lnTo>
                <a:lnTo>
                  <a:pt x="718" y="397"/>
                </a:lnTo>
                <a:lnTo>
                  <a:pt x="714" y="406"/>
                </a:lnTo>
                <a:lnTo>
                  <a:pt x="709" y="415"/>
                </a:lnTo>
                <a:lnTo>
                  <a:pt x="704" y="423"/>
                </a:lnTo>
                <a:lnTo>
                  <a:pt x="699" y="432"/>
                </a:lnTo>
                <a:lnTo>
                  <a:pt x="694" y="440"/>
                </a:lnTo>
                <a:lnTo>
                  <a:pt x="688" y="448"/>
                </a:lnTo>
                <a:lnTo>
                  <a:pt x="682" y="456"/>
                </a:lnTo>
                <a:lnTo>
                  <a:pt x="676" y="464"/>
                </a:lnTo>
                <a:lnTo>
                  <a:pt x="669" y="471"/>
                </a:lnTo>
                <a:lnTo>
                  <a:pt x="662" y="479"/>
                </a:lnTo>
                <a:lnTo>
                  <a:pt x="655" y="486"/>
                </a:lnTo>
                <a:lnTo>
                  <a:pt x="647" y="493"/>
                </a:lnTo>
                <a:lnTo>
                  <a:pt x="639" y="500"/>
                </a:lnTo>
                <a:lnTo>
                  <a:pt x="631" y="507"/>
                </a:lnTo>
                <a:lnTo>
                  <a:pt x="623" y="513"/>
                </a:lnTo>
                <a:lnTo>
                  <a:pt x="614" y="519"/>
                </a:lnTo>
                <a:lnTo>
                  <a:pt x="606" y="525"/>
                </a:lnTo>
                <a:lnTo>
                  <a:pt x="597" y="531"/>
                </a:lnTo>
                <a:lnTo>
                  <a:pt x="587" y="537"/>
                </a:lnTo>
                <a:lnTo>
                  <a:pt x="578" y="542"/>
                </a:lnTo>
                <a:lnTo>
                  <a:pt x="568" y="547"/>
                </a:lnTo>
                <a:lnTo>
                  <a:pt x="558" y="552"/>
                </a:lnTo>
                <a:lnTo>
                  <a:pt x="548" y="557"/>
                </a:lnTo>
                <a:lnTo>
                  <a:pt x="538" y="561"/>
                </a:lnTo>
                <a:lnTo>
                  <a:pt x="528" y="565"/>
                </a:lnTo>
                <a:lnTo>
                  <a:pt x="517" y="569"/>
                </a:lnTo>
                <a:lnTo>
                  <a:pt x="506" y="573"/>
                </a:lnTo>
                <a:lnTo>
                  <a:pt x="495" y="576"/>
                </a:lnTo>
                <a:lnTo>
                  <a:pt x="484" y="579"/>
                </a:lnTo>
                <a:lnTo>
                  <a:pt x="473" y="582"/>
                </a:lnTo>
                <a:lnTo>
                  <a:pt x="462" y="584"/>
                </a:lnTo>
                <a:lnTo>
                  <a:pt x="451" y="586"/>
                </a:lnTo>
                <a:lnTo>
                  <a:pt x="440" y="588"/>
                </a:lnTo>
                <a:lnTo>
                  <a:pt x="428" y="590"/>
                </a:lnTo>
                <a:lnTo>
                  <a:pt x="417" y="591"/>
                </a:lnTo>
                <a:lnTo>
                  <a:pt x="405" y="592"/>
                </a:lnTo>
                <a:lnTo>
                  <a:pt x="394" y="593"/>
                </a:lnTo>
                <a:lnTo>
                  <a:pt x="382" y="593"/>
                </a:lnTo>
                <a:lnTo>
                  <a:pt x="370" y="593"/>
                </a:lnTo>
                <a:lnTo>
                  <a:pt x="359" y="593"/>
                </a:lnTo>
                <a:lnTo>
                  <a:pt x="347" y="593"/>
                </a:lnTo>
                <a:lnTo>
                  <a:pt x="336" y="592"/>
                </a:lnTo>
                <a:lnTo>
                  <a:pt x="324" y="591"/>
                </a:lnTo>
                <a:lnTo>
                  <a:pt x="313" y="590"/>
                </a:lnTo>
                <a:lnTo>
                  <a:pt x="301" y="588"/>
                </a:lnTo>
                <a:lnTo>
                  <a:pt x="290" y="586"/>
                </a:lnTo>
                <a:lnTo>
                  <a:pt x="279" y="584"/>
                </a:lnTo>
                <a:lnTo>
                  <a:pt x="267" y="582"/>
                </a:lnTo>
                <a:lnTo>
                  <a:pt x="256" y="579"/>
                </a:lnTo>
                <a:lnTo>
                  <a:pt x="245" y="576"/>
                </a:lnTo>
                <a:lnTo>
                  <a:pt x="234" y="573"/>
                </a:lnTo>
                <a:lnTo>
                  <a:pt x="224" y="569"/>
                </a:lnTo>
                <a:lnTo>
                  <a:pt x="213" y="565"/>
                </a:lnTo>
                <a:lnTo>
                  <a:pt x="203" y="561"/>
                </a:lnTo>
                <a:lnTo>
                  <a:pt x="193" y="557"/>
                </a:lnTo>
                <a:lnTo>
                  <a:pt x="182" y="552"/>
                </a:lnTo>
                <a:lnTo>
                  <a:pt x="172" y="547"/>
                </a:lnTo>
                <a:lnTo>
                  <a:pt x="162" y="542"/>
                </a:lnTo>
                <a:lnTo>
                  <a:pt x="152" y="537"/>
                </a:lnTo>
                <a:lnTo>
                  <a:pt x="143" y="531"/>
                </a:lnTo>
                <a:lnTo>
                  <a:pt x="134" y="525"/>
                </a:lnTo>
                <a:lnTo>
                  <a:pt x="125" y="519"/>
                </a:lnTo>
                <a:lnTo>
                  <a:pt x="117" y="513"/>
                </a:lnTo>
                <a:lnTo>
                  <a:pt x="108" y="507"/>
                </a:lnTo>
                <a:lnTo>
                  <a:pt x="100" y="500"/>
                </a:lnTo>
                <a:lnTo>
                  <a:pt x="92" y="493"/>
                </a:lnTo>
                <a:lnTo>
                  <a:pt x="85" y="486"/>
                </a:lnTo>
                <a:lnTo>
                  <a:pt x="78" y="479"/>
                </a:lnTo>
                <a:lnTo>
                  <a:pt x="71" y="471"/>
                </a:lnTo>
                <a:lnTo>
                  <a:pt x="64" y="464"/>
                </a:lnTo>
                <a:lnTo>
                  <a:pt x="58" y="456"/>
                </a:lnTo>
                <a:lnTo>
                  <a:pt x="52" y="448"/>
                </a:lnTo>
                <a:lnTo>
                  <a:pt x="46" y="440"/>
                </a:lnTo>
                <a:lnTo>
                  <a:pt x="40" y="432"/>
                </a:lnTo>
                <a:lnTo>
                  <a:pt x="35" y="423"/>
                </a:lnTo>
                <a:lnTo>
                  <a:pt x="31" y="415"/>
                </a:lnTo>
                <a:lnTo>
                  <a:pt x="26" y="406"/>
                </a:lnTo>
                <a:lnTo>
                  <a:pt x="22" y="397"/>
                </a:lnTo>
                <a:lnTo>
                  <a:pt x="18" y="389"/>
                </a:lnTo>
                <a:lnTo>
                  <a:pt x="15" y="380"/>
                </a:lnTo>
                <a:lnTo>
                  <a:pt x="12" y="371"/>
                </a:lnTo>
                <a:lnTo>
                  <a:pt x="9" y="362"/>
                </a:lnTo>
                <a:lnTo>
                  <a:pt x="7" y="353"/>
                </a:lnTo>
                <a:lnTo>
                  <a:pt x="5" y="343"/>
                </a:lnTo>
                <a:lnTo>
                  <a:pt x="3" y="334"/>
                </a:lnTo>
                <a:lnTo>
                  <a:pt x="2" y="325"/>
                </a:lnTo>
                <a:lnTo>
                  <a:pt x="1" y="316"/>
                </a:lnTo>
                <a:lnTo>
                  <a:pt x="0" y="306"/>
                </a:lnTo>
                <a:lnTo>
                  <a:pt x="0" y="297"/>
                </a:lnTo>
                <a:lnTo>
                  <a:pt x="0" y="288"/>
                </a:lnTo>
                <a:lnTo>
                  <a:pt x="1" y="278"/>
                </a:lnTo>
                <a:lnTo>
                  <a:pt x="2" y="269"/>
                </a:lnTo>
                <a:lnTo>
                  <a:pt x="3" y="260"/>
                </a:lnTo>
                <a:lnTo>
                  <a:pt x="5" y="251"/>
                </a:lnTo>
                <a:lnTo>
                  <a:pt x="7" y="242"/>
                </a:lnTo>
                <a:lnTo>
                  <a:pt x="9" y="232"/>
                </a:lnTo>
                <a:lnTo>
                  <a:pt x="12" y="223"/>
                </a:lnTo>
                <a:lnTo>
                  <a:pt x="15" y="214"/>
                </a:lnTo>
                <a:lnTo>
                  <a:pt x="18" y="205"/>
                </a:lnTo>
                <a:lnTo>
                  <a:pt x="22" y="196"/>
                </a:lnTo>
                <a:lnTo>
                  <a:pt x="26" y="187"/>
                </a:lnTo>
                <a:lnTo>
                  <a:pt x="31" y="178"/>
                </a:lnTo>
                <a:lnTo>
                  <a:pt x="35" y="170"/>
                </a:lnTo>
                <a:lnTo>
                  <a:pt x="40" y="162"/>
                </a:lnTo>
                <a:lnTo>
                  <a:pt x="46" y="153"/>
                </a:lnTo>
                <a:lnTo>
                  <a:pt x="52" y="145"/>
                </a:lnTo>
                <a:lnTo>
                  <a:pt x="58" y="137"/>
                </a:lnTo>
                <a:lnTo>
                  <a:pt x="64" y="130"/>
                </a:lnTo>
                <a:lnTo>
                  <a:pt x="71" y="122"/>
                </a:lnTo>
                <a:lnTo>
                  <a:pt x="78" y="114"/>
                </a:lnTo>
                <a:lnTo>
                  <a:pt x="85" y="107"/>
                </a:lnTo>
                <a:lnTo>
                  <a:pt x="92" y="100"/>
                </a:lnTo>
                <a:lnTo>
                  <a:pt x="100" y="93"/>
                </a:lnTo>
                <a:lnTo>
                  <a:pt x="108" y="87"/>
                </a:lnTo>
                <a:lnTo>
                  <a:pt x="117" y="80"/>
                </a:lnTo>
                <a:lnTo>
                  <a:pt x="125" y="74"/>
                </a:lnTo>
                <a:lnTo>
                  <a:pt x="134" y="68"/>
                </a:lnTo>
                <a:lnTo>
                  <a:pt x="143" y="62"/>
                </a:lnTo>
                <a:lnTo>
                  <a:pt x="152" y="56"/>
                </a:lnTo>
                <a:lnTo>
                  <a:pt x="162" y="51"/>
                </a:lnTo>
                <a:lnTo>
                  <a:pt x="172" y="46"/>
                </a:lnTo>
                <a:lnTo>
                  <a:pt x="182" y="41"/>
                </a:lnTo>
                <a:lnTo>
                  <a:pt x="193" y="36"/>
                </a:lnTo>
                <a:lnTo>
                  <a:pt x="203" y="32"/>
                </a:lnTo>
                <a:lnTo>
                  <a:pt x="213" y="28"/>
                </a:lnTo>
                <a:lnTo>
                  <a:pt x="224" y="24"/>
                </a:lnTo>
                <a:lnTo>
                  <a:pt x="234" y="21"/>
                </a:lnTo>
                <a:lnTo>
                  <a:pt x="245" y="17"/>
                </a:lnTo>
                <a:lnTo>
                  <a:pt x="256" y="14"/>
                </a:lnTo>
                <a:lnTo>
                  <a:pt x="267" y="11"/>
                </a:lnTo>
                <a:lnTo>
                  <a:pt x="279" y="9"/>
                </a:lnTo>
                <a:lnTo>
                  <a:pt x="290" y="7"/>
                </a:lnTo>
                <a:lnTo>
                  <a:pt x="301" y="5"/>
                </a:lnTo>
                <a:lnTo>
                  <a:pt x="313" y="3"/>
                </a:lnTo>
                <a:lnTo>
                  <a:pt x="324" y="2"/>
                </a:lnTo>
                <a:lnTo>
                  <a:pt x="336" y="1"/>
                </a:lnTo>
                <a:lnTo>
                  <a:pt x="347" y="0"/>
                </a:lnTo>
                <a:lnTo>
                  <a:pt x="359" y="0"/>
                </a:lnTo>
                <a:lnTo>
                  <a:pt x="370" y="0"/>
                </a:lnTo>
                <a:lnTo>
                  <a:pt x="382" y="0"/>
                </a:lnTo>
                <a:lnTo>
                  <a:pt x="394" y="0"/>
                </a:lnTo>
                <a:lnTo>
                  <a:pt x="405" y="1"/>
                </a:lnTo>
                <a:lnTo>
                  <a:pt x="417" y="2"/>
                </a:lnTo>
                <a:lnTo>
                  <a:pt x="428" y="3"/>
                </a:lnTo>
                <a:lnTo>
                  <a:pt x="440" y="5"/>
                </a:lnTo>
                <a:lnTo>
                  <a:pt x="451" y="7"/>
                </a:lnTo>
                <a:lnTo>
                  <a:pt x="462" y="9"/>
                </a:lnTo>
                <a:lnTo>
                  <a:pt x="473" y="11"/>
                </a:lnTo>
                <a:lnTo>
                  <a:pt x="484" y="14"/>
                </a:lnTo>
                <a:lnTo>
                  <a:pt x="495" y="17"/>
                </a:lnTo>
                <a:lnTo>
                  <a:pt x="506" y="21"/>
                </a:lnTo>
                <a:lnTo>
                  <a:pt x="517" y="24"/>
                </a:lnTo>
                <a:lnTo>
                  <a:pt x="528" y="28"/>
                </a:lnTo>
                <a:lnTo>
                  <a:pt x="538" y="32"/>
                </a:lnTo>
                <a:lnTo>
                  <a:pt x="548" y="36"/>
                </a:lnTo>
                <a:lnTo>
                  <a:pt x="558" y="41"/>
                </a:lnTo>
                <a:lnTo>
                  <a:pt x="568" y="46"/>
                </a:lnTo>
                <a:lnTo>
                  <a:pt x="578" y="51"/>
                </a:lnTo>
                <a:lnTo>
                  <a:pt x="587" y="56"/>
                </a:lnTo>
                <a:lnTo>
                  <a:pt x="597" y="62"/>
                </a:lnTo>
                <a:lnTo>
                  <a:pt x="606" y="68"/>
                </a:lnTo>
                <a:lnTo>
                  <a:pt x="614" y="74"/>
                </a:lnTo>
                <a:lnTo>
                  <a:pt x="623" y="80"/>
                </a:lnTo>
                <a:lnTo>
                  <a:pt x="631" y="87"/>
                </a:lnTo>
                <a:lnTo>
                  <a:pt x="639" y="93"/>
                </a:lnTo>
                <a:lnTo>
                  <a:pt x="647" y="100"/>
                </a:lnTo>
                <a:lnTo>
                  <a:pt x="655" y="107"/>
                </a:lnTo>
                <a:lnTo>
                  <a:pt x="662" y="114"/>
                </a:lnTo>
                <a:lnTo>
                  <a:pt x="669" y="122"/>
                </a:lnTo>
                <a:lnTo>
                  <a:pt x="676" y="130"/>
                </a:lnTo>
                <a:lnTo>
                  <a:pt x="682" y="137"/>
                </a:lnTo>
                <a:lnTo>
                  <a:pt x="688" y="145"/>
                </a:lnTo>
                <a:lnTo>
                  <a:pt x="694" y="153"/>
                </a:lnTo>
                <a:lnTo>
                  <a:pt x="699" y="162"/>
                </a:lnTo>
                <a:lnTo>
                  <a:pt x="704" y="170"/>
                </a:lnTo>
                <a:lnTo>
                  <a:pt x="709" y="178"/>
                </a:lnTo>
                <a:lnTo>
                  <a:pt x="714" y="187"/>
                </a:lnTo>
                <a:lnTo>
                  <a:pt x="718" y="196"/>
                </a:lnTo>
                <a:lnTo>
                  <a:pt x="721" y="205"/>
                </a:lnTo>
                <a:lnTo>
                  <a:pt x="725" y="214"/>
                </a:lnTo>
                <a:lnTo>
                  <a:pt x="728" y="223"/>
                </a:lnTo>
                <a:lnTo>
                  <a:pt x="731" y="232"/>
                </a:lnTo>
                <a:lnTo>
                  <a:pt x="733" y="242"/>
                </a:lnTo>
                <a:lnTo>
                  <a:pt x="735" y="251"/>
                </a:lnTo>
                <a:lnTo>
                  <a:pt x="737" y="260"/>
                </a:lnTo>
                <a:lnTo>
                  <a:pt x="738" y="269"/>
                </a:lnTo>
                <a:lnTo>
                  <a:pt x="739" y="278"/>
                </a:lnTo>
                <a:lnTo>
                  <a:pt x="739" y="288"/>
                </a:lnTo>
                <a:lnTo>
                  <a:pt x="739" y="297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" name=""/>
          <p:cNvSpPr/>
          <p:nvPr/>
        </p:nvSpPr>
        <p:spPr>
          <a:xfrm>
            <a:off x="2725920" y="1738080"/>
            <a:ext cx="267840" cy="214920"/>
          </a:xfrm>
          <a:custGeom>
            <a:avLst/>
            <a:gdLst/>
            <a:ahLst/>
            <a:rect l="0" t="0" r="r" b="b"/>
            <a:pathLst>
              <a:path w="744" h="597">
                <a:moveTo>
                  <a:pt x="741" y="299"/>
                </a:moveTo>
                <a:lnTo>
                  <a:pt x="741" y="290"/>
                </a:lnTo>
                <a:lnTo>
                  <a:pt x="741" y="280"/>
                </a:lnTo>
                <a:lnTo>
                  <a:pt x="740" y="271"/>
                </a:lnTo>
                <a:lnTo>
                  <a:pt x="739" y="262"/>
                </a:lnTo>
                <a:lnTo>
                  <a:pt x="737" y="253"/>
                </a:lnTo>
                <a:lnTo>
                  <a:pt x="735" y="244"/>
                </a:lnTo>
                <a:lnTo>
                  <a:pt x="733" y="233"/>
                </a:lnTo>
                <a:lnTo>
                  <a:pt x="730" y="224"/>
                </a:lnTo>
                <a:lnTo>
                  <a:pt x="727" y="215"/>
                </a:lnTo>
                <a:lnTo>
                  <a:pt x="723" y="206"/>
                </a:lnTo>
                <a:lnTo>
                  <a:pt x="720" y="198"/>
                </a:lnTo>
                <a:lnTo>
                  <a:pt x="716" y="189"/>
                </a:lnTo>
                <a:lnTo>
                  <a:pt x="711" y="180"/>
                </a:lnTo>
                <a:lnTo>
                  <a:pt x="706" y="172"/>
                </a:lnTo>
                <a:lnTo>
                  <a:pt x="701" y="164"/>
                </a:lnTo>
                <a:lnTo>
                  <a:pt x="696" y="155"/>
                </a:lnTo>
                <a:lnTo>
                  <a:pt x="690" y="147"/>
                </a:lnTo>
                <a:lnTo>
                  <a:pt x="684" y="139"/>
                </a:lnTo>
                <a:lnTo>
                  <a:pt x="678" y="132"/>
                </a:lnTo>
                <a:lnTo>
                  <a:pt x="671" y="124"/>
                </a:lnTo>
                <a:lnTo>
                  <a:pt x="664" y="116"/>
                </a:lnTo>
                <a:lnTo>
                  <a:pt x="657" y="109"/>
                </a:lnTo>
                <a:lnTo>
                  <a:pt x="649" y="102"/>
                </a:lnTo>
                <a:lnTo>
                  <a:pt x="641" y="95"/>
                </a:lnTo>
                <a:lnTo>
                  <a:pt x="633" y="89"/>
                </a:lnTo>
                <a:lnTo>
                  <a:pt x="625" y="82"/>
                </a:lnTo>
                <a:lnTo>
                  <a:pt x="616" y="76"/>
                </a:lnTo>
                <a:lnTo>
                  <a:pt x="608" y="70"/>
                </a:lnTo>
                <a:lnTo>
                  <a:pt x="599" y="64"/>
                </a:lnTo>
                <a:lnTo>
                  <a:pt x="589" y="58"/>
                </a:lnTo>
                <a:lnTo>
                  <a:pt x="580" y="53"/>
                </a:lnTo>
                <a:lnTo>
                  <a:pt x="570" y="48"/>
                </a:lnTo>
                <a:lnTo>
                  <a:pt x="560" y="43"/>
                </a:lnTo>
                <a:lnTo>
                  <a:pt x="550" y="38"/>
                </a:lnTo>
                <a:lnTo>
                  <a:pt x="540" y="34"/>
                </a:lnTo>
                <a:lnTo>
                  <a:pt x="530" y="30"/>
                </a:lnTo>
                <a:lnTo>
                  <a:pt x="519" y="26"/>
                </a:lnTo>
                <a:lnTo>
                  <a:pt x="508" y="23"/>
                </a:lnTo>
                <a:lnTo>
                  <a:pt x="497" y="19"/>
                </a:lnTo>
                <a:lnTo>
                  <a:pt x="486" y="16"/>
                </a:lnTo>
                <a:lnTo>
                  <a:pt x="475" y="13"/>
                </a:lnTo>
                <a:lnTo>
                  <a:pt x="464" y="11"/>
                </a:lnTo>
                <a:lnTo>
                  <a:pt x="453" y="9"/>
                </a:lnTo>
                <a:lnTo>
                  <a:pt x="442" y="7"/>
                </a:lnTo>
                <a:lnTo>
                  <a:pt x="430" y="5"/>
                </a:lnTo>
                <a:lnTo>
                  <a:pt x="419" y="4"/>
                </a:lnTo>
                <a:lnTo>
                  <a:pt x="407" y="3"/>
                </a:lnTo>
                <a:lnTo>
                  <a:pt x="396" y="2"/>
                </a:lnTo>
                <a:lnTo>
                  <a:pt x="384" y="2"/>
                </a:lnTo>
                <a:lnTo>
                  <a:pt x="372" y="2"/>
                </a:lnTo>
                <a:lnTo>
                  <a:pt x="361" y="2"/>
                </a:lnTo>
                <a:lnTo>
                  <a:pt x="349" y="2"/>
                </a:lnTo>
                <a:lnTo>
                  <a:pt x="338" y="3"/>
                </a:lnTo>
                <a:lnTo>
                  <a:pt x="326" y="4"/>
                </a:lnTo>
                <a:lnTo>
                  <a:pt x="315" y="5"/>
                </a:lnTo>
                <a:lnTo>
                  <a:pt x="303" y="7"/>
                </a:lnTo>
                <a:lnTo>
                  <a:pt x="292" y="9"/>
                </a:lnTo>
                <a:lnTo>
                  <a:pt x="281" y="11"/>
                </a:lnTo>
                <a:lnTo>
                  <a:pt x="269" y="13"/>
                </a:lnTo>
                <a:lnTo>
                  <a:pt x="258" y="16"/>
                </a:lnTo>
                <a:lnTo>
                  <a:pt x="247" y="19"/>
                </a:lnTo>
                <a:lnTo>
                  <a:pt x="236" y="23"/>
                </a:lnTo>
                <a:lnTo>
                  <a:pt x="226" y="26"/>
                </a:lnTo>
                <a:lnTo>
                  <a:pt x="214" y="30"/>
                </a:lnTo>
                <a:lnTo>
                  <a:pt x="204" y="34"/>
                </a:lnTo>
                <a:lnTo>
                  <a:pt x="194" y="38"/>
                </a:lnTo>
                <a:lnTo>
                  <a:pt x="183" y="43"/>
                </a:lnTo>
                <a:lnTo>
                  <a:pt x="174" y="48"/>
                </a:lnTo>
                <a:lnTo>
                  <a:pt x="164" y="53"/>
                </a:lnTo>
                <a:lnTo>
                  <a:pt x="154" y="58"/>
                </a:lnTo>
                <a:lnTo>
                  <a:pt x="145" y="64"/>
                </a:lnTo>
                <a:lnTo>
                  <a:pt x="136" y="70"/>
                </a:lnTo>
                <a:lnTo>
                  <a:pt x="127" y="76"/>
                </a:lnTo>
                <a:lnTo>
                  <a:pt x="119" y="82"/>
                </a:lnTo>
                <a:lnTo>
                  <a:pt x="110" y="89"/>
                </a:lnTo>
                <a:lnTo>
                  <a:pt x="102" y="95"/>
                </a:lnTo>
                <a:lnTo>
                  <a:pt x="94" y="102"/>
                </a:lnTo>
                <a:lnTo>
                  <a:pt x="87" y="109"/>
                </a:lnTo>
                <a:lnTo>
                  <a:pt x="80" y="116"/>
                </a:lnTo>
                <a:lnTo>
                  <a:pt x="73" y="124"/>
                </a:lnTo>
                <a:lnTo>
                  <a:pt x="66" y="132"/>
                </a:lnTo>
                <a:lnTo>
                  <a:pt x="60" y="139"/>
                </a:lnTo>
                <a:lnTo>
                  <a:pt x="54" y="147"/>
                </a:lnTo>
                <a:lnTo>
                  <a:pt x="48" y="155"/>
                </a:lnTo>
                <a:lnTo>
                  <a:pt x="42" y="164"/>
                </a:lnTo>
                <a:lnTo>
                  <a:pt x="37" y="172"/>
                </a:lnTo>
                <a:lnTo>
                  <a:pt x="33" y="180"/>
                </a:lnTo>
                <a:lnTo>
                  <a:pt x="28" y="189"/>
                </a:lnTo>
                <a:lnTo>
                  <a:pt x="24" y="198"/>
                </a:lnTo>
                <a:lnTo>
                  <a:pt x="20" y="206"/>
                </a:lnTo>
                <a:lnTo>
                  <a:pt x="17" y="215"/>
                </a:lnTo>
                <a:lnTo>
                  <a:pt x="14" y="224"/>
                </a:lnTo>
                <a:lnTo>
                  <a:pt x="11" y="233"/>
                </a:lnTo>
                <a:lnTo>
                  <a:pt x="9" y="244"/>
                </a:lnTo>
                <a:lnTo>
                  <a:pt x="7" y="253"/>
                </a:lnTo>
                <a:lnTo>
                  <a:pt x="5" y="262"/>
                </a:lnTo>
                <a:lnTo>
                  <a:pt x="4" y="271"/>
                </a:lnTo>
                <a:lnTo>
                  <a:pt x="3" y="280"/>
                </a:lnTo>
                <a:lnTo>
                  <a:pt x="2" y="290"/>
                </a:lnTo>
                <a:lnTo>
                  <a:pt x="2" y="299"/>
                </a:lnTo>
                <a:lnTo>
                  <a:pt x="2" y="308"/>
                </a:lnTo>
                <a:lnTo>
                  <a:pt x="3" y="318"/>
                </a:lnTo>
                <a:lnTo>
                  <a:pt x="4" y="327"/>
                </a:lnTo>
                <a:lnTo>
                  <a:pt x="5" y="336"/>
                </a:lnTo>
                <a:lnTo>
                  <a:pt x="7" y="345"/>
                </a:lnTo>
                <a:lnTo>
                  <a:pt x="9" y="355"/>
                </a:lnTo>
                <a:lnTo>
                  <a:pt x="11" y="364"/>
                </a:lnTo>
                <a:lnTo>
                  <a:pt x="14" y="373"/>
                </a:lnTo>
                <a:lnTo>
                  <a:pt x="17" y="382"/>
                </a:lnTo>
                <a:lnTo>
                  <a:pt x="20" y="391"/>
                </a:lnTo>
                <a:lnTo>
                  <a:pt x="24" y="399"/>
                </a:lnTo>
                <a:lnTo>
                  <a:pt x="28" y="408"/>
                </a:lnTo>
                <a:lnTo>
                  <a:pt x="33" y="417"/>
                </a:lnTo>
                <a:lnTo>
                  <a:pt x="37" y="425"/>
                </a:lnTo>
                <a:lnTo>
                  <a:pt x="42" y="434"/>
                </a:lnTo>
                <a:lnTo>
                  <a:pt x="48" y="442"/>
                </a:lnTo>
                <a:lnTo>
                  <a:pt x="54" y="450"/>
                </a:lnTo>
                <a:lnTo>
                  <a:pt x="60" y="458"/>
                </a:lnTo>
                <a:lnTo>
                  <a:pt x="66" y="466"/>
                </a:lnTo>
                <a:lnTo>
                  <a:pt x="73" y="473"/>
                </a:lnTo>
                <a:lnTo>
                  <a:pt x="80" y="481"/>
                </a:lnTo>
                <a:lnTo>
                  <a:pt x="87" y="488"/>
                </a:lnTo>
                <a:lnTo>
                  <a:pt x="94" y="495"/>
                </a:lnTo>
                <a:lnTo>
                  <a:pt x="102" y="502"/>
                </a:lnTo>
                <a:lnTo>
                  <a:pt x="110" y="509"/>
                </a:lnTo>
                <a:lnTo>
                  <a:pt x="119" y="515"/>
                </a:lnTo>
                <a:lnTo>
                  <a:pt x="127" y="521"/>
                </a:lnTo>
                <a:lnTo>
                  <a:pt x="136" y="527"/>
                </a:lnTo>
                <a:lnTo>
                  <a:pt x="145" y="533"/>
                </a:lnTo>
                <a:lnTo>
                  <a:pt x="154" y="539"/>
                </a:lnTo>
                <a:lnTo>
                  <a:pt x="164" y="544"/>
                </a:lnTo>
                <a:lnTo>
                  <a:pt x="174" y="549"/>
                </a:lnTo>
                <a:lnTo>
                  <a:pt x="183" y="554"/>
                </a:lnTo>
                <a:lnTo>
                  <a:pt x="194" y="559"/>
                </a:lnTo>
                <a:lnTo>
                  <a:pt x="204" y="563"/>
                </a:lnTo>
                <a:lnTo>
                  <a:pt x="214" y="567"/>
                </a:lnTo>
                <a:lnTo>
                  <a:pt x="226" y="571"/>
                </a:lnTo>
                <a:lnTo>
                  <a:pt x="236" y="575"/>
                </a:lnTo>
                <a:lnTo>
                  <a:pt x="247" y="578"/>
                </a:lnTo>
                <a:lnTo>
                  <a:pt x="258" y="581"/>
                </a:lnTo>
                <a:lnTo>
                  <a:pt x="269" y="584"/>
                </a:lnTo>
                <a:lnTo>
                  <a:pt x="281" y="586"/>
                </a:lnTo>
                <a:lnTo>
                  <a:pt x="292" y="588"/>
                </a:lnTo>
                <a:lnTo>
                  <a:pt x="303" y="590"/>
                </a:lnTo>
                <a:lnTo>
                  <a:pt x="315" y="592"/>
                </a:lnTo>
                <a:lnTo>
                  <a:pt x="326" y="593"/>
                </a:lnTo>
                <a:lnTo>
                  <a:pt x="338" y="594"/>
                </a:lnTo>
                <a:lnTo>
                  <a:pt x="349" y="595"/>
                </a:lnTo>
                <a:lnTo>
                  <a:pt x="361" y="595"/>
                </a:lnTo>
                <a:lnTo>
                  <a:pt x="372" y="595"/>
                </a:lnTo>
                <a:lnTo>
                  <a:pt x="384" y="595"/>
                </a:lnTo>
                <a:lnTo>
                  <a:pt x="396" y="595"/>
                </a:lnTo>
                <a:lnTo>
                  <a:pt x="407" y="594"/>
                </a:lnTo>
                <a:lnTo>
                  <a:pt x="419" y="593"/>
                </a:lnTo>
                <a:lnTo>
                  <a:pt x="430" y="592"/>
                </a:lnTo>
                <a:lnTo>
                  <a:pt x="442" y="590"/>
                </a:lnTo>
                <a:lnTo>
                  <a:pt x="453" y="588"/>
                </a:lnTo>
                <a:lnTo>
                  <a:pt x="464" y="586"/>
                </a:lnTo>
                <a:lnTo>
                  <a:pt x="475" y="584"/>
                </a:lnTo>
                <a:lnTo>
                  <a:pt x="486" y="581"/>
                </a:lnTo>
                <a:lnTo>
                  <a:pt x="497" y="578"/>
                </a:lnTo>
                <a:lnTo>
                  <a:pt x="508" y="575"/>
                </a:lnTo>
                <a:lnTo>
                  <a:pt x="519" y="571"/>
                </a:lnTo>
                <a:lnTo>
                  <a:pt x="530" y="567"/>
                </a:lnTo>
                <a:lnTo>
                  <a:pt x="540" y="563"/>
                </a:lnTo>
                <a:lnTo>
                  <a:pt x="550" y="559"/>
                </a:lnTo>
                <a:lnTo>
                  <a:pt x="560" y="554"/>
                </a:lnTo>
                <a:lnTo>
                  <a:pt x="570" y="549"/>
                </a:lnTo>
                <a:lnTo>
                  <a:pt x="580" y="544"/>
                </a:lnTo>
                <a:lnTo>
                  <a:pt x="589" y="539"/>
                </a:lnTo>
                <a:lnTo>
                  <a:pt x="599" y="533"/>
                </a:lnTo>
                <a:lnTo>
                  <a:pt x="608" y="527"/>
                </a:lnTo>
                <a:lnTo>
                  <a:pt x="616" y="521"/>
                </a:lnTo>
                <a:lnTo>
                  <a:pt x="625" y="515"/>
                </a:lnTo>
                <a:lnTo>
                  <a:pt x="633" y="509"/>
                </a:lnTo>
                <a:lnTo>
                  <a:pt x="641" y="502"/>
                </a:lnTo>
                <a:lnTo>
                  <a:pt x="649" y="495"/>
                </a:lnTo>
                <a:lnTo>
                  <a:pt x="657" y="488"/>
                </a:lnTo>
                <a:lnTo>
                  <a:pt x="664" y="481"/>
                </a:lnTo>
                <a:lnTo>
                  <a:pt x="671" y="473"/>
                </a:lnTo>
                <a:lnTo>
                  <a:pt x="678" y="466"/>
                </a:lnTo>
                <a:lnTo>
                  <a:pt x="684" y="458"/>
                </a:lnTo>
                <a:lnTo>
                  <a:pt x="690" y="450"/>
                </a:lnTo>
                <a:lnTo>
                  <a:pt x="696" y="442"/>
                </a:lnTo>
                <a:lnTo>
                  <a:pt x="701" y="434"/>
                </a:lnTo>
                <a:lnTo>
                  <a:pt x="706" y="425"/>
                </a:lnTo>
                <a:lnTo>
                  <a:pt x="711" y="417"/>
                </a:lnTo>
                <a:lnTo>
                  <a:pt x="716" y="408"/>
                </a:lnTo>
                <a:lnTo>
                  <a:pt x="720" y="399"/>
                </a:lnTo>
                <a:lnTo>
                  <a:pt x="723" y="391"/>
                </a:lnTo>
                <a:lnTo>
                  <a:pt x="727" y="382"/>
                </a:lnTo>
                <a:lnTo>
                  <a:pt x="730" y="373"/>
                </a:lnTo>
                <a:lnTo>
                  <a:pt x="733" y="364"/>
                </a:lnTo>
                <a:lnTo>
                  <a:pt x="735" y="355"/>
                </a:lnTo>
                <a:lnTo>
                  <a:pt x="737" y="345"/>
                </a:lnTo>
                <a:lnTo>
                  <a:pt x="739" y="336"/>
                </a:lnTo>
                <a:lnTo>
                  <a:pt x="740" y="327"/>
                </a:lnTo>
                <a:lnTo>
                  <a:pt x="741" y="318"/>
                </a:lnTo>
                <a:lnTo>
                  <a:pt x="741" y="308"/>
                </a:lnTo>
                <a:lnTo>
                  <a:pt x="741" y="299"/>
                </a:lnTo>
                <a:moveTo>
                  <a:pt x="744" y="299"/>
                </a:moveTo>
                <a:lnTo>
                  <a:pt x="744" y="308"/>
                </a:lnTo>
                <a:lnTo>
                  <a:pt x="743" y="318"/>
                </a:lnTo>
                <a:lnTo>
                  <a:pt x="742" y="327"/>
                </a:lnTo>
                <a:lnTo>
                  <a:pt x="741" y="336"/>
                </a:lnTo>
                <a:lnTo>
                  <a:pt x="739" y="346"/>
                </a:lnTo>
                <a:lnTo>
                  <a:pt x="737" y="355"/>
                </a:lnTo>
                <a:lnTo>
                  <a:pt x="735" y="364"/>
                </a:lnTo>
                <a:lnTo>
                  <a:pt x="732" y="373"/>
                </a:lnTo>
                <a:lnTo>
                  <a:pt x="729" y="382"/>
                </a:lnTo>
                <a:lnTo>
                  <a:pt x="726" y="391"/>
                </a:lnTo>
                <a:lnTo>
                  <a:pt x="722" y="400"/>
                </a:lnTo>
                <a:lnTo>
                  <a:pt x="718" y="409"/>
                </a:lnTo>
                <a:lnTo>
                  <a:pt x="713" y="417"/>
                </a:lnTo>
                <a:lnTo>
                  <a:pt x="708" y="426"/>
                </a:lnTo>
                <a:lnTo>
                  <a:pt x="703" y="434"/>
                </a:lnTo>
                <a:lnTo>
                  <a:pt x="698" y="443"/>
                </a:lnTo>
                <a:lnTo>
                  <a:pt x="692" y="451"/>
                </a:lnTo>
                <a:lnTo>
                  <a:pt x="686" y="459"/>
                </a:lnTo>
                <a:lnTo>
                  <a:pt x="680" y="467"/>
                </a:lnTo>
                <a:lnTo>
                  <a:pt x="673" y="474"/>
                </a:lnTo>
                <a:lnTo>
                  <a:pt x="666" y="482"/>
                </a:lnTo>
                <a:lnTo>
                  <a:pt x="659" y="489"/>
                </a:lnTo>
                <a:lnTo>
                  <a:pt x="651" y="496"/>
                </a:lnTo>
                <a:lnTo>
                  <a:pt x="643" y="503"/>
                </a:lnTo>
                <a:lnTo>
                  <a:pt x="635" y="510"/>
                </a:lnTo>
                <a:lnTo>
                  <a:pt x="627" y="516"/>
                </a:lnTo>
                <a:lnTo>
                  <a:pt x="618" y="523"/>
                </a:lnTo>
                <a:lnTo>
                  <a:pt x="609" y="529"/>
                </a:lnTo>
                <a:lnTo>
                  <a:pt x="600" y="535"/>
                </a:lnTo>
                <a:lnTo>
                  <a:pt x="591" y="540"/>
                </a:lnTo>
                <a:lnTo>
                  <a:pt x="581" y="546"/>
                </a:lnTo>
                <a:lnTo>
                  <a:pt x="571" y="551"/>
                </a:lnTo>
                <a:lnTo>
                  <a:pt x="561" y="556"/>
                </a:lnTo>
                <a:lnTo>
                  <a:pt x="551" y="560"/>
                </a:lnTo>
                <a:lnTo>
                  <a:pt x="541" y="565"/>
                </a:lnTo>
                <a:lnTo>
                  <a:pt x="530" y="569"/>
                </a:lnTo>
                <a:lnTo>
                  <a:pt x="520" y="573"/>
                </a:lnTo>
                <a:lnTo>
                  <a:pt x="509" y="576"/>
                </a:lnTo>
                <a:lnTo>
                  <a:pt x="498" y="580"/>
                </a:lnTo>
                <a:lnTo>
                  <a:pt x="487" y="583"/>
                </a:lnTo>
                <a:lnTo>
                  <a:pt x="476" y="585"/>
                </a:lnTo>
                <a:lnTo>
                  <a:pt x="465" y="588"/>
                </a:lnTo>
                <a:lnTo>
                  <a:pt x="453" y="590"/>
                </a:lnTo>
                <a:lnTo>
                  <a:pt x="442" y="592"/>
                </a:lnTo>
                <a:lnTo>
                  <a:pt x="430" y="594"/>
                </a:lnTo>
                <a:lnTo>
                  <a:pt x="419" y="595"/>
                </a:lnTo>
                <a:lnTo>
                  <a:pt x="407" y="596"/>
                </a:lnTo>
                <a:lnTo>
                  <a:pt x="396" y="597"/>
                </a:lnTo>
                <a:lnTo>
                  <a:pt x="384" y="597"/>
                </a:lnTo>
                <a:lnTo>
                  <a:pt x="372" y="597"/>
                </a:lnTo>
                <a:lnTo>
                  <a:pt x="361" y="597"/>
                </a:lnTo>
                <a:lnTo>
                  <a:pt x="349" y="597"/>
                </a:lnTo>
                <a:lnTo>
                  <a:pt x="337" y="596"/>
                </a:lnTo>
                <a:lnTo>
                  <a:pt x="326" y="595"/>
                </a:lnTo>
                <a:lnTo>
                  <a:pt x="314" y="594"/>
                </a:lnTo>
                <a:lnTo>
                  <a:pt x="303" y="592"/>
                </a:lnTo>
                <a:lnTo>
                  <a:pt x="291" y="590"/>
                </a:lnTo>
                <a:lnTo>
                  <a:pt x="280" y="588"/>
                </a:lnTo>
                <a:lnTo>
                  <a:pt x="269" y="585"/>
                </a:lnTo>
                <a:lnTo>
                  <a:pt x="258" y="583"/>
                </a:lnTo>
                <a:lnTo>
                  <a:pt x="247" y="580"/>
                </a:lnTo>
                <a:lnTo>
                  <a:pt x="236" y="576"/>
                </a:lnTo>
                <a:lnTo>
                  <a:pt x="225" y="573"/>
                </a:lnTo>
                <a:lnTo>
                  <a:pt x="213" y="569"/>
                </a:lnTo>
                <a:lnTo>
                  <a:pt x="203" y="565"/>
                </a:lnTo>
                <a:lnTo>
                  <a:pt x="192" y="560"/>
                </a:lnTo>
                <a:lnTo>
                  <a:pt x="182" y="556"/>
                </a:lnTo>
                <a:lnTo>
                  <a:pt x="172" y="551"/>
                </a:lnTo>
                <a:lnTo>
                  <a:pt x="163" y="546"/>
                </a:lnTo>
                <a:lnTo>
                  <a:pt x="153" y="540"/>
                </a:lnTo>
                <a:lnTo>
                  <a:pt x="144" y="535"/>
                </a:lnTo>
                <a:lnTo>
                  <a:pt x="135" y="529"/>
                </a:lnTo>
                <a:lnTo>
                  <a:pt x="126" y="523"/>
                </a:lnTo>
                <a:lnTo>
                  <a:pt x="117" y="516"/>
                </a:lnTo>
                <a:lnTo>
                  <a:pt x="109" y="510"/>
                </a:lnTo>
                <a:lnTo>
                  <a:pt x="101" y="503"/>
                </a:lnTo>
                <a:lnTo>
                  <a:pt x="93" y="496"/>
                </a:lnTo>
                <a:lnTo>
                  <a:pt x="85" y="489"/>
                </a:lnTo>
                <a:lnTo>
                  <a:pt x="78" y="482"/>
                </a:lnTo>
                <a:lnTo>
                  <a:pt x="71" y="474"/>
                </a:lnTo>
                <a:lnTo>
                  <a:pt x="64" y="467"/>
                </a:lnTo>
                <a:lnTo>
                  <a:pt x="58" y="459"/>
                </a:lnTo>
                <a:lnTo>
                  <a:pt x="52" y="451"/>
                </a:lnTo>
                <a:lnTo>
                  <a:pt x="46" y="443"/>
                </a:lnTo>
                <a:lnTo>
                  <a:pt x="40" y="434"/>
                </a:lnTo>
                <a:lnTo>
                  <a:pt x="35" y="426"/>
                </a:lnTo>
                <a:lnTo>
                  <a:pt x="30" y="417"/>
                </a:lnTo>
                <a:lnTo>
                  <a:pt x="26" y="409"/>
                </a:lnTo>
                <a:lnTo>
                  <a:pt x="22" y="400"/>
                </a:lnTo>
                <a:lnTo>
                  <a:pt x="18" y="391"/>
                </a:lnTo>
                <a:lnTo>
                  <a:pt x="15" y="382"/>
                </a:lnTo>
                <a:lnTo>
                  <a:pt x="12" y="373"/>
                </a:lnTo>
                <a:lnTo>
                  <a:pt x="9" y="364"/>
                </a:lnTo>
                <a:lnTo>
                  <a:pt x="7" y="355"/>
                </a:lnTo>
                <a:lnTo>
                  <a:pt x="5" y="346"/>
                </a:lnTo>
                <a:lnTo>
                  <a:pt x="3" y="336"/>
                </a:lnTo>
                <a:lnTo>
                  <a:pt x="2" y="327"/>
                </a:lnTo>
                <a:lnTo>
                  <a:pt x="1" y="318"/>
                </a:lnTo>
                <a:lnTo>
                  <a:pt x="0" y="308"/>
                </a:lnTo>
                <a:lnTo>
                  <a:pt x="0" y="299"/>
                </a:lnTo>
                <a:lnTo>
                  <a:pt x="0" y="290"/>
                </a:lnTo>
                <a:lnTo>
                  <a:pt x="1" y="280"/>
                </a:lnTo>
                <a:lnTo>
                  <a:pt x="2" y="271"/>
                </a:lnTo>
                <a:lnTo>
                  <a:pt x="3" y="262"/>
                </a:lnTo>
                <a:lnTo>
                  <a:pt x="5" y="252"/>
                </a:lnTo>
                <a:lnTo>
                  <a:pt x="7" y="243"/>
                </a:lnTo>
                <a:lnTo>
                  <a:pt x="9" y="233"/>
                </a:lnTo>
                <a:lnTo>
                  <a:pt x="12" y="224"/>
                </a:lnTo>
                <a:lnTo>
                  <a:pt x="15" y="215"/>
                </a:lnTo>
                <a:lnTo>
                  <a:pt x="18" y="206"/>
                </a:lnTo>
                <a:lnTo>
                  <a:pt x="22" y="197"/>
                </a:lnTo>
                <a:lnTo>
                  <a:pt x="26" y="188"/>
                </a:lnTo>
                <a:lnTo>
                  <a:pt x="30" y="180"/>
                </a:lnTo>
                <a:lnTo>
                  <a:pt x="35" y="171"/>
                </a:lnTo>
                <a:lnTo>
                  <a:pt x="40" y="163"/>
                </a:lnTo>
                <a:lnTo>
                  <a:pt x="46" y="154"/>
                </a:lnTo>
                <a:lnTo>
                  <a:pt x="52" y="146"/>
                </a:lnTo>
                <a:lnTo>
                  <a:pt x="58" y="138"/>
                </a:lnTo>
                <a:lnTo>
                  <a:pt x="64" y="130"/>
                </a:lnTo>
                <a:lnTo>
                  <a:pt x="71" y="123"/>
                </a:lnTo>
                <a:lnTo>
                  <a:pt x="78" y="115"/>
                </a:lnTo>
                <a:lnTo>
                  <a:pt x="85" y="108"/>
                </a:lnTo>
                <a:lnTo>
                  <a:pt x="93" y="101"/>
                </a:lnTo>
                <a:lnTo>
                  <a:pt x="101" y="94"/>
                </a:lnTo>
                <a:lnTo>
                  <a:pt x="109" y="87"/>
                </a:lnTo>
                <a:lnTo>
                  <a:pt x="117" y="81"/>
                </a:lnTo>
                <a:lnTo>
                  <a:pt x="126" y="74"/>
                </a:lnTo>
                <a:lnTo>
                  <a:pt x="135" y="68"/>
                </a:lnTo>
                <a:lnTo>
                  <a:pt x="144" y="62"/>
                </a:lnTo>
                <a:lnTo>
                  <a:pt x="153" y="57"/>
                </a:lnTo>
                <a:lnTo>
                  <a:pt x="163" y="51"/>
                </a:lnTo>
                <a:lnTo>
                  <a:pt x="172" y="46"/>
                </a:lnTo>
                <a:lnTo>
                  <a:pt x="182" y="41"/>
                </a:lnTo>
                <a:lnTo>
                  <a:pt x="192" y="37"/>
                </a:lnTo>
                <a:lnTo>
                  <a:pt x="203" y="32"/>
                </a:lnTo>
                <a:lnTo>
                  <a:pt x="213" y="28"/>
                </a:lnTo>
                <a:lnTo>
                  <a:pt x="225" y="24"/>
                </a:lnTo>
                <a:lnTo>
                  <a:pt x="236" y="21"/>
                </a:lnTo>
                <a:lnTo>
                  <a:pt x="247" y="18"/>
                </a:lnTo>
                <a:lnTo>
                  <a:pt x="258" y="14"/>
                </a:lnTo>
                <a:lnTo>
                  <a:pt x="269" y="12"/>
                </a:lnTo>
                <a:lnTo>
                  <a:pt x="280" y="9"/>
                </a:lnTo>
                <a:lnTo>
                  <a:pt x="291" y="7"/>
                </a:lnTo>
                <a:lnTo>
                  <a:pt x="303" y="5"/>
                </a:lnTo>
                <a:lnTo>
                  <a:pt x="314" y="4"/>
                </a:lnTo>
                <a:lnTo>
                  <a:pt x="326" y="2"/>
                </a:lnTo>
                <a:lnTo>
                  <a:pt x="337" y="1"/>
                </a:lnTo>
                <a:lnTo>
                  <a:pt x="349" y="0"/>
                </a:lnTo>
                <a:lnTo>
                  <a:pt x="361" y="0"/>
                </a:lnTo>
                <a:lnTo>
                  <a:pt x="372" y="0"/>
                </a:lnTo>
                <a:lnTo>
                  <a:pt x="384" y="0"/>
                </a:lnTo>
                <a:lnTo>
                  <a:pt x="396" y="0"/>
                </a:lnTo>
                <a:lnTo>
                  <a:pt x="407" y="1"/>
                </a:lnTo>
                <a:lnTo>
                  <a:pt x="419" y="2"/>
                </a:lnTo>
                <a:lnTo>
                  <a:pt x="430" y="4"/>
                </a:lnTo>
                <a:lnTo>
                  <a:pt x="442" y="5"/>
                </a:lnTo>
                <a:lnTo>
                  <a:pt x="453" y="7"/>
                </a:lnTo>
                <a:lnTo>
                  <a:pt x="465" y="9"/>
                </a:lnTo>
                <a:lnTo>
                  <a:pt x="476" y="12"/>
                </a:lnTo>
                <a:lnTo>
                  <a:pt x="487" y="14"/>
                </a:lnTo>
                <a:lnTo>
                  <a:pt x="498" y="18"/>
                </a:lnTo>
                <a:lnTo>
                  <a:pt x="509" y="21"/>
                </a:lnTo>
                <a:lnTo>
                  <a:pt x="520" y="24"/>
                </a:lnTo>
                <a:lnTo>
                  <a:pt x="530" y="28"/>
                </a:lnTo>
                <a:lnTo>
                  <a:pt x="541" y="32"/>
                </a:lnTo>
                <a:lnTo>
                  <a:pt x="551" y="37"/>
                </a:lnTo>
                <a:lnTo>
                  <a:pt x="561" y="41"/>
                </a:lnTo>
                <a:lnTo>
                  <a:pt x="571" y="46"/>
                </a:lnTo>
                <a:lnTo>
                  <a:pt x="581" y="51"/>
                </a:lnTo>
                <a:lnTo>
                  <a:pt x="591" y="57"/>
                </a:lnTo>
                <a:lnTo>
                  <a:pt x="600" y="62"/>
                </a:lnTo>
                <a:lnTo>
                  <a:pt x="609" y="68"/>
                </a:lnTo>
                <a:lnTo>
                  <a:pt x="618" y="74"/>
                </a:lnTo>
                <a:lnTo>
                  <a:pt x="627" y="81"/>
                </a:lnTo>
                <a:lnTo>
                  <a:pt x="635" y="87"/>
                </a:lnTo>
                <a:lnTo>
                  <a:pt x="643" y="94"/>
                </a:lnTo>
                <a:lnTo>
                  <a:pt x="651" y="101"/>
                </a:lnTo>
                <a:lnTo>
                  <a:pt x="659" y="108"/>
                </a:lnTo>
                <a:lnTo>
                  <a:pt x="666" y="115"/>
                </a:lnTo>
                <a:lnTo>
                  <a:pt x="673" y="123"/>
                </a:lnTo>
                <a:lnTo>
                  <a:pt x="680" y="130"/>
                </a:lnTo>
                <a:lnTo>
                  <a:pt x="686" y="138"/>
                </a:lnTo>
                <a:lnTo>
                  <a:pt x="692" y="146"/>
                </a:lnTo>
                <a:lnTo>
                  <a:pt x="698" y="154"/>
                </a:lnTo>
                <a:lnTo>
                  <a:pt x="703" y="163"/>
                </a:lnTo>
                <a:lnTo>
                  <a:pt x="708" y="171"/>
                </a:lnTo>
                <a:lnTo>
                  <a:pt x="713" y="180"/>
                </a:lnTo>
                <a:lnTo>
                  <a:pt x="718" y="188"/>
                </a:lnTo>
                <a:lnTo>
                  <a:pt x="722" y="197"/>
                </a:lnTo>
                <a:lnTo>
                  <a:pt x="726" y="206"/>
                </a:lnTo>
                <a:lnTo>
                  <a:pt x="729" y="215"/>
                </a:lnTo>
                <a:lnTo>
                  <a:pt x="732" y="224"/>
                </a:lnTo>
                <a:lnTo>
                  <a:pt x="735" y="233"/>
                </a:lnTo>
                <a:lnTo>
                  <a:pt x="737" y="243"/>
                </a:lnTo>
                <a:lnTo>
                  <a:pt x="739" y="252"/>
                </a:lnTo>
                <a:lnTo>
                  <a:pt x="741" y="262"/>
                </a:lnTo>
                <a:lnTo>
                  <a:pt x="742" y="271"/>
                </a:lnTo>
                <a:lnTo>
                  <a:pt x="743" y="280"/>
                </a:lnTo>
                <a:lnTo>
                  <a:pt x="744" y="290"/>
                </a:lnTo>
                <a:lnTo>
                  <a:pt x="744" y="299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" name=""/>
          <p:cNvSpPr/>
          <p:nvPr/>
        </p:nvSpPr>
        <p:spPr>
          <a:xfrm>
            <a:off x="2725200" y="1737360"/>
            <a:ext cx="269280" cy="216360"/>
          </a:xfrm>
          <a:custGeom>
            <a:avLst/>
            <a:gdLst/>
            <a:ahLst/>
            <a:rect l="0" t="0" r="r" b="b"/>
            <a:pathLst>
              <a:path w="748" h="601">
                <a:moveTo>
                  <a:pt x="746" y="301"/>
                </a:moveTo>
                <a:lnTo>
                  <a:pt x="746" y="292"/>
                </a:lnTo>
                <a:lnTo>
                  <a:pt x="745" y="282"/>
                </a:lnTo>
                <a:lnTo>
                  <a:pt x="744" y="272"/>
                </a:lnTo>
                <a:lnTo>
                  <a:pt x="743" y="263"/>
                </a:lnTo>
                <a:lnTo>
                  <a:pt x="741" y="253"/>
                </a:lnTo>
                <a:lnTo>
                  <a:pt x="739" y="244"/>
                </a:lnTo>
                <a:lnTo>
                  <a:pt x="737" y="235"/>
                </a:lnTo>
                <a:lnTo>
                  <a:pt x="734" y="226"/>
                </a:lnTo>
                <a:lnTo>
                  <a:pt x="731" y="217"/>
                </a:lnTo>
                <a:lnTo>
                  <a:pt x="728" y="208"/>
                </a:lnTo>
                <a:lnTo>
                  <a:pt x="724" y="199"/>
                </a:lnTo>
                <a:lnTo>
                  <a:pt x="720" y="190"/>
                </a:lnTo>
                <a:lnTo>
                  <a:pt x="715" y="182"/>
                </a:lnTo>
                <a:lnTo>
                  <a:pt x="710" y="173"/>
                </a:lnTo>
                <a:lnTo>
                  <a:pt x="705" y="165"/>
                </a:lnTo>
                <a:lnTo>
                  <a:pt x="700" y="156"/>
                </a:lnTo>
                <a:lnTo>
                  <a:pt x="694" y="148"/>
                </a:lnTo>
                <a:lnTo>
                  <a:pt x="688" y="140"/>
                </a:lnTo>
                <a:lnTo>
                  <a:pt x="682" y="132"/>
                </a:lnTo>
                <a:lnTo>
                  <a:pt x="675" y="125"/>
                </a:lnTo>
                <a:lnTo>
                  <a:pt x="668" y="117"/>
                </a:lnTo>
                <a:lnTo>
                  <a:pt x="661" y="110"/>
                </a:lnTo>
                <a:lnTo>
                  <a:pt x="653" y="103"/>
                </a:lnTo>
                <a:lnTo>
                  <a:pt x="645" y="96"/>
                </a:lnTo>
                <a:lnTo>
                  <a:pt x="637" y="89"/>
                </a:lnTo>
                <a:lnTo>
                  <a:pt x="629" y="83"/>
                </a:lnTo>
                <a:lnTo>
                  <a:pt x="620" y="76"/>
                </a:lnTo>
                <a:lnTo>
                  <a:pt x="611" y="70"/>
                </a:lnTo>
                <a:lnTo>
                  <a:pt x="602" y="64"/>
                </a:lnTo>
                <a:lnTo>
                  <a:pt x="593" y="59"/>
                </a:lnTo>
                <a:lnTo>
                  <a:pt x="583" y="53"/>
                </a:lnTo>
                <a:lnTo>
                  <a:pt x="573" y="48"/>
                </a:lnTo>
                <a:lnTo>
                  <a:pt x="563" y="43"/>
                </a:lnTo>
                <a:lnTo>
                  <a:pt x="553" y="39"/>
                </a:lnTo>
                <a:lnTo>
                  <a:pt x="543" y="34"/>
                </a:lnTo>
                <a:lnTo>
                  <a:pt x="532" y="30"/>
                </a:lnTo>
                <a:lnTo>
                  <a:pt x="522" y="26"/>
                </a:lnTo>
                <a:lnTo>
                  <a:pt x="511" y="23"/>
                </a:lnTo>
                <a:lnTo>
                  <a:pt x="500" y="20"/>
                </a:lnTo>
                <a:lnTo>
                  <a:pt x="489" y="16"/>
                </a:lnTo>
                <a:lnTo>
                  <a:pt x="478" y="14"/>
                </a:lnTo>
                <a:lnTo>
                  <a:pt x="467" y="11"/>
                </a:lnTo>
                <a:lnTo>
                  <a:pt x="455" y="9"/>
                </a:lnTo>
                <a:lnTo>
                  <a:pt x="444" y="7"/>
                </a:lnTo>
                <a:lnTo>
                  <a:pt x="432" y="6"/>
                </a:lnTo>
                <a:lnTo>
                  <a:pt x="421" y="4"/>
                </a:lnTo>
                <a:lnTo>
                  <a:pt x="409" y="3"/>
                </a:lnTo>
                <a:lnTo>
                  <a:pt x="398" y="2"/>
                </a:lnTo>
                <a:lnTo>
                  <a:pt x="386" y="2"/>
                </a:lnTo>
                <a:lnTo>
                  <a:pt x="374" y="2"/>
                </a:lnTo>
                <a:lnTo>
                  <a:pt x="363" y="2"/>
                </a:lnTo>
                <a:lnTo>
                  <a:pt x="351" y="2"/>
                </a:lnTo>
                <a:lnTo>
                  <a:pt x="339" y="3"/>
                </a:lnTo>
                <a:lnTo>
                  <a:pt x="328" y="4"/>
                </a:lnTo>
                <a:lnTo>
                  <a:pt x="316" y="6"/>
                </a:lnTo>
                <a:lnTo>
                  <a:pt x="305" y="7"/>
                </a:lnTo>
                <a:lnTo>
                  <a:pt x="293" y="9"/>
                </a:lnTo>
                <a:lnTo>
                  <a:pt x="282" y="11"/>
                </a:lnTo>
                <a:lnTo>
                  <a:pt x="270" y="14"/>
                </a:lnTo>
                <a:lnTo>
                  <a:pt x="259" y="16"/>
                </a:lnTo>
                <a:lnTo>
                  <a:pt x="248" y="20"/>
                </a:lnTo>
                <a:lnTo>
                  <a:pt x="237" y="23"/>
                </a:lnTo>
                <a:lnTo>
                  <a:pt x="226" y="26"/>
                </a:lnTo>
                <a:lnTo>
                  <a:pt x="215" y="30"/>
                </a:lnTo>
                <a:lnTo>
                  <a:pt x="205" y="34"/>
                </a:lnTo>
                <a:lnTo>
                  <a:pt x="194" y="39"/>
                </a:lnTo>
                <a:lnTo>
                  <a:pt x="184" y="43"/>
                </a:lnTo>
                <a:lnTo>
                  <a:pt x="174" y="48"/>
                </a:lnTo>
                <a:lnTo>
                  <a:pt x="165" y="53"/>
                </a:lnTo>
                <a:lnTo>
                  <a:pt x="155" y="59"/>
                </a:lnTo>
                <a:lnTo>
                  <a:pt x="146" y="64"/>
                </a:lnTo>
                <a:lnTo>
                  <a:pt x="137" y="70"/>
                </a:lnTo>
                <a:lnTo>
                  <a:pt x="128" y="76"/>
                </a:lnTo>
                <a:lnTo>
                  <a:pt x="119" y="83"/>
                </a:lnTo>
                <a:lnTo>
                  <a:pt x="111" y="89"/>
                </a:lnTo>
                <a:lnTo>
                  <a:pt x="103" y="96"/>
                </a:lnTo>
                <a:lnTo>
                  <a:pt x="95" y="103"/>
                </a:lnTo>
                <a:lnTo>
                  <a:pt x="87" y="110"/>
                </a:lnTo>
                <a:lnTo>
                  <a:pt x="80" y="117"/>
                </a:lnTo>
                <a:lnTo>
                  <a:pt x="73" y="125"/>
                </a:lnTo>
                <a:lnTo>
                  <a:pt x="66" y="132"/>
                </a:lnTo>
                <a:lnTo>
                  <a:pt x="60" y="140"/>
                </a:lnTo>
                <a:lnTo>
                  <a:pt x="54" y="148"/>
                </a:lnTo>
                <a:lnTo>
                  <a:pt x="48" y="156"/>
                </a:lnTo>
                <a:lnTo>
                  <a:pt x="42" y="165"/>
                </a:lnTo>
                <a:lnTo>
                  <a:pt x="37" y="173"/>
                </a:lnTo>
                <a:lnTo>
                  <a:pt x="32" y="182"/>
                </a:lnTo>
                <a:lnTo>
                  <a:pt x="28" y="190"/>
                </a:lnTo>
                <a:lnTo>
                  <a:pt x="24" y="199"/>
                </a:lnTo>
                <a:lnTo>
                  <a:pt x="20" y="208"/>
                </a:lnTo>
                <a:lnTo>
                  <a:pt x="17" y="217"/>
                </a:lnTo>
                <a:lnTo>
                  <a:pt x="14" y="226"/>
                </a:lnTo>
                <a:lnTo>
                  <a:pt x="11" y="235"/>
                </a:lnTo>
                <a:lnTo>
                  <a:pt x="9" y="244"/>
                </a:lnTo>
                <a:lnTo>
                  <a:pt x="7" y="253"/>
                </a:lnTo>
                <a:lnTo>
                  <a:pt x="5" y="263"/>
                </a:lnTo>
                <a:lnTo>
                  <a:pt x="4" y="272"/>
                </a:lnTo>
                <a:lnTo>
                  <a:pt x="3" y="282"/>
                </a:lnTo>
                <a:lnTo>
                  <a:pt x="2" y="292"/>
                </a:lnTo>
                <a:lnTo>
                  <a:pt x="2" y="301"/>
                </a:lnTo>
                <a:lnTo>
                  <a:pt x="2" y="310"/>
                </a:lnTo>
                <a:lnTo>
                  <a:pt x="3" y="320"/>
                </a:lnTo>
                <a:lnTo>
                  <a:pt x="4" y="329"/>
                </a:lnTo>
                <a:lnTo>
                  <a:pt x="5" y="338"/>
                </a:lnTo>
                <a:lnTo>
                  <a:pt x="7" y="348"/>
                </a:lnTo>
                <a:lnTo>
                  <a:pt x="9" y="357"/>
                </a:lnTo>
                <a:lnTo>
                  <a:pt x="11" y="366"/>
                </a:lnTo>
                <a:lnTo>
                  <a:pt x="14" y="375"/>
                </a:lnTo>
                <a:lnTo>
                  <a:pt x="17" y="384"/>
                </a:lnTo>
                <a:lnTo>
                  <a:pt x="20" y="393"/>
                </a:lnTo>
                <a:lnTo>
                  <a:pt x="24" y="402"/>
                </a:lnTo>
                <a:lnTo>
                  <a:pt x="28" y="411"/>
                </a:lnTo>
                <a:lnTo>
                  <a:pt x="32" y="419"/>
                </a:lnTo>
                <a:lnTo>
                  <a:pt x="37" y="428"/>
                </a:lnTo>
                <a:lnTo>
                  <a:pt x="42" y="436"/>
                </a:lnTo>
                <a:lnTo>
                  <a:pt x="48" y="445"/>
                </a:lnTo>
                <a:lnTo>
                  <a:pt x="54" y="453"/>
                </a:lnTo>
                <a:lnTo>
                  <a:pt x="60" y="461"/>
                </a:lnTo>
                <a:lnTo>
                  <a:pt x="66" y="469"/>
                </a:lnTo>
                <a:lnTo>
                  <a:pt x="73" y="476"/>
                </a:lnTo>
                <a:lnTo>
                  <a:pt x="80" y="484"/>
                </a:lnTo>
                <a:lnTo>
                  <a:pt x="87" y="491"/>
                </a:lnTo>
                <a:lnTo>
                  <a:pt x="95" y="498"/>
                </a:lnTo>
                <a:lnTo>
                  <a:pt x="103" y="505"/>
                </a:lnTo>
                <a:lnTo>
                  <a:pt x="111" y="512"/>
                </a:lnTo>
                <a:lnTo>
                  <a:pt x="119" y="518"/>
                </a:lnTo>
                <a:lnTo>
                  <a:pt x="128" y="525"/>
                </a:lnTo>
                <a:lnTo>
                  <a:pt x="137" y="531"/>
                </a:lnTo>
                <a:lnTo>
                  <a:pt x="146" y="537"/>
                </a:lnTo>
                <a:lnTo>
                  <a:pt x="155" y="542"/>
                </a:lnTo>
                <a:lnTo>
                  <a:pt x="165" y="548"/>
                </a:lnTo>
                <a:lnTo>
                  <a:pt x="174" y="553"/>
                </a:lnTo>
                <a:lnTo>
                  <a:pt x="184" y="558"/>
                </a:lnTo>
                <a:lnTo>
                  <a:pt x="194" y="562"/>
                </a:lnTo>
                <a:lnTo>
                  <a:pt x="205" y="567"/>
                </a:lnTo>
                <a:lnTo>
                  <a:pt x="215" y="571"/>
                </a:lnTo>
                <a:lnTo>
                  <a:pt x="226" y="575"/>
                </a:lnTo>
                <a:lnTo>
                  <a:pt x="237" y="578"/>
                </a:lnTo>
                <a:lnTo>
                  <a:pt x="248" y="582"/>
                </a:lnTo>
                <a:lnTo>
                  <a:pt x="259" y="585"/>
                </a:lnTo>
                <a:lnTo>
                  <a:pt x="270" y="587"/>
                </a:lnTo>
                <a:lnTo>
                  <a:pt x="282" y="590"/>
                </a:lnTo>
                <a:lnTo>
                  <a:pt x="293" y="592"/>
                </a:lnTo>
                <a:lnTo>
                  <a:pt x="305" y="594"/>
                </a:lnTo>
                <a:lnTo>
                  <a:pt x="316" y="596"/>
                </a:lnTo>
                <a:lnTo>
                  <a:pt x="328" y="597"/>
                </a:lnTo>
                <a:lnTo>
                  <a:pt x="339" y="598"/>
                </a:lnTo>
                <a:lnTo>
                  <a:pt x="351" y="599"/>
                </a:lnTo>
                <a:lnTo>
                  <a:pt x="363" y="599"/>
                </a:lnTo>
                <a:lnTo>
                  <a:pt x="374" y="599"/>
                </a:lnTo>
                <a:lnTo>
                  <a:pt x="386" y="599"/>
                </a:lnTo>
                <a:lnTo>
                  <a:pt x="398" y="599"/>
                </a:lnTo>
                <a:lnTo>
                  <a:pt x="409" y="598"/>
                </a:lnTo>
                <a:lnTo>
                  <a:pt x="421" y="597"/>
                </a:lnTo>
                <a:lnTo>
                  <a:pt x="432" y="596"/>
                </a:lnTo>
                <a:lnTo>
                  <a:pt x="444" y="594"/>
                </a:lnTo>
                <a:lnTo>
                  <a:pt x="455" y="592"/>
                </a:lnTo>
                <a:lnTo>
                  <a:pt x="467" y="590"/>
                </a:lnTo>
                <a:lnTo>
                  <a:pt x="478" y="587"/>
                </a:lnTo>
                <a:lnTo>
                  <a:pt x="489" y="585"/>
                </a:lnTo>
                <a:lnTo>
                  <a:pt x="500" y="582"/>
                </a:lnTo>
                <a:lnTo>
                  <a:pt x="511" y="578"/>
                </a:lnTo>
                <a:lnTo>
                  <a:pt x="522" y="575"/>
                </a:lnTo>
                <a:lnTo>
                  <a:pt x="532" y="571"/>
                </a:lnTo>
                <a:lnTo>
                  <a:pt x="543" y="567"/>
                </a:lnTo>
                <a:lnTo>
                  <a:pt x="553" y="562"/>
                </a:lnTo>
                <a:lnTo>
                  <a:pt x="563" y="558"/>
                </a:lnTo>
                <a:lnTo>
                  <a:pt x="573" y="553"/>
                </a:lnTo>
                <a:lnTo>
                  <a:pt x="583" y="548"/>
                </a:lnTo>
                <a:lnTo>
                  <a:pt x="593" y="542"/>
                </a:lnTo>
                <a:lnTo>
                  <a:pt x="602" y="537"/>
                </a:lnTo>
                <a:lnTo>
                  <a:pt x="611" y="531"/>
                </a:lnTo>
                <a:lnTo>
                  <a:pt x="620" y="525"/>
                </a:lnTo>
                <a:lnTo>
                  <a:pt x="629" y="518"/>
                </a:lnTo>
                <a:lnTo>
                  <a:pt x="637" y="512"/>
                </a:lnTo>
                <a:lnTo>
                  <a:pt x="645" y="505"/>
                </a:lnTo>
                <a:lnTo>
                  <a:pt x="653" y="498"/>
                </a:lnTo>
                <a:lnTo>
                  <a:pt x="661" y="491"/>
                </a:lnTo>
                <a:lnTo>
                  <a:pt x="668" y="484"/>
                </a:lnTo>
                <a:lnTo>
                  <a:pt x="675" y="476"/>
                </a:lnTo>
                <a:lnTo>
                  <a:pt x="682" y="469"/>
                </a:lnTo>
                <a:lnTo>
                  <a:pt x="688" y="461"/>
                </a:lnTo>
                <a:lnTo>
                  <a:pt x="694" y="453"/>
                </a:lnTo>
                <a:lnTo>
                  <a:pt x="700" y="445"/>
                </a:lnTo>
                <a:lnTo>
                  <a:pt x="705" y="436"/>
                </a:lnTo>
                <a:lnTo>
                  <a:pt x="710" y="428"/>
                </a:lnTo>
                <a:lnTo>
                  <a:pt x="715" y="419"/>
                </a:lnTo>
                <a:lnTo>
                  <a:pt x="720" y="411"/>
                </a:lnTo>
                <a:lnTo>
                  <a:pt x="724" y="402"/>
                </a:lnTo>
                <a:lnTo>
                  <a:pt x="728" y="393"/>
                </a:lnTo>
                <a:lnTo>
                  <a:pt x="731" y="384"/>
                </a:lnTo>
                <a:lnTo>
                  <a:pt x="734" y="375"/>
                </a:lnTo>
                <a:lnTo>
                  <a:pt x="737" y="366"/>
                </a:lnTo>
                <a:lnTo>
                  <a:pt x="739" y="357"/>
                </a:lnTo>
                <a:lnTo>
                  <a:pt x="741" y="348"/>
                </a:lnTo>
                <a:lnTo>
                  <a:pt x="743" y="338"/>
                </a:lnTo>
                <a:lnTo>
                  <a:pt x="744" y="329"/>
                </a:lnTo>
                <a:lnTo>
                  <a:pt x="745" y="320"/>
                </a:lnTo>
                <a:lnTo>
                  <a:pt x="746" y="310"/>
                </a:lnTo>
                <a:lnTo>
                  <a:pt x="746" y="301"/>
                </a:lnTo>
                <a:moveTo>
                  <a:pt x="748" y="301"/>
                </a:moveTo>
                <a:lnTo>
                  <a:pt x="748" y="310"/>
                </a:lnTo>
                <a:lnTo>
                  <a:pt x="747" y="320"/>
                </a:lnTo>
                <a:lnTo>
                  <a:pt x="746" y="329"/>
                </a:lnTo>
                <a:lnTo>
                  <a:pt x="745" y="339"/>
                </a:lnTo>
                <a:lnTo>
                  <a:pt x="743" y="348"/>
                </a:lnTo>
                <a:lnTo>
                  <a:pt x="741" y="357"/>
                </a:lnTo>
                <a:lnTo>
                  <a:pt x="739" y="367"/>
                </a:lnTo>
                <a:lnTo>
                  <a:pt x="736" y="376"/>
                </a:lnTo>
                <a:lnTo>
                  <a:pt x="733" y="385"/>
                </a:lnTo>
                <a:lnTo>
                  <a:pt x="730" y="394"/>
                </a:lnTo>
                <a:lnTo>
                  <a:pt x="726" y="403"/>
                </a:lnTo>
                <a:lnTo>
                  <a:pt x="722" y="412"/>
                </a:lnTo>
                <a:lnTo>
                  <a:pt x="717" y="420"/>
                </a:lnTo>
                <a:lnTo>
                  <a:pt x="712" y="429"/>
                </a:lnTo>
                <a:lnTo>
                  <a:pt x="707" y="437"/>
                </a:lnTo>
                <a:lnTo>
                  <a:pt x="702" y="446"/>
                </a:lnTo>
                <a:lnTo>
                  <a:pt x="696" y="454"/>
                </a:lnTo>
                <a:lnTo>
                  <a:pt x="690" y="462"/>
                </a:lnTo>
                <a:lnTo>
                  <a:pt x="683" y="470"/>
                </a:lnTo>
                <a:lnTo>
                  <a:pt x="677" y="477"/>
                </a:lnTo>
                <a:lnTo>
                  <a:pt x="670" y="485"/>
                </a:lnTo>
                <a:lnTo>
                  <a:pt x="662" y="492"/>
                </a:lnTo>
                <a:lnTo>
                  <a:pt x="655" y="499"/>
                </a:lnTo>
                <a:lnTo>
                  <a:pt x="647" y="506"/>
                </a:lnTo>
                <a:lnTo>
                  <a:pt x="639" y="513"/>
                </a:lnTo>
                <a:lnTo>
                  <a:pt x="630" y="520"/>
                </a:lnTo>
                <a:lnTo>
                  <a:pt x="621" y="526"/>
                </a:lnTo>
                <a:lnTo>
                  <a:pt x="613" y="532"/>
                </a:lnTo>
                <a:lnTo>
                  <a:pt x="603" y="538"/>
                </a:lnTo>
                <a:lnTo>
                  <a:pt x="594" y="544"/>
                </a:lnTo>
                <a:lnTo>
                  <a:pt x="584" y="549"/>
                </a:lnTo>
                <a:lnTo>
                  <a:pt x="575" y="554"/>
                </a:lnTo>
                <a:lnTo>
                  <a:pt x="565" y="559"/>
                </a:lnTo>
                <a:lnTo>
                  <a:pt x="554" y="564"/>
                </a:lnTo>
                <a:lnTo>
                  <a:pt x="544" y="568"/>
                </a:lnTo>
                <a:lnTo>
                  <a:pt x="533" y="573"/>
                </a:lnTo>
                <a:lnTo>
                  <a:pt x="523" y="576"/>
                </a:lnTo>
                <a:lnTo>
                  <a:pt x="512" y="580"/>
                </a:lnTo>
                <a:lnTo>
                  <a:pt x="501" y="583"/>
                </a:lnTo>
                <a:lnTo>
                  <a:pt x="490" y="586"/>
                </a:lnTo>
                <a:lnTo>
                  <a:pt x="479" y="589"/>
                </a:lnTo>
                <a:lnTo>
                  <a:pt x="467" y="592"/>
                </a:lnTo>
                <a:lnTo>
                  <a:pt x="456" y="594"/>
                </a:lnTo>
                <a:lnTo>
                  <a:pt x="444" y="596"/>
                </a:lnTo>
                <a:lnTo>
                  <a:pt x="433" y="597"/>
                </a:lnTo>
                <a:lnTo>
                  <a:pt x="421" y="599"/>
                </a:lnTo>
                <a:lnTo>
                  <a:pt x="410" y="600"/>
                </a:lnTo>
                <a:lnTo>
                  <a:pt x="398" y="601"/>
                </a:lnTo>
                <a:lnTo>
                  <a:pt x="386" y="601"/>
                </a:lnTo>
                <a:lnTo>
                  <a:pt x="374" y="601"/>
                </a:lnTo>
                <a:lnTo>
                  <a:pt x="363" y="601"/>
                </a:lnTo>
                <a:lnTo>
                  <a:pt x="351" y="601"/>
                </a:lnTo>
                <a:lnTo>
                  <a:pt x="339" y="600"/>
                </a:lnTo>
                <a:lnTo>
                  <a:pt x="328" y="599"/>
                </a:lnTo>
                <a:lnTo>
                  <a:pt x="316" y="597"/>
                </a:lnTo>
                <a:lnTo>
                  <a:pt x="304" y="596"/>
                </a:lnTo>
                <a:lnTo>
                  <a:pt x="293" y="594"/>
                </a:lnTo>
                <a:lnTo>
                  <a:pt x="281" y="592"/>
                </a:lnTo>
                <a:lnTo>
                  <a:pt x="269" y="589"/>
                </a:lnTo>
                <a:lnTo>
                  <a:pt x="258" y="586"/>
                </a:lnTo>
                <a:lnTo>
                  <a:pt x="247" y="583"/>
                </a:lnTo>
                <a:lnTo>
                  <a:pt x="236" y="580"/>
                </a:lnTo>
                <a:lnTo>
                  <a:pt x="225" y="576"/>
                </a:lnTo>
                <a:lnTo>
                  <a:pt x="214" y="573"/>
                </a:lnTo>
                <a:lnTo>
                  <a:pt x="204" y="568"/>
                </a:lnTo>
                <a:lnTo>
                  <a:pt x="193" y="564"/>
                </a:lnTo>
                <a:lnTo>
                  <a:pt x="183" y="559"/>
                </a:lnTo>
                <a:lnTo>
                  <a:pt x="173" y="554"/>
                </a:lnTo>
                <a:lnTo>
                  <a:pt x="163" y="549"/>
                </a:lnTo>
                <a:lnTo>
                  <a:pt x="154" y="544"/>
                </a:lnTo>
                <a:lnTo>
                  <a:pt x="144" y="538"/>
                </a:lnTo>
                <a:lnTo>
                  <a:pt x="135" y="532"/>
                </a:lnTo>
                <a:lnTo>
                  <a:pt x="126" y="526"/>
                </a:lnTo>
                <a:lnTo>
                  <a:pt x="118" y="520"/>
                </a:lnTo>
                <a:lnTo>
                  <a:pt x="109" y="513"/>
                </a:lnTo>
                <a:lnTo>
                  <a:pt x="101" y="506"/>
                </a:lnTo>
                <a:lnTo>
                  <a:pt x="93" y="499"/>
                </a:lnTo>
                <a:lnTo>
                  <a:pt x="85" y="492"/>
                </a:lnTo>
                <a:lnTo>
                  <a:pt x="78" y="485"/>
                </a:lnTo>
                <a:lnTo>
                  <a:pt x="71" y="477"/>
                </a:lnTo>
                <a:lnTo>
                  <a:pt x="64" y="470"/>
                </a:lnTo>
                <a:lnTo>
                  <a:pt x="58" y="462"/>
                </a:lnTo>
                <a:lnTo>
                  <a:pt x="52" y="454"/>
                </a:lnTo>
                <a:lnTo>
                  <a:pt x="46" y="446"/>
                </a:lnTo>
                <a:lnTo>
                  <a:pt x="40" y="437"/>
                </a:lnTo>
                <a:lnTo>
                  <a:pt x="35" y="429"/>
                </a:lnTo>
                <a:lnTo>
                  <a:pt x="30" y="420"/>
                </a:lnTo>
                <a:lnTo>
                  <a:pt x="26" y="412"/>
                </a:lnTo>
                <a:lnTo>
                  <a:pt x="22" y="403"/>
                </a:lnTo>
                <a:lnTo>
                  <a:pt x="18" y="394"/>
                </a:lnTo>
                <a:lnTo>
                  <a:pt x="14" y="385"/>
                </a:lnTo>
                <a:lnTo>
                  <a:pt x="11" y="376"/>
                </a:lnTo>
                <a:lnTo>
                  <a:pt x="9" y="367"/>
                </a:lnTo>
                <a:lnTo>
                  <a:pt x="6" y="357"/>
                </a:lnTo>
                <a:lnTo>
                  <a:pt x="4" y="348"/>
                </a:lnTo>
                <a:lnTo>
                  <a:pt x="3" y="339"/>
                </a:lnTo>
                <a:lnTo>
                  <a:pt x="1" y="329"/>
                </a:lnTo>
                <a:lnTo>
                  <a:pt x="0" y="320"/>
                </a:lnTo>
                <a:lnTo>
                  <a:pt x="0" y="310"/>
                </a:lnTo>
                <a:lnTo>
                  <a:pt x="0" y="301"/>
                </a:lnTo>
                <a:lnTo>
                  <a:pt x="0" y="292"/>
                </a:lnTo>
                <a:lnTo>
                  <a:pt x="0" y="282"/>
                </a:lnTo>
                <a:lnTo>
                  <a:pt x="1" y="272"/>
                </a:lnTo>
                <a:lnTo>
                  <a:pt x="3" y="262"/>
                </a:lnTo>
                <a:lnTo>
                  <a:pt x="4" y="253"/>
                </a:lnTo>
                <a:lnTo>
                  <a:pt x="6" y="244"/>
                </a:lnTo>
                <a:lnTo>
                  <a:pt x="9" y="235"/>
                </a:lnTo>
                <a:lnTo>
                  <a:pt x="11" y="225"/>
                </a:lnTo>
                <a:lnTo>
                  <a:pt x="14" y="216"/>
                </a:lnTo>
                <a:lnTo>
                  <a:pt x="18" y="207"/>
                </a:lnTo>
                <a:lnTo>
                  <a:pt x="22" y="198"/>
                </a:lnTo>
                <a:lnTo>
                  <a:pt x="26" y="190"/>
                </a:lnTo>
                <a:lnTo>
                  <a:pt x="30" y="181"/>
                </a:lnTo>
                <a:lnTo>
                  <a:pt x="35" y="172"/>
                </a:lnTo>
                <a:lnTo>
                  <a:pt x="40" y="164"/>
                </a:lnTo>
                <a:lnTo>
                  <a:pt x="46" y="156"/>
                </a:lnTo>
                <a:lnTo>
                  <a:pt x="52" y="147"/>
                </a:lnTo>
                <a:lnTo>
                  <a:pt x="58" y="139"/>
                </a:lnTo>
                <a:lnTo>
                  <a:pt x="64" y="131"/>
                </a:lnTo>
                <a:lnTo>
                  <a:pt x="71" y="124"/>
                </a:lnTo>
                <a:lnTo>
                  <a:pt x="78" y="116"/>
                </a:lnTo>
                <a:lnTo>
                  <a:pt x="85" y="109"/>
                </a:lnTo>
                <a:lnTo>
                  <a:pt x="93" y="102"/>
                </a:lnTo>
                <a:lnTo>
                  <a:pt x="101" y="95"/>
                </a:lnTo>
                <a:lnTo>
                  <a:pt x="109" y="88"/>
                </a:lnTo>
                <a:lnTo>
                  <a:pt x="118" y="81"/>
                </a:lnTo>
                <a:lnTo>
                  <a:pt x="126" y="75"/>
                </a:lnTo>
                <a:lnTo>
                  <a:pt x="135" y="69"/>
                </a:lnTo>
                <a:lnTo>
                  <a:pt x="144" y="63"/>
                </a:lnTo>
                <a:lnTo>
                  <a:pt x="154" y="57"/>
                </a:lnTo>
                <a:lnTo>
                  <a:pt x="163" y="52"/>
                </a:lnTo>
                <a:lnTo>
                  <a:pt x="173" y="47"/>
                </a:lnTo>
                <a:lnTo>
                  <a:pt x="183" y="42"/>
                </a:lnTo>
                <a:lnTo>
                  <a:pt x="193" y="37"/>
                </a:lnTo>
                <a:lnTo>
                  <a:pt x="204" y="33"/>
                </a:lnTo>
                <a:lnTo>
                  <a:pt x="214" y="29"/>
                </a:lnTo>
                <a:lnTo>
                  <a:pt x="225" y="25"/>
                </a:lnTo>
                <a:lnTo>
                  <a:pt x="236" y="21"/>
                </a:lnTo>
                <a:lnTo>
                  <a:pt x="247" y="18"/>
                </a:lnTo>
                <a:lnTo>
                  <a:pt x="258" y="15"/>
                </a:lnTo>
                <a:lnTo>
                  <a:pt x="269" y="12"/>
                </a:lnTo>
                <a:lnTo>
                  <a:pt x="281" y="9"/>
                </a:lnTo>
                <a:lnTo>
                  <a:pt x="293" y="7"/>
                </a:lnTo>
                <a:lnTo>
                  <a:pt x="304" y="5"/>
                </a:lnTo>
                <a:lnTo>
                  <a:pt x="316" y="4"/>
                </a:lnTo>
                <a:lnTo>
                  <a:pt x="328" y="2"/>
                </a:lnTo>
                <a:lnTo>
                  <a:pt x="339" y="1"/>
                </a:lnTo>
                <a:lnTo>
                  <a:pt x="351" y="1"/>
                </a:lnTo>
                <a:lnTo>
                  <a:pt x="363" y="0"/>
                </a:lnTo>
                <a:lnTo>
                  <a:pt x="374" y="0"/>
                </a:lnTo>
                <a:lnTo>
                  <a:pt x="386" y="0"/>
                </a:lnTo>
                <a:lnTo>
                  <a:pt x="398" y="1"/>
                </a:lnTo>
                <a:lnTo>
                  <a:pt x="410" y="1"/>
                </a:lnTo>
                <a:lnTo>
                  <a:pt x="421" y="2"/>
                </a:lnTo>
                <a:lnTo>
                  <a:pt x="433" y="4"/>
                </a:lnTo>
                <a:lnTo>
                  <a:pt x="444" y="5"/>
                </a:lnTo>
                <a:lnTo>
                  <a:pt x="456" y="7"/>
                </a:lnTo>
                <a:lnTo>
                  <a:pt x="467" y="9"/>
                </a:lnTo>
                <a:lnTo>
                  <a:pt x="479" y="12"/>
                </a:lnTo>
                <a:lnTo>
                  <a:pt x="490" y="15"/>
                </a:lnTo>
                <a:lnTo>
                  <a:pt x="501" y="18"/>
                </a:lnTo>
                <a:lnTo>
                  <a:pt x="512" y="21"/>
                </a:lnTo>
                <a:lnTo>
                  <a:pt x="523" y="25"/>
                </a:lnTo>
                <a:lnTo>
                  <a:pt x="533" y="29"/>
                </a:lnTo>
                <a:lnTo>
                  <a:pt x="544" y="33"/>
                </a:lnTo>
                <a:lnTo>
                  <a:pt x="554" y="37"/>
                </a:lnTo>
                <a:lnTo>
                  <a:pt x="565" y="42"/>
                </a:lnTo>
                <a:lnTo>
                  <a:pt x="575" y="47"/>
                </a:lnTo>
                <a:lnTo>
                  <a:pt x="584" y="52"/>
                </a:lnTo>
                <a:lnTo>
                  <a:pt x="594" y="57"/>
                </a:lnTo>
                <a:lnTo>
                  <a:pt x="603" y="63"/>
                </a:lnTo>
                <a:lnTo>
                  <a:pt x="613" y="69"/>
                </a:lnTo>
                <a:lnTo>
                  <a:pt x="621" y="75"/>
                </a:lnTo>
                <a:lnTo>
                  <a:pt x="630" y="81"/>
                </a:lnTo>
                <a:lnTo>
                  <a:pt x="639" y="88"/>
                </a:lnTo>
                <a:lnTo>
                  <a:pt x="647" y="95"/>
                </a:lnTo>
                <a:lnTo>
                  <a:pt x="655" y="102"/>
                </a:lnTo>
                <a:lnTo>
                  <a:pt x="662" y="109"/>
                </a:lnTo>
                <a:lnTo>
                  <a:pt x="670" y="116"/>
                </a:lnTo>
                <a:lnTo>
                  <a:pt x="677" y="124"/>
                </a:lnTo>
                <a:lnTo>
                  <a:pt x="683" y="131"/>
                </a:lnTo>
                <a:lnTo>
                  <a:pt x="690" y="139"/>
                </a:lnTo>
                <a:lnTo>
                  <a:pt x="696" y="147"/>
                </a:lnTo>
                <a:lnTo>
                  <a:pt x="702" y="156"/>
                </a:lnTo>
                <a:lnTo>
                  <a:pt x="707" y="164"/>
                </a:lnTo>
                <a:lnTo>
                  <a:pt x="712" y="172"/>
                </a:lnTo>
                <a:lnTo>
                  <a:pt x="717" y="181"/>
                </a:lnTo>
                <a:lnTo>
                  <a:pt x="722" y="190"/>
                </a:lnTo>
                <a:lnTo>
                  <a:pt x="726" y="198"/>
                </a:lnTo>
                <a:lnTo>
                  <a:pt x="730" y="207"/>
                </a:lnTo>
                <a:lnTo>
                  <a:pt x="733" y="216"/>
                </a:lnTo>
                <a:lnTo>
                  <a:pt x="736" y="225"/>
                </a:lnTo>
                <a:lnTo>
                  <a:pt x="739" y="235"/>
                </a:lnTo>
                <a:lnTo>
                  <a:pt x="741" y="244"/>
                </a:lnTo>
                <a:lnTo>
                  <a:pt x="743" y="253"/>
                </a:lnTo>
                <a:lnTo>
                  <a:pt x="745" y="262"/>
                </a:lnTo>
                <a:lnTo>
                  <a:pt x="746" y="272"/>
                </a:lnTo>
                <a:lnTo>
                  <a:pt x="747" y="282"/>
                </a:lnTo>
                <a:lnTo>
                  <a:pt x="748" y="292"/>
                </a:lnTo>
                <a:lnTo>
                  <a:pt x="748" y="301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" name=""/>
          <p:cNvSpPr/>
          <p:nvPr/>
        </p:nvSpPr>
        <p:spPr>
          <a:xfrm>
            <a:off x="2723400" y="1735920"/>
            <a:ext cx="272880" cy="219240"/>
          </a:xfrm>
          <a:custGeom>
            <a:avLst/>
            <a:gdLst/>
            <a:ahLst/>
            <a:rect l="0" t="0" r="r" b="b"/>
            <a:pathLst>
              <a:path w="758" h="609">
                <a:moveTo>
                  <a:pt x="753" y="304"/>
                </a:moveTo>
                <a:lnTo>
                  <a:pt x="753" y="295"/>
                </a:lnTo>
                <a:lnTo>
                  <a:pt x="752" y="285"/>
                </a:lnTo>
                <a:lnTo>
                  <a:pt x="751" y="276"/>
                </a:lnTo>
                <a:lnTo>
                  <a:pt x="750" y="266"/>
                </a:lnTo>
                <a:lnTo>
                  <a:pt x="748" y="257"/>
                </a:lnTo>
                <a:lnTo>
                  <a:pt x="746" y="248"/>
                </a:lnTo>
                <a:lnTo>
                  <a:pt x="744" y="239"/>
                </a:lnTo>
                <a:lnTo>
                  <a:pt x="741" y="229"/>
                </a:lnTo>
                <a:lnTo>
                  <a:pt x="738" y="220"/>
                </a:lnTo>
                <a:lnTo>
                  <a:pt x="735" y="211"/>
                </a:lnTo>
                <a:lnTo>
                  <a:pt x="731" y="202"/>
                </a:lnTo>
                <a:lnTo>
                  <a:pt x="727" y="194"/>
                </a:lnTo>
                <a:lnTo>
                  <a:pt x="722" y="185"/>
                </a:lnTo>
                <a:lnTo>
                  <a:pt x="717" y="176"/>
                </a:lnTo>
                <a:lnTo>
                  <a:pt x="712" y="168"/>
                </a:lnTo>
                <a:lnTo>
                  <a:pt x="707" y="160"/>
                </a:lnTo>
                <a:lnTo>
                  <a:pt x="701" y="151"/>
                </a:lnTo>
                <a:lnTo>
                  <a:pt x="695" y="143"/>
                </a:lnTo>
                <a:lnTo>
                  <a:pt x="688" y="135"/>
                </a:lnTo>
                <a:lnTo>
                  <a:pt x="682" y="128"/>
                </a:lnTo>
                <a:lnTo>
                  <a:pt x="675" y="120"/>
                </a:lnTo>
                <a:lnTo>
                  <a:pt x="667" y="113"/>
                </a:lnTo>
                <a:lnTo>
                  <a:pt x="660" y="106"/>
                </a:lnTo>
                <a:lnTo>
                  <a:pt x="652" y="99"/>
                </a:lnTo>
                <a:lnTo>
                  <a:pt x="644" y="92"/>
                </a:lnTo>
                <a:lnTo>
                  <a:pt x="635" y="85"/>
                </a:lnTo>
                <a:lnTo>
                  <a:pt x="626" y="79"/>
                </a:lnTo>
                <a:lnTo>
                  <a:pt x="618" y="73"/>
                </a:lnTo>
                <a:lnTo>
                  <a:pt x="608" y="67"/>
                </a:lnTo>
                <a:lnTo>
                  <a:pt x="599" y="61"/>
                </a:lnTo>
                <a:lnTo>
                  <a:pt x="589" y="56"/>
                </a:lnTo>
                <a:lnTo>
                  <a:pt x="580" y="51"/>
                </a:lnTo>
                <a:lnTo>
                  <a:pt x="570" y="46"/>
                </a:lnTo>
                <a:lnTo>
                  <a:pt x="559" y="41"/>
                </a:lnTo>
                <a:lnTo>
                  <a:pt x="549" y="37"/>
                </a:lnTo>
                <a:lnTo>
                  <a:pt x="538" y="33"/>
                </a:lnTo>
                <a:lnTo>
                  <a:pt x="528" y="29"/>
                </a:lnTo>
                <a:lnTo>
                  <a:pt x="517" y="25"/>
                </a:lnTo>
                <a:lnTo>
                  <a:pt x="506" y="22"/>
                </a:lnTo>
                <a:lnTo>
                  <a:pt x="495" y="19"/>
                </a:lnTo>
                <a:lnTo>
                  <a:pt x="484" y="16"/>
                </a:lnTo>
                <a:lnTo>
                  <a:pt x="472" y="13"/>
                </a:lnTo>
                <a:lnTo>
                  <a:pt x="461" y="11"/>
                </a:lnTo>
                <a:lnTo>
                  <a:pt x="449" y="9"/>
                </a:lnTo>
                <a:lnTo>
                  <a:pt x="438" y="8"/>
                </a:lnTo>
                <a:lnTo>
                  <a:pt x="426" y="6"/>
                </a:lnTo>
                <a:lnTo>
                  <a:pt x="415" y="5"/>
                </a:lnTo>
                <a:lnTo>
                  <a:pt x="403" y="5"/>
                </a:lnTo>
                <a:lnTo>
                  <a:pt x="391" y="4"/>
                </a:lnTo>
                <a:lnTo>
                  <a:pt x="379" y="4"/>
                </a:lnTo>
                <a:lnTo>
                  <a:pt x="367" y="4"/>
                </a:lnTo>
                <a:lnTo>
                  <a:pt x="355" y="5"/>
                </a:lnTo>
                <a:lnTo>
                  <a:pt x="343" y="5"/>
                </a:lnTo>
                <a:lnTo>
                  <a:pt x="332" y="6"/>
                </a:lnTo>
                <a:lnTo>
                  <a:pt x="320" y="8"/>
                </a:lnTo>
                <a:lnTo>
                  <a:pt x="308" y="9"/>
                </a:lnTo>
                <a:lnTo>
                  <a:pt x="297" y="11"/>
                </a:lnTo>
                <a:lnTo>
                  <a:pt x="285" y="13"/>
                </a:lnTo>
                <a:lnTo>
                  <a:pt x="274" y="16"/>
                </a:lnTo>
                <a:lnTo>
                  <a:pt x="263" y="19"/>
                </a:lnTo>
                <a:lnTo>
                  <a:pt x="252" y="22"/>
                </a:lnTo>
                <a:lnTo>
                  <a:pt x="241" y="25"/>
                </a:lnTo>
                <a:lnTo>
                  <a:pt x="230" y="29"/>
                </a:lnTo>
                <a:lnTo>
                  <a:pt x="219" y="33"/>
                </a:lnTo>
                <a:lnTo>
                  <a:pt x="209" y="37"/>
                </a:lnTo>
                <a:lnTo>
                  <a:pt x="198" y="41"/>
                </a:lnTo>
                <a:lnTo>
                  <a:pt x="188" y="46"/>
                </a:lnTo>
                <a:lnTo>
                  <a:pt x="178" y="51"/>
                </a:lnTo>
                <a:lnTo>
                  <a:pt x="168" y="56"/>
                </a:lnTo>
                <a:lnTo>
                  <a:pt x="159" y="61"/>
                </a:lnTo>
                <a:lnTo>
                  <a:pt x="149" y="67"/>
                </a:lnTo>
                <a:lnTo>
                  <a:pt x="140" y="73"/>
                </a:lnTo>
                <a:lnTo>
                  <a:pt x="131" y="79"/>
                </a:lnTo>
                <a:lnTo>
                  <a:pt x="123" y="85"/>
                </a:lnTo>
                <a:lnTo>
                  <a:pt x="114" y="92"/>
                </a:lnTo>
                <a:lnTo>
                  <a:pt x="106" y="99"/>
                </a:lnTo>
                <a:lnTo>
                  <a:pt x="98" y="106"/>
                </a:lnTo>
                <a:lnTo>
                  <a:pt x="90" y="113"/>
                </a:lnTo>
                <a:lnTo>
                  <a:pt x="83" y="120"/>
                </a:lnTo>
                <a:lnTo>
                  <a:pt x="76" y="128"/>
                </a:lnTo>
                <a:lnTo>
                  <a:pt x="69" y="135"/>
                </a:lnTo>
                <a:lnTo>
                  <a:pt x="63" y="143"/>
                </a:lnTo>
                <a:lnTo>
                  <a:pt x="57" y="151"/>
                </a:lnTo>
                <a:lnTo>
                  <a:pt x="51" y="160"/>
                </a:lnTo>
                <a:lnTo>
                  <a:pt x="45" y="168"/>
                </a:lnTo>
                <a:lnTo>
                  <a:pt x="40" y="176"/>
                </a:lnTo>
                <a:lnTo>
                  <a:pt x="35" y="185"/>
                </a:lnTo>
                <a:lnTo>
                  <a:pt x="31" y="194"/>
                </a:lnTo>
                <a:lnTo>
                  <a:pt x="27" y="202"/>
                </a:lnTo>
                <a:lnTo>
                  <a:pt x="23" y="211"/>
                </a:lnTo>
                <a:lnTo>
                  <a:pt x="19" y="220"/>
                </a:lnTo>
                <a:lnTo>
                  <a:pt x="16" y="229"/>
                </a:lnTo>
                <a:lnTo>
                  <a:pt x="14" y="239"/>
                </a:lnTo>
                <a:lnTo>
                  <a:pt x="11" y="248"/>
                </a:lnTo>
                <a:lnTo>
                  <a:pt x="9" y="257"/>
                </a:lnTo>
                <a:lnTo>
                  <a:pt x="8" y="266"/>
                </a:lnTo>
                <a:lnTo>
                  <a:pt x="6" y="276"/>
                </a:lnTo>
                <a:lnTo>
                  <a:pt x="5" y="285"/>
                </a:lnTo>
                <a:lnTo>
                  <a:pt x="5" y="295"/>
                </a:lnTo>
                <a:lnTo>
                  <a:pt x="5" y="304"/>
                </a:lnTo>
                <a:lnTo>
                  <a:pt x="5" y="313"/>
                </a:lnTo>
                <a:lnTo>
                  <a:pt x="5" y="323"/>
                </a:lnTo>
                <a:lnTo>
                  <a:pt x="6" y="332"/>
                </a:lnTo>
                <a:lnTo>
                  <a:pt x="8" y="343"/>
                </a:lnTo>
                <a:lnTo>
                  <a:pt x="9" y="352"/>
                </a:lnTo>
                <a:lnTo>
                  <a:pt x="11" y="361"/>
                </a:lnTo>
                <a:lnTo>
                  <a:pt x="14" y="371"/>
                </a:lnTo>
                <a:lnTo>
                  <a:pt x="16" y="380"/>
                </a:lnTo>
                <a:lnTo>
                  <a:pt x="19" y="389"/>
                </a:lnTo>
                <a:lnTo>
                  <a:pt x="23" y="398"/>
                </a:lnTo>
                <a:lnTo>
                  <a:pt x="27" y="407"/>
                </a:lnTo>
                <a:lnTo>
                  <a:pt x="31" y="416"/>
                </a:lnTo>
                <a:lnTo>
                  <a:pt x="35" y="424"/>
                </a:lnTo>
                <a:lnTo>
                  <a:pt x="40" y="433"/>
                </a:lnTo>
                <a:lnTo>
                  <a:pt x="45" y="441"/>
                </a:lnTo>
                <a:lnTo>
                  <a:pt x="51" y="450"/>
                </a:lnTo>
                <a:lnTo>
                  <a:pt x="57" y="458"/>
                </a:lnTo>
                <a:lnTo>
                  <a:pt x="63" y="466"/>
                </a:lnTo>
                <a:lnTo>
                  <a:pt x="69" y="474"/>
                </a:lnTo>
                <a:lnTo>
                  <a:pt x="76" y="481"/>
                </a:lnTo>
                <a:lnTo>
                  <a:pt x="83" y="489"/>
                </a:lnTo>
                <a:lnTo>
                  <a:pt x="90" y="496"/>
                </a:lnTo>
                <a:lnTo>
                  <a:pt x="98" y="503"/>
                </a:lnTo>
                <a:lnTo>
                  <a:pt x="106" y="510"/>
                </a:lnTo>
                <a:lnTo>
                  <a:pt x="114" y="517"/>
                </a:lnTo>
                <a:lnTo>
                  <a:pt x="123" y="524"/>
                </a:lnTo>
                <a:lnTo>
                  <a:pt x="131" y="530"/>
                </a:lnTo>
                <a:lnTo>
                  <a:pt x="140" y="536"/>
                </a:lnTo>
                <a:lnTo>
                  <a:pt x="149" y="542"/>
                </a:lnTo>
                <a:lnTo>
                  <a:pt x="159" y="548"/>
                </a:lnTo>
                <a:lnTo>
                  <a:pt x="168" y="553"/>
                </a:lnTo>
                <a:lnTo>
                  <a:pt x="178" y="558"/>
                </a:lnTo>
                <a:lnTo>
                  <a:pt x="188" y="563"/>
                </a:lnTo>
                <a:lnTo>
                  <a:pt x="198" y="568"/>
                </a:lnTo>
                <a:lnTo>
                  <a:pt x="209" y="572"/>
                </a:lnTo>
                <a:lnTo>
                  <a:pt x="219" y="577"/>
                </a:lnTo>
                <a:lnTo>
                  <a:pt x="230" y="580"/>
                </a:lnTo>
                <a:lnTo>
                  <a:pt x="241" y="584"/>
                </a:lnTo>
                <a:lnTo>
                  <a:pt x="252" y="587"/>
                </a:lnTo>
                <a:lnTo>
                  <a:pt x="263" y="590"/>
                </a:lnTo>
                <a:lnTo>
                  <a:pt x="274" y="593"/>
                </a:lnTo>
                <a:lnTo>
                  <a:pt x="285" y="596"/>
                </a:lnTo>
                <a:lnTo>
                  <a:pt x="297" y="598"/>
                </a:lnTo>
                <a:lnTo>
                  <a:pt x="308" y="600"/>
                </a:lnTo>
                <a:lnTo>
                  <a:pt x="320" y="601"/>
                </a:lnTo>
                <a:lnTo>
                  <a:pt x="332" y="603"/>
                </a:lnTo>
                <a:lnTo>
                  <a:pt x="343" y="604"/>
                </a:lnTo>
                <a:lnTo>
                  <a:pt x="355" y="605"/>
                </a:lnTo>
                <a:lnTo>
                  <a:pt x="367" y="605"/>
                </a:lnTo>
                <a:lnTo>
                  <a:pt x="379" y="605"/>
                </a:lnTo>
                <a:lnTo>
                  <a:pt x="391" y="605"/>
                </a:lnTo>
                <a:lnTo>
                  <a:pt x="403" y="605"/>
                </a:lnTo>
                <a:lnTo>
                  <a:pt x="415" y="604"/>
                </a:lnTo>
                <a:lnTo>
                  <a:pt x="426" y="603"/>
                </a:lnTo>
                <a:lnTo>
                  <a:pt x="438" y="601"/>
                </a:lnTo>
                <a:lnTo>
                  <a:pt x="449" y="600"/>
                </a:lnTo>
                <a:lnTo>
                  <a:pt x="461" y="598"/>
                </a:lnTo>
                <a:lnTo>
                  <a:pt x="472" y="596"/>
                </a:lnTo>
                <a:lnTo>
                  <a:pt x="484" y="593"/>
                </a:lnTo>
                <a:lnTo>
                  <a:pt x="495" y="590"/>
                </a:lnTo>
                <a:lnTo>
                  <a:pt x="506" y="587"/>
                </a:lnTo>
                <a:lnTo>
                  <a:pt x="517" y="584"/>
                </a:lnTo>
                <a:lnTo>
                  <a:pt x="528" y="580"/>
                </a:lnTo>
                <a:lnTo>
                  <a:pt x="538" y="577"/>
                </a:lnTo>
                <a:lnTo>
                  <a:pt x="549" y="572"/>
                </a:lnTo>
                <a:lnTo>
                  <a:pt x="559" y="568"/>
                </a:lnTo>
                <a:lnTo>
                  <a:pt x="570" y="563"/>
                </a:lnTo>
                <a:lnTo>
                  <a:pt x="580" y="558"/>
                </a:lnTo>
                <a:lnTo>
                  <a:pt x="589" y="553"/>
                </a:lnTo>
                <a:lnTo>
                  <a:pt x="599" y="548"/>
                </a:lnTo>
                <a:lnTo>
                  <a:pt x="608" y="542"/>
                </a:lnTo>
                <a:lnTo>
                  <a:pt x="618" y="536"/>
                </a:lnTo>
                <a:lnTo>
                  <a:pt x="626" y="530"/>
                </a:lnTo>
                <a:lnTo>
                  <a:pt x="635" y="524"/>
                </a:lnTo>
                <a:lnTo>
                  <a:pt x="644" y="517"/>
                </a:lnTo>
                <a:lnTo>
                  <a:pt x="652" y="510"/>
                </a:lnTo>
                <a:lnTo>
                  <a:pt x="660" y="503"/>
                </a:lnTo>
                <a:lnTo>
                  <a:pt x="667" y="496"/>
                </a:lnTo>
                <a:lnTo>
                  <a:pt x="675" y="489"/>
                </a:lnTo>
                <a:lnTo>
                  <a:pt x="682" y="481"/>
                </a:lnTo>
                <a:lnTo>
                  <a:pt x="688" y="474"/>
                </a:lnTo>
                <a:lnTo>
                  <a:pt x="695" y="466"/>
                </a:lnTo>
                <a:lnTo>
                  <a:pt x="701" y="458"/>
                </a:lnTo>
                <a:lnTo>
                  <a:pt x="707" y="450"/>
                </a:lnTo>
                <a:lnTo>
                  <a:pt x="712" y="441"/>
                </a:lnTo>
                <a:lnTo>
                  <a:pt x="717" y="433"/>
                </a:lnTo>
                <a:lnTo>
                  <a:pt x="722" y="424"/>
                </a:lnTo>
                <a:lnTo>
                  <a:pt x="727" y="416"/>
                </a:lnTo>
                <a:lnTo>
                  <a:pt x="731" y="407"/>
                </a:lnTo>
                <a:lnTo>
                  <a:pt x="735" y="398"/>
                </a:lnTo>
                <a:lnTo>
                  <a:pt x="738" y="389"/>
                </a:lnTo>
                <a:lnTo>
                  <a:pt x="741" y="380"/>
                </a:lnTo>
                <a:lnTo>
                  <a:pt x="744" y="371"/>
                </a:lnTo>
                <a:lnTo>
                  <a:pt x="746" y="361"/>
                </a:lnTo>
                <a:lnTo>
                  <a:pt x="748" y="352"/>
                </a:lnTo>
                <a:lnTo>
                  <a:pt x="750" y="343"/>
                </a:lnTo>
                <a:lnTo>
                  <a:pt x="751" y="332"/>
                </a:lnTo>
                <a:lnTo>
                  <a:pt x="752" y="323"/>
                </a:lnTo>
                <a:lnTo>
                  <a:pt x="753" y="313"/>
                </a:lnTo>
                <a:lnTo>
                  <a:pt x="753" y="304"/>
                </a:lnTo>
                <a:moveTo>
                  <a:pt x="758" y="304"/>
                </a:moveTo>
                <a:lnTo>
                  <a:pt x="757" y="314"/>
                </a:lnTo>
                <a:lnTo>
                  <a:pt x="757" y="323"/>
                </a:lnTo>
                <a:lnTo>
                  <a:pt x="756" y="333"/>
                </a:lnTo>
                <a:lnTo>
                  <a:pt x="755" y="343"/>
                </a:lnTo>
                <a:lnTo>
                  <a:pt x="753" y="353"/>
                </a:lnTo>
                <a:lnTo>
                  <a:pt x="751" y="362"/>
                </a:lnTo>
                <a:lnTo>
                  <a:pt x="749" y="371"/>
                </a:lnTo>
                <a:lnTo>
                  <a:pt x="746" y="381"/>
                </a:lnTo>
                <a:lnTo>
                  <a:pt x="743" y="390"/>
                </a:lnTo>
                <a:lnTo>
                  <a:pt x="739" y="399"/>
                </a:lnTo>
                <a:lnTo>
                  <a:pt x="735" y="408"/>
                </a:lnTo>
                <a:lnTo>
                  <a:pt x="731" y="417"/>
                </a:lnTo>
                <a:lnTo>
                  <a:pt x="727" y="426"/>
                </a:lnTo>
                <a:lnTo>
                  <a:pt x="722" y="434"/>
                </a:lnTo>
                <a:lnTo>
                  <a:pt x="716" y="443"/>
                </a:lnTo>
                <a:lnTo>
                  <a:pt x="711" y="451"/>
                </a:lnTo>
                <a:lnTo>
                  <a:pt x="705" y="460"/>
                </a:lnTo>
                <a:lnTo>
                  <a:pt x="699" y="468"/>
                </a:lnTo>
                <a:lnTo>
                  <a:pt x="692" y="476"/>
                </a:lnTo>
                <a:lnTo>
                  <a:pt x="685" y="484"/>
                </a:lnTo>
                <a:lnTo>
                  <a:pt x="678" y="491"/>
                </a:lnTo>
                <a:lnTo>
                  <a:pt x="671" y="499"/>
                </a:lnTo>
                <a:lnTo>
                  <a:pt x="663" y="506"/>
                </a:lnTo>
                <a:lnTo>
                  <a:pt x="655" y="513"/>
                </a:lnTo>
                <a:lnTo>
                  <a:pt x="647" y="520"/>
                </a:lnTo>
                <a:lnTo>
                  <a:pt x="638" y="526"/>
                </a:lnTo>
                <a:lnTo>
                  <a:pt x="630" y="533"/>
                </a:lnTo>
                <a:lnTo>
                  <a:pt x="621" y="539"/>
                </a:lnTo>
                <a:lnTo>
                  <a:pt x="611" y="545"/>
                </a:lnTo>
                <a:lnTo>
                  <a:pt x="602" y="551"/>
                </a:lnTo>
                <a:lnTo>
                  <a:pt x="592" y="556"/>
                </a:lnTo>
                <a:lnTo>
                  <a:pt x="582" y="562"/>
                </a:lnTo>
                <a:lnTo>
                  <a:pt x="572" y="567"/>
                </a:lnTo>
                <a:lnTo>
                  <a:pt x="562" y="571"/>
                </a:lnTo>
                <a:lnTo>
                  <a:pt x="551" y="576"/>
                </a:lnTo>
                <a:lnTo>
                  <a:pt x="540" y="580"/>
                </a:lnTo>
                <a:lnTo>
                  <a:pt x="530" y="584"/>
                </a:lnTo>
                <a:lnTo>
                  <a:pt x="519" y="587"/>
                </a:lnTo>
                <a:lnTo>
                  <a:pt x="508" y="591"/>
                </a:lnTo>
                <a:lnTo>
                  <a:pt x="496" y="594"/>
                </a:lnTo>
                <a:lnTo>
                  <a:pt x="485" y="597"/>
                </a:lnTo>
                <a:lnTo>
                  <a:pt x="473" y="599"/>
                </a:lnTo>
                <a:lnTo>
                  <a:pt x="462" y="601"/>
                </a:lnTo>
                <a:lnTo>
                  <a:pt x="450" y="603"/>
                </a:lnTo>
                <a:lnTo>
                  <a:pt x="439" y="605"/>
                </a:lnTo>
                <a:lnTo>
                  <a:pt x="427" y="606"/>
                </a:lnTo>
                <a:lnTo>
                  <a:pt x="415" y="607"/>
                </a:lnTo>
                <a:lnTo>
                  <a:pt x="403" y="608"/>
                </a:lnTo>
                <a:lnTo>
                  <a:pt x="391" y="609"/>
                </a:lnTo>
                <a:lnTo>
                  <a:pt x="379" y="609"/>
                </a:lnTo>
                <a:lnTo>
                  <a:pt x="366" y="609"/>
                </a:lnTo>
                <a:lnTo>
                  <a:pt x="355" y="608"/>
                </a:lnTo>
                <a:lnTo>
                  <a:pt x="343" y="607"/>
                </a:lnTo>
                <a:lnTo>
                  <a:pt x="331" y="606"/>
                </a:lnTo>
                <a:lnTo>
                  <a:pt x="319" y="605"/>
                </a:lnTo>
                <a:lnTo>
                  <a:pt x="307" y="603"/>
                </a:lnTo>
                <a:lnTo>
                  <a:pt x="296" y="601"/>
                </a:lnTo>
                <a:lnTo>
                  <a:pt x="284" y="599"/>
                </a:lnTo>
                <a:lnTo>
                  <a:pt x="273" y="597"/>
                </a:lnTo>
                <a:lnTo>
                  <a:pt x="261" y="594"/>
                </a:lnTo>
                <a:lnTo>
                  <a:pt x="250" y="591"/>
                </a:lnTo>
                <a:lnTo>
                  <a:pt x="239" y="587"/>
                </a:lnTo>
                <a:lnTo>
                  <a:pt x="228" y="584"/>
                </a:lnTo>
                <a:lnTo>
                  <a:pt x="217" y="580"/>
                </a:lnTo>
                <a:lnTo>
                  <a:pt x="207" y="576"/>
                </a:lnTo>
                <a:lnTo>
                  <a:pt x="196" y="571"/>
                </a:lnTo>
                <a:lnTo>
                  <a:pt x="186" y="567"/>
                </a:lnTo>
                <a:lnTo>
                  <a:pt x="176" y="562"/>
                </a:lnTo>
                <a:lnTo>
                  <a:pt x="166" y="556"/>
                </a:lnTo>
                <a:lnTo>
                  <a:pt x="156" y="551"/>
                </a:lnTo>
                <a:lnTo>
                  <a:pt x="146" y="545"/>
                </a:lnTo>
                <a:lnTo>
                  <a:pt x="137" y="539"/>
                </a:lnTo>
                <a:lnTo>
                  <a:pt x="128" y="533"/>
                </a:lnTo>
                <a:lnTo>
                  <a:pt x="119" y="526"/>
                </a:lnTo>
                <a:lnTo>
                  <a:pt x="111" y="520"/>
                </a:lnTo>
                <a:lnTo>
                  <a:pt x="103" y="513"/>
                </a:lnTo>
                <a:lnTo>
                  <a:pt x="95" y="506"/>
                </a:lnTo>
                <a:lnTo>
                  <a:pt x="87" y="499"/>
                </a:lnTo>
                <a:lnTo>
                  <a:pt x="79" y="491"/>
                </a:lnTo>
                <a:lnTo>
                  <a:pt x="72" y="484"/>
                </a:lnTo>
                <a:lnTo>
                  <a:pt x="65" y="476"/>
                </a:lnTo>
                <a:lnTo>
                  <a:pt x="59" y="468"/>
                </a:lnTo>
                <a:lnTo>
                  <a:pt x="53" y="460"/>
                </a:lnTo>
                <a:lnTo>
                  <a:pt x="47" y="451"/>
                </a:lnTo>
                <a:lnTo>
                  <a:pt x="41" y="443"/>
                </a:lnTo>
                <a:lnTo>
                  <a:pt x="36" y="434"/>
                </a:lnTo>
                <a:lnTo>
                  <a:pt x="31" y="426"/>
                </a:lnTo>
                <a:lnTo>
                  <a:pt x="27" y="417"/>
                </a:lnTo>
                <a:lnTo>
                  <a:pt x="22" y="408"/>
                </a:lnTo>
                <a:lnTo>
                  <a:pt x="19" y="399"/>
                </a:lnTo>
                <a:lnTo>
                  <a:pt x="15" y="390"/>
                </a:lnTo>
                <a:lnTo>
                  <a:pt x="12" y="381"/>
                </a:lnTo>
                <a:lnTo>
                  <a:pt x="9" y="371"/>
                </a:lnTo>
                <a:lnTo>
                  <a:pt x="7" y="362"/>
                </a:lnTo>
                <a:lnTo>
                  <a:pt x="5" y="353"/>
                </a:lnTo>
                <a:lnTo>
                  <a:pt x="3" y="343"/>
                </a:lnTo>
                <a:lnTo>
                  <a:pt x="2" y="333"/>
                </a:lnTo>
                <a:lnTo>
                  <a:pt x="1" y="323"/>
                </a:lnTo>
                <a:lnTo>
                  <a:pt x="0" y="314"/>
                </a:lnTo>
                <a:lnTo>
                  <a:pt x="0" y="304"/>
                </a:lnTo>
                <a:lnTo>
                  <a:pt x="0" y="295"/>
                </a:lnTo>
                <a:lnTo>
                  <a:pt x="1" y="285"/>
                </a:lnTo>
                <a:lnTo>
                  <a:pt x="2" y="275"/>
                </a:lnTo>
                <a:lnTo>
                  <a:pt x="3" y="266"/>
                </a:lnTo>
                <a:lnTo>
                  <a:pt x="5" y="257"/>
                </a:lnTo>
                <a:lnTo>
                  <a:pt x="7" y="247"/>
                </a:lnTo>
                <a:lnTo>
                  <a:pt x="9" y="238"/>
                </a:lnTo>
                <a:lnTo>
                  <a:pt x="12" y="229"/>
                </a:lnTo>
                <a:lnTo>
                  <a:pt x="15" y="219"/>
                </a:lnTo>
                <a:lnTo>
                  <a:pt x="19" y="210"/>
                </a:lnTo>
                <a:lnTo>
                  <a:pt x="22" y="201"/>
                </a:lnTo>
                <a:lnTo>
                  <a:pt x="27" y="192"/>
                </a:lnTo>
                <a:lnTo>
                  <a:pt x="31" y="183"/>
                </a:lnTo>
                <a:lnTo>
                  <a:pt x="36" y="175"/>
                </a:lnTo>
                <a:lnTo>
                  <a:pt x="41" y="166"/>
                </a:lnTo>
                <a:lnTo>
                  <a:pt x="47" y="158"/>
                </a:lnTo>
                <a:lnTo>
                  <a:pt x="53" y="149"/>
                </a:lnTo>
                <a:lnTo>
                  <a:pt x="59" y="141"/>
                </a:lnTo>
                <a:lnTo>
                  <a:pt x="65" y="133"/>
                </a:lnTo>
                <a:lnTo>
                  <a:pt x="72" y="126"/>
                </a:lnTo>
                <a:lnTo>
                  <a:pt x="79" y="118"/>
                </a:lnTo>
                <a:lnTo>
                  <a:pt x="87" y="110"/>
                </a:lnTo>
                <a:lnTo>
                  <a:pt x="95" y="103"/>
                </a:lnTo>
                <a:lnTo>
                  <a:pt x="103" y="96"/>
                </a:lnTo>
                <a:lnTo>
                  <a:pt x="111" y="89"/>
                </a:lnTo>
                <a:lnTo>
                  <a:pt x="119" y="83"/>
                </a:lnTo>
                <a:lnTo>
                  <a:pt x="128" y="76"/>
                </a:lnTo>
                <a:lnTo>
                  <a:pt x="137" y="70"/>
                </a:lnTo>
                <a:lnTo>
                  <a:pt x="146" y="64"/>
                </a:lnTo>
                <a:lnTo>
                  <a:pt x="156" y="58"/>
                </a:lnTo>
                <a:lnTo>
                  <a:pt x="166" y="53"/>
                </a:lnTo>
                <a:lnTo>
                  <a:pt x="176" y="48"/>
                </a:lnTo>
                <a:lnTo>
                  <a:pt x="186" y="43"/>
                </a:lnTo>
                <a:lnTo>
                  <a:pt x="196" y="38"/>
                </a:lnTo>
                <a:lnTo>
                  <a:pt x="207" y="33"/>
                </a:lnTo>
                <a:lnTo>
                  <a:pt x="217" y="29"/>
                </a:lnTo>
                <a:lnTo>
                  <a:pt x="228" y="25"/>
                </a:lnTo>
                <a:lnTo>
                  <a:pt x="239" y="22"/>
                </a:lnTo>
                <a:lnTo>
                  <a:pt x="250" y="18"/>
                </a:lnTo>
                <a:lnTo>
                  <a:pt x="261" y="15"/>
                </a:lnTo>
                <a:lnTo>
                  <a:pt x="273" y="12"/>
                </a:lnTo>
                <a:lnTo>
                  <a:pt x="284" y="10"/>
                </a:lnTo>
                <a:lnTo>
                  <a:pt x="296" y="8"/>
                </a:lnTo>
                <a:lnTo>
                  <a:pt x="307" y="6"/>
                </a:lnTo>
                <a:lnTo>
                  <a:pt x="319" y="4"/>
                </a:lnTo>
                <a:lnTo>
                  <a:pt x="331" y="3"/>
                </a:lnTo>
                <a:lnTo>
                  <a:pt x="343" y="2"/>
                </a:lnTo>
                <a:lnTo>
                  <a:pt x="355" y="1"/>
                </a:lnTo>
                <a:lnTo>
                  <a:pt x="366" y="0"/>
                </a:lnTo>
                <a:lnTo>
                  <a:pt x="379" y="0"/>
                </a:lnTo>
                <a:lnTo>
                  <a:pt x="391" y="0"/>
                </a:lnTo>
                <a:lnTo>
                  <a:pt x="403" y="1"/>
                </a:lnTo>
                <a:lnTo>
                  <a:pt x="415" y="2"/>
                </a:lnTo>
                <a:lnTo>
                  <a:pt x="427" y="3"/>
                </a:lnTo>
                <a:lnTo>
                  <a:pt x="439" y="4"/>
                </a:lnTo>
                <a:lnTo>
                  <a:pt x="450" y="6"/>
                </a:lnTo>
                <a:lnTo>
                  <a:pt x="462" y="8"/>
                </a:lnTo>
                <a:lnTo>
                  <a:pt x="473" y="10"/>
                </a:lnTo>
                <a:lnTo>
                  <a:pt x="485" y="12"/>
                </a:lnTo>
                <a:lnTo>
                  <a:pt x="496" y="15"/>
                </a:lnTo>
                <a:lnTo>
                  <a:pt x="508" y="18"/>
                </a:lnTo>
                <a:lnTo>
                  <a:pt x="519" y="22"/>
                </a:lnTo>
                <a:lnTo>
                  <a:pt x="530" y="25"/>
                </a:lnTo>
                <a:lnTo>
                  <a:pt x="540" y="29"/>
                </a:lnTo>
                <a:lnTo>
                  <a:pt x="551" y="33"/>
                </a:lnTo>
                <a:lnTo>
                  <a:pt x="562" y="38"/>
                </a:lnTo>
                <a:lnTo>
                  <a:pt x="572" y="43"/>
                </a:lnTo>
                <a:lnTo>
                  <a:pt x="582" y="48"/>
                </a:lnTo>
                <a:lnTo>
                  <a:pt x="592" y="53"/>
                </a:lnTo>
                <a:lnTo>
                  <a:pt x="602" y="58"/>
                </a:lnTo>
                <a:lnTo>
                  <a:pt x="611" y="64"/>
                </a:lnTo>
                <a:lnTo>
                  <a:pt x="621" y="70"/>
                </a:lnTo>
                <a:lnTo>
                  <a:pt x="630" y="76"/>
                </a:lnTo>
                <a:lnTo>
                  <a:pt x="638" y="83"/>
                </a:lnTo>
                <a:lnTo>
                  <a:pt x="647" y="89"/>
                </a:lnTo>
                <a:lnTo>
                  <a:pt x="655" y="96"/>
                </a:lnTo>
                <a:lnTo>
                  <a:pt x="663" y="103"/>
                </a:lnTo>
                <a:lnTo>
                  <a:pt x="671" y="110"/>
                </a:lnTo>
                <a:lnTo>
                  <a:pt x="678" y="118"/>
                </a:lnTo>
                <a:lnTo>
                  <a:pt x="685" y="126"/>
                </a:lnTo>
                <a:lnTo>
                  <a:pt x="692" y="133"/>
                </a:lnTo>
                <a:lnTo>
                  <a:pt x="699" y="141"/>
                </a:lnTo>
                <a:lnTo>
                  <a:pt x="705" y="149"/>
                </a:lnTo>
                <a:lnTo>
                  <a:pt x="711" y="158"/>
                </a:lnTo>
                <a:lnTo>
                  <a:pt x="716" y="166"/>
                </a:lnTo>
                <a:lnTo>
                  <a:pt x="722" y="175"/>
                </a:lnTo>
                <a:lnTo>
                  <a:pt x="727" y="183"/>
                </a:lnTo>
                <a:lnTo>
                  <a:pt x="731" y="192"/>
                </a:lnTo>
                <a:lnTo>
                  <a:pt x="735" y="201"/>
                </a:lnTo>
                <a:lnTo>
                  <a:pt x="739" y="210"/>
                </a:lnTo>
                <a:lnTo>
                  <a:pt x="743" y="219"/>
                </a:lnTo>
                <a:lnTo>
                  <a:pt x="746" y="229"/>
                </a:lnTo>
                <a:lnTo>
                  <a:pt x="749" y="238"/>
                </a:lnTo>
                <a:lnTo>
                  <a:pt x="751" y="247"/>
                </a:lnTo>
                <a:lnTo>
                  <a:pt x="753" y="257"/>
                </a:lnTo>
                <a:lnTo>
                  <a:pt x="755" y="266"/>
                </a:lnTo>
                <a:lnTo>
                  <a:pt x="756" y="275"/>
                </a:lnTo>
                <a:lnTo>
                  <a:pt x="757" y="285"/>
                </a:lnTo>
                <a:lnTo>
                  <a:pt x="757" y="295"/>
                </a:lnTo>
                <a:lnTo>
                  <a:pt x="758" y="304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" name=""/>
          <p:cNvSpPr/>
          <p:nvPr/>
        </p:nvSpPr>
        <p:spPr>
          <a:xfrm>
            <a:off x="2721600" y="1734840"/>
            <a:ext cx="276120" cy="221760"/>
          </a:xfrm>
          <a:custGeom>
            <a:avLst/>
            <a:gdLst/>
            <a:ahLst/>
            <a:rect l="0" t="0" r="r" b="b"/>
            <a:pathLst>
              <a:path w="767" h="616">
                <a:moveTo>
                  <a:pt x="763" y="307"/>
                </a:moveTo>
                <a:lnTo>
                  <a:pt x="762" y="298"/>
                </a:lnTo>
                <a:lnTo>
                  <a:pt x="762" y="288"/>
                </a:lnTo>
                <a:lnTo>
                  <a:pt x="761" y="278"/>
                </a:lnTo>
                <a:lnTo>
                  <a:pt x="760" y="269"/>
                </a:lnTo>
                <a:lnTo>
                  <a:pt x="758" y="260"/>
                </a:lnTo>
                <a:lnTo>
                  <a:pt x="756" y="250"/>
                </a:lnTo>
                <a:lnTo>
                  <a:pt x="754" y="241"/>
                </a:lnTo>
                <a:lnTo>
                  <a:pt x="751" y="232"/>
                </a:lnTo>
                <a:lnTo>
                  <a:pt x="748" y="222"/>
                </a:lnTo>
                <a:lnTo>
                  <a:pt x="744" y="213"/>
                </a:lnTo>
                <a:lnTo>
                  <a:pt x="740" y="204"/>
                </a:lnTo>
                <a:lnTo>
                  <a:pt x="736" y="195"/>
                </a:lnTo>
                <a:lnTo>
                  <a:pt x="732" y="186"/>
                </a:lnTo>
                <a:lnTo>
                  <a:pt x="727" y="178"/>
                </a:lnTo>
                <a:lnTo>
                  <a:pt x="721" y="169"/>
                </a:lnTo>
                <a:lnTo>
                  <a:pt x="716" y="161"/>
                </a:lnTo>
                <a:lnTo>
                  <a:pt x="710" y="152"/>
                </a:lnTo>
                <a:lnTo>
                  <a:pt x="704" y="144"/>
                </a:lnTo>
                <a:lnTo>
                  <a:pt x="697" y="136"/>
                </a:lnTo>
                <a:lnTo>
                  <a:pt x="690" y="129"/>
                </a:lnTo>
                <a:lnTo>
                  <a:pt x="683" y="121"/>
                </a:lnTo>
                <a:lnTo>
                  <a:pt x="676" y="113"/>
                </a:lnTo>
                <a:lnTo>
                  <a:pt x="668" y="106"/>
                </a:lnTo>
                <a:lnTo>
                  <a:pt x="660" y="99"/>
                </a:lnTo>
                <a:lnTo>
                  <a:pt x="652" y="92"/>
                </a:lnTo>
                <a:lnTo>
                  <a:pt x="643" y="86"/>
                </a:lnTo>
                <a:lnTo>
                  <a:pt x="635" y="79"/>
                </a:lnTo>
                <a:lnTo>
                  <a:pt x="626" y="73"/>
                </a:lnTo>
                <a:lnTo>
                  <a:pt x="616" y="67"/>
                </a:lnTo>
                <a:lnTo>
                  <a:pt x="607" y="61"/>
                </a:lnTo>
                <a:lnTo>
                  <a:pt x="597" y="56"/>
                </a:lnTo>
                <a:lnTo>
                  <a:pt x="587" y="51"/>
                </a:lnTo>
                <a:lnTo>
                  <a:pt x="577" y="46"/>
                </a:lnTo>
                <a:lnTo>
                  <a:pt x="567" y="41"/>
                </a:lnTo>
                <a:lnTo>
                  <a:pt x="556" y="36"/>
                </a:lnTo>
                <a:lnTo>
                  <a:pt x="545" y="32"/>
                </a:lnTo>
                <a:lnTo>
                  <a:pt x="535" y="28"/>
                </a:lnTo>
                <a:lnTo>
                  <a:pt x="524" y="25"/>
                </a:lnTo>
                <a:lnTo>
                  <a:pt x="513" y="21"/>
                </a:lnTo>
                <a:lnTo>
                  <a:pt x="501" y="18"/>
                </a:lnTo>
                <a:lnTo>
                  <a:pt x="490" y="15"/>
                </a:lnTo>
                <a:lnTo>
                  <a:pt x="478" y="13"/>
                </a:lnTo>
                <a:lnTo>
                  <a:pt x="466" y="11"/>
                </a:lnTo>
                <a:lnTo>
                  <a:pt x="454" y="9"/>
                </a:lnTo>
                <a:lnTo>
                  <a:pt x="443" y="7"/>
                </a:lnTo>
                <a:lnTo>
                  <a:pt x="431" y="6"/>
                </a:lnTo>
                <a:lnTo>
                  <a:pt x="419" y="5"/>
                </a:lnTo>
                <a:lnTo>
                  <a:pt x="407" y="4"/>
                </a:lnTo>
                <a:lnTo>
                  <a:pt x="395" y="3"/>
                </a:lnTo>
                <a:lnTo>
                  <a:pt x="383" y="3"/>
                </a:lnTo>
                <a:lnTo>
                  <a:pt x="371" y="3"/>
                </a:lnTo>
                <a:lnTo>
                  <a:pt x="360" y="4"/>
                </a:lnTo>
                <a:lnTo>
                  <a:pt x="348" y="5"/>
                </a:lnTo>
                <a:lnTo>
                  <a:pt x="336" y="6"/>
                </a:lnTo>
                <a:lnTo>
                  <a:pt x="324" y="7"/>
                </a:lnTo>
                <a:lnTo>
                  <a:pt x="312" y="9"/>
                </a:lnTo>
                <a:lnTo>
                  <a:pt x="301" y="11"/>
                </a:lnTo>
                <a:lnTo>
                  <a:pt x="289" y="13"/>
                </a:lnTo>
                <a:lnTo>
                  <a:pt x="278" y="15"/>
                </a:lnTo>
                <a:lnTo>
                  <a:pt x="266" y="18"/>
                </a:lnTo>
                <a:lnTo>
                  <a:pt x="255" y="21"/>
                </a:lnTo>
                <a:lnTo>
                  <a:pt x="244" y="25"/>
                </a:lnTo>
                <a:lnTo>
                  <a:pt x="233" y="28"/>
                </a:lnTo>
                <a:lnTo>
                  <a:pt x="222" y="32"/>
                </a:lnTo>
                <a:lnTo>
                  <a:pt x="212" y="36"/>
                </a:lnTo>
                <a:lnTo>
                  <a:pt x="201" y="41"/>
                </a:lnTo>
                <a:lnTo>
                  <a:pt x="191" y="46"/>
                </a:lnTo>
                <a:lnTo>
                  <a:pt x="181" y="51"/>
                </a:lnTo>
                <a:lnTo>
                  <a:pt x="171" y="56"/>
                </a:lnTo>
                <a:lnTo>
                  <a:pt x="161" y="61"/>
                </a:lnTo>
                <a:lnTo>
                  <a:pt x="151" y="67"/>
                </a:lnTo>
                <a:lnTo>
                  <a:pt x="142" y="73"/>
                </a:lnTo>
                <a:lnTo>
                  <a:pt x="133" y="79"/>
                </a:lnTo>
                <a:lnTo>
                  <a:pt x="124" y="86"/>
                </a:lnTo>
                <a:lnTo>
                  <a:pt x="116" y="92"/>
                </a:lnTo>
                <a:lnTo>
                  <a:pt x="108" y="99"/>
                </a:lnTo>
                <a:lnTo>
                  <a:pt x="100" y="106"/>
                </a:lnTo>
                <a:lnTo>
                  <a:pt x="92" y="113"/>
                </a:lnTo>
                <a:lnTo>
                  <a:pt x="84" y="121"/>
                </a:lnTo>
                <a:lnTo>
                  <a:pt x="77" y="129"/>
                </a:lnTo>
                <a:lnTo>
                  <a:pt x="70" y="136"/>
                </a:lnTo>
                <a:lnTo>
                  <a:pt x="64" y="144"/>
                </a:lnTo>
                <a:lnTo>
                  <a:pt x="58" y="152"/>
                </a:lnTo>
                <a:lnTo>
                  <a:pt x="52" y="161"/>
                </a:lnTo>
                <a:lnTo>
                  <a:pt x="46" y="169"/>
                </a:lnTo>
                <a:lnTo>
                  <a:pt x="41" y="178"/>
                </a:lnTo>
                <a:lnTo>
                  <a:pt x="36" y="186"/>
                </a:lnTo>
                <a:lnTo>
                  <a:pt x="32" y="195"/>
                </a:lnTo>
                <a:lnTo>
                  <a:pt x="27" y="204"/>
                </a:lnTo>
                <a:lnTo>
                  <a:pt x="24" y="213"/>
                </a:lnTo>
                <a:lnTo>
                  <a:pt x="20" y="222"/>
                </a:lnTo>
                <a:lnTo>
                  <a:pt x="17" y="232"/>
                </a:lnTo>
                <a:lnTo>
                  <a:pt x="14" y="241"/>
                </a:lnTo>
                <a:lnTo>
                  <a:pt x="12" y="250"/>
                </a:lnTo>
                <a:lnTo>
                  <a:pt x="10" y="260"/>
                </a:lnTo>
                <a:lnTo>
                  <a:pt x="8" y="269"/>
                </a:lnTo>
                <a:lnTo>
                  <a:pt x="7" y="278"/>
                </a:lnTo>
                <a:lnTo>
                  <a:pt x="6" y="288"/>
                </a:lnTo>
                <a:lnTo>
                  <a:pt x="5" y="298"/>
                </a:lnTo>
                <a:lnTo>
                  <a:pt x="5" y="307"/>
                </a:lnTo>
                <a:lnTo>
                  <a:pt x="5" y="317"/>
                </a:lnTo>
                <a:lnTo>
                  <a:pt x="6" y="326"/>
                </a:lnTo>
                <a:lnTo>
                  <a:pt x="7" y="336"/>
                </a:lnTo>
                <a:lnTo>
                  <a:pt x="8" y="345"/>
                </a:lnTo>
                <a:lnTo>
                  <a:pt x="10" y="355"/>
                </a:lnTo>
                <a:lnTo>
                  <a:pt x="12" y="364"/>
                </a:lnTo>
                <a:lnTo>
                  <a:pt x="14" y="373"/>
                </a:lnTo>
                <a:lnTo>
                  <a:pt x="17" y="383"/>
                </a:lnTo>
                <a:lnTo>
                  <a:pt x="20" y="392"/>
                </a:lnTo>
                <a:lnTo>
                  <a:pt x="24" y="402"/>
                </a:lnTo>
                <a:lnTo>
                  <a:pt x="27" y="411"/>
                </a:lnTo>
                <a:lnTo>
                  <a:pt x="32" y="420"/>
                </a:lnTo>
                <a:lnTo>
                  <a:pt x="36" y="429"/>
                </a:lnTo>
                <a:lnTo>
                  <a:pt x="41" y="437"/>
                </a:lnTo>
                <a:lnTo>
                  <a:pt x="46" y="446"/>
                </a:lnTo>
                <a:lnTo>
                  <a:pt x="52" y="454"/>
                </a:lnTo>
                <a:lnTo>
                  <a:pt x="58" y="463"/>
                </a:lnTo>
                <a:lnTo>
                  <a:pt x="64" y="471"/>
                </a:lnTo>
                <a:lnTo>
                  <a:pt x="70" y="479"/>
                </a:lnTo>
                <a:lnTo>
                  <a:pt x="77" y="487"/>
                </a:lnTo>
                <a:lnTo>
                  <a:pt x="84" y="494"/>
                </a:lnTo>
                <a:lnTo>
                  <a:pt x="92" y="502"/>
                </a:lnTo>
                <a:lnTo>
                  <a:pt x="100" y="509"/>
                </a:lnTo>
                <a:lnTo>
                  <a:pt x="108" y="516"/>
                </a:lnTo>
                <a:lnTo>
                  <a:pt x="116" y="523"/>
                </a:lnTo>
                <a:lnTo>
                  <a:pt x="124" y="529"/>
                </a:lnTo>
                <a:lnTo>
                  <a:pt x="133" y="536"/>
                </a:lnTo>
                <a:lnTo>
                  <a:pt x="142" y="542"/>
                </a:lnTo>
                <a:lnTo>
                  <a:pt x="151" y="548"/>
                </a:lnTo>
                <a:lnTo>
                  <a:pt x="161" y="554"/>
                </a:lnTo>
                <a:lnTo>
                  <a:pt x="171" y="559"/>
                </a:lnTo>
                <a:lnTo>
                  <a:pt x="181" y="565"/>
                </a:lnTo>
                <a:lnTo>
                  <a:pt x="191" y="570"/>
                </a:lnTo>
                <a:lnTo>
                  <a:pt x="201" y="574"/>
                </a:lnTo>
                <a:lnTo>
                  <a:pt x="212" y="579"/>
                </a:lnTo>
                <a:lnTo>
                  <a:pt x="222" y="583"/>
                </a:lnTo>
                <a:lnTo>
                  <a:pt x="233" y="587"/>
                </a:lnTo>
                <a:lnTo>
                  <a:pt x="244" y="590"/>
                </a:lnTo>
                <a:lnTo>
                  <a:pt x="255" y="594"/>
                </a:lnTo>
                <a:lnTo>
                  <a:pt x="266" y="597"/>
                </a:lnTo>
                <a:lnTo>
                  <a:pt x="278" y="600"/>
                </a:lnTo>
                <a:lnTo>
                  <a:pt x="289" y="602"/>
                </a:lnTo>
                <a:lnTo>
                  <a:pt x="301" y="604"/>
                </a:lnTo>
                <a:lnTo>
                  <a:pt x="312" y="606"/>
                </a:lnTo>
                <a:lnTo>
                  <a:pt x="324" y="608"/>
                </a:lnTo>
                <a:lnTo>
                  <a:pt x="336" y="609"/>
                </a:lnTo>
                <a:lnTo>
                  <a:pt x="348" y="610"/>
                </a:lnTo>
                <a:lnTo>
                  <a:pt x="360" y="611"/>
                </a:lnTo>
                <a:lnTo>
                  <a:pt x="371" y="612"/>
                </a:lnTo>
                <a:lnTo>
                  <a:pt x="383" y="612"/>
                </a:lnTo>
                <a:lnTo>
                  <a:pt x="395" y="612"/>
                </a:lnTo>
                <a:lnTo>
                  <a:pt x="407" y="611"/>
                </a:lnTo>
                <a:lnTo>
                  <a:pt x="419" y="610"/>
                </a:lnTo>
                <a:lnTo>
                  <a:pt x="431" y="609"/>
                </a:lnTo>
                <a:lnTo>
                  <a:pt x="443" y="608"/>
                </a:lnTo>
                <a:lnTo>
                  <a:pt x="454" y="606"/>
                </a:lnTo>
                <a:lnTo>
                  <a:pt x="466" y="604"/>
                </a:lnTo>
                <a:lnTo>
                  <a:pt x="478" y="602"/>
                </a:lnTo>
                <a:lnTo>
                  <a:pt x="490" y="600"/>
                </a:lnTo>
                <a:lnTo>
                  <a:pt x="501" y="597"/>
                </a:lnTo>
                <a:lnTo>
                  <a:pt x="513" y="594"/>
                </a:lnTo>
                <a:lnTo>
                  <a:pt x="524" y="590"/>
                </a:lnTo>
                <a:lnTo>
                  <a:pt x="535" y="587"/>
                </a:lnTo>
                <a:lnTo>
                  <a:pt x="545" y="583"/>
                </a:lnTo>
                <a:lnTo>
                  <a:pt x="556" y="579"/>
                </a:lnTo>
                <a:lnTo>
                  <a:pt x="567" y="574"/>
                </a:lnTo>
                <a:lnTo>
                  <a:pt x="577" y="570"/>
                </a:lnTo>
                <a:lnTo>
                  <a:pt x="587" y="565"/>
                </a:lnTo>
                <a:lnTo>
                  <a:pt x="597" y="559"/>
                </a:lnTo>
                <a:lnTo>
                  <a:pt x="607" y="554"/>
                </a:lnTo>
                <a:lnTo>
                  <a:pt x="616" y="548"/>
                </a:lnTo>
                <a:lnTo>
                  <a:pt x="626" y="542"/>
                </a:lnTo>
                <a:lnTo>
                  <a:pt x="635" y="536"/>
                </a:lnTo>
                <a:lnTo>
                  <a:pt x="643" y="529"/>
                </a:lnTo>
                <a:lnTo>
                  <a:pt x="652" y="523"/>
                </a:lnTo>
                <a:lnTo>
                  <a:pt x="660" y="516"/>
                </a:lnTo>
                <a:lnTo>
                  <a:pt x="668" y="509"/>
                </a:lnTo>
                <a:lnTo>
                  <a:pt x="676" y="502"/>
                </a:lnTo>
                <a:lnTo>
                  <a:pt x="683" y="494"/>
                </a:lnTo>
                <a:lnTo>
                  <a:pt x="690" y="487"/>
                </a:lnTo>
                <a:lnTo>
                  <a:pt x="697" y="479"/>
                </a:lnTo>
                <a:lnTo>
                  <a:pt x="704" y="471"/>
                </a:lnTo>
                <a:lnTo>
                  <a:pt x="710" y="463"/>
                </a:lnTo>
                <a:lnTo>
                  <a:pt x="716" y="454"/>
                </a:lnTo>
                <a:lnTo>
                  <a:pt x="721" y="446"/>
                </a:lnTo>
                <a:lnTo>
                  <a:pt x="727" y="437"/>
                </a:lnTo>
                <a:lnTo>
                  <a:pt x="732" y="429"/>
                </a:lnTo>
                <a:lnTo>
                  <a:pt x="736" y="420"/>
                </a:lnTo>
                <a:lnTo>
                  <a:pt x="740" y="411"/>
                </a:lnTo>
                <a:lnTo>
                  <a:pt x="744" y="402"/>
                </a:lnTo>
                <a:lnTo>
                  <a:pt x="748" y="392"/>
                </a:lnTo>
                <a:lnTo>
                  <a:pt x="751" y="383"/>
                </a:lnTo>
                <a:lnTo>
                  <a:pt x="754" y="373"/>
                </a:lnTo>
                <a:lnTo>
                  <a:pt x="756" y="364"/>
                </a:lnTo>
                <a:lnTo>
                  <a:pt x="758" y="355"/>
                </a:lnTo>
                <a:lnTo>
                  <a:pt x="760" y="345"/>
                </a:lnTo>
                <a:lnTo>
                  <a:pt x="761" y="336"/>
                </a:lnTo>
                <a:lnTo>
                  <a:pt x="762" y="326"/>
                </a:lnTo>
                <a:lnTo>
                  <a:pt x="762" y="317"/>
                </a:lnTo>
                <a:lnTo>
                  <a:pt x="763" y="307"/>
                </a:lnTo>
                <a:moveTo>
                  <a:pt x="767" y="307"/>
                </a:moveTo>
                <a:lnTo>
                  <a:pt x="767" y="317"/>
                </a:lnTo>
                <a:lnTo>
                  <a:pt x="767" y="326"/>
                </a:lnTo>
                <a:lnTo>
                  <a:pt x="766" y="336"/>
                </a:lnTo>
                <a:lnTo>
                  <a:pt x="764" y="346"/>
                </a:lnTo>
                <a:lnTo>
                  <a:pt x="763" y="355"/>
                </a:lnTo>
                <a:lnTo>
                  <a:pt x="761" y="365"/>
                </a:lnTo>
                <a:lnTo>
                  <a:pt x="758" y="374"/>
                </a:lnTo>
                <a:lnTo>
                  <a:pt x="755" y="384"/>
                </a:lnTo>
                <a:lnTo>
                  <a:pt x="752" y="393"/>
                </a:lnTo>
                <a:lnTo>
                  <a:pt x="749" y="403"/>
                </a:lnTo>
                <a:lnTo>
                  <a:pt x="745" y="412"/>
                </a:lnTo>
                <a:lnTo>
                  <a:pt x="740" y="421"/>
                </a:lnTo>
                <a:lnTo>
                  <a:pt x="736" y="430"/>
                </a:lnTo>
                <a:lnTo>
                  <a:pt x="731" y="439"/>
                </a:lnTo>
                <a:lnTo>
                  <a:pt x="726" y="448"/>
                </a:lnTo>
                <a:lnTo>
                  <a:pt x="720" y="456"/>
                </a:lnTo>
                <a:lnTo>
                  <a:pt x="714" y="465"/>
                </a:lnTo>
                <a:lnTo>
                  <a:pt x="708" y="473"/>
                </a:lnTo>
                <a:lnTo>
                  <a:pt x="701" y="481"/>
                </a:lnTo>
                <a:lnTo>
                  <a:pt x="694" y="489"/>
                </a:lnTo>
                <a:lnTo>
                  <a:pt x="687" y="497"/>
                </a:lnTo>
                <a:lnTo>
                  <a:pt x="679" y="504"/>
                </a:lnTo>
                <a:lnTo>
                  <a:pt x="672" y="511"/>
                </a:lnTo>
                <a:lnTo>
                  <a:pt x="663" y="519"/>
                </a:lnTo>
                <a:lnTo>
                  <a:pt x="655" y="525"/>
                </a:lnTo>
                <a:lnTo>
                  <a:pt x="646" y="532"/>
                </a:lnTo>
                <a:lnTo>
                  <a:pt x="638" y="539"/>
                </a:lnTo>
                <a:lnTo>
                  <a:pt x="628" y="545"/>
                </a:lnTo>
                <a:lnTo>
                  <a:pt x="619" y="551"/>
                </a:lnTo>
                <a:lnTo>
                  <a:pt x="609" y="557"/>
                </a:lnTo>
                <a:lnTo>
                  <a:pt x="600" y="562"/>
                </a:lnTo>
                <a:lnTo>
                  <a:pt x="590" y="568"/>
                </a:lnTo>
                <a:lnTo>
                  <a:pt x="579" y="573"/>
                </a:lnTo>
                <a:lnTo>
                  <a:pt x="569" y="577"/>
                </a:lnTo>
                <a:lnTo>
                  <a:pt x="558" y="582"/>
                </a:lnTo>
                <a:lnTo>
                  <a:pt x="547" y="586"/>
                </a:lnTo>
                <a:lnTo>
                  <a:pt x="536" y="590"/>
                </a:lnTo>
                <a:lnTo>
                  <a:pt x="525" y="594"/>
                </a:lnTo>
                <a:lnTo>
                  <a:pt x="514" y="597"/>
                </a:lnTo>
                <a:lnTo>
                  <a:pt x="503" y="600"/>
                </a:lnTo>
                <a:lnTo>
                  <a:pt x="491" y="603"/>
                </a:lnTo>
                <a:lnTo>
                  <a:pt x="480" y="606"/>
                </a:lnTo>
                <a:lnTo>
                  <a:pt x="467" y="608"/>
                </a:lnTo>
                <a:lnTo>
                  <a:pt x="455" y="610"/>
                </a:lnTo>
                <a:lnTo>
                  <a:pt x="443" y="612"/>
                </a:lnTo>
                <a:lnTo>
                  <a:pt x="431" y="613"/>
                </a:lnTo>
                <a:lnTo>
                  <a:pt x="419" y="614"/>
                </a:lnTo>
                <a:lnTo>
                  <a:pt x="407" y="615"/>
                </a:lnTo>
                <a:lnTo>
                  <a:pt x="395" y="615"/>
                </a:lnTo>
                <a:lnTo>
                  <a:pt x="383" y="616"/>
                </a:lnTo>
                <a:lnTo>
                  <a:pt x="371" y="615"/>
                </a:lnTo>
                <a:lnTo>
                  <a:pt x="359" y="615"/>
                </a:lnTo>
                <a:lnTo>
                  <a:pt x="347" y="614"/>
                </a:lnTo>
                <a:lnTo>
                  <a:pt x="335" y="613"/>
                </a:lnTo>
                <a:lnTo>
                  <a:pt x="323" y="612"/>
                </a:lnTo>
                <a:lnTo>
                  <a:pt x="312" y="610"/>
                </a:lnTo>
                <a:lnTo>
                  <a:pt x="300" y="608"/>
                </a:lnTo>
                <a:lnTo>
                  <a:pt x="288" y="606"/>
                </a:lnTo>
                <a:lnTo>
                  <a:pt x="277" y="603"/>
                </a:lnTo>
                <a:lnTo>
                  <a:pt x="265" y="600"/>
                </a:lnTo>
                <a:lnTo>
                  <a:pt x="254" y="597"/>
                </a:lnTo>
                <a:lnTo>
                  <a:pt x="242" y="594"/>
                </a:lnTo>
                <a:lnTo>
                  <a:pt x="231" y="590"/>
                </a:lnTo>
                <a:lnTo>
                  <a:pt x="220" y="586"/>
                </a:lnTo>
                <a:lnTo>
                  <a:pt x="210" y="582"/>
                </a:lnTo>
                <a:lnTo>
                  <a:pt x="199" y="577"/>
                </a:lnTo>
                <a:lnTo>
                  <a:pt x="188" y="573"/>
                </a:lnTo>
                <a:lnTo>
                  <a:pt x="178" y="568"/>
                </a:lnTo>
                <a:lnTo>
                  <a:pt x="168" y="562"/>
                </a:lnTo>
                <a:lnTo>
                  <a:pt x="158" y="557"/>
                </a:lnTo>
                <a:lnTo>
                  <a:pt x="149" y="551"/>
                </a:lnTo>
                <a:lnTo>
                  <a:pt x="139" y="545"/>
                </a:lnTo>
                <a:lnTo>
                  <a:pt x="130" y="539"/>
                </a:lnTo>
                <a:lnTo>
                  <a:pt x="121" y="532"/>
                </a:lnTo>
                <a:lnTo>
                  <a:pt x="113" y="525"/>
                </a:lnTo>
                <a:lnTo>
                  <a:pt x="104" y="519"/>
                </a:lnTo>
                <a:lnTo>
                  <a:pt x="96" y="511"/>
                </a:lnTo>
                <a:lnTo>
                  <a:pt x="88" y="504"/>
                </a:lnTo>
                <a:lnTo>
                  <a:pt x="81" y="497"/>
                </a:lnTo>
                <a:lnTo>
                  <a:pt x="74" y="489"/>
                </a:lnTo>
                <a:lnTo>
                  <a:pt x="67" y="481"/>
                </a:lnTo>
                <a:lnTo>
                  <a:pt x="60" y="473"/>
                </a:lnTo>
                <a:lnTo>
                  <a:pt x="54" y="465"/>
                </a:lnTo>
                <a:lnTo>
                  <a:pt x="48" y="456"/>
                </a:lnTo>
                <a:lnTo>
                  <a:pt x="42" y="448"/>
                </a:lnTo>
                <a:lnTo>
                  <a:pt x="37" y="439"/>
                </a:lnTo>
                <a:lnTo>
                  <a:pt x="32" y="430"/>
                </a:lnTo>
                <a:lnTo>
                  <a:pt x="27" y="421"/>
                </a:lnTo>
                <a:lnTo>
                  <a:pt x="23" y="412"/>
                </a:lnTo>
                <a:lnTo>
                  <a:pt x="19" y="403"/>
                </a:lnTo>
                <a:lnTo>
                  <a:pt x="16" y="393"/>
                </a:lnTo>
                <a:lnTo>
                  <a:pt x="12" y="384"/>
                </a:lnTo>
                <a:lnTo>
                  <a:pt x="10" y="374"/>
                </a:lnTo>
                <a:lnTo>
                  <a:pt x="7" y="365"/>
                </a:lnTo>
                <a:lnTo>
                  <a:pt x="5" y="355"/>
                </a:lnTo>
                <a:lnTo>
                  <a:pt x="3" y="346"/>
                </a:lnTo>
                <a:lnTo>
                  <a:pt x="2" y="336"/>
                </a:lnTo>
                <a:lnTo>
                  <a:pt x="1" y="326"/>
                </a:lnTo>
                <a:lnTo>
                  <a:pt x="1" y="317"/>
                </a:lnTo>
                <a:lnTo>
                  <a:pt x="0" y="307"/>
                </a:lnTo>
                <a:lnTo>
                  <a:pt x="1" y="297"/>
                </a:lnTo>
                <a:lnTo>
                  <a:pt x="1" y="288"/>
                </a:lnTo>
                <a:lnTo>
                  <a:pt x="2" y="278"/>
                </a:lnTo>
                <a:lnTo>
                  <a:pt x="3" y="269"/>
                </a:lnTo>
                <a:lnTo>
                  <a:pt x="5" y="259"/>
                </a:lnTo>
                <a:lnTo>
                  <a:pt x="7" y="249"/>
                </a:lnTo>
                <a:lnTo>
                  <a:pt x="10" y="240"/>
                </a:lnTo>
                <a:lnTo>
                  <a:pt x="12" y="231"/>
                </a:lnTo>
                <a:lnTo>
                  <a:pt x="16" y="221"/>
                </a:lnTo>
                <a:lnTo>
                  <a:pt x="19" y="212"/>
                </a:lnTo>
                <a:lnTo>
                  <a:pt x="23" y="203"/>
                </a:lnTo>
                <a:lnTo>
                  <a:pt x="27" y="194"/>
                </a:lnTo>
                <a:lnTo>
                  <a:pt x="32" y="185"/>
                </a:lnTo>
                <a:lnTo>
                  <a:pt x="37" y="176"/>
                </a:lnTo>
                <a:lnTo>
                  <a:pt x="42" y="167"/>
                </a:lnTo>
                <a:lnTo>
                  <a:pt x="48" y="159"/>
                </a:lnTo>
                <a:lnTo>
                  <a:pt x="54" y="151"/>
                </a:lnTo>
                <a:lnTo>
                  <a:pt x="60" y="142"/>
                </a:lnTo>
                <a:lnTo>
                  <a:pt x="67" y="134"/>
                </a:lnTo>
                <a:lnTo>
                  <a:pt x="74" y="126"/>
                </a:lnTo>
                <a:lnTo>
                  <a:pt x="81" y="119"/>
                </a:lnTo>
                <a:lnTo>
                  <a:pt x="88" y="111"/>
                </a:lnTo>
                <a:lnTo>
                  <a:pt x="96" y="104"/>
                </a:lnTo>
                <a:lnTo>
                  <a:pt x="104" y="97"/>
                </a:lnTo>
                <a:lnTo>
                  <a:pt x="113" y="90"/>
                </a:lnTo>
                <a:lnTo>
                  <a:pt x="121" y="83"/>
                </a:lnTo>
                <a:lnTo>
                  <a:pt x="130" y="76"/>
                </a:lnTo>
                <a:lnTo>
                  <a:pt x="139" y="70"/>
                </a:lnTo>
                <a:lnTo>
                  <a:pt x="149" y="64"/>
                </a:lnTo>
                <a:lnTo>
                  <a:pt x="158" y="58"/>
                </a:lnTo>
                <a:lnTo>
                  <a:pt x="168" y="53"/>
                </a:lnTo>
                <a:lnTo>
                  <a:pt x="178" y="47"/>
                </a:lnTo>
                <a:lnTo>
                  <a:pt x="188" y="42"/>
                </a:lnTo>
                <a:lnTo>
                  <a:pt x="199" y="38"/>
                </a:lnTo>
                <a:lnTo>
                  <a:pt x="210" y="33"/>
                </a:lnTo>
                <a:lnTo>
                  <a:pt x="220" y="29"/>
                </a:lnTo>
                <a:lnTo>
                  <a:pt x="231" y="25"/>
                </a:lnTo>
                <a:lnTo>
                  <a:pt x="242" y="21"/>
                </a:lnTo>
                <a:lnTo>
                  <a:pt x="254" y="18"/>
                </a:lnTo>
                <a:lnTo>
                  <a:pt x="265" y="15"/>
                </a:lnTo>
                <a:lnTo>
                  <a:pt x="277" y="12"/>
                </a:lnTo>
                <a:lnTo>
                  <a:pt x="288" y="9"/>
                </a:lnTo>
                <a:lnTo>
                  <a:pt x="300" y="7"/>
                </a:lnTo>
                <a:lnTo>
                  <a:pt x="312" y="5"/>
                </a:lnTo>
                <a:lnTo>
                  <a:pt x="323" y="3"/>
                </a:lnTo>
                <a:lnTo>
                  <a:pt x="335" y="2"/>
                </a:lnTo>
                <a:lnTo>
                  <a:pt x="347" y="1"/>
                </a:lnTo>
                <a:lnTo>
                  <a:pt x="359" y="0"/>
                </a:lnTo>
                <a:lnTo>
                  <a:pt x="371" y="0"/>
                </a:lnTo>
                <a:lnTo>
                  <a:pt x="383" y="0"/>
                </a:lnTo>
                <a:lnTo>
                  <a:pt x="395" y="0"/>
                </a:lnTo>
                <a:lnTo>
                  <a:pt x="407" y="0"/>
                </a:lnTo>
                <a:lnTo>
                  <a:pt x="419" y="1"/>
                </a:lnTo>
                <a:lnTo>
                  <a:pt x="431" y="2"/>
                </a:lnTo>
                <a:lnTo>
                  <a:pt x="443" y="3"/>
                </a:lnTo>
                <a:lnTo>
                  <a:pt x="455" y="5"/>
                </a:lnTo>
                <a:lnTo>
                  <a:pt x="467" y="7"/>
                </a:lnTo>
                <a:lnTo>
                  <a:pt x="480" y="9"/>
                </a:lnTo>
                <a:lnTo>
                  <a:pt x="491" y="12"/>
                </a:lnTo>
                <a:lnTo>
                  <a:pt x="503" y="15"/>
                </a:lnTo>
                <a:lnTo>
                  <a:pt x="514" y="18"/>
                </a:lnTo>
                <a:lnTo>
                  <a:pt x="525" y="21"/>
                </a:lnTo>
                <a:lnTo>
                  <a:pt x="536" y="25"/>
                </a:lnTo>
                <a:lnTo>
                  <a:pt x="547" y="29"/>
                </a:lnTo>
                <a:lnTo>
                  <a:pt x="558" y="33"/>
                </a:lnTo>
                <a:lnTo>
                  <a:pt x="569" y="38"/>
                </a:lnTo>
                <a:lnTo>
                  <a:pt x="579" y="42"/>
                </a:lnTo>
                <a:lnTo>
                  <a:pt x="590" y="47"/>
                </a:lnTo>
                <a:lnTo>
                  <a:pt x="600" y="53"/>
                </a:lnTo>
                <a:lnTo>
                  <a:pt x="609" y="58"/>
                </a:lnTo>
                <a:lnTo>
                  <a:pt x="619" y="64"/>
                </a:lnTo>
                <a:lnTo>
                  <a:pt x="628" y="70"/>
                </a:lnTo>
                <a:lnTo>
                  <a:pt x="638" y="76"/>
                </a:lnTo>
                <a:lnTo>
                  <a:pt x="646" y="83"/>
                </a:lnTo>
                <a:lnTo>
                  <a:pt x="655" y="90"/>
                </a:lnTo>
                <a:lnTo>
                  <a:pt x="663" y="97"/>
                </a:lnTo>
                <a:lnTo>
                  <a:pt x="672" y="104"/>
                </a:lnTo>
                <a:lnTo>
                  <a:pt x="679" y="111"/>
                </a:lnTo>
                <a:lnTo>
                  <a:pt x="687" y="119"/>
                </a:lnTo>
                <a:lnTo>
                  <a:pt x="694" y="126"/>
                </a:lnTo>
                <a:lnTo>
                  <a:pt x="701" y="134"/>
                </a:lnTo>
                <a:lnTo>
                  <a:pt x="708" y="142"/>
                </a:lnTo>
                <a:lnTo>
                  <a:pt x="714" y="151"/>
                </a:lnTo>
                <a:lnTo>
                  <a:pt x="720" y="159"/>
                </a:lnTo>
                <a:lnTo>
                  <a:pt x="726" y="167"/>
                </a:lnTo>
                <a:lnTo>
                  <a:pt x="731" y="176"/>
                </a:lnTo>
                <a:lnTo>
                  <a:pt x="736" y="185"/>
                </a:lnTo>
                <a:lnTo>
                  <a:pt x="740" y="194"/>
                </a:lnTo>
                <a:lnTo>
                  <a:pt x="745" y="203"/>
                </a:lnTo>
                <a:lnTo>
                  <a:pt x="749" y="212"/>
                </a:lnTo>
                <a:lnTo>
                  <a:pt x="752" y="221"/>
                </a:lnTo>
                <a:lnTo>
                  <a:pt x="755" y="231"/>
                </a:lnTo>
                <a:lnTo>
                  <a:pt x="758" y="240"/>
                </a:lnTo>
                <a:lnTo>
                  <a:pt x="761" y="249"/>
                </a:lnTo>
                <a:lnTo>
                  <a:pt x="763" y="259"/>
                </a:lnTo>
                <a:lnTo>
                  <a:pt x="764" y="269"/>
                </a:lnTo>
                <a:lnTo>
                  <a:pt x="766" y="278"/>
                </a:lnTo>
                <a:lnTo>
                  <a:pt x="767" y="288"/>
                </a:lnTo>
                <a:lnTo>
                  <a:pt x="767" y="297"/>
                </a:lnTo>
                <a:lnTo>
                  <a:pt x="767" y="307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" name=""/>
          <p:cNvSpPr/>
          <p:nvPr/>
        </p:nvSpPr>
        <p:spPr>
          <a:xfrm>
            <a:off x="2717640" y="1731240"/>
            <a:ext cx="284400" cy="228600"/>
          </a:xfrm>
          <a:custGeom>
            <a:avLst/>
            <a:gdLst/>
            <a:ahLst/>
            <a:rect l="0" t="0" r="r" b="b"/>
            <a:pathLst>
              <a:path w="790" h="635">
                <a:moveTo>
                  <a:pt x="778" y="317"/>
                </a:moveTo>
                <a:lnTo>
                  <a:pt x="778" y="307"/>
                </a:lnTo>
                <a:lnTo>
                  <a:pt x="778" y="298"/>
                </a:lnTo>
                <a:lnTo>
                  <a:pt x="777" y="288"/>
                </a:lnTo>
                <a:lnTo>
                  <a:pt x="775" y="279"/>
                </a:lnTo>
                <a:lnTo>
                  <a:pt x="774" y="269"/>
                </a:lnTo>
                <a:lnTo>
                  <a:pt x="772" y="259"/>
                </a:lnTo>
                <a:lnTo>
                  <a:pt x="769" y="250"/>
                </a:lnTo>
                <a:lnTo>
                  <a:pt x="766" y="241"/>
                </a:lnTo>
                <a:lnTo>
                  <a:pt x="763" y="231"/>
                </a:lnTo>
                <a:lnTo>
                  <a:pt x="760" y="222"/>
                </a:lnTo>
                <a:lnTo>
                  <a:pt x="756" y="213"/>
                </a:lnTo>
                <a:lnTo>
                  <a:pt x="751" y="204"/>
                </a:lnTo>
                <a:lnTo>
                  <a:pt x="747" y="195"/>
                </a:lnTo>
                <a:lnTo>
                  <a:pt x="742" y="186"/>
                </a:lnTo>
                <a:lnTo>
                  <a:pt x="737" y="177"/>
                </a:lnTo>
                <a:lnTo>
                  <a:pt x="731" y="169"/>
                </a:lnTo>
                <a:lnTo>
                  <a:pt x="724" y="161"/>
                </a:lnTo>
                <a:lnTo>
                  <a:pt x="718" y="152"/>
                </a:lnTo>
                <a:lnTo>
                  <a:pt x="711" y="144"/>
                </a:lnTo>
                <a:lnTo>
                  <a:pt x="704" y="136"/>
                </a:lnTo>
                <a:lnTo>
                  <a:pt x="697" y="129"/>
                </a:lnTo>
                <a:lnTo>
                  <a:pt x="689" y="121"/>
                </a:lnTo>
                <a:lnTo>
                  <a:pt x="682" y="114"/>
                </a:lnTo>
                <a:lnTo>
                  <a:pt x="673" y="107"/>
                </a:lnTo>
                <a:lnTo>
                  <a:pt x="665" y="100"/>
                </a:lnTo>
                <a:lnTo>
                  <a:pt x="656" y="93"/>
                </a:lnTo>
                <a:lnTo>
                  <a:pt x="648" y="86"/>
                </a:lnTo>
                <a:lnTo>
                  <a:pt x="638" y="80"/>
                </a:lnTo>
                <a:lnTo>
                  <a:pt x="629" y="74"/>
                </a:lnTo>
                <a:lnTo>
                  <a:pt x="619" y="68"/>
                </a:lnTo>
                <a:lnTo>
                  <a:pt x="610" y="63"/>
                </a:lnTo>
                <a:lnTo>
                  <a:pt x="600" y="57"/>
                </a:lnTo>
                <a:lnTo>
                  <a:pt x="589" y="52"/>
                </a:lnTo>
                <a:lnTo>
                  <a:pt x="579" y="48"/>
                </a:lnTo>
                <a:lnTo>
                  <a:pt x="568" y="43"/>
                </a:lnTo>
                <a:lnTo>
                  <a:pt x="557" y="39"/>
                </a:lnTo>
                <a:lnTo>
                  <a:pt x="546" y="35"/>
                </a:lnTo>
                <a:lnTo>
                  <a:pt x="535" y="31"/>
                </a:lnTo>
                <a:lnTo>
                  <a:pt x="524" y="28"/>
                </a:lnTo>
                <a:lnTo>
                  <a:pt x="513" y="25"/>
                </a:lnTo>
                <a:lnTo>
                  <a:pt x="501" y="22"/>
                </a:lnTo>
                <a:lnTo>
                  <a:pt x="490" y="19"/>
                </a:lnTo>
                <a:lnTo>
                  <a:pt x="478" y="17"/>
                </a:lnTo>
                <a:lnTo>
                  <a:pt x="466" y="15"/>
                </a:lnTo>
                <a:lnTo>
                  <a:pt x="454" y="13"/>
                </a:lnTo>
                <a:lnTo>
                  <a:pt x="442" y="12"/>
                </a:lnTo>
                <a:lnTo>
                  <a:pt x="430" y="11"/>
                </a:lnTo>
                <a:lnTo>
                  <a:pt x="418" y="10"/>
                </a:lnTo>
                <a:lnTo>
                  <a:pt x="406" y="10"/>
                </a:lnTo>
                <a:lnTo>
                  <a:pt x="394" y="10"/>
                </a:lnTo>
                <a:lnTo>
                  <a:pt x="382" y="10"/>
                </a:lnTo>
                <a:lnTo>
                  <a:pt x="370" y="10"/>
                </a:lnTo>
                <a:lnTo>
                  <a:pt x="358" y="11"/>
                </a:lnTo>
                <a:lnTo>
                  <a:pt x="346" y="12"/>
                </a:lnTo>
                <a:lnTo>
                  <a:pt x="334" y="13"/>
                </a:lnTo>
                <a:lnTo>
                  <a:pt x="323" y="15"/>
                </a:lnTo>
                <a:lnTo>
                  <a:pt x="311" y="17"/>
                </a:lnTo>
                <a:lnTo>
                  <a:pt x="299" y="19"/>
                </a:lnTo>
                <a:lnTo>
                  <a:pt x="288" y="22"/>
                </a:lnTo>
                <a:lnTo>
                  <a:pt x="276" y="25"/>
                </a:lnTo>
                <a:lnTo>
                  <a:pt x="265" y="28"/>
                </a:lnTo>
                <a:lnTo>
                  <a:pt x="253" y="31"/>
                </a:lnTo>
                <a:lnTo>
                  <a:pt x="242" y="35"/>
                </a:lnTo>
                <a:lnTo>
                  <a:pt x="231" y="39"/>
                </a:lnTo>
                <a:lnTo>
                  <a:pt x="221" y="43"/>
                </a:lnTo>
                <a:lnTo>
                  <a:pt x="210" y="48"/>
                </a:lnTo>
                <a:lnTo>
                  <a:pt x="199" y="52"/>
                </a:lnTo>
                <a:lnTo>
                  <a:pt x="189" y="57"/>
                </a:lnTo>
                <a:lnTo>
                  <a:pt x="179" y="63"/>
                </a:lnTo>
                <a:lnTo>
                  <a:pt x="169" y="68"/>
                </a:lnTo>
                <a:lnTo>
                  <a:pt x="160" y="74"/>
                </a:lnTo>
                <a:lnTo>
                  <a:pt x="150" y="80"/>
                </a:lnTo>
                <a:lnTo>
                  <a:pt x="141" y="86"/>
                </a:lnTo>
                <a:lnTo>
                  <a:pt x="132" y="93"/>
                </a:lnTo>
                <a:lnTo>
                  <a:pt x="124" y="100"/>
                </a:lnTo>
                <a:lnTo>
                  <a:pt x="115" y="107"/>
                </a:lnTo>
                <a:lnTo>
                  <a:pt x="107" y="114"/>
                </a:lnTo>
                <a:lnTo>
                  <a:pt x="99" y="121"/>
                </a:lnTo>
                <a:lnTo>
                  <a:pt x="92" y="129"/>
                </a:lnTo>
                <a:lnTo>
                  <a:pt x="85" y="136"/>
                </a:lnTo>
                <a:lnTo>
                  <a:pt x="78" y="144"/>
                </a:lnTo>
                <a:lnTo>
                  <a:pt x="71" y="152"/>
                </a:lnTo>
                <a:lnTo>
                  <a:pt x="65" y="161"/>
                </a:lnTo>
                <a:lnTo>
                  <a:pt x="59" y="169"/>
                </a:lnTo>
                <a:lnTo>
                  <a:pt x="53" y="177"/>
                </a:lnTo>
                <a:lnTo>
                  <a:pt x="48" y="186"/>
                </a:lnTo>
                <a:lnTo>
                  <a:pt x="43" y="195"/>
                </a:lnTo>
                <a:lnTo>
                  <a:pt x="38" y="204"/>
                </a:lnTo>
                <a:lnTo>
                  <a:pt x="34" y="213"/>
                </a:lnTo>
                <a:lnTo>
                  <a:pt x="30" y="222"/>
                </a:lnTo>
                <a:lnTo>
                  <a:pt x="27" y="231"/>
                </a:lnTo>
                <a:lnTo>
                  <a:pt x="23" y="241"/>
                </a:lnTo>
                <a:lnTo>
                  <a:pt x="21" y="250"/>
                </a:lnTo>
                <a:lnTo>
                  <a:pt x="18" y="259"/>
                </a:lnTo>
                <a:lnTo>
                  <a:pt x="16" y="269"/>
                </a:lnTo>
                <a:lnTo>
                  <a:pt x="14" y="279"/>
                </a:lnTo>
                <a:lnTo>
                  <a:pt x="13" y="288"/>
                </a:lnTo>
                <a:lnTo>
                  <a:pt x="12" y="298"/>
                </a:lnTo>
                <a:lnTo>
                  <a:pt x="12" y="307"/>
                </a:lnTo>
                <a:lnTo>
                  <a:pt x="11" y="317"/>
                </a:lnTo>
                <a:lnTo>
                  <a:pt x="12" y="327"/>
                </a:lnTo>
                <a:lnTo>
                  <a:pt x="12" y="336"/>
                </a:lnTo>
                <a:lnTo>
                  <a:pt x="13" y="346"/>
                </a:lnTo>
                <a:lnTo>
                  <a:pt x="14" y="356"/>
                </a:lnTo>
                <a:lnTo>
                  <a:pt x="16" y="365"/>
                </a:lnTo>
                <a:lnTo>
                  <a:pt x="18" y="375"/>
                </a:lnTo>
                <a:lnTo>
                  <a:pt x="21" y="384"/>
                </a:lnTo>
                <a:lnTo>
                  <a:pt x="23" y="394"/>
                </a:lnTo>
                <a:lnTo>
                  <a:pt x="27" y="403"/>
                </a:lnTo>
                <a:lnTo>
                  <a:pt x="30" y="412"/>
                </a:lnTo>
                <a:lnTo>
                  <a:pt x="34" y="421"/>
                </a:lnTo>
                <a:lnTo>
                  <a:pt x="38" y="430"/>
                </a:lnTo>
                <a:lnTo>
                  <a:pt x="43" y="439"/>
                </a:lnTo>
                <a:lnTo>
                  <a:pt x="48" y="448"/>
                </a:lnTo>
                <a:lnTo>
                  <a:pt x="53" y="457"/>
                </a:lnTo>
                <a:lnTo>
                  <a:pt x="59" y="465"/>
                </a:lnTo>
                <a:lnTo>
                  <a:pt x="65" y="474"/>
                </a:lnTo>
                <a:lnTo>
                  <a:pt x="71" y="482"/>
                </a:lnTo>
                <a:lnTo>
                  <a:pt x="78" y="490"/>
                </a:lnTo>
                <a:lnTo>
                  <a:pt x="85" y="498"/>
                </a:lnTo>
                <a:lnTo>
                  <a:pt x="92" y="506"/>
                </a:lnTo>
                <a:lnTo>
                  <a:pt x="99" y="513"/>
                </a:lnTo>
                <a:lnTo>
                  <a:pt x="107" y="520"/>
                </a:lnTo>
                <a:lnTo>
                  <a:pt x="115" y="528"/>
                </a:lnTo>
                <a:lnTo>
                  <a:pt x="124" y="534"/>
                </a:lnTo>
                <a:lnTo>
                  <a:pt x="132" y="541"/>
                </a:lnTo>
                <a:lnTo>
                  <a:pt x="141" y="548"/>
                </a:lnTo>
                <a:lnTo>
                  <a:pt x="150" y="554"/>
                </a:lnTo>
                <a:lnTo>
                  <a:pt x="160" y="560"/>
                </a:lnTo>
                <a:lnTo>
                  <a:pt x="169" y="566"/>
                </a:lnTo>
                <a:lnTo>
                  <a:pt x="179" y="571"/>
                </a:lnTo>
                <a:lnTo>
                  <a:pt x="189" y="578"/>
                </a:lnTo>
                <a:lnTo>
                  <a:pt x="199" y="583"/>
                </a:lnTo>
                <a:lnTo>
                  <a:pt x="210" y="587"/>
                </a:lnTo>
                <a:lnTo>
                  <a:pt x="221" y="592"/>
                </a:lnTo>
                <a:lnTo>
                  <a:pt x="231" y="596"/>
                </a:lnTo>
                <a:lnTo>
                  <a:pt x="242" y="600"/>
                </a:lnTo>
                <a:lnTo>
                  <a:pt x="253" y="604"/>
                </a:lnTo>
                <a:lnTo>
                  <a:pt x="265" y="607"/>
                </a:lnTo>
                <a:lnTo>
                  <a:pt x="276" y="610"/>
                </a:lnTo>
                <a:lnTo>
                  <a:pt x="288" y="613"/>
                </a:lnTo>
                <a:lnTo>
                  <a:pt x="299" y="616"/>
                </a:lnTo>
                <a:lnTo>
                  <a:pt x="311" y="618"/>
                </a:lnTo>
                <a:lnTo>
                  <a:pt x="323" y="620"/>
                </a:lnTo>
                <a:lnTo>
                  <a:pt x="334" y="622"/>
                </a:lnTo>
                <a:lnTo>
                  <a:pt x="346" y="623"/>
                </a:lnTo>
                <a:lnTo>
                  <a:pt x="358" y="624"/>
                </a:lnTo>
                <a:lnTo>
                  <a:pt x="370" y="625"/>
                </a:lnTo>
                <a:lnTo>
                  <a:pt x="382" y="625"/>
                </a:lnTo>
                <a:lnTo>
                  <a:pt x="394" y="626"/>
                </a:lnTo>
                <a:lnTo>
                  <a:pt x="406" y="625"/>
                </a:lnTo>
                <a:lnTo>
                  <a:pt x="418" y="625"/>
                </a:lnTo>
                <a:lnTo>
                  <a:pt x="430" y="624"/>
                </a:lnTo>
                <a:lnTo>
                  <a:pt x="442" y="623"/>
                </a:lnTo>
                <a:lnTo>
                  <a:pt x="454" y="622"/>
                </a:lnTo>
                <a:lnTo>
                  <a:pt x="466" y="620"/>
                </a:lnTo>
                <a:lnTo>
                  <a:pt x="478" y="618"/>
                </a:lnTo>
                <a:lnTo>
                  <a:pt x="490" y="616"/>
                </a:lnTo>
                <a:lnTo>
                  <a:pt x="501" y="613"/>
                </a:lnTo>
                <a:lnTo>
                  <a:pt x="513" y="610"/>
                </a:lnTo>
                <a:lnTo>
                  <a:pt x="524" y="607"/>
                </a:lnTo>
                <a:lnTo>
                  <a:pt x="535" y="604"/>
                </a:lnTo>
                <a:lnTo>
                  <a:pt x="546" y="600"/>
                </a:lnTo>
                <a:lnTo>
                  <a:pt x="557" y="596"/>
                </a:lnTo>
                <a:lnTo>
                  <a:pt x="568" y="592"/>
                </a:lnTo>
                <a:lnTo>
                  <a:pt x="579" y="587"/>
                </a:lnTo>
                <a:lnTo>
                  <a:pt x="589" y="583"/>
                </a:lnTo>
                <a:lnTo>
                  <a:pt x="600" y="578"/>
                </a:lnTo>
                <a:lnTo>
                  <a:pt x="610" y="571"/>
                </a:lnTo>
                <a:lnTo>
                  <a:pt x="619" y="566"/>
                </a:lnTo>
                <a:lnTo>
                  <a:pt x="629" y="560"/>
                </a:lnTo>
                <a:lnTo>
                  <a:pt x="638" y="554"/>
                </a:lnTo>
                <a:lnTo>
                  <a:pt x="648" y="548"/>
                </a:lnTo>
                <a:lnTo>
                  <a:pt x="656" y="541"/>
                </a:lnTo>
                <a:lnTo>
                  <a:pt x="665" y="534"/>
                </a:lnTo>
                <a:lnTo>
                  <a:pt x="673" y="528"/>
                </a:lnTo>
                <a:lnTo>
                  <a:pt x="682" y="520"/>
                </a:lnTo>
                <a:lnTo>
                  <a:pt x="689" y="513"/>
                </a:lnTo>
                <a:lnTo>
                  <a:pt x="697" y="506"/>
                </a:lnTo>
                <a:lnTo>
                  <a:pt x="704" y="498"/>
                </a:lnTo>
                <a:lnTo>
                  <a:pt x="711" y="490"/>
                </a:lnTo>
                <a:lnTo>
                  <a:pt x="718" y="482"/>
                </a:lnTo>
                <a:lnTo>
                  <a:pt x="724" y="474"/>
                </a:lnTo>
                <a:lnTo>
                  <a:pt x="731" y="465"/>
                </a:lnTo>
                <a:lnTo>
                  <a:pt x="737" y="457"/>
                </a:lnTo>
                <a:lnTo>
                  <a:pt x="742" y="448"/>
                </a:lnTo>
                <a:lnTo>
                  <a:pt x="747" y="439"/>
                </a:lnTo>
                <a:lnTo>
                  <a:pt x="751" y="430"/>
                </a:lnTo>
                <a:lnTo>
                  <a:pt x="756" y="421"/>
                </a:lnTo>
                <a:lnTo>
                  <a:pt x="760" y="412"/>
                </a:lnTo>
                <a:lnTo>
                  <a:pt x="763" y="403"/>
                </a:lnTo>
                <a:lnTo>
                  <a:pt x="766" y="394"/>
                </a:lnTo>
                <a:lnTo>
                  <a:pt x="769" y="384"/>
                </a:lnTo>
                <a:lnTo>
                  <a:pt x="772" y="375"/>
                </a:lnTo>
                <a:lnTo>
                  <a:pt x="774" y="365"/>
                </a:lnTo>
                <a:lnTo>
                  <a:pt x="775" y="356"/>
                </a:lnTo>
                <a:lnTo>
                  <a:pt x="777" y="346"/>
                </a:lnTo>
                <a:lnTo>
                  <a:pt x="778" y="336"/>
                </a:lnTo>
                <a:lnTo>
                  <a:pt x="778" y="327"/>
                </a:lnTo>
                <a:lnTo>
                  <a:pt x="778" y="317"/>
                </a:lnTo>
                <a:moveTo>
                  <a:pt x="790" y="317"/>
                </a:moveTo>
                <a:lnTo>
                  <a:pt x="790" y="327"/>
                </a:lnTo>
                <a:lnTo>
                  <a:pt x="789" y="337"/>
                </a:lnTo>
                <a:lnTo>
                  <a:pt x="788" y="347"/>
                </a:lnTo>
                <a:lnTo>
                  <a:pt x="787" y="357"/>
                </a:lnTo>
                <a:lnTo>
                  <a:pt x="785" y="367"/>
                </a:lnTo>
                <a:lnTo>
                  <a:pt x="783" y="376"/>
                </a:lnTo>
                <a:lnTo>
                  <a:pt x="780" y="386"/>
                </a:lnTo>
                <a:lnTo>
                  <a:pt x="777" y="396"/>
                </a:lnTo>
                <a:lnTo>
                  <a:pt x="774" y="405"/>
                </a:lnTo>
                <a:lnTo>
                  <a:pt x="771" y="415"/>
                </a:lnTo>
                <a:lnTo>
                  <a:pt x="766" y="424"/>
                </a:lnTo>
                <a:lnTo>
                  <a:pt x="762" y="434"/>
                </a:lnTo>
                <a:lnTo>
                  <a:pt x="757" y="443"/>
                </a:lnTo>
                <a:lnTo>
                  <a:pt x="752" y="452"/>
                </a:lnTo>
                <a:lnTo>
                  <a:pt x="747" y="461"/>
                </a:lnTo>
                <a:lnTo>
                  <a:pt x="741" y="470"/>
                </a:lnTo>
                <a:lnTo>
                  <a:pt x="735" y="478"/>
                </a:lnTo>
                <a:lnTo>
                  <a:pt x="728" y="487"/>
                </a:lnTo>
                <a:lnTo>
                  <a:pt x="721" y="495"/>
                </a:lnTo>
                <a:lnTo>
                  <a:pt x="713" y="503"/>
                </a:lnTo>
                <a:lnTo>
                  <a:pt x="706" y="511"/>
                </a:lnTo>
                <a:lnTo>
                  <a:pt x="698" y="519"/>
                </a:lnTo>
                <a:lnTo>
                  <a:pt x="690" y="527"/>
                </a:lnTo>
                <a:lnTo>
                  <a:pt x="682" y="534"/>
                </a:lnTo>
                <a:lnTo>
                  <a:pt x="673" y="541"/>
                </a:lnTo>
                <a:lnTo>
                  <a:pt x="664" y="548"/>
                </a:lnTo>
                <a:lnTo>
                  <a:pt x="655" y="555"/>
                </a:lnTo>
                <a:lnTo>
                  <a:pt x="646" y="561"/>
                </a:lnTo>
                <a:lnTo>
                  <a:pt x="636" y="567"/>
                </a:lnTo>
                <a:lnTo>
                  <a:pt x="626" y="574"/>
                </a:lnTo>
                <a:lnTo>
                  <a:pt x="616" y="580"/>
                </a:lnTo>
                <a:lnTo>
                  <a:pt x="606" y="585"/>
                </a:lnTo>
                <a:lnTo>
                  <a:pt x="595" y="591"/>
                </a:lnTo>
                <a:lnTo>
                  <a:pt x="584" y="596"/>
                </a:lnTo>
                <a:lnTo>
                  <a:pt x="573" y="600"/>
                </a:lnTo>
                <a:lnTo>
                  <a:pt x="562" y="605"/>
                </a:lnTo>
                <a:lnTo>
                  <a:pt x="551" y="609"/>
                </a:lnTo>
                <a:lnTo>
                  <a:pt x="540" y="613"/>
                </a:lnTo>
                <a:lnTo>
                  <a:pt x="528" y="616"/>
                </a:lnTo>
                <a:lnTo>
                  <a:pt x="516" y="619"/>
                </a:lnTo>
                <a:lnTo>
                  <a:pt x="504" y="622"/>
                </a:lnTo>
                <a:lnTo>
                  <a:pt x="492" y="625"/>
                </a:lnTo>
                <a:lnTo>
                  <a:pt x="480" y="627"/>
                </a:lnTo>
                <a:lnTo>
                  <a:pt x="468" y="629"/>
                </a:lnTo>
                <a:lnTo>
                  <a:pt x="456" y="631"/>
                </a:lnTo>
                <a:lnTo>
                  <a:pt x="444" y="632"/>
                </a:lnTo>
                <a:lnTo>
                  <a:pt x="431" y="633"/>
                </a:lnTo>
                <a:lnTo>
                  <a:pt x="419" y="634"/>
                </a:lnTo>
                <a:lnTo>
                  <a:pt x="407" y="635"/>
                </a:lnTo>
                <a:lnTo>
                  <a:pt x="394" y="635"/>
                </a:lnTo>
                <a:lnTo>
                  <a:pt x="382" y="635"/>
                </a:lnTo>
                <a:lnTo>
                  <a:pt x="370" y="634"/>
                </a:lnTo>
                <a:lnTo>
                  <a:pt x="357" y="633"/>
                </a:lnTo>
                <a:lnTo>
                  <a:pt x="345" y="632"/>
                </a:lnTo>
                <a:lnTo>
                  <a:pt x="333" y="631"/>
                </a:lnTo>
                <a:lnTo>
                  <a:pt x="320" y="629"/>
                </a:lnTo>
                <a:lnTo>
                  <a:pt x="308" y="627"/>
                </a:lnTo>
                <a:lnTo>
                  <a:pt x="296" y="625"/>
                </a:lnTo>
                <a:lnTo>
                  <a:pt x="284" y="622"/>
                </a:lnTo>
                <a:lnTo>
                  <a:pt x="272" y="619"/>
                </a:lnTo>
                <a:lnTo>
                  <a:pt x="261" y="616"/>
                </a:lnTo>
                <a:lnTo>
                  <a:pt x="249" y="613"/>
                </a:lnTo>
                <a:lnTo>
                  <a:pt x="238" y="609"/>
                </a:lnTo>
                <a:lnTo>
                  <a:pt x="226" y="605"/>
                </a:lnTo>
                <a:lnTo>
                  <a:pt x="215" y="600"/>
                </a:lnTo>
                <a:lnTo>
                  <a:pt x="204" y="596"/>
                </a:lnTo>
                <a:lnTo>
                  <a:pt x="194" y="591"/>
                </a:lnTo>
                <a:lnTo>
                  <a:pt x="183" y="585"/>
                </a:lnTo>
                <a:lnTo>
                  <a:pt x="173" y="580"/>
                </a:lnTo>
                <a:lnTo>
                  <a:pt x="162" y="574"/>
                </a:lnTo>
                <a:lnTo>
                  <a:pt x="153" y="567"/>
                </a:lnTo>
                <a:lnTo>
                  <a:pt x="143" y="561"/>
                </a:lnTo>
                <a:lnTo>
                  <a:pt x="133" y="555"/>
                </a:lnTo>
                <a:lnTo>
                  <a:pt x="124" y="548"/>
                </a:lnTo>
                <a:lnTo>
                  <a:pt x="115" y="541"/>
                </a:lnTo>
                <a:lnTo>
                  <a:pt x="107" y="534"/>
                </a:lnTo>
                <a:lnTo>
                  <a:pt x="98" y="527"/>
                </a:lnTo>
                <a:lnTo>
                  <a:pt x="90" y="519"/>
                </a:lnTo>
                <a:lnTo>
                  <a:pt x="83" y="511"/>
                </a:lnTo>
                <a:lnTo>
                  <a:pt x="75" y="503"/>
                </a:lnTo>
                <a:lnTo>
                  <a:pt x="68" y="495"/>
                </a:lnTo>
                <a:lnTo>
                  <a:pt x="61" y="487"/>
                </a:lnTo>
                <a:lnTo>
                  <a:pt x="55" y="478"/>
                </a:lnTo>
                <a:lnTo>
                  <a:pt x="49" y="470"/>
                </a:lnTo>
                <a:lnTo>
                  <a:pt x="43" y="461"/>
                </a:lnTo>
                <a:lnTo>
                  <a:pt x="37" y="452"/>
                </a:lnTo>
                <a:lnTo>
                  <a:pt x="32" y="443"/>
                </a:lnTo>
                <a:lnTo>
                  <a:pt x="28" y="434"/>
                </a:lnTo>
                <a:lnTo>
                  <a:pt x="23" y="424"/>
                </a:lnTo>
                <a:lnTo>
                  <a:pt x="19" y="415"/>
                </a:lnTo>
                <a:lnTo>
                  <a:pt x="16" y="405"/>
                </a:lnTo>
                <a:lnTo>
                  <a:pt x="12" y="396"/>
                </a:lnTo>
                <a:lnTo>
                  <a:pt x="9" y="386"/>
                </a:lnTo>
                <a:lnTo>
                  <a:pt x="7" y="376"/>
                </a:lnTo>
                <a:lnTo>
                  <a:pt x="5" y="367"/>
                </a:lnTo>
                <a:lnTo>
                  <a:pt x="3" y="357"/>
                </a:lnTo>
                <a:lnTo>
                  <a:pt x="2" y="347"/>
                </a:lnTo>
                <a:lnTo>
                  <a:pt x="1" y="337"/>
                </a:lnTo>
                <a:lnTo>
                  <a:pt x="0" y="327"/>
                </a:lnTo>
                <a:lnTo>
                  <a:pt x="0" y="317"/>
                </a:lnTo>
                <a:lnTo>
                  <a:pt x="0" y="307"/>
                </a:lnTo>
                <a:lnTo>
                  <a:pt x="1" y="297"/>
                </a:lnTo>
                <a:lnTo>
                  <a:pt x="2" y="287"/>
                </a:lnTo>
                <a:lnTo>
                  <a:pt x="3" y="277"/>
                </a:lnTo>
                <a:lnTo>
                  <a:pt x="5" y="268"/>
                </a:lnTo>
                <a:lnTo>
                  <a:pt x="7" y="258"/>
                </a:lnTo>
                <a:lnTo>
                  <a:pt x="9" y="248"/>
                </a:lnTo>
                <a:lnTo>
                  <a:pt x="12" y="238"/>
                </a:lnTo>
                <a:lnTo>
                  <a:pt x="16" y="229"/>
                </a:lnTo>
                <a:lnTo>
                  <a:pt x="19" y="219"/>
                </a:lnTo>
                <a:lnTo>
                  <a:pt x="23" y="210"/>
                </a:lnTo>
                <a:lnTo>
                  <a:pt x="28" y="200"/>
                </a:lnTo>
                <a:lnTo>
                  <a:pt x="32" y="191"/>
                </a:lnTo>
                <a:lnTo>
                  <a:pt x="37" y="182"/>
                </a:lnTo>
                <a:lnTo>
                  <a:pt x="43" y="173"/>
                </a:lnTo>
                <a:lnTo>
                  <a:pt x="49" y="164"/>
                </a:lnTo>
                <a:lnTo>
                  <a:pt x="55" y="156"/>
                </a:lnTo>
                <a:lnTo>
                  <a:pt x="61" y="147"/>
                </a:lnTo>
                <a:lnTo>
                  <a:pt x="68" y="139"/>
                </a:lnTo>
                <a:lnTo>
                  <a:pt x="75" y="131"/>
                </a:lnTo>
                <a:lnTo>
                  <a:pt x="83" y="123"/>
                </a:lnTo>
                <a:lnTo>
                  <a:pt x="90" y="115"/>
                </a:lnTo>
                <a:lnTo>
                  <a:pt x="98" y="108"/>
                </a:lnTo>
                <a:lnTo>
                  <a:pt x="107" y="100"/>
                </a:lnTo>
                <a:lnTo>
                  <a:pt x="115" y="93"/>
                </a:lnTo>
                <a:lnTo>
                  <a:pt x="124" y="86"/>
                </a:lnTo>
                <a:lnTo>
                  <a:pt x="133" y="80"/>
                </a:lnTo>
                <a:lnTo>
                  <a:pt x="143" y="73"/>
                </a:lnTo>
                <a:lnTo>
                  <a:pt x="153" y="67"/>
                </a:lnTo>
                <a:lnTo>
                  <a:pt x="162" y="61"/>
                </a:lnTo>
                <a:lnTo>
                  <a:pt x="173" y="55"/>
                </a:lnTo>
                <a:lnTo>
                  <a:pt x="183" y="50"/>
                </a:lnTo>
                <a:lnTo>
                  <a:pt x="194" y="44"/>
                </a:lnTo>
                <a:lnTo>
                  <a:pt x="204" y="40"/>
                </a:lnTo>
                <a:lnTo>
                  <a:pt x="215" y="35"/>
                </a:lnTo>
                <a:lnTo>
                  <a:pt x="226" y="31"/>
                </a:lnTo>
                <a:lnTo>
                  <a:pt x="238" y="26"/>
                </a:lnTo>
                <a:lnTo>
                  <a:pt x="249" y="23"/>
                </a:lnTo>
                <a:lnTo>
                  <a:pt x="261" y="19"/>
                </a:lnTo>
                <a:lnTo>
                  <a:pt x="272" y="16"/>
                </a:lnTo>
                <a:lnTo>
                  <a:pt x="284" y="13"/>
                </a:lnTo>
                <a:lnTo>
                  <a:pt x="296" y="10"/>
                </a:lnTo>
                <a:lnTo>
                  <a:pt x="308" y="8"/>
                </a:lnTo>
                <a:lnTo>
                  <a:pt x="320" y="6"/>
                </a:lnTo>
                <a:lnTo>
                  <a:pt x="333" y="4"/>
                </a:lnTo>
                <a:lnTo>
                  <a:pt x="345" y="3"/>
                </a:lnTo>
                <a:lnTo>
                  <a:pt x="357" y="2"/>
                </a:lnTo>
                <a:lnTo>
                  <a:pt x="370" y="1"/>
                </a:lnTo>
                <a:lnTo>
                  <a:pt x="382" y="1"/>
                </a:lnTo>
                <a:lnTo>
                  <a:pt x="394" y="0"/>
                </a:lnTo>
                <a:lnTo>
                  <a:pt x="407" y="1"/>
                </a:lnTo>
                <a:lnTo>
                  <a:pt x="419" y="1"/>
                </a:lnTo>
                <a:lnTo>
                  <a:pt x="431" y="2"/>
                </a:lnTo>
                <a:lnTo>
                  <a:pt x="444" y="3"/>
                </a:lnTo>
                <a:lnTo>
                  <a:pt x="456" y="4"/>
                </a:lnTo>
                <a:lnTo>
                  <a:pt x="468" y="6"/>
                </a:lnTo>
                <a:lnTo>
                  <a:pt x="480" y="8"/>
                </a:lnTo>
                <a:lnTo>
                  <a:pt x="492" y="10"/>
                </a:lnTo>
                <a:lnTo>
                  <a:pt x="504" y="13"/>
                </a:lnTo>
                <a:lnTo>
                  <a:pt x="516" y="16"/>
                </a:lnTo>
                <a:lnTo>
                  <a:pt x="528" y="19"/>
                </a:lnTo>
                <a:lnTo>
                  <a:pt x="540" y="23"/>
                </a:lnTo>
                <a:lnTo>
                  <a:pt x="551" y="26"/>
                </a:lnTo>
                <a:lnTo>
                  <a:pt x="562" y="31"/>
                </a:lnTo>
                <a:lnTo>
                  <a:pt x="573" y="35"/>
                </a:lnTo>
                <a:lnTo>
                  <a:pt x="584" y="40"/>
                </a:lnTo>
                <a:lnTo>
                  <a:pt x="595" y="44"/>
                </a:lnTo>
                <a:lnTo>
                  <a:pt x="606" y="50"/>
                </a:lnTo>
                <a:lnTo>
                  <a:pt x="616" y="55"/>
                </a:lnTo>
                <a:lnTo>
                  <a:pt x="626" y="61"/>
                </a:lnTo>
                <a:lnTo>
                  <a:pt x="636" y="67"/>
                </a:lnTo>
                <a:lnTo>
                  <a:pt x="646" y="73"/>
                </a:lnTo>
                <a:lnTo>
                  <a:pt x="655" y="80"/>
                </a:lnTo>
                <a:lnTo>
                  <a:pt x="664" y="86"/>
                </a:lnTo>
                <a:lnTo>
                  <a:pt x="673" y="93"/>
                </a:lnTo>
                <a:lnTo>
                  <a:pt x="682" y="100"/>
                </a:lnTo>
                <a:lnTo>
                  <a:pt x="690" y="108"/>
                </a:lnTo>
                <a:lnTo>
                  <a:pt x="698" y="115"/>
                </a:lnTo>
                <a:lnTo>
                  <a:pt x="706" y="123"/>
                </a:lnTo>
                <a:lnTo>
                  <a:pt x="713" y="131"/>
                </a:lnTo>
                <a:lnTo>
                  <a:pt x="721" y="139"/>
                </a:lnTo>
                <a:lnTo>
                  <a:pt x="728" y="147"/>
                </a:lnTo>
                <a:lnTo>
                  <a:pt x="735" y="156"/>
                </a:lnTo>
                <a:lnTo>
                  <a:pt x="741" y="164"/>
                </a:lnTo>
                <a:lnTo>
                  <a:pt x="747" y="173"/>
                </a:lnTo>
                <a:lnTo>
                  <a:pt x="752" y="182"/>
                </a:lnTo>
                <a:lnTo>
                  <a:pt x="757" y="191"/>
                </a:lnTo>
                <a:lnTo>
                  <a:pt x="762" y="200"/>
                </a:lnTo>
                <a:lnTo>
                  <a:pt x="766" y="210"/>
                </a:lnTo>
                <a:lnTo>
                  <a:pt x="771" y="219"/>
                </a:lnTo>
                <a:lnTo>
                  <a:pt x="774" y="229"/>
                </a:lnTo>
                <a:lnTo>
                  <a:pt x="777" y="238"/>
                </a:lnTo>
                <a:lnTo>
                  <a:pt x="780" y="248"/>
                </a:lnTo>
                <a:lnTo>
                  <a:pt x="783" y="258"/>
                </a:lnTo>
                <a:lnTo>
                  <a:pt x="785" y="268"/>
                </a:lnTo>
                <a:lnTo>
                  <a:pt x="787" y="277"/>
                </a:lnTo>
                <a:lnTo>
                  <a:pt x="788" y="287"/>
                </a:lnTo>
                <a:lnTo>
                  <a:pt x="789" y="297"/>
                </a:lnTo>
                <a:lnTo>
                  <a:pt x="790" y="307"/>
                </a:lnTo>
                <a:lnTo>
                  <a:pt x="790" y="317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" name=""/>
          <p:cNvSpPr/>
          <p:nvPr/>
        </p:nvSpPr>
        <p:spPr>
          <a:xfrm>
            <a:off x="2716920" y="1730880"/>
            <a:ext cx="285840" cy="229680"/>
          </a:xfrm>
          <a:custGeom>
            <a:avLst/>
            <a:gdLst/>
            <a:ahLst/>
            <a:rect l="0" t="0" r="r" b="b"/>
            <a:pathLst>
              <a:path w="794" h="638">
                <a:moveTo>
                  <a:pt x="792" y="318"/>
                </a:moveTo>
                <a:lnTo>
                  <a:pt x="792" y="308"/>
                </a:lnTo>
                <a:lnTo>
                  <a:pt x="791" y="298"/>
                </a:lnTo>
                <a:lnTo>
                  <a:pt x="790" y="288"/>
                </a:lnTo>
                <a:lnTo>
                  <a:pt x="789" y="278"/>
                </a:lnTo>
                <a:lnTo>
                  <a:pt x="787" y="269"/>
                </a:lnTo>
                <a:lnTo>
                  <a:pt x="785" y="259"/>
                </a:lnTo>
                <a:lnTo>
                  <a:pt x="782" y="249"/>
                </a:lnTo>
                <a:lnTo>
                  <a:pt x="778" y="239"/>
                </a:lnTo>
                <a:lnTo>
                  <a:pt x="775" y="230"/>
                </a:lnTo>
                <a:lnTo>
                  <a:pt x="772" y="220"/>
                </a:lnTo>
                <a:lnTo>
                  <a:pt x="767" y="211"/>
                </a:lnTo>
                <a:lnTo>
                  <a:pt x="763" y="201"/>
                </a:lnTo>
                <a:lnTo>
                  <a:pt x="758" y="192"/>
                </a:lnTo>
                <a:lnTo>
                  <a:pt x="753" y="183"/>
                </a:lnTo>
                <a:lnTo>
                  <a:pt x="748" y="174"/>
                </a:lnTo>
                <a:lnTo>
                  <a:pt x="742" y="165"/>
                </a:lnTo>
                <a:lnTo>
                  <a:pt x="736" y="157"/>
                </a:lnTo>
                <a:lnTo>
                  <a:pt x="729" y="148"/>
                </a:lnTo>
                <a:lnTo>
                  <a:pt x="723" y="140"/>
                </a:lnTo>
                <a:lnTo>
                  <a:pt x="715" y="132"/>
                </a:lnTo>
                <a:lnTo>
                  <a:pt x="708" y="124"/>
                </a:lnTo>
                <a:lnTo>
                  <a:pt x="700" y="116"/>
                </a:lnTo>
                <a:lnTo>
                  <a:pt x="692" y="109"/>
                </a:lnTo>
                <a:lnTo>
                  <a:pt x="684" y="101"/>
                </a:lnTo>
                <a:lnTo>
                  <a:pt x="675" y="94"/>
                </a:lnTo>
                <a:lnTo>
                  <a:pt x="666" y="87"/>
                </a:lnTo>
                <a:lnTo>
                  <a:pt x="657" y="81"/>
                </a:lnTo>
                <a:lnTo>
                  <a:pt x="648" y="74"/>
                </a:lnTo>
                <a:lnTo>
                  <a:pt x="638" y="68"/>
                </a:lnTo>
                <a:lnTo>
                  <a:pt x="628" y="62"/>
                </a:lnTo>
                <a:lnTo>
                  <a:pt x="618" y="56"/>
                </a:lnTo>
                <a:lnTo>
                  <a:pt x="608" y="51"/>
                </a:lnTo>
                <a:lnTo>
                  <a:pt x="597" y="45"/>
                </a:lnTo>
                <a:lnTo>
                  <a:pt x="586" y="41"/>
                </a:lnTo>
                <a:lnTo>
                  <a:pt x="575" y="36"/>
                </a:lnTo>
                <a:lnTo>
                  <a:pt x="564" y="32"/>
                </a:lnTo>
                <a:lnTo>
                  <a:pt x="553" y="27"/>
                </a:lnTo>
                <a:lnTo>
                  <a:pt x="542" y="24"/>
                </a:lnTo>
                <a:lnTo>
                  <a:pt x="530" y="20"/>
                </a:lnTo>
                <a:lnTo>
                  <a:pt x="518" y="17"/>
                </a:lnTo>
                <a:lnTo>
                  <a:pt x="506" y="14"/>
                </a:lnTo>
                <a:lnTo>
                  <a:pt x="494" y="11"/>
                </a:lnTo>
                <a:lnTo>
                  <a:pt x="482" y="9"/>
                </a:lnTo>
                <a:lnTo>
                  <a:pt x="470" y="7"/>
                </a:lnTo>
                <a:lnTo>
                  <a:pt x="458" y="5"/>
                </a:lnTo>
                <a:lnTo>
                  <a:pt x="446" y="4"/>
                </a:lnTo>
                <a:lnTo>
                  <a:pt x="433" y="3"/>
                </a:lnTo>
                <a:lnTo>
                  <a:pt x="421" y="2"/>
                </a:lnTo>
                <a:lnTo>
                  <a:pt x="409" y="2"/>
                </a:lnTo>
                <a:lnTo>
                  <a:pt x="396" y="1"/>
                </a:lnTo>
                <a:lnTo>
                  <a:pt x="384" y="2"/>
                </a:lnTo>
                <a:lnTo>
                  <a:pt x="372" y="2"/>
                </a:lnTo>
                <a:lnTo>
                  <a:pt x="359" y="3"/>
                </a:lnTo>
                <a:lnTo>
                  <a:pt x="347" y="4"/>
                </a:lnTo>
                <a:lnTo>
                  <a:pt x="335" y="5"/>
                </a:lnTo>
                <a:lnTo>
                  <a:pt x="322" y="7"/>
                </a:lnTo>
                <a:lnTo>
                  <a:pt x="310" y="9"/>
                </a:lnTo>
                <a:lnTo>
                  <a:pt x="298" y="11"/>
                </a:lnTo>
                <a:lnTo>
                  <a:pt x="286" y="14"/>
                </a:lnTo>
                <a:lnTo>
                  <a:pt x="274" y="17"/>
                </a:lnTo>
                <a:lnTo>
                  <a:pt x="263" y="20"/>
                </a:lnTo>
                <a:lnTo>
                  <a:pt x="251" y="24"/>
                </a:lnTo>
                <a:lnTo>
                  <a:pt x="240" y="27"/>
                </a:lnTo>
                <a:lnTo>
                  <a:pt x="228" y="32"/>
                </a:lnTo>
                <a:lnTo>
                  <a:pt x="217" y="36"/>
                </a:lnTo>
                <a:lnTo>
                  <a:pt x="206" y="41"/>
                </a:lnTo>
                <a:lnTo>
                  <a:pt x="196" y="45"/>
                </a:lnTo>
                <a:lnTo>
                  <a:pt x="185" y="51"/>
                </a:lnTo>
                <a:lnTo>
                  <a:pt x="175" y="56"/>
                </a:lnTo>
                <a:lnTo>
                  <a:pt x="164" y="62"/>
                </a:lnTo>
                <a:lnTo>
                  <a:pt x="155" y="68"/>
                </a:lnTo>
                <a:lnTo>
                  <a:pt x="145" y="74"/>
                </a:lnTo>
                <a:lnTo>
                  <a:pt x="135" y="81"/>
                </a:lnTo>
                <a:lnTo>
                  <a:pt x="126" y="87"/>
                </a:lnTo>
                <a:lnTo>
                  <a:pt x="117" y="94"/>
                </a:lnTo>
                <a:lnTo>
                  <a:pt x="109" y="101"/>
                </a:lnTo>
                <a:lnTo>
                  <a:pt x="100" y="109"/>
                </a:lnTo>
                <a:lnTo>
                  <a:pt x="92" y="116"/>
                </a:lnTo>
                <a:lnTo>
                  <a:pt x="85" y="124"/>
                </a:lnTo>
                <a:lnTo>
                  <a:pt x="77" y="132"/>
                </a:lnTo>
                <a:lnTo>
                  <a:pt x="70" y="140"/>
                </a:lnTo>
                <a:lnTo>
                  <a:pt x="63" y="148"/>
                </a:lnTo>
                <a:lnTo>
                  <a:pt x="57" y="157"/>
                </a:lnTo>
                <a:lnTo>
                  <a:pt x="51" y="165"/>
                </a:lnTo>
                <a:lnTo>
                  <a:pt x="45" y="174"/>
                </a:lnTo>
                <a:lnTo>
                  <a:pt x="39" y="183"/>
                </a:lnTo>
                <a:lnTo>
                  <a:pt x="34" y="192"/>
                </a:lnTo>
                <a:lnTo>
                  <a:pt x="30" y="201"/>
                </a:lnTo>
                <a:lnTo>
                  <a:pt x="25" y="211"/>
                </a:lnTo>
                <a:lnTo>
                  <a:pt x="21" y="220"/>
                </a:lnTo>
                <a:lnTo>
                  <a:pt x="18" y="230"/>
                </a:lnTo>
                <a:lnTo>
                  <a:pt x="14" y="239"/>
                </a:lnTo>
                <a:lnTo>
                  <a:pt x="11" y="249"/>
                </a:lnTo>
                <a:lnTo>
                  <a:pt x="9" y="259"/>
                </a:lnTo>
                <a:lnTo>
                  <a:pt x="7" y="269"/>
                </a:lnTo>
                <a:lnTo>
                  <a:pt x="5" y="278"/>
                </a:lnTo>
                <a:lnTo>
                  <a:pt x="4" y="288"/>
                </a:lnTo>
                <a:lnTo>
                  <a:pt x="3" y="298"/>
                </a:lnTo>
                <a:lnTo>
                  <a:pt x="2" y="308"/>
                </a:lnTo>
                <a:lnTo>
                  <a:pt x="2" y="318"/>
                </a:lnTo>
                <a:lnTo>
                  <a:pt x="2" y="328"/>
                </a:lnTo>
                <a:lnTo>
                  <a:pt x="3" y="338"/>
                </a:lnTo>
                <a:lnTo>
                  <a:pt x="4" y="348"/>
                </a:lnTo>
                <a:lnTo>
                  <a:pt x="5" y="358"/>
                </a:lnTo>
                <a:lnTo>
                  <a:pt x="7" y="368"/>
                </a:lnTo>
                <a:lnTo>
                  <a:pt x="9" y="377"/>
                </a:lnTo>
                <a:lnTo>
                  <a:pt x="11" y="387"/>
                </a:lnTo>
                <a:lnTo>
                  <a:pt x="14" y="397"/>
                </a:lnTo>
                <a:lnTo>
                  <a:pt x="18" y="406"/>
                </a:lnTo>
                <a:lnTo>
                  <a:pt x="21" y="416"/>
                </a:lnTo>
                <a:lnTo>
                  <a:pt x="25" y="425"/>
                </a:lnTo>
                <a:lnTo>
                  <a:pt x="30" y="435"/>
                </a:lnTo>
                <a:lnTo>
                  <a:pt x="34" y="444"/>
                </a:lnTo>
                <a:lnTo>
                  <a:pt x="39" y="453"/>
                </a:lnTo>
                <a:lnTo>
                  <a:pt x="45" y="462"/>
                </a:lnTo>
                <a:lnTo>
                  <a:pt x="51" y="471"/>
                </a:lnTo>
                <a:lnTo>
                  <a:pt x="57" y="479"/>
                </a:lnTo>
                <a:lnTo>
                  <a:pt x="63" y="488"/>
                </a:lnTo>
                <a:lnTo>
                  <a:pt x="70" y="496"/>
                </a:lnTo>
                <a:lnTo>
                  <a:pt x="77" y="504"/>
                </a:lnTo>
                <a:lnTo>
                  <a:pt x="85" y="512"/>
                </a:lnTo>
                <a:lnTo>
                  <a:pt x="92" y="520"/>
                </a:lnTo>
                <a:lnTo>
                  <a:pt x="100" y="528"/>
                </a:lnTo>
                <a:lnTo>
                  <a:pt x="109" y="535"/>
                </a:lnTo>
                <a:lnTo>
                  <a:pt x="117" y="542"/>
                </a:lnTo>
                <a:lnTo>
                  <a:pt x="126" y="549"/>
                </a:lnTo>
                <a:lnTo>
                  <a:pt x="135" y="556"/>
                </a:lnTo>
                <a:lnTo>
                  <a:pt x="145" y="562"/>
                </a:lnTo>
                <a:lnTo>
                  <a:pt x="155" y="568"/>
                </a:lnTo>
                <a:lnTo>
                  <a:pt x="164" y="574"/>
                </a:lnTo>
                <a:lnTo>
                  <a:pt x="175" y="580"/>
                </a:lnTo>
                <a:lnTo>
                  <a:pt x="185" y="585"/>
                </a:lnTo>
                <a:lnTo>
                  <a:pt x="196" y="591"/>
                </a:lnTo>
                <a:lnTo>
                  <a:pt x="206" y="596"/>
                </a:lnTo>
                <a:lnTo>
                  <a:pt x="217" y="600"/>
                </a:lnTo>
                <a:lnTo>
                  <a:pt x="228" y="605"/>
                </a:lnTo>
                <a:lnTo>
                  <a:pt x="240" y="610"/>
                </a:lnTo>
                <a:lnTo>
                  <a:pt x="251" y="614"/>
                </a:lnTo>
                <a:lnTo>
                  <a:pt x="263" y="617"/>
                </a:lnTo>
                <a:lnTo>
                  <a:pt x="274" y="620"/>
                </a:lnTo>
                <a:lnTo>
                  <a:pt x="286" y="623"/>
                </a:lnTo>
                <a:lnTo>
                  <a:pt x="298" y="626"/>
                </a:lnTo>
                <a:lnTo>
                  <a:pt x="310" y="628"/>
                </a:lnTo>
                <a:lnTo>
                  <a:pt x="322" y="630"/>
                </a:lnTo>
                <a:lnTo>
                  <a:pt x="335" y="632"/>
                </a:lnTo>
                <a:lnTo>
                  <a:pt x="347" y="633"/>
                </a:lnTo>
                <a:lnTo>
                  <a:pt x="359" y="634"/>
                </a:lnTo>
                <a:lnTo>
                  <a:pt x="372" y="635"/>
                </a:lnTo>
                <a:lnTo>
                  <a:pt x="384" y="636"/>
                </a:lnTo>
                <a:lnTo>
                  <a:pt x="396" y="636"/>
                </a:lnTo>
                <a:lnTo>
                  <a:pt x="409" y="636"/>
                </a:lnTo>
                <a:lnTo>
                  <a:pt x="421" y="635"/>
                </a:lnTo>
                <a:lnTo>
                  <a:pt x="433" y="634"/>
                </a:lnTo>
                <a:lnTo>
                  <a:pt x="446" y="633"/>
                </a:lnTo>
                <a:lnTo>
                  <a:pt x="458" y="632"/>
                </a:lnTo>
                <a:lnTo>
                  <a:pt x="470" y="630"/>
                </a:lnTo>
                <a:lnTo>
                  <a:pt x="482" y="628"/>
                </a:lnTo>
                <a:lnTo>
                  <a:pt x="494" y="626"/>
                </a:lnTo>
                <a:lnTo>
                  <a:pt x="506" y="623"/>
                </a:lnTo>
                <a:lnTo>
                  <a:pt x="518" y="620"/>
                </a:lnTo>
                <a:lnTo>
                  <a:pt x="530" y="617"/>
                </a:lnTo>
                <a:lnTo>
                  <a:pt x="542" y="614"/>
                </a:lnTo>
                <a:lnTo>
                  <a:pt x="553" y="610"/>
                </a:lnTo>
                <a:lnTo>
                  <a:pt x="564" y="605"/>
                </a:lnTo>
                <a:lnTo>
                  <a:pt x="575" y="600"/>
                </a:lnTo>
                <a:lnTo>
                  <a:pt x="586" y="596"/>
                </a:lnTo>
                <a:lnTo>
                  <a:pt x="597" y="591"/>
                </a:lnTo>
                <a:lnTo>
                  <a:pt x="608" y="585"/>
                </a:lnTo>
                <a:lnTo>
                  <a:pt x="618" y="580"/>
                </a:lnTo>
                <a:lnTo>
                  <a:pt x="628" y="574"/>
                </a:lnTo>
                <a:lnTo>
                  <a:pt x="638" y="568"/>
                </a:lnTo>
                <a:lnTo>
                  <a:pt x="648" y="562"/>
                </a:lnTo>
                <a:lnTo>
                  <a:pt x="657" y="556"/>
                </a:lnTo>
                <a:lnTo>
                  <a:pt x="666" y="549"/>
                </a:lnTo>
                <a:lnTo>
                  <a:pt x="675" y="542"/>
                </a:lnTo>
                <a:lnTo>
                  <a:pt x="684" y="535"/>
                </a:lnTo>
                <a:lnTo>
                  <a:pt x="692" y="528"/>
                </a:lnTo>
                <a:lnTo>
                  <a:pt x="700" y="520"/>
                </a:lnTo>
                <a:lnTo>
                  <a:pt x="708" y="512"/>
                </a:lnTo>
                <a:lnTo>
                  <a:pt x="715" y="504"/>
                </a:lnTo>
                <a:lnTo>
                  <a:pt x="723" y="496"/>
                </a:lnTo>
                <a:lnTo>
                  <a:pt x="729" y="488"/>
                </a:lnTo>
                <a:lnTo>
                  <a:pt x="736" y="479"/>
                </a:lnTo>
                <a:lnTo>
                  <a:pt x="742" y="471"/>
                </a:lnTo>
                <a:lnTo>
                  <a:pt x="748" y="462"/>
                </a:lnTo>
                <a:lnTo>
                  <a:pt x="753" y="453"/>
                </a:lnTo>
                <a:lnTo>
                  <a:pt x="758" y="444"/>
                </a:lnTo>
                <a:lnTo>
                  <a:pt x="763" y="435"/>
                </a:lnTo>
                <a:lnTo>
                  <a:pt x="767" y="425"/>
                </a:lnTo>
                <a:lnTo>
                  <a:pt x="772" y="416"/>
                </a:lnTo>
                <a:lnTo>
                  <a:pt x="775" y="406"/>
                </a:lnTo>
                <a:lnTo>
                  <a:pt x="778" y="397"/>
                </a:lnTo>
                <a:lnTo>
                  <a:pt x="782" y="387"/>
                </a:lnTo>
                <a:lnTo>
                  <a:pt x="785" y="377"/>
                </a:lnTo>
                <a:lnTo>
                  <a:pt x="787" y="368"/>
                </a:lnTo>
                <a:lnTo>
                  <a:pt x="789" y="358"/>
                </a:lnTo>
                <a:lnTo>
                  <a:pt x="790" y="348"/>
                </a:lnTo>
                <a:lnTo>
                  <a:pt x="791" y="338"/>
                </a:lnTo>
                <a:lnTo>
                  <a:pt x="792" y="328"/>
                </a:lnTo>
                <a:lnTo>
                  <a:pt x="792" y="318"/>
                </a:lnTo>
                <a:moveTo>
                  <a:pt x="794" y="318"/>
                </a:moveTo>
                <a:lnTo>
                  <a:pt x="794" y="328"/>
                </a:lnTo>
                <a:lnTo>
                  <a:pt x="793" y="338"/>
                </a:lnTo>
                <a:lnTo>
                  <a:pt x="792" y="348"/>
                </a:lnTo>
                <a:lnTo>
                  <a:pt x="791" y="358"/>
                </a:lnTo>
                <a:lnTo>
                  <a:pt x="789" y="368"/>
                </a:lnTo>
                <a:lnTo>
                  <a:pt x="787" y="378"/>
                </a:lnTo>
                <a:lnTo>
                  <a:pt x="785" y="388"/>
                </a:lnTo>
                <a:lnTo>
                  <a:pt x="782" y="397"/>
                </a:lnTo>
                <a:lnTo>
                  <a:pt x="777" y="407"/>
                </a:lnTo>
                <a:lnTo>
                  <a:pt x="774" y="417"/>
                </a:lnTo>
                <a:lnTo>
                  <a:pt x="770" y="426"/>
                </a:lnTo>
                <a:lnTo>
                  <a:pt x="765" y="435"/>
                </a:lnTo>
                <a:lnTo>
                  <a:pt x="760" y="445"/>
                </a:lnTo>
                <a:lnTo>
                  <a:pt x="755" y="454"/>
                </a:lnTo>
                <a:lnTo>
                  <a:pt x="750" y="463"/>
                </a:lnTo>
                <a:lnTo>
                  <a:pt x="744" y="472"/>
                </a:lnTo>
                <a:lnTo>
                  <a:pt x="738" y="480"/>
                </a:lnTo>
                <a:lnTo>
                  <a:pt x="731" y="489"/>
                </a:lnTo>
                <a:lnTo>
                  <a:pt x="725" y="497"/>
                </a:lnTo>
                <a:lnTo>
                  <a:pt x="717" y="505"/>
                </a:lnTo>
                <a:lnTo>
                  <a:pt x="710" y="513"/>
                </a:lnTo>
                <a:lnTo>
                  <a:pt x="702" y="521"/>
                </a:lnTo>
                <a:lnTo>
                  <a:pt x="694" y="529"/>
                </a:lnTo>
                <a:lnTo>
                  <a:pt x="686" y="536"/>
                </a:lnTo>
                <a:lnTo>
                  <a:pt x="677" y="543"/>
                </a:lnTo>
                <a:lnTo>
                  <a:pt x="668" y="550"/>
                </a:lnTo>
                <a:lnTo>
                  <a:pt x="659" y="557"/>
                </a:lnTo>
                <a:lnTo>
                  <a:pt x="649" y="564"/>
                </a:lnTo>
                <a:lnTo>
                  <a:pt x="640" y="570"/>
                </a:lnTo>
                <a:lnTo>
                  <a:pt x="630" y="576"/>
                </a:lnTo>
                <a:lnTo>
                  <a:pt x="619" y="582"/>
                </a:lnTo>
                <a:lnTo>
                  <a:pt x="609" y="587"/>
                </a:lnTo>
                <a:lnTo>
                  <a:pt x="598" y="592"/>
                </a:lnTo>
                <a:lnTo>
                  <a:pt x="587" y="597"/>
                </a:lnTo>
                <a:lnTo>
                  <a:pt x="576" y="602"/>
                </a:lnTo>
                <a:lnTo>
                  <a:pt x="565" y="606"/>
                </a:lnTo>
                <a:lnTo>
                  <a:pt x="554" y="611"/>
                </a:lnTo>
                <a:lnTo>
                  <a:pt x="542" y="615"/>
                </a:lnTo>
                <a:lnTo>
                  <a:pt x="531" y="619"/>
                </a:lnTo>
                <a:lnTo>
                  <a:pt x="519" y="622"/>
                </a:lnTo>
                <a:lnTo>
                  <a:pt x="507" y="625"/>
                </a:lnTo>
                <a:lnTo>
                  <a:pt x="495" y="628"/>
                </a:lnTo>
                <a:lnTo>
                  <a:pt x="483" y="630"/>
                </a:lnTo>
                <a:lnTo>
                  <a:pt x="471" y="632"/>
                </a:lnTo>
                <a:lnTo>
                  <a:pt x="458" y="634"/>
                </a:lnTo>
                <a:lnTo>
                  <a:pt x="446" y="635"/>
                </a:lnTo>
                <a:lnTo>
                  <a:pt x="434" y="636"/>
                </a:lnTo>
                <a:lnTo>
                  <a:pt x="421" y="637"/>
                </a:lnTo>
                <a:lnTo>
                  <a:pt x="409" y="637"/>
                </a:lnTo>
                <a:lnTo>
                  <a:pt x="396" y="638"/>
                </a:lnTo>
                <a:lnTo>
                  <a:pt x="384" y="637"/>
                </a:lnTo>
                <a:lnTo>
                  <a:pt x="371" y="637"/>
                </a:lnTo>
                <a:lnTo>
                  <a:pt x="359" y="636"/>
                </a:lnTo>
                <a:lnTo>
                  <a:pt x="347" y="635"/>
                </a:lnTo>
                <a:lnTo>
                  <a:pt x="334" y="634"/>
                </a:lnTo>
                <a:lnTo>
                  <a:pt x="322" y="632"/>
                </a:lnTo>
                <a:lnTo>
                  <a:pt x="310" y="630"/>
                </a:lnTo>
                <a:lnTo>
                  <a:pt x="298" y="628"/>
                </a:lnTo>
                <a:lnTo>
                  <a:pt x="286" y="625"/>
                </a:lnTo>
                <a:lnTo>
                  <a:pt x="274" y="622"/>
                </a:lnTo>
                <a:lnTo>
                  <a:pt x="262" y="619"/>
                </a:lnTo>
                <a:lnTo>
                  <a:pt x="250" y="615"/>
                </a:lnTo>
                <a:lnTo>
                  <a:pt x="239" y="611"/>
                </a:lnTo>
                <a:lnTo>
                  <a:pt x="227" y="606"/>
                </a:lnTo>
                <a:lnTo>
                  <a:pt x="216" y="602"/>
                </a:lnTo>
                <a:lnTo>
                  <a:pt x="205" y="597"/>
                </a:lnTo>
                <a:lnTo>
                  <a:pt x="194" y="592"/>
                </a:lnTo>
                <a:lnTo>
                  <a:pt x="184" y="587"/>
                </a:lnTo>
                <a:lnTo>
                  <a:pt x="173" y="582"/>
                </a:lnTo>
                <a:lnTo>
                  <a:pt x="163" y="576"/>
                </a:lnTo>
                <a:lnTo>
                  <a:pt x="153" y="570"/>
                </a:lnTo>
                <a:lnTo>
                  <a:pt x="143" y="564"/>
                </a:lnTo>
                <a:lnTo>
                  <a:pt x="134" y="557"/>
                </a:lnTo>
                <a:lnTo>
                  <a:pt x="125" y="550"/>
                </a:lnTo>
                <a:lnTo>
                  <a:pt x="116" y="543"/>
                </a:lnTo>
                <a:lnTo>
                  <a:pt x="107" y="536"/>
                </a:lnTo>
                <a:lnTo>
                  <a:pt x="99" y="529"/>
                </a:lnTo>
                <a:lnTo>
                  <a:pt x="91" y="521"/>
                </a:lnTo>
                <a:lnTo>
                  <a:pt x="83" y="513"/>
                </a:lnTo>
                <a:lnTo>
                  <a:pt x="75" y="505"/>
                </a:lnTo>
                <a:lnTo>
                  <a:pt x="68" y="497"/>
                </a:lnTo>
                <a:lnTo>
                  <a:pt x="61" y="489"/>
                </a:lnTo>
                <a:lnTo>
                  <a:pt x="55" y="480"/>
                </a:lnTo>
                <a:lnTo>
                  <a:pt x="49" y="472"/>
                </a:lnTo>
                <a:lnTo>
                  <a:pt x="43" y="463"/>
                </a:lnTo>
                <a:lnTo>
                  <a:pt x="37" y="454"/>
                </a:lnTo>
                <a:lnTo>
                  <a:pt x="32" y="445"/>
                </a:lnTo>
                <a:lnTo>
                  <a:pt x="27" y="435"/>
                </a:lnTo>
                <a:lnTo>
                  <a:pt x="23" y="426"/>
                </a:lnTo>
                <a:lnTo>
                  <a:pt x="19" y="417"/>
                </a:lnTo>
                <a:lnTo>
                  <a:pt x="15" y="407"/>
                </a:lnTo>
                <a:lnTo>
                  <a:pt x="12" y="397"/>
                </a:lnTo>
                <a:lnTo>
                  <a:pt x="9" y="388"/>
                </a:lnTo>
                <a:lnTo>
                  <a:pt x="7" y="378"/>
                </a:lnTo>
                <a:lnTo>
                  <a:pt x="4" y="368"/>
                </a:lnTo>
                <a:lnTo>
                  <a:pt x="3" y="358"/>
                </a:lnTo>
                <a:lnTo>
                  <a:pt x="1" y="348"/>
                </a:lnTo>
                <a:lnTo>
                  <a:pt x="0" y="338"/>
                </a:lnTo>
                <a:lnTo>
                  <a:pt x="0" y="328"/>
                </a:lnTo>
                <a:lnTo>
                  <a:pt x="0" y="318"/>
                </a:lnTo>
                <a:lnTo>
                  <a:pt x="0" y="308"/>
                </a:lnTo>
                <a:lnTo>
                  <a:pt x="0" y="298"/>
                </a:lnTo>
                <a:lnTo>
                  <a:pt x="1" y="288"/>
                </a:lnTo>
                <a:lnTo>
                  <a:pt x="3" y="278"/>
                </a:lnTo>
                <a:lnTo>
                  <a:pt x="4" y="268"/>
                </a:lnTo>
                <a:lnTo>
                  <a:pt x="7" y="258"/>
                </a:lnTo>
                <a:lnTo>
                  <a:pt x="9" y="249"/>
                </a:lnTo>
                <a:lnTo>
                  <a:pt x="12" y="239"/>
                </a:lnTo>
                <a:lnTo>
                  <a:pt x="15" y="229"/>
                </a:lnTo>
                <a:lnTo>
                  <a:pt x="19" y="220"/>
                </a:lnTo>
                <a:lnTo>
                  <a:pt x="23" y="210"/>
                </a:lnTo>
                <a:lnTo>
                  <a:pt x="27" y="201"/>
                </a:lnTo>
                <a:lnTo>
                  <a:pt x="32" y="192"/>
                </a:lnTo>
                <a:lnTo>
                  <a:pt x="37" y="182"/>
                </a:lnTo>
                <a:lnTo>
                  <a:pt x="43" y="173"/>
                </a:lnTo>
                <a:lnTo>
                  <a:pt x="49" y="165"/>
                </a:lnTo>
                <a:lnTo>
                  <a:pt x="55" y="156"/>
                </a:lnTo>
                <a:lnTo>
                  <a:pt x="61" y="147"/>
                </a:lnTo>
                <a:lnTo>
                  <a:pt x="68" y="139"/>
                </a:lnTo>
                <a:lnTo>
                  <a:pt x="75" y="131"/>
                </a:lnTo>
                <a:lnTo>
                  <a:pt x="83" y="123"/>
                </a:lnTo>
                <a:lnTo>
                  <a:pt x="91" y="115"/>
                </a:lnTo>
                <a:lnTo>
                  <a:pt x="99" y="107"/>
                </a:lnTo>
                <a:lnTo>
                  <a:pt x="107" y="100"/>
                </a:lnTo>
                <a:lnTo>
                  <a:pt x="116" y="93"/>
                </a:lnTo>
                <a:lnTo>
                  <a:pt x="125" y="86"/>
                </a:lnTo>
                <a:lnTo>
                  <a:pt x="134" y="79"/>
                </a:lnTo>
                <a:lnTo>
                  <a:pt x="143" y="73"/>
                </a:lnTo>
                <a:lnTo>
                  <a:pt x="153" y="66"/>
                </a:lnTo>
                <a:lnTo>
                  <a:pt x="163" y="60"/>
                </a:lnTo>
                <a:lnTo>
                  <a:pt x="173" y="55"/>
                </a:lnTo>
                <a:lnTo>
                  <a:pt x="184" y="49"/>
                </a:lnTo>
                <a:lnTo>
                  <a:pt x="194" y="44"/>
                </a:lnTo>
                <a:lnTo>
                  <a:pt x="205" y="39"/>
                </a:lnTo>
                <a:lnTo>
                  <a:pt x="216" y="34"/>
                </a:lnTo>
                <a:lnTo>
                  <a:pt x="227" y="30"/>
                </a:lnTo>
                <a:lnTo>
                  <a:pt x="239" y="26"/>
                </a:lnTo>
                <a:lnTo>
                  <a:pt x="250" y="22"/>
                </a:lnTo>
                <a:lnTo>
                  <a:pt x="262" y="18"/>
                </a:lnTo>
                <a:lnTo>
                  <a:pt x="274" y="15"/>
                </a:lnTo>
                <a:lnTo>
                  <a:pt x="286" y="12"/>
                </a:lnTo>
                <a:lnTo>
                  <a:pt x="298" y="10"/>
                </a:lnTo>
                <a:lnTo>
                  <a:pt x="310" y="7"/>
                </a:lnTo>
                <a:lnTo>
                  <a:pt x="322" y="5"/>
                </a:lnTo>
                <a:lnTo>
                  <a:pt x="334" y="3"/>
                </a:lnTo>
                <a:lnTo>
                  <a:pt x="347" y="2"/>
                </a:lnTo>
                <a:lnTo>
                  <a:pt x="359" y="1"/>
                </a:lnTo>
                <a:lnTo>
                  <a:pt x="371" y="0"/>
                </a:lnTo>
                <a:lnTo>
                  <a:pt x="384" y="0"/>
                </a:lnTo>
                <a:lnTo>
                  <a:pt x="396" y="0"/>
                </a:lnTo>
                <a:lnTo>
                  <a:pt x="409" y="0"/>
                </a:lnTo>
                <a:lnTo>
                  <a:pt x="421" y="0"/>
                </a:lnTo>
                <a:lnTo>
                  <a:pt x="434" y="1"/>
                </a:lnTo>
                <a:lnTo>
                  <a:pt x="446" y="2"/>
                </a:lnTo>
                <a:lnTo>
                  <a:pt x="458" y="3"/>
                </a:lnTo>
                <a:lnTo>
                  <a:pt x="471" y="5"/>
                </a:lnTo>
                <a:lnTo>
                  <a:pt x="483" y="7"/>
                </a:lnTo>
                <a:lnTo>
                  <a:pt x="495" y="10"/>
                </a:lnTo>
                <a:lnTo>
                  <a:pt x="507" y="12"/>
                </a:lnTo>
                <a:lnTo>
                  <a:pt x="519" y="15"/>
                </a:lnTo>
                <a:lnTo>
                  <a:pt x="531" y="18"/>
                </a:lnTo>
                <a:lnTo>
                  <a:pt x="542" y="22"/>
                </a:lnTo>
                <a:lnTo>
                  <a:pt x="554" y="26"/>
                </a:lnTo>
                <a:lnTo>
                  <a:pt x="565" y="30"/>
                </a:lnTo>
                <a:lnTo>
                  <a:pt x="576" y="34"/>
                </a:lnTo>
                <a:lnTo>
                  <a:pt x="587" y="39"/>
                </a:lnTo>
                <a:lnTo>
                  <a:pt x="598" y="44"/>
                </a:lnTo>
                <a:lnTo>
                  <a:pt x="609" y="49"/>
                </a:lnTo>
                <a:lnTo>
                  <a:pt x="619" y="55"/>
                </a:lnTo>
                <a:lnTo>
                  <a:pt x="630" y="60"/>
                </a:lnTo>
                <a:lnTo>
                  <a:pt x="640" y="66"/>
                </a:lnTo>
                <a:lnTo>
                  <a:pt x="649" y="73"/>
                </a:lnTo>
                <a:lnTo>
                  <a:pt x="659" y="79"/>
                </a:lnTo>
                <a:lnTo>
                  <a:pt x="668" y="86"/>
                </a:lnTo>
                <a:lnTo>
                  <a:pt x="677" y="93"/>
                </a:lnTo>
                <a:lnTo>
                  <a:pt x="686" y="100"/>
                </a:lnTo>
                <a:lnTo>
                  <a:pt x="694" y="107"/>
                </a:lnTo>
                <a:lnTo>
                  <a:pt x="702" y="115"/>
                </a:lnTo>
                <a:lnTo>
                  <a:pt x="710" y="123"/>
                </a:lnTo>
                <a:lnTo>
                  <a:pt x="717" y="131"/>
                </a:lnTo>
                <a:lnTo>
                  <a:pt x="725" y="139"/>
                </a:lnTo>
                <a:lnTo>
                  <a:pt x="731" y="147"/>
                </a:lnTo>
                <a:lnTo>
                  <a:pt x="738" y="156"/>
                </a:lnTo>
                <a:lnTo>
                  <a:pt x="744" y="165"/>
                </a:lnTo>
                <a:lnTo>
                  <a:pt x="750" y="173"/>
                </a:lnTo>
                <a:lnTo>
                  <a:pt x="755" y="182"/>
                </a:lnTo>
                <a:lnTo>
                  <a:pt x="760" y="192"/>
                </a:lnTo>
                <a:lnTo>
                  <a:pt x="765" y="201"/>
                </a:lnTo>
                <a:lnTo>
                  <a:pt x="770" y="210"/>
                </a:lnTo>
                <a:lnTo>
                  <a:pt x="774" y="220"/>
                </a:lnTo>
                <a:lnTo>
                  <a:pt x="777" y="229"/>
                </a:lnTo>
                <a:lnTo>
                  <a:pt x="782" y="239"/>
                </a:lnTo>
                <a:lnTo>
                  <a:pt x="785" y="249"/>
                </a:lnTo>
                <a:lnTo>
                  <a:pt x="787" y="258"/>
                </a:lnTo>
                <a:lnTo>
                  <a:pt x="789" y="268"/>
                </a:lnTo>
                <a:lnTo>
                  <a:pt x="791" y="278"/>
                </a:lnTo>
                <a:lnTo>
                  <a:pt x="792" y="288"/>
                </a:lnTo>
                <a:lnTo>
                  <a:pt x="793" y="298"/>
                </a:lnTo>
                <a:lnTo>
                  <a:pt x="794" y="308"/>
                </a:lnTo>
                <a:lnTo>
                  <a:pt x="794" y="318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" name=""/>
          <p:cNvSpPr/>
          <p:nvPr/>
        </p:nvSpPr>
        <p:spPr>
          <a:xfrm>
            <a:off x="2712600" y="1727280"/>
            <a:ext cx="294480" cy="236520"/>
          </a:xfrm>
          <a:custGeom>
            <a:avLst/>
            <a:gdLst/>
            <a:ahLst/>
            <a:rect l="0" t="0" r="r" b="b"/>
            <a:pathLst>
              <a:path w="818" h="657">
                <a:moveTo>
                  <a:pt x="806" y="329"/>
                </a:moveTo>
                <a:lnTo>
                  <a:pt x="806" y="319"/>
                </a:lnTo>
                <a:lnTo>
                  <a:pt x="805" y="309"/>
                </a:lnTo>
                <a:lnTo>
                  <a:pt x="804" y="299"/>
                </a:lnTo>
                <a:lnTo>
                  <a:pt x="803" y="289"/>
                </a:lnTo>
                <a:lnTo>
                  <a:pt x="801" y="279"/>
                </a:lnTo>
                <a:lnTo>
                  <a:pt x="799" y="269"/>
                </a:lnTo>
                <a:lnTo>
                  <a:pt x="797" y="260"/>
                </a:lnTo>
                <a:lnTo>
                  <a:pt x="794" y="250"/>
                </a:lnTo>
                <a:lnTo>
                  <a:pt x="790" y="240"/>
                </a:lnTo>
                <a:lnTo>
                  <a:pt x="787" y="231"/>
                </a:lnTo>
                <a:lnTo>
                  <a:pt x="783" y="221"/>
                </a:lnTo>
                <a:lnTo>
                  <a:pt x="778" y="212"/>
                </a:lnTo>
                <a:lnTo>
                  <a:pt x="773" y="203"/>
                </a:lnTo>
                <a:lnTo>
                  <a:pt x="768" y="193"/>
                </a:lnTo>
                <a:lnTo>
                  <a:pt x="763" y="184"/>
                </a:lnTo>
                <a:lnTo>
                  <a:pt x="757" y="176"/>
                </a:lnTo>
                <a:lnTo>
                  <a:pt x="751" y="167"/>
                </a:lnTo>
                <a:lnTo>
                  <a:pt x="744" y="158"/>
                </a:lnTo>
                <a:lnTo>
                  <a:pt x="738" y="150"/>
                </a:lnTo>
                <a:lnTo>
                  <a:pt x="730" y="142"/>
                </a:lnTo>
                <a:lnTo>
                  <a:pt x="723" y="134"/>
                </a:lnTo>
                <a:lnTo>
                  <a:pt x="715" y="126"/>
                </a:lnTo>
                <a:lnTo>
                  <a:pt x="707" y="118"/>
                </a:lnTo>
                <a:lnTo>
                  <a:pt x="699" y="110"/>
                </a:lnTo>
                <a:lnTo>
                  <a:pt x="690" y="103"/>
                </a:lnTo>
                <a:lnTo>
                  <a:pt x="681" y="96"/>
                </a:lnTo>
                <a:lnTo>
                  <a:pt x="672" y="89"/>
                </a:lnTo>
                <a:lnTo>
                  <a:pt x="662" y="83"/>
                </a:lnTo>
                <a:lnTo>
                  <a:pt x="653" y="76"/>
                </a:lnTo>
                <a:lnTo>
                  <a:pt x="643" y="70"/>
                </a:lnTo>
                <a:lnTo>
                  <a:pt x="632" y="65"/>
                </a:lnTo>
                <a:lnTo>
                  <a:pt x="622" y="59"/>
                </a:lnTo>
                <a:lnTo>
                  <a:pt x="611" y="54"/>
                </a:lnTo>
                <a:lnTo>
                  <a:pt x="600" y="49"/>
                </a:lnTo>
                <a:lnTo>
                  <a:pt x="589" y="44"/>
                </a:lnTo>
                <a:lnTo>
                  <a:pt x="578" y="40"/>
                </a:lnTo>
                <a:lnTo>
                  <a:pt x="567" y="36"/>
                </a:lnTo>
                <a:lnTo>
                  <a:pt x="555" y="32"/>
                </a:lnTo>
                <a:lnTo>
                  <a:pt x="544" y="28"/>
                </a:lnTo>
                <a:lnTo>
                  <a:pt x="532" y="25"/>
                </a:lnTo>
                <a:lnTo>
                  <a:pt x="520" y="22"/>
                </a:lnTo>
                <a:lnTo>
                  <a:pt x="508" y="20"/>
                </a:lnTo>
                <a:lnTo>
                  <a:pt x="496" y="17"/>
                </a:lnTo>
                <a:lnTo>
                  <a:pt x="484" y="15"/>
                </a:lnTo>
                <a:lnTo>
                  <a:pt x="471" y="13"/>
                </a:lnTo>
                <a:lnTo>
                  <a:pt x="459" y="12"/>
                </a:lnTo>
                <a:lnTo>
                  <a:pt x="447" y="11"/>
                </a:lnTo>
                <a:lnTo>
                  <a:pt x="434" y="10"/>
                </a:lnTo>
                <a:lnTo>
                  <a:pt x="422" y="10"/>
                </a:lnTo>
                <a:lnTo>
                  <a:pt x="409" y="10"/>
                </a:lnTo>
                <a:lnTo>
                  <a:pt x="397" y="10"/>
                </a:lnTo>
                <a:lnTo>
                  <a:pt x="384" y="10"/>
                </a:lnTo>
                <a:lnTo>
                  <a:pt x="372" y="11"/>
                </a:lnTo>
                <a:lnTo>
                  <a:pt x="360" y="12"/>
                </a:lnTo>
                <a:lnTo>
                  <a:pt x="347" y="13"/>
                </a:lnTo>
                <a:lnTo>
                  <a:pt x="335" y="15"/>
                </a:lnTo>
                <a:lnTo>
                  <a:pt x="323" y="17"/>
                </a:lnTo>
                <a:lnTo>
                  <a:pt x="311" y="20"/>
                </a:lnTo>
                <a:lnTo>
                  <a:pt x="299" y="22"/>
                </a:lnTo>
                <a:lnTo>
                  <a:pt x="287" y="25"/>
                </a:lnTo>
                <a:lnTo>
                  <a:pt x="275" y="28"/>
                </a:lnTo>
                <a:lnTo>
                  <a:pt x="263" y="32"/>
                </a:lnTo>
                <a:lnTo>
                  <a:pt x="252" y="36"/>
                </a:lnTo>
                <a:lnTo>
                  <a:pt x="240" y="40"/>
                </a:lnTo>
                <a:lnTo>
                  <a:pt x="229" y="44"/>
                </a:lnTo>
                <a:lnTo>
                  <a:pt x="218" y="49"/>
                </a:lnTo>
                <a:lnTo>
                  <a:pt x="206" y="54"/>
                </a:lnTo>
                <a:lnTo>
                  <a:pt x="196" y="59"/>
                </a:lnTo>
                <a:lnTo>
                  <a:pt x="185" y="65"/>
                </a:lnTo>
                <a:lnTo>
                  <a:pt x="175" y="70"/>
                </a:lnTo>
                <a:lnTo>
                  <a:pt x="165" y="76"/>
                </a:lnTo>
                <a:lnTo>
                  <a:pt x="155" y="83"/>
                </a:lnTo>
                <a:lnTo>
                  <a:pt x="146" y="89"/>
                </a:lnTo>
                <a:lnTo>
                  <a:pt x="137" y="96"/>
                </a:lnTo>
                <a:lnTo>
                  <a:pt x="128" y="103"/>
                </a:lnTo>
                <a:lnTo>
                  <a:pt x="119" y="110"/>
                </a:lnTo>
                <a:lnTo>
                  <a:pt x="111" y="118"/>
                </a:lnTo>
                <a:lnTo>
                  <a:pt x="103" y="126"/>
                </a:lnTo>
                <a:lnTo>
                  <a:pt x="95" y="134"/>
                </a:lnTo>
                <a:lnTo>
                  <a:pt x="87" y="142"/>
                </a:lnTo>
                <a:lnTo>
                  <a:pt x="80" y="150"/>
                </a:lnTo>
                <a:lnTo>
                  <a:pt x="73" y="158"/>
                </a:lnTo>
                <a:lnTo>
                  <a:pt x="67" y="167"/>
                </a:lnTo>
                <a:lnTo>
                  <a:pt x="61" y="176"/>
                </a:lnTo>
                <a:lnTo>
                  <a:pt x="55" y="184"/>
                </a:lnTo>
                <a:lnTo>
                  <a:pt x="49" y="193"/>
                </a:lnTo>
                <a:lnTo>
                  <a:pt x="44" y="203"/>
                </a:lnTo>
                <a:lnTo>
                  <a:pt x="39" y="212"/>
                </a:lnTo>
                <a:lnTo>
                  <a:pt x="35" y="221"/>
                </a:lnTo>
                <a:lnTo>
                  <a:pt x="31" y="231"/>
                </a:lnTo>
                <a:lnTo>
                  <a:pt x="27" y="240"/>
                </a:lnTo>
                <a:lnTo>
                  <a:pt x="24" y="250"/>
                </a:lnTo>
                <a:lnTo>
                  <a:pt x="21" y="260"/>
                </a:lnTo>
                <a:lnTo>
                  <a:pt x="19" y="269"/>
                </a:lnTo>
                <a:lnTo>
                  <a:pt x="16" y="279"/>
                </a:lnTo>
                <a:lnTo>
                  <a:pt x="15" y="289"/>
                </a:lnTo>
                <a:lnTo>
                  <a:pt x="13" y="299"/>
                </a:lnTo>
                <a:lnTo>
                  <a:pt x="12" y="309"/>
                </a:lnTo>
                <a:lnTo>
                  <a:pt x="12" y="319"/>
                </a:lnTo>
                <a:lnTo>
                  <a:pt x="12" y="329"/>
                </a:lnTo>
                <a:lnTo>
                  <a:pt x="12" y="339"/>
                </a:lnTo>
                <a:lnTo>
                  <a:pt x="12" y="349"/>
                </a:lnTo>
                <a:lnTo>
                  <a:pt x="13" y="359"/>
                </a:lnTo>
                <a:lnTo>
                  <a:pt x="15" y="369"/>
                </a:lnTo>
                <a:lnTo>
                  <a:pt x="16" y="379"/>
                </a:lnTo>
                <a:lnTo>
                  <a:pt x="19" y="389"/>
                </a:lnTo>
                <a:lnTo>
                  <a:pt x="21" y="399"/>
                </a:lnTo>
                <a:lnTo>
                  <a:pt x="24" y="408"/>
                </a:lnTo>
                <a:lnTo>
                  <a:pt x="27" y="418"/>
                </a:lnTo>
                <a:lnTo>
                  <a:pt x="31" y="428"/>
                </a:lnTo>
                <a:lnTo>
                  <a:pt x="35" y="437"/>
                </a:lnTo>
                <a:lnTo>
                  <a:pt x="39" y="446"/>
                </a:lnTo>
                <a:lnTo>
                  <a:pt x="44" y="456"/>
                </a:lnTo>
                <a:lnTo>
                  <a:pt x="49" y="465"/>
                </a:lnTo>
                <a:lnTo>
                  <a:pt x="55" y="474"/>
                </a:lnTo>
                <a:lnTo>
                  <a:pt x="61" y="483"/>
                </a:lnTo>
                <a:lnTo>
                  <a:pt x="67" y="491"/>
                </a:lnTo>
                <a:lnTo>
                  <a:pt x="73" y="500"/>
                </a:lnTo>
                <a:lnTo>
                  <a:pt x="80" y="508"/>
                </a:lnTo>
                <a:lnTo>
                  <a:pt x="87" y="516"/>
                </a:lnTo>
                <a:lnTo>
                  <a:pt x="95" y="524"/>
                </a:lnTo>
                <a:lnTo>
                  <a:pt x="103" y="532"/>
                </a:lnTo>
                <a:lnTo>
                  <a:pt x="111" y="540"/>
                </a:lnTo>
                <a:lnTo>
                  <a:pt x="119" y="547"/>
                </a:lnTo>
                <a:lnTo>
                  <a:pt x="128" y="554"/>
                </a:lnTo>
                <a:lnTo>
                  <a:pt x="137" y="561"/>
                </a:lnTo>
                <a:lnTo>
                  <a:pt x="146" y="568"/>
                </a:lnTo>
                <a:lnTo>
                  <a:pt x="155" y="575"/>
                </a:lnTo>
                <a:lnTo>
                  <a:pt x="165" y="581"/>
                </a:lnTo>
                <a:lnTo>
                  <a:pt x="175" y="587"/>
                </a:lnTo>
                <a:lnTo>
                  <a:pt x="185" y="593"/>
                </a:lnTo>
                <a:lnTo>
                  <a:pt x="196" y="598"/>
                </a:lnTo>
                <a:lnTo>
                  <a:pt x="206" y="603"/>
                </a:lnTo>
                <a:lnTo>
                  <a:pt x="218" y="608"/>
                </a:lnTo>
                <a:lnTo>
                  <a:pt x="229" y="613"/>
                </a:lnTo>
                <a:lnTo>
                  <a:pt x="240" y="617"/>
                </a:lnTo>
                <a:lnTo>
                  <a:pt x="252" y="621"/>
                </a:lnTo>
                <a:lnTo>
                  <a:pt x="263" y="625"/>
                </a:lnTo>
                <a:lnTo>
                  <a:pt x="275" y="629"/>
                </a:lnTo>
                <a:lnTo>
                  <a:pt x="287" y="632"/>
                </a:lnTo>
                <a:lnTo>
                  <a:pt x="299" y="635"/>
                </a:lnTo>
                <a:lnTo>
                  <a:pt x="311" y="638"/>
                </a:lnTo>
                <a:lnTo>
                  <a:pt x="323" y="640"/>
                </a:lnTo>
                <a:lnTo>
                  <a:pt x="335" y="642"/>
                </a:lnTo>
                <a:lnTo>
                  <a:pt x="347" y="644"/>
                </a:lnTo>
                <a:lnTo>
                  <a:pt x="360" y="645"/>
                </a:lnTo>
                <a:lnTo>
                  <a:pt x="372" y="646"/>
                </a:lnTo>
                <a:lnTo>
                  <a:pt x="384" y="647"/>
                </a:lnTo>
                <a:lnTo>
                  <a:pt x="397" y="647"/>
                </a:lnTo>
                <a:lnTo>
                  <a:pt x="409" y="648"/>
                </a:lnTo>
                <a:lnTo>
                  <a:pt x="422" y="647"/>
                </a:lnTo>
                <a:lnTo>
                  <a:pt x="434" y="647"/>
                </a:lnTo>
                <a:lnTo>
                  <a:pt x="447" y="646"/>
                </a:lnTo>
                <a:lnTo>
                  <a:pt x="459" y="645"/>
                </a:lnTo>
                <a:lnTo>
                  <a:pt x="471" y="644"/>
                </a:lnTo>
                <a:lnTo>
                  <a:pt x="484" y="642"/>
                </a:lnTo>
                <a:lnTo>
                  <a:pt x="496" y="640"/>
                </a:lnTo>
                <a:lnTo>
                  <a:pt x="508" y="638"/>
                </a:lnTo>
                <a:lnTo>
                  <a:pt x="520" y="635"/>
                </a:lnTo>
                <a:lnTo>
                  <a:pt x="532" y="632"/>
                </a:lnTo>
                <a:lnTo>
                  <a:pt x="544" y="629"/>
                </a:lnTo>
                <a:lnTo>
                  <a:pt x="555" y="625"/>
                </a:lnTo>
                <a:lnTo>
                  <a:pt x="567" y="621"/>
                </a:lnTo>
                <a:lnTo>
                  <a:pt x="578" y="617"/>
                </a:lnTo>
                <a:lnTo>
                  <a:pt x="589" y="613"/>
                </a:lnTo>
                <a:lnTo>
                  <a:pt x="600" y="608"/>
                </a:lnTo>
                <a:lnTo>
                  <a:pt x="611" y="603"/>
                </a:lnTo>
                <a:lnTo>
                  <a:pt x="622" y="598"/>
                </a:lnTo>
                <a:lnTo>
                  <a:pt x="632" y="593"/>
                </a:lnTo>
                <a:lnTo>
                  <a:pt x="643" y="587"/>
                </a:lnTo>
                <a:lnTo>
                  <a:pt x="653" y="581"/>
                </a:lnTo>
                <a:lnTo>
                  <a:pt x="662" y="575"/>
                </a:lnTo>
                <a:lnTo>
                  <a:pt x="672" y="568"/>
                </a:lnTo>
                <a:lnTo>
                  <a:pt x="681" y="561"/>
                </a:lnTo>
                <a:lnTo>
                  <a:pt x="690" y="554"/>
                </a:lnTo>
                <a:lnTo>
                  <a:pt x="699" y="547"/>
                </a:lnTo>
                <a:lnTo>
                  <a:pt x="707" y="540"/>
                </a:lnTo>
                <a:lnTo>
                  <a:pt x="715" y="532"/>
                </a:lnTo>
                <a:lnTo>
                  <a:pt x="723" y="524"/>
                </a:lnTo>
                <a:lnTo>
                  <a:pt x="730" y="516"/>
                </a:lnTo>
                <a:lnTo>
                  <a:pt x="738" y="508"/>
                </a:lnTo>
                <a:lnTo>
                  <a:pt x="744" y="500"/>
                </a:lnTo>
                <a:lnTo>
                  <a:pt x="751" y="491"/>
                </a:lnTo>
                <a:lnTo>
                  <a:pt x="757" y="483"/>
                </a:lnTo>
                <a:lnTo>
                  <a:pt x="763" y="474"/>
                </a:lnTo>
                <a:lnTo>
                  <a:pt x="768" y="465"/>
                </a:lnTo>
                <a:lnTo>
                  <a:pt x="773" y="456"/>
                </a:lnTo>
                <a:lnTo>
                  <a:pt x="778" y="446"/>
                </a:lnTo>
                <a:lnTo>
                  <a:pt x="783" y="437"/>
                </a:lnTo>
                <a:lnTo>
                  <a:pt x="787" y="428"/>
                </a:lnTo>
                <a:lnTo>
                  <a:pt x="790" y="418"/>
                </a:lnTo>
                <a:lnTo>
                  <a:pt x="794" y="408"/>
                </a:lnTo>
                <a:lnTo>
                  <a:pt x="797" y="399"/>
                </a:lnTo>
                <a:lnTo>
                  <a:pt x="799" y="389"/>
                </a:lnTo>
                <a:lnTo>
                  <a:pt x="801" y="379"/>
                </a:lnTo>
                <a:lnTo>
                  <a:pt x="803" y="369"/>
                </a:lnTo>
                <a:lnTo>
                  <a:pt x="804" y="359"/>
                </a:lnTo>
                <a:lnTo>
                  <a:pt x="805" y="349"/>
                </a:lnTo>
                <a:lnTo>
                  <a:pt x="806" y="339"/>
                </a:lnTo>
                <a:lnTo>
                  <a:pt x="806" y="329"/>
                </a:lnTo>
                <a:moveTo>
                  <a:pt x="818" y="329"/>
                </a:moveTo>
                <a:lnTo>
                  <a:pt x="817" y="339"/>
                </a:lnTo>
                <a:lnTo>
                  <a:pt x="817" y="350"/>
                </a:lnTo>
                <a:lnTo>
                  <a:pt x="816" y="360"/>
                </a:lnTo>
                <a:lnTo>
                  <a:pt x="814" y="370"/>
                </a:lnTo>
                <a:lnTo>
                  <a:pt x="813" y="380"/>
                </a:lnTo>
                <a:lnTo>
                  <a:pt x="810" y="390"/>
                </a:lnTo>
                <a:lnTo>
                  <a:pt x="808" y="401"/>
                </a:lnTo>
                <a:lnTo>
                  <a:pt x="805" y="411"/>
                </a:lnTo>
                <a:lnTo>
                  <a:pt x="801" y="421"/>
                </a:lnTo>
                <a:lnTo>
                  <a:pt x="798" y="430"/>
                </a:lnTo>
                <a:lnTo>
                  <a:pt x="794" y="440"/>
                </a:lnTo>
                <a:lnTo>
                  <a:pt x="789" y="450"/>
                </a:lnTo>
                <a:lnTo>
                  <a:pt x="784" y="459"/>
                </a:lnTo>
                <a:lnTo>
                  <a:pt x="779" y="469"/>
                </a:lnTo>
                <a:lnTo>
                  <a:pt x="773" y="478"/>
                </a:lnTo>
                <a:lnTo>
                  <a:pt x="767" y="487"/>
                </a:lnTo>
                <a:lnTo>
                  <a:pt x="761" y="496"/>
                </a:lnTo>
                <a:lnTo>
                  <a:pt x="754" y="505"/>
                </a:lnTo>
                <a:lnTo>
                  <a:pt x="747" y="513"/>
                </a:lnTo>
                <a:lnTo>
                  <a:pt x="740" y="522"/>
                </a:lnTo>
                <a:lnTo>
                  <a:pt x="732" y="530"/>
                </a:lnTo>
                <a:lnTo>
                  <a:pt x="724" y="538"/>
                </a:lnTo>
                <a:lnTo>
                  <a:pt x="716" y="546"/>
                </a:lnTo>
                <a:lnTo>
                  <a:pt x="707" y="553"/>
                </a:lnTo>
                <a:lnTo>
                  <a:pt x="698" y="561"/>
                </a:lnTo>
                <a:lnTo>
                  <a:pt x="689" y="568"/>
                </a:lnTo>
                <a:lnTo>
                  <a:pt x="679" y="575"/>
                </a:lnTo>
                <a:lnTo>
                  <a:pt x="670" y="582"/>
                </a:lnTo>
                <a:lnTo>
                  <a:pt x="660" y="588"/>
                </a:lnTo>
                <a:lnTo>
                  <a:pt x="649" y="594"/>
                </a:lnTo>
                <a:lnTo>
                  <a:pt x="639" y="600"/>
                </a:lnTo>
                <a:lnTo>
                  <a:pt x="628" y="606"/>
                </a:lnTo>
                <a:lnTo>
                  <a:pt x="617" y="611"/>
                </a:lnTo>
                <a:lnTo>
                  <a:pt x="606" y="616"/>
                </a:lnTo>
                <a:lnTo>
                  <a:pt x="595" y="621"/>
                </a:lnTo>
                <a:lnTo>
                  <a:pt x="583" y="626"/>
                </a:lnTo>
                <a:lnTo>
                  <a:pt x="572" y="630"/>
                </a:lnTo>
                <a:lnTo>
                  <a:pt x="560" y="634"/>
                </a:lnTo>
                <a:lnTo>
                  <a:pt x="548" y="638"/>
                </a:lnTo>
                <a:lnTo>
                  <a:pt x="536" y="641"/>
                </a:lnTo>
                <a:lnTo>
                  <a:pt x="523" y="644"/>
                </a:lnTo>
                <a:lnTo>
                  <a:pt x="511" y="647"/>
                </a:lnTo>
                <a:lnTo>
                  <a:pt x="498" y="649"/>
                </a:lnTo>
                <a:lnTo>
                  <a:pt x="486" y="651"/>
                </a:lnTo>
                <a:lnTo>
                  <a:pt x="473" y="653"/>
                </a:lnTo>
                <a:lnTo>
                  <a:pt x="461" y="654"/>
                </a:lnTo>
                <a:lnTo>
                  <a:pt x="448" y="655"/>
                </a:lnTo>
                <a:lnTo>
                  <a:pt x="435" y="656"/>
                </a:lnTo>
                <a:lnTo>
                  <a:pt x="422" y="657"/>
                </a:lnTo>
                <a:lnTo>
                  <a:pt x="409" y="657"/>
                </a:lnTo>
                <a:lnTo>
                  <a:pt x="397" y="657"/>
                </a:lnTo>
                <a:lnTo>
                  <a:pt x="384" y="656"/>
                </a:lnTo>
                <a:lnTo>
                  <a:pt x="371" y="655"/>
                </a:lnTo>
                <a:lnTo>
                  <a:pt x="358" y="654"/>
                </a:lnTo>
                <a:lnTo>
                  <a:pt x="345" y="653"/>
                </a:lnTo>
                <a:lnTo>
                  <a:pt x="333" y="651"/>
                </a:lnTo>
                <a:lnTo>
                  <a:pt x="320" y="649"/>
                </a:lnTo>
                <a:lnTo>
                  <a:pt x="308" y="647"/>
                </a:lnTo>
                <a:lnTo>
                  <a:pt x="295" y="644"/>
                </a:lnTo>
                <a:lnTo>
                  <a:pt x="283" y="641"/>
                </a:lnTo>
                <a:lnTo>
                  <a:pt x="271" y="638"/>
                </a:lnTo>
                <a:lnTo>
                  <a:pt x="259" y="634"/>
                </a:lnTo>
                <a:lnTo>
                  <a:pt x="247" y="630"/>
                </a:lnTo>
                <a:lnTo>
                  <a:pt x="236" y="626"/>
                </a:lnTo>
                <a:lnTo>
                  <a:pt x="224" y="621"/>
                </a:lnTo>
                <a:lnTo>
                  <a:pt x="212" y="616"/>
                </a:lnTo>
                <a:lnTo>
                  <a:pt x="201" y="611"/>
                </a:lnTo>
                <a:lnTo>
                  <a:pt x="190" y="606"/>
                </a:lnTo>
                <a:lnTo>
                  <a:pt x="179" y="600"/>
                </a:lnTo>
                <a:lnTo>
                  <a:pt x="168" y="594"/>
                </a:lnTo>
                <a:lnTo>
                  <a:pt x="158" y="588"/>
                </a:lnTo>
                <a:lnTo>
                  <a:pt x="148" y="582"/>
                </a:lnTo>
                <a:lnTo>
                  <a:pt x="138" y="575"/>
                </a:lnTo>
                <a:lnTo>
                  <a:pt x="129" y="568"/>
                </a:lnTo>
                <a:lnTo>
                  <a:pt x="120" y="561"/>
                </a:lnTo>
                <a:lnTo>
                  <a:pt x="111" y="553"/>
                </a:lnTo>
                <a:lnTo>
                  <a:pt x="102" y="546"/>
                </a:lnTo>
                <a:lnTo>
                  <a:pt x="94" y="538"/>
                </a:lnTo>
                <a:lnTo>
                  <a:pt x="86" y="530"/>
                </a:lnTo>
                <a:lnTo>
                  <a:pt x="78" y="522"/>
                </a:lnTo>
                <a:lnTo>
                  <a:pt x="71" y="513"/>
                </a:lnTo>
                <a:lnTo>
                  <a:pt x="64" y="505"/>
                </a:lnTo>
                <a:lnTo>
                  <a:pt x="57" y="496"/>
                </a:lnTo>
                <a:lnTo>
                  <a:pt x="51" y="487"/>
                </a:lnTo>
                <a:lnTo>
                  <a:pt x="45" y="478"/>
                </a:lnTo>
                <a:lnTo>
                  <a:pt x="39" y="469"/>
                </a:lnTo>
                <a:lnTo>
                  <a:pt x="34" y="459"/>
                </a:lnTo>
                <a:lnTo>
                  <a:pt x="29" y="450"/>
                </a:lnTo>
                <a:lnTo>
                  <a:pt x="24" y="440"/>
                </a:lnTo>
                <a:lnTo>
                  <a:pt x="20" y="430"/>
                </a:lnTo>
                <a:lnTo>
                  <a:pt x="16" y="421"/>
                </a:lnTo>
                <a:lnTo>
                  <a:pt x="13" y="411"/>
                </a:lnTo>
                <a:lnTo>
                  <a:pt x="10" y="401"/>
                </a:lnTo>
                <a:lnTo>
                  <a:pt x="7" y="390"/>
                </a:lnTo>
                <a:lnTo>
                  <a:pt x="5" y="380"/>
                </a:lnTo>
                <a:lnTo>
                  <a:pt x="3" y="370"/>
                </a:lnTo>
                <a:lnTo>
                  <a:pt x="2" y="360"/>
                </a:lnTo>
                <a:lnTo>
                  <a:pt x="1" y="350"/>
                </a:lnTo>
                <a:lnTo>
                  <a:pt x="0" y="339"/>
                </a:lnTo>
                <a:lnTo>
                  <a:pt x="0" y="329"/>
                </a:lnTo>
                <a:lnTo>
                  <a:pt x="0" y="319"/>
                </a:lnTo>
                <a:lnTo>
                  <a:pt x="1" y="308"/>
                </a:lnTo>
                <a:lnTo>
                  <a:pt x="2" y="298"/>
                </a:lnTo>
                <a:lnTo>
                  <a:pt x="3" y="288"/>
                </a:lnTo>
                <a:lnTo>
                  <a:pt x="5" y="278"/>
                </a:lnTo>
                <a:lnTo>
                  <a:pt x="7" y="268"/>
                </a:lnTo>
                <a:lnTo>
                  <a:pt x="10" y="258"/>
                </a:lnTo>
                <a:lnTo>
                  <a:pt x="13" y="248"/>
                </a:lnTo>
                <a:lnTo>
                  <a:pt x="16" y="238"/>
                </a:lnTo>
                <a:lnTo>
                  <a:pt x="20" y="228"/>
                </a:lnTo>
                <a:lnTo>
                  <a:pt x="24" y="218"/>
                </a:lnTo>
                <a:lnTo>
                  <a:pt x="29" y="208"/>
                </a:lnTo>
                <a:lnTo>
                  <a:pt x="34" y="199"/>
                </a:lnTo>
                <a:lnTo>
                  <a:pt x="39" y="189"/>
                </a:lnTo>
                <a:lnTo>
                  <a:pt x="45" y="180"/>
                </a:lnTo>
                <a:lnTo>
                  <a:pt x="51" y="171"/>
                </a:lnTo>
                <a:lnTo>
                  <a:pt x="57" y="162"/>
                </a:lnTo>
                <a:lnTo>
                  <a:pt x="64" y="153"/>
                </a:lnTo>
                <a:lnTo>
                  <a:pt x="71" y="145"/>
                </a:lnTo>
                <a:lnTo>
                  <a:pt x="78" y="136"/>
                </a:lnTo>
                <a:lnTo>
                  <a:pt x="86" y="128"/>
                </a:lnTo>
                <a:lnTo>
                  <a:pt x="94" y="120"/>
                </a:lnTo>
                <a:lnTo>
                  <a:pt x="102" y="111"/>
                </a:lnTo>
                <a:lnTo>
                  <a:pt x="111" y="104"/>
                </a:lnTo>
                <a:lnTo>
                  <a:pt x="120" y="96"/>
                </a:lnTo>
                <a:lnTo>
                  <a:pt x="129" y="89"/>
                </a:lnTo>
                <a:lnTo>
                  <a:pt x="138" y="82"/>
                </a:lnTo>
                <a:lnTo>
                  <a:pt x="148" y="75"/>
                </a:lnTo>
                <a:lnTo>
                  <a:pt x="158" y="69"/>
                </a:lnTo>
                <a:lnTo>
                  <a:pt x="168" y="63"/>
                </a:lnTo>
                <a:lnTo>
                  <a:pt x="179" y="57"/>
                </a:lnTo>
                <a:lnTo>
                  <a:pt x="190" y="51"/>
                </a:lnTo>
                <a:lnTo>
                  <a:pt x="201" y="46"/>
                </a:lnTo>
                <a:lnTo>
                  <a:pt x="212" y="41"/>
                </a:lnTo>
                <a:lnTo>
                  <a:pt x="224" y="36"/>
                </a:lnTo>
                <a:lnTo>
                  <a:pt x="236" y="31"/>
                </a:lnTo>
                <a:lnTo>
                  <a:pt x="247" y="27"/>
                </a:lnTo>
                <a:lnTo>
                  <a:pt x="259" y="23"/>
                </a:lnTo>
                <a:lnTo>
                  <a:pt x="271" y="20"/>
                </a:lnTo>
                <a:lnTo>
                  <a:pt x="283" y="16"/>
                </a:lnTo>
                <a:lnTo>
                  <a:pt x="295" y="13"/>
                </a:lnTo>
                <a:lnTo>
                  <a:pt x="308" y="11"/>
                </a:lnTo>
                <a:lnTo>
                  <a:pt x="320" y="8"/>
                </a:lnTo>
                <a:lnTo>
                  <a:pt x="333" y="6"/>
                </a:lnTo>
                <a:lnTo>
                  <a:pt x="345" y="4"/>
                </a:lnTo>
                <a:lnTo>
                  <a:pt x="358" y="3"/>
                </a:lnTo>
                <a:lnTo>
                  <a:pt x="371" y="2"/>
                </a:lnTo>
                <a:lnTo>
                  <a:pt x="384" y="1"/>
                </a:lnTo>
                <a:lnTo>
                  <a:pt x="397" y="0"/>
                </a:lnTo>
                <a:lnTo>
                  <a:pt x="409" y="0"/>
                </a:lnTo>
                <a:lnTo>
                  <a:pt x="422" y="0"/>
                </a:lnTo>
                <a:lnTo>
                  <a:pt x="435" y="1"/>
                </a:lnTo>
                <a:lnTo>
                  <a:pt x="448" y="2"/>
                </a:lnTo>
                <a:lnTo>
                  <a:pt x="461" y="3"/>
                </a:lnTo>
                <a:lnTo>
                  <a:pt x="473" y="4"/>
                </a:lnTo>
                <a:lnTo>
                  <a:pt x="486" y="6"/>
                </a:lnTo>
                <a:lnTo>
                  <a:pt x="498" y="8"/>
                </a:lnTo>
                <a:lnTo>
                  <a:pt x="511" y="11"/>
                </a:lnTo>
                <a:lnTo>
                  <a:pt x="523" y="13"/>
                </a:lnTo>
                <a:lnTo>
                  <a:pt x="536" y="16"/>
                </a:lnTo>
                <a:lnTo>
                  <a:pt x="548" y="20"/>
                </a:lnTo>
                <a:lnTo>
                  <a:pt x="560" y="23"/>
                </a:lnTo>
                <a:lnTo>
                  <a:pt x="572" y="27"/>
                </a:lnTo>
                <a:lnTo>
                  <a:pt x="583" y="31"/>
                </a:lnTo>
                <a:lnTo>
                  <a:pt x="595" y="36"/>
                </a:lnTo>
                <a:lnTo>
                  <a:pt x="606" y="41"/>
                </a:lnTo>
                <a:lnTo>
                  <a:pt x="617" y="46"/>
                </a:lnTo>
                <a:lnTo>
                  <a:pt x="628" y="51"/>
                </a:lnTo>
                <a:lnTo>
                  <a:pt x="639" y="57"/>
                </a:lnTo>
                <a:lnTo>
                  <a:pt x="649" y="63"/>
                </a:lnTo>
                <a:lnTo>
                  <a:pt x="660" y="69"/>
                </a:lnTo>
                <a:lnTo>
                  <a:pt x="670" y="75"/>
                </a:lnTo>
                <a:lnTo>
                  <a:pt x="679" y="82"/>
                </a:lnTo>
                <a:lnTo>
                  <a:pt x="689" y="89"/>
                </a:lnTo>
                <a:lnTo>
                  <a:pt x="698" y="96"/>
                </a:lnTo>
                <a:lnTo>
                  <a:pt x="707" y="104"/>
                </a:lnTo>
                <a:lnTo>
                  <a:pt x="716" y="111"/>
                </a:lnTo>
                <a:lnTo>
                  <a:pt x="724" y="120"/>
                </a:lnTo>
                <a:lnTo>
                  <a:pt x="732" y="128"/>
                </a:lnTo>
                <a:lnTo>
                  <a:pt x="740" y="136"/>
                </a:lnTo>
                <a:lnTo>
                  <a:pt x="747" y="145"/>
                </a:lnTo>
                <a:lnTo>
                  <a:pt x="754" y="153"/>
                </a:lnTo>
                <a:lnTo>
                  <a:pt x="761" y="162"/>
                </a:lnTo>
                <a:lnTo>
                  <a:pt x="767" y="171"/>
                </a:lnTo>
                <a:lnTo>
                  <a:pt x="773" y="180"/>
                </a:lnTo>
                <a:lnTo>
                  <a:pt x="779" y="189"/>
                </a:lnTo>
                <a:lnTo>
                  <a:pt x="784" y="199"/>
                </a:lnTo>
                <a:lnTo>
                  <a:pt x="789" y="208"/>
                </a:lnTo>
                <a:lnTo>
                  <a:pt x="794" y="218"/>
                </a:lnTo>
                <a:lnTo>
                  <a:pt x="798" y="228"/>
                </a:lnTo>
                <a:lnTo>
                  <a:pt x="801" y="238"/>
                </a:lnTo>
                <a:lnTo>
                  <a:pt x="805" y="248"/>
                </a:lnTo>
                <a:lnTo>
                  <a:pt x="808" y="258"/>
                </a:lnTo>
                <a:lnTo>
                  <a:pt x="810" y="268"/>
                </a:lnTo>
                <a:lnTo>
                  <a:pt x="813" y="278"/>
                </a:lnTo>
                <a:lnTo>
                  <a:pt x="814" y="288"/>
                </a:lnTo>
                <a:lnTo>
                  <a:pt x="816" y="298"/>
                </a:lnTo>
                <a:lnTo>
                  <a:pt x="817" y="308"/>
                </a:lnTo>
                <a:lnTo>
                  <a:pt x="817" y="319"/>
                </a:lnTo>
                <a:lnTo>
                  <a:pt x="818" y="329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" name=""/>
          <p:cNvSpPr/>
          <p:nvPr/>
        </p:nvSpPr>
        <p:spPr>
          <a:xfrm>
            <a:off x="2709360" y="1724760"/>
            <a:ext cx="300960" cy="241560"/>
          </a:xfrm>
          <a:custGeom>
            <a:avLst/>
            <a:gdLst/>
            <a:ahLst/>
            <a:rect l="0" t="0" r="r" b="b"/>
            <a:pathLst>
              <a:path w="836" h="671">
                <a:moveTo>
                  <a:pt x="827" y="336"/>
                </a:moveTo>
                <a:lnTo>
                  <a:pt x="826" y="326"/>
                </a:lnTo>
                <a:lnTo>
                  <a:pt x="826" y="315"/>
                </a:lnTo>
                <a:lnTo>
                  <a:pt x="825" y="305"/>
                </a:lnTo>
                <a:lnTo>
                  <a:pt x="823" y="295"/>
                </a:lnTo>
                <a:lnTo>
                  <a:pt x="822" y="285"/>
                </a:lnTo>
                <a:lnTo>
                  <a:pt x="819" y="275"/>
                </a:lnTo>
                <a:lnTo>
                  <a:pt x="817" y="265"/>
                </a:lnTo>
                <a:lnTo>
                  <a:pt x="814" y="255"/>
                </a:lnTo>
                <a:lnTo>
                  <a:pt x="810" y="245"/>
                </a:lnTo>
                <a:lnTo>
                  <a:pt x="807" y="235"/>
                </a:lnTo>
                <a:lnTo>
                  <a:pt x="803" y="224"/>
                </a:lnTo>
                <a:lnTo>
                  <a:pt x="798" y="214"/>
                </a:lnTo>
                <a:lnTo>
                  <a:pt x="793" y="205"/>
                </a:lnTo>
                <a:lnTo>
                  <a:pt x="788" y="195"/>
                </a:lnTo>
                <a:lnTo>
                  <a:pt x="782" y="186"/>
                </a:lnTo>
                <a:lnTo>
                  <a:pt x="776" y="177"/>
                </a:lnTo>
                <a:lnTo>
                  <a:pt x="770" y="168"/>
                </a:lnTo>
                <a:lnTo>
                  <a:pt x="763" y="159"/>
                </a:lnTo>
                <a:lnTo>
                  <a:pt x="756" y="151"/>
                </a:lnTo>
                <a:lnTo>
                  <a:pt x="749" y="142"/>
                </a:lnTo>
                <a:lnTo>
                  <a:pt x="741" y="134"/>
                </a:lnTo>
                <a:lnTo>
                  <a:pt x="733" y="126"/>
                </a:lnTo>
                <a:lnTo>
                  <a:pt x="725" y="118"/>
                </a:lnTo>
                <a:lnTo>
                  <a:pt x="716" y="111"/>
                </a:lnTo>
                <a:lnTo>
                  <a:pt x="707" y="103"/>
                </a:lnTo>
                <a:lnTo>
                  <a:pt x="698" y="96"/>
                </a:lnTo>
                <a:lnTo>
                  <a:pt x="688" y="89"/>
                </a:lnTo>
                <a:lnTo>
                  <a:pt x="679" y="82"/>
                </a:lnTo>
                <a:lnTo>
                  <a:pt x="669" y="76"/>
                </a:lnTo>
                <a:lnTo>
                  <a:pt x="658" y="70"/>
                </a:lnTo>
                <a:lnTo>
                  <a:pt x="648" y="64"/>
                </a:lnTo>
                <a:lnTo>
                  <a:pt x="637" y="58"/>
                </a:lnTo>
                <a:lnTo>
                  <a:pt x="626" y="53"/>
                </a:lnTo>
                <a:lnTo>
                  <a:pt x="615" y="48"/>
                </a:lnTo>
                <a:lnTo>
                  <a:pt x="604" y="43"/>
                </a:lnTo>
                <a:lnTo>
                  <a:pt x="592" y="38"/>
                </a:lnTo>
                <a:lnTo>
                  <a:pt x="581" y="34"/>
                </a:lnTo>
                <a:lnTo>
                  <a:pt x="569" y="30"/>
                </a:lnTo>
                <a:lnTo>
                  <a:pt x="557" y="27"/>
                </a:lnTo>
                <a:lnTo>
                  <a:pt x="545" y="23"/>
                </a:lnTo>
                <a:lnTo>
                  <a:pt x="532" y="20"/>
                </a:lnTo>
                <a:lnTo>
                  <a:pt x="520" y="18"/>
                </a:lnTo>
                <a:lnTo>
                  <a:pt x="507" y="15"/>
                </a:lnTo>
                <a:lnTo>
                  <a:pt x="495" y="13"/>
                </a:lnTo>
                <a:lnTo>
                  <a:pt x="482" y="11"/>
                </a:lnTo>
                <a:lnTo>
                  <a:pt x="470" y="10"/>
                </a:lnTo>
                <a:lnTo>
                  <a:pt x="457" y="9"/>
                </a:lnTo>
                <a:lnTo>
                  <a:pt x="444" y="8"/>
                </a:lnTo>
                <a:lnTo>
                  <a:pt x="431" y="7"/>
                </a:lnTo>
                <a:lnTo>
                  <a:pt x="418" y="7"/>
                </a:lnTo>
                <a:lnTo>
                  <a:pt x="405" y="7"/>
                </a:lnTo>
                <a:lnTo>
                  <a:pt x="392" y="8"/>
                </a:lnTo>
                <a:lnTo>
                  <a:pt x="379" y="9"/>
                </a:lnTo>
                <a:lnTo>
                  <a:pt x="366" y="10"/>
                </a:lnTo>
                <a:lnTo>
                  <a:pt x="353" y="11"/>
                </a:lnTo>
                <a:lnTo>
                  <a:pt x="341" y="13"/>
                </a:lnTo>
                <a:lnTo>
                  <a:pt x="328" y="15"/>
                </a:lnTo>
                <a:lnTo>
                  <a:pt x="316" y="18"/>
                </a:lnTo>
                <a:lnTo>
                  <a:pt x="303" y="20"/>
                </a:lnTo>
                <a:lnTo>
                  <a:pt x="291" y="23"/>
                </a:lnTo>
                <a:lnTo>
                  <a:pt x="279" y="27"/>
                </a:lnTo>
                <a:lnTo>
                  <a:pt x="267" y="30"/>
                </a:lnTo>
                <a:lnTo>
                  <a:pt x="255" y="34"/>
                </a:lnTo>
                <a:lnTo>
                  <a:pt x="244" y="38"/>
                </a:lnTo>
                <a:lnTo>
                  <a:pt x="232" y="43"/>
                </a:lnTo>
                <a:lnTo>
                  <a:pt x="221" y="48"/>
                </a:lnTo>
                <a:lnTo>
                  <a:pt x="210" y="53"/>
                </a:lnTo>
                <a:lnTo>
                  <a:pt x="199" y="58"/>
                </a:lnTo>
                <a:lnTo>
                  <a:pt x="188" y="64"/>
                </a:lnTo>
                <a:lnTo>
                  <a:pt x="177" y="70"/>
                </a:lnTo>
                <a:lnTo>
                  <a:pt x="167" y="76"/>
                </a:lnTo>
                <a:lnTo>
                  <a:pt x="157" y="82"/>
                </a:lnTo>
                <a:lnTo>
                  <a:pt x="147" y="89"/>
                </a:lnTo>
                <a:lnTo>
                  <a:pt x="138" y="96"/>
                </a:lnTo>
                <a:lnTo>
                  <a:pt x="129" y="103"/>
                </a:lnTo>
                <a:lnTo>
                  <a:pt x="120" y="111"/>
                </a:lnTo>
                <a:lnTo>
                  <a:pt x="111" y="118"/>
                </a:lnTo>
                <a:lnTo>
                  <a:pt x="103" y="126"/>
                </a:lnTo>
                <a:lnTo>
                  <a:pt x="95" y="134"/>
                </a:lnTo>
                <a:lnTo>
                  <a:pt x="87" y="142"/>
                </a:lnTo>
                <a:lnTo>
                  <a:pt x="80" y="151"/>
                </a:lnTo>
                <a:lnTo>
                  <a:pt x="73" y="159"/>
                </a:lnTo>
                <a:lnTo>
                  <a:pt x="66" y="168"/>
                </a:lnTo>
                <a:lnTo>
                  <a:pt x="60" y="177"/>
                </a:lnTo>
                <a:lnTo>
                  <a:pt x="54" y="186"/>
                </a:lnTo>
                <a:lnTo>
                  <a:pt x="48" y="195"/>
                </a:lnTo>
                <a:lnTo>
                  <a:pt x="43" y="205"/>
                </a:lnTo>
                <a:lnTo>
                  <a:pt x="38" y="214"/>
                </a:lnTo>
                <a:lnTo>
                  <a:pt x="33" y="224"/>
                </a:lnTo>
                <a:lnTo>
                  <a:pt x="29" y="235"/>
                </a:lnTo>
                <a:lnTo>
                  <a:pt x="25" y="245"/>
                </a:lnTo>
                <a:lnTo>
                  <a:pt x="22" y="255"/>
                </a:lnTo>
                <a:lnTo>
                  <a:pt x="19" y="265"/>
                </a:lnTo>
                <a:lnTo>
                  <a:pt x="16" y="275"/>
                </a:lnTo>
                <a:lnTo>
                  <a:pt x="14" y="285"/>
                </a:lnTo>
                <a:lnTo>
                  <a:pt x="12" y="295"/>
                </a:lnTo>
                <a:lnTo>
                  <a:pt x="11" y="305"/>
                </a:lnTo>
                <a:lnTo>
                  <a:pt x="10" y="315"/>
                </a:lnTo>
                <a:lnTo>
                  <a:pt x="9" y="326"/>
                </a:lnTo>
                <a:lnTo>
                  <a:pt x="9" y="336"/>
                </a:lnTo>
                <a:lnTo>
                  <a:pt x="9" y="346"/>
                </a:lnTo>
                <a:lnTo>
                  <a:pt x="10" y="357"/>
                </a:lnTo>
                <a:lnTo>
                  <a:pt x="11" y="367"/>
                </a:lnTo>
                <a:lnTo>
                  <a:pt x="12" y="377"/>
                </a:lnTo>
                <a:lnTo>
                  <a:pt x="14" y="387"/>
                </a:lnTo>
                <a:lnTo>
                  <a:pt x="16" y="397"/>
                </a:lnTo>
                <a:lnTo>
                  <a:pt x="19" y="408"/>
                </a:lnTo>
                <a:lnTo>
                  <a:pt x="22" y="418"/>
                </a:lnTo>
                <a:lnTo>
                  <a:pt x="25" y="428"/>
                </a:lnTo>
                <a:lnTo>
                  <a:pt x="29" y="437"/>
                </a:lnTo>
                <a:lnTo>
                  <a:pt x="33" y="447"/>
                </a:lnTo>
                <a:lnTo>
                  <a:pt x="38" y="457"/>
                </a:lnTo>
                <a:lnTo>
                  <a:pt x="43" y="466"/>
                </a:lnTo>
                <a:lnTo>
                  <a:pt x="48" y="476"/>
                </a:lnTo>
                <a:lnTo>
                  <a:pt x="54" y="485"/>
                </a:lnTo>
                <a:lnTo>
                  <a:pt x="60" y="494"/>
                </a:lnTo>
                <a:lnTo>
                  <a:pt x="66" y="503"/>
                </a:lnTo>
                <a:lnTo>
                  <a:pt x="73" y="512"/>
                </a:lnTo>
                <a:lnTo>
                  <a:pt x="80" y="520"/>
                </a:lnTo>
                <a:lnTo>
                  <a:pt x="87" y="529"/>
                </a:lnTo>
                <a:lnTo>
                  <a:pt x="95" y="537"/>
                </a:lnTo>
                <a:lnTo>
                  <a:pt x="103" y="545"/>
                </a:lnTo>
                <a:lnTo>
                  <a:pt x="111" y="553"/>
                </a:lnTo>
                <a:lnTo>
                  <a:pt x="120" y="560"/>
                </a:lnTo>
                <a:lnTo>
                  <a:pt x="129" y="568"/>
                </a:lnTo>
                <a:lnTo>
                  <a:pt x="138" y="575"/>
                </a:lnTo>
                <a:lnTo>
                  <a:pt x="147" y="582"/>
                </a:lnTo>
                <a:lnTo>
                  <a:pt x="157" y="589"/>
                </a:lnTo>
                <a:lnTo>
                  <a:pt x="167" y="595"/>
                </a:lnTo>
                <a:lnTo>
                  <a:pt x="177" y="601"/>
                </a:lnTo>
                <a:lnTo>
                  <a:pt x="188" y="607"/>
                </a:lnTo>
                <a:lnTo>
                  <a:pt x="199" y="613"/>
                </a:lnTo>
                <a:lnTo>
                  <a:pt x="210" y="618"/>
                </a:lnTo>
                <a:lnTo>
                  <a:pt x="221" y="623"/>
                </a:lnTo>
                <a:lnTo>
                  <a:pt x="232" y="628"/>
                </a:lnTo>
                <a:lnTo>
                  <a:pt x="244" y="633"/>
                </a:lnTo>
                <a:lnTo>
                  <a:pt x="255" y="637"/>
                </a:lnTo>
                <a:lnTo>
                  <a:pt x="267" y="641"/>
                </a:lnTo>
                <a:lnTo>
                  <a:pt x="279" y="645"/>
                </a:lnTo>
                <a:lnTo>
                  <a:pt x="291" y="648"/>
                </a:lnTo>
                <a:lnTo>
                  <a:pt x="303" y="651"/>
                </a:lnTo>
                <a:lnTo>
                  <a:pt x="316" y="654"/>
                </a:lnTo>
                <a:lnTo>
                  <a:pt x="328" y="656"/>
                </a:lnTo>
                <a:lnTo>
                  <a:pt x="341" y="658"/>
                </a:lnTo>
                <a:lnTo>
                  <a:pt x="353" y="660"/>
                </a:lnTo>
                <a:lnTo>
                  <a:pt x="366" y="661"/>
                </a:lnTo>
                <a:lnTo>
                  <a:pt x="379" y="662"/>
                </a:lnTo>
                <a:lnTo>
                  <a:pt x="392" y="663"/>
                </a:lnTo>
                <a:lnTo>
                  <a:pt x="405" y="664"/>
                </a:lnTo>
                <a:lnTo>
                  <a:pt x="418" y="664"/>
                </a:lnTo>
                <a:lnTo>
                  <a:pt x="431" y="664"/>
                </a:lnTo>
                <a:lnTo>
                  <a:pt x="444" y="663"/>
                </a:lnTo>
                <a:lnTo>
                  <a:pt x="457" y="662"/>
                </a:lnTo>
                <a:lnTo>
                  <a:pt x="470" y="661"/>
                </a:lnTo>
                <a:lnTo>
                  <a:pt x="482" y="660"/>
                </a:lnTo>
                <a:lnTo>
                  <a:pt x="495" y="658"/>
                </a:lnTo>
                <a:lnTo>
                  <a:pt x="507" y="656"/>
                </a:lnTo>
                <a:lnTo>
                  <a:pt x="520" y="654"/>
                </a:lnTo>
                <a:lnTo>
                  <a:pt x="532" y="651"/>
                </a:lnTo>
                <a:lnTo>
                  <a:pt x="545" y="648"/>
                </a:lnTo>
                <a:lnTo>
                  <a:pt x="557" y="645"/>
                </a:lnTo>
                <a:lnTo>
                  <a:pt x="569" y="641"/>
                </a:lnTo>
                <a:lnTo>
                  <a:pt x="581" y="637"/>
                </a:lnTo>
                <a:lnTo>
                  <a:pt x="592" y="633"/>
                </a:lnTo>
                <a:lnTo>
                  <a:pt x="604" y="628"/>
                </a:lnTo>
                <a:lnTo>
                  <a:pt x="615" y="623"/>
                </a:lnTo>
                <a:lnTo>
                  <a:pt x="626" y="618"/>
                </a:lnTo>
                <a:lnTo>
                  <a:pt x="637" y="613"/>
                </a:lnTo>
                <a:lnTo>
                  <a:pt x="648" y="607"/>
                </a:lnTo>
                <a:lnTo>
                  <a:pt x="658" y="601"/>
                </a:lnTo>
                <a:lnTo>
                  <a:pt x="669" y="595"/>
                </a:lnTo>
                <a:lnTo>
                  <a:pt x="679" y="589"/>
                </a:lnTo>
                <a:lnTo>
                  <a:pt x="688" y="582"/>
                </a:lnTo>
                <a:lnTo>
                  <a:pt x="698" y="575"/>
                </a:lnTo>
                <a:lnTo>
                  <a:pt x="707" y="568"/>
                </a:lnTo>
                <a:lnTo>
                  <a:pt x="716" y="560"/>
                </a:lnTo>
                <a:lnTo>
                  <a:pt x="725" y="553"/>
                </a:lnTo>
                <a:lnTo>
                  <a:pt x="733" y="545"/>
                </a:lnTo>
                <a:lnTo>
                  <a:pt x="741" y="537"/>
                </a:lnTo>
                <a:lnTo>
                  <a:pt x="749" y="529"/>
                </a:lnTo>
                <a:lnTo>
                  <a:pt x="756" y="520"/>
                </a:lnTo>
                <a:lnTo>
                  <a:pt x="763" y="512"/>
                </a:lnTo>
                <a:lnTo>
                  <a:pt x="770" y="503"/>
                </a:lnTo>
                <a:lnTo>
                  <a:pt x="776" y="494"/>
                </a:lnTo>
                <a:lnTo>
                  <a:pt x="782" y="485"/>
                </a:lnTo>
                <a:lnTo>
                  <a:pt x="788" y="476"/>
                </a:lnTo>
                <a:lnTo>
                  <a:pt x="793" y="466"/>
                </a:lnTo>
                <a:lnTo>
                  <a:pt x="798" y="457"/>
                </a:lnTo>
                <a:lnTo>
                  <a:pt x="803" y="447"/>
                </a:lnTo>
                <a:lnTo>
                  <a:pt x="807" y="437"/>
                </a:lnTo>
                <a:lnTo>
                  <a:pt x="810" y="428"/>
                </a:lnTo>
                <a:lnTo>
                  <a:pt x="814" y="418"/>
                </a:lnTo>
                <a:lnTo>
                  <a:pt x="817" y="408"/>
                </a:lnTo>
                <a:lnTo>
                  <a:pt x="819" y="397"/>
                </a:lnTo>
                <a:lnTo>
                  <a:pt x="822" y="387"/>
                </a:lnTo>
                <a:lnTo>
                  <a:pt x="823" y="377"/>
                </a:lnTo>
                <a:lnTo>
                  <a:pt x="825" y="367"/>
                </a:lnTo>
                <a:lnTo>
                  <a:pt x="826" y="357"/>
                </a:lnTo>
                <a:lnTo>
                  <a:pt x="826" y="346"/>
                </a:lnTo>
                <a:lnTo>
                  <a:pt x="827" y="336"/>
                </a:lnTo>
                <a:moveTo>
                  <a:pt x="836" y="336"/>
                </a:moveTo>
                <a:lnTo>
                  <a:pt x="836" y="347"/>
                </a:lnTo>
                <a:lnTo>
                  <a:pt x="835" y="357"/>
                </a:lnTo>
                <a:lnTo>
                  <a:pt x="834" y="368"/>
                </a:lnTo>
                <a:lnTo>
                  <a:pt x="833" y="378"/>
                </a:lnTo>
                <a:lnTo>
                  <a:pt x="831" y="389"/>
                </a:lnTo>
                <a:lnTo>
                  <a:pt x="828" y="399"/>
                </a:lnTo>
                <a:lnTo>
                  <a:pt x="826" y="409"/>
                </a:lnTo>
                <a:lnTo>
                  <a:pt x="823" y="419"/>
                </a:lnTo>
                <a:lnTo>
                  <a:pt x="819" y="430"/>
                </a:lnTo>
                <a:lnTo>
                  <a:pt x="815" y="440"/>
                </a:lnTo>
                <a:lnTo>
                  <a:pt x="811" y="450"/>
                </a:lnTo>
                <a:lnTo>
                  <a:pt x="807" y="459"/>
                </a:lnTo>
                <a:lnTo>
                  <a:pt x="802" y="469"/>
                </a:lnTo>
                <a:lnTo>
                  <a:pt x="796" y="479"/>
                </a:lnTo>
                <a:lnTo>
                  <a:pt x="790" y="488"/>
                </a:lnTo>
                <a:lnTo>
                  <a:pt x="784" y="498"/>
                </a:lnTo>
                <a:lnTo>
                  <a:pt x="778" y="507"/>
                </a:lnTo>
                <a:lnTo>
                  <a:pt x="771" y="516"/>
                </a:lnTo>
                <a:lnTo>
                  <a:pt x="764" y="524"/>
                </a:lnTo>
                <a:lnTo>
                  <a:pt x="756" y="533"/>
                </a:lnTo>
                <a:lnTo>
                  <a:pt x="748" y="542"/>
                </a:lnTo>
                <a:lnTo>
                  <a:pt x="740" y="550"/>
                </a:lnTo>
                <a:lnTo>
                  <a:pt x="732" y="558"/>
                </a:lnTo>
                <a:lnTo>
                  <a:pt x="723" y="566"/>
                </a:lnTo>
                <a:lnTo>
                  <a:pt x="714" y="573"/>
                </a:lnTo>
                <a:lnTo>
                  <a:pt x="704" y="580"/>
                </a:lnTo>
                <a:lnTo>
                  <a:pt x="694" y="588"/>
                </a:lnTo>
                <a:lnTo>
                  <a:pt x="684" y="594"/>
                </a:lnTo>
                <a:lnTo>
                  <a:pt x="674" y="601"/>
                </a:lnTo>
                <a:lnTo>
                  <a:pt x="664" y="607"/>
                </a:lnTo>
                <a:lnTo>
                  <a:pt x="653" y="613"/>
                </a:lnTo>
                <a:lnTo>
                  <a:pt x="642" y="619"/>
                </a:lnTo>
                <a:lnTo>
                  <a:pt x="631" y="625"/>
                </a:lnTo>
                <a:lnTo>
                  <a:pt x="620" y="630"/>
                </a:lnTo>
                <a:lnTo>
                  <a:pt x="608" y="635"/>
                </a:lnTo>
                <a:lnTo>
                  <a:pt x="596" y="639"/>
                </a:lnTo>
                <a:lnTo>
                  <a:pt x="584" y="644"/>
                </a:lnTo>
                <a:lnTo>
                  <a:pt x="572" y="648"/>
                </a:lnTo>
                <a:lnTo>
                  <a:pt x="560" y="651"/>
                </a:lnTo>
                <a:lnTo>
                  <a:pt x="547" y="655"/>
                </a:lnTo>
                <a:lnTo>
                  <a:pt x="535" y="658"/>
                </a:lnTo>
                <a:lnTo>
                  <a:pt x="522" y="661"/>
                </a:lnTo>
                <a:lnTo>
                  <a:pt x="509" y="663"/>
                </a:lnTo>
                <a:lnTo>
                  <a:pt x="497" y="665"/>
                </a:lnTo>
                <a:lnTo>
                  <a:pt x="484" y="667"/>
                </a:lnTo>
                <a:lnTo>
                  <a:pt x="471" y="669"/>
                </a:lnTo>
                <a:lnTo>
                  <a:pt x="458" y="670"/>
                </a:lnTo>
                <a:lnTo>
                  <a:pt x="445" y="671"/>
                </a:lnTo>
                <a:lnTo>
                  <a:pt x="431" y="671"/>
                </a:lnTo>
                <a:lnTo>
                  <a:pt x="418" y="671"/>
                </a:lnTo>
                <a:lnTo>
                  <a:pt x="404" y="671"/>
                </a:lnTo>
                <a:lnTo>
                  <a:pt x="391" y="671"/>
                </a:lnTo>
                <a:lnTo>
                  <a:pt x="378" y="670"/>
                </a:lnTo>
                <a:lnTo>
                  <a:pt x="365" y="669"/>
                </a:lnTo>
                <a:lnTo>
                  <a:pt x="352" y="667"/>
                </a:lnTo>
                <a:lnTo>
                  <a:pt x="339" y="665"/>
                </a:lnTo>
                <a:lnTo>
                  <a:pt x="326" y="663"/>
                </a:lnTo>
                <a:lnTo>
                  <a:pt x="314" y="661"/>
                </a:lnTo>
                <a:lnTo>
                  <a:pt x="301" y="658"/>
                </a:lnTo>
                <a:lnTo>
                  <a:pt x="288" y="655"/>
                </a:lnTo>
                <a:lnTo>
                  <a:pt x="276" y="651"/>
                </a:lnTo>
                <a:lnTo>
                  <a:pt x="264" y="648"/>
                </a:lnTo>
                <a:lnTo>
                  <a:pt x="252" y="644"/>
                </a:lnTo>
                <a:lnTo>
                  <a:pt x="240" y="639"/>
                </a:lnTo>
                <a:lnTo>
                  <a:pt x="228" y="635"/>
                </a:lnTo>
                <a:lnTo>
                  <a:pt x="216" y="630"/>
                </a:lnTo>
                <a:lnTo>
                  <a:pt x="205" y="625"/>
                </a:lnTo>
                <a:lnTo>
                  <a:pt x="194" y="619"/>
                </a:lnTo>
                <a:lnTo>
                  <a:pt x="183" y="613"/>
                </a:lnTo>
                <a:lnTo>
                  <a:pt x="172" y="607"/>
                </a:lnTo>
                <a:lnTo>
                  <a:pt x="161" y="601"/>
                </a:lnTo>
                <a:lnTo>
                  <a:pt x="151" y="594"/>
                </a:lnTo>
                <a:lnTo>
                  <a:pt x="141" y="588"/>
                </a:lnTo>
                <a:lnTo>
                  <a:pt x="132" y="580"/>
                </a:lnTo>
                <a:lnTo>
                  <a:pt x="122" y="573"/>
                </a:lnTo>
                <a:lnTo>
                  <a:pt x="113" y="566"/>
                </a:lnTo>
                <a:lnTo>
                  <a:pt x="104" y="558"/>
                </a:lnTo>
                <a:lnTo>
                  <a:pt x="96" y="550"/>
                </a:lnTo>
                <a:lnTo>
                  <a:pt x="87" y="542"/>
                </a:lnTo>
                <a:lnTo>
                  <a:pt x="80" y="533"/>
                </a:lnTo>
                <a:lnTo>
                  <a:pt x="72" y="524"/>
                </a:lnTo>
                <a:lnTo>
                  <a:pt x="65" y="516"/>
                </a:lnTo>
                <a:lnTo>
                  <a:pt x="58" y="507"/>
                </a:lnTo>
                <a:lnTo>
                  <a:pt x="51" y="498"/>
                </a:lnTo>
                <a:lnTo>
                  <a:pt x="45" y="488"/>
                </a:lnTo>
                <a:lnTo>
                  <a:pt x="40" y="479"/>
                </a:lnTo>
                <a:lnTo>
                  <a:pt x="34" y="469"/>
                </a:lnTo>
                <a:lnTo>
                  <a:pt x="29" y="459"/>
                </a:lnTo>
                <a:lnTo>
                  <a:pt x="24" y="450"/>
                </a:lnTo>
                <a:lnTo>
                  <a:pt x="20" y="440"/>
                </a:lnTo>
                <a:lnTo>
                  <a:pt x="16" y="430"/>
                </a:lnTo>
                <a:lnTo>
                  <a:pt x="13" y="419"/>
                </a:lnTo>
                <a:lnTo>
                  <a:pt x="10" y="409"/>
                </a:lnTo>
                <a:lnTo>
                  <a:pt x="7" y="399"/>
                </a:lnTo>
                <a:lnTo>
                  <a:pt x="5" y="389"/>
                </a:lnTo>
                <a:lnTo>
                  <a:pt x="3" y="378"/>
                </a:lnTo>
                <a:lnTo>
                  <a:pt x="2" y="368"/>
                </a:lnTo>
                <a:lnTo>
                  <a:pt x="1" y="357"/>
                </a:lnTo>
                <a:lnTo>
                  <a:pt x="0" y="347"/>
                </a:lnTo>
                <a:lnTo>
                  <a:pt x="0" y="336"/>
                </a:lnTo>
                <a:lnTo>
                  <a:pt x="0" y="326"/>
                </a:lnTo>
                <a:lnTo>
                  <a:pt x="1" y="315"/>
                </a:lnTo>
                <a:lnTo>
                  <a:pt x="2" y="305"/>
                </a:lnTo>
                <a:lnTo>
                  <a:pt x="3" y="294"/>
                </a:lnTo>
                <a:lnTo>
                  <a:pt x="5" y="284"/>
                </a:lnTo>
                <a:lnTo>
                  <a:pt x="7" y="273"/>
                </a:lnTo>
                <a:lnTo>
                  <a:pt x="10" y="263"/>
                </a:lnTo>
                <a:lnTo>
                  <a:pt x="13" y="253"/>
                </a:lnTo>
                <a:lnTo>
                  <a:pt x="16" y="243"/>
                </a:lnTo>
                <a:lnTo>
                  <a:pt x="20" y="231"/>
                </a:lnTo>
                <a:lnTo>
                  <a:pt x="24" y="222"/>
                </a:lnTo>
                <a:lnTo>
                  <a:pt x="29" y="212"/>
                </a:lnTo>
                <a:lnTo>
                  <a:pt x="34" y="202"/>
                </a:lnTo>
                <a:lnTo>
                  <a:pt x="40" y="192"/>
                </a:lnTo>
                <a:lnTo>
                  <a:pt x="45" y="183"/>
                </a:lnTo>
                <a:lnTo>
                  <a:pt x="51" y="174"/>
                </a:lnTo>
                <a:lnTo>
                  <a:pt x="58" y="164"/>
                </a:lnTo>
                <a:lnTo>
                  <a:pt x="65" y="155"/>
                </a:lnTo>
                <a:lnTo>
                  <a:pt x="72" y="147"/>
                </a:lnTo>
                <a:lnTo>
                  <a:pt x="80" y="138"/>
                </a:lnTo>
                <a:lnTo>
                  <a:pt x="87" y="130"/>
                </a:lnTo>
                <a:lnTo>
                  <a:pt x="96" y="121"/>
                </a:lnTo>
                <a:lnTo>
                  <a:pt x="104" y="113"/>
                </a:lnTo>
                <a:lnTo>
                  <a:pt x="113" y="106"/>
                </a:lnTo>
                <a:lnTo>
                  <a:pt x="122" y="98"/>
                </a:lnTo>
                <a:lnTo>
                  <a:pt x="132" y="91"/>
                </a:lnTo>
                <a:lnTo>
                  <a:pt x="141" y="84"/>
                </a:lnTo>
                <a:lnTo>
                  <a:pt x="151" y="77"/>
                </a:lnTo>
                <a:lnTo>
                  <a:pt x="161" y="70"/>
                </a:lnTo>
                <a:lnTo>
                  <a:pt x="172" y="64"/>
                </a:lnTo>
                <a:lnTo>
                  <a:pt x="183" y="58"/>
                </a:lnTo>
                <a:lnTo>
                  <a:pt x="194" y="52"/>
                </a:lnTo>
                <a:lnTo>
                  <a:pt x="205" y="47"/>
                </a:lnTo>
                <a:lnTo>
                  <a:pt x="216" y="41"/>
                </a:lnTo>
                <a:lnTo>
                  <a:pt x="228" y="36"/>
                </a:lnTo>
                <a:lnTo>
                  <a:pt x="240" y="32"/>
                </a:lnTo>
                <a:lnTo>
                  <a:pt x="252" y="27"/>
                </a:lnTo>
                <a:lnTo>
                  <a:pt x="264" y="23"/>
                </a:lnTo>
                <a:lnTo>
                  <a:pt x="276" y="20"/>
                </a:lnTo>
                <a:lnTo>
                  <a:pt x="288" y="16"/>
                </a:lnTo>
                <a:lnTo>
                  <a:pt x="301" y="13"/>
                </a:lnTo>
                <a:lnTo>
                  <a:pt x="314" y="10"/>
                </a:lnTo>
                <a:lnTo>
                  <a:pt x="326" y="8"/>
                </a:lnTo>
                <a:lnTo>
                  <a:pt x="339" y="6"/>
                </a:lnTo>
                <a:lnTo>
                  <a:pt x="352" y="4"/>
                </a:lnTo>
                <a:lnTo>
                  <a:pt x="365" y="2"/>
                </a:lnTo>
                <a:lnTo>
                  <a:pt x="378" y="1"/>
                </a:lnTo>
                <a:lnTo>
                  <a:pt x="391" y="1"/>
                </a:lnTo>
                <a:lnTo>
                  <a:pt x="404" y="0"/>
                </a:lnTo>
                <a:lnTo>
                  <a:pt x="418" y="0"/>
                </a:lnTo>
                <a:lnTo>
                  <a:pt x="431" y="0"/>
                </a:lnTo>
                <a:lnTo>
                  <a:pt x="445" y="1"/>
                </a:lnTo>
                <a:lnTo>
                  <a:pt x="458" y="1"/>
                </a:lnTo>
                <a:lnTo>
                  <a:pt x="471" y="2"/>
                </a:lnTo>
                <a:lnTo>
                  <a:pt x="484" y="4"/>
                </a:lnTo>
                <a:lnTo>
                  <a:pt x="497" y="6"/>
                </a:lnTo>
                <a:lnTo>
                  <a:pt x="509" y="8"/>
                </a:lnTo>
                <a:lnTo>
                  <a:pt x="522" y="10"/>
                </a:lnTo>
                <a:lnTo>
                  <a:pt x="535" y="13"/>
                </a:lnTo>
                <a:lnTo>
                  <a:pt x="547" y="16"/>
                </a:lnTo>
                <a:lnTo>
                  <a:pt x="560" y="20"/>
                </a:lnTo>
                <a:lnTo>
                  <a:pt x="572" y="23"/>
                </a:lnTo>
                <a:lnTo>
                  <a:pt x="584" y="27"/>
                </a:lnTo>
                <a:lnTo>
                  <a:pt x="596" y="32"/>
                </a:lnTo>
                <a:lnTo>
                  <a:pt x="608" y="36"/>
                </a:lnTo>
                <a:lnTo>
                  <a:pt x="620" y="41"/>
                </a:lnTo>
                <a:lnTo>
                  <a:pt x="631" y="47"/>
                </a:lnTo>
                <a:lnTo>
                  <a:pt x="642" y="52"/>
                </a:lnTo>
                <a:lnTo>
                  <a:pt x="653" y="58"/>
                </a:lnTo>
                <a:lnTo>
                  <a:pt x="664" y="64"/>
                </a:lnTo>
                <a:lnTo>
                  <a:pt x="674" y="70"/>
                </a:lnTo>
                <a:lnTo>
                  <a:pt x="684" y="77"/>
                </a:lnTo>
                <a:lnTo>
                  <a:pt x="694" y="84"/>
                </a:lnTo>
                <a:lnTo>
                  <a:pt x="704" y="91"/>
                </a:lnTo>
                <a:lnTo>
                  <a:pt x="714" y="98"/>
                </a:lnTo>
                <a:lnTo>
                  <a:pt x="723" y="106"/>
                </a:lnTo>
                <a:lnTo>
                  <a:pt x="732" y="113"/>
                </a:lnTo>
                <a:lnTo>
                  <a:pt x="740" y="121"/>
                </a:lnTo>
                <a:lnTo>
                  <a:pt x="748" y="130"/>
                </a:lnTo>
                <a:lnTo>
                  <a:pt x="756" y="138"/>
                </a:lnTo>
                <a:lnTo>
                  <a:pt x="764" y="147"/>
                </a:lnTo>
                <a:lnTo>
                  <a:pt x="771" y="155"/>
                </a:lnTo>
                <a:lnTo>
                  <a:pt x="778" y="164"/>
                </a:lnTo>
                <a:lnTo>
                  <a:pt x="784" y="174"/>
                </a:lnTo>
                <a:lnTo>
                  <a:pt x="790" y="183"/>
                </a:lnTo>
                <a:lnTo>
                  <a:pt x="796" y="192"/>
                </a:lnTo>
                <a:lnTo>
                  <a:pt x="802" y="202"/>
                </a:lnTo>
                <a:lnTo>
                  <a:pt x="807" y="212"/>
                </a:lnTo>
                <a:lnTo>
                  <a:pt x="811" y="222"/>
                </a:lnTo>
                <a:lnTo>
                  <a:pt x="815" y="231"/>
                </a:lnTo>
                <a:lnTo>
                  <a:pt x="819" y="243"/>
                </a:lnTo>
                <a:lnTo>
                  <a:pt x="823" y="253"/>
                </a:lnTo>
                <a:lnTo>
                  <a:pt x="826" y="263"/>
                </a:lnTo>
                <a:lnTo>
                  <a:pt x="828" y="273"/>
                </a:lnTo>
                <a:lnTo>
                  <a:pt x="831" y="284"/>
                </a:lnTo>
                <a:lnTo>
                  <a:pt x="833" y="294"/>
                </a:lnTo>
                <a:lnTo>
                  <a:pt x="834" y="305"/>
                </a:lnTo>
                <a:lnTo>
                  <a:pt x="835" y="315"/>
                </a:lnTo>
                <a:lnTo>
                  <a:pt x="836" y="326"/>
                </a:lnTo>
                <a:lnTo>
                  <a:pt x="836" y="336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" name=""/>
          <p:cNvSpPr/>
          <p:nvPr/>
        </p:nvSpPr>
        <p:spPr>
          <a:xfrm>
            <a:off x="2707560" y="1723320"/>
            <a:ext cx="304560" cy="244440"/>
          </a:xfrm>
          <a:custGeom>
            <a:avLst/>
            <a:gdLst/>
            <a:ahLst/>
            <a:rect l="0" t="0" r="r" b="b"/>
            <a:pathLst>
              <a:path w="846" h="679">
                <a:moveTo>
                  <a:pt x="841" y="340"/>
                </a:moveTo>
                <a:lnTo>
                  <a:pt x="841" y="330"/>
                </a:lnTo>
                <a:lnTo>
                  <a:pt x="840" y="319"/>
                </a:lnTo>
                <a:lnTo>
                  <a:pt x="839" y="309"/>
                </a:lnTo>
                <a:lnTo>
                  <a:pt x="838" y="298"/>
                </a:lnTo>
                <a:lnTo>
                  <a:pt x="836" y="287"/>
                </a:lnTo>
                <a:lnTo>
                  <a:pt x="833" y="276"/>
                </a:lnTo>
                <a:lnTo>
                  <a:pt x="831" y="266"/>
                </a:lnTo>
                <a:lnTo>
                  <a:pt x="828" y="256"/>
                </a:lnTo>
                <a:lnTo>
                  <a:pt x="824" y="246"/>
                </a:lnTo>
                <a:lnTo>
                  <a:pt x="820" y="235"/>
                </a:lnTo>
                <a:lnTo>
                  <a:pt x="816" y="226"/>
                </a:lnTo>
                <a:lnTo>
                  <a:pt x="812" y="216"/>
                </a:lnTo>
                <a:lnTo>
                  <a:pt x="807" y="206"/>
                </a:lnTo>
                <a:lnTo>
                  <a:pt x="801" y="196"/>
                </a:lnTo>
                <a:lnTo>
                  <a:pt x="795" y="187"/>
                </a:lnTo>
                <a:lnTo>
                  <a:pt x="789" y="178"/>
                </a:lnTo>
                <a:lnTo>
                  <a:pt x="783" y="168"/>
                </a:lnTo>
                <a:lnTo>
                  <a:pt x="776" y="159"/>
                </a:lnTo>
                <a:lnTo>
                  <a:pt x="769" y="151"/>
                </a:lnTo>
                <a:lnTo>
                  <a:pt x="761" y="142"/>
                </a:lnTo>
                <a:lnTo>
                  <a:pt x="753" y="134"/>
                </a:lnTo>
                <a:lnTo>
                  <a:pt x="745" y="125"/>
                </a:lnTo>
                <a:lnTo>
                  <a:pt x="737" y="117"/>
                </a:lnTo>
                <a:lnTo>
                  <a:pt x="728" y="110"/>
                </a:lnTo>
                <a:lnTo>
                  <a:pt x="719" y="102"/>
                </a:lnTo>
                <a:lnTo>
                  <a:pt x="709" y="95"/>
                </a:lnTo>
                <a:lnTo>
                  <a:pt x="699" y="88"/>
                </a:lnTo>
                <a:lnTo>
                  <a:pt x="689" y="81"/>
                </a:lnTo>
                <a:lnTo>
                  <a:pt x="679" y="74"/>
                </a:lnTo>
                <a:lnTo>
                  <a:pt x="669" y="68"/>
                </a:lnTo>
                <a:lnTo>
                  <a:pt x="658" y="62"/>
                </a:lnTo>
                <a:lnTo>
                  <a:pt x="647" y="56"/>
                </a:lnTo>
                <a:lnTo>
                  <a:pt x="636" y="51"/>
                </a:lnTo>
                <a:lnTo>
                  <a:pt x="625" y="45"/>
                </a:lnTo>
                <a:lnTo>
                  <a:pt x="613" y="40"/>
                </a:lnTo>
                <a:lnTo>
                  <a:pt x="601" y="36"/>
                </a:lnTo>
                <a:lnTo>
                  <a:pt x="589" y="31"/>
                </a:lnTo>
                <a:lnTo>
                  <a:pt x="577" y="27"/>
                </a:lnTo>
                <a:lnTo>
                  <a:pt x="565" y="24"/>
                </a:lnTo>
                <a:lnTo>
                  <a:pt x="552" y="20"/>
                </a:lnTo>
                <a:lnTo>
                  <a:pt x="540" y="17"/>
                </a:lnTo>
                <a:lnTo>
                  <a:pt x="527" y="14"/>
                </a:lnTo>
                <a:lnTo>
                  <a:pt x="514" y="12"/>
                </a:lnTo>
                <a:lnTo>
                  <a:pt x="502" y="10"/>
                </a:lnTo>
                <a:lnTo>
                  <a:pt x="488" y="8"/>
                </a:lnTo>
                <a:lnTo>
                  <a:pt x="475" y="6"/>
                </a:lnTo>
                <a:lnTo>
                  <a:pt x="462" y="5"/>
                </a:lnTo>
                <a:lnTo>
                  <a:pt x="449" y="5"/>
                </a:lnTo>
                <a:lnTo>
                  <a:pt x="435" y="4"/>
                </a:lnTo>
                <a:lnTo>
                  <a:pt x="422" y="4"/>
                </a:lnTo>
                <a:lnTo>
                  <a:pt x="409" y="4"/>
                </a:lnTo>
                <a:lnTo>
                  <a:pt x="396" y="5"/>
                </a:lnTo>
                <a:lnTo>
                  <a:pt x="383" y="5"/>
                </a:lnTo>
                <a:lnTo>
                  <a:pt x="370" y="6"/>
                </a:lnTo>
                <a:lnTo>
                  <a:pt x="357" y="8"/>
                </a:lnTo>
                <a:lnTo>
                  <a:pt x="344" y="10"/>
                </a:lnTo>
                <a:lnTo>
                  <a:pt x="331" y="12"/>
                </a:lnTo>
                <a:lnTo>
                  <a:pt x="319" y="14"/>
                </a:lnTo>
                <a:lnTo>
                  <a:pt x="306" y="17"/>
                </a:lnTo>
                <a:lnTo>
                  <a:pt x="293" y="20"/>
                </a:lnTo>
                <a:lnTo>
                  <a:pt x="281" y="24"/>
                </a:lnTo>
                <a:lnTo>
                  <a:pt x="269" y="27"/>
                </a:lnTo>
                <a:lnTo>
                  <a:pt x="257" y="31"/>
                </a:lnTo>
                <a:lnTo>
                  <a:pt x="245" y="36"/>
                </a:lnTo>
                <a:lnTo>
                  <a:pt x="233" y="40"/>
                </a:lnTo>
                <a:lnTo>
                  <a:pt x="221" y="45"/>
                </a:lnTo>
                <a:lnTo>
                  <a:pt x="210" y="51"/>
                </a:lnTo>
                <a:lnTo>
                  <a:pt x="199" y="56"/>
                </a:lnTo>
                <a:lnTo>
                  <a:pt x="188" y="62"/>
                </a:lnTo>
                <a:lnTo>
                  <a:pt x="177" y="68"/>
                </a:lnTo>
                <a:lnTo>
                  <a:pt x="166" y="74"/>
                </a:lnTo>
                <a:lnTo>
                  <a:pt x="156" y="81"/>
                </a:lnTo>
                <a:lnTo>
                  <a:pt x="146" y="88"/>
                </a:lnTo>
                <a:lnTo>
                  <a:pt x="137" y="95"/>
                </a:lnTo>
                <a:lnTo>
                  <a:pt x="127" y="102"/>
                </a:lnTo>
                <a:lnTo>
                  <a:pt x="118" y="110"/>
                </a:lnTo>
                <a:lnTo>
                  <a:pt x="109" y="117"/>
                </a:lnTo>
                <a:lnTo>
                  <a:pt x="101" y="125"/>
                </a:lnTo>
                <a:lnTo>
                  <a:pt x="92" y="134"/>
                </a:lnTo>
                <a:lnTo>
                  <a:pt x="85" y="142"/>
                </a:lnTo>
                <a:lnTo>
                  <a:pt x="77" y="151"/>
                </a:lnTo>
                <a:lnTo>
                  <a:pt x="70" y="159"/>
                </a:lnTo>
                <a:lnTo>
                  <a:pt x="63" y="168"/>
                </a:lnTo>
                <a:lnTo>
                  <a:pt x="56" y="178"/>
                </a:lnTo>
                <a:lnTo>
                  <a:pt x="50" y="187"/>
                </a:lnTo>
                <a:lnTo>
                  <a:pt x="45" y="196"/>
                </a:lnTo>
                <a:lnTo>
                  <a:pt x="39" y="206"/>
                </a:lnTo>
                <a:lnTo>
                  <a:pt x="34" y="216"/>
                </a:lnTo>
                <a:lnTo>
                  <a:pt x="29" y="226"/>
                </a:lnTo>
                <a:lnTo>
                  <a:pt x="25" y="235"/>
                </a:lnTo>
                <a:lnTo>
                  <a:pt x="21" y="246"/>
                </a:lnTo>
                <a:lnTo>
                  <a:pt x="18" y="256"/>
                </a:lnTo>
                <a:lnTo>
                  <a:pt x="15" y="266"/>
                </a:lnTo>
                <a:lnTo>
                  <a:pt x="12" y="276"/>
                </a:lnTo>
                <a:lnTo>
                  <a:pt x="10" y="287"/>
                </a:lnTo>
                <a:lnTo>
                  <a:pt x="8" y="298"/>
                </a:lnTo>
                <a:lnTo>
                  <a:pt x="7" y="309"/>
                </a:lnTo>
                <a:lnTo>
                  <a:pt x="6" y="319"/>
                </a:lnTo>
                <a:lnTo>
                  <a:pt x="5" y="330"/>
                </a:lnTo>
                <a:lnTo>
                  <a:pt x="5" y="340"/>
                </a:lnTo>
                <a:lnTo>
                  <a:pt x="5" y="351"/>
                </a:lnTo>
                <a:lnTo>
                  <a:pt x="6" y="361"/>
                </a:lnTo>
                <a:lnTo>
                  <a:pt x="7" y="372"/>
                </a:lnTo>
                <a:lnTo>
                  <a:pt x="8" y="382"/>
                </a:lnTo>
                <a:lnTo>
                  <a:pt x="10" y="393"/>
                </a:lnTo>
                <a:lnTo>
                  <a:pt x="12" y="403"/>
                </a:lnTo>
                <a:lnTo>
                  <a:pt x="15" y="413"/>
                </a:lnTo>
                <a:lnTo>
                  <a:pt x="18" y="423"/>
                </a:lnTo>
                <a:lnTo>
                  <a:pt x="21" y="434"/>
                </a:lnTo>
                <a:lnTo>
                  <a:pt x="25" y="444"/>
                </a:lnTo>
                <a:lnTo>
                  <a:pt x="29" y="454"/>
                </a:lnTo>
                <a:lnTo>
                  <a:pt x="34" y="463"/>
                </a:lnTo>
                <a:lnTo>
                  <a:pt x="39" y="473"/>
                </a:lnTo>
                <a:lnTo>
                  <a:pt x="45" y="483"/>
                </a:lnTo>
                <a:lnTo>
                  <a:pt x="50" y="492"/>
                </a:lnTo>
                <a:lnTo>
                  <a:pt x="56" y="502"/>
                </a:lnTo>
                <a:lnTo>
                  <a:pt x="63" y="511"/>
                </a:lnTo>
                <a:lnTo>
                  <a:pt x="70" y="520"/>
                </a:lnTo>
                <a:lnTo>
                  <a:pt x="77" y="528"/>
                </a:lnTo>
                <a:lnTo>
                  <a:pt x="85" y="537"/>
                </a:lnTo>
                <a:lnTo>
                  <a:pt x="92" y="546"/>
                </a:lnTo>
                <a:lnTo>
                  <a:pt x="101" y="554"/>
                </a:lnTo>
                <a:lnTo>
                  <a:pt x="109" y="562"/>
                </a:lnTo>
                <a:lnTo>
                  <a:pt x="118" y="570"/>
                </a:lnTo>
                <a:lnTo>
                  <a:pt x="127" y="577"/>
                </a:lnTo>
                <a:lnTo>
                  <a:pt x="137" y="584"/>
                </a:lnTo>
                <a:lnTo>
                  <a:pt x="146" y="592"/>
                </a:lnTo>
                <a:lnTo>
                  <a:pt x="156" y="598"/>
                </a:lnTo>
                <a:lnTo>
                  <a:pt x="166" y="605"/>
                </a:lnTo>
                <a:lnTo>
                  <a:pt x="177" y="611"/>
                </a:lnTo>
                <a:lnTo>
                  <a:pt x="188" y="617"/>
                </a:lnTo>
                <a:lnTo>
                  <a:pt x="199" y="623"/>
                </a:lnTo>
                <a:lnTo>
                  <a:pt x="210" y="629"/>
                </a:lnTo>
                <a:lnTo>
                  <a:pt x="221" y="634"/>
                </a:lnTo>
                <a:lnTo>
                  <a:pt x="233" y="639"/>
                </a:lnTo>
                <a:lnTo>
                  <a:pt x="245" y="643"/>
                </a:lnTo>
                <a:lnTo>
                  <a:pt x="257" y="648"/>
                </a:lnTo>
                <a:lnTo>
                  <a:pt x="269" y="652"/>
                </a:lnTo>
                <a:lnTo>
                  <a:pt x="281" y="655"/>
                </a:lnTo>
                <a:lnTo>
                  <a:pt x="293" y="659"/>
                </a:lnTo>
                <a:lnTo>
                  <a:pt x="306" y="662"/>
                </a:lnTo>
                <a:lnTo>
                  <a:pt x="319" y="665"/>
                </a:lnTo>
                <a:lnTo>
                  <a:pt x="331" y="667"/>
                </a:lnTo>
                <a:lnTo>
                  <a:pt x="344" y="669"/>
                </a:lnTo>
                <a:lnTo>
                  <a:pt x="357" y="671"/>
                </a:lnTo>
                <a:lnTo>
                  <a:pt x="370" y="673"/>
                </a:lnTo>
                <a:lnTo>
                  <a:pt x="383" y="674"/>
                </a:lnTo>
                <a:lnTo>
                  <a:pt x="396" y="675"/>
                </a:lnTo>
                <a:lnTo>
                  <a:pt x="409" y="675"/>
                </a:lnTo>
                <a:lnTo>
                  <a:pt x="422" y="675"/>
                </a:lnTo>
                <a:lnTo>
                  <a:pt x="435" y="675"/>
                </a:lnTo>
                <a:lnTo>
                  <a:pt x="449" y="675"/>
                </a:lnTo>
                <a:lnTo>
                  <a:pt x="462" y="674"/>
                </a:lnTo>
                <a:lnTo>
                  <a:pt x="475" y="673"/>
                </a:lnTo>
                <a:lnTo>
                  <a:pt x="488" y="671"/>
                </a:lnTo>
                <a:lnTo>
                  <a:pt x="502" y="669"/>
                </a:lnTo>
                <a:lnTo>
                  <a:pt x="514" y="667"/>
                </a:lnTo>
                <a:lnTo>
                  <a:pt x="527" y="665"/>
                </a:lnTo>
                <a:lnTo>
                  <a:pt x="540" y="662"/>
                </a:lnTo>
                <a:lnTo>
                  <a:pt x="552" y="659"/>
                </a:lnTo>
                <a:lnTo>
                  <a:pt x="565" y="655"/>
                </a:lnTo>
                <a:lnTo>
                  <a:pt x="577" y="652"/>
                </a:lnTo>
                <a:lnTo>
                  <a:pt x="589" y="648"/>
                </a:lnTo>
                <a:lnTo>
                  <a:pt x="601" y="643"/>
                </a:lnTo>
                <a:lnTo>
                  <a:pt x="613" y="639"/>
                </a:lnTo>
                <a:lnTo>
                  <a:pt x="625" y="634"/>
                </a:lnTo>
                <a:lnTo>
                  <a:pt x="636" y="629"/>
                </a:lnTo>
                <a:lnTo>
                  <a:pt x="647" y="623"/>
                </a:lnTo>
                <a:lnTo>
                  <a:pt x="658" y="617"/>
                </a:lnTo>
                <a:lnTo>
                  <a:pt x="669" y="611"/>
                </a:lnTo>
                <a:lnTo>
                  <a:pt x="679" y="605"/>
                </a:lnTo>
                <a:lnTo>
                  <a:pt x="689" y="598"/>
                </a:lnTo>
                <a:lnTo>
                  <a:pt x="699" y="592"/>
                </a:lnTo>
                <a:lnTo>
                  <a:pt x="709" y="584"/>
                </a:lnTo>
                <a:lnTo>
                  <a:pt x="719" y="577"/>
                </a:lnTo>
                <a:lnTo>
                  <a:pt x="728" y="570"/>
                </a:lnTo>
                <a:lnTo>
                  <a:pt x="737" y="562"/>
                </a:lnTo>
                <a:lnTo>
                  <a:pt x="745" y="554"/>
                </a:lnTo>
                <a:lnTo>
                  <a:pt x="753" y="546"/>
                </a:lnTo>
                <a:lnTo>
                  <a:pt x="761" y="537"/>
                </a:lnTo>
                <a:lnTo>
                  <a:pt x="769" y="528"/>
                </a:lnTo>
                <a:lnTo>
                  <a:pt x="776" y="520"/>
                </a:lnTo>
                <a:lnTo>
                  <a:pt x="783" y="511"/>
                </a:lnTo>
                <a:lnTo>
                  <a:pt x="789" y="502"/>
                </a:lnTo>
                <a:lnTo>
                  <a:pt x="795" y="492"/>
                </a:lnTo>
                <a:lnTo>
                  <a:pt x="801" y="483"/>
                </a:lnTo>
                <a:lnTo>
                  <a:pt x="807" y="473"/>
                </a:lnTo>
                <a:lnTo>
                  <a:pt x="812" y="463"/>
                </a:lnTo>
                <a:lnTo>
                  <a:pt x="816" y="454"/>
                </a:lnTo>
                <a:lnTo>
                  <a:pt x="820" y="444"/>
                </a:lnTo>
                <a:lnTo>
                  <a:pt x="824" y="434"/>
                </a:lnTo>
                <a:lnTo>
                  <a:pt x="828" y="423"/>
                </a:lnTo>
                <a:lnTo>
                  <a:pt x="831" y="413"/>
                </a:lnTo>
                <a:lnTo>
                  <a:pt x="833" y="403"/>
                </a:lnTo>
                <a:lnTo>
                  <a:pt x="836" y="393"/>
                </a:lnTo>
                <a:lnTo>
                  <a:pt x="838" y="382"/>
                </a:lnTo>
                <a:lnTo>
                  <a:pt x="839" y="372"/>
                </a:lnTo>
                <a:lnTo>
                  <a:pt x="840" y="361"/>
                </a:lnTo>
                <a:lnTo>
                  <a:pt x="841" y="351"/>
                </a:lnTo>
                <a:lnTo>
                  <a:pt x="841" y="340"/>
                </a:lnTo>
                <a:moveTo>
                  <a:pt x="846" y="340"/>
                </a:moveTo>
                <a:lnTo>
                  <a:pt x="845" y="351"/>
                </a:lnTo>
                <a:lnTo>
                  <a:pt x="845" y="361"/>
                </a:lnTo>
                <a:lnTo>
                  <a:pt x="844" y="372"/>
                </a:lnTo>
                <a:lnTo>
                  <a:pt x="842" y="383"/>
                </a:lnTo>
                <a:lnTo>
                  <a:pt x="840" y="393"/>
                </a:lnTo>
                <a:lnTo>
                  <a:pt x="838" y="404"/>
                </a:lnTo>
                <a:lnTo>
                  <a:pt x="835" y="414"/>
                </a:lnTo>
                <a:lnTo>
                  <a:pt x="832" y="424"/>
                </a:lnTo>
                <a:lnTo>
                  <a:pt x="829" y="435"/>
                </a:lnTo>
                <a:lnTo>
                  <a:pt x="825" y="445"/>
                </a:lnTo>
                <a:lnTo>
                  <a:pt x="821" y="455"/>
                </a:lnTo>
                <a:lnTo>
                  <a:pt x="816" y="465"/>
                </a:lnTo>
                <a:lnTo>
                  <a:pt x="811" y="475"/>
                </a:lnTo>
                <a:lnTo>
                  <a:pt x="805" y="484"/>
                </a:lnTo>
                <a:lnTo>
                  <a:pt x="799" y="494"/>
                </a:lnTo>
                <a:lnTo>
                  <a:pt x="793" y="503"/>
                </a:lnTo>
                <a:lnTo>
                  <a:pt x="787" y="513"/>
                </a:lnTo>
                <a:lnTo>
                  <a:pt x="780" y="522"/>
                </a:lnTo>
                <a:lnTo>
                  <a:pt x="773" y="531"/>
                </a:lnTo>
                <a:lnTo>
                  <a:pt x="765" y="539"/>
                </a:lnTo>
                <a:lnTo>
                  <a:pt x="757" y="548"/>
                </a:lnTo>
                <a:lnTo>
                  <a:pt x="749" y="556"/>
                </a:lnTo>
                <a:lnTo>
                  <a:pt x="740" y="564"/>
                </a:lnTo>
                <a:lnTo>
                  <a:pt x="731" y="572"/>
                </a:lnTo>
                <a:lnTo>
                  <a:pt x="722" y="580"/>
                </a:lnTo>
                <a:lnTo>
                  <a:pt x="712" y="587"/>
                </a:lnTo>
                <a:lnTo>
                  <a:pt x="703" y="594"/>
                </a:lnTo>
                <a:lnTo>
                  <a:pt x="692" y="601"/>
                </a:lnTo>
                <a:lnTo>
                  <a:pt x="682" y="608"/>
                </a:lnTo>
                <a:lnTo>
                  <a:pt x="671" y="614"/>
                </a:lnTo>
                <a:lnTo>
                  <a:pt x="661" y="620"/>
                </a:lnTo>
                <a:lnTo>
                  <a:pt x="650" y="626"/>
                </a:lnTo>
                <a:lnTo>
                  <a:pt x="638" y="632"/>
                </a:lnTo>
                <a:lnTo>
                  <a:pt x="627" y="637"/>
                </a:lnTo>
                <a:lnTo>
                  <a:pt x="615" y="642"/>
                </a:lnTo>
                <a:lnTo>
                  <a:pt x="603" y="647"/>
                </a:lnTo>
                <a:lnTo>
                  <a:pt x="591" y="651"/>
                </a:lnTo>
                <a:lnTo>
                  <a:pt x="579" y="655"/>
                </a:lnTo>
                <a:lnTo>
                  <a:pt x="566" y="659"/>
                </a:lnTo>
                <a:lnTo>
                  <a:pt x="554" y="662"/>
                </a:lnTo>
                <a:lnTo>
                  <a:pt x="541" y="666"/>
                </a:lnTo>
                <a:lnTo>
                  <a:pt x="528" y="668"/>
                </a:lnTo>
                <a:lnTo>
                  <a:pt x="515" y="671"/>
                </a:lnTo>
                <a:lnTo>
                  <a:pt x="502" y="673"/>
                </a:lnTo>
                <a:lnTo>
                  <a:pt x="488" y="675"/>
                </a:lnTo>
                <a:lnTo>
                  <a:pt x="475" y="676"/>
                </a:lnTo>
                <a:lnTo>
                  <a:pt x="462" y="677"/>
                </a:lnTo>
                <a:lnTo>
                  <a:pt x="449" y="678"/>
                </a:lnTo>
                <a:lnTo>
                  <a:pt x="436" y="679"/>
                </a:lnTo>
                <a:lnTo>
                  <a:pt x="422" y="679"/>
                </a:lnTo>
                <a:lnTo>
                  <a:pt x="409" y="679"/>
                </a:lnTo>
                <a:lnTo>
                  <a:pt x="396" y="678"/>
                </a:lnTo>
                <a:lnTo>
                  <a:pt x="383" y="677"/>
                </a:lnTo>
                <a:lnTo>
                  <a:pt x="369" y="676"/>
                </a:lnTo>
                <a:lnTo>
                  <a:pt x="356" y="675"/>
                </a:lnTo>
                <a:lnTo>
                  <a:pt x="343" y="673"/>
                </a:lnTo>
                <a:lnTo>
                  <a:pt x="330" y="671"/>
                </a:lnTo>
                <a:lnTo>
                  <a:pt x="317" y="668"/>
                </a:lnTo>
                <a:lnTo>
                  <a:pt x="305" y="666"/>
                </a:lnTo>
                <a:lnTo>
                  <a:pt x="292" y="662"/>
                </a:lnTo>
                <a:lnTo>
                  <a:pt x="279" y="659"/>
                </a:lnTo>
                <a:lnTo>
                  <a:pt x="267" y="655"/>
                </a:lnTo>
                <a:lnTo>
                  <a:pt x="255" y="651"/>
                </a:lnTo>
                <a:lnTo>
                  <a:pt x="243" y="647"/>
                </a:lnTo>
                <a:lnTo>
                  <a:pt x="231" y="642"/>
                </a:lnTo>
                <a:lnTo>
                  <a:pt x="219" y="637"/>
                </a:lnTo>
                <a:lnTo>
                  <a:pt x="207" y="632"/>
                </a:lnTo>
                <a:lnTo>
                  <a:pt x="196" y="626"/>
                </a:lnTo>
                <a:lnTo>
                  <a:pt x="185" y="620"/>
                </a:lnTo>
                <a:lnTo>
                  <a:pt x="174" y="614"/>
                </a:lnTo>
                <a:lnTo>
                  <a:pt x="164" y="608"/>
                </a:lnTo>
                <a:lnTo>
                  <a:pt x="153" y="601"/>
                </a:lnTo>
                <a:lnTo>
                  <a:pt x="143" y="594"/>
                </a:lnTo>
                <a:lnTo>
                  <a:pt x="133" y="587"/>
                </a:lnTo>
                <a:lnTo>
                  <a:pt x="124" y="580"/>
                </a:lnTo>
                <a:lnTo>
                  <a:pt x="115" y="572"/>
                </a:lnTo>
                <a:lnTo>
                  <a:pt x="106" y="564"/>
                </a:lnTo>
                <a:lnTo>
                  <a:pt x="97" y="556"/>
                </a:lnTo>
                <a:lnTo>
                  <a:pt x="89" y="548"/>
                </a:lnTo>
                <a:lnTo>
                  <a:pt x="81" y="539"/>
                </a:lnTo>
                <a:lnTo>
                  <a:pt x="73" y="531"/>
                </a:lnTo>
                <a:lnTo>
                  <a:pt x="66" y="522"/>
                </a:lnTo>
                <a:lnTo>
                  <a:pt x="59" y="513"/>
                </a:lnTo>
                <a:lnTo>
                  <a:pt x="52" y="503"/>
                </a:lnTo>
                <a:lnTo>
                  <a:pt x="46" y="494"/>
                </a:lnTo>
                <a:lnTo>
                  <a:pt x="40" y="484"/>
                </a:lnTo>
                <a:lnTo>
                  <a:pt x="35" y="475"/>
                </a:lnTo>
                <a:lnTo>
                  <a:pt x="30" y="465"/>
                </a:lnTo>
                <a:lnTo>
                  <a:pt x="25" y="455"/>
                </a:lnTo>
                <a:lnTo>
                  <a:pt x="21" y="445"/>
                </a:lnTo>
                <a:lnTo>
                  <a:pt x="17" y="435"/>
                </a:lnTo>
                <a:lnTo>
                  <a:pt x="13" y="424"/>
                </a:lnTo>
                <a:lnTo>
                  <a:pt x="10" y="414"/>
                </a:lnTo>
                <a:lnTo>
                  <a:pt x="8" y="404"/>
                </a:lnTo>
                <a:lnTo>
                  <a:pt x="5" y="393"/>
                </a:lnTo>
                <a:lnTo>
                  <a:pt x="4" y="383"/>
                </a:lnTo>
                <a:lnTo>
                  <a:pt x="2" y="372"/>
                </a:lnTo>
                <a:lnTo>
                  <a:pt x="1" y="361"/>
                </a:lnTo>
                <a:lnTo>
                  <a:pt x="0" y="351"/>
                </a:lnTo>
                <a:lnTo>
                  <a:pt x="0" y="340"/>
                </a:lnTo>
                <a:lnTo>
                  <a:pt x="0" y="329"/>
                </a:lnTo>
                <a:lnTo>
                  <a:pt x="1" y="319"/>
                </a:lnTo>
                <a:lnTo>
                  <a:pt x="2" y="308"/>
                </a:lnTo>
                <a:lnTo>
                  <a:pt x="4" y="298"/>
                </a:lnTo>
                <a:lnTo>
                  <a:pt x="5" y="286"/>
                </a:lnTo>
                <a:lnTo>
                  <a:pt x="8" y="276"/>
                </a:lnTo>
                <a:lnTo>
                  <a:pt x="10" y="265"/>
                </a:lnTo>
                <a:lnTo>
                  <a:pt x="13" y="255"/>
                </a:lnTo>
                <a:lnTo>
                  <a:pt x="17" y="245"/>
                </a:lnTo>
                <a:lnTo>
                  <a:pt x="21" y="234"/>
                </a:lnTo>
                <a:lnTo>
                  <a:pt x="25" y="224"/>
                </a:lnTo>
                <a:lnTo>
                  <a:pt x="30" y="214"/>
                </a:lnTo>
                <a:lnTo>
                  <a:pt x="35" y="204"/>
                </a:lnTo>
                <a:lnTo>
                  <a:pt x="40" y="195"/>
                </a:lnTo>
                <a:lnTo>
                  <a:pt x="46" y="185"/>
                </a:lnTo>
                <a:lnTo>
                  <a:pt x="52" y="176"/>
                </a:lnTo>
                <a:lnTo>
                  <a:pt x="59" y="167"/>
                </a:lnTo>
                <a:lnTo>
                  <a:pt x="66" y="157"/>
                </a:lnTo>
                <a:lnTo>
                  <a:pt x="73" y="149"/>
                </a:lnTo>
                <a:lnTo>
                  <a:pt x="81" y="140"/>
                </a:lnTo>
                <a:lnTo>
                  <a:pt x="89" y="131"/>
                </a:lnTo>
                <a:lnTo>
                  <a:pt x="97" y="123"/>
                </a:lnTo>
                <a:lnTo>
                  <a:pt x="106" y="115"/>
                </a:lnTo>
                <a:lnTo>
                  <a:pt x="115" y="107"/>
                </a:lnTo>
                <a:lnTo>
                  <a:pt x="124" y="99"/>
                </a:lnTo>
                <a:lnTo>
                  <a:pt x="133" y="92"/>
                </a:lnTo>
                <a:lnTo>
                  <a:pt x="143" y="85"/>
                </a:lnTo>
                <a:lnTo>
                  <a:pt x="153" y="78"/>
                </a:lnTo>
                <a:lnTo>
                  <a:pt x="164" y="71"/>
                </a:lnTo>
                <a:lnTo>
                  <a:pt x="174" y="65"/>
                </a:lnTo>
                <a:lnTo>
                  <a:pt x="185" y="59"/>
                </a:lnTo>
                <a:lnTo>
                  <a:pt x="196" y="53"/>
                </a:lnTo>
                <a:lnTo>
                  <a:pt x="207" y="47"/>
                </a:lnTo>
                <a:lnTo>
                  <a:pt x="219" y="42"/>
                </a:lnTo>
                <a:lnTo>
                  <a:pt x="231" y="37"/>
                </a:lnTo>
                <a:lnTo>
                  <a:pt x="243" y="32"/>
                </a:lnTo>
                <a:lnTo>
                  <a:pt x="255" y="28"/>
                </a:lnTo>
                <a:lnTo>
                  <a:pt x="267" y="24"/>
                </a:lnTo>
                <a:lnTo>
                  <a:pt x="279" y="20"/>
                </a:lnTo>
                <a:lnTo>
                  <a:pt x="292" y="17"/>
                </a:lnTo>
                <a:lnTo>
                  <a:pt x="305" y="14"/>
                </a:lnTo>
                <a:lnTo>
                  <a:pt x="317" y="11"/>
                </a:lnTo>
                <a:lnTo>
                  <a:pt x="330" y="8"/>
                </a:lnTo>
                <a:lnTo>
                  <a:pt x="343" y="6"/>
                </a:lnTo>
                <a:lnTo>
                  <a:pt x="356" y="4"/>
                </a:lnTo>
                <a:lnTo>
                  <a:pt x="369" y="3"/>
                </a:lnTo>
                <a:lnTo>
                  <a:pt x="383" y="2"/>
                </a:lnTo>
                <a:lnTo>
                  <a:pt x="396" y="1"/>
                </a:lnTo>
                <a:lnTo>
                  <a:pt x="409" y="0"/>
                </a:lnTo>
                <a:lnTo>
                  <a:pt x="422" y="0"/>
                </a:lnTo>
                <a:lnTo>
                  <a:pt x="436" y="0"/>
                </a:lnTo>
                <a:lnTo>
                  <a:pt x="449" y="1"/>
                </a:lnTo>
                <a:lnTo>
                  <a:pt x="462" y="2"/>
                </a:lnTo>
                <a:lnTo>
                  <a:pt x="475" y="3"/>
                </a:lnTo>
                <a:lnTo>
                  <a:pt x="488" y="4"/>
                </a:lnTo>
                <a:lnTo>
                  <a:pt x="502" y="6"/>
                </a:lnTo>
                <a:lnTo>
                  <a:pt x="515" y="8"/>
                </a:lnTo>
                <a:lnTo>
                  <a:pt x="528" y="11"/>
                </a:lnTo>
                <a:lnTo>
                  <a:pt x="541" y="14"/>
                </a:lnTo>
                <a:lnTo>
                  <a:pt x="554" y="17"/>
                </a:lnTo>
                <a:lnTo>
                  <a:pt x="566" y="20"/>
                </a:lnTo>
                <a:lnTo>
                  <a:pt x="579" y="24"/>
                </a:lnTo>
                <a:lnTo>
                  <a:pt x="591" y="28"/>
                </a:lnTo>
                <a:lnTo>
                  <a:pt x="603" y="32"/>
                </a:lnTo>
                <a:lnTo>
                  <a:pt x="615" y="37"/>
                </a:lnTo>
                <a:lnTo>
                  <a:pt x="627" y="42"/>
                </a:lnTo>
                <a:lnTo>
                  <a:pt x="638" y="47"/>
                </a:lnTo>
                <a:lnTo>
                  <a:pt x="650" y="53"/>
                </a:lnTo>
                <a:lnTo>
                  <a:pt x="661" y="59"/>
                </a:lnTo>
                <a:lnTo>
                  <a:pt x="671" y="65"/>
                </a:lnTo>
                <a:lnTo>
                  <a:pt x="682" y="71"/>
                </a:lnTo>
                <a:lnTo>
                  <a:pt x="692" y="78"/>
                </a:lnTo>
                <a:lnTo>
                  <a:pt x="703" y="85"/>
                </a:lnTo>
                <a:lnTo>
                  <a:pt x="712" y="92"/>
                </a:lnTo>
                <a:lnTo>
                  <a:pt x="722" y="99"/>
                </a:lnTo>
                <a:lnTo>
                  <a:pt x="731" y="107"/>
                </a:lnTo>
                <a:lnTo>
                  <a:pt x="740" y="115"/>
                </a:lnTo>
                <a:lnTo>
                  <a:pt x="749" y="123"/>
                </a:lnTo>
                <a:lnTo>
                  <a:pt x="757" y="131"/>
                </a:lnTo>
                <a:lnTo>
                  <a:pt x="765" y="140"/>
                </a:lnTo>
                <a:lnTo>
                  <a:pt x="773" y="149"/>
                </a:lnTo>
                <a:lnTo>
                  <a:pt x="780" y="157"/>
                </a:lnTo>
                <a:lnTo>
                  <a:pt x="787" y="167"/>
                </a:lnTo>
                <a:lnTo>
                  <a:pt x="793" y="176"/>
                </a:lnTo>
                <a:lnTo>
                  <a:pt x="799" y="185"/>
                </a:lnTo>
                <a:lnTo>
                  <a:pt x="805" y="195"/>
                </a:lnTo>
                <a:lnTo>
                  <a:pt x="811" y="204"/>
                </a:lnTo>
                <a:lnTo>
                  <a:pt x="816" y="214"/>
                </a:lnTo>
                <a:lnTo>
                  <a:pt x="821" y="224"/>
                </a:lnTo>
                <a:lnTo>
                  <a:pt x="825" y="234"/>
                </a:lnTo>
                <a:lnTo>
                  <a:pt x="829" y="245"/>
                </a:lnTo>
                <a:lnTo>
                  <a:pt x="832" y="255"/>
                </a:lnTo>
                <a:lnTo>
                  <a:pt x="835" y="265"/>
                </a:lnTo>
                <a:lnTo>
                  <a:pt x="838" y="276"/>
                </a:lnTo>
                <a:lnTo>
                  <a:pt x="840" y="286"/>
                </a:lnTo>
                <a:lnTo>
                  <a:pt x="842" y="298"/>
                </a:lnTo>
                <a:lnTo>
                  <a:pt x="844" y="308"/>
                </a:lnTo>
                <a:lnTo>
                  <a:pt x="845" y="319"/>
                </a:lnTo>
                <a:lnTo>
                  <a:pt x="845" y="329"/>
                </a:lnTo>
                <a:lnTo>
                  <a:pt x="846" y="340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" name=""/>
          <p:cNvSpPr/>
          <p:nvPr/>
        </p:nvSpPr>
        <p:spPr>
          <a:xfrm>
            <a:off x="2706840" y="1722600"/>
            <a:ext cx="306000" cy="245880"/>
          </a:xfrm>
          <a:custGeom>
            <a:avLst/>
            <a:gdLst/>
            <a:ahLst/>
            <a:rect l="0" t="0" r="r" b="b"/>
            <a:pathLst>
              <a:path w="850" h="683">
                <a:moveTo>
                  <a:pt x="848" y="342"/>
                </a:moveTo>
                <a:lnTo>
                  <a:pt x="847" y="331"/>
                </a:lnTo>
                <a:lnTo>
                  <a:pt x="847" y="320"/>
                </a:lnTo>
                <a:lnTo>
                  <a:pt x="846" y="309"/>
                </a:lnTo>
                <a:lnTo>
                  <a:pt x="844" y="299"/>
                </a:lnTo>
                <a:lnTo>
                  <a:pt x="842" y="288"/>
                </a:lnTo>
                <a:lnTo>
                  <a:pt x="840" y="278"/>
                </a:lnTo>
                <a:lnTo>
                  <a:pt x="837" y="267"/>
                </a:lnTo>
                <a:lnTo>
                  <a:pt x="834" y="257"/>
                </a:lnTo>
                <a:lnTo>
                  <a:pt x="831" y="247"/>
                </a:lnTo>
                <a:lnTo>
                  <a:pt x="827" y="236"/>
                </a:lnTo>
                <a:lnTo>
                  <a:pt x="823" y="226"/>
                </a:lnTo>
                <a:lnTo>
                  <a:pt x="818" y="216"/>
                </a:lnTo>
                <a:lnTo>
                  <a:pt x="813" y="206"/>
                </a:lnTo>
                <a:lnTo>
                  <a:pt x="807" y="197"/>
                </a:lnTo>
                <a:lnTo>
                  <a:pt x="801" y="187"/>
                </a:lnTo>
                <a:lnTo>
                  <a:pt x="795" y="178"/>
                </a:lnTo>
                <a:lnTo>
                  <a:pt x="789" y="169"/>
                </a:lnTo>
                <a:lnTo>
                  <a:pt x="782" y="159"/>
                </a:lnTo>
                <a:lnTo>
                  <a:pt x="775" y="151"/>
                </a:lnTo>
                <a:lnTo>
                  <a:pt x="767" y="142"/>
                </a:lnTo>
                <a:lnTo>
                  <a:pt x="759" y="133"/>
                </a:lnTo>
                <a:lnTo>
                  <a:pt x="751" y="125"/>
                </a:lnTo>
                <a:lnTo>
                  <a:pt x="742" y="117"/>
                </a:lnTo>
                <a:lnTo>
                  <a:pt x="733" y="109"/>
                </a:lnTo>
                <a:lnTo>
                  <a:pt x="724" y="101"/>
                </a:lnTo>
                <a:lnTo>
                  <a:pt x="714" y="94"/>
                </a:lnTo>
                <a:lnTo>
                  <a:pt x="705" y="87"/>
                </a:lnTo>
                <a:lnTo>
                  <a:pt x="694" y="80"/>
                </a:lnTo>
                <a:lnTo>
                  <a:pt x="684" y="73"/>
                </a:lnTo>
                <a:lnTo>
                  <a:pt x="673" y="67"/>
                </a:lnTo>
                <a:lnTo>
                  <a:pt x="663" y="61"/>
                </a:lnTo>
                <a:lnTo>
                  <a:pt x="652" y="55"/>
                </a:lnTo>
                <a:lnTo>
                  <a:pt x="640" y="49"/>
                </a:lnTo>
                <a:lnTo>
                  <a:pt x="629" y="44"/>
                </a:lnTo>
                <a:lnTo>
                  <a:pt x="617" y="39"/>
                </a:lnTo>
                <a:lnTo>
                  <a:pt x="605" y="34"/>
                </a:lnTo>
                <a:lnTo>
                  <a:pt x="593" y="30"/>
                </a:lnTo>
                <a:lnTo>
                  <a:pt x="581" y="26"/>
                </a:lnTo>
                <a:lnTo>
                  <a:pt x="568" y="22"/>
                </a:lnTo>
                <a:lnTo>
                  <a:pt x="556" y="19"/>
                </a:lnTo>
                <a:lnTo>
                  <a:pt x="543" y="16"/>
                </a:lnTo>
                <a:lnTo>
                  <a:pt x="529" y="13"/>
                </a:lnTo>
                <a:lnTo>
                  <a:pt x="516" y="10"/>
                </a:lnTo>
                <a:lnTo>
                  <a:pt x="503" y="8"/>
                </a:lnTo>
                <a:lnTo>
                  <a:pt x="490" y="6"/>
                </a:lnTo>
                <a:lnTo>
                  <a:pt x="477" y="5"/>
                </a:lnTo>
                <a:lnTo>
                  <a:pt x="464" y="4"/>
                </a:lnTo>
                <a:lnTo>
                  <a:pt x="451" y="3"/>
                </a:lnTo>
                <a:lnTo>
                  <a:pt x="438" y="2"/>
                </a:lnTo>
                <a:lnTo>
                  <a:pt x="424" y="2"/>
                </a:lnTo>
                <a:lnTo>
                  <a:pt x="411" y="2"/>
                </a:lnTo>
                <a:lnTo>
                  <a:pt x="398" y="3"/>
                </a:lnTo>
                <a:lnTo>
                  <a:pt x="385" y="4"/>
                </a:lnTo>
                <a:lnTo>
                  <a:pt x="371" y="5"/>
                </a:lnTo>
                <a:lnTo>
                  <a:pt x="358" y="6"/>
                </a:lnTo>
                <a:lnTo>
                  <a:pt x="345" y="8"/>
                </a:lnTo>
                <a:lnTo>
                  <a:pt x="332" y="10"/>
                </a:lnTo>
                <a:lnTo>
                  <a:pt x="319" y="13"/>
                </a:lnTo>
                <a:lnTo>
                  <a:pt x="307" y="16"/>
                </a:lnTo>
                <a:lnTo>
                  <a:pt x="294" y="19"/>
                </a:lnTo>
                <a:lnTo>
                  <a:pt x="281" y="22"/>
                </a:lnTo>
                <a:lnTo>
                  <a:pt x="269" y="26"/>
                </a:lnTo>
                <a:lnTo>
                  <a:pt x="257" y="30"/>
                </a:lnTo>
                <a:lnTo>
                  <a:pt x="245" y="34"/>
                </a:lnTo>
                <a:lnTo>
                  <a:pt x="233" y="39"/>
                </a:lnTo>
                <a:lnTo>
                  <a:pt x="221" y="44"/>
                </a:lnTo>
                <a:lnTo>
                  <a:pt x="209" y="49"/>
                </a:lnTo>
                <a:lnTo>
                  <a:pt x="198" y="55"/>
                </a:lnTo>
                <a:lnTo>
                  <a:pt x="187" y="61"/>
                </a:lnTo>
                <a:lnTo>
                  <a:pt x="176" y="67"/>
                </a:lnTo>
                <a:lnTo>
                  <a:pt x="166" y="73"/>
                </a:lnTo>
                <a:lnTo>
                  <a:pt x="155" y="80"/>
                </a:lnTo>
                <a:lnTo>
                  <a:pt x="145" y="87"/>
                </a:lnTo>
                <a:lnTo>
                  <a:pt x="135" y="94"/>
                </a:lnTo>
                <a:lnTo>
                  <a:pt x="126" y="101"/>
                </a:lnTo>
                <a:lnTo>
                  <a:pt x="117" y="109"/>
                </a:lnTo>
                <a:lnTo>
                  <a:pt x="108" y="117"/>
                </a:lnTo>
                <a:lnTo>
                  <a:pt x="99" y="125"/>
                </a:lnTo>
                <a:lnTo>
                  <a:pt x="91" y="133"/>
                </a:lnTo>
                <a:lnTo>
                  <a:pt x="83" y="142"/>
                </a:lnTo>
                <a:lnTo>
                  <a:pt x="75" y="151"/>
                </a:lnTo>
                <a:lnTo>
                  <a:pt x="68" y="159"/>
                </a:lnTo>
                <a:lnTo>
                  <a:pt x="61" y="169"/>
                </a:lnTo>
                <a:lnTo>
                  <a:pt x="54" y="178"/>
                </a:lnTo>
                <a:lnTo>
                  <a:pt x="48" y="187"/>
                </a:lnTo>
                <a:lnTo>
                  <a:pt x="42" y="197"/>
                </a:lnTo>
                <a:lnTo>
                  <a:pt x="37" y="206"/>
                </a:lnTo>
                <a:lnTo>
                  <a:pt x="32" y="216"/>
                </a:lnTo>
                <a:lnTo>
                  <a:pt x="27" y="226"/>
                </a:lnTo>
                <a:lnTo>
                  <a:pt x="23" y="236"/>
                </a:lnTo>
                <a:lnTo>
                  <a:pt x="19" y="247"/>
                </a:lnTo>
                <a:lnTo>
                  <a:pt x="15" y="257"/>
                </a:lnTo>
                <a:lnTo>
                  <a:pt x="12" y="267"/>
                </a:lnTo>
                <a:lnTo>
                  <a:pt x="10" y="278"/>
                </a:lnTo>
                <a:lnTo>
                  <a:pt x="7" y="288"/>
                </a:lnTo>
                <a:lnTo>
                  <a:pt x="6" y="299"/>
                </a:lnTo>
                <a:lnTo>
                  <a:pt x="4" y="309"/>
                </a:lnTo>
                <a:lnTo>
                  <a:pt x="3" y="320"/>
                </a:lnTo>
                <a:lnTo>
                  <a:pt x="2" y="331"/>
                </a:lnTo>
                <a:lnTo>
                  <a:pt x="2" y="342"/>
                </a:lnTo>
                <a:lnTo>
                  <a:pt x="2" y="353"/>
                </a:lnTo>
                <a:lnTo>
                  <a:pt x="3" y="363"/>
                </a:lnTo>
                <a:lnTo>
                  <a:pt x="4" y="374"/>
                </a:lnTo>
                <a:lnTo>
                  <a:pt x="6" y="385"/>
                </a:lnTo>
                <a:lnTo>
                  <a:pt x="7" y="395"/>
                </a:lnTo>
                <a:lnTo>
                  <a:pt x="10" y="406"/>
                </a:lnTo>
                <a:lnTo>
                  <a:pt x="12" y="416"/>
                </a:lnTo>
                <a:lnTo>
                  <a:pt x="15" y="426"/>
                </a:lnTo>
                <a:lnTo>
                  <a:pt x="19" y="437"/>
                </a:lnTo>
                <a:lnTo>
                  <a:pt x="23" y="447"/>
                </a:lnTo>
                <a:lnTo>
                  <a:pt x="27" y="457"/>
                </a:lnTo>
                <a:lnTo>
                  <a:pt x="32" y="467"/>
                </a:lnTo>
                <a:lnTo>
                  <a:pt x="37" y="477"/>
                </a:lnTo>
                <a:lnTo>
                  <a:pt x="42" y="486"/>
                </a:lnTo>
                <a:lnTo>
                  <a:pt x="48" y="496"/>
                </a:lnTo>
                <a:lnTo>
                  <a:pt x="54" y="505"/>
                </a:lnTo>
                <a:lnTo>
                  <a:pt x="61" y="515"/>
                </a:lnTo>
                <a:lnTo>
                  <a:pt x="68" y="524"/>
                </a:lnTo>
                <a:lnTo>
                  <a:pt x="75" y="533"/>
                </a:lnTo>
                <a:lnTo>
                  <a:pt x="83" y="541"/>
                </a:lnTo>
                <a:lnTo>
                  <a:pt x="91" y="550"/>
                </a:lnTo>
                <a:lnTo>
                  <a:pt x="99" y="558"/>
                </a:lnTo>
                <a:lnTo>
                  <a:pt x="108" y="566"/>
                </a:lnTo>
                <a:lnTo>
                  <a:pt x="117" y="574"/>
                </a:lnTo>
                <a:lnTo>
                  <a:pt x="126" y="582"/>
                </a:lnTo>
                <a:lnTo>
                  <a:pt x="135" y="589"/>
                </a:lnTo>
                <a:lnTo>
                  <a:pt x="145" y="596"/>
                </a:lnTo>
                <a:lnTo>
                  <a:pt x="155" y="603"/>
                </a:lnTo>
                <a:lnTo>
                  <a:pt x="166" y="610"/>
                </a:lnTo>
                <a:lnTo>
                  <a:pt x="176" y="616"/>
                </a:lnTo>
                <a:lnTo>
                  <a:pt x="187" y="622"/>
                </a:lnTo>
                <a:lnTo>
                  <a:pt x="198" y="628"/>
                </a:lnTo>
                <a:lnTo>
                  <a:pt x="209" y="634"/>
                </a:lnTo>
                <a:lnTo>
                  <a:pt x="221" y="639"/>
                </a:lnTo>
                <a:lnTo>
                  <a:pt x="233" y="644"/>
                </a:lnTo>
                <a:lnTo>
                  <a:pt x="245" y="649"/>
                </a:lnTo>
                <a:lnTo>
                  <a:pt x="257" y="653"/>
                </a:lnTo>
                <a:lnTo>
                  <a:pt x="269" y="657"/>
                </a:lnTo>
                <a:lnTo>
                  <a:pt x="281" y="661"/>
                </a:lnTo>
                <a:lnTo>
                  <a:pt x="294" y="664"/>
                </a:lnTo>
                <a:lnTo>
                  <a:pt x="307" y="668"/>
                </a:lnTo>
                <a:lnTo>
                  <a:pt x="319" y="670"/>
                </a:lnTo>
                <a:lnTo>
                  <a:pt x="332" y="673"/>
                </a:lnTo>
                <a:lnTo>
                  <a:pt x="345" y="675"/>
                </a:lnTo>
                <a:lnTo>
                  <a:pt x="358" y="677"/>
                </a:lnTo>
                <a:lnTo>
                  <a:pt x="371" y="678"/>
                </a:lnTo>
                <a:lnTo>
                  <a:pt x="385" y="679"/>
                </a:lnTo>
                <a:lnTo>
                  <a:pt x="398" y="680"/>
                </a:lnTo>
                <a:lnTo>
                  <a:pt x="411" y="681"/>
                </a:lnTo>
                <a:lnTo>
                  <a:pt x="424" y="681"/>
                </a:lnTo>
                <a:lnTo>
                  <a:pt x="438" y="681"/>
                </a:lnTo>
                <a:lnTo>
                  <a:pt x="451" y="680"/>
                </a:lnTo>
                <a:lnTo>
                  <a:pt x="464" y="679"/>
                </a:lnTo>
                <a:lnTo>
                  <a:pt x="477" y="678"/>
                </a:lnTo>
                <a:lnTo>
                  <a:pt x="490" y="677"/>
                </a:lnTo>
                <a:lnTo>
                  <a:pt x="503" y="675"/>
                </a:lnTo>
                <a:lnTo>
                  <a:pt x="516" y="673"/>
                </a:lnTo>
                <a:lnTo>
                  <a:pt x="529" y="670"/>
                </a:lnTo>
                <a:lnTo>
                  <a:pt x="543" y="668"/>
                </a:lnTo>
                <a:lnTo>
                  <a:pt x="556" y="664"/>
                </a:lnTo>
                <a:lnTo>
                  <a:pt x="568" y="661"/>
                </a:lnTo>
                <a:lnTo>
                  <a:pt x="581" y="657"/>
                </a:lnTo>
                <a:lnTo>
                  <a:pt x="593" y="653"/>
                </a:lnTo>
                <a:lnTo>
                  <a:pt x="605" y="649"/>
                </a:lnTo>
                <a:lnTo>
                  <a:pt x="617" y="644"/>
                </a:lnTo>
                <a:lnTo>
                  <a:pt x="629" y="639"/>
                </a:lnTo>
                <a:lnTo>
                  <a:pt x="640" y="634"/>
                </a:lnTo>
                <a:lnTo>
                  <a:pt x="652" y="628"/>
                </a:lnTo>
                <a:lnTo>
                  <a:pt x="663" y="622"/>
                </a:lnTo>
                <a:lnTo>
                  <a:pt x="673" y="616"/>
                </a:lnTo>
                <a:lnTo>
                  <a:pt x="684" y="610"/>
                </a:lnTo>
                <a:lnTo>
                  <a:pt x="694" y="603"/>
                </a:lnTo>
                <a:lnTo>
                  <a:pt x="705" y="596"/>
                </a:lnTo>
                <a:lnTo>
                  <a:pt x="714" y="589"/>
                </a:lnTo>
                <a:lnTo>
                  <a:pt x="724" y="582"/>
                </a:lnTo>
                <a:lnTo>
                  <a:pt x="733" y="574"/>
                </a:lnTo>
                <a:lnTo>
                  <a:pt x="742" y="566"/>
                </a:lnTo>
                <a:lnTo>
                  <a:pt x="751" y="558"/>
                </a:lnTo>
                <a:lnTo>
                  <a:pt x="759" y="550"/>
                </a:lnTo>
                <a:lnTo>
                  <a:pt x="767" y="541"/>
                </a:lnTo>
                <a:lnTo>
                  <a:pt x="775" y="533"/>
                </a:lnTo>
                <a:lnTo>
                  <a:pt x="782" y="524"/>
                </a:lnTo>
                <a:lnTo>
                  <a:pt x="789" y="515"/>
                </a:lnTo>
                <a:lnTo>
                  <a:pt x="795" y="505"/>
                </a:lnTo>
                <a:lnTo>
                  <a:pt x="801" y="496"/>
                </a:lnTo>
                <a:lnTo>
                  <a:pt x="807" y="486"/>
                </a:lnTo>
                <a:lnTo>
                  <a:pt x="813" y="477"/>
                </a:lnTo>
                <a:lnTo>
                  <a:pt x="818" y="467"/>
                </a:lnTo>
                <a:lnTo>
                  <a:pt x="823" y="457"/>
                </a:lnTo>
                <a:lnTo>
                  <a:pt x="827" y="447"/>
                </a:lnTo>
                <a:lnTo>
                  <a:pt x="831" y="437"/>
                </a:lnTo>
                <a:lnTo>
                  <a:pt x="834" y="426"/>
                </a:lnTo>
                <a:lnTo>
                  <a:pt x="837" y="416"/>
                </a:lnTo>
                <a:lnTo>
                  <a:pt x="840" y="406"/>
                </a:lnTo>
                <a:lnTo>
                  <a:pt x="842" y="395"/>
                </a:lnTo>
                <a:lnTo>
                  <a:pt x="844" y="385"/>
                </a:lnTo>
                <a:lnTo>
                  <a:pt x="846" y="374"/>
                </a:lnTo>
                <a:lnTo>
                  <a:pt x="847" y="363"/>
                </a:lnTo>
                <a:lnTo>
                  <a:pt x="847" y="353"/>
                </a:lnTo>
                <a:lnTo>
                  <a:pt x="848" y="342"/>
                </a:lnTo>
                <a:moveTo>
                  <a:pt x="850" y="342"/>
                </a:moveTo>
                <a:lnTo>
                  <a:pt x="850" y="353"/>
                </a:lnTo>
                <a:lnTo>
                  <a:pt x="849" y="363"/>
                </a:lnTo>
                <a:lnTo>
                  <a:pt x="848" y="374"/>
                </a:lnTo>
                <a:lnTo>
                  <a:pt x="846" y="385"/>
                </a:lnTo>
                <a:lnTo>
                  <a:pt x="845" y="395"/>
                </a:lnTo>
                <a:lnTo>
                  <a:pt x="842" y="406"/>
                </a:lnTo>
                <a:lnTo>
                  <a:pt x="840" y="416"/>
                </a:lnTo>
                <a:lnTo>
                  <a:pt x="836" y="427"/>
                </a:lnTo>
                <a:lnTo>
                  <a:pt x="833" y="437"/>
                </a:lnTo>
                <a:lnTo>
                  <a:pt x="829" y="447"/>
                </a:lnTo>
                <a:lnTo>
                  <a:pt x="825" y="458"/>
                </a:lnTo>
                <a:lnTo>
                  <a:pt x="820" y="468"/>
                </a:lnTo>
                <a:lnTo>
                  <a:pt x="815" y="477"/>
                </a:lnTo>
                <a:lnTo>
                  <a:pt x="809" y="487"/>
                </a:lnTo>
                <a:lnTo>
                  <a:pt x="804" y="497"/>
                </a:lnTo>
                <a:lnTo>
                  <a:pt x="797" y="506"/>
                </a:lnTo>
                <a:lnTo>
                  <a:pt x="791" y="516"/>
                </a:lnTo>
                <a:lnTo>
                  <a:pt x="784" y="525"/>
                </a:lnTo>
                <a:lnTo>
                  <a:pt x="776" y="534"/>
                </a:lnTo>
                <a:lnTo>
                  <a:pt x="769" y="542"/>
                </a:lnTo>
                <a:lnTo>
                  <a:pt x="761" y="551"/>
                </a:lnTo>
                <a:lnTo>
                  <a:pt x="752" y="559"/>
                </a:lnTo>
                <a:lnTo>
                  <a:pt x="744" y="567"/>
                </a:lnTo>
                <a:lnTo>
                  <a:pt x="735" y="575"/>
                </a:lnTo>
                <a:lnTo>
                  <a:pt x="725" y="583"/>
                </a:lnTo>
                <a:lnTo>
                  <a:pt x="716" y="590"/>
                </a:lnTo>
                <a:lnTo>
                  <a:pt x="706" y="598"/>
                </a:lnTo>
                <a:lnTo>
                  <a:pt x="696" y="605"/>
                </a:lnTo>
                <a:lnTo>
                  <a:pt x="686" y="611"/>
                </a:lnTo>
                <a:lnTo>
                  <a:pt x="675" y="618"/>
                </a:lnTo>
                <a:lnTo>
                  <a:pt x="664" y="624"/>
                </a:lnTo>
                <a:lnTo>
                  <a:pt x="653" y="630"/>
                </a:lnTo>
                <a:lnTo>
                  <a:pt x="641" y="635"/>
                </a:lnTo>
                <a:lnTo>
                  <a:pt x="630" y="641"/>
                </a:lnTo>
                <a:lnTo>
                  <a:pt x="618" y="646"/>
                </a:lnTo>
                <a:lnTo>
                  <a:pt x="606" y="650"/>
                </a:lnTo>
                <a:lnTo>
                  <a:pt x="594" y="655"/>
                </a:lnTo>
                <a:lnTo>
                  <a:pt x="582" y="659"/>
                </a:lnTo>
                <a:lnTo>
                  <a:pt x="569" y="663"/>
                </a:lnTo>
                <a:lnTo>
                  <a:pt x="557" y="666"/>
                </a:lnTo>
                <a:lnTo>
                  <a:pt x="544" y="669"/>
                </a:lnTo>
                <a:lnTo>
                  <a:pt x="530" y="672"/>
                </a:lnTo>
                <a:lnTo>
                  <a:pt x="517" y="675"/>
                </a:lnTo>
                <a:lnTo>
                  <a:pt x="504" y="677"/>
                </a:lnTo>
                <a:lnTo>
                  <a:pt x="491" y="679"/>
                </a:lnTo>
                <a:lnTo>
                  <a:pt x="478" y="680"/>
                </a:lnTo>
                <a:lnTo>
                  <a:pt x="464" y="681"/>
                </a:lnTo>
                <a:lnTo>
                  <a:pt x="451" y="682"/>
                </a:lnTo>
                <a:lnTo>
                  <a:pt x="438" y="683"/>
                </a:lnTo>
                <a:lnTo>
                  <a:pt x="424" y="683"/>
                </a:lnTo>
                <a:lnTo>
                  <a:pt x="411" y="683"/>
                </a:lnTo>
                <a:lnTo>
                  <a:pt x="398" y="682"/>
                </a:lnTo>
                <a:lnTo>
                  <a:pt x="384" y="681"/>
                </a:lnTo>
                <a:lnTo>
                  <a:pt x="371" y="680"/>
                </a:lnTo>
                <a:lnTo>
                  <a:pt x="358" y="679"/>
                </a:lnTo>
                <a:lnTo>
                  <a:pt x="345" y="677"/>
                </a:lnTo>
                <a:lnTo>
                  <a:pt x="332" y="675"/>
                </a:lnTo>
                <a:lnTo>
                  <a:pt x="319" y="672"/>
                </a:lnTo>
                <a:lnTo>
                  <a:pt x="306" y="669"/>
                </a:lnTo>
                <a:lnTo>
                  <a:pt x="293" y="666"/>
                </a:lnTo>
                <a:lnTo>
                  <a:pt x="281" y="663"/>
                </a:lnTo>
                <a:lnTo>
                  <a:pt x="268" y="659"/>
                </a:lnTo>
                <a:lnTo>
                  <a:pt x="256" y="655"/>
                </a:lnTo>
                <a:lnTo>
                  <a:pt x="244" y="650"/>
                </a:lnTo>
                <a:lnTo>
                  <a:pt x="232" y="646"/>
                </a:lnTo>
                <a:lnTo>
                  <a:pt x="220" y="641"/>
                </a:lnTo>
                <a:lnTo>
                  <a:pt x="208" y="635"/>
                </a:lnTo>
                <a:lnTo>
                  <a:pt x="197" y="630"/>
                </a:lnTo>
                <a:lnTo>
                  <a:pt x="186" y="624"/>
                </a:lnTo>
                <a:lnTo>
                  <a:pt x="175" y="618"/>
                </a:lnTo>
                <a:lnTo>
                  <a:pt x="164" y="611"/>
                </a:lnTo>
                <a:lnTo>
                  <a:pt x="154" y="605"/>
                </a:lnTo>
                <a:lnTo>
                  <a:pt x="144" y="598"/>
                </a:lnTo>
                <a:lnTo>
                  <a:pt x="134" y="590"/>
                </a:lnTo>
                <a:lnTo>
                  <a:pt x="124" y="583"/>
                </a:lnTo>
                <a:lnTo>
                  <a:pt x="115" y="575"/>
                </a:lnTo>
                <a:lnTo>
                  <a:pt x="106" y="567"/>
                </a:lnTo>
                <a:lnTo>
                  <a:pt x="97" y="559"/>
                </a:lnTo>
                <a:lnTo>
                  <a:pt x="89" y="551"/>
                </a:lnTo>
                <a:lnTo>
                  <a:pt x="81" y="542"/>
                </a:lnTo>
                <a:lnTo>
                  <a:pt x="73" y="534"/>
                </a:lnTo>
                <a:lnTo>
                  <a:pt x="66" y="525"/>
                </a:lnTo>
                <a:lnTo>
                  <a:pt x="59" y="516"/>
                </a:lnTo>
                <a:lnTo>
                  <a:pt x="52" y="506"/>
                </a:lnTo>
                <a:lnTo>
                  <a:pt x="46" y="497"/>
                </a:lnTo>
                <a:lnTo>
                  <a:pt x="40" y="487"/>
                </a:lnTo>
                <a:lnTo>
                  <a:pt x="35" y="477"/>
                </a:lnTo>
                <a:lnTo>
                  <a:pt x="30" y="468"/>
                </a:lnTo>
                <a:lnTo>
                  <a:pt x="25" y="458"/>
                </a:lnTo>
                <a:lnTo>
                  <a:pt x="21" y="447"/>
                </a:lnTo>
                <a:lnTo>
                  <a:pt x="17" y="437"/>
                </a:lnTo>
                <a:lnTo>
                  <a:pt x="13" y="427"/>
                </a:lnTo>
                <a:lnTo>
                  <a:pt x="10" y="416"/>
                </a:lnTo>
                <a:lnTo>
                  <a:pt x="7" y="406"/>
                </a:lnTo>
                <a:lnTo>
                  <a:pt x="5" y="395"/>
                </a:lnTo>
                <a:lnTo>
                  <a:pt x="3" y="385"/>
                </a:lnTo>
                <a:lnTo>
                  <a:pt x="2" y="374"/>
                </a:lnTo>
                <a:lnTo>
                  <a:pt x="1" y="363"/>
                </a:lnTo>
                <a:lnTo>
                  <a:pt x="0" y="353"/>
                </a:lnTo>
                <a:lnTo>
                  <a:pt x="0" y="342"/>
                </a:lnTo>
                <a:lnTo>
                  <a:pt x="0" y="331"/>
                </a:lnTo>
                <a:lnTo>
                  <a:pt x="1" y="320"/>
                </a:lnTo>
                <a:lnTo>
                  <a:pt x="2" y="309"/>
                </a:lnTo>
                <a:lnTo>
                  <a:pt x="3" y="298"/>
                </a:lnTo>
                <a:lnTo>
                  <a:pt x="5" y="288"/>
                </a:lnTo>
                <a:lnTo>
                  <a:pt x="7" y="277"/>
                </a:lnTo>
                <a:lnTo>
                  <a:pt x="10" y="267"/>
                </a:lnTo>
                <a:lnTo>
                  <a:pt x="13" y="256"/>
                </a:lnTo>
                <a:lnTo>
                  <a:pt x="17" y="246"/>
                </a:lnTo>
                <a:lnTo>
                  <a:pt x="21" y="236"/>
                </a:lnTo>
                <a:lnTo>
                  <a:pt x="25" y="226"/>
                </a:lnTo>
                <a:lnTo>
                  <a:pt x="30" y="216"/>
                </a:lnTo>
                <a:lnTo>
                  <a:pt x="35" y="206"/>
                </a:lnTo>
                <a:lnTo>
                  <a:pt x="40" y="196"/>
                </a:lnTo>
                <a:lnTo>
                  <a:pt x="46" y="186"/>
                </a:lnTo>
                <a:lnTo>
                  <a:pt x="52" y="177"/>
                </a:lnTo>
                <a:lnTo>
                  <a:pt x="59" y="168"/>
                </a:lnTo>
                <a:lnTo>
                  <a:pt x="66" y="158"/>
                </a:lnTo>
                <a:lnTo>
                  <a:pt x="73" y="150"/>
                </a:lnTo>
                <a:lnTo>
                  <a:pt x="81" y="141"/>
                </a:lnTo>
                <a:lnTo>
                  <a:pt x="89" y="132"/>
                </a:lnTo>
                <a:lnTo>
                  <a:pt x="97" y="124"/>
                </a:lnTo>
                <a:lnTo>
                  <a:pt x="106" y="116"/>
                </a:lnTo>
                <a:lnTo>
                  <a:pt x="115" y="108"/>
                </a:lnTo>
                <a:lnTo>
                  <a:pt x="124" y="100"/>
                </a:lnTo>
                <a:lnTo>
                  <a:pt x="134" y="93"/>
                </a:lnTo>
                <a:lnTo>
                  <a:pt x="144" y="85"/>
                </a:lnTo>
                <a:lnTo>
                  <a:pt x="154" y="78"/>
                </a:lnTo>
                <a:lnTo>
                  <a:pt x="164" y="72"/>
                </a:lnTo>
                <a:lnTo>
                  <a:pt x="175" y="65"/>
                </a:lnTo>
                <a:lnTo>
                  <a:pt x="186" y="59"/>
                </a:lnTo>
                <a:lnTo>
                  <a:pt x="197" y="53"/>
                </a:lnTo>
                <a:lnTo>
                  <a:pt x="208" y="48"/>
                </a:lnTo>
                <a:lnTo>
                  <a:pt x="220" y="42"/>
                </a:lnTo>
                <a:lnTo>
                  <a:pt x="232" y="37"/>
                </a:lnTo>
                <a:lnTo>
                  <a:pt x="244" y="33"/>
                </a:lnTo>
                <a:lnTo>
                  <a:pt x="256" y="28"/>
                </a:lnTo>
                <a:lnTo>
                  <a:pt x="268" y="24"/>
                </a:lnTo>
                <a:lnTo>
                  <a:pt x="281" y="20"/>
                </a:lnTo>
                <a:lnTo>
                  <a:pt x="293" y="17"/>
                </a:lnTo>
                <a:lnTo>
                  <a:pt x="306" y="14"/>
                </a:lnTo>
                <a:lnTo>
                  <a:pt x="319" y="11"/>
                </a:lnTo>
                <a:lnTo>
                  <a:pt x="332" y="8"/>
                </a:lnTo>
                <a:lnTo>
                  <a:pt x="345" y="6"/>
                </a:lnTo>
                <a:lnTo>
                  <a:pt x="358" y="4"/>
                </a:lnTo>
                <a:lnTo>
                  <a:pt x="371" y="3"/>
                </a:lnTo>
                <a:lnTo>
                  <a:pt x="384" y="2"/>
                </a:lnTo>
                <a:lnTo>
                  <a:pt x="398" y="1"/>
                </a:lnTo>
                <a:lnTo>
                  <a:pt x="411" y="0"/>
                </a:lnTo>
                <a:lnTo>
                  <a:pt x="424" y="0"/>
                </a:lnTo>
                <a:lnTo>
                  <a:pt x="438" y="0"/>
                </a:lnTo>
                <a:lnTo>
                  <a:pt x="451" y="1"/>
                </a:lnTo>
                <a:lnTo>
                  <a:pt x="464" y="2"/>
                </a:lnTo>
                <a:lnTo>
                  <a:pt x="478" y="3"/>
                </a:lnTo>
                <a:lnTo>
                  <a:pt x="491" y="4"/>
                </a:lnTo>
                <a:lnTo>
                  <a:pt x="504" y="6"/>
                </a:lnTo>
                <a:lnTo>
                  <a:pt x="517" y="8"/>
                </a:lnTo>
                <a:lnTo>
                  <a:pt x="530" y="11"/>
                </a:lnTo>
                <a:lnTo>
                  <a:pt x="544" y="14"/>
                </a:lnTo>
                <a:lnTo>
                  <a:pt x="557" y="17"/>
                </a:lnTo>
                <a:lnTo>
                  <a:pt x="569" y="20"/>
                </a:lnTo>
                <a:lnTo>
                  <a:pt x="582" y="24"/>
                </a:lnTo>
                <a:lnTo>
                  <a:pt x="594" y="28"/>
                </a:lnTo>
                <a:lnTo>
                  <a:pt x="606" y="33"/>
                </a:lnTo>
                <a:lnTo>
                  <a:pt x="618" y="37"/>
                </a:lnTo>
                <a:lnTo>
                  <a:pt x="630" y="42"/>
                </a:lnTo>
                <a:lnTo>
                  <a:pt x="641" y="48"/>
                </a:lnTo>
                <a:lnTo>
                  <a:pt x="653" y="53"/>
                </a:lnTo>
                <a:lnTo>
                  <a:pt x="664" y="59"/>
                </a:lnTo>
                <a:lnTo>
                  <a:pt x="675" y="65"/>
                </a:lnTo>
                <a:lnTo>
                  <a:pt x="686" y="72"/>
                </a:lnTo>
                <a:lnTo>
                  <a:pt x="696" y="78"/>
                </a:lnTo>
                <a:lnTo>
                  <a:pt x="706" y="85"/>
                </a:lnTo>
                <a:lnTo>
                  <a:pt x="716" y="93"/>
                </a:lnTo>
                <a:lnTo>
                  <a:pt x="725" y="100"/>
                </a:lnTo>
                <a:lnTo>
                  <a:pt x="735" y="108"/>
                </a:lnTo>
                <a:lnTo>
                  <a:pt x="744" y="116"/>
                </a:lnTo>
                <a:lnTo>
                  <a:pt x="752" y="124"/>
                </a:lnTo>
                <a:lnTo>
                  <a:pt x="761" y="132"/>
                </a:lnTo>
                <a:lnTo>
                  <a:pt x="769" y="141"/>
                </a:lnTo>
                <a:lnTo>
                  <a:pt x="776" y="150"/>
                </a:lnTo>
                <a:lnTo>
                  <a:pt x="784" y="158"/>
                </a:lnTo>
                <a:lnTo>
                  <a:pt x="791" y="168"/>
                </a:lnTo>
                <a:lnTo>
                  <a:pt x="797" y="177"/>
                </a:lnTo>
                <a:lnTo>
                  <a:pt x="804" y="186"/>
                </a:lnTo>
                <a:lnTo>
                  <a:pt x="809" y="196"/>
                </a:lnTo>
                <a:lnTo>
                  <a:pt x="815" y="206"/>
                </a:lnTo>
                <a:lnTo>
                  <a:pt x="820" y="216"/>
                </a:lnTo>
                <a:lnTo>
                  <a:pt x="825" y="226"/>
                </a:lnTo>
                <a:lnTo>
                  <a:pt x="829" y="236"/>
                </a:lnTo>
                <a:lnTo>
                  <a:pt x="833" y="246"/>
                </a:lnTo>
                <a:lnTo>
                  <a:pt x="836" y="256"/>
                </a:lnTo>
                <a:lnTo>
                  <a:pt x="840" y="267"/>
                </a:lnTo>
                <a:lnTo>
                  <a:pt x="842" y="277"/>
                </a:lnTo>
                <a:lnTo>
                  <a:pt x="845" y="288"/>
                </a:lnTo>
                <a:lnTo>
                  <a:pt x="846" y="298"/>
                </a:lnTo>
                <a:lnTo>
                  <a:pt x="848" y="309"/>
                </a:lnTo>
                <a:lnTo>
                  <a:pt x="849" y="320"/>
                </a:lnTo>
                <a:lnTo>
                  <a:pt x="850" y="331"/>
                </a:lnTo>
                <a:lnTo>
                  <a:pt x="850" y="342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" name=""/>
          <p:cNvSpPr/>
          <p:nvPr/>
        </p:nvSpPr>
        <p:spPr>
          <a:xfrm>
            <a:off x="2703600" y="1720080"/>
            <a:ext cx="312480" cy="250920"/>
          </a:xfrm>
          <a:custGeom>
            <a:avLst/>
            <a:gdLst/>
            <a:ahLst/>
            <a:rect l="0" t="0" r="r" b="b"/>
            <a:pathLst>
              <a:path w="868" h="697">
                <a:moveTo>
                  <a:pt x="859" y="348"/>
                </a:moveTo>
                <a:lnTo>
                  <a:pt x="859" y="337"/>
                </a:lnTo>
                <a:lnTo>
                  <a:pt x="858" y="327"/>
                </a:lnTo>
                <a:lnTo>
                  <a:pt x="857" y="316"/>
                </a:lnTo>
                <a:lnTo>
                  <a:pt x="855" y="305"/>
                </a:lnTo>
                <a:lnTo>
                  <a:pt x="854" y="295"/>
                </a:lnTo>
                <a:lnTo>
                  <a:pt x="851" y="284"/>
                </a:lnTo>
                <a:lnTo>
                  <a:pt x="849" y="274"/>
                </a:lnTo>
                <a:lnTo>
                  <a:pt x="845" y="263"/>
                </a:lnTo>
                <a:lnTo>
                  <a:pt x="842" y="253"/>
                </a:lnTo>
                <a:lnTo>
                  <a:pt x="838" y="243"/>
                </a:lnTo>
                <a:lnTo>
                  <a:pt x="834" y="233"/>
                </a:lnTo>
                <a:lnTo>
                  <a:pt x="829" y="223"/>
                </a:lnTo>
                <a:lnTo>
                  <a:pt x="824" y="213"/>
                </a:lnTo>
                <a:lnTo>
                  <a:pt x="818" y="203"/>
                </a:lnTo>
                <a:lnTo>
                  <a:pt x="813" y="193"/>
                </a:lnTo>
                <a:lnTo>
                  <a:pt x="806" y="184"/>
                </a:lnTo>
                <a:lnTo>
                  <a:pt x="800" y="175"/>
                </a:lnTo>
                <a:lnTo>
                  <a:pt x="793" y="165"/>
                </a:lnTo>
                <a:lnTo>
                  <a:pt x="785" y="157"/>
                </a:lnTo>
                <a:lnTo>
                  <a:pt x="778" y="148"/>
                </a:lnTo>
                <a:lnTo>
                  <a:pt x="770" y="139"/>
                </a:lnTo>
                <a:lnTo>
                  <a:pt x="761" y="131"/>
                </a:lnTo>
                <a:lnTo>
                  <a:pt x="753" y="123"/>
                </a:lnTo>
                <a:lnTo>
                  <a:pt x="744" y="115"/>
                </a:lnTo>
                <a:lnTo>
                  <a:pt x="734" y="107"/>
                </a:lnTo>
                <a:lnTo>
                  <a:pt x="724" y="100"/>
                </a:lnTo>
                <a:lnTo>
                  <a:pt x="714" y="92"/>
                </a:lnTo>
                <a:lnTo>
                  <a:pt x="704" y="85"/>
                </a:lnTo>
                <a:lnTo>
                  <a:pt x="694" y="79"/>
                </a:lnTo>
                <a:lnTo>
                  <a:pt x="683" y="72"/>
                </a:lnTo>
                <a:lnTo>
                  <a:pt x="672" y="66"/>
                </a:lnTo>
                <a:lnTo>
                  <a:pt x="661" y="60"/>
                </a:lnTo>
                <a:lnTo>
                  <a:pt x="649" y="55"/>
                </a:lnTo>
                <a:lnTo>
                  <a:pt x="638" y="49"/>
                </a:lnTo>
                <a:lnTo>
                  <a:pt x="626" y="44"/>
                </a:lnTo>
                <a:lnTo>
                  <a:pt x="614" y="40"/>
                </a:lnTo>
                <a:lnTo>
                  <a:pt x="602" y="35"/>
                </a:lnTo>
                <a:lnTo>
                  <a:pt x="590" y="31"/>
                </a:lnTo>
                <a:lnTo>
                  <a:pt x="577" y="27"/>
                </a:lnTo>
                <a:lnTo>
                  <a:pt x="565" y="24"/>
                </a:lnTo>
                <a:lnTo>
                  <a:pt x="552" y="21"/>
                </a:lnTo>
                <a:lnTo>
                  <a:pt x="539" y="18"/>
                </a:lnTo>
                <a:lnTo>
                  <a:pt x="526" y="15"/>
                </a:lnTo>
                <a:lnTo>
                  <a:pt x="513" y="13"/>
                </a:lnTo>
                <a:lnTo>
                  <a:pt x="500" y="11"/>
                </a:lnTo>
                <a:lnTo>
                  <a:pt x="487" y="10"/>
                </a:lnTo>
                <a:lnTo>
                  <a:pt x="473" y="9"/>
                </a:lnTo>
                <a:lnTo>
                  <a:pt x="460" y="8"/>
                </a:lnTo>
                <a:lnTo>
                  <a:pt x="447" y="7"/>
                </a:lnTo>
                <a:lnTo>
                  <a:pt x="433" y="7"/>
                </a:lnTo>
                <a:lnTo>
                  <a:pt x="420" y="7"/>
                </a:lnTo>
                <a:lnTo>
                  <a:pt x="407" y="8"/>
                </a:lnTo>
                <a:lnTo>
                  <a:pt x="393" y="9"/>
                </a:lnTo>
                <a:lnTo>
                  <a:pt x="380" y="10"/>
                </a:lnTo>
                <a:lnTo>
                  <a:pt x="367" y="11"/>
                </a:lnTo>
                <a:lnTo>
                  <a:pt x="354" y="13"/>
                </a:lnTo>
                <a:lnTo>
                  <a:pt x="341" y="15"/>
                </a:lnTo>
                <a:lnTo>
                  <a:pt x="328" y="18"/>
                </a:lnTo>
                <a:lnTo>
                  <a:pt x="315" y="21"/>
                </a:lnTo>
                <a:lnTo>
                  <a:pt x="302" y="24"/>
                </a:lnTo>
                <a:lnTo>
                  <a:pt x="290" y="27"/>
                </a:lnTo>
                <a:lnTo>
                  <a:pt x="277" y="31"/>
                </a:lnTo>
                <a:lnTo>
                  <a:pt x="265" y="35"/>
                </a:lnTo>
                <a:lnTo>
                  <a:pt x="253" y="40"/>
                </a:lnTo>
                <a:lnTo>
                  <a:pt x="241" y="44"/>
                </a:lnTo>
                <a:lnTo>
                  <a:pt x="229" y="49"/>
                </a:lnTo>
                <a:lnTo>
                  <a:pt x="217" y="55"/>
                </a:lnTo>
                <a:lnTo>
                  <a:pt x="206" y="60"/>
                </a:lnTo>
                <a:lnTo>
                  <a:pt x="195" y="66"/>
                </a:lnTo>
                <a:lnTo>
                  <a:pt x="184" y="72"/>
                </a:lnTo>
                <a:lnTo>
                  <a:pt x="173" y="79"/>
                </a:lnTo>
                <a:lnTo>
                  <a:pt x="163" y="85"/>
                </a:lnTo>
                <a:lnTo>
                  <a:pt x="153" y="92"/>
                </a:lnTo>
                <a:lnTo>
                  <a:pt x="143" y="100"/>
                </a:lnTo>
                <a:lnTo>
                  <a:pt x="133" y="107"/>
                </a:lnTo>
                <a:lnTo>
                  <a:pt x="124" y="115"/>
                </a:lnTo>
                <a:lnTo>
                  <a:pt x="115" y="123"/>
                </a:lnTo>
                <a:lnTo>
                  <a:pt x="106" y="131"/>
                </a:lnTo>
                <a:lnTo>
                  <a:pt x="98" y="139"/>
                </a:lnTo>
                <a:lnTo>
                  <a:pt x="90" y="148"/>
                </a:lnTo>
                <a:lnTo>
                  <a:pt x="82" y="157"/>
                </a:lnTo>
                <a:lnTo>
                  <a:pt x="75" y="165"/>
                </a:lnTo>
                <a:lnTo>
                  <a:pt x="68" y="175"/>
                </a:lnTo>
                <a:lnTo>
                  <a:pt x="61" y="184"/>
                </a:lnTo>
                <a:lnTo>
                  <a:pt x="55" y="193"/>
                </a:lnTo>
                <a:lnTo>
                  <a:pt x="49" y="203"/>
                </a:lnTo>
                <a:lnTo>
                  <a:pt x="44" y="213"/>
                </a:lnTo>
                <a:lnTo>
                  <a:pt x="39" y="223"/>
                </a:lnTo>
                <a:lnTo>
                  <a:pt x="34" y="233"/>
                </a:lnTo>
                <a:lnTo>
                  <a:pt x="30" y="243"/>
                </a:lnTo>
                <a:lnTo>
                  <a:pt x="26" y="253"/>
                </a:lnTo>
                <a:lnTo>
                  <a:pt x="22" y="263"/>
                </a:lnTo>
                <a:lnTo>
                  <a:pt x="19" y="274"/>
                </a:lnTo>
                <a:lnTo>
                  <a:pt x="16" y="284"/>
                </a:lnTo>
                <a:lnTo>
                  <a:pt x="14" y="295"/>
                </a:lnTo>
                <a:lnTo>
                  <a:pt x="12" y="305"/>
                </a:lnTo>
                <a:lnTo>
                  <a:pt x="11" y="316"/>
                </a:lnTo>
                <a:lnTo>
                  <a:pt x="10" y="327"/>
                </a:lnTo>
                <a:lnTo>
                  <a:pt x="9" y="337"/>
                </a:lnTo>
                <a:lnTo>
                  <a:pt x="9" y="348"/>
                </a:lnTo>
                <a:lnTo>
                  <a:pt x="9" y="359"/>
                </a:lnTo>
                <a:lnTo>
                  <a:pt x="10" y="369"/>
                </a:lnTo>
                <a:lnTo>
                  <a:pt x="11" y="380"/>
                </a:lnTo>
                <a:lnTo>
                  <a:pt x="12" y="391"/>
                </a:lnTo>
                <a:lnTo>
                  <a:pt x="14" y="401"/>
                </a:lnTo>
                <a:lnTo>
                  <a:pt x="16" y="412"/>
                </a:lnTo>
                <a:lnTo>
                  <a:pt x="19" y="422"/>
                </a:lnTo>
                <a:lnTo>
                  <a:pt x="22" y="433"/>
                </a:lnTo>
                <a:lnTo>
                  <a:pt x="26" y="444"/>
                </a:lnTo>
                <a:lnTo>
                  <a:pt x="30" y="454"/>
                </a:lnTo>
                <a:lnTo>
                  <a:pt x="34" y="465"/>
                </a:lnTo>
                <a:lnTo>
                  <a:pt x="39" y="475"/>
                </a:lnTo>
                <a:lnTo>
                  <a:pt x="44" y="484"/>
                </a:lnTo>
                <a:lnTo>
                  <a:pt x="49" y="494"/>
                </a:lnTo>
                <a:lnTo>
                  <a:pt x="55" y="504"/>
                </a:lnTo>
                <a:lnTo>
                  <a:pt x="61" y="513"/>
                </a:lnTo>
                <a:lnTo>
                  <a:pt x="68" y="523"/>
                </a:lnTo>
                <a:lnTo>
                  <a:pt x="75" y="532"/>
                </a:lnTo>
                <a:lnTo>
                  <a:pt x="82" y="541"/>
                </a:lnTo>
                <a:lnTo>
                  <a:pt x="90" y="549"/>
                </a:lnTo>
                <a:lnTo>
                  <a:pt x="98" y="558"/>
                </a:lnTo>
                <a:lnTo>
                  <a:pt x="106" y="566"/>
                </a:lnTo>
                <a:lnTo>
                  <a:pt x="115" y="574"/>
                </a:lnTo>
                <a:lnTo>
                  <a:pt x="124" y="582"/>
                </a:lnTo>
                <a:lnTo>
                  <a:pt x="133" y="590"/>
                </a:lnTo>
                <a:lnTo>
                  <a:pt x="143" y="597"/>
                </a:lnTo>
                <a:lnTo>
                  <a:pt x="153" y="605"/>
                </a:lnTo>
                <a:lnTo>
                  <a:pt x="163" y="612"/>
                </a:lnTo>
                <a:lnTo>
                  <a:pt x="173" y="618"/>
                </a:lnTo>
                <a:lnTo>
                  <a:pt x="184" y="625"/>
                </a:lnTo>
                <a:lnTo>
                  <a:pt x="195" y="631"/>
                </a:lnTo>
                <a:lnTo>
                  <a:pt x="206" y="637"/>
                </a:lnTo>
                <a:lnTo>
                  <a:pt x="217" y="642"/>
                </a:lnTo>
                <a:lnTo>
                  <a:pt x="229" y="648"/>
                </a:lnTo>
                <a:lnTo>
                  <a:pt x="241" y="653"/>
                </a:lnTo>
                <a:lnTo>
                  <a:pt x="253" y="657"/>
                </a:lnTo>
                <a:lnTo>
                  <a:pt x="265" y="662"/>
                </a:lnTo>
                <a:lnTo>
                  <a:pt x="277" y="666"/>
                </a:lnTo>
                <a:lnTo>
                  <a:pt x="290" y="670"/>
                </a:lnTo>
                <a:lnTo>
                  <a:pt x="302" y="673"/>
                </a:lnTo>
                <a:lnTo>
                  <a:pt x="315" y="676"/>
                </a:lnTo>
                <a:lnTo>
                  <a:pt x="328" y="679"/>
                </a:lnTo>
                <a:lnTo>
                  <a:pt x="341" y="682"/>
                </a:lnTo>
                <a:lnTo>
                  <a:pt x="354" y="684"/>
                </a:lnTo>
                <a:lnTo>
                  <a:pt x="367" y="686"/>
                </a:lnTo>
                <a:lnTo>
                  <a:pt x="380" y="687"/>
                </a:lnTo>
                <a:lnTo>
                  <a:pt x="393" y="688"/>
                </a:lnTo>
                <a:lnTo>
                  <a:pt x="407" y="689"/>
                </a:lnTo>
                <a:lnTo>
                  <a:pt x="420" y="690"/>
                </a:lnTo>
                <a:lnTo>
                  <a:pt x="433" y="690"/>
                </a:lnTo>
                <a:lnTo>
                  <a:pt x="447" y="690"/>
                </a:lnTo>
                <a:lnTo>
                  <a:pt x="460" y="689"/>
                </a:lnTo>
                <a:lnTo>
                  <a:pt x="473" y="688"/>
                </a:lnTo>
                <a:lnTo>
                  <a:pt x="487" y="687"/>
                </a:lnTo>
                <a:lnTo>
                  <a:pt x="500" y="686"/>
                </a:lnTo>
                <a:lnTo>
                  <a:pt x="513" y="684"/>
                </a:lnTo>
                <a:lnTo>
                  <a:pt x="526" y="682"/>
                </a:lnTo>
                <a:lnTo>
                  <a:pt x="539" y="679"/>
                </a:lnTo>
                <a:lnTo>
                  <a:pt x="552" y="676"/>
                </a:lnTo>
                <a:lnTo>
                  <a:pt x="565" y="673"/>
                </a:lnTo>
                <a:lnTo>
                  <a:pt x="577" y="670"/>
                </a:lnTo>
                <a:lnTo>
                  <a:pt x="590" y="666"/>
                </a:lnTo>
                <a:lnTo>
                  <a:pt x="602" y="662"/>
                </a:lnTo>
                <a:lnTo>
                  <a:pt x="614" y="657"/>
                </a:lnTo>
                <a:lnTo>
                  <a:pt x="626" y="653"/>
                </a:lnTo>
                <a:lnTo>
                  <a:pt x="638" y="648"/>
                </a:lnTo>
                <a:lnTo>
                  <a:pt x="649" y="642"/>
                </a:lnTo>
                <a:lnTo>
                  <a:pt x="661" y="637"/>
                </a:lnTo>
                <a:lnTo>
                  <a:pt x="672" y="631"/>
                </a:lnTo>
                <a:lnTo>
                  <a:pt x="683" y="625"/>
                </a:lnTo>
                <a:lnTo>
                  <a:pt x="694" y="618"/>
                </a:lnTo>
                <a:lnTo>
                  <a:pt x="704" y="612"/>
                </a:lnTo>
                <a:lnTo>
                  <a:pt x="714" y="605"/>
                </a:lnTo>
                <a:lnTo>
                  <a:pt x="724" y="597"/>
                </a:lnTo>
                <a:lnTo>
                  <a:pt x="734" y="590"/>
                </a:lnTo>
                <a:lnTo>
                  <a:pt x="744" y="582"/>
                </a:lnTo>
                <a:lnTo>
                  <a:pt x="753" y="574"/>
                </a:lnTo>
                <a:lnTo>
                  <a:pt x="761" y="566"/>
                </a:lnTo>
                <a:lnTo>
                  <a:pt x="770" y="558"/>
                </a:lnTo>
                <a:lnTo>
                  <a:pt x="778" y="549"/>
                </a:lnTo>
                <a:lnTo>
                  <a:pt x="785" y="541"/>
                </a:lnTo>
                <a:lnTo>
                  <a:pt x="793" y="532"/>
                </a:lnTo>
                <a:lnTo>
                  <a:pt x="800" y="523"/>
                </a:lnTo>
                <a:lnTo>
                  <a:pt x="806" y="513"/>
                </a:lnTo>
                <a:lnTo>
                  <a:pt x="813" y="504"/>
                </a:lnTo>
                <a:lnTo>
                  <a:pt x="818" y="494"/>
                </a:lnTo>
                <a:lnTo>
                  <a:pt x="824" y="484"/>
                </a:lnTo>
                <a:lnTo>
                  <a:pt x="829" y="475"/>
                </a:lnTo>
                <a:lnTo>
                  <a:pt x="834" y="465"/>
                </a:lnTo>
                <a:lnTo>
                  <a:pt x="838" y="454"/>
                </a:lnTo>
                <a:lnTo>
                  <a:pt x="842" y="444"/>
                </a:lnTo>
                <a:lnTo>
                  <a:pt x="845" y="433"/>
                </a:lnTo>
                <a:lnTo>
                  <a:pt x="849" y="422"/>
                </a:lnTo>
                <a:lnTo>
                  <a:pt x="851" y="412"/>
                </a:lnTo>
                <a:lnTo>
                  <a:pt x="854" y="401"/>
                </a:lnTo>
                <a:lnTo>
                  <a:pt x="855" y="391"/>
                </a:lnTo>
                <a:lnTo>
                  <a:pt x="857" y="380"/>
                </a:lnTo>
                <a:lnTo>
                  <a:pt x="858" y="369"/>
                </a:lnTo>
                <a:lnTo>
                  <a:pt x="859" y="359"/>
                </a:lnTo>
                <a:lnTo>
                  <a:pt x="859" y="348"/>
                </a:lnTo>
                <a:moveTo>
                  <a:pt x="868" y="348"/>
                </a:moveTo>
                <a:lnTo>
                  <a:pt x="868" y="359"/>
                </a:lnTo>
                <a:lnTo>
                  <a:pt x="867" y="370"/>
                </a:lnTo>
                <a:lnTo>
                  <a:pt x="866" y="381"/>
                </a:lnTo>
                <a:lnTo>
                  <a:pt x="865" y="392"/>
                </a:lnTo>
                <a:lnTo>
                  <a:pt x="863" y="403"/>
                </a:lnTo>
                <a:lnTo>
                  <a:pt x="860" y="413"/>
                </a:lnTo>
                <a:lnTo>
                  <a:pt x="858" y="424"/>
                </a:lnTo>
                <a:lnTo>
                  <a:pt x="854" y="435"/>
                </a:lnTo>
                <a:lnTo>
                  <a:pt x="851" y="446"/>
                </a:lnTo>
                <a:lnTo>
                  <a:pt x="847" y="457"/>
                </a:lnTo>
                <a:lnTo>
                  <a:pt x="842" y="467"/>
                </a:lnTo>
                <a:lnTo>
                  <a:pt x="838" y="477"/>
                </a:lnTo>
                <a:lnTo>
                  <a:pt x="832" y="487"/>
                </a:lnTo>
                <a:lnTo>
                  <a:pt x="827" y="497"/>
                </a:lnTo>
                <a:lnTo>
                  <a:pt x="821" y="507"/>
                </a:lnTo>
                <a:lnTo>
                  <a:pt x="814" y="517"/>
                </a:lnTo>
                <a:lnTo>
                  <a:pt x="808" y="526"/>
                </a:lnTo>
                <a:lnTo>
                  <a:pt x="801" y="536"/>
                </a:lnTo>
                <a:lnTo>
                  <a:pt x="793" y="545"/>
                </a:lnTo>
                <a:lnTo>
                  <a:pt x="785" y="554"/>
                </a:lnTo>
                <a:lnTo>
                  <a:pt x="777" y="562"/>
                </a:lnTo>
                <a:lnTo>
                  <a:pt x="769" y="571"/>
                </a:lnTo>
                <a:lnTo>
                  <a:pt x="760" y="579"/>
                </a:lnTo>
                <a:lnTo>
                  <a:pt x="750" y="587"/>
                </a:lnTo>
                <a:lnTo>
                  <a:pt x="741" y="595"/>
                </a:lnTo>
                <a:lnTo>
                  <a:pt x="731" y="603"/>
                </a:lnTo>
                <a:lnTo>
                  <a:pt x="720" y="610"/>
                </a:lnTo>
                <a:lnTo>
                  <a:pt x="710" y="617"/>
                </a:lnTo>
                <a:lnTo>
                  <a:pt x="699" y="624"/>
                </a:lnTo>
                <a:lnTo>
                  <a:pt x="688" y="631"/>
                </a:lnTo>
                <a:lnTo>
                  <a:pt x="677" y="637"/>
                </a:lnTo>
                <a:lnTo>
                  <a:pt x="666" y="643"/>
                </a:lnTo>
                <a:lnTo>
                  <a:pt x="654" y="649"/>
                </a:lnTo>
                <a:lnTo>
                  <a:pt x="642" y="654"/>
                </a:lnTo>
                <a:lnTo>
                  <a:pt x="630" y="659"/>
                </a:lnTo>
                <a:lnTo>
                  <a:pt x="618" y="664"/>
                </a:lnTo>
                <a:lnTo>
                  <a:pt x="606" y="669"/>
                </a:lnTo>
                <a:lnTo>
                  <a:pt x="593" y="673"/>
                </a:lnTo>
                <a:lnTo>
                  <a:pt x="580" y="677"/>
                </a:lnTo>
                <a:lnTo>
                  <a:pt x="567" y="680"/>
                </a:lnTo>
                <a:lnTo>
                  <a:pt x="554" y="683"/>
                </a:lnTo>
                <a:lnTo>
                  <a:pt x="541" y="686"/>
                </a:lnTo>
                <a:lnTo>
                  <a:pt x="528" y="689"/>
                </a:lnTo>
                <a:lnTo>
                  <a:pt x="515" y="691"/>
                </a:lnTo>
                <a:lnTo>
                  <a:pt x="501" y="693"/>
                </a:lnTo>
                <a:lnTo>
                  <a:pt x="488" y="695"/>
                </a:lnTo>
                <a:lnTo>
                  <a:pt x="474" y="696"/>
                </a:lnTo>
                <a:lnTo>
                  <a:pt x="461" y="697"/>
                </a:lnTo>
                <a:lnTo>
                  <a:pt x="447" y="697"/>
                </a:lnTo>
                <a:lnTo>
                  <a:pt x="433" y="697"/>
                </a:lnTo>
                <a:lnTo>
                  <a:pt x="420" y="697"/>
                </a:lnTo>
                <a:lnTo>
                  <a:pt x="406" y="697"/>
                </a:lnTo>
                <a:lnTo>
                  <a:pt x="393" y="696"/>
                </a:lnTo>
                <a:lnTo>
                  <a:pt x="379" y="695"/>
                </a:lnTo>
                <a:lnTo>
                  <a:pt x="366" y="693"/>
                </a:lnTo>
                <a:lnTo>
                  <a:pt x="352" y="691"/>
                </a:lnTo>
                <a:lnTo>
                  <a:pt x="339" y="689"/>
                </a:lnTo>
                <a:lnTo>
                  <a:pt x="325" y="686"/>
                </a:lnTo>
                <a:lnTo>
                  <a:pt x="312" y="683"/>
                </a:lnTo>
                <a:lnTo>
                  <a:pt x="299" y="680"/>
                </a:lnTo>
                <a:lnTo>
                  <a:pt x="286" y="677"/>
                </a:lnTo>
                <a:lnTo>
                  <a:pt x="274" y="673"/>
                </a:lnTo>
                <a:lnTo>
                  <a:pt x="261" y="669"/>
                </a:lnTo>
                <a:lnTo>
                  <a:pt x="249" y="664"/>
                </a:lnTo>
                <a:lnTo>
                  <a:pt x="236" y="659"/>
                </a:lnTo>
                <a:lnTo>
                  <a:pt x="224" y="654"/>
                </a:lnTo>
                <a:lnTo>
                  <a:pt x="213" y="649"/>
                </a:lnTo>
                <a:lnTo>
                  <a:pt x="201" y="643"/>
                </a:lnTo>
                <a:lnTo>
                  <a:pt x="190" y="637"/>
                </a:lnTo>
                <a:lnTo>
                  <a:pt x="178" y="631"/>
                </a:lnTo>
                <a:lnTo>
                  <a:pt x="168" y="624"/>
                </a:lnTo>
                <a:lnTo>
                  <a:pt x="157" y="617"/>
                </a:lnTo>
                <a:lnTo>
                  <a:pt x="147" y="610"/>
                </a:lnTo>
                <a:lnTo>
                  <a:pt x="136" y="603"/>
                </a:lnTo>
                <a:lnTo>
                  <a:pt x="127" y="595"/>
                </a:lnTo>
                <a:lnTo>
                  <a:pt x="117" y="587"/>
                </a:lnTo>
                <a:lnTo>
                  <a:pt x="108" y="579"/>
                </a:lnTo>
                <a:lnTo>
                  <a:pt x="99" y="571"/>
                </a:lnTo>
                <a:lnTo>
                  <a:pt x="91" y="562"/>
                </a:lnTo>
                <a:lnTo>
                  <a:pt x="82" y="554"/>
                </a:lnTo>
                <a:lnTo>
                  <a:pt x="75" y="545"/>
                </a:lnTo>
                <a:lnTo>
                  <a:pt x="67" y="536"/>
                </a:lnTo>
                <a:lnTo>
                  <a:pt x="60" y="526"/>
                </a:lnTo>
                <a:lnTo>
                  <a:pt x="53" y="517"/>
                </a:lnTo>
                <a:lnTo>
                  <a:pt x="47" y="507"/>
                </a:lnTo>
                <a:lnTo>
                  <a:pt x="41" y="497"/>
                </a:lnTo>
                <a:lnTo>
                  <a:pt x="35" y="487"/>
                </a:lnTo>
                <a:lnTo>
                  <a:pt x="30" y="477"/>
                </a:lnTo>
                <a:lnTo>
                  <a:pt x="25" y="467"/>
                </a:lnTo>
                <a:lnTo>
                  <a:pt x="21" y="457"/>
                </a:lnTo>
                <a:lnTo>
                  <a:pt x="17" y="446"/>
                </a:lnTo>
                <a:lnTo>
                  <a:pt x="13" y="435"/>
                </a:lnTo>
                <a:lnTo>
                  <a:pt x="10" y="424"/>
                </a:lnTo>
                <a:lnTo>
                  <a:pt x="7" y="413"/>
                </a:lnTo>
                <a:lnTo>
                  <a:pt x="5" y="403"/>
                </a:lnTo>
                <a:lnTo>
                  <a:pt x="3" y="392"/>
                </a:lnTo>
                <a:lnTo>
                  <a:pt x="2" y="381"/>
                </a:lnTo>
                <a:lnTo>
                  <a:pt x="1" y="370"/>
                </a:lnTo>
                <a:lnTo>
                  <a:pt x="0" y="359"/>
                </a:lnTo>
                <a:lnTo>
                  <a:pt x="0" y="348"/>
                </a:lnTo>
                <a:lnTo>
                  <a:pt x="0" y="337"/>
                </a:lnTo>
                <a:lnTo>
                  <a:pt x="1" y="326"/>
                </a:lnTo>
                <a:lnTo>
                  <a:pt x="2" y="315"/>
                </a:lnTo>
                <a:lnTo>
                  <a:pt x="3" y="304"/>
                </a:lnTo>
                <a:lnTo>
                  <a:pt x="5" y="294"/>
                </a:lnTo>
                <a:lnTo>
                  <a:pt x="7" y="283"/>
                </a:lnTo>
                <a:lnTo>
                  <a:pt x="10" y="272"/>
                </a:lnTo>
                <a:lnTo>
                  <a:pt x="13" y="261"/>
                </a:lnTo>
                <a:lnTo>
                  <a:pt x="17" y="251"/>
                </a:lnTo>
                <a:lnTo>
                  <a:pt x="21" y="240"/>
                </a:lnTo>
                <a:lnTo>
                  <a:pt x="25" y="230"/>
                </a:lnTo>
                <a:lnTo>
                  <a:pt x="30" y="220"/>
                </a:lnTo>
                <a:lnTo>
                  <a:pt x="35" y="210"/>
                </a:lnTo>
                <a:lnTo>
                  <a:pt x="41" y="200"/>
                </a:lnTo>
                <a:lnTo>
                  <a:pt x="47" y="190"/>
                </a:lnTo>
                <a:lnTo>
                  <a:pt x="53" y="180"/>
                </a:lnTo>
                <a:lnTo>
                  <a:pt x="60" y="171"/>
                </a:lnTo>
                <a:lnTo>
                  <a:pt x="67" y="161"/>
                </a:lnTo>
                <a:lnTo>
                  <a:pt x="75" y="152"/>
                </a:lnTo>
                <a:lnTo>
                  <a:pt x="82" y="143"/>
                </a:lnTo>
                <a:lnTo>
                  <a:pt x="91" y="135"/>
                </a:lnTo>
                <a:lnTo>
                  <a:pt x="99" y="126"/>
                </a:lnTo>
                <a:lnTo>
                  <a:pt x="108" y="118"/>
                </a:lnTo>
                <a:lnTo>
                  <a:pt x="117" y="110"/>
                </a:lnTo>
                <a:lnTo>
                  <a:pt x="127" y="102"/>
                </a:lnTo>
                <a:lnTo>
                  <a:pt x="136" y="94"/>
                </a:lnTo>
                <a:lnTo>
                  <a:pt x="147" y="87"/>
                </a:lnTo>
                <a:lnTo>
                  <a:pt x="157" y="80"/>
                </a:lnTo>
                <a:lnTo>
                  <a:pt x="168" y="73"/>
                </a:lnTo>
                <a:lnTo>
                  <a:pt x="178" y="66"/>
                </a:lnTo>
                <a:lnTo>
                  <a:pt x="190" y="60"/>
                </a:lnTo>
                <a:lnTo>
                  <a:pt x="201" y="54"/>
                </a:lnTo>
                <a:lnTo>
                  <a:pt x="213" y="48"/>
                </a:lnTo>
                <a:lnTo>
                  <a:pt x="224" y="43"/>
                </a:lnTo>
                <a:lnTo>
                  <a:pt x="236" y="38"/>
                </a:lnTo>
                <a:lnTo>
                  <a:pt x="249" y="33"/>
                </a:lnTo>
                <a:lnTo>
                  <a:pt x="261" y="29"/>
                </a:lnTo>
                <a:lnTo>
                  <a:pt x="274" y="24"/>
                </a:lnTo>
                <a:lnTo>
                  <a:pt x="286" y="20"/>
                </a:lnTo>
                <a:lnTo>
                  <a:pt x="299" y="17"/>
                </a:lnTo>
                <a:lnTo>
                  <a:pt x="312" y="14"/>
                </a:lnTo>
                <a:lnTo>
                  <a:pt x="325" y="11"/>
                </a:lnTo>
                <a:lnTo>
                  <a:pt x="339" y="8"/>
                </a:lnTo>
                <a:lnTo>
                  <a:pt x="352" y="6"/>
                </a:lnTo>
                <a:lnTo>
                  <a:pt x="366" y="4"/>
                </a:lnTo>
                <a:lnTo>
                  <a:pt x="379" y="3"/>
                </a:lnTo>
                <a:lnTo>
                  <a:pt x="393" y="1"/>
                </a:lnTo>
                <a:lnTo>
                  <a:pt x="406" y="1"/>
                </a:lnTo>
                <a:lnTo>
                  <a:pt x="420" y="0"/>
                </a:lnTo>
                <a:lnTo>
                  <a:pt x="433" y="0"/>
                </a:lnTo>
                <a:lnTo>
                  <a:pt x="447" y="0"/>
                </a:lnTo>
                <a:lnTo>
                  <a:pt x="461" y="1"/>
                </a:lnTo>
                <a:lnTo>
                  <a:pt x="474" y="1"/>
                </a:lnTo>
                <a:lnTo>
                  <a:pt x="488" y="3"/>
                </a:lnTo>
                <a:lnTo>
                  <a:pt x="501" y="4"/>
                </a:lnTo>
                <a:lnTo>
                  <a:pt x="515" y="6"/>
                </a:lnTo>
                <a:lnTo>
                  <a:pt x="528" y="8"/>
                </a:lnTo>
                <a:lnTo>
                  <a:pt x="541" y="11"/>
                </a:lnTo>
                <a:lnTo>
                  <a:pt x="554" y="14"/>
                </a:lnTo>
                <a:lnTo>
                  <a:pt x="567" y="17"/>
                </a:lnTo>
                <a:lnTo>
                  <a:pt x="580" y="20"/>
                </a:lnTo>
                <a:lnTo>
                  <a:pt x="593" y="24"/>
                </a:lnTo>
                <a:lnTo>
                  <a:pt x="606" y="29"/>
                </a:lnTo>
                <a:lnTo>
                  <a:pt x="618" y="33"/>
                </a:lnTo>
                <a:lnTo>
                  <a:pt x="630" y="38"/>
                </a:lnTo>
                <a:lnTo>
                  <a:pt x="642" y="43"/>
                </a:lnTo>
                <a:lnTo>
                  <a:pt x="654" y="48"/>
                </a:lnTo>
                <a:lnTo>
                  <a:pt x="666" y="54"/>
                </a:lnTo>
                <a:lnTo>
                  <a:pt x="677" y="60"/>
                </a:lnTo>
                <a:lnTo>
                  <a:pt x="688" y="66"/>
                </a:lnTo>
                <a:lnTo>
                  <a:pt x="699" y="73"/>
                </a:lnTo>
                <a:lnTo>
                  <a:pt x="710" y="80"/>
                </a:lnTo>
                <a:lnTo>
                  <a:pt x="720" y="87"/>
                </a:lnTo>
                <a:lnTo>
                  <a:pt x="731" y="94"/>
                </a:lnTo>
                <a:lnTo>
                  <a:pt x="741" y="102"/>
                </a:lnTo>
                <a:lnTo>
                  <a:pt x="750" y="110"/>
                </a:lnTo>
                <a:lnTo>
                  <a:pt x="760" y="118"/>
                </a:lnTo>
                <a:lnTo>
                  <a:pt x="769" y="126"/>
                </a:lnTo>
                <a:lnTo>
                  <a:pt x="777" y="135"/>
                </a:lnTo>
                <a:lnTo>
                  <a:pt x="785" y="143"/>
                </a:lnTo>
                <a:lnTo>
                  <a:pt x="793" y="152"/>
                </a:lnTo>
                <a:lnTo>
                  <a:pt x="801" y="161"/>
                </a:lnTo>
                <a:lnTo>
                  <a:pt x="808" y="171"/>
                </a:lnTo>
                <a:lnTo>
                  <a:pt x="814" y="180"/>
                </a:lnTo>
                <a:lnTo>
                  <a:pt x="821" y="190"/>
                </a:lnTo>
                <a:lnTo>
                  <a:pt x="827" y="200"/>
                </a:lnTo>
                <a:lnTo>
                  <a:pt x="832" y="210"/>
                </a:lnTo>
                <a:lnTo>
                  <a:pt x="838" y="220"/>
                </a:lnTo>
                <a:lnTo>
                  <a:pt x="842" y="230"/>
                </a:lnTo>
                <a:lnTo>
                  <a:pt x="847" y="240"/>
                </a:lnTo>
                <a:lnTo>
                  <a:pt x="851" y="251"/>
                </a:lnTo>
                <a:lnTo>
                  <a:pt x="854" y="261"/>
                </a:lnTo>
                <a:lnTo>
                  <a:pt x="858" y="272"/>
                </a:lnTo>
                <a:lnTo>
                  <a:pt x="860" y="283"/>
                </a:lnTo>
                <a:lnTo>
                  <a:pt x="863" y="294"/>
                </a:lnTo>
                <a:lnTo>
                  <a:pt x="865" y="304"/>
                </a:lnTo>
                <a:lnTo>
                  <a:pt x="866" y="315"/>
                </a:lnTo>
                <a:lnTo>
                  <a:pt x="867" y="326"/>
                </a:lnTo>
                <a:lnTo>
                  <a:pt x="868" y="337"/>
                </a:lnTo>
                <a:lnTo>
                  <a:pt x="868" y="348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" name=""/>
          <p:cNvSpPr/>
          <p:nvPr/>
        </p:nvSpPr>
        <p:spPr>
          <a:xfrm>
            <a:off x="2701800" y="1718640"/>
            <a:ext cx="316080" cy="253800"/>
          </a:xfrm>
          <a:custGeom>
            <a:avLst/>
            <a:gdLst/>
            <a:ahLst/>
            <a:rect l="0" t="0" r="r" b="b"/>
            <a:pathLst>
              <a:path w="878" h="705">
                <a:moveTo>
                  <a:pt x="873" y="352"/>
                </a:moveTo>
                <a:lnTo>
                  <a:pt x="873" y="341"/>
                </a:lnTo>
                <a:lnTo>
                  <a:pt x="872" y="330"/>
                </a:lnTo>
                <a:lnTo>
                  <a:pt x="871" y="319"/>
                </a:lnTo>
                <a:lnTo>
                  <a:pt x="870" y="308"/>
                </a:lnTo>
                <a:lnTo>
                  <a:pt x="868" y="298"/>
                </a:lnTo>
                <a:lnTo>
                  <a:pt x="865" y="287"/>
                </a:lnTo>
                <a:lnTo>
                  <a:pt x="863" y="276"/>
                </a:lnTo>
                <a:lnTo>
                  <a:pt x="859" y="265"/>
                </a:lnTo>
                <a:lnTo>
                  <a:pt x="856" y="255"/>
                </a:lnTo>
                <a:lnTo>
                  <a:pt x="852" y="244"/>
                </a:lnTo>
                <a:lnTo>
                  <a:pt x="847" y="234"/>
                </a:lnTo>
                <a:lnTo>
                  <a:pt x="843" y="224"/>
                </a:lnTo>
                <a:lnTo>
                  <a:pt x="837" y="214"/>
                </a:lnTo>
                <a:lnTo>
                  <a:pt x="832" y="204"/>
                </a:lnTo>
                <a:lnTo>
                  <a:pt x="826" y="194"/>
                </a:lnTo>
                <a:lnTo>
                  <a:pt x="819" y="184"/>
                </a:lnTo>
                <a:lnTo>
                  <a:pt x="812" y="175"/>
                </a:lnTo>
                <a:lnTo>
                  <a:pt x="805" y="165"/>
                </a:lnTo>
                <a:lnTo>
                  <a:pt x="797" y="156"/>
                </a:lnTo>
                <a:lnTo>
                  <a:pt x="789" y="147"/>
                </a:lnTo>
                <a:lnTo>
                  <a:pt x="781" y="139"/>
                </a:lnTo>
                <a:lnTo>
                  <a:pt x="773" y="130"/>
                </a:lnTo>
                <a:lnTo>
                  <a:pt x="764" y="122"/>
                </a:lnTo>
                <a:lnTo>
                  <a:pt x="754" y="114"/>
                </a:lnTo>
                <a:lnTo>
                  <a:pt x="745" y="106"/>
                </a:lnTo>
                <a:lnTo>
                  <a:pt x="735" y="98"/>
                </a:lnTo>
                <a:lnTo>
                  <a:pt x="725" y="91"/>
                </a:lnTo>
                <a:lnTo>
                  <a:pt x="715" y="84"/>
                </a:lnTo>
                <a:lnTo>
                  <a:pt x="704" y="77"/>
                </a:lnTo>
                <a:lnTo>
                  <a:pt x="693" y="70"/>
                </a:lnTo>
                <a:lnTo>
                  <a:pt x="682" y="64"/>
                </a:lnTo>
                <a:lnTo>
                  <a:pt x="671" y="58"/>
                </a:lnTo>
                <a:lnTo>
                  <a:pt x="659" y="52"/>
                </a:lnTo>
                <a:lnTo>
                  <a:pt x="647" y="47"/>
                </a:lnTo>
                <a:lnTo>
                  <a:pt x="635" y="42"/>
                </a:lnTo>
                <a:lnTo>
                  <a:pt x="623" y="37"/>
                </a:lnTo>
                <a:lnTo>
                  <a:pt x="611" y="33"/>
                </a:lnTo>
                <a:lnTo>
                  <a:pt x="598" y="28"/>
                </a:lnTo>
                <a:lnTo>
                  <a:pt x="585" y="24"/>
                </a:lnTo>
                <a:lnTo>
                  <a:pt x="572" y="21"/>
                </a:lnTo>
                <a:lnTo>
                  <a:pt x="559" y="18"/>
                </a:lnTo>
                <a:lnTo>
                  <a:pt x="546" y="15"/>
                </a:lnTo>
                <a:lnTo>
                  <a:pt x="533" y="12"/>
                </a:lnTo>
                <a:lnTo>
                  <a:pt x="520" y="10"/>
                </a:lnTo>
                <a:lnTo>
                  <a:pt x="506" y="8"/>
                </a:lnTo>
                <a:lnTo>
                  <a:pt x="493" y="7"/>
                </a:lnTo>
                <a:lnTo>
                  <a:pt x="479" y="5"/>
                </a:lnTo>
                <a:lnTo>
                  <a:pt x="466" y="5"/>
                </a:lnTo>
                <a:lnTo>
                  <a:pt x="452" y="4"/>
                </a:lnTo>
                <a:lnTo>
                  <a:pt x="438" y="4"/>
                </a:lnTo>
                <a:lnTo>
                  <a:pt x="425" y="4"/>
                </a:lnTo>
                <a:lnTo>
                  <a:pt x="411" y="5"/>
                </a:lnTo>
                <a:lnTo>
                  <a:pt x="398" y="5"/>
                </a:lnTo>
                <a:lnTo>
                  <a:pt x="384" y="7"/>
                </a:lnTo>
                <a:lnTo>
                  <a:pt x="371" y="8"/>
                </a:lnTo>
                <a:lnTo>
                  <a:pt x="357" y="10"/>
                </a:lnTo>
                <a:lnTo>
                  <a:pt x="344" y="12"/>
                </a:lnTo>
                <a:lnTo>
                  <a:pt x="330" y="15"/>
                </a:lnTo>
                <a:lnTo>
                  <a:pt x="317" y="18"/>
                </a:lnTo>
                <a:lnTo>
                  <a:pt x="304" y="21"/>
                </a:lnTo>
                <a:lnTo>
                  <a:pt x="291" y="24"/>
                </a:lnTo>
                <a:lnTo>
                  <a:pt x="279" y="28"/>
                </a:lnTo>
                <a:lnTo>
                  <a:pt x="266" y="33"/>
                </a:lnTo>
                <a:lnTo>
                  <a:pt x="254" y="37"/>
                </a:lnTo>
                <a:lnTo>
                  <a:pt x="241" y="42"/>
                </a:lnTo>
                <a:lnTo>
                  <a:pt x="229" y="47"/>
                </a:lnTo>
                <a:lnTo>
                  <a:pt x="218" y="52"/>
                </a:lnTo>
                <a:lnTo>
                  <a:pt x="206" y="58"/>
                </a:lnTo>
                <a:lnTo>
                  <a:pt x="195" y="64"/>
                </a:lnTo>
                <a:lnTo>
                  <a:pt x="183" y="70"/>
                </a:lnTo>
                <a:lnTo>
                  <a:pt x="173" y="77"/>
                </a:lnTo>
                <a:lnTo>
                  <a:pt x="162" y="84"/>
                </a:lnTo>
                <a:lnTo>
                  <a:pt x="152" y="91"/>
                </a:lnTo>
                <a:lnTo>
                  <a:pt x="141" y="98"/>
                </a:lnTo>
                <a:lnTo>
                  <a:pt x="132" y="106"/>
                </a:lnTo>
                <a:lnTo>
                  <a:pt x="122" y="114"/>
                </a:lnTo>
                <a:lnTo>
                  <a:pt x="113" y="122"/>
                </a:lnTo>
                <a:lnTo>
                  <a:pt x="104" y="130"/>
                </a:lnTo>
                <a:lnTo>
                  <a:pt x="96" y="139"/>
                </a:lnTo>
                <a:lnTo>
                  <a:pt x="87" y="147"/>
                </a:lnTo>
                <a:lnTo>
                  <a:pt x="80" y="156"/>
                </a:lnTo>
                <a:lnTo>
                  <a:pt x="72" y="165"/>
                </a:lnTo>
                <a:lnTo>
                  <a:pt x="65" y="175"/>
                </a:lnTo>
                <a:lnTo>
                  <a:pt x="58" y="184"/>
                </a:lnTo>
                <a:lnTo>
                  <a:pt x="52" y="194"/>
                </a:lnTo>
                <a:lnTo>
                  <a:pt x="46" y="204"/>
                </a:lnTo>
                <a:lnTo>
                  <a:pt x="40" y="214"/>
                </a:lnTo>
                <a:lnTo>
                  <a:pt x="35" y="224"/>
                </a:lnTo>
                <a:lnTo>
                  <a:pt x="30" y="234"/>
                </a:lnTo>
                <a:lnTo>
                  <a:pt x="26" y="244"/>
                </a:lnTo>
                <a:lnTo>
                  <a:pt x="22" y="255"/>
                </a:lnTo>
                <a:lnTo>
                  <a:pt x="18" y="265"/>
                </a:lnTo>
                <a:lnTo>
                  <a:pt x="15" y="276"/>
                </a:lnTo>
                <a:lnTo>
                  <a:pt x="12" y="287"/>
                </a:lnTo>
                <a:lnTo>
                  <a:pt x="10" y="298"/>
                </a:lnTo>
                <a:lnTo>
                  <a:pt x="8" y="308"/>
                </a:lnTo>
                <a:lnTo>
                  <a:pt x="7" y="319"/>
                </a:lnTo>
                <a:lnTo>
                  <a:pt x="6" y="330"/>
                </a:lnTo>
                <a:lnTo>
                  <a:pt x="5" y="341"/>
                </a:lnTo>
                <a:lnTo>
                  <a:pt x="5" y="352"/>
                </a:lnTo>
                <a:lnTo>
                  <a:pt x="5" y="363"/>
                </a:lnTo>
                <a:lnTo>
                  <a:pt x="6" y="374"/>
                </a:lnTo>
                <a:lnTo>
                  <a:pt x="7" y="385"/>
                </a:lnTo>
                <a:lnTo>
                  <a:pt x="8" y="396"/>
                </a:lnTo>
                <a:lnTo>
                  <a:pt x="10" y="407"/>
                </a:lnTo>
                <a:lnTo>
                  <a:pt x="12" y="417"/>
                </a:lnTo>
                <a:lnTo>
                  <a:pt x="15" y="428"/>
                </a:lnTo>
                <a:lnTo>
                  <a:pt x="18" y="439"/>
                </a:lnTo>
                <a:lnTo>
                  <a:pt x="22" y="449"/>
                </a:lnTo>
                <a:lnTo>
                  <a:pt x="26" y="460"/>
                </a:lnTo>
                <a:lnTo>
                  <a:pt x="30" y="470"/>
                </a:lnTo>
                <a:lnTo>
                  <a:pt x="35" y="480"/>
                </a:lnTo>
                <a:lnTo>
                  <a:pt x="40" y="490"/>
                </a:lnTo>
                <a:lnTo>
                  <a:pt x="46" y="501"/>
                </a:lnTo>
                <a:lnTo>
                  <a:pt x="52" y="511"/>
                </a:lnTo>
                <a:lnTo>
                  <a:pt x="58" y="521"/>
                </a:lnTo>
                <a:lnTo>
                  <a:pt x="65" y="530"/>
                </a:lnTo>
                <a:lnTo>
                  <a:pt x="72" y="540"/>
                </a:lnTo>
                <a:lnTo>
                  <a:pt x="80" y="549"/>
                </a:lnTo>
                <a:lnTo>
                  <a:pt x="87" y="558"/>
                </a:lnTo>
                <a:lnTo>
                  <a:pt x="96" y="566"/>
                </a:lnTo>
                <a:lnTo>
                  <a:pt x="104" y="575"/>
                </a:lnTo>
                <a:lnTo>
                  <a:pt x="113" y="583"/>
                </a:lnTo>
                <a:lnTo>
                  <a:pt x="122" y="591"/>
                </a:lnTo>
                <a:lnTo>
                  <a:pt x="132" y="599"/>
                </a:lnTo>
                <a:lnTo>
                  <a:pt x="141" y="607"/>
                </a:lnTo>
                <a:lnTo>
                  <a:pt x="152" y="614"/>
                </a:lnTo>
                <a:lnTo>
                  <a:pt x="162" y="621"/>
                </a:lnTo>
                <a:lnTo>
                  <a:pt x="173" y="628"/>
                </a:lnTo>
                <a:lnTo>
                  <a:pt x="183" y="635"/>
                </a:lnTo>
                <a:lnTo>
                  <a:pt x="195" y="641"/>
                </a:lnTo>
                <a:lnTo>
                  <a:pt x="206" y="647"/>
                </a:lnTo>
                <a:lnTo>
                  <a:pt x="218" y="653"/>
                </a:lnTo>
                <a:lnTo>
                  <a:pt x="229" y="658"/>
                </a:lnTo>
                <a:lnTo>
                  <a:pt x="241" y="663"/>
                </a:lnTo>
                <a:lnTo>
                  <a:pt x="254" y="668"/>
                </a:lnTo>
                <a:lnTo>
                  <a:pt x="266" y="673"/>
                </a:lnTo>
                <a:lnTo>
                  <a:pt x="279" y="677"/>
                </a:lnTo>
                <a:lnTo>
                  <a:pt x="291" y="681"/>
                </a:lnTo>
                <a:lnTo>
                  <a:pt x="304" y="684"/>
                </a:lnTo>
                <a:lnTo>
                  <a:pt x="317" y="687"/>
                </a:lnTo>
                <a:lnTo>
                  <a:pt x="330" y="690"/>
                </a:lnTo>
                <a:lnTo>
                  <a:pt x="344" y="693"/>
                </a:lnTo>
                <a:lnTo>
                  <a:pt x="357" y="695"/>
                </a:lnTo>
                <a:lnTo>
                  <a:pt x="371" y="697"/>
                </a:lnTo>
                <a:lnTo>
                  <a:pt x="384" y="699"/>
                </a:lnTo>
                <a:lnTo>
                  <a:pt x="398" y="700"/>
                </a:lnTo>
                <a:lnTo>
                  <a:pt x="411" y="701"/>
                </a:lnTo>
                <a:lnTo>
                  <a:pt x="425" y="701"/>
                </a:lnTo>
                <a:lnTo>
                  <a:pt x="438" y="701"/>
                </a:lnTo>
                <a:lnTo>
                  <a:pt x="452" y="701"/>
                </a:lnTo>
                <a:lnTo>
                  <a:pt x="466" y="701"/>
                </a:lnTo>
                <a:lnTo>
                  <a:pt x="479" y="700"/>
                </a:lnTo>
                <a:lnTo>
                  <a:pt x="493" y="699"/>
                </a:lnTo>
                <a:lnTo>
                  <a:pt x="506" y="697"/>
                </a:lnTo>
                <a:lnTo>
                  <a:pt x="520" y="695"/>
                </a:lnTo>
                <a:lnTo>
                  <a:pt x="533" y="693"/>
                </a:lnTo>
                <a:lnTo>
                  <a:pt x="546" y="690"/>
                </a:lnTo>
                <a:lnTo>
                  <a:pt x="559" y="687"/>
                </a:lnTo>
                <a:lnTo>
                  <a:pt x="572" y="684"/>
                </a:lnTo>
                <a:lnTo>
                  <a:pt x="585" y="681"/>
                </a:lnTo>
                <a:lnTo>
                  <a:pt x="598" y="677"/>
                </a:lnTo>
                <a:lnTo>
                  <a:pt x="611" y="673"/>
                </a:lnTo>
                <a:lnTo>
                  <a:pt x="623" y="668"/>
                </a:lnTo>
                <a:lnTo>
                  <a:pt x="635" y="663"/>
                </a:lnTo>
                <a:lnTo>
                  <a:pt x="647" y="658"/>
                </a:lnTo>
                <a:lnTo>
                  <a:pt x="659" y="653"/>
                </a:lnTo>
                <a:lnTo>
                  <a:pt x="671" y="647"/>
                </a:lnTo>
                <a:lnTo>
                  <a:pt x="682" y="641"/>
                </a:lnTo>
                <a:lnTo>
                  <a:pt x="693" y="635"/>
                </a:lnTo>
                <a:lnTo>
                  <a:pt x="704" y="628"/>
                </a:lnTo>
                <a:lnTo>
                  <a:pt x="715" y="621"/>
                </a:lnTo>
                <a:lnTo>
                  <a:pt x="725" y="614"/>
                </a:lnTo>
                <a:lnTo>
                  <a:pt x="735" y="607"/>
                </a:lnTo>
                <a:lnTo>
                  <a:pt x="745" y="599"/>
                </a:lnTo>
                <a:lnTo>
                  <a:pt x="754" y="591"/>
                </a:lnTo>
                <a:lnTo>
                  <a:pt x="764" y="583"/>
                </a:lnTo>
                <a:lnTo>
                  <a:pt x="773" y="575"/>
                </a:lnTo>
                <a:lnTo>
                  <a:pt x="781" y="566"/>
                </a:lnTo>
                <a:lnTo>
                  <a:pt x="789" y="558"/>
                </a:lnTo>
                <a:lnTo>
                  <a:pt x="797" y="549"/>
                </a:lnTo>
                <a:lnTo>
                  <a:pt x="805" y="540"/>
                </a:lnTo>
                <a:lnTo>
                  <a:pt x="812" y="530"/>
                </a:lnTo>
                <a:lnTo>
                  <a:pt x="819" y="521"/>
                </a:lnTo>
                <a:lnTo>
                  <a:pt x="826" y="511"/>
                </a:lnTo>
                <a:lnTo>
                  <a:pt x="832" y="501"/>
                </a:lnTo>
                <a:lnTo>
                  <a:pt x="837" y="490"/>
                </a:lnTo>
                <a:lnTo>
                  <a:pt x="843" y="480"/>
                </a:lnTo>
                <a:lnTo>
                  <a:pt x="847" y="470"/>
                </a:lnTo>
                <a:lnTo>
                  <a:pt x="852" y="460"/>
                </a:lnTo>
                <a:lnTo>
                  <a:pt x="856" y="449"/>
                </a:lnTo>
                <a:lnTo>
                  <a:pt x="859" y="439"/>
                </a:lnTo>
                <a:lnTo>
                  <a:pt x="863" y="428"/>
                </a:lnTo>
                <a:lnTo>
                  <a:pt x="865" y="417"/>
                </a:lnTo>
                <a:lnTo>
                  <a:pt x="868" y="407"/>
                </a:lnTo>
                <a:lnTo>
                  <a:pt x="870" y="396"/>
                </a:lnTo>
                <a:lnTo>
                  <a:pt x="871" y="385"/>
                </a:lnTo>
                <a:lnTo>
                  <a:pt x="872" y="374"/>
                </a:lnTo>
                <a:lnTo>
                  <a:pt x="873" y="363"/>
                </a:lnTo>
                <a:lnTo>
                  <a:pt x="873" y="352"/>
                </a:lnTo>
                <a:moveTo>
                  <a:pt x="878" y="352"/>
                </a:moveTo>
                <a:lnTo>
                  <a:pt x="877" y="363"/>
                </a:lnTo>
                <a:lnTo>
                  <a:pt x="877" y="374"/>
                </a:lnTo>
                <a:lnTo>
                  <a:pt x="876" y="385"/>
                </a:lnTo>
                <a:lnTo>
                  <a:pt x="874" y="396"/>
                </a:lnTo>
                <a:lnTo>
                  <a:pt x="872" y="407"/>
                </a:lnTo>
                <a:lnTo>
                  <a:pt x="870" y="418"/>
                </a:lnTo>
                <a:lnTo>
                  <a:pt x="867" y="429"/>
                </a:lnTo>
                <a:lnTo>
                  <a:pt x="864" y="440"/>
                </a:lnTo>
                <a:lnTo>
                  <a:pt x="860" y="450"/>
                </a:lnTo>
                <a:lnTo>
                  <a:pt x="856" y="461"/>
                </a:lnTo>
                <a:lnTo>
                  <a:pt x="852" y="471"/>
                </a:lnTo>
                <a:lnTo>
                  <a:pt x="847" y="482"/>
                </a:lnTo>
                <a:lnTo>
                  <a:pt x="842" y="492"/>
                </a:lnTo>
                <a:lnTo>
                  <a:pt x="836" y="503"/>
                </a:lnTo>
                <a:lnTo>
                  <a:pt x="830" y="513"/>
                </a:lnTo>
                <a:lnTo>
                  <a:pt x="823" y="523"/>
                </a:lnTo>
                <a:lnTo>
                  <a:pt x="816" y="532"/>
                </a:lnTo>
                <a:lnTo>
                  <a:pt x="808" y="542"/>
                </a:lnTo>
                <a:lnTo>
                  <a:pt x="801" y="551"/>
                </a:lnTo>
                <a:lnTo>
                  <a:pt x="793" y="560"/>
                </a:lnTo>
                <a:lnTo>
                  <a:pt x="785" y="569"/>
                </a:lnTo>
                <a:lnTo>
                  <a:pt x="776" y="577"/>
                </a:lnTo>
                <a:lnTo>
                  <a:pt x="767" y="586"/>
                </a:lnTo>
                <a:lnTo>
                  <a:pt x="758" y="594"/>
                </a:lnTo>
                <a:lnTo>
                  <a:pt x="748" y="602"/>
                </a:lnTo>
                <a:lnTo>
                  <a:pt x="738" y="610"/>
                </a:lnTo>
                <a:lnTo>
                  <a:pt x="728" y="617"/>
                </a:lnTo>
                <a:lnTo>
                  <a:pt x="718" y="624"/>
                </a:lnTo>
                <a:lnTo>
                  <a:pt x="707" y="631"/>
                </a:lnTo>
                <a:lnTo>
                  <a:pt x="696" y="638"/>
                </a:lnTo>
                <a:lnTo>
                  <a:pt x="685" y="644"/>
                </a:lnTo>
                <a:lnTo>
                  <a:pt x="673" y="650"/>
                </a:lnTo>
                <a:lnTo>
                  <a:pt x="661" y="656"/>
                </a:lnTo>
                <a:lnTo>
                  <a:pt x="650" y="661"/>
                </a:lnTo>
                <a:lnTo>
                  <a:pt x="637" y="667"/>
                </a:lnTo>
                <a:lnTo>
                  <a:pt x="625" y="671"/>
                </a:lnTo>
                <a:lnTo>
                  <a:pt x="612" y="676"/>
                </a:lnTo>
                <a:lnTo>
                  <a:pt x="600" y="680"/>
                </a:lnTo>
                <a:lnTo>
                  <a:pt x="587" y="684"/>
                </a:lnTo>
                <a:lnTo>
                  <a:pt x="574" y="688"/>
                </a:lnTo>
                <a:lnTo>
                  <a:pt x="561" y="691"/>
                </a:lnTo>
                <a:lnTo>
                  <a:pt x="547" y="694"/>
                </a:lnTo>
                <a:lnTo>
                  <a:pt x="534" y="696"/>
                </a:lnTo>
                <a:lnTo>
                  <a:pt x="520" y="699"/>
                </a:lnTo>
                <a:lnTo>
                  <a:pt x="507" y="701"/>
                </a:lnTo>
                <a:lnTo>
                  <a:pt x="493" y="702"/>
                </a:lnTo>
                <a:lnTo>
                  <a:pt x="480" y="703"/>
                </a:lnTo>
                <a:lnTo>
                  <a:pt x="466" y="704"/>
                </a:lnTo>
                <a:lnTo>
                  <a:pt x="452" y="705"/>
                </a:lnTo>
                <a:lnTo>
                  <a:pt x="438" y="705"/>
                </a:lnTo>
                <a:lnTo>
                  <a:pt x="425" y="705"/>
                </a:lnTo>
                <a:lnTo>
                  <a:pt x="411" y="704"/>
                </a:lnTo>
                <a:lnTo>
                  <a:pt x="397" y="703"/>
                </a:lnTo>
                <a:lnTo>
                  <a:pt x="383" y="702"/>
                </a:lnTo>
                <a:lnTo>
                  <a:pt x="370" y="701"/>
                </a:lnTo>
                <a:lnTo>
                  <a:pt x="356" y="699"/>
                </a:lnTo>
                <a:lnTo>
                  <a:pt x="343" y="696"/>
                </a:lnTo>
                <a:lnTo>
                  <a:pt x="329" y="694"/>
                </a:lnTo>
                <a:lnTo>
                  <a:pt x="316" y="691"/>
                </a:lnTo>
                <a:lnTo>
                  <a:pt x="303" y="688"/>
                </a:lnTo>
                <a:lnTo>
                  <a:pt x="290" y="684"/>
                </a:lnTo>
                <a:lnTo>
                  <a:pt x="277" y="680"/>
                </a:lnTo>
                <a:lnTo>
                  <a:pt x="264" y="676"/>
                </a:lnTo>
                <a:lnTo>
                  <a:pt x="252" y="671"/>
                </a:lnTo>
                <a:lnTo>
                  <a:pt x="239" y="667"/>
                </a:lnTo>
                <a:lnTo>
                  <a:pt x="227" y="661"/>
                </a:lnTo>
                <a:lnTo>
                  <a:pt x="215" y="656"/>
                </a:lnTo>
                <a:lnTo>
                  <a:pt x="203" y="650"/>
                </a:lnTo>
                <a:lnTo>
                  <a:pt x="192" y="644"/>
                </a:lnTo>
                <a:lnTo>
                  <a:pt x="181" y="638"/>
                </a:lnTo>
                <a:lnTo>
                  <a:pt x="170" y="631"/>
                </a:lnTo>
                <a:lnTo>
                  <a:pt x="159" y="624"/>
                </a:lnTo>
                <a:lnTo>
                  <a:pt x="148" y="617"/>
                </a:lnTo>
                <a:lnTo>
                  <a:pt x="138" y="610"/>
                </a:lnTo>
                <a:lnTo>
                  <a:pt x="128" y="602"/>
                </a:lnTo>
                <a:lnTo>
                  <a:pt x="119" y="594"/>
                </a:lnTo>
                <a:lnTo>
                  <a:pt x="110" y="586"/>
                </a:lnTo>
                <a:lnTo>
                  <a:pt x="101" y="577"/>
                </a:lnTo>
                <a:lnTo>
                  <a:pt x="92" y="569"/>
                </a:lnTo>
                <a:lnTo>
                  <a:pt x="84" y="560"/>
                </a:lnTo>
                <a:lnTo>
                  <a:pt x="76" y="551"/>
                </a:lnTo>
                <a:lnTo>
                  <a:pt x="68" y="542"/>
                </a:lnTo>
                <a:lnTo>
                  <a:pt x="61" y="532"/>
                </a:lnTo>
                <a:lnTo>
                  <a:pt x="54" y="523"/>
                </a:lnTo>
                <a:lnTo>
                  <a:pt x="48" y="513"/>
                </a:lnTo>
                <a:lnTo>
                  <a:pt x="42" y="503"/>
                </a:lnTo>
                <a:lnTo>
                  <a:pt x="36" y="492"/>
                </a:lnTo>
                <a:lnTo>
                  <a:pt x="31" y="482"/>
                </a:lnTo>
                <a:lnTo>
                  <a:pt x="26" y="471"/>
                </a:lnTo>
                <a:lnTo>
                  <a:pt x="22" y="461"/>
                </a:lnTo>
                <a:lnTo>
                  <a:pt x="17" y="450"/>
                </a:lnTo>
                <a:lnTo>
                  <a:pt x="14" y="440"/>
                </a:lnTo>
                <a:lnTo>
                  <a:pt x="11" y="429"/>
                </a:lnTo>
                <a:lnTo>
                  <a:pt x="8" y="418"/>
                </a:lnTo>
                <a:lnTo>
                  <a:pt x="5" y="407"/>
                </a:lnTo>
                <a:lnTo>
                  <a:pt x="4" y="396"/>
                </a:lnTo>
                <a:lnTo>
                  <a:pt x="2" y="385"/>
                </a:lnTo>
                <a:lnTo>
                  <a:pt x="1" y="374"/>
                </a:lnTo>
                <a:lnTo>
                  <a:pt x="0" y="363"/>
                </a:lnTo>
                <a:lnTo>
                  <a:pt x="0" y="352"/>
                </a:lnTo>
                <a:lnTo>
                  <a:pt x="0" y="341"/>
                </a:lnTo>
                <a:lnTo>
                  <a:pt x="1" y="330"/>
                </a:lnTo>
                <a:lnTo>
                  <a:pt x="2" y="319"/>
                </a:lnTo>
                <a:lnTo>
                  <a:pt x="4" y="308"/>
                </a:lnTo>
                <a:lnTo>
                  <a:pt x="5" y="297"/>
                </a:lnTo>
                <a:lnTo>
                  <a:pt x="8" y="286"/>
                </a:lnTo>
                <a:lnTo>
                  <a:pt x="11" y="275"/>
                </a:lnTo>
                <a:lnTo>
                  <a:pt x="14" y="265"/>
                </a:lnTo>
                <a:lnTo>
                  <a:pt x="17" y="254"/>
                </a:lnTo>
                <a:lnTo>
                  <a:pt x="22" y="243"/>
                </a:lnTo>
                <a:lnTo>
                  <a:pt x="26" y="233"/>
                </a:lnTo>
                <a:lnTo>
                  <a:pt x="31" y="223"/>
                </a:lnTo>
                <a:lnTo>
                  <a:pt x="36" y="212"/>
                </a:lnTo>
                <a:lnTo>
                  <a:pt x="42" y="202"/>
                </a:lnTo>
                <a:lnTo>
                  <a:pt x="48" y="192"/>
                </a:lnTo>
                <a:lnTo>
                  <a:pt x="54" y="183"/>
                </a:lnTo>
                <a:lnTo>
                  <a:pt x="61" y="173"/>
                </a:lnTo>
                <a:lnTo>
                  <a:pt x="68" y="164"/>
                </a:lnTo>
                <a:lnTo>
                  <a:pt x="76" y="154"/>
                </a:lnTo>
                <a:lnTo>
                  <a:pt x="84" y="145"/>
                </a:lnTo>
                <a:lnTo>
                  <a:pt x="92" y="136"/>
                </a:lnTo>
                <a:lnTo>
                  <a:pt x="101" y="128"/>
                </a:lnTo>
                <a:lnTo>
                  <a:pt x="110" y="119"/>
                </a:lnTo>
                <a:lnTo>
                  <a:pt x="119" y="111"/>
                </a:lnTo>
                <a:lnTo>
                  <a:pt x="128" y="103"/>
                </a:lnTo>
                <a:lnTo>
                  <a:pt x="138" y="96"/>
                </a:lnTo>
                <a:lnTo>
                  <a:pt x="148" y="88"/>
                </a:lnTo>
                <a:lnTo>
                  <a:pt x="159" y="81"/>
                </a:lnTo>
                <a:lnTo>
                  <a:pt x="170" y="74"/>
                </a:lnTo>
                <a:lnTo>
                  <a:pt x="181" y="67"/>
                </a:lnTo>
                <a:lnTo>
                  <a:pt x="192" y="61"/>
                </a:lnTo>
                <a:lnTo>
                  <a:pt x="203" y="55"/>
                </a:lnTo>
                <a:lnTo>
                  <a:pt x="215" y="49"/>
                </a:lnTo>
                <a:lnTo>
                  <a:pt x="227" y="44"/>
                </a:lnTo>
                <a:lnTo>
                  <a:pt x="239" y="39"/>
                </a:lnTo>
                <a:lnTo>
                  <a:pt x="252" y="34"/>
                </a:lnTo>
                <a:lnTo>
                  <a:pt x="264" y="29"/>
                </a:lnTo>
                <a:lnTo>
                  <a:pt x="277" y="25"/>
                </a:lnTo>
                <a:lnTo>
                  <a:pt x="290" y="21"/>
                </a:lnTo>
                <a:lnTo>
                  <a:pt x="303" y="17"/>
                </a:lnTo>
                <a:lnTo>
                  <a:pt x="316" y="14"/>
                </a:lnTo>
                <a:lnTo>
                  <a:pt x="329" y="11"/>
                </a:lnTo>
                <a:lnTo>
                  <a:pt x="343" y="9"/>
                </a:lnTo>
                <a:lnTo>
                  <a:pt x="356" y="6"/>
                </a:lnTo>
                <a:lnTo>
                  <a:pt x="370" y="5"/>
                </a:lnTo>
                <a:lnTo>
                  <a:pt x="383" y="3"/>
                </a:lnTo>
                <a:lnTo>
                  <a:pt x="397" y="2"/>
                </a:lnTo>
                <a:lnTo>
                  <a:pt x="411" y="1"/>
                </a:lnTo>
                <a:lnTo>
                  <a:pt x="425" y="0"/>
                </a:lnTo>
                <a:lnTo>
                  <a:pt x="438" y="0"/>
                </a:lnTo>
                <a:lnTo>
                  <a:pt x="452" y="0"/>
                </a:lnTo>
                <a:lnTo>
                  <a:pt x="466" y="1"/>
                </a:lnTo>
                <a:lnTo>
                  <a:pt x="480" y="2"/>
                </a:lnTo>
                <a:lnTo>
                  <a:pt x="493" y="3"/>
                </a:lnTo>
                <a:lnTo>
                  <a:pt x="507" y="5"/>
                </a:lnTo>
                <a:lnTo>
                  <a:pt x="520" y="6"/>
                </a:lnTo>
                <a:lnTo>
                  <a:pt x="534" y="9"/>
                </a:lnTo>
                <a:lnTo>
                  <a:pt x="547" y="11"/>
                </a:lnTo>
                <a:lnTo>
                  <a:pt x="561" y="14"/>
                </a:lnTo>
                <a:lnTo>
                  <a:pt x="574" y="17"/>
                </a:lnTo>
                <a:lnTo>
                  <a:pt x="587" y="21"/>
                </a:lnTo>
                <a:lnTo>
                  <a:pt x="600" y="25"/>
                </a:lnTo>
                <a:lnTo>
                  <a:pt x="612" y="29"/>
                </a:lnTo>
                <a:lnTo>
                  <a:pt x="625" y="34"/>
                </a:lnTo>
                <a:lnTo>
                  <a:pt x="637" y="39"/>
                </a:lnTo>
                <a:lnTo>
                  <a:pt x="650" y="44"/>
                </a:lnTo>
                <a:lnTo>
                  <a:pt x="661" y="49"/>
                </a:lnTo>
                <a:lnTo>
                  <a:pt x="673" y="55"/>
                </a:lnTo>
                <a:lnTo>
                  <a:pt x="685" y="61"/>
                </a:lnTo>
                <a:lnTo>
                  <a:pt x="696" y="67"/>
                </a:lnTo>
                <a:lnTo>
                  <a:pt x="707" y="74"/>
                </a:lnTo>
                <a:lnTo>
                  <a:pt x="718" y="81"/>
                </a:lnTo>
                <a:lnTo>
                  <a:pt x="728" y="88"/>
                </a:lnTo>
                <a:lnTo>
                  <a:pt x="738" y="96"/>
                </a:lnTo>
                <a:lnTo>
                  <a:pt x="748" y="103"/>
                </a:lnTo>
                <a:lnTo>
                  <a:pt x="758" y="111"/>
                </a:lnTo>
                <a:lnTo>
                  <a:pt x="767" y="119"/>
                </a:lnTo>
                <a:lnTo>
                  <a:pt x="776" y="128"/>
                </a:lnTo>
                <a:lnTo>
                  <a:pt x="785" y="136"/>
                </a:lnTo>
                <a:lnTo>
                  <a:pt x="793" y="145"/>
                </a:lnTo>
                <a:lnTo>
                  <a:pt x="801" y="154"/>
                </a:lnTo>
                <a:lnTo>
                  <a:pt x="808" y="164"/>
                </a:lnTo>
                <a:lnTo>
                  <a:pt x="816" y="173"/>
                </a:lnTo>
                <a:lnTo>
                  <a:pt x="823" y="183"/>
                </a:lnTo>
                <a:lnTo>
                  <a:pt x="830" y="192"/>
                </a:lnTo>
                <a:lnTo>
                  <a:pt x="836" y="202"/>
                </a:lnTo>
                <a:lnTo>
                  <a:pt x="842" y="212"/>
                </a:lnTo>
                <a:lnTo>
                  <a:pt x="847" y="223"/>
                </a:lnTo>
                <a:lnTo>
                  <a:pt x="852" y="233"/>
                </a:lnTo>
                <a:lnTo>
                  <a:pt x="856" y="243"/>
                </a:lnTo>
                <a:lnTo>
                  <a:pt x="860" y="254"/>
                </a:lnTo>
                <a:lnTo>
                  <a:pt x="864" y="265"/>
                </a:lnTo>
                <a:lnTo>
                  <a:pt x="867" y="275"/>
                </a:lnTo>
                <a:lnTo>
                  <a:pt x="870" y="286"/>
                </a:lnTo>
                <a:lnTo>
                  <a:pt x="872" y="297"/>
                </a:lnTo>
                <a:lnTo>
                  <a:pt x="874" y="308"/>
                </a:lnTo>
                <a:lnTo>
                  <a:pt x="876" y="319"/>
                </a:lnTo>
                <a:lnTo>
                  <a:pt x="877" y="330"/>
                </a:lnTo>
                <a:lnTo>
                  <a:pt x="877" y="341"/>
                </a:lnTo>
                <a:lnTo>
                  <a:pt x="878" y="352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4" name=""/>
          <p:cNvSpPr/>
          <p:nvPr/>
        </p:nvSpPr>
        <p:spPr>
          <a:xfrm>
            <a:off x="2698560" y="1716120"/>
            <a:ext cx="322560" cy="258840"/>
          </a:xfrm>
          <a:custGeom>
            <a:avLst/>
            <a:gdLst/>
            <a:ahLst/>
            <a:rect l="0" t="0" r="r" b="b"/>
            <a:pathLst>
              <a:path w="896" h="719">
                <a:moveTo>
                  <a:pt x="887" y="359"/>
                </a:moveTo>
                <a:lnTo>
                  <a:pt x="886" y="348"/>
                </a:lnTo>
                <a:lnTo>
                  <a:pt x="886" y="337"/>
                </a:lnTo>
                <a:lnTo>
                  <a:pt x="885" y="326"/>
                </a:lnTo>
                <a:lnTo>
                  <a:pt x="883" y="315"/>
                </a:lnTo>
                <a:lnTo>
                  <a:pt x="881" y="304"/>
                </a:lnTo>
                <a:lnTo>
                  <a:pt x="879" y="293"/>
                </a:lnTo>
                <a:lnTo>
                  <a:pt x="876" y="282"/>
                </a:lnTo>
                <a:lnTo>
                  <a:pt x="873" y="272"/>
                </a:lnTo>
                <a:lnTo>
                  <a:pt x="869" y="261"/>
                </a:lnTo>
                <a:lnTo>
                  <a:pt x="865" y="250"/>
                </a:lnTo>
                <a:lnTo>
                  <a:pt x="861" y="240"/>
                </a:lnTo>
                <a:lnTo>
                  <a:pt x="856" y="230"/>
                </a:lnTo>
                <a:lnTo>
                  <a:pt x="851" y="219"/>
                </a:lnTo>
                <a:lnTo>
                  <a:pt x="845" y="209"/>
                </a:lnTo>
                <a:lnTo>
                  <a:pt x="839" y="199"/>
                </a:lnTo>
                <a:lnTo>
                  <a:pt x="832" y="190"/>
                </a:lnTo>
                <a:lnTo>
                  <a:pt x="826" y="180"/>
                </a:lnTo>
                <a:lnTo>
                  <a:pt x="818" y="171"/>
                </a:lnTo>
                <a:lnTo>
                  <a:pt x="811" y="161"/>
                </a:lnTo>
                <a:lnTo>
                  <a:pt x="803" y="152"/>
                </a:lnTo>
                <a:lnTo>
                  <a:pt x="795" y="143"/>
                </a:lnTo>
                <a:lnTo>
                  <a:pt x="786" y="135"/>
                </a:lnTo>
                <a:lnTo>
                  <a:pt x="777" y="126"/>
                </a:lnTo>
                <a:lnTo>
                  <a:pt x="768" y="118"/>
                </a:lnTo>
                <a:lnTo>
                  <a:pt x="758" y="110"/>
                </a:lnTo>
                <a:lnTo>
                  <a:pt x="748" y="103"/>
                </a:lnTo>
                <a:lnTo>
                  <a:pt x="738" y="95"/>
                </a:lnTo>
                <a:lnTo>
                  <a:pt x="728" y="88"/>
                </a:lnTo>
                <a:lnTo>
                  <a:pt x="717" y="81"/>
                </a:lnTo>
                <a:lnTo>
                  <a:pt x="706" y="74"/>
                </a:lnTo>
                <a:lnTo>
                  <a:pt x="695" y="68"/>
                </a:lnTo>
                <a:lnTo>
                  <a:pt x="683" y="62"/>
                </a:lnTo>
                <a:lnTo>
                  <a:pt x="671" y="56"/>
                </a:lnTo>
                <a:lnTo>
                  <a:pt x="660" y="51"/>
                </a:lnTo>
                <a:lnTo>
                  <a:pt x="647" y="46"/>
                </a:lnTo>
                <a:lnTo>
                  <a:pt x="635" y="41"/>
                </a:lnTo>
                <a:lnTo>
                  <a:pt x="622" y="36"/>
                </a:lnTo>
                <a:lnTo>
                  <a:pt x="610" y="32"/>
                </a:lnTo>
                <a:lnTo>
                  <a:pt x="597" y="28"/>
                </a:lnTo>
                <a:lnTo>
                  <a:pt x="584" y="24"/>
                </a:lnTo>
                <a:lnTo>
                  <a:pt x="571" y="21"/>
                </a:lnTo>
                <a:lnTo>
                  <a:pt x="557" y="18"/>
                </a:lnTo>
                <a:lnTo>
                  <a:pt x="544" y="16"/>
                </a:lnTo>
                <a:lnTo>
                  <a:pt x="530" y="13"/>
                </a:lnTo>
                <a:lnTo>
                  <a:pt x="517" y="12"/>
                </a:lnTo>
                <a:lnTo>
                  <a:pt x="503" y="10"/>
                </a:lnTo>
                <a:lnTo>
                  <a:pt x="490" y="9"/>
                </a:lnTo>
                <a:lnTo>
                  <a:pt x="476" y="8"/>
                </a:lnTo>
                <a:lnTo>
                  <a:pt x="462" y="7"/>
                </a:lnTo>
                <a:lnTo>
                  <a:pt x="448" y="7"/>
                </a:lnTo>
                <a:lnTo>
                  <a:pt x="435" y="7"/>
                </a:lnTo>
                <a:lnTo>
                  <a:pt x="421" y="8"/>
                </a:lnTo>
                <a:lnTo>
                  <a:pt x="407" y="9"/>
                </a:lnTo>
                <a:lnTo>
                  <a:pt x="393" y="10"/>
                </a:lnTo>
                <a:lnTo>
                  <a:pt x="380" y="12"/>
                </a:lnTo>
                <a:lnTo>
                  <a:pt x="366" y="13"/>
                </a:lnTo>
                <a:lnTo>
                  <a:pt x="353" y="16"/>
                </a:lnTo>
                <a:lnTo>
                  <a:pt x="339" y="18"/>
                </a:lnTo>
                <a:lnTo>
                  <a:pt x="326" y="21"/>
                </a:lnTo>
                <a:lnTo>
                  <a:pt x="313" y="24"/>
                </a:lnTo>
                <a:lnTo>
                  <a:pt x="300" y="28"/>
                </a:lnTo>
                <a:lnTo>
                  <a:pt x="287" y="32"/>
                </a:lnTo>
                <a:lnTo>
                  <a:pt x="274" y="36"/>
                </a:lnTo>
                <a:lnTo>
                  <a:pt x="262" y="41"/>
                </a:lnTo>
                <a:lnTo>
                  <a:pt x="249" y="46"/>
                </a:lnTo>
                <a:lnTo>
                  <a:pt x="237" y="51"/>
                </a:lnTo>
                <a:lnTo>
                  <a:pt x="225" y="56"/>
                </a:lnTo>
                <a:lnTo>
                  <a:pt x="213" y="62"/>
                </a:lnTo>
                <a:lnTo>
                  <a:pt x="202" y="68"/>
                </a:lnTo>
                <a:lnTo>
                  <a:pt x="191" y="74"/>
                </a:lnTo>
                <a:lnTo>
                  <a:pt x="180" y="81"/>
                </a:lnTo>
                <a:lnTo>
                  <a:pt x="169" y="88"/>
                </a:lnTo>
                <a:lnTo>
                  <a:pt x="158" y="95"/>
                </a:lnTo>
                <a:lnTo>
                  <a:pt x="148" y="103"/>
                </a:lnTo>
                <a:lnTo>
                  <a:pt x="138" y="110"/>
                </a:lnTo>
                <a:lnTo>
                  <a:pt x="129" y="118"/>
                </a:lnTo>
                <a:lnTo>
                  <a:pt x="120" y="126"/>
                </a:lnTo>
                <a:lnTo>
                  <a:pt x="110" y="135"/>
                </a:lnTo>
                <a:lnTo>
                  <a:pt x="101" y="143"/>
                </a:lnTo>
                <a:lnTo>
                  <a:pt x="93" y="152"/>
                </a:lnTo>
                <a:lnTo>
                  <a:pt x="85" y="161"/>
                </a:lnTo>
                <a:lnTo>
                  <a:pt x="77" y="171"/>
                </a:lnTo>
                <a:lnTo>
                  <a:pt x="70" y="180"/>
                </a:lnTo>
                <a:lnTo>
                  <a:pt x="63" y="190"/>
                </a:lnTo>
                <a:lnTo>
                  <a:pt x="57" y="199"/>
                </a:lnTo>
                <a:lnTo>
                  <a:pt x="51" y="209"/>
                </a:lnTo>
                <a:lnTo>
                  <a:pt x="45" y="219"/>
                </a:lnTo>
                <a:lnTo>
                  <a:pt x="40" y="230"/>
                </a:lnTo>
                <a:lnTo>
                  <a:pt x="35" y="240"/>
                </a:lnTo>
                <a:lnTo>
                  <a:pt x="31" y="250"/>
                </a:lnTo>
                <a:lnTo>
                  <a:pt x="26" y="261"/>
                </a:lnTo>
                <a:lnTo>
                  <a:pt x="23" y="272"/>
                </a:lnTo>
                <a:lnTo>
                  <a:pt x="20" y="282"/>
                </a:lnTo>
                <a:lnTo>
                  <a:pt x="17" y="293"/>
                </a:lnTo>
                <a:lnTo>
                  <a:pt x="14" y="304"/>
                </a:lnTo>
                <a:lnTo>
                  <a:pt x="13" y="315"/>
                </a:lnTo>
                <a:lnTo>
                  <a:pt x="11" y="326"/>
                </a:lnTo>
                <a:lnTo>
                  <a:pt x="10" y="337"/>
                </a:lnTo>
                <a:lnTo>
                  <a:pt x="9" y="348"/>
                </a:lnTo>
                <a:lnTo>
                  <a:pt x="9" y="359"/>
                </a:lnTo>
                <a:lnTo>
                  <a:pt x="9" y="370"/>
                </a:lnTo>
                <a:lnTo>
                  <a:pt x="10" y="381"/>
                </a:lnTo>
                <a:lnTo>
                  <a:pt x="11" y="392"/>
                </a:lnTo>
                <a:lnTo>
                  <a:pt x="13" y="403"/>
                </a:lnTo>
                <a:lnTo>
                  <a:pt x="14" y="414"/>
                </a:lnTo>
                <a:lnTo>
                  <a:pt x="17" y="425"/>
                </a:lnTo>
                <a:lnTo>
                  <a:pt x="20" y="436"/>
                </a:lnTo>
                <a:lnTo>
                  <a:pt x="23" y="447"/>
                </a:lnTo>
                <a:lnTo>
                  <a:pt x="26" y="457"/>
                </a:lnTo>
                <a:lnTo>
                  <a:pt x="31" y="468"/>
                </a:lnTo>
                <a:lnTo>
                  <a:pt x="35" y="478"/>
                </a:lnTo>
                <a:lnTo>
                  <a:pt x="40" y="489"/>
                </a:lnTo>
                <a:lnTo>
                  <a:pt x="45" y="499"/>
                </a:lnTo>
                <a:lnTo>
                  <a:pt x="51" y="509"/>
                </a:lnTo>
                <a:lnTo>
                  <a:pt x="57" y="519"/>
                </a:lnTo>
                <a:lnTo>
                  <a:pt x="63" y="529"/>
                </a:lnTo>
                <a:lnTo>
                  <a:pt x="70" y="538"/>
                </a:lnTo>
                <a:lnTo>
                  <a:pt x="77" y="548"/>
                </a:lnTo>
                <a:lnTo>
                  <a:pt x="85" y="557"/>
                </a:lnTo>
                <a:lnTo>
                  <a:pt x="93" y="566"/>
                </a:lnTo>
                <a:lnTo>
                  <a:pt x="101" y="575"/>
                </a:lnTo>
                <a:lnTo>
                  <a:pt x="110" y="583"/>
                </a:lnTo>
                <a:lnTo>
                  <a:pt x="120" y="592"/>
                </a:lnTo>
                <a:lnTo>
                  <a:pt x="129" y="600"/>
                </a:lnTo>
                <a:lnTo>
                  <a:pt x="138" y="608"/>
                </a:lnTo>
                <a:lnTo>
                  <a:pt x="148" y="616"/>
                </a:lnTo>
                <a:lnTo>
                  <a:pt x="158" y="624"/>
                </a:lnTo>
                <a:lnTo>
                  <a:pt x="169" y="631"/>
                </a:lnTo>
                <a:lnTo>
                  <a:pt x="180" y="638"/>
                </a:lnTo>
                <a:lnTo>
                  <a:pt x="191" y="645"/>
                </a:lnTo>
                <a:lnTo>
                  <a:pt x="202" y="651"/>
                </a:lnTo>
                <a:lnTo>
                  <a:pt x="213" y="657"/>
                </a:lnTo>
                <a:lnTo>
                  <a:pt x="225" y="663"/>
                </a:lnTo>
                <a:lnTo>
                  <a:pt x="237" y="668"/>
                </a:lnTo>
                <a:lnTo>
                  <a:pt x="249" y="674"/>
                </a:lnTo>
                <a:lnTo>
                  <a:pt x="262" y="678"/>
                </a:lnTo>
                <a:lnTo>
                  <a:pt x="274" y="683"/>
                </a:lnTo>
                <a:lnTo>
                  <a:pt x="287" y="687"/>
                </a:lnTo>
                <a:lnTo>
                  <a:pt x="300" y="691"/>
                </a:lnTo>
                <a:lnTo>
                  <a:pt x="313" y="695"/>
                </a:lnTo>
                <a:lnTo>
                  <a:pt x="326" y="698"/>
                </a:lnTo>
                <a:lnTo>
                  <a:pt x="339" y="701"/>
                </a:lnTo>
                <a:lnTo>
                  <a:pt x="353" y="703"/>
                </a:lnTo>
                <a:lnTo>
                  <a:pt x="366" y="706"/>
                </a:lnTo>
                <a:lnTo>
                  <a:pt x="380" y="708"/>
                </a:lnTo>
                <a:lnTo>
                  <a:pt x="393" y="709"/>
                </a:lnTo>
                <a:lnTo>
                  <a:pt x="407" y="710"/>
                </a:lnTo>
                <a:lnTo>
                  <a:pt x="421" y="711"/>
                </a:lnTo>
                <a:lnTo>
                  <a:pt x="435" y="712"/>
                </a:lnTo>
                <a:lnTo>
                  <a:pt x="448" y="712"/>
                </a:lnTo>
                <a:lnTo>
                  <a:pt x="462" y="712"/>
                </a:lnTo>
                <a:lnTo>
                  <a:pt x="476" y="711"/>
                </a:lnTo>
                <a:lnTo>
                  <a:pt x="490" y="710"/>
                </a:lnTo>
                <a:lnTo>
                  <a:pt x="503" y="709"/>
                </a:lnTo>
                <a:lnTo>
                  <a:pt x="517" y="708"/>
                </a:lnTo>
                <a:lnTo>
                  <a:pt x="530" y="706"/>
                </a:lnTo>
                <a:lnTo>
                  <a:pt x="544" y="703"/>
                </a:lnTo>
                <a:lnTo>
                  <a:pt x="557" y="701"/>
                </a:lnTo>
                <a:lnTo>
                  <a:pt x="571" y="698"/>
                </a:lnTo>
                <a:lnTo>
                  <a:pt x="584" y="695"/>
                </a:lnTo>
                <a:lnTo>
                  <a:pt x="597" y="691"/>
                </a:lnTo>
                <a:lnTo>
                  <a:pt x="610" y="687"/>
                </a:lnTo>
                <a:lnTo>
                  <a:pt x="622" y="683"/>
                </a:lnTo>
                <a:lnTo>
                  <a:pt x="635" y="678"/>
                </a:lnTo>
                <a:lnTo>
                  <a:pt x="647" y="674"/>
                </a:lnTo>
                <a:lnTo>
                  <a:pt x="660" y="668"/>
                </a:lnTo>
                <a:lnTo>
                  <a:pt x="671" y="663"/>
                </a:lnTo>
                <a:lnTo>
                  <a:pt x="683" y="657"/>
                </a:lnTo>
                <a:lnTo>
                  <a:pt x="695" y="651"/>
                </a:lnTo>
                <a:lnTo>
                  <a:pt x="706" y="645"/>
                </a:lnTo>
                <a:lnTo>
                  <a:pt x="717" y="638"/>
                </a:lnTo>
                <a:lnTo>
                  <a:pt x="728" y="631"/>
                </a:lnTo>
                <a:lnTo>
                  <a:pt x="738" y="624"/>
                </a:lnTo>
                <a:lnTo>
                  <a:pt x="748" y="616"/>
                </a:lnTo>
                <a:lnTo>
                  <a:pt x="758" y="608"/>
                </a:lnTo>
                <a:lnTo>
                  <a:pt x="768" y="600"/>
                </a:lnTo>
                <a:lnTo>
                  <a:pt x="777" y="592"/>
                </a:lnTo>
                <a:lnTo>
                  <a:pt x="786" y="583"/>
                </a:lnTo>
                <a:lnTo>
                  <a:pt x="795" y="575"/>
                </a:lnTo>
                <a:lnTo>
                  <a:pt x="803" y="566"/>
                </a:lnTo>
                <a:lnTo>
                  <a:pt x="811" y="557"/>
                </a:lnTo>
                <a:lnTo>
                  <a:pt x="818" y="548"/>
                </a:lnTo>
                <a:lnTo>
                  <a:pt x="826" y="538"/>
                </a:lnTo>
                <a:lnTo>
                  <a:pt x="832" y="529"/>
                </a:lnTo>
                <a:lnTo>
                  <a:pt x="839" y="519"/>
                </a:lnTo>
                <a:lnTo>
                  <a:pt x="845" y="509"/>
                </a:lnTo>
                <a:lnTo>
                  <a:pt x="851" y="499"/>
                </a:lnTo>
                <a:lnTo>
                  <a:pt x="856" y="489"/>
                </a:lnTo>
                <a:lnTo>
                  <a:pt x="861" y="478"/>
                </a:lnTo>
                <a:lnTo>
                  <a:pt x="865" y="468"/>
                </a:lnTo>
                <a:lnTo>
                  <a:pt x="869" y="457"/>
                </a:lnTo>
                <a:lnTo>
                  <a:pt x="873" y="447"/>
                </a:lnTo>
                <a:lnTo>
                  <a:pt x="876" y="436"/>
                </a:lnTo>
                <a:lnTo>
                  <a:pt x="879" y="425"/>
                </a:lnTo>
                <a:lnTo>
                  <a:pt x="881" y="414"/>
                </a:lnTo>
                <a:lnTo>
                  <a:pt x="883" y="403"/>
                </a:lnTo>
                <a:lnTo>
                  <a:pt x="885" y="392"/>
                </a:lnTo>
                <a:lnTo>
                  <a:pt x="886" y="381"/>
                </a:lnTo>
                <a:lnTo>
                  <a:pt x="886" y="370"/>
                </a:lnTo>
                <a:lnTo>
                  <a:pt x="887" y="359"/>
                </a:lnTo>
                <a:moveTo>
                  <a:pt x="896" y="359"/>
                </a:moveTo>
                <a:lnTo>
                  <a:pt x="896" y="370"/>
                </a:lnTo>
                <a:lnTo>
                  <a:pt x="895" y="382"/>
                </a:lnTo>
                <a:lnTo>
                  <a:pt x="894" y="393"/>
                </a:lnTo>
                <a:lnTo>
                  <a:pt x="892" y="404"/>
                </a:lnTo>
                <a:lnTo>
                  <a:pt x="890" y="415"/>
                </a:lnTo>
                <a:lnTo>
                  <a:pt x="888" y="426"/>
                </a:lnTo>
                <a:lnTo>
                  <a:pt x="885" y="437"/>
                </a:lnTo>
                <a:lnTo>
                  <a:pt x="882" y="448"/>
                </a:lnTo>
                <a:lnTo>
                  <a:pt x="878" y="459"/>
                </a:lnTo>
                <a:lnTo>
                  <a:pt x="874" y="470"/>
                </a:lnTo>
                <a:lnTo>
                  <a:pt x="869" y="481"/>
                </a:lnTo>
                <a:lnTo>
                  <a:pt x="864" y="491"/>
                </a:lnTo>
                <a:lnTo>
                  <a:pt x="859" y="502"/>
                </a:lnTo>
                <a:lnTo>
                  <a:pt x="853" y="512"/>
                </a:lnTo>
                <a:lnTo>
                  <a:pt x="847" y="522"/>
                </a:lnTo>
                <a:lnTo>
                  <a:pt x="841" y="532"/>
                </a:lnTo>
                <a:lnTo>
                  <a:pt x="834" y="542"/>
                </a:lnTo>
                <a:lnTo>
                  <a:pt x="826" y="552"/>
                </a:lnTo>
                <a:lnTo>
                  <a:pt x="818" y="561"/>
                </a:lnTo>
                <a:lnTo>
                  <a:pt x="810" y="570"/>
                </a:lnTo>
                <a:lnTo>
                  <a:pt x="802" y="579"/>
                </a:lnTo>
                <a:lnTo>
                  <a:pt x="793" y="588"/>
                </a:lnTo>
                <a:lnTo>
                  <a:pt x="784" y="597"/>
                </a:lnTo>
                <a:lnTo>
                  <a:pt x="775" y="605"/>
                </a:lnTo>
                <a:lnTo>
                  <a:pt x="765" y="613"/>
                </a:lnTo>
                <a:lnTo>
                  <a:pt x="755" y="622"/>
                </a:lnTo>
                <a:lnTo>
                  <a:pt x="744" y="630"/>
                </a:lnTo>
                <a:lnTo>
                  <a:pt x="734" y="637"/>
                </a:lnTo>
                <a:lnTo>
                  <a:pt x="723" y="644"/>
                </a:lnTo>
                <a:lnTo>
                  <a:pt x="711" y="651"/>
                </a:lnTo>
                <a:lnTo>
                  <a:pt x="700" y="657"/>
                </a:lnTo>
                <a:lnTo>
                  <a:pt x="688" y="663"/>
                </a:lnTo>
                <a:lnTo>
                  <a:pt x="676" y="669"/>
                </a:lnTo>
                <a:lnTo>
                  <a:pt x="664" y="675"/>
                </a:lnTo>
                <a:lnTo>
                  <a:pt x="652" y="680"/>
                </a:lnTo>
                <a:lnTo>
                  <a:pt x="639" y="685"/>
                </a:lnTo>
                <a:lnTo>
                  <a:pt x="626" y="690"/>
                </a:lnTo>
                <a:lnTo>
                  <a:pt x="613" y="694"/>
                </a:lnTo>
                <a:lnTo>
                  <a:pt x="600" y="698"/>
                </a:lnTo>
                <a:lnTo>
                  <a:pt x="587" y="702"/>
                </a:lnTo>
                <a:lnTo>
                  <a:pt x="573" y="705"/>
                </a:lnTo>
                <a:lnTo>
                  <a:pt x="560" y="708"/>
                </a:lnTo>
                <a:lnTo>
                  <a:pt x="546" y="711"/>
                </a:lnTo>
                <a:lnTo>
                  <a:pt x="532" y="713"/>
                </a:lnTo>
                <a:lnTo>
                  <a:pt x="518" y="715"/>
                </a:lnTo>
                <a:lnTo>
                  <a:pt x="504" y="717"/>
                </a:lnTo>
                <a:lnTo>
                  <a:pt x="490" y="718"/>
                </a:lnTo>
                <a:lnTo>
                  <a:pt x="476" y="719"/>
                </a:lnTo>
                <a:lnTo>
                  <a:pt x="462" y="719"/>
                </a:lnTo>
                <a:lnTo>
                  <a:pt x="448" y="719"/>
                </a:lnTo>
                <a:lnTo>
                  <a:pt x="434" y="719"/>
                </a:lnTo>
                <a:lnTo>
                  <a:pt x="420" y="719"/>
                </a:lnTo>
                <a:lnTo>
                  <a:pt x="406" y="718"/>
                </a:lnTo>
                <a:lnTo>
                  <a:pt x="392" y="717"/>
                </a:lnTo>
                <a:lnTo>
                  <a:pt x="378" y="715"/>
                </a:lnTo>
                <a:lnTo>
                  <a:pt x="364" y="713"/>
                </a:lnTo>
                <a:lnTo>
                  <a:pt x="351" y="711"/>
                </a:lnTo>
                <a:lnTo>
                  <a:pt x="337" y="708"/>
                </a:lnTo>
                <a:lnTo>
                  <a:pt x="323" y="705"/>
                </a:lnTo>
                <a:lnTo>
                  <a:pt x="310" y="702"/>
                </a:lnTo>
                <a:lnTo>
                  <a:pt x="297" y="698"/>
                </a:lnTo>
                <a:lnTo>
                  <a:pt x="284" y="694"/>
                </a:lnTo>
                <a:lnTo>
                  <a:pt x="271" y="690"/>
                </a:lnTo>
                <a:lnTo>
                  <a:pt x="258" y="685"/>
                </a:lnTo>
                <a:lnTo>
                  <a:pt x="245" y="680"/>
                </a:lnTo>
                <a:lnTo>
                  <a:pt x="233" y="675"/>
                </a:lnTo>
                <a:lnTo>
                  <a:pt x="221" y="669"/>
                </a:lnTo>
                <a:lnTo>
                  <a:pt x="209" y="663"/>
                </a:lnTo>
                <a:lnTo>
                  <a:pt x="197" y="657"/>
                </a:lnTo>
                <a:lnTo>
                  <a:pt x="185" y="651"/>
                </a:lnTo>
                <a:lnTo>
                  <a:pt x="174" y="644"/>
                </a:lnTo>
                <a:lnTo>
                  <a:pt x="163" y="637"/>
                </a:lnTo>
                <a:lnTo>
                  <a:pt x="152" y="630"/>
                </a:lnTo>
                <a:lnTo>
                  <a:pt x="142" y="622"/>
                </a:lnTo>
                <a:lnTo>
                  <a:pt x="132" y="613"/>
                </a:lnTo>
                <a:lnTo>
                  <a:pt x="122" y="605"/>
                </a:lnTo>
                <a:lnTo>
                  <a:pt x="113" y="597"/>
                </a:lnTo>
                <a:lnTo>
                  <a:pt x="103" y="588"/>
                </a:lnTo>
                <a:lnTo>
                  <a:pt x="94" y="579"/>
                </a:lnTo>
                <a:lnTo>
                  <a:pt x="85" y="570"/>
                </a:lnTo>
                <a:lnTo>
                  <a:pt x="77" y="561"/>
                </a:lnTo>
                <a:lnTo>
                  <a:pt x="69" y="552"/>
                </a:lnTo>
                <a:lnTo>
                  <a:pt x="62" y="542"/>
                </a:lnTo>
                <a:lnTo>
                  <a:pt x="55" y="532"/>
                </a:lnTo>
                <a:lnTo>
                  <a:pt x="49" y="522"/>
                </a:lnTo>
                <a:lnTo>
                  <a:pt x="42" y="512"/>
                </a:lnTo>
                <a:lnTo>
                  <a:pt x="37" y="502"/>
                </a:lnTo>
                <a:lnTo>
                  <a:pt x="31" y="491"/>
                </a:lnTo>
                <a:lnTo>
                  <a:pt x="26" y="481"/>
                </a:lnTo>
                <a:lnTo>
                  <a:pt x="22" y="470"/>
                </a:lnTo>
                <a:lnTo>
                  <a:pt x="18" y="459"/>
                </a:lnTo>
                <a:lnTo>
                  <a:pt x="14" y="448"/>
                </a:lnTo>
                <a:lnTo>
                  <a:pt x="11" y="437"/>
                </a:lnTo>
                <a:lnTo>
                  <a:pt x="8" y="426"/>
                </a:lnTo>
                <a:lnTo>
                  <a:pt x="5" y="415"/>
                </a:lnTo>
                <a:lnTo>
                  <a:pt x="3" y="404"/>
                </a:lnTo>
                <a:lnTo>
                  <a:pt x="2" y="393"/>
                </a:lnTo>
                <a:lnTo>
                  <a:pt x="1" y="382"/>
                </a:lnTo>
                <a:lnTo>
                  <a:pt x="0" y="370"/>
                </a:lnTo>
                <a:lnTo>
                  <a:pt x="0" y="359"/>
                </a:lnTo>
                <a:lnTo>
                  <a:pt x="0" y="348"/>
                </a:lnTo>
                <a:lnTo>
                  <a:pt x="1" y="337"/>
                </a:lnTo>
                <a:lnTo>
                  <a:pt x="2" y="325"/>
                </a:lnTo>
                <a:lnTo>
                  <a:pt x="3" y="314"/>
                </a:lnTo>
                <a:lnTo>
                  <a:pt x="5" y="303"/>
                </a:lnTo>
                <a:lnTo>
                  <a:pt x="8" y="292"/>
                </a:lnTo>
                <a:lnTo>
                  <a:pt x="11" y="281"/>
                </a:lnTo>
                <a:lnTo>
                  <a:pt x="14" y="270"/>
                </a:lnTo>
                <a:lnTo>
                  <a:pt x="18" y="259"/>
                </a:lnTo>
                <a:lnTo>
                  <a:pt x="22" y="248"/>
                </a:lnTo>
                <a:lnTo>
                  <a:pt x="26" y="237"/>
                </a:lnTo>
                <a:lnTo>
                  <a:pt x="31" y="227"/>
                </a:lnTo>
                <a:lnTo>
                  <a:pt x="37" y="216"/>
                </a:lnTo>
                <a:lnTo>
                  <a:pt x="42" y="206"/>
                </a:lnTo>
                <a:lnTo>
                  <a:pt x="49" y="196"/>
                </a:lnTo>
                <a:lnTo>
                  <a:pt x="55" y="186"/>
                </a:lnTo>
                <a:lnTo>
                  <a:pt x="62" y="176"/>
                </a:lnTo>
                <a:lnTo>
                  <a:pt x="69" y="167"/>
                </a:lnTo>
                <a:lnTo>
                  <a:pt x="77" y="157"/>
                </a:lnTo>
                <a:lnTo>
                  <a:pt x="85" y="148"/>
                </a:lnTo>
                <a:lnTo>
                  <a:pt x="94" y="139"/>
                </a:lnTo>
                <a:lnTo>
                  <a:pt x="103" y="130"/>
                </a:lnTo>
                <a:lnTo>
                  <a:pt x="113" y="121"/>
                </a:lnTo>
                <a:lnTo>
                  <a:pt x="122" y="113"/>
                </a:lnTo>
                <a:lnTo>
                  <a:pt x="132" y="105"/>
                </a:lnTo>
                <a:lnTo>
                  <a:pt x="142" y="97"/>
                </a:lnTo>
                <a:lnTo>
                  <a:pt x="152" y="90"/>
                </a:lnTo>
                <a:lnTo>
                  <a:pt x="163" y="82"/>
                </a:lnTo>
                <a:lnTo>
                  <a:pt x="174" y="75"/>
                </a:lnTo>
                <a:lnTo>
                  <a:pt x="185" y="68"/>
                </a:lnTo>
                <a:lnTo>
                  <a:pt x="197" y="62"/>
                </a:lnTo>
                <a:lnTo>
                  <a:pt x="209" y="56"/>
                </a:lnTo>
                <a:lnTo>
                  <a:pt x="221" y="50"/>
                </a:lnTo>
                <a:lnTo>
                  <a:pt x="233" y="44"/>
                </a:lnTo>
                <a:lnTo>
                  <a:pt x="245" y="39"/>
                </a:lnTo>
                <a:lnTo>
                  <a:pt x="258" y="34"/>
                </a:lnTo>
                <a:lnTo>
                  <a:pt x="271" y="29"/>
                </a:lnTo>
                <a:lnTo>
                  <a:pt x="284" y="25"/>
                </a:lnTo>
                <a:lnTo>
                  <a:pt x="297" y="21"/>
                </a:lnTo>
                <a:lnTo>
                  <a:pt x="310" y="17"/>
                </a:lnTo>
                <a:lnTo>
                  <a:pt x="323" y="14"/>
                </a:lnTo>
                <a:lnTo>
                  <a:pt x="337" y="11"/>
                </a:lnTo>
                <a:lnTo>
                  <a:pt x="351" y="8"/>
                </a:lnTo>
                <a:lnTo>
                  <a:pt x="364" y="6"/>
                </a:lnTo>
                <a:lnTo>
                  <a:pt x="378" y="4"/>
                </a:lnTo>
                <a:lnTo>
                  <a:pt x="392" y="3"/>
                </a:lnTo>
                <a:lnTo>
                  <a:pt x="406" y="1"/>
                </a:lnTo>
                <a:lnTo>
                  <a:pt x="420" y="0"/>
                </a:lnTo>
                <a:lnTo>
                  <a:pt x="434" y="0"/>
                </a:lnTo>
                <a:lnTo>
                  <a:pt x="448" y="0"/>
                </a:lnTo>
                <a:lnTo>
                  <a:pt x="462" y="0"/>
                </a:lnTo>
                <a:lnTo>
                  <a:pt x="476" y="0"/>
                </a:lnTo>
                <a:lnTo>
                  <a:pt x="490" y="1"/>
                </a:lnTo>
                <a:lnTo>
                  <a:pt x="504" y="3"/>
                </a:lnTo>
                <a:lnTo>
                  <a:pt x="518" y="4"/>
                </a:lnTo>
                <a:lnTo>
                  <a:pt x="532" y="6"/>
                </a:lnTo>
                <a:lnTo>
                  <a:pt x="546" y="8"/>
                </a:lnTo>
                <a:lnTo>
                  <a:pt x="560" y="11"/>
                </a:lnTo>
                <a:lnTo>
                  <a:pt x="573" y="14"/>
                </a:lnTo>
                <a:lnTo>
                  <a:pt x="587" y="17"/>
                </a:lnTo>
                <a:lnTo>
                  <a:pt x="600" y="21"/>
                </a:lnTo>
                <a:lnTo>
                  <a:pt x="613" y="25"/>
                </a:lnTo>
                <a:lnTo>
                  <a:pt x="626" y="29"/>
                </a:lnTo>
                <a:lnTo>
                  <a:pt x="639" y="34"/>
                </a:lnTo>
                <a:lnTo>
                  <a:pt x="652" y="39"/>
                </a:lnTo>
                <a:lnTo>
                  <a:pt x="664" y="44"/>
                </a:lnTo>
                <a:lnTo>
                  <a:pt x="676" y="50"/>
                </a:lnTo>
                <a:lnTo>
                  <a:pt x="688" y="56"/>
                </a:lnTo>
                <a:lnTo>
                  <a:pt x="700" y="62"/>
                </a:lnTo>
                <a:lnTo>
                  <a:pt x="711" y="68"/>
                </a:lnTo>
                <a:lnTo>
                  <a:pt x="723" y="75"/>
                </a:lnTo>
                <a:lnTo>
                  <a:pt x="734" y="82"/>
                </a:lnTo>
                <a:lnTo>
                  <a:pt x="744" y="90"/>
                </a:lnTo>
                <a:lnTo>
                  <a:pt x="755" y="97"/>
                </a:lnTo>
                <a:lnTo>
                  <a:pt x="765" y="105"/>
                </a:lnTo>
                <a:lnTo>
                  <a:pt x="775" y="113"/>
                </a:lnTo>
                <a:lnTo>
                  <a:pt x="784" y="121"/>
                </a:lnTo>
                <a:lnTo>
                  <a:pt x="793" y="130"/>
                </a:lnTo>
                <a:lnTo>
                  <a:pt x="802" y="139"/>
                </a:lnTo>
                <a:lnTo>
                  <a:pt x="810" y="148"/>
                </a:lnTo>
                <a:lnTo>
                  <a:pt x="818" y="157"/>
                </a:lnTo>
                <a:lnTo>
                  <a:pt x="826" y="167"/>
                </a:lnTo>
                <a:lnTo>
                  <a:pt x="834" y="176"/>
                </a:lnTo>
                <a:lnTo>
                  <a:pt x="841" y="186"/>
                </a:lnTo>
                <a:lnTo>
                  <a:pt x="847" y="196"/>
                </a:lnTo>
                <a:lnTo>
                  <a:pt x="853" y="206"/>
                </a:lnTo>
                <a:lnTo>
                  <a:pt x="859" y="216"/>
                </a:lnTo>
                <a:lnTo>
                  <a:pt x="864" y="227"/>
                </a:lnTo>
                <a:lnTo>
                  <a:pt x="869" y="237"/>
                </a:lnTo>
                <a:lnTo>
                  <a:pt x="874" y="248"/>
                </a:lnTo>
                <a:lnTo>
                  <a:pt x="878" y="259"/>
                </a:lnTo>
                <a:lnTo>
                  <a:pt x="882" y="270"/>
                </a:lnTo>
                <a:lnTo>
                  <a:pt x="885" y="281"/>
                </a:lnTo>
                <a:lnTo>
                  <a:pt x="888" y="292"/>
                </a:lnTo>
                <a:lnTo>
                  <a:pt x="890" y="303"/>
                </a:lnTo>
                <a:lnTo>
                  <a:pt x="892" y="314"/>
                </a:lnTo>
                <a:lnTo>
                  <a:pt x="894" y="325"/>
                </a:lnTo>
                <a:lnTo>
                  <a:pt x="895" y="337"/>
                </a:lnTo>
                <a:lnTo>
                  <a:pt x="896" y="348"/>
                </a:lnTo>
                <a:lnTo>
                  <a:pt x="896" y="359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5" name=""/>
          <p:cNvSpPr/>
          <p:nvPr/>
        </p:nvSpPr>
        <p:spPr>
          <a:xfrm>
            <a:off x="2696040" y="1713960"/>
            <a:ext cx="327600" cy="263160"/>
          </a:xfrm>
          <a:custGeom>
            <a:avLst/>
            <a:gdLst/>
            <a:ahLst/>
            <a:rect l="0" t="0" r="r" b="b"/>
            <a:pathLst>
              <a:path w="910" h="731">
                <a:moveTo>
                  <a:pt x="903" y="365"/>
                </a:moveTo>
                <a:lnTo>
                  <a:pt x="903" y="354"/>
                </a:lnTo>
                <a:lnTo>
                  <a:pt x="902" y="343"/>
                </a:lnTo>
                <a:lnTo>
                  <a:pt x="901" y="331"/>
                </a:lnTo>
                <a:lnTo>
                  <a:pt x="899" y="320"/>
                </a:lnTo>
                <a:lnTo>
                  <a:pt x="897" y="309"/>
                </a:lnTo>
                <a:lnTo>
                  <a:pt x="895" y="298"/>
                </a:lnTo>
                <a:lnTo>
                  <a:pt x="892" y="287"/>
                </a:lnTo>
                <a:lnTo>
                  <a:pt x="889" y="276"/>
                </a:lnTo>
                <a:lnTo>
                  <a:pt x="885" y="265"/>
                </a:lnTo>
                <a:lnTo>
                  <a:pt x="881" y="254"/>
                </a:lnTo>
                <a:lnTo>
                  <a:pt x="876" y="243"/>
                </a:lnTo>
                <a:lnTo>
                  <a:pt x="871" y="233"/>
                </a:lnTo>
                <a:lnTo>
                  <a:pt x="866" y="222"/>
                </a:lnTo>
                <a:lnTo>
                  <a:pt x="860" y="212"/>
                </a:lnTo>
                <a:lnTo>
                  <a:pt x="854" y="202"/>
                </a:lnTo>
                <a:lnTo>
                  <a:pt x="848" y="192"/>
                </a:lnTo>
                <a:lnTo>
                  <a:pt x="841" y="182"/>
                </a:lnTo>
                <a:lnTo>
                  <a:pt x="833" y="173"/>
                </a:lnTo>
                <a:lnTo>
                  <a:pt x="825" y="163"/>
                </a:lnTo>
                <a:lnTo>
                  <a:pt x="817" y="154"/>
                </a:lnTo>
                <a:lnTo>
                  <a:pt x="809" y="145"/>
                </a:lnTo>
                <a:lnTo>
                  <a:pt x="800" y="136"/>
                </a:lnTo>
                <a:lnTo>
                  <a:pt x="791" y="127"/>
                </a:lnTo>
                <a:lnTo>
                  <a:pt x="782" y="119"/>
                </a:lnTo>
                <a:lnTo>
                  <a:pt x="772" y="111"/>
                </a:lnTo>
                <a:lnTo>
                  <a:pt x="762" y="103"/>
                </a:lnTo>
                <a:lnTo>
                  <a:pt x="751" y="96"/>
                </a:lnTo>
                <a:lnTo>
                  <a:pt x="741" y="88"/>
                </a:lnTo>
                <a:lnTo>
                  <a:pt x="730" y="81"/>
                </a:lnTo>
                <a:lnTo>
                  <a:pt x="718" y="74"/>
                </a:lnTo>
                <a:lnTo>
                  <a:pt x="707" y="68"/>
                </a:lnTo>
                <a:lnTo>
                  <a:pt x="695" y="62"/>
                </a:lnTo>
                <a:lnTo>
                  <a:pt x="683" y="56"/>
                </a:lnTo>
                <a:lnTo>
                  <a:pt x="671" y="50"/>
                </a:lnTo>
                <a:lnTo>
                  <a:pt x="659" y="45"/>
                </a:lnTo>
                <a:lnTo>
                  <a:pt x="646" y="40"/>
                </a:lnTo>
                <a:lnTo>
                  <a:pt x="633" y="35"/>
                </a:lnTo>
                <a:lnTo>
                  <a:pt x="620" y="31"/>
                </a:lnTo>
                <a:lnTo>
                  <a:pt x="607" y="27"/>
                </a:lnTo>
                <a:lnTo>
                  <a:pt x="594" y="23"/>
                </a:lnTo>
                <a:lnTo>
                  <a:pt x="580" y="20"/>
                </a:lnTo>
                <a:lnTo>
                  <a:pt x="567" y="17"/>
                </a:lnTo>
                <a:lnTo>
                  <a:pt x="553" y="14"/>
                </a:lnTo>
                <a:lnTo>
                  <a:pt x="539" y="12"/>
                </a:lnTo>
                <a:lnTo>
                  <a:pt x="525" y="10"/>
                </a:lnTo>
                <a:lnTo>
                  <a:pt x="511" y="9"/>
                </a:lnTo>
                <a:lnTo>
                  <a:pt x="497" y="7"/>
                </a:lnTo>
                <a:lnTo>
                  <a:pt x="483" y="6"/>
                </a:lnTo>
                <a:lnTo>
                  <a:pt x="469" y="6"/>
                </a:lnTo>
                <a:lnTo>
                  <a:pt x="455" y="6"/>
                </a:lnTo>
                <a:lnTo>
                  <a:pt x="441" y="6"/>
                </a:lnTo>
                <a:lnTo>
                  <a:pt x="427" y="6"/>
                </a:lnTo>
                <a:lnTo>
                  <a:pt x="413" y="7"/>
                </a:lnTo>
                <a:lnTo>
                  <a:pt x="399" y="9"/>
                </a:lnTo>
                <a:lnTo>
                  <a:pt x="385" y="10"/>
                </a:lnTo>
                <a:lnTo>
                  <a:pt x="371" y="12"/>
                </a:lnTo>
                <a:lnTo>
                  <a:pt x="358" y="14"/>
                </a:lnTo>
                <a:lnTo>
                  <a:pt x="344" y="17"/>
                </a:lnTo>
                <a:lnTo>
                  <a:pt x="330" y="20"/>
                </a:lnTo>
                <a:lnTo>
                  <a:pt x="317" y="23"/>
                </a:lnTo>
                <a:lnTo>
                  <a:pt x="304" y="27"/>
                </a:lnTo>
                <a:lnTo>
                  <a:pt x="291" y="31"/>
                </a:lnTo>
                <a:lnTo>
                  <a:pt x="278" y="35"/>
                </a:lnTo>
                <a:lnTo>
                  <a:pt x="265" y="40"/>
                </a:lnTo>
                <a:lnTo>
                  <a:pt x="252" y="45"/>
                </a:lnTo>
                <a:lnTo>
                  <a:pt x="240" y="50"/>
                </a:lnTo>
                <a:lnTo>
                  <a:pt x="227" y="56"/>
                </a:lnTo>
                <a:lnTo>
                  <a:pt x="215" y="62"/>
                </a:lnTo>
                <a:lnTo>
                  <a:pt x="203" y="68"/>
                </a:lnTo>
                <a:lnTo>
                  <a:pt x="191" y="74"/>
                </a:lnTo>
                <a:lnTo>
                  <a:pt x="180" y="81"/>
                </a:lnTo>
                <a:lnTo>
                  <a:pt x="169" y="88"/>
                </a:lnTo>
                <a:lnTo>
                  <a:pt x="158" y="96"/>
                </a:lnTo>
                <a:lnTo>
                  <a:pt x="148" y="103"/>
                </a:lnTo>
                <a:lnTo>
                  <a:pt x="138" y="111"/>
                </a:lnTo>
                <a:lnTo>
                  <a:pt x="128" y="119"/>
                </a:lnTo>
                <a:lnTo>
                  <a:pt x="119" y="127"/>
                </a:lnTo>
                <a:lnTo>
                  <a:pt x="110" y="136"/>
                </a:lnTo>
                <a:lnTo>
                  <a:pt x="101" y="145"/>
                </a:lnTo>
                <a:lnTo>
                  <a:pt x="92" y="154"/>
                </a:lnTo>
                <a:lnTo>
                  <a:pt x="84" y="163"/>
                </a:lnTo>
                <a:lnTo>
                  <a:pt x="76" y="173"/>
                </a:lnTo>
                <a:lnTo>
                  <a:pt x="69" y="182"/>
                </a:lnTo>
                <a:lnTo>
                  <a:pt x="62" y="192"/>
                </a:lnTo>
                <a:lnTo>
                  <a:pt x="56" y="202"/>
                </a:lnTo>
                <a:lnTo>
                  <a:pt x="49" y="212"/>
                </a:lnTo>
                <a:lnTo>
                  <a:pt x="44" y="222"/>
                </a:lnTo>
                <a:lnTo>
                  <a:pt x="38" y="233"/>
                </a:lnTo>
                <a:lnTo>
                  <a:pt x="33" y="243"/>
                </a:lnTo>
                <a:lnTo>
                  <a:pt x="29" y="254"/>
                </a:lnTo>
                <a:lnTo>
                  <a:pt x="25" y="265"/>
                </a:lnTo>
                <a:lnTo>
                  <a:pt x="21" y="276"/>
                </a:lnTo>
                <a:lnTo>
                  <a:pt x="18" y="287"/>
                </a:lnTo>
                <a:lnTo>
                  <a:pt x="15" y="298"/>
                </a:lnTo>
                <a:lnTo>
                  <a:pt x="12" y="309"/>
                </a:lnTo>
                <a:lnTo>
                  <a:pt x="10" y="320"/>
                </a:lnTo>
                <a:lnTo>
                  <a:pt x="9" y="331"/>
                </a:lnTo>
                <a:lnTo>
                  <a:pt x="8" y="343"/>
                </a:lnTo>
                <a:lnTo>
                  <a:pt x="7" y="354"/>
                </a:lnTo>
                <a:lnTo>
                  <a:pt x="7" y="365"/>
                </a:lnTo>
                <a:lnTo>
                  <a:pt x="7" y="376"/>
                </a:lnTo>
                <a:lnTo>
                  <a:pt x="8" y="388"/>
                </a:lnTo>
                <a:lnTo>
                  <a:pt x="9" y="399"/>
                </a:lnTo>
                <a:lnTo>
                  <a:pt x="10" y="410"/>
                </a:lnTo>
                <a:lnTo>
                  <a:pt x="12" y="421"/>
                </a:lnTo>
                <a:lnTo>
                  <a:pt x="15" y="432"/>
                </a:lnTo>
                <a:lnTo>
                  <a:pt x="18" y="443"/>
                </a:lnTo>
                <a:lnTo>
                  <a:pt x="21" y="454"/>
                </a:lnTo>
                <a:lnTo>
                  <a:pt x="25" y="465"/>
                </a:lnTo>
                <a:lnTo>
                  <a:pt x="29" y="476"/>
                </a:lnTo>
                <a:lnTo>
                  <a:pt x="33" y="487"/>
                </a:lnTo>
                <a:lnTo>
                  <a:pt x="38" y="497"/>
                </a:lnTo>
                <a:lnTo>
                  <a:pt x="44" y="508"/>
                </a:lnTo>
                <a:lnTo>
                  <a:pt x="49" y="518"/>
                </a:lnTo>
                <a:lnTo>
                  <a:pt x="56" y="528"/>
                </a:lnTo>
                <a:lnTo>
                  <a:pt x="62" y="538"/>
                </a:lnTo>
                <a:lnTo>
                  <a:pt x="69" y="548"/>
                </a:lnTo>
                <a:lnTo>
                  <a:pt x="76" y="558"/>
                </a:lnTo>
                <a:lnTo>
                  <a:pt x="84" y="567"/>
                </a:lnTo>
                <a:lnTo>
                  <a:pt x="92" y="576"/>
                </a:lnTo>
                <a:lnTo>
                  <a:pt x="101" y="585"/>
                </a:lnTo>
                <a:lnTo>
                  <a:pt x="110" y="594"/>
                </a:lnTo>
                <a:lnTo>
                  <a:pt x="119" y="603"/>
                </a:lnTo>
                <a:lnTo>
                  <a:pt x="128" y="611"/>
                </a:lnTo>
                <a:lnTo>
                  <a:pt x="138" y="619"/>
                </a:lnTo>
                <a:lnTo>
                  <a:pt x="148" y="627"/>
                </a:lnTo>
                <a:lnTo>
                  <a:pt x="158" y="635"/>
                </a:lnTo>
                <a:lnTo>
                  <a:pt x="169" y="642"/>
                </a:lnTo>
                <a:lnTo>
                  <a:pt x="180" y="649"/>
                </a:lnTo>
                <a:lnTo>
                  <a:pt x="191" y="656"/>
                </a:lnTo>
                <a:lnTo>
                  <a:pt x="203" y="662"/>
                </a:lnTo>
                <a:lnTo>
                  <a:pt x="215" y="668"/>
                </a:lnTo>
                <a:lnTo>
                  <a:pt x="227" y="674"/>
                </a:lnTo>
                <a:lnTo>
                  <a:pt x="240" y="680"/>
                </a:lnTo>
                <a:lnTo>
                  <a:pt x="252" y="685"/>
                </a:lnTo>
                <a:lnTo>
                  <a:pt x="265" y="690"/>
                </a:lnTo>
                <a:lnTo>
                  <a:pt x="278" y="695"/>
                </a:lnTo>
                <a:lnTo>
                  <a:pt x="291" y="699"/>
                </a:lnTo>
                <a:lnTo>
                  <a:pt x="304" y="703"/>
                </a:lnTo>
                <a:lnTo>
                  <a:pt x="317" y="708"/>
                </a:lnTo>
                <a:lnTo>
                  <a:pt x="330" y="711"/>
                </a:lnTo>
                <a:lnTo>
                  <a:pt x="344" y="714"/>
                </a:lnTo>
                <a:lnTo>
                  <a:pt x="358" y="717"/>
                </a:lnTo>
                <a:lnTo>
                  <a:pt x="371" y="719"/>
                </a:lnTo>
                <a:lnTo>
                  <a:pt x="385" y="721"/>
                </a:lnTo>
                <a:lnTo>
                  <a:pt x="399" y="723"/>
                </a:lnTo>
                <a:lnTo>
                  <a:pt x="413" y="724"/>
                </a:lnTo>
                <a:lnTo>
                  <a:pt x="427" y="725"/>
                </a:lnTo>
                <a:lnTo>
                  <a:pt x="441" y="725"/>
                </a:lnTo>
                <a:lnTo>
                  <a:pt x="455" y="725"/>
                </a:lnTo>
                <a:lnTo>
                  <a:pt x="469" y="725"/>
                </a:lnTo>
                <a:lnTo>
                  <a:pt x="483" y="725"/>
                </a:lnTo>
                <a:lnTo>
                  <a:pt x="497" y="724"/>
                </a:lnTo>
                <a:lnTo>
                  <a:pt x="511" y="723"/>
                </a:lnTo>
                <a:lnTo>
                  <a:pt x="525" y="721"/>
                </a:lnTo>
                <a:lnTo>
                  <a:pt x="539" y="719"/>
                </a:lnTo>
                <a:lnTo>
                  <a:pt x="553" y="717"/>
                </a:lnTo>
                <a:lnTo>
                  <a:pt x="567" y="714"/>
                </a:lnTo>
                <a:lnTo>
                  <a:pt x="580" y="711"/>
                </a:lnTo>
                <a:lnTo>
                  <a:pt x="594" y="708"/>
                </a:lnTo>
                <a:lnTo>
                  <a:pt x="607" y="703"/>
                </a:lnTo>
                <a:lnTo>
                  <a:pt x="620" y="699"/>
                </a:lnTo>
                <a:lnTo>
                  <a:pt x="633" y="695"/>
                </a:lnTo>
                <a:lnTo>
                  <a:pt x="646" y="690"/>
                </a:lnTo>
                <a:lnTo>
                  <a:pt x="659" y="685"/>
                </a:lnTo>
                <a:lnTo>
                  <a:pt x="671" y="680"/>
                </a:lnTo>
                <a:lnTo>
                  <a:pt x="683" y="674"/>
                </a:lnTo>
                <a:lnTo>
                  <a:pt x="695" y="668"/>
                </a:lnTo>
                <a:lnTo>
                  <a:pt x="707" y="662"/>
                </a:lnTo>
                <a:lnTo>
                  <a:pt x="718" y="656"/>
                </a:lnTo>
                <a:lnTo>
                  <a:pt x="730" y="649"/>
                </a:lnTo>
                <a:lnTo>
                  <a:pt x="741" y="642"/>
                </a:lnTo>
                <a:lnTo>
                  <a:pt x="751" y="635"/>
                </a:lnTo>
                <a:lnTo>
                  <a:pt x="762" y="627"/>
                </a:lnTo>
                <a:lnTo>
                  <a:pt x="772" y="619"/>
                </a:lnTo>
                <a:lnTo>
                  <a:pt x="782" y="611"/>
                </a:lnTo>
                <a:lnTo>
                  <a:pt x="791" y="603"/>
                </a:lnTo>
                <a:lnTo>
                  <a:pt x="800" y="594"/>
                </a:lnTo>
                <a:lnTo>
                  <a:pt x="809" y="585"/>
                </a:lnTo>
                <a:lnTo>
                  <a:pt x="817" y="576"/>
                </a:lnTo>
                <a:lnTo>
                  <a:pt x="825" y="567"/>
                </a:lnTo>
                <a:lnTo>
                  <a:pt x="833" y="558"/>
                </a:lnTo>
                <a:lnTo>
                  <a:pt x="841" y="548"/>
                </a:lnTo>
                <a:lnTo>
                  <a:pt x="848" y="538"/>
                </a:lnTo>
                <a:lnTo>
                  <a:pt x="854" y="528"/>
                </a:lnTo>
                <a:lnTo>
                  <a:pt x="860" y="518"/>
                </a:lnTo>
                <a:lnTo>
                  <a:pt x="866" y="508"/>
                </a:lnTo>
                <a:lnTo>
                  <a:pt x="871" y="497"/>
                </a:lnTo>
                <a:lnTo>
                  <a:pt x="876" y="487"/>
                </a:lnTo>
                <a:lnTo>
                  <a:pt x="881" y="476"/>
                </a:lnTo>
                <a:lnTo>
                  <a:pt x="885" y="465"/>
                </a:lnTo>
                <a:lnTo>
                  <a:pt x="889" y="454"/>
                </a:lnTo>
                <a:lnTo>
                  <a:pt x="892" y="443"/>
                </a:lnTo>
                <a:lnTo>
                  <a:pt x="895" y="432"/>
                </a:lnTo>
                <a:lnTo>
                  <a:pt x="897" y="421"/>
                </a:lnTo>
                <a:lnTo>
                  <a:pt x="899" y="410"/>
                </a:lnTo>
                <a:lnTo>
                  <a:pt x="901" y="399"/>
                </a:lnTo>
                <a:lnTo>
                  <a:pt x="902" y="388"/>
                </a:lnTo>
                <a:lnTo>
                  <a:pt x="903" y="376"/>
                </a:lnTo>
                <a:lnTo>
                  <a:pt x="903" y="365"/>
                </a:lnTo>
                <a:moveTo>
                  <a:pt x="910" y="365"/>
                </a:moveTo>
                <a:lnTo>
                  <a:pt x="910" y="377"/>
                </a:lnTo>
                <a:lnTo>
                  <a:pt x="909" y="388"/>
                </a:lnTo>
                <a:lnTo>
                  <a:pt x="908" y="399"/>
                </a:lnTo>
                <a:lnTo>
                  <a:pt x="906" y="411"/>
                </a:lnTo>
                <a:lnTo>
                  <a:pt x="904" y="422"/>
                </a:lnTo>
                <a:lnTo>
                  <a:pt x="902" y="433"/>
                </a:lnTo>
                <a:lnTo>
                  <a:pt x="899" y="445"/>
                </a:lnTo>
                <a:lnTo>
                  <a:pt x="896" y="456"/>
                </a:lnTo>
                <a:lnTo>
                  <a:pt x="892" y="467"/>
                </a:lnTo>
                <a:lnTo>
                  <a:pt x="888" y="478"/>
                </a:lnTo>
                <a:lnTo>
                  <a:pt x="883" y="489"/>
                </a:lnTo>
                <a:lnTo>
                  <a:pt x="878" y="499"/>
                </a:lnTo>
                <a:lnTo>
                  <a:pt x="872" y="510"/>
                </a:lnTo>
                <a:lnTo>
                  <a:pt x="867" y="520"/>
                </a:lnTo>
                <a:lnTo>
                  <a:pt x="860" y="531"/>
                </a:lnTo>
                <a:lnTo>
                  <a:pt x="854" y="541"/>
                </a:lnTo>
                <a:lnTo>
                  <a:pt x="847" y="551"/>
                </a:lnTo>
                <a:lnTo>
                  <a:pt x="839" y="561"/>
                </a:lnTo>
                <a:lnTo>
                  <a:pt x="831" y="570"/>
                </a:lnTo>
                <a:lnTo>
                  <a:pt x="823" y="580"/>
                </a:lnTo>
                <a:lnTo>
                  <a:pt x="814" y="589"/>
                </a:lnTo>
                <a:lnTo>
                  <a:pt x="806" y="598"/>
                </a:lnTo>
                <a:lnTo>
                  <a:pt x="796" y="606"/>
                </a:lnTo>
                <a:lnTo>
                  <a:pt x="787" y="615"/>
                </a:lnTo>
                <a:lnTo>
                  <a:pt x="777" y="623"/>
                </a:lnTo>
                <a:lnTo>
                  <a:pt x="766" y="631"/>
                </a:lnTo>
                <a:lnTo>
                  <a:pt x="756" y="639"/>
                </a:lnTo>
                <a:lnTo>
                  <a:pt x="745" y="646"/>
                </a:lnTo>
                <a:lnTo>
                  <a:pt x="734" y="653"/>
                </a:lnTo>
                <a:lnTo>
                  <a:pt x="722" y="660"/>
                </a:lnTo>
                <a:lnTo>
                  <a:pt x="711" y="667"/>
                </a:lnTo>
                <a:lnTo>
                  <a:pt x="699" y="673"/>
                </a:lnTo>
                <a:lnTo>
                  <a:pt x="687" y="679"/>
                </a:lnTo>
                <a:lnTo>
                  <a:pt x="674" y="685"/>
                </a:lnTo>
                <a:lnTo>
                  <a:pt x="662" y="690"/>
                </a:lnTo>
                <a:lnTo>
                  <a:pt x="649" y="695"/>
                </a:lnTo>
                <a:lnTo>
                  <a:pt x="636" y="700"/>
                </a:lnTo>
                <a:lnTo>
                  <a:pt x="623" y="704"/>
                </a:lnTo>
                <a:lnTo>
                  <a:pt x="609" y="709"/>
                </a:lnTo>
                <a:lnTo>
                  <a:pt x="596" y="713"/>
                </a:lnTo>
                <a:lnTo>
                  <a:pt x="582" y="716"/>
                </a:lnTo>
                <a:lnTo>
                  <a:pt x="568" y="719"/>
                </a:lnTo>
                <a:lnTo>
                  <a:pt x="554" y="722"/>
                </a:lnTo>
                <a:lnTo>
                  <a:pt x="541" y="724"/>
                </a:lnTo>
                <a:lnTo>
                  <a:pt x="526" y="726"/>
                </a:lnTo>
                <a:lnTo>
                  <a:pt x="512" y="728"/>
                </a:lnTo>
                <a:lnTo>
                  <a:pt x="498" y="729"/>
                </a:lnTo>
                <a:lnTo>
                  <a:pt x="484" y="730"/>
                </a:lnTo>
                <a:lnTo>
                  <a:pt x="470" y="731"/>
                </a:lnTo>
                <a:lnTo>
                  <a:pt x="455" y="731"/>
                </a:lnTo>
                <a:lnTo>
                  <a:pt x="441" y="731"/>
                </a:lnTo>
                <a:lnTo>
                  <a:pt x="427" y="730"/>
                </a:lnTo>
                <a:lnTo>
                  <a:pt x="413" y="729"/>
                </a:lnTo>
                <a:lnTo>
                  <a:pt x="398" y="728"/>
                </a:lnTo>
                <a:lnTo>
                  <a:pt x="384" y="726"/>
                </a:lnTo>
                <a:lnTo>
                  <a:pt x="370" y="724"/>
                </a:lnTo>
                <a:lnTo>
                  <a:pt x="356" y="722"/>
                </a:lnTo>
                <a:lnTo>
                  <a:pt x="342" y="719"/>
                </a:lnTo>
                <a:lnTo>
                  <a:pt x="329" y="716"/>
                </a:lnTo>
                <a:lnTo>
                  <a:pt x="315" y="713"/>
                </a:lnTo>
                <a:lnTo>
                  <a:pt x="301" y="709"/>
                </a:lnTo>
                <a:lnTo>
                  <a:pt x="288" y="704"/>
                </a:lnTo>
                <a:lnTo>
                  <a:pt x="275" y="700"/>
                </a:lnTo>
                <a:lnTo>
                  <a:pt x="262" y="695"/>
                </a:lnTo>
                <a:lnTo>
                  <a:pt x="249" y="690"/>
                </a:lnTo>
                <a:lnTo>
                  <a:pt x="236" y="685"/>
                </a:lnTo>
                <a:lnTo>
                  <a:pt x="223" y="679"/>
                </a:lnTo>
                <a:lnTo>
                  <a:pt x="211" y="673"/>
                </a:lnTo>
                <a:lnTo>
                  <a:pt x="199" y="667"/>
                </a:lnTo>
                <a:lnTo>
                  <a:pt x="187" y="660"/>
                </a:lnTo>
                <a:lnTo>
                  <a:pt x="176" y="653"/>
                </a:lnTo>
                <a:lnTo>
                  <a:pt x="165" y="646"/>
                </a:lnTo>
                <a:lnTo>
                  <a:pt x="154" y="639"/>
                </a:lnTo>
                <a:lnTo>
                  <a:pt x="143" y="631"/>
                </a:lnTo>
                <a:lnTo>
                  <a:pt x="133" y="623"/>
                </a:lnTo>
                <a:lnTo>
                  <a:pt x="123" y="615"/>
                </a:lnTo>
                <a:lnTo>
                  <a:pt x="113" y="606"/>
                </a:lnTo>
                <a:lnTo>
                  <a:pt x="104" y="598"/>
                </a:lnTo>
                <a:lnTo>
                  <a:pt x="95" y="589"/>
                </a:lnTo>
                <a:lnTo>
                  <a:pt x="87" y="580"/>
                </a:lnTo>
                <a:lnTo>
                  <a:pt x="78" y="570"/>
                </a:lnTo>
                <a:lnTo>
                  <a:pt x="71" y="561"/>
                </a:lnTo>
                <a:lnTo>
                  <a:pt x="63" y="551"/>
                </a:lnTo>
                <a:lnTo>
                  <a:pt x="56" y="541"/>
                </a:lnTo>
                <a:lnTo>
                  <a:pt x="49" y="531"/>
                </a:lnTo>
                <a:lnTo>
                  <a:pt x="43" y="520"/>
                </a:lnTo>
                <a:lnTo>
                  <a:pt x="37" y="510"/>
                </a:lnTo>
                <a:lnTo>
                  <a:pt x="32" y="499"/>
                </a:lnTo>
                <a:lnTo>
                  <a:pt x="27" y="489"/>
                </a:lnTo>
                <a:lnTo>
                  <a:pt x="22" y="478"/>
                </a:lnTo>
                <a:lnTo>
                  <a:pt x="18" y="467"/>
                </a:lnTo>
                <a:lnTo>
                  <a:pt x="14" y="456"/>
                </a:lnTo>
                <a:lnTo>
                  <a:pt x="11" y="445"/>
                </a:lnTo>
                <a:lnTo>
                  <a:pt x="8" y="433"/>
                </a:lnTo>
                <a:lnTo>
                  <a:pt x="5" y="422"/>
                </a:lnTo>
                <a:lnTo>
                  <a:pt x="3" y="411"/>
                </a:lnTo>
                <a:lnTo>
                  <a:pt x="2" y="399"/>
                </a:lnTo>
                <a:lnTo>
                  <a:pt x="1" y="388"/>
                </a:lnTo>
                <a:lnTo>
                  <a:pt x="0" y="377"/>
                </a:lnTo>
                <a:lnTo>
                  <a:pt x="0" y="365"/>
                </a:lnTo>
                <a:lnTo>
                  <a:pt x="0" y="354"/>
                </a:lnTo>
                <a:lnTo>
                  <a:pt x="1" y="342"/>
                </a:lnTo>
                <a:lnTo>
                  <a:pt x="2" y="331"/>
                </a:lnTo>
                <a:lnTo>
                  <a:pt x="3" y="319"/>
                </a:lnTo>
                <a:lnTo>
                  <a:pt x="5" y="308"/>
                </a:lnTo>
                <a:lnTo>
                  <a:pt x="8" y="297"/>
                </a:lnTo>
                <a:lnTo>
                  <a:pt x="11" y="285"/>
                </a:lnTo>
                <a:lnTo>
                  <a:pt x="14" y="274"/>
                </a:lnTo>
                <a:lnTo>
                  <a:pt x="18" y="263"/>
                </a:lnTo>
                <a:lnTo>
                  <a:pt x="22" y="252"/>
                </a:lnTo>
                <a:lnTo>
                  <a:pt x="27" y="241"/>
                </a:lnTo>
                <a:lnTo>
                  <a:pt x="32" y="231"/>
                </a:lnTo>
                <a:lnTo>
                  <a:pt x="37" y="220"/>
                </a:lnTo>
                <a:lnTo>
                  <a:pt x="43" y="210"/>
                </a:lnTo>
                <a:lnTo>
                  <a:pt x="49" y="199"/>
                </a:lnTo>
                <a:lnTo>
                  <a:pt x="56" y="189"/>
                </a:lnTo>
                <a:lnTo>
                  <a:pt x="63" y="179"/>
                </a:lnTo>
                <a:lnTo>
                  <a:pt x="71" y="170"/>
                </a:lnTo>
                <a:lnTo>
                  <a:pt x="78" y="160"/>
                </a:lnTo>
                <a:lnTo>
                  <a:pt x="87" y="151"/>
                </a:lnTo>
                <a:lnTo>
                  <a:pt x="95" y="141"/>
                </a:lnTo>
                <a:lnTo>
                  <a:pt x="104" y="132"/>
                </a:lnTo>
                <a:lnTo>
                  <a:pt x="113" y="124"/>
                </a:lnTo>
                <a:lnTo>
                  <a:pt x="123" y="115"/>
                </a:lnTo>
                <a:lnTo>
                  <a:pt x="133" y="107"/>
                </a:lnTo>
                <a:lnTo>
                  <a:pt x="143" y="99"/>
                </a:lnTo>
                <a:lnTo>
                  <a:pt x="154" y="91"/>
                </a:lnTo>
                <a:lnTo>
                  <a:pt x="165" y="84"/>
                </a:lnTo>
                <a:lnTo>
                  <a:pt x="176" y="77"/>
                </a:lnTo>
                <a:lnTo>
                  <a:pt x="187" y="70"/>
                </a:lnTo>
                <a:lnTo>
                  <a:pt x="199" y="63"/>
                </a:lnTo>
                <a:lnTo>
                  <a:pt x="211" y="57"/>
                </a:lnTo>
                <a:lnTo>
                  <a:pt x="223" y="51"/>
                </a:lnTo>
                <a:lnTo>
                  <a:pt x="236" y="45"/>
                </a:lnTo>
                <a:lnTo>
                  <a:pt x="249" y="40"/>
                </a:lnTo>
                <a:lnTo>
                  <a:pt x="262" y="35"/>
                </a:lnTo>
                <a:lnTo>
                  <a:pt x="275" y="30"/>
                </a:lnTo>
                <a:lnTo>
                  <a:pt x="288" y="26"/>
                </a:lnTo>
                <a:lnTo>
                  <a:pt x="301" y="22"/>
                </a:lnTo>
                <a:lnTo>
                  <a:pt x="315" y="18"/>
                </a:lnTo>
                <a:lnTo>
                  <a:pt x="329" y="15"/>
                </a:lnTo>
                <a:lnTo>
                  <a:pt x="342" y="12"/>
                </a:lnTo>
                <a:lnTo>
                  <a:pt x="356" y="9"/>
                </a:lnTo>
                <a:lnTo>
                  <a:pt x="370" y="7"/>
                </a:lnTo>
                <a:lnTo>
                  <a:pt x="384" y="5"/>
                </a:lnTo>
                <a:lnTo>
                  <a:pt x="398" y="3"/>
                </a:lnTo>
                <a:lnTo>
                  <a:pt x="413" y="2"/>
                </a:lnTo>
                <a:lnTo>
                  <a:pt x="427" y="1"/>
                </a:lnTo>
                <a:lnTo>
                  <a:pt x="441" y="0"/>
                </a:lnTo>
                <a:lnTo>
                  <a:pt x="455" y="0"/>
                </a:lnTo>
                <a:lnTo>
                  <a:pt x="470" y="0"/>
                </a:lnTo>
                <a:lnTo>
                  <a:pt x="484" y="1"/>
                </a:lnTo>
                <a:lnTo>
                  <a:pt x="498" y="2"/>
                </a:lnTo>
                <a:lnTo>
                  <a:pt x="512" y="3"/>
                </a:lnTo>
                <a:lnTo>
                  <a:pt x="526" y="5"/>
                </a:lnTo>
                <a:lnTo>
                  <a:pt x="541" y="7"/>
                </a:lnTo>
                <a:lnTo>
                  <a:pt x="554" y="9"/>
                </a:lnTo>
                <a:lnTo>
                  <a:pt x="568" y="12"/>
                </a:lnTo>
                <a:lnTo>
                  <a:pt x="582" y="15"/>
                </a:lnTo>
                <a:lnTo>
                  <a:pt x="596" y="18"/>
                </a:lnTo>
                <a:lnTo>
                  <a:pt x="609" y="22"/>
                </a:lnTo>
                <a:lnTo>
                  <a:pt x="623" y="26"/>
                </a:lnTo>
                <a:lnTo>
                  <a:pt x="636" y="30"/>
                </a:lnTo>
                <a:lnTo>
                  <a:pt x="649" y="35"/>
                </a:lnTo>
                <a:lnTo>
                  <a:pt x="662" y="40"/>
                </a:lnTo>
                <a:lnTo>
                  <a:pt x="674" y="45"/>
                </a:lnTo>
                <a:lnTo>
                  <a:pt x="687" y="51"/>
                </a:lnTo>
                <a:lnTo>
                  <a:pt x="699" y="57"/>
                </a:lnTo>
                <a:lnTo>
                  <a:pt x="711" y="63"/>
                </a:lnTo>
                <a:lnTo>
                  <a:pt x="722" y="70"/>
                </a:lnTo>
                <a:lnTo>
                  <a:pt x="734" y="77"/>
                </a:lnTo>
                <a:lnTo>
                  <a:pt x="745" y="84"/>
                </a:lnTo>
                <a:lnTo>
                  <a:pt x="756" y="91"/>
                </a:lnTo>
                <a:lnTo>
                  <a:pt x="766" y="99"/>
                </a:lnTo>
                <a:lnTo>
                  <a:pt x="777" y="107"/>
                </a:lnTo>
                <a:lnTo>
                  <a:pt x="787" y="115"/>
                </a:lnTo>
                <a:lnTo>
                  <a:pt x="796" y="124"/>
                </a:lnTo>
                <a:lnTo>
                  <a:pt x="806" y="132"/>
                </a:lnTo>
                <a:lnTo>
                  <a:pt x="814" y="141"/>
                </a:lnTo>
                <a:lnTo>
                  <a:pt x="823" y="151"/>
                </a:lnTo>
                <a:lnTo>
                  <a:pt x="831" y="160"/>
                </a:lnTo>
                <a:lnTo>
                  <a:pt x="839" y="170"/>
                </a:lnTo>
                <a:lnTo>
                  <a:pt x="847" y="179"/>
                </a:lnTo>
                <a:lnTo>
                  <a:pt x="854" y="189"/>
                </a:lnTo>
                <a:lnTo>
                  <a:pt x="860" y="199"/>
                </a:lnTo>
                <a:lnTo>
                  <a:pt x="867" y="210"/>
                </a:lnTo>
                <a:lnTo>
                  <a:pt x="872" y="220"/>
                </a:lnTo>
                <a:lnTo>
                  <a:pt x="878" y="231"/>
                </a:lnTo>
                <a:lnTo>
                  <a:pt x="883" y="241"/>
                </a:lnTo>
                <a:lnTo>
                  <a:pt x="888" y="252"/>
                </a:lnTo>
                <a:lnTo>
                  <a:pt x="892" y="263"/>
                </a:lnTo>
                <a:lnTo>
                  <a:pt x="896" y="274"/>
                </a:lnTo>
                <a:lnTo>
                  <a:pt x="899" y="285"/>
                </a:lnTo>
                <a:lnTo>
                  <a:pt x="902" y="297"/>
                </a:lnTo>
                <a:lnTo>
                  <a:pt x="904" y="308"/>
                </a:lnTo>
                <a:lnTo>
                  <a:pt x="906" y="319"/>
                </a:lnTo>
                <a:lnTo>
                  <a:pt x="908" y="331"/>
                </a:lnTo>
                <a:lnTo>
                  <a:pt x="909" y="342"/>
                </a:lnTo>
                <a:lnTo>
                  <a:pt x="910" y="354"/>
                </a:lnTo>
                <a:lnTo>
                  <a:pt x="910" y="365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6" name=""/>
          <p:cNvSpPr/>
          <p:nvPr/>
        </p:nvSpPr>
        <p:spPr>
          <a:xfrm>
            <a:off x="2690280" y="1709280"/>
            <a:ext cx="339120" cy="272520"/>
          </a:xfrm>
          <a:custGeom>
            <a:avLst/>
            <a:gdLst/>
            <a:ahLst/>
            <a:rect l="0" t="0" r="r" b="b"/>
            <a:pathLst>
              <a:path w="942" h="757">
                <a:moveTo>
                  <a:pt x="926" y="379"/>
                </a:moveTo>
                <a:lnTo>
                  <a:pt x="926" y="368"/>
                </a:lnTo>
                <a:lnTo>
                  <a:pt x="925" y="356"/>
                </a:lnTo>
                <a:lnTo>
                  <a:pt x="924" y="345"/>
                </a:lnTo>
                <a:lnTo>
                  <a:pt x="922" y="333"/>
                </a:lnTo>
                <a:lnTo>
                  <a:pt x="920" y="322"/>
                </a:lnTo>
                <a:lnTo>
                  <a:pt x="918" y="311"/>
                </a:lnTo>
                <a:lnTo>
                  <a:pt x="915" y="299"/>
                </a:lnTo>
                <a:lnTo>
                  <a:pt x="912" y="288"/>
                </a:lnTo>
                <a:lnTo>
                  <a:pt x="908" y="277"/>
                </a:lnTo>
                <a:lnTo>
                  <a:pt x="904" y="266"/>
                </a:lnTo>
                <a:lnTo>
                  <a:pt x="899" y="255"/>
                </a:lnTo>
                <a:lnTo>
                  <a:pt x="894" y="245"/>
                </a:lnTo>
                <a:lnTo>
                  <a:pt x="888" y="234"/>
                </a:lnTo>
                <a:lnTo>
                  <a:pt x="883" y="224"/>
                </a:lnTo>
                <a:lnTo>
                  <a:pt x="876" y="213"/>
                </a:lnTo>
                <a:lnTo>
                  <a:pt x="870" y="203"/>
                </a:lnTo>
                <a:lnTo>
                  <a:pt x="863" y="193"/>
                </a:lnTo>
                <a:lnTo>
                  <a:pt x="855" y="184"/>
                </a:lnTo>
                <a:lnTo>
                  <a:pt x="847" y="174"/>
                </a:lnTo>
                <a:lnTo>
                  <a:pt x="839" y="165"/>
                </a:lnTo>
                <a:lnTo>
                  <a:pt x="830" y="154"/>
                </a:lnTo>
                <a:lnTo>
                  <a:pt x="822" y="145"/>
                </a:lnTo>
                <a:lnTo>
                  <a:pt x="812" y="137"/>
                </a:lnTo>
                <a:lnTo>
                  <a:pt x="803" y="128"/>
                </a:lnTo>
                <a:lnTo>
                  <a:pt x="793" y="120"/>
                </a:lnTo>
                <a:lnTo>
                  <a:pt x="782" y="112"/>
                </a:lnTo>
                <a:lnTo>
                  <a:pt x="772" y="104"/>
                </a:lnTo>
                <a:lnTo>
                  <a:pt x="761" y="97"/>
                </a:lnTo>
                <a:lnTo>
                  <a:pt x="750" y="90"/>
                </a:lnTo>
                <a:lnTo>
                  <a:pt x="738" y="83"/>
                </a:lnTo>
                <a:lnTo>
                  <a:pt x="727" y="76"/>
                </a:lnTo>
                <a:lnTo>
                  <a:pt x="715" y="70"/>
                </a:lnTo>
                <a:lnTo>
                  <a:pt x="703" y="64"/>
                </a:lnTo>
                <a:lnTo>
                  <a:pt x="690" y="58"/>
                </a:lnTo>
                <a:lnTo>
                  <a:pt x="678" y="53"/>
                </a:lnTo>
                <a:lnTo>
                  <a:pt x="665" y="48"/>
                </a:lnTo>
                <a:lnTo>
                  <a:pt x="652" y="43"/>
                </a:lnTo>
                <a:lnTo>
                  <a:pt x="639" y="39"/>
                </a:lnTo>
                <a:lnTo>
                  <a:pt x="625" y="35"/>
                </a:lnTo>
                <a:lnTo>
                  <a:pt x="612" y="31"/>
                </a:lnTo>
                <a:lnTo>
                  <a:pt x="598" y="28"/>
                </a:lnTo>
                <a:lnTo>
                  <a:pt x="584" y="25"/>
                </a:lnTo>
                <a:lnTo>
                  <a:pt x="570" y="22"/>
                </a:lnTo>
                <a:lnTo>
                  <a:pt x="557" y="20"/>
                </a:lnTo>
                <a:lnTo>
                  <a:pt x="542" y="18"/>
                </a:lnTo>
                <a:lnTo>
                  <a:pt x="528" y="16"/>
                </a:lnTo>
                <a:lnTo>
                  <a:pt x="513" y="15"/>
                </a:lnTo>
                <a:lnTo>
                  <a:pt x="499" y="14"/>
                </a:lnTo>
                <a:lnTo>
                  <a:pt x="485" y="13"/>
                </a:lnTo>
                <a:lnTo>
                  <a:pt x="470" y="13"/>
                </a:lnTo>
                <a:lnTo>
                  <a:pt x="456" y="13"/>
                </a:lnTo>
                <a:lnTo>
                  <a:pt x="442" y="14"/>
                </a:lnTo>
                <a:lnTo>
                  <a:pt x="428" y="15"/>
                </a:lnTo>
                <a:lnTo>
                  <a:pt x="413" y="16"/>
                </a:lnTo>
                <a:lnTo>
                  <a:pt x="399" y="18"/>
                </a:lnTo>
                <a:lnTo>
                  <a:pt x="385" y="20"/>
                </a:lnTo>
                <a:lnTo>
                  <a:pt x="371" y="22"/>
                </a:lnTo>
                <a:lnTo>
                  <a:pt x="357" y="25"/>
                </a:lnTo>
                <a:lnTo>
                  <a:pt x="344" y="28"/>
                </a:lnTo>
                <a:lnTo>
                  <a:pt x="330" y="31"/>
                </a:lnTo>
                <a:lnTo>
                  <a:pt x="316" y="35"/>
                </a:lnTo>
                <a:lnTo>
                  <a:pt x="303" y="39"/>
                </a:lnTo>
                <a:lnTo>
                  <a:pt x="290" y="43"/>
                </a:lnTo>
                <a:lnTo>
                  <a:pt x="277" y="48"/>
                </a:lnTo>
                <a:lnTo>
                  <a:pt x="264" y="53"/>
                </a:lnTo>
                <a:lnTo>
                  <a:pt x="251" y="58"/>
                </a:lnTo>
                <a:lnTo>
                  <a:pt x="239" y="64"/>
                </a:lnTo>
                <a:lnTo>
                  <a:pt x="227" y="70"/>
                </a:lnTo>
                <a:lnTo>
                  <a:pt x="215" y="76"/>
                </a:lnTo>
                <a:lnTo>
                  <a:pt x="203" y="83"/>
                </a:lnTo>
                <a:lnTo>
                  <a:pt x="192" y="90"/>
                </a:lnTo>
                <a:lnTo>
                  <a:pt x="181" y="97"/>
                </a:lnTo>
                <a:lnTo>
                  <a:pt x="170" y="104"/>
                </a:lnTo>
                <a:lnTo>
                  <a:pt x="159" y="112"/>
                </a:lnTo>
                <a:lnTo>
                  <a:pt x="149" y="120"/>
                </a:lnTo>
                <a:lnTo>
                  <a:pt x="139" y="128"/>
                </a:lnTo>
                <a:lnTo>
                  <a:pt x="129" y="137"/>
                </a:lnTo>
                <a:lnTo>
                  <a:pt x="120" y="145"/>
                </a:lnTo>
                <a:lnTo>
                  <a:pt x="111" y="154"/>
                </a:lnTo>
                <a:lnTo>
                  <a:pt x="103" y="165"/>
                </a:lnTo>
                <a:lnTo>
                  <a:pt x="94" y="174"/>
                </a:lnTo>
                <a:lnTo>
                  <a:pt x="87" y="184"/>
                </a:lnTo>
                <a:lnTo>
                  <a:pt x="79" y="193"/>
                </a:lnTo>
                <a:lnTo>
                  <a:pt x="72" y="203"/>
                </a:lnTo>
                <a:lnTo>
                  <a:pt x="65" y="213"/>
                </a:lnTo>
                <a:lnTo>
                  <a:pt x="59" y="224"/>
                </a:lnTo>
                <a:lnTo>
                  <a:pt x="53" y="234"/>
                </a:lnTo>
                <a:lnTo>
                  <a:pt x="48" y="245"/>
                </a:lnTo>
                <a:lnTo>
                  <a:pt x="43" y="255"/>
                </a:lnTo>
                <a:lnTo>
                  <a:pt x="38" y="266"/>
                </a:lnTo>
                <a:lnTo>
                  <a:pt x="34" y="277"/>
                </a:lnTo>
                <a:lnTo>
                  <a:pt x="30" y="288"/>
                </a:lnTo>
                <a:lnTo>
                  <a:pt x="27" y="299"/>
                </a:lnTo>
                <a:lnTo>
                  <a:pt x="24" y="311"/>
                </a:lnTo>
                <a:lnTo>
                  <a:pt x="21" y="322"/>
                </a:lnTo>
                <a:lnTo>
                  <a:pt x="19" y="333"/>
                </a:lnTo>
                <a:lnTo>
                  <a:pt x="18" y="345"/>
                </a:lnTo>
                <a:lnTo>
                  <a:pt x="17" y="356"/>
                </a:lnTo>
                <a:lnTo>
                  <a:pt x="16" y="368"/>
                </a:lnTo>
                <a:lnTo>
                  <a:pt x="16" y="379"/>
                </a:lnTo>
                <a:lnTo>
                  <a:pt x="16" y="391"/>
                </a:lnTo>
                <a:lnTo>
                  <a:pt x="17" y="402"/>
                </a:lnTo>
                <a:lnTo>
                  <a:pt x="18" y="413"/>
                </a:lnTo>
                <a:lnTo>
                  <a:pt x="19" y="425"/>
                </a:lnTo>
                <a:lnTo>
                  <a:pt x="21" y="436"/>
                </a:lnTo>
                <a:lnTo>
                  <a:pt x="24" y="447"/>
                </a:lnTo>
                <a:lnTo>
                  <a:pt x="27" y="459"/>
                </a:lnTo>
                <a:lnTo>
                  <a:pt x="30" y="470"/>
                </a:lnTo>
                <a:lnTo>
                  <a:pt x="34" y="481"/>
                </a:lnTo>
                <a:lnTo>
                  <a:pt x="38" y="492"/>
                </a:lnTo>
                <a:lnTo>
                  <a:pt x="43" y="503"/>
                </a:lnTo>
                <a:lnTo>
                  <a:pt x="48" y="513"/>
                </a:lnTo>
                <a:lnTo>
                  <a:pt x="53" y="524"/>
                </a:lnTo>
                <a:lnTo>
                  <a:pt x="59" y="534"/>
                </a:lnTo>
                <a:lnTo>
                  <a:pt x="65" y="545"/>
                </a:lnTo>
                <a:lnTo>
                  <a:pt x="72" y="555"/>
                </a:lnTo>
                <a:lnTo>
                  <a:pt x="79" y="565"/>
                </a:lnTo>
                <a:lnTo>
                  <a:pt x="87" y="575"/>
                </a:lnTo>
                <a:lnTo>
                  <a:pt x="94" y="584"/>
                </a:lnTo>
                <a:lnTo>
                  <a:pt x="103" y="594"/>
                </a:lnTo>
                <a:lnTo>
                  <a:pt x="111" y="603"/>
                </a:lnTo>
                <a:lnTo>
                  <a:pt x="120" y="612"/>
                </a:lnTo>
                <a:lnTo>
                  <a:pt x="129" y="620"/>
                </a:lnTo>
                <a:lnTo>
                  <a:pt x="139" y="629"/>
                </a:lnTo>
                <a:lnTo>
                  <a:pt x="149" y="637"/>
                </a:lnTo>
                <a:lnTo>
                  <a:pt x="159" y="645"/>
                </a:lnTo>
                <a:lnTo>
                  <a:pt x="170" y="653"/>
                </a:lnTo>
                <a:lnTo>
                  <a:pt x="181" y="660"/>
                </a:lnTo>
                <a:lnTo>
                  <a:pt x="192" y="667"/>
                </a:lnTo>
                <a:lnTo>
                  <a:pt x="203" y="674"/>
                </a:lnTo>
                <a:lnTo>
                  <a:pt x="215" y="681"/>
                </a:lnTo>
                <a:lnTo>
                  <a:pt x="227" y="687"/>
                </a:lnTo>
                <a:lnTo>
                  <a:pt x="239" y="693"/>
                </a:lnTo>
                <a:lnTo>
                  <a:pt x="251" y="699"/>
                </a:lnTo>
                <a:lnTo>
                  <a:pt x="264" y="704"/>
                </a:lnTo>
                <a:lnTo>
                  <a:pt x="277" y="709"/>
                </a:lnTo>
                <a:lnTo>
                  <a:pt x="290" y="714"/>
                </a:lnTo>
                <a:lnTo>
                  <a:pt x="303" y="718"/>
                </a:lnTo>
                <a:lnTo>
                  <a:pt x="316" y="722"/>
                </a:lnTo>
                <a:lnTo>
                  <a:pt x="330" y="726"/>
                </a:lnTo>
                <a:lnTo>
                  <a:pt x="344" y="729"/>
                </a:lnTo>
                <a:lnTo>
                  <a:pt x="357" y="732"/>
                </a:lnTo>
                <a:lnTo>
                  <a:pt x="371" y="735"/>
                </a:lnTo>
                <a:lnTo>
                  <a:pt x="385" y="737"/>
                </a:lnTo>
                <a:lnTo>
                  <a:pt x="399" y="739"/>
                </a:lnTo>
                <a:lnTo>
                  <a:pt x="413" y="741"/>
                </a:lnTo>
                <a:lnTo>
                  <a:pt x="428" y="742"/>
                </a:lnTo>
                <a:lnTo>
                  <a:pt x="442" y="743"/>
                </a:lnTo>
                <a:lnTo>
                  <a:pt x="456" y="744"/>
                </a:lnTo>
                <a:lnTo>
                  <a:pt x="470" y="744"/>
                </a:lnTo>
                <a:lnTo>
                  <a:pt x="485" y="744"/>
                </a:lnTo>
                <a:lnTo>
                  <a:pt x="499" y="743"/>
                </a:lnTo>
                <a:lnTo>
                  <a:pt x="513" y="742"/>
                </a:lnTo>
                <a:lnTo>
                  <a:pt x="528" y="741"/>
                </a:lnTo>
                <a:lnTo>
                  <a:pt x="542" y="739"/>
                </a:lnTo>
                <a:lnTo>
                  <a:pt x="557" y="737"/>
                </a:lnTo>
                <a:lnTo>
                  <a:pt x="570" y="735"/>
                </a:lnTo>
                <a:lnTo>
                  <a:pt x="584" y="732"/>
                </a:lnTo>
                <a:lnTo>
                  <a:pt x="598" y="729"/>
                </a:lnTo>
                <a:lnTo>
                  <a:pt x="612" y="726"/>
                </a:lnTo>
                <a:lnTo>
                  <a:pt x="625" y="722"/>
                </a:lnTo>
                <a:lnTo>
                  <a:pt x="639" y="718"/>
                </a:lnTo>
                <a:lnTo>
                  <a:pt x="652" y="714"/>
                </a:lnTo>
                <a:lnTo>
                  <a:pt x="665" y="709"/>
                </a:lnTo>
                <a:lnTo>
                  <a:pt x="678" y="704"/>
                </a:lnTo>
                <a:lnTo>
                  <a:pt x="690" y="699"/>
                </a:lnTo>
                <a:lnTo>
                  <a:pt x="703" y="693"/>
                </a:lnTo>
                <a:lnTo>
                  <a:pt x="715" y="687"/>
                </a:lnTo>
                <a:lnTo>
                  <a:pt x="727" y="681"/>
                </a:lnTo>
                <a:lnTo>
                  <a:pt x="738" y="674"/>
                </a:lnTo>
                <a:lnTo>
                  <a:pt x="750" y="667"/>
                </a:lnTo>
                <a:lnTo>
                  <a:pt x="761" y="660"/>
                </a:lnTo>
                <a:lnTo>
                  <a:pt x="772" y="653"/>
                </a:lnTo>
                <a:lnTo>
                  <a:pt x="782" y="645"/>
                </a:lnTo>
                <a:lnTo>
                  <a:pt x="793" y="637"/>
                </a:lnTo>
                <a:lnTo>
                  <a:pt x="803" y="629"/>
                </a:lnTo>
                <a:lnTo>
                  <a:pt x="812" y="620"/>
                </a:lnTo>
                <a:lnTo>
                  <a:pt x="822" y="612"/>
                </a:lnTo>
                <a:lnTo>
                  <a:pt x="830" y="603"/>
                </a:lnTo>
                <a:lnTo>
                  <a:pt x="839" y="594"/>
                </a:lnTo>
                <a:lnTo>
                  <a:pt x="847" y="584"/>
                </a:lnTo>
                <a:lnTo>
                  <a:pt x="855" y="575"/>
                </a:lnTo>
                <a:lnTo>
                  <a:pt x="863" y="565"/>
                </a:lnTo>
                <a:lnTo>
                  <a:pt x="870" y="555"/>
                </a:lnTo>
                <a:lnTo>
                  <a:pt x="876" y="545"/>
                </a:lnTo>
                <a:lnTo>
                  <a:pt x="883" y="534"/>
                </a:lnTo>
                <a:lnTo>
                  <a:pt x="888" y="524"/>
                </a:lnTo>
                <a:lnTo>
                  <a:pt x="894" y="513"/>
                </a:lnTo>
                <a:lnTo>
                  <a:pt x="899" y="503"/>
                </a:lnTo>
                <a:lnTo>
                  <a:pt x="904" y="492"/>
                </a:lnTo>
                <a:lnTo>
                  <a:pt x="908" y="481"/>
                </a:lnTo>
                <a:lnTo>
                  <a:pt x="912" y="470"/>
                </a:lnTo>
                <a:lnTo>
                  <a:pt x="915" y="459"/>
                </a:lnTo>
                <a:lnTo>
                  <a:pt x="918" y="447"/>
                </a:lnTo>
                <a:lnTo>
                  <a:pt x="920" y="436"/>
                </a:lnTo>
                <a:lnTo>
                  <a:pt x="922" y="425"/>
                </a:lnTo>
                <a:lnTo>
                  <a:pt x="924" y="413"/>
                </a:lnTo>
                <a:lnTo>
                  <a:pt x="925" y="402"/>
                </a:lnTo>
                <a:lnTo>
                  <a:pt x="926" y="391"/>
                </a:lnTo>
                <a:lnTo>
                  <a:pt x="926" y="379"/>
                </a:lnTo>
                <a:moveTo>
                  <a:pt x="942" y="379"/>
                </a:moveTo>
                <a:lnTo>
                  <a:pt x="942" y="391"/>
                </a:lnTo>
                <a:lnTo>
                  <a:pt x="941" y="403"/>
                </a:lnTo>
                <a:lnTo>
                  <a:pt x="940" y="415"/>
                </a:lnTo>
                <a:lnTo>
                  <a:pt x="938" y="426"/>
                </a:lnTo>
                <a:lnTo>
                  <a:pt x="936" y="438"/>
                </a:lnTo>
                <a:lnTo>
                  <a:pt x="934" y="450"/>
                </a:lnTo>
                <a:lnTo>
                  <a:pt x="931" y="461"/>
                </a:lnTo>
                <a:lnTo>
                  <a:pt x="927" y="473"/>
                </a:lnTo>
                <a:lnTo>
                  <a:pt x="923" y="484"/>
                </a:lnTo>
                <a:lnTo>
                  <a:pt x="919" y="496"/>
                </a:lnTo>
                <a:lnTo>
                  <a:pt x="914" y="507"/>
                </a:lnTo>
                <a:lnTo>
                  <a:pt x="909" y="518"/>
                </a:lnTo>
                <a:lnTo>
                  <a:pt x="903" y="529"/>
                </a:lnTo>
                <a:lnTo>
                  <a:pt x="897" y="540"/>
                </a:lnTo>
                <a:lnTo>
                  <a:pt x="891" y="551"/>
                </a:lnTo>
                <a:lnTo>
                  <a:pt x="884" y="561"/>
                </a:lnTo>
                <a:lnTo>
                  <a:pt x="876" y="571"/>
                </a:lnTo>
                <a:lnTo>
                  <a:pt x="869" y="582"/>
                </a:lnTo>
                <a:lnTo>
                  <a:pt x="861" y="591"/>
                </a:lnTo>
                <a:lnTo>
                  <a:pt x="852" y="601"/>
                </a:lnTo>
                <a:lnTo>
                  <a:pt x="843" y="611"/>
                </a:lnTo>
                <a:lnTo>
                  <a:pt x="834" y="620"/>
                </a:lnTo>
                <a:lnTo>
                  <a:pt x="824" y="629"/>
                </a:lnTo>
                <a:lnTo>
                  <a:pt x="814" y="638"/>
                </a:lnTo>
                <a:lnTo>
                  <a:pt x="804" y="646"/>
                </a:lnTo>
                <a:lnTo>
                  <a:pt x="793" y="654"/>
                </a:lnTo>
                <a:lnTo>
                  <a:pt x="783" y="662"/>
                </a:lnTo>
                <a:lnTo>
                  <a:pt x="771" y="670"/>
                </a:lnTo>
                <a:lnTo>
                  <a:pt x="760" y="678"/>
                </a:lnTo>
                <a:lnTo>
                  <a:pt x="748" y="685"/>
                </a:lnTo>
                <a:lnTo>
                  <a:pt x="736" y="692"/>
                </a:lnTo>
                <a:lnTo>
                  <a:pt x="724" y="698"/>
                </a:lnTo>
                <a:lnTo>
                  <a:pt x="711" y="704"/>
                </a:lnTo>
                <a:lnTo>
                  <a:pt x="698" y="710"/>
                </a:lnTo>
                <a:lnTo>
                  <a:pt x="685" y="716"/>
                </a:lnTo>
                <a:lnTo>
                  <a:pt x="672" y="721"/>
                </a:lnTo>
                <a:lnTo>
                  <a:pt x="658" y="726"/>
                </a:lnTo>
                <a:lnTo>
                  <a:pt x="645" y="730"/>
                </a:lnTo>
                <a:lnTo>
                  <a:pt x="631" y="735"/>
                </a:lnTo>
                <a:lnTo>
                  <a:pt x="617" y="738"/>
                </a:lnTo>
                <a:lnTo>
                  <a:pt x="603" y="742"/>
                </a:lnTo>
                <a:lnTo>
                  <a:pt x="588" y="745"/>
                </a:lnTo>
                <a:lnTo>
                  <a:pt x="574" y="748"/>
                </a:lnTo>
                <a:lnTo>
                  <a:pt x="560" y="750"/>
                </a:lnTo>
                <a:lnTo>
                  <a:pt x="545" y="752"/>
                </a:lnTo>
                <a:lnTo>
                  <a:pt x="530" y="754"/>
                </a:lnTo>
                <a:lnTo>
                  <a:pt x="515" y="755"/>
                </a:lnTo>
                <a:lnTo>
                  <a:pt x="500" y="756"/>
                </a:lnTo>
                <a:lnTo>
                  <a:pt x="485" y="757"/>
                </a:lnTo>
                <a:lnTo>
                  <a:pt x="470" y="757"/>
                </a:lnTo>
                <a:lnTo>
                  <a:pt x="456" y="757"/>
                </a:lnTo>
                <a:lnTo>
                  <a:pt x="441" y="756"/>
                </a:lnTo>
                <a:lnTo>
                  <a:pt x="426" y="755"/>
                </a:lnTo>
                <a:lnTo>
                  <a:pt x="411" y="754"/>
                </a:lnTo>
                <a:lnTo>
                  <a:pt x="397" y="752"/>
                </a:lnTo>
                <a:lnTo>
                  <a:pt x="382" y="750"/>
                </a:lnTo>
                <a:lnTo>
                  <a:pt x="368" y="748"/>
                </a:lnTo>
                <a:lnTo>
                  <a:pt x="353" y="745"/>
                </a:lnTo>
                <a:lnTo>
                  <a:pt x="339" y="742"/>
                </a:lnTo>
                <a:lnTo>
                  <a:pt x="325" y="738"/>
                </a:lnTo>
                <a:lnTo>
                  <a:pt x="311" y="735"/>
                </a:lnTo>
                <a:lnTo>
                  <a:pt x="297" y="730"/>
                </a:lnTo>
                <a:lnTo>
                  <a:pt x="283" y="726"/>
                </a:lnTo>
                <a:lnTo>
                  <a:pt x="270" y="721"/>
                </a:lnTo>
                <a:lnTo>
                  <a:pt x="257" y="716"/>
                </a:lnTo>
                <a:lnTo>
                  <a:pt x="244" y="710"/>
                </a:lnTo>
                <a:lnTo>
                  <a:pt x="231" y="704"/>
                </a:lnTo>
                <a:lnTo>
                  <a:pt x="218" y="698"/>
                </a:lnTo>
                <a:lnTo>
                  <a:pt x="206" y="692"/>
                </a:lnTo>
                <a:lnTo>
                  <a:pt x="194" y="685"/>
                </a:lnTo>
                <a:lnTo>
                  <a:pt x="182" y="678"/>
                </a:lnTo>
                <a:lnTo>
                  <a:pt x="170" y="670"/>
                </a:lnTo>
                <a:lnTo>
                  <a:pt x="159" y="662"/>
                </a:lnTo>
                <a:lnTo>
                  <a:pt x="148" y="654"/>
                </a:lnTo>
                <a:lnTo>
                  <a:pt x="138" y="646"/>
                </a:lnTo>
                <a:lnTo>
                  <a:pt x="127" y="638"/>
                </a:lnTo>
                <a:lnTo>
                  <a:pt x="117" y="629"/>
                </a:lnTo>
                <a:lnTo>
                  <a:pt x="108" y="620"/>
                </a:lnTo>
                <a:lnTo>
                  <a:pt x="99" y="611"/>
                </a:lnTo>
                <a:lnTo>
                  <a:pt x="90" y="601"/>
                </a:lnTo>
                <a:lnTo>
                  <a:pt x="81" y="591"/>
                </a:lnTo>
                <a:lnTo>
                  <a:pt x="73" y="582"/>
                </a:lnTo>
                <a:lnTo>
                  <a:pt x="65" y="571"/>
                </a:lnTo>
                <a:lnTo>
                  <a:pt x="58" y="561"/>
                </a:lnTo>
                <a:lnTo>
                  <a:pt x="51" y="551"/>
                </a:lnTo>
                <a:lnTo>
                  <a:pt x="45" y="540"/>
                </a:lnTo>
                <a:lnTo>
                  <a:pt x="38" y="529"/>
                </a:lnTo>
                <a:lnTo>
                  <a:pt x="33" y="518"/>
                </a:lnTo>
                <a:lnTo>
                  <a:pt x="28" y="507"/>
                </a:lnTo>
                <a:lnTo>
                  <a:pt x="23" y="496"/>
                </a:lnTo>
                <a:lnTo>
                  <a:pt x="18" y="484"/>
                </a:lnTo>
                <a:lnTo>
                  <a:pt x="15" y="473"/>
                </a:lnTo>
                <a:lnTo>
                  <a:pt x="11" y="461"/>
                </a:lnTo>
                <a:lnTo>
                  <a:pt x="8" y="450"/>
                </a:lnTo>
                <a:lnTo>
                  <a:pt x="6" y="438"/>
                </a:lnTo>
                <a:lnTo>
                  <a:pt x="3" y="426"/>
                </a:lnTo>
                <a:lnTo>
                  <a:pt x="2" y="415"/>
                </a:lnTo>
                <a:lnTo>
                  <a:pt x="1" y="403"/>
                </a:lnTo>
                <a:lnTo>
                  <a:pt x="0" y="391"/>
                </a:lnTo>
                <a:lnTo>
                  <a:pt x="0" y="379"/>
                </a:lnTo>
                <a:lnTo>
                  <a:pt x="0" y="367"/>
                </a:lnTo>
                <a:lnTo>
                  <a:pt x="1" y="355"/>
                </a:lnTo>
                <a:lnTo>
                  <a:pt x="2" y="344"/>
                </a:lnTo>
                <a:lnTo>
                  <a:pt x="3" y="332"/>
                </a:lnTo>
                <a:lnTo>
                  <a:pt x="6" y="320"/>
                </a:lnTo>
                <a:lnTo>
                  <a:pt x="8" y="308"/>
                </a:lnTo>
                <a:lnTo>
                  <a:pt x="11" y="297"/>
                </a:lnTo>
                <a:lnTo>
                  <a:pt x="15" y="285"/>
                </a:lnTo>
                <a:lnTo>
                  <a:pt x="18" y="274"/>
                </a:lnTo>
                <a:lnTo>
                  <a:pt x="23" y="262"/>
                </a:lnTo>
                <a:lnTo>
                  <a:pt x="28" y="251"/>
                </a:lnTo>
                <a:lnTo>
                  <a:pt x="33" y="240"/>
                </a:lnTo>
                <a:lnTo>
                  <a:pt x="38" y="229"/>
                </a:lnTo>
                <a:lnTo>
                  <a:pt x="45" y="218"/>
                </a:lnTo>
                <a:lnTo>
                  <a:pt x="51" y="208"/>
                </a:lnTo>
                <a:lnTo>
                  <a:pt x="58" y="197"/>
                </a:lnTo>
                <a:lnTo>
                  <a:pt x="65" y="187"/>
                </a:lnTo>
                <a:lnTo>
                  <a:pt x="73" y="177"/>
                </a:lnTo>
                <a:lnTo>
                  <a:pt x="81" y="167"/>
                </a:lnTo>
                <a:lnTo>
                  <a:pt x="90" y="156"/>
                </a:lnTo>
                <a:lnTo>
                  <a:pt x="99" y="146"/>
                </a:lnTo>
                <a:lnTo>
                  <a:pt x="108" y="137"/>
                </a:lnTo>
                <a:lnTo>
                  <a:pt x="117" y="128"/>
                </a:lnTo>
                <a:lnTo>
                  <a:pt x="127" y="119"/>
                </a:lnTo>
                <a:lnTo>
                  <a:pt x="138" y="111"/>
                </a:lnTo>
                <a:lnTo>
                  <a:pt x="148" y="103"/>
                </a:lnTo>
                <a:lnTo>
                  <a:pt x="159" y="95"/>
                </a:lnTo>
                <a:lnTo>
                  <a:pt x="170" y="87"/>
                </a:lnTo>
                <a:lnTo>
                  <a:pt x="182" y="80"/>
                </a:lnTo>
                <a:lnTo>
                  <a:pt x="194" y="72"/>
                </a:lnTo>
                <a:lnTo>
                  <a:pt x="206" y="66"/>
                </a:lnTo>
                <a:lnTo>
                  <a:pt x="218" y="59"/>
                </a:lnTo>
                <a:lnTo>
                  <a:pt x="231" y="53"/>
                </a:lnTo>
                <a:lnTo>
                  <a:pt x="244" y="47"/>
                </a:lnTo>
                <a:lnTo>
                  <a:pt x="257" y="41"/>
                </a:lnTo>
                <a:lnTo>
                  <a:pt x="270" y="36"/>
                </a:lnTo>
                <a:lnTo>
                  <a:pt x="283" y="31"/>
                </a:lnTo>
                <a:lnTo>
                  <a:pt x="297" y="27"/>
                </a:lnTo>
                <a:lnTo>
                  <a:pt x="311" y="23"/>
                </a:lnTo>
                <a:lnTo>
                  <a:pt x="325" y="19"/>
                </a:lnTo>
                <a:lnTo>
                  <a:pt x="339" y="15"/>
                </a:lnTo>
                <a:lnTo>
                  <a:pt x="353" y="12"/>
                </a:lnTo>
                <a:lnTo>
                  <a:pt x="368" y="9"/>
                </a:lnTo>
                <a:lnTo>
                  <a:pt x="382" y="7"/>
                </a:lnTo>
                <a:lnTo>
                  <a:pt x="397" y="5"/>
                </a:lnTo>
                <a:lnTo>
                  <a:pt x="411" y="3"/>
                </a:lnTo>
                <a:lnTo>
                  <a:pt x="426" y="2"/>
                </a:lnTo>
                <a:lnTo>
                  <a:pt x="441" y="1"/>
                </a:lnTo>
                <a:lnTo>
                  <a:pt x="456" y="0"/>
                </a:lnTo>
                <a:lnTo>
                  <a:pt x="470" y="0"/>
                </a:lnTo>
                <a:lnTo>
                  <a:pt x="485" y="0"/>
                </a:lnTo>
                <a:lnTo>
                  <a:pt x="500" y="1"/>
                </a:lnTo>
                <a:lnTo>
                  <a:pt x="515" y="2"/>
                </a:lnTo>
                <a:lnTo>
                  <a:pt x="530" y="3"/>
                </a:lnTo>
                <a:lnTo>
                  <a:pt x="545" y="5"/>
                </a:lnTo>
                <a:lnTo>
                  <a:pt x="560" y="7"/>
                </a:lnTo>
                <a:lnTo>
                  <a:pt x="574" y="9"/>
                </a:lnTo>
                <a:lnTo>
                  <a:pt x="588" y="12"/>
                </a:lnTo>
                <a:lnTo>
                  <a:pt x="603" y="15"/>
                </a:lnTo>
                <a:lnTo>
                  <a:pt x="617" y="19"/>
                </a:lnTo>
                <a:lnTo>
                  <a:pt x="631" y="23"/>
                </a:lnTo>
                <a:lnTo>
                  <a:pt x="645" y="27"/>
                </a:lnTo>
                <a:lnTo>
                  <a:pt x="658" y="31"/>
                </a:lnTo>
                <a:lnTo>
                  <a:pt x="672" y="36"/>
                </a:lnTo>
                <a:lnTo>
                  <a:pt x="685" y="41"/>
                </a:lnTo>
                <a:lnTo>
                  <a:pt x="698" y="47"/>
                </a:lnTo>
                <a:lnTo>
                  <a:pt x="711" y="53"/>
                </a:lnTo>
                <a:lnTo>
                  <a:pt x="724" y="59"/>
                </a:lnTo>
                <a:lnTo>
                  <a:pt x="736" y="66"/>
                </a:lnTo>
                <a:lnTo>
                  <a:pt x="748" y="72"/>
                </a:lnTo>
                <a:lnTo>
                  <a:pt x="760" y="80"/>
                </a:lnTo>
                <a:lnTo>
                  <a:pt x="771" y="87"/>
                </a:lnTo>
                <a:lnTo>
                  <a:pt x="783" y="95"/>
                </a:lnTo>
                <a:lnTo>
                  <a:pt x="793" y="103"/>
                </a:lnTo>
                <a:lnTo>
                  <a:pt x="804" y="111"/>
                </a:lnTo>
                <a:lnTo>
                  <a:pt x="814" y="119"/>
                </a:lnTo>
                <a:lnTo>
                  <a:pt x="824" y="128"/>
                </a:lnTo>
                <a:lnTo>
                  <a:pt x="834" y="137"/>
                </a:lnTo>
                <a:lnTo>
                  <a:pt x="843" y="146"/>
                </a:lnTo>
                <a:lnTo>
                  <a:pt x="852" y="156"/>
                </a:lnTo>
                <a:lnTo>
                  <a:pt x="861" y="167"/>
                </a:lnTo>
                <a:lnTo>
                  <a:pt x="869" y="177"/>
                </a:lnTo>
                <a:lnTo>
                  <a:pt x="876" y="187"/>
                </a:lnTo>
                <a:lnTo>
                  <a:pt x="884" y="197"/>
                </a:lnTo>
                <a:lnTo>
                  <a:pt x="891" y="208"/>
                </a:lnTo>
                <a:lnTo>
                  <a:pt x="897" y="218"/>
                </a:lnTo>
                <a:lnTo>
                  <a:pt x="903" y="229"/>
                </a:lnTo>
                <a:lnTo>
                  <a:pt x="909" y="240"/>
                </a:lnTo>
                <a:lnTo>
                  <a:pt x="914" y="251"/>
                </a:lnTo>
                <a:lnTo>
                  <a:pt x="919" y="262"/>
                </a:lnTo>
                <a:lnTo>
                  <a:pt x="923" y="274"/>
                </a:lnTo>
                <a:lnTo>
                  <a:pt x="927" y="285"/>
                </a:lnTo>
                <a:lnTo>
                  <a:pt x="931" y="297"/>
                </a:lnTo>
                <a:lnTo>
                  <a:pt x="934" y="308"/>
                </a:lnTo>
                <a:lnTo>
                  <a:pt x="936" y="320"/>
                </a:lnTo>
                <a:lnTo>
                  <a:pt x="938" y="332"/>
                </a:lnTo>
                <a:lnTo>
                  <a:pt x="940" y="344"/>
                </a:lnTo>
                <a:lnTo>
                  <a:pt x="941" y="355"/>
                </a:lnTo>
                <a:lnTo>
                  <a:pt x="942" y="367"/>
                </a:lnTo>
                <a:lnTo>
                  <a:pt x="942" y="379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7" name=""/>
          <p:cNvSpPr/>
          <p:nvPr/>
        </p:nvSpPr>
        <p:spPr>
          <a:xfrm>
            <a:off x="2689200" y="1708560"/>
            <a:ext cx="340920" cy="273960"/>
          </a:xfrm>
          <a:custGeom>
            <a:avLst/>
            <a:gdLst/>
            <a:ahLst/>
            <a:rect l="0" t="0" r="r" b="b"/>
            <a:pathLst>
              <a:path w="947" h="761">
                <a:moveTo>
                  <a:pt x="945" y="381"/>
                </a:moveTo>
                <a:lnTo>
                  <a:pt x="945" y="369"/>
                </a:lnTo>
                <a:lnTo>
                  <a:pt x="944" y="357"/>
                </a:lnTo>
                <a:lnTo>
                  <a:pt x="943" y="346"/>
                </a:lnTo>
                <a:lnTo>
                  <a:pt x="941" y="334"/>
                </a:lnTo>
                <a:lnTo>
                  <a:pt x="939" y="322"/>
                </a:lnTo>
                <a:lnTo>
                  <a:pt x="937" y="310"/>
                </a:lnTo>
                <a:lnTo>
                  <a:pt x="934" y="299"/>
                </a:lnTo>
                <a:lnTo>
                  <a:pt x="930" y="287"/>
                </a:lnTo>
                <a:lnTo>
                  <a:pt x="926" y="276"/>
                </a:lnTo>
                <a:lnTo>
                  <a:pt x="922" y="264"/>
                </a:lnTo>
                <a:lnTo>
                  <a:pt x="917" y="253"/>
                </a:lnTo>
                <a:lnTo>
                  <a:pt x="912" y="242"/>
                </a:lnTo>
                <a:lnTo>
                  <a:pt x="906" y="231"/>
                </a:lnTo>
                <a:lnTo>
                  <a:pt x="900" y="220"/>
                </a:lnTo>
                <a:lnTo>
                  <a:pt x="894" y="210"/>
                </a:lnTo>
                <a:lnTo>
                  <a:pt x="887" y="199"/>
                </a:lnTo>
                <a:lnTo>
                  <a:pt x="879" y="189"/>
                </a:lnTo>
                <a:lnTo>
                  <a:pt x="872" y="178"/>
                </a:lnTo>
                <a:lnTo>
                  <a:pt x="864" y="168"/>
                </a:lnTo>
                <a:lnTo>
                  <a:pt x="855" y="158"/>
                </a:lnTo>
                <a:lnTo>
                  <a:pt x="846" y="148"/>
                </a:lnTo>
                <a:lnTo>
                  <a:pt x="837" y="139"/>
                </a:lnTo>
                <a:lnTo>
                  <a:pt x="827" y="130"/>
                </a:lnTo>
                <a:lnTo>
                  <a:pt x="817" y="121"/>
                </a:lnTo>
                <a:lnTo>
                  <a:pt x="807" y="113"/>
                </a:lnTo>
                <a:lnTo>
                  <a:pt x="796" y="105"/>
                </a:lnTo>
                <a:lnTo>
                  <a:pt x="786" y="97"/>
                </a:lnTo>
                <a:lnTo>
                  <a:pt x="774" y="89"/>
                </a:lnTo>
                <a:lnTo>
                  <a:pt x="763" y="82"/>
                </a:lnTo>
                <a:lnTo>
                  <a:pt x="751" y="74"/>
                </a:lnTo>
                <a:lnTo>
                  <a:pt x="739" y="68"/>
                </a:lnTo>
                <a:lnTo>
                  <a:pt x="727" y="61"/>
                </a:lnTo>
                <a:lnTo>
                  <a:pt x="714" y="55"/>
                </a:lnTo>
                <a:lnTo>
                  <a:pt x="701" y="49"/>
                </a:lnTo>
                <a:lnTo>
                  <a:pt x="688" y="43"/>
                </a:lnTo>
                <a:lnTo>
                  <a:pt x="675" y="38"/>
                </a:lnTo>
                <a:lnTo>
                  <a:pt x="661" y="33"/>
                </a:lnTo>
                <a:lnTo>
                  <a:pt x="648" y="29"/>
                </a:lnTo>
                <a:lnTo>
                  <a:pt x="634" y="25"/>
                </a:lnTo>
                <a:lnTo>
                  <a:pt x="620" y="21"/>
                </a:lnTo>
                <a:lnTo>
                  <a:pt x="606" y="17"/>
                </a:lnTo>
                <a:lnTo>
                  <a:pt x="591" y="14"/>
                </a:lnTo>
                <a:lnTo>
                  <a:pt x="577" y="11"/>
                </a:lnTo>
                <a:lnTo>
                  <a:pt x="562" y="9"/>
                </a:lnTo>
                <a:lnTo>
                  <a:pt x="547" y="7"/>
                </a:lnTo>
                <a:lnTo>
                  <a:pt x="532" y="5"/>
                </a:lnTo>
                <a:lnTo>
                  <a:pt x="518" y="4"/>
                </a:lnTo>
                <a:lnTo>
                  <a:pt x="503" y="3"/>
                </a:lnTo>
                <a:lnTo>
                  <a:pt x="488" y="2"/>
                </a:lnTo>
                <a:lnTo>
                  <a:pt x="473" y="2"/>
                </a:lnTo>
                <a:lnTo>
                  <a:pt x="459" y="2"/>
                </a:lnTo>
                <a:lnTo>
                  <a:pt x="444" y="3"/>
                </a:lnTo>
                <a:lnTo>
                  <a:pt x="429" y="4"/>
                </a:lnTo>
                <a:lnTo>
                  <a:pt x="414" y="5"/>
                </a:lnTo>
                <a:lnTo>
                  <a:pt x="400" y="7"/>
                </a:lnTo>
                <a:lnTo>
                  <a:pt x="385" y="9"/>
                </a:lnTo>
                <a:lnTo>
                  <a:pt x="371" y="11"/>
                </a:lnTo>
                <a:lnTo>
                  <a:pt x="356" y="14"/>
                </a:lnTo>
                <a:lnTo>
                  <a:pt x="342" y="17"/>
                </a:lnTo>
                <a:lnTo>
                  <a:pt x="328" y="21"/>
                </a:lnTo>
                <a:lnTo>
                  <a:pt x="314" y="25"/>
                </a:lnTo>
                <a:lnTo>
                  <a:pt x="300" y="29"/>
                </a:lnTo>
                <a:lnTo>
                  <a:pt x="286" y="33"/>
                </a:lnTo>
                <a:lnTo>
                  <a:pt x="273" y="38"/>
                </a:lnTo>
                <a:lnTo>
                  <a:pt x="260" y="43"/>
                </a:lnTo>
                <a:lnTo>
                  <a:pt x="247" y="49"/>
                </a:lnTo>
                <a:lnTo>
                  <a:pt x="234" y="55"/>
                </a:lnTo>
                <a:lnTo>
                  <a:pt x="221" y="61"/>
                </a:lnTo>
                <a:lnTo>
                  <a:pt x="209" y="68"/>
                </a:lnTo>
                <a:lnTo>
                  <a:pt x="197" y="74"/>
                </a:lnTo>
                <a:lnTo>
                  <a:pt x="185" y="82"/>
                </a:lnTo>
                <a:lnTo>
                  <a:pt x="173" y="89"/>
                </a:lnTo>
                <a:lnTo>
                  <a:pt x="162" y="97"/>
                </a:lnTo>
                <a:lnTo>
                  <a:pt x="151" y="105"/>
                </a:lnTo>
                <a:lnTo>
                  <a:pt x="141" y="113"/>
                </a:lnTo>
                <a:lnTo>
                  <a:pt x="130" y="121"/>
                </a:lnTo>
                <a:lnTo>
                  <a:pt x="120" y="130"/>
                </a:lnTo>
                <a:lnTo>
                  <a:pt x="111" y="139"/>
                </a:lnTo>
                <a:lnTo>
                  <a:pt x="102" y="148"/>
                </a:lnTo>
                <a:lnTo>
                  <a:pt x="93" y="158"/>
                </a:lnTo>
                <a:lnTo>
                  <a:pt x="84" y="168"/>
                </a:lnTo>
                <a:lnTo>
                  <a:pt x="76" y="178"/>
                </a:lnTo>
                <a:lnTo>
                  <a:pt x="68" y="189"/>
                </a:lnTo>
                <a:lnTo>
                  <a:pt x="61" y="199"/>
                </a:lnTo>
                <a:lnTo>
                  <a:pt x="54" y="210"/>
                </a:lnTo>
                <a:lnTo>
                  <a:pt x="48" y="220"/>
                </a:lnTo>
                <a:lnTo>
                  <a:pt x="41" y="231"/>
                </a:lnTo>
                <a:lnTo>
                  <a:pt x="36" y="242"/>
                </a:lnTo>
                <a:lnTo>
                  <a:pt x="31" y="253"/>
                </a:lnTo>
                <a:lnTo>
                  <a:pt x="26" y="264"/>
                </a:lnTo>
                <a:lnTo>
                  <a:pt x="21" y="276"/>
                </a:lnTo>
                <a:lnTo>
                  <a:pt x="18" y="287"/>
                </a:lnTo>
                <a:lnTo>
                  <a:pt x="14" y="299"/>
                </a:lnTo>
                <a:lnTo>
                  <a:pt x="11" y="310"/>
                </a:lnTo>
                <a:lnTo>
                  <a:pt x="9" y="322"/>
                </a:lnTo>
                <a:lnTo>
                  <a:pt x="6" y="334"/>
                </a:lnTo>
                <a:lnTo>
                  <a:pt x="5" y="346"/>
                </a:lnTo>
                <a:lnTo>
                  <a:pt x="4" y="357"/>
                </a:lnTo>
                <a:lnTo>
                  <a:pt x="3" y="369"/>
                </a:lnTo>
                <a:lnTo>
                  <a:pt x="3" y="381"/>
                </a:lnTo>
                <a:lnTo>
                  <a:pt x="3" y="393"/>
                </a:lnTo>
                <a:lnTo>
                  <a:pt x="4" y="405"/>
                </a:lnTo>
                <a:lnTo>
                  <a:pt x="5" y="417"/>
                </a:lnTo>
                <a:lnTo>
                  <a:pt x="6" y="428"/>
                </a:lnTo>
                <a:lnTo>
                  <a:pt x="9" y="440"/>
                </a:lnTo>
                <a:lnTo>
                  <a:pt x="11" y="452"/>
                </a:lnTo>
                <a:lnTo>
                  <a:pt x="14" y="463"/>
                </a:lnTo>
                <a:lnTo>
                  <a:pt x="18" y="475"/>
                </a:lnTo>
                <a:lnTo>
                  <a:pt x="21" y="486"/>
                </a:lnTo>
                <a:lnTo>
                  <a:pt x="26" y="498"/>
                </a:lnTo>
                <a:lnTo>
                  <a:pt x="31" y="509"/>
                </a:lnTo>
                <a:lnTo>
                  <a:pt x="36" y="520"/>
                </a:lnTo>
                <a:lnTo>
                  <a:pt x="41" y="531"/>
                </a:lnTo>
                <a:lnTo>
                  <a:pt x="48" y="542"/>
                </a:lnTo>
                <a:lnTo>
                  <a:pt x="54" y="553"/>
                </a:lnTo>
                <a:lnTo>
                  <a:pt x="61" y="563"/>
                </a:lnTo>
                <a:lnTo>
                  <a:pt x="68" y="573"/>
                </a:lnTo>
                <a:lnTo>
                  <a:pt x="76" y="584"/>
                </a:lnTo>
                <a:lnTo>
                  <a:pt x="84" y="593"/>
                </a:lnTo>
                <a:lnTo>
                  <a:pt x="93" y="603"/>
                </a:lnTo>
                <a:lnTo>
                  <a:pt x="102" y="613"/>
                </a:lnTo>
                <a:lnTo>
                  <a:pt x="111" y="622"/>
                </a:lnTo>
                <a:lnTo>
                  <a:pt x="120" y="631"/>
                </a:lnTo>
                <a:lnTo>
                  <a:pt x="130" y="640"/>
                </a:lnTo>
                <a:lnTo>
                  <a:pt x="141" y="648"/>
                </a:lnTo>
                <a:lnTo>
                  <a:pt x="151" y="656"/>
                </a:lnTo>
                <a:lnTo>
                  <a:pt x="162" y="664"/>
                </a:lnTo>
                <a:lnTo>
                  <a:pt x="173" y="672"/>
                </a:lnTo>
                <a:lnTo>
                  <a:pt x="185" y="680"/>
                </a:lnTo>
                <a:lnTo>
                  <a:pt x="197" y="687"/>
                </a:lnTo>
                <a:lnTo>
                  <a:pt x="209" y="694"/>
                </a:lnTo>
                <a:lnTo>
                  <a:pt x="221" y="700"/>
                </a:lnTo>
                <a:lnTo>
                  <a:pt x="234" y="706"/>
                </a:lnTo>
                <a:lnTo>
                  <a:pt x="247" y="712"/>
                </a:lnTo>
                <a:lnTo>
                  <a:pt x="260" y="718"/>
                </a:lnTo>
                <a:lnTo>
                  <a:pt x="273" y="723"/>
                </a:lnTo>
                <a:lnTo>
                  <a:pt x="286" y="728"/>
                </a:lnTo>
                <a:lnTo>
                  <a:pt x="300" y="732"/>
                </a:lnTo>
                <a:lnTo>
                  <a:pt x="314" y="737"/>
                </a:lnTo>
                <a:lnTo>
                  <a:pt x="328" y="740"/>
                </a:lnTo>
                <a:lnTo>
                  <a:pt x="342" y="744"/>
                </a:lnTo>
                <a:lnTo>
                  <a:pt x="356" y="747"/>
                </a:lnTo>
                <a:lnTo>
                  <a:pt x="371" y="750"/>
                </a:lnTo>
                <a:lnTo>
                  <a:pt x="385" y="752"/>
                </a:lnTo>
                <a:lnTo>
                  <a:pt x="400" y="754"/>
                </a:lnTo>
                <a:lnTo>
                  <a:pt x="414" y="756"/>
                </a:lnTo>
                <a:lnTo>
                  <a:pt x="429" y="757"/>
                </a:lnTo>
                <a:lnTo>
                  <a:pt x="444" y="758"/>
                </a:lnTo>
                <a:lnTo>
                  <a:pt x="459" y="759"/>
                </a:lnTo>
                <a:lnTo>
                  <a:pt x="473" y="759"/>
                </a:lnTo>
                <a:lnTo>
                  <a:pt x="488" y="759"/>
                </a:lnTo>
                <a:lnTo>
                  <a:pt x="503" y="758"/>
                </a:lnTo>
                <a:lnTo>
                  <a:pt x="518" y="757"/>
                </a:lnTo>
                <a:lnTo>
                  <a:pt x="532" y="756"/>
                </a:lnTo>
                <a:lnTo>
                  <a:pt x="547" y="754"/>
                </a:lnTo>
                <a:lnTo>
                  <a:pt x="562" y="752"/>
                </a:lnTo>
                <a:lnTo>
                  <a:pt x="577" y="750"/>
                </a:lnTo>
                <a:lnTo>
                  <a:pt x="591" y="747"/>
                </a:lnTo>
                <a:lnTo>
                  <a:pt x="606" y="744"/>
                </a:lnTo>
                <a:lnTo>
                  <a:pt x="620" y="740"/>
                </a:lnTo>
                <a:lnTo>
                  <a:pt x="634" y="737"/>
                </a:lnTo>
                <a:lnTo>
                  <a:pt x="648" y="732"/>
                </a:lnTo>
                <a:lnTo>
                  <a:pt x="661" y="728"/>
                </a:lnTo>
                <a:lnTo>
                  <a:pt x="675" y="723"/>
                </a:lnTo>
                <a:lnTo>
                  <a:pt x="688" y="718"/>
                </a:lnTo>
                <a:lnTo>
                  <a:pt x="701" y="712"/>
                </a:lnTo>
                <a:lnTo>
                  <a:pt x="714" y="706"/>
                </a:lnTo>
                <a:lnTo>
                  <a:pt x="727" y="700"/>
                </a:lnTo>
                <a:lnTo>
                  <a:pt x="739" y="694"/>
                </a:lnTo>
                <a:lnTo>
                  <a:pt x="751" y="687"/>
                </a:lnTo>
                <a:lnTo>
                  <a:pt x="763" y="680"/>
                </a:lnTo>
                <a:lnTo>
                  <a:pt x="774" y="672"/>
                </a:lnTo>
                <a:lnTo>
                  <a:pt x="786" y="664"/>
                </a:lnTo>
                <a:lnTo>
                  <a:pt x="796" y="656"/>
                </a:lnTo>
                <a:lnTo>
                  <a:pt x="807" y="648"/>
                </a:lnTo>
                <a:lnTo>
                  <a:pt x="817" y="640"/>
                </a:lnTo>
                <a:lnTo>
                  <a:pt x="827" y="631"/>
                </a:lnTo>
                <a:lnTo>
                  <a:pt x="837" y="622"/>
                </a:lnTo>
                <a:lnTo>
                  <a:pt x="846" y="613"/>
                </a:lnTo>
                <a:lnTo>
                  <a:pt x="855" y="603"/>
                </a:lnTo>
                <a:lnTo>
                  <a:pt x="864" y="593"/>
                </a:lnTo>
                <a:lnTo>
                  <a:pt x="872" y="584"/>
                </a:lnTo>
                <a:lnTo>
                  <a:pt x="879" y="573"/>
                </a:lnTo>
                <a:lnTo>
                  <a:pt x="887" y="563"/>
                </a:lnTo>
                <a:lnTo>
                  <a:pt x="894" y="553"/>
                </a:lnTo>
                <a:lnTo>
                  <a:pt x="900" y="542"/>
                </a:lnTo>
                <a:lnTo>
                  <a:pt x="906" y="531"/>
                </a:lnTo>
                <a:lnTo>
                  <a:pt x="912" y="520"/>
                </a:lnTo>
                <a:lnTo>
                  <a:pt x="917" y="509"/>
                </a:lnTo>
                <a:lnTo>
                  <a:pt x="922" y="498"/>
                </a:lnTo>
                <a:lnTo>
                  <a:pt x="926" y="486"/>
                </a:lnTo>
                <a:lnTo>
                  <a:pt x="930" y="475"/>
                </a:lnTo>
                <a:lnTo>
                  <a:pt x="934" y="463"/>
                </a:lnTo>
                <a:lnTo>
                  <a:pt x="937" y="452"/>
                </a:lnTo>
                <a:lnTo>
                  <a:pt x="939" y="440"/>
                </a:lnTo>
                <a:lnTo>
                  <a:pt x="941" y="428"/>
                </a:lnTo>
                <a:lnTo>
                  <a:pt x="943" y="417"/>
                </a:lnTo>
                <a:lnTo>
                  <a:pt x="944" y="405"/>
                </a:lnTo>
                <a:lnTo>
                  <a:pt x="945" y="393"/>
                </a:lnTo>
                <a:lnTo>
                  <a:pt x="945" y="381"/>
                </a:lnTo>
                <a:moveTo>
                  <a:pt x="947" y="381"/>
                </a:moveTo>
                <a:lnTo>
                  <a:pt x="947" y="393"/>
                </a:lnTo>
                <a:lnTo>
                  <a:pt x="946" y="405"/>
                </a:lnTo>
                <a:lnTo>
                  <a:pt x="945" y="417"/>
                </a:lnTo>
                <a:lnTo>
                  <a:pt x="944" y="429"/>
                </a:lnTo>
                <a:lnTo>
                  <a:pt x="941" y="440"/>
                </a:lnTo>
                <a:lnTo>
                  <a:pt x="939" y="452"/>
                </a:lnTo>
                <a:lnTo>
                  <a:pt x="936" y="464"/>
                </a:lnTo>
                <a:lnTo>
                  <a:pt x="932" y="475"/>
                </a:lnTo>
                <a:lnTo>
                  <a:pt x="928" y="487"/>
                </a:lnTo>
                <a:lnTo>
                  <a:pt x="924" y="498"/>
                </a:lnTo>
                <a:lnTo>
                  <a:pt x="919" y="510"/>
                </a:lnTo>
                <a:lnTo>
                  <a:pt x="914" y="521"/>
                </a:lnTo>
                <a:lnTo>
                  <a:pt x="908" y="532"/>
                </a:lnTo>
                <a:lnTo>
                  <a:pt x="902" y="543"/>
                </a:lnTo>
                <a:lnTo>
                  <a:pt x="896" y="553"/>
                </a:lnTo>
                <a:lnTo>
                  <a:pt x="889" y="564"/>
                </a:lnTo>
                <a:lnTo>
                  <a:pt x="881" y="574"/>
                </a:lnTo>
                <a:lnTo>
                  <a:pt x="874" y="585"/>
                </a:lnTo>
                <a:lnTo>
                  <a:pt x="865" y="594"/>
                </a:lnTo>
                <a:lnTo>
                  <a:pt x="857" y="604"/>
                </a:lnTo>
                <a:lnTo>
                  <a:pt x="848" y="614"/>
                </a:lnTo>
                <a:lnTo>
                  <a:pt x="839" y="623"/>
                </a:lnTo>
                <a:lnTo>
                  <a:pt x="829" y="632"/>
                </a:lnTo>
                <a:lnTo>
                  <a:pt x="819" y="641"/>
                </a:lnTo>
                <a:lnTo>
                  <a:pt x="809" y="650"/>
                </a:lnTo>
                <a:lnTo>
                  <a:pt x="798" y="658"/>
                </a:lnTo>
                <a:lnTo>
                  <a:pt x="787" y="666"/>
                </a:lnTo>
                <a:lnTo>
                  <a:pt x="776" y="674"/>
                </a:lnTo>
                <a:lnTo>
                  <a:pt x="764" y="681"/>
                </a:lnTo>
                <a:lnTo>
                  <a:pt x="752" y="688"/>
                </a:lnTo>
                <a:lnTo>
                  <a:pt x="740" y="695"/>
                </a:lnTo>
                <a:lnTo>
                  <a:pt x="728" y="702"/>
                </a:lnTo>
                <a:lnTo>
                  <a:pt x="715" y="708"/>
                </a:lnTo>
                <a:lnTo>
                  <a:pt x="702" y="714"/>
                </a:lnTo>
                <a:lnTo>
                  <a:pt x="689" y="719"/>
                </a:lnTo>
                <a:lnTo>
                  <a:pt x="676" y="725"/>
                </a:lnTo>
                <a:lnTo>
                  <a:pt x="662" y="730"/>
                </a:lnTo>
                <a:lnTo>
                  <a:pt x="648" y="734"/>
                </a:lnTo>
                <a:lnTo>
                  <a:pt x="635" y="738"/>
                </a:lnTo>
                <a:lnTo>
                  <a:pt x="620" y="742"/>
                </a:lnTo>
                <a:lnTo>
                  <a:pt x="606" y="746"/>
                </a:lnTo>
                <a:lnTo>
                  <a:pt x="592" y="749"/>
                </a:lnTo>
                <a:lnTo>
                  <a:pt x="578" y="752"/>
                </a:lnTo>
                <a:lnTo>
                  <a:pt x="562" y="754"/>
                </a:lnTo>
                <a:lnTo>
                  <a:pt x="547" y="756"/>
                </a:lnTo>
                <a:lnTo>
                  <a:pt x="533" y="758"/>
                </a:lnTo>
                <a:lnTo>
                  <a:pt x="518" y="759"/>
                </a:lnTo>
                <a:lnTo>
                  <a:pt x="503" y="760"/>
                </a:lnTo>
                <a:lnTo>
                  <a:pt x="488" y="761"/>
                </a:lnTo>
                <a:lnTo>
                  <a:pt x="473" y="761"/>
                </a:lnTo>
                <a:lnTo>
                  <a:pt x="458" y="761"/>
                </a:lnTo>
                <a:lnTo>
                  <a:pt x="444" y="760"/>
                </a:lnTo>
                <a:lnTo>
                  <a:pt x="429" y="759"/>
                </a:lnTo>
                <a:lnTo>
                  <a:pt x="414" y="758"/>
                </a:lnTo>
                <a:lnTo>
                  <a:pt x="399" y="756"/>
                </a:lnTo>
                <a:lnTo>
                  <a:pt x="385" y="754"/>
                </a:lnTo>
                <a:lnTo>
                  <a:pt x="370" y="752"/>
                </a:lnTo>
                <a:lnTo>
                  <a:pt x="356" y="749"/>
                </a:lnTo>
                <a:lnTo>
                  <a:pt x="341" y="746"/>
                </a:lnTo>
                <a:lnTo>
                  <a:pt x="327" y="742"/>
                </a:lnTo>
                <a:lnTo>
                  <a:pt x="313" y="738"/>
                </a:lnTo>
                <a:lnTo>
                  <a:pt x="299" y="734"/>
                </a:lnTo>
                <a:lnTo>
                  <a:pt x="286" y="730"/>
                </a:lnTo>
                <a:lnTo>
                  <a:pt x="272" y="725"/>
                </a:lnTo>
                <a:lnTo>
                  <a:pt x="259" y="719"/>
                </a:lnTo>
                <a:lnTo>
                  <a:pt x="246" y="714"/>
                </a:lnTo>
                <a:lnTo>
                  <a:pt x="233" y="708"/>
                </a:lnTo>
                <a:lnTo>
                  <a:pt x="220" y="702"/>
                </a:lnTo>
                <a:lnTo>
                  <a:pt x="208" y="695"/>
                </a:lnTo>
                <a:lnTo>
                  <a:pt x="195" y="688"/>
                </a:lnTo>
                <a:lnTo>
                  <a:pt x="184" y="681"/>
                </a:lnTo>
                <a:lnTo>
                  <a:pt x="172" y="674"/>
                </a:lnTo>
                <a:lnTo>
                  <a:pt x="161" y="666"/>
                </a:lnTo>
                <a:lnTo>
                  <a:pt x="150" y="658"/>
                </a:lnTo>
                <a:lnTo>
                  <a:pt x="139" y="650"/>
                </a:lnTo>
                <a:lnTo>
                  <a:pt x="129" y="641"/>
                </a:lnTo>
                <a:lnTo>
                  <a:pt x="119" y="632"/>
                </a:lnTo>
                <a:lnTo>
                  <a:pt x="109" y="623"/>
                </a:lnTo>
                <a:lnTo>
                  <a:pt x="100" y="614"/>
                </a:lnTo>
                <a:lnTo>
                  <a:pt x="91" y="604"/>
                </a:lnTo>
                <a:lnTo>
                  <a:pt x="82" y="594"/>
                </a:lnTo>
                <a:lnTo>
                  <a:pt x="74" y="585"/>
                </a:lnTo>
                <a:lnTo>
                  <a:pt x="66" y="574"/>
                </a:lnTo>
                <a:lnTo>
                  <a:pt x="59" y="564"/>
                </a:lnTo>
                <a:lnTo>
                  <a:pt x="52" y="553"/>
                </a:lnTo>
                <a:lnTo>
                  <a:pt x="45" y="543"/>
                </a:lnTo>
                <a:lnTo>
                  <a:pt x="39" y="532"/>
                </a:lnTo>
                <a:lnTo>
                  <a:pt x="34" y="521"/>
                </a:lnTo>
                <a:lnTo>
                  <a:pt x="28" y="510"/>
                </a:lnTo>
                <a:lnTo>
                  <a:pt x="24" y="498"/>
                </a:lnTo>
                <a:lnTo>
                  <a:pt x="19" y="487"/>
                </a:lnTo>
                <a:lnTo>
                  <a:pt x="15" y="475"/>
                </a:lnTo>
                <a:lnTo>
                  <a:pt x="12" y="464"/>
                </a:lnTo>
                <a:lnTo>
                  <a:pt x="9" y="452"/>
                </a:lnTo>
                <a:lnTo>
                  <a:pt x="6" y="440"/>
                </a:lnTo>
                <a:lnTo>
                  <a:pt x="4" y="429"/>
                </a:lnTo>
                <a:lnTo>
                  <a:pt x="3" y="417"/>
                </a:lnTo>
                <a:lnTo>
                  <a:pt x="1" y="405"/>
                </a:lnTo>
                <a:lnTo>
                  <a:pt x="1" y="393"/>
                </a:lnTo>
                <a:lnTo>
                  <a:pt x="0" y="381"/>
                </a:lnTo>
                <a:lnTo>
                  <a:pt x="1" y="369"/>
                </a:lnTo>
                <a:lnTo>
                  <a:pt x="1" y="357"/>
                </a:lnTo>
                <a:lnTo>
                  <a:pt x="3" y="345"/>
                </a:lnTo>
                <a:lnTo>
                  <a:pt x="4" y="333"/>
                </a:lnTo>
                <a:lnTo>
                  <a:pt x="6" y="322"/>
                </a:lnTo>
                <a:lnTo>
                  <a:pt x="9" y="310"/>
                </a:lnTo>
                <a:lnTo>
                  <a:pt x="12" y="298"/>
                </a:lnTo>
                <a:lnTo>
                  <a:pt x="15" y="287"/>
                </a:lnTo>
                <a:lnTo>
                  <a:pt x="19" y="275"/>
                </a:lnTo>
                <a:lnTo>
                  <a:pt x="24" y="264"/>
                </a:lnTo>
                <a:lnTo>
                  <a:pt x="28" y="252"/>
                </a:lnTo>
                <a:lnTo>
                  <a:pt x="34" y="241"/>
                </a:lnTo>
                <a:lnTo>
                  <a:pt x="39" y="230"/>
                </a:lnTo>
                <a:lnTo>
                  <a:pt x="45" y="219"/>
                </a:lnTo>
                <a:lnTo>
                  <a:pt x="52" y="209"/>
                </a:lnTo>
                <a:lnTo>
                  <a:pt x="59" y="198"/>
                </a:lnTo>
                <a:lnTo>
                  <a:pt x="66" y="187"/>
                </a:lnTo>
                <a:lnTo>
                  <a:pt x="74" y="177"/>
                </a:lnTo>
                <a:lnTo>
                  <a:pt x="82" y="167"/>
                </a:lnTo>
                <a:lnTo>
                  <a:pt x="91" y="157"/>
                </a:lnTo>
                <a:lnTo>
                  <a:pt x="100" y="147"/>
                </a:lnTo>
                <a:lnTo>
                  <a:pt x="109" y="138"/>
                </a:lnTo>
                <a:lnTo>
                  <a:pt x="119" y="129"/>
                </a:lnTo>
                <a:lnTo>
                  <a:pt x="129" y="120"/>
                </a:lnTo>
                <a:lnTo>
                  <a:pt x="139" y="112"/>
                </a:lnTo>
                <a:lnTo>
                  <a:pt x="150" y="103"/>
                </a:lnTo>
                <a:lnTo>
                  <a:pt x="161" y="95"/>
                </a:lnTo>
                <a:lnTo>
                  <a:pt x="172" y="88"/>
                </a:lnTo>
                <a:lnTo>
                  <a:pt x="184" y="80"/>
                </a:lnTo>
                <a:lnTo>
                  <a:pt x="195" y="73"/>
                </a:lnTo>
                <a:lnTo>
                  <a:pt x="208" y="66"/>
                </a:lnTo>
                <a:lnTo>
                  <a:pt x="220" y="59"/>
                </a:lnTo>
                <a:lnTo>
                  <a:pt x="233" y="53"/>
                </a:lnTo>
                <a:lnTo>
                  <a:pt x="246" y="47"/>
                </a:lnTo>
                <a:lnTo>
                  <a:pt x="259" y="42"/>
                </a:lnTo>
                <a:lnTo>
                  <a:pt x="272" y="37"/>
                </a:lnTo>
                <a:lnTo>
                  <a:pt x="286" y="32"/>
                </a:lnTo>
                <a:lnTo>
                  <a:pt x="299" y="27"/>
                </a:lnTo>
                <a:lnTo>
                  <a:pt x="313" y="23"/>
                </a:lnTo>
                <a:lnTo>
                  <a:pt x="327" y="19"/>
                </a:lnTo>
                <a:lnTo>
                  <a:pt x="341" y="15"/>
                </a:lnTo>
                <a:lnTo>
                  <a:pt x="356" y="12"/>
                </a:lnTo>
                <a:lnTo>
                  <a:pt x="370" y="10"/>
                </a:lnTo>
                <a:lnTo>
                  <a:pt x="385" y="7"/>
                </a:lnTo>
                <a:lnTo>
                  <a:pt x="399" y="5"/>
                </a:lnTo>
                <a:lnTo>
                  <a:pt x="414" y="3"/>
                </a:lnTo>
                <a:lnTo>
                  <a:pt x="429" y="2"/>
                </a:lnTo>
                <a:lnTo>
                  <a:pt x="444" y="1"/>
                </a:lnTo>
                <a:lnTo>
                  <a:pt x="458" y="1"/>
                </a:lnTo>
                <a:lnTo>
                  <a:pt x="473" y="0"/>
                </a:lnTo>
                <a:lnTo>
                  <a:pt x="488" y="1"/>
                </a:lnTo>
                <a:lnTo>
                  <a:pt x="503" y="1"/>
                </a:lnTo>
                <a:lnTo>
                  <a:pt x="518" y="2"/>
                </a:lnTo>
                <a:lnTo>
                  <a:pt x="533" y="3"/>
                </a:lnTo>
                <a:lnTo>
                  <a:pt x="547" y="5"/>
                </a:lnTo>
                <a:lnTo>
                  <a:pt x="562" y="7"/>
                </a:lnTo>
                <a:lnTo>
                  <a:pt x="578" y="10"/>
                </a:lnTo>
                <a:lnTo>
                  <a:pt x="592" y="12"/>
                </a:lnTo>
                <a:lnTo>
                  <a:pt x="606" y="15"/>
                </a:lnTo>
                <a:lnTo>
                  <a:pt x="620" y="19"/>
                </a:lnTo>
                <a:lnTo>
                  <a:pt x="635" y="23"/>
                </a:lnTo>
                <a:lnTo>
                  <a:pt x="648" y="27"/>
                </a:lnTo>
                <a:lnTo>
                  <a:pt x="662" y="32"/>
                </a:lnTo>
                <a:lnTo>
                  <a:pt x="676" y="37"/>
                </a:lnTo>
                <a:lnTo>
                  <a:pt x="689" y="42"/>
                </a:lnTo>
                <a:lnTo>
                  <a:pt x="702" y="47"/>
                </a:lnTo>
                <a:lnTo>
                  <a:pt x="715" y="53"/>
                </a:lnTo>
                <a:lnTo>
                  <a:pt x="728" y="59"/>
                </a:lnTo>
                <a:lnTo>
                  <a:pt x="740" y="66"/>
                </a:lnTo>
                <a:lnTo>
                  <a:pt x="752" y="73"/>
                </a:lnTo>
                <a:lnTo>
                  <a:pt x="764" y="80"/>
                </a:lnTo>
                <a:lnTo>
                  <a:pt x="776" y="88"/>
                </a:lnTo>
                <a:lnTo>
                  <a:pt x="787" y="95"/>
                </a:lnTo>
                <a:lnTo>
                  <a:pt x="798" y="103"/>
                </a:lnTo>
                <a:lnTo>
                  <a:pt x="809" y="112"/>
                </a:lnTo>
                <a:lnTo>
                  <a:pt x="819" y="120"/>
                </a:lnTo>
                <a:lnTo>
                  <a:pt x="829" y="129"/>
                </a:lnTo>
                <a:lnTo>
                  <a:pt x="839" y="138"/>
                </a:lnTo>
                <a:lnTo>
                  <a:pt x="848" y="147"/>
                </a:lnTo>
                <a:lnTo>
                  <a:pt x="857" y="157"/>
                </a:lnTo>
                <a:lnTo>
                  <a:pt x="865" y="167"/>
                </a:lnTo>
                <a:lnTo>
                  <a:pt x="874" y="177"/>
                </a:lnTo>
                <a:lnTo>
                  <a:pt x="881" y="187"/>
                </a:lnTo>
                <a:lnTo>
                  <a:pt x="889" y="198"/>
                </a:lnTo>
                <a:lnTo>
                  <a:pt x="896" y="209"/>
                </a:lnTo>
                <a:lnTo>
                  <a:pt x="902" y="219"/>
                </a:lnTo>
                <a:lnTo>
                  <a:pt x="908" y="230"/>
                </a:lnTo>
                <a:lnTo>
                  <a:pt x="914" y="241"/>
                </a:lnTo>
                <a:lnTo>
                  <a:pt x="919" y="252"/>
                </a:lnTo>
                <a:lnTo>
                  <a:pt x="924" y="264"/>
                </a:lnTo>
                <a:lnTo>
                  <a:pt x="928" y="275"/>
                </a:lnTo>
                <a:lnTo>
                  <a:pt x="932" y="287"/>
                </a:lnTo>
                <a:lnTo>
                  <a:pt x="936" y="298"/>
                </a:lnTo>
                <a:lnTo>
                  <a:pt x="939" y="310"/>
                </a:lnTo>
                <a:lnTo>
                  <a:pt x="941" y="322"/>
                </a:lnTo>
                <a:lnTo>
                  <a:pt x="944" y="333"/>
                </a:lnTo>
                <a:lnTo>
                  <a:pt x="945" y="345"/>
                </a:lnTo>
                <a:lnTo>
                  <a:pt x="946" y="357"/>
                </a:lnTo>
                <a:lnTo>
                  <a:pt x="947" y="369"/>
                </a:lnTo>
                <a:lnTo>
                  <a:pt x="947" y="381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8" name=""/>
          <p:cNvSpPr/>
          <p:nvPr/>
        </p:nvSpPr>
        <p:spPr>
          <a:xfrm>
            <a:off x="2688480" y="1708200"/>
            <a:ext cx="342720" cy="275040"/>
          </a:xfrm>
          <a:custGeom>
            <a:avLst/>
            <a:gdLst/>
            <a:ahLst/>
            <a:rect l="0" t="0" r="r" b="b"/>
            <a:pathLst>
              <a:path w="952" h="764">
                <a:moveTo>
                  <a:pt x="949" y="382"/>
                </a:moveTo>
                <a:lnTo>
                  <a:pt x="949" y="370"/>
                </a:lnTo>
                <a:lnTo>
                  <a:pt x="948" y="358"/>
                </a:lnTo>
                <a:lnTo>
                  <a:pt x="947" y="346"/>
                </a:lnTo>
                <a:lnTo>
                  <a:pt x="946" y="334"/>
                </a:lnTo>
                <a:lnTo>
                  <a:pt x="943" y="323"/>
                </a:lnTo>
                <a:lnTo>
                  <a:pt x="941" y="311"/>
                </a:lnTo>
                <a:lnTo>
                  <a:pt x="938" y="299"/>
                </a:lnTo>
                <a:lnTo>
                  <a:pt x="934" y="288"/>
                </a:lnTo>
                <a:lnTo>
                  <a:pt x="930" y="276"/>
                </a:lnTo>
                <a:lnTo>
                  <a:pt x="926" y="265"/>
                </a:lnTo>
                <a:lnTo>
                  <a:pt x="921" y="253"/>
                </a:lnTo>
                <a:lnTo>
                  <a:pt x="916" y="242"/>
                </a:lnTo>
                <a:lnTo>
                  <a:pt x="910" y="231"/>
                </a:lnTo>
                <a:lnTo>
                  <a:pt x="904" y="220"/>
                </a:lnTo>
                <a:lnTo>
                  <a:pt x="898" y="209"/>
                </a:lnTo>
                <a:lnTo>
                  <a:pt x="891" y="198"/>
                </a:lnTo>
                <a:lnTo>
                  <a:pt x="883" y="188"/>
                </a:lnTo>
                <a:lnTo>
                  <a:pt x="876" y="178"/>
                </a:lnTo>
                <a:lnTo>
                  <a:pt x="867" y="168"/>
                </a:lnTo>
                <a:lnTo>
                  <a:pt x="859" y="158"/>
                </a:lnTo>
                <a:lnTo>
                  <a:pt x="850" y="148"/>
                </a:lnTo>
                <a:lnTo>
                  <a:pt x="841" y="139"/>
                </a:lnTo>
                <a:lnTo>
                  <a:pt x="831" y="130"/>
                </a:lnTo>
                <a:lnTo>
                  <a:pt x="821" y="121"/>
                </a:lnTo>
                <a:lnTo>
                  <a:pt x="811" y="113"/>
                </a:lnTo>
                <a:lnTo>
                  <a:pt x="800" y="104"/>
                </a:lnTo>
                <a:lnTo>
                  <a:pt x="789" y="96"/>
                </a:lnTo>
                <a:lnTo>
                  <a:pt x="778" y="89"/>
                </a:lnTo>
                <a:lnTo>
                  <a:pt x="766" y="81"/>
                </a:lnTo>
                <a:lnTo>
                  <a:pt x="754" y="74"/>
                </a:lnTo>
                <a:lnTo>
                  <a:pt x="742" y="67"/>
                </a:lnTo>
                <a:lnTo>
                  <a:pt x="730" y="60"/>
                </a:lnTo>
                <a:lnTo>
                  <a:pt x="717" y="54"/>
                </a:lnTo>
                <a:lnTo>
                  <a:pt x="704" y="48"/>
                </a:lnTo>
                <a:lnTo>
                  <a:pt x="691" y="43"/>
                </a:lnTo>
                <a:lnTo>
                  <a:pt x="678" y="38"/>
                </a:lnTo>
                <a:lnTo>
                  <a:pt x="664" y="33"/>
                </a:lnTo>
                <a:lnTo>
                  <a:pt x="650" y="28"/>
                </a:lnTo>
                <a:lnTo>
                  <a:pt x="637" y="24"/>
                </a:lnTo>
                <a:lnTo>
                  <a:pt x="622" y="20"/>
                </a:lnTo>
                <a:lnTo>
                  <a:pt x="608" y="16"/>
                </a:lnTo>
                <a:lnTo>
                  <a:pt x="593" y="13"/>
                </a:lnTo>
                <a:lnTo>
                  <a:pt x="579" y="11"/>
                </a:lnTo>
                <a:lnTo>
                  <a:pt x="564" y="8"/>
                </a:lnTo>
                <a:lnTo>
                  <a:pt x="549" y="6"/>
                </a:lnTo>
                <a:lnTo>
                  <a:pt x="535" y="4"/>
                </a:lnTo>
                <a:lnTo>
                  <a:pt x="520" y="3"/>
                </a:lnTo>
                <a:lnTo>
                  <a:pt x="505" y="2"/>
                </a:lnTo>
                <a:lnTo>
                  <a:pt x="490" y="2"/>
                </a:lnTo>
                <a:lnTo>
                  <a:pt x="475" y="1"/>
                </a:lnTo>
                <a:lnTo>
                  <a:pt x="460" y="2"/>
                </a:lnTo>
                <a:lnTo>
                  <a:pt x="446" y="2"/>
                </a:lnTo>
                <a:lnTo>
                  <a:pt x="431" y="3"/>
                </a:lnTo>
                <a:lnTo>
                  <a:pt x="416" y="4"/>
                </a:lnTo>
                <a:lnTo>
                  <a:pt x="401" y="6"/>
                </a:lnTo>
                <a:lnTo>
                  <a:pt x="387" y="8"/>
                </a:lnTo>
                <a:lnTo>
                  <a:pt x="372" y="11"/>
                </a:lnTo>
                <a:lnTo>
                  <a:pt x="358" y="13"/>
                </a:lnTo>
                <a:lnTo>
                  <a:pt x="343" y="16"/>
                </a:lnTo>
                <a:lnTo>
                  <a:pt x="329" y="20"/>
                </a:lnTo>
                <a:lnTo>
                  <a:pt x="315" y="24"/>
                </a:lnTo>
                <a:lnTo>
                  <a:pt x="301" y="28"/>
                </a:lnTo>
                <a:lnTo>
                  <a:pt x="288" y="33"/>
                </a:lnTo>
                <a:lnTo>
                  <a:pt x="274" y="38"/>
                </a:lnTo>
                <a:lnTo>
                  <a:pt x="261" y="43"/>
                </a:lnTo>
                <a:lnTo>
                  <a:pt x="248" y="48"/>
                </a:lnTo>
                <a:lnTo>
                  <a:pt x="235" y="54"/>
                </a:lnTo>
                <a:lnTo>
                  <a:pt x="222" y="60"/>
                </a:lnTo>
                <a:lnTo>
                  <a:pt x="210" y="67"/>
                </a:lnTo>
                <a:lnTo>
                  <a:pt x="197" y="74"/>
                </a:lnTo>
                <a:lnTo>
                  <a:pt x="186" y="81"/>
                </a:lnTo>
                <a:lnTo>
                  <a:pt x="174" y="89"/>
                </a:lnTo>
                <a:lnTo>
                  <a:pt x="163" y="96"/>
                </a:lnTo>
                <a:lnTo>
                  <a:pt x="152" y="104"/>
                </a:lnTo>
                <a:lnTo>
                  <a:pt x="141" y="113"/>
                </a:lnTo>
                <a:lnTo>
                  <a:pt x="131" y="121"/>
                </a:lnTo>
                <a:lnTo>
                  <a:pt x="121" y="130"/>
                </a:lnTo>
                <a:lnTo>
                  <a:pt x="111" y="139"/>
                </a:lnTo>
                <a:lnTo>
                  <a:pt x="102" y="148"/>
                </a:lnTo>
                <a:lnTo>
                  <a:pt x="93" y="158"/>
                </a:lnTo>
                <a:lnTo>
                  <a:pt x="84" y="168"/>
                </a:lnTo>
                <a:lnTo>
                  <a:pt x="76" y="178"/>
                </a:lnTo>
                <a:lnTo>
                  <a:pt x="68" y="188"/>
                </a:lnTo>
                <a:lnTo>
                  <a:pt x="61" y="198"/>
                </a:lnTo>
                <a:lnTo>
                  <a:pt x="54" y="209"/>
                </a:lnTo>
                <a:lnTo>
                  <a:pt x="47" y="220"/>
                </a:lnTo>
                <a:lnTo>
                  <a:pt x="41" y="231"/>
                </a:lnTo>
                <a:lnTo>
                  <a:pt x="36" y="242"/>
                </a:lnTo>
                <a:lnTo>
                  <a:pt x="30" y="253"/>
                </a:lnTo>
                <a:lnTo>
                  <a:pt x="26" y="265"/>
                </a:lnTo>
                <a:lnTo>
                  <a:pt x="21" y="276"/>
                </a:lnTo>
                <a:lnTo>
                  <a:pt x="17" y="288"/>
                </a:lnTo>
                <a:lnTo>
                  <a:pt x="14" y="299"/>
                </a:lnTo>
                <a:lnTo>
                  <a:pt x="11" y="311"/>
                </a:lnTo>
                <a:lnTo>
                  <a:pt x="8" y="323"/>
                </a:lnTo>
                <a:lnTo>
                  <a:pt x="6" y="334"/>
                </a:lnTo>
                <a:lnTo>
                  <a:pt x="5" y="346"/>
                </a:lnTo>
                <a:lnTo>
                  <a:pt x="3" y="358"/>
                </a:lnTo>
                <a:lnTo>
                  <a:pt x="3" y="370"/>
                </a:lnTo>
                <a:lnTo>
                  <a:pt x="2" y="382"/>
                </a:lnTo>
                <a:lnTo>
                  <a:pt x="3" y="394"/>
                </a:lnTo>
                <a:lnTo>
                  <a:pt x="3" y="406"/>
                </a:lnTo>
                <a:lnTo>
                  <a:pt x="5" y="418"/>
                </a:lnTo>
                <a:lnTo>
                  <a:pt x="6" y="430"/>
                </a:lnTo>
                <a:lnTo>
                  <a:pt x="8" y="441"/>
                </a:lnTo>
                <a:lnTo>
                  <a:pt x="11" y="453"/>
                </a:lnTo>
                <a:lnTo>
                  <a:pt x="14" y="465"/>
                </a:lnTo>
                <a:lnTo>
                  <a:pt x="17" y="476"/>
                </a:lnTo>
                <a:lnTo>
                  <a:pt x="21" y="488"/>
                </a:lnTo>
                <a:lnTo>
                  <a:pt x="26" y="499"/>
                </a:lnTo>
                <a:lnTo>
                  <a:pt x="30" y="511"/>
                </a:lnTo>
                <a:lnTo>
                  <a:pt x="36" y="522"/>
                </a:lnTo>
                <a:lnTo>
                  <a:pt x="41" y="533"/>
                </a:lnTo>
                <a:lnTo>
                  <a:pt x="47" y="544"/>
                </a:lnTo>
                <a:lnTo>
                  <a:pt x="54" y="554"/>
                </a:lnTo>
                <a:lnTo>
                  <a:pt x="61" y="565"/>
                </a:lnTo>
                <a:lnTo>
                  <a:pt x="68" y="575"/>
                </a:lnTo>
                <a:lnTo>
                  <a:pt x="76" y="586"/>
                </a:lnTo>
                <a:lnTo>
                  <a:pt x="84" y="595"/>
                </a:lnTo>
                <a:lnTo>
                  <a:pt x="93" y="605"/>
                </a:lnTo>
                <a:lnTo>
                  <a:pt x="102" y="615"/>
                </a:lnTo>
                <a:lnTo>
                  <a:pt x="111" y="624"/>
                </a:lnTo>
                <a:lnTo>
                  <a:pt x="121" y="633"/>
                </a:lnTo>
                <a:lnTo>
                  <a:pt x="131" y="642"/>
                </a:lnTo>
                <a:lnTo>
                  <a:pt x="141" y="651"/>
                </a:lnTo>
                <a:lnTo>
                  <a:pt x="152" y="659"/>
                </a:lnTo>
                <a:lnTo>
                  <a:pt x="163" y="667"/>
                </a:lnTo>
                <a:lnTo>
                  <a:pt x="174" y="675"/>
                </a:lnTo>
                <a:lnTo>
                  <a:pt x="186" y="682"/>
                </a:lnTo>
                <a:lnTo>
                  <a:pt x="197" y="689"/>
                </a:lnTo>
                <a:lnTo>
                  <a:pt x="210" y="696"/>
                </a:lnTo>
                <a:lnTo>
                  <a:pt x="222" y="703"/>
                </a:lnTo>
                <a:lnTo>
                  <a:pt x="235" y="709"/>
                </a:lnTo>
                <a:lnTo>
                  <a:pt x="248" y="715"/>
                </a:lnTo>
                <a:lnTo>
                  <a:pt x="261" y="720"/>
                </a:lnTo>
                <a:lnTo>
                  <a:pt x="274" y="726"/>
                </a:lnTo>
                <a:lnTo>
                  <a:pt x="288" y="731"/>
                </a:lnTo>
                <a:lnTo>
                  <a:pt x="301" y="735"/>
                </a:lnTo>
                <a:lnTo>
                  <a:pt x="315" y="739"/>
                </a:lnTo>
                <a:lnTo>
                  <a:pt x="329" y="743"/>
                </a:lnTo>
                <a:lnTo>
                  <a:pt x="343" y="747"/>
                </a:lnTo>
                <a:lnTo>
                  <a:pt x="358" y="750"/>
                </a:lnTo>
                <a:lnTo>
                  <a:pt x="372" y="753"/>
                </a:lnTo>
                <a:lnTo>
                  <a:pt x="387" y="755"/>
                </a:lnTo>
                <a:lnTo>
                  <a:pt x="401" y="757"/>
                </a:lnTo>
                <a:lnTo>
                  <a:pt x="416" y="759"/>
                </a:lnTo>
                <a:lnTo>
                  <a:pt x="431" y="760"/>
                </a:lnTo>
                <a:lnTo>
                  <a:pt x="446" y="761"/>
                </a:lnTo>
                <a:lnTo>
                  <a:pt x="460" y="762"/>
                </a:lnTo>
                <a:lnTo>
                  <a:pt x="475" y="762"/>
                </a:lnTo>
                <a:lnTo>
                  <a:pt x="490" y="762"/>
                </a:lnTo>
                <a:lnTo>
                  <a:pt x="505" y="761"/>
                </a:lnTo>
                <a:lnTo>
                  <a:pt x="520" y="760"/>
                </a:lnTo>
                <a:lnTo>
                  <a:pt x="535" y="759"/>
                </a:lnTo>
                <a:lnTo>
                  <a:pt x="549" y="757"/>
                </a:lnTo>
                <a:lnTo>
                  <a:pt x="564" y="755"/>
                </a:lnTo>
                <a:lnTo>
                  <a:pt x="579" y="753"/>
                </a:lnTo>
                <a:lnTo>
                  <a:pt x="593" y="750"/>
                </a:lnTo>
                <a:lnTo>
                  <a:pt x="608" y="747"/>
                </a:lnTo>
                <a:lnTo>
                  <a:pt x="622" y="743"/>
                </a:lnTo>
                <a:lnTo>
                  <a:pt x="637" y="739"/>
                </a:lnTo>
                <a:lnTo>
                  <a:pt x="650" y="735"/>
                </a:lnTo>
                <a:lnTo>
                  <a:pt x="664" y="731"/>
                </a:lnTo>
                <a:lnTo>
                  <a:pt x="678" y="726"/>
                </a:lnTo>
                <a:lnTo>
                  <a:pt x="691" y="720"/>
                </a:lnTo>
                <a:lnTo>
                  <a:pt x="704" y="715"/>
                </a:lnTo>
                <a:lnTo>
                  <a:pt x="717" y="709"/>
                </a:lnTo>
                <a:lnTo>
                  <a:pt x="730" y="703"/>
                </a:lnTo>
                <a:lnTo>
                  <a:pt x="742" y="696"/>
                </a:lnTo>
                <a:lnTo>
                  <a:pt x="754" y="689"/>
                </a:lnTo>
                <a:lnTo>
                  <a:pt x="766" y="682"/>
                </a:lnTo>
                <a:lnTo>
                  <a:pt x="778" y="675"/>
                </a:lnTo>
                <a:lnTo>
                  <a:pt x="789" y="667"/>
                </a:lnTo>
                <a:lnTo>
                  <a:pt x="800" y="659"/>
                </a:lnTo>
                <a:lnTo>
                  <a:pt x="811" y="651"/>
                </a:lnTo>
                <a:lnTo>
                  <a:pt x="821" y="642"/>
                </a:lnTo>
                <a:lnTo>
                  <a:pt x="831" y="633"/>
                </a:lnTo>
                <a:lnTo>
                  <a:pt x="841" y="624"/>
                </a:lnTo>
                <a:lnTo>
                  <a:pt x="850" y="615"/>
                </a:lnTo>
                <a:lnTo>
                  <a:pt x="859" y="605"/>
                </a:lnTo>
                <a:lnTo>
                  <a:pt x="867" y="595"/>
                </a:lnTo>
                <a:lnTo>
                  <a:pt x="876" y="586"/>
                </a:lnTo>
                <a:lnTo>
                  <a:pt x="883" y="575"/>
                </a:lnTo>
                <a:lnTo>
                  <a:pt x="891" y="565"/>
                </a:lnTo>
                <a:lnTo>
                  <a:pt x="898" y="554"/>
                </a:lnTo>
                <a:lnTo>
                  <a:pt x="904" y="544"/>
                </a:lnTo>
                <a:lnTo>
                  <a:pt x="910" y="533"/>
                </a:lnTo>
                <a:lnTo>
                  <a:pt x="916" y="522"/>
                </a:lnTo>
                <a:lnTo>
                  <a:pt x="921" y="511"/>
                </a:lnTo>
                <a:lnTo>
                  <a:pt x="926" y="499"/>
                </a:lnTo>
                <a:lnTo>
                  <a:pt x="930" y="488"/>
                </a:lnTo>
                <a:lnTo>
                  <a:pt x="934" y="476"/>
                </a:lnTo>
                <a:lnTo>
                  <a:pt x="938" y="465"/>
                </a:lnTo>
                <a:lnTo>
                  <a:pt x="941" y="453"/>
                </a:lnTo>
                <a:lnTo>
                  <a:pt x="943" y="441"/>
                </a:lnTo>
                <a:lnTo>
                  <a:pt x="946" y="430"/>
                </a:lnTo>
                <a:lnTo>
                  <a:pt x="947" y="418"/>
                </a:lnTo>
                <a:lnTo>
                  <a:pt x="948" y="406"/>
                </a:lnTo>
                <a:lnTo>
                  <a:pt x="949" y="394"/>
                </a:lnTo>
                <a:lnTo>
                  <a:pt x="949" y="382"/>
                </a:lnTo>
                <a:moveTo>
                  <a:pt x="952" y="382"/>
                </a:moveTo>
                <a:lnTo>
                  <a:pt x="951" y="394"/>
                </a:lnTo>
                <a:lnTo>
                  <a:pt x="951" y="406"/>
                </a:lnTo>
                <a:lnTo>
                  <a:pt x="949" y="418"/>
                </a:lnTo>
                <a:lnTo>
                  <a:pt x="948" y="430"/>
                </a:lnTo>
                <a:lnTo>
                  <a:pt x="946" y="442"/>
                </a:lnTo>
                <a:lnTo>
                  <a:pt x="943" y="454"/>
                </a:lnTo>
                <a:lnTo>
                  <a:pt x="940" y="465"/>
                </a:lnTo>
                <a:lnTo>
                  <a:pt x="937" y="477"/>
                </a:lnTo>
                <a:lnTo>
                  <a:pt x="933" y="489"/>
                </a:lnTo>
                <a:lnTo>
                  <a:pt x="928" y="500"/>
                </a:lnTo>
                <a:lnTo>
                  <a:pt x="923" y="511"/>
                </a:lnTo>
                <a:lnTo>
                  <a:pt x="918" y="523"/>
                </a:lnTo>
                <a:lnTo>
                  <a:pt x="912" y="534"/>
                </a:lnTo>
                <a:lnTo>
                  <a:pt x="906" y="545"/>
                </a:lnTo>
                <a:lnTo>
                  <a:pt x="900" y="555"/>
                </a:lnTo>
                <a:lnTo>
                  <a:pt x="893" y="566"/>
                </a:lnTo>
                <a:lnTo>
                  <a:pt x="885" y="576"/>
                </a:lnTo>
                <a:lnTo>
                  <a:pt x="878" y="587"/>
                </a:lnTo>
                <a:lnTo>
                  <a:pt x="869" y="597"/>
                </a:lnTo>
                <a:lnTo>
                  <a:pt x="861" y="606"/>
                </a:lnTo>
                <a:lnTo>
                  <a:pt x="852" y="616"/>
                </a:lnTo>
                <a:lnTo>
                  <a:pt x="843" y="625"/>
                </a:lnTo>
                <a:lnTo>
                  <a:pt x="833" y="634"/>
                </a:lnTo>
                <a:lnTo>
                  <a:pt x="823" y="643"/>
                </a:lnTo>
                <a:lnTo>
                  <a:pt x="812" y="652"/>
                </a:lnTo>
                <a:lnTo>
                  <a:pt x="802" y="660"/>
                </a:lnTo>
                <a:lnTo>
                  <a:pt x="791" y="668"/>
                </a:lnTo>
                <a:lnTo>
                  <a:pt x="779" y="676"/>
                </a:lnTo>
                <a:lnTo>
                  <a:pt x="768" y="684"/>
                </a:lnTo>
                <a:lnTo>
                  <a:pt x="756" y="691"/>
                </a:lnTo>
                <a:lnTo>
                  <a:pt x="743" y="698"/>
                </a:lnTo>
                <a:lnTo>
                  <a:pt x="731" y="704"/>
                </a:lnTo>
                <a:lnTo>
                  <a:pt x="718" y="710"/>
                </a:lnTo>
                <a:lnTo>
                  <a:pt x="705" y="716"/>
                </a:lnTo>
                <a:lnTo>
                  <a:pt x="692" y="722"/>
                </a:lnTo>
                <a:lnTo>
                  <a:pt x="679" y="727"/>
                </a:lnTo>
                <a:lnTo>
                  <a:pt x="665" y="732"/>
                </a:lnTo>
                <a:lnTo>
                  <a:pt x="651" y="737"/>
                </a:lnTo>
                <a:lnTo>
                  <a:pt x="637" y="741"/>
                </a:lnTo>
                <a:lnTo>
                  <a:pt x="623" y="745"/>
                </a:lnTo>
                <a:lnTo>
                  <a:pt x="609" y="748"/>
                </a:lnTo>
                <a:lnTo>
                  <a:pt x="594" y="752"/>
                </a:lnTo>
                <a:lnTo>
                  <a:pt x="579" y="754"/>
                </a:lnTo>
                <a:lnTo>
                  <a:pt x="564" y="757"/>
                </a:lnTo>
                <a:lnTo>
                  <a:pt x="550" y="759"/>
                </a:lnTo>
                <a:lnTo>
                  <a:pt x="535" y="761"/>
                </a:lnTo>
                <a:lnTo>
                  <a:pt x="520" y="762"/>
                </a:lnTo>
                <a:lnTo>
                  <a:pt x="505" y="763"/>
                </a:lnTo>
                <a:lnTo>
                  <a:pt x="490" y="763"/>
                </a:lnTo>
                <a:lnTo>
                  <a:pt x="475" y="764"/>
                </a:lnTo>
                <a:lnTo>
                  <a:pt x="460" y="763"/>
                </a:lnTo>
                <a:lnTo>
                  <a:pt x="446" y="763"/>
                </a:lnTo>
                <a:lnTo>
                  <a:pt x="431" y="762"/>
                </a:lnTo>
                <a:lnTo>
                  <a:pt x="416" y="761"/>
                </a:lnTo>
                <a:lnTo>
                  <a:pt x="401" y="759"/>
                </a:lnTo>
                <a:lnTo>
                  <a:pt x="386" y="757"/>
                </a:lnTo>
                <a:lnTo>
                  <a:pt x="372" y="754"/>
                </a:lnTo>
                <a:lnTo>
                  <a:pt x="357" y="752"/>
                </a:lnTo>
                <a:lnTo>
                  <a:pt x="343" y="748"/>
                </a:lnTo>
                <a:lnTo>
                  <a:pt x="329" y="745"/>
                </a:lnTo>
                <a:lnTo>
                  <a:pt x="314" y="741"/>
                </a:lnTo>
                <a:lnTo>
                  <a:pt x="300" y="737"/>
                </a:lnTo>
                <a:lnTo>
                  <a:pt x="287" y="732"/>
                </a:lnTo>
                <a:lnTo>
                  <a:pt x="273" y="727"/>
                </a:lnTo>
                <a:lnTo>
                  <a:pt x="260" y="722"/>
                </a:lnTo>
                <a:lnTo>
                  <a:pt x="246" y="716"/>
                </a:lnTo>
                <a:lnTo>
                  <a:pt x="233" y="710"/>
                </a:lnTo>
                <a:lnTo>
                  <a:pt x="221" y="704"/>
                </a:lnTo>
                <a:lnTo>
                  <a:pt x="208" y="698"/>
                </a:lnTo>
                <a:lnTo>
                  <a:pt x="196" y="691"/>
                </a:lnTo>
                <a:lnTo>
                  <a:pt x="184" y="684"/>
                </a:lnTo>
                <a:lnTo>
                  <a:pt x="172" y="676"/>
                </a:lnTo>
                <a:lnTo>
                  <a:pt x="161" y="668"/>
                </a:lnTo>
                <a:lnTo>
                  <a:pt x="150" y="660"/>
                </a:lnTo>
                <a:lnTo>
                  <a:pt x="139" y="652"/>
                </a:lnTo>
                <a:lnTo>
                  <a:pt x="129" y="643"/>
                </a:lnTo>
                <a:lnTo>
                  <a:pt x="119" y="634"/>
                </a:lnTo>
                <a:lnTo>
                  <a:pt x="109" y="625"/>
                </a:lnTo>
                <a:lnTo>
                  <a:pt x="100" y="616"/>
                </a:lnTo>
                <a:lnTo>
                  <a:pt x="91" y="606"/>
                </a:lnTo>
                <a:lnTo>
                  <a:pt x="82" y="597"/>
                </a:lnTo>
                <a:lnTo>
                  <a:pt x="74" y="587"/>
                </a:lnTo>
                <a:lnTo>
                  <a:pt x="66" y="576"/>
                </a:lnTo>
                <a:lnTo>
                  <a:pt x="59" y="566"/>
                </a:lnTo>
                <a:lnTo>
                  <a:pt x="52" y="555"/>
                </a:lnTo>
                <a:lnTo>
                  <a:pt x="45" y="545"/>
                </a:lnTo>
                <a:lnTo>
                  <a:pt x="39" y="534"/>
                </a:lnTo>
                <a:lnTo>
                  <a:pt x="34" y="523"/>
                </a:lnTo>
                <a:lnTo>
                  <a:pt x="28" y="511"/>
                </a:lnTo>
                <a:lnTo>
                  <a:pt x="23" y="500"/>
                </a:lnTo>
                <a:lnTo>
                  <a:pt x="19" y="489"/>
                </a:lnTo>
                <a:lnTo>
                  <a:pt x="15" y="477"/>
                </a:lnTo>
                <a:lnTo>
                  <a:pt x="12" y="465"/>
                </a:lnTo>
                <a:lnTo>
                  <a:pt x="9" y="454"/>
                </a:lnTo>
                <a:lnTo>
                  <a:pt x="6" y="442"/>
                </a:lnTo>
                <a:lnTo>
                  <a:pt x="4" y="430"/>
                </a:lnTo>
                <a:lnTo>
                  <a:pt x="2" y="418"/>
                </a:lnTo>
                <a:lnTo>
                  <a:pt x="1" y="406"/>
                </a:lnTo>
                <a:lnTo>
                  <a:pt x="0" y="394"/>
                </a:lnTo>
                <a:lnTo>
                  <a:pt x="0" y="382"/>
                </a:lnTo>
                <a:lnTo>
                  <a:pt x="0" y="370"/>
                </a:lnTo>
                <a:lnTo>
                  <a:pt x="1" y="358"/>
                </a:lnTo>
                <a:lnTo>
                  <a:pt x="2" y="346"/>
                </a:lnTo>
                <a:lnTo>
                  <a:pt x="4" y="334"/>
                </a:lnTo>
                <a:lnTo>
                  <a:pt x="6" y="322"/>
                </a:lnTo>
                <a:lnTo>
                  <a:pt x="9" y="311"/>
                </a:lnTo>
                <a:lnTo>
                  <a:pt x="12" y="299"/>
                </a:lnTo>
                <a:lnTo>
                  <a:pt x="15" y="287"/>
                </a:lnTo>
                <a:lnTo>
                  <a:pt x="19" y="276"/>
                </a:lnTo>
                <a:lnTo>
                  <a:pt x="23" y="264"/>
                </a:lnTo>
                <a:lnTo>
                  <a:pt x="28" y="253"/>
                </a:lnTo>
                <a:lnTo>
                  <a:pt x="34" y="242"/>
                </a:lnTo>
                <a:lnTo>
                  <a:pt x="39" y="231"/>
                </a:lnTo>
                <a:lnTo>
                  <a:pt x="45" y="220"/>
                </a:lnTo>
                <a:lnTo>
                  <a:pt x="52" y="208"/>
                </a:lnTo>
                <a:lnTo>
                  <a:pt x="59" y="197"/>
                </a:lnTo>
                <a:lnTo>
                  <a:pt x="66" y="187"/>
                </a:lnTo>
                <a:lnTo>
                  <a:pt x="74" y="177"/>
                </a:lnTo>
                <a:lnTo>
                  <a:pt x="82" y="167"/>
                </a:lnTo>
                <a:lnTo>
                  <a:pt x="91" y="157"/>
                </a:lnTo>
                <a:lnTo>
                  <a:pt x="100" y="147"/>
                </a:lnTo>
                <a:lnTo>
                  <a:pt x="109" y="138"/>
                </a:lnTo>
                <a:lnTo>
                  <a:pt x="119" y="129"/>
                </a:lnTo>
                <a:lnTo>
                  <a:pt x="129" y="120"/>
                </a:lnTo>
                <a:lnTo>
                  <a:pt x="139" y="111"/>
                </a:lnTo>
                <a:lnTo>
                  <a:pt x="150" y="103"/>
                </a:lnTo>
                <a:lnTo>
                  <a:pt x="161" y="95"/>
                </a:lnTo>
                <a:lnTo>
                  <a:pt x="172" y="87"/>
                </a:lnTo>
                <a:lnTo>
                  <a:pt x="184" y="80"/>
                </a:lnTo>
                <a:lnTo>
                  <a:pt x="196" y="72"/>
                </a:lnTo>
                <a:lnTo>
                  <a:pt x="208" y="66"/>
                </a:lnTo>
                <a:lnTo>
                  <a:pt x="221" y="59"/>
                </a:lnTo>
                <a:lnTo>
                  <a:pt x="233" y="53"/>
                </a:lnTo>
                <a:lnTo>
                  <a:pt x="246" y="47"/>
                </a:lnTo>
                <a:lnTo>
                  <a:pt x="260" y="41"/>
                </a:lnTo>
                <a:lnTo>
                  <a:pt x="273" y="36"/>
                </a:lnTo>
                <a:lnTo>
                  <a:pt x="287" y="31"/>
                </a:lnTo>
                <a:lnTo>
                  <a:pt x="300" y="26"/>
                </a:lnTo>
                <a:lnTo>
                  <a:pt x="314" y="22"/>
                </a:lnTo>
                <a:lnTo>
                  <a:pt x="329" y="18"/>
                </a:lnTo>
                <a:lnTo>
                  <a:pt x="343" y="15"/>
                </a:lnTo>
                <a:lnTo>
                  <a:pt x="357" y="12"/>
                </a:lnTo>
                <a:lnTo>
                  <a:pt x="372" y="9"/>
                </a:lnTo>
                <a:lnTo>
                  <a:pt x="386" y="6"/>
                </a:lnTo>
                <a:lnTo>
                  <a:pt x="401" y="4"/>
                </a:lnTo>
                <a:lnTo>
                  <a:pt x="416" y="3"/>
                </a:lnTo>
                <a:lnTo>
                  <a:pt x="431" y="1"/>
                </a:lnTo>
                <a:lnTo>
                  <a:pt x="446" y="0"/>
                </a:lnTo>
                <a:lnTo>
                  <a:pt x="460" y="0"/>
                </a:lnTo>
                <a:lnTo>
                  <a:pt x="475" y="0"/>
                </a:lnTo>
                <a:lnTo>
                  <a:pt x="490" y="0"/>
                </a:lnTo>
                <a:lnTo>
                  <a:pt x="505" y="0"/>
                </a:lnTo>
                <a:lnTo>
                  <a:pt x="520" y="1"/>
                </a:lnTo>
                <a:lnTo>
                  <a:pt x="535" y="3"/>
                </a:lnTo>
                <a:lnTo>
                  <a:pt x="550" y="4"/>
                </a:lnTo>
                <a:lnTo>
                  <a:pt x="564" y="6"/>
                </a:lnTo>
                <a:lnTo>
                  <a:pt x="579" y="9"/>
                </a:lnTo>
                <a:lnTo>
                  <a:pt x="594" y="12"/>
                </a:lnTo>
                <a:lnTo>
                  <a:pt x="609" y="15"/>
                </a:lnTo>
                <a:lnTo>
                  <a:pt x="623" y="18"/>
                </a:lnTo>
                <a:lnTo>
                  <a:pt x="637" y="22"/>
                </a:lnTo>
                <a:lnTo>
                  <a:pt x="651" y="26"/>
                </a:lnTo>
                <a:lnTo>
                  <a:pt x="665" y="31"/>
                </a:lnTo>
                <a:lnTo>
                  <a:pt x="679" y="36"/>
                </a:lnTo>
                <a:lnTo>
                  <a:pt x="692" y="41"/>
                </a:lnTo>
                <a:lnTo>
                  <a:pt x="705" y="47"/>
                </a:lnTo>
                <a:lnTo>
                  <a:pt x="718" y="53"/>
                </a:lnTo>
                <a:lnTo>
                  <a:pt x="731" y="59"/>
                </a:lnTo>
                <a:lnTo>
                  <a:pt x="743" y="66"/>
                </a:lnTo>
                <a:lnTo>
                  <a:pt x="756" y="72"/>
                </a:lnTo>
                <a:lnTo>
                  <a:pt x="768" y="80"/>
                </a:lnTo>
                <a:lnTo>
                  <a:pt x="779" y="87"/>
                </a:lnTo>
                <a:lnTo>
                  <a:pt x="791" y="95"/>
                </a:lnTo>
                <a:lnTo>
                  <a:pt x="802" y="103"/>
                </a:lnTo>
                <a:lnTo>
                  <a:pt x="812" y="111"/>
                </a:lnTo>
                <a:lnTo>
                  <a:pt x="823" y="120"/>
                </a:lnTo>
                <a:lnTo>
                  <a:pt x="833" y="129"/>
                </a:lnTo>
                <a:lnTo>
                  <a:pt x="843" y="138"/>
                </a:lnTo>
                <a:lnTo>
                  <a:pt x="852" y="147"/>
                </a:lnTo>
                <a:lnTo>
                  <a:pt x="861" y="157"/>
                </a:lnTo>
                <a:lnTo>
                  <a:pt x="869" y="167"/>
                </a:lnTo>
                <a:lnTo>
                  <a:pt x="878" y="177"/>
                </a:lnTo>
                <a:lnTo>
                  <a:pt x="885" y="187"/>
                </a:lnTo>
                <a:lnTo>
                  <a:pt x="893" y="197"/>
                </a:lnTo>
                <a:lnTo>
                  <a:pt x="900" y="208"/>
                </a:lnTo>
                <a:lnTo>
                  <a:pt x="906" y="220"/>
                </a:lnTo>
                <a:lnTo>
                  <a:pt x="912" y="231"/>
                </a:lnTo>
                <a:lnTo>
                  <a:pt x="918" y="242"/>
                </a:lnTo>
                <a:lnTo>
                  <a:pt x="923" y="253"/>
                </a:lnTo>
                <a:lnTo>
                  <a:pt x="928" y="264"/>
                </a:lnTo>
                <a:lnTo>
                  <a:pt x="933" y="276"/>
                </a:lnTo>
                <a:lnTo>
                  <a:pt x="937" y="287"/>
                </a:lnTo>
                <a:lnTo>
                  <a:pt x="940" y="299"/>
                </a:lnTo>
                <a:lnTo>
                  <a:pt x="943" y="311"/>
                </a:lnTo>
                <a:lnTo>
                  <a:pt x="946" y="322"/>
                </a:lnTo>
                <a:lnTo>
                  <a:pt x="948" y="334"/>
                </a:lnTo>
                <a:lnTo>
                  <a:pt x="949" y="346"/>
                </a:lnTo>
                <a:lnTo>
                  <a:pt x="951" y="358"/>
                </a:lnTo>
                <a:lnTo>
                  <a:pt x="951" y="370"/>
                </a:lnTo>
                <a:lnTo>
                  <a:pt x="952" y="382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9" name=""/>
          <p:cNvSpPr/>
          <p:nvPr/>
        </p:nvSpPr>
        <p:spPr>
          <a:xfrm>
            <a:off x="2683440" y="1703880"/>
            <a:ext cx="352440" cy="283320"/>
          </a:xfrm>
          <a:custGeom>
            <a:avLst/>
            <a:gdLst/>
            <a:ahLst/>
            <a:rect l="0" t="0" r="r" b="b"/>
            <a:pathLst>
              <a:path w="979" h="787">
                <a:moveTo>
                  <a:pt x="966" y="394"/>
                </a:moveTo>
                <a:lnTo>
                  <a:pt x="965" y="382"/>
                </a:lnTo>
                <a:lnTo>
                  <a:pt x="965" y="369"/>
                </a:lnTo>
                <a:lnTo>
                  <a:pt x="963" y="357"/>
                </a:lnTo>
                <a:lnTo>
                  <a:pt x="962" y="345"/>
                </a:lnTo>
                <a:lnTo>
                  <a:pt x="960" y="333"/>
                </a:lnTo>
                <a:lnTo>
                  <a:pt x="957" y="322"/>
                </a:lnTo>
                <a:lnTo>
                  <a:pt x="954" y="310"/>
                </a:lnTo>
                <a:lnTo>
                  <a:pt x="951" y="298"/>
                </a:lnTo>
                <a:lnTo>
                  <a:pt x="947" y="287"/>
                </a:lnTo>
                <a:lnTo>
                  <a:pt x="942" y="275"/>
                </a:lnTo>
                <a:lnTo>
                  <a:pt x="937" y="264"/>
                </a:lnTo>
                <a:lnTo>
                  <a:pt x="932" y="253"/>
                </a:lnTo>
                <a:lnTo>
                  <a:pt x="926" y="242"/>
                </a:lnTo>
                <a:lnTo>
                  <a:pt x="920" y="231"/>
                </a:lnTo>
                <a:lnTo>
                  <a:pt x="914" y="220"/>
                </a:lnTo>
                <a:lnTo>
                  <a:pt x="907" y="209"/>
                </a:lnTo>
                <a:lnTo>
                  <a:pt x="899" y="199"/>
                </a:lnTo>
                <a:lnTo>
                  <a:pt x="892" y="189"/>
                </a:lnTo>
                <a:lnTo>
                  <a:pt x="883" y="179"/>
                </a:lnTo>
                <a:lnTo>
                  <a:pt x="875" y="169"/>
                </a:lnTo>
                <a:lnTo>
                  <a:pt x="866" y="159"/>
                </a:lnTo>
                <a:lnTo>
                  <a:pt x="856" y="150"/>
                </a:lnTo>
                <a:lnTo>
                  <a:pt x="846" y="141"/>
                </a:lnTo>
                <a:lnTo>
                  <a:pt x="836" y="132"/>
                </a:lnTo>
                <a:lnTo>
                  <a:pt x="825" y="123"/>
                </a:lnTo>
                <a:lnTo>
                  <a:pt x="815" y="115"/>
                </a:lnTo>
                <a:lnTo>
                  <a:pt x="804" y="107"/>
                </a:lnTo>
                <a:lnTo>
                  <a:pt x="792" y="99"/>
                </a:lnTo>
                <a:lnTo>
                  <a:pt x="781" y="92"/>
                </a:lnTo>
                <a:lnTo>
                  <a:pt x="769" y="84"/>
                </a:lnTo>
                <a:lnTo>
                  <a:pt x="756" y="78"/>
                </a:lnTo>
                <a:lnTo>
                  <a:pt x="744" y="71"/>
                </a:lnTo>
                <a:lnTo>
                  <a:pt x="731" y="65"/>
                </a:lnTo>
                <a:lnTo>
                  <a:pt x="718" y="59"/>
                </a:lnTo>
                <a:lnTo>
                  <a:pt x="705" y="53"/>
                </a:lnTo>
                <a:lnTo>
                  <a:pt x="692" y="48"/>
                </a:lnTo>
                <a:lnTo>
                  <a:pt x="678" y="43"/>
                </a:lnTo>
                <a:lnTo>
                  <a:pt x="664" y="38"/>
                </a:lnTo>
                <a:lnTo>
                  <a:pt x="650" y="34"/>
                </a:lnTo>
                <a:lnTo>
                  <a:pt x="636" y="30"/>
                </a:lnTo>
                <a:lnTo>
                  <a:pt x="622" y="27"/>
                </a:lnTo>
                <a:lnTo>
                  <a:pt x="608" y="24"/>
                </a:lnTo>
                <a:lnTo>
                  <a:pt x="593" y="21"/>
                </a:lnTo>
                <a:lnTo>
                  <a:pt x="578" y="18"/>
                </a:lnTo>
                <a:lnTo>
                  <a:pt x="564" y="16"/>
                </a:lnTo>
                <a:lnTo>
                  <a:pt x="549" y="15"/>
                </a:lnTo>
                <a:lnTo>
                  <a:pt x="534" y="13"/>
                </a:lnTo>
                <a:lnTo>
                  <a:pt x="519" y="12"/>
                </a:lnTo>
                <a:lnTo>
                  <a:pt x="504" y="12"/>
                </a:lnTo>
                <a:lnTo>
                  <a:pt x="489" y="12"/>
                </a:lnTo>
                <a:lnTo>
                  <a:pt x="474" y="12"/>
                </a:lnTo>
                <a:lnTo>
                  <a:pt x="460" y="12"/>
                </a:lnTo>
                <a:lnTo>
                  <a:pt x="445" y="13"/>
                </a:lnTo>
                <a:lnTo>
                  <a:pt x="430" y="15"/>
                </a:lnTo>
                <a:lnTo>
                  <a:pt x="415" y="16"/>
                </a:lnTo>
                <a:lnTo>
                  <a:pt x="400" y="18"/>
                </a:lnTo>
                <a:lnTo>
                  <a:pt x="386" y="21"/>
                </a:lnTo>
                <a:lnTo>
                  <a:pt x="371" y="24"/>
                </a:lnTo>
                <a:lnTo>
                  <a:pt x="357" y="27"/>
                </a:lnTo>
                <a:lnTo>
                  <a:pt x="343" y="30"/>
                </a:lnTo>
                <a:lnTo>
                  <a:pt x="328" y="34"/>
                </a:lnTo>
                <a:lnTo>
                  <a:pt x="314" y="38"/>
                </a:lnTo>
                <a:lnTo>
                  <a:pt x="301" y="43"/>
                </a:lnTo>
                <a:lnTo>
                  <a:pt x="287" y="48"/>
                </a:lnTo>
                <a:lnTo>
                  <a:pt x="274" y="53"/>
                </a:lnTo>
                <a:lnTo>
                  <a:pt x="260" y="59"/>
                </a:lnTo>
                <a:lnTo>
                  <a:pt x="247" y="65"/>
                </a:lnTo>
                <a:lnTo>
                  <a:pt x="235" y="71"/>
                </a:lnTo>
                <a:lnTo>
                  <a:pt x="222" y="78"/>
                </a:lnTo>
                <a:lnTo>
                  <a:pt x="210" y="84"/>
                </a:lnTo>
                <a:lnTo>
                  <a:pt x="198" y="92"/>
                </a:lnTo>
                <a:lnTo>
                  <a:pt x="186" y="99"/>
                </a:lnTo>
                <a:lnTo>
                  <a:pt x="175" y="107"/>
                </a:lnTo>
                <a:lnTo>
                  <a:pt x="164" y="115"/>
                </a:lnTo>
                <a:lnTo>
                  <a:pt x="153" y="123"/>
                </a:lnTo>
                <a:lnTo>
                  <a:pt x="143" y="132"/>
                </a:lnTo>
                <a:lnTo>
                  <a:pt x="133" y="141"/>
                </a:lnTo>
                <a:lnTo>
                  <a:pt x="123" y="150"/>
                </a:lnTo>
                <a:lnTo>
                  <a:pt x="114" y="159"/>
                </a:lnTo>
                <a:lnTo>
                  <a:pt x="105" y="169"/>
                </a:lnTo>
                <a:lnTo>
                  <a:pt x="96" y="179"/>
                </a:lnTo>
                <a:lnTo>
                  <a:pt x="88" y="189"/>
                </a:lnTo>
                <a:lnTo>
                  <a:pt x="80" y="199"/>
                </a:lnTo>
                <a:lnTo>
                  <a:pt x="73" y="209"/>
                </a:lnTo>
                <a:lnTo>
                  <a:pt x="66" y="220"/>
                </a:lnTo>
                <a:lnTo>
                  <a:pt x="59" y="231"/>
                </a:lnTo>
                <a:lnTo>
                  <a:pt x="53" y="242"/>
                </a:lnTo>
                <a:lnTo>
                  <a:pt x="48" y="253"/>
                </a:lnTo>
                <a:lnTo>
                  <a:pt x="42" y="264"/>
                </a:lnTo>
                <a:lnTo>
                  <a:pt x="37" y="275"/>
                </a:lnTo>
                <a:lnTo>
                  <a:pt x="33" y="287"/>
                </a:lnTo>
                <a:lnTo>
                  <a:pt x="29" y="298"/>
                </a:lnTo>
                <a:lnTo>
                  <a:pt x="26" y="310"/>
                </a:lnTo>
                <a:lnTo>
                  <a:pt x="23" y="322"/>
                </a:lnTo>
                <a:lnTo>
                  <a:pt x="20" y="333"/>
                </a:lnTo>
                <a:lnTo>
                  <a:pt x="18" y="345"/>
                </a:lnTo>
                <a:lnTo>
                  <a:pt x="16" y="357"/>
                </a:lnTo>
                <a:lnTo>
                  <a:pt x="15" y="369"/>
                </a:lnTo>
                <a:lnTo>
                  <a:pt x="14" y="382"/>
                </a:lnTo>
                <a:lnTo>
                  <a:pt x="14" y="394"/>
                </a:lnTo>
                <a:lnTo>
                  <a:pt x="14" y="406"/>
                </a:lnTo>
                <a:lnTo>
                  <a:pt x="15" y="418"/>
                </a:lnTo>
                <a:lnTo>
                  <a:pt x="16" y="430"/>
                </a:lnTo>
                <a:lnTo>
                  <a:pt x="18" y="442"/>
                </a:lnTo>
                <a:lnTo>
                  <a:pt x="20" y="454"/>
                </a:lnTo>
                <a:lnTo>
                  <a:pt x="23" y="466"/>
                </a:lnTo>
                <a:lnTo>
                  <a:pt x="26" y="477"/>
                </a:lnTo>
                <a:lnTo>
                  <a:pt x="29" y="489"/>
                </a:lnTo>
                <a:lnTo>
                  <a:pt x="33" y="501"/>
                </a:lnTo>
                <a:lnTo>
                  <a:pt x="37" y="512"/>
                </a:lnTo>
                <a:lnTo>
                  <a:pt x="42" y="523"/>
                </a:lnTo>
                <a:lnTo>
                  <a:pt x="48" y="535"/>
                </a:lnTo>
                <a:lnTo>
                  <a:pt x="53" y="546"/>
                </a:lnTo>
                <a:lnTo>
                  <a:pt x="59" y="557"/>
                </a:lnTo>
                <a:lnTo>
                  <a:pt x="66" y="567"/>
                </a:lnTo>
                <a:lnTo>
                  <a:pt x="73" y="578"/>
                </a:lnTo>
                <a:lnTo>
                  <a:pt x="80" y="588"/>
                </a:lnTo>
                <a:lnTo>
                  <a:pt x="88" y="599"/>
                </a:lnTo>
                <a:lnTo>
                  <a:pt x="96" y="609"/>
                </a:lnTo>
                <a:lnTo>
                  <a:pt x="105" y="618"/>
                </a:lnTo>
                <a:lnTo>
                  <a:pt x="114" y="628"/>
                </a:lnTo>
                <a:lnTo>
                  <a:pt x="123" y="637"/>
                </a:lnTo>
                <a:lnTo>
                  <a:pt x="133" y="646"/>
                </a:lnTo>
                <a:lnTo>
                  <a:pt x="143" y="655"/>
                </a:lnTo>
                <a:lnTo>
                  <a:pt x="153" y="664"/>
                </a:lnTo>
                <a:lnTo>
                  <a:pt x="164" y="672"/>
                </a:lnTo>
                <a:lnTo>
                  <a:pt x="175" y="680"/>
                </a:lnTo>
                <a:lnTo>
                  <a:pt x="186" y="688"/>
                </a:lnTo>
                <a:lnTo>
                  <a:pt x="198" y="696"/>
                </a:lnTo>
                <a:lnTo>
                  <a:pt x="210" y="703"/>
                </a:lnTo>
                <a:lnTo>
                  <a:pt x="222" y="710"/>
                </a:lnTo>
                <a:lnTo>
                  <a:pt x="235" y="716"/>
                </a:lnTo>
                <a:lnTo>
                  <a:pt x="247" y="722"/>
                </a:lnTo>
                <a:lnTo>
                  <a:pt x="260" y="728"/>
                </a:lnTo>
                <a:lnTo>
                  <a:pt x="274" y="734"/>
                </a:lnTo>
                <a:lnTo>
                  <a:pt x="287" y="739"/>
                </a:lnTo>
                <a:lnTo>
                  <a:pt x="301" y="744"/>
                </a:lnTo>
                <a:lnTo>
                  <a:pt x="314" y="749"/>
                </a:lnTo>
                <a:lnTo>
                  <a:pt x="328" y="753"/>
                </a:lnTo>
                <a:lnTo>
                  <a:pt x="343" y="757"/>
                </a:lnTo>
                <a:lnTo>
                  <a:pt x="357" y="760"/>
                </a:lnTo>
                <a:lnTo>
                  <a:pt x="371" y="764"/>
                </a:lnTo>
                <a:lnTo>
                  <a:pt x="386" y="766"/>
                </a:lnTo>
                <a:lnTo>
                  <a:pt x="400" y="769"/>
                </a:lnTo>
                <a:lnTo>
                  <a:pt x="415" y="771"/>
                </a:lnTo>
                <a:lnTo>
                  <a:pt x="430" y="773"/>
                </a:lnTo>
                <a:lnTo>
                  <a:pt x="445" y="774"/>
                </a:lnTo>
                <a:lnTo>
                  <a:pt x="460" y="775"/>
                </a:lnTo>
                <a:lnTo>
                  <a:pt x="474" y="775"/>
                </a:lnTo>
                <a:lnTo>
                  <a:pt x="489" y="776"/>
                </a:lnTo>
                <a:lnTo>
                  <a:pt x="504" y="775"/>
                </a:lnTo>
                <a:lnTo>
                  <a:pt x="519" y="775"/>
                </a:lnTo>
                <a:lnTo>
                  <a:pt x="534" y="774"/>
                </a:lnTo>
                <a:lnTo>
                  <a:pt x="549" y="773"/>
                </a:lnTo>
                <a:lnTo>
                  <a:pt x="564" y="771"/>
                </a:lnTo>
                <a:lnTo>
                  <a:pt x="578" y="769"/>
                </a:lnTo>
                <a:lnTo>
                  <a:pt x="593" y="766"/>
                </a:lnTo>
                <a:lnTo>
                  <a:pt x="608" y="764"/>
                </a:lnTo>
                <a:lnTo>
                  <a:pt x="622" y="760"/>
                </a:lnTo>
                <a:lnTo>
                  <a:pt x="636" y="757"/>
                </a:lnTo>
                <a:lnTo>
                  <a:pt x="650" y="753"/>
                </a:lnTo>
                <a:lnTo>
                  <a:pt x="664" y="749"/>
                </a:lnTo>
                <a:lnTo>
                  <a:pt x="678" y="744"/>
                </a:lnTo>
                <a:lnTo>
                  <a:pt x="692" y="739"/>
                </a:lnTo>
                <a:lnTo>
                  <a:pt x="705" y="734"/>
                </a:lnTo>
                <a:lnTo>
                  <a:pt x="718" y="728"/>
                </a:lnTo>
                <a:lnTo>
                  <a:pt x="731" y="722"/>
                </a:lnTo>
                <a:lnTo>
                  <a:pt x="744" y="716"/>
                </a:lnTo>
                <a:lnTo>
                  <a:pt x="756" y="710"/>
                </a:lnTo>
                <a:lnTo>
                  <a:pt x="769" y="703"/>
                </a:lnTo>
                <a:lnTo>
                  <a:pt x="781" y="696"/>
                </a:lnTo>
                <a:lnTo>
                  <a:pt x="792" y="688"/>
                </a:lnTo>
                <a:lnTo>
                  <a:pt x="804" y="680"/>
                </a:lnTo>
                <a:lnTo>
                  <a:pt x="815" y="672"/>
                </a:lnTo>
                <a:lnTo>
                  <a:pt x="825" y="664"/>
                </a:lnTo>
                <a:lnTo>
                  <a:pt x="836" y="655"/>
                </a:lnTo>
                <a:lnTo>
                  <a:pt x="846" y="646"/>
                </a:lnTo>
                <a:lnTo>
                  <a:pt x="856" y="637"/>
                </a:lnTo>
                <a:lnTo>
                  <a:pt x="866" y="628"/>
                </a:lnTo>
                <a:lnTo>
                  <a:pt x="875" y="618"/>
                </a:lnTo>
                <a:lnTo>
                  <a:pt x="883" y="609"/>
                </a:lnTo>
                <a:lnTo>
                  <a:pt x="892" y="599"/>
                </a:lnTo>
                <a:lnTo>
                  <a:pt x="899" y="588"/>
                </a:lnTo>
                <a:lnTo>
                  <a:pt x="907" y="578"/>
                </a:lnTo>
                <a:lnTo>
                  <a:pt x="914" y="567"/>
                </a:lnTo>
                <a:lnTo>
                  <a:pt x="920" y="557"/>
                </a:lnTo>
                <a:lnTo>
                  <a:pt x="926" y="546"/>
                </a:lnTo>
                <a:lnTo>
                  <a:pt x="932" y="535"/>
                </a:lnTo>
                <a:lnTo>
                  <a:pt x="937" y="523"/>
                </a:lnTo>
                <a:lnTo>
                  <a:pt x="942" y="512"/>
                </a:lnTo>
                <a:lnTo>
                  <a:pt x="947" y="501"/>
                </a:lnTo>
                <a:lnTo>
                  <a:pt x="951" y="489"/>
                </a:lnTo>
                <a:lnTo>
                  <a:pt x="954" y="477"/>
                </a:lnTo>
                <a:lnTo>
                  <a:pt x="957" y="466"/>
                </a:lnTo>
                <a:lnTo>
                  <a:pt x="960" y="454"/>
                </a:lnTo>
                <a:lnTo>
                  <a:pt x="962" y="442"/>
                </a:lnTo>
                <a:lnTo>
                  <a:pt x="963" y="430"/>
                </a:lnTo>
                <a:lnTo>
                  <a:pt x="965" y="418"/>
                </a:lnTo>
                <a:lnTo>
                  <a:pt x="965" y="406"/>
                </a:lnTo>
                <a:lnTo>
                  <a:pt x="966" y="394"/>
                </a:lnTo>
                <a:moveTo>
                  <a:pt x="979" y="394"/>
                </a:moveTo>
                <a:lnTo>
                  <a:pt x="979" y="406"/>
                </a:lnTo>
                <a:lnTo>
                  <a:pt x="978" y="419"/>
                </a:lnTo>
                <a:lnTo>
                  <a:pt x="977" y="431"/>
                </a:lnTo>
                <a:lnTo>
                  <a:pt x="976" y="443"/>
                </a:lnTo>
                <a:lnTo>
                  <a:pt x="973" y="455"/>
                </a:lnTo>
                <a:lnTo>
                  <a:pt x="971" y="468"/>
                </a:lnTo>
                <a:lnTo>
                  <a:pt x="968" y="480"/>
                </a:lnTo>
                <a:lnTo>
                  <a:pt x="964" y="492"/>
                </a:lnTo>
                <a:lnTo>
                  <a:pt x="960" y="504"/>
                </a:lnTo>
                <a:lnTo>
                  <a:pt x="955" y="515"/>
                </a:lnTo>
                <a:lnTo>
                  <a:pt x="950" y="527"/>
                </a:lnTo>
                <a:lnTo>
                  <a:pt x="945" y="539"/>
                </a:lnTo>
                <a:lnTo>
                  <a:pt x="939" y="550"/>
                </a:lnTo>
                <a:lnTo>
                  <a:pt x="933" y="561"/>
                </a:lnTo>
                <a:lnTo>
                  <a:pt x="926" y="572"/>
                </a:lnTo>
                <a:lnTo>
                  <a:pt x="919" y="583"/>
                </a:lnTo>
                <a:lnTo>
                  <a:pt x="911" y="594"/>
                </a:lnTo>
                <a:lnTo>
                  <a:pt x="903" y="604"/>
                </a:lnTo>
                <a:lnTo>
                  <a:pt x="895" y="615"/>
                </a:lnTo>
                <a:lnTo>
                  <a:pt x="886" y="625"/>
                </a:lnTo>
                <a:lnTo>
                  <a:pt x="877" y="635"/>
                </a:lnTo>
                <a:lnTo>
                  <a:pt x="867" y="644"/>
                </a:lnTo>
                <a:lnTo>
                  <a:pt x="856" y="654"/>
                </a:lnTo>
                <a:lnTo>
                  <a:pt x="846" y="663"/>
                </a:lnTo>
                <a:lnTo>
                  <a:pt x="835" y="672"/>
                </a:lnTo>
                <a:lnTo>
                  <a:pt x="824" y="680"/>
                </a:lnTo>
                <a:lnTo>
                  <a:pt x="813" y="689"/>
                </a:lnTo>
                <a:lnTo>
                  <a:pt x="801" y="697"/>
                </a:lnTo>
                <a:lnTo>
                  <a:pt x="789" y="704"/>
                </a:lnTo>
                <a:lnTo>
                  <a:pt x="777" y="712"/>
                </a:lnTo>
                <a:lnTo>
                  <a:pt x="764" y="719"/>
                </a:lnTo>
                <a:lnTo>
                  <a:pt x="751" y="726"/>
                </a:lnTo>
                <a:lnTo>
                  <a:pt x="738" y="732"/>
                </a:lnTo>
                <a:lnTo>
                  <a:pt x="725" y="738"/>
                </a:lnTo>
                <a:lnTo>
                  <a:pt x="711" y="744"/>
                </a:lnTo>
                <a:lnTo>
                  <a:pt x="698" y="749"/>
                </a:lnTo>
                <a:lnTo>
                  <a:pt x="684" y="754"/>
                </a:lnTo>
                <a:lnTo>
                  <a:pt x="669" y="759"/>
                </a:lnTo>
                <a:lnTo>
                  <a:pt x="655" y="763"/>
                </a:lnTo>
                <a:lnTo>
                  <a:pt x="640" y="767"/>
                </a:lnTo>
                <a:lnTo>
                  <a:pt x="626" y="771"/>
                </a:lnTo>
                <a:lnTo>
                  <a:pt x="611" y="774"/>
                </a:lnTo>
                <a:lnTo>
                  <a:pt x="596" y="777"/>
                </a:lnTo>
                <a:lnTo>
                  <a:pt x="581" y="780"/>
                </a:lnTo>
                <a:lnTo>
                  <a:pt x="566" y="782"/>
                </a:lnTo>
                <a:lnTo>
                  <a:pt x="551" y="784"/>
                </a:lnTo>
                <a:lnTo>
                  <a:pt x="535" y="785"/>
                </a:lnTo>
                <a:lnTo>
                  <a:pt x="520" y="786"/>
                </a:lnTo>
                <a:lnTo>
                  <a:pt x="505" y="787"/>
                </a:lnTo>
                <a:lnTo>
                  <a:pt x="489" y="787"/>
                </a:lnTo>
                <a:lnTo>
                  <a:pt x="474" y="787"/>
                </a:lnTo>
                <a:lnTo>
                  <a:pt x="459" y="786"/>
                </a:lnTo>
                <a:lnTo>
                  <a:pt x="443" y="785"/>
                </a:lnTo>
                <a:lnTo>
                  <a:pt x="428" y="784"/>
                </a:lnTo>
                <a:lnTo>
                  <a:pt x="413" y="782"/>
                </a:lnTo>
                <a:lnTo>
                  <a:pt x="398" y="780"/>
                </a:lnTo>
                <a:lnTo>
                  <a:pt x="383" y="777"/>
                </a:lnTo>
                <a:lnTo>
                  <a:pt x="368" y="774"/>
                </a:lnTo>
                <a:lnTo>
                  <a:pt x="353" y="771"/>
                </a:lnTo>
                <a:lnTo>
                  <a:pt x="338" y="767"/>
                </a:lnTo>
                <a:lnTo>
                  <a:pt x="324" y="763"/>
                </a:lnTo>
                <a:lnTo>
                  <a:pt x="309" y="759"/>
                </a:lnTo>
                <a:lnTo>
                  <a:pt x="295" y="754"/>
                </a:lnTo>
                <a:lnTo>
                  <a:pt x="281" y="749"/>
                </a:lnTo>
                <a:lnTo>
                  <a:pt x="267" y="744"/>
                </a:lnTo>
                <a:lnTo>
                  <a:pt x="254" y="738"/>
                </a:lnTo>
                <a:lnTo>
                  <a:pt x="240" y="732"/>
                </a:lnTo>
                <a:lnTo>
                  <a:pt x="227" y="726"/>
                </a:lnTo>
                <a:lnTo>
                  <a:pt x="214" y="719"/>
                </a:lnTo>
                <a:lnTo>
                  <a:pt x="202" y="712"/>
                </a:lnTo>
                <a:lnTo>
                  <a:pt x="190" y="704"/>
                </a:lnTo>
                <a:lnTo>
                  <a:pt x="178" y="697"/>
                </a:lnTo>
                <a:lnTo>
                  <a:pt x="166" y="689"/>
                </a:lnTo>
                <a:lnTo>
                  <a:pt x="155" y="680"/>
                </a:lnTo>
                <a:lnTo>
                  <a:pt x="144" y="672"/>
                </a:lnTo>
                <a:lnTo>
                  <a:pt x="133" y="663"/>
                </a:lnTo>
                <a:lnTo>
                  <a:pt x="123" y="654"/>
                </a:lnTo>
                <a:lnTo>
                  <a:pt x="113" y="644"/>
                </a:lnTo>
                <a:lnTo>
                  <a:pt x="103" y="635"/>
                </a:lnTo>
                <a:lnTo>
                  <a:pt x="94" y="625"/>
                </a:lnTo>
                <a:lnTo>
                  <a:pt x="85" y="615"/>
                </a:lnTo>
                <a:lnTo>
                  <a:pt x="76" y="604"/>
                </a:lnTo>
                <a:lnTo>
                  <a:pt x="68" y="594"/>
                </a:lnTo>
                <a:lnTo>
                  <a:pt x="61" y="583"/>
                </a:lnTo>
                <a:lnTo>
                  <a:pt x="54" y="572"/>
                </a:lnTo>
                <a:lnTo>
                  <a:pt x="47" y="561"/>
                </a:lnTo>
                <a:lnTo>
                  <a:pt x="41" y="550"/>
                </a:lnTo>
                <a:lnTo>
                  <a:pt x="35" y="539"/>
                </a:lnTo>
                <a:lnTo>
                  <a:pt x="29" y="527"/>
                </a:lnTo>
                <a:lnTo>
                  <a:pt x="24" y="515"/>
                </a:lnTo>
                <a:lnTo>
                  <a:pt x="20" y="504"/>
                </a:lnTo>
                <a:lnTo>
                  <a:pt x="16" y="492"/>
                </a:lnTo>
                <a:lnTo>
                  <a:pt x="12" y="480"/>
                </a:lnTo>
                <a:lnTo>
                  <a:pt x="9" y="468"/>
                </a:lnTo>
                <a:lnTo>
                  <a:pt x="6" y="455"/>
                </a:lnTo>
                <a:lnTo>
                  <a:pt x="4" y="443"/>
                </a:lnTo>
                <a:lnTo>
                  <a:pt x="2" y="431"/>
                </a:lnTo>
                <a:lnTo>
                  <a:pt x="1" y="419"/>
                </a:lnTo>
                <a:lnTo>
                  <a:pt x="1" y="406"/>
                </a:lnTo>
                <a:lnTo>
                  <a:pt x="0" y="394"/>
                </a:lnTo>
                <a:lnTo>
                  <a:pt x="1" y="382"/>
                </a:lnTo>
                <a:lnTo>
                  <a:pt x="1" y="368"/>
                </a:lnTo>
                <a:lnTo>
                  <a:pt x="2" y="356"/>
                </a:lnTo>
                <a:lnTo>
                  <a:pt x="4" y="344"/>
                </a:lnTo>
                <a:lnTo>
                  <a:pt x="6" y="332"/>
                </a:lnTo>
                <a:lnTo>
                  <a:pt x="9" y="319"/>
                </a:lnTo>
                <a:lnTo>
                  <a:pt x="12" y="307"/>
                </a:lnTo>
                <a:lnTo>
                  <a:pt x="16" y="295"/>
                </a:lnTo>
                <a:lnTo>
                  <a:pt x="20" y="284"/>
                </a:lnTo>
                <a:lnTo>
                  <a:pt x="24" y="272"/>
                </a:lnTo>
                <a:lnTo>
                  <a:pt x="29" y="260"/>
                </a:lnTo>
                <a:lnTo>
                  <a:pt x="35" y="249"/>
                </a:lnTo>
                <a:lnTo>
                  <a:pt x="41" y="237"/>
                </a:lnTo>
                <a:lnTo>
                  <a:pt x="47" y="226"/>
                </a:lnTo>
                <a:lnTo>
                  <a:pt x="54" y="215"/>
                </a:lnTo>
                <a:lnTo>
                  <a:pt x="61" y="204"/>
                </a:lnTo>
                <a:lnTo>
                  <a:pt x="68" y="193"/>
                </a:lnTo>
                <a:lnTo>
                  <a:pt x="76" y="183"/>
                </a:lnTo>
                <a:lnTo>
                  <a:pt x="85" y="172"/>
                </a:lnTo>
                <a:lnTo>
                  <a:pt x="94" y="162"/>
                </a:lnTo>
                <a:lnTo>
                  <a:pt x="103" y="152"/>
                </a:lnTo>
                <a:lnTo>
                  <a:pt x="113" y="143"/>
                </a:lnTo>
                <a:lnTo>
                  <a:pt x="123" y="133"/>
                </a:lnTo>
                <a:lnTo>
                  <a:pt x="133" y="124"/>
                </a:lnTo>
                <a:lnTo>
                  <a:pt x="144" y="115"/>
                </a:lnTo>
                <a:lnTo>
                  <a:pt x="155" y="107"/>
                </a:lnTo>
                <a:lnTo>
                  <a:pt x="166" y="99"/>
                </a:lnTo>
                <a:lnTo>
                  <a:pt x="178" y="91"/>
                </a:lnTo>
                <a:lnTo>
                  <a:pt x="190" y="83"/>
                </a:lnTo>
                <a:lnTo>
                  <a:pt x="202" y="75"/>
                </a:lnTo>
                <a:lnTo>
                  <a:pt x="214" y="68"/>
                </a:lnTo>
                <a:lnTo>
                  <a:pt x="227" y="62"/>
                </a:lnTo>
                <a:lnTo>
                  <a:pt x="240" y="55"/>
                </a:lnTo>
                <a:lnTo>
                  <a:pt x="254" y="49"/>
                </a:lnTo>
                <a:lnTo>
                  <a:pt x="267" y="43"/>
                </a:lnTo>
                <a:lnTo>
                  <a:pt x="281" y="38"/>
                </a:lnTo>
                <a:lnTo>
                  <a:pt x="295" y="33"/>
                </a:lnTo>
                <a:lnTo>
                  <a:pt x="309" y="28"/>
                </a:lnTo>
                <a:lnTo>
                  <a:pt x="324" y="24"/>
                </a:lnTo>
                <a:lnTo>
                  <a:pt x="338" y="20"/>
                </a:lnTo>
                <a:lnTo>
                  <a:pt x="353" y="16"/>
                </a:lnTo>
                <a:lnTo>
                  <a:pt x="368" y="13"/>
                </a:lnTo>
                <a:lnTo>
                  <a:pt x="383" y="10"/>
                </a:lnTo>
                <a:lnTo>
                  <a:pt x="398" y="7"/>
                </a:lnTo>
                <a:lnTo>
                  <a:pt x="413" y="5"/>
                </a:lnTo>
                <a:lnTo>
                  <a:pt x="428" y="4"/>
                </a:lnTo>
                <a:lnTo>
                  <a:pt x="443" y="2"/>
                </a:lnTo>
                <a:lnTo>
                  <a:pt x="459" y="1"/>
                </a:lnTo>
                <a:lnTo>
                  <a:pt x="474" y="1"/>
                </a:lnTo>
                <a:lnTo>
                  <a:pt x="489" y="0"/>
                </a:lnTo>
                <a:lnTo>
                  <a:pt x="505" y="1"/>
                </a:lnTo>
                <a:lnTo>
                  <a:pt x="520" y="1"/>
                </a:lnTo>
                <a:lnTo>
                  <a:pt x="535" y="2"/>
                </a:lnTo>
                <a:lnTo>
                  <a:pt x="551" y="4"/>
                </a:lnTo>
                <a:lnTo>
                  <a:pt x="566" y="5"/>
                </a:lnTo>
                <a:lnTo>
                  <a:pt x="581" y="7"/>
                </a:lnTo>
                <a:lnTo>
                  <a:pt x="596" y="10"/>
                </a:lnTo>
                <a:lnTo>
                  <a:pt x="611" y="13"/>
                </a:lnTo>
                <a:lnTo>
                  <a:pt x="626" y="16"/>
                </a:lnTo>
                <a:lnTo>
                  <a:pt x="640" y="20"/>
                </a:lnTo>
                <a:lnTo>
                  <a:pt x="655" y="24"/>
                </a:lnTo>
                <a:lnTo>
                  <a:pt x="669" y="28"/>
                </a:lnTo>
                <a:lnTo>
                  <a:pt x="684" y="33"/>
                </a:lnTo>
                <a:lnTo>
                  <a:pt x="698" y="38"/>
                </a:lnTo>
                <a:lnTo>
                  <a:pt x="711" y="43"/>
                </a:lnTo>
                <a:lnTo>
                  <a:pt x="725" y="49"/>
                </a:lnTo>
                <a:lnTo>
                  <a:pt x="738" y="55"/>
                </a:lnTo>
                <a:lnTo>
                  <a:pt x="751" y="62"/>
                </a:lnTo>
                <a:lnTo>
                  <a:pt x="764" y="68"/>
                </a:lnTo>
                <a:lnTo>
                  <a:pt x="777" y="75"/>
                </a:lnTo>
                <a:lnTo>
                  <a:pt x="789" y="83"/>
                </a:lnTo>
                <a:lnTo>
                  <a:pt x="801" y="91"/>
                </a:lnTo>
                <a:lnTo>
                  <a:pt x="813" y="99"/>
                </a:lnTo>
                <a:lnTo>
                  <a:pt x="824" y="107"/>
                </a:lnTo>
                <a:lnTo>
                  <a:pt x="835" y="115"/>
                </a:lnTo>
                <a:lnTo>
                  <a:pt x="846" y="124"/>
                </a:lnTo>
                <a:lnTo>
                  <a:pt x="856" y="133"/>
                </a:lnTo>
                <a:lnTo>
                  <a:pt x="867" y="143"/>
                </a:lnTo>
                <a:lnTo>
                  <a:pt x="877" y="152"/>
                </a:lnTo>
                <a:lnTo>
                  <a:pt x="886" y="162"/>
                </a:lnTo>
                <a:lnTo>
                  <a:pt x="895" y="172"/>
                </a:lnTo>
                <a:lnTo>
                  <a:pt x="903" y="183"/>
                </a:lnTo>
                <a:lnTo>
                  <a:pt x="911" y="193"/>
                </a:lnTo>
                <a:lnTo>
                  <a:pt x="919" y="204"/>
                </a:lnTo>
                <a:lnTo>
                  <a:pt x="926" y="215"/>
                </a:lnTo>
                <a:lnTo>
                  <a:pt x="933" y="226"/>
                </a:lnTo>
                <a:lnTo>
                  <a:pt x="939" y="237"/>
                </a:lnTo>
                <a:lnTo>
                  <a:pt x="945" y="249"/>
                </a:lnTo>
                <a:lnTo>
                  <a:pt x="950" y="260"/>
                </a:lnTo>
                <a:lnTo>
                  <a:pt x="955" y="272"/>
                </a:lnTo>
                <a:lnTo>
                  <a:pt x="960" y="284"/>
                </a:lnTo>
                <a:lnTo>
                  <a:pt x="964" y="295"/>
                </a:lnTo>
                <a:lnTo>
                  <a:pt x="968" y="307"/>
                </a:lnTo>
                <a:lnTo>
                  <a:pt x="971" y="319"/>
                </a:lnTo>
                <a:lnTo>
                  <a:pt x="973" y="332"/>
                </a:lnTo>
                <a:lnTo>
                  <a:pt x="976" y="344"/>
                </a:lnTo>
                <a:lnTo>
                  <a:pt x="977" y="356"/>
                </a:lnTo>
                <a:lnTo>
                  <a:pt x="978" y="368"/>
                </a:lnTo>
                <a:lnTo>
                  <a:pt x="979" y="382"/>
                </a:lnTo>
                <a:lnTo>
                  <a:pt x="979" y="394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0" name=""/>
          <p:cNvSpPr/>
          <p:nvPr/>
        </p:nvSpPr>
        <p:spPr>
          <a:xfrm>
            <a:off x="2682000" y="1702800"/>
            <a:ext cx="355680" cy="285480"/>
          </a:xfrm>
          <a:custGeom>
            <a:avLst/>
            <a:gdLst/>
            <a:ahLst/>
            <a:rect l="0" t="0" r="r" b="b"/>
            <a:pathLst>
              <a:path w="988" h="793">
                <a:moveTo>
                  <a:pt x="983" y="396"/>
                </a:moveTo>
                <a:lnTo>
                  <a:pt x="983" y="384"/>
                </a:lnTo>
                <a:lnTo>
                  <a:pt x="982" y="371"/>
                </a:lnTo>
                <a:lnTo>
                  <a:pt x="981" y="359"/>
                </a:lnTo>
                <a:lnTo>
                  <a:pt x="980" y="347"/>
                </a:lnTo>
                <a:lnTo>
                  <a:pt x="977" y="335"/>
                </a:lnTo>
                <a:lnTo>
                  <a:pt x="975" y="322"/>
                </a:lnTo>
                <a:lnTo>
                  <a:pt x="972" y="310"/>
                </a:lnTo>
                <a:lnTo>
                  <a:pt x="968" y="298"/>
                </a:lnTo>
                <a:lnTo>
                  <a:pt x="964" y="287"/>
                </a:lnTo>
                <a:lnTo>
                  <a:pt x="959" y="275"/>
                </a:lnTo>
                <a:lnTo>
                  <a:pt x="954" y="263"/>
                </a:lnTo>
                <a:lnTo>
                  <a:pt x="949" y="252"/>
                </a:lnTo>
                <a:lnTo>
                  <a:pt x="943" y="240"/>
                </a:lnTo>
                <a:lnTo>
                  <a:pt x="936" y="229"/>
                </a:lnTo>
                <a:lnTo>
                  <a:pt x="929" y="218"/>
                </a:lnTo>
                <a:lnTo>
                  <a:pt x="922" y="207"/>
                </a:lnTo>
                <a:lnTo>
                  <a:pt x="914" y="196"/>
                </a:lnTo>
                <a:lnTo>
                  <a:pt x="906" y="186"/>
                </a:lnTo>
                <a:lnTo>
                  <a:pt x="898" y="175"/>
                </a:lnTo>
                <a:lnTo>
                  <a:pt x="889" y="165"/>
                </a:lnTo>
                <a:lnTo>
                  <a:pt x="880" y="155"/>
                </a:lnTo>
                <a:lnTo>
                  <a:pt x="870" y="146"/>
                </a:lnTo>
                <a:lnTo>
                  <a:pt x="860" y="136"/>
                </a:lnTo>
                <a:lnTo>
                  <a:pt x="850" y="127"/>
                </a:lnTo>
                <a:lnTo>
                  <a:pt x="839" y="118"/>
                </a:lnTo>
                <a:lnTo>
                  <a:pt x="828" y="110"/>
                </a:lnTo>
                <a:lnTo>
                  <a:pt x="817" y="102"/>
                </a:lnTo>
                <a:lnTo>
                  <a:pt x="805" y="94"/>
                </a:lnTo>
                <a:lnTo>
                  <a:pt x="793" y="86"/>
                </a:lnTo>
                <a:lnTo>
                  <a:pt x="781" y="78"/>
                </a:lnTo>
                <a:lnTo>
                  <a:pt x="768" y="71"/>
                </a:lnTo>
                <a:lnTo>
                  <a:pt x="755" y="65"/>
                </a:lnTo>
                <a:lnTo>
                  <a:pt x="742" y="58"/>
                </a:lnTo>
                <a:lnTo>
                  <a:pt x="729" y="52"/>
                </a:lnTo>
                <a:lnTo>
                  <a:pt x="715" y="46"/>
                </a:lnTo>
                <a:lnTo>
                  <a:pt x="702" y="41"/>
                </a:lnTo>
                <a:lnTo>
                  <a:pt x="688" y="36"/>
                </a:lnTo>
                <a:lnTo>
                  <a:pt x="673" y="31"/>
                </a:lnTo>
                <a:lnTo>
                  <a:pt x="659" y="27"/>
                </a:lnTo>
                <a:lnTo>
                  <a:pt x="644" y="23"/>
                </a:lnTo>
                <a:lnTo>
                  <a:pt x="630" y="19"/>
                </a:lnTo>
                <a:lnTo>
                  <a:pt x="615" y="16"/>
                </a:lnTo>
                <a:lnTo>
                  <a:pt x="600" y="13"/>
                </a:lnTo>
                <a:lnTo>
                  <a:pt x="585" y="10"/>
                </a:lnTo>
                <a:lnTo>
                  <a:pt x="570" y="8"/>
                </a:lnTo>
                <a:lnTo>
                  <a:pt x="555" y="7"/>
                </a:lnTo>
                <a:lnTo>
                  <a:pt x="539" y="5"/>
                </a:lnTo>
                <a:lnTo>
                  <a:pt x="524" y="4"/>
                </a:lnTo>
                <a:lnTo>
                  <a:pt x="509" y="4"/>
                </a:lnTo>
                <a:lnTo>
                  <a:pt x="493" y="3"/>
                </a:lnTo>
                <a:lnTo>
                  <a:pt x="478" y="4"/>
                </a:lnTo>
                <a:lnTo>
                  <a:pt x="463" y="4"/>
                </a:lnTo>
                <a:lnTo>
                  <a:pt x="447" y="5"/>
                </a:lnTo>
                <a:lnTo>
                  <a:pt x="432" y="7"/>
                </a:lnTo>
                <a:lnTo>
                  <a:pt x="417" y="8"/>
                </a:lnTo>
                <a:lnTo>
                  <a:pt x="402" y="10"/>
                </a:lnTo>
                <a:lnTo>
                  <a:pt x="387" y="13"/>
                </a:lnTo>
                <a:lnTo>
                  <a:pt x="372" y="16"/>
                </a:lnTo>
                <a:lnTo>
                  <a:pt x="357" y="19"/>
                </a:lnTo>
                <a:lnTo>
                  <a:pt x="342" y="23"/>
                </a:lnTo>
                <a:lnTo>
                  <a:pt x="328" y="27"/>
                </a:lnTo>
                <a:lnTo>
                  <a:pt x="313" y="31"/>
                </a:lnTo>
                <a:lnTo>
                  <a:pt x="299" y="36"/>
                </a:lnTo>
                <a:lnTo>
                  <a:pt x="285" y="41"/>
                </a:lnTo>
                <a:lnTo>
                  <a:pt x="271" y="46"/>
                </a:lnTo>
                <a:lnTo>
                  <a:pt x="258" y="52"/>
                </a:lnTo>
                <a:lnTo>
                  <a:pt x="244" y="58"/>
                </a:lnTo>
                <a:lnTo>
                  <a:pt x="231" y="65"/>
                </a:lnTo>
                <a:lnTo>
                  <a:pt x="218" y="71"/>
                </a:lnTo>
                <a:lnTo>
                  <a:pt x="206" y="78"/>
                </a:lnTo>
                <a:lnTo>
                  <a:pt x="194" y="86"/>
                </a:lnTo>
                <a:lnTo>
                  <a:pt x="182" y="94"/>
                </a:lnTo>
                <a:lnTo>
                  <a:pt x="170" y="102"/>
                </a:lnTo>
                <a:lnTo>
                  <a:pt x="159" y="110"/>
                </a:lnTo>
                <a:lnTo>
                  <a:pt x="148" y="118"/>
                </a:lnTo>
                <a:lnTo>
                  <a:pt x="137" y="127"/>
                </a:lnTo>
                <a:lnTo>
                  <a:pt x="127" y="136"/>
                </a:lnTo>
                <a:lnTo>
                  <a:pt x="117" y="146"/>
                </a:lnTo>
                <a:lnTo>
                  <a:pt x="107" y="155"/>
                </a:lnTo>
                <a:lnTo>
                  <a:pt x="98" y="165"/>
                </a:lnTo>
                <a:lnTo>
                  <a:pt x="89" y="175"/>
                </a:lnTo>
                <a:lnTo>
                  <a:pt x="80" y="186"/>
                </a:lnTo>
                <a:lnTo>
                  <a:pt x="72" y="196"/>
                </a:lnTo>
                <a:lnTo>
                  <a:pt x="65" y="207"/>
                </a:lnTo>
                <a:lnTo>
                  <a:pt x="58" y="218"/>
                </a:lnTo>
                <a:lnTo>
                  <a:pt x="51" y="229"/>
                </a:lnTo>
                <a:lnTo>
                  <a:pt x="45" y="240"/>
                </a:lnTo>
                <a:lnTo>
                  <a:pt x="39" y="252"/>
                </a:lnTo>
                <a:lnTo>
                  <a:pt x="33" y="263"/>
                </a:lnTo>
                <a:lnTo>
                  <a:pt x="28" y="275"/>
                </a:lnTo>
                <a:lnTo>
                  <a:pt x="24" y="287"/>
                </a:lnTo>
                <a:lnTo>
                  <a:pt x="20" y="298"/>
                </a:lnTo>
                <a:lnTo>
                  <a:pt x="16" y="310"/>
                </a:lnTo>
                <a:lnTo>
                  <a:pt x="13" y="322"/>
                </a:lnTo>
                <a:lnTo>
                  <a:pt x="10" y="335"/>
                </a:lnTo>
                <a:lnTo>
                  <a:pt x="8" y="347"/>
                </a:lnTo>
                <a:lnTo>
                  <a:pt x="6" y="359"/>
                </a:lnTo>
                <a:lnTo>
                  <a:pt x="5" y="371"/>
                </a:lnTo>
                <a:lnTo>
                  <a:pt x="5" y="384"/>
                </a:lnTo>
                <a:lnTo>
                  <a:pt x="4" y="396"/>
                </a:lnTo>
                <a:lnTo>
                  <a:pt x="5" y="408"/>
                </a:lnTo>
                <a:lnTo>
                  <a:pt x="5" y="422"/>
                </a:lnTo>
                <a:lnTo>
                  <a:pt x="6" y="434"/>
                </a:lnTo>
                <a:lnTo>
                  <a:pt x="8" y="446"/>
                </a:lnTo>
                <a:lnTo>
                  <a:pt x="10" y="458"/>
                </a:lnTo>
                <a:lnTo>
                  <a:pt x="13" y="471"/>
                </a:lnTo>
                <a:lnTo>
                  <a:pt x="16" y="483"/>
                </a:lnTo>
                <a:lnTo>
                  <a:pt x="20" y="495"/>
                </a:lnTo>
                <a:lnTo>
                  <a:pt x="24" y="507"/>
                </a:lnTo>
                <a:lnTo>
                  <a:pt x="28" y="518"/>
                </a:lnTo>
                <a:lnTo>
                  <a:pt x="33" y="530"/>
                </a:lnTo>
                <a:lnTo>
                  <a:pt x="39" y="542"/>
                </a:lnTo>
                <a:lnTo>
                  <a:pt x="45" y="553"/>
                </a:lnTo>
                <a:lnTo>
                  <a:pt x="51" y="564"/>
                </a:lnTo>
                <a:lnTo>
                  <a:pt x="58" y="575"/>
                </a:lnTo>
                <a:lnTo>
                  <a:pt x="65" y="586"/>
                </a:lnTo>
                <a:lnTo>
                  <a:pt x="72" y="597"/>
                </a:lnTo>
                <a:lnTo>
                  <a:pt x="80" y="607"/>
                </a:lnTo>
                <a:lnTo>
                  <a:pt x="89" y="618"/>
                </a:lnTo>
                <a:lnTo>
                  <a:pt x="98" y="628"/>
                </a:lnTo>
                <a:lnTo>
                  <a:pt x="107" y="638"/>
                </a:lnTo>
                <a:lnTo>
                  <a:pt x="117" y="647"/>
                </a:lnTo>
                <a:lnTo>
                  <a:pt x="127" y="657"/>
                </a:lnTo>
                <a:lnTo>
                  <a:pt x="137" y="666"/>
                </a:lnTo>
                <a:lnTo>
                  <a:pt x="148" y="675"/>
                </a:lnTo>
                <a:lnTo>
                  <a:pt x="159" y="683"/>
                </a:lnTo>
                <a:lnTo>
                  <a:pt x="170" y="692"/>
                </a:lnTo>
                <a:lnTo>
                  <a:pt x="182" y="700"/>
                </a:lnTo>
                <a:lnTo>
                  <a:pt x="194" y="707"/>
                </a:lnTo>
                <a:lnTo>
                  <a:pt x="206" y="715"/>
                </a:lnTo>
                <a:lnTo>
                  <a:pt x="218" y="722"/>
                </a:lnTo>
                <a:lnTo>
                  <a:pt x="231" y="729"/>
                </a:lnTo>
                <a:lnTo>
                  <a:pt x="244" y="735"/>
                </a:lnTo>
                <a:lnTo>
                  <a:pt x="258" y="741"/>
                </a:lnTo>
                <a:lnTo>
                  <a:pt x="271" y="747"/>
                </a:lnTo>
                <a:lnTo>
                  <a:pt x="285" y="752"/>
                </a:lnTo>
                <a:lnTo>
                  <a:pt x="299" y="757"/>
                </a:lnTo>
                <a:lnTo>
                  <a:pt x="313" y="762"/>
                </a:lnTo>
                <a:lnTo>
                  <a:pt x="328" y="766"/>
                </a:lnTo>
                <a:lnTo>
                  <a:pt x="342" y="770"/>
                </a:lnTo>
                <a:lnTo>
                  <a:pt x="357" y="774"/>
                </a:lnTo>
                <a:lnTo>
                  <a:pt x="372" y="777"/>
                </a:lnTo>
                <a:lnTo>
                  <a:pt x="387" y="780"/>
                </a:lnTo>
                <a:lnTo>
                  <a:pt x="402" y="783"/>
                </a:lnTo>
                <a:lnTo>
                  <a:pt x="417" y="785"/>
                </a:lnTo>
                <a:lnTo>
                  <a:pt x="432" y="787"/>
                </a:lnTo>
                <a:lnTo>
                  <a:pt x="447" y="788"/>
                </a:lnTo>
                <a:lnTo>
                  <a:pt x="463" y="789"/>
                </a:lnTo>
                <a:lnTo>
                  <a:pt x="478" y="790"/>
                </a:lnTo>
                <a:lnTo>
                  <a:pt x="493" y="790"/>
                </a:lnTo>
                <a:lnTo>
                  <a:pt x="509" y="790"/>
                </a:lnTo>
                <a:lnTo>
                  <a:pt x="524" y="789"/>
                </a:lnTo>
                <a:lnTo>
                  <a:pt x="539" y="788"/>
                </a:lnTo>
                <a:lnTo>
                  <a:pt x="555" y="787"/>
                </a:lnTo>
                <a:lnTo>
                  <a:pt x="570" y="785"/>
                </a:lnTo>
                <a:lnTo>
                  <a:pt x="585" y="783"/>
                </a:lnTo>
                <a:lnTo>
                  <a:pt x="600" y="780"/>
                </a:lnTo>
                <a:lnTo>
                  <a:pt x="615" y="777"/>
                </a:lnTo>
                <a:lnTo>
                  <a:pt x="630" y="774"/>
                </a:lnTo>
                <a:lnTo>
                  <a:pt x="644" y="770"/>
                </a:lnTo>
                <a:lnTo>
                  <a:pt x="659" y="766"/>
                </a:lnTo>
                <a:lnTo>
                  <a:pt x="673" y="762"/>
                </a:lnTo>
                <a:lnTo>
                  <a:pt x="688" y="757"/>
                </a:lnTo>
                <a:lnTo>
                  <a:pt x="702" y="752"/>
                </a:lnTo>
                <a:lnTo>
                  <a:pt x="715" y="747"/>
                </a:lnTo>
                <a:lnTo>
                  <a:pt x="729" y="741"/>
                </a:lnTo>
                <a:lnTo>
                  <a:pt x="742" y="735"/>
                </a:lnTo>
                <a:lnTo>
                  <a:pt x="755" y="729"/>
                </a:lnTo>
                <a:lnTo>
                  <a:pt x="768" y="722"/>
                </a:lnTo>
                <a:lnTo>
                  <a:pt x="781" y="715"/>
                </a:lnTo>
                <a:lnTo>
                  <a:pt x="793" y="707"/>
                </a:lnTo>
                <a:lnTo>
                  <a:pt x="805" y="700"/>
                </a:lnTo>
                <a:lnTo>
                  <a:pt x="817" y="692"/>
                </a:lnTo>
                <a:lnTo>
                  <a:pt x="828" y="683"/>
                </a:lnTo>
                <a:lnTo>
                  <a:pt x="839" y="675"/>
                </a:lnTo>
                <a:lnTo>
                  <a:pt x="850" y="666"/>
                </a:lnTo>
                <a:lnTo>
                  <a:pt x="860" y="657"/>
                </a:lnTo>
                <a:lnTo>
                  <a:pt x="870" y="647"/>
                </a:lnTo>
                <a:lnTo>
                  <a:pt x="880" y="638"/>
                </a:lnTo>
                <a:lnTo>
                  <a:pt x="889" y="628"/>
                </a:lnTo>
                <a:lnTo>
                  <a:pt x="898" y="618"/>
                </a:lnTo>
                <a:lnTo>
                  <a:pt x="906" y="607"/>
                </a:lnTo>
                <a:lnTo>
                  <a:pt x="914" y="597"/>
                </a:lnTo>
                <a:lnTo>
                  <a:pt x="922" y="586"/>
                </a:lnTo>
                <a:lnTo>
                  <a:pt x="929" y="575"/>
                </a:lnTo>
                <a:lnTo>
                  <a:pt x="936" y="564"/>
                </a:lnTo>
                <a:lnTo>
                  <a:pt x="943" y="553"/>
                </a:lnTo>
                <a:lnTo>
                  <a:pt x="949" y="542"/>
                </a:lnTo>
                <a:lnTo>
                  <a:pt x="954" y="530"/>
                </a:lnTo>
                <a:lnTo>
                  <a:pt x="959" y="518"/>
                </a:lnTo>
                <a:lnTo>
                  <a:pt x="964" y="507"/>
                </a:lnTo>
                <a:lnTo>
                  <a:pt x="968" y="495"/>
                </a:lnTo>
                <a:lnTo>
                  <a:pt x="972" y="483"/>
                </a:lnTo>
                <a:lnTo>
                  <a:pt x="975" y="471"/>
                </a:lnTo>
                <a:lnTo>
                  <a:pt x="977" y="458"/>
                </a:lnTo>
                <a:lnTo>
                  <a:pt x="980" y="446"/>
                </a:lnTo>
                <a:lnTo>
                  <a:pt x="981" y="434"/>
                </a:lnTo>
                <a:lnTo>
                  <a:pt x="982" y="422"/>
                </a:lnTo>
                <a:lnTo>
                  <a:pt x="983" y="408"/>
                </a:lnTo>
                <a:lnTo>
                  <a:pt x="983" y="396"/>
                </a:lnTo>
                <a:moveTo>
                  <a:pt x="988" y="396"/>
                </a:moveTo>
                <a:lnTo>
                  <a:pt x="988" y="409"/>
                </a:lnTo>
                <a:lnTo>
                  <a:pt x="987" y="422"/>
                </a:lnTo>
                <a:lnTo>
                  <a:pt x="986" y="434"/>
                </a:lnTo>
                <a:lnTo>
                  <a:pt x="984" y="447"/>
                </a:lnTo>
                <a:lnTo>
                  <a:pt x="982" y="459"/>
                </a:lnTo>
                <a:lnTo>
                  <a:pt x="979" y="471"/>
                </a:lnTo>
                <a:lnTo>
                  <a:pt x="976" y="484"/>
                </a:lnTo>
                <a:lnTo>
                  <a:pt x="973" y="496"/>
                </a:lnTo>
                <a:lnTo>
                  <a:pt x="968" y="508"/>
                </a:lnTo>
                <a:lnTo>
                  <a:pt x="964" y="520"/>
                </a:lnTo>
                <a:lnTo>
                  <a:pt x="959" y="531"/>
                </a:lnTo>
                <a:lnTo>
                  <a:pt x="953" y="543"/>
                </a:lnTo>
                <a:lnTo>
                  <a:pt x="947" y="554"/>
                </a:lnTo>
                <a:lnTo>
                  <a:pt x="941" y="566"/>
                </a:lnTo>
                <a:lnTo>
                  <a:pt x="933" y="577"/>
                </a:lnTo>
                <a:lnTo>
                  <a:pt x="926" y="588"/>
                </a:lnTo>
                <a:lnTo>
                  <a:pt x="918" y="599"/>
                </a:lnTo>
                <a:lnTo>
                  <a:pt x="910" y="609"/>
                </a:lnTo>
                <a:lnTo>
                  <a:pt x="902" y="620"/>
                </a:lnTo>
                <a:lnTo>
                  <a:pt x="893" y="630"/>
                </a:lnTo>
                <a:lnTo>
                  <a:pt x="883" y="640"/>
                </a:lnTo>
                <a:lnTo>
                  <a:pt x="874" y="650"/>
                </a:lnTo>
                <a:lnTo>
                  <a:pt x="864" y="659"/>
                </a:lnTo>
                <a:lnTo>
                  <a:pt x="853" y="668"/>
                </a:lnTo>
                <a:lnTo>
                  <a:pt x="842" y="677"/>
                </a:lnTo>
                <a:lnTo>
                  <a:pt x="831" y="686"/>
                </a:lnTo>
                <a:lnTo>
                  <a:pt x="820" y="694"/>
                </a:lnTo>
                <a:lnTo>
                  <a:pt x="808" y="702"/>
                </a:lnTo>
                <a:lnTo>
                  <a:pt x="796" y="710"/>
                </a:lnTo>
                <a:lnTo>
                  <a:pt x="784" y="718"/>
                </a:lnTo>
                <a:lnTo>
                  <a:pt x="771" y="725"/>
                </a:lnTo>
                <a:lnTo>
                  <a:pt x="758" y="732"/>
                </a:lnTo>
                <a:lnTo>
                  <a:pt x="745" y="738"/>
                </a:lnTo>
                <a:lnTo>
                  <a:pt x="731" y="744"/>
                </a:lnTo>
                <a:lnTo>
                  <a:pt x="717" y="750"/>
                </a:lnTo>
                <a:lnTo>
                  <a:pt x="704" y="756"/>
                </a:lnTo>
                <a:lnTo>
                  <a:pt x="689" y="761"/>
                </a:lnTo>
                <a:lnTo>
                  <a:pt x="675" y="766"/>
                </a:lnTo>
                <a:lnTo>
                  <a:pt x="661" y="770"/>
                </a:lnTo>
                <a:lnTo>
                  <a:pt x="646" y="774"/>
                </a:lnTo>
                <a:lnTo>
                  <a:pt x="631" y="778"/>
                </a:lnTo>
                <a:lnTo>
                  <a:pt x="616" y="781"/>
                </a:lnTo>
                <a:lnTo>
                  <a:pt x="601" y="784"/>
                </a:lnTo>
                <a:lnTo>
                  <a:pt x="586" y="786"/>
                </a:lnTo>
                <a:lnTo>
                  <a:pt x="571" y="789"/>
                </a:lnTo>
                <a:lnTo>
                  <a:pt x="555" y="790"/>
                </a:lnTo>
                <a:lnTo>
                  <a:pt x="540" y="792"/>
                </a:lnTo>
                <a:lnTo>
                  <a:pt x="524" y="793"/>
                </a:lnTo>
                <a:lnTo>
                  <a:pt x="509" y="793"/>
                </a:lnTo>
                <a:lnTo>
                  <a:pt x="493" y="793"/>
                </a:lnTo>
                <a:lnTo>
                  <a:pt x="478" y="793"/>
                </a:lnTo>
                <a:lnTo>
                  <a:pt x="462" y="793"/>
                </a:lnTo>
                <a:lnTo>
                  <a:pt x="447" y="792"/>
                </a:lnTo>
                <a:lnTo>
                  <a:pt x="431" y="790"/>
                </a:lnTo>
                <a:lnTo>
                  <a:pt x="416" y="789"/>
                </a:lnTo>
                <a:lnTo>
                  <a:pt x="401" y="786"/>
                </a:lnTo>
                <a:lnTo>
                  <a:pt x="386" y="784"/>
                </a:lnTo>
                <a:lnTo>
                  <a:pt x="371" y="781"/>
                </a:lnTo>
                <a:lnTo>
                  <a:pt x="356" y="778"/>
                </a:lnTo>
                <a:lnTo>
                  <a:pt x="341" y="774"/>
                </a:lnTo>
                <a:lnTo>
                  <a:pt x="326" y="770"/>
                </a:lnTo>
                <a:lnTo>
                  <a:pt x="312" y="766"/>
                </a:lnTo>
                <a:lnTo>
                  <a:pt x="297" y="761"/>
                </a:lnTo>
                <a:lnTo>
                  <a:pt x="283" y="756"/>
                </a:lnTo>
                <a:lnTo>
                  <a:pt x="269" y="750"/>
                </a:lnTo>
                <a:lnTo>
                  <a:pt x="256" y="744"/>
                </a:lnTo>
                <a:lnTo>
                  <a:pt x="242" y="738"/>
                </a:lnTo>
                <a:lnTo>
                  <a:pt x="229" y="732"/>
                </a:lnTo>
                <a:lnTo>
                  <a:pt x="216" y="725"/>
                </a:lnTo>
                <a:lnTo>
                  <a:pt x="203" y="718"/>
                </a:lnTo>
                <a:lnTo>
                  <a:pt x="191" y="710"/>
                </a:lnTo>
                <a:lnTo>
                  <a:pt x="179" y="702"/>
                </a:lnTo>
                <a:lnTo>
                  <a:pt x="167" y="694"/>
                </a:lnTo>
                <a:lnTo>
                  <a:pt x="155" y="686"/>
                </a:lnTo>
                <a:lnTo>
                  <a:pt x="144" y="677"/>
                </a:lnTo>
                <a:lnTo>
                  <a:pt x="133" y="668"/>
                </a:lnTo>
                <a:lnTo>
                  <a:pt x="123" y="659"/>
                </a:lnTo>
                <a:lnTo>
                  <a:pt x="113" y="650"/>
                </a:lnTo>
                <a:lnTo>
                  <a:pt x="103" y="640"/>
                </a:lnTo>
                <a:lnTo>
                  <a:pt x="94" y="630"/>
                </a:lnTo>
                <a:lnTo>
                  <a:pt x="85" y="620"/>
                </a:lnTo>
                <a:lnTo>
                  <a:pt x="77" y="609"/>
                </a:lnTo>
                <a:lnTo>
                  <a:pt x="68" y="599"/>
                </a:lnTo>
                <a:lnTo>
                  <a:pt x="61" y="588"/>
                </a:lnTo>
                <a:lnTo>
                  <a:pt x="53" y="577"/>
                </a:lnTo>
                <a:lnTo>
                  <a:pt x="47" y="566"/>
                </a:lnTo>
                <a:lnTo>
                  <a:pt x="40" y="554"/>
                </a:lnTo>
                <a:lnTo>
                  <a:pt x="34" y="543"/>
                </a:lnTo>
                <a:lnTo>
                  <a:pt x="29" y="531"/>
                </a:lnTo>
                <a:lnTo>
                  <a:pt x="24" y="520"/>
                </a:lnTo>
                <a:lnTo>
                  <a:pt x="19" y="508"/>
                </a:lnTo>
                <a:lnTo>
                  <a:pt x="15" y="496"/>
                </a:lnTo>
                <a:lnTo>
                  <a:pt x="12" y="484"/>
                </a:lnTo>
                <a:lnTo>
                  <a:pt x="8" y="471"/>
                </a:lnTo>
                <a:lnTo>
                  <a:pt x="6" y="459"/>
                </a:lnTo>
                <a:lnTo>
                  <a:pt x="4" y="447"/>
                </a:lnTo>
                <a:lnTo>
                  <a:pt x="2" y="434"/>
                </a:lnTo>
                <a:lnTo>
                  <a:pt x="1" y="422"/>
                </a:lnTo>
                <a:lnTo>
                  <a:pt x="0" y="409"/>
                </a:lnTo>
                <a:lnTo>
                  <a:pt x="0" y="396"/>
                </a:lnTo>
                <a:lnTo>
                  <a:pt x="0" y="384"/>
                </a:lnTo>
                <a:lnTo>
                  <a:pt x="1" y="371"/>
                </a:lnTo>
                <a:lnTo>
                  <a:pt x="2" y="359"/>
                </a:lnTo>
                <a:lnTo>
                  <a:pt x="4" y="346"/>
                </a:lnTo>
                <a:lnTo>
                  <a:pt x="6" y="334"/>
                </a:lnTo>
                <a:lnTo>
                  <a:pt x="8" y="322"/>
                </a:lnTo>
                <a:lnTo>
                  <a:pt x="12" y="310"/>
                </a:lnTo>
                <a:lnTo>
                  <a:pt x="15" y="297"/>
                </a:lnTo>
                <a:lnTo>
                  <a:pt x="19" y="285"/>
                </a:lnTo>
                <a:lnTo>
                  <a:pt x="24" y="274"/>
                </a:lnTo>
                <a:lnTo>
                  <a:pt x="29" y="262"/>
                </a:lnTo>
                <a:lnTo>
                  <a:pt x="34" y="250"/>
                </a:lnTo>
                <a:lnTo>
                  <a:pt x="40" y="239"/>
                </a:lnTo>
                <a:lnTo>
                  <a:pt x="47" y="227"/>
                </a:lnTo>
                <a:lnTo>
                  <a:pt x="53" y="216"/>
                </a:lnTo>
                <a:lnTo>
                  <a:pt x="61" y="205"/>
                </a:lnTo>
                <a:lnTo>
                  <a:pt x="68" y="194"/>
                </a:lnTo>
                <a:lnTo>
                  <a:pt x="77" y="184"/>
                </a:lnTo>
                <a:lnTo>
                  <a:pt x="85" y="173"/>
                </a:lnTo>
                <a:lnTo>
                  <a:pt x="94" y="163"/>
                </a:lnTo>
                <a:lnTo>
                  <a:pt x="103" y="153"/>
                </a:lnTo>
                <a:lnTo>
                  <a:pt x="113" y="143"/>
                </a:lnTo>
                <a:lnTo>
                  <a:pt x="123" y="134"/>
                </a:lnTo>
                <a:lnTo>
                  <a:pt x="133" y="125"/>
                </a:lnTo>
                <a:lnTo>
                  <a:pt x="144" y="116"/>
                </a:lnTo>
                <a:lnTo>
                  <a:pt x="155" y="107"/>
                </a:lnTo>
                <a:lnTo>
                  <a:pt x="167" y="99"/>
                </a:lnTo>
                <a:lnTo>
                  <a:pt x="179" y="91"/>
                </a:lnTo>
                <a:lnTo>
                  <a:pt x="191" y="83"/>
                </a:lnTo>
                <a:lnTo>
                  <a:pt x="203" y="75"/>
                </a:lnTo>
                <a:lnTo>
                  <a:pt x="216" y="68"/>
                </a:lnTo>
                <a:lnTo>
                  <a:pt x="229" y="61"/>
                </a:lnTo>
                <a:lnTo>
                  <a:pt x="242" y="55"/>
                </a:lnTo>
                <a:lnTo>
                  <a:pt x="256" y="49"/>
                </a:lnTo>
                <a:lnTo>
                  <a:pt x="269" y="43"/>
                </a:lnTo>
                <a:lnTo>
                  <a:pt x="283" y="37"/>
                </a:lnTo>
                <a:lnTo>
                  <a:pt x="297" y="32"/>
                </a:lnTo>
                <a:lnTo>
                  <a:pt x="312" y="28"/>
                </a:lnTo>
                <a:lnTo>
                  <a:pt x="326" y="23"/>
                </a:lnTo>
                <a:lnTo>
                  <a:pt x="341" y="19"/>
                </a:lnTo>
                <a:lnTo>
                  <a:pt x="356" y="15"/>
                </a:lnTo>
                <a:lnTo>
                  <a:pt x="371" y="12"/>
                </a:lnTo>
                <a:lnTo>
                  <a:pt x="386" y="9"/>
                </a:lnTo>
                <a:lnTo>
                  <a:pt x="401" y="7"/>
                </a:lnTo>
                <a:lnTo>
                  <a:pt x="416" y="5"/>
                </a:lnTo>
                <a:lnTo>
                  <a:pt x="431" y="3"/>
                </a:lnTo>
                <a:lnTo>
                  <a:pt x="447" y="1"/>
                </a:lnTo>
                <a:lnTo>
                  <a:pt x="462" y="1"/>
                </a:lnTo>
                <a:lnTo>
                  <a:pt x="478" y="0"/>
                </a:lnTo>
                <a:lnTo>
                  <a:pt x="493" y="0"/>
                </a:lnTo>
                <a:lnTo>
                  <a:pt x="509" y="0"/>
                </a:lnTo>
                <a:lnTo>
                  <a:pt x="524" y="1"/>
                </a:lnTo>
                <a:lnTo>
                  <a:pt x="540" y="1"/>
                </a:lnTo>
                <a:lnTo>
                  <a:pt x="555" y="3"/>
                </a:lnTo>
                <a:lnTo>
                  <a:pt x="571" y="5"/>
                </a:lnTo>
                <a:lnTo>
                  <a:pt x="586" y="7"/>
                </a:lnTo>
                <a:lnTo>
                  <a:pt x="601" y="9"/>
                </a:lnTo>
                <a:lnTo>
                  <a:pt x="616" y="12"/>
                </a:lnTo>
                <a:lnTo>
                  <a:pt x="631" y="15"/>
                </a:lnTo>
                <a:lnTo>
                  <a:pt x="646" y="19"/>
                </a:lnTo>
                <a:lnTo>
                  <a:pt x="661" y="23"/>
                </a:lnTo>
                <a:lnTo>
                  <a:pt x="675" y="28"/>
                </a:lnTo>
                <a:lnTo>
                  <a:pt x="689" y="32"/>
                </a:lnTo>
                <a:lnTo>
                  <a:pt x="704" y="37"/>
                </a:lnTo>
                <a:lnTo>
                  <a:pt x="717" y="43"/>
                </a:lnTo>
                <a:lnTo>
                  <a:pt x="731" y="49"/>
                </a:lnTo>
                <a:lnTo>
                  <a:pt x="745" y="55"/>
                </a:lnTo>
                <a:lnTo>
                  <a:pt x="758" y="61"/>
                </a:lnTo>
                <a:lnTo>
                  <a:pt x="771" y="68"/>
                </a:lnTo>
                <a:lnTo>
                  <a:pt x="784" y="75"/>
                </a:lnTo>
                <a:lnTo>
                  <a:pt x="796" y="83"/>
                </a:lnTo>
                <a:lnTo>
                  <a:pt x="808" y="91"/>
                </a:lnTo>
                <a:lnTo>
                  <a:pt x="820" y="99"/>
                </a:lnTo>
                <a:lnTo>
                  <a:pt x="831" y="107"/>
                </a:lnTo>
                <a:lnTo>
                  <a:pt x="842" y="116"/>
                </a:lnTo>
                <a:lnTo>
                  <a:pt x="853" y="125"/>
                </a:lnTo>
                <a:lnTo>
                  <a:pt x="864" y="134"/>
                </a:lnTo>
                <a:lnTo>
                  <a:pt x="874" y="143"/>
                </a:lnTo>
                <a:lnTo>
                  <a:pt x="883" y="153"/>
                </a:lnTo>
                <a:lnTo>
                  <a:pt x="893" y="163"/>
                </a:lnTo>
                <a:lnTo>
                  <a:pt x="902" y="173"/>
                </a:lnTo>
                <a:lnTo>
                  <a:pt x="910" y="184"/>
                </a:lnTo>
                <a:lnTo>
                  <a:pt x="918" y="194"/>
                </a:lnTo>
                <a:lnTo>
                  <a:pt x="926" y="205"/>
                </a:lnTo>
                <a:lnTo>
                  <a:pt x="933" y="216"/>
                </a:lnTo>
                <a:lnTo>
                  <a:pt x="941" y="227"/>
                </a:lnTo>
                <a:lnTo>
                  <a:pt x="947" y="239"/>
                </a:lnTo>
                <a:lnTo>
                  <a:pt x="953" y="250"/>
                </a:lnTo>
                <a:lnTo>
                  <a:pt x="959" y="262"/>
                </a:lnTo>
                <a:lnTo>
                  <a:pt x="964" y="274"/>
                </a:lnTo>
                <a:lnTo>
                  <a:pt x="968" y="285"/>
                </a:lnTo>
                <a:lnTo>
                  <a:pt x="973" y="297"/>
                </a:lnTo>
                <a:lnTo>
                  <a:pt x="976" y="310"/>
                </a:lnTo>
                <a:lnTo>
                  <a:pt x="979" y="322"/>
                </a:lnTo>
                <a:lnTo>
                  <a:pt x="982" y="334"/>
                </a:lnTo>
                <a:lnTo>
                  <a:pt x="984" y="346"/>
                </a:lnTo>
                <a:lnTo>
                  <a:pt x="986" y="359"/>
                </a:lnTo>
                <a:lnTo>
                  <a:pt x="987" y="371"/>
                </a:lnTo>
                <a:lnTo>
                  <a:pt x="988" y="384"/>
                </a:lnTo>
                <a:lnTo>
                  <a:pt x="988" y="396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1" name=""/>
          <p:cNvSpPr/>
          <p:nvPr/>
        </p:nvSpPr>
        <p:spPr>
          <a:xfrm>
            <a:off x="2673720" y="1695960"/>
            <a:ext cx="372240" cy="299160"/>
          </a:xfrm>
          <a:custGeom>
            <a:avLst/>
            <a:gdLst/>
            <a:ahLst/>
            <a:rect l="0" t="0" r="r" b="b"/>
            <a:pathLst>
              <a:path w="1034" h="831">
                <a:moveTo>
                  <a:pt x="1011" y="415"/>
                </a:moveTo>
                <a:lnTo>
                  <a:pt x="1011" y="403"/>
                </a:lnTo>
                <a:lnTo>
                  <a:pt x="1010" y="390"/>
                </a:lnTo>
                <a:lnTo>
                  <a:pt x="1009" y="378"/>
                </a:lnTo>
                <a:lnTo>
                  <a:pt x="1007" y="365"/>
                </a:lnTo>
                <a:lnTo>
                  <a:pt x="1005" y="353"/>
                </a:lnTo>
                <a:lnTo>
                  <a:pt x="1002" y="341"/>
                </a:lnTo>
                <a:lnTo>
                  <a:pt x="999" y="329"/>
                </a:lnTo>
                <a:lnTo>
                  <a:pt x="996" y="316"/>
                </a:lnTo>
                <a:lnTo>
                  <a:pt x="991" y="304"/>
                </a:lnTo>
                <a:lnTo>
                  <a:pt x="987" y="293"/>
                </a:lnTo>
                <a:lnTo>
                  <a:pt x="982" y="281"/>
                </a:lnTo>
                <a:lnTo>
                  <a:pt x="976" y="269"/>
                </a:lnTo>
                <a:lnTo>
                  <a:pt x="970" y="258"/>
                </a:lnTo>
                <a:lnTo>
                  <a:pt x="964" y="246"/>
                </a:lnTo>
                <a:lnTo>
                  <a:pt x="957" y="235"/>
                </a:lnTo>
                <a:lnTo>
                  <a:pt x="950" y="224"/>
                </a:lnTo>
                <a:lnTo>
                  <a:pt x="942" y="213"/>
                </a:lnTo>
                <a:lnTo>
                  <a:pt x="934" y="203"/>
                </a:lnTo>
                <a:lnTo>
                  <a:pt x="926" y="192"/>
                </a:lnTo>
                <a:lnTo>
                  <a:pt x="917" y="182"/>
                </a:lnTo>
                <a:lnTo>
                  <a:pt x="907" y="172"/>
                </a:lnTo>
                <a:lnTo>
                  <a:pt x="898" y="162"/>
                </a:lnTo>
                <a:lnTo>
                  <a:pt x="888" y="153"/>
                </a:lnTo>
                <a:lnTo>
                  <a:pt x="877" y="144"/>
                </a:lnTo>
                <a:lnTo>
                  <a:pt x="866" y="135"/>
                </a:lnTo>
                <a:lnTo>
                  <a:pt x="855" y="126"/>
                </a:lnTo>
                <a:lnTo>
                  <a:pt x="844" y="118"/>
                </a:lnTo>
                <a:lnTo>
                  <a:pt x="832" y="110"/>
                </a:lnTo>
                <a:lnTo>
                  <a:pt x="820" y="102"/>
                </a:lnTo>
                <a:lnTo>
                  <a:pt x="808" y="94"/>
                </a:lnTo>
                <a:lnTo>
                  <a:pt x="795" y="87"/>
                </a:lnTo>
                <a:lnTo>
                  <a:pt x="782" y="80"/>
                </a:lnTo>
                <a:lnTo>
                  <a:pt x="769" y="74"/>
                </a:lnTo>
                <a:lnTo>
                  <a:pt x="755" y="68"/>
                </a:lnTo>
                <a:lnTo>
                  <a:pt x="741" y="62"/>
                </a:lnTo>
                <a:lnTo>
                  <a:pt x="728" y="56"/>
                </a:lnTo>
                <a:lnTo>
                  <a:pt x="713" y="51"/>
                </a:lnTo>
                <a:lnTo>
                  <a:pt x="699" y="47"/>
                </a:lnTo>
                <a:lnTo>
                  <a:pt x="685" y="42"/>
                </a:lnTo>
                <a:lnTo>
                  <a:pt x="670" y="38"/>
                </a:lnTo>
                <a:lnTo>
                  <a:pt x="655" y="34"/>
                </a:lnTo>
                <a:lnTo>
                  <a:pt x="640" y="31"/>
                </a:lnTo>
                <a:lnTo>
                  <a:pt x="625" y="28"/>
                </a:lnTo>
                <a:lnTo>
                  <a:pt x="610" y="26"/>
                </a:lnTo>
                <a:lnTo>
                  <a:pt x="595" y="24"/>
                </a:lnTo>
                <a:lnTo>
                  <a:pt x="579" y="22"/>
                </a:lnTo>
                <a:lnTo>
                  <a:pt x="564" y="20"/>
                </a:lnTo>
                <a:lnTo>
                  <a:pt x="548" y="20"/>
                </a:lnTo>
                <a:lnTo>
                  <a:pt x="533" y="19"/>
                </a:lnTo>
                <a:lnTo>
                  <a:pt x="517" y="19"/>
                </a:lnTo>
                <a:lnTo>
                  <a:pt x="502" y="19"/>
                </a:lnTo>
                <a:lnTo>
                  <a:pt x="486" y="20"/>
                </a:lnTo>
                <a:lnTo>
                  <a:pt x="471" y="20"/>
                </a:lnTo>
                <a:lnTo>
                  <a:pt x="455" y="22"/>
                </a:lnTo>
                <a:lnTo>
                  <a:pt x="440" y="24"/>
                </a:lnTo>
                <a:lnTo>
                  <a:pt x="425" y="26"/>
                </a:lnTo>
                <a:lnTo>
                  <a:pt x="410" y="28"/>
                </a:lnTo>
                <a:lnTo>
                  <a:pt x="395" y="31"/>
                </a:lnTo>
                <a:lnTo>
                  <a:pt x="380" y="34"/>
                </a:lnTo>
                <a:lnTo>
                  <a:pt x="365" y="38"/>
                </a:lnTo>
                <a:lnTo>
                  <a:pt x="350" y="42"/>
                </a:lnTo>
                <a:lnTo>
                  <a:pt x="336" y="47"/>
                </a:lnTo>
                <a:lnTo>
                  <a:pt x="320" y="51"/>
                </a:lnTo>
                <a:lnTo>
                  <a:pt x="306" y="56"/>
                </a:lnTo>
                <a:lnTo>
                  <a:pt x="292" y="62"/>
                </a:lnTo>
                <a:lnTo>
                  <a:pt x="279" y="68"/>
                </a:lnTo>
                <a:lnTo>
                  <a:pt x="265" y="74"/>
                </a:lnTo>
                <a:lnTo>
                  <a:pt x="252" y="80"/>
                </a:lnTo>
                <a:lnTo>
                  <a:pt x="239" y="87"/>
                </a:lnTo>
                <a:lnTo>
                  <a:pt x="226" y="94"/>
                </a:lnTo>
                <a:lnTo>
                  <a:pt x="214" y="102"/>
                </a:lnTo>
                <a:lnTo>
                  <a:pt x="202" y="110"/>
                </a:lnTo>
                <a:lnTo>
                  <a:pt x="190" y="118"/>
                </a:lnTo>
                <a:lnTo>
                  <a:pt x="178" y="126"/>
                </a:lnTo>
                <a:lnTo>
                  <a:pt x="167" y="135"/>
                </a:lnTo>
                <a:lnTo>
                  <a:pt x="156" y="144"/>
                </a:lnTo>
                <a:lnTo>
                  <a:pt x="146" y="153"/>
                </a:lnTo>
                <a:lnTo>
                  <a:pt x="136" y="162"/>
                </a:lnTo>
                <a:lnTo>
                  <a:pt x="126" y="172"/>
                </a:lnTo>
                <a:lnTo>
                  <a:pt x="117" y="182"/>
                </a:lnTo>
                <a:lnTo>
                  <a:pt x="108" y="192"/>
                </a:lnTo>
                <a:lnTo>
                  <a:pt x="100" y="203"/>
                </a:lnTo>
                <a:lnTo>
                  <a:pt x="91" y="213"/>
                </a:lnTo>
                <a:lnTo>
                  <a:pt x="84" y="224"/>
                </a:lnTo>
                <a:lnTo>
                  <a:pt x="76" y="235"/>
                </a:lnTo>
                <a:lnTo>
                  <a:pt x="70" y="246"/>
                </a:lnTo>
                <a:lnTo>
                  <a:pt x="63" y="258"/>
                </a:lnTo>
                <a:lnTo>
                  <a:pt x="57" y="269"/>
                </a:lnTo>
                <a:lnTo>
                  <a:pt x="52" y="281"/>
                </a:lnTo>
                <a:lnTo>
                  <a:pt x="47" y="293"/>
                </a:lnTo>
                <a:lnTo>
                  <a:pt x="42" y="304"/>
                </a:lnTo>
                <a:lnTo>
                  <a:pt x="38" y="316"/>
                </a:lnTo>
                <a:lnTo>
                  <a:pt x="35" y="329"/>
                </a:lnTo>
                <a:lnTo>
                  <a:pt x="31" y="341"/>
                </a:lnTo>
                <a:lnTo>
                  <a:pt x="29" y="353"/>
                </a:lnTo>
                <a:lnTo>
                  <a:pt x="27" y="365"/>
                </a:lnTo>
                <a:lnTo>
                  <a:pt x="25" y="378"/>
                </a:lnTo>
                <a:lnTo>
                  <a:pt x="24" y="390"/>
                </a:lnTo>
                <a:lnTo>
                  <a:pt x="23" y="403"/>
                </a:lnTo>
                <a:lnTo>
                  <a:pt x="23" y="415"/>
                </a:lnTo>
                <a:lnTo>
                  <a:pt x="23" y="428"/>
                </a:lnTo>
                <a:lnTo>
                  <a:pt x="24" y="440"/>
                </a:lnTo>
                <a:lnTo>
                  <a:pt x="25" y="452"/>
                </a:lnTo>
                <a:lnTo>
                  <a:pt x="27" y="465"/>
                </a:lnTo>
                <a:lnTo>
                  <a:pt x="29" y="477"/>
                </a:lnTo>
                <a:lnTo>
                  <a:pt x="31" y="489"/>
                </a:lnTo>
                <a:lnTo>
                  <a:pt x="35" y="502"/>
                </a:lnTo>
                <a:lnTo>
                  <a:pt x="38" y="514"/>
                </a:lnTo>
                <a:lnTo>
                  <a:pt x="42" y="526"/>
                </a:lnTo>
                <a:lnTo>
                  <a:pt x="47" y="538"/>
                </a:lnTo>
                <a:lnTo>
                  <a:pt x="52" y="549"/>
                </a:lnTo>
                <a:lnTo>
                  <a:pt x="57" y="561"/>
                </a:lnTo>
                <a:lnTo>
                  <a:pt x="63" y="572"/>
                </a:lnTo>
                <a:lnTo>
                  <a:pt x="70" y="584"/>
                </a:lnTo>
                <a:lnTo>
                  <a:pt x="76" y="595"/>
                </a:lnTo>
                <a:lnTo>
                  <a:pt x="84" y="606"/>
                </a:lnTo>
                <a:lnTo>
                  <a:pt x="91" y="617"/>
                </a:lnTo>
                <a:lnTo>
                  <a:pt x="100" y="627"/>
                </a:lnTo>
                <a:lnTo>
                  <a:pt x="108" y="638"/>
                </a:lnTo>
                <a:lnTo>
                  <a:pt x="117" y="648"/>
                </a:lnTo>
                <a:lnTo>
                  <a:pt x="126" y="658"/>
                </a:lnTo>
                <a:lnTo>
                  <a:pt x="136" y="668"/>
                </a:lnTo>
                <a:lnTo>
                  <a:pt x="146" y="677"/>
                </a:lnTo>
                <a:lnTo>
                  <a:pt x="156" y="687"/>
                </a:lnTo>
                <a:lnTo>
                  <a:pt x="167" y="696"/>
                </a:lnTo>
                <a:lnTo>
                  <a:pt x="178" y="705"/>
                </a:lnTo>
                <a:lnTo>
                  <a:pt x="190" y="713"/>
                </a:lnTo>
                <a:lnTo>
                  <a:pt x="202" y="721"/>
                </a:lnTo>
                <a:lnTo>
                  <a:pt x="214" y="729"/>
                </a:lnTo>
                <a:lnTo>
                  <a:pt x="226" y="737"/>
                </a:lnTo>
                <a:lnTo>
                  <a:pt x="239" y="744"/>
                </a:lnTo>
                <a:lnTo>
                  <a:pt x="252" y="751"/>
                </a:lnTo>
                <a:lnTo>
                  <a:pt x="265" y="757"/>
                </a:lnTo>
                <a:lnTo>
                  <a:pt x="279" y="763"/>
                </a:lnTo>
                <a:lnTo>
                  <a:pt x="292" y="769"/>
                </a:lnTo>
                <a:lnTo>
                  <a:pt x="306" y="775"/>
                </a:lnTo>
                <a:lnTo>
                  <a:pt x="320" y="780"/>
                </a:lnTo>
                <a:lnTo>
                  <a:pt x="336" y="785"/>
                </a:lnTo>
                <a:lnTo>
                  <a:pt x="350" y="789"/>
                </a:lnTo>
                <a:lnTo>
                  <a:pt x="365" y="793"/>
                </a:lnTo>
                <a:lnTo>
                  <a:pt x="380" y="797"/>
                </a:lnTo>
                <a:lnTo>
                  <a:pt x="395" y="800"/>
                </a:lnTo>
                <a:lnTo>
                  <a:pt x="410" y="803"/>
                </a:lnTo>
                <a:lnTo>
                  <a:pt x="425" y="805"/>
                </a:lnTo>
                <a:lnTo>
                  <a:pt x="440" y="808"/>
                </a:lnTo>
                <a:lnTo>
                  <a:pt x="455" y="809"/>
                </a:lnTo>
                <a:lnTo>
                  <a:pt x="471" y="811"/>
                </a:lnTo>
                <a:lnTo>
                  <a:pt x="486" y="812"/>
                </a:lnTo>
                <a:lnTo>
                  <a:pt x="502" y="812"/>
                </a:lnTo>
                <a:lnTo>
                  <a:pt x="517" y="812"/>
                </a:lnTo>
                <a:lnTo>
                  <a:pt x="533" y="812"/>
                </a:lnTo>
                <a:lnTo>
                  <a:pt x="548" y="812"/>
                </a:lnTo>
                <a:lnTo>
                  <a:pt x="564" y="811"/>
                </a:lnTo>
                <a:lnTo>
                  <a:pt x="579" y="809"/>
                </a:lnTo>
                <a:lnTo>
                  <a:pt x="595" y="808"/>
                </a:lnTo>
                <a:lnTo>
                  <a:pt x="610" y="805"/>
                </a:lnTo>
                <a:lnTo>
                  <a:pt x="625" y="803"/>
                </a:lnTo>
                <a:lnTo>
                  <a:pt x="640" y="800"/>
                </a:lnTo>
                <a:lnTo>
                  <a:pt x="655" y="797"/>
                </a:lnTo>
                <a:lnTo>
                  <a:pt x="670" y="793"/>
                </a:lnTo>
                <a:lnTo>
                  <a:pt x="685" y="789"/>
                </a:lnTo>
                <a:lnTo>
                  <a:pt x="699" y="785"/>
                </a:lnTo>
                <a:lnTo>
                  <a:pt x="713" y="780"/>
                </a:lnTo>
                <a:lnTo>
                  <a:pt x="728" y="775"/>
                </a:lnTo>
                <a:lnTo>
                  <a:pt x="741" y="769"/>
                </a:lnTo>
                <a:lnTo>
                  <a:pt x="755" y="763"/>
                </a:lnTo>
                <a:lnTo>
                  <a:pt x="769" y="757"/>
                </a:lnTo>
                <a:lnTo>
                  <a:pt x="782" y="751"/>
                </a:lnTo>
                <a:lnTo>
                  <a:pt x="795" y="744"/>
                </a:lnTo>
                <a:lnTo>
                  <a:pt x="808" y="737"/>
                </a:lnTo>
                <a:lnTo>
                  <a:pt x="820" y="729"/>
                </a:lnTo>
                <a:lnTo>
                  <a:pt x="832" y="721"/>
                </a:lnTo>
                <a:lnTo>
                  <a:pt x="844" y="713"/>
                </a:lnTo>
                <a:lnTo>
                  <a:pt x="855" y="705"/>
                </a:lnTo>
                <a:lnTo>
                  <a:pt x="866" y="696"/>
                </a:lnTo>
                <a:lnTo>
                  <a:pt x="877" y="687"/>
                </a:lnTo>
                <a:lnTo>
                  <a:pt x="888" y="677"/>
                </a:lnTo>
                <a:lnTo>
                  <a:pt x="898" y="668"/>
                </a:lnTo>
                <a:lnTo>
                  <a:pt x="907" y="658"/>
                </a:lnTo>
                <a:lnTo>
                  <a:pt x="917" y="648"/>
                </a:lnTo>
                <a:lnTo>
                  <a:pt x="926" y="638"/>
                </a:lnTo>
                <a:lnTo>
                  <a:pt x="934" y="627"/>
                </a:lnTo>
                <a:lnTo>
                  <a:pt x="942" y="617"/>
                </a:lnTo>
                <a:lnTo>
                  <a:pt x="950" y="606"/>
                </a:lnTo>
                <a:lnTo>
                  <a:pt x="957" y="595"/>
                </a:lnTo>
                <a:lnTo>
                  <a:pt x="964" y="584"/>
                </a:lnTo>
                <a:lnTo>
                  <a:pt x="970" y="572"/>
                </a:lnTo>
                <a:lnTo>
                  <a:pt x="976" y="561"/>
                </a:lnTo>
                <a:lnTo>
                  <a:pt x="982" y="549"/>
                </a:lnTo>
                <a:lnTo>
                  <a:pt x="987" y="538"/>
                </a:lnTo>
                <a:lnTo>
                  <a:pt x="991" y="526"/>
                </a:lnTo>
                <a:lnTo>
                  <a:pt x="996" y="514"/>
                </a:lnTo>
                <a:lnTo>
                  <a:pt x="999" y="502"/>
                </a:lnTo>
                <a:lnTo>
                  <a:pt x="1002" y="489"/>
                </a:lnTo>
                <a:lnTo>
                  <a:pt x="1005" y="477"/>
                </a:lnTo>
                <a:lnTo>
                  <a:pt x="1007" y="465"/>
                </a:lnTo>
                <a:lnTo>
                  <a:pt x="1009" y="452"/>
                </a:lnTo>
                <a:lnTo>
                  <a:pt x="1010" y="440"/>
                </a:lnTo>
                <a:lnTo>
                  <a:pt x="1011" y="428"/>
                </a:lnTo>
                <a:lnTo>
                  <a:pt x="1011" y="415"/>
                </a:lnTo>
                <a:moveTo>
                  <a:pt x="1034" y="415"/>
                </a:moveTo>
                <a:lnTo>
                  <a:pt x="1034" y="428"/>
                </a:lnTo>
                <a:lnTo>
                  <a:pt x="1033" y="441"/>
                </a:lnTo>
                <a:lnTo>
                  <a:pt x="1032" y="454"/>
                </a:lnTo>
                <a:lnTo>
                  <a:pt x="1030" y="467"/>
                </a:lnTo>
                <a:lnTo>
                  <a:pt x="1028" y="480"/>
                </a:lnTo>
                <a:lnTo>
                  <a:pt x="1025" y="493"/>
                </a:lnTo>
                <a:lnTo>
                  <a:pt x="1022" y="506"/>
                </a:lnTo>
                <a:lnTo>
                  <a:pt x="1018" y="518"/>
                </a:lnTo>
                <a:lnTo>
                  <a:pt x="1014" y="531"/>
                </a:lnTo>
                <a:lnTo>
                  <a:pt x="1009" y="543"/>
                </a:lnTo>
                <a:lnTo>
                  <a:pt x="1004" y="556"/>
                </a:lnTo>
                <a:lnTo>
                  <a:pt x="998" y="568"/>
                </a:lnTo>
                <a:lnTo>
                  <a:pt x="992" y="580"/>
                </a:lnTo>
                <a:lnTo>
                  <a:pt x="985" y="592"/>
                </a:lnTo>
                <a:lnTo>
                  <a:pt x="978" y="603"/>
                </a:lnTo>
                <a:lnTo>
                  <a:pt x="970" y="615"/>
                </a:lnTo>
                <a:lnTo>
                  <a:pt x="962" y="626"/>
                </a:lnTo>
                <a:lnTo>
                  <a:pt x="954" y="637"/>
                </a:lnTo>
                <a:lnTo>
                  <a:pt x="945" y="648"/>
                </a:lnTo>
                <a:lnTo>
                  <a:pt x="935" y="659"/>
                </a:lnTo>
                <a:lnTo>
                  <a:pt x="926" y="669"/>
                </a:lnTo>
                <a:lnTo>
                  <a:pt x="915" y="681"/>
                </a:lnTo>
                <a:lnTo>
                  <a:pt x="905" y="690"/>
                </a:lnTo>
                <a:lnTo>
                  <a:pt x="894" y="700"/>
                </a:lnTo>
                <a:lnTo>
                  <a:pt x="883" y="709"/>
                </a:lnTo>
                <a:lnTo>
                  <a:pt x="871" y="718"/>
                </a:lnTo>
                <a:lnTo>
                  <a:pt x="859" y="727"/>
                </a:lnTo>
                <a:lnTo>
                  <a:pt x="847" y="736"/>
                </a:lnTo>
                <a:lnTo>
                  <a:pt x="834" y="744"/>
                </a:lnTo>
                <a:lnTo>
                  <a:pt x="821" y="752"/>
                </a:lnTo>
                <a:lnTo>
                  <a:pt x="808" y="759"/>
                </a:lnTo>
                <a:lnTo>
                  <a:pt x="794" y="766"/>
                </a:lnTo>
                <a:lnTo>
                  <a:pt x="780" y="773"/>
                </a:lnTo>
                <a:lnTo>
                  <a:pt x="766" y="780"/>
                </a:lnTo>
                <a:lnTo>
                  <a:pt x="752" y="786"/>
                </a:lnTo>
                <a:lnTo>
                  <a:pt x="737" y="791"/>
                </a:lnTo>
                <a:lnTo>
                  <a:pt x="723" y="797"/>
                </a:lnTo>
                <a:lnTo>
                  <a:pt x="708" y="802"/>
                </a:lnTo>
                <a:lnTo>
                  <a:pt x="692" y="806"/>
                </a:lnTo>
                <a:lnTo>
                  <a:pt x="677" y="811"/>
                </a:lnTo>
                <a:lnTo>
                  <a:pt x="662" y="814"/>
                </a:lnTo>
                <a:lnTo>
                  <a:pt x="646" y="818"/>
                </a:lnTo>
                <a:lnTo>
                  <a:pt x="630" y="821"/>
                </a:lnTo>
                <a:lnTo>
                  <a:pt x="614" y="824"/>
                </a:lnTo>
                <a:lnTo>
                  <a:pt x="598" y="826"/>
                </a:lnTo>
                <a:lnTo>
                  <a:pt x="582" y="828"/>
                </a:lnTo>
                <a:lnTo>
                  <a:pt x="566" y="829"/>
                </a:lnTo>
                <a:lnTo>
                  <a:pt x="550" y="830"/>
                </a:lnTo>
                <a:lnTo>
                  <a:pt x="534" y="831"/>
                </a:lnTo>
                <a:lnTo>
                  <a:pt x="517" y="831"/>
                </a:lnTo>
                <a:lnTo>
                  <a:pt x="501" y="831"/>
                </a:lnTo>
                <a:lnTo>
                  <a:pt x="485" y="830"/>
                </a:lnTo>
                <a:lnTo>
                  <a:pt x="469" y="829"/>
                </a:lnTo>
                <a:lnTo>
                  <a:pt x="453" y="828"/>
                </a:lnTo>
                <a:lnTo>
                  <a:pt x="437" y="826"/>
                </a:lnTo>
                <a:lnTo>
                  <a:pt x="421" y="824"/>
                </a:lnTo>
                <a:lnTo>
                  <a:pt x="405" y="821"/>
                </a:lnTo>
                <a:lnTo>
                  <a:pt x="389" y="818"/>
                </a:lnTo>
                <a:lnTo>
                  <a:pt x="373" y="814"/>
                </a:lnTo>
                <a:lnTo>
                  <a:pt x="358" y="811"/>
                </a:lnTo>
                <a:lnTo>
                  <a:pt x="342" y="806"/>
                </a:lnTo>
                <a:lnTo>
                  <a:pt x="327" y="802"/>
                </a:lnTo>
                <a:lnTo>
                  <a:pt x="311" y="797"/>
                </a:lnTo>
                <a:lnTo>
                  <a:pt x="296" y="791"/>
                </a:lnTo>
                <a:lnTo>
                  <a:pt x="282" y="786"/>
                </a:lnTo>
                <a:lnTo>
                  <a:pt x="267" y="780"/>
                </a:lnTo>
                <a:lnTo>
                  <a:pt x="253" y="773"/>
                </a:lnTo>
                <a:lnTo>
                  <a:pt x="239" y="766"/>
                </a:lnTo>
                <a:lnTo>
                  <a:pt x="226" y="759"/>
                </a:lnTo>
                <a:lnTo>
                  <a:pt x="213" y="752"/>
                </a:lnTo>
                <a:lnTo>
                  <a:pt x="200" y="744"/>
                </a:lnTo>
                <a:lnTo>
                  <a:pt x="187" y="736"/>
                </a:lnTo>
                <a:lnTo>
                  <a:pt x="175" y="727"/>
                </a:lnTo>
                <a:lnTo>
                  <a:pt x="163" y="718"/>
                </a:lnTo>
                <a:lnTo>
                  <a:pt x="151" y="709"/>
                </a:lnTo>
                <a:lnTo>
                  <a:pt x="140" y="700"/>
                </a:lnTo>
                <a:lnTo>
                  <a:pt x="129" y="690"/>
                </a:lnTo>
                <a:lnTo>
                  <a:pt x="118" y="681"/>
                </a:lnTo>
                <a:lnTo>
                  <a:pt x="108" y="669"/>
                </a:lnTo>
                <a:lnTo>
                  <a:pt x="98" y="659"/>
                </a:lnTo>
                <a:lnTo>
                  <a:pt x="89" y="648"/>
                </a:lnTo>
                <a:lnTo>
                  <a:pt x="80" y="637"/>
                </a:lnTo>
                <a:lnTo>
                  <a:pt x="72" y="626"/>
                </a:lnTo>
                <a:lnTo>
                  <a:pt x="64" y="615"/>
                </a:lnTo>
                <a:lnTo>
                  <a:pt x="56" y="603"/>
                </a:lnTo>
                <a:lnTo>
                  <a:pt x="49" y="592"/>
                </a:lnTo>
                <a:lnTo>
                  <a:pt x="42" y="580"/>
                </a:lnTo>
                <a:lnTo>
                  <a:pt x="36" y="568"/>
                </a:lnTo>
                <a:lnTo>
                  <a:pt x="30" y="556"/>
                </a:lnTo>
                <a:lnTo>
                  <a:pt x="25" y="543"/>
                </a:lnTo>
                <a:lnTo>
                  <a:pt x="20" y="531"/>
                </a:lnTo>
                <a:lnTo>
                  <a:pt x="16" y="518"/>
                </a:lnTo>
                <a:lnTo>
                  <a:pt x="12" y="506"/>
                </a:lnTo>
                <a:lnTo>
                  <a:pt x="9" y="493"/>
                </a:lnTo>
                <a:lnTo>
                  <a:pt x="6" y="480"/>
                </a:lnTo>
                <a:lnTo>
                  <a:pt x="4" y="467"/>
                </a:lnTo>
                <a:lnTo>
                  <a:pt x="2" y="454"/>
                </a:lnTo>
                <a:lnTo>
                  <a:pt x="1" y="441"/>
                </a:lnTo>
                <a:lnTo>
                  <a:pt x="0" y="428"/>
                </a:lnTo>
                <a:lnTo>
                  <a:pt x="0" y="415"/>
                </a:lnTo>
                <a:lnTo>
                  <a:pt x="0" y="402"/>
                </a:lnTo>
                <a:lnTo>
                  <a:pt x="1" y="389"/>
                </a:lnTo>
                <a:lnTo>
                  <a:pt x="2" y="376"/>
                </a:lnTo>
                <a:lnTo>
                  <a:pt x="4" y="363"/>
                </a:lnTo>
                <a:lnTo>
                  <a:pt x="6" y="350"/>
                </a:lnTo>
                <a:lnTo>
                  <a:pt x="9" y="337"/>
                </a:lnTo>
                <a:lnTo>
                  <a:pt x="12" y="325"/>
                </a:lnTo>
                <a:lnTo>
                  <a:pt x="16" y="312"/>
                </a:lnTo>
                <a:lnTo>
                  <a:pt x="20" y="299"/>
                </a:lnTo>
                <a:lnTo>
                  <a:pt x="25" y="287"/>
                </a:lnTo>
                <a:lnTo>
                  <a:pt x="30" y="275"/>
                </a:lnTo>
                <a:lnTo>
                  <a:pt x="36" y="262"/>
                </a:lnTo>
                <a:lnTo>
                  <a:pt x="42" y="250"/>
                </a:lnTo>
                <a:lnTo>
                  <a:pt x="49" y="238"/>
                </a:lnTo>
                <a:lnTo>
                  <a:pt x="56" y="227"/>
                </a:lnTo>
                <a:lnTo>
                  <a:pt x="64" y="215"/>
                </a:lnTo>
                <a:lnTo>
                  <a:pt x="72" y="204"/>
                </a:lnTo>
                <a:lnTo>
                  <a:pt x="80" y="193"/>
                </a:lnTo>
                <a:lnTo>
                  <a:pt x="89" y="182"/>
                </a:lnTo>
                <a:lnTo>
                  <a:pt x="98" y="171"/>
                </a:lnTo>
                <a:lnTo>
                  <a:pt x="108" y="161"/>
                </a:lnTo>
                <a:lnTo>
                  <a:pt x="118" y="151"/>
                </a:lnTo>
                <a:lnTo>
                  <a:pt x="129" y="141"/>
                </a:lnTo>
                <a:lnTo>
                  <a:pt x="140" y="131"/>
                </a:lnTo>
                <a:lnTo>
                  <a:pt x="151" y="122"/>
                </a:lnTo>
                <a:lnTo>
                  <a:pt x="163" y="113"/>
                </a:lnTo>
                <a:lnTo>
                  <a:pt x="175" y="104"/>
                </a:lnTo>
                <a:lnTo>
                  <a:pt x="187" y="95"/>
                </a:lnTo>
                <a:lnTo>
                  <a:pt x="200" y="87"/>
                </a:lnTo>
                <a:lnTo>
                  <a:pt x="213" y="79"/>
                </a:lnTo>
                <a:lnTo>
                  <a:pt x="226" y="72"/>
                </a:lnTo>
                <a:lnTo>
                  <a:pt x="239" y="65"/>
                </a:lnTo>
                <a:lnTo>
                  <a:pt x="253" y="58"/>
                </a:lnTo>
                <a:lnTo>
                  <a:pt x="267" y="52"/>
                </a:lnTo>
                <a:lnTo>
                  <a:pt x="282" y="45"/>
                </a:lnTo>
                <a:lnTo>
                  <a:pt x="296" y="40"/>
                </a:lnTo>
                <a:lnTo>
                  <a:pt x="311" y="34"/>
                </a:lnTo>
                <a:lnTo>
                  <a:pt x="327" y="29"/>
                </a:lnTo>
                <a:lnTo>
                  <a:pt x="342" y="25"/>
                </a:lnTo>
                <a:lnTo>
                  <a:pt x="358" y="21"/>
                </a:lnTo>
                <a:lnTo>
                  <a:pt x="373" y="17"/>
                </a:lnTo>
                <a:lnTo>
                  <a:pt x="389" y="13"/>
                </a:lnTo>
                <a:lnTo>
                  <a:pt x="405" y="10"/>
                </a:lnTo>
                <a:lnTo>
                  <a:pt x="421" y="8"/>
                </a:lnTo>
                <a:lnTo>
                  <a:pt x="437" y="5"/>
                </a:lnTo>
                <a:lnTo>
                  <a:pt x="453" y="3"/>
                </a:lnTo>
                <a:lnTo>
                  <a:pt x="469" y="2"/>
                </a:lnTo>
                <a:lnTo>
                  <a:pt x="485" y="1"/>
                </a:lnTo>
                <a:lnTo>
                  <a:pt x="501" y="0"/>
                </a:lnTo>
                <a:lnTo>
                  <a:pt x="517" y="0"/>
                </a:lnTo>
                <a:lnTo>
                  <a:pt x="534" y="0"/>
                </a:lnTo>
                <a:lnTo>
                  <a:pt x="550" y="1"/>
                </a:lnTo>
                <a:lnTo>
                  <a:pt x="566" y="2"/>
                </a:lnTo>
                <a:lnTo>
                  <a:pt x="582" y="3"/>
                </a:lnTo>
                <a:lnTo>
                  <a:pt x="598" y="5"/>
                </a:lnTo>
                <a:lnTo>
                  <a:pt x="614" y="8"/>
                </a:lnTo>
                <a:lnTo>
                  <a:pt x="630" y="10"/>
                </a:lnTo>
                <a:lnTo>
                  <a:pt x="646" y="13"/>
                </a:lnTo>
                <a:lnTo>
                  <a:pt x="662" y="17"/>
                </a:lnTo>
                <a:lnTo>
                  <a:pt x="677" y="21"/>
                </a:lnTo>
                <a:lnTo>
                  <a:pt x="692" y="25"/>
                </a:lnTo>
                <a:lnTo>
                  <a:pt x="708" y="29"/>
                </a:lnTo>
                <a:lnTo>
                  <a:pt x="723" y="34"/>
                </a:lnTo>
                <a:lnTo>
                  <a:pt x="737" y="40"/>
                </a:lnTo>
                <a:lnTo>
                  <a:pt x="752" y="45"/>
                </a:lnTo>
                <a:lnTo>
                  <a:pt x="766" y="52"/>
                </a:lnTo>
                <a:lnTo>
                  <a:pt x="780" y="58"/>
                </a:lnTo>
                <a:lnTo>
                  <a:pt x="794" y="65"/>
                </a:lnTo>
                <a:lnTo>
                  <a:pt x="808" y="72"/>
                </a:lnTo>
                <a:lnTo>
                  <a:pt x="821" y="79"/>
                </a:lnTo>
                <a:lnTo>
                  <a:pt x="834" y="87"/>
                </a:lnTo>
                <a:lnTo>
                  <a:pt x="847" y="95"/>
                </a:lnTo>
                <a:lnTo>
                  <a:pt x="859" y="104"/>
                </a:lnTo>
                <a:lnTo>
                  <a:pt x="871" y="113"/>
                </a:lnTo>
                <a:lnTo>
                  <a:pt x="883" y="122"/>
                </a:lnTo>
                <a:lnTo>
                  <a:pt x="894" y="131"/>
                </a:lnTo>
                <a:lnTo>
                  <a:pt x="905" y="141"/>
                </a:lnTo>
                <a:lnTo>
                  <a:pt x="915" y="151"/>
                </a:lnTo>
                <a:lnTo>
                  <a:pt x="926" y="161"/>
                </a:lnTo>
                <a:lnTo>
                  <a:pt x="935" y="171"/>
                </a:lnTo>
                <a:lnTo>
                  <a:pt x="945" y="182"/>
                </a:lnTo>
                <a:lnTo>
                  <a:pt x="954" y="193"/>
                </a:lnTo>
                <a:lnTo>
                  <a:pt x="962" y="204"/>
                </a:lnTo>
                <a:lnTo>
                  <a:pt x="970" y="215"/>
                </a:lnTo>
                <a:lnTo>
                  <a:pt x="978" y="227"/>
                </a:lnTo>
                <a:lnTo>
                  <a:pt x="985" y="238"/>
                </a:lnTo>
                <a:lnTo>
                  <a:pt x="992" y="250"/>
                </a:lnTo>
                <a:lnTo>
                  <a:pt x="998" y="262"/>
                </a:lnTo>
                <a:lnTo>
                  <a:pt x="1004" y="275"/>
                </a:lnTo>
                <a:lnTo>
                  <a:pt x="1009" y="287"/>
                </a:lnTo>
                <a:lnTo>
                  <a:pt x="1014" y="299"/>
                </a:lnTo>
                <a:lnTo>
                  <a:pt x="1018" y="312"/>
                </a:lnTo>
                <a:lnTo>
                  <a:pt x="1022" y="325"/>
                </a:lnTo>
                <a:lnTo>
                  <a:pt x="1025" y="337"/>
                </a:lnTo>
                <a:lnTo>
                  <a:pt x="1028" y="350"/>
                </a:lnTo>
                <a:lnTo>
                  <a:pt x="1030" y="363"/>
                </a:lnTo>
                <a:lnTo>
                  <a:pt x="1032" y="376"/>
                </a:lnTo>
                <a:lnTo>
                  <a:pt x="1033" y="389"/>
                </a:lnTo>
                <a:lnTo>
                  <a:pt x="1034" y="402"/>
                </a:lnTo>
                <a:lnTo>
                  <a:pt x="1034" y="415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2" name=""/>
          <p:cNvSpPr/>
          <p:nvPr/>
        </p:nvSpPr>
        <p:spPr>
          <a:xfrm>
            <a:off x="2671920" y="1694520"/>
            <a:ext cx="375840" cy="302040"/>
          </a:xfrm>
          <a:custGeom>
            <a:avLst/>
            <a:gdLst/>
            <a:ahLst/>
            <a:rect l="0" t="0" r="r" b="b"/>
            <a:pathLst>
              <a:path w="1044" h="839">
                <a:moveTo>
                  <a:pt x="1039" y="419"/>
                </a:moveTo>
                <a:lnTo>
                  <a:pt x="1039" y="406"/>
                </a:lnTo>
                <a:lnTo>
                  <a:pt x="1038" y="393"/>
                </a:lnTo>
                <a:lnTo>
                  <a:pt x="1037" y="380"/>
                </a:lnTo>
                <a:lnTo>
                  <a:pt x="1035" y="367"/>
                </a:lnTo>
                <a:lnTo>
                  <a:pt x="1033" y="354"/>
                </a:lnTo>
                <a:lnTo>
                  <a:pt x="1030" y="341"/>
                </a:lnTo>
                <a:lnTo>
                  <a:pt x="1027" y="329"/>
                </a:lnTo>
                <a:lnTo>
                  <a:pt x="1023" y="316"/>
                </a:lnTo>
                <a:lnTo>
                  <a:pt x="1019" y="303"/>
                </a:lnTo>
                <a:lnTo>
                  <a:pt x="1014" y="291"/>
                </a:lnTo>
                <a:lnTo>
                  <a:pt x="1009" y="279"/>
                </a:lnTo>
                <a:lnTo>
                  <a:pt x="1003" y="266"/>
                </a:lnTo>
                <a:lnTo>
                  <a:pt x="997" y="254"/>
                </a:lnTo>
                <a:lnTo>
                  <a:pt x="990" y="242"/>
                </a:lnTo>
                <a:lnTo>
                  <a:pt x="983" y="231"/>
                </a:lnTo>
                <a:lnTo>
                  <a:pt x="975" y="219"/>
                </a:lnTo>
                <a:lnTo>
                  <a:pt x="967" y="208"/>
                </a:lnTo>
                <a:lnTo>
                  <a:pt x="959" y="197"/>
                </a:lnTo>
                <a:lnTo>
                  <a:pt x="950" y="186"/>
                </a:lnTo>
                <a:lnTo>
                  <a:pt x="940" y="175"/>
                </a:lnTo>
                <a:lnTo>
                  <a:pt x="931" y="165"/>
                </a:lnTo>
                <a:lnTo>
                  <a:pt x="920" y="155"/>
                </a:lnTo>
                <a:lnTo>
                  <a:pt x="910" y="145"/>
                </a:lnTo>
                <a:lnTo>
                  <a:pt x="899" y="135"/>
                </a:lnTo>
                <a:lnTo>
                  <a:pt x="888" y="126"/>
                </a:lnTo>
                <a:lnTo>
                  <a:pt x="876" y="117"/>
                </a:lnTo>
                <a:lnTo>
                  <a:pt x="864" y="108"/>
                </a:lnTo>
                <a:lnTo>
                  <a:pt x="852" y="99"/>
                </a:lnTo>
                <a:lnTo>
                  <a:pt x="839" y="91"/>
                </a:lnTo>
                <a:lnTo>
                  <a:pt x="826" y="83"/>
                </a:lnTo>
                <a:lnTo>
                  <a:pt x="813" y="76"/>
                </a:lnTo>
                <a:lnTo>
                  <a:pt x="799" y="69"/>
                </a:lnTo>
                <a:lnTo>
                  <a:pt x="785" y="62"/>
                </a:lnTo>
                <a:lnTo>
                  <a:pt x="771" y="56"/>
                </a:lnTo>
                <a:lnTo>
                  <a:pt x="757" y="49"/>
                </a:lnTo>
                <a:lnTo>
                  <a:pt x="742" y="44"/>
                </a:lnTo>
                <a:lnTo>
                  <a:pt x="728" y="38"/>
                </a:lnTo>
                <a:lnTo>
                  <a:pt x="713" y="33"/>
                </a:lnTo>
                <a:lnTo>
                  <a:pt x="697" y="29"/>
                </a:lnTo>
                <a:lnTo>
                  <a:pt x="682" y="25"/>
                </a:lnTo>
                <a:lnTo>
                  <a:pt x="667" y="21"/>
                </a:lnTo>
                <a:lnTo>
                  <a:pt x="651" y="17"/>
                </a:lnTo>
                <a:lnTo>
                  <a:pt x="635" y="14"/>
                </a:lnTo>
                <a:lnTo>
                  <a:pt x="619" y="12"/>
                </a:lnTo>
                <a:lnTo>
                  <a:pt x="603" y="9"/>
                </a:lnTo>
                <a:lnTo>
                  <a:pt x="587" y="7"/>
                </a:lnTo>
                <a:lnTo>
                  <a:pt x="571" y="6"/>
                </a:lnTo>
                <a:lnTo>
                  <a:pt x="555" y="5"/>
                </a:lnTo>
                <a:lnTo>
                  <a:pt x="539" y="4"/>
                </a:lnTo>
                <a:lnTo>
                  <a:pt x="522" y="4"/>
                </a:lnTo>
                <a:lnTo>
                  <a:pt x="506" y="4"/>
                </a:lnTo>
                <a:lnTo>
                  <a:pt x="490" y="5"/>
                </a:lnTo>
                <a:lnTo>
                  <a:pt x="474" y="6"/>
                </a:lnTo>
                <a:lnTo>
                  <a:pt x="458" y="7"/>
                </a:lnTo>
                <a:lnTo>
                  <a:pt x="442" y="9"/>
                </a:lnTo>
                <a:lnTo>
                  <a:pt x="426" y="12"/>
                </a:lnTo>
                <a:lnTo>
                  <a:pt x="410" y="14"/>
                </a:lnTo>
                <a:lnTo>
                  <a:pt x="393" y="17"/>
                </a:lnTo>
                <a:lnTo>
                  <a:pt x="377" y="21"/>
                </a:lnTo>
                <a:lnTo>
                  <a:pt x="362" y="25"/>
                </a:lnTo>
                <a:lnTo>
                  <a:pt x="346" y="29"/>
                </a:lnTo>
                <a:lnTo>
                  <a:pt x="331" y="33"/>
                </a:lnTo>
                <a:lnTo>
                  <a:pt x="316" y="38"/>
                </a:lnTo>
                <a:lnTo>
                  <a:pt x="301" y="44"/>
                </a:lnTo>
                <a:lnTo>
                  <a:pt x="287" y="49"/>
                </a:lnTo>
                <a:lnTo>
                  <a:pt x="272" y="56"/>
                </a:lnTo>
                <a:lnTo>
                  <a:pt x="258" y="62"/>
                </a:lnTo>
                <a:lnTo>
                  <a:pt x="244" y="69"/>
                </a:lnTo>
                <a:lnTo>
                  <a:pt x="231" y="76"/>
                </a:lnTo>
                <a:lnTo>
                  <a:pt x="218" y="83"/>
                </a:lnTo>
                <a:lnTo>
                  <a:pt x="205" y="91"/>
                </a:lnTo>
                <a:lnTo>
                  <a:pt x="192" y="99"/>
                </a:lnTo>
                <a:lnTo>
                  <a:pt x="180" y="108"/>
                </a:lnTo>
                <a:lnTo>
                  <a:pt x="168" y="117"/>
                </a:lnTo>
                <a:lnTo>
                  <a:pt x="156" y="126"/>
                </a:lnTo>
                <a:lnTo>
                  <a:pt x="145" y="135"/>
                </a:lnTo>
                <a:lnTo>
                  <a:pt x="134" y="145"/>
                </a:lnTo>
                <a:lnTo>
                  <a:pt x="123" y="155"/>
                </a:lnTo>
                <a:lnTo>
                  <a:pt x="113" y="165"/>
                </a:lnTo>
                <a:lnTo>
                  <a:pt x="103" y="175"/>
                </a:lnTo>
                <a:lnTo>
                  <a:pt x="94" y="186"/>
                </a:lnTo>
                <a:lnTo>
                  <a:pt x="85" y="197"/>
                </a:lnTo>
                <a:lnTo>
                  <a:pt x="77" y="208"/>
                </a:lnTo>
                <a:lnTo>
                  <a:pt x="69" y="219"/>
                </a:lnTo>
                <a:lnTo>
                  <a:pt x="61" y="231"/>
                </a:lnTo>
                <a:lnTo>
                  <a:pt x="54" y="242"/>
                </a:lnTo>
                <a:lnTo>
                  <a:pt x="47" y="254"/>
                </a:lnTo>
                <a:lnTo>
                  <a:pt x="41" y="266"/>
                </a:lnTo>
                <a:lnTo>
                  <a:pt x="35" y="279"/>
                </a:lnTo>
                <a:lnTo>
                  <a:pt x="30" y="291"/>
                </a:lnTo>
                <a:lnTo>
                  <a:pt x="25" y="303"/>
                </a:lnTo>
                <a:lnTo>
                  <a:pt x="21" y="316"/>
                </a:lnTo>
                <a:lnTo>
                  <a:pt x="17" y="329"/>
                </a:lnTo>
                <a:lnTo>
                  <a:pt x="14" y="341"/>
                </a:lnTo>
                <a:lnTo>
                  <a:pt x="11" y="354"/>
                </a:lnTo>
                <a:lnTo>
                  <a:pt x="9" y="367"/>
                </a:lnTo>
                <a:lnTo>
                  <a:pt x="7" y="380"/>
                </a:lnTo>
                <a:lnTo>
                  <a:pt x="6" y="393"/>
                </a:lnTo>
                <a:lnTo>
                  <a:pt x="5" y="406"/>
                </a:lnTo>
                <a:lnTo>
                  <a:pt x="5" y="419"/>
                </a:lnTo>
                <a:lnTo>
                  <a:pt x="5" y="432"/>
                </a:lnTo>
                <a:lnTo>
                  <a:pt x="6" y="445"/>
                </a:lnTo>
                <a:lnTo>
                  <a:pt x="7" y="458"/>
                </a:lnTo>
                <a:lnTo>
                  <a:pt x="9" y="471"/>
                </a:lnTo>
                <a:lnTo>
                  <a:pt x="11" y="484"/>
                </a:lnTo>
                <a:lnTo>
                  <a:pt x="14" y="497"/>
                </a:lnTo>
                <a:lnTo>
                  <a:pt x="17" y="510"/>
                </a:lnTo>
                <a:lnTo>
                  <a:pt x="21" y="522"/>
                </a:lnTo>
                <a:lnTo>
                  <a:pt x="25" y="535"/>
                </a:lnTo>
                <a:lnTo>
                  <a:pt x="30" y="547"/>
                </a:lnTo>
                <a:lnTo>
                  <a:pt x="35" y="560"/>
                </a:lnTo>
                <a:lnTo>
                  <a:pt x="41" y="572"/>
                </a:lnTo>
                <a:lnTo>
                  <a:pt x="47" y="584"/>
                </a:lnTo>
                <a:lnTo>
                  <a:pt x="54" y="596"/>
                </a:lnTo>
                <a:lnTo>
                  <a:pt x="61" y="607"/>
                </a:lnTo>
                <a:lnTo>
                  <a:pt x="69" y="619"/>
                </a:lnTo>
                <a:lnTo>
                  <a:pt x="77" y="630"/>
                </a:lnTo>
                <a:lnTo>
                  <a:pt x="85" y="641"/>
                </a:lnTo>
                <a:lnTo>
                  <a:pt x="94" y="652"/>
                </a:lnTo>
                <a:lnTo>
                  <a:pt x="103" y="663"/>
                </a:lnTo>
                <a:lnTo>
                  <a:pt x="113" y="673"/>
                </a:lnTo>
                <a:lnTo>
                  <a:pt x="123" y="684"/>
                </a:lnTo>
                <a:lnTo>
                  <a:pt x="134" y="693"/>
                </a:lnTo>
                <a:lnTo>
                  <a:pt x="145" y="703"/>
                </a:lnTo>
                <a:lnTo>
                  <a:pt x="156" y="712"/>
                </a:lnTo>
                <a:lnTo>
                  <a:pt x="168" y="721"/>
                </a:lnTo>
                <a:lnTo>
                  <a:pt x="180" y="730"/>
                </a:lnTo>
                <a:lnTo>
                  <a:pt x="192" y="740"/>
                </a:lnTo>
                <a:lnTo>
                  <a:pt x="205" y="748"/>
                </a:lnTo>
                <a:lnTo>
                  <a:pt x="218" y="756"/>
                </a:lnTo>
                <a:lnTo>
                  <a:pt x="231" y="763"/>
                </a:lnTo>
                <a:lnTo>
                  <a:pt x="244" y="770"/>
                </a:lnTo>
                <a:lnTo>
                  <a:pt x="258" y="777"/>
                </a:lnTo>
                <a:lnTo>
                  <a:pt x="272" y="784"/>
                </a:lnTo>
                <a:lnTo>
                  <a:pt x="287" y="790"/>
                </a:lnTo>
                <a:lnTo>
                  <a:pt x="301" y="795"/>
                </a:lnTo>
                <a:lnTo>
                  <a:pt x="316" y="801"/>
                </a:lnTo>
                <a:lnTo>
                  <a:pt x="331" y="806"/>
                </a:lnTo>
                <a:lnTo>
                  <a:pt x="346" y="810"/>
                </a:lnTo>
                <a:lnTo>
                  <a:pt x="362" y="815"/>
                </a:lnTo>
                <a:lnTo>
                  <a:pt x="377" y="818"/>
                </a:lnTo>
                <a:lnTo>
                  <a:pt x="393" y="822"/>
                </a:lnTo>
                <a:lnTo>
                  <a:pt x="410" y="825"/>
                </a:lnTo>
                <a:lnTo>
                  <a:pt x="426" y="828"/>
                </a:lnTo>
                <a:lnTo>
                  <a:pt x="442" y="830"/>
                </a:lnTo>
                <a:lnTo>
                  <a:pt x="458" y="832"/>
                </a:lnTo>
                <a:lnTo>
                  <a:pt x="474" y="833"/>
                </a:lnTo>
                <a:lnTo>
                  <a:pt x="490" y="834"/>
                </a:lnTo>
                <a:lnTo>
                  <a:pt x="506" y="835"/>
                </a:lnTo>
                <a:lnTo>
                  <a:pt x="522" y="835"/>
                </a:lnTo>
                <a:lnTo>
                  <a:pt x="539" y="835"/>
                </a:lnTo>
                <a:lnTo>
                  <a:pt x="555" y="834"/>
                </a:lnTo>
                <a:lnTo>
                  <a:pt x="571" y="833"/>
                </a:lnTo>
                <a:lnTo>
                  <a:pt x="587" y="832"/>
                </a:lnTo>
                <a:lnTo>
                  <a:pt x="603" y="830"/>
                </a:lnTo>
                <a:lnTo>
                  <a:pt x="619" y="828"/>
                </a:lnTo>
                <a:lnTo>
                  <a:pt x="635" y="825"/>
                </a:lnTo>
                <a:lnTo>
                  <a:pt x="651" y="822"/>
                </a:lnTo>
                <a:lnTo>
                  <a:pt x="667" y="818"/>
                </a:lnTo>
                <a:lnTo>
                  <a:pt x="682" y="815"/>
                </a:lnTo>
                <a:lnTo>
                  <a:pt x="697" y="810"/>
                </a:lnTo>
                <a:lnTo>
                  <a:pt x="713" y="806"/>
                </a:lnTo>
                <a:lnTo>
                  <a:pt x="728" y="801"/>
                </a:lnTo>
                <a:lnTo>
                  <a:pt x="742" y="795"/>
                </a:lnTo>
                <a:lnTo>
                  <a:pt x="757" y="790"/>
                </a:lnTo>
                <a:lnTo>
                  <a:pt x="771" y="784"/>
                </a:lnTo>
                <a:lnTo>
                  <a:pt x="785" y="777"/>
                </a:lnTo>
                <a:lnTo>
                  <a:pt x="799" y="770"/>
                </a:lnTo>
                <a:lnTo>
                  <a:pt x="813" y="763"/>
                </a:lnTo>
                <a:lnTo>
                  <a:pt x="826" y="756"/>
                </a:lnTo>
                <a:lnTo>
                  <a:pt x="839" y="748"/>
                </a:lnTo>
                <a:lnTo>
                  <a:pt x="852" y="740"/>
                </a:lnTo>
                <a:lnTo>
                  <a:pt x="864" y="730"/>
                </a:lnTo>
                <a:lnTo>
                  <a:pt x="876" y="721"/>
                </a:lnTo>
                <a:lnTo>
                  <a:pt x="888" y="712"/>
                </a:lnTo>
                <a:lnTo>
                  <a:pt x="899" y="703"/>
                </a:lnTo>
                <a:lnTo>
                  <a:pt x="910" y="693"/>
                </a:lnTo>
                <a:lnTo>
                  <a:pt x="920" y="684"/>
                </a:lnTo>
                <a:lnTo>
                  <a:pt x="931" y="673"/>
                </a:lnTo>
                <a:lnTo>
                  <a:pt x="940" y="663"/>
                </a:lnTo>
                <a:lnTo>
                  <a:pt x="950" y="652"/>
                </a:lnTo>
                <a:lnTo>
                  <a:pt x="959" y="641"/>
                </a:lnTo>
                <a:lnTo>
                  <a:pt x="967" y="630"/>
                </a:lnTo>
                <a:lnTo>
                  <a:pt x="975" y="619"/>
                </a:lnTo>
                <a:lnTo>
                  <a:pt x="983" y="607"/>
                </a:lnTo>
                <a:lnTo>
                  <a:pt x="990" y="596"/>
                </a:lnTo>
                <a:lnTo>
                  <a:pt x="997" y="584"/>
                </a:lnTo>
                <a:lnTo>
                  <a:pt x="1003" y="572"/>
                </a:lnTo>
                <a:lnTo>
                  <a:pt x="1009" y="560"/>
                </a:lnTo>
                <a:lnTo>
                  <a:pt x="1014" y="547"/>
                </a:lnTo>
                <a:lnTo>
                  <a:pt x="1019" y="535"/>
                </a:lnTo>
                <a:lnTo>
                  <a:pt x="1023" y="522"/>
                </a:lnTo>
                <a:lnTo>
                  <a:pt x="1027" y="510"/>
                </a:lnTo>
                <a:lnTo>
                  <a:pt x="1030" y="497"/>
                </a:lnTo>
                <a:lnTo>
                  <a:pt x="1033" y="484"/>
                </a:lnTo>
                <a:lnTo>
                  <a:pt x="1035" y="471"/>
                </a:lnTo>
                <a:lnTo>
                  <a:pt x="1037" y="458"/>
                </a:lnTo>
                <a:lnTo>
                  <a:pt x="1038" y="445"/>
                </a:lnTo>
                <a:lnTo>
                  <a:pt x="1039" y="432"/>
                </a:lnTo>
                <a:lnTo>
                  <a:pt x="1039" y="419"/>
                </a:lnTo>
                <a:moveTo>
                  <a:pt x="1044" y="419"/>
                </a:moveTo>
                <a:lnTo>
                  <a:pt x="1043" y="432"/>
                </a:lnTo>
                <a:lnTo>
                  <a:pt x="1043" y="445"/>
                </a:lnTo>
                <a:lnTo>
                  <a:pt x="1041" y="458"/>
                </a:lnTo>
                <a:lnTo>
                  <a:pt x="1040" y="472"/>
                </a:lnTo>
                <a:lnTo>
                  <a:pt x="1037" y="485"/>
                </a:lnTo>
                <a:lnTo>
                  <a:pt x="1034" y="497"/>
                </a:lnTo>
                <a:lnTo>
                  <a:pt x="1031" y="510"/>
                </a:lnTo>
                <a:lnTo>
                  <a:pt x="1027" y="523"/>
                </a:lnTo>
                <a:lnTo>
                  <a:pt x="1023" y="536"/>
                </a:lnTo>
                <a:lnTo>
                  <a:pt x="1018" y="548"/>
                </a:lnTo>
                <a:lnTo>
                  <a:pt x="1013" y="561"/>
                </a:lnTo>
                <a:lnTo>
                  <a:pt x="1007" y="573"/>
                </a:lnTo>
                <a:lnTo>
                  <a:pt x="1001" y="585"/>
                </a:lnTo>
                <a:lnTo>
                  <a:pt x="994" y="597"/>
                </a:lnTo>
                <a:lnTo>
                  <a:pt x="987" y="609"/>
                </a:lnTo>
                <a:lnTo>
                  <a:pt x="979" y="621"/>
                </a:lnTo>
                <a:lnTo>
                  <a:pt x="971" y="632"/>
                </a:lnTo>
                <a:lnTo>
                  <a:pt x="963" y="643"/>
                </a:lnTo>
                <a:lnTo>
                  <a:pt x="954" y="654"/>
                </a:lnTo>
                <a:lnTo>
                  <a:pt x="944" y="665"/>
                </a:lnTo>
                <a:lnTo>
                  <a:pt x="934" y="676"/>
                </a:lnTo>
                <a:lnTo>
                  <a:pt x="924" y="686"/>
                </a:lnTo>
                <a:lnTo>
                  <a:pt x="913" y="696"/>
                </a:lnTo>
                <a:lnTo>
                  <a:pt x="902" y="706"/>
                </a:lnTo>
                <a:lnTo>
                  <a:pt x="891" y="715"/>
                </a:lnTo>
                <a:lnTo>
                  <a:pt x="879" y="724"/>
                </a:lnTo>
                <a:lnTo>
                  <a:pt x="867" y="733"/>
                </a:lnTo>
                <a:lnTo>
                  <a:pt x="855" y="743"/>
                </a:lnTo>
                <a:lnTo>
                  <a:pt x="842" y="751"/>
                </a:lnTo>
                <a:lnTo>
                  <a:pt x="829" y="759"/>
                </a:lnTo>
                <a:lnTo>
                  <a:pt x="815" y="766"/>
                </a:lnTo>
                <a:lnTo>
                  <a:pt x="802" y="773"/>
                </a:lnTo>
                <a:lnTo>
                  <a:pt x="788" y="780"/>
                </a:lnTo>
                <a:lnTo>
                  <a:pt x="774" y="787"/>
                </a:lnTo>
                <a:lnTo>
                  <a:pt x="759" y="793"/>
                </a:lnTo>
                <a:lnTo>
                  <a:pt x="744" y="799"/>
                </a:lnTo>
                <a:lnTo>
                  <a:pt x="729" y="804"/>
                </a:lnTo>
                <a:lnTo>
                  <a:pt x="714" y="809"/>
                </a:lnTo>
                <a:lnTo>
                  <a:pt x="699" y="814"/>
                </a:lnTo>
                <a:lnTo>
                  <a:pt x="683" y="818"/>
                </a:lnTo>
                <a:lnTo>
                  <a:pt x="668" y="822"/>
                </a:lnTo>
                <a:lnTo>
                  <a:pt x="652" y="825"/>
                </a:lnTo>
                <a:lnTo>
                  <a:pt x="636" y="829"/>
                </a:lnTo>
                <a:lnTo>
                  <a:pt x="620" y="831"/>
                </a:lnTo>
                <a:lnTo>
                  <a:pt x="604" y="833"/>
                </a:lnTo>
                <a:lnTo>
                  <a:pt x="588" y="835"/>
                </a:lnTo>
                <a:lnTo>
                  <a:pt x="571" y="837"/>
                </a:lnTo>
                <a:lnTo>
                  <a:pt x="555" y="838"/>
                </a:lnTo>
                <a:lnTo>
                  <a:pt x="539" y="838"/>
                </a:lnTo>
                <a:lnTo>
                  <a:pt x="522" y="839"/>
                </a:lnTo>
                <a:lnTo>
                  <a:pt x="506" y="838"/>
                </a:lnTo>
                <a:lnTo>
                  <a:pt x="490" y="838"/>
                </a:lnTo>
                <a:lnTo>
                  <a:pt x="473" y="837"/>
                </a:lnTo>
                <a:lnTo>
                  <a:pt x="457" y="835"/>
                </a:lnTo>
                <a:lnTo>
                  <a:pt x="441" y="833"/>
                </a:lnTo>
                <a:lnTo>
                  <a:pt x="425" y="831"/>
                </a:lnTo>
                <a:lnTo>
                  <a:pt x="409" y="829"/>
                </a:lnTo>
                <a:lnTo>
                  <a:pt x="392" y="825"/>
                </a:lnTo>
                <a:lnTo>
                  <a:pt x="376" y="822"/>
                </a:lnTo>
                <a:lnTo>
                  <a:pt x="360" y="818"/>
                </a:lnTo>
                <a:lnTo>
                  <a:pt x="345" y="814"/>
                </a:lnTo>
                <a:lnTo>
                  <a:pt x="329" y="809"/>
                </a:lnTo>
                <a:lnTo>
                  <a:pt x="314" y="804"/>
                </a:lnTo>
                <a:lnTo>
                  <a:pt x="299" y="799"/>
                </a:lnTo>
                <a:lnTo>
                  <a:pt x="285" y="793"/>
                </a:lnTo>
                <a:lnTo>
                  <a:pt x="270" y="787"/>
                </a:lnTo>
                <a:lnTo>
                  <a:pt x="256" y="780"/>
                </a:lnTo>
                <a:lnTo>
                  <a:pt x="242" y="773"/>
                </a:lnTo>
                <a:lnTo>
                  <a:pt x="228" y="766"/>
                </a:lnTo>
                <a:lnTo>
                  <a:pt x="215" y="759"/>
                </a:lnTo>
                <a:lnTo>
                  <a:pt x="202" y="751"/>
                </a:lnTo>
                <a:lnTo>
                  <a:pt x="189" y="743"/>
                </a:lnTo>
                <a:lnTo>
                  <a:pt x="177" y="733"/>
                </a:lnTo>
                <a:lnTo>
                  <a:pt x="164" y="724"/>
                </a:lnTo>
                <a:lnTo>
                  <a:pt x="153" y="715"/>
                </a:lnTo>
                <a:lnTo>
                  <a:pt x="141" y="706"/>
                </a:lnTo>
                <a:lnTo>
                  <a:pt x="130" y="696"/>
                </a:lnTo>
                <a:lnTo>
                  <a:pt x="120" y="686"/>
                </a:lnTo>
                <a:lnTo>
                  <a:pt x="109" y="676"/>
                </a:lnTo>
                <a:lnTo>
                  <a:pt x="100" y="665"/>
                </a:lnTo>
                <a:lnTo>
                  <a:pt x="90" y="654"/>
                </a:lnTo>
                <a:lnTo>
                  <a:pt x="81" y="643"/>
                </a:lnTo>
                <a:lnTo>
                  <a:pt x="73" y="632"/>
                </a:lnTo>
                <a:lnTo>
                  <a:pt x="64" y="621"/>
                </a:lnTo>
                <a:lnTo>
                  <a:pt x="57" y="609"/>
                </a:lnTo>
                <a:lnTo>
                  <a:pt x="50" y="597"/>
                </a:lnTo>
                <a:lnTo>
                  <a:pt x="43" y="585"/>
                </a:lnTo>
                <a:lnTo>
                  <a:pt x="37" y="573"/>
                </a:lnTo>
                <a:lnTo>
                  <a:pt x="31" y="561"/>
                </a:lnTo>
                <a:lnTo>
                  <a:pt x="26" y="548"/>
                </a:lnTo>
                <a:lnTo>
                  <a:pt x="21" y="536"/>
                </a:lnTo>
                <a:lnTo>
                  <a:pt x="16" y="523"/>
                </a:lnTo>
                <a:lnTo>
                  <a:pt x="13" y="510"/>
                </a:lnTo>
                <a:lnTo>
                  <a:pt x="9" y="497"/>
                </a:lnTo>
                <a:lnTo>
                  <a:pt x="6" y="485"/>
                </a:lnTo>
                <a:lnTo>
                  <a:pt x="4" y="472"/>
                </a:lnTo>
                <a:lnTo>
                  <a:pt x="2" y="458"/>
                </a:lnTo>
                <a:lnTo>
                  <a:pt x="1" y="445"/>
                </a:lnTo>
                <a:lnTo>
                  <a:pt x="0" y="432"/>
                </a:lnTo>
                <a:lnTo>
                  <a:pt x="0" y="419"/>
                </a:lnTo>
                <a:lnTo>
                  <a:pt x="0" y="406"/>
                </a:lnTo>
                <a:lnTo>
                  <a:pt x="1" y="393"/>
                </a:lnTo>
                <a:lnTo>
                  <a:pt x="2" y="380"/>
                </a:lnTo>
                <a:lnTo>
                  <a:pt x="4" y="367"/>
                </a:lnTo>
                <a:lnTo>
                  <a:pt x="6" y="354"/>
                </a:lnTo>
                <a:lnTo>
                  <a:pt x="9" y="341"/>
                </a:lnTo>
                <a:lnTo>
                  <a:pt x="13" y="328"/>
                </a:lnTo>
                <a:lnTo>
                  <a:pt x="16" y="315"/>
                </a:lnTo>
                <a:lnTo>
                  <a:pt x="21" y="302"/>
                </a:lnTo>
                <a:lnTo>
                  <a:pt x="26" y="290"/>
                </a:lnTo>
                <a:lnTo>
                  <a:pt x="31" y="277"/>
                </a:lnTo>
                <a:lnTo>
                  <a:pt x="37" y="265"/>
                </a:lnTo>
                <a:lnTo>
                  <a:pt x="43" y="253"/>
                </a:lnTo>
                <a:lnTo>
                  <a:pt x="50" y="241"/>
                </a:lnTo>
                <a:lnTo>
                  <a:pt x="57" y="229"/>
                </a:lnTo>
                <a:lnTo>
                  <a:pt x="64" y="217"/>
                </a:lnTo>
                <a:lnTo>
                  <a:pt x="73" y="206"/>
                </a:lnTo>
                <a:lnTo>
                  <a:pt x="81" y="195"/>
                </a:lnTo>
                <a:lnTo>
                  <a:pt x="90" y="184"/>
                </a:lnTo>
                <a:lnTo>
                  <a:pt x="100" y="173"/>
                </a:lnTo>
                <a:lnTo>
                  <a:pt x="109" y="163"/>
                </a:lnTo>
                <a:lnTo>
                  <a:pt x="120" y="152"/>
                </a:lnTo>
                <a:lnTo>
                  <a:pt x="130" y="142"/>
                </a:lnTo>
                <a:lnTo>
                  <a:pt x="141" y="133"/>
                </a:lnTo>
                <a:lnTo>
                  <a:pt x="153" y="123"/>
                </a:lnTo>
                <a:lnTo>
                  <a:pt x="164" y="114"/>
                </a:lnTo>
                <a:lnTo>
                  <a:pt x="177" y="105"/>
                </a:lnTo>
                <a:lnTo>
                  <a:pt x="189" y="97"/>
                </a:lnTo>
                <a:lnTo>
                  <a:pt x="202" y="88"/>
                </a:lnTo>
                <a:lnTo>
                  <a:pt x="215" y="80"/>
                </a:lnTo>
                <a:lnTo>
                  <a:pt x="228" y="73"/>
                </a:lnTo>
                <a:lnTo>
                  <a:pt x="242" y="66"/>
                </a:lnTo>
                <a:lnTo>
                  <a:pt x="256" y="59"/>
                </a:lnTo>
                <a:lnTo>
                  <a:pt x="270" y="52"/>
                </a:lnTo>
                <a:lnTo>
                  <a:pt x="285" y="46"/>
                </a:lnTo>
                <a:lnTo>
                  <a:pt x="299" y="40"/>
                </a:lnTo>
                <a:lnTo>
                  <a:pt x="314" y="35"/>
                </a:lnTo>
                <a:lnTo>
                  <a:pt x="329" y="30"/>
                </a:lnTo>
                <a:lnTo>
                  <a:pt x="345" y="25"/>
                </a:lnTo>
                <a:lnTo>
                  <a:pt x="360" y="21"/>
                </a:lnTo>
                <a:lnTo>
                  <a:pt x="376" y="17"/>
                </a:lnTo>
                <a:lnTo>
                  <a:pt x="392" y="14"/>
                </a:lnTo>
                <a:lnTo>
                  <a:pt x="409" y="11"/>
                </a:lnTo>
                <a:lnTo>
                  <a:pt x="425" y="8"/>
                </a:lnTo>
                <a:lnTo>
                  <a:pt x="441" y="6"/>
                </a:lnTo>
                <a:lnTo>
                  <a:pt x="457" y="4"/>
                </a:lnTo>
                <a:lnTo>
                  <a:pt x="473" y="2"/>
                </a:lnTo>
                <a:lnTo>
                  <a:pt x="490" y="1"/>
                </a:lnTo>
                <a:lnTo>
                  <a:pt x="506" y="1"/>
                </a:lnTo>
                <a:lnTo>
                  <a:pt x="522" y="0"/>
                </a:lnTo>
                <a:lnTo>
                  <a:pt x="539" y="1"/>
                </a:lnTo>
                <a:lnTo>
                  <a:pt x="555" y="1"/>
                </a:lnTo>
                <a:lnTo>
                  <a:pt x="571" y="2"/>
                </a:lnTo>
                <a:lnTo>
                  <a:pt x="588" y="4"/>
                </a:lnTo>
                <a:lnTo>
                  <a:pt x="604" y="6"/>
                </a:lnTo>
                <a:lnTo>
                  <a:pt x="620" y="8"/>
                </a:lnTo>
                <a:lnTo>
                  <a:pt x="636" y="11"/>
                </a:lnTo>
                <a:lnTo>
                  <a:pt x="652" y="14"/>
                </a:lnTo>
                <a:lnTo>
                  <a:pt x="668" y="17"/>
                </a:lnTo>
                <a:lnTo>
                  <a:pt x="683" y="21"/>
                </a:lnTo>
                <a:lnTo>
                  <a:pt x="699" y="25"/>
                </a:lnTo>
                <a:lnTo>
                  <a:pt x="714" y="30"/>
                </a:lnTo>
                <a:lnTo>
                  <a:pt x="729" y="35"/>
                </a:lnTo>
                <a:lnTo>
                  <a:pt x="744" y="40"/>
                </a:lnTo>
                <a:lnTo>
                  <a:pt x="759" y="46"/>
                </a:lnTo>
                <a:lnTo>
                  <a:pt x="774" y="52"/>
                </a:lnTo>
                <a:lnTo>
                  <a:pt x="788" y="59"/>
                </a:lnTo>
                <a:lnTo>
                  <a:pt x="802" y="66"/>
                </a:lnTo>
                <a:lnTo>
                  <a:pt x="815" y="73"/>
                </a:lnTo>
                <a:lnTo>
                  <a:pt x="829" y="80"/>
                </a:lnTo>
                <a:lnTo>
                  <a:pt x="842" y="88"/>
                </a:lnTo>
                <a:lnTo>
                  <a:pt x="855" y="97"/>
                </a:lnTo>
                <a:lnTo>
                  <a:pt x="867" y="105"/>
                </a:lnTo>
                <a:lnTo>
                  <a:pt x="879" y="114"/>
                </a:lnTo>
                <a:lnTo>
                  <a:pt x="891" y="123"/>
                </a:lnTo>
                <a:lnTo>
                  <a:pt x="902" y="133"/>
                </a:lnTo>
                <a:lnTo>
                  <a:pt x="913" y="142"/>
                </a:lnTo>
                <a:lnTo>
                  <a:pt x="924" y="152"/>
                </a:lnTo>
                <a:lnTo>
                  <a:pt x="934" y="163"/>
                </a:lnTo>
                <a:lnTo>
                  <a:pt x="944" y="173"/>
                </a:lnTo>
                <a:lnTo>
                  <a:pt x="954" y="184"/>
                </a:lnTo>
                <a:lnTo>
                  <a:pt x="963" y="195"/>
                </a:lnTo>
                <a:lnTo>
                  <a:pt x="971" y="206"/>
                </a:lnTo>
                <a:lnTo>
                  <a:pt x="979" y="217"/>
                </a:lnTo>
                <a:lnTo>
                  <a:pt x="987" y="229"/>
                </a:lnTo>
                <a:lnTo>
                  <a:pt x="994" y="241"/>
                </a:lnTo>
                <a:lnTo>
                  <a:pt x="1001" y="253"/>
                </a:lnTo>
                <a:lnTo>
                  <a:pt x="1007" y="265"/>
                </a:lnTo>
                <a:lnTo>
                  <a:pt x="1013" y="277"/>
                </a:lnTo>
                <a:lnTo>
                  <a:pt x="1018" y="290"/>
                </a:lnTo>
                <a:lnTo>
                  <a:pt x="1023" y="302"/>
                </a:lnTo>
                <a:lnTo>
                  <a:pt x="1027" y="315"/>
                </a:lnTo>
                <a:lnTo>
                  <a:pt x="1031" y="328"/>
                </a:lnTo>
                <a:lnTo>
                  <a:pt x="1034" y="341"/>
                </a:lnTo>
                <a:lnTo>
                  <a:pt x="1037" y="354"/>
                </a:lnTo>
                <a:lnTo>
                  <a:pt x="1040" y="367"/>
                </a:lnTo>
                <a:lnTo>
                  <a:pt x="1041" y="380"/>
                </a:lnTo>
                <a:lnTo>
                  <a:pt x="1043" y="393"/>
                </a:lnTo>
                <a:lnTo>
                  <a:pt x="1043" y="406"/>
                </a:lnTo>
                <a:lnTo>
                  <a:pt x="1044" y="419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3" name=""/>
          <p:cNvSpPr/>
          <p:nvPr/>
        </p:nvSpPr>
        <p:spPr>
          <a:xfrm>
            <a:off x="2671200" y="1694160"/>
            <a:ext cx="377280" cy="302760"/>
          </a:xfrm>
          <a:custGeom>
            <a:avLst/>
            <a:gdLst/>
            <a:ahLst/>
            <a:rect l="0" t="0" r="r" b="b"/>
            <a:pathLst>
              <a:path w="1048" h="841">
                <a:moveTo>
                  <a:pt x="1046" y="420"/>
                </a:moveTo>
                <a:lnTo>
                  <a:pt x="1045" y="407"/>
                </a:lnTo>
                <a:lnTo>
                  <a:pt x="1045" y="394"/>
                </a:lnTo>
                <a:lnTo>
                  <a:pt x="1043" y="381"/>
                </a:lnTo>
                <a:lnTo>
                  <a:pt x="1042" y="368"/>
                </a:lnTo>
                <a:lnTo>
                  <a:pt x="1039" y="355"/>
                </a:lnTo>
                <a:lnTo>
                  <a:pt x="1036" y="342"/>
                </a:lnTo>
                <a:lnTo>
                  <a:pt x="1033" y="329"/>
                </a:lnTo>
                <a:lnTo>
                  <a:pt x="1029" y="316"/>
                </a:lnTo>
                <a:lnTo>
                  <a:pt x="1025" y="303"/>
                </a:lnTo>
                <a:lnTo>
                  <a:pt x="1020" y="291"/>
                </a:lnTo>
                <a:lnTo>
                  <a:pt x="1015" y="278"/>
                </a:lnTo>
                <a:lnTo>
                  <a:pt x="1009" y="266"/>
                </a:lnTo>
                <a:lnTo>
                  <a:pt x="1003" y="254"/>
                </a:lnTo>
                <a:lnTo>
                  <a:pt x="996" y="242"/>
                </a:lnTo>
                <a:lnTo>
                  <a:pt x="989" y="230"/>
                </a:lnTo>
                <a:lnTo>
                  <a:pt x="981" y="218"/>
                </a:lnTo>
                <a:lnTo>
                  <a:pt x="973" y="207"/>
                </a:lnTo>
                <a:lnTo>
                  <a:pt x="965" y="196"/>
                </a:lnTo>
                <a:lnTo>
                  <a:pt x="956" y="185"/>
                </a:lnTo>
                <a:lnTo>
                  <a:pt x="946" y="174"/>
                </a:lnTo>
                <a:lnTo>
                  <a:pt x="936" y="164"/>
                </a:lnTo>
                <a:lnTo>
                  <a:pt x="926" y="153"/>
                </a:lnTo>
                <a:lnTo>
                  <a:pt x="915" y="143"/>
                </a:lnTo>
                <a:lnTo>
                  <a:pt x="904" y="134"/>
                </a:lnTo>
                <a:lnTo>
                  <a:pt x="893" y="124"/>
                </a:lnTo>
                <a:lnTo>
                  <a:pt x="881" y="115"/>
                </a:lnTo>
                <a:lnTo>
                  <a:pt x="869" y="106"/>
                </a:lnTo>
                <a:lnTo>
                  <a:pt x="857" y="98"/>
                </a:lnTo>
                <a:lnTo>
                  <a:pt x="844" y="89"/>
                </a:lnTo>
                <a:lnTo>
                  <a:pt x="831" y="81"/>
                </a:lnTo>
                <a:lnTo>
                  <a:pt x="817" y="74"/>
                </a:lnTo>
                <a:lnTo>
                  <a:pt x="804" y="67"/>
                </a:lnTo>
                <a:lnTo>
                  <a:pt x="790" y="60"/>
                </a:lnTo>
                <a:lnTo>
                  <a:pt x="776" y="53"/>
                </a:lnTo>
                <a:lnTo>
                  <a:pt x="761" y="47"/>
                </a:lnTo>
                <a:lnTo>
                  <a:pt x="746" y="41"/>
                </a:lnTo>
                <a:lnTo>
                  <a:pt x="731" y="36"/>
                </a:lnTo>
                <a:lnTo>
                  <a:pt x="716" y="31"/>
                </a:lnTo>
                <a:lnTo>
                  <a:pt x="701" y="26"/>
                </a:lnTo>
                <a:lnTo>
                  <a:pt x="685" y="22"/>
                </a:lnTo>
                <a:lnTo>
                  <a:pt x="670" y="18"/>
                </a:lnTo>
                <a:lnTo>
                  <a:pt x="654" y="15"/>
                </a:lnTo>
                <a:lnTo>
                  <a:pt x="638" y="12"/>
                </a:lnTo>
                <a:lnTo>
                  <a:pt x="622" y="9"/>
                </a:lnTo>
                <a:lnTo>
                  <a:pt x="606" y="7"/>
                </a:lnTo>
                <a:lnTo>
                  <a:pt x="590" y="5"/>
                </a:lnTo>
                <a:lnTo>
                  <a:pt x="573" y="3"/>
                </a:lnTo>
                <a:lnTo>
                  <a:pt x="557" y="2"/>
                </a:lnTo>
                <a:lnTo>
                  <a:pt x="541" y="2"/>
                </a:lnTo>
                <a:lnTo>
                  <a:pt x="524" y="1"/>
                </a:lnTo>
                <a:lnTo>
                  <a:pt x="508" y="2"/>
                </a:lnTo>
                <a:lnTo>
                  <a:pt x="492" y="2"/>
                </a:lnTo>
                <a:lnTo>
                  <a:pt x="475" y="3"/>
                </a:lnTo>
                <a:lnTo>
                  <a:pt x="459" y="5"/>
                </a:lnTo>
                <a:lnTo>
                  <a:pt x="443" y="7"/>
                </a:lnTo>
                <a:lnTo>
                  <a:pt x="426" y="9"/>
                </a:lnTo>
                <a:lnTo>
                  <a:pt x="410" y="12"/>
                </a:lnTo>
                <a:lnTo>
                  <a:pt x="394" y="15"/>
                </a:lnTo>
                <a:lnTo>
                  <a:pt x="378" y="18"/>
                </a:lnTo>
                <a:lnTo>
                  <a:pt x="362" y="22"/>
                </a:lnTo>
                <a:lnTo>
                  <a:pt x="347" y="26"/>
                </a:lnTo>
                <a:lnTo>
                  <a:pt x="331" y="31"/>
                </a:lnTo>
                <a:lnTo>
                  <a:pt x="316" y="36"/>
                </a:lnTo>
                <a:lnTo>
                  <a:pt x="301" y="41"/>
                </a:lnTo>
                <a:lnTo>
                  <a:pt x="287" y="47"/>
                </a:lnTo>
                <a:lnTo>
                  <a:pt x="272" y="53"/>
                </a:lnTo>
                <a:lnTo>
                  <a:pt x="258" y="60"/>
                </a:lnTo>
                <a:lnTo>
                  <a:pt x="244" y="67"/>
                </a:lnTo>
                <a:lnTo>
                  <a:pt x="230" y="74"/>
                </a:lnTo>
                <a:lnTo>
                  <a:pt x="217" y="81"/>
                </a:lnTo>
                <a:lnTo>
                  <a:pt x="204" y="89"/>
                </a:lnTo>
                <a:lnTo>
                  <a:pt x="191" y="98"/>
                </a:lnTo>
                <a:lnTo>
                  <a:pt x="179" y="106"/>
                </a:lnTo>
                <a:lnTo>
                  <a:pt x="166" y="115"/>
                </a:lnTo>
                <a:lnTo>
                  <a:pt x="155" y="124"/>
                </a:lnTo>
                <a:lnTo>
                  <a:pt x="143" y="134"/>
                </a:lnTo>
                <a:lnTo>
                  <a:pt x="132" y="143"/>
                </a:lnTo>
                <a:lnTo>
                  <a:pt x="122" y="153"/>
                </a:lnTo>
                <a:lnTo>
                  <a:pt x="111" y="164"/>
                </a:lnTo>
                <a:lnTo>
                  <a:pt x="102" y="174"/>
                </a:lnTo>
                <a:lnTo>
                  <a:pt x="92" y="185"/>
                </a:lnTo>
                <a:lnTo>
                  <a:pt x="83" y="196"/>
                </a:lnTo>
                <a:lnTo>
                  <a:pt x="75" y="207"/>
                </a:lnTo>
                <a:lnTo>
                  <a:pt x="66" y="218"/>
                </a:lnTo>
                <a:lnTo>
                  <a:pt x="59" y="230"/>
                </a:lnTo>
                <a:lnTo>
                  <a:pt x="52" y="242"/>
                </a:lnTo>
                <a:lnTo>
                  <a:pt x="45" y="254"/>
                </a:lnTo>
                <a:lnTo>
                  <a:pt x="39" y="266"/>
                </a:lnTo>
                <a:lnTo>
                  <a:pt x="33" y="278"/>
                </a:lnTo>
                <a:lnTo>
                  <a:pt x="28" y="291"/>
                </a:lnTo>
                <a:lnTo>
                  <a:pt x="23" y="303"/>
                </a:lnTo>
                <a:lnTo>
                  <a:pt x="18" y="316"/>
                </a:lnTo>
                <a:lnTo>
                  <a:pt x="15" y="329"/>
                </a:lnTo>
                <a:lnTo>
                  <a:pt x="11" y="342"/>
                </a:lnTo>
                <a:lnTo>
                  <a:pt x="8" y="355"/>
                </a:lnTo>
                <a:lnTo>
                  <a:pt x="6" y="368"/>
                </a:lnTo>
                <a:lnTo>
                  <a:pt x="4" y="381"/>
                </a:lnTo>
                <a:lnTo>
                  <a:pt x="3" y="394"/>
                </a:lnTo>
                <a:lnTo>
                  <a:pt x="2" y="407"/>
                </a:lnTo>
                <a:lnTo>
                  <a:pt x="2" y="420"/>
                </a:lnTo>
                <a:lnTo>
                  <a:pt x="2" y="433"/>
                </a:lnTo>
                <a:lnTo>
                  <a:pt x="3" y="446"/>
                </a:lnTo>
                <a:lnTo>
                  <a:pt x="4" y="459"/>
                </a:lnTo>
                <a:lnTo>
                  <a:pt x="6" y="473"/>
                </a:lnTo>
                <a:lnTo>
                  <a:pt x="8" y="486"/>
                </a:lnTo>
                <a:lnTo>
                  <a:pt x="11" y="498"/>
                </a:lnTo>
                <a:lnTo>
                  <a:pt x="15" y="511"/>
                </a:lnTo>
                <a:lnTo>
                  <a:pt x="18" y="524"/>
                </a:lnTo>
                <a:lnTo>
                  <a:pt x="23" y="537"/>
                </a:lnTo>
                <a:lnTo>
                  <a:pt x="28" y="549"/>
                </a:lnTo>
                <a:lnTo>
                  <a:pt x="33" y="562"/>
                </a:lnTo>
                <a:lnTo>
                  <a:pt x="39" y="574"/>
                </a:lnTo>
                <a:lnTo>
                  <a:pt x="45" y="586"/>
                </a:lnTo>
                <a:lnTo>
                  <a:pt x="52" y="598"/>
                </a:lnTo>
                <a:lnTo>
                  <a:pt x="59" y="610"/>
                </a:lnTo>
                <a:lnTo>
                  <a:pt x="66" y="622"/>
                </a:lnTo>
                <a:lnTo>
                  <a:pt x="75" y="633"/>
                </a:lnTo>
                <a:lnTo>
                  <a:pt x="83" y="644"/>
                </a:lnTo>
                <a:lnTo>
                  <a:pt x="92" y="655"/>
                </a:lnTo>
                <a:lnTo>
                  <a:pt x="102" y="666"/>
                </a:lnTo>
                <a:lnTo>
                  <a:pt x="111" y="677"/>
                </a:lnTo>
                <a:lnTo>
                  <a:pt x="122" y="687"/>
                </a:lnTo>
                <a:lnTo>
                  <a:pt x="132" y="697"/>
                </a:lnTo>
                <a:lnTo>
                  <a:pt x="143" y="707"/>
                </a:lnTo>
                <a:lnTo>
                  <a:pt x="155" y="716"/>
                </a:lnTo>
                <a:lnTo>
                  <a:pt x="166" y="725"/>
                </a:lnTo>
                <a:lnTo>
                  <a:pt x="179" y="734"/>
                </a:lnTo>
                <a:lnTo>
                  <a:pt x="191" y="743"/>
                </a:lnTo>
                <a:lnTo>
                  <a:pt x="204" y="751"/>
                </a:lnTo>
                <a:lnTo>
                  <a:pt x="217" y="760"/>
                </a:lnTo>
                <a:lnTo>
                  <a:pt x="230" y="767"/>
                </a:lnTo>
                <a:lnTo>
                  <a:pt x="244" y="774"/>
                </a:lnTo>
                <a:lnTo>
                  <a:pt x="258" y="781"/>
                </a:lnTo>
                <a:lnTo>
                  <a:pt x="272" y="788"/>
                </a:lnTo>
                <a:lnTo>
                  <a:pt x="287" y="794"/>
                </a:lnTo>
                <a:lnTo>
                  <a:pt x="301" y="800"/>
                </a:lnTo>
                <a:lnTo>
                  <a:pt x="316" y="805"/>
                </a:lnTo>
                <a:lnTo>
                  <a:pt x="331" y="810"/>
                </a:lnTo>
                <a:lnTo>
                  <a:pt x="347" y="815"/>
                </a:lnTo>
                <a:lnTo>
                  <a:pt x="362" y="819"/>
                </a:lnTo>
                <a:lnTo>
                  <a:pt x="378" y="823"/>
                </a:lnTo>
                <a:lnTo>
                  <a:pt x="394" y="826"/>
                </a:lnTo>
                <a:lnTo>
                  <a:pt x="410" y="830"/>
                </a:lnTo>
                <a:lnTo>
                  <a:pt x="426" y="832"/>
                </a:lnTo>
                <a:lnTo>
                  <a:pt x="443" y="834"/>
                </a:lnTo>
                <a:lnTo>
                  <a:pt x="459" y="836"/>
                </a:lnTo>
                <a:lnTo>
                  <a:pt x="475" y="838"/>
                </a:lnTo>
                <a:lnTo>
                  <a:pt x="492" y="839"/>
                </a:lnTo>
                <a:lnTo>
                  <a:pt x="508" y="839"/>
                </a:lnTo>
                <a:lnTo>
                  <a:pt x="524" y="840"/>
                </a:lnTo>
                <a:lnTo>
                  <a:pt x="541" y="839"/>
                </a:lnTo>
                <a:lnTo>
                  <a:pt x="557" y="839"/>
                </a:lnTo>
                <a:lnTo>
                  <a:pt x="573" y="838"/>
                </a:lnTo>
                <a:lnTo>
                  <a:pt x="590" y="836"/>
                </a:lnTo>
                <a:lnTo>
                  <a:pt x="606" y="834"/>
                </a:lnTo>
                <a:lnTo>
                  <a:pt x="622" y="832"/>
                </a:lnTo>
                <a:lnTo>
                  <a:pt x="638" y="830"/>
                </a:lnTo>
                <a:lnTo>
                  <a:pt x="654" y="826"/>
                </a:lnTo>
                <a:lnTo>
                  <a:pt x="670" y="823"/>
                </a:lnTo>
                <a:lnTo>
                  <a:pt x="685" y="819"/>
                </a:lnTo>
                <a:lnTo>
                  <a:pt x="701" y="815"/>
                </a:lnTo>
                <a:lnTo>
                  <a:pt x="716" y="810"/>
                </a:lnTo>
                <a:lnTo>
                  <a:pt x="731" y="805"/>
                </a:lnTo>
                <a:lnTo>
                  <a:pt x="746" y="800"/>
                </a:lnTo>
                <a:lnTo>
                  <a:pt x="761" y="794"/>
                </a:lnTo>
                <a:lnTo>
                  <a:pt x="776" y="788"/>
                </a:lnTo>
                <a:lnTo>
                  <a:pt x="790" y="781"/>
                </a:lnTo>
                <a:lnTo>
                  <a:pt x="804" y="774"/>
                </a:lnTo>
                <a:lnTo>
                  <a:pt x="817" y="767"/>
                </a:lnTo>
                <a:lnTo>
                  <a:pt x="831" y="760"/>
                </a:lnTo>
                <a:lnTo>
                  <a:pt x="844" y="751"/>
                </a:lnTo>
                <a:lnTo>
                  <a:pt x="857" y="743"/>
                </a:lnTo>
                <a:lnTo>
                  <a:pt x="869" y="734"/>
                </a:lnTo>
                <a:lnTo>
                  <a:pt x="881" y="725"/>
                </a:lnTo>
                <a:lnTo>
                  <a:pt x="893" y="716"/>
                </a:lnTo>
                <a:lnTo>
                  <a:pt x="904" y="707"/>
                </a:lnTo>
                <a:lnTo>
                  <a:pt x="915" y="697"/>
                </a:lnTo>
                <a:lnTo>
                  <a:pt x="926" y="687"/>
                </a:lnTo>
                <a:lnTo>
                  <a:pt x="936" y="677"/>
                </a:lnTo>
                <a:lnTo>
                  <a:pt x="946" y="666"/>
                </a:lnTo>
                <a:lnTo>
                  <a:pt x="956" y="655"/>
                </a:lnTo>
                <a:lnTo>
                  <a:pt x="965" y="644"/>
                </a:lnTo>
                <a:lnTo>
                  <a:pt x="973" y="633"/>
                </a:lnTo>
                <a:lnTo>
                  <a:pt x="981" y="622"/>
                </a:lnTo>
                <a:lnTo>
                  <a:pt x="989" y="610"/>
                </a:lnTo>
                <a:lnTo>
                  <a:pt x="996" y="598"/>
                </a:lnTo>
                <a:lnTo>
                  <a:pt x="1003" y="586"/>
                </a:lnTo>
                <a:lnTo>
                  <a:pt x="1009" y="574"/>
                </a:lnTo>
                <a:lnTo>
                  <a:pt x="1015" y="562"/>
                </a:lnTo>
                <a:lnTo>
                  <a:pt x="1020" y="549"/>
                </a:lnTo>
                <a:lnTo>
                  <a:pt x="1025" y="537"/>
                </a:lnTo>
                <a:lnTo>
                  <a:pt x="1029" y="524"/>
                </a:lnTo>
                <a:lnTo>
                  <a:pt x="1033" y="511"/>
                </a:lnTo>
                <a:lnTo>
                  <a:pt x="1036" y="498"/>
                </a:lnTo>
                <a:lnTo>
                  <a:pt x="1039" y="486"/>
                </a:lnTo>
                <a:lnTo>
                  <a:pt x="1042" y="473"/>
                </a:lnTo>
                <a:lnTo>
                  <a:pt x="1043" y="459"/>
                </a:lnTo>
                <a:lnTo>
                  <a:pt x="1045" y="446"/>
                </a:lnTo>
                <a:lnTo>
                  <a:pt x="1045" y="433"/>
                </a:lnTo>
                <a:lnTo>
                  <a:pt x="1046" y="420"/>
                </a:lnTo>
                <a:moveTo>
                  <a:pt x="1048" y="420"/>
                </a:moveTo>
                <a:lnTo>
                  <a:pt x="1048" y="433"/>
                </a:lnTo>
                <a:lnTo>
                  <a:pt x="1047" y="446"/>
                </a:lnTo>
                <a:lnTo>
                  <a:pt x="1046" y="460"/>
                </a:lnTo>
                <a:lnTo>
                  <a:pt x="1044" y="473"/>
                </a:lnTo>
                <a:lnTo>
                  <a:pt x="1042" y="486"/>
                </a:lnTo>
                <a:lnTo>
                  <a:pt x="1039" y="499"/>
                </a:lnTo>
                <a:lnTo>
                  <a:pt x="1035" y="512"/>
                </a:lnTo>
                <a:lnTo>
                  <a:pt x="1032" y="525"/>
                </a:lnTo>
                <a:lnTo>
                  <a:pt x="1027" y="537"/>
                </a:lnTo>
                <a:lnTo>
                  <a:pt x="1022" y="550"/>
                </a:lnTo>
                <a:lnTo>
                  <a:pt x="1017" y="562"/>
                </a:lnTo>
                <a:lnTo>
                  <a:pt x="1011" y="575"/>
                </a:lnTo>
                <a:lnTo>
                  <a:pt x="1005" y="587"/>
                </a:lnTo>
                <a:lnTo>
                  <a:pt x="998" y="599"/>
                </a:lnTo>
                <a:lnTo>
                  <a:pt x="991" y="611"/>
                </a:lnTo>
                <a:lnTo>
                  <a:pt x="983" y="623"/>
                </a:lnTo>
                <a:lnTo>
                  <a:pt x="975" y="634"/>
                </a:lnTo>
                <a:lnTo>
                  <a:pt x="966" y="645"/>
                </a:lnTo>
                <a:lnTo>
                  <a:pt x="957" y="656"/>
                </a:lnTo>
                <a:lnTo>
                  <a:pt x="948" y="667"/>
                </a:lnTo>
                <a:lnTo>
                  <a:pt x="938" y="678"/>
                </a:lnTo>
                <a:lnTo>
                  <a:pt x="928" y="688"/>
                </a:lnTo>
                <a:lnTo>
                  <a:pt x="917" y="698"/>
                </a:lnTo>
                <a:lnTo>
                  <a:pt x="906" y="708"/>
                </a:lnTo>
                <a:lnTo>
                  <a:pt x="895" y="717"/>
                </a:lnTo>
                <a:lnTo>
                  <a:pt x="883" y="727"/>
                </a:lnTo>
                <a:lnTo>
                  <a:pt x="871" y="735"/>
                </a:lnTo>
                <a:lnTo>
                  <a:pt x="858" y="744"/>
                </a:lnTo>
                <a:lnTo>
                  <a:pt x="845" y="752"/>
                </a:lnTo>
                <a:lnTo>
                  <a:pt x="832" y="761"/>
                </a:lnTo>
                <a:lnTo>
                  <a:pt x="819" y="769"/>
                </a:lnTo>
                <a:lnTo>
                  <a:pt x="805" y="776"/>
                </a:lnTo>
                <a:lnTo>
                  <a:pt x="791" y="783"/>
                </a:lnTo>
                <a:lnTo>
                  <a:pt x="777" y="789"/>
                </a:lnTo>
                <a:lnTo>
                  <a:pt x="762" y="796"/>
                </a:lnTo>
                <a:lnTo>
                  <a:pt x="747" y="801"/>
                </a:lnTo>
                <a:lnTo>
                  <a:pt x="732" y="807"/>
                </a:lnTo>
                <a:lnTo>
                  <a:pt x="717" y="812"/>
                </a:lnTo>
                <a:lnTo>
                  <a:pt x="702" y="817"/>
                </a:lnTo>
                <a:lnTo>
                  <a:pt x="686" y="821"/>
                </a:lnTo>
                <a:lnTo>
                  <a:pt x="670" y="825"/>
                </a:lnTo>
                <a:lnTo>
                  <a:pt x="655" y="828"/>
                </a:lnTo>
                <a:lnTo>
                  <a:pt x="639" y="831"/>
                </a:lnTo>
                <a:lnTo>
                  <a:pt x="622" y="834"/>
                </a:lnTo>
                <a:lnTo>
                  <a:pt x="606" y="836"/>
                </a:lnTo>
                <a:lnTo>
                  <a:pt x="590" y="838"/>
                </a:lnTo>
                <a:lnTo>
                  <a:pt x="574" y="840"/>
                </a:lnTo>
                <a:lnTo>
                  <a:pt x="557" y="841"/>
                </a:lnTo>
                <a:lnTo>
                  <a:pt x="541" y="841"/>
                </a:lnTo>
                <a:lnTo>
                  <a:pt x="524" y="841"/>
                </a:lnTo>
                <a:lnTo>
                  <a:pt x="508" y="841"/>
                </a:lnTo>
                <a:lnTo>
                  <a:pt x="491" y="841"/>
                </a:lnTo>
                <a:lnTo>
                  <a:pt x="475" y="840"/>
                </a:lnTo>
                <a:lnTo>
                  <a:pt x="459" y="838"/>
                </a:lnTo>
                <a:lnTo>
                  <a:pt x="442" y="836"/>
                </a:lnTo>
                <a:lnTo>
                  <a:pt x="425" y="834"/>
                </a:lnTo>
                <a:lnTo>
                  <a:pt x="409" y="831"/>
                </a:lnTo>
                <a:lnTo>
                  <a:pt x="393" y="828"/>
                </a:lnTo>
                <a:lnTo>
                  <a:pt x="377" y="825"/>
                </a:lnTo>
                <a:lnTo>
                  <a:pt x="362" y="821"/>
                </a:lnTo>
                <a:lnTo>
                  <a:pt x="346" y="817"/>
                </a:lnTo>
                <a:lnTo>
                  <a:pt x="331" y="812"/>
                </a:lnTo>
                <a:lnTo>
                  <a:pt x="315" y="807"/>
                </a:lnTo>
                <a:lnTo>
                  <a:pt x="300" y="801"/>
                </a:lnTo>
                <a:lnTo>
                  <a:pt x="286" y="796"/>
                </a:lnTo>
                <a:lnTo>
                  <a:pt x="271" y="789"/>
                </a:lnTo>
                <a:lnTo>
                  <a:pt x="257" y="783"/>
                </a:lnTo>
                <a:lnTo>
                  <a:pt x="243" y="776"/>
                </a:lnTo>
                <a:lnTo>
                  <a:pt x="229" y="769"/>
                </a:lnTo>
                <a:lnTo>
                  <a:pt x="216" y="761"/>
                </a:lnTo>
                <a:lnTo>
                  <a:pt x="202" y="752"/>
                </a:lnTo>
                <a:lnTo>
                  <a:pt x="190" y="744"/>
                </a:lnTo>
                <a:lnTo>
                  <a:pt x="177" y="735"/>
                </a:lnTo>
                <a:lnTo>
                  <a:pt x="165" y="727"/>
                </a:lnTo>
                <a:lnTo>
                  <a:pt x="153" y="717"/>
                </a:lnTo>
                <a:lnTo>
                  <a:pt x="142" y="708"/>
                </a:lnTo>
                <a:lnTo>
                  <a:pt x="131" y="698"/>
                </a:lnTo>
                <a:lnTo>
                  <a:pt x="120" y="688"/>
                </a:lnTo>
                <a:lnTo>
                  <a:pt x="110" y="678"/>
                </a:lnTo>
                <a:lnTo>
                  <a:pt x="100" y="667"/>
                </a:lnTo>
                <a:lnTo>
                  <a:pt x="90" y="656"/>
                </a:lnTo>
                <a:lnTo>
                  <a:pt x="81" y="645"/>
                </a:lnTo>
                <a:lnTo>
                  <a:pt x="73" y="634"/>
                </a:lnTo>
                <a:lnTo>
                  <a:pt x="64" y="623"/>
                </a:lnTo>
                <a:lnTo>
                  <a:pt x="57" y="611"/>
                </a:lnTo>
                <a:lnTo>
                  <a:pt x="50" y="599"/>
                </a:lnTo>
                <a:lnTo>
                  <a:pt x="43" y="587"/>
                </a:lnTo>
                <a:lnTo>
                  <a:pt x="36" y="575"/>
                </a:lnTo>
                <a:lnTo>
                  <a:pt x="31" y="562"/>
                </a:lnTo>
                <a:lnTo>
                  <a:pt x="25" y="550"/>
                </a:lnTo>
                <a:lnTo>
                  <a:pt x="20" y="537"/>
                </a:lnTo>
                <a:lnTo>
                  <a:pt x="16" y="525"/>
                </a:lnTo>
                <a:lnTo>
                  <a:pt x="12" y="512"/>
                </a:lnTo>
                <a:lnTo>
                  <a:pt x="9" y="499"/>
                </a:lnTo>
                <a:lnTo>
                  <a:pt x="6" y="486"/>
                </a:lnTo>
                <a:lnTo>
                  <a:pt x="4" y="473"/>
                </a:lnTo>
                <a:lnTo>
                  <a:pt x="2" y="460"/>
                </a:lnTo>
                <a:lnTo>
                  <a:pt x="1" y="446"/>
                </a:lnTo>
                <a:lnTo>
                  <a:pt x="0" y="433"/>
                </a:lnTo>
                <a:lnTo>
                  <a:pt x="0" y="420"/>
                </a:lnTo>
                <a:lnTo>
                  <a:pt x="0" y="407"/>
                </a:lnTo>
                <a:lnTo>
                  <a:pt x="1" y="394"/>
                </a:lnTo>
                <a:lnTo>
                  <a:pt x="2" y="381"/>
                </a:lnTo>
                <a:lnTo>
                  <a:pt x="4" y="367"/>
                </a:lnTo>
                <a:lnTo>
                  <a:pt x="6" y="354"/>
                </a:lnTo>
                <a:lnTo>
                  <a:pt x="9" y="341"/>
                </a:lnTo>
                <a:lnTo>
                  <a:pt x="12" y="328"/>
                </a:lnTo>
                <a:lnTo>
                  <a:pt x="16" y="316"/>
                </a:lnTo>
                <a:lnTo>
                  <a:pt x="20" y="303"/>
                </a:lnTo>
                <a:lnTo>
                  <a:pt x="25" y="290"/>
                </a:lnTo>
                <a:lnTo>
                  <a:pt x="31" y="278"/>
                </a:lnTo>
                <a:lnTo>
                  <a:pt x="36" y="265"/>
                </a:lnTo>
                <a:lnTo>
                  <a:pt x="43" y="253"/>
                </a:lnTo>
                <a:lnTo>
                  <a:pt x="50" y="241"/>
                </a:lnTo>
                <a:lnTo>
                  <a:pt x="57" y="229"/>
                </a:lnTo>
                <a:lnTo>
                  <a:pt x="64" y="218"/>
                </a:lnTo>
                <a:lnTo>
                  <a:pt x="73" y="206"/>
                </a:lnTo>
                <a:lnTo>
                  <a:pt x="81" y="195"/>
                </a:lnTo>
                <a:lnTo>
                  <a:pt x="90" y="184"/>
                </a:lnTo>
                <a:lnTo>
                  <a:pt x="100" y="173"/>
                </a:lnTo>
                <a:lnTo>
                  <a:pt x="110" y="162"/>
                </a:lnTo>
                <a:lnTo>
                  <a:pt x="120" y="152"/>
                </a:lnTo>
                <a:lnTo>
                  <a:pt x="131" y="142"/>
                </a:lnTo>
                <a:lnTo>
                  <a:pt x="142" y="132"/>
                </a:lnTo>
                <a:lnTo>
                  <a:pt x="153" y="123"/>
                </a:lnTo>
                <a:lnTo>
                  <a:pt x="165" y="114"/>
                </a:lnTo>
                <a:lnTo>
                  <a:pt x="177" y="105"/>
                </a:lnTo>
                <a:lnTo>
                  <a:pt x="190" y="96"/>
                </a:lnTo>
                <a:lnTo>
                  <a:pt x="202" y="88"/>
                </a:lnTo>
                <a:lnTo>
                  <a:pt x="216" y="80"/>
                </a:lnTo>
                <a:lnTo>
                  <a:pt x="229" y="72"/>
                </a:lnTo>
                <a:lnTo>
                  <a:pt x="243" y="65"/>
                </a:lnTo>
                <a:lnTo>
                  <a:pt x="257" y="58"/>
                </a:lnTo>
                <a:lnTo>
                  <a:pt x="271" y="52"/>
                </a:lnTo>
                <a:lnTo>
                  <a:pt x="286" y="45"/>
                </a:lnTo>
                <a:lnTo>
                  <a:pt x="300" y="40"/>
                </a:lnTo>
                <a:lnTo>
                  <a:pt x="315" y="34"/>
                </a:lnTo>
                <a:lnTo>
                  <a:pt x="331" y="29"/>
                </a:lnTo>
                <a:lnTo>
                  <a:pt x="346" y="24"/>
                </a:lnTo>
                <a:lnTo>
                  <a:pt x="362" y="20"/>
                </a:lnTo>
                <a:lnTo>
                  <a:pt x="377" y="16"/>
                </a:lnTo>
                <a:lnTo>
                  <a:pt x="393" y="13"/>
                </a:lnTo>
                <a:lnTo>
                  <a:pt x="409" y="10"/>
                </a:lnTo>
                <a:lnTo>
                  <a:pt x="425" y="7"/>
                </a:lnTo>
                <a:lnTo>
                  <a:pt x="442" y="5"/>
                </a:lnTo>
                <a:lnTo>
                  <a:pt x="459" y="3"/>
                </a:lnTo>
                <a:lnTo>
                  <a:pt x="475" y="2"/>
                </a:lnTo>
                <a:lnTo>
                  <a:pt x="491" y="0"/>
                </a:lnTo>
                <a:lnTo>
                  <a:pt x="508" y="0"/>
                </a:lnTo>
                <a:lnTo>
                  <a:pt x="524" y="0"/>
                </a:lnTo>
                <a:lnTo>
                  <a:pt x="541" y="0"/>
                </a:lnTo>
                <a:lnTo>
                  <a:pt x="557" y="0"/>
                </a:lnTo>
                <a:lnTo>
                  <a:pt x="574" y="2"/>
                </a:lnTo>
                <a:lnTo>
                  <a:pt x="590" y="3"/>
                </a:lnTo>
                <a:lnTo>
                  <a:pt x="606" y="5"/>
                </a:lnTo>
                <a:lnTo>
                  <a:pt x="622" y="7"/>
                </a:lnTo>
                <a:lnTo>
                  <a:pt x="639" y="10"/>
                </a:lnTo>
                <a:lnTo>
                  <a:pt x="655" y="13"/>
                </a:lnTo>
                <a:lnTo>
                  <a:pt x="670" y="16"/>
                </a:lnTo>
                <a:lnTo>
                  <a:pt x="686" y="20"/>
                </a:lnTo>
                <a:lnTo>
                  <a:pt x="702" y="24"/>
                </a:lnTo>
                <a:lnTo>
                  <a:pt x="717" y="29"/>
                </a:lnTo>
                <a:lnTo>
                  <a:pt x="732" y="34"/>
                </a:lnTo>
                <a:lnTo>
                  <a:pt x="747" y="40"/>
                </a:lnTo>
                <a:lnTo>
                  <a:pt x="762" y="45"/>
                </a:lnTo>
                <a:lnTo>
                  <a:pt x="777" y="52"/>
                </a:lnTo>
                <a:lnTo>
                  <a:pt x="791" y="58"/>
                </a:lnTo>
                <a:lnTo>
                  <a:pt x="805" y="65"/>
                </a:lnTo>
                <a:lnTo>
                  <a:pt x="819" y="72"/>
                </a:lnTo>
                <a:lnTo>
                  <a:pt x="832" y="80"/>
                </a:lnTo>
                <a:lnTo>
                  <a:pt x="845" y="88"/>
                </a:lnTo>
                <a:lnTo>
                  <a:pt x="858" y="96"/>
                </a:lnTo>
                <a:lnTo>
                  <a:pt x="871" y="105"/>
                </a:lnTo>
                <a:lnTo>
                  <a:pt x="883" y="114"/>
                </a:lnTo>
                <a:lnTo>
                  <a:pt x="895" y="123"/>
                </a:lnTo>
                <a:lnTo>
                  <a:pt x="906" y="132"/>
                </a:lnTo>
                <a:lnTo>
                  <a:pt x="917" y="142"/>
                </a:lnTo>
                <a:lnTo>
                  <a:pt x="928" y="152"/>
                </a:lnTo>
                <a:lnTo>
                  <a:pt x="938" y="162"/>
                </a:lnTo>
                <a:lnTo>
                  <a:pt x="948" y="173"/>
                </a:lnTo>
                <a:lnTo>
                  <a:pt x="957" y="184"/>
                </a:lnTo>
                <a:lnTo>
                  <a:pt x="966" y="195"/>
                </a:lnTo>
                <a:lnTo>
                  <a:pt x="975" y="206"/>
                </a:lnTo>
                <a:lnTo>
                  <a:pt x="983" y="218"/>
                </a:lnTo>
                <a:lnTo>
                  <a:pt x="991" y="229"/>
                </a:lnTo>
                <a:lnTo>
                  <a:pt x="998" y="241"/>
                </a:lnTo>
                <a:lnTo>
                  <a:pt x="1005" y="253"/>
                </a:lnTo>
                <a:lnTo>
                  <a:pt x="1011" y="265"/>
                </a:lnTo>
                <a:lnTo>
                  <a:pt x="1017" y="278"/>
                </a:lnTo>
                <a:lnTo>
                  <a:pt x="1022" y="290"/>
                </a:lnTo>
                <a:lnTo>
                  <a:pt x="1027" y="303"/>
                </a:lnTo>
                <a:lnTo>
                  <a:pt x="1032" y="316"/>
                </a:lnTo>
                <a:lnTo>
                  <a:pt x="1035" y="328"/>
                </a:lnTo>
                <a:lnTo>
                  <a:pt x="1039" y="341"/>
                </a:lnTo>
                <a:lnTo>
                  <a:pt x="1042" y="354"/>
                </a:lnTo>
                <a:lnTo>
                  <a:pt x="1044" y="367"/>
                </a:lnTo>
                <a:lnTo>
                  <a:pt x="1046" y="381"/>
                </a:lnTo>
                <a:lnTo>
                  <a:pt x="1047" y="394"/>
                </a:lnTo>
                <a:lnTo>
                  <a:pt x="1048" y="407"/>
                </a:lnTo>
                <a:lnTo>
                  <a:pt x="1048" y="42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4" name=""/>
          <p:cNvSpPr/>
          <p:nvPr/>
        </p:nvSpPr>
        <p:spPr>
          <a:xfrm>
            <a:off x="2659320" y="1684800"/>
            <a:ext cx="400680" cy="321480"/>
          </a:xfrm>
          <a:custGeom>
            <a:avLst/>
            <a:gdLst/>
            <a:ahLst/>
            <a:rect l="0" t="0" r="r" b="b"/>
            <a:pathLst>
              <a:path w="1113" h="893">
                <a:moveTo>
                  <a:pt x="1081" y="447"/>
                </a:moveTo>
                <a:lnTo>
                  <a:pt x="1081" y="434"/>
                </a:lnTo>
                <a:lnTo>
                  <a:pt x="1080" y="421"/>
                </a:lnTo>
                <a:lnTo>
                  <a:pt x="1079" y="408"/>
                </a:lnTo>
                <a:lnTo>
                  <a:pt x="1077" y="394"/>
                </a:lnTo>
                <a:lnTo>
                  <a:pt x="1075" y="381"/>
                </a:lnTo>
                <a:lnTo>
                  <a:pt x="1072" y="368"/>
                </a:lnTo>
                <a:lnTo>
                  <a:pt x="1068" y="355"/>
                </a:lnTo>
                <a:lnTo>
                  <a:pt x="1065" y="343"/>
                </a:lnTo>
                <a:lnTo>
                  <a:pt x="1060" y="330"/>
                </a:lnTo>
                <a:lnTo>
                  <a:pt x="1055" y="317"/>
                </a:lnTo>
                <a:lnTo>
                  <a:pt x="1050" y="305"/>
                </a:lnTo>
                <a:lnTo>
                  <a:pt x="1044" y="292"/>
                </a:lnTo>
                <a:lnTo>
                  <a:pt x="1038" y="280"/>
                </a:lnTo>
                <a:lnTo>
                  <a:pt x="1031" y="268"/>
                </a:lnTo>
                <a:lnTo>
                  <a:pt x="1024" y="256"/>
                </a:lnTo>
                <a:lnTo>
                  <a:pt x="1016" y="245"/>
                </a:lnTo>
                <a:lnTo>
                  <a:pt x="1008" y="233"/>
                </a:lnTo>
                <a:lnTo>
                  <a:pt x="999" y="221"/>
                </a:lnTo>
                <a:lnTo>
                  <a:pt x="990" y="210"/>
                </a:lnTo>
                <a:lnTo>
                  <a:pt x="981" y="199"/>
                </a:lnTo>
                <a:lnTo>
                  <a:pt x="971" y="188"/>
                </a:lnTo>
                <a:lnTo>
                  <a:pt x="961" y="178"/>
                </a:lnTo>
                <a:lnTo>
                  <a:pt x="950" y="168"/>
                </a:lnTo>
                <a:lnTo>
                  <a:pt x="938" y="158"/>
                </a:lnTo>
                <a:lnTo>
                  <a:pt x="927" y="149"/>
                </a:lnTo>
                <a:lnTo>
                  <a:pt x="915" y="140"/>
                </a:lnTo>
                <a:lnTo>
                  <a:pt x="903" y="131"/>
                </a:lnTo>
                <a:lnTo>
                  <a:pt x="890" y="122"/>
                </a:lnTo>
                <a:lnTo>
                  <a:pt x="877" y="114"/>
                </a:lnTo>
                <a:lnTo>
                  <a:pt x="864" y="106"/>
                </a:lnTo>
                <a:lnTo>
                  <a:pt x="851" y="98"/>
                </a:lnTo>
                <a:lnTo>
                  <a:pt x="837" y="91"/>
                </a:lnTo>
                <a:lnTo>
                  <a:pt x="823" y="84"/>
                </a:lnTo>
                <a:lnTo>
                  <a:pt x="809" y="78"/>
                </a:lnTo>
                <a:lnTo>
                  <a:pt x="794" y="71"/>
                </a:lnTo>
                <a:lnTo>
                  <a:pt x="779" y="66"/>
                </a:lnTo>
                <a:lnTo>
                  <a:pt x="764" y="60"/>
                </a:lnTo>
                <a:lnTo>
                  <a:pt x="749" y="55"/>
                </a:lnTo>
                <a:lnTo>
                  <a:pt x="734" y="50"/>
                </a:lnTo>
                <a:lnTo>
                  <a:pt x="718" y="46"/>
                </a:lnTo>
                <a:lnTo>
                  <a:pt x="702" y="42"/>
                </a:lnTo>
                <a:lnTo>
                  <a:pt x="687" y="39"/>
                </a:lnTo>
                <a:lnTo>
                  <a:pt x="671" y="36"/>
                </a:lnTo>
                <a:lnTo>
                  <a:pt x="654" y="33"/>
                </a:lnTo>
                <a:lnTo>
                  <a:pt x="638" y="31"/>
                </a:lnTo>
                <a:lnTo>
                  <a:pt x="622" y="29"/>
                </a:lnTo>
                <a:lnTo>
                  <a:pt x="606" y="28"/>
                </a:lnTo>
                <a:lnTo>
                  <a:pt x="589" y="26"/>
                </a:lnTo>
                <a:lnTo>
                  <a:pt x="573" y="26"/>
                </a:lnTo>
                <a:lnTo>
                  <a:pt x="556" y="26"/>
                </a:lnTo>
                <a:lnTo>
                  <a:pt x="540" y="26"/>
                </a:lnTo>
                <a:lnTo>
                  <a:pt x="523" y="26"/>
                </a:lnTo>
                <a:lnTo>
                  <a:pt x="507" y="28"/>
                </a:lnTo>
                <a:lnTo>
                  <a:pt x="491" y="29"/>
                </a:lnTo>
                <a:lnTo>
                  <a:pt x="474" y="31"/>
                </a:lnTo>
                <a:lnTo>
                  <a:pt x="458" y="33"/>
                </a:lnTo>
                <a:lnTo>
                  <a:pt x="442" y="36"/>
                </a:lnTo>
                <a:lnTo>
                  <a:pt x="426" y="39"/>
                </a:lnTo>
                <a:lnTo>
                  <a:pt x="410" y="42"/>
                </a:lnTo>
                <a:lnTo>
                  <a:pt x="395" y="46"/>
                </a:lnTo>
                <a:lnTo>
                  <a:pt x="379" y="50"/>
                </a:lnTo>
                <a:lnTo>
                  <a:pt x="364" y="55"/>
                </a:lnTo>
                <a:lnTo>
                  <a:pt x="348" y="60"/>
                </a:lnTo>
                <a:lnTo>
                  <a:pt x="333" y="66"/>
                </a:lnTo>
                <a:lnTo>
                  <a:pt x="319" y="71"/>
                </a:lnTo>
                <a:lnTo>
                  <a:pt x="304" y="78"/>
                </a:lnTo>
                <a:lnTo>
                  <a:pt x="290" y="84"/>
                </a:lnTo>
                <a:lnTo>
                  <a:pt x="276" y="91"/>
                </a:lnTo>
                <a:lnTo>
                  <a:pt x="262" y="98"/>
                </a:lnTo>
                <a:lnTo>
                  <a:pt x="249" y="106"/>
                </a:lnTo>
                <a:lnTo>
                  <a:pt x="235" y="114"/>
                </a:lnTo>
                <a:lnTo>
                  <a:pt x="223" y="122"/>
                </a:lnTo>
                <a:lnTo>
                  <a:pt x="210" y="131"/>
                </a:lnTo>
                <a:lnTo>
                  <a:pt x="198" y="140"/>
                </a:lnTo>
                <a:lnTo>
                  <a:pt x="186" y="149"/>
                </a:lnTo>
                <a:lnTo>
                  <a:pt x="175" y="158"/>
                </a:lnTo>
                <a:lnTo>
                  <a:pt x="164" y="168"/>
                </a:lnTo>
                <a:lnTo>
                  <a:pt x="153" y="178"/>
                </a:lnTo>
                <a:lnTo>
                  <a:pt x="143" y="188"/>
                </a:lnTo>
                <a:lnTo>
                  <a:pt x="133" y="199"/>
                </a:lnTo>
                <a:lnTo>
                  <a:pt x="123" y="210"/>
                </a:lnTo>
                <a:lnTo>
                  <a:pt x="114" y="221"/>
                </a:lnTo>
                <a:lnTo>
                  <a:pt x="106" y="233"/>
                </a:lnTo>
                <a:lnTo>
                  <a:pt x="97" y="245"/>
                </a:lnTo>
                <a:lnTo>
                  <a:pt x="90" y="256"/>
                </a:lnTo>
                <a:lnTo>
                  <a:pt x="83" y="268"/>
                </a:lnTo>
                <a:lnTo>
                  <a:pt x="76" y="280"/>
                </a:lnTo>
                <a:lnTo>
                  <a:pt x="69" y="292"/>
                </a:lnTo>
                <a:lnTo>
                  <a:pt x="64" y="305"/>
                </a:lnTo>
                <a:lnTo>
                  <a:pt x="58" y="317"/>
                </a:lnTo>
                <a:lnTo>
                  <a:pt x="53" y="330"/>
                </a:lnTo>
                <a:lnTo>
                  <a:pt x="49" y="343"/>
                </a:lnTo>
                <a:lnTo>
                  <a:pt x="45" y="355"/>
                </a:lnTo>
                <a:lnTo>
                  <a:pt x="42" y="368"/>
                </a:lnTo>
                <a:lnTo>
                  <a:pt x="39" y="381"/>
                </a:lnTo>
                <a:lnTo>
                  <a:pt x="37" y="394"/>
                </a:lnTo>
                <a:lnTo>
                  <a:pt x="35" y="408"/>
                </a:lnTo>
                <a:lnTo>
                  <a:pt x="34" y="421"/>
                </a:lnTo>
                <a:lnTo>
                  <a:pt x="33" y="434"/>
                </a:lnTo>
                <a:lnTo>
                  <a:pt x="33" y="447"/>
                </a:lnTo>
                <a:lnTo>
                  <a:pt x="33" y="460"/>
                </a:lnTo>
                <a:lnTo>
                  <a:pt x="34" y="473"/>
                </a:lnTo>
                <a:lnTo>
                  <a:pt x="35" y="487"/>
                </a:lnTo>
                <a:lnTo>
                  <a:pt x="37" y="500"/>
                </a:lnTo>
                <a:lnTo>
                  <a:pt x="39" y="513"/>
                </a:lnTo>
                <a:lnTo>
                  <a:pt x="42" y="526"/>
                </a:lnTo>
                <a:lnTo>
                  <a:pt x="45" y="539"/>
                </a:lnTo>
                <a:lnTo>
                  <a:pt x="49" y="552"/>
                </a:lnTo>
                <a:lnTo>
                  <a:pt x="53" y="564"/>
                </a:lnTo>
                <a:lnTo>
                  <a:pt x="58" y="577"/>
                </a:lnTo>
                <a:lnTo>
                  <a:pt x="64" y="589"/>
                </a:lnTo>
                <a:lnTo>
                  <a:pt x="69" y="602"/>
                </a:lnTo>
                <a:lnTo>
                  <a:pt x="76" y="614"/>
                </a:lnTo>
                <a:lnTo>
                  <a:pt x="83" y="626"/>
                </a:lnTo>
                <a:lnTo>
                  <a:pt x="90" y="638"/>
                </a:lnTo>
                <a:lnTo>
                  <a:pt x="97" y="650"/>
                </a:lnTo>
                <a:lnTo>
                  <a:pt x="106" y="661"/>
                </a:lnTo>
                <a:lnTo>
                  <a:pt x="114" y="672"/>
                </a:lnTo>
                <a:lnTo>
                  <a:pt x="123" y="683"/>
                </a:lnTo>
                <a:lnTo>
                  <a:pt x="133" y="694"/>
                </a:lnTo>
                <a:lnTo>
                  <a:pt x="143" y="705"/>
                </a:lnTo>
                <a:lnTo>
                  <a:pt x="153" y="715"/>
                </a:lnTo>
                <a:lnTo>
                  <a:pt x="164" y="725"/>
                </a:lnTo>
                <a:lnTo>
                  <a:pt x="175" y="735"/>
                </a:lnTo>
                <a:lnTo>
                  <a:pt x="186" y="744"/>
                </a:lnTo>
                <a:lnTo>
                  <a:pt x="198" y="754"/>
                </a:lnTo>
                <a:lnTo>
                  <a:pt x="210" y="762"/>
                </a:lnTo>
                <a:lnTo>
                  <a:pt x="223" y="771"/>
                </a:lnTo>
                <a:lnTo>
                  <a:pt x="235" y="779"/>
                </a:lnTo>
                <a:lnTo>
                  <a:pt x="249" y="787"/>
                </a:lnTo>
                <a:lnTo>
                  <a:pt x="262" y="795"/>
                </a:lnTo>
                <a:lnTo>
                  <a:pt x="276" y="802"/>
                </a:lnTo>
                <a:lnTo>
                  <a:pt x="290" y="809"/>
                </a:lnTo>
                <a:lnTo>
                  <a:pt x="304" y="815"/>
                </a:lnTo>
                <a:lnTo>
                  <a:pt x="319" y="822"/>
                </a:lnTo>
                <a:lnTo>
                  <a:pt x="333" y="827"/>
                </a:lnTo>
                <a:lnTo>
                  <a:pt x="348" y="833"/>
                </a:lnTo>
                <a:lnTo>
                  <a:pt x="364" y="838"/>
                </a:lnTo>
                <a:lnTo>
                  <a:pt x="379" y="843"/>
                </a:lnTo>
                <a:lnTo>
                  <a:pt x="395" y="847"/>
                </a:lnTo>
                <a:lnTo>
                  <a:pt x="410" y="851"/>
                </a:lnTo>
                <a:lnTo>
                  <a:pt x="426" y="854"/>
                </a:lnTo>
                <a:lnTo>
                  <a:pt x="442" y="857"/>
                </a:lnTo>
                <a:lnTo>
                  <a:pt x="458" y="860"/>
                </a:lnTo>
                <a:lnTo>
                  <a:pt x="474" y="862"/>
                </a:lnTo>
                <a:lnTo>
                  <a:pt x="491" y="864"/>
                </a:lnTo>
                <a:lnTo>
                  <a:pt x="507" y="866"/>
                </a:lnTo>
                <a:lnTo>
                  <a:pt x="523" y="867"/>
                </a:lnTo>
                <a:lnTo>
                  <a:pt x="540" y="867"/>
                </a:lnTo>
                <a:lnTo>
                  <a:pt x="556" y="867"/>
                </a:lnTo>
                <a:lnTo>
                  <a:pt x="573" y="867"/>
                </a:lnTo>
                <a:lnTo>
                  <a:pt x="589" y="867"/>
                </a:lnTo>
                <a:lnTo>
                  <a:pt x="606" y="866"/>
                </a:lnTo>
                <a:lnTo>
                  <a:pt x="622" y="864"/>
                </a:lnTo>
                <a:lnTo>
                  <a:pt x="638" y="862"/>
                </a:lnTo>
                <a:lnTo>
                  <a:pt x="654" y="860"/>
                </a:lnTo>
                <a:lnTo>
                  <a:pt x="671" y="857"/>
                </a:lnTo>
                <a:lnTo>
                  <a:pt x="687" y="854"/>
                </a:lnTo>
                <a:lnTo>
                  <a:pt x="702" y="851"/>
                </a:lnTo>
                <a:lnTo>
                  <a:pt x="718" y="847"/>
                </a:lnTo>
                <a:lnTo>
                  <a:pt x="734" y="843"/>
                </a:lnTo>
                <a:lnTo>
                  <a:pt x="749" y="838"/>
                </a:lnTo>
                <a:lnTo>
                  <a:pt x="764" y="833"/>
                </a:lnTo>
                <a:lnTo>
                  <a:pt x="779" y="827"/>
                </a:lnTo>
                <a:lnTo>
                  <a:pt x="794" y="822"/>
                </a:lnTo>
                <a:lnTo>
                  <a:pt x="809" y="815"/>
                </a:lnTo>
                <a:lnTo>
                  <a:pt x="823" y="809"/>
                </a:lnTo>
                <a:lnTo>
                  <a:pt x="837" y="802"/>
                </a:lnTo>
                <a:lnTo>
                  <a:pt x="851" y="795"/>
                </a:lnTo>
                <a:lnTo>
                  <a:pt x="864" y="787"/>
                </a:lnTo>
                <a:lnTo>
                  <a:pt x="877" y="779"/>
                </a:lnTo>
                <a:lnTo>
                  <a:pt x="890" y="771"/>
                </a:lnTo>
                <a:lnTo>
                  <a:pt x="903" y="762"/>
                </a:lnTo>
                <a:lnTo>
                  <a:pt x="915" y="754"/>
                </a:lnTo>
                <a:lnTo>
                  <a:pt x="927" y="744"/>
                </a:lnTo>
                <a:lnTo>
                  <a:pt x="938" y="735"/>
                </a:lnTo>
                <a:lnTo>
                  <a:pt x="950" y="725"/>
                </a:lnTo>
                <a:lnTo>
                  <a:pt x="961" y="715"/>
                </a:lnTo>
                <a:lnTo>
                  <a:pt x="971" y="705"/>
                </a:lnTo>
                <a:lnTo>
                  <a:pt x="981" y="694"/>
                </a:lnTo>
                <a:lnTo>
                  <a:pt x="990" y="683"/>
                </a:lnTo>
                <a:lnTo>
                  <a:pt x="999" y="672"/>
                </a:lnTo>
                <a:lnTo>
                  <a:pt x="1008" y="661"/>
                </a:lnTo>
                <a:lnTo>
                  <a:pt x="1016" y="650"/>
                </a:lnTo>
                <a:lnTo>
                  <a:pt x="1024" y="638"/>
                </a:lnTo>
                <a:lnTo>
                  <a:pt x="1031" y="626"/>
                </a:lnTo>
                <a:lnTo>
                  <a:pt x="1038" y="614"/>
                </a:lnTo>
                <a:lnTo>
                  <a:pt x="1044" y="602"/>
                </a:lnTo>
                <a:lnTo>
                  <a:pt x="1050" y="589"/>
                </a:lnTo>
                <a:lnTo>
                  <a:pt x="1055" y="577"/>
                </a:lnTo>
                <a:lnTo>
                  <a:pt x="1060" y="564"/>
                </a:lnTo>
                <a:lnTo>
                  <a:pt x="1065" y="552"/>
                </a:lnTo>
                <a:lnTo>
                  <a:pt x="1068" y="539"/>
                </a:lnTo>
                <a:lnTo>
                  <a:pt x="1072" y="526"/>
                </a:lnTo>
                <a:lnTo>
                  <a:pt x="1075" y="513"/>
                </a:lnTo>
                <a:lnTo>
                  <a:pt x="1077" y="500"/>
                </a:lnTo>
                <a:lnTo>
                  <a:pt x="1079" y="487"/>
                </a:lnTo>
                <a:lnTo>
                  <a:pt x="1080" y="473"/>
                </a:lnTo>
                <a:lnTo>
                  <a:pt x="1081" y="460"/>
                </a:lnTo>
                <a:lnTo>
                  <a:pt x="1081" y="447"/>
                </a:lnTo>
                <a:moveTo>
                  <a:pt x="1113" y="447"/>
                </a:moveTo>
                <a:lnTo>
                  <a:pt x="1113" y="461"/>
                </a:lnTo>
                <a:lnTo>
                  <a:pt x="1112" y="475"/>
                </a:lnTo>
                <a:lnTo>
                  <a:pt x="1111" y="489"/>
                </a:lnTo>
                <a:lnTo>
                  <a:pt x="1109" y="503"/>
                </a:lnTo>
                <a:lnTo>
                  <a:pt x="1106" y="517"/>
                </a:lnTo>
                <a:lnTo>
                  <a:pt x="1103" y="531"/>
                </a:lnTo>
                <a:lnTo>
                  <a:pt x="1100" y="544"/>
                </a:lnTo>
                <a:lnTo>
                  <a:pt x="1096" y="558"/>
                </a:lnTo>
                <a:lnTo>
                  <a:pt x="1091" y="572"/>
                </a:lnTo>
                <a:lnTo>
                  <a:pt x="1086" y="585"/>
                </a:lnTo>
                <a:lnTo>
                  <a:pt x="1080" y="598"/>
                </a:lnTo>
                <a:lnTo>
                  <a:pt x="1074" y="611"/>
                </a:lnTo>
                <a:lnTo>
                  <a:pt x="1068" y="624"/>
                </a:lnTo>
                <a:lnTo>
                  <a:pt x="1060" y="637"/>
                </a:lnTo>
                <a:lnTo>
                  <a:pt x="1053" y="650"/>
                </a:lnTo>
                <a:lnTo>
                  <a:pt x="1045" y="662"/>
                </a:lnTo>
                <a:lnTo>
                  <a:pt x="1036" y="674"/>
                </a:lnTo>
                <a:lnTo>
                  <a:pt x="1027" y="686"/>
                </a:lnTo>
                <a:lnTo>
                  <a:pt x="1017" y="698"/>
                </a:lnTo>
                <a:lnTo>
                  <a:pt x="1007" y="709"/>
                </a:lnTo>
                <a:lnTo>
                  <a:pt x="997" y="721"/>
                </a:lnTo>
                <a:lnTo>
                  <a:pt x="986" y="732"/>
                </a:lnTo>
                <a:lnTo>
                  <a:pt x="974" y="742"/>
                </a:lnTo>
                <a:lnTo>
                  <a:pt x="963" y="753"/>
                </a:lnTo>
                <a:lnTo>
                  <a:pt x="950" y="763"/>
                </a:lnTo>
                <a:lnTo>
                  <a:pt x="937" y="772"/>
                </a:lnTo>
                <a:lnTo>
                  <a:pt x="924" y="782"/>
                </a:lnTo>
                <a:lnTo>
                  <a:pt x="911" y="791"/>
                </a:lnTo>
                <a:lnTo>
                  <a:pt x="897" y="800"/>
                </a:lnTo>
                <a:lnTo>
                  <a:pt x="883" y="808"/>
                </a:lnTo>
                <a:lnTo>
                  <a:pt x="869" y="816"/>
                </a:lnTo>
                <a:lnTo>
                  <a:pt x="854" y="824"/>
                </a:lnTo>
                <a:lnTo>
                  <a:pt x="839" y="831"/>
                </a:lnTo>
                <a:lnTo>
                  <a:pt x="824" y="838"/>
                </a:lnTo>
                <a:lnTo>
                  <a:pt x="809" y="845"/>
                </a:lnTo>
                <a:lnTo>
                  <a:pt x="793" y="851"/>
                </a:lnTo>
                <a:lnTo>
                  <a:pt x="777" y="857"/>
                </a:lnTo>
                <a:lnTo>
                  <a:pt x="761" y="862"/>
                </a:lnTo>
                <a:lnTo>
                  <a:pt x="745" y="867"/>
                </a:lnTo>
                <a:lnTo>
                  <a:pt x="728" y="872"/>
                </a:lnTo>
                <a:lnTo>
                  <a:pt x="711" y="876"/>
                </a:lnTo>
                <a:lnTo>
                  <a:pt x="695" y="879"/>
                </a:lnTo>
                <a:lnTo>
                  <a:pt x="678" y="883"/>
                </a:lnTo>
                <a:lnTo>
                  <a:pt x="661" y="886"/>
                </a:lnTo>
                <a:lnTo>
                  <a:pt x="643" y="888"/>
                </a:lnTo>
                <a:lnTo>
                  <a:pt x="626" y="890"/>
                </a:lnTo>
                <a:lnTo>
                  <a:pt x="609" y="891"/>
                </a:lnTo>
                <a:lnTo>
                  <a:pt x="591" y="893"/>
                </a:lnTo>
                <a:lnTo>
                  <a:pt x="574" y="893"/>
                </a:lnTo>
                <a:lnTo>
                  <a:pt x="556" y="893"/>
                </a:lnTo>
                <a:lnTo>
                  <a:pt x="539" y="893"/>
                </a:lnTo>
                <a:lnTo>
                  <a:pt x="521" y="893"/>
                </a:lnTo>
                <a:lnTo>
                  <a:pt x="504" y="891"/>
                </a:lnTo>
                <a:lnTo>
                  <a:pt x="487" y="890"/>
                </a:lnTo>
                <a:lnTo>
                  <a:pt x="469" y="888"/>
                </a:lnTo>
                <a:lnTo>
                  <a:pt x="452" y="886"/>
                </a:lnTo>
                <a:lnTo>
                  <a:pt x="435" y="883"/>
                </a:lnTo>
                <a:lnTo>
                  <a:pt x="418" y="879"/>
                </a:lnTo>
                <a:lnTo>
                  <a:pt x="401" y="876"/>
                </a:lnTo>
                <a:lnTo>
                  <a:pt x="385" y="872"/>
                </a:lnTo>
                <a:lnTo>
                  <a:pt x="368" y="867"/>
                </a:lnTo>
                <a:lnTo>
                  <a:pt x="352" y="862"/>
                </a:lnTo>
                <a:lnTo>
                  <a:pt x="336" y="857"/>
                </a:lnTo>
                <a:lnTo>
                  <a:pt x="320" y="851"/>
                </a:lnTo>
                <a:lnTo>
                  <a:pt x="304" y="845"/>
                </a:lnTo>
                <a:lnTo>
                  <a:pt x="289" y="838"/>
                </a:lnTo>
                <a:lnTo>
                  <a:pt x="273" y="831"/>
                </a:lnTo>
                <a:lnTo>
                  <a:pt x="258" y="824"/>
                </a:lnTo>
                <a:lnTo>
                  <a:pt x="244" y="816"/>
                </a:lnTo>
                <a:lnTo>
                  <a:pt x="230" y="808"/>
                </a:lnTo>
                <a:lnTo>
                  <a:pt x="216" y="800"/>
                </a:lnTo>
                <a:lnTo>
                  <a:pt x="202" y="791"/>
                </a:lnTo>
                <a:lnTo>
                  <a:pt x="189" y="782"/>
                </a:lnTo>
                <a:lnTo>
                  <a:pt x="176" y="772"/>
                </a:lnTo>
                <a:lnTo>
                  <a:pt x="163" y="763"/>
                </a:lnTo>
                <a:lnTo>
                  <a:pt x="151" y="753"/>
                </a:lnTo>
                <a:lnTo>
                  <a:pt x="139" y="742"/>
                </a:lnTo>
                <a:lnTo>
                  <a:pt x="128" y="732"/>
                </a:lnTo>
                <a:lnTo>
                  <a:pt x="117" y="721"/>
                </a:lnTo>
                <a:lnTo>
                  <a:pt x="107" y="709"/>
                </a:lnTo>
                <a:lnTo>
                  <a:pt x="97" y="698"/>
                </a:lnTo>
                <a:lnTo>
                  <a:pt x="87" y="686"/>
                </a:lnTo>
                <a:lnTo>
                  <a:pt x="78" y="674"/>
                </a:lnTo>
                <a:lnTo>
                  <a:pt x="69" y="662"/>
                </a:lnTo>
                <a:lnTo>
                  <a:pt x="61" y="650"/>
                </a:lnTo>
                <a:lnTo>
                  <a:pt x="53" y="637"/>
                </a:lnTo>
                <a:lnTo>
                  <a:pt x="46" y="624"/>
                </a:lnTo>
                <a:lnTo>
                  <a:pt x="39" y="611"/>
                </a:lnTo>
                <a:lnTo>
                  <a:pt x="33" y="598"/>
                </a:lnTo>
                <a:lnTo>
                  <a:pt x="28" y="585"/>
                </a:lnTo>
                <a:lnTo>
                  <a:pt x="22" y="572"/>
                </a:lnTo>
                <a:lnTo>
                  <a:pt x="18" y="558"/>
                </a:lnTo>
                <a:lnTo>
                  <a:pt x="14" y="544"/>
                </a:lnTo>
                <a:lnTo>
                  <a:pt x="10" y="531"/>
                </a:lnTo>
                <a:lnTo>
                  <a:pt x="7" y="517"/>
                </a:lnTo>
                <a:lnTo>
                  <a:pt x="5" y="503"/>
                </a:lnTo>
                <a:lnTo>
                  <a:pt x="3" y="489"/>
                </a:lnTo>
                <a:lnTo>
                  <a:pt x="1" y="475"/>
                </a:lnTo>
                <a:lnTo>
                  <a:pt x="1" y="461"/>
                </a:lnTo>
                <a:lnTo>
                  <a:pt x="0" y="447"/>
                </a:lnTo>
                <a:lnTo>
                  <a:pt x="1" y="433"/>
                </a:lnTo>
                <a:lnTo>
                  <a:pt x="1" y="419"/>
                </a:lnTo>
                <a:lnTo>
                  <a:pt x="3" y="405"/>
                </a:lnTo>
                <a:lnTo>
                  <a:pt x="5" y="391"/>
                </a:lnTo>
                <a:lnTo>
                  <a:pt x="7" y="377"/>
                </a:lnTo>
                <a:lnTo>
                  <a:pt x="10" y="363"/>
                </a:lnTo>
                <a:lnTo>
                  <a:pt x="14" y="350"/>
                </a:lnTo>
                <a:lnTo>
                  <a:pt x="18" y="336"/>
                </a:lnTo>
                <a:lnTo>
                  <a:pt x="22" y="323"/>
                </a:lnTo>
                <a:lnTo>
                  <a:pt x="28" y="309"/>
                </a:lnTo>
                <a:lnTo>
                  <a:pt x="33" y="296"/>
                </a:lnTo>
                <a:lnTo>
                  <a:pt x="39" y="283"/>
                </a:lnTo>
                <a:lnTo>
                  <a:pt x="46" y="270"/>
                </a:lnTo>
                <a:lnTo>
                  <a:pt x="53" y="257"/>
                </a:lnTo>
                <a:lnTo>
                  <a:pt x="61" y="244"/>
                </a:lnTo>
                <a:lnTo>
                  <a:pt x="69" y="232"/>
                </a:lnTo>
                <a:lnTo>
                  <a:pt x="78" y="219"/>
                </a:lnTo>
                <a:lnTo>
                  <a:pt x="87" y="207"/>
                </a:lnTo>
                <a:lnTo>
                  <a:pt x="97" y="195"/>
                </a:lnTo>
                <a:lnTo>
                  <a:pt x="107" y="184"/>
                </a:lnTo>
                <a:lnTo>
                  <a:pt x="117" y="172"/>
                </a:lnTo>
                <a:lnTo>
                  <a:pt x="128" y="162"/>
                </a:lnTo>
                <a:lnTo>
                  <a:pt x="139" y="151"/>
                </a:lnTo>
                <a:lnTo>
                  <a:pt x="151" y="141"/>
                </a:lnTo>
                <a:lnTo>
                  <a:pt x="163" y="130"/>
                </a:lnTo>
                <a:lnTo>
                  <a:pt x="176" y="121"/>
                </a:lnTo>
                <a:lnTo>
                  <a:pt x="189" y="111"/>
                </a:lnTo>
                <a:lnTo>
                  <a:pt x="202" y="102"/>
                </a:lnTo>
                <a:lnTo>
                  <a:pt x="216" y="93"/>
                </a:lnTo>
                <a:lnTo>
                  <a:pt x="230" y="85"/>
                </a:lnTo>
                <a:lnTo>
                  <a:pt x="244" y="77"/>
                </a:lnTo>
                <a:lnTo>
                  <a:pt x="258" y="69"/>
                </a:lnTo>
                <a:lnTo>
                  <a:pt x="273" y="62"/>
                </a:lnTo>
                <a:lnTo>
                  <a:pt x="289" y="55"/>
                </a:lnTo>
                <a:lnTo>
                  <a:pt x="304" y="48"/>
                </a:lnTo>
                <a:lnTo>
                  <a:pt x="320" y="42"/>
                </a:lnTo>
                <a:lnTo>
                  <a:pt x="336" y="36"/>
                </a:lnTo>
                <a:lnTo>
                  <a:pt x="352" y="31"/>
                </a:lnTo>
                <a:lnTo>
                  <a:pt x="368" y="26"/>
                </a:lnTo>
                <a:lnTo>
                  <a:pt x="385" y="22"/>
                </a:lnTo>
                <a:lnTo>
                  <a:pt x="401" y="17"/>
                </a:lnTo>
                <a:lnTo>
                  <a:pt x="418" y="14"/>
                </a:lnTo>
                <a:lnTo>
                  <a:pt x="435" y="10"/>
                </a:lnTo>
                <a:lnTo>
                  <a:pt x="452" y="8"/>
                </a:lnTo>
                <a:lnTo>
                  <a:pt x="469" y="5"/>
                </a:lnTo>
                <a:lnTo>
                  <a:pt x="487" y="3"/>
                </a:lnTo>
                <a:lnTo>
                  <a:pt x="504" y="2"/>
                </a:lnTo>
                <a:lnTo>
                  <a:pt x="521" y="1"/>
                </a:lnTo>
                <a:lnTo>
                  <a:pt x="539" y="0"/>
                </a:lnTo>
                <a:lnTo>
                  <a:pt x="556" y="0"/>
                </a:lnTo>
                <a:lnTo>
                  <a:pt x="574" y="0"/>
                </a:lnTo>
                <a:lnTo>
                  <a:pt x="591" y="1"/>
                </a:lnTo>
                <a:lnTo>
                  <a:pt x="609" y="2"/>
                </a:lnTo>
                <a:lnTo>
                  <a:pt x="626" y="3"/>
                </a:lnTo>
                <a:lnTo>
                  <a:pt x="643" y="5"/>
                </a:lnTo>
                <a:lnTo>
                  <a:pt x="661" y="8"/>
                </a:lnTo>
                <a:lnTo>
                  <a:pt x="678" y="10"/>
                </a:lnTo>
                <a:lnTo>
                  <a:pt x="695" y="14"/>
                </a:lnTo>
                <a:lnTo>
                  <a:pt x="711" y="17"/>
                </a:lnTo>
                <a:lnTo>
                  <a:pt x="728" y="22"/>
                </a:lnTo>
                <a:lnTo>
                  <a:pt x="745" y="26"/>
                </a:lnTo>
                <a:lnTo>
                  <a:pt x="761" y="31"/>
                </a:lnTo>
                <a:lnTo>
                  <a:pt x="777" y="36"/>
                </a:lnTo>
                <a:lnTo>
                  <a:pt x="793" y="42"/>
                </a:lnTo>
                <a:lnTo>
                  <a:pt x="809" y="48"/>
                </a:lnTo>
                <a:lnTo>
                  <a:pt x="824" y="55"/>
                </a:lnTo>
                <a:lnTo>
                  <a:pt x="839" y="62"/>
                </a:lnTo>
                <a:lnTo>
                  <a:pt x="854" y="69"/>
                </a:lnTo>
                <a:lnTo>
                  <a:pt x="869" y="77"/>
                </a:lnTo>
                <a:lnTo>
                  <a:pt x="883" y="85"/>
                </a:lnTo>
                <a:lnTo>
                  <a:pt x="897" y="93"/>
                </a:lnTo>
                <a:lnTo>
                  <a:pt x="911" y="102"/>
                </a:lnTo>
                <a:lnTo>
                  <a:pt x="924" y="111"/>
                </a:lnTo>
                <a:lnTo>
                  <a:pt x="937" y="121"/>
                </a:lnTo>
                <a:lnTo>
                  <a:pt x="950" y="130"/>
                </a:lnTo>
                <a:lnTo>
                  <a:pt x="963" y="141"/>
                </a:lnTo>
                <a:lnTo>
                  <a:pt x="974" y="151"/>
                </a:lnTo>
                <a:lnTo>
                  <a:pt x="986" y="162"/>
                </a:lnTo>
                <a:lnTo>
                  <a:pt x="997" y="172"/>
                </a:lnTo>
                <a:lnTo>
                  <a:pt x="1007" y="184"/>
                </a:lnTo>
                <a:lnTo>
                  <a:pt x="1017" y="195"/>
                </a:lnTo>
                <a:lnTo>
                  <a:pt x="1027" y="207"/>
                </a:lnTo>
                <a:lnTo>
                  <a:pt x="1036" y="219"/>
                </a:lnTo>
                <a:lnTo>
                  <a:pt x="1045" y="232"/>
                </a:lnTo>
                <a:lnTo>
                  <a:pt x="1053" y="244"/>
                </a:lnTo>
                <a:lnTo>
                  <a:pt x="1060" y="257"/>
                </a:lnTo>
                <a:lnTo>
                  <a:pt x="1068" y="270"/>
                </a:lnTo>
                <a:lnTo>
                  <a:pt x="1074" y="283"/>
                </a:lnTo>
                <a:lnTo>
                  <a:pt x="1080" y="296"/>
                </a:lnTo>
                <a:lnTo>
                  <a:pt x="1086" y="309"/>
                </a:lnTo>
                <a:lnTo>
                  <a:pt x="1091" y="323"/>
                </a:lnTo>
                <a:lnTo>
                  <a:pt x="1096" y="336"/>
                </a:lnTo>
                <a:lnTo>
                  <a:pt x="1100" y="350"/>
                </a:lnTo>
                <a:lnTo>
                  <a:pt x="1103" y="363"/>
                </a:lnTo>
                <a:lnTo>
                  <a:pt x="1106" y="377"/>
                </a:lnTo>
                <a:lnTo>
                  <a:pt x="1109" y="391"/>
                </a:lnTo>
                <a:lnTo>
                  <a:pt x="1111" y="405"/>
                </a:lnTo>
                <a:lnTo>
                  <a:pt x="1112" y="419"/>
                </a:lnTo>
                <a:lnTo>
                  <a:pt x="1113" y="433"/>
                </a:lnTo>
                <a:lnTo>
                  <a:pt x="1113" y="447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5" name=""/>
          <p:cNvSpPr/>
          <p:nvPr/>
        </p:nvSpPr>
        <p:spPr>
          <a:xfrm>
            <a:off x="2658600" y="1684080"/>
            <a:ext cx="402480" cy="322920"/>
          </a:xfrm>
          <a:custGeom>
            <a:avLst/>
            <a:gdLst/>
            <a:ahLst/>
            <a:rect l="0" t="0" r="r" b="b"/>
            <a:pathLst>
              <a:path w="1118" h="897">
                <a:moveTo>
                  <a:pt x="1115" y="449"/>
                </a:moveTo>
                <a:lnTo>
                  <a:pt x="1115" y="435"/>
                </a:lnTo>
                <a:lnTo>
                  <a:pt x="1114" y="421"/>
                </a:lnTo>
                <a:lnTo>
                  <a:pt x="1113" y="407"/>
                </a:lnTo>
                <a:lnTo>
                  <a:pt x="1111" y="393"/>
                </a:lnTo>
                <a:lnTo>
                  <a:pt x="1108" y="379"/>
                </a:lnTo>
                <a:lnTo>
                  <a:pt x="1105" y="365"/>
                </a:lnTo>
                <a:lnTo>
                  <a:pt x="1102" y="352"/>
                </a:lnTo>
                <a:lnTo>
                  <a:pt x="1098" y="338"/>
                </a:lnTo>
                <a:lnTo>
                  <a:pt x="1093" y="325"/>
                </a:lnTo>
                <a:lnTo>
                  <a:pt x="1088" y="311"/>
                </a:lnTo>
                <a:lnTo>
                  <a:pt x="1082" y="298"/>
                </a:lnTo>
                <a:lnTo>
                  <a:pt x="1076" y="285"/>
                </a:lnTo>
                <a:lnTo>
                  <a:pt x="1070" y="272"/>
                </a:lnTo>
                <a:lnTo>
                  <a:pt x="1062" y="259"/>
                </a:lnTo>
                <a:lnTo>
                  <a:pt x="1055" y="245"/>
                </a:lnTo>
                <a:lnTo>
                  <a:pt x="1047" y="233"/>
                </a:lnTo>
                <a:lnTo>
                  <a:pt x="1038" y="221"/>
                </a:lnTo>
                <a:lnTo>
                  <a:pt x="1029" y="209"/>
                </a:lnTo>
                <a:lnTo>
                  <a:pt x="1019" y="197"/>
                </a:lnTo>
                <a:lnTo>
                  <a:pt x="1009" y="186"/>
                </a:lnTo>
                <a:lnTo>
                  <a:pt x="999" y="174"/>
                </a:lnTo>
                <a:lnTo>
                  <a:pt x="988" y="164"/>
                </a:lnTo>
                <a:lnTo>
                  <a:pt x="975" y="153"/>
                </a:lnTo>
                <a:lnTo>
                  <a:pt x="964" y="143"/>
                </a:lnTo>
                <a:lnTo>
                  <a:pt x="951" y="132"/>
                </a:lnTo>
                <a:lnTo>
                  <a:pt x="939" y="123"/>
                </a:lnTo>
                <a:lnTo>
                  <a:pt x="926" y="113"/>
                </a:lnTo>
                <a:lnTo>
                  <a:pt x="913" y="104"/>
                </a:lnTo>
                <a:lnTo>
                  <a:pt x="899" y="95"/>
                </a:lnTo>
                <a:lnTo>
                  <a:pt x="885" y="87"/>
                </a:lnTo>
                <a:lnTo>
                  <a:pt x="871" y="79"/>
                </a:lnTo>
                <a:lnTo>
                  <a:pt x="856" y="71"/>
                </a:lnTo>
                <a:lnTo>
                  <a:pt x="841" y="64"/>
                </a:lnTo>
                <a:lnTo>
                  <a:pt x="826" y="57"/>
                </a:lnTo>
                <a:lnTo>
                  <a:pt x="811" y="50"/>
                </a:lnTo>
                <a:lnTo>
                  <a:pt x="795" y="44"/>
                </a:lnTo>
                <a:lnTo>
                  <a:pt x="779" y="38"/>
                </a:lnTo>
                <a:lnTo>
                  <a:pt x="763" y="33"/>
                </a:lnTo>
                <a:lnTo>
                  <a:pt x="747" y="28"/>
                </a:lnTo>
                <a:lnTo>
                  <a:pt x="730" y="24"/>
                </a:lnTo>
                <a:lnTo>
                  <a:pt x="713" y="19"/>
                </a:lnTo>
                <a:lnTo>
                  <a:pt x="697" y="16"/>
                </a:lnTo>
                <a:lnTo>
                  <a:pt x="680" y="12"/>
                </a:lnTo>
                <a:lnTo>
                  <a:pt x="663" y="10"/>
                </a:lnTo>
                <a:lnTo>
                  <a:pt x="645" y="7"/>
                </a:lnTo>
                <a:lnTo>
                  <a:pt x="628" y="5"/>
                </a:lnTo>
                <a:lnTo>
                  <a:pt x="611" y="4"/>
                </a:lnTo>
                <a:lnTo>
                  <a:pt x="593" y="3"/>
                </a:lnTo>
                <a:lnTo>
                  <a:pt x="576" y="2"/>
                </a:lnTo>
                <a:lnTo>
                  <a:pt x="558" y="2"/>
                </a:lnTo>
                <a:lnTo>
                  <a:pt x="541" y="2"/>
                </a:lnTo>
                <a:lnTo>
                  <a:pt x="523" y="3"/>
                </a:lnTo>
                <a:lnTo>
                  <a:pt x="506" y="4"/>
                </a:lnTo>
                <a:lnTo>
                  <a:pt x="489" y="5"/>
                </a:lnTo>
                <a:lnTo>
                  <a:pt x="471" y="7"/>
                </a:lnTo>
                <a:lnTo>
                  <a:pt x="454" y="10"/>
                </a:lnTo>
                <a:lnTo>
                  <a:pt x="437" y="12"/>
                </a:lnTo>
                <a:lnTo>
                  <a:pt x="420" y="16"/>
                </a:lnTo>
                <a:lnTo>
                  <a:pt x="403" y="19"/>
                </a:lnTo>
                <a:lnTo>
                  <a:pt x="387" y="24"/>
                </a:lnTo>
                <a:lnTo>
                  <a:pt x="370" y="28"/>
                </a:lnTo>
                <a:lnTo>
                  <a:pt x="354" y="33"/>
                </a:lnTo>
                <a:lnTo>
                  <a:pt x="338" y="38"/>
                </a:lnTo>
                <a:lnTo>
                  <a:pt x="322" y="44"/>
                </a:lnTo>
                <a:lnTo>
                  <a:pt x="306" y="50"/>
                </a:lnTo>
                <a:lnTo>
                  <a:pt x="291" y="57"/>
                </a:lnTo>
                <a:lnTo>
                  <a:pt x="275" y="64"/>
                </a:lnTo>
                <a:lnTo>
                  <a:pt x="260" y="71"/>
                </a:lnTo>
                <a:lnTo>
                  <a:pt x="246" y="79"/>
                </a:lnTo>
                <a:lnTo>
                  <a:pt x="232" y="87"/>
                </a:lnTo>
                <a:lnTo>
                  <a:pt x="218" y="95"/>
                </a:lnTo>
                <a:lnTo>
                  <a:pt x="204" y="104"/>
                </a:lnTo>
                <a:lnTo>
                  <a:pt x="191" y="113"/>
                </a:lnTo>
                <a:lnTo>
                  <a:pt x="178" y="123"/>
                </a:lnTo>
                <a:lnTo>
                  <a:pt x="165" y="132"/>
                </a:lnTo>
                <a:lnTo>
                  <a:pt x="153" y="143"/>
                </a:lnTo>
                <a:lnTo>
                  <a:pt x="141" y="153"/>
                </a:lnTo>
                <a:lnTo>
                  <a:pt x="130" y="164"/>
                </a:lnTo>
                <a:lnTo>
                  <a:pt x="119" y="174"/>
                </a:lnTo>
                <a:lnTo>
                  <a:pt x="109" y="186"/>
                </a:lnTo>
                <a:lnTo>
                  <a:pt x="99" y="197"/>
                </a:lnTo>
                <a:lnTo>
                  <a:pt x="89" y="209"/>
                </a:lnTo>
                <a:lnTo>
                  <a:pt x="80" y="221"/>
                </a:lnTo>
                <a:lnTo>
                  <a:pt x="71" y="233"/>
                </a:lnTo>
                <a:lnTo>
                  <a:pt x="63" y="245"/>
                </a:lnTo>
                <a:lnTo>
                  <a:pt x="55" y="259"/>
                </a:lnTo>
                <a:lnTo>
                  <a:pt x="48" y="272"/>
                </a:lnTo>
                <a:lnTo>
                  <a:pt x="41" y="285"/>
                </a:lnTo>
                <a:lnTo>
                  <a:pt x="35" y="298"/>
                </a:lnTo>
                <a:lnTo>
                  <a:pt x="30" y="311"/>
                </a:lnTo>
                <a:lnTo>
                  <a:pt x="24" y="325"/>
                </a:lnTo>
                <a:lnTo>
                  <a:pt x="20" y="338"/>
                </a:lnTo>
                <a:lnTo>
                  <a:pt x="16" y="352"/>
                </a:lnTo>
                <a:lnTo>
                  <a:pt x="12" y="365"/>
                </a:lnTo>
                <a:lnTo>
                  <a:pt x="9" y="379"/>
                </a:lnTo>
                <a:lnTo>
                  <a:pt x="7" y="393"/>
                </a:lnTo>
                <a:lnTo>
                  <a:pt x="5" y="407"/>
                </a:lnTo>
                <a:lnTo>
                  <a:pt x="3" y="421"/>
                </a:lnTo>
                <a:lnTo>
                  <a:pt x="3" y="435"/>
                </a:lnTo>
                <a:lnTo>
                  <a:pt x="2" y="449"/>
                </a:lnTo>
                <a:lnTo>
                  <a:pt x="3" y="463"/>
                </a:lnTo>
                <a:lnTo>
                  <a:pt x="3" y="477"/>
                </a:lnTo>
                <a:lnTo>
                  <a:pt x="5" y="491"/>
                </a:lnTo>
                <a:lnTo>
                  <a:pt x="7" y="505"/>
                </a:lnTo>
                <a:lnTo>
                  <a:pt x="9" y="519"/>
                </a:lnTo>
                <a:lnTo>
                  <a:pt x="12" y="533"/>
                </a:lnTo>
                <a:lnTo>
                  <a:pt x="16" y="546"/>
                </a:lnTo>
                <a:lnTo>
                  <a:pt x="20" y="560"/>
                </a:lnTo>
                <a:lnTo>
                  <a:pt x="24" y="574"/>
                </a:lnTo>
                <a:lnTo>
                  <a:pt x="30" y="587"/>
                </a:lnTo>
                <a:lnTo>
                  <a:pt x="35" y="600"/>
                </a:lnTo>
                <a:lnTo>
                  <a:pt x="41" y="613"/>
                </a:lnTo>
                <a:lnTo>
                  <a:pt x="48" y="626"/>
                </a:lnTo>
                <a:lnTo>
                  <a:pt x="55" y="639"/>
                </a:lnTo>
                <a:lnTo>
                  <a:pt x="63" y="652"/>
                </a:lnTo>
                <a:lnTo>
                  <a:pt x="71" y="664"/>
                </a:lnTo>
                <a:lnTo>
                  <a:pt x="80" y="676"/>
                </a:lnTo>
                <a:lnTo>
                  <a:pt x="89" y="688"/>
                </a:lnTo>
                <a:lnTo>
                  <a:pt x="99" y="700"/>
                </a:lnTo>
                <a:lnTo>
                  <a:pt x="109" y="711"/>
                </a:lnTo>
                <a:lnTo>
                  <a:pt x="119" y="723"/>
                </a:lnTo>
                <a:lnTo>
                  <a:pt x="130" y="734"/>
                </a:lnTo>
                <a:lnTo>
                  <a:pt x="141" y="744"/>
                </a:lnTo>
                <a:lnTo>
                  <a:pt x="153" y="755"/>
                </a:lnTo>
                <a:lnTo>
                  <a:pt x="165" y="765"/>
                </a:lnTo>
                <a:lnTo>
                  <a:pt x="178" y="774"/>
                </a:lnTo>
                <a:lnTo>
                  <a:pt x="191" y="784"/>
                </a:lnTo>
                <a:lnTo>
                  <a:pt x="204" y="793"/>
                </a:lnTo>
                <a:lnTo>
                  <a:pt x="218" y="802"/>
                </a:lnTo>
                <a:lnTo>
                  <a:pt x="232" y="810"/>
                </a:lnTo>
                <a:lnTo>
                  <a:pt x="246" y="818"/>
                </a:lnTo>
                <a:lnTo>
                  <a:pt x="260" y="826"/>
                </a:lnTo>
                <a:lnTo>
                  <a:pt x="275" y="833"/>
                </a:lnTo>
                <a:lnTo>
                  <a:pt x="291" y="840"/>
                </a:lnTo>
                <a:lnTo>
                  <a:pt x="306" y="847"/>
                </a:lnTo>
                <a:lnTo>
                  <a:pt x="322" y="853"/>
                </a:lnTo>
                <a:lnTo>
                  <a:pt x="338" y="859"/>
                </a:lnTo>
                <a:lnTo>
                  <a:pt x="354" y="864"/>
                </a:lnTo>
                <a:lnTo>
                  <a:pt x="370" y="869"/>
                </a:lnTo>
                <a:lnTo>
                  <a:pt x="387" y="874"/>
                </a:lnTo>
                <a:lnTo>
                  <a:pt x="403" y="878"/>
                </a:lnTo>
                <a:lnTo>
                  <a:pt x="420" y="881"/>
                </a:lnTo>
                <a:lnTo>
                  <a:pt x="437" y="885"/>
                </a:lnTo>
                <a:lnTo>
                  <a:pt x="454" y="888"/>
                </a:lnTo>
                <a:lnTo>
                  <a:pt x="471" y="890"/>
                </a:lnTo>
                <a:lnTo>
                  <a:pt x="489" y="892"/>
                </a:lnTo>
                <a:lnTo>
                  <a:pt x="506" y="893"/>
                </a:lnTo>
                <a:lnTo>
                  <a:pt x="523" y="895"/>
                </a:lnTo>
                <a:lnTo>
                  <a:pt x="541" y="895"/>
                </a:lnTo>
                <a:lnTo>
                  <a:pt x="558" y="895"/>
                </a:lnTo>
                <a:lnTo>
                  <a:pt x="576" y="895"/>
                </a:lnTo>
                <a:lnTo>
                  <a:pt x="593" y="895"/>
                </a:lnTo>
                <a:lnTo>
                  <a:pt x="611" y="893"/>
                </a:lnTo>
                <a:lnTo>
                  <a:pt x="628" y="892"/>
                </a:lnTo>
                <a:lnTo>
                  <a:pt x="645" y="890"/>
                </a:lnTo>
                <a:lnTo>
                  <a:pt x="663" y="888"/>
                </a:lnTo>
                <a:lnTo>
                  <a:pt x="680" y="885"/>
                </a:lnTo>
                <a:lnTo>
                  <a:pt x="697" y="881"/>
                </a:lnTo>
                <a:lnTo>
                  <a:pt x="713" y="878"/>
                </a:lnTo>
                <a:lnTo>
                  <a:pt x="730" y="874"/>
                </a:lnTo>
                <a:lnTo>
                  <a:pt x="747" y="869"/>
                </a:lnTo>
                <a:lnTo>
                  <a:pt x="763" y="864"/>
                </a:lnTo>
                <a:lnTo>
                  <a:pt x="779" y="859"/>
                </a:lnTo>
                <a:lnTo>
                  <a:pt x="795" y="853"/>
                </a:lnTo>
                <a:lnTo>
                  <a:pt x="811" y="847"/>
                </a:lnTo>
                <a:lnTo>
                  <a:pt x="826" y="840"/>
                </a:lnTo>
                <a:lnTo>
                  <a:pt x="841" y="833"/>
                </a:lnTo>
                <a:lnTo>
                  <a:pt x="856" y="826"/>
                </a:lnTo>
                <a:lnTo>
                  <a:pt x="871" y="818"/>
                </a:lnTo>
                <a:lnTo>
                  <a:pt x="885" y="810"/>
                </a:lnTo>
                <a:lnTo>
                  <a:pt x="899" y="802"/>
                </a:lnTo>
                <a:lnTo>
                  <a:pt x="913" y="793"/>
                </a:lnTo>
                <a:lnTo>
                  <a:pt x="926" y="784"/>
                </a:lnTo>
                <a:lnTo>
                  <a:pt x="939" y="774"/>
                </a:lnTo>
                <a:lnTo>
                  <a:pt x="951" y="765"/>
                </a:lnTo>
                <a:lnTo>
                  <a:pt x="964" y="755"/>
                </a:lnTo>
                <a:lnTo>
                  <a:pt x="975" y="744"/>
                </a:lnTo>
                <a:lnTo>
                  <a:pt x="988" y="734"/>
                </a:lnTo>
                <a:lnTo>
                  <a:pt x="999" y="723"/>
                </a:lnTo>
                <a:lnTo>
                  <a:pt x="1009" y="711"/>
                </a:lnTo>
                <a:lnTo>
                  <a:pt x="1019" y="700"/>
                </a:lnTo>
                <a:lnTo>
                  <a:pt x="1029" y="688"/>
                </a:lnTo>
                <a:lnTo>
                  <a:pt x="1038" y="676"/>
                </a:lnTo>
                <a:lnTo>
                  <a:pt x="1047" y="664"/>
                </a:lnTo>
                <a:lnTo>
                  <a:pt x="1055" y="652"/>
                </a:lnTo>
                <a:lnTo>
                  <a:pt x="1062" y="639"/>
                </a:lnTo>
                <a:lnTo>
                  <a:pt x="1070" y="626"/>
                </a:lnTo>
                <a:lnTo>
                  <a:pt x="1076" y="613"/>
                </a:lnTo>
                <a:lnTo>
                  <a:pt x="1082" y="600"/>
                </a:lnTo>
                <a:lnTo>
                  <a:pt x="1088" y="587"/>
                </a:lnTo>
                <a:lnTo>
                  <a:pt x="1093" y="574"/>
                </a:lnTo>
                <a:lnTo>
                  <a:pt x="1098" y="560"/>
                </a:lnTo>
                <a:lnTo>
                  <a:pt x="1102" y="546"/>
                </a:lnTo>
                <a:lnTo>
                  <a:pt x="1105" y="533"/>
                </a:lnTo>
                <a:lnTo>
                  <a:pt x="1108" y="519"/>
                </a:lnTo>
                <a:lnTo>
                  <a:pt x="1111" y="505"/>
                </a:lnTo>
                <a:lnTo>
                  <a:pt x="1113" y="491"/>
                </a:lnTo>
                <a:lnTo>
                  <a:pt x="1114" y="477"/>
                </a:lnTo>
                <a:lnTo>
                  <a:pt x="1115" y="463"/>
                </a:lnTo>
                <a:lnTo>
                  <a:pt x="1115" y="449"/>
                </a:lnTo>
                <a:moveTo>
                  <a:pt x="1118" y="449"/>
                </a:moveTo>
                <a:lnTo>
                  <a:pt x="1117" y="463"/>
                </a:lnTo>
                <a:lnTo>
                  <a:pt x="1117" y="477"/>
                </a:lnTo>
                <a:lnTo>
                  <a:pt x="1115" y="491"/>
                </a:lnTo>
                <a:lnTo>
                  <a:pt x="1113" y="505"/>
                </a:lnTo>
                <a:lnTo>
                  <a:pt x="1111" y="519"/>
                </a:lnTo>
                <a:lnTo>
                  <a:pt x="1108" y="533"/>
                </a:lnTo>
                <a:lnTo>
                  <a:pt x="1104" y="547"/>
                </a:lnTo>
                <a:lnTo>
                  <a:pt x="1100" y="561"/>
                </a:lnTo>
                <a:lnTo>
                  <a:pt x="1095" y="574"/>
                </a:lnTo>
                <a:lnTo>
                  <a:pt x="1090" y="588"/>
                </a:lnTo>
                <a:lnTo>
                  <a:pt x="1085" y="601"/>
                </a:lnTo>
                <a:lnTo>
                  <a:pt x="1078" y="614"/>
                </a:lnTo>
                <a:lnTo>
                  <a:pt x="1072" y="627"/>
                </a:lnTo>
                <a:lnTo>
                  <a:pt x="1064" y="640"/>
                </a:lnTo>
                <a:lnTo>
                  <a:pt x="1057" y="653"/>
                </a:lnTo>
                <a:lnTo>
                  <a:pt x="1049" y="665"/>
                </a:lnTo>
                <a:lnTo>
                  <a:pt x="1040" y="677"/>
                </a:lnTo>
                <a:lnTo>
                  <a:pt x="1031" y="689"/>
                </a:lnTo>
                <a:lnTo>
                  <a:pt x="1021" y="701"/>
                </a:lnTo>
                <a:lnTo>
                  <a:pt x="1011" y="713"/>
                </a:lnTo>
                <a:lnTo>
                  <a:pt x="1000" y="724"/>
                </a:lnTo>
                <a:lnTo>
                  <a:pt x="989" y="735"/>
                </a:lnTo>
                <a:lnTo>
                  <a:pt x="977" y="745"/>
                </a:lnTo>
                <a:lnTo>
                  <a:pt x="965" y="756"/>
                </a:lnTo>
                <a:lnTo>
                  <a:pt x="953" y="766"/>
                </a:lnTo>
                <a:lnTo>
                  <a:pt x="941" y="776"/>
                </a:lnTo>
                <a:lnTo>
                  <a:pt x="928" y="785"/>
                </a:lnTo>
                <a:lnTo>
                  <a:pt x="914" y="794"/>
                </a:lnTo>
                <a:lnTo>
                  <a:pt x="901" y="803"/>
                </a:lnTo>
                <a:lnTo>
                  <a:pt x="886" y="812"/>
                </a:lnTo>
                <a:lnTo>
                  <a:pt x="872" y="820"/>
                </a:lnTo>
                <a:lnTo>
                  <a:pt x="857" y="827"/>
                </a:lnTo>
                <a:lnTo>
                  <a:pt x="843" y="835"/>
                </a:lnTo>
                <a:lnTo>
                  <a:pt x="827" y="842"/>
                </a:lnTo>
                <a:lnTo>
                  <a:pt x="812" y="848"/>
                </a:lnTo>
                <a:lnTo>
                  <a:pt x="796" y="855"/>
                </a:lnTo>
                <a:lnTo>
                  <a:pt x="780" y="860"/>
                </a:lnTo>
                <a:lnTo>
                  <a:pt x="764" y="866"/>
                </a:lnTo>
                <a:lnTo>
                  <a:pt x="747" y="871"/>
                </a:lnTo>
                <a:lnTo>
                  <a:pt x="731" y="875"/>
                </a:lnTo>
                <a:lnTo>
                  <a:pt x="714" y="879"/>
                </a:lnTo>
                <a:lnTo>
                  <a:pt x="697" y="883"/>
                </a:lnTo>
                <a:lnTo>
                  <a:pt x="680" y="886"/>
                </a:lnTo>
                <a:lnTo>
                  <a:pt x="663" y="889"/>
                </a:lnTo>
                <a:lnTo>
                  <a:pt x="646" y="892"/>
                </a:lnTo>
                <a:lnTo>
                  <a:pt x="628" y="894"/>
                </a:lnTo>
                <a:lnTo>
                  <a:pt x="611" y="895"/>
                </a:lnTo>
                <a:lnTo>
                  <a:pt x="593" y="896"/>
                </a:lnTo>
                <a:lnTo>
                  <a:pt x="576" y="897"/>
                </a:lnTo>
                <a:lnTo>
                  <a:pt x="558" y="897"/>
                </a:lnTo>
                <a:lnTo>
                  <a:pt x="541" y="897"/>
                </a:lnTo>
                <a:lnTo>
                  <a:pt x="523" y="896"/>
                </a:lnTo>
                <a:lnTo>
                  <a:pt x="506" y="895"/>
                </a:lnTo>
                <a:lnTo>
                  <a:pt x="488" y="894"/>
                </a:lnTo>
                <a:lnTo>
                  <a:pt x="471" y="892"/>
                </a:lnTo>
                <a:lnTo>
                  <a:pt x="454" y="889"/>
                </a:lnTo>
                <a:lnTo>
                  <a:pt x="437" y="886"/>
                </a:lnTo>
                <a:lnTo>
                  <a:pt x="420" y="883"/>
                </a:lnTo>
                <a:lnTo>
                  <a:pt x="403" y="879"/>
                </a:lnTo>
                <a:lnTo>
                  <a:pt x="386" y="875"/>
                </a:lnTo>
                <a:lnTo>
                  <a:pt x="369" y="871"/>
                </a:lnTo>
                <a:lnTo>
                  <a:pt x="353" y="866"/>
                </a:lnTo>
                <a:lnTo>
                  <a:pt x="337" y="860"/>
                </a:lnTo>
                <a:lnTo>
                  <a:pt x="321" y="855"/>
                </a:lnTo>
                <a:lnTo>
                  <a:pt x="305" y="848"/>
                </a:lnTo>
                <a:lnTo>
                  <a:pt x="289" y="842"/>
                </a:lnTo>
                <a:lnTo>
                  <a:pt x="274" y="835"/>
                </a:lnTo>
                <a:lnTo>
                  <a:pt x="259" y="827"/>
                </a:lnTo>
                <a:lnTo>
                  <a:pt x="245" y="820"/>
                </a:lnTo>
                <a:lnTo>
                  <a:pt x="230" y="812"/>
                </a:lnTo>
                <a:lnTo>
                  <a:pt x="216" y="803"/>
                </a:lnTo>
                <a:lnTo>
                  <a:pt x="203" y="794"/>
                </a:lnTo>
                <a:lnTo>
                  <a:pt x="189" y="785"/>
                </a:lnTo>
                <a:lnTo>
                  <a:pt x="176" y="776"/>
                </a:lnTo>
                <a:lnTo>
                  <a:pt x="164" y="766"/>
                </a:lnTo>
                <a:lnTo>
                  <a:pt x="151" y="756"/>
                </a:lnTo>
                <a:lnTo>
                  <a:pt x="140" y="745"/>
                </a:lnTo>
                <a:lnTo>
                  <a:pt x="128" y="735"/>
                </a:lnTo>
                <a:lnTo>
                  <a:pt x="117" y="724"/>
                </a:lnTo>
                <a:lnTo>
                  <a:pt x="107" y="713"/>
                </a:lnTo>
                <a:lnTo>
                  <a:pt x="97" y="701"/>
                </a:lnTo>
                <a:lnTo>
                  <a:pt x="87" y="689"/>
                </a:lnTo>
                <a:lnTo>
                  <a:pt x="78" y="677"/>
                </a:lnTo>
                <a:lnTo>
                  <a:pt x="69" y="665"/>
                </a:lnTo>
                <a:lnTo>
                  <a:pt x="61" y="653"/>
                </a:lnTo>
                <a:lnTo>
                  <a:pt x="53" y="640"/>
                </a:lnTo>
                <a:lnTo>
                  <a:pt x="46" y="627"/>
                </a:lnTo>
                <a:lnTo>
                  <a:pt x="39" y="614"/>
                </a:lnTo>
                <a:lnTo>
                  <a:pt x="33" y="601"/>
                </a:lnTo>
                <a:lnTo>
                  <a:pt x="27" y="588"/>
                </a:lnTo>
                <a:lnTo>
                  <a:pt x="22" y="574"/>
                </a:lnTo>
                <a:lnTo>
                  <a:pt x="18" y="561"/>
                </a:lnTo>
                <a:lnTo>
                  <a:pt x="14" y="547"/>
                </a:lnTo>
                <a:lnTo>
                  <a:pt x="10" y="533"/>
                </a:lnTo>
                <a:lnTo>
                  <a:pt x="7" y="519"/>
                </a:lnTo>
                <a:lnTo>
                  <a:pt x="4" y="505"/>
                </a:lnTo>
                <a:lnTo>
                  <a:pt x="3" y="491"/>
                </a:lnTo>
                <a:lnTo>
                  <a:pt x="1" y="477"/>
                </a:lnTo>
                <a:lnTo>
                  <a:pt x="0" y="463"/>
                </a:lnTo>
                <a:lnTo>
                  <a:pt x="0" y="449"/>
                </a:lnTo>
                <a:lnTo>
                  <a:pt x="0" y="435"/>
                </a:lnTo>
                <a:lnTo>
                  <a:pt x="1" y="421"/>
                </a:lnTo>
                <a:lnTo>
                  <a:pt x="3" y="407"/>
                </a:lnTo>
                <a:lnTo>
                  <a:pt x="4" y="393"/>
                </a:lnTo>
                <a:lnTo>
                  <a:pt x="7" y="379"/>
                </a:lnTo>
                <a:lnTo>
                  <a:pt x="10" y="365"/>
                </a:lnTo>
                <a:lnTo>
                  <a:pt x="14" y="351"/>
                </a:lnTo>
                <a:lnTo>
                  <a:pt x="18" y="338"/>
                </a:lnTo>
                <a:lnTo>
                  <a:pt x="22" y="324"/>
                </a:lnTo>
                <a:lnTo>
                  <a:pt x="27" y="311"/>
                </a:lnTo>
                <a:lnTo>
                  <a:pt x="33" y="297"/>
                </a:lnTo>
                <a:lnTo>
                  <a:pt x="39" y="284"/>
                </a:lnTo>
                <a:lnTo>
                  <a:pt x="46" y="271"/>
                </a:lnTo>
                <a:lnTo>
                  <a:pt x="53" y="258"/>
                </a:lnTo>
                <a:lnTo>
                  <a:pt x="61" y="245"/>
                </a:lnTo>
                <a:lnTo>
                  <a:pt x="69" y="232"/>
                </a:lnTo>
                <a:lnTo>
                  <a:pt x="78" y="220"/>
                </a:lnTo>
                <a:lnTo>
                  <a:pt x="87" y="208"/>
                </a:lnTo>
                <a:lnTo>
                  <a:pt x="97" y="196"/>
                </a:lnTo>
                <a:lnTo>
                  <a:pt x="107" y="185"/>
                </a:lnTo>
                <a:lnTo>
                  <a:pt x="117" y="173"/>
                </a:lnTo>
                <a:lnTo>
                  <a:pt x="128" y="162"/>
                </a:lnTo>
                <a:lnTo>
                  <a:pt x="140" y="152"/>
                </a:lnTo>
                <a:lnTo>
                  <a:pt x="151" y="141"/>
                </a:lnTo>
                <a:lnTo>
                  <a:pt x="164" y="131"/>
                </a:lnTo>
                <a:lnTo>
                  <a:pt x="176" y="121"/>
                </a:lnTo>
                <a:lnTo>
                  <a:pt x="189" y="112"/>
                </a:lnTo>
                <a:lnTo>
                  <a:pt x="203" y="103"/>
                </a:lnTo>
                <a:lnTo>
                  <a:pt x="216" y="94"/>
                </a:lnTo>
                <a:lnTo>
                  <a:pt x="230" y="85"/>
                </a:lnTo>
                <a:lnTo>
                  <a:pt x="245" y="77"/>
                </a:lnTo>
                <a:lnTo>
                  <a:pt x="259" y="70"/>
                </a:lnTo>
                <a:lnTo>
                  <a:pt x="274" y="62"/>
                </a:lnTo>
                <a:lnTo>
                  <a:pt x="289" y="55"/>
                </a:lnTo>
                <a:lnTo>
                  <a:pt x="305" y="49"/>
                </a:lnTo>
                <a:lnTo>
                  <a:pt x="321" y="43"/>
                </a:lnTo>
                <a:lnTo>
                  <a:pt x="337" y="37"/>
                </a:lnTo>
                <a:lnTo>
                  <a:pt x="353" y="31"/>
                </a:lnTo>
                <a:lnTo>
                  <a:pt x="369" y="26"/>
                </a:lnTo>
                <a:lnTo>
                  <a:pt x="386" y="22"/>
                </a:lnTo>
                <a:lnTo>
                  <a:pt x="403" y="18"/>
                </a:lnTo>
                <a:lnTo>
                  <a:pt x="420" y="14"/>
                </a:lnTo>
                <a:lnTo>
                  <a:pt x="437" y="11"/>
                </a:lnTo>
                <a:lnTo>
                  <a:pt x="454" y="8"/>
                </a:lnTo>
                <a:lnTo>
                  <a:pt x="471" y="5"/>
                </a:lnTo>
                <a:lnTo>
                  <a:pt x="488" y="3"/>
                </a:lnTo>
                <a:lnTo>
                  <a:pt x="506" y="2"/>
                </a:lnTo>
                <a:lnTo>
                  <a:pt x="523" y="1"/>
                </a:lnTo>
                <a:lnTo>
                  <a:pt x="541" y="0"/>
                </a:lnTo>
                <a:lnTo>
                  <a:pt x="558" y="0"/>
                </a:lnTo>
                <a:lnTo>
                  <a:pt x="576" y="0"/>
                </a:lnTo>
                <a:lnTo>
                  <a:pt x="593" y="1"/>
                </a:lnTo>
                <a:lnTo>
                  <a:pt x="611" y="2"/>
                </a:lnTo>
                <a:lnTo>
                  <a:pt x="628" y="3"/>
                </a:lnTo>
                <a:lnTo>
                  <a:pt x="646" y="5"/>
                </a:lnTo>
                <a:lnTo>
                  <a:pt x="663" y="8"/>
                </a:lnTo>
                <a:lnTo>
                  <a:pt x="680" y="11"/>
                </a:lnTo>
                <a:lnTo>
                  <a:pt x="697" y="14"/>
                </a:lnTo>
                <a:lnTo>
                  <a:pt x="714" y="18"/>
                </a:lnTo>
                <a:lnTo>
                  <a:pt x="731" y="22"/>
                </a:lnTo>
                <a:lnTo>
                  <a:pt x="747" y="26"/>
                </a:lnTo>
                <a:lnTo>
                  <a:pt x="764" y="31"/>
                </a:lnTo>
                <a:lnTo>
                  <a:pt x="780" y="37"/>
                </a:lnTo>
                <a:lnTo>
                  <a:pt x="796" y="43"/>
                </a:lnTo>
                <a:lnTo>
                  <a:pt x="812" y="49"/>
                </a:lnTo>
                <a:lnTo>
                  <a:pt x="827" y="55"/>
                </a:lnTo>
                <a:lnTo>
                  <a:pt x="843" y="62"/>
                </a:lnTo>
                <a:lnTo>
                  <a:pt x="857" y="70"/>
                </a:lnTo>
                <a:lnTo>
                  <a:pt x="872" y="77"/>
                </a:lnTo>
                <a:lnTo>
                  <a:pt x="886" y="85"/>
                </a:lnTo>
                <a:lnTo>
                  <a:pt x="901" y="94"/>
                </a:lnTo>
                <a:lnTo>
                  <a:pt x="914" y="103"/>
                </a:lnTo>
                <a:lnTo>
                  <a:pt x="928" y="112"/>
                </a:lnTo>
                <a:lnTo>
                  <a:pt x="941" y="121"/>
                </a:lnTo>
                <a:lnTo>
                  <a:pt x="953" y="131"/>
                </a:lnTo>
                <a:lnTo>
                  <a:pt x="965" y="141"/>
                </a:lnTo>
                <a:lnTo>
                  <a:pt x="977" y="152"/>
                </a:lnTo>
                <a:lnTo>
                  <a:pt x="989" y="162"/>
                </a:lnTo>
                <a:lnTo>
                  <a:pt x="1000" y="173"/>
                </a:lnTo>
                <a:lnTo>
                  <a:pt x="1011" y="185"/>
                </a:lnTo>
                <a:lnTo>
                  <a:pt x="1021" y="196"/>
                </a:lnTo>
                <a:lnTo>
                  <a:pt x="1031" y="208"/>
                </a:lnTo>
                <a:lnTo>
                  <a:pt x="1040" y="220"/>
                </a:lnTo>
                <a:lnTo>
                  <a:pt x="1049" y="232"/>
                </a:lnTo>
                <a:lnTo>
                  <a:pt x="1057" y="245"/>
                </a:lnTo>
                <a:lnTo>
                  <a:pt x="1064" y="258"/>
                </a:lnTo>
                <a:lnTo>
                  <a:pt x="1072" y="271"/>
                </a:lnTo>
                <a:lnTo>
                  <a:pt x="1078" y="284"/>
                </a:lnTo>
                <a:lnTo>
                  <a:pt x="1085" y="297"/>
                </a:lnTo>
                <a:lnTo>
                  <a:pt x="1090" y="311"/>
                </a:lnTo>
                <a:lnTo>
                  <a:pt x="1095" y="324"/>
                </a:lnTo>
                <a:lnTo>
                  <a:pt x="1100" y="338"/>
                </a:lnTo>
                <a:lnTo>
                  <a:pt x="1104" y="351"/>
                </a:lnTo>
                <a:lnTo>
                  <a:pt x="1108" y="365"/>
                </a:lnTo>
                <a:lnTo>
                  <a:pt x="1111" y="379"/>
                </a:lnTo>
                <a:lnTo>
                  <a:pt x="1113" y="393"/>
                </a:lnTo>
                <a:lnTo>
                  <a:pt x="1115" y="407"/>
                </a:lnTo>
                <a:lnTo>
                  <a:pt x="1117" y="421"/>
                </a:lnTo>
                <a:lnTo>
                  <a:pt x="1117" y="435"/>
                </a:lnTo>
                <a:lnTo>
                  <a:pt x="1118" y="449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6" name=""/>
          <p:cNvSpPr/>
          <p:nvPr/>
        </p:nvSpPr>
        <p:spPr>
          <a:xfrm>
            <a:off x="2657880" y="1683360"/>
            <a:ext cx="403920" cy="324360"/>
          </a:xfrm>
          <a:custGeom>
            <a:avLst/>
            <a:gdLst/>
            <a:ahLst/>
            <a:rect l="0" t="0" r="r" b="b"/>
            <a:pathLst>
              <a:path w="1122" h="901">
                <a:moveTo>
                  <a:pt x="1120" y="451"/>
                </a:moveTo>
                <a:lnTo>
                  <a:pt x="1119" y="437"/>
                </a:lnTo>
                <a:lnTo>
                  <a:pt x="1119" y="423"/>
                </a:lnTo>
                <a:lnTo>
                  <a:pt x="1117" y="409"/>
                </a:lnTo>
                <a:lnTo>
                  <a:pt x="1115" y="395"/>
                </a:lnTo>
                <a:lnTo>
                  <a:pt x="1113" y="381"/>
                </a:lnTo>
                <a:lnTo>
                  <a:pt x="1110" y="367"/>
                </a:lnTo>
                <a:lnTo>
                  <a:pt x="1106" y="353"/>
                </a:lnTo>
                <a:lnTo>
                  <a:pt x="1102" y="340"/>
                </a:lnTo>
                <a:lnTo>
                  <a:pt x="1097" y="326"/>
                </a:lnTo>
                <a:lnTo>
                  <a:pt x="1092" y="313"/>
                </a:lnTo>
                <a:lnTo>
                  <a:pt x="1087" y="299"/>
                </a:lnTo>
                <a:lnTo>
                  <a:pt x="1080" y="286"/>
                </a:lnTo>
                <a:lnTo>
                  <a:pt x="1074" y="272"/>
                </a:lnTo>
                <a:lnTo>
                  <a:pt x="1066" y="259"/>
                </a:lnTo>
                <a:lnTo>
                  <a:pt x="1059" y="247"/>
                </a:lnTo>
                <a:lnTo>
                  <a:pt x="1051" y="234"/>
                </a:lnTo>
                <a:lnTo>
                  <a:pt x="1042" y="222"/>
                </a:lnTo>
                <a:lnTo>
                  <a:pt x="1033" y="210"/>
                </a:lnTo>
                <a:lnTo>
                  <a:pt x="1022" y="198"/>
                </a:lnTo>
                <a:lnTo>
                  <a:pt x="1012" y="187"/>
                </a:lnTo>
                <a:lnTo>
                  <a:pt x="1001" y="175"/>
                </a:lnTo>
                <a:lnTo>
                  <a:pt x="990" y="164"/>
                </a:lnTo>
                <a:lnTo>
                  <a:pt x="979" y="154"/>
                </a:lnTo>
                <a:lnTo>
                  <a:pt x="967" y="143"/>
                </a:lnTo>
                <a:lnTo>
                  <a:pt x="955" y="133"/>
                </a:lnTo>
                <a:lnTo>
                  <a:pt x="943" y="123"/>
                </a:lnTo>
                <a:lnTo>
                  <a:pt x="930" y="114"/>
                </a:lnTo>
                <a:lnTo>
                  <a:pt x="916" y="105"/>
                </a:lnTo>
                <a:lnTo>
                  <a:pt x="903" y="96"/>
                </a:lnTo>
                <a:lnTo>
                  <a:pt x="888" y="87"/>
                </a:lnTo>
                <a:lnTo>
                  <a:pt x="874" y="79"/>
                </a:lnTo>
                <a:lnTo>
                  <a:pt x="859" y="72"/>
                </a:lnTo>
                <a:lnTo>
                  <a:pt x="845" y="64"/>
                </a:lnTo>
                <a:lnTo>
                  <a:pt x="829" y="57"/>
                </a:lnTo>
                <a:lnTo>
                  <a:pt x="814" y="51"/>
                </a:lnTo>
                <a:lnTo>
                  <a:pt x="798" y="45"/>
                </a:lnTo>
                <a:lnTo>
                  <a:pt x="782" y="39"/>
                </a:lnTo>
                <a:lnTo>
                  <a:pt x="766" y="33"/>
                </a:lnTo>
                <a:lnTo>
                  <a:pt x="749" y="28"/>
                </a:lnTo>
                <a:lnTo>
                  <a:pt x="733" y="24"/>
                </a:lnTo>
                <a:lnTo>
                  <a:pt x="716" y="20"/>
                </a:lnTo>
                <a:lnTo>
                  <a:pt x="699" y="16"/>
                </a:lnTo>
                <a:lnTo>
                  <a:pt x="682" y="13"/>
                </a:lnTo>
                <a:lnTo>
                  <a:pt x="665" y="10"/>
                </a:lnTo>
                <a:lnTo>
                  <a:pt x="648" y="7"/>
                </a:lnTo>
                <a:lnTo>
                  <a:pt x="630" y="5"/>
                </a:lnTo>
                <a:lnTo>
                  <a:pt x="613" y="4"/>
                </a:lnTo>
                <a:lnTo>
                  <a:pt x="595" y="3"/>
                </a:lnTo>
                <a:lnTo>
                  <a:pt x="578" y="2"/>
                </a:lnTo>
                <a:lnTo>
                  <a:pt x="560" y="2"/>
                </a:lnTo>
                <a:lnTo>
                  <a:pt x="543" y="2"/>
                </a:lnTo>
                <a:lnTo>
                  <a:pt x="525" y="3"/>
                </a:lnTo>
                <a:lnTo>
                  <a:pt x="508" y="4"/>
                </a:lnTo>
                <a:lnTo>
                  <a:pt x="490" y="5"/>
                </a:lnTo>
                <a:lnTo>
                  <a:pt x="473" y="7"/>
                </a:lnTo>
                <a:lnTo>
                  <a:pt x="456" y="10"/>
                </a:lnTo>
                <a:lnTo>
                  <a:pt x="439" y="13"/>
                </a:lnTo>
                <a:lnTo>
                  <a:pt x="422" y="16"/>
                </a:lnTo>
                <a:lnTo>
                  <a:pt x="405" y="20"/>
                </a:lnTo>
                <a:lnTo>
                  <a:pt x="388" y="24"/>
                </a:lnTo>
                <a:lnTo>
                  <a:pt x="371" y="28"/>
                </a:lnTo>
                <a:lnTo>
                  <a:pt x="355" y="33"/>
                </a:lnTo>
                <a:lnTo>
                  <a:pt x="339" y="39"/>
                </a:lnTo>
                <a:lnTo>
                  <a:pt x="323" y="45"/>
                </a:lnTo>
                <a:lnTo>
                  <a:pt x="307" y="51"/>
                </a:lnTo>
                <a:lnTo>
                  <a:pt x="291" y="57"/>
                </a:lnTo>
                <a:lnTo>
                  <a:pt x="276" y="64"/>
                </a:lnTo>
                <a:lnTo>
                  <a:pt x="261" y="72"/>
                </a:lnTo>
                <a:lnTo>
                  <a:pt x="247" y="79"/>
                </a:lnTo>
                <a:lnTo>
                  <a:pt x="232" y="87"/>
                </a:lnTo>
                <a:lnTo>
                  <a:pt x="218" y="96"/>
                </a:lnTo>
                <a:lnTo>
                  <a:pt x="205" y="105"/>
                </a:lnTo>
                <a:lnTo>
                  <a:pt x="191" y="114"/>
                </a:lnTo>
                <a:lnTo>
                  <a:pt x="178" y="123"/>
                </a:lnTo>
                <a:lnTo>
                  <a:pt x="166" y="133"/>
                </a:lnTo>
                <a:lnTo>
                  <a:pt x="153" y="143"/>
                </a:lnTo>
                <a:lnTo>
                  <a:pt x="142" y="154"/>
                </a:lnTo>
                <a:lnTo>
                  <a:pt x="130" y="164"/>
                </a:lnTo>
                <a:lnTo>
                  <a:pt x="119" y="175"/>
                </a:lnTo>
                <a:lnTo>
                  <a:pt x="109" y="187"/>
                </a:lnTo>
                <a:lnTo>
                  <a:pt x="99" y="198"/>
                </a:lnTo>
                <a:lnTo>
                  <a:pt x="89" y="210"/>
                </a:lnTo>
                <a:lnTo>
                  <a:pt x="80" y="222"/>
                </a:lnTo>
                <a:lnTo>
                  <a:pt x="71" y="234"/>
                </a:lnTo>
                <a:lnTo>
                  <a:pt x="63" y="247"/>
                </a:lnTo>
                <a:lnTo>
                  <a:pt x="55" y="259"/>
                </a:lnTo>
                <a:lnTo>
                  <a:pt x="48" y="272"/>
                </a:lnTo>
                <a:lnTo>
                  <a:pt x="41" y="286"/>
                </a:lnTo>
                <a:lnTo>
                  <a:pt x="35" y="299"/>
                </a:lnTo>
                <a:lnTo>
                  <a:pt x="29" y="313"/>
                </a:lnTo>
                <a:lnTo>
                  <a:pt x="24" y="326"/>
                </a:lnTo>
                <a:lnTo>
                  <a:pt x="20" y="340"/>
                </a:lnTo>
                <a:lnTo>
                  <a:pt x="16" y="353"/>
                </a:lnTo>
                <a:lnTo>
                  <a:pt x="12" y="367"/>
                </a:lnTo>
                <a:lnTo>
                  <a:pt x="9" y="381"/>
                </a:lnTo>
                <a:lnTo>
                  <a:pt x="6" y="395"/>
                </a:lnTo>
                <a:lnTo>
                  <a:pt x="5" y="409"/>
                </a:lnTo>
                <a:lnTo>
                  <a:pt x="3" y="423"/>
                </a:lnTo>
                <a:lnTo>
                  <a:pt x="2" y="437"/>
                </a:lnTo>
                <a:lnTo>
                  <a:pt x="2" y="451"/>
                </a:lnTo>
                <a:lnTo>
                  <a:pt x="2" y="465"/>
                </a:lnTo>
                <a:lnTo>
                  <a:pt x="3" y="479"/>
                </a:lnTo>
                <a:lnTo>
                  <a:pt x="5" y="493"/>
                </a:lnTo>
                <a:lnTo>
                  <a:pt x="6" y="507"/>
                </a:lnTo>
                <a:lnTo>
                  <a:pt x="9" y="521"/>
                </a:lnTo>
                <a:lnTo>
                  <a:pt x="12" y="535"/>
                </a:lnTo>
                <a:lnTo>
                  <a:pt x="16" y="549"/>
                </a:lnTo>
                <a:lnTo>
                  <a:pt x="20" y="563"/>
                </a:lnTo>
                <a:lnTo>
                  <a:pt x="24" y="576"/>
                </a:lnTo>
                <a:lnTo>
                  <a:pt x="29" y="590"/>
                </a:lnTo>
                <a:lnTo>
                  <a:pt x="35" y="603"/>
                </a:lnTo>
                <a:lnTo>
                  <a:pt x="41" y="616"/>
                </a:lnTo>
                <a:lnTo>
                  <a:pt x="48" y="629"/>
                </a:lnTo>
                <a:lnTo>
                  <a:pt x="55" y="642"/>
                </a:lnTo>
                <a:lnTo>
                  <a:pt x="63" y="655"/>
                </a:lnTo>
                <a:lnTo>
                  <a:pt x="71" y="667"/>
                </a:lnTo>
                <a:lnTo>
                  <a:pt x="80" y="679"/>
                </a:lnTo>
                <a:lnTo>
                  <a:pt x="89" y="691"/>
                </a:lnTo>
                <a:lnTo>
                  <a:pt x="99" y="703"/>
                </a:lnTo>
                <a:lnTo>
                  <a:pt x="109" y="715"/>
                </a:lnTo>
                <a:lnTo>
                  <a:pt x="119" y="726"/>
                </a:lnTo>
                <a:lnTo>
                  <a:pt x="130" y="737"/>
                </a:lnTo>
                <a:lnTo>
                  <a:pt x="142" y="747"/>
                </a:lnTo>
                <a:lnTo>
                  <a:pt x="153" y="758"/>
                </a:lnTo>
                <a:lnTo>
                  <a:pt x="166" y="768"/>
                </a:lnTo>
                <a:lnTo>
                  <a:pt x="178" y="778"/>
                </a:lnTo>
                <a:lnTo>
                  <a:pt x="191" y="787"/>
                </a:lnTo>
                <a:lnTo>
                  <a:pt x="205" y="796"/>
                </a:lnTo>
                <a:lnTo>
                  <a:pt x="218" y="805"/>
                </a:lnTo>
                <a:lnTo>
                  <a:pt x="232" y="814"/>
                </a:lnTo>
                <a:lnTo>
                  <a:pt x="247" y="822"/>
                </a:lnTo>
                <a:lnTo>
                  <a:pt x="261" y="829"/>
                </a:lnTo>
                <a:lnTo>
                  <a:pt x="276" y="837"/>
                </a:lnTo>
                <a:lnTo>
                  <a:pt x="291" y="844"/>
                </a:lnTo>
                <a:lnTo>
                  <a:pt x="307" y="850"/>
                </a:lnTo>
                <a:lnTo>
                  <a:pt x="323" y="857"/>
                </a:lnTo>
                <a:lnTo>
                  <a:pt x="339" y="862"/>
                </a:lnTo>
                <a:lnTo>
                  <a:pt x="355" y="868"/>
                </a:lnTo>
                <a:lnTo>
                  <a:pt x="371" y="873"/>
                </a:lnTo>
                <a:lnTo>
                  <a:pt x="388" y="877"/>
                </a:lnTo>
                <a:lnTo>
                  <a:pt x="405" y="881"/>
                </a:lnTo>
                <a:lnTo>
                  <a:pt x="422" y="885"/>
                </a:lnTo>
                <a:lnTo>
                  <a:pt x="439" y="888"/>
                </a:lnTo>
                <a:lnTo>
                  <a:pt x="456" y="891"/>
                </a:lnTo>
                <a:lnTo>
                  <a:pt x="473" y="894"/>
                </a:lnTo>
                <a:lnTo>
                  <a:pt x="490" y="896"/>
                </a:lnTo>
                <a:lnTo>
                  <a:pt x="508" y="897"/>
                </a:lnTo>
                <a:lnTo>
                  <a:pt x="525" y="898"/>
                </a:lnTo>
                <a:lnTo>
                  <a:pt x="543" y="899"/>
                </a:lnTo>
                <a:lnTo>
                  <a:pt x="560" y="899"/>
                </a:lnTo>
                <a:lnTo>
                  <a:pt x="578" y="899"/>
                </a:lnTo>
                <a:lnTo>
                  <a:pt x="595" y="898"/>
                </a:lnTo>
                <a:lnTo>
                  <a:pt x="613" y="897"/>
                </a:lnTo>
                <a:lnTo>
                  <a:pt x="630" y="896"/>
                </a:lnTo>
                <a:lnTo>
                  <a:pt x="648" y="894"/>
                </a:lnTo>
                <a:lnTo>
                  <a:pt x="665" y="891"/>
                </a:lnTo>
                <a:lnTo>
                  <a:pt x="682" y="888"/>
                </a:lnTo>
                <a:lnTo>
                  <a:pt x="699" y="885"/>
                </a:lnTo>
                <a:lnTo>
                  <a:pt x="716" y="881"/>
                </a:lnTo>
                <a:lnTo>
                  <a:pt x="733" y="877"/>
                </a:lnTo>
                <a:lnTo>
                  <a:pt x="749" y="873"/>
                </a:lnTo>
                <a:lnTo>
                  <a:pt x="766" y="868"/>
                </a:lnTo>
                <a:lnTo>
                  <a:pt x="782" y="862"/>
                </a:lnTo>
                <a:lnTo>
                  <a:pt x="798" y="857"/>
                </a:lnTo>
                <a:lnTo>
                  <a:pt x="814" y="850"/>
                </a:lnTo>
                <a:lnTo>
                  <a:pt x="829" y="844"/>
                </a:lnTo>
                <a:lnTo>
                  <a:pt x="845" y="837"/>
                </a:lnTo>
                <a:lnTo>
                  <a:pt x="859" y="829"/>
                </a:lnTo>
                <a:lnTo>
                  <a:pt x="874" y="822"/>
                </a:lnTo>
                <a:lnTo>
                  <a:pt x="888" y="814"/>
                </a:lnTo>
                <a:lnTo>
                  <a:pt x="903" y="805"/>
                </a:lnTo>
                <a:lnTo>
                  <a:pt x="916" y="796"/>
                </a:lnTo>
                <a:lnTo>
                  <a:pt x="930" y="787"/>
                </a:lnTo>
                <a:lnTo>
                  <a:pt x="943" y="778"/>
                </a:lnTo>
                <a:lnTo>
                  <a:pt x="955" y="768"/>
                </a:lnTo>
                <a:lnTo>
                  <a:pt x="967" y="758"/>
                </a:lnTo>
                <a:lnTo>
                  <a:pt x="979" y="747"/>
                </a:lnTo>
                <a:lnTo>
                  <a:pt x="990" y="737"/>
                </a:lnTo>
                <a:lnTo>
                  <a:pt x="1001" y="726"/>
                </a:lnTo>
                <a:lnTo>
                  <a:pt x="1012" y="715"/>
                </a:lnTo>
                <a:lnTo>
                  <a:pt x="1022" y="703"/>
                </a:lnTo>
                <a:lnTo>
                  <a:pt x="1033" y="691"/>
                </a:lnTo>
                <a:lnTo>
                  <a:pt x="1042" y="679"/>
                </a:lnTo>
                <a:lnTo>
                  <a:pt x="1051" y="667"/>
                </a:lnTo>
                <a:lnTo>
                  <a:pt x="1059" y="655"/>
                </a:lnTo>
                <a:lnTo>
                  <a:pt x="1066" y="642"/>
                </a:lnTo>
                <a:lnTo>
                  <a:pt x="1074" y="629"/>
                </a:lnTo>
                <a:lnTo>
                  <a:pt x="1080" y="616"/>
                </a:lnTo>
                <a:lnTo>
                  <a:pt x="1087" y="603"/>
                </a:lnTo>
                <a:lnTo>
                  <a:pt x="1092" y="590"/>
                </a:lnTo>
                <a:lnTo>
                  <a:pt x="1097" y="576"/>
                </a:lnTo>
                <a:lnTo>
                  <a:pt x="1102" y="563"/>
                </a:lnTo>
                <a:lnTo>
                  <a:pt x="1106" y="549"/>
                </a:lnTo>
                <a:lnTo>
                  <a:pt x="1110" y="535"/>
                </a:lnTo>
                <a:lnTo>
                  <a:pt x="1113" y="521"/>
                </a:lnTo>
                <a:lnTo>
                  <a:pt x="1115" y="507"/>
                </a:lnTo>
                <a:lnTo>
                  <a:pt x="1117" y="493"/>
                </a:lnTo>
                <a:lnTo>
                  <a:pt x="1119" y="479"/>
                </a:lnTo>
                <a:lnTo>
                  <a:pt x="1119" y="465"/>
                </a:lnTo>
                <a:lnTo>
                  <a:pt x="1120" y="451"/>
                </a:lnTo>
                <a:moveTo>
                  <a:pt x="1122" y="451"/>
                </a:moveTo>
                <a:lnTo>
                  <a:pt x="1122" y="465"/>
                </a:lnTo>
                <a:lnTo>
                  <a:pt x="1121" y="479"/>
                </a:lnTo>
                <a:lnTo>
                  <a:pt x="1119" y="493"/>
                </a:lnTo>
                <a:lnTo>
                  <a:pt x="1117" y="507"/>
                </a:lnTo>
                <a:lnTo>
                  <a:pt x="1115" y="521"/>
                </a:lnTo>
                <a:lnTo>
                  <a:pt x="1112" y="535"/>
                </a:lnTo>
                <a:lnTo>
                  <a:pt x="1108" y="549"/>
                </a:lnTo>
                <a:lnTo>
                  <a:pt x="1104" y="563"/>
                </a:lnTo>
                <a:lnTo>
                  <a:pt x="1100" y="577"/>
                </a:lnTo>
                <a:lnTo>
                  <a:pt x="1094" y="590"/>
                </a:lnTo>
                <a:lnTo>
                  <a:pt x="1089" y="604"/>
                </a:lnTo>
                <a:lnTo>
                  <a:pt x="1083" y="617"/>
                </a:lnTo>
                <a:lnTo>
                  <a:pt x="1076" y="630"/>
                </a:lnTo>
                <a:lnTo>
                  <a:pt x="1069" y="643"/>
                </a:lnTo>
                <a:lnTo>
                  <a:pt x="1061" y="655"/>
                </a:lnTo>
                <a:lnTo>
                  <a:pt x="1053" y="668"/>
                </a:lnTo>
                <a:lnTo>
                  <a:pt x="1044" y="680"/>
                </a:lnTo>
                <a:lnTo>
                  <a:pt x="1035" y="692"/>
                </a:lnTo>
                <a:lnTo>
                  <a:pt x="1024" y="704"/>
                </a:lnTo>
                <a:lnTo>
                  <a:pt x="1014" y="716"/>
                </a:lnTo>
                <a:lnTo>
                  <a:pt x="1003" y="727"/>
                </a:lnTo>
                <a:lnTo>
                  <a:pt x="992" y="738"/>
                </a:lnTo>
                <a:lnTo>
                  <a:pt x="981" y="749"/>
                </a:lnTo>
                <a:lnTo>
                  <a:pt x="969" y="759"/>
                </a:lnTo>
                <a:lnTo>
                  <a:pt x="957" y="769"/>
                </a:lnTo>
                <a:lnTo>
                  <a:pt x="944" y="779"/>
                </a:lnTo>
                <a:lnTo>
                  <a:pt x="931" y="789"/>
                </a:lnTo>
                <a:lnTo>
                  <a:pt x="918" y="798"/>
                </a:lnTo>
                <a:lnTo>
                  <a:pt x="904" y="807"/>
                </a:lnTo>
                <a:lnTo>
                  <a:pt x="890" y="815"/>
                </a:lnTo>
                <a:lnTo>
                  <a:pt x="875" y="823"/>
                </a:lnTo>
                <a:lnTo>
                  <a:pt x="861" y="831"/>
                </a:lnTo>
                <a:lnTo>
                  <a:pt x="846" y="838"/>
                </a:lnTo>
                <a:lnTo>
                  <a:pt x="830" y="845"/>
                </a:lnTo>
                <a:lnTo>
                  <a:pt x="815" y="852"/>
                </a:lnTo>
                <a:lnTo>
                  <a:pt x="799" y="858"/>
                </a:lnTo>
                <a:lnTo>
                  <a:pt x="783" y="864"/>
                </a:lnTo>
                <a:lnTo>
                  <a:pt x="767" y="870"/>
                </a:lnTo>
                <a:lnTo>
                  <a:pt x="750" y="875"/>
                </a:lnTo>
                <a:lnTo>
                  <a:pt x="734" y="879"/>
                </a:lnTo>
                <a:lnTo>
                  <a:pt x="717" y="883"/>
                </a:lnTo>
                <a:lnTo>
                  <a:pt x="700" y="887"/>
                </a:lnTo>
                <a:lnTo>
                  <a:pt x="683" y="890"/>
                </a:lnTo>
                <a:lnTo>
                  <a:pt x="665" y="893"/>
                </a:lnTo>
                <a:lnTo>
                  <a:pt x="648" y="896"/>
                </a:lnTo>
                <a:lnTo>
                  <a:pt x="631" y="898"/>
                </a:lnTo>
                <a:lnTo>
                  <a:pt x="613" y="899"/>
                </a:lnTo>
                <a:lnTo>
                  <a:pt x="596" y="900"/>
                </a:lnTo>
                <a:lnTo>
                  <a:pt x="578" y="901"/>
                </a:lnTo>
                <a:lnTo>
                  <a:pt x="560" y="901"/>
                </a:lnTo>
                <a:lnTo>
                  <a:pt x="543" y="901"/>
                </a:lnTo>
                <a:lnTo>
                  <a:pt x="525" y="900"/>
                </a:lnTo>
                <a:lnTo>
                  <a:pt x="508" y="899"/>
                </a:lnTo>
                <a:lnTo>
                  <a:pt x="490" y="898"/>
                </a:lnTo>
                <a:lnTo>
                  <a:pt x="473" y="896"/>
                </a:lnTo>
                <a:lnTo>
                  <a:pt x="455" y="893"/>
                </a:lnTo>
                <a:lnTo>
                  <a:pt x="438" y="890"/>
                </a:lnTo>
                <a:lnTo>
                  <a:pt x="421" y="887"/>
                </a:lnTo>
                <a:lnTo>
                  <a:pt x="404" y="883"/>
                </a:lnTo>
                <a:lnTo>
                  <a:pt x="387" y="879"/>
                </a:lnTo>
                <a:lnTo>
                  <a:pt x="370" y="875"/>
                </a:lnTo>
                <a:lnTo>
                  <a:pt x="354" y="870"/>
                </a:lnTo>
                <a:lnTo>
                  <a:pt x="338" y="864"/>
                </a:lnTo>
                <a:lnTo>
                  <a:pt x="322" y="858"/>
                </a:lnTo>
                <a:lnTo>
                  <a:pt x="306" y="852"/>
                </a:lnTo>
                <a:lnTo>
                  <a:pt x="290" y="845"/>
                </a:lnTo>
                <a:lnTo>
                  <a:pt x="275" y="838"/>
                </a:lnTo>
                <a:lnTo>
                  <a:pt x="260" y="831"/>
                </a:lnTo>
                <a:lnTo>
                  <a:pt x="245" y="823"/>
                </a:lnTo>
                <a:lnTo>
                  <a:pt x="231" y="815"/>
                </a:lnTo>
                <a:lnTo>
                  <a:pt x="217" y="807"/>
                </a:lnTo>
                <a:lnTo>
                  <a:pt x="203" y="798"/>
                </a:lnTo>
                <a:lnTo>
                  <a:pt x="190" y="789"/>
                </a:lnTo>
                <a:lnTo>
                  <a:pt x="177" y="779"/>
                </a:lnTo>
                <a:lnTo>
                  <a:pt x="164" y="769"/>
                </a:lnTo>
                <a:lnTo>
                  <a:pt x="152" y="759"/>
                </a:lnTo>
                <a:lnTo>
                  <a:pt x="140" y="749"/>
                </a:lnTo>
                <a:lnTo>
                  <a:pt x="128" y="738"/>
                </a:lnTo>
                <a:lnTo>
                  <a:pt x="117" y="727"/>
                </a:lnTo>
                <a:lnTo>
                  <a:pt x="107" y="716"/>
                </a:lnTo>
                <a:lnTo>
                  <a:pt x="97" y="704"/>
                </a:lnTo>
                <a:lnTo>
                  <a:pt x="87" y="692"/>
                </a:lnTo>
                <a:lnTo>
                  <a:pt x="78" y="680"/>
                </a:lnTo>
                <a:lnTo>
                  <a:pt x="69" y="668"/>
                </a:lnTo>
                <a:lnTo>
                  <a:pt x="61" y="655"/>
                </a:lnTo>
                <a:lnTo>
                  <a:pt x="53" y="643"/>
                </a:lnTo>
                <a:lnTo>
                  <a:pt x="46" y="630"/>
                </a:lnTo>
                <a:lnTo>
                  <a:pt x="39" y="617"/>
                </a:lnTo>
                <a:lnTo>
                  <a:pt x="33" y="604"/>
                </a:lnTo>
                <a:lnTo>
                  <a:pt x="27" y="590"/>
                </a:lnTo>
                <a:lnTo>
                  <a:pt x="22" y="577"/>
                </a:lnTo>
                <a:lnTo>
                  <a:pt x="17" y="563"/>
                </a:lnTo>
                <a:lnTo>
                  <a:pt x="13" y="549"/>
                </a:lnTo>
                <a:lnTo>
                  <a:pt x="10" y="535"/>
                </a:lnTo>
                <a:lnTo>
                  <a:pt x="7" y="521"/>
                </a:lnTo>
                <a:lnTo>
                  <a:pt x="4" y="507"/>
                </a:lnTo>
                <a:lnTo>
                  <a:pt x="2" y="493"/>
                </a:lnTo>
                <a:lnTo>
                  <a:pt x="1" y="479"/>
                </a:lnTo>
                <a:lnTo>
                  <a:pt x="0" y="465"/>
                </a:lnTo>
                <a:lnTo>
                  <a:pt x="0" y="451"/>
                </a:lnTo>
                <a:lnTo>
                  <a:pt x="0" y="437"/>
                </a:lnTo>
                <a:lnTo>
                  <a:pt x="1" y="423"/>
                </a:lnTo>
                <a:lnTo>
                  <a:pt x="2" y="409"/>
                </a:lnTo>
                <a:lnTo>
                  <a:pt x="4" y="395"/>
                </a:lnTo>
                <a:lnTo>
                  <a:pt x="7" y="381"/>
                </a:lnTo>
                <a:lnTo>
                  <a:pt x="10" y="367"/>
                </a:lnTo>
                <a:lnTo>
                  <a:pt x="13" y="353"/>
                </a:lnTo>
                <a:lnTo>
                  <a:pt x="17" y="339"/>
                </a:lnTo>
                <a:lnTo>
                  <a:pt x="22" y="326"/>
                </a:lnTo>
                <a:lnTo>
                  <a:pt x="27" y="312"/>
                </a:lnTo>
                <a:lnTo>
                  <a:pt x="33" y="299"/>
                </a:lnTo>
                <a:lnTo>
                  <a:pt x="39" y="285"/>
                </a:lnTo>
                <a:lnTo>
                  <a:pt x="46" y="271"/>
                </a:lnTo>
                <a:lnTo>
                  <a:pt x="53" y="258"/>
                </a:lnTo>
                <a:lnTo>
                  <a:pt x="61" y="246"/>
                </a:lnTo>
                <a:lnTo>
                  <a:pt x="69" y="233"/>
                </a:lnTo>
                <a:lnTo>
                  <a:pt x="78" y="221"/>
                </a:lnTo>
                <a:lnTo>
                  <a:pt x="87" y="209"/>
                </a:lnTo>
                <a:lnTo>
                  <a:pt x="97" y="197"/>
                </a:lnTo>
                <a:lnTo>
                  <a:pt x="107" y="186"/>
                </a:lnTo>
                <a:lnTo>
                  <a:pt x="117" y="174"/>
                </a:lnTo>
                <a:lnTo>
                  <a:pt x="128" y="163"/>
                </a:lnTo>
                <a:lnTo>
                  <a:pt x="140" y="152"/>
                </a:lnTo>
                <a:lnTo>
                  <a:pt x="152" y="142"/>
                </a:lnTo>
                <a:lnTo>
                  <a:pt x="164" y="132"/>
                </a:lnTo>
                <a:lnTo>
                  <a:pt x="177" y="122"/>
                </a:lnTo>
                <a:lnTo>
                  <a:pt x="190" y="112"/>
                </a:lnTo>
                <a:lnTo>
                  <a:pt x="203" y="103"/>
                </a:lnTo>
                <a:lnTo>
                  <a:pt x="217" y="94"/>
                </a:lnTo>
                <a:lnTo>
                  <a:pt x="231" y="86"/>
                </a:lnTo>
                <a:lnTo>
                  <a:pt x="245" y="78"/>
                </a:lnTo>
                <a:lnTo>
                  <a:pt x="260" y="70"/>
                </a:lnTo>
                <a:lnTo>
                  <a:pt x="275" y="63"/>
                </a:lnTo>
                <a:lnTo>
                  <a:pt x="290" y="56"/>
                </a:lnTo>
                <a:lnTo>
                  <a:pt x="306" y="49"/>
                </a:lnTo>
                <a:lnTo>
                  <a:pt x="322" y="43"/>
                </a:lnTo>
                <a:lnTo>
                  <a:pt x="338" y="37"/>
                </a:lnTo>
                <a:lnTo>
                  <a:pt x="354" y="32"/>
                </a:lnTo>
                <a:lnTo>
                  <a:pt x="370" y="27"/>
                </a:lnTo>
                <a:lnTo>
                  <a:pt x="387" y="22"/>
                </a:lnTo>
                <a:lnTo>
                  <a:pt x="404" y="18"/>
                </a:lnTo>
                <a:lnTo>
                  <a:pt x="421" y="14"/>
                </a:lnTo>
                <a:lnTo>
                  <a:pt x="438" y="11"/>
                </a:lnTo>
                <a:lnTo>
                  <a:pt x="455" y="8"/>
                </a:lnTo>
                <a:lnTo>
                  <a:pt x="473" y="6"/>
                </a:lnTo>
                <a:lnTo>
                  <a:pt x="490" y="4"/>
                </a:lnTo>
                <a:lnTo>
                  <a:pt x="508" y="2"/>
                </a:lnTo>
                <a:lnTo>
                  <a:pt x="525" y="1"/>
                </a:lnTo>
                <a:lnTo>
                  <a:pt x="543" y="0"/>
                </a:lnTo>
                <a:lnTo>
                  <a:pt x="560" y="0"/>
                </a:lnTo>
                <a:lnTo>
                  <a:pt x="578" y="0"/>
                </a:lnTo>
                <a:lnTo>
                  <a:pt x="596" y="1"/>
                </a:lnTo>
                <a:lnTo>
                  <a:pt x="613" y="2"/>
                </a:lnTo>
                <a:lnTo>
                  <a:pt x="631" y="4"/>
                </a:lnTo>
                <a:lnTo>
                  <a:pt x="648" y="6"/>
                </a:lnTo>
                <a:lnTo>
                  <a:pt x="665" y="8"/>
                </a:lnTo>
                <a:lnTo>
                  <a:pt x="683" y="11"/>
                </a:lnTo>
                <a:lnTo>
                  <a:pt x="700" y="14"/>
                </a:lnTo>
                <a:lnTo>
                  <a:pt x="717" y="18"/>
                </a:lnTo>
                <a:lnTo>
                  <a:pt x="734" y="22"/>
                </a:lnTo>
                <a:lnTo>
                  <a:pt x="750" y="27"/>
                </a:lnTo>
                <a:lnTo>
                  <a:pt x="767" y="32"/>
                </a:lnTo>
                <a:lnTo>
                  <a:pt x="783" y="37"/>
                </a:lnTo>
                <a:lnTo>
                  <a:pt x="799" y="43"/>
                </a:lnTo>
                <a:lnTo>
                  <a:pt x="815" y="49"/>
                </a:lnTo>
                <a:lnTo>
                  <a:pt x="830" y="56"/>
                </a:lnTo>
                <a:lnTo>
                  <a:pt x="846" y="63"/>
                </a:lnTo>
                <a:lnTo>
                  <a:pt x="861" y="70"/>
                </a:lnTo>
                <a:lnTo>
                  <a:pt x="875" y="78"/>
                </a:lnTo>
                <a:lnTo>
                  <a:pt x="890" y="86"/>
                </a:lnTo>
                <a:lnTo>
                  <a:pt x="904" y="94"/>
                </a:lnTo>
                <a:lnTo>
                  <a:pt x="918" y="103"/>
                </a:lnTo>
                <a:lnTo>
                  <a:pt x="931" y="112"/>
                </a:lnTo>
                <a:lnTo>
                  <a:pt x="944" y="122"/>
                </a:lnTo>
                <a:lnTo>
                  <a:pt x="957" y="132"/>
                </a:lnTo>
                <a:lnTo>
                  <a:pt x="969" y="142"/>
                </a:lnTo>
                <a:lnTo>
                  <a:pt x="981" y="152"/>
                </a:lnTo>
                <a:lnTo>
                  <a:pt x="992" y="163"/>
                </a:lnTo>
                <a:lnTo>
                  <a:pt x="1003" y="174"/>
                </a:lnTo>
                <a:lnTo>
                  <a:pt x="1014" y="186"/>
                </a:lnTo>
                <a:lnTo>
                  <a:pt x="1024" y="197"/>
                </a:lnTo>
                <a:lnTo>
                  <a:pt x="1035" y="209"/>
                </a:lnTo>
                <a:lnTo>
                  <a:pt x="1044" y="221"/>
                </a:lnTo>
                <a:lnTo>
                  <a:pt x="1053" y="233"/>
                </a:lnTo>
                <a:lnTo>
                  <a:pt x="1061" y="246"/>
                </a:lnTo>
                <a:lnTo>
                  <a:pt x="1069" y="258"/>
                </a:lnTo>
                <a:lnTo>
                  <a:pt x="1076" y="271"/>
                </a:lnTo>
                <a:lnTo>
                  <a:pt x="1083" y="285"/>
                </a:lnTo>
                <a:lnTo>
                  <a:pt x="1089" y="299"/>
                </a:lnTo>
                <a:lnTo>
                  <a:pt x="1094" y="312"/>
                </a:lnTo>
                <a:lnTo>
                  <a:pt x="1100" y="326"/>
                </a:lnTo>
                <a:lnTo>
                  <a:pt x="1104" y="339"/>
                </a:lnTo>
                <a:lnTo>
                  <a:pt x="1108" y="353"/>
                </a:lnTo>
                <a:lnTo>
                  <a:pt x="1112" y="367"/>
                </a:lnTo>
                <a:lnTo>
                  <a:pt x="1115" y="381"/>
                </a:lnTo>
                <a:lnTo>
                  <a:pt x="1117" y="395"/>
                </a:lnTo>
                <a:lnTo>
                  <a:pt x="1119" y="409"/>
                </a:lnTo>
                <a:lnTo>
                  <a:pt x="1121" y="423"/>
                </a:lnTo>
                <a:lnTo>
                  <a:pt x="1122" y="437"/>
                </a:lnTo>
                <a:lnTo>
                  <a:pt x="1122" y="451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7" name=""/>
          <p:cNvSpPr/>
          <p:nvPr/>
        </p:nvSpPr>
        <p:spPr>
          <a:xfrm>
            <a:off x="2647080" y="1674720"/>
            <a:ext cx="425520" cy="341640"/>
          </a:xfrm>
          <a:custGeom>
            <a:avLst/>
            <a:gdLst/>
            <a:ahLst/>
            <a:rect l="0" t="0" r="r" b="b"/>
            <a:pathLst>
              <a:path w="1182" h="949">
                <a:moveTo>
                  <a:pt x="1152" y="474"/>
                </a:moveTo>
                <a:lnTo>
                  <a:pt x="1152" y="460"/>
                </a:lnTo>
                <a:lnTo>
                  <a:pt x="1151" y="446"/>
                </a:lnTo>
                <a:lnTo>
                  <a:pt x="1149" y="432"/>
                </a:lnTo>
                <a:lnTo>
                  <a:pt x="1147" y="418"/>
                </a:lnTo>
                <a:lnTo>
                  <a:pt x="1145" y="404"/>
                </a:lnTo>
                <a:lnTo>
                  <a:pt x="1142" y="390"/>
                </a:lnTo>
                <a:lnTo>
                  <a:pt x="1138" y="376"/>
                </a:lnTo>
                <a:lnTo>
                  <a:pt x="1134" y="362"/>
                </a:lnTo>
                <a:lnTo>
                  <a:pt x="1130" y="349"/>
                </a:lnTo>
                <a:lnTo>
                  <a:pt x="1124" y="335"/>
                </a:lnTo>
                <a:lnTo>
                  <a:pt x="1119" y="322"/>
                </a:lnTo>
                <a:lnTo>
                  <a:pt x="1113" y="308"/>
                </a:lnTo>
                <a:lnTo>
                  <a:pt x="1106" y="295"/>
                </a:lnTo>
                <a:lnTo>
                  <a:pt x="1099" y="282"/>
                </a:lnTo>
                <a:lnTo>
                  <a:pt x="1091" y="270"/>
                </a:lnTo>
                <a:lnTo>
                  <a:pt x="1083" y="257"/>
                </a:lnTo>
                <a:lnTo>
                  <a:pt x="1074" y="245"/>
                </a:lnTo>
                <a:lnTo>
                  <a:pt x="1065" y="233"/>
                </a:lnTo>
                <a:lnTo>
                  <a:pt x="1055" y="221"/>
                </a:lnTo>
                <a:lnTo>
                  <a:pt x="1045" y="210"/>
                </a:lnTo>
                <a:lnTo>
                  <a:pt x="1034" y="198"/>
                </a:lnTo>
                <a:lnTo>
                  <a:pt x="1023" y="187"/>
                </a:lnTo>
                <a:lnTo>
                  <a:pt x="1012" y="176"/>
                </a:lnTo>
                <a:lnTo>
                  <a:pt x="1000" y="166"/>
                </a:lnTo>
                <a:lnTo>
                  <a:pt x="988" y="156"/>
                </a:lnTo>
                <a:lnTo>
                  <a:pt x="975" y="146"/>
                </a:lnTo>
                <a:lnTo>
                  <a:pt x="962" y="136"/>
                </a:lnTo>
                <a:lnTo>
                  <a:pt x="949" y="127"/>
                </a:lnTo>
                <a:lnTo>
                  <a:pt x="935" y="118"/>
                </a:lnTo>
                <a:lnTo>
                  <a:pt x="921" y="110"/>
                </a:lnTo>
                <a:lnTo>
                  <a:pt x="906" y="102"/>
                </a:lnTo>
                <a:lnTo>
                  <a:pt x="892" y="94"/>
                </a:lnTo>
                <a:lnTo>
                  <a:pt x="877" y="87"/>
                </a:lnTo>
                <a:lnTo>
                  <a:pt x="861" y="80"/>
                </a:lnTo>
                <a:lnTo>
                  <a:pt x="846" y="73"/>
                </a:lnTo>
                <a:lnTo>
                  <a:pt x="830" y="67"/>
                </a:lnTo>
                <a:lnTo>
                  <a:pt x="814" y="61"/>
                </a:lnTo>
                <a:lnTo>
                  <a:pt x="798" y="56"/>
                </a:lnTo>
                <a:lnTo>
                  <a:pt x="781" y="51"/>
                </a:lnTo>
                <a:lnTo>
                  <a:pt x="765" y="46"/>
                </a:lnTo>
                <a:lnTo>
                  <a:pt x="748" y="42"/>
                </a:lnTo>
                <a:lnTo>
                  <a:pt x="731" y="38"/>
                </a:lnTo>
                <a:lnTo>
                  <a:pt x="714" y="35"/>
                </a:lnTo>
                <a:lnTo>
                  <a:pt x="696" y="32"/>
                </a:lnTo>
                <a:lnTo>
                  <a:pt x="679" y="30"/>
                </a:lnTo>
                <a:lnTo>
                  <a:pt x="662" y="28"/>
                </a:lnTo>
                <a:lnTo>
                  <a:pt x="644" y="26"/>
                </a:lnTo>
                <a:lnTo>
                  <a:pt x="627" y="25"/>
                </a:lnTo>
                <a:lnTo>
                  <a:pt x="609" y="24"/>
                </a:lnTo>
                <a:lnTo>
                  <a:pt x="591" y="24"/>
                </a:lnTo>
                <a:lnTo>
                  <a:pt x="574" y="24"/>
                </a:lnTo>
                <a:lnTo>
                  <a:pt x="556" y="25"/>
                </a:lnTo>
                <a:lnTo>
                  <a:pt x="539" y="26"/>
                </a:lnTo>
                <a:lnTo>
                  <a:pt x="521" y="28"/>
                </a:lnTo>
                <a:lnTo>
                  <a:pt x="504" y="30"/>
                </a:lnTo>
                <a:lnTo>
                  <a:pt x="486" y="32"/>
                </a:lnTo>
                <a:lnTo>
                  <a:pt x="469" y="35"/>
                </a:lnTo>
                <a:lnTo>
                  <a:pt x="452" y="38"/>
                </a:lnTo>
                <a:lnTo>
                  <a:pt x="435" y="42"/>
                </a:lnTo>
                <a:lnTo>
                  <a:pt x="418" y="46"/>
                </a:lnTo>
                <a:lnTo>
                  <a:pt x="401" y="51"/>
                </a:lnTo>
                <a:lnTo>
                  <a:pt x="385" y="56"/>
                </a:lnTo>
                <a:lnTo>
                  <a:pt x="369" y="61"/>
                </a:lnTo>
                <a:lnTo>
                  <a:pt x="353" y="67"/>
                </a:lnTo>
                <a:lnTo>
                  <a:pt x="337" y="73"/>
                </a:lnTo>
                <a:lnTo>
                  <a:pt x="320" y="80"/>
                </a:lnTo>
                <a:lnTo>
                  <a:pt x="305" y="87"/>
                </a:lnTo>
                <a:lnTo>
                  <a:pt x="290" y="94"/>
                </a:lnTo>
                <a:lnTo>
                  <a:pt x="275" y="102"/>
                </a:lnTo>
                <a:lnTo>
                  <a:pt x="261" y="110"/>
                </a:lnTo>
                <a:lnTo>
                  <a:pt x="247" y="118"/>
                </a:lnTo>
                <a:lnTo>
                  <a:pt x="233" y="127"/>
                </a:lnTo>
                <a:lnTo>
                  <a:pt x="220" y="136"/>
                </a:lnTo>
                <a:lnTo>
                  <a:pt x="207" y="146"/>
                </a:lnTo>
                <a:lnTo>
                  <a:pt x="194" y="156"/>
                </a:lnTo>
                <a:lnTo>
                  <a:pt x="182" y="166"/>
                </a:lnTo>
                <a:lnTo>
                  <a:pt x="170" y="176"/>
                </a:lnTo>
                <a:lnTo>
                  <a:pt x="158" y="187"/>
                </a:lnTo>
                <a:lnTo>
                  <a:pt x="147" y="198"/>
                </a:lnTo>
                <a:lnTo>
                  <a:pt x="137" y="210"/>
                </a:lnTo>
                <a:lnTo>
                  <a:pt x="127" y="221"/>
                </a:lnTo>
                <a:lnTo>
                  <a:pt x="117" y="233"/>
                </a:lnTo>
                <a:lnTo>
                  <a:pt x="108" y="245"/>
                </a:lnTo>
                <a:lnTo>
                  <a:pt x="99" y="257"/>
                </a:lnTo>
                <a:lnTo>
                  <a:pt x="91" y="270"/>
                </a:lnTo>
                <a:lnTo>
                  <a:pt x="83" y="282"/>
                </a:lnTo>
                <a:lnTo>
                  <a:pt x="76" y="295"/>
                </a:lnTo>
                <a:lnTo>
                  <a:pt x="69" y="308"/>
                </a:lnTo>
                <a:lnTo>
                  <a:pt x="63" y="322"/>
                </a:lnTo>
                <a:lnTo>
                  <a:pt x="57" y="335"/>
                </a:lnTo>
                <a:lnTo>
                  <a:pt x="52" y="349"/>
                </a:lnTo>
                <a:lnTo>
                  <a:pt x="47" y="362"/>
                </a:lnTo>
                <a:lnTo>
                  <a:pt x="43" y="376"/>
                </a:lnTo>
                <a:lnTo>
                  <a:pt x="40" y="390"/>
                </a:lnTo>
                <a:lnTo>
                  <a:pt x="37" y="404"/>
                </a:lnTo>
                <a:lnTo>
                  <a:pt x="34" y="418"/>
                </a:lnTo>
                <a:lnTo>
                  <a:pt x="32" y="432"/>
                </a:lnTo>
                <a:lnTo>
                  <a:pt x="31" y="446"/>
                </a:lnTo>
                <a:lnTo>
                  <a:pt x="30" y="460"/>
                </a:lnTo>
                <a:lnTo>
                  <a:pt x="30" y="474"/>
                </a:lnTo>
                <a:lnTo>
                  <a:pt x="30" y="488"/>
                </a:lnTo>
                <a:lnTo>
                  <a:pt x="31" y="502"/>
                </a:lnTo>
                <a:lnTo>
                  <a:pt x="32" y="516"/>
                </a:lnTo>
                <a:lnTo>
                  <a:pt x="34" y="530"/>
                </a:lnTo>
                <a:lnTo>
                  <a:pt x="37" y="544"/>
                </a:lnTo>
                <a:lnTo>
                  <a:pt x="40" y="558"/>
                </a:lnTo>
                <a:lnTo>
                  <a:pt x="43" y="573"/>
                </a:lnTo>
                <a:lnTo>
                  <a:pt x="47" y="587"/>
                </a:lnTo>
                <a:lnTo>
                  <a:pt x="52" y="601"/>
                </a:lnTo>
                <a:lnTo>
                  <a:pt x="57" y="614"/>
                </a:lnTo>
                <a:lnTo>
                  <a:pt x="63" y="628"/>
                </a:lnTo>
                <a:lnTo>
                  <a:pt x="69" y="641"/>
                </a:lnTo>
                <a:lnTo>
                  <a:pt x="76" y="654"/>
                </a:lnTo>
                <a:lnTo>
                  <a:pt x="83" y="667"/>
                </a:lnTo>
                <a:lnTo>
                  <a:pt x="91" y="679"/>
                </a:lnTo>
                <a:lnTo>
                  <a:pt x="99" y="692"/>
                </a:lnTo>
                <a:lnTo>
                  <a:pt x="108" y="704"/>
                </a:lnTo>
                <a:lnTo>
                  <a:pt x="117" y="716"/>
                </a:lnTo>
                <a:lnTo>
                  <a:pt x="127" y="728"/>
                </a:lnTo>
                <a:lnTo>
                  <a:pt x="137" y="740"/>
                </a:lnTo>
                <a:lnTo>
                  <a:pt x="147" y="751"/>
                </a:lnTo>
                <a:lnTo>
                  <a:pt x="158" y="762"/>
                </a:lnTo>
                <a:lnTo>
                  <a:pt x="170" y="773"/>
                </a:lnTo>
                <a:lnTo>
                  <a:pt x="182" y="783"/>
                </a:lnTo>
                <a:lnTo>
                  <a:pt x="194" y="793"/>
                </a:lnTo>
                <a:lnTo>
                  <a:pt x="207" y="803"/>
                </a:lnTo>
                <a:lnTo>
                  <a:pt x="220" y="813"/>
                </a:lnTo>
                <a:lnTo>
                  <a:pt x="233" y="822"/>
                </a:lnTo>
                <a:lnTo>
                  <a:pt x="247" y="831"/>
                </a:lnTo>
                <a:lnTo>
                  <a:pt x="261" y="839"/>
                </a:lnTo>
                <a:lnTo>
                  <a:pt x="275" y="847"/>
                </a:lnTo>
                <a:lnTo>
                  <a:pt x="290" y="855"/>
                </a:lnTo>
                <a:lnTo>
                  <a:pt x="305" y="862"/>
                </a:lnTo>
                <a:lnTo>
                  <a:pt x="320" y="869"/>
                </a:lnTo>
                <a:lnTo>
                  <a:pt x="337" y="876"/>
                </a:lnTo>
                <a:lnTo>
                  <a:pt x="353" y="882"/>
                </a:lnTo>
                <a:lnTo>
                  <a:pt x="369" y="888"/>
                </a:lnTo>
                <a:lnTo>
                  <a:pt x="385" y="894"/>
                </a:lnTo>
                <a:lnTo>
                  <a:pt x="401" y="899"/>
                </a:lnTo>
                <a:lnTo>
                  <a:pt x="418" y="903"/>
                </a:lnTo>
                <a:lnTo>
                  <a:pt x="435" y="907"/>
                </a:lnTo>
                <a:lnTo>
                  <a:pt x="452" y="911"/>
                </a:lnTo>
                <a:lnTo>
                  <a:pt x="469" y="914"/>
                </a:lnTo>
                <a:lnTo>
                  <a:pt x="486" y="917"/>
                </a:lnTo>
                <a:lnTo>
                  <a:pt x="504" y="920"/>
                </a:lnTo>
                <a:lnTo>
                  <a:pt x="521" y="922"/>
                </a:lnTo>
                <a:lnTo>
                  <a:pt x="539" y="923"/>
                </a:lnTo>
                <a:lnTo>
                  <a:pt x="556" y="924"/>
                </a:lnTo>
                <a:lnTo>
                  <a:pt x="574" y="925"/>
                </a:lnTo>
                <a:lnTo>
                  <a:pt x="591" y="925"/>
                </a:lnTo>
                <a:lnTo>
                  <a:pt x="609" y="925"/>
                </a:lnTo>
                <a:lnTo>
                  <a:pt x="627" y="924"/>
                </a:lnTo>
                <a:lnTo>
                  <a:pt x="644" y="923"/>
                </a:lnTo>
                <a:lnTo>
                  <a:pt x="662" y="922"/>
                </a:lnTo>
                <a:lnTo>
                  <a:pt x="679" y="920"/>
                </a:lnTo>
                <a:lnTo>
                  <a:pt x="696" y="917"/>
                </a:lnTo>
                <a:lnTo>
                  <a:pt x="714" y="914"/>
                </a:lnTo>
                <a:lnTo>
                  <a:pt x="731" y="911"/>
                </a:lnTo>
                <a:lnTo>
                  <a:pt x="748" y="907"/>
                </a:lnTo>
                <a:lnTo>
                  <a:pt x="765" y="903"/>
                </a:lnTo>
                <a:lnTo>
                  <a:pt x="781" y="899"/>
                </a:lnTo>
                <a:lnTo>
                  <a:pt x="798" y="894"/>
                </a:lnTo>
                <a:lnTo>
                  <a:pt x="814" y="888"/>
                </a:lnTo>
                <a:lnTo>
                  <a:pt x="830" y="882"/>
                </a:lnTo>
                <a:lnTo>
                  <a:pt x="846" y="876"/>
                </a:lnTo>
                <a:lnTo>
                  <a:pt x="861" y="869"/>
                </a:lnTo>
                <a:lnTo>
                  <a:pt x="877" y="862"/>
                </a:lnTo>
                <a:lnTo>
                  <a:pt x="892" y="855"/>
                </a:lnTo>
                <a:lnTo>
                  <a:pt x="906" y="847"/>
                </a:lnTo>
                <a:lnTo>
                  <a:pt x="921" y="839"/>
                </a:lnTo>
                <a:lnTo>
                  <a:pt x="935" y="831"/>
                </a:lnTo>
                <a:lnTo>
                  <a:pt x="949" y="822"/>
                </a:lnTo>
                <a:lnTo>
                  <a:pt x="962" y="813"/>
                </a:lnTo>
                <a:lnTo>
                  <a:pt x="975" y="803"/>
                </a:lnTo>
                <a:lnTo>
                  <a:pt x="988" y="793"/>
                </a:lnTo>
                <a:lnTo>
                  <a:pt x="1000" y="783"/>
                </a:lnTo>
                <a:lnTo>
                  <a:pt x="1012" y="773"/>
                </a:lnTo>
                <a:lnTo>
                  <a:pt x="1023" y="762"/>
                </a:lnTo>
                <a:lnTo>
                  <a:pt x="1034" y="751"/>
                </a:lnTo>
                <a:lnTo>
                  <a:pt x="1045" y="740"/>
                </a:lnTo>
                <a:lnTo>
                  <a:pt x="1055" y="728"/>
                </a:lnTo>
                <a:lnTo>
                  <a:pt x="1065" y="716"/>
                </a:lnTo>
                <a:lnTo>
                  <a:pt x="1074" y="704"/>
                </a:lnTo>
                <a:lnTo>
                  <a:pt x="1083" y="692"/>
                </a:lnTo>
                <a:lnTo>
                  <a:pt x="1091" y="679"/>
                </a:lnTo>
                <a:lnTo>
                  <a:pt x="1099" y="667"/>
                </a:lnTo>
                <a:lnTo>
                  <a:pt x="1106" y="654"/>
                </a:lnTo>
                <a:lnTo>
                  <a:pt x="1113" y="641"/>
                </a:lnTo>
                <a:lnTo>
                  <a:pt x="1119" y="628"/>
                </a:lnTo>
                <a:lnTo>
                  <a:pt x="1124" y="614"/>
                </a:lnTo>
                <a:lnTo>
                  <a:pt x="1130" y="601"/>
                </a:lnTo>
                <a:lnTo>
                  <a:pt x="1134" y="587"/>
                </a:lnTo>
                <a:lnTo>
                  <a:pt x="1138" y="573"/>
                </a:lnTo>
                <a:lnTo>
                  <a:pt x="1142" y="558"/>
                </a:lnTo>
                <a:lnTo>
                  <a:pt x="1145" y="544"/>
                </a:lnTo>
                <a:lnTo>
                  <a:pt x="1147" y="530"/>
                </a:lnTo>
                <a:lnTo>
                  <a:pt x="1149" y="516"/>
                </a:lnTo>
                <a:lnTo>
                  <a:pt x="1151" y="502"/>
                </a:lnTo>
                <a:lnTo>
                  <a:pt x="1152" y="488"/>
                </a:lnTo>
                <a:lnTo>
                  <a:pt x="1152" y="474"/>
                </a:lnTo>
                <a:moveTo>
                  <a:pt x="1182" y="474"/>
                </a:moveTo>
                <a:lnTo>
                  <a:pt x="1182" y="489"/>
                </a:lnTo>
                <a:lnTo>
                  <a:pt x="1181" y="504"/>
                </a:lnTo>
                <a:lnTo>
                  <a:pt x="1179" y="519"/>
                </a:lnTo>
                <a:lnTo>
                  <a:pt x="1177" y="533"/>
                </a:lnTo>
                <a:lnTo>
                  <a:pt x="1175" y="548"/>
                </a:lnTo>
                <a:lnTo>
                  <a:pt x="1171" y="564"/>
                </a:lnTo>
                <a:lnTo>
                  <a:pt x="1168" y="578"/>
                </a:lnTo>
                <a:lnTo>
                  <a:pt x="1163" y="593"/>
                </a:lnTo>
                <a:lnTo>
                  <a:pt x="1158" y="607"/>
                </a:lnTo>
                <a:lnTo>
                  <a:pt x="1153" y="622"/>
                </a:lnTo>
                <a:lnTo>
                  <a:pt x="1147" y="636"/>
                </a:lnTo>
                <a:lnTo>
                  <a:pt x="1140" y="650"/>
                </a:lnTo>
                <a:lnTo>
                  <a:pt x="1133" y="663"/>
                </a:lnTo>
                <a:lnTo>
                  <a:pt x="1126" y="677"/>
                </a:lnTo>
                <a:lnTo>
                  <a:pt x="1118" y="690"/>
                </a:lnTo>
                <a:lnTo>
                  <a:pt x="1109" y="703"/>
                </a:lnTo>
                <a:lnTo>
                  <a:pt x="1100" y="716"/>
                </a:lnTo>
                <a:lnTo>
                  <a:pt x="1090" y="729"/>
                </a:lnTo>
                <a:lnTo>
                  <a:pt x="1080" y="742"/>
                </a:lnTo>
                <a:lnTo>
                  <a:pt x="1069" y="754"/>
                </a:lnTo>
                <a:lnTo>
                  <a:pt x="1058" y="766"/>
                </a:lnTo>
                <a:lnTo>
                  <a:pt x="1046" y="777"/>
                </a:lnTo>
                <a:lnTo>
                  <a:pt x="1034" y="789"/>
                </a:lnTo>
                <a:lnTo>
                  <a:pt x="1022" y="800"/>
                </a:lnTo>
                <a:lnTo>
                  <a:pt x="1009" y="810"/>
                </a:lnTo>
                <a:lnTo>
                  <a:pt x="996" y="821"/>
                </a:lnTo>
                <a:lnTo>
                  <a:pt x="982" y="831"/>
                </a:lnTo>
                <a:lnTo>
                  <a:pt x="968" y="840"/>
                </a:lnTo>
                <a:lnTo>
                  <a:pt x="953" y="850"/>
                </a:lnTo>
                <a:lnTo>
                  <a:pt x="938" y="859"/>
                </a:lnTo>
                <a:lnTo>
                  <a:pt x="923" y="867"/>
                </a:lnTo>
                <a:lnTo>
                  <a:pt x="908" y="875"/>
                </a:lnTo>
                <a:lnTo>
                  <a:pt x="892" y="883"/>
                </a:lnTo>
                <a:lnTo>
                  <a:pt x="876" y="891"/>
                </a:lnTo>
                <a:lnTo>
                  <a:pt x="859" y="898"/>
                </a:lnTo>
                <a:lnTo>
                  <a:pt x="843" y="904"/>
                </a:lnTo>
                <a:lnTo>
                  <a:pt x="826" y="910"/>
                </a:lnTo>
                <a:lnTo>
                  <a:pt x="809" y="916"/>
                </a:lnTo>
                <a:lnTo>
                  <a:pt x="791" y="921"/>
                </a:lnTo>
                <a:lnTo>
                  <a:pt x="774" y="926"/>
                </a:lnTo>
                <a:lnTo>
                  <a:pt x="756" y="930"/>
                </a:lnTo>
                <a:lnTo>
                  <a:pt x="738" y="934"/>
                </a:lnTo>
                <a:lnTo>
                  <a:pt x="720" y="938"/>
                </a:lnTo>
                <a:lnTo>
                  <a:pt x="702" y="941"/>
                </a:lnTo>
                <a:lnTo>
                  <a:pt x="684" y="943"/>
                </a:lnTo>
                <a:lnTo>
                  <a:pt x="665" y="945"/>
                </a:lnTo>
                <a:lnTo>
                  <a:pt x="647" y="947"/>
                </a:lnTo>
                <a:lnTo>
                  <a:pt x="628" y="948"/>
                </a:lnTo>
                <a:lnTo>
                  <a:pt x="610" y="949"/>
                </a:lnTo>
                <a:lnTo>
                  <a:pt x="591" y="949"/>
                </a:lnTo>
                <a:lnTo>
                  <a:pt x="573" y="949"/>
                </a:lnTo>
                <a:lnTo>
                  <a:pt x="554" y="948"/>
                </a:lnTo>
                <a:lnTo>
                  <a:pt x="536" y="947"/>
                </a:lnTo>
                <a:lnTo>
                  <a:pt x="517" y="945"/>
                </a:lnTo>
                <a:lnTo>
                  <a:pt x="499" y="943"/>
                </a:lnTo>
                <a:lnTo>
                  <a:pt x="481" y="941"/>
                </a:lnTo>
                <a:lnTo>
                  <a:pt x="463" y="938"/>
                </a:lnTo>
                <a:lnTo>
                  <a:pt x="444" y="934"/>
                </a:lnTo>
                <a:lnTo>
                  <a:pt x="427" y="930"/>
                </a:lnTo>
                <a:lnTo>
                  <a:pt x="409" y="926"/>
                </a:lnTo>
                <a:lnTo>
                  <a:pt x="391" y="921"/>
                </a:lnTo>
                <a:lnTo>
                  <a:pt x="374" y="916"/>
                </a:lnTo>
                <a:lnTo>
                  <a:pt x="357" y="910"/>
                </a:lnTo>
                <a:lnTo>
                  <a:pt x="340" y="904"/>
                </a:lnTo>
                <a:lnTo>
                  <a:pt x="322" y="898"/>
                </a:lnTo>
                <a:lnTo>
                  <a:pt x="306" y="891"/>
                </a:lnTo>
                <a:lnTo>
                  <a:pt x="290" y="883"/>
                </a:lnTo>
                <a:lnTo>
                  <a:pt x="274" y="875"/>
                </a:lnTo>
                <a:lnTo>
                  <a:pt x="258" y="867"/>
                </a:lnTo>
                <a:lnTo>
                  <a:pt x="243" y="859"/>
                </a:lnTo>
                <a:lnTo>
                  <a:pt x="228" y="850"/>
                </a:lnTo>
                <a:lnTo>
                  <a:pt x="214" y="840"/>
                </a:lnTo>
                <a:lnTo>
                  <a:pt x="200" y="831"/>
                </a:lnTo>
                <a:lnTo>
                  <a:pt x="186" y="821"/>
                </a:lnTo>
                <a:lnTo>
                  <a:pt x="173" y="810"/>
                </a:lnTo>
                <a:lnTo>
                  <a:pt x="160" y="800"/>
                </a:lnTo>
                <a:lnTo>
                  <a:pt x="147" y="789"/>
                </a:lnTo>
                <a:lnTo>
                  <a:pt x="135" y="777"/>
                </a:lnTo>
                <a:lnTo>
                  <a:pt x="124" y="766"/>
                </a:lnTo>
                <a:lnTo>
                  <a:pt x="113" y="754"/>
                </a:lnTo>
                <a:lnTo>
                  <a:pt x="102" y="742"/>
                </a:lnTo>
                <a:lnTo>
                  <a:pt x="92" y="729"/>
                </a:lnTo>
                <a:lnTo>
                  <a:pt x="82" y="716"/>
                </a:lnTo>
                <a:lnTo>
                  <a:pt x="73" y="703"/>
                </a:lnTo>
                <a:lnTo>
                  <a:pt x="64" y="690"/>
                </a:lnTo>
                <a:lnTo>
                  <a:pt x="56" y="677"/>
                </a:lnTo>
                <a:lnTo>
                  <a:pt x="48" y="663"/>
                </a:lnTo>
                <a:lnTo>
                  <a:pt x="41" y="650"/>
                </a:lnTo>
                <a:lnTo>
                  <a:pt x="35" y="636"/>
                </a:lnTo>
                <a:lnTo>
                  <a:pt x="29" y="622"/>
                </a:lnTo>
                <a:lnTo>
                  <a:pt x="23" y="607"/>
                </a:lnTo>
                <a:lnTo>
                  <a:pt x="18" y="593"/>
                </a:lnTo>
                <a:lnTo>
                  <a:pt x="14" y="578"/>
                </a:lnTo>
                <a:lnTo>
                  <a:pt x="10" y="564"/>
                </a:lnTo>
                <a:lnTo>
                  <a:pt x="7" y="548"/>
                </a:lnTo>
                <a:lnTo>
                  <a:pt x="4" y="533"/>
                </a:lnTo>
                <a:lnTo>
                  <a:pt x="2" y="519"/>
                </a:lnTo>
                <a:lnTo>
                  <a:pt x="1" y="504"/>
                </a:lnTo>
                <a:lnTo>
                  <a:pt x="0" y="489"/>
                </a:lnTo>
                <a:lnTo>
                  <a:pt x="0" y="474"/>
                </a:lnTo>
                <a:lnTo>
                  <a:pt x="0" y="459"/>
                </a:lnTo>
                <a:lnTo>
                  <a:pt x="1" y="444"/>
                </a:lnTo>
                <a:lnTo>
                  <a:pt x="2" y="429"/>
                </a:lnTo>
                <a:lnTo>
                  <a:pt x="4" y="415"/>
                </a:lnTo>
                <a:lnTo>
                  <a:pt x="7" y="400"/>
                </a:lnTo>
                <a:lnTo>
                  <a:pt x="10" y="385"/>
                </a:lnTo>
                <a:lnTo>
                  <a:pt x="14" y="371"/>
                </a:lnTo>
                <a:lnTo>
                  <a:pt x="18" y="356"/>
                </a:lnTo>
                <a:lnTo>
                  <a:pt x="23" y="342"/>
                </a:lnTo>
                <a:lnTo>
                  <a:pt x="29" y="328"/>
                </a:lnTo>
                <a:lnTo>
                  <a:pt x="35" y="313"/>
                </a:lnTo>
                <a:lnTo>
                  <a:pt x="41" y="300"/>
                </a:lnTo>
                <a:lnTo>
                  <a:pt x="48" y="286"/>
                </a:lnTo>
                <a:lnTo>
                  <a:pt x="56" y="272"/>
                </a:lnTo>
                <a:lnTo>
                  <a:pt x="64" y="259"/>
                </a:lnTo>
                <a:lnTo>
                  <a:pt x="73" y="246"/>
                </a:lnTo>
                <a:lnTo>
                  <a:pt x="82" y="233"/>
                </a:lnTo>
                <a:lnTo>
                  <a:pt x="92" y="220"/>
                </a:lnTo>
                <a:lnTo>
                  <a:pt x="102" y="208"/>
                </a:lnTo>
                <a:lnTo>
                  <a:pt x="113" y="195"/>
                </a:lnTo>
                <a:lnTo>
                  <a:pt x="124" y="183"/>
                </a:lnTo>
                <a:lnTo>
                  <a:pt x="135" y="172"/>
                </a:lnTo>
                <a:lnTo>
                  <a:pt x="147" y="161"/>
                </a:lnTo>
                <a:lnTo>
                  <a:pt x="160" y="150"/>
                </a:lnTo>
                <a:lnTo>
                  <a:pt x="173" y="139"/>
                </a:lnTo>
                <a:lnTo>
                  <a:pt x="186" y="128"/>
                </a:lnTo>
                <a:lnTo>
                  <a:pt x="200" y="118"/>
                </a:lnTo>
                <a:lnTo>
                  <a:pt x="214" y="109"/>
                </a:lnTo>
                <a:lnTo>
                  <a:pt x="228" y="99"/>
                </a:lnTo>
                <a:lnTo>
                  <a:pt x="243" y="90"/>
                </a:lnTo>
                <a:lnTo>
                  <a:pt x="258" y="82"/>
                </a:lnTo>
                <a:lnTo>
                  <a:pt x="274" y="74"/>
                </a:lnTo>
                <a:lnTo>
                  <a:pt x="290" y="66"/>
                </a:lnTo>
                <a:lnTo>
                  <a:pt x="306" y="59"/>
                </a:lnTo>
                <a:lnTo>
                  <a:pt x="322" y="52"/>
                </a:lnTo>
                <a:lnTo>
                  <a:pt x="340" y="45"/>
                </a:lnTo>
                <a:lnTo>
                  <a:pt x="357" y="39"/>
                </a:lnTo>
                <a:lnTo>
                  <a:pt x="374" y="33"/>
                </a:lnTo>
                <a:lnTo>
                  <a:pt x="391" y="28"/>
                </a:lnTo>
                <a:lnTo>
                  <a:pt x="409" y="23"/>
                </a:lnTo>
                <a:lnTo>
                  <a:pt x="427" y="19"/>
                </a:lnTo>
                <a:lnTo>
                  <a:pt x="444" y="15"/>
                </a:lnTo>
                <a:lnTo>
                  <a:pt x="463" y="11"/>
                </a:lnTo>
                <a:lnTo>
                  <a:pt x="481" y="8"/>
                </a:lnTo>
                <a:lnTo>
                  <a:pt x="499" y="6"/>
                </a:lnTo>
                <a:lnTo>
                  <a:pt x="517" y="4"/>
                </a:lnTo>
                <a:lnTo>
                  <a:pt x="536" y="2"/>
                </a:lnTo>
                <a:lnTo>
                  <a:pt x="554" y="1"/>
                </a:lnTo>
                <a:lnTo>
                  <a:pt x="573" y="0"/>
                </a:lnTo>
                <a:lnTo>
                  <a:pt x="591" y="0"/>
                </a:lnTo>
                <a:lnTo>
                  <a:pt x="610" y="0"/>
                </a:lnTo>
                <a:lnTo>
                  <a:pt x="628" y="1"/>
                </a:lnTo>
                <a:lnTo>
                  <a:pt x="647" y="2"/>
                </a:lnTo>
                <a:lnTo>
                  <a:pt x="665" y="4"/>
                </a:lnTo>
                <a:lnTo>
                  <a:pt x="684" y="6"/>
                </a:lnTo>
                <a:lnTo>
                  <a:pt x="702" y="8"/>
                </a:lnTo>
                <a:lnTo>
                  <a:pt x="720" y="11"/>
                </a:lnTo>
                <a:lnTo>
                  <a:pt x="738" y="15"/>
                </a:lnTo>
                <a:lnTo>
                  <a:pt x="756" y="19"/>
                </a:lnTo>
                <a:lnTo>
                  <a:pt x="774" y="23"/>
                </a:lnTo>
                <a:lnTo>
                  <a:pt x="791" y="28"/>
                </a:lnTo>
                <a:lnTo>
                  <a:pt x="809" y="33"/>
                </a:lnTo>
                <a:lnTo>
                  <a:pt x="826" y="39"/>
                </a:lnTo>
                <a:lnTo>
                  <a:pt x="843" y="45"/>
                </a:lnTo>
                <a:lnTo>
                  <a:pt x="859" y="52"/>
                </a:lnTo>
                <a:lnTo>
                  <a:pt x="876" y="59"/>
                </a:lnTo>
                <a:lnTo>
                  <a:pt x="892" y="66"/>
                </a:lnTo>
                <a:lnTo>
                  <a:pt x="908" y="74"/>
                </a:lnTo>
                <a:lnTo>
                  <a:pt x="923" y="82"/>
                </a:lnTo>
                <a:lnTo>
                  <a:pt x="938" y="90"/>
                </a:lnTo>
                <a:lnTo>
                  <a:pt x="953" y="99"/>
                </a:lnTo>
                <a:lnTo>
                  <a:pt x="968" y="109"/>
                </a:lnTo>
                <a:lnTo>
                  <a:pt x="982" y="118"/>
                </a:lnTo>
                <a:lnTo>
                  <a:pt x="996" y="128"/>
                </a:lnTo>
                <a:lnTo>
                  <a:pt x="1009" y="139"/>
                </a:lnTo>
                <a:lnTo>
                  <a:pt x="1022" y="150"/>
                </a:lnTo>
                <a:lnTo>
                  <a:pt x="1034" y="161"/>
                </a:lnTo>
                <a:lnTo>
                  <a:pt x="1046" y="172"/>
                </a:lnTo>
                <a:lnTo>
                  <a:pt x="1058" y="183"/>
                </a:lnTo>
                <a:lnTo>
                  <a:pt x="1069" y="195"/>
                </a:lnTo>
                <a:lnTo>
                  <a:pt x="1080" y="208"/>
                </a:lnTo>
                <a:lnTo>
                  <a:pt x="1090" y="220"/>
                </a:lnTo>
                <a:lnTo>
                  <a:pt x="1100" y="233"/>
                </a:lnTo>
                <a:lnTo>
                  <a:pt x="1109" y="246"/>
                </a:lnTo>
                <a:lnTo>
                  <a:pt x="1118" y="259"/>
                </a:lnTo>
                <a:lnTo>
                  <a:pt x="1126" y="272"/>
                </a:lnTo>
                <a:lnTo>
                  <a:pt x="1133" y="286"/>
                </a:lnTo>
                <a:lnTo>
                  <a:pt x="1140" y="300"/>
                </a:lnTo>
                <a:lnTo>
                  <a:pt x="1147" y="313"/>
                </a:lnTo>
                <a:lnTo>
                  <a:pt x="1153" y="328"/>
                </a:lnTo>
                <a:lnTo>
                  <a:pt x="1158" y="342"/>
                </a:lnTo>
                <a:lnTo>
                  <a:pt x="1163" y="356"/>
                </a:lnTo>
                <a:lnTo>
                  <a:pt x="1168" y="371"/>
                </a:lnTo>
                <a:lnTo>
                  <a:pt x="1171" y="385"/>
                </a:lnTo>
                <a:lnTo>
                  <a:pt x="1175" y="400"/>
                </a:lnTo>
                <a:lnTo>
                  <a:pt x="1177" y="415"/>
                </a:lnTo>
                <a:lnTo>
                  <a:pt x="1179" y="429"/>
                </a:lnTo>
                <a:lnTo>
                  <a:pt x="1181" y="444"/>
                </a:lnTo>
                <a:lnTo>
                  <a:pt x="1182" y="459"/>
                </a:lnTo>
                <a:lnTo>
                  <a:pt x="1182" y="47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8" name=""/>
          <p:cNvSpPr/>
          <p:nvPr/>
        </p:nvSpPr>
        <p:spPr>
          <a:xfrm>
            <a:off x="2859480" y="18453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" name=""/>
          <p:cNvSpPr/>
          <p:nvPr/>
        </p:nvSpPr>
        <p:spPr>
          <a:xfrm>
            <a:off x="2647080" y="1674720"/>
            <a:ext cx="425520" cy="341640"/>
          </a:xfrm>
          <a:custGeom>
            <a:avLst/>
            <a:gdLst/>
            <a:ahLst/>
            <a:rect l="0" t="0" r="r" b="b"/>
            <a:pathLst>
              <a:path w="1182" h="949">
                <a:moveTo>
                  <a:pt x="0" y="949"/>
                </a:moveTo>
                <a:lnTo>
                  <a:pt x="0" y="0"/>
                </a:lnTo>
                <a:lnTo>
                  <a:pt x="1182" y="0"/>
                </a:lnTo>
                <a:lnTo>
                  <a:pt x="1182" y="949"/>
                </a:lnTo>
                <a:lnTo>
                  <a:pt x="0" y="949"/>
                </a:lnTo>
                <a:moveTo>
                  <a:pt x="1182" y="474"/>
                </a:moveTo>
                <a:lnTo>
                  <a:pt x="1182" y="459"/>
                </a:lnTo>
                <a:lnTo>
                  <a:pt x="1181" y="444"/>
                </a:lnTo>
                <a:lnTo>
                  <a:pt x="1179" y="429"/>
                </a:lnTo>
                <a:lnTo>
                  <a:pt x="1177" y="415"/>
                </a:lnTo>
                <a:lnTo>
                  <a:pt x="1175" y="400"/>
                </a:lnTo>
                <a:lnTo>
                  <a:pt x="1171" y="385"/>
                </a:lnTo>
                <a:lnTo>
                  <a:pt x="1168" y="371"/>
                </a:lnTo>
                <a:lnTo>
                  <a:pt x="1163" y="356"/>
                </a:lnTo>
                <a:lnTo>
                  <a:pt x="1158" y="342"/>
                </a:lnTo>
                <a:lnTo>
                  <a:pt x="1153" y="328"/>
                </a:lnTo>
                <a:lnTo>
                  <a:pt x="1147" y="313"/>
                </a:lnTo>
                <a:lnTo>
                  <a:pt x="1140" y="300"/>
                </a:lnTo>
                <a:lnTo>
                  <a:pt x="1133" y="286"/>
                </a:lnTo>
                <a:lnTo>
                  <a:pt x="1126" y="272"/>
                </a:lnTo>
                <a:lnTo>
                  <a:pt x="1118" y="259"/>
                </a:lnTo>
                <a:lnTo>
                  <a:pt x="1109" y="246"/>
                </a:lnTo>
                <a:lnTo>
                  <a:pt x="1100" y="233"/>
                </a:lnTo>
                <a:lnTo>
                  <a:pt x="1090" y="220"/>
                </a:lnTo>
                <a:lnTo>
                  <a:pt x="1080" y="208"/>
                </a:lnTo>
                <a:lnTo>
                  <a:pt x="1069" y="195"/>
                </a:lnTo>
                <a:lnTo>
                  <a:pt x="1058" y="183"/>
                </a:lnTo>
                <a:lnTo>
                  <a:pt x="1046" y="172"/>
                </a:lnTo>
                <a:lnTo>
                  <a:pt x="1034" y="161"/>
                </a:lnTo>
                <a:lnTo>
                  <a:pt x="1022" y="150"/>
                </a:lnTo>
                <a:lnTo>
                  <a:pt x="1009" y="139"/>
                </a:lnTo>
                <a:lnTo>
                  <a:pt x="996" y="128"/>
                </a:lnTo>
                <a:lnTo>
                  <a:pt x="982" y="118"/>
                </a:lnTo>
                <a:lnTo>
                  <a:pt x="968" y="109"/>
                </a:lnTo>
                <a:lnTo>
                  <a:pt x="953" y="99"/>
                </a:lnTo>
                <a:lnTo>
                  <a:pt x="938" y="90"/>
                </a:lnTo>
                <a:lnTo>
                  <a:pt x="923" y="82"/>
                </a:lnTo>
                <a:lnTo>
                  <a:pt x="908" y="74"/>
                </a:lnTo>
                <a:lnTo>
                  <a:pt x="892" y="66"/>
                </a:lnTo>
                <a:lnTo>
                  <a:pt x="876" y="59"/>
                </a:lnTo>
                <a:lnTo>
                  <a:pt x="859" y="52"/>
                </a:lnTo>
                <a:lnTo>
                  <a:pt x="843" y="45"/>
                </a:lnTo>
                <a:lnTo>
                  <a:pt x="826" y="39"/>
                </a:lnTo>
                <a:lnTo>
                  <a:pt x="809" y="33"/>
                </a:lnTo>
                <a:lnTo>
                  <a:pt x="791" y="28"/>
                </a:lnTo>
                <a:lnTo>
                  <a:pt x="774" y="23"/>
                </a:lnTo>
                <a:lnTo>
                  <a:pt x="756" y="19"/>
                </a:lnTo>
                <a:lnTo>
                  <a:pt x="738" y="15"/>
                </a:lnTo>
                <a:lnTo>
                  <a:pt x="720" y="11"/>
                </a:lnTo>
                <a:lnTo>
                  <a:pt x="702" y="8"/>
                </a:lnTo>
                <a:lnTo>
                  <a:pt x="684" y="6"/>
                </a:lnTo>
                <a:lnTo>
                  <a:pt x="665" y="4"/>
                </a:lnTo>
                <a:lnTo>
                  <a:pt x="647" y="2"/>
                </a:lnTo>
                <a:lnTo>
                  <a:pt x="628" y="1"/>
                </a:lnTo>
                <a:lnTo>
                  <a:pt x="610" y="0"/>
                </a:lnTo>
                <a:lnTo>
                  <a:pt x="591" y="0"/>
                </a:lnTo>
                <a:lnTo>
                  <a:pt x="573" y="0"/>
                </a:lnTo>
                <a:lnTo>
                  <a:pt x="554" y="1"/>
                </a:lnTo>
                <a:lnTo>
                  <a:pt x="536" y="2"/>
                </a:lnTo>
                <a:lnTo>
                  <a:pt x="517" y="4"/>
                </a:lnTo>
                <a:lnTo>
                  <a:pt x="499" y="6"/>
                </a:lnTo>
                <a:lnTo>
                  <a:pt x="481" y="8"/>
                </a:lnTo>
                <a:lnTo>
                  <a:pt x="463" y="11"/>
                </a:lnTo>
                <a:lnTo>
                  <a:pt x="444" y="15"/>
                </a:lnTo>
                <a:lnTo>
                  <a:pt x="427" y="19"/>
                </a:lnTo>
                <a:lnTo>
                  <a:pt x="409" y="23"/>
                </a:lnTo>
                <a:lnTo>
                  <a:pt x="391" y="28"/>
                </a:lnTo>
                <a:lnTo>
                  <a:pt x="374" y="33"/>
                </a:lnTo>
                <a:lnTo>
                  <a:pt x="357" y="39"/>
                </a:lnTo>
                <a:lnTo>
                  <a:pt x="340" y="45"/>
                </a:lnTo>
                <a:lnTo>
                  <a:pt x="322" y="52"/>
                </a:lnTo>
                <a:lnTo>
                  <a:pt x="306" y="59"/>
                </a:lnTo>
                <a:lnTo>
                  <a:pt x="290" y="66"/>
                </a:lnTo>
                <a:lnTo>
                  <a:pt x="274" y="74"/>
                </a:lnTo>
                <a:lnTo>
                  <a:pt x="258" y="82"/>
                </a:lnTo>
                <a:lnTo>
                  <a:pt x="243" y="90"/>
                </a:lnTo>
                <a:lnTo>
                  <a:pt x="228" y="99"/>
                </a:lnTo>
                <a:lnTo>
                  <a:pt x="214" y="109"/>
                </a:lnTo>
                <a:lnTo>
                  <a:pt x="200" y="118"/>
                </a:lnTo>
                <a:lnTo>
                  <a:pt x="186" y="128"/>
                </a:lnTo>
                <a:lnTo>
                  <a:pt x="173" y="139"/>
                </a:lnTo>
                <a:lnTo>
                  <a:pt x="160" y="150"/>
                </a:lnTo>
                <a:lnTo>
                  <a:pt x="147" y="161"/>
                </a:lnTo>
                <a:lnTo>
                  <a:pt x="135" y="172"/>
                </a:lnTo>
                <a:lnTo>
                  <a:pt x="124" y="183"/>
                </a:lnTo>
                <a:lnTo>
                  <a:pt x="113" y="195"/>
                </a:lnTo>
                <a:lnTo>
                  <a:pt x="102" y="208"/>
                </a:lnTo>
                <a:lnTo>
                  <a:pt x="92" y="220"/>
                </a:lnTo>
                <a:lnTo>
                  <a:pt x="82" y="233"/>
                </a:lnTo>
                <a:lnTo>
                  <a:pt x="73" y="246"/>
                </a:lnTo>
                <a:lnTo>
                  <a:pt x="64" y="259"/>
                </a:lnTo>
                <a:lnTo>
                  <a:pt x="56" y="272"/>
                </a:lnTo>
                <a:lnTo>
                  <a:pt x="48" y="286"/>
                </a:lnTo>
                <a:lnTo>
                  <a:pt x="41" y="300"/>
                </a:lnTo>
                <a:lnTo>
                  <a:pt x="35" y="313"/>
                </a:lnTo>
                <a:lnTo>
                  <a:pt x="29" y="328"/>
                </a:lnTo>
                <a:lnTo>
                  <a:pt x="23" y="342"/>
                </a:lnTo>
                <a:lnTo>
                  <a:pt x="18" y="356"/>
                </a:lnTo>
                <a:lnTo>
                  <a:pt x="14" y="371"/>
                </a:lnTo>
                <a:lnTo>
                  <a:pt x="10" y="385"/>
                </a:lnTo>
                <a:lnTo>
                  <a:pt x="7" y="400"/>
                </a:lnTo>
                <a:lnTo>
                  <a:pt x="4" y="415"/>
                </a:lnTo>
                <a:lnTo>
                  <a:pt x="2" y="429"/>
                </a:lnTo>
                <a:lnTo>
                  <a:pt x="1" y="444"/>
                </a:lnTo>
                <a:lnTo>
                  <a:pt x="0" y="459"/>
                </a:lnTo>
                <a:lnTo>
                  <a:pt x="0" y="474"/>
                </a:lnTo>
                <a:lnTo>
                  <a:pt x="0" y="489"/>
                </a:lnTo>
                <a:lnTo>
                  <a:pt x="1" y="504"/>
                </a:lnTo>
                <a:lnTo>
                  <a:pt x="2" y="519"/>
                </a:lnTo>
                <a:lnTo>
                  <a:pt x="4" y="533"/>
                </a:lnTo>
                <a:lnTo>
                  <a:pt x="7" y="548"/>
                </a:lnTo>
                <a:lnTo>
                  <a:pt x="10" y="564"/>
                </a:lnTo>
                <a:lnTo>
                  <a:pt x="14" y="578"/>
                </a:lnTo>
                <a:lnTo>
                  <a:pt x="18" y="593"/>
                </a:lnTo>
                <a:lnTo>
                  <a:pt x="23" y="607"/>
                </a:lnTo>
                <a:lnTo>
                  <a:pt x="29" y="622"/>
                </a:lnTo>
                <a:lnTo>
                  <a:pt x="35" y="636"/>
                </a:lnTo>
                <a:lnTo>
                  <a:pt x="41" y="650"/>
                </a:lnTo>
                <a:lnTo>
                  <a:pt x="48" y="663"/>
                </a:lnTo>
                <a:lnTo>
                  <a:pt x="56" y="677"/>
                </a:lnTo>
                <a:lnTo>
                  <a:pt x="64" y="690"/>
                </a:lnTo>
                <a:lnTo>
                  <a:pt x="73" y="703"/>
                </a:lnTo>
                <a:lnTo>
                  <a:pt x="82" y="716"/>
                </a:lnTo>
                <a:lnTo>
                  <a:pt x="92" y="729"/>
                </a:lnTo>
                <a:lnTo>
                  <a:pt x="102" y="742"/>
                </a:lnTo>
                <a:lnTo>
                  <a:pt x="113" y="754"/>
                </a:lnTo>
                <a:lnTo>
                  <a:pt x="124" y="766"/>
                </a:lnTo>
                <a:lnTo>
                  <a:pt x="135" y="777"/>
                </a:lnTo>
                <a:lnTo>
                  <a:pt x="147" y="789"/>
                </a:lnTo>
                <a:lnTo>
                  <a:pt x="160" y="800"/>
                </a:lnTo>
                <a:lnTo>
                  <a:pt x="173" y="810"/>
                </a:lnTo>
                <a:lnTo>
                  <a:pt x="186" y="821"/>
                </a:lnTo>
                <a:lnTo>
                  <a:pt x="200" y="831"/>
                </a:lnTo>
                <a:lnTo>
                  <a:pt x="214" y="840"/>
                </a:lnTo>
                <a:lnTo>
                  <a:pt x="228" y="850"/>
                </a:lnTo>
                <a:lnTo>
                  <a:pt x="243" y="859"/>
                </a:lnTo>
                <a:lnTo>
                  <a:pt x="258" y="867"/>
                </a:lnTo>
                <a:lnTo>
                  <a:pt x="274" y="875"/>
                </a:lnTo>
                <a:lnTo>
                  <a:pt x="290" y="883"/>
                </a:lnTo>
                <a:lnTo>
                  <a:pt x="306" y="891"/>
                </a:lnTo>
                <a:lnTo>
                  <a:pt x="322" y="898"/>
                </a:lnTo>
                <a:lnTo>
                  <a:pt x="340" y="904"/>
                </a:lnTo>
                <a:lnTo>
                  <a:pt x="357" y="910"/>
                </a:lnTo>
                <a:lnTo>
                  <a:pt x="374" y="916"/>
                </a:lnTo>
                <a:lnTo>
                  <a:pt x="391" y="921"/>
                </a:lnTo>
                <a:lnTo>
                  <a:pt x="409" y="926"/>
                </a:lnTo>
                <a:lnTo>
                  <a:pt x="427" y="930"/>
                </a:lnTo>
                <a:lnTo>
                  <a:pt x="444" y="934"/>
                </a:lnTo>
                <a:lnTo>
                  <a:pt x="463" y="938"/>
                </a:lnTo>
                <a:lnTo>
                  <a:pt x="481" y="941"/>
                </a:lnTo>
                <a:lnTo>
                  <a:pt x="499" y="943"/>
                </a:lnTo>
                <a:lnTo>
                  <a:pt x="517" y="945"/>
                </a:lnTo>
                <a:lnTo>
                  <a:pt x="536" y="947"/>
                </a:lnTo>
                <a:lnTo>
                  <a:pt x="554" y="948"/>
                </a:lnTo>
                <a:lnTo>
                  <a:pt x="573" y="949"/>
                </a:lnTo>
                <a:lnTo>
                  <a:pt x="591" y="949"/>
                </a:lnTo>
                <a:lnTo>
                  <a:pt x="610" y="949"/>
                </a:lnTo>
                <a:lnTo>
                  <a:pt x="628" y="948"/>
                </a:lnTo>
                <a:lnTo>
                  <a:pt x="647" y="947"/>
                </a:lnTo>
                <a:lnTo>
                  <a:pt x="665" y="945"/>
                </a:lnTo>
                <a:lnTo>
                  <a:pt x="684" y="943"/>
                </a:lnTo>
                <a:lnTo>
                  <a:pt x="702" y="941"/>
                </a:lnTo>
                <a:lnTo>
                  <a:pt x="720" y="938"/>
                </a:lnTo>
                <a:lnTo>
                  <a:pt x="738" y="934"/>
                </a:lnTo>
                <a:lnTo>
                  <a:pt x="756" y="930"/>
                </a:lnTo>
                <a:lnTo>
                  <a:pt x="774" y="926"/>
                </a:lnTo>
                <a:lnTo>
                  <a:pt x="791" y="921"/>
                </a:lnTo>
                <a:lnTo>
                  <a:pt x="809" y="916"/>
                </a:lnTo>
                <a:lnTo>
                  <a:pt x="826" y="910"/>
                </a:lnTo>
                <a:lnTo>
                  <a:pt x="843" y="904"/>
                </a:lnTo>
                <a:lnTo>
                  <a:pt x="859" y="898"/>
                </a:lnTo>
                <a:lnTo>
                  <a:pt x="876" y="891"/>
                </a:lnTo>
                <a:lnTo>
                  <a:pt x="892" y="883"/>
                </a:lnTo>
                <a:lnTo>
                  <a:pt x="908" y="875"/>
                </a:lnTo>
                <a:lnTo>
                  <a:pt x="923" y="867"/>
                </a:lnTo>
                <a:lnTo>
                  <a:pt x="938" y="859"/>
                </a:lnTo>
                <a:lnTo>
                  <a:pt x="953" y="850"/>
                </a:lnTo>
                <a:lnTo>
                  <a:pt x="968" y="840"/>
                </a:lnTo>
                <a:lnTo>
                  <a:pt x="982" y="831"/>
                </a:lnTo>
                <a:lnTo>
                  <a:pt x="996" y="821"/>
                </a:lnTo>
                <a:lnTo>
                  <a:pt x="1009" y="810"/>
                </a:lnTo>
                <a:lnTo>
                  <a:pt x="1022" y="800"/>
                </a:lnTo>
                <a:lnTo>
                  <a:pt x="1034" y="789"/>
                </a:lnTo>
                <a:lnTo>
                  <a:pt x="1046" y="777"/>
                </a:lnTo>
                <a:lnTo>
                  <a:pt x="1058" y="766"/>
                </a:lnTo>
                <a:lnTo>
                  <a:pt x="1069" y="754"/>
                </a:lnTo>
                <a:lnTo>
                  <a:pt x="1080" y="742"/>
                </a:lnTo>
                <a:lnTo>
                  <a:pt x="1090" y="729"/>
                </a:lnTo>
                <a:lnTo>
                  <a:pt x="1100" y="716"/>
                </a:lnTo>
                <a:lnTo>
                  <a:pt x="1109" y="703"/>
                </a:lnTo>
                <a:lnTo>
                  <a:pt x="1118" y="690"/>
                </a:lnTo>
                <a:lnTo>
                  <a:pt x="1126" y="677"/>
                </a:lnTo>
                <a:lnTo>
                  <a:pt x="1133" y="663"/>
                </a:lnTo>
                <a:lnTo>
                  <a:pt x="1140" y="650"/>
                </a:lnTo>
                <a:lnTo>
                  <a:pt x="1147" y="636"/>
                </a:lnTo>
                <a:lnTo>
                  <a:pt x="1153" y="622"/>
                </a:lnTo>
                <a:lnTo>
                  <a:pt x="1158" y="607"/>
                </a:lnTo>
                <a:lnTo>
                  <a:pt x="1163" y="593"/>
                </a:lnTo>
                <a:lnTo>
                  <a:pt x="1168" y="578"/>
                </a:lnTo>
                <a:lnTo>
                  <a:pt x="1171" y="564"/>
                </a:lnTo>
                <a:lnTo>
                  <a:pt x="1175" y="548"/>
                </a:lnTo>
                <a:lnTo>
                  <a:pt x="1177" y="533"/>
                </a:lnTo>
                <a:lnTo>
                  <a:pt x="1179" y="519"/>
                </a:lnTo>
                <a:lnTo>
                  <a:pt x="1181" y="504"/>
                </a:lnTo>
                <a:lnTo>
                  <a:pt x="1182" y="489"/>
                </a:lnTo>
                <a:lnTo>
                  <a:pt x="1182" y="47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" name=""/>
          <p:cNvSpPr/>
          <p:nvPr/>
        </p:nvSpPr>
        <p:spPr>
          <a:xfrm>
            <a:off x="2647080" y="1674720"/>
            <a:ext cx="425520" cy="341640"/>
          </a:xfrm>
          <a:custGeom>
            <a:avLst/>
            <a:gdLst/>
            <a:ahLst/>
            <a:rect l="0" t="0" r="r" b="b"/>
            <a:pathLst>
              <a:path w="1182" h="949">
                <a:moveTo>
                  <a:pt x="0" y="474"/>
                </a:moveTo>
                <a:cubicBezTo>
                  <a:pt x="0" y="212"/>
                  <a:pt x="264" y="0"/>
                  <a:pt x="591" y="0"/>
                </a:cubicBezTo>
                <a:cubicBezTo>
                  <a:pt x="918" y="0"/>
                  <a:pt x="1182" y="212"/>
                  <a:pt x="1182" y="474"/>
                </a:cubicBezTo>
                <a:cubicBezTo>
                  <a:pt x="1182" y="737"/>
                  <a:pt x="918" y="949"/>
                  <a:pt x="591" y="949"/>
                </a:cubicBezTo>
                <a:cubicBezTo>
                  <a:pt x="264" y="949"/>
                  <a:pt x="0" y="737"/>
                  <a:pt x="0" y="474"/>
                </a:cubicBez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" name=""/>
          <p:cNvSpPr/>
          <p:nvPr/>
        </p:nvSpPr>
        <p:spPr>
          <a:xfrm>
            <a:off x="2793240" y="212580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" name=""/>
          <p:cNvSpPr/>
          <p:nvPr/>
        </p:nvSpPr>
        <p:spPr>
          <a:xfrm>
            <a:off x="2793240" y="212724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" name=""/>
          <p:cNvSpPr/>
          <p:nvPr/>
        </p:nvSpPr>
        <p:spPr>
          <a:xfrm>
            <a:off x="2793240" y="21279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" name=""/>
          <p:cNvSpPr/>
          <p:nvPr/>
        </p:nvSpPr>
        <p:spPr>
          <a:xfrm>
            <a:off x="2793240" y="212832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" name=""/>
          <p:cNvSpPr/>
          <p:nvPr/>
        </p:nvSpPr>
        <p:spPr>
          <a:xfrm>
            <a:off x="2793240" y="212904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" name=""/>
          <p:cNvSpPr/>
          <p:nvPr/>
        </p:nvSpPr>
        <p:spPr>
          <a:xfrm>
            <a:off x="2793240" y="213048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" name=""/>
          <p:cNvSpPr/>
          <p:nvPr/>
        </p:nvSpPr>
        <p:spPr>
          <a:xfrm>
            <a:off x="2793240" y="213156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" name=""/>
          <p:cNvSpPr/>
          <p:nvPr/>
        </p:nvSpPr>
        <p:spPr>
          <a:xfrm>
            <a:off x="2793240" y="213228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" name=""/>
          <p:cNvSpPr/>
          <p:nvPr/>
        </p:nvSpPr>
        <p:spPr>
          <a:xfrm>
            <a:off x="2793240" y="213372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" name=""/>
          <p:cNvSpPr/>
          <p:nvPr/>
        </p:nvSpPr>
        <p:spPr>
          <a:xfrm>
            <a:off x="2793240" y="21344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1" name=""/>
          <p:cNvSpPr/>
          <p:nvPr/>
        </p:nvSpPr>
        <p:spPr>
          <a:xfrm>
            <a:off x="2793240" y="213480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2" name=""/>
          <p:cNvSpPr/>
          <p:nvPr/>
        </p:nvSpPr>
        <p:spPr>
          <a:xfrm>
            <a:off x="2793240" y="213552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" name=""/>
          <p:cNvSpPr/>
          <p:nvPr/>
        </p:nvSpPr>
        <p:spPr>
          <a:xfrm>
            <a:off x="2793240" y="21362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4" name=""/>
          <p:cNvSpPr/>
          <p:nvPr/>
        </p:nvSpPr>
        <p:spPr>
          <a:xfrm>
            <a:off x="2793240" y="21366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5" name=""/>
          <p:cNvSpPr/>
          <p:nvPr/>
        </p:nvSpPr>
        <p:spPr>
          <a:xfrm>
            <a:off x="2793240" y="213696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6" name=""/>
          <p:cNvSpPr/>
          <p:nvPr/>
        </p:nvSpPr>
        <p:spPr>
          <a:xfrm>
            <a:off x="2793240" y="21380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7" name=""/>
          <p:cNvSpPr/>
          <p:nvPr/>
        </p:nvSpPr>
        <p:spPr>
          <a:xfrm>
            <a:off x="2793240" y="21384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8" name=""/>
          <p:cNvSpPr/>
          <p:nvPr/>
        </p:nvSpPr>
        <p:spPr>
          <a:xfrm>
            <a:off x="2793240" y="213876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9" name=""/>
          <p:cNvSpPr/>
          <p:nvPr/>
        </p:nvSpPr>
        <p:spPr>
          <a:xfrm>
            <a:off x="2793240" y="2140200"/>
            <a:ext cx="127080" cy="2520"/>
          </a:xfrm>
          <a:custGeom>
            <a:avLst/>
            <a:gdLst/>
            <a:ahLst/>
            <a:rect l="0" t="0" r="r" b="b"/>
            <a:pathLst>
              <a:path w="353" h="7">
                <a:moveTo>
                  <a:pt x="0" y="0"/>
                </a:moveTo>
                <a:lnTo>
                  <a:pt x="353" y="0"/>
                </a:lnTo>
                <a:lnTo>
                  <a:pt x="353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0" name=""/>
          <p:cNvSpPr/>
          <p:nvPr/>
        </p:nvSpPr>
        <p:spPr>
          <a:xfrm>
            <a:off x="2793240" y="214200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1" name=""/>
          <p:cNvSpPr/>
          <p:nvPr/>
        </p:nvSpPr>
        <p:spPr>
          <a:xfrm>
            <a:off x="2793240" y="214344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2" name=""/>
          <p:cNvSpPr/>
          <p:nvPr/>
        </p:nvSpPr>
        <p:spPr>
          <a:xfrm>
            <a:off x="2793240" y="21445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3" name=""/>
          <p:cNvSpPr/>
          <p:nvPr/>
        </p:nvSpPr>
        <p:spPr>
          <a:xfrm>
            <a:off x="2793240" y="21448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4" name=""/>
          <p:cNvSpPr/>
          <p:nvPr/>
        </p:nvSpPr>
        <p:spPr>
          <a:xfrm>
            <a:off x="2793240" y="214524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5" name=""/>
          <p:cNvSpPr/>
          <p:nvPr/>
        </p:nvSpPr>
        <p:spPr>
          <a:xfrm>
            <a:off x="2793240" y="214596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0f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6" name=""/>
          <p:cNvSpPr/>
          <p:nvPr/>
        </p:nvSpPr>
        <p:spPr>
          <a:xfrm>
            <a:off x="2793240" y="214668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7" name=""/>
          <p:cNvSpPr/>
          <p:nvPr/>
        </p:nvSpPr>
        <p:spPr>
          <a:xfrm>
            <a:off x="2793240" y="21474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8" name=""/>
          <p:cNvSpPr/>
          <p:nvPr/>
        </p:nvSpPr>
        <p:spPr>
          <a:xfrm>
            <a:off x="2793240" y="214776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9" name=""/>
          <p:cNvSpPr/>
          <p:nvPr/>
        </p:nvSpPr>
        <p:spPr>
          <a:xfrm>
            <a:off x="2793240" y="214848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0" name=""/>
          <p:cNvSpPr/>
          <p:nvPr/>
        </p:nvSpPr>
        <p:spPr>
          <a:xfrm>
            <a:off x="2793240" y="21492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1" name=""/>
          <p:cNvSpPr/>
          <p:nvPr/>
        </p:nvSpPr>
        <p:spPr>
          <a:xfrm>
            <a:off x="2793240" y="21495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2" name=""/>
          <p:cNvSpPr/>
          <p:nvPr/>
        </p:nvSpPr>
        <p:spPr>
          <a:xfrm>
            <a:off x="2793240" y="214992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3" name=""/>
          <p:cNvSpPr/>
          <p:nvPr/>
        </p:nvSpPr>
        <p:spPr>
          <a:xfrm>
            <a:off x="2793240" y="21506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4" name=""/>
          <p:cNvSpPr/>
          <p:nvPr/>
        </p:nvSpPr>
        <p:spPr>
          <a:xfrm>
            <a:off x="2793240" y="215100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5" name=""/>
          <p:cNvSpPr/>
          <p:nvPr/>
        </p:nvSpPr>
        <p:spPr>
          <a:xfrm>
            <a:off x="2793240" y="215172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6" name=""/>
          <p:cNvSpPr/>
          <p:nvPr/>
        </p:nvSpPr>
        <p:spPr>
          <a:xfrm>
            <a:off x="2793240" y="215244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7" name=""/>
          <p:cNvSpPr/>
          <p:nvPr/>
        </p:nvSpPr>
        <p:spPr>
          <a:xfrm>
            <a:off x="2793240" y="215316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8" name=""/>
          <p:cNvSpPr/>
          <p:nvPr/>
        </p:nvSpPr>
        <p:spPr>
          <a:xfrm>
            <a:off x="2793240" y="215424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49" name=""/>
          <p:cNvSpPr/>
          <p:nvPr/>
        </p:nvSpPr>
        <p:spPr>
          <a:xfrm>
            <a:off x="2793240" y="215496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0" name=""/>
          <p:cNvSpPr/>
          <p:nvPr/>
        </p:nvSpPr>
        <p:spPr>
          <a:xfrm>
            <a:off x="2793240" y="215568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1" name=""/>
          <p:cNvSpPr/>
          <p:nvPr/>
        </p:nvSpPr>
        <p:spPr>
          <a:xfrm>
            <a:off x="2793240" y="215640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2" name=""/>
          <p:cNvSpPr/>
          <p:nvPr/>
        </p:nvSpPr>
        <p:spPr>
          <a:xfrm>
            <a:off x="2793240" y="215748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3" name=""/>
          <p:cNvSpPr/>
          <p:nvPr/>
        </p:nvSpPr>
        <p:spPr>
          <a:xfrm>
            <a:off x="2793240" y="215820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4" name=""/>
          <p:cNvSpPr/>
          <p:nvPr/>
        </p:nvSpPr>
        <p:spPr>
          <a:xfrm>
            <a:off x="2793240" y="215892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5" name=""/>
          <p:cNvSpPr/>
          <p:nvPr/>
        </p:nvSpPr>
        <p:spPr>
          <a:xfrm>
            <a:off x="2793240" y="215964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6" name=""/>
          <p:cNvSpPr/>
          <p:nvPr/>
        </p:nvSpPr>
        <p:spPr>
          <a:xfrm>
            <a:off x="2793240" y="21603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7" name=""/>
          <p:cNvSpPr/>
          <p:nvPr/>
        </p:nvSpPr>
        <p:spPr>
          <a:xfrm>
            <a:off x="2793240" y="21607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8" name=""/>
          <p:cNvSpPr/>
          <p:nvPr/>
        </p:nvSpPr>
        <p:spPr>
          <a:xfrm>
            <a:off x="2793240" y="21610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9" name=""/>
          <p:cNvSpPr/>
          <p:nvPr/>
        </p:nvSpPr>
        <p:spPr>
          <a:xfrm>
            <a:off x="2793240" y="21614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0" name=""/>
          <p:cNvSpPr/>
          <p:nvPr/>
        </p:nvSpPr>
        <p:spPr>
          <a:xfrm>
            <a:off x="2793240" y="21618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1" name=""/>
          <p:cNvSpPr/>
          <p:nvPr/>
        </p:nvSpPr>
        <p:spPr>
          <a:xfrm>
            <a:off x="2793240" y="216216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2" name=""/>
          <p:cNvSpPr/>
          <p:nvPr/>
        </p:nvSpPr>
        <p:spPr>
          <a:xfrm>
            <a:off x="2793240" y="216288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c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3" name=""/>
          <p:cNvSpPr/>
          <p:nvPr/>
        </p:nvSpPr>
        <p:spPr>
          <a:xfrm>
            <a:off x="2793240" y="21636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bdb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4" name=""/>
          <p:cNvSpPr/>
          <p:nvPr/>
        </p:nvSpPr>
        <p:spPr>
          <a:xfrm>
            <a:off x="2793240" y="21639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5" name=""/>
          <p:cNvSpPr/>
          <p:nvPr/>
        </p:nvSpPr>
        <p:spPr>
          <a:xfrm>
            <a:off x="2793240" y="21643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6" name=""/>
          <p:cNvSpPr/>
          <p:nvPr/>
        </p:nvSpPr>
        <p:spPr>
          <a:xfrm>
            <a:off x="2793240" y="216468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7" name=""/>
          <p:cNvSpPr/>
          <p:nvPr/>
        </p:nvSpPr>
        <p:spPr>
          <a:xfrm>
            <a:off x="2793240" y="21654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8" name=""/>
          <p:cNvSpPr/>
          <p:nvPr/>
        </p:nvSpPr>
        <p:spPr>
          <a:xfrm>
            <a:off x="2793240" y="21657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69" name=""/>
          <p:cNvSpPr/>
          <p:nvPr/>
        </p:nvSpPr>
        <p:spPr>
          <a:xfrm>
            <a:off x="2793240" y="216612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0" name=""/>
          <p:cNvSpPr/>
          <p:nvPr/>
        </p:nvSpPr>
        <p:spPr>
          <a:xfrm>
            <a:off x="2793240" y="21672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1" name=""/>
          <p:cNvSpPr/>
          <p:nvPr/>
        </p:nvSpPr>
        <p:spPr>
          <a:xfrm>
            <a:off x="2793240" y="21675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2" name=""/>
          <p:cNvSpPr/>
          <p:nvPr/>
        </p:nvSpPr>
        <p:spPr>
          <a:xfrm>
            <a:off x="2793240" y="21679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3" name=""/>
          <p:cNvSpPr/>
          <p:nvPr/>
        </p:nvSpPr>
        <p:spPr>
          <a:xfrm>
            <a:off x="2793240" y="21682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4" name=""/>
          <p:cNvSpPr/>
          <p:nvPr/>
        </p:nvSpPr>
        <p:spPr>
          <a:xfrm>
            <a:off x="2793240" y="21686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5" name=""/>
          <p:cNvSpPr/>
          <p:nvPr/>
        </p:nvSpPr>
        <p:spPr>
          <a:xfrm>
            <a:off x="2793240" y="21690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6" name=""/>
          <p:cNvSpPr/>
          <p:nvPr/>
        </p:nvSpPr>
        <p:spPr>
          <a:xfrm>
            <a:off x="2793240" y="216936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7" name=""/>
          <p:cNvSpPr/>
          <p:nvPr/>
        </p:nvSpPr>
        <p:spPr>
          <a:xfrm>
            <a:off x="2793240" y="21700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8" name=""/>
          <p:cNvSpPr/>
          <p:nvPr/>
        </p:nvSpPr>
        <p:spPr>
          <a:xfrm>
            <a:off x="2793240" y="21704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9" name=""/>
          <p:cNvSpPr/>
          <p:nvPr/>
        </p:nvSpPr>
        <p:spPr>
          <a:xfrm>
            <a:off x="2793240" y="21708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0" name=""/>
          <p:cNvSpPr/>
          <p:nvPr/>
        </p:nvSpPr>
        <p:spPr>
          <a:xfrm>
            <a:off x="2793240" y="21711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1" name=""/>
          <p:cNvSpPr/>
          <p:nvPr/>
        </p:nvSpPr>
        <p:spPr>
          <a:xfrm>
            <a:off x="2793240" y="21715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2" name=""/>
          <p:cNvSpPr/>
          <p:nvPr/>
        </p:nvSpPr>
        <p:spPr>
          <a:xfrm>
            <a:off x="2793240" y="21718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3" name=""/>
          <p:cNvSpPr/>
          <p:nvPr/>
        </p:nvSpPr>
        <p:spPr>
          <a:xfrm>
            <a:off x="2793240" y="21722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4" name=""/>
          <p:cNvSpPr/>
          <p:nvPr/>
        </p:nvSpPr>
        <p:spPr>
          <a:xfrm>
            <a:off x="2793240" y="217260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5" name=""/>
          <p:cNvSpPr/>
          <p:nvPr/>
        </p:nvSpPr>
        <p:spPr>
          <a:xfrm>
            <a:off x="2793240" y="21733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6" name=""/>
          <p:cNvSpPr/>
          <p:nvPr/>
        </p:nvSpPr>
        <p:spPr>
          <a:xfrm>
            <a:off x="2793240" y="21736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7" name=""/>
          <p:cNvSpPr/>
          <p:nvPr/>
        </p:nvSpPr>
        <p:spPr>
          <a:xfrm>
            <a:off x="2793240" y="21740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8" name=""/>
          <p:cNvSpPr/>
          <p:nvPr/>
        </p:nvSpPr>
        <p:spPr>
          <a:xfrm>
            <a:off x="2793240" y="21744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89" name=""/>
          <p:cNvSpPr/>
          <p:nvPr/>
        </p:nvSpPr>
        <p:spPr>
          <a:xfrm>
            <a:off x="2793240" y="21747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0" name=""/>
          <p:cNvSpPr/>
          <p:nvPr/>
        </p:nvSpPr>
        <p:spPr>
          <a:xfrm>
            <a:off x="2793240" y="21751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1" name=""/>
          <p:cNvSpPr/>
          <p:nvPr/>
        </p:nvSpPr>
        <p:spPr>
          <a:xfrm>
            <a:off x="2793240" y="21754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2" name=""/>
          <p:cNvSpPr/>
          <p:nvPr/>
        </p:nvSpPr>
        <p:spPr>
          <a:xfrm>
            <a:off x="2793240" y="217584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3" name=""/>
          <p:cNvSpPr/>
          <p:nvPr/>
        </p:nvSpPr>
        <p:spPr>
          <a:xfrm>
            <a:off x="2793240" y="21765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4" name=""/>
          <p:cNvSpPr/>
          <p:nvPr/>
        </p:nvSpPr>
        <p:spPr>
          <a:xfrm>
            <a:off x="2793240" y="21769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5" name=""/>
          <p:cNvSpPr/>
          <p:nvPr/>
        </p:nvSpPr>
        <p:spPr>
          <a:xfrm>
            <a:off x="2793240" y="21772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6" name=""/>
          <p:cNvSpPr/>
          <p:nvPr/>
        </p:nvSpPr>
        <p:spPr>
          <a:xfrm>
            <a:off x="2793240" y="21776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7" name=""/>
          <p:cNvSpPr/>
          <p:nvPr/>
        </p:nvSpPr>
        <p:spPr>
          <a:xfrm>
            <a:off x="2793240" y="21780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8" name=""/>
          <p:cNvSpPr/>
          <p:nvPr/>
        </p:nvSpPr>
        <p:spPr>
          <a:xfrm>
            <a:off x="2793240" y="21783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99" name=""/>
          <p:cNvSpPr/>
          <p:nvPr/>
        </p:nvSpPr>
        <p:spPr>
          <a:xfrm>
            <a:off x="2793240" y="21787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0" name=""/>
          <p:cNvSpPr/>
          <p:nvPr/>
        </p:nvSpPr>
        <p:spPr>
          <a:xfrm>
            <a:off x="2793240" y="217908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1" name=""/>
          <p:cNvSpPr/>
          <p:nvPr/>
        </p:nvSpPr>
        <p:spPr>
          <a:xfrm>
            <a:off x="2793240" y="21798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2" name=""/>
          <p:cNvSpPr/>
          <p:nvPr/>
        </p:nvSpPr>
        <p:spPr>
          <a:xfrm>
            <a:off x="2793240" y="21801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3" name=""/>
          <p:cNvSpPr/>
          <p:nvPr/>
        </p:nvSpPr>
        <p:spPr>
          <a:xfrm>
            <a:off x="2793240" y="21805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4" name=""/>
          <p:cNvSpPr/>
          <p:nvPr/>
        </p:nvSpPr>
        <p:spPr>
          <a:xfrm>
            <a:off x="2793240" y="21808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5" name=""/>
          <p:cNvSpPr/>
          <p:nvPr/>
        </p:nvSpPr>
        <p:spPr>
          <a:xfrm>
            <a:off x="2793240" y="21812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6" name=""/>
          <p:cNvSpPr/>
          <p:nvPr/>
        </p:nvSpPr>
        <p:spPr>
          <a:xfrm>
            <a:off x="2793240" y="21816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7" name=""/>
          <p:cNvSpPr/>
          <p:nvPr/>
        </p:nvSpPr>
        <p:spPr>
          <a:xfrm>
            <a:off x="2793240" y="21819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8" name=""/>
          <p:cNvSpPr/>
          <p:nvPr/>
        </p:nvSpPr>
        <p:spPr>
          <a:xfrm>
            <a:off x="2793240" y="218232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09" name=""/>
          <p:cNvSpPr/>
          <p:nvPr/>
        </p:nvSpPr>
        <p:spPr>
          <a:xfrm>
            <a:off x="2793240" y="21830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0" name=""/>
          <p:cNvSpPr/>
          <p:nvPr/>
        </p:nvSpPr>
        <p:spPr>
          <a:xfrm>
            <a:off x="2793240" y="21834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1" name=""/>
          <p:cNvSpPr/>
          <p:nvPr/>
        </p:nvSpPr>
        <p:spPr>
          <a:xfrm>
            <a:off x="2793240" y="21837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2" name=""/>
          <p:cNvSpPr/>
          <p:nvPr/>
        </p:nvSpPr>
        <p:spPr>
          <a:xfrm>
            <a:off x="2793240" y="21841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3" name=""/>
          <p:cNvSpPr/>
          <p:nvPr/>
        </p:nvSpPr>
        <p:spPr>
          <a:xfrm>
            <a:off x="2793240" y="21844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4" name=""/>
          <p:cNvSpPr/>
          <p:nvPr/>
        </p:nvSpPr>
        <p:spPr>
          <a:xfrm>
            <a:off x="2793240" y="21848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5" name=""/>
          <p:cNvSpPr/>
          <p:nvPr/>
        </p:nvSpPr>
        <p:spPr>
          <a:xfrm>
            <a:off x="2793240" y="21852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6" name=""/>
          <p:cNvSpPr/>
          <p:nvPr/>
        </p:nvSpPr>
        <p:spPr>
          <a:xfrm>
            <a:off x="2793240" y="218556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7" name=""/>
          <p:cNvSpPr/>
          <p:nvPr/>
        </p:nvSpPr>
        <p:spPr>
          <a:xfrm>
            <a:off x="2793240" y="21862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8" name=""/>
          <p:cNvSpPr/>
          <p:nvPr/>
        </p:nvSpPr>
        <p:spPr>
          <a:xfrm>
            <a:off x="2793240" y="21866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19" name=""/>
          <p:cNvSpPr/>
          <p:nvPr/>
        </p:nvSpPr>
        <p:spPr>
          <a:xfrm>
            <a:off x="2793240" y="21870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0" name=""/>
          <p:cNvSpPr/>
          <p:nvPr/>
        </p:nvSpPr>
        <p:spPr>
          <a:xfrm>
            <a:off x="2793240" y="21873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1" name=""/>
          <p:cNvSpPr/>
          <p:nvPr/>
        </p:nvSpPr>
        <p:spPr>
          <a:xfrm>
            <a:off x="2793240" y="21877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2" name=""/>
          <p:cNvSpPr/>
          <p:nvPr/>
        </p:nvSpPr>
        <p:spPr>
          <a:xfrm>
            <a:off x="2793240" y="21880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3" name=""/>
          <p:cNvSpPr/>
          <p:nvPr/>
        </p:nvSpPr>
        <p:spPr>
          <a:xfrm>
            <a:off x="2793240" y="21884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4" name=""/>
          <p:cNvSpPr/>
          <p:nvPr/>
        </p:nvSpPr>
        <p:spPr>
          <a:xfrm>
            <a:off x="2793240" y="218880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5" name=""/>
          <p:cNvSpPr/>
          <p:nvPr/>
        </p:nvSpPr>
        <p:spPr>
          <a:xfrm>
            <a:off x="2793240" y="21895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6" name=""/>
          <p:cNvSpPr/>
          <p:nvPr/>
        </p:nvSpPr>
        <p:spPr>
          <a:xfrm>
            <a:off x="2793240" y="21898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7" name=""/>
          <p:cNvSpPr/>
          <p:nvPr/>
        </p:nvSpPr>
        <p:spPr>
          <a:xfrm>
            <a:off x="2793240" y="21902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8" name=""/>
          <p:cNvSpPr/>
          <p:nvPr/>
        </p:nvSpPr>
        <p:spPr>
          <a:xfrm>
            <a:off x="2793240" y="21906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9" name=""/>
          <p:cNvSpPr/>
          <p:nvPr/>
        </p:nvSpPr>
        <p:spPr>
          <a:xfrm>
            <a:off x="2793240" y="21909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0" name=""/>
          <p:cNvSpPr/>
          <p:nvPr/>
        </p:nvSpPr>
        <p:spPr>
          <a:xfrm>
            <a:off x="2793240" y="21913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1" name=""/>
          <p:cNvSpPr/>
          <p:nvPr/>
        </p:nvSpPr>
        <p:spPr>
          <a:xfrm>
            <a:off x="2793240" y="21916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2" name=""/>
          <p:cNvSpPr/>
          <p:nvPr/>
        </p:nvSpPr>
        <p:spPr>
          <a:xfrm>
            <a:off x="2793240" y="219204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3" name=""/>
          <p:cNvSpPr/>
          <p:nvPr/>
        </p:nvSpPr>
        <p:spPr>
          <a:xfrm>
            <a:off x="2793240" y="21927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" name=""/>
          <p:cNvSpPr/>
          <p:nvPr/>
        </p:nvSpPr>
        <p:spPr>
          <a:xfrm>
            <a:off x="2793240" y="21931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" name=""/>
          <p:cNvSpPr/>
          <p:nvPr/>
        </p:nvSpPr>
        <p:spPr>
          <a:xfrm>
            <a:off x="2793240" y="21934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" name=""/>
          <p:cNvSpPr/>
          <p:nvPr/>
        </p:nvSpPr>
        <p:spPr>
          <a:xfrm>
            <a:off x="2793240" y="21938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" name=""/>
          <p:cNvSpPr/>
          <p:nvPr/>
        </p:nvSpPr>
        <p:spPr>
          <a:xfrm>
            <a:off x="2793240" y="21942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" name=""/>
          <p:cNvSpPr/>
          <p:nvPr/>
        </p:nvSpPr>
        <p:spPr>
          <a:xfrm>
            <a:off x="2793240" y="21945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" name=""/>
          <p:cNvSpPr/>
          <p:nvPr/>
        </p:nvSpPr>
        <p:spPr>
          <a:xfrm>
            <a:off x="2793240" y="21949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" name=""/>
          <p:cNvSpPr/>
          <p:nvPr/>
        </p:nvSpPr>
        <p:spPr>
          <a:xfrm>
            <a:off x="2793240" y="219528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" name=""/>
          <p:cNvSpPr/>
          <p:nvPr/>
        </p:nvSpPr>
        <p:spPr>
          <a:xfrm>
            <a:off x="2793240" y="21960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" name=""/>
          <p:cNvSpPr/>
          <p:nvPr/>
        </p:nvSpPr>
        <p:spPr>
          <a:xfrm>
            <a:off x="2793240" y="21963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" name=""/>
          <p:cNvSpPr/>
          <p:nvPr/>
        </p:nvSpPr>
        <p:spPr>
          <a:xfrm>
            <a:off x="2793240" y="21967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" name=""/>
          <p:cNvSpPr/>
          <p:nvPr/>
        </p:nvSpPr>
        <p:spPr>
          <a:xfrm>
            <a:off x="2793240" y="21970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" name=""/>
          <p:cNvSpPr/>
          <p:nvPr/>
        </p:nvSpPr>
        <p:spPr>
          <a:xfrm>
            <a:off x="2793240" y="21974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" name=""/>
          <p:cNvSpPr/>
          <p:nvPr/>
        </p:nvSpPr>
        <p:spPr>
          <a:xfrm>
            <a:off x="2793240" y="21978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" name=""/>
          <p:cNvSpPr/>
          <p:nvPr/>
        </p:nvSpPr>
        <p:spPr>
          <a:xfrm>
            <a:off x="2793240" y="21981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" name=""/>
          <p:cNvSpPr/>
          <p:nvPr/>
        </p:nvSpPr>
        <p:spPr>
          <a:xfrm>
            <a:off x="2793240" y="219852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" name=""/>
          <p:cNvSpPr/>
          <p:nvPr/>
        </p:nvSpPr>
        <p:spPr>
          <a:xfrm>
            <a:off x="2793240" y="21992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" name=""/>
          <p:cNvSpPr/>
          <p:nvPr/>
        </p:nvSpPr>
        <p:spPr>
          <a:xfrm>
            <a:off x="2793240" y="21996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" name=""/>
          <p:cNvSpPr/>
          <p:nvPr/>
        </p:nvSpPr>
        <p:spPr>
          <a:xfrm>
            <a:off x="2793240" y="21999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" name=""/>
          <p:cNvSpPr/>
          <p:nvPr/>
        </p:nvSpPr>
        <p:spPr>
          <a:xfrm>
            <a:off x="2793240" y="22003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" name=""/>
          <p:cNvSpPr/>
          <p:nvPr/>
        </p:nvSpPr>
        <p:spPr>
          <a:xfrm>
            <a:off x="2793240" y="22006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" name=""/>
          <p:cNvSpPr/>
          <p:nvPr/>
        </p:nvSpPr>
        <p:spPr>
          <a:xfrm>
            <a:off x="2793240" y="22010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" name=""/>
          <p:cNvSpPr/>
          <p:nvPr/>
        </p:nvSpPr>
        <p:spPr>
          <a:xfrm>
            <a:off x="2793240" y="22014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" name=""/>
          <p:cNvSpPr/>
          <p:nvPr/>
        </p:nvSpPr>
        <p:spPr>
          <a:xfrm>
            <a:off x="2793240" y="220176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" name=""/>
          <p:cNvSpPr/>
          <p:nvPr/>
        </p:nvSpPr>
        <p:spPr>
          <a:xfrm>
            <a:off x="2793240" y="22024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" name=""/>
          <p:cNvSpPr/>
          <p:nvPr/>
        </p:nvSpPr>
        <p:spPr>
          <a:xfrm>
            <a:off x="2793240" y="22028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" name=""/>
          <p:cNvSpPr/>
          <p:nvPr/>
        </p:nvSpPr>
        <p:spPr>
          <a:xfrm>
            <a:off x="2793240" y="22032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" name=""/>
          <p:cNvSpPr/>
          <p:nvPr/>
        </p:nvSpPr>
        <p:spPr>
          <a:xfrm>
            <a:off x="2793240" y="22035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" name=""/>
          <p:cNvSpPr/>
          <p:nvPr/>
        </p:nvSpPr>
        <p:spPr>
          <a:xfrm>
            <a:off x="2793240" y="22039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" name=""/>
          <p:cNvSpPr/>
          <p:nvPr/>
        </p:nvSpPr>
        <p:spPr>
          <a:xfrm>
            <a:off x="2793240" y="220428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" name=""/>
          <p:cNvSpPr/>
          <p:nvPr/>
        </p:nvSpPr>
        <p:spPr>
          <a:xfrm>
            <a:off x="2793240" y="220500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" name=""/>
          <p:cNvSpPr/>
          <p:nvPr/>
        </p:nvSpPr>
        <p:spPr>
          <a:xfrm>
            <a:off x="2793240" y="22057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" name=""/>
          <p:cNvSpPr/>
          <p:nvPr/>
        </p:nvSpPr>
        <p:spPr>
          <a:xfrm>
            <a:off x="2793240" y="22060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" name=""/>
          <p:cNvSpPr/>
          <p:nvPr/>
        </p:nvSpPr>
        <p:spPr>
          <a:xfrm>
            <a:off x="2793240" y="22064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" name=""/>
          <p:cNvSpPr/>
          <p:nvPr/>
        </p:nvSpPr>
        <p:spPr>
          <a:xfrm>
            <a:off x="2793240" y="220680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" name=""/>
          <p:cNvSpPr/>
          <p:nvPr/>
        </p:nvSpPr>
        <p:spPr>
          <a:xfrm>
            <a:off x="2793240" y="22075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b7b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" name=""/>
          <p:cNvSpPr/>
          <p:nvPr/>
        </p:nvSpPr>
        <p:spPr>
          <a:xfrm>
            <a:off x="2793240" y="22078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7a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" name=""/>
          <p:cNvSpPr/>
          <p:nvPr/>
        </p:nvSpPr>
        <p:spPr>
          <a:xfrm>
            <a:off x="2793240" y="220824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" name=""/>
          <p:cNvSpPr/>
          <p:nvPr/>
        </p:nvSpPr>
        <p:spPr>
          <a:xfrm>
            <a:off x="2793240" y="22093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7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" name=""/>
          <p:cNvSpPr/>
          <p:nvPr/>
        </p:nvSpPr>
        <p:spPr>
          <a:xfrm>
            <a:off x="2793240" y="22096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" name=""/>
          <p:cNvSpPr/>
          <p:nvPr/>
        </p:nvSpPr>
        <p:spPr>
          <a:xfrm>
            <a:off x="2793240" y="221004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767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" name=""/>
          <p:cNvSpPr/>
          <p:nvPr/>
        </p:nvSpPr>
        <p:spPr>
          <a:xfrm>
            <a:off x="2793240" y="22107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57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" name=""/>
          <p:cNvSpPr/>
          <p:nvPr/>
        </p:nvSpPr>
        <p:spPr>
          <a:xfrm>
            <a:off x="2793240" y="22111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" name=""/>
          <p:cNvSpPr/>
          <p:nvPr/>
        </p:nvSpPr>
        <p:spPr>
          <a:xfrm>
            <a:off x="2793240" y="221148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" name=""/>
          <p:cNvSpPr/>
          <p:nvPr/>
        </p:nvSpPr>
        <p:spPr>
          <a:xfrm>
            <a:off x="2793240" y="22122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" name=""/>
          <p:cNvSpPr/>
          <p:nvPr/>
        </p:nvSpPr>
        <p:spPr>
          <a:xfrm>
            <a:off x="2793240" y="221256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" name=""/>
          <p:cNvSpPr/>
          <p:nvPr/>
        </p:nvSpPr>
        <p:spPr>
          <a:xfrm>
            <a:off x="2793240" y="22132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171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" name=""/>
          <p:cNvSpPr/>
          <p:nvPr/>
        </p:nvSpPr>
        <p:spPr>
          <a:xfrm>
            <a:off x="2793240" y="22136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" name=""/>
          <p:cNvSpPr/>
          <p:nvPr/>
        </p:nvSpPr>
        <p:spPr>
          <a:xfrm>
            <a:off x="2793240" y="22140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" name=""/>
          <p:cNvSpPr/>
          <p:nvPr/>
        </p:nvSpPr>
        <p:spPr>
          <a:xfrm>
            <a:off x="2793240" y="22143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" name=""/>
          <p:cNvSpPr/>
          <p:nvPr/>
        </p:nvSpPr>
        <p:spPr>
          <a:xfrm>
            <a:off x="2793240" y="221472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6e6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" name=""/>
          <p:cNvSpPr/>
          <p:nvPr/>
        </p:nvSpPr>
        <p:spPr>
          <a:xfrm>
            <a:off x="2793240" y="221580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" name=""/>
          <p:cNvSpPr/>
          <p:nvPr/>
        </p:nvSpPr>
        <p:spPr>
          <a:xfrm>
            <a:off x="2793240" y="221652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c6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" name=""/>
          <p:cNvSpPr/>
          <p:nvPr/>
        </p:nvSpPr>
        <p:spPr>
          <a:xfrm>
            <a:off x="2793240" y="221724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" name=""/>
          <p:cNvSpPr/>
          <p:nvPr/>
        </p:nvSpPr>
        <p:spPr>
          <a:xfrm>
            <a:off x="2793240" y="221796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" name=""/>
          <p:cNvSpPr/>
          <p:nvPr/>
        </p:nvSpPr>
        <p:spPr>
          <a:xfrm>
            <a:off x="2793240" y="22186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" name=""/>
          <p:cNvSpPr/>
          <p:nvPr/>
        </p:nvSpPr>
        <p:spPr>
          <a:xfrm>
            <a:off x="2793240" y="22190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" name=""/>
          <p:cNvSpPr/>
          <p:nvPr/>
        </p:nvSpPr>
        <p:spPr>
          <a:xfrm>
            <a:off x="2793240" y="221940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" name=""/>
          <p:cNvSpPr/>
          <p:nvPr/>
        </p:nvSpPr>
        <p:spPr>
          <a:xfrm>
            <a:off x="2793240" y="22197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" name=""/>
          <p:cNvSpPr/>
          <p:nvPr/>
        </p:nvSpPr>
        <p:spPr>
          <a:xfrm>
            <a:off x="2793240" y="22201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" name=""/>
          <p:cNvSpPr/>
          <p:nvPr/>
        </p:nvSpPr>
        <p:spPr>
          <a:xfrm>
            <a:off x="2793240" y="22204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" name=""/>
          <p:cNvSpPr/>
          <p:nvPr/>
        </p:nvSpPr>
        <p:spPr>
          <a:xfrm>
            <a:off x="2793240" y="22208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" name=""/>
          <p:cNvSpPr/>
          <p:nvPr/>
        </p:nvSpPr>
        <p:spPr>
          <a:xfrm>
            <a:off x="2793240" y="222120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" name=""/>
          <p:cNvSpPr/>
          <p:nvPr/>
        </p:nvSpPr>
        <p:spPr>
          <a:xfrm>
            <a:off x="2793240" y="222228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" name=""/>
          <p:cNvSpPr/>
          <p:nvPr/>
        </p:nvSpPr>
        <p:spPr>
          <a:xfrm>
            <a:off x="2793240" y="222300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" name=""/>
          <p:cNvSpPr/>
          <p:nvPr/>
        </p:nvSpPr>
        <p:spPr>
          <a:xfrm>
            <a:off x="2793240" y="222372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363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" name=""/>
          <p:cNvSpPr/>
          <p:nvPr/>
        </p:nvSpPr>
        <p:spPr>
          <a:xfrm>
            <a:off x="2793240" y="222444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" name=""/>
          <p:cNvSpPr/>
          <p:nvPr/>
        </p:nvSpPr>
        <p:spPr>
          <a:xfrm>
            <a:off x="2793240" y="2224800"/>
            <a:ext cx="127080" cy="1440"/>
          </a:xfrm>
          <a:custGeom>
            <a:avLst/>
            <a:gdLst/>
            <a:ahLst/>
            <a:rect l="0" t="0" r="r" b="b"/>
            <a:pathLst>
              <a:path w="353" h="4">
                <a:moveTo>
                  <a:pt x="0" y="0"/>
                </a:moveTo>
                <a:lnTo>
                  <a:pt x="353" y="0"/>
                </a:lnTo>
                <a:lnTo>
                  <a:pt x="35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" name=""/>
          <p:cNvSpPr/>
          <p:nvPr/>
        </p:nvSpPr>
        <p:spPr>
          <a:xfrm>
            <a:off x="2793240" y="22255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" name=""/>
          <p:cNvSpPr/>
          <p:nvPr/>
        </p:nvSpPr>
        <p:spPr>
          <a:xfrm>
            <a:off x="2793240" y="222588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" name=""/>
          <p:cNvSpPr/>
          <p:nvPr/>
        </p:nvSpPr>
        <p:spPr>
          <a:xfrm>
            <a:off x="2793240" y="222624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" name=""/>
          <p:cNvSpPr/>
          <p:nvPr/>
        </p:nvSpPr>
        <p:spPr>
          <a:xfrm>
            <a:off x="2793240" y="222696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" name=""/>
          <p:cNvSpPr/>
          <p:nvPr/>
        </p:nvSpPr>
        <p:spPr>
          <a:xfrm>
            <a:off x="2793240" y="2227320"/>
            <a:ext cx="127080" cy="720"/>
          </a:xfrm>
          <a:custGeom>
            <a:avLst/>
            <a:gdLst/>
            <a:ahLst/>
            <a:rect l="0" t="0" r="r" b="b"/>
            <a:pathLst>
              <a:path w="353" h="2">
                <a:moveTo>
                  <a:pt x="0" y="0"/>
                </a:moveTo>
                <a:lnTo>
                  <a:pt x="353" y="0"/>
                </a:lnTo>
                <a:lnTo>
                  <a:pt x="35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" name=""/>
          <p:cNvSpPr/>
          <p:nvPr/>
        </p:nvSpPr>
        <p:spPr>
          <a:xfrm>
            <a:off x="2793240" y="2227680"/>
            <a:ext cx="127080" cy="1800"/>
          </a:xfrm>
          <a:custGeom>
            <a:avLst/>
            <a:gdLst/>
            <a:ahLst/>
            <a:rect l="0" t="0" r="r" b="b"/>
            <a:pathLst>
              <a:path w="353" h="5">
                <a:moveTo>
                  <a:pt x="0" y="0"/>
                </a:moveTo>
                <a:lnTo>
                  <a:pt x="353" y="0"/>
                </a:lnTo>
                <a:lnTo>
                  <a:pt x="353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" name=""/>
          <p:cNvSpPr/>
          <p:nvPr/>
        </p:nvSpPr>
        <p:spPr>
          <a:xfrm>
            <a:off x="2793240" y="2228760"/>
            <a:ext cx="127080" cy="1080"/>
          </a:xfrm>
          <a:custGeom>
            <a:avLst/>
            <a:gdLst/>
            <a:ahLst/>
            <a:rect l="0" t="0" r="r" b="b"/>
            <a:pathLst>
              <a:path w="353" h="3">
                <a:moveTo>
                  <a:pt x="0" y="0"/>
                </a:moveTo>
                <a:lnTo>
                  <a:pt x="353" y="0"/>
                </a:lnTo>
                <a:lnTo>
                  <a:pt x="353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" name=""/>
          <p:cNvSpPr/>
          <p:nvPr/>
        </p:nvSpPr>
        <p:spPr>
          <a:xfrm>
            <a:off x="2793240" y="2125800"/>
            <a:ext cx="127080" cy="104040"/>
          </a:xfrm>
          <a:custGeom>
            <a:avLst/>
            <a:gdLst/>
            <a:ahLst/>
            <a:rect l="0" t="0" r="r" b="b"/>
            <a:pathLst>
              <a:path w="353" h="289">
                <a:moveTo>
                  <a:pt x="0" y="144"/>
                </a:moveTo>
                <a:cubicBezTo>
                  <a:pt x="0" y="65"/>
                  <a:pt x="79" y="0"/>
                  <a:pt x="177" y="0"/>
                </a:cubicBezTo>
                <a:cubicBezTo>
                  <a:pt x="274" y="0"/>
                  <a:pt x="353" y="65"/>
                  <a:pt x="353" y="144"/>
                </a:cubicBezTo>
                <a:cubicBezTo>
                  <a:pt x="353" y="223"/>
                  <a:pt x="274" y="289"/>
                  <a:pt x="177" y="289"/>
                </a:cubicBezTo>
                <a:cubicBezTo>
                  <a:pt x="79" y="289"/>
                  <a:pt x="0" y="223"/>
                  <a:pt x="0" y="144"/>
                </a:cubicBez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09" name=""/>
          <p:cNvSpPr/>
          <p:nvPr/>
        </p:nvSpPr>
        <p:spPr>
          <a:xfrm>
            <a:off x="2718720" y="197784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0"/>
                </a:moveTo>
                <a:lnTo>
                  <a:pt x="2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0" name=""/>
          <p:cNvSpPr/>
          <p:nvPr/>
        </p:nvSpPr>
        <p:spPr>
          <a:xfrm>
            <a:off x="2718720" y="1977840"/>
            <a:ext cx="11520" cy="1800"/>
          </a:xfrm>
          <a:custGeom>
            <a:avLst/>
            <a:gdLst/>
            <a:ahLst/>
            <a:rect l="0" t="0" r="r" b="b"/>
            <a:pathLst>
              <a:path w="32" h="5">
                <a:moveTo>
                  <a:pt x="0" y="3"/>
                </a:moveTo>
                <a:lnTo>
                  <a:pt x="26" y="0"/>
                </a:lnTo>
                <a:lnTo>
                  <a:pt x="32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1" name=""/>
          <p:cNvSpPr/>
          <p:nvPr/>
        </p:nvSpPr>
        <p:spPr>
          <a:xfrm>
            <a:off x="2718720" y="1977840"/>
            <a:ext cx="13680" cy="1800"/>
          </a:xfrm>
          <a:custGeom>
            <a:avLst/>
            <a:gdLst/>
            <a:ahLst/>
            <a:rect l="0" t="0" r="r" b="b"/>
            <a:pathLst>
              <a:path w="38" h="5">
                <a:moveTo>
                  <a:pt x="0" y="5"/>
                </a:moveTo>
                <a:lnTo>
                  <a:pt x="32" y="0"/>
                </a:lnTo>
                <a:lnTo>
                  <a:pt x="38" y="0"/>
                </a:lnTo>
                <a:lnTo>
                  <a:pt x="0" y="5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2" name=""/>
          <p:cNvSpPr/>
          <p:nvPr/>
        </p:nvSpPr>
        <p:spPr>
          <a:xfrm>
            <a:off x="2718720" y="1977840"/>
            <a:ext cx="15840" cy="2160"/>
          </a:xfrm>
          <a:custGeom>
            <a:avLst/>
            <a:gdLst/>
            <a:ahLst/>
            <a:rect l="0" t="0" r="r" b="b"/>
            <a:pathLst>
              <a:path w="44" h="6">
                <a:moveTo>
                  <a:pt x="0" y="4"/>
                </a:moveTo>
                <a:lnTo>
                  <a:pt x="37" y="0"/>
                </a:lnTo>
                <a:lnTo>
                  <a:pt x="44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3" name=""/>
          <p:cNvSpPr/>
          <p:nvPr/>
        </p:nvSpPr>
        <p:spPr>
          <a:xfrm>
            <a:off x="2718720" y="197784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44" y="0"/>
                </a:lnTo>
                <a:lnTo>
                  <a:pt x="50" y="0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4" name=""/>
          <p:cNvSpPr/>
          <p:nvPr/>
        </p:nvSpPr>
        <p:spPr>
          <a:xfrm>
            <a:off x="2718720" y="197784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5"/>
                </a:moveTo>
                <a:lnTo>
                  <a:pt x="50" y="0"/>
                </a:lnTo>
                <a:lnTo>
                  <a:pt x="75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5" name=""/>
          <p:cNvSpPr/>
          <p:nvPr/>
        </p:nvSpPr>
        <p:spPr>
          <a:xfrm>
            <a:off x="2718720" y="197784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7"/>
                </a:moveTo>
                <a:lnTo>
                  <a:pt x="75" y="0"/>
                </a:lnTo>
                <a:lnTo>
                  <a:pt x="100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6" name=""/>
          <p:cNvSpPr/>
          <p:nvPr/>
        </p:nvSpPr>
        <p:spPr>
          <a:xfrm>
            <a:off x="2718720" y="197784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9"/>
                </a:moveTo>
                <a:lnTo>
                  <a:pt x="100" y="0"/>
                </a:lnTo>
                <a:lnTo>
                  <a:pt x="106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7" name=""/>
          <p:cNvSpPr/>
          <p:nvPr/>
        </p:nvSpPr>
        <p:spPr>
          <a:xfrm>
            <a:off x="2718720" y="1977840"/>
            <a:ext cx="40320" cy="3600"/>
          </a:xfrm>
          <a:custGeom>
            <a:avLst/>
            <a:gdLst/>
            <a:ahLst/>
            <a:rect l="0" t="0" r="r" b="b"/>
            <a:pathLst>
              <a:path w="112" h="10">
                <a:moveTo>
                  <a:pt x="0" y="10"/>
                </a:moveTo>
                <a:lnTo>
                  <a:pt x="106" y="0"/>
                </a:lnTo>
                <a:lnTo>
                  <a:pt x="112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8" name=""/>
          <p:cNvSpPr/>
          <p:nvPr/>
        </p:nvSpPr>
        <p:spPr>
          <a:xfrm>
            <a:off x="2718720" y="1977840"/>
            <a:ext cx="45000" cy="4320"/>
          </a:xfrm>
          <a:custGeom>
            <a:avLst/>
            <a:gdLst/>
            <a:ahLst/>
            <a:rect l="0" t="0" r="r" b="b"/>
            <a:pathLst>
              <a:path w="125" h="12">
                <a:moveTo>
                  <a:pt x="0" y="10"/>
                </a:moveTo>
                <a:lnTo>
                  <a:pt x="112" y="0"/>
                </a:lnTo>
                <a:lnTo>
                  <a:pt x="125" y="0"/>
                </a:lnTo>
                <a:lnTo>
                  <a:pt x="0" y="12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19" name=""/>
          <p:cNvSpPr/>
          <p:nvPr/>
        </p:nvSpPr>
        <p:spPr>
          <a:xfrm>
            <a:off x="2718720" y="1977840"/>
            <a:ext cx="53640" cy="5040"/>
          </a:xfrm>
          <a:custGeom>
            <a:avLst/>
            <a:gdLst/>
            <a:ahLst/>
            <a:rect l="0" t="0" r="r" b="b"/>
            <a:pathLst>
              <a:path w="149" h="14">
                <a:moveTo>
                  <a:pt x="0" y="11"/>
                </a:moveTo>
                <a:lnTo>
                  <a:pt x="125" y="0"/>
                </a:lnTo>
                <a:lnTo>
                  <a:pt x="149" y="0"/>
                </a:lnTo>
                <a:lnTo>
                  <a:pt x="0" y="14"/>
                </a:lnTo>
                <a:lnTo>
                  <a:pt x="0" y="11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0" name=""/>
          <p:cNvSpPr/>
          <p:nvPr/>
        </p:nvSpPr>
        <p:spPr>
          <a:xfrm>
            <a:off x="2718720" y="1977840"/>
            <a:ext cx="56160" cy="5040"/>
          </a:xfrm>
          <a:custGeom>
            <a:avLst/>
            <a:gdLst/>
            <a:ahLst/>
            <a:rect l="0" t="0" r="r" b="b"/>
            <a:pathLst>
              <a:path w="156" h="14">
                <a:moveTo>
                  <a:pt x="0" y="13"/>
                </a:moveTo>
                <a:lnTo>
                  <a:pt x="149" y="0"/>
                </a:lnTo>
                <a:lnTo>
                  <a:pt x="156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1" name=""/>
          <p:cNvSpPr/>
          <p:nvPr/>
        </p:nvSpPr>
        <p:spPr>
          <a:xfrm>
            <a:off x="2718720" y="1977840"/>
            <a:ext cx="58320" cy="5040"/>
          </a:xfrm>
          <a:custGeom>
            <a:avLst/>
            <a:gdLst/>
            <a:ahLst/>
            <a:rect l="0" t="0" r="r" b="b"/>
            <a:pathLst>
              <a:path w="162" h="14">
                <a:moveTo>
                  <a:pt x="0" y="14"/>
                </a:moveTo>
                <a:lnTo>
                  <a:pt x="156" y="0"/>
                </a:lnTo>
                <a:lnTo>
                  <a:pt x="162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2" name=""/>
          <p:cNvSpPr/>
          <p:nvPr/>
        </p:nvSpPr>
        <p:spPr>
          <a:xfrm>
            <a:off x="2718720" y="1977840"/>
            <a:ext cx="60480" cy="5400"/>
          </a:xfrm>
          <a:custGeom>
            <a:avLst/>
            <a:gdLst/>
            <a:ahLst/>
            <a:rect l="0" t="0" r="r" b="b"/>
            <a:pathLst>
              <a:path w="168" h="15">
                <a:moveTo>
                  <a:pt x="0" y="14"/>
                </a:moveTo>
                <a:lnTo>
                  <a:pt x="162" y="0"/>
                </a:lnTo>
                <a:lnTo>
                  <a:pt x="16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3" name=""/>
          <p:cNvSpPr/>
          <p:nvPr/>
        </p:nvSpPr>
        <p:spPr>
          <a:xfrm>
            <a:off x="2718720" y="197784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68" y="0"/>
                </a:lnTo>
                <a:lnTo>
                  <a:pt x="174" y="0"/>
                </a:lnTo>
                <a:lnTo>
                  <a:pt x="0" y="15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4" name=""/>
          <p:cNvSpPr/>
          <p:nvPr/>
        </p:nvSpPr>
        <p:spPr>
          <a:xfrm>
            <a:off x="2718720" y="197784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5"/>
                </a:moveTo>
                <a:lnTo>
                  <a:pt x="174" y="0"/>
                </a:lnTo>
                <a:lnTo>
                  <a:pt x="199" y="0"/>
                </a:lnTo>
                <a:lnTo>
                  <a:pt x="0" y="17"/>
                </a:lnTo>
                <a:lnTo>
                  <a:pt x="0" y="15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5" name=""/>
          <p:cNvSpPr/>
          <p:nvPr/>
        </p:nvSpPr>
        <p:spPr>
          <a:xfrm>
            <a:off x="2718720" y="197784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7"/>
                </a:moveTo>
                <a:lnTo>
                  <a:pt x="199" y="0"/>
                </a:lnTo>
                <a:lnTo>
                  <a:pt x="224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6" name=""/>
          <p:cNvSpPr/>
          <p:nvPr/>
        </p:nvSpPr>
        <p:spPr>
          <a:xfrm>
            <a:off x="2718720" y="1977840"/>
            <a:ext cx="82800" cy="7200"/>
          </a:xfrm>
          <a:custGeom>
            <a:avLst/>
            <a:gdLst/>
            <a:ahLst/>
            <a:rect l="0" t="0" r="r" b="b"/>
            <a:pathLst>
              <a:path w="230" h="20">
                <a:moveTo>
                  <a:pt x="0" y="19"/>
                </a:moveTo>
                <a:lnTo>
                  <a:pt x="224" y="0"/>
                </a:lnTo>
                <a:lnTo>
                  <a:pt x="230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7" name=""/>
          <p:cNvSpPr/>
          <p:nvPr/>
        </p:nvSpPr>
        <p:spPr>
          <a:xfrm>
            <a:off x="2718720" y="197784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0" y="0"/>
                </a:lnTo>
                <a:lnTo>
                  <a:pt x="236" y="0"/>
                </a:lnTo>
                <a:lnTo>
                  <a:pt x="0" y="20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8" name=""/>
          <p:cNvSpPr/>
          <p:nvPr/>
        </p:nvSpPr>
        <p:spPr>
          <a:xfrm>
            <a:off x="2718720" y="197784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0"/>
                </a:moveTo>
                <a:lnTo>
                  <a:pt x="236" y="0"/>
                </a:lnTo>
                <a:lnTo>
                  <a:pt x="248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9" name=""/>
          <p:cNvSpPr/>
          <p:nvPr/>
        </p:nvSpPr>
        <p:spPr>
          <a:xfrm>
            <a:off x="2718720" y="197784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1"/>
                </a:moveTo>
                <a:lnTo>
                  <a:pt x="248" y="0"/>
                </a:lnTo>
                <a:lnTo>
                  <a:pt x="261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0" name=""/>
          <p:cNvSpPr/>
          <p:nvPr/>
        </p:nvSpPr>
        <p:spPr>
          <a:xfrm>
            <a:off x="2718720" y="1977840"/>
            <a:ext cx="96120" cy="8280"/>
          </a:xfrm>
          <a:custGeom>
            <a:avLst/>
            <a:gdLst/>
            <a:ahLst/>
            <a:rect l="0" t="0" r="r" b="b"/>
            <a:pathLst>
              <a:path w="267" h="23">
                <a:moveTo>
                  <a:pt x="0" y="22"/>
                </a:moveTo>
                <a:lnTo>
                  <a:pt x="261" y="0"/>
                </a:lnTo>
                <a:lnTo>
                  <a:pt x="26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1" name=""/>
          <p:cNvSpPr/>
          <p:nvPr/>
        </p:nvSpPr>
        <p:spPr>
          <a:xfrm>
            <a:off x="2718720" y="197784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67" y="0"/>
                </a:lnTo>
                <a:lnTo>
                  <a:pt x="273" y="0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2" name=""/>
          <p:cNvSpPr/>
          <p:nvPr/>
        </p:nvSpPr>
        <p:spPr>
          <a:xfrm>
            <a:off x="2718720" y="197784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3"/>
                </a:moveTo>
                <a:lnTo>
                  <a:pt x="273" y="0"/>
                </a:lnTo>
                <a:lnTo>
                  <a:pt x="28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3" name=""/>
          <p:cNvSpPr/>
          <p:nvPr/>
        </p:nvSpPr>
        <p:spPr>
          <a:xfrm>
            <a:off x="2718720" y="197784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4"/>
                </a:moveTo>
                <a:lnTo>
                  <a:pt x="286" y="0"/>
                </a:lnTo>
                <a:lnTo>
                  <a:pt x="298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4" name=""/>
          <p:cNvSpPr/>
          <p:nvPr/>
        </p:nvSpPr>
        <p:spPr>
          <a:xfrm>
            <a:off x="2718720" y="1977840"/>
            <a:ext cx="109440" cy="9360"/>
          </a:xfrm>
          <a:custGeom>
            <a:avLst/>
            <a:gdLst/>
            <a:ahLst/>
            <a:rect l="0" t="0" r="r" b="b"/>
            <a:pathLst>
              <a:path w="304" h="26">
                <a:moveTo>
                  <a:pt x="0" y="25"/>
                </a:moveTo>
                <a:lnTo>
                  <a:pt x="298" y="0"/>
                </a:lnTo>
                <a:lnTo>
                  <a:pt x="304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5" name=""/>
          <p:cNvSpPr/>
          <p:nvPr/>
        </p:nvSpPr>
        <p:spPr>
          <a:xfrm>
            <a:off x="2718720" y="197784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04" y="0"/>
                </a:lnTo>
                <a:lnTo>
                  <a:pt x="310" y="0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6" name=""/>
          <p:cNvSpPr/>
          <p:nvPr/>
        </p:nvSpPr>
        <p:spPr>
          <a:xfrm>
            <a:off x="2718720" y="197784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6"/>
                </a:moveTo>
                <a:lnTo>
                  <a:pt x="309" y="0"/>
                </a:lnTo>
                <a:lnTo>
                  <a:pt x="323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7" name=""/>
          <p:cNvSpPr/>
          <p:nvPr/>
        </p:nvSpPr>
        <p:spPr>
          <a:xfrm>
            <a:off x="2718720" y="197784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7"/>
                </a:moveTo>
                <a:lnTo>
                  <a:pt x="323" y="0"/>
                </a:lnTo>
                <a:lnTo>
                  <a:pt x="33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8" name=""/>
          <p:cNvSpPr/>
          <p:nvPr/>
        </p:nvSpPr>
        <p:spPr>
          <a:xfrm>
            <a:off x="2718720" y="197784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35" y="0"/>
                </a:lnTo>
                <a:lnTo>
                  <a:pt x="341" y="0"/>
                </a:lnTo>
                <a:lnTo>
                  <a:pt x="0" y="28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39" name=""/>
          <p:cNvSpPr/>
          <p:nvPr/>
        </p:nvSpPr>
        <p:spPr>
          <a:xfrm>
            <a:off x="2718720" y="1977840"/>
            <a:ext cx="124920" cy="10800"/>
          </a:xfrm>
          <a:custGeom>
            <a:avLst/>
            <a:gdLst/>
            <a:ahLst/>
            <a:rect l="0" t="0" r="r" b="b"/>
            <a:pathLst>
              <a:path w="347" h="30">
                <a:moveTo>
                  <a:pt x="0" y="28"/>
                </a:moveTo>
                <a:lnTo>
                  <a:pt x="341" y="0"/>
                </a:lnTo>
                <a:lnTo>
                  <a:pt x="347" y="0"/>
                </a:lnTo>
                <a:lnTo>
                  <a:pt x="0" y="30"/>
                </a:lnTo>
                <a:lnTo>
                  <a:pt x="0" y="28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0" name=""/>
          <p:cNvSpPr/>
          <p:nvPr/>
        </p:nvSpPr>
        <p:spPr>
          <a:xfrm>
            <a:off x="2718720" y="197784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47" y="0"/>
                </a:lnTo>
                <a:lnTo>
                  <a:pt x="354" y="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1" name=""/>
          <p:cNvSpPr/>
          <p:nvPr/>
        </p:nvSpPr>
        <p:spPr>
          <a:xfrm>
            <a:off x="2718720" y="197784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29"/>
                </a:moveTo>
                <a:lnTo>
                  <a:pt x="354" y="0"/>
                </a:lnTo>
                <a:lnTo>
                  <a:pt x="36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2" name=""/>
          <p:cNvSpPr/>
          <p:nvPr/>
        </p:nvSpPr>
        <p:spPr>
          <a:xfrm>
            <a:off x="2718720" y="197784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0"/>
                </a:moveTo>
                <a:lnTo>
                  <a:pt x="360" y="0"/>
                </a:lnTo>
                <a:lnTo>
                  <a:pt x="372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3" name=""/>
          <p:cNvSpPr/>
          <p:nvPr/>
        </p:nvSpPr>
        <p:spPr>
          <a:xfrm>
            <a:off x="2718720" y="197784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1"/>
                </a:moveTo>
                <a:lnTo>
                  <a:pt x="372" y="0"/>
                </a:lnTo>
                <a:lnTo>
                  <a:pt x="38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4" name=""/>
          <p:cNvSpPr/>
          <p:nvPr/>
        </p:nvSpPr>
        <p:spPr>
          <a:xfrm>
            <a:off x="2718720" y="197784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85" y="0"/>
                </a:lnTo>
                <a:lnTo>
                  <a:pt x="391" y="0"/>
                </a:lnTo>
                <a:lnTo>
                  <a:pt x="0" y="3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5" name=""/>
          <p:cNvSpPr/>
          <p:nvPr/>
        </p:nvSpPr>
        <p:spPr>
          <a:xfrm>
            <a:off x="2718720" y="197784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2"/>
                </a:moveTo>
                <a:lnTo>
                  <a:pt x="391" y="0"/>
                </a:lnTo>
                <a:lnTo>
                  <a:pt x="397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6" name=""/>
          <p:cNvSpPr/>
          <p:nvPr/>
        </p:nvSpPr>
        <p:spPr>
          <a:xfrm>
            <a:off x="2718720" y="197784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3"/>
                </a:moveTo>
                <a:lnTo>
                  <a:pt x="396" y="0"/>
                </a:lnTo>
                <a:lnTo>
                  <a:pt x="409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7" name=""/>
          <p:cNvSpPr/>
          <p:nvPr/>
        </p:nvSpPr>
        <p:spPr>
          <a:xfrm>
            <a:off x="2718720" y="197784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09" y="0"/>
                </a:lnTo>
                <a:lnTo>
                  <a:pt x="416" y="0"/>
                </a:lnTo>
                <a:lnTo>
                  <a:pt x="0" y="34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8" name=""/>
          <p:cNvSpPr/>
          <p:nvPr/>
        </p:nvSpPr>
        <p:spPr>
          <a:xfrm>
            <a:off x="2718720" y="1977840"/>
            <a:ext cx="151920" cy="12960"/>
          </a:xfrm>
          <a:custGeom>
            <a:avLst/>
            <a:gdLst/>
            <a:ahLst/>
            <a:rect l="0" t="0" r="r" b="b"/>
            <a:pathLst>
              <a:path w="422" h="36">
                <a:moveTo>
                  <a:pt x="0" y="34"/>
                </a:moveTo>
                <a:lnTo>
                  <a:pt x="416" y="0"/>
                </a:lnTo>
                <a:lnTo>
                  <a:pt x="422" y="0"/>
                </a:lnTo>
                <a:lnTo>
                  <a:pt x="0" y="36"/>
                </a:lnTo>
                <a:lnTo>
                  <a:pt x="0" y="34"/>
                </a:lnTo>
                <a:close/>
              </a:path>
            </a:pathLst>
          </a:custGeom>
          <a:solidFill>
            <a:srgbClr val="f2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49" name=""/>
          <p:cNvSpPr/>
          <p:nvPr/>
        </p:nvSpPr>
        <p:spPr>
          <a:xfrm>
            <a:off x="2718720" y="197784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2" y="0"/>
                </a:lnTo>
                <a:lnTo>
                  <a:pt x="428" y="0"/>
                </a:lnTo>
                <a:lnTo>
                  <a:pt x="0" y="35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0" name=""/>
          <p:cNvSpPr/>
          <p:nvPr/>
        </p:nvSpPr>
        <p:spPr>
          <a:xfrm>
            <a:off x="2718720" y="197784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5"/>
                </a:moveTo>
                <a:lnTo>
                  <a:pt x="428" y="0"/>
                </a:lnTo>
                <a:lnTo>
                  <a:pt x="434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1" name=""/>
          <p:cNvSpPr/>
          <p:nvPr/>
        </p:nvSpPr>
        <p:spPr>
          <a:xfrm>
            <a:off x="2718720" y="197784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6"/>
                </a:moveTo>
                <a:lnTo>
                  <a:pt x="434" y="0"/>
                </a:lnTo>
                <a:lnTo>
                  <a:pt x="447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2" name=""/>
          <p:cNvSpPr/>
          <p:nvPr/>
        </p:nvSpPr>
        <p:spPr>
          <a:xfrm>
            <a:off x="2718720" y="197784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47" y="0"/>
                </a:lnTo>
                <a:lnTo>
                  <a:pt x="453" y="0"/>
                </a:lnTo>
                <a:lnTo>
                  <a:pt x="0" y="37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3" name=""/>
          <p:cNvSpPr/>
          <p:nvPr/>
        </p:nvSpPr>
        <p:spPr>
          <a:xfrm>
            <a:off x="2718720" y="197784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7"/>
                </a:moveTo>
                <a:lnTo>
                  <a:pt x="453" y="0"/>
                </a:lnTo>
                <a:lnTo>
                  <a:pt x="459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4" name=""/>
          <p:cNvSpPr/>
          <p:nvPr/>
        </p:nvSpPr>
        <p:spPr>
          <a:xfrm>
            <a:off x="2718720" y="197784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59" y="0"/>
                </a:lnTo>
                <a:lnTo>
                  <a:pt x="465" y="0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5" name=""/>
          <p:cNvSpPr/>
          <p:nvPr/>
        </p:nvSpPr>
        <p:spPr>
          <a:xfrm>
            <a:off x="2718720" y="1977840"/>
            <a:ext cx="169560" cy="14400"/>
          </a:xfrm>
          <a:custGeom>
            <a:avLst/>
            <a:gdLst/>
            <a:ahLst/>
            <a:rect l="0" t="0" r="r" b="b"/>
            <a:pathLst>
              <a:path w="471" h="40">
                <a:moveTo>
                  <a:pt x="0" y="38"/>
                </a:moveTo>
                <a:lnTo>
                  <a:pt x="465" y="0"/>
                </a:lnTo>
                <a:lnTo>
                  <a:pt x="471" y="0"/>
                </a:lnTo>
                <a:lnTo>
                  <a:pt x="0" y="40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6" name=""/>
          <p:cNvSpPr/>
          <p:nvPr/>
        </p:nvSpPr>
        <p:spPr>
          <a:xfrm>
            <a:off x="2718720" y="1977840"/>
            <a:ext cx="172080" cy="14400"/>
          </a:xfrm>
          <a:custGeom>
            <a:avLst/>
            <a:gdLst/>
            <a:ahLst/>
            <a:rect l="0" t="0" r="r" b="b"/>
            <a:pathLst>
              <a:path w="478" h="40">
                <a:moveTo>
                  <a:pt x="0" y="40"/>
                </a:moveTo>
                <a:lnTo>
                  <a:pt x="471" y="0"/>
                </a:lnTo>
                <a:lnTo>
                  <a:pt x="478" y="0"/>
                </a:lnTo>
                <a:lnTo>
                  <a:pt x="0" y="40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7" name=""/>
          <p:cNvSpPr/>
          <p:nvPr/>
        </p:nvSpPr>
        <p:spPr>
          <a:xfrm>
            <a:off x="2718720" y="197784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39"/>
                </a:moveTo>
                <a:lnTo>
                  <a:pt x="478" y="0"/>
                </a:lnTo>
                <a:lnTo>
                  <a:pt x="484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8" name=""/>
          <p:cNvSpPr/>
          <p:nvPr/>
        </p:nvSpPr>
        <p:spPr>
          <a:xfrm>
            <a:off x="2718720" y="197784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0"/>
                </a:moveTo>
                <a:lnTo>
                  <a:pt x="484" y="0"/>
                </a:lnTo>
                <a:lnTo>
                  <a:pt x="496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9" name=""/>
          <p:cNvSpPr/>
          <p:nvPr/>
        </p:nvSpPr>
        <p:spPr>
          <a:xfrm>
            <a:off x="2718720" y="197784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496" y="0"/>
                </a:lnTo>
                <a:lnTo>
                  <a:pt x="502" y="0"/>
                </a:lnTo>
                <a:lnTo>
                  <a:pt x="0" y="41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0" name=""/>
          <p:cNvSpPr/>
          <p:nvPr/>
        </p:nvSpPr>
        <p:spPr>
          <a:xfrm>
            <a:off x="2718720" y="1977840"/>
            <a:ext cx="182880" cy="15120"/>
          </a:xfrm>
          <a:custGeom>
            <a:avLst/>
            <a:gdLst/>
            <a:ahLst/>
            <a:rect l="0" t="0" r="r" b="b"/>
            <a:pathLst>
              <a:path w="508" h="42">
                <a:moveTo>
                  <a:pt x="0" y="41"/>
                </a:moveTo>
                <a:lnTo>
                  <a:pt x="502" y="0"/>
                </a:lnTo>
                <a:lnTo>
                  <a:pt x="508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1" name=""/>
          <p:cNvSpPr/>
          <p:nvPr/>
        </p:nvSpPr>
        <p:spPr>
          <a:xfrm>
            <a:off x="2718720" y="197784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08" y="0"/>
                </a:lnTo>
                <a:lnTo>
                  <a:pt x="515" y="0"/>
                </a:lnTo>
                <a:lnTo>
                  <a:pt x="0" y="42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2" name=""/>
          <p:cNvSpPr/>
          <p:nvPr/>
        </p:nvSpPr>
        <p:spPr>
          <a:xfrm>
            <a:off x="2718720" y="197784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2"/>
                </a:moveTo>
                <a:lnTo>
                  <a:pt x="515" y="0"/>
                </a:lnTo>
                <a:lnTo>
                  <a:pt x="52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ee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3" name=""/>
          <p:cNvSpPr/>
          <p:nvPr/>
        </p:nvSpPr>
        <p:spPr>
          <a:xfrm>
            <a:off x="2718720" y="197784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1" y="0"/>
                </a:lnTo>
                <a:lnTo>
                  <a:pt x="527" y="0"/>
                </a:lnTo>
                <a:lnTo>
                  <a:pt x="0" y="43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4" name=""/>
          <p:cNvSpPr/>
          <p:nvPr/>
        </p:nvSpPr>
        <p:spPr>
          <a:xfrm>
            <a:off x="2718720" y="197784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3"/>
                </a:moveTo>
                <a:lnTo>
                  <a:pt x="527" y="0"/>
                </a:lnTo>
                <a:lnTo>
                  <a:pt x="533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5" name=""/>
          <p:cNvSpPr/>
          <p:nvPr/>
        </p:nvSpPr>
        <p:spPr>
          <a:xfrm>
            <a:off x="2718720" y="1977840"/>
            <a:ext cx="194040" cy="15840"/>
          </a:xfrm>
          <a:custGeom>
            <a:avLst/>
            <a:gdLst/>
            <a:ahLst/>
            <a:rect l="0" t="0" r="r" b="b"/>
            <a:pathLst>
              <a:path w="539" h="44">
                <a:moveTo>
                  <a:pt x="0" y="44"/>
                </a:moveTo>
                <a:lnTo>
                  <a:pt x="533" y="0"/>
                </a:lnTo>
                <a:lnTo>
                  <a:pt x="539" y="0"/>
                </a:lnTo>
                <a:lnTo>
                  <a:pt x="0" y="44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6" name=""/>
          <p:cNvSpPr/>
          <p:nvPr/>
        </p:nvSpPr>
        <p:spPr>
          <a:xfrm>
            <a:off x="2718720" y="197784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4"/>
                </a:moveTo>
                <a:lnTo>
                  <a:pt x="539" y="0"/>
                </a:lnTo>
                <a:lnTo>
                  <a:pt x="546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eee4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7" name=""/>
          <p:cNvSpPr/>
          <p:nvPr/>
        </p:nvSpPr>
        <p:spPr>
          <a:xfrm>
            <a:off x="2718720" y="197784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46" y="0"/>
                </a:lnTo>
                <a:lnTo>
                  <a:pt x="552" y="0"/>
                </a:lnTo>
                <a:lnTo>
                  <a:pt x="0" y="45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8" name=""/>
          <p:cNvSpPr/>
          <p:nvPr/>
        </p:nvSpPr>
        <p:spPr>
          <a:xfrm>
            <a:off x="2718720" y="197784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5"/>
                </a:moveTo>
                <a:lnTo>
                  <a:pt x="552" y="0"/>
                </a:lnTo>
                <a:lnTo>
                  <a:pt x="558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69" name=""/>
          <p:cNvSpPr/>
          <p:nvPr/>
        </p:nvSpPr>
        <p:spPr>
          <a:xfrm>
            <a:off x="2718720" y="197784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58" y="0"/>
                </a:lnTo>
                <a:lnTo>
                  <a:pt x="564" y="0"/>
                </a:lnTo>
                <a:lnTo>
                  <a:pt x="0" y="46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0" name=""/>
          <p:cNvSpPr/>
          <p:nvPr/>
        </p:nvSpPr>
        <p:spPr>
          <a:xfrm>
            <a:off x="2718720" y="1977840"/>
            <a:ext cx="205200" cy="16920"/>
          </a:xfrm>
          <a:custGeom>
            <a:avLst/>
            <a:gdLst/>
            <a:ahLst/>
            <a:rect l="0" t="0" r="r" b="b"/>
            <a:pathLst>
              <a:path w="570" h="47">
                <a:moveTo>
                  <a:pt x="0" y="46"/>
                </a:moveTo>
                <a:lnTo>
                  <a:pt x="564" y="0"/>
                </a:lnTo>
                <a:lnTo>
                  <a:pt x="570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ede2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1" name=""/>
          <p:cNvSpPr/>
          <p:nvPr/>
        </p:nvSpPr>
        <p:spPr>
          <a:xfrm>
            <a:off x="2718720" y="197784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0" y="0"/>
                </a:lnTo>
                <a:lnTo>
                  <a:pt x="577" y="0"/>
                </a:lnTo>
                <a:lnTo>
                  <a:pt x="0" y="47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2" name=""/>
          <p:cNvSpPr/>
          <p:nvPr/>
        </p:nvSpPr>
        <p:spPr>
          <a:xfrm>
            <a:off x="2718720" y="1977840"/>
            <a:ext cx="209880" cy="17280"/>
          </a:xfrm>
          <a:custGeom>
            <a:avLst/>
            <a:gdLst/>
            <a:ahLst/>
            <a:rect l="0" t="0" r="r" b="b"/>
            <a:pathLst>
              <a:path w="583" h="48">
                <a:moveTo>
                  <a:pt x="0" y="47"/>
                </a:moveTo>
                <a:lnTo>
                  <a:pt x="577" y="0"/>
                </a:lnTo>
                <a:lnTo>
                  <a:pt x="58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3" name=""/>
          <p:cNvSpPr/>
          <p:nvPr/>
        </p:nvSpPr>
        <p:spPr>
          <a:xfrm>
            <a:off x="2718720" y="1977840"/>
            <a:ext cx="214200" cy="17640"/>
          </a:xfrm>
          <a:custGeom>
            <a:avLst/>
            <a:gdLst/>
            <a:ahLst/>
            <a:rect l="0" t="0" r="r" b="b"/>
            <a:pathLst>
              <a:path w="595" h="49">
                <a:moveTo>
                  <a:pt x="0" y="48"/>
                </a:moveTo>
                <a:lnTo>
                  <a:pt x="583" y="0"/>
                </a:lnTo>
                <a:lnTo>
                  <a:pt x="595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4" name=""/>
          <p:cNvSpPr/>
          <p:nvPr/>
        </p:nvSpPr>
        <p:spPr>
          <a:xfrm>
            <a:off x="2718720" y="197784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595" y="0"/>
                </a:lnTo>
                <a:lnTo>
                  <a:pt x="601" y="0"/>
                </a:lnTo>
                <a:lnTo>
                  <a:pt x="0" y="49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5" name=""/>
          <p:cNvSpPr/>
          <p:nvPr/>
        </p:nvSpPr>
        <p:spPr>
          <a:xfrm>
            <a:off x="2718720" y="1977840"/>
            <a:ext cx="218880" cy="18000"/>
          </a:xfrm>
          <a:custGeom>
            <a:avLst/>
            <a:gdLst/>
            <a:ahLst/>
            <a:rect l="0" t="0" r="r" b="b"/>
            <a:pathLst>
              <a:path w="608" h="50">
                <a:moveTo>
                  <a:pt x="0" y="49"/>
                </a:moveTo>
                <a:lnTo>
                  <a:pt x="601" y="0"/>
                </a:lnTo>
                <a:lnTo>
                  <a:pt x="608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6" name=""/>
          <p:cNvSpPr/>
          <p:nvPr/>
        </p:nvSpPr>
        <p:spPr>
          <a:xfrm>
            <a:off x="2718720" y="197784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08" y="0"/>
                </a:lnTo>
                <a:lnTo>
                  <a:pt x="614" y="0"/>
                </a:lnTo>
                <a:lnTo>
                  <a:pt x="0" y="50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7" name=""/>
          <p:cNvSpPr/>
          <p:nvPr/>
        </p:nvSpPr>
        <p:spPr>
          <a:xfrm>
            <a:off x="2718720" y="1977840"/>
            <a:ext cx="223200" cy="18360"/>
          </a:xfrm>
          <a:custGeom>
            <a:avLst/>
            <a:gdLst/>
            <a:ahLst/>
            <a:rect l="0" t="0" r="r" b="b"/>
            <a:pathLst>
              <a:path w="620" h="51">
                <a:moveTo>
                  <a:pt x="0" y="50"/>
                </a:moveTo>
                <a:lnTo>
                  <a:pt x="614" y="0"/>
                </a:lnTo>
                <a:lnTo>
                  <a:pt x="620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8" name=""/>
          <p:cNvSpPr/>
          <p:nvPr/>
        </p:nvSpPr>
        <p:spPr>
          <a:xfrm>
            <a:off x="2718720" y="1977840"/>
            <a:ext cx="227520" cy="18720"/>
          </a:xfrm>
          <a:custGeom>
            <a:avLst/>
            <a:gdLst/>
            <a:ahLst/>
            <a:rect l="0" t="0" r="r" b="b"/>
            <a:pathLst>
              <a:path w="632" h="52">
                <a:moveTo>
                  <a:pt x="0" y="51"/>
                </a:moveTo>
                <a:lnTo>
                  <a:pt x="620" y="0"/>
                </a:lnTo>
                <a:lnTo>
                  <a:pt x="632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79" name=""/>
          <p:cNvSpPr/>
          <p:nvPr/>
        </p:nvSpPr>
        <p:spPr>
          <a:xfrm>
            <a:off x="2718720" y="197784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2" y="0"/>
                </a:lnTo>
                <a:lnTo>
                  <a:pt x="639" y="0"/>
                </a:lnTo>
                <a:lnTo>
                  <a:pt x="0" y="52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0" name=""/>
          <p:cNvSpPr/>
          <p:nvPr/>
        </p:nvSpPr>
        <p:spPr>
          <a:xfrm>
            <a:off x="2718720" y="1977840"/>
            <a:ext cx="232200" cy="19080"/>
          </a:xfrm>
          <a:custGeom>
            <a:avLst/>
            <a:gdLst/>
            <a:ahLst/>
            <a:rect l="0" t="0" r="r" b="b"/>
            <a:pathLst>
              <a:path w="645" h="53">
                <a:moveTo>
                  <a:pt x="0" y="52"/>
                </a:moveTo>
                <a:lnTo>
                  <a:pt x="639" y="0"/>
                </a:lnTo>
                <a:lnTo>
                  <a:pt x="64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1" name=""/>
          <p:cNvSpPr/>
          <p:nvPr/>
        </p:nvSpPr>
        <p:spPr>
          <a:xfrm>
            <a:off x="2718720" y="197784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45" y="0"/>
                </a:lnTo>
                <a:lnTo>
                  <a:pt x="651" y="0"/>
                </a:lnTo>
                <a:lnTo>
                  <a:pt x="0" y="5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2" name=""/>
          <p:cNvSpPr/>
          <p:nvPr/>
        </p:nvSpPr>
        <p:spPr>
          <a:xfrm>
            <a:off x="2718720" y="1977840"/>
            <a:ext cx="236520" cy="19440"/>
          </a:xfrm>
          <a:custGeom>
            <a:avLst/>
            <a:gdLst/>
            <a:ahLst/>
            <a:rect l="0" t="0" r="r" b="b"/>
            <a:pathLst>
              <a:path w="657" h="54">
                <a:moveTo>
                  <a:pt x="0" y="53"/>
                </a:moveTo>
                <a:lnTo>
                  <a:pt x="651" y="0"/>
                </a:lnTo>
                <a:lnTo>
                  <a:pt x="657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3" name=""/>
          <p:cNvSpPr/>
          <p:nvPr/>
        </p:nvSpPr>
        <p:spPr>
          <a:xfrm>
            <a:off x="2718720" y="197784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57" y="0"/>
                </a:lnTo>
                <a:lnTo>
                  <a:pt x="663" y="0"/>
                </a:lnTo>
                <a:lnTo>
                  <a:pt x="0" y="54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4" name=""/>
          <p:cNvSpPr/>
          <p:nvPr/>
        </p:nvSpPr>
        <p:spPr>
          <a:xfrm>
            <a:off x="2718720" y="1977840"/>
            <a:ext cx="240840" cy="19800"/>
          </a:xfrm>
          <a:custGeom>
            <a:avLst/>
            <a:gdLst/>
            <a:ahLst/>
            <a:rect l="0" t="0" r="r" b="b"/>
            <a:pathLst>
              <a:path w="669" h="55">
                <a:moveTo>
                  <a:pt x="0" y="54"/>
                </a:moveTo>
                <a:lnTo>
                  <a:pt x="663" y="0"/>
                </a:lnTo>
                <a:lnTo>
                  <a:pt x="669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5" name=""/>
          <p:cNvSpPr/>
          <p:nvPr/>
        </p:nvSpPr>
        <p:spPr>
          <a:xfrm>
            <a:off x="2718720" y="197784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69" y="0"/>
                </a:lnTo>
                <a:lnTo>
                  <a:pt x="676" y="0"/>
                </a:lnTo>
                <a:lnTo>
                  <a:pt x="0" y="55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6" name=""/>
          <p:cNvSpPr/>
          <p:nvPr/>
        </p:nvSpPr>
        <p:spPr>
          <a:xfrm>
            <a:off x="2718720" y="1977840"/>
            <a:ext cx="245520" cy="20160"/>
          </a:xfrm>
          <a:custGeom>
            <a:avLst/>
            <a:gdLst/>
            <a:ahLst/>
            <a:rect l="0" t="0" r="r" b="b"/>
            <a:pathLst>
              <a:path w="682" h="56">
                <a:moveTo>
                  <a:pt x="0" y="55"/>
                </a:moveTo>
                <a:lnTo>
                  <a:pt x="676" y="0"/>
                </a:lnTo>
                <a:lnTo>
                  <a:pt x="68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7" name=""/>
          <p:cNvSpPr/>
          <p:nvPr/>
        </p:nvSpPr>
        <p:spPr>
          <a:xfrm>
            <a:off x="2718720" y="197784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2" y="0"/>
                </a:lnTo>
                <a:lnTo>
                  <a:pt x="688" y="0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8" name=""/>
          <p:cNvSpPr/>
          <p:nvPr/>
        </p:nvSpPr>
        <p:spPr>
          <a:xfrm>
            <a:off x="2718720" y="1977840"/>
            <a:ext cx="249840" cy="20520"/>
          </a:xfrm>
          <a:custGeom>
            <a:avLst/>
            <a:gdLst/>
            <a:ahLst/>
            <a:rect l="0" t="0" r="r" b="b"/>
            <a:pathLst>
              <a:path w="694" h="57">
                <a:moveTo>
                  <a:pt x="0" y="56"/>
                </a:moveTo>
                <a:lnTo>
                  <a:pt x="688" y="0"/>
                </a:lnTo>
                <a:lnTo>
                  <a:pt x="694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9" name=""/>
          <p:cNvSpPr/>
          <p:nvPr/>
        </p:nvSpPr>
        <p:spPr>
          <a:xfrm>
            <a:off x="2718720" y="197784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694" y="0"/>
                </a:lnTo>
                <a:lnTo>
                  <a:pt x="700" y="0"/>
                </a:lnTo>
                <a:lnTo>
                  <a:pt x="0" y="57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0" name=""/>
          <p:cNvSpPr/>
          <p:nvPr/>
        </p:nvSpPr>
        <p:spPr>
          <a:xfrm>
            <a:off x="2718720" y="1977840"/>
            <a:ext cx="254520" cy="20880"/>
          </a:xfrm>
          <a:custGeom>
            <a:avLst/>
            <a:gdLst/>
            <a:ahLst/>
            <a:rect l="0" t="0" r="r" b="b"/>
            <a:pathLst>
              <a:path w="707" h="58">
                <a:moveTo>
                  <a:pt x="0" y="57"/>
                </a:moveTo>
                <a:lnTo>
                  <a:pt x="700" y="0"/>
                </a:lnTo>
                <a:lnTo>
                  <a:pt x="70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1" name=""/>
          <p:cNvSpPr/>
          <p:nvPr/>
        </p:nvSpPr>
        <p:spPr>
          <a:xfrm>
            <a:off x="2718720" y="197784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07" y="0"/>
                </a:lnTo>
                <a:lnTo>
                  <a:pt x="713" y="0"/>
                </a:lnTo>
                <a:lnTo>
                  <a:pt x="0" y="58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2" name=""/>
          <p:cNvSpPr/>
          <p:nvPr/>
        </p:nvSpPr>
        <p:spPr>
          <a:xfrm>
            <a:off x="2718720" y="197784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8"/>
                </a:moveTo>
                <a:lnTo>
                  <a:pt x="713" y="0"/>
                </a:lnTo>
                <a:lnTo>
                  <a:pt x="71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3" name=""/>
          <p:cNvSpPr/>
          <p:nvPr/>
        </p:nvSpPr>
        <p:spPr>
          <a:xfrm>
            <a:off x="2718720" y="197784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19" y="0"/>
                </a:lnTo>
                <a:lnTo>
                  <a:pt x="725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4" name=""/>
          <p:cNvSpPr/>
          <p:nvPr/>
        </p:nvSpPr>
        <p:spPr>
          <a:xfrm>
            <a:off x="2718720" y="1977840"/>
            <a:ext cx="263160" cy="21600"/>
          </a:xfrm>
          <a:custGeom>
            <a:avLst/>
            <a:gdLst/>
            <a:ahLst/>
            <a:rect l="0" t="0" r="r" b="b"/>
            <a:pathLst>
              <a:path w="731" h="60">
                <a:moveTo>
                  <a:pt x="0" y="59"/>
                </a:moveTo>
                <a:lnTo>
                  <a:pt x="725" y="0"/>
                </a:lnTo>
                <a:lnTo>
                  <a:pt x="731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5" name=""/>
          <p:cNvSpPr/>
          <p:nvPr/>
        </p:nvSpPr>
        <p:spPr>
          <a:xfrm>
            <a:off x="2718720" y="197784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60"/>
                </a:moveTo>
                <a:lnTo>
                  <a:pt x="731" y="0"/>
                </a:lnTo>
                <a:lnTo>
                  <a:pt x="738" y="0"/>
                </a:lnTo>
                <a:lnTo>
                  <a:pt x="0" y="60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6" name=""/>
          <p:cNvSpPr/>
          <p:nvPr/>
        </p:nvSpPr>
        <p:spPr>
          <a:xfrm>
            <a:off x="2718720" y="1977840"/>
            <a:ext cx="267840" cy="21960"/>
          </a:xfrm>
          <a:custGeom>
            <a:avLst/>
            <a:gdLst/>
            <a:ahLst/>
            <a:rect l="0" t="0" r="r" b="b"/>
            <a:pathLst>
              <a:path w="744" h="61">
                <a:moveTo>
                  <a:pt x="0" y="60"/>
                </a:moveTo>
                <a:lnTo>
                  <a:pt x="738" y="0"/>
                </a:lnTo>
                <a:lnTo>
                  <a:pt x="74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7" name=""/>
          <p:cNvSpPr/>
          <p:nvPr/>
        </p:nvSpPr>
        <p:spPr>
          <a:xfrm>
            <a:off x="2718720" y="197784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44" y="0"/>
                </a:lnTo>
                <a:lnTo>
                  <a:pt x="750" y="0"/>
                </a:lnTo>
                <a:lnTo>
                  <a:pt x="0" y="61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8" name=""/>
          <p:cNvSpPr/>
          <p:nvPr/>
        </p:nvSpPr>
        <p:spPr>
          <a:xfrm>
            <a:off x="2718720" y="1977840"/>
            <a:ext cx="272160" cy="22320"/>
          </a:xfrm>
          <a:custGeom>
            <a:avLst/>
            <a:gdLst/>
            <a:ahLst/>
            <a:rect l="0" t="0" r="r" b="b"/>
            <a:pathLst>
              <a:path w="756" h="62">
                <a:moveTo>
                  <a:pt x="0" y="61"/>
                </a:moveTo>
                <a:lnTo>
                  <a:pt x="750" y="0"/>
                </a:lnTo>
                <a:lnTo>
                  <a:pt x="75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99" name=""/>
          <p:cNvSpPr/>
          <p:nvPr/>
        </p:nvSpPr>
        <p:spPr>
          <a:xfrm>
            <a:off x="2718720" y="197784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56" y="0"/>
                </a:lnTo>
                <a:lnTo>
                  <a:pt x="762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0" name=""/>
          <p:cNvSpPr/>
          <p:nvPr/>
        </p:nvSpPr>
        <p:spPr>
          <a:xfrm>
            <a:off x="2718720" y="197784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2" y="0"/>
                </a:lnTo>
                <a:lnTo>
                  <a:pt x="769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1" name=""/>
          <p:cNvSpPr/>
          <p:nvPr/>
        </p:nvSpPr>
        <p:spPr>
          <a:xfrm>
            <a:off x="2718720" y="197784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2"/>
                </a:moveTo>
                <a:lnTo>
                  <a:pt x="769" y="0"/>
                </a:lnTo>
                <a:lnTo>
                  <a:pt x="775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2" name=""/>
          <p:cNvSpPr/>
          <p:nvPr/>
        </p:nvSpPr>
        <p:spPr>
          <a:xfrm>
            <a:off x="2718720" y="197784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75" y="0"/>
                </a:lnTo>
                <a:lnTo>
                  <a:pt x="781" y="0"/>
                </a:lnTo>
                <a:lnTo>
                  <a:pt x="0" y="63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3" name=""/>
          <p:cNvSpPr/>
          <p:nvPr/>
        </p:nvSpPr>
        <p:spPr>
          <a:xfrm>
            <a:off x="2718720" y="197784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3"/>
                </a:moveTo>
                <a:lnTo>
                  <a:pt x="781" y="0"/>
                </a:lnTo>
                <a:lnTo>
                  <a:pt x="78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4" name=""/>
          <p:cNvSpPr/>
          <p:nvPr/>
        </p:nvSpPr>
        <p:spPr>
          <a:xfrm>
            <a:off x="2718720" y="197784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4"/>
                </a:moveTo>
                <a:lnTo>
                  <a:pt x="787" y="0"/>
                </a:lnTo>
                <a:lnTo>
                  <a:pt x="788" y="1"/>
                </a:lnTo>
                <a:lnTo>
                  <a:pt x="0" y="64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5" name=""/>
          <p:cNvSpPr/>
          <p:nvPr/>
        </p:nvSpPr>
        <p:spPr>
          <a:xfrm>
            <a:off x="2718720" y="197820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3"/>
                </a:moveTo>
                <a:lnTo>
                  <a:pt x="788" y="0"/>
                </a:lnTo>
                <a:lnTo>
                  <a:pt x="1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6" name=""/>
          <p:cNvSpPr/>
          <p:nvPr/>
        </p:nvSpPr>
        <p:spPr>
          <a:xfrm>
            <a:off x="2719080" y="197820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4"/>
                </a:moveTo>
                <a:lnTo>
                  <a:pt x="787" y="0"/>
                </a:lnTo>
                <a:lnTo>
                  <a:pt x="787" y="1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7" name=""/>
          <p:cNvSpPr/>
          <p:nvPr/>
        </p:nvSpPr>
        <p:spPr>
          <a:xfrm>
            <a:off x="2721240" y="197856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81" y="0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8" name=""/>
          <p:cNvSpPr/>
          <p:nvPr/>
        </p:nvSpPr>
        <p:spPr>
          <a:xfrm>
            <a:off x="2723400" y="197856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3"/>
                </a:moveTo>
                <a:lnTo>
                  <a:pt x="775" y="0"/>
                </a:lnTo>
                <a:lnTo>
                  <a:pt x="775" y="1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9" name=""/>
          <p:cNvSpPr/>
          <p:nvPr/>
        </p:nvSpPr>
        <p:spPr>
          <a:xfrm>
            <a:off x="2725560" y="197892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9" y="0"/>
                </a:lnTo>
                <a:lnTo>
                  <a:pt x="7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0" name=""/>
          <p:cNvSpPr/>
          <p:nvPr/>
        </p:nvSpPr>
        <p:spPr>
          <a:xfrm>
            <a:off x="2728080" y="197892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62" y="0"/>
                </a:lnTo>
                <a:lnTo>
                  <a:pt x="762" y="1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1" name=""/>
          <p:cNvSpPr/>
          <p:nvPr/>
        </p:nvSpPr>
        <p:spPr>
          <a:xfrm>
            <a:off x="2730240" y="197928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6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2" name=""/>
          <p:cNvSpPr/>
          <p:nvPr/>
        </p:nvSpPr>
        <p:spPr>
          <a:xfrm>
            <a:off x="2732400" y="197928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50" y="0"/>
                </a:lnTo>
                <a:lnTo>
                  <a:pt x="750" y="1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3" name=""/>
          <p:cNvSpPr/>
          <p:nvPr/>
        </p:nvSpPr>
        <p:spPr>
          <a:xfrm>
            <a:off x="2734560" y="1979640"/>
            <a:ext cx="267840" cy="21600"/>
          </a:xfrm>
          <a:custGeom>
            <a:avLst/>
            <a:gdLst/>
            <a:ahLst/>
            <a:rect l="0" t="0" r="r" b="b"/>
            <a:pathLst>
              <a:path w="744" h="60">
                <a:moveTo>
                  <a:pt x="0" y="60"/>
                </a:moveTo>
                <a:lnTo>
                  <a:pt x="744" y="0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4" name=""/>
          <p:cNvSpPr/>
          <p:nvPr/>
        </p:nvSpPr>
        <p:spPr>
          <a:xfrm>
            <a:off x="2736720" y="197964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60"/>
                </a:moveTo>
                <a:lnTo>
                  <a:pt x="738" y="0"/>
                </a:lnTo>
                <a:lnTo>
                  <a:pt x="738" y="1"/>
                </a:lnTo>
                <a:lnTo>
                  <a:pt x="7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5" name=""/>
          <p:cNvSpPr/>
          <p:nvPr/>
        </p:nvSpPr>
        <p:spPr>
          <a:xfrm>
            <a:off x="2739240" y="1980000"/>
            <a:ext cx="263160" cy="21240"/>
          </a:xfrm>
          <a:custGeom>
            <a:avLst/>
            <a:gdLst/>
            <a:ahLst/>
            <a:rect l="0" t="0" r="r" b="b"/>
            <a:pathLst>
              <a:path w="731" h="59">
                <a:moveTo>
                  <a:pt x="0" y="59"/>
                </a:moveTo>
                <a:lnTo>
                  <a:pt x="731" y="0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6" name=""/>
          <p:cNvSpPr/>
          <p:nvPr/>
        </p:nvSpPr>
        <p:spPr>
          <a:xfrm>
            <a:off x="2741400" y="1980000"/>
            <a:ext cx="261000" cy="21600"/>
          </a:xfrm>
          <a:custGeom>
            <a:avLst/>
            <a:gdLst/>
            <a:ahLst/>
            <a:rect l="0" t="0" r="r" b="b"/>
            <a:pathLst>
              <a:path w="725" h="60">
                <a:moveTo>
                  <a:pt x="0" y="60"/>
                </a:moveTo>
                <a:lnTo>
                  <a:pt x="725" y="0"/>
                </a:lnTo>
                <a:lnTo>
                  <a:pt x="725" y="2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7" name=""/>
          <p:cNvSpPr/>
          <p:nvPr/>
        </p:nvSpPr>
        <p:spPr>
          <a:xfrm>
            <a:off x="2743560" y="1980360"/>
            <a:ext cx="258840" cy="20880"/>
          </a:xfrm>
          <a:custGeom>
            <a:avLst/>
            <a:gdLst/>
            <a:ahLst/>
            <a:rect l="0" t="0" r="r" b="b"/>
            <a:pathLst>
              <a:path w="719" h="58">
                <a:moveTo>
                  <a:pt x="0" y="58"/>
                </a:moveTo>
                <a:lnTo>
                  <a:pt x="719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8" name=""/>
          <p:cNvSpPr/>
          <p:nvPr/>
        </p:nvSpPr>
        <p:spPr>
          <a:xfrm>
            <a:off x="2745720" y="198036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13" y="0"/>
                </a:lnTo>
                <a:lnTo>
                  <a:pt x="713" y="1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19" name=""/>
          <p:cNvSpPr/>
          <p:nvPr/>
        </p:nvSpPr>
        <p:spPr>
          <a:xfrm>
            <a:off x="2747880" y="1980720"/>
            <a:ext cx="254520" cy="20520"/>
          </a:xfrm>
          <a:custGeom>
            <a:avLst/>
            <a:gdLst/>
            <a:ahLst/>
            <a:rect l="0" t="0" r="r" b="b"/>
            <a:pathLst>
              <a:path w="707" h="57">
                <a:moveTo>
                  <a:pt x="0" y="57"/>
                </a:moveTo>
                <a:lnTo>
                  <a:pt x="707" y="0"/>
                </a:lnTo>
                <a:lnTo>
                  <a:pt x="7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0" name=""/>
          <p:cNvSpPr/>
          <p:nvPr/>
        </p:nvSpPr>
        <p:spPr>
          <a:xfrm>
            <a:off x="2750400" y="198072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700" y="0"/>
                </a:lnTo>
                <a:lnTo>
                  <a:pt x="700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1" name=""/>
          <p:cNvSpPr/>
          <p:nvPr/>
        </p:nvSpPr>
        <p:spPr>
          <a:xfrm>
            <a:off x="2752560" y="1981080"/>
            <a:ext cx="249840" cy="20160"/>
          </a:xfrm>
          <a:custGeom>
            <a:avLst/>
            <a:gdLst/>
            <a:ahLst/>
            <a:rect l="0" t="0" r="r" b="b"/>
            <a:pathLst>
              <a:path w="694" h="56">
                <a:moveTo>
                  <a:pt x="0" y="56"/>
                </a:moveTo>
                <a:lnTo>
                  <a:pt x="694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2" name=""/>
          <p:cNvSpPr/>
          <p:nvPr/>
        </p:nvSpPr>
        <p:spPr>
          <a:xfrm>
            <a:off x="2754720" y="198108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8" y="0"/>
                </a:lnTo>
                <a:lnTo>
                  <a:pt x="688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3" name=""/>
          <p:cNvSpPr/>
          <p:nvPr/>
        </p:nvSpPr>
        <p:spPr>
          <a:xfrm>
            <a:off x="2756880" y="1981440"/>
            <a:ext cx="245520" cy="19800"/>
          </a:xfrm>
          <a:custGeom>
            <a:avLst/>
            <a:gdLst/>
            <a:ahLst/>
            <a:rect l="0" t="0" r="r" b="b"/>
            <a:pathLst>
              <a:path w="682" h="55">
                <a:moveTo>
                  <a:pt x="0" y="55"/>
                </a:moveTo>
                <a:lnTo>
                  <a:pt x="682" y="0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4" name=""/>
          <p:cNvSpPr/>
          <p:nvPr/>
        </p:nvSpPr>
        <p:spPr>
          <a:xfrm>
            <a:off x="2759040" y="198144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76" y="0"/>
                </a:lnTo>
                <a:lnTo>
                  <a:pt x="676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5" name=""/>
          <p:cNvSpPr/>
          <p:nvPr/>
        </p:nvSpPr>
        <p:spPr>
          <a:xfrm>
            <a:off x="2761200" y="1981800"/>
            <a:ext cx="241200" cy="19440"/>
          </a:xfrm>
          <a:custGeom>
            <a:avLst/>
            <a:gdLst/>
            <a:ahLst/>
            <a:rect l="0" t="0" r="r" b="b"/>
            <a:pathLst>
              <a:path w="670" h="54">
                <a:moveTo>
                  <a:pt x="0" y="54"/>
                </a:moveTo>
                <a:lnTo>
                  <a:pt x="670" y="0"/>
                </a:lnTo>
                <a:lnTo>
                  <a:pt x="7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6" name=""/>
          <p:cNvSpPr/>
          <p:nvPr/>
        </p:nvSpPr>
        <p:spPr>
          <a:xfrm>
            <a:off x="2763720" y="198180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63" y="0"/>
                </a:lnTo>
                <a:lnTo>
                  <a:pt x="663" y="1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7" name=""/>
          <p:cNvSpPr/>
          <p:nvPr/>
        </p:nvSpPr>
        <p:spPr>
          <a:xfrm>
            <a:off x="2765880" y="1982160"/>
            <a:ext cx="236520" cy="19080"/>
          </a:xfrm>
          <a:custGeom>
            <a:avLst/>
            <a:gdLst/>
            <a:ahLst/>
            <a:rect l="0" t="0" r="r" b="b"/>
            <a:pathLst>
              <a:path w="657" h="53">
                <a:moveTo>
                  <a:pt x="0" y="53"/>
                </a:moveTo>
                <a:lnTo>
                  <a:pt x="657" y="0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8" name=""/>
          <p:cNvSpPr/>
          <p:nvPr/>
        </p:nvSpPr>
        <p:spPr>
          <a:xfrm>
            <a:off x="2768040" y="198216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51" y="0"/>
                </a:lnTo>
                <a:lnTo>
                  <a:pt x="651" y="1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29" name=""/>
          <p:cNvSpPr/>
          <p:nvPr/>
        </p:nvSpPr>
        <p:spPr>
          <a:xfrm>
            <a:off x="2770200" y="1982520"/>
            <a:ext cx="232200" cy="18720"/>
          </a:xfrm>
          <a:custGeom>
            <a:avLst/>
            <a:gdLst/>
            <a:ahLst/>
            <a:rect l="0" t="0" r="r" b="b"/>
            <a:pathLst>
              <a:path w="645" h="52">
                <a:moveTo>
                  <a:pt x="0" y="52"/>
                </a:moveTo>
                <a:lnTo>
                  <a:pt x="645" y="0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0" name=""/>
          <p:cNvSpPr/>
          <p:nvPr/>
        </p:nvSpPr>
        <p:spPr>
          <a:xfrm>
            <a:off x="2772360" y="198252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9" y="0"/>
                </a:lnTo>
                <a:lnTo>
                  <a:pt x="639" y="1"/>
                </a:lnTo>
                <a:lnTo>
                  <a:pt x="7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1" name=""/>
          <p:cNvSpPr/>
          <p:nvPr/>
        </p:nvSpPr>
        <p:spPr>
          <a:xfrm>
            <a:off x="2774880" y="1982880"/>
            <a:ext cx="227520" cy="18360"/>
          </a:xfrm>
          <a:custGeom>
            <a:avLst/>
            <a:gdLst/>
            <a:ahLst/>
            <a:rect l="0" t="0" r="r" b="b"/>
            <a:pathLst>
              <a:path w="632" h="51">
                <a:moveTo>
                  <a:pt x="0" y="51"/>
                </a:moveTo>
                <a:lnTo>
                  <a:pt x="632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2" name=""/>
          <p:cNvSpPr/>
          <p:nvPr/>
        </p:nvSpPr>
        <p:spPr>
          <a:xfrm>
            <a:off x="2777040" y="1982880"/>
            <a:ext cx="225360" cy="18360"/>
          </a:xfrm>
          <a:custGeom>
            <a:avLst/>
            <a:gdLst/>
            <a:ahLst/>
            <a:rect l="0" t="0" r="r" b="b"/>
            <a:pathLst>
              <a:path w="626" h="51">
                <a:moveTo>
                  <a:pt x="0" y="51"/>
                </a:moveTo>
                <a:lnTo>
                  <a:pt x="626" y="0"/>
                </a:lnTo>
                <a:lnTo>
                  <a:pt x="626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3" name=""/>
          <p:cNvSpPr/>
          <p:nvPr/>
        </p:nvSpPr>
        <p:spPr>
          <a:xfrm>
            <a:off x="2779200" y="1983240"/>
            <a:ext cx="223200" cy="18000"/>
          </a:xfrm>
          <a:custGeom>
            <a:avLst/>
            <a:gdLst/>
            <a:ahLst/>
            <a:rect l="0" t="0" r="r" b="b"/>
            <a:pathLst>
              <a:path w="620" h="50">
                <a:moveTo>
                  <a:pt x="0" y="50"/>
                </a:moveTo>
                <a:lnTo>
                  <a:pt x="620" y="0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4" name=""/>
          <p:cNvSpPr/>
          <p:nvPr/>
        </p:nvSpPr>
        <p:spPr>
          <a:xfrm>
            <a:off x="2781360" y="198324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14" y="0"/>
                </a:lnTo>
                <a:lnTo>
                  <a:pt x="614" y="1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5" name=""/>
          <p:cNvSpPr/>
          <p:nvPr/>
        </p:nvSpPr>
        <p:spPr>
          <a:xfrm>
            <a:off x="2783520" y="1983600"/>
            <a:ext cx="218880" cy="17640"/>
          </a:xfrm>
          <a:custGeom>
            <a:avLst/>
            <a:gdLst/>
            <a:ahLst/>
            <a:rect l="0" t="0" r="r" b="b"/>
            <a:pathLst>
              <a:path w="608" h="49">
                <a:moveTo>
                  <a:pt x="0" y="49"/>
                </a:moveTo>
                <a:lnTo>
                  <a:pt x="608" y="0"/>
                </a:lnTo>
                <a:lnTo>
                  <a:pt x="7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6" name=""/>
          <p:cNvSpPr/>
          <p:nvPr/>
        </p:nvSpPr>
        <p:spPr>
          <a:xfrm>
            <a:off x="2786040" y="198360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601" y="0"/>
                </a:lnTo>
                <a:lnTo>
                  <a:pt x="601" y="1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7" name=""/>
          <p:cNvSpPr/>
          <p:nvPr/>
        </p:nvSpPr>
        <p:spPr>
          <a:xfrm>
            <a:off x="2788200" y="1983960"/>
            <a:ext cx="214200" cy="17280"/>
          </a:xfrm>
          <a:custGeom>
            <a:avLst/>
            <a:gdLst/>
            <a:ahLst/>
            <a:rect l="0" t="0" r="r" b="b"/>
            <a:pathLst>
              <a:path w="595" h="48">
                <a:moveTo>
                  <a:pt x="0" y="48"/>
                </a:moveTo>
                <a:lnTo>
                  <a:pt x="595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8" name=""/>
          <p:cNvSpPr/>
          <p:nvPr/>
        </p:nvSpPr>
        <p:spPr>
          <a:xfrm>
            <a:off x="2790360" y="1983960"/>
            <a:ext cx="212040" cy="17280"/>
          </a:xfrm>
          <a:custGeom>
            <a:avLst/>
            <a:gdLst/>
            <a:ahLst/>
            <a:rect l="0" t="0" r="r" b="b"/>
            <a:pathLst>
              <a:path w="589" h="48">
                <a:moveTo>
                  <a:pt x="0" y="48"/>
                </a:moveTo>
                <a:lnTo>
                  <a:pt x="589" y="0"/>
                </a:lnTo>
                <a:lnTo>
                  <a:pt x="589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9" name=""/>
          <p:cNvSpPr/>
          <p:nvPr/>
        </p:nvSpPr>
        <p:spPr>
          <a:xfrm>
            <a:off x="2792520" y="1984320"/>
            <a:ext cx="209880" cy="16920"/>
          </a:xfrm>
          <a:custGeom>
            <a:avLst/>
            <a:gdLst/>
            <a:ahLst/>
            <a:rect l="0" t="0" r="r" b="b"/>
            <a:pathLst>
              <a:path w="583" h="47">
                <a:moveTo>
                  <a:pt x="0" y="47"/>
                </a:moveTo>
                <a:lnTo>
                  <a:pt x="583" y="0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0" name=""/>
          <p:cNvSpPr/>
          <p:nvPr/>
        </p:nvSpPr>
        <p:spPr>
          <a:xfrm>
            <a:off x="2794680" y="1984320"/>
            <a:ext cx="207720" cy="17280"/>
          </a:xfrm>
          <a:custGeom>
            <a:avLst/>
            <a:gdLst/>
            <a:ahLst/>
            <a:rect l="0" t="0" r="r" b="b"/>
            <a:pathLst>
              <a:path w="577" h="48">
                <a:moveTo>
                  <a:pt x="0" y="48"/>
                </a:moveTo>
                <a:lnTo>
                  <a:pt x="577" y="0"/>
                </a:lnTo>
                <a:lnTo>
                  <a:pt x="577" y="2"/>
                </a:lnTo>
                <a:lnTo>
                  <a:pt x="7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1" name=""/>
          <p:cNvSpPr/>
          <p:nvPr/>
        </p:nvSpPr>
        <p:spPr>
          <a:xfrm>
            <a:off x="2797200" y="1984680"/>
            <a:ext cx="205200" cy="16560"/>
          </a:xfrm>
          <a:custGeom>
            <a:avLst/>
            <a:gdLst/>
            <a:ahLst/>
            <a:rect l="0" t="0" r="r" b="b"/>
            <a:pathLst>
              <a:path w="570" h="46">
                <a:moveTo>
                  <a:pt x="0" y="46"/>
                </a:moveTo>
                <a:lnTo>
                  <a:pt x="570" y="0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2" name=""/>
          <p:cNvSpPr/>
          <p:nvPr/>
        </p:nvSpPr>
        <p:spPr>
          <a:xfrm>
            <a:off x="2799360" y="198468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64" y="0"/>
                </a:lnTo>
                <a:lnTo>
                  <a:pt x="564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3" name=""/>
          <p:cNvSpPr/>
          <p:nvPr/>
        </p:nvSpPr>
        <p:spPr>
          <a:xfrm>
            <a:off x="2801520" y="1985040"/>
            <a:ext cx="200880" cy="16200"/>
          </a:xfrm>
          <a:custGeom>
            <a:avLst/>
            <a:gdLst/>
            <a:ahLst/>
            <a:rect l="0" t="0" r="r" b="b"/>
            <a:pathLst>
              <a:path w="558" h="45">
                <a:moveTo>
                  <a:pt x="0" y="45"/>
                </a:moveTo>
                <a:lnTo>
                  <a:pt x="558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4" name=""/>
          <p:cNvSpPr/>
          <p:nvPr/>
        </p:nvSpPr>
        <p:spPr>
          <a:xfrm>
            <a:off x="2803680" y="198504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52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5" name=""/>
          <p:cNvSpPr/>
          <p:nvPr/>
        </p:nvSpPr>
        <p:spPr>
          <a:xfrm>
            <a:off x="2805840" y="198504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5"/>
                </a:moveTo>
                <a:lnTo>
                  <a:pt x="546" y="0"/>
                </a:lnTo>
                <a:lnTo>
                  <a:pt x="546" y="1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6" name=""/>
          <p:cNvSpPr/>
          <p:nvPr/>
        </p:nvSpPr>
        <p:spPr>
          <a:xfrm>
            <a:off x="2808000" y="1985400"/>
            <a:ext cx="194760" cy="15840"/>
          </a:xfrm>
          <a:custGeom>
            <a:avLst/>
            <a:gdLst/>
            <a:ahLst/>
            <a:rect l="0" t="0" r="r" b="b"/>
            <a:pathLst>
              <a:path w="541" h="44">
                <a:moveTo>
                  <a:pt x="0" y="44"/>
                </a:moveTo>
                <a:lnTo>
                  <a:pt x="541" y="0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7" name=""/>
          <p:cNvSpPr/>
          <p:nvPr/>
        </p:nvSpPr>
        <p:spPr>
          <a:xfrm>
            <a:off x="2810520" y="198540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4"/>
                </a:moveTo>
                <a:lnTo>
                  <a:pt x="533" y="0"/>
                </a:lnTo>
                <a:lnTo>
                  <a:pt x="533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8" name=""/>
          <p:cNvSpPr/>
          <p:nvPr/>
        </p:nvSpPr>
        <p:spPr>
          <a:xfrm>
            <a:off x="2812680" y="198576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7" y="0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49" name=""/>
          <p:cNvSpPr/>
          <p:nvPr/>
        </p:nvSpPr>
        <p:spPr>
          <a:xfrm>
            <a:off x="2814840" y="198576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3"/>
                </a:moveTo>
                <a:lnTo>
                  <a:pt x="521" y="0"/>
                </a:lnTo>
                <a:lnTo>
                  <a:pt x="521" y="1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0" name=""/>
          <p:cNvSpPr/>
          <p:nvPr/>
        </p:nvSpPr>
        <p:spPr>
          <a:xfrm>
            <a:off x="2817000" y="198612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15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1" name=""/>
          <p:cNvSpPr/>
          <p:nvPr/>
        </p:nvSpPr>
        <p:spPr>
          <a:xfrm>
            <a:off x="2819160" y="1986120"/>
            <a:ext cx="183240" cy="15120"/>
          </a:xfrm>
          <a:custGeom>
            <a:avLst/>
            <a:gdLst/>
            <a:ahLst/>
            <a:rect l="0" t="0" r="r" b="b"/>
            <a:pathLst>
              <a:path w="509" h="42">
                <a:moveTo>
                  <a:pt x="0" y="42"/>
                </a:moveTo>
                <a:lnTo>
                  <a:pt x="509" y="0"/>
                </a:lnTo>
                <a:lnTo>
                  <a:pt x="509" y="1"/>
                </a:lnTo>
                <a:lnTo>
                  <a:pt x="7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2" name=""/>
          <p:cNvSpPr/>
          <p:nvPr/>
        </p:nvSpPr>
        <p:spPr>
          <a:xfrm>
            <a:off x="2821680" y="1986480"/>
            <a:ext cx="180720" cy="15120"/>
          </a:xfrm>
          <a:custGeom>
            <a:avLst/>
            <a:gdLst/>
            <a:ahLst/>
            <a:rect l="0" t="0" r="r" b="b"/>
            <a:pathLst>
              <a:path w="502" h="42">
                <a:moveTo>
                  <a:pt x="0" y="42"/>
                </a:moveTo>
                <a:lnTo>
                  <a:pt x="502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3" name=""/>
          <p:cNvSpPr/>
          <p:nvPr/>
        </p:nvSpPr>
        <p:spPr>
          <a:xfrm>
            <a:off x="2823840" y="1986480"/>
            <a:ext cx="178560" cy="15120"/>
          </a:xfrm>
          <a:custGeom>
            <a:avLst/>
            <a:gdLst/>
            <a:ahLst/>
            <a:rect l="0" t="0" r="r" b="b"/>
            <a:pathLst>
              <a:path w="496" h="42">
                <a:moveTo>
                  <a:pt x="0" y="42"/>
                </a:moveTo>
                <a:lnTo>
                  <a:pt x="496" y="0"/>
                </a:lnTo>
                <a:lnTo>
                  <a:pt x="496" y="2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4" name=""/>
          <p:cNvSpPr/>
          <p:nvPr/>
        </p:nvSpPr>
        <p:spPr>
          <a:xfrm>
            <a:off x="2826000" y="1986840"/>
            <a:ext cx="176400" cy="14400"/>
          </a:xfrm>
          <a:custGeom>
            <a:avLst/>
            <a:gdLst/>
            <a:ahLst/>
            <a:rect l="0" t="0" r="r" b="b"/>
            <a:pathLst>
              <a:path w="490" h="40">
                <a:moveTo>
                  <a:pt x="0" y="40"/>
                </a:moveTo>
                <a:lnTo>
                  <a:pt x="490" y="0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5" name=""/>
          <p:cNvSpPr/>
          <p:nvPr/>
        </p:nvSpPr>
        <p:spPr>
          <a:xfrm>
            <a:off x="2828160" y="198684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40"/>
                </a:moveTo>
                <a:lnTo>
                  <a:pt x="484" y="0"/>
                </a:lnTo>
                <a:lnTo>
                  <a:pt x="484" y="1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6" name=""/>
          <p:cNvSpPr/>
          <p:nvPr/>
        </p:nvSpPr>
        <p:spPr>
          <a:xfrm>
            <a:off x="2830320" y="1987200"/>
            <a:ext cx="172080" cy="14040"/>
          </a:xfrm>
          <a:custGeom>
            <a:avLst/>
            <a:gdLst/>
            <a:ahLst/>
            <a:rect l="0" t="0" r="r" b="b"/>
            <a:pathLst>
              <a:path w="478" h="39">
                <a:moveTo>
                  <a:pt x="0" y="39"/>
                </a:moveTo>
                <a:lnTo>
                  <a:pt x="478" y="0"/>
                </a:lnTo>
                <a:lnTo>
                  <a:pt x="7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7" name=""/>
          <p:cNvSpPr/>
          <p:nvPr/>
        </p:nvSpPr>
        <p:spPr>
          <a:xfrm>
            <a:off x="2832840" y="1987200"/>
            <a:ext cx="169560" cy="14040"/>
          </a:xfrm>
          <a:custGeom>
            <a:avLst/>
            <a:gdLst/>
            <a:ahLst/>
            <a:rect l="0" t="0" r="r" b="b"/>
            <a:pathLst>
              <a:path w="471" h="39">
                <a:moveTo>
                  <a:pt x="0" y="39"/>
                </a:moveTo>
                <a:lnTo>
                  <a:pt x="471" y="0"/>
                </a:lnTo>
                <a:lnTo>
                  <a:pt x="471" y="1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8" name=""/>
          <p:cNvSpPr/>
          <p:nvPr/>
        </p:nvSpPr>
        <p:spPr>
          <a:xfrm>
            <a:off x="2835000" y="198756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65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9" name=""/>
          <p:cNvSpPr/>
          <p:nvPr/>
        </p:nvSpPr>
        <p:spPr>
          <a:xfrm>
            <a:off x="2837160" y="198756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8"/>
                </a:moveTo>
                <a:lnTo>
                  <a:pt x="459" y="0"/>
                </a:lnTo>
                <a:lnTo>
                  <a:pt x="459" y="1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0" name=""/>
          <p:cNvSpPr/>
          <p:nvPr/>
        </p:nvSpPr>
        <p:spPr>
          <a:xfrm>
            <a:off x="2839320" y="198792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53" y="0"/>
                </a:lnTo>
                <a:lnTo>
                  <a:pt x="7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1" name=""/>
          <p:cNvSpPr/>
          <p:nvPr/>
        </p:nvSpPr>
        <p:spPr>
          <a:xfrm>
            <a:off x="2841480" y="198792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7"/>
                </a:moveTo>
                <a:lnTo>
                  <a:pt x="447" y="0"/>
                </a:lnTo>
                <a:lnTo>
                  <a:pt x="447" y="1"/>
                </a:lnTo>
                <a:lnTo>
                  <a:pt x="7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2" name=""/>
          <p:cNvSpPr/>
          <p:nvPr/>
        </p:nvSpPr>
        <p:spPr>
          <a:xfrm>
            <a:off x="2844000" y="1988280"/>
            <a:ext cx="158400" cy="12960"/>
          </a:xfrm>
          <a:custGeom>
            <a:avLst/>
            <a:gdLst/>
            <a:ahLst/>
            <a:rect l="0" t="0" r="r" b="b"/>
            <a:pathLst>
              <a:path w="440" h="36">
                <a:moveTo>
                  <a:pt x="0" y="36"/>
                </a:moveTo>
                <a:lnTo>
                  <a:pt x="440" y="0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3" name=""/>
          <p:cNvSpPr/>
          <p:nvPr/>
        </p:nvSpPr>
        <p:spPr>
          <a:xfrm>
            <a:off x="2846160" y="198828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6"/>
                </a:moveTo>
                <a:lnTo>
                  <a:pt x="434" y="0"/>
                </a:lnTo>
                <a:lnTo>
                  <a:pt x="434" y="1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4" name=""/>
          <p:cNvSpPr/>
          <p:nvPr/>
        </p:nvSpPr>
        <p:spPr>
          <a:xfrm>
            <a:off x="2848320" y="198864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8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5" name=""/>
          <p:cNvSpPr/>
          <p:nvPr/>
        </p:nvSpPr>
        <p:spPr>
          <a:xfrm>
            <a:off x="2850480" y="198864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5"/>
                </a:moveTo>
                <a:lnTo>
                  <a:pt x="422" y="0"/>
                </a:lnTo>
                <a:lnTo>
                  <a:pt x="422" y="1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6" name=""/>
          <p:cNvSpPr/>
          <p:nvPr/>
        </p:nvSpPr>
        <p:spPr>
          <a:xfrm>
            <a:off x="2852640" y="198900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16" y="0"/>
                </a:lnTo>
                <a:lnTo>
                  <a:pt x="7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7" name=""/>
          <p:cNvSpPr/>
          <p:nvPr/>
        </p:nvSpPr>
        <p:spPr>
          <a:xfrm>
            <a:off x="2855160" y="198900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4"/>
                </a:moveTo>
                <a:lnTo>
                  <a:pt x="409" y="0"/>
                </a:lnTo>
                <a:lnTo>
                  <a:pt x="409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8" name=""/>
          <p:cNvSpPr/>
          <p:nvPr/>
        </p:nvSpPr>
        <p:spPr>
          <a:xfrm>
            <a:off x="2857320" y="1989360"/>
            <a:ext cx="145080" cy="11880"/>
          </a:xfrm>
          <a:custGeom>
            <a:avLst/>
            <a:gdLst/>
            <a:ahLst/>
            <a:rect l="0" t="0" r="r" b="b"/>
            <a:pathLst>
              <a:path w="403" h="33">
                <a:moveTo>
                  <a:pt x="0" y="33"/>
                </a:moveTo>
                <a:lnTo>
                  <a:pt x="403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69" name=""/>
          <p:cNvSpPr/>
          <p:nvPr/>
        </p:nvSpPr>
        <p:spPr>
          <a:xfrm>
            <a:off x="2859480" y="198936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3"/>
                </a:moveTo>
                <a:lnTo>
                  <a:pt x="397" y="0"/>
                </a:lnTo>
                <a:lnTo>
                  <a:pt x="397" y="1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0" name=""/>
          <p:cNvSpPr/>
          <p:nvPr/>
        </p:nvSpPr>
        <p:spPr>
          <a:xfrm>
            <a:off x="2861640" y="198972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91" y="0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1" name=""/>
          <p:cNvSpPr/>
          <p:nvPr/>
        </p:nvSpPr>
        <p:spPr>
          <a:xfrm>
            <a:off x="2863800" y="198972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2"/>
                </a:moveTo>
                <a:lnTo>
                  <a:pt x="385" y="0"/>
                </a:lnTo>
                <a:lnTo>
                  <a:pt x="385" y="1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2" name=""/>
          <p:cNvSpPr/>
          <p:nvPr/>
        </p:nvSpPr>
        <p:spPr>
          <a:xfrm>
            <a:off x="2865960" y="1990080"/>
            <a:ext cx="136440" cy="11160"/>
          </a:xfrm>
          <a:custGeom>
            <a:avLst/>
            <a:gdLst/>
            <a:ahLst/>
            <a:rect l="0" t="0" r="r" b="b"/>
            <a:pathLst>
              <a:path w="379" h="31">
                <a:moveTo>
                  <a:pt x="0" y="31"/>
                </a:moveTo>
                <a:lnTo>
                  <a:pt x="379" y="0"/>
                </a:lnTo>
                <a:lnTo>
                  <a:pt x="7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3" name=""/>
          <p:cNvSpPr/>
          <p:nvPr/>
        </p:nvSpPr>
        <p:spPr>
          <a:xfrm>
            <a:off x="2868480" y="199008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1"/>
                </a:moveTo>
                <a:lnTo>
                  <a:pt x="372" y="0"/>
                </a:lnTo>
                <a:lnTo>
                  <a:pt x="372" y="1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8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4" name=""/>
          <p:cNvSpPr/>
          <p:nvPr/>
        </p:nvSpPr>
        <p:spPr>
          <a:xfrm>
            <a:off x="2870640" y="1990440"/>
            <a:ext cx="131760" cy="10800"/>
          </a:xfrm>
          <a:custGeom>
            <a:avLst/>
            <a:gdLst/>
            <a:ahLst/>
            <a:rect l="0" t="0" r="r" b="b"/>
            <a:pathLst>
              <a:path w="366" h="30">
                <a:moveTo>
                  <a:pt x="0" y="30"/>
                </a:moveTo>
                <a:lnTo>
                  <a:pt x="366" y="0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5" name=""/>
          <p:cNvSpPr/>
          <p:nvPr/>
        </p:nvSpPr>
        <p:spPr>
          <a:xfrm>
            <a:off x="2872800" y="1990440"/>
            <a:ext cx="129600" cy="11160"/>
          </a:xfrm>
          <a:custGeom>
            <a:avLst/>
            <a:gdLst/>
            <a:ahLst/>
            <a:rect l="0" t="0" r="r" b="b"/>
            <a:pathLst>
              <a:path w="360" h="31">
                <a:moveTo>
                  <a:pt x="0" y="31"/>
                </a:moveTo>
                <a:lnTo>
                  <a:pt x="360" y="0"/>
                </a:lnTo>
                <a:lnTo>
                  <a:pt x="360" y="2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6" name=""/>
          <p:cNvSpPr/>
          <p:nvPr/>
        </p:nvSpPr>
        <p:spPr>
          <a:xfrm>
            <a:off x="2874960" y="199080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54" y="0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7" name=""/>
          <p:cNvSpPr/>
          <p:nvPr/>
        </p:nvSpPr>
        <p:spPr>
          <a:xfrm>
            <a:off x="2877120" y="1990800"/>
            <a:ext cx="125280" cy="10440"/>
          </a:xfrm>
          <a:custGeom>
            <a:avLst/>
            <a:gdLst/>
            <a:ahLst/>
            <a:rect l="0" t="0" r="r" b="b"/>
            <a:pathLst>
              <a:path w="348" h="29">
                <a:moveTo>
                  <a:pt x="0" y="29"/>
                </a:moveTo>
                <a:lnTo>
                  <a:pt x="348" y="0"/>
                </a:lnTo>
                <a:lnTo>
                  <a:pt x="348" y="1"/>
                </a:lnTo>
                <a:lnTo>
                  <a:pt x="7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1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8" name=""/>
          <p:cNvSpPr/>
          <p:nvPr/>
        </p:nvSpPr>
        <p:spPr>
          <a:xfrm>
            <a:off x="2879640" y="199116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41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79" name=""/>
          <p:cNvSpPr/>
          <p:nvPr/>
        </p:nvSpPr>
        <p:spPr>
          <a:xfrm>
            <a:off x="2881800" y="199116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335" y="1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0" name=""/>
          <p:cNvSpPr/>
          <p:nvPr/>
        </p:nvSpPr>
        <p:spPr>
          <a:xfrm>
            <a:off x="2883960" y="1991520"/>
            <a:ext cx="118440" cy="9720"/>
          </a:xfrm>
          <a:custGeom>
            <a:avLst/>
            <a:gdLst/>
            <a:ahLst/>
            <a:rect l="0" t="0" r="r" b="b"/>
            <a:pathLst>
              <a:path w="329" h="27">
                <a:moveTo>
                  <a:pt x="0" y="27"/>
                </a:moveTo>
                <a:lnTo>
                  <a:pt x="329" y="0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1" name=""/>
          <p:cNvSpPr/>
          <p:nvPr/>
        </p:nvSpPr>
        <p:spPr>
          <a:xfrm>
            <a:off x="2886120" y="199152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7"/>
                </a:moveTo>
                <a:lnTo>
                  <a:pt x="323" y="0"/>
                </a:lnTo>
                <a:lnTo>
                  <a:pt x="323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2" name=""/>
          <p:cNvSpPr/>
          <p:nvPr/>
        </p:nvSpPr>
        <p:spPr>
          <a:xfrm>
            <a:off x="2888280" y="1991880"/>
            <a:ext cx="114120" cy="9360"/>
          </a:xfrm>
          <a:custGeom>
            <a:avLst/>
            <a:gdLst/>
            <a:ahLst/>
            <a:rect l="0" t="0" r="r" b="b"/>
            <a:pathLst>
              <a:path w="317" h="26">
                <a:moveTo>
                  <a:pt x="0" y="26"/>
                </a:moveTo>
                <a:lnTo>
                  <a:pt x="317" y="0"/>
                </a:lnTo>
                <a:lnTo>
                  <a:pt x="7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3" name=""/>
          <p:cNvSpPr/>
          <p:nvPr/>
        </p:nvSpPr>
        <p:spPr>
          <a:xfrm>
            <a:off x="2890800" y="199188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10" y="0"/>
                </a:lnTo>
                <a:lnTo>
                  <a:pt x="310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4" name=""/>
          <p:cNvSpPr/>
          <p:nvPr/>
        </p:nvSpPr>
        <p:spPr>
          <a:xfrm>
            <a:off x="2892960" y="199224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304" y="0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5" name=""/>
          <p:cNvSpPr/>
          <p:nvPr/>
        </p:nvSpPr>
        <p:spPr>
          <a:xfrm>
            <a:off x="2895120" y="199224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5"/>
                </a:moveTo>
                <a:lnTo>
                  <a:pt x="298" y="0"/>
                </a:lnTo>
                <a:lnTo>
                  <a:pt x="298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6" name=""/>
          <p:cNvSpPr/>
          <p:nvPr/>
        </p:nvSpPr>
        <p:spPr>
          <a:xfrm>
            <a:off x="2897280" y="1992600"/>
            <a:ext cx="105120" cy="8640"/>
          </a:xfrm>
          <a:custGeom>
            <a:avLst/>
            <a:gdLst/>
            <a:ahLst/>
            <a:rect l="0" t="0" r="r" b="b"/>
            <a:pathLst>
              <a:path w="292" h="24">
                <a:moveTo>
                  <a:pt x="0" y="24"/>
                </a:moveTo>
                <a:lnTo>
                  <a:pt x="292" y="0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7" name=""/>
          <p:cNvSpPr/>
          <p:nvPr/>
        </p:nvSpPr>
        <p:spPr>
          <a:xfrm>
            <a:off x="2899440" y="199260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4"/>
                </a:moveTo>
                <a:lnTo>
                  <a:pt x="286" y="0"/>
                </a:lnTo>
                <a:lnTo>
                  <a:pt x="286" y="1"/>
                </a:lnTo>
                <a:lnTo>
                  <a:pt x="7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8" name=""/>
          <p:cNvSpPr/>
          <p:nvPr/>
        </p:nvSpPr>
        <p:spPr>
          <a:xfrm>
            <a:off x="2901960" y="1992960"/>
            <a:ext cx="100440" cy="8280"/>
          </a:xfrm>
          <a:custGeom>
            <a:avLst/>
            <a:gdLst/>
            <a:ahLst/>
            <a:rect l="0" t="0" r="r" b="b"/>
            <a:pathLst>
              <a:path w="279" h="23">
                <a:moveTo>
                  <a:pt x="0" y="23"/>
                </a:moveTo>
                <a:lnTo>
                  <a:pt x="279" y="0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9" name=""/>
          <p:cNvSpPr/>
          <p:nvPr/>
        </p:nvSpPr>
        <p:spPr>
          <a:xfrm>
            <a:off x="2904120" y="199296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73" y="0"/>
                </a:lnTo>
                <a:lnTo>
                  <a:pt x="273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0" name=""/>
          <p:cNvSpPr/>
          <p:nvPr/>
        </p:nvSpPr>
        <p:spPr>
          <a:xfrm>
            <a:off x="2906280" y="1993320"/>
            <a:ext cx="96120" cy="7920"/>
          </a:xfrm>
          <a:custGeom>
            <a:avLst/>
            <a:gdLst/>
            <a:ahLst/>
            <a:rect l="0" t="0" r="r" b="b"/>
            <a:pathLst>
              <a:path w="267" h="22">
                <a:moveTo>
                  <a:pt x="0" y="22"/>
                </a:moveTo>
                <a:lnTo>
                  <a:pt x="267" y="0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d0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1" name=""/>
          <p:cNvSpPr/>
          <p:nvPr/>
        </p:nvSpPr>
        <p:spPr>
          <a:xfrm>
            <a:off x="2908440" y="199332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2"/>
                </a:moveTo>
                <a:lnTo>
                  <a:pt x="261" y="0"/>
                </a:lnTo>
                <a:lnTo>
                  <a:pt x="261" y="1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2" name=""/>
          <p:cNvSpPr/>
          <p:nvPr/>
        </p:nvSpPr>
        <p:spPr>
          <a:xfrm>
            <a:off x="2910600" y="1993680"/>
            <a:ext cx="91800" cy="7560"/>
          </a:xfrm>
          <a:custGeom>
            <a:avLst/>
            <a:gdLst/>
            <a:ahLst/>
            <a:rect l="0" t="0" r="r" b="b"/>
            <a:pathLst>
              <a:path w="255" h="21">
                <a:moveTo>
                  <a:pt x="0" y="21"/>
                </a:moveTo>
                <a:lnTo>
                  <a:pt x="255" y="0"/>
                </a:lnTo>
                <a:lnTo>
                  <a:pt x="7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3" name=""/>
          <p:cNvSpPr/>
          <p:nvPr/>
        </p:nvSpPr>
        <p:spPr>
          <a:xfrm>
            <a:off x="2913120" y="1993680"/>
            <a:ext cx="89280" cy="7920"/>
          </a:xfrm>
          <a:custGeom>
            <a:avLst/>
            <a:gdLst/>
            <a:ahLst/>
            <a:rect l="0" t="0" r="r" b="b"/>
            <a:pathLst>
              <a:path w="248" h="22">
                <a:moveTo>
                  <a:pt x="0" y="22"/>
                </a:moveTo>
                <a:lnTo>
                  <a:pt x="248" y="0"/>
                </a:lnTo>
                <a:lnTo>
                  <a:pt x="248" y="2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4" name=""/>
          <p:cNvSpPr/>
          <p:nvPr/>
        </p:nvSpPr>
        <p:spPr>
          <a:xfrm>
            <a:off x="2915280" y="1994040"/>
            <a:ext cx="87120" cy="7200"/>
          </a:xfrm>
          <a:custGeom>
            <a:avLst/>
            <a:gdLst/>
            <a:ahLst/>
            <a:rect l="0" t="0" r="r" b="b"/>
            <a:pathLst>
              <a:path w="242" h="20">
                <a:moveTo>
                  <a:pt x="0" y="20"/>
                </a:moveTo>
                <a:lnTo>
                  <a:pt x="242" y="0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5" name=""/>
          <p:cNvSpPr/>
          <p:nvPr/>
        </p:nvSpPr>
        <p:spPr>
          <a:xfrm>
            <a:off x="2917440" y="199404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6" y="0"/>
                </a:lnTo>
                <a:lnTo>
                  <a:pt x="236" y="1"/>
                </a:lnTo>
                <a:lnTo>
                  <a:pt x="7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6" name=""/>
          <p:cNvSpPr/>
          <p:nvPr/>
        </p:nvSpPr>
        <p:spPr>
          <a:xfrm>
            <a:off x="2919600" y="1994400"/>
            <a:ext cx="82800" cy="6840"/>
          </a:xfrm>
          <a:custGeom>
            <a:avLst/>
            <a:gdLst/>
            <a:ahLst/>
            <a:rect l="0" t="0" r="r" b="b"/>
            <a:pathLst>
              <a:path w="230" h="19">
                <a:moveTo>
                  <a:pt x="0" y="19"/>
                </a:moveTo>
                <a:lnTo>
                  <a:pt x="230" y="0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7" name=""/>
          <p:cNvSpPr/>
          <p:nvPr/>
        </p:nvSpPr>
        <p:spPr>
          <a:xfrm>
            <a:off x="2921760" y="199440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9"/>
                </a:moveTo>
                <a:lnTo>
                  <a:pt x="224" y="0"/>
                </a:lnTo>
                <a:lnTo>
                  <a:pt x="224" y="1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8" name=""/>
          <p:cNvSpPr/>
          <p:nvPr/>
        </p:nvSpPr>
        <p:spPr>
          <a:xfrm>
            <a:off x="2923920" y="1994760"/>
            <a:ext cx="78480" cy="6480"/>
          </a:xfrm>
          <a:custGeom>
            <a:avLst/>
            <a:gdLst/>
            <a:ahLst/>
            <a:rect l="0" t="0" r="r" b="b"/>
            <a:pathLst>
              <a:path w="218" h="18">
                <a:moveTo>
                  <a:pt x="0" y="18"/>
                </a:moveTo>
                <a:lnTo>
                  <a:pt x="218" y="0"/>
                </a:lnTo>
                <a:lnTo>
                  <a:pt x="7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99" name=""/>
          <p:cNvSpPr/>
          <p:nvPr/>
        </p:nvSpPr>
        <p:spPr>
          <a:xfrm>
            <a:off x="2926440" y="1994760"/>
            <a:ext cx="75960" cy="6480"/>
          </a:xfrm>
          <a:custGeom>
            <a:avLst/>
            <a:gdLst/>
            <a:ahLst/>
            <a:rect l="0" t="0" r="r" b="b"/>
            <a:pathLst>
              <a:path w="211" h="18">
                <a:moveTo>
                  <a:pt x="0" y="18"/>
                </a:moveTo>
                <a:lnTo>
                  <a:pt x="211" y="0"/>
                </a:lnTo>
                <a:lnTo>
                  <a:pt x="211" y="1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0" name=""/>
          <p:cNvSpPr/>
          <p:nvPr/>
        </p:nvSpPr>
        <p:spPr>
          <a:xfrm>
            <a:off x="2928600" y="1995120"/>
            <a:ext cx="73800" cy="6120"/>
          </a:xfrm>
          <a:custGeom>
            <a:avLst/>
            <a:gdLst/>
            <a:ahLst/>
            <a:rect l="0" t="0" r="r" b="b"/>
            <a:pathLst>
              <a:path w="205" h="17">
                <a:moveTo>
                  <a:pt x="0" y="17"/>
                </a:moveTo>
                <a:lnTo>
                  <a:pt x="205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1" name=""/>
          <p:cNvSpPr/>
          <p:nvPr/>
        </p:nvSpPr>
        <p:spPr>
          <a:xfrm>
            <a:off x="2930760" y="1995120"/>
            <a:ext cx="71640" cy="6480"/>
          </a:xfrm>
          <a:custGeom>
            <a:avLst/>
            <a:gdLst/>
            <a:ahLst/>
            <a:rect l="0" t="0" r="r" b="b"/>
            <a:pathLst>
              <a:path w="199" h="18">
                <a:moveTo>
                  <a:pt x="0" y="18"/>
                </a:moveTo>
                <a:lnTo>
                  <a:pt x="199" y="0"/>
                </a:lnTo>
                <a:lnTo>
                  <a:pt x="199" y="2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2" name=""/>
          <p:cNvSpPr/>
          <p:nvPr/>
        </p:nvSpPr>
        <p:spPr>
          <a:xfrm>
            <a:off x="2932920" y="1995480"/>
            <a:ext cx="69480" cy="5760"/>
          </a:xfrm>
          <a:custGeom>
            <a:avLst/>
            <a:gdLst/>
            <a:ahLst/>
            <a:rect l="0" t="0" r="r" b="b"/>
            <a:pathLst>
              <a:path w="193" h="16">
                <a:moveTo>
                  <a:pt x="0" y="16"/>
                </a:moveTo>
                <a:lnTo>
                  <a:pt x="193" y="0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f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3" name=""/>
          <p:cNvSpPr/>
          <p:nvPr/>
        </p:nvSpPr>
        <p:spPr>
          <a:xfrm>
            <a:off x="2935080" y="1995480"/>
            <a:ext cx="67320" cy="5760"/>
          </a:xfrm>
          <a:custGeom>
            <a:avLst/>
            <a:gdLst/>
            <a:ahLst/>
            <a:rect l="0" t="0" r="r" b="b"/>
            <a:pathLst>
              <a:path w="187" h="16">
                <a:moveTo>
                  <a:pt x="0" y="16"/>
                </a:moveTo>
                <a:lnTo>
                  <a:pt x="187" y="0"/>
                </a:lnTo>
                <a:lnTo>
                  <a:pt x="187" y="1"/>
                </a:lnTo>
                <a:lnTo>
                  <a:pt x="7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4" name=""/>
          <p:cNvSpPr/>
          <p:nvPr/>
        </p:nvSpPr>
        <p:spPr>
          <a:xfrm>
            <a:off x="2937600" y="199584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80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5" name=""/>
          <p:cNvSpPr/>
          <p:nvPr/>
        </p:nvSpPr>
        <p:spPr>
          <a:xfrm>
            <a:off x="2939760" y="1995840"/>
            <a:ext cx="62640" cy="5760"/>
          </a:xfrm>
          <a:custGeom>
            <a:avLst/>
            <a:gdLst/>
            <a:ahLst/>
            <a:rect l="0" t="0" r="r" b="b"/>
            <a:pathLst>
              <a:path w="174" h="16">
                <a:moveTo>
                  <a:pt x="0" y="16"/>
                </a:moveTo>
                <a:lnTo>
                  <a:pt x="174" y="0"/>
                </a:lnTo>
                <a:lnTo>
                  <a:pt x="174" y="2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6" name=""/>
          <p:cNvSpPr/>
          <p:nvPr/>
        </p:nvSpPr>
        <p:spPr>
          <a:xfrm>
            <a:off x="2941920" y="1996200"/>
            <a:ext cx="60480" cy="5040"/>
          </a:xfrm>
          <a:custGeom>
            <a:avLst/>
            <a:gdLst/>
            <a:ahLst/>
            <a:rect l="0" t="0" r="r" b="b"/>
            <a:pathLst>
              <a:path w="168" h="14">
                <a:moveTo>
                  <a:pt x="0" y="14"/>
                </a:moveTo>
                <a:lnTo>
                  <a:pt x="168" y="0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7" name=""/>
          <p:cNvSpPr/>
          <p:nvPr/>
        </p:nvSpPr>
        <p:spPr>
          <a:xfrm>
            <a:off x="2944080" y="1996200"/>
            <a:ext cx="58320" cy="5040"/>
          </a:xfrm>
          <a:custGeom>
            <a:avLst/>
            <a:gdLst/>
            <a:ahLst/>
            <a:rect l="0" t="0" r="r" b="b"/>
            <a:pathLst>
              <a:path w="162" h="14">
                <a:moveTo>
                  <a:pt x="0" y="14"/>
                </a:moveTo>
                <a:lnTo>
                  <a:pt x="162" y="0"/>
                </a:lnTo>
                <a:lnTo>
                  <a:pt x="162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8" name=""/>
          <p:cNvSpPr/>
          <p:nvPr/>
        </p:nvSpPr>
        <p:spPr>
          <a:xfrm>
            <a:off x="2946240" y="1996560"/>
            <a:ext cx="56160" cy="4680"/>
          </a:xfrm>
          <a:custGeom>
            <a:avLst/>
            <a:gdLst/>
            <a:ahLst/>
            <a:rect l="0" t="0" r="r" b="b"/>
            <a:pathLst>
              <a:path w="156" h="13">
                <a:moveTo>
                  <a:pt x="0" y="13"/>
                </a:moveTo>
                <a:lnTo>
                  <a:pt x="156" y="0"/>
                </a:lnTo>
                <a:lnTo>
                  <a:pt x="7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9" name=""/>
          <p:cNvSpPr/>
          <p:nvPr/>
        </p:nvSpPr>
        <p:spPr>
          <a:xfrm>
            <a:off x="2948760" y="199656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3"/>
                </a:moveTo>
                <a:lnTo>
                  <a:pt x="149" y="0"/>
                </a:lnTo>
                <a:lnTo>
                  <a:pt x="149" y="1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10" name=""/>
          <p:cNvSpPr/>
          <p:nvPr/>
        </p:nvSpPr>
        <p:spPr>
          <a:xfrm>
            <a:off x="2950920" y="1996920"/>
            <a:ext cx="51480" cy="4320"/>
          </a:xfrm>
          <a:custGeom>
            <a:avLst/>
            <a:gdLst/>
            <a:ahLst/>
            <a:rect l="0" t="0" r="r" b="b"/>
            <a:pathLst>
              <a:path w="143" h="12">
                <a:moveTo>
                  <a:pt x="0" y="12"/>
                </a:moveTo>
                <a:lnTo>
                  <a:pt x="143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11" name=""/>
          <p:cNvSpPr/>
          <p:nvPr/>
        </p:nvSpPr>
        <p:spPr>
          <a:xfrm>
            <a:off x="2953080" y="1996920"/>
            <a:ext cx="49320" cy="4320"/>
          </a:xfrm>
          <a:custGeom>
            <a:avLst/>
            <a:gdLst/>
            <a:ahLst/>
            <a:rect l="0" t="0" r="r" b="b"/>
            <a:pathLst>
              <a:path w="137" h="12">
                <a:moveTo>
                  <a:pt x="0" y="12"/>
                </a:moveTo>
                <a:lnTo>
                  <a:pt x="137" y="0"/>
                </a:lnTo>
                <a:lnTo>
                  <a:pt x="137" y="1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12" name=""/>
          <p:cNvSpPr/>
          <p:nvPr/>
        </p:nvSpPr>
        <p:spPr>
          <a:xfrm>
            <a:off x="2955240" y="1997280"/>
            <a:ext cx="47160" cy="3960"/>
          </a:xfrm>
          <a:custGeom>
            <a:avLst/>
            <a:gdLst/>
            <a:ahLst/>
            <a:rect l="0" t="0" r="r" b="b"/>
            <a:pathLst>
              <a:path w="131" h="11">
                <a:moveTo>
                  <a:pt x="0" y="11"/>
                </a:moveTo>
                <a:lnTo>
                  <a:pt x="131" y="0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13" name=""/>
          <p:cNvSpPr/>
          <p:nvPr/>
        </p:nvSpPr>
        <p:spPr>
          <a:xfrm>
            <a:off x="2957400" y="1997280"/>
            <a:ext cx="45000" cy="4320"/>
          </a:xfrm>
          <a:custGeom>
            <a:avLst/>
            <a:gdLst/>
            <a:ahLst/>
            <a:rect l="0" t="0" r="r" b="b"/>
            <a:pathLst>
              <a:path w="125" h="12">
                <a:moveTo>
                  <a:pt x="0" y="12"/>
                </a:moveTo>
                <a:lnTo>
                  <a:pt x="125" y="0"/>
                </a:lnTo>
                <a:lnTo>
                  <a:pt x="125" y="2"/>
                </a:lnTo>
                <a:lnTo>
                  <a:pt x="7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14" name=""/>
          <p:cNvSpPr/>
          <p:nvPr/>
        </p:nvSpPr>
        <p:spPr>
          <a:xfrm>
            <a:off x="2959920" y="1997640"/>
            <a:ext cx="42480" cy="3600"/>
          </a:xfrm>
          <a:custGeom>
            <a:avLst/>
            <a:gdLst/>
            <a:ahLst/>
            <a:rect l="0" t="0" r="r" b="b"/>
            <a:pathLst>
              <a:path w="118" h="10">
                <a:moveTo>
                  <a:pt x="0" y="10"/>
                </a:moveTo>
                <a:lnTo>
                  <a:pt x="118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15" name=""/>
          <p:cNvSpPr/>
          <p:nvPr/>
        </p:nvSpPr>
        <p:spPr>
          <a:xfrm>
            <a:off x="2962080" y="1997640"/>
            <a:ext cx="40320" cy="3600"/>
          </a:xfrm>
          <a:custGeom>
            <a:avLst/>
            <a:gdLst/>
            <a:ahLst/>
            <a:rect l="0" t="0" r="r" b="b"/>
            <a:pathLst>
              <a:path w="112" h="10">
                <a:moveTo>
                  <a:pt x="0" y="10"/>
                </a:moveTo>
                <a:lnTo>
                  <a:pt x="112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16" name=""/>
          <p:cNvSpPr/>
          <p:nvPr/>
        </p:nvSpPr>
        <p:spPr>
          <a:xfrm>
            <a:off x="2964240" y="199764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10"/>
                </a:moveTo>
                <a:lnTo>
                  <a:pt x="106" y="0"/>
                </a:lnTo>
                <a:lnTo>
                  <a:pt x="106" y="1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17" name=""/>
          <p:cNvSpPr/>
          <p:nvPr/>
        </p:nvSpPr>
        <p:spPr>
          <a:xfrm>
            <a:off x="2966400" y="199800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9"/>
                </a:moveTo>
                <a:lnTo>
                  <a:pt x="100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" name=""/>
          <p:cNvSpPr/>
          <p:nvPr/>
        </p:nvSpPr>
        <p:spPr>
          <a:xfrm>
            <a:off x="2968560" y="1998000"/>
            <a:ext cx="33840" cy="3240"/>
          </a:xfrm>
          <a:custGeom>
            <a:avLst/>
            <a:gdLst/>
            <a:ahLst/>
            <a:rect l="0" t="0" r="r" b="b"/>
            <a:pathLst>
              <a:path w="94" h="9">
                <a:moveTo>
                  <a:pt x="0" y="9"/>
                </a:moveTo>
                <a:lnTo>
                  <a:pt x="94" y="0"/>
                </a:lnTo>
                <a:lnTo>
                  <a:pt x="94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" name=""/>
          <p:cNvSpPr/>
          <p:nvPr/>
        </p:nvSpPr>
        <p:spPr>
          <a:xfrm>
            <a:off x="2970720" y="1998360"/>
            <a:ext cx="31680" cy="2880"/>
          </a:xfrm>
          <a:custGeom>
            <a:avLst/>
            <a:gdLst/>
            <a:ahLst/>
            <a:rect l="0" t="0" r="r" b="b"/>
            <a:pathLst>
              <a:path w="88" h="8">
                <a:moveTo>
                  <a:pt x="0" y="8"/>
                </a:moveTo>
                <a:lnTo>
                  <a:pt x="88" y="0"/>
                </a:lnTo>
                <a:lnTo>
                  <a:pt x="7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" name=""/>
          <p:cNvSpPr/>
          <p:nvPr/>
        </p:nvSpPr>
        <p:spPr>
          <a:xfrm>
            <a:off x="2973240" y="1998360"/>
            <a:ext cx="29160" cy="2880"/>
          </a:xfrm>
          <a:custGeom>
            <a:avLst/>
            <a:gdLst/>
            <a:ahLst/>
            <a:rect l="0" t="0" r="r" b="b"/>
            <a:pathLst>
              <a:path w="81" h="8">
                <a:moveTo>
                  <a:pt x="0" y="8"/>
                </a:moveTo>
                <a:lnTo>
                  <a:pt x="81" y="0"/>
                </a:lnTo>
                <a:lnTo>
                  <a:pt x="81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" name=""/>
          <p:cNvSpPr/>
          <p:nvPr/>
        </p:nvSpPr>
        <p:spPr>
          <a:xfrm>
            <a:off x="2975400" y="1998720"/>
            <a:ext cx="27000" cy="2880"/>
          </a:xfrm>
          <a:custGeom>
            <a:avLst/>
            <a:gdLst/>
            <a:ahLst/>
            <a:rect l="0" t="0" r="r" b="b"/>
            <a:pathLst>
              <a:path w="75" h="8">
                <a:moveTo>
                  <a:pt x="0" y="8"/>
                </a:moveTo>
                <a:lnTo>
                  <a:pt x="75" y="0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" name=""/>
          <p:cNvSpPr/>
          <p:nvPr/>
        </p:nvSpPr>
        <p:spPr>
          <a:xfrm>
            <a:off x="2977560" y="1998720"/>
            <a:ext cx="24840" cy="2880"/>
          </a:xfrm>
          <a:custGeom>
            <a:avLst/>
            <a:gdLst/>
            <a:ahLst/>
            <a:rect l="0" t="0" r="r" b="b"/>
            <a:pathLst>
              <a:path w="69" h="8">
                <a:moveTo>
                  <a:pt x="0" y="8"/>
                </a:moveTo>
                <a:lnTo>
                  <a:pt x="69" y="0"/>
                </a:lnTo>
                <a:lnTo>
                  <a:pt x="69" y="2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" name=""/>
          <p:cNvSpPr/>
          <p:nvPr/>
        </p:nvSpPr>
        <p:spPr>
          <a:xfrm>
            <a:off x="2979720" y="1999080"/>
            <a:ext cx="22680" cy="2520"/>
          </a:xfrm>
          <a:custGeom>
            <a:avLst/>
            <a:gdLst/>
            <a:ahLst/>
            <a:rect l="0" t="0" r="r" b="b"/>
            <a:pathLst>
              <a:path w="63" h="7">
                <a:moveTo>
                  <a:pt x="0" y="7"/>
                </a:moveTo>
                <a:lnTo>
                  <a:pt x="63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" name=""/>
          <p:cNvSpPr/>
          <p:nvPr/>
        </p:nvSpPr>
        <p:spPr>
          <a:xfrm>
            <a:off x="2981880" y="1999080"/>
            <a:ext cx="20520" cy="2520"/>
          </a:xfrm>
          <a:custGeom>
            <a:avLst/>
            <a:gdLst/>
            <a:ahLst/>
            <a:rect l="0" t="0" r="r" b="b"/>
            <a:pathLst>
              <a:path w="57" h="7">
                <a:moveTo>
                  <a:pt x="0" y="7"/>
                </a:moveTo>
                <a:lnTo>
                  <a:pt x="57" y="0"/>
                </a:lnTo>
                <a:lnTo>
                  <a:pt x="57" y="2"/>
                </a:lnTo>
                <a:lnTo>
                  <a:pt x="7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" name=""/>
          <p:cNvSpPr/>
          <p:nvPr/>
        </p:nvSpPr>
        <p:spPr>
          <a:xfrm>
            <a:off x="2984400" y="199944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" name=""/>
          <p:cNvSpPr/>
          <p:nvPr/>
        </p:nvSpPr>
        <p:spPr>
          <a:xfrm>
            <a:off x="2986560" y="1999440"/>
            <a:ext cx="15840" cy="2160"/>
          </a:xfrm>
          <a:custGeom>
            <a:avLst/>
            <a:gdLst/>
            <a:ahLst/>
            <a:rect l="0" t="0" r="r" b="b"/>
            <a:pathLst>
              <a:path w="44" h="6">
                <a:moveTo>
                  <a:pt x="0" y="6"/>
                </a:moveTo>
                <a:lnTo>
                  <a:pt x="44" y="0"/>
                </a:lnTo>
                <a:lnTo>
                  <a:pt x="44" y="2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" name=""/>
          <p:cNvSpPr/>
          <p:nvPr/>
        </p:nvSpPr>
        <p:spPr>
          <a:xfrm>
            <a:off x="2988720" y="1999800"/>
            <a:ext cx="13680" cy="1440"/>
          </a:xfrm>
          <a:custGeom>
            <a:avLst/>
            <a:gdLst/>
            <a:ahLst/>
            <a:rect l="0" t="0" r="r" b="b"/>
            <a:pathLst>
              <a:path w="38" h="4">
                <a:moveTo>
                  <a:pt x="0" y="4"/>
                </a:moveTo>
                <a:lnTo>
                  <a:pt x="38" y="0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" name=""/>
          <p:cNvSpPr/>
          <p:nvPr/>
        </p:nvSpPr>
        <p:spPr>
          <a:xfrm>
            <a:off x="2990880" y="1999800"/>
            <a:ext cx="11520" cy="1440"/>
          </a:xfrm>
          <a:custGeom>
            <a:avLst/>
            <a:gdLst/>
            <a:ahLst/>
            <a:rect l="0" t="0" r="r" b="b"/>
            <a:pathLst>
              <a:path w="32" h="4">
                <a:moveTo>
                  <a:pt x="0" y="4"/>
                </a:moveTo>
                <a:lnTo>
                  <a:pt x="32" y="0"/>
                </a:lnTo>
                <a:lnTo>
                  <a:pt x="32" y="1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" name=""/>
          <p:cNvSpPr/>
          <p:nvPr/>
        </p:nvSpPr>
        <p:spPr>
          <a:xfrm>
            <a:off x="2993040" y="200016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4"/>
                </a:moveTo>
                <a:lnTo>
                  <a:pt x="26" y="0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" name=""/>
          <p:cNvSpPr/>
          <p:nvPr/>
        </p:nvSpPr>
        <p:spPr>
          <a:xfrm>
            <a:off x="2995560" y="2000160"/>
            <a:ext cx="6840" cy="1440"/>
          </a:xfrm>
          <a:custGeom>
            <a:avLst/>
            <a:gdLst/>
            <a:ahLst/>
            <a:rect l="0" t="0" r="r" b="b"/>
            <a:pathLst>
              <a:path w="19" h="4">
                <a:moveTo>
                  <a:pt x="0" y="4"/>
                </a:moveTo>
                <a:lnTo>
                  <a:pt x="19" y="0"/>
                </a:lnTo>
                <a:lnTo>
                  <a:pt x="19" y="2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" name=""/>
          <p:cNvSpPr/>
          <p:nvPr/>
        </p:nvSpPr>
        <p:spPr>
          <a:xfrm>
            <a:off x="2997720" y="2000520"/>
            <a:ext cx="4320" cy="360"/>
          </a:xfrm>
          <a:custGeom>
            <a:avLst/>
            <a:gdLst/>
            <a:ahLst/>
            <a:rect l="0" t="0" r="r" b="b"/>
            <a:pathLst>
              <a:path w="12" h="1">
                <a:moveTo>
                  <a:pt x="0" y="1"/>
                </a:moveTo>
                <a:lnTo>
                  <a:pt x="12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" name=""/>
          <p:cNvSpPr/>
          <p:nvPr/>
        </p:nvSpPr>
        <p:spPr>
          <a:xfrm>
            <a:off x="2999880" y="2000520"/>
            <a:ext cx="2160" cy="360"/>
          </a:xfrm>
          <a:custGeom>
            <a:avLst/>
            <a:gdLst/>
            <a:ahLst/>
            <a:rect l="0" t="0" r="r" b="b"/>
            <a:pathLst>
              <a:path w="6" h="1">
                <a:moveTo>
                  <a:pt x="0" y="1"/>
                </a:moveTo>
                <a:lnTo>
                  <a:pt x="6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" name=""/>
          <p:cNvSpPr/>
          <p:nvPr/>
        </p:nvSpPr>
        <p:spPr>
          <a:xfrm>
            <a:off x="2718720" y="1977840"/>
            <a:ext cx="283680" cy="23400"/>
          </a:xfrm>
          <a:custGeom>
            <a:avLst/>
            <a:gdLst/>
            <a:ahLst/>
            <a:rect l="0" t="0" r="r" b="b"/>
            <a:pathLst>
              <a:path w="788" h="65">
                <a:moveTo>
                  <a:pt x="0" y="65"/>
                </a:moveTo>
                <a:lnTo>
                  <a:pt x="788" y="65"/>
                </a:lnTo>
                <a:lnTo>
                  <a:pt x="788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34" name=""/>
          <p:cNvSpPr/>
          <p:nvPr/>
        </p:nvSpPr>
        <p:spPr>
          <a:xfrm>
            <a:off x="2746080" y="2000880"/>
            <a:ext cx="7920" cy="1440"/>
          </a:xfrm>
          <a:custGeom>
            <a:avLst/>
            <a:gdLst/>
            <a:ahLst/>
            <a:rect l="0" t="0" r="r" b="b"/>
            <a:pathLst>
              <a:path w="22" h="4">
                <a:moveTo>
                  <a:pt x="0" y="0"/>
                </a:moveTo>
                <a:lnTo>
                  <a:pt x="22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35" name=""/>
          <p:cNvSpPr/>
          <p:nvPr/>
        </p:nvSpPr>
        <p:spPr>
          <a:xfrm>
            <a:off x="2746080" y="2000880"/>
            <a:ext cx="10800" cy="1800"/>
          </a:xfrm>
          <a:custGeom>
            <a:avLst/>
            <a:gdLst/>
            <a:ahLst/>
            <a:rect l="0" t="0" r="r" b="b"/>
            <a:pathLst>
              <a:path w="30" h="5">
                <a:moveTo>
                  <a:pt x="0" y="3"/>
                </a:moveTo>
                <a:lnTo>
                  <a:pt x="21" y="0"/>
                </a:lnTo>
                <a:lnTo>
                  <a:pt x="30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36" name=""/>
          <p:cNvSpPr/>
          <p:nvPr/>
        </p:nvSpPr>
        <p:spPr>
          <a:xfrm>
            <a:off x="2746080" y="2000880"/>
            <a:ext cx="14400" cy="1800"/>
          </a:xfrm>
          <a:custGeom>
            <a:avLst/>
            <a:gdLst/>
            <a:ahLst/>
            <a:rect l="0" t="0" r="r" b="b"/>
            <a:pathLst>
              <a:path w="40" h="5">
                <a:moveTo>
                  <a:pt x="0" y="4"/>
                </a:moveTo>
                <a:lnTo>
                  <a:pt x="29" y="0"/>
                </a:lnTo>
                <a:lnTo>
                  <a:pt x="40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37" name=""/>
          <p:cNvSpPr/>
          <p:nvPr/>
        </p:nvSpPr>
        <p:spPr>
          <a:xfrm>
            <a:off x="2746080" y="200088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5"/>
                </a:moveTo>
                <a:lnTo>
                  <a:pt x="39" y="0"/>
                </a:lnTo>
                <a:lnTo>
                  <a:pt x="50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38" name=""/>
          <p:cNvSpPr/>
          <p:nvPr/>
        </p:nvSpPr>
        <p:spPr>
          <a:xfrm>
            <a:off x="2746080" y="2000880"/>
            <a:ext cx="21600" cy="2520"/>
          </a:xfrm>
          <a:custGeom>
            <a:avLst/>
            <a:gdLst/>
            <a:ahLst/>
            <a:rect l="0" t="0" r="r" b="b"/>
            <a:pathLst>
              <a:path w="60" h="7">
                <a:moveTo>
                  <a:pt x="0" y="6"/>
                </a:moveTo>
                <a:lnTo>
                  <a:pt x="50" y="0"/>
                </a:lnTo>
                <a:lnTo>
                  <a:pt x="60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39" name=""/>
          <p:cNvSpPr/>
          <p:nvPr/>
        </p:nvSpPr>
        <p:spPr>
          <a:xfrm>
            <a:off x="2746080" y="2000880"/>
            <a:ext cx="25200" cy="3240"/>
          </a:xfrm>
          <a:custGeom>
            <a:avLst/>
            <a:gdLst/>
            <a:ahLst/>
            <a:rect l="0" t="0" r="r" b="b"/>
            <a:pathLst>
              <a:path w="70" h="9">
                <a:moveTo>
                  <a:pt x="0" y="7"/>
                </a:moveTo>
                <a:lnTo>
                  <a:pt x="60" y="0"/>
                </a:lnTo>
                <a:lnTo>
                  <a:pt x="70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0" name=""/>
          <p:cNvSpPr/>
          <p:nvPr/>
        </p:nvSpPr>
        <p:spPr>
          <a:xfrm>
            <a:off x="2746080" y="2000880"/>
            <a:ext cx="28800" cy="3240"/>
          </a:xfrm>
          <a:custGeom>
            <a:avLst/>
            <a:gdLst/>
            <a:ahLst/>
            <a:rect l="0" t="0" r="r" b="b"/>
            <a:pathLst>
              <a:path w="80" h="9">
                <a:moveTo>
                  <a:pt x="0" y="8"/>
                </a:moveTo>
                <a:lnTo>
                  <a:pt x="70" y="0"/>
                </a:lnTo>
                <a:lnTo>
                  <a:pt x="80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1" name=""/>
          <p:cNvSpPr/>
          <p:nvPr/>
        </p:nvSpPr>
        <p:spPr>
          <a:xfrm>
            <a:off x="2746080" y="200088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8"/>
                </a:moveTo>
                <a:lnTo>
                  <a:pt x="80" y="0"/>
                </a:lnTo>
                <a:lnTo>
                  <a:pt x="99" y="0"/>
                </a:lnTo>
                <a:lnTo>
                  <a:pt x="0" y="11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2" name=""/>
          <p:cNvSpPr/>
          <p:nvPr/>
        </p:nvSpPr>
        <p:spPr>
          <a:xfrm>
            <a:off x="2746080" y="200088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99" y="0"/>
                </a:lnTo>
                <a:lnTo>
                  <a:pt x="104" y="0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3" name=""/>
          <p:cNvSpPr/>
          <p:nvPr/>
        </p:nvSpPr>
        <p:spPr>
          <a:xfrm>
            <a:off x="2746080" y="2000880"/>
            <a:ext cx="39240" cy="4320"/>
          </a:xfrm>
          <a:custGeom>
            <a:avLst/>
            <a:gdLst/>
            <a:ahLst/>
            <a:rect l="0" t="0" r="r" b="b"/>
            <a:pathLst>
              <a:path w="109" h="12">
                <a:moveTo>
                  <a:pt x="0" y="11"/>
                </a:moveTo>
                <a:lnTo>
                  <a:pt x="104" y="0"/>
                </a:lnTo>
                <a:lnTo>
                  <a:pt x="109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4" name=""/>
          <p:cNvSpPr/>
          <p:nvPr/>
        </p:nvSpPr>
        <p:spPr>
          <a:xfrm>
            <a:off x="2746080" y="200088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2"/>
                </a:moveTo>
                <a:lnTo>
                  <a:pt x="109" y="0"/>
                </a:lnTo>
                <a:lnTo>
                  <a:pt x="119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5" name=""/>
          <p:cNvSpPr/>
          <p:nvPr/>
        </p:nvSpPr>
        <p:spPr>
          <a:xfrm>
            <a:off x="2746080" y="2000880"/>
            <a:ext cx="46440" cy="5040"/>
          </a:xfrm>
          <a:custGeom>
            <a:avLst/>
            <a:gdLst/>
            <a:ahLst/>
            <a:rect l="0" t="0" r="r" b="b"/>
            <a:pathLst>
              <a:path w="129" h="14">
                <a:moveTo>
                  <a:pt x="0" y="13"/>
                </a:moveTo>
                <a:lnTo>
                  <a:pt x="119" y="0"/>
                </a:lnTo>
                <a:lnTo>
                  <a:pt x="129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6" name=""/>
          <p:cNvSpPr/>
          <p:nvPr/>
        </p:nvSpPr>
        <p:spPr>
          <a:xfrm>
            <a:off x="2746080" y="2000880"/>
            <a:ext cx="48240" cy="5040"/>
          </a:xfrm>
          <a:custGeom>
            <a:avLst/>
            <a:gdLst/>
            <a:ahLst/>
            <a:rect l="0" t="0" r="r" b="b"/>
            <a:pathLst>
              <a:path w="134" h="14">
                <a:moveTo>
                  <a:pt x="0" y="14"/>
                </a:moveTo>
                <a:lnTo>
                  <a:pt x="129" y="0"/>
                </a:lnTo>
                <a:lnTo>
                  <a:pt x="134" y="0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7" name=""/>
          <p:cNvSpPr/>
          <p:nvPr/>
        </p:nvSpPr>
        <p:spPr>
          <a:xfrm>
            <a:off x="2746080" y="2000880"/>
            <a:ext cx="50040" cy="5400"/>
          </a:xfrm>
          <a:custGeom>
            <a:avLst/>
            <a:gdLst/>
            <a:ahLst/>
            <a:rect l="0" t="0" r="r" b="b"/>
            <a:pathLst>
              <a:path w="139" h="15">
                <a:moveTo>
                  <a:pt x="0" y="14"/>
                </a:moveTo>
                <a:lnTo>
                  <a:pt x="134" y="0"/>
                </a:lnTo>
                <a:lnTo>
                  <a:pt x="139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8" name=""/>
          <p:cNvSpPr/>
          <p:nvPr/>
        </p:nvSpPr>
        <p:spPr>
          <a:xfrm>
            <a:off x="2746080" y="2000880"/>
            <a:ext cx="53640" cy="5760"/>
          </a:xfrm>
          <a:custGeom>
            <a:avLst/>
            <a:gdLst/>
            <a:ahLst/>
            <a:rect l="0" t="0" r="r" b="b"/>
            <a:pathLst>
              <a:path w="149" h="16">
                <a:moveTo>
                  <a:pt x="0" y="15"/>
                </a:moveTo>
                <a:lnTo>
                  <a:pt x="139" y="0"/>
                </a:lnTo>
                <a:lnTo>
                  <a:pt x="149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49" name=""/>
          <p:cNvSpPr/>
          <p:nvPr/>
        </p:nvSpPr>
        <p:spPr>
          <a:xfrm>
            <a:off x="2746080" y="200088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49" y="0"/>
                </a:lnTo>
                <a:lnTo>
                  <a:pt x="153" y="0"/>
                </a:lnTo>
                <a:lnTo>
                  <a:pt x="0" y="16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0" name=""/>
          <p:cNvSpPr/>
          <p:nvPr/>
        </p:nvSpPr>
        <p:spPr>
          <a:xfrm>
            <a:off x="2746080" y="2000880"/>
            <a:ext cx="56880" cy="6120"/>
          </a:xfrm>
          <a:custGeom>
            <a:avLst/>
            <a:gdLst/>
            <a:ahLst/>
            <a:rect l="0" t="0" r="r" b="b"/>
            <a:pathLst>
              <a:path w="158" h="17">
                <a:moveTo>
                  <a:pt x="0" y="16"/>
                </a:moveTo>
                <a:lnTo>
                  <a:pt x="153" y="0"/>
                </a:lnTo>
                <a:lnTo>
                  <a:pt x="158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1" name=""/>
          <p:cNvSpPr/>
          <p:nvPr/>
        </p:nvSpPr>
        <p:spPr>
          <a:xfrm>
            <a:off x="2746080" y="2000880"/>
            <a:ext cx="64080" cy="6840"/>
          </a:xfrm>
          <a:custGeom>
            <a:avLst/>
            <a:gdLst/>
            <a:ahLst/>
            <a:rect l="0" t="0" r="r" b="b"/>
            <a:pathLst>
              <a:path w="178" h="19">
                <a:moveTo>
                  <a:pt x="0" y="17"/>
                </a:moveTo>
                <a:lnTo>
                  <a:pt x="158" y="0"/>
                </a:lnTo>
                <a:lnTo>
                  <a:pt x="178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2" name=""/>
          <p:cNvSpPr/>
          <p:nvPr/>
        </p:nvSpPr>
        <p:spPr>
          <a:xfrm>
            <a:off x="2746080" y="2000880"/>
            <a:ext cx="71280" cy="7560"/>
          </a:xfrm>
          <a:custGeom>
            <a:avLst/>
            <a:gdLst/>
            <a:ahLst/>
            <a:rect l="0" t="0" r="r" b="b"/>
            <a:pathLst>
              <a:path w="198" h="21">
                <a:moveTo>
                  <a:pt x="0" y="18"/>
                </a:moveTo>
                <a:lnTo>
                  <a:pt x="178" y="0"/>
                </a:lnTo>
                <a:lnTo>
                  <a:pt x="198" y="0"/>
                </a:lnTo>
                <a:lnTo>
                  <a:pt x="0" y="21"/>
                </a:lnTo>
                <a:lnTo>
                  <a:pt x="0" y="18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3" name=""/>
          <p:cNvSpPr/>
          <p:nvPr/>
        </p:nvSpPr>
        <p:spPr>
          <a:xfrm>
            <a:off x="2746080" y="2000880"/>
            <a:ext cx="74880" cy="7920"/>
          </a:xfrm>
          <a:custGeom>
            <a:avLst/>
            <a:gdLst/>
            <a:ahLst/>
            <a:rect l="0" t="0" r="r" b="b"/>
            <a:pathLst>
              <a:path w="208" h="22">
                <a:moveTo>
                  <a:pt x="0" y="21"/>
                </a:moveTo>
                <a:lnTo>
                  <a:pt x="198" y="0"/>
                </a:lnTo>
                <a:lnTo>
                  <a:pt x="208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4" name=""/>
          <p:cNvSpPr/>
          <p:nvPr/>
        </p:nvSpPr>
        <p:spPr>
          <a:xfrm>
            <a:off x="2746080" y="2000880"/>
            <a:ext cx="76680" cy="7920"/>
          </a:xfrm>
          <a:custGeom>
            <a:avLst/>
            <a:gdLst/>
            <a:ahLst/>
            <a:rect l="0" t="0" r="r" b="b"/>
            <a:pathLst>
              <a:path w="213" h="22">
                <a:moveTo>
                  <a:pt x="0" y="22"/>
                </a:moveTo>
                <a:lnTo>
                  <a:pt x="208" y="0"/>
                </a:lnTo>
                <a:lnTo>
                  <a:pt x="213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5" name=""/>
          <p:cNvSpPr/>
          <p:nvPr/>
        </p:nvSpPr>
        <p:spPr>
          <a:xfrm>
            <a:off x="2746080" y="2000880"/>
            <a:ext cx="78120" cy="8280"/>
          </a:xfrm>
          <a:custGeom>
            <a:avLst/>
            <a:gdLst/>
            <a:ahLst/>
            <a:rect l="0" t="0" r="r" b="b"/>
            <a:pathLst>
              <a:path w="217" h="23">
                <a:moveTo>
                  <a:pt x="0" y="22"/>
                </a:moveTo>
                <a:lnTo>
                  <a:pt x="213" y="0"/>
                </a:lnTo>
                <a:lnTo>
                  <a:pt x="21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6" name=""/>
          <p:cNvSpPr/>
          <p:nvPr/>
        </p:nvSpPr>
        <p:spPr>
          <a:xfrm>
            <a:off x="2746080" y="2000880"/>
            <a:ext cx="81720" cy="8640"/>
          </a:xfrm>
          <a:custGeom>
            <a:avLst/>
            <a:gdLst/>
            <a:ahLst/>
            <a:rect l="0" t="0" r="r" b="b"/>
            <a:pathLst>
              <a:path w="227" h="24">
                <a:moveTo>
                  <a:pt x="0" y="23"/>
                </a:moveTo>
                <a:lnTo>
                  <a:pt x="217" y="0"/>
                </a:lnTo>
                <a:lnTo>
                  <a:pt x="227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7" name=""/>
          <p:cNvSpPr/>
          <p:nvPr/>
        </p:nvSpPr>
        <p:spPr>
          <a:xfrm>
            <a:off x="2746080" y="2000880"/>
            <a:ext cx="83520" cy="8640"/>
          </a:xfrm>
          <a:custGeom>
            <a:avLst/>
            <a:gdLst/>
            <a:ahLst/>
            <a:rect l="0" t="0" r="r" b="b"/>
            <a:pathLst>
              <a:path w="232" h="24">
                <a:moveTo>
                  <a:pt x="0" y="24"/>
                </a:moveTo>
                <a:lnTo>
                  <a:pt x="227" y="0"/>
                </a:lnTo>
                <a:lnTo>
                  <a:pt x="232" y="0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8" name=""/>
          <p:cNvSpPr/>
          <p:nvPr/>
        </p:nvSpPr>
        <p:spPr>
          <a:xfrm>
            <a:off x="2746080" y="2000880"/>
            <a:ext cx="85320" cy="9000"/>
          </a:xfrm>
          <a:custGeom>
            <a:avLst/>
            <a:gdLst/>
            <a:ahLst/>
            <a:rect l="0" t="0" r="r" b="b"/>
            <a:pathLst>
              <a:path w="237" h="25">
                <a:moveTo>
                  <a:pt x="0" y="24"/>
                </a:moveTo>
                <a:lnTo>
                  <a:pt x="232" y="0"/>
                </a:lnTo>
                <a:lnTo>
                  <a:pt x="237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9" name=""/>
          <p:cNvSpPr/>
          <p:nvPr/>
        </p:nvSpPr>
        <p:spPr>
          <a:xfrm>
            <a:off x="2746080" y="2000880"/>
            <a:ext cx="88920" cy="9360"/>
          </a:xfrm>
          <a:custGeom>
            <a:avLst/>
            <a:gdLst/>
            <a:ahLst/>
            <a:rect l="0" t="0" r="r" b="b"/>
            <a:pathLst>
              <a:path w="247" h="26">
                <a:moveTo>
                  <a:pt x="0" y="25"/>
                </a:moveTo>
                <a:lnTo>
                  <a:pt x="237" y="0"/>
                </a:lnTo>
                <a:lnTo>
                  <a:pt x="247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0" name=""/>
          <p:cNvSpPr/>
          <p:nvPr/>
        </p:nvSpPr>
        <p:spPr>
          <a:xfrm>
            <a:off x="2746080" y="2000880"/>
            <a:ext cx="92520" cy="9720"/>
          </a:xfrm>
          <a:custGeom>
            <a:avLst/>
            <a:gdLst/>
            <a:ahLst/>
            <a:rect l="0" t="0" r="r" b="b"/>
            <a:pathLst>
              <a:path w="257" h="27">
                <a:moveTo>
                  <a:pt x="0" y="26"/>
                </a:moveTo>
                <a:lnTo>
                  <a:pt x="247" y="0"/>
                </a:lnTo>
                <a:lnTo>
                  <a:pt x="257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1" name=""/>
          <p:cNvSpPr/>
          <p:nvPr/>
        </p:nvSpPr>
        <p:spPr>
          <a:xfrm>
            <a:off x="2746080" y="2000880"/>
            <a:ext cx="94320" cy="9720"/>
          </a:xfrm>
          <a:custGeom>
            <a:avLst/>
            <a:gdLst/>
            <a:ahLst/>
            <a:rect l="0" t="0" r="r" b="b"/>
            <a:pathLst>
              <a:path w="262" h="27">
                <a:moveTo>
                  <a:pt x="0" y="27"/>
                </a:moveTo>
                <a:lnTo>
                  <a:pt x="257" y="0"/>
                </a:lnTo>
                <a:lnTo>
                  <a:pt x="262" y="0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2" name=""/>
          <p:cNvSpPr/>
          <p:nvPr/>
        </p:nvSpPr>
        <p:spPr>
          <a:xfrm>
            <a:off x="2746080" y="2000880"/>
            <a:ext cx="96120" cy="10080"/>
          </a:xfrm>
          <a:custGeom>
            <a:avLst/>
            <a:gdLst/>
            <a:ahLst/>
            <a:rect l="0" t="0" r="r" b="b"/>
            <a:pathLst>
              <a:path w="267" h="28">
                <a:moveTo>
                  <a:pt x="0" y="27"/>
                </a:moveTo>
                <a:lnTo>
                  <a:pt x="262" y="0"/>
                </a:lnTo>
                <a:lnTo>
                  <a:pt x="267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3" name=""/>
          <p:cNvSpPr/>
          <p:nvPr/>
        </p:nvSpPr>
        <p:spPr>
          <a:xfrm>
            <a:off x="2746080" y="2000880"/>
            <a:ext cx="99720" cy="10440"/>
          </a:xfrm>
          <a:custGeom>
            <a:avLst/>
            <a:gdLst/>
            <a:ahLst/>
            <a:rect l="0" t="0" r="r" b="b"/>
            <a:pathLst>
              <a:path w="277" h="29">
                <a:moveTo>
                  <a:pt x="0" y="28"/>
                </a:moveTo>
                <a:lnTo>
                  <a:pt x="267" y="0"/>
                </a:lnTo>
                <a:lnTo>
                  <a:pt x="277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4" name=""/>
          <p:cNvSpPr/>
          <p:nvPr/>
        </p:nvSpPr>
        <p:spPr>
          <a:xfrm>
            <a:off x="2746080" y="2000880"/>
            <a:ext cx="101160" cy="10440"/>
          </a:xfrm>
          <a:custGeom>
            <a:avLst/>
            <a:gdLst/>
            <a:ahLst/>
            <a:rect l="0" t="0" r="r" b="b"/>
            <a:pathLst>
              <a:path w="281" h="29">
                <a:moveTo>
                  <a:pt x="0" y="29"/>
                </a:moveTo>
                <a:lnTo>
                  <a:pt x="277" y="0"/>
                </a:lnTo>
                <a:lnTo>
                  <a:pt x="281" y="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5" name=""/>
          <p:cNvSpPr/>
          <p:nvPr/>
        </p:nvSpPr>
        <p:spPr>
          <a:xfrm>
            <a:off x="2746080" y="2000880"/>
            <a:ext cx="102960" cy="10800"/>
          </a:xfrm>
          <a:custGeom>
            <a:avLst/>
            <a:gdLst/>
            <a:ahLst/>
            <a:rect l="0" t="0" r="r" b="b"/>
            <a:pathLst>
              <a:path w="286" h="30">
                <a:moveTo>
                  <a:pt x="0" y="29"/>
                </a:moveTo>
                <a:lnTo>
                  <a:pt x="281" y="0"/>
                </a:lnTo>
                <a:lnTo>
                  <a:pt x="286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6" name=""/>
          <p:cNvSpPr/>
          <p:nvPr/>
        </p:nvSpPr>
        <p:spPr>
          <a:xfrm>
            <a:off x="2746080" y="2000880"/>
            <a:ext cx="104760" cy="10800"/>
          </a:xfrm>
          <a:custGeom>
            <a:avLst/>
            <a:gdLst/>
            <a:ahLst/>
            <a:rect l="0" t="0" r="r" b="b"/>
            <a:pathLst>
              <a:path w="291" h="30">
                <a:moveTo>
                  <a:pt x="0" y="30"/>
                </a:moveTo>
                <a:lnTo>
                  <a:pt x="286" y="0"/>
                </a:lnTo>
                <a:lnTo>
                  <a:pt x="291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7" name=""/>
          <p:cNvSpPr/>
          <p:nvPr/>
        </p:nvSpPr>
        <p:spPr>
          <a:xfrm>
            <a:off x="2746080" y="2000880"/>
            <a:ext cx="106560" cy="11160"/>
          </a:xfrm>
          <a:custGeom>
            <a:avLst/>
            <a:gdLst/>
            <a:ahLst/>
            <a:rect l="0" t="0" r="r" b="b"/>
            <a:pathLst>
              <a:path w="296" h="31">
                <a:moveTo>
                  <a:pt x="0" y="30"/>
                </a:moveTo>
                <a:lnTo>
                  <a:pt x="291" y="0"/>
                </a:lnTo>
                <a:lnTo>
                  <a:pt x="296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8" name=""/>
          <p:cNvSpPr/>
          <p:nvPr/>
        </p:nvSpPr>
        <p:spPr>
          <a:xfrm>
            <a:off x="2746080" y="2000880"/>
            <a:ext cx="108360" cy="11160"/>
          </a:xfrm>
          <a:custGeom>
            <a:avLst/>
            <a:gdLst/>
            <a:ahLst/>
            <a:rect l="0" t="0" r="r" b="b"/>
            <a:pathLst>
              <a:path w="301" h="31">
                <a:moveTo>
                  <a:pt x="0" y="31"/>
                </a:moveTo>
                <a:lnTo>
                  <a:pt x="296" y="0"/>
                </a:lnTo>
                <a:lnTo>
                  <a:pt x="301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69" name=""/>
          <p:cNvSpPr/>
          <p:nvPr/>
        </p:nvSpPr>
        <p:spPr>
          <a:xfrm>
            <a:off x="2746080" y="2000880"/>
            <a:ext cx="110160" cy="11520"/>
          </a:xfrm>
          <a:custGeom>
            <a:avLst/>
            <a:gdLst/>
            <a:ahLst/>
            <a:rect l="0" t="0" r="r" b="b"/>
            <a:pathLst>
              <a:path w="306" h="32">
                <a:moveTo>
                  <a:pt x="0" y="31"/>
                </a:moveTo>
                <a:lnTo>
                  <a:pt x="301" y="0"/>
                </a:lnTo>
                <a:lnTo>
                  <a:pt x="306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0" name=""/>
          <p:cNvSpPr/>
          <p:nvPr/>
        </p:nvSpPr>
        <p:spPr>
          <a:xfrm>
            <a:off x="2746080" y="2000880"/>
            <a:ext cx="111960" cy="11520"/>
          </a:xfrm>
          <a:custGeom>
            <a:avLst/>
            <a:gdLst/>
            <a:ahLst/>
            <a:rect l="0" t="0" r="r" b="b"/>
            <a:pathLst>
              <a:path w="311" h="32">
                <a:moveTo>
                  <a:pt x="0" y="32"/>
                </a:moveTo>
                <a:lnTo>
                  <a:pt x="306" y="0"/>
                </a:lnTo>
                <a:lnTo>
                  <a:pt x="311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1" name=""/>
          <p:cNvSpPr/>
          <p:nvPr/>
        </p:nvSpPr>
        <p:spPr>
          <a:xfrm>
            <a:off x="2746080" y="2000880"/>
            <a:ext cx="113760" cy="11880"/>
          </a:xfrm>
          <a:custGeom>
            <a:avLst/>
            <a:gdLst/>
            <a:ahLst/>
            <a:rect l="0" t="0" r="r" b="b"/>
            <a:pathLst>
              <a:path w="316" h="33">
                <a:moveTo>
                  <a:pt x="0" y="32"/>
                </a:moveTo>
                <a:lnTo>
                  <a:pt x="311" y="0"/>
                </a:lnTo>
                <a:lnTo>
                  <a:pt x="316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2" name=""/>
          <p:cNvSpPr/>
          <p:nvPr/>
        </p:nvSpPr>
        <p:spPr>
          <a:xfrm>
            <a:off x="2746080" y="2000880"/>
            <a:ext cx="117360" cy="12240"/>
          </a:xfrm>
          <a:custGeom>
            <a:avLst/>
            <a:gdLst/>
            <a:ahLst/>
            <a:rect l="0" t="0" r="r" b="b"/>
            <a:pathLst>
              <a:path w="326" h="34">
                <a:moveTo>
                  <a:pt x="0" y="33"/>
                </a:moveTo>
                <a:lnTo>
                  <a:pt x="316" y="0"/>
                </a:lnTo>
                <a:lnTo>
                  <a:pt x="326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3" name=""/>
          <p:cNvSpPr/>
          <p:nvPr/>
        </p:nvSpPr>
        <p:spPr>
          <a:xfrm>
            <a:off x="2746080" y="2000880"/>
            <a:ext cx="119160" cy="12240"/>
          </a:xfrm>
          <a:custGeom>
            <a:avLst/>
            <a:gdLst/>
            <a:ahLst/>
            <a:rect l="0" t="0" r="r" b="b"/>
            <a:pathLst>
              <a:path w="331" h="34">
                <a:moveTo>
                  <a:pt x="0" y="34"/>
                </a:moveTo>
                <a:lnTo>
                  <a:pt x="326" y="0"/>
                </a:lnTo>
                <a:lnTo>
                  <a:pt x="331" y="0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4" name=""/>
          <p:cNvSpPr/>
          <p:nvPr/>
        </p:nvSpPr>
        <p:spPr>
          <a:xfrm>
            <a:off x="2746080" y="2000880"/>
            <a:ext cx="120960" cy="12600"/>
          </a:xfrm>
          <a:custGeom>
            <a:avLst/>
            <a:gdLst/>
            <a:ahLst/>
            <a:rect l="0" t="0" r="r" b="b"/>
            <a:pathLst>
              <a:path w="336" h="35">
                <a:moveTo>
                  <a:pt x="0" y="34"/>
                </a:moveTo>
                <a:lnTo>
                  <a:pt x="331" y="0"/>
                </a:lnTo>
                <a:lnTo>
                  <a:pt x="336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5" name=""/>
          <p:cNvSpPr/>
          <p:nvPr/>
        </p:nvSpPr>
        <p:spPr>
          <a:xfrm>
            <a:off x="2746080" y="2000880"/>
            <a:ext cx="124200" cy="12960"/>
          </a:xfrm>
          <a:custGeom>
            <a:avLst/>
            <a:gdLst/>
            <a:ahLst/>
            <a:rect l="0" t="0" r="r" b="b"/>
            <a:pathLst>
              <a:path w="345" h="36">
                <a:moveTo>
                  <a:pt x="0" y="35"/>
                </a:moveTo>
                <a:lnTo>
                  <a:pt x="336" y="0"/>
                </a:lnTo>
                <a:lnTo>
                  <a:pt x="345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6" name=""/>
          <p:cNvSpPr/>
          <p:nvPr/>
        </p:nvSpPr>
        <p:spPr>
          <a:xfrm>
            <a:off x="2746080" y="2000880"/>
            <a:ext cx="126000" cy="12960"/>
          </a:xfrm>
          <a:custGeom>
            <a:avLst/>
            <a:gdLst/>
            <a:ahLst/>
            <a:rect l="0" t="0" r="r" b="b"/>
            <a:pathLst>
              <a:path w="350" h="36">
                <a:moveTo>
                  <a:pt x="0" y="36"/>
                </a:moveTo>
                <a:lnTo>
                  <a:pt x="345" y="0"/>
                </a:lnTo>
                <a:lnTo>
                  <a:pt x="350" y="0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7" name=""/>
          <p:cNvSpPr/>
          <p:nvPr/>
        </p:nvSpPr>
        <p:spPr>
          <a:xfrm>
            <a:off x="2746080" y="2000880"/>
            <a:ext cx="127800" cy="13320"/>
          </a:xfrm>
          <a:custGeom>
            <a:avLst/>
            <a:gdLst/>
            <a:ahLst/>
            <a:rect l="0" t="0" r="r" b="b"/>
            <a:pathLst>
              <a:path w="355" h="37">
                <a:moveTo>
                  <a:pt x="0" y="36"/>
                </a:moveTo>
                <a:lnTo>
                  <a:pt x="350" y="0"/>
                </a:lnTo>
                <a:lnTo>
                  <a:pt x="355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8" name=""/>
          <p:cNvSpPr/>
          <p:nvPr/>
        </p:nvSpPr>
        <p:spPr>
          <a:xfrm>
            <a:off x="2746080" y="2000880"/>
            <a:ext cx="131400" cy="13680"/>
          </a:xfrm>
          <a:custGeom>
            <a:avLst/>
            <a:gdLst/>
            <a:ahLst/>
            <a:rect l="0" t="0" r="r" b="b"/>
            <a:pathLst>
              <a:path w="365" h="38">
                <a:moveTo>
                  <a:pt x="0" y="37"/>
                </a:moveTo>
                <a:lnTo>
                  <a:pt x="355" y="0"/>
                </a:lnTo>
                <a:lnTo>
                  <a:pt x="365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9" name=""/>
          <p:cNvSpPr/>
          <p:nvPr/>
        </p:nvSpPr>
        <p:spPr>
          <a:xfrm>
            <a:off x="2746080" y="2000880"/>
            <a:ext cx="133200" cy="13680"/>
          </a:xfrm>
          <a:custGeom>
            <a:avLst/>
            <a:gdLst/>
            <a:ahLst/>
            <a:rect l="0" t="0" r="r" b="b"/>
            <a:pathLst>
              <a:path w="370" h="38">
                <a:moveTo>
                  <a:pt x="0" y="38"/>
                </a:moveTo>
                <a:lnTo>
                  <a:pt x="365" y="0"/>
                </a:lnTo>
                <a:lnTo>
                  <a:pt x="370" y="0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0" name=""/>
          <p:cNvSpPr/>
          <p:nvPr/>
        </p:nvSpPr>
        <p:spPr>
          <a:xfrm>
            <a:off x="2746080" y="2000880"/>
            <a:ext cx="135000" cy="14040"/>
          </a:xfrm>
          <a:custGeom>
            <a:avLst/>
            <a:gdLst/>
            <a:ahLst/>
            <a:rect l="0" t="0" r="r" b="b"/>
            <a:pathLst>
              <a:path w="375" h="39">
                <a:moveTo>
                  <a:pt x="0" y="38"/>
                </a:moveTo>
                <a:lnTo>
                  <a:pt x="370" y="0"/>
                </a:lnTo>
                <a:lnTo>
                  <a:pt x="375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1" name=""/>
          <p:cNvSpPr/>
          <p:nvPr/>
        </p:nvSpPr>
        <p:spPr>
          <a:xfrm>
            <a:off x="2746080" y="2000880"/>
            <a:ext cx="136800" cy="14040"/>
          </a:xfrm>
          <a:custGeom>
            <a:avLst/>
            <a:gdLst/>
            <a:ahLst/>
            <a:rect l="0" t="0" r="r" b="b"/>
            <a:pathLst>
              <a:path w="380" h="39">
                <a:moveTo>
                  <a:pt x="0" y="39"/>
                </a:moveTo>
                <a:lnTo>
                  <a:pt x="375" y="0"/>
                </a:lnTo>
                <a:lnTo>
                  <a:pt x="380" y="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2" name=""/>
          <p:cNvSpPr/>
          <p:nvPr/>
        </p:nvSpPr>
        <p:spPr>
          <a:xfrm>
            <a:off x="2746080" y="2000880"/>
            <a:ext cx="138600" cy="14400"/>
          </a:xfrm>
          <a:custGeom>
            <a:avLst/>
            <a:gdLst/>
            <a:ahLst/>
            <a:rect l="0" t="0" r="r" b="b"/>
            <a:pathLst>
              <a:path w="385" h="40">
                <a:moveTo>
                  <a:pt x="0" y="39"/>
                </a:moveTo>
                <a:lnTo>
                  <a:pt x="380" y="0"/>
                </a:lnTo>
                <a:lnTo>
                  <a:pt x="385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3" name=""/>
          <p:cNvSpPr/>
          <p:nvPr/>
        </p:nvSpPr>
        <p:spPr>
          <a:xfrm>
            <a:off x="2746080" y="2000880"/>
            <a:ext cx="142200" cy="14760"/>
          </a:xfrm>
          <a:custGeom>
            <a:avLst/>
            <a:gdLst/>
            <a:ahLst/>
            <a:rect l="0" t="0" r="r" b="b"/>
            <a:pathLst>
              <a:path w="395" h="41">
                <a:moveTo>
                  <a:pt x="0" y="40"/>
                </a:moveTo>
                <a:lnTo>
                  <a:pt x="385" y="0"/>
                </a:lnTo>
                <a:lnTo>
                  <a:pt x="395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4" name=""/>
          <p:cNvSpPr/>
          <p:nvPr/>
        </p:nvSpPr>
        <p:spPr>
          <a:xfrm>
            <a:off x="2746080" y="2000880"/>
            <a:ext cx="144000" cy="14760"/>
          </a:xfrm>
          <a:custGeom>
            <a:avLst/>
            <a:gdLst/>
            <a:ahLst/>
            <a:rect l="0" t="0" r="r" b="b"/>
            <a:pathLst>
              <a:path w="400" h="41">
                <a:moveTo>
                  <a:pt x="0" y="41"/>
                </a:moveTo>
                <a:lnTo>
                  <a:pt x="395" y="0"/>
                </a:lnTo>
                <a:lnTo>
                  <a:pt x="400" y="0"/>
                </a:lnTo>
                <a:lnTo>
                  <a:pt x="0" y="41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5" name=""/>
          <p:cNvSpPr/>
          <p:nvPr/>
        </p:nvSpPr>
        <p:spPr>
          <a:xfrm>
            <a:off x="2746080" y="2000880"/>
            <a:ext cx="145440" cy="15120"/>
          </a:xfrm>
          <a:custGeom>
            <a:avLst/>
            <a:gdLst/>
            <a:ahLst/>
            <a:rect l="0" t="0" r="r" b="b"/>
            <a:pathLst>
              <a:path w="404" h="42">
                <a:moveTo>
                  <a:pt x="0" y="41"/>
                </a:moveTo>
                <a:lnTo>
                  <a:pt x="400" y="0"/>
                </a:lnTo>
                <a:lnTo>
                  <a:pt x="404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6" name=""/>
          <p:cNvSpPr/>
          <p:nvPr/>
        </p:nvSpPr>
        <p:spPr>
          <a:xfrm>
            <a:off x="2746080" y="2000880"/>
            <a:ext cx="147240" cy="15120"/>
          </a:xfrm>
          <a:custGeom>
            <a:avLst/>
            <a:gdLst/>
            <a:ahLst/>
            <a:rect l="0" t="0" r="r" b="b"/>
            <a:pathLst>
              <a:path w="409" h="42">
                <a:moveTo>
                  <a:pt x="0" y="42"/>
                </a:moveTo>
                <a:lnTo>
                  <a:pt x="404" y="0"/>
                </a:lnTo>
                <a:lnTo>
                  <a:pt x="409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7" name=""/>
          <p:cNvSpPr/>
          <p:nvPr/>
        </p:nvSpPr>
        <p:spPr>
          <a:xfrm>
            <a:off x="2746080" y="2000880"/>
            <a:ext cx="149040" cy="15480"/>
          </a:xfrm>
          <a:custGeom>
            <a:avLst/>
            <a:gdLst/>
            <a:ahLst/>
            <a:rect l="0" t="0" r="r" b="b"/>
            <a:pathLst>
              <a:path w="414" h="43">
                <a:moveTo>
                  <a:pt x="0" y="42"/>
                </a:moveTo>
                <a:lnTo>
                  <a:pt x="409" y="0"/>
                </a:lnTo>
                <a:lnTo>
                  <a:pt x="414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8" name=""/>
          <p:cNvSpPr/>
          <p:nvPr/>
        </p:nvSpPr>
        <p:spPr>
          <a:xfrm>
            <a:off x="2746080" y="2000880"/>
            <a:ext cx="150840" cy="15480"/>
          </a:xfrm>
          <a:custGeom>
            <a:avLst/>
            <a:gdLst/>
            <a:ahLst/>
            <a:rect l="0" t="0" r="r" b="b"/>
            <a:pathLst>
              <a:path w="419" h="43">
                <a:moveTo>
                  <a:pt x="0" y="43"/>
                </a:moveTo>
                <a:lnTo>
                  <a:pt x="414" y="0"/>
                </a:lnTo>
                <a:lnTo>
                  <a:pt x="419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89" name=""/>
          <p:cNvSpPr/>
          <p:nvPr/>
        </p:nvSpPr>
        <p:spPr>
          <a:xfrm>
            <a:off x="2746080" y="2000880"/>
            <a:ext cx="152640" cy="15840"/>
          </a:xfrm>
          <a:custGeom>
            <a:avLst/>
            <a:gdLst/>
            <a:ahLst/>
            <a:rect l="0" t="0" r="r" b="b"/>
            <a:pathLst>
              <a:path w="424" h="44">
                <a:moveTo>
                  <a:pt x="0" y="43"/>
                </a:moveTo>
                <a:lnTo>
                  <a:pt x="419" y="0"/>
                </a:lnTo>
                <a:lnTo>
                  <a:pt x="424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0" name=""/>
          <p:cNvSpPr/>
          <p:nvPr/>
        </p:nvSpPr>
        <p:spPr>
          <a:xfrm>
            <a:off x="2746080" y="2000880"/>
            <a:ext cx="154440" cy="15840"/>
          </a:xfrm>
          <a:custGeom>
            <a:avLst/>
            <a:gdLst/>
            <a:ahLst/>
            <a:rect l="0" t="0" r="r" b="b"/>
            <a:pathLst>
              <a:path w="429" h="44">
                <a:moveTo>
                  <a:pt x="0" y="44"/>
                </a:moveTo>
                <a:lnTo>
                  <a:pt x="424" y="0"/>
                </a:lnTo>
                <a:lnTo>
                  <a:pt x="429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1" name=""/>
          <p:cNvSpPr/>
          <p:nvPr/>
        </p:nvSpPr>
        <p:spPr>
          <a:xfrm>
            <a:off x="2746080" y="2000880"/>
            <a:ext cx="156240" cy="16200"/>
          </a:xfrm>
          <a:custGeom>
            <a:avLst/>
            <a:gdLst/>
            <a:ahLst/>
            <a:rect l="0" t="0" r="r" b="b"/>
            <a:pathLst>
              <a:path w="434" h="45">
                <a:moveTo>
                  <a:pt x="0" y="44"/>
                </a:moveTo>
                <a:lnTo>
                  <a:pt x="429" y="0"/>
                </a:lnTo>
                <a:lnTo>
                  <a:pt x="434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2" name=""/>
          <p:cNvSpPr/>
          <p:nvPr/>
        </p:nvSpPr>
        <p:spPr>
          <a:xfrm>
            <a:off x="2746080" y="2000880"/>
            <a:ext cx="158040" cy="16200"/>
          </a:xfrm>
          <a:custGeom>
            <a:avLst/>
            <a:gdLst/>
            <a:ahLst/>
            <a:rect l="0" t="0" r="r" b="b"/>
            <a:pathLst>
              <a:path w="439" h="45">
                <a:moveTo>
                  <a:pt x="0" y="45"/>
                </a:moveTo>
                <a:lnTo>
                  <a:pt x="434" y="0"/>
                </a:lnTo>
                <a:lnTo>
                  <a:pt x="439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3" name=""/>
          <p:cNvSpPr/>
          <p:nvPr/>
        </p:nvSpPr>
        <p:spPr>
          <a:xfrm>
            <a:off x="2746080" y="2000880"/>
            <a:ext cx="159840" cy="16560"/>
          </a:xfrm>
          <a:custGeom>
            <a:avLst/>
            <a:gdLst/>
            <a:ahLst/>
            <a:rect l="0" t="0" r="r" b="b"/>
            <a:pathLst>
              <a:path w="444" h="46">
                <a:moveTo>
                  <a:pt x="0" y="45"/>
                </a:moveTo>
                <a:lnTo>
                  <a:pt x="439" y="0"/>
                </a:lnTo>
                <a:lnTo>
                  <a:pt x="444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4" name=""/>
          <p:cNvSpPr/>
          <p:nvPr/>
        </p:nvSpPr>
        <p:spPr>
          <a:xfrm>
            <a:off x="2746080" y="2000880"/>
            <a:ext cx="161640" cy="16560"/>
          </a:xfrm>
          <a:custGeom>
            <a:avLst/>
            <a:gdLst/>
            <a:ahLst/>
            <a:rect l="0" t="0" r="r" b="b"/>
            <a:pathLst>
              <a:path w="449" h="46">
                <a:moveTo>
                  <a:pt x="0" y="46"/>
                </a:moveTo>
                <a:lnTo>
                  <a:pt x="444" y="0"/>
                </a:lnTo>
                <a:lnTo>
                  <a:pt x="449" y="0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5" name=""/>
          <p:cNvSpPr/>
          <p:nvPr/>
        </p:nvSpPr>
        <p:spPr>
          <a:xfrm>
            <a:off x="2746080" y="2000880"/>
            <a:ext cx="163440" cy="16920"/>
          </a:xfrm>
          <a:custGeom>
            <a:avLst/>
            <a:gdLst/>
            <a:ahLst/>
            <a:rect l="0" t="0" r="r" b="b"/>
            <a:pathLst>
              <a:path w="454" h="47">
                <a:moveTo>
                  <a:pt x="0" y="46"/>
                </a:moveTo>
                <a:lnTo>
                  <a:pt x="449" y="0"/>
                </a:lnTo>
                <a:lnTo>
                  <a:pt x="454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6" name=""/>
          <p:cNvSpPr/>
          <p:nvPr/>
        </p:nvSpPr>
        <p:spPr>
          <a:xfrm>
            <a:off x="2746080" y="2000880"/>
            <a:ext cx="165240" cy="16920"/>
          </a:xfrm>
          <a:custGeom>
            <a:avLst/>
            <a:gdLst/>
            <a:ahLst/>
            <a:rect l="0" t="0" r="r" b="b"/>
            <a:pathLst>
              <a:path w="459" h="47">
                <a:moveTo>
                  <a:pt x="0" y="47"/>
                </a:moveTo>
                <a:lnTo>
                  <a:pt x="454" y="0"/>
                </a:lnTo>
                <a:lnTo>
                  <a:pt x="459" y="0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7" name=""/>
          <p:cNvSpPr/>
          <p:nvPr/>
        </p:nvSpPr>
        <p:spPr>
          <a:xfrm>
            <a:off x="2746080" y="2000880"/>
            <a:ext cx="166680" cy="17280"/>
          </a:xfrm>
          <a:custGeom>
            <a:avLst/>
            <a:gdLst/>
            <a:ahLst/>
            <a:rect l="0" t="0" r="r" b="b"/>
            <a:pathLst>
              <a:path w="463" h="48">
                <a:moveTo>
                  <a:pt x="0" y="47"/>
                </a:moveTo>
                <a:lnTo>
                  <a:pt x="459" y="0"/>
                </a:lnTo>
                <a:lnTo>
                  <a:pt x="46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8" name=""/>
          <p:cNvSpPr/>
          <p:nvPr/>
        </p:nvSpPr>
        <p:spPr>
          <a:xfrm>
            <a:off x="2746080" y="2000880"/>
            <a:ext cx="168480" cy="17280"/>
          </a:xfrm>
          <a:custGeom>
            <a:avLst/>
            <a:gdLst/>
            <a:ahLst/>
            <a:rect l="0" t="0" r="r" b="b"/>
            <a:pathLst>
              <a:path w="468" h="48">
                <a:moveTo>
                  <a:pt x="0" y="48"/>
                </a:moveTo>
                <a:lnTo>
                  <a:pt x="463" y="0"/>
                </a:lnTo>
                <a:lnTo>
                  <a:pt x="468" y="0"/>
                </a:lnTo>
                <a:lnTo>
                  <a:pt x="0" y="48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99" name=""/>
          <p:cNvSpPr/>
          <p:nvPr/>
        </p:nvSpPr>
        <p:spPr>
          <a:xfrm>
            <a:off x="2746080" y="2000880"/>
            <a:ext cx="170280" cy="17640"/>
          </a:xfrm>
          <a:custGeom>
            <a:avLst/>
            <a:gdLst/>
            <a:ahLst/>
            <a:rect l="0" t="0" r="r" b="b"/>
            <a:pathLst>
              <a:path w="473" h="49">
                <a:moveTo>
                  <a:pt x="0" y="48"/>
                </a:moveTo>
                <a:lnTo>
                  <a:pt x="468" y="0"/>
                </a:lnTo>
                <a:lnTo>
                  <a:pt x="473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0" name=""/>
          <p:cNvSpPr/>
          <p:nvPr/>
        </p:nvSpPr>
        <p:spPr>
          <a:xfrm>
            <a:off x="2746080" y="2000880"/>
            <a:ext cx="172080" cy="17640"/>
          </a:xfrm>
          <a:custGeom>
            <a:avLst/>
            <a:gdLst/>
            <a:ahLst/>
            <a:rect l="0" t="0" r="r" b="b"/>
            <a:pathLst>
              <a:path w="478" h="49">
                <a:moveTo>
                  <a:pt x="0" y="49"/>
                </a:moveTo>
                <a:lnTo>
                  <a:pt x="473" y="0"/>
                </a:lnTo>
                <a:lnTo>
                  <a:pt x="478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1" name=""/>
          <p:cNvSpPr/>
          <p:nvPr/>
        </p:nvSpPr>
        <p:spPr>
          <a:xfrm>
            <a:off x="2746080" y="2000880"/>
            <a:ext cx="173880" cy="18000"/>
          </a:xfrm>
          <a:custGeom>
            <a:avLst/>
            <a:gdLst/>
            <a:ahLst/>
            <a:rect l="0" t="0" r="r" b="b"/>
            <a:pathLst>
              <a:path w="483" h="50">
                <a:moveTo>
                  <a:pt x="0" y="49"/>
                </a:moveTo>
                <a:lnTo>
                  <a:pt x="478" y="0"/>
                </a:lnTo>
                <a:lnTo>
                  <a:pt x="483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2" name=""/>
          <p:cNvSpPr/>
          <p:nvPr/>
        </p:nvSpPr>
        <p:spPr>
          <a:xfrm>
            <a:off x="2746080" y="2000880"/>
            <a:ext cx="175680" cy="18000"/>
          </a:xfrm>
          <a:custGeom>
            <a:avLst/>
            <a:gdLst/>
            <a:ahLst/>
            <a:rect l="0" t="0" r="r" b="b"/>
            <a:pathLst>
              <a:path w="488" h="50">
                <a:moveTo>
                  <a:pt x="0" y="50"/>
                </a:moveTo>
                <a:lnTo>
                  <a:pt x="483" y="0"/>
                </a:lnTo>
                <a:lnTo>
                  <a:pt x="488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3" name=""/>
          <p:cNvSpPr/>
          <p:nvPr/>
        </p:nvSpPr>
        <p:spPr>
          <a:xfrm>
            <a:off x="2746080" y="2000880"/>
            <a:ext cx="177480" cy="18360"/>
          </a:xfrm>
          <a:custGeom>
            <a:avLst/>
            <a:gdLst/>
            <a:ahLst/>
            <a:rect l="0" t="0" r="r" b="b"/>
            <a:pathLst>
              <a:path w="493" h="51">
                <a:moveTo>
                  <a:pt x="0" y="50"/>
                </a:moveTo>
                <a:lnTo>
                  <a:pt x="487" y="0"/>
                </a:lnTo>
                <a:lnTo>
                  <a:pt x="493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4" name=""/>
          <p:cNvSpPr/>
          <p:nvPr/>
        </p:nvSpPr>
        <p:spPr>
          <a:xfrm>
            <a:off x="2746080" y="2000880"/>
            <a:ext cx="179280" cy="18360"/>
          </a:xfrm>
          <a:custGeom>
            <a:avLst/>
            <a:gdLst/>
            <a:ahLst/>
            <a:rect l="0" t="0" r="r" b="b"/>
            <a:pathLst>
              <a:path w="498" h="51">
                <a:moveTo>
                  <a:pt x="0" y="51"/>
                </a:moveTo>
                <a:lnTo>
                  <a:pt x="493" y="0"/>
                </a:lnTo>
                <a:lnTo>
                  <a:pt x="498" y="0"/>
                </a:lnTo>
                <a:lnTo>
                  <a:pt x="0" y="51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5" name=""/>
          <p:cNvSpPr/>
          <p:nvPr/>
        </p:nvSpPr>
        <p:spPr>
          <a:xfrm>
            <a:off x="2746080" y="2000880"/>
            <a:ext cx="181080" cy="18720"/>
          </a:xfrm>
          <a:custGeom>
            <a:avLst/>
            <a:gdLst/>
            <a:ahLst/>
            <a:rect l="0" t="0" r="r" b="b"/>
            <a:pathLst>
              <a:path w="503" h="52">
                <a:moveTo>
                  <a:pt x="0" y="51"/>
                </a:moveTo>
                <a:lnTo>
                  <a:pt x="498" y="0"/>
                </a:lnTo>
                <a:lnTo>
                  <a:pt x="503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6" name=""/>
          <p:cNvSpPr/>
          <p:nvPr/>
        </p:nvSpPr>
        <p:spPr>
          <a:xfrm>
            <a:off x="2746080" y="2000880"/>
            <a:ext cx="182880" cy="18720"/>
          </a:xfrm>
          <a:custGeom>
            <a:avLst/>
            <a:gdLst/>
            <a:ahLst/>
            <a:rect l="0" t="0" r="r" b="b"/>
            <a:pathLst>
              <a:path w="508" h="52">
                <a:moveTo>
                  <a:pt x="0" y="52"/>
                </a:moveTo>
                <a:lnTo>
                  <a:pt x="503" y="0"/>
                </a:lnTo>
                <a:lnTo>
                  <a:pt x="508" y="0"/>
                </a:lnTo>
                <a:lnTo>
                  <a:pt x="0" y="52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7" name=""/>
          <p:cNvSpPr/>
          <p:nvPr/>
        </p:nvSpPr>
        <p:spPr>
          <a:xfrm>
            <a:off x="2746080" y="2000880"/>
            <a:ext cx="184680" cy="19080"/>
          </a:xfrm>
          <a:custGeom>
            <a:avLst/>
            <a:gdLst/>
            <a:ahLst/>
            <a:rect l="0" t="0" r="r" b="b"/>
            <a:pathLst>
              <a:path w="513" h="53">
                <a:moveTo>
                  <a:pt x="0" y="52"/>
                </a:moveTo>
                <a:lnTo>
                  <a:pt x="508" y="0"/>
                </a:lnTo>
                <a:lnTo>
                  <a:pt x="513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8" name=""/>
          <p:cNvSpPr/>
          <p:nvPr/>
        </p:nvSpPr>
        <p:spPr>
          <a:xfrm>
            <a:off x="2746080" y="2000880"/>
            <a:ext cx="186480" cy="19080"/>
          </a:xfrm>
          <a:custGeom>
            <a:avLst/>
            <a:gdLst/>
            <a:ahLst/>
            <a:rect l="0" t="0" r="r" b="b"/>
            <a:pathLst>
              <a:path w="518" h="53">
                <a:moveTo>
                  <a:pt x="0" y="53"/>
                </a:moveTo>
                <a:lnTo>
                  <a:pt x="513" y="0"/>
                </a:lnTo>
                <a:lnTo>
                  <a:pt x="518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9" name=""/>
          <p:cNvSpPr/>
          <p:nvPr/>
        </p:nvSpPr>
        <p:spPr>
          <a:xfrm>
            <a:off x="2746080" y="2000880"/>
            <a:ext cx="188280" cy="19440"/>
          </a:xfrm>
          <a:custGeom>
            <a:avLst/>
            <a:gdLst/>
            <a:ahLst/>
            <a:rect l="0" t="0" r="r" b="b"/>
            <a:pathLst>
              <a:path w="523" h="54">
                <a:moveTo>
                  <a:pt x="0" y="53"/>
                </a:moveTo>
                <a:lnTo>
                  <a:pt x="518" y="0"/>
                </a:lnTo>
                <a:lnTo>
                  <a:pt x="523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0" name=""/>
          <p:cNvSpPr/>
          <p:nvPr/>
        </p:nvSpPr>
        <p:spPr>
          <a:xfrm>
            <a:off x="2746080" y="2000880"/>
            <a:ext cx="189720" cy="19440"/>
          </a:xfrm>
          <a:custGeom>
            <a:avLst/>
            <a:gdLst/>
            <a:ahLst/>
            <a:rect l="0" t="0" r="r" b="b"/>
            <a:pathLst>
              <a:path w="527" h="54">
                <a:moveTo>
                  <a:pt x="0" y="54"/>
                </a:moveTo>
                <a:lnTo>
                  <a:pt x="522" y="0"/>
                </a:lnTo>
                <a:lnTo>
                  <a:pt x="527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1" name=""/>
          <p:cNvSpPr/>
          <p:nvPr/>
        </p:nvSpPr>
        <p:spPr>
          <a:xfrm>
            <a:off x="2746080" y="2000880"/>
            <a:ext cx="191520" cy="19800"/>
          </a:xfrm>
          <a:custGeom>
            <a:avLst/>
            <a:gdLst/>
            <a:ahLst/>
            <a:rect l="0" t="0" r="r" b="b"/>
            <a:pathLst>
              <a:path w="532" h="55">
                <a:moveTo>
                  <a:pt x="0" y="54"/>
                </a:moveTo>
                <a:lnTo>
                  <a:pt x="527" y="0"/>
                </a:lnTo>
                <a:lnTo>
                  <a:pt x="532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2" name=""/>
          <p:cNvSpPr/>
          <p:nvPr/>
        </p:nvSpPr>
        <p:spPr>
          <a:xfrm>
            <a:off x="2746080" y="2000880"/>
            <a:ext cx="193320" cy="19800"/>
          </a:xfrm>
          <a:custGeom>
            <a:avLst/>
            <a:gdLst/>
            <a:ahLst/>
            <a:rect l="0" t="0" r="r" b="b"/>
            <a:pathLst>
              <a:path w="537" h="55">
                <a:moveTo>
                  <a:pt x="0" y="55"/>
                </a:moveTo>
                <a:lnTo>
                  <a:pt x="532" y="0"/>
                </a:lnTo>
                <a:lnTo>
                  <a:pt x="537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3" name=""/>
          <p:cNvSpPr/>
          <p:nvPr/>
        </p:nvSpPr>
        <p:spPr>
          <a:xfrm>
            <a:off x="2746080" y="2000880"/>
            <a:ext cx="195120" cy="20160"/>
          </a:xfrm>
          <a:custGeom>
            <a:avLst/>
            <a:gdLst/>
            <a:ahLst/>
            <a:rect l="0" t="0" r="r" b="b"/>
            <a:pathLst>
              <a:path w="542" h="56">
                <a:moveTo>
                  <a:pt x="0" y="55"/>
                </a:moveTo>
                <a:lnTo>
                  <a:pt x="537" y="0"/>
                </a:lnTo>
                <a:lnTo>
                  <a:pt x="54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4" name=""/>
          <p:cNvSpPr/>
          <p:nvPr/>
        </p:nvSpPr>
        <p:spPr>
          <a:xfrm>
            <a:off x="2746080" y="2000880"/>
            <a:ext cx="196920" cy="20160"/>
          </a:xfrm>
          <a:custGeom>
            <a:avLst/>
            <a:gdLst/>
            <a:ahLst/>
            <a:rect l="0" t="0" r="r" b="b"/>
            <a:pathLst>
              <a:path w="547" h="56">
                <a:moveTo>
                  <a:pt x="0" y="56"/>
                </a:moveTo>
                <a:lnTo>
                  <a:pt x="542" y="0"/>
                </a:lnTo>
                <a:lnTo>
                  <a:pt x="547" y="0"/>
                </a:lnTo>
                <a:lnTo>
                  <a:pt x="0" y="56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5" name=""/>
          <p:cNvSpPr/>
          <p:nvPr/>
        </p:nvSpPr>
        <p:spPr>
          <a:xfrm>
            <a:off x="2746080" y="2000880"/>
            <a:ext cx="198720" cy="20520"/>
          </a:xfrm>
          <a:custGeom>
            <a:avLst/>
            <a:gdLst/>
            <a:ahLst/>
            <a:rect l="0" t="0" r="r" b="b"/>
            <a:pathLst>
              <a:path w="552" h="57">
                <a:moveTo>
                  <a:pt x="0" y="56"/>
                </a:moveTo>
                <a:lnTo>
                  <a:pt x="547" y="0"/>
                </a:lnTo>
                <a:lnTo>
                  <a:pt x="552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6" name=""/>
          <p:cNvSpPr/>
          <p:nvPr/>
        </p:nvSpPr>
        <p:spPr>
          <a:xfrm>
            <a:off x="2746080" y="2000880"/>
            <a:ext cx="200520" cy="20520"/>
          </a:xfrm>
          <a:custGeom>
            <a:avLst/>
            <a:gdLst/>
            <a:ahLst/>
            <a:rect l="0" t="0" r="r" b="b"/>
            <a:pathLst>
              <a:path w="557" h="57">
                <a:moveTo>
                  <a:pt x="0" y="57"/>
                </a:moveTo>
                <a:lnTo>
                  <a:pt x="552" y="0"/>
                </a:lnTo>
                <a:lnTo>
                  <a:pt x="557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7" name=""/>
          <p:cNvSpPr/>
          <p:nvPr/>
        </p:nvSpPr>
        <p:spPr>
          <a:xfrm>
            <a:off x="2746080" y="2000880"/>
            <a:ext cx="202320" cy="20880"/>
          </a:xfrm>
          <a:custGeom>
            <a:avLst/>
            <a:gdLst/>
            <a:ahLst/>
            <a:rect l="0" t="0" r="r" b="b"/>
            <a:pathLst>
              <a:path w="562" h="58">
                <a:moveTo>
                  <a:pt x="0" y="57"/>
                </a:moveTo>
                <a:lnTo>
                  <a:pt x="557" y="0"/>
                </a:lnTo>
                <a:lnTo>
                  <a:pt x="562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8" name=""/>
          <p:cNvSpPr/>
          <p:nvPr/>
        </p:nvSpPr>
        <p:spPr>
          <a:xfrm>
            <a:off x="2746080" y="2000880"/>
            <a:ext cx="204120" cy="20880"/>
          </a:xfrm>
          <a:custGeom>
            <a:avLst/>
            <a:gdLst/>
            <a:ahLst/>
            <a:rect l="0" t="0" r="r" b="b"/>
            <a:pathLst>
              <a:path w="567" h="58">
                <a:moveTo>
                  <a:pt x="0" y="58"/>
                </a:moveTo>
                <a:lnTo>
                  <a:pt x="561" y="0"/>
                </a:lnTo>
                <a:lnTo>
                  <a:pt x="567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19" name=""/>
          <p:cNvSpPr/>
          <p:nvPr/>
        </p:nvSpPr>
        <p:spPr>
          <a:xfrm>
            <a:off x="2746080" y="2000880"/>
            <a:ext cx="205920" cy="21240"/>
          </a:xfrm>
          <a:custGeom>
            <a:avLst/>
            <a:gdLst/>
            <a:ahLst/>
            <a:rect l="0" t="0" r="r" b="b"/>
            <a:pathLst>
              <a:path w="572" h="59">
                <a:moveTo>
                  <a:pt x="0" y="58"/>
                </a:moveTo>
                <a:lnTo>
                  <a:pt x="567" y="0"/>
                </a:lnTo>
                <a:lnTo>
                  <a:pt x="572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0" name=""/>
          <p:cNvSpPr/>
          <p:nvPr/>
        </p:nvSpPr>
        <p:spPr>
          <a:xfrm>
            <a:off x="2746080" y="2000880"/>
            <a:ext cx="207720" cy="21240"/>
          </a:xfrm>
          <a:custGeom>
            <a:avLst/>
            <a:gdLst/>
            <a:ahLst/>
            <a:rect l="0" t="0" r="r" b="b"/>
            <a:pathLst>
              <a:path w="577" h="59">
                <a:moveTo>
                  <a:pt x="0" y="59"/>
                </a:moveTo>
                <a:lnTo>
                  <a:pt x="572" y="0"/>
                </a:lnTo>
                <a:lnTo>
                  <a:pt x="577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1" name=""/>
          <p:cNvSpPr/>
          <p:nvPr/>
        </p:nvSpPr>
        <p:spPr>
          <a:xfrm>
            <a:off x="2746080" y="2000880"/>
            <a:ext cx="209520" cy="21240"/>
          </a:xfrm>
          <a:custGeom>
            <a:avLst/>
            <a:gdLst/>
            <a:ahLst/>
            <a:rect l="0" t="0" r="r" b="b"/>
            <a:pathLst>
              <a:path w="582" h="59">
                <a:moveTo>
                  <a:pt x="0" y="59"/>
                </a:moveTo>
                <a:lnTo>
                  <a:pt x="577" y="0"/>
                </a:lnTo>
                <a:lnTo>
                  <a:pt x="582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2" name=""/>
          <p:cNvSpPr/>
          <p:nvPr/>
        </p:nvSpPr>
        <p:spPr>
          <a:xfrm>
            <a:off x="2746080" y="2000880"/>
            <a:ext cx="210960" cy="21600"/>
          </a:xfrm>
          <a:custGeom>
            <a:avLst/>
            <a:gdLst/>
            <a:ahLst/>
            <a:rect l="0" t="0" r="r" b="b"/>
            <a:pathLst>
              <a:path w="586" h="60">
                <a:moveTo>
                  <a:pt x="0" y="59"/>
                </a:moveTo>
                <a:lnTo>
                  <a:pt x="582" y="0"/>
                </a:lnTo>
                <a:lnTo>
                  <a:pt x="586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3" name=""/>
          <p:cNvSpPr/>
          <p:nvPr/>
        </p:nvSpPr>
        <p:spPr>
          <a:xfrm>
            <a:off x="2746080" y="2000880"/>
            <a:ext cx="212760" cy="21600"/>
          </a:xfrm>
          <a:custGeom>
            <a:avLst/>
            <a:gdLst/>
            <a:ahLst/>
            <a:rect l="0" t="0" r="r" b="b"/>
            <a:pathLst>
              <a:path w="591" h="60">
                <a:moveTo>
                  <a:pt x="0" y="60"/>
                </a:moveTo>
                <a:lnTo>
                  <a:pt x="586" y="0"/>
                </a:lnTo>
                <a:lnTo>
                  <a:pt x="591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4" name=""/>
          <p:cNvSpPr/>
          <p:nvPr/>
        </p:nvSpPr>
        <p:spPr>
          <a:xfrm>
            <a:off x="2746080" y="2000880"/>
            <a:ext cx="214560" cy="21960"/>
          </a:xfrm>
          <a:custGeom>
            <a:avLst/>
            <a:gdLst/>
            <a:ahLst/>
            <a:rect l="0" t="0" r="r" b="b"/>
            <a:pathLst>
              <a:path w="596" h="61">
                <a:moveTo>
                  <a:pt x="0" y="60"/>
                </a:moveTo>
                <a:lnTo>
                  <a:pt x="591" y="0"/>
                </a:lnTo>
                <a:lnTo>
                  <a:pt x="596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5" name=""/>
          <p:cNvSpPr/>
          <p:nvPr/>
        </p:nvSpPr>
        <p:spPr>
          <a:xfrm>
            <a:off x="2746080" y="2000880"/>
            <a:ext cx="216360" cy="21960"/>
          </a:xfrm>
          <a:custGeom>
            <a:avLst/>
            <a:gdLst/>
            <a:ahLst/>
            <a:rect l="0" t="0" r="r" b="b"/>
            <a:pathLst>
              <a:path w="601" h="61">
                <a:moveTo>
                  <a:pt x="0" y="61"/>
                </a:moveTo>
                <a:lnTo>
                  <a:pt x="596" y="0"/>
                </a:lnTo>
                <a:lnTo>
                  <a:pt x="601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6" name=""/>
          <p:cNvSpPr/>
          <p:nvPr/>
        </p:nvSpPr>
        <p:spPr>
          <a:xfrm>
            <a:off x="2746080" y="2000880"/>
            <a:ext cx="218160" cy="22320"/>
          </a:xfrm>
          <a:custGeom>
            <a:avLst/>
            <a:gdLst/>
            <a:ahLst/>
            <a:rect l="0" t="0" r="r" b="b"/>
            <a:pathLst>
              <a:path w="606" h="62">
                <a:moveTo>
                  <a:pt x="0" y="61"/>
                </a:moveTo>
                <a:lnTo>
                  <a:pt x="601" y="0"/>
                </a:lnTo>
                <a:lnTo>
                  <a:pt x="60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7" name=""/>
          <p:cNvSpPr/>
          <p:nvPr/>
        </p:nvSpPr>
        <p:spPr>
          <a:xfrm>
            <a:off x="2746080" y="2000880"/>
            <a:ext cx="219960" cy="22320"/>
          </a:xfrm>
          <a:custGeom>
            <a:avLst/>
            <a:gdLst/>
            <a:ahLst/>
            <a:rect l="0" t="0" r="r" b="b"/>
            <a:pathLst>
              <a:path w="611" h="62">
                <a:moveTo>
                  <a:pt x="0" y="62"/>
                </a:moveTo>
                <a:lnTo>
                  <a:pt x="605" y="0"/>
                </a:lnTo>
                <a:lnTo>
                  <a:pt x="611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8" name=""/>
          <p:cNvSpPr/>
          <p:nvPr/>
        </p:nvSpPr>
        <p:spPr>
          <a:xfrm>
            <a:off x="2746080" y="2000880"/>
            <a:ext cx="221760" cy="22680"/>
          </a:xfrm>
          <a:custGeom>
            <a:avLst/>
            <a:gdLst/>
            <a:ahLst/>
            <a:rect l="0" t="0" r="r" b="b"/>
            <a:pathLst>
              <a:path w="616" h="63">
                <a:moveTo>
                  <a:pt x="0" y="62"/>
                </a:moveTo>
                <a:lnTo>
                  <a:pt x="611" y="0"/>
                </a:lnTo>
                <a:lnTo>
                  <a:pt x="616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9" name=""/>
          <p:cNvSpPr/>
          <p:nvPr/>
        </p:nvSpPr>
        <p:spPr>
          <a:xfrm>
            <a:off x="2746080" y="2000880"/>
            <a:ext cx="223560" cy="22680"/>
          </a:xfrm>
          <a:custGeom>
            <a:avLst/>
            <a:gdLst/>
            <a:ahLst/>
            <a:rect l="0" t="0" r="r" b="b"/>
            <a:pathLst>
              <a:path w="621" h="63">
                <a:moveTo>
                  <a:pt x="0" y="63"/>
                </a:moveTo>
                <a:lnTo>
                  <a:pt x="616" y="0"/>
                </a:lnTo>
                <a:lnTo>
                  <a:pt x="621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0" name=""/>
          <p:cNvSpPr/>
          <p:nvPr/>
        </p:nvSpPr>
        <p:spPr>
          <a:xfrm>
            <a:off x="2746080" y="2000880"/>
            <a:ext cx="225360" cy="23040"/>
          </a:xfrm>
          <a:custGeom>
            <a:avLst/>
            <a:gdLst/>
            <a:ahLst/>
            <a:rect l="0" t="0" r="r" b="b"/>
            <a:pathLst>
              <a:path w="626" h="64">
                <a:moveTo>
                  <a:pt x="0" y="63"/>
                </a:moveTo>
                <a:lnTo>
                  <a:pt x="621" y="0"/>
                </a:lnTo>
                <a:lnTo>
                  <a:pt x="626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1" name=""/>
          <p:cNvSpPr/>
          <p:nvPr/>
        </p:nvSpPr>
        <p:spPr>
          <a:xfrm>
            <a:off x="2746080" y="2000880"/>
            <a:ext cx="227160" cy="23040"/>
          </a:xfrm>
          <a:custGeom>
            <a:avLst/>
            <a:gdLst/>
            <a:ahLst/>
            <a:rect l="0" t="0" r="r" b="b"/>
            <a:pathLst>
              <a:path w="631" h="64">
                <a:moveTo>
                  <a:pt x="0" y="64"/>
                </a:moveTo>
                <a:lnTo>
                  <a:pt x="626" y="0"/>
                </a:lnTo>
                <a:lnTo>
                  <a:pt x="631" y="0"/>
                </a:lnTo>
                <a:lnTo>
                  <a:pt x="1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2" name=""/>
          <p:cNvSpPr/>
          <p:nvPr/>
        </p:nvSpPr>
        <p:spPr>
          <a:xfrm>
            <a:off x="2746440" y="2000880"/>
            <a:ext cx="227160" cy="23040"/>
          </a:xfrm>
          <a:custGeom>
            <a:avLst/>
            <a:gdLst/>
            <a:ahLst/>
            <a:rect l="0" t="0" r="r" b="b"/>
            <a:pathLst>
              <a:path w="631" h="64">
                <a:moveTo>
                  <a:pt x="0" y="64"/>
                </a:moveTo>
                <a:lnTo>
                  <a:pt x="630" y="0"/>
                </a:lnTo>
                <a:lnTo>
                  <a:pt x="631" y="0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3" name=""/>
          <p:cNvSpPr/>
          <p:nvPr/>
        </p:nvSpPr>
        <p:spPr>
          <a:xfrm>
            <a:off x="2748240" y="2000880"/>
            <a:ext cx="225360" cy="23040"/>
          </a:xfrm>
          <a:custGeom>
            <a:avLst/>
            <a:gdLst/>
            <a:ahLst/>
            <a:rect l="0" t="0" r="r" b="b"/>
            <a:pathLst>
              <a:path w="626" h="64">
                <a:moveTo>
                  <a:pt x="0" y="64"/>
                </a:moveTo>
                <a:lnTo>
                  <a:pt x="626" y="0"/>
                </a:lnTo>
                <a:lnTo>
                  <a:pt x="626" y="1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4" name=""/>
          <p:cNvSpPr/>
          <p:nvPr/>
        </p:nvSpPr>
        <p:spPr>
          <a:xfrm>
            <a:off x="2750040" y="2001240"/>
            <a:ext cx="223560" cy="22680"/>
          </a:xfrm>
          <a:custGeom>
            <a:avLst/>
            <a:gdLst/>
            <a:ahLst/>
            <a:rect l="0" t="0" r="r" b="b"/>
            <a:pathLst>
              <a:path w="621" h="63">
                <a:moveTo>
                  <a:pt x="0" y="63"/>
                </a:moveTo>
                <a:lnTo>
                  <a:pt x="621" y="0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5" name=""/>
          <p:cNvSpPr/>
          <p:nvPr/>
        </p:nvSpPr>
        <p:spPr>
          <a:xfrm>
            <a:off x="2751840" y="2001240"/>
            <a:ext cx="221760" cy="22680"/>
          </a:xfrm>
          <a:custGeom>
            <a:avLst/>
            <a:gdLst/>
            <a:ahLst/>
            <a:rect l="0" t="0" r="r" b="b"/>
            <a:pathLst>
              <a:path w="616" h="63">
                <a:moveTo>
                  <a:pt x="0" y="63"/>
                </a:moveTo>
                <a:lnTo>
                  <a:pt x="616" y="0"/>
                </a:lnTo>
                <a:lnTo>
                  <a:pt x="616" y="1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6" name=""/>
          <p:cNvSpPr/>
          <p:nvPr/>
        </p:nvSpPr>
        <p:spPr>
          <a:xfrm>
            <a:off x="2753640" y="2001600"/>
            <a:ext cx="219960" cy="22320"/>
          </a:xfrm>
          <a:custGeom>
            <a:avLst/>
            <a:gdLst/>
            <a:ahLst/>
            <a:rect l="0" t="0" r="r" b="b"/>
            <a:pathLst>
              <a:path w="611" h="62">
                <a:moveTo>
                  <a:pt x="0" y="62"/>
                </a:moveTo>
                <a:lnTo>
                  <a:pt x="611" y="0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7" name=""/>
          <p:cNvSpPr/>
          <p:nvPr/>
        </p:nvSpPr>
        <p:spPr>
          <a:xfrm>
            <a:off x="2755440" y="2001600"/>
            <a:ext cx="218160" cy="22320"/>
          </a:xfrm>
          <a:custGeom>
            <a:avLst/>
            <a:gdLst/>
            <a:ahLst/>
            <a:rect l="0" t="0" r="r" b="b"/>
            <a:pathLst>
              <a:path w="606" h="62">
                <a:moveTo>
                  <a:pt x="0" y="62"/>
                </a:moveTo>
                <a:lnTo>
                  <a:pt x="606" y="0"/>
                </a:lnTo>
                <a:lnTo>
                  <a:pt x="606" y="1"/>
                </a:lnTo>
                <a:lnTo>
                  <a:pt x="4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8" name=""/>
          <p:cNvSpPr/>
          <p:nvPr/>
        </p:nvSpPr>
        <p:spPr>
          <a:xfrm>
            <a:off x="2756880" y="2001960"/>
            <a:ext cx="216720" cy="21960"/>
          </a:xfrm>
          <a:custGeom>
            <a:avLst/>
            <a:gdLst/>
            <a:ahLst/>
            <a:rect l="0" t="0" r="r" b="b"/>
            <a:pathLst>
              <a:path w="602" h="61">
                <a:moveTo>
                  <a:pt x="0" y="61"/>
                </a:moveTo>
                <a:lnTo>
                  <a:pt x="602" y="0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39" name=""/>
          <p:cNvSpPr/>
          <p:nvPr/>
        </p:nvSpPr>
        <p:spPr>
          <a:xfrm>
            <a:off x="2758680" y="2001960"/>
            <a:ext cx="214920" cy="21960"/>
          </a:xfrm>
          <a:custGeom>
            <a:avLst/>
            <a:gdLst/>
            <a:ahLst/>
            <a:rect l="0" t="0" r="r" b="b"/>
            <a:pathLst>
              <a:path w="597" h="61">
                <a:moveTo>
                  <a:pt x="0" y="61"/>
                </a:moveTo>
                <a:lnTo>
                  <a:pt x="597" y="0"/>
                </a:lnTo>
                <a:lnTo>
                  <a:pt x="597" y="1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0" name=""/>
          <p:cNvSpPr/>
          <p:nvPr/>
        </p:nvSpPr>
        <p:spPr>
          <a:xfrm>
            <a:off x="2760480" y="2002320"/>
            <a:ext cx="213120" cy="21600"/>
          </a:xfrm>
          <a:custGeom>
            <a:avLst/>
            <a:gdLst/>
            <a:ahLst/>
            <a:rect l="0" t="0" r="r" b="b"/>
            <a:pathLst>
              <a:path w="592" h="60">
                <a:moveTo>
                  <a:pt x="0" y="60"/>
                </a:moveTo>
                <a:lnTo>
                  <a:pt x="592" y="0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1" name=""/>
          <p:cNvSpPr/>
          <p:nvPr/>
        </p:nvSpPr>
        <p:spPr>
          <a:xfrm>
            <a:off x="2762280" y="2002320"/>
            <a:ext cx="211320" cy="21600"/>
          </a:xfrm>
          <a:custGeom>
            <a:avLst/>
            <a:gdLst/>
            <a:ahLst/>
            <a:rect l="0" t="0" r="r" b="b"/>
            <a:pathLst>
              <a:path w="587" h="60">
                <a:moveTo>
                  <a:pt x="0" y="60"/>
                </a:moveTo>
                <a:lnTo>
                  <a:pt x="587" y="0"/>
                </a:lnTo>
                <a:lnTo>
                  <a:pt x="587" y="1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2" name=""/>
          <p:cNvSpPr/>
          <p:nvPr/>
        </p:nvSpPr>
        <p:spPr>
          <a:xfrm>
            <a:off x="2764080" y="2002680"/>
            <a:ext cx="209520" cy="21240"/>
          </a:xfrm>
          <a:custGeom>
            <a:avLst/>
            <a:gdLst/>
            <a:ahLst/>
            <a:rect l="0" t="0" r="r" b="b"/>
            <a:pathLst>
              <a:path w="582" h="59">
                <a:moveTo>
                  <a:pt x="0" y="59"/>
                </a:moveTo>
                <a:lnTo>
                  <a:pt x="582" y="0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3" name=""/>
          <p:cNvSpPr/>
          <p:nvPr/>
        </p:nvSpPr>
        <p:spPr>
          <a:xfrm>
            <a:off x="2765880" y="2002680"/>
            <a:ext cx="207720" cy="21240"/>
          </a:xfrm>
          <a:custGeom>
            <a:avLst/>
            <a:gdLst/>
            <a:ahLst/>
            <a:rect l="0" t="0" r="r" b="b"/>
            <a:pathLst>
              <a:path w="577" h="59">
                <a:moveTo>
                  <a:pt x="0" y="59"/>
                </a:moveTo>
                <a:lnTo>
                  <a:pt x="577" y="0"/>
                </a:lnTo>
                <a:lnTo>
                  <a:pt x="577" y="1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4" name=""/>
          <p:cNvSpPr/>
          <p:nvPr/>
        </p:nvSpPr>
        <p:spPr>
          <a:xfrm>
            <a:off x="2767680" y="2003040"/>
            <a:ext cx="205920" cy="20880"/>
          </a:xfrm>
          <a:custGeom>
            <a:avLst/>
            <a:gdLst/>
            <a:ahLst/>
            <a:rect l="0" t="0" r="r" b="b"/>
            <a:pathLst>
              <a:path w="572" h="58">
                <a:moveTo>
                  <a:pt x="0" y="58"/>
                </a:moveTo>
                <a:lnTo>
                  <a:pt x="572" y="0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5" name=""/>
          <p:cNvSpPr/>
          <p:nvPr/>
        </p:nvSpPr>
        <p:spPr>
          <a:xfrm>
            <a:off x="2769480" y="2003040"/>
            <a:ext cx="204120" cy="20880"/>
          </a:xfrm>
          <a:custGeom>
            <a:avLst/>
            <a:gdLst/>
            <a:ahLst/>
            <a:rect l="0" t="0" r="r" b="b"/>
            <a:pathLst>
              <a:path w="567" h="58">
                <a:moveTo>
                  <a:pt x="0" y="58"/>
                </a:moveTo>
                <a:lnTo>
                  <a:pt x="567" y="0"/>
                </a:lnTo>
                <a:lnTo>
                  <a:pt x="567" y="1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6" name=""/>
          <p:cNvSpPr/>
          <p:nvPr/>
        </p:nvSpPr>
        <p:spPr>
          <a:xfrm>
            <a:off x="2771280" y="2003400"/>
            <a:ext cx="202320" cy="20520"/>
          </a:xfrm>
          <a:custGeom>
            <a:avLst/>
            <a:gdLst/>
            <a:ahLst/>
            <a:rect l="0" t="0" r="r" b="b"/>
            <a:pathLst>
              <a:path w="562" h="57">
                <a:moveTo>
                  <a:pt x="0" y="57"/>
                </a:moveTo>
                <a:lnTo>
                  <a:pt x="562" y="0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7" name=""/>
          <p:cNvSpPr/>
          <p:nvPr/>
        </p:nvSpPr>
        <p:spPr>
          <a:xfrm>
            <a:off x="2773080" y="2003400"/>
            <a:ext cx="200520" cy="20520"/>
          </a:xfrm>
          <a:custGeom>
            <a:avLst/>
            <a:gdLst/>
            <a:ahLst/>
            <a:rect l="0" t="0" r="r" b="b"/>
            <a:pathLst>
              <a:path w="557" h="57">
                <a:moveTo>
                  <a:pt x="0" y="57"/>
                </a:moveTo>
                <a:lnTo>
                  <a:pt x="557" y="0"/>
                </a:lnTo>
                <a:lnTo>
                  <a:pt x="557" y="1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8" name=""/>
          <p:cNvSpPr/>
          <p:nvPr/>
        </p:nvSpPr>
        <p:spPr>
          <a:xfrm>
            <a:off x="2774880" y="2003760"/>
            <a:ext cx="198720" cy="20160"/>
          </a:xfrm>
          <a:custGeom>
            <a:avLst/>
            <a:gdLst/>
            <a:ahLst/>
            <a:rect l="0" t="0" r="r" b="b"/>
            <a:pathLst>
              <a:path w="552" h="56">
                <a:moveTo>
                  <a:pt x="0" y="56"/>
                </a:moveTo>
                <a:lnTo>
                  <a:pt x="552" y="0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49" name=""/>
          <p:cNvSpPr/>
          <p:nvPr/>
        </p:nvSpPr>
        <p:spPr>
          <a:xfrm>
            <a:off x="2776680" y="2003760"/>
            <a:ext cx="196920" cy="20160"/>
          </a:xfrm>
          <a:custGeom>
            <a:avLst/>
            <a:gdLst/>
            <a:ahLst/>
            <a:rect l="0" t="0" r="r" b="b"/>
            <a:pathLst>
              <a:path w="547" h="56">
                <a:moveTo>
                  <a:pt x="0" y="56"/>
                </a:moveTo>
                <a:lnTo>
                  <a:pt x="547" y="0"/>
                </a:lnTo>
                <a:lnTo>
                  <a:pt x="547" y="1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0" name=""/>
          <p:cNvSpPr/>
          <p:nvPr/>
        </p:nvSpPr>
        <p:spPr>
          <a:xfrm>
            <a:off x="2778480" y="2004120"/>
            <a:ext cx="195120" cy="19800"/>
          </a:xfrm>
          <a:custGeom>
            <a:avLst/>
            <a:gdLst/>
            <a:ahLst/>
            <a:rect l="0" t="0" r="r" b="b"/>
            <a:pathLst>
              <a:path w="542" h="55">
                <a:moveTo>
                  <a:pt x="0" y="55"/>
                </a:moveTo>
                <a:lnTo>
                  <a:pt x="542" y="0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1" name=""/>
          <p:cNvSpPr/>
          <p:nvPr/>
        </p:nvSpPr>
        <p:spPr>
          <a:xfrm>
            <a:off x="2779920" y="2004120"/>
            <a:ext cx="193680" cy="19800"/>
          </a:xfrm>
          <a:custGeom>
            <a:avLst/>
            <a:gdLst/>
            <a:ahLst/>
            <a:rect l="0" t="0" r="r" b="b"/>
            <a:pathLst>
              <a:path w="538" h="55">
                <a:moveTo>
                  <a:pt x="0" y="55"/>
                </a:moveTo>
                <a:lnTo>
                  <a:pt x="538" y="0"/>
                </a:lnTo>
                <a:lnTo>
                  <a:pt x="538" y="1"/>
                </a:lnTo>
                <a:lnTo>
                  <a:pt x="5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2" name=""/>
          <p:cNvSpPr/>
          <p:nvPr/>
        </p:nvSpPr>
        <p:spPr>
          <a:xfrm>
            <a:off x="2781720" y="2004480"/>
            <a:ext cx="191880" cy="19440"/>
          </a:xfrm>
          <a:custGeom>
            <a:avLst/>
            <a:gdLst/>
            <a:ahLst/>
            <a:rect l="0" t="0" r="r" b="b"/>
            <a:pathLst>
              <a:path w="533" h="54">
                <a:moveTo>
                  <a:pt x="0" y="54"/>
                </a:moveTo>
                <a:lnTo>
                  <a:pt x="533" y="0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3" name=""/>
          <p:cNvSpPr/>
          <p:nvPr/>
        </p:nvSpPr>
        <p:spPr>
          <a:xfrm>
            <a:off x="2783520" y="2004480"/>
            <a:ext cx="190080" cy="19440"/>
          </a:xfrm>
          <a:custGeom>
            <a:avLst/>
            <a:gdLst/>
            <a:ahLst/>
            <a:rect l="0" t="0" r="r" b="b"/>
            <a:pathLst>
              <a:path w="528" h="54">
                <a:moveTo>
                  <a:pt x="0" y="54"/>
                </a:moveTo>
                <a:lnTo>
                  <a:pt x="528" y="0"/>
                </a:lnTo>
                <a:lnTo>
                  <a:pt x="528" y="1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4" name=""/>
          <p:cNvSpPr/>
          <p:nvPr/>
        </p:nvSpPr>
        <p:spPr>
          <a:xfrm>
            <a:off x="2785320" y="2004840"/>
            <a:ext cx="188280" cy="19080"/>
          </a:xfrm>
          <a:custGeom>
            <a:avLst/>
            <a:gdLst/>
            <a:ahLst/>
            <a:rect l="0" t="0" r="r" b="b"/>
            <a:pathLst>
              <a:path w="523" h="53">
                <a:moveTo>
                  <a:pt x="0" y="53"/>
                </a:moveTo>
                <a:lnTo>
                  <a:pt x="523" y="0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5" name=""/>
          <p:cNvSpPr/>
          <p:nvPr/>
        </p:nvSpPr>
        <p:spPr>
          <a:xfrm>
            <a:off x="2787120" y="2004840"/>
            <a:ext cx="186480" cy="19080"/>
          </a:xfrm>
          <a:custGeom>
            <a:avLst/>
            <a:gdLst/>
            <a:ahLst/>
            <a:rect l="0" t="0" r="r" b="b"/>
            <a:pathLst>
              <a:path w="518" h="53">
                <a:moveTo>
                  <a:pt x="0" y="53"/>
                </a:moveTo>
                <a:lnTo>
                  <a:pt x="518" y="0"/>
                </a:lnTo>
                <a:lnTo>
                  <a:pt x="518" y="1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6" name=""/>
          <p:cNvSpPr/>
          <p:nvPr/>
        </p:nvSpPr>
        <p:spPr>
          <a:xfrm>
            <a:off x="2788920" y="2005200"/>
            <a:ext cx="184680" cy="18720"/>
          </a:xfrm>
          <a:custGeom>
            <a:avLst/>
            <a:gdLst/>
            <a:ahLst/>
            <a:rect l="0" t="0" r="r" b="b"/>
            <a:pathLst>
              <a:path w="513" h="52">
                <a:moveTo>
                  <a:pt x="0" y="52"/>
                </a:moveTo>
                <a:lnTo>
                  <a:pt x="513" y="0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7" name=""/>
          <p:cNvSpPr/>
          <p:nvPr/>
        </p:nvSpPr>
        <p:spPr>
          <a:xfrm>
            <a:off x="2790720" y="2005200"/>
            <a:ext cx="182880" cy="18720"/>
          </a:xfrm>
          <a:custGeom>
            <a:avLst/>
            <a:gdLst/>
            <a:ahLst/>
            <a:rect l="0" t="0" r="r" b="b"/>
            <a:pathLst>
              <a:path w="508" h="52">
                <a:moveTo>
                  <a:pt x="0" y="52"/>
                </a:moveTo>
                <a:lnTo>
                  <a:pt x="508" y="0"/>
                </a:lnTo>
                <a:lnTo>
                  <a:pt x="508" y="1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8" name=""/>
          <p:cNvSpPr/>
          <p:nvPr/>
        </p:nvSpPr>
        <p:spPr>
          <a:xfrm>
            <a:off x="2792520" y="2005560"/>
            <a:ext cx="181080" cy="18360"/>
          </a:xfrm>
          <a:custGeom>
            <a:avLst/>
            <a:gdLst/>
            <a:ahLst/>
            <a:rect l="0" t="0" r="r" b="b"/>
            <a:pathLst>
              <a:path w="503" h="51">
                <a:moveTo>
                  <a:pt x="0" y="51"/>
                </a:moveTo>
                <a:lnTo>
                  <a:pt x="503" y="0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9" name=""/>
          <p:cNvSpPr/>
          <p:nvPr/>
        </p:nvSpPr>
        <p:spPr>
          <a:xfrm>
            <a:off x="2794320" y="2005560"/>
            <a:ext cx="179280" cy="18360"/>
          </a:xfrm>
          <a:custGeom>
            <a:avLst/>
            <a:gdLst/>
            <a:ahLst/>
            <a:rect l="0" t="0" r="r" b="b"/>
            <a:pathLst>
              <a:path w="498" h="51">
                <a:moveTo>
                  <a:pt x="0" y="51"/>
                </a:moveTo>
                <a:lnTo>
                  <a:pt x="498" y="0"/>
                </a:lnTo>
                <a:lnTo>
                  <a:pt x="498" y="1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0" name=""/>
          <p:cNvSpPr/>
          <p:nvPr/>
        </p:nvSpPr>
        <p:spPr>
          <a:xfrm>
            <a:off x="2796120" y="2005920"/>
            <a:ext cx="177480" cy="18000"/>
          </a:xfrm>
          <a:custGeom>
            <a:avLst/>
            <a:gdLst/>
            <a:ahLst/>
            <a:rect l="0" t="0" r="r" b="b"/>
            <a:pathLst>
              <a:path w="493" h="50">
                <a:moveTo>
                  <a:pt x="0" y="50"/>
                </a:moveTo>
                <a:lnTo>
                  <a:pt x="493" y="0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1" name=""/>
          <p:cNvSpPr/>
          <p:nvPr/>
        </p:nvSpPr>
        <p:spPr>
          <a:xfrm>
            <a:off x="2797920" y="2005920"/>
            <a:ext cx="175680" cy="18000"/>
          </a:xfrm>
          <a:custGeom>
            <a:avLst/>
            <a:gdLst/>
            <a:ahLst/>
            <a:rect l="0" t="0" r="r" b="b"/>
            <a:pathLst>
              <a:path w="488" h="50">
                <a:moveTo>
                  <a:pt x="0" y="50"/>
                </a:moveTo>
                <a:lnTo>
                  <a:pt x="488" y="0"/>
                </a:lnTo>
                <a:lnTo>
                  <a:pt x="488" y="1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2" name=""/>
          <p:cNvSpPr/>
          <p:nvPr/>
        </p:nvSpPr>
        <p:spPr>
          <a:xfrm>
            <a:off x="2799720" y="2006280"/>
            <a:ext cx="173880" cy="17640"/>
          </a:xfrm>
          <a:custGeom>
            <a:avLst/>
            <a:gdLst/>
            <a:ahLst/>
            <a:rect l="0" t="0" r="r" b="b"/>
            <a:pathLst>
              <a:path w="483" h="49">
                <a:moveTo>
                  <a:pt x="0" y="49"/>
                </a:moveTo>
                <a:lnTo>
                  <a:pt x="483" y="0"/>
                </a:lnTo>
                <a:lnTo>
                  <a:pt x="4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3" name=""/>
          <p:cNvSpPr/>
          <p:nvPr/>
        </p:nvSpPr>
        <p:spPr>
          <a:xfrm>
            <a:off x="2801160" y="2006280"/>
            <a:ext cx="172440" cy="17640"/>
          </a:xfrm>
          <a:custGeom>
            <a:avLst/>
            <a:gdLst/>
            <a:ahLst/>
            <a:rect l="0" t="0" r="r" b="b"/>
            <a:pathLst>
              <a:path w="479" h="49">
                <a:moveTo>
                  <a:pt x="0" y="49"/>
                </a:moveTo>
                <a:lnTo>
                  <a:pt x="479" y="0"/>
                </a:lnTo>
                <a:lnTo>
                  <a:pt x="479" y="1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4" name=""/>
          <p:cNvSpPr/>
          <p:nvPr/>
        </p:nvSpPr>
        <p:spPr>
          <a:xfrm>
            <a:off x="2802960" y="2006640"/>
            <a:ext cx="170640" cy="17280"/>
          </a:xfrm>
          <a:custGeom>
            <a:avLst/>
            <a:gdLst/>
            <a:ahLst/>
            <a:rect l="0" t="0" r="r" b="b"/>
            <a:pathLst>
              <a:path w="474" h="48">
                <a:moveTo>
                  <a:pt x="0" y="48"/>
                </a:moveTo>
                <a:lnTo>
                  <a:pt x="474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5" name=""/>
          <p:cNvSpPr/>
          <p:nvPr/>
        </p:nvSpPr>
        <p:spPr>
          <a:xfrm>
            <a:off x="2804760" y="2006640"/>
            <a:ext cx="168840" cy="17280"/>
          </a:xfrm>
          <a:custGeom>
            <a:avLst/>
            <a:gdLst/>
            <a:ahLst/>
            <a:rect l="0" t="0" r="r" b="b"/>
            <a:pathLst>
              <a:path w="469" h="48">
                <a:moveTo>
                  <a:pt x="0" y="48"/>
                </a:moveTo>
                <a:lnTo>
                  <a:pt x="469" y="0"/>
                </a:lnTo>
                <a:lnTo>
                  <a:pt x="469" y="1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6" name=""/>
          <p:cNvSpPr/>
          <p:nvPr/>
        </p:nvSpPr>
        <p:spPr>
          <a:xfrm>
            <a:off x="2806560" y="2007000"/>
            <a:ext cx="167040" cy="16920"/>
          </a:xfrm>
          <a:custGeom>
            <a:avLst/>
            <a:gdLst/>
            <a:ahLst/>
            <a:rect l="0" t="0" r="r" b="b"/>
            <a:pathLst>
              <a:path w="464" h="47">
                <a:moveTo>
                  <a:pt x="0" y="47"/>
                </a:moveTo>
                <a:lnTo>
                  <a:pt x="464" y="0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7" name=""/>
          <p:cNvSpPr/>
          <p:nvPr/>
        </p:nvSpPr>
        <p:spPr>
          <a:xfrm>
            <a:off x="2808360" y="2007000"/>
            <a:ext cx="165240" cy="16920"/>
          </a:xfrm>
          <a:custGeom>
            <a:avLst/>
            <a:gdLst/>
            <a:ahLst/>
            <a:rect l="0" t="0" r="r" b="b"/>
            <a:pathLst>
              <a:path w="459" h="47">
                <a:moveTo>
                  <a:pt x="0" y="47"/>
                </a:moveTo>
                <a:lnTo>
                  <a:pt x="459" y="0"/>
                </a:lnTo>
                <a:lnTo>
                  <a:pt x="459" y="1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8" name=""/>
          <p:cNvSpPr/>
          <p:nvPr/>
        </p:nvSpPr>
        <p:spPr>
          <a:xfrm>
            <a:off x="2810160" y="2007360"/>
            <a:ext cx="163440" cy="16560"/>
          </a:xfrm>
          <a:custGeom>
            <a:avLst/>
            <a:gdLst/>
            <a:ahLst/>
            <a:rect l="0" t="0" r="r" b="b"/>
            <a:pathLst>
              <a:path w="454" h="46">
                <a:moveTo>
                  <a:pt x="0" y="46"/>
                </a:moveTo>
                <a:lnTo>
                  <a:pt x="454" y="0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69" name=""/>
          <p:cNvSpPr/>
          <p:nvPr/>
        </p:nvSpPr>
        <p:spPr>
          <a:xfrm>
            <a:off x="2811960" y="2007360"/>
            <a:ext cx="161640" cy="16560"/>
          </a:xfrm>
          <a:custGeom>
            <a:avLst/>
            <a:gdLst/>
            <a:ahLst/>
            <a:rect l="0" t="0" r="r" b="b"/>
            <a:pathLst>
              <a:path w="449" h="46">
                <a:moveTo>
                  <a:pt x="0" y="46"/>
                </a:moveTo>
                <a:lnTo>
                  <a:pt x="449" y="0"/>
                </a:lnTo>
                <a:lnTo>
                  <a:pt x="449" y="1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0" name=""/>
          <p:cNvSpPr/>
          <p:nvPr/>
        </p:nvSpPr>
        <p:spPr>
          <a:xfrm>
            <a:off x="2813760" y="2007720"/>
            <a:ext cx="159840" cy="16200"/>
          </a:xfrm>
          <a:custGeom>
            <a:avLst/>
            <a:gdLst/>
            <a:ahLst/>
            <a:rect l="0" t="0" r="r" b="b"/>
            <a:pathLst>
              <a:path w="444" h="45">
                <a:moveTo>
                  <a:pt x="0" y="45"/>
                </a:moveTo>
                <a:lnTo>
                  <a:pt x="444" y="0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1" name=""/>
          <p:cNvSpPr/>
          <p:nvPr/>
        </p:nvSpPr>
        <p:spPr>
          <a:xfrm>
            <a:off x="2815560" y="2007720"/>
            <a:ext cx="158040" cy="16200"/>
          </a:xfrm>
          <a:custGeom>
            <a:avLst/>
            <a:gdLst/>
            <a:ahLst/>
            <a:rect l="0" t="0" r="r" b="b"/>
            <a:pathLst>
              <a:path w="439" h="45">
                <a:moveTo>
                  <a:pt x="0" y="45"/>
                </a:moveTo>
                <a:lnTo>
                  <a:pt x="439" y="0"/>
                </a:lnTo>
                <a:lnTo>
                  <a:pt x="439" y="1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2" name=""/>
          <p:cNvSpPr/>
          <p:nvPr/>
        </p:nvSpPr>
        <p:spPr>
          <a:xfrm>
            <a:off x="2817360" y="2008080"/>
            <a:ext cx="156240" cy="15840"/>
          </a:xfrm>
          <a:custGeom>
            <a:avLst/>
            <a:gdLst/>
            <a:ahLst/>
            <a:rect l="0" t="0" r="r" b="b"/>
            <a:pathLst>
              <a:path w="434" h="44">
                <a:moveTo>
                  <a:pt x="0" y="44"/>
                </a:moveTo>
                <a:lnTo>
                  <a:pt x="434" y="0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3" name=""/>
          <p:cNvSpPr/>
          <p:nvPr/>
        </p:nvSpPr>
        <p:spPr>
          <a:xfrm>
            <a:off x="2819160" y="2008080"/>
            <a:ext cx="154440" cy="15840"/>
          </a:xfrm>
          <a:custGeom>
            <a:avLst/>
            <a:gdLst/>
            <a:ahLst/>
            <a:rect l="0" t="0" r="r" b="b"/>
            <a:pathLst>
              <a:path w="429" h="44">
                <a:moveTo>
                  <a:pt x="0" y="44"/>
                </a:moveTo>
                <a:lnTo>
                  <a:pt x="429" y="0"/>
                </a:lnTo>
                <a:lnTo>
                  <a:pt x="429" y="1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4" name=""/>
          <p:cNvSpPr/>
          <p:nvPr/>
        </p:nvSpPr>
        <p:spPr>
          <a:xfrm>
            <a:off x="2820960" y="2008440"/>
            <a:ext cx="152640" cy="15480"/>
          </a:xfrm>
          <a:custGeom>
            <a:avLst/>
            <a:gdLst/>
            <a:ahLst/>
            <a:rect l="0" t="0" r="r" b="b"/>
            <a:pathLst>
              <a:path w="424" h="43">
                <a:moveTo>
                  <a:pt x="0" y="43"/>
                </a:moveTo>
                <a:lnTo>
                  <a:pt x="424" y="0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5" name=""/>
          <p:cNvSpPr/>
          <p:nvPr/>
        </p:nvSpPr>
        <p:spPr>
          <a:xfrm>
            <a:off x="2822760" y="2008440"/>
            <a:ext cx="150840" cy="15480"/>
          </a:xfrm>
          <a:custGeom>
            <a:avLst/>
            <a:gdLst/>
            <a:ahLst/>
            <a:rect l="0" t="0" r="r" b="b"/>
            <a:pathLst>
              <a:path w="419" h="43">
                <a:moveTo>
                  <a:pt x="0" y="43"/>
                </a:moveTo>
                <a:lnTo>
                  <a:pt x="419" y="0"/>
                </a:lnTo>
                <a:lnTo>
                  <a:pt x="419" y="1"/>
                </a:lnTo>
                <a:lnTo>
                  <a:pt x="4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6" name=""/>
          <p:cNvSpPr/>
          <p:nvPr/>
        </p:nvSpPr>
        <p:spPr>
          <a:xfrm>
            <a:off x="2824200" y="2008800"/>
            <a:ext cx="149400" cy="15120"/>
          </a:xfrm>
          <a:custGeom>
            <a:avLst/>
            <a:gdLst/>
            <a:ahLst/>
            <a:rect l="0" t="0" r="r" b="b"/>
            <a:pathLst>
              <a:path w="415" h="42">
                <a:moveTo>
                  <a:pt x="0" y="42"/>
                </a:moveTo>
                <a:lnTo>
                  <a:pt x="415" y="0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7" name=""/>
          <p:cNvSpPr/>
          <p:nvPr/>
        </p:nvSpPr>
        <p:spPr>
          <a:xfrm>
            <a:off x="2826000" y="2008800"/>
            <a:ext cx="147600" cy="15120"/>
          </a:xfrm>
          <a:custGeom>
            <a:avLst/>
            <a:gdLst/>
            <a:ahLst/>
            <a:rect l="0" t="0" r="r" b="b"/>
            <a:pathLst>
              <a:path w="410" h="42">
                <a:moveTo>
                  <a:pt x="0" y="42"/>
                </a:moveTo>
                <a:lnTo>
                  <a:pt x="410" y="0"/>
                </a:lnTo>
                <a:lnTo>
                  <a:pt x="410" y="1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8" name=""/>
          <p:cNvSpPr/>
          <p:nvPr/>
        </p:nvSpPr>
        <p:spPr>
          <a:xfrm>
            <a:off x="2827800" y="2009160"/>
            <a:ext cx="145800" cy="14760"/>
          </a:xfrm>
          <a:custGeom>
            <a:avLst/>
            <a:gdLst/>
            <a:ahLst/>
            <a:rect l="0" t="0" r="r" b="b"/>
            <a:pathLst>
              <a:path w="405" h="41">
                <a:moveTo>
                  <a:pt x="0" y="41"/>
                </a:moveTo>
                <a:lnTo>
                  <a:pt x="405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9" name=""/>
          <p:cNvSpPr/>
          <p:nvPr/>
        </p:nvSpPr>
        <p:spPr>
          <a:xfrm>
            <a:off x="2829600" y="2009160"/>
            <a:ext cx="144000" cy="14760"/>
          </a:xfrm>
          <a:custGeom>
            <a:avLst/>
            <a:gdLst/>
            <a:ahLst/>
            <a:rect l="0" t="0" r="r" b="b"/>
            <a:pathLst>
              <a:path w="400" h="41">
                <a:moveTo>
                  <a:pt x="0" y="41"/>
                </a:moveTo>
                <a:lnTo>
                  <a:pt x="400" y="0"/>
                </a:lnTo>
                <a:lnTo>
                  <a:pt x="400" y="1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0" name=""/>
          <p:cNvSpPr/>
          <p:nvPr/>
        </p:nvSpPr>
        <p:spPr>
          <a:xfrm>
            <a:off x="2831400" y="2009520"/>
            <a:ext cx="142200" cy="14400"/>
          </a:xfrm>
          <a:custGeom>
            <a:avLst/>
            <a:gdLst/>
            <a:ahLst/>
            <a:rect l="0" t="0" r="r" b="b"/>
            <a:pathLst>
              <a:path w="395" h="40">
                <a:moveTo>
                  <a:pt x="0" y="40"/>
                </a:moveTo>
                <a:lnTo>
                  <a:pt x="395" y="0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1" name=""/>
          <p:cNvSpPr/>
          <p:nvPr/>
        </p:nvSpPr>
        <p:spPr>
          <a:xfrm>
            <a:off x="2833200" y="2009520"/>
            <a:ext cx="140400" cy="14400"/>
          </a:xfrm>
          <a:custGeom>
            <a:avLst/>
            <a:gdLst/>
            <a:ahLst/>
            <a:rect l="0" t="0" r="r" b="b"/>
            <a:pathLst>
              <a:path w="390" h="40">
                <a:moveTo>
                  <a:pt x="0" y="40"/>
                </a:moveTo>
                <a:lnTo>
                  <a:pt x="390" y="0"/>
                </a:lnTo>
                <a:lnTo>
                  <a:pt x="390" y="1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2" name=""/>
          <p:cNvSpPr/>
          <p:nvPr/>
        </p:nvSpPr>
        <p:spPr>
          <a:xfrm>
            <a:off x="2835000" y="2009880"/>
            <a:ext cx="138600" cy="14040"/>
          </a:xfrm>
          <a:custGeom>
            <a:avLst/>
            <a:gdLst/>
            <a:ahLst/>
            <a:rect l="0" t="0" r="r" b="b"/>
            <a:pathLst>
              <a:path w="385" h="39">
                <a:moveTo>
                  <a:pt x="0" y="39"/>
                </a:moveTo>
                <a:lnTo>
                  <a:pt x="385" y="0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3" name=""/>
          <p:cNvSpPr/>
          <p:nvPr/>
        </p:nvSpPr>
        <p:spPr>
          <a:xfrm>
            <a:off x="2836800" y="2009880"/>
            <a:ext cx="136800" cy="14040"/>
          </a:xfrm>
          <a:custGeom>
            <a:avLst/>
            <a:gdLst/>
            <a:ahLst/>
            <a:rect l="0" t="0" r="r" b="b"/>
            <a:pathLst>
              <a:path w="380" h="39">
                <a:moveTo>
                  <a:pt x="0" y="39"/>
                </a:moveTo>
                <a:lnTo>
                  <a:pt x="380" y="0"/>
                </a:lnTo>
                <a:lnTo>
                  <a:pt x="380" y="1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4" name=""/>
          <p:cNvSpPr/>
          <p:nvPr/>
        </p:nvSpPr>
        <p:spPr>
          <a:xfrm>
            <a:off x="2838600" y="2010240"/>
            <a:ext cx="135000" cy="13680"/>
          </a:xfrm>
          <a:custGeom>
            <a:avLst/>
            <a:gdLst/>
            <a:ahLst/>
            <a:rect l="0" t="0" r="r" b="b"/>
            <a:pathLst>
              <a:path w="375" h="38">
                <a:moveTo>
                  <a:pt x="0" y="38"/>
                </a:moveTo>
                <a:lnTo>
                  <a:pt x="375" y="0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5" name=""/>
          <p:cNvSpPr/>
          <p:nvPr/>
        </p:nvSpPr>
        <p:spPr>
          <a:xfrm>
            <a:off x="2840400" y="2010240"/>
            <a:ext cx="133200" cy="13680"/>
          </a:xfrm>
          <a:custGeom>
            <a:avLst/>
            <a:gdLst/>
            <a:ahLst/>
            <a:rect l="0" t="0" r="r" b="b"/>
            <a:pathLst>
              <a:path w="370" h="38">
                <a:moveTo>
                  <a:pt x="0" y="38"/>
                </a:moveTo>
                <a:lnTo>
                  <a:pt x="370" y="0"/>
                </a:lnTo>
                <a:lnTo>
                  <a:pt x="370" y="1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6" name=""/>
          <p:cNvSpPr/>
          <p:nvPr/>
        </p:nvSpPr>
        <p:spPr>
          <a:xfrm>
            <a:off x="2842200" y="2010600"/>
            <a:ext cx="131400" cy="13320"/>
          </a:xfrm>
          <a:custGeom>
            <a:avLst/>
            <a:gdLst/>
            <a:ahLst/>
            <a:rect l="0" t="0" r="r" b="b"/>
            <a:pathLst>
              <a:path w="365" h="37">
                <a:moveTo>
                  <a:pt x="0" y="37"/>
                </a:moveTo>
                <a:lnTo>
                  <a:pt x="365" y="0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7" name=""/>
          <p:cNvSpPr/>
          <p:nvPr/>
        </p:nvSpPr>
        <p:spPr>
          <a:xfrm>
            <a:off x="2844000" y="2010600"/>
            <a:ext cx="129600" cy="13320"/>
          </a:xfrm>
          <a:custGeom>
            <a:avLst/>
            <a:gdLst/>
            <a:ahLst/>
            <a:rect l="0" t="0" r="r" b="b"/>
            <a:pathLst>
              <a:path w="360" h="37">
                <a:moveTo>
                  <a:pt x="0" y="37"/>
                </a:moveTo>
                <a:lnTo>
                  <a:pt x="360" y="0"/>
                </a:lnTo>
                <a:lnTo>
                  <a:pt x="360" y="1"/>
                </a:lnTo>
                <a:lnTo>
                  <a:pt x="4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8" name=""/>
          <p:cNvSpPr/>
          <p:nvPr/>
        </p:nvSpPr>
        <p:spPr>
          <a:xfrm>
            <a:off x="2845440" y="2010960"/>
            <a:ext cx="128160" cy="12960"/>
          </a:xfrm>
          <a:custGeom>
            <a:avLst/>
            <a:gdLst/>
            <a:ahLst/>
            <a:rect l="0" t="0" r="r" b="b"/>
            <a:pathLst>
              <a:path w="356" h="36">
                <a:moveTo>
                  <a:pt x="0" y="36"/>
                </a:moveTo>
                <a:lnTo>
                  <a:pt x="356" y="0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89" name=""/>
          <p:cNvSpPr/>
          <p:nvPr/>
        </p:nvSpPr>
        <p:spPr>
          <a:xfrm>
            <a:off x="2847240" y="2010960"/>
            <a:ext cx="126360" cy="12960"/>
          </a:xfrm>
          <a:custGeom>
            <a:avLst/>
            <a:gdLst/>
            <a:ahLst/>
            <a:rect l="0" t="0" r="r" b="b"/>
            <a:pathLst>
              <a:path w="351" h="36">
                <a:moveTo>
                  <a:pt x="0" y="36"/>
                </a:moveTo>
                <a:lnTo>
                  <a:pt x="351" y="0"/>
                </a:lnTo>
                <a:lnTo>
                  <a:pt x="351" y="1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0" name=""/>
          <p:cNvSpPr/>
          <p:nvPr/>
        </p:nvSpPr>
        <p:spPr>
          <a:xfrm>
            <a:off x="2849040" y="2011320"/>
            <a:ext cx="124560" cy="12600"/>
          </a:xfrm>
          <a:custGeom>
            <a:avLst/>
            <a:gdLst/>
            <a:ahLst/>
            <a:rect l="0" t="0" r="r" b="b"/>
            <a:pathLst>
              <a:path w="346" h="35">
                <a:moveTo>
                  <a:pt x="0" y="35"/>
                </a:moveTo>
                <a:lnTo>
                  <a:pt x="346" y="0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1" name=""/>
          <p:cNvSpPr/>
          <p:nvPr/>
        </p:nvSpPr>
        <p:spPr>
          <a:xfrm>
            <a:off x="2850840" y="2011320"/>
            <a:ext cx="122760" cy="12600"/>
          </a:xfrm>
          <a:custGeom>
            <a:avLst/>
            <a:gdLst/>
            <a:ahLst/>
            <a:rect l="0" t="0" r="r" b="b"/>
            <a:pathLst>
              <a:path w="341" h="35">
                <a:moveTo>
                  <a:pt x="0" y="35"/>
                </a:moveTo>
                <a:lnTo>
                  <a:pt x="341" y="0"/>
                </a:lnTo>
                <a:lnTo>
                  <a:pt x="341" y="1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2" name=""/>
          <p:cNvSpPr/>
          <p:nvPr/>
        </p:nvSpPr>
        <p:spPr>
          <a:xfrm>
            <a:off x="2852640" y="2011680"/>
            <a:ext cx="120960" cy="12240"/>
          </a:xfrm>
          <a:custGeom>
            <a:avLst/>
            <a:gdLst/>
            <a:ahLst/>
            <a:rect l="0" t="0" r="r" b="b"/>
            <a:pathLst>
              <a:path w="336" h="34">
                <a:moveTo>
                  <a:pt x="0" y="34"/>
                </a:moveTo>
                <a:lnTo>
                  <a:pt x="336" y="0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3" name=""/>
          <p:cNvSpPr/>
          <p:nvPr/>
        </p:nvSpPr>
        <p:spPr>
          <a:xfrm>
            <a:off x="2854440" y="2011680"/>
            <a:ext cx="119160" cy="12240"/>
          </a:xfrm>
          <a:custGeom>
            <a:avLst/>
            <a:gdLst/>
            <a:ahLst/>
            <a:rect l="0" t="0" r="r" b="b"/>
            <a:pathLst>
              <a:path w="331" h="34">
                <a:moveTo>
                  <a:pt x="0" y="34"/>
                </a:moveTo>
                <a:lnTo>
                  <a:pt x="331" y="0"/>
                </a:lnTo>
                <a:lnTo>
                  <a:pt x="331" y="1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4" name=""/>
          <p:cNvSpPr/>
          <p:nvPr/>
        </p:nvSpPr>
        <p:spPr>
          <a:xfrm>
            <a:off x="2856240" y="2012040"/>
            <a:ext cx="117360" cy="11880"/>
          </a:xfrm>
          <a:custGeom>
            <a:avLst/>
            <a:gdLst/>
            <a:ahLst/>
            <a:rect l="0" t="0" r="r" b="b"/>
            <a:pathLst>
              <a:path w="326" h="33">
                <a:moveTo>
                  <a:pt x="0" y="33"/>
                </a:moveTo>
                <a:lnTo>
                  <a:pt x="326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5" name=""/>
          <p:cNvSpPr/>
          <p:nvPr/>
        </p:nvSpPr>
        <p:spPr>
          <a:xfrm>
            <a:off x="2858040" y="2012040"/>
            <a:ext cx="115560" cy="11880"/>
          </a:xfrm>
          <a:custGeom>
            <a:avLst/>
            <a:gdLst/>
            <a:ahLst/>
            <a:rect l="0" t="0" r="r" b="b"/>
            <a:pathLst>
              <a:path w="321" h="33">
                <a:moveTo>
                  <a:pt x="0" y="33"/>
                </a:moveTo>
                <a:lnTo>
                  <a:pt x="321" y="0"/>
                </a:lnTo>
                <a:lnTo>
                  <a:pt x="321" y="1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6" name=""/>
          <p:cNvSpPr/>
          <p:nvPr/>
        </p:nvSpPr>
        <p:spPr>
          <a:xfrm>
            <a:off x="2859840" y="2012400"/>
            <a:ext cx="113760" cy="11520"/>
          </a:xfrm>
          <a:custGeom>
            <a:avLst/>
            <a:gdLst/>
            <a:ahLst/>
            <a:rect l="0" t="0" r="r" b="b"/>
            <a:pathLst>
              <a:path w="316" h="32">
                <a:moveTo>
                  <a:pt x="0" y="32"/>
                </a:moveTo>
                <a:lnTo>
                  <a:pt x="316" y="0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7" name=""/>
          <p:cNvSpPr/>
          <p:nvPr/>
        </p:nvSpPr>
        <p:spPr>
          <a:xfrm>
            <a:off x="2861640" y="2012400"/>
            <a:ext cx="111960" cy="11520"/>
          </a:xfrm>
          <a:custGeom>
            <a:avLst/>
            <a:gdLst/>
            <a:ahLst/>
            <a:rect l="0" t="0" r="r" b="b"/>
            <a:pathLst>
              <a:path w="311" h="32">
                <a:moveTo>
                  <a:pt x="0" y="32"/>
                </a:moveTo>
                <a:lnTo>
                  <a:pt x="311" y="0"/>
                </a:lnTo>
                <a:lnTo>
                  <a:pt x="311" y="1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8" name=""/>
          <p:cNvSpPr/>
          <p:nvPr/>
        </p:nvSpPr>
        <p:spPr>
          <a:xfrm>
            <a:off x="2863440" y="2012760"/>
            <a:ext cx="110160" cy="11160"/>
          </a:xfrm>
          <a:custGeom>
            <a:avLst/>
            <a:gdLst/>
            <a:ahLst/>
            <a:rect l="0" t="0" r="r" b="b"/>
            <a:pathLst>
              <a:path w="306" h="31">
                <a:moveTo>
                  <a:pt x="0" y="31"/>
                </a:moveTo>
                <a:lnTo>
                  <a:pt x="306" y="0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9" name=""/>
          <p:cNvSpPr/>
          <p:nvPr/>
        </p:nvSpPr>
        <p:spPr>
          <a:xfrm>
            <a:off x="2865240" y="2012760"/>
            <a:ext cx="108360" cy="11160"/>
          </a:xfrm>
          <a:custGeom>
            <a:avLst/>
            <a:gdLst/>
            <a:ahLst/>
            <a:rect l="0" t="0" r="r" b="b"/>
            <a:pathLst>
              <a:path w="301" h="31">
                <a:moveTo>
                  <a:pt x="0" y="31"/>
                </a:moveTo>
                <a:lnTo>
                  <a:pt x="301" y="0"/>
                </a:lnTo>
                <a:lnTo>
                  <a:pt x="301" y="1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0" name=""/>
          <p:cNvSpPr/>
          <p:nvPr/>
        </p:nvSpPr>
        <p:spPr>
          <a:xfrm>
            <a:off x="2867040" y="2013120"/>
            <a:ext cx="106560" cy="10800"/>
          </a:xfrm>
          <a:custGeom>
            <a:avLst/>
            <a:gdLst/>
            <a:ahLst/>
            <a:rect l="0" t="0" r="r" b="b"/>
            <a:pathLst>
              <a:path w="296" h="30">
                <a:moveTo>
                  <a:pt x="0" y="30"/>
                </a:moveTo>
                <a:lnTo>
                  <a:pt x="296" y="0"/>
                </a:lnTo>
                <a:lnTo>
                  <a:pt x="4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1" name=""/>
          <p:cNvSpPr/>
          <p:nvPr/>
        </p:nvSpPr>
        <p:spPr>
          <a:xfrm>
            <a:off x="2868480" y="2013120"/>
            <a:ext cx="105120" cy="10800"/>
          </a:xfrm>
          <a:custGeom>
            <a:avLst/>
            <a:gdLst/>
            <a:ahLst/>
            <a:rect l="0" t="0" r="r" b="b"/>
            <a:pathLst>
              <a:path w="292" h="30">
                <a:moveTo>
                  <a:pt x="0" y="30"/>
                </a:moveTo>
                <a:lnTo>
                  <a:pt x="292" y="0"/>
                </a:lnTo>
                <a:lnTo>
                  <a:pt x="292" y="1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2" name=""/>
          <p:cNvSpPr/>
          <p:nvPr/>
        </p:nvSpPr>
        <p:spPr>
          <a:xfrm>
            <a:off x="2870280" y="2013480"/>
            <a:ext cx="103320" cy="10440"/>
          </a:xfrm>
          <a:custGeom>
            <a:avLst/>
            <a:gdLst/>
            <a:ahLst/>
            <a:rect l="0" t="0" r="r" b="b"/>
            <a:pathLst>
              <a:path w="287" h="29">
                <a:moveTo>
                  <a:pt x="0" y="29"/>
                </a:moveTo>
                <a:lnTo>
                  <a:pt x="287" y="0"/>
                </a:lnTo>
                <a:lnTo>
                  <a:pt x="5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3" name=""/>
          <p:cNvSpPr/>
          <p:nvPr/>
        </p:nvSpPr>
        <p:spPr>
          <a:xfrm>
            <a:off x="2872080" y="2013480"/>
            <a:ext cx="101520" cy="10440"/>
          </a:xfrm>
          <a:custGeom>
            <a:avLst/>
            <a:gdLst/>
            <a:ahLst/>
            <a:rect l="0" t="0" r="r" b="b"/>
            <a:pathLst>
              <a:path w="282" h="29">
                <a:moveTo>
                  <a:pt x="0" y="29"/>
                </a:moveTo>
                <a:lnTo>
                  <a:pt x="282" y="0"/>
                </a:lnTo>
                <a:lnTo>
                  <a:pt x="282" y="1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4" name=""/>
          <p:cNvSpPr/>
          <p:nvPr/>
        </p:nvSpPr>
        <p:spPr>
          <a:xfrm>
            <a:off x="2873880" y="2013840"/>
            <a:ext cx="99720" cy="10080"/>
          </a:xfrm>
          <a:custGeom>
            <a:avLst/>
            <a:gdLst/>
            <a:ahLst/>
            <a:rect l="0" t="0" r="r" b="b"/>
            <a:pathLst>
              <a:path w="277" h="28">
                <a:moveTo>
                  <a:pt x="0" y="28"/>
                </a:moveTo>
                <a:lnTo>
                  <a:pt x="277" y="0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5" name=""/>
          <p:cNvSpPr/>
          <p:nvPr/>
        </p:nvSpPr>
        <p:spPr>
          <a:xfrm>
            <a:off x="2875680" y="2013840"/>
            <a:ext cx="97920" cy="10080"/>
          </a:xfrm>
          <a:custGeom>
            <a:avLst/>
            <a:gdLst/>
            <a:ahLst/>
            <a:rect l="0" t="0" r="r" b="b"/>
            <a:pathLst>
              <a:path w="272" h="28">
                <a:moveTo>
                  <a:pt x="0" y="28"/>
                </a:moveTo>
                <a:lnTo>
                  <a:pt x="272" y="0"/>
                </a:lnTo>
                <a:lnTo>
                  <a:pt x="272" y="1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6" name=""/>
          <p:cNvSpPr/>
          <p:nvPr/>
        </p:nvSpPr>
        <p:spPr>
          <a:xfrm>
            <a:off x="2877480" y="2014200"/>
            <a:ext cx="96120" cy="9720"/>
          </a:xfrm>
          <a:custGeom>
            <a:avLst/>
            <a:gdLst/>
            <a:ahLst/>
            <a:rect l="0" t="0" r="r" b="b"/>
            <a:pathLst>
              <a:path w="267" h="27">
                <a:moveTo>
                  <a:pt x="0" y="27"/>
                </a:moveTo>
                <a:lnTo>
                  <a:pt x="267" y="0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7" name=""/>
          <p:cNvSpPr/>
          <p:nvPr/>
        </p:nvSpPr>
        <p:spPr>
          <a:xfrm>
            <a:off x="2879280" y="2014200"/>
            <a:ext cx="94320" cy="9720"/>
          </a:xfrm>
          <a:custGeom>
            <a:avLst/>
            <a:gdLst/>
            <a:ahLst/>
            <a:rect l="0" t="0" r="r" b="b"/>
            <a:pathLst>
              <a:path w="262" h="27">
                <a:moveTo>
                  <a:pt x="0" y="27"/>
                </a:moveTo>
                <a:lnTo>
                  <a:pt x="262" y="0"/>
                </a:lnTo>
                <a:lnTo>
                  <a:pt x="262" y="1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8" name=""/>
          <p:cNvSpPr/>
          <p:nvPr/>
        </p:nvSpPr>
        <p:spPr>
          <a:xfrm>
            <a:off x="2881080" y="2014560"/>
            <a:ext cx="92520" cy="9360"/>
          </a:xfrm>
          <a:custGeom>
            <a:avLst/>
            <a:gdLst/>
            <a:ahLst/>
            <a:rect l="0" t="0" r="r" b="b"/>
            <a:pathLst>
              <a:path w="257" h="26">
                <a:moveTo>
                  <a:pt x="0" y="26"/>
                </a:moveTo>
                <a:lnTo>
                  <a:pt x="257" y="0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09" name=""/>
          <p:cNvSpPr/>
          <p:nvPr/>
        </p:nvSpPr>
        <p:spPr>
          <a:xfrm>
            <a:off x="2882880" y="2014560"/>
            <a:ext cx="90720" cy="9360"/>
          </a:xfrm>
          <a:custGeom>
            <a:avLst/>
            <a:gdLst/>
            <a:ahLst/>
            <a:rect l="0" t="0" r="r" b="b"/>
            <a:pathLst>
              <a:path w="252" h="26">
                <a:moveTo>
                  <a:pt x="0" y="26"/>
                </a:moveTo>
                <a:lnTo>
                  <a:pt x="252" y="0"/>
                </a:lnTo>
                <a:lnTo>
                  <a:pt x="252" y="1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0" name=""/>
          <p:cNvSpPr/>
          <p:nvPr/>
        </p:nvSpPr>
        <p:spPr>
          <a:xfrm>
            <a:off x="2884680" y="2014920"/>
            <a:ext cx="88920" cy="9000"/>
          </a:xfrm>
          <a:custGeom>
            <a:avLst/>
            <a:gdLst/>
            <a:ahLst/>
            <a:rect l="0" t="0" r="r" b="b"/>
            <a:pathLst>
              <a:path w="247" h="25">
                <a:moveTo>
                  <a:pt x="0" y="25"/>
                </a:moveTo>
                <a:lnTo>
                  <a:pt x="247" y="0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1" name=""/>
          <p:cNvSpPr/>
          <p:nvPr/>
        </p:nvSpPr>
        <p:spPr>
          <a:xfrm>
            <a:off x="2886480" y="2014920"/>
            <a:ext cx="87120" cy="9000"/>
          </a:xfrm>
          <a:custGeom>
            <a:avLst/>
            <a:gdLst/>
            <a:ahLst/>
            <a:rect l="0" t="0" r="r" b="b"/>
            <a:pathLst>
              <a:path w="242" h="25">
                <a:moveTo>
                  <a:pt x="0" y="25"/>
                </a:moveTo>
                <a:lnTo>
                  <a:pt x="242" y="0"/>
                </a:lnTo>
                <a:lnTo>
                  <a:pt x="242" y="1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2" name=""/>
          <p:cNvSpPr/>
          <p:nvPr/>
        </p:nvSpPr>
        <p:spPr>
          <a:xfrm>
            <a:off x="2888280" y="2015280"/>
            <a:ext cx="85320" cy="8640"/>
          </a:xfrm>
          <a:custGeom>
            <a:avLst/>
            <a:gdLst/>
            <a:ahLst/>
            <a:rect l="0" t="0" r="r" b="b"/>
            <a:pathLst>
              <a:path w="237" h="24">
                <a:moveTo>
                  <a:pt x="0" y="24"/>
                </a:moveTo>
                <a:lnTo>
                  <a:pt x="237" y="0"/>
                </a:lnTo>
                <a:lnTo>
                  <a:pt x="4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3" name=""/>
          <p:cNvSpPr/>
          <p:nvPr/>
        </p:nvSpPr>
        <p:spPr>
          <a:xfrm>
            <a:off x="2889720" y="2015280"/>
            <a:ext cx="83880" cy="8640"/>
          </a:xfrm>
          <a:custGeom>
            <a:avLst/>
            <a:gdLst/>
            <a:ahLst/>
            <a:rect l="0" t="0" r="r" b="b"/>
            <a:pathLst>
              <a:path w="233" h="24">
                <a:moveTo>
                  <a:pt x="0" y="24"/>
                </a:moveTo>
                <a:lnTo>
                  <a:pt x="233" y="0"/>
                </a:lnTo>
                <a:lnTo>
                  <a:pt x="233" y="1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4" name=""/>
          <p:cNvSpPr/>
          <p:nvPr/>
        </p:nvSpPr>
        <p:spPr>
          <a:xfrm>
            <a:off x="2891520" y="2015640"/>
            <a:ext cx="82080" cy="8280"/>
          </a:xfrm>
          <a:custGeom>
            <a:avLst/>
            <a:gdLst/>
            <a:ahLst/>
            <a:rect l="0" t="0" r="r" b="b"/>
            <a:pathLst>
              <a:path w="228" h="23">
                <a:moveTo>
                  <a:pt x="0" y="23"/>
                </a:moveTo>
                <a:lnTo>
                  <a:pt x="228" y="0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5" name=""/>
          <p:cNvSpPr/>
          <p:nvPr/>
        </p:nvSpPr>
        <p:spPr>
          <a:xfrm>
            <a:off x="2893320" y="2015640"/>
            <a:ext cx="80280" cy="8280"/>
          </a:xfrm>
          <a:custGeom>
            <a:avLst/>
            <a:gdLst/>
            <a:ahLst/>
            <a:rect l="0" t="0" r="r" b="b"/>
            <a:pathLst>
              <a:path w="223" h="23">
                <a:moveTo>
                  <a:pt x="0" y="23"/>
                </a:moveTo>
                <a:lnTo>
                  <a:pt x="223" y="0"/>
                </a:lnTo>
                <a:lnTo>
                  <a:pt x="223" y="1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6" name=""/>
          <p:cNvSpPr/>
          <p:nvPr/>
        </p:nvSpPr>
        <p:spPr>
          <a:xfrm>
            <a:off x="2895120" y="2016000"/>
            <a:ext cx="78480" cy="7920"/>
          </a:xfrm>
          <a:custGeom>
            <a:avLst/>
            <a:gdLst/>
            <a:ahLst/>
            <a:rect l="0" t="0" r="r" b="b"/>
            <a:pathLst>
              <a:path w="218" h="22">
                <a:moveTo>
                  <a:pt x="0" y="22"/>
                </a:moveTo>
                <a:lnTo>
                  <a:pt x="218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7" name=""/>
          <p:cNvSpPr/>
          <p:nvPr/>
        </p:nvSpPr>
        <p:spPr>
          <a:xfrm>
            <a:off x="2896920" y="2016000"/>
            <a:ext cx="76680" cy="7920"/>
          </a:xfrm>
          <a:custGeom>
            <a:avLst/>
            <a:gdLst/>
            <a:ahLst/>
            <a:rect l="0" t="0" r="r" b="b"/>
            <a:pathLst>
              <a:path w="213" h="22">
                <a:moveTo>
                  <a:pt x="0" y="22"/>
                </a:moveTo>
                <a:lnTo>
                  <a:pt x="213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8" name=""/>
          <p:cNvSpPr/>
          <p:nvPr/>
        </p:nvSpPr>
        <p:spPr>
          <a:xfrm>
            <a:off x="2898720" y="2016000"/>
            <a:ext cx="74880" cy="7920"/>
          </a:xfrm>
          <a:custGeom>
            <a:avLst/>
            <a:gdLst/>
            <a:ahLst/>
            <a:rect l="0" t="0" r="r" b="b"/>
            <a:pathLst>
              <a:path w="208" h="22">
                <a:moveTo>
                  <a:pt x="0" y="22"/>
                </a:moveTo>
                <a:lnTo>
                  <a:pt x="208" y="0"/>
                </a:lnTo>
                <a:lnTo>
                  <a:pt x="208" y="1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19" name=""/>
          <p:cNvSpPr/>
          <p:nvPr/>
        </p:nvSpPr>
        <p:spPr>
          <a:xfrm>
            <a:off x="2900520" y="2016360"/>
            <a:ext cx="73080" cy="7560"/>
          </a:xfrm>
          <a:custGeom>
            <a:avLst/>
            <a:gdLst/>
            <a:ahLst/>
            <a:rect l="0" t="0" r="r" b="b"/>
            <a:pathLst>
              <a:path w="203" h="21">
                <a:moveTo>
                  <a:pt x="0" y="21"/>
                </a:moveTo>
                <a:lnTo>
                  <a:pt x="203" y="0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0" name=""/>
          <p:cNvSpPr/>
          <p:nvPr/>
        </p:nvSpPr>
        <p:spPr>
          <a:xfrm>
            <a:off x="2902320" y="2016360"/>
            <a:ext cx="71280" cy="7560"/>
          </a:xfrm>
          <a:custGeom>
            <a:avLst/>
            <a:gdLst/>
            <a:ahLst/>
            <a:rect l="0" t="0" r="r" b="b"/>
            <a:pathLst>
              <a:path w="198" h="21">
                <a:moveTo>
                  <a:pt x="0" y="21"/>
                </a:moveTo>
                <a:lnTo>
                  <a:pt x="198" y="0"/>
                </a:lnTo>
                <a:lnTo>
                  <a:pt x="198" y="1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1" name=""/>
          <p:cNvSpPr/>
          <p:nvPr/>
        </p:nvSpPr>
        <p:spPr>
          <a:xfrm>
            <a:off x="2904120" y="2016720"/>
            <a:ext cx="69480" cy="7200"/>
          </a:xfrm>
          <a:custGeom>
            <a:avLst/>
            <a:gdLst/>
            <a:ahLst/>
            <a:rect l="0" t="0" r="r" b="b"/>
            <a:pathLst>
              <a:path w="193" h="20">
                <a:moveTo>
                  <a:pt x="0" y="20"/>
                </a:moveTo>
                <a:lnTo>
                  <a:pt x="193" y="0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2" name=""/>
          <p:cNvSpPr/>
          <p:nvPr/>
        </p:nvSpPr>
        <p:spPr>
          <a:xfrm>
            <a:off x="2905920" y="2016720"/>
            <a:ext cx="67680" cy="7200"/>
          </a:xfrm>
          <a:custGeom>
            <a:avLst/>
            <a:gdLst/>
            <a:ahLst/>
            <a:rect l="0" t="0" r="r" b="b"/>
            <a:pathLst>
              <a:path w="188" h="20">
                <a:moveTo>
                  <a:pt x="0" y="20"/>
                </a:moveTo>
                <a:lnTo>
                  <a:pt x="188" y="0"/>
                </a:lnTo>
                <a:lnTo>
                  <a:pt x="188" y="1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3" name=""/>
          <p:cNvSpPr/>
          <p:nvPr/>
        </p:nvSpPr>
        <p:spPr>
          <a:xfrm>
            <a:off x="2907720" y="2017080"/>
            <a:ext cx="65880" cy="6840"/>
          </a:xfrm>
          <a:custGeom>
            <a:avLst/>
            <a:gdLst/>
            <a:ahLst/>
            <a:rect l="0" t="0" r="r" b="b"/>
            <a:pathLst>
              <a:path w="183" h="19">
                <a:moveTo>
                  <a:pt x="0" y="19"/>
                </a:moveTo>
                <a:lnTo>
                  <a:pt x="183" y="0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4" name=""/>
          <p:cNvSpPr/>
          <p:nvPr/>
        </p:nvSpPr>
        <p:spPr>
          <a:xfrm>
            <a:off x="2909520" y="2017080"/>
            <a:ext cx="64080" cy="6840"/>
          </a:xfrm>
          <a:custGeom>
            <a:avLst/>
            <a:gdLst/>
            <a:ahLst/>
            <a:rect l="0" t="0" r="r" b="b"/>
            <a:pathLst>
              <a:path w="178" h="19">
                <a:moveTo>
                  <a:pt x="0" y="19"/>
                </a:moveTo>
                <a:lnTo>
                  <a:pt x="178" y="0"/>
                </a:lnTo>
                <a:lnTo>
                  <a:pt x="178" y="1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5" name=""/>
          <p:cNvSpPr/>
          <p:nvPr/>
        </p:nvSpPr>
        <p:spPr>
          <a:xfrm>
            <a:off x="2911320" y="2017440"/>
            <a:ext cx="62280" cy="6480"/>
          </a:xfrm>
          <a:custGeom>
            <a:avLst/>
            <a:gdLst/>
            <a:ahLst/>
            <a:rect l="0" t="0" r="r" b="b"/>
            <a:pathLst>
              <a:path w="173" h="18">
                <a:moveTo>
                  <a:pt x="0" y="18"/>
                </a:moveTo>
                <a:lnTo>
                  <a:pt x="173" y="0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6" name=""/>
          <p:cNvSpPr/>
          <p:nvPr/>
        </p:nvSpPr>
        <p:spPr>
          <a:xfrm>
            <a:off x="2912760" y="2017440"/>
            <a:ext cx="60840" cy="6480"/>
          </a:xfrm>
          <a:custGeom>
            <a:avLst/>
            <a:gdLst/>
            <a:ahLst/>
            <a:rect l="0" t="0" r="r" b="b"/>
            <a:pathLst>
              <a:path w="169" h="18">
                <a:moveTo>
                  <a:pt x="0" y="18"/>
                </a:moveTo>
                <a:lnTo>
                  <a:pt x="169" y="0"/>
                </a:lnTo>
                <a:lnTo>
                  <a:pt x="169" y="1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7" name=""/>
          <p:cNvSpPr/>
          <p:nvPr/>
        </p:nvSpPr>
        <p:spPr>
          <a:xfrm>
            <a:off x="2914560" y="2017800"/>
            <a:ext cx="59040" cy="6120"/>
          </a:xfrm>
          <a:custGeom>
            <a:avLst/>
            <a:gdLst/>
            <a:ahLst/>
            <a:rect l="0" t="0" r="r" b="b"/>
            <a:pathLst>
              <a:path w="164" h="17">
                <a:moveTo>
                  <a:pt x="0" y="17"/>
                </a:moveTo>
                <a:lnTo>
                  <a:pt x="164" y="0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8" name=""/>
          <p:cNvSpPr/>
          <p:nvPr/>
        </p:nvSpPr>
        <p:spPr>
          <a:xfrm>
            <a:off x="2916360" y="2017800"/>
            <a:ext cx="57240" cy="6120"/>
          </a:xfrm>
          <a:custGeom>
            <a:avLst/>
            <a:gdLst/>
            <a:ahLst/>
            <a:rect l="0" t="0" r="r" b="b"/>
            <a:pathLst>
              <a:path w="159" h="17">
                <a:moveTo>
                  <a:pt x="0" y="17"/>
                </a:moveTo>
                <a:lnTo>
                  <a:pt x="159" y="0"/>
                </a:lnTo>
                <a:lnTo>
                  <a:pt x="159" y="1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9" name=""/>
          <p:cNvSpPr/>
          <p:nvPr/>
        </p:nvSpPr>
        <p:spPr>
          <a:xfrm>
            <a:off x="2918160" y="2018160"/>
            <a:ext cx="55440" cy="5760"/>
          </a:xfrm>
          <a:custGeom>
            <a:avLst/>
            <a:gdLst/>
            <a:ahLst/>
            <a:rect l="0" t="0" r="r" b="b"/>
            <a:pathLst>
              <a:path w="154" h="16">
                <a:moveTo>
                  <a:pt x="0" y="16"/>
                </a:moveTo>
                <a:lnTo>
                  <a:pt x="154" y="0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30" name=""/>
          <p:cNvSpPr/>
          <p:nvPr/>
        </p:nvSpPr>
        <p:spPr>
          <a:xfrm>
            <a:off x="2919960" y="2018160"/>
            <a:ext cx="53640" cy="6120"/>
          </a:xfrm>
          <a:custGeom>
            <a:avLst/>
            <a:gdLst/>
            <a:ahLst/>
            <a:rect l="0" t="0" r="r" b="b"/>
            <a:pathLst>
              <a:path w="149" h="17">
                <a:moveTo>
                  <a:pt x="0" y="17"/>
                </a:moveTo>
                <a:lnTo>
                  <a:pt x="149" y="0"/>
                </a:lnTo>
                <a:lnTo>
                  <a:pt x="149" y="2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31" name=""/>
          <p:cNvSpPr/>
          <p:nvPr/>
        </p:nvSpPr>
        <p:spPr>
          <a:xfrm>
            <a:off x="2921760" y="2018520"/>
            <a:ext cx="51840" cy="5400"/>
          </a:xfrm>
          <a:custGeom>
            <a:avLst/>
            <a:gdLst/>
            <a:ahLst/>
            <a:rect l="0" t="0" r="r" b="b"/>
            <a:pathLst>
              <a:path w="144" h="15">
                <a:moveTo>
                  <a:pt x="0" y="15"/>
                </a:moveTo>
                <a:lnTo>
                  <a:pt x="144" y="0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32" name=""/>
          <p:cNvSpPr/>
          <p:nvPr/>
        </p:nvSpPr>
        <p:spPr>
          <a:xfrm>
            <a:off x="2923560" y="2018520"/>
            <a:ext cx="50040" cy="5400"/>
          </a:xfrm>
          <a:custGeom>
            <a:avLst/>
            <a:gdLst/>
            <a:ahLst/>
            <a:rect l="0" t="0" r="r" b="b"/>
            <a:pathLst>
              <a:path w="139" h="15">
                <a:moveTo>
                  <a:pt x="0" y="15"/>
                </a:moveTo>
                <a:lnTo>
                  <a:pt x="139" y="0"/>
                </a:lnTo>
                <a:lnTo>
                  <a:pt x="139" y="1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33" name=""/>
          <p:cNvSpPr/>
          <p:nvPr/>
        </p:nvSpPr>
        <p:spPr>
          <a:xfrm>
            <a:off x="2925360" y="2018880"/>
            <a:ext cx="48240" cy="5040"/>
          </a:xfrm>
          <a:custGeom>
            <a:avLst/>
            <a:gdLst/>
            <a:ahLst/>
            <a:rect l="0" t="0" r="r" b="b"/>
            <a:pathLst>
              <a:path w="134" h="14">
                <a:moveTo>
                  <a:pt x="0" y="14"/>
                </a:moveTo>
                <a:lnTo>
                  <a:pt x="134" y="0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34" name=""/>
          <p:cNvSpPr/>
          <p:nvPr/>
        </p:nvSpPr>
        <p:spPr>
          <a:xfrm>
            <a:off x="2927160" y="2018880"/>
            <a:ext cx="46440" cy="5040"/>
          </a:xfrm>
          <a:custGeom>
            <a:avLst/>
            <a:gdLst/>
            <a:ahLst/>
            <a:rect l="0" t="0" r="r" b="b"/>
            <a:pathLst>
              <a:path w="129" h="14">
                <a:moveTo>
                  <a:pt x="0" y="14"/>
                </a:moveTo>
                <a:lnTo>
                  <a:pt x="129" y="0"/>
                </a:lnTo>
                <a:lnTo>
                  <a:pt x="129" y="1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35" name=""/>
          <p:cNvSpPr/>
          <p:nvPr/>
        </p:nvSpPr>
        <p:spPr>
          <a:xfrm>
            <a:off x="2928960" y="2019240"/>
            <a:ext cx="44640" cy="4680"/>
          </a:xfrm>
          <a:custGeom>
            <a:avLst/>
            <a:gdLst/>
            <a:ahLst/>
            <a:rect l="0" t="0" r="r" b="b"/>
            <a:pathLst>
              <a:path w="124" h="13">
                <a:moveTo>
                  <a:pt x="0" y="13"/>
                </a:moveTo>
                <a:lnTo>
                  <a:pt x="124" y="0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36" name=""/>
          <p:cNvSpPr/>
          <p:nvPr/>
        </p:nvSpPr>
        <p:spPr>
          <a:xfrm>
            <a:off x="2930760" y="201924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3"/>
                </a:moveTo>
                <a:lnTo>
                  <a:pt x="119" y="0"/>
                </a:lnTo>
                <a:lnTo>
                  <a:pt x="119" y="1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" name=""/>
          <p:cNvSpPr/>
          <p:nvPr/>
        </p:nvSpPr>
        <p:spPr>
          <a:xfrm>
            <a:off x="2932560" y="2019600"/>
            <a:ext cx="41040" cy="4320"/>
          </a:xfrm>
          <a:custGeom>
            <a:avLst/>
            <a:gdLst/>
            <a:ahLst/>
            <a:rect l="0" t="0" r="r" b="b"/>
            <a:pathLst>
              <a:path w="114" h="12">
                <a:moveTo>
                  <a:pt x="0" y="12"/>
                </a:moveTo>
                <a:lnTo>
                  <a:pt x="114" y="0"/>
                </a:lnTo>
                <a:lnTo>
                  <a:pt x="4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" name=""/>
          <p:cNvSpPr/>
          <p:nvPr/>
        </p:nvSpPr>
        <p:spPr>
          <a:xfrm>
            <a:off x="2934000" y="2019600"/>
            <a:ext cx="39600" cy="4320"/>
          </a:xfrm>
          <a:custGeom>
            <a:avLst/>
            <a:gdLst/>
            <a:ahLst/>
            <a:rect l="0" t="0" r="r" b="b"/>
            <a:pathLst>
              <a:path w="110" h="12">
                <a:moveTo>
                  <a:pt x="0" y="12"/>
                </a:moveTo>
                <a:lnTo>
                  <a:pt x="110" y="0"/>
                </a:lnTo>
                <a:lnTo>
                  <a:pt x="110" y="1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" name=""/>
          <p:cNvSpPr/>
          <p:nvPr/>
        </p:nvSpPr>
        <p:spPr>
          <a:xfrm>
            <a:off x="2935800" y="2019960"/>
            <a:ext cx="37800" cy="3960"/>
          </a:xfrm>
          <a:custGeom>
            <a:avLst/>
            <a:gdLst/>
            <a:ahLst/>
            <a:rect l="0" t="0" r="r" b="b"/>
            <a:pathLst>
              <a:path w="105" h="11">
                <a:moveTo>
                  <a:pt x="0" y="11"/>
                </a:moveTo>
                <a:lnTo>
                  <a:pt x="105" y="0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" name=""/>
          <p:cNvSpPr/>
          <p:nvPr/>
        </p:nvSpPr>
        <p:spPr>
          <a:xfrm>
            <a:off x="2937600" y="2019960"/>
            <a:ext cx="36000" cy="4320"/>
          </a:xfrm>
          <a:custGeom>
            <a:avLst/>
            <a:gdLst/>
            <a:ahLst/>
            <a:rect l="0" t="0" r="r" b="b"/>
            <a:pathLst>
              <a:path w="100" h="12">
                <a:moveTo>
                  <a:pt x="0" y="12"/>
                </a:moveTo>
                <a:lnTo>
                  <a:pt x="100" y="0"/>
                </a:lnTo>
                <a:lnTo>
                  <a:pt x="100" y="2"/>
                </a:lnTo>
                <a:lnTo>
                  <a:pt x="5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" name=""/>
          <p:cNvSpPr/>
          <p:nvPr/>
        </p:nvSpPr>
        <p:spPr>
          <a:xfrm>
            <a:off x="2939400" y="2020320"/>
            <a:ext cx="34200" cy="3600"/>
          </a:xfrm>
          <a:custGeom>
            <a:avLst/>
            <a:gdLst/>
            <a:ahLst/>
            <a:rect l="0" t="0" r="r" b="b"/>
            <a:pathLst>
              <a:path w="95" h="10">
                <a:moveTo>
                  <a:pt x="0" y="10"/>
                </a:moveTo>
                <a:lnTo>
                  <a:pt x="95" y="0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" name=""/>
          <p:cNvSpPr/>
          <p:nvPr/>
        </p:nvSpPr>
        <p:spPr>
          <a:xfrm>
            <a:off x="2941200" y="2020320"/>
            <a:ext cx="32400" cy="3600"/>
          </a:xfrm>
          <a:custGeom>
            <a:avLst/>
            <a:gdLst/>
            <a:ahLst/>
            <a:rect l="0" t="0" r="r" b="b"/>
            <a:pathLst>
              <a:path w="90" h="10">
                <a:moveTo>
                  <a:pt x="0" y="10"/>
                </a:moveTo>
                <a:lnTo>
                  <a:pt x="90" y="0"/>
                </a:lnTo>
                <a:lnTo>
                  <a:pt x="90" y="1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" name=""/>
          <p:cNvSpPr/>
          <p:nvPr/>
        </p:nvSpPr>
        <p:spPr>
          <a:xfrm>
            <a:off x="2943000" y="2020680"/>
            <a:ext cx="30960" cy="3240"/>
          </a:xfrm>
          <a:custGeom>
            <a:avLst/>
            <a:gdLst/>
            <a:ahLst/>
            <a:rect l="0" t="0" r="r" b="b"/>
            <a:pathLst>
              <a:path w="86" h="9">
                <a:moveTo>
                  <a:pt x="0" y="9"/>
                </a:moveTo>
                <a:lnTo>
                  <a:pt x="86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" name=""/>
          <p:cNvSpPr/>
          <p:nvPr/>
        </p:nvSpPr>
        <p:spPr>
          <a:xfrm>
            <a:off x="2944800" y="2020680"/>
            <a:ext cx="28800" cy="3240"/>
          </a:xfrm>
          <a:custGeom>
            <a:avLst/>
            <a:gdLst/>
            <a:ahLst/>
            <a:rect l="0" t="0" r="r" b="b"/>
            <a:pathLst>
              <a:path w="80" h="9">
                <a:moveTo>
                  <a:pt x="0" y="9"/>
                </a:moveTo>
                <a:lnTo>
                  <a:pt x="80" y="0"/>
                </a:lnTo>
                <a:lnTo>
                  <a:pt x="80" y="1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" name=""/>
          <p:cNvSpPr/>
          <p:nvPr/>
        </p:nvSpPr>
        <p:spPr>
          <a:xfrm>
            <a:off x="2946600" y="2021040"/>
            <a:ext cx="27000" cy="2880"/>
          </a:xfrm>
          <a:custGeom>
            <a:avLst/>
            <a:gdLst/>
            <a:ahLst/>
            <a:rect l="0" t="0" r="r" b="b"/>
            <a:pathLst>
              <a:path w="75" h="8">
                <a:moveTo>
                  <a:pt x="0" y="8"/>
                </a:moveTo>
                <a:lnTo>
                  <a:pt x="75" y="0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" name=""/>
          <p:cNvSpPr/>
          <p:nvPr/>
        </p:nvSpPr>
        <p:spPr>
          <a:xfrm>
            <a:off x="2948400" y="202104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8"/>
                </a:moveTo>
                <a:lnTo>
                  <a:pt x="70" y="0"/>
                </a:lnTo>
                <a:lnTo>
                  <a:pt x="70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" name=""/>
          <p:cNvSpPr/>
          <p:nvPr/>
        </p:nvSpPr>
        <p:spPr>
          <a:xfrm>
            <a:off x="2950200" y="2021400"/>
            <a:ext cx="23400" cy="2520"/>
          </a:xfrm>
          <a:custGeom>
            <a:avLst/>
            <a:gdLst/>
            <a:ahLst/>
            <a:rect l="0" t="0" r="r" b="b"/>
            <a:pathLst>
              <a:path w="65" h="7">
                <a:moveTo>
                  <a:pt x="0" y="7"/>
                </a:moveTo>
                <a:lnTo>
                  <a:pt x="65" y="0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" name=""/>
          <p:cNvSpPr/>
          <p:nvPr/>
        </p:nvSpPr>
        <p:spPr>
          <a:xfrm>
            <a:off x="2952000" y="2021400"/>
            <a:ext cx="21600" cy="2520"/>
          </a:xfrm>
          <a:custGeom>
            <a:avLst/>
            <a:gdLst/>
            <a:ahLst/>
            <a:rect l="0" t="0" r="r" b="b"/>
            <a:pathLst>
              <a:path w="60" h="7">
                <a:moveTo>
                  <a:pt x="0" y="7"/>
                </a:moveTo>
                <a:lnTo>
                  <a:pt x="60" y="0"/>
                </a:lnTo>
                <a:lnTo>
                  <a:pt x="60" y="1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" name=""/>
          <p:cNvSpPr/>
          <p:nvPr/>
        </p:nvSpPr>
        <p:spPr>
          <a:xfrm>
            <a:off x="2953800" y="2021760"/>
            <a:ext cx="19800" cy="2160"/>
          </a:xfrm>
          <a:custGeom>
            <a:avLst/>
            <a:gdLst/>
            <a:ahLst/>
            <a:rect l="0" t="0" r="r" b="b"/>
            <a:pathLst>
              <a:path w="55" h="6">
                <a:moveTo>
                  <a:pt x="0" y="6"/>
                </a:moveTo>
                <a:lnTo>
                  <a:pt x="55" y="0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" name=""/>
          <p:cNvSpPr/>
          <p:nvPr/>
        </p:nvSpPr>
        <p:spPr>
          <a:xfrm>
            <a:off x="2955600" y="202176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50" y="1"/>
                </a:lnTo>
                <a:lnTo>
                  <a:pt x="4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" name=""/>
          <p:cNvSpPr/>
          <p:nvPr/>
        </p:nvSpPr>
        <p:spPr>
          <a:xfrm>
            <a:off x="2957040" y="2022120"/>
            <a:ext cx="16560" cy="1800"/>
          </a:xfrm>
          <a:custGeom>
            <a:avLst/>
            <a:gdLst/>
            <a:ahLst/>
            <a:rect l="0" t="0" r="r" b="b"/>
            <a:pathLst>
              <a:path w="46" h="5">
                <a:moveTo>
                  <a:pt x="0" y="5"/>
                </a:moveTo>
                <a:lnTo>
                  <a:pt x="46" y="0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" name=""/>
          <p:cNvSpPr/>
          <p:nvPr/>
        </p:nvSpPr>
        <p:spPr>
          <a:xfrm>
            <a:off x="2958840" y="2022120"/>
            <a:ext cx="14760" cy="2160"/>
          </a:xfrm>
          <a:custGeom>
            <a:avLst/>
            <a:gdLst/>
            <a:ahLst/>
            <a:rect l="0" t="0" r="r" b="b"/>
            <a:pathLst>
              <a:path w="41" h="6">
                <a:moveTo>
                  <a:pt x="0" y="6"/>
                </a:moveTo>
                <a:lnTo>
                  <a:pt x="41" y="0"/>
                </a:lnTo>
                <a:lnTo>
                  <a:pt x="41" y="2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" name=""/>
          <p:cNvSpPr/>
          <p:nvPr/>
        </p:nvSpPr>
        <p:spPr>
          <a:xfrm>
            <a:off x="2960640" y="2022480"/>
            <a:ext cx="12960" cy="1440"/>
          </a:xfrm>
          <a:custGeom>
            <a:avLst/>
            <a:gdLst/>
            <a:ahLst/>
            <a:rect l="0" t="0" r="r" b="b"/>
            <a:pathLst>
              <a:path w="36" h="4">
                <a:moveTo>
                  <a:pt x="0" y="4"/>
                </a:moveTo>
                <a:lnTo>
                  <a:pt x="36" y="0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" name=""/>
          <p:cNvSpPr/>
          <p:nvPr/>
        </p:nvSpPr>
        <p:spPr>
          <a:xfrm>
            <a:off x="2962440" y="2022480"/>
            <a:ext cx="11160" cy="1800"/>
          </a:xfrm>
          <a:custGeom>
            <a:avLst/>
            <a:gdLst/>
            <a:ahLst/>
            <a:rect l="0" t="0" r="r" b="b"/>
            <a:pathLst>
              <a:path w="31" h="5">
                <a:moveTo>
                  <a:pt x="0" y="5"/>
                </a:moveTo>
                <a:lnTo>
                  <a:pt x="31" y="0"/>
                </a:lnTo>
                <a:lnTo>
                  <a:pt x="31" y="2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" name=""/>
          <p:cNvSpPr/>
          <p:nvPr/>
        </p:nvSpPr>
        <p:spPr>
          <a:xfrm>
            <a:off x="2964240" y="2022840"/>
            <a:ext cx="9360" cy="1080"/>
          </a:xfrm>
          <a:custGeom>
            <a:avLst/>
            <a:gdLst/>
            <a:ahLst/>
            <a:rect l="0" t="0" r="r" b="b"/>
            <a:pathLst>
              <a:path w="26" h="3">
                <a:moveTo>
                  <a:pt x="0" y="3"/>
                </a:moveTo>
                <a:lnTo>
                  <a:pt x="26" y="0"/>
                </a:lnTo>
                <a:lnTo>
                  <a:pt x="5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" name=""/>
          <p:cNvSpPr/>
          <p:nvPr/>
        </p:nvSpPr>
        <p:spPr>
          <a:xfrm>
            <a:off x="2966040" y="202284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" name=""/>
          <p:cNvSpPr/>
          <p:nvPr/>
        </p:nvSpPr>
        <p:spPr>
          <a:xfrm>
            <a:off x="2967840" y="2023200"/>
            <a:ext cx="5760" cy="720"/>
          </a:xfrm>
          <a:custGeom>
            <a:avLst/>
            <a:gdLst/>
            <a:ahLst/>
            <a:rect l="0" t="0" r="r" b="b"/>
            <a:pathLst>
              <a:path w="16" h="2">
                <a:moveTo>
                  <a:pt x="0" y="2"/>
                </a:moveTo>
                <a:lnTo>
                  <a:pt x="16" y="0"/>
                </a:lnTo>
                <a:lnTo>
                  <a:pt x="5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" name=""/>
          <p:cNvSpPr/>
          <p:nvPr/>
        </p:nvSpPr>
        <p:spPr>
          <a:xfrm>
            <a:off x="2969640" y="202320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5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" name=""/>
          <p:cNvSpPr/>
          <p:nvPr/>
        </p:nvSpPr>
        <p:spPr>
          <a:xfrm>
            <a:off x="2971440" y="2023560"/>
            <a:ext cx="1800" cy="0"/>
          </a:xfrm>
          <a:custGeom>
            <a:avLst/>
            <a:gdLst/>
            <a:ahLst/>
            <a:rect l="0" t="0" r="r" b="b"/>
            <a:pathLst>
              <a:path w="5" h="0">
                <a:moveTo>
                  <a:pt x="0" y="0"/>
                </a:moveTo>
                <a:lnTo>
                  <a:pt x="5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" name=""/>
          <p:cNvSpPr/>
          <p:nvPr/>
        </p:nvSpPr>
        <p:spPr>
          <a:xfrm>
            <a:off x="2746080" y="2000880"/>
            <a:ext cx="227520" cy="23040"/>
          </a:xfrm>
          <a:custGeom>
            <a:avLst/>
            <a:gdLst/>
            <a:ahLst/>
            <a:rect l="0" t="0" r="r" b="b"/>
            <a:pathLst>
              <a:path w="632" h="64">
                <a:moveTo>
                  <a:pt x="0" y="64"/>
                </a:moveTo>
                <a:lnTo>
                  <a:pt x="632" y="64"/>
                </a:lnTo>
                <a:lnTo>
                  <a:pt x="632" y="0"/>
                </a:lnTo>
                <a:lnTo>
                  <a:pt x="0" y="0"/>
                </a:lnTo>
                <a:lnTo>
                  <a:pt x="0" y="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1" name=""/>
          <p:cNvSpPr/>
          <p:nvPr/>
        </p:nvSpPr>
        <p:spPr>
          <a:xfrm>
            <a:off x="2718720" y="202356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0"/>
                </a:moveTo>
                <a:lnTo>
                  <a:pt x="2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2" name=""/>
          <p:cNvSpPr/>
          <p:nvPr/>
        </p:nvSpPr>
        <p:spPr>
          <a:xfrm>
            <a:off x="2718720" y="2023560"/>
            <a:ext cx="11520" cy="1440"/>
          </a:xfrm>
          <a:custGeom>
            <a:avLst/>
            <a:gdLst/>
            <a:ahLst/>
            <a:rect l="0" t="0" r="r" b="b"/>
            <a:pathLst>
              <a:path w="32" h="4">
                <a:moveTo>
                  <a:pt x="0" y="3"/>
                </a:moveTo>
                <a:lnTo>
                  <a:pt x="26" y="0"/>
                </a:lnTo>
                <a:lnTo>
                  <a:pt x="32" y="0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3" name=""/>
          <p:cNvSpPr/>
          <p:nvPr/>
        </p:nvSpPr>
        <p:spPr>
          <a:xfrm>
            <a:off x="2718720" y="2023560"/>
            <a:ext cx="13680" cy="1440"/>
          </a:xfrm>
          <a:custGeom>
            <a:avLst/>
            <a:gdLst/>
            <a:ahLst/>
            <a:rect l="0" t="0" r="r" b="b"/>
            <a:pathLst>
              <a:path w="38" h="4">
                <a:moveTo>
                  <a:pt x="0" y="4"/>
                </a:moveTo>
                <a:lnTo>
                  <a:pt x="32" y="0"/>
                </a:lnTo>
                <a:lnTo>
                  <a:pt x="38" y="0"/>
                </a:lnTo>
                <a:lnTo>
                  <a:pt x="0" y="4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4" name=""/>
          <p:cNvSpPr/>
          <p:nvPr/>
        </p:nvSpPr>
        <p:spPr>
          <a:xfrm>
            <a:off x="2718720" y="2023560"/>
            <a:ext cx="15840" cy="1800"/>
          </a:xfrm>
          <a:custGeom>
            <a:avLst/>
            <a:gdLst/>
            <a:ahLst/>
            <a:rect l="0" t="0" r="r" b="b"/>
            <a:pathLst>
              <a:path w="44" h="5">
                <a:moveTo>
                  <a:pt x="0" y="4"/>
                </a:moveTo>
                <a:lnTo>
                  <a:pt x="37" y="0"/>
                </a:lnTo>
                <a:lnTo>
                  <a:pt x="44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5" name=""/>
          <p:cNvSpPr/>
          <p:nvPr/>
        </p:nvSpPr>
        <p:spPr>
          <a:xfrm>
            <a:off x="2718720" y="2023560"/>
            <a:ext cx="18000" cy="1800"/>
          </a:xfrm>
          <a:custGeom>
            <a:avLst/>
            <a:gdLst/>
            <a:ahLst/>
            <a:rect l="0" t="0" r="r" b="b"/>
            <a:pathLst>
              <a:path w="50" h="5">
                <a:moveTo>
                  <a:pt x="0" y="5"/>
                </a:moveTo>
                <a:lnTo>
                  <a:pt x="44" y="0"/>
                </a:lnTo>
                <a:lnTo>
                  <a:pt x="50" y="0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6" name=""/>
          <p:cNvSpPr/>
          <p:nvPr/>
        </p:nvSpPr>
        <p:spPr>
          <a:xfrm>
            <a:off x="2718720" y="202356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5"/>
                </a:moveTo>
                <a:lnTo>
                  <a:pt x="50" y="0"/>
                </a:lnTo>
                <a:lnTo>
                  <a:pt x="75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7" name=""/>
          <p:cNvSpPr/>
          <p:nvPr/>
        </p:nvSpPr>
        <p:spPr>
          <a:xfrm>
            <a:off x="2718720" y="202356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7"/>
                </a:moveTo>
                <a:lnTo>
                  <a:pt x="75" y="0"/>
                </a:lnTo>
                <a:lnTo>
                  <a:pt x="100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8" name=""/>
          <p:cNvSpPr/>
          <p:nvPr/>
        </p:nvSpPr>
        <p:spPr>
          <a:xfrm>
            <a:off x="2718720" y="202356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9"/>
                </a:moveTo>
                <a:lnTo>
                  <a:pt x="100" y="0"/>
                </a:lnTo>
                <a:lnTo>
                  <a:pt x="106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69" name=""/>
          <p:cNvSpPr/>
          <p:nvPr/>
        </p:nvSpPr>
        <p:spPr>
          <a:xfrm>
            <a:off x="2718720" y="2023560"/>
            <a:ext cx="40320" cy="3600"/>
          </a:xfrm>
          <a:custGeom>
            <a:avLst/>
            <a:gdLst/>
            <a:ahLst/>
            <a:rect l="0" t="0" r="r" b="b"/>
            <a:pathLst>
              <a:path w="112" h="10">
                <a:moveTo>
                  <a:pt x="0" y="10"/>
                </a:moveTo>
                <a:lnTo>
                  <a:pt x="106" y="0"/>
                </a:lnTo>
                <a:lnTo>
                  <a:pt x="112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0" name=""/>
          <p:cNvSpPr/>
          <p:nvPr/>
        </p:nvSpPr>
        <p:spPr>
          <a:xfrm>
            <a:off x="2718720" y="2023560"/>
            <a:ext cx="45000" cy="3960"/>
          </a:xfrm>
          <a:custGeom>
            <a:avLst/>
            <a:gdLst/>
            <a:ahLst/>
            <a:rect l="0" t="0" r="r" b="b"/>
            <a:pathLst>
              <a:path w="125" h="11">
                <a:moveTo>
                  <a:pt x="0" y="10"/>
                </a:moveTo>
                <a:lnTo>
                  <a:pt x="112" y="0"/>
                </a:lnTo>
                <a:lnTo>
                  <a:pt x="125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1" name=""/>
          <p:cNvSpPr/>
          <p:nvPr/>
        </p:nvSpPr>
        <p:spPr>
          <a:xfrm>
            <a:off x="2718720" y="202356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1"/>
                </a:moveTo>
                <a:lnTo>
                  <a:pt x="125" y="0"/>
                </a:lnTo>
                <a:lnTo>
                  <a:pt x="149" y="0"/>
                </a:lnTo>
                <a:lnTo>
                  <a:pt x="0" y="13"/>
                </a:lnTo>
                <a:lnTo>
                  <a:pt x="0" y="11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2" name=""/>
          <p:cNvSpPr/>
          <p:nvPr/>
        </p:nvSpPr>
        <p:spPr>
          <a:xfrm>
            <a:off x="2718720" y="2023560"/>
            <a:ext cx="56160" cy="5400"/>
          </a:xfrm>
          <a:custGeom>
            <a:avLst/>
            <a:gdLst/>
            <a:ahLst/>
            <a:rect l="0" t="0" r="r" b="b"/>
            <a:pathLst>
              <a:path w="156" h="15">
                <a:moveTo>
                  <a:pt x="0" y="13"/>
                </a:moveTo>
                <a:lnTo>
                  <a:pt x="149" y="0"/>
                </a:lnTo>
                <a:lnTo>
                  <a:pt x="156" y="0"/>
                </a:lnTo>
                <a:lnTo>
                  <a:pt x="0" y="15"/>
                </a:lnTo>
                <a:lnTo>
                  <a:pt x="0" y="13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3" name=""/>
          <p:cNvSpPr/>
          <p:nvPr/>
        </p:nvSpPr>
        <p:spPr>
          <a:xfrm>
            <a:off x="2718720" y="2023560"/>
            <a:ext cx="58320" cy="5400"/>
          </a:xfrm>
          <a:custGeom>
            <a:avLst/>
            <a:gdLst/>
            <a:ahLst/>
            <a:rect l="0" t="0" r="r" b="b"/>
            <a:pathLst>
              <a:path w="162" h="15">
                <a:moveTo>
                  <a:pt x="0" y="15"/>
                </a:moveTo>
                <a:lnTo>
                  <a:pt x="156" y="0"/>
                </a:lnTo>
                <a:lnTo>
                  <a:pt x="162" y="0"/>
                </a:lnTo>
                <a:lnTo>
                  <a:pt x="0" y="15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4" name=""/>
          <p:cNvSpPr/>
          <p:nvPr/>
        </p:nvSpPr>
        <p:spPr>
          <a:xfrm>
            <a:off x="2718720" y="2023560"/>
            <a:ext cx="60480" cy="5400"/>
          </a:xfrm>
          <a:custGeom>
            <a:avLst/>
            <a:gdLst/>
            <a:ahLst/>
            <a:rect l="0" t="0" r="r" b="b"/>
            <a:pathLst>
              <a:path w="168" h="15">
                <a:moveTo>
                  <a:pt x="0" y="14"/>
                </a:moveTo>
                <a:lnTo>
                  <a:pt x="162" y="0"/>
                </a:lnTo>
                <a:lnTo>
                  <a:pt x="16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5" name=""/>
          <p:cNvSpPr/>
          <p:nvPr/>
        </p:nvSpPr>
        <p:spPr>
          <a:xfrm>
            <a:off x="2718720" y="202356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68" y="0"/>
                </a:lnTo>
                <a:lnTo>
                  <a:pt x="174" y="0"/>
                </a:lnTo>
                <a:lnTo>
                  <a:pt x="0" y="15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6" name=""/>
          <p:cNvSpPr/>
          <p:nvPr/>
        </p:nvSpPr>
        <p:spPr>
          <a:xfrm>
            <a:off x="2718720" y="202356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5"/>
                </a:moveTo>
                <a:lnTo>
                  <a:pt x="174" y="0"/>
                </a:lnTo>
                <a:lnTo>
                  <a:pt x="199" y="0"/>
                </a:lnTo>
                <a:lnTo>
                  <a:pt x="0" y="17"/>
                </a:lnTo>
                <a:lnTo>
                  <a:pt x="0" y="15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7" name=""/>
          <p:cNvSpPr/>
          <p:nvPr/>
        </p:nvSpPr>
        <p:spPr>
          <a:xfrm>
            <a:off x="2718720" y="202356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7"/>
                </a:moveTo>
                <a:lnTo>
                  <a:pt x="199" y="0"/>
                </a:lnTo>
                <a:lnTo>
                  <a:pt x="224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8" name=""/>
          <p:cNvSpPr/>
          <p:nvPr/>
        </p:nvSpPr>
        <p:spPr>
          <a:xfrm>
            <a:off x="2718720" y="2023560"/>
            <a:ext cx="82800" cy="7200"/>
          </a:xfrm>
          <a:custGeom>
            <a:avLst/>
            <a:gdLst/>
            <a:ahLst/>
            <a:rect l="0" t="0" r="r" b="b"/>
            <a:pathLst>
              <a:path w="230" h="20">
                <a:moveTo>
                  <a:pt x="0" y="19"/>
                </a:moveTo>
                <a:lnTo>
                  <a:pt x="224" y="0"/>
                </a:lnTo>
                <a:lnTo>
                  <a:pt x="230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9" name=""/>
          <p:cNvSpPr/>
          <p:nvPr/>
        </p:nvSpPr>
        <p:spPr>
          <a:xfrm>
            <a:off x="2718720" y="202356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0" y="0"/>
                </a:lnTo>
                <a:lnTo>
                  <a:pt x="236" y="0"/>
                </a:lnTo>
                <a:lnTo>
                  <a:pt x="0" y="20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0" name=""/>
          <p:cNvSpPr/>
          <p:nvPr/>
        </p:nvSpPr>
        <p:spPr>
          <a:xfrm>
            <a:off x="2718720" y="202356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0"/>
                </a:moveTo>
                <a:lnTo>
                  <a:pt x="236" y="0"/>
                </a:lnTo>
                <a:lnTo>
                  <a:pt x="248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1" name=""/>
          <p:cNvSpPr/>
          <p:nvPr/>
        </p:nvSpPr>
        <p:spPr>
          <a:xfrm>
            <a:off x="2718720" y="202356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1"/>
                </a:moveTo>
                <a:lnTo>
                  <a:pt x="248" y="0"/>
                </a:lnTo>
                <a:lnTo>
                  <a:pt x="261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2" name=""/>
          <p:cNvSpPr/>
          <p:nvPr/>
        </p:nvSpPr>
        <p:spPr>
          <a:xfrm>
            <a:off x="2718720" y="2023560"/>
            <a:ext cx="96120" cy="8280"/>
          </a:xfrm>
          <a:custGeom>
            <a:avLst/>
            <a:gdLst/>
            <a:ahLst/>
            <a:rect l="0" t="0" r="r" b="b"/>
            <a:pathLst>
              <a:path w="267" h="23">
                <a:moveTo>
                  <a:pt x="0" y="22"/>
                </a:moveTo>
                <a:lnTo>
                  <a:pt x="261" y="0"/>
                </a:lnTo>
                <a:lnTo>
                  <a:pt x="26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3" name=""/>
          <p:cNvSpPr/>
          <p:nvPr/>
        </p:nvSpPr>
        <p:spPr>
          <a:xfrm>
            <a:off x="2718720" y="202356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67" y="0"/>
                </a:lnTo>
                <a:lnTo>
                  <a:pt x="273" y="0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4" name=""/>
          <p:cNvSpPr/>
          <p:nvPr/>
        </p:nvSpPr>
        <p:spPr>
          <a:xfrm>
            <a:off x="2718720" y="202356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3"/>
                </a:moveTo>
                <a:lnTo>
                  <a:pt x="273" y="0"/>
                </a:lnTo>
                <a:lnTo>
                  <a:pt x="28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5" name=""/>
          <p:cNvSpPr/>
          <p:nvPr/>
        </p:nvSpPr>
        <p:spPr>
          <a:xfrm>
            <a:off x="2718720" y="202356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4"/>
                </a:moveTo>
                <a:lnTo>
                  <a:pt x="286" y="0"/>
                </a:lnTo>
                <a:lnTo>
                  <a:pt x="298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6" name=""/>
          <p:cNvSpPr/>
          <p:nvPr/>
        </p:nvSpPr>
        <p:spPr>
          <a:xfrm>
            <a:off x="2718720" y="2023560"/>
            <a:ext cx="109440" cy="9360"/>
          </a:xfrm>
          <a:custGeom>
            <a:avLst/>
            <a:gdLst/>
            <a:ahLst/>
            <a:rect l="0" t="0" r="r" b="b"/>
            <a:pathLst>
              <a:path w="304" h="26">
                <a:moveTo>
                  <a:pt x="0" y="25"/>
                </a:moveTo>
                <a:lnTo>
                  <a:pt x="298" y="0"/>
                </a:lnTo>
                <a:lnTo>
                  <a:pt x="304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7" name=""/>
          <p:cNvSpPr/>
          <p:nvPr/>
        </p:nvSpPr>
        <p:spPr>
          <a:xfrm>
            <a:off x="2718720" y="202356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04" y="0"/>
                </a:lnTo>
                <a:lnTo>
                  <a:pt x="310" y="0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8" name=""/>
          <p:cNvSpPr/>
          <p:nvPr/>
        </p:nvSpPr>
        <p:spPr>
          <a:xfrm>
            <a:off x="2718720" y="202356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6"/>
                </a:moveTo>
                <a:lnTo>
                  <a:pt x="309" y="0"/>
                </a:lnTo>
                <a:lnTo>
                  <a:pt x="323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89" name=""/>
          <p:cNvSpPr/>
          <p:nvPr/>
        </p:nvSpPr>
        <p:spPr>
          <a:xfrm>
            <a:off x="2718720" y="202356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7"/>
                </a:moveTo>
                <a:lnTo>
                  <a:pt x="323" y="0"/>
                </a:lnTo>
                <a:lnTo>
                  <a:pt x="33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0" name=""/>
          <p:cNvSpPr/>
          <p:nvPr/>
        </p:nvSpPr>
        <p:spPr>
          <a:xfrm>
            <a:off x="2718720" y="202356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35" y="0"/>
                </a:lnTo>
                <a:lnTo>
                  <a:pt x="341" y="0"/>
                </a:lnTo>
                <a:lnTo>
                  <a:pt x="0" y="28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1" name=""/>
          <p:cNvSpPr/>
          <p:nvPr/>
        </p:nvSpPr>
        <p:spPr>
          <a:xfrm>
            <a:off x="2718720" y="2023560"/>
            <a:ext cx="124920" cy="10440"/>
          </a:xfrm>
          <a:custGeom>
            <a:avLst/>
            <a:gdLst/>
            <a:ahLst/>
            <a:rect l="0" t="0" r="r" b="b"/>
            <a:pathLst>
              <a:path w="347" h="29">
                <a:moveTo>
                  <a:pt x="0" y="28"/>
                </a:moveTo>
                <a:lnTo>
                  <a:pt x="341" y="0"/>
                </a:lnTo>
                <a:lnTo>
                  <a:pt x="347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2" name=""/>
          <p:cNvSpPr/>
          <p:nvPr/>
        </p:nvSpPr>
        <p:spPr>
          <a:xfrm>
            <a:off x="2718720" y="202356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47" y="0"/>
                </a:lnTo>
                <a:lnTo>
                  <a:pt x="354" y="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3" name=""/>
          <p:cNvSpPr/>
          <p:nvPr/>
        </p:nvSpPr>
        <p:spPr>
          <a:xfrm>
            <a:off x="2718720" y="202356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29"/>
                </a:moveTo>
                <a:lnTo>
                  <a:pt x="354" y="0"/>
                </a:lnTo>
                <a:lnTo>
                  <a:pt x="36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4" name=""/>
          <p:cNvSpPr/>
          <p:nvPr/>
        </p:nvSpPr>
        <p:spPr>
          <a:xfrm>
            <a:off x="2718720" y="202356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0"/>
                </a:moveTo>
                <a:lnTo>
                  <a:pt x="360" y="0"/>
                </a:lnTo>
                <a:lnTo>
                  <a:pt x="372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5" name=""/>
          <p:cNvSpPr/>
          <p:nvPr/>
        </p:nvSpPr>
        <p:spPr>
          <a:xfrm>
            <a:off x="2718720" y="202356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1"/>
                </a:moveTo>
                <a:lnTo>
                  <a:pt x="372" y="0"/>
                </a:lnTo>
                <a:lnTo>
                  <a:pt x="38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6" name=""/>
          <p:cNvSpPr/>
          <p:nvPr/>
        </p:nvSpPr>
        <p:spPr>
          <a:xfrm>
            <a:off x="2718720" y="202356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85" y="0"/>
                </a:lnTo>
                <a:lnTo>
                  <a:pt x="391" y="0"/>
                </a:lnTo>
                <a:lnTo>
                  <a:pt x="0" y="3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7" name=""/>
          <p:cNvSpPr/>
          <p:nvPr/>
        </p:nvSpPr>
        <p:spPr>
          <a:xfrm>
            <a:off x="2718720" y="202356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2"/>
                </a:moveTo>
                <a:lnTo>
                  <a:pt x="391" y="0"/>
                </a:lnTo>
                <a:lnTo>
                  <a:pt x="397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8" name=""/>
          <p:cNvSpPr/>
          <p:nvPr/>
        </p:nvSpPr>
        <p:spPr>
          <a:xfrm>
            <a:off x="2718720" y="202356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3"/>
                </a:moveTo>
                <a:lnTo>
                  <a:pt x="396" y="0"/>
                </a:lnTo>
                <a:lnTo>
                  <a:pt x="409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9" name=""/>
          <p:cNvSpPr/>
          <p:nvPr/>
        </p:nvSpPr>
        <p:spPr>
          <a:xfrm>
            <a:off x="2718720" y="202356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09" y="0"/>
                </a:lnTo>
                <a:lnTo>
                  <a:pt x="416" y="0"/>
                </a:lnTo>
                <a:lnTo>
                  <a:pt x="0" y="34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0" name=""/>
          <p:cNvSpPr/>
          <p:nvPr/>
        </p:nvSpPr>
        <p:spPr>
          <a:xfrm>
            <a:off x="2718720" y="202356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4"/>
                </a:moveTo>
                <a:lnTo>
                  <a:pt x="416" y="0"/>
                </a:lnTo>
                <a:lnTo>
                  <a:pt x="422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2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1" name=""/>
          <p:cNvSpPr/>
          <p:nvPr/>
        </p:nvSpPr>
        <p:spPr>
          <a:xfrm>
            <a:off x="2718720" y="202356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2" y="0"/>
                </a:lnTo>
                <a:lnTo>
                  <a:pt x="428" y="0"/>
                </a:lnTo>
                <a:lnTo>
                  <a:pt x="0" y="35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2" name=""/>
          <p:cNvSpPr/>
          <p:nvPr/>
        </p:nvSpPr>
        <p:spPr>
          <a:xfrm>
            <a:off x="2718720" y="202356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5"/>
                </a:moveTo>
                <a:lnTo>
                  <a:pt x="428" y="0"/>
                </a:lnTo>
                <a:lnTo>
                  <a:pt x="434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3" name=""/>
          <p:cNvSpPr/>
          <p:nvPr/>
        </p:nvSpPr>
        <p:spPr>
          <a:xfrm>
            <a:off x="2718720" y="202356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6"/>
                </a:moveTo>
                <a:lnTo>
                  <a:pt x="434" y="0"/>
                </a:lnTo>
                <a:lnTo>
                  <a:pt x="447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4" name=""/>
          <p:cNvSpPr/>
          <p:nvPr/>
        </p:nvSpPr>
        <p:spPr>
          <a:xfrm>
            <a:off x="2718720" y="202356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47" y="0"/>
                </a:lnTo>
                <a:lnTo>
                  <a:pt x="453" y="0"/>
                </a:lnTo>
                <a:lnTo>
                  <a:pt x="0" y="37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5" name=""/>
          <p:cNvSpPr/>
          <p:nvPr/>
        </p:nvSpPr>
        <p:spPr>
          <a:xfrm>
            <a:off x="2718720" y="202356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7"/>
                </a:moveTo>
                <a:lnTo>
                  <a:pt x="453" y="0"/>
                </a:lnTo>
                <a:lnTo>
                  <a:pt x="459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6" name=""/>
          <p:cNvSpPr/>
          <p:nvPr/>
        </p:nvSpPr>
        <p:spPr>
          <a:xfrm>
            <a:off x="2718720" y="202356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59" y="0"/>
                </a:lnTo>
                <a:lnTo>
                  <a:pt x="465" y="0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7" name=""/>
          <p:cNvSpPr/>
          <p:nvPr/>
        </p:nvSpPr>
        <p:spPr>
          <a:xfrm>
            <a:off x="2718720" y="2023560"/>
            <a:ext cx="169560" cy="14040"/>
          </a:xfrm>
          <a:custGeom>
            <a:avLst/>
            <a:gdLst/>
            <a:ahLst/>
            <a:rect l="0" t="0" r="r" b="b"/>
            <a:pathLst>
              <a:path w="471" h="39">
                <a:moveTo>
                  <a:pt x="0" y="38"/>
                </a:moveTo>
                <a:lnTo>
                  <a:pt x="465" y="0"/>
                </a:lnTo>
                <a:lnTo>
                  <a:pt x="471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8" name=""/>
          <p:cNvSpPr/>
          <p:nvPr/>
        </p:nvSpPr>
        <p:spPr>
          <a:xfrm>
            <a:off x="2718720" y="2023560"/>
            <a:ext cx="172080" cy="14040"/>
          </a:xfrm>
          <a:custGeom>
            <a:avLst/>
            <a:gdLst/>
            <a:ahLst/>
            <a:rect l="0" t="0" r="r" b="b"/>
            <a:pathLst>
              <a:path w="478" h="39">
                <a:moveTo>
                  <a:pt x="0" y="39"/>
                </a:moveTo>
                <a:lnTo>
                  <a:pt x="471" y="0"/>
                </a:lnTo>
                <a:lnTo>
                  <a:pt x="478" y="0"/>
                </a:lnTo>
                <a:lnTo>
                  <a:pt x="0" y="39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09" name=""/>
          <p:cNvSpPr/>
          <p:nvPr/>
        </p:nvSpPr>
        <p:spPr>
          <a:xfrm>
            <a:off x="2718720" y="202356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39"/>
                </a:moveTo>
                <a:lnTo>
                  <a:pt x="478" y="0"/>
                </a:lnTo>
                <a:lnTo>
                  <a:pt x="484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0" name=""/>
          <p:cNvSpPr/>
          <p:nvPr/>
        </p:nvSpPr>
        <p:spPr>
          <a:xfrm>
            <a:off x="2718720" y="202356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0"/>
                </a:moveTo>
                <a:lnTo>
                  <a:pt x="484" y="0"/>
                </a:lnTo>
                <a:lnTo>
                  <a:pt x="496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1" name=""/>
          <p:cNvSpPr/>
          <p:nvPr/>
        </p:nvSpPr>
        <p:spPr>
          <a:xfrm>
            <a:off x="2718720" y="202356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496" y="0"/>
                </a:lnTo>
                <a:lnTo>
                  <a:pt x="502" y="0"/>
                </a:lnTo>
                <a:lnTo>
                  <a:pt x="0" y="41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2" name=""/>
          <p:cNvSpPr/>
          <p:nvPr/>
        </p:nvSpPr>
        <p:spPr>
          <a:xfrm>
            <a:off x="2718720" y="2023560"/>
            <a:ext cx="182880" cy="15120"/>
          </a:xfrm>
          <a:custGeom>
            <a:avLst/>
            <a:gdLst/>
            <a:ahLst/>
            <a:rect l="0" t="0" r="r" b="b"/>
            <a:pathLst>
              <a:path w="508" h="42">
                <a:moveTo>
                  <a:pt x="0" y="41"/>
                </a:moveTo>
                <a:lnTo>
                  <a:pt x="502" y="0"/>
                </a:lnTo>
                <a:lnTo>
                  <a:pt x="508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3" name=""/>
          <p:cNvSpPr/>
          <p:nvPr/>
        </p:nvSpPr>
        <p:spPr>
          <a:xfrm>
            <a:off x="2718720" y="202356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08" y="0"/>
                </a:lnTo>
                <a:lnTo>
                  <a:pt x="515" y="0"/>
                </a:lnTo>
                <a:lnTo>
                  <a:pt x="0" y="42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4" name=""/>
          <p:cNvSpPr/>
          <p:nvPr/>
        </p:nvSpPr>
        <p:spPr>
          <a:xfrm>
            <a:off x="2718720" y="202356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2"/>
                </a:moveTo>
                <a:lnTo>
                  <a:pt x="515" y="0"/>
                </a:lnTo>
                <a:lnTo>
                  <a:pt x="52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ee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5" name=""/>
          <p:cNvSpPr/>
          <p:nvPr/>
        </p:nvSpPr>
        <p:spPr>
          <a:xfrm>
            <a:off x="2718720" y="202356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1" y="0"/>
                </a:lnTo>
                <a:lnTo>
                  <a:pt x="527" y="0"/>
                </a:lnTo>
                <a:lnTo>
                  <a:pt x="0" y="43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6" name=""/>
          <p:cNvSpPr/>
          <p:nvPr/>
        </p:nvSpPr>
        <p:spPr>
          <a:xfrm>
            <a:off x="2718720" y="202356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3"/>
                </a:moveTo>
                <a:lnTo>
                  <a:pt x="527" y="0"/>
                </a:lnTo>
                <a:lnTo>
                  <a:pt x="533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7" name=""/>
          <p:cNvSpPr/>
          <p:nvPr/>
        </p:nvSpPr>
        <p:spPr>
          <a:xfrm>
            <a:off x="2718720" y="2023560"/>
            <a:ext cx="194040" cy="15840"/>
          </a:xfrm>
          <a:custGeom>
            <a:avLst/>
            <a:gdLst/>
            <a:ahLst/>
            <a:rect l="0" t="0" r="r" b="b"/>
            <a:pathLst>
              <a:path w="539" h="44">
                <a:moveTo>
                  <a:pt x="0" y="44"/>
                </a:moveTo>
                <a:lnTo>
                  <a:pt x="533" y="0"/>
                </a:lnTo>
                <a:lnTo>
                  <a:pt x="539" y="0"/>
                </a:lnTo>
                <a:lnTo>
                  <a:pt x="0" y="44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8" name=""/>
          <p:cNvSpPr/>
          <p:nvPr/>
        </p:nvSpPr>
        <p:spPr>
          <a:xfrm>
            <a:off x="2718720" y="202356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4"/>
                </a:moveTo>
                <a:lnTo>
                  <a:pt x="539" y="0"/>
                </a:lnTo>
                <a:lnTo>
                  <a:pt x="546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eee4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19" name=""/>
          <p:cNvSpPr/>
          <p:nvPr/>
        </p:nvSpPr>
        <p:spPr>
          <a:xfrm>
            <a:off x="2718720" y="202356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46" y="0"/>
                </a:lnTo>
                <a:lnTo>
                  <a:pt x="552" y="0"/>
                </a:lnTo>
                <a:lnTo>
                  <a:pt x="0" y="45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0" name=""/>
          <p:cNvSpPr/>
          <p:nvPr/>
        </p:nvSpPr>
        <p:spPr>
          <a:xfrm>
            <a:off x="2718720" y="202356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5"/>
                </a:moveTo>
                <a:lnTo>
                  <a:pt x="552" y="0"/>
                </a:lnTo>
                <a:lnTo>
                  <a:pt x="558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1" name=""/>
          <p:cNvSpPr/>
          <p:nvPr/>
        </p:nvSpPr>
        <p:spPr>
          <a:xfrm>
            <a:off x="2718720" y="202356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58" y="0"/>
                </a:lnTo>
                <a:lnTo>
                  <a:pt x="564" y="0"/>
                </a:lnTo>
                <a:lnTo>
                  <a:pt x="0" y="46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2" name=""/>
          <p:cNvSpPr/>
          <p:nvPr/>
        </p:nvSpPr>
        <p:spPr>
          <a:xfrm>
            <a:off x="2718720" y="2023560"/>
            <a:ext cx="205200" cy="16920"/>
          </a:xfrm>
          <a:custGeom>
            <a:avLst/>
            <a:gdLst/>
            <a:ahLst/>
            <a:rect l="0" t="0" r="r" b="b"/>
            <a:pathLst>
              <a:path w="570" h="47">
                <a:moveTo>
                  <a:pt x="0" y="46"/>
                </a:moveTo>
                <a:lnTo>
                  <a:pt x="564" y="0"/>
                </a:lnTo>
                <a:lnTo>
                  <a:pt x="570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ede2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3" name=""/>
          <p:cNvSpPr/>
          <p:nvPr/>
        </p:nvSpPr>
        <p:spPr>
          <a:xfrm>
            <a:off x="2718720" y="202356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0" y="0"/>
                </a:lnTo>
                <a:lnTo>
                  <a:pt x="577" y="0"/>
                </a:lnTo>
                <a:lnTo>
                  <a:pt x="0" y="47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4" name=""/>
          <p:cNvSpPr/>
          <p:nvPr/>
        </p:nvSpPr>
        <p:spPr>
          <a:xfrm>
            <a:off x="2718720" y="2023560"/>
            <a:ext cx="209880" cy="17280"/>
          </a:xfrm>
          <a:custGeom>
            <a:avLst/>
            <a:gdLst/>
            <a:ahLst/>
            <a:rect l="0" t="0" r="r" b="b"/>
            <a:pathLst>
              <a:path w="583" h="48">
                <a:moveTo>
                  <a:pt x="0" y="47"/>
                </a:moveTo>
                <a:lnTo>
                  <a:pt x="577" y="0"/>
                </a:lnTo>
                <a:lnTo>
                  <a:pt x="58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5" name=""/>
          <p:cNvSpPr/>
          <p:nvPr/>
        </p:nvSpPr>
        <p:spPr>
          <a:xfrm>
            <a:off x="2718720" y="2023560"/>
            <a:ext cx="214200" cy="17640"/>
          </a:xfrm>
          <a:custGeom>
            <a:avLst/>
            <a:gdLst/>
            <a:ahLst/>
            <a:rect l="0" t="0" r="r" b="b"/>
            <a:pathLst>
              <a:path w="595" h="49">
                <a:moveTo>
                  <a:pt x="0" y="48"/>
                </a:moveTo>
                <a:lnTo>
                  <a:pt x="583" y="0"/>
                </a:lnTo>
                <a:lnTo>
                  <a:pt x="595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6" name=""/>
          <p:cNvSpPr/>
          <p:nvPr/>
        </p:nvSpPr>
        <p:spPr>
          <a:xfrm>
            <a:off x="2718720" y="202356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595" y="0"/>
                </a:lnTo>
                <a:lnTo>
                  <a:pt x="601" y="0"/>
                </a:lnTo>
                <a:lnTo>
                  <a:pt x="0" y="49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7" name=""/>
          <p:cNvSpPr/>
          <p:nvPr/>
        </p:nvSpPr>
        <p:spPr>
          <a:xfrm>
            <a:off x="2718720" y="2023560"/>
            <a:ext cx="218880" cy="18000"/>
          </a:xfrm>
          <a:custGeom>
            <a:avLst/>
            <a:gdLst/>
            <a:ahLst/>
            <a:rect l="0" t="0" r="r" b="b"/>
            <a:pathLst>
              <a:path w="608" h="50">
                <a:moveTo>
                  <a:pt x="0" y="49"/>
                </a:moveTo>
                <a:lnTo>
                  <a:pt x="601" y="0"/>
                </a:lnTo>
                <a:lnTo>
                  <a:pt x="608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8" name=""/>
          <p:cNvSpPr/>
          <p:nvPr/>
        </p:nvSpPr>
        <p:spPr>
          <a:xfrm>
            <a:off x="2718720" y="202356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08" y="0"/>
                </a:lnTo>
                <a:lnTo>
                  <a:pt x="614" y="0"/>
                </a:lnTo>
                <a:lnTo>
                  <a:pt x="0" y="50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9" name=""/>
          <p:cNvSpPr/>
          <p:nvPr/>
        </p:nvSpPr>
        <p:spPr>
          <a:xfrm>
            <a:off x="2718720" y="2023560"/>
            <a:ext cx="223200" cy="18360"/>
          </a:xfrm>
          <a:custGeom>
            <a:avLst/>
            <a:gdLst/>
            <a:ahLst/>
            <a:rect l="0" t="0" r="r" b="b"/>
            <a:pathLst>
              <a:path w="620" h="51">
                <a:moveTo>
                  <a:pt x="0" y="50"/>
                </a:moveTo>
                <a:lnTo>
                  <a:pt x="614" y="0"/>
                </a:lnTo>
                <a:lnTo>
                  <a:pt x="620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0" name=""/>
          <p:cNvSpPr/>
          <p:nvPr/>
        </p:nvSpPr>
        <p:spPr>
          <a:xfrm>
            <a:off x="2718720" y="2023560"/>
            <a:ext cx="227520" cy="18720"/>
          </a:xfrm>
          <a:custGeom>
            <a:avLst/>
            <a:gdLst/>
            <a:ahLst/>
            <a:rect l="0" t="0" r="r" b="b"/>
            <a:pathLst>
              <a:path w="632" h="52">
                <a:moveTo>
                  <a:pt x="0" y="51"/>
                </a:moveTo>
                <a:lnTo>
                  <a:pt x="620" y="0"/>
                </a:lnTo>
                <a:lnTo>
                  <a:pt x="632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1" name=""/>
          <p:cNvSpPr/>
          <p:nvPr/>
        </p:nvSpPr>
        <p:spPr>
          <a:xfrm>
            <a:off x="2718720" y="202356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2" y="0"/>
                </a:lnTo>
                <a:lnTo>
                  <a:pt x="639" y="0"/>
                </a:lnTo>
                <a:lnTo>
                  <a:pt x="0" y="52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2" name=""/>
          <p:cNvSpPr/>
          <p:nvPr/>
        </p:nvSpPr>
        <p:spPr>
          <a:xfrm>
            <a:off x="2718720" y="2023560"/>
            <a:ext cx="232200" cy="19080"/>
          </a:xfrm>
          <a:custGeom>
            <a:avLst/>
            <a:gdLst/>
            <a:ahLst/>
            <a:rect l="0" t="0" r="r" b="b"/>
            <a:pathLst>
              <a:path w="645" h="53">
                <a:moveTo>
                  <a:pt x="0" y="52"/>
                </a:moveTo>
                <a:lnTo>
                  <a:pt x="639" y="0"/>
                </a:lnTo>
                <a:lnTo>
                  <a:pt x="64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3" name=""/>
          <p:cNvSpPr/>
          <p:nvPr/>
        </p:nvSpPr>
        <p:spPr>
          <a:xfrm>
            <a:off x="2718720" y="202356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45" y="0"/>
                </a:lnTo>
                <a:lnTo>
                  <a:pt x="651" y="0"/>
                </a:lnTo>
                <a:lnTo>
                  <a:pt x="0" y="5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4" name=""/>
          <p:cNvSpPr/>
          <p:nvPr/>
        </p:nvSpPr>
        <p:spPr>
          <a:xfrm>
            <a:off x="2718720" y="2023560"/>
            <a:ext cx="236520" cy="19440"/>
          </a:xfrm>
          <a:custGeom>
            <a:avLst/>
            <a:gdLst/>
            <a:ahLst/>
            <a:rect l="0" t="0" r="r" b="b"/>
            <a:pathLst>
              <a:path w="657" h="54">
                <a:moveTo>
                  <a:pt x="0" y="53"/>
                </a:moveTo>
                <a:lnTo>
                  <a:pt x="651" y="0"/>
                </a:lnTo>
                <a:lnTo>
                  <a:pt x="657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5" name=""/>
          <p:cNvSpPr/>
          <p:nvPr/>
        </p:nvSpPr>
        <p:spPr>
          <a:xfrm>
            <a:off x="2718720" y="202356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57" y="0"/>
                </a:lnTo>
                <a:lnTo>
                  <a:pt x="663" y="0"/>
                </a:lnTo>
                <a:lnTo>
                  <a:pt x="0" y="54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6" name=""/>
          <p:cNvSpPr/>
          <p:nvPr/>
        </p:nvSpPr>
        <p:spPr>
          <a:xfrm>
            <a:off x="2718720" y="2023560"/>
            <a:ext cx="240840" cy="19800"/>
          </a:xfrm>
          <a:custGeom>
            <a:avLst/>
            <a:gdLst/>
            <a:ahLst/>
            <a:rect l="0" t="0" r="r" b="b"/>
            <a:pathLst>
              <a:path w="669" h="55">
                <a:moveTo>
                  <a:pt x="0" y="54"/>
                </a:moveTo>
                <a:lnTo>
                  <a:pt x="663" y="0"/>
                </a:lnTo>
                <a:lnTo>
                  <a:pt x="669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7" name=""/>
          <p:cNvSpPr/>
          <p:nvPr/>
        </p:nvSpPr>
        <p:spPr>
          <a:xfrm>
            <a:off x="2718720" y="202356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69" y="0"/>
                </a:lnTo>
                <a:lnTo>
                  <a:pt x="676" y="0"/>
                </a:lnTo>
                <a:lnTo>
                  <a:pt x="0" y="55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8" name=""/>
          <p:cNvSpPr/>
          <p:nvPr/>
        </p:nvSpPr>
        <p:spPr>
          <a:xfrm>
            <a:off x="2718720" y="2023560"/>
            <a:ext cx="245520" cy="20160"/>
          </a:xfrm>
          <a:custGeom>
            <a:avLst/>
            <a:gdLst/>
            <a:ahLst/>
            <a:rect l="0" t="0" r="r" b="b"/>
            <a:pathLst>
              <a:path w="682" h="56">
                <a:moveTo>
                  <a:pt x="0" y="55"/>
                </a:moveTo>
                <a:lnTo>
                  <a:pt x="676" y="0"/>
                </a:lnTo>
                <a:lnTo>
                  <a:pt x="68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39" name=""/>
          <p:cNvSpPr/>
          <p:nvPr/>
        </p:nvSpPr>
        <p:spPr>
          <a:xfrm>
            <a:off x="2718720" y="202356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2" y="0"/>
                </a:lnTo>
                <a:lnTo>
                  <a:pt x="688" y="0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0" name=""/>
          <p:cNvSpPr/>
          <p:nvPr/>
        </p:nvSpPr>
        <p:spPr>
          <a:xfrm>
            <a:off x="2718720" y="2023560"/>
            <a:ext cx="249840" cy="20520"/>
          </a:xfrm>
          <a:custGeom>
            <a:avLst/>
            <a:gdLst/>
            <a:ahLst/>
            <a:rect l="0" t="0" r="r" b="b"/>
            <a:pathLst>
              <a:path w="694" h="57">
                <a:moveTo>
                  <a:pt x="0" y="56"/>
                </a:moveTo>
                <a:lnTo>
                  <a:pt x="688" y="0"/>
                </a:lnTo>
                <a:lnTo>
                  <a:pt x="694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1" name=""/>
          <p:cNvSpPr/>
          <p:nvPr/>
        </p:nvSpPr>
        <p:spPr>
          <a:xfrm>
            <a:off x="2718720" y="202356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694" y="0"/>
                </a:lnTo>
                <a:lnTo>
                  <a:pt x="700" y="0"/>
                </a:lnTo>
                <a:lnTo>
                  <a:pt x="0" y="57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2" name=""/>
          <p:cNvSpPr/>
          <p:nvPr/>
        </p:nvSpPr>
        <p:spPr>
          <a:xfrm>
            <a:off x="2718720" y="2023560"/>
            <a:ext cx="254520" cy="20880"/>
          </a:xfrm>
          <a:custGeom>
            <a:avLst/>
            <a:gdLst/>
            <a:ahLst/>
            <a:rect l="0" t="0" r="r" b="b"/>
            <a:pathLst>
              <a:path w="707" h="58">
                <a:moveTo>
                  <a:pt x="0" y="57"/>
                </a:moveTo>
                <a:lnTo>
                  <a:pt x="700" y="0"/>
                </a:lnTo>
                <a:lnTo>
                  <a:pt x="70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3" name=""/>
          <p:cNvSpPr/>
          <p:nvPr/>
        </p:nvSpPr>
        <p:spPr>
          <a:xfrm>
            <a:off x="2718720" y="202356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07" y="0"/>
                </a:lnTo>
                <a:lnTo>
                  <a:pt x="713" y="0"/>
                </a:lnTo>
                <a:lnTo>
                  <a:pt x="0" y="58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4" name=""/>
          <p:cNvSpPr/>
          <p:nvPr/>
        </p:nvSpPr>
        <p:spPr>
          <a:xfrm>
            <a:off x="2718720" y="202356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8"/>
                </a:moveTo>
                <a:lnTo>
                  <a:pt x="713" y="0"/>
                </a:lnTo>
                <a:lnTo>
                  <a:pt x="71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5" name=""/>
          <p:cNvSpPr/>
          <p:nvPr/>
        </p:nvSpPr>
        <p:spPr>
          <a:xfrm>
            <a:off x="2718720" y="202356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19" y="0"/>
                </a:lnTo>
                <a:lnTo>
                  <a:pt x="725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6" name=""/>
          <p:cNvSpPr/>
          <p:nvPr/>
        </p:nvSpPr>
        <p:spPr>
          <a:xfrm>
            <a:off x="2718720" y="2023560"/>
            <a:ext cx="263160" cy="21600"/>
          </a:xfrm>
          <a:custGeom>
            <a:avLst/>
            <a:gdLst/>
            <a:ahLst/>
            <a:rect l="0" t="0" r="r" b="b"/>
            <a:pathLst>
              <a:path w="731" h="60">
                <a:moveTo>
                  <a:pt x="0" y="59"/>
                </a:moveTo>
                <a:lnTo>
                  <a:pt x="725" y="0"/>
                </a:lnTo>
                <a:lnTo>
                  <a:pt x="731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7" name=""/>
          <p:cNvSpPr/>
          <p:nvPr/>
        </p:nvSpPr>
        <p:spPr>
          <a:xfrm>
            <a:off x="2718720" y="202356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60"/>
                </a:moveTo>
                <a:lnTo>
                  <a:pt x="731" y="0"/>
                </a:lnTo>
                <a:lnTo>
                  <a:pt x="738" y="0"/>
                </a:lnTo>
                <a:lnTo>
                  <a:pt x="0" y="60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" name=""/>
          <p:cNvSpPr/>
          <p:nvPr/>
        </p:nvSpPr>
        <p:spPr>
          <a:xfrm>
            <a:off x="2718720" y="2023560"/>
            <a:ext cx="267840" cy="21960"/>
          </a:xfrm>
          <a:custGeom>
            <a:avLst/>
            <a:gdLst/>
            <a:ahLst/>
            <a:rect l="0" t="0" r="r" b="b"/>
            <a:pathLst>
              <a:path w="744" h="61">
                <a:moveTo>
                  <a:pt x="0" y="60"/>
                </a:moveTo>
                <a:lnTo>
                  <a:pt x="738" y="0"/>
                </a:lnTo>
                <a:lnTo>
                  <a:pt x="74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9" name=""/>
          <p:cNvSpPr/>
          <p:nvPr/>
        </p:nvSpPr>
        <p:spPr>
          <a:xfrm>
            <a:off x="2718720" y="202356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44" y="0"/>
                </a:lnTo>
                <a:lnTo>
                  <a:pt x="750" y="0"/>
                </a:lnTo>
                <a:lnTo>
                  <a:pt x="0" y="61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" name=""/>
          <p:cNvSpPr/>
          <p:nvPr/>
        </p:nvSpPr>
        <p:spPr>
          <a:xfrm>
            <a:off x="2718720" y="2023560"/>
            <a:ext cx="272160" cy="22320"/>
          </a:xfrm>
          <a:custGeom>
            <a:avLst/>
            <a:gdLst/>
            <a:ahLst/>
            <a:rect l="0" t="0" r="r" b="b"/>
            <a:pathLst>
              <a:path w="756" h="62">
                <a:moveTo>
                  <a:pt x="0" y="61"/>
                </a:moveTo>
                <a:lnTo>
                  <a:pt x="750" y="0"/>
                </a:lnTo>
                <a:lnTo>
                  <a:pt x="75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" name=""/>
          <p:cNvSpPr/>
          <p:nvPr/>
        </p:nvSpPr>
        <p:spPr>
          <a:xfrm>
            <a:off x="2718720" y="202356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56" y="0"/>
                </a:lnTo>
                <a:lnTo>
                  <a:pt x="762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" name=""/>
          <p:cNvSpPr/>
          <p:nvPr/>
        </p:nvSpPr>
        <p:spPr>
          <a:xfrm>
            <a:off x="2718720" y="202356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2" y="0"/>
                </a:lnTo>
                <a:lnTo>
                  <a:pt x="769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" name=""/>
          <p:cNvSpPr/>
          <p:nvPr/>
        </p:nvSpPr>
        <p:spPr>
          <a:xfrm>
            <a:off x="2718720" y="202356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2"/>
                </a:moveTo>
                <a:lnTo>
                  <a:pt x="769" y="0"/>
                </a:lnTo>
                <a:lnTo>
                  <a:pt x="775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" name=""/>
          <p:cNvSpPr/>
          <p:nvPr/>
        </p:nvSpPr>
        <p:spPr>
          <a:xfrm>
            <a:off x="2718720" y="202356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75" y="0"/>
                </a:lnTo>
                <a:lnTo>
                  <a:pt x="781" y="0"/>
                </a:lnTo>
                <a:lnTo>
                  <a:pt x="0" y="63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" name=""/>
          <p:cNvSpPr/>
          <p:nvPr/>
        </p:nvSpPr>
        <p:spPr>
          <a:xfrm>
            <a:off x="2718720" y="202356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3"/>
                </a:moveTo>
                <a:lnTo>
                  <a:pt x="781" y="0"/>
                </a:lnTo>
                <a:lnTo>
                  <a:pt x="78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" name=""/>
          <p:cNvSpPr/>
          <p:nvPr/>
        </p:nvSpPr>
        <p:spPr>
          <a:xfrm>
            <a:off x="2718720" y="202356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4"/>
                </a:moveTo>
                <a:lnTo>
                  <a:pt x="787" y="0"/>
                </a:lnTo>
                <a:lnTo>
                  <a:pt x="788" y="1"/>
                </a:lnTo>
                <a:lnTo>
                  <a:pt x="0" y="64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" name=""/>
          <p:cNvSpPr/>
          <p:nvPr/>
        </p:nvSpPr>
        <p:spPr>
          <a:xfrm>
            <a:off x="2718720" y="202392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3"/>
                </a:moveTo>
                <a:lnTo>
                  <a:pt x="788" y="0"/>
                </a:lnTo>
                <a:lnTo>
                  <a:pt x="1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" name=""/>
          <p:cNvSpPr/>
          <p:nvPr/>
        </p:nvSpPr>
        <p:spPr>
          <a:xfrm>
            <a:off x="2719080" y="202392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4"/>
                </a:moveTo>
                <a:lnTo>
                  <a:pt x="787" y="0"/>
                </a:lnTo>
                <a:lnTo>
                  <a:pt x="787" y="1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" name=""/>
          <p:cNvSpPr/>
          <p:nvPr/>
        </p:nvSpPr>
        <p:spPr>
          <a:xfrm>
            <a:off x="2721240" y="202428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81" y="0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0" name=""/>
          <p:cNvSpPr/>
          <p:nvPr/>
        </p:nvSpPr>
        <p:spPr>
          <a:xfrm>
            <a:off x="2723400" y="202428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3"/>
                </a:moveTo>
                <a:lnTo>
                  <a:pt x="775" y="0"/>
                </a:lnTo>
                <a:lnTo>
                  <a:pt x="775" y="1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1" name=""/>
          <p:cNvSpPr/>
          <p:nvPr/>
        </p:nvSpPr>
        <p:spPr>
          <a:xfrm>
            <a:off x="2725560" y="202464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9" y="0"/>
                </a:lnTo>
                <a:lnTo>
                  <a:pt x="7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2" name=""/>
          <p:cNvSpPr/>
          <p:nvPr/>
        </p:nvSpPr>
        <p:spPr>
          <a:xfrm>
            <a:off x="2728080" y="202464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62" y="0"/>
                </a:lnTo>
                <a:lnTo>
                  <a:pt x="762" y="1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3" name=""/>
          <p:cNvSpPr/>
          <p:nvPr/>
        </p:nvSpPr>
        <p:spPr>
          <a:xfrm>
            <a:off x="2730240" y="202500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6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4" name=""/>
          <p:cNvSpPr/>
          <p:nvPr/>
        </p:nvSpPr>
        <p:spPr>
          <a:xfrm>
            <a:off x="2732400" y="202500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50" y="0"/>
                </a:lnTo>
                <a:lnTo>
                  <a:pt x="750" y="1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5" name=""/>
          <p:cNvSpPr/>
          <p:nvPr/>
        </p:nvSpPr>
        <p:spPr>
          <a:xfrm>
            <a:off x="2734560" y="2025360"/>
            <a:ext cx="267840" cy="21600"/>
          </a:xfrm>
          <a:custGeom>
            <a:avLst/>
            <a:gdLst/>
            <a:ahLst/>
            <a:rect l="0" t="0" r="r" b="b"/>
            <a:pathLst>
              <a:path w="744" h="60">
                <a:moveTo>
                  <a:pt x="0" y="60"/>
                </a:moveTo>
                <a:lnTo>
                  <a:pt x="744" y="0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6" name=""/>
          <p:cNvSpPr/>
          <p:nvPr/>
        </p:nvSpPr>
        <p:spPr>
          <a:xfrm>
            <a:off x="2736720" y="202536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60"/>
                </a:moveTo>
                <a:lnTo>
                  <a:pt x="738" y="0"/>
                </a:lnTo>
                <a:lnTo>
                  <a:pt x="738" y="1"/>
                </a:lnTo>
                <a:lnTo>
                  <a:pt x="7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7" name=""/>
          <p:cNvSpPr/>
          <p:nvPr/>
        </p:nvSpPr>
        <p:spPr>
          <a:xfrm>
            <a:off x="2739240" y="2025720"/>
            <a:ext cx="263160" cy="21240"/>
          </a:xfrm>
          <a:custGeom>
            <a:avLst/>
            <a:gdLst/>
            <a:ahLst/>
            <a:rect l="0" t="0" r="r" b="b"/>
            <a:pathLst>
              <a:path w="731" h="59">
                <a:moveTo>
                  <a:pt x="0" y="59"/>
                </a:moveTo>
                <a:lnTo>
                  <a:pt x="731" y="0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8" name=""/>
          <p:cNvSpPr/>
          <p:nvPr/>
        </p:nvSpPr>
        <p:spPr>
          <a:xfrm>
            <a:off x="2741400" y="202572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25" y="0"/>
                </a:lnTo>
                <a:lnTo>
                  <a:pt x="725" y="1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9" name=""/>
          <p:cNvSpPr/>
          <p:nvPr/>
        </p:nvSpPr>
        <p:spPr>
          <a:xfrm>
            <a:off x="2743560" y="2026080"/>
            <a:ext cx="258840" cy="20880"/>
          </a:xfrm>
          <a:custGeom>
            <a:avLst/>
            <a:gdLst/>
            <a:ahLst/>
            <a:rect l="0" t="0" r="r" b="b"/>
            <a:pathLst>
              <a:path w="719" h="58">
                <a:moveTo>
                  <a:pt x="0" y="58"/>
                </a:moveTo>
                <a:lnTo>
                  <a:pt x="719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0" name=""/>
          <p:cNvSpPr/>
          <p:nvPr/>
        </p:nvSpPr>
        <p:spPr>
          <a:xfrm>
            <a:off x="2745720" y="202608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13" y="0"/>
                </a:lnTo>
                <a:lnTo>
                  <a:pt x="713" y="1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1" name=""/>
          <p:cNvSpPr/>
          <p:nvPr/>
        </p:nvSpPr>
        <p:spPr>
          <a:xfrm>
            <a:off x="2747880" y="2026440"/>
            <a:ext cx="254520" cy="20520"/>
          </a:xfrm>
          <a:custGeom>
            <a:avLst/>
            <a:gdLst/>
            <a:ahLst/>
            <a:rect l="0" t="0" r="r" b="b"/>
            <a:pathLst>
              <a:path w="707" h="57">
                <a:moveTo>
                  <a:pt x="0" y="57"/>
                </a:moveTo>
                <a:lnTo>
                  <a:pt x="707" y="0"/>
                </a:lnTo>
                <a:lnTo>
                  <a:pt x="7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2" name=""/>
          <p:cNvSpPr/>
          <p:nvPr/>
        </p:nvSpPr>
        <p:spPr>
          <a:xfrm>
            <a:off x="2750400" y="202644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700" y="0"/>
                </a:lnTo>
                <a:lnTo>
                  <a:pt x="700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3" name=""/>
          <p:cNvSpPr/>
          <p:nvPr/>
        </p:nvSpPr>
        <p:spPr>
          <a:xfrm>
            <a:off x="2752560" y="2026800"/>
            <a:ext cx="249840" cy="20160"/>
          </a:xfrm>
          <a:custGeom>
            <a:avLst/>
            <a:gdLst/>
            <a:ahLst/>
            <a:rect l="0" t="0" r="r" b="b"/>
            <a:pathLst>
              <a:path w="694" h="56">
                <a:moveTo>
                  <a:pt x="0" y="56"/>
                </a:moveTo>
                <a:lnTo>
                  <a:pt x="694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4" name=""/>
          <p:cNvSpPr/>
          <p:nvPr/>
        </p:nvSpPr>
        <p:spPr>
          <a:xfrm>
            <a:off x="2754720" y="202680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8" y="0"/>
                </a:lnTo>
                <a:lnTo>
                  <a:pt x="688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5" name=""/>
          <p:cNvSpPr/>
          <p:nvPr/>
        </p:nvSpPr>
        <p:spPr>
          <a:xfrm>
            <a:off x="2756880" y="2027160"/>
            <a:ext cx="245520" cy="19800"/>
          </a:xfrm>
          <a:custGeom>
            <a:avLst/>
            <a:gdLst/>
            <a:ahLst/>
            <a:rect l="0" t="0" r="r" b="b"/>
            <a:pathLst>
              <a:path w="682" h="55">
                <a:moveTo>
                  <a:pt x="0" y="55"/>
                </a:moveTo>
                <a:lnTo>
                  <a:pt x="682" y="0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6" name=""/>
          <p:cNvSpPr/>
          <p:nvPr/>
        </p:nvSpPr>
        <p:spPr>
          <a:xfrm>
            <a:off x="2759040" y="202716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76" y="0"/>
                </a:lnTo>
                <a:lnTo>
                  <a:pt x="676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7" name=""/>
          <p:cNvSpPr/>
          <p:nvPr/>
        </p:nvSpPr>
        <p:spPr>
          <a:xfrm>
            <a:off x="2761200" y="2027520"/>
            <a:ext cx="241200" cy="19440"/>
          </a:xfrm>
          <a:custGeom>
            <a:avLst/>
            <a:gdLst/>
            <a:ahLst/>
            <a:rect l="0" t="0" r="r" b="b"/>
            <a:pathLst>
              <a:path w="670" h="54">
                <a:moveTo>
                  <a:pt x="0" y="54"/>
                </a:moveTo>
                <a:lnTo>
                  <a:pt x="670" y="0"/>
                </a:lnTo>
                <a:lnTo>
                  <a:pt x="7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8" name=""/>
          <p:cNvSpPr/>
          <p:nvPr/>
        </p:nvSpPr>
        <p:spPr>
          <a:xfrm>
            <a:off x="2763720" y="202752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63" y="0"/>
                </a:lnTo>
                <a:lnTo>
                  <a:pt x="663" y="1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79" name=""/>
          <p:cNvSpPr/>
          <p:nvPr/>
        </p:nvSpPr>
        <p:spPr>
          <a:xfrm>
            <a:off x="2765880" y="2027880"/>
            <a:ext cx="236520" cy="19080"/>
          </a:xfrm>
          <a:custGeom>
            <a:avLst/>
            <a:gdLst/>
            <a:ahLst/>
            <a:rect l="0" t="0" r="r" b="b"/>
            <a:pathLst>
              <a:path w="657" h="53">
                <a:moveTo>
                  <a:pt x="0" y="53"/>
                </a:moveTo>
                <a:lnTo>
                  <a:pt x="657" y="0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0" name=""/>
          <p:cNvSpPr/>
          <p:nvPr/>
        </p:nvSpPr>
        <p:spPr>
          <a:xfrm>
            <a:off x="2768040" y="202788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51" y="0"/>
                </a:lnTo>
                <a:lnTo>
                  <a:pt x="651" y="1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1" name=""/>
          <p:cNvSpPr/>
          <p:nvPr/>
        </p:nvSpPr>
        <p:spPr>
          <a:xfrm>
            <a:off x="2770200" y="2028240"/>
            <a:ext cx="232200" cy="18720"/>
          </a:xfrm>
          <a:custGeom>
            <a:avLst/>
            <a:gdLst/>
            <a:ahLst/>
            <a:rect l="0" t="0" r="r" b="b"/>
            <a:pathLst>
              <a:path w="645" h="52">
                <a:moveTo>
                  <a:pt x="0" y="52"/>
                </a:moveTo>
                <a:lnTo>
                  <a:pt x="645" y="0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2" name=""/>
          <p:cNvSpPr/>
          <p:nvPr/>
        </p:nvSpPr>
        <p:spPr>
          <a:xfrm>
            <a:off x="2772360" y="202824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9" y="0"/>
                </a:lnTo>
                <a:lnTo>
                  <a:pt x="639" y="1"/>
                </a:lnTo>
                <a:lnTo>
                  <a:pt x="7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3" name=""/>
          <p:cNvSpPr/>
          <p:nvPr/>
        </p:nvSpPr>
        <p:spPr>
          <a:xfrm>
            <a:off x="2774880" y="2028600"/>
            <a:ext cx="227520" cy="18360"/>
          </a:xfrm>
          <a:custGeom>
            <a:avLst/>
            <a:gdLst/>
            <a:ahLst/>
            <a:rect l="0" t="0" r="r" b="b"/>
            <a:pathLst>
              <a:path w="632" h="51">
                <a:moveTo>
                  <a:pt x="0" y="51"/>
                </a:moveTo>
                <a:lnTo>
                  <a:pt x="632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4" name=""/>
          <p:cNvSpPr/>
          <p:nvPr/>
        </p:nvSpPr>
        <p:spPr>
          <a:xfrm>
            <a:off x="2777040" y="2028600"/>
            <a:ext cx="225360" cy="18360"/>
          </a:xfrm>
          <a:custGeom>
            <a:avLst/>
            <a:gdLst/>
            <a:ahLst/>
            <a:rect l="0" t="0" r="r" b="b"/>
            <a:pathLst>
              <a:path w="626" h="51">
                <a:moveTo>
                  <a:pt x="0" y="51"/>
                </a:moveTo>
                <a:lnTo>
                  <a:pt x="626" y="0"/>
                </a:lnTo>
                <a:lnTo>
                  <a:pt x="626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5" name=""/>
          <p:cNvSpPr/>
          <p:nvPr/>
        </p:nvSpPr>
        <p:spPr>
          <a:xfrm>
            <a:off x="2779200" y="2028960"/>
            <a:ext cx="223200" cy="18000"/>
          </a:xfrm>
          <a:custGeom>
            <a:avLst/>
            <a:gdLst/>
            <a:ahLst/>
            <a:rect l="0" t="0" r="r" b="b"/>
            <a:pathLst>
              <a:path w="620" h="50">
                <a:moveTo>
                  <a:pt x="0" y="50"/>
                </a:moveTo>
                <a:lnTo>
                  <a:pt x="620" y="0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6" name=""/>
          <p:cNvSpPr/>
          <p:nvPr/>
        </p:nvSpPr>
        <p:spPr>
          <a:xfrm>
            <a:off x="2781360" y="202896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14" y="0"/>
                </a:lnTo>
                <a:lnTo>
                  <a:pt x="614" y="1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7" name=""/>
          <p:cNvSpPr/>
          <p:nvPr/>
        </p:nvSpPr>
        <p:spPr>
          <a:xfrm>
            <a:off x="2783520" y="2029320"/>
            <a:ext cx="218880" cy="17640"/>
          </a:xfrm>
          <a:custGeom>
            <a:avLst/>
            <a:gdLst/>
            <a:ahLst/>
            <a:rect l="0" t="0" r="r" b="b"/>
            <a:pathLst>
              <a:path w="608" h="49">
                <a:moveTo>
                  <a:pt x="0" y="49"/>
                </a:moveTo>
                <a:lnTo>
                  <a:pt x="608" y="0"/>
                </a:lnTo>
                <a:lnTo>
                  <a:pt x="7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8" name=""/>
          <p:cNvSpPr/>
          <p:nvPr/>
        </p:nvSpPr>
        <p:spPr>
          <a:xfrm>
            <a:off x="2786040" y="202932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601" y="0"/>
                </a:lnTo>
                <a:lnTo>
                  <a:pt x="601" y="1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9" name=""/>
          <p:cNvSpPr/>
          <p:nvPr/>
        </p:nvSpPr>
        <p:spPr>
          <a:xfrm>
            <a:off x="2788200" y="2029680"/>
            <a:ext cx="214200" cy="17280"/>
          </a:xfrm>
          <a:custGeom>
            <a:avLst/>
            <a:gdLst/>
            <a:ahLst/>
            <a:rect l="0" t="0" r="r" b="b"/>
            <a:pathLst>
              <a:path w="595" h="48">
                <a:moveTo>
                  <a:pt x="0" y="48"/>
                </a:moveTo>
                <a:lnTo>
                  <a:pt x="595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0" name=""/>
          <p:cNvSpPr/>
          <p:nvPr/>
        </p:nvSpPr>
        <p:spPr>
          <a:xfrm>
            <a:off x="2790360" y="2029680"/>
            <a:ext cx="212040" cy="17280"/>
          </a:xfrm>
          <a:custGeom>
            <a:avLst/>
            <a:gdLst/>
            <a:ahLst/>
            <a:rect l="0" t="0" r="r" b="b"/>
            <a:pathLst>
              <a:path w="589" h="48">
                <a:moveTo>
                  <a:pt x="0" y="48"/>
                </a:moveTo>
                <a:lnTo>
                  <a:pt x="589" y="0"/>
                </a:lnTo>
                <a:lnTo>
                  <a:pt x="589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1" name=""/>
          <p:cNvSpPr/>
          <p:nvPr/>
        </p:nvSpPr>
        <p:spPr>
          <a:xfrm>
            <a:off x="2792520" y="2030040"/>
            <a:ext cx="209880" cy="16920"/>
          </a:xfrm>
          <a:custGeom>
            <a:avLst/>
            <a:gdLst/>
            <a:ahLst/>
            <a:rect l="0" t="0" r="r" b="b"/>
            <a:pathLst>
              <a:path w="583" h="47">
                <a:moveTo>
                  <a:pt x="0" y="47"/>
                </a:moveTo>
                <a:lnTo>
                  <a:pt x="583" y="0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2" name=""/>
          <p:cNvSpPr/>
          <p:nvPr/>
        </p:nvSpPr>
        <p:spPr>
          <a:xfrm>
            <a:off x="2794680" y="203004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7" y="0"/>
                </a:lnTo>
                <a:lnTo>
                  <a:pt x="577" y="1"/>
                </a:lnTo>
                <a:lnTo>
                  <a:pt x="7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3" name=""/>
          <p:cNvSpPr/>
          <p:nvPr/>
        </p:nvSpPr>
        <p:spPr>
          <a:xfrm>
            <a:off x="2797200" y="2030400"/>
            <a:ext cx="205200" cy="16560"/>
          </a:xfrm>
          <a:custGeom>
            <a:avLst/>
            <a:gdLst/>
            <a:ahLst/>
            <a:rect l="0" t="0" r="r" b="b"/>
            <a:pathLst>
              <a:path w="570" h="46">
                <a:moveTo>
                  <a:pt x="0" y="46"/>
                </a:moveTo>
                <a:lnTo>
                  <a:pt x="570" y="0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4" name=""/>
          <p:cNvSpPr/>
          <p:nvPr/>
        </p:nvSpPr>
        <p:spPr>
          <a:xfrm>
            <a:off x="2799360" y="203040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64" y="0"/>
                </a:lnTo>
                <a:lnTo>
                  <a:pt x="564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5" name=""/>
          <p:cNvSpPr/>
          <p:nvPr/>
        </p:nvSpPr>
        <p:spPr>
          <a:xfrm>
            <a:off x="2801520" y="2030760"/>
            <a:ext cx="200880" cy="16200"/>
          </a:xfrm>
          <a:custGeom>
            <a:avLst/>
            <a:gdLst/>
            <a:ahLst/>
            <a:rect l="0" t="0" r="r" b="b"/>
            <a:pathLst>
              <a:path w="558" h="45">
                <a:moveTo>
                  <a:pt x="0" y="45"/>
                </a:moveTo>
                <a:lnTo>
                  <a:pt x="558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6" name=""/>
          <p:cNvSpPr/>
          <p:nvPr/>
        </p:nvSpPr>
        <p:spPr>
          <a:xfrm>
            <a:off x="2803680" y="203076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52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7" name=""/>
          <p:cNvSpPr/>
          <p:nvPr/>
        </p:nvSpPr>
        <p:spPr>
          <a:xfrm>
            <a:off x="2805840" y="203076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5"/>
                </a:moveTo>
                <a:lnTo>
                  <a:pt x="546" y="0"/>
                </a:lnTo>
                <a:lnTo>
                  <a:pt x="546" y="1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8" name=""/>
          <p:cNvSpPr/>
          <p:nvPr/>
        </p:nvSpPr>
        <p:spPr>
          <a:xfrm>
            <a:off x="2808000" y="2031120"/>
            <a:ext cx="194760" cy="15840"/>
          </a:xfrm>
          <a:custGeom>
            <a:avLst/>
            <a:gdLst/>
            <a:ahLst/>
            <a:rect l="0" t="0" r="r" b="b"/>
            <a:pathLst>
              <a:path w="541" h="44">
                <a:moveTo>
                  <a:pt x="0" y="44"/>
                </a:moveTo>
                <a:lnTo>
                  <a:pt x="541" y="0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99" name=""/>
          <p:cNvSpPr/>
          <p:nvPr/>
        </p:nvSpPr>
        <p:spPr>
          <a:xfrm>
            <a:off x="2810520" y="203112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4"/>
                </a:moveTo>
                <a:lnTo>
                  <a:pt x="533" y="0"/>
                </a:lnTo>
                <a:lnTo>
                  <a:pt x="533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0" name=""/>
          <p:cNvSpPr/>
          <p:nvPr/>
        </p:nvSpPr>
        <p:spPr>
          <a:xfrm>
            <a:off x="2812680" y="203148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7" y="0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1" name=""/>
          <p:cNvSpPr/>
          <p:nvPr/>
        </p:nvSpPr>
        <p:spPr>
          <a:xfrm>
            <a:off x="2814840" y="203148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3"/>
                </a:moveTo>
                <a:lnTo>
                  <a:pt x="521" y="0"/>
                </a:lnTo>
                <a:lnTo>
                  <a:pt x="521" y="1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2" name=""/>
          <p:cNvSpPr/>
          <p:nvPr/>
        </p:nvSpPr>
        <p:spPr>
          <a:xfrm>
            <a:off x="2817000" y="203184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15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3" name=""/>
          <p:cNvSpPr/>
          <p:nvPr/>
        </p:nvSpPr>
        <p:spPr>
          <a:xfrm>
            <a:off x="2819160" y="2031840"/>
            <a:ext cx="183240" cy="15120"/>
          </a:xfrm>
          <a:custGeom>
            <a:avLst/>
            <a:gdLst/>
            <a:ahLst/>
            <a:rect l="0" t="0" r="r" b="b"/>
            <a:pathLst>
              <a:path w="509" h="42">
                <a:moveTo>
                  <a:pt x="0" y="42"/>
                </a:moveTo>
                <a:lnTo>
                  <a:pt x="509" y="0"/>
                </a:lnTo>
                <a:lnTo>
                  <a:pt x="509" y="1"/>
                </a:lnTo>
                <a:lnTo>
                  <a:pt x="7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4" name=""/>
          <p:cNvSpPr/>
          <p:nvPr/>
        </p:nvSpPr>
        <p:spPr>
          <a:xfrm>
            <a:off x="2821680" y="203220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502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5" name=""/>
          <p:cNvSpPr/>
          <p:nvPr/>
        </p:nvSpPr>
        <p:spPr>
          <a:xfrm>
            <a:off x="2823840" y="203220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1"/>
                </a:moveTo>
                <a:lnTo>
                  <a:pt x="496" y="0"/>
                </a:lnTo>
                <a:lnTo>
                  <a:pt x="496" y="1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6" name=""/>
          <p:cNvSpPr/>
          <p:nvPr/>
        </p:nvSpPr>
        <p:spPr>
          <a:xfrm>
            <a:off x="2826000" y="2032560"/>
            <a:ext cx="176400" cy="14400"/>
          </a:xfrm>
          <a:custGeom>
            <a:avLst/>
            <a:gdLst/>
            <a:ahLst/>
            <a:rect l="0" t="0" r="r" b="b"/>
            <a:pathLst>
              <a:path w="490" h="40">
                <a:moveTo>
                  <a:pt x="0" y="40"/>
                </a:moveTo>
                <a:lnTo>
                  <a:pt x="490" y="0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7" name=""/>
          <p:cNvSpPr/>
          <p:nvPr/>
        </p:nvSpPr>
        <p:spPr>
          <a:xfrm>
            <a:off x="2828160" y="203256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40"/>
                </a:moveTo>
                <a:lnTo>
                  <a:pt x="484" y="0"/>
                </a:lnTo>
                <a:lnTo>
                  <a:pt x="484" y="1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8" name=""/>
          <p:cNvSpPr/>
          <p:nvPr/>
        </p:nvSpPr>
        <p:spPr>
          <a:xfrm>
            <a:off x="2830320" y="2032920"/>
            <a:ext cx="172080" cy="14040"/>
          </a:xfrm>
          <a:custGeom>
            <a:avLst/>
            <a:gdLst/>
            <a:ahLst/>
            <a:rect l="0" t="0" r="r" b="b"/>
            <a:pathLst>
              <a:path w="478" h="39">
                <a:moveTo>
                  <a:pt x="0" y="39"/>
                </a:moveTo>
                <a:lnTo>
                  <a:pt x="478" y="0"/>
                </a:lnTo>
                <a:lnTo>
                  <a:pt x="7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9" name=""/>
          <p:cNvSpPr/>
          <p:nvPr/>
        </p:nvSpPr>
        <p:spPr>
          <a:xfrm>
            <a:off x="2832840" y="2032920"/>
            <a:ext cx="169560" cy="14040"/>
          </a:xfrm>
          <a:custGeom>
            <a:avLst/>
            <a:gdLst/>
            <a:ahLst/>
            <a:rect l="0" t="0" r="r" b="b"/>
            <a:pathLst>
              <a:path w="471" h="39">
                <a:moveTo>
                  <a:pt x="0" y="39"/>
                </a:moveTo>
                <a:lnTo>
                  <a:pt x="471" y="0"/>
                </a:lnTo>
                <a:lnTo>
                  <a:pt x="471" y="1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0" name=""/>
          <p:cNvSpPr/>
          <p:nvPr/>
        </p:nvSpPr>
        <p:spPr>
          <a:xfrm>
            <a:off x="2835000" y="203328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65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1" name=""/>
          <p:cNvSpPr/>
          <p:nvPr/>
        </p:nvSpPr>
        <p:spPr>
          <a:xfrm>
            <a:off x="2837160" y="203328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8"/>
                </a:moveTo>
                <a:lnTo>
                  <a:pt x="459" y="0"/>
                </a:lnTo>
                <a:lnTo>
                  <a:pt x="459" y="1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2" name=""/>
          <p:cNvSpPr/>
          <p:nvPr/>
        </p:nvSpPr>
        <p:spPr>
          <a:xfrm>
            <a:off x="2839320" y="203364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53" y="0"/>
                </a:lnTo>
                <a:lnTo>
                  <a:pt x="7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3" name=""/>
          <p:cNvSpPr/>
          <p:nvPr/>
        </p:nvSpPr>
        <p:spPr>
          <a:xfrm>
            <a:off x="2841480" y="203364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7"/>
                </a:moveTo>
                <a:lnTo>
                  <a:pt x="447" y="0"/>
                </a:lnTo>
                <a:lnTo>
                  <a:pt x="447" y="1"/>
                </a:lnTo>
                <a:lnTo>
                  <a:pt x="7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4" name=""/>
          <p:cNvSpPr/>
          <p:nvPr/>
        </p:nvSpPr>
        <p:spPr>
          <a:xfrm>
            <a:off x="2844000" y="2034000"/>
            <a:ext cx="158400" cy="12960"/>
          </a:xfrm>
          <a:custGeom>
            <a:avLst/>
            <a:gdLst/>
            <a:ahLst/>
            <a:rect l="0" t="0" r="r" b="b"/>
            <a:pathLst>
              <a:path w="440" h="36">
                <a:moveTo>
                  <a:pt x="0" y="36"/>
                </a:moveTo>
                <a:lnTo>
                  <a:pt x="440" y="0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5" name=""/>
          <p:cNvSpPr/>
          <p:nvPr/>
        </p:nvSpPr>
        <p:spPr>
          <a:xfrm>
            <a:off x="2846160" y="203400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6"/>
                </a:moveTo>
                <a:lnTo>
                  <a:pt x="434" y="0"/>
                </a:lnTo>
                <a:lnTo>
                  <a:pt x="434" y="1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" name=""/>
          <p:cNvSpPr/>
          <p:nvPr/>
        </p:nvSpPr>
        <p:spPr>
          <a:xfrm>
            <a:off x="2848320" y="203436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8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7" name=""/>
          <p:cNvSpPr/>
          <p:nvPr/>
        </p:nvSpPr>
        <p:spPr>
          <a:xfrm>
            <a:off x="2850480" y="203436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5"/>
                </a:moveTo>
                <a:lnTo>
                  <a:pt x="422" y="0"/>
                </a:lnTo>
                <a:lnTo>
                  <a:pt x="422" y="1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" name=""/>
          <p:cNvSpPr/>
          <p:nvPr/>
        </p:nvSpPr>
        <p:spPr>
          <a:xfrm>
            <a:off x="2852640" y="203472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16" y="0"/>
                </a:lnTo>
                <a:lnTo>
                  <a:pt x="7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9" name=""/>
          <p:cNvSpPr/>
          <p:nvPr/>
        </p:nvSpPr>
        <p:spPr>
          <a:xfrm>
            <a:off x="2855160" y="203472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4"/>
                </a:moveTo>
                <a:lnTo>
                  <a:pt x="409" y="0"/>
                </a:lnTo>
                <a:lnTo>
                  <a:pt x="409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0" name=""/>
          <p:cNvSpPr/>
          <p:nvPr/>
        </p:nvSpPr>
        <p:spPr>
          <a:xfrm>
            <a:off x="2857320" y="2035080"/>
            <a:ext cx="145080" cy="11880"/>
          </a:xfrm>
          <a:custGeom>
            <a:avLst/>
            <a:gdLst/>
            <a:ahLst/>
            <a:rect l="0" t="0" r="r" b="b"/>
            <a:pathLst>
              <a:path w="403" h="33">
                <a:moveTo>
                  <a:pt x="0" y="33"/>
                </a:moveTo>
                <a:lnTo>
                  <a:pt x="403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1" name=""/>
          <p:cNvSpPr/>
          <p:nvPr/>
        </p:nvSpPr>
        <p:spPr>
          <a:xfrm>
            <a:off x="2859480" y="203508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3"/>
                </a:moveTo>
                <a:lnTo>
                  <a:pt x="397" y="0"/>
                </a:lnTo>
                <a:lnTo>
                  <a:pt x="397" y="1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" name=""/>
          <p:cNvSpPr/>
          <p:nvPr/>
        </p:nvSpPr>
        <p:spPr>
          <a:xfrm>
            <a:off x="2861640" y="203544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91" y="0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3" name=""/>
          <p:cNvSpPr/>
          <p:nvPr/>
        </p:nvSpPr>
        <p:spPr>
          <a:xfrm>
            <a:off x="2863800" y="2035440"/>
            <a:ext cx="138600" cy="11880"/>
          </a:xfrm>
          <a:custGeom>
            <a:avLst/>
            <a:gdLst/>
            <a:ahLst/>
            <a:rect l="0" t="0" r="r" b="b"/>
            <a:pathLst>
              <a:path w="385" h="33">
                <a:moveTo>
                  <a:pt x="0" y="33"/>
                </a:moveTo>
                <a:lnTo>
                  <a:pt x="385" y="0"/>
                </a:lnTo>
                <a:lnTo>
                  <a:pt x="385" y="2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4" name=""/>
          <p:cNvSpPr/>
          <p:nvPr/>
        </p:nvSpPr>
        <p:spPr>
          <a:xfrm>
            <a:off x="2865960" y="2035800"/>
            <a:ext cx="136440" cy="11160"/>
          </a:xfrm>
          <a:custGeom>
            <a:avLst/>
            <a:gdLst/>
            <a:ahLst/>
            <a:rect l="0" t="0" r="r" b="b"/>
            <a:pathLst>
              <a:path w="379" h="31">
                <a:moveTo>
                  <a:pt x="0" y="31"/>
                </a:moveTo>
                <a:lnTo>
                  <a:pt x="379" y="0"/>
                </a:lnTo>
                <a:lnTo>
                  <a:pt x="7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5" name=""/>
          <p:cNvSpPr/>
          <p:nvPr/>
        </p:nvSpPr>
        <p:spPr>
          <a:xfrm>
            <a:off x="2868480" y="203580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1"/>
                </a:moveTo>
                <a:lnTo>
                  <a:pt x="372" y="0"/>
                </a:lnTo>
                <a:lnTo>
                  <a:pt x="372" y="1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8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6" name=""/>
          <p:cNvSpPr/>
          <p:nvPr/>
        </p:nvSpPr>
        <p:spPr>
          <a:xfrm>
            <a:off x="2870640" y="2036160"/>
            <a:ext cx="131760" cy="10800"/>
          </a:xfrm>
          <a:custGeom>
            <a:avLst/>
            <a:gdLst/>
            <a:ahLst/>
            <a:rect l="0" t="0" r="r" b="b"/>
            <a:pathLst>
              <a:path w="366" h="30">
                <a:moveTo>
                  <a:pt x="0" y="30"/>
                </a:moveTo>
                <a:lnTo>
                  <a:pt x="366" y="0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7" name=""/>
          <p:cNvSpPr/>
          <p:nvPr/>
        </p:nvSpPr>
        <p:spPr>
          <a:xfrm>
            <a:off x="2872800" y="203616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60" y="0"/>
                </a:lnTo>
                <a:lnTo>
                  <a:pt x="360" y="1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8" name=""/>
          <p:cNvSpPr/>
          <p:nvPr/>
        </p:nvSpPr>
        <p:spPr>
          <a:xfrm>
            <a:off x="2874960" y="203652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54" y="0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" name=""/>
          <p:cNvSpPr/>
          <p:nvPr/>
        </p:nvSpPr>
        <p:spPr>
          <a:xfrm>
            <a:off x="2877120" y="2036520"/>
            <a:ext cx="125280" cy="10440"/>
          </a:xfrm>
          <a:custGeom>
            <a:avLst/>
            <a:gdLst/>
            <a:ahLst/>
            <a:rect l="0" t="0" r="r" b="b"/>
            <a:pathLst>
              <a:path w="348" h="29">
                <a:moveTo>
                  <a:pt x="0" y="29"/>
                </a:moveTo>
                <a:lnTo>
                  <a:pt x="348" y="0"/>
                </a:lnTo>
                <a:lnTo>
                  <a:pt x="348" y="1"/>
                </a:lnTo>
                <a:lnTo>
                  <a:pt x="7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1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0" name=""/>
          <p:cNvSpPr/>
          <p:nvPr/>
        </p:nvSpPr>
        <p:spPr>
          <a:xfrm>
            <a:off x="2879640" y="203688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41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1" name=""/>
          <p:cNvSpPr/>
          <p:nvPr/>
        </p:nvSpPr>
        <p:spPr>
          <a:xfrm>
            <a:off x="2881800" y="203688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335" y="1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2" name=""/>
          <p:cNvSpPr/>
          <p:nvPr/>
        </p:nvSpPr>
        <p:spPr>
          <a:xfrm>
            <a:off x="2883960" y="2037240"/>
            <a:ext cx="118440" cy="9720"/>
          </a:xfrm>
          <a:custGeom>
            <a:avLst/>
            <a:gdLst/>
            <a:ahLst/>
            <a:rect l="0" t="0" r="r" b="b"/>
            <a:pathLst>
              <a:path w="329" h="27">
                <a:moveTo>
                  <a:pt x="0" y="27"/>
                </a:moveTo>
                <a:lnTo>
                  <a:pt x="329" y="0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3" name=""/>
          <p:cNvSpPr/>
          <p:nvPr/>
        </p:nvSpPr>
        <p:spPr>
          <a:xfrm>
            <a:off x="2886120" y="203724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7"/>
                </a:moveTo>
                <a:lnTo>
                  <a:pt x="323" y="0"/>
                </a:lnTo>
                <a:lnTo>
                  <a:pt x="323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4" name=""/>
          <p:cNvSpPr/>
          <p:nvPr/>
        </p:nvSpPr>
        <p:spPr>
          <a:xfrm>
            <a:off x="2888280" y="2037600"/>
            <a:ext cx="114120" cy="9360"/>
          </a:xfrm>
          <a:custGeom>
            <a:avLst/>
            <a:gdLst/>
            <a:ahLst/>
            <a:rect l="0" t="0" r="r" b="b"/>
            <a:pathLst>
              <a:path w="317" h="26">
                <a:moveTo>
                  <a:pt x="0" y="26"/>
                </a:moveTo>
                <a:lnTo>
                  <a:pt x="317" y="0"/>
                </a:lnTo>
                <a:lnTo>
                  <a:pt x="7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5" name=""/>
          <p:cNvSpPr/>
          <p:nvPr/>
        </p:nvSpPr>
        <p:spPr>
          <a:xfrm>
            <a:off x="2890800" y="203760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10" y="0"/>
                </a:lnTo>
                <a:lnTo>
                  <a:pt x="310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6" name=""/>
          <p:cNvSpPr/>
          <p:nvPr/>
        </p:nvSpPr>
        <p:spPr>
          <a:xfrm>
            <a:off x="2892960" y="203796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304" y="0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7" name=""/>
          <p:cNvSpPr/>
          <p:nvPr/>
        </p:nvSpPr>
        <p:spPr>
          <a:xfrm>
            <a:off x="2895120" y="203796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5"/>
                </a:moveTo>
                <a:lnTo>
                  <a:pt x="298" y="0"/>
                </a:lnTo>
                <a:lnTo>
                  <a:pt x="298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8" name=""/>
          <p:cNvSpPr/>
          <p:nvPr/>
        </p:nvSpPr>
        <p:spPr>
          <a:xfrm>
            <a:off x="2897280" y="2038320"/>
            <a:ext cx="105120" cy="8640"/>
          </a:xfrm>
          <a:custGeom>
            <a:avLst/>
            <a:gdLst/>
            <a:ahLst/>
            <a:rect l="0" t="0" r="r" b="b"/>
            <a:pathLst>
              <a:path w="292" h="24">
                <a:moveTo>
                  <a:pt x="0" y="24"/>
                </a:moveTo>
                <a:lnTo>
                  <a:pt x="292" y="0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9" name=""/>
          <p:cNvSpPr/>
          <p:nvPr/>
        </p:nvSpPr>
        <p:spPr>
          <a:xfrm>
            <a:off x="2899440" y="203832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4"/>
                </a:moveTo>
                <a:lnTo>
                  <a:pt x="286" y="0"/>
                </a:lnTo>
                <a:lnTo>
                  <a:pt x="286" y="1"/>
                </a:lnTo>
                <a:lnTo>
                  <a:pt x="7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0" name=""/>
          <p:cNvSpPr/>
          <p:nvPr/>
        </p:nvSpPr>
        <p:spPr>
          <a:xfrm>
            <a:off x="2901960" y="2038680"/>
            <a:ext cx="100440" cy="8280"/>
          </a:xfrm>
          <a:custGeom>
            <a:avLst/>
            <a:gdLst/>
            <a:ahLst/>
            <a:rect l="0" t="0" r="r" b="b"/>
            <a:pathLst>
              <a:path w="279" h="23">
                <a:moveTo>
                  <a:pt x="0" y="23"/>
                </a:moveTo>
                <a:lnTo>
                  <a:pt x="279" y="0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" name=""/>
          <p:cNvSpPr/>
          <p:nvPr/>
        </p:nvSpPr>
        <p:spPr>
          <a:xfrm>
            <a:off x="2904120" y="203868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73" y="0"/>
                </a:lnTo>
                <a:lnTo>
                  <a:pt x="273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2" name=""/>
          <p:cNvSpPr/>
          <p:nvPr/>
        </p:nvSpPr>
        <p:spPr>
          <a:xfrm>
            <a:off x="2906280" y="2039040"/>
            <a:ext cx="96120" cy="7920"/>
          </a:xfrm>
          <a:custGeom>
            <a:avLst/>
            <a:gdLst/>
            <a:ahLst/>
            <a:rect l="0" t="0" r="r" b="b"/>
            <a:pathLst>
              <a:path w="267" h="22">
                <a:moveTo>
                  <a:pt x="0" y="22"/>
                </a:moveTo>
                <a:lnTo>
                  <a:pt x="267" y="0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d0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3" name=""/>
          <p:cNvSpPr/>
          <p:nvPr/>
        </p:nvSpPr>
        <p:spPr>
          <a:xfrm>
            <a:off x="2908440" y="203904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2"/>
                </a:moveTo>
                <a:lnTo>
                  <a:pt x="261" y="0"/>
                </a:lnTo>
                <a:lnTo>
                  <a:pt x="261" y="1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4" name=""/>
          <p:cNvSpPr/>
          <p:nvPr/>
        </p:nvSpPr>
        <p:spPr>
          <a:xfrm>
            <a:off x="2910600" y="2039400"/>
            <a:ext cx="91800" cy="7560"/>
          </a:xfrm>
          <a:custGeom>
            <a:avLst/>
            <a:gdLst/>
            <a:ahLst/>
            <a:rect l="0" t="0" r="r" b="b"/>
            <a:pathLst>
              <a:path w="255" h="21">
                <a:moveTo>
                  <a:pt x="0" y="21"/>
                </a:moveTo>
                <a:lnTo>
                  <a:pt x="255" y="0"/>
                </a:lnTo>
                <a:lnTo>
                  <a:pt x="7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" name=""/>
          <p:cNvSpPr/>
          <p:nvPr/>
        </p:nvSpPr>
        <p:spPr>
          <a:xfrm>
            <a:off x="2913120" y="203940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1"/>
                </a:moveTo>
                <a:lnTo>
                  <a:pt x="248" y="0"/>
                </a:lnTo>
                <a:lnTo>
                  <a:pt x="248" y="1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6" name=""/>
          <p:cNvSpPr/>
          <p:nvPr/>
        </p:nvSpPr>
        <p:spPr>
          <a:xfrm>
            <a:off x="2915280" y="2039760"/>
            <a:ext cx="87120" cy="7200"/>
          </a:xfrm>
          <a:custGeom>
            <a:avLst/>
            <a:gdLst/>
            <a:ahLst/>
            <a:rect l="0" t="0" r="r" b="b"/>
            <a:pathLst>
              <a:path w="242" h="20">
                <a:moveTo>
                  <a:pt x="0" y="20"/>
                </a:moveTo>
                <a:lnTo>
                  <a:pt x="242" y="0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7" name=""/>
          <p:cNvSpPr/>
          <p:nvPr/>
        </p:nvSpPr>
        <p:spPr>
          <a:xfrm>
            <a:off x="2917440" y="203976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6" y="0"/>
                </a:lnTo>
                <a:lnTo>
                  <a:pt x="236" y="1"/>
                </a:lnTo>
                <a:lnTo>
                  <a:pt x="7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8" name=""/>
          <p:cNvSpPr/>
          <p:nvPr/>
        </p:nvSpPr>
        <p:spPr>
          <a:xfrm>
            <a:off x="2919600" y="2040120"/>
            <a:ext cx="82800" cy="6840"/>
          </a:xfrm>
          <a:custGeom>
            <a:avLst/>
            <a:gdLst/>
            <a:ahLst/>
            <a:rect l="0" t="0" r="r" b="b"/>
            <a:pathLst>
              <a:path w="230" h="19">
                <a:moveTo>
                  <a:pt x="0" y="19"/>
                </a:moveTo>
                <a:lnTo>
                  <a:pt x="230" y="0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9" name=""/>
          <p:cNvSpPr/>
          <p:nvPr/>
        </p:nvSpPr>
        <p:spPr>
          <a:xfrm>
            <a:off x="2921760" y="204012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9"/>
                </a:moveTo>
                <a:lnTo>
                  <a:pt x="224" y="0"/>
                </a:lnTo>
                <a:lnTo>
                  <a:pt x="224" y="1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0" name=""/>
          <p:cNvSpPr/>
          <p:nvPr/>
        </p:nvSpPr>
        <p:spPr>
          <a:xfrm>
            <a:off x="2923920" y="2040480"/>
            <a:ext cx="78480" cy="6480"/>
          </a:xfrm>
          <a:custGeom>
            <a:avLst/>
            <a:gdLst/>
            <a:ahLst/>
            <a:rect l="0" t="0" r="r" b="b"/>
            <a:pathLst>
              <a:path w="218" h="18">
                <a:moveTo>
                  <a:pt x="0" y="18"/>
                </a:moveTo>
                <a:lnTo>
                  <a:pt x="218" y="0"/>
                </a:lnTo>
                <a:lnTo>
                  <a:pt x="7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1" name=""/>
          <p:cNvSpPr/>
          <p:nvPr/>
        </p:nvSpPr>
        <p:spPr>
          <a:xfrm>
            <a:off x="2926440" y="2040480"/>
            <a:ext cx="75960" cy="6480"/>
          </a:xfrm>
          <a:custGeom>
            <a:avLst/>
            <a:gdLst/>
            <a:ahLst/>
            <a:rect l="0" t="0" r="r" b="b"/>
            <a:pathLst>
              <a:path w="211" h="18">
                <a:moveTo>
                  <a:pt x="0" y="18"/>
                </a:moveTo>
                <a:lnTo>
                  <a:pt x="211" y="0"/>
                </a:lnTo>
                <a:lnTo>
                  <a:pt x="211" y="1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" name=""/>
          <p:cNvSpPr/>
          <p:nvPr/>
        </p:nvSpPr>
        <p:spPr>
          <a:xfrm>
            <a:off x="2928600" y="2040840"/>
            <a:ext cx="73800" cy="6120"/>
          </a:xfrm>
          <a:custGeom>
            <a:avLst/>
            <a:gdLst/>
            <a:ahLst/>
            <a:rect l="0" t="0" r="r" b="b"/>
            <a:pathLst>
              <a:path w="205" h="17">
                <a:moveTo>
                  <a:pt x="0" y="17"/>
                </a:moveTo>
                <a:lnTo>
                  <a:pt x="205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" name=""/>
          <p:cNvSpPr/>
          <p:nvPr/>
        </p:nvSpPr>
        <p:spPr>
          <a:xfrm>
            <a:off x="2930760" y="204084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7"/>
                </a:moveTo>
                <a:lnTo>
                  <a:pt x="199" y="0"/>
                </a:lnTo>
                <a:lnTo>
                  <a:pt x="199" y="1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" name=""/>
          <p:cNvSpPr/>
          <p:nvPr/>
        </p:nvSpPr>
        <p:spPr>
          <a:xfrm>
            <a:off x="2932920" y="2041200"/>
            <a:ext cx="69480" cy="5760"/>
          </a:xfrm>
          <a:custGeom>
            <a:avLst/>
            <a:gdLst/>
            <a:ahLst/>
            <a:rect l="0" t="0" r="r" b="b"/>
            <a:pathLst>
              <a:path w="193" h="16">
                <a:moveTo>
                  <a:pt x="0" y="16"/>
                </a:moveTo>
                <a:lnTo>
                  <a:pt x="193" y="0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f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" name=""/>
          <p:cNvSpPr/>
          <p:nvPr/>
        </p:nvSpPr>
        <p:spPr>
          <a:xfrm>
            <a:off x="2935080" y="2041200"/>
            <a:ext cx="67320" cy="5760"/>
          </a:xfrm>
          <a:custGeom>
            <a:avLst/>
            <a:gdLst/>
            <a:ahLst/>
            <a:rect l="0" t="0" r="r" b="b"/>
            <a:pathLst>
              <a:path w="187" h="16">
                <a:moveTo>
                  <a:pt x="0" y="16"/>
                </a:moveTo>
                <a:lnTo>
                  <a:pt x="187" y="0"/>
                </a:lnTo>
                <a:lnTo>
                  <a:pt x="187" y="1"/>
                </a:lnTo>
                <a:lnTo>
                  <a:pt x="7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" name=""/>
          <p:cNvSpPr/>
          <p:nvPr/>
        </p:nvSpPr>
        <p:spPr>
          <a:xfrm>
            <a:off x="2937600" y="204156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80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" name=""/>
          <p:cNvSpPr/>
          <p:nvPr/>
        </p:nvSpPr>
        <p:spPr>
          <a:xfrm>
            <a:off x="2939760" y="204156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74" y="0"/>
                </a:lnTo>
                <a:lnTo>
                  <a:pt x="174" y="1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" name=""/>
          <p:cNvSpPr/>
          <p:nvPr/>
        </p:nvSpPr>
        <p:spPr>
          <a:xfrm>
            <a:off x="2941920" y="2041920"/>
            <a:ext cx="60480" cy="5040"/>
          </a:xfrm>
          <a:custGeom>
            <a:avLst/>
            <a:gdLst/>
            <a:ahLst/>
            <a:rect l="0" t="0" r="r" b="b"/>
            <a:pathLst>
              <a:path w="168" h="14">
                <a:moveTo>
                  <a:pt x="0" y="14"/>
                </a:moveTo>
                <a:lnTo>
                  <a:pt x="168" y="0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" name=""/>
          <p:cNvSpPr/>
          <p:nvPr/>
        </p:nvSpPr>
        <p:spPr>
          <a:xfrm>
            <a:off x="2944080" y="2041920"/>
            <a:ext cx="58320" cy="5040"/>
          </a:xfrm>
          <a:custGeom>
            <a:avLst/>
            <a:gdLst/>
            <a:ahLst/>
            <a:rect l="0" t="0" r="r" b="b"/>
            <a:pathLst>
              <a:path w="162" h="14">
                <a:moveTo>
                  <a:pt x="0" y="14"/>
                </a:moveTo>
                <a:lnTo>
                  <a:pt x="162" y="0"/>
                </a:lnTo>
                <a:lnTo>
                  <a:pt x="162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" name=""/>
          <p:cNvSpPr/>
          <p:nvPr/>
        </p:nvSpPr>
        <p:spPr>
          <a:xfrm>
            <a:off x="2946240" y="2042280"/>
            <a:ext cx="56160" cy="4680"/>
          </a:xfrm>
          <a:custGeom>
            <a:avLst/>
            <a:gdLst/>
            <a:ahLst/>
            <a:rect l="0" t="0" r="r" b="b"/>
            <a:pathLst>
              <a:path w="156" h="13">
                <a:moveTo>
                  <a:pt x="0" y="13"/>
                </a:moveTo>
                <a:lnTo>
                  <a:pt x="156" y="0"/>
                </a:lnTo>
                <a:lnTo>
                  <a:pt x="7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" name=""/>
          <p:cNvSpPr/>
          <p:nvPr/>
        </p:nvSpPr>
        <p:spPr>
          <a:xfrm>
            <a:off x="2948760" y="204228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3"/>
                </a:moveTo>
                <a:lnTo>
                  <a:pt x="149" y="0"/>
                </a:lnTo>
                <a:lnTo>
                  <a:pt x="149" y="1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" name=""/>
          <p:cNvSpPr/>
          <p:nvPr/>
        </p:nvSpPr>
        <p:spPr>
          <a:xfrm>
            <a:off x="2950920" y="2042640"/>
            <a:ext cx="51480" cy="4320"/>
          </a:xfrm>
          <a:custGeom>
            <a:avLst/>
            <a:gdLst/>
            <a:ahLst/>
            <a:rect l="0" t="0" r="r" b="b"/>
            <a:pathLst>
              <a:path w="143" h="12">
                <a:moveTo>
                  <a:pt x="0" y="12"/>
                </a:moveTo>
                <a:lnTo>
                  <a:pt x="143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" name=""/>
          <p:cNvSpPr/>
          <p:nvPr/>
        </p:nvSpPr>
        <p:spPr>
          <a:xfrm>
            <a:off x="2953080" y="2042640"/>
            <a:ext cx="49320" cy="4680"/>
          </a:xfrm>
          <a:custGeom>
            <a:avLst/>
            <a:gdLst/>
            <a:ahLst/>
            <a:rect l="0" t="0" r="r" b="b"/>
            <a:pathLst>
              <a:path w="137" h="13">
                <a:moveTo>
                  <a:pt x="0" y="13"/>
                </a:moveTo>
                <a:lnTo>
                  <a:pt x="137" y="0"/>
                </a:lnTo>
                <a:lnTo>
                  <a:pt x="137" y="2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" name=""/>
          <p:cNvSpPr/>
          <p:nvPr/>
        </p:nvSpPr>
        <p:spPr>
          <a:xfrm>
            <a:off x="2955240" y="2043000"/>
            <a:ext cx="47160" cy="3960"/>
          </a:xfrm>
          <a:custGeom>
            <a:avLst/>
            <a:gdLst/>
            <a:ahLst/>
            <a:rect l="0" t="0" r="r" b="b"/>
            <a:pathLst>
              <a:path w="131" h="11">
                <a:moveTo>
                  <a:pt x="0" y="11"/>
                </a:moveTo>
                <a:lnTo>
                  <a:pt x="131" y="0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" name=""/>
          <p:cNvSpPr/>
          <p:nvPr/>
        </p:nvSpPr>
        <p:spPr>
          <a:xfrm>
            <a:off x="2957400" y="2043000"/>
            <a:ext cx="45000" cy="3960"/>
          </a:xfrm>
          <a:custGeom>
            <a:avLst/>
            <a:gdLst/>
            <a:ahLst/>
            <a:rect l="0" t="0" r="r" b="b"/>
            <a:pathLst>
              <a:path w="125" h="11">
                <a:moveTo>
                  <a:pt x="0" y="11"/>
                </a:moveTo>
                <a:lnTo>
                  <a:pt x="125" y="0"/>
                </a:lnTo>
                <a:lnTo>
                  <a:pt x="125" y="1"/>
                </a:lnTo>
                <a:lnTo>
                  <a:pt x="7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" name=""/>
          <p:cNvSpPr/>
          <p:nvPr/>
        </p:nvSpPr>
        <p:spPr>
          <a:xfrm>
            <a:off x="2959920" y="2043360"/>
            <a:ext cx="42480" cy="3600"/>
          </a:xfrm>
          <a:custGeom>
            <a:avLst/>
            <a:gdLst/>
            <a:ahLst/>
            <a:rect l="0" t="0" r="r" b="b"/>
            <a:pathLst>
              <a:path w="118" h="10">
                <a:moveTo>
                  <a:pt x="0" y="10"/>
                </a:moveTo>
                <a:lnTo>
                  <a:pt x="118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7" name=""/>
          <p:cNvSpPr/>
          <p:nvPr/>
        </p:nvSpPr>
        <p:spPr>
          <a:xfrm>
            <a:off x="2962080" y="2043360"/>
            <a:ext cx="40320" cy="3600"/>
          </a:xfrm>
          <a:custGeom>
            <a:avLst/>
            <a:gdLst/>
            <a:ahLst/>
            <a:rect l="0" t="0" r="r" b="b"/>
            <a:pathLst>
              <a:path w="112" h="10">
                <a:moveTo>
                  <a:pt x="0" y="10"/>
                </a:moveTo>
                <a:lnTo>
                  <a:pt x="112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8" name=""/>
          <p:cNvSpPr/>
          <p:nvPr/>
        </p:nvSpPr>
        <p:spPr>
          <a:xfrm>
            <a:off x="2964240" y="204336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10"/>
                </a:moveTo>
                <a:lnTo>
                  <a:pt x="106" y="0"/>
                </a:lnTo>
                <a:lnTo>
                  <a:pt x="106" y="1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9" name=""/>
          <p:cNvSpPr/>
          <p:nvPr/>
        </p:nvSpPr>
        <p:spPr>
          <a:xfrm>
            <a:off x="2966400" y="204372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9"/>
                </a:moveTo>
                <a:lnTo>
                  <a:pt x="100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" name=""/>
          <p:cNvSpPr/>
          <p:nvPr/>
        </p:nvSpPr>
        <p:spPr>
          <a:xfrm>
            <a:off x="2968560" y="2043720"/>
            <a:ext cx="33840" cy="3240"/>
          </a:xfrm>
          <a:custGeom>
            <a:avLst/>
            <a:gdLst/>
            <a:ahLst/>
            <a:rect l="0" t="0" r="r" b="b"/>
            <a:pathLst>
              <a:path w="94" h="9">
                <a:moveTo>
                  <a:pt x="0" y="9"/>
                </a:moveTo>
                <a:lnTo>
                  <a:pt x="94" y="0"/>
                </a:lnTo>
                <a:lnTo>
                  <a:pt x="94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" name=""/>
          <p:cNvSpPr/>
          <p:nvPr/>
        </p:nvSpPr>
        <p:spPr>
          <a:xfrm>
            <a:off x="2970720" y="2044080"/>
            <a:ext cx="31680" cy="3240"/>
          </a:xfrm>
          <a:custGeom>
            <a:avLst/>
            <a:gdLst/>
            <a:ahLst/>
            <a:rect l="0" t="0" r="r" b="b"/>
            <a:pathLst>
              <a:path w="88" h="9">
                <a:moveTo>
                  <a:pt x="0" y="9"/>
                </a:moveTo>
                <a:lnTo>
                  <a:pt x="88" y="0"/>
                </a:lnTo>
                <a:lnTo>
                  <a:pt x="7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" name=""/>
          <p:cNvSpPr/>
          <p:nvPr/>
        </p:nvSpPr>
        <p:spPr>
          <a:xfrm>
            <a:off x="2973240" y="2044080"/>
            <a:ext cx="29160" cy="3240"/>
          </a:xfrm>
          <a:custGeom>
            <a:avLst/>
            <a:gdLst/>
            <a:ahLst/>
            <a:rect l="0" t="0" r="r" b="b"/>
            <a:pathLst>
              <a:path w="81" h="9">
                <a:moveTo>
                  <a:pt x="0" y="9"/>
                </a:moveTo>
                <a:lnTo>
                  <a:pt x="81" y="0"/>
                </a:lnTo>
                <a:lnTo>
                  <a:pt x="81" y="2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" name=""/>
          <p:cNvSpPr/>
          <p:nvPr/>
        </p:nvSpPr>
        <p:spPr>
          <a:xfrm>
            <a:off x="2975400" y="204444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7"/>
                </a:moveTo>
                <a:lnTo>
                  <a:pt x="75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" name=""/>
          <p:cNvSpPr/>
          <p:nvPr/>
        </p:nvSpPr>
        <p:spPr>
          <a:xfrm>
            <a:off x="2977560" y="2044440"/>
            <a:ext cx="24840" cy="2520"/>
          </a:xfrm>
          <a:custGeom>
            <a:avLst/>
            <a:gdLst/>
            <a:ahLst/>
            <a:rect l="0" t="0" r="r" b="b"/>
            <a:pathLst>
              <a:path w="69" h="7">
                <a:moveTo>
                  <a:pt x="0" y="7"/>
                </a:moveTo>
                <a:lnTo>
                  <a:pt x="69" y="0"/>
                </a:lnTo>
                <a:lnTo>
                  <a:pt x="69" y="1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" name=""/>
          <p:cNvSpPr/>
          <p:nvPr/>
        </p:nvSpPr>
        <p:spPr>
          <a:xfrm>
            <a:off x="2979720" y="2044800"/>
            <a:ext cx="22680" cy="2160"/>
          </a:xfrm>
          <a:custGeom>
            <a:avLst/>
            <a:gdLst/>
            <a:ahLst/>
            <a:rect l="0" t="0" r="r" b="b"/>
            <a:pathLst>
              <a:path w="63" h="6">
                <a:moveTo>
                  <a:pt x="0" y="6"/>
                </a:moveTo>
                <a:lnTo>
                  <a:pt x="63" y="0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6" name=""/>
          <p:cNvSpPr/>
          <p:nvPr/>
        </p:nvSpPr>
        <p:spPr>
          <a:xfrm>
            <a:off x="2981880" y="2044800"/>
            <a:ext cx="20520" cy="2160"/>
          </a:xfrm>
          <a:custGeom>
            <a:avLst/>
            <a:gdLst/>
            <a:ahLst/>
            <a:rect l="0" t="0" r="r" b="b"/>
            <a:pathLst>
              <a:path w="57" h="6">
                <a:moveTo>
                  <a:pt x="0" y="6"/>
                </a:moveTo>
                <a:lnTo>
                  <a:pt x="57" y="0"/>
                </a:lnTo>
                <a:lnTo>
                  <a:pt x="57" y="1"/>
                </a:lnTo>
                <a:lnTo>
                  <a:pt x="7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7" name=""/>
          <p:cNvSpPr/>
          <p:nvPr/>
        </p:nvSpPr>
        <p:spPr>
          <a:xfrm>
            <a:off x="2984400" y="2045160"/>
            <a:ext cx="18000" cy="1800"/>
          </a:xfrm>
          <a:custGeom>
            <a:avLst/>
            <a:gdLst/>
            <a:ahLst/>
            <a:rect l="0" t="0" r="r" b="b"/>
            <a:pathLst>
              <a:path w="50" h="5">
                <a:moveTo>
                  <a:pt x="0" y="5"/>
                </a:moveTo>
                <a:lnTo>
                  <a:pt x="50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8" name=""/>
          <p:cNvSpPr/>
          <p:nvPr/>
        </p:nvSpPr>
        <p:spPr>
          <a:xfrm>
            <a:off x="2986560" y="2045160"/>
            <a:ext cx="15840" cy="1800"/>
          </a:xfrm>
          <a:custGeom>
            <a:avLst/>
            <a:gdLst/>
            <a:ahLst/>
            <a:rect l="0" t="0" r="r" b="b"/>
            <a:pathLst>
              <a:path w="44" h="5">
                <a:moveTo>
                  <a:pt x="0" y="5"/>
                </a:moveTo>
                <a:lnTo>
                  <a:pt x="44" y="0"/>
                </a:lnTo>
                <a:lnTo>
                  <a:pt x="44" y="1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9" name=""/>
          <p:cNvSpPr/>
          <p:nvPr/>
        </p:nvSpPr>
        <p:spPr>
          <a:xfrm>
            <a:off x="2988720" y="2045520"/>
            <a:ext cx="13680" cy="1800"/>
          </a:xfrm>
          <a:custGeom>
            <a:avLst/>
            <a:gdLst/>
            <a:ahLst/>
            <a:rect l="0" t="0" r="r" b="b"/>
            <a:pathLst>
              <a:path w="38" h="5">
                <a:moveTo>
                  <a:pt x="0" y="5"/>
                </a:moveTo>
                <a:lnTo>
                  <a:pt x="38" y="0"/>
                </a:lnTo>
                <a:lnTo>
                  <a:pt x="7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80" name=""/>
          <p:cNvSpPr/>
          <p:nvPr/>
        </p:nvSpPr>
        <p:spPr>
          <a:xfrm>
            <a:off x="2990880" y="2045520"/>
            <a:ext cx="11520" cy="1800"/>
          </a:xfrm>
          <a:custGeom>
            <a:avLst/>
            <a:gdLst/>
            <a:ahLst/>
            <a:rect l="0" t="0" r="r" b="b"/>
            <a:pathLst>
              <a:path w="32" h="5">
                <a:moveTo>
                  <a:pt x="0" y="5"/>
                </a:moveTo>
                <a:lnTo>
                  <a:pt x="32" y="0"/>
                </a:lnTo>
                <a:lnTo>
                  <a:pt x="32" y="2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81" name=""/>
          <p:cNvSpPr/>
          <p:nvPr/>
        </p:nvSpPr>
        <p:spPr>
          <a:xfrm>
            <a:off x="2993040" y="204588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4"/>
                </a:moveTo>
                <a:lnTo>
                  <a:pt x="26" y="0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82" name=""/>
          <p:cNvSpPr/>
          <p:nvPr/>
        </p:nvSpPr>
        <p:spPr>
          <a:xfrm>
            <a:off x="2995560" y="2045880"/>
            <a:ext cx="6840" cy="1440"/>
          </a:xfrm>
          <a:custGeom>
            <a:avLst/>
            <a:gdLst/>
            <a:ahLst/>
            <a:rect l="0" t="0" r="r" b="b"/>
            <a:pathLst>
              <a:path w="19" h="4">
                <a:moveTo>
                  <a:pt x="0" y="4"/>
                </a:moveTo>
                <a:lnTo>
                  <a:pt x="19" y="0"/>
                </a:lnTo>
                <a:lnTo>
                  <a:pt x="19" y="2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83" name=""/>
          <p:cNvSpPr/>
          <p:nvPr/>
        </p:nvSpPr>
        <p:spPr>
          <a:xfrm>
            <a:off x="2997720" y="2046240"/>
            <a:ext cx="4320" cy="360"/>
          </a:xfrm>
          <a:custGeom>
            <a:avLst/>
            <a:gdLst/>
            <a:ahLst/>
            <a:rect l="0" t="0" r="r" b="b"/>
            <a:pathLst>
              <a:path w="12" h="1">
                <a:moveTo>
                  <a:pt x="0" y="1"/>
                </a:moveTo>
                <a:lnTo>
                  <a:pt x="12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84" name=""/>
          <p:cNvSpPr/>
          <p:nvPr/>
        </p:nvSpPr>
        <p:spPr>
          <a:xfrm>
            <a:off x="2999880" y="2046240"/>
            <a:ext cx="2160" cy="360"/>
          </a:xfrm>
          <a:custGeom>
            <a:avLst/>
            <a:gdLst/>
            <a:ahLst/>
            <a:rect l="0" t="0" r="r" b="b"/>
            <a:pathLst>
              <a:path w="6" h="1">
                <a:moveTo>
                  <a:pt x="0" y="1"/>
                </a:moveTo>
                <a:lnTo>
                  <a:pt x="6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85" name=""/>
          <p:cNvSpPr/>
          <p:nvPr/>
        </p:nvSpPr>
        <p:spPr>
          <a:xfrm>
            <a:off x="2718720" y="2023560"/>
            <a:ext cx="283680" cy="23400"/>
          </a:xfrm>
          <a:custGeom>
            <a:avLst/>
            <a:gdLst/>
            <a:ahLst/>
            <a:rect l="0" t="0" r="r" b="b"/>
            <a:pathLst>
              <a:path w="788" h="65">
                <a:moveTo>
                  <a:pt x="0" y="65"/>
                </a:moveTo>
                <a:lnTo>
                  <a:pt x="788" y="65"/>
                </a:lnTo>
                <a:lnTo>
                  <a:pt x="788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" name=""/>
          <p:cNvSpPr/>
          <p:nvPr/>
        </p:nvSpPr>
        <p:spPr>
          <a:xfrm>
            <a:off x="2746080" y="2046600"/>
            <a:ext cx="7920" cy="1440"/>
          </a:xfrm>
          <a:custGeom>
            <a:avLst/>
            <a:gdLst/>
            <a:ahLst/>
            <a:rect l="0" t="0" r="r" b="b"/>
            <a:pathLst>
              <a:path w="22" h="4">
                <a:moveTo>
                  <a:pt x="0" y="0"/>
                </a:moveTo>
                <a:lnTo>
                  <a:pt x="22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" name=""/>
          <p:cNvSpPr/>
          <p:nvPr/>
        </p:nvSpPr>
        <p:spPr>
          <a:xfrm>
            <a:off x="2746080" y="2046600"/>
            <a:ext cx="10800" cy="1440"/>
          </a:xfrm>
          <a:custGeom>
            <a:avLst/>
            <a:gdLst/>
            <a:ahLst/>
            <a:rect l="0" t="0" r="r" b="b"/>
            <a:pathLst>
              <a:path w="30" h="4">
                <a:moveTo>
                  <a:pt x="0" y="3"/>
                </a:moveTo>
                <a:lnTo>
                  <a:pt x="21" y="0"/>
                </a:lnTo>
                <a:lnTo>
                  <a:pt x="30" y="0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" name=""/>
          <p:cNvSpPr/>
          <p:nvPr/>
        </p:nvSpPr>
        <p:spPr>
          <a:xfrm>
            <a:off x="2746080" y="2046600"/>
            <a:ext cx="14400" cy="1800"/>
          </a:xfrm>
          <a:custGeom>
            <a:avLst/>
            <a:gdLst/>
            <a:ahLst/>
            <a:rect l="0" t="0" r="r" b="b"/>
            <a:pathLst>
              <a:path w="40" h="5">
                <a:moveTo>
                  <a:pt x="0" y="4"/>
                </a:moveTo>
                <a:lnTo>
                  <a:pt x="29" y="0"/>
                </a:lnTo>
                <a:lnTo>
                  <a:pt x="40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" name=""/>
          <p:cNvSpPr/>
          <p:nvPr/>
        </p:nvSpPr>
        <p:spPr>
          <a:xfrm>
            <a:off x="2746080" y="2046600"/>
            <a:ext cx="18000" cy="2520"/>
          </a:xfrm>
          <a:custGeom>
            <a:avLst/>
            <a:gdLst/>
            <a:ahLst/>
            <a:rect l="0" t="0" r="r" b="b"/>
            <a:pathLst>
              <a:path w="50" h="7">
                <a:moveTo>
                  <a:pt x="0" y="5"/>
                </a:moveTo>
                <a:lnTo>
                  <a:pt x="39" y="0"/>
                </a:lnTo>
                <a:lnTo>
                  <a:pt x="50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" name=""/>
          <p:cNvSpPr/>
          <p:nvPr/>
        </p:nvSpPr>
        <p:spPr>
          <a:xfrm>
            <a:off x="2746080" y="2046600"/>
            <a:ext cx="21600" cy="2520"/>
          </a:xfrm>
          <a:custGeom>
            <a:avLst/>
            <a:gdLst/>
            <a:ahLst/>
            <a:rect l="0" t="0" r="r" b="b"/>
            <a:pathLst>
              <a:path w="60" h="7">
                <a:moveTo>
                  <a:pt x="0" y="6"/>
                </a:moveTo>
                <a:lnTo>
                  <a:pt x="50" y="0"/>
                </a:lnTo>
                <a:lnTo>
                  <a:pt x="60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1" name=""/>
          <p:cNvSpPr/>
          <p:nvPr/>
        </p:nvSpPr>
        <p:spPr>
          <a:xfrm>
            <a:off x="2746080" y="204660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7"/>
                </a:moveTo>
                <a:lnTo>
                  <a:pt x="60" y="0"/>
                </a:lnTo>
                <a:lnTo>
                  <a:pt x="70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2" name=""/>
          <p:cNvSpPr/>
          <p:nvPr/>
        </p:nvSpPr>
        <p:spPr>
          <a:xfrm>
            <a:off x="2746080" y="2046600"/>
            <a:ext cx="28800" cy="3240"/>
          </a:xfrm>
          <a:custGeom>
            <a:avLst/>
            <a:gdLst/>
            <a:ahLst/>
            <a:rect l="0" t="0" r="r" b="b"/>
            <a:pathLst>
              <a:path w="80" h="9">
                <a:moveTo>
                  <a:pt x="0" y="8"/>
                </a:moveTo>
                <a:lnTo>
                  <a:pt x="70" y="0"/>
                </a:lnTo>
                <a:lnTo>
                  <a:pt x="80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3" name=""/>
          <p:cNvSpPr/>
          <p:nvPr/>
        </p:nvSpPr>
        <p:spPr>
          <a:xfrm>
            <a:off x="2746080" y="204660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9"/>
                </a:moveTo>
                <a:lnTo>
                  <a:pt x="80" y="0"/>
                </a:lnTo>
                <a:lnTo>
                  <a:pt x="99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4" name=""/>
          <p:cNvSpPr/>
          <p:nvPr/>
        </p:nvSpPr>
        <p:spPr>
          <a:xfrm>
            <a:off x="2746080" y="204660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99" y="0"/>
                </a:lnTo>
                <a:lnTo>
                  <a:pt x="104" y="0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5" name=""/>
          <p:cNvSpPr/>
          <p:nvPr/>
        </p:nvSpPr>
        <p:spPr>
          <a:xfrm>
            <a:off x="2746080" y="2046600"/>
            <a:ext cx="39240" cy="4320"/>
          </a:xfrm>
          <a:custGeom>
            <a:avLst/>
            <a:gdLst/>
            <a:ahLst/>
            <a:rect l="0" t="0" r="r" b="b"/>
            <a:pathLst>
              <a:path w="109" h="12">
                <a:moveTo>
                  <a:pt x="0" y="11"/>
                </a:moveTo>
                <a:lnTo>
                  <a:pt x="104" y="0"/>
                </a:lnTo>
                <a:lnTo>
                  <a:pt x="109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6" name=""/>
          <p:cNvSpPr/>
          <p:nvPr/>
        </p:nvSpPr>
        <p:spPr>
          <a:xfrm>
            <a:off x="2746080" y="204660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2"/>
                </a:moveTo>
                <a:lnTo>
                  <a:pt x="109" y="0"/>
                </a:lnTo>
                <a:lnTo>
                  <a:pt x="119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7" name=""/>
          <p:cNvSpPr/>
          <p:nvPr/>
        </p:nvSpPr>
        <p:spPr>
          <a:xfrm>
            <a:off x="2746080" y="2046600"/>
            <a:ext cx="46440" cy="5040"/>
          </a:xfrm>
          <a:custGeom>
            <a:avLst/>
            <a:gdLst/>
            <a:ahLst/>
            <a:rect l="0" t="0" r="r" b="b"/>
            <a:pathLst>
              <a:path w="129" h="14">
                <a:moveTo>
                  <a:pt x="0" y="13"/>
                </a:moveTo>
                <a:lnTo>
                  <a:pt x="119" y="0"/>
                </a:lnTo>
                <a:lnTo>
                  <a:pt x="129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8" name=""/>
          <p:cNvSpPr/>
          <p:nvPr/>
        </p:nvSpPr>
        <p:spPr>
          <a:xfrm>
            <a:off x="2746080" y="2046600"/>
            <a:ext cx="48240" cy="5040"/>
          </a:xfrm>
          <a:custGeom>
            <a:avLst/>
            <a:gdLst/>
            <a:ahLst/>
            <a:rect l="0" t="0" r="r" b="b"/>
            <a:pathLst>
              <a:path w="134" h="14">
                <a:moveTo>
                  <a:pt x="0" y="14"/>
                </a:moveTo>
                <a:lnTo>
                  <a:pt x="129" y="0"/>
                </a:lnTo>
                <a:lnTo>
                  <a:pt x="134" y="0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9" name=""/>
          <p:cNvSpPr/>
          <p:nvPr/>
        </p:nvSpPr>
        <p:spPr>
          <a:xfrm>
            <a:off x="2746080" y="2046600"/>
            <a:ext cx="50040" cy="5400"/>
          </a:xfrm>
          <a:custGeom>
            <a:avLst/>
            <a:gdLst/>
            <a:ahLst/>
            <a:rect l="0" t="0" r="r" b="b"/>
            <a:pathLst>
              <a:path w="139" h="15">
                <a:moveTo>
                  <a:pt x="0" y="14"/>
                </a:moveTo>
                <a:lnTo>
                  <a:pt x="134" y="0"/>
                </a:lnTo>
                <a:lnTo>
                  <a:pt x="139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0" name=""/>
          <p:cNvSpPr/>
          <p:nvPr/>
        </p:nvSpPr>
        <p:spPr>
          <a:xfrm>
            <a:off x="2746080" y="2046600"/>
            <a:ext cx="53640" cy="5760"/>
          </a:xfrm>
          <a:custGeom>
            <a:avLst/>
            <a:gdLst/>
            <a:ahLst/>
            <a:rect l="0" t="0" r="r" b="b"/>
            <a:pathLst>
              <a:path w="149" h="16">
                <a:moveTo>
                  <a:pt x="0" y="15"/>
                </a:moveTo>
                <a:lnTo>
                  <a:pt x="139" y="0"/>
                </a:lnTo>
                <a:lnTo>
                  <a:pt x="149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1" name=""/>
          <p:cNvSpPr/>
          <p:nvPr/>
        </p:nvSpPr>
        <p:spPr>
          <a:xfrm>
            <a:off x="2746080" y="204660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49" y="0"/>
                </a:lnTo>
                <a:lnTo>
                  <a:pt x="153" y="0"/>
                </a:lnTo>
                <a:lnTo>
                  <a:pt x="0" y="16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2" name=""/>
          <p:cNvSpPr/>
          <p:nvPr/>
        </p:nvSpPr>
        <p:spPr>
          <a:xfrm>
            <a:off x="2746080" y="2046600"/>
            <a:ext cx="56880" cy="6120"/>
          </a:xfrm>
          <a:custGeom>
            <a:avLst/>
            <a:gdLst/>
            <a:ahLst/>
            <a:rect l="0" t="0" r="r" b="b"/>
            <a:pathLst>
              <a:path w="158" h="17">
                <a:moveTo>
                  <a:pt x="0" y="16"/>
                </a:moveTo>
                <a:lnTo>
                  <a:pt x="153" y="0"/>
                </a:lnTo>
                <a:lnTo>
                  <a:pt x="158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3" name=""/>
          <p:cNvSpPr/>
          <p:nvPr/>
        </p:nvSpPr>
        <p:spPr>
          <a:xfrm>
            <a:off x="2746080" y="2046600"/>
            <a:ext cx="64080" cy="6840"/>
          </a:xfrm>
          <a:custGeom>
            <a:avLst/>
            <a:gdLst/>
            <a:ahLst/>
            <a:rect l="0" t="0" r="r" b="b"/>
            <a:pathLst>
              <a:path w="178" h="19">
                <a:moveTo>
                  <a:pt x="0" y="17"/>
                </a:moveTo>
                <a:lnTo>
                  <a:pt x="158" y="0"/>
                </a:lnTo>
                <a:lnTo>
                  <a:pt x="178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4" name=""/>
          <p:cNvSpPr/>
          <p:nvPr/>
        </p:nvSpPr>
        <p:spPr>
          <a:xfrm>
            <a:off x="2746080" y="2046600"/>
            <a:ext cx="71280" cy="7560"/>
          </a:xfrm>
          <a:custGeom>
            <a:avLst/>
            <a:gdLst/>
            <a:ahLst/>
            <a:rect l="0" t="0" r="r" b="b"/>
            <a:pathLst>
              <a:path w="198" h="21">
                <a:moveTo>
                  <a:pt x="0" y="19"/>
                </a:moveTo>
                <a:lnTo>
                  <a:pt x="178" y="0"/>
                </a:lnTo>
                <a:lnTo>
                  <a:pt x="198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5" name=""/>
          <p:cNvSpPr/>
          <p:nvPr/>
        </p:nvSpPr>
        <p:spPr>
          <a:xfrm>
            <a:off x="2746080" y="2046600"/>
            <a:ext cx="74880" cy="7920"/>
          </a:xfrm>
          <a:custGeom>
            <a:avLst/>
            <a:gdLst/>
            <a:ahLst/>
            <a:rect l="0" t="0" r="r" b="b"/>
            <a:pathLst>
              <a:path w="208" h="22">
                <a:moveTo>
                  <a:pt x="0" y="21"/>
                </a:moveTo>
                <a:lnTo>
                  <a:pt x="198" y="0"/>
                </a:lnTo>
                <a:lnTo>
                  <a:pt x="208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6" name=""/>
          <p:cNvSpPr/>
          <p:nvPr/>
        </p:nvSpPr>
        <p:spPr>
          <a:xfrm>
            <a:off x="2746080" y="2046600"/>
            <a:ext cx="76680" cy="7920"/>
          </a:xfrm>
          <a:custGeom>
            <a:avLst/>
            <a:gdLst/>
            <a:ahLst/>
            <a:rect l="0" t="0" r="r" b="b"/>
            <a:pathLst>
              <a:path w="213" h="22">
                <a:moveTo>
                  <a:pt x="0" y="22"/>
                </a:moveTo>
                <a:lnTo>
                  <a:pt x="208" y="0"/>
                </a:lnTo>
                <a:lnTo>
                  <a:pt x="213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7" name=""/>
          <p:cNvSpPr/>
          <p:nvPr/>
        </p:nvSpPr>
        <p:spPr>
          <a:xfrm>
            <a:off x="2746080" y="2046600"/>
            <a:ext cx="78120" cy="8280"/>
          </a:xfrm>
          <a:custGeom>
            <a:avLst/>
            <a:gdLst/>
            <a:ahLst/>
            <a:rect l="0" t="0" r="r" b="b"/>
            <a:pathLst>
              <a:path w="217" h="23">
                <a:moveTo>
                  <a:pt x="0" y="22"/>
                </a:moveTo>
                <a:lnTo>
                  <a:pt x="213" y="0"/>
                </a:lnTo>
                <a:lnTo>
                  <a:pt x="21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8" name=""/>
          <p:cNvSpPr/>
          <p:nvPr/>
        </p:nvSpPr>
        <p:spPr>
          <a:xfrm>
            <a:off x="2746080" y="2046600"/>
            <a:ext cx="81720" cy="8640"/>
          </a:xfrm>
          <a:custGeom>
            <a:avLst/>
            <a:gdLst/>
            <a:ahLst/>
            <a:rect l="0" t="0" r="r" b="b"/>
            <a:pathLst>
              <a:path w="227" h="24">
                <a:moveTo>
                  <a:pt x="0" y="23"/>
                </a:moveTo>
                <a:lnTo>
                  <a:pt x="217" y="0"/>
                </a:lnTo>
                <a:lnTo>
                  <a:pt x="227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9" name=""/>
          <p:cNvSpPr/>
          <p:nvPr/>
        </p:nvSpPr>
        <p:spPr>
          <a:xfrm>
            <a:off x="2746080" y="2046600"/>
            <a:ext cx="83520" cy="8640"/>
          </a:xfrm>
          <a:custGeom>
            <a:avLst/>
            <a:gdLst/>
            <a:ahLst/>
            <a:rect l="0" t="0" r="r" b="b"/>
            <a:pathLst>
              <a:path w="232" h="24">
                <a:moveTo>
                  <a:pt x="0" y="24"/>
                </a:moveTo>
                <a:lnTo>
                  <a:pt x="227" y="0"/>
                </a:lnTo>
                <a:lnTo>
                  <a:pt x="232" y="0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0" name=""/>
          <p:cNvSpPr/>
          <p:nvPr/>
        </p:nvSpPr>
        <p:spPr>
          <a:xfrm>
            <a:off x="2746080" y="2046600"/>
            <a:ext cx="85320" cy="9000"/>
          </a:xfrm>
          <a:custGeom>
            <a:avLst/>
            <a:gdLst/>
            <a:ahLst/>
            <a:rect l="0" t="0" r="r" b="b"/>
            <a:pathLst>
              <a:path w="237" h="25">
                <a:moveTo>
                  <a:pt x="0" y="24"/>
                </a:moveTo>
                <a:lnTo>
                  <a:pt x="232" y="0"/>
                </a:lnTo>
                <a:lnTo>
                  <a:pt x="237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1" name=""/>
          <p:cNvSpPr/>
          <p:nvPr/>
        </p:nvSpPr>
        <p:spPr>
          <a:xfrm>
            <a:off x="2746080" y="2046600"/>
            <a:ext cx="88920" cy="9360"/>
          </a:xfrm>
          <a:custGeom>
            <a:avLst/>
            <a:gdLst/>
            <a:ahLst/>
            <a:rect l="0" t="0" r="r" b="b"/>
            <a:pathLst>
              <a:path w="247" h="26">
                <a:moveTo>
                  <a:pt x="0" y="25"/>
                </a:moveTo>
                <a:lnTo>
                  <a:pt x="237" y="0"/>
                </a:lnTo>
                <a:lnTo>
                  <a:pt x="247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2" name=""/>
          <p:cNvSpPr/>
          <p:nvPr/>
        </p:nvSpPr>
        <p:spPr>
          <a:xfrm>
            <a:off x="2746080" y="2046600"/>
            <a:ext cx="92520" cy="9720"/>
          </a:xfrm>
          <a:custGeom>
            <a:avLst/>
            <a:gdLst/>
            <a:ahLst/>
            <a:rect l="0" t="0" r="r" b="b"/>
            <a:pathLst>
              <a:path w="257" h="27">
                <a:moveTo>
                  <a:pt x="0" y="26"/>
                </a:moveTo>
                <a:lnTo>
                  <a:pt x="247" y="0"/>
                </a:lnTo>
                <a:lnTo>
                  <a:pt x="257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3" name=""/>
          <p:cNvSpPr/>
          <p:nvPr/>
        </p:nvSpPr>
        <p:spPr>
          <a:xfrm>
            <a:off x="2746080" y="2046600"/>
            <a:ext cx="94320" cy="9720"/>
          </a:xfrm>
          <a:custGeom>
            <a:avLst/>
            <a:gdLst/>
            <a:ahLst/>
            <a:rect l="0" t="0" r="r" b="b"/>
            <a:pathLst>
              <a:path w="262" h="27">
                <a:moveTo>
                  <a:pt x="0" y="27"/>
                </a:moveTo>
                <a:lnTo>
                  <a:pt x="257" y="0"/>
                </a:lnTo>
                <a:lnTo>
                  <a:pt x="262" y="0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4" name=""/>
          <p:cNvSpPr/>
          <p:nvPr/>
        </p:nvSpPr>
        <p:spPr>
          <a:xfrm>
            <a:off x="2746080" y="2046600"/>
            <a:ext cx="96120" cy="10080"/>
          </a:xfrm>
          <a:custGeom>
            <a:avLst/>
            <a:gdLst/>
            <a:ahLst/>
            <a:rect l="0" t="0" r="r" b="b"/>
            <a:pathLst>
              <a:path w="267" h="28">
                <a:moveTo>
                  <a:pt x="0" y="27"/>
                </a:moveTo>
                <a:lnTo>
                  <a:pt x="262" y="0"/>
                </a:lnTo>
                <a:lnTo>
                  <a:pt x="267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5" name=""/>
          <p:cNvSpPr/>
          <p:nvPr/>
        </p:nvSpPr>
        <p:spPr>
          <a:xfrm>
            <a:off x="2746080" y="2046600"/>
            <a:ext cx="99720" cy="10440"/>
          </a:xfrm>
          <a:custGeom>
            <a:avLst/>
            <a:gdLst/>
            <a:ahLst/>
            <a:rect l="0" t="0" r="r" b="b"/>
            <a:pathLst>
              <a:path w="277" h="29">
                <a:moveTo>
                  <a:pt x="0" y="28"/>
                </a:moveTo>
                <a:lnTo>
                  <a:pt x="267" y="0"/>
                </a:lnTo>
                <a:lnTo>
                  <a:pt x="277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6" name=""/>
          <p:cNvSpPr/>
          <p:nvPr/>
        </p:nvSpPr>
        <p:spPr>
          <a:xfrm>
            <a:off x="2746080" y="2046600"/>
            <a:ext cx="101160" cy="10440"/>
          </a:xfrm>
          <a:custGeom>
            <a:avLst/>
            <a:gdLst/>
            <a:ahLst/>
            <a:rect l="0" t="0" r="r" b="b"/>
            <a:pathLst>
              <a:path w="281" h="29">
                <a:moveTo>
                  <a:pt x="0" y="29"/>
                </a:moveTo>
                <a:lnTo>
                  <a:pt x="277" y="0"/>
                </a:lnTo>
                <a:lnTo>
                  <a:pt x="281" y="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7" name=""/>
          <p:cNvSpPr/>
          <p:nvPr/>
        </p:nvSpPr>
        <p:spPr>
          <a:xfrm>
            <a:off x="2746080" y="2046600"/>
            <a:ext cx="102960" cy="10800"/>
          </a:xfrm>
          <a:custGeom>
            <a:avLst/>
            <a:gdLst/>
            <a:ahLst/>
            <a:rect l="0" t="0" r="r" b="b"/>
            <a:pathLst>
              <a:path w="286" h="30">
                <a:moveTo>
                  <a:pt x="0" y="29"/>
                </a:moveTo>
                <a:lnTo>
                  <a:pt x="281" y="0"/>
                </a:lnTo>
                <a:lnTo>
                  <a:pt x="286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" name=""/>
          <p:cNvSpPr/>
          <p:nvPr/>
        </p:nvSpPr>
        <p:spPr>
          <a:xfrm>
            <a:off x="2746080" y="2046600"/>
            <a:ext cx="104760" cy="10800"/>
          </a:xfrm>
          <a:custGeom>
            <a:avLst/>
            <a:gdLst/>
            <a:ahLst/>
            <a:rect l="0" t="0" r="r" b="b"/>
            <a:pathLst>
              <a:path w="291" h="30">
                <a:moveTo>
                  <a:pt x="0" y="30"/>
                </a:moveTo>
                <a:lnTo>
                  <a:pt x="286" y="0"/>
                </a:lnTo>
                <a:lnTo>
                  <a:pt x="291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" name=""/>
          <p:cNvSpPr/>
          <p:nvPr/>
        </p:nvSpPr>
        <p:spPr>
          <a:xfrm>
            <a:off x="2746080" y="2046600"/>
            <a:ext cx="106560" cy="11160"/>
          </a:xfrm>
          <a:custGeom>
            <a:avLst/>
            <a:gdLst/>
            <a:ahLst/>
            <a:rect l="0" t="0" r="r" b="b"/>
            <a:pathLst>
              <a:path w="296" h="31">
                <a:moveTo>
                  <a:pt x="0" y="30"/>
                </a:moveTo>
                <a:lnTo>
                  <a:pt x="291" y="0"/>
                </a:lnTo>
                <a:lnTo>
                  <a:pt x="296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" name=""/>
          <p:cNvSpPr/>
          <p:nvPr/>
        </p:nvSpPr>
        <p:spPr>
          <a:xfrm>
            <a:off x="2746080" y="2046600"/>
            <a:ext cx="108360" cy="11160"/>
          </a:xfrm>
          <a:custGeom>
            <a:avLst/>
            <a:gdLst/>
            <a:ahLst/>
            <a:rect l="0" t="0" r="r" b="b"/>
            <a:pathLst>
              <a:path w="301" h="31">
                <a:moveTo>
                  <a:pt x="0" y="31"/>
                </a:moveTo>
                <a:lnTo>
                  <a:pt x="296" y="0"/>
                </a:lnTo>
                <a:lnTo>
                  <a:pt x="301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" name=""/>
          <p:cNvSpPr/>
          <p:nvPr/>
        </p:nvSpPr>
        <p:spPr>
          <a:xfrm>
            <a:off x="2746080" y="2046600"/>
            <a:ext cx="110160" cy="11520"/>
          </a:xfrm>
          <a:custGeom>
            <a:avLst/>
            <a:gdLst/>
            <a:ahLst/>
            <a:rect l="0" t="0" r="r" b="b"/>
            <a:pathLst>
              <a:path w="306" h="32">
                <a:moveTo>
                  <a:pt x="0" y="31"/>
                </a:moveTo>
                <a:lnTo>
                  <a:pt x="301" y="0"/>
                </a:lnTo>
                <a:lnTo>
                  <a:pt x="306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" name=""/>
          <p:cNvSpPr/>
          <p:nvPr/>
        </p:nvSpPr>
        <p:spPr>
          <a:xfrm>
            <a:off x="2746080" y="2046600"/>
            <a:ext cx="111960" cy="11520"/>
          </a:xfrm>
          <a:custGeom>
            <a:avLst/>
            <a:gdLst/>
            <a:ahLst/>
            <a:rect l="0" t="0" r="r" b="b"/>
            <a:pathLst>
              <a:path w="311" h="32">
                <a:moveTo>
                  <a:pt x="0" y="32"/>
                </a:moveTo>
                <a:lnTo>
                  <a:pt x="306" y="0"/>
                </a:lnTo>
                <a:lnTo>
                  <a:pt x="311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" name=""/>
          <p:cNvSpPr/>
          <p:nvPr/>
        </p:nvSpPr>
        <p:spPr>
          <a:xfrm>
            <a:off x="2746080" y="2046600"/>
            <a:ext cx="113760" cy="11880"/>
          </a:xfrm>
          <a:custGeom>
            <a:avLst/>
            <a:gdLst/>
            <a:ahLst/>
            <a:rect l="0" t="0" r="r" b="b"/>
            <a:pathLst>
              <a:path w="316" h="33">
                <a:moveTo>
                  <a:pt x="0" y="32"/>
                </a:moveTo>
                <a:lnTo>
                  <a:pt x="311" y="0"/>
                </a:lnTo>
                <a:lnTo>
                  <a:pt x="316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" name=""/>
          <p:cNvSpPr/>
          <p:nvPr/>
        </p:nvSpPr>
        <p:spPr>
          <a:xfrm>
            <a:off x="2746080" y="2046600"/>
            <a:ext cx="117360" cy="12240"/>
          </a:xfrm>
          <a:custGeom>
            <a:avLst/>
            <a:gdLst/>
            <a:ahLst/>
            <a:rect l="0" t="0" r="r" b="b"/>
            <a:pathLst>
              <a:path w="326" h="34">
                <a:moveTo>
                  <a:pt x="0" y="33"/>
                </a:moveTo>
                <a:lnTo>
                  <a:pt x="316" y="0"/>
                </a:lnTo>
                <a:lnTo>
                  <a:pt x="326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" name=""/>
          <p:cNvSpPr/>
          <p:nvPr/>
        </p:nvSpPr>
        <p:spPr>
          <a:xfrm>
            <a:off x="2746080" y="2046600"/>
            <a:ext cx="119160" cy="12240"/>
          </a:xfrm>
          <a:custGeom>
            <a:avLst/>
            <a:gdLst/>
            <a:ahLst/>
            <a:rect l="0" t="0" r="r" b="b"/>
            <a:pathLst>
              <a:path w="331" h="34">
                <a:moveTo>
                  <a:pt x="0" y="34"/>
                </a:moveTo>
                <a:lnTo>
                  <a:pt x="326" y="0"/>
                </a:lnTo>
                <a:lnTo>
                  <a:pt x="331" y="0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6" name=""/>
          <p:cNvSpPr/>
          <p:nvPr/>
        </p:nvSpPr>
        <p:spPr>
          <a:xfrm>
            <a:off x="2746080" y="2046600"/>
            <a:ext cx="120960" cy="12600"/>
          </a:xfrm>
          <a:custGeom>
            <a:avLst/>
            <a:gdLst/>
            <a:ahLst/>
            <a:rect l="0" t="0" r="r" b="b"/>
            <a:pathLst>
              <a:path w="336" h="35">
                <a:moveTo>
                  <a:pt x="0" y="34"/>
                </a:moveTo>
                <a:lnTo>
                  <a:pt x="331" y="0"/>
                </a:lnTo>
                <a:lnTo>
                  <a:pt x="336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7" name=""/>
          <p:cNvSpPr/>
          <p:nvPr/>
        </p:nvSpPr>
        <p:spPr>
          <a:xfrm>
            <a:off x="2746080" y="2046600"/>
            <a:ext cx="124200" cy="12960"/>
          </a:xfrm>
          <a:custGeom>
            <a:avLst/>
            <a:gdLst/>
            <a:ahLst/>
            <a:rect l="0" t="0" r="r" b="b"/>
            <a:pathLst>
              <a:path w="345" h="36">
                <a:moveTo>
                  <a:pt x="0" y="35"/>
                </a:moveTo>
                <a:lnTo>
                  <a:pt x="336" y="0"/>
                </a:lnTo>
                <a:lnTo>
                  <a:pt x="345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8" name=""/>
          <p:cNvSpPr/>
          <p:nvPr/>
        </p:nvSpPr>
        <p:spPr>
          <a:xfrm>
            <a:off x="2746080" y="2046600"/>
            <a:ext cx="126000" cy="12960"/>
          </a:xfrm>
          <a:custGeom>
            <a:avLst/>
            <a:gdLst/>
            <a:ahLst/>
            <a:rect l="0" t="0" r="r" b="b"/>
            <a:pathLst>
              <a:path w="350" h="36">
                <a:moveTo>
                  <a:pt x="0" y="36"/>
                </a:moveTo>
                <a:lnTo>
                  <a:pt x="345" y="0"/>
                </a:lnTo>
                <a:lnTo>
                  <a:pt x="350" y="0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9" name=""/>
          <p:cNvSpPr/>
          <p:nvPr/>
        </p:nvSpPr>
        <p:spPr>
          <a:xfrm>
            <a:off x="2746080" y="2046600"/>
            <a:ext cx="127800" cy="13320"/>
          </a:xfrm>
          <a:custGeom>
            <a:avLst/>
            <a:gdLst/>
            <a:ahLst/>
            <a:rect l="0" t="0" r="r" b="b"/>
            <a:pathLst>
              <a:path w="355" h="37">
                <a:moveTo>
                  <a:pt x="0" y="36"/>
                </a:moveTo>
                <a:lnTo>
                  <a:pt x="350" y="0"/>
                </a:lnTo>
                <a:lnTo>
                  <a:pt x="355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0" name=""/>
          <p:cNvSpPr/>
          <p:nvPr/>
        </p:nvSpPr>
        <p:spPr>
          <a:xfrm>
            <a:off x="2746080" y="2046600"/>
            <a:ext cx="131400" cy="13680"/>
          </a:xfrm>
          <a:custGeom>
            <a:avLst/>
            <a:gdLst/>
            <a:ahLst/>
            <a:rect l="0" t="0" r="r" b="b"/>
            <a:pathLst>
              <a:path w="365" h="38">
                <a:moveTo>
                  <a:pt x="0" y="37"/>
                </a:moveTo>
                <a:lnTo>
                  <a:pt x="355" y="0"/>
                </a:lnTo>
                <a:lnTo>
                  <a:pt x="365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1" name=""/>
          <p:cNvSpPr/>
          <p:nvPr/>
        </p:nvSpPr>
        <p:spPr>
          <a:xfrm>
            <a:off x="2746080" y="2046600"/>
            <a:ext cx="133200" cy="13680"/>
          </a:xfrm>
          <a:custGeom>
            <a:avLst/>
            <a:gdLst/>
            <a:ahLst/>
            <a:rect l="0" t="0" r="r" b="b"/>
            <a:pathLst>
              <a:path w="370" h="38">
                <a:moveTo>
                  <a:pt x="0" y="38"/>
                </a:moveTo>
                <a:lnTo>
                  <a:pt x="365" y="0"/>
                </a:lnTo>
                <a:lnTo>
                  <a:pt x="370" y="0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2" name=""/>
          <p:cNvSpPr/>
          <p:nvPr/>
        </p:nvSpPr>
        <p:spPr>
          <a:xfrm>
            <a:off x="2746080" y="2046600"/>
            <a:ext cx="135000" cy="14040"/>
          </a:xfrm>
          <a:custGeom>
            <a:avLst/>
            <a:gdLst/>
            <a:ahLst/>
            <a:rect l="0" t="0" r="r" b="b"/>
            <a:pathLst>
              <a:path w="375" h="39">
                <a:moveTo>
                  <a:pt x="0" y="38"/>
                </a:moveTo>
                <a:lnTo>
                  <a:pt x="370" y="0"/>
                </a:lnTo>
                <a:lnTo>
                  <a:pt x="375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3" name=""/>
          <p:cNvSpPr/>
          <p:nvPr/>
        </p:nvSpPr>
        <p:spPr>
          <a:xfrm>
            <a:off x="2746080" y="2046600"/>
            <a:ext cx="136800" cy="14040"/>
          </a:xfrm>
          <a:custGeom>
            <a:avLst/>
            <a:gdLst/>
            <a:ahLst/>
            <a:rect l="0" t="0" r="r" b="b"/>
            <a:pathLst>
              <a:path w="380" h="39">
                <a:moveTo>
                  <a:pt x="0" y="39"/>
                </a:moveTo>
                <a:lnTo>
                  <a:pt x="375" y="0"/>
                </a:lnTo>
                <a:lnTo>
                  <a:pt x="380" y="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4" name=""/>
          <p:cNvSpPr/>
          <p:nvPr/>
        </p:nvSpPr>
        <p:spPr>
          <a:xfrm>
            <a:off x="2746080" y="2046600"/>
            <a:ext cx="138600" cy="14400"/>
          </a:xfrm>
          <a:custGeom>
            <a:avLst/>
            <a:gdLst/>
            <a:ahLst/>
            <a:rect l="0" t="0" r="r" b="b"/>
            <a:pathLst>
              <a:path w="385" h="40">
                <a:moveTo>
                  <a:pt x="0" y="39"/>
                </a:moveTo>
                <a:lnTo>
                  <a:pt x="380" y="0"/>
                </a:lnTo>
                <a:lnTo>
                  <a:pt x="385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5" name=""/>
          <p:cNvSpPr/>
          <p:nvPr/>
        </p:nvSpPr>
        <p:spPr>
          <a:xfrm>
            <a:off x="2746080" y="2046600"/>
            <a:ext cx="142200" cy="14760"/>
          </a:xfrm>
          <a:custGeom>
            <a:avLst/>
            <a:gdLst/>
            <a:ahLst/>
            <a:rect l="0" t="0" r="r" b="b"/>
            <a:pathLst>
              <a:path w="395" h="41">
                <a:moveTo>
                  <a:pt x="0" y="40"/>
                </a:moveTo>
                <a:lnTo>
                  <a:pt x="385" y="0"/>
                </a:lnTo>
                <a:lnTo>
                  <a:pt x="395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6" name=""/>
          <p:cNvSpPr/>
          <p:nvPr/>
        </p:nvSpPr>
        <p:spPr>
          <a:xfrm>
            <a:off x="2746080" y="2046600"/>
            <a:ext cx="144000" cy="14760"/>
          </a:xfrm>
          <a:custGeom>
            <a:avLst/>
            <a:gdLst/>
            <a:ahLst/>
            <a:rect l="0" t="0" r="r" b="b"/>
            <a:pathLst>
              <a:path w="400" h="41">
                <a:moveTo>
                  <a:pt x="0" y="41"/>
                </a:moveTo>
                <a:lnTo>
                  <a:pt x="395" y="0"/>
                </a:lnTo>
                <a:lnTo>
                  <a:pt x="400" y="0"/>
                </a:lnTo>
                <a:lnTo>
                  <a:pt x="0" y="41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7" name=""/>
          <p:cNvSpPr/>
          <p:nvPr/>
        </p:nvSpPr>
        <p:spPr>
          <a:xfrm>
            <a:off x="2746080" y="2046600"/>
            <a:ext cx="145440" cy="15120"/>
          </a:xfrm>
          <a:custGeom>
            <a:avLst/>
            <a:gdLst/>
            <a:ahLst/>
            <a:rect l="0" t="0" r="r" b="b"/>
            <a:pathLst>
              <a:path w="404" h="42">
                <a:moveTo>
                  <a:pt x="0" y="41"/>
                </a:moveTo>
                <a:lnTo>
                  <a:pt x="400" y="0"/>
                </a:lnTo>
                <a:lnTo>
                  <a:pt x="404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8" name=""/>
          <p:cNvSpPr/>
          <p:nvPr/>
        </p:nvSpPr>
        <p:spPr>
          <a:xfrm>
            <a:off x="2746080" y="2046600"/>
            <a:ext cx="147240" cy="15120"/>
          </a:xfrm>
          <a:custGeom>
            <a:avLst/>
            <a:gdLst/>
            <a:ahLst/>
            <a:rect l="0" t="0" r="r" b="b"/>
            <a:pathLst>
              <a:path w="409" h="42">
                <a:moveTo>
                  <a:pt x="0" y="42"/>
                </a:moveTo>
                <a:lnTo>
                  <a:pt x="404" y="0"/>
                </a:lnTo>
                <a:lnTo>
                  <a:pt x="409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9" name=""/>
          <p:cNvSpPr/>
          <p:nvPr/>
        </p:nvSpPr>
        <p:spPr>
          <a:xfrm>
            <a:off x="2746080" y="2046600"/>
            <a:ext cx="149040" cy="15480"/>
          </a:xfrm>
          <a:custGeom>
            <a:avLst/>
            <a:gdLst/>
            <a:ahLst/>
            <a:rect l="0" t="0" r="r" b="b"/>
            <a:pathLst>
              <a:path w="414" h="43">
                <a:moveTo>
                  <a:pt x="0" y="42"/>
                </a:moveTo>
                <a:lnTo>
                  <a:pt x="409" y="0"/>
                </a:lnTo>
                <a:lnTo>
                  <a:pt x="414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0" name=""/>
          <p:cNvSpPr/>
          <p:nvPr/>
        </p:nvSpPr>
        <p:spPr>
          <a:xfrm>
            <a:off x="2746080" y="2046600"/>
            <a:ext cx="150840" cy="15480"/>
          </a:xfrm>
          <a:custGeom>
            <a:avLst/>
            <a:gdLst/>
            <a:ahLst/>
            <a:rect l="0" t="0" r="r" b="b"/>
            <a:pathLst>
              <a:path w="419" h="43">
                <a:moveTo>
                  <a:pt x="0" y="43"/>
                </a:moveTo>
                <a:lnTo>
                  <a:pt x="414" y="0"/>
                </a:lnTo>
                <a:lnTo>
                  <a:pt x="419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1" name=""/>
          <p:cNvSpPr/>
          <p:nvPr/>
        </p:nvSpPr>
        <p:spPr>
          <a:xfrm>
            <a:off x="2746080" y="2046600"/>
            <a:ext cx="152640" cy="15840"/>
          </a:xfrm>
          <a:custGeom>
            <a:avLst/>
            <a:gdLst/>
            <a:ahLst/>
            <a:rect l="0" t="0" r="r" b="b"/>
            <a:pathLst>
              <a:path w="424" h="44">
                <a:moveTo>
                  <a:pt x="0" y="43"/>
                </a:moveTo>
                <a:lnTo>
                  <a:pt x="419" y="0"/>
                </a:lnTo>
                <a:lnTo>
                  <a:pt x="424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2" name=""/>
          <p:cNvSpPr/>
          <p:nvPr/>
        </p:nvSpPr>
        <p:spPr>
          <a:xfrm>
            <a:off x="2746080" y="2046600"/>
            <a:ext cx="154440" cy="15840"/>
          </a:xfrm>
          <a:custGeom>
            <a:avLst/>
            <a:gdLst/>
            <a:ahLst/>
            <a:rect l="0" t="0" r="r" b="b"/>
            <a:pathLst>
              <a:path w="429" h="44">
                <a:moveTo>
                  <a:pt x="0" y="44"/>
                </a:moveTo>
                <a:lnTo>
                  <a:pt x="424" y="0"/>
                </a:lnTo>
                <a:lnTo>
                  <a:pt x="429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3" name=""/>
          <p:cNvSpPr/>
          <p:nvPr/>
        </p:nvSpPr>
        <p:spPr>
          <a:xfrm>
            <a:off x="2746080" y="2046600"/>
            <a:ext cx="156240" cy="16200"/>
          </a:xfrm>
          <a:custGeom>
            <a:avLst/>
            <a:gdLst/>
            <a:ahLst/>
            <a:rect l="0" t="0" r="r" b="b"/>
            <a:pathLst>
              <a:path w="434" h="45">
                <a:moveTo>
                  <a:pt x="0" y="44"/>
                </a:moveTo>
                <a:lnTo>
                  <a:pt x="429" y="0"/>
                </a:lnTo>
                <a:lnTo>
                  <a:pt x="434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4" name=""/>
          <p:cNvSpPr/>
          <p:nvPr/>
        </p:nvSpPr>
        <p:spPr>
          <a:xfrm>
            <a:off x="2746080" y="2046600"/>
            <a:ext cx="158040" cy="16200"/>
          </a:xfrm>
          <a:custGeom>
            <a:avLst/>
            <a:gdLst/>
            <a:ahLst/>
            <a:rect l="0" t="0" r="r" b="b"/>
            <a:pathLst>
              <a:path w="439" h="45">
                <a:moveTo>
                  <a:pt x="0" y="45"/>
                </a:moveTo>
                <a:lnTo>
                  <a:pt x="434" y="0"/>
                </a:lnTo>
                <a:lnTo>
                  <a:pt x="439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5" name=""/>
          <p:cNvSpPr/>
          <p:nvPr/>
        </p:nvSpPr>
        <p:spPr>
          <a:xfrm>
            <a:off x="2746080" y="2046600"/>
            <a:ext cx="159840" cy="16560"/>
          </a:xfrm>
          <a:custGeom>
            <a:avLst/>
            <a:gdLst/>
            <a:ahLst/>
            <a:rect l="0" t="0" r="r" b="b"/>
            <a:pathLst>
              <a:path w="444" h="46">
                <a:moveTo>
                  <a:pt x="0" y="45"/>
                </a:moveTo>
                <a:lnTo>
                  <a:pt x="439" y="0"/>
                </a:lnTo>
                <a:lnTo>
                  <a:pt x="444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6" name=""/>
          <p:cNvSpPr/>
          <p:nvPr/>
        </p:nvSpPr>
        <p:spPr>
          <a:xfrm>
            <a:off x="2746080" y="2046600"/>
            <a:ext cx="161640" cy="16560"/>
          </a:xfrm>
          <a:custGeom>
            <a:avLst/>
            <a:gdLst/>
            <a:ahLst/>
            <a:rect l="0" t="0" r="r" b="b"/>
            <a:pathLst>
              <a:path w="449" h="46">
                <a:moveTo>
                  <a:pt x="0" y="46"/>
                </a:moveTo>
                <a:lnTo>
                  <a:pt x="444" y="0"/>
                </a:lnTo>
                <a:lnTo>
                  <a:pt x="449" y="0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7" name=""/>
          <p:cNvSpPr/>
          <p:nvPr/>
        </p:nvSpPr>
        <p:spPr>
          <a:xfrm>
            <a:off x="2746080" y="2046600"/>
            <a:ext cx="163440" cy="16920"/>
          </a:xfrm>
          <a:custGeom>
            <a:avLst/>
            <a:gdLst/>
            <a:ahLst/>
            <a:rect l="0" t="0" r="r" b="b"/>
            <a:pathLst>
              <a:path w="454" h="47">
                <a:moveTo>
                  <a:pt x="0" y="46"/>
                </a:moveTo>
                <a:lnTo>
                  <a:pt x="449" y="0"/>
                </a:lnTo>
                <a:lnTo>
                  <a:pt x="454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8" name=""/>
          <p:cNvSpPr/>
          <p:nvPr/>
        </p:nvSpPr>
        <p:spPr>
          <a:xfrm>
            <a:off x="2746080" y="2046600"/>
            <a:ext cx="165240" cy="16920"/>
          </a:xfrm>
          <a:custGeom>
            <a:avLst/>
            <a:gdLst/>
            <a:ahLst/>
            <a:rect l="0" t="0" r="r" b="b"/>
            <a:pathLst>
              <a:path w="459" h="47">
                <a:moveTo>
                  <a:pt x="0" y="47"/>
                </a:moveTo>
                <a:lnTo>
                  <a:pt x="454" y="0"/>
                </a:lnTo>
                <a:lnTo>
                  <a:pt x="459" y="0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9" name=""/>
          <p:cNvSpPr/>
          <p:nvPr/>
        </p:nvSpPr>
        <p:spPr>
          <a:xfrm>
            <a:off x="2746080" y="2046600"/>
            <a:ext cx="166680" cy="17280"/>
          </a:xfrm>
          <a:custGeom>
            <a:avLst/>
            <a:gdLst/>
            <a:ahLst/>
            <a:rect l="0" t="0" r="r" b="b"/>
            <a:pathLst>
              <a:path w="463" h="48">
                <a:moveTo>
                  <a:pt x="0" y="47"/>
                </a:moveTo>
                <a:lnTo>
                  <a:pt x="459" y="0"/>
                </a:lnTo>
                <a:lnTo>
                  <a:pt x="46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0" name=""/>
          <p:cNvSpPr/>
          <p:nvPr/>
        </p:nvSpPr>
        <p:spPr>
          <a:xfrm>
            <a:off x="2746080" y="2046600"/>
            <a:ext cx="168480" cy="17280"/>
          </a:xfrm>
          <a:custGeom>
            <a:avLst/>
            <a:gdLst/>
            <a:ahLst/>
            <a:rect l="0" t="0" r="r" b="b"/>
            <a:pathLst>
              <a:path w="468" h="48">
                <a:moveTo>
                  <a:pt x="0" y="48"/>
                </a:moveTo>
                <a:lnTo>
                  <a:pt x="463" y="0"/>
                </a:lnTo>
                <a:lnTo>
                  <a:pt x="468" y="0"/>
                </a:lnTo>
                <a:lnTo>
                  <a:pt x="0" y="48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1" name=""/>
          <p:cNvSpPr/>
          <p:nvPr/>
        </p:nvSpPr>
        <p:spPr>
          <a:xfrm>
            <a:off x="2746080" y="2046600"/>
            <a:ext cx="170280" cy="17640"/>
          </a:xfrm>
          <a:custGeom>
            <a:avLst/>
            <a:gdLst/>
            <a:ahLst/>
            <a:rect l="0" t="0" r="r" b="b"/>
            <a:pathLst>
              <a:path w="473" h="49">
                <a:moveTo>
                  <a:pt x="0" y="48"/>
                </a:moveTo>
                <a:lnTo>
                  <a:pt x="468" y="0"/>
                </a:lnTo>
                <a:lnTo>
                  <a:pt x="473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2" name=""/>
          <p:cNvSpPr/>
          <p:nvPr/>
        </p:nvSpPr>
        <p:spPr>
          <a:xfrm>
            <a:off x="2746080" y="2046600"/>
            <a:ext cx="172080" cy="17640"/>
          </a:xfrm>
          <a:custGeom>
            <a:avLst/>
            <a:gdLst/>
            <a:ahLst/>
            <a:rect l="0" t="0" r="r" b="b"/>
            <a:pathLst>
              <a:path w="478" h="49">
                <a:moveTo>
                  <a:pt x="0" y="49"/>
                </a:moveTo>
                <a:lnTo>
                  <a:pt x="473" y="0"/>
                </a:lnTo>
                <a:lnTo>
                  <a:pt x="478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3" name=""/>
          <p:cNvSpPr/>
          <p:nvPr/>
        </p:nvSpPr>
        <p:spPr>
          <a:xfrm>
            <a:off x="2746080" y="2046600"/>
            <a:ext cx="173880" cy="18000"/>
          </a:xfrm>
          <a:custGeom>
            <a:avLst/>
            <a:gdLst/>
            <a:ahLst/>
            <a:rect l="0" t="0" r="r" b="b"/>
            <a:pathLst>
              <a:path w="483" h="50">
                <a:moveTo>
                  <a:pt x="0" y="49"/>
                </a:moveTo>
                <a:lnTo>
                  <a:pt x="478" y="0"/>
                </a:lnTo>
                <a:lnTo>
                  <a:pt x="483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4" name=""/>
          <p:cNvSpPr/>
          <p:nvPr/>
        </p:nvSpPr>
        <p:spPr>
          <a:xfrm>
            <a:off x="2746080" y="2046600"/>
            <a:ext cx="175680" cy="18000"/>
          </a:xfrm>
          <a:custGeom>
            <a:avLst/>
            <a:gdLst/>
            <a:ahLst/>
            <a:rect l="0" t="0" r="r" b="b"/>
            <a:pathLst>
              <a:path w="488" h="50">
                <a:moveTo>
                  <a:pt x="0" y="50"/>
                </a:moveTo>
                <a:lnTo>
                  <a:pt x="483" y="0"/>
                </a:lnTo>
                <a:lnTo>
                  <a:pt x="488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" name=""/>
          <p:cNvSpPr/>
          <p:nvPr/>
        </p:nvSpPr>
        <p:spPr>
          <a:xfrm>
            <a:off x="2746080" y="2046600"/>
            <a:ext cx="177480" cy="18360"/>
          </a:xfrm>
          <a:custGeom>
            <a:avLst/>
            <a:gdLst/>
            <a:ahLst/>
            <a:rect l="0" t="0" r="r" b="b"/>
            <a:pathLst>
              <a:path w="493" h="51">
                <a:moveTo>
                  <a:pt x="0" y="50"/>
                </a:moveTo>
                <a:lnTo>
                  <a:pt x="487" y="0"/>
                </a:lnTo>
                <a:lnTo>
                  <a:pt x="493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" name=""/>
          <p:cNvSpPr/>
          <p:nvPr/>
        </p:nvSpPr>
        <p:spPr>
          <a:xfrm>
            <a:off x="2746080" y="2046600"/>
            <a:ext cx="179280" cy="18360"/>
          </a:xfrm>
          <a:custGeom>
            <a:avLst/>
            <a:gdLst/>
            <a:ahLst/>
            <a:rect l="0" t="0" r="r" b="b"/>
            <a:pathLst>
              <a:path w="498" h="51">
                <a:moveTo>
                  <a:pt x="0" y="51"/>
                </a:moveTo>
                <a:lnTo>
                  <a:pt x="493" y="0"/>
                </a:lnTo>
                <a:lnTo>
                  <a:pt x="498" y="0"/>
                </a:lnTo>
                <a:lnTo>
                  <a:pt x="0" y="51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" name=""/>
          <p:cNvSpPr/>
          <p:nvPr/>
        </p:nvSpPr>
        <p:spPr>
          <a:xfrm>
            <a:off x="2746080" y="2046600"/>
            <a:ext cx="181080" cy="18720"/>
          </a:xfrm>
          <a:custGeom>
            <a:avLst/>
            <a:gdLst/>
            <a:ahLst/>
            <a:rect l="0" t="0" r="r" b="b"/>
            <a:pathLst>
              <a:path w="503" h="52">
                <a:moveTo>
                  <a:pt x="0" y="51"/>
                </a:moveTo>
                <a:lnTo>
                  <a:pt x="498" y="0"/>
                </a:lnTo>
                <a:lnTo>
                  <a:pt x="503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" name=""/>
          <p:cNvSpPr/>
          <p:nvPr/>
        </p:nvSpPr>
        <p:spPr>
          <a:xfrm>
            <a:off x="2746080" y="2046600"/>
            <a:ext cx="182880" cy="18720"/>
          </a:xfrm>
          <a:custGeom>
            <a:avLst/>
            <a:gdLst/>
            <a:ahLst/>
            <a:rect l="0" t="0" r="r" b="b"/>
            <a:pathLst>
              <a:path w="508" h="52">
                <a:moveTo>
                  <a:pt x="0" y="52"/>
                </a:moveTo>
                <a:lnTo>
                  <a:pt x="503" y="0"/>
                </a:lnTo>
                <a:lnTo>
                  <a:pt x="508" y="0"/>
                </a:lnTo>
                <a:lnTo>
                  <a:pt x="0" y="52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" name=""/>
          <p:cNvSpPr/>
          <p:nvPr/>
        </p:nvSpPr>
        <p:spPr>
          <a:xfrm>
            <a:off x="2746080" y="2046600"/>
            <a:ext cx="184680" cy="19080"/>
          </a:xfrm>
          <a:custGeom>
            <a:avLst/>
            <a:gdLst/>
            <a:ahLst/>
            <a:rect l="0" t="0" r="r" b="b"/>
            <a:pathLst>
              <a:path w="513" h="53">
                <a:moveTo>
                  <a:pt x="0" y="52"/>
                </a:moveTo>
                <a:lnTo>
                  <a:pt x="508" y="0"/>
                </a:lnTo>
                <a:lnTo>
                  <a:pt x="513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" name=""/>
          <p:cNvSpPr/>
          <p:nvPr/>
        </p:nvSpPr>
        <p:spPr>
          <a:xfrm>
            <a:off x="2746080" y="2046600"/>
            <a:ext cx="186480" cy="19080"/>
          </a:xfrm>
          <a:custGeom>
            <a:avLst/>
            <a:gdLst/>
            <a:ahLst/>
            <a:rect l="0" t="0" r="r" b="b"/>
            <a:pathLst>
              <a:path w="518" h="53">
                <a:moveTo>
                  <a:pt x="0" y="53"/>
                </a:moveTo>
                <a:lnTo>
                  <a:pt x="513" y="0"/>
                </a:lnTo>
                <a:lnTo>
                  <a:pt x="518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" name=""/>
          <p:cNvSpPr/>
          <p:nvPr/>
        </p:nvSpPr>
        <p:spPr>
          <a:xfrm>
            <a:off x="2746080" y="2046600"/>
            <a:ext cx="188280" cy="19440"/>
          </a:xfrm>
          <a:custGeom>
            <a:avLst/>
            <a:gdLst/>
            <a:ahLst/>
            <a:rect l="0" t="0" r="r" b="b"/>
            <a:pathLst>
              <a:path w="523" h="54">
                <a:moveTo>
                  <a:pt x="0" y="53"/>
                </a:moveTo>
                <a:lnTo>
                  <a:pt x="518" y="0"/>
                </a:lnTo>
                <a:lnTo>
                  <a:pt x="523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" name=""/>
          <p:cNvSpPr/>
          <p:nvPr/>
        </p:nvSpPr>
        <p:spPr>
          <a:xfrm>
            <a:off x="2746080" y="2046600"/>
            <a:ext cx="189720" cy="19440"/>
          </a:xfrm>
          <a:custGeom>
            <a:avLst/>
            <a:gdLst/>
            <a:ahLst/>
            <a:rect l="0" t="0" r="r" b="b"/>
            <a:pathLst>
              <a:path w="527" h="54">
                <a:moveTo>
                  <a:pt x="0" y="54"/>
                </a:moveTo>
                <a:lnTo>
                  <a:pt x="522" y="0"/>
                </a:lnTo>
                <a:lnTo>
                  <a:pt x="527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" name=""/>
          <p:cNvSpPr/>
          <p:nvPr/>
        </p:nvSpPr>
        <p:spPr>
          <a:xfrm>
            <a:off x="2746080" y="2046600"/>
            <a:ext cx="191520" cy="19800"/>
          </a:xfrm>
          <a:custGeom>
            <a:avLst/>
            <a:gdLst/>
            <a:ahLst/>
            <a:rect l="0" t="0" r="r" b="b"/>
            <a:pathLst>
              <a:path w="532" h="55">
                <a:moveTo>
                  <a:pt x="0" y="54"/>
                </a:moveTo>
                <a:lnTo>
                  <a:pt x="527" y="0"/>
                </a:lnTo>
                <a:lnTo>
                  <a:pt x="532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" name=""/>
          <p:cNvSpPr/>
          <p:nvPr/>
        </p:nvSpPr>
        <p:spPr>
          <a:xfrm>
            <a:off x="2746080" y="2046600"/>
            <a:ext cx="193320" cy="19800"/>
          </a:xfrm>
          <a:custGeom>
            <a:avLst/>
            <a:gdLst/>
            <a:ahLst/>
            <a:rect l="0" t="0" r="r" b="b"/>
            <a:pathLst>
              <a:path w="537" h="55">
                <a:moveTo>
                  <a:pt x="0" y="55"/>
                </a:moveTo>
                <a:lnTo>
                  <a:pt x="532" y="0"/>
                </a:lnTo>
                <a:lnTo>
                  <a:pt x="537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" name=""/>
          <p:cNvSpPr/>
          <p:nvPr/>
        </p:nvSpPr>
        <p:spPr>
          <a:xfrm>
            <a:off x="2746080" y="2046600"/>
            <a:ext cx="195120" cy="20160"/>
          </a:xfrm>
          <a:custGeom>
            <a:avLst/>
            <a:gdLst/>
            <a:ahLst/>
            <a:rect l="0" t="0" r="r" b="b"/>
            <a:pathLst>
              <a:path w="542" h="56">
                <a:moveTo>
                  <a:pt x="0" y="55"/>
                </a:moveTo>
                <a:lnTo>
                  <a:pt x="537" y="0"/>
                </a:lnTo>
                <a:lnTo>
                  <a:pt x="54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" name=""/>
          <p:cNvSpPr/>
          <p:nvPr/>
        </p:nvSpPr>
        <p:spPr>
          <a:xfrm>
            <a:off x="2746080" y="2046600"/>
            <a:ext cx="196920" cy="20160"/>
          </a:xfrm>
          <a:custGeom>
            <a:avLst/>
            <a:gdLst/>
            <a:ahLst/>
            <a:rect l="0" t="0" r="r" b="b"/>
            <a:pathLst>
              <a:path w="547" h="56">
                <a:moveTo>
                  <a:pt x="0" y="56"/>
                </a:moveTo>
                <a:lnTo>
                  <a:pt x="542" y="0"/>
                </a:lnTo>
                <a:lnTo>
                  <a:pt x="547" y="0"/>
                </a:lnTo>
                <a:lnTo>
                  <a:pt x="0" y="56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" name=""/>
          <p:cNvSpPr/>
          <p:nvPr/>
        </p:nvSpPr>
        <p:spPr>
          <a:xfrm>
            <a:off x="2746080" y="2046600"/>
            <a:ext cx="198720" cy="20520"/>
          </a:xfrm>
          <a:custGeom>
            <a:avLst/>
            <a:gdLst/>
            <a:ahLst/>
            <a:rect l="0" t="0" r="r" b="b"/>
            <a:pathLst>
              <a:path w="552" h="57">
                <a:moveTo>
                  <a:pt x="0" y="56"/>
                </a:moveTo>
                <a:lnTo>
                  <a:pt x="547" y="0"/>
                </a:lnTo>
                <a:lnTo>
                  <a:pt x="552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" name=""/>
          <p:cNvSpPr/>
          <p:nvPr/>
        </p:nvSpPr>
        <p:spPr>
          <a:xfrm>
            <a:off x="2746080" y="2046600"/>
            <a:ext cx="200520" cy="20520"/>
          </a:xfrm>
          <a:custGeom>
            <a:avLst/>
            <a:gdLst/>
            <a:ahLst/>
            <a:rect l="0" t="0" r="r" b="b"/>
            <a:pathLst>
              <a:path w="557" h="57">
                <a:moveTo>
                  <a:pt x="0" y="57"/>
                </a:moveTo>
                <a:lnTo>
                  <a:pt x="552" y="0"/>
                </a:lnTo>
                <a:lnTo>
                  <a:pt x="557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9" name=""/>
          <p:cNvSpPr/>
          <p:nvPr/>
        </p:nvSpPr>
        <p:spPr>
          <a:xfrm>
            <a:off x="2746080" y="2046600"/>
            <a:ext cx="202320" cy="20880"/>
          </a:xfrm>
          <a:custGeom>
            <a:avLst/>
            <a:gdLst/>
            <a:ahLst/>
            <a:rect l="0" t="0" r="r" b="b"/>
            <a:pathLst>
              <a:path w="562" h="58">
                <a:moveTo>
                  <a:pt x="0" y="57"/>
                </a:moveTo>
                <a:lnTo>
                  <a:pt x="557" y="0"/>
                </a:lnTo>
                <a:lnTo>
                  <a:pt x="562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0" name=""/>
          <p:cNvSpPr/>
          <p:nvPr/>
        </p:nvSpPr>
        <p:spPr>
          <a:xfrm>
            <a:off x="2746080" y="2046600"/>
            <a:ext cx="204120" cy="20880"/>
          </a:xfrm>
          <a:custGeom>
            <a:avLst/>
            <a:gdLst/>
            <a:ahLst/>
            <a:rect l="0" t="0" r="r" b="b"/>
            <a:pathLst>
              <a:path w="567" h="58">
                <a:moveTo>
                  <a:pt x="0" y="58"/>
                </a:moveTo>
                <a:lnTo>
                  <a:pt x="561" y="0"/>
                </a:lnTo>
                <a:lnTo>
                  <a:pt x="567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1" name=""/>
          <p:cNvSpPr/>
          <p:nvPr/>
        </p:nvSpPr>
        <p:spPr>
          <a:xfrm>
            <a:off x="2746080" y="2046600"/>
            <a:ext cx="205920" cy="21240"/>
          </a:xfrm>
          <a:custGeom>
            <a:avLst/>
            <a:gdLst/>
            <a:ahLst/>
            <a:rect l="0" t="0" r="r" b="b"/>
            <a:pathLst>
              <a:path w="572" h="59">
                <a:moveTo>
                  <a:pt x="0" y="58"/>
                </a:moveTo>
                <a:lnTo>
                  <a:pt x="567" y="0"/>
                </a:lnTo>
                <a:lnTo>
                  <a:pt x="572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2" name=""/>
          <p:cNvSpPr/>
          <p:nvPr/>
        </p:nvSpPr>
        <p:spPr>
          <a:xfrm>
            <a:off x="2746080" y="2046600"/>
            <a:ext cx="207720" cy="21240"/>
          </a:xfrm>
          <a:custGeom>
            <a:avLst/>
            <a:gdLst/>
            <a:ahLst/>
            <a:rect l="0" t="0" r="r" b="b"/>
            <a:pathLst>
              <a:path w="577" h="59">
                <a:moveTo>
                  <a:pt x="0" y="59"/>
                </a:moveTo>
                <a:lnTo>
                  <a:pt x="572" y="0"/>
                </a:lnTo>
                <a:lnTo>
                  <a:pt x="577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3" name=""/>
          <p:cNvSpPr/>
          <p:nvPr/>
        </p:nvSpPr>
        <p:spPr>
          <a:xfrm>
            <a:off x="2746080" y="2046600"/>
            <a:ext cx="209520" cy="21240"/>
          </a:xfrm>
          <a:custGeom>
            <a:avLst/>
            <a:gdLst/>
            <a:ahLst/>
            <a:rect l="0" t="0" r="r" b="b"/>
            <a:pathLst>
              <a:path w="582" h="59">
                <a:moveTo>
                  <a:pt x="0" y="59"/>
                </a:moveTo>
                <a:lnTo>
                  <a:pt x="577" y="0"/>
                </a:lnTo>
                <a:lnTo>
                  <a:pt x="582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4" name=""/>
          <p:cNvSpPr/>
          <p:nvPr/>
        </p:nvSpPr>
        <p:spPr>
          <a:xfrm>
            <a:off x="2746080" y="2046600"/>
            <a:ext cx="210960" cy="21600"/>
          </a:xfrm>
          <a:custGeom>
            <a:avLst/>
            <a:gdLst/>
            <a:ahLst/>
            <a:rect l="0" t="0" r="r" b="b"/>
            <a:pathLst>
              <a:path w="586" h="60">
                <a:moveTo>
                  <a:pt x="0" y="59"/>
                </a:moveTo>
                <a:lnTo>
                  <a:pt x="582" y="0"/>
                </a:lnTo>
                <a:lnTo>
                  <a:pt x="586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5" name=""/>
          <p:cNvSpPr/>
          <p:nvPr/>
        </p:nvSpPr>
        <p:spPr>
          <a:xfrm>
            <a:off x="2746080" y="2046600"/>
            <a:ext cx="212760" cy="21600"/>
          </a:xfrm>
          <a:custGeom>
            <a:avLst/>
            <a:gdLst/>
            <a:ahLst/>
            <a:rect l="0" t="0" r="r" b="b"/>
            <a:pathLst>
              <a:path w="591" h="60">
                <a:moveTo>
                  <a:pt x="0" y="60"/>
                </a:moveTo>
                <a:lnTo>
                  <a:pt x="586" y="0"/>
                </a:lnTo>
                <a:lnTo>
                  <a:pt x="591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6" name=""/>
          <p:cNvSpPr/>
          <p:nvPr/>
        </p:nvSpPr>
        <p:spPr>
          <a:xfrm>
            <a:off x="2746080" y="2046600"/>
            <a:ext cx="214560" cy="21960"/>
          </a:xfrm>
          <a:custGeom>
            <a:avLst/>
            <a:gdLst/>
            <a:ahLst/>
            <a:rect l="0" t="0" r="r" b="b"/>
            <a:pathLst>
              <a:path w="596" h="61">
                <a:moveTo>
                  <a:pt x="0" y="60"/>
                </a:moveTo>
                <a:lnTo>
                  <a:pt x="591" y="0"/>
                </a:lnTo>
                <a:lnTo>
                  <a:pt x="596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7" name=""/>
          <p:cNvSpPr/>
          <p:nvPr/>
        </p:nvSpPr>
        <p:spPr>
          <a:xfrm>
            <a:off x="2746080" y="2046600"/>
            <a:ext cx="216360" cy="21960"/>
          </a:xfrm>
          <a:custGeom>
            <a:avLst/>
            <a:gdLst/>
            <a:ahLst/>
            <a:rect l="0" t="0" r="r" b="b"/>
            <a:pathLst>
              <a:path w="601" h="61">
                <a:moveTo>
                  <a:pt x="0" y="61"/>
                </a:moveTo>
                <a:lnTo>
                  <a:pt x="596" y="0"/>
                </a:lnTo>
                <a:lnTo>
                  <a:pt x="601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8" name=""/>
          <p:cNvSpPr/>
          <p:nvPr/>
        </p:nvSpPr>
        <p:spPr>
          <a:xfrm>
            <a:off x="2746080" y="2046600"/>
            <a:ext cx="218160" cy="22320"/>
          </a:xfrm>
          <a:custGeom>
            <a:avLst/>
            <a:gdLst/>
            <a:ahLst/>
            <a:rect l="0" t="0" r="r" b="b"/>
            <a:pathLst>
              <a:path w="606" h="62">
                <a:moveTo>
                  <a:pt x="0" y="61"/>
                </a:moveTo>
                <a:lnTo>
                  <a:pt x="601" y="0"/>
                </a:lnTo>
                <a:lnTo>
                  <a:pt x="60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" name=""/>
          <p:cNvSpPr/>
          <p:nvPr/>
        </p:nvSpPr>
        <p:spPr>
          <a:xfrm>
            <a:off x="2746080" y="2046600"/>
            <a:ext cx="219960" cy="22320"/>
          </a:xfrm>
          <a:custGeom>
            <a:avLst/>
            <a:gdLst/>
            <a:ahLst/>
            <a:rect l="0" t="0" r="r" b="b"/>
            <a:pathLst>
              <a:path w="611" h="62">
                <a:moveTo>
                  <a:pt x="0" y="62"/>
                </a:moveTo>
                <a:lnTo>
                  <a:pt x="605" y="0"/>
                </a:lnTo>
                <a:lnTo>
                  <a:pt x="611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" name=""/>
          <p:cNvSpPr/>
          <p:nvPr/>
        </p:nvSpPr>
        <p:spPr>
          <a:xfrm>
            <a:off x="2746080" y="2046600"/>
            <a:ext cx="221760" cy="22680"/>
          </a:xfrm>
          <a:custGeom>
            <a:avLst/>
            <a:gdLst/>
            <a:ahLst/>
            <a:rect l="0" t="0" r="r" b="b"/>
            <a:pathLst>
              <a:path w="616" h="63">
                <a:moveTo>
                  <a:pt x="0" y="62"/>
                </a:moveTo>
                <a:lnTo>
                  <a:pt x="611" y="0"/>
                </a:lnTo>
                <a:lnTo>
                  <a:pt x="616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" name=""/>
          <p:cNvSpPr/>
          <p:nvPr/>
        </p:nvSpPr>
        <p:spPr>
          <a:xfrm>
            <a:off x="2746080" y="2046600"/>
            <a:ext cx="223560" cy="22680"/>
          </a:xfrm>
          <a:custGeom>
            <a:avLst/>
            <a:gdLst/>
            <a:ahLst/>
            <a:rect l="0" t="0" r="r" b="b"/>
            <a:pathLst>
              <a:path w="621" h="63">
                <a:moveTo>
                  <a:pt x="0" y="63"/>
                </a:moveTo>
                <a:lnTo>
                  <a:pt x="616" y="0"/>
                </a:lnTo>
                <a:lnTo>
                  <a:pt x="621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" name=""/>
          <p:cNvSpPr/>
          <p:nvPr/>
        </p:nvSpPr>
        <p:spPr>
          <a:xfrm>
            <a:off x="2746080" y="2046600"/>
            <a:ext cx="225360" cy="23040"/>
          </a:xfrm>
          <a:custGeom>
            <a:avLst/>
            <a:gdLst/>
            <a:ahLst/>
            <a:rect l="0" t="0" r="r" b="b"/>
            <a:pathLst>
              <a:path w="626" h="64">
                <a:moveTo>
                  <a:pt x="0" y="63"/>
                </a:moveTo>
                <a:lnTo>
                  <a:pt x="621" y="0"/>
                </a:lnTo>
                <a:lnTo>
                  <a:pt x="626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" name=""/>
          <p:cNvSpPr/>
          <p:nvPr/>
        </p:nvSpPr>
        <p:spPr>
          <a:xfrm>
            <a:off x="2746080" y="2046600"/>
            <a:ext cx="227160" cy="23040"/>
          </a:xfrm>
          <a:custGeom>
            <a:avLst/>
            <a:gdLst/>
            <a:ahLst/>
            <a:rect l="0" t="0" r="r" b="b"/>
            <a:pathLst>
              <a:path w="631" h="64">
                <a:moveTo>
                  <a:pt x="0" y="64"/>
                </a:moveTo>
                <a:lnTo>
                  <a:pt x="626" y="0"/>
                </a:lnTo>
                <a:lnTo>
                  <a:pt x="631" y="0"/>
                </a:lnTo>
                <a:lnTo>
                  <a:pt x="1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" name=""/>
          <p:cNvSpPr/>
          <p:nvPr/>
        </p:nvSpPr>
        <p:spPr>
          <a:xfrm>
            <a:off x="2746440" y="2046600"/>
            <a:ext cx="227160" cy="23040"/>
          </a:xfrm>
          <a:custGeom>
            <a:avLst/>
            <a:gdLst/>
            <a:ahLst/>
            <a:rect l="0" t="0" r="r" b="b"/>
            <a:pathLst>
              <a:path w="631" h="64">
                <a:moveTo>
                  <a:pt x="0" y="64"/>
                </a:moveTo>
                <a:lnTo>
                  <a:pt x="630" y="0"/>
                </a:lnTo>
                <a:lnTo>
                  <a:pt x="631" y="0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" name=""/>
          <p:cNvSpPr/>
          <p:nvPr/>
        </p:nvSpPr>
        <p:spPr>
          <a:xfrm>
            <a:off x="2748240" y="2046600"/>
            <a:ext cx="225360" cy="23040"/>
          </a:xfrm>
          <a:custGeom>
            <a:avLst/>
            <a:gdLst/>
            <a:ahLst/>
            <a:rect l="0" t="0" r="r" b="b"/>
            <a:pathLst>
              <a:path w="626" h="64">
                <a:moveTo>
                  <a:pt x="0" y="64"/>
                </a:moveTo>
                <a:lnTo>
                  <a:pt x="626" y="0"/>
                </a:lnTo>
                <a:lnTo>
                  <a:pt x="626" y="1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" name=""/>
          <p:cNvSpPr/>
          <p:nvPr/>
        </p:nvSpPr>
        <p:spPr>
          <a:xfrm>
            <a:off x="2750040" y="2046960"/>
            <a:ext cx="223560" cy="22680"/>
          </a:xfrm>
          <a:custGeom>
            <a:avLst/>
            <a:gdLst/>
            <a:ahLst/>
            <a:rect l="0" t="0" r="r" b="b"/>
            <a:pathLst>
              <a:path w="621" h="63">
                <a:moveTo>
                  <a:pt x="0" y="63"/>
                </a:moveTo>
                <a:lnTo>
                  <a:pt x="621" y="0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" name=""/>
          <p:cNvSpPr/>
          <p:nvPr/>
        </p:nvSpPr>
        <p:spPr>
          <a:xfrm>
            <a:off x="2751840" y="2046960"/>
            <a:ext cx="221760" cy="22680"/>
          </a:xfrm>
          <a:custGeom>
            <a:avLst/>
            <a:gdLst/>
            <a:ahLst/>
            <a:rect l="0" t="0" r="r" b="b"/>
            <a:pathLst>
              <a:path w="616" h="63">
                <a:moveTo>
                  <a:pt x="0" y="63"/>
                </a:moveTo>
                <a:lnTo>
                  <a:pt x="616" y="0"/>
                </a:lnTo>
                <a:lnTo>
                  <a:pt x="616" y="1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" name=""/>
          <p:cNvSpPr/>
          <p:nvPr/>
        </p:nvSpPr>
        <p:spPr>
          <a:xfrm>
            <a:off x="2753640" y="2047320"/>
            <a:ext cx="219960" cy="22320"/>
          </a:xfrm>
          <a:custGeom>
            <a:avLst/>
            <a:gdLst/>
            <a:ahLst/>
            <a:rect l="0" t="0" r="r" b="b"/>
            <a:pathLst>
              <a:path w="611" h="62">
                <a:moveTo>
                  <a:pt x="0" y="62"/>
                </a:moveTo>
                <a:lnTo>
                  <a:pt x="611" y="0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" name=""/>
          <p:cNvSpPr/>
          <p:nvPr/>
        </p:nvSpPr>
        <p:spPr>
          <a:xfrm>
            <a:off x="2755440" y="2047320"/>
            <a:ext cx="218160" cy="22320"/>
          </a:xfrm>
          <a:custGeom>
            <a:avLst/>
            <a:gdLst/>
            <a:ahLst/>
            <a:rect l="0" t="0" r="r" b="b"/>
            <a:pathLst>
              <a:path w="606" h="62">
                <a:moveTo>
                  <a:pt x="0" y="62"/>
                </a:moveTo>
                <a:lnTo>
                  <a:pt x="606" y="0"/>
                </a:lnTo>
                <a:lnTo>
                  <a:pt x="606" y="1"/>
                </a:lnTo>
                <a:lnTo>
                  <a:pt x="4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" name=""/>
          <p:cNvSpPr/>
          <p:nvPr/>
        </p:nvSpPr>
        <p:spPr>
          <a:xfrm>
            <a:off x="2756880" y="2047680"/>
            <a:ext cx="216720" cy="21960"/>
          </a:xfrm>
          <a:custGeom>
            <a:avLst/>
            <a:gdLst/>
            <a:ahLst/>
            <a:rect l="0" t="0" r="r" b="b"/>
            <a:pathLst>
              <a:path w="602" h="61">
                <a:moveTo>
                  <a:pt x="0" y="61"/>
                </a:moveTo>
                <a:lnTo>
                  <a:pt x="602" y="0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" name=""/>
          <p:cNvSpPr/>
          <p:nvPr/>
        </p:nvSpPr>
        <p:spPr>
          <a:xfrm>
            <a:off x="2758680" y="2047680"/>
            <a:ext cx="214920" cy="21960"/>
          </a:xfrm>
          <a:custGeom>
            <a:avLst/>
            <a:gdLst/>
            <a:ahLst/>
            <a:rect l="0" t="0" r="r" b="b"/>
            <a:pathLst>
              <a:path w="597" h="61">
                <a:moveTo>
                  <a:pt x="0" y="61"/>
                </a:moveTo>
                <a:lnTo>
                  <a:pt x="597" y="0"/>
                </a:lnTo>
                <a:lnTo>
                  <a:pt x="597" y="1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" name=""/>
          <p:cNvSpPr/>
          <p:nvPr/>
        </p:nvSpPr>
        <p:spPr>
          <a:xfrm>
            <a:off x="2760480" y="2048040"/>
            <a:ext cx="213120" cy="21600"/>
          </a:xfrm>
          <a:custGeom>
            <a:avLst/>
            <a:gdLst/>
            <a:ahLst/>
            <a:rect l="0" t="0" r="r" b="b"/>
            <a:pathLst>
              <a:path w="592" h="60">
                <a:moveTo>
                  <a:pt x="0" y="60"/>
                </a:moveTo>
                <a:lnTo>
                  <a:pt x="592" y="0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3" name=""/>
          <p:cNvSpPr/>
          <p:nvPr/>
        </p:nvSpPr>
        <p:spPr>
          <a:xfrm>
            <a:off x="2762280" y="2048040"/>
            <a:ext cx="211320" cy="21600"/>
          </a:xfrm>
          <a:custGeom>
            <a:avLst/>
            <a:gdLst/>
            <a:ahLst/>
            <a:rect l="0" t="0" r="r" b="b"/>
            <a:pathLst>
              <a:path w="587" h="60">
                <a:moveTo>
                  <a:pt x="0" y="60"/>
                </a:moveTo>
                <a:lnTo>
                  <a:pt x="587" y="0"/>
                </a:lnTo>
                <a:lnTo>
                  <a:pt x="587" y="1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4" name=""/>
          <p:cNvSpPr/>
          <p:nvPr/>
        </p:nvSpPr>
        <p:spPr>
          <a:xfrm>
            <a:off x="2764080" y="2048400"/>
            <a:ext cx="209520" cy="21240"/>
          </a:xfrm>
          <a:custGeom>
            <a:avLst/>
            <a:gdLst/>
            <a:ahLst/>
            <a:rect l="0" t="0" r="r" b="b"/>
            <a:pathLst>
              <a:path w="582" h="59">
                <a:moveTo>
                  <a:pt x="0" y="59"/>
                </a:moveTo>
                <a:lnTo>
                  <a:pt x="582" y="0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5" name=""/>
          <p:cNvSpPr/>
          <p:nvPr/>
        </p:nvSpPr>
        <p:spPr>
          <a:xfrm>
            <a:off x="2765880" y="2048400"/>
            <a:ext cx="207720" cy="21240"/>
          </a:xfrm>
          <a:custGeom>
            <a:avLst/>
            <a:gdLst/>
            <a:ahLst/>
            <a:rect l="0" t="0" r="r" b="b"/>
            <a:pathLst>
              <a:path w="577" h="59">
                <a:moveTo>
                  <a:pt x="0" y="59"/>
                </a:moveTo>
                <a:lnTo>
                  <a:pt x="577" y="0"/>
                </a:lnTo>
                <a:lnTo>
                  <a:pt x="577" y="1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6" name=""/>
          <p:cNvSpPr/>
          <p:nvPr/>
        </p:nvSpPr>
        <p:spPr>
          <a:xfrm>
            <a:off x="2767680" y="2048760"/>
            <a:ext cx="205920" cy="20880"/>
          </a:xfrm>
          <a:custGeom>
            <a:avLst/>
            <a:gdLst/>
            <a:ahLst/>
            <a:rect l="0" t="0" r="r" b="b"/>
            <a:pathLst>
              <a:path w="572" h="58">
                <a:moveTo>
                  <a:pt x="0" y="58"/>
                </a:moveTo>
                <a:lnTo>
                  <a:pt x="572" y="0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7" name=""/>
          <p:cNvSpPr/>
          <p:nvPr/>
        </p:nvSpPr>
        <p:spPr>
          <a:xfrm>
            <a:off x="2769480" y="2048760"/>
            <a:ext cx="204120" cy="20880"/>
          </a:xfrm>
          <a:custGeom>
            <a:avLst/>
            <a:gdLst/>
            <a:ahLst/>
            <a:rect l="0" t="0" r="r" b="b"/>
            <a:pathLst>
              <a:path w="567" h="58">
                <a:moveTo>
                  <a:pt x="0" y="58"/>
                </a:moveTo>
                <a:lnTo>
                  <a:pt x="567" y="0"/>
                </a:lnTo>
                <a:lnTo>
                  <a:pt x="567" y="1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8" name=""/>
          <p:cNvSpPr/>
          <p:nvPr/>
        </p:nvSpPr>
        <p:spPr>
          <a:xfrm>
            <a:off x="2771280" y="2049120"/>
            <a:ext cx="202320" cy="20520"/>
          </a:xfrm>
          <a:custGeom>
            <a:avLst/>
            <a:gdLst/>
            <a:ahLst/>
            <a:rect l="0" t="0" r="r" b="b"/>
            <a:pathLst>
              <a:path w="562" h="57">
                <a:moveTo>
                  <a:pt x="0" y="57"/>
                </a:moveTo>
                <a:lnTo>
                  <a:pt x="562" y="0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9" name=""/>
          <p:cNvSpPr/>
          <p:nvPr/>
        </p:nvSpPr>
        <p:spPr>
          <a:xfrm>
            <a:off x="2773080" y="2049120"/>
            <a:ext cx="200520" cy="20520"/>
          </a:xfrm>
          <a:custGeom>
            <a:avLst/>
            <a:gdLst/>
            <a:ahLst/>
            <a:rect l="0" t="0" r="r" b="b"/>
            <a:pathLst>
              <a:path w="557" h="57">
                <a:moveTo>
                  <a:pt x="0" y="57"/>
                </a:moveTo>
                <a:lnTo>
                  <a:pt x="557" y="0"/>
                </a:lnTo>
                <a:lnTo>
                  <a:pt x="557" y="1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0" name=""/>
          <p:cNvSpPr/>
          <p:nvPr/>
        </p:nvSpPr>
        <p:spPr>
          <a:xfrm>
            <a:off x="2774880" y="2049480"/>
            <a:ext cx="198720" cy="20160"/>
          </a:xfrm>
          <a:custGeom>
            <a:avLst/>
            <a:gdLst/>
            <a:ahLst/>
            <a:rect l="0" t="0" r="r" b="b"/>
            <a:pathLst>
              <a:path w="552" h="56">
                <a:moveTo>
                  <a:pt x="0" y="56"/>
                </a:moveTo>
                <a:lnTo>
                  <a:pt x="552" y="0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1" name=""/>
          <p:cNvSpPr/>
          <p:nvPr/>
        </p:nvSpPr>
        <p:spPr>
          <a:xfrm>
            <a:off x="2776680" y="2049480"/>
            <a:ext cx="196920" cy="20160"/>
          </a:xfrm>
          <a:custGeom>
            <a:avLst/>
            <a:gdLst/>
            <a:ahLst/>
            <a:rect l="0" t="0" r="r" b="b"/>
            <a:pathLst>
              <a:path w="547" h="56">
                <a:moveTo>
                  <a:pt x="0" y="56"/>
                </a:moveTo>
                <a:lnTo>
                  <a:pt x="547" y="0"/>
                </a:lnTo>
                <a:lnTo>
                  <a:pt x="547" y="1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2" name=""/>
          <p:cNvSpPr/>
          <p:nvPr/>
        </p:nvSpPr>
        <p:spPr>
          <a:xfrm>
            <a:off x="2778480" y="2049840"/>
            <a:ext cx="195120" cy="19800"/>
          </a:xfrm>
          <a:custGeom>
            <a:avLst/>
            <a:gdLst/>
            <a:ahLst/>
            <a:rect l="0" t="0" r="r" b="b"/>
            <a:pathLst>
              <a:path w="542" h="55">
                <a:moveTo>
                  <a:pt x="0" y="55"/>
                </a:moveTo>
                <a:lnTo>
                  <a:pt x="542" y="0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" name=""/>
          <p:cNvSpPr/>
          <p:nvPr/>
        </p:nvSpPr>
        <p:spPr>
          <a:xfrm>
            <a:off x="2779920" y="2049840"/>
            <a:ext cx="193680" cy="19800"/>
          </a:xfrm>
          <a:custGeom>
            <a:avLst/>
            <a:gdLst/>
            <a:ahLst/>
            <a:rect l="0" t="0" r="r" b="b"/>
            <a:pathLst>
              <a:path w="538" h="55">
                <a:moveTo>
                  <a:pt x="0" y="55"/>
                </a:moveTo>
                <a:lnTo>
                  <a:pt x="538" y="0"/>
                </a:lnTo>
                <a:lnTo>
                  <a:pt x="538" y="1"/>
                </a:lnTo>
                <a:lnTo>
                  <a:pt x="5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" name=""/>
          <p:cNvSpPr/>
          <p:nvPr/>
        </p:nvSpPr>
        <p:spPr>
          <a:xfrm>
            <a:off x="2781720" y="2050200"/>
            <a:ext cx="191880" cy="19440"/>
          </a:xfrm>
          <a:custGeom>
            <a:avLst/>
            <a:gdLst/>
            <a:ahLst/>
            <a:rect l="0" t="0" r="r" b="b"/>
            <a:pathLst>
              <a:path w="533" h="54">
                <a:moveTo>
                  <a:pt x="0" y="54"/>
                </a:moveTo>
                <a:lnTo>
                  <a:pt x="533" y="0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" name=""/>
          <p:cNvSpPr/>
          <p:nvPr/>
        </p:nvSpPr>
        <p:spPr>
          <a:xfrm>
            <a:off x="2783520" y="2050200"/>
            <a:ext cx="190080" cy="19440"/>
          </a:xfrm>
          <a:custGeom>
            <a:avLst/>
            <a:gdLst/>
            <a:ahLst/>
            <a:rect l="0" t="0" r="r" b="b"/>
            <a:pathLst>
              <a:path w="528" h="54">
                <a:moveTo>
                  <a:pt x="0" y="54"/>
                </a:moveTo>
                <a:lnTo>
                  <a:pt x="528" y="0"/>
                </a:lnTo>
                <a:lnTo>
                  <a:pt x="528" y="1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" name=""/>
          <p:cNvSpPr/>
          <p:nvPr/>
        </p:nvSpPr>
        <p:spPr>
          <a:xfrm>
            <a:off x="2785320" y="2050560"/>
            <a:ext cx="188280" cy="19080"/>
          </a:xfrm>
          <a:custGeom>
            <a:avLst/>
            <a:gdLst/>
            <a:ahLst/>
            <a:rect l="0" t="0" r="r" b="b"/>
            <a:pathLst>
              <a:path w="523" h="53">
                <a:moveTo>
                  <a:pt x="0" y="53"/>
                </a:moveTo>
                <a:lnTo>
                  <a:pt x="523" y="0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" name=""/>
          <p:cNvSpPr/>
          <p:nvPr/>
        </p:nvSpPr>
        <p:spPr>
          <a:xfrm>
            <a:off x="2787120" y="2050560"/>
            <a:ext cx="186480" cy="19080"/>
          </a:xfrm>
          <a:custGeom>
            <a:avLst/>
            <a:gdLst/>
            <a:ahLst/>
            <a:rect l="0" t="0" r="r" b="b"/>
            <a:pathLst>
              <a:path w="518" h="53">
                <a:moveTo>
                  <a:pt x="0" y="53"/>
                </a:moveTo>
                <a:lnTo>
                  <a:pt x="518" y="0"/>
                </a:lnTo>
                <a:lnTo>
                  <a:pt x="518" y="1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" name=""/>
          <p:cNvSpPr/>
          <p:nvPr/>
        </p:nvSpPr>
        <p:spPr>
          <a:xfrm>
            <a:off x="2788920" y="2050920"/>
            <a:ext cx="184680" cy="18720"/>
          </a:xfrm>
          <a:custGeom>
            <a:avLst/>
            <a:gdLst/>
            <a:ahLst/>
            <a:rect l="0" t="0" r="r" b="b"/>
            <a:pathLst>
              <a:path w="513" h="52">
                <a:moveTo>
                  <a:pt x="0" y="52"/>
                </a:moveTo>
                <a:lnTo>
                  <a:pt x="513" y="0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" name=""/>
          <p:cNvSpPr/>
          <p:nvPr/>
        </p:nvSpPr>
        <p:spPr>
          <a:xfrm>
            <a:off x="2790720" y="2050920"/>
            <a:ext cx="182880" cy="18720"/>
          </a:xfrm>
          <a:custGeom>
            <a:avLst/>
            <a:gdLst/>
            <a:ahLst/>
            <a:rect l="0" t="0" r="r" b="b"/>
            <a:pathLst>
              <a:path w="508" h="52">
                <a:moveTo>
                  <a:pt x="0" y="52"/>
                </a:moveTo>
                <a:lnTo>
                  <a:pt x="508" y="0"/>
                </a:lnTo>
                <a:lnTo>
                  <a:pt x="508" y="1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" name=""/>
          <p:cNvSpPr/>
          <p:nvPr/>
        </p:nvSpPr>
        <p:spPr>
          <a:xfrm>
            <a:off x="2792520" y="2051280"/>
            <a:ext cx="181080" cy="18360"/>
          </a:xfrm>
          <a:custGeom>
            <a:avLst/>
            <a:gdLst/>
            <a:ahLst/>
            <a:rect l="0" t="0" r="r" b="b"/>
            <a:pathLst>
              <a:path w="503" h="51">
                <a:moveTo>
                  <a:pt x="0" y="51"/>
                </a:moveTo>
                <a:lnTo>
                  <a:pt x="503" y="0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" name=""/>
          <p:cNvSpPr/>
          <p:nvPr/>
        </p:nvSpPr>
        <p:spPr>
          <a:xfrm>
            <a:off x="2794320" y="2051280"/>
            <a:ext cx="179280" cy="18360"/>
          </a:xfrm>
          <a:custGeom>
            <a:avLst/>
            <a:gdLst/>
            <a:ahLst/>
            <a:rect l="0" t="0" r="r" b="b"/>
            <a:pathLst>
              <a:path w="498" h="51">
                <a:moveTo>
                  <a:pt x="0" y="51"/>
                </a:moveTo>
                <a:lnTo>
                  <a:pt x="498" y="0"/>
                </a:lnTo>
                <a:lnTo>
                  <a:pt x="498" y="1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" name=""/>
          <p:cNvSpPr/>
          <p:nvPr/>
        </p:nvSpPr>
        <p:spPr>
          <a:xfrm>
            <a:off x="2796120" y="2051640"/>
            <a:ext cx="177480" cy="18000"/>
          </a:xfrm>
          <a:custGeom>
            <a:avLst/>
            <a:gdLst/>
            <a:ahLst/>
            <a:rect l="0" t="0" r="r" b="b"/>
            <a:pathLst>
              <a:path w="493" h="50">
                <a:moveTo>
                  <a:pt x="0" y="50"/>
                </a:moveTo>
                <a:lnTo>
                  <a:pt x="493" y="0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" name=""/>
          <p:cNvSpPr/>
          <p:nvPr/>
        </p:nvSpPr>
        <p:spPr>
          <a:xfrm>
            <a:off x="2797920" y="2051640"/>
            <a:ext cx="175680" cy="18000"/>
          </a:xfrm>
          <a:custGeom>
            <a:avLst/>
            <a:gdLst/>
            <a:ahLst/>
            <a:rect l="0" t="0" r="r" b="b"/>
            <a:pathLst>
              <a:path w="488" h="50">
                <a:moveTo>
                  <a:pt x="0" y="50"/>
                </a:moveTo>
                <a:lnTo>
                  <a:pt x="488" y="0"/>
                </a:lnTo>
                <a:lnTo>
                  <a:pt x="488" y="1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" name=""/>
          <p:cNvSpPr/>
          <p:nvPr/>
        </p:nvSpPr>
        <p:spPr>
          <a:xfrm>
            <a:off x="2799720" y="2052000"/>
            <a:ext cx="173880" cy="17640"/>
          </a:xfrm>
          <a:custGeom>
            <a:avLst/>
            <a:gdLst/>
            <a:ahLst/>
            <a:rect l="0" t="0" r="r" b="b"/>
            <a:pathLst>
              <a:path w="483" h="49">
                <a:moveTo>
                  <a:pt x="0" y="49"/>
                </a:moveTo>
                <a:lnTo>
                  <a:pt x="483" y="0"/>
                </a:lnTo>
                <a:lnTo>
                  <a:pt x="4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" name=""/>
          <p:cNvSpPr/>
          <p:nvPr/>
        </p:nvSpPr>
        <p:spPr>
          <a:xfrm>
            <a:off x="2801160" y="2052000"/>
            <a:ext cx="172440" cy="17640"/>
          </a:xfrm>
          <a:custGeom>
            <a:avLst/>
            <a:gdLst/>
            <a:ahLst/>
            <a:rect l="0" t="0" r="r" b="b"/>
            <a:pathLst>
              <a:path w="479" h="49">
                <a:moveTo>
                  <a:pt x="0" y="49"/>
                </a:moveTo>
                <a:lnTo>
                  <a:pt x="479" y="0"/>
                </a:lnTo>
                <a:lnTo>
                  <a:pt x="479" y="1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" name=""/>
          <p:cNvSpPr/>
          <p:nvPr/>
        </p:nvSpPr>
        <p:spPr>
          <a:xfrm>
            <a:off x="2802960" y="2052360"/>
            <a:ext cx="170640" cy="17280"/>
          </a:xfrm>
          <a:custGeom>
            <a:avLst/>
            <a:gdLst/>
            <a:ahLst/>
            <a:rect l="0" t="0" r="r" b="b"/>
            <a:pathLst>
              <a:path w="474" h="48">
                <a:moveTo>
                  <a:pt x="0" y="48"/>
                </a:moveTo>
                <a:lnTo>
                  <a:pt x="474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7" name=""/>
          <p:cNvSpPr/>
          <p:nvPr/>
        </p:nvSpPr>
        <p:spPr>
          <a:xfrm>
            <a:off x="2804760" y="2052360"/>
            <a:ext cx="168840" cy="17280"/>
          </a:xfrm>
          <a:custGeom>
            <a:avLst/>
            <a:gdLst/>
            <a:ahLst/>
            <a:rect l="0" t="0" r="r" b="b"/>
            <a:pathLst>
              <a:path w="469" h="48">
                <a:moveTo>
                  <a:pt x="0" y="48"/>
                </a:moveTo>
                <a:lnTo>
                  <a:pt x="469" y="0"/>
                </a:lnTo>
                <a:lnTo>
                  <a:pt x="469" y="1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8" name=""/>
          <p:cNvSpPr/>
          <p:nvPr/>
        </p:nvSpPr>
        <p:spPr>
          <a:xfrm>
            <a:off x="2806560" y="2052720"/>
            <a:ext cx="167040" cy="16920"/>
          </a:xfrm>
          <a:custGeom>
            <a:avLst/>
            <a:gdLst/>
            <a:ahLst/>
            <a:rect l="0" t="0" r="r" b="b"/>
            <a:pathLst>
              <a:path w="464" h="47">
                <a:moveTo>
                  <a:pt x="0" y="47"/>
                </a:moveTo>
                <a:lnTo>
                  <a:pt x="464" y="0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9" name=""/>
          <p:cNvSpPr/>
          <p:nvPr/>
        </p:nvSpPr>
        <p:spPr>
          <a:xfrm>
            <a:off x="2808360" y="2052720"/>
            <a:ext cx="165240" cy="16920"/>
          </a:xfrm>
          <a:custGeom>
            <a:avLst/>
            <a:gdLst/>
            <a:ahLst/>
            <a:rect l="0" t="0" r="r" b="b"/>
            <a:pathLst>
              <a:path w="459" h="47">
                <a:moveTo>
                  <a:pt x="0" y="47"/>
                </a:moveTo>
                <a:lnTo>
                  <a:pt x="459" y="0"/>
                </a:lnTo>
                <a:lnTo>
                  <a:pt x="459" y="1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0" name=""/>
          <p:cNvSpPr/>
          <p:nvPr/>
        </p:nvSpPr>
        <p:spPr>
          <a:xfrm>
            <a:off x="2810160" y="2053080"/>
            <a:ext cx="163440" cy="16560"/>
          </a:xfrm>
          <a:custGeom>
            <a:avLst/>
            <a:gdLst/>
            <a:ahLst/>
            <a:rect l="0" t="0" r="r" b="b"/>
            <a:pathLst>
              <a:path w="454" h="46">
                <a:moveTo>
                  <a:pt x="0" y="46"/>
                </a:moveTo>
                <a:lnTo>
                  <a:pt x="454" y="0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1" name=""/>
          <p:cNvSpPr/>
          <p:nvPr/>
        </p:nvSpPr>
        <p:spPr>
          <a:xfrm>
            <a:off x="2811960" y="2053080"/>
            <a:ext cx="161640" cy="16560"/>
          </a:xfrm>
          <a:custGeom>
            <a:avLst/>
            <a:gdLst/>
            <a:ahLst/>
            <a:rect l="0" t="0" r="r" b="b"/>
            <a:pathLst>
              <a:path w="449" h="46">
                <a:moveTo>
                  <a:pt x="0" y="46"/>
                </a:moveTo>
                <a:lnTo>
                  <a:pt x="449" y="0"/>
                </a:lnTo>
                <a:lnTo>
                  <a:pt x="449" y="1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2" name=""/>
          <p:cNvSpPr/>
          <p:nvPr/>
        </p:nvSpPr>
        <p:spPr>
          <a:xfrm>
            <a:off x="2813760" y="2053440"/>
            <a:ext cx="159840" cy="16200"/>
          </a:xfrm>
          <a:custGeom>
            <a:avLst/>
            <a:gdLst/>
            <a:ahLst/>
            <a:rect l="0" t="0" r="r" b="b"/>
            <a:pathLst>
              <a:path w="444" h="45">
                <a:moveTo>
                  <a:pt x="0" y="45"/>
                </a:moveTo>
                <a:lnTo>
                  <a:pt x="444" y="0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3" name=""/>
          <p:cNvSpPr/>
          <p:nvPr/>
        </p:nvSpPr>
        <p:spPr>
          <a:xfrm>
            <a:off x="2815560" y="2053440"/>
            <a:ext cx="158040" cy="16200"/>
          </a:xfrm>
          <a:custGeom>
            <a:avLst/>
            <a:gdLst/>
            <a:ahLst/>
            <a:rect l="0" t="0" r="r" b="b"/>
            <a:pathLst>
              <a:path w="439" h="45">
                <a:moveTo>
                  <a:pt x="0" y="45"/>
                </a:moveTo>
                <a:lnTo>
                  <a:pt x="439" y="0"/>
                </a:lnTo>
                <a:lnTo>
                  <a:pt x="439" y="1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4" name=""/>
          <p:cNvSpPr/>
          <p:nvPr/>
        </p:nvSpPr>
        <p:spPr>
          <a:xfrm>
            <a:off x="2817360" y="2053800"/>
            <a:ext cx="156240" cy="15840"/>
          </a:xfrm>
          <a:custGeom>
            <a:avLst/>
            <a:gdLst/>
            <a:ahLst/>
            <a:rect l="0" t="0" r="r" b="b"/>
            <a:pathLst>
              <a:path w="434" h="44">
                <a:moveTo>
                  <a:pt x="0" y="44"/>
                </a:moveTo>
                <a:lnTo>
                  <a:pt x="434" y="0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5" name=""/>
          <p:cNvSpPr/>
          <p:nvPr/>
        </p:nvSpPr>
        <p:spPr>
          <a:xfrm>
            <a:off x="2819160" y="2053800"/>
            <a:ext cx="154440" cy="15840"/>
          </a:xfrm>
          <a:custGeom>
            <a:avLst/>
            <a:gdLst/>
            <a:ahLst/>
            <a:rect l="0" t="0" r="r" b="b"/>
            <a:pathLst>
              <a:path w="429" h="44">
                <a:moveTo>
                  <a:pt x="0" y="44"/>
                </a:moveTo>
                <a:lnTo>
                  <a:pt x="429" y="0"/>
                </a:lnTo>
                <a:lnTo>
                  <a:pt x="429" y="1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6" name=""/>
          <p:cNvSpPr/>
          <p:nvPr/>
        </p:nvSpPr>
        <p:spPr>
          <a:xfrm>
            <a:off x="2820960" y="2054160"/>
            <a:ext cx="152640" cy="15480"/>
          </a:xfrm>
          <a:custGeom>
            <a:avLst/>
            <a:gdLst/>
            <a:ahLst/>
            <a:rect l="0" t="0" r="r" b="b"/>
            <a:pathLst>
              <a:path w="424" h="43">
                <a:moveTo>
                  <a:pt x="0" y="43"/>
                </a:moveTo>
                <a:lnTo>
                  <a:pt x="424" y="0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7" name=""/>
          <p:cNvSpPr/>
          <p:nvPr/>
        </p:nvSpPr>
        <p:spPr>
          <a:xfrm>
            <a:off x="2822760" y="2054160"/>
            <a:ext cx="150840" cy="15480"/>
          </a:xfrm>
          <a:custGeom>
            <a:avLst/>
            <a:gdLst/>
            <a:ahLst/>
            <a:rect l="0" t="0" r="r" b="b"/>
            <a:pathLst>
              <a:path w="419" h="43">
                <a:moveTo>
                  <a:pt x="0" y="43"/>
                </a:moveTo>
                <a:lnTo>
                  <a:pt x="419" y="0"/>
                </a:lnTo>
                <a:lnTo>
                  <a:pt x="419" y="1"/>
                </a:lnTo>
                <a:lnTo>
                  <a:pt x="4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8" name=""/>
          <p:cNvSpPr/>
          <p:nvPr/>
        </p:nvSpPr>
        <p:spPr>
          <a:xfrm>
            <a:off x="2824200" y="2054520"/>
            <a:ext cx="149400" cy="15120"/>
          </a:xfrm>
          <a:custGeom>
            <a:avLst/>
            <a:gdLst/>
            <a:ahLst/>
            <a:rect l="0" t="0" r="r" b="b"/>
            <a:pathLst>
              <a:path w="415" h="42">
                <a:moveTo>
                  <a:pt x="0" y="42"/>
                </a:moveTo>
                <a:lnTo>
                  <a:pt x="415" y="0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9" name=""/>
          <p:cNvSpPr/>
          <p:nvPr/>
        </p:nvSpPr>
        <p:spPr>
          <a:xfrm>
            <a:off x="2826000" y="2054520"/>
            <a:ext cx="147600" cy="15120"/>
          </a:xfrm>
          <a:custGeom>
            <a:avLst/>
            <a:gdLst/>
            <a:ahLst/>
            <a:rect l="0" t="0" r="r" b="b"/>
            <a:pathLst>
              <a:path w="410" h="42">
                <a:moveTo>
                  <a:pt x="0" y="42"/>
                </a:moveTo>
                <a:lnTo>
                  <a:pt x="410" y="0"/>
                </a:lnTo>
                <a:lnTo>
                  <a:pt x="410" y="1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0" name=""/>
          <p:cNvSpPr/>
          <p:nvPr/>
        </p:nvSpPr>
        <p:spPr>
          <a:xfrm>
            <a:off x="2827800" y="2054880"/>
            <a:ext cx="145800" cy="14760"/>
          </a:xfrm>
          <a:custGeom>
            <a:avLst/>
            <a:gdLst/>
            <a:ahLst/>
            <a:rect l="0" t="0" r="r" b="b"/>
            <a:pathLst>
              <a:path w="405" h="41">
                <a:moveTo>
                  <a:pt x="0" y="41"/>
                </a:moveTo>
                <a:lnTo>
                  <a:pt x="405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1" name=""/>
          <p:cNvSpPr/>
          <p:nvPr/>
        </p:nvSpPr>
        <p:spPr>
          <a:xfrm>
            <a:off x="2829600" y="2054880"/>
            <a:ext cx="144000" cy="14760"/>
          </a:xfrm>
          <a:custGeom>
            <a:avLst/>
            <a:gdLst/>
            <a:ahLst/>
            <a:rect l="0" t="0" r="r" b="b"/>
            <a:pathLst>
              <a:path w="400" h="41">
                <a:moveTo>
                  <a:pt x="0" y="41"/>
                </a:moveTo>
                <a:lnTo>
                  <a:pt x="400" y="0"/>
                </a:lnTo>
                <a:lnTo>
                  <a:pt x="400" y="1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2" name=""/>
          <p:cNvSpPr/>
          <p:nvPr/>
        </p:nvSpPr>
        <p:spPr>
          <a:xfrm>
            <a:off x="2831400" y="2055240"/>
            <a:ext cx="142200" cy="14400"/>
          </a:xfrm>
          <a:custGeom>
            <a:avLst/>
            <a:gdLst/>
            <a:ahLst/>
            <a:rect l="0" t="0" r="r" b="b"/>
            <a:pathLst>
              <a:path w="395" h="40">
                <a:moveTo>
                  <a:pt x="0" y="40"/>
                </a:moveTo>
                <a:lnTo>
                  <a:pt x="395" y="0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3" name=""/>
          <p:cNvSpPr/>
          <p:nvPr/>
        </p:nvSpPr>
        <p:spPr>
          <a:xfrm>
            <a:off x="2833200" y="2055240"/>
            <a:ext cx="140400" cy="14400"/>
          </a:xfrm>
          <a:custGeom>
            <a:avLst/>
            <a:gdLst/>
            <a:ahLst/>
            <a:rect l="0" t="0" r="r" b="b"/>
            <a:pathLst>
              <a:path w="390" h="40">
                <a:moveTo>
                  <a:pt x="0" y="40"/>
                </a:moveTo>
                <a:lnTo>
                  <a:pt x="390" y="0"/>
                </a:lnTo>
                <a:lnTo>
                  <a:pt x="390" y="1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4" name=""/>
          <p:cNvSpPr/>
          <p:nvPr/>
        </p:nvSpPr>
        <p:spPr>
          <a:xfrm>
            <a:off x="2835000" y="2055600"/>
            <a:ext cx="138600" cy="14040"/>
          </a:xfrm>
          <a:custGeom>
            <a:avLst/>
            <a:gdLst/>
            <a:ahLst/>
            <a:rect l="0" t="0" r="r" b="b"/>
            <a:pathLst>
              <a:path w="385" h="39">
                <a:moveTo>
                  <a:pt x="0" y="39"/>
                </a:moveTo>
                <a:lnTo>
                  <a:pt x="385" y="0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" name=""/>
          <p:cNvSpPr/>
          <p:nvPr/>
        </p:nvSpPr>
        <p:spPr>
          <a:xfrm>
            <a:off x="2836800" y="2055600"/>
            <a:ext cx="136800" cy="14040"/>
          </a:xfrm>
          <a:custGeom>
            <a:avLst/>
            <a:gdLst/>
            <a:ahLst/>
            <a:rect l="0" t="0" r="r" b="b"/>
            <a:pathLst>
              <a:path w="380" h="39">
                <a:moveTo>
                  <a:pt x="0" y="39"/>
                </a:moveTo>
                <a:lnTo>
                  <a:pt x="380" y="0"/>
                </a:lnTo>
                <a:lnTo>
                  <a:pt x="380" y="1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" name=""/>
          <p:cNvSpPr/>
          <p:nvPr/>
        </p:nvSpPr>
        <p:spPr>
          <a:xfrm>
            <a:off x="2838600" y="2055960"/>
            <a:ext cx="135000" cy="13680"/>
          </a:xfrm>
          <a:custGeom>
            <a:avLst/>
            <a:gdLst/>
            <a:ahLst/>
            <a:rect l="0" t="0" r="r" b="b"/>
            <a:pathLst>
              <a:path w="375" h="38">
                <a:moveTo>
                  <a:pt x="0" y="38"/>
                </a:moveTo>
                <a:lnTo>
                  <a:pt x="375" y="0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" name=""/>
          <p:cNvSpPr/>
          <p:nvPr/>
        </p:nvSpPr>
        <p:spPr>
          <a:xfrm>
            <a:off x="2840400" y="2055960"/>
            <a:ext cx="133200" cy="13680"/>
          </a:xfrm>
          <a:custGeom>
            <a:avLst/>
            <a:gdLst/>
            <a:ahLst/>
            <a:rect l="0" t="0" r="r" b="b"/>
            <a:pathLst>
              <a:path w="370" h="38">
                <a:moveTo>
                  <a:pt x="0" y="38"/>
                </a:moveTo>
                <a:lnTo>
                  <a:pt x="370" y="0"/>
                </a:lnTo>
                <a:lnTo>
                  <a:pt x="370" y="1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" name=""/>
          <p:cNvSpPr/>
          <p:nvPr/>
        </p:nvSpPr>
        <p:spPr>
          <a:xfrm>
            <a:off x="2842200" y="2056320"/>
            <a:ext cx="131400" cy="13320"/>
          </a:xfrm>
          <a:custGeom>
            <a:avLst/>
            <a:gdLst/>
            <a:ahLst/>
            <a:rect l="0" t="0" r="r" b="b"/>
            <a:pathLst>
              <a:path w="365" h="37">
                <a:moveTo>
                  <a:pt x="0" y="37"/>
                </a:moveTo>
                <a:lnTo>
                  <a:pt x="365" y="0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9" name=""/>
          <p:cNvSpPr/>
          <p:nvPr/>
        </p:nvSpPr>
        <p:spPr>
          <a:xfrm>
            <a:off x="2844000" y="2056320"/>
            <a:ext cx="129600" cy="13320"/>
          </a:xfrm>
          <a:custGeom>
            <a:avLst/>
            <a:gdLst/>
            <a:ahLst/>
            <a:rect l="0" t="0" r="r" b="b"/>
            <a:pathLst>
              <a:path w="360" h="37">
                <a:moveTo>
                  <a:pt x="0" y="37"/>
                </a:moveTo>
                <a:lnTo>
                  <a:pt x="360" y="0"/>
                </a:lnTo>
                <a:lnTo>
                  <a:pt x="360" y="1"/>
                </a:lnTo>
                <a:lnTo>
                  <a:pt x="4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0" name=""/>
          <p:cNvSpPr/>
          <p:nvPr/>
        </p:nvSpPr>
        <p:spPr>
          <a:xfrm>
            <a:off x="2845440" y="2056680"/>
            <a:ext cx="128160" cy="12960"/>
          </a:xfrm>
          <a:custGeom>
            <a:avLst/>
            <a:gdLst/>
            <a:ahLst/>
            <a:rect l="0" t="0" r="r" b="b"/>
            <a:pathLst>
              <a:path w="356" h="36">
                <a:moveTo>
                  <a:pt x="0" y="36"/>
                </a:moveTo>
                <a:lnTo>
                  <a:pt x="356" y="0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1" name=""/>
          <p:cNvSpPr/>
          <p:nvPr/>
        </p:nvSpPr>
        <p:spPr>
          <a:xfrm>
            <a:off x="2847240" y="2056680"/>
            <a:ext cx="126360" cy="12960"/>
          </a:xfrm>
          <a:custGeom>
            <a:avLst/>
            <a:gdLst/>
            <a:ahLst/>
            <a:rect l="0" t="0" r="r" b="b"/>
            <a:pathLst>
              <a:path w="351" h="36">
                <a:moveTo>
                  <a:pt x="0" y="36"/>
                </a:moveTo>
                <a:lnTo>
                  <a:pt x="351" y="0"/>
                </a:lnTo>
                <a:lnTo>
                  <a:pt x="351" y="1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2" name=""/>
          <p:cNvSpPr/>
          <p:nvPr/>
        </p:nvSpPr>
        <p:spPr>
          <a:xfrm>
            <a:off x="2849040" y="2057040"/>
            <a:ext cx="124560" cy="12600"/>
          </a:xfrm>
          <a:custGeom>
            <a:avLst/>
            <a:gdLst/>
            <a:ahLst/>
            <a:rect l="0" t="0" r="r" b="b"/>
            <a:pathLst>
              <a:path w="346" h="35">
                <a:moveTo>
                  <a:pt x="0" y="35"/>
                </a:moveTo>
                <a:lnTo>
                  <a:pt x="346" y="0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3" name=""/>
          <p:cNvSpPr/>
          <p:nvPr/>
        </p:nvSpPr>
        <p:spPr>
          <a:xfrm>
            <a:off x="2850840" y="2057040"/>
            <a:ext cx="122760" cy="12600"/>
          </a:xfrm>
          <a:custGeom>
            <a:avLst/>
            <a:gdLst/>
            <a:ahLst/>
            <a:rect l="0" t="0" r="r" b="b"/>
            <a:pathLst>
              <a:path w="341" h="35">
                <a:moveTo>
                  <a:pt x="0" y="35"/>
                </a:moveTo>
                <a:lnTo>
                  <a:pt x="341" y="0"/>
                </a:lnTo>
                <a:lnTo>
                  <a:pt x="341" y="1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4" name=""/>
          <p:cNvSpPr/>
          <p:nvPr/>
        </p:nvSpPr>
        <p:spPr>
          <a:xfrm>
            <a:off x="2852640" y="2057400"/>
            <a:ext cx="120960" cy="12240"/>
          </a:xfrm>
          <a:custGeom>
            <a:avLst/>
            <a:gdLst/>
            <a:ahLst/>
            <a:rect l="0" t="0" r="r" b="b"/>
            <a:pathLst>
              <a:path w="336" h="34">
                <a:moveTo>
                  <a:pt x="0" y="34"/>
                </a:moveTo>
                <a:lnTo>
                  <a:pt x="336" y="0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5" name=""/>
          <p:cNvSpPr/>
          <p:nvPr/>
        </p:nvSpPr>
        <p:spPr>
          <a:xfrm>
            <a:off x="2854440" y="2057400"/>
            <a:ext cx="119160" cy="12240"/>
          </a:xfrm>
          <a:custGeom>
            <a:avLst/>
            <a:gdLst/>
            <a:ahLst/>
            <a:rect l="0" t="0" r="r" b="b"/>
            <a:pathLst>
              <a:path w="331" h="34">
                <a:moveTo>
                  <a:pt x="0" y="34"/>
                </a:moveTo>
                <a:lnTo>
                  <a:pt x="331" y="0"/>
                </a:lnTo>
                <a:lnTo>
                  <a:pt x="331" y="1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" name=""/>
          <p:cNvSpPr/>
          <p:nvPr/>
        </p:nvSpPr>
        <p:spPr>
          <a:xfrm>
            <a:off x="2856240" y="2057760"/>
            <a:ext cx="117360" cy="11880"/>
          </a:xfrm>
          <a:custGeom>
            <a:avLst/>
            <a:gdLst/>
            <a:ahLst/>
            <a:rect l="0" t="0" r="r" b="b"/>
            <a:pathLst>
              <a:path w="326" h="33">
                <a:moveTo>
                  <a:pt x="0" y="33"/>
                </a:moveTo>
                <a:lnTo>
                  <a:pt x="326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" name=""/>
          <p:cNvSpPr/>
          <p:nvPr/>
        </p:nvSpPr>
        <p:spPr>
          <a:xfrm>
            <a:off x="2858040" y="2057760"/>
            <a:ext cx="115560" cy="11880"/>
          </a:xfrm>
          <a:custGeom>
            <a:avLst/>
            <a:gdLst/>
            <a:ahLst/>
            <a:rect l="0" t="0" r="r" b="b"/>
            <a:pathLst>
              <a:path w="321" h="33">
                <a:moveTo>
                  <a:pt x="0" y="33"/>
                </a:moveTo>
                <a:lnTo>
                  <a:pt x="321" y="0"/>
                </a:lnTo>
                <a:lnTo>
                  <a:pt x="321" y="1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8" name=""/>
          <p:cNvSpPr/>
          <p:nvPr/>
        </p:nvSpPr>
        <p:spPr>
          <a:xfrm>
            <a:off x="2859840" y="2058120"/>
            <a:ext cx="113760" cy="11520"/>
          </a:xfrm>
          <a:custGeom>
            <a:avLst/>
            <a:gdLst/>
            <a:ahLst/>
            <a:rect l="0" t="0" r="r" b="b"/>
            <a:pathLst>
              <a:path w="316" h="32">
                <a:moveTo>
                  <a:pt x="0" y="32"/>
                </a:moveTo>
                <a:lnTo>
                  <a:pt x="316" y="0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9" name=""/>
          <p:cNvSpPr/>
          <p:nvPr/>
        </p:nvSpPr>
        <p:spPr>
          <a:xfrm>
            <a:off x="2861640" y="2058120"/>
            <a:ext cx="111960" cy="11520"/>
          </a:xfrm>
          <a:custGeom>
            <a:avLst/>
            <a:gdLst/>
            <a:ahLst/>
            <a:rect l="0" t="0" r="r" b="b"/>
            <a:pathLst>
              <a:path w="311" h="32">
                <a:moveTo>
                  <a:pt x="0" y="32"/>
                </a:moveTo>
                <a:lnTo>
                  <a:pt x="311" y="0"/>
                </a:lnTo>
                <a:lnTo>
                  <a:pt x="311" y="1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0" name=""/>
          <p:cNvSpPr/>
          <p:nvPr/>
        </p:nvSpPr>
        <p:spPr>
          <a:xfrm>
            <a:off x="2863440" y="2058480"/>
            <a:ext cx="110160" cy="11160"/>
          </a:xfrm>
          <a:custGeom>
            <a:avLst/>
            <a:gdLst/>
            <a:ahLst/>
            <a:rect l="0" t="0" r="r" b="b"/>
            <a:pathLst>
              <a:path w="306" h="31">
                <a:moveTo>
                  <a:pt x="0" y="31"/>
                </a:moveTo>
                <a:lnTo>
                  <a:pt x="306" y="0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1" name=""/>
          <p:cNvSpPr/>
          <p:nvPr/>
        </p:nvSpPr>
        <p:spPr>
          <a:xfrm>
            <a:off x="2865240" y="2058480"/>
            <a:ext cx="108360" cy="11160"/>
          </a:xfrm>
          <a:custGeom>
            <a:avLst/>
            <a:gdLst/>
            <a:ahLst/>
            <a:rect l="0" t="0" r="r" b="b"/>
            <a:pathLst>
              <a:path w="301" h="31">
                <a:moveTo>
                  <a:pt x="0" y="31"/>
                </a:moveTo>
                <a:lnTo>
                  <a:pt x="301" y="0"/>
                </a:lnTo>
                <a:lnTo>
                  <a:pt x="301" y="1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2" name=""/>
          <p:cNvSpPr/>
          <p:nvPr/>
        </p:nvSpPr>
        <p:spPr>
          <a:xfrm>
            <a:off x="2867040" y="2058840"/>
            <a:ext cx="106560" cy="10800"/>
          </a:xfrm>
          <a:custGeom>
            <a:avLst/>
            <a:gdLst/>
            <a:ahLst/>
            <a:rect l="0" t="0" r="r" b="b"/>
            <a:pathLst>
              <a:path w="296" h="30">
                <a:moveTo>
                  <a:pt x="0" y="30"/>
                </a:moveTo>
                <a:lnTo>
                  <a:pt x="296" y="0"/>
                </a:lnTo>
                <a:lnTo>
                  <a:pt x="4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3" name=""/>
          <p:cNvSpPr/>
          <p:nvPr/>
        </p:nvSpPr>
        <p:spPr>
          <a:xfrm>
            <a:off x="2868480" y="2058840"/>
            <a:ext cx="105120" cy="10800"/>
          </a:xfrm>
          <a:custGeom>
            <a:avLst/>
            <a:gdLst/>
            <a:ahLst/>
            <a:rect l="0" t="0" r="r" b="b"/>
            <a:pathLst>
              <a:path w="292" h="30">
                <a:moveTo>
                  <a:pt x="0" y="30"/>
                </a:moveTo>
                <a:lnTo>
                  <a:pt x="292" y="0"/>
                </a:lnTo>
                <a:lnTo>
                  <a:pt x="292" y="1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4" name=""/>
          <p:cNvSpPr/>
          <p:nvPr/>
        </p:nvSpPr>
        <p:spPr>
          <a:xfrm>
            <a:off x="2870280" y="2059200"/>
            <a:ext cx="103320" cy="10440"/>
          </a:xfrm>
          <a:custGeom>
            <a:avLst/>
            <a:gdLst/>
            <a:ahLst/>
            <a:rect l="0" t="0" r="r" b="b"/>
            <a:pathLst>
              <a:path w="287" h="29">
                <a:moveTo>
                  <a:pt x="0" y="29"/>
                </a:moveTo>
                <a:lnTo>
                  <a:pt x="287" y="0"/>
                </a:lnTo>
                <a:lnTo>
                  <a:pt x="5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5" name=""/>
          <p:cNvSpPr/>
          <p:nvPr/>
        </p:nvSpPr>
        <p:spPr>
          <a:xfrm>
            <a:off x="2872080" y="2059200"/>
            <a:ext cx="101520" cy="10440"/>
          </a:xfrm>
          <a:custGeom>
            <a:avLst/>
            <a:gdLst/>
            <a:ahLst/>
            <a:rect l="0" t="0" r="r" b="b"/>
            <a:pathLst>
              <a:path w="282" h="29">
                <a:moveTo>
                  <a:pt x="0" y="29"/>
                </a:moveTo>
                <a:lnTo>
                  <a:pt x="282" y="0"/>
                </a:lnTo>
                <a:lnTo>
                  <a:pt x="282" y="1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" name=""/>
          <p:cNvSpPr/>
          <p:nvPr/>
        </p:nvSpPr>
        <p:spPr>
          <a:xfrm>
            <a:off x="2873880" y="2059560"/>
            <a:ext cx="99720" cy="10080"/>
          </a:xfrm>
          <a:custGeom>
            <a:avLst/>
            <a:gdLst/>
            <a:ahLst/>
            <a:rect l="0" t="0" r="r" b="b"/>
            <a:pathLst>
              <a:path w="277" h="28">
                <a:moveTo>
                  <a:pt x="0" y="28"/>
                </a:moveTo>
                <a:lnTo>
                  <a:pt x="277" y="0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" name=""/>
          <p:cNvSpPr/>
          <p:nvPr/>
        </p:nvSpPr>
        <p:spPr>
          <a:xfrm>
            <a:off x="2875680" y="2059560"/>
            <a:ext cx="97920" cy="10080"/>
          </a:xfrm>
          <a:custGeom>
            <a:avLst/>
            <a:gdLst/>
            <a:ahLst/>
            <a:rect l="0" t="0" r="r" b="b"/>
            <a:pathLst>
              <a:path w="272" h="28">
                <a:moveTo>
                  <a:pt x="0" y="28"/>
                </a:moveTo>
                <a:lnTo>
                  <a:pt x="272" y="0"/>
                </a:lnTo>
                <a:lnTo>
                  <a:pt x="272" y="1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" name=""/>
          <p:cNvSpPr/>
          <p:nvPr/>
        </p:nvSpPr>
        <p:spPr>
          <a:xfrm>
            <a:off x="2877480" y="2059920"/>
            <a:ext cx="96120" cy="9720"/>
          </a:xfrm>
          <a:custGeom>
            <a:avLst/>
            <a:gdLst/>
            <a:ahLst/>
            <a:rect l="0" t="0" r="r" b="b"/>
            <a:pathLst>
              <a:path w="267" h="27">
                <a:moveTo>
                  <a:pt x="0" y="27"/>
                </a:moveTo>
                <a:lnTo>
                  <a:pt x="267" y="0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9" name=""/>
          <p:cNvSpPr/>
          <p:nvPr/>
        </p:nvSpPr>
        <p:spPr>
          <a:xfrm>
            <a:off x="2879280" y="2059920"/>
            <a:ext cx="94320" cy="9720"/>
          </a:xfrm>
          <a:custGeom>
            <a:avLst/>
            <a:gdLst/>
            <a:ahLst/>
            <a:rect l="0" t="0" r="r" b="b"/>
            <a:pathLst>
              <a:path w="262" h="27">
                <a:moveTo>
                  <a:pt x="0" y="27"/>
                </a:moveTo>
                <a:lnTo>
                  <a:pt x="262" y="0"/>
                </a:lnTo>
                <a:lnTo>
                  <a:pt x="262" y="1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0" name=""/>
          <p:cNvSpPr/>
          <p:nvPr/>
        </p:nvSpPr>
        <p:spPr>
          <a:xfrm>
            <a:off x="2881080" y="2060280"/>
            <a:ext cx="92520" cy="9360"/>
          </a:xfrm>
          <a:custGeom>
            <a:avLst/>
            <a:gdLst/>
            <a:ahLst/>
            <a:rect l="0" t="0" r="r" b="b"/>
            <a:pathLst>
              <a:path w="257" h="26">
                <a:moveTo>
                  <a:pt x="0" y="26"/>
                </a:moveTo>
                <a:lnTo>
                  <a:pt x="257" y="0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1" name=""/>
          <p:cNvSpPr/>
          <p:nvPr/>
        </p:nvSpPr>
        <p:spPr>
          <a:xfrm>
            <a:off x="2882880" y="2060280"/>
            <a:ext cx="90720" cy="9360"/>
          </a:xfrm>
          <a:custGeom>
            <a:avLst/>
            <a:gdLst/>
            <a:ahLst/>
            <a:rect l="0" t="0" r="r" b="b"/>
            <a:pathLst>
              <a:path w="252" h="26">
                <a:moveTo>
                  <a:pt x="0" y="26"/>
                </a:moveTo>
                <a:lnTo>
                  <a:pt x="252" y="0"/>
                </a:lnTo>
                <a:lnTo>
                  <a:pt x="252" y="1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2" name=""/>
          <p:cNvSpPr/>
          <p:nvPr/>
        </p:nvSpPr>
        <p:spPr>
          <a:xfrm>
            <a:off x="2884680" y="2060640"/>
            <a:ext cx="88920" cy="9000"/>
          </a:xfrm>
          <a:custGeom>
            <a:avLst/>
            <a:gdLst/>
            <a:ahLst/>
            <a:rect l="0" t="0" r="r" b="b"/>
            <a:pathLst>
              <a:path w="247" h="25">
                <a:moveTo>
                  <a:pt x="0" y="25"/>
                </a:moveTo>
                <a:lnTo>
                  <a:pt x="247" y="0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3" name=""/>
          <p:cNvSpPr/>
          <p:nvPr/>
        </p:nvSpPr>
        <p:spPr>
          <a:xfrm>
            <a:off x="2886480" y="2060640"/>
            <a:ext cx="87120" cy="9000"/>
          </a:xfrm>
          <a:custGeom>
            <a:avLst/>
            <a:gdLst/>
            <a:ahLst/>
            <a:rect l="0" t="0" r="r" b="b"/>
            <a:pathLst>
              <a:path w="242" h="25">
                <a:moveTo>
                  <a:pt x="0" y="25"/>
                </a:moveTo>
                <a:lnTo>
                  <a:pt x="242" y="0"/>
                </a:lnTo>
                <a:lnTo>
                  <a:pt x="242" y="1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4" name=""/>
          <p:cNvSpPr/>
          <p:nvPr/>
        </p:nvSpPr>
        <p:spPr>
          <a:xfrm>
            <a:off x="2888280" y="2061000"/>
            <a:ext cx="85320" cy="8640"/>
          </a:xfrm>
          <a:custGeom>
            <a:avLst/>
            <a:gdLst/>
            <a:ahLst/>
            <a:rect l="0" t="0" r="r" b="b"/>
            <a:pathLst>
              <a:path w="237" h="24">
                <a:moveTo>
                  <a:pt x="0" y="24"/>
                </a:moveTo>
                <a:lnTo>
                  <a:pt x="237" y="0"/>
                </a:lnTo>
                <a:lnTo>
                  <a:pt x="4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5" name=""/>
          <p:cNvSpPr/>
          <p:nvPr/>
        </p:nvSpPr>
        <p:spPr>
          <a:xfrm>
            <a:off x="2889720" y="2061000"/>
            <a:ext cx="83880" cy="8640"/>
          </a:xfrm>
          <a:custGeom>
            <a:avLst/>
            <a:gdLst/>
            <a:ahLst/>
            <a:rect l="0" t="0" r="r" b="b"/>
            <a:pathLst>
              <a:path w="233" h="24">
                <a:moveTo>
                  <a:pt x="0" y="24"/>
                </a:moveTo>
                <a:lnTo>
                  <a:pt x="233" y="0"/>
                </a:lnTo>
                <a:lnTo>
                  <a:pt x="233" y="1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" name=""/>
          <p:cNvSpPr/>
          <p:nvPr/>
        </p:nvSpPr>
        <p:spPr>
          <a:xfrm>
            <a:off x="2891520" y="2061360"/>
            <a:ext cx="82080" cy="8280"/>
          </a:xfrm>
          <a:custGeom>
            <a:avLst/>
            <a:gdLst/>
            <a:ahLst/>
            <a:rect l="0" t="0" r="r" b="b"/>
            <a:pathLst>
              <a:path w="228" h="23">
                <a:moveTo>
                  <a:pt x="0" y="23"/>
                </a:moveTo>
                <a:lnTo>
                  <a:pt x="228" y="0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" name=""/>
          <p:cNvSpPr/>
          <p:nvPr/>
        </p:nvSpPr>
        <p:spPr>
          <a:xfrm>
            <a:off x="2893320" y="2061360"/>
            <a:ext cx="80280" cy="8280"/>
          </a:xfrm>
          <a:custGeom>
            <a:avLst/>
            <a:gdLst/>
            <a:ahLst/>
            <a:rect l="0" t="0" r="r" b="b"/>
            <a:pathLst>
              <a:path w="223" h="23">
                <a:moveTo>
                  <a:pt x="0" y="23"/>
                </a:moveTo>
                <a:lnTo>
                  <a:pt x="223" y="0"/>
                </a:lnTo>
                <a:lnTo>
                  <a:pt x="223" y="1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8" name=""/>
          <p:cNvSpPr/>
          <p:nvPr/>
        </p:nvSpPr>
        <p:spPr>
          <a:xfrm>
            <a:off x="2895120" y="2061720"/>
            <a:ext cx="78480" cy="7920"/>
          </a:xfrm>
          <a:custGeom>
            <a:avLst/>
            <a:gdLst/>
            <a:ahLst/>
            <a:rect l="0" t="0" r="r" b="b"/>
            <a:pathLst>
              <a:path w="218" h="22">
                <a:moveTo>
                  <a:pt x="0" y="22"/>
                </a:moveTo>
                <a:lnTo>
                  <a:pt x="218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9" name=""/>
          <p:cNvSpPr/>
          <p:nvPr/>
        </p:nvSpPr>
        <p:spPr>
          <a:xfrm>
            <a:off x="2896920" y="2061720"/>
            <a:ext cx="76680" cy="7920"/>
          </a:xfrm>
          <a:custGeom>
            <a:avLst/>
            <a:gdLst/>
            <a:ahLst/>
            <a:rect l="0" t="0" r="r" b="b"/>
            <a:pathLst>
              <a:path w="213" h="22">
                <a:moveTo>
                  <a:pt x="0" y="22"/>
                </a:moveTo>
                <a:lnTo>
                  <a:pt x="213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" name=""/>
          <p:cNvSpPr/>
          <p:nvPr/>
        </p:nvSpPr>
        <p:spPr>
          <a:xfrm>
            <a:off x="2898720" y="2061720"/>
            <a:ext cx="74880" cy="7920"/>
          </a:xfrm>
          <a:custGeom>
            <a:avLst/>
            <a:gdLst/>
            <a:ahLst/>
            <a:rect l="0" t="0" r="r" b="b"/>
            <a:pathLst>
              <a:path w="208" h="22">
                <a:moveTo>
                  <a:pt x="0" y="22"/>
                </a:moveTo>
                <a:lnTo>
                  <a:pt x="208" y="0"/>
                </a:lnTo>
                <a:lnTo>
                  <a:pt x="208" y="1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" name=""/>
          <p:cNvSpPr/>
          <p:nvPr/>
        </p:nvSpPr>
        <p:spPr>
          <a:xfrm>
            <a:off x="2900520" y="2062080"/>
            <a:ext cx="73080" cy="7560"/>
          </a:xfrm>
          <a:custGeom>
            <a:avLst/>
            <a:gdLst/>
            <a:ahLst/>
            <a:rect l="0" t="0" r="r" b="b"/>
            <a:pathLst>
              <a:path w="203" h="21">
                <a:moveTo>
                  <a:pt x="0" y="21"/>
                </a:moveTo>
                <a:lnTo>
                  <a:pt x="203" y="0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" name=""/>
          <p:cNvSpPr/>
          <p:nvPr/>
        </p:nvSpPr>
        <p:spPr>
          <a:xfrm>
            <a:off x="2902320" y="2062080"/>
            <a:ext cx="71280" cy="7920"/>
          </a:xfrm>
          <a:custGeom>
            <a:avLst/>
            <a:gdLst/>
            <a:ahLst/>
            <a:rect l="0" t="0" r="r" b="b"/>
            <a:pathLst>
              <a:path w="198" h="22">
                <a:moveTo>
                  <a:pt x="0" y="22"/>
                </a:moveTo>
                <a:lnTo>
                  <a:pt x="198" y="0"/>
                </a:lnTo>
                <a:lnTo>
                  <a:pt x="198" y="2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" name=""/>
          <p:cNvSpPr/>
          <p:nvPr/>
        </p:nvSpPr>
        <p:spPr>
          <a:xfrm>
            <a:off x="2904120" y="2062440"/>
            <a:ext cx="69480" cy="7200"/>
          </a:xfrm>
          <a:custGeom>
            <a:avLst/>
            <a:gdLst/>
            <a:ahLst/>
            <a:rect l="0" t="0" r="r" b="b"/>
            <a:pathLst>
              <a:path w="193" h="20">
                <a:moveTo>
                  <a:pt x="0" y="20"/>
                </a:moveTo>
                <a:lnTo>
                  <a:pt x="193" y="0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" name=""/>
          <p:cNvSpPr/>
          <p:nvPr/>
        </p:nvSpPr>
        <p:spPr>
          <a:xfrm>
            <a:off x="2905920" y="2062440"/>
            <a:ext cx="67680" cy="7200"/>
          </a:xfrm>
          <a:custGeom>
            <a:avLst/>
            <a:gdLst/>
            <a:ahLst/>
            <a:rect l="0" t="0" r="r" b="b"/>
            <a:pathLst>
              <a:path w="188" h="20">
                <a:moveTo>
                  <a:pt x="0" y="20"/>
                </a:moveTo>
                <a:lnTo>
                  <a:pt x="188" y="0"/>
                </a:lnTo>
                <a:lnTo>
                  <a:pt x="188" y="1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" name=""/>
          <p:cNvSpPr/>
          <p:nvPr/>
        </p:nvSpPr>
        <p:spPr>
          <a:xfrm>
            <a:off x="2907720" y="2062800"/>
            <a:ext cx="65880" cy="6840"/>
          </a:xfrm>
          <a:custGeom>
            <a:avLst/>
            <a:gdLst/>
            <a:ahLst/>
            <a:rect l="0" t="0" r="r" b="b"/>
            <a:pathLst>
              <a:path w="183" h="19">
                <a:moveTo>
                  <a:pt x="0" y="19"/>
                </a:moveTo>
                <a:lnTo>
                  <a:pt x="183" y="0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" name=""/>
          <p:cNvSpPr/>
          <p:nvPr/>
        </p:nvSpPr>
        <p:spPr>
          <a:xfrm>
            <a:off x="2909520" y="2062800"/>
            <a:ext cx="64080" cy="6840"/>
          </a:xfrm>
          <a:custGeom>
            <a:avLst/>
            <a:gdLst/>
            <a:ahLst/>
            <a:rect l="0" t="0" r="r" b="b"/>
            <a:pathLst>
              <a:path w="178" h="19">
                <a:moveTo>
                  <a:pt x="0" y="19"/>
                </a:moveTo>
                <a:lnTo>
                  <a:pt x="178" y="0"/>
                </a:lnTo>
                <a:lnTo>
                  <a:pt x="178" y="1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" name=""/>
          <p:cNvSpPr/>
          <p:nvPr/>
        </p:nvSpPr>
        <p:spPr>
          <a:xfrm>
            <a:off x="2911320" y="2063160"/>
            <a:ext cx="62280" cy="6480"/>
          </a:xfrm>
          <a:custGeom>
            <a:avLst/>
            <a:gdLst/>
            <a:ahLst/>
            <a:rect l="0" t="0" r="r" b="b"/>
            <a:pathLst>
              <a:path w="173" h="18">
                <a:moveTo>
                  <a:pt x="0" y="18"/>
                </a:moveTo>
                <a:lnTo>
                  <a:pt x="173" y="0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" name=""/>
          <p:cNvSpPr/>
          <p:nvPr/>
        </p:nvSpPr>
        <p:spPr>
          <a:xfrm>
            <a:off x="2912760" y="2063160"/>
            <a:ext cx="60840" cy="6480"/>
          </a:xfrm>
          <a:custGeom>
            <a:avLst/>
            <a:gdLst/>
            <a:ahLst/>
            <a:rect l="0" t="0" r="r" b="b"/>
            <a:pathLst>
              <a:path w="169" h="18">
                <a:moveTo>
                  <a:pt x="0" y="18"/>
                </a:moveTo>
                <a:lnTo>
                  <a:pt x="169" y="0"/>
                </a:lnTo>
                <a:lnTo>
                  <a:pt x="169" y="1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" name=""/>
          <p:cNvSpPr/>
          <p:nvPr/>
        </p:nvSpPr>
        <p:spPr>
          <a:xfrm>
            <a:off x="2914560" y="2063520"/>
            <a:ext cx="59040" cy="6120"/>
          </a:xfrm>
          <a:custGeom>
            <a:avLst/>
            <a:gdLst/>
            <a:ahLst/>
            <a:rect l="0" t="0" r="r" b="b"/>
            <a:pathLst>
              <a:path w="164" h="17">
                <a:moveTo>
                  <a:pt x="0" y="17"/>
                </a:moveTo>
                <a:lnTo>
                  <a:pt x="164" y="0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" name=""/>
          <p:cNvSpPr/>
          <p:nvPr/>
        </p:nvSpPr>
        <p:spPr>
          <a:xfrm>
            <a:off x="2916360" y="2063520"/>
            <a:ext cx="57240" cy="6120"/>
          </a:xfrm>
          <a:custGeom>
            <a:avLst/>
            <a:gdLst/>
            <a:ahLst/>
            <a:rect l="0" t="0" r="r" b="b"/>
            <a:pathLst>
              <a:path w="159" h="17">
                <a:moveTo>
                  <a:pt x="0" y="17"/>
                </a:moveTo>
                <a:lnTo>
                  <a:pt x="159" y="0"/>
                </a:lnTo>
                <a:lnTo>
                  <a:pt x="159" y="1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" name=""/>
          <p:cNvSpPr/>
          <p:nvPr/>
        </p:nvSpPr>
        <p:spPr>
          <a:xfrm>
            <a:off x="2918160" y="2063880"/>
            <a:ext cx="55440" cy="5760"/>
          </a:xfrm>
          <a:custGeom>
            <a:avLst/>
            <a:gdLst/>
            <a:ahLst/>
            <a:rect l="0" t="0" r="r" b="b"/>
            <a:pathLst>
              <a:path w="154" h="16">
                <a:moveTo>
                  <a:pt x="0" y="16"/>
                </a:moveTo>
                <a:lnTo>
                  <a:pt x="154" y="0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" name=""/>
          <p:cNvSpPr/>
          <p:nvPr/>
        </p:nvSpPr>
        <p:spPr>
          <a:xfrm>
            <a:off x="2919960" y="2063880"/>
            <a:ext cx="53640" cy="5760"/>
          </a:xfrm>
          <a:custGeom>
            <a:avLst/>
            <a:gdLst/>
            <a:ahLst/>
            <a:rect l="0" t="0" r="r" b="b"/>
            <a:pathLst>
              <a:path w="149" h="16">
                <a:moveTo>
                  <a:pt x="0" y="16"/>
                </a:moveTo>
                <a:lnTo>
                  <a:pt x="149" y="0"/>
                </a:lnTo>
                <a:lnTo>
                  <a:pt x="149" y="1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" name=""/>
          <p:cNvSpPr/>
          <p:nvPr/>
        </p:nvSpPr>
        <p:spPr>
          <a:xfrm>
            <a:off x="2921760" y="2064240"/>
            <a:ext cx="51840" cy="5400"/>
          </a:xfrm>
          <a:custGeom>
            <a:avLst/>
            <a:gdLst/>
            <a:ahLst/>
            <a:rect l="0" t="0" r="r" b="b"/>
            <a:pathLst>
              <a:path w="144" h="15">
                <a:moveTo>
                  <a:pt x="0" y="15"/>
                </a:moveTo>
                <a:lnTo>
                  <a:pt x="144" y="0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" name=""/>
          <p:cNvSpPr/>
          <p:nvPr/>
        </p:nvSpPr>
        <p:spPr>
          <a:xfrm>
            <a:off x="2923560" y="2064240"/>
            <a:ext cx="50040" cy="5400"/>
          </a:xfrm>
          <a:custGeom>
            <a:avLst/>
            <a:gdLst/>
            <a:ahLst/>
            <a:rect l="0" t="0" r="r" b="b"/>
            <a:pathLst>
              <a:path w="139" h="15">
                <a:moveTo>
                  <a:pt x="0" y="15"/>
                </a:moveTo>
                <a:lnTo>
                  <a:pt x="139" y="0"/>
                </a:lnTo>
                <a:lnTo>
                  <a:pt x="139" y="1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5" name=""/>
          <p:cNvSpPr/>
          <p:nvPr/>
        </p:nvSpPr>
        <p:spPr>
          <a:xfrm>
            <a:off x="2925360" y="2064600"/>
            <a:ext cx="48240" cy="5040"/>
          </a:xfrm>
          <a:custGeom>
            <a:avLst/>
            <a:gdLst/>
            <a:ahLst/>
            <a:rect l="0" t="0" r="r" b="b"/>
            <a:pathLst>
              <a:path w="134" h="14">
                <a:moveTo>
                  <a:pt x="0" y="14"/>
                </a:moveTo>
                <a:lnTo>
                  <a:pt x="134" y="0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6" name=""/>
          <p:cNvSpPr/>
          <p:nvPr/>
        </p:nvSpPr>
        <p:spPr>
          <a:xfrm>
            <a:off x="2927160" y="2064600"/>
            <a:ext cx="46440" cy="5040"/>
          </a:xfrm>
          <a:custGeom>
            <a:avLst/>
            <a:gdLst/>
            <a:ahLst/>
            <a:rect l="0" t="0" r="r" b="b"/>
            <a:pathLst>
              <a:path w="129" h="14">
                <a:moveTo>
                  <a:pt x="0" y="14"/>
                </a:moveTo>
                <a:lnTo>
                  <a:pt x="129" y="0"/>
                </a:lnTo>
                <a:lnTo>
                  <a:pt x="129" y="1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7" name=""/>
          <p:cNvSpPr/>
          <p:nvPr/>
        </p:nvSpPr>
        <p:spPr>
          <a:xfrm>
            <a:off x="2928960" y="2064960"/>
            <a:ext cx="44640" cy="4680"/>
          </a:xfrm>
          <a:custGeom>
            <a:avLst/>
            <a:gdLst/>
            <a:ahLst/>
            <a:rect l="0" t="0" r="r" b="b"/>
            <a:pathLst>
              <a:path w="124" h="13">
                <a:moveTo>
                  <a:pt x="0" y="13"/>
                </a:moveTo>
                <a:lnTo>
                  <a:pt x="124" y="0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8" name=""/>
          <p:cNvSpPr/>
          <p:nvPr/>
        </p:nvSpPr>
        <p:spPr>
          <a:xfrm>
            <a:off x="2930760" y="2064960"/>
            <a:ext cx="42840" cy="5040"/>
          </a:xfrm>
          <a:custGeom>
            <a:avLst/>
            <a:gdLst/>
            <a:ahLst/>
            <a:rect l="0" t="0" r="r" b="b"/>
            <a:pathLst>
              <a:path w="119" h="14">
                <a:moveTo>
                  <a:pt x="0" y="14"/>
                </a:moveTo>
                <a:lnTo>
                  <a:pt x="119" y="0"/>
                </a:lnTo>
                <a:lnTo>
                  <a:pt x="119" y="2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" name=""/>
          <p:cNvSpPr/>
          <p:nvPr/>
        </p:nvSpPr>
        <p:spPr>
          <a:xfrm>
            <a:off x="2932560" y="2065320"/>
            <a:ext cx="41040" cy="4320"/>
          </a:xfrm>
          <a:custGeom>
            <a:avLst/>
            <a:gdLst/>
            <a:ahLst/>
            <a:rect l="0" t="0" r="r" b="b"/>
            <a:pathLst>
              <a:path w="114" h="12">
                <a:moveTo>
                  <a:pt x="0" y="12"/>
                </a:moveTo>
                <a:lnTo>
                  <a:pt x="114" y="0"/>
                </a:lnTo>
                <a:lnTo>
                  <a:pt x="4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" name=""/>
          <p:cNvSpPr/>
          <p:nvPr/>
        </p:nvSpPr>
        <p:spPr>
          <a:xfrm>
            <a:off x="2934000" y="2065320"/>
            <a:ext cx="39600" cy="4320"/>
          </a:xfrm>
          <a:custGeom>
            <a:avLst/>
            <a:gdLst/>
            <a:ahLst/>
            <a:rect l="0" t="0" r="r" b="b"/>
            <a:pathLst>
              <a:path w="110" h="12">
                <a:moveTo>
                  <a:pt x="0" y="12"/>
                </a:moveTo>
                <a:lnTo>
                  <a:pt x="110" y="0"/>
                </a:lnTo>
                <a:lnTo>
                  <a:pt x="110" y="1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" name=""/>
          <p:cNvSpPr/>
          <p:nvPr/>
        </p:nvSpPr>
        <p:spPr>
          <a:xfrm>
            <a:off x="2935800" y="2065680"/>
            <a:ext cx="37800" cy="3960"/>
          </a:xfrm>
          <a:custGeom>
            <a:avLst/>
            <a:gdLst/>
            <a:ahLst/>
            <a:rect l="0" t="0" r="r" b="b"/>
            <a:pathLst>
              <a:path w="105" h="11">
                <a:moveTo>
                  <a:pt x="0" y="11"/>
                </a:moveTo>
                <a:lnTo>
                  <a:pt x="105" y="0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" name=""/>
          <p:cNvSpPr/>
          <p:nvPr/>
        </p:nvSpPr>
        <p:spPr>
          <a:xfrm>
            <a:off x="2937600" y="2065680"/>
            <a:ext cx="36000" cy="3960"/>
          </a:xfrm>
          <a:custGeom>
            <a:avLst/>
            <a:gdLst/>
            <a:ahLst/>
            <a:rect l="0" t="0" r="r" b="b"/>
            <a:pathLst>
              <a:path w="100" h="11">
                <a:moveTo>
                  <a:pt x="0" y="11"/>
                </a:moveTo>
                <a:lnTo>
                  <a:pt x="100" y="0"/>
                </a:lnTo>
                <a:lnTo>
                  <a:pt x="100" y="1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" name=""/>
          <p:cNvSpPr/>
          <p:nvPr/>
        </p:nvSpPr>
        <p:spPr>
          <a:xfrm>
            <a:off x="2939400" y="2066040"/>
            <a:ext cx="34200" cy="3600"/>
          </a:xfrm>
          <a:custGeom>
            <a:avLst/>
            <a:gdLst/>
            <a:ahLst/>
            <a:rect l="0" t="0" r="r" b="b"/>
            <a:pathLst>
              <a:path w="95" h="10">
                <a:moveTo>
                  <a:pt x="0" y="10"/>
                </a:moveTo>
                <a:lnTo>
                  <a:pt x="95" y="0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4" name=""/>
          <p:cNvSpPr/>
          <p:nvPr/>
        </p:nvSpPr>
        <p:spPr>
          <a:xfrm>
            <a:off x="2941200" y="2066040"/>
            <a:ext cx="32400" cy="3960"/>
          </a:xfrm>
          <a:custGeom>
            <a:avLst/>
            <a:gdLst/>
            <a:ahLst/>
            <a:rect l="0" t="0" r="r" b="b"/>
            <a:pathLst>
              <a:path w="90" h="11">
                <a:moveTo>
                  <a:pt x="0" y="11"/>
                </a:moveTo>
                <a:lnTo>
                  <a:pt x="90" y="0"/>
                </a:lnTo>
                <a:lnTo>
                  <a:pt x="90" y="2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5" name=""/>
          <p:cNvSpPr/>
          <p:nvPr/>
        </p:nvSpPr>
        <p:spPr>
          <a:xfrm>
            <a:off x="2943000" y="2066400"/>
            <a:ext cx="30960" cy="3240"/>
          </a:xfrm>
          <a:custGeom>
            <a:avLst/>
            <a:gdLst/>
            <a:ahLst/>
            <a:rect l="0" t="0" r="r" b="b"/>
            <a:pathLst>
              <a:path w="86" h="9">
                <a:moveTo>
                  <a:pt x="0" y="9"/>
                </a:moveTo>
                <a:lnTo>
                  <a:pt x="86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6" name=""/>
          <p:cNvSpPr/>
          <p:nvPr/>
        </p:nvSpPr>
        <p:spPr>
          <a:xfrm>
            <a:off x="2944800" y="2066400"/>
            <a:ext cx="28800" cy="3240"/>
          </a:xfrm>
          <a:custGeom>
            <a:avLst/>
            <a:gdLst/>
            <a:ahLst/>
            <a:rect l="0" t="0" r="r" b="b"/>
            <a:pathLst>
              <a:path w="80" h="9">
                <a:moveTo>
                  <a:pt x="0" y="9"/>
                </a:moveTo>
                <a:lnTo>
                  <a:pt x="80" y="0"/>
                </a:lnTo>
                <a:lnTo>
                  <a:pt x="80" y="1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7" name=""/>
          <p:cNvSpPr/>
          <p:nvPr/>
        </p:nvSpPr>
        <p:spPr>
          <a:xfrm>
            <a:off x="2946600" y="2066760"/>
            <a:ext cx="27000" cy="2880"/>
          </a:xfrm>
          <a:custGeom>
            <a:avLst/>
            <a:gdLst/>
            <a:ahLst/>
            <a:rect l="0" t="0" r="r" b="b"/>
            <a:pathLst>
              <a:path w="75" h="8">
                <a:moveTo>
                  <a:pt x="0" y="8"/>
                </a:moveTo>
                <a:lnTo>
                  <a:pt x="75" y="0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8" name=""/>
          <p:cNvSpPr/>
          <p:nvPr/>
        </p:nvSpPr>
        <p:spPr>
          <a:xfrm>
            <a:off x="2948400" y="206676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8"/>
                </a:moveTo>
                <a:lnTo>
                  <a:pt x="70" y="0"/>
                </a:lnTo>
                <a:lnTo>
                  <a:pt x="70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9" name=""/>
          <p:cNvSpPr/>
          <p:nvPr/>
        </p:nvSpPr>
        <p:spPr>
          <a:xfrm>
            <a:off x="2950200" y="2067120"/>
            <a:ext cx="23400" cy="2520"/>
          </a:xfrm>
          <a:custGeom>
            <a:avLst/>
            <a:gdLst/>
            <a:ahLst/>
            <a:rect l="0" t="0" r="r" b="b"/>
            <a:pathLst>
              <a:path w="65" h="7">
                <a:moveTo>
                  <a:pt x="0" y="7"/>
                </a:moveTo>
                <a:lnTo>
                  <a:pt x="65" y="0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0" name=""/>
          <p:cNvSpPr/>
          <p:nvPr/>
        </p:nvSpPr>
        <p:spPr>
          <a:xfrm>
            <a:off x="2952000" y="2067120"/>
            <a:ext cx="21600" cy="2880"/>
          </a:xfrm>
          <a:custGeom>
            <a:avLst/>
            <a:gdLst/>
            <a:ahLst/>
            <a:rect l="0" t="0" r="r" b="b"/>
            <a:pathLst>
              <a:path w="60" h="8">
                <a:moveTo>
                  <a:pt x="0" y="8"/>
                </a:moveTo>
                <a:lnTo>
                  <a:pt x="60" y="0"/>
                </a:lnTo>
                <a:lnTo>
                  <a:pt x="60" y="2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1" name=""/>
          <p:cNvSpPr/>
          <p:nvPr/>
        </p:nvSpPr>
        <p:spPr>
          <a:xfrm>
            <a:off x="2953800" y="2067480"/>
            <a:ext cx="19800" cy="2160"/>
          </a:xfrm>
          <a:custGeom>
            <a:avLst/>
            <a:gdLst/>
            <a:ahLst/>
            <a:rect l="0" t="0" r="r" b="b"/>
            <a:pathLst>
              <a:path w="55" h="6">
                <a:moveTo>
                  <a:pt x="0" y="6"/>
                </a:moveTo>
                <a:lnTo>
                  <a:pt x="55" y="0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2" name=""/>
          <p:cNvSpPr/>
          <p:nvPr/>
        </p:nvSpPr>
        <p:spPr>
          <a:xfrm>
            <a:off x="2955600" y="206748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50" y="1"/>
                </a:lnTo>
                <a:lnTo>
                  <a:pt x="4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3" name=""/>
          <p:cNvSpPr/>
          <p:nvPr/>
        </p:nvSpPr>
        <p:spPr>
          <a:xfrm>
            <a:off x="2957040" y="2067840"/>
            <a:ext cx="16560" cy="1800"/>
          </a:xfrm>
          <a:custGeom>
            <a:avLst/>
            <a:gdLst/>
            <a:ahLst/>
            <a:rect l="0" t="0" r="r" b="b"/>
            <a:pathLst>
              <a:path w="46" h="5">
                <a:moveTo>
                  <a:pt x="0" y="5"/>
                </a:moveTo>
                <a:lnTo>
                  <a:pt x="46" y="0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4" name=""/>
          <p:cNvSpPr/>
          <p:nvPr/>
        </p:nvSpPr>
        <p:spPr>
          <a:xfrm>
            <a:off x="2958840" y="206784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5"/>
                </a:moveTo>
                <a:lnTo>
                  <a:pt x="41" y="0"/>
                </a:lnTo>
                <a:lnTo>
                  <a:pt x="41" y="1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5" name=""/>
          <p:cNvSpPr/>
          <p:nvPr/>
        </p:nvSpPr>
        <p:spPr>
          <a:xfrm>
            <a:off x="2960640" y="2068200"/>
            <a:ext cx="12960" cy="1440"/>
          </a:xfrm>
          <a:custGeom>
            <a:avLst/>
            <a:gdLst/>
            <a:ahLst/>
            <a:rect l="0" t="0" r="r" b="b"/>
            <a:pathLst>
              <a:path w="36" h="4">
                <a:moveTo>
                  <a:pt x="0" y="4"/>
                </a:moveTo>
                <a:lnTo>
                  <a:pt x="36" y="0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6" name=""/>
          <p:cNvSpPr/>
          <p:nvPr/>
        </p:nvSpPr>
        <p:spPr>
          <a:xfrm>
            <a:off x="2962440" y="2068200"/>
            <a:ext cx="11160" cy="1440"/>
          </a:xfrm>
          <a:custGeom>
            <a:avLst/>
            <a:gdLst/>
            <a:ahLst/>
            <a:rect l="0" t="0" r="r" b="b"/>
            <a:pathLst>
              <a:path w="31" h="4">
                <a:moveTo>
                  <a:pt x="0" y="4"/>
                </a:moveTo>
                <a:lnTo>
                  <a:pt x="31" y="0"/>
                </a:lnTo>
                <a:lnTo>
                  <a:pt x="31" y="1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7" name=""/>
          <p:cNvSpPr/>
          <p:nvPr/>
        </p:nvSpPr>
        <p:spPr>
          <a:xfrm>
            <a:off x="2964240" y="2068560"/>
            <a:ext cx="9360" cy="1080"/>
          </a:xfrm>
          <a:custGeom>
            <a:avLst/>
            <a:gdLst/>
            <a:ahLst/>
            <a:rect l="0" t="0" r="r" b="b"/>
            <a:pathLst>
              <a:path w="26" h="3">
                <a:moveTo>
                  <a:pt x="0" y="3"/>
                </a:moveTo>
                <a:lnTo>
                  <a:pt x="26" y="0"/>
                </a:lnTo>
                <a:lnTo>
                  <a:pt x="5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8" name=""/>
          <p:cNvSpPr/>
          <p:nvPr/>
        </p:nvSpPr>
        <p:spPr>
          <a:xfrm>
            <a:off x="2966040" y="206856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" name=""/>
          <p:cNvSpPr/>
          <p:nvPr/>
        </p:nvSpPr>
        <p:spPr>
          <a:xfrm>
            <a:off x="2967840" y="2068920"/>
            <a:ext cx="5760" cy="720"/>
          </a:xfrm>
          <a:custGeom>
            <a:avLst/>
            <a:gdLst/>
            <a:ahLst/>
            <a:rect l="0" t="0" r="r" b="b"/>
            <a:pathLst>
              <a:path w="16" h="2">
                <a:moveTo>
                  <a:pt x="0" y="2"/>
                </a:moveTo>
                <a:lnTo>
                  <a:pt x="16" y="0"/>
                </a:lnTo>
                <a:lnTo>
                  <a:pt x="5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" name=""/>
          <p:cNvSpPr/>
          <p:nvPr/>
        </p:nvSpPr>
        <p:spPr>
          <a:xfrm>
            <a:off x="2969640" y="206892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5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" name=""/>
          <p:cNvSpPr/>
          <p:nvPr/>
        </p:nvSpPr>
        <p:spPr>
          <a:xfrm>
            <a:off x="2971440" y="2069280"/>
            <a:ext cx="1800" cy="0"/>
          </a:xfrm>
          <a:custGeom>
            <a:avLst/>
            <a:gdLst/>
            <a:ahLst/>
            <a:rect l="0" t="0" r="r" b="b"/>
            <a:pathLst>
              <a:path w="5" h="0">
                <a:moveTo>
                  <a:pt x="0" y="0"/>
                </a:moveTo>
                <a:lnTo>
                  <a:pt x="5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" name=""/>
          <p:cNvSpPr/>
          <p:nvPr/>
        </p:nvSpPr>
        <p:spPr>
          <a:xfrm>
            <a:off x="2746080" y="2046600"/>
            <a:ext cx="227520" cy="23040"/>
          </a:xfrm>
          <a:custGeom>
            <a:avLst/>
            <a:gdLst/>
            <a:ahLst/>
            <a:rect l="0" t="0" r="r" b="b"/>
            <a:pathLst>
              <a:path w="632" h="64">
                <a:moveTo>
                  <a:pt x="0" y="64"/>
                </a:moveTo>
                <a:lnTo>
                  <a:pt x="632" y="64"/>
                </a:lnTo>
                <a:lnTo>
                  <a:pt x="632" y="0"/>
                </a:lnTo>
                <a:lnTo>
                  <a:pt x="0" y="0"/>
                </a:lnTo>
                <a:lnTo>
                  <a:pt x="0" y="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3" name=""/>
          <p:cNvSpPr/>
          <p:nvPr/>
        </p:nvSpPr>
        <p:spPr>
          <a:xfrm>
            <a:off x="2718720" y="206928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0"/>
                </a:moveTo>
                <a:lnTo>
                  <a:pt x="2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4" name=""/>
          <p:cNvSpPr/>
          <p:nvPr/>
        </p:nvSpPr>
        <p:spPr>
          <a:xfrm>
            <a:off x="2718720" y="2069280"/>
            <a:ext cx="11520" cy="1800"/>
          </a:xfrm>
          <a:custGeom>
            <a:avLst/>
            <a:gdLst/>
            <a:ahLst/>
            <a:rect l="0" t="0" r="r" b="b"/>
            <a:pathLst>
              <a:path w="32" h="5">
                <a:moveTo>
                  <a:pt x="0" y="3"/>
                </a:moveTo>
                <a:lnTo>
                  <a:pt x="26" y="0"/>
                </a:lnTo>
                <a:lnTo>
                  <a:pt x="32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5" name=""/>
          <p:cNvSpPr/>
          <p:nvPr/>
        </p:nvSpPr>
        <p:spPr>
          <a:xfrm>
            <a:off x="2718720" y="2069280"/>
            <a:ext cx="13680" cy="1800"/>
          </a:xfrm>
          <a:custGeom>
            <a:avLst/>
            <a:gdLst/>
            <a:ahLst/>
            <a:rect l="0" t="0" r="r" b="b"/>
            <a:pathLst>
              <a:path w="38" h="5">
                <a:moveTo>
                  <a:pt x="0" y="5"/>
                </a:moveTo>
                <a:lnTo>
                  <a:pt x="32" y="0"/>
                </a:lnTo>
                <a:lnTo>
                  <a:pt x="38" y="0"/>
                </a:lnTo>
                <a:lnTo>
                  <a:pt x="0" y="5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6" name=""/>
          <p:cNvSpPr/>
          <p:nvPr/>
        </p:nvSpPr>
        <p:spPr>
          <a:xfrm>
            <a:off x="2718720" y="2069280"/>
            <a:ext cx="15840" cy="1800"/>
          </a:xfrm>
          <a:custGeom>
            <a:avLst/>
            <a:gdLst/>
            <a:ahLst/>
            <a:rect l="0" t="0" r="r" b="b"/>
            <a:pathLst>
              <a:path w="44" h="5">
                <a:moveTo>
                  <a:pt x="0" y="4"/>
                </a:moveTo>
                <a:lnTo>
                  <a:pt x="37" y="0"/>
                </a:lnTo>
                <a:lnTo>
                  <a:pt x="44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7" name=""/>
          <p:cNvSpPr/>
          <p:nvPr/>
        </p:nvSpPr>
        <p:spPr>
          <a:xfrm>
            <a:off x="2718720" y="2069280"/>
            <a:ext cx="18000" cy="1800"/>
          </a:xfrm>
          <a:custGeom>
            <a:avLst/>
            <a:gdLst/>
            <a:ahLst/>
            <a:rect l="0" t="0" r="r" b="b"/>
            <a:pathLst>
              <a:path w="50" h="5">
                <a:moveTo>
                  <a:pt x="0" y="5"/>
                </a:moveTo>
                <a:lnTo>
                  <a:pt x="44" y="0"/>
                </a:lnTo>
                <a:lnTo>
                  <a:pt x="50" y="0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" name=""/>
          <p:cNvSpPr/>
          <p:nvPr/>
        </p:nvSpPr>
        <p:spPr>
          <a:xfrm>
            <a:off x="2718720" y="206928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4"/>
                </a:moveTo>
                <a:lnTo>
                  <a:pt x="50" y="0"/>
                </a:lnTo>
                <a:lnTo>
                  <a:pt x="75" y="0"/>
                </a:lnTo>
                <a:lnTo>
                  <a:pt x="0" y="7"/>
                </a:lnTo>
                <a:lnTo>
                  <a:pt x="0" y="4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" name=""/>
          <p:cNvSpPr/>
          <p:nvPr/>
        </p:nvSpPr>
        <p:spPr>
          <a:xfrm>
            <a:off x="2718720" y="206928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7"/>
                </a:moveTo>
                <a:lnTo>
                  <a:pt x="75" y="0"/>
                </a:lnTo>
                <a:lnTo>
                  <a:pt x="100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" name=""/>
          <p:cNvSpPr/>
          <p:nvPr/>
        </p:nvSpPr>
        <p:spPr>
          <a:xfrm>
            <a:off x="2718720" y="206928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9"/>
                </a:moveTo>
                <a:lnTo>
                  <a:pt x="100" y="0"/>
                </a:lnTo>
                <a:lnTo>
                  <a:pt x="106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" name=""/>
          <p:cNvSpPr/>
          <p:nvPr/>
        </p:nvSpPr>
        <p:spPr>
          <a:xfrm>
            <a:off x="2718720" y="2069280"/>
            <a:ext cx="40320" cy="3600"/>
          </a:xfrm>
          <a:custGeom>
            <a:avLst/>
            <a:gdLst/>
            <a:ahLst/>
            <a:rect l="0" t="0" r="r" b="b"/>
            <a:pathLst>
              <a:path w="112" h="10">
                <a:moveTo>
                  <a:pt x="0" y="10"/>
                </a:moveTo>
                <a:lnTo>
                  <a:pt x="106" y="0"/>
                </a:lnTo>
                <a:lnTo>
                  <a:pt x="112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" name=""/>
          <p:cNvSpPr/>
          <p:nvPr/>
        </p:nvSpPr>
        <p:spPr>
          <a:xfrm>
            <a:off x="2718720" y="2069280"/>
            <a:ext cx="45000" cy="3960"/>
          </a:xfrm>
          <a:custGeom>
            <a:avLst/>
            <a:gdLst/>
            <a:ahLst/>
            <a:rect l="0" t="0" r="r" b="b"/>
            <a:pathLst>
              <a:path w="125" h="11">
                <a:moveTo>
                  <a:pt x="0" y="10"/>
                </a:moveTo>
                <a:lnTo>
                  <a:pt x="112" y="0"/>
                </a:lnTo>
                <a:lnTo>
                  <a:pt x="125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" name=""/>
          <p:cNvSpPr/>
          <p:nvPr/>
        </p:nvSpPr>
        <p:spPr>
          <a:xfrm>
            <a:off x="2718720" y="206928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0"/>
                </a:moveTo>
                <a:lnTo>
                  <a:pt x="125" y="0"/>
                </a:lnTo>
                <a:lnTo>
                  <a:pt x="149" y="0"/>
                </a:lnTo>
                <a:lnTo>
                  <a:pt x="0" y="13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" name=""/>
          <p:cNvSpPr/>
          <p:nvPr/>
        </p:nvSpPr>
        <p:spPr>
          <a:xfrm>
            <a:off x="2718720" y="2069280"/>
            <a:ext cx="56160" cy="5040"/>
          </a:xfrm>
          <a:custGeom>
            <a:avLst/>
            <a:gdLst/>
            <a:ahLst/>
            <a:rect l="0" t="0" r="r" b="b"/>
            <a:pathLst>
              <a:path w="156" h="14">
                <a:moveTo>
                  <a:pt x="0" y="13"/>
                </a:moveTo>
                <a:lnTo>
                  <a:pt x="149" y="0"/>
                </a:lnTo>
                <a:lnTo>
                  <a:pt x="156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" name=""/>
          <p:cNvSpPr/>
          <p:nvPr/>
        </p:nvSpPr>
        <p:spPr>
          <a:xfrm>
            <a:off x="2718720" y="2069280"/>
            <a:ext cx="58320" cy="5040"/>
          </a:xfrm>
          <a:custGeom>
            <a:avLst/>
            <a:gdLst/>
            <a:ahLst/>
            <a:rect l="0" t="0" r="r" b="b"/>
            <a:pathLst>
              <a:path w="162" h="14">
                <a:moveTo>
                  <a:pt x="0" y="14"/>
                </a:moveTo>
                <a:lnTo>
                  <a:pt x="156" y="0"/>
                </a:lnTo>
                <a:lnTo>
                  <a:pt x="162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" name=""/>
          <p:cNvSpPr/>
          <p:nvPr/>
        </p:nvSpPr>
        <p:spPr>
          <a:xfrm>
            <a:off x="2718720" y="2069280"/>
            <a:ext cx="60480" cy="5400"/>
          </a:xfrm>
          <a:custGeom>
            <a:avLst/>
            <a:gdLst/>
            <a:ahLst/>
            <a:rect l="0" t="0" r="r" b="b"/>
            <a:pathLst>
              <a:path w="168" h="15">
                <a:moveTo>
                  <a:pt x="0" y="14"/>
                </a:moveTo>
                <a:lnTo>
                  <a:pt x="162" y="0"/>
                </a:lnTo>
                <a:lnTo>
                  <a:pt x="16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" name=""/>
          <p:cNvSpPr/>
          <p:nvPr/>
        </p:nvSpPr>
        <p:spPr>
          <a:xfrm>
            <a:off x="2718720" y="206928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68" y="0"/>
                </a:lnTo>
                <a:lnTo>
                  <a:pt x="174" y="0"/>
                </a:lnTo>
                <a:lnTo>
                  <a:pt x="0" y="15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" name=""/>
          <p:cNvSpPr/>
          <p:nvPr/>
        </p:nvSpPr>
        <p:spPr>
          <a:xfrm>
            <a:off x="2718720" y="206928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5"/>
                </a:moveTo>
                <a:lnTo>
                  <a:pt x="174" y="0"/>
                </a:lnTo>
                <a:lnTo>
                  <a:pt x="199" y="0"/>
                </a:lnTo>
                <a:lnTo>
                  <a:pt x="0" y="17"/>
                </a:lnTo>
                <a:lnTo>
                  <a:pt x="0" y="15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" name=""/>
          <p:cNvSpPr/>
          <p:nvPr/>
        </p:nvSpPr>
        <p:spPr>
          <a:xfrm>
            <a:off x="2718720" y="206928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7"/>
                </a:moveTo>
                <a:lnTo>
                  <a:pt x="199" y="0"/>
                </a:lnTo>
                <a:lnTo>
                  <a:pt x="224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" name=""/>
          <p:cNvSpPr/>
          <p:nvPr/>
        </p:nvSpPr>
        <p:spPr>
          <a:xfrm>
            <a:off x="2718720" y="2069280"/>
            <a:ext cx="82800" cy="7200"/>
          </a:xfrm>
          <a:custGeom>
            <a:avLst/>
            <a:gdLst/>
            <a:ahLst/>
            <a:rect l="0" t="0" r="r" b="b"/>
            <a:pathLst>
              <a:path w="230" h="20">
                <a:moveTo>
                  <a:pt x="0" y="19"/>
                </a:moveTo>
                <a:lnTo>
                  <a:pt x="224" y="0"/>
                </a:lnTo>
                <a:lnTo>
                  <a:pt x="230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" name=""/>
          <p:cNvSpPr/>
          <p:nvPr/>
        </p:nvSpPr>
        <p:spPr>
          <a:xfrm>
            <a:off x="2718720" y="206928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0" y="0"/>
                </a:lnTo>
                <a:lnTo>
                  <a:pt x="236" y="0"/>
                </a:lnTo>
                <a:lnTo>
                  <a:pt x="0" y="20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" name=""/>
          <p:cNvSpPr/>
          <p:nvPr/>
        </p:nvSpPr>
        <p:spPr>
          <a:xfrm>
            <a:off x="2718720" y="206928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0"/>
                </a:moveTo>
                <a:lnTo>
                  <a:pt x="236" y="0"/>
                </a:lnTo>
                <a:lnTo>
                  <a:pt x="248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" name=""/>
          <p:cNvSpPr/>
          <p:nvPr/>
        </p:nvSpPr>
        <p:spPr>
          <a:xfrm>
            <a:off x="2718720" y="206928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1"/>
                </a:moveTo>
                <a:lnTo>
                  <a:pt x="248" y="0"/>
                </a:lnTo>
                <a:lnTo>
                  <a:pt x="261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" name=""/>
          <p:cNvSpPr/>
          <p:nvPr/>
        </p:nvSpPr>
        <p:spPr>
          <a:xfrm>
            <a:off x="2718720" y="2069280"/>
            <a:ext cx="96120" cy="8280"/>
          </a:xfrm>
          <a:custGeom>
            <a:avLst/>
            <a:gdLst/>
            <a:ahLst/>
            <a:rect l="0" t="0" r="r" b="b"/>
            <a:pathLst>
              <a:path w="267" h="23">
                <a:moveTo>
                  <a:pt x="0" y="22"/>
                </a:moveTo>
                <a:lnTo>
                  <a:pt x="261" y="0"/>
                </a:lnTo>
                <a:lnTo>
                  <a:pt x="26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5" name=""/>
          <p:cNvSpPr/>
          <p:nvPr/>
        </p:nvSpPr>
        <p:spPr>
          <a:xfrm>
            <a:off x="2718720" y="206928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67" y="0"/>
                </a:lnTo>
                <a:lnTo>
                  <a:pt x="273" y="0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6" name=""/>
          <p:cNvSpPr/>
          <p:nvPr/>
        </p:nvSpPr>
        <p:spPr>
          <a:xfrm>
            <a:off x="2718720" y="206928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3"/>
                </a:moveTo>
                <a:lnTo>
                  <a:pt x="273" y="0"/>
                </a:lnTo>
                <a:lnTo>
                  <a:pt x="28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7" name=""/>
          <p:cNvSpPr/>
          <p:nvPr/>
        </p:nvSpPr>
        <p:spPr>
          <a:xfrm>
            <a:off x="2718720" y="206928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4"/>
                </a:moveTo>
                <a:lnTo>
                  <a:pt x="286" y="0"/>
                </a:lnTo>
                <a:lnTo>
                  <a:pt x="298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8" name=""/>
          <p:cNvSpPr/>
          <p:nvPr/>
        </p:nvSpPr>
        <p:spPr>
          <a:xfrm>
            <a:off x="2718720" y="2069280"/>
            <a:ext cx="109440" cy="9360"/>
          </a:xfrm>
          <a:custGeom>
            <a:avLst/>
            <a:gdLst/>
            <a:ahLst/>
            <a:rect l="0" t="0" r="r" b="b"/>
            <a:pathLst>
              <a:path w="304" h="26">
                <a:moveTo>
                  <a:pt x="0" y="25"/>
                </a:moveTo>
                <a:lnTo>
                  <a:pt x="298" y="0"/>
                </a:lnTo>
                <a:lnTo>
                  <a:pt x="304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9" name=""/>
          <p:cNvSpPr/>
          <p:nvPr/>
        </p:nvSpPr>
        <p:spPr>
          <a:xfrm>
            <a:off x="2718720" y="206928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04" y="0"/>
                </a:lnTo>
                <a:lnTo>
                  <a:pt x="310" y="0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0" name=""/>
          <p:cNvSpPr/>
          <p:nvPr/>
        </p:nvSpPr>
        <p:spPr>
          <a:xfrm>
            <a:off x="2718720" y="206928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6"/>
                </a:moveTo>
                <a:lnTo>
                  <a:pt x="309" y="0"/>
                </a:lnTo>
                <a:lnTo>
                  <a:pt x="323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1" name=""/>
          <p:cNvSpPr/>
          <p:nvPr/>
        </p:nvSpPr>
        <p:spPr>
          <a:xfrm>
            <a:off x="2718720" y="206928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7"/>
                </a:moveTo>
                <a:lnTo>
                  <a:pt x="323" y="0"/>
                </a:lnTo>
                <a:lnTo>
                  <a:pt x="33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2" name=""/>
          <p:cNvSpPr/>
          <p:nvPr/>
        </p:nvSpPr>
        <p:spPr>
          <a:xfrm>
            <a:off x="2718720" y="206928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35" y="0"/>
                </a:lnTo>
                <a:lnTo>
                  <a:pt x="341" y="0"/>
                </a:lnTo>
                <a:lnTo>
                  <a:pt x="0" y="28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3" name=""/>
          <p:cNvSpPr/>
          <p:nvPr/>
        </p:nvSpPr>
        <p:spPr>
          <a:xfrm>
            <a:off x="2718720" y="2069280"/>
            <a:ext cx="124920" cy="10440"/>
          </a:xfrm>
          <a:custGeom>
            <a:avLst/>
            <a:gdLst/>
            <a:ahLst/>
            <a:rect l="0" t="0" r="r" b="b"/>
            <a:pathLst>
              <a:path w="347" h="29">
                <a:moveTo>
                  <a:pt x="0" y="28"/>
                </a:moveTo>
                <a:lnTo>
                  <a:pt x="341" y="0"/>
                </a:lnTo>
                <a:lnTo>
                  <a:pt x="347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4" name=""/>
          <p:cNvSpPr/>
          <p:nvPr/>
        </p:nvSpPr>
        <p:spPr>
          <a:xfrm>
            <a:off x="2718720" y="206928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47" y="0"/>
                </a:lnTo>
                <a:lnTo>
                  <a:pt x="354" y="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5" name=""/>
          <p:cNvSpPr/>
          <p:nvPr/>
        </p:nvSpPr>
        <p:spPr>
          <a:xfrm>
            <a:off x="2718720" y="206928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29"/>
                </a:moveTo>
                <a:lnTo>
                  <a:pt x="354" y="0"/>
                </a:lnTo>
                <a:lnTo>
                  <a:pt x="36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6" name=""/>
          <p:cNvSpPr/>
          <p:nvPr/>
        </p:nvSpPr>
        <p:spPr>
          <a:xfrm>
            <a:off x="2718720" y="206928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0"/>
                </a:moveTo>
                <a:lnTo>
                  <a:pt x="360" y="0"/>
                </a:lnTo>
                <a:lnTo>
                  <a:pt x="372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7" name=""/>
          <p:cNvSpPr/>
          <p:nvPr/>
        </p:nvSpPr>
        <p:spPr>
          <a:xfrm>
            <a:off x="2718720" y="206928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1"/>
                </a:moveTo>
                <a:lnTo>
                  <a:pt x="372" y="0"/>
                </a:lnTo>
                <a:lnTo>
                  <a:pt x="38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8" name=""/>
          <p:cNvSpPr/>
          <p:nvPr/>
        </p:nvSpPr>
        <p:spPr>
          <a:xfrm>
            <a:off x="2718720" y="206928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85" y="0"/>
                </a:lnTo>
                <a:lnTo>
                  <a:pt x="391" y="0"/>
                </a:lnTo>
                <a:lnTo>
                  <a:pt x="0" y="3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9" name=""/>
          <p:cNvSpPr/>
          <p:nvPr/>
        </p:nvSpPr>
        <p:spPr>
          <a:xfrm>
            <a:off x="2718720" y="206928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2"/>
                </a:moveTo>
                <a:lnTo>
                  <a:pt x="391" y="0"/>
                </a:lnTo>
                <a:lnTo>
                  <a:pt x="397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0" name=""/>
          <p:cNvSpPr/>
          <p:nvPr/>
        </p:nvSpPr>
        <p:spPr>
          <a:xfrm>
            <a:off x="2718720" y="206928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3"/>
                </a:moveTo>
                <a:lnTo>
                  <a:pt x="396" y="0"/>
                </a:lnTo>
                <a:lnTo>
                  <a:pt x="409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" name=""/>
          <p:cNvSpPr/>
          <p:nvPr/>
        </p:nvSpPr>
        <p:spPr>
          <a:xfrm>
            <a:off x="2718720" y="206928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09" y="0"/>
                </a:lnTo>
                <a:lnTo>
                  <a:pt x="416" y="0"/>
                </a:lnTo>
                <a:lnTo>
                  <a:pt x="0" y="34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2" name=""/>
          <p:cNvSpPr/>
          <p:nvPr/>
        </p:nvSpPr>
        <p:spPr>
          <a:xfrm>
            <a:off x="2718720" y="206928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4"/>
                </a:moveTo>
                <a:lnTo>
                  <a:pt x="416" y="0"/>
                </a:lnTo>
                <a:lnTo>
                  <a:pt x="422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2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3" name=""/>
          <p:cNvSpPr/>
          <p:nvPr/>
        </p:nvSpPr>
        <p:spPr>
          <a:xfrm>
            <a:off x="2718720" y="206928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2" y="0"/>
                </a:lnTo>
                <a:lnTo>
                  <a:pt x="428" y="0"/>
                </a:lnTo>
                <a:lnTo>
                  <a:pt x="0" y="35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4" name=""/>
          <p:cNvSpPr/>
          <p:nvPr/>
        </p:nvSpPr>
        <p:spPr>
          <a:xfrm>
            <a:off x="2718720" y="206928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5"/>
                </a:moveTo>
                <a:lnTo>
                  <a:pt x="428" y="0"/>
                </a:lnTo>
                <a:lnTo>
                  <a:pt x="434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5" name=""/>
          <p:cNvSpPr/>
          <p:nvPr/>
        </p:nvSpPr>
        <p:spPr>
          <a:xfrm>
            <a:off x="2718720" y="206928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6"/>
                </a:moveTo>
                <a:lnTo>
                  <a:pt x="434" y="0"/>
                </a:lnTo>
                <a:lnTo>
                  <a:pt x="447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6" name=""/>
          <p:cNvSpPr/>
          <p:nvPr/>
        </p:nvSpPr>
        <p:spPr>
          <a:xfrm>
            <a:off x="2718720" y="206928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47" y="0"/>
                </a:lnTo>
                <a:lnTo>
                  <a:pt x="453" y="0"/>
                </a:lnTo>
                <a:lnTo>
                  <a:pt x="0" y="37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7" name=""/>
          <p:cNvSpPr/>
          <p:nvPr/>
        </p:nvSpPr>
        <p:spPr>
          <a:xfrm>
            <a:off x="2718720" y="206928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7"/>
                </a:moveTo>
                <a:lnTo>
                  <a:pt x="453" y="0"/>
                </a:lnTo>
                <a:lnTo>
                  <a:pt x="459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8" name=""/>
          <p:cNvSpPr/>
          <p:nvPr/>
        </p:nvSpPr>
        <p:spPr>
          <a:xfrm>
            <a:off x="2718720" y="206928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59" y="0"/>
                </a:lnTo>
                <a:lnTo>
                  <a:pt x="465" y="0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" name=""/>
          <p:cNvSpPr/>
          <p:nvPr/>
        </p:nvSpPr>
        <p:spPr>
          <a:xfrm>
            <a:off x="2718720" y="2069280"/>
            <a:ext cx="169560" cy="14040"/>
          </a:xfrm>
          <a:custGeom>
            <a:avLst/>
            <a:gdLst/>
            <a:ahLst/>
            <a:rect l="0" t="0" r="r" b="b"/>
            <a:pathLst>
              <a:path w="471" h="39">
                <a:moveTo>
                  <a:pt x="0" y="38"/>
                </a:moveTo>
                <a:lnTo>
                  <a:pt x="465" y="0"/>
                </a:lnTo>
                <a:lnTo>
                  <a:pt x="471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0" name=""/>
          <p:cNvSpPr/>
          <p:nvPr/>
        </p:nvSpPr>
        <p:spPr>
          <a:xfrm>
            <a:off x="2718720" y="2069280"/>
            <a:ext cx="172080" cy="14040"/>
          </a:xfrm>
          <a:custGeom>
            <a:avLst/>
            <a:gdLst/>
            <a:ahLst/>
            <a:rect l="0" t="0" r="r" b="b"/>
            <a:pathLst>
              <a:path w="478" h="39">
                <a:moveTo>
                  <a:pt x="0" y="39"/>
                </a:moveTo>
                <a:lnTo>
                  <a:pt x="471" y="0"/>
                </a:lnTo>
                <a:lnTo>
                  <a:pt x="478" y="0"/>
                </a:lnTo>
                <a:lnTo>
                  <a:pt x="0" y="39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1" name=""/>
          <p:cNvSpPr/>
          <p:nvPr/>
        </p:nvSpPr>
        <p:spPr>
          <a:xfrm>
            <a:off x="2718720" y="206928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39"/>
                </a:moveTo>
                <a:lnTo>
                  <a:pt x="478" y="0"/>
                </a:lnTo>
                <a:lnTo>
                  <a:pt x="484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" name=""/>
          <p:cNvSpPr/>
          <p:nvPr/>
        </p:nvSpPr>
        <p:spPr>
          <a:xfrm>
            <a:off x="2718720" y="206928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0"/>
                </a:moveTo>
                <a:lnTo>
                  <a:pt x="484" y="0"/>
                </a:lnTo>
                <a:lnTo>
                  <a:pt x="496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" name=""/>
          <p:cNvSpPr/>
          <p:nvPr/>
        </p:nvSpPr>
        <p:spPr>
          <a:xfrm>
            <a:off x="2718720" y="206928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496" y="0"/>
                </a:lnTo>
                <a:lnTo>
                  <a:pt x="502" y="0"/>
                </a:lnTo>
                <a:lnTo>
                  <a:pt x="0" y="41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4" name=""/>
          <p:cNvSpPr/>
          <p:nvPr/>
        </p:nvSpPr>
        <p:spPr>
          <a:xfrm>
            <a:off x="2718720" y="2069280"/>
            <a:ext cx="182880" cy="15120"/>
          </a:xfrm>
          <a:custGeom>
            <a:avLst/>
            <a:gdLst/>
            <a:ahLst/>
            <a:rect l="0" t="0" r="r" b="b"/>
            <a:pathLst>
              <a:path w="508" h="42">
                <a:moveTo>
                  <a:pt x="0" y="41"/>
                </a:moveTo>
                <a:lnTo>
                  <a:pt x="502" y="0"/>
                </a:lnTo>
                <a:lnTo>
                  <a:pt x="508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5" name=""/>
          <p:cNvSpPr/>
          <p:nvPr/>
        </p:nvSpPr>
        <p:spPr>
          <a:xfrm>
            <a:off x="2718720" y="206928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08" y="0"/>
                </a:lnTo>
                <a:lnTo>
                  <a:pt x="515" y="0"/>
                </a:lnTo>
                <a:lnTo>
                  <a:pt x="0" y="42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6" name=""/>
          <p:cNvSpPr/>
          <p:nvPr/>
        </p:nvSpPr>
        <p:spPr>
          <a:xfrm>
            <a:off x="2718720" y="206928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2"/>
                </a:moveTo>
                <a:lnTo>
                  <a:pt x="515" y="0"/>
                </a:lnTo>
                <a:lnTo>
                  <a:pt x="52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ee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" name=""/>
          <p:cNvSpPr/>
          <p:nvPr/>
        </p:nvSpPr>
        <p:spPr>
          <a:xfrm>
            <a:off x="2718720" y="206928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1" y="0"/>
                </a:lnTo>
                <a:lnTo>
                  <a:pt x="527" y="0"/>
                </a:lnTo>
                <a:lnTo>
                  <a:pt x="0" y="43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" name=""/>
          <p:cNvSpPr/>
          <p:nvPr/>
        </p:nvSpPr>
        <p:spPr>
          <a:xfrm>
            <a:off x="2718720" y="206928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3"/>
                </a:moveTo>
                <a:lnTo>
                  <a:pt x="527" y="0"/>
                </a:lnTo>
                <a:lnTo>
                  <a:pt x="533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9" name=""/>
          <p:cNvSpPr/>
          <p:nvPr/>
        </p:nvSpPr>
        <p:spPr>
          <a:xfrm>
            <a:off x="2718720" y="2069280"/>
            <a:ext cx="194040" cy="15840"/>
          </a:xfrm>
          <a:custGeom>
            <a:avLst/>
            <a:gdLst/>
            <a:ahLst/>
            <a:rect l="0" t="0" r="r" b="b"/>
            <a:pathLst>
              <a:path w="539" h="44">
                <a:moveTo>
                  <a:pt x="0" y="44"/>
                </a:moveTo>
                <a:lnTo>
                  <a:pt x="533" y="0"/>
                </a:lnTo>
                <a:lnTo>
                  <a:pt x="539" y="0"/>
                </a:lnTo>
                <a:lnTo>
                  <a:pt x="0" y="44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0" name=""/>
          <p:cNvSpPr/>
          <p:nvPr/>
        </p:nvSpPr>
        <p:spPr>
          <a:xfrm>
            <a:off x="2718720" y="206928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4"/>
                </a:moveTo>
                <a:lnTo>
                  <a:pt x="539" y="0"/>
                </a:lnTo>
                <a:lnTo>
                  <a:pt x="546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eee4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1" name=""/>
          <p:cNvSpPr/>
          <p:nvPr/>
        </p:nvSpPr>
        <p:spPr>
          <a:xfrm>
            <a:off x="2718720" y="206928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46" y="0"/>
                </a:lnTo>
                <a:lnTo>
                  <a:pt x="552" y="0"/>
                </a:lnTo>
                <a:lnTo>
                  <a:pt x="0" y="45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2" name=""/>
          <p:cNvSpPr/>
          <p:nvPr/>
        </p:nvSpPr>
        <p:spPr>
          <a:xfrm>
            <a:off x="2718720" y="206928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5"/>
                </a:moveTo>
                <a:lnTo>
                  <a:pt x="552" y="0"/>
                </a:lnTo>
                <a:lnTo>
                  <a:pt x="558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3" name=""/>
          <p:cNvSpPr/>
          <p:nvPr/>
        </p:nvSpPr>
        <p:spPr>
          <a:xfrm>
            <a:off x="2718720" y="206928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58" y="0"/>
                </a:lnTo>
                <a:lnTo>
                  <a:pt x="564" y="0"/>
                </a:lnTo>
                <a:lnTo>
                  <a:pt x="0" y="46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4" name=""/>
          <p:cNvSpPr/>
          <p:nvPr/>
        </p:nvSpPr>
        <p:spPr>
          <a:xfrm>
            <a:off x="2718720" y="2069280"/>
            <a:ext cx="205200" cy="16920"/>
          </a:xfrm>
          <a:custGeom>
            <a:avLst/>
            <a:gdLst/>
            <a:ahLst/>
            <a:rect l="0" t="0" r="r" b="b"/>
            <a:pathLst>
              <a:path w="570" h="47">
                <a:moveTo>
                  <a:pt x="0" y="46"/>
                </a:moveTo>
                <a:lnTo>
                  <a:pt x="564" y="0"/>
                </a:lnTo>
                <a:lnTo>
                  <a:pt x="570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ede2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5" name=""/>
          <p:cNvSpPr/>
          <p:nvPr/>
        </p:nvSpPr>
        <p:spPr>
          <a:xfrm>
            <a:off x="2718720" y="206928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0" y="0"/>
                </a:lnTo>
                <a:lnTo>
                  <a:pt x="577" y="0"/>
                </a:lnTo>
                <a:lnTo>
                  <a:pt x="0" y="47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" name=""/>
          <p:cNvSpPr/>
          <p:nvPr/>
        </p:nvSpPr>
        <p:spPr>
          <a:xfrm>
            <a:off x="2718720" y="2069280"/>
            <a:ext cx="209880" cy="17280"/>
          </a:xfrm>
          <a:custGeom>
            <a:avLst/>
            <a:gdLst/>
            <a:ahLst/>
            <a:rect l="0" t="0" r="r" b="b"/>
            <a:pathLst>
              <a:path w="583" h="48">
                <a:moveTo>
                  <a:pt x="0" y="47"/>
                </a:moveTo>
                <a:lnTo>
                  <a:pt x="577" y="0"/>
                </a:lnTo>
                <a:lnTo>
                  <a:pt x="58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7" name=""/>
          <p:cNvSpPr/>
          <p:nvPr/>
        </p:nvSpPr>
        <p:spPr>
          <a:xfrm>
            <a:off x="2718720" y="2069280"/>
            <a:ext cx="214200" cy="17640"/>
          </a:xfrm>
          <a:custGeom>
            <a:avLst/>
            <a:gdLst/>
            <a:ahLst/>
            <a:rect l="0" t="0" r="r" b="b"/>
            <a:pathLst>
              <a:path w="595" h="49">
                <a:moveTo>
                  <a:pt x="0" y="48"/>
                </a:moveTo>
                <a:lnTo>
                  <a:pt x="583" y="0"/>
                </a:lnTo>
                <a:lnTo>
                  <a:pt x="595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8" name=""/>
          <p:cNvSpPr/>
          <p:nvPr/>
        </p:nvSpPr>
        <p:spPr>
          <a:xfrm>
            <a:off x="2718720" y="206928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595" y="0"/>
                </a:lnTo>
                <a:lnTo>
                  <a:pt x="601" y="0"/>
                </a:lnTo>
                <a:lnTo>
                  <a:pt x="0" y="49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9" name=""/>
          <p:cNvSpPr/>
          <p:nvPr/>
        </p:nvSpPr>
        <p:spPr>
          <a:xfrm>
            <a:off x="2718720" y="2069280"/>
            <a:ext cx="218880" cy="18000"/>
          </a:xfrm>
          <a:custGeom>
            <a:avLst/>
            <a:gdLst/>
            <a:ahLst/>
            <a:rect l="0" t="0" r="r" b="b"/>
            <a:pathLst>
              <a:path w="608" h="50">
                <a:moveTo>
                  <a:pt x="0" y="49"/>
                </a:moveTo>
                <a:lnTo>
                  <a:pt x="601" y="0"/>
                </a:lnTo>
                <a:lnTo>
                  <a:pt x="608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0" name=""/>
          <p:cNvSpPr/>
          <p:nvPr/>
        </p:nvSpPr>
        <p:spPr>
          <a:xfrm>
            <a:off x="2718720" y="206928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08" y="0"/>
                </a:lnTo>
                <a:lnTo>
                  <a:pt x="614" y="0"/>
                </a:lnTo>
                <a:lnTo>
                  <a:pt x="0" y="50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1" name=""/>
          <p:cNvSpPr/>
          <p:nvPr/>
        </p:nvSpPr>
        <p:spPr>
          <a:xfrm>
            <a:off x="2718720" y="2069280"/>
            <a:ext cx="223200" cy="18360"/>
          </a:xfrm>
          <a:custGeom>
            <a:avLst/>
            <a:gdLst/>
            <a:ahLst/>
            <a:rect l="0" t="0" r="r" b="b"/>
            <a:pathLst>
              <a:path w="620" h="51">
                <a:moveTo>
                  <a:pt x="0" y="50"/>
                </a:moveTo>
                <a:lnTo>
                  <a:pt x="614" y="0"/>
                </a:lnTo>
                <a:lnTo>
                  <a:pt x="620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2" name=""/>
          <p:cNvSpPr/>
          <p:nvPr/>
        </p:nvSpPr>
        <p:spPr>
          <a:xfrm>
            <a:off x="2718720" y="2069280"/>
            <a:ext cx="227520" cy="18720"/>
          </a:xfrm>
          <a:custGeom>
            <a:avLst/>
            <a:gdLst/>
            <a:ahLst/>
            <a:rect l="0" t="0" r="r" b="b"/>
            <a:pathLst>
              <a:path w="632" h="52">
                <a:moveTo>
                  <a:pt x="0" y="51"/>
                </a:moveTo>
                <a:lnTo>
                  <a:pt x="620" y="0"/>
                </a:lnTo>
                <a:lnTo>
                  <a:pt x="632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3" name=""/>
          <p:cNvSpPr/>
          <p:nvPr/>
        </p:nvSpPr>
        <p:spPr>
          <a:xfrm>
            <a:off x="2718720" y="206928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2" y="0"/>
                </a:lnTo>
                <a:lnTo>
                  <a:pt x="639" y="0"/>
                </a:lnTo>
                <a:lnTo>
                  <a:pt x="0" y="52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4" name=""/>
          <p:cNvSpPr/>
          <p:nvPr/>
        </p:nvSpPr>
        <p:spPr>
          <a:xfrm>
            <a:off x="2718720" y="2069280"/>
            <a:ext cx="232200" cy="19080"/>
          </a:xfrm>
          <a:custGeom>
            <a:avLst/>
            <a:gdLst/>
            <a:ahLst/>
            <a:rect l="0" t="0" r="r" b="b"/>
            <a:pathLst>
              <a:path w="645" h="53">
                <a:moveTo>
                  <a:pt x="0" y="52"/>
                </a:moveTo>
                <a:lnTo>
                  <a:pt x="639" y="0"/>
                </a:lnTo>
                <a:lnTo>
                  <a:pt x="64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5" name=""/>
          <p:cNvSpPr/>
          <p:nvPr/>
        </p:nvSpPr>
        <p:spPr>
          <a:xfrm>
            <a:off x="2718720" y="206928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45" y="0"/>
                </a:lnTo>
                <a:lnTo>
                  <a:pt x="651" y="0"/>
                </a:lnTo>
                <a:lnTo>
                  <a:pt x="0" y="5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6" name=""/>
          <p:cNvSpPr/>
          <p:nvPr/>
        </p:nvSpPr>
        <p:spPr>
          <a:xfrm>
            <a:off x="2718720" y="2069280"/>
            <a:ext cx="236520" cy="19440"/>
          </a:xfrm>
          <a:custGeom>
            <a:avLst/>
            <a:gdLst/>
            <a:ahLst/>
            <a:rect l="0" t="0" r="r" b="b"/>
            <a:pathLst>
              <a:path w="657" h="54">
                <a:moveTo>
                  <a:pt x="0" y="53"/>
                </a:moveTo>
                <a:lnTo>
                  <a:pt x="651" y="0"/>
                </a:lnTo>
                <a:lnTo>
                  <a:pt x="657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7" name=""/>
          <p:cNvSpPr/>
          <p:nvPr/>
        </p:nvSpPr>
        <p:spPr>
          <a:xfrm>
            <a:off x="2718720" y="206928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57" y="0"/>
                </a:lnTo>
                <a:lnTo>
                  <a:pt x="663" y="0"/>
                </a:lnTo>
                <a:lnTo>
                  <a:pt x="0" y="54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8" name=""/>
          <p:cNvSpPr/>
          <p:nvPr/>
        </p:nvSpPr>
        <p:spPr>
          <a:xfrm>
            <a:off x="2718720" y="2069280"/>
            <a:ext cx="240840" cy="19800"/>
          </a:xfrm>
          <a:custGeom>
            <a:avLst/>
            <a:gdLst/>
            <a:ahLst/>
            <a:rect l="0" t="0" r="r" b="b"/>
            <a:pathLst>
              <a:path w="669" h="55">
                <a:moveTo>
                  <a:pt x="0" y="54"/>
                </a:moveTo>
                <a:lnTo>
                  <a:pt x="663" y="0"/>
                </a:lnTo>
                <a:lnTo>
                  <a:pt x="669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9" name=""/>
          <p:cNvSpPr/>
          <p:nvPr/>
        </p:nvSpPr>
        <p:spPr>
          <a:xfrm>
            <a:off x="2718720" y="206928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69" y="0"/>
                </a:lnTo>
                <a:lnTo>
                  <a:pt x="676" y="0"/>
                </a:lnTo>
                <a:lnTo>
                  <a:pt x="0" y="55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0" name=""/>
          <p:cNvSpPr/>
          <p:nvPr/>
        </p:nvSpPr>
        <p:spPr>
          <a:xfrm>
            <a:off x="2718720" y="2069280"/>
            <a:ext cx="245520" cy="20160"/>
          </a:xfrm>
          <a:custGeom>
            <a:avLst/>
            <a:gdLst/>
            <a:ahLst/>
            <a:rect l="0" t="0" r="r" b="b"/>
            <a:pathLst>
              <a:path w="682" h="56">
                <a:moveTo>
                  <a:pt x="0" y="55"/>
                </a:moveTo>
                <a:lnTo>
                  <a:pt x="676" y="0"/>
                </a:lnTo>
                <a:lnTo>
                  <a:pt x="68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" name=""/>
          <p:cNvSpPr/>
          <p:nvPr/>
        </p:nvSpPr>
        <p:spPr>
          <a:xfrm>
            <a:off x="2718720" y="206928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2" y="0"/>
                </a:lnTo>
                <a:lnTo>
                  <a:pt x="688" y="0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2" name=""/>
          <p:cNvSpPr/>
          <p:nvPr/>
        </p:nvSpPr>
        <p:spPr>
          <a:xfrm>
            <a:off x="2718720" y="2069280"/>
            <a:ext cx="249840" cy="20520"/>
          </a:xfrm>
          <a:custGeom>
            <a:avLst/>
            <a:gdLst/>
            <a:ahLst/>
            <a:rect l="0" t="0" r="r" b="b"/>
            <a:pathLst>
              <a:path w="694" h="57">
                <a:moveTo>
                  <a:pt x="0" y="56"/>
                </a:moveTo>
                <a:lnTo>
                  <a:pt x="688" y="0"/>
                </a:lnTo>
                <a:lnTo>
                  <a:pt x="694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3" name=""/>
          <p:cNvSpPr/>
          <p:nvPr/>
        </p:nvSpPr>
        <p:spPr>
          <a:xfrm>
            <a:off x="2718720" y="206928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694" y="0"/>
                </a:lnTo>
                <a:lnTo>
                  <a:pt x="700" y="0"/>
                </a:lnTo>
                <a:lnTo>
                  <a:pt x="0" y="57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4" name=""/>
          <p:cNvSpPr/>
          <p:nvPr/>
        </p:nvSpPr>
        <p:spPr>
          <a:xfrm>
            <a:off x="2718720" y="2069280"/>
            <a:ext cx="254520" cy="20880"/>
          </a:xfrm>
          <a:custGeom>
            <a:avLst/>
            <a:gdLst/>
            <a:ahLst/>
            <a:rect l="0" t="0" r="r" b="b"/>
            <a:pathLst>
              <a:path w="707" h="58">
                <a:moveTo>
                  <a:pt x="0" y="57"/>
                </a:moveTo>
                <a:lnTo>
                  <a:pt x="700" y="0"/>
                </a:lnTo>
                <a:lnTo>
                  <a:pt x="70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5" name=""/>
          <p:cNvSpPr/>
          <p:nvPr/>
        </p:nvSpPr>
        <p:spPr>
          <a:xfrm>
            <a:off x="2718720" y="206928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07" y="0"/>
                </a:lnTo>
                <a:lnTo>
                  <a:pt x="713" y="0"/>
                </a:lnTo>
                <a:lnTo>
                  <a:pt x="0" y="58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6" name=""/>
          <p:cNvSpPr/>
          <p:nvPr/>
        </p:nvSpPr>
        <p:spPr>
          <a:xfrm>
            <a:off x="2718720" y="206928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8"/>
                </a:moveTo>
                <a:lnTo>
                  <a:pt x="713" y="0"/>
                </a:lnTo>
                <a:lnTo>
                  <a:pt x="71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7" name=""/>
          <p:cNvSpPr/>
          <p:nvPr/>
        </p:nvSpPr>
        <p:spPr>
          <a:xfrm>
            <a:off x="2718720" y="206928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19" y="0"/>
                </a:lnTo>
                <a:lnTo>
                  <a:pt x="725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8" name=""/>
          <p:cNvSpPr/>
          <p:nvPr/>
        </p:nvSpPr>
        <p:spPr>
          <a:xfrm>
            <a:off x="2718720" y="2069280"/>
            <a:ext cx="263160" cy="21600"/>
          </a:xfrm>
          <a:custGeom>
            <a:avLst/>
            <a:gdLst/>
            <a:ahLst/>
            <a:rect l="0" t="0" r="r" b="b"/>
            <a:pathLst>
              <a:path w="731" h="60">
                <a:moveTo>
                  <a:pt x="0" y="59"/>
                </a:moveTo>
                <a:lnTo>
                  <a:pt x="725" y="0"/>
                </a:lnTo>
                <a:lnTo>
                  <a:pt x="731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9" name=""/>
          <p:cNvSpPr/>
          <p:nvPr/>
        </p:nvSpPr>
        <p:spPr>
          <a:xfrm>
            <a:off x="2718720" y="206928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60"/>
                </a:moveTo>
                <a:lnTo>
                  <a:pt x="731" y="0"/>
                </a:lnTo>
                <a:lnTo>
                  <a:pt x="738" y="0"/>
                </a:lnTo>
                <a:lnTo>
                  <a:pt x="0" y="60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0" name=""/>
          <p:cNvSpPr/>
          <p:nvPr/>
        </p:nvSpPr>
        <p:spPr>
          <a:xfrm>
            <a:off x="2718720" y="2069280"/>
            <a:ext cx="267840" cy="21960"/>
          </a:xfrm>
          <a:custGeom>
            <a:avLst/>
            <a:gdLst/>
            <a:ahLst/>
            <a:rect l="0" t="0" r="r" b="b"/>
            <a:pathLst>
              <a:path w="744" h="61">
                <a:moveTo>
                  <a:pt x="0" y="60"/>
                </a:moveTo>
                <a:lnTo>
                  <a:pt x="738" y="0"/>
                </a:lnTo>
                <a:lnTo>
                  <a:pt x="74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1" name=""/>
          <p:cNvSpPr/>
          <p:nvPr/>
        </p:nvSpPr>
        <p:spPr>
          <a:xfrm>
            <a:off x="2718720" y="206928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44" y="0"/>
                </a:lnTo>
                <a:lnTo>
                  <a:pt x="750" y="0"/>
                </a:lnTo>
                <a:lnTo>
                  <a:pt x="0" y="61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" name=""/>
          <p:cNvSpPr/>
          <p:nvPr/>
        </p:nvSpPr>
        <p:spPr>
          <a:xfrm>
            <a:off x="2718720" y="2069280"/>
            <a:ext cx="272160" cy="22320"/>
          </a:xfrm>
          <a:custGeom>
            <a:avLst/>
            <a:gdLst/>
            <a:ahLst/>
            <a:rect l="0" t="0" r="r" b="b"/>
            <a:pathLst>
              <a:path w="756" h="62">
                <a:moveTo>
                  <a:pt x="0" y="61"/>
                </a:moveTo>
                <a:lnTo>
                  <a:pt x="750" y="0"/>
                </a:lnTo>
                <a:lnTo>
                  <a:pt x="75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" name=""/>
          <p:cNvSpPr/>
          <p:nvPr/>
        </p:nvSpPr>
        <p:spPr>
          <a:xfrm>
            <a:off x="2718720" y="206928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56" y="0"/>
                </a:lnTo>
                <a:lnTo>
                  <a:pt x="762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4" name=""/>
          <p:cNvSpPr/>
          <p:nvPr/>
        </p:nvSpPr>
        <p:spPr>
          <a:xfrm>
            <a:off x="2718720" y="206928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2" y="0"/>
                </a:lnTo>
                <a:lnTo>
                  <a:pt x="769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5" name=""/>
          <p:cNvSpPr/>
          <p:nvPr/>
        </p:nvSpPr>
        <p:spPr>
          <a:xfrm>
            <a:off x="2718720" y="206928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2"/>
                </a:moveTo>
                <a:lnTo>
                  <a:pt x="769" y="0"/>
                </a:lnTo>
                <a:lnTo>
                  <a:pt x="775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" name=""/>
          <p:cNvSpPr/>
          <p:nvPr/>
        </p:nvSpPr>
        <p:spPr>
          <a:xfrm>
            <a:off x="2718720" y="206928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75" y="0"/>
                </a:lnTo>
                <a:lnTo>
                  <a:pt x="781" y="0"/>
                </a:lnTo>
                <a:lnTo>
                  <a:pt x="0" y="63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7" name=""/>
          <p:cNvSpPr/>
          <p:nvPr/>
        </p:nvSpPr>
        <p:spPr>
          <a:xfrm>
            <a:off x="2718720" y="206928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3"/>
                </a:moveTo>
                <a:lnTo>
                  <a:pt x="781" y="0"/>
                </a:lnTo>
                <a:lnTo>
                  <a:pt x="78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8" name=""/>
          <p:cNvSpPr/>
          <p:nvPr/>
        </p:nvSpPr>
        <p:spPr>
          <a:xfrm>
            <a:off x="2718720" y="206928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4"/>
                </a:moveTo>
                <a:lnTo>
                  <a:pt x="787" y="0"/>
                </a:lnTo>
                <a:lnTo>
                  <a:pt x="788" y="1"/>
                </a:lnTo>
                <a:lnTo>
                  <a:pt x="0" y="64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" name=""/>
          <p:cNvSpPr/>
          <p:nvPr/>
        </p:nvSpPr>
        <p:spPr>
          <a:xfrm>
            <a:off x="2718720" y="206964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3"/>
                </a:moveTo>
                <a:lnTo>
                  <a:pt x="788" y="0"/>
                </a:lnTo>
                <a:lnTo>
                  <a:pt x="1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" name=""/>
          <p:cNvSpPr/>
          <p:nvPr/>
        </p:nvSpPr>
        <p:spPr>
          <a:xfrm>
            <a:off x="2719080" y="206964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4"/>
                </a:moveTo>
                <a:lnTo>
                  <a:pt x="787" y="0"/>
                </a:lnTo>
                <a:lnTo>
                  <a:pt x="787" y="1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1" name=""/>
          <p:cNvSpPr/>
          <p:nvPr/>
        </p:nvSpPr>
        <p:spPr>
          <a:xfrm>
            <a:off x="2721240" y="207000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81" y="0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2" name=""/>
          <p:cNvSpPr/>
          <p:nvPr/>
        </p:nvSpPr>
        <p:spPr>
          <a:xfrm>
            <a:off x="2723400" y="207000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3"/>
                </a:moveTo>
                <a:lnTo>
                  <a:pt x="775" y="0"/>
                </a:lnTo>
                <a:lnTo>
                  <a:pt x="775" y="1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3" name=""/>
          <p:cNvSpPr/>
          <p:nvPr/>
        </p:nvSpPr>
        <p:spPr>
          <a:xfrm>
            <a:off x="2725560" y="207036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9" y="0"/>
                </a:lnTo>
                <a:lnTo>
                  <a:pt x="7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4" name=""/>
          <p:cNvSpPr/>
          <p:nvPr/>
        </p:nvSpPr>
        <p:spPr>
          <a:xfrm>
            <a:off x="2728080" y="207036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62" y="0"/>
                </a:lnTo>
                <a:lnTo>
                  <a:pt x="762" y="1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5" name=""/>
          <p:cNvSpPr/>
          <p:nvPr/>
        </p:nvSpPr>
        <p:spPr>
          <a:xfrm>
            <a:off x="2730240" y="207072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6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6" name=""/>
          <p:cNvSpPr/>
          <p:nvPr/>
        </p:nvSpPr>
        <p:spPr>
          <a:xfrm>
            <a:off x="2732400" y="2070720"/>
            <a:ext cx="270000" cy="22320"/>
          </a:xfrm>
          <a:custGeom>
            <a:avLst/>
            <a:gdLst/>
            <a:ahLst/>
            <a:rect l="0" t="0" r="r" b="b"/>
            <a:pathLst>
              <a:path w="750" h="62">
                <a:moveTo>
                  <a:pt x="0" y="62"/>
                </a:moveTo>
                <a:lnTo>
                  <a:pt x="750" y="0"/>
                </a:lnTo>
                <a:lnTo>
                  <a:pt x="750" y="2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" name=""/>
          <p:cNvSpPr/>
          <p:nvPr/>
        </p:nvSpPr>
        <p:spPr>
          <a:xfrm>
            <a:off x="2734560" y="2071080"/>
            <a:ext cx="267840" cy="21600"/>
          </a:xfrm>
          <a:custGeom>
            <a:avLst/>
            <a:gdLst/>
            <a:ahLst/>
            <a:rect l="0" t="0" r="r" b="b"/>
            <a:pathLst>
              <a:path w="744" h="60">
                <a:moveTo>
                  <a:pt x="0" y="60"/>
                </a:moveTo>
                <a:lnTo>
                  <a:pt x="744" y="0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8" name=""/>
          <p:cNvSpPr/>
          <p:nvPr/>
        </p:nvSpPr>
        <p:spPr>
          <a:xfrm>
            <a:off x="2736720" y="207108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60"/>
                </a:moveTo>
                <a:lnTo>
                  <a:pt x="738" y="0"/>
                </a:lnTo>
                <a:lnTo>
                  <a:pt x="738" y="1"/>
                </a:lnTo>
                <a:lnTo>
                  <a:pt x="7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9" name=""/>
          <p:cNvSpPr/>
          <p:nvPr/>
        </p:nvSpPr>
        <p:spPr>
          <a:xfrm>
            <a:off x="2739240" y="2071440"/>
            <a:ext cx="263160" cy="21240"/>
          </a:xfrm>
          <a:custGeom>
            <a:avLst/>
            <a:gdLst/>
            <a:ahLst/>
            <a:rect l="0" t="0" r="r" b="b"/>
            <a:pathLst>
              <a:path w="731" h="59">
                <a:moveTo>
                  <a:pt x="0" y="59"/>
                </a:moveTo>
                <a:lnTo>
                  <a:pt x="731" y="0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0" name=""/>
          <p:cNvSpPr/>
          <p:nvPr/>
        </p:nvSpPr>
        <p:spPr>
          <a:xfrm>
            <a:off x="2741400" y="207144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25" y="0"/>
                </a:lnTo>
                <a:lnTo>
                  <a:pt x="725" y="1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1" name=""/>
          <p:cNvSpPr/>
          <p:nvPr/>
        </p:nvSpPr>
        <p:spPr>
          <a:xfrm>
            <a:off x="2743560" y="2071800"/>
            <a:ext cx="258840" cy="20880"/>
          </a:xfrm>
          <a:custGeom>
            <a:avLst/>
            <a:gdLst/>
            <a:ahLst/>
            <a:rect l="0" t="0" r="r" b="b"/>
            <a:pathLst>
              <a:path w="719" h="58">
                <a:moveTo>
                  <a:pt x="0" y="58"/>
                </a:moveTo>
                <a:lnTo>
                  <a:pt x="719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2" name=""/>
          <p:cNvSpPr/>
          <p:nvPr/>
        </p:nvSpPr>
        <p:spPr>
          <a:xfrm>
            <a:off x="2745720" y="207180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13" y="0"/>
                </a:lnTo>
                <a:lnTo>
                  <a:pt x="713" y="1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3" name=""/>
          <p:cNvSpPr/>
          <p:nvPr/>
        </p:nvSpPr>
        <p:spPr>
          <a:xfrm>
            <a:off x="2747880" y="2072160"/>
            <a:ext cx="254520" cy="20520"/>
          </a:xfrm>
          <a:custGeom>
            <a:avLst/>
            <a:gdLst/>
            <a:ahLst/>
            <a:rect l="0" t="0" r="r" b="b"/>
            <a:pathLst>
              <a:path w="707" h="57">
                <a:moveTo>
                  <a:pt x="0" y="57"/>
                </a:moveTo>
                <a:lnTo>
                  <a:pt x="707" y="0"/>
                </a:lnTo>
                <a:lnTo>
                  <a:pt x="7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4" name=""/>
          <p:cNvSpPr/>
          <p:nvPr/>
        </p:nvSpPr>
        <p:spPr>
          <a:xfrm>
            <a:off x="2750400" y="207216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700" y="0"/>
                </a:lnTo>
                <a:lnTo>
                  <a:pt x="700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5" name=""/>
          <p:cNvSpPr/>
          <p:nvPr/>
        </p:nvSpPr>
        <p:spPr>
          <a:xfrm>
            <a:off x="2752560" y="2072520"/>
            <a:ext cx="249840" cy="20160"/>
          </a:xfrm>
          <a:custGeom>
            <a:avLst/>
            <a:gdLst/>
            <a:ahLst/>
            <a:rect l="0" t="0" r="r" b="b"/>
            <a:pathLst>
              <a:path w="694" h="56">
                <a:moveTo>
                  <a:pt x="0" y="56"/>
                </a:moveTo>
                <a:lnTo>
                  <a:pt x="694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6" name=""/>
          <p:cNvSpPr/>
          <p:nvPr/>
        </p:nvSpPr>
        <p:spPr>
          <a:xfrm>
            <a:off x="2754720" y="207252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8" y="0"/>
                </a:lnTo>
                <a:lnTo>
                  <a:pt x="688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7" name=""/>
          <p:cNvSpPr/>
          <p:nvPr/>
        </p:nvSpPr>
        <p:spPr>
          <a:xfrm>
            <a:off x="2756880" y="2072880"/>
            <a:ext cx="245520" cy="19800"/>
          </a:xfrm>
          <a:custGeom>
            <a:avLst/>
            <a:gdLst/>
            <a:ahLst/>
            <a:rect l="0" t="0" r="r" b="b"/>
            <a:pathLst>
              <a:path w="682" h="55">
                <a:moveTo>
                  <a:pt x="0" y="55"/>
                </a:moveTo>
                <a:lnTo>
                  <a:pt x="682" y="0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8" name=""/>
          <p:cNvSpPr/>
          <p:nvPr/>
        </p:nvSpPr>
        <p:spPr>
          <a:xfrm>
            <a:off x="2759040" y="207288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76" y="0"/>
                </a:lnTo>
                <a:lnTo>
                  <a:pt x="676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9" name=""/>
          <p:cNvSpPr/>
          <p:nvPr/>
        </p:nvSpPr>
        <p:spPr>
          <a:xfrm>
            <a:off x="2761200" y="2073240"/>
            <a:ext cx="241200" cy="19440"/>
          </a:xfrm>
          <a:custGeom>
            <a:avLst/>
            <a:gdLst/>
            <a:ahLst/>
            <a:rect l="0" t="0" r="r" b="b"/>
            <a:pathLst>
              <a:path w="670" h="54">
                <a:moveTo>
                  <a:pt x="0" y="54"/>
                </a:moveTo>
                <a:lnTo>
                  <a:pt x="670" y="0"/>
                </a:lnTo>
                <a:lnTo>
                  <a:pt x="7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0" name=""/>
          <p:cNvSpPr/>
          <p:nvPr/>
        </p:nvSpPr>
        <p:spPr>
          <a:xfrm>
            <a:off x="2763720" y="207324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63" y="0"/>
                </a:lnTo>
                <a:lnTo>
                  <a:pt x="663" y="1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1" name=""/>
          <p:cNvSpPr/>
          <p:nvPr/>
        </p:nvSpPr>
        <p:spPr>
          <a:xfrm>
            <a:off x="2765880" y="2073600"/>
            <a:ext cx="236520" cy="19080"/>
          </a:xfrm>
          <a:custGeom>
            <a:avLst/>
            <a:gdLst/>
            <a:ahLst/>
            <a:rect l="0" t="0" r="r" b="b"/>
            <a:pathLst>
              <a:path w="657" h="53">
                <a:moveTo>
                  <a:pt x="0" y="53"/>
                </a:moveTo>
                <a:lnTo>
                  <a:pt x="657" y="0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2" name=""/>
          <p:cNvSpPr/>
          <p:nvPr/>
        </p:nvSpPr>
        <p:spPr>
          <a:xfrm>
            <a:off x="2768040" y="207360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51" y="0"/>
                </a:lnTo>
                <a:lnTo>
                  <a:pt x="651" y="1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3" name=""/>
          <p:cNvSpPr/>
          <p:nvPr/>
        </p:nvSpPr>
        <p:spPr>
          <a:xfrm>
            <a:off x="2770200" y="2073960"/>
            <a:ext cx="232200" cy="18720"/>
          </a:xfrm>
          <a:custGeom>
            <a:avLst/>
            <a:gdLst/>
            <a:ahLst/>
            <a:rect l="0" t="0" r="r" b="b"/>
            <a:pathLst>
              <a:path w="645" h="52">
                <a:moveTo>
                  <a:pt x="0" y="52"/>
                </a:moveTo>
                <a:lnTo>
                  <a:pt x="645" y="0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4" name=""/>
          <p:cNvSpPr/>
          <p:nvPr/>
        </p:nvSpPr>
        <p:spPr>
          <a:xfrm>
            <a:off x="2772360" y="207396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9" y="0"/>
                </a:lnTo>
                <a:lnTo>
                  <a:pt x="639" y="1"/>
                </a:lnTo>
                <a:lnTo>
                  <a:pt x="7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5" name=""/>
          <p:cNvSpPr/>
          <p:nvPr/>
        </p:nvSpPr>
        <p:spPr>
          <a:xfrm>
            <a:off x="2774880" y="2074320"/>
            <a:ext cx="227520" cy="18360"/>
          </a:xfrm>
          <a:custGeom>
            <a:avLst/>
            <a:gdLst/>
            <a:ahLst/>
            <a:rect l="0" t="0" r="r" b="b"/>
            <a:pathLst>
              <a:path w="632" h="51">
                <a:moveTo>
                  <a:pt x="0" y="51"/>
                </a:moveTo>
                <a:lnTo>
                  <a:pt x="632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6" name=""/>
          <p:cNvSpPr/>
          <p:nvPr/>
        </p:nvSpPr>
        <p:spPr>
          <a:xfrm>
            <a:off x="2777040" y="2074320"/>
            <a:ext cx="225360" cy="18360"/>
          </a:xfrm>
          <a:custGeom>
            <a:avLst/>
            <a:gdLst/>
            <a:ahLst/>
            <a:rect l="0" t="0" r="r" b="b"/>
            <a:pathLst>
              <a:path w="626" h="51">
                <a:moveTo>
                  <a:pt x="0" y="51"/>
                </a:moveTo>
                <a:lnTo>
                  <a:pt x="626" y="0"/>
                </a:lnTo>
                <a:lnTo>
                  <a:pt x="626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7" name=""/>
          <p:cNvSpPr/>
          <p:nvPr/>
        </p:nvSpPr>
        <p:spPr>
          <a:xfrm>
            <a:off x="2779200" y="2074680"/>
            <a:ext cx="223200" cy="18000"/>
          </a:xfrm>
          <a:custGeom>
            <a:avLst/>
            <a:gdLst/>
            <a:ahLst/>
            <a:rect l="0" t="0" r="r" b="b"/>
            <a:pathLst>
              <a:path w="620" h="50">
                <a:moveTo>
                  <a:pt x="0" y="50"/>
                </a:moveTo>
                <a:lnTo>
                  <a:pt x="620" y="0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8" name=""/>
          <p:cNvSpPr/>
          <p:nvPr/>
        </p:nvSpPr>
        <p:spPr>
          <a:xfrm>
            <a:off x="2781360" y="207468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14" y="0"/>
                </a:lnTo>
                <a:lnTo>
                  <a:pt x="614" y="1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9" name=""/>
          <p:cNvSpPr/>
          <p:nvPr/>
        </p:nvSpPr>
        <p:spPr>
          <a:xfrm>
            <a:off x="2783520" y="2075040"/>
            <a:ext cx="218880" cy="17640"/>
          </a:xfrm>
          <a:custGeom>
            <a:avLst/>
            <a:gdLst/>
            <a:ahLst/>
            <a:rect l="0" t="0" r="r" b="b"/>
            <a:pathLst>
              <a:path w="608" h="49">
                <a:moveTo>
                  <a:pt x="0" y="49"/>
                </a:moveTo>
                <a:lnTo>
                  <a:pt x="608" y="0"/>
                </a:lnTo>
                <a:lnTo>
                  <a:pt x="7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0" name=""/>
          <p:cNvSpPr/>
          <p:nvPr/>
        </p:nvSpPr>
        <p:spPr>
          <a:xfrm>
            <a:off x="2786040" y="207504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601" y="0"/>
                </a:lnTo>
                <a:lnTo>
                  <a:pt x="601" y="1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1" name=""/>
          <p:cNvSpPr/>
          <p:nvPr/>
        </p:nvSpPr>
        <p:spPr>
          <a:xfrm>
            <a:off x="2788200" y="2075400"/>
            <a:ext cx="214200" cy="17280"/>
          </a:xfrm>
          <a:custGeom>
            <a:avLst/>
            <a:gdLst/>
            <a:ahLst/>
            <a:rect l="0" t="0" r="r" b="b"/>
            <a:pathLst>
              <a:path w="595" h="48">
                <a:moveTo>
                  <a:pt x="0" y="48"/>
                </a:moveTo>
                <a:lnTo>
                  <a:pt x="595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2" name=""/>
          <p:cNvSpPr/>
          <p:nvPr/>
        </p:nvSpPr>
        <p:spPr>
          <a:xfrm>
            <a:off x="2790360" y="2075400"/>
            <a:ext cx="212040" cy="17280"/>
          </a:xfrm>
          <a:custGeom>
            <a:avLst/>
            <a:gdLst/>
            <a:ahLst/>
            <a:rect l="0" t="0" r="r" b="b"/>
            <a:pathLst>
              <a:path w="589" h="48">
                <a:moveTo>
                  <a:pt x="0" y="48"/>
                </a:moveTo>
                <a:lnTo>
                  <a:pt x="589" y="0"/>
                </a:lnTo>
                <a:lnTo>
                  <a:pt x="589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3" name=""/>
          <p:cNvSpPr/>
          <p:nvPr/>
        </p:nvSpPr>
        <p:spPr>
          <a:xfrm>
            <a:off x="2792520" y="2075760"/>
            <a:ext cx="209880" cy="16920"/>
          </a:xfrm>
          <a:custGeom>
            <a:avLst/>
            <a:gdLst/>
            <a:ahLst/>
            <a:rect l="0" t="0" r="r" b="b"/>
            <a:pathLst>
              <a:path w="583" h="47">
                <a:moveTo>
                  <a:pt x="0" y="47"/>
                </a:moveTo>
                <a:lnTo>
                  <a:pt x="583" y="0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4" name=""/>
          <p:cNvSpPr/>
          <p:nvPr/>
        </p:nvSpPr>
        <p:spPr>
          <a:xfrm>
            <a:off x="2794680" y="207576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7" y="0"/>
                </a:lnTo>
                <a:lnTo>
                  <a:pt x="577" y="1"/>
                </a:lnTo>
                <a:lnTo>
                  <a:pt x="7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5" name=""/>
          <p:cNvSpPr/>
          <p:nvPr/>
        </p:nvSpPr>
        <p:spPr>
          <a:xfrm>
            <a:off x="2797200" y="2076120"/>
            <a:ext cx="205200" cy="16560"/>
          </a:xfrm>
          <a:custGeom>
            <a:avLst/>
            <a:gdLst/>
            <a:ahLst/>
            <a:rect l="0" t="0" r="r" b="b"/>
            <a:pathLst>
              <a:path w="570" h="46">
                <a:moveTo>
                  <a:pt x="0" y="46"/>
                </a:moveTo>
                <a:lnTo>
                  <a:pt x="570" y="0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6" name=""/>
          <p:cNvSpPr/>
          <p:nvPr/>
        </p:nvSpPr>
        <p:spPr>
          <a:xfrm>
            <a:off x="2799360" y="207612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64" y="0"/>
                </a:lnTo>
                <a:lnTo>
                  <a:pt x="564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7" name=""/>
          <p:cNvSpPr/>
          <p:nvPr/>
        </p:nvSpPr>
        <p:spPr>
          <a:xfrm>
            <a:off x="2801520" y="2076480"/>
            <a:ext cx="200880" cy="16200"/>
          </a:xfrm>
          <a:custGeom>
            <a:avLst/>
            <a:gdLst/>
            <a:ahLst/>
            <a:rect l="0" t="0" r="r" b="b"/>
            <a:pathLst>
              <a:path w="558" h="45">
                <a:moveTo>
                  <a:pt x="0" y="45"/>
                </a:moveTo>
                <a:lnTo>
                  <a:pt x="558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8" name=""/>
          <p:cNvSpPr/>
          <p:nvPr/>
        </p:nvSpPr>
        <p:spPr>
          <a:xfrm>
            <a:off x="2803680" y="207648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52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49" name=""/>
          <p:cNvSpPr/>
          <p:nvPr/>
        </p:nvSpPr>
        <p:spPr>
          <a:xfrm>
            <a:off x="2805840" y="207648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5"/>
                </a:moveTo>
                <a:lnTo>
                  <a:pt x="546" y="0"/>
                </a:lnTo>
                <a:lnTo>
                  <a:pt x="546" y="1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0" name=""/>
          <p:cNvSpPr/>
          <p:nvPr/>
        </p:nvSpPr>
        <p:spPr>
          <a:xfrm>
            <a:off x="2808000" y="2076840"/>
            <a:ext cx="194760" cy="15840"/>
          </a:xfrm>
          <a:custGeom>
            <a:avLst/>
            <a:gdLst/>
            <a:ahLst/>
            <a:rect l="0" t="0" r="r" b="b"/>
            <a:pathLst>
              <a:path w="541" h="44">
                <a:moveTo>
                  <a:pt x="0" y="44"/>
                </a:moveTo>
                <a:lnTo>
                  <a:pt x="541" y="0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1" name=""/>
          <p:cNvSpPr/>
          <p:nvPr/>
        </p:nvSpPr>
        <p:spPr>
          <a:xfrm>
            <a:off x="2810520" y="207684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4"/>
                </a:moveTo>
                <a:lnTo>
                  <a:pt x="533" y="0"/>
                </a:lnTo>
                <a:lnTo>
                  <a:pt x="533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2" name=""/>
          <p:cNvSpPr/>
          <p:nvPr/>
        </p:nvSpPr>
        <p:spPr>
          <a:xfrm>
            <a:off x="2812680" y="207720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7" y="0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3" name=""/>
          <p:cNvSpPr/>
          <p:nvPr/>
        </p:nvSpPr>
        <p:spPr>
          <a:xfrm>
            <a:off x="2814840" y="207720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3"/>
                </a:moveTo>
                <a:lnTo>
                  <a:pt x="521" y="0"/>
                </a:lnTo>
                <a:lnTo>
                  <a:pt x="521" y="1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4" name=""/>
          <p:cNvSpPr/>
          <p:nvPr/>
        </p:nvSpPr>
        <p:spPr>
          <a:xfrm>
            <a:off x="2817000" y="207756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15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5" name=""/>
          <p:cNvSpPr/>
          <p:nvPr/>
        </p:nvSpPr>
        <p:spPr>
          <a:xfrm>
            <a:off x="2819160" y="2077560"/>
            <a:ext cx="183240" cy="15120"/>
          </a:xfrm>
          <a:custGeom>
            <a:avLst/>
            <a:gdLst/>
            <a:ahLst/>
            <a:rect l="0" t="0" r="r" b="b"/>
            <a:pathLst>
              <a:path w="509" h="42">
                <a:moveTo>
                  <a:pt x="0" y="42"/>
                </a:moveTo>
                <a:lnTo>
                  <a:pt x="509" y="0"/>
                </a:lnTo>
                <a:lnTo>
                  <a:pt x="509" y="1"/>
                </a:lnTo>
                <a:lnTo>
                  <a:pt x="7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6" name=""/>
          <p:cNvSpPr/>
          <p:nvPr/>
        </p:nvSpPr>
        <p:spPr>
          <a:xfrm>
            <a:off x="2821680" y="207792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502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7" name=""/>
          <p:cNvSpPr/>
          <p:nvPr/>
        </p:nvSpPr>
        <p:spPr>
          <a:xfrm>
            <a:off x="2823840" y="207792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1"/>
                </a:moveTo>
                <a:lnTo>
                  <a:pt x="496" y="0"/>
                </a:lnTo>
                <a:lnTo>
                  <a:pt x="496" y="1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8" name=""/>
          <p:cNvSpPr/>
          <p:nvPr/>
        </p:nvSpPr>
        <p:spPr>
          <a:xfrm>
            <a:off x="2826000" y="2078280"/>
            <a:ext cx="176400" cy="14400"/>
          </a:xfrm>
          <a:custGeom>
            <a:avLst/>
            <a:gdLst/>
            <a:ahLst/>
            <a:rect l="0" t="0" r="r" b="b"/>
            <a:pathLst>
              <a:path w="490" h="40">
                <a:moveTo>
                  <a:pt x="0" y="40"/>
                </a:moveTo>
                <a:lnTo>
                  <a:pt x="490" y="0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9" name=""/>
          <p:cNvSpPr/>
          <p:nvPr/>
        </p:nvSpPr>
        <p:spPr>
          <a:xfrm>
            <a:off x="2828160" y="207828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40"/>
                </a:moveTo>
                <a:lnTo>
                  <a:pt x="484" y="0"/>
                </a:lnTo>
                <a:lnTo>
                  <a:pt x="484" y="1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0" name=""/>
          <p:cNvSpPr/>
          <p:nvPr/>
        </p:nvSpPr>
        <p:spPr>
          <a:xfrm>
            <a:off x="2830320" y="2078640"/>
            <a:ext cx="172080" cy="14040"/>
          </a:xfrm>
          <a:custGeom>
            <a:avLst/>
            <a:gdLst/>
            <a:ahLst/>
            <a:rect l="0" t="0" r="r" b="b"/>
            <a:pathLst>
              <a:path w="478" h="39">
                <a:moveTo>
                  <a:pt x="0" y="39"/>
                </a:moveTo>
                <a:lnTo>
                  <a:pt x="478" y="0"/>
                </a:lnTo>
                <a:lnTo>
                  <a:pt x="7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1" name=""/>
          <p:cNvSpPr/>
          <p:nvPr/>
        </p:nvSpPr>
        <p:spPr>
          <a:xfrm>
            <a:off x="2832840" y="2078640"/>
            <a:ext cx="169560" cy="14040"/>
          </a:xfrm>
          <a:custGeom>
            <a:avLst/>
            <a:gdLst/>
            <a:ahLst/>
            <a:rect l="0" t="0" r="r" b="b"/>
            <a:pathLst>
              <a:path w="471" h="39">
                <a:moveTo>
                  <a:pt x="0" y="39"/>
                </a:moveTo>
                <a:lnTo>
                  <a:pt x="471" y="0"/>
                </a:lnTo>
                <a:lnTo>
                  <a:pt x="471" y="1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2" name=""/>
          <p:cNvSpPr/>
          <p:nvPr/>
        </p:nvSpPr>
        <p:spPr>
          <a:xfrm>
            <a:off x="2835000" y="207900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65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3" name=""/>
          <p:cNvSpPr/>
          <p:nvPr/>
        </p:nvSpPr>
        <p:spPr>
          <a:xfrm>
            <a:off x="2837160" y="207900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8"/>
                </a:moveTo>
                <a:lnTo>
                  <a:pt x="459" y="0"/>
                </a:lnTo>
                <a:lnTo>
                  <a:pt x="459" y="1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4" name=""/>
          <p:cNvSpPr/>
          <p:nvPr/>
        </p:nvSpPr>
        <p:spPr>
          <a:xfrm>
            <a:off x="2839320" y="207936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53" y="0"/>
                </a:lnTo>
                <a:lnTo>
                  <a:pt x="7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5" name=""/>
          <p:cNvSpPr/>
          <p:nvPr/>
        </p:nvSpPr>
        <p:spPr>
          <a:xfrm>
            <a:off x="2841480" y="207936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7"/>
                </a:moveTo>
                <a:lnTo>
                  <a:pt x="447" y="0"/>
                </a:lnTo>
                <a:lnTo>
                  <a:pt x="447" y="1"/>
                </a:lnTo>
                <a:lnTo>
                  <a:pt x="7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6" name=""/>
          <p:cNvSpPr/>
          <p:nvPr/>
        </p:nvSpPr>
        <p:spPr>
          <a:xfrm>
            <a:off x="2844000" y="2079720"/>
            <a:ext cx="158400" cy="12960"/>
          </a:xfrm>
          <a:custGeom>
            <a:avLst/>
            <a:gdLst/>
            <a:ahLst/>
            <a:rect l="0" t="0" r="r" b="b"/>
            <a:pathLst>
              <a:path w="440" h="36">
                <a:moveTo>
                  <a:pt x="0" y="36"/>
                </a:moveTo>
                <a:lnTo>
                  <a:pt x="440" y="0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7" name=""/>
          <p:cNvSpPr/>
          <p:nvPr/>
        </p:nvSpPr>
        <p:spPr>
          <a:xfrm>
            <a:off x="2846160" y="207972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6"/>
                </a:moveTo>
                <a:lnTo>
                  <a:pt x="434" y="0"/>
                </a:lnTo>
                <a:lnTo>
                  <a:pt x="434" y="1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8" name=""/>
          <p:cNvSpPr/>
          <p:nvPr/>
        </p:nvSpPr>
        <p:spPr>
          <a:xfrm>
            <a:off x="2848320" y="208008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8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69" name=""/>
          <p:cNvSpPr/>
          <p:nvPr/>
        </p:nvSpPr>
        <p:spPr>
          <a:xfrm>
            <a:off x="2850480" y="208008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5"/>
                </a:moveTo>
                <a:lnTo>
                  <a:pt x="422" y="0"/>
                </a:lnTo>
                <a:lnTo>
                  <a:pt x="422" y="1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0" name=""/>
          <p:cNvSpPr/>
          <p:nvPr/>
        </p:nvSpPr>
        <p:spPr>
          <a:xfrm>
            <a:off x="2852640" y="208044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16" y="0"/>
                </a:lnTo>
                <a:lnTo>
                  <a:pt x="7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1" name=""/>
          <p:cNvSpPr/>
          <p:nvPr/>
        </p:nvSpPr>
        <p:spPr>
          <a:xfrm>
            <a:off x="2855160" y="208044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4"/>
                </a:moveTo>
                <a:lnTo>
                  <a:pt x="409" y="0"/>
                </a:lnTo>
                <a:lnTo>
                  <a:pt x="409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2" name=""/>
          <p:cNvSpPr/>
          <p:nvPr/>
        </p:nvSpPr>
        <p:spPr>
          <a:xfrm>
            <a:off x="2857320" y="2080800"/>
            <a:ext cx="145080" cy="11880"/>
          </a:xfrm>
          <a:custGeom>
            <a:avLst/>
            <a:gdLst/>
            <a:ahLst/>
            <a:rect l="0" t="0" r="r" b="b"/>
            <a:pathLst>
              <a:path w="403" h="33">
                <a:moveTo>
                  <a:pt x="0" y="33"/>
                </a:moveTo>
                <a:lnTo>
                  <a:pt x="403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3" name=""/>
          <p:cNvSpPr/>
          <p:nvPr/>
        </p:nvSpPr>
        <p:spPr>
          <a:xfrm>
            <a:off x="2859480" y="208080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3"/>
                </a:moveTo>
                <a:lnTo>
                  <a:pt x="397" y="0"/>
                </a:lnTo>
                <a:lnTo>
                  <a:pt x="397" y="1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4" name=""/>
          <p:cNvSpPr/>
          <p:nvPr/>
        </p:nvSpPr>
        <p:spPr>
          <a:xfrm>
            <a:off x="2861640" y="208116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91" y="0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5" name=""/>
          <p:cNvSpPr/>
          <p:nvPr/>
        </p:nvSpPr>
        <p:spPr>
          <a:xfrm>
            <a:off x="2863800" y="208116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2"/>
                </a:moveTo>
                <a:lnTo>
                  <a:pt x="385" y="0"/>
                </a:lnTo>
                <a:lnTo>
                  <a:pt x="385" y="1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6" name=""/>
          <p:cNvSpPr/>
          <p:nvPr/>
        </p:nvSpPr>
        <p:spPr>
          <a:xfrm>
            <a:off x="2865960" y="2081520"/>
            <a:ext cx="136440" cy="11160"/>
          </a:xfrm>
          <a:custGeom>
            <a:avLst/>
            <a:gdLst/>
            <a:ahLst/>
            <a:rect l="0" t="0" r="r" b="b"/>
            <a:pathLst>
              <a:path w="379" h="31">
                <a:moveTo>
                  <a:pt x="0" y="31"/>
                </a:moveTo>
                <a:lnTo>
                  <a:pt x="379" y="0"/>
                </a:lnTo>
                <a:lnTo>
                  <a:pt x="7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7" name=""/>
          <p:cNvSpPr/>
          <p:nvPr/>
        </p:nvSpPr>
        <p:spPr>
          <a:xfrm>
            <a:off x="2868480" y="208152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1"/>
                </a:moveTo>
                <a:lnTo>
                  <a:pt x="372" y="0"/>
                </a:lnTo>
                <a:lnTo>
                  <a:pt x="372" y="1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8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8" name=""/>
          <p:cNvSpPr/>
          <p:nvPr/>
        </p:nvSpPr>
        <p:spPr>
          <a:xfrm>
            <a:off x="2870640" y="2081880"/>
            <a:ext cx="131760" cy="10800"/>
          </a:xfrm>
          <a:custGeom>
            <a:avLst/>
            <a:gdLst/>
            <a:ahLst/>
            <a:rect l="0" t="0" r="r" b="b"/>
            <a:pathLst>
              <a:path w="366" h="30">
                <a:moveTo>
                  <a:pt x="0" y="30"/>
                </a:moveTo>
                <a:lnTo>
                  <a:pt x="366" y="0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9" name=""/>
          <p:cNvSpPr/>
          <p:nvPr/>
        </p:nvSpPr>
        <p:spPr>
          <a:xfrm>
            <a:off x="2872800" y="208188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60" y="0"/>
                </a:lnTo>
                <a:lnTo>
                  <a:pt x="360" y="1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0" name=""/>
          <p:cNvSpPr/>
          <p:nvPr/>
        </p:nvSpPr>
        <p:spPr>
          <a:xfrm>
            <a:off x="2874960" y="208224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54" y="0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1" name=""/>
          <p:cNvSpPr/>
          <p:nvPr/>
        </p:nvSpPr>
        <p:spPr>
          <a:xfrm>
            <a:off x="2877120" y="2082240"/>
            <a:ext cx="125280" cy="10440"/>
          </a:xfrm>
          <a:custGeom>
            <a:avLst/>
            <a:gdLst/>
            <a:ahLst/>
            <a:rect l="0" t="0" r="r" b="b"/>
            <a:pathLst>
              <a:path w="348" h="29">
                <a:moveTo>
                  <a:pt x="0" y="29"/>
                </a:moveTo>
                <a:lnTo>
                  <a:pt x="348" y="0"/>
                </a:lnTo>
                <a:lnTo>
                  <a:pt x="348" y="1"/>
                </a:lnTo>
                <a:lnTo>
                  <a:pt x="7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1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2" name=""/>
          <p:cNvSpPr/>
          <p:nvPr/>
        </p:nvSpPr>
        <p:spPr>
          <a:xfrm>
            <a:off x="2879640" y="208260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41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3" name=""/>
          <p:cNvSpPr/>
          <p:nvPr/>
        </p:nvSpPr>
        <p:spPr>
          <a:xfrm>
            <a:off x="2881800" y="208260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335" y="1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4" name=""/>
          <p:cNvSpPr/>
          <p:nvPr/>
        </p:nvSpPr>
        <p:spPr>
          <a:xfrm>
            <a:off x="2883960" y="2082960"/>
            <a:ext cx="118440" cy="9720"/>
          </a:xfrm>
          <a:custGeom>
            <a:avLst/>
            <a:gdLst/>
            <a:ahLst/>
            <a:rect l="0" t="0" r="r" b="b"/>
            <a:pathLst>
              <a:path w="329" h="27">
                <a:moveTo>
                  <a:pt x="0" y="27"/>
                </a:moveTo>
                <a:lnTo>
                  <a:pt x="329" y="0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5" name=""/>
          <p:cNvSpPr/>
          <p:nvPr/>
        </p:nvSpPr>
        <p:spPr>
          <a:xfrm>
            <a:off x="2886120" y="208296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7"/>
                </a:moveTo>
                <a:lnTo>
                  <a:pt x="323" y="0"/>
                </a:lnTo>
                <a:lnTo>
                  <a:pt x="323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6" name=""/>
          <p:cNvSpPr/>
          <p:nvPr/>
        </p:nvSpPr>
        <p:spPr>
          <a:xfrm>
            <a:off x="2888280" y="2083320"/>
            <a:ext cx="114120" cy="9360"/>
          </a:xfrm>
          <a:custGeom>
            <a:avLst/>
            <a:gdLst/>
            <a:ahLst/>
            <a:rect l="0" t="0" r="r" b="b"/>
            <a:pathLst>
              <a:path w="317" h="26">
                <a:moveTo>
                  <a:pt x="0" y="26"/>
                </a:moveTo>
                <a:lnTo>
                  <a:pt x="317" y="0"/>
                </a:lnTo>
                <a:lnTo>
                  <a:pt x="7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7" name=""/>
          <p:cNvSpPr/>
          <p:nvPr/>
        </p:nvSpPr>
        <p:spPr>
          <a:xfrm>
            <a:off x="2890800" y="208332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10" y="0"/>
                </a:lnTo>
                <a:lnTo>
                  <a:pt x="310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8" name=""/>
          <p:cNvSpPr/>
          <p:nvPr/>
        </p:nvSpPr>
        <p:spPr>
          <a:xfrm>
            <a:off x="2892960" y="208368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304" y="0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" name=""/>
          <p:cNvSpPr/>
          <p:nvPr/>
        </p:nvSpPr>
        <p:spPr>
          <a:xfrm>
            <a:off x="2895120" y="208368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5"/>
                </a:moveTo>
                <a:lnTo>
                  <a:pt x="298" y="0"/>
                </a:lnTo>
                <a:lnTo>
                  <a:pt x="298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" name=""/>
          <p:cNvSpPr/>
          <p:nvPr/>
        </p:nvSpPr>
        <p:spPr>
          <a:xfrm>
            <a:off x="2897280" y="2084040"/>
            <a:ext cx="105120" cy="8640"/>
          </a:xfrm>
          <a:custGeom>
            <a:avLst/>
            <a:gdLst/>
            <a:ahLst/>
            <a:rect l="0" t="0" r="r" b="b"/>
            <a:pathLst>
              <a:path w="292" h="24">
                <a:moveTo>
                  <a:pt x="0" y="24"/>
                </a:moveTo>
                <a:lnTo>
                  <a:pt x="292" y="0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1" name=""/>
          <p:cNvSpPr/>
          <p:nvPr/>
        </p:nvSpPr>
        <p:spPr>
          <a:xfrm>
            <a:off x="2899440" y="208404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4"/>
                </a:moveTo>
                <a:lnTo>
                  <a:pt x="286" y="0"/>
                </a:lnTo>
                <a:lnTo>
                  <a:pt x="286" y="1"/>
                </a:lnTo>
                <a:lnTo>
                  <a:pt x="7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" name=""/>
          <p:cNvSpPr/>
          <p:nvPr/>
        </p:nvSpPr>
        <p:spPr>
          <a:xfrm>
            <a:off x="2901960" y="2084400"/>
            <a:ext cx="100440" cy="8280"/>
          </a:xfrm>
          <a:custGeom>
            <a:avLst/>
            <a:gdLst/>
            <a:ahLst/>
            <a:rect l="0" t="0" r="r" b="b"/>
            <a:pathLst>
              <a:path w="279" h="23">
                <a:moveTo>
                  <a:pt x="0" y="23"/>
                </a:moveTo>
                <a:lnTo>
                  <a:pt x="279" y="0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3" name=""/>
          <p:cNvSpPr/>
          <p:nvPr/>
        </p:nvSpPr>
        <p:spPr>
          <a:xfrm>
            <a:off x="2904120" y="208440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73" y="0"/>
                </a:lnTo>
                <a:lnTo>
                  <a:pt x="273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4" name=""/>
          <p:cNvSpPr/>
          <p:nvPr/>
        </p:nvSpPr>
        <p:spPr>
          <a:xfrm>
            <a:off x="2906280" y="2084760"/>
            <a:ext cx="96120" cy="7920"/>
          </a:xfrm>
          <a:custGeom>
            <a:avLst/>
            <a:gdLst/>
            <a:ahLst/>
            <a:rect l="0" t="0" r="r" b="b"/>
            <a:pathLst>
              <a:path w="267" h="22">
                <a:moveTo>
                  <a:pt x="0" y="22"/>
                </a:moveTo>
                <a:lnTo>
                  <a:pt x="267" y="0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d0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5" name=""/>
          <p:cNvSpPr/>
          <p:nvPr/>
        </p:nvSpPr>
        <p:spPr>
          <a:xfrm>
            <a:off x="2908440" y="208476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2"/>
                </a:moveTo>
                <a:lnTo>
                  <a:pt x="261" y="0"/>
                </a:lnTo>
                <a:lnTo>
                  <a:pt x="261" y="1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6" name=""/>
          <p:cNvSpPr/>
          <p:nvPr/>
        </p:nvSpPr>
        <p:spPr>
          <a:xfrm>
            <a:off x="2910600" y="2085120"/>
            <a:ext cx="91800" cy="7560"/>
          </a:xfrm>
          <a:custGeom>
            <a:avLst/>
            <a:gdLst/>
            <a:ahLst/>
            <a:rect l="0" t="0" r="r" b="b"/>
            <a:pathLst>
              <a:path w="255" h="21">
                <a:moveTo>
                  <a:pt x="0" y="21"/>
                </a:moveTo>
                <a:lnTo>
                  <a:pt x="255" y="0"/>
                </a:lnTo>
                <a:lnTo>
                  <a:pt x="7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7" name=""/>
          <p:cNvSpPr/>
          <p:nvPr/>
        </p:nvSpPr>
        <p:spPr>
          <a:xfrm>
            <a:off x="2913120" y="208512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1"/>
                </a:moveTo>
                <a:lnTo>
                  <a:pt x="248" y="0"/>
                </a:lnTo>
                <a:lnTo>
                  <a:pt x="248" y="1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8" name=""/>
          <p:cNvSpPr/>
          <p:nvPr/>
        </p:nvSpPr>
        <p:spPr>
          <a:xfrm>
            <a:off x="2915280" y="2085480"/>
            <a:ext cx="87120" cy="7200"/>
          </a:xfrm>
          <a:custGeom>
            <a:avLst/>
            <a:gdLst/>
            <a:ahLst/>
            <a:rect l="0" t="0" r="r" b="b"/>
            <a:pathLst>
              <a:path w="242" h="20">
                <a:moveTo>
                  <a:pt x="0" y="20"/>
                </a:moveTo>
                <a:lnTo>
                  <a:pt x="242" y="0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9" name=""/>
          <p:cNvSpPr/>
          <p:nvPr/>
        </p:nvSpPr>
        <p:spPr>
          <a:xfrm>
            <a:off x="2917440" y="208548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6" y="0"/>
                </a:lnTo>
                <a:lnTo>
                  <a:pt x="236" y="1"/>
                </a:lnTo>
                <a:lnTo>
                  <a:pt x="7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0" name=""/>
          <p:cNvSpPr/>
          <p:nvPr/>
        </p:nvSpPr>
        <p:spPr>
          <a:xfrm>
            <a:off x="2919600" y="2085840"/>
            <a:ext cx="82800" cy="6840"/>
          </a:xfrm>
          <a:custGeom>
            <a:avLst/>
            <a:gdLst/>
            <a:ahLst/>
            <a:rect l="0" t="0" r="r" b="b"/>
            <a:pathLst>
              <a:path w="230" h="19">
                <a:moveTo>
                  <a:pt x="0" y="19"/>
                </a:moveTo>
                <a:lnTo>
                  <a:pt x="230" y="0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1" name=""/>
          <p:cNvSpPr/>
          <p:nvPr/>
        </p:nvSpPr>
        <p:spPr>
          <a:xfrm>
            <a:off x="2921760" y="208584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9"/>
                </a:moveTo>
                <a:lnTo>
                  <a:pt x="224" y="0"/>
                </a:lnTo>
                <a:lnTo>
                  <a:pt x="224" y="1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2" name=""/>
          <p:cNvSpPr/>
          <p:nvPr/>
        </p:nvSpPr>
        <p:spPr>
          <a:xfrm>
            <a:off x="2923920" y="2086200"/>
            <a:ext cx="78480" cy="6480"/>
          </a:xfrm>
          <a:custGeom>
            <a:avLst/>
            <a:gdLst/>
            <a:ahLst/>
            <a:rect l="0" t="0" r="r" b="b"/>
            <a:pathLst>
              <a:path w="218" h="18">
                <a:moveTo>
                  <a:pt x="0" y="18"/>
                </a:moveTo>
                <a:lnTo>
                  <a:pt x="218" y="0"/>
                </a:lnTo>
                <a:lnTo>
                  <a:pt x="7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3" name=""/>
          <p:cNvSpPr/>
          <p:nvPr/>
        </p:nvSpPr>
        <p:spPr>
          <a:xfrm>
            <a:off x="2926440" y="2086200"/>
            <a:ext cx="75960" cy="6480"/>
          </a:xfrm>
          <a:custGeom>
            <a:avLst/>
            <a:gdLst/>
            <a:ahLst/>
            <a:rect l="0" t="0" r="r" b="b"/>
            <a:pathLst>
              <a:path w="211" h="18">
                <a:moveTo>
                  <a:pt x="0" y="18"/>
                </a:moveTo>
                <a:lnTo>
                  <a:pt x="211" y="0"/>
                </a:lnTo>
                <a:lnTo>
                  <a:pt x="211" y="1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4" name=""/>
          <p:cNvSpPr/>
          <p:nvPr/>
        </p:nvSpPr>
        <p:spPr>
          <a:xfrm>
            <a:off x="2928600" y="2086560"/>
            <a:ext cx="73800" cy="6120"/>
          </a:xfrm>
          <a:custGeom>
            <a:avLst/>
            <a:gdLst/>
            <a:ahLst/>
            <a:rect l="0" t="0" r="r" b="b"/>
            <a:pathLst>
              <a:path w="205" h="17">
                <a:moveTo>
                  <a:pt x="0" y="17"/>
                </a:moveTo>
                <a:lnTo>
                  <a:pt x="205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5" name=""/>
          <p:cNvSpPr/>
          <p:nvPr/>
        </p:nvSpPr>
        <p:spPr>
          <a:xfrm>
            <a:off x="2930760" y="208656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7"/>
                </a:moveTo>
                <a:lnTo>
                  <a:pt x="199" y="0"/>
                </a:lnTo>
                <a:lnTo>
                  <a:pt x="199" y="1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6" name=""/>
          <p:cNvSpPr/>
          <p:nvPr/>
        </p:nvSpPr>
        <p:spPr>
          <a:xfrm>
            <a:off x="2932920" y="2086920"/>
            <a:ext cx="69480" cy="5760"/>
          </a:xfrm>
          <a:custGeom>
            <a:avLst/>
            <a:gdLst/>
            <a:ahLst/>
            <a:rect l="0" t="0" r="r" b="b"/>
            <a:pathLst>
              <a:path w="193" h="16">
                <a:moveTo>
                  <a:pt x="0" y="16"/>
                </a:moveTo>
                <a:lnTo>
                  <a:pt x="193" y="0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f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7" name=""/>
          <p:cNvSpPr/>
          <p:nvPr/>
        </p:nvSpPr>
        <p:spPr>
          <a:xfrm>
            <a:off x="2935080" y="2086920"/>
            <a:ext cx="67320" cy="5760"/>
          </a:xfrm>
          <a:custGeom>
            <a:avLst/>
            <a:gdLst/>
            <a:ahLst/>
            <a:rect l="0" t="0" r="r" b="b"/>
            <a:pathLst>
              <a:path w="187" h="16">
                <a:moveTo>
                  <a:pt x="0" y="16"/>
                </a:moveTo>
                <a:lnTo>
                  <a:pt x="187" y="0"/>
                </a:lnTo>
                <a:lnTo>
                  <a:pt x="187" y="1"/>
                </a:lnTo>
                <a:lnTo>
                  <a:pt x="7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8" name=""/>
          <p:cNvSpPr/>
          <p:nvPr/>
        </p:nvSpPr>
        <p:spPr>
          <a:xfrm>
            <a:off x="2937600" y="208728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80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9" name=""/>
          <p:cNvSpPr/>
          <p:nvPr/>
        </p:nvSpPr>
        <p:spPr>
          <a:xfrm>
            <a:off x="2939760" y="208728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74" y="0"/>
                </a:lnTo>
                <a:lnTo>
                  <a:pt x="174" y="1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" name=""/>
          <p:cNvSpPr/>
          <p:nvPr/>
        </p:nvSpPr>
        <p:spPr>
          <a:xfrm>
            <a:off x="2941920" y="2087640"/>
            <a:ext cx="60480" cy="5040"/>
          </a:xfrm>
          <a:custGeom>
            <a:avLst/>
            <a:gdLst/>
            <a:ahLst/>
            <a:rect l="0" t="0" r="r" b="b"/>
            <a:pathLst>
              <a:path w="168" h="14">
                <a:moveTo>
                  <a:pt x="0" y="14"/>
                </a:moveTo>
                <a:lnTo>
                  <a:pt x="168" y="0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1" name=""/>
          <p:cNvSpPr/>
          <p:nvPr/>
        </p:nvSpPr>
        <p:spPr>
          <a:xfrm>
            <a:off x="2944080" y="2087640"/>
            <a:ext cx="58320" cy="5040"/>
          </a:xfrm>
          <a:custGeom>
            <a:avLst/>
            <a:gdLst/>
            <a:ahLst/>
            <a:rect l="0" t="0" r="r" b="b"/>
            <a:pathLst>
              <a:path w="162" h="14">
                <a:moveTo>
                  <a:pt x="0" y="14"/>
                </a:moveTo>
                <a:lnTo>
                  <a:pt x="162" y="0"/>
                </a:lnTo>
                <a:lnTo>
                  <a:pt x="162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2" name=""/>
          <p:cNvSpPr/>
          <p:nvPr/>
        </p:nvSpPr>
        <p:spPr>
          <a:xfrm>
            <a:off x="2946240" y="2088000"/>
            <a:ext cx="56160" cy="4680"/>
          </a:xfrm>
          <a:custGeom>
            <a:avLst/>
            <a:gdLst/>
            <a:ahLst/>
            <a:rect l="0" t="0" r="r" b="b"/>
            <a:pathLst>
              <a:path w="156" h="13">
                <a:moveTo>
                  <a:pt x="0" y="13"/>
                </a:moveTo>
                <a:lnTo>
                  <a:pt x="156" y="0"/>
                </a:lnTo>
                <a:lnTo>
                  <a:pt x="7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3" name=""/>
          <p:cNvSpPr/>
          <p:nvPr/>
        </p:nvSpPr>
        <p:spPr>
          <a:xfrm>
            <a:off x="2948760" y="208800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3"/>
                </a:moveTo>
                <a:lnTo>
                  <a:pt x="149" y="0"/>
                </a:lnTo>
                <a:lnTo>
                  <a:pt x="149" y="1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" name=""/>
          <p:cNvSpPr/>
          <p:nvPr/>
        </p:nvSpPr>
        <p:spPr>
          <a:xfrm>
            <a:off x="2950920" y="2088360"/>
            <a:ext cx="51480" cy="4320"/>
          </a:xfrm>
          <a:custGeom>
            <a:avLst/>
            <a:gdLst/>
            <a:ahLst/>
            <a:rect l="0" t="0" r="r" b="b"/>
            <a:pathLst>
              <a:path w="143" h="12">
                <a:moveTo>
                  <a:pt x="0" y="12"/>
                </a:moveTo>
                <a:lnTo>
                  <a:pt x="143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" name=""/>
          <p:cNvSpPr/>
          <p:nvPr/>
        </p:nvSpPr>
        <p:spPr>
          <a:xfrm>
            <a:off x="2953080" y="2088360"/>
            <a:ext cx="49320" cy="4320"/>
          </a:xfrm>
          <a:custGeom>
            <a:avLst/>
            <a:gdLst/>
            <a:ahLst/>
            <a:rect l="0" t="0" r="r" b="b"/>
            <a:pathLst>
              <a:path w="137" h="12">
                <a:moveTo>
                  <a:pt x="0" y="12"/>
                </a:moveTo>
                <a:lnTo>
                  <a:pt x="137" y="0"/>
                </a:lnTo>
                <a:lnTo>
                  <a:pt x="137" y="1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6" name=""/>
          <p:cNvSpPr/>
          <p:nvPr/>
        </p:nvSpPr>
        <p:spPr>
          <a:xfrm>
            <a:off x="2955240" y="2088720"/>
            <a:ext cx="47160" cy="3960"/>
          </a:xfrm>
          <a:custGeom>
            <a:avLst/>
            <a:gdLst/>
            <a:ahLst/>
            <a:rect l="0" t="0" r="r" b="b"/>
            <a:pathLst>
              <a:path w="131" h="11">
                <a:moveTo>
                  <a:pt x="0" y="11"/>
                </a:moveTo>
                <a:lnTo>
                  <a:pt x="131" y="0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7" name=""/>
          <p:cNvSpPr/>
          <p:nvPr/>
        </p:nvSpPr>
        <p:spPr>
          <a:xfrm>
            <a:off x="2957400" y="2088720"/>
            <a:ext cx="45000" cy="3960"/>
          </a:xfrm>
          <a:custGeom>
            <a:avLst/>
            <a:gdLst/>
            <a:ahLst/>
            <a:rect l="0" t="0" r="r" b="b"/>
            <a:pathLst>
              <a:path w="125" h="11">
                <a:moveTo>
                  <a:pt x="0" y="11"/>
                </a:moveTo>
                <a:lnTo>
                  <a:pt x="125" y="0"/>
                </a:lnTo>
                <a:lnTo>
                  <a:pt x="125" y="1"/>
                </a:lnTo>
                <a:lnTo>
                  <a:pt x="7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8" name=""/>
          <p:cNvSpPr/>
          <p:nvPr/>
        </p:nvSpPr>
        <p:spPr>
          <a:xfrm>
            <a:off x="2959920" y="2089080"/>
            <a:ext cx="42480" cy="3600"/>
          </a:xfrm>
          <a:custGeom>
            <a:avLst/>
            <a:gdLst/>
            <a:ahLst/>
            <a:rect l="0" t="0" r="r" b="b"/>
            <a:pathLst>
              <a:path w="118" h="10">
                <a:moveTo>
                  <a:pt x="0" y="10"/>
                </a:moveTo>
                <a:lnTo>
                  <a:pt x="118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9" name=""/>
          <p:cNvSpPr/>
          <p:nvPr/>
        </p:nvSpPr>
        <p:spPr>
          <a:xfrm>
            <a:off x="2962080" y="2089080"/>
            <a:ext cx="40320" cy="3960"/>
          </a:xfrm>
          <a:custGeom>
            <a:avLst/>
            <a:gdLst/>
            <a:ahLst/>
            <a:rect l="0" t="0" r="r" b="b"/>
            <a:pathLst>
              <a:path w="112" h="11">
                <a:moveTo>
                  <a:pt x="0" y="11"/>
                </a:moveTo>
                <a:lnTo>
                  <a:pt x="112" y="0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0" name=""/>
          <p:cNvSpPr/>
          <p:nvPr/>
        </p:nvSpPr>
        <p:spPr>
          <a:xfrm>
            <a:off x="2964240" y="2089080"/>
            <a:ext cx="38160" cy="3960"/>
          </a:xfrm>
          <a:custGeom>
            <a:avLst/>
            <a:gdLst/>
            <a:ahLst/>
            <a:rect l="0" t="0" r="r" b="b"/>
            <a:pathLst>
              <a:path w="106" h="11">
                <a:moveTo>
                  <a:pt x="0" y="11"/>
                </a:moveTo>
                <a:lnTo>
                  <a:pt x="106" y="0"/>
                </a:lnTo>
                <a:lnTo>
                  <a:pt x="106" y="2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1" name=""/>
          <p:cNvSpPr/>
          <p:nvPr/>
        </p:nvSpPr>
        <p:spPr>
          <a:xfrm>
            <a:off x="2966400" y="208944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9"/>
                </a:moveTo>
                <a:lnTo>
                  <a:pt x="100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2" name=""/>
          <p:cNvSpPr/>
          <p:nvPr/>
        </p:nvSpPr>
        <p:spPr>
          <a:xfrm>
            <a:off x="2968560" y="2089440"/>
            <a:ext cx="33840" cy="3240"/>
          </a:xfrm>
          <a:custGeom>
            <a:avLst/>
            <a:gdLst/>
            <a:ahLst/>
            <a:rect l="0" t="0" r="r" b="b"/>
            <a:pathLst>
              <a:path w="94" h="9">
                <a:moveTo>
                  <a:pt x="0" y="9"/>
                </a:moveTo>
                <a:lnTo>
                  <a:pt x="94" y="0"/>
                </a:lnTo>
                <a:lnTo>
                  <a:pt x="94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3" name=""/>
          <p:cNvSpPr/>
          <p:nvPr/>
        </p:nvSpPr>
        <p:spPr>
          <a:xfrm>
            <a:off x="2970720" y="2089800"/>
            <a:ext cx="31680" cy="2880"/>
          </a:xfrm>
          <a:custGeom>
            <a:avLst/>
            <a:gdLst/>
            <a:ahLst/>
            <a:rect l="0" t="0" r="r" b="b"/>
            <a:pathLst>
              <a:path w="88" h="8">
                <a:moveTo>
                  <a:pt x="0" y="8"/>
                </a:moveTo>
                <a:lnTo>
                  <a:pt x="88" y="0"/>
                </a:lnTo>
                <a:lnTo>
                  <a:pt x="7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4" name=""/>
          <p:cNvSpPr/>
          <p:nvPr/>
        </p:nvSpPr>
        <p:spPr>
          <a:xfrm>
            <a:off x="2973240" y="2089800"/>
            <a:ext cx="29160" cy="2880"/>
          </a:xfrm>
          <a:custGeom>
            <a:avLst/>
            <a:gdLst/>
            <a:ahLst/>
            <a:rect l="0" t="0" r="r" b="b"/>
            <a:pathLst>
              <a:path w="81" h="8">
                <a:moveTo>
                  <a:pt x="0" y="8"/>
                </a:moveTo>
                <a:lnTo>
                  <a:pt x="81" y="0"/>
                </a:lnTo>
                <a:lnTo>
                  <a:pt x="81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5" name=""/>
          <p:cNvSpPr/>
          <p:nvPr/>
        </p:nvSpPr>
        <p:spPr>
          <a:xfrm>
            <a:off x="2975400" y="209016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7"/>
                </a:moveTo>
                <a:lnTo>
                  <a:pt x="75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6" name=""/>
          <p:cNvSpPr/>
          <p:nvPr/>
        </p:nvSpPr>
        <p:spPr>
          <a:xfrm>
            <a:off x="2977560" y="2090160"/>
            <a:ext cx="24840" cy="2520"/>
          </a:xfrm>
          <a:custGeom>
            <a:avLst/>
            <a:gdLst/>
            <a:ahLst/>
            <a:rect l="0" t="0" r="r" b="b"/>
            <a:pathLst>
              <a:path w="69" h="7">
                <a:moveTo>
                  <a:pt x="0" y="7"/>
                </a:moveTo>
                <a:lnTo>
                  <a:pt x="69" y="0"/>
                </a:lnTo>
                <a:lnTo>
                  <a:pt x="69" y="1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7" name=""/>
          <p:cNvSpPr/>
          <p:nvPr/>
        </p:nvSpPr>
        <p:spPr>
          <a:xfrm>
            <a:off x="2979720" y="2090520"/>
            <a:ext cx="22680" cy="2160"/>
          </a:xfrm>
          <a:custGeom>
            <a:avLst/>
            <a:gdLst/>
            <a:ahLst/>
            <a:rect l="0" t="0" r="r" b="b"/>
            <a:pathLst>
              <a:path w="63" h="6">
                <a:moveTo>
                  <a:pt x="0" y="6"/>
                </a:moveTo>
                <a:lnTo>
                  <a:pt x="63" y="0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8" name=""/>
          <p:cNvSpPr/>
          <p:nvPr/>
        </p:nvSpPr>
        <p:spPr>
          <a:xfrm>
            <a:off x="2981880" y="2090520"/>
            <a:ext cx="20520" cy="2160"/>
          </a:xfrm>
          <a:custGeom>
            <a:avLst/>
            <a:gdLst/>
            <a:ahLst/>
            <a:rect l="0" t="0" r="r" b="b"/>
            <a:pathLst>
              <a:path w="57" h="6">
                <a:moveTo>
                  <a:pt x="0" y="6"/>
                </a:moveTo>
                <a:lnTo>
                  <a:pt x="57" y="0"/>
                </a:lnTo>
                <a:lnTo>
                  <a:pt x="57" y="1"/>
                </a:lnTo>
                <a:lnTo>
                  <a:pt x="7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9" name=""/>
          <p:cNvSpPr/>
          <p:nvPr/>
        </p:nvSpPr>
        <p:spPr>
          <a:xfrm>
            <a:off x="2984400" y="2090880"/>
            <a:ext cx="18000" cy="1800"/>
          </a:xfrm>
          <a:custGeom>
            <a:avLst/>
            <a:gdLst/>
            <a:ahLst/>
            <a:rect l="0" t="0" r="r" b="b"/>
            <a:pathLst>
              <a:path w="50" h="5">
                <a:moveTo>
                  <a:pt x="0" y="5"/>
                </a:moveTo>
                <a:lnTo>
                  <a:pt x="50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0" name=""/>
          <p:cNvSpPr/>
          <p:nvPr/>
        </p:nvSpPr>
        <p:spPr>
          <a:xfrm>
            <a:off x="2986560" y="2090880"/>
            <a:ext cx="15840" cy="1800"/>
          </a:xfrm>
          <a:custGeom>
            <a:avLst/>
            <a:gdLst/>
            <a:ahLst/>
            <a:rect l="0" t="0" r="r" b="b"/>
            <a:pathLst>
              <a:path w="44" h="5">
                <a:moveTo>
                  <a:pt x="0" y="5"/>
                </a:moveTo>
                <a:lnTo>
                  <a:pt x="44" y="0"/>
                </a:lnTo>
                <a:lnTo>
                  <a:pt x="44" y="1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1" name=""/>
          <p:cNvSpPr/>
          <p:nvPr/>
        </p:nvSpPr>
        <p:spPr>
          <a:xfrm>
            <a:off x="2988720" y="2091240"/>
            <a:ext cx="13680" cy="1440"/>
          </a:xfrm>
          <a:custGeom>
            <a:avLst/>
            <a:gdLst/>
            <a:ahLst/>
            <a:rect l="0" t="0" r="r" b="b"/>
            <a:pathLst>
              <a:path w="38" h="4">
                <a:moveTo>
                  <a:pt x="0" y="4"/>
                </a:moveTo>
                <a:lnTo>
                  <a:pt x="38" y="0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2" name=""/>
          <p:cNvSpPr/>
          <p:nvPr/>
        </p:nvSpPr>
        <p:spPr>
          <a:xfrm>
            <a:off x="2990880" y="2091240"/>
            <a:ext cx="11520" cy="1440"/>
          </a:xfrm>
          <a:custGeom>
            <a:avLst/>
            <a:gdLst/>
            <a:ahLst/>
            <a:rect l="0" t="0" r="r" b="b"/>
            <a:pathLst>
              <a:path w="32" h="4">
                <a:moveTo>
                  <a:pt x="0" y="4"/>
                </a:moveTo>
                <a:lnTo>
                  <a:pt x="32" y="0"/>
                </a:lnTo>
                <a:lnTo>
                  <a:pt x="32" y="1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3" name=""/>
          <p:cNvSpPr/>
          <p:nvPr/>
        </p:nvSpPr>
        <p:spPr>
          <a:xfrm>
            <a:off x="2993040" y="209160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4"/>
                </a:moveTo>
                <a:lnTo>
                  <a:pt x="26" y="0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4" name=""/>
          <p:cNvSpPr/>
          <p:nvPr/>
        </p:nvSpPr>
        <p:spPr>
          <a:xfrm>
            <a:off x="2995560" y="2091600"/>
            <a:ext cx="6840" cy="1440"/>
          </a:xfrm>
          <a:custGeom>
            <a:avLst/>
            <a:gdLst/>
            <a:ahLst/>
            <a:rect l="0" t="0" r="r" b="b"/>
            <a:pathLst>
              <a:path w="19" h="4">
                <a:moveTo>
                  <a:pt x="0" y="4"/>
                </a:moveTo>
                <a:lnTo>
                  <a:pt x="19" y="0"/>
                </a:lnTo>
                <a:lnTo>
                  <a:pt x="19" y="2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5" name=""/>
          <p:cNvSpPr/>
          <p:nvPr/>
        </p:nvSpPr>
        <p:spPr>
          <a:xfrm>
            <a:off x="2997720" y="2091960"/>
            <a:ext cx="4320" cy="360"/>
          </a:xfrm>
          <a:custGeom>
            <a:avLst/>
            <a:gdLst/>
            <a:ahLst/>
            <a:rect l="0" t="0" r="r" b="b"/>
            <a:pathLst>
              <a:path w="12" h="1">
                <a:moveTo>
                  <a:pt x="0" y="1"/>
                </a:moveTo>
                <a:lnTo>
                  <a:pt x="12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6" name=""/>
          <p:cNvSpPr/>
          <p:nvPr/>
        </p:nvSpPr>
        <p:spPr>
          <a:xfrm>
            <a:off x="2999880" y="2091960"/>
            <a:ext cx="2160" cy="360"/>
          </a:xfrm>
          <a:custGeom>
            <a:avLst/>
            <a:gdLst/>
            <a:ahLst/>
            <a:rect l="0" t="0" r="r" b="b"/>
            <a:pathLst>
              <a:path w="6" h="1">
                <a:moveTo>
                  <a:pt x="0" y="1"/>
                </a:moveTo>
                <a:lnTo>
                  <a:pt x="6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7" name=""/>
          <p:cNvSpPr/>
          <p:nvPr/>
        </p:nvSpPr>
        <p:spPr>
          <a:xfrm>
            <a:off x="2718720" y="2069280"/>
            <a:ext cx="283680" cy="23400"/>
          </a:xfrm>
          <a:custGeom>
            <a:avLst/>
            <a:gdLst/>
            <a:ahLst/>
            <a:rect l="0" t="0" r="r" b="b"/>
            <a:pathLst>
              <a:path w="788" h="65">
                <a:moveTo>
                  <a:pt x="0" y="65"/>
                </a:moveTo>
                <a:lnTo>
                  <a:pt x="788" y="65"/>
                </a:lnTo>
                <a:lnTo>
                  <a:pt x="788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8" name=""/>
          <p:cNvSpPr/>
          <p:nvPr/>
        </p:nvSpPr>
        <p:spPr>
          <a:xfrm>
            <a:off x="2746080" y="2092320"/>
            <a:ext cx="7920" cy="1440"/>
          </a:xfrm>
          <a:custGeom>
            <a:avLst/>
            <a:gdLst/>
            <a:ahLst/>
            <a:rect l="0" t="0" r="r" b="b"/>
            <a:pathLst>
              <a:path w="22" h="4">
                <a:moveTo>
                  <a:pt x="0" y="0"/>
                </a:moveTo>
                <a:lnTo>
                  <a:pt x="22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" name=""/>
          <p:cNvSpPr/>
          <p:nvPr/>
        </p:nvSpPr>
        <p:spPr>
          <a:xfrm>
            <a:off x="2746080" y="2092320"/>
            <a:ext cx="10800" cy="1800"/>
          </a:xfrm>
          <a:custGeom>
            <a:avLst/>
            <a:gdLst/>
            <a:ahLst/>
            <a:rect l="0" t="0" r="r" b="b"/>
            <a:pathLst>
              <a:path w="30" h="5">
                <a:moveTo>
                  <a:pt x="0" y="3"/>
                </a:moveTo>
                <a:lnTo>
                  <a:pt x="21" y="0"/>
                </a:lnTo>
                <a:lnTo>
                  <a:pt x="30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0" name=""/>
          <p:cNvSpPr/>
          <p:nvPr/>
        </p:nvSpPr>
        <p:spPr>
          <a:xfrm>
            <a:off x="2746080" y="2092320"/>
            <a:ext cx="14400" cy="2160"/>
          </a:xfrm>
          <a:custGeom>
            <a:avLst/>
            <a:gdLst/>
            <a:ahLst/>
            <a:rect l="0" t="0" r="r" b="b"/>
            <a:pathLst>
              <a:path w="40" h="6">
                <a:moveTo>
                  <a:pt x="0" y="4"/>
                </a:moveTo>
                <a:lnTo>
                  <a:pt x="29" y="0"/>
                </a:lnTo>
                <a:lnTo>
                  <a:pt x="40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1" name=""/>
          <p:cNvSpPr/>
          <p:nvPr/>
        </p:nvSpPr>
        <p:spPr>
          <a:xfrm>
            <a:off x="2746080" y="209232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5"/>
                </a:moveTo>
                <a:lnTo>
                  <a:pt x="39" y="0"/>
                </a:lnTo>
                <a:lnTo>
                  <a:pt x="50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2" name=""/>
          <p:cNvSpPr/>
          <p:nvPr/>
        </p:nvSpPr>
        <p:spPr>
          <a:xfrm>
            <a:off x="2746080" y="2092320"/>
            <a:ext cx="21600" cy="2880"/>
          </a:xfrm>
          <a:custGeom>
            <a:avLst/>
            <a:gdLst/>
            <a:ahLst/>
            <a:rect l="0" t="0" r="r" b="b"/>
            <a:pathLst>
              <a:path w="60" h="8">
                <a:moveTo>
                  <a:pt x="0" y="6"/>
                </a:moveTo>
                <a:lnTo>
                  <a:pt x="50" y="0"/>
                </a:lnTo>
                <a:lnTo>
                  <a:pt x="60" y="0"/>
                </a:lnTo>
                <a:lnTo>
                  <a:pt x="0" y="8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" name=""/>
          <p:cNvSpPr/>
          <p:nvPr/>
        </p:nvSpPr>
        <p:spPr>
          <a:xfrm>
            <a:off x="2746080" y="209232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7"/>
                </a:moveTo>
                <a:lnTo>
                  <a:pt x="60" y="0"/>
                </a:lnTo>
                <a:lnTo>
                  <a:pt x="70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4" name=""/>
          <p:cNvSpPr/>
          <p:nvPr/>
        </p:nvSpPr>
        <p:spPr>
          <a:xfrm>
            <a:off x="2746080" y="2092320"/>
            <a:ext cx="28800" cy="3240"/>
          </a:xfrm>
          <a:custGeom>
            <a:avLst/>
            <a:gdLst/>
            <a:ahLst/>
            <a:rect l="0" t="0" r="r" b="b"/>
            <a:pathLst>
              <a:path w="80" h="9">
                <a:moveTo>
                  <a:pt x="0" y="8"/>
                </a:moveTo>
                <a:lnTo>
                  <a:pt x="70" y="0"/>
                </a:lnTo>
                <a:lnTo>
                  <a:pt x="80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5" name=""/>
          <p:cNvSpPr/>
          <p:nvPr/>
        </p:nvSpPr>
        <p:spPr>
          <a:xfrm>
            <a:off x="2746080" y="209232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9"/>
                </a:moveTo>
                <a:lnTo>
                  <a:pt x="80" y="0"/>
                </a:lnTo>
                <a:lnTo>
                  <a:pt x="99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" name=""/>
          <p:cNvSpPr/>
          <p:nvPr/>
        </p:nvSpPr>
        <p:spPr>
          <a:xfrm>
            <a:off x="2746080" y="209232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99" y="0"/>
                </a:lnTo>
                <a:lnTo>
                  <a:pt x="104" y="0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7" name=""/>
          <p:cNvSpPr/>
          <p:nvPr/>
        </p:nvSpPr>
        <p:spPr>
          <a:xfrm>
            <a:off x="2746080" y="2092320"/>
            <a:ext cx="39240" cy="4320"/>
          </a:xfrm>
          <a:custGeom>
            <a:avLst/>
            <a:gdLst/>
            <a:ahLst/>
            <a:rect l="0" t="0" r="r" b="b"/>
            <a:pathLst>
              <a:path w="109" h="12">
                <a:moveTo>
                  <a:pt x="0" y="11"/>
                </a:moveTo>
                <a:lnTo>
                  <a:pt x="104" y="0"/>
                </a:lnTo>
                <a:lnTo>
                  <a:pt x="109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8" name=""/>
          <p:cNvSpPr/>
          <p:nvPr/>
        </p:nvSpPr>
        <p:spPr>
          <a:xfrm>
            <a:off x="2746080" y="209232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2"/>
                </a:moveTo>
                <a:lnTo>
                  <a:pt x="109" y="0"/>
                </a:lnTo>
                <a:lnTo>
                  <a:pt x="119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9" name=""/>
          <p:cNvSpPr/>
          <p:nvPr/>
        </p:nvSpPr>
        <p:spPr>
          <a:xfrm>
            <a:off x="2746080" y="2092320"/>
            <a:ext cx="46440" cy="5040"/>
          </a:xfrm>
          <a:custGeom>
            <a:avLst/>
            <a:gdLst/>
            <a:ahLst/>
            <a:rect l="0" t="0" r="r" b="b"/>
            <a:pathLst>
              <a:path w="129" h="14">
                <a:moveTo>
                  <a:pt x="0" y="13"/>
                </a:moveTo>
                <a:lnTo>
                  <a:pt x="119" y="0"/>
                </a:lnTo>
                <a:lnTo>
                  <a:pt x="129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0" name=""/>
          <p:cNvSpPr/>
          <p:nvPr/>
        </p:nvSpPr>
        <p:spPr>
          <a:xfrm>
            <a:off x="2746080" y="2092320"/>
            <a:ext cx="48240" cy="5040"/>
          </a:xfrm>
          <a:custGeom>
            <a:avLst/>
            <a:gdLst/>
            <a:ahLst/>
            <a:rect l="0" t="0" r="r" b="b"/>
            <a:pathLst>
              <a:path w="134" h="14">
                <a:moveTo>
                  <a:pt x="0" y="14"/>
                </a:moveTo>
                <a:lnTo>
                  <a:pt x="129" y="0"/>
                </a:lnTo>
                <a:lnTo>
                  <a:pt x="134" y="0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1" name=""/>
          <p:cNvSpPr/>
          <p:nvPr/>
        </p:nvSpPr>
        <p:spPr>
          <a:xfrm>
            <a:off x="2746080" y="2092320"/>
            <a:ext cx="50040" cy="5400"/>
          </a:xfrm>
          <a:custGeom>
            <a:avLst/>
            <a:gdLst/>
            <a:ahLst/>
            <a:rect l="0" t="0" r="r" b="b"/>
            <a:pathLst>
              <a:path w="139" h="15">
                <a:moveTo>
                  <a:pt x="0" y="14"/>
                </a:moveTo>
                <a:lnTo>
                  <a:pt x="134" y="0"/>
                </a:lnTo>
                <a:lnTo>
                  <a:pt x="139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2" name=""/>
          <p:cNvSpPr/>
          <p:nvPr/>
        </p:nvSpPr>
        <p:spPr>
          <a:xfrm>
            <a:off x="2746080" y="2092320"/>
            <a:ext cx="53640" cy="5760"/>
          </a:xfrm>
          <a:custGeom>
            <a:avLst/>
            <a:gdLst/>
            <a:ahLst/>
            <a:rect l="0" t="0" r="r" b="b"/>
            <a:pathLst>
              <a:path w="149" h="16">
                <a:moveTo>
                  <a:pt x="0" y="15"/>
                </a:moveTo>
                <a:lnTo>
                  <a:pt x="139" y="0"/>
                </a:lnTo>
                <a:lnTo>
                  <a:pt x="149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3" name=""/>
          <p:cNvSpPr/>
          <p:nvPr/>
        </p:nvSpPr>
        <p:spPr>
          <a:xfrm>
            <a:off x="2746080" y="209232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49" y="0"/>
                </a:lnTo>
                <a:lnTo>
                  <a:pt x="153" y="0"/>
                </a:lnTo>
                <a:lnTo>
                  <a:pt x="0" y="16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" name=""/>
          <p:cNvSpPr/>
          <p:nvPr/>
        </p:nvSpPr>
        <p:spPr>
          <a:xfrm>
            <a:off x="2746080" y="2092320"/>
            <a:ext cx="56880" cy="6480"/>
          </a:xfrm>
          <a:custGeom>
            <a:avLst/>
            <a:gdLst/>
            <a:ahLst/>
            <a:rect l="0" t="0" r="r" b="b"/>
            <a:pathLst>
              <a:path w="158" h="18">
                <a:moveTo>
                  <a:pt x="0" y="16"/>
                </a:moveTo>
                <a:lnTo>
                  <a:pt x="153" y="0"/>
                </a:lnTo>
                <a:lnTo>
                  <a:pt x="158" y="0"/>
                </a:lnTo>
                <a:lnTo>
                  <a:pt x="0" y="18"/>
                </a:lnTo>
                <a:lnTo>
                  <a:pt x="0" y="1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5" name=""/>
          <p:cNvSpPr/>
          <p:nvPr/>
        </p:nvSpPr>
        <p:spPr>
          <a:xfrm>
            <a:off x="2746080" y="2092320"/>
            <a:ext cx="64080" cy="6840"/>
          </a:xfrm>
          <a:custGeom>
            <a:avLst/>
            <a:gdLst/>
            <a:ahLst/>
            <a:rect l="0" t="0" r="r" b="b"/>
            <a:pathLst>
              <a:path w="178" h="19">
                <a:moveTo>
                  <a:pt x="0" y="17"/>
                </a:moveTo>
                <a:lnTo>
                  <a:pt x="158" y="0"/>
                </a:lnTo>
                <a:lnTo>
                  <a:pt x="178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6" name=""/>
          <p:cNvSpPr/>
          <p:nvPr/>
        </p:nvSpPr>
        <p:spPr>
          <a:xfrm>
            <a:off x="2746080" y="2092320"/>
            <a:ext cx="71280" cy="7560"/>
          </a:xfrm>
          <a:custGeom>
            <a:avLst/>
            <a:gdLst/>
            <a:ahLst/>
            <a:rect l="0" t="0" r="r" b="b"/>
            <a:pathLst>
              <a:path w="198" h="21">
                <a:moveTo>
                  <a:pt x="0" y="19"/>
                </a:moveTo>
                <a:lnTo>
                  <a:pt x="178" y="0"/>
                </a:lnTo>
                <a:lnTo>
                  <a:pt x="198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7" name=""/>
          <p:cNvSpPr/>
          <p:nvPr/>
        </p:nvSpPr>
        <p:spPr>
          <a:xfrm>
            <a:off x="2746080" y="2092320"/>
            <a:ext cx="74880" cy="7920"/>
          </a:xfrm>
          <a:custGeom>
            <a:avLst/>
            <a:gdLst/>
            <a:ahLst/>
            <a:rect l="0" t="0" r="r" b="b"/>
            <a:pathLst>
              <a:path w="208" h="22">
                <a:moveTo>
                  <a:pt x="0" y="21"/>
                </a:moveTo>
                <a:lnTo>
                  <a:pt x="198" y="0"/>
                </a:lnTo>
                <a:lnTo>
                  <a:pt x="208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" name=""/>
          <p:cNvSpPr/>
          <p:nvPr/>
        </p:nvSpPr>
        <p:spPr>
          <a:xfrm>
            <a:off x="2746080" y="2092320"/>
            <a:ext cx="76680" cy="7920"/>
          </a:xfrm>
          <a:custGeom>
            <a:avLst/>
            <a:gdLst/>
            <a:ahLst/>
            <a:rect l="0" t="0" r="r" b="b"/>
            <a:pathLst>
              <a:path w="213" h="22">
                <a:moveTo>
                  <a:pt x="0" y="22"/>
                </a:moveTo>
                <a:lnTo>
                  <a:pt x="208" y="0"/>
                </a:lnTo>
                <a:lnTo>
                  <a:pt x="213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" name=""/>
          <p:cNvSpPr/>
          <p:nvPr/>
        </p:nvSpPr>
        <p:spPr>
          <a:xfrm>
            <a:off x="2746080" y="2092320"/>
            <a:ext cx="78120" cy="8280"/>
          </a:xfrm>
          <a:custGeom>
            <a:avLst/>
            <a:gdLst/>
            <a:ahLst/>
            <a:rect l="0" t="0" r="r" b="b"/>
            <a:pathLst>
              <a:path w="217" h="23">
                <a:moveTo>
                  <a:pt x="0" y="22"/>
                </a:moveTo>
                <a:lnTo>
                  <a:pt x="213" y="0"/>
                </a:lnTo>
                <a:lnTo>
                  <a:pt x="21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" name=""/>
          <p:cNvSpPr/>
          <p:nvPr/>
        </p:nvSpPr>
        <p:spPr>
          <a:xfrm>
            <a:off x="2746080" y="2092320"/>
            <a:ext cx="81720" cy="8640"/>
          </a:xfrm>
          <a:custGeom>
            <a:avLst/>
            <a:gdLst/>
            <a:ahLst/>
            <a:rect l="0" t="0" r="r" b="b"/>
            <a:pathLst>
              <a:path w="227" h="24">
                <a:moveTo>
                  <a:pt x="0" y="23"/>
                </a:moveTo>
                <a:lnTo>
                  <a:pt x="217" y="0"/>
                </a:lnTo>
                <a:lnTo>
                  <a:pt x="227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" name=""/>
          <p:cNvSpPr/>
          <p:nvPr/>
        </p:nvSpPr>
        <p:spPr>
          <a:xfrm>
            <a:off x="2746080" y="2092320"/>
            <a:ext cx="83520" cy="8640"/>
          </a:xfrm>
          <a:custGeom>
            <a:avLst/>
            <a:gdLst/>
            <a:ahLst/>
            <a:rect l="0" t="0" r="r" b="b"/>
            <a:pathLst>
              <a:path w="232" h="24">
                <a:moveTo>
                  <a:pt x="0" y="24"/>
                </a:moveTo>
                <a:lnTo>
                  <a:pt x="227" y="0"/>
                </a:lnTo>
                <a:lnTo>
                  <a:pt x="232" y="0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" name=""/>
          <p:cNvSpPr/>
          <p:nvPr/>
        </p:nvSpPr>
        <p:spPr>
          <a:xfrm>
            <a:off x="2746080" y="2092320"/>
            <a:ext cx="85320" cy="9000"/>
          </a:xfrm>
          <a:custGeom>
            <a:avLst/>
            <a:gdLst/>
            <a:ahLst/>
            <a:rect l="0" t="0" r="r" b="b"/>
            <a:pathLst>
              <a:path w="237" h="25">
                <a:moveTo>
                  <a:pt x="0" y="24"/>
                </a:moveTo>
                <a:lnTo>
                  <a:pt x="232" y="0"/>
                </a:lnTo>
                <a:lnTo>
                  <a:pt x="237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" name=""/>
          <p:cNvSpPr/>
          <p:nvPr/>
        </p:nvSpPr>
        <p:spPr>
          <a:xfrm>
            <a:off x="2746080" y="2092320"/>
            <a:ext cx="88920" cy="9360"/>
          </a:xfrm>
          <a:custGeom>
            <a:avLst/>
            <a:gdLst/>
            <a:ahLst/>
            <a:rect l="0" t="0" r="r" b="b"/>
            <a:pathLst>
              <a:path w="247" h="26">
                <a:moveTo>
                  <a:pt x="0" y="25"/>
                </a:moveTo>
                <a:lnTo>
                  <a:pt x="237" y="0"/>
                </a:lnTo>
                <a:lnTo>
                  <a:pt x="247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4" name=""/>
          <p:cNvSpPr/>
          <p:nvPr/>
        </p:nvSpPr>
        <p:spPr>
          <a:xfrm>
            <a:off x="2746080" y="2092320"/>
            <a:ext cx="92520" cy="10080"/>
          </a:xfrm>
          <a:custGeom>
            <a:avLst/>
            <a:gdLst/>
            <a:ahLst/>
            <a:rect l="0" t="0" r="r" b="b"/>
            <a:pathLst>
              <a:path w="257" h="28">
                <a:moveTo>
                  <a:pt x="0" y="26"/>
                </a:moveTo>
                <a:lnTo>
                  <a:pt x="247" y="0"/>
                </a:lnTo>
                <a:lnTo>
                  <a:pt x="257" y="0"/>
                </a:lnTo>
                <a:lnTo>
                  <a:pt x="0" y="28"/>
                </a:lnTo>
                <a:lnTo>
                  <a:pt x="0" y="2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5" name=""/>
          <p:cNvSpPr/>
          <p:nvPr/>
        </p:nvSpPr>
        <p:spPr>
          <a:xfrm>
            <a:off x="2746080" y="2092320"/>
            <a:ext cx="94320" cy="9720"/>
          </a:xfrm>
          <a:custGeom>
            <a:avLst/>
            <a:gdLst/>
            <a:ahLst/>
            <a:rect l="0" t="0" r="r" b="b"/>
            <a:pathLst>
              <a:path w="262" h="27">
                <a:moveTo>
                  <a:pt x="0" y="27"/>
                </a:moveTo>
                <a:lnTo>
                  <a:pt x="257" y="0"/>
                </a:lnTo>
                <a:lnTo>
                  <a:pt x="262" y="0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" name=""/>
          <p:cNvSpPr/>
          <p:nvPr/>
        </p:nvSpPr>
        <p:spPr>
          <a:xfrm>
            <a:off x="2746080" y="2092320"/>
            <a:ext cx="96120" cy="10080"/>
          </a:xfrm>
          <a:custGeom>
            <a:avLst/>
            <a:gdLst/>
            <a:ahLst/>
            <a:rect l="0" t="0" r="r" b="b"/>
            <a:pathLst>
              <a:path w="267" h="28">
                <a:moveTo>
                  <a:pt x="0" y="27"/>
                </a:moveTo>
                <a:lnTo>
                  <a:pt x="262" y="0"/>
                </a:lnTo>
                <a:lnTo>
                  <a:pt x="267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7" name=""/>
          <p:cNvSpPr/>
          <p:nvPr/>
        </p:nvSpPr>
        <p:spPr>
          <a:xfrm>
            <a:off x="2746080" y="2092320"/>
            <a:ext cx="99720" cy="10440"/>
          </a:xfrm>
          <a:custGeom>
            <a:avLst/>
            <a:gdLst/>
            <a:ahLst/>
            <a:rect l="0" t="0" r="r" b="b"/>
            <a:pathLst>
              <a:path w="277" h="29">
                <a:moveTo>
                  <a:pt x="0" y="28"/>
                </a:moveTo>
                <a:lnTo>
                  <a:pt x="267" y="0"/>
                </a:lnTo>
                <a:lnTo>
                  <a:pt x="277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8" name=""/>
          <p:cNvSpPr/>
          <p:nvPr/>
        </p:nvSpPr>
        <p:spPr>
          <a:xfrm>
            <a:off x="2746080" y="2092320"/>
            <a:ext cx="101160" cy="10440"/>
          </a:xfrm>
          <a:custGeom>
            <a:avLst/>
            <a:gdLst/>
            <a:ahLst/>
            <a:rect l="0" t="0" r="r" b="b"/>
            <a:pathLst>
              <a:path w="281" h="29">
                <a:moveTo>
                  <a:pt x="0" y="29"/>
                </a:moveTo>
                <a:lnTo>
                  <a:pt x="277" y="0"/>
                </a:lnTo>
                <a:lnTo>
                  <a:pt x="281" y="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9" name=""/>
          <p:cNvSpPr/>
          <p:nvPr/>
        </p:nvSpPr>
        <p:spPr>
          <a:xfrm>
            <a:off x="2746080" y="2092320"/>
            <a:ext cx="102960" cy="10800"/>
          </a:xfrm>
          <a:custGeom>
            <a:avLst/>
            <a:gdLst/>
            <a:ahLst/>
            <a:rect l="0" t="0" r="r" b="b"/>
            <a:pathLst>
              <a:path w="286" h="30">
                <a:moveTo>
                  <a:pt x="0" y="29"/>
                </a:moveTo>
                <a:lnTo>
                  <a:pt x="281" y="0"/>
                </a:lnTo>
                <a:lnTo>
                  <a:pt x="286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0" name=""/>
          <p:cNvSpPr/>
          <p:nvPr/>
        </p:nvSpPr>
        <p:spPr>
          <a:xfrm>
            <a:off x="2746080" y="2092320"/>
            <a:ext cx="104760" cy="10800"/>
          </a:xfrm>
          <a:custGeom>
            <a:avLst/>
            <a:gdLst/>
            <a:ahLst/>
            <a:rect l="0" t="0" r="r" b="b"/>
            <a:pathLst>
              <a:path w="291" h="30">
                <a:moveTo>
                  <a:pt x="0" y="30"/>
                </a:moveTo>
                <a:lnTo>
                  <a:pt x="286" y="0"/>
                </a:lnTo>
                <a:lnTo>
                  <a:pt x="291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" name=""/>
          <p:cNvSpPr/>
          <p:nvPr/>
        </p:nvSpPr>
        <p:spPr>
          <a:xfrm>
            <a:off x="2746080" y="2092320"/>
            <a:ext cx="106560" cy="11160"/>
          </a:xfrm>
          <a:custGeom>
            <a:avLst/>
            <a:gdLst/>
            <a:ahLst/>
            <a:rect l="0" t="0" r="r" b="b"/>
            <a:pathLst>
              <a:path w="296" h="31">
                <a:moveTo>
                  <a:pt x="0" y="30"/>
                </a:moveTo>
                <a:lnTo>
                  <a:pt x="291" y="0"/>
                </a:lnTo>
                <a:lnTo>
                  <a:pt x="296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2" name=""/>
          <p:cNvSpPr/>
          <p:nvPr/>
        </p:nvSpPr>
        <p:spPr>
          <a:xfrm>
            <a:off x="2746080" y="2092320"/>
            <a:ext cx="108360" cy="11160"/>
          </a:xfrm>
          <a:custGeom>
            <a:avLst/>
            <a:gdLst/>
            <a:ahLst/>
            <a:rect l="0" t="0" r="r" b="b"/>
            <a:pathLst>
              <a:path w="301" h="31">
                <a:moveTo>
                  <a:pt x="0" y="31"/>
                </a:moveTo>
                <a:lnTo>
                  <a:pt x="296" y="0"/>
                </a:lnTo>
                <a:lnTo>
                  <a:pt x="301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3" name=""/>
          <p:cNvSpPr/>
          <p:nvPr/>
        </p:nvSpPr>
        <p:spPr>
          <a:xfrm>
            <a:off x="2746080" y="2092320"/>
            <a:ext cx="110160" cy="11520"/>
          </a:xfrm>
          <a:custGeom>
            <a:avLst/>
            <a:gdLst/>
            <a:ahLst/>
            <a:rect l="0" t="0" r="r" b="b"/>
            <a:pathLst>
              <a:path w="306" h="32">
                <a:moveTo>
                  <a:pt x="0" y="31"/>
                </a:moveTo>
                <a:lnTo>
                  <a:pt x="301" y="0"/>
                </a:lnTo>
                <a:lnTo>
                  <a:pt x="306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" name=""/>
          <p:cNvSpPr/>
          <p:nvPr/>
        </p:nvSpPr>
        <p:spPr>
          <a:xfrm>
            <a:off x="2746080" y="2092320"/>
            <a:ext cx="111960" cy="11520"/>
          </a:xfrm>
          <a:custGeom>
            <a:avLst/>
            <a:gdLst/>
            <a:ahLst/>
            <a:rect l="0" t="0" r="r" b="b"/>
            <a:pathLst>
              <a:path w="311" h="32">
                <a:moveTo>
                  <a:pt x="0" y="32"/>
                </a:moveTo>
                <a:lnTo>
                  <a:pt x="306" y="0"/>
                </a:lnTo>
                <a:lnTo>
                  <a:pt x="311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" name=""/>
          <p:cNvSpPr/>
          <p:nvPr/>
        </p:nvSpPr>
        <p:spPr>
          <a:xfrm>
            <a:off x="2746080" y="2092320"/>
            <a:ext cx="113760" cy="12240"/>
          </a:xfrm>
          <a:custGeom>
            <a:avLst/>
            <a:gdLst/>
            <a:ahLst/>
            <a:rect l="0" t="0" r="r" b="b"/>
            <a:pathLst>
              <a:path w="316" h="34">
                <a:moveTo>
                  <a:pt x="0" y="32"/>
                </a:moveTo>
                <a:lnTo>
                  <a:pt x="311" y="0"/>
                </a:lnTo>
                <a:lnTo>
                  <a:pt x="316" y="0"/>
                </a:lnTo>
                <a:lnTo>
                  <a:pt x="0" y="34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" name=""/>
          <p:cNvSpPr/>
          <p:nvPr/>
        </p:nvSpPr>
        <p:spPr>
          <a:xfrm>
            <a:off x="2746080" y="2092320"/>
            <a:ext cx="117360" cy="12240"/>
          </a:xfrm>
          <a:custGeom>
            <a:avLst/>
            <a:gdLst/>
            <a:ahLst/>
            <a:rect l="0" t="0" r="r" b="b"/>
            <a:pathLst>
              <a:path w="326" h="34">
                <a:moveTo>
                  <a:pt x="0" y="33"/>
                </a:moveTo>
                <a:lnTo>
                  <a:pt x="316" y="0"/>
                </a:lnTo>
                <a:lnTo>
                  <a:pt x="326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" name=""/>
          <p:cNvSpPr/>
          <p:nvPr/>
        </p:nvSpPr>
        <p:spPr>
          <a:xfrm>
            <a:off x="2746080" y="2092320"/>
            <a:ext cx="119160" cy="12240"/>
          </a:xfrm>
          <a:custGeom>
            <a:avLst/>
            <a:gdLst/>
            <a:ahLst/>
            <a:rect l="0" t="0" r="r" b="b"/>
            <a:pathLst>
              <a:path w="331" h="34">
                <a:moveTo>
                  <a:pt x="0" y="34"/>
                </a:moveTo>
                <a:lnTo>
                  <a:pt x="326" y="0"/>
                </a:lnTo>
                <a:lnTo>
                  <a:pt x="331" y="0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" name=""/>
          <p:cNvSpPr/>
          <p:nvPr/>
        </p:nvSpPr>
        <p:spPr>
          <a:xfrm>
            <a:off x="2746080" y="2092320"/>
            <a:ext cx="120960" cy="12600"/>
          </a:xfrm>
          <a:custGeom>
            <a:avLst/>
            <a:gdLst/>
            <a:ahLst/>
            <a:rect l="0" t="0" r="r" b="b"/>
            <a:pathLst>
              <a:path w="336" h="35">
                <a:moveTo>
                  <a:pt x="0" y="34"/>
                </a:moveTo>
                <a:lnTo>
                  <a:pt x="331" y="0"/>
                </a:lnTo>
                <a:lnTo>
                  <a:pt x="336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" name=""/>
          <p:cNvSpPr/>
          <p:nvPr/>
        </p:nvSpPr>
        <p:spPr>
          <a:xfrm>
            <a:off x="2746080" y="2092320"/>
            <a:ext cx="124200" cy="12960"/>
          </a:xfrm>
          <a:custGeom>
            <a:avLst/>
            <a:gdLst/>
            <a:ahLst/>
            <a:rect l="0" t="0" r="r" b="b"/>
            <a:pathLst>
              <a:path w="345" h="36">
                <a:moveTo>
                  <a:pt x="0" y="35"/>
                </a:moveTo>
                <a:lnTo>
                  <a:pt x="336" y="0"/>
                </a:lnTo>
                <a:lnTo>
                  <a:pt x="345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0" name=""/>
          <p:cNvSpPr/>
          <p:nvPr/>
        </p:nvSpPr>
        <p:spPr>
          <a:xfrm>
            <a:off x="2746080" y="2092320"/>
            <a:ext cx="126000" cy="12960"/>
          </a:xfrm>
          <a:custGeom>
            <a:avLst/>
            <a:gdLst/>
            <a:ahLst/>
            <a:rect l="0" t="0" r="r" b="b"/>
            <a:pathLst>
              <a:path w="350" h="36">
                <a:moveTo>
                  <a:pt x="0" y="36"/>
                </a:moveTo>
                <a:lnTo>
                  <a:pt x="345" y="0"/>
                </a:lnTo>
                <a:lnTo>
                  <a:pt x="350" y="0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1" name=""/>
          <p:cNvSpPr/>
          <p:nvPr/>
        </p:nvSpPr>
        <p:spPr>
          <a:xfrm>
            <a:off x="2746080" y="2092320"/>
            <a:ext cx="127800" cy="13320"/>
          </a:xfrm>
          <a:custGeom>
            <a:avLst/>
            <a:gdLst/>
            <a:ahLst/>
            <a:rect l="0" t="0" r="r" b="b"/>
            <a:pathLst>
              <a:path w="355" h="37">
                <a:moveTo>
                  <a:pt x="0" y="36"/>
                </a:moveTo>
                <a:lnTo>
                  <a:pt x="350" y="0"/>
                </a:lnTo>
                <a:lnTo>
                  <a:pt x="355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2" name=""/>
          <p:cNvSpPr/>
          <p:nvPr/>
        </p:nvSpPr>
        <p:spPr>
          <a:xfrm>
            <a:off x="2746080" y="2092320"/>
            <a:ext cx="131400" cy="13680"/>
          </a:xfrm>
          <a:custGeom>
            <a:avLst/>
            <a:gdLst/>
            <a:ahLst/>
            <a:rect l="0" t="0" r="r" b="b"/>
            <a:pathLst>
              <a:path w="365" h="38">
                <a:moveTo>
                  <a:pt x="0" y="37"/>
                </a:moveTo>
                <a:lnTo>
                  <a:pt x="355" y="0"/>
                </a:lnTo>
                <a:lnTo>
                  <a:pt x="365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" name=""/>
          <p:cNvSpPr/>
          <p:nvPr/>
        </p:nvSpPr>
        <p:spPr>
          <a:xfrm>
            <a:off x="2746080" y="2092320"/>
            <a:ext cx="133200" cy="13680"/>
          </a:xfrm>
          <a:custGeom>
            <a:avLst/>
            <a:gdLst/>
            <a:ahLst/>
            <a:rect l="0" t="0" r="r" b="b"/>
            <a:pathLst>
              <a:path w="370" h="38">
                <a:moveTo>
                  <a:pt x="0" y="38"/>
                </a:moveTo>
                <a:lnTo>
                  <a:pt x="365" y="0"/>
                </a:lnTo>
                <a:lnTo>
                  <a:pt x="370" y="0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" name=""/>
          <p:cNvSpPr/>
          <p:nvPr/>
        </p:nvSpPr>
        <p:spPr>
          <a:xfrm>
            <a:off x="2746080" y="2092320"/>
            <a:ext cx="135000" cy="14040"/>
          </a:xfrm>
          <a:custGeom>
            <a:avLst/>
            <a:gdLst/>
            <a:ahLst/>
            <a:rect l="0" t="0" r="r" b="b"/>
            <a:pathLst>
              <a:path w="375" h="39">
                <a:moveTo>
                  <a:pt x="0" y="38"/>
                </a:moveTo>
                <a:lnTo>
                  <a:pt x="370" y="0"/>
                </a:lnTo>
                <a:lnTo>
                  <a:pt x="375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5" name=""/>
          <p:cNvSpPr/>
          <p:nvPr/>
        </p:nvSpPr>
        <p:spPr>
          <a:xfrm>
            <a:off x="2746080" y="2092320"/>
            <a:ext cx="136800" cy="14040"/>
          </a:xfrm>
          <a:custGeom>
            <a:avLst/>
            <a:gdLst/>
            <a:ahLst/>
            <a:rect l="0" t="0" r="r" b="b"/>
            <a:pathLst>
              <a:path w="380" h="39">
                <a:moveTo>
                  <a:pt x="0" y="39"/>
                </a:moveTo>
                <a:lnTo>
                  <a:pt x="375" y="0"/>
                </a:lnTo>
                <a:lnTo>
                  <a:pt x="380" y="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6" name=""/>
          <p:cNvSpPr/>
          <p:nvPr/>
        </p:nvSpPr>
        <p:spPr>
          <a:xfrm>
            <a:off x="2746080" y="2092320"/>
            <a:ext cx="138600" cy="14400"/>
          </a:xfrm>
          <a:custGeom>
            <a:avLst/>
            <a:gdLst/>
            <a:ahLst/>
            <a:rect l="0" t="0" r="r" b="b"/>
            <a:pathLst>
              <a:path w="385" h="40">
                <a:moveTo>
                  <a:pt x="0" y="39"/>
                </a:moveTo>
                <a:lnTo>
                  <a:pt x="380" y="0"/>
                </a:lnTo>
                <a:lnTo>
                  <a:pt x="385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" name=""/>
          <p:cNvSpPr/>
          <p:nvPr/>
        </p:nvSpPr>
        <p:spPr>
          <a:xfrm>
            <a:off x="2746080" y="2092320"/>
            <a:ext cx="142200" cy="14760"/>
          </a:xfrm>
          <a:custGeom>
            <a:avLst/>
            <a:gdLst/>
            <a:ahLst/>
            <a:rect l="0" t="0" r="r" b="b"/>
            <a:pathLst>
              <a:path w="395" h="41">
                <a:moveTo>
                  <a:pt x="0" y="40"/>
                </a:moveTo>
                <a:lnTo>
                  <a:pt x="385" y="0"/>
                </a:lnTo>
                <a:lnTo>
                  <a:pt x="395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8" name=""/>
          <p:cNvSpPr/>
          <p:nvPr/>
        </p:nvSpPr>
        <p:spPr>
          <a:xfrm>
            <a:off x="2746080" y="2092320"/>
            <a:ext cx="144000" cy="14760"/>
          </a:xfrm>
          <a:custGeom>
            <a:avLst/>
            <a:gdLst/>
            <a:ahLst/>
            <a:rect l="0" t="0" r="r" b="b"/>
            <a:pathLst>
              <a:path w="400" h="41">
                <a:moveTo>
                  <a:pt x="0" y="41"/>
                </a:moveTo>
                <a:lnTo>
                  <a:pt x="395" y="0"/>
                </a:lnTo>
                <a:lnTo>
                  <a:pt x="400" y="0"/>
                </a:lnTo>
                <a:lnTo>
                  <a:pt x="0" y="41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9" name=""/>
          <p:cNvSpPr/>
          <p:nvPr/>
        </p:nvSpPr>
        <p:spPr>
          <a:xfrm>
            <a:off x="2746080" y="2092320"/>
            <a:ext cx="145440" cy="15120"/>
          </a:xfrm>
          <a:custGeom>
            <a:avLst/>
            <a:gdLst/>
            <a:ahLst/>
            <a:rect l="0" t="0" r="r" b="b"/>
            <a:pathLst>
              <a:path w="404" h="42">
                <a:moveTo>
                  <a:pt x="0" y="41"/>
                </a:moveTo>
                <a:lnTo>
                  <a:pt x="400" y="0"/>
                </a:lnTo>
                <a:lnTo>
                  <a:pt x="404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0" name=""/>
          <p:cNvSpPr/>
          <p:nvPr/>
        </p:nvSpPr>
        <p:spPr>
          <a:xfrm>
            <a:off x="2746080" y="2092320"/>
            <a:ext cx="147240" cy="15120"/>
          </a:xfrm>
          <a:custGeom>
            <a:avLst/>
            <a:gdLst/>
            <a:ahLst/>
            <a:rect l="0" t="0" r="r" b="b"/>
            <a:pathLst>
              <a:path w="409" h="42">
                <a:moveTo>
                  <a:pt x="0" y="42"/>
                </a:moveTo>
                <a:lnTo>
                  <a:pt x="404" y="0"/>
                </a:lnTo>
                <a:lnTo>
                  <a:pt x="409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1" name=""/>
          <p:cNvSpPr/>
          <p:nvPr/>
        </p:nvSpPr>
        <p:spPr>
          <a:xfrm>
            <a:off x="2746080" y="2092320"/>
            <a:ext cx="149040" cy="15480"/>
          </a:xfrm>
          <a:custGeom>
            <a:avLst/>
            <a:gdLst/>
            <a:ahLst/>
            <a:rect l="0" t="0" r="r" b="b"/>
            <a:pathLst>
              <a:path w="414" h="43">
                <a:moveTo>
                  <a:pt x="0" y="42"/>
                </a:moveTo>
                <a:lnTo>
                  <a:pt x="409" y="0"/>
                </a:lnTo>
                <a:lnTo>
                  <a:pt x="414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" name=""/>
          <p:cNvSpPr/>
          <p:nvPr/>
        </p:nvSpPr>
        <p:spPr>
          <a:xfrm>
            <a:off x="2746080" y="2092320"/>
            <a:ext cx="150840" cy="15480"/>
          </a:xfrm>
          <a:custGeom>
            <a:avLst/>
            <a:gdLst/>
            <a:ahLst/>
            <a:rect l="0" t="0" r="r" b="b"/>
            <a:pathLst>
              <a:path w="419" h="43">
                <a:moveTo>
                  <a:pt x="0" y="43"/>
                </a:moveTo>
                <a:lnTo>
                  <a:pt x="414" y="0"/>
                </a:lnTo>
                <a:lnTo>
                  <a:pt x="419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" name=""/>
          <p:cNvSpPr/>
          <p:nvPr/>
        </p:nvSpPr>
        <p:spPr>
          <a:xfrm>
            <a:off x="2746080" y="2092320"/>
            <a:ext cx="152640" cy="15840"/>
          </a:xfrm>
          <a:custGeom>
            <a:avLst/>
            <a:gdLst/>
            <a:ahLst/>
            <a:rect l="0" t="0" r="r" b="b"/>
            <a:pathLst>
              <a:path w="424" h="44">
                <a:moveTo>
                  <a:pt x="0" y="43"/>
                </a:moveTo>
                <a:lnTo>
                  <a:pt x="419" y="0"/>
                </a:lnTo>
                <a:lnTo>
                  <a:pt x="424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" name=""/>
          <p:cNvSpPr/>
          <p:nvPr/>
        </p:nvSpPr>
        <p:spPr>
          <a:xfrm>
            <a:off x="2746080" y="2092320"/>
            <a:ext cx="154440" cy="15840"/>
          </a:xfrm>
          <a:custGeom>
            <a:avLst/>
            <a:gdLst/>
            <a:ahLst/>
            <a:rect l="0" t="0" r="r" b="b"/>
            <a:pathLst>
              <a:path w="429" h="44">
                <a:moveTo>
                  <a:pt x="0" y="44"/>
                </a:moveTo>
                <a:lnTo>
                  <a:pt x="424" y="0"/>
                </a:lnTo>
                <a:lnTo>
                  <a:pt x="429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" name=""/>
          <p:cNvSpPr/>
          <p:nvPr/>
        </p:nvSpPr>
        <p:spPr>
          <a:xfrm>
            <a:off x="2746080" y="2092320"/>
            <a:ext cx="156240" cy="16200"/>
          </a:xfrm>
          <a:custGeom>
            <a:avLst/>
            <a:gdLst/>
            <a:ahLst/>
            <a:rect l="0" t="0" r="r" b="b"/>
            <a:pathLst>
              <a:path w="434" h="45">
                <a:moveTo>
                  <a:pt x="0" y="44"/>
                </a:moveTo>
                <a:lnTo>
                  <a:pt x="429" y="0"/>
                </a:lnTo>
                <a:lnTo>
                  <a:pt x="434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6" name=""/>
          <p:cNvSpPr/>
          <p:nvPr/>
        </p:nvSpPr>
        <p:spPr>
          <a:xfrm>
            <a:off x="2746080" y="2092320"/>
            <a:ext cx="158040" cy="16200"/>
          </a:xfrm>
          <a:custGeom>
            <a:avLst/>
            <a:gdLst/>
            <a:ahLst/>
            <a:rect l="0" t="0" r="r" b="b"/>
            <a:pathLst>
              <a:path w="439" h="45">
                <a:moveTo>
                  <a:pt x="0" y="45"/>
                </a:moveTo>
                <a:lnTo>
                  <a:pt x="434" y="0"/>
                </a:lnTo>
                <a:lnTo>
                  <a:pt x="439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" name=""/>
          <p:cNvSpPr/>
          <p:nvPr/>
        </p:nvSpPr>
        <p:spPr>
          <a:xfrm>
            <a:off x="2746080" y="2092320"/>
            <a:ext cx="159840" cy="16560"/>
          </a:xfrm>
          <a:custGeom>
            <a:avLst/>
            <a:gdLst/>
            <a:ahLst/>
            <a:rect l="0" t="0" r="r" b="b"/>
            <a:pathLst>
              <a:path w="444" h="46">
                <a:moveTo>
                  <a:pt x="0" y="45"/>
                </a:moveTo>
                <a:lnTo>
                  <a:pt x="439" y="0"/>
                </a:lnTo>
                <a:lnTo>
                  <a:pt x="444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" name=""/>
          <p:cNvSpPr/>
          <p:nvPr/>
        </p:nvSpPr>
        <p:spPr>
          <a:xfrm>
            <a:off x="2746080" y="2092320"/>
            <a:ext cx="161640" cy="16560"/>
          </a:xfrm>
          <a:custGeom>
            <a:avLst/>
            <a:gdLst/>
            <a:ahLst/>
            <a:rect l="0" t="0" r="r" b="b"/>
            <a:pathLst>
              <a:path w="449" h="46">
                <a:moveTo>
                  <a:pt x="0" y="46"/>
                </a:moveTo>
                <a:lnTo>
                  <a:pt x="444" y="0"/>
                </a:lnTo>
                <a:lnTo>
                  <a:pt x="449" y="0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9" name=""/>
          <p:cNvSpPr/>
          <p:nvPr/>
        </p:nvSpPr>
        <p:spPr>
          <a:xfrm>
            <a:off x="2746080" y="2092320"/>
            <a:ext cx="163440" cy="16920"/>
          </a:xfrm>
          <a:custGeom>
            <a:avLst/>
            <a:gdLst/>
            <a:ahLst/>
            <a:rect l="0" t="0" r="r" b="b"/>
            <a:pathLst>
              <a:path w="454" h="47">
                <a:moveTo>
                  <a:pt x="0" y="46"/>
                </a:moveTo>
                <a:lnTo>
                  <a:pt x="449" y="0"/>
                </a:lnTo>
                <a:lnTo>
                  <a:pt x="454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0" name=""/>
          <p:cNvSpPr/>
          <p:nvPr/>
        </p:nvSpPr>
        <p:spPr>
          <a:xfrm>
            <a:off x="2746080" y="2092320"/>
            <a:ext cx="165240" cy="16920"/>
          </a:xfrm>
          <a:custGeom>
            <a:avLst/>
            <a:gdLst/>
            <a:ahLst/>
            <a:rect l="0" t="0" r="r" b="b"/>
            <a:pathLst>
              <a:path w="459" h="47">
                <a:moveTo>
                  <a:pt x="0" y="47"/>
                </a:moveTo>
                <a:lnTo>
                  <a:pt x="454" y="0"/>
                </a:lnTo>
                <a:lnTo>
                  <a:pt x="459" y="0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" name=""/>
          <p:cNvSpPr/>
          <p:nvPr/>
        </p:nvSpPr>
        <p:spPr>
          <a:xfrm>
            <a:off x="2746080" y="2092320"/>
            <a:ext cx="166680" cy="17280"/>
          </a:xfrm>
          <a:custGeom>
            <a:avLst/>
            <a:gdLst/>
            <a:ahLst/>
            <a:rect l="0" t="0" r="r" b="b"/>
            <a:pathLst>
              <a:path w="463" h="48">
                <a:moveTo>
                  <a:pt x="0" y="47"/>
                </a:moveTo>
                <a:lnTo>
                  <a:pt x="459" y="0"/>
                </a:lnTo>
                <a:lnTo>
                  <a:pt x="46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2" name=""/>
          <p:cNvSpPr/>
          <p:nvPr/>
        </p:nvSpPr>
        <p:spPr>
          <a:xfrm>
            <a:off x="2746080" y="2092320"/>
            <a:ext cx="168480" cy="17280"/>
          </a:xfrm>
          <a:custGeom>
            <a:avLst/>
            <a:gdLst/>
            <a:ahLst/>
            <a:rect l="0" t="0" r="r" b="b"/>
            <a:pathLst>
              <a:path w="468" h="48">
                <a:moveTo>
                  <a:pt x="0" y="48"/>
                </a:moveTo>
                <a:lnTo>
                  <a:pt x="463" y="0"/>
                </a:lnTo>
                <a:lnTo>
                  <a:pt x="468" y="0"/>
                </a:lnTo>
                <a:lnTo>
                  <a:pt x="0" y="48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" name=""/>
          <p:cNvSpPr/>
          <p:nvPr/>
        </p:nvSpPr>
        <p:spPr>
          <a:xfrm>
            <a:off x="2746080" y="2092320"/>
            <a:ext cx="170280" cy="17640"/>
          </a:xfrm>
          <a:custGeom>
            <a:avLst/>
            <a:gdLst/>
            <a:ahLst/>
            <a:rect l="0" t="0" r="r" b="b"/>
            <a:pathLst>
              <a:path w="473" h="49">
                <a:moveTo>
                  <a:pt x="0" y="48"/>
                </a:moveTo>
                <a:lnTo>
                  <a:pt x="468" y="0"/>
                </a:lnTo>
                <a:lnTo>
                  <a:pt x="473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" name=""/>
          <p:cNvSpPr/>
          <p:nvPr/>
        </p:nvSpPr>
        <p:spPr>
          <a:xfrm>
            <a:off x="2746080" y="2092320"/>
            <a:ext cx="172080" cy="17640"/>
          </a:xfrm>
          <a:custGeom>
            <a:avLst/>
            <a:gdLst/>
            <a:ahLst/>
            <a:rect l="0" t="0" r="r" b="b"/>
            <a:pathLst>
              <a:path w="478" h="49">
                <a:moveTo>
                  <a:pt x="0" y="49"/>
                </a:moveTo>
                <a:lnTo>
                  <a:pt x="473" y="0"/>
                </a:lnTo>
                <a:lnTo>
                  <a:pt x="478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5" name=""/>
          <p:cNvSpPr/>
          <p:nvPr/>
        </p:nvSpPr>
        <p:spPr>
          <a:xfrm>
            <a:off x="2746080" y="2092320"/>
            <a:ext cx="173880" cy="18000"/>
          </a:xfrm>
          <a:custGeom>
            <a:avLst/>
            <a:gdLst/>
            <a:ahLst/>
            <a:rect l="0" t="0" r="r" b="b"/>
            <a:pathLst>
              <a:path w="483" h="50">
                <a:moveTo>
                  <a:pt x="0" y="49"/>
                </a:moveTo>
                <a:lnTo>
                  <a:pt x="478" y="0"/>
                </a:lnTo>
                <a:lnTo>
                  <a:pt x="483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" name=""/>
          <p:cNvSpPr/>
          <p:nvPr/>
        </p:nvSpPr>
        <p:spPr>
          <a:xfrm>
            <a:off x="2746080" y="2092320"/>
            <a:ext cx="175680" cy="18000"/>
          </a:xfrm>
          <a:custGeom>
            <a:avLst/>
            <a:gdLst/>
            <a:ahLst/>
            <a:rect l="0" t="0" r="r" b="b"/>
            <a:pathLst>
              <a:path w="488" h="50">
                <a:moveTo>
                  <a:pt x="0" y="50"/>
                </a:moveTo>
                <a:lnTo>
                  <a:pt x="483" y="0"/>
                </a:lnTo>
                <a:lnTo>
                  <a:pt x="488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7" name=""/>
          <p:cNvSpPr/>
          <p:nvPr/>
        </p:nvSpPr>
        <p:spPr>
          <a:xfrm>
            <a:off x="2746080" y="2092320"/>
            <a:ext cx="177480" cy="18360"/>
          </a:xfrm>
          <a:custGeom>
            <a:avLst/>
            <a:gdLst/>
            <a:ahLst/>
            <a:rect l="0" t="0" r="r" b="b"/>
            <a:pathLst>
              <a:path w="493" h="51">
                <a:moveTo>
                  <a:pt x="0" y="50"/>
                </a:moveTo>
                <a:lnTo>
                  <a:pt x="487" y="0"/>
                </a:lnTo>
                <a:lnTo>
                  <a:pt x="493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8" name=""/>
          <p:cNvSpPr/>
          <p:nvPr/>
        </p:nvSpPr>
        <p:spPr>
          <a:xfrm>
            <a:off x="2746080" y="2092320"/>
            <a:ext cx="179280" cy="18360"/>
          </a:xfrm>
          <a:custGeom>
            <a:avLst/>
            <a:gdLst/>
            <a:ahLst/>
            <a:rect l="0" t="0" r="r" b="b"/>
            <a:pathLst>
              <a:path w="498" h="51">
                <a:moveTo>
                  <a:pt x="0" y="51"/>
                </a:moveTo>
                <a:lnTo>
                  <a:pt x="493" y="0"/>
                </a:lnTo>
                <a:lnTo>
                  <a:pt x="498" y="0"/>
                </a:lnTo>
                <a:lnTo>
                  <a:pt x="0" y="51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" name=""/>
          <p:cNvSpPr/>
          <p:nvPr/>
        </p:nvSpPr>
        <p:spPr>
          <a:xfrm>
            <a:off x="2746080" y="2092320"/>
            <a:ext cx="181080" cy="18720"/>
          </a:xfrm>
          <a:custGeom>
            <a:avLst/>
            <a:gdLst/>
            <a:ahLst/>
            <a:rect l="0" t="0" r="r" b="b"/>
            <a:pathLst>
              <a:path w="503" h="52">
                <a:moveTo>
                  <a:pt x="0" y="51"/>
                </a:moveTo>
                <a:lnTo>
                  <a:pt x="498" y="0"/>
                </a:lnTo>
                <a:lnTo>
                  <a:pt x="503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" name=""/>
          <p:cNvSpPr/>
          <p:nvPr/>
        </p:nvSpPr>
        <p:spPr>
          <a:xfrm>
            <a:off x="2746080" y="2092320"/>
            <a:ext cx="182880" cy="18720"/>
          </a:xfrm>
          <a:custGeom>
            <a:avLst/>
            <a:gdLst/>
            <a:ahLst/>
            <a:rect l="0" t="0" r="r" b="b"/>
            <a:pathLst>
              <a:path w="508" h="52">
                <a:moveTo>
                  <a:pt x="0" y="52"/>
                </a:moveTo>
                <a:lnTo>
                  <a:pt x="503" y="0"/>
                </a:lnTo>
                <a:lnTo>
                  <a:pt x="508" y="0"/>
                </a:lnTo>
                <a:lnTo>
                  <a:pt x="0" y="52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" name=""/>
          <p:cNvSpPr/>
          <p:nvPr/>
        </p:nvSpPr>
        <p:spPr>
          <a:xfrm>
            <a:off x="2746080" y="2092320"/>
            <a:ext cx="184680" cy="19080"/>
          </a:xfrm>
          <a:custGeom>
            <a:avLst/>
            <a:gdLst/>
            <a:ahLst/>
            <a:rect l="0" t="0" r="r" b="b"/>
            <a:pathLst>
              <a:path w="513" h="53">
                <a:moveTo>
                  <a:pt x="0" y="52"/>
                </a:moveTo>
                <a:lnTo>
                  <a:pt x="508" y="0"/>
                </a:lnTo>
                <a:lnTo>
                  <a:pt x="513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2" name=""/>
          <p:cNvSpPr/>
          <p:nvPr/>
        </p:nvSpPr>
        <p:spPr>
          <a:xfrm>
            <a:off x="2746080" y="2092320"/>
            <a:ext cx="186480" cy="19080"/>
          </a:xfrm>
          <a:custGeom>
            <a:avLst/>
            <a:gdLst/>
            <a:ahLst/>
            <a:rect l="0" t="0" r="r" b="b"/>
            <a:pathLst>
              <a:path w="518" h="53">
                <a:moveTo>
                  <a:pt x="0" y="53"/>
                </a:moveTo>
                <a:lnTo>
                  <a:pt x="513" y="0"/>
                </a:lnTo>
                <a:lnTo>
                  <a:pt x="518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" name=""/>
          <p:cNvSpPr/>
          <p:nvPr/>
        </p:nvSpPr>
        <p:spPr>
          <a:xfrm>
            <a:off x="2746080" y="2092320"/>
            <a:ext cx="188280" cy="19440"/>
          </a:xfrm>
          <a:custGeom>
            <a:avLst/>
            <a:gdLst/>
            <a:ahLst/>
            <a:rect l="0" t="0" r="r" b="b"/>
            <a:pathLst>
              <a:path w="523" h="54">
                <a:moveTo>
                  <a:pt x="0" y="53"/>
                </a:moveTo>
                <a:lnTo>
                  <a:pt x="518" y="0"/>
                </a:lnTo>
                <a:lnTo>
                  <a:pt x="523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" name=""/>
          <p:cNvSpPr/>
          <p:nvPr/>
        </p:nvSpPr>
        <p:spPr>
          <a:xfrm>
            <a:off x="2746080" y="2092320"/>
            <a:ext cx="189720" cy="19440"/>
          </a:xfrm>
          <a:custGeom>
            <a:avLst/>
            <a:gdLst/>
            <a:ahLst/>
            <a:rect l="0" t="0" r="r" b="b"/>
            <a:pathLst>
              <a:path w="527" h="54">
                <a:moveTo>
                  <a:pt x="0" y="54"/>
                </a:moveTo>
                <a:lnTo>
                  <a:pt x="522" y="0"/>
                </a:lnTo>
                <a:lnTo>
                  <a:pt x="527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5" name=""/>
          <p:cNvSpPr/>
          <p:nvPr/>
        </p:nvSpPr>
        <p:spPr>
          <a:xfrm>
            <a:off x="2746080" y="2092320"/>
            <a:ext cx="191520" cy="19800"/>
          </a:xfrm>
          <a:custGeom>
            <a:avLst/>
            <a:gdLst/>
            <a:ahLst/>
            <a:rect l="0" t="0" r="r" b="b"/>
            <a:pathLst>
              <a:path w="532" h="55">
                <a:moveTo>
                  <a:pt x="0" y="54"/>
                </a:moveTo>
                <a:lnTo>
                  <a:pt x="527" y="0"/>
                </a:lnTo>
                <a:lnTo>
                  <a:pt x="532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6" name=""/>
          <p:cNvSpPr/>
          <p:nvPr/>
        </p:nvSpPr>
        <p:spPr>
          <a:xfrm>
            <a:off x="2746080" y="2092320"/>
            <a:ext cx="193320" cy="19800"/>
          </a:xfrm>
          <a:custGeom>
            <a:avLst/>
            <a:gdLst/>
            <a:ahLst/>
            <a:rect l="0" t="0" r="r" b="b"/>
            <a:pathLst>
              <a:path w="537" h="55">
                <a:moveTo>
                  <a:pt x="0" y="55"/>
                </a:moveTo>
                <a:lnTo>
                  <a:pt x="532" y="0"/>
                </a:lnTo>
                <a:lnTo>
                  <a:pt x="537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" name=""/>
          <p:cNvSpPr/>
          <p:nvPr/>
        </p:nvSpPr>
        <p:spPr>
          <a:xfrm>
            <a:off x="2746080" y="2092320"/>
            <a:ext cx="195120" cy="20160"/>
          </a:xfrm>
          <a:custGeom>
            <a:avLst/>
            <a:gdLst/>
            <a:ahLst/>
            <a:rect l="0" t="0" r="r" b="b"/>
            <a:pathLst>
              <a:path w="542" h="56">
                <a:moveTo>
                  <a:pt x="0" y="55"/>
                </a:moveTo>
                <a:lnTo>
                  <a:pt x="537" y="0"/>
                </a:lnTo>
                <a:lnTo>
                  <a:pt x="54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" name=""/>
          <p:cNvSpPr/>
          <p:nvPr/>
        </p:nvSpPr>
        <p:spPr>
          <a:xfrm>
            <a:off x="2746080" y="2092320"/>
            <a:ext cx="196920" cy="20160"/>
          </a:xfrm>
          <a:custGeom>
            <a:avLst/>
            <a:gdLst/>
            <a:ahLst/>
            <a:rect l="0" t="0" r="r" b="b"/>
            <a:pathLst>
              <a:path w="547" h="56">
                <a:moveTo>
                  <a:pt x="0" y="56"/>
                </a:moveTo>
                <a:lnTo>
                  <a:pt x="542" y="0"/>
                </a:lnTo>
                <a:lnTo>
                  <a:pt x="547" y="0"/>
                </a:lnTo>
                <a:lnTo>
                  <a:pt x="0" y="56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" name=""/>
          <p:cNvSpPr/>
          <p:nvPr/>
        </p:nvSpPr>
        <p:spPr>
          <a:xfrm>
            <a:off x="2746080" y="2092320"/>
            <a:ext cx="198720" cy="20520"/>
          </a:xfrm>
          <a:custGeom>
            <a:avLst/>
            <a:gdLst/>
            <a:ahLst/>
            <a:rect l="0" t="0" r="r" b="b"/>
            <a:pathLst>
              <a:path w="552" h="57">
                <a:moveTo>
                  <a:pt x="0" y="56"/>
                </a:moveTo>
                <a:lnTo>
                  <a:pt x="547" y="0"/>
                </a:lnTo>
                <a:lnTo>
                  <a:pt x="552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" name=""/>
          <p:cNvSpPr/>
          <p:nvPr/>
        </p:nvSpPr>
        <p:spPr>
          <a:xfrm>
            <a:off x="2746080" y="2092320"/>
            <a:ext cx="200520" cy="20520"/>
          </a:xfrm>
          <a:custGeom>
            <a:avLst/>
            <a:gdLst/>
            <a:ahLst/>
            <a:rect l="0" t="0" r="r" b="b"/>
            <a:pathLst>
              <a:path w="557" h="57">
                <a:moveTo>
                  <a:pt x="0" y="57"/>
                </a:moveTo>
                <a:lnTo>
                  <a:pt x="552" y="0"/>
                </a:lnTo>
                <a:lnTo>
                  <a:pt x="557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" name=""/>
          <p:cNvSpPr/>
          <p:nvPr/>
        </p:nvSpPr>
        <p:spPr>
          <a:xfrm>
            <a:off x="2746080" y="2092320"/>
            <a:ext cx="202320" cy="20880"/>
          </a:xfrm>
          <a:custGeom>
            <a:avLst/>
            <a:gdLst/>
            <a:ahLst/>
            <a:rect l="0" t="0" r="r" b="b"/>
            <a:pathLst>
              <a:path w="562" h="58">
                <a:moveTo>
                  <a:pt x="0" y="57"/>
                </a:moveTo>
                <a:lnTo>
                  <a:pt x="557" y="0"/>
                </a:lnTo>
                <a:lnTo>
                  <a:pt x="562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2" name=""/>
          <p:cNvSpPr/>
          <p:nvPr/>
        </p:nvSpPr>
        <p:spPr>
          <a:xfrm>
            <a:off x="2746080" y="2092320"/>
            <a:ext cx="204120" cy="20880"/>
          </a:xfrm>
          <a:custGeom>
            <a:avLst/>
            <a:gdLst/>
            <a:ahLst/>
            <a:rect l="0" t="0" r="r" b="b"/>
            <a:pathLst>
              <a:path w="567" h="58">
                <a:moveTo>
                  <a:pt x="0" y="58"/>
                </a:moveTo>
                <a:lnTo>
                  <a:pt x="561" y="0"/>
                </a:lnTo>
                <a:lnTo>
                  <a:pt x="567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3" name=""/>
          <p:cNvSpPr/>
          <p:nvPr/>
        </p:nvSpPr>
        <p:spPr>
          <a:xfrm>
            <a:off x="2746080" y="2092320"/>
            <a:ext cx="205920" cy="21240"/>
          </a:xfrm>
          <a:custGeom>
            <a:avLst/>
            <a:gdLst/>
            <a:ahLst/>
            <a:rect l="0" t="0" r="r" b="b"/>
            <a:pathLst>
              <a:path w="572" h="59">
                <a:moveTo>
                  <a:pt x="0" y="58"/>
                </a:moveTo>
                <a:lnTo>
                  <a:pt x="567" y="0"/>
                </a:lnTo>
                <a:lnTo>
                  <a:pt x="572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" name=""/>
          <p:cNvSpPr/>
          <p:nvPr/>
        </p:nvSpPr>
        <p:spPr>
          <a:xfrm>
            <a:off x="2746080" y="2092320"/>
            <a:ext cx="207720" cy="21240"/>
          </a:xfrm>
          <a:custGeom>
            <a:avLst/>
            <a:gdLst/>
            <a:ahLst/>
            <a:rect l="0" t="0" r="r" b="b"/>
            <a:pathLst>
              <a:path w="577" h="59">
                <a:moveTo>
                  <a:pt x="0" y="59"/>
                </a:moveTo>
                <a:lnTo>
                  <a:pt x="572" y="0"/>
                </a:lnTo>
                <a:lnTo>
                  <a:pt x="577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" name=""/>
          <p:cNvSpPr/>
          <p:nvPr/>
        </p:nvSpPr>
        <p:spPr>
          <a:xfrm>
            <a:off x="2746080" y="2092320"/>
            <a:ext cx="209520" cy="21240"/>
          </a:xfrm>
          <a:custGeom>
            <a:avLst/>
            <a:gdLst/>
            <a:ahLst/>
            <a:rect l="0" t="0" r="r" b="b"/>
            <a:pathLst>
              <a:path w="582" h="59">
                <a:moveTo>
                  <a:pt x="0" y="59"/>
                </a:moveTo>
                <a:lnTo>
                  <a:pt x="577" y="0"/>
                </a:lnTo>
                <a:lnTo>
                  <a:pt x="582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" name=""/>
          <p:cNvSpPr/>
          <p:nvPr/>
        </p:nvSpPr>
        <p:spPr>
          <a:xfrm>
            <a:off x="2746080" y="2092320"/>
            <a:ext cx="210960" cy="21600"/>
          </a:xfrm>
          <a:custGeom>
            <a:avLst/>
            <a:gdLst/>
            <a:ahLst/>
            <a:rect l="0" t="0" r="r" b="b"/>
            <a:pathLst>
              <a:path w="586" h="60">
                <a:moveTo>
                  <a:pt x="0" y="58"/>
                </a:moveTo>
                <a:lnTo>
                  <a:pt x="582" y="0"/>
                </a:lnTo>
                <a:lnTo>
                  <a:pt x="586" y="0"/>
                </a:lnTo>
                <a:lnTo>
                  <a:pt x="0" y="60"/>
                </a:lnTo>
                <a:lnTo>
                  <a:pt x="0" y="58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" name=""/>
          <p:cNvSpPr/>
          <p:nvPr/>
        </p:nvSpPr>
        <p:spPr>
          <a:xfrm>
            <a:off x="2746080" y="2092320"/>
            <a:ext cx="212760" cy="21600"/>
          </a:xfrm>
          <a:custGeom>
            <a:avLst/>
            <a:gdLst/>
            <a:ahLst/>
            <a:rect l="0" t="0" r="r" b="b"/>
            <a:pathLst>
              <a:path w="591" h="60">
                <a:moveTo>
                  <a:pt x="0" y="60"/>
                </a:moveTo>
                <a:lnTo>
                  <a:pt x="586" y="0"/>
                </a:lnTo>
                <a:lnTo>
                  <a:pt x="591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" name=""/>
          <p:cNvSpPr/>
          <p:nvPr/>
        </p:nvSpPr>
        <p:spPr>
          <a:xfrm>
            <a:off x="2746080" y="2092320"/>
            <a:ext cx="214560" cy="21960"/>
          </a:xfrm>
          <a:custGeom>
            <a:avLst/>
            <a:gdLst/>
            <a:ahLst/>
            <a:rect l="0" t="0" r="r" b="b"/>
            <a:pathLst>
              <a:path w="596" h="61">
                <a:moveTo>
                  <a:pt x="0" y="60"/>
                </a:moveTo>
                <a:lnTo>
                  <a:pt x="591" y="0"/>
                </a:lnTo>
                <a:lnTo>
                  <a:pt x="596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" name=""/>
          <p:cNvSpPr/>
          <p:nvPr/>
        </p:nvSpPr>
        <p:spPr>
          <a:xfrm>
            <a:off x="2746080" y="2092320"/>
            <a:ext cx="216360" cy="21960"/>
          </a:xfrm>
          <a:custGeom>
            <a:avLst/>
            <a:gdLst/>
            <a:ahLst/>
            <a:rect l="0" t="0" r="r" b="b"/>
            <a:pathLst>
              <a:path w="601" h="61">
                <a:moveTo>
                  <a:pt x="0" y="61"/>
                </a:moveTo>
                <a:lnTo>
                  <a:pt x="596" y="0"/>
                </a:lnTo>
                <a:lnTo>
                  <a:pt x="601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" name=""/>
          <p:cNvSpPr/>
          <p:nvPr/>
        </p:nvSpPr>
        <p:spPr>
          <a:xfrm>
            <a:off x="2746080" y="2092320"/>
            <a:ext cx="218160" cy="22320"/>
          </a:xfrm>
          <a:custGeom>
            <a:avLst/>
            <a:gdLst/>
            <a:ahLst/>
            <a:rect l="0" t="0" r="r" b="b"/>
            <a:pathLst>
              <a:path w="606" h="62">
                <a:moveTo>
                  <a:pt x="0" y="61"/>
                </a:moveTo>
                <a:lnTo>
                  <a:pt x="601" y="0"/>
                </a:lnTo>
                <a:lnTo>
                  <a:pt x="60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1" name=""/>
          <p:cNvSpPr/>
          <p:nvPr/>
        </p:nvSpPr>
        <p:spPr>
          <a:xfrm>
            <a:off x="2746080" y="2092320"/>
            <a:ext cx="219960" cy="22320"/>
          </a:xfrm>
          <a:custGeom>
            <a:avLst/>
            <a:gdLst/>
            <a:ahLst/>
            <a:rect l="0" t="0" r="r" b="b"/>
            <a:pathLst>
              <a:path w="611" h="62">
                <a:moveTo>
                  <a:pt x="0" y="62"/>
                </a:moveTo>
                <a:lnTo>
                  <a:pt x="605" y="0"/>
                </a:lnTo>
                <a:lnTo>
                  <a:pt x="611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2" name=""/>
          <p:cNvSpPr/>
          <p:nvPr/>
        </p:nvSpPr>
        <p:spPr>
          <a:xfrm>
            <a:off x="2746080" y="2092320"/>
            <a:ext cx="221760" cy="22680"/>
          </a:xfrm>
          <a:custGeom>
            <a:avLst/>
            <a:gdLst/>
            <a:ahLst/>
            <a:rect l="0" t="0" r="r" b="b"/>
            <a:pathLst>
              <a:path w="616" h="63">
                <a:moveTo>
                  <a:pt x="0" y="62"/>
                </a:moveTo>
                <a:lnTo>
                  <a:pt x="611" y="0"/>
                </a:lnTo>
                <a:lnTo>
                  <a:pt x="616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" name=""/>
          <p:cNvSpPr/>
          <p:nvPr/>
        </p:nvSpPr>
        <p:spPr>
          <a:xfrm>
            <a:off x="2746080" y="2092320"/>
            <a:ext cx="223560" cy="22680"/>
          </a:xfrm>
          <a:custGeom>
            <a:avLst/>
            <a:gdLst/>
            <a:ahLst/>
            <a:rect l="0" t="0" r="r" b="b"/>
            <a:pathLst>
              <a:path w="621" h="63">
                <a:moveTo>
                  <a:pt x="0" y="63"/>
                </a:moveTo>
                <a:lnTo>
                  <a:pt x="616" y="0"/>
                </a:lnTo>
                <a:lnTo>
                  <a:pt x="621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" name=""/>
          <p:cNvSpPr/>
          <p:nvPr/>
        </p:nvSpPr>
        <p:spPr>
          <a:xfrm>
            <a:off x="2746080" y="2092320"/>
            <a:ext cx="225360" cy="23040"/>
          </a:xfrm>
          <a:custGeom>
            <a:avLst/>
            <a:gdLst/>
            <a:ahLst/>
            <a:rect l="0" t="0" r="r" b="b"/>
            <a:pathLst>
              <a:path w="626" h="64">
                <a:moveTo>
                  <a:pt x="0" y="63"/>
                </a:moveTo>
                <a:lnTo>
                  <a:pt x="621" y="0"/>
                </a:lnTo>
                <a:lnTo>
                  <a:pt x="626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" name=""/>
          <p:cNvSpPr/>
          <p:nvPr/>
        </p:nvSpPr>
        <p:spPr>
          <a:xfrm>
            <a:off x="2746080" y="2092320"/>
            <a:ext cx="227160" cy="23040"/>
          </a:xfrm>
          <a:custGeom>
            <a:avLst/>
            <a:gdLst/>
            <a:ahLst/>
            <a:rect l="0" t="0" r="r" b="b"/>
            <a:pathLst>
              <a:path w="631" h="64">
                <a:moveTo>
                  <a:pt x="0" y="64"/>
                </a:moveTo>
                <a:lnTo>
                  <a:pt x="626" y="0"/>
                </a:lnTo>
                <a:lnTo>
                  <a:pt x="631" y="0"/>
                </a:lnTo>
                <a:lnTo>
                  <a:pt x="1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" name=""/>
          <p:cNvSpPr/>
          <p:nvPr/>
        </p:nvSpPr>
        <p:spPr>
          <a:xfrm>
            <a:off x="2746440" y="2092320"/>
            <a:ext cx="227160" cy="23040"/>
          </a:xfrm>
          <a:custGeom>
            <a:avLst/>
            <a:gdLst/>
            <a:ahLst/>
            <a:rect l="0" t="0" r="r" b="b"/>
            <a:pathLst>
              <a:path w="631" h="64">
                <a:moveTo>
                  <a:pt x="0" y="64"/>
                </a:moveTo>
                <a:lnTo>
                  <a:pt x="630" y="0"/>
                </a:lnTo>
                <a:lnTo>
                  <a:pt x="631" y="0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" name=""/>
          <p:cNvSpPr/>
          <p:nvPr/>
        </p:nvSpPr>
        <p:spPr>
          <a:xfrm>
            <a:off x="2748240" y="2092320"/>
            <a:ext cx="225360" cy="23040"/>
          </a:xfrm>
          <a:custGeom>
            <a:avLst/>
            <a:gdLst/>
            <a:ahLst/>
            <a:rect l="0" t="0" r="r" b="b"/>
            <a:pathLst>
              <a:path w="626" h="64">
                <a:moveTo>
                  <a:pt x="0" y="64"/>
                </a:moveTo>
                <a:lnTo>
                  <a:pt x="626" y="0"/>
                </a:lnTo>
                <a:lnTo>
                  <a:pt x="626" y="1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8" name=""/>
          <p:cNvSpPr/>
          <p:nvPr/>
        </p:nvSpPr>
        <p:spPr>
          <a:xfrm>
            <a:off x="2750040" y="2092680"/>
            <a:ext cx="223560" cy="22680"/>
          </a:xfrm>
          <a:custGeom>
            <a:avLst/>
            <a:gdLst/>
            <a:ahLst/>
            <a:rect l="0" t="0" r="r" b="b"/>
            <a:pathLst>
              <a:path w="621" h="63">
                <a:moveTo>
                  <a:pt x="0" y="63"/>
                </a:moveTo>
                <a:lnTo>
                  <a:pt x="621" y="0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" name=""/>
          <p:cNvSpPr/>
          <p:nvPr/>
        </p:nvSpPr>
        <p:spPr>
          <a:xfrm>
            <a:off x="2751840" y="2092680"/>
            <a:ext cx="221760" cy="22680"/>
          </a:xfrm>
          <a:custGeom>
            <a:avLst/>
            <a:gdLst/>
            <a:ahLst/>
            <a:rect l="0" t="0" r="r" b="b"/>
            <a:pathLst>
              <a:path w="616" h="63">
                <a:moveTo>
                  <a:pt x="0" y="63"/>
                </a:moveTo>
                <a:lnTo>
                  <a:pt x="616" y="0"/>
                </a:lnTo>
                <a:lnTo>
                  <a:pt x="616" y="1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" name=""/>
          <p:cNvSpPr/>
          <p:nvPr/>
        </p:nvSpPr>
        <p:spPr>
          <a:xfrm>
            <a:off x="2753640" y="2093040"/>
            <a:ext cx="219960" cy="22320"/>
          </a:xfrm>
          <a:custGeom>
            <a:avLst/>
            <a:gdLst/>
            <a:ahLst/>
            <a:rect l="0" t="0" r="r" b="b"/>
            <a:pathLst>
              <a:path w="611" h="62">
                <a:moveTo>
                  <a:pt x="0" y="62"/>
                </a:moveTo>
                <a:lnTo>
                  <a:pt x="611" y="0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" name=""/>
          <p:cNvSpPr/>
          <p:nvPr/>
        </p:nvSpPr>
        <p:spPr>
          <a:xfrm>
            <a:off x="2755440" y="2093040"/>
            <a:ext cx="218160" cy="22320"/>
          </a:xfrm>
          <a:custGeom>
            <a:avLst/>
            <a:gdLst/>
            <a:ahLst/>
            <a:rect l="0" t="0" r="r" b="b"/>
            <a:pathLst>
              <a:path w="606" h="62">
                <a:moveTo>
                  <a:pt x="0" y="62"/>
                </a:moveTo>
                <a:lnTo>
                  <a:pt x="606" y="0"/>
                </a:lnTo>
                <a:lnTo>
                  <a:pt x="606" y="1"/>
                </a:lnTo>
                <a:lnTo>
                  <a:pt x="4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" name=""/>
          <p:cNvSpPr/>
          <p:nvPr/>
        </p:nvSpPr>
        <p:spPr>
          <a:xfrm>
            <a:off x="2756880" y="2093400"/>
            <a:ext cx="216720" cy="21960"/>
          </a:xfrm>
          <a:custGeom>
            <a:avLst/>
            <a:gdLst/>
            <a:ahLst/>
            <a:rect l="0" t="0" r="r" b="b"/>
            <a:pathLst>
              <a:path w="602" h="61">
                <a:moveTo>
                  <a:pt x="0" y="61"/>
                </a:moveTo>
                <a:lnTo>
                  <a:pt x="602" y="0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" name=""/>
          <p:cNvSpPr/>
          <p:nvPr/>
        </p:nvSpPr>
        <p:spPr>
          <a:xfrm>
            <a:off x="2758680" y="2093400"/>
            <a:ext cx="214920" cy="21960"/>
          </a:xfrm>
          <a:custGeom>
            <a:avLst/>
            <a:gdLst/>
            <a:ahLst/>
            <a:rect l="0" t="0" r="r" b="b"/>
            <a:pathLst>
              <a:path w="597" h="61">
                <a:moveTo>
                  <a:pt x="0" y="61"/>
                </a:moveTo>
                <a:lnTo>
                  <a:pt x="597" y="0"/>
                </a:lnTo>
                <a:lnTo>
                  <a:pt x="597" y="1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" name=""/>
          <p:cNvSpPr/>
          <p:nvPr/>
        </p:nvSpPr>
        <p:spPr>
          <a:xfrm>
            <a:off x="2760480" y="2093760"/>
            <a:ext cx="213120" cy="21600"/>
          </a:xfrm>
          <a:custGeom>
            <a:avLst/>
            <a:gdLst/>
            <a:ahLst/>
            <a:rect l="0" t="0" r="r" b="b"/>
            <a:pathLst>
              <a:path w="592" h="60">
                <a:moveTo>
                  <a:pt x="0" y="60"/>
                </a:moveTo>
                <a:lnTo>
                  <a:pt x="592" y="0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" name=""/>
          <p:cNvSpPr/>
          <p:nvPr/>
        </p:nvSpPr>
        <p:spPr>
          <a:xfrm>
            <a:off x="2762280" y="2093760"/>
            <a:ext cx="211320" cy="21600"/>
          </a:xfrm>
          <a:custGeom>
            <a:avLst/>
            <a:gdLst/>
            <a:ahLst/>
            <a:rect l="0" t="0" r="r" b="b"/>
            <a:pathLst>
              <a:path w="587" h="60">
                <a:moveTo>
                  <a:pt x="0" y="60"/>
                </a:moveTo>
                <a:lnTo>
                  <a:pt x="587" y="0"/>
                </a:lnTo>
                <a:lnTo>
                  <a:pt x="587" y="1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6" name=""/>
          <p:cNvSpPr/>
          <p:nvPr/>
        </p:nvSpPr>
        <p:spPr>
          <a:xfrm>
            <a:off x="2764080" y="2094120"/>
            <a:ext cx="209520" cy="21240"/>
          </a:xfrm>
          <a:custGeom>
            <a:avLst/>
            <a:gdLst/>
            <a:ahLst/>
            <a:rect l="0" t="0" r="r" b="b"/>
            <a:pathLst>
              <a:path w="582" h="59">
                <a:moveTo>
                  <a:pt x="0" y="59"/>
                </a:moveTo>
                <a:lnTo>
                  <a:pt x="582" y="0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" name=""/>
          <p:cNvSpPr/>
          <p:nvPr/>
        </p:nvSpPr>
        <p:spPr>
          <a:xfrm>
            <a:off x="2765880" y="2094120"/>
            <a:ext cx="207720" cy="21240"/>
          </a:xfrm>
          <a:custGeom>
            <a:avLst/>
            <a:gdLst/>
            <a:ahLst/>
            <a:rect l="0" t="0" r="r" b="b"/>
            <a:pathLst>
              <a:path w="577" h="59">
                <a:moveTo>
                  <a:pt x="0" y="59"/>
                </a:moveTo>
                <a:lnTo>
                  <a:pt x="577" y="0"/>
                </a:lnTo>
                <a:lnTo>
                  <a:pt x="577" y="1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" name=""/>
          <p:cNvSpPr/>
          <p:nvPr/>
        </p:nvSpPr>
        <p:spPr>
          <a:xfrm>
            <a:off x="2767680" y="2094480"/>
            <a:ext cx="205920" cy="20880"/>
          </a:xfrm>
          <a:custGeom>
            <a:avLst/>
            <a:gdLst/>
            <a:ahLst/>
            <a:rect l="0" t="0" r="r" b="b"/>
            <a:pathLst>
              <a:path w="572" h="58">
                <a:moveTo>
                  <a:pt x="0" y="58"/>
                </a:moveTo>
                <a:lnTo>
                  <a:pt x="572" y="0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" name=""/>
          <p:cNvSpPr/>
          <p:nvPr/>
        </p:nvSpPr>
        <p:spPr>
          <a:xfrm>
            <a:off x="2769480" y="2094480"/>
            <a:ext cx="204120" cy="20880"/>
          </a:xfrm>
          <a:custGeom>
            <a:avLst/>
            <a:gdLst/>
            <a:ahLst/>
            <a:rect l="0" t="0" r="r" b="b"/>
            <a:pathLst>
              <a:path w="567" h="58">
                <a:moveTo>
                  <a:pt x="0" y="58"/>
                </a:moveTo>
                <a:lnTo>
                  <a:pt x="567" y="0"/>
                </a:lnTo>
                <a:lnTo>
                  <a:pt x="567" y="1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" name=""/>
          <p:cNvSpPr/>
          <p:nvPr/>
        </p:nvSpPr>
        <p:spPr>
          <a:xfrm>
            <a:off x="2771280" y="2094840"/>
            <a:ext cx="202320" cy="20520"/>
          </a:xfrm>
          <a:custGeom>
            <a:avLst/>
            <a:gdLst/>
            <a:ahLst/>
            <a:rect l="0" t="0" r="r" b="b"/>
            <a:pathLst>
              <a:path w="562" h="57">
                <a:moveTo>
                  <a:pt x="0" y="57"/>
                </a:moveTo>
                <a:lnTo>
                  <a:pt x="562" y="0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" name=""/>
          <p:cNvSpPr/>
          <p:nvPr/>
        </p:nvSpPr>
        <p:spPr>
          <a:xfrm>
            <a:off x="2773080" y="2094840"/>
            <a:ext cx="200520" cy="20520"/>
          </a:xfrm>
          <a:custGeom>
            <a:avLst/>
            <a:gdLst/>
            <a:ahLst/>
            <a:rect l="0" t="0" r="r" b="b"/>
            <a:pathLst>
              <a:path w="557" h="57">
                <a:moveTo>
                  <a:pt x="0" y="57"/>
                </a:moveTo>
                <a:lnTo>
                  <a:pt x="557" y="0"/>
                </a:lnTo>
                <a:lnTo>
                  <a:pt x="557" y="1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" name=""/>
          <p:cNvSpPr/>
          <p:nvPr/>
        </p:nvSpPr>
        <p:spPr>
          <a:xfrm>
            <a:off x="2774880" y="2095200"/>
            <a:ext cx="198720" cy="20160"/>
          </a:xfrm>
          <a:custGeom>
            <a:avLst/>
            <a:gdLst/>
            <a:ahLst/>
            <a:rect l="0" t="0" r="r" b="b"/>
            <a:pathLst>
              <a:path w="552" h="56">
                <a:moveTo>
                  <a:pt x="0" y="56"/>
                </a:moveTo>
                <a:lnTo>
                  <a:pt x="552" y="0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" name=""/>
          <p:cNvSpPr/>
          <p:nvPr/>
        </p:nvSpPr>
        <p:spPr>
          <a:xfrm>
            <a:off x="2776680" y="2095200"/>
            <a:ext cx="196920" cy="20160"/>
          </a:xfrm>
          <a:custGeom>
            <a:avLst/>
            <a:gdLst/>
            <a:ahLst/>
            <a:rect l="0" t="0" r="r" b="b"/>
            <a:pathLst>
              <a:path w="547" h="56">
                <a:moveTo>
                  <a:pt x="0" y="56"/>
                </a:moveTo>
                <a:lnTo>
                  <a:pt x="547" y="0"/>
                </a:lnTo>
                <a:lnTo>
                  <a:pt x="547" y="1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" name=""/>
          <p:cNvSpPr/>
          <p:nvPr/>
        </p:nvSpPr>
        <p:spPr>
          <a:xfrm>
            <a:off x="2778480" y="2095560"/>
            <a:ext cx="195120" cy="19800"/>
          </a:xfrm>
          <a:custGeom>
            <a:avLst/>
            <a:gdLst/>
            <a:ahLst/>
            <a:rect l="0" t="0" r="r" b="b"/>
            <a:pathLst>
              <a:path w="542" h="55">
                <a:moveTo>
                  <a:pt x="0" y="55"/>
                </a:moveTo>
                <a:lnTo>
                  <a:pt x="542" y="0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5" name=""/>
          <p:cNvSpPr/>
          <p:nvPr/>
        </p:nvSpPr>
        <p:spPr>
          <a:xfrm>
            <a:off x="2779920" y="2095560"/>
            <a:ext cx="193680" cy="19800"/>
          </a:xfrm>
          <a:custGeom>
            <a:avLst/>
            <a:gdLst/>
            <a:ahLst/>
            <a:rect l="0" t="0" r="r" b="b"/>
            <a:pathLst>
              <a:path w="538" h="55">
                <a:moveTo>
                  <a:pt x="0" y="55"/>
                </a:moveTo>
                <a:lnTo>
                  <a:pt x="538" y="0"/>
                </a:lnTo>
                <a:lnTo>
                  <a:pt x="538" y="1"/>
                </a:lnTo>
                <a:lnTo>
                  <a:pt x="5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" name=""/>
          <p:cNvSpPr/>
          <p:nvPr/>
        </p:nvSpPr>
        <p:spPr>
          <a:xfrm>
            <a:off x="2781720" y="2095920"/>
            <a:ext cx="191880" cy="19440"/>
          </a:xfrm>
          <a:custGeom>
            <a:avLst/>
            <a:gdLst/>
            <a:ahLst/>
            <a:rect l="0" t="0" r="r" b="b"/>
            <a:pathLst>
              <a:path w="533" h="54">
                <a:moveTo>
                  <a:pt x="0" y="54"/>
                </a:moveTo>
                <a:lnTo>
                  <a:pt x="533" y="0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" name=""/>
          <p:cNvSpPr/>
          <p:nvPr/>
        </p:nvSpPr>
        <p:spPr>
          <a:xfrm>
            <a:off x="2783520" y="2095920"/>
            <a:ext cx="190080" cy="19440"/>
          </a:xfrm>
          <a:custGeom>
            <a:avLst/>
            <a:gdLst/>
            <a:ahLst/>
            <a:rect l="0" t="0" r="r" b="b"/>
            <a:pathLst>
              <a:path w="528" h="54">
                <a:moveTo>
                  <a:pt x="0" y="54"/>
                </a:moveTo>
                <a:lnTo>
                  <a:pt x="528" y="0"/>
                </a:lnTo>
                <a:lnTo>
                  <a:pt x="528" y="1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8" name=""/>
          <p:cNvSpPr/>
          <p:nvPr/>
        </p:nvSpPr>
        <p:spPr>
          <a:xfrm>
            <a:off x="2785320" y="2096280"/>
            <a:ext cx="188280" cy="19080"/>
          </a:xfrm>
          <a:custGeom>
            <a:avLst/>
            <a:gdLst/>
            <a:ahLst/>
            <a:rect l="0" t="0" r="r" b="b"/>
            <a:pathLst>
              <a:path w="523" h="53">
                <a:moveTo>
                  <a:pt x="0" y="53"/>
                </a:moveTo>
                <a:lnTo>
                  <a:pt x="523" y="0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" name=""/>
          <p:cNvSpPr/>
          <p:nvPr/>
        </p:nvSpPr>
        <p:spPr>
          <a:xfrm>
            <a:off x="2787120" y="2096280"/>
            <a:ext cx="186480" cy="19080"/>
          </a:xfrm>
          <a:custGeom>
            <a:avLst/>
            <a:gdLst/>
            <a:ahLst/>
            <a:rect l="0" t="0" r="r" b="b"/>
            <a:pathLst>
              <a:path w="518" h="53">
                <a:moveTo>
                  <a:pt x="0" y="53"/>
                </a:moveTo>
                <a:lnTo>
                  <a:pt x="518" y="0"/>
                </a:lnTo>
                <a:lnTo>
                  <a:pt x="518" y="1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0" name=""/>
          <p:cNvSpPr/>
          <p:nvPr/>
        </p:nvSpPr>
        <p:spPr>
          <a:xfrm>
            <a:off x="2788920" y="2096640"/>
            <a:ext cx="184680" cy="18720"/>
          </a:xfrm>
          <a:custGeom>
            <a:avLst/>
            <a:gdLst/>
            <a:ahLst/>
            <a:rect l="0" t="0" r="r" b="b"/>
            <a:pathLst>
              <a:path w="513" h="52">
                <a:moveTo>
                  <a:pt x="0" y="52"/>
                </a:moveTo>
                <a:lnTo>
                  <a:pt x="513" y="0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" name=""/>
          <p:cNvSpPr/>
          <p:nvPr/>
        </p:nvSpPr>
        <p:spPr>
          <a:xfrm>
            <a:off x="2790720" y="2096640"/>
            <a:ext cx="182880" cy="18720"/>
          </a:xfrm>
          <a:custGeom>
            <a:avLst/>
            <a:gdLst/>
            <a:ahLst/>
            <a:rect l="0" t="0" r="r" b="b"/>
            <a:pathLst>
              <a:path w="508" h="52">
                <a:moveTo>
                  <a:pt x="0" y="52"/>
                </a:moveTo>
                <a:lnTo>
                  <a:pt x="508" y="0"/>
                </a:lnTo>
                <a:lnTo>
                  <a:pt x="508" y="1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" name=""/>
          <p:cNvSpPr/>
          <p:nvPr/>
        </p:nvSpPr>
        <p:spPr>
          <a:xfrm>
            <a:off x="2792520" y="2097000"/>
            <a:ext cx="181080" cy="18360"/>
          </a:xfrm>
          <a:custGeom>
            <a:avLst/>
            <a:gdLst/>
            <a:ahLst/>
            <a:rect l="0" t="0" r="r" b="b"/>
            <a:pathLst>
              <a:path w="503" h="51">
                <a:moveTo>
                  <a:pt x="0" y="51"/>
                </a:moveTo>
                <a:lnTo>
                  <a:pt x="503" y="0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3" name=""/>
          <p:cNvSpPr/>
          <p:nvPr/>
        </p:nvSpPr>
        <p:spPr>
          <a:xfrm>
            <a:off x="2794320" y="2097000"/>
            <a:ext cx="179280" cy="18360"/>
          </a:xfrm>
          <a:custGeom>
            <a:avLst/>
            <a:gdLst/>
            <a:ahLst/>
            <a:rect l="0" t="0" r="r" b="b"/>
            <a:pathLst>
              <a:path w="498" h="51">
                <a:moveTo>
                  <a:pt x="0" y="51"/>
                </a:moveTo>
                <a:lnTo>
                  <a:pt x="498" y="0"/>
                </a:lnTo>
                <a:lnTo>
                  <a:pt x="498" y="1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4" name=""/>
          <p:cNvSpPr/>
          <p:nvPr/>
        </p:nvSpPr>
        <p:spPr>
          <a:xfrm>
            <a:off x="2796120" y="2097360"/>
            <a:ext cx="177480" cy="18000"/>
          </a:xfrm>
          <a:custGeom>
            <a:avLst/>
            <a:gdLst/>
            <a:ahLst/>
            <a:rect l="0" t="0" r="r" b="b"/>
            <a:pathLst>
              <a:path w="493" h="50">
                <a:moveTo>
                  <a:pt x="0" y="50"/>
                </a:moveTo>
                <a:lnTo>
                  <a:pt x="493" y="0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5" name=""/>
          <p:cNvSpPr/>
          <p:nvPr/>
        </p:nvSpPr>
        <p:spPr>
          <a:xfrm>
            <a:off x="2797920" y="2097360"/>
            <a:ext cx="175680" cy="18000"/>
          </a:xfrm>
          <a:custGeom>
            <a:avLst/>
            <a:gdLst/>
            <a:ahLst/>
            <a:rect l="0" t="0" r="r" b="b"/>
            <a:pathLst>
              <a:path w="488" h="50">
                <a:moveTo>
                  <a:pt x="0" y="50"/>
                </a:moveTo>
                <a:lnTo>
                  <a:pt x="488" y="0"/>
                </a:lnTo>
                <a:lnTo>
                  <a:pt x="488" y="1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6" name=""/>
          <p:cNvSpPr/>
          <p:nvPr/>
        </p:nvSpPr>
        <p:spPr>
          <a:xfrm>
            <a:off x="2799720" y="2097720"/>
            <a:ext cx="173880" cy="17640"/>
          </a:xfrm>
          <a:custGeom>
            <a:avLst/>
            <a:gdLst/>
            <a:ahLst/>
            <a:rect l="0" t="0" r="r" b="b"/>
            <a:pathLst>
              <a:path w="483" h="49">
                <a:moveTo>
                  <a:pt x="0" y="49"/>
                </a:moveTo>
                <a:lnTo>
                  <a:pt x="483" y="0"/>
                </a:lnTo>
                <a:lnTo>
                  <a:pt x="4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7" name=""/>
          <p:cNvSpPr/>
          <p:nvPr/>
        </p:nvSpPr>
        <p:spPr>
          <a:xfrm>
            <a:off x="2801160" y="2097720"/>
            <a:ext cx="172440" cy="17640"/>
          </a:xfrm>
          <a:custGeom>
            <a:avLst/>
            <a:gdLst/>
            <a:ahLst/>
            <a:rect l="0" t="0" r="r" b="b"/>
            <a:pathLst>
              <a:path w="479" h="49">
                <a:moveTo>
                  <a:pt x="0" y="49"/>
                </a:moveTo>
                <a:lnTo>
                  <a:pt x="479" y="0"/>
                </a:lnTo>
                <a:lnTo>
                  <a:pt x="479" y="1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8" name=""/>
          <p:cNvSpPr/>
          <p:nvPr/>
        </p:nvSpPr>
        <p:spPr>
          <a:xfrm>
            <a:off x="2802960" y="2098080"/>
            <a:ext cx="170640" cy="17280"/>
          </a:xfrm>
          <a:custGeom>
            <a:avLst/>
            <a:gdLst/>
            <a:ahLst/>
            <a:rect l="0" t="0" r="r" b="b"/>
            <a:pathLst>
              <a:path w="474" h="48">
                <a:moveTo>
                  <a:pt x="0" y="48"/>
                </a:moveTo>
                <a:lnTo>
                  <a:pt x="474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" name=""/>
          <p:cNvSpPr/>
          <p:nvPr/>
        </p:nvSpPr>
        <p:spPr>
          <a:xfrm>
            <a:off x="2804760" y="2098080"/>
            <a:ext cx="168840" cy="17280"/>
          </a:xfrm>
          <a:custGeom>
            <a:avLst/>
            <a:gdLst/>
            <a:ahLst/>
            <a:rect l="0" t="0" r="r" b="b"/>
            <a:pathLst>
              <a:path w="469" h="48">
                <a:moveTo>
                  <a:pt x="0" y="48"/>
                </a:moveTo>
                <a:lnTo>
                  <a:pt x="469" y="0"/>
                </a:lnTo>
                <a:lnTo>
                  <a:pt x="469" y="1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" name=""/>
          <p:cNvSpPr/>
          <p:nvPr/>
        </p:nvSpPr>
        <p:spPr>
          <a:xfrm>
            <a:off x="2806560" y="2098440"/>
            <a:ext cx="167040" cy="16920"/>
          </a:xfrm>
          <a:custGeom>
            <a:avLst/>
            <a:gdLst/>
            <a:ahLst/>
            <a:rect l="0" t="0" r="r" b="b"/>
            <a:pathLst>
              <a:path w="464" h="47">
                <a:moveTo>
                  <a:pt x="0" y="47"/>
                </a:moveTo>
                <a:lnTo>
                  <a:pt x="464" y="0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" name=""/>
          <p:cNvSpPr/>
          <p:nvPr/>
        </p:nvSpPr>
        <p:spPr>
          <a:xfrm>
            <a:off x="2808360" y="2098440"/>
            <a:ext cx="165240" cy="16920"/>
          </a:xfrm>
          <a:custGeom>
            <a:avLst/>
            <a:gdLst/>
            <a:ahLst/>
            <a:rect l="0" t="0" r="r" b="b"/>
            <a:pathLst>
              <a:path w="459" h="47">
                <a:moveTo>
                  <a:pt x="0" y="47"/>
                </a:moveTo>
                <a:lnTo>
                  <a:pt x="459" y="0"/>
                </a:lnTo>
                <a:lnTo>
                  <a:pt x="459" y="1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" name=""/>
          <p:cNvSpPr/>
          <p:nvPr/>
        </p:nvSpPr>
        <p:spPr>
          <a:xfrm>
            <a:off x="2810160" y="2098800"/>
            <a:ext cx="163440" cy="16560"/>
          </a:xfrm>
          <a:custGeom>
            <a:avLst/>
            <a:gdLst/>
            <a:ahLst/>
            <a:rect l="0" t="0" r="r" b="b"/>
            <a:pathLst>
              <a:path w="454" h="46">
                <a:moveTo>
                  <a:pt x="0" y="46"/>
                </a:moveTo>
                <a:lnTo>
                  <a:pt x="454" y="0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" name=""/>
          <p:cNvSpPr/>
          <p:nvPr/>
        </p:nvSpPr>
        <p:spPr>
          <a:xfrm>
            <a:off x="2811960" y="2098800"/>
            <a:ext cx="161640" cy="16560"/>
          </a:xfrm>
          <a:custGeom>
            <a:avLst/>
            <a:gdLst/>
            <a:ahLst/>
            <a:rect l="0" t="0" r="r" b="b"/>
            <a:pathLst>
              <a:path w="449" h="46">
                <a:moveTo>
                  <a:pt x="0" y="46"/>
                </a:moveTo>
                <a:lnTo>
                  <a:pt x="449" y="0"/>
                </a:lnTo>
                <a:lnTo>
                  <a:pt x="449" y="1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" name=""/>
          <p:cNvSpPr/>
          <p:nvPr/>
        </p:nvSpPr>
        <p:spPr>
          <a:xfrm>
            <a:off x="2813760" y="2099160"/>
            <a:ext cx="159840" cy="16200"/>
          </a:xfrm>
          <a:custGeom>
            <a:avLst/>
            <a:gdLst/>
            <a:ahLst/>
            <a:rect l="0" t="0" r="r" b="b"/>
            <a:pathLst>
              <a:path w="444" h="45">
                <a:moveTo>
                  <a:pt x="0" y="45"/>
                </a:moveTo>
                <a:lnTo>
                  <a:pt x="444" y="0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" name=""/>
          <p:cNvSpPr/>
          <p:nvPr/>
        </p:nvSpPr>
        <p:spPr>
          <a:xfrm>
            <a:off x="2815560" y="2099160"/>
            <a:ext cx="158040" cy="16200"/>
          </a:xfrm>
          <a:custGeom>
            <a:avLst/>
            <a:gdLst/>
            <a:ahLst/>
            <a:rect l="0" t="0" r="r" b="b"/>
            <a:pathLst>
              <a:path w="439" h="45">
                <a:moveTo>
                  <a:pt x="0" y="45"/>
                </a:moveTo>
                <a:lnTo>
                  <a:pt x="439" y="0"/>
                </a:lnTo>
                <a:lnTo>
                  <a:pt x="439" y="1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" name=""/>
          <p:cNvSpPr/>
          <p:nvPr/>
        </p:nvSpPr>
        <p:spPr>
          <a:xfrm>
            <a:off x="2817360" y="2099520"/>
            <a:ext cx="156240" cy="15840"/>
          </a:xfrm>
          <a:custGeom>
            <a:avLst/>
            <a:gdLst/>
            <a:ahLst/>
            <a:rect l="0" t="0" r="r" b="b"/>
            <a:pathLst>
              <a:path w="434" h="44">
                <a:moveTo>
                  <a:pt x="0" y="44"/>
                </a:moveTo>
                <a:lnTo>
                  <a:pt x="434" y="0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" name=""/>
          <p:cNvSpPr/>
          <p:nvPr/>
        </p:nvSpPr>
        <p:spPr>
          <a:xfrm>
            <a:off x="2819160" y="2099520"/>
            <a:ext cx="154440" cy="15840"/>
          </a:xfrm>
          <a:custGeom>
            <a:avLst/>
            <a:gdLst/>
            <a:ahLst/>
            <a:rect l="0" t="0" r="r" b="b"/>
            <a:pathLst>
              <a:path w="429" h="44">
                <a:moveTo>
                  <a:pt x="0" y="44"/>
                </a:moveTo>
                <a:lnTo>
                  <a:pt x="429" y="0"/>
                </a:lnTo>
                <a:lnTo>
                  <a:pt x="429" y="1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" name=""/>
          <p:cNvSpPr/>
          <p:nvPr/>
        </p:nvSpPr>
        <p:spPr>
          <a:xfrm>
            <a:off x="2820960" y="2099880"/>
            <a:ext cx="152640" cy="15480"/>
          </a:xfrm>
          <a:custGeom>
            <a:avLst/>
            <a:gdLst/>
            <a:ahLst/>
            <a:rect l="0" t="0" r="r" b="b"/>
            <a:pathLst>
              <a:path w="424" h="43">
                <a:moveTo>
                  <a:pt x="0" y="43"/>
                </a:moveTo>
                <a:lnTo>
                  <a:pt x="424" y="0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" name=""/>
          <p:cNvSpPr/>
          <p:nvPr/>
        </p:nvSpPr>
        <p:spPr>
          <a:xfrm>
            <a:off x="2822760" y="2099880"/>
            <a:ext cx="150840" cy="15480"/>
          </a:xfrm>
          <a:custGeom>
            <a:avLst/>
            <a:gdLst/>
            <a:ahLst/>
            <a:rect l="0" t="0" r="r" b="b"/>
            <a:pathLst>
              <a:path w="419" h="43">
                <a:moveTo>
                  <a:pt x="0" y="43"/>
                </a:moveTo>
                <a:lnTo>
                  <a:pt x="419" y="0"/>
                </a:lnTo>
                <a:lnTo>
                  <a:pt x="419" y="1"/>
                </a:lnTo>
                <a:lnTo>
                  <a:pt x="4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" name=""/>
          <p:cNvSpPr/>
          <p:nvPr/>
        </p:nvSpPr>
        <p:spPr>
          <a:xfrm>
            <a:off x="2824200" y="2100240"/>
            <a:ext cx="149400" cy="15120"/>
          </a:xfrm>
          <a:custGeom>
            <a:avLst/>
            <a:gdLst/>
            <a:ahLst/>
            <a:rect l="0" t="0" r="r" b="b"/>
            <a:pathLst>
              <a:path w="415" h="42">
                <a:moveTo>
                  <a:pt x="0" y="42"/>
                </a:moveTo>
                <a:lnTo>
                  <a:pt x="415" y="0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" name=""/>
          <p:cNvSpPr/>
          <p:nvPr/>
        </p:nvSpPr>
        <p:spPr>
          <a:xfrm>
            <a:off x="2826000" y="2100240"/>
            <a:ext cx="147600" cy="15120"/>
          </a:xfrm>
          <a:custGeom>
            <a:avLst/>
            <a:gdLst/>
            <a:ahLst/>
            <a:rect l="0" t="0" r="r" b="b"/>
            <a:pathLst>
              <a:path w="410" h="42">
                <a:moveTo>
                  <a:pt x="0" y="42"/>
                </a:moveTo>
                <a:lnTo>
                  <a:pt x="410" y="0"/>
                </a:lnTo>
                <a:lnTo>
                  <a:pt x="410" y="1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" name=""/>
          <p:cNvSpPr/>
          <p:nvPr/>
        </p:nvSpPr>
        <p:spPr>
          <a:xfrm>
            <a:off x="2827800" y="2100600"/>
            <a:ext cx="145800" cy="14760"/>
          </a:xfrm>
          <a:custGeom>
            <a:avLst/>
            <a:gdLst/>
            <a:ahLst/>
            <a:rect l="0" t="0" r="r" b="b"/>
            <a:pathLst>
              <a:path w="405" h="41">
                <a:moveTo>
                  <a:pt x="0" y="41"/>
                </a:moveTo>
                <a:lnTo>
                  <a:pt x="405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" name=""/>
          <p:cNvSpPr/>
          <p:nvPr/>
        </p:nvSpPr>
        <p:spPr>
          <a:xfrm>
            <a:off x="2829600" y="2100600"/>
            <a:ext cx="144000" cy="14760"/>
          </a:xfrm>
          <a:custGeom>
            <a:avLst/>
            <a:gdLst/>
            <a:ahLst/>
            <a:rect l="0" t="0" r="r" b="b"/>
            <a:pathLst>
              <a:path w="400" h="41">
                <a:moveTo>
                  <a:pt x="0" y="41"/>
                </a:moveTo>
                <a:lnTo>
                  <a:pt x="400" y="0"/>
                </a:lnTo>
                <a:lnTo>
                  <a:pt x="400" y="1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4" name=""/>
          <p:cNvSpPr/>
          <p:nvPr/>
        </p:nvSpPr>
        <p:spPr>
          <a:xfrm>
            <a:off x="2831400" y="2100960"/>
            <a:ext cx="142200" cy="14400"/>
          </a:xfrm>
          <a:custGeom>
            <a:avLst/>
            <a:gdLst/>
            <a:ahLst/>
            <a:rect l="0" t="0" r="r" b="b"/>
            <a:pathLst>
              <a:path w="395" h="40">
                <a:moveTo>
                  <a:pt x="0" y="40"/>
                </a:moveTo>
                <a:lnTo>
                  <a:pt x="395" y="0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5" name=""/>
          <p:cNvSpPr/>
          <p:nvPr/>
        </p:nvSpPr>
        <p:spPr>
          <a:xfrm>
            <a:off x="2833200" y="2100960"/>
            <a:ext cx="140400" cy="14400"/>
          </a:xfrm>
          <a:custGeom>
            <a:avLst/>
            <a:gdLst/>
            <a:ahLst/>
            <a:rect l="0" t="0" r="r" b="b"/>
            <a:pathLst>
              <a:path w="390" h="40">
                <a:moveTo>
                  <a:pt x="0" y="40"/>
                </a:moveTo>
                <a:lnTo>
                  <a:pt x="390" y="0"/>
                </a:lnTo>
                <a:lnTo>
                  <a:pt x="390" y="1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6" name=""/>
          <p:cNvSpPr/>
          <p:nvPr/>
        </p:nvSpPr>
        <p:spPr>
          <a:xfrm>
            <a:off x="2835000" y="2101320"/>
            <a:ext cx="138600" cy="14040"/>
          </a:xfrm>
          <a:custGeom>
            <a:avLst/>
            <a:gdLst/>
            <a:ahLst/>
            <a:rect l="0" t="0" r="r" b="b"/>
            <a:pathLst>
              <a:path w="385" h="39">
                <a:moveTo>
                  <a:pt x="0" y="39"/>
                </a:moveTo>
                <a:lnTo>
                  <a:pt x="385" y="0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7" name=""/>
          <p:cNvSpPr/>
          <p:nvPr/>
        </p:nvSpPr>
        <p:spPr>
          <a:xfrm>
            <a:off x="2836800" y="2101320"/>
            <a:ext cx="136800" cy="14040"/>
          </a:xfrm>
          <a:custGeom>
            <a:avLst/>
            <a:gdLst/>
            <a:ahLst/>
            <a:rect l="0" t="0" r="r" b="b"/>
            <a:pathLst>
              <a:path w="380" h="39">
                <a:moveTo>
                  <a:pt x="0" y="39"/>
                </a:moveTo>
                <a:lnTo>
                  <a:pt x="380" y="0"/>
                </a:lnTo>
                <a:lnTo>
                  <a:pt x="380" y="1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8" name=""/>
          <p:cNvSpPr/>
          <p:nvPr/>
        </p:nvSpPr>
        <p:spPr>
          <a:xfrm>
            <a:off x="2838600" y="2101680"/>
            <a:ext cx="135000" cy="13680"/>
          </a:xfrm>
          <a:custGeom>
            <a:avLst/>
            <a:gdLst/>
            <a:ahLst/>
            <a:rect l="0" t="0" r="r" b="b"/>
            <a:pathLst>
              <a:path w="375" h="38">
                <a:moveTo>
                  <a:pt x="0" y="38"/>
                </a:moveTo>
                <a:lnTo>
                  <a:pt x="375" y="0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9" name=""/>
          <p:cNvSpPr/>
          <p:nvPr/>
        </p:nvSpPr>
        <p:spPr>
          <a:xfrm>
            <a:off x="2840400" y="2101680"/>
            <a:ext cx="133200" cy="13680"/>
          </a:xfrm>
          <a:custGeom>
            <a:avLst/>
            <a:gdLst/>
            <a:ahLst/>
            <a:rect l="0" t="0" r="r" b="b"/>
            <a:pathLst>
              <a:path w="370" h="38">
                <a:moveTo>
                  <a:pt x="0" y="38"/>
                </a:moveTo>
                <a:lnTo>
                  <a:pt x="370" y="0"/>
                </a:lnTo>
                <a:lnTo>
                  <a:pt x="370" y="1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" name=""/>
          <p:cNvSpPr/>
          <p:nvPr/>
        </p:nvSpPr>
        <p:spPr>
          <a:xfrm>
            <a:off x="2842200" y="2102040"/>
            <a:ext cx="131400" cy="13320"/>
          </a:xfrm>
          <a:custGeom>
            <a:avLst/>
            <a:gdLst/>
            <a:ahLst/>
            <a:rect l="0" t="0" r="r" b="b"/>
            <a:pathLst>
              <a:path w="365" h="37">
                <a:moveTo>
                  <a:pt x="0" y="37"/>
                </a:moveTo>
                <a:lnTo>
                  <a:pt x="365" y="0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" name=""/>
          <p:cNvSpPr/>
          <p:nvPr/>
        </p:nvSpPr>
        <p:spPr>
          <a:xfrm>
            <a:off x="2844000" y="2102040"/>
            <a:ext cx="129600" cy="13320"/>
          </a:xfrm>
          <a:custGeom>
            <a:avLst/>
            <a:gdLst/>
            <a:ahLst/>
            <a:rect l="0" t="0" r="r" b="b"/>
            <a:pathLst>
              <a:path w="360" h="37">
                <a:moveTo>
                  <a:pt x="0" y="37"/>
                </a:moveTo>
                <a:lnTo>
                  <a:pt x="360" y="0"/>
                </a:lnTo>
                <a:lnTo>
                  <a:pt x="360" y="1"/>
                </a:lnTo>
                <a:lnTo>
                  <a:pt x="4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" name=""/>
          <p:cNvSpPr/>
          <p:nvPr/>
        </p:nvSpPr>
        <p:spPr>
          <a:xfrm>
            <a:off x="2845440" y="2102400"/>
            <a:ext cx="128160" cy="12960"/>
          </a:xfrm>
          <a:custGeom>
            <a:avLst/>
            <a:gdLst/>
            <a:ahLst/>
            <a:rect l="0" t="0" r="r" b="b"/>
            <a:pathLst>
              <a:path w="356" h="36">
                <a:moveTo>
                  <a:pt x="0" y="36"/>
                </a:moveTo>
                <a:lnTo>
                  <a:pt x="356" y="0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" name=""/>
          <p:cNvSpPr/>
          <p:nvPr/>
        </p:nvSpPr>
        <p:spPr>
          <a:xfrm>
            <a:off x="2847240" y="2102400"/>
            <a:ext cx="126360" cy="12960"/>
          </a:xfrm>
          <a:custGeom>
            <a:avLst/>
            <a:gdLst/>
            <a:ahLst/>
            <a:rect l="0" t="0" r="r" b="b"/>
            <a:pathLst>
              <a:path w="351" h="36">
                <a:moveTo>
                  <a:pt x="0" y="36"/>
                </a:moveTo>
                <a:lnTo>
                  <a:pt x="351" y="0"/>
                </a:lnTo>
                <a:lnTo>
                  <a:pt x="351" y="1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" name=""/>
          <p:cNvSpPr/>
          <p:nvPr/>
        </p:nvSpPr>
        <p:spPr>
          <a:xfrm>
            <a:off x="2849040" y="2102760"/>
            <a:ext cx="124560" cy="12600"/>
          </a:xfrm>
          <a:custGeom>
            <a:avLst/>
            <a:gdLst/>
            <a:ahLst/>
            <a:rect l="0" t="0" r="r" b="b"/>
            <a:pathLst>
              <a:path w="346" h="35">
                <a:moveTo>
                  <a:pt x="0" y="35"/>
                </a:moveTo>
                <a:lnTo>
                  <a:pt x="346" y="0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" name=""/>
          <p:cNvSpPr/>
          <p:nvPr/>
        </p:nvSpPr>
        <p:spPr>
          <a:xfrm>
            <a:off x="2850840" y="2102760"/>
            <a:ext cx="122760" cy="12600"/>
          </a:xfrm>
          <a:custGeom>
            <a:avLst/>
            <a:gdLst/>
            <a:ahLst/>
            <a:rect l="0" t="0" r="r" b="b"/>
            <a:pathLst>
              <a:path w="341" h="35">
                <a:moveTo>
                  <a:pt x="0" y="35"/>
                </a:moveTo>
                <a:lnTo>
                  <a:pt x="341" y="0"/>
                </a:lnTo>
                <a:lnTo>
                  <a:pt x="341" y="1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" name=""/>
          <p:cNvSpPr/>
          <p:nvPr/>
        </p:nvSpPr>
        <p:spPr>
          <a:xfrm>
            <a:off x="2852640" y="2103120"/>
            <a:ext cx="120960" cy="12240"/>
          </a:xfrm>
          <a:custGeom>
            <a:avLst/>
            <a:gdLst/>
            <a:ahLst/>
            <a:rect l="0" t="0" r="r" b="b"/>
            <a:pathLst>
              <a:path w="336" h="34">
                <a:moveTo>
                  <a:pt x="0" y="34"/>
                </a:moveTo>
                <a:lnTo>
                  <a:pt x="336" y="0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" name=""/>
          <p:cNvSpPr/>
          <p:nvPr/>
        </p:nvSpPr>
        <p:spPr>
          <a:xfrm>
            <a:off x="2854440" y="2103120"/>
            <a:ext cx="119160" cy="12240"/>
          </a:xfrm>
          <a:custGeom>
            <a:avLst/>
            <a:gdLst/>
            <a:ahLst/>
            <a:rect l="0" t="0" r="r" b="b"/>
            <a:pathLst>
              <a:path w="331" h="34">
                <a:moveTo>
                  <a:pt x="0" y="34"/>
                </a:moveTo>
                <a:lnTo>
                  <a:pt x="331" y="0"/>
                </a:lnTo>
                <a:lnTo>
                  <a:pt x="331" y="1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" name=""/>
          <p:cNvSpPr/>
          <p:nvPr/>
        </p:nvSpPr>
        <p:spPr>
          <a:xfrm>
            <a:off x="2856240" y="2103480"/>
            <a:ext cx="117360" cy="11880"/>
          </a:xfrm>
          <a:custGeom>
            <a:avLst/>
            <a:gdLst/>
            <a:ahLst/>
            <a:rect l="0" t="0" r="r" b="b"/>
            <a:pathLst>
              <a:path w="326" h="33">
                <a:moveTo>
                  <a:pt x="0" y="33"/>
                </a:moveTo>
                <a:lnTo>
                  <a:pt x="326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9" name=""/>
          <p:cNvSpPr/>
          <p:nvPr/>
        </p:nvSpPr>
        <p:spPr>
          <a:xfrm>
            <a:off x="2858040" y="2103480"/>
            <a:ext cx="115560" cy="11880"/>
          </a:xfrm>
          <a:custGeom>
            <a:avLst/>
            <a:gdLst/>
            <a:ahLst/>
            <a:rect l="0" t="0" r="r" b="b"/>
            <a:pathLst>
              <a:path w="321" h="33">
                <a:moveTo>
                  <a:pt x="0" y="33"/>
                </a:moveTo>
                <a:lnTo>
                  <a:pt x="321" y="0"/>
                </a:lnTo>
                <a:lnTo>
                  <a:pt x="321" y="1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0" name=""/>
          <p:cNvSpPr/>
          <p:nvPr/>
        </p:nvSpPr>
        <p:spPr>
          <a:xfrm>
            <a:off x="2859840" y="2103840"/>
            <a:ext cx="113760" cy="11520"/>
          </a:xfrm>
          <a:custGeom>
            <a:avLst/>
            <a:gdLst/>
            <a:ahLst/>
            <a:rect l="0" t="0" r="r" b="b"/>
            <a:pathLst>
              <a:path w="316" h="32">
                <a:moveTo>
                  <a:pt x="0" y="32"/>
                </a:moveTo>
                <a:lnTo>
                  <a:pt x="316" y="0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1" name=""/>
          <p:cNvSpPr/>
          <p:nvPr/>
        </p:nvSpPr>
        <p:spPr>
          <a:xfrm>
            <a:off x="2861640" y="2103840"/>
            <a:ext cx="111960" cy="11520"/>
          </a:xfrm>
          <a:custGeom>
            <a:avLst/>
            <a:gdLst/>
            <a:ahLst/>
            <a:rect l="0" t="0" r="r" b="b"/>
            <a:pathLst>
              <a:path w="311" h="32">
                <a:moveTo>
                  <a:pt x="0" y="32"/>
                </a:moveTo>
                <a:lnTo>
                  <a:pt x="311" y="0"/>
                </a:lnTo>
                <a:lnTo>
                  <a:pt x="311" y="1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2" name=""/>
          <p:cNvSpPr/>
          <p:nvPr/>
        </p:nvSpPr>
        <p:spPr>
          <a:xfrm>
            <a:off x="2863440" y="2104200"/>
            <a:ext cx="110160" cy="11160"/>
          </a:xfrm>
          <a:custGeom>
            <a:avLst/>
            <a:gdLst/>
            <a:ahLst/>
            <a:rect l="0" t="0" r="r" b="b"/>
            <a:pathLst>
              <a:path w="306" h="31">
                <a:moveTo>
                  <a:pt x="0" y="31"/>
                </a:moveTo>
                <a:lnTo>
                  <a:pt x="306" y="0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3" name=""/>
          <p:cNvSpPr/>
          <p:nvPr/>
        </p:nvSpPr>
        <p:spPr>
          <a:xfrm>
            <a:off x="2865240" y="2104200"/>
            <a:ext cx="108360" cy="11160"/>
          </a:xfrm>
          <a:custGeom>
            <a:avLst/>
            <a:gdLst/>
            <a:ahLst/>
            <a:rect l="0" t="0" r="r" b="b"/>
            <a:pathLst>
              <a:path w="301" h="31">
                <a:moveTo>
                  <a:pt x="0" y="31"/>
                </a:moveTo>
                <a:lnTo>
                  <a:pt x="301" y="0"/>
                </a:lnTo>
                <a:lnTo>
                  <a:pt x="301" y="1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4" name=""/>
          <p:cNvSpPr/>
          <p:nvPr/>
        </p:nvSpPr>
        <p:spPr>
          <a:xfrm>
            <a:off x="2867040" y="2104560"/>
            <a:ext cx="106560" cy="10800"/>
          </a:xfrm>
          <a:custGeom>
            <a:avLst/>
            <a:gdLst/>
            <a:ahLst/>
            <a:rect l="0" t="0" r="r" b="b"/>
            <a:pathLst>
              <a:path w="296" h="30">
                <a:moveTo>
                  <a:pt x="0" y="30"/>
                </a:moveTo>
                <a:lnTo>
                  <a:pt x="296" y="0"/>
                </a:lnTo>
                <a:lnTo>
                  <a:pt x="4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5" name=""/>
          <p:cNvSpPr/>
          <p:nvPr/>
        </p:nvSpPr>
        <p:spPr>
          <a:xfrm>
            <a:off x="2868480" y="2104560"/>
            <a:ext cx="105120" cy="10800"/>
          </a:xfrm>
          <a:custGeom>
            <a:avLst/>
            <a:gdLst/>
            <a:ahLst/>
            <a:rect l="0" t="0" r="r" b="b"/>
            <a:pathLst>
              <a:path w="292" h="30">
                <a:moveTo>
                  <a:pt x="0" y="30"/>
                </a:moveTo>
                <a:lnTo>
                  <a:pt x="292" y="0"/>
                </a:lnTo>
                <a:lnTo>
                  <a:pt x="292" y="1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6" name=""/>
          <p:cNvSpPr/>
          <p:nvPr/>
        </p:nvSpPr>
        <p:spPr>
          <a:xfrm>
            <a:off x="2870280" y="2104920"/>
            <a:ext cx="103320" cy="10440"/>
          </a:xfrm>
          <a:custGeom>
            <a:avLst/>
            <a:gdLst/>
            <a:ahLst/>
            <a:rect l="0" t="0" r="r" b="b"/>
            <a:pathLst>
              <a:path w="287" h="29">
                <a:moveTo>
                  <a:pt x="0" y="29"/>
                </a:moveTo>
                <a:lnTo>
                  <a:pt x="287" y="0"/>
                </a:lnTo>
                <a:lnTo>
                  <a:pt x="5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7" name=""/>
          <p:cNvSpPr/>
          <p:nvPr/>
        </p:nvSpPr>
        <p:spPr>
          <a:xfrm>
            <a:off x="2872080" y="2104920"/>
            <a:ext cx="101520" cy="10440"/>
          </a:xfrm>
          <a:custGeom>
            <a:avLst/>
            <a:gdLst/>
            <a:ahLst/>
            <a:rect l="0" t="0" r="r" b="b"/>
            <a:pathLst>
              <a:path w="282" h="29">
                <a:moveTo>
                  <a:pt x="0" y="29"/>
                </a:moveTo>
                <a:lnTo>
                  <a:pt x="282" y="0"/>
                </a:lnTo>
                <a:lnTo>
                  <a:pt x="282" y="1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8" name=""/>
          <p:cNvSpPr/>
          <p:nvPr/>
        </p:nvSpPr>
        <p:spPr>
          <a:xfrm>
            <a:off x="2873880" y="2105280"/>
            <a:ext cx="99720" cy="10080"/>
          </a:xfrm>
          <a:custGeom>
            <a:avLst/>
            <a:gdLst/>
            <a:ahLst/>
            <a:rect l="0" t="0" r="r" b="b"/>
            <a:pathLst>
              <a:path w="277" h="28">
                <a:moveTo>
                  <a:pt x="0" y="28"/>
                </a:moveTo>
                <a:lnTo>
                  <a:pt x="277" y="0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9" name=""/>
          <p:cNvSpPr/>
          <p:nvPr/>
        </p:nvSpPr>
        <p:spPr>
          <a:xfrm>
            <a:off x="2875680" y="2105280"/>
            <a:ext cx="97920" cy="10080"/>
          </a:xfrm>
          <a:custGeom>
            <a:avLst/>
            <a:gdLst/>
            <a:ahLst/>
            <a:rect l="0" t="0" r="r" b="b"/>
            <a:pathLst>
              <a:path w="272" h="28">
                <a:moveTo>
                  <a:pt x="0" y="28"/>
                </a:moveTo>
                <a:lnTo>
                  <a:pt x="272" y="0"/>
                </a:lnTo>
                <a:lnTo>
                  <a:pt x="272" y="1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0" name=""/>
          <p:cNvSpPr/>
          <p:nvPr/>
        </p:nvSpPr>
        <p:spPr>
          <a:xfrm>
            <a:off x="2877480" y="2105640"/>
            <a:ext cx="96120" cy="9720"/>
          </a:xfrm>
          <a:custGeom>
            <a:avLst/>
            <a:gdLst/>
            <a:ahLst/>
            <a:rect l="0" t="0" r="r" b="b"/>
            <a:pathLst>
              <a:path w="267" h="27">
                <a:moveTo>
                  <a:pt x="0" y="27"/>
                </a:moveTo>
                <a:lnTo>
                  <a:pt x="267" y="0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1" name=""/>
          <p:cNvSpPr/>
          <p:nvPr/>
        </p:nvSpPr>
        <p:spPr>
          <a:xfrm>
            <a:off x="2879280" y="2105640"/>
            <a:ext cx="94320" cy="9720"/>
          </a:xfrm>
          <a:custGeom>
            <a:avLst/>
            <a:gdLst/>
            <a:ahLst/>
            <a:rect l="0" t="0" r="r" b="b"/>
            <a:pathLst>
              <a:path w="262" h="27">
                <a:moveTo>
                  <a:pt x="0" y="27"/>
                </a:moveTo>
                <a:lnTo>
                  <a:pt x="262" y="0"/>
                </a:lnTo>
                <a:lnTo>
                  <a:pt x="262" y="1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" name=""/>
          <p:cNvSpPr/>
          <p:nvPr/>
        </p:nvSpPr>
        <p:spPr>
          <a:xfrm>
            <a:off x="2881080" y="2106000"/>
            <a:ext cx="92520" cy="9360"/>
          </a:xfrm>
          <a:custGeom>
            <a:avLst/>
            <a:gdLst/>
            <a:ahLst/>
            <a:rect l="0" t="0" r="r" b="b"/>
            <a:pathLst>
              <a:path w="257" h="26">
                <a:moveTo>
                  <a:pt x="0" y="26"/>
                </a:moveTo>
                <a:lnTo>
                  <a:pt x="257" y="0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" name=""/>
          <p:cNvSpPr/>
          <p:nvPr/>
        </p:nvSpPr>
        <p:spPr>
          <a:xfrm>
            <a:off x="2882880" y="2106000"/>
            <a:ext cx="90720" cy="9360"/>
          </a:xfrm>
          <a:custGeom>
            <a:avLst/>
            <a:gdLst/>
            <a:ahLst/>
            <a:rect l="0" t="0" r="r" b="b"/>
            <a:pathLst>
              <a:path w="252" h="26">
                <a:moveTo>
                  <a:pt x="0" y="26"/>
                </a:moveTo>
                <a:lnTo>
                  <a:pt x="252" y="0"/>
                </a:lnTo>
                <a:lnTo>
                  <a:pt x="252" y="1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" name=""/>
          <p:cNvSpPr/>
          <p:nvPr/>
        </p:nvSpPr>
        <p:spPr>
          <a:xfrm>
            <a:off x="2884680" y="2106360"/>
            <a:ext cx="88920" cy="9000"/>
          </a:xfrm>
          <a:custGeom>
            <a:avLst/>
            <a:gdLst/>
            <a:ahLst/>
            <a:rect l="0" t="0" r="r" b="b"/>
            <a:pathLst>
              <a:path w="247" h="25">
                <a:moveTo>
                  <a:pt x="0" y="25"/>
                </a:moveTo>
                <a:lnTo>
                  <a:pt x="247" y="0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" name=""/>
          <p:cNvSpPr/>
          <p:nvPr/>
        </p:nvSpPr>
        <p:spPr>
          <a:xfrm>
            <a:off x="2886480" y="2106360"/>
            <a:ext cx="87120" cy="9000"/>
          </a:xfrm>
          <a:custGeom>
            <a:avLst/>
            <a:gdLst/>
            <a:ahLst/>
            <a:rect l="0" t="0" r="r" b="b"/>
            <a:pathLst>
              <a:path w="242" h="25">
                <a:moveTo>
                  <a:pt x="0" y="25"/>
                </a:moveTo>
                <a:lnTo>
                  <a:pt x="242" y="0"/>
                </a:lnTo>
                <a:lnTo>
                  <a:pt x="242" y="1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" name=""/>
          <p:cNvSpPr/>
          <p:nvPr/>
        </p:nvSpPr>
        <p:spPr>
          <a:xfrm>
            <a:off x="2888280" y="2106720"/>
            <a:ext cx="85320" cy="8640"/>
          </a:xfrm>
          <a:custGeom>
            <a:avLst/>
            <a:gdLst/>
            <a:ahLst/>
            <a:rect l="0" t="0" r="r" b="b"/>
            <a:pathLst>
              <a:path w="237" h="24">
                <a:moveTo>
                  <a:pt x="0" y="24"/>
                </a:moveTo>
                <a:lnTo>
                  <a:pt x="237" y="0"/>
                </a:lnTo>
                <a:lnTo>
                  <a:pt x="4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" name=""/>
          <p:cNvSpPr/>
          <p:nvPr/>
        </p:nvSpPr>
        <p:spPr>
          <a:xfrm>
            <a:off x="2889720" y="2106720"/>
            <a:ext cx="83880" cy="8640"/>
          </a:xfrm>
          <a:custGeom>
            <a:avLst/>
            <a:gdLst/>
            <a:ahLst/>
            <a:rect l="0" t="0" r="r" b="b"/>
            <a:pathLst>
              <a:path w="233" h="24">
                <a:moveTo>
                  <a:pt x="0" y="24"/>
                </a:moveTo>
                <a:lnTo>
                  <a:pt x="233" y="0"/>
                </a:lnTo>
                <a:lnTo>
                  <a:pt x="233" y="1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" name=""/>
          <p:cNvSpPr/>
          <p:nvPr/>
        </p:nvSpPr>
        <p:spPr>
          <a:xfrm>
            <a:off x="2891520" y="2107080"/>
            <a:ext cx="82080" cy="8280"/>
          </a:xfrm>
          <a:custGeom>
            <a:avLst/>
            <a:gdLst/>
            <a:ahLst/>
            <a:rect l="0" t="0" r="r" b="b"/>
            <a:pathLst>
              <a:path w="228" h="23">
                <a:moveTo>
                  <a:pt x="0" y="23"/>
                </a:moveTo>
                <a:lnTo>
                  <a:pt x="228" y="0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" name=""/>
          <p:cNvSpPr/>
          <p:nvPr/>
        </p:nvSpPr>
        <p:spPr>
          <a:xfrm>
            <a:off x="2893320" y="2107080"/>
            <a:ext cx="80280" cy="8280"/>
          </a:xfrm>
          <a:custGeom>
            <a:avLst/>
            <a:gdLst/>
            <a:ahLst/>
            <a:rect l="0" t="0" r="r" b="b"/>
            <a:pathLst>
              <a:path w="223" h="23">
                <a:moveTo>
                  <a:pt x="0" y="23"/>
                </a:moveTo>
                <a:lnTo>
                  <a:pt x="223" y="0"/>
                </a:lnTo>
                <a:lnTo>
                  <a:pt x="223" y="1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" name=""/>
          <p:cNvSpPr/>
          <p:nvPr/>
        </p:nvSpPr>
        <p:spPr>
          <a:xfrm>
            <a:off x="2895120" y="2107440"/>
            <a:ext cx="78480" cy="7920"/>
          </a:xfrm>
          <a:custGeom>
            <a:avLst/>
            <a:gdLst/>
            <a:ahLst/>
            <a:rect l="0" t="0" r="r" b="b"/>
            <a:pathLst>
              <a:path w="218" h="22">
                <a:moveTo>
                  <a:pt x="0" y="22"/>
                </a:moveTo>
                <a:lnTo>
                  <a:pt x="218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" name=""/>
          <p:cNvSpPr/>
          <p:nvPr/>
        </p:nvSpPr>
        <p:spPr>
          <a:xfrm>
            <a:off x="2896920" y="2107440"/>
            <a:ext cx="76680" cy="7920"/>
          </a:xfrm>
          <a:custGeom>
            <a:avLst/>
            <a:gdLst/>
            <a:ahLst/>
            <a:rect l="0" t="0" r="r" b="b"/>
            <a:pathLst>
              <a:path w="213" h="22">
                <a:moveTo>
                  <a:pt x="0" y="22"/>
                </a:moveTo>
                <a:lnTo>
                  <a:pt x="213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2" name=""/>
          <p:cNvSpPr/>
          <p:nvPr/>
        </p:nvSpPr>
        <p:spPr>
          <a:xfrm>
            <a:off x="2898720" y="2107440"/>
            <a:ext cx="74880" cy="7920"/>
          </a:xfrm>
          <a:custGeom>
            <a:avLst/>
            <a:gdLst/>
            <a:ahLst/>
            <a:rect l="0" t="0" r="r" b="b"/>
            <a:pathLst>
              <a:path w="208" h="22">
                <a:moveTo>
                  <a:pt x="0" y="22"/>
                </a:moveTo>
                <a:lnTo>
                  <a:pt x="208" y="0"/>
                </a:lnTo>
                <a:lnTo>
                  <a:pt x="208" y="1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3" name=""/>
          <p:cNvSpPr/>
          <p:nvPr/>
        </p:nvSpPr>
        <p:spPr>
          <a:xfrm>
            <a:off x="2900520" y="2107800"/>
            <a:ext cx="73080" cy="7560"/>
          </a:xfrm>
          <a:custGeom>
            <a:avLst/>
            <a:gdLst/>
            <a:ahLst/>
            <a:rect l="0" t="0" r="r" b="b"/>
            <a:pathLst>
              <a:path w="203" h="21">
                <a:moveTo>
                  <a:pt x="0" y="21"/>
                </a:moveTo>
                <a:lnTo>
                  <a:pt x="203" y="0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4" name=""/>
          <p:cNvSpPr/>
          <p:nvPr/>
        </p:nvSpPr>
        <p:spPr>
          <a:xfrm>
            <a:off x="2902320" y="2107800"/>
            <a:ext cx="71280" cy="7560"/>
          </a:xfrm>
          <a:custGeom>
            <a:avLst/>
            <a:gdLst/>
            <a:ahLst/>
            <a:rect l="0" t="0" r="r" b="b"/>
            <a:pathLst>
              <a:path w="198" h="21">
                <a:moveTo>
                  <a:pt x="0" y="21"/>
                </a:moveTo>
                <a:lnTo>
                  <a:pt x="198" y="0"/>
                </a:lnTo>
                <a:lnTo>
                  <a:pt x="198" y="1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5" name=""/>
          <p:cNvSpPr/>
          <p:nvPr/>
        </p:nvSpPr>
        <p:spPr>
          <a:xfrm>
            <a:off x="2904120" y="2108160"/>
            <a:ext cx="69480" cy="7200"/>
          </a:xfrm>
          <a:custGeom>
            <a:avLst/>
            <a:gdLst/>
            <a:ahLst/>
            <a:rect l="0" t="0" r="r" b="b"/>
            <a:pathLst>
              <a:path w="193" h="20">
                <a:moveTo>
                  <a:pt x="0" y="20"/>
                </a:moveTo>
                <a:lnTo>
                  <a:pt x="193" y="0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6" name=""/>
          <p:cNvSpPr/>
          <p:nvPr/>
        </p:nvSpPr>
        <p:spPr>
          <a:xfrm>
            <a:off x="2905920" y="2108160"/>
            <a:ext cx="67680" cy="7200"/>
          </a:xfrm>
          <a:custGeom>
            <a:avLst/>
            <a:gdLst/>
            <a:ahLst/>
            <a:rect l="0" t="0" r="r" b="b"/>
            <a:pathLst>
              <a:path w="188" h="20">
                <a:moveTo>
                  <a:pt x="0" y="20"/>
                </a:moveTo>
                <a:lnTo>
                  <a:pt x="188" y="0"/>
                </a:lnTo>
                <a:lnTo>
                  <a:pt x="188" y="1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7" name=""/>
          <p:cNvSpPr/>
          <p:nvPr/>
        </p:nvSpPr>
        <p:spPr>
          <a:xfrm>
            <a:off x="2907720" y="2108520"/>
            <a:ext cx="65880" cy="6840"/>
          </a:xfrm>
          <a:custGeom>
            <a:avLst/>
            <a:gdLst/>
            <a:ahLst/>
            <a:rect l="0" t="0" r="r" b="b"/>
            <a:pathLst>
              <a:path w="183" h="19">
                <a:moveTo>
                  <a:pt x="0" y="19"/>
                </a:moveTo>
                <a:lnTo>
                  <a:pt x="183" y="0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8" name=""/>
          <p:cNvSpPr/>
          <p:nvPr/>
        </p:nvSpPr>
        <p:spPr>
          <a:xfrm>
            <a:off x="2909520" y="2108520"/>
            <a:ext cx="64080" cy="6840"/>
          </a:xfrm>
          <a:custGeom>
            <a:avLst/>
            <a:gdLst/>
            <a:ahLst/>
            <a:rect l="0" t="0" r="r" b="b"/>
            <a:pathLst>
              <a:path w="178" h="19">
                <a:moveTo>
                  <a:pt x="0" y="19"/>
                </a:moveTo>
                <a:lnTo>
                  <a:pt x="178" y="0"/>
                </a:lnTo>
                <a:lnTo>
                  <a:pt x="178" y="1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9" name=""/>
          <p:cNvSpPr/>
          <p:nvPr/>
        </p:nvSpPr>
        <p:spPr>
          <a:xfrm>
            <a:off x="2911320" y="2108880"/>
            <a:ext cx="62280" cy="6480"/>
          </a:xfrm>
          <a:custGeom>
            <a:avLst/>
            <a:gdLst/>
            <a:ahLst/>
            <a:rect l="0" t="0" r="r" b="b"/>
            <a:pathLst>
              <a:path w="173" h="18">
                <a:moveTo>
                  <a:pt x="0" y="18"/>
                </a:moveTo>
                <a:lnTo>
                  <a:pt x="173" y="0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0" name=""/>
          <p:cNvSpPr/>
          <p:nvPr/>
        </p:nvSpPr>
        <p:spPr>
          <a:xfrm>
            <a:off x="2912760" y="2108880"/>
            <a:ext cx="60840" cy="6480"/>
          </a:xfrm>
          <a:custGeom>
            <a:avLst/>
            <a:gdLst/>
            <a:ahLst/>
            <a:rect l="0" t="0" r="r" b="b"/>
            <a:pathLst>
              <a:path w="169" h="18">
                <a:moveTo>
                  <a:pt x="0" y="18"/>
                </a:moveTo>
                <a:lnTo>
                  <a:pt x="169" y="0"/>
                </a:lnTo>
                <a:lnTo>
                  <a:pt x="169" y="1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" name=""/>
          <p:cNvSpPr/>
          <p:nvPr/>
        </p:nvSpPr>
        <p:spPr>
          <a:xfrm>
            <a:off x="2914560" y="2109240"/>
            <a:ext cx="59040" cy="6120"/>
          </a:xfrm>
          <a:custGeom>
            <a:avLst/>
            <a:gdLst/>
            <a:ahLst/>
            <a:rect l="0" t="0" r="r" b="b"/>
            <a:pathLst>
              <a:path w="164" h="17">
                <a:moveTo>
                  <a:pt x="0" y="17"/>
                </a:moveTo>
                <a:lnTo>
                  <a:pt x="164" y="0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2" name=""/>
          <p:cNvSpPr/>
          <p:nvPr/>
        </p:nvSpPr>
        <p:spPr>
          <a:xfrm>
            <a:off x="2916360" y="2109240"/>
            <a:ext cx="57240" cy="6120"/>
          </a:xfrm>
          <a:custGeom>
            <a:avLst/>
            <a:gdLst/>
            <a:ahLst/>
            <a:rect l="0" t="0" r="r" b="b"/>
            <a:pathLst>
              <a:path w="159" h="17">
                <a:moveTo>
                  <a:pt x="0" y="17"/>
                </a:moveTo>
                <a:lnTo>
                  <a:pt x="159" y="0"/>
                </a:lnTo>
                <a:lnTo>
                  <a:pt x="159" y="1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3" name=""/>
          <p:cNvSpPr/>
          <p:nvPr/>
        </p:nvSpPr>
        <p:spPr>
          <a:xfrm>
            <a:off x="2918160" y="2109600"/>
            <a:ext cx="55440" cy="5760"/>
          </a:xfrm>
          <a:custGeom>
            <a:avLst/>
            <a:gdLst/>
            <a:ahLst/>
            <a:rect l="0" t="0" r="r" b="b"/>
            <a:pathLst>
              <a:path w="154" h="16">
                <a:moveTo>
                  <a:pt x="0" y="16"/>
                </a:moveTo>
                <a:lnTo>
                  <a:pt x="154" y="0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4" name=""/>
          <p:cNvSpPr/>
          <p:nvPr/>
        </p:nvSpPr>
        <p:spPr>
          <a:xfrm>
            <a:off x="2919960" y="2109600"/>
            <a:ext cx="53640" cy="5760"/>
          </a:xfrm>
          <a:custGeom>
            <a:avLst/>
            <a:gdLst/>
            <a:ahLst/>
            <a:rect l="0" t="0" r="r" b="b"/>
            <a:pathLst>
              <a:path w="149" h="16">
                <a:moveTo>
                  <a:pt x="0" y="16"/>
                </a:moveTo>
                <a:lnTo>
                  <a:pt x="149" y="0"/>
                </a:lnTo>
                <a:lnTo>
                  <a:pt x="149" y="1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5" name=""/>
          <p:cNvSpPr/>
          <p:nvPr/>
        </p:nvSpPr>
        <p:spPr>
          <a:xfrm>
            <a:off x="2921760" y="2109960"/>
            <a:ext cx="51840" cy="5400"/>
          </a:xfrm>
          <a:custGeom>
            <a:avLst/>
            <a:gdLst/>
            <a:ahLst/>
            <a:rect l="0" t="0" r="r" b="b"/>
            <a:pathLst>
              <a:path w="144" h="15">
                <a:moveTo>
                  <a:pt x="0" y="15"/>
                </a:moveTo>
                <a:lnTo>
                  <a:pt x="144" y="0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6" name=""/>
          <p:cNvSpPr/>
          <p:nvPr/>
        </p:nvSpPr>
        <p:spPr>
          <a:xfrm>
            <a:off x="2923560" y="2109960"/>
            <a:ext cx="50040" cy="5400"/>
          </a:xfrm>
          <a:custGeom>
            <a:avLst/>
            <a:gdLst/>
            <a:ahLst/>
            <a:rect l="0" t="0" r="r" b="b"/>
            <a:pathLst>
              <a:path w="139" h="15">
                <a:moveTo>
                  <a:pt x="0" y="15"/>
                </a:moveTo>
                <a:lnTo>
                  <a:pt x="139" y="0"/>
                </a:lnTo>
                <a:lnTo>
                  <a:pt x="139" y="1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7" name=""/>
          <p:cNvSpPr/>
          <p:nvPr/>
        </p:nvSpPr>
        <p:spPr>
          <a:xfrm>
            <a:off x="2925360" y="2110320"/>
            <a:ext cx="48240" cy="5040"/>
          </a:xfrm>
          <a:custGeom>
            <a:avLst/>
            <a:gdLst/>
            <a:ahLst/>
            <a:rect l="0" t="0" r="r" b="b"/>
            <a:pathLst>
              <a:path w="134" h="14">
                <a:moveTo>
                  <a:pt x="0" y="14"/>
                </a:moveTo>
                <a:lnTo>
                  <a:pt x="134" y="0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" name=""/>
          <p:cNvSpPr/>
          <p:nvPr/>
        </p:nvSpPr>
        <p:spPr>
          <a:xfrm>
            <a:off x="2927160" y="2110320"/>
            <a:ext cx="46440" cy="5040"/>
          </a:xfrm>
          <a:custGeom>
            <a:avLst/>
            <a:gdLst/>
            <a:ahLst/>
            <a:rect l="0" t="0" r="r" b="b"/>
            <a:pathLst>
              <a:path w="129" h="14">
                <a:moveTo>
                  <a:pt x="0" y="14"/>
                </a:moveTo>
                <a:lnTo>
                  <a:pt x="129" y="0"/>
                </a:lnTo>
                <a:lnTo>
                  <a:pt x="129" y="1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" name=""/>
          <p:cNvSpPr/>
          <p:nvPr/>
        </p:nvSpPr>
        <p:spPr>
          <a:xfrm>
            <a:off x="2928960" y="2110680"/>
            <a:ext cx="44640" cy="4680"/>
          </a:xfrm>
          <a:custGeom>
            <a:avLst/>
            <a:gdLst/>
            <a:ahLst/>
            <a:rect l="0" t="0" r="r" b="b"/>
            <a:pathLst>
              <a:path w="124" h="13">
                <a:moveTo>
                  <a:pt x="0" y="13"/>
                </a:moveTo>
                <a:lnTo>
                  <a:pt x="124" y="0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" name=""/>
          <p:cNvSpPr/>
          <p:nvPr/>
        </p:nvSpPr>
        <p:spPr>
          <a:xfrm>
            <a:off x="2930760" y="211068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3"/>
                </a:moveTo>
                <a:lnTo>
                  <a:pt x="119" y="0"/>
                </a:lnTo>
                <a:lnTo>
                  <a:pt x="119" y="1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41" name=""/>
          <p:cNvSpPr/>
          <p:nvPr/>
        </p:nvSpPr>
        <p:spPr>
          <a:xfrm>
            <a:off x="2932560" y="2111040"/>
            <a:ext cx="41040" cy="4320"/>
          </a:xfrm>
          <a:custGeom>
            <a:avLst/>
            <a:gdLst/>
            <a:ahLst/>
            <a:rect l="0" t="0" r="r" b="b"/>
            <a:pathLst>
              <a:path w="114" h="12">
                <a:moveTo>
                  <a:pt x="0" y="12"/>
                </a:moveTo>
                <a:lnTo>
                  <a:pt x="114" y="0"/>
                </a:lnTo>
                <a:lnTo>
                  <a:pt x="4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42" name=""/>
          <p:cNvSpPr/>
          <p:nvPr/>
        </p:nvSpPr>
        <p:spPr>
          <a:xfrm>
            <a:off x="2934000" y="2111040"/>
            <a:ext cx="39600" cy="4680"/>
          </a:xfrm>
          <a:custGeom>
            <a:avLst/>
            <a:gdLst/>
            <a:ahLst/>
            <a:rect l="0" t="0" r="r" b="b"/>
            <a:pathLst>
              <a:path w="110" h="13">
                <a:moveTo>
                  <a:pt x="0" y="13"/>
                </a:moveTo>
                <a:lnTo>
                  <a:pt x="110" y="0"/>
                </a:lnTo>
                <a:lnTo>
                  <a:pt x="110" y="2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43" name=""/>
          <p:cNvSpPr/>
          <p:nvPr/>
        </p:nvSpPr>
        <p:spPr>
          <a:xfrm>
            <a:off x="2935800" y="2111400"/>
            <a:ext cx="37800" cy="3960"/>
          </a:xfrm>
          <a:custGeom>
            <a:avLst/>
            <a:gdLst/>
            <a:ahLst/>
            <a:rect l="0" t="0" r="r" b="b"/>
            <a:pathLst>
              <a:path w="105" h="11">
                <a:moveTo>
                  <a:pt x="0" y="11"/>
                </a:moveTo>
                <a:lnTo>
                  <a:pt x="105" y="0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44" name=""/>
          <p:cNvSpPr/>
          <p:nvPr/>
        </p:nvSpPr>
        <p:spPr>
          <a:xfrm>
            <a:off x="2937600" y="2111400"/>
            <a:ext cx="36000" cy="3960"/>
          </a:xfrm>
          <a:custGeom>
            <a:avLst/>
            <a:gdLst/>
            <a:ahLst/>
            <a:rect l="0" t="0" r="r" b="b"/>
            <a:pathLst>
              <a:path w="100" h="11">
                <a:moveTo>
                  <a:pt x="0" y="11"/>
                </a:moveTo>
                <a:lnTo>
                  <a:pt x="100" y="0"/>
                </a:lnTo>
                <a:lnTo>
                  <a:pt x="100" y="1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45" name=""/>
          <p:cNvSpPr/>
          <p:nvPr/>
        </p:nvSpPr>
        <p:spPr>
          <a:xfrm>
            <a:off x="2939400" y="2111760"/>
            <a:ext cx="34200" cy="3600"/>
          </a:xfrm>
          <a:custGeom>
            <a:avLst/>
            <a:gdLst/>
            <a:ahLst/>
            <a:rect l="0" t="0" r="r" b="b"/>
            <a:pathLst>
              <a:path w="95" h="10">
                <a:moveTo>
                  <a:pt x="0" y="10"/>
                </a:moveTo>
                <a:lnTo>
                  <a:pt x="95" y="0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46" name=""/>
          <p:cNvSpPr/>
          <p:nvPr/>
        </p:nvSpPr>
        <p:spPr>
          <a:xfrm>
            <a:off x="2941200" y="2111760"/>
            <a:ext cx="32400" cy="3600"/>
          </a:xfrm>
          <a:custGeom>
            <a:avLst/>
            <a:gdLst/>
            <a:ahLst/>
            <a:rect l="0" t="0" r="r" b="b"/>
            <a:pathLst>
              <a:path w="90" h="10">
                <a:moveTo>
                  <a:pt x="0" y="10"/>
                </a:moveTo>
                <a:lnTo>
                  <a:pt x="90" y="0"/>
                </a:lnTo>
                <a:lnTo>
                  <a:pt x="90" y="1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47" name=""/>
          <p:cNvSpPr/>
          <p:nvPr/>
        </p:nvSpPr>
        <p:spPr>
          <a:xfrm>
            <a:off x="2943000" y="2112120"/>
            <a:ext cx="30960" cy="3240"/>
          </a:xfrm>
          <a:custGeom>
            <a:avLst/>
            <a:gdLst/>
            <a:ahLst/>
            <a:rect l="0" t="0" r="r" b="b"/>
            <a:pathLst>
              <a:path w="86" h="9">
                <a:moveTo>
                  <a:pt x="0" y="9"/>
                </a:moveTo>
                <a:lnTo>
                  <a:pt x="86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48" name=""/>
          <p:cNvSpPr/>
          <p:nvPr/>
        </p:nvSpPr>
        <p:spPr>
          <a:xfrm>
            <a:off x="2944800" y="2112120"/>
            <a:ext cx="28800" cy="3240"/>
          </a:xfrm>
          <a:custGeom>
            <a:avLst/>
            <a:gdLst/>
            <a:ahLst/>
            <a:rect l="0" t="0" r="r" b="b"/>
            <a:pathLst>
              <a:path w="80" h="9">
                <a:moveTo>
                  <a:pt x="0" y="9"/>
                </a:moveTo>
                <a:lnTo>
                  <a:pt x="80" y="0"/>
                </a:lnTo>
                <a:lnTo>
                  <a:pt x="80" y="1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49" name=""/>
          <p:cNvSpPr/>
          <p:nvPr/>
        </p:nvSpPr>
        <p:spPr>
          <a:xfrm>
            <a:off x="2946600" y="2112480"/>
            <a:ext cx="27000" cy="2880"/>
          </a:xfrm>
          <a:custGeom>
            <a:avLst/>
            <a:gdLst/>
            <a:ahLst/>
            <a:rect l="0" t="0" r="r" b="b"/>
            <a:pathLst>
              <a:path w="75" h="8">
                <a:moveTo>
                  <a:pt x="0" y="8"/>
                </a:moveTo>
                <a:lnTo>
                  <a:pt x="75" y="0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0" name=""/>
          <p:cNvSpPr/>
          <p:nvPr/>
        </p:nvSpPr>
        <p:spPr>
          <a:xfrm>
            <a:off x="2948400" y="211248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8"/>
                </a:moveTo>
                <a:lnTo>
                  <a:pt x="70" y="0"/>
                </a:lnTo>
                <a:lnTo>
                  <a:pt x="70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1" name=""/>
          <p:cNvSpPr/>
          <p:nvPr/>
        </p:nvSpPr>
        <p:spPr>
          <a:xfrm>
            <a:off x="2950200" y="2112840"/>
            <a:ext cx="23400" cy="2520"/>
          </a:xfrm>
          <a:custGeom>
            <a:avLst/>
            <a:gdLst/>
            <a:ahLst/>
            <a:rect l="0" t="0" r="r" b="b"/>
            <a:pathLst>
              <a:path w="65" h="7">
                <a:moveTo>
                  <a:pt x="0" y="7"/>
                </a:moveTo>
                <a:lnTo>
                  <a:pt x="65" y="0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2" name=""/>
          <p:cNvSpPr/>
          <p:nvPr/>
        </p:nvSpPr>
        <p:spPr>
          <a:xfrm>
            <a:off x="2952000" y="2112840"/>
            <a:ext cx="21600" cy="2520"/>
          </a:xfrm>
          <a:custGeom>
            <a:avLst/>
            <a:gdLst/>
            <a:ahLst/>
            <a:rect l="0" t="0" r="r" b="b"/>
            <a:pathLst>
              <a:path w="60" h="7">
                <a:moveTo>
                  <a:pt x="0" y="7"/>
                </a:moveTo>
                <a:lnTo>
                  <a:pt x="60" y="0"/>
                </a:lnTo>
                <a:lnTo>
                  <a:pt x="60" y="1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" name=""/>
          <p:cNvSpPr/>
          <p:nvPr/>
        </p:nvSpPr>
        <p:spPr>
          <a:xfrm>
            <a:off x="2953800" y="2113200"/>
            <a:ext cx="19800" cy="2160"/>
          </a:xfrm>
          <a:custGeom>
            <a:avLst/>
            <a:gdLst/>
            <a:ahLst/>
            <a:rect l="0" t="0" r="r" b="b"/>
            <a:pathLst>
              <a:path w="55" h="6">
                <a:moveTo>
                  <a:pt x="0" y="6"/>
                </a:moveTo>
                <a:lnTo>
                  <a:pt x="55" y="0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" name=""/>
          <p:cNvSpPr/>
          <p:nvPr/>
        </p:nvSpPr>
        <p:spPr>
          <a:xfrm>
            <a:off x="2955600" y="211320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50" y="1"/>
                </a:lnTo>
                <a:lnTo>
                  <a:pt x="4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" name=""/>
          <p:cNvSpPr/>
          <p:nvPr/>
        </p:nvSpPr>
        <p:spPr>
          <a:xfrm>
            <a:off x="2957040" y="2113560"/>
            <a:ext cx="16560" cy="1800"/>
          </a:xfrm>
          <a:custGeom>
            <a:avLst/>
            <a:gdLst/>
            <a:ahLst/>
            <a:rect l="0" t="0" r="r" b="b"/>
            <a:pathLst>
              <a:path w="46" h="5">
                <a:moveTo>
                  <a:pt x="0" y="5"/>
                </a:moveTo>
                <a:lnTo>
                  <a:pt x="46" y="0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" name=""/>
          <p:cNvSpPr/>
          <p:nvPr/>
        </p:nvSpPr>
        <p:spPr>
          <a:xfrm>
            <a:off x="2958840" y="211356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5"/>
                </a:moveTo>
                <a:lnTo>
                  <a:pt x="41" y="0"/>
                </a:lnTo>
                <a:lnTo>
                  <a:pt x="41" y="1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7" name=""/>
          <p:cNvSpPr/>
          <p:nvPr/>
        </p:nvSpPr>
        <p:spPr>
          <a:xfrm>
            <a:off x="2960640" y="2113920"/>
            <a:ext cx="12960" cy="1440"/>
          </a:xfrm>
          <a:custGeom>
            <a:avLst/>
            <a:gdLst/>
            <a:ahLst/>
            <a:rect l="0" t="0" r="r" b="b"/>
            <a:pathLst>
              <a:path w="36" h="4">
                <a:moveTo>
                  <a:pt x="0" y="4"/>
                </a:moveTo>
                <a:lnTo>
                  <a:pt x="36" y="0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8" name=""/>
          <p:cNvSpPr/>
          <p:nvPr/>
        </p:nvSpPr>
        <p:spPr>
          <a:xfrm>
            <a:off x="2962440" y="2113920"/>
            <a:ext cx="11160" cy="1800"/>
          </a:xfrm>
          <a:custGeom>
            <a:avLst/>
            <a:gdLst/>
            <a:ahLst/>
            <a:rect l="0" t="0" r="r" b="b"/>
            <a:pathLst>
              <a:path w="31" h="5">
                <a:moveTo>
                  <a:pt x="0" y="5"/>
                </a:moveTo>
                <a:lnTo>
                  <a:pt x="31" y="0"/>
                </a:lnTo>
                <a:lnTo>
                  <a:pt x="31" y="2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9" name=""/>
          <p:cNvSpPr/>
          <p:nvPr/>
        </p:nvSpPr>
        <p:spPr>
          <a:xfrm>
            <a:off x="2964240" y="2114280"/>
            <a:ext cx="9360" cy="1080"/>
          </a:xfrm>
          <a:custGeom>
            <a:avLst/>
            <a:gdLst/>
            <a:ahLst/>
            <a:rect l="0" t="0" r="r" b="b"/>
            <a:pathLst>
              <a:path w="26" h="3">
                <a:moveTo>
                  <a:pt x="0" y="3"/>
                </a:moveTo>
                <a:lnTo>
                  <a:pt x="26" y="0"/>
                </a:lnTo>
                <a:lnTo>
                  <a:pt x="5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60" name=""/>
          <p:cNvSpPr/>
          <p:nvPr/>
        </p:nvSpPr>
        <p:spPr>
          <a:xfrm>
            <a:off x="2966040" y="211428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61" name=""/>
          <p:cNvSpPr/>
          <p:nvPr/>
        </p:nvSpPr>
        <p:spPr>
          <a:xfrm>
            <a:off x="2967840" y="2114640"/>
            <a:ext cx="5760" cy="720"/>
          </a:xfrm>
          <a:custGeom>
            <a:avLst/>
            <a:gdLst/>
            <a:ahLst/>
            <a:rect l="0" t="0" r="r" b="b"/>
            <a:pathLst>
              <a:path w="16" h="2">
                <a:moveTo>
                  <a:pt x="0" y="2"/>
                </a:moveTo>
                <a:lnTo>
                  <a:pt x="16" y="0"/>
                </a:lnTo>
                <a:lnTo>
                  <a:pt x="5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62" name=""/>
          <p:cNvSpPr/>
          <p:nvPr/>
        </p:nvSpPr>
        <p:spPr>
          <a:xfrm>
            <a:off x="2969640" y="211464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5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63" name=""/>
          <p:cNvSpPr/>
          <p:nvPr/>
        </p:nvSpPr>
        <p:spPr>
          <a:xfrm>
            <a:off x="2971440" y="2115000"/>
            <a:ext cx="1800" cy="0"/>
          </a:xfrm>
          <a:custGeom>
            <a:avLst/>
            <a:gdLst/>
            <a:ahLst/>
            <a:rect l="0" t="0" r="r" b="b"/>
            <a:pathLst>
              <a:path w="5" h="0">
                <a:moveTo>
                  <a:pt x="0" y="0"/>
                </a:moveTo>
                <a:lnTo>
                  <a:pt x="5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64" name=""/>
          <p:cNvSpPr/>
          <p:nvPr/>
        </p:nvSpPr>
        <p:spPr>
          <a:xfrm>
            <a:off x="2746080" y="2092320"/>
            <a:ext cx="227520" cy="23040"/>
          </a:xfrm>
          <a:custGeom>
            <a:avLst/>
            <a:gdLst/>
            <a:ahLst/>
            <a:rect l="0" t="0" r="r" b="b"/>
            <a:pathLst>
              <a:path w="632" h="64">
                <a:moveTo>
                  <a:pt x="0" y="64"/>
                </a:moveTo>
                <a:lnTo>
                  <a:pt x="632" y="64"/>
                </a:lnTo>
                <a:lnTo>
                  <a:pt x="632" y="0"/>
                </a:lnTo>
                <a:lnTo>
                  <a:pt x="0" y="0"/>
                </a:lnTo>
                <a:lnTo>
                  <a:pt x="0" y="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" name=""/>
          <p:cNvSpPr/>
          <p:nvPr/>
        </p:nvSpPr>
        <p:spPr>
          <a:xfrm>
            <a:off x="2718720" y="211500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0"/>
                </a:moveTo>
                <a:lnTo>
                  <a:pt x="2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6" name=""/>
          <p:cNvSpPr/>
          <p:nvPr/>
        </p:nvSpPr>
        <p:spPr>
          <a:xfrm>
            <a:off x="2718720" y="2115000"/>
            <a:ext cx="11520" cy="1440"/>
          </a:xfrm>
          <a:custGeom>
            <a:avLst/>
            <a:gdLst/>
            <a:ahLst/>
            <a:rect l="0" t="0" r="r" b="b"/>
            <a:pathLst>
              <a:path w="32" h="4">
                <a:moveTo>
                  <a:pt x="0" y="3"/>
                </a:moveTo>
                <a:lnTo>
                  <a:pt x="26" y="0"/>
                </a:lnTo>
                <a:lnTo>
                  <a:pt x="32" y="0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7" name=""/>
          <p:cNvSpPr/>
          <p:nvPr/>
        </p:nvSpPr>
        <p:spPr>
          <a:xfrm>
            <a:off x="2718720" y="2115000"/>
            <a:ext cx="13680" cy="1440"/>
          </a:xfrm>
          <a:custGeom>
            <a:avLst/>
            <a:gdLst/>
            <a:ahLst/>
            <a:rect l="0" t="0" r="r" b="b"/>
            <a:pathLst>
              <a:path w="38" h="4">
                <a:moveTo>
                  <a:pt x="0" y="4"/>
                </a:moveTo>
                <a:lnTo>
                  <a:pt x="32" y="0"/>
                </a:lnTo>
                <a:lnTo>
                  <a:pt x="38" y="0"/>
                </a:lnTo>
                <a:lnTo>
                  <a:pt x="0" y="4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" name=""/>
          <p:cNvSpPr/>
          <p:nvPr/>
        </p:nvSpPr>
        <p:spPr>
          <a:xfrm>
            <a:off x="2718720" y="2115000"/>
            <a:ext cx="15840" cy="2160"/>
          </a:xfrm>
          <a:custGeom>
            <a:avLst/>
            <a:gdLst/>
            <a:ahLst/>
            <a:rect l="0" t="0" r="r" b="b"/>
            <a:pathLst>
              <a:path w="44" h="6">
                <a:moveTo>
                  <a:pt x="0" y="4"/>
                </a:moveTo>
                <a:lnTo>
                  <a:pt x="37" y="0"/>
                </a:lnTo>
                <a:lnTo>
                  <a:pt x="44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" name=""/>
          <p:cNvSpPr/>
          <p:nvPr/>
        </p:nvSpPr>
        <p:spPr>
          <a:xfrm>
            <a:off x="2718720" y="211500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44" y="0"/>
                </a:lnTo>
                <a:lnTo>
                  <a:pt x="50" y="0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" name=""/>
          <p:cNvSpPr/>
          <p:nvPr/>
        </p:nvSpPr>
        <p:spPr>
          <a:xfrm>
            <a:off x="2718720" y="211500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5"/>
                </a:moveTo>
                <a:lnTo>
                  <a:pt x="50" y="0"/>
                </a:lnTo>
                <a:lnTo>
                  <a:pt x="75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" name=""/>
          <p:cNvSpPr/>
          <p:nvPr/>
        </p:nvSpPr>
        <p:spPr>
          <a:xfrm>
            <a:off x="2718720" y="211500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7"/>
                </a:moveTo>
                <a:lnTo>
                  <a:pt x="75" y="0"/>
                </a:lnTo>
                <a:lnTo>
                  <a:pt x="100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" name=""/>
          <p:cNvSpPr/>
          <p:nvPr/>
        </p:nvSpPr>
        <p:spPr>
          <a:xfrm>
            <a:off x="2718720" y="2115000"/>
            <a:ext cx="38160" cy="3960"/>
          </a:xfrm>
          <a:custGeom>
            <a:avLst/>
            <a:gdLst/>
            <a:ahLst/>
            <a:rect l="0" t="0" r="r" b="b"/>
            <a:pathLst>
              <a:path w="106" h="11">
                <a:moveTo>
                  <a:pt x="0" y="9"/>
                </a:moveTo>
                <a:lnTo>
                  <a:pt x="100" y="0"/>
                </a:lnTo>
                <a:lnTo>
                  <a:pt x="106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3" name=""/>
          <p:cNvSpPr/>
          <p:nvPr/>
        </p:nvSpPr>
        <p:spPr>
          <a:xfrm>
            <a:off x="2718720" y="2115000"/>
            <a:ext cx="40320" cy="3960"/>
          </a:xfrm>
          <a:custGeom>
            <a:avLst/>
            <a:gdLst/>
            <a:ahLst/>
            <a:rect l="0" t="0" r="r" b="b"/>
            <a:pathLst>
              <a:path w="112" h="11">
                <a:moveTo>
                  <a:pt x="0" y="11"/>
                </a:moveTo>
                <a:lnTo>
                  <a:pt x="106" y="0"/>
                </a:lnTo>
                <a:lnTo>
                  <a:pt x="112" y="0"/>
                </a:lnTo>
                <a:lnTo>
                  <a:pt x="0" y="11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4" name=""/>
          <p:cNvSpPr/>
          <p:nvPr/>
        </p:nvSpPr>
        <p:spPr>
          <a:xfrm>
            <a:off x="2718720" y="2115000"/>
            <a:ext cx="45000" cy="3960"/>
          </a:xfrm>
          <a:custGeom>
            <a:avLst/>
            <a:gdLst/>
            <a:ahLst/>
            <a:rect l="0" t="0" r="r" b="b"/>
            <a:pathLst>
              <a:path w="125" h="11">
                <a:moveTo>
                  <a:pt x="0" y="10"/>
                </a:moveTo>
                <a:lnTo>
                  <a:pt x="112" y="0"/>
                </a:lnTo>
                <a:lnTo>
                  <a:pt x="125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5" name=""/>
          <p:cNvSpPr/>
          <p:nvPr/>
        </p:nvSpPr>
        <p:spPr>
          <a:xfrm>
            <a:off x="2718720" y="211500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1"/>
                </a:moveTo>
                <a:lnTo>
                  <a:pt x="125" y="0"/>
                </a:lnTo>
                <a:lnTo>
                  <a:pt x="149" y="0"/>
                </a:lnTo>
                <a:lnTo>
                  <a:pt x="0" y="13"/>
                </a:lnTo>
                <a:lnTo>
                  <a:pt x="0" y="11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6" name=""/>
          <p:cNvSpPr/>
          <p:nvPr/>
        </p:nvSpPr>
        <p:spPr>
          <a:xfrm>
            <a:off x="2718720" y="2115000"/>
            <a:ext cx="56160" cy="5040"/>
          </a:xfrm>
          <a:custGeom>
            <a:avLst/>
            <a:gdLst/>
            <a:ahLst/>
            <a:rect l="0" t="0" r="r" b="b"/>
            <a:pathLst>
              <a:path w="156" h="14">
                <a:moveTo>
                  <a:pt x="0" y="13"/>
                </a:moveTo>
                <a:lnTo>
                  <a:pt x="149" y="0"/>
                </a:lnTo>
                <a:lnTo>
                  <a:pt x="156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7" name=""/>
          <p:cNvSpPr/>
          <p:nvPr/>
        </p:nvSpPr>
        <p:spPr>
          <a:xfrm>
            <a:off x="2718720" y="2115000"/>
            <a:ext cx="58320" cy="5040"/>
          </a:xfrm>
          <a:custGeom>
            <a:avLst/>
            <a:gdLst/>
            <a:ahLst/>
            <a:rect l="0" t="0" r="r" b="b"/>
            <a:pathLst>
              <a:path w="162" h="14">
                <a:moveTo>
                  <a:pt x="0" y="14"/>
                </a:moveTo>
                <a:lnTo>
                  <a:pt x="156" y="0"/>
                </a:lnTo>
                <a:lnTo>
                  <a:pt x="162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8" name=""/>
          <p:cNvSpPr/>
          <p:nvPr/>
        </p:nvSpPr>
        <p:spPr>
          <a:xfrm>
            <a:off x="2718720" y="2115000"/>
            <a:ext cx="60480" cy="5400"/>
          </a:xfrm>
          <a:custGeom>
            <a:avLst/>
            <a:gdLst/>
            <a:ahLst/>
            <a:rect l="0" t="0" r="r" b="b"/>
            <a:pathLst>
              <a:path w="168" h="15">
                <a:moveTo>
                  <a:pt x="0" y="14"/>
                </a:moveTo>
                <a:lnTo>
                  <a:pt x="162" y="0"/>
                </a:lnTo>
                <a:lnTo>
                  <a:pt x="16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9" name=""/>
          <p:cNvSpPr/>
          <p:nvPr/>
        </p:nvSpPr>
        <p:spPr>
          <a:xfrm>
            <a:off x="2718720" y="211500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68" y="0"/>
                </a:lnTo>
                <a:lnTo>
                  <a:pt x="174" y="0"/>
                </a:lnTo>
                <a:lnTo>
                  <a:pt x="0" y="15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0" name=""/>
          <p:cNvSpPr/>
          <p:nvPr/>
        </p:nvSpPr>
        <p:spPr>
          <a:xfrm>
            <a:off x="2718720" y="211500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5"/>
                </a:moveTo>
                <a:lnTo>
                  <a:pt x="174" y="0"/>
                </a:lnTo>
                <a:lnTo>
                  <a:pt x="199" y="0"/>
                </a:lnTo>
                <a:lnTo>
                  <a:pt x="0" y="17"/>
                </a:lnTo>
                <a:lnTo>
                  <a:pt x="0" y="15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" name=""/>
          <p:cNvSpPr/>
          <p:nvPr/>
        </p:nvSpPr>
        <p:spPr>
          <a:xfrm>
            <a:off x="2718720" y="211500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7"/>
                </a:moveTo>
                <a:lnTo>
                  <a:pt x="199" y="0"/>
                </a:lnTo>
                <a:lnTo>
                  <a:pt x="224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" name=""/>
          <p:cNvSpPr/>
          <p:nvPr/>
        </p:nvSpPr>
        <p:spPr>
          <a:xfrm>
            <a:off x="2718720" y="2115000"/>
            <a:ext cx="82800" cy="7200"/>
          </a:xfrm>
          <a:custGeom>
            <a:avLst/>
            <a:gdLst/>
            <a:ahLst/>
            <a:rect l="0" t="0" r="r" b="b"/>
            <a:pathLst>
              <a:path w="230" h="20">
                <a:moveTo>
                  <a:pt x="0" y="19"/>
                </a:moveTo>
                <a:lnTo>
                  <a:pt x="224" y="0"/>
                </a:lnTo>
                <a:lnTo>
                  <a:pt x="230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" name=""/>
          <p:cNvSpPr/>
          <p:nvPr/>
        </p:nvSpPr>
        <p:spPr>
          <a:xfrm>
            <a:off x="2718720" y="211500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0" y="0"/>
                </a:lnTo>
                <a:lnTo>
                  <a:pt x="236" y="0"/>
                </a:lnTo>
                <a:lnTo>
                  <a:pt x="0" y="20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" name=""/>
          <p:cNvSpPr/>
          <p:nvPr/>
        </p:nvSpPr>
        <p:spPr>
          <a:xfrm>
            <a:off x="2718720" y="211500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0"/>
                </a:moveTo>
                <a:lnTo>
                  <a:pt x="236" y="0"/>
                </a:lnTo>
                <a:lnTo>
                  <a:pt x="248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" name=""/>
          <p:cNvSpPr/>
          <p:nvPr/>
        </p:nvSpPr>
        <p:spPr>
          <a:xfrm>
            <a:off x="2718720" y="211500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1"/>
                </a:moveTo>
                <a:lnTo>
                  <a:pt x="248" y="0"/>
                </a:lnTo>
                <a:lnTo>
                  <a:pt x="261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" name=""/>
          <p:cNvSpPr/>
          <p:nvPr/>
        </p:nvSpPr>
        <p:spPr>
          <a:xfrm>
            <a:off x="2718720" y="2115000"/>
            <a:ext cx="96120" cy="8280"/>
          </a:xfrm>
          <a:custGeom>
            <a:avLst/>
            <a:gdLst/>
            <a:ahLst/>
            <a:rect l="0" t="0" r="r" b="b"/>
            <a:pathLst>
              <a:path w="267" h="23">
                <a:moveTo>
                  <a:pt x="0" y="22"/>
                </a:moveTo>
                <a:lnTo>
                  <a:pt x="261" y="0"/>
                </a:lnTo>
                <a:lnTo>
                  <a:pt x="26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" name=""/>
          <p:cNvSpPr/>
          <p:nvPr/>
        </p:nvSpPr>
        <p:spPr>
          <a:xfrm>
            <a:off x="2718720" y="211500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67" y="0"/>
                </a:lnTo>
                <a:lnTo>
                  <a:pt x="273" y="0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" name=""/>
          <p:cNvSpPr/>
          <p:nvPr/>
        </p:nvSpPr>
        <p:spPr>
          <a:xfrm>
            <a:off x="2718720" y="211500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3"/>
                </a:moveTo>
                <a:lnTo>
                  <a:pt x="273" y="0"/>
                </a:lnTo>
                <a:lnTo>
                  <a:pt x="28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" name=""/>
          <p:cNvSpPr/>
          <p:nvPr/>
        </p:nvSpPr>
        <p:spPr>
          <a:xfrm>
            <a:off x="2718720" y="211500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4"/>
                </a:moveTo>
                <a:lnTo>
                  <a:pt x="286" y="0"/>
                </a:lnTo>
                <a:lnTo>
                  <a:pt x="298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0" name=""/>
          <p:cNvSpPr/>
          <p:nvPr/>
        </p:nvSpPr>
        <p:spPr>
          <a:xfrm>
            <a:off x="2718720" y="2115000"/>
            <a:ext cx="109440" cy="9360"/>
          </a:xfrm>
          <a:custGeom>
            <a:avLst/>
            <a:gdLst/>
            <a:ahLst/>
            <a:rect l="0" t="0" r="r" b="b"/>
            <a:pathLst>
              <a:path w="304" h="26">
                <a:moveTo>
                  <a:pt x="0" y="25"/>
                </a:moveTo>
                <a:lnTo>
                  <a:pt x="298" y="0"/>
                </a:lnTo>
                <a:lnTo>
                  <a:pt x="304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1" name=""/>
          <p:cNvSpPr/>
          <p:nvPr/>
        </p:nvSpPr>
        <p:spPr>
          <a:xfrm>
            <a:off x="2718720" y="211500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04" y="0"/>
                </a:lnTo>
                <a:lnTo>
                  <a:pt x="310" y="0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2" name=""/>
          <p:cNvSpPr/>
          <p:nvPr/>
        </p:nvSpPr>
        <p:spPr>
          <a:xfrm>
            <a:off x="2718720" y="211500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6"/>
                </a:moveTo>
                <a:lnTo>
                  <a:pt x="309" y="0"/>
                </a:lnTo>
                <a:lnTo>
                  <a:pt x="323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3" name=""/>
          <p:cNvSpPr/>
          <p:nvPr/>
        </p:nvSpPr>
        <p:spPr>
          <a:xfrm>
            <a:off x="2718720" y="211500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7"/>
                </a:moveTo>
                <a:lnTo>
                  <a:pt x="323" y="0"/>
                </a:lnTo>
                <a:lnTo>
                  <a:pt x="33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4" name=""/>
          <p:cNvSpPr/>
          <p:nvPr/>
        </p:nvSpPr>
        <p:spPr>
          <a:xfrm>
            <a:off x="2718720" y="211500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35" y="0"/>
                </a:lnTo>
                <a:lnTo>
                  <a:pt x="341" y="0"/>
                </a:lnTo>
                <a:lnTo>
                  <a:pt x="0" y="28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5" name=""/>
          <p:cNvSpPr/>
          <p:nvPr/>
        </p:nvSpPr>
        <p:spPr>
          <a:xfrm>
            <a:off x="2718720" y="2115000"/>
            <a:ext cx="124920" cy="10440"/>
          </a:xfrm>
          <a:custGeom>
            <a:avLst/>
            <a:gdLst/>
            <a:ahLst/>
            <a:rect l="0" t="0" r="r" b="b"/>
            <a:pathLst>
              <a:path w="347" h="29">
                <a:moveTo>
                  <a:pt x="0" y="28"/>
                </a:moveTo>
                <a:lnTo>
                  <a:pt x="341" y="0"/>
                </a:lnTo>
                <a:lnTo>
                  <a:pt x="347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6" name=""/>
          <p:cNvSpPr/>
          <p:nvPr/>
        </p:nvSpPr>
        <p:spPr>
          <a:xfrm>
            <a:off x="2718720" y="211500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47" y="0"/>
                </a:lnTo>
                <a:lnTo>
                  <a:pt x="354" y="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7" name=""/>
          <p:cNvSpPr/>
          <p:nvPr/>
        </p:nvSpPr>
        <p:spPr>
          <a:xfrm>
            <a:off x="2718720" y="211500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29"/>
                </a:moveTo>
                <a:lnTo>
                  <a:pt x="354" y="0"/>
                </a:lnTo>
                <a:lnTo>
                  <a:pt x="36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8" name=""/>
          <p:cNvSpPr/>
          <p:nvPr/>
        </p:nvSpPr>
        <p:spPr>
          <a:xfrm>
            <a:off x="2718720" y="211500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0"/>
                </a:moveTo>
                <a:lnTo>
                  <a:pt x="360" y="0"/>
                </a:lnTo>
                <a:lnTo>
                  <a:pt x="372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9" name=""/>
          <p:cNvSpPr/>
          <p:nvPr/>
        </p:nvSpPr>
        <p:spPr>
          <a:xfrm>
            <a:off x="2718720" y="211500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1"/>
                </a:moveTo>
                <a:lnTo>
                  <a:pt x="372" y="0"/>
                </a:lnTo>
                <a:lnTo>
                  <a:pt x="38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0" name=""/>
          <p:cNvSpPr/>
          <p:nvPr/>
        </p:nvSpPr>
        <p:spPr>
          <a:xfrm>
            <a:off x="2718720" y="211500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85" y="0"/>
                </a:lnTo>
                <a:lnTo>
                  <a:pt x="391" y="0"/>
                </a:lnTo>
                <a:lnTo>
                  <a:pt x="0" y="3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1" name=""/>
          <p:cNvSpPr/>
          <p:nvPr/>
        </p:nvSpPr>
        <p:spPr>
          <a:xfrm>
            <a:off x="2718720" y="211500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2"/>
                </a:moveTo>
                <a:lnTo>
                  <a:pt x="391" y="0"/>
                </a:lnTo>
                <a:lnTo>
                  <a:pt x="397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2" name=""/>
          <p:cNvSpPr/>
          <p:nvPr/>
        </p:nvSpPr>
        <p:spPr>
          <a:xfrm>
            <a:off x="2718720" y="211500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3"/>
                </a:moveTo>
                <a:lnTo>
                  <a:pt x="396" y="0"/>
                </a:lnTo>
                <a:lnTo>
                  <a:pt x="409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" name=""/>
          <p:cNvSpPr/>
          <p:nvPr/>
        </p:nvSpPr>
        <p:spPr>
          <a:xfrm>
            <a:off x="2718720" y="211500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09" y="0"/>
                </a:lnTo>
                <a:lnTo>
                  <a:pt x="416" y="0"/>
                </a:lnTo>
                <a:lnTo>
                  <a:pt x="0" y="34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" name=""/>
          <p:cNvSpPr/>
          <p:nvPr/>
        </p:nvSpPr>
        <p:spPr>
          <a:xfrm>
            <a:off x="2718720" y="211500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4"/>
                </a:moveTo>
                <a:lnTo>
                  <a:pt x="416" y="0"/>
                </a:lnTo>
                <a:lnTo>
                  <a:pt x="422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2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" name=""/>
          <p:cNvSpPr/>
          <p:nvPr/>
        </p:nvSpPr>
        <p:spPr>
          <a:xfrm>
            <a:off x="2718720" y="211500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2" y="0"/>
                </a:lnTo>
                <a:lnTo>
                  <a:pt x="428" y="0"/>
                </a:lnTo>
                <a:lnTo>
                  <a:pt x="0" y="35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" name=""/>
          <p:cNvSpPr/>
          <p:nvPr/>
        </p:nvSpPr>
        <p:spPr>
          <a:xfrm>
            <a:off x="2718720" y="211500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5"/>
                </a:moveTo>
                <a:lnTo>
                  <a:pt x="428" y="0"/>
                </a:lnTo>
                <a:lnTo>
                  <a:pt x="434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" name=""/>
          <p:cNvSpPr/>
          <p:nvPr/>
        </p:nvSpPr>
        <p:spPr>
          <a:xfrm>
            <a:off x="2718720" y="211500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6"/>
                </a:moveTo>
                <a:lnTo>
                  <a:pt x="434" y="0"/>
                </a:lnTo>
                <a:lnTo>
                  <a:pt x="447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" name=""/>
          <p:cNvSpPr/>
          <p:nvPr/>
        </p:nvSpPr>
        <p:spPr>
          <a:xfrm>
            <a:off x="2718720" y="211500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47" y="0"/>
                </a:lnTo>
                <a:lnTo>
                  <a:pt x="453" y="0"/>
                </a:lnTo>
                <a:lnTo>
                  <a:pt x="0" y="37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" name=""/>
          <p:cNvSpPr/>
          <p:nvPr/>
        </p:nvSpPr>
        <p:spPr>
          <a:xfrm>
            <a:off x="2718720" y="211500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7"/>
                </a:moveTo>
                <a:lnTo>
                  <a:pt x="453" y="0"/>
                </a:lnTo>
                <a:lnTo>
                  <a:pt x="459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" name=""/>
          <p:cNvSpPr/>
          <p:nvPr/>
        </p:nvSpPr>
        <p:spPr>
          <a:xfrm>
            <a:off x="2718720" y="211500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59" y="0"/>
                </a:lnTo>
                <a:lnTo>
                  <a:pt x="465" y="0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" name=""/>
          <p:cNvSpPr/>
          <p:nvPr/>
        </p:nvSpPr>
        <p:spPr>
          <a:xfrm>
            <a:off x="2718720" y="2115000"/>
            <a:ext cx="169560" cy="14040"/>
          </a:xfrm>
          <a:custGeom>
            <a:avLst/>
            <a:gdLst/>
            <a:ahLst/>
            <a:rect l="0" t="0" r="r" b="b"/>
            <a:pathLst>
              <a:path w="471" h="39">
                <a:moveTo>
                  <a:pt x="0" y="38"/>
                </a:moveTo>
                <a:lnTo>
                  <a:pt x="465" y="0"/>
                </a:lnTo>
                <a:lnTo>
                  <a:pt x="471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" name=""/>
          <p:cNvSpPr/>
          <p:nvPr/>
        </p:nvSpPr>
        <p:spPr>
          <a:xfrm>
            <a:off x="2718720" y="2115000"/>
            <a:ext cx="172080" cy="14040"/>
          </a:xfrm>
          <a:custGeom>
            <a:avLst/>
            <a:gdLst/>
            <a:ahLst/>
            <a:rect l="0" t="0" r="r" b="b"/>
            <a:pathLst>
              <a:path w="478" h="39">
                <a:moveTo>
                  <a:pt x="0" y="39"/>
                </a:moveTo>
                <a:lnTo>
                  <a:pt x="471" y="0"/>
                </a:lnTo>
                <a:lnTo>
                  <a:pt x="478" y="0"/>
                </a:lnTo>
                <a:lnTo>
                  <a:pt x="0" y="39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3" name=""/>
          <p:cNvSpPr/>
          <p:nvPr/>
        </p:nvSpPr>
        <p:spPr>
          <a:xfrm>
            <a:off x="2718720" y="211500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39"/>
                </a:moveTo>
                <a:lnTo>
                  <a:pt x="478" y="0"/>
                </a:lnTo>
                <a:lnTo>
                  <a:pt x="484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4" name=""/>
          <p:cNvSpPr/>
          <p:nvPr/>
        </p:nvSpPr>
        <p:spPr>
          <a:xfrm>
            <a:off x="2718720" y="211500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0"/>
                </a:moveTo>
                <a:lnTo>
                  <a:pt x="484" y="0"/>
                </a:lnTo>
                <a:lnTo>
                  <a:pt x="496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5" name=""/>
          <p:cNvSpPr/>
          <p:nvPr/>
        </p:nvSpPr>
        <p:spPr>
          <a:xfrm>
            <a:off x="2718720" y="211500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496" y="0"/>
                </a:lnTo>
                <a:lnTo>
                  <a:pt x="502" y="0"/>
                </a:lnTo>
                <a:lnTo>
                  <a:pt x="0" y="41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6" name=""/>
          <p:cNvSpPr/>
          <p:nvPr/>
        </p:nvSpPr>
        <p:spPr>
          <a:xfrm>
            <a:off x="2718720" y="2115000"/>
            <a:ext cx="182880" cy="15120"/>
          </a:xfrm>
          <a:custGeom>
            <a:avLst/>
            <a:gdLst/>
            <a:ahLst/>
            <a:rect l="0" t="0" r="r" b="b"/>
            <a:pathLst>
              <a:path w="508" h="42">
                <a:moveTo>
                  <a:pt x="0" y="41"/>
                </a:moveTo>
                <a:lnTo>
                  <a:pt x="502" y="0"/>
                </a:lnTo>
                <a:lnTo>
                  <a:pt x="508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7" name=""/>
          <p:cNvSpPr/>
          <p:nvPr/>
        </p:nvSpPr>
        <p:spPr>
          <a:xfrm>
            <a:off x="2718720" y="211500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08" y="0"/>
                </a:lnTo>
                <a:lnTo>
                  <a:pt x="515" y="0"/>
                </a:lnTo>
                <a:lnTo>
                  <a:pt x="0" y="42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8" name=""/>
          <p:cNvSpPr/>
          <p:nvPr/>
        </p:nvSpPr>
        <p:spPr>
          <a:xfrm>
            <a:off x="2718720" y="211500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2"/>
                </a:moveTo>
                <a:lnTo>
                  <a:pt x="515" y="0"/>
                </a:lnTo>
                <a:lnTo>
                  <a:pt x="52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ee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9" name=""/>
          <p:cNvSpPr/>
          <p:nvPr/>
        </p:nvSpPr>
        <p:spPr>
          <a:xfrm>
            <a:off x="2718720" y="211500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1" y="0"/>
                </a:lnTo>
                <a:lnTo>
                  <a:pt x="527" y="0"/>
                </a:lnTo>
                <a:lnTo>
                  <a:pt x="0" y="43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0" name=""/>
          <p:cNvSpPr/>
          <p:nvPr/>
        </p:nvSpPr>
        <p:spPr>
          <a:xfrm>
            <a:off x="2718720" y="211500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3"/>
                </a:moveTo>
                <a:lnTo>
                  <a:pt x="527" y="0"/>
                </a:lnTo>
                <a:lnTo>
                  <a:pt x="533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1" name=""/>
          <p:cNvSpPr/>
          <p:nvPr/>
        </p:nvSpPr>
        <p:spPr>
          <a:xfrm>
            <a:off x="2718720" y="2115000"/>
            <a:ext cx="194040" cy="15840"/>
          </a:xfrm>
          <a:custGeom>
            <a:avLst/>
            <a:gdLst/>
            <a:ahLst/>
            <a:rect l="0" t="0" r="r" b="b"/>
            <a:pathLst>
              <a:path w="539" h="44">
                <a:moveTo>
                  <a:pt x="0" y="44"/>
                </a:moveTo>
                <a:lnTo>
                  <a:pt x="533" y="0"/>
                </a:lnTo>
                <a:lnTo>
                  <a:pt x="539" y="0"/>
                </a:lnTo>
                <a:lnTo>
                  <a:pt x="0" y="44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2" name=""/>
          <p:cNvSpPr/>
          <p:nvPr/>
        </p:nvSpPr>
        <p:spPr>
          <a:xfrm>
            <a:off x="2718720" y="211500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4"/>
                </a:moveTo>
                <a:lnTo>
                  <a:pt x="539" y="0"/>
                </a:lnTo>
                <a:lnTo>
                  <a:pt x="546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eee4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3" name=""/>
          <p:cNvSpPr/>
          <p:nvPr/>
        </p:nvSpPr>
        <p:spPr>
          <a:xfrm>
            <a:off x="2718720" y="211500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46" y="0"/>
                </a:lnTo>
                <a:lnTo>
                  <a:pt x="552" y="0"/>
                </a:lnTo>
                <a:lnTo>
                  <a:pt x="0" y="45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4" name=""/>
          <p:cNvSpPr/>
          <p:nvPr/>
        </p:nvSpPr>
        <p:spPr>
          <a:xfrm>
            <a:off x="2718720" y="211500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5"/>
                </a:moveTo>
                <a:lnTo>
                  <a:pt x="552" y="0"/>
                </a:lnTo>
                <a:lnTo>
                  <a:pt x="558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5" name=""/>
          <p:cNvSpPr/>
          <p:nvPr/>
        </p:nvSpPr>
        <p:spPr>
          <a:xfrm>
            <a:off x="2718720" y="211500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58" y="0"/>
                </a:lnTo>
                <a:lnTo>
                  <a:pt x="564" y="0"/>
                </a:lnTo>
                <a:lnTo>
                  <a:pt x="0" y="46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" name=""/>
          <p:cNvSpPr/>
          <p:nvPr/>
        </p:nvSpPr>
        <p:spPr>
          <a:xfrm>
            <a:off x="2718720" y="2115000"/>
            <a:ext cx="205200" cy="16920"/>
          </a:xfrm>
          <a:custGeom>
            <a:avLst/>
            <a:gdLst/>
            <a:ahLst/>
            <a:rect l="0" t="0" r="r" b="b"/>
            <a:pathLst>
              <a:path w="570" h="47">
                <a:moveTo>
                  <a:pt x="0" y="46"/>
                </a:moveTo>
                <a:lnTo>
                  <a:pt x="564" y="0"/>
                </a:lnTo>
                <a:lnTo>
                  <a:pt x="570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ede2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7" name=""/>
          <p:cNvSpPr/>
          <p:nvPr/>
        </p:nvSpPr>
        <p:spPr>
          <a:xfrm>
            <a:off x="2718720" y="211500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0" y="0"/>
                </a:lnTo>
                <a:lnTo>
                  <a:pt x="577" y="0"/>
                </a:lnTo>
                <a:lnTo>
                  <a:pt x="0" y="47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8" name=""/>
          <p:cNvSpPr/>
          <p:nvPr/>
        </p:nvSpPr>
        <p:spPr>
          <a:xfrm>
            <a:off x="2718720" y="2115000"/>
            <a:ext cx="209880" cy="17280"/>
          </a:xfrm>
          <a:custGeom>
            <a:avLst/>
            <a:gdLst/>
            <a:ahLst/>
            <a:rect l="0" t="0" r="r" b="b"/>
            <a:pathLst>
              <a:path w="583" h="48">
                <a:moveTo>
                  <a:pt x="0" y="47"/>
                </a:moveTo>
                <a:lnTo>
                  <a:pt x="577" y="0"/>
                </a:lnTo>
                <a:lnTo>
                  <a:pt x="58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9" name=""/>
          <p:cNvSpPr/>
          <p:nvPr/>
        </p:nvSpPr>
        <p:spPr>
          <a:xfrm>
            <a:off x="2718720" y="2115000"/>
            <a:ext cx="214200" cy="17640"/>
          </a:xfrm>
          <a:custGeom>
            <a:avLst/>
            <a:gdLst/>
            <a:ahLst/>
            <a:rect l="0" t="0" r="r" b="b"/>
            <a:pathLst>
              <a:path w="595" h="49">
                <a:moveTo>
                  <a:pt x="0" y="48"/>
                </a:moveTo>
                <a:lnTo>
                  <a:pt x="583" y="0"/>
                </a:lnTo>
                <a:lnTo>
                  <a:pt x="595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0" name=""/>
          <p:cNvSpPr/>
          <p:nvPr/>
        </p:nvSpPr>
        <p:spPr>
          <a:xfrm>
            <a:off x="2718720" y="211500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595" y="0"/>
                </a:lnTo>
                <a:lnTo>
                  <a:pt x="601" y="0"/>
                </a:lnTo>
                <a:lnTo>
                  <a:pt x="0" y="49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" name=""/>
          <p:cNvSpPr/>
          <p:nvPr/>
        </p:nvSpPr>
        <p:spPr>
          <a:xfrm>
            <a:off x="2718720" y="2115000"/>
            <a:ext cx="218880" cy="18000"/>
          </a:xfrm>
          <a:custGeom>
            <a:avLst/>
            <a:gdLst/>
            <a:ahLst/>
            <a:rect l="0" t="0" r="r" b="b"/>
            <a:pathLst>
              <a:path w="608" h="50">
                <a:moveTo>
                  <a:pt x="0" y="49"/>
                </a:moveTo>
                <a:lnTo>
                  <a:pt x="601" y="0"/>
                </a:lnTo>
                <a:lnTo>
                  <a:pt x="608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2" name=""/>
          <p:cNvSpPr/>
          <p:nvPr/>
        </p:nvSpPr>
        <p:spPr>
          <a:xfrm>
            <a:off x="2718720" y="211500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08" y="0"/>
                </a:lnTo>
                <a:lnTo>
                  <a:pt x="614" y="0"/>
                </a:lnTo>
                <a:lnTo>
                  <a:pt x="0" y="50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3" name=""/>
          <p:cNvSpPr/>
          <p:nvPr/>
        </p:nvSpPr>
        <p:spPr>
          <a:xfrm>
            <a:off x="2718720" y="2115000"/>
            <a:ext cx="223200" cy="18360"/>
          </a:xfrm>
          <a:custGeom>
            <a:avLst/>
            <a:gdLst/>
            <a:ahLst/>
            <a:rect l="0" t="0" r="r" b="b"/>
            <a:pathLst>
              <a:path w="620" h="51">
                <a:moveTo>
                  <a:pt x="0" y="50"/>
                </a:moveTo>
                <a:lnTo>
                  <a:pt x="614" y="0"/>
                </a:lnTo>
                <a:lnTo>
                  <a:pt x="620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" name=""/>
          <p:cNvSpPr/>
          <p:nvPr/>
        </p:nvSpPr>
        <p:spPr>
          <a:xfrm>
            <a:off x="2718720" y="2115000"/>
            <a:ext cx="227520" cy="18720"/>
          </a:xfrm>
          <a:custGeom>
            <a:avLst/>
            <a:gdLst/>
            <a:ahLst/>
            <a:rect l="0" t="0" r="r" b="b"/>
            <a:pathLst>
              <a:path w="632" h="52">
                <a:moveTo>
                  <a:pt x="0" y="51"/>
                </a:moveTo>
                <a:lnTo>
                  <a:pt x="620" y="0"/>
                </a:lnTo>
                <a:lnTo>
                  <a:pt x="632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5" name=""/>
          <p:cNvSpPr/>
          <p:nvPr/>
        </p:nvSpPr>
        <p:spPr>
          <a:xfrm>
            <a:off x="2718720" y="211500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2" y="0"/>
                </a:lnTo>
                <a:lnTo>
                  <a:pt x="639" y="0"/>
                </a:lnTo>
                <a:lnTo>
                  <a:pt x="0" y="52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" name=""/>
          <p:cNvSpPr/>
          <p:nvPr/>
        </p:nvSpPr>
        <p:spPr>
          <a:xfrm>
            <a:off x="2718720" y="2115000"/>
            <a:ext cx="232200" cy="19080"/>
          </a:xfrm>
          <a:custGeom>
            <a:avLst/>
            <a:gdLst/>
            <a:ahLst/>
            <a:rect l="0" t="0" r="r" b="b"/>
            <a:pathLst>
              <a:path w="645" h="53">
                <a:moveTo>
                  <a:pt x="0" y="52"/>
                </a:moveTo>
                <a:lnTo>
                  <a:pt x="639" y="0"/>
                </a:lnTo>
                <a:lnTo>
                  <a:pt x="64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7" name=""/>
          <p:cNvSpPr/>
          <p:nvPr/>
        </p:nvSpPr>
        <p:spPr>
          <a:xfrm>
            <a:off x="2718720" y="211500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45" y="0"/>
                </a:lnTo>
                <a:lnTo>
                  <a:pt x="651" y="0"/>
                </a:lnTo>
                <a:lnTo>
                  <a:pt x="0" y="5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8" name=""/>
          <p:cNvSpPr/>
          <p:nvPr/>
        </p:nvSpPr>
        <p:spPr>
          <a:xfrm>
            <a:off x="2718720" y="2115000"/>
            <a:ext cx="236520" cy="19440"/>
          </a:xfrm>
          <a:custGeom>
            <a:avLst/>
            <a:gdLst/>
            <a:ahLst/>
            <a:rect l="0" t="0" r="r" b="b"/>
            <a:pathLst>
              <a:path w="657" h="54">
                <a:moveTo>
                  <a:pt x="0" y="53"/>
                </a:moveTo>
                <a:lnTo>
                  <a:pt x="651" y="0"/>
                </a:lnTo>
                <a:lnTo>
                  <a:pt x="657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" name=""/>
          <p:cNvSpPr/>
          <p:nvPr/>
        </p:nvSpPr>
        <p:spPr>
          <a:xfrm>
            <a:off x="2718720" y="211500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57" y="0"/>
                </a:lnTo>
                <a:lnTo>
                  <a:pt x="663" y="0"/>
                </a:lnTo>
                <a:lnTo>
                  <a:pt x="0" y="54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" name=""/>
          <p:cNvSpPr/>
          <p:nvPr/>
        </p:nvSpPr>
        <p:spPr>
          <a:xfrm>
            <a:off x="2718720" y="2115000"/>
            <a:ext cx="240840" cy="19800"/>
          </a:xfrm>
          <a:custGeom>
            <a:avLst/>
            <a:gdLst/>
            <a:ahLst/>
            <a:rect l="0" t="0" r="r" b="b"/>
            <a:pathLst>
              <a:path w="669" h="55">
                <a:moveTo>
                  <a:pt x="0" y="54"/>
                </a:moveTo>
                <a:lnTo>
                  <a:pt x="663" y="0"/>
                </a:lnTo>
                <a:lnTo>
                  <a:pt x="669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" name=""/>
          <p:cNvSpPr/>
          <p:nvPr/>
        </p:nvSpPr>
        <p:spPr>
          <a:xfrm>
            <a:off x="2718720" y="211500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69" y="0"/>
                </a:lnTo>
                <a:lnTo>
                  <a:pt x="676" y="0"/>
                </a:lnTo>
                <a:lnTo>
                  <a:pt x="0" y="55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" name=""/>
          <p:cNvSpPr/>
          <p:nvPr/>
        </p:nvSpPr>
        <p:spPr>
          <a:xfrm>
            <a:off x="2718720" y="2115000"/>
            <a:ext cx="245520" cy="20160"/>
          </a:xfrm>
          <a:custGeom>
            <a:avLst/>
            <a:gdLst/>
            <a:ahLst/>
            <a:rect l="0" t="0" r="r" b="b"/>
            <a:pathLst>
              <a:path w="682" h="56">
                <a:moveTo>
                  <a:pt x="0" y="55"/>
                </a:moveTo>
                <a:lnTo>
                  <a:pt x="676" y="0"/>
                </a:lnTo>
                <a:lnTo>
                  <a:pt x="68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" name=""/>
          <p:cNvSpPr/>
          <p:nvPr/>
        </p:nvSpPr>
        <p:spPr>
          <a:xfrm>
            <a:off x="2718720" y="211500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2" y="0"/>
                </a:lnTo>
                <a:lnTo>
                  <a:pt x="688" y="0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" name=""/>
          <p:cNvSpPr/>
          <p:nvPr/>
        </p:nvSpPr>
        <p:spPr>
          <a:xfrm>
            <a:off x="2718720" y="2115000"/>
            <a:ext cx="249840" cy="20520"/>
          </a:xfrm>
          <a:custGeom>
            <a:avLst/>
            <a:gdLst/>
            <a:ahLst/>
            <a:rect l="0" t="0" r="r" b="b"/>
            <a:pathLst>
              <a:path w="694" h="57">
                <a:moveTo>
                  <a:pt x="0" y="56"/>
                </a:moveTo>
                <a:lnTo>
                  <a:pt x="688" y="0"/>
                </a:lnTo>
                <a:lnTo>
                  <a:pt x="694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" name=""/>
          <p:cNvSpPr/>
          <p:nvPr/>
        </p:nvSpPr>
        <p:spPr>
          <a:xfrm>
            <a:off x="2718720" y="211500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694" y="0"/>
                </a:lnTo>
                <a:lnTo>
                  <a:pt x="700" y="0"/>
                </a:lnTo>
                <a:lnTo>
                  <a:pt x="0" y="57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" name=""/>
          <p:cNvSpPr/>
          <p:nvPr/>
        </p:nvSpPr>
        <p:spPr>
          <a:xfrm>
            <a:off x="2718720" y="2115000"/>
            <a:ext cx="254520" cy="20880"/>
          </a:xfrm>
          <a:custGeom>
            <a:avLst/>
            <a:gdLst/>
            <a:ahLst/>
            <a:rect l="0" t="0" r="r" b="b"/>
            <a:pathLst>
              <a:path w="707" h="58">
                <a:moveTo>
                  <a:pt x="0" y="57"/>
                </a:moveTo>
                <a:lnTo>
                  <a:pt x="700" y="0"/>
                </a:lnTo>
                <a:lnTo>
                  <a:pt x="70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" name=""/>
          <p:cNvSpPr/>
          <p:nvPr/>
        </p:nvSpPr>
        <p:spPr>
          <a:xfrm>
            <a:off x="2718720" y="211500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07" y="0"/>
                </a:lnTo>
                <a:lnTo>
                  <a:pt x="713" y="0"/>
                </a:lnTo>
                <a:lnTo>
                  <a:pt x="0" y="58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" name=""/>
          <p:cNvSpPr/>
          <p:nvPr/>
        </p:nvSpPr>
        <p:spPr>
          <a:xfrm>
            <a:off x="2718720" y="211500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8"/>
                </a:moveTo>
                <a:lnTo>
                  <a:pt x="713" y="0"/>
                </a:lnTo>
                <a:lnTo>
                  <a:pt x="71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" name=""/>
          <p:cNvSpPr/>
          <p:nvPr/>
        </p:nvSpPr>
        <p:spPr>
          <a:xfrm>
            <a:off x="2718720" y="211500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19" y="0"/>
                </a:lnTo>
                <a:lnTo>
                  <a:pt x="725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" name=""/>
          <p:cNvSpPr/>
          <p:nvPr/>
        </p:nvSpPr>
        <p:spPr>
          <a:xfrm>
            <a:off x="2718720" y="2115000"/>
            <a:ext cx="263160" cy="21600"/>
          </a:xfrm>
          <a:custGeom>
            <a:avLst/>
            <a:gdLst/>
            <a:ahLst/>
            <a:rect l="0" t="0" r="r" b="b"/>
            <a:pathLst>
              <a:path w="731" h="60">
                <a:moveTo>
                  <a:pt x="0" y="59"/>
                </a:moveTo>
                <a:lnTo>
                  <a:pt x="725" y="0"/>
                </a:lnTo>
                <a:lnTo>
                  <a:pt x="731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" name=""/>
          <p:cNvSpPr/>
          <p:nvPr/>
        </p:nvSpPr>
        <p:spPr>
          <a:xfrm>
            <a:off x="2718720" y="211500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60"/>
                </a:moveTo>
                <a:lnTo>
                  <a:pt x="731" y="0"/>
                </a:lnTo>
                <a:lnTo>
                  <a:pt x="738" y="0"/>
                </a:lnTo>
                <a:lnTo>
                  <a:pt x="0" y="60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" name=""/>
          <p:cNvSpPr/>
          <p:nvPr/>
        </p:nvSpPr>
        <p:spPr>
          <a:xfrm>
            <a:off x="2718720" y="2115000"/>
            <a:ext cx="267840" cy="21960"/>
          </a:xfrm>
          <a:custGeom>
            <a:avLst/>
            <a:gdLst/>
            <a:ahLst/>
            <a:rect l="0" t="0" r="r" b="b"/>
            <a:pathLst>
              <a:path w="744" h="61">
                <a:moveTo>
                  <a:pt x="0" y="60"/>
                </a:moveTo>
                <a:lnTo>
                  <a:pt x="738" y="0"/>
                </a:lnTo>
                <a:lnTo>
                  <a:pt x="74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" name=""/>
          <p:cNvSpPr/>
          <p:nvPr/>
        </p:nvSpPr>
        <p:spPr>
          <a:xfrm>
            <a:off x="2718720" y="211500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44" y="0"/>
                </a:lnTo>
                <a:lnTo>
                  <a:pt x="750" y="0"/>
                </a:lnTo>
                <a:lnTo>
                  <a:pt x="0" y="61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" name=""/>
          <p:cNvSpPr/>
          <p:nvPr/>
        </p:nvSpPr>
        <p:spPr>
          <a:xfrm>
            <a:off x="2718720" y="2115000"/>
            <a:ext cx="272160" cy="22320"/>
          </a:xfrm>
          <a:custGeom>
            <a:avLst/>
            <a:gdLst/>
            <a:ahLst/>
            <a:rect l="0" t="0" r="r" b="b"/>
            <a:pathLst>
              <a:path w="756" h="62">
                <a:moveTo>
                  <a:pt x="0" y="61"/>
                </a:moveTo>
                <a:lnTo>
                  <a:pt x="750" y="0"/>
                </a:lnTo>
                <a:lnTo>
                  <a:pt x="75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" name=""/>
          <p:cNvSpPr/>
          <p:nvPr/>
        </p:nvSpPr>
        <p:spPr>
          <a:xfrm>
            <a:off x="2718720" y="211500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56" y="0"/>
                </a:lnTo>
                <a:lnTo>
                  <a:pt x="762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" name=""/>
          <p:cNvSpPr/>
          <p:nvPr/>
        </p:nvSpPr>
        <p:spPr>
          <a:xfrm>
            <a:off x="2718720" y="211500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2" y="0"/>
                </a:lnTo>
                <a:lnTo>
                  <a:pt x="769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" name=""/>
          <p:cNvSpPr/>
          <p:nvPr/>
        </p:nvSpPr>
        <p:spPr>
          <a:xfrm>
            <a:off x="2718720" y="211500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2"/>
                </a:moveTo>
                <a:lnTo>
                  <a:pt x="769" y="0"/>
                </a:lnTo>
                <a:lnTo>
                  <a:pt x="775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" name=""/>
          <p:cNvSpPr/>
          <p:nvPr/>
        </p:nvSpPr>
        <p:spPr>
          <a:xfrm>
            <a:off x="2718720" y="211500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75" y="0"/>
                </a:lnTo>
                <a:lnTo>
                  <a:pt x="781" y="0"/>
                </a:lnTo>
                <a:lnTo>
                  <a:pt x="0" y="63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" name=""/>
          <p:cNvSpPr/>
          <p:nvPr/>
        </p:nvSpPr>
        <p:spPr>
          <a:xfrm>
            <a:off x="2718720" y="211500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3"/>
                </a:moveTo>
                <a:lnTo>
                  <a:pt x="781" y="0"/>
                </a:lnTo>
                <a:lnTo>
                  <a:pt x="78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" name=""/>
          <p:cNvSpPr/>
          <p:nvPr/>
        </p:nvSpPr>
        <p:spPr>
          <a:xfrm>
            <a:off x="2718720" y="211500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4"/>
                </a:moveTo>
                <a:lnTo>
                  <a:pt x="787" y="0"/>
                </a:lnTo>
                <a:lnTo>
                  <a:pt x="788" y="1"/>
                </a:lnTo>
                <a:lnTo>
                  <a:pt x="0" y="64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" name=""/>
          <p:cNvSpPr/>
          <p:nvPr/>
        </p:nvSpPr>
        <p:spPr>
          <a:xfrm>
            <a:off x="2718720" y="211536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3"/>
                </a:moveTo>
                <a:lnTo>
                  <a:pt x="788" y="0"/>
                </a:lnTo>
                <a:lnTo>
                  <a:pt x="1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" name=""/>
          <p:cNvSpPr/>
          <p:nvPr/>
        </p:nvSpPr>
        <p:spPr>
          <a:xfrm>
            <a:off x="2719080" y="211536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4"/>
                </a:moveTo>
                <a:lnTo>
                  <a:pt x="787" y="0"/>
                </a:lnTo>
                <a:lnTo>
                  <a:pt x="787" y="1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" name=""/>
          <p:cNvSpPr/>
          <p:nvPr/>
        </p:nvSpPr>
        <p:spPr>
          <a:xfrm>
            <a:off x="2721240" y="211572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81" y="0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" name=""/>
          <p:cNvSpPr/>
          <p:nvPr/>
        </p:nvSpPr>
        <p:spPr>
          <a:xfrm>
            <a:off x="2723400" y="211572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3"/>
                </a:moveTo>
                <a:lnTo>
                  <a:pt x="775" y="0"/>
                </a:lnTo>
                <a:lnTo>
                  <a:pt x="775" y="1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" name=""/>
          <p:cNvSpPr/>
          <p:nvPr/>
        </p:nvSpPr>
        <p:spPr>
          <a:xfrm>
            <a:off x="2725560" y="211608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9" y="0"/>
                </a:lnTo>
                <a:lnTo>
                  <a:pt x="7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" name=""/>
          <p:cNvSpPr/>
          <p:nvPr/>
        </p:nvSpPr>
        <p:spPr>
          <a:xfrm>
            <a:off x="2728080" y="211608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62" y="0"/>
                </a:lnTo>
                <a:lnTo>
                  <a:pt x="762" y="1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7" name=""/>
          <p:cNvSpPr/>
          <p:nvPr/>
        </p:nvSpPr>
        <p:spPr>
          <a:xfrm>
            <a:off x="2730240" y="211644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6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8" name=""/>
          <p:cNvSpPr/>
          <p:nvPr/>
        </p:nvSpPr>
        <p:spPr>
          <a:xfrm>
            <a:off x="2732400" y="211644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50" y="0"/>
                </a:lnTo>
                <a:lnTo>
                  <a:pt x="750" y="1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9" name=""/>
          <p:cNvSpPr/>
          <p:nvPr/>
        </p:nvSpPr>
        <p:spPr>
          <a:xfrm>
            <a:off x="2734560" y="2116800"/>
            <a:ext cx="267840" cy="21600"/>
          </a:xfrm>
          <a:custGeom>
            <a:avLst/>
            <a:gdLst/>
            <a:ahLst/>
            <a:rect l="0" t="0" r="r" b="b"/>
            <a:pathLst>
              <a:path w="744" h="60">
                <a:moveTo>
                  <a:pt x="0" y="60"/>
                </a:moveTo>
                <a:lnTo>
                  <a:pt x="744" y="0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0" name=""/>
          <p:cNvSpPr/>
          <p:nvPr/>
        </p:nvSpPr>
        <p:spPr>
          <a:xfrm>
            <a:off x="2736720" y="211680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60"/>
                </a:moveTo>
                <a:lnTo>
                  <a:pt x="738" y="0"/>
                </a:lnTo>
                <a:lnTo>
                  <a:pt x="738" y="1"/>
                </a:lnTo>
                <a:lnTo>
                  <a:pt x="7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1" name=""/>
          <p:cNvSpPr/>
          <p:nvPr/>
        </p:nvSpPr>
        <p:spPr>
          <a:xfrm>
            <a:off x="2739240" y="2117160"/>
            <a:ext cx="263160" cy="21240"/>
          </a:xfrm>
          <a:custGeom>
            <a:avLst/>
            <a:gdLst/>
            <a:ahLst/>
            <a:rect l="0" t="0" r="r" b="b"/>
            <a:pathLst>
              <a:path w="731" h="59">
                <a:moveTo>
                  <a:pt x="0" y="59"/>
                </a:moveTo>
                <a:lnTo>
                  <a:pt x="731" y="0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2" name=""/>
          <p:cNvSpPr/>
          <p:nvPr/>
        </p:nvSpPr>
        <p:spPr>
          <a:xfrm>
            <a:off x="2741400" y="211716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25" y="0"/>
                </a:lnTo>
                <a:lnTo>
                  <a:pt x="725" y="1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3" name=""/>
          <p:cNvSpPr/>
          <p:nvPr/>
        </p:nvSpPr>
        <p:spPr>
          <a:xfrm>
            <a:off x="2743560" y="2117520"/>
            <a:ext cx="258840" cy="20880"/>
          </a:xfrm>
          <a:custGeom>
            <a:avLst/>
            <a:gdLst/>
            <a:ahLst/>
            <a:rect l="0" t="0" r="r" b="b"/>
            <a:pathLst>
              <a:path w="719" h="58">
                <a:moveTo>
                  <a:pt x="0" y="58"/>
                </a:moveTo>
                <a:lnTo>
                  <a:pt x="719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4" name=""/>
          <p:cNvSpPr/>
          <p:nvPr/>
        </p:nvSpPr>
        <p:spPr>
          <a:xfrm>
            <a:off x="2745720" y="211752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13" y="0"/>
                </a:lnTo>
                <a:lnTo>
                  <a:pt x="713" y="1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5" name=""/>
          <p:cNvSpPr/>
          <p:nvPr/>
        </p:nvSpPr>
        <p:spPr>
          <a:xfrm>
            <a:off x="2747880" y="2117880"/>
            <a:ext cx="254520" cy="20520"/>
          </a:xfrm>
          <a:custGeom>
            <a:avLst/>
            <a:gdLst/>
            <a:ahLst/>
            <a:rect l="0" t="0" r="r" b="b"/>
            <a:pathLst>
              <a:path w="707" h="57">
                <a:moveTo>
                  <a:pt x="0" y="57"/>
                </a:moveTo>
                <a:lnTo>
                  <a:pt x="707" y="0"/>
                </a:lnTo>
                <a:lnTo>
                  <a:pt x="7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6" name=""/>
          <p:cNvSpPr/>
          <p:nvPr/>
        </p:nvSpPr>
        <p:spPr>
          <a:xfrm>
            <a:off x="2750400" y="211788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700" y="0"/>
                </a:lnTo>
                <a:lnTo>
                  <a:pt x="700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7" name=""/>
          <p:cNvSpPr/>
          <p:nvPr/>
        </p:nvSpPr>
        <p:spPr>
          <a:xfrm>
            <a:off x="2752560" y="2118240"/>
            <a:ext cx="249840" cy="20160"/>
          </a:xfrm>
          <a:custGeom>
            <a:avLst/>
            <a:gdLst/>
            <a:ahLst/>
            <a:rect l="0" t="0" r="r" b="b"/>
            <a:pathLst>
              <a:path w="694" h="56">
                <a:moveTo>
                  <a:pt x="0" y="56"/>
                </a:moveTo>
                <a:lnTo>
                  <a:pt x="694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8" name=""/>
          <p:cNvSpPr/>
          <p:nvPr/>
        </p:nvSpPr>
        <p:spPr>
          <a:xfrm>
            <a:off x="2754720" y="211824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8" y="0"/>
                </a:lnTo>
                <a:lnTo>
                  <a:pt x="688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9" name=""/>
          <p:cNvSpPr/>
          <p:nvPr/>
        </p:nvSpPr>
        <p:spPr>
          <a:xfrm>
            <a:off x="2756880" y="2118600"/>
            <a:ext cx="245520" cy="19800"/>
          </a:xfrm>
          <a:custGeom>
            <a:avLst/>
            <a:gdLst/>
            <a:ahLst/>
            <a:rect l="0" t="0" r="r" b="b"/>
            <a:pathLst>
              <a:path w="682" h="55">
                <a:moveTo>
                  <a:pt x="0" y="55"/>
                </a:moveTo>
                <a:lnTo>
                  <a:pt x="682" y="0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0" name=""/>
          <p:cNvSpPr/>
          <p:nvPr/>
        </p:nvSpPr>
        <p:spPr>
          <a:xfrm>
            <a:off x="2759040" y="211860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76" y="0"/>
                </a:lnTo>
                <a:lnTo>
                  <a:pt x="676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1" name=""/>
          <p:cNvSpPr/>
          <p:nvPr/>
        </p:nvSpPr>
        <p:spPr>
          <a:xfrm>
            <a:off x="2761200" y="2118960"/>
            <a:ext cx="241200" cy="19440"/>
          </a:xfrm>
          <a:custGeom>
            <a:avLst/>
            <a:gdLst/>
            <a:ahLst/>
            <a:rect l="0" t="0" r="r" b="b"/>
            <a:pathLst>
              <a:path w="670" h="54">
                <a:moveTo>
                  <a:pt x="0" y="54"/>
                </a:moveTo>
                <a:lnTo>
                  <a:pt x="670" y="0"/>
                </a:lnTo>
                <a:lnTo>
                  <a:pt x="7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2" name=""/>
          <p:cNvSpPr/>
          <p:nvPr/>
        </p:nvSpPr>
        <p:spPr>
          <a:xfrm>
            <a:off x="2763720" y="211896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63" y="0"/>
                </a:lnTo>
                <a:lnTo>
                  <a:pt x="663" y="1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3" name=""/>
          <p:cNvSpPr/>
          <p:nvPr/>
        </p:nvSpPr>
        <p:spPr>
          <a:xfrm>
            <a:off x="2765880" y="2119320"/>
            <a:ext cx="236520" cy="19080"/>
          </a:xfrm>
          <a:custGeom>
            <a:avLst/>
            <a:gdLst/>
            <a:ahLst/>
            <a:rect l="0" t="0" r="r" b="b"/>
            <a:pathLst>
              <a:path w="657" h="53">
                <a:moveTo>
                  <a:pt x="0" y="53"/>
                </a:moveTo>
                <a:lnTo>
                  <a:pt x="657" y="0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" name=""/>
          <p:cNvSpPr/>
          <p:nvPr/>
        </p:nvSpPr>
        <p:spPr>
          <a:xfrm>
            <a:off x="2768040" y="211932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51" y="0"/>
                </a:lnTo>
                <a:lnTo>
                  <a:pt x="651" y="1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" name=""/>
          <p:cNvSpPr/>
          <p:nvPr/>
        </p:nvSpPr>
        <p:spPr>
          <a:xfrm>
            <a:off x="2770200" y="2119680"/>
            <a:ext cx="232200" cy="18720"/>
          </a:xfrm>
          <a:custGeom>
            <a:avLst/>
            <a:gdLst/>
            <a:ahLst/>
            <a:rect l="0" t="0" r="r" b="b"/>
            <a:pathLst>
              <a:path w="645" h="52">
                <a:moveTo>
                  <a:pt x="0" y="52"/>
                </a:moveTo>
                <a:lnTo>
                  <a:pt x="645" y="0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" name=""/>
          <p:cNvSpPr/>
          <p:nvPr/>
        </p:nvSpPr>
        <p:spPr>
          <a:xfrm>
            <a:off x="2772360" y="211968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9" y="0"/>
                </a:lnTo>
                <a:lnTo>
                  <a:pt x="639" y="1"/>
                </a:lnTo>
                <a:lnTo>
                  <a:pt x="7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" name=""/>
          <p:cNvSpPr/>
          <p:nvPr/>
        </p:nvSpPr>
        <p:spPr>
          <a:xfrm>
            <a:off x="2774880" y="2120040"/>
            <a:ext cx="227520" cy="18360"/>
          </a:xfrm>
          <a:custGeom>
            <a:avLst/>
            <a:gdLst/>
            <a:ahLst/>
            <a:rect l="0" t="0" r="r" b="b"/>
            <a:pathLst>
              <a:path w="632" h="51">
                <a:moveTo>
                  <a:pt x="0" y="51"/>
                </a:moveTo>
                <a:lnTo>
                  <a:pt x="632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8" name=""/>
          <p:cNvSpPr/>
          <p:nvPr/>
        </p:nvSpPr>
        <p:spPr>
          <a:xfrm>
            <a:off x="2777040" y="2120040"/>
            <a:ext cx="225360" cy="18360"/>
          </a:xfrm>
          <a:custGeom>
            <a:avLst/>
            <a:gdLst/>
            <a:ahLst/>
            <a:rect l="0" t="0" r="r" b="b"/>
            <a:pathLst>
              <a:path w="626" h="51">
                <a:moveTo>
                  <a:pt x="0" y="51"/>
                </a:moveTo>
                <a:lnTo>
                  <a:pt x="626" y="0"/>
                </a:lnTo>
                <a:lnTo>
                  <a:pt x="626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9" name=""/>
          <p:cNvSpPr/>
          <p:nvPr/>
        </p:nvSpPr>
        <p:spPr>
          <a:xfrm>
            <a:off x="2779200" y="2120400"/>
            <a:ext cx="223200" cy="18000"/>
          </a:xfrm>
          <a:custGeom>
            <a:avLst/>
            <a:gdLst/>
            <a:ahLst/>
            <a:rect l="0" t="0" r="r" b="b"/>
            <a:pathLst>
              <a:path w="620" h="50">
                <a:moveTo>
                  <a:pt x="0" y="50"/>
                </a:moveTo>
                <a:lnTo>
                  <a:pt x="620" y="0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0" name=""/>
          <p:cNvSpPr/>
          <p:nvPr/>
        </p:nvSpPr>
        <p:spPr>
          <a:xfrm>
            <a:off x="2781360" y="212040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14" y="0"/>
                </a:lnTo>
                <a:lnTo>
                  <a:pt x="614" y="1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1" name=""/>
          <p:cNvSpPr/>
          <p:nvPr/>
        </p:nvSpPr>
        <p:spPr>
          <a:xfrm>
            <a:off x="2783520" y="2120760"/>
            <a:ext cx="218880" cy="17640"/>
          </a:xfrm>
          <a:custGeom>
            <a:avLst/>
            <a:gdLst/>
            <a:ahLst/>
            <a:rect l="0" t="0" r="r" b="b"/>
            <a:pathLst>
              <a:path w="608" h="49">
                <a:moveTo>
                  <a:pt x="0" y="49"/>
                </a:moveTo>
                <a:lnTo>
                  <a:pt x="608" y="0"/>
                </a:lnTo>
                <a:lnTo>
                  <a:pt x="7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2" name=""/>
          <p:cNvSpPr/>
          <p:nvPr/>
        </p:nvSpPr>
        <p:spPr>
          <a:xfrm>
            <a:off x="2786040" y="212076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601" y="0"/>
                </a:lnTo>
                <a:lnTo>
                  <a:pt x="601" y="1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3" name=""/>
          <p:cNvSpPr/>
          <p:nvPr/>
        </p:nvSpPr>
        <p:spPr>
          <a:xfrm>
            <a:off x="2788200" y="2121120"/>
            <a:ext cx="214200" cy="17280"/>
          </a:xfrm>
          <a:custGeom>
            <a:avLst/>
            <a:gdLst/>
            <a:ahLst/>
            <a:rect l="0" t="0" r="r" b="b"/>
            <a:pathLst>
              <a:path w="595" h="48">
                <a:moveTo>
                  <a:pt x="0" y="48"/>
                </a:moveTo>
                <a:lnTo>
                  <a:pt x="595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" name=""/>
          <p:cNvSpPr/>
          <p:nvPr/>
        </p:nvSpPr>
        <p:spPr>
          <a:xfrm>
            <a:off x="2790360" y="2121120"/>
            <a:ext cx="212040" cy="17280"/>
          </a:xfrm>
          <a:custGeom>
            <a:avLst/>
            <a:gdLst/>
            <a:ahLst/>
            <a:rect l="0" t="0" r="r" b="b"/>
            <a:pathLst>
              <a:path w="589" h="48">
                <a:moveTo>
                  <a:pt x="0" y="48"/>
                </a:moveTo>
                <a:lnTo>
                  <a:pt x="589" y="0"/>
                </a:lnTo>
                <a:lnTo>
                  <a:pt x="589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" name=""/>
          <p:cNvSpPr/>
          <p:nvPr/>
        </p:nvSpPr>
        <p:spPr>
          <a:xfrm>
            <a:off x="2792520" y="2121480"/>
            <a:ext cx="209880" cy="16920"/>
          </a:xfrm>
          <a:custGeom>
            <a:avLst/>
            <a:gdLst/>
            <a:ahLst/>
            <a:rect l="0" t="0" r="r" b="b"/>
            <a:pathLst>
              <a:path w="583" h="47">
                <a:moveTo>
                  <a:pt x="0" y="47"/>
                </a:moveTo>
                <a:lnTo>
                  <a:pt x="583" y="0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" name=""/>
          <p:cNvSpPr/>
          <p:nvPr/>
        </p:nvSpPr>
        <p:spPr>
          <a:xfrm>
            <a:off x="2794680" y="212148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7" y="0"/>
                </a:lnTo>
                <a:lnTo>
                  <a:pt x="577" y="1"/>
                </a:lnTo>
                <a:lnTo>
                  <a:pt x="7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" name=""/>
          <p:cNvSpPr/>
          <p:nvPr/>
        </p:nvSpPr>
        <p:spPr>
          <a:xfrm>
            <a:off x="2797200" y="2121840"/>
            <a:ext cx="205200" cy="16560"/>
          </a:xfrm>
          <a:custGeom>
            <a:avLst/>
            <a:gdLst/>
            <a:ahLst/>
            <a:rect l="0" t="0" r="r" b="b"/>
            <a:pathLst>
              <a:path w="570" h="46">
                <a:moveTo>
                  <a:pt x="0" y="46"/>
                </a:moveTo>
                <a:lnTo>
                  <a:pt x="570" y="0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" name=""/>
          <p:cNvSpPr/>
          <p:nvPr/>
        </p:nvSpPr>
        <p:spPr>
          <a:xfrm>
            <a:off x="2799360" y="212184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64" y="0"/>
                </a:lnTo>
                <a:lnTo>
                  <a:pt x="564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" name=""/>
          <p:cNvSpPr/>
          <p:nvPr/>
        </p:nvSpPr>
        <p:spPr>
          <a:xfrm>
            <a:off x="2801520" y="2122200"/>
            <a:ext cx="200880" cy="16200"/>
          </a:xfrm>
          <a:custGeom>
            <a:avLst/>
            <a:gdLst/>
            <a:ahLst/>
            <a:rect l="0" t="0" r="r" b="b"/>
            <a:pathLst>
              <a:path w="558" h="45">
                <a:moveTo>
                  <a:pt x="0" y="45"/>
                </a:moveTo>
                <a:lnTo>
                  <a:pt x="558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" name=""/>
          <p:cNvSpPr/>
          <p:nvPr/>
        </p:nvSpPr>
        <p:spPr>
          <a:xfrm>
            <a:off x="2803680" y="212220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52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" name=""/>
          <p:cNvSpPr/>
          <p:nvPr/>
        </p:nvSpPr>
        <p:spPr>
          <a:xfrm>
            <a:off x="2805840" y="212220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5"/>
                </a:moveTo>
                <a:lnTo>
                  <a:pt x="546" y="0"/>
                </a:lnTo>
                <a:lnTo>
                  <a:pt x="546" y="1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2" name=""/>
          <p:cNvSpPr/>
          <p:nvPr/>
        </p:nvSpPr>
        <p:spPr>
          <a:xfrm>
            <a:off x="2808000" y="2122560"/>
            <a:ext cx="194760" cy="15840"/>
          </a:xfrm>
          <a:custGeom>
            <a:avLst/>
            <a:gdLst/>
            <a:ahLst/>
            <a:rect l="0" t="0" r="r" b="b"/>
            <a:pathLst>
              <a:path w="541" h="44">
                <a:moveTo>
                  <a:pt x="0" y="44"/>
                </a:moveTo>
                <a:lnTo>
                  <a:pt x="541" y="0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3" name=""/>
          <p:cNvSpPr/>
          <p:nvPr/>
        </p:nvSpPr>
        <p:spPr>
          <a:xfrm>
            <a:off x="2810520" y="212256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4"/>
                </a:moveTo>
                <a:lnTo>
                  <a:pt x="533" y="0"/>
                </a:lnTo>
                <a:lnTo>
                  <a:pt x="533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4" name=""/>
          <p:cNvSpPr/>
          <p:nvPr/>
        </p:nvSpPr>
        <p:spPr>
          <a:xfrm>
            <a:off x="2812680" y="212292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7" y="0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5" name=""/>
          <p:cNvSpPr/>
          <p:nvPr/>
        </p:nvSpPr>
        <p:spPr>
          <a:xfrm>
            <a:off x="2814840" y="212292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3"/>
                </a:moveTo>
                <a:lnTo>
                  <a:pt x="521" y="0"/>
                </a:lnTo>
                <a:lnTo>
                  <a:pt x="521" y="1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6" name=""/>
          <p:cNvSpPr/>
          <p:nvPr/>
        </p:nvSpPr>
        <p:spPr>
          <a:xfrm>
            <a:off x="2817000" y="212328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15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7" name=""/>
          <p:cNvSpPr/>
          <p:nvPr/>
        </p:nvSpPr>
        <p:spPr>
          <a:xfrm>
            <a:off x="2819160" y="2123280"/>
            <a:ext cx="183240" cy="15120"/>
          </a:xfrm>
          <a:custGeom>
            <a:avLst/>
            <a:gdLst/>
            <a:ahLst/>
            <a:rect l="0" t="0" r="r" b="b"/>
            <a:pathLst>
              <a:path w="509" h="42">
                <a:moveTo>
                  <a:pt x="0" y="42"/>
                </a:moveTo>
                <a:lnTo>
                  <a:pt x="509" y="0"/>
                </a:lnTo>
                <a:lnTo>
                  <a:pt x="509" y="1"/>
                </a:lnTo>
                <a:lnTo>
                  <a:pt x="7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8" name=""/>
          <p:cNvSpPr/>
          <p:nvPr/>
        </p:nvSpPr>
        <p:spPr>
          <a:xfrm>
            <a:off x="2821680" y="212364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502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" name=""/>
          <p:cNvSpPr/>
          <p:nvPr/>
        </p:nvSpPr>
        <p:spPr>
          <a:xfrm>
            <a:off x="2823840" y="212364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1"/>
                </a:moveTo>
                <a:lnTo>
                  <a:pt x="496" y="0"/>
                </a:lnTo>
                <a:lnTo>
                  <a:pt x="496" y="1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" name=""/>
          <p:cNvSpPr/>
          <p:nvPr/>
        </p:nvSpPr>
        <p:spPr>
          <a:xfrm>
            <a:off x="2826000" y="2124000"/>
            <a:ext cx="176400" cy="14400"/>
          </a:xfrm>
          <a:custGeom>
            <a:avLst/>
            <a:gdLst/>
            <a:ahLst/>
            <a:rect l="0" t="0" r="r" b="b"/>
            <a:pathLst>
              <a:path w="490" h="40">
                <a:moveTo>
                  <a:pt x="0" y="40"/>
                </a:moveTo>
                <a:lnTo>
                  <a:pt x="490" y="0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" name=""/>
          <p:cNvSpPr/>
          <p:nvPr/>
        </p:nvSpPr>
        <p:spPr>
          <a:xfrm>
            <a:off x="2828160" y="212400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40"/>
                </a:moveTo>
                <a:lnTo>
                  <a:pt x="484" y="0"/>
                </a:lnTo>
                <a:lnTo>
                  <a:pt x="484" y="1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" name=""/>
          <p:cNvSpPr/>
          <p:nvPr/>
        </p:nvSpPr>
        <p:spPr>
          <a:xfrm>
            <a:off x="2830320" y="2124360"/>
            <a:ext cx="172080" cy="14400"/>
          </a:xfrm>
          <a:custGeom>
            <a:avLst/>
            <a:gdLst/>
            <a:ahLst/>
            <a:rect l="0" t="0" r="r" b="b"/>
            <a:pathLst>
              <a:path w="478" h="40">
                <a:moveTo>
                  <a:pt x="0" y="40"/>
                </a:moveTo>
                <a:lnTo>
                  <a:pt x="478" y="0"/>
                </a:lnTo>
                <a:lnTo>
                  <a:pt x="7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" name=""/>
          <p:cNvSpPr/>
          <p:nvPr/>
        </p:nvSpPr>
        <p:spPr>
          <a:xfrm>
            <a:off x="2832840" y="2124360"/>
            <a:ext cx="169560" cy="14400"/>
          </a:xfrm>
          <a:custGeom>
            <a:avLst/>
            <a:gdLst/>
            <a:ahLst/>
            <a:rect l="0" t="0" r="r" b="b"/>
            <a:pathLst>
              <a:path w="471" h="40">
                <a:moveTo>
                  <a:pt x="0" y="40"/>
                </a:moveTo>
                <a:lnTo>
                  <a:pt x="471" y="0"/>
                </a:lnTo>
                <a:lnTo>
                  <a:pt x="471" y="2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4" name=""/>
          <p:cNvSpPr/>
          <p:nvPr/>
        </p:nvSpPr>
        <p:spPr>
          <a:xfrm>
            <a:off x="2835000" y="212472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65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5" name=""/>
          <p:cNvSpPr/>
          <p:nvPr/>
        </p:nvSpPr>
        <p:spPr>
          <a:xfrm>
            <a:off x="2837160" y="212472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8"/>
                </a:moveTo>
                <a:lnTo>
                  <a:pt x="459" y="0"/>
                </a:lnTo>
                <a:lnTo>
                  <a:pt x="459" y="1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6" name=""/>
          <p:cNvSpPr/>
          <p:nvPr/>
        </p:nvSpPr>
        <p:spPr>
          <a:xfrm>
            <a:off x="2839320" y="212508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53" y="0"/>
                </a:lnTo>
                <a:lnTo>
                  <a:pt x="7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7" name=""/>
          <p:cNvSpPr/>
          <p:nvPr/>
        </p:nvSpPr>
        <p:spPr>
          <a:xfrm>
            <a:off x="2841480" y="212508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7"/>
                </a:moveTo>
                <a:lnTo>
                  <a:pt x="447" y="0"/>
                </a:lnTo>
                <a:lnTo>
                  <a:pt x="447" y="1"/>
                </a:lnTo>
                <a:lnTo>
                  <a:pt x="7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8" name=""/>
          <p:cNvSpPr/>
          <p:nvPr/>
        </p:nvSpPr>
        <p:spPr>
          <a:xfrm>
            <a:off x="2844000" y="2125440"/>
            <a:ext cx="158400" cy="12960"/>
          </a:xfrm>
          <a:custGeom>
            <a:avLst/>
            <a:gdLst/>
            <a:ahLst/>
            <a:rect l="0" t="0" r="r" b="b"/>
            <a:pathLst>
              <a:path w="440" h="36">
                <a:moveTo>
                  <a:pt x="0" y="36"/>
                </a:moveTo>
                <a:lnTo>
                  <a:pt x="440" y="0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9" name=""/>
          <p:cNvSpPr/>
          <p:nvPr/>
        </p:nvSpPr>
        <p:spPr>
          <a:xfrm>
            <a:off x="2846160" y="212544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6"/>
                </a:moveTo>
                <a:lnTo>
                  <a:pt x="434" y="0"/>
                </a:lnTo>
                <a:lnTo>
                  <a:pt x="434" y="1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0" name=""/>
          <p:cNvSpPr/>
          <p:nvPr/>
        </p:nvSpPr>
        <p:spPr>
          <a:xfrm>
            <a:off x="2848320" y="212580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8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1" name=""/>
          <p:cNvSpPr/>
          <p:nvPr/>
        </p:nvSpPr>
        <p:spPr>
          <a:xfrm>
            <a:off x="2850480" y="212580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5"/>
                </a:moveTo>
                <a:lnTo>
                  <a:pt x="422" y="0"/>
                </a:lnTo>
                <a:lnTo>
                  <a:pt x="422" y="1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2" name=""/>
          <p:cNvSpPr/>
          <p:nvPr/>
        </p:nvSpPr>
        <p:spPr>
          <a:xfrm>
            <a:off x="2852640" y="212616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16" y="0"/>
                </a:lnTo>
                <a:lnTo>
                  <a:pt x="7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3" name=""/>
          <p:cNvSpPr/>
          <p:nvPr/>
        </p:nvSpPr>
        <p:spPr>
          <a:xfrm>
            <a:off x="2855160" y="212616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4"/>
                </a:moveTo>
                <a:lnTo>
                  <a:pt x="409" y="0"/>
                </a:lnTo>
                <a:lnTo>
                  <a:pt x="409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4" name=""/>
          <p:cNvSpPr/>
          <p:nvPr/>
        </p:nvSpPr>
        <p:spPr>
          <a:xfrm>
            <a:off x="2857320" y="2126520"/>
            <a:ext cx="145080" cy="11880"/>
          </a:xfrm>
          <a:custGeom>
            <a:avLst/>
            <a:gdLst/>
            <a:ahLst/>
            <a:rect l="0" t="0" r="r" b="b"/>
            <a:pathLst>
              <a:path w="403" h="33">
                <a:moveTo>
                  <a:pt x="0" y="33"/>
                </a:moveTo>
                <a:lnTo>
                  <a:pt x="403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5" name=""/>
          <p:cNvSpPr/>
          <p:nvPr/>
        </p:nvSpPr>
        <p:spPr>
          <a:xfrm>
            <a:off x="2859480" y="212652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3"/>
                </a:moveTo>
                <a:lnTo>
                  <a:pt x="397" y="0"/>
                </a:lnTo>
                <a:lnTo>
                  <a:pt x="397" y="1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6" name=""/>
          <p:cNvSpPr/>
          <p:nvPr/>
        </p:nvSpPr>
        <p:spPr>
          <a:xfrm>
            <a:off x="2861640" y="212688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91" y="0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7" name=""/>
          <p:cNvSpPr/>
          <p:nvPr/>
        </p:nvSpPr>
        <p:spPr>
          <a:xfrm>
            <a:off x="2863800" y="212688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2"/>
                </a:moveTo>
                <a:lnTo>
                  <a:pt x="385" y="0"/>
                </a:lnTo>
                <a:lnTo>
                  <a:pt x="385" y="1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8" name=""/>
          <p:cNvSpPr/>
          <p:nvPr/>
        </p:nvSpPr>
        <p:spPr>
          <a:xfrm>
            <a:off x="2865960" y="2127240"/>
            <a:ext cx="136440" cy="11160"/>
          </a:xfrm>
          <a:custGeom>
            <a:avLst/>
            <a:gdLst/>
            <a:ahLst/>
            <a:rect l="0" t="0" r="r" b="b"/>
            <a:pathLst>
              <a:path w="379" h="31">
                <a:moveTo>
                  <a:pt x="0" y="31"/>
                </a:moveTo>
                <a:lnTo>
                  <a:pt x="379" y="0"/>
                </a:lnTo>
                <a:lnTo>
                  <a:pt x="7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29" name=""/>
          <p:cNvSpPr/>
          <p:nvPr/>
        </p:nvSpPr>
        <p:spPr>
          <a:xfrm>
            <a:off x="2868480" y="212724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1"/>
                </a:moveTo>
                <a:lnTo>
                  <a:pt x="372" y="0"/>
                </a:lnTo>
                <a:lnTo>
                  <a:pt x="372" y="1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8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0" name=""/>
          <p:cNvSpPr/>
          <p:nvPr/>
        </p:nvSpPr>
        <p:spPr>
          <a:xfrm>
            <a:off x="2870640" y="2127600"/>
            <a:ext cx="131760" cy="10800"/>
          </a:xfrm>
          <a:custGeom>
            <a:avLst/>
            <a:gdLst/>
            <a:ahLst/>
            <a:rect l="0" t="0" r="r" b="b"/>
            <a:pathLst>
              <a:path w="366" h="30">
                <a:moveTo>
                  <a:pt x="0" y="30"/>
                </a:moveTo>
                <a:lnTo>
                  <a:pt x="366" y="0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1" name=""/>
          <p:cNvSpPr/>
          <p:nvPr/>
        </p:nvSpPr>
        <p:spPr>
          <a:xfrm>
            <a:off x="2872800" y="212760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60" y="0"/>
                </a:lnTo>
                <a:lnTo>
                  <a:pt x="360" y="1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2" name=""/>
          <p:cNvSpPr/>
          <p:nvPr/>
        </p:nvSpPr>
        <p:spPr>
          <a:xfrm>
            <a:off x="2874960" y="212796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54" y="0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3" name=""/>
          <p:cNvSpPr/>
          <p:nvPr/>
        </p:nvSpPr>
        <p:spPr>
          <a:xfrm>
            <a:off x="2877120" y="2127960"/>
            <a:ext cx="125280" cy="10440"/>
          </a:xfrm>
          <a:custGeom>
            <a:avLst/>
            <a:gdLst/>
            <a:ahLst/>
            <a:rect l="0" t="0" r="r" b="b"/>
            <a:pathLst>
              <a:path w="348" h="29">
                <a:moveTo>
                  <a:pt x="0" y="29"/>
                </a:moveTo>
                <a:lnTo>
                  <a:pt x="348" y="0"/>
                </a:lnTo>
                <a:lnTo>
                  <a:pt x="348" y="1"/>
                </a:lnTo>
                <a:lnTo>
                  <a:pt x="7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1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4" name=""/>
          <p:cNvSpPr/>
          <p:nvPr/>
        </p:nvSpPr>
        <p:spPr>
          <a:xfrm>
            <a:off x="2879640" y="212832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41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5" name=""/>
          <p:cNvSpPr/>
          <p:nvPr/>
        </p:nvSpPr>
        <p:spPr>
          <a:xfrm>
            <a:off x="2881800" y="212832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335" y="1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6" name=""/>
          <p:cNvSpPr/>
          <p:nvPr/>
        </p:nvSpPr>
        <p:spPr>
          <a:xfrm>
            <a:off x="2883960" y="2128680"/>
            <a:ext cx="118440" cy="9720"/>
          </a:xfrm>
          <a:custGeom>
            <a:avLst/>
            <a:gdLst/>
            <a:ahLst/>
            <a:rect l="0" t="0" r="r" b="b"/>
            <a:pathLst>
              <a:path w="329" h="27">
                <a:moveTo>
                  <a:pt x="0" y="27"/>
                </a:moveTo>
                <a:lnTo>
                  <a:pt x="329" y="0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7" name=""/>
          <p:cNvSpPr/>
          <p:nvPr/>
        </p:nvSpPr>
        <p:spPr>
          <a:xfrm>
            <a:off x="2886120" y="212868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7"/>
                </a:moveTo>
                <a:lnTo>
                  <a:pt x="323" y="0"/>
                </a:lnTo>
                <a:lnTo>
                  <a:pt x="323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8" name=""/>
          <p:cNvSpPr/>
          <p:nvPr/>
        </p:nvSpPr>
        <p:spPr>
          <a:xfrm>
            <a:off x="2888280" y="2129040"/>
            <a:ext cx="114120" cy="9360"/>
          </a:xfrm>
          <a:custGeom>
            <a:avLst/>
            <a:gdLst/>
            <a:ahLst/>
            <a:rect l="0" t="0" r="r" b="b"/>
            <a:pathLst>
              <a:path w="317" h="26">
                <a:moveTo>
                  <a:pt x="0" y="26"/>
                </a:moveTo>
                <a:lnTo>
                  <a:pt x="317" y="0"/>
                </a:lnTo>
                <a:lnTo>
                  <a:pt x="7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39" name=""/>
          <p:cNvSpPr/>
          <p:nvPr/>
        </p:nvSpPr>
        <p:spPr>
          <a:xfrm>
            <a:off x="2890800" y="212904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10" y="0"/>
                </a:lnTo>
                <a:lnTo>
                  <a:pt x="310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0" name=""/>
          <p:cNvSpPr/>
          <p:nvPr/>
        </p:nvSpPr>
        <p:spPr>
          <a:xfrm>
            <a:off x="2892960" y="212940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304" y="0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1" name=""/>
          <p:cNvSpPr/>
          <p:nvPr/>
        </p:nvSpPr>
        <p:spPr>
          <a:xfrm>
            <a:off x="2895120" y="212940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5"/>
                </a:moveTo>
                <a:lnTo>
                  <a:pt x="298" y="0"/>
                </a:lnTo>
                <a:lnTo>
                  <a:pt x="298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2" name=""/>
          <p:cNvSpPr/>
          <p:nvPr/>
        </p:nvSpPr>
        <p:spPr>
          <a:xfrm>
            <a:off x="2897280" y="2129760"/>
            <a:ext cx="105120" cy="8640"/>
          </a:xfrm>
          <a:custGeom>
            <a:avLst/>
            <a:gdLst/>
            <a:ahLst/>
            <a:rect l="0" t="0" r="r" b="b"/>
            <a:pathLst>
              <a:path w="292" h="24">
                <a:moveTo>
                  <a:pt x="0" y="24"/>
                </a:moveTo>
                <a:lnTo>
                  <a:pt x="292" y="0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3" name=""/>
          <p:cNvSpPr/>
          <p:nvPr/>
        </p:nvSpPr>
        <p:spPr>
          <a:xfrm>
            <a:off x="2899440" y="212976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4"/>
                </a:moveTo>
                <a:lnTo>
                  <a:pt x="286" y="0"/>
                </a:lnTo>
                <a:lnTo>
                  <a:pt x="286" y="1"/>
                </a:lnTo>
                <a:lnTo>
                  <a:pt x="7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4" name=""/>
          <p:cNvSpPr/>
          <p:nvPr/>
        </p:nvSpPr>
        <p:spPr>
          <a:xfrm>
            <a:off x="2901960" y="2130120"/>
            <a:ext cx="100440" cy="8280"/>
          </a:xfrm>
          <a:custGeom>
            <a:avLst/>
            <a:gdLst/>
            <a:ahLst/>
            <a:rect l="0" t="0" r="r" b="b"/>
            <a:pathLst>
              <a:path w="279" h="23">
                <a:moveTo>
                  <a:pt x="0" y="23"/>
                </a:moveTo>
                <a:lnTo>
                  <a:pt x="279" y="0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5" name=""/>
          <p:cNvSpPr/>
          <p:nvPr/>
        </p:nvSpPr>
        <p:spPr>
          <a:xfrm>
            <a:off x="2904120" y="213012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73" y="0"/>
                </a:lnTo>
                <a:lnTo>
                  <a:pt x="273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6" name=""/>
          <p:cNvSpPr/>
          <p:nvPr/>
        </p:nvSpPr>
        <p:spPr>
          <a:xfrm>
            <a:off x="2906280" y="2130480"/>
            <a:ext cx="96120" cy="7920"/>
          </a:xfrm>
          <a:custGeom>
            <a:avLst/>
            <a:gdLst/>
            <a:ahLst/>
            <a:rect l="0" t="0" r="r" b="b"/>
            <a:pathLst>
              <a:path w="267" h="22">
                <a:moveTo>
                  <a:pt x="0" y="22"/>
                </a:moveTo>
                <a:lnTo>
                  <a:pt x="267" y="0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d0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7" name=""/>
          <p:cNvSpPr/>
          <p:nvPr/>
        </p:nvSpPr>
        <p:spPr>
          <a:xfrm>
            <a:off x="2908440" y="213048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2"/>
                </a:moveTo>
                <a:lnTo>
                  <a:pt x="261" y="0"/>
                </a:lnTo>
                <a:lnTo>
                  <a:pt x="261" y="1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8" name=""/>
          <p:cNvSpPr/>
          <p:nvPr/>
        </p:nvSpPr>
        <p:spPr>
          <a:xfrm>
            <a:off x="2910600" y="2130840"/>
            <a:ext cx="91800" cy="7560"/>
          </a:xfrm>
          <a:custGeom>
            <a:avLst/>
            <a:gdLst/>
            <a:ahLst/>
            <a:rect l="0" t="0" r="r" b="b"/>
            <a:pathLst>
              <a:path w="255" h="21">
                <a:moveTo>
                  <a:pt x="0" y="21"/>
                </a:moveTo>
                <a:lnTo>
                  <a:pt x="255" y="0"/>
                </a:lnTo>
                <a:lnTo>
                  <a:pt x="7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49" name=""/>
          <p:cNvSpPr/>
          <p:nvPr/>
        </p:nvSpPr>
        <p:spPr>
          <a:xfrm>
            <a:off x="2913120" y="213084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1"/>
                </a:moveTo>
                <a:lnTo>
                  <a:pt x="248" y="0"/>
                </a:lnTo>
                <a:lnTo>
                  <a:pt x="248" y="1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0" name=""/>
          <p:cNvSpPr/>
          <p:nvPr/>
        </p:nvSpPr>
        <p:spPr>
          <a:xfrm>
            <a:off x="2915280" y="2131200"/>
            <a:ext cx="87120" cy="7200"/>
          </a:xfrm>
          <a:custGeom>
            <a:avLst/>
            <a:gdLst/>
            <a:ahLst/>
            <a:rect l="0" t="0" r="r" b="b"/>
            <a:pathLst>
              <a:path w="242" h="20">
                <a:moveTo>
                  <a:pt x="0" y="20"/>
                </a:moveTo>
                <a:lnTo>
                  <a:pt x="242" y="0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1" name=""/>
          <p:cNvSpPr/>
          <p:nvPr/>
        </p:nvSpPr>
        <p:spPr>
          <a:xfrm>
            <a:off x="2917440" y="213120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6" y="0"/>
                </a:lnTo>
                <a:lnTo>
                  <a:pt x="236" y="1"/>
                </a:lnTo>
                <a:lnTo>
                  <a:pt x="7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2" name=""/>
          <p:cNvSpPr/>
          <p:nvPr/>
        </p:nvSpPr>
        <p:spPr>
          <a:xfrm>
            <a:off x="2919600" y="2131560"/>
            <a:ext cx="82800" cy="6840"/>
          </a:xfrm>
          <a:custGeom>
            <a:avLst/>
            <a:gdLst/>
            <a:ahLst/>
            <a:rect l="0" t="0" r="r" b="b"/>
            <a:pathLst>
              <a:path w="230" h="19">
                <a:moveTo>
                  <a:pt x="0" y="19"/>
                </a:moveTo>
                <a:lnTo>
                  <a:pt x="230" y="0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3" name=""/>
          <p:cNvSpPr/>
          <p:nvPr/>
        </p:nvSpPr>
        <p:spPr>
          <a:xfrm>
            <a:off x="2921760" y="213156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9"/>
                </a:moveTo>
                <a:lnTo>
                  <a:pt x="224" y="0"/>
                </a:lnTo>
                <a:lnTo>
                  <a:pt x="224" y="1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4" name=""/>
          <p:cNvSpPr/>
          <p:nvPr/>
        </p:nvSpPr>
        <p:spPr>
          <a:xfrm>
            <a:off x="2923920" y="2131920"/>
            <a:ext cx="78480" cy="6480"/>
          </a:xfrm>
          <a:custGeom>
            <a:avLst/>
            <a:gdLst/>
            <a:ahLst/>
            <a:rect l="0" t="0" r="r" b="b"/>
            <a:pathLst>
              <a:path w="218" h="18">
                <a:moveTo>
                  <a:pt x="0" y="18"/>
                </a:moveTo>
                <a:lnTo>
                  <a:pt x="218" y="0"/>
                </a:lnTo>
                <a:lnTo>
                  <a:pt x="7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5" name=""/>
          <p:cNvSpPr/>
          <p:nvPr/>
        </p:nvSpPr>
        <p:spPr>
          <a:xfrm>
            <a:off x="2926440" y="2131920"/>
            <a:ext cx="75960" cy="6480"/>
          </a:xfrm>
          <a:custGeom>
            <a:avLst/>
            <a:gdLst/>
            <a:ahLst/>
            <a:rect l="0" t="0" r="r" b="b"/>
            <a:pathLst>
              <a:path w="211" h="18">
                <a:moveTo>
                  <a:pt x="0" y="18"/>
                </a:moveTo>
                <a:lnTo>
                  <a:pt x="211" y="0"/>
                </a:lnTo>
                <a:lnTo>
                  <a:pt x="211" y="1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6" name=""/>
          <p:cNvSpPr/>
          <p:nvPr/>
        </p:nvSpPr>
        <p:spPr>
          <a:xfrm>
            <a:off x="2928600" y="2132280"/>
            <a:ext cx="73800" cy="6120"/>
          </a:xfrm>
          <a:custGeom>
            <a:avLst/>
            <a:gdLst/>
            <a:ahLst/>
            <a:rect l="0" t="0" r="r" b="b"/>
            <a:pathLst>
              <a:path w="205" h="17">
                <a:moveTo>
                  <a:pt x="0" y="17"/>
                </a:moveTo>
                <a:lnTo>
                  <a:pt x="205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7" name=""/>
          <p:cNvSpPr/>
          <p:nvPr/>
        </p:nvSpPr>
        <p:spPr>
          <a:xfrm>
            <a:off x="2930760" y="213228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7"/>
                </a:moveTo>
                <a:lnTo>
                  <a:pt x="199" y="0"/>
                </a:lnTo>
                <a:lnTo>
                  <a:pt x="199" y="1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8" name=""/>
          <p:cNvSpPr/>
          <p:nvPr/>
        </p:nvSpPr>
        <p:spPr>
          <a:xfrm>
            <a:off x="2932920" y="2132640"/>
            <a:ext cx="69480" cy="5760"/>
          </a:xfrm>
          <a:custGeom>
            <a:avLst/>
            <a:gdLst/>
            <a:ahLst/>
            <a:rect l="0" t="0" r="r" b="b"/>
            <a:pathLst>
              <a:path w="193" h="16">
                <a:moveTo>
                  <a:pt x="0" y="16"/>
                </a:moveTo>
                <a:lnTo>
                  <a:pt x="193" y="0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f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59" name=""/>
          <p:cNvSpPr/>
          <p:nvPr/>
        </p:nvSpPr>
        <p:spPr>
          <a:xfrm>
            <a:off x="2935080" y="2132640"/>
            <a:ext cx="67320" cy="5760"/>
          </a:xfrm>
          <a:custGeom>
            <a:avLst/>
            <a:gdLst/>
            <a:ahLst/>
            <a:rect l="0" t="0" r="r" b="b"/>
            <a:pathLst>
              <a:path w="187" h="16">
                <a:moveTo>
                  <a:pt x="0" y="16"/>
                </a:moveTo>
                <a:lnTo>
                  <a:pt x="187" y="0"/>
                </a:lnTo>
                <a:lnTo>
                  <a:pt x="187" y="1"/>
                </a:lnTo>
                <a:lnTo>
                  <a:pt x="7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0" name=""/>
          <p:cNvSpPr/>
          <p:nvPr/>
        </p:nvSpPr>
        <p:spPr>
          <a:xfrm>
            <a:off x="2937600" y="213300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80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1" name=""/>
          <p:cNvSpPr/>
          <p:nvPr/>
        </p:nvSpPr>
        <p:spPr>
          <a:xfrm>
            <a:off x="2939760" y="213300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74" y="0"/>
                </a:lnTo>
                <a:lnTo>
                  <a:pt x="174" y="1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2" name=""/>
          <p:cNvSpPr/>
          <p:nvPr/>
        </p:nvSpPr>
        <p:spPr>
          <a:xfrm>
            <a:off x="2941920" y="2133360"/>
            <a:ext cx="60480" cy="5040"/>
          </a:xfrm>
          <a:custGeom>
            <a:avLst/>
            <a:gdLst/>
            <a:ahLst/>
            <a:rect l="0" t="0" r="r" b="b"/>
            <a:pathLst>
              <a:path w="168" h="14">
                <a:moveTo>
                  <a:pt x="0" y="14"/>
                </a:moveTo>
                <a:lnTo>
                  <a:pt x="168" y="0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3" name=""/>
          <p:cNvSpPr/>
          <p:nvPr/>
        </p:nvSpPr>
        <p:spPr>
          <a:xfrm>
            <a:off x="2944080" y="2133360"/>
            <a:ext cx="58320" cy="5040"/>
          </a:xfrm>
          <a:custGeom>
            <a:avLst/>
            <a:gdLst/>
            <a:ahLst/>
            <a:rect l="0" t="0" r="r" b="b"/>
            <a:pathLst>
              <a:path w="162" h="14">
                <a:moveTo>
                  <a:pt x="0" y="14"/>
                </a:moveTo>
                <a:lnTo>
                  <a:pt x="162" y="0"/>
                </a:lnTo>
                <a:lnTo>
                  <a:pt x="162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4" name=""/>
          <p:cNvSpPr/>
          <p:nvPr/>
        </p:nvSpPr>
        <p:spPr>
          <a:xfrm>
            <a:off x="2946240" y="2133720"/>
            <a:ext cx="56160" cy="4680"/>
          </a:xfrm>
          <a:custGeom>
            <a:avLst/>
            <a:gdLst/>
            <a:ahLst/>
            <a:rect l="0" t="0" r="r" b="b"/>
            <a:pathLst>
              <a:path w="156" h="13">
                <a:moveTo>
                  <a:pt x="0" y="13"/>
                </a:moveTo>
                <a:lnTo>
                  <a:pt x="156" y="0"/>
                </a:lnTo>
                <a:lnTo>
                  <a:pt x="7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5" name=""/>
          <p:cNvSpPr/>
          <p:nvPr/>
        </p:nvSpPr>
        <p:spPr>
          <a:xfrm>
            <a:off x="2948760" y="213372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3"/>
                </a:moveTo>
                <a:lnTo>
                  <a:pt x="149" y="0"/>
                </a:lnTo>
                <a:lnTo>
                  <a:pt x="149" y="1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6" name=""/>
          <p:cNvSpPr/>
          <p:nvPr/>
        </p:nvSpPr>
        <p:spPr>
          <a:xfrm>
            <a:off x="2950920" y="2134080"/>
            <a:ext cx="51480" cy="4320"/>
          </a:xfrm>
          <a:custGeom>
            <a:avLst/>
            <a:gdLst/>
            <a:ahLst/>
            <a:rect l="0" t="0" r="r" b="b"/>
            <a:pathLst>
              <a:path w="143" h="12">
                <a:moveTo>
                  <a:pt x="0" y="12"/>
                </a:moveTo>
                <a:lnTo>
                  <a:pt x="143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7" name=""/>
          <p:cNvSpPr/>
          <p:nvPr/>
        </p:nvSpPr>
        <p:spPr>
          <a:xfrm>
            <a:off x="2953080" y="2134080"/>
            <a:ext cx="49320" cy="4320"/>
          </a:xfrm>
          <a:custGeom>
            <a:avLst/>
            <a:gdLst/>
            <a:ahLst/>
            <a:rect l="0" t="0" r="r" b="b"/>
            <a:pathLst>
              <a:path w="137" h="12">
                <a:moveTo>
                  <a:pt x="0" y="12"/>
                </a:moveTo>
                <a:lnTo>
                  <a:pt x="137" y="0"/>
                </a:lnTo>
                <a:lnTo>
                  <a:pt x="137" y="1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8" name=""/>
          <p:cNvSpPr/>
          <p:nvPr/>
        </p:nvSpPr>
        <p:spPr>
          <a:xfrm>
            <a:off x="2955240" y="2134440"/>
            <a:ext cx="47160" cy="3960"/>
          </a:xfrm>
          <a:custGeom>
            <a:avLst/>
            <a:gdLst/>
            <a:ahLst/>
            <a:rect l="0" t="0" r="r" b="b"/>
            <a:pathLst>
              <a:path w="131" h="11">
                <a:moveTo>
                  <a:pt x="0" y="11"/>
                </a:moveTo>
                <a:lnTo>
                  <a:pt x="131" y="0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69" name=""/>
          <p:cNvSpPr/>
          <p:nvPr/>
        </p:nvSpPr>
        <p:spPr>
          <a:xfrm>
            <a:off x="2957400" y="2134440"/>
            <a:ext cx="45000" cy="3960"/>
          </a:xfrm>
          <a:custGeom>
            <a:avLst/>
            <a:gdLst/>
            <a:ahLst/>
            <a:rect l="0" t="0" r="r" b="b"/>
            <a:pathLst>
              <a:path w="125" h="11">
                <a:moveTo>
                  <a:pt x="0" y="11"/>
                </a:moveTo>
                <a:lnTo>
                  <a:pt x="125" y="0"/>
                </a:lnTo>
                <a:lnTo>
                  <a:pt x="125" y="1"/>
                </a:lnTo>
                <a:lnTo>
                  <a:pt x="7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70" name=""/>
          <p:cNvSpPr/>
          <p:nvPr/>
        </p:nvSpPr>
        <p:spPr>
          <a:xfrm>
            <a:off x="2959920" y="2134800"/>
            <a:ext cx="42480" cy="3600"/>
          </a:xfrm>
          <a:custGeom>
            <a:avLst/>
            <a:gdLst/>
            <a:ahLst/>
            <a:rect l="0" t="0" r="r" b="b"/>
            <a:pathLst>
              <a:path w="118" h="10">
                <a:moveTo>
                  <a:pt x="0" y="10"/>
                </a:moveTo>
                <a:lnTo>
                  <a:pt x="118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71" name=""/>
          <p:cNvSpPr/>
          <p:nvPr/>
        </p:nvSpPr>
        <p:spPr>
          <a:xfrm>
            <a:off x="2962080" y="2134800"/>
            <a:ext cx="40320" cy="3600"/>
          </a:xfrm>
          <a:custGeom>
            <a:avLst/>
            <a:gdLst/>
            <a:ahLst/>
            <a:rect l="0" t="0" r="r" b="b"/>
            <a:pathLst>
              <a:path w="112" h="10">
                <a:moveTo>
                  <a:pt x="0" y="10"/>
                </a:moveTo>
                <a:lnTo>
                  <a:pt x="112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72" name=""/>
          <p:cNvSpPr/>
          <p:nvPr/>
        </p:nvSpPr>
        <p:spPr>
          <a:xfrm>
            <a:off x="2964240" y="213480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10"/>
                </a:moveTo>
                <a:lnTo>
                  <a:pt x="106" y="0"/>
                </a:lnTo>
                <a:lnTo>
                  <a:pt x="106" y="1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73" name=""/>
          <p:cNvSpPr/>
          <p:nvPr/>
        </p:nvSpPr>
        <p:spPr>
          <a:xfrm>
            <a:off x="2966400" y="213516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9"/>
                </a:moveTo>
                <a:lnTo>
                  <a:pt x="100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74" name=""/>
          <p:cNvSpPr/>
          <p:nvPr/>
        </p:nvSpPr>
        <p:spPr>
          <a:xfrm>
            <a:off x="2968560" y="2135160"/>
            <a:ext cx="33840" cy="3240"/>
          </a:xfrm>
          <a:custGeom>
            <a:avLst/>
            <a:gdLst/>
            <a:ahLst/>
            <a:rect l="0" t="0" r="r" b="b"/>
            <a:pathLst>
              <a:path w="94" h="9">
                <a:moveTo>
                  <a:pt x="0" y="9"/>
                </a:moveTo>
                <a:lnTo>
                  <a:pt x="94" y="0"/>
                </a:lnTo>
                <a:lnTo>
                  <a:pt x="94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75" name=""/>
          <p:cNvSpPr/>
          <p:nvPr/>
        </p:nvSpPr>
        <p:spPr>
          <a:xfrm>
            <a:off x="2970720" y="2135520"/>
            <a:ext cx="31680" cy="2880"/>
          </a:xfrm>
          <a:custGeom>
            <a:avLst/>
            <a:gdLst/>
            <a:ahLst/>
            <a:rect l="0" t="0" r="r" b="b"/>
            <a:pathLst>
              <a:path w="88" h="8">
                <a:moveTo>
                  <a:pt x="0" y="8"/>
                </a:moveTo>
                <a:lnTo>
                  <a:pt x="88" y="0"/>
                </a:lnTo>
                <a:lnTo>
                  <a:pt x="7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76" name=""/>
          <p:cNvSpPr/>
          <p:nvPr/>
        </p:nvSpPr>
        <p:spPr>
          <a:xfrm>
            <a:off x="2973240" y="2135520"/>
            <a:ext cx="29160" cy="2880"/>
          </a:xfrm>
          <a:custGeom>
            <a:avLst/>
            <a:gdLst/>
            <a:ahLst/>
            <a:rect l="0" t="0" r="r" b="b"/>
            <a:pathLst>
              <a:path w="81" h="8">
                <a:moveTo>
                  <a:pt x="0" y="8"/>
                </a:moveTo>
                <a:lnTo>
                  <a:pt x="81" y="0"/>
                </a:lnTo>
                <a:lnTo>
                  <a:pt x="81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77" name=""/>
          <p:cNvSpPr/>
          <p:nvPr/>
        </p:nvSpPr>
        <p:spPr>
          <a:xfrm>
            <a:off x="2975400" y="213588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7"/>
                </a:moveTo>
                <a:lnTo>
                  <a:pt x="75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78" name=""/>
          <p:cNvSpPr/>
          <p:nvPr/>
        </p:nvSpPr>
        <p:spPr>
          <a:xfrm>
            <a:off x="2977560" y="2135880"/>
            <a:ext cx="24840" cy="2520"/>
          </a:xfrm>
          <a:custGeom>
            <a:avLst/>
            <a:gdLst/>
            <a:ahLst/>
            <a:rect l="0" t="0" r="r" b="b"/>
            <a:pathLst>
              <a:path w="69" h="7">
                <a:moveTo>
                  <a:pt x="0" y="7"/>
                </a:moveTo>
                <a:lnTo>
                  <a:pt x="69" y="0"/>
                </a:lnTo>
                <a:lnTo>
                  <a:pt x="69" y="1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79" name=""/>
          <p:cNvSpPr/>
          <p:nvPr/>
        </p:nvSpPr>
        <p:spPr>
          <a:xfrm>
            <a:off x="2979720" y="2136240"/>
            <a:ext cx="22680" cy="2160"/>
          </a:xfrm>
          <a:custGeom>
            <a:avLst/>
            <a:gdLst/>
            <a:ahLst/>
            <a:rect l="0" t="0" r="r" b="b"/>
            <a:pathLst>
              <a:path w="63" h="6">
                <a:moveTo>
                  <a:pt x="0" y="6"/>
                </a:moveTo>
                <a:lnTo>
                  <a:pt x="63" y="0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0" name=""/>
          <p:cNvSpPr/>
          <p:nvPr/>
        </p:nvSpPr>
        <p:spPr>
          <a:xfrm>
            <a:off x="2981880" y="2136240"/>
            <a:ext cx="20520" cy="2160"/>
          </a:xfrm>
          <a:custGeom>
            <a:avLst/>
            <a:gdLst/>
            <a:ahLst/>
            <a:rect l="0" t="0" r="r" b="b"/>
            <a:pathLst>
              <a:path w="57" h="6">
                <a:moveTo>
                  <a:pt x="0" y="6"/>
                </a:moveTo>
                <a:lnTo>
                  <a:pt x="57" y="0"/>
                </a:lnTo>
                <a:lnTo>
                  <a:pt x="57" y="1"/>
                </a:lnTo>
                <a:lnTo>
                  <a:pt x="7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1" name=""/>
          <p:cNvSpPr/>
          <p:nvPr/>
        </p:nvSpPr>
        <p:spPr>
          <a:xfrm>
            <a:off x="2984400" y="213660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2" name=""/>
          <p:cNvSpPr/>
          <p:nvPr/>
        </p:nvSpPr>
        <p:spPr>
          <a:xfrm>
            <a:off x="2986560" y="2136600"/>
            <a:ext cx="15840" cy="2160"/>
          </a:xfrm>
          <a:custGeom>
            <a:avLst/>
            <a:gdLst/>
            <a:ahLst/>
            <a:rect l="0" t="0" r="r" b="b"/>
            <a:pathLst>
              <a:path w="44" h="6">
                <a:moveTo>
                  <a:pt x="0" y="6"/>
                </a:moveTo>
                <a:lnTo>
                  <a:pt x="44" y="0"/>
                </a:lnTo>
                <a:lnTo>
                  <a:pt x="44" y="2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3" name=""/>
          <p:cNvSpPr/>
          <p:nvPr/>
        </p:nvSpPr>
        <p:spPr>
          <a:xfrm>
            <a:off x="2988720" y="2136960"/>
            <a:ext cx="13680" cy="1800"/>
          </a:xfrm>
          <a:custGeom>
            <a:avLst/>
            <a:gdLst/>
            <a:ahLst/>
            <a:rect l="0" t="0" r="r" b="b"/>
            <a:pathLst>
              <a:path w="38" h="5">
                <a:moveTo>
                  <a:pt x="0" y="5"/>
                </a:moveTo>
                <a:lnTo>
                  <a:pt x="38" y="0"/>
                </a:lnTo>
                <a:lnTo>
                  <a:pt x="7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4" name=""/>
          <p:cNvSpPr/>
          <p:nvPr/>
        </p:nvSpPr>
        <p:spPr>
          <a:xfrm>
            <a:off x="2990880" y="2136960"/>
            <a:ext cx="11520" cy="1800"/>
          </a:xfrm>
          <a:custGeom>
            <a:avLst/>
            <a:gdLst/>
            <a:ahLst/>
            <a:rect l="0" t="0" r="r" b="b"/>
            <a:pathLst>
              <a:path w="32" h="5">
                <a:moveTo>
                  <a:pt x="0" y="5"/>
                </a:moveTo>
                <a:lnTo>
                  <a:pt x="32" y="0"/>
                </a:lnTo>
                <a:lnTo>
                  <a:pt x="32" y="2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5" name=""/>
          <p:cNvSpPr/>
          <p:nvPr/>
        </p:nvSpPr>
        <p:spPr>
          <a:xfrm>
            <a:off x="2993040" y="213732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4"/>
                </a:moveTo>
                <a:lnTo>
                  <a:pt x="26" y="0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6" name=""/>
          <p:cNvSpPr/>
          <p:nvPr/>
        </p:nvSpPr>
        <p:spPr>
          <a:xfrm>
            <a:off x="2995560" y="2137320"/>
            <a:ext cx="6840" cy="1440"/>
          </a:xfrm>
          <a:custGeom>
            <a:avLst/>
            <a:gdLst/>
            <a:ahLst/>
            <a:rect l="0" t="0" r="r" b="b"/>
            <a:pathLst>
              <a:path w="19" h="4">
                <a:moveTo>
                  <a:pt x="0" y="4"/>
                </a:moveTo>
                <a:lnTo>
                  <a:pt x="19" y="0"/>
                </a:lnTo>
                <a:lnTo>
                  <a:pt x="19" y="2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7" name=""/>
          <p:cNvSpPr/>
          <p:nvPr/>
        </p:nvSpPr>
        <p:spPr>
          <a:xfrm>
            <a:off x="2997720" y="2137680"/>
            <a:ext cx="4320" cy="360"/>
          </a:xfrm>
          <a:custGeom>
            <a:avLst/>
            <a:gdLst/>
            <a:ahLst/>
            <a:rect l="0" t="0" r="r" b="b"/>
            <a:pathLst>
              <a:path w="12" h="1">
                <a:moveTo>
                  <a:pt x="0" y="1"/>
                </a:moveTo>
                <a:lnTo>
                  <a:pt x="12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8" name=""/>
          <p:cNvSpPr/>
          <p:nvPr/>
        </p:nvSpPr>
        <p:spPr>
          <a:xfrm>
            <a:off x="2999880" y="2137680"/>
            <a:ext cx="2160" cy="360"/>
          </a:xfrm>
          <a:custGeom>
            <a:avLst/>
            <a:gdLst/>
            <a:ahLst/>
            <a:rect l="0" t="0" r="r" b="b"/>
            <a:pathLst>
              <a:path w="6" h="1">
                <a:moveTo>
                  <a:pt x="0" y="1"/>
                </a:moveTo>
                <a:lnTo>
                  <a:pt x="6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89" name=""/>
          <p:cNvSpPr/>
          <p:nvPr/>
        </p:nvSpPr>
        <p:spPr>
          <a:xfrm>
            <a:off x="2718720" y="2115000"/>
            <a:ext cx="283680" cy="23400"/>
          </a:xfrm>
          <a:custGeom>
            <a:avLst/>
            <a:gdLst/>
            <a:ahLst/>
            <a:rect l="0" t="0" r="r" b="b"/>
            <a:pathLst>
              <a:path w="788" h="65">
                <a:moveTo>
                  <a:pt x="0" y="65"/>
                </a:moveTo>
                <a:lnTo>
                  <a:pt x="788" y="65"/>
                </a:lnTo>
                <a:lnTo>
                  <a:pt x="788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0" name=""/>
          <p:cNvSpPr/>
          <p:nvPr/>
        </p:nvSpPr>
        <p:spPr>
          <a:xfrm>
            <a:off x="2746080" y="2138040"/>
            <a:ext cx="7920" cy="1440"/>
          </a:xfrm>
          <a:custGeom>
            <a:avLst/>
            <a:gdLst/>
            <a:ahLst/>
            <a:rect l="0" t="0" r="r" b="b"/>
            <a:pathLst>
              <a:path w="22" h="4">
                <a:moveTo>
                  <a:pt x="0" y="0"/>
                </a:moveTo>
                <a:lnTo>
                  <a:pt x="22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1" name=""/>
          <p:cNvSpPr/>
          <p:nvPr/>
        </p:nvSpPr>
        <p:spPr>
          <a:xfrm>
            <a:off x="2746080" y="2138040"/>
            <a:ext cx="10800" cy="1440"/>
          </a:xfrm>
          <a:custGeom>
            <a:avLst/>
            <a:gdLst/>
            <a:ahLst/>
            <a:rect l="0" t="0" r="r" b="b"/>
            <a:pathLst>
              <a:path w="30" h="4">
                <a:moveTo>
                  <a:pt x="0" y="3"/>
                </a:moveTo>
                <a:lnTo>
                  <a:pt x="21" y="0"/>
                </a:lnTo>
                <a:lnTo>
                  <a:pt x="30" y="0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2" name=""/>
          <p:cNvSpPr/>
          <p:nvPr/>
        </p:nvSpPr>
        <p:spPr>
          <a:xfrm>
            <a:off x="2746080" y="2138040"/>
            <a:ext cx="14400" cy="1800"/>
          </a:xfrm>
          <a:custGeom>
            <a:avLst/>
            <a:gdLst/>
            <a:ahLst/>
            <a:rect l="0" t="0" r="r" b="b"/>
            <a:pathLst>
              <a:path w="40" h="5">
                <a:moveTo>
                  <a:pt x="0" y="4"/>
                </a:moveTo>
                <a:lnTo>
                  <a:pt x="29" y="0"/>
                </a:lnTo>
                <a:lnTo>
                  <a:pt x="40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3" name=""/>
          <p:cNvSpPr/>
          <p:nvPr/>
        </p:nvSpPr>
        <p:spPr>
          <a:xfrm>
            <a:off x="2746080" y="213804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5"/>
                </a:moveTo>
                <a:lnTo>
                  <a:pt x="39" y="0"/>
                </a:lnTo>
                <a:lnTo>
                  <a:pt x="50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4" name=""/>
          <p:cNvSpPr/>
          <p:nvPr/>
        </p:nvSpPr>
        <p:spPr>
          <a:xfrm>
            <a:off x="2746080" y="2138040"/>
            <a:ext cx="21600" cy="2520"/>
          </a:xfrm>
          <a:custGeom>
            <a:avLst/>
            <a:gdLst/>
            <a:ahLst/>
            <a:rect l="0" t="0" r="r" b="b"/>
            <a:pathLst>
              <a:path w="60" h="7">
                <a:moveTo>
                  <a:pt x="0" y="6"/>
                </a:moveTo>
                <a:lnTo>
                  <a:pt x="50" y="0"/>
                </a:lnTo>
                <a:lnTo>
                  <a:pt x="60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5" name=""/>
          <p:cNvSpPr/>
          <p:nvPr/>
        </p:nvSpPr>
        <p:spPr>
          <a:xfrm>
            <a:off x="2746080" y="213804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7"/>
                </a:moveTo>
                <a:lnTo>
                  <a:pt x="60" y="0"/>
                </a:lnTo>
                <a:lnTo>
                  <a:pt x="70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6" name=""/>
          <p:cNvSpPr/>
          <p:nvPr/>
        </p:nvSpPr>
        <p:spPr>
          <a:xfrm>
            <a:off x="2746080" y="2138040"/>
            <a:ext cx="28800" cy="3600"/>
          </a:xfrm>
          <a:custGeom>
            <a:avLst/>
            <a:gdLst/>
            <a:ahLst/>
            <a:rect l="0" t="0" r="r" b="b"/>
            <a:pathLst>
              <a:path w="80" h="10">
                <a:moveTo>
                  <a:pt x="0" y="8"/>
                </a:moveTo>
                <a:lnTo>
                  <a:pt x="70" y="0"/>
                </a:lnTo>
                <a:lnTo>
                  <a:pt x="80" y="0"/>
                </a:lnTo>
                <a:lnTo>
                  <a:pt x="0" y="10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7" name=""/>
          <p:cNvSpPr/>
          <p:nvPr/>
        </p:nvSpPr>
        <p:spPr>
          <a:xfrm>
            <a:off x="2746080" y="213804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9"/>
                </a:moveTo>
                <a:lnTo>
                  <a:pt x="80" y="0"/>
                </a:lnTo>
                <a:lnTo>
                  <a:pt x="99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8" name=""/>
          <p:cNvSpPr/>
          <p:nvPr/>
        </p:nvSpPr>
        <p:spPr>
          <a:xfrm>
            <a:off x="2746080" y="213804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99" y="0"/>
                </a:lnTo>
                <a:lnTo>
                  <a:pt x="104" y="0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99" name=""/>
          <p:cNvSpPr/>
          <p:nvPr/>
        </p:nvSpPr>
        <p:spPr>
          <a:xfrm>
            <a:off x="2746080" y="2138040"/>
            <a:ext cx="39240" cy="4320"/>
          </a:xfrm>
          <a:custGeom>
            <a:avLst/>
            <a:gdLst/>
            <a:ahLst/>
            <a:rect l="0" t="0" r="r" b="b"/>
            <a:pathLst>
              <a:path w="109" h="12">
                <a:moveTo>
                  <a:pt x="0" y="11"/>
                </a:moveTo>
                <a:lnTo>
                  <a:pt x="104" y="0"/>
                </a:lnTo>
                <a:lnTo>
                  <a:pt x="109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0" name=""/>
          <p:cNvSpPr/>
          <p:nvPr/>
        </p:nvSpPr>
        <p:spPr>
          <a:xfrm>
            <a:off x="2746080" y="213804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2"/>
                </a:moveTo>
                <a:lnTo>
                  <a:pt x="109" y="0"/>
                </a:lnTo>
                <a:lnTo>
                  <a:pt x="119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1" name=""/>
          <p:cNvSpPr/>
          <p:nvPr/>
        </p:nvSpPr>
        <p:spPr>
          <a:xfrm>
            <a:off x="2746080" y="2138040"/>
            <a:ext cx="46440" cy="5040"/>
          </a:xfrm>
          <a:custGeom>
            <a:avLst/>
            <a:gdLst/>
            <a:ahLst/>
            <a:rect l="0" t="0" r="r" b="b"/>
            <a:pathLst>
              <a:path w="129" h="14">
                <a:moveTo>
                  <a:pt x="0" y="13"/>
                </a:moveTo>
                <a:lnTo>
                  <a:pt x="119" y="0"/>
                </a:lnTo>
                <a:lnTo>
                  <a:pt x="129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2" name=""/>
          <p:cNvSpPr/>
          <p:nvPr/>
        </p:nvSpPr>
        <p:spPr>
          <a:xfrm>
            <a:off x="2746080" y="2138040"/>
            <a:ext cx="48240" cy="5040"/>
          </a:xfrm>
          <a:custGeom>
            <a:avLst/>
            <a:gdLst/>
            <a:ahLst/>
            <a:rect l="0" t="0" r="r" b="b"/>
            <a:pathLst>
              <a:path w="134" h="14">
                <a:moveTo>
                  <a:pt x="0" y="14"/>
                </a:moveTo>
                <a:lnTo>
                  <a:pt x="129" y="0"/>
                </a:lnTo>
                <a:lnTo>
                  <a:pt x="134" y="0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3" name=""/>
          <p:cNvSpPr/>
          <p:nvPr/>
        </p:nvSpPr>
        <p:spPr>
          <a:xfrm>
            <a:off x="2746080" y="2138040"/>
            <a:ext cx="50040" cy="5400"/>
          </a:xfrm>
          <a:custGeom>
            <a:avLst/>
            <a:gdLst/>
            <a:ahLst/>
            <a:rect l="0" t="0" r="r" b="b"/>
            <a:pathLst>
              <a:path w="139" h="15">
                <a:moveTo>
                  <a:pt x="0" y="14"/>
                </a:moveTo>
                <a:lnTo>
                  <a:pt x="134" y="0"/>
                </a:lnTo>
                <a:lnTo>
                  <a:pt x="139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4" name=""/>
          <p:cNvSpPr/>
          <p:nvPr/>
        </p:nvSpPr>
        <p:spPr>
          <a:xfrm>
            <a:off x="2746080" y="2138040"/>
            <a:ext cx="53640" cy="5760"/>
          </a:xfrm>
          <a:custGeom>
            <a:avLst/>
            <a:gdLst/>
            <a:ahLst/>
            <a:rect l="0" t="0" r="r" b="b"/>
            <a:pathLst>
              <a:path w="149" h="16">
                <a:moveTo>
                  <a:pt x="0" y="15"/>
                </a:moveTo>
                <a:lnTo>
                  <a:pt x="139" y="0"/>
                </a:lnTo>
                <a:lnTo>
                  <a:pt x="149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5" name=""/>
          <p:cNvSpPr/>
          <p:nvPr/>
        </p:nvSpPr>
        <p:spPr>
          <a:xfrm>
            <a:off x="2746080" y="213804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49" y="0"/>
                </a:lnTo>
                <a:lnTo>
                  <a:pt x="153" y="0"/>
                </a:lnTo>
                <a:lnTo>
                  <a:pt x="0" y="16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6" name=""/>
          <p:cNvSpPr/>
          <p:nvPr/>
        </p:nvSpPr>
        <p:spPr>
          <a:xfrm>
            <a:off x="2746080" y="2138040"/>
            <a:ext cx="56880" cy="6120"/>
          </a:xfrm>
          <a:custGeom>
            <a:avLst/>
            <a:gdLst/>
            <a:ahLst/>
            <a:rect l="0" t="0" r="r" b="b"/>
            <a:pathLst>
              <a:path w="158" h="17">
                <a:moveTo>
                  <a:pt x="0" y="16"/>
                </a:moveTo>
                <a:lnTo>
                  <a:pt x="153" y="0"/>
                </a:lnTo>
                <a:lnTo>
                  <a:pt x="158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7" name=""/>
          <p:cNvSpPr/>
          <p:nvPr/>
        </p:nvSpPr>
        <p:spPr>
          <a:xfrm>
            <a:off x="2746080" y="2138040"/>
            <a:ext cx="64080" cy="6840"/>
          </a:xfrm>
          <a:custGeom>
            <a:avLst/>
            <a:gdLst/>
            <a:ahLst/>
            <a:rect l="0" t="0" r="r" b="b"/>
            <a:pathLst>
              <a:path w="178" h="19">
                <a:moveTo>
                  <a:pt x="0" y="17"/>
                </a:moveTo>
                <a:lnTo>
                  <a:pt x="158" y="0"/>
                </a:lnTo>
                <a:lnTo>
                  <a:pt x="178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8" name=""/>
          <p:cNvSpPr/>
          <p:nvPr/>
        </p:nvSpPr>
        <p:spPr>
          <a:xfrm>
            <a:off x="2746080" y="2138040"/>
            <a:ext cx="71280" cy="7560"/>
          </a:xfrm>
          <a:custGeom>
            <a:avLst/>
            <a:gdLst/>
            <a:ahLst/>
            <a:rect l="0" t="0" r="r" b="b"/>
            <a:pathLst>
              <a:path w="198" h="21">
                <a:moveTo>
                  <a:pt x="0" y="19"/>
                </a:moveTo>
                <a:lnTo>
                  <a:pt x="178" y="0"/>
                </a:lnTo>
                <a:lnTo>
                  <a:pt x="198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09" name=""/>
          <p:cNvSpPr/>
          <p:nvPr/>
        </p:nvSpPr>
        <p:spPr>
          <a:xfrm>
            <a:off x="2746080" y="2138040"/>
            <a:ext cx="74880" cy="7920"/>
          </a:xfrm>
          <a:custGeom>
            <a:avLst/>
            <a:gdLst/>
            <a:ahLst/>
            <a:rect l="0" t="0" r="r" b="b"/>
            <a:pathLst>
              <a:path w="208" h="22">
                <a:moveTo>
                  <a:pt x="0" y="21"/>
                </a:moveTo>
                <a:lnTo>
                  <a:pt x="198" y="0"/>
                </a:lnTo>
                <a:lnTo>
                  <a:pt x="208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0" name=""/>
          <p:cNvSpPr/>
          <p:nvPr/>
        </p:nvSpPr>
        <p:spPr>
          <a:xfrm>
            <a:off x="2746080" y="2138040"/>
            <a:ext cx="76680" cy="7920"/>
          </a:xfrm>
          <a:custGeom>
            <a:avLst/>
            <a:gdLst/>
            <a:ahLst/>
            <a:rect l="0" t="0" r="r" b="b"/>
            <a:pathLst>
              <a:path w="213" h="22">
                <a:moveTo>
                  <a:pt x="0" y="22"/>
                </a:moveTo>
                <a:lnTo>
                  <a:pt x="208" y="0"/>
                </a:lnTo>
                <a:lnTo>
                  <a:pt x="213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1" name=""/>
          <p:cNvSpPr/>
          <p:nvPr/>
        </p:nvSpPr>
        <p:spPr>
          <a:xfrm>
            <a:off x="2746080" y="2138040"/>
            <a:ext cx="78120" cy="8280"/>
          </a:xfrm>
          <a:custGeom>
            <a:avLst/>
            <a:gdLst/>
            <a:ahLst/>
            <a:rect l="0" t="0" r="r" b="b"/>
            <a:pathLst>
              <a:path w="217" h="23">
                <a:moveTo>
                  <a:pt x="0" y="22"/>
                </a:moveTo>
                <a:lnTo>
                  <a:pt x="213" y="0"/>
                </a:lnTo>
                <a:lnTo>
                  <a:pt x="21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2" name=""/>
          <p:cNvSpPr/>
          <p:nvPr/>
        </p:nvSpPr>
        <p:spPr>
          <a:xfrm>
            <a:off x="2746080" y="2138040"/>
            <a:ext cx="81720" cy="8640"/>
          </a:xfrm>
          <a:custGeom>
            <a:avLst/>
            <a:gdLst/>
            <a:ahLst/>
            <a:rect l="0" t="0" r="r" b="b"/>
            <a:pathLst>
              <a:path w="227" h="24">
                <a:moveTo>
                  <a:pt x="0" y="23"/>
                </a:moveTo>
                <a:lnTo>
                  <a:pt x="217" y="0"/>
                </a:lnTo>
                <a:lnTo>
                  <a:pt x="227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3" name=""/>
          <p:cNvSpPr/>
          <p:nvPr/>
        </p:nvSpPr>
        <p:spPr>
          <a:xfrm>
            <a:off x="2746080" y="2138040"/>
            <a:ext cx="83520" cy="8640"/>
          </a:xfrm>
          <a:custGeom>
            <a:avLst/>
            <a:gdLst/>
            <a:ahLst/>
            <a:rect l="0" t="0" r="r" b="b"/>
            <a:pathLst>
              <a:path w="232" h="24">
                <a:moveTo>
                  <a:pt x="0" y="24"/>
                </a:moveTo>
                <a:lnTo>
                  <a:pt x="227" y="0"/>
                </a:lnTo>
                <a:lnTo>
                  <a:pt x="232" y="0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4" name=""/>
          <p:cNvSpPr/>
          <p:nvPr/>
        </p:nvSpPr>
        <p:spPr>
          <a:xfrm>
            <a:off x="2746080" y="2138040"/>
            <a:ext cx="85320" cy="9000"/>
          </a:xfrm>
          <a:custGeom>
            <a:avLst/>
            <a:gdLst/>
            <a:ahLst/>
            <a:rect l="0" t="0" r="r" b="b"/>
            <a:pathLst>
              <a:path w="237" h="25">
                <a:moveTo>
                  <a:pt x="0" y="24"/>
                </a:moveTo>
                <a:lnTo>
                  <a:pt x="232" y="0"/>
                </a:lnTo>
                <a:lnTo>
                  <a:pt x="237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5" name=""/>
          <p:cNvSpPr/>
          <p:nvPr/>
        </p:nvSpPr>
        <p:spPr>
          <a:xfrm>
            <a:off x="2746080" y="2138040"/>
            <a:ext cx="88920" cy="9720"/>
          </a:xfrm>
          <a:custGeom>
            <a:avLst/>
            <a:gdLst/>
            <a:ahLst/>
            <a:rect l="0" t="0" r="r" b="b"/>
            <a:pathLst>
              <a:path w="247" h="27">
                <a:moveTo>
                  <a:pt x="0" y="25"/>
                </a:moveTo>
                <a:lnTo>
                  <a:pt x="237" y="0"/>
                </a:lnTo>
                <a:lnTo>
                  <a:pt x="247" y="0"/>
                </a:lnTo>
                <a:lnTo>
                  <a:pt x="0" y="27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6" name=""/>
          <p:cNvSpPr/>
          <p:nvPr/>
        </p:nvSpPr>
        <p:spPr>
          <a:xfrm>
            <a:off x="2746080" y="2138040"/>
            <a:ext cx="92520" cy="9720"/>
          </a:xfrm>
          <a:custGeom>
            <a:avLst/>
            <a:gdLst/>
            <a:ahLst/>
            <a:rect l="0" t="0" r="r" b="b"/>
            <a:pathLst>
              <a:path w="257" h="27">
                <a:moveTo>
                  <a:pt x="0" y="26"/>
                </a:moveTo>
                <a:lnTo>
                  <a:pt x="247" y="0"/>
                </a:lnTo>
                <a:lnTo>
                  <a:pt x="257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7" name=""/>
          <p:cNvSpPr/>
          <p:nvPr/>
        </p:nvSpPr>
        <p:spPr>
          <a:xfrm>
            <a:off x="2746080" y="2138040"/>
            <a:ext cx="94320" cy="9720"/>
          </a:xfrm>
          <a:custGeom>
            <a:avLst/>
            <a:gdLst/>
            <a:ahLst/>
            <a:rect l="0" t="0" r="r" b="b"/>
            <a:pathLst>
              <a:path w="262" h="27">
                <a:moveTo>
                  <a:pt x="0" y="27"/>
                </a:moveTo>
                <a:lnTo>
                  <a:pt x="257" y="0"/>
                </a:lnTo>
                <a:lnTo>
                  <a:pt x="262" y="0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8" name=""/>
          <p:cNvSpPr/>
          <p:nvPr/>
        </p:nvSpPr>
        <p:spPr>
          <a:xfrm>
            <a:off x="2746080" y="2138040"/>
            <a:ext cx="96120" cy="10080"/>
          </a:xfrm>
          <a:custGeom>
            <a:avLst/>
            <a:gdLst/>
            <a:ahLst/>
            <a:rect l="0" t="0" r="r" b="b"/>
            <a:pathLst>
              <a:path w="267" h="28">
                <a:moveTo>
                  <a:pt x="0" y="27"/>
                </a:moveTo>
                <a:lnTo>
                  <a:pt x="262" y="0"/>
                </a:lnTo>
                <a:lnTo>
                  <a:pt x="267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19" name=""/>
          <p:cNvSpPr/>
          <p:nvPr/>
        </p:nvSpPr>
        <p:spPr>
          <a:xfrm>
            <a:off x="2746080" y="2138040"/>
            <a:ext cx="99720" cy="10440"/>
          </a:xfrm>
          <a:custGeom>
            <a:avLst/>
            <a:gdLst/>
            <a:ahLst/>
            <a:rect l="0" t="0" r="r" b="b"/>
            <a:pathLst>
              <a:path w="277" h="29">
                <a:moveTo>
                  <a:pt x="0" y="28"/>
                </a:moveTo>
                <a:lnTo>
                  <a:pt x="267" y="0"/>
                </a:lnTo>
                <a:lnTo>
                  <a:pt x="277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0" name=""/>
          <p:cNvSpPr/>
          <p:nvPr/>
        </p:nvSpPr>
        <p:spPr>
          <a:xfrm>
            <a:off x="2746080" y="2138040"/>
            <a:ext cx="101160" cy="10440"/>
          </a:xfrm>
          <a:custGeom>
            <a:avLst/>
            <a:gdLst/>
            <a:ahLst/>
            <a:rect l="0" t="0" r="r" b="b"/>
            <a:pathLst>
              <a:path w="281" h="29">
                <a:moveTo>
                  <a:pt x="0" y="29"/>
                </a:moveTo>
                <a:lnTo>
                  <a:pt x="277" y="0"/>
                </a:lnTo>
                <a:lnTo>
                  <a:pt x="281" y="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1" name=""/>
          <p:cNvSpPr/>
          <p:nvPr/>
        </p:nvSpPr>
        <p:spPr>
          <a:xfrm>
            <a:off x="2746080" y="2138040"/>
            <a:ext cx="102960" cy="10800"/>
          </a:xfrm>
          <a:custGeom>
            <a:avLst/>
            <a:gdLst/>
            <a:ahLst/>
            <a:rect l="0" t="0" r="r" b="b"/>
            <a:pathLst>
              <a:path w="286" h="30">
                <a:moveTo>
                  <a:pt x="0" y="29"/>
                </a:moveTo>
                <a:lnTo>
                  <a:pt x="281" y="0"/>
                </a:lnTo>
                <a:lnTo>
                  <a:pt x="286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2" name=""/>
          <p:cNvSpPr/>
          <p:nvPr/>
        </p:nvSpPr>
        <p:spPr>
          <a:xfrm>
            <a:off x="2746080" y="2138040"/>
            <a:ext cx="104760" cy="10800"/>
          </a:xfrm>
          <a:custGeom>
            <a:avLst/>
            <a:gdLst/>
            <a:ahLst/>
            <a:rect l="0" t="0" r="r" b="b"/>
            <a:pathLst>
              <a:path w="291" h="30">
                <a:moveTo>
                  <a:pt x="0" y="30"/>
                </a:moveTo>
                <a:lnTo>
                  <a:pt x="286" y="0"/>
                </a:lnTo>
                <a:lnTo>
                  <a:pt x="291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3" name=""/>
          <p:cNvSpPr/>
          <p:nvPr/>
        </p:nvSpPr>
        <p:spPr>
          <a:xfrm>
            <a:off x="2746080" y="2138040"/>
            <a:ext cx="106560" cy="11160"/>
          </a:xfrm>
          <a:custGeom>
            <a:avLst/>
            <a:gdLst/>
            <a:ahLst/>
            <a:rect l="0" t="0" r="r" b="b"/>
            <a:pathLst>
              <a:path w="296" h="31">
                <a:moveTo>
                  <a:pt x="0" y="30"/>
                </a:moveTo>
                <a:lnTo>
                  <a:pt x="291" y="0"/>
                </a:lnTo>
                <a:lnTo>
                  <a:pt x="296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4" name=""/>
          <p:cNvSpPr/>
          <p:nvPr/>
        </p:nvSpPr>
        <p:spPr>
          <a:xfrm>
            <a:off x="2746080" y="2138040"/>
            <a:ext cx="108360" cy="11160"/>
          </a:xfrm>
          <a:custGeom>
            <a:avLst/>
            <a:gdLst/>
            <a:ahLst/>
            <a:rect l="0" t="0" r="r" b="b"/>
            <a:pathLst>
              <a:path w="301" h="31">
                <a:moveTo>
                  <a:pt x="0" y="31"/>
                </a:moveTo>
                <a:lnTo>
                  <a:pt x="296" y="0"/>
                </a:lnTo>
                <a:lnTo>
                  <a:pt x="301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5" name=""/>
          <p:cNvSpPr/>
          <p:nvPr/>
        </p:nvSpPr>
        <p:spPr>
          <a:xfrm>
            <a:off x="2746080" y="2138040"/>
            <a:ext cx="110160" cy="11520"/>
          </a:xfrm>
          <a:custGeom>
            <a:avLst/>
            <a:gdLst/>
            <a:ahLst/>
            <a:rect l="0" t="0" r="r" b="b"/>
            <a:pathLst>
              <a:path w="306" h="32">
                <a:moveTo>
                  <a:pt x="0" y="31"/>
                </a:moveTo>
                <a:lnTo>
                  <a:pt x="301" y="0"/>
                </a:lnTo>
                <a:lnTo>
                  <a:pt x="306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6" name=""/>
          <p:cNvSpPr/>
          <p:nvPr/>
        </p:nvSpPr>
        <p:spPr>
          <a:xfrm>
            <a:off x="2746080" y="2138040"/>
            <a:ext cx="111960" cy="11520"/>
          </a:xfrm>
          <a:custGeom>
            <a:avLst/>
            <a:gdLst/>
            <a:ahLst/>
            <a:rect l="0" t="0" r="r" b="b"/>
            <a:pathLst>
              <a:path w="311" h="32">
                <a:moveTo>
                  <a:pt x="0" y="32"/>
                </a:moveTo>
                <a:lnTo>
                  <a:pt x="306" y="0"/>
                </a:lnTo>
                <a:lnTo>
                  <a:pt x="311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7" name=""/>
          <p:cNvSpPr/>
          <p:nvPr/>
        </p:nvSpPr>
        <p:spPr>
          <a:xfrm>
            <a:off x="2746080" y="2138040"/>
            <a:ext cx="113760" cy="11880"/>
          </a:xfrm>
          <a:custGeom>
            <a:avLst/>
            <a:gdLst/>
            <a:ahLst/>
            <a:rect l="0" t="0" r="r" b="b"/>
            <a:pathLst>
              <a:path w="316" h="33">
                <a:moveTo>
                  <a:pt x="0" y="32"/>
                </a:moveTo>
                <a:lnTo>
                  <a:pt x="311" y="0"/>
                </a:lnTo>
                <a:lnTo>
                  <a:pt x="316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8" name=""/>
          <p:cNvSpPr/>
          <p:nvPr/>
        </p:nvSpPr>
        <p:spPr>
          <a:xfrm>
            <a:off x="2746080" y="2138040"/>
            <a:ext cx="117360" cy="12240"/>
          </a:xfrm>
          <a:custGeom>
            <a:avLst/>
            <a:gdLst/>
            <a:ahLst/>
            <a:rect l="0" t="0" r="r" b="b"/>
            <a:pathLst>
              <a:path w="326" h="34">
                <a:moveTo>
                  <a:pt x="0" y="33"/>
                </a:moveTo>
                <a:lnTo>
                  <a:pt x="316" y="0"/>
                </a:lnTo>
                <a:lnTo>
                  <a:pt x="326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29" name=""/>
          <p:cNvSpPr/>
          <p:nvPr/>
        </p:nvSpPr>
        <p:spPr>
          <a:xfrm>
            <a:off x="2746080" y="2138040"/>
            <a:ext cx="119160" cy="12240"/>
          </a:xfrm>
          <a:custGeom>
            <a:avLst/>
            <a:gdLst/>
            <a:ahLst/>
            <a:rect l="0" t="0" r="r" b="b"/>
            <a:pathLst>
              <a:path w="331" h="34">
                <a:moveTo>
                  <a:pt x="0" y="34"/>
                </a:moveTo>
                <a:lnTo>
                  <a:pt x="326" y="0"/>
                </a:lnTo>
                <a:lnTo>
                  <a:pt x="331" y="0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0" name=""/>
          <p:cNvSpPr/>
          <p:nvPr/>
        </p:nvSpPr>
        <p:spPr>
          <a:xfrm>
            <a:off x="2746080" y="2138040"/>
            <a:ext cx="120960" cy="12600"/>
          </a:xfrm>
          <a:custGeom>
            <a:avLst/>
            <a:gdLst/>
            <a:ahLst/>
            <a:rect l="0" t="0" r="r" b="b"/>
            <a:pathLst>
              <a:path w="336" h="35">
                <a:moveTo>
                  <a:pt x="0" y="34"/>
                </a:moveTo>
                <a:lnTo>
                  <a:pt x="331" y="0"/>
                </a:lnTo>
                <a:lnTo>
                  <a:pt x="336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1" name=""/>
          <p:cNvSpPr/>
          <p:nvPr/>
        </p:nvSpPr>
        <p:spPr>
          <a:xfrm>
            <a:off x="2746080" y="2138040"/>
            <a:ext cx="124200" cy="12960"/>
          </a:xfrm>
          <a:custGeom>
            <a:avLst/>
            <a:gdLst/>
            <a:ahLst/>
            <a:rect l="0" t="0" r="r" b="b"/>
            <a:pathLst>
              <a:path w="345" h="36">
                <a:moveTo>
                  <a:pt x="0" y="35"/>
                </a:moveTo>
                <a:lnTo>
                  <a:pt x="336" y="0"/>
                </a:lnTo>
                <a:lnTo>
                  <a:pt x="345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2" name=""/>
          <p:cNvSpPr/>
          <p:nvPr/>
        </p:nvSpPr>
        <p:spPr>
          <a:xfrm>
            <a:off x="2746080" y="2138040"/>
            <a:ext cx="126000" cy="12960"/>
          </a:xfrm>
          <a:custGeom>
            <a:avLst/>
            <a:gdLst/>
            <a:ahLst/>
            <a:rect l="0" t="0" r="r" b="b"/>
            <a:pathLst>
              <a:path w="350" h="36">
                <a:moveTo>
                  <a:pt x="0" y="36"/>
                </a:moveTo>
                <a:lnTo>
                  <a:pt x="345" y="0"/>
                </a:lnTo>
                <a:lnTo>
                  <a:pt x="350" y="0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3" name=""/>
          <p:cNvSpPr/>
          <p:nvPr/>
        </p:nvSpPr>
        <p:spPr>
          <a:xfrm>
            <a:off x="2746080" y="2138040"/>
            <a:ext cx="127800" cy="13320"/>
          </a:xfrm>
          <a:custGeom>
            <a:avLst/>
            <a:gdLst/>
            <a:ahLst/>
            <a:rect l="0" t="0" r="r" b="b"/>
            <a:pathLst>
              <a:path w="355" h="37">
                <a:moveTo>
                  <a:pt x="0" y="36"/>
                </a:moveTo>
                <a:lnTo>
                  <a:pt x="350" y="0"/>
                </a:lnTo>
                <a:lnTo>
                  <a:pt x="355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4" name=""/>
          <p:cNvSpPr/>
          <p:nvPr/>
        </p:nvSpPr>
        <p:spPr>
          <a:xfrm>
            <a:off x="2746080" y="2138040"/>
            <a:ext cx="131400" cy="13680"/>
          </a:xfrm>
          <a:custGeom>
            <a:avLst/>
            <a:gdLst/>
            <a:ahLst/>
            <a:rect l="0" t="0" r="r" b="b"/>
            <a:pathLst>
              <a:path w="365" h="38">
                <a:moveTo>
                  <a:pt x="0" y="37"/>
                </a:moveTo>
                <a:lnTo>
                  <a:pt x="355" y="0"/>
                </a:lnTo>
                <a:lnTo>
                  <a:pt x="365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5" name=""/>
          <p:cNvSpPr/>
          <p:nvPr/>
        </p:nvSpPr>
        <p:spPr>
          <a:xfrm>
            <a:off x="2746080" y="2138040"/>
            <a:ext cx="133200" cy="13680"/>
          </a:xfrm>
          <a:custGeom>
            <a:avLst/>
            <a:gdLst/>
            <a:ahLst/>
            <a:rect l="0" t="0" r="r" b="b"/>
            <a:pathLst>
              <a:path w="370" h="38">
                <a:moveTo>
                  <a:pt x="0" y="38"/>
                </a:moveTo>
                <a:lnTo>
                  <a:pt x="365" y="0"/>
                </a:lnTo>
                <a:lnTo>
                  <a:pt x="370" y="0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6" name=""/>
          <p:cNvSpPr/>
          <p:nvPr/>
        </p:nvSpPr>
        <p:spPr>
          <a:xfrm>
            <a:off x="2746080" y="2138040"/>
            <a:ext cx="135000" cy="14040"/>
          </a:xfrm>
          <a:custGeom>
            <a:avLst/>
            <a:gdLst/>
            <a:ahLst/>
            <a:rect l="0" t="0" r="r" b="b"/>
            <a:pathLst>
              <a:path w="375" h="39">
                <a:moveTo>
                  <a:pt x="0" y="38"/>
                </a:moveTo>
                <a:lnTo>
                  <a:pt x="370" y="0"/>
                </a:lnTo>
                <a:lnTo>
                  <a:pt x="375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7" name=""/>
          <p:cNvSpPr/>
          <p:nvPr/>
        </p:nvSpPr>
        <p:spPr>
          <a:xfrm>
            <a:off x="2746080" y="2138040"/>
            <a:ext cx="136800" cy="14040"/>
          </a:xfrm>
          <a:custGeom>
            <a:avLst/>
            <a:gdLst/>
            <a:ahLst/>
            <a:rect l="0" t="0" r="r" b="b"/>
            <a:pathLst>
              <a:path w="380" h="39">
                <a:moveTo>
                  <a:pt x="0" y="39"/>
                </a:moveTo>
                <a:lnTo>
                  <a:pt x="375" y="0"/>
                </a:lnTo>
                <a:lnTo>
                  <a:pt x="380" y="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8" name=""/>
          <p:cNvSpPr/>
          <p:nvPr/>
        </p:nvSpPr>
        <p:spPr>
          <a:xfrm>
            <a:off x="2746080" y="2138040"/>
            <a:ext cx="138600" cy="14400"/>
          </a:xfrm>
          <a:custGeom>
            <a:avLst/>
            <a:gdLst/>
            <a:ahLst/>
            <a:rect l="0" t="0" r="r" b="b"/>
            <a:pathLst>
              <a:path w="385" h="40">
                <a:moveTo>
                  <a:pt x="0" y="39"/>
                </a:moveTo>
                <a:lnTo>
                  <a:pt x="380" y="0"/>
                </a:lnTo>
                <a:lnTo>
                  <a:pt x="385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39" name=""/>
          <p:cNvSpPr/>
          <p:nvPr/>
        </p:nvSpPr>
        <p:spPr>
          <a:xfrm>
            <a:off x="2746080" y="2138040"/>
            <a:ext cx="142200" cy="14760"/>
          </a:xfrm>
          <a:custGeom>
            <a:avLst/>
            <a:gdLst/>
            <a:ahLst/>
            <a:rect l="0" t="0" r="r" b="b"/>
            <a:pathLst>
              <a:path w="395" h="41">
                <a:moveTo>
                  <a:pt x="0" y="40"/>
                </a:moveTo>
                <a:lnTo>
                  <a:pt x="385" y="0"/>
                </a:lnTo>
                <a:lnTo>
                  <a:pt x="395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0" name=""/>
          <p:cNvSpPr/>
          <p:nvPr/>
        </p:nvSpPr>
        <p:spPr>
          <a:xfrm>
            <a:off x="2746080" y="2138040"/>
            <a:ext cx="144000" cy="14760"/>
          </a:xfrm>
          <a:custGeom>
            <a:avLst/>
            <a:gdLst/>
            <a:ahLst/>
            <a:rect l="0" t="0" r="r" b="b"/>
            <a:pathLst>
              <a:path w="400" h="41">
                <a:moveTo>
                  <a:pt x="0" y="41"/>
                </a:moveTo>
                <a:lnTo>
                  <a:pt x="395" y="0"/>
                </a:lnTo>
                <a:lnTo>
                  <a:pt x="400" y="0"/>
                </a:lnTo>
                <a:lnTo>
                  <a:pt x="0" y="41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1" name=""/>
          <p:cNvSpPr/>
          <p:nvPr/>
        </p:nvSpPr>
        <p:spPr>
          <a:xfrm>
            <a:off x="2746080" y="2138040"/>
            <a:ext cx="145440" cy="15120"/>
          </a:xfrm>
          <a:custGeom>
            <a:avLst/>
            <a:gdLst/>
            <a:ahLst/>
            <a:rect l="0" t="0" r="r" b="b"/>
            <a:pathLst>
              <a:path w="404" h="42">
                <a:moveTo>
                  <a:pt x="0" y="41"/>
                </a:moveTo>
                <a:lnTo>
                  <a:pt x="400" y="0"/>
                </a:lnTo>
                <a:lnTo>
                  <a:pt x="404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2" name=""/>
          <p:cNvSpPr/>
          <p:nvPr/>
        </p:nvSpPr>
        <p:spPr>
          <a:xfrm>
            <a:off x="2746080" y="2138040"/>
            <a:ext cx="147240" cy="15120"/>
          </a:xfrm>
          <a:custGeom>
            <a:avLst/>
            <a:gdLst/>
            <a:ahLst/>
            <a:rect l="0" t="0" r="r" b="b"/>
            <a:pathLst>
              <a:path w="409" h="42">
                <a:moveTo>
                  <a:pt x="0" y="42"/>
                </a:moveTo>
                <a:lnTo>
                  <a:pt x="404" y="0"/>
                </a:lnTo>
                <a:lnTo>
                  <a:pt x="409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3" name=""/>
          <p:cNvSpPr/>
          <p:nvPr/>
        </p:nvSpPr>
        <p:spPr>
          <a:xfrm>
            <a:off x="2746080" y="2138040"/>
            <a:ext cx="149040" cy="15480"/>
          </a:xfrm>
          <a:custGeom>
            <a:avLst/>
            <a:gdLst/>
            <a:ahLst/>
            <a:rect l="0" t="0" r="r" b="b"/>
            <a:pathLst>
              <a:path w="414" h="43">
                <a:moveTo>
                  <a:pt x="0" y="42"/>
                </a:moveTo>
                <a:lnTo>
                  <a:pt x="409" y="0"/>
                </a:lnTo>
                <a:lnTo>
                  <a:pt x="414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4" name=""/>
          <p:cNvSpPr/>
          <p:nvPr/>
        </p:nvSpPr>
        <p:spPr>
          <a:xfrm>
            <a:off x="2746080" y="2138040"/>
            <a:ext cx="150840" cy="15480"/>
          </a:xfrm>
          <a:custGeom>
            <a:avLst/>
            <a:gdLst/>
            <a:ahLst/>
            <a:rect l="0" t="0" r="r" b="b"/>
            <a:pathLst>
              <a:path w="419" h="43">
                <a:moveTo>
                  <a:pt x="0" y="43"/>
                </a:moveTo>
                <a:lnTo>
                  <a:pt x="414" y="0"/>
                </a:lnTo>
                <a:lnTo>
                  <a:pt x="419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5" name=""/>
          <p:cNvSpPr/>
          <p:nvPr/>
        </p:nvSpPr>
        <p:spPr>
          <a:xfrm>
            <a:off x="2746080" y="2138040"/>
            <a:ext cx="152640" cy="15840"/>
          </a:xfrm>
          <a:custGeom>
            <a:avLst/>
            <a:gdLst/>
            <a:ahLst/>
            <a:rect l="0" t="0" r="r" b="b"/>
            <a:pathLst>
              <a:path w="424" h="44">
                <a:moveTo>
                  <a:pt x="0" y="43"/>
                </a:moveTo>
                <a:lnTo>
                  <a:pt x="419" y="0"/>
                </a:lnTo>
                <a:lnTo>
                  <a:pt x="424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6" name=""/>
          <p:cNvSpPr/>
          <p:nvPr/>
        </p:nvSpPr>
        <p:spPr>
          <a:xfrm>
            <a:off x="2746080" y="2138040"/>
            <a:ext cx="154440" cy="15840"/>
          </a:xfrm>
          <a:custGeom>
            <a:avLst/>
            <a:gdLst/>
            <a:ahLst/>
            <a:rect l="0" t="0" r="r" b="b"/>
            <a:pathLst>
              <a:path w="429" h="44">
                <a:moveTo>
                  <a:pt x="0" y="44"/>
                </a:moveTo>
                <a:lnTo>
                  <a:pt x="424" y="0"/>
                </a:lnTo>
                <a:lnTo>
                  <a:pt x="429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7" name=""/>
          <p:cNvSpPr/>
          <p:nvPr/>
        </p:nvSpPr>
        <p:spPr>
          <a:xfrm>
            <a:off x="2746080" y="2138040"/>
            <a:ext cx="156240" cy="16200"/>
          </a:xfrm>
          <a:custGeom>
            <a:avLst/>
            <a:gdLst/>
            <a:ahLst/>
            <a:rect l="0" t="0" r="r" b="b"/>
            <a:pathLst>
              <a:path w="434" h="45">
                <a:moveTo>
                  <a:pt x="0" y="44"/>
                </a:moveTo>
                <a:lnTo>
                  <a:pt x="429" y="0"/>
                </a:lnTo>
                <a:lnTo>
                  <a:pt x="434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8" name=""/>
          <p:cNvSpPr/>
          <p:nvPr/>
        </p:nvSpPr>
        <p:spPr>
          <a:xfrm>
            <a:off x="2746080" y="2138040"/>
            <a:ext cx="158040" cy="16200"/>
          </a:xfrm>
          <a:custGeom>
            <a:avLst/>
            <a:gdLst/>
            <a:ahLst/>
            <a:rect l="0" t="0" r="r" b="b"/>
            <a:pathLst>
              <a:path w="439" h="45">
                <a:moveTo>
                  <a:pt x="0" y="45"/>
                </a:moveTo>
                <a:lnTo>
                  <a:pt x="434" y="0"/>
                </a:lnTo>
                <a:lnTo>
                  <a:pt x="439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49" name=""/>
          <p:cNvSpPr/>
          <p:nvPr/>
        </p:nvSpPr>
        <p:spPr>
          <a:xfrm>
            <a:off x="2746080" y="2138040"/>
            <a:ext cx="159840" cy="16560"/>
          </a:xfrm>
          <a:custGeom>
            <a:avLst/>
            <a:gdLst/>
            <a:ahLst/>
            <a:rect l="0" t="0" r="r" b="b"/>
            <a:pathLst>
              <a:path w="444" h="46">
                <a:moveTo>
                  <a:pt x="0" y="45"/>
                </a:moveTo>
                <a:lnTo>
                  <a:pt x="439" y="0"/>
                </a:lnTo>
                <a:lnTo>
                  <a:pt x="444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0" name=""/>
          <p:cNvSpPr/>
          <p:nvPr/>
        </p:nvSpPr>
        <p:spPr>
          <a:xfrm>
            <a:off x="2746080" y="2138040"/>
            <a:ext cx="161640" cy="16560"/>
          </a:xfrm>
          <a:custGeom>
            <a:avLst/>
            <a:gdLst/>
            <a:ahLst/>
            <a:rect l="0" t="0" r="r" b="b"/>
            <a:pathLst>
              <a:path w="449" h="46">
                <a:moveTo>
                  <a:pt x="0" y="46"/>
                </a:moveTo>
                <a:lnTo>
                  <a:pt x="444" y="0"/>
                </a:lnTo>
                <a:lnTo>
                  <a:pt x="449" y="0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1" name=""/>
          <p:cNvSpPr/>
          <p:nvPr/>
        </p:nvSpPr>
        <p:spPr>
          <a:xfrm>
            <a:off x="2746080" y="2138040"/>
            <a:ext cx="163440" cy="16920"/>
          </a:xfrm>
          <a:custGeom>
            <a:avLst/>
            <a:gdLst/>
            <a:ahLst/>
            <a:rect l="0" t="0" r="r" b="b"/>
            <a:pathLst>
              <a:path w="454" h="47">
                <a:moveTo>
                  <a:pt x="0" y="46"/>
                </a:moveTo>
                <a:lnTo>
                  <a:pt x="449" y="0"/>
                </a:lnTo>
                <a:lnTo>
                  <a:pt x="454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2" name=""/>
          <p:cNvSpPr/>
          <p:nvPr/>
        </p:nvSpPr>
        <p:spPr>
          <a:xfrm>
            <a:off x="2746080" y="2138040"/>
            <a:ext cx="165240" cy="16920"/>
          </a:xfrm>
          <a:custGeom>
            <a:avLst/>
            <a:gdLst/>
            <a:ahLst/>
            <a:rect l="0" t="0" r="r" b="b"/>
            <a:pathLst>
              <a:path w="459" h="47">
                <a:moveTo>
                  <a:pt x="0" y="47"/>
                </a:moveTo>
                <a:lnTo>
                  <a:pt x="454" y="0"/>
                </a:lnTo>
                <a:lnTo>
                  <a:pt x="459" y="0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3" name=""/>
          <p:cNvSpPr/>
          <p:nvPr/>
        </p:nvSpPr>
        <p:spPr>
          <a:xfrm>
            <a:off x="2746080" y="2138040"/>
            <a:ext cx="166680" cy="17280"/>
          </a:xfrm>
          <a:custGeom>
            <a:avLst/>
            <a:gdLst/>
            <a:ahLst/>
            <a:rect l="0" t="0" r="r" b="b"/>
            <a:pathLst>
              <a:path w="463" h="48">
                <a:moveTo>
                  <a:pt x="0" y="47"/>
                </a:moveTo>
                <a:lnTo>
                  <a:pt x="459" y="0"/>
                </a:lnTo>
                <a:lnTo>
                  <a:pt x="46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4" name=""/>
          <p:cNvSpPr/>
          <p:nvPr/>
        </p:nvSpPr>
        <p:spPr>
          <a:xfrm>
            <a:off x="2746080" y="2138040"/>
            <a:ext cx="168480" cy="17280"/>
          </a:xfrm>
          <a:custGeom>
            <a:avLst/>
            <a:gdLst/>
            <a:ahLst/>
            <a:rect l="0" t="0" r="r" b="b"/>
            <a:pathLst>
              <a:path w="468" h="48">
                <a:moveTo>
                  <a:pt x="0" y="48"/>
                </a:moveTo>
                <a:lnTo>
                  <a:pt x="463" y="0"/>
                </a:lnTo>
                <a:lnTo>
                  <a:pt x="468" y="0"/>
                </a:lnTo>
                <a:lnTo>
                  <a:pt x="0" y="48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5" name=""/>
          <p:cNvSpPr/>
          <p:nvPr/>
        </p:nvSpPr>
        <p:spPr>
          <a:xfrm>
            <a:off x="2746080" y="2138040"/>
            <a:ext cx="170280" cy="17640"/>
          </a:xfrm>
          <a:custGeom>
            <a:avLst/>
            <a:gdLst/>
            <a:ahLst/>
            <a:rect l="0" t="0" r="r" b="b"/>
            <a:pathLst>
              <a:path w="473" h="49">
                <a:moveTo>
                  <a:pt x="0" y="48"/>
                </a:moveTo>
                <a:lnTo>
                  <a:pt x="468" y="0"/>
                </a:lnTo>
                <a:lnTo>
                  <a:pt x="473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6" name=""/>
          <p:cNvSpPr/>
          <p:nvPr/>
        </p:nvSpPr>
        <p:spPr>
          <a:xfrm>
            <a:off x="2746080" y="2138040"/>
            <a:ext cx="172080" cy="17640"/>
          </a:xfrm>
          <a:custGeom>
            <a:avLst/>
            <a:gdLst/>
            <a:ahLst/>
            <a:rect l="0" t="0" r="r" b="b"/>
            <a:pathLst>
              <a:path w="478" h="49">
                <a:moveTo>
                  <a:pt x="0" y="49"/>
                </a:moveTo>
                <a:lnTo>
                  <a:pt x="473" y="0"/>
                </a:lnTo>
                <a:lnTo>
                  <a:pt x="478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7" name=""/>
          <p:cNvSpPr/>
          <p:nvPr/>
        </p:nvSpPr>
        <p:spPr>
          <a:xfrm>
            <a:off x="2746080" y="2138040"/>
            <a:ext cx="173880" cy="18000"/>
          </a:xfrm>
          <a:custGeom>
            <a:avLst/>
            <a:gdLst/>
            <a:ahLst/>
            <a:rect l="0" t="0" r="r" b="b"/>
            <a:pathLst>
              <a:path w="483" h="50">
                <a:moveTo>
                  <a:pt x="0" y="49"/>
                </a:moveTo>
                <a:lnTo>
                  <a:pt x="478" y="0"/>
                </a:lnTo>
                <a:lnTo>
                  <a:pt x="483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8" name=""/>
          <p:cNvSpPr/>
          <p:nvPr/>
        </p:nvSpPr>
        <p:spPr>
          <a:xfrm>
            <a:off x="2746080" y="2138040"/>
            <a:ext cx="175680" cy="18000"/>
          </a:xfrm>
          <a:custGeom>
            <a:avLst/>
            <a:gdLst/>
            <a:ahLst/>
            <a:rect l="0" t="0" r="r" b="b"/>
            <a:pathLst>
              <a:path w="488" h="50">
                <a:moveTo>
                  <a:pt x="0" y="50"/>
                </a:moveTo>
                <a:lnTo>
                  <a:pt x="483" y="0"/>
                </a:lnTo>
                <a:lnTo>
                  <a:pt x="488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59" name=""/>
          <p:cNvSpPr/>
          <p:nvPr/>
        </p:nvSpPr>
        <p:spPr>
          <a:xfrm>
            <a:off x="2746080" y="2138040"/>
            <a:ext cx="177480" cy="18360"/>
          </a:xfrm>
          <a:custGeom>
            <a:avLst/>
            <a:gdLst/>
            <a:ahLst/>
            <a:rect l="0" t="0" r="r" b="b"/>
            <a:pathLst>
              <a:path w="493" h="51">
                <a:moveTo>
                  <a:pt x="0" y="50"/>
                </a:moveTo>
                <a:lnTo>
                  <a:pt x="487" y="0"/>
                </a:lnTo>
                <a:lnTo>
                  <a:pt x="493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0" name=""/>
          <p:cNvSpPr/>
          <p:nvPr/>
        </p:nvSpPr>
        <p:spPr>
          <a:xfrm>
            <a:off x="2746080" y="2138040"/>
            <a:ext cx="179280" cy="18360"/>
          </a:xfrm>
          <a:custGeom>
            <a:avLst/>
            <a:gdLst/>
            <a:ahLst/>
            <a:rect l="0" t="0" r="r" b="b"/>
            <a:pathLst>
              <a:path w="498" h="51">
                <a:moveTo>
                  <a:pt x="0" y="51"/>
                </a:moveTo>
                <a:lnTo>
                  <a:pt x="493" y="0"/>
                </a:lnTo>
                <a:lnTo>
                  <a:pt x="498" y="0"/>
                </a:lnTo>
                <a:lnTo>
                  <a:pt x="0" y="51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1" name=""/>
          <p:cNvSpPr/>
          <p:nvPr/>
        </p:nvSpPr>
        <p:spPr>
          <a:xfrm>
            <a:off x="2746080" y="2138040"/>
            <a:ext cx="181080" cy="18720"/>
          </a:xfrm>
          <a:custGeom>
            <a:avLst/>
            <a:gdLst/>
            <a:ahLst/>
            <a:rect l="0" t="0" r="r" b="b"/>
            <a:pathLst>
              <a:path w="503" h="52">
                <a:moveTo>
                  <a:pt x="0" y="51"/>
                </a:moveTo>
                <a:lnTo>
                  <a:pt x="498" y="0"/>
                </a:lnTo>
                <a:lnTo>
                  <a:pt x="503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2" name=""/>
          <p:cNvSpPr/>
          <p:nvPr/>
        </p:nvSpPr>
        <p:spPr>
          <a:xfrm>
            <a:off x="2746080" y="2138040"/>
            <a:ext cx="182880" cy="18720"/>
          </a:xfrm>
          <a:custGeom>
            <a:avLst/>
            <a:gdLst/>
            <a:ahLst/>
            <a:rect l="0" t="0" r="r" b="b"/>
            <a:pathLst>
              <a:path w="508" h="52">
                <a:moveTo>
                  <a:pt x="0" y="52"/>
                </a:moveTo>
                <a:lnTo>
                  <a:pt x="503" y="0"/>
                </a:lnTo>
                <a:lnTo>
                  <a:pt x="508" y="0"/>
                </a:lnTo>
                <a:lnTo>
                  <a:pt x="0" y="52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3" name=""/>
          <p:cNvSpPr/>
          <p:nvPr/>
        </p:nvSpPr>
        <p:spPr>
          <a:xfrm>
            <a:off x="2746080" y="2138040"/>
            <a:ext cx="184680" cy="19080"/>
          </a:xfrm>
          <a:custGeom>
            <a:avLst/>
            <a:gdLst/>
            <a:ahLst/>
            <a:rect l="0" t="0" r="r" b="b"/>
            <a:pathLst>
              <a:path w="513" h="53">
                <a:moveTo>
                  <a:pt x="0" y="52"/>
                </a:moveTo>
                <a:lnTo>
                  <a:pt x="508" y="0"/>
                </a:lnTo>
                <a:lnTo>
                  <a:pt x="513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4" name=""/>
          <p:cNvSpPr/>
          <p:nvPr/>
        </p:nvSpPr>
        <p:spPr>
          <a:xfrm>
            <a:off x="2746080" y="2138040"/>
            <a:ext cx="186480" cy="19080"/>
          </a:xfrm>
          <a:custGeom>
            <a:avLst/>
            <a:gdLst/>
            <a:ahLst/>
            <a:rect l="0" t="0" r="r" b="b"/>
            <a:pathLst>
              <a:path w="518" h="53">
                <a:moveTo>
                  <a:pt x="0" y="53"/>
                </a:moveTo>
                <a:lnTo>
                  <a:pt x="513" y="0"/>
                </a:lnTo>
                <a:lnTo>
                  <a:pt x="518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5" name=""/>
          <p:cNvSpPr/>
          <p:nvPr/>
        </p:nvSpPr>
        <p:spPr>
          <a:xfrm>
            <a:off x="2746080" y="2138040"/>
            <a:ext cx="188280" cy="19440"/>
          </a:xfrm>
          <a:custGeom>
            <a:avLst/>
            <a:gdLst/>
            <a:ahLst/>
            <a:rect l="0" t="0" r="r" b="b"/>
            <a:pathLst>
              <a:path w="523" h="54">
                <a:moveTo>
                  <a:pt x="0" y="53"/>
                </a:moveTo>
                <a:lnTo>
                  <a:pt x="518" y="0"/>
                </a:lnTo>
                <a:lnTo>
                  <a:pt x="523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6" name=""/>
          <p:cNvSpPr/>
          <p:nvPr/>
        </p:nvSpPr>
        <p:spPr>
          <a:xfrm>
            <a:off x="2746080" y="2138040"/>
            <a:ext cx="189720" cy="19440"/>
          </a:xfrm>
          <a:custGeom>
            <a:avLst/>
            <a:gdLst/>
            <a:ahLst/>
            <a:rect l="0" t="0" r="r" b="b"/>
            <a:pathLst>
              <a:path w="527" h="54">
                <a:moveTo>
                  <a:pt x="0" y="54"/>
                </a:moveTo>
                <a:lnTo>
                  <a:pt x="522" y="0"/>
                </a:lnTo>
                <a:lnTo>
                  <a:pt x="527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7" name=""/>
          <p:cNvSpPr/>
          <p:nvPr/>
        </p:nvSpPr>
        <p:spPr>
          <a:xfrm>
            <a:off x="2746080" y="2138040"/>
            <a:ext cx="191520" cy="19800"/>
          </a:xfrm>
          <a:custGeom>
            <a:avLst/>
            <a:gdLst/>
            <a:ahLst/>
            <a:rect l="0" t="0" r="r" b="b"/>
            <a:pathLst>
              <a:path w="532" h="55">
                <a:moveTo>
                  <a:pt x="0" y="54"/>
                </a:moveTo>
                <a:lnTo>
                  <a:pt x="527" y="0"/>
                </a:lnTo>
                <a:lnTo>
                  <a:pt x="532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8" name=""/>
          <p:cNvSpPr/>
          <p:nvPr/>
        </p:nvSpPr>
        <p:spPr>
          <a:xfrm>
            <a:off x="2746080" y="2138040"/>
            <a:ext cx="193320" cy="19800"/>
          </a:xfrm>
          <a:custGeom>
            <a:avLst/>
            <a:gdLst/>
            <a:ahLst/>
            <a:rect l="0" t="0" r="r" b="b"/>
            <a:pathLst>
              <a:path w="537" h="55">
                <a:moveTo>
                  <a:pt x="0" y="55"/>
                </a:moveTo>
                <a:lnTo>
                  <a:pt x="532" y="0"/>
                </a:lnTo>
                <a:lnTo>
                  <a:pt x="537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69" name=""/>
          <p:cNvSpPr/>
          <p:nvPr/>
        </p:nvSpPr>
        <p:spPr>
          <a:xfrm>
            <a:off x="2746080" y="2138040"/>
            <a:ext cx="195120" cy="20160"/>
          </a:xfrm>
          <a:custGeom>
            <a:avLst/>
            <a:gdLst/>
            <a:ahLst/>
            <a:rect l="0" t="0" r="r" b="b"/>
            <a:pathLst>
              <a:path w="542" h="56">
                <a:moveTo>
                  <a:pt x="0" y="55"/>
                </a:moveTo>
                <a:lnTo>
                  <a:pt x="537" y="0"/>
                </a:lnTo>
                <a:lnTo>
                  <a:pt x="54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0" name=""/>
          <p:cNvSpPr/>
          <p:nvPr/>
        </p:nvSpPr>
        <p:spPr>
          <a:xfrm>
            <a:off x="2746080" y="2138040"/>
            <a:ext cx="196920" cy="20160"/>
          </a:xfrm>
          <a:custGeom>
            <a:avLst/>
            <a:gdLst/>
            <a:ahLst/>
            <a:rect l="0" t="0" r="r" b="b"/>
            <a:pathLst>
              <a:path w="547" h="56">
                <a:moveTo>
                  <a:pt x="0" y="56"/>
                </a:moveTo>
                <a:lnTo>
                  <a:pt x="542" y="0"/>
                </a:lnTo>
                <a:lnTo>
                  <a:pt x="547" y="0"/>
                </a:lnTo>
                <a:lnTo>
                  <a:pt x="0" y="56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1" name=""/>
          <p:cNvSpPr/>
          <p:nvPr/>
        </p:nvSpPr>
        <p:spPr>
          <a:xfrm>
            <a:off x="2746080" y="2138040"/>
            <a:ext cx="198720" cy="20520"/>
          </a:xfrm>
          <a:custGeom>
            <a:avLst/>
            <a:gdLst/>
            <a:ahLst/>
            <a:rect l="0" t="0" r="r" b="b"/>
            <a:pathLst>
              <a:path w="552" h="57">
                <a:moveTo>
                  <a:pt x="0" y="56"/>
                </a:moveTo>
                <a:lnTo>
                  <a:pt x="547" y="0"/>
                </a:lnTo>
                <a:lnTo>
                  <a:pt x="552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2" name=""/>
          <p:cNvSpPr/>
          <p:nvPr/>
        </p:nvSpPr>
        <p:spPr>
          <a:xfrm>
            <a:off x="2746080" y="2138040"/>
            <a:ext cx="200520" cy="20520"/>
          </a:xfrm>
          <a:custGeom>
            <a:avLst/>
            <a:gdLst/>
            <a:ahLst/>
            <a:rect l="0" t="0" r="r" b="b"/>
            <a:pathLst>
              <a:path w="557" h="57">
                <a:moveTo>
                  <a:pt x="0" y="57"/>
                </a:moveTo>
                <a:lnTo>
                  <a:pt x="552" y="0"/>
                </a:lnTo>
                <a:lnTo>
                  <a:pt x="557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3" name=""/>
          <p:cNvSpPr/>
          <p:nvPr/>
        </p:nvSpPr>
        <p:spPr>
          <a:xfrm>
            <a:off x="2746080" y="2138040"/>
            <a:ext cx="202320" cy="20880"/>
          </a:xfrm>
          <a:custGeom>
            <a:avLst/>
            <a:gdLst/>
            <a:ahLst/>
            <a:rect l="0" t="0" r="r" b="b"/>
            <a:pathLst>
              <a:path w="562" h="58">
                <a:moveTo>
                  <a:pt x="0" y="57"/>
                </a:moveTo>
                <a:lnTo>
                  <a:pt x="557" y="0"/>
                </a:lnTo>
                <a:lnTo>
                  <a:pt x="562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4" name=""/>
          <p:cNvSpPr/>
          <p:nvPr/>
        </p:nvSpPr>
        <p:spPr>
          <a:xfrm>
            <a:off x="2746080" y="2138040"/>
            <a:ext cx="204120" cy="20880"/>
          </a:xfrm>
          <a:custGeom>
            <a:avLst/>
            <a:gdLst/>
            <a:ahLst/>
            <a:rect l="0" t="0" r="r" b="b"/>
            <a:pathLst>
              <a:path w="567" h="58">
                <a:moveTo>
                  <a:pt x="0" y="58"/>
                </a:moveTo>
                <a:lnTo>
                  <a:pt x="561" y="0"/>
                </a:lnTo>
                <a:lnTo>
                  <a:pt x="567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5" name=""/>
          <p:cNvSpPr/>
          <p:nvPr/>
        </p:nvSpPr>
        <p:spPr>
          <a:xfrm>
            <a:off x="2746080" y="2138040"/>
            <a:ext cx="205920" cy="21240"/>
          </a:xfrm>
          <a:custGeom>
            <a:avLst/>
            <a:gdLst/>
            <a:ahLst/>
            <a:rect l="0" t="0" r="r" b="b"/>
            <a:pathLst>
              <a:path w="572" h="59">
                <a:moveTo>
                  <a:pt x="0" y="58"/>
                </a:moveTo>
                <a:lnTo>
                  <a:pt x="567" y="0"/>
                </a:lnTo>
                <a:lnTo>
                  <a:pt x="572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6" name=""/>
          <p:cNvSpPr/>
          <p:nvPr/>
        </p:nvSpPr>
        <p:spPr>
          <a:xfrm>
            <a:off x="2746080" y="2138040"/>
            <a:ext cx="207720" cy="21240"/>
          </a:xfrm>
          <a:custGeom>
            <a:avLst/>
            <a:gdLst/>
            <a:ahLst/>
            <a:rect l="0" t="0" r="r" b="b"/>
            <a:pathLst>
              <a:path w="577" h="59">
                <a:moveTo>
                  <a:pt x="0" y="59"/>
                </a:moveTo>
                <a:lnTo>
                  <a:pt x="572" y="0"/>
                </a:lnTo>
                <a:lnTo>
                  <a:pt x="577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7" name=""/>
          <p:cNvSpPr/>
          <p:nvPr/>
        </p:nvSpPr>
        <p:spPr>
          <a:xfrm>
            <a:off x="2746080" y="2138040"/>
            <a:ext cx="209520" cy="21240"/>
          </a:xfrm>
          <a:custGeom>
            <a:avLst/>
            <a:gdLst/>
            <a:ahLst/>
            <a:rect l="0" t="0" r="r" b="b"/>
            <a:pathLst>
              <a:path w="582" h="59">
                <a:moveTo>
                  <a:pt x="0" y="59"/>
                </a:moveTo>
                <a:lnTo>
                  <a:pt x="577" y="0"/>
                </a:lnTo>
                <a:lnTo>
                  <a:pt x="582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8" name=""/>
          <p:cNvSpPr/>
          <p:nvPr/>
        </p:nvSpPr>
        <p:spPr>
          <a:xfrm>
            <a:off x="2746080" y="2138040"/>
            <a:ext cx="210960" cy="21600"/>
          </a:xfrm>
          <a:custGeom>
            <a:avLst/>
            <a:gdLst/>
            <a:ahLst/>
            <a:rect l="0" t="0" r="r" b="b"/>
            <a:pathLst>
              <a:path w="586" h="60">
                <a:moveTo>
                  <a:pt x="0" y="59"/>
                </a:moveTo>
                <a:lnTo>
                  <a:pt x="582" y="0"/>
                </a:lnTo>
                <a:lnTo>
                  <a:pt x="586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79" name=""/>
          <p:cNvSpPr/>
          <p:nvPr/>
        </p:nvSpPr>
        <p:spPr>
          <a:xfrm>
            <a:off x="2746080" y="2138040"/>
            <a:ext cx="212760" cy="21600"/>
          </a:xfrm>
          <a:custGeom>
            <a:avLst/>
            <a:gdLst/>
            <a:ahLst/>
            <a:rect l="0" t="0" r="r" b="b"/>
            <a:pathLst>
              <a:path w="591" h="60">
                <a:moveTo>
                  <a:pt x="0" y="60"/>
                </a:moveTo>
                <a:lnTo>
                  <a:pt x="586" y="0"/>
                </a:lnTo>
                <a:lnTo>
                  <a:pt x="591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0" name=""/>
          <p:cNvSpPr/>
          <p:nvPr/>
        </p:nvSpPr>
        <p:spPr>
          <a:xfrm>
            <a:off x="2746080" y="2138040"/>
            <a:ext cx="214560" cy="21960"/>
          </a:xfrm>
          <a:custGeom>
            <a:avLst/>
            <a:gdLst/>
            <a:ahLst/>
            <a:rect l="0" t="0" r="r" b="b"/>
            <a:pathLst>
              <a:path w="596" h="61">
                <a:moveTo>
                  <a:pt x="0" y="60"/>
                </a:moveTo>
                <a:lnTo>
                  <a:pt x="591" y="0"/>
                </a:lnTo>
                <a:lnTo>
                  <a:pt x="596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1" name=""/>
          <p:cNvSpPr/>
          <p:nvPr/>
        </p:nvSpPr>
        <p:spPr>
          <a:xfrm>
            <a:off x="2746080" y="2138040"/>
            <a:ext cx="216360" cy="21960"/>
          </a:xfrm>
          <a:custGeom>
            <a:avLst/>
            <a:gdLst/>
            <a:ahLst/>
            <a:rect l="0" t="0" r="r" b="b"/>
            <a:pathLst>
              <a:path w="601" h="61">
                <a:moveTo>
                  <a:pt x="0" y="61"/>
                </a:moveTo>
                <a:lnTo>
                  <a:pt x="596" y="0"/>
                </a:lnTo>
                <a:lnTo>
                  <a:pt x="601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2" name=""/>
          <p:cNvSpPr/>
          <p:nvPr/>
        </p:nvSpPr>
        <p:spPr>
          <a:xfrm>
            <a:off x="2746080" y="2138040"/>
            <a:ext cx="218160" cy="22320"/>
          </a:xfrm>
          <a:custGeom>
            <a:avLst/>
            <a:gdLst/>
            <a:ahLst/>
            <a:rect l="0" t="0" r="r" b="b"/>
            <a:pathLst>
              <a:path w="606" h="62">
                <a:moveTo>
                  <a:pt x="0" y="61"/>
                </a:moveTo>
                <a:lnTo>
                  <a:pt x="601" y="0"/>
                </a:lnTo>
                <a:lnTo>
                  <a:pt x="60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3" name=""/>
          <p:cNvSpPr/>
          <p:nvPr/>
        </p:nvSpPr>
        <p:spPr>
          <a:xfrm>
            <a:off x="2746080" y="2138040"/>
            <a:ext cx="219960" cy="22320"/>
          </a:xfrm>
          <a:custGeom>
            <a:avLst/>
            <a:gdLst/>
            <a:ahLst/>
            <a:rect l="0" t="0" r="r" b="b"/>
            <a:pathLst>
              <a:path w="611" h="62">
                <a:moveTo>
                  <a:pt x="0" y="62"/>
                </a:moveTo>
                <a:lnTo>
                  <a:pt x="605" y="0"/>
                </a:lnTo>
                <a:lnTo>
                  <a:pt x="611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4" name=""/>
          <p:cNvSpPr/>
          <p:nvPr/>
        </p:nvSpPr>
        <p:spPr>
          <a:xfrm>
            <a:off x="2746080" y="2138040"/>
            <a:ext cx="221760" cy="22680"/>
          </a:xfrm>
          <a:custGeom>
            <a:avLst/>
            <a:gdLst/>
            <a:ahLst/>
            <a:rect l="0" t="0" r="r" b="b"/>
            <a:pathLst>
              <a:path w="616" h="63">
                <a:moveTo>
                  <a:pt x="0" y="62"/>
                </a:moveTo>
                <a:lnTo>
                  <a:pt x="611" y="0"/>
                </a:lnTo>
                <a:lnTo>
                  <a:pt x="616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5" name=""/>
          <p:cNvSpPr/>
          <p:nvPr/>
        </p:nvSpPr>
        <p:spPr>
          <a:xfrm>
            <a:off x="2746080" y="2138040"/>
            <a:ext cx="223560" cy="22680"/>
          </a:xfrm>
          <a:custGeom>
            <a:avLst/>
            <a:gdLst/>
            <a:ahLst/>
            <a:rect l="0" t="0" r="r" b="b"/>
            <a:pathLst>
              <a:path w="621" h="63">
                <a:moveTo>
                  <a:pt x="0" y="63"/>
                </a:moveTo>
                <a:lnTo>
                  <a:pt x="616" y="0"/>
                </a:lnTo>
                <a:lnTo>
                  <a:pt x="621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6" name=""/>
          <p:cNvSpPr/>
          <p:nvPr/>
        </p:nvSpPr>
        <p:spPr>
          <a:xfrm>
            <a:off x="2746080" y="2138040"/>
            <a:ext cx="225360" cy="23040"/>
          </a:xfrm>
          <a:custGeom>
            <a:avLst/>
            <a:gdLst/>
            <a:ahLst/>
            <a:rect l="0" t="0" r="r" b="b"/>
            <a:pathLst>
              <a:path w="626" h="64">
                <a:moveTo>
                  <a:pt x="0" y="63"/>
                </a:moveTo>
                <a:lnTo>
                  <a:pt x="621" y="0"/>
                </a:lnTo>
                <a:lnTo>
                  <a:pt x="626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7" name=""/>
          <p:cNvSpPr/>
          <p:nvPr/>
        </p:nvSpPr>
        <p:spPr>
          <a:xfrm>
            <a:off x="2746080" y="2138040"/>
            <a:ext cx="227160" cy="23040"/>
          </a:xfrm>
          <a:custGeom>
            <a:avLst/>
            <a:gdLst/>
            <a:ahLst/>
            <a:rect l="0" t="0" r="r" b="b"/>
            <a:pathLst>
              <a:path w="631" h="64">
                <a:moveTo>
                  <a:pt x="0" y="64"/>
                </a:moveTo>
                <a:lnTo>
                  <a:pt x="626" y="0"/>
                </a:lnTo>
                <a:lnTo>
                  <a:pt x="631" y="0"/>
                </a:lnTo>
                <a:lnTo>
                  <a:pt x="1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8" name=""/>
          <p:cNvSpPr/>
          <p:nvPr/>
        </p:nvSpPr>
        <p:spPr>
          <a:xfrm>
            <a:off x="2746440" y="2138040"/>
            <a:ext cx="227160" cy="23040"/>
          </a:xfrm>
          <a:custGeom>
            <a:avLst/>
            <a:gdLst/>
            <a:ahLst/>
            <a:rect l="0" t="0" r="r" b="b"/>
            <a:pathLst>
              <a:path w="631" h="64">
                <a:moveTo>
                  <a:pt x="0" y="64"/>
                </a:moveTo>
                <a:lnTo>
                  <a:pt x="630" y="0"/>
                </a:lnTo>
                <a:lnTo>
                  <a:pt x="631" y="0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89" name=""/>
          <p:cNvSpPr/>
          <p:nvPr/>
        </p:nvSpPr>
        <p:spPr>
          <a:xfrm>
            <a:off x="2748240" y="2138040"/>
            <a:ext cx="225360" cy="23040"/>
          </a:xfrm>
          <a:custGeom>
            <a:avLst/>
            <a:gdLst/>
            <a:ahLst/>
            <a:rect l="0" t="0" r="r" b="b"/>
            <a:pathLst>
              <a:path w="626" h="64">
                <a:moveTo>
                  <a:pt x="0" y="64"/>
                </a:moveTo>
                <a:lnTo>
                  <a:pt x="626" y="0"/>
                </a:lnTo>
                <a:lnTo>
                  <a:pt x="626" y="1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0" name=""/>
          <p:cNvSpPr/>
          <p:nvPr/>
        </p:nvSpPr>
        <p:spPr>
          <a:xfrm>
            <a:off x="2750040" y="2138400"/>
            <a:ext cx="223560" cy="22680"/>
          </a:xfrm>
          <a:custGeom>
            <a:avLst/>
            <a:gdLst/>
            <a:ahLst/>
            <a:rect l="0" t="0" r="r" b="b"/>
            <a:pathLst>
              <a:path w="621" h="63">
                <a:moveTo>
                  <a:pt x="0" y="63"/>
                </a:moveTo>
                <a:lnTo>
                  <a:pt x="621" y="0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1" name=""/>
          <p:cNvSpPr/>
          <p:nvPr/>
        </p:nvSpPr>
        <p:spPr>
          <a:xfrm>
            <a:off x="2751840" y="2138400"/>
            <a:ext cx="221760" cy="22680"/>
          </a:xfrm>
          <a:custGeom>
            <a:avLst/>
            <a:gdLst/>
            <a:ahLst/>
            <a:rect l="0" t="0" r="r" b="b"/>
            <a:pathLst>
              <a:path w="616" h="63">
                <a:moveTo>
                  <a:pt x="0" y="63"/>
                </a:moveTo>
                <a:lnTo>
                  <a:pt x="616" y="0"/>
                </a:lnTo>
                <a:lnTo>
                  <a:pt x="616" y="1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2" name=""/>
          <p:cNvSpPr/>
          <p:nvPr/>
        </p:nvSpPr>
        <p:spPr>
          <a:xfrm>
            <a:off x="2753640" y="2138760"/>
            <a:ext cx="219960" cy="22320"/>
          </a:xfrm>
          <a:custGeom>
            <a:avLst/>
            <a:gdLst/>
            <a:ahLst/>
            <a:rect l="0" t="0" r="r" b="b"/>
            <a:pathLst>
              <a:path w="611" h="62">
                <a:moveTo>
                  <a:pt x="0" y="62"/>
                </a:moveTo>
                <a:lnTo>
                  <a:pt x="611" y="0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3" name=""/>
          <p:cNvSpPr/>
          <p:nvPr/>
        </p:nvSpPr>
        <p:spPr>
          <a:xfrm>
            <a:off x="2755440" y="2138760"/>
            <a:ext cx="218160" cy="22320"/>
          </a:xfrm>
          <a:custGeom>
            <a:avLst/>
            <a:gdLst/>
            <a:ahLst/>
            <a:rect l="0" t="0" r="r" b="b"/>
            <a:pathLst>
              <a:path w="606" h="62">
                <a:moveTo>
                  <a:pt x="0" y="62"/>
                </a:moveTo>
                <a:lnTo>
                  <a:pt x="606" y="0"/>
                </a:lnTo>
                <a:lnTo>
                  <a:pt x="606" y="1"/>
                </a:lnTo>
                <a:lnTo>
                  <a:pt x="4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4" name=""/>
          <p:cNvSpPr/>
          <p:nvPr/>
        </p:nvSpPr>
        <p:spPr>
          <a:xfrm>
            <a:off x="2756880" y="2139120"/>
            <a:ext cx="216720" cy="21960"/>
          </a:xfrm>
          <a:custGeom>
            <a:avLst/>
            <a:gdLst/>
            <a:ahLst/>
            <a:rect l="0" t="0" r="r" b="b"/>
            <a:pathLst>
              <a:path w="602" h="61">
                <a:moveTo>
                  <a:pt x="0" y="61"/>
                </a:moveTo>
                <a:lnTo>
                  <a:pt x="602" y="0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5" name=""/>
          <p:cNvSpPr/>
          <p:nvPr/>
        </p:nvSpPr>
        <p:spPr>
          <a:xfrm>
            <a:off x="2758680" y="2139120"/>
            <a:ext cx="214920" cy="21960"/>
          </a:xfrm>
          <a:custGeom>
            <a:avLst/>
            <a:gdLst/>
            <a:ahLst/>
            <a:rect l="0" t="0" r="r" b="b"/>
            <a:pathLst>
              <a:path w="597" h="61">
                <a:moveTo>
                  <a:pt x="0" y="61"/>
                </a:moveTo>
                <a:lnTo>
                  <a:pt x="597" y="0"/>
                </a:lnTo>
                <a:lnTo>
                  <a:pt x="597" y="1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6" name=""/>
          <p:cNvSpPr/>
          <p:nvPr/>
        </p:nvSpPr>
        <p:spPr>
          <a:xfrm>
            <a:off x="2760480" y="2139480"/>
            <a:ext cx="213120" cy="21600"/>
          </a:xfrm>
          <a:custGeom>
            <a:avLst/>
            <a:gdLst/>
            <a:ahLst/>
            <a:rect l="0" t="0" r="r" b="b"/>
            <a:pathLst>
              <a:path w="592" h="60">
                <a:moveTo>
                  <a:pt x="0" y="60"/>
                </a:moveTo>
                <a:lnTo>
                  <a:pt x="592" y="0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7" name=""/>
          <p:cNvSpPr/>
          <p:nvPr/>
        </p:nvSpPr>
        <p:spPr>
          <a:xfrm>
            <a:off x="2762280" y="2139480"/>
            <a:ext cx="211320" cy="21600"/>
          </a:xfrm>
          <a:custGeom>
            <a:avLst/>
            <a:gdLst/>
            <a:ahLst/>
            <a:rect l="0" t="0" r="r" b="b"/>
            <a:pathLst>
              <a:path w="587" h="60">
                <a:moveTo>
                  <a:pt x="0" y="60"/>
                </a:moveTo>
                <a:lnTo>
                  <a:pt x="587" y="0"/>
                </a:lnTo>
                <a:lnTo>
                  <a:pt x="587" y="1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8" name=""/>
          <p:cNvSpPr/>
          <p:nvPr/>
        </p:nvSpPr>
        <p:spPr>
          <a:xfrm>
            <a:off x="2764080" y="2139840"/>
            <a:ext cx="209520" cy="21240"/>
          </a:xfrm>
          <a:custGeom>
            <a:avLst/>
            <a:gdLst/>
            <a:ahLst/>
            <a:rect l="0" t="0" r="r" b="b"/>
            <a:pathLst>
              <a:path w="582" h="59">
                <a:moveTo>
                  <a:pt x="0" y="59"/>
                </a:moveTo>
                <a:lnTo>
                  <a:pt x="582" y="0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299" name=""/>
          <p:cNvSpPr/>
          <p:nvPr/>
        </p:nvSpPr>
        <p:spPr>
          <a:xfrm>
            <a:off x="2765880" y="2139840"/>
            <a:ext cx="207720" cy="21240"/>
          </a:xfrm>
          <a:custGeom>
            <a:avLst/>
            <a:gdLst/>
            <a:ahLst/>
            <a:rect l="0" t="0" r="r" b="b"/>
            <a:pathLst>
              <a:path w="577" h="59">
                <a:moveTo>
                  <a:pt x="0" y="59"/>
                </a:moveTo>
                <a:lnTo>
                  <a:pt x="577" y="0"/>
                </a:lnTo>
                <a:lnTo>
                  <a:pt x="577" y="1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0" name=""/>
          <p:cNvSpPr/>
          <p:nvPr/>
        </p:nvSpPr>
        <p:spPr>
          <a:xfrm>
            <a:off x="2767680" y="2140200"/>
            <a:ext cx="205920" cy="20880"/>
          </a:xfrm>
          <a:custGeom>
            <a:avLst/>
            <a:gdLst/>
            <a:ahLst/>
            <a:rect l="0" t="0" r="r" b="b"/>
            <a:pathLst>
              <a:path w="572" h="58">
                <a:moveTo>
                  <a:pt x="0" y="58"/>
                </a:moveTo>
                <a:lnTo>
                  <a:pt x="572" y="0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1" name=""/>
          <p:cNvSpPr/>
          <p:nvPr/>
        </p:nvSpPr>
        <p:spPr>
          <a:xfrm>
            <a:off x="2769480" y="2140200"/>
            <a:ext cx="204120" cy="20880"/>
          </a:xfrm>
          <a:custGeom>
            <a:avLst/>
            <a:gdLst/>
            <a:ahLst/>
            <a:rect l="0" t="0" r="r" b="b"/>
            <a:pathLst>
              <a:path w="567" h="58">
                <a:moveTo>
                  <a:pt x="0" y="58"/>
                </a:moveTo>
                <a:lnTo>
                  <a:pt x="567" y="0"/>
                </a:lnTo>
                <a:lnTo>
                  <a:pt x="567" y="1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2" name=""/>
          <p:cNvSpPr/>
          <p:nvPr/>
        </p:nvSpPr>
        <p:spPr>
          <a:xfrm>
            <a:off x="2771280" y="2140560"/>
            <a:ext cx="202320" cy="20520"/>
          </a:xfrm>
          <a:custGeom>
            <a:avLst/>
            <a:gdLst/>
            <a:ahLst/>
            <a:rect l="0" t="0" r="r" b="b"/>
            <a:pathLst>
              <a:path w="562" h="57">
                <a:moveTo>
                  <a:pt x="0" y="57"/>
                </a:moveTo>
                <a:lnTo>
                  <a:pt x="562" y="0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3" name=""/>
          <p:cNvSpPr/>
          <p:nvPr/>
        </p:nvSpPr>
        <p:spPr>
          <a:xfrm>
            <a:off x="2773080" y="2140560"/>
            <a:ext cx="200520" cy="20520"/>
          </a:xfrm>
          <a:custGeom>
            <a:avLst/>
            <a:gdLst/>
            <a:ahLst/>
            <a:rect l="0" t="0" r="r" b="b"/>
            <a:pathLst>
              <a:path w="557" h="57">
                <a:moveTo>
                  <a:pt x="0" y="57"/>
                </a:moveTo>
                <a:lnTo>
                  <a:pt x="557" y="0"/>
                </a:lnTo>
                <a:lnTo>
                  <a:pt x="557" y="1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4" name=""/>
          <p:cNvSpPr/>
          <p:nvPr/>
        </p:nvSpPr>
        <p:spPr>
          <a:xfrm>
            <a:off x="2774880" y="2140920"/>
            <a:ext cx="198720" cy="20160"/>
          </a:xfrm>
          <a:custGeom>
            <a:avLst/>
            <a:gdLst/>
            <a:ahLst/>
            <a:rect l="0" t="0" r="r" b="b"/>
            <a:pathLst>
              <a:path w="552" h="56">
                <a:moveTo>
                  <a:pt x="0" y="56"/>
                </a:moveTo>
                <a:lnTo>
                  <a:pt x="552" y="0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5" name=""/>
          <p:cNvSpPr/>
          <p:nvPr/>
        </p:nvSpPr>
        <p:spPr>
          <a:xfrm>
            <a:off x="2776680" y="2140920"/>
            <a:ext cx="196920" cy="20160"/>
          </a:xfrm>
          <a:custGeom>
            <a:avLst/>
            <a:gdLst/>
            <a:ahLst/>
            <a:rect l="0" t="0" r="r" b="b"/>
            <a:pathLst>
              <a:path w="547" h="56">
                <a:moveTo>
                  <a:pt x="0" y="56"/>
                </a:moveTo>
                <a:lnTo>
                  <a:pt x="547" y="0"/>
                </a:lnTo>
                <a:lnTo>
                  <a:pt x="547" y="1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6" name=""/>
          <p:cNvSpPr/>
          <p:nvPr/>
        </p:nvSpPr>
        <p:spPr>
          <a:xfrm>
            <a:off x="2778480" y="2141280"/>
            <a:ext cx="195120" cy="19800"/>
          </a:xfrm>
          <a:custGeom>
            <a:avLst/>
            <a:gdLst/>
            <a:ahLst/>
            <a:rect l="0" t="0" r="r" b="b"/>
            <a:pathLst>
              <a:path w="542" h="55">
                <a:moveTo>
                  <a:pt x="0" y="55"/>
                </a:moveTo>
                <a:lnTo>
                  <a:pt x="542" y="0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7" name=""/>
          <p:cNvSpPr/>
          <p:nvPr/>
        </p:nvSpPr>
        <p:spPr>
          <a:xfrm>
            <a:off x="2779920" y="2141280"/>
            <a:ext cx="193680" cy="19800"/>
          </a:xfrm>
          <a:custGeom>
            <a:avLst/>
            <a:gdLst/>
            <a:ahLst/>
            <a:rect l="0" t="0" r="r" b="b"/>
            <a:pathLst>
              <a:path w="538" h="55">
                <a:moveTo>
                  <a:pt x="0" y="55"/>
                </a:moveTo>
                <a:lnTo>
                  <a:pt x="538" y="0"/>
                </a:lnTo>
                <a:lnTo>
                  <a:pt x="538" y="1"/>
                </a:lnTo>
                <a:lnTo>
                  <a:pt x="5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8" name=""/>
          <p:cNvSpPr/>
          <p:nvPr/>
        </p:nvSpPr>
        <p:spPr>
          <a:xfrm>
            <a:off x="2781720" y="2141640"/>
            <a:ext cx="191880" cy="19440"/>
          </a:xfrm>
          <a:custGeom>
            <a:avLst/>
            <a:gdLst/>
            <a:ahLst/>
            <a:rect l="0" t="0" r="r" b="b"/>
            <a:pathLst>
              <a:path w="533" h="54">
                <a:moveTo>
                  <a:pt x="0" y="54"/>
                </a:moveTo>
                <a:lnTo>
                  <a:pt x="533" y="0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09" name=""/>
          <p:cNvSpPr/>
          <p:nvPr/>
        </p:nvSpPr>
        <p:spPr>
          <a:xfrm>
            <a:off x="2783520" y="2141640"/>
            <a:ext cx="190080" cy="19440"/>
          </a:xfrm>
          <a:custGeom>
            <a:avLst/>
            <a:gdLst/>
            <a:ahLst/>
            <a:rect l="0" t="0" r="r" b="b"/>
            <a:pathLst>
              <a:path w="528" h="54">
                <a:moveTo>
                  <a:pt x="0" y="54"/>
                </a:moveTo>
                <a:lnTo>
                  <a:pt x="528" y="0"/>
                </a:lnTo>
                <a:lnTo>
                  <a:pt x="528" y="1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0" name=""/>
          <p:cNvSpPr/>
          <p:nvPr/>
        </p:nvSpPr>
        <p:spPr>
          <a:xfrm>
            <a:off x="2785320" y="2142000"/>
            <a:ext cx="188280" cy="19080"/>
          </a:xfrm>
          <a:custGeom>
            <a:avLst/>
            <a:gdLst/>
            <a:ahLst/>
            <a:rect l="0" t="0" r="r" b="b"/>
            <a:pathLst>
              <a:path w="523" h="53">
                <a:moveTo>
                  <a:pt x="0" y="53"/>
                </a:moveTo>
                <a:lnTo>
                  <a:pt x="523" y="0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1" name=""/>
          <p:cNvSpPr/>
          <p:nvPr/>
        </p:nvSpPr>
        <p:spPr>
          <a:xfrm>
            <a:off x="2787120" y="2142000"/>
            <a:ext cx="186480" cy="19080"/>
          </a:xfrm>
          <a:custGeom>
            <a:avLst/>
            <a:gdLst/>
            <a:ahLst/>
            <a:rect l="0" t="0" r="r" b="b"/>
            <a:pathLst>
              <a:path w="518" h="53">
                <a:moveTo>
                  <a:pt x="0" y="53"/>
                </a:moveTo>
                <a:lnTo>
                  <a:pt x="518" y="0"/>
                </a:lnTo>
                <a:lnTo>
                  <a:pt x="518" y="1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2" name=""/>
          <p:cNvSpPr/>
          <p:nvPr/>
        </p:nvSpPr>
        <p:spPr>
          <a:xfrm>
            <a:off x="2788920" y="2142360"/>
            <a:ext cx="184680" cy="18720"/>
          </a:xfrm>
          <a:custGeom>
            <a:avLst/>
            <a:gdLst/>
            <a:ahLst/>
            <a:rect l="0" t="0" r="r" b="b"/>
            <a:pathLst>
              <a:path w="513" h="52">
                <a:moveTo>
                  <a:pt x="0" y="52"/>
                </a:moveTo>
                <a:lnTo>
                  <a:pt x="513" y="0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3" name=""/>
          <p:cNvSpPr/>
          <p:nvPr/>
        </p:nvSpPr>
        <p:spPr>
          <a:xfrm>
            <a:off x="2790720" y="2142360"/>
            <a:ext cx="182880" cy="18720"/>
          </a:xfrm>
          <a:custGeom>
            <a:avLst/>
            <a:gdLst/>
            <a:ahLst/>
            <a:rect l="0" t="0" r="r" b="b"/>
            <a:pathLst>
              <a:path w="508" h="52">
                <a:moveTo>
                  <a:pt x="0" y="52"/>
                </a:moveTo>
                <a:lnTo>
                  <a:pt x="508" y="0"/>
                </a:lnTo>
                <a:lnTo>
                  <a:pt x="508" y="1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4" name=""/>
          <p:cNvSpPr/>
          <p:nvPr/>
        </p:nvSpPr>
        <p:spPr>
          <a:xfrm>
            <a:off x="2792520" y="2142720"/>
            <a:ext cx="181080" cy="18360"/>
          </a:xfrm>
          <a:custGeom>
            <a:avLst/>
            <a:gdLst/>
            <a:ahLst/>
            <a:rect l="0" t="0" r="r" b="b"/>
            <a:pathLst>
              <a:path w="503" h="51">
                <a:moveTo>
                  <a:pt x="0" y="51"/>
                </a:moveTo>
                <a:lnTo>
                  <a:pt x="503" y="0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5" name=""/>
          <p:cNvSpPr/>
          <p:nvPr/>
        </p:nvSpPr>
        <p:spPr>
          <a:xfrm>
            <a:off x="2794320" y="2142720"/>
            <a:ext cx="179280" cy="18360"/>
          </a:xfrm>
          <a:custGeom>
            <a:avLst/>
            <a:gdLst/>
            <a:ahLst/>
            <a:rect l="0" t="0" r="r" b="b"/>
            <a:pathLst>
              <a:path w="498" h="51">
                <a:moveTo>
                  <a:pt x="0" y="51"/>
                </a:moveTo>
                <a:lnTo>
                  <a:pt x="498" y="0"/>
                </a:lnTo>
                <a:lnTo>
                  <a:pt x="498" y="1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6" name=""/>
          <p:cNvSpPr/>
          <p:nvPr/>
        </p:nvSpPr>
        <p:spPr>
          <a:xfrm>
            <a:off x="2796120" y="2143080"/>
            <a:ext cx="177480" cy="18000"/>
          </a:xfrm>
          <a:custGeom>
            <a:avLst/>
            <a:gdLst/>
            <a:ahLst/>
            <a:rect l="0" t="0" r="r" b="b"/>
            <a:pathLst>
              <a:path w="493" h="50">
                <a:moveTo>
                  <a:pt x="0" y="50"/>
                </a:moveTo>
                <a:lnTo>
                  <a:pt x="493" y="0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7" name=""/>
          <p:cNvSpPr/>
          <p:nvPr/>
        </p:nvSpPr>
        <p:spPr>
          <a:xfrm>
            <a:off x="2797920" y="2143080"/>
            <a:ext cx="175680" cy="18000"/>
          </a:xfrm>
          <a:custGeom>
            <a:avLst/>
            <a:gdLst/>
            <a:ahLst/>
            <a:rect l="0" t="0" r="r" b="b"/>
            <a:pathLst>
              <a:path w="488" h="50">
                <a:moveTo>
                  <a:pt x="0" y="50"/>
                </a:moveTo>
                <a:lnTo>
                  <a:pt x="488" y="0"/>
                </a:lnTo>
                <a:lnTo>
                  <a:pt x="488" y="2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8" name=""/>
          <p:cNvSpPr/>
          <p:nvPr/>
        </p:nvSpPr>
        <p:spPr>
          <a:xfrm>
            <a:off x="2799720" y="2143440"/>
            <a:ext cx="173880" cy="17640"/>
          </a:xfrm>
          <a:custGeom>
            <a:avLst/>
            <a:gdLst/>
            <a:ahLst/>
            <a:rect l="0" t="0" r="r" b="b"/>
            <a:pathLst>
              <a:path w="483" h="49">
                <a:moveTo>
                  <a:pt x="0" y="49"/>
                </a:moveTo>
                <a:lnTo>
                  <a:pt x="483" y="0"/>
                </a:lnTo>
                <a:lnTo>
                  <a:pt x="4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19" name=""/>
          <p:cNvSpPr/>
          <p:nvPr/>
        </p:nvSpPr>
        <p:spPr>
          <a:xfrm>
            <a:off x="2801160" y="2143440"/>
            <a:ext cx="172440" cy="17640"/>
          </a:xfrm>
          <a:custGeom>
            <a:avLst/>
            <a:gdLst/>
            <a:ahLst/>
            <a:rect l="0" t="0" r="r" b="b"/>
            <a:pathLst>
              <a:path w="479" h="49">
                <a:moveTo>
                  <a:pt x="0" y="49"/>
                </a:moveTo>
                <a:lnTo>
                  <a:pt x="479" y="0"/>
                </a:lnTo>
                <a:lnTo>
                  <a:pt x="479" y="1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0" name=""/>
          <p:cNvSpPr/>
          <p:nvPr/>
        </p:nvSpPr>
        <p:spPr>
          <a:xfrm>
            <a:off x="2802960" y="2143800"/>
            <a:ext cx="170640" cy="17280"/>
          </a:xfrm>
          <a:custGeom>
            <a:avLst/>
            <a:gdLst/>
            <a:ahLst/>
            <a:rect l="0" t="0" r="r" b="b"/>
            <a:pathLst>
              <a:path w="474" h="48">
                <a:moveTo>
                  <a:pt x="0" y="48"/>
                </a:moveTo>
                <a:lnTo>
                  <a:pt x="474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1" name=""/>
          <p:cNvSpPr/>
          <p:nvPr/>
        </p:nvSpPr>
        <p:spPr>
          <a:xfrm>
            <a:off x="2804760" y="2143800"/>
            <a:ext cx="168840" cy="17280"/>
          </a:xfrm>
          <a:custGeom>
            <a:avLst/>
            <a:gdLst/>
            <a:ahLst/>
            <a:rect l="0" t="0" r="r" b="b"/>
            <a:pathLst>
              <a:path w="469" h="48">
                <a:moveTo>
                  <a:pt x="0" y="48"/>
                </a:moveTo>
                <a:lnTo>
                  <a:pt x="469" y="0"/>
                </a:lnTo>
                <a:lnTo>
                  <a:pt x="469" y="1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2" name=""/>
          <p:cNvSpPr/>
          <p:nvPr/>
        </p:nvSpPr>
        <p:spPr>
          <a:xfrm>
            <a:off x="2806560" y="2144160"/>
            <a:ext cx="167040" cy="16920"/>
          </a:xfrm>
          <a:custGeom>
            <a:avLst/>
            <a:gdLst/>
            <a:ahLst/>
            <a:rect l="0" t="0" r="r" b="b"/>
            <a:pathLst>
              <a:path w="464" h="47">
                <a:moveTo>
                  <a:pt x="0" y="47"/>
                </a:moveTo>
                <a:lnTo>
                  <a:pt x="464" y="0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3" name=""/>
          <p:cNvSpPr/>
          <p:nvPr/>
        </p:nvSpPr>
        <p:spPr>
          <a:xfrm>
            <a:off x="2808360" y="2144160"/>
            <a:ext cx="165240" cy="16920"/>
          </a:xfrm>
          <a:custGeom>
            <a:avLst/>
            <a:gdLst/>
            <a:ahLst/>
            <a:rect l="0" t="0" r="r" b="b"/>
            <a:pathLst>
              <a:path w="459" h="47">
                <a:moveTo>
                  <a:pt x="0" y="47"/>
                </a:moveTo>
                <a:lnTo>
                  <a:pt x="459" y="0"/>
                </a:lnTo>
                <a:lnTo>
                  <a:pt x="459" y="2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4" name=""/>
          <p:cNvSpPr/>
          <p:nvPr/>
        </p:nvSpPr>
        <p:spPr>
          <a:xfrm>
            <a:off x="2810160" y="2144520"/>
            <a:ext cx="163440" cy="16560"/>
          </a:xfrm>
          <a:custGeom>
            <a:avLst/>
            <a:gdLst/>
            <a:ahLst/>
            <a:rect l="0" t="0" r="r" b="b"/>
            <a:pathLst>
              <a:path w="454" h="46">
                <a:moveTo>
                  <a:pt x="0" y="46"/>
                </a:moveTo>
                <a:lnTo>
                  <a:pt x="454" y="0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5" name=""/>
          <p:cNvSpPr/>
          <p:nvPr/>
        </p:nvSpPr>
        <p:spPr>
          <a:xfrm>
            <a:off x="2811960" y="2144520"/>
            <a:ext cx="161640" cy="16560"/>
          </a:xfrm>
          <a:custGeom>
            <a:avLst/>
            <a:gdLst/>
            <a:ahLst/>
            <a:rect l="0" t="0" r="r" b="b"/>
            <a:pathLst>
              <a:path w="449" h="46">
                <a:moveTo>
                  <a:pt x="0" y="46"/>
                </a:moveTo>
                <a:lnTo>
                  <a:pt x="449" y="0"/>
                </a:lnTo>
                <a:lnTo>
                  <a:pt x="449" y="1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6" name=""/>
          <p:cNvSpPr/>
          <p:nvPr/>
        </p:nvSpPr>
        <p:spPr>
          <a:xfrm>
            <a:off x="2813760" y="2144880"/>
            <a:ext cx="159840" cy="16200"/>
          </a:xfrm>
          <a:custGeom>
            <a:avLst/>
            <a:gdLst/>
            <a:ahLst/>
            <a:rect l="0" t="0" r="r" b="b"/>
            <a:pathLst>
              <a:path w="444" h="45">
                <a:moveTo>
                  <a:pt x="0" y="45"/>
                </a:moveTo>
                <a:lnTo>
                  <a:pt x="444" y="0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7" name=""/>
          <p:cNvSpPr/>
          <p:nvPr/>
        </p:nvSpPr>
        <p:spPr>
          <a:xfrm>
            <a:off x="2815560" y="2144880"/>
            <a:ext cx="158040" cy="16200"/>
          </a:xfrm>
          <a:custGeom>
            <a:avLst/>
            <a:gdLst/>
            <a:ahLst/>
            <a:rect l="0" t="0" r="r" b="b"/>
            <a:pathLst>
              <a:path w="439" h="45">
                <a:moveTo>
                  <a:pt x="0" y="45"/>
                </a:moveTo>
                <a:lnTo>
                  <a:pt x="439" y="0"/>
                </a:lnTo>
                <a:lnTo>
                  <a:pt x="439" y="1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8" name=""/>
          <p:cNvSpPr/>
          <p:nvPr/>
        </p:nvSpPr>
        <p:spPr>
          <a:xfrm>
            <a:off x="2817360" y="2145240"/>
            <a:ext cx="156240" cy="15840"/>
          </a:xfrm>
          <a:custGeom>
            <a:avLst/>
            <a:gdLst/>
            <a:ahLst/>
            <a:rect l="0" t="0" r="r" b="b"/>
            <a:pathLst>
              <a:path w="434" h="44">
                <a:moveTo>
                  <a:pt x="0" y="44"/>
                </a:moveTo>
                <a:lnTo>
                  <a:pt x="434" y="0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29" name=""/>
          <p:cNvSpPr/>
          <p:nvPr/>
        </p:nvSpPr>
        <p:spPr>
          <a:xfrm>
            <a:off x="2819160" y="2145240"/>
            <a:ext cx="154440" cy="15840"/>
          </a:xfrm>
          <a:custGeom>
            <a:avLst/>
            <a:gdLst/>
            <a:ahLst/>
            <a:rect l="0" t="0" r="r" b="b"/>
            <a:pathLst>
              <a:path w="429" h="44">
                <a:moveTo>
                  <a:pt x="0" y="44"/>
                </a:moveTo>
                <a:lnTo>
                  <a:pt x="429" y="0"/>
                </a:lnTo>
                <a:lnTo>
                  <a:pt x="429" y="1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0" name=""/>
          <p:cNvSpPr/>
          <p:nvPr/>
        </p:nvSpPr>
        <p:spPr>
          <a:xfrm>
            <a:off x="2820960" y="2145600"/>
            <a:ext cx="152640" cy="15480"/>
          </a:xfrm>
          <a:custGeom>
            <a:avLst/>
            <a:gdLst/>
            <a:ahLst/>
            <a:rect l="0" t="0" r="r" b="b"/>
            <a:pathLst>
              <a:path w="424" h="43">
                <a:moveTo>
                  <a:pt x="0" y="43"/>
                </a:moveTo>
                <a:lnTo>
                  <a:pt x="424" y="0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1" name=""/>
          <p:cNvSpPr/>
          <p:nvPr/>
        </p:nvSpPr>
        <p:spPr>
          <a:xfrm>
            <a:off x="2822760" y="2145600"/>
            <a:ext cx="150840" cy="15480"/>
          </a:xfrm>
          <a:custGeom>
            <a:avLst/>
            <a:gdLst/>
            <a:ahLst/>
            <a:rect l="0" t="0" r="r" b="b"/>
            <a:pathLst>
              <a:path w="419" h="43">
                <a:moveTo>
                  <a:pt x="0" y="43"/>
                </a:moveTo>
                <a:lnTo>
                  <a:pt x="419" y="0"/>
                </a:lnTo>
                <a:lnTo>
                  <a:pt x="419" y="1"/>
                </a:lnTo>
                <a:lnTo>
                  <a:pt x="4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2" name=""/>
          <p:cNvSpPr/>
          <p:nvPr/>
        </p:nvSpPr>
        <p:spPr>
          <a:xfrm>
            <a:off x="2824200" y="2145960"/>
            <a:ext cx="149400" cy="15120"/>
          </a:xfrm>
          <a:custGeom>
            <a:avLst/>
            <a:gdLst/>
            <a:ahLst/>
            <a:rect l="0" t="0" r="r" b="b"/>
            <a:pathLst>
              <a:path w="415" h="42">
                <a:moveTo>
                  <a:pt x="0" y="42"/>
                </a:moveTo>
                <a:lnTo>
                  <a:pt x="415" y="0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3" name=""/>
          <p:cNvSpPr/>
          <p:nvPr/>
        </p:nvSpPr>
        <p:spPr>
          <a:xfrm>
            <a:off x="2826000" y="2145960"/>
            <a:ext cx="147600" cy="15120"/>
          </a:xfrm>
          <a:custGeom>
            <a:avLst/>
            <a:gdLst/>
            <a:ahLst/>
            <a:rect l="0" t="0" r="r" b="b"/>
            <a:pathLst>
              <a:path w="410" h="42">
                <a:moveTo>
                  <a:pt x="0" y="42"/>
                </a:moveTo>
                <a:lnTo>
                  <a:pt x="410" y="0"/>
                </a:lnTo>
                <a:lnTo>
                  <a:pt x="410" y="1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4" name=""/>
          <p:cNvSpPr/>
          <p:nvPr/>
        </p:nvSpPr>
        <p:spPr>
          <a:xfrm>
            <a:off x="2827800" y="2146320"/>
            <a:ext cx="145800" cy="14760"/>
          </a:xfrm>
          <a:custGeom>
            <a:avLst/>
            <a:gdLst/>
            <a:ahLst/>
            <a:rect l="0" t="0" r="r" b="b"/>
            <a:pathLst>
              <a:path w="405" h="41">
                <a:moveTo>
                  <a:pt x="0" y="41"/>
                </a:moveTo>
                <a:lnTo>
                  <a:pt x="405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5" name=""/>
          <p:cNvSpPr/>
          <p:nvPr/>
        </p:nvSpPr>
        <p:spPr>
          <a:xfrm>
            <a:off x="2829600" y="2146320"/>
            <a:ext cx="144000" cy="14760"/>
          </a:xfrm>
          <a:custGeom>
            <a:avLst/>
            <a:gdLst/>
            <a:ahLst/>
            <a:rect l="0" t="0" r="r" b="b"/>
            <a:pathLst>
              <a:path w="400" h="41">
                <a:moveTo>
                  <a:pt x="0" y="41"/>
                </a:moveTo>
                <a:lnTo>
                  <a:pt x="400" y="0"/>
                </a:lnTo>
                <a:lnTo>
                  <a:pt x="400" y="1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6" name=""/>
          <p:cNvSpPr/>
          <p:nvPr/>
        </p:nvSpPr>
        <p:spPr>
          <a:xfrm>
            <a:off x="2831400" y="2146680"/>
            <a:ext cx="142200" cy="14400"/>
          </a:xfrm>
          <a:custGeom>
            <a:avLst/>
            <a:gdLst/>
            <a:ahLst/>
            <a:rect l="0" t="0" r="r" b="b"/>
            <a:pathLst>
              <a:path w="395" h="40">
                <a:moveTo>
                  <a:pt x="0" y="40"/>
                </a:moveTo>
                <a:lnTo>
                  <a:pt x="395" y="0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7" name=""/>
          <p:cNvSpPr/>
          <p:nvPr/>
        </p:nvSpPr>
        <p:spPr>
          <a:xfrm>
            <a:off x="2833200" y="2146680"/>
            <a:ext cx="140400" cy="14400"/>
          </a:xfrm>
          <a:custGeom>
            <a:avLst/>
            <a:gdLst/>
            <a:ahLst/>
            <a:rect l="0" t="0" r="r" b="b"/>
            <a:pathLst>
              <a:path w="390" h="40">
                <a:moveTo>
                  <a:pt x="0" y="40"/>
                </a:moveTo>
                <a:lnTo>
                  <a:pt x="390" y="0"/>
                </a:lnTo>
                <a:lnTo>
                  <a:pt x="390" y="1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8" name=""/>
          <p:cNvSpPr/>
          <p:nvPr/>
        </p:nvSpPr>
        <p:spPr>
          <a:xfrm>
            <a:off x="2835000" y="2147040"/>
            <a:ext cx="138600" cy="14040"/>
          </a:xfrm>
          <a:custGeom>
            <a:avLst/>
            <a:gdLst/>
            <a:ahLst/>
            <a:rect l="0" t="0" r="r" b="b"/>
            <a:pathLst>
              <a:path w="385" h="39">
                <a:moveTo>
                  <a:pt x="0" y="39"/>
                </a:moveTo>
                <a:lnTo>
                  <a:pt x="385" y="0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39" name=""/>
          <p:cNvSpPr/>
          <p:nvPr/>
        </p:nvSpPr>
        <p:spPr>
          <a:xfrm>
            <a:off x="2836800" y="2147040"/>
            <a:ext cx="136800" cy="14040"/>
          </a:xfrm>
          <a:custGeom>
            <a:avLst/>
            <a:gdLst/>
            <a:ahLst/>
            <a:rect l="0" t="0" r="r" b="b"/>
            <a:pathLst>
              <a:path w="380" h="39">
                <a:moveTo>
                  <a:pt x="0" y="39"/>
                </a:moveTo>
                <a:lnTo>
                  <a:pt x="380" y="0"/>
                </a:lnTo>
                <a:lnTo>
                  <a:pt x="380" y="1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0" name=""/>
          <p:cNvSpPr/>
          <p:nvPr/>
        </p:nvSpPr>
        <p:spPr>
          <a:xfrm>
            <a:off x="2838600" y="2147400"/>
            <a:ext cx="135000" cy="13680"/>
          </a:xfrm>
          <a:custGeom>
            <a:avLst/>
            <a:gdLst/>
            <a:ahLst/>
            <a:rect l="0" t="0" r="r" b="b"/>
            <a:pathLst>
              <a:path w="375" h="38">
                <a:moveTo>
                  <a:pt x="0" y="38"/>
                </a:moveTo>
                <a:lnTo>
                  <a:pt x="375" y="0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1" name=""/>
          <p:cNvSpPr/>
          <p:nvPr/>
        </p:nvSpPr>
        <p:spPr>
          <a:xfrm>
            <a:off x="2840400" y="2147400"/>
            <a:ext cx="133200" cy="13680"/>
          </a:xfrm>
          <a:custGeom>
            <a:avLst/>
            <a:gdLst/>
            <a:ahLst/>
            <a:rect l="0" t="0" r="r" b="b"/>
            <a:pathLst>
              <a:path w="370" h="38">
                <a:moveTo>
                  <a:pt x="0" y="38"/>
                </a:moveTo>
                <a:lnTo>
                  <a:pt x="370" y="0"/>
                </a:lnTo>
                <a:lnTo>
                  <a:pt x="370" y="1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2" name=""/>
          <p:cNvSpPr/>
          <p:nvPr/>
        </p:nvSpPr>
        <p:spPr>
          <a:xfrm>
            <a:off x="2842200" y="2147760"/>
            <a:ext cx="131400" cy="13320"/>
          </a:xfrm>
          <a:custGeom>
            <a:avLst/>
            <a:gdLst/>
            <a:ahLst/>
            <a:rect l="0" t="0" r="r" b="b"/>
            <a:pathLst>
              <a:path w="365" h="37">
                <a:moveTo>
                  <a:pt x="0" y="37"/>
                </a:moveTo>
                <a:lnTo>
                  <a:pt x="365" y="0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3" name=""/>
          <p:cNvSpPr/>
          <p:nvPr/>
        </p:nvSpPr>
        <p:spPr>
          <a:xfrm>
            <a:off x="2844000" y="2147760"/>
            <a:ext cx="129600" cy="13320"/>
          </a:xfrm>
          <a:custGeom>
            <a:avLst/>
            <a:gdLst/>
            <a:ahLst/>
            <a:rect l="0" t="0" r="r" b="b"/>
            <a:pathLst>
              <a:path w="360" h="37">
                <a:moveTo>
                  <a:pt x="0" y="37"/>
                </a:moveTo>
                <a:lnTo>
                  <a:pt x="360" y="0"/>
                </a:lnTo>
                <a:lnTo>
                  <a:pt x="360" y="1"/>
                </a:lnTo>
                <a:lnTo>
                  <a:pt x="4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4" name=""/>
          <p:cNvSpPr/>
          <p:nvPr/>
        </p:nvSpPr>
        <p:spPr>
          <a:xfrm>
            <a:off x="2845440" y="2148120"/>
            <a:ext cx="128160" cy="12960"/>
          </a:xfrm>
          <a:custGeom>
            <a:avLst/>
            <a:gdLst/>
            <a:ahLst/>
            <a:rect l="0" t="0" r="r" b="b"/>
            <a:pathLst>
              <a:path w="356" h="36">
                <a:moveTo>
                  <a:pt x="0" y="36"/>
                </a:moveTo>
                <a:lnTo>
                  <a:pt x="356" y="0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5" name=""/>
          <p:cNvSpPr/>
          <p:nvPr/>
        </p:nvSpPr>
        <p:spPr>
          <a:xfrm>
            <a:off x="2847240" y="2148120"/>
            <a:ext cx="126360" cy="12960"/>
          </a:xfrm>
          <a:custGeom>
            <a:avLst/>
            <a:gdLst/>
            <a:ahLst/>
            <a:rect l="0" t="0" r="r" b="b"/>
            <a:pathLst>
              <a:path w="351" h="36">
                <a:moveTo>
                  <a:pt x="0" y="36"/>
                </a:moveTo>
                <a:lnTo>
                  <a:pt x="351" y="0"/>
                </a:lnTo>
                <a:lnTo>
                  <a:pt x="351" y="2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6" name=""/>
          <p:cNvSpPr/>
          <p:nvPr/>
        </p:nvSpPr>
        <p:spPr>
          <a:xfrm>
            <a:off x="2849040" y="2148480"/>
            <a:ext cx="124560" cy="12600"/>
          </a:xfrm>
          <a:custGeom>
            <a:avLst/>
            <a:gdLst/>
            <a:ahLst/>
            <a:rect l="0" t="0" r="r" b="b"/>
            <a:pathLst>
              <a:path w="346" h="35">
                <a:moveTo>
                  <a:pt x="0" y="35"/>
                </a:moveTo>
                <a:lnTo>
                  <a:pt x="346" y="0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7" name=""/>
          <p:cNvSpPr/>
          <p:nvPr/>
        </p:nvSpPr>
        <p:spPr>
          <a:xfrm>
            <a:off x="2850840" y="2148480"/>
            <a:ext cx="122760" cy="12600"/>
          </a:xfrm>
          <a:custGeom>
            <a:avLst/>
            <a:gdLst/>
            <a:ahLst/>
            <a:rect l="0" t="0" r="r" b="b"/>
            <a:pathLst>
              <a:path w="341" h="35">
                <a:moveTo>
                  <a:pt x="0" y="35"/>
                </a:moveTo>
                <a:lnTo>
                  <a:pt x="341" y="0"/>
                </a:lnTo>
                <a:lnTo>
                  <a:pt x="341" y="1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8" name=""/>
          <p:cNvSpPr/>
          <p:nvPr/>
        </p:nvSpPr>
        <p:spPr>
          <a:xfrm>
            <a:off x="2852640" y="2148840"/>
            <a:ext cx="120960" cy="12240"/>
          </a:xfrm>
          <a:custGeom>
            <a:avLst/>
            <a:gdLst/>
            <a:ahLst/>
            <a:rect l="0" t="0" r="r" b="b"/>
            <a:pathLst>
              <a:path w="336" h="34">
                <a:moveTo>
                  <a:pt x="0" y="34"/>
                </a:moveTo>
                <a:lnTo>
                  <a:pt x="336" y="0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49" name=""/>
          <p:cNvSpPr/>
          <p:nvPr/>
        </p:nvSpPr>
        <p:spPr>
          <a:xfrm>
            <a:off x="2854440" y="2148840"/>
            <a:ext cx="119160" cy="12240"/>
          </a:xfrm>
          <a:custGeom>
            <a:avLst/>
            <a:gdLst/>
            <a:ahLst/>
            <a:rect l="0" t="0" r="r" b="b"/>
            <a:pathLst>
              <a:path w="331" h="34">
                <a:moveTo>
                  <a:pt x="0" y="34"/>
                </a:moveTo>
                <a:lnTo>
                  <a:pt x="331" y="0"/>
                </a:lnTo>
                <a:lnTo>
                  <a:pt x="331" y="1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0" name=""/>
          <p:cNvSpPr/>
          <p:nvPr/>
        </p:nvSpPr>
        <p:spPr>
          <a:xfrm>
            <a:off x="2856240" y="2149200"/>
            <a:ext cx="117360" cy="11880"/>
          </a:xfrm>
          <a:custGeom>
            <a:avLst/>
            <a:gdLst/>
            <a:ahLst/>
            <a:rect l="0" t="0" r="r" b="b"/>
            <a:pathLst>
              <a:path w="326" h="33">
                <a:moveTo>
                  <a:pt x="0" y="33"/>
                </a:moveTo>
                <a:lnTo>
                  <a:pt x="326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1" name=""/>
          <p:cNvSpPr/>
          <p:nvPr/>
        </p:nvSpPr>
        <p:spPr>
          <a:xfrm>
            <a:off x="2858040" y="2149200"/>
            <a:ext cx="115560" cy="11880"/>
          </a:xfrm>
          <a:custGeom>
            <a:avLst/>
            <a:gdLst/>
            <a:ahLst/>
            <a:rect l="0" t="0" r="r" b="b"/>
            <a:pathLst>
              <a:path w="321" h="33">
                <a:moveTo>
                  <a:pt x="0" y="33"/>
                </a:moveTo>
                <a:lnTo>
                  <a:pt x="321" y="0"/>
                </a:lnTo>
                <a:lnTo>
                  <a:pt x="321" y="1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2" name=""/>
          <p:cNvSpPr/>
          <p:nvPr/>
        </p:nvSpPr>
        <p:spPr>
          <a:xfrm>
            <a:off x="2859840" y="2149560"/>
            <a:ext cx="113760" cy="11520"/>
          </a:xfrm>
          <a:custGeom>
            <a:avLst/>
            <a:gdLst/>
            <a:ahLst/>
            <a:rect l="0" t="0" r="r" b="b"/>
            <a:pathLst>
              <a:path w="316" h="32">
                <a:moveTo>
                  <a:pt x="0" y="32"/>
                </a:moveTo>
                <a:lnTo>
                  <a:pt x="316" y="0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3" name=""/>
          <p:cNvSpPr/>
          <p:nvPr/>
        </p:nvSpPr>
        <p:spPr>
          <a:xfrm>
            <a:off x="2861640" y="2149560"/>
            <a:ext cx="111960" cy="11520"/>
          </a:xfrm>
          <a:custGeom>
            <a:avLst/>
            <a:gdLst/>
            <a:ahLst/>
            <a:rect l="0" t="0" r="r" b="b"/>
            <a:pathLst>
              <a:path w="311" h="32">
                <a:moveTo>
                  <a:pt x="0" y="32"/>
                </a:moveTo>
                <a:lnTo>
                  <a:pt x="311" y="0"/>
                </a:lnTo>
                <a:lnTo>
                  <a:pt x="311" y="1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4" name=""/>
          <p:cNvSpPr/>
          <p:nvPr/>
        </p:nvSpPr>
        <p:spPr>
          <a:xfrm>
            <a:off x="2863440" y="2149920"/>
            <a:ext cx="110160" cy="11160"/>
          </a:xfrm>
          <a:custGeom>
            <a:avLst/>
            <a:gdLst/>
            <a:ahLst/>
            <a:rect l="0" t="0" r="r" b="b"/>
            <a:pathLst>
              <a:path w="306" h="31">
                <a:moveTo>
                  <a:pt x="0" y="31"/>
                </a:moveTo>
                <a:lnTo>
                  <a:pt x="306" y="0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5" name=""/>
          <p:cNvSpPr/>
          <p:nvPr/>
        </p:nvSpPr>
        <p:spPr>
          <a:xfrm>
            <a:off x="2865240" y="2149920"/>
            <a:ext cx="108360" cy="11160"/>
          </a:xfrm>
          <a:custGeom>
            <a:avLst/>
            <a:gdLst/>
            <a:ahLst/>
            <a:rect l="0" t="0" r="r" b="b"/>
            <a:pathLst>
              <a:path w="301" h="31">
                <a:moveTo>
                  <a:pt x="0" y="31"/>
                </a:moveTo>
                <a:lnTo>
                  <a:pt x="301" y="0"/>
                </a:lnTo>
                <a:lnTo>
                  <a:pt x="301" y="1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6" name=""/>
          <p:cNvSpPr/>
          <p:nvPr/>
        </p:nvSpPr>
        <p:spPr>
          <a:xfrm>
            <a:off x="2867040" y="2150280"/>
            <a:ext cx="106560" cy="10800"/>
          </a:xfrm>
          <a:custGeom>
            <a:avLst/>
            <a:gdLst/>
            <a:ahLst/>
            <a:rect l="0" t="0" r="r" b="b"/>
            <a:pathLst>
              <a:path w="296" h="30">
                <a:moveTo>
                  <a:pt x="0" y="30"/>
                </a:moveTo>
                <a:lnTo>
                  <a:pt x="296" y="0"/>
                </a:lnTo>
                <a:lnTo>
                  <a:pt x="4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7" name=""/>
          <p:cNvSpPr/>
          <p:nvPr/>
        </p:nvSpPr>
        <p:spPr>
          <a:xfrm>
            <a:off x="2868480" y="2150280"/>
            <a:ext cx="105120" cy="10800"/>
          </a:xfrm>
          <a:custGeom>
            <a:avLst/>
            <a:gdLst/>
            <a:ahLst/>
            <a:rect l="0" t="0" r="r" b="b"/>
            <a:pathLst>
              <a:path w="292" h="30">
                <a:moveTo>
                  <a:pt x="0" y="30"/>
                </a:moveTo>
                <a:lnTo>
                  <a:pt x="292" y="0"/>
                </a:lnTo>
                <a:lnTo>
                  <a:pt x="292" y="1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8" name=""/>
          <p:cNvSpPr/>
          <p:nvPr/>
        </p:nvSpPr>
        <p:spPr>
          <a:xfrm>
            <a:off x="2870280" y="2150640"/>
            <a:ext cx="103320" cy="10440"/>
          </a:xfrm>
          <a:custGeom>
            <a:avLst/>
            <a:gdLst/>
            <a:ahLst/>
            <a:rect l="0" t="0" r="r" b="b"/>
            <a:pathLst>
              <a:path w="287" h="29">
                <a:moveTo>
                  <a:pt x="0" y="29"/>
                </a:moveTo>
                <a:lnTo>
                  <a:pt x="287" y="0"/>
                </a:lnTo>
                <a:lnTo>
                  <a:pt x="5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59" name=""/>
          <p:cNvSpPr/>
          <p:nvPr/>
        </p:nvSpPr>
        <p:spPr>
          <a:xfrm>
            <a:off x="2872080" y="2150640"/>
            <a:ext cx="101520" cy="10440"/>
          </a:xfrm>
          <a:custGeom>
            <a:avLst/>
            <a:gdLst/>
            <a:ahLst/>
            <a:rect l="0" t="0" r="r" b="b"/>
            <a:pathLst>
              <a:path w="282" h="29">
                <a:moveTo>
                  <a:pt x="0" y="29"/>
                </a:moveTo>
                <a:lnTo>
                  <a:pt x="282" y="0"/>
                </a:lnTo>
                <a:lnTo>
                  <a:pt x="282" y="1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0" name=""/>
          <p:cNvSpPr/>
          <p:nvPr/>
        </p:nvSpPr>
        <p:spPr>
          <a:xfrm>
            <a:off x="2873880" y="2151000"/>
            <a:ext cx="99720" cy="10080"/>
          </a:xfrm>
          <a:custGeom>
            <a:avLst/>
            <a:gdLst/>
            <a:ahLst/>
            <a:rect l="0" t="0" r="r" b="b"/>
            <a:pathLst>
              <a:path w="277" h="28">
                <a:moveTo>
                  <a:pt x="0" y="28"/>
                </a:moveTo>
                <a:lnTo>
                  <a:pt x="277" y="0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1" name=""/>
          <p:cNvSpPr/>
          <p:nvPr/>
        </p:nvSpPr>
        <p:spPr>
          <a:xfrm>
            <a:off x="2875680" y="2151000"/>
            <a:ext cx="97920" cy="10080"/>
          </a:xfrm>
          <a:custGeom>
            <a:avLst/>
            <a:gdLst/>
            <a:ahLst/>
            <a:rect l="0" t="0" r="r" b="b"/>
            <a:pathLst>
              <a:path w="272" h="28">
                <a:moveTo>
                  <a:pt x="0" y="28"/>
                </a:moveTo>
                <a:lnTo>
                  <a:pt x="272" y="0"/>
                </a:lnTo>
                <a:lnTo>
                  <a:pt x="272" y="1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2" name=""/>
          <p:cNvSpPr/>
          <p:nvPr/>
        </p:nvSpPr>
        <p:spPr>
          <a:xfrm>
            <a:off x="2877480" y="2151360"/>
            <a:ext cx="96120" cy="9720"/>
          </a:xfrm>
          <a:custGeom>
            <a:avLst/>
            <a:gdLst/>
            <a:ahLst/>
            <a:rect l="0" t="0" r="r" b="b"/>
            <a:pathLst>
              <a:path w="267" h="27">
                <a:moveTo>
                  <a:pt x="0" y="27"/>
                </a:moveTo>
                <a:lnTo>
                  <a:pt x="267" y="0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3" name=""/>
          <p:cNvSpPr/>
          <p:nvPr/>
        </p:nvSpPr>
        <p:spPr>
          <a:xfrm>
            <a:off x="2879280" y="2151360"/>
            <a:ext cx="94320" cy="9720"/>
          </a:xfrm>
          <a:custGeom>
            <a:avLst/>
            <a:gdLst/>
            <a:ahLst/>
            <a:rect l="0" t="0" r="r" b="b"/>
            <a:pathLst>
              <a:path w="262" h="27">
                <a:moveTo>
                  <a:pt x="0" y="27"/>
                </a:moveTo>
                <a:lnTo>
                  <a:pt x="262" y="0"/>
                </a:lnTo>
                <a:lnTo>
                  <a:pt x="262" y="1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4" name=""/>
          <p:cNvSpPr/>
          <p:nvPr/>
        </p:nvSpPr>
        <p:spPr>
          <a:xfrm>
            <a:off x="2881080" y="2151720"/>
            <a:ext cx="92520" cy="9360"/>
          </a:xfrm>
          <a:custGeom>
            <a:avLst/>
            <a:gdLst/>
            <a:ahLst/>
            <a:rect l="0" t="0" r="r" b="b"/>
            <a:pathLst>
              <a:path w="257" h="26">
                <a:moveTo>
                  <a:pt x="0" y="26"/>
                </a:moveTo>
                <a:lnTo>
                  <a:pt x="257" y="0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5" name=""/>
          <p:cNvSpPr/>
          <p:nvPr/>
        </p:nvSpPr>
        <p:spPr>
          <a:xfrm>
            <a:off x="2882880" y="2151720"/>
            <a:ext cx="90720" cy="9360"/>
          </a:xfrm>
          <a:custGeom>
            <a:avLst/>
            <a:gdLst/>
            <a:ahLst/>
            <a:rect l="0" t="0" r="r" b="b"/>
            <a:pathLst>
              <a:path w="252" h="26">
                <a:moveTo>
                  <a:pt x="0" y="26"/>
                </a:moveTo>
                <a:lnTo>
                  <a:pt x="252" y="0"/>
                </a:lnTo>
                <a:lnTo>
                  <a:pt x="252" y="1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6" name=""/>
          <p:cNvSpPr/>
          <p:nvPr/>
        </p:nvSpPr>
        <p:spPr>
          <a:xfrm>
            <a:off x="2884680" y="2152080"/>
            <a:ext cx="88920" cy="9000"/>
          </a:xfrm>
          <a:custGeom>
            <a:avLst/>
            <a:gdLst/>
            <a:ahLst/>
            <a:rect l="0" t="0" r="r" b="b"/>
            <a:pathLst>
              <a:path w="247" h="25">
                <a:moveTo>
                  <a:pt x="0" y="25"/>
                </a:moveTo>
                <a:lnTo>
                  <a:pt x="247" y="0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7" name=""/>
          <p:cNvSpPr/>
          <p:nvPr/>
        </p:nvSpPr>
        <p:spPr>
          <a:xfrm>
            <a:off x="2886480" y="2152080"/>
            <a:ext cx="87120" cy="9000"/>
          </a:xfrm>
          <a:custGeom>
            <a:avLst/>
            <a:gdLst/>
            <a:ahLst/>
            <a:rect l="0" t="0" r="r" b="b"/>
            <a:pathLst>
              <a:path w="242" h="25">
                <a:moveTo>
                  <a:pt x="0" y="25"/>
                </a:moveTo>
                <a:lnTo>
                  <a:pt x="242" y="0"/>
                </a:lnTo>
                <a:lnTo>
                  <a:pt x="242" y="1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8" name=""/>
          <p:cNvSpPr/>
          <p:nvPr/>
        </p:nvSpPr>
        <p:spPr>
          <a:xfrm>
            <a:off x="2888280" y="2152440"/>
            <a:ext cx="85320" cy="8640"/>
          </a:xfrm>
          <a:custGeom>
            <a:avLst/>
            <a:gdLst/>
            <a:ahLst/>
            <a:rect l="0" t="0" r="r" b="b"/>
            <a:pathLst>
              <a:path w="237" h="24">
                <a:moveTo>
                  <a:pt x="0" y="24"/>
                </a:moveTo>
                <a:lnTo>
                  <a:pt x="237" y="0"/>
                </a:lnTo>
                <a:lnTo>
                  <a:pt x="4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69" name=""/>
          <p:cNvSpPr/>
          <p:nvPr/>
        </p:nvSpPr>
        <p:spPr>
          <a:xfrm>
            <a:off x="2889720" y="2152440"/>
            <a:ext cx="83880" cy="8640"/>
          </a:xfrm>
          <a:custGeom>
            <a:avLst/>
            <a:gdLst/>
            <a:ahLst/>
            <a:rect l="0" t="0" r="r" b="b"/>
            <a:pathLst>
              <a:path w="233" h="24">
                <a:moveTo>
                  <a:pt x="0" y="24"/>
                </a:moveTo>
                <a:lnTo>
                  <a:pt x="233" y="0"/>
                </a:lnTo>
                <a:lnTo>
                  <a:pt x="233" y="1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0" name=""/>
          <p:cNvSpPr/>
          <p:nvPr/>
        </p:nvSpPr>
        <p:spPr>
          <a:xfrm>
            <a:off x="2891520" y="2152800"/>
            <a:ext cx="82080" cy="8280"/>
          </a:xfrm>
          <a:custGeom>
            <a:avLst/>
            <a:gdLst/>
            <a:ahLst/>
            <a:rect l="0" t="0" r="r" b="b"/>
            <a:pathLst>
              <a:path w="228" h="23">
                <a:moveTo>
                  <a:pt x="0" y="23"/>
                </a:moveTo>
                <a:lnTo>
                  <a:pt x="228" y="0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1" name=""/>
          <p:cNvSpPr/>
          <p:nvPr/>
        </p:nvSpPr>
        <p:spPr>
          <a:xfrm>
            <a:off x="2893320" y="2152800"/>
            <a:ext cx="80280" cy="8280"/>
          </a:xfrm>
          <a:custGeom>
            <a:avLst/>
            <a:gdLst/>
            <a:ahLst/>
            <a:rect l="0" t="0" r="r" b="b"/>
            <a:pathLst>
              <a:path w="223" h="23">
                <a:moveTo>
                  <a:pt x="0" y="23"/>
                </a:moveTo>
                <a:lnTo>
                  <a:pt x="223" y="0"/>
                </a:lnTo>
                <a:lnTo>
                  <a:pt x="223" y="1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2" name=""/>
          <p:cNvSpPr/>
          <p:nvPr/>
        </p:nvSpPr>
        <p:spPr>
          <a:xfrm>
            <a:off x="2895120" y="2153160"/>
            <a:ext cx="78480" cy="7920"/>
          </a:xfrm>
          <a:custGeom>
            <a:avLst/>
            <a:gdLst/>
            <a:ahLst/>
            <a:rect l="0" t="0" r="r" b="b"/>
            <a:pathLst>
              <a:path w="218" h="22">
                <a:moveTo>
                  <a:pt x="0" y="22"/>
                </a:moveTo>
                <a:lnTo>
                  <a:pt x="218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3" name=""/>
          <p:cNvSpPr/>
          <p:nvPr/>
        </p:nvSpPr>
        <p:spPr>
          <a:xfrm>
            <a:off x="2896920" y="2153160"/>
            <a:ext cx="76680" cy="7920"/>
          </a:xfrm>
          <a:custGeom>
            <a:avLst/>
            <a:gdLst/>
            <a:ahLst/>
            <a:rect l="0" t="0" r="r" b="b"/>
            <a:pathLst>
              <a:path w="213" h="22">
                <a:moveTo>
                  <a:pt x="0" y="22"/>
                </a:moveTo>
                <a:lnTo>
                  <a:pt x="213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4" name=""/>
          <p:cNvSpPr/>
          <p:nvPr/>
        </p:nvSpPr>
        <p:spPr>
          <a:xfrm>
            <a:off x="2898720" y="2153160"/>
            <a:ext cx="74880" cy="7920"/>
          </a:xfrm>
          <a:custGeom>
            <a:avLst/>
            <a:gdLst/>
            <a:ahLst/>
            <a:rect l="0" t="0" r="r" b="b"/>
            <a:pathLst>
              <a:path w="208" h="22">
                <a:moveTo>
                  <a:pt x="0" y="22"/>
                </a:moveTo>
                <a:lnTo>
                  <a:pt x="208" y="0"/>
                </a:lnTo>
                <a:lnTo>
                  <a:pt x="208" y="1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5" name=""/>
          <p:cNvSpPr/>
          <p:nvPr/>
        </p:nvSpPr>
        <p:spPr>
          <a:xfrm>
            <a:off x="2900520" y="2153520"/>
            <a:ext cx="73080" cy="7560"/>
          </a:xfrm>
          <a:custGeom>
            <a:avLst/>
            <a:gdLst/>
            <a:ahLst/>
            <a:rect l="0" t="0" r="r" b="b"/>
            <a:pathLst>
              <a:path w="203" h="21">
                <a:moveTo>
                  <a:pt x="0" y="21"/>
                </a:moveTo>
                <a:lnTo>
                  <a:pt x="203" y="0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6" name=""/>
          <p:cNvSpPr/>
          <p:nvPr/>
        </p:nvSpPr>
        <p:spPr>
          <a:xfrm>
            <a:off x="2902320" y="2153520"/>
            <a:ext cx="71280" cy="7560"/>
          </a:xfrm>
          <a:custGeom>
            <a:avLst/>
            <a:gdLst/>
            <a:ahLst/>
            <a:rect l="0" t="0" r="r" b="b"/>
            <a:pathLst>
              <a:path w="198" h="21">
                <a:moveTo>
                  <a:pt x="0" y="21"/>
                </a:moveTo>
                <a:lnTo>
                  <a:pt x="198" y="0"/>
                </a:lnTo>
                <a:lnTo>
                  <a:pt x="198" y="1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7" name=""/>
          <p:cNvSpPr/>
          <p:nvPr/>
        </p:nvSpPr>
        <p:spPr>
          <a:xfrm>
            <a:off x="2904120" y="2153880"/>
            <a:ext cx="69480" cy="7200"/>
          </a:xfrm>
          <a:custGeom>
            <a:avLst/>
            <a:gdLst/>
            <a:ahLst/>
            <a:rect l="0" t="0" r="r" b="b"/>
            <a:pathLst>
              <a:path w="193" h="20">
                <a:moveTo>
                  <a:pt x="0" y="20"/>
                </a:moveTo>
                <a:lnTo>
                  <a:pt x="193" y="0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8" name=""/>
          <p:cNvSpPr/>
          <p:nvPr/>
        </p:nvSpPr>
        <p:spPr>
          <a:xfrm>
            <a:off x="2905920" y="2153880"/>
            <a:ext cx="67680" cy="7200"/>
          </a:xfrm>
          <a:custGeom>
            <a:avLst/>
            <a:gdLst/>
            <a:ahLst/>
            <a:rect l="0" t="0" r="r" b="b"/>
            <a:pathLst>
              <a:path w="188" h="20">
                <a:moveTo>
                  <a:pt x="0" y="20"/>
                </a:moveTo>
                <a:lnTo>
                  <a:pt x="188" y="0"/>
                </a:lnTo>
                <a:lnTo>
                  <a:pt x="188" y="1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79" name=""/>
          <p:cNvSpPr/>
          <p:nvPr/>
        </p:nvSpPr>
        <p:spPr>
          <a:xfrm>
            <a:off x="2907720" y="2154240"/>
            <a:ext cx="65880" cy="6840"/>
          </a:xfrm>
          <a:custGeom>
            <a:avLst/>
            <a:gdLst/>
            <a:ahLst/>
            <a:rect l="0" t="0" r="r" b="b"/>
            <a:pathLst>
              <a:path w="183" h="19">
                <a:moveTo>
                  <a:pt x="0" y="19"/>
                </a:moveTo>
                <a:lnTo>
                  <a:pt x="183" y="0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0" name=""/>
          <p:cNvSpPr/>
          <p:nvPr/>
        </p:nvSpPr>
        <p:spPr>
          <a:xfrm>
            <a:off x="2909520" y="2154240"/>
            <a:ext cx="64080" cy="6840"/>
          </a:xfrm>
          <a:custGeom>
            <a:avLst/>
            <a:gdLst/>
            <a:ahLst/>
            <a:rect l="0" t="0" r="r" b="b"/>
            <a:pathLst>
              <a:path w="178" h="19">
                <a:moveTo>
                  <a:pt x="0" y="19"/>
                </a:moveTo>
                <a:lnTo>
                  <a:pt x="178" y="0"/>
                </a:lnTo>
                <a:lnTo>
                  <a:pt x="178" y="1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1" name=""/>
          <p:cNvSpPr/>
          <p:nvPr/>
        </p:nvSpPr>
        <p:spPr>
          <a:xfrm>
            <a:off x="2911320" y="2154600"/>
            <a:ext cx="62280" cy="6480"/>
          </a:xfrm>
          <a:custGeom>
            <a:avLst/>
            <a:gdLst/>
            <a:ahLst/>
            <a:rect l="0" t="0" r="r" b="b"/>
            <a:pathLst>
              <a:path w="173" h="18">
                <a:moveTo>
                  <a:pt x="0" y="18"/>
                </a:moveTo>
                <a:lnTo>
                  <a:pt x="173" y="0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2" name=""/>
          <p:cNvSpPr/>
          <p:nvPr/>
        </p:nvSpPr>
        <p:spPr>
          <a:xfrm>
            <a:off x="2912760" y="2154600"/>
            <a:ext cx="60840" cy="6480"/>
          </a:xfrm>
          <a:custGeom>
            <a:avLst/>
            <a:gdLst/>
            <a:ahLst/>
            <a:rect l="0" t="0" r="r" b="b"/>
            <a:pathLst>
              <a:path w="169" h="18">
                <a:moveTo>
                  <a:pt x="0" y="18"/>
                </a:moveTo>
                <a:lnTo>
                  <a:pt x="169" y="0"/>
                </a:lnTo>
                <a:lnTo>
                  <a:pt x="169" y="1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3" name=""/>
          <p:cNvSpPr/>
          <p:nvPr/>
        </p:nvSpPr>
        <p:spPr>
          <a:xfrm>
            <a:off x="2914560" y="2154960"/>
            <a:ext cx="59040" cy="6120"/>
          </a:xfrm>
          <a:custGeom>
            <a:avLst/>
            <a:gdLst/>
            <a:ahLst/>
            <a:rect l="0" t="0" r="r" b="b"/>
            <a:pathLst>
              <a:path w="164" h="17">
                <a:moveTo>
                  <a:pt x="0" y="17"/>
                </a:moveTo>
                <a:lnTo>
                  <a:pt x="164" y="0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4" name=""/>
          <p:cNvSpPr/>
          <p:nvPr/>
        </p:nvSpPr>
        <p:spPr>
          <a:xfrm>
            <a:off x="2916360" y="2154960"/>
            <a:ext cx="57240" cy="6120"/>
          </a:xfrm>
          <a:custGeom>
            <a:avLst/>
            <a:gdLst/>
            <a:ahLst/>
            <a:rect l="0" t="0" r="r" b="b"/>
            <a:pathLst>
              <a:path w="159" h="17">
                <a:moveTo>
                  <a:pt x="0" y="17"/>
                </a:moveTo>
                <a:lnTo>
                  <a:pt x="159" y="0"/>
                </a:lnTo>
                <a:lnTo>
                  <a:pt x="159" y="1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5" name=""/>
          <p:cNvSpPr/>
          <p:nvPr/>
        </p:nvSpPr>
        <p:spPr>
          <a:xfrm>
            <a:off x="2918160" y="2155320"/>
            <a:ext cx="55440" cy="5760"/>
          </a:xfrm>
          <a:custGeom>
            <a:avLst/>
            <a:gdLst/>
            <a:ahLst/>
            <a:rect l="0" t="0" r="r" b="b"/>
            <a:pathLst>
              <a:path w="154" h="16">
                <a:moveTo>
                  <a:pt x="0" y="16"/>
                </a:moveTo>
                <a:lnTo>
                  <a:pt x="154" y="0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6" name=""/>
          <p:cNvSpPr/>
          <p:nvPr/>
        </p:nvSpPr>
        <p:spPr>
          <a:xfrm>
            <a:off x="2919960" y="2155320"/>
            <a:ext cx="53640" cy="5760"/>
          </a:xfrm>
          <a:custGeom>
            <a:avLst/>
            <a:gdLst/>
            <a:ahLst/>
            <a:rect l="0" t="0" r="r" b="b"/>
            <a:pathLst>
              <a:path w="149" h="16">
                <a:moveTo>
                  <a:pt x="0" y="16"/>
                </a:moveTo>
                <a:lnTo>
                  <a:pt x="149" y="0"/>
                </a:lnTo>
                <a:lnTo>
                  <a:pt x="149" y="1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7" name=""/>
          <p:cNvSpPr/>
          <p:nvPr/>
        </p:nvSpPr>
        <p:spPr>
          <a:xfrm>
            <a:off x="2921760" y="2155680"/>
            <a:ext cx="51840" cy="5400"/>
          </a:xfrm>
          <a:custGeom>
            <a:avLst/>
            <a:gdLst/>
            <a:ahLst/>
            <a:rect l="0" t="0" r="r" b="b"/>
            <a:pathLst>
              <a:path w="144" h="15">
                <a:moveTo>
                  <a:pt x="0" y="15"/>
                </a:moveTo>
                <a:lnTo>
                  <a:pt x="144" y="0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8" name=""/>
          <p:cNvSpPr/>
          <p:nvPr/>
        </p:nvSpPr>
        <p:spPr>
          <a:xfrm>
            <a:off x="2923560" y="2155680"/>
            <a:ext cx="50040" cy="5400"/>
          </a:xfrm>
          <a:custGeom>
            <a:avLst/>
            <a:gdLst/>
            <a:ahLst/>
            <a:rect l="0" t="0" r="r" b="b"/>
            <a:pathLst>
              <a:path w="139" h="15">
                <a:moveTo>
                  <a:pt x="0" y="15"/>
                </a:moveTo>
                <a:lnTo>
                  <a:pt x="139" y="0"/>
                </a:lnTo>
                <a:lnTo>
                  <a:pt x="139" y="1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89" name=""/>
          <p:cNvSpPr/>
          <p:nvPr/>
        </p:nvSpPr>
        <p:spPr>
          <a:xfrm>
            <a:off x="2925360" y="2156040"/>
            <a:ext cx="48240" cy="5040"/>
          </a:xfrm>
          <a:custGeom>
            <a:avLst/>
            <a:gdLst/>
            <a:ahLst/>
            <a:rect l="0" t="0" r="r" b="b"/>
            <a:pathLst>
              <a:path w="134" h="14">
                <a:moveTo>
                  <a:pt x="0" y="14"/>
                </a:moveTo>
                <a:lnTo>
                  <a:pt x="134" y="0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90" name=""/>
          <p:cNvSpPr/>
          <p:nvPr/>
        </p:nvSpPr>
        <p:spPr>
          <a:xfrm>
            <a:off x="2927160" y="2156040"/>
            <a:ext cx="46440" cy="5040"/>
          </a:xfrm>
          <a:custGeom>
            <a:avLst/>
            <a:gdLst/>
            <a:ahLst/>
            <a:rect l="0" t="0" r="r" b="b"/>
            <a:pathLst>
              <a:path w="129" h="14">
                <a:moveTo>
                  <a:pt x="0" y="14"/>
                </a:moveTo>
                <a:lnTo>
                  <a:pt x="129" y="0"/>
                </a:lnTo>
                <a:lnTo>
                  <a:pt x="129" y="1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91" name=""/>
          <p:cNvSpPr/>
          <p:nvPr/>
        </p:nvSpPr>
        <p:spPr>
          <a:xfrm>
            <a:off x="2928960" y="2156400"/>
            <a:ext cx="44640" cy="4680"/>
          </a:xfrm>
          <a:custGeom>
            <a:avLst/>
            <a:gdLst/>
            <a:ahLst/>
            <a:rect l="0" t="0" r="r" b="b"/>
            <a:pathLst>
              <a:path w="124" h="13">
                <a:moveTo>
                  <a:pt x="0" y="13"/>
                </a:moveTo>
                <a:lnTo>
                  <a:pt x="124" y="0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392" name=""/>
          <p:cNvSpPr/>
          <p:nvPr/>
        </p:nvSpPr>
        <p:spPr>
          <a:xfrm>
            <a:off x="2930760" y="215640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3"/>
                </a:moveTo>
                <a:lnTo>
                  <a:pt x="119" y="0"/>
                </a:lnTo>
                <a:lnTo>
                  <a:pt x="119" y="1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393" name=""/>
          <p:cNvSpPr/>
          <p:nvPr/>
        </p:nvSpPr>
        <p:spPr>
          <a:xfrm>
            <a:off x="2932560" y="2156760"/>
            <a:ext cx="41040" cy="4320"/>
          </a:xfrm>
          <a:custGeom>
            <a:avLst/>
            <a:gdLst/>
            <a:ahLst/>
            <a:rect l="0" t="0" r="r" b="b"/>
            <a:pathLst>
              <a:path w="114" h="12">
                <a:moveTo>
                  <a:pt x="0" y="12"/>
                </a:moveTo>
                <a:lnTo>
                  <a:pt x="114" y="0"/>
                </a:lnTo>
                <a:lnTo>
                  <a:pt x="4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394" name=""/>
          <p:cNvSpPr/>
          <p:nvPr/>
        </p:nvSpPr>
        <p:spPr>
          <a:xfrm>
            <a:off x="2934000" y="2156760"/>
            <a:ext cx="39600" cy="4320"/>
          </a:xfrm>
          <a:custGeom>
            <a:avLst/>
            <a:gdLst/>
            <a:ahLst/>
            <a:rect l="0" t="0" r="r" b="b"/>
            <a:pathLst>
              <a:path w="110" h="12">
                <a:moveTo>
                  <a:pt x="0" y="12"/>
                </a:moveTo>
                <a:lnTo>
                  <a:pt x="110" y="0"/>
                </a:lnTo>
                <a:lnTo>
                  <a:pt x="110" y="1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395" name=""/>
          <p:cNvSpPr/>
          <p:nvPr/>
        </p:nvSpPr>
        <p:spPr>
          <a:xfrm>
            <a:off x="2935800" y="2157120"/>
            <a:ext cx="37800" cy="3960"/>
          </a:xfrm>
          <a:custGeom>
            <a:avLst/>
            <a:gdLst/>
            <a:ahLst/>
            <a:rect l="0" t="0" r="r" b="b"/>
            <a:pathLst>
              <a:path w="105" h="11">
                <a:moveTo>
                  <a:pt x="0" y="11"/>
                </a:moveTo>
                <a:lnTo>
                  <a:pt x="105" y="0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396" name=""/>
          <p:cNvSpPr/>
          <p:nvPr/>
        </p:nvSpPr>
        <p:spPr>
          <a:xfrm>
            <a:off x="2937600" y="2157120"/>
            <a:ext cx="36000" cy="3960"/>
          </a:xfrm>
          <a:custGeom>
            <a:avLst/>
            <a:gdLst/>
            <a:ahLst/>
            <a:rect l="0" t="0" r="r" b="b"/>
            <a:pathLst>
              <a:path w="100" h="11">
                <a:moveTo>
                  <a:pt x="0" y="11"/>
                </a:moveTo>
                <a:lnTo>
                  <a:pt x="100" y="0"/>
                </a:lnTo>
                <a:lnTo>
                  <a:pt x="100" y="1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397" name=""/>
          <p:cNvSpPr/>
          <p:nvPr/>
        </p:nvSpPr>
        <p:spPr>
          <a:xfrm>
            <a:off x="2939400" y="2157480"/>
            <a:ext cx="34200" cy="3600"/>
          </a:xfrm>
          <a:custGeom>
            <a:avLst/>
            <a:gdLst/>
            <a:ahLst/>
            <a:rect l="0" t="0" r="r" b="b"/>
            <a:pathLst>
              <a:path w="95" h="10">
                <a:moveTo>
                  <a:pt x="0" y="10"/>
                </a:moveTo>
                <a:lnTo>
                  <a:pt x="95" y="0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398" name=""/>
          <p:cNvSpPr/>
          <p:nvPr/>
        </p:nvSpPr>
        <p:spPr>
          <a:xfrm>
            <a:off x="2941200" y="2157480"/>
            <a:ext cx="32400" cy="3600"/>
          </a:xfrm>
          <a:custGeom>
            <a:avLst/>
            <a:gdLst/>
            <a:ahLst/>
            <a:rect l="0" t="0" r="r" b="b"/>
            <a:pathLst>
              <a:path w="90" h="10">
                <a:moveTo>
                  <a:pt x="0" y="10"/>
                </a:moveTo>
                <a:lnTo>
                  <a:pt x="90" y="0"/>
                </a:lnTo>
                <a:lnTo>
                  <a:pt x="90" y="1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399" name=""/>
          <p:cNvSpPr/>
          <p:nvPr/>
        </p:nvSpPr>
        <p:spPr>
          <a:xfrm>
            <a:off x="2943000" y="2157840"/>
            <a:ext cx="30960" cy="3240"/>
          </a:xfrm>
          <a:custGeom>
            <a:avLst/>
            <a:gdLst/>
            <a:ahLst/>
            <a:rect l="0" t="0" r="r" b="b"/>
            <a:pathLst>
              <a:path w="86" h="9">
                <a:moveTo>
                  <a:pt x="0" y="9"/>
                </a:moveTo>
                <a:lnTo>
                  <a:pt x="86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0" name=""/>
          <p:cNvSpPr/>
          <p:nvPr/>
        </p:nvSpPr>
        <p:spPr>
          <a:xfrm>
            <a:off x="2944800" y="2157840"/>
            <a:ext cx="28800" cy="3240"/>
          </a:xfrm>
          <a:custGeom>
            <a:avLst/>
            <a:gdLst/>
            <a:ahLst/>
            <a:rect l="0" t="0" r="r" b="b"/>
            <a:pathLst>
              <a:path w="80" h="9">
                <a:moveTo>
                  <a:pt x="0" y="9"/>
                </a:moveTo>
                <a:lnTo>
                  <a:pt x="80" y="0"/>
                </a:lnTo>
                <a:lnTo>
                  <a:pt x="80" y="1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1" name=""/>
          <p:cNvSpPr/>
          <p:nvPr/>
        </p:nvSpPr>
        <p:spPr>
          <a:xfrm>
            <a:off x="2946600" y="2158200"/>
            <a:ext cx="27000" cy="2880"/>
          </a:xfrm>
          <a:custGeom>
            <a:avLst/>
            <a:gdLst/>
            <a:ahLst/>
            <a:rect l="0" t="0" r="r" b="b"/>
            <a:pathLst>
              <a:path w="75" h="8">
                <a:moveTo>
                  <a:pt x="0" y="8"/>
                </a:moveTo>
                <a:lnTo>
                  <a:pt x="75" y="0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2" name=""/>
          <p:cNvSpPr/>
          <p:nvPr/>
        </p:nvSpPr>
        <p:spPr>
          <a:xfrm>
            <a:off x="2948400" y="215820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8"/>
                </a:moveTo>
                <a:lnTo>
                  <a:pt x="70" y="0"/>
                </a:lnTo>
                <a:lnTo>
                  <a:pt x="70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3" name=""/>
          <p:cNvSpPr/>
          <p:nvPr/>
        </p:nvSpPr>
        <p:spPr>
          <a:xfrm>
            <a:off x="2950200" y="2158560"/>
            <a:ext cx="23400" cy="2520"/>
          </a:xfrm>
          <a:custGeom>
            <a:avLst/>
            <a:gdLst/>
            <a:ahLst/>
            <a:rect l="0" t="0" r="r" b="b"/>
            <a:pathLst>
              <a:path w="65" h="7">
                <a:moveTo>
                  <a:pt x="0" y="7"/>
                </a:moveTo>
                <a:lnTo>
                  <a:pt x="65" y="0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4" name=""/>
          <p:cNvSpPr/>
          <p:nvPr/>
        </p:nvSpPr>
        <p:spPr>
          <a:xfrm>
            <a:off x="2952000" y="2158560"/>
            <a:ext cx="21600" cy="2520"/>
          </a:xfrm>
          <a:custGeom>
            <a:avLst/>
            <a:gdLst/>
            <a:ahLst/>
            <a:rect l="0" t="0" r="r" b="b"/>
            <a:pathLst>
              <a:path w="60" h="7">
                <a:moveTo>
                  <a:pt x="0" y="7"/>
                </a:moveTo>
                <a:lnTo>
                  <a:pt x="60" y="0"/>
                </a:lnTo>
                <a:lnTo>
                  <a:pt x="60" y="1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5" name=""/>
          <p:cNvSpPr/>
          <p:nvPr/>
        </p:nvSpPr>
        <p:spPr>
          <a:xfrm>
            <a:off x="2953800" y="2158920"/>
            <a:ext cx="19800" cy="2160"/>
          </a:xfrm>
          <a:custGeom>
            <a:avLst/>
            <a:gdLst/>
            <a:ahLst/>
            <a:rect l="0" t="0" r="r" b="b"/>
            <a:pathLst>
              <a:path w="55" h="6">
                <a:moveTo>
                  <a:pt x="0" y="6"/>
                </a:moveTo>
                <a:lnTo>
                  <a:pt x="55" y="0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6" name=""/>
          <p:cNvSpPr/>
          <p:nvPr/>
        </p:nvSpPr>
        <p:spPr>
          <a:xfrm>
            <a:off x="2955600" y="2158920"/>
            <a:ext cx="18000" cy="2520"/>
          </a:xfrm>
          <a:custGeom>
            <a:avLst/>
            <a:gdLst/>
            <a:ahLst/>
            <a:rect l="0" t="0" r="r" b="b"/>
            <a:pathLst>
              <a:path w="50" h="7">
                <a:moveTo>
                  <a:pt x="0" y="7"/>
                </a:moveTo>
                <a:lnTo>
                  <a:pt x="50" y="0"/>
                </a:lnTo>
                <a:lnTo>
                  <a:pt x="50" y="2"/>
                </a:lnTo>
                <a:lnTo>
                  <a:pt x="4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7" name=""/>
          <p:cNvSpPr/>
          <p:nvPr/>
        </p:nvSpPr>
        <p:spPr>
          <a:xfrm>
            <a:off x="2957040" y="2159280"/>
            <a:ext cx="16560" cy="1800"/>
          </a:xfrm>
          <a:custGeom>
            <a:avLst/>
            <a:gdLst/>
            <a:ahLst/>
            <a:rect l="0" t="0" r="r" b="b"/>
            <a:pathLst>
              <a:path w="46" h="5">
                <a:moveTo>
                  <a:pt x="0" y="5"/>
                </a:moveTo>
                <a:lnTo>
                  <a:pt x="46" y="0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8" name=""/>
          <p:cNvSpPr/>
          <p:nvPr/>
        </p:nvSpPr>
        <p:spPr>
          <a:xfrm>
            <a:off x="2958840" y="2159280"/>
            <a:ext cx="14760" cy="2160"/>
          </a:xfrm>
          <a:custGeom>
            <a:avLst/>
            <a:gdLst/>
            <a:ahLst/>
            <a:rect l="0" t="0" r="r" b="b"/>
            <a:pathLst>
              <a:path w="41" h="6">
                <a:moveTo>
                  <a:pt x="0" y="6"/>
                </a:moveTo>
                <a:lnTo>
                  <a:pt x="41" y="0"/>
                </a:lnTo>
                <a:lnTo>
                  <a:pt x="41" y="2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09" name=""/>
          <p:cNvSpPr/>
          <p:nvPr/>
        </p:nvSpPr>
        <p:spPr>
          <a:xfrm>
            <a:off x="2960640" y="2159640"/>
            <a:ext cx="12960" cy="1440"/>
          </a:xfrm>
          <a:custGeom>
            <a:avLst/>
            <a:gdLst/>
            <a:ahLst/>
            <a:rect l="0" t="0" r="r" b="b"/>
            <a:pathLst>
              <a:path w="36" h="4">
                <a:moveTo>
                  <a:pt x="0" y="4"/>
                </a:moveTo>
                <a:lnTo>
                  <a:pt x="36" y="0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10" name=""/>
          <p:cNvSpPr/>
          <p:nvPr/>
        </p:nvSpPr>
        <p:spPr>
          <a:xfrm>
            <a:off x="2962440" y="2159640"/>
            <a:ext cx="11160" cy="1440"/>
          </a:xfrm>
          <a:custGeom>
            <a:avLst/>
            <a:gdLst/>
            <a:ahLst/>
            <a:rect l="0" t="0" r="r" b="b"/>
            <a:pathLst>
              <a:path w="31" h="4">
                <a:moveTo>
                  <a:pt x="0" y="4"/>
                </a:moveTo>
                <a:lnTo>
                  <a:pt x="31" y="0"/>
                </a:lnTo>
                <a:lnTo>
                  <a:pt x="31" y="1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11" name=""/>
          <p:cNvSpPr/>
          <p:nvPr/>
        </p:nvSpPr>
        <p:spPr>
          <a:xfrm>
            <a:off x="2964240" y="2160000"/>
            <a:ext cx="9360" cy="1080"/>
          </a:xfrm>
          <a:custGeom>
            <a:avLst/>
            <a:gdLst/>
            <a:ahLst/>
            <a:rect l="0" t="0" r="r" b="b"/>
            <a:pathLst>
              <a:path w="26" h="3">
                <a:moveTo>
                  <a:pt x="0" y="3"/>
                </a:moveTo>
                <a:lnTo>
                  <a:pt x="26" y="0"/>
                </a:lnTo>
                <a:lnTo>
                  <a:pt x="5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12" name=""/>
          <p:cNvSpPr/>
          <p:nvPr/>
        </p:nvSpPr>
        <p:spPr>
          <a:xfrm>
            <a:off x="2966040" y="216000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13" name=""/>
          <p:cNvSpPr/>
          <p:nvPr/>
        </p:nvSpPr>
        <p:spPr>
          <a:xfrm>
            <a:off x="2967840" y="2160360"/>
            <a:ext cx="5760" cy="720"/>
          </a:xfrm>
          <a:custGeom>
            <a:avLst/>
            <a:gdLst/>
            <a:ahLst/>
            <a:rect l="0" t="0" r="r" b="b"/>
            <a:pathLst>
              <a:path w="16" h="2">
                <a:moveTo>
                  <a:pt x="0" y="2"/>
                </a:moveTo>
                <a:lnTo>
                  <a:pt x="16" y="0"/>
                </a:lnTo>
                <a:lnTo>
                  <a:pt x="5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14" name=""/>
          <p:cNvSpPr/>
          <p:nvPr/>
        </p:nvSpPr>
        <p:spPr>
          <a:xfrm>
            <a:off x="2969640" y="216036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5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15" name=""/>
          <p:cNvSpPr/>
          <p:nvPr/>
        </p:nvSpPr>
        <p:spPr>
          <a:xfrm>
            <a:off x="2971440" y="2160720"/>
            <a:ext cx="1800" cy="0"/>
          </a:xfrm>
          <a:custGeom>
            <a:avLst/>
            <a:gdLst/>
            <a:ahLst/>
            <a:rect l="0" t="0" r="r" b="b"/>
            <a:pathLst>
              <a:path w="5" h="0">
                <a:moveTo>
                  <a:pt x="0" y="0"/>
                </a:moveTo>
                <a:lnTo>
                  <a:pt x="5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416" name=""/>
          <p:cNvSpPr/>
          <p:nvPr/>
        </p:nvSpPr>
        <p:spPr>
          <a:xfrm>
            <a:off x="2746080" y="2138040"/>
            <a:ext cx="227520" cy="23040"/>
          </a:xfrm>
          <a:custGeom>
            <a:avLst/>
            <a:gdLst/>
            <a:ahLst/>
            <a:rect l="0" t="0" r="r" b="b"/>
            <a:pathLst>
              <a:path w="632" h="64">
                <a:moveTo>
                  <a:pt x="0" y="64"/>
                </a:moveTo>
                <a:lnTo>
                  <a:pt x="632" y="64"/>
                </a:lnTo>
                <a:lnTo>
                  <a:pt x="632" y="0"/>
                </a:lnTo>
                <a:lnTo>
                  <a:pt x="0" y="0"/>
                </a:lnTo>
                <a:lnTo>
                  <a:pt x="0" y="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17" name=""/>
          <p:cNvSpPr/>
          <p:nvPr/>
        </p:nvSpPr>
        <p:spPr>
          <a:xfrm>
            <a:off x="2774880" y="2160720"/>
            <a:ext cx="5760" cy="1440"/>
          </a:xfrm>
          <a:custGeom>
            <a:avLst/>
            <a:gdLst/>
            <a:ahLst/>
            <a:rect l="0" t="0" r="r" b="b"/>
            <a:pathLst>
              <a:path w="16" h="4">
                <a:moveTo>
                  <a:pt x="0" y="0"/>
                </a:moveTo>
                <a:lnTo>
                  <a:pt x="1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18" name=""/>
          <p:cNvSpPr/>
          <p:nvPr/>
        </p:nvSpPr>
        <p:spPr>
          <a:xfrm>
            <a:off x="2774880" y="2160720"/>
            <a:ext cx="8640" cy="1800"/>
          </a:xfrm>
          <a:custGeom>
            <a:avLst/>
            <a:gdLst/>
            <a:ahLst/>
            <a:rect l="0" t="0" r="r" b="b"/>
            <a:pathLst>
              <a:path w="24" h="5">
                <a:moveTo>
                  <a:pt x="0" y="3"/>
                </a:moveTo>
                <a:lnTo>
                  <a:pt x="16" y="0"/>
                </a:lnTo>
                <a:lnTo>
                  <a:pt x="24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19" name=""/>
          <p:cNvSpPr/>
          <p:nvPr/>
        </p:nvSpPr>
        <p:spPr>
          <a:xfrm>
            <a:off x="2774880" y="2160720"/>
            <a:ext cx="11160" cy="1800"/>
          </a:xfrm>
          <a:custGeom>
            <a:avLst/>
            <a:gdLst/>
            <a:ahLst/>
            <a:rect l="0" t="0" r="r" b="b"/>
            <a:pathLst>
              <a:path w="31" h="5">
                <a:moveTo>
                  <a:pt x="0" y="4"/>
                </a:moveTo>
                <a:lnTo>
                  <a:pt x="24" y="0"/>
                </a:lnTo>
                <a:lnTo>
                  <a:pt x="31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0" name=""/>
          <p:cNvSpPr/>
          <p:nvPr/>
        </p:nvSpPr>
        <p:spPr>
          <a:xfrm>
            <a:off x="2774880" y="2160720"/>
            <a:ext cx="13680" cy="2160"/>
          </a:xfrm>
          <a:custGeom>
            <a:avLst/>
            <a:gdLst/>
            <a:ahLst/>
            <a:rect l="0" t="0" r="r" b="b"/>
            <a:pathLst>
              <a:path w="38" h="6">
                <a:moveTo>
                  <a:pt x="0" y="5"/>
                </a:moveTo>
                <a:lnTo>
                  <a:pt x="31" y="0"/>
                </a:lnTo>
                <a:lnTo>
                  <a:pt x="38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1" name=""/>
          <p:cNvSpPr/>
          <p:nvPr/>
        </p:nvSpPr>
        <p:spPr>
          <a:xfrm>
            <a:off x="2774880" y="2160720"/>
            <a:ext cx="16560" cy="2880"/>
          </a:xfrm>
          <a:custGeom>
            <a:avLst/>
            <a:gdLst/>
            <a:ahLst/>
            <a:rect l="0" t="0" r="r" b="b"/>
            <a:pathLst>
              <a:path w="46" h="8">
                <a:moveTo>
                  <a:pt x="0" y="6"/>
                </a:moveTo>
                <a:lnTo>
                  <a:pt x="38" y="0"/>
                </a:lnTo>
                <a:lnTo>
                  <a:pt x="46" y="0"/>
                </a:lnTo>
                <a:lnTo>
                  <a:pt x="0" y="8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2" name=""/>
          <p:cNvSpPr/>
          <p:nvPr/>
        </p:nvSpPr>
        <p:spPr>
          <a:xfrm>
            <a:off x="2774880" y="2160720"/>
            <a:ext cx="19080" cy="3240"/>
          </a:xfrm>
          <a:custGeom>
            <a:avLst/>
            <a:gdLst/>
            <a:ahLst/>
            <a:rect l="0" t="0" r="r" b="b"/>
            <a:pathLst>
              <a:path w="53" h="9">
                <a:moveTo>
                  <a:pt x="0" y="7"/>
                </a:moveTo>
                <a:lnTo>
                  <a:pt x="46" y="0"/>
                </a:lnTo>
                <a:lnTo>
                  <a:pt x="53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3" name=""/>
          <p:cNvSpPr/>
          <p:nvPr/>
        </p:nvSpPr>
        <p:spPr>
          <a:xfrm>
            <a:off x="2774880" y="2160720"/>
            <a:ext cx="21960" cy="3600"/>
          </a:xfrm>
          <a:custGeom>
            <a:avLst/>
            <a:gdLst/>
            <a:ahLst/>
            <a:rect l="0" t="0" r="r" b="b"/>
            <a:pathLst>
              <a:path w="61" h="10">
                <a:moveTo>
                  <a:pt x="0" y="8"/>
                </a:moveTo>
                <a:lnTo>
                  <a:pt x="53" y="0"/>
                </a:lnTo>
                <a:lnTo>
                  <a:pt x="61" y="0"/>
                </a:lnTo>
                <a:lnTo>
                  <a:pt x="0" y="10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4" name=""/>
          <p:cNvSpPr/>
          <p:nvPr/>
        </p:nvSpPr>
        <p:spPr>
          <a:xfrm>
            <a:off x="2774880" y="2160720"/>
            <a:ext cx="27000" cy="3960"/>
          </a:xfrm>
          <a:custGeom>
            <a:avLst/>
            <a:gdLst/>
            <a:ahLst/>
            <a:rect l="0" t="0" r="r" b="b"/>
            <a:pathLst>
              <a:path w="75" h="11">
                <a:moveTo>
                  <a:pt x="0" y="9"/>
                </a:moveTo>
                <a:lnTo>
                  <a:pt x="60" y="0"/>
                </a:lnTo>
                <a:lnTo>
                  <a:pt x="75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5" name=""/>
          <p:cNvSpPr/>
          <p:nvPr/>
        </p:nvSpPr>
        <p:spPr>
          <a:xfrm>
            <a:off x="2774880" y="2160720"/>
            <a:ext cx="28440" cy="4320"/>
          </a:xfrm>
          <a:custGeom>
            <a:avLst/>
            <a:gdLst/>
            <a:ahLst/>
            <a:rect l="0" t="0" r="r" b="b"/>
            <a:pathLst>
              <a:path w="79" h="12">
                <a:moveTo>
                  <a:pt x="0" y="11"/>
                </a:moveTo>
                <a:lnTo>
                  <a:pt x="75" y="0"/>
                </a:lnTo>
                <a:lnTo>
                  <a:pt x="79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6" name=""/>
          <p:cNvSpPr/>
          <p:nvPr/>
        </p:nvSpPr>
        <p:spPr>
          <a:xfrm>
            <a:off x="2774880" y="2160720"/>
            <a:ext cx="29880" cy="4320"/>
          </a:xfrm>
          <a:custGeom>
            <a:avLst/>
            <a:gdLst/>
            <a:ahLst/>
            <a:rect l="0" t="0" r="r" b="b"/>
            <a:pathLst>
              <a:path w="83" h="12">
                <a:moveTo>
                  <a:pt x="0" y="12"/>
                </a:moveTo>
                <a:lnTo>
                  <a:pt x="79" y="0"/>
                </a:lnTo>
                <a:lnTo>
                  <a:pt x="83" y="0"/>
                </a:lnTo>
                <a:lnTo>
                  <a:pt x="0" y="12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7" name=""/>
          <p:cNvSpPr/>
          <p:nvPr/>
        </p:nvSpPr>
        <p:spPr>
          <a:xfrm>
            <a:off x="2774880" y="2160720"/>
            <a:ext cx="32400" cy="4680"/>
          </a:xfrm>
          <a:custGeom>
            <a:avLst/>
            <a:gdLst/>
            <a:ahLst/>
            <a:rect l="0" t="0" r="r" b="b"/>
            <a:pathLst>
              <a:path w="90" h="13">
                <a:moveTo>
                  <a:pt x="0" y="12"/>
                </a:moveTo>
                <a:lnTo>
                  <a:pt x="83" y="0"/>
                </a:lnTo>
                <a:lnTo>
                  <a:pt x="90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8" name=""/>
          <p:cNvSpPr/>
          <p:nvPr/>
        </p:nvSpPr>
        <p:spPr>
          <a:xfrm>
            <a:off x="2774880" y="2160720"/>
            <a:ext cx="35280" cy="5040"/>
          </a:xfrm>
          <a:custGeom>
            <a:avLst/>
            <a:gdLst/>
            <a:ahLst/>
            <a:rect l="0" t="0" r="r" b="b"/>
            <a:pathLst>
              <a:path w="98" h="14">
                <a:moveTo>
                  <a:pt x="0" y="13"/>
                </a:moveTo>
                <a:lnTo>
                  <a:pt x="90" y="0"/>
                </a:lnTo>
                <a:lnTo>
                  <a:pt x="98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29" name=""/>
          <p:cNvSpPr/>
          <p:nvPr/>
        </p:nvSpPr>
        <p:spPr>
          <a:xfrm>
            <a:off x="2774880" y="2160720"/>
            <a:ext cx="36360" cy="5400"/>
          </a:xfrm>
          <a:custGeom>
            <a:avLst/>
            <a:gdLst/>
            <a:ahLst/>
            <a:rect l="0" t="0" r="r" b="b"/>
            <a:pathLst>
              <a:path w="101" h="15">
                <a:moveTo>
                  <a:pt x="0" y="14"/>
                </a:moveTo>
                <a:lnTo>
                  <a:pt x="98" y="0"/>
                </a:lnTo>
                <a:lnTo>
                  <a:pt x="101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0" name=""/>
          <p:cNvSpPr/>
          <p:nvPr/>
        </p:nvSpPr>
        <p:spPr>
          <a:xfrm>
            <a:off x="2774880" y="2160720"/>
            <a:ext cx="37800" cy="5400"/>
          </a:xfrm>
          <a:custGeom>
            <a:avLst/>
            <a:gdLst/>
            <a:ahLst/>
            <a:rect l="0" t="0" r="r" b="b"/>
            <a:pathLst>
              <a:path w="105" h="15">
                <a:moveTo>
                  <a:pt x="0" y="15"/>
                </a:moveTo>
                <a:lnTo>
                  <a:pt x="101" y="0"/>
                </a:lnTo>
                <a:lnTo>
                  <a:pt x="105" y="0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1" name=""/>
          <p:cNvSpPr/>
          <p:nvPr/>
        </p:nvSpPr>
        <p:spPr>
          <a:xfrm>
            <a:off x="2774880" y="2160720"/>
            <a:ext cx="40320" cy="5760"/>
          </a:xfrm>
          <a:custGeom>
            <a:avLst/>
            <a:gdLst/>
            <a:ahLst/>
            <a:rect l="0" t="0" r="r" b="b"/>
            <a:pathLst>
              <a:path w="112" h="16">
                <a:moveTo>
                  <a:pt x="0" y="15"/>
                </a:moveTo>
                <a:lnTo>
                  <a:pt x="105" y="0"/>
                </a:lnTo>
                <a:lnTo>
                  <a:pt x="112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2" name=""/>
          <p:cNvSpPr/>
          <p:nvPr/>
        </p:nvSpPr>
        <p:spPr>
          <a:xfrm>
            <a:off x="2774880" y="2160720"/>
            <a:ext cx="41760" cy="6120"/>
          </a:xfrm>
          <a:custGeom>
            <a:avLst/>
            <a:gdLst/>
            <a:ahLst/>
            <a:rect l="0" t="0" r="r" b="b"/>
            <a:pathLst>
              <a:path w="116" h="17">
                <a:moveTo>
                  <a:pt x="0" y="16"/>
                </a:moveTo>
                <a:lnTo>
                  <a:pt x="112" y="0"/>
                </a:lnTo>
                <a:lnTo>
                  <a:pt x="116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3" name=""/>
          <p:cNvSpPr/>
          <p:nvPr/>
        </p:nvSpPr>
        <p:spPr>
          <a:xfrm>
            <a:off x="2774880" y="2160720"/>
            <a:ext cx="43200" cy="6120"/>
          </a:xfrm>
          <a:custGeom>
            <a:avLst/>
            <a:gdLst/>
            <a:ahLst/>
            <a:rect l="0" t="0" r="r" b="b"/>
            <a:pathLst>
              <a:path w="120" h="17">
                <a:moveTo>
                  <a:pt x="0" y="17"/>
                </a:moveTo>
                <a:lnTo>
                  <a:pt x="116" y="0"/>
                </a:lnTo>
                <a:lnTo>
                  <a:pt x="120" y="0"/>
                </a:lnTo>
                <a:lnTo>
                  <a:pt x="0" y="17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4" name=""/>
          <p:cNvSpPr/>
          <p:nvPr/>
        </p:nvSpPr>
        <p:spPr>
          <a:xfrm>
            <a:off x="2774880" y="2160720"/>
            <a:ext cx="45720" cy="6480"/>
          </a:xfrm>
          <a:custGeom>
            <a:avLst/>
            <a:gdLst/>
            <a:ahLst/>
            <a:rect l="0" t="0" r="r" b="b"/>
            <a:pathLst>
              <a:path w="127" h="18">
                <a:moveTo>
                  <a:pt x="0" y="17"/>
                </a:moveTo>
                <a:lnTo>
                  <a:pt x="120" y="0"/>
                </a:lnTo>
                <a:lnTo>
                  <a:pt x="127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5" name=""/>
          <p:cNvSpPr/>
          <p:nvPr/>
        </p:nvSpPr>
        <p:spPr>
          <a:xfrm>
            <a:off x="2774880" y="2160720"/>
            <a:ext cx="48600" cy="6840"/>
          </a:xfrm>
          <a:custGeom>
            <a:avLst/>
            <a:gdLst/>
            <a:ahLst/>
            <a:rect l="0" t="0" r="r" b="b"/>
            <a:pathLst>
              <a:path w="135" h="19">
                <a:moveTo>
                  <a:pt x="0" y="18"/>
                </a:moveTo>
                <a:lnTo>
                  <a:pt x="127" y="0"/>
                </a:lnTo>
                <a:lnTo>
                  <a:pt x="135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6" name=""/>
          <p:cNvSpPr/>
          <p:nvPr/>
        </p:nvSpPr>
        <p:spPr>
          <a:xfrm>
            <a:off x="2774880" y="2160720"/>
            <a:ext cx="51120" cy="7560"/>
          </a:xfrm>
          <a:custGeom>
            <a:avLst/>
            <a:gdLst/>
            <a:ahLst/>
            <a:rect l="0" t="0" r="r" b="b"/>
            <a:pathLst>
              <a:path w="142" h="21">
                <a:moveTo>
                  <a:pt x="0" y="19"/>
                </a:moveTo>
                <a:lnTo>
                  <a:pt x="135" y="0"/>
                </a:lnTo>
                <a:lnTo>
                  <a:pt x="142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7" name=""/>
          <p:cNvSpPr/>
          <p:nvPr/>
        </p:nvSpPr>
        <p:spPr>
          <a:xfrm>
            <a:off x="2774880" y="2160720"/>
            <a:ext cx="53640" cy="7560"/>
          </a:xfrm>
          <a:custGeom>
            <a:avLst/>
            <a:gdLst/>
            <a:ahLst/>
            <a:rect l="0" t="0" r="r" b="b"/>
            <a:pathLst>
              <a:path w="149" h="21">
                <a:moveTo>
                  <a:pt x="0" y="20"/>
                </a:moveTo>
                <a:lnTo>
                  <a:pt x="142" y="0"/>
                </a:lnTo>
                <a:lnTo>
                  <a:pt x="149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8" name=""/>
          <p:cNvSpPr/>
          <p:nvPr/>
        </p:nvSpPr>
        <p:spPr>
          <a:xfrm>
            <a:off x="2774880" y="2160720"/>
            <a:ext cx="56520" cy="7920"/>
          </a:xfrm>
          <a:custGeom>
            <a:avLst/>
            <a:gdLst/>
            <a:ahLst/>
            <a:rect l="0" t="0" r="r" b="b"/>
            <a:pathLst>
              <a:path w="157" h="22">
                <a:moveTo>
                  <a:pt x="0" y="21"/>
                </a:moveTo>
                <a:lnTo>
                  <a:pt x="149" y="0"/>
                </a:lnTo>
                <a:lnTo>
                  <a:pt x="157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39" name=""/>
          <p:cNvSpPr/>
          <p:nvPr/>
        </p:nvSpPr>
        <p:spPr>
          <a:xfrm>
            <a:off x="2774880" y="2160720"/>
            <a:ext cx="57600" cy="8280"/>
          </a:xfrm>
          <a:custGeom>
            <a:avLst/>
            <a:gdLst/>
            <a:ahLst/>
            <a:rect l="0" t="0" r="r" b="b"/>
            <a:pathLst>
              <a:path w="160" h="23">
                <a:moveTo>
                  <a:pt x="0" y="22"/>
                </a:moveTo>
                <a:lnTo>
                  <a:pt x="157" y="0"/>
                </a:lnTo>
                <a:lnTo>
                  <a:pt x="160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0" name=""/>
          <p:cNvSpPr/>
          <p:nvPr/>
        </p:nvSpPr>
        <p:spPr>
          <a:xfrm>
            <a:off x="2774880" y="2160720"/>
            <a:ext cx="59040" cy="8280"/>
          </a:xfrm>
          <a:custGeom>
            <a:avLst/>
            <a:gdLst/>
            <a:ahLst/>
            <a:rect l="0" t="0" r="r" b="b"/>
            <a:pathLst>
              <a:path w="164" h="23">
                <a:moveTo>
                  <a:pt x="0" y="23"/>
                </a:moveTo>
                <a:lnTo>
                  <a:pt x="160" y="0"/>
                </a:lnTo>
                <a:lnTo>
                  <a:pt x="164" y="0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1" name=""/>
          <p:cNvSpPr/>
          <p:nvPr/>
        </p:nvSpPr>
        <p:spPr>
          <a:xfrm>
            <a:off x="2774880" y="2160720"/>
            <a:ext cx="61920" cy="8640"/>
          </a:xfrm>
          <a:custGeom>
            <a:avLst/>
            <a:gdLst/>
            <a:ahLst/>
            <a:rect l="0" t="0" r="r" b="b"/>
            <a:pathLst>
              <a:path w="172" h="24">
                <a:moveTo>
                  <a:pt x="0" y="23"/>
                </a:moveTo>
                <a:lnTo>
                  <a:pt x="164" y="0"/>
                </a:lnTo>
                <a:lnTo>
                  <a:pt x="172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2" name=""/>
          <p:cNvSpPr/>
          <p:nvPr/>
        </p:nvSpPr>
        <p:spPr>
          <a:xfrm>
            <a:off x="2774880" y="2160720"/>
            <a:ext cx="63000" cy="9000"/>
          </a:xfrm>
          <a:custGeom>
            <a:avLst/>
            <a:gdLst/>
            <a:ahLst/>
            <a:rect l="0" t="0" r="r" b="b"/>
            <a:pathLst>
              <a:path w="175" h="25">
                <a:moveTo>
                  <a:pt x="0" y="24"/>
                </a:moveTo>
                <a:lnTo>
                  <a:pt x="172" y="0"/>
                </a:lnTo>
                <a:lnTo>
                  <a:pt x="175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3" name=""/>
          <p:cNvSpPr/>
          <p:nvPr/>
        </p:nvSpPr>
        <p:spPr>
          <a:xfrm>
            <a:off x="2774880" y="2160720"/>
            <a:ext cx="64440" cy="9000"/>
          </a:xfrm>
          <a:custGeom>
            <a:avLst/>
            <a:gdLst/>
            <a:ahLst/>
            <a:rect l="0" t="0" r="r" b="b"/>
            <a:pathLst>
              <a:path w="179" h="25">
                <a:moveTo>
                  <a:pt x="0" y="25"/>
                </a:moveTo>
                <a:lnTo>
                  <a:pt x="175" y="0"/>
                </a:lnTo>
                <a:lnTo>
                  <a:pt x="179" y="0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4" name=""/>
          <p:cNvSpPr/>
          <p:nvPr/>
        </p:nvSpPr>
        <p:spPr>
          <a:xfrm>
            <a:off x="2774880" y="2160720"/>
            <a:ext cx="66960" cy="9360"/>
          </a:xfrm>
          <a:custGeom>
            <a:avLst/>
            <a:gdLst/>
            <a:ahLst/>
            <a:rect l="0" t="0" r="r" b="b"/>
            <a:pathLst>
              <a:path w="186" h="26">
                <a:moveTo>
                  <a:pt x="0" y="25"/>
                </a:moveTo>
                <a:lnTo>
                  <a:pt x="179" y="0"/>
                </a:lnTo>
                <a:lnTo>
                  <a:pt x="186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5" name=""/>
          <p:cNvSpPr/>
          <p:nvPr/>
        </p:nvSpPr>
        <p:spPr>
          <a:xfrm>
            <a:off x="2774880" y="2160720"/>
            <a:ext cx="69840" cy="9720"/>
          </a:xfrm>
          <a:custGeom>
            <a:avLst/>
            <a:gdLst/>
            <a:ahLst/>
            <a:rect l="0" t="0" r="r" b="b"/>
            <a:pathLst>
              <a:path w="194" h="27">
                <a:moveTo>
                  <a:pt x="0" y="26"/>
                </a:moveTo>
                <a:lnTo>
                  <a:pt x="186" y="0"/>
                </a:lnTo>
                <a:lnTo>
                  <a:pt x="194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6" name=""/>
          <p:cNvSpPr/>
          <p:nvPr/>
        </p:nvSpPr>
        <p:spPr>
          <a:xfrm>
            <a:off x="2774880" y="2160720"/>
            <a:ext cx="70920" cy="10080"/>
          </a:xfrm>
          <a:custGeom>
            <a:avLst/>
            <a:gdLst/>
            <a:ahLst/>
            <a:rect l="0" t="0" r="r" b="b"/>
            <a:pathLst>
              <a:path w="197" h="28">
                <a:moveTo>
                  <a:pt x="0" y="27"/>
                </a:moveTo>
                <a:lnTo>
                  <a:pt x="194" y="0"/>
                </a:lnTo>
                <a:lnTo>
                  <a:pt x="197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7" name=""/>
          <p:cNvSpPr/>
          <p:nvPr/>
        </p:nvSpPr>
        <p:spPr>
          <a:xfrm>
            <a:off x="2774880" y="2160720"/>
            <a:ext cx="72360" cy="10080"/>
          </a:xfrm>
          <a:custGeom>
            <a:avLst/>
            <a:gdLst/>
            <a:ahLst/>
            <a:rect l="0" t="0" r="r" b="b"/>
            <a:pathLst>
              <a:path w="201" h="28">
                <a:moveTo>
                  <a:pt x="0" y="28"/>
                </a:moveTo>
                <a:lnTo>
                  <a:pt x="197" y="0"/>
                </a:lnTo>
                <a:lnTo>
                  <a:pt x="201" y="0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8" name=""/>
          <p:cNvSpPr/>
          <p:nvPr/>
        </p:nvSpPr>
        <p:spPr>
          <a:xfrm>
            <a:off x="2774880" y="2160720"/>
            <a:ext cx="74880" cy="10440"/>
          </a:xfrm>
          <a:custGeom>
            <a:avLst/>
            <a:gdLst/>
            <a:ahLst/>
            <a:rect l="0" t="0" r="r" b="b"/>
            <a:pathLst>
              <a:path w="208" h="29">
                <a:moveTo>
                  <a:pt x="0" y="28"/>
                </a:moveTo>
                <a:lnTo>
                  <a:pt x="201" y="0"/>
                </a:lnTo>
                <a:lnTo>
                  <a:pt x="208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49" name=""/>
          <p:cNvSpPr/>
          <p:nvPr/>
        </p:nvSpPr>
        <p:spPr>
          <a:xfrm>
            <a:off x="2774880" y="2160720"/>
            <a:ext cx="76320" cy="10800"/>
          </a:xfrm>
          <a:custGeom>
            <a:avLst/>
            <a:gdLst/>
            <a:ahLst/>
            <a:rect l="0" t="0" r="r" b="b"/>
            <a:pathLst>
              <a:path w="212" h="30">
                <a:moveTo>
                  <a:pt x="0" y="29"/>
                </a:moveTo>
                <a:lnTo>
                  <a:pt x="208" y="0"/>
                </a:lnTo>
                <a:lnTo>
                  <a:pt x="212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0" name=""/>
          <p:cNvSpPr/>
          <p:nvPr/>
        </p:nvSpPr>
        <p:spPr>
          <a:xfrm>
            <a:off x="2774880" y="2160720"/>
            <a:ext cx="77760" cy="10800"/>
          </a:xfrm>
          <a:custGeom>
            <a:avLst/>
            <a:gdLst/>
            <a:ahLst/>
            <a:rect l="0" t="0" r="r" b="b"/>
            <a:pathLst>
              <a:path w="216" h="30">
                <a:moveTo>
                  <a:pt x="0" y="30"/>
                </a:moveTo>
                <a:lnTo>
                  <a:pt x="212" y="0"/>
                </a:lnTo>
                <a:lnTo>
                  <a:pt x="216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1" name=""/>
          <p:cNvSpPr/>
          <p:nvPr/>
        </p:nvSpPr>
        <p:spPr>
          <a:xfrm>
            <a:off x="2774880" y="2160720"/>
            <a:ext cx="79200" cy="11160"/>
          </a:xfrm>
          <a:custGeom>
            <a:avLst/>
            <a:gdLst/>
            <a:ahLst/>
            <a:rect l="0" t="0" r="r" b="b"/>
            <a:pathLst>
              <a:path w="220" h="31">
                <a:moveTo>
                  <a:pt x="0" y="30"/>
                </a:moveTo>
                <a:lnTo>
                  <a:pt x="216" y="0"/>
                </a:lnTo>
                <a:lnTo>
                  <a:pt x="220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2" name=""/>
          <p:cNvSpPr/>
          <p:nvPr/>
        </p:nvSpPr>
        <p:spPr>
          <a:xfrm>
            <a:off x="2774880" y="2160720"/>
            <a:ext cx="80280" cy="11160"/>
          </a:xfrm>
          <a:custGeom>
            <a:avLst/>
            <a:gdLst/>
            <a:ahLst/>
            <a:rect l="0" t="0" r="r" b="b"/>
            <a:pathLst>
              <a:path w="223" h="31">
                <a:moveTo>
                  <a:pt x="0" y="31"/>
                </a:moveTo>
                <a:lnTo>
                  <a:pt x="220" y="0"/>
                </a:lnTo>
                <a:lnTo>
                  <a:pt x="223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3" name=""/>
          <p:cNvSpPr/>
          <p:nvPr/>
        </p:nvSpPr>
        <p:spPr>
          <a:xfrm>
            <a:off x="2774880" y="2160720"/>
            <a:ext cx="81720" cy="11520"/>
          </a:xfrm>
          <a:custGeom>
            <a:avLst/>
            <a:gdLst/>
            <a:ahLst/>
            <a:rect l="0" t="0" r="r" b="b"/>
            <a:pathLst>
              <a:path w="227" h="32">
                <a:moveTo>
                  <a:pt x="0" y="31"/>
                </a:moveTo>
                <a:lnTo>
                  <a:pt x="223" y="0"/>
                </a:lnTo>
                <a:lnTo>
                  <a:pt x="227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4" name=""/>
          <p:cNvSpPr/>
          <p:nvPr/>
        </p:nvSpPr>
        <p:spPr>
          <a:xfrm>
            <a:off x="2774880" y="2160720"/>
            <a:ext cx="83160" cy="11520"/>
          </a:xfrm>
          <a:custGeom>
            <a:avLst/>
            <a:gdLst/>
            <a:ahLst/>
            <a:rect l="0" t="0" r="r" b="b"/>
            <a:pathLst>
              <a:path w="231" h="32">
                <a:moveTo>
                  <a:pt x="0" y="32"/>
                </a:moveTo>
                <a:lnTo>
                  <a:pt x="227" y="0"/>
                </a:lnTo>
                <a:lnTo>
                  <a:pt x="231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5" name=""/>
          <p:cNvSpPr/>
          <p:nvPr/>
        </p:nvSpPr>
        <p:spPr>
          <a:xfrm>
            <a:off x="2774880" y="2160720"/>
            <a:ext cx="84240" cy="11880"/>
          </a:xfrm>
          <a:custGeom>
            <a:avLst/>
            <a:gdLst/>
            <a:ahLst/>
            <a:rect l="0" t="0" r="r" b="b"/>
            <a:pathLst>
              <a:path w="234" h="33">
                <a:moveTo>
                  <a:pt x="0" y="32"/>
                </a:moveTo>
                <a:lnTo>
                  <a:pt x="231" y="0"/>
                </a:lnTo>
                <a:lnTo>
                  <a:pt x="234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6" name=""/>
          <p:cNvSpPr/>
          <p:nvPr/>
        </p:nvSpPr>
        <p:spPr>
          <a:xfrm>
            <a:off x="2774880" y="2160720"/>
            <a:ext cx="85680" cy="11880"/>
          </a:xfrm>
          <a:custGeom>
            <a:avLst/>
            <a:gdLst/>
            <a:ahLst/>
            <a:rect l="0" t="0" r="r" b="b"/>
            <a:pathLst>
              <a:path w="238" h="33">
                <a:moveTo>
                  <a:pt x="0" y="33"/>
                </a:moveTo>
                <a:lnTo>
                  <a:pt x="234" y="0"/>
                </a:lnTo>
                <a:lnTo>
                  <a:pt x="238" y="0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7" name=""/>
          <p:cNvSpPr/>
          <p:nvPr/>
        </p:nvSpPr>
        <p:spPr>
          <a:xfrm>
            <a:off x="2774880" y="2160720"/>
            <a:ext cx="88200" cy="12240"/>
          </a:xfrm>
          <a:custGeom>
            <a:avLst/>
            <a:gdLst/>
            <a:ahLst/>
            <a:rect l="0" t="0" r="r" b="b"/>
            <a:pathLst>
              <a:path w="245" h="34">
                <a:moveTo>
                  <a:pt x="0" y="33"/>
                </a:moveTo>
                <a:lnTo>
                  <a:pt x="238" y="0"/>
                </a:lnTo>
                <a:lnTo>
                  <a:pt x="245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8" name=""/>
          <p:cNvSpPr/>
          <p:nvPr/>
        </p:nvSpPr>
        <p:spPr>
          <a:xfrm>
            <a:off x="2774880" y="2160720"/>
            <a:ext cx="89640" cy="12600"/>
          </a:xfrm>
          <a:custGeom>
            <a:avLst/>
            <a:gdLst/>
            <a:ahLst/>
            <a:rect l="0" t="0" r="r" b="b"/>
            <a:pathLst>
              <a:path w="249" h="35">
                <a:moveTo>
                  <a:pt x="0" y="34"/>
                </a:moveTo>
                <a:lnTo>
                  <a:pt x="245" y="0"/>
                </a:lnTo>
                <a:lnTo>
                  <a:pt x="249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59" name=""/>
          <p:cNvSpPr/>
          <p:nvPr/>
        </p:nvSpPr>
        <p:spPr>
          <a:xfrm>
            <a:off x="2774880" y="2160720"/>
            <a:ext cx="91080" cy="12600"/>
          </a:xfrm>
          <a:custGeom>
            <a:avLst/>
            <a:gdLst/>
            <a:ahLst/>
            <a:rect l="0" t="0" r="r" b="b"/>
            <a:pathLst>
              <a:path w="253" h="35">
                <a:moveTo>
                  <a:pt x="0" y="35"/>
                </a:moveTo>
                <a:lnTo>
                  <a:pt x="249" y="0"/>
                </a:lnTo>
                <a:lnTo>
                  <a:pt x="253" y="0"/>
                </a:lnTo>
                <a:lnTo>
                  <a:pt x="0" y="35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0" name=""/>
          <p:cNvSpPr/>
          <p:nvPr/>
        </p:nvSpPr>
        <p:spPr>
          <a:xfrm>
            <a:off x="2774880" y="2160720"/>
            <a:ext cx="92520" cy="12960"/>
          </a:xfrm>
          <a:custGeom>
            <a:avLst/>
            <a:gdLst/>
            <a:ahLst/>
            <a:rect l="0" t="0" r="r" b="b"/>
            <a:pathLst>
              <a:path w="257" h="36">
                <a:moveTo>
                  <a:pt x="0" y="35"/>
                </a:moveTo>
                <a:lnTo>
                  <a:pt x="253" y="0"/>
                </a:lnTo>
                <a:lnTo>
                  <a:pt x="257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1" name=""/>
          <p:cNvSpPr/>
          <p:nvPr/>
        </p:nvSpPr>
        <p:spPr>
          <a:xfrm>
            <a:off x="2774880" y="2160720"/>
            <a:ext cx="93600" cy="12960"/>
          </a:xfrm>
          <a:custGeom>
            <a:avLst/>
            <a:gdLst/>
            <a:ahLst/>
            <a:rect l="0" t="0" r="r" b="b"/>
            <a:pathLst>
              <a:path w="260" h="36">
                <a:moveTo>
                  <a:pt x="0" y="36"/>
                </a:moveTo>
                <a:lnTo>
                  <a:pt x="257" y="0"/>
                </a:lnTo>
                <a:lnTo>
                  <a:pt x="260" y="0"/>
                </a:lnTo>
                <a:lnTo>
                  <a:pt x="0" y="36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2" name=""/>
          <p:cNvSpPr/>
          <p:nvPr/>
        </p:nvSpPr>
        <p:spPr>
          <a:xfrm>
            <a:off x="2774880" y="2160720"/>
            <a:ext cx="95040" cy="13680"/>
          </a:xfrm>
          <a:custGeom>
            <a:avLst/>
            <a:gdLst/>
            <a:ahLst/>
            <a:rect l="0" t="0" r="r" b="b"/>
            <a:pathLst>
              <a:path w="264" h="38">
                <a:moveTo>
                  <a:pt x="0" y="36"/>
                </a:moveTo>
                <a:lnTo>
                  <a:pt x="260" y="0"/>
                </a:lnTo>
                <a:lnTo>
                  <a:pt x="264" y="0"/>
                </a:lnTo>
                <a:lnTo>
                  <a:pt x="0" y="38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3" name=""/>
          <p:cNvSpPr/>
          <p:nvPr/>
        </p:nvSpPr>
        <p:spPr>
          <a:xfrm>
            <a:off x="2774880" y="2160720"/>
            <a:ext cx="96480" cy="13680"/>
          </a:xfrm>
          <a:custGeom>
            <a:avLst/>
            <a:gdLst/>
            <a:ahLst/>
            <a:rect l="0" t="0" r="r" b="b"/>
            <a:pathLst>
              <a:path w="268" h="38">
                <a:moveTo>
                  <a:pt x="0" y="38"/>
                </a:moveTo>
                <a:lnTo>
                  <a:pt x="264" y="0"/>
                </a:lnTo>
                <a:lnTo>
                  <a:pt x="268" y="0"/>
                </a:lnTo>
                <a:lnTo>
                  <a:pt x="0" y="38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4" name=""/>
          <p:cNvSpPr/>
          <p:nvPr/>
        </p:nvSpPr>
        <p:spPr>
          <a:xfrm>
            <a:off x="2774880" y="2160720"/>
            <a:ext cx="97560" cy="13680"/>
          </a:xfrm>
          <a:custGeom>
            <a:avLst/>
            <a:gdLst/>
            <a:ahLst/>
            <a:rect l="0" t="0" r="r" b="b"/>
            <a:pathLst>
              <a:path w="271" h="38">
                <a:moveTo>
                  <a:pt x="0" y="37"/>
                </a:moveTo>
                <a:lnTo>
                  <a:pt x="268" y="0"/>
                </a:lnTo>
                <a:lnTo>
                  <a:pt x="271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5" name=""/>
          <p:cNvSpPr/>
          <p:nvPr/>
        </p:nvSpPr>
        <p:spPr>
          <a:xfrm>
            <a:off x="2774880" y="2160720"/>
            <a:ext cx="99000" cy="13680"/>
          </a:xfrm>
          <a:custGeom>
            <a:avLst/>
            <a:gdLst/>
            <a:ahLst/>
            <a:rect l="0" t="0" r="r" b="b"/>
            <a:pathLst>
              <a:path w="275" h="38">
                <a:moveTo>
                  <a:pt x="0" y="38"/>
                </a:moveTo>
                <a:lnTo>
                  <a:pt x="271" y="0"/>
                </a:lnTo>
                <a:lnTo>
                  <a:pt x="275" y="0"/>
                </a:lnTo>
                <a:lnTo>
                  <a:pt x="0" y="38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6" name=""/>
          <p:cNvSpPr/>
          <p:nvPr/>
        </p:nvSpPr>
        <p:spPr>
          <a:xfrm>
            <a:off x="2774880" y="2160720"/>
            <a:ext cx="100440" cy="14040"/>
          </a:xfrm>
          <a:custGeom>
            <a:avLst/>
            <a:gdLst/>
            <a:ahLst/>
            <a:rect l="0" t="0" r="r" b="b"/>
            <a:pathLst>
              <a:path w="279" h="39">
                <a:moveTo>
                  <a:pt x="0" y="38"/>
                </a:moveTo>
                <a:lnTo>
                  <a:pt x="275" y="0"/>
                </a:lnTo>
                <a:lnTo>
                  <a:pt x="279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7" name=""/>
          <p:cNvSpPr/>
          <p:nvPr/>
        </p:nvSpPr>
        <p:spPr>
          <a:xfrm>
            <a:off x="2774880" y="2160720"/>
            <a:ext cx="101520" cy="14040"/>
          </a:xfrm>
          <a:custGeom>
            <a:avLst/>
            <a:gdLst/>
            <a:ahLst/>
            <a:rect l="0" t="0" r="r" b="b"/>
            <a:pathLst>
              <a:path w="282" h="39">
                <a:moveTo>
                  <a:pt x="0" y="39"/>
                </a:moveTo>
                <a:lnTo>
                  <a:pt x="279" y="0"/>
                </a:lnTo>
                <a:lnTo>
                  <a:pt x="282" y="0"/>
                </a:lnTo>
                <a:lnTo>
                  <a:pt x="0" y="39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8" name=""/>
          <p:cNvSpPr/>
          <p:nvPr/>
        </p:nvSpPr>
        <p:spPr>
          <a:xfrm>
            <a:off x="2774880" y="2160720"/>
            <a:ext cx="102960" cy="14400"/>
          </a:xfrm>
          <a:custGeom>
            <a:avLst/>
            <a:gdLst/>
            <a:ahLst/>
            <a:rect l="0" t="0" r="r" b="b"/>
            <a:pathLst>
              <a:path w="286" h="40">
                <a:moveTo>
                  <a:pt x="0" y="39"/>
                </a:moveTo>
                <a:lnTo>
                  <a:pt x="282" y="0"/>
                </a:lnTo>
                <a:lnTo>
                  <a:pt x="286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69" name=""/>
          <p:cNvSpPr/>
          <p:nvPr/>
        </p:nvSpPr>
        <p:spPr>
          <a:xfrm>
            <a:off x="2774880" y="2160720"/>
            <a:ext cx="104400" cy="14400"/>
          </a:xfrm>
          <a:custGeom>
            <a:avLst/>
            <a:gdLst/>
            <a:ahLst/>
            <a:rect l="0" t="0" r="r" b="b"/>
            <a:pathLst>
              <a:path w="290" h="40">
                <a:moveTo>
                  <a:pt x="0" y="40"/>
                </a:moveTo>
                <a:lnTo>
                  <a:pt x="286" y="0"/>
                </a:lnTo>
                <a:lnTo>
                  <a:pt x="290" y="0"/>
                </a:lnTo>
                <a:lnTo>
                  <a:pt x="0" y="40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0" name=""/>
          <p:cNvSpPr/>
          <p:nvPr/>
        </p:nvSpPr>
        <p:spPr>
          <a:xfrm>
            <a:off x="2774880" y="2160720"/>
            <a:ext cx="105840" cy="14760"/>
          </a:xfrm>
          <a:custGeom>
            <a:avLst/>
            <a:gdLst/>
            <a:ahLst/>
            <a:rect l="0" t="0" r="r" b="b"/>
            <a:pathLst>
              <a:path w="294" h="41">
                <a:moveTo>
                  <a:pt x="0" y="40"/>
                </a:moveTo>
                <a:lnTo>
                  <a:pt x="290" y="0"/>
                </a:lnTo>
                <a:lnTo>
                  <a:pt x="294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1" name=""/>
          <p:cNvSpPr/>
          <p:nvPr/>
        </p:nvSpPr>
        <p:spPr>
          <a:xfrm>
            <a:off x="2774880" y="2160720"/>
            <a:ext cx="106920" cy="14760"/>
          </a:xfrm>
          <a:custGeom>
            <a:avLst/>
            <a:gdLst/>
            <a:ahLst/>
            <a:rect l="0" t="0" r="r" b="b"/>
            <a:pathLst>
              <a:path w="297" h="41">
                <a:moveTo>
                  <a:pt x="0" y="41"/>
                </a:moveTo>
                <a:lnTo>
                  <a:pt x="294" y="0"/>
                </a:lnTo>
                <a:lnTo>
                  <a:pt x="297" y="0"/>
                </a:lnTo>
                <a:lnTo>
                  <a:pt x="0" y="41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2" name=""/>
          <p:cNvSpPr/>
          <p:nvPr/>
        </p:nvSpPr>
        <p:spPr>
          <a:xfrm>
            <a:off x="2774880" y="2160720"/>
            <a:ext cx="108360" cy="15120"/>
          </a:xfrm>
          <a:custGeom>
            <a:avLst/>
            <a:gdLst/>
            <a:ahLst/>
            <a:rect l="0" t="0" r="r" b="b"/>
            <a:pathLst>
              <a:path w="301" h="42">
                <a:moveTo>
                  <a:pt x="0" y="41"/>
                </a:moveTo>
                <a:lnTo>
                  <a:pt x="297" y="0"/>
                </a:lnTo>
                <a:lnTo>
                  <a:pt x="301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3" name=""/>
          <p:cNvSpPr/>
          <p:nvPr/>
        </p:nvSpPr>
        <p:spPr>
          <a:xfrm>
            <a:off x="2774880" y="2160720"/>
            <a:ext cx="109800" cy="15120"/>
          </a:xfrm>
          <a:custGeom>
            <a:avLst/>
            <a:gdLst/>
            <a:ahLst/>
            <a:rect l="0" t="0" r="r" b="b"/>
            <a:pathLst>
              <a:path w="305" h="42">
                <a:moveTo>
                  <a:pt x="0" y="42"/>
                </a:moveTo>
                <a:lnTo>
                  <a:pt x="301" y="0"/>
                </a:lnTo>
                <a:lnTo>
                  <a:pt x="305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4" name=""/>
          <p:cNvSpPr/>
          <p:nvPr/>
        </p:nvSpPr>
        <p:spPr>
          <a:xfrm>
            <a:off x="2774880" y="2160720"/>
            <a:ext cx="110880" cy="15480"/>
          </a:xfrm>
          <a:custGeom>
            <a:avLst/>
            <a:gdLst/>
            <a:ahLst/>
            <a:rect l="0" t="0" r="r" b="b"/>
            <a:pathLst>
              <a:path w="308" h="43">
                <a:moveTo>
                  <a:pt x="0" y="42"/>
                </a:moveTo>
                <a:lnTo>
                  <a:pt x="305" y="0"/>
                </a:lnTo>
                <a:lnTo>
                  <a:pt x="308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5" name=""/>
          <p:cNvSpPr/>
          <p:nvPr/>
        </p:nvSpPr>
        <p:spPr>
          <a:xfrm>
            <a:off x="2774880" y="2160720"/>
            <a:ext cx="112320" cy="15480"/>
          </a:xfrm>
          <a:custGeom>
            <a:avLst/>
            <a:gdLst/>
            <a:ahLst/>
            <a:rect l="0" t="0" r="r" b="b"/>
            <a:pathLst>
              <a:path w="312" h="43">
                <a:moveTo>
                  <a:pt x="0" y="43"/>
                </a:moveTo>
                <a:lnTo>
                  <a:pt x="308" y="0"/>
                </a:lnTo>
                <a:lnTo>
                  <a:pt x="312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6" name=""/>
          <p:cNvSpPr/>
          <p:nvPr/>
        </p:nvSpPr>
        <p:spPr>
          <a:xfrm>
            <a:off x="2774880" y="2160720"/>
            <a:ext cx="113760" cy="15840"/>
          </a:xfrm>
          <a:custGeom>
            <a:avLst/>
            <a:gdLst/>
            <a:ahLst/>
            <a:rect l="0" t="0" r="r" b="b"/>
            <a:pathLst>
              <a:path w="316" h="44">
                <a:moveTo>
                  <a:pt x="0" y="43"/>
                </a:moveTo>
                <a:lnTo>
                  <a:pt x="312" y="0"/>
                </a:lnTo>
                <a:lnTo>
                  <a:pt x="316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7" name=""/>
          <p:cNvSpPr/>
          <p:nvPr/>
        </p:nvSpPr>
        <p:spPr>
          <a:xfrm>
            <a:off x="2774880" y="2160720"/>
            <a:ext cx="114840" cy="15840"/>
          </a:xfrm>
          <a:custGeom>
            <a:avLst/>
            <a:gdLst/>
            <a:ahLst/>
            <a:rect l="0" t="0" r="r" b="b"/>
            <a:pathLst>
              <a:path w="319" h="44">
                <a:moveTo>
                  <a:pt x="0" y="44"/>
                </a:moveTo>
                <a:lnTo>
                  <a:pt x="316" y="0"/>
                </a:lnTo>
                <a:lnTo>
                  <a:pt x="319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8" name=""/>
          <p:cNvSpPr/>
          <p:nvPr/>
        </p:nvSpPr>
        <p:spPr>
          <a:xfrm>
            <a:off x="2774880" y="2160720"/>
            <a:ext cx="116280" cy="16200"/>
          </a:xfrm>
          <a:custGeom>
            <a:avLst/>
            <a:gdLst/>
            <a:ahLst/>
            <a:rect l="0" t="0" r="r" b="b"/>
            <a:pathLst>
              <a:path w="323" h="45">
                <a:moveTo>
                  <a:pt x="0" y="44"/>
                </a:moveTo>
                <a:lnTo>
                  <a:pt x="319" y="0"/>
                </a:lnTo>
                <a:lnTo>
                  <a:pt x="323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79" name=""/>
          <p:cNvSpPr/>
          <p:nvPr/>
        </p:nvSpPr>
        <p:spPr>
          <a:xfrm>
            <a:off x="2774880" y="2160720"/>
            <a:ext cx="117720" cy="16200"/>
          </a:xfrm>
          <a:custGeom>
            <a:avLst/>
            <a:gdLst/>
            <a:ahLst/>
            <a:rect l="0" t="0" r="r" b="b"/>
            <a:pathLst>
              <a:path w="327" h="45">
                <a:moveTo>
                  <a:pt x="0" y="45"/>
                </a:moveTo>
                <a:lnTo>
                  <a:pt x="323" y="0"/>
                </a:lnTo>
                <a:lnTo>
                  <a:pt x="327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0" name=""/>
          <p:cNvSpPr/>
          <p:nvPr/>
        </p:nvSpPr>
        <p:spPr>
          <a:xfrm>
            <a:off x="2774880" y="2160720"/>
            <a:ext cx="119160" cy="16560"/>
          </a:xfrm>
          <a:custGeom>
            <a:avLst/>
            <a:gdLst/>
            <a:ahLst/>
            <a:rect l="0" t="0" r="r" b="b"/>
            <a:pathLst>
              <a:path w="331" h="46">
                <a:moveTo>
                  <a:pt x="0" y="45"/>
                </a:moveTo>
                <a:lnTo>
                  <a:pt x="327" y="0"/>
                </a:lnTo>
                <a:lnTo>
                  <a:pt x="331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1" name=""/>
          <p:cNvSpPr/>
          <p:nvPr/>
        </p:nvSpPr>
        <p:spPr>
          <a:xfrm>
            <a:off x="2774880" y="2160720"/>
            <a:ext cx="120240" cy="16560"/>
          </a:xfrm>
          <a:custGeom>
            <a:avLst/>
            <a:gdLst/>
            <a:ahLst/>
            <a:rect l="0" t="0" r="r" b="b"/>
            <a:pathLst>
              <a:path w="334" h="46">
                <a:moveTo>
                  <a:pt x="0" y="46"/>
                </a:moveTo>
                <a:lnTo>
                  <a:pt x="331" y="0"/>
                </a:lnTo>
                <a:lnTo>
                  <a:pt x="334" y="0"/>
                </a:lnTo>
                <a:lnTo>
                  <a:pt x="0" y="46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2" name=""/>
          <p:cNvSpPr/>
          <p:nvPr/>
        </p:nvSpPr>
        <p:spPr>
          <a:xfrm>
            <a:off x="2774880" y="2160720"/>
            <a:ext cx="121680" cy="16920"/>
          </a:xfrm>
          <a:custGeom>
            <a:avLst/>
            <a:gdLst/>
            <a:ahLst/>
            <a:rect l="0" t="0" r="r" b="b"/>
            <a:pathLst>
              <a:path w="338" h="47">
                <a:moveTo>
                  <a:pt x="0" y="46"/>
                </a:moveTo>
                <a:lnTo>
                  <a:pt x="334" y="0"/>
                </a:lnTo>
                <a:lnTo>
                  <a:pt x="338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3" name=""/>
          <p:cNvSpPr/>
          <p:nvPr/>
        </p:nvSpPr>
        <p:spPr>
          <a:xfrm>
            <a:off x="2774880" y="2160720"/>
            <a:ext cx="123120" cy="16920"/>
          </a:xfrm>
          <a:custGeom>
            <a:avLst/>
            <a:gdLst/>
            <a:ahLst/>
            <a:rect l="0" t="0" r="r" b="b"/>
            <a:pathLst>
              <a:path w="342" h="47">
                <a:moveTo>
                  <a:pt x="0" y="47"/>
                </a:moveTo>
                <a:lnTo>
                  <a:pt x="338" y="0"/>
                </a:lnTo>
                <a:lnTo>
                  <a:pt x="342" y="0"/>
                </a:lnTo>
                <a:lnTo>
                  <a:pt x="0" y="47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4" name=""/>
          <p:cNvSpPr/>
          <p:nvPr/>
        </p:nvSpPr>
        <p:spPr>
          <a:xfrm>
            <a:off x="2774880" y="2160720"/>
            <a:ext cx="124200" cy="17640"/>
          </a:xfrm>
          <a:custGeom>
            <a:avLst/>
            <a:gdLst/>
            <a:ahLst/>
            <a:rect l="0" t="0" r="r" b="b"/>
            <a:pathLst>
              <a:path w="345" h="49">
                <a:moveTo>
                  <a:pt x="0" y="47"/>
                </a:moveTo>
                <a:lnTo>
                  <a:pt x="342" y="0"/>
                </a:lnTo>
                <a:lnTo>
                  <a:pt x="345" y="0"/>
                </a:lnTo>
                <a:lnTo>
                  <a:pt x="0" y="49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5" name=""/>
          <p:cNvSpPr/>
          <p:nvPr/>
        </p:nvSpPr>
        <p:spPr>
          <a:xfrm>
            <a:off x="2774880" y="2160720"/>
            <a:ext cx="125640" cy="17640"/>
          </a:xfrm>
          <a:custGeom>
            <a:avLst/>
            <a:gdLst/>
            <a:ahLst/>
            <a:rect l="0" t="0" r="r" b="b"/>
            <a:pathLst>
              <a:path w="349" h="49">
                <a:moveTo>
                  <a:pt x="0" y="49"/>
                </a:moveTo>
                <a:lnTo>
                  <a:pt x="345" y="0"/>
                </a:lnTo>
                <a:lnTo>
                  <a:pt x="349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6" name=""/>
          <p:cNvSpPr/>
          <p:nvPr/>
        </p:nvSpPr>
        <p:spPr>
          <a:xfrm>
            <a:off x="2774880" y="2160720"/>
            <a:ext cx="127080" cy="17640"/>
          </a:xfrm>
          <a:custGeom>
            <a:avLst/>
            <a:gdLst/>
            <a:ahLst/>
            <a:rect l="0" t="0" r="r" b="b"/>
            <a:pathLst>
              <a:path w="353" h="49">
                <a:moveTo>
                  <a:pt x="0" y="48"/>
                </a:moveTo>
                <a:lnTo>
                  <a:pt x="349" y="0"/>
                </a:lnTo>
                <a:lnTo>
                  <a:pt x="353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7" name=""/>
          <p:cNvSpPr/>
          <p:nvPr/>
        </p:nvSpPr>
        <p:spPr>
          <a:xfrm>
            <a:off x="2774880" y="2160720"/>
            <a:ext cx="128160" cy="17640"/>
          </a:xfrm>
          <a:custGeom>
            <a:avLst/>
            <a:gdLst/>
            <a:ahLst/>
            <a:rect l="0" t="0" r="r" b="b"/>
            <a:pathLst>
              <a:path w="356" h="49">
                <a:moveTo>
                  <a:pt x="0" y="49"/>
                </a:moveTo>
                <a:lnTo>
                  <a:pt x="353" y="0"/>
                </a:lnTo>
                <a:lnTo>
                  <a:pt x="356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8" name=""/>
          <p:cNvSpPr/>
          <p:nvPr/>
        </p:nvSpPr>
        <p:spPr>
          <a:xfrm>
            <a:off x="2774880" y="2160720"/>
            <a:ext cx="129600" cy="18000"/>
          </a:xfrm>
          <a:custGeom>
            <a:avLst/>
            <a:gdLst/>
            <a:ahLst/>
            <a:rect l="0" t="0" r="r" b="b"/>
            <a:pathLst>
              <a:path w="360" h="50">
                <a:moveTo>
                  <a:pt x="0" y="49"/>
                </a:moveTo>
                <a:lnTo>
                  <a:pt x="356" y="0"/>
                </a:lnTo>
                <a:lnTo>
                  <a:pt x="360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89" name=""/>
          <p:cNvSpPr/>
          <p:nvPr/>
        </p:nvSpPr>
        <p:spPr>
          <a:xfrm>
            <a:off x="2774880" y="2160720"/>
            <a:ext cx="131040" cy="18000"/>
          </a:xfrm>
          <a:custGeom>
            <a:avLst/>
            <a:gdLst/>
            <a:ahLst/>
            <a:rect l="0" t="0" r="r" b="b"/>
            <a:pathLst>
              <a:path w="364" h="50">
                <a:moveTo>
                  <a:pt x="0" y="50"/>
                </a:moveTo>
                <a:lnTo>
                  <a:pt x="360" y="0"/>
                </a:lnTo>
                <a:lnTo>
                  <a:pt x="364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0" name=""/>
          <p:cNvSpPr/>
          <p:nvPr/>
        </p:nvSpPr>
        <p:spPr>
          <a:xfrm>
            <a:off x="2774880" y="2160720"/>
            <a:ext cx="132480" cy="18720"/>
          </a:xfrm>
          <a:custGeom>
            <a:avLst/>
            <a:gdLst/>
            <a:ahLst/>
            <a:rect l="0" t="0" r="r" b="b"/>
            <a:pathLst>
              <a:path w="368" h="52">
                <a:moveTo>
                  <a:pt x="0" y="50"/>
                </a:moveTo>
                <a:lnTo>
                  <a:pt x="364" y="0"/>
                </a:lnTo>
                <a:lnTo>
                  <a:pt x="368" y="0"/>
                </a:lnTo>
                <a:lnTo>
                  <a:pt x="0" y="52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1" name=""/>
          <p:cNvSpPr/>
          <p:nvPr/>
        </p:nvSpPr>
        <p:spPr>
          <a:xfrm>
            <a:off x="2774880" y="2160720"/>
            <a:ext cx="133560" cy="18720"/>
          </a:xfrm>
          <a:custGeom>
            <a:avLst/>
            <a:gdLst/>
            <a:ahLst/>
            <a:rect l="0" t="0" r="r" b="b"/>
            <a:pathLst>
              <a:path w="371" h="52">
                <a:moveTo>
                  <a:pt x="0" y="52"/>
                </a:moveTo>
                <a:lnTo>
                  <a:pt x="368" y="0"/>
                </a:lnTo>
                <a:lnTo>
                  <a:pt x="371" y="0"/>
                </a:lnTo>
                <a:lnTo>
                  <a:pt x="0" y="52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2" name=""/>
          <p:cNvSpPr/>
          <p:nvPr/>
        </p:nvSpPr>
        <p:spPr>
          <a:xfrm>
            <a:off x="2774880" y="2160720"/>
            <a:ext cx="135000" cy="18720"/>
          </a:xfrm>
          <a:custGeom>
            <a:avLst/>
            <a:gdLst/>
            <a:ahLst/>
            <a:rect l="0" t="0" r="r" b="b"/>
            <a:pathLst>
              <a:path w="375" h="52">
                <a:moveTo>
                  <a:pt x="0" y="51"/>
                </a:moveTo>
                <a:lnTo>
                  <a:pt x="371" y="0"/>
                </a:lnTo>
                <a:lnTo>
                  <a:pt x="375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3" name=""/>
          <p:cNvSpPr/>
          <p:nvPr/>
        </p:nvSpPr>
        <p:spPr>
          <a:xfrm>
            <a:off x="2774880" y="2160720"/>
            <a:ext cx="136440" cy="18720"/>
          </a:xfrm>
          <a:custGeom>
            <a:avLst/>
            <a:gdLst/>
            <a:ahLst/>
            <a:rect l="0" t="0" r="r" b="b"/>
            <a:pathLst>
              <a:path w="379" h="52">
                <a:moveTo>
                  <a:pt x="0" y="52"/>
                </a:moveTo>
                <a:lnTo>
                  <a:pt x="375" y="0"/>
                </a:lnTo>
                <a:lnTo>
                  <a:pt x="379" y="0"/>
                </a:lnTo>
                <a:lnTo>
                  <a:pt x="0" y="52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4" name=""/>
          <p:cNvSpPr/>
          <p:nvPr/>
        </p:nvSpPr>
        <p:spPr>
          <a:xfrm>
            <a:off x="2774880" y="2160720"/>
            <a:ext cx="137520" cy="19080"/>
          </a:xfrm>
          <a:custGeom>
            <a:avLst/>
            <a:gdLst/>
            <a:ahLst/>
            <a:rect l="0" t="0" r="r" b="b"/>
            <a:pathLst>
              <a:path w="382" h="53">
                <a:moveTo>
                  <a:pt x="0" y="52"/>
                </a:moveTo>
                <a:lnTo>
                  <a:pt x="379" y="0"/>
                </a:lnTo>
                <a:lnTo>
                  <a:pt x="382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5" name=""/>
          <p:cNvSpPr/>
          <p:nvPr/>
        </p:nvSpPr>
        <p:spPr>
          <a:xfrm>
            <a:off x="2774880" y="2160720"/>
            <a:ext cx="138960" cy="19080"/>
          </a:xfrm>
          <a:custGeom>
            <a:avLst/>
            <a:gdLst/>
            <a:ahLst/>
            <a:rect l="0" t="0" r="r" b="b"/>
            <a:pathLst>
              <a:path w="386" h="53">
                <a:moveTo>
                  <a:pt x="0" y="53"/>
                </a:moveTo>
                <a:lnTo>
                  <a:pt x="382" y="0"/>
                </a:lnTo>
                <a:lnTo>
                  <a:pt x="386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6" name=""/>
          <p:cNvSpPr/>
          <p:nvPr/>
        </p:nvSpPr>
        <p:spPr>
          <a:xfrm>
            <a:off x="2774880" y="2160720"/>
            <a:ext cx="140400" cy="19440"/>
          </a:xfrm>
          <a:custGeom>
            <a:avLst/>
            <a:gdLst/>
            <a:ahLst/>
            <a:rect l="0" t="0" r="r" b="b"/>
            <a:pathLst>
              <a:path w="390" h="54">
                <a:moveTo>
                  <a:pt x="0" y="53"/>
                </a:moveTo>
                <a:lnTo>
                  <a:pt x="386" y="0"/>
                </a:lnTo>
                <a:lnTo>
                  <a:pt x="390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7" name=""/>
          <p:cNvSpPr/>
          <p:nvPr/>
        </p:nvSpPr>
        <p:spPr>
          <a:xfrm>
            <a:off x="2774880" y="2160720"/>
            <a:ext cx="141480" cy="19440"/>
          </a:xfrm>
          <a:custGeom>
            <a:avLst/>
            <a:gdLst/>
            <a:ahLst/>
            <a:rect l="0" t="0" r="r" b="b"/>
            <a:pathLst>
              <a:path w="393" h="54">
                <a:moveTo>
                  <a:pt x="0" y="54"/>
                </a:moveTo>
                <a:lnTo>
                  <a:pt x="390" y="0"/>
                </a:lnTo>
                <a:lnTo>
                  <a:pt x="393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8" name=""/>
          <p:cNvSpPr/>
          <p:nvPr/>
        </p:nvSpPr>
        <p:spPr>
          <a:xfrm>
            <a:off x="2774880" y="2160720"/>
            <a:ext cx="142920" cy="19800"/>
          </a:xfrm>
          <a:custGeom>
            <a:avLst/>
            <a:gdLst/>
            <a:ahLst/>
            <a:rect l="0" t="0" r="r" b="b"/>
            <a:pathLst>
              <a:path w="397" h="55">
                <a:moveTo>
                  <a:pt x="0" y="54"/>
                </a:moveTo>
                <a:lnTo>
                  <a:pt x="393" y="0"/>
                </a:lnTo>
                <a:lnTo>
                  <a:pt x="397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499" name=""/>
          <p:cNvSpPr/>
          <p:nvPr/>
        </p:nvSpPr>
        <p:spPr>
          <a:xfrm>
            <a:off x="2774880" y="2160720"/>
            <a:ext cx="144360" cy="19800"/>
          </a:xfrm>
          <a:custGeom>
            <a:avLst/>
            <a:gdLst/>
            <a:ahLst/>
            <a:rect l="0" t="0" r="r" b="b"/>
            <a:pathLst>
              <a:path w="401" h="55">
                <a:moveTo>
                  <a:pt x="0" y="55"/>
                </a:moveTo>
                <a:lnTo>
                  <a:pt x="397" y="0"/>
                </a:lnTo>
                <a:lnTo>
                  <a:pt x="401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0" name=""/>
          <p:cNvSpPr/>
          <p:nvPr/>
        </p:nvSpPr>
        <p:spPr>
          <a:xfrm>
            <a:off x="2774880" y="2160720"/>
            <a:ext cx="145440" cy="20160"/>
          </a:xfrm>
          <a:custGeom>
            <a:avLst/>
            <a:gdLst/>
            <a:ahLst/>
            <a:rect l="0" t="0" r="r" b="b"/>
            <a:pathLst>
              <a:path w="404" h="56">
                <a:moveTo>
                  <a:pt x="0" y="55"/>
                </a:moveTo>
                <a:lnTo>
                  <a:pt x="401" y="0"/>
                </a:lnTo>
                <a:lnTo>
                  <a:pt x="404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1" name=""/>
          <p:cNvSpPr/>
          <p:nvPr/>
        </p:nvSpPr>
        <p:spPr>
          <a:xfrm>
            <a:off x="2774880" y="2160720"/>
            <a:ext cx="146880" cy="20160"/>
          </a:xfrm>
          <a:custGeom>
            <a:avLst/>
            <a:gdLst/>
            <a:ahLst/>
            <a:rect l="0" t="0" r="r" b="b"/>
            <a:pathLst>
              <a:path w="408" h="56">
                <a:moveTo>
                  <a:pt x="0" y="56"/>
                </a:moveTo>
                <a:lnTo>
                  <a:pt x="404" y="0"/>
                </a:lnTo>
                <a:lnTo>
                  <a:pt x="408" y="0"/>
                </a:lnTo>
                <a:lnTo>
                  <a:pt x="0" y="56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2" name=""/>
          <p:cNvSpPr/>
          <p:nvPr/>
        </p:nvSpPr>
        <p:spPr>
          <a:xfrm>
            <a:off x="2774880" y="2160720"/>
            <a:ext cx="148320" cy="20520"/>
          </a:xfrm>
          <a:custGeom>
            <a:avLst/>
            <a:gdLst/>
            <a:ahLst/>
            <a:rect l="0" t="0" r="r" b="b"/>
            <a:pathLst>
              <a:path w="412" h="57">
                <a:moveTo>
                  <a:pt x="0" y="56"/>
                </a:moveTo>
                <a:lnTo>
                  <a:pt x="408" y="0"/>
                </a:lnTo>
                <a:lnTo>
                  <a:pt x="412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3" name=""/>
          <p:cNvSpPr/>
          <p:nvPr/>
        </p:nvSpPr>
        <p:spPr>
          <a:xfrm>
            <a:off x="2774880" y="2160720"/>
            <a:ext cx="149760" cy="20520"/>
          </a:xfrm>
          <a:custGeom>
            <a:avLst/>
            <a:gdLst/>
            <a:ahLst/>
            <a:rect l="0" t="0" r="r" b="b"/>
            <a:pathLst>
              <a:path w="416" h="57">
                <a:moveTo>
                  <a:pt x="0" y="57"/>
                </a:moveTo>
                <a:lnTo>
                  <a:pt x="412" y="0"/>
                </a:lnTo>
                <a:lnTo>
                  <a:pt x="416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4" name=""/>
          <p:cNvSpPr/>
          <p:nvPr/>
        </p:nvSpPr>
        <p:spPr>
          <a:xfrm>
            <a:off x="2774880" y="2160720"/>
            <a:ext cx="150840" cy="20880"/>
          </a:xfrm>
          <a:custGeom>
            <a:avLst/>
            <a:gdLst/>
            <a:ahLst/>
            <a:rect l="0" t="0" r="r" b="b"/>
            <a:pathLst>
              <a:path w="419" h="58">
                <a:moveTo>
                  <a:pt x="0" y="57"/>
                </a:moveTo>
                <a:lnTo>
                  <a:pt x="416" y="0"/>
                </a:lnTo>
                <a:lnTo>
                  <a:pt x="419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5" name=""/>
          <p:cNvSpPr/>
          <p:nvPr/>
        </p:nvSpPr>
        <p:spPr>
          <a:xfrm>
            <a:off x="2774880" y="2160720"/>
            <a:ext cx="152280" cy="20880"/>
          </a:xfrm>
          <a:custGeom>
            <a:avLst/>
            <a:gdLst/>
            <a:ahLst/>
            <a:rect l="0" t="0" r="r" b="b"/>
            <a:pathLst>
              <a:path w="423" h="58">
                <a:moveTo>
                  <a:pt x="0" y="58"/>
                </a:moveTo>
                <a:lnTo>
                  <a:pt x="419" y="0"/>
                </a:lnTo>
                <a:lnTo>
                  <a:pt x="423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6" name=""/>
          <p:cNvSpPr/>
          <p:nvPr/>
        </p:nvSpPr>
        <p:spPr>
          <a:xfrm>
            <a:off x="2774880" y="2160720"/>
            <a:ext cx="153720" cy="21240"/>
          </a:xfrm>
          <a:custGeom>
            <a:avLst/>
            <a:gdLst/>
            <a:ahLst/>
            <a:rect l="0" t="0" r="r" b="b"/>
            <a:pathLst>
              <a:path w="427" h="59">
                <a:moveTo>
                  <a:pt x="0" y="58"/>
                </a:moveTo>
                <a:lnTo>
                  <a:pt x="423" y="0"/>
                </a:lnTo>
                <a:lnTo>
                  <a:pt x="427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7" name=""/>
          <p:cNvSpPr/>
          <p:nvPr/>
        </p:nvSpPr>
        <p:spPr>
          <a:xfrm>
            <a:off x="2774880" y="2160720"/>
            <a:ext cx="154800" cy="21240"/>
          </a:xfrm>
          <a:custGeom>
            <a:avLst/>
            <a:gdLst/>
            <a:ahLst/>
            <a:rect l="0" t="0" r="r" b="b"/>
            <a:pathLst>
              <a:path w="430" h="59">
                <a:moveTo>
                  <a:pt x="0" y="59"/>
                </a:moveTo>
                <a:lnTo>
                  <a:pt x="427" y="0"/>
                </a:lnTo>
                <a:lnTo>
                  <a:pt x="430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8" name=""/>
          <p:cNvSpPr/>
          <p:nvPr/>
        </p:nvSpPr>
        <p:spPr>
          <a:xfrm>
            <a:off x="2774880" y="2160720"/>
            <a:ext cx="156240" cy="21600"/>
          </a:xfrm>
          <a:custGeom>
            <a:avLst/>
            <a:gdLst/>
            <a:ahLst/>
            <a:rect l="0" t="0" r="r" b="b"/>
            <a:pathLst>
              <a:path w="434" h="60">
                <a:moveTo>
                  <a:pt x="0" y="59"/>
                </a:moveTo>
                <a:lnTo>
                  <a:pt x="430" y="0"/>
                </a:lnTo>
                <a:lnTo>
                  <a:pt x="434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09" name=""/>
          <p:cNvSpPr/>
          <p:nvPr/>
        </p:nvSpPr>
        <p:spPr>
          <a:xfrm>
            <a:off x="2774880" y="2160720"/>
            <a:ext cx="157680" cy="21600"/>
          </a:xfrm>
          <a:custGeom>
            <a:avLst/>
            <a:gdLst/>
            <a:ahLst/>
            <a:rect l="0" t="0" r="r" b="b"/>
            <a:pathLst>
              <a:path w="438" h="60">
                <a:moveTo>
                  <a:pt x="0" y="60"/>
                </a:moveTo>
                <a:lnTo>
                  <a:pt x="434" y="0"/>
                </a:lnTo>
                <a:lnTo>
                  <a:pt x="438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0" name=""/>
          <p:cNvSpPr/>
          <p:nvPr/>
        </p:nvSpPr>
        <p:spPr>
          <a:xfrm>
            <a:off x="2774880" y="2160720"/>
            <a:ext cx="158760" cy="21600"/>
          </a:xfrm>
          <a:custGeom>
            <a:avLst/>
            <a:gdLst/>
            <a:ahLst/>
            <a:rect l="0" t="0" r="r" b="b"/>
            <a:pathLst>
              <a:path w="441" h="60">
                <a:moveTo>
                  <a:pt x="0" y="60"/>
                </a:moveTo>
                <a:lnTo>
                  <a:pt x="438" y="0"/>
                </a:lnTo>
                <a:lnTo>
                  <a:pt x="441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1" name=""/>
          <p:cNvSpPr/>
          <p:nvPr/>
        </p:nvSpPr>
        <p:spPr>
          <a:xfrm>
            <a:off x="2774880" y="2160720"/>
            <a:ext cx="160200" cy="21960"/>
          </a:xfrm>
          <a:custGeom>
            <a:avLst/>
            <a:gdLst/>
            <a:ahLst/>
            <a:rect l="0" t="0" r="r" b="b"/>
            <a:pathLst>
              <a:path w="445" h="61">
                <a:moveTo>
                  <a:pt x="0" y="60"/>
                </a:moveTo>
                <a:lnTo>
                  <a:pt x="441" y="0"/>
                </a:lnTo>
                <a:lnTo>
                  <a:pt x="445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2" name=""/>
          <p:cNvSpPr/>
          <p:nvPr/>
        </p:nvSpPr>
        <p:spPr>
          <a:xfrm>
            <a:off x="2774880" y="2160720"/>
            <a:ext cx="161640" cy="21960"/>
          </a:xfrm>
          <a:custGeom>
            <a:avLst/>
            <a:gdLst/>
            <a:ahLst/>
            <a:rect l="0" t="0" r="r" b="b"/>
            <a:pathLst>
              <a:path w="449" h="61">
                <a:moveTo>
                  <a:pt x="0" y="61"/>
                </a:moveTo>
                <a:lnTo>
                  <a:pt x="445" y="0"/>
                </a:lnTo>
                <a:lnTo>
                  <a:pt x="449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3" name=""/>
          <p:cNvSpPr/>
          <p:nvPr/>
        </p:nvSpPr>
        <p:spPr>
          <a:xfrm>
            <a:off x="2774880" y="2160720"/>
            <a:ext cx="163080" cy="22320"/>
          </a:xfrm>
          <a:custGeom>
            <a:avLst/>
            <a:gdLst/>
            <a:ahLst/>
            <a:rect l="0" t="0" r="r" b="b"/>
            <a:pathLst>
              <a:path w="453" h="62">
                <a:moveTo>
                  <a:pt x="0" y="61"/>
                </a:moveTo>
                <a:lnTo>
                  <a:pt x="449" y="0"/>
                </a:lnTo>
                <a:lnTo>
                  <a:pt x="453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4" name=""/>
          <p:cNvSpPr/>
          <p:nvPr/>
        </p:nvSpPr>
        <p:spPr>
          <a:xfrm>
            <a:off x="2774880" y="2160720"/>
            <a:ext cx="164160" cy="22320"/>
          </a:xfrm>
          <a:custGeom>
            <a:avLst/>
            <a:gdLst/>
            <a:ahLst/>
            <a:rect l="0" t="0" r="r" b="b"/>
            <a:pathLst>
              <a:path w="456" h="62">
                <a:moveTo>
                  <a:pt x="0" y="62"/>
                </a:moveTo>
                <a:lnTo>
                  <a:pt x="453" y="0"/>
                </a:lnTo>
                <a:lnTo>
                  <a:pt x="456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5" name=""/>
          <p:cNvSpPr/>
          <p:nvPr/>
        </p:nvSpPr>
        <p:spPr>
          <a:xfrm>
            <a:off x="2774880" y="2160720"/>
            <a:ext cx="165600" cy="22680"/>
          </a:xfrm>
          <a:custGeom>
            <a:avLst/>
            <a:gdLst/>
            <a:ahLst/>
            <a:rect l="0" t="0" r="r" b="b"/>
            <a:pathLst>
              <a:path w="460" h="63">
                <a:moveTo>
                  <a:pt x="0" y="62"/>
                </a:moveTo>
                <a:lnTo>
                  <a:pt x="456" y="0"/>
                </a:lnTo>
                <a:lnTo>
                  <a:pt x="460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6" name=""/>
          <p:cNvSpPr/>
          <p:nvPr/>
        </p:nvSpPr>
        <p:spPr>
          <a:xfrm>
            <a:off x="2774880" y="2160720"/>
            <a:ext cx="167040" cy="22680"/>
          </a:xfrm>
          <a:custGeom>
            <a:avLst/>
            <a:gdLst/>
            <a:ahLst/>
            <a:rect l="0" t="0" r="r" b="b"/>
            <a:pathLst>
              <a:path w="464" h="63">
                <a:moveTo>
                  <a:pt x="0" y="63"/>
                </a:moveTo>
                <a:lnTo>
                  <a:pt x="460" y="0"/>
                </a:lnTo>
                <a:lnTo>
                  <a:pt x="464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7" name=""/>
          <p:cNvSpPr/>
          <p:nvPr/>
        </p:nvSpPr>
        <p:spPr>
          <a:xfrm>
            <a:off x="2774880" y="2160720"/>
            <a:ext cx="168120" cy="23040"/>
          </a:xfrm>
          <a:custGeom>
            <a:avLst/>
            <a:gdLst/>
            <a:ahLst/>
            <a:rect l="0" t="0" r="r" b="b"/>
            <a:pathLst>
              <a:path w="467" h="64">
                <a:moveTo>
                  <a:pt x="0" y="63"/>
                </a:moveTo>
                <a:lnTo>
                  <a:pt x="464" y="0"/>
                </a:lnTo>
                <a:lnTo>
                  <a:pt x="46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8" name=""/>
          <p:cNvSpPr/>
          <p:nvPr/>
        </p:nvSpPr>
        <p:spPr>
          <a:xfrm>
            <a:off x="2774880" y="2160720"/>
            <a:ext cx="169560" cy="23040"/>
          </a:xfrm>
          <a:custGeom>
            <a:avLst/>
            <a:gdLst/>
            <a:ahLst/>
            <a:rect l="0" t="0" r="r" b="b"/>
            <a:pathLst>
              <a:path w="471" h="64">
                <a:moveTo>
                  <a:pt x="0" y="64"/>
                </a:moveTo>
                <a:lnTo>
                  <a:pt x="467" y="0"/>
                </a:lnTo>
                <a:lnTo>
                  <a:pt x="471" y="0"/>
                </a:lnTo>
                <a:lnTo>
                  <a:pt x="0" y="64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19" name=""/>
          <p:cNvSpPr/>
          <p:nvPr/>
        </p:nvSpPr>
        <p:spPr>
          <a:xfrm>
            <a:off x="2774880" y="2160720"/>
            <a:ext cx="171000" cy="23400"/>
          </a:xfrm>
          <a:custGeom>
            <a:avLst/>
            <a:gdLst/>
            <a:ahLst/>
            <a:rect l="0" t="0" r="r" b="b"/>
            <a:pathLst>
              <a:path w="475" h="65">
                <a:moveTo>
                  <a:pt x="0" y="64"/>
                </a:moveTo>
                <a:lnTo>
                  <a:pt x="471" y="0"/>
                </a:lnTo>
                <a:lnTo>
                  <a:pt x="475" y="0"/>
                </a:lnTo>
                <a:lnTo>
                  <a:pt x="1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0" name=""/>
          <p:cNvSpPr/>
          <p:nvPr/>
        </p:nvSpPr>
        <p:spPr>
          <a:xfrm>
            <a:off x="2775240" y="2160720"/>
            <a:ext cx="171000" cy="23400"/>
          </a:xfrm>
          <a:custGeom>
            <a:avLst/>
            <a:gdLst/>
            <a:ahLst/>
            <a:rect l="0" t="0" r="r" b="b"/>
            <a:pathLst>
              <a:path w="475" h="65">
                <a:moveTo>
                  <a:pt x="0" y="65"/>
                </a:moveTo>
                <a:lnTo>
                  <a:pt x="474" y="0"/>
                </a:lnTo>
                <a:lnTo>
                  <a:pt x="475" y="1"/>
                </a:lnTo>
                <a:lnTo>
                  <a:pt x="4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1" name=""/>
          <p:cNvSpPr/>
          <p:nvPr/>
        </p:nvSpPr>
        <p:spPr>
          <a:xfrm>
            <a:off x="2776680" y="2161080"/>
            <a:ext cx="169560" cy="23040"/>
          </a:xfrm>
          <a:custGeom>
            <a:avLst/>
            <a:gdLst/>
            <a:ahLst/>
            <a:rect l="0" t="0" r="r" b="b"/>
            <a:pathLst>
              <a:path w="471" h="64">
                <a:moveTo>
                  <a:pt x="0" y="64"/>
                </a:moveTo>
                <a:lnTo>
                  <a:pt x="471" y="0"/>
                </a:lnTo>
                <a:lnTo>
                  <a:pt x="4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2" name=""/>
          <p:cNvSpPr/>
          <p:nvPr/>
        </p:nvSpPr>
        <p:spPr>
          <a:xfrm>
            <a:off x="2778120" y="2161080"/>
            <a:ext cx="168120" cy="23040"/>
          </a:xfrm>
          <a:custGeom>
            <a:avLst/>
            <a:gdLst/>
            <a:ahLst/>
            <a:rect l="0" t="0" r="r" b="b"/>
            <a:pathLst>
              <a:path w="467" h="64">
                <a:moveTo>
                  <a:pt x="0" y="64"/>
                </a:moveTo>
                <a:lnTo>
                  <a:pt x="467" y="0"/>
                </a:lnTo>
                <a:lnTo>
                  <a:pt x="467" y="1"/>
                </a:lnTo>
                <a:lnTo>
                  <a:pt x="3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3" name=""/>
          <p:cNvSpPr/>
          <p:nvPr/>
        </p:nvSpPr>
        <p:spPr>
          <a:xfrm>
            <a:off x="2779200" y="2161440"/>
            <a:ext cx="167040" cy="22680"/>
          </a:xfrm>
          <a:custGeom>
            <a:avLst/>
            <a:gdLst/>
            <a:ahLst/>
            <a:rect l="0" t="0" r="r" b="b"/>
            <a:pathLst>
              <a:path w="464" h="63">
                <a:moveTo>
                  <a:pt x="0" y="63"/>
                </a:moveTo>
                <a:lnTo>
                  <a:pt x="464" y="0"/>
                </a:lnTo>
                <a:lnTo>
                  <a:pt x="4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4" name=""/>
          <p:cNvSpPr/>
          <p:nvPr/>
        </p:nvSpPr>
        <p:spPr>
          <a:xfrm>
            <a:off x="2780640" y="2161440"/>
            <a:ext cx="165600" cy="22680"/>
          </a:xfrm>
          <a:custGeom>
            <a:avLst/>
            <a:gdLst/>
            <a:ahLst/>
            <a:rect l="0" t="0" r="r" b="b"/>
            <a:pathLst>
              <a:path w="460" h="63">
                <a:moveTo>
                  <a:pt x="0" y="63"/>
                </a:moveTo>
                <a:lnTo>
                  <a:pt x="460" y="0"/>
                </a:lnTo>
                <a:lnTo>
                  <a:pt x="460" y="1"/>
                </a:lnTo>
                <a:lnTo>
                  <a:pt x="4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5" name=""/>
          <p:cNvSpPr/>
          <p:nvPr/>
        </p:nvSpPr>
        <p:spPr>
          <a:xfrm>
            <a:off x="2782080" y="2161800"/>
            <a:ext cx="164160" cy="22320"/>
          </a:xfrm>
          <a:custGeom>
            <a:avLst/>
            <a:gdLst/>
            <a:ahLst/>
            <a:rect l="0" t="0" r="r" b="b"/>
            <a:pathLst>
              <a:path w="456" h="62">
                <a:moveTo>
                  <a:pt x="0" y="62"/>
                </a:moveTo>
                <a:lnTo>
                  <a:pt x="456" y="0"/>
                </a:lnTo>
                <a:lnTo>
                  <a:pt x="3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6" name=""/>
          <p:cNvSpPr/>
          <p:nvPr/>
        </p:nvSpPr>
        <p:spPr>
          <a:xfrm>
            <a:off x="2783160" y="2161800"/>
            <a:ext cx="163080" cy="22320"/>
          </a:xfrm>
          <a:custGeom>
            <a:avLst/>
            <a:gdLst/>
            <a:ahLst/>
            <a:rect l="0" t="0" r="r" b="b"/>
            <a:pathLst>
              <a:path w="453" h="62">
                <a:moveTo>
                  <a:pt x="0" y="62"/>
                </a:moveTo>
                <a:lnTo>
                  <a:pt x="453" y="0"/>
                </a:lnTo>
                <a:lnTo>
                  <a:pt x="453" y="1"/>
                </a:lnTo>
                <a:lnTo>
                  <a:pt x="4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7" name=""/>
          <p:cNvSpPr/>
          <p:nvPr/>
        </p:nvSpPr>
        <p:spPr>
          <a:xfrm>
            <a:off x="2784600" y="2162160"/>
            <a:ext cx="161640" cy="21960"/>
          </a:xfrm>
          <a:custGeom>
            <a:avLst/>
            <a:gdLst/>
            <a:ahLst/>
            <a:rect l="0" t="0" r="r" b="b"/>
            <a:pathLst>
              <a:path w="449" h="61">
                <a:moveTo>
                  <a:pt x="0" y="61"/>
                </a:moveTo>
                <a:lnTo>
                  <a:pt x="449" y="0"/>
                </a:lnTo>
                <a:lnTo>
                  <a:pt x="4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8" name=""/>
          <p:cNvSpPr/>
          <p:nvPr/>
        </p:nvSpPr>
        <p:spPr>
          <a:xfrm>
            <a:off x="2786040" y="2162160"/>
            <a:ext cx="160200" cy="21960"/>
          </a:xfrm>
          <a:custGeom>
            <a:avLst/>
            <a:gdLst/>
            <a:ahLst/>
            <a:rect l="0" t="0" r="r" b="b"/>
            <a:pathLst>
              <a:path w="445" h="61">
                <a:moveTo>
                  <a:pt x="0" y="61"/>
                </a:moveTo>
                <a:lnTo>
                  <a:pt x="445" y="0"/>
                </a:lnTo>
                <a:lnTo>
                  <a:pt x="445" y="1"/>
                </a:lnTo>
                <a:lnTo>
                  <a:pt x="3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29" name=""/>
          <p:cNvSpPr/>
          <p:nvPr/>
        </p:nvSpPr>
        <p:spPr>
          <a:xfrm>
            <a:off x="2787120" y="2162520"/>
            <a:ext cx="159120" cy="21600"/>
          </a:xfrm>
          <a:custGeom>
            <a:avLst/>
            <a:gdLst/>
            <a:ahLst/>
            <a:rect l="0" t="0" r="r" b="b"/>
            <a:pathLst>
              <a:path w="442" h="60">
                <a:moveTo>
                  <a:pt x="0" y="60"/>
                </a:moveTo>
                <a:lnTo>
                  <a:pt x="442" y="0"/>
                </a:lnTo>
                <a:lnTo>
                  <a:pt x="4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0" name=""/>
          <p:cNvSpPr/>
          <p:nvPr/>
        </p:nvSpPr>
        <p:spPr>
          <a:xfrm>
            <a:off x="2788560" y="2162520"/>
            <a:ext cx="157680" cy="21600"/>
          </a:xfrm>
          <a:custGeom>
            <a:avLst/>
            <a:gdLst/>
            <a:ahLst/>
            <a:rect l="0" t="0" r="r" b="b"/>
            <a:pathLst>
              <a:path w="438" h="60">
                <a:moveTo>
                  <a:pt x="0" y="60"/>
                </a:moveTo>
                <a:lnTo>
                  <a:pt x="438" y="0"/>
                </a:lnTo>
                <a:lnTo>
                  <a:pt x="438" y="1"/>
                </a:lnTo>
                <a:lnTo>
                  <a:pt x="4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1" name=""/>
          <p:cNvSpPr/>
          <p:nvPr/>
        </p:nvSpPr>
        <p:spPr>
          <a:xfrm>
            <a:off x="2790000" y="2162880"/>
            <a:ext cx="156240" cy="21240"/>
          </a:xfrm>
          <a:custGeom>
            <a:avLst/>
            <a:gdLst/>
            <a:ahLst/>
            <a:rect l="0" t="0" r="r" b="b"/>
            <a:pathLst>
              <a:path w="434" h="59">
                <a:moveTo>
                  <a:pt x="0" y="59"/>
                </a:moveTo>
                <a:lnTo>
                  <a:pt x="434" y="0"/>
                </a:lnTo>
                <a:lnTo>
                  <a:pt x="4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2" name=""/>
          <p:cNvSpPr/>
          <p:nvPr/>
        </p:nvSpPr>
        <p:spPr>
          <a:xfrm>
            <a:off x="2791440" y="2162880"/>
            <a:ext cx="154800" cy="21240"/>
          </a:xfrm>
          <a:custGeom>
            <a:avLst/>
            <a:gdLst/>
            <a:ahLst/>
            <a:rect l="0" t="0" r="r" b="b"/>
            <a:pathLst>
              <a:path w="430" h="59">
                <a:moveTo>
                  <a:pt x="0" y="59"/>
                </a:moveTo>
                <a:lnTo>
                  <a:pt x="430" y="0"/>
                </a:lnTo>
                <a:lnTo>
                  <a:pt x="430" y="1"/>
                </a:lnTo>
                <a:lnTo>
                  <a:pt x="3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3" name=""/>
          <p:cNvSpPr/>
          <p:nvPr/>
        </p:nvSpPr>
        <p:spPr>
          <a:xfrm>
            <a:off x="2792520" y="2163240"/>
            <a:ext cx="153720" cy="20880"/>
          </a:xfrm>
          <a:custGeom>
            <a:avLst/>
            <a:gdLst/>
            <a:ahLst/>
            <a:rect l="0" t="0" r="r" b="b"/>
            <a:pathLst>
              <a:path w="427" h="58">
                <a:moveTo>
                  <a:pt x="0" y="58"/>
                </a:moveTo>
                <a:lnTo>
                  <a:pt x="427" y="0"/>
                </a:lnTo>
                <a:lnTo>
                  <a:pt x="4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4" name=""/>
          <p:cNvSpPr/>
          <p:nvPr/>
        </p:nvSpPr>
        <p:spPr>
          <a:xfrm>
            <a:off x="2793960" y="2163240"/>
            <a:ext cx="152280" cy="20880"/>
          </a:xfrm>
          <a:custGeom>
            <a:avLst/>
            <a:gdLst/>
            <a:ahLst/>
            <a:rect l="0" t="0" r="r" b="b"/>
            <a:pathLst>
              <a:path w="423" h="58">
                <a:moveTo>
                  <a:pt x="0" y="58"/>
                </a:moveTo>
                <a:lnTo>
                  <a:pt x="423" y="0"/>
                </a:lnTo>
                <a:lnTo>
                  <a:pt x="423" y="1"/>
                </a:lnTo>
                <a:lnTo>
                  <a:pt x="4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5" name=""/>
          <p:cNvSpPr/>
          <p:nvPr/>
        </p:nvSpPr>
        <p:spPr>
          <a:xfrm>
            <a:off x="2795400" y="2163600"/>
            <a:ext cx="150840" cy="20520"/>
          </a:xfrm>
          <a:custGeom>
            <a:avLst/>
            <a:gdLst/>
            <a:ahLst/>
            <a:rect l="0" t="0" r="r" b="b"/>
            <a:pathLst>
              <a:path w="419" h="57">
                <a:moveTo>
                  <a:pt x="0" y="57"/>
                </a:moveTo>
                <a:lnTo>
                  <a:pt x="419" y="0"/>
                </a:lnTo>
                <a:lnTo>
                  <a:pt x="3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6" name=""/>
          <p:cNvSpPr/>
          <p:nvPr/>
        </p:nvSpPr>
        <p:spPr>
          <a:xfrm>
            <a:off x="2796480" y="2163600"/>
            <a:ext cx="149760" cy="20520"/>
          </a:xfrm>
          <a:custGeom>
            <a:avLst/>
            <a:gdLst/>
            <a:ahLst/>
            <a:rect l="0" t="0" r="r" b="b"/>
            <a:pathLst>
              <a:path w="416" h="57">
                <a:moveTo>
                  <a:pt x="0" y="57"/>
                </a:moveTo>
                <a:lnTo>
                  <a:pt x="416" y="0"/>
                </a:lnTo>
                <a:lnTo>
                  <a:pt x="416" y="1"/>
                </a:lnTo>
                <a:lnTo>
                  <a:pt x="4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7" name=""/>
          <p:cNvSpPr/>
          <p:nvPr/>
        </p:nvSpPr>
        <p:spPr>
          <a:xfrm>
            <a:off x="2797920" y="2163960"/>
            <a:ext cx="148320" cy="20160"/>
          </a:xfrm>
          <a:custGeom>
            <a:avLst/>
            <a:gdLst/>
            <a:ahLst/>
            <a:rect l="0" t="0" r="r" b="b"/>
            <a:pathLst>
              <a:path w="412" h="56">
                <a:moveTo>
                  <a:pt x="0" y="56"/>
                </a:moveTo>
                <a:lnTo>
                  <a:pt x="412" y="0"/>
                </a:lnTo>
                <a:lnTo>
                  <a:pt x="4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8" name=""/>
          <p:cNvSpPr/>
          <p:nvPr/>
        </p:nvSpPr>
        <p:spPr>
          <a:xfrm>
            <a:off x="2799360" y="2163960"/>
            <a:ext cx="146880" cy="20160"/>
          </a:xfrm>
          <a:custGeom>
            <a:avLst/>
            <a:gdLst/>
            <a:ahLst/>
            <a:rect l="0" t="0" r="r" b="b"/>
            <a:pathLst>
              <a:path w="408" h="56">
                <a:moveTo>
                  <a:pt x="0" y="56"/>
                </a:moveTo>
                <a:lnTo>
                  <a:pt x="408" y="0"/>
                </a:lnTo>
                <a:lnTo>
                  <a:pt x="408" y="1"/>
                </a:lnTo>
                <a:lnTo>
                  <a:pt x="3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39" name=""/>
          <p:cNvSpPr/>
          <p:nvPr/>
        </p:nvSpPr>
        <p:spPr>
          <a:xfrm>
            <a:off x="2800440" y="2164320"/>
            <a:ext cx="145800" cy="19800"/>
          </a:xfrm>
          <a:custGeom>
            <a:avLst/>
            <a:gdLst/>
            <a:ahLst/>
            <a:rect l="0" t="0" r="r" b="b"/>
            <a:pathLst>
              <a:path w="405" h="55">
                <a:moveTo>
                  <a:pt x="0" y="55"/>
                </a:moveTo>
                <a:lnTo>
                  <a:pt x="405" y="0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0" name=""/>
          <p:cNvSpPr/>
          <p:nvPr/>
        </p:nvSpPr>
        <p:spPr>
          <a:xfrm>
            <a:off x="2801880" y="2164320"/>
            <a:ext cx="144360" cy="19800"/>
          </a:xfrm>
          <a:custGeom>
            <a:avLst/>
            <a:gdLst/>
            <a:ahLst/>
            <a:rect l="0" t="0" r="r" b="b"/>
            <a:pathLst>
              <a:path w="401" h="55">
                <a:moveTo>
                  <a:pt x="0" y="55"/>
                </a:moveTo>
                <a:lnTo>
                  <a:pt x="401" y="0"/>
                </a:lnTo>
                <a:lnTo>
                  <a:pt x="401" y="1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1" name=""/>
          <p:cNvSpPr/>
          <p:nvPr/>
        </p:nvSpPr>
        <p:spPr>
          <a:xfrm>
            <a:off x="2803320" y="2164680"/>
            <a:ext cx="142920" cy="19440"/>
          </a:xfrm>
          <a:custGeom>
            <a:avLst/>
            <a:gdLst/>
            <a:ahLst/>
            <a:rect l="0" t="0" r="r" b="b"/>
            <a:pathLst>
              <a:path w="397" h="54">
                <a:moveTo>
                  <a:pt x="0" y="54"/>
                </a:moveTo>
                <a:lnTo>
                  <a:pt x="397" y="0"/>
                </a:lnTo>
                <a:lnTo>
                  <a:pt x="4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2" name=""/>
          <p:cNvSpPr/>
          <p:nvPr/>
        </p:nvSpPr>
        <p:spPr>
          <a:xfrm>
            <a:off x="2804760" y="2164680"/>
            <a:ext cx="141480" cy="19440"/>
          </a:xfrm>
          <a:custGeom>
            <a:avLst/>
            <a:gdLst/>
            <a:ahLst/>
            <a:rect l="0" t="0" r="r" b="b"/>
            <a:pathLst>
              <a:path w="393" h="54">
                <a:moveTo>
                  <a:pt x="0" y="54"/>
                </a:moveTo>
                <a:lnTo>
                  <a:pt x="393" y="0"/>
                </a:lnTo>
                <a:lnTo>
                  <a:pt x="393" y="1"/>
                </a:lnTo>
                <a:lnTo>
                  <a:pt x="3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3" name=""/>
          <p:cNvSpPr/>
          <p:nvPr/>
        </p:nvSpPr>
        <p:spPr>
          <a:xfrm>
            <a:off x="2805840" y="2165040"/>
            <a:ext cx="140400" cy="19080"/>
          </a:xfrm>
          <a:custGeom>
            <a:avLst/>
            <a:gdLst/>
            <a:ahLst/>
            <a:rect l="0" t="0" r="r" b="b"/>
            <a:pathLst>
              <a:path w="390" h="53">
                <a:moveTo>
                  <a:pt x="0" y="53"/>
                </a:moveTo>
                <a:lnTo>
                  <a:pt x="390" y="0"/>
                </a:lnTo>
                <a:lnTo>
                  <a:pt x="4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4" name=""/>
          <p:cNvSpPr/>
          <p:nvPr/>
        </p:nvSpPr>
        <p:spPr>
          <a:xfrm>
            <a:off x="2807280" y="2165040"/>
            <a:ext cx="138960" cy="19080"/>
          </a:xfrm>
          <a:custGeom>
            <a:avLst/>
            <a:gdLst/>
            <a:ahLst/>
            <a:rect l="0" t="0" r="r" b="b"/>
            <a:pathLst>
              <a:path w="386" h="53">
                <a:moveTo>
                  <a:pt x="0" y="53"/>
                </a:moveTo>
                <a:lnTo>
                  <a:pt x="386" y="0"/>
                </a:lnTo>
                <a:lnTo>
                  <a:pt x="386" y="1"/>
                </a:lnTo>
                <a:lnTo>
                  <a:pt x="4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5" name=""/>
          <p:cNvSpPr/>
          <p:nvPr/>
        </p:nvSpPr>
        <p:spPr>
          <a:xfrm>
            <a:off x="2808720" y="2165400"/>
            <a:ext cx="137520" cy="18720"/>
          </a:xfrm>
          <a:custGeom>
            <a:avLst/>
            <a:gdLst/>
            <a:ahLst/>
            <a:rect l="0" t="0" r="r" b="b"/>
            <a:pathLst>
              <a:path w="382" h="52">
                <a:moveTo>
                  <a:pt x="0" y="52"/>
                </a:moveTo>
                <a:lnTo>
                  <a:pt x="382" y="0"/>
                </a:lnTo>
                <a:lnTo>
                  <a:pt x="3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6" name=""/>
          <p:cNvSpPr/>
          <p:nvPr/>
        </p:nvSpPr>
        <p:spPr>
          <a:xfrm>
            <a:off x="2809800" y="2165400"/>
            <a:ext cx="136440" cy="18720"/>
          </a:xfrm>
          <a:custGeom>
            <a:avLst/>
            <a:gdLst/>
            <a:ahLst/>
            <a:rect l="0" t="0" r="r" b="b"/>
            <a:pathLst>
              <a:path w="379" h="52">
                <a:moveTo>
                  <a:pt x="0" y="52"/>
                </a:moveTo>
                <a:lnTo>
                  <a:pt x="379" y="0"/>
                </a:lnTo>
                <a:lnTo>
                  <a:pt x="379" y="1"/>
                </a:lnTo>
                <a:lnTo>
                  <a:pt x="4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7" name=""/>
          <p:cNvSpPr/>
          <p:nvPr/>
        </p:nvSpPr>
        <p:spPr>
          <a:xfrm>
            <a:off x="2811240" y="2165760"/>
            <a:ext cx="135000" cy="18360"/>
          </a:xfrm>
          <a:custGeom>
            <a:avLst/>
            <a:gdLst/>
            <a:ahLst/>
            <a:rect l="0" t="0" r="r" b="b"/>
            <a:pathLst>
              <a:path w="375" h="51">
                <a:moveTo>
                  <a:pt x="0" y="51"/>
                </a:moveTo>
                <a:lnTo>
                  <a:pt x="375" y="0"/>
                </a:lnTo>
                <a:lnTo>
                  <a:pt x="4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8" name=""/>
          <p:cNvSpPr/>
          <p:nvPr/>
        </p:nvSpPr>
        <p:spPr>
          <a:xfrm>
            <a:off x="2812680" y="2165760"/>
            <a:ext cx="133560" cy="18360"/>
          </a:xfrm>
          <a:custGeom>
            <a:avLst/>
            <a:gdLst/>
            <a:ahLst/>
            <a:rect l="0" t="0" r="r" b="b"/>
            <a:pathLst>
              <a:path w="371" h="51">
                <a:moveTo>
                  <a:pt x="0" y="51"/>
                </a:moveTo>
                <a:lnTo>
                  <a:pt x="371" y="0"/>
                </a:lnTo>
                <a:lnTo>
                  <a:pt x="371" y="1"/>
                </a:lnTo>
                <a:lnTo>
                  <a:pt x="3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49" name=""/>
          <p:cNvSpPr/>
          <p:nvPr/>
        </p:nvSpPr>
        <p:spPr>
          <a:xfrm>
            <a:off x="2813760" y="2166120"/>
            <a:ext cx="132480" cy="18000"/>
          </a:xfrm>
          <a:custGeom>
            <a:avLst/>
            <a:gdLst/>
            <a:ahLst/>
            <a:rect l="0" t="0" r="r" b="b"/>
            <a:pathLst>
              <a:path w="368" h="50">
                <a:moveTo>
                  <a:pt x="0" y="50"/>
                </a:moveTo>
                <a:lnTo>
                  <a:pt x="368" y="0"/>
                </a:lnTo>
                <a:lnTo>
                  <a:pt x="4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0" name=""/>
          <p:cNvSpPr/>
          <p:nvPr/>
        </p:nvSpPr>
        <p:spPr>
          <a:xfrm>
            <a:off x="2815200" y="2166120"/>
            <a:ext cx="131040" cy="18000"/>
          </a:xfrm>
          <a:custGeom>
            <a:avLst/>
            <a:gdLst/>
            <a:ahLst/>
            <a:rect l="0" t="0" r="r" b="b"/>
            <a:pathLst>
              <a:path w="364" h="50">
                <a:moveTo>
                  <a:pt x="0" y="50"/>
                </a:moveTo>
                <a:lnTo>
                  <a:pt x="364" y="0"/>
                </a:lnTo>
                <a:lnTo>
                  <a:pt x="364" y="1"/>
                </a:lnTo>
                <a:lnTo>
                  <a:pt x="4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1" name=""/>
          <p:cNvSpPr/>
          <p:nvPr/>
        </p:nvSpPr>
        <p:spPr>
          <a:xfrm>
            <a:off x="2816640" y="2166480"/>
            <a:ext cx="129600" cy="17640"/>
          </a:xfrm>
          <a:custGeom>
            <a:avLst/>
            <a:gdLst/>
            <a:ahLst/>
            <a:rect l="0" t="0" r="r" b="b"/>
            <a:pathLst>
              <a:path w="360" h="49">
                <a:moveTo>
                  <a:pt x="0" y="49"/>
                </a:moveTo>
                <a:lnTo>
                  <a:pt x="360" y="0"/>
                </a:lnTo>
                <a:lnTo>
                  <a:pt x="4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2" name=""/>
          <p:cNvSpPr/>
          <p:nvPr/>
        </p:nvSpPr>
        <p:spPr>
          <a:xfrm>
            <a:off x="2818080" y="2166480"/>
            <a:ext cx="128160" cy="17640"/>
          </a:xfrm>
          <a:custGeom>
            <a:avLst/>
            <a:gdLst/>
            <a:ahLst/>
            <a:rect l="0" t="0" r="r" b="b"/>
            <a:pathLst>
              <a:path w="356" h="49">
                <a:moveTo>
                  <a:pt x="0" y="49"/>
                </a:moveTo>
                <a:lnTo>
                  <a:pt x="356" y="0"/>
                </a:lnTo>
                <a:lnTo>
                  <a:pt x="356" y="1"/>
                </a:lnTo>
                <a:lnTo>
                  <a:pt x="3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3" name=""/>
          <p:cNvSpPr/>
          <p:nvPr/>
        </p:nvSpPr>
        <p:spPr>
          <a:xfrm>
            <a:off x="2819160" y="2166840"/>
            <a:ext cx="127080" cy="17280"/>
          </a:xfrm>
          <a:custGeom>
            <a:avLst/>
            <a:gdLst/>
            <a:ahLst/>
            <a:rect l="0" t="0" r="r" b="b"/>
            <a:pathLst>
              <a:path w="353" h="48">
                <a:moveTo>
                  <a:pt x="0" y="48"/>
                </a:moveTo>
                <a:lnTo>
                  <a:pt x="353" y="0"/>
                </a:lnTo>
                <a:lnTo>
                  <a:pt x="4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4" name=""/>
          <p:cNvSpPr/>
          <p:nvPr/>
        </p:nvSpPr>
        <p:spPr>
          <a:xfrm>
            <a:off x="2820600" y="2166840"/>
            <a:ext cx="125640" cy="17280"/>
          </a:xfrm>
          <a:custGeom>
            <a:avLst/>
            <a:gdLst/>
            <a:ahLst/>
            <a:rect l="0" t="0" r="r" b="b"/>
            <a:pathLst>
              <a:path w="349" h="48">
                <a:moveTo>
                  <a:pt x="0" y="48"/>
                </a:moveTo>
                <a:lnTo>
                  <a:pt x="349" y="0"/>
                </a:lnTo>
                <a:lnTo>
                  <a:pt x="349" y="1"/>
                </a:lnTo>
                <a:lnTo>
                  <a:pt x="4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5" name=""/>
          <p:cNvSpPr/>
          <p:nvPr/>
        </p:nvSpPr>
        <p:spPr>
          <a:xfrm>
            <a:off x="2822040" y="2167200"/>
            <a:ext cx="124200" cy="16920"/>
          </a:xfrm>
          <a:custGeom>
            <a:avLst/>
            <a:gdLst/>
            <a:ahLst/>
            <a:rect l="0" t="0" r="r" b="b"/>
            <a:pathLst>
              <a:path w="345" h="47">
                <a:moveTo>
                  <a:pt x="0" y="47"/>
                </a:moveTo>
                <a:lnTo>
                  <a:pt x="345" y="0"/>
                </a:lnTo>
                <a:lnTo>
                  <a:pt x="3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6" name=""/>
          <p:cNvSpPr/>
          <p:nvPr/>
        </p:nvSpPr>
        <p:spPr>
          <a:xfrm>
            <a:off x="2823120" y="2167200"/>
            <a:ext cx="123120" cy="16920"/>
          </a:xfrm>
          <a:custGeom>
            <a:avLst/>
            <a:gdLst/>
            <a:ahLst/>
            <a:rect l="0" t="0" r="r" b="b"/>
            <a:pathLst>
              <a:path w="342" h="47">
                <a:moveTo>
                  <a:pt x="0" y="47"/>
                </a:moveTo>
                <a:lnTo>
                  <a:pt x="342" y="0"/>
                </a:lnTo>
                <a:lnTo>
                  <a:pt x="342" y="1"/>
                </a:lnTo>
                <a:lnTo>
                  <a:pt x="4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7" name=""/>
          <p:cNvSpPr/>
          <p:nvPr/>
        </p:nvSpPr>
        <p:spPr>
          <a:xfrm>
            <a:off x="2824560" y="2167560"/>
            <a:ext cx="121680" cy="16560"/>
          </a:xfrm>
          <a:custGeom>
            <a:avLst/>
            <a:gdLst/>
            <a:ahLst/>
            <a:rect l="0" t="0" r="r" b="b"/>
            <a:pathLst>
              <a:path w="338" h="46">
                <a:moveTo>
                  <a:pt x="0" y="46"/>
                </a:moveTo>
                <a:lnTo>
                  <a:pt x="338" y="0"/>
                </a:lnTo>
                <a:lnTo>
                  <a:pt x="4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8" name=""/>
          <p:cNvSpPr/>
          <p:nvPr/>
        </p:nvSpPr>
        <p:spPr>
          <a:xfrm>
            <a:off x="2826000" y="2167560"/>
            <a:ext cx="120240" cy="16560"/>
          </a:xfrm>
          <a:custGeom>
            <a:avLst/>
            <a:gdLst/>
            <a:ahLst/>
            <a:rect l="0" t="0" r="r" b="b"/>
            <a:pathLst>
              <a:path w="334" h="46">
                <a:moveTo>
                  <a:pt x="0" y="46"/>
                </a:moveTo>
                <a:lnTo>
                  <a:pt x="334" y="0"/>
                </a:lnTo>
                <a:lnTo>
                  <a:pt x="334" y="1"/>
                </a:lnTo>
                <a:lnTo>
                  <a:pt x="3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59" name=""/>
          <p:cNvSpPr/>
          <p:nvPr/>
        </p:nvSpPr>
        <p:spPr>
          <a:xfrm>
            <a:off x="2827080" y="2167920"/>
            <a:ext cx="119160" cy="16200"/>
          </a:xfrm>
          <a:custGeom>
            <a:avLst/>
            <a:gdLst/>
            <a:ahLst/>
            <a:rect l="0" t="0" r="r" b="b"/>
            <a:pathLst>
              <a:path w="331" h="45">
                <a:moveTo>
                  <a:pt x="0" y="45"/>
                </a:moveTo>
                <a:lnTo>
                  <a:pt x="331" y="0"/>
                </a:lnTo>
                <a:lnTo>
                  <a:pt x="4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0" name=""/>
          <p:cNvSpPr/>
          <p:nvPr/>
        </p:nvSpPr>
        <p:spPr>
          <a:xfrm>
            <a:off x="2828520" y="2167920"/>
            <a:ext cx="117720" cy="16200"/>
          </a:xfrm>
          <a:custGeom>
            <a:avLst/>
            <a:gdLst/>
            <a:ahLst/>
            <a:rect l="0" t="0" r="r" b="b"/>
            <a:pathLst>
              <a:path w="327" h="45">
                <a:moveTo>
                  <a:pt x="0" y="45"/>
                </a:moveTo>
                <a:lnTo>
                  <a:pt x="327" y="0"/>
                </a:lnTo>
                <a:lnTo>
                  <a:pt x="327" y="1"/>
                </a:lnTo>
                <a:lnTo>
                  <a:pt x="4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1" name=""/>
          <p:cNvSpPr/>
          <p:nvPr/>
        </p:nvSpPr>
        <p:spPr>
          <a:xfrm>
            <a:off x="2829960" y="2168280"/>
            <a:ext cx="116280" cy="15840"/>
          </a:xfrm>
          <a:custGeom>
            <a:avLst/>
            <a:gdLst/>
            <a:ahLst/>
            <a:rect l="0" t="0" r="r" b="b"/>
            <a:pathLst>
              <a:path w="323" h="44">
                <a:moveTo>
                  <a:pt x="0" y="44"/>
                </a:moveTo>
                <a:lnTo>
                  <a:pt x="323" y="0"/>
                </a:lnTo>
                <a:lnTo>
                  <a:pt x="3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2" name=""/>
          <p:cNvSpPr/>
          <p:nvPr/>
        </p:nvSpPr>
        <p:spPr>
          <a:xfrm>
            <a:off x="2831040" y="2168280"/>
            <a:ext cx="115200" cy="15840"/>
          </a:xfrm>
          <a:custGeom>
            <a:avLst/>
            <a:gdLst/>
            <a:ahLst/>
            <a:rect l="0" t="0" r="r" b="b"/>
            <a:pathLst>
              <a:path w="320" h="44">
                <a:moveTo>
                  <a:pt x="0" y="44"/>
                </a:moveTo>
                <a:lnTo>
                  <a:pt x="320" y="0"/>
                </a:lnTo>
                <a:lnTo>
                  <a:pt x="320" y="1"/>
                </a:lnTo>
                <a:lnTo>
                  <a:pt x="4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3" name=""/>
          <p:cNvSpPr/>
          <p:nvPr/>
        </p:nvSpPr>
        <p:spPr>
          <a:xfrm>
            <a:off x="2832480" y="2168640"/>
            <a:ext cx="113760" cy="15480"/>
          </a:xfrm>
          <a:custGeom>
            <a:avLst/>
            <a:gdLst/>
            <a:ahLst/>
            <a:rect l="0" t="0" r="r" b="b"/>
            <a:pathLst>
              <a:path w="316" h="43">
                <a:moveTo>
                  <a:pt x="0" y="43"/>
                </a:moveTo>
                <a:lnTo>
                  <a:pt x="316" y="0"/>
                </a:lnTo>
                <a:lnTo>
                  <a:pt x="4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4" name=""/>
          <p:cNvSpPr/>
          <p:nvPr/>
        </p:nvSpPr>
        <p:spPr>
          <a:xfrm>
            <a:off x="2833920" y="2168640"/>
            <a:ext cx="112320" cy="15480"/>
          </a:xfrm>
          <a:custGeom>
            <a:avLst/>
            <a:gdLst/>
            <a:ahLst/>
            <a:rect l="0" t="0" r="r" b="b"/>
            <a:pathLst>
              <a:path w="312" h="43">
                <a:moveTo>
                  <a:pt x="0" y="43"/>
                </a:moveTo>
                <a:lnTo>
                  <a:pt x="312" y="0"/>
                </a:lnTo>
                <a:lnTo>
                  <a:pt x="312" y="1"/>
                </a:lnTo>
                <a:lnTo>
                  <a:pt x="4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5" name=""/>
          <p:cNvSpPr/>
          <p:nvPr/>
        </p:nvSpPr>
        <p:spPr>
          <a:xfrm>
            <a:off x="2835360" y="2169000"/>
            <a:ext cx="110880" cy="15120"/>
          </a:xfrm>
          <a:custGeom>
            <a:avLst/>
            <a:gdLst/>
            <a:ahLst/>
            <a:rect l="0" t="0" r="r" b="b"/>
            <a:pathLst>
              <a:path w="308" h="42">
                <a:moveTo>
                  <a:pt x="0" y="42"/>
                </a:moveTo>
                <a:lnTo>
                  <a:pt x="308" y="0"/>
                </a:lnTo>
                <a:lnTo>
                  <a:pt x="3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6" name=""/>
          <p:cNvSpPr/>
          <p:nvPr/>
        </p:nvSpPr>
        <p:spPr>
          <a:xfrm>
            <a:off x="2836440" y="2169000"/>
            <a:ext cx="109800" cy="15120"/>
          </a:xfrm>
          <a:custGeom>
            <a:avLst/>
            <a:gdLst/>
            <a:ahLst/>
            <a:rect l="0" t="0" r="r" b="b"/>
            <a:pathLst>
              <a:path w="305" h="42">
                <a:moveTo>
                  <a:pt x="0" y="42"/>
                </a:moveTo>
                <a:lnTo>
                  <a:pt x="305" y="0"/>
                </a:lnTo>
                <a:lnTo>
                  <a:pt x="305" y="1"/>
                </a:lnTo>
                <a:lnTo>
                  <a:pt x="4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7" name=""/>
          <p:cNvSpPr/>
          <p:nvPr/>
        </p:nvSpPr>
        <p:spPr>
          <a:xfrm>
            <a:off x="2837880" y="2169360"/>
            <a:ext cx="108360" cy="14760"/>
          </a:xfrm>
          <a:custGeom>
            <a:avLst/>
            <a:gdLst/>
            <a:ahLst/>
            <a:rect l="0" t="0" r="r" b="b"/>
            <a:pathLst>
              <a:path w="301" h="41">
                <a:moveTo>
                  <a:pt x="0" y="41"/>
                </a:moveTo>
                <a:lnTo>
                  <a:pt x="301" y="0"/>
                </a:lnTo>
                <a:lnTo>
                  <a:pt x="4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8" name=""/>
          <p:cNvSpPr/>
          <p:nvPr/>
        </p:nvSpPr>
        <p:spPr>
          <a:xfrm>
            <a:off x="2839320" y="2169360"/>
            <a:ext cx="106920" cy="14760"/>
          </a:xfrm>
          <a:custGeom>
            <a:avLst/>
            <a:gdLst/>
            <a:ahLst/>
            <a:rect l="0" t="0" r="r" b="b"/>
            <a:pathLst>
              <a:path w="297" h="41">
                <a:moveTo>
                  <a:pt x="0" y="41"/>
                </a:moveTo>
                <a:lnTo>
                  <a:pt x="297" y="0"/>
                </a:lnTo>
                <a:lnTo>
                  <a:pt x="297" y="1"/>
                </a:lnTo>
                <a:lnTo>
                  <a:pt x="3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69" name=""/>
          <p:cNvSpPr/>
          <p:nvPr/>
        </p:nvSpPr>
        <p:spPr>
          <a:xfrm>
            <a:off x="2840400" y="2169720"/>
            <a:ext cx="105840" cy="14400"/>
          </a:xfrm>
          <a:custGeom>
            <a:avLst/>
            <a:gdLst/>
            <a:ahLst/>
            <a:rect l="0" t="0" r="r" b="b"/>
            <a:pathLst>
              <a:path w="294" h="40">
                <a:moveTo>
                  <a:pt x="0" y="40"/>
                </a:moveTo>
                <a:lnTo>
                  <a:pt x="294" y="0"/>
                </a:lnTo>
                <a:lnTo>
                  <a:pt x="4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0" name=""/>
          <p:cNvSpPr/>
          <p:nvPr/>
        </p:nvSpPr>
        <p:spPr>
          <a:xfrm>
            <a:off x="2841840" y="2169720"/>
            <a:ext cx="104400" cy="14400"/>
          </a:xfrm>
          <a:custGeom>
            <a:avLst/>
            <a:gdLst/>
            <a:ahLst/>
            <a:rect l="0" t="0" r="r" b="b"/>
            <a:pathLst>
              <a:path w="290" h="40">
                <a:moveTo>
                  <a:pt x="0" y="40"/>
                </a:moveTo>
                <a:lnTo>
                  <a:pt x="290" y="0"/>
                </a:lnTo>
                <a:lnTo>
                  <a:pt x="290" y="1"/>
                </a:lnTo>
                <a:lnTo>
                  <a:pt x="4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1" name=""/>
          <p:cNvSpPr/>
          <p:nvPr/>
        </p:nvSpPr>
        <p:spPr>
          <a:xfrm>
            <a:off x="2843280" y="2170080"/>
            <a:ext cx="102960" cy="14040"/>
          </a:xfrm>
          <a:custGeom>
            <a:avLst/>
            <a:gdLst/>
            <a:ahLst/>
            <a:rect l="0" t="0" r="r" b="b"/>
            <a:pathLst>
              <a:path w="286" h="39">
                <a:moveTo>
                  <a:pt x="0" y="39"/>
                </a:moveTo>
                <a:lnTo>
                  <a:pt x="286" y="0"/>
                </a:lnTo>
                <a:lnTo>
                  <a:pt x="3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2" name=""/>
          <p:cNvSpPr/>
          <p:nvPr/>
        </p:nvSpPr>
        <p:spPr>
          <a:xfrm>
            <a:off x="2844360" y="2170080"/>
            <a:ext cx="101880" cy="14040"/>
          </a:xfrm>
          <a:custGeom>
            <a:avLst/>
            <a:gdLst/>
            <a:ahLst/>
            <a:rect l="0" t="0" r="r" b="b"/>
            <a:pathLst>
              <a:path w="283" h="39">
                <a:moveTo>
                  <a:pt x="0" y="39"/>
                </a:moveTo>
                <a:lnTo>
                  <a:pt x="283" y="0"/>
                </a:lnTo>
                <a:lnTo>
                  <a:pt x="283" y="1"/>
                </a:lnTo>
                <a:lnTo>
                  <a:pt x="4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3" name=""/>
          <p:cNvSpPr/>
          <p:nvPr/>
        </p:nvSpPr>
        <p:spPr>
          <a:xfrm>
            <a:off x="2845800" y="2170440"/>
            <a:ext cx="100440" cy="13680"/>
          </a:xfrm>
          <a:custGeom>
            <a:avLst/>
            <a:gdLst/>
            <a:ahLst/>
            <a:rect l="0" t="0" r="r" b="b"/>
            <a:pathLst>
              <a:path w="279" h="38">
                <a:moveTo>
                  <a:pt x="0" y="38"/>
                </a:moveTo>
                <a:lnTo>
                  <a:pt x="279" y="0"/>
                </a:lnTo>
                <a:lnTo>
                  <a:pt x="4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4" name=""/>
          <p:cNvSpPr/>
          <p:nvPr/>
        </p:nvSpPr>
        <p:spPr>
          <a:xfrm>
            <a:off x="2847240" y="2170440"/>
            <a:ext cx="99000" cy="13680"/>
          </a:xfrm>
          <a:custGeom>
            <a:avLst/>
            <a:gdLst/>
            <a:ahLst/>
            <a:rect l="0" t="0" r="r" b="b"/>
            <a:pathLst>
              <a:path w="275" h="38">
                <a:moveTo>
                  <a:pt x="0" y="38"/>
                </a:moveTo>
                <a:lnTo>
                  <a:pt x="275" y="0"/>
                </a:lnTo>
                <a:lnTo>
                  <a:pt x="275" y="1"/>
                </a:lnTo>
                <a:lnTo>
                  <a:pt x="4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5" name=""/>
          <p:cNvSpPr/>
          <p:nvPr/>
        </p:nvSpPr>
        <p:spPr>
          <a:xfrm>
            <a:off x="2848680" y="2170800"/>
            <a:ext cx="97560" cy="13320"/>
          </a:xfrm>
          <a:custGeom>
            <a:avLst/>
            <a:gdLst/>
            <a:ahLst/>
            <a:rect l="0" t="0" r="r" b="b"/>
            <a:pathLst>
              <a:path w="271" h="37">
                <a:moveTo>
                  <a:pt x="0" y="37"/>
                </a:moveTo>
                <a:lnTo>
                  <a:pt x="271" y="0"/>
                </a:lnTo>
                <a:lnTo>
                  <a:pt x="3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6" name=""/>
          <p:cNvSpPr/>
          <p:nvPr/>
        </p:nvSpPr>
        <p:spPr>
          <a:xfrm>
            <a:off x="2849760" y="2170800"/>
            <a:ext cx="96480" cy="13320"/>
          </a:xfrm>
          <a:custGeom>
            <a:avLst/>
            <a:gdLst/>
            <a:ahLst/>
            <a:rect l="0" t="0" r="r" b="b"/>
            <a:pathLst>
              <a:path w="268" h="37">
                <a:moveTo>
                  <a:pt x="0" y="37"/>
                </a:moveTo>
                <a:lnTo>
                  <a:pt x="268" y="0"/>
                </a:lnTo>
                <a:lnTo>
                  <a:pt x="268" y="1"/>
                </a:lnTo>
                <a:lnTo>
                  <a:pt x="4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7" name=""/>
          <p:cNvSpPr/>
          <p:nvPr/>
        </p:nvSpPr>
        <p:spPr>
          <a:xfrm>
            <a:off x="2851200" y="2171160"/>
            <a:ext cx="95040" cy="12960"/>
          </a:xfrm>
          <a:custGeom>
            <a:avLst/>
            <a:gdLst/>
            <a:ahLst/>
            <a:rect l="0" t="0" r="r" b="b"/>
            <a:pathLst>
              <a:path w="264" h="36">
                <a:moveTo>
                  <a:pt x="0" y="36"/>
                </a:moveTo>
                <a:lnTo>
                  <a:pt x="264" y="0"/>
                </a:lnTo>
                <a:lnTo>
                  <a:pt x="4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8" name=""/>
          <p:cNvSpPr/>
          <p:nvPr/>
        </p:nvSpPr>
        <p:spPr>
          <a:xfrm>
            <a:off x="2852640" y="2171160"/>
            <a:ext cx="93600" cy="12960"/>
          </a:xfrm>
          <a:custGeom>
            <a:avLst/>
            <a:gdLst/>
            <a:ahLst/>
            <a:rect l="0" t="0" r="r" b="b"/>
            <a:pathLst>
              <a:path w="260" h="36">
                <a:moveTo>
                  <a:pt x="0" y="36"/>
                </a:moveTo>
                <a:lnTo>
                  <a:pt x="260" y="0"/>
                </a:lnTo>
                <a:lnTo>
                  <a:pt x="260" y="1"/>
                </a:lnTo>
                <a:lnTo>
                  <a:pt x="3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79" name=""/>
          <p:cNvSpPr/>
          <p:nvPr/>
        </p:nvSpPr>
        <p:spPr>
          <a:xfrm>
            <a:off x="2853720" y="2171520"/>
            <a:ext cx="92520" cy="12600"/>
          </a:xfrm>
          <a:custGeom>
            <a:avLst/>
            <a:gdLst/>
            <a:ahLst/>
            <a:rect l="0" t="0" r="r" b="b"/>
            <a:pathLst>
              <a:path w="257" h="35">
                <a:moveTo>
                  <a:pt x="0" y="35"/>
                </a:moveTo>
                <a:lnTo>
                  <a:pt x="257" y="0"/>
                </a:lnTo>
                <a:lnTo>
                  <a:pt x="4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0" name=""/>
          <p:cNvSpPr/>
          <p:nvPr/>
        </p:nvSpPr>
        <p:spPr>
          <a:xfrm>
            <a:off x="2855160" y="2171520"/>
            <a:ext cx="91080" cy="12600"/>
          </a:xfrm>
          <a:custGeom>
            <a:avLst/>
            <a:gdLst/>
            <a:ahLst/>
            <a:rect l="0" t="0" r="r" b="b"/>
            <a:pathLst>
              <a:path w="253" h="35">
                <a:moveTo>
                  <a:pt x="0" y="35"/>
                </a:moveTo>
                <a:lnTo>
                  <a:pt x="253" y="0"/>
                </a:lnTo>
                <a:lnTo>
                  <a:pt x="253" y="1"/>
                </a:lnTo>
                <a:lnTo>
                  <a:pt x="4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1" name=""/>
          <p:cNvSpPr/>
          <p:nvPr/>
        </p:nvSpPr>
        <p:spPr>
          <a:xfrm>
            <a:off x="2856600" y="2171880"/>
            <a:ext cx="89640" cy="12240"/>
          </a:xfrm>
          <a:custGeom>
            <a:avLst/>
            <a:gdLst/>
            <a:ahLst/>
            <a:rect l="0" t="0" r="r" b="b"/>
            <a:pathLst>
              <a:path w="249" h="34">
                <a:moveTo>
                  <a:pt x="0" y="34"/>
                </a:moveTo>
                <a:lnTo>
                  <a:pt x="249" y="0"/>
                </a:lnTo>
                <a:lnTo>
                  <a:pt x="3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2" name=""/>
          <p:cNvSpPr/>
          <p:nvPr/>
        </p:nvSpPr>
        <p:spPr>
          <a:xfrm>
            <a:off x="2857680" y="2171880"/>
            <a:ext cx="88560" cy="12240"/>
          </a:xfrm>
          <a:custGeom>
            <a:avLst/>
            <a:gdLst/>
            <a:ahLst/>
            <a:rect l="0" t="0" r="r" b="b"/>
            <a:pathLst>
              <a:path w="246" h="34">
                <a:moveTo>
                  <a:pt x="0" y="34"/>
                </a:moveTo>
                <a:lnTo>
                  <a:pt x="246" y="0"/>
                </a:lnTo>
                <a:lnTo>
                  <a:pt x="246" y="1"/>
                </a:lnTo>
                <a:lnTo>
                  <a:pt x="4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3" name=""/>
          <p:cNvSpPr/>
          <p:nvPr/>
        </p:nvSpPr>
        <p:spPr>
          <a:xfrm>
            <a:off x="2859120" y="2172240"/>
            <a:ext cx="87120" cy="11880"/>
          </a:xfrm>
          <a:custGeom>
            <a:avLst/>
            <a:gdLst/>
            <a:ahLst/>
            <a:rect l="0" t="0" r="r" b="b"/>
            <a:pathLst>
              <a:path w="242" h="33">
                <a:moveTo>
                  <a:pt x="0" y="33"/>
                </a:moveTo>
                <a:lnTo>
                  <a:pt x="242" y="0"/>
                </a:lnTo>
                <a:lnTo>
                  <a:pt x="4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4" name=""/>
          <p:cNvSpPr/>
          <p:nvPr/>
        </p:nvSpPr>
        <p:spPr>
          <a:xfrm>
            <a:off x="2860560" y="2172240"/>
            <a:ext cx="85680" cy="11880"/>
          </a:xfrm>
          <a:custGeom>
            <a:avLst/>
            <a:gdLst/>
            <a:ahLst/>
            <a:rect l="0" t="0" r="r" b="b"/>
            <a:pathLst>
              <a:path w="238" h="33">
                <a:moveTo>
                  <a:pt x="0" y="33"/>
                </a:moveTo>
                <a:lnTo>
                  <a:pt x="238" y="0"/>
                </a:lnTo>
                <a:lnTo>
                  <a:pt x="238" y="1"/>
                </a:lnTo>
                <a:lnTo>
                  <a:pt x="4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5" name=""/>
          <p:cNvSpPr/>
          <p:nvPr/>
        </p:nvSpPr>
        <p:spPr>
          <a:xfrm>
            <a:off x="2862000" y="2172600"/>
            <a:ext cx="84240" cy="11520"/>
          </a:xfrm>
          <a:custGeom>
            <a:avLst/>
            <a:gdLst/>
            <a:ahLst/>
            <a:rect l="0" t="0" r="r" b="b"/>
            <a:pathLst>
              <a:path w="234" h="32">
                <a:moveTo>
                  <a:pt x="0" y="32"/>
                </a:moveTo>
                <a:lnTo>
                  <a:pt x="234" y="0"/>
                </a:lnTo>
                <a:lnTo>
                  <a:pt x="3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6" name=""/>
          <p:cNvSpPr/>
          <p:nvPr/>
        </p:nvSpPr>
        <p:spPr>
          <a:xfrm>
            <a:off x="2863080" y="2172600"/>
            <a:ext cx="83160" cy="11520"/>
          </a:xfrm>
          <a:custGeom>
            <a:avLst/>
            <a:gdLst/>
            <a:ahLst/>
            <a:rect l="0" t="0" r="r" b="b"/>
            <a:pathLst>
              <a:path w="231" h="32">
                <a:moveTo>
                  <a:pt x="0" y="32"/>
                </a:moveTo>
                <a:lnTo>
                  <a:pt x="231" y="0"/>
                </a:lnTo>
                <a:lnTo>
                  <a:pt x="231" y="1"/>
                </a:lnTo>
                <a:lnTo>
                  <a:pt x="4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7" name=""/>
          <p:cNvSpPr/>
          <p:nvPr/>
        </p:nvSpPr>
        <p:spPr>
          <a:xfrm>
            <a:off x="2864520" y="2172960"/>
            <a:ext cx="81720" cy="11160"/>
          </a:xfrm>
          <a:custGeom>
            <a:avLst/>
            <a:gdLst/>
            <a:ahLst/>
            <a:rect l="0" t="0" r="r" b="b"/>
            <a:pathLst>
              <a:path w="227" h="31">
                <a:moveTo>
                  <a:pt x="0" y="31"/>
                </a:moveTo>
                <a:lnTo>
                  <a:pt x="227" y="0"/>
                </a:lnTo>
                <a:lnTo>
                  <a:pt x="4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8" name=""/>
          <p:cNvSpPr/>
          <p:nvPr/>
        </p:nvSpPr>
        <p:spPr>
          <a:xfrm>
            <a:off x="2865960" y="2172960"/>
            <a:ext cx="80280" cy="11160"/>
          </a:xfrm>
          <a:custGeom>
            <a:avLst/>
            <a:gdLst/>
            <a:ahLst/>
            <a:rect l="0" t="0" r="r" b="b"/>
            <a:pathLst>
              <a:path w="223" h="31">
                <a:moveTo>
                  <a:pt x="0" y="31"/>
                </a:moveTo>
                <a:lnTo>
                  <a:pt x="223" y="0"/>
                </a:lnTo>
                <a:lnTo>
                  <a:pt x="223" y="1"/>
                </a:lnTo>
                <a:lnTo>
                  <a:pt x="3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89" name=""/>
          <p:cNvSpPr/>
          <p:nvPr/>
        </p:nvSpPr>
        <p:spPr>
          <a:xfrm>
            <a:off x="2867040" y="2173320"/>
            <a:ext cx="79200" cy="10800"/>
          </a:xfrm>
          <a:custGeom>
            <a:avLst/>
            <a:gdLst/>
            <a:ahLst/>
            <a:rect l="0" t="0" r="r" b="b"/>
            <a:pathLst>
              <a:path w="220" h="30">
                <a:moveTo>
                  <a:pt x="0" y="30"/>
                </a:moveTo>
                <a:lnTo>
                  <a:pt x="220" y="0"/>
                </a:lnTo>
                <a:lnTo>
                  <a:pt x="4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0" name=""/>
          <p:cNvSpPr/>
          <p:nvPr/>
        </p:nvSpPr>
        <p:spPr>
          <a:xfrm>
            <a:off x="2868480" y="2173320"/>
            <a:ext cx="77760" cy="10800"/>
          </a:xfrm>
          <a:custGeom>
            <a:avLst/>
            <a:gdLst/>
            <a:ahLst/>
            <a:rect l="0" t="0" r="r" b="b"/>
            <a:pathLst>
              <a:path w="216" h="30">
                <a:moveTo>
                  <a:pt x="0" y="30"/>
                </a:moveTo>
                <a:lnTo>
                  <a:pt x="216" y="0"/>
                </a:lnTo>
                <a:lnTo>
                  <a:pt x="216" y="1"/>
                </a:lnTo>
                <a:lnTo>
                  <a:pt x="4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1" name=""/>
          <p:cNvSpPr/>
          <p:nvPr/>
        </p:nvSpPr>
        <p:spPr>
          <a:xfrm>
            <a:off x="2869920" y="2173680"/>
            <a:ext cx="76320" cy="10440"/>
          </a:xfrm>
          <a:custGeom>
            <a:avLst/>
            <a:gdLst/>
            <a:ahLst/>
            <a:rect l="0" t="0" r="r" b="b"/>
            <a:pathLst>
              <a:path w="212" h="29">
                <a:moveTo>
                  <a:pt x="0" y="29"/>
                </a:moveTo>
                <a:lnTo>
                  <a:pt x="212" y="0"/>
                </a:lnTo>
                <a:lnTo>
                  <a:pt x="3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2" name=""/>
          <p:cNvSpPr/>
          <p:nvPr/>
        </p:nvSpPr>
        <p:spPr>
          <a:xfrm>
            <a:off x="2871000" y="2173680"/>
            <a:ext cx="75240" cy="10440"/>
          </a:xfrm>
          <a:custGeom>
            <a:avLst/>
            <a:gdLst/>
            <a:ahLst/>
            <a:rect l="0" t="0" r="r" b="b"/>
            <a:pathLst>
              <a:path w="209" h="29">
                <a:moveTo>
                  <a:pt x="0" y="29"/>
                </a:moveTo>
                <a:lnTo>
                  <a:pt x="209" y="0"/>
                </a:lnTo>
                <a:lnTo>
                  <a:pt x="209" y="1"/>
                </a:lnTo>
                <a:lnTo>
                  <a:pt x="4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3" name=""/>
          <p:cNvSpPr/>
          <p:nvPr/>
        </p:nvSpPr>
        <p:spPr>
          <a:xfrm>
            <a:off x="2872440" y="2174040"/>
            <a:ext cx="73800" cy="10080"/>
          </a:xfrm>
          <a:custGeom>
            <a:avLst/>
            <a:gdLst/>
            <a:ahLst/>
            <a:rect l="0" t="0" r="r" b="b"/>
            <a:pathLst>
              <a:path w="205" h="28">
                <a:moveTo>
                  <a:pt x="0" y="28"/>
                </a:moveTo>
                <a:lnTo>
                  <a:pt x="205" y="0"/>
                </a:lnTo>
                <a:lnTo>
                  <a:pt x="4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4" name=""/>
          <p:cNvSpPr/>
          <p:nvPr/>
        </p:nvSpPr>
        <p:spPr>
          <a:xfrm>
            <a:off x="2873880" y="2174040"/>
            <a:ext cx="72360" cy="10080"/>
          </a:xfrm>
          <a:custGeom>
            <a:avLst/>
            <a:gdLst/>
            <a:ahLst/>
            <a:rect l="0" t="0" r="r" b="b"/>
            <a:pathLst>
              <a:path w="201" h="28">
                <a:moveTo>
                  <a:pt x="0" y="28"/>
                </a:moveTo>
                <a:lnTo>
                  <a:pt x="201" y="0"/>
                </a:lnTo>
                <a:lnTo>
                  <a:pt x="201" y="1"/>
                </a:lnTo>
                <a:lnTo>
                  <a:pt x="4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5" name=""/>
          <p:cNvSpPr/>
          <p:nvPr/>
        </p:nvSpPr>
        <p:spPr>
          <a:xfrm>
            <a:off x="2875320" y="2174400"/>
            <a:ext cx="70920" cy="9720"/>
          </a:xfrm>
          <a:custGeom>
            <a:avLst/>
            <a:gdLst/>
            <a:ahLst/>
            <a:rect l="0" t="0" r="r" b="b"/>
            <a:pathLst>
              <a:path w="197" h="27">
                <a:moveTo>
                  <a:pt x="0" y="27"/>
                </a:moveTo>
                <a:lnTo>
                  <a:pt x="197" y="0"/>
                </a:lnTo>
                <a:lnTo>
                  <a:pt x="3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6" name=""/>
          <p:cNvSpPr/>
          <p:nvPr/>
        </p:nvSpPr>
        <p:spPr>
          <a:xfrm>
            <a:off x="2876400" y="2174400"/>
            <a:ext cx="69840" cy="9720"/>
          </a:xfrm>
          <a:custGeom>
            <a:avLst/>
            <a:gdLst/>
            <a:ahLst/>
            <a:rect l="0" t="0" r="r" b="b"/>
            <a:pathLst>
              <a:path w="194" h="27">
                <a:moveTo>
                  <a:pt x="0" y="27"/>
                </a:moveTo>
                <a:lnTo>
                  <a:pt x="194" y="0"/>
                </a:lnTo>
                <a:lnTo>
                  <a:pt x="194" y="1"/>
                </a:lnTo>
                <a:lnTo>
                  <a:pt x="4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7" name=""/>
          <p:cNvSpPr/>
          <p:nvPr/>
        </p:nvSpPr>
        <p:spPr>
          <a:xfrm>
            <a:off x="2877840" y="2174760"/>
            <a:ext cx="68400" cy="9360"/>
          </a:xfrm>
          <a:custGeom>
            <a:avLst/>
            <a:gdLst/>
            <a:ahLst/>
            <a:rect l="0" t="0" r="r" b="b"/>
            <a:pathLst>
              <a:path w="190" h="26">
                <a:moveTo>
                  <a:pt x="0" y="26"/>
                </a:moveTo>
                <a:lnTo>
                  <a:pt x="190" y="0"/>
                </a:lnTo>
                <a:lnTo>
                  <a:pt x="4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8" name=""/>
          <p:cNvSpPr/>
          <p:nvPr/>
        </p:nvSpPr>
        <p:spPr>
          <a:xfrm>
            <a:off x="2879280" y="2174760"/>
            <a:ext cx="66960" cy="9360"/>
          </a:xfrm>
          <a:custGeom>
            <a:avLst/>
            <a:gdLst/>
            <a:ahLst/>
            <a:rect l="0" t="0" r="r" b="b"/>
            <a:pathLst>
              <a:path w="186" h="26">
                <a:moveTo>
                  <a:pt x="0" y="26"/>
                </a:moveTo>
                <a:lnTo>
                  <a:pt x="186" y="0"/>
                </a:lnTo>
                <a:lnTo>
                  <a:pt x="186" y="1"/>
                </a:lnTo>
                <a:lnTo>
                  <a:pt x="3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599" name=""/>
          <p:cNvSpPr/>
          <p:nvPr/>
        </p:nvSpPr>
        <p:spPr>
          <a:xfrm>
            <a:off x="2880360" y="2175120"/>
            <a:ext cx="65880" cy="9000"/>
          </a:xfrm>
          <a:custGeom>
            <a:avLst/>
            <a:gdLst/>
            <a:ahLst/>
            <a:rect l="0" t="0" r="r" b="b"/>
            <a:pathLst>
              <a:path w="183" h="25">
                <a:moveTo>
                  <a:pt x="0" y="25"/>
                </a:moveTo>
                <a:lnTo>
                  <a:pt x="183" y="0"/>
                </a:lnTo>
                <a:lnTo>
                  <a:pt x="4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0" name=""/>
          <p:cNvSpPr/>
          <p:nvPr/>
        </p:nvSpPr>
        <p:spPr>
          <a:xfrm>
            <a:off x="2881800" y="2175120"/>
            <a:ext cx="64440" cy="9000"/>
          </a:xfrm>
          <a:custGeom>
            <a:avLst/>
            <a:gdLst/>
            <a:ahLst/>
            <a:rect l="0" t="0" r="r" b="b"/>
            <a:pathLst>
              <a:path w="179" h="25">
                <a:moveTo>
                  <a:pt x="0" y="25"/>
                </a:moveTo>
                <a:lnTo>
                  <a:pt x="179" y="0"/>
                </a:lnTo>
                <a:lnTo>
                  <a:pt x="179" y="1"/>
                </a:lnTo>
                <a:lnTo>
                  <a:pt x="4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1" name=""/>
          <p:cNvSpPr/>
          <p:nvPr/>
        </p:nvSpPr>
        <p:spPr>
          <a:xfrm>
            <a:off x="2883240" y="2175480"/>
            <a:ext cx="63000" cy="8640"/>
          </a:xfrm>
          <a:custGeom>
            <a:avLst/>
            <a:gdLst/>
            <a:ahLst/>
            <a:rect l="0" t="0" r="r" b="b"/>
            <a:pathLst>
              <a:path w="175" h="24">
                <a:moveTo>
                  <a:pt x="0" y="24"/>
                </a:moveTo>
                <a:lnTo>
                  <a:pt x="175" y="0"/>
                </a:lnTo>
                <a:lnTo>
                  <a:pt x="3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2" name=""/>
          <p:cNvSpPr/>
          <p:nvPr/>
        </p:nvSpPr>
        <p:spPr>
          <a:xfrm>
            <a:off x="2884320" y="2175480"/>
            <a:ext cx="61920" cy="8640"/>
          </a:xfrm>
          <a:custGeom>
            <a:avLst/>
            <a:gdLst/>
            <a:ahLst/>
            <a:rect l="0" t="0" r="r" b="b"/>
            <a:pathLst>
              <a:path w="172" h="24">
                <a:moveTo>
                  <a:pt x="0" y="24"/>
                </a:moveTo>
                <a:lnTo>
                  <a:pt x="172" y="0"/>
                </a:lnTo>
                <a:lnTo>
                  <a:pt x="172" y="1"/>
                </a:lnTo>
                <a:lnTo>
                  <a:pt x="4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3" name=""/>
          <p:cNvSpPr/>
          <p:nvPr/>
        </p:nvSpPr>
        <p:spPr>
          <a:xfrm>
            <a:off x="2885760" y="2175840"/>
            <a:ext cx="60480" cy="8280"/>
          </a:xfrm>
          <a:custGeom>
            <a:avLst/>
            <a:gdLst/>
            <a:ahLst/>
            <a:rect l="0" t="0" r="r" b="b"/>
            <a:pathLst>
              <a:path w="168" h="23">
                <a:moveTo>
                  <a:pt x="0" y="23"/>
                </a:moveTo>
                <a:lnTo>
                  <a:pt x="168" y="0"/>
                </a:lnTo>
                <a:lnTo>
                  <a:pt x="4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4" name=""/>
          <p:cNvSpPr/>
          <p:nvPr/>
        </p:nvSpPr>
        <p:spPr>
          <a:xfrm>
            <a:off x="2887200" y="2175840"/>
            <a:ext cx="59040" cy="8280"/>
          </a:xfrm>
          <a:custGeom>
            <a:avLst/>
            <a:gdLst/>
            <a:ahLst/>
            <a:rect l="0" t="0" r="r" b="b"/>
            <a:pathLst>
              <a:path w="164" h="23">
                <a:moveTo>
                  <a:pt x="0" y="23"/>
                </a:moveTo>
                <a:lnTo>
                  <a:pt x="164" y="0"/>
                </a:lnTo>
                <a:lnTo>
                  <a:pt x="4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5" name=""/>
          <p:cNvSpPr/>
          <p:nvPr/>
        </p:nvSpPr>
        <p:spPr>
          <a:xfrm>
            <a:off x="2888640" y="2175840"/>
            <a:ext cx="57600" cy="8280"/>
          </a:xfrm>
          <a:custGeom>
            <a:avLst/>
            <a:gdLst/>
            <a:ahLst/>
            <a:rect l="0" t="0" r="r" b="b"/>
            <a:pathLst>
              <a:path w="160" h="23">
                <a:moveTo>
                  <a:pt x="0" y="23"/>
                </a:moveTo>
                <a:lnTo>
                  <a:pt x="160" y="0"/>
                </a:lnTo>
                <a:lnTo>
                  <a:pt x="160" y="1"/>
                </a:lnTo>
                <a:lnTo>
                  <a:pt x="3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6" name=""/>
          <p:cNvSpPr/>
          <p:nvPr/>
        </p:nvSpPr>
        <p:spPr>
          <a:xfrm>
            <a:off x="2889720" y="2176200"/>
            <a:ext cx="56520" cy="7920"/>
          </a:xfrm>
          <a:custGeom>
            <a:avLst/>
            <a:gdLst/>
            <a:ahLst/>
            <a:rect l="0" t="0" r="r" b="b"/>
            <a:pathLst>
              <a:path w="157" h="22">
                <a:moveTo>
                  <a:pt x="0" y="22"/>
                </a:moveTo>
                <a:lnTo>
                  <a:pt x="157" y="0"/>
                </a:lnTo>
                <a:lnTo>
                  <a:pt x="4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7" name=""/>
          <p:cNvSpPr/>
          <p:nvPr/>
        </p:nvSpPr>
        <p:spPr>
          <a:xfrm>
            <a:off x="2891160" y="2176200"/>
            <a:ext cx="55080" cy="7920"/>
          </a:xfrm>
          <a:custGeom>
            <a:avLst/>
            <a:gdLst/>
            <a:ahLst/>
            <a:rect l="0" t="0" r="r" b="b"/>
            <a:pathLst>
              <a:path w="153" h="22">
                <a:moveTo>
                  <a:pt x="0" y="22"/>
                </a:moveTo>
                <a:lnTo>
                  <a:pt x="153" y="0"/>
                </a:lnTo>
                <a:lnTo>
                  <a:pt x="153" y="1"/>
                </a:lnTo>
                <a:lnTo>
                  <a:pt x="4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8" name=""/>
          <p:cNvSpPr/>
          <p:nvPr/>
        </p:nvSpPr>
        <p:spPr>
          <a:xfrm>
            <a:off x="2892600" y="2176560"/>
            <a:ext cx="53640" cy="7560"/>
          </a:xfrm>
          <a:custGeom>
            <a:avLst/>
            <a:gdLst/>
            <a:ahLst/>
            <a:rect l="0" t="0" r="r" b="b"/>
            <a:pathLst>
              <a:path w="149" h="21">
                <a:moveTo>
                  <a:pt x="0" y="21"/>
                </a:moveTo>
                <a:lnTo>
                  <a:pt x="149" y="0"/>
                </a:lnTo>
                <a:lnTo>
                  <a:pt x="3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09" name=""/>
          <p:cNvSpPr/>
          <p:nvPr/>
        </p:nvSpPr>
        <p:spPr>
          <a:xfrm>
            <a:off x="2893680" y="2176560"/>
            <a:ext cx="52560" cy="7560"/>
          </a:xfrm>
          <a:custGeom>
            <a:avLst/>
            <a:gdLst/>
            <a:ahLst/>
            <a:rect l="0" t="0" r="r" b="b"/>
            <a:pathLst>
              <a:path w="146" h="21">
                <a:moveTo>
                  <a:pt x="0" y="21"/>
                </a:moveTo>
                <a:lnTo>
                  <a:pt x="146" y="0"/>
                </a:lnTo>
                <a:lnTo>
                  <a:pt x="146" y="1"/>
                </a:lnTo>
                <a:lnTo>
                  <a:pt x="4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0" name=""/>
          <p:cNvSpPr/>
          <p:nvPr/>
        </p:nvSpPr>
        <p:spPr>
          <a:xfrm>
            <a:off x="2895120" y="2176920"/>
            <a:ext cx="51120" cy="7200"/>
          </a:xfrm>
          <a:custGeom>
            <a:avLst/>
            <a:gdLst/>
            <a:ahLst/>
            <a:rect l="0" t="0" r="r" b="b"/>
            <a:pathLst>
              <a:path w="142" h="20">
                <a:moveTo>
                  <a:pt x="0" y="20"/>
                </a:moveTo>
                <a:lnTo>
                  <a:pt x="142" y="0"/>
                </a:lnTo>
                <a:lnTo>
                  <a:pt x="4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1" name=""/>
          <p:cNvSpPr/>
          <p:nvPr/>
        </p:nvSpPr>
        <p:spPr>
          <a:xfrm>
            <a:off x="2896560" y="2176920"/>
            <a:ext cx="49680" cy="7200"/>
          </a:xfrm>
          <a:custGeom>
            <a:avLst/>
            <a:gdLst/>
            <a:ahLst/>
            <a:rect l="0" t="0" r="r" b="b"/>
            <a:pathLst>
              <a:path w="138" h="20">
                <a:moveTo>
                  <a:pt x="0" y="20"/>
                </a:moveTo>
                <a:lnTo>
                  <a:pt x="138" y="0"/>
                </a:lnTo>
                <a:lnTo>
                  <a:pt x="138" y="1"/>
                </a:lnTo>
                <a:lnTo>
                  <a:pt x="3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2" name=""/>
          <p:cNvSpPr/>
          <p:nvPr/>
        </p:nvSpPr>
        <p:spPr>
          <a:xfrm>
            <a:off x="2897640" y="2177280"/>
            <a:ext cx="48600" cy="6840"/>
          </a:xfrm>
          <a:custGeom>
            <a:avLst/>
            <a:gdLst/>
            <a:ahLst/>
            <a:rect l="0" t="0" r="r" b="b"/>
            <a:pathLst>
              <a:path w="135" h="19">
                <a:moveTo>
                  <a:pt x="0" y="19"/>
                </a:moveTo>
                <a:lnTo>
                  <a:pt x="135" y="0"/>
                </a:lnTo>
                <a:lnTo>
                  <a:pt x="4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3" name=""/>
          <p:cNvSpPr/>
          <p:nvPr/>
        </p:nvSpPr>
        <p:spPr>
          <a:xfrm>
            <a:off x="2899080" y="2177280"/>
            <a:ext cx="47160" cy="6840"/>
          </a:xfrm>
          <a:custGeom>
            <a:avLst/>
            <a:gdLst/>
            <a:ahLst/>
            <a:rect l="0" t="0" r="r" b="b"/>
            <a:pathLst>
              <a:path w="131" h="19">
                <a:moveTo>
                  <a:pt x="0" y="19"/>
                </a:moveTo>
                <a:lnTo>
                  <a:pt x="131" y="0"/>
                </a:lnTo>
                <a:lnTo>
                  <a:pt x="131" y="1"/>
                </a:lnTo>
                <a:lnTo>
                  <a:pt x="4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4" name=""/>
          <p:cNvSpPr/>
          <p:nvPr/>
        </p:nvSpPr>
        <p:spPr>
          <a:xfrm>
            <a:off x="2900520" y="2177640"/>
            <a:ext cx="45720" cy="6480"/>
          </a:xfrm>
          <a:custGeom>
            <a:avLst/>
            <a:gdLst/>
            <a:ahLst/>
            <a:rect l="0" t="0" r="r" b="b"/>
            <a:pathLst>
              <a:path w="127" h="18">
                <a:moveTo>
                  <a:pt x="0" y="18"/>
                </a:moveTo>
                <a:lnTo>
                  <a:pt x="127" y="0"/>
                </a:lnTo>
                <a:lnTo>
                  <a:pt x="3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5" name=""/>
          <p:cNvSpPr/>
          <p:nvPr/>
        </p:nvSpPr>
        <p:spPr>
          <a:xfrm>
            <a:off x="2901600" y="2177640"/>
            <a:ext cx="44640" cy="6480"/>
          </a:xfrm>
          <a:custGeom>
            <a:avLst/>
            <a:gdLst/>
            <a:ahLst/>
            <a:rect l="0" t="0" r="r" b="b"/>
            <a:pathLst>
              <a:path w="124" h="18">
                <a:moveTo>
                  <a:pt x="0" y="18"/>
                </a:moveTo>
                <a:lnTo>
                  <a:pt x="124" y="0"/>
                </a:lnTo>
                <a:lnTo>
                  <a:pt x="124" y="1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6" name=""/>
          <p:cNvSpPr/>
          <p:nvPr/>
        </p:nvSpPr>
        <p:spPr>
          <a:xfrm>
            <a:off x="2903040" y="2178000"/>
            <a:ext cx="43200" cy="6120"/>
          </a:xfrm>
          <a:custGeom>
            <a:avLst/>
            <a:gdLst/>
            <a:ahLst/>
            <a:rect l="0" t="0" r="r" b="b"/>
            <a:pathLst>
              <a:path w="120" h="17">
                <a:moveTo>
                  <a:pt x="0" y="17"/>
                </a:moveTo>
                <a:lnTo>
                  <a:pt x="120" y="0"/>
                </a:lnTo>
                <a:lnTo>
                  <a:pt x="4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7" name=""/>
          <p:cNvSpPr/>
          <p:nvPr/>
        </p:nvSpPr>
        <p:spPr>
          <a:xfrm>
            <a:off x="2904480" y="2178000"/>
            <a:ext cx="41760" cy="6120"/>
          </a:xfrm>
          <a:custGeom>
            <a:avLst/>
            <a:gdLst/>
            <a:ahLst/>
            <a:rect l="0" t="0" r="r" b="b"/>
            <a:pathLst>
              <a:path w="116" h="17">
                <a:moveTo>
                  <a:pt x="0" y="17"/>
                </a:moveTo>
                <a:lnTo>
                  <a:pt x="116" y="0"/>
                </a:lnTo>
                <a:lnTo>
                  <a:pt x="116" y="1"/>
                </a:lnTo>
                <a:lnTo>
                  <a:pt x="4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8" name=""/>
          <p:cNvSpPr/>
          <p:nvPr/>
        </p:nvSpPr>
        <p:spPr>
          <a:xfrm>
            <a:off x="2905920" y="2178360"/>
            <a:ext cx="40320" cy="5760"/>
          </a:xfrm>
          <a:custGeom>
            <a:avLst/>
            <a:gdLst/>
            <a:ahLst/>
            <a:rect l="0" t="0" r="r" b="b"/>
            <a:pathLst>
              <a:path w="112" h="16">
                <a:moveTo>
                  <a:pt x="0" y="16"/>
                </a:moveTo>
                <a:lnTo>
                  <a:pt x="112" y="0"/>
                </a:lnTo>
                <a:lnTo>
                  <a:pt x="3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19" name=""/>
          <p:cNvSpPr/>
          <p:nvPr/>
        </p:nvSpPr>
        <p:spPr>
          <a:xfrm>
            <a:off x="2907000" y="2178360"/>
            <a:ext cx="39240" cy="5760"/>
          </a:xfrm>
          <a:custGeom>
            <a:avLst/>
            <a:gdLst/>
            <a:ahLst/>
            <a:rect l="0" t="0" r="r" b="b"/>
            <a:pathLst>
              <a:path w="109" h="16">
                <a:moveTo>
                  <a:pt x="0" y="16"/>
                </a:moveTo>
                <a:lnTo>
                  <a:pt x="109" y="0"/>
                </a:lnTo>
                <a:lnTo>
                  <a:pt x="109" y="1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20" name=""/>
          <p:cNvSpPr/>
          <p:nvPr/>
        </p:nvSpPr>
        <p:spPr>
          <a:xfrm>
            <a:off x="2908440" y="2178720"/>
            <a:ext cx="37800" cy="5400"/>
          </a:xfrm>
          <a:custGeom>
            <a:avLst/>
            <a:gdLst/>
            <a:ahLst/>
            <a:rect l="0" t="0" r="r" b="b"/>
            <a:pathLst>
              <a:path w="105" h="15">
                <a:moveTo>
                  <a:pt x="0" y="15"/>
                </a:moveTo>
                <a:lnTo>
                  <a:pt x="105" y="0"/>
                </a:lnTo>
                <a:lnTo>
                  <a:pt x="4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21" name=""/>
          <p:cNvSpPr/>
          <p:nvPr/>
        </p:nvSpPr>
        <p:spPr>
          <a:xfrm>
            <a:off x="2909880" y="2178720"/>
            <a:ext cx="36360" cy="5400"/>
          </a:xfrm>
          <a:custGeom>
            <a:avLst/>
            <a:gdLst/>
            <a:ahLst/>
            <a:rect l="0" t="0" r="r" b="b"/>
            <a:pathLst>
              <a:path w="101" h="15">
                <a:moveTo>
                  <a:pt x="0" y="15"/>
                </a:moveTo>
                <a:lnTo>
                  <a:pt x="101" y="0"/>
                </a:lnTo>
                <a:lnTo>
                  <a:pt x="101" y="1"/>
                </a:lnTo>
                <a:lnTo>
                  <a:pt x="3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22" name=""/>
          <p:cNvSpPr/>
          <p:nvPr/>
        </p:nvSpPr>
        <p:spPr>
          <a:xfrm>
            <a:off x="2910960" y="2179080"/>
            <a:ext cx="35280" cy="5400"/>
          </a:xfrm>
          <a:custGeom>
            <a:avLst/>
            <a:gdLst/>
            <a:ahLst/>
            <a:rect l="0" t="0" r="r" b="b"/>
            <a:pathLst>
              <a:path w="98" h="15">
                <a:moveTo>
                  <a:pt x="0" y="15"/>
                </a:moveTo>
                <a:lnTo>
                  <a:pt x="98" y="0"/>
                </a:lnTo>
                <a:lnTo>
                  <a:pt x="4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23" name=""/>
          <p:cNvSpPr/>
          <p:nvPr/>
        </p:nvSpPr>
        <p:spPr>
          <a:xfrm>
            <a:off x="2912400" y="2179080"/>
            <a:ext cx="33840" cy="5400"/>
          </a:xfrm>
          <a:custGeom>
            <a:avLst/>
            <a:gdLst/>
            <a:ahLst/>
            <a:rect l="0" t="0" r="r" b="b"/>
            <a:pathLst>
              <a:path w="94" h="15">
                <a:moveTo>
                  <a:pt x="0" y="15"/>
                </a:moveTo>
                <a:lnTo>
                  <a:pt x="94" y="0"/>
                </a:lnTo>
                <a:lnTo>
                  <a:pt x="94" y="2"/>
                </a:lnTo>
                <a:lnTo>
                  <a:pt x="4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24" name=""/>
          <p:cNvSpPr/>
          <p:nvPr/>
        </p:nvSpPr>
        <p:spPr>
          <a:xfrm>
            <a:off x="2913840" y="2179440"/>
            <a:ext cx="32400" cy="4680"/>
          </a:xfrm>
          <a:custGeom>
            <a:avLst/>
            <a:gdLst/>
            <a:ahLst/>
            <a:rect l="0" t="0" r="r" b="b"/>
            <a:pathLst>
              <a:path w="90" h="13">
                <a:moveTo>
                  <a:pt x="0" y="13"/>
                </a:moveTo>
                <a:lnTo>
                  <a:pt x="90" y="0"/>
                </a:lnTo>
                <a:lnTo>
                  <a:pt x="3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25" name=""/>
          <p:cNvSpPr/>
          <p:nvPr/>
        </p:nvSpPr>
        <p:spPr>
          <a:xfrm>
            <a:off x="2914920" y="2179440"/>
            <a:ext cx="31320" cy="4680"/>
          </a:xfrm>
          <a:custGeom>
            <a:avLst/>
            <a:gdLst/>
            <a:ahLst/>
            <a:rect l="0" t="0" r="r" b="b"/>
            <a:pathLst>
              <a:path w="87" h="13">
                <a:moveTo>
                  <a:pt x="0" y="13"/>
                </a:moveTo>
                <a:lnTo>
                  <a:pt x="87" y="0"/>
                </a:lnTo>
                <a:lnTo>
                  <a:pt x="87" y="1"/>
                </a:lnTo>
                <a:lnTo>
                  <a:pt x="4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26" name=""/>
          <p:cNvSpPr/>
          <p:nvPr/>
        </p:nvSpPr>
        <p:spPr>
          <a:xfrm>
            <a:off x="2916360" y="2179800"/>
            <a:ext cx="29880" cy="4320"/>
          </a:xfrm>
          <a:custGeom>
            <a:avLst/>
            <a:gdLst/>
            <a:ahLst/>
            <a:rect l="0" t="0" r="r" b="b"/>
            <a:pathLst>
              <a:path w="83" h="12">
                <a:moveTo>
                  <a:pt x="0" y="12"/>
                </a:moveTo>
                <a:lnTo>
                  <a:pt x="83" y="0"/>
                </a:lnTo>
                <a:lnTo>
                  <a:pt x="4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27" name=""/>
          <p:cNvSpPr/>
          <p:nvPr/>
        </p:nvSpPr>
        <p:spPr>
          <a:xfrm>
            <a:off x="2917800" y="2179800"/>
            <a:ext cx="28440" cy="4320"/>
          </a:xfrm>
          <a:custGeom>
            <a:avLst/>
            <a:gdLst/>
            <a:ahLst/>
            <a:rect l="0" t="0" r="r" b="b"/>
            <a:pathLst>
              <a:path w="79" h="12">
                <a:moveTo>
                  <a:pt x="0" y="12"/>
                </a:moveTo>
                <a:lnTo>
                  <a:pt x="79" y="0"/>
                </a:lnTo>
                <a:lnTo>
                  <a:pt x="79" y="1"/>
                </a:lnTo>
                <a:lnTo>
                  <a:pt x="4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28" name=""/>
          <p:cNvSpPr/>
          <p:nvPr/>
        </p:nvSpPr>
        <p:spPr>
          <a:xfrm>
            <a:off x="2919240" y="2180160"/>
            <a:ext cx="27000" cy="3960"/>
          </a:xfrm>
          <a:custGeom>
            <a:avLst/>
            <a:gdLst/>
            <a:ahLst/>
            <a:rect l="0" t="0" r="r" b="b"/>
            <a:pathLst>
              <a:path w="75" h="11">
                <a:moveTo>
                  <a:pt x="0" y="11"/>
                </a:moveTo>
                <a:lnTo>
                  <a:pt x="75" y="0"/>
                </a:lnTo>
                <a:lnTo>
                  <a:pt x="3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29" name=""/>
          <p:cNvSpPr/>
          <p:nvPr/>
        </p:nvSpPr>
        <p:spPr>
          <a:xfrm>
            <a:off x="2920320" y="2180160"/>
            <a:ext cx="25920" cy="3960"/>
          </a:xfrm>
          <a:custGeom>
            <a:avLst/>
            <a:gdLst/>
            <a:ahLst/>
            <a:rect l="0" t="0" r="r" b="b"/>
            <a:pathLst>
              <a:path w="72" h="11">
                <a:moveTo>
                  <a:pt x="0" y="11"/>
                </a:moveTo>
                <a:lnTo>
                  <a:pt x="72" y="0"/>
                </a:lnTo>
                <a:lnTo>
                  <a:pt x="72" y="1"/>
                </a:lnTo>
                <a:lnTo>
                  <a:pt x="4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0" name=""/>
          <p:cNvSpPr/>
          <p:nvPr/>
        </p:nvSpPr>
        <p:spPr>
          <a:xfrm>
            <a:off x="2921760" y="2180520"/>
            <a:ext cx="24480" cy="3600"/>
          </a:xfrm>
          <a:custGeom>
            <a:avLst/>
            <a:gdLst/>
            <a:ahLst/>
            <a:rect l="0" t="0" r="r" b="b"/>
            <a:pathLst>
              <a:path w="68" h="10">
                <a:moveTo>
                  <a:pt x="0" y="10"/>
                </a:moveTo>
                <a:lnTo>
                  <a:pt x="68" y="0"/>
                </a:lnTo>
                <a:lnTo>
                  <a:pt x="4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1" name=""/>
          <p:cNvSpPr/>
          <p:nvPr/>
        </p:nvSpPr>
        <p:spPr>
          <a:xfrm>
            <a:off x="2923200" y="2180520"/>
            <a:ext cx="23040" cy="3600"/>
          </a:xfrm>
          <a:custGeom>
            <a:avLst/>
            <a:gdLst/>
            <a:ahLst/>
            <a:rect l="0" t="0" r="r" b="b"/>
            <a:pathLst>
              <a:path w="64" h="10">
                <a:moveTo>
                  <a:pt x="0" y="10"/>
                </a:moveTo>
                <a:lnTo>
                  <a:pt x="64" y="0"/>
                </a:lnTo>
                <a:lnTo>
                  <a:pt x="64" y="1"/>
                </a:lnTo>
                <a:lnTo>
                  <a:pt x="3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2" name=""/>
          <p:cNvSpPr/>
          <p:nvPr/>
        </p:nvSpPr>
        <p:spPr>
          <a:xfrm>
            <a:off x="2924280" y="2180880"/>
            <a:ext cx="21960" cy="3600"/>
          </a:xfrm>
          <a:custGeom>
            <a:avLst/>
            <a:gdLst/>
            <a:ahLst/>
            <a:rect l="0" t="0" r="r" b="b"/>
            <a:pathLst>
              <a:path w="61" h="10">
                <a:moveTo>
                  <a:pt x="0" y="10"/>
                </a:moveTo>
                <a:lnTo>
                  <a:pt x="61" y="0"/>
                </a:lnTo>
                <a:lnTo>
                  <a:pt x="4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3" name=""/>
          <p:cNvSpPr/>
          <p:nvPr/>
        </p:nvSpPr>
        <p:spPr>
          <a:xfrm>
            <a:off x="2925720" y="2180880"/>
            <a:ext cx="20520" cy="3600"/>
          </a:xfrm>
          <a:custGeom>
            <a:avLst/>
            <a:gdLst/>
            <a:ahLst/>
            <a:rect l="0" t="0" r="r" b="b"/>
            <a:pathLst>
              <a:path w="57" h="10">
                <a:moveTo>
                  <a:pt x="0" y="10"/>
                </a:moveTo>
                <a:lnTo>
                  <a:pt x="57" y="0"/>
                </a:lnTo>
                <a:lnTo>
                  <a:pt x="57" y="2"/>
                </a:lnTo>
                <a:lnTo>
                  <a:pt x="4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4" name=""/>
          <p:cNvSpPr/>
          <p:nvPr/>
        </p:nvSpPr>
        <p:spPr>
          <a:xfrm>
            <a:off x="2927160" y="2181240"/>
            <a:ext cx="19080" cy="2880"/>
          </a:xfrm>
          <a:custGeom>
            <a:avLst/>
            <a:gdLst/>
            <a:ahLst/>
            <a:rect l="0" t="0" r="r" b="b"/>
            <a:pathLst>
              <a:path w="53" h="8">
                <a:moveTo>
                  <a:pt x="0" y="8"/>
                </a:moveTo>
                <a:lnTo>
                  <a:pt x="53" y="0"/>
                </a:lnTo>
                <a:lnTo>
                  <a:pt x="3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5" name=""/>
          <p:cNvSpPr/>
          <p:nvPr/>
        </p:nvSpPr>
        <p:spPr>
          <a:xfrm>
            <a:off x="2928240" y="2181240"/>
            <a:ext cx="18000" cy="2880"/>
          </a:xfrm>
          <a:custGeom>
            <a:avLst/>
            <a:gdLst/>
            <a:ahLst/>
            <a:rect l="0" t="0" r="r" b="b"/>
            <a:pathLst>
              <a:path w="50" h="8">
                <a:moveTo>
                  <a:pt x="0" y="8"/>
                </a:moveTo>
                <a:lnTo>
                  <a:pt x="50" y="0"/>
                </a:lnTo>
                <a:lnTo>
                  <a:pt x="50" y="1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6" name=""/>
          <p:cNvSpPr/>
          <p:nvPr/>
        </p:nvSpPr>
        <p:spPr>
          <a:xfrm>
            <a:off x="2929680" y="2181600"/>
            <a:ext cx="16560" cy="2520"/>
          </a:xfrm>
          <a:custGeom>
            <a:avLst/>
            <a:gdLst/>
            <a:ahLst/>
            <a:rect l="0" t="0" r="r" b="b"/>
            <a:pathLst>
              <a:path w="46" h="7">
                <a:moveTo>
                  <a:pt x="0" y="7"/>
                </a:moveTo>
                <a:lnTo>
                  <a:pt x="46" y="0"/>
                </a:lnTo>
                <a:lnTo>
                  <a:pt x="4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7" name=""/>
          <p:cNvSpPr/>
          <p:nvPr/>
        </p:nvSpPr>
        <p:spPr>
          <a:xfrm>
            <a:off x="2931120" y="2181600"/>
            <a:ext cx="15120" cy="2520"/>
          </a:xfrm>
          <a:custGeom>
            <a:avLst/>
            <a:gdLst/>
            <a:ahLst/>
            <a:rect l="0" t="0" r="r" b="b"/>
            <a:pathLst>
              <a:path w="42" h="7">
                <a:moveTo>
                  <a:pt x="0" y="7"/>
                </a:moveTo>
                <a:lnTo>
                  <a:pt x="42" y="0"/>
                </a:lnTo>
                <a:lnTo>
                  <a:pt x="42" y="1"/>
                </a:lnTo>
                <a:lnTo>
                  <a:pt x="4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8" name=""/>
          <p:cNvSpPr/>
          <p:nvPr/>
        </p:nvSpPr>
        <p:spPr>
          <a:xfrm>
            <a:off x="2932560" y="2181960"/>
            <a:ext cx="13680" cy="2520"/>
          </a:xfrm>
          <a:custGeom>
            <a:avLst/>
            <a:gdLst/>
            <a:ahLst/>
            <a:rect l="0" t="0" r="r" b="b"/>
            <a:pathLst>
              <a:path w="38" h="7">
                <a:moveTo>
                  <a:pt x="0" y="7"/>
                </a:moveTo>
                <a:lnTo>
                  <a:pt x="38" y="0"/>
                </a:lnTo>
                <a:lnTo>
                  <a:pt x="3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39" name=""/>
          <p:cNvSpPr/>
          <p:nvPr/>
        </p:nvSpPr>
        <p:spPr>
          <a:xfrm>
            <a:off x="2933640" y="2181960"/>
            <a:ext cx="12600" cy="2520"/>
          </a:xfrm>
          <a:custGeom>
            <a:avLst/>
            <a:gdLst/>
            <a:ahLst/>
            <a:rect l="0" t="0" r="r" b="b"/>
            <a:pathLst>
              <a:path w="35" h="7">
                <a:moveTo>
                  <a:pt x="0" y="7"/>
                </a:moveTo>
                <a:lnTo>
                  <a:pt x="35" y="0"/>
                </a:lnTo>
                <a:lnTo>
                  <a:pt x="35" y="2"/>
                </a:lnTo>
                <a:lnTo>
                  <a:pt x="4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40" name=""/>
          <p:cNvSpPr/>
          <p:nvPr/>
        </p:nvSpPr>
        <p:spPr>
          <a:xfrm>
            <a:off x="2935080" y="2182320"/>
            <a:ext cx="11160" cy="1800"/>
          </a:xfrm>
          <a:custGeom>
            <a:avLst/>
            <a:gdLst/>
            <a:ahLst/>
            <a:rect l="0" t="0" r="r" b="b"/>
            <a:pathLst>
              <a:path w="31" h="5">
                <a:moveTo>
                  <a:pt x="0" y="5"/>
                </a:moveTo>
                <a:lnTo>
                  <a:pt x="31" y="0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41" name=""/>
          <p:cNvSpPr/>
          <p:nvPr/>
        </p:nvSpPr>
        <p:spPr>
          <a:xfrm>
            <a:off x="2936520" y="2182320"/>
            <a:ext cx="9720" cy="1800"/>
          </a:xfrm>
          <a:custGeom>
            <a:avLst/>
            <a:gdLst/>
            <a:ahLst/>
            <a:rect l="0" t="0" r="r" b="b"/>
            <a:pathLst>
              <a:path w="27" h="5">
                <a:moveTo>
                  <a:pt x="0" y="5"/>
                </a:moveTo>
                <a:lnTo>
                  <a:pt x="27" y="0"/>
                </a:lnTo>
                <a:lnTo>
                  <a:pt x="27" y="1"/>
                </a:lnTo>
                <a:lnTo>
                  <a:pt x="3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42" name=""/>
          <p:cNvSpPr/>
          <p:nvPr/>
        </p:nvSpPr>
        <p:spPr>
          <a:xfrm>
            <a:off x="2937600" y="2182680"/>
            <a:ext cx="8640" cy="1440"/>
          </a:xfrm>
          <a:custGeom>
            <a:avLst/>
            <a:gdLst/>
            <a:ahLst/>
            <a:rect l="0" t="0" r="r" b="b"/>
            <a:pathLst>
              <a:path w="24" h="4">
                <a:moveTo>
                  <a:pt x="0" y="4"/>
                </a:moveTo>
                <a:lnTo>
                  <a:pt x="24" y="0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43" name=""/>
          <p:cNvSpPr/>
          <p:nvPr/>
        </p:nvSpPr>
        <p:spPr>
          <a:xfrm>
            <a:off x="2939040" y="2182680"/>
            <a:ext cx="7200" cy="1440"/>
          </a:xfrm>
          <a:custGeom>
            <a:avLst/>
            <a:gdLst/>
            <a:ahLst/>
            <a:rect l="0" t="0" r="r" b="b"/>
            <a:pathLst>
              <a:path w="20" h="4">
                <a:moveTo>
                  <a:pt x="0" y="4"/>
                </a:moveTo>
                <a:lnTo>
                  <a:pt x="20" y="0"/>
                </a:lnTo>
                <a:lnTo>
                  <a:pt x="20" y="1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44" name=""/>
          <p:cNvSpPr/>
          <p:nvPr/>
        </p:nvSpPr>
        <p:spPr>
          <a:xfrm>
            <a:off x="2940480" y="2183040"/>
            <a:ext cx="6120" cy="1440"/>
          </a:xfrm>
          <a:custGeom>
            <a:avLst/>
            <a:gdLst/>
            <a:ahLst/>
            <a:rect l="0" t="0" r="r" b="b"/>
            <a:pathLst>
              <a:path w="17" h="4">
                <a:moveTo>
                  <a:pt x="0" y="4"/>
                </a:moveTo>
                <a:lnTo>
                  <a:pt x="17" y="0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45" name=""/>
          <p:cNvSpPr/>
          <p:nvPr/>
        </p:nvSpPr>
        <p:spPr>
          <a:xfrm>
            <a:off x="2941560" y="218304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0" y="4"/>
                </a:moveTo>
                <a:lnTo>
                  <a:pt x="13" y="0"/>
                </a:lnTo>
                <a:lnTo>
                  <a:pt x="13" y="2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46" name=""/>
          <p:cNvSpPr/>
          <p:nvPr/>
        </p:nvSpPr>
        <p:spPr>
          <a:xfrm>
            <a:off x="2943000" y="2183400"/>
            <a:ext cx="2880" cy="360"/>
          </a:xfrm>
          <a:custGeom>
            <a:avLst/>
            <a:gdLst/>
            <a:ahLst/>
            <a:rect l="0" t="0" r="r" b="b"/>
            <a:pathLst>
              <a:path w="8" h="1">
                <a:moveTo>
                  <a:pt x="0" y="1"/>
                </a:moveTo>
                <a:lnTo>
                  <a:pt x="8" y="0"/>
                </a:lnTo>
                <a:lnTo>
                  <a:pt x="4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47" name=""/>
          <p:cNvSpPr/>
          <p:nvPr/>
        </p:nvSpPr>
        <p:spPr>
          <a:xfrm>
            <a:off x="2944440" y="2183400"/>
            <a:ext cx="1440" cy="360"/>
          </a:xfrm>
          <a:custGeom>
            <a:avLst/>
            <a:gdLst/>
            <a:ahLst/>
            <a:rect l="0" t="0" r="r" b="b"/>
            <a:pathLst>
              <a:path w="4" h="1">
                <a:moveTo>
                  <a:pt x="0" y="1"/>
                </a:moveTo>
                <a:lnTo>
                  <a:pt x="4" y="0"/>
                </a:lnTo>
                <a:lnTo>
                  <a:pt x="4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48" name=""/>
          <p:cNvSpPr/>
          <p:nvPr/>
        </p:nvSpPr>
        <p:spPr>
          <a:xfrm>
            <a:off x="2774880" y="2160720"/>
            <a:ext cx="171360" cy="23400"/>
          </a:xfrm>
          <a:custGeom>
            <a:avLst/>
            <a:gdLst/>
            <a:ahLst/>
            <a:rect l="0" t="0" r="r" b="b"/>
            <a:pathLst>
              <a:path w="476" h="65">
                <a:moveTo>
                  <a:pt x="0" y="65"/>
                </a:moveTo>
                <a:lnTo>
                  <a:pt x="476" y="65"/>
                </a:lnTo>
                <a:lnTo>
                  <a:pt x="476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49" name=""/>
          <p:cNvSpPr/>
          <p:nvPr/>
        </p:nvSpPr>
        <p:spPr>
          <a:xfrm flipV="1">
            <a:off x="4051440" y="2297160"/>
            <a:ext cx="0" cy="66924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0" name=""/>
          <p:cNvSpPr/>
          <p:nvPr/>
        </p:nvSpPr>
        <p:spPr>
          <a:xfrm>
            <a:off x="4051440" y="2297160"/>
            <a:ext cx="597240" cy="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1" name=""/>
          <p:cNvSpPr/>
          <p:nvPr/>
        </p:nvSpPr>
        <p:spPr>
          <a:xfrm>
            <a:off x="4648680" y="2297160"/>
            <a:ext cx="0" cy="92520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2" name=""/>
          <p:cNvSpPr/>
          <p:nvPr/>
        </p:nvSpPr>
        <p:spPr>
          <a:xfrm flipV="1">
            <a:off x="3773880" y="2169360"/>
            <a:ext cx="0" cy="79704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3" name=""/>
          <p:cNvSpPr/>
          <p:nvPr/>
        </p:nvSpPr>
        <p:spPr>
          <a:xfrm>
            <a:off x="3773880" y="2169360"/>
            <a:ext cx="1431000" cy="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4" name=""/>
          <p:cNvSpPr/>
          <p:nvPr/>
        </p:nvSpPr>
        <p:spPr>
          <a:xfrm>
            <a:off x="4648680" y="3222360"/>
            <a:ext cx="556200" cy="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5" name=""/>
          <p:cNvSpPr/>
          <p:nvPr/>
        </p:nvSpPr>
        <p:spPr>
          <a:xfrm>
            <a:off x="5204880" y="2169360"/>
            <a:ext cx="0" cy="44640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6" name=""/>
          <p:cNvSpPr/>
          <p:nvPr/>
        </p:nvSpPr>
        <p:spPr>
          <a:xfrm>
            <a:off x="5204880" y="2775960"/>
            <a:ext cx="0" cy="44640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7" name=""/>
          <p:cNvSpPr/>
          <p:nvPr/>
        </p:nvSpPr>
        <p:spPr>
          <a:xfrm>
            <a:off x="5044320" y="2615040"/>
            <a:ext cx="318960" cy="254880"/>
          </a:xfrm>
          <a:custGeom>
            <a:avLst/>
            <a:gdLst/>
            <a:ahLst/>
            <a:rect l="0" t="0" r="r" b="b"/>
            <a:pathLst>
              <a:path w="886" h="708">
                <a:moveTo>
                  <a:pt x="0" y="0"/>
                </a:moveTo>
                <a:lnTo>
                  <a:pt x="886" y="0"/>
                </a:lnTo>
                <a:lnTo>
                  <a:pt x="886" y="708"/>
                </a:lnTo>
                <a:lnTo>
                  <a:pt x="0" y="708"/>
                </a:lnTo>
                <a:lnTo>
                  <a:pt x="0" y="0"/>
                </a:lnTo>
                <a:moveTo>
                  <a:pt x="708" y="354"/>
                </a:moveTo>
                <a:lnTo>
                  <a:pt x="177" y="88"/>
                </a:lnTo>
                <a:lnTo>
                  <a:pt x="177" y="620"/>
                </a:lnTo>
                <a:lnTo>
                  <a:pt x="708" y="354"/>
                </a:lnTo>
                <a:close/>
              </a:path>
            </a:pathLst>
          </a:custGeom>
          <a:solidFill>
            <a:srgbClr val="ffc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58" name=""/>
          <p:cNvSpPr/>
          <p:nvPr/>
        </p:nvSpPr>
        <p:spPr>
          <a:xfrm>
            <a:off x="5108040" y="2646720"/>
            <a:ext cx="191160" cy="191520"/>
          </a:xfrm>
          <a:custGeom>
            <a:avLst/>
            <a:gdLst/>
            <a:ahLst/>
            <a:rect l="0" t="0" r="r" b="b"/>
            <a:pathLst>
              <a:path w="531" h="532">
                <a:moveTo>
                  <a:pt x="531" y="265"/>
                </a:moveTo>
                <a:lnTo>
                  <a:pt x="0" y="0"/>
                </a:lnTo>
                <a:lnTo>
                  <a:pt x="0" y="532"/>
                </a:lnTo>
                <a:lnTo>
                  <a:pt x="531" y="265"/>
                </a:lnTo>
                <a:close/>
              </a:path>
            </a:pathLst>
          </a:custGeom>
          <a:solidFill>
            <a:srgbClr val="99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659" name=""/>
          <p:cNvSpPr/>
          <p:nvPr/>
        </p:nvSpPr>
        <p:spPr>
          <a:xfrm>
            <a:off x="5108040" y="2646720"/>
            <a:ext cx="191160" cy="191520"/>
          </a:xfrm>
          <a:custGeom>
            <a:avLst/>
            <a:gdLst/>
            <a:ahLst/>
            <a:rect l="0" t="0" r="r" b="b"/>
            <a:pathLst>
              <a:path w="531" h="532">
                <a:moveTo>
                  <a:pt x="531" y="265"/>
                </a:moveTo>
                <a:lnTo>
                  <a:pt x="0" y="532"/>
                </a:lnTo>
                <a:lnTo>
                  <a:pt x="0" y="0"/>
                </a:lnTo>
                <a:lnTo>
                  <a:pt x="531" y="2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0" name=""/>
          <p:cNvSpPr/>
          <p:nvPr/>
        </p:nvSpPr>
        <p:spPr>
          <a:xfrm>
            <a:off x="5044320" y="2615040"/>
            <a:ext cx="318960" cy="254880"/>
          </a:xfrm>
          <a:custGeom>
            <a:avLst/>
            <a:gdLst/>
            <a:ahLst/>
            <a:rect l="0" t="0" r="r" b="b"/>
            <a:pathLst>
              <a:path w="886" h="708">
                <a:moveTo>
                  <a:pt x="0" y="708"/>
                </a:moveTo>
                <a:lnTo>
                  <a:pt x="886" y="708"/>
                </a:lnTo>
                <a:lnTo>
                  <a:pt x="886" y="0"/>
                </a:lnTo>
                <a:lnTo>
                  <a:pt x="0" y="0"/>
                </a:lnTo>
                <a:lnTo>
                  <a:pt x="0" y="708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1" name=""/>
          <p:cNvSpPr/>
          <p:nvPr/>
        </p:nvSpPr>
        <p:spPr>
          <a:xfrm>
            <a:off x="444852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2" name=""/>
          <p:cNvSpPr/>
          <p:nvPr/>
        </p:nvSpPr>
        <p:spPr>
          <a:xfrm>
            <a:off x="44499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3" name=""/>
          <p:cNvSpPr/>
          <p:nvPr/>
        </p:nvSpPr>
        <p:spPr>
          <a:xfrm>
            <a:off x="44517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4" name=""/>
          <p:cNvSpPr/>
          <p:nvPr/>
        </p:nvSpPr>
        <p:spPr>
          <a:xfrm>
            <a:off x="44535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8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5" name=""/>
          <p:cNvSpPr/>
          <p:nvPr/>
        </p:nvSpPr>
        <p:spPr>
          <a:xfrm>
            <a:off x="44553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9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6" name=""/>
          <p:cNvSpPr/>
          <p:nvPr/>
        </p:nvSpPr>
        <p:spPr>
          <a:xfrm>
            <a:off x="44571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7" name=""/>
          <p:cNvSpPr/>
          <p:nvPr/>
        </p:nvSpPr>
        <p:spPr>
          <a:xfrm>
            <a:off x="445896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8" name=""/>
          <p:cNvSpPr/>
          <p:nvPr/>
        </p:nvSpPr>
        <p:spPr>
          <a:xfrm>
            <a:off x="44604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b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69" name=""/>
          <p:cNvSpPr/>
          <p:nvPr/>
        </p:nvSpPr>
        <p:spPr>
          <a:xfrm>
            <a:off x="44622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0" name=""/>
          <p:cNvSpPr/>
          <p:nvPr/>
        </p:nvSpPr>
        <p:spPr>
          <a:xfrm>
            <a:off x="44640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1" name=""/>
          <p:cNvSpPr/>
          <p:nvPr/>
        </p:nvSpPr>
        <p:spPr>
          <a:xfrm>
            <a:off x="446580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d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2" name=""/>
          <p:cNvSpPr/>
          <p:nvPr/>
        </p:nvSpPr>
        <p:spPr>
          <a:xfrm>
            <a:off x="44676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e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3" name=""/>
          <p:cNvSpPr/>
          <p:nvPr/>
        </p:nvSpPr>
        <p:spPr>
          <a:xfrm>
            <a:off x="446940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f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4" name=""/>
          <p:cNvSpPr/>
          <p:nvPr/>
        </p:nvSpPr>
        <p:spPr>
          <a:xfrm>
            <a:off x="44708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0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5" name=""/>
          <p:cNvSpPr/>
          <p:nvPr/>
        </p:nvSpPr>
        <p:spPr>
          <a:xfrm>
            <a:off x="44726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2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6" name=""/>
          <p:cNvSpPr/>
          <p:nvPr/>
        </p:nvSpPr>
        <p:spPr>
          <a:xfrm>
            <a:off x="447444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3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7" name=""/>
          <p:cNvSpPr/>
          <p:nvPr/>
        </p:nvSpPr>
        <p:spPr>
          <a:xfrm>
            <a:off x="44762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4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8" name=""/>
          <p:cNvSpPr/>
          <p:nvPr/>
        </p:nvSpPr>
        <p:spPr>
          <a:xfrm>
            <a:off x="44780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5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79" name=""/>
          <p:cNvSpPr/>
          <p:nvPr/>
        </p:nvSpPr>
        <p:spPr>
          <a:xfrm>
            <a:off x="447984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6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0" name=""/>
          <p:cNvSpPr/>
          <p:nvPr/>
        </p:nvSpPr>
        <p:spPr>
          <a:xfrm>
            <a:off x="44812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7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1" name=""/>
          <p:cNvSpPr/>
          <p:nvPr/>
        </p:nvSpPr>
        <p:spPr>
          <a:xfrm>
            <a:off x="44830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9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2" name=""/>
          <p:cNvSpPr/>
          <p:nvPr/>
        </p:nvSpPr>
        <p:spPr>
          <a:xfrm>
            <a:off x="44848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a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3" name=""/>
          <p:cNvSpPr/>
          <p:nvPr/>
        </p:nvSpPr>
        <p:spPr>
          <a:xfrm>
            <a:off x="44866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b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4" name=""/>
          <p:cNvSpPr/>
          <p:nvPr/>
        </p:nvSpPr>
        <p:spPr>
          <a:xfrm>
            <a:off x="448848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c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5" name=""/>
          <p:cNvSpPr/>
          <p:nvPr/>
        </p:nvSpPr>
        <p:spPr>
          <a:xfrm>
            <a:off x="44899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e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6" name=""/>
          <p:cNvSpPr/>
          <p:nvPr/>
        </p:nvSpPr>
        <p:spPr>
          <a:xfrm>
            <a:off x="44917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f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7" name=""/>
          <p:cNvSpPr/>
          <p:nvPr/>
        </p:nvSpPr>
        <p:spPr>
          <a:xfrm>
            <a:off x="44935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1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8" name=""/>
          <p:cNvSpPr/>
          <p:nvPr/>
        </p:nvSpPr>
        <p:spPr>
          <a:xfrm>
            <a:off x="44953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2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89" name=""/>
          <p:cNvSpPr/>
          <p:nvPr/>
        </p:nvSpPr>
        <p:spPr>
          <a:xfrm>
            <a:off x="44971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4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0" name=""/>
          <p:cNvSpPr/>
          <p:nvPr/>
        </p:nvSpPr>
        <p:spPr>
          <a:xfrm>
            <a:off x="449892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5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1" name=""/>
          <p:cNvSpPr/>
          <p:nvPr/>
        </p:nvSpPr>
        <p:spPr>
          <a:xfrm>
            <a:off x="45003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7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2" name=""/>
          <p:cNvSpPr/>
          <p:nvPr/>
        </p:nvSpPr>
        <p:spPr>
          <a:xfrm>
            <a:off x="45021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9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3" name=""/>
          <p:cNvSpPr/>
          <p:nvPr/>
        </p:nvSpPr>
        <p:spPr>
          <a:xfrm>
            <a:off x="45039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b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4" name=""/>
          <p:cNvSpPr/>
          <p:nvPr/>
        </p:nvSpPr>
        <p:spPr>
          <a:xfrm>
            <a:off x="45057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c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5" name=""/>
          <p:cNvSpPr/>
          <p:nvPr/>
        </p:nvSpPr>
        <p:spPr>
          <a:xfrm>
            <a:off x="45075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e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6" name=""/>
          <p:cNvSpPr/>
          <p:nvPr/>
        </p:nvSpPr>
        <p:spPr>
          <a:xfrm>
            <a:off x="450936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0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7" name=""/>
          <p:cNvSpPr/>
          <p:nvPr/>
        </p:nvSpPr>
        <p:spPr>
          <a:xfrm>
            <a:off x="45108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2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8" name=""/>
          <p:cNvSpPr/>
          <p:nvPr/>
        </p:nvSpPr>
        <p:spPr>
          <a:xfrm>
            <a:off x="45126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3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699" name=""/>
          <p:cNvSpPr/>
          <p:nvPr/>
        </p:nvSpPr>
        <p:spPr>
          <a:xfrm>
            <a:off x="45144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5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0" name=""/>
          <p:cNvSpPr/>
          <p:nvPr/>
        </p:nvSpPr>
        <p:spPr>
          <a:xfrm>
            <a:off x="451620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7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1" name=""/>
          <p:cNvSpPr/>
          <p:nvPr/>
        </p:nvSpPr>
        <p:spPr>
          <a:xfrm>
            <a:off x="45180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9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2" name=""/>
          <p:cNvSpPr/>
          <p:nvPr/>
        </p:nvSpPr>
        <p:spPr>
          <a:xfrm>
            <a:off x="451980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b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3" name=""/>
          <p:cNvSpPr/>
          <p:nvPr/>
        </p:nvSpPr>
        <p:spPr>
          <a:xfrm>
            <a:off x="45212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d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4" name=""/>
          <p:cNvSpPr/>
          <p:nvPr/>
        </p:nvSpPr>
        <p:spPr>
          <a:xfrm>
            <a:off x="45230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e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5" name=""/>
          <p:cNvSpPr/>
          <p:nvPr/>
        </p:nvSpPr>
        <p:spPr>
          <a:xfrm>
            <a:off x="452484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0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6" name=""/>
          <p:cNvSpPr/>
          <p:nvPr/>
        </p:nvSpPr>
        <p:spPr>
          <a:xfrm>
            <a:off x="45266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2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7" name=""/>
          <p:cNvSpPr/>
          <p:nvPr/>
        </p:nvSpPr>
        <p:spPr>
          <a:xfrm>
            <a:off x="45284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4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8" name=""/>
          <p:cNvSpPr/>
          <p:nvPr/>
        </p:nvSpPr>
        <p:spPr>
          <a:xfrm>
            <a:off x="453024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6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09" name=""/>
          <p:cNvSpPr/>
          <p:nvPr/>
        </p:nvSpPr>
        <p:spPr>
          <a:xfrm>
            <a:off x="45316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8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0" name=""/>
          <p:cNvSpPr/>
          <p:nvPr/>
        </p:nvSpPr>
        <p:spPr>
          <a:xfrm>
            <a:off x="45334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a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1" name=""/>
          <p:cNvSpPr/>
          <p:nvPr/>
        </p:nvSpPr>
        <p:spPr>
          <a:xfrm>
            <a:off x="45352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c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2" name=""/>
          <p:cNvSpPr/>
          <p:nvPr/>
        </p:nvSpPr>
        <p:spPr>
          <a:xfrm>
            <a:off x="45370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e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3" name=""/>
          <p:cNvSpPr/>
          <p:nvPr/>
        </p:nvSpPr>
        <p:spPr>
          <a:xfrm>
            <a:off x="45388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0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4" name=""/>
          <p:cNvSpPr/>
          <p:nvPr/>
        </p:nvSpPr>
        <p:spPr>
          <a:xfrm>
            <a:off x="454068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2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5" name=""/>
          <p:cNvSpPr/>
          <p:nvPr/>
        </p:nvSpPr>
        <p:spPr>
          <a:xfrm>
            <a:off x="45421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4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6" name=""/>
          <p:cNvSpPr/>
          <p:nvPr/>
        </p:nvSpPr>
        <p:spPr>
          <a:xfrm>
            <a:off x="45439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6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7" name=""/>
          <p:cNvSpPr/>
          <p:nvPr/>
        </p:nvSpPr>
        <p:spPr>
          <a:xfrm>
            <a:off x="45457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8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8" name=""/>
          <p:cNvSpPr/>
          <p:nvPr/>
        </p:nvSpPr>
        <p:spPr>
          <a:xfrm>
            <a:off x="45475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9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19" name=""/>
          <p:cNvSpPr/>
          <p:nvPr/>
        </p:nvSpPr>
        <p:spPr>
          <a:xfrm>
            <a:off x="454932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b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0" name=""/>
          <p:cNvSpPr/>
          <p:nvPr/>
        </p:nvSpPr>
        <p:spPr>
          <a:xfrm>
            <a:off x="45507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d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1" name=""/>
          <p:cNvSpPr/>
          <p:nvPr/>
        </p:nvSpPr>
        <p:spPr>
          <a:xfrm>
            <a:off x="45525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f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2" name=""/>
          <p:cNvSpPr/>
          <p:nvPr/>
        </p:nvSpPr>
        <p:spPr>
          <a:xfrm>
            <a:off x="45543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1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3" name=""/>
          <p:cNvSpPr/>
          <p:nvPr/>
        </p:nvSpPr>
        <p:spPr>
          <a:xfrm>
            <a:off x="45561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3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4" name=""/>
          <p:cNvSpPr/>
          <p:nvPr/>
        </p:nvSpPr>
        <p:spPr>
          <a:xfrm>
            <a:off x="45579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5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5" name=""/>
          <p:cNvSpPr/>
          <p:nvPr/>
        </p:nvSpPr>
        <p:spPr>
          <a:xfrm>
            <a:off x="455976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7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6" name=""/>
          <p:cNvSpPr/>
          <p:nvPr/>
        </p:nvSpPr>
        <p:spPr>
          <a:xfrm>
            <a:off x="45612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8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7" name=""/>
          <p:cNvSpPr/>
          <p:nvPr/>
        </p:nvSpPr>
        <p:spPr>
          <a:xfrm>
            <a:off x="45630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a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8" name=""/>
          <p:cNvSpPr/>
          <p:nvPr/>
        </p:nvSpPr>
        <p:spPr>
          <a:xfrm>
            <a:off x="45648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c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29" name=""/>
          <p:cNvSpPr/>
          <p:nvPr/>
        </p:nvSpPr>
        <p:spPr>
          <a:xfrm>
            <a:off x="456660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e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0" name=""/>
          <p:cNvSpPr/>
          <p:nvPr/>
        </p:nvSpPr>
        <p:spPr>
          <a:xfrm>
            <a:off x="45684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f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1" name=""/>
          <p:cNvSpPr/>
          <p:nvPr/>
        </p:nvSpPr>
        <p:spPr>
          <a:xfrm>
            <a:off x="457020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2" name=""/>
          <p:cNvSpPr/>
          <p:nvPr/>
        </p:nvSpPr>
        <p:spPr>
          <a:xfrm>
            <a:off x="45716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2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3" name=""/>
          <p:cNvSpPr/>
          <p:nvPr/>
        </p:nvSpPr>
        <p:spPr>
          <a:xfrm>
            <a:off x="45734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4" name=""/>
          <p:cNvSpPr/>
          <p:nvPr/>
        </p:nvSpPr>
        <p:spPr>
          <a:xfrm>
            <a:off x="457524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5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5" name=""/>
          <p:cNvSpPr/>
          <p:nvPr/>
        </p:nvSpPr>
        <p:spPr>
          <a:xfrm>
            <a:off x="45770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7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6" name=""/>
          <p:cNvSpPr/>
          <p:nvPr/>
        </p:nvSpPr>
        <p:spPr>
          <a:xfrm>
            <a:off x="45788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8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7" name=""/>
          <p:cNvSpPr/>
          <p:nvPr/>
        </p:nvSpPr>
        <p:spPr>
          <a:xfrm>
            <a:off x="458064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a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8" name=""/>
          <p:cNvSpPr/>
          <p:nvPr/>
        </p:nvSpPr>
        <p:spPr>
          <a:xfrm>
            <a:off x="45820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b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39" name=""/>
          <p:cNvSpPr/>
          <p:nvPr/>
        </p:nvSpPr>
        <p:spPr>
          <a:xfrm>
            <a:off x="45838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d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0" name=""/>
          <p:cNvSpPr/>
          <p:nvPr/>
        </p:nvSpPr>
        <p:spPr>
          <a:xfrm>
            <a:off x="45856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e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1" name=""/>
          <p:cNvSpPr/>
          <p:nvPr/>
        </p:nvSpPr>
        <p:spPr>
          <a:xfrm>
            <a:off x="45874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0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2" name=""/>
          <p:cNvSpPr/>
          <p:nvPr/>
        </p:nvSpPr>
        <p:spPr>
          <a:xfrm>
            <a:off x="45892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1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3" name=""/>
          <p:cNvSpPr/>
          <p:nvPr/>
        </p:nvSpPr>
        <p:spPr>
          <a:xfrm>
            <a:off x="459108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2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4" name=""/>
          <p:cNvSpPr/>
          <p:nvPr/>
        </p:nvSpPr>
        <p:spPr>
          <a:xfrm>
            <a:off x="45925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3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5" name=""/>
          <p:cNvSpPr/>
          <p:nvPr/>
        </p:nvSpPr>
        <p:spPr>
          <a:xfrm>
            <a:off x="45943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4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6" name=""/>
          <p:cNvSpPr/>
          <p:nvPr/>
        </p:nvSpPr>
        <p:spPr>
          <a:xfrm>
            <a:off x="45961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6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7" name=""/>
          <p:cNvSpPr/>
          <p:nvPr/>
        </p:nvSpPr>
        <p:spPr>
          <a:xfrm>
            <a:off x="45979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7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8" name=""/>
          <p:cNvSpPr/>
          <p:nvPr/>
        </p:nvSpPr>
        <p:spPr>
          <a:xfrm>
            <a:off x="45997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8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49" name=""/>
          <p:cNvSpPr/>
          <p:nvPr/>
        </p:nvSpPr>
        <p:spPr>
          <a:xfrm>
            <a:off x="460152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9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0" name=""/>
          <p:cNvSpPr/>
          <p:nvPr/>
        </p:nvSpPr>
        <p:spPr>
          <a:xfrm>
            <a:off x="46029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a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1" name=""/>
          <p:cNvSpPr/>
          <p:nvPr/>
        </p:nvSpPr>
        <p:spPr>
          <a:xfrm>
            <a:off x="46047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b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2" name=""/>
          <p:cNvSpPr/>
          <p:nvPr/>
        </p:nvSpPr>
        <p:spPr>
          <a:xfrm>
            <a:off x="46065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c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3" name=""/>
          <p:cNvSpPr/>
          <p:nvPr/>
        </p:nvSpPr>
        <p:spPr>
          <a:xfrm>
            <a:off x="46083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d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4" name=""/>
          <p:cNvSpPr/>
          <p:nvPr/>
        </p:nvSpPr>
        <p:spPr>
          <a:xfrm>
            <a:off x="461016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5" name=""/>
          <p:cNvSpPr/>
          <p:nvPr/>
        </p:nvSpPr>
        <p:spPr>
          <a:xfrm>
            <a:off x="46116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f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6" name=""/>
          <p:cNvSpPr/>
          <p:nvPr/>
        </p:nvSpPr>
        <p:spPr>
          <a:xfrm>
            <a:off x="46134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0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7" name=""/>
          <p:cNvSpPr/>
          <p:nvPr/>
        </p:nvSpPr>
        <p:spPr>
          <a:xfrm>
            <a:off x="46152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1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8" name=""/>
          <p:cNvSpPr/>
          <p:nvPr/>
        </p:nvSpPr>
        <p:spPr>
          <a:xfrm>
            <a:off x="461700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59" name=""/>
          <p:cNvSpPr/>
          <p:nvPr/>
        </p:nvSpPr>
        <p:spPr>
          <a:xfrm>
            <a:off x="46188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0" name=""/>
          <p:cNvSpPr/>
          <p:nvPr/>
        </p:nvSpPr>
        <p:spPr>
          <a:xfrm>
            <a:off x="462060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1" name=""/>
          <p:cNvSpPr/>
          <p:nvPr/>
        </p:nvSpPr>
        <p:spPr>
          <a:xfrm>
            <a:off x="46220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4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2" name=""/>
          <p:cNvSpPr/>
          <p:nvPr/>
        </p:nvSpPr>
        <p:spPr>
          <a:xfrm>
            <a:off x="46238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3" name=""/>
          <p:cNvSpPr/>
          <p:nvPr/>
        </p:nvSpPr>
        <p:spPr>
          <a:xfrm>
            <a:off x="462564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4" name=""/>
          <p:cNvSpPr/>
          <p:nvPr/>
        </p:nvSpPr>
        <p:spPr>
          <a:xfrm>
            <a:off x="46274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5" name=""/>
          <p:cNvSpPr/>
          <p:nvPr/>
        </p:nvSpPr>
        <p:spPr>
          <a:xfrm>
            <a:off x="46292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6" name=""/>
          <p:cNvSpPr/>
          <p:nvPr/>
        </p:nvSpPr>
        <p:spPr>
          <a:xfrm>
            <a:off x="463104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7" name=""/>
          <p:cNvSpPr/>
          <p:nvPr/>
        </p:nvSpPr>
        <p:spPr>
          <a:xfrm>
            <a:off x="46324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8" name=""/>
          <p:cNvSpPr/>
          <p:nvPr/>
        </p:nvSpPr>
        <p:spPr>
          <a:xfrm>
            <a:off x="46342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69" name=""/>
          <p:cNvSpPr/>
          <p:nvPr/>
        </p:nvSpPr>
        <p:spPr>
          <a:xfrm>
            <a:off x="46360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0" name=""/>
          <p:cNvSpPr/>
          <p:nvPr/>
        </p:nvSpPr>
        <p:spPr>
          <a:xfrm>
            <a:off x="46378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1" name=""/>
          <p:cNvSpPr/>
          <p:nvPr/>
        </p:nvSpPr>
        <p:spPr>
          <a:xfrm>
            <a:off x="46396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2" name=""/>
          <p:cNvSpPr/>
          <p:nvPr/>
        </p:nvSpPr>
        <p:spPr>
          <a:xfrm>
            <a:off x="464148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3" name=""/>
          <p:cNvSpPr/>
          <p:nvPr/>
        </p:nvSpPr>
        <p:spPr>
          <a:xfrm>
            <a:off x="46429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4" name=""/>
          <p:cNvSpPr/>
          <p:nvPr/>
        </p:nvSpPr>
        <p:spPr>
          <a:xfrm>
            <a:off x="46447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5" name=""/>
          <p:cNvSpPr/>
          <p:nvPr/>
        </p:nvSpPr>
        <p:spPr>
          <a:xfrm>
            <a:off x="46465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6" name=""/>
          <p:cNvSpPr/>
          <p:nvPr/>
        </p:nvSpPr>
        <p:spPr>
          <a:xfrm>
            <a:off x="46483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7" name=""/>
          <p:cNvSpPr/>
          <p:nvPr/>
        </p:nvSpPr>
        <p:spPr>
          <a:xfrm>
            <a:off x="4650120" y="2632680"/>
            <a:ext cx="3600" cy="405000"/>
          </a:xfrm>
          <a:custGeom>
            <a:avLst/>
            <a:gdLst/>
            <a:ahLst/>
            <a:rect l="0" t="0" r="r" b="b"/>
            <a:pathLst>
              <a:path w="10" h="1125">
                <a:moveTo>
                  <a:pt x="0" y="1125"/>
                </a:moveTo>
                <a:lnTo>
                  <a:pt x="0" y="0"/>
                </a:lnTo>
                <a:lnTo>
                  <a:pt x="10" y="0"/>
                </a:lnTo>
                <a:lnTo>
                  <a:pt x="10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8" name=""/>
          <p:cNvSpPr/>
          <p:nvPr/>
        </p:nvSpPr>
        <p:spPr>
          <a:xfrm>
            <a:off x="4653360" y="2632680"/>
            <a:ext cx="3960" cy="405000"/>
          </a:xfrm>
          <a:custGeom>
            <a:avLst/>
            <a:gdLst/>
            <a:ahLst/>
            <a:rect l="0" t="0" r="r" b="b"/>
            <a:pathLst>
              <a:path w="11" h="1125">
                <a:moveTo>
                  <a:pt x="0" y="1125"/>
                </a:moveTo>
                <a:lnTo>
                  <a:pt x="0" y="0"/>
                </a:lnTo>
                <a:lnTo>
                  <a:pt x="11" y="0"/>
                </a:lnTo>
                <a:lnTo>
                  <a:pt x="11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79" name=""/>
          <p:cNvSpPr/>
          <p:nvPr/>
        </p:nvSpPr>
        <p:spPr>
          <a:xfrm>
            <a:off x="46569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0" name=""/>
          <p:cNvSpPr/>
          <p:nvPr/>
        </p:nvSpPr>
        <p:spPr>
          <a:xfrm>
            <a:off x="46587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1" name=""/>
          <p:cNvSpPr/>
          <p:nvPr/>
        </p:nvSpPr>
        <p:spPr>
          <a:xfrm>
            <a:off x="46605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2" name=""/>
          <p:cNvSpPr/>
          <p:nvPr/>
        </p:nvSpPr>
        <p:spPr>
          <a:xfrm>
            <a:off x="466236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3" name=""/>
          <p:cNvSpPr/>
          <p:nvPr/>
        </p:nvSpPr>
        <p:spPr>
          <a:xfrm>
            <a:off x="46638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4" name=""/>
          <p:cNvSpPr/>
          <p:nvPr/>
        </p:nvSpPr>
        <p:spPr>
          <a:xfrm>
            <a:off x="46656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5" name=""/>
          <p:cNvSpPr/>
          <p:nvPr/>
        </p:nvSpPr>
        <p:spPr>
          <a:xfrm>
            <a:off x="4667400" y="2632680"/>
            <a:ext cx="3960" cy="405000"/>
          </a:xfrm>
          <a:custGeom>
            <a:avLst/>
            <a:gdLst/>
            <a:ahLst/>
            <a:rect l="0" t="0" r="r" b="b"/>
            <a:pathLst>
              <a:path w="11" h="1125">
                <a:moveTo>
                  <a:pt x="0" y="1125"/>
                </a:moveTo>
                <a:lnTo>
                  <a:pt x="0" y="0"/>
                </a:lnTo>
                <a:lnTo>
                  <a:pt x="11" y="0"/>
                </a:lnTo>
                <a:lnTo>
                  <a:pt x="11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6" name=""/>
          <p:cNvSpPr/>
          <p:nvPr/>
        </p:nvSpPr>
        <p:spPr>
          <a:xfrm>
            <a:off x="4671000" y="2632680"/>
            <a:ext cx="3600" cy="405000"/>
          </a:xfrm>
          <a:custGeom>
            <a:avLst/>
            <a:gdLst/>
            <a:ahLst/>
            <a:rect l="0" t="0" r="r" b="b"/>
            <a:pathLst>
              <a:path w="10" h="1125">
                <a:moveTo>
                  <a:pt x="0" y="1125"/>
                </a:moveTo>
                <a:lnTo>
                  <a:pt x="0" y="0"/>
                </a:lnTo>
                <a:lnTo>
                  <a:pt x="10" y="0"/>
                </a:lnTo>
                <a:lnTo>
                  <a:pt x="10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7" name=""/>
          <p:cNvSpPr/>
          <p:nvPr/>
        </p:nvSpPr>
        <p:spPr>
          <a:xfrm>
            <a:off x="46742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8" name=""/>
          <p:cNvSpPr/>
          <p:nvPr/>
        </p:nvSpPr>
        <p:spPr>
          <a:xfrm>
            <a:off x="467604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89" name=""/>
          <p:cNvSpPr/>
          <p:nvPr/>
        </p:nvSpPr>
        <p:spPr>
          <a:xfrm>
            <a:off x="46778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0" name=""/>
          <p:cNvSpPr/>
          <p:nvPr/>
        </p:nvSpPr>
        <p:spPr>
          <a:xfrm>
            <a:off x="46796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1" name=""/>
          <p:cNvSpPr/>
          <p:nvPr/>
        </p:nvSpPr>
        <p:spPr>
          <a:xfrm>
            <a:off x="468144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2" name=""/>
          <p:cNvSpPr/>
          <p:nvPr/>
        </p:nvSpPr>
        <p:spPr>
          <a:xfrm>
            <a:off x="46828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3" name=""/>
          <p:cNvSpPr/>
          <p:nvPr/>
        </p:nvSpPr>
        <p:spPr>
          <a:xfrm>
            <a:off x="4684680" y="2632680"/>
            <a:ext cx="3960" cy="405000"/>
          </a:xfrm>
          <a:custGeom>
            <a:avLst/>
            <a:gdLst/>
            <a:ahLst/>
            <a:rect l="0" t="0" r="r" b="b"/>
            <a:pathLst>
              <a:path w="11" h="1125">
                <a:moveTo>
                  <a:pt x="0" y="1125"/>
                </a:moveTo>
                <a:lnTo>
                  <a:pt x="0" y="0"/>
                </a:lnTo>
                <a:lnTo>
                  <a:pt x="11" y="0"/>
                </a:lnTo>
                <a:lnTo>
                  <a:pt x="11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4" name=""/>
          <p:cNvSpPr/>
          <p:nvPr/>
        </p:nvSpPr>
        <p:spPr>
          <a:xfrm>
            <a:off x="46882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5" name=""/>
          <p:cNvSpPr/>
          <p:nvPr/>
        </p:nvSpPr>
        <p:spPr>
          <a:xfrm>
            <a:off x="46900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6" name=""/>
          <p:cNvSpPr/>
          <p:nvPr/>
        </p:nvSpPr>
        <p:spPr>
          <a:xfrm>
            <a:off x="469188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7" name=""/>
          <p:cNvSpPr/>
          <p:nvPr/>
        </p:nvSpPr>
        <p:spPr>
          <a:xfrm>
            <a:off x="46933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8" name=""/>
          <p:cNvSpPr/>
          <p:nvPr/>
        </p:nvSpPr>
        <p:spPr>
          <a:xfrm>
            <a:off x="4695120" y="2632680"/>
            <a:ext cx="3960" cy="405000"/>
          </a:xfrm>
          <a:custGeom>
            <a:avLst/>
            <a:gdLst/>
            <a:ahLst/>
            <a:rect l="0" t="0" r="r" b="b"/>
            <a:pathLst>
              <a:path w="11" h="1125">
                <a:moveTo>
                  <a:pt x="0" y="1125"/>
                </a:moveTo>
                <a:lnTo>
                  <a:pt x="0" y="0"/>
                </a:lnTo>
                <a:lnTo>
                  <a:pt x="11" y="0"/>
                </a:lnTo>
                <a:lnTo>
                  <a:pt x="11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799" name=""/>
          <p:cNvSpPr/>
          <p:nvPr/>
        </p:nvSpPr>
        <p:spPr>
          <a:xfrm>
            <a:off x="4698720" y="2632680"/>
            <a:ext cx="3960" cy="405000"/>
          </a:xfrm>
          <a:custGeom>
            <a:avLst/>
            <a:gdLst/>
            <a:ahLst/>
            <a:rect l="0" t="0" r="r" b="b"/>
            <a:pathLst>
              <a:path w="11" h="1125">
                <a:moveTo>
                  <a:pt x="0" y="1125"/>
                </a:moveTo>
                <a:lnTo>
                  <a:pt x="0" y="0"/>
                </a:lnTo>
                <a:lnTo>
                  <a:pt x="11" y="0"/>
                </a:lnTo>
                <a:lnTo>
                  <a:pt x="11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0" name=""/>
          <p:cNvSpPr/>
          <p:nvPr/>
        </p:nvSpPr>
        <p:spPr>
          <a:xfrm>
            <a:off x="4702320" y="2632680"/>
            <a:ext cx="3600" cy="405000"/>
          </a:xfrm>
          <a:custGeom>
            <a:avLst/>
            <a:gdLst/>
            <a:ahLst/>
            <a:rect l="0" t="0" r="r" b="b"/>
            <a:pathLst>
              <a:path w="10" h="1125">
                <a:moveTo>
                  <a:pt x="0" y="1125"/>
                </a:moveTo>
                <a:lnTo>
                  <a:pt x="0" y="0"/>
                </a:lnTo>
                <a:lnTo>
                  <a:pt x="10" y="0"/>
                </a:lnTo>
                <a:lnTo>
                  <a:pt x="10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1" name=""/>
          <p:cNvSpPr/>
          <p:nvPr/>
        </p:nvSpPr>
        <p:spPr>
          <a:xfrm>
            <a:off x="4705560" y="2632680"/>
            <a:ext cx="3960" cy="405000"/>
          </a:xfrm>
          <a:custGeom>
            <a:avLst/>
            <a:gdLst/>
            <a:ahLst/>
            <a:rect l="0" t="0" r="r" b="b"/>
            <a:pathLst>
              <a:path w="11" h="1125">
                <a:moveTo>
                  <a:pt x="0" y="1125"/>
                </a:moveTo>
                <a:lnTo>
                  <a:pt x="0" y="0"/>
                </a:lnTo>
                <a:lnTo>
                  <a:pt x="11" y="0"/>
                </a:lnTo>
                <a:lnTo>
                  <a:pt x="11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2" name=""/>
          <p:cNvSpPr/>
          <p:nvPr/>
        </p:nvSpPr>
        <p:spPr>
          <a:xfrm>
            <a:off x="47091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7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3" name=""/>
          <p:cNvSpPr/>
          <p:nvPr/>
        </p:nvSpPr>
        <p:spPr>
          <a:xfrm>
            <a:off x="47109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4" name=""/>
          <p:cNvSpPr/>
          <p:nvPr/>
        </p:nvSpPr>
        <p:spPr>
          <a:xfrm>
            <a:off x="471276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5" name=""/>
          <p:cNvSpPr/>
          <p:nvPr/>
        </p:nvSpPr>
        <p:spPr>
          <a:xfrm>
            <a:off x="47142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6" name=""/>
          <p:cNvSpPr/>
          <p:nvPr/>
        </p:nvSpPr>
        <p:spPr>
          <a:xfrm>
            <a:off x="47160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4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7" name=""/>
          <p:cNvSpPr/>
          <p:nvPr/>
        </p:nvSpPr>
        <p:spPr>
          <a:xfrm>
            <a:off x="471780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8" name=""/>
          <p:cNvSpPr/>
          <p:nvPr/>
        </p:nvSpPr>
        <p:spPr>
          <a:xfrm>
            <a:off x="47196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3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09" name=""/>
          <p:cNvSpPr/>
          <p:nvPr/>
        </p:nvSpPr>
        <p:spPr>
          <a:xfrm>
            <a:off x="47214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0" name=""/>
          <p:cNvSpPr/>
          <p:nvPr/>
        </p:nvSpPr>
        <p:spPr>
          <a:xfrm>
            <a:off x="472320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1" name=""/>
          <p:cNvSpPr/>
          <p:nvPr/>
        </p:nvSpPr>
        <p:spPr>
          <a:xfrm>
            <a:off x="47246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f0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2" name=""/>
          <p:cNvSpPr/>
          <p:nvPr/>
        </p:nvSpPr>
        <p:spPr>
          <a:xfrm>
            <a:off x="472644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f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3" name=""/>
          <p:cNvSpPr/>
          <p:nvPr/>
        </p:nvSpPr>
        <p:spPr>
          <a:xfrm>
            <a:off x="47282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4" name=""/>
          <p:cNvSpPr/>
          <p:nvPr/>
        </p:nvSpPr>
        <p:spPr>
          <a:xfrm>
            <a:off x="47300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d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5" name=""/>
          <p:cNvSpPr/>
          <p:nvPr/>
        </p:nvSpPr>
        <p:spPr>
          <a:xfrm>
            <a:off x="473184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c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6" name=""/>
          <p:cNvSpPr/>
          <p:nvPr/>
        </p:nvSpPr>
        <p:spPr>
          <a:xfrm>
            <a:off x="47332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b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7" name=""/>
          <p:cNvSpPr/>
          <p:nvPr/>
        </p:nvSpPr>
        <p:spPr>
          <a:xfrm>
            <a:off x="47350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a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8" name=""/>
          <p:cNvSpPr/>
          <p:nvPr/>
        </p:nvSpPr>
        <p:spPr>
          <a:xfrm>
            <a:off x="47368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9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19" name=""/>
          <p:cNvSpPr/>
          <p:nvPr/>
        </p:nvSpPr>
        <p:spPr>
          <a:xfrm>
            <a:off x="47386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8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0" name=""/>
          <p:cNvSpPr/>
          <p:nvPr/>
        </p:nvSpPr>
        <p:spPr>
          <a:xfrm>
            <a:off x="47404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7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1" name=""/>
          <p:cNvSpPr/>
          <p:nvPr/>
        </p:nvSpPr>
        <p:spPr>
          <a:xfrm>
            <a:off x="474228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6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2" name=""/>
          <p:cNvSpPr/>
          <p:nvPr/>
        </p:nvSpPr>
        <p:spPr>
          <a:xfrm>
            <a:off x="47437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5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3" name=""/>
          <p:cNvSpPr/>
          <p:nvPr/>
        </p:nvSpPr>
        <p:spPr>
          <a:xfrm>
            <a:off x="47455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4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4" name=""/>
          <p:cNvSpPr/>
          <p:nvPr/>
        </p:nvSpPr>
        <p:spPr>
          <a:xfrm>
            <a:off x="47473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3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5" name=""/>
          <p:cNvSpPr/>
          <p:nvPr/>
        </p:nvSpPr>
        <p:spPr>
          <a:xfrm>
            <a:off x="47491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2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6" name=""/>
          <p:cNvSpPr/>
          <p:nvPr/>
        </p:nvSpPr>
        <p:spPr>
          <a:xfrm>
            <a:off x="47509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e0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7" name=""/>
          <p:cNvSpPr/>
          <p:nvPr/>
        </p:nvSpPr>
        <p:spPr>
          <a:xfrm>
            <a:off x="475272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f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8" name=""/>
          <p:cNvSpPr/>
          <p:nvPr/>
        </p:nvSpPr>
        <p:spPr>
          <a:xfrm>
            <a:off x="47541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d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29" name=""/>
          <p:cNvSpPr/>
          <p:nvPr/>
        </p:nvSpPr>
        <p:spPr>
          <a:xfrm>
            <a:off x="47559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c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0" name=""/>
          <p:cNvSpPr/>
          <p:nvPr/>
        </p:nvSpPr>
        <p:spPr>
          <a:xfrm>
            <a:off x="47577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a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1" name=""/>
          <p:cNvSpPr/>
          <p:nvPr/>
        </p:nvSpPr>
        <p:spPr>
          <a:xfrm>
            <a:off x="47595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9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2" name=""/>
          <p:cNvSpPr/>
          <p:nvPr/>
        </p:nvSpPr>
        <p:spPr>
          <a:xfrm>
            <a:off x="47613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7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3" name=""/>
          <p:cNvSpPr/>
          <p:nvPr/>
        </p:nvSpPr>
        <p:spPr>
          <a:xfrm>
            <a:off x="476316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6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4" name=""/>
          <p:cNvSpPr/>
          <p:nvPr/>
        </p:nvSpPr>
        <p:spPr>
          <a:xfrm>
            <a:off x="47646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5" name=""/>
          <p:cNvSpPr/>
          <p:nvPr/>
        </p:nvSpPr>
        <p:spPr>
          <a:xfrm>
            <a:off x="47664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3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6" name=""/>
          <p:cNvSpPr/>
          <p:nvPr/>
        </p:nvSpPr>
        <p:spPr>
          <a:xfrm>
            <a:off x="476820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7" name=""/>
          <p:cNvSpPr/>
          <p:nvPr/>
        </p:nvSpPr>
        <p:spPr>
          <a:xfrm>
            <a:off x="47700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d0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8" name=""/>
          <p:cNvSpPr/>
          <p:nvPr/>
        </p:nvSpPr>
        <p:spPr>
          <a:xfrm>
            <a:off x="47718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e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39" name=""/>
          <p:cNvSpPr/>
          <p:nvPr/>
        </p:nvSpPr>
        <p:spPr>
          <a:xfrm>
            <a:off x="477360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c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0" name=""/>
          <p:cNvSpPr/>
          <p:nvPr/>
        </p:nvSpPr>
        <p:spPr>
          <a:xfrm>
            <a:off x="47750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a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1" name=""/>
          <p:cNvSpPr/>
          <p:nvPr/>
        </p:nvSpPr>
        <p:spPr>
          <a:xfrm>
            <a:off x="477684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9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2" name=""/>
          <p:cNvSpPr/>
          <p:nvPr/>
        </p:nvSpPr>
        <p:spPr>
          <a:xfrm>
            <a:off x="47786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7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3" name=""/>
          <p:cNvSpPr/>
          <p:nvPr/>
        </p:nvSpPr>
        <p:spPr>
          <a:xfrm>
            <a:off x="47804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5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4" name=""/>
          <p:cNvSpPr/>
          <p:nvPr/>
        </p:nvSpPr>
        <p:spPr>
          <a:xfrm>
            <a:off x="47822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3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5" name=""/>
          <p:cNvSpPr/>
          <p:nvPr/>
        </p:nvSpPr>
        <p:spPr>
          <a:xfrm>
            <a:off x="478404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2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6" name=""/>
          <p:cNvSpPr/>
          <p:nvPr/>
        </p:nvSpPr>
        <p:spPr>
          <a:xfrm>
            <a:off x="47854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c0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7" name=""/>
          <p:cNvSpPr/>
          <p:nvPr/>
        </p:nvSpPr>
        <p:spPr>
          <a:xfrm>
            <a:off x="47872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e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8" name=""/>
          <p:cNvSpPr/>
          <p:nvPr/>
        </p:nvSpPr>
        <p:spPr>
          <a:xfrm>
            <a:off x="47890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c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49" name=""/>
          <p:cNvSpPr/>
          <p:nvPr/>
        </p:nvSpPr>
        <p:spPr>
          <a:xfrm>
            <a:off x="47908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a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0" name=""/>
          <p:cNvSpPr/>
          <p:nvPr/>
        </p:nvSpPr>
        <p:spPr>
          <a:xfrm>
            <a:off x="47926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8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1" name=""/>
          <p:cNvSpPr/>
          <p:nvPr/>
        </p:nvSpPr>
        <p:spPr>
          <a:xfrm>
            <a:off x="479448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6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2" name=""/>
          <p:cNvSpPr/>
          <p:nvPr/>
        </p:nvSpPr>
        <p:spPr>
          <a:xfrm>
            <a:off x="47959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4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3" name=""/>
          <p:cNvSpPr/>
          <p:nvPr/>
        </p:nvSpPr>
        <p:spPr>
          <a:xfrm>
            <a:off x="47977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3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4" name=""/>
          <p:cNvSpPr/>
          <p:nvPr/>
        </p:nvSpPr>
        <p:spPr>
          <a:xfrm>
            <a:off x="47995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b1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5" name=""/>
          <p:cNvSpPr/>
          <p:nvPr/>
        </p:nvSpPr>
        <p:spPr>
          <a:xfrm>
            <a:off x="48013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f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6" name=""/>
          <p:cNvSpPr/>
          <p:nvPr/>
        </p:nvSpPr>
        <p:spPr>
          <a:xfrm>
            <a:off x="480312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d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7" name=""/>
          <p:cNvSpPr/>
          <p:nvPr/>
        </p:nvSpPr>
        <p:spPr>
          <a:xfrm>
            <a:off x="48045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b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8" name=""/>
          <p:cNvSpPr/>
          <p:nvPr/>
        </p:nvSpPr>
        <p:spPr>
          <a:xfrm>
            <a:off x="48063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9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59" name=""/>
          <p:cNvSpPr/>
          <p:nvPr/>
        </p:nvSpPr>
        <p:spPr>
          <a:xfrm>
            <a:off x="48081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7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0" name=""/>
          <p:cNvSpPr/>
          <p:nvPr/>
        </p:nvSpPr>
        <p:spPr>
          <a:xfrm>
            <a:off x="48099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5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1" name=""/>
          <p:cNvSpPr/>
          <p:nvPr/>
        </p:nvSpPr>
        <p:spPr>
          <a:xfrm>
            <a:off x="48117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3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2" name=""/>
          <p:cNvSpPr/>
          <p:nvPr/>
        </p:nvSpPr>
        <p:spPr>
          <a:xfrm>
            <a:off x="481356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a1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3" name=""/>
          <p:cNvSpPr/>
          <p:nvPr/>
        </p:nvSpPr>
        <p:spPr>
          <a:xfrm>
            <a:off x="48150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f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4" name=""/>
          <p:cNvSpPr/>
          <p:nvPr/>
        </p:nvSpPr>
        <p:spPr>
          <a:xfrm>
            <a:off x="48168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d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5" name=""/>
          <p:cNvSpPr/>
          <p:nvPr/>
        </p:nvSpPr>
        <p:spPr>
          <a:xfrm>
            <a:off x="481860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c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6" name=""/>
          <p:cNvSpPr/>
          <p:nvPr/>
        </p:nvSpPr>
        <p:spPr>
          <a:xfrm>
            <a:off x="48204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a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7" name=""/>
          <p:cNvSpPr/>
          <p:nvPr/>
        </p:nvSpPr>
        <p:spPr>
          <a:xfrm>
            <a:off x="48222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8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8" name=""/>
          <p:cNvSpPr/>
          <p:nvPr/>
        </p:nvSpPr>
        <p:spPr>
          <a:xfrm>
            <a:off x="482400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6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69" name=""/>
          <p:cNvSpPr/>
          <p:nvPr/>
        </p:nvSpPr>
        <p:spPr>
          <a:xfrm>
            <a:off x="48254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4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0" name=""/>
          <p:cNvSpPr/>
          <p:nvPr/>
        </p:nvSpPr>
        <p:spPr>
          <a:xfrm>
            <a:off x="482724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2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1" name=""/>
          <p:cNvSpPr/>
          <p:nvPr/>
        </p:nvSpPr>
        <p:spPr>
          <a:xfrm>
            <a:off x="48290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90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2" name=""/>
          <p:cNvSpPr/>
          <p:nvPr/>
        </p:nvSpPr>
        <p:spPr>
          <a:xfrm>
            <a:off x="48308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e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3" name=""/>
          <p:cNvSpPr/>
          <p:nvPr/>
        </p:nvSpPr>
        <p:spPr>
          <a:xfrm>
            <a:off x="48326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d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4" name=""/>
          <p:cNvSpPr/>
          <p:nvPr/>
        </p:nvSpPr>
        <p:spPr>
          <a:xfrm>
            <a:off x="483444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b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5" name=""/>
          <p:cNvSpPr/>
          <p:nvPr/>
        </p:nvSpPr>
        <p:spPr>
          <a:xfrm>
            <a:off x="48358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a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6" name=""/>
          <p:cNvSpPr/>
          <p:nvPr/>
        </p:nvSpPr>
        <p:spPr>
          <a:xfrm>
            <a:off x="48376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8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7" name=""/>
          <p:cNvSpPr/>
          <p:nvPr/>
        </p:nvSpPr>
        <p:spPr>
          <a:xfrm>
            <a:off x="48394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6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8" name=""/>
          <p:cNvSpPr/>
          <p:nvPr/>
        </p:nvSpPr>
        <p:spPr>
          <a:xfrm>
            <a:off x="48412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4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79" name=""/>
          <p:cNvSpPr/>
          <p:nvPr/>
        </p:nvSpPr>
        <p:spPr>
          <a:xfrm>
            <a:off x="48430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3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0" name=""/>
          <p:cNvSpPr/>
          <p:nvPr/>
        </p:nvSpPr>
        <p:spPr>
          <a:xfrm>
            <a:off x="484488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1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1" name=""/>
          <p:cNvSpPr/>
          <p:nvPr/>
        </p:nvSpPr>
        <p:spPr>
          <a:xfrm>
            <a:off x="48463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80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2" name=""/>
          <p:cNvSpPr/>
          <p:nvPr/>
        </p:nvSpPr>
        <p:spPr>
          <a:xfrm>
            <a:off x="48481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e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3" name=""/>
          <p:cNvSpPr/>
          <p:nvPr/>
        </p:nvSpPr>
        <p:spPr>
          <a:xfrm>
            <a:off x="48499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d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4" name=""/>
          <p:cNvSpPr/>
          <p:nvPr/>
        </p:nvSpPr>
        <p:spPr>
          <a:xfrm>
            <a:off x="485172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c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5" name=""/>
          <p:cNvSpPr/>
          <p:nvPr/>
        </p:nvSpPr>
        <p:spPr>
          <a:xfrm>
            <a:off x="485352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b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6" name=""/>
          <p:cNvSpPr/>
          <p:nvPr/>
        </p:nvSpPr>
        <p:spPr>
          <a:xfrm>
            <a:off x="485532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9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7" name=""/>
          <p:cNvSpPr/>
          <p:nvPr/>
        </p:nvSpPr>
        <p:spPr>
          <a:xfrm>
            <a:off x="48567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8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8" name=""/>
          <p:cNvSpPr/>
          <p:nvPr/>
        </p:nvSpPr>
        <p:spPr>
          <a:xfrm>
            <a:off x="48585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6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89" name=""/>
          <p:cNvSpPr/>
          <p:nvPr/>
        </p:nvSpPr>
        <p:spPr>
          <a:xfrm>
            <a:off x="486036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5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0" name=""/>
          <p:cNvSpPr/>
          <p:nvPr/>
        </p:nvSpPr>
        <p:spPr>
          <a:xfrm>
            <a:off x="486216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4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1" name=""/>
          <p:cNvSpPr/>
          <p:nvPr/>
        </p:nvSpPr>
        <p:spPr>
          <a:xfrm>
            <a:off x="486396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3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2" name=""/>
          <p:cNvSpPr/>
          <p:nvPr/>
        </p:nvSpPr>
        <p:spPr>
          <a:xfrm>
            <a:off x="48654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2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3" name=""/>
          <p:cNvSpPr/>
          <p:nvPr/>
        </p:nvSpPr>
        <p:spPr>
          <a:xfrm>
            <a:off x="48672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1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4" name=""/>
          <p:cNvSpPr/>
          <p:nvPr/>
        </p:nvSpPr>
        <p:spPr>
          <a:xfrm>
            <a:off x="486900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70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5" name=""/>
          <p:cNvSpPr/>
          <p:nvPr/>
        </p:nvSpPr>
        <p:spPr>
          <a:xfrm>
            <a:off x="48708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f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6" name=""/>
          <p:cNvSpPr/>
          <p:nvPr/>
        </p:nvSpPr>
        <p:spPr>
          <a:xfrm>
            <a:off x="487260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e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7" name=""/>
          <p:cNvSpPr/>
          <p:nvPr/>
        </p:nvSpPr>
        <p:spPr>
          <a:xfrm>
            <a:off x="487440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d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8" name=""/>
          <p:cNvSpPr/>
          <p:nvPr/>
        </p:nvSpPr>
        <p:spPr>
          <a:xfrm>
            <a:off x="48758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899" name=""/>
          <p:cNvSpPr/>
          <p:nvPr/>
        </p:nvSpPr>
        <p:spPr>
          <a:xfrm>
            <a:off x="487764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b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0" name=""/>
          <p:cNvSpPr/>
          <p:nvPr/>
        </p:nvSpPr>
        <p:spPr>
          <a:xfrm>
            <a:off x="48794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1" name=""/>
          <p:cNvSpPr/>
          <p:nvPr/>
        </p:nvSpPr>
        <p:spPr>
          <a:xfrm>
            <a:off x="48812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2" name=""/>
          <p:cNvSpPr/>
          <p:nvPr/>
        </p:nvSpPr>
        <p:spPr>
          <a:xfrm>
            <a:off x="488304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9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3" name=""/>
          <p:cNvSpPr/>
          <p:nvPr/>
        </p:nvSpPr>
        <p:spPr>
          <a:xfrm>
            <a:off x="4884840" y="2632680"/>
            <a:ext cx="1800" cy="405000"/>
          </a:xfrm>
          <a:custGeom>
            <a:avLst/>
            <a:gdLst/>
            <a:ahLst/>
            <a:rect l="0" t="0" r="r" b="b"/>
            <a:pathLst>
              <a:path w="5" h="1125">
                <a:moveTo>
                  <a:pt x="0" y="1125"/>
                </a:moveTo>
                <a:lnTo>
                  <a:pt x="0" y="0"/>
                </a:lnTo>
                <a:lnTo>
                  <a:pt x="5" y="0"/>
                </a:lnTo>
                <a:lnTo>
                  <a:pt x="5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8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4" name=""/>
          <p:cNvSpPr/>
          <p:nvPr/>
        </p:nvSpPr>
        <p:spPr>
          <a:xfrm>
            <a:off x="4886280" y="2632680"/>
            <a:ext cx="2520" cy="405000"/>
          </a:xfrm>
          <a:custGeom>
            <a:avLst/>
            <a:gdLst/>
            <a:ahLst/>
            <a:rect l="0" t="0" r="r" b="b"/>
            <a:pathLst>
              <a:path w="7" h="1125">
                <a:moveTo>
                  <a:pt x="0" y="1125"/>
                </a:moveTo>
                <a:lnTo>
                  <a:pt x="0" y="0"/>
                </a:lnTo>
                <a:lnTo>
                  <a:pt x="7" y="0"/>
                </a:lnTo>
                <a:lnTo>
                  <a:pt x="7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5" name=""/>
          <p:cNvSpPr/>
          <p:nvPr/>
        </p:nvSpPr>
        <p:spPr>
          <a:xfrm>
            <a:off x="48880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6" name=""/>
          <p:cNvSpPr/>
          <p:nvPr/>
        </p:nvSpPr>
        <p:spPr>
          <a:xfrm>
            <a:off x="48898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7" name=""/>
          <p:cNvSpPr/>
          <p:nvPr/>
        </p:nvSpPr>
        <p:spPr>
          <a:xfrm>
            <a:off x="4891680" y="2632680"/>
            <a:ext cx="2160" cy="405000"/>
          </a:xfrm>
          <a:custGeom>
            <a:avLst/>
            <a:gdLst/>
            <a:ahLst/>
            <a:rect l="0" t="0" r="r" b="b"/>
            <a:pathLst>
              <a:path w="6" h="1125">
                <a:moveTo>
                  <a:pt x="0" y="1125"/>
                </a:moveTo>
                <a:lnTo>
                  <a:pt x="0" y="0"/>
                </a:lnTo>
                <a:lnTo>
                  <a:pt x="6" y="0"/>
                </a:lnTo>
                <a:lnTo>
                  <a:pt x="6" y="1125"/>
                </a:lnTo>
                <a:lnTo>
                  <a:pt x="0" y="1125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8" name=""/>
          <p:cNvSpPr/>
          <p:nvPr/>
        </p:nvSpPr>
        <p:spPr>
          <a:xfrm>
            <a:off x="4448520" y="2558520"/>
            <a:ext cx="3600" cy="148320"/>
          </a:xfrm>
          <a:custGeom>
            <a:avLst/>
            <a:gdLst/>
            <a:ahLst/>
            <a:rect l="0" t="0" r="r" b="b"/>
            <a:pathLst>
              <a:path w="10" h="412">
                <a:moveTo>
                  <a:pt x="0" y="412"/>
                </a:moveTo>
                <a:lnTo>
                  <a:pt x="0" y="0"/>
                </a:lnTo>
                <a:lnTo>
                  <a:pt x="10" y="0"/>
                </a:lnTo>
                <a:lnTo>
                  <a:pt x="10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3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09" name=""/>
          <p:cNvSpPr/>
          <p:nvPr/>
        </p:nvSpPr>
        <p:spPr>
          <a:xfrm>
            <a:off x="445176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0" name=""/>
          <p:cNvSpPr/>
          <p:nvPr/>
        </p:nvSpPr>
        <p:spPr>
          <a:xfrm>
            <a:off x="44553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1" name=""/>
          <p:cNvSpPr/>
          <p:nvPr/>
        </p:nvSpPr>
        <p:spPr>
          <a:xfrm>
            <a:off x="44571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2" name=""/>
          <p:cNvSpPr/>
          <p:nvPr/>
        </p:nvSpPr>
        <p:spPr>
          <a:xfrm>
            <a:off x="445896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3" name=""/>
          <p:cNvSpPr/>
          <p:nvPr/>
        </p:nvSpPr>
        <p:spPr>
          <a:xfrm>
            <a:off x="44604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4" name=""/>
          <p:cNvSpPr/>
          <p:nvPr/>
        </p:nvSpPr>
        <p:spPr>
          <a:xfrm>
            <a:off x="44622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5" name=""/>
          <p:cNvSpPr/>
          <p:nvPr/>
        </p:nvSpPr>
        <p:spPr>
          <a:xfrm>
            <a:off x="44640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6" name=""/>
          <p:cNvSpPr/>
          <p:nvPr/>
        </p:nvSpPr>
        <p:spPr>
          <a:xfrm>
            <a:off x="446580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7" name=""/>
          <p:cNvSpPr/>
          <p:nvPr/>
        </p:nvSpPr>
        <p:spPr>
          <a:xfrm>
            <a:off x="44676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8" name=""/>
          <p:cNvSpPr/>
          <p:nvPr/>
        </p:nvSpPr>
        <p:spPr>
          <a:xfrm>
            <a:off x="446940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19" name=""/>
          <p:cNvSpPr/>
          <p:nvPr/>
        </p:nvSpPr>
        <p:spPr>
          <a:xfrm>
            <a:off x="44708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0" name=""/>
          <p:cNvSpPr/>
          <p:nvPr/>
        </p:nvSpPr>
        <p:spPr>
          <a:xfrm>
            <a:off x="4472640" y="2558520"/>
            <a:ext cx="4320" cy="148320"/>
          </a:xfrm>
          <a:custGeom>
            <a:avLst/>
            <a:gdLst/>
            <a:ahLst/>
            <a:rect l="0" t="0" r="r" b="b"/>
            <a:pathLst>
              <a:path w="12" h="412">
                <a:moveTo>
                  <a:pt x="0" y="412"/>
                </a:moveTo>
                <a:lnTo>
                  <a:pt x="0" y="0"/>
                </a:lnTo>
                <a:lnTo>
                  <a:pt x="12" y="0"/>
                </a:lnTo>
                <a:lnTo>
                  <a:pt x="12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1" name=""/>
          <p:cNvSpPr/>
          <p:nvPr/>
        </p:nvSpPr>
        <p:spPr>
          <a:xfrm>
            <a:off x="447624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9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2" name=""/>
          <p:cNvSpPr/>
          <p:nvPr/>
        </p:nvSpPr>
        <p:spPr>
          <a:xfrm>
            <a:off x="447984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3" name=""/>
          <p:cNvSpPr/>
          <p:nvPr/>
        </p:nvSpPr>
        <p:spPr>
          <a:xfrm>
            <a:off x="44812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4" name=""/>
          <p:cNvSpPr/>
          <p:nvPr/>
        </p:nvSpPr>
        <p:spPr>
          <a:xfrm>
            <a:off x="44830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5" name=""/>
          <p:cNvSpPr/>
          <p:nvPr/>
        </p:nvSpPr>
        <p:spPr>
          <a:xfrm>
            <a:off x="44848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6" name=""/>
          <p:cNvSpPr/>
          <p:nvPr/>
        </p:nvSpPr>
        <p:spPr>
          <a:xfrm>
            <a:off x="44866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7" name=""/>
          <p:cNvSpPr/>
          <p:nvPr/>
        </p:nvSpPr>
        <p:spPr>
          <a:xfrm>
            <a:off x="448848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d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8" name=""/>
          <p:cNvSpPr/>
          <p:nvPr/>
        </p:nvSpPr>
        <p:spPr>
          <a:xfrm>
            <a:off x="44899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29" name=""/>
          <p:cNvSpPr/>
          <p:nvPr/>
        </p:nvSpPr>
        <p:spPr>
          <a:xfrm>
            <a:off x="44917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0" name=""/>
          <p:cNvSpPr/>
          <p:nvPr/>
        </p:nvSpPr>
        <p:spPr>
          <a:xfrm>
            <a:off x="44935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1" name=""/>
          <p:cNvSpPr/>
          <p:nvPr/>
        </p:nvSpPr>
        <p:spPr>
          <a:xfrm>
            <a:off x="44953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0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2" name=""/>
          <p:cNvSpPr/>
          <p:nvPr/>
        </p:nvSpPr>
        <p:spPr>
          <a:xfrm>
            <a:off x="44971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1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3" name=""/>
          <p:cNvSpPr/>
          <p:nvPr/>
        </p:nvSpPr>
        <p:spPr>
          <a:xfrm>
            <a:off x="449892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2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4" name=""/>
          <p:cNvSpPr/>
          <p:nvPr/>
        </p:nvSpPr>
        <p:spPr>
          <a:xfrm>
            <a:off x="45003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3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5" name=""/>
          <p:cNvSpPr/>
          <p:nvPr/>
        </p:nvSpPr>
        <p:spPr>
          <a:xfrm>
            <a:off x="45021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3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6" name=""/>
          <p:cNvSpPr/>
          <p:nvPr/>
        </p:nvSpPr>
        <p:spPr>
          <a:xfrm>
            <a:off x="45039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4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7" name=""/>
          <p:cNvSpPr/>
          <p:nvPr/>
        </p:nvSpPr>
        <p:spPr>
          <a:xfrm>
            <a:off x="45057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5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8" name=""/>
          <p:cNvSpPr/>
          <p:nvPr/>
        </p:nvSpPr>
        <p:spPr>
          <a:xfrm>
            <a:off x="45075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39" name=""/>
          <p:cNvSpPr/>
          <p:nvPr/>
        </p:nvSpPr>
        <p:spPr>
          <a:xfrm>
            <a:off x="450936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7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0" name=""/>
          <p:cNvSpPr/>
          <p:nvPr/>
        </p:nvSpPr>
        <p:spPr>
          <a:xfrm>
            <a:off x="45108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8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1" name=""/>
          <p:cNvSpPr/>
          <p:nvPr/>
        </p:nvSpPr>
        <p:spPr>
          <a:xfrm>
            <a:off x="45126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9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2" name=""/>
          <p:cNvSpPr/>
          <p:nvPr/>
        </p:nvSpPr>
        <p:spPr>
          <a:xfrm>
            <a:off x="45144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3" name=""/>
          <p:cNvSpPr/>
          <p:nvPr/>
        </p:nvSpPr>
        <p:spPr>
          <a:xfrm>
            <a:off x="451620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b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4" name=""/>
          <p:cNvSpPr/>
          <p:nvPr/>
        </p:nvSpPr>
        <p:spPr>
          <a:xfrm>
            <a:off x="45180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c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5" name=""/>
          <p:cNvSpPr/>
          <p:nvPr/>
        </p:nvSpPr>
        <p:spPr>
          <a:xfrm>
            <a:off x="451980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d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6" name=""/>
          <p:cNvSpPr/>
          <p:nvPr/>
        </p:nvSpPr>
        <p:spPr>
          <a:xfrm>
            <a:off x="45212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e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7" name=""/>
          <p:cNvSpPr/>
          <p:nvPr/>
        </p:nvSpPr>
        <p:spPr>
          <a:xfrm>
            <a:off x="45230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f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8" name=""/>
          <p:cNvSpPr/>
          <p:nvPr/>
        </p:nvSpPr>
        <p:spPr>
          <a:xfrm>
            <a:off x="452484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0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49" name=""/>
          <p:cNvSpPr/>
          <p:nvPr/>
        </p:nvSpPr>
        <p:spPr>
          <a:xfrm>
            <a:off x="45266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1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0" name=""/>
          <p:cNvSpPr/>
          <p:nvPr/>
        </p:nvSpPr>
        <p:spPr>
          <a:xfrm>
            <a:off x="45284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3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1" name=""/>
          <p:cNvSpPr/>
          <p:nvPr/>
        </p:nvSpPr>
        <p:spPr>
          <a:xfrm>
            <a:off x="453024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4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2" name=""/>
          <p:cNvSpPr/>
          <p:nvPr/>
        </p:nvSpPr>
        <p:spPr>
          <a:xfrm>
            <a:off x="45316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5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3" name=""/>
          <p:cNvSpPr/>
          <p:nvPr/>
        </p:nvSpPr>
        <p:spPr>
          <a:xfrm>
            <a:off x="45334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6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4" name=""/>
          <p:cNvSpPr/>
          <p:nvPr/>
        </p:nvSpPr>
        <p:spPr>
          <a:xfrm>
            <a:off x="45352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7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5" name=""/>
          <p:cNvSpPr/>
          <p:nvPr/>
        </p:nvSpPr>
        <p:spPr>
          <a:xfrm>
            <a:off x="45370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8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6" name=""/>
          <p:cNvSpPr/>
          <p:nvPr/>
        </p:nvSpPr>
        <p:spPr>
          <a:xfrm>
            <a:off x="45388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a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7" name=""/>
          <p:cNvSpPr/>
          <p:nvPr/>
        </p:nvSpPr>
        <p:spPr>
          <a:xfrm>
            <a:off x="454068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b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8" name=""/>
          <p:cNvSpPr/>
          <p:nvPr/>
        </p:nvSpPr>
        <p:spPr>
          <a:xfrm>
            <a:off x="45421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c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59" name=""/>
          <p:cNvSpPr/>
          <p:nvPr/>
        </p:nvSpPr>
        <p:spPr>
          <a:xfrm>
            <a:off x="45439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d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0" name=""/>
          <p:cNvSpPr/>
          <p:nvPr/>
        </p:nvSpPr>
        <p:spPr>
          <a:xfrm>
            <a:off x="45457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e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1" name=""/>
          <p:cNvSpPr/>
          <p:nvPr/>
        </p:nvSpPr>
        <p:spPr>
          <a:xfrm>
            <a:off x="45475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f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2" name=""/>
          <p:cNvSpPr/>
          <p:nvPr/>
        </p:nvSpPr>
        <p:spPr>
          <a:xfrm>
            <a:off x="454932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1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3" name=""/>
          <p:cNvSpPr/>
          <p:nvPr/>
        </p:nvSpPr>
        <p:spPr>
          <a:xfrm>
            <a:off x="45507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2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4" name=""/>
          <p:cNvSpPr/>
          <p:nvPr/>
        </p:nvSpPr>
        <p:spPr>
          <a:xfrm>
            <a:off x="45525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3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5" name=""/>
          <p:cNvSpPr/>
          <p:nvPr/>
        </p:nvSpPr>
        <p:spPr>
          <a:xfrm>
            <a:off x="45543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4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6" name=""/>
          <p:cNvSpPr/>
          <p:nvPr/>
        </p:nvSpPr>
        <p:spPr>
          <a:xfrm>
            <a:off x="45561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6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7" name=""/>
          <p:cNvSpPr/>
          <p:nvPr/>
        </p:nvSpPr>
        <p:spPr>
          <a:xfrm>
            <a:off x="45579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7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8" name=""/>
          <p:cNvSpPr/>
          <p:nvPr/>
        </p:nvSpPr>
        <p:spPr>
          <a:xfrm>
            <a:off x="455976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8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69" name=""/>
          <p:cNvSpPr/>
          <p:nvPr/>
        </p:nvSpPr>
        <p:spPr>
          <a:xfrm>
            <a:off x="45612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9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0" name=""/>
          <p:cNvSpPr/>
          <p:nvPr/>
        </p:nvSpPr>
        <p:spPr>
          <a:xfrm>
            <a:off x="45630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a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1" name=""/>
          <p:cNvSpPr/>
          <p:nvPr/>
        </p:nvSpPr>
        <p:spPr>
          <a:xfrm>
            <a:off x="45648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b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2" name=""/>
          <p:cNvSpPr/>
          <p:nvPr/>
        </p:nvSpPr>
        <p:spPr>
          <a:xfrm>
            <a:off x="456660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d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3" name=""/>
          <p:cNvSpPr/>
          <p:nvPr/>
        </p:nvSpPr>
        <p:spPr>
          <a:xfrm>
            <a:off x="45684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e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4" name=""/>
          <p:cNvSpPr/>
          <p:nvPr/>
        </p:nvSpPr>
        <p:spPr>
          <a:xfrm>
            <a:off x="457020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f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5" name=""/>
          <p:cNvSpPr/>
          <p:nvPr/>
        </p:nvSpPr>
        <p:spPr>
          <a:xfrm>
            <a:off x="45716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0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6" name=""/>
          <p:cNvSpPr/>
          <p:nvPr/>
        </p:nvSpPr>
        <p:spPr>
          <a:xfrm>
            <a:off x="45734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1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7" name=""/>
          <p:cNvSpPr/>
          <p:nvPr/>
        </p:nvSpPr>
        <p:spPr>
          <a:xfrm>
            <a:off x="457524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2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8" name=""/>
          <p:cNvSpPr/>
          <p:nvPr/>
        </p:nvSpPr>
        <p:spPr>
          <a:xfrm>
            <a:off x="45770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3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79" name=""/>
          <p:cNvSpPr/>
          <p:nvPr/>
        </p:nvSpPr>
        <p:spPr>
          <a:xfrm>
            <a:off x="45788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4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0" name=""/>
          <p:cNvSpPr/>
          <p:nvPr/>
        </p:nvSpPr>
        <p:spPr>
          <a:xfrm>
            <a:off x="458064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5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1" name=""/>
          <p:cNvSpPr/>
          <p:nvPr/>
        </p:nvSpPr>
        <p:spPr>
          <a:xfrm>
            <a:off x="45820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6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2" name=""/>
          <p:cNvSpPr/>
          <p:nvPr/>
        </p:nvSpPr>
        <p:spPr>
          <a:xfrm>
            <a:off x="45838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7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3" name=""/>
          <p:cNvSpPr/>
          <p:nvPr/>
        </p:nvSpPr>
        <p:spPr>
          <a:xfrm>
            <a:off x="45856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8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4" name=""/>
          <p:cNvSpPr/>
          <p:nvPr/>
        </p:nvSpPr>
        <p:spPr>
          <a:xfrm>
            <a:off x="45874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9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5" name=""/>
          <p:cNvSpPr/>
          <p:nvPr/>
        </p:nvSpPr>
        <p:spPr>
          <a:xfrm>
            <a:off x="45892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a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6" name=""/>
          <p:cNvSpPr/>
          <p:nvPr/>
        </p:nvSpPr>
        <p:spPr>
          <a:xfrm>
            <a:off x="459108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b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7" name=""/>
          <p:cNvSpPr/>
          <p:nvPr/>
        </p:nvSpPr>
        <p:spPr>
          <a:xfrm>
            <a:off x="45925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8" name=""/>
          <p:cNvSpPr/>
          <p:nvPr/>
        </p:nvSpPr>
        <p:spPr>
          <a:xfrm>
            <a:off x="45943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89" name=""/>
          <p:cNvSpPr/>
          <p:nvPr/>
        </p:nvSpPr>
        <p:spPr>
          <a:xfrm>
            <a:off x="45961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0" name=""/>
          <p:cNvSpPr/>
          <p:nvPr/>
        </p:nvSpPr>
        <p:spPr>
          <a:xfrm>
            <a:off x="45979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1" name=""/>
          <p:cNvSpPr/>
          <p:nvPr/>
        </p:nvSpPr>
        <p:spPr>
          <a:xfrm>
            <a:off x="45997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2" name=""/>
          <p:cNvSpPr/>
          <p:nvPr/>
        </p:nvSpPr>
        <p:spPr>
          <a:xfrm>
            <a:off x="460152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3" name=""/>
          <p:cNvSpPr/>
          <p:nvPr/>
        </p:nvSpPr>
        <p:spPr>
          <a:xfrm>
            <a:off x="46029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4" name=""/>
          <p:cNvSpPr/>
          <p:nvPr/>
        </p:nvSpPr>
        <p:spPr>
          <a:xfrm>
            <a:off x="46047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5" name=""/>
          <p:cNvSpPr/>
          <p:nvPr/>
        </p:nvSpPr>
        <p:spPr>
          <a:xfrm>
            <a:off x="46065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6" name=""/>
          <p:cNvSpPr/>
          <p:nvPr/>
        </p:nvSpPr>
        <p:spPr>
          <a:xfrm>
            <a:off x="46083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7" name=""/>
          <p:cNvSpPr/>
          <p:nvPr/>
        </p:nvSpPr>
        <p:spPr>
          <a:xfrm>
            <a:off x="461016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8" name=""/>
          <p:cNvSpPr/>
          <p:nvPr/>
        </p:nvSpPr>
        <p:spPr>
          <a:xfrm>
            <a:off x="46116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999" name=""/>
          <p:cNvSpPr/>
          <p:nvPr/>
        </p:nvSpPr>
        <p:spPr>
          <a:xfrm>
            <a:off x="46134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0" name=""/>
          <p:cNvSpPr/>
          <p:nvPr/>
        </p:nvSpPr>
        <p:spPr>
          <a:xfrm>
            <a:off x="46152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1" name=""/>
          <p:cNvSpPr/>
          <p:nvPr/>
        </p:nvSpPr>
        <p:spPr>
          <a:xfrm>
            <a:off x="461700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2" name=""/>
          <p:cNvSpPr/>
          <p:nvPr/>
        </p:nvSpPr>
        <p:spPr>
          <a:xfrm>
            <a:off x="46188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3" name=""/>
          <p:cNvSpPr/>
          <p:nvPr/>
        </p:nvSpPr>
        <p:spPr>
          <a:xfrm>
            <a:off x="462060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4" name=""/>
          <p:cNvSpPr/>
          <p:nvPr/>
        </p:nvSpPr>
        <p:spPr>
          <a:xfrm>
            <a:off x="462204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5" name=""/>
          <p:cNvSpPr/>
          <p:nvPr/>
        </p:nvSpPr>
        <p:spPr>
          <a:xfrm>
            <a:off x="462564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6" name=""/>
          <p:cNvSpPr/>
          <p:nvPr/>
        </p:nvSpPr>
        <p:spPr>
          <a:xfrm>
            <a:off x="46292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7" name=""/>
          <p:cNvSpPr/>
          <p:nvPr/>
        </p:nvSpPr>
        <p:spPr>
          <a:xfrm>
            <a:off x="463104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8" name=""/>
          <p:cNvSpPr/>
          <p:nvPr/>
        </p:nvSpPr>
        <p:spPr>
          <a:xfrm>
            <a:off x="46324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09" name=""/>
          <p:cNvSpPr/>
          <p:nvPr/>
        </p:nvSpPr>
        <p:spPr>
          <a:xfrm>
            <a:off x="46342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0" name=""/>
          <p:cNvSpPr/>
          <p:nvPr/>
        </p:nvSpPr>
        <p:spPr>
          <a:xfrm>
            <a:off x="46360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1" name=""/>
          <p:cNvSpPr/>
          <p:nvPr/>
        </p:nvSpPr>
        <p:spPr>
          <a:xfrm>
            <a:off x="46378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2" name=""/>
          <p:cNvSpPr/>
          <p:nvPr/>
        </p:nvSpPr>
        <p:spPr>
          <a:xfrm>
            <a:off x="46396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3" name=""/>
          <p:cNvSpPr/>
          <p:nvPr/>
        </p:nvSpPr>
        <p:spPr>
          <a:xfrm>
            <a:off x="464148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4" name=""/>
          <p:cNvSpPr/>
          <p:nvPr/>
        </p:nvSpPr>
        <p:spPr>
          <a:xfrm>
            <a:off x="464292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5" name=""/>
          <p:cNvSpPr/>
          <p:nvPr/>
        </p:nvSpPr>
        <p:spPr>
          <a:xfrm>
            <a:off x="46465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6" name=""/>
          <p:cNvSpPr/>
          <p:nvPr/>
        </p:nvSpPr>
        <p:spPr>
          <a:xfrm>
            <a:off x="46483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7" name=""/>
          <p:cNvSpPr/>
          <p:nvPr/>
        </p:nvSpPr>
        <p:spPr>
          <a:xfrm>
            <a:off x="4650120" y="2558520"/>
            <a:ext cx="3600" cy="148320"/>
          </a:xfrm>
          <a:custGeom>
            <a:avLst/>
            <a:gdLst/>
            <a:ahLst/>
            <a:rect l="0" t="0" r="r" b="b"/>
            <a:pathLst>
              <a:path w="10" h="412">
                <a:moveTo>
                  <a:pt x="0" y="412"/>
                </a:moveTo>
                <a:lnTo>
                  <a:pt x="0" y="0"/>
                </a:lnTo>
                <a:lnTo>
                  <a:pt x="10" y="0"/>
                </a:lnTo>
                <a:lnTo>
                  <a:pt x="10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8" name=""/>
          <p:cNvSpPr/>
          <p:nvPr/>
        </p:nvSpPr>
        <p:spPr>
          <a:xfrm>
            <a:off x="46533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19" name=""/>
          <p:cNvSpPr/>
          <p:nvPr/>
        </p:nvSpPr>
        <p:spPr>
          <a:xfrm>
            <a:off x="46551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0" name=""/>
          <p:cNvSpPr/>
          <p:nvPr/>
        </p:nvSpPr>
        <p:spPr>
          <a:xfrm>
            <a:off x="46569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1" name=""/>
          <p:cNvSpPr/>
          <p:nvPr/>
        </p:nvSpPr>
        <p:spPr>
          <a:xfrm>
            <a:off x="46587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2" name=""/>
          <p:cNvSpPr/>
          <p:nvPr/>
        </p:nvSpPr>
        <p:spPr>
          <a:xfrm>
            <a:off x="4660560" y="2558520"/>
            <a:ext cx="3600" cy="148320"/>
          </a:xfrm>
          <a:custGeom>
            <a:avLst/>
            <a:gdLst/>
            <a:ahLst/>
            <a:rect l="0" t="0" r="r" b="b"/>
            <a:pathLst>
              <a:path w="10" h="412">
                <a:moveTo>
                  <a:pt x="0" y="412"/>
                </a:moveTo>
                <a:lnTo>
                  <a:pt x="0" y="0"/>
                </a:lnTo>
                <a:lnTo>
                  <a:pt x="10" y="0"/>
                </a:lnTo>
                <a:lnTo>
                  <a:pt x="10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3" name=""/>
          <p:cNvSpPr/>
          <p:nvPr/>
        </p:nvSpPr>
        <p:spPr>
          <a:xfrm>
            <a:off x="46638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4" name=""/>
          <p:cNvSpPr/>
          <p:nvPr/>
        </p:nvSpPr>
        <p:spPr>
          <a:xfrm>
            <a:off x="46656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5" name=""/>
          <p:cNvSpPr/>
          <p:nvPr/>
        </p:nvSpPr>
        <p:spPr>
          <a:xfrm>
            <a:off x="466740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6" name=""/>
          <p:cNvSpPr/>
          <p:nvPr/>
        </p:nvSpPr>
        <p:spPr>
          <a:xfrm>
            <a:off x="4671000" y="2558520"/>
            <a:ext cx="7200" cy="148320"/>
          </a:xfrm>
          <a:custGeom>
            <a:avLst/>
            <a:gdLst/>
            <a:ahLst/>
            <a:rect l="0" t="0" r="r" b="b"/>
            <a:pathLst>
              <a:path w="20" h="412">
                <a:moveTo>
                  <a:pt x="0" y="412"/>
                </a:moveTo>
                <a:lnTo>
                  <a:pt x="0" y="0"/>
                </a:lnTo>
                <a:lnTo>
                  <a:pt x="20" y="0"/>
                </a:lnTo>
                <a:lnTo>
                  <a:pt x="20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7" name=""/>
          <p:cNvSpPr/>
          <p:nvPr/>
        </p:nvSpPr>
        <p:spPr>
          <a:xfrm>
            <a:off x="4677840" y="2558520"/>
            <a:ext cx="7200" cy="148320"/>
          </a:xfrm>
          <a:custGeom>
            <a:avLst/>
            <a:gdLst/>
            <a:ahLst/>
            <a:rect l="0" t="0" r="r" b="b"/>
            <a:pathLst>
              <a:path w="20" h="412">
                <a:moveTo>
                  <a:pt x="0" y="412"/>
                </a:moveTo>
                <a:lnTo>
                  <a:pt x="0" y="0"/>
                </a:lnTo>
                <a:lnTo>
                  <a:pt x="20" y="0"/>
                </a:lnTo>
                <a:lnTo>
                  <a:pt x="20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8" name=""/>
          <p:cNvSpPr/>
          <p:nvPr/>
        </p:nvSpPr>
        <p:spPr>
          <a:xfrm>
            <a:off x="46846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29" name=""/>
          <p:cNvSpPr/>
          <p:nvPr/>
        </p:nvSpPr>
        <p:spPr>
          <a:xfrm>
            <a:off x="46864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0" name=""/>
          <p:cNvSpPr/>
          <p:nvPr/>
        </p:nvSpPr>
        <p:spPr>
          <a:xfrm>
            <a:off x="468828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1" name=""/>
          <p:cNvSpPr/>
          <p:nvPr/>
        </p:nvSpPr>
        <p:spPr>
          <a:xfrm>
            <a:off x="469188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2" name=""/>
          <p:cNvSpPr/>
          <p:nvPr/>
        </p:nvSpPr>
        <p:spPr>
          <a:xfrm>
            <a:off x="46933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3" name=""/>
          <p:cNvSpPr/>
          <p:nvPr/>
        </p:nvSpPr>
        <p:spPr>
          <a:xfrm>
            <a:off x="469512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4" name=""/>
          <p:cNvSpPr/>
          <p:nvPr/>
        </p:nvSpPr>
        <p:spPr>
          <a:xfrm>
            <a:off x="46987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b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5" name=""/>
          <p:cNvSpPr/>
          <p:nvPr/>
        </p:nvSpPr>
        <p:spPr>
          <a:xfrm>
            <a:off x="47005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6" name=""/>
          <p:cNvSpPr/>
          <p:nvPr/>
        </p:nvSpPr>
        <p:spPr>
          <a:xfrm>
            <a:off x="470232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7" name=""/>
          <p:cNvSpPr/>
          <p:nvPr/>
        </p:nvSpPr>
        <p:spPr>
          <a:xfrm>
            <a:off x="47037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8" name=""/>
          <p:cNvSpPr/>
          <p:nvPr/>
        </p:nvSpPr>
        <p:spPr>
          <a:xfrm>
            <a:off x="470556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39" name=""/>
          <p:cNvSpPr/>
          <p:nvPr/>
        </p:nvSpPr>
        <p:spPr>
          <a:xfrm>
            <a:off x="4709160" y="2558520"/>
            <a:ext cx="4320" cy="148320"/>
          </a:xfrm>
          <a:custGeom>
            <a:avLst/>
            <a:gdLst/>
            <a:ahLst/>
            <a:rect l="0" t="0" r="r" b="b"/>
            <a:pathLst>
              <a:path w="12" h="412">
                <a:moveTo>
                  <a:pt x="0" y="412"/>
                </a:moveTo>
                <a:lnTo>
                  <a:pt x="0" y="0"/>
                </a:lnTo>
                <a:lnTo>
                  <a:pt x="12" y="0"/>
                </a:lnTo>
                <a:lnTo>
                  <a:pt x="12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0" name=""/>
          <p:cNvSpPr/>
          <p:nvPr/>
        </p:nvSpPr>
        <p:spPr>
          <a:xfrm>
            <a:off x="471276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1" name=""/>
          <p:cNvSpPr/>
          <p:nvPr/>
        </p:nvSpPr>
        <p:spPr>
          <a:xfrm>
            <a:off x="47142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2" name=""/>
          <p:cNvSpPr/>
          <p:nvPr/>
        </p:nvSpPr>
        <p:spPr>
          <a:xfrm>
            <a:off x="47160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3" name=""/>
          <p:cNvSpPr/>
          <p:nvPr/>
        </p:nvSpPr>
        <p:spPr>
          <a:xfrm>
            <a:off x="471780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4" name=""/>
          <p:cNvSpPr/>
          <p:nvPr/>
        </p:nvSpPr>
        <p:spPr>
          <a:xfrm>
            <a:off x="47196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5" name=""/>
          <p:cNvSpPr/>
          <p:nvPr/>
        </p:nvSpPr>
        <p:spPr>
          <a:xfrm>
            <a:off x="47214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6" name=""/>
          <p:cNvSpPr/>
          <p:nvPr/>
        </p:nvSpPr>
        <p:spPr>
          <a:xfrm>
            <a:off x="4723200" y="2558520"/>
            <a:ext cx="3600" cy="148320"/>
          </a:xfrm>
          <a:custGeom>
            <a:avLst/>
            <a:gdLst/>
            <a:ahLst/>
            <a:rect l="0" t="0" r="r" b="b"/>
            <a:pathLst>
              <a:path w="10" h="412">
                <a:moveTo>
                  <a:pt x="0" y="412"/>
                </a:moveTo>
                <a:lnTo>
                  <a:pt x="0" y="0"/>
                </a:lnTo>
                <a:lnTo>
                  <a:pt x="10" y="0"/>
                </a:lnTo>
                <a:lnTo>
                  <a:pt x="10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7" name=""/>
          <p:cNvSpPr/>
          <p:nvPr/>
        </p:nvSpPr>
        <p:spPr>
          <a:xfrm>
            <a:off x="472644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8" name=""/>
          <p:cNvSpPr/>
          <p:nvPr/>
        </p:nvSpPr>
        <p:spPr>
          <a:xfrm>
            <a:off x="47282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49" name=""/>
          <p:cNvSpPr/>
          <p:nvPr/>
        </p:nvSpPr>
        <p:spPr>
          <a:xfrm>
            <a:off x="47300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0" name=""/>
          <p:cNvSpPr/>
          <p:nvPr/>
        </p:nvSpPr>
        <p:spPr>
          <a:xfrm>
            <a:off x="473184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1" name=""/>
          <p:cNvSpPr/>
          <p:nvPr/>
        </p:nvSpPr>
        <p:spPr>
          <a:xfrm>
            <a:off x="47332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2" name=""/>
          <p:cNvSpPr/>
          <p:nvPr/>
        </p:nvSpPr>
        <p:spPr>
          <a:xfrm>
            <a:off x="47350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3" name=""/>
          <p:cNvSpPr/>
          <p:nvPr/>
        </p:nvSpPr>
        <p:spPr>
          <a:xfrm>
            <a:off x="47368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4" name=""/>
          <p:cNvSpPr/>
          <p:nvPr/>
        </p:nvSpPr>
        <p:spPr>
          <a:xfrm>
            <a:off x="47386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5" name=""/>
          <p:cNvSpPr/>
          <p:nvPr/>
        </p:nvSpPr>
        <p:spPr>
          <a:xfrm>
            <a:off x="47404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6" name=""/>
          <p:cNvSpPr/>
          <p:nvPr/>
        </p:nvSpPr>
        <p:spPr>
          <a:xfrm>
            <a:off x="474228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7" name=""/>
          <p:cNvSpPr/>
          <p:nvPr/>
        </p:nvSpPr>
        <p:spPr>
          <a:xfrm>
            <a:off x="47437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8" name=""/>
          <p:cNvSpPr/>
          <p:nvPr/>
        </p:nvSpPr>
        <p:spPr>
          <a:xfrm>
            <a:off x="47455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59" name=""/>
          <p:cNvSpPr/>
          <p:nvPr/>
        </p:nvSpPr>
        <p:spPr>
          <a:xfrm>
            <a:off x="47473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b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0" name=""/>
          <p:cNvSpPr/>
          <p:nvPr/>
        </p:nvSpPr>
        <p:spPr>
          <a:xfrm>
            <a:off x="47491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a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1" name=""/>
          <p:cNvSpPr/>
          <p:nvPr/>
        </p:nvSpPr>
        <p:spPr>
          <a:xfrm>
            <a:off x="47509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9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2" name=""/>
          <p:cNvSpPr/>
          <p:nvPr/>
        </p:nvSpPr>
        <p:spPr>
          <a:xfrm>
            <a:off x="475272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8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3" name=""/>
          <p:cNvSpPr/>
          <p:nvPr/>
        </p:nvSpPr>
        <p:spPr>
          <a:xfrm>
            <a:off x="47541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7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4" name=""/>
          <p:cNvSpPr/>
          <p:nvPr/>
        </p:nvSpPr>
        <p:spPr>
          <a:xfrm>
            <a:off x="47559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6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5" name=""/>
          <p:cNvSpPr/>
          <p:nvPr/>
        </p:nvSpPr>
        <p:spPr>
          <a:xfrm>
            <a:off x="47577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5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6" name=""/>
          <p:cNvSpPr/>
          <p:nvPr/>
        </p:nvSpPr>
        <p:spPr>
          <a:xfrm>
            <a:off x="47595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4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7" name=""/>
          <p:cNvSpPr/>
          <p:nvPr/>
        </p:nvSpPr>
        <p:spPr>
          <a:xfrm>
            <a:off x="47613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3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8" name=""/>
          <p:cNvSpPr/>
          <p:nvPr/>
        </p:nvSpPr>
        <p:spPr>
          <a:xfrm>
            <a:off x="476316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2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69" name=""/>
          <p:cNvSpPr/>
          <p:nvPr/>
        </p:nvSpPr>
        <p:spPr>
          <a:xfrm>
            <a:off x="47646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1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0" name=""/>
          <p:cNvSpPr/>
          <p:nvPr/>
        </p:nvSpPr>
        <p:spPr>
          <a:xfrm>
            <a:off x="47664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e0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1" name=""/>
          <p:cNvSpPr/>
          <p:nvPr/>
        </p:nvSpPr>
        <p:spPr>
          <a:xfrm>
            <a:off x="476820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f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2" name=""/>
          <p:cNvSpPr/>
          <p:nvPr/>
        </p:nvSpPr>
        <p:spPr>
          <a:xfrm>
            <a:off x="47700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e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3" name=""/>
          <p:cNvSpPr/>
          <p:nvPr/>
        </p:nvSpPr>
        <p:spPr>
          <a:xfrm>
            <a:off x="47718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d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4" name=""/>
          <p:cNvSpPr/>
          <p:nvPr/>
        </p:nvSpPr>
        <p:spPr>
          <a:xfrm>
            <a:off x="477360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c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5" name=""/>
          <p:cNvSpPr/>
          <p:nvPr/>
        </p:nvSpPr>
        <p:spPr>
          <a:xfrm>
            <a:off x="47750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b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6" name=""/>
          <p:cNvSpPr/>
          <p:nvPr/>
        </p:nvSpPr>
        <p:spPr>
          <a:xfrm>
            <a:off x="477684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a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7" name=""/>
          <p:cNvSpPr/>
          <p:nvPr/>
        </p:nvSpPr>
        <p:spPr>
          <a:xfrm>
            <a:off x="47786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8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8" name=""/>
          <p:cNvSpPr/>
          <p:nvPr/>
        </p:nvSpPr>
        <p:spPr>
          <a:xfrm>
            <a:off x="47804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7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79" name=""/>
          <p:cNvSpPr/>
          <p:nvPr/>
        </p:nvSpPr>
        <p:spPr>
          <a:xfrm>
            <a:off x="47822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6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0" name=""/>
          <p:cNvSpPr/>
          <p:nvPr/>
        </p:nvSpPr>
        <p:spPr>
          <a:xfrm>
            <a:off x="478404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5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1" name=""/>
          <p:cNvSpPr/>
          <p:nvPr/>
        </p:nvSpPr>
        <p:spPr>
          <a:xfrm>
            <a:off x="47854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4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2" name=""/>
          <p:cNvSpPr/>
          <p:nvPr/>
        </p:nvSpPr>
        <p:spPr>
          <a:xfrm>
            <a:off x="47872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3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3" name=""/>
          <p:cNvSpPr/>
          <p:nvPr/>
        </p:nvSpPr>
        <p:spPr>
          <a:xfrm>
            <a:off x="47890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1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4" name=""/>
          <p:cNvSpPr/>
          <p:nvPr/>
        </p:nvSpPr>
        <p:spPr>
          <a:xfrm>
            <a:off x="47908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d0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5" name=""/>
          <p:cNvSpPr/>
          <p:nvPr/>
        </p:nvSpPr>
        <p:spPr>
          <a:xfrm>
            <a:off x="47926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f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6" name=""/>
          <p:cNvSpPr/>
          <p:nvPr/>
        </p:nvSpPr>
        <p:spPr>
          <a:xfrm>
            <a:off x="479448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e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7" name=""/>
          <p:cNvSpPr/>
          <p:nvPr/>
        </p:nvSpPr>
        <p:spPr>
          <a:xfrm>
            <a:off x="47959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c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8" name=""/>
          <p:cNvSpPr/>
          <p:nvPr/>
        </p:nvSpPr>
        <p:spPr>
          <a:xfrm>
            <a:off x="47977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b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89" name=""/>
          <p:cNvSpPr/>
          <p:nvPr/>
        </p:nvSpPr>
        <p:spPr>
          <a:xfrm>
            <a:off x="47995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a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0" name=""/>
          <p:cNvSpPr/>
          <p:nvPr/>
        </p:nvSpPr>
        <p:spPr>
          <a:xfrm>
            <a:off x="48013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9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1" name=""/>
          <p:cNvSpPr/>
          <p:nvPr/>
        </p:nvSpPr>
        <p:spPr>
          <a:xfrm>
            <a:off x="480312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8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2" name=""/>
          <p:cNvSpPr/>
          <p:nvPr/>
        </p:nvSpPr>
        <p:spPr>
          <a:xfrm>
            <a:off x="48045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7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3" name=""/>
          <p:cNvSpPr/>
          <p:nvPr/>
        </p:nvSpPr>
        <p:spPr>
          <a:xfrm>
            <a:off x="48063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5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4" name=""/>
          <p:cNvSpPr/>
          <p:nvPr/>
        </p:nvSpPr>
        <p:spPr>
          <a:xfrm>
            <a:off x="48081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4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5" name=""/>
          <p:cNvSpPr/>
          <p:nvPr/>
        </p:nvSpPr>
        <p:spPr>
          <a:xfrm>
            <a:off x="48099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3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6" name=""/>
          <p:cNvSpPr/>
          <p:nvPr/>
        </p:nvSpPr>
        <p:spPr>
          <a:xfrm>
            <a:off x="48117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2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7" name=""/>
          <p:cNvSpPr/>
          <p:nvPr/>
        </p:nvSpPr>
        <p:spPr>
          <a:xfrm>
            <a:off x="481356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1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8" name=""/>
          <p:cNvSpPr/>
          <p:nvPr/>
        </p:nvSpPr>
        <p:spPr>
          <a:xfrm>
            <a:off x="48150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c0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099" name=""/>
          <p:cNvSpPr/>
          <p:nvPr/>
        </p:nvSpPr>
        <p:spPr>
          <a:xfrm>
            <a:off x="48168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f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0" name=""/>
          <p:cNvSpPr/>
          <p:nvPr/>
        </p:nvSpPr>
        <p:spPr>
          <a:xfrm>
            <a:off x="481860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e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1" name=""/>
          <p:cNvSpPr/>
          <p:nvPr/>
        </p:nvSpPr>
        <p:spPr>
          <a:xfrm>
            <a:off x="48204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c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2" name=""/>
          <p:cNvSpPr/>
          <p:nvPr/>
        </p:nvSpPr>
        <p:spPr>
          <a:xfrm>
            <a:off x="48222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b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3" name=""/>
          <p:cNvSpPr/>
          <p:nvPr/>
        </p:nvSpPr>
        <p:spPr>
          <a:xfrm>
            <a:off x="482400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4" name=""/>
          <p:cNvSpPr/>
          <p:nvPr/>
        </p:nvSpPr>
        <p:spPr>
          <a:xfrm>
            <a:off x="48254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5" name=""/>
          <p:cNvSpPr/>
          <p:nvPr/>
        </p:nvSpPr>
        <p:spPr>
          <a:xfrm>
            <a:off x="482724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8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6" name=""/>
          <p:cNvSpPr/>
          <p:nvPr/>
        </p:nvSpPr>
        <p:spPr>
          <a:xfrm>
            <a:off x="48290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7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7" name=""/>
          <p:cNvSpPr/>
          <p:nvPr/>
        </p:nvSpPr>
        <p:spPr>
          <a:xfrm>
            <a:off x="48308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8" name=""/>
          <p:cNvSpPr/>
          <p:nvPr/>
        </p:nvSpPr>
        <p:spPr>
          <a:xfrm>
            <a:off x="48326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09" name=""/>
          <p:cNvSpPr/>
          <p:nvPr/>
        </p:nvSpPr>
        <p:spPr>
          <a:xfrm>
            <a:off x="483444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5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0" name=""/>
          <p:cNvSpPr/>
          <p:nvPr/>
        </p:nvSpPr>
        <p:spPr>
          <a:xfrm>
            <a:off x="48358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4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1" name=""/>
          <p:cNvSpPr/>
          <p:nvPr/>
        </p:nvSpPr>
        <p:spPr>
          <a:xfrm>
            <a:off x="48376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3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2" name=""/>
          <p:cNvSpPr/>
          <p:nvPr/>
        </p:nvSpPr>
        <p:spPr>
          <a:xfrm>
            <a:off x="48394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2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3" name=""/>
          <p:cNvSpPr/>
          <p:nvPr/>
        </p:nvSpPr>
        <p:spPr>
          <a:xfrm>
            <a:off x="484128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1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4" name=""/>
          <p:cNvSpPr/>
          <p:nvPr/>
        </p:nvSpPr>
        <p:spPr>
          <a:xfrm>
            <a:off x="484308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b0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5" name=""/>
          <p:cNvSpPr/>
          <p:nvPr/>
        </p:nvSpPr>
        <p:spPr>
          <a:xfrm>
            <a:off x="484488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6" name=""/>
          <p:cNvSpPr/>
          <p:nvPr/>
        </p:nvSpPr>
        <p:spPr>
          <a:xfrm>
            <a:off x="48463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7" name=""/>
          <p:cNvSpPr/>
          <p:nvPr/>
        </p:nvSpPr>
        <p:spPr>
          <a:xfrm>
            <a:off x="48481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8" name=""/>
          <p:cNvSpPr/>
          <p:nvPr/>
        </p:nvSpPr>
        <p:spPr>
          <a:xfrm>
            <a:off x="48499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d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19" name=""/>
          <p:cNvSpPr/>
          <p:nvPr/>
        </p:nvSpPr>
        <p:spPr>
          <a:xfrm>
            <a:off x="485172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0" name=""/>
          <p:cNvSpPr/>
          <p:nvPr/>
        </p:nvSpPr>
        <p:spPr>
          <a:xfrm>
            <a:off x="485352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1" name=""/>
          <p:cNvSpPr/>
          <p:nvPr/>
        </p:nvSpPr>
        <p:spPr>
          <a:xfrm>
            <a:off x="485532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2" name=""/>
          <p:cNvSpPr/>
          <p:nvPr/>
        </p:nvSpPr>
        <p:spPr>
          <a:xfrm>
            <a:off x="48567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3" name=""/>
          <p:cNvSpPr/>
          <p:nvPr/>
        </p:nvSpPr>
        <p:spPr>
          <a:xfrm>
            <a:off x="485856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4" name=""/>
          <p:cNvSpPr/>
          <p:nvPr/>
        </p:nvSpPr>
        <p:spPr>
          <a:xfrm>
            <a:off x="486036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5" name=""/>
          <p:cNvSpPr/>
          <p:nvPr/>
        </p:nvSpPr>
        <p:spPr>
          <a:xfrm>
            <a:off x="4862160" y="2558520"/>
            <a:ext cx="3600" cy="148320"/>
          </a:xfrm>
          <a:custGeom>
            <a:avLst/>
            <a:gdLst/>
            <a:ahLst/>
            <a:rect l="0" t="0" r="r" b="b"/>
            <a:pathLst>
              <a:path w="10" h="412">
                <a:moveTo>
                  <a:pt x="0" y="412"/>
                </a:moveTo>
                <a:lnTo>
                  <a:pt x="0" y="0"/>
                </a:lnTo>
                <a:lnTo>
                  <a:pt x="10" y="0"/>
                </a:lnTo>
                <a:lnTo>
                  <a:pt x="10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9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6" name=""/>
          <p:cNvSpPr/>
          <p:nvPr/>
        </p:nvSpPr>
        <p:spPr>
          <a:xfrm>
            <a:off x="486540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7" name=""/>
          <p:cNvSpPr/>
          <p:nvPr/>
        </p:nvSpPr>
        <p:spPr>
          <a:xfrm>
            <a:off x="486900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8" name=""/>
          <p:cNvSpPr/>
          <p:nvPr/>
        </p:nvSpPr>
        <p:spPr>
          <a:xfrm>
            <a:off x="48708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29" name=""/>
          <p:cNvSpPr/>
          <p:nvPr/>
        </p:nvSpPr>
        <p:spPr>
          <a:xfrm>
            <a:off x="487260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0" name=""/>
          <p:cNvSpPr/>
          <p:nvPr/>
        </p:nvSpPr>
        <p:spPr>
          <a:xfrm>
            <a:off x="487440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1" name=""/>
          <p:cNvSpPr/>
          <p:nvPr/>
        </p:nvSpPr>
        <p:spPr>
          <a:xfrm>
            <a:off x="48758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2" name=""/>
          <p:cNvSpPr/>
          <p:nvPr/>
        </p:nvSpPr>
        <p:spPr>
          <a:xfrm>
            <a:off x="4877640" y="2558520"/>
            <a:ext cx="2520" cy="148320"/>
          </a:xfrm>
          <a:custGeom>
            <a:avLst/>
            <a:gdLst/>
            <a:ahLst/>
            <a:rect l="0" t="0" r="r" b="b"/>
            <a:pathLst>
              <a:path w="7" h="412">
                <a:moveTo>
                  <a:pt x="0" y="412"/>
                </a:moveTo>
                <a:lnTo>
                  <a:pt x="0" y="0"/>
                </a:lnTo>
                <a:lnTo>
                  <a:pt x="7" y="0"/>
                </a:lnTo>
                <a:lnTo>
                  <a:pt x="7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3" name=""/>
          <p:cNvSpPr/>
          <p:nvPr/>
        </p:nvSpPr>
        <p:spPr>
          <a:xfrm>
            <a:off x="48794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4" name=""/>
          <p:cNvSpPr/>
          <p:nvPr/>
        </p:nvSpPr>
        <p:spPr>
          <a:xfrm>
            <a:off x="48812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5" name=""/>
          <p:cNvSpPr/>
          <p:nvPr/>
        </p:nvSpPr>
        <p:spPr>
          <a:xfrm>
            <a:off x="4883040" y="2558520"/>
            <a:ext cx="2160" cy="148320"/>
          </a:xfrm>
          <a:custGeom>
            <a:avLst/>
            <a:gdLst/>
            <a:ahLst/>
            <a:rect l="0" t="0" r="r" b="b"/>
            <a:pathLst>
              <a:path w="6" h="412">
                <a:moveTo>
                  <a:pt x="0" y="412"/>
                </a:moveTo>
                <a:lnTo>
                  <a:pt x="0" y="0"/>
                </a:lnTo>
                <a:lnTo>
                  <a:pt x="6" y="0"/>
                </a:lnTo>
                <a:lnTo>
                  <a:pt x="6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6" name=""/>
          <p:cNvSpPr/>
          <p:nvPr/>
        </p:nvSpPr>
        <p:spPr>
          <a:xfrm>
            <a:off x="4884840" y="2558520"/>
            <a:ext cx="1800" cy="148320"/>
          </a:xfrm>
          <a:custGeom>
            <a:avLst/>
            <a:gdLst/>
            <a:ahLst/>
            <a:rect l="0" t="0" r="r" b="b"/>
            <a:pathLst>
              <a:path w="5" h="412">
                <a:moveTo>
                  <a:pt x="0" y="412"/>
                </a:moveTo>
                <a:lnTo>
                  <a:pt x="0" y="0"/>
                </a:lnTo>
                <a:lnTo>
                  <a:pt x="5" y="0"/>
                </a:lnTo>
                <a:lnTo>
                  <a:pt x="5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7" name=""/>
          <p:cNvSpPr/>
          <p:nvPr/>
        </p:nvSpPr>
        <p:spPr>
          <a:xfrm>
            <a:off x="488628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8" name=""/>
          <p:cNvSpPr/>
          <p:nvPr/>
        </p:nvSpPr>
        <p:spPr>
          <a:xfrm>
            <a:off x="4889880" y="2558520"/>
            <a:ext cx="3960" cy="148320"/>
          </a:xfrm>
          <a:custGeom>
            <a:avLst/>
            <a:gdLst/>
            <a:ahLst/>
            <a:rect l="0" t="0" r="r" b="b"/>
            <a:pathLst>
              <a:path w="11" h="412">
                <a:moveTo>
                  <a:pt x="0" y="412"/>
                </a:moveTo>
                <a:lnTo>
                  <a:pt x="0" y="0"/>
                </a:lnTo>
                <a:lnTo>
                  <a:pt x="11" y="0"/>
                </a:lnTo>
                <a:lnTo>
                  <a:pt x="11" y="412"/>
                </a:lnTo>
                <a:lnTo>
                  <a:pt x="0" y="412"/>
                </a:lnTo>
                <a:close/>
              </a:path>
            </a:pathLst>
          </a:custGeom>
          <a:solidFill>
            <a:srgbClr val="a3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39" name=""/>
          <p:cNvSpPr/>
          <p:nvPr/>
        </p:nvSpPr>
        <p:spPr>
          <a:xfrm>
            <a:off x="4448520" y="2558520"/>
            <a:ext cx="445320" cy="479160"/>
          </a:xfrm>
          <a:custGeom>
            <a:avLst/>
            <a:gdLst/>
            <a:ahLst/>
            <a:rect l="0" t="0" r="r" b="b"/>
            <a:pathLst>
              <a:path fill="none" w="1237" h="1331">
                <a:moveTo>
                  <a:pt x="1237" y="207"/>
                </a:moveTo>
                <a:cubicBezTo>
                  <a:pt x="1237" y="320"/>
                  <a:pt x="960" y="412"/>
                  <a:pt x="618" y="412"/>
                </a:cubicBezTo>
                <a:cubicBezTo>
                  <a:pt x="276" y="412"/>
                  <a:pt x="0" y="320"/>
                  <a:pt x="0" y="207"/>
                </a:cubicBezTo>
                <a:cubicBezTo>
                  <a:pt x="0" y="92"/>
                  <a:pt x="276" y="0"/>
                  <a:pt x="618" y="0"/>
                </a:cubicBezTo>
                <a:cubicBezTo>
                  <a:pt x="960" y="0"/>
                  <a:pt x="1237" y="92"/>
                  <a:pt x="1237" y="207"/>
                </a:cubicBezTo>
                <a:lnTo>
                  <a:pt x="1237" y="1125"/>
                </a:lnTo>
                <a:cubicBezTo>
                  <a:pt x="1237" y="1238"/>
                  <a:pt x="960" y="1331"/>
                  <a:pt x="618" y="1331"/>
                </a:cubicBezTo>
                <a:cubicBezTo>
                  <a:pt x="276" y="1331"/>
                  <a:pt x="0" y="1238"/>
                  <a:pt x="0" y="1125"/>
                </a:cubicBezTo>
                <a:lnTo>
                  <a:pt x="0" y="207"/>
                </a:lnTo>
              </a:path>
            </a:pathLst>
          </a:custGeom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0" name=""/>
          <p:cNvSpPr txBox="1"/>
          <p:nvPr/>
        </p:nvSpPr>
        <p:spPr>
          <a:xfrm>
            <a:off x="2423880" y="279144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Gulim"/>
                <a:ea typeface="Gulim"/>
              </a:rPr>
              <a:t>1.5V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1" name=""/>
          <p:cNvSpPr/>
          <p:nvPr/>
        </p:nvSpPr>
        <p:spPr>
          <a:xfrm>
            <a:off x="4587120" y="2558880"/>
            <a:ext cx="160200" cy="56520"/>
          </a:xfrm>
          <a:custGeom>
            <a:avLst/>
            <a:gdLst/>
            <a:ahLst/>
            <a:rect l="0" t="0" r="r" b="b"/>
            <a:pathLst>
              <a:path w="445" h="157">
                <a:moveTo>
                  <a:pt x="0" y="0"/>
                </a:moveTo>
                <a:cubicBezTo>
                  <a:pt x="0" y="13"/>
                  <a:pt x="99" y="23"/>
                  <a:pt x="222" y="23"/>
                </a:cubicBezTo>
                <a:cubicBezTo>
                  <a:pt x="345" y="23"/>
                  <a:pt x="445" y="13"/>
                  <a:pt x="445" y="0"/>
                </a:cubicBezTo>
                <a:lnTo>
                  <a:pt x="445" y="135"/>
                </a:lnTo>
                <a:cubicBezTo>
                  <a:pt x="445" y="147"/>
                  <a:pt x="345" y="157"/>
                  <a:pt x="222" y="157"/>
                </a:cubicBezTo>
                <a:cubicBezTo>
                  <a:pt x="99" y="157"/>
                  <a:pt x="0" y="147"/>
                  <a:pt x="0" y="135"/>
                </a:cubicBez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142" name=""/>
          <p:cNvSpPr/>
          <p:nvPr/>
        </p:nvSpPr>
        <p:spPr>
          <a:xfrm>
            <a:off x="4587120" y="2550960"/>
            <a:ext cx="160200" cy="16560"/>
          </a:xfrm>
          <a:custGeom>
            <a:avLst/>
            <a:gdLst/>
            <a:ahLst/>
            <a:rect l="0" t="0" r="r" b="b"/>
            <a:pathLst>
              <a:path w="445" h="46">
                <a:moveTo>
                  <a:pt x="0" y="23"/>
                </a:moveTo>
                <a:cubicBezTo>
                  <a:pt x="0" y="10"/>
                  <a:pt x="99" y="0"/>
                  <a:pt x="222" y="0"/>
                </a:cubicBezTo>
                <a:cubicBezTo>
                  <a:pt x="345" y="0"/>
                  <a:pt x="445" y="10"/>
                  <a:pt x="445" y="23"/>
                </a:cubicBezTo>
                <a:cubicBezTo>
                  <a:pt x="445" y="36"/>
                  <a:pt x="345" y="46"/>
                  <a:pt x="222" y="46"/>
                </a:cubicBezTo>
                <a:cubicBezTo>
                  <a:pt x="99" y="46"/>
                  <a:pt x="0" y="36"/>
                  <a:pt x="0" y="23"/>
                </a:cubicBez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3" name=""/>
          <p:cNvSpPr/>
          <p:nvPr/>
        </p:nvSpPr>
        <p:spPr>
          <a:xfrm>
            <a:off x="4587120" y="2550960"/>
            <a:ext cx="160200" cy="64440"/>
          </a:xfrm>
          <a:custGeom>
            <a:avLst/>
            <a:gdLst/>
            <a:ahLst/>
            <a:rect l="0" t="0" r="r" b="b"/>
            <a:pathLst>
              <a:path fill="none" w="445" h="179">
                <a:moveTo>
                  <a:pt x="445" y="22"/>
                </a:moveTo>
                <a:cubicBezTo>
                  <a:pt x="445" y="35"/>
                  <a:pt x="345" y="45"/>
                  <a:pt x="222" y="45"/>
                </a:cubicBezTo>
                <a:cubicBezTo>
                  <a:pt x="99" y="45"/>
                  <a:pt x="0" y="35"/>
                  <a:pt x="0" y="22"/>
                </a:cubicBezTo>
                <a:cubicBezTo>
                  <a:pt x="0" y="10"/>
                  <a:pt x="99" y="0"/>
                  <a:pt x="222" y="0"/>
                </a:cubicBezTo>
                <a:cubicBezTo>
                  <a:pt x="345" y="0"/>
                  <a:pt x="445" y="10"/>
                  <a:pt x="445" y="22"/>
                </a:cubicBezTo>
                <a:lnTo>
                  <a:pt x="445" y="157"/>
                </a:lnTo>
                <a:cubicBezTo>
                  <a:pt x="445" y="169"/>
                  <a:pt x="345" y="179"/>
                  <a:pt x="222" y="179"/>
                </a:cubicBezTo>
                <a:cubicBezTo>
                  <a:pt x="99" y="179"/>
                  <a:pt x="0" y="169"/>
                  <a:pt x="0" y="157"/>
                </a:cubicBezTo>
                <a:lnTo>
                  <a:pt x="0" y="22"/>
                </a:lnTo>
              </a:path>
            </a:pathLst>
          </a:custGeom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4" name=""/>
          <p:cNvSpPr/>
          <p:nvPr/>
        </p:nvSpPr>
        <p:spPr>
          <a:xfrm>
            <a:off x="4975560" y="182520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9" y="8"/>
                </a:moveTo>
                <a:lnTo>
                  <a:pt x="9" y="8"/>
                </a:lnTo>
                <a:moveTo>
                  <a:pt x="19" y="8"/>
                </a:move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3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19" y="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5" name=""/>
          <p:cNvSpPr/>
          <p:nvPr/>
        </p:nvSpPr>
        <p:spPr>
          <a:xfrm>
            <a:off x="4974480" y="1824480"/>
            <a:ext cx="8640" cy="7200"/>
          </a:xfrm>
          <a:custGeom>
            <a:avLst/>
            <a:gdLst/>
            <a:ahLst/>
            <a:rect l="0" t="0" r="r" b="b"/>
            <a:pathLst>
              <a:path w="24" h="20">
                <a:moveTo>
                  <a:pt x="22" y="9"/>
                </a:moveTo>
                <a:lnTo>
                  <a:pt x="22" y="8"/>
                </a:lnTo>
                <a:lnTo>
                  <a:pt x="22" y="7"/>
                </a:lnTo>
                <a:lnTo>
                  <a:pt x="21" y="7"/>
                </a:lnTo>
                <a:lnTo>
                  <a:pt x="21" y="6"/>
                </a:lnTo>
                <a:lnTo>
                  <a:pt x="21" y="5"/>
                </a:lnTo>
                <a:lnTo>
                  <a:pt x="20" y="5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3"/>
                </a:lnTo>
                <a:lnTo>
                  <a:pt x="17" y="3"/>
                </a:lnTo>
                <a:lnTo>
                  <a:pt x="16" y="3"/>
                </a:lnTo>
                <a:lnTo>
                  <a:pt x="16" y="2"/>
                </a:lnTo>
                <a:lnTo>
                  <a:pt x="15" y="2"/>
                </a:lnTo>
                <a:lnTo>
                  <a:pt x="14" y="2"/>
                </a:lnTo>
                <a:lnTo>
                  <a:pt x="13" y="2"/>
                </a:lnTo>
                <a:lnTo>
                  <a:pt x="12" y="2"/>
                </a:lnTo>
                <a:lnTo>
                  <a:pt x="11" y="2"/>
                </a:lnTo>
                <a:lnTo>
                  <a:pt x="10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4" y="13"/>
                </a:lnTo>
                <a:lnTo>
                  <a:pt x="4" y="14"/>
                </a:lnTo>
                <a:lnTo>
                  <a:pt x="5" y="14"/>
                </a:lnTo>
                <a:lnTo>
                  <a:pt x="5" y="15"/>
                </a:lnTo>
                <a:lnTo>
                  <a:pt x="6" y="15"/>
                </a:lnTo>
                <a:lnTo>
                  <a:pt x="7" y="15"/>
                </a:lnTo>
                <a:lnTo>
                  <a:pt x="7" y="16"/>
                </a:lnTo>
                <a:lnTo>
                  <a:pt x="8" y="16"/>
                </a:lnTo>
                <a:lnTo>
                  <a:pt x="10" y="16"/>
                </a:lnTo>
                <a:lnTo>
                  <a:pt x="11" y="18"/>
                </a:lnTo>
                <a:lnTo>
                  <a:pt x="12" y="18"/>
                </a:lnTo>
                <a:lnTo>
                  <a:pt x="13" y="18"/>
                </a:lnTo>
                <a:lnTo>
                  <a:pt x="14" y="18"/>
                </a:lnTo>
                <a:lnTo>
                  <a:pt x="15" y="18"/>
                </a:lnTo>
                <a:lnTo>
                  <a:pt x="15" y="16"/>
                </a:lnTo>
                <a:lnTo>
                  <a:pt x="16" y="16"/>
                </a:lnTo>
                <a:lnTo>
                  <a:pt x="17" y="16"/>
                </a:lnTo>
                <a:lnTo>
                  <a:pt x="18" y="16"/>
                </a:lnTo>
                <a:lnTo>
                  <a:pt x="18" y="15"/>
                </a:lnTo>
                <a:lnTo>
                  <a:pt x="19" y="15"/>
                </a:lnTo>
                <a:lnTo>
                  <a:pt x="20" y="14"/>
                </a:lnTo>
                <a:lnTo>
                  <a:pt x="21" y="13"/>
                </a:lnTo>
                <a:lnTo>
                  <a:pt x="21" y="12"/>
                </a:lnTo>
                <a:lnTo>
                  <a:pt x="22" y="12"/>
                </a:lnTo>
                <a:lnTo>
                  <a:pt x="22" y="11"/>
                </a:lnTo>
                <a:lnTo>
                  <a:pt x="22" y="10"/>
                </a:lnTo>
                <a:lnTo>
                  <a:pt x="22" y="9"/>
                </a:lnTo>
                <a:moveTo>
                  <a:pt x="24" y="9"/>
                </a:moveTo>
                <a:lnTo>
                  <a:pt x="24" y="10"/>
                </a:lnTo>
                <a:lnTo>
                  <a:pt x="24" y="11"/>
                </a:lnTo>
                <a:lnTo>
                  <a:pt x="24" y="12"/>
                </a:lnTo>
                <a:lnTo>
                  <a:pt x="24" y="13"/>
                </a:lnTo>
                <a:lnTo>
                  <a:pt x="23" y="13"/>
                </a:lnTo>
                <a:lnTo>
                  <a:pt x="23" y="14"/>
                </a:lnTo>
                <a:lnTo>
                  <a:pt x="22" y="15"/>
                </a:lnTo>
                <a:lnTo>
                  <a:pt x="21" y="15"/>
                </a:lnTo>
                <a:lnTo>
                  <a:pt x="21" y="16"/>
                </a:lnTo>
                <a:lnTo>
                  <a:pt x="20" y="16"/>
                </a:lnTo>
                <a:lnTo>
                  <a:pt x="20" y="18"/>
                </a:lnTo>
                <a:lnTo>
                  <a:pt x="19" y="18"/>
                </a:lnTo>
                <a:lnTo>
                  <a:pt x="18" y="18"/>
                </a:lnTo>
                <a:lnTo>
                  <a:pt x="18" y="19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1" y="20"/>
                </a:lnTo>
                <a:lnTo>
                  <a:pt x="11" y="19"/>
                </a:lnTo>
                <a:lnTo>
                  <a:pt x="10" y="19"/>
                </a:lnTo>
                <a:lnTo>
                  <a:pt x="8" y="19"/>
                </a:lnTo>
                <a:lnTo>
                  <a:pt x="7" y="19"/>
                </a:lnTo>
                <a:lnTo>
                  <a:pt x="6" y="18"/>
                </a:lnTo>
                <a:lnTo>
                  <a:pt x="5" y="18"/>
                </a:lnTo>
                <a:lnTo>
                  <a:pt x="4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4" y="6"/>
                </a:lnTo>
                <a:lnTo>
                  <a:pt x="24" y="7"/>
                </a:lnTo>
                <a:lnTo>
                  <a:pt x="24" y="8"/>
                </a:lnTo>
                <a:lnTo>
                  <a:pt x="24" y="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6" name=""/>
          <p:cNvSpPr/>
          <p:nvPr/>
        </p:nvSpPr>
        <p:spPr>
          <a:xfrm>
            <a:off x="4973760" y="1823760"/>
            <a:ext cx="10440" cy="8280"/>
          </a:xfrm>
          <a:custGeom>
            <a:avLst/>
            <a:gdLst/>
            <a:ahLst/>
            <a:rect l="0" t="0" r="r" b="b"/>
            <a:pathLst>
              <a:path w="29" h="23">
                <a:moveTo>
                  <a:pt x="26" y="12"/>
                </a:moveTo>
                <a:lnTo>
                  <a:pt x="26" y="11"/>
                </a:lnTo>
                <a:lnTo>
                  <a:pt x="26" y="10"/>
                </a:lnTo>
                <a:lnTo>
                  <a:pt x="26" y="9"/>
                </a:lnTo>
                <a:lnTo>
                  <a:pt x="25" y="9"/>
                </a:lnTo>
                <a:lnTo>
                  <a:pt x="25" y="8"/>
                </a:lnTo>
                <a:lnTo>
                  <a:pt x="25" y="7"/>
                </a:lnTo>
                <a:lnTo>
                  <a:pt x="24" y="7"/>
                </a:lnTo>
                <a:lnTo>
                  <a:pt x="23" y="6"/>
                </a:lnTo>
                <a:lnTo>
                  <a:pt x="21" y="4"/>
                </a:lnTo>
                <a:lnTo>
                  <a:pt x="20" y="4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7" y="3"/>
                </a:lnTo>
                <a:lnTo>
                  <a:pt x="17" y="2"/>
                </a:lnTo>
                <a:lnTo>
                  <a:pt x="16" y="2"/>
                </a:lnTo>
                <a:lnTo>
                  <a:pt x="15" y="2"/>
                </a:lnTo>
                <a:lnTo>
                  <a:pt x="14" y="2"/>
                </a:lnTo>
                <a:lnTo>
                  <a:pt x="13" y="2"/>
                </a:lnTo>
                <a:lnTo>
                  <a:pt x="12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3" y="14"/>
                </a:lnTo>
                <a:lnTo>
                  <a:pt x="3" y="15"/>
                </a:lnTo>
                <a:lnTo>
                  <a:pt x="3" y="16"/>
                </a:lnTo>
                <a:lnTo>
                  <a:pt x="4" y="17"/>
                </a:lnTo>
                <a:lnTo>
                  <a:pt x="4" y="18"/>
                </a:lnTo>
                <a:lnTo>
                  <a:pt x="5" y="18"/>
                </a:lnTo>
                <a:lnTo>
                  <a:pt x="5" y="19"/>
                </a:lnTo>
                <a:lnTo>
                  <a:pt x="6" y="19"/>
                </a:lnTo>
                <a:lnTo>
                  <a:pt x="7" y="20"/>
                </a:lnTo>
                <a:lnTo>
                  <a:pt x="8" y="20"/>
                </a:lnTo>
                <a:lnTo>
                  <a:pt x="9" y="21"/>
                </a:lnTo>
                <a:lnTo>
                  <a:pt x="10" y="21"/>
                </a:lnTo>
                <a:lnTo>
                  <a:pt x="11" y="21"/>
                </a:lnTo>
                <a:lnTo>
                  <a:pt x="12" y="21"/>
                </a:lnTo>
                <a:lnTo>
                  <a:pt x="12" y="22"/>
                </a:lnTo>
                <a:lnTo>
                  <a:pt x="13" y="22"/>
                </a:lnTo>
                <a:lnTo>
                  <a:pt x="14" y="22"/>
                </a:lnTo>
                <a:lnTo>
                  <a:pt x="15" y="22"/>
                </a:lnTo>
                <a:lnTo>
                  <a:pt x="16" y="21"/>
                </a:lnTo>
                <a:lnTo>
                  <a:pt x="17" y="21"/>
                </a:lnTo>
                <a:lnTo>
                  <a:pt x="18" y="21"/>
                </a:lnTo>
                <a:lnTo>
                  <a:pt x="19" y="21"/>
                </a:lnTo>
                <a:lnTo>
                  <a:pt x="19" y="20"/>
                </a:lnTo>
                <a:lnTo>
                  <a:pt x="20" y="20"/>
                </a:lnTo>
                <a:lnTo>
                  <a:pt x="21" y="20"/>
                </a:lnTo>
                <a:lnTo>
                  <a:pt x="21" y="19"/>
                </a:lnTo>
                <a:lnTo>
                  <a:pt x="23" y="19"/>
                </a:lnTo>
                <a:lnTo>
                  <a:pt x="23" y="18"/>
                </a:lnTo>
                <a:lnTo>
                  <a:pt x="24" y="18"/>
                </a:lnTo>
                <a:lnTo>
                  <a:pt x="25" y="17"/>
                </a:lnTo>
                <a:lnTo>
                  <a:pt x="25" y="16"/>
                </a:lnTo>
                <a:lnTo>
                  <a:pt x="26" y="16"/>
                </a:lnTo>
                <a:lnTo>
                  <a:pt x="26" y="15"/>
                </a:lnTo>
                <a:lnTo>
                  <a:pt x="26" y="14"/>
                </a:lnTo>
                <a:lnTo>
                  <a:pt x="26" y="13"/>
                </a:lnTo>
                <a:lnTo>
                  <a:pt x="26" y="12"/>
                </a:lnTo>
                <a:moveTo>
                  <a:pt x="29" y="12"/>
                </a:moveTo>
                <a:lnTo>
                  <a:pt x="29" y="13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7" y="17"/>
                </a:lnTo>
                <a:lnTo>
                  <a:pt x="27" y="18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5" y="20"/>
                </a:lnTo>
                <a:lnTo>
                  <a:pt x="24" y="20"/>
                </a:lnTo>
                <a:lnTo>
                  <a:pt x="24" y="21"/>
                </a:lnTo>
                <a:lnTo>
                  <a:pt x="23" y="21"/>
                </a:lnTo>
                <a:lnTo>
                  <a:pt x="23" y="22"/>
                </a:lnTo>
                <a:lnTo>
                  <a:pt x="21" y="22"/>
                </a:lnTo>
                <a:lnTo>
                  <a:pt x="20" y="22"/>
                </a:lnTo>
                <a:lnTo>
                  <a:pt x="19" y="23"/>
                </a:lnTo>
                <a:lnTo>
                  <a:pt x="18" y="23"/>
                </a:lnTo>
                <a:lnTo>
                  <a:pt x="17" y="23"/>
                </a:lnTo>
                <a:lnTo>
                  <a:pt x="16" y="23"/>
                </a:lnTo>
                <a:lnTo>
                  <a:pt x="15" y="23"/>
                </a:lnTo>
                <a:lnTo>
                  <a:pt x="14" y="23"/>
                </a:lnTo>
                <a:lnTo>
                  <a:pt x="13" y="23"/>
                </a:lnTo>
                <a:lnTo>
                  <a:pt x="12" y="23"/>
                </a:lnTo>
                <a:lnTo>
                  <a:pt x="11" y="23"/>
                </a:lnTo>
                <a:lnTo>
                  <a:pt x="10" y="23"/>
                </a:lnTo>
                <a:lnTo>
                  <a:pt x="9" y="23"/>
                </a:lnTo>
                <a:lnTo>
                  <a:pt x="8" y="23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5" y="21"/>
                </a:lnTo>
                <a:lnTo>
                  <a:pt x="4" y="20"/>
                </a:lnTo>
                <a:lnTo>
                  <a:pt x="3" y="20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1"/>
                </a:lnTo>
                <a:lnTo>
                  <a:pt x="20" y="2"/>
                </a:lnTo>
                <a:lnTo>
                  <a:pt x="21" y="2"/>
                </a:lnTo>
                <a:lnTo>
                  <a:pt x="23" y="2"/>
                </a:lnTo>
                <a:lnTo>
                  <a:pt x="23" y="3"/>
                </a:lnTo>
                <a:lnTo>
                  <a:pt x="24" y="3"/>
                </a:lnTo>
                <a:lnTo>
                  <a:pt x="25" y="4"/>
                </a:lnTo>
                <a:lnTo>
                  <a:pt x="26" y="6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8" y="9"/>
                </a:lnTo>
                <a:lnTo>
                  <a:pt x="28" y="10"/>
                </a:lnTo>
                <a:lnTo>
                  <a:pt x="28" y="11"/>
                </a:lnTo>
                <a:lnTo>
                  <a:pt x="29" y="11"/>
                </a:lnTo>
                <a:lnTo>
                  <a:pt x="29" y="1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7" name=""/>
          <p:cNvSpPr/>
          <p:nvPr/>
        </p:nvSpPr>
        <p:spPr>
          <a:xfrm>
            <a:off x="4973040" y="1823040"/>
            <a:ext cx="11880" cy="9720"/>
          </a:xfrm>
          <a:custGeom>
            <a:avLst/>
            <a:gdLst/>
            <a:ahLst/>
            <a:rect l="0" t="0" r="r" b="b"/>
            <a:pathLst>
              <a:path w="33" h="27">
                <a:moveTo>
                  <a:pt x="31" y="13"/>
                </a:moveTo>
                <a:lnTo>
                  <a:pt x="31" y="12"/>
                </a:lnTo>
                <a:lnTo>
                  <a:pt x="30" y="12"/>
                </a:lnTo>
                <a:lnTo>
                  <a:pt x="30" y="11"/>
                </a:lnTo>
                <a:lnTo>
                  <a:pt x="30" y="10"/>
                </a:lnTo>
                <a:lnTo>
                  <a:pt x="30" y="9"/>
                </a:lnTo>
                <a:lnTo>
                  <a:pt x="29" y="9"/>
                </a:lnTo>
                <a:lnTo>
                  <a:pt x="29" y="8"/>
                </a:lnTo>
                <a:lnTo>
                  <a:pt x="28" y="7"/>
                </a:lnTo>
                <a:lnTo>
                  <a:pt x="27" y="6"/>
                </a:lnTo>
                <a:lnTo>
                  <a:pt x="25" y="5"/>
                </a:lnTo>
                <a:lnTo>
                  <a:pt x="24" y="5"/>
                </a:lnTo>
                <a:lnTo>
                  <a:pt x="24" y="4"/>
                </a:lnTo>
                <a:lnTo>
                  <a:pt x="23" y="4"/>
                </a:lnTo>
                <a:lnTo>
                  <a:pt x="22" y="4"/>
                </a:lnTo>
                <a:lnTo>
                  <a:pt x="22" y="3"/>
                </a:lnTo>
                <a:lnTo>
                  <a:pt x="21" y="3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7" y="2"/>
                </a:lnTo>
                <a:lnTo>
                  <a:pt x="16" y="2"/>
                </a:lnTo>
                <a:lnTo>
                  <a:pt x="15" y="2"/>
                </a:lnTo>
                <a:lnTo>
                  <a:pt x="14" y="2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2" y="15"/>
                </a:lnTo>
                <a:lnTo>
                  <a:pt x="2" y="16"/>
                </a:lnTo>
                <a:lnTo>
                  <a:pt x="3" y="16"/>
                </a:lnTo>
                <a:lnTo>
                  <a:pt x="3" y="17"/>
                </a:lnTo>
                <a:lnTo>
                  <a:pt x="3" y="18"/>
                </a:lnTo>
                <a:lnTo>
                  <a:pt x="4" y="18"/>
                </a:lnTo>
                <a:lnTo>
                  <a:pt x="4" y="19"/>
                </a:lnTo>
                <a:lnTo>
                  <a:pt x="4" y="20"/>
                </a:lnTo>
                <a:lnTo>
                  <a:pt x="5" y="20"/>
                </a:lnTo>
                <a:lnTo>
                  <a:pt x="5" y="21"/>
                </a:lnTo>
                <a:lnTo>
                  <a:pt x="6" y="21"/>
                </a:lnTo>
                <a:lnTo>
                  <a:pt x="7" y="22"/>
                </a:lnTo>
                <a:lnTo>
                  <a:pt x="8" y="22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3" y="25"/>
                </a:lnTo>
                <a:lnTo>
                  <a:pt x="14" y="25"/>
                </a:lnTo>
                <a:lnTo>
                  <a:pt x="15" y="25"/>
                </a:lnTo>
                <a:lnTo>
                  <a:pt x="16" y="25"/>
                </a:lnTo>
                <a:lnTo>
                  <a:pt x="17" y="25"/>
                </a:lnTo>
                <a:lnTo>
                  <a:pt x="18" y="25"/>
                </a:lnTo>
                <a:lnTo>
                  <a:pt x="19" y="25"/>
                </a:lnTo>
                <a:lnTo>
                  <a:pt x="20" y="25"/>
                </a:lnTo>
                <a:lnTo>
                  <a:pt x="21" y="25"/>
                </a:lnTo>
                <a:lnTo>
                  <a:pt x="22" y="23"/>
                </a:lnTo>
                <a:lnTo>
                  <a:pt x="23" y="23"/>
                </a:lnTo>
                <a:lnTo>
                  <a:pt x="24" y="23"/>
                </a:lnTo>
                <a:lnTo>
                  <a:pt x="24" y="22"/>
                </a:lnTo>
                <a:lnTo>
                  <a:pt x="25" y="22"/>
                </a:lnTo>
                <a:lnTo>
                  <a:pt x="25" y="21"/>
                </a:lnTo>
                <a:lnTo>
                  <a:pt x="27" y="21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29" y="18"/>
                </a:lnTo>
                <a:lnTo>
                  <a:pt x="30" y="17"/>
                </a:lnTo>
                <a:lnTo>
                  <a:pt x="30" y="16"/>
                </a:lnTo>
                <a:lnTo>
                  <a:pt x="30" y="15"/>
                </a:lnTo>
                <a:lnTo>
                  <a:pt x="31" y="14"/>
                </a:lnTo>
                <a:lnTo>
                  <a:pt x="31" y="13"/>
                </a:lnTo>
                <a:moveTo>
                  <a:pt x="33" y="13"/>
                </a:moveTo>
                <a:lnTo>
                  <a:pt x="33" y="14"/>
                </a:lnTo>
                <a:lnTo>
                  <a:pt x="33" y="15"/>
                </a:lnTo>
                <a:lnTo>
                  <a:pt x="33" y="16"/>
                </a:lnTo>
                <a:lnTo>
                  <a:pt x="32" y="17"/>
                </a:lnTo>
                <a:lnTo>
                  <a:pt x="32" y="18"/>
                </a:lnTo>
                <a:lnTo>
                  <a:pt x="32" y="19"/>
                </a:lnTo>
                <a:lnTo>
                  <a:pt x="31" y="19"/>
                </a:lnTo>
                <a:lnTo>
                  <a:pt x="31" y="20"/>
                </a:lnTo>
                <a:lnTo>
                  <a:pt x="30" y="20"/>
                </a:lnTo>
                <a:lnTo>
                  <a:pt x="30" y="21"/>
                </a:lnTo>
                <a:lnTo>
                  <a:pt x="29" y="22"/>
                </a:lnTo>
                <a:lnTo>
                  <a:pt x="28" y="23"/>
                </a:lnTo>
                <a:lnTo>
                  <a:pt x="27" y="23"/>
                </a:lnTo>
                <a:lnTo>
                  <a:pt x="27" y="25"/>
                </a:lnTo>
                <a:lnTo>
                  <a:pt x="25" y="25"/>
                </a:lnTo>
                <a:lnTo>
                  <a:pt x="24" y="25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7"/>
                </a:lnTo>
                <a:lnTo>
                  <a:pt x="20" y="27"/>
                </a:lnTo>
                <a:lnTo>
                  <a:pt x="19" y="27"/>
                </a:lnTo>
                <a:lnTo>
                  <a:pt x="18" y="27"/>
                </a:lnTo>
                <a:lnTo>
                  <a:pt x="17" y="27"/>
                </a:lnTo>
                <a:lnTo>
                  <a:pt x="16" y="27"/>
                </a:lnTo>
                <a:lnTo>
                  <a:pt x="15" y="27"/>
                </a:lnTo>
                <a:lnTo>
                  <a:pt x="14" y="27"/>
                </a:lnTo>
                <a:lnTo>
                  <a:pt x="13" y="27"/>
                </a:lnTo>
                <a:lnTo>
                  <a:pt x="12" y="27"/>
                </a:lnTo>
                <a:lnTo>
                  <a:pt x="11" y="27"/>
                </a:lnTo>
                <a:lnTo>
                  <a:pt x="10" y="27"/>
                </a:lnTo>
                <a:lnTo>
                  <a:pt x="10" y="26"/>
                </a:lnTo>
                <a:lnTo>
                  <a:pt x="9" y="26"/>
                </a:lnTo>
                <a:lnTo>
                  <a:pt x="8" y="26"/>
                </a:lnTo>
                <a:lnTo>
                  <a:pt x="8" y="25"/>
                </a:lnTo>
                <a:lnTo>
                  <a:pt x="7" y="25"/>
                </a:lnTo>
                <a:lnTo>
                  <a:pt x="6" y="25"/>
                </a:lnTo>
                <a:lnTo>
                  <a:pt x="6" y="23"/>
                </a:lnTo>
                <a:lnTo>
                  <a:pt x="5" y="23"/>
                </a:lnTo>
                <a:lnTo>
                  <a:pt x="4" y="23"/>
                </a:lnTo>
                <a:lnTo>
                  <a:pt x="4" y="22"/>
                </a:lnTo>
                <a:lnTo>
                  <a:pt x="3" y="22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1" y="19"/>
                </a:lnTo>
                <a:lnTo>
                  <a:pt x="1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29" y="5"/>
                </a:lnTo>
                <a:lnTo>
                  <a:pt x="30" y="5"/>
                </a:lnTo>
                <a:lnTo>
                  <a:pt x="30" y="6"/>
                </a:lnTo>
                <a:lnTo>
                  <a:pt x="31" y="7"/>
                </a:lnTo>
                <a:lnTo>
                  <a:pt x="31" y="8"/>
                </a:lnTo>
                <a:lnTo>
                  <a:pt x="32" y="8"/>
                </a:lnTo>
                <a:lnTo>
                  <a:pt x="32" y="9"/>
                </a:lnTo>
                <a:lnTo>
                  <a:pt x="32" y="10"/>
                </a:lnTo>
                <a:lnTo>
                  <a:pt x="33" y="11"/>
                </a:lnTo>
                <a:lnTo>
                  <a:pt x="33" y="12"/>
                </a:lnTo>
                <a:lnTo>
                  <a:pt x="33" y="13"/>
                </a:lnTo>
                <a:close/>
              </a:path>
            </a:pathLst>
          </a:custGeom>
          <a:solidFill>
            <a:srgbClr val="ffff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8" name=""/>
          <p:cNvSpPr/>
          <p:nvPr/>
        </p:nvSpPr>
        <p:spPr>
          <a:xfrm>
            <a:off x="4967280" y="1818720"/>
            <a:ext cx="23400" cy="18720"/>
          </a:xfrm>
          <a:custGeom>
            <a:avLst/>
            <a:gdLst/>
            <a:ahLst/>
            <a:rect l="0" t="0" r="r" b="b"/>
            <a:pathLst>
              <a:path w="65" h="52">
                <a:moveTo>
                  <a:pt x="48" y="26"/>
                </a:moveTo>
                <a:lnTo>
                  <a:pt x="48" y="25"/>
                </a:lnTo>
                <a:lnTo>
                  <a:pt x="48" y="24"/>
                </a:lnTo>
                <a:lnTo>
                  <a:pt x="47" y="22"/>
                </a:lnTo>
                <a:lnTo>
                  <a:pt x="47" y="21"/>
                </a:lnTo>
                <a:lnTo>
                  <a:pt x="47" y="20"/>
                </a:lnTo>
                <a:lnTo>
                  <a:pt x="46" y="20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4" y="17"/>
                </a:lnTo>
                <a:lnTo>
                  <a:pt x="43" y="16"/>
                </a:lnTo>
                <a:lnTo>
                  <a:pt x="42" y="16"/>
                </a:lnTo>
                <a:lnTo>
                  <a:pt x="42" y="15"/>
                </a:lnTo>
                <a:lnTo>
                  <a:pt x="41" y="15"/>
                </a:lnTo>
                <a:lnTo>
                  <a:pt x="40" y="14"/>
                </a:lnTo>
                <a:lnTo>
                  <a:pt x="39" y="14"/>
                </a:lnTo>
                <a:lnTo>
                  <a:pt x="38" y="14"/>
                </a:lnTo>
                <a:lnTo>
                  <a:pt x="38" y="13"/>
                </a:lnTo>
                <a:lnTo>
                  <a:pt x="37" y="13"/>
                </a:lnTo>
                <a:lnTo>
                  <a:pt x="36" y="13"/>
                </a:lnTo>
                <a:lnTo>
                  <a:pt x="35" y="13"/>
                </a:lnTo>
                <a:lnTo>
                  <a:pt x="34" y="13"/>
                </a:lnTo>
                <a:lnTo>
                  <a:pt x="33" y="13"/>
                </a:lnTo>
                <a:lnTo>
                  <a:pt x="32" y="12"/>
                </a:lnTo>
                <a:lnTo>
                  <a:pt x="31" y="12"/>
                </a:lnTo>
                <a:lnTo>
                  <a:pt x="31" y="13"/>
                </a:lnTo>
                <a:lnTo>
                  <a:pt x="30" y="13"/>
                </a:lnTo>
                <a:lnTo>
                  <a:pt x="29" y="13"/>
                </a:lnTo>
                <a:lnTo>
                  <a:pt x="28" y="13"/>
                </a:lnTo>
                <a:lnTo>
                  <a:pt x="27" y="13"/>
                </a:lnTo>
                <a:lnTo>
                  <a:pt x="26" y="13"/>
                </a:lnTo>
                <a:lnTo>
                  <a:pt x="25" y="14"/>
                </a:lnTo>
                <a:lnTo>
                  <a:pt x="24" y="14"/>
                </a:lnTo>
                <a:lnTo>
                  <a:pt x="23" y="14"/>
                </a:lnTo>
                <a:lnTo>
                  <a:pt x="23" y="15"/>
                </a:lnTo>
                <a:lnTo>
                  <a:pt x="22" y="15"/>
                </a:lnTo>
                <a:lnTo>
                  <a:pt x="21" y="16"/>
                </a:lnTo>
                <a:lnTo>
                  <a:pt x="20" y="16"/>
                </a:lnTo>
                <a:lnTo>
                  <a:pt x="20" y="17"/>
                </a:lnTo>
                <a:lnTo>
                  <a:pt x="19" y="17"/>
                </a:lnTo>
                <a:lnTo>
                  <a:pt x="19" y="18"/>
                </a:lnTo>
                <a:lnTo>
                  <a:pt x="18" y="18"/>
                </a:lnTo>
                <a:lnTo>
                  <a:pt x="18" y="19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2"/>
                </a:lnTo>
                <a:lnTo>
                  <a:pt x="16" y="24"/>
                </a:lnTo>
                <a:lnTo>
                  <a:pt x="16" y="25"/>
                </a:lnTo>
                <a:lnTo>
                  <a:pt x="16" y="26"/>
                </a:lnTo>
                <a:lnTo>
                  <a:pt x="16" y="27"/>
                </a:lnTo>
                <a:lnTo>
                  <a:pt x="16" y="28"/>
                </a:lnTo>
                <a:lnTo>
                  <a:pt x="16" y="29"/>
                </a:lnTo>
                <a:lnTo>
                  <a:pt x="16" y="30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18" y="34"/>
                </a:lnTo>
                <a:lnTo>
                  <a:pt x="19" y="34"/>
                </a:lnTo>
                <a:lnTo>
                  <a:pt x="19" y="35"/>
                </a:lnTo>
                <a:lnTo>
                  <a:pt x="20" y="35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2" y="37"/>
                </a:lnTo>
                <a:lnTo>
                  <a:pt x="23" y="37"/>
                </a:lnTo>
                <a:lnTo>
                  <a:pt x="24" y="37"/>
                </a:lnTo>
                <a:lnTo>
                  <a:pt x="24" y="38"/>
                </a:lnTo>
                <a:lnTo>
                  <a:pt x="25" y="38"/>
                </a:lnTo>
                <a:lnTo>
                  <a:pt x="26" y="38"/>
                </a:lnTo>
                <a:lnTo>
                  <a:pt x="26" y="39"/>
                </a:lnTo>
                <a:lnTo>
                  <a:pt x="27" y="39"/>
                </a:lnTo>
                <a:lnTo>
                  <a:pt x="28" y="39"/>
                </a:lnTo>
                <a:lnTo>
                  <a:pt x="29" y="39"/>
                </a:lnTo>
                <a:lnTo>
                  <a:pt x="30" y="39"/>
                </a:lnTo>
                <a:lnTo>
                  <a:pt x="31" y="39"/>
                </a:lnTo>
                <a:lnTo>
                  <a:pt x="32" y="39"/>
                </a:lnTo>
                <a:lnTo>
                  <a:pt x="33" y="39"/>
                </a:lnTo>
                <a:lnTo>
                  <a:pt x="34" y="39"/>
                </a:lnTo>
                <a:lnTo>
                  <a:pt x="35" y="39"/>
                </a:lnTo>
                <a:lnTo>
                  <a:pt x="36" y="39"/>
                </a:lnTo>
                <a:lnTo>
                  <a:pt x="37" y="39"/>
                </a:lnTo>
                <a:lnTo>
                  <a:pt x="38" y="38"/>
                </a:lnTo>
                <a:lnTo>
                  <a:pt x="39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2" y="37"/>
                </a:lnTo>
                <a:lnTo>
                  <a:pt x="42" y="36"/>
                </a:lnTo>
                <a:lnTo>
                  <a:pt x="43" y="36"/>
                </a:lnTo>
                <a:lnTo>
                  <a:pt x="44" y="35"/>
                </a:lnTo>
                <a:lnTo>
                  <a:pt x="45" y="34"/>
                </a:lnTo>
                <a:lnTo>
                  <a:pt x="45" y="33"/>
                </a:lnTo>
                <a:lnTo>
                  <a:pt x="46" y="33"/>
                </a:lnTo>
                <a:lnTo>
                  <a:pt x="46" y="32"/>
                </a:lnTo>
                <a:lnTo>
                  <a:pt x="47" y="32"/>
                </a:lnTo>
                <a:lnTo>
                  <a:pt x="47" y="31"/>
                </a:lnTo>
                <a:lnTo>
                  <a:pt x="47" y="30"/>
                </a:lnTo>
                <a:lnTo>
                  <a:pt x="48" y="29"/>
                </a:lnTo>
                <a:lnTo>
                  <a:pt x="48" y="28"/>
                </a:lnTo>
                <a:lnTo>
                  <a:pt x="48" y="27"/>
                </a:lnTo>
                <a:lnTo>
                  <a:pt x="48" y="26"/>
                </a:lnTo>
                <a:moveTo>
                  <a:pt x="65" y="26"/>
                </a:move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5" y="30"/>
                </a:lnTo>
                <a:lnTo>
                  <a:pt x="64" y="31"/>
                </a:lnTo>
                <a:lnTo>
                  <a:pt x="64" y="32"/>
                </a:lnTo>
                <a:lnTo>
                  <a:pt x="64" y="33"/>
                </a:lnTo>
                <a:lnTo>
                  <a:pt x="64" y="34"/>
                </a:lnTo>
                <a:lnTo>
                  <a:pt x="63" y="34"/>
                </a:lnTo>
                <a:lnTo>
                  <a:pt x="63" y="35"/>
                </a:lnTo>
                <a:lnTo>
                  <a:pt x="63" y="36"/>
                </a:lnTo>
                <a:lnTo>
                  <a:pt x="62" y="37"/>
                </a:lnTo>
                <a:lnTo>
                  <a:pt x="61" y="38"/>
                </a:lnTo>
                <a:lnTo>
                  <a:pt x="61" y="39"/>
                </a:lnTo>
                <a:lnTo>
                  <a:pt x="60" y="40"/>
                </a:lnTo>
                <a:lnTo>
                  <a:pt x="59" y="41"/>
                </a:lnTo>
                <a:lnTo>
                  <a:pt x="59" y="42"/>
                </a:lnTo>
                <a:lnTo>
                  <a:pt x="57" y="42"/>
                </a:lnTo>
                <a:lnTo>
                  <a:pt x="57" y="43"/>
                </a:lnTo>
                <a:lnTo>
                  <a:pt x="56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3" y="46"/>
                </a:lnTo>
                <a:lnTo>
                  <a:pt x="52" y="46"/>
                </a:lnTo>
                <a:lnTo>
                  <a:pt x="52" y="47"/>
                </a:lnTo>
                <a:lnTo>
                  <a:pt x="51" y="47"/>
                </a:lnTo>
                <a:lnTo>
                  <a:pt x="50" y="48"/>
                </a:lnTo>
                <a:lnTo>
                  <a:pt x="49" y="48"/>
                </a:lnTo>
                <a:lnTo>
                  <a:pt x="48" y="49"/>
                </a:lnTo>
                <a:lnTo>
                  <a:pt x="47" y="49"/>
                </a:lnTo>
                <a:lnTo>
                  <a:pt x="46" y="49"/>
                </a:lnTo>
                <a:lnTo>
                  <a:pt x="46" y="50"/>
                </a:lnTo>
                <a:lnTo>
                  <a:pt x="45" y="50"/>
                </a:lnTo>
                <a:lnTo>
                  <a:pt x="44" y="50"/>
                </a:lnTo>
                <a:lnTo>
                  <a:pt x="43" y="51"/>
                </a:lnTo>
                <a:lnTo>
                  <a:pt x="42" y="51"/>
                </a:lnTo>
                <a:lnTo>
                  <a:pt x="41" y="51"/>
                </a:lnTo>
                <a:lnTo>
                  <a:pt x="40" y="51"/>
                </a:lnTo>
                <a:lnTo>
                  <a:pt x="39" y="52"/>
                </a:lnTo>
                <a:lnTo>
                  <a:pt x="38" y="52"/>
                </a:lnTo>
                <a:lnTo>
                  <a:pt x="37" y="52"/>
                </a:lnTo>
                <a:lnTo>
                  <a:pt x="36" y="52"/>
                </a:lnTo>
                <a:lnTo>
                  <a:pt x="35" y="52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9" y="52"/>
                </a:lnTo>
                <a:lnTo>
                  <a:pt x="28" y="52"/>
                </a:lnTo>
                <a:lnTo>
                  <a:pt x="27" y="52"/>
                </a:lnTo>
                <a:lnTo>
                  <a:pt x="26" y="52"/>
                </a:lnTo>
                <a:lnTo>
                  <a:pt x="25" y="52"/>
                </a:lnTo>
                <a:lnTo>
                  <a:pt x="24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9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5" y="49"/>
                </a:lnTo>
                <a:lnTo>
                  <a:pt x="15" y="48"/>
                </a:lnTo>
                <a:lnTo>
                  <a:pt x="14" y="48"/>
                </a:lnTo>
                <a:lnTo>
                  <a:pt x="13" y="47"/>
                </a:lnTo>
                <a:lnTo>
                  <a:pt x="12" y="47"/>
                </a:lnTo>
                <a:lnTo>
                  <a:pt x="11" y="46"/>
                </a:lnTo>
                <a:lnTo>
                  <a:pt x="10" y="45"/>
                </a:lnTo>
                <a:lnTo>
                  <a:pt x="9" y="45"/>
                </a:lnTo>
                <a:lnTo>
                  <a:pt x="8" y="44"/>
                </a:lnTo>
                <a:lnTo>
                  <a:pt x="8" y="43"/>
                </a:lnTo>
                <a:lnTo>
                  <a:pt x="7" y="43"/>
                </a:lnTo>
                <a:lnTo>
                  <a:pt x="6" y="42"/>
                </a:lnTo>
                <a:lnTo>
                  <a:pt x="5" y="41"/>
                </a:lnTo>
                <a:lnTo>
                  <a:pt x="5" y="40"/>
                </a:lnTo>
                <a:lnTo>
                  <a:pt x="4" y="40"/>
                </a:lnTo>
                <a:lnTo>
                  <a:pt x="4" y="39"/>
                </a:lnTo>
                <a:lnTo>
                  <a:pt x="3" y="38"/>
                </a:lnTo>
                <a:lnTo>
                  <a:pt x="3" y="37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3"/>
                </a:lnTo>
                <a:lnTo>
                  <a:pt x="0" y="32"/>
                </a:lnTo>
                <a:lnTo>
                  <a:pt x="0" y="31"/>
                </a:lnTo>
                <a:lnTo>
                  <a:pt x="0" y="30"/>
                </a:lnTo>
                <a:lnTo>
                  <a:pt x="0" y="29"/>
                </a:ln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6" y="10"/>
                </a:lnTo>
                <a:lnTo>
                  <a:pt x="7" y="9"/>
                </a:lnTo>
                <a:lnTo>
                  <a:pt x="8" y="8"/>
                </a:lnTo>
                <a:lnTo>
                  <a:pt x="9" y="7"/>
                </a:lnTo>
                <a:lnTo>
                  <a:pt x="10" y="7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20" y="1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33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7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1"/>
                </a:lnTo>
                <a:lnTo>
                  <a:pt x="42" y="1"/>
                </a:lnTo>
                <a:lnTo>
                  <a:pt x="43" y="1"/>
                </a:lnTo>
                <a:lnTo>
                  <a:pt x="44" y="1"/>
                </a:lnTo>
                <a:lnTo>
                  <a:pt x="45" y="2"/>
                </a:lnTo>
                <a:lnTo>
                  <a:pt x="46" y="2"/>
                </a:lnTo>
                <a:lnTo>
                  <a:pt x="47" y="3"/>
                </a:lnTo>
                <a:lnTo>
                  <a:pt x="48" y="3"/>
                </a:lnTo>
                <a:lnTo>
                  <a:pt x="49" y="4"/>
                </a:lnTo>
                <a:lnTo>
                  <a:pt x="50" y="4"/>
                </a:lnTo>
                <a:lnTo>
                  <a:pt x="51" y="4"/>
                </a:lnTo>
                <a:lnTo>
                  <a:pt x="52" y="5"/>
                </a:lnTo>
                <a:lnTo>
                  <a:pt x="53" y="6"/>
                </a:lnTo>
                <a:lnTo>
                  <a:pt x="54" y="7"/>
                </a:lnTo>
                <a:lnTo>
                  <a:pt x="55" y="7"/>
                </a:lnTo>
                <a:lnTo>
                  <a:pt x="55" y="8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9" y="10"/>
                </a:lnTo>
                <a:lnTo>
                  <a:pt x="59" y="11"/>
                </a:lnTo>
                <a:lnTo>
                  <a:pt x="60" y="12"/>
                </a:lnTo>
                <a:lnTo>
                  <a:pt x="61" y="13"/>
                </a:lnTo>
                <a:lnTo>
                  <a:pt x="61" y="14"/>
                </a:lnTo>
                <a:lnTo>
                  <a:pt x="62" y="14"/>
                </a:lnTo>
                <a:lnTo>
                  <a:pt x="62" y="15"/>
                </a:lnTo>
                <a:lnTo>
                  <a:pt x="63" y="16"/>
                </a:lnTo>
                <a:lnTo>
                  <a:pt x="63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4" y="21"/>
                </a:lnTo>
                <a:lnTo>
                  <a:pt x="65" y="21"/>
                </a:lnTo>
                <a:lnTo>
                  <a:pt x="65" y="22"/>
                </a:lnTo>
                <a:lnTo>
                  <a:pt x="65" y="24"/>
                </a:lnTo>
                <a:lnTo>
                  <a:pt x="65" y="25"/>
                </a:lnTo>
                <a:lnTo>
                  <a:pt x="65" y="26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49" name=""/>
          <p:cNvSpPr/>
          <p:nvPr/>
        </p:nvSpPr>
        <p:spPr>
          <a:xfrm>
            <a:off x="4964760" y="1816560"/>
            <a:ext cx="28440" cy="23040"/>
          </a:xfrm>
          <a:custGeom>
            <a:avLst/>
            <a:gdLst/>
            <a:ahLst/>
            <a:rect l="0" t="0" r="r" b="b"/>
            <a:pathLst>
              <a:path w="79" h="64">
                <a:moveTo>
                  <a:pt x="72" y="32"/>
                </a:moveTo>
                <a:lnTo>
                  <a:pt x="72" y="31"/>
                </a:lnTo>
                <a:lnTo>
                  <a:pt x="72" y="30"/>
                </a:lnTo>
                <a:lnTo>
                  <a:pt x="72" y="29"/>
                </a:lnTo>
                <a:lnTo>
                  <a:pt x="72" y="28"/>
                </a:lnTo>
                <a:lnTo>
                  <a:pt x="71" y="28"/>
                </a:lnTo>
                <a:lnTo>
                  <a:pt x="71" y="27"/>
                </a:lnTo>
                <a:lnTo>
                  <a:pt x="71" y="26"/>
                </a:lnTo>
                <a:lnTo>
                  <a:pt x="71" y="25"/>
                </a:lnTo>
                <a:lnTo>
                  <a:pt x="70" y="24"/>
                </a:lnTo>
                <a:lnTo>
                  <a:pt x="70" y="23"/>
                </a:lnTo>
                <a:lnTo>
                  <a:pt x="69" y="22"/>
                </a:lnTo>
                <a:lnTo>
                  <a:pt x="69" y="21"/>
                </a:lnTo>
                <a:lnTo>
                  <a:pt x="68" y="21"/>
                </a:lnTo>
                <a:lnTo>
                  <a:pt x="68" y="20"/>
                </a:lnTo>
                <a:lnTo>
                  <a:pt x="67" y="19"/>
                </a:lnTo>
                <a:lnTo>
                  <a:pt x="66" y="18"/>
                </a:lnTo>
                <a:lnTo>
                  <a:pt x="66" y="17"/>
                </a:lnTo>
                <a:lnTo>
                  <a:pt x="65" y="17"/>
                </a:lnTo>
                <a:lnTo>
                  <a:pt x="65" y="16"/>
                </a:lnTo>
                <a:lnTo>
                  <a:pt x="64" y="15"/>
                </a:lnTo>
                <a:lnTo>
                  <a:pt x="63" y="15"/>
                </a:lnTo>
                <a:lnTo>
                  <a:pt x="63" y="14"/>
                </a:lnTo>
                <a:lnTo>
                  <a:pt x="62" y="14"/>
                </a:lnTo>
                <a:lnTo>
                  <a:pt x="61" y="13"/>
                </a:lnTo>
                <a:lnTo>
                  <a:pt x="60" y="12"/>
                </a:lnTo>
                <a:lnTo>
                  <a:pt x="59" y="11"/>
                </a:lnTo>
                <a:lnTo>
                  <a:pt x="58" y="11"/>
                </a:lnTo>
                <a:lnTo>
                  <a:pt x="57" y="11"/>
                </a:lnTo>
                <a:lnTo>
                  <a:pt x="56" y="10"/>
                </a:lnTo>
                <a:lnTo>
                  <a:pt x="55" y="10"/>
                </a:lnTo>
                <a:lnTo>
                  <a:pt x="53" y="9"/>
                </a:lnTo>
                <a:lnTo>
                  <a:pt x="52" y="9"/>
                </a:lnTo>
                <a:lnTo>
                  <a:pt x="51" y="8"/>
                </a:lnTo>
                <a:lnTo>
                  <a:pt x="50" y="8"/>
                </a:lnTo>
                <a:lnTo>
                  <a:pt x="49" y="8"/>
                </a:lnTo>
                <a:lnTo>
                  <a:pt x="48" y="8"/>
                </a:lnTo>
                <a:lnTo>
                  <a:pt x="47" y="6"/>
                </a:lnTo>
                <a:lnTo>
                  <a:pt x="46" y="6"/>
                </a:lnTo>
                <a:lnTo>
                  <a:pt x="45" y="6"/>
                </a:lnTo>
                <a:lnTo>
                  <a:pt x="44" y="6"/>
                </a:lnTo>
                <a:lnTo>
                  <a:pt x="43" y="6"/>
                </a:lnTo>
                <a:lnTo>
                  <a:pt x="42" y="6"/>
                </a:lnTo>
                <a:lnTo>
                  <a:pt x="41" y="6"/>
                </a:lnTo>
                <a:lnTo>
                  <a:pt x="40" y="6"/>
                </a:lnTo>
                <a:lnTo>
                  <a:pt x="39" y="6"/>
                </a:lnTo>
                <a:lnTo>
                  <a:pt x="38" y="6"/>
                </a:lnTo>
                <a:lnTo>
                  <a:pt x="37" y="6"/>
                </a:lnTo>
                <a:lnTo>
                  <a:pt x="36" y="6"/>
                </a:lnTo>
                <a:lnTo>
                  <a:pt x="35" y="6"/>
                </a:lnTo>
                <a:lnTo>
                  <a:pt x="34" y="6"/>
                </a:lnTo>
                <a:lnTo>
                  <a:pt x="33" y="6"/>
                </a:lnTo>
                <a:lnTo>
                  <a:pt x="32" y="6"/>
                </a:lnTo>
                <a:lnTo>
                  <a:pt x="31" y="6"/>
                </a:lnTo>
                <a:lnTo>
                  <a:pt x="30" y="8"/>
                </a:lnTo>
                <a:lnTo>
                  <a:pt x="29" y="8"/>
                </a:lnTo>
                <a:lnTo>
                  <a:pt x="28" y="8"/>
                </a:lnTo>
                <a:lnTo>
                  <a:pt x="27" y="8"/>
                </a:lnTo>
                <a:lnTo>
                  <a:pt x="26" y="9"/>
                </a:lnTo>
                <a:lnTo>
                  <a:pt x="25" y="9"/>
                </a:lnTo>
                <a:lnTo>
                  <a:pt x="24" y="9"/>
                </a:lnTo>
                <a:lnTo>
                  <a:pt x="23" y="10"/>
                </a:lnTo>
                <a:lnTo>
                  <a:pt x="22" y="10"/>
                </a:lnTo>
                <a:lnTo>
                  <a:pt x="22" y="11"/>
                </a:lnTo>
                <a:lnTo>
                  <a:pt x="21" y="11"/>
                </a:lnTo>
                <a:lnTo>
                  <a:pt x="20" y="11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4"/>
                </a:lnTo>
                <a:lnTo>
                  <a:pt x="16" y="14"/>
                </a:lnTo>
                <a:lnTo>
                  <a:pt x="15" y="15"/>
                </a:lnTo>
                <a:lnTo>
                  <a:pt x="14" y="16"/>
                </a:lnTo>
                <a:lnTo>
                  <a:pt x="13" y="17"/>
                </a:lnTo>
                <a:lnTo>
                  <a:pt x="12" y="18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1"/>
                </a:lnTo>
                <a:lnTo>
                  <a:pt x="9" y="22"/>
                </a:lnTo>
                <a:lnTo>
                  <a:pt x="9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7" y="30"/>
                </a:lnTo>
                <a:lnTo>
                  <a:pt x="7" y="31"/>
                </a:lnTo>
                <a:lnTo>
                  <a:pt x="7" y="32"/>
                </a:lnTo>
                <a:lnTo>
                  <a:pt x="7" y="33"/>
                </a:lnTo>
                <a:lnTo>
                  <a:pt x="7" y="34"/>
                </a:lnTo>
                <a:lnTo>
                  <a:pt x="7" y="35"/>
                </a:lnTo>
                <a:lnTo>
                  <a:pt x="7" y="36"/>
                </a:lnTo>
                <a:lnTo>
                  <a:pt x="7" y="37"/>
                </a:lnTo>
                <a:lnTo>
                  <a:pt x="7" y="38"/>
                </a:lnTo>
                <a:lnTo>
                  <a:pt x="8" y="39"/>
                </a:lnTo>
                <a:lnTo>
                  <a:pt x="8" y="40"/>
                </a:lnTo>
                <a:lnTo>
                  <a:pt x="9" y="41"/>
                </a:lnTo>
                <a:lnTo>
                  <a:pt x="9" y="42"/>
                </a:lnTo>
                <a:lnTo>
                  <a:pt x="9" y="43"/>
                </a:lnTo>
                <a:lnTo>
                  <a:pt x="10" y="43"/>
                </a:lnTo>
                <a:lnTo>
                  <a:pt x="10" y="44"/>
                </a:lnTo>
                <a:lnTo>
                  <a:pt x="11" y="45"/>
                </a:lnTo>
                <a:lnTo>
                  <a:pt x="11" y="46"/>
                </a:lnTo>
                <a:lnTo>
                  <a:pt x="12" y="46"/>
                </a:lnTo>
                <a:lnTo>
                  <a:pt x="12" y="47"/>
                </a:lnTo>
                <a:lnTo>
                  <a:pt x="13" y="48"/>
                </a:lnTo>
                <a:lnTo>
                  <a:pt x="14" y="49"/>
                </a:lnTo>
                <a:lnTo>
                  <a:pt x="15" y="49"/>
                </a:lnTo>
                <a:lnTo>
                  <a:pt x="15" y="50"/>
                </a:lnTo>
                <a:lnTo>
                  <a:pt x="16" y="51"/>
                </a:lnTo>
                <a:lnTo>
                  <a:pt x="17" y="51"/>
                </a:lnTo>
                <a:lnTo>
                  <a:pt x="18" y="52"/>
                </a:lnTo>
                <a:lnTo>
                  <a:pt x="19" y="53"/>
                </a:lnTo>
                <a:lnTo>
                  <a:pt x="20" y="53"/>
                </a:lnTo>
                <a:lnTo>
                  <a:pt x="21" y="54"/>
                </a:lnTo>
                <a:lnTo>
                  <a:pt x="22" y="54"/>
                </a:lnTo>
                <a:lnTo>
                  <a:pt x="22" y="55"/>
                </a:lnTo>
                <a:lnTo>
                  <a:pt x="23" y="55"/>
                </a:lnTo>
                <a:lnTo>
                  <a:pt x="24" y="55"/>
                </a:lnTo>
                <a:lnTo>
                  <a:pt x="25" y="56"/>
                </a:lnTo>
                <a:lnTo>
                  <a:pt x="26" y="56"/>
                </a:lnTo>
                <a:lnTo>
                  <a:pt x="27" y="56"/>
                </a:lnTo>
                <a:lnTo>
                  <a:pt x="28" y="57"/>
                </a:lnTo>
                <a:lnTo>
                  <a:pt x="29" y="57"/>
                </a:lnTo>
                <a:lnTo>
                  <a:pt x="30" y="57"/>
                </a:lnTo>
                <a:lnTo>
                  <a:pt x="31" y="57"/>
                </a:lnTo>
                <a:lnTo>
                  <a:pt x="32" y="58"/>
                </a:lnTo>
                <a:lnTo>
                  <a:pt x="33" y="58"/>
                </a:lnTo>
                <a:lnTo>
                  <a:pt x="34" y="58"/>
                </a:lnTo>
                <a:lnTo>
                  <a:pt x="35" y="58"/>
                </a:lnTo>
                <a:lnTo>
                  <a:pt x="36" y="58"/>
                </a:lnTo>
                <a:lnTo>
                  <a:pt x="37" y="58"/>
                </a:lnTo>
                <a:lnTo>
                  <a:pt x="38" y="58"/>
                </a:lnTo>
                <a:lnTo>
                  <a:pt x="39" y="58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8"/>
                </a:lnTo>
                <a:lnTo>
                  <a:pt x="44" y="58"/>
                </a:lnTo>
                <a:lnTo>
                  <a:pt x="45" y="58"/>
                </a:lnTo>
                <a:lnTo>
                  <a:pt x="46" y="58"/>
                </a:lnTo>
                <a:lnTo>
                  <a:pt x="47" y="57"/>
                </a:lnTo>
                <a:lnTo>
                  <a:pt x="48" y="57"/>
                </a:lnTo>
                <a:lnTo>
                  <a:pt x="49" y="57"/>
                </a:lnTo>
                <a:lnTo>
                  <a:pt x="50" y="57"/>
                </a:lnTo>
                <a:lnTo>
                  <a:pt x="51" y="56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5" y="55"/>
                </a:lnTo>
                <a:lnTo>
                  <a:pt x="56" y="55"/>
                </a:lnTo>
                <a:lnTo>
                  <a:pt x="57" y="54"/>
                </a:lnTo>
                <a:lnTo>
                  <a:pt x="58" y="54"/>
                </a:lnTo>
                <a:lnTo>
                  <a:pt x="59" y="53"/>
                </a:lnTo>
                <a:lnTo>
                  <a:pt x="60" y="53"/>
                </a:lnTo>
                <a:lnTo>
                  <a:pt x="60" y="52"/>
                </a:lnTo>
                <a:lnTo>
                  <a:pt x="61" y="52"/>
                </a:lnTo>
                <a:lnTo>
                  <a:pt x="62" y="51"/>
                </a:lnTo>
                <a:lnTo>
                  <a:pt x="63" y="51"/>
                </a:lnTo>
                <a:lnTo>
                  <a:pt x="63" y="50"/>
                </a:lnTo>
                <a:lnTo>
                  <a:pt x="64" y="49"/>
                </a:lnTo>
                <a:lnTo>
                  <a:pt x="65" y="49"/>
                </a:lnTo>
                <a:lnTo>
                  <a:pt x="65" y="48"/>
                </a:lnTo>
                <a:lnTo>
                  <a:pt x="66" y="48"/>
                </a:lnTo>
                <a:lnTo>
                  <a:pt x="66" y="47"/>
                </a:lnTo>
                <a:lnTo>
                  <a:pt x="67" y="46"/>
                </a:lnTo>
                <a:lnTo>
                  <a:pt x="68" y="45"/>
                </a:lnTo>
                <a:lnTo>
                  <a:pt x="68" y="44"/>
                </a:lnTo>
                <a:lnTo>
                  <a:pt x="69" y="43"/>
                </a:lnTo>
                <a:lnTo>
                  <a:pt x="70" y="42"/>
                </a:lnTo>
                <a:lnTo>
                  <a:pt x="70" y="41"/>
                </a:lnTo>
                <a:lnTo>
                  <a:pt x="70" y="40"/>
                </a:lnTo>
                <a:lnTo>
                  <a:pt x="71" y="40"/>
                </a:lnTo>
                <a:lnTo>
                  <a:pt x="71" y="39"/>
                </a:lnTo>
                <a:lnTo>
                  <a:pt x="71" y="38"/>
                </a:lnTo>
                <a:lnTo>
                  <a:pt x="71" y="37"/>
                </a:lnTo>
                <a:lnTo>
                  <a:pt x="72" y="36"/>
                </a:lnTo>
                <a:lnTo>
                  <a:pt x="72" y="35"/>
                </a:lnTo>
                <a:lnTo>
                  <a:pt x="72" y="34"/>
                </a:lnTo>
                <a:lnTo>
                  <a:pt x="72" y="33"/>
                </a:lnTo>
                <a:lnTo>
                  <a:pt x="72" y="32"/>
                </a:lnTo>
                <a:moveTo>
                  <a:pt x="79" y="32"/>
                </a:moveTo>
                <a:lnTo>
                  <a:pt x="79" y="33"/>
                </a:lnTo>
                <a:lnTo>
                  <a:pt x="79" y="34"/>
                </a:lnTo>
                <a:lnTo>
                  <a:pt x="79" y="35"/>
                </a:lnTo>
                <a:lnTo>
                  <a:pt x="79" y="36"/>
                </a:lnTo>
                <a:lnTo>
                  <a:pt x="78" y="37"/>
                </a:lnTo>
                <a:lnTo>
                  <a:pt x="78" y="38"/>
                </a:lnTo>
                <a:lnTo>
                  <a:pt x="78" y="39"/>
                </a:lnTo>
                <a:lnTo>
                  <a:pt x="78" y="40"/>
                </a:lnTo>
                <a:lnTo>
                  <a:pt x="77" y="41"/>
                </a:lnTo>
                <a:lnTo>
                  <a:pt x="77" y="42"/>
                </a:lnTo>
                <a:lnTo>
                  <a:pt x="77" y="43"/>
                </a:lnTo>
                <a:lnTo>
                  <a:pt x="76" y="44"/>
                </a:lnTo>
                <a:lnTo>
                  <a:pt x="76" y="45"/>
                </a:lnTo>
                <a:lnTo>
                  <a:pt x="75" y="46"/>
                </a:lnTo>
                <a:lnTo>
                  <a:pt x="75" y="47"/>
                </a:lnTo>
                <a:lnTo>
                  <a:pt x="74" y="47"/>
                </a:lnTo>
                <a:lnTo>
                  <a:pt x="73" y="48"/>
                </a:lnTo>
                <a:lnTo>
                  <a:pt x="73" y="49"/>
                </a:lnTo>
                <a:lnTo>
                  <a:pt x="72" y="50"/>
                </a:lnTo>
                <a:lnTo>
                  <a:pt x="71" y="51"/>
                </a:lnTo>
                <a:lnTo>
                  <a:pt x="71" y="52"/>
                </a:lnTo>
                <a:lnTo>
                  <a:pt x="70" y="52"/>
                </a:lnTo>
                <a:lnTo>
                  <a:pt x="69" y="53"/>
                </a:lnTo>
                <a:lnTo>
                  <a:pt x="68" y="54"/>
                </a:lnTo>
                <a:lnTo>
                  <a:pt x="67" y="55"/>
                </a:lnTo>
                <a:lnTo>
                  <a:pt x="66" y="56"/>
                </a:lnTo>
                <a:lnTo>
                  <a:pt x="65" y="57"/>
                </a:lnTo>
                <a:lnTo>
                  <a:pt x="64" y="57"/>
                </a:lnTo>
                <a:lnTo>
                  <a:pt x="63" y="58"/>
                </a:lnTo>
                <a:lnTo>
                  <a:pt x="62" y="58"/>
                </a:lnTo>
                <a:lnTo>
                  <a:pt x="61" y="59"/>
                </a:lnTo>
                <a:lnTo>
                  <a:pt x="60" y="59"/>
                </a:lnTo>
                <a:lnTo>
                  <a:pt x="59" y="60"/>
                </a:lnTo>
                <a:lnTo>
                  <a:pt x="58" y="60"/>
                </a:lnTo>
                <a:lnTo>
                  <a:pt x="56" y="61"/>
                </a:lnTo>
                <a:lnTo>
                  <a:pt x="55" y="61"/>
                </a:lnTo>
                <a:lnTo>
                  <a:pt x="53" y="62"/>
                </a:lnTo>
                <a:lnTo>
                  <a:pt x="52" y="62"/>
                </a:lnTo>
                <a:lnTo>
                  <a:pt x="51" y="62"/>
                </a:lnTo>
                <a:lnTo>
                  <a:pt x="50" y="62"/>
                </a:lnTo>
                <a:lnTo>
                  <a:pt x="49" y="63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2" y="64"/>
                </a:lnTo>
                <a:lnTo>
                  <a:pt x="41" y="64"/>
                </a:lnTo>
                <a:lnTo>
                  <a:pt x="40" y="64"/>
                </a:lnTo>
                <a:lnTo>
                  <a:pt x="39" y="64"/>
                </a:lnTo>
                <a:lnTo>
                  <a:pt x="38" y="64"/>
                </a:lnTo>
                <a:lnTo>
                  <a:pt x="36" y="64"/>
                </a:lnTo>
                <a:lnTo>
                  <a:pt x="35" y="64"/>
                </a:lnTo>
                <a:lnTo>
                  <a:pt x="34" y="63"/>
                </a:lnTo>
                <a:lnTo>
                  <a:pt x="33" y="63"/>
                </a:lnTo>
                <a:lnTo>
                  <a:pt x="31" y="63"/>
                </a:lnTo>
                <a:lnTo>
                  <a:pt x="30" y="63"/>
                </a:lnTo>
                <a:lnTo>
                  <a:pt x="29" y="63"/>
                </a:lnTo>
                <a:lnTo>
                  <a:pt x="28" y="62"/>
                </a:lnTo>
                <a:lnTo>
                  <a:pt x="27" y="62"/>
                </a:lnTo>
                <a:lnTo>
                  <a:pt x="26" y="62"/>
                </a:lnTo>
                <a:lnTo>
                  <a:pt x="24" y="62"/>
                </a:lnTo>
                <a:lnTo>
                  <a:pt x="23" y="61"/>
                </a:lnTo>
                <a:lnTo>
                  <a:pt x="22" y="61"/>
                </a:lnTo>
                <a:lnTo>
                  <a:pt x="21" y="60"/>
                </a:lnTo>
                <a:lnTo>
                  <a:pt x="20" y="60"/>
                </a:lnTo>
                <a:lnTo>
                  <a:pt x="19" y="59"/>
                </a:lnTo>
                <a:lnTo>
                  <a:pt x="18" y="59"/>
                </a:lnTo>
                <a:lnTo>
                  <a:pt x="17" y="58"/>
                </a:lnTo>
                <a:lnTo>
                  <a:pt x="16" y="58"/>
                </a:lnTo>
                <a:lnTo>
                  <a:pt x="15" y="57"/>
                </a:lnTo>
                <a:lnTo>
                  <a:pt x="14" y="57"/>
                </a:lnTo>
                <a:lnTo>
                  <a:pt x="13" y="56"/>
                </a:lnTo>
                <a:lnTo>
                  <a:pt x="12" y="55"/>
                </a:lnTo>
                <a:lnTo>
                  <a:pt x="11" y="55"/>
                </a:lnTo>
                <a:lnTo>
                  <a:pt x="10" y="54"/>
                </a:lnTo>
                <a:lnTo>
                  <a:pt x="9" y="53"/>
                </a:lnTo>
                <a:lnTo>
                  <a:pt x="9" y="52"/>
                </a:lnTo>
                <a:lnTo>
                  <a:pt x="8" y="52"/>
                </a:lnTo>
                <a:lnTo>
                  <a:pt x="7" y="51"/>
                </a:lnTo>
                <a:lnTo>
                  <a:pt x="6" y="50"/>
                </a:lnTo>
                <a:lnTo>
                  <a:pt x="6" y="49"/>
                </a:lnTo>
                <a:lnTo>
                  <a:pt x="5" y="48"/>
                </a:lnTo>
                <a:lnTo>
                  <a:pt x="5" y="47"/>
                </a:lnTo>
                <a:lnTo>
                  <a:pt x="4" y="47"/>
                </a:lnTo>
                <a:lnTo>
                  <a:pt x="3" y="46"/>
                </a:lnTo>
                <a:lnTo>
                  <a:pt x="3" y="45"/>
                </a:lnTo>
                <a:lnTo>
                  <a:pt x="2" y="44"/>
                </a:lnTo>
                <a:lnTo>
                  <a:pt x="2" y="43"/>
                </a:lnTo>
                <a:lnTo>
                  <a:pt x="2" y="42"/>
                </a:lnTo>
                <a:lnTo>
                  <a:pt x="1" y="41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0" y="33"/>
                </a:lnTo>
                <a:lnTo>
                  <a:pt x="0" y="32"/>
                </a:lnTo>
                <a:lnTo>
                  <a:pt x="0" y="31"/>
                </a:lnTo>
                <a:lnTo>
                  <a:pt x="0" y="30"/>
                </a:lnTo>
                <a:lnTo>
                  <a:pt x="0" y="29"/>
                </a:lnTo>
                <a:lnTo>
                  <a:pt x="0" y="28"/>
                </a:lnTo>
                <a:lnTo>
                  <a:pt x="0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3" y="20"/>
                </a:lnTo>
                <a:lnTo>
                  <a:pt x="3" y="19"/>
                </a:lnTo>
                <a:lnTo>
                  <a:pt x="4" y="18"/>
                </a:lnTo>
                <a:lnTo>
                  <a:pt x="5" y="17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7" y="14"/>
                </a:lnTo>
                <a:lnTo>
                  <a:pt x="8" y="13"/>
                </a:lnTo>
                <a:lnTo>
                  <a:pt x="9" y="12"/>
                </a:lnTo>
                <a:lnTo>
                  <a:pt x="10" y="11"/>
                </a:lnTo>
                <a:lnTo>
                  <a:pt x="11" y="10"/>
                </a:lnTo>
                <a:lnTo>
                  <a:pt x="12" y="10"/>
                </a:lnTo>
                <a:lnTo>
                  <a:pt x="13" y="9"/>
                </a:lnTo>
                <a:lnTo>
                  <a:pt x="14" y="8"/>
                </a:lnTo>
                <a:lnTo>
                  <a:pt x="15" y="8"/>
                </a:lnTo>
                <a:lnTo>
                  <a:pt x="16" y="6"/>
                </a:lnTo>
                <a:lnTo>
                  <a:pt x="17" y="5"/>
                </a:lnTo>
                <a:lnTo>
                  <a:pt x="18" y="5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2" y="3"/>
                </a:lnTo>
                <a:lnTo>
                  <a:pt x="23" y="3"/>
                </a:lnTo>
                <a:lnTo>
                  <a:pt x="24" y="2"/>
                </a:lnTo>
                <a:lnTo>
                  <a:pt x="26" y="2"/>
                </a:lnTo>
                <a:lnTo>
                  <a:pt x="27" y="2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1" y="1"/>
                </a:lnTo>
                <a:lnTo>
                  <a:pt x="33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4" y="0"/>
                </a:lnTo>
                <a:lnTo>
                  <a:pt x="45" y="0"/>
                </a:lnTo>
                <a:lnTo>
                  <a:pt x="46" y="1"/>
                </a:lnTo>
                <a:lnTo>
                  <a:pt x="47" y="1"/>
                </a:lnTo>
                <a:lnTo>
                  <a:pt x="49" y="1"/>
                </a:lnTo>
                <a:lnTo>
                  <a:pt x="50" y="1"/>
                </a:lnTo>
                <a:lnTo>
                  <a:pt x="51" y="2"/>
                </a:lnTo>
                <a:lnTo>
                  <a:pt x="52" y="2"/>
                </a:lnTo>
                <a:lnTo>
                  <a:pt x="53" y="2"/>
                </a:lnTo>
                <a:lnTo>
                  <a:pt x="55" y="3"/>
                </a:lnTo>
                <a:lnTo>
                  <a:pt x="56" y="3"/>
                </a:lnTo>
                <a:lnTo>
                  <a:pt x="58" y="3"/>
                </a:lnTo>
                <a:lnTo>
                  <a:pt x="59" y="4"/>
                </a:lnTo>
                <a:lnTo>
                  <a:pt x="60" y="4"/>
                </a:lnTo>
                <a:lnTo>
                  <a:pt x="61" y="5"/>
                </a:lnTo>
                <a:lnTo>
                  <a:pt x="62" y="5"/>
                </a:lnTo>
                <a:lnTo>
                  <a:pt x="63" y="6"/>
                </a:lnTo>
                <a:lnTo>
                  <a:pt x="64" y="8"/>
                </a:lnTo>
                <a:lnTo>
                  <a:pt x="65" y="8"/>
                </a:lnTo>
                <a:lnTo>
                  <a:pt x="66" y="9"/>
                </a:lnTo>
                <a:lnTo>
                  <a:pt x="67" y="10"/>
                </a:lnTo>
                <a:lnTo>
                  <a:pt x="68" y="11"/>
                </a:lnTo>
                <a:lnTo>
                  <a:pt x="69" y="12"/>
                </a:lnTo>
                <a:lnTo>
                  <a:pt x="70" y="12"/>
                </a:lnTo>
                <a:lnTo>
                  <a:pt x="71" y="13"/>
                </a:lnTo>
                <a:lnTo>
                  <a:pt x="71" y="14"/>
                </a:lnTo>
                <a:lnTo>
                  <a:pt x="72" y="15"/>
                </a:lnTo>
                <a:lnTo>
                  <a:pt x="73" y="16"/>
                </a:lnTo>
                <a:lnTo>
                  <a:pt x="74" y="17"/>
                </a:lnTo>
                <a:lnTo>
                  <a:pt x="75" y="18"/>
                </a:lnTo>
                <a:lnTo>
                  <a:pt x="75" y="19"/>
                </a:lnTo>
                <a:lnTo>
                  <a:pt x="76" y="20"/>
                </a:lnTo>
                <a:lnTo>
                  <a:pt x="76" y="21"/>
                </a:lnTo>
                <a:lnTo>
                  <a:pt x="77" y="22"/>
                </a:lnTo>
                <a:lnTo>
                  <a:pt x="77" y="23"/>
                </a:lnTo>
                <a:lnTo>
                  <a:pt x="77" y="24"/>
                </a:lnTo>
                <a:lnTo>
                  <a:pt x="78" y="25"/>
                </a:lnTo>
                <a:lnTo>
                  <a:pt x="78" y="26"/>
                </a:lnTo>
                <a:lnTo>
                  <a:pt x="78" y="27"/>
                </a:lnTo>
                <a:lnTo>
                  <a:pt x="79" y="28"/>
                </a:lnTo>
                <a:lnTo>
                  <a:pt x="79" y="29"/>
                </a:lnTo>
                <a:lnTo>
                  <a:pt x="79" y="30"/>
                </a:lnTo>
                <a:lnTo>
                  <a:pt x="79" y="31"/>
                </a:lnTo>
                <a:lnTo>
                  <a:pt x="79" y="32"/>
                </a:lnTo>
                <a:close/>
              </a:path>
            </a:pathLst>
          </a:custGeom>
          <a:solidFill>
            <a:srgbClr val="fffe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0" name=""/>
          <p:cNvSpPr/>
          <p:nvPr/>
        </p:nvSpPr>
        <p:spPr>
          <a:xfrm>
            <a:off x="4962240" y="1814760"/>
            <a:ext cx="33480" cy="26640"/>
          </a:xfrm>
          <a:custGeom>
            <a:avLst/>
            <a:gdLst/>
            <a:ahLst/>
            <a:rect l="0" t="0" r="r" b="b"/>
            <a:pathLst>
              <a:path w="93" h="74">
                <a:moveTo>
                  <a:pt x="86" y="37"/>
                </a:moveTo>
                <a:lnTo>
                  <a:pt x="86" y="36"/>
                </a:lnTo>
                <a:lnTo>
                  <a:pt x="86" y="35"/>
                </a:lnTo>
                <a:lnTo>
                  <a:pt x="86" y="34"/>
                </a:lnTo>
                <a:lnTo>
                  <a:pt x="86" y="32"/>
                </a:lnTo>
                <a:lnTo>
                  <a:pt x="85" y="31"/>
                </a:lnTo>
                <a:lnTo>
                  <a:pt x="85" y="30"/>
                </a:lnTo>
                <a:lnTo>
                  <a:pt x="85" y="29"/>
                </a:lnTo>
                <a:lnTo>
                  <a:pt x="84" y="28"/>
                </a:lnTo>
                <a:lnTo>
                  <a:pt x="84" y="27"/>
                </a:lnTo>
                <a:lnTo>
                  <a:pt x="84" y="26"/>
                </a:lnTo>
                <a:lnTo>
                  <a:pt x="83" y="25"/>
                </a:lnTo>
                <a:lnTo>
                  <a:pt x="83" y="24"/>
                </a:lnTo>
                <a:lnTo>
                  <a:pt x="82" y="23"/>
                </a:lnTo>
                <a:lnTo>
                  <a:pt x="82" y="22"/>
                </a:lnTo>
                <a:lnTo>
                  <a:pt x="81" y="21"/>
                </a:lnTo>
                <a:lnTo>
                  <a:pt x="80" y="20"/>
                </a:lnTo>
                <a:lnTo>
                  <a:pt x="79" y="19"/>
                </a:lnTo>
                <a:lnTo>
                  <a:pt x="78" y="18"/>
                </a:lnTo>
                <a:lnTo>
                  <a:pt x="78" y="17"/>
                </a:lnTo>
                <a:lnTo>
                  <a:pt x="77" y="16"/>
                </a:lnTo>
                <a:lnTo>
                  <a:pt x="76" y="16"/>
                </a:lnTo>
                <a:lnTo>
                  <a:pt x="75" y="15"/>
                </a:lnTo>
                <a:lnTo>
                  <a:pt x="74" y="14"/>
                </a:lnTo>
                <a:lnTo>
                  <a:pt x="73" y="13"/>
                </a:lnTo>
                <a:lnTo>
                  <a:pt x="72" y="12"/>
                </a:lnTo>
                <a:lnTo>
                  <a:pt x="71" y="12"/>
                </a:lnTo>
                <a:lnTo>
                  <a:pt x="70" y="11"/>
                </a:lnTo>
                <a:lnTo>
                  <a:pt x="69" y="10"/>
                </a:lnTo>
                <a:lnTo>
                  <a:pt x="68" y="10"/>
                </a:lnTo>
                <a:lnTo>
                  <a:pt x="67" y="9"/>
                </a:lnTo>
                <a:lnTo>
                  <a:pt x="66" y="9"/>
                </a:lnTo>
                <a:lnTo>
                  <a:pt x="65" y="8"/>
                </a:lnTo>
                <a:lnTo>
                  <a:pt x="63" y="8"/>
                </a:lnTo>
                <a:lnTo>
                  <a:pt x="62" y="8"/>
                </a:lnTo>
                <a:lnTo>
                  <a:pt x="61" y="7"/>
                </a:lnTo>
                <a:lnTo>
                  <a:pt x="60" y="7"/>
                </a:lnTo>
                <a:lnTo>
                  <a:pt x="59" y="7"/>
                </a:lnTo>
                <a:lnTo>
                  <a:pt x="58" y="6"/>
                </a:lnTo>
                <a:lnTo>
                  <a:pt x="57" y="6"/>
                </a:lnTo>
                <a:lnTo>
                  <a:pt x="55" y="6"/>
                </a:lnTo>
                <a:lnTo>
                  <a:pt x="54" y="6"/>
                </a:lnTo>
                <a:lnTo>
                  <a:pt x="53" y="5"/>
                </a:lnTo>
                <a:lnTo>
                  <a:pt x="52" y="5"/>
                </a:lnTo>
                <a:lnTo>
                  <a:pt x="50" y="5"/>
                </a:lnTo>
                <a:lnTo>
                  <a:pt x="49" y="5"/>
                </a:lnTo>
                <a:lnTo>
                  <a:pt x="48" y="5"/>
                </a:lnTo>
                <a:lnTo>
                  <a:pt x="47" y="5"/>
                </a:lnTo>
                <a:lnTo>
                  <a:pt x="46" y="5"/>
                </a:lnTo>
                <a:lnTo>
                  <a:pt x="44" y="5"/>
                </a:lnTo>
                <a:lnTo>
                  <a:pt x="43" y="5"/>
                </a:lnTo>
                <a:lnTo>
                  <a:pt x="42" y="5"/>
                </a:lnTo>
                <a:lnTo>
                  <a:pt x="41" y="5"/>
                </a:lnTo>
                <a:lnTo>
                  <a:pt x="39" y="6"/>
                </a:lnTo>
                <a:lnTo>
                  <a:pt x="38" y="6"/>
                </a:lnTo>
                <a:lnTo>
                  <a:pt x="37" y="6"/>
                </a:lnTo>
                <a:lnTo>
                  <a:pt x="36" y="6"/>
                </a:lnTo>
                <a:lnTo>
                  <a:pt x="35" y="7"/>
                </a:lnTo>
                <a:lnTo>
                  <a:pt x="34" y="7"/>
                </a:lnTo>
                <a:lnTo>
                  <a:pt x="32" y="7"/>
                </a:lnTo>
                <a:lnTo>
                  <a:pt x="31" y="8"/>
                </a:lnTo>
                <a:lnTo>
                  <a:pt x="30" y="8"/>
                </a:lnTo>
                <a:lnTo>
                  <a:pt x="29" y="8"/>
                </a:lnTo>
                <a:lnTo>
                  <a:pt x="28" y="9"/>
                </a:lnTo>
                <a:lnTo>
                  <a:pt x="27" y="9"/>
                </a:lnTo>
                <a:lnTo>
                  <a:pt x="26" y="10"/>
                </a:lnTo>
                <a:lnTo>
                  <a:pt x="25" y="10"/>
                </a:lnTo>
                <a:lnTo>
                  <a:pt x="24" y="11"/>
                </a:lnTo>
                <a:lnTo>
                  <a:pt x="23" y="12"/>
                </a:lnTo>
                <a:lnTo>
                  <a:pt x="22" y="12"/>
                </a:lnTo>
                <a:lnTo>
                  <a:pt x="21" y="13"/>
                </a:lnTo>
                <a:lnTo>
                  <a:pt x="20" y="14"/>
                </a:lnTo>
                <a:lnTo>
                  <a:pt x="19" y="14"/>
                </a:lnTo>
                <a:lnTo>
                  <a:pt x="18" y="15"/>
                </a:lnTo>
                <a:lnTo>
                  <a:pt x="17" y="16"/>
                </a:lnTo>
                <a:lnTo>
                  <a:pt x="16" y="17"/>
                </a:lnTo>
                <a:lnTo>
                  <a:pt x="15" y="18"/>
                </a:lnTo>
                <a:lnTo>
                  <a:pt x="14" y="19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2"/>
                </a:lnTo>
                <a:lnTo>
                  <a:pt x="11" y="23"/>
                </a:lnTo>
                <a:lnTo>
                  <a:pt x="11" y="24"/>
                </a:lnTo>
                <a:lnTo>
                  <a:pt x="10" y="25"/>
                </a:lnTo>
                <a:lnTo>
                  <a:pt x="10" y="26"/>
                </a:lnTo>
                <a:lnTo>
                  <a:pt x="10" y="27"/>
                </a:lnTo>
                <a:lnTo>
                  <a:pt x="9" y="28"/>
                </a:lnTo>
                <a:lnTo>
                  <a:pt x="9" y="29"/>
                </a:lnTo>
                <a:lnTo>
                  <a:pt x="9" y="30"/>
                </a:lnTo>
                <a:lnTo>
                  <a:pt x="8" y="31"/>
                </a:lnTo>
                <a:lnTo>
                  <a:pt x="8" y="32"/>
                </a:lnTo>
                <a:lnTo>
                  <a:pt x="8" y="34"/>
                </a:lnTo>
                <a:lnTo>
                  <a:pt x="8" y="35"/>
                </a:lnTo>
                <a:lnTo>
                  <a:pt x="8" y="36"/>
                </a:lnTo>
                <a:lnTo>
                  <a:pt x="8" y="37"/>
                </a:lnTo>
                <a:lnTo>
                  <a:pt x="8" y="38"/>
                </a:lnTo>
                <a:lnTo>
                  <a:pt x="8" y="39"/>
                </a:lnTo>
                <a:lnTo>
                  <a:pt x="8" y="40"/>
                </a:lnTo>
                <a:lnTo>
                  <a:pt x="8" y="41"/>
                </a:lnTo>
                <a:lnTo>
                  <a:pt x="8" y="42"/>
                </a:lnTo>
                <a:lnTo>
                  <a:pt x="8" y="43"/>
                </a:lnTo>
                <a:lnTo>
                  <a:pt x="9" y="44"/>
                </a:lnTo>
                <a:lnTo>
                  <a:pt x="9" y="45"/>
                </a:lnTo>
                <a:lnTo>
                  <a:pt x="9" y="46"/>
                </a:lnTo>
                <a:lnTo>
                  <a:pt x="10" y="47"/>
                </a:lnTo>
                <a:lnTo>
                  <a:pt x="10" y="48"/>
                </a:lnTo>
                <a:lnTo>
                  <a:pt x="10" y="49"/>
                </a:lnTo>
                <a:lnTo>
                  <a:pt x="11" y="50"/>
                </a:lnTo>
                <a:lnTo>
                  <a:pt x="11" y="51"/>
                </a:lnTo>
                <a:lnTo>
                  <a:pt x="12" y="52"/>
                </a:lnTo>
                <a:lnTo>
                  <a:pt x="13" y="52"/>
                </a:lnTo>
                <a:lnTo>
                  <a:pt x="13" y="53"/>
                </a:lnTo>
                <a:lnTo>
                  <a:pt x="14" y="54"/>
                </a:lnTo>
                <a:lnTo>
                  <a:pt x="14" y="55"/>
                </a:lnTo>
                <a:lnTo>
                  <a:pt x="15" y="56"/>
                </a:lnTo>
                <a:lnTo>
                  <a:pt x="16" y="57"/>
                </a:lnTo>
                <a:lnTo>
                  <a:pt x="17" y="57"/>
                </a:lnTo>
                <a:lnTo>
                  <a:pt x="17" y="58"/>
                </a:lnTo>
                <a:lnTo>
                  <a:pt x="18" y="59"/>
                </a:lnTo>
                <a:lnTo>
                  <a:pt x="19" y="60"/>
                </a:lnTo>
                <a:lnTo>
                  <a:pt x="20" y="60"/>
                </a:lnTo>
                <a:lnTo>
                  <a:pt x="21" y="61"/>
                </a:lnTo>
                <a:lnTo>
                  <a:pt x="22" y="62"/>
                </a:lnTo>
                <a:lnTo>
                  <a:pt x="23" y="62"/>
                </a:lnTo>
                <a:lnTo>
                  <a:pt x="24" y="63"/>
                </a:lnTo>
                <a:lnTo>
                  <a:pt x="25" y="63"/>
                </a:lnTo>
                <a:lnTo>
                  <a:pt x="26" y="64"/>
                </a:lnTo>
                <a:lnTo>
                  <a:pt x="27" y="64"/>
                </a:lnTo>
                <a:lnTo>
                  <a:pt x="28" y="65"/>
                </a:lnTo>
                <a:lnTo>
                  <a:pt x="29" y="65"/>
                </a:lnTo>
                <a:lnTo>
                  <a:pt x="30" y="66"/>
                </a:lnTo>
                <a:lnTo>
                  <a:pt x="31" y="66"/>
                </a:lnTo>
                <a:lnTo>
                  <a:pt x="32" y="67"/>
                </a:lnTo>
                <a:lnTo>
                  <a:pt x="34" y="67"/>
                </a:lnTo>
                <a:lnTo>
                  <a:pt x="35" y="67"/>
                </a:lnTo>
                <a:lnTo>
                  <a:pt x="36" y="67"/>
                </a:lnTo>
                <a:lnTo>
                  <a:pt x="37" y="68"/>
                </a:lnTo>
                <a:lnTo>
                  <a:pt x="38" y="68"/>
                </a:lnTo>
                <a:lnTo>
                  <a:pt x="39" y="68"/>
                </a:lnTo>
                <a:lnTo>
                  <a:pt x="41" y="68"/>
                </a:lnTo>
                <a:lnTo>
                  <a:pt x="42" y="68"/>
                </a:lnTo>
                <a:lnTo>
                  <a:pt x="43" y="69"/>
                </a:lnTo>
                <a:lnTo>
                  <a:pt x="44" y="69"/>
                </a:lnTo>
                <a:lnTo>
                  <a:pt x="46" y="69"/>
                </a:lnTo>
                <a:lnTo>
                  <a:pt x="47" y="69"/>
                </a:lnTo>
                <a:lnTo>
                  <a:pt x="48" y="69"/>
                </a:lnTo>
                <a:lnTo>
                  <a:pt x="49" y="69"/>
                </a:lnTo>
                <a:lnTo>
                  <a:pt x="50" y="69"/>
                </a:lnTo>
                <a:lnTo>
                  <a:pt x="52" y="68"/>
                </a:lnTo>
                <a:lnTo>
                  <a:pt x="53" y="68"/>
                </a:lnTo>
                <a:lnTo>
                  <a:pt x="54" y="68"/>
                </a:lnTo>
                <a:lnTo>
                  <a:pt x="55" y="68"/>
                </a:lnTo>
                <a:lnTo>
                  <a:pt x="57" y="68"/>
                </a:lnTo>
                <a:lnTo>
                  <a:pt x="58" y="67"/>
                </a:lnTo>
                <a:lnTo>
                  <a:pt x="59" y="67"/>
                </a:lnTo>
                <a:lnTo>
                  <a:pt x="60" y="67"/>
                </a:lnTo>
                <a:lnTo>
                  <a:pt x="61" y="67"/>
                </a:lnTo>
                <a:lnTo>
                  <a:pt x="62" y="66"/>
                </a:lnTo>
                <a:lnTo>
                  <a:pt x="63" y="66"/>
                </a:lnTo>
                <a:lnTo>
                  <a:pt x="65" y="65"/>
                </a:lnTo>
                <a:lnTo>
                  <a:pt x="66" y="65"/>
                </a:lnTo>
                <a:lnTo>
                  <a:pt x="67" y="64"/>
                </a:lnTo>
                <a:lnTo>
                  <a:pt x="68" y="64"/>
                </a:lnTo>
                <a:lnTo>
                  <a:pt x="69" y="63"/>
                </a:lnTo>
                <a:lnTo>
                  <a:pt x="70" y="63"/>
                </a:lnTo>
                <a:lnTo>
                  <a:pt x="71" y="62"/>
                </a:lnTo>
                <a:lnTo>
                  <a:pt x="72" y="62"/>
                </a:lnTo>
                <a:lnTo>
                  <a:pt x="73" y="61"/>
                </a:lnTo>
                <a:lnTo>
                  <a:pt x="74" y="60"/>
                </a:lnTo>
                <a:lnTo>
                  <a:pt x="75" y="59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1" y="52"/>
                </a:lnTo>
                <a:lnTo>
                  <a:pt x="82" y="52"/>
                </a:lnTo>
                <a:lnTo>
                  <a:pt x="82" y="51"/>
                </a:lnTo>
                <a:lnTo>
                  <a:pt x="83" y="50"/>
                </a:lnTo>
                <a:lnTo>
                  <a:pt x="83" y="49"/>
                </a:lnTo>
                <a:lnTo>
                  <a:pt x="84" y="48"/>
                </a:lnTo>
                <a:lnTo>
                  <a:pt x="84" y="47"/>
                </a:lnTo>
                <a:lnTo>
                  <a:pt x="84" y="46"/>
                </a:lnTo>
                <a:lnTo>
                  <a:pt x="85" y="45"/>
                </a:lnTo>
                <a:lnTo>
                  <a:pt x="85" y="44"/>
                </a:lnTo>
                <a:lnTo>
                  <a:pt x="85" y="43"/>
                </a:lnTo>
                <a:lnTo>
                  <a:pt x="85" y="42"/>
                </a:lnTo>
                <a:lnTo>
                  <a:pt x="86" y="41"/>
                </a:lnTo>
                <a:lnTo>
                  <a:pt x="86" y="40"/>
                </a:lnTo>
                <a:lnTo>
                  <a:pt x="86" y="39"/>
                </a:lnTo>
                <a:lnTo>
                  <a:pt x="86" y="38"/>
                </a:lnTo>
                <a:lnTo>
                  <a:pt x="86" y="37"/>
                </a:lnTo>
                <a:moveTo>
                  <a:pt x="93" y="37"/>
                </a:moveTo>
                <a:lnTo>
                  <a:pt x="93" y="39"/>
                </a:lnTo>
                <a:lnTo>
                  <a:pt x="93" y="40"/>
                </a:lnTo>
                <a:lnTo>
                  <a:pt x="93" y="41"/>
                </a:lnTo>
                <a:lnTo>
                  <a:pt x="92" y="42"/>
                </a:lnTo>
                <a:lnTo>
                  <a:pt x="92" y="43"/>
                </a:lnTo>
                <a:lnTo>
                  <a:pt x="92" y="44"/>
                </a:lnTo>
                <a:lnTo>
                  <a:pt x="92" y="45"/>
                </a:lnTo>
                <a:lnTo>
                  <a:pt x="91" y="47"/>
                </a:lnTo>
                <a:lnTo>
                  <a:pt x="91" y="48"/>
                </a:lnTo>
                <a:lnTo>
                  <a:pt x="91" y="49"/>
                </a:lnTo>
                <a:lnTo>
                  <a:pt x="90" y="50"/>
                </a:lnTo>
                <a:lnTo>
                  <a:pt x="90" y="51"/>
                </a:lnTo>
                <a:lnTo>
                  <a:pt x="89" y="52"/>
                </a:lnTo>
                <a:lnTo>
                  <a:pt x="88" y="53"/>
                </a:lnTo>
                <a:lnTo>
                  <a:pt x="88" y="54"/>
                </a:lnTo>
                <a:lnTo>
                  <a:pt x="87" y="55"/>
                </a:lnTo>
                <a:lnTo>
                  <a:pt x="86" y="56"/>
                </a:lnTo>
                <a:lnTo>
                  <a:pt x="86" y="57"/>
                </a:lnTo>
                <a:lnTo>
                  <a:pt x="85" y="58"/>
                </a:lnTo>
                <a:lnTo>
                  <a:pt x="84" y="59"/>
                </a:lnTo>
                <a:lnTo>
                  <a:pt x="83" y="60"/>
                </a:lnTo>
                <a:lnTo>
                  <a:pt x="82" y="61"/>
                </a:lnTo>
                <a:lnTo>
                  <a:pt x="81" y="62"/>
                </a:lnTo>
                <a:lnTo>
                  <a:pt x="80" y="63"/>
                </a:lnTo>
                <a:lnTo>
                  <a:pt x="79" y="63"/>
                </a:lnTo>
                <a:lnTo>
                  <a:pt x="78" y="64"/>
                </a:lnTo>
                <a:lnTo>
                  <a:pt x="77" y="65"/>
                </a:lnTo>
                <a:lnTo>
                  <a:pt x="76" y="66"/>
                </a:lnTo>
                <a:lnTo>
                  <a:pt x="75" y="67"/>
                </a:lnTo>
                <a:lnTo>
                  <a:pt x="74" y="67"/>
                </a:lnTo>
                <a:lnTo>
                  <a:pt x="73" y="68"/>
                </a:lnTo>
                <a:lnTo>
                  <a:pt x="71" y="69"/>
                </a:lnTo>
                <a:lnTo>
                  <a:pt x="70" y="69"/>
                </a:lnTo>
                <a:lnTo>
                  <a:pt x="69" y="70"/>
                </a:lnTo>
                <a:lnTo>
                  <a:pt x="68" y="70"/>
                </a:lnTo>
                <a:lnTo>
                  <a:pt x="66" y="71"/>
                </a:lnTo>
                <a:lnTo>
                  <a:pt x="65" y="71"/>
                </a:lnTo>
                <a:lnTo>
                  <a:pt x="64" y="72"/>
                </a:lnTo>
                <a:lnTo>
                  <a:pt x="62" y="72"/>
                </a:lnTo>
                <a:lnTo>
                  <a:pt x="61" y="72"/>
                </a:lnTo>
                <a:lnTo>
                  <a:pt x="60" y="73"/>
                </a:lnTo>
                <a:lnTo>
                  <a:pt x="58" y="73"/>
                </a:lnTo>
                <a:lnTo>
                  <a:pt x="57" y="73"/>
                </a:lnTo>
                <a:lnTo>
                  <a:pt x="55" y="74"/>
                </a:lnTo>
                <a:lnTo>
                  <a:pt x="54" y="74"/>
                </a:lnTo>
                <a:lnTo>
                  <a:pt x="53" y="74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5" y="74"/>
                </a:lnTo>
                <a:lnTo>
                  <a:pt x="44" y="74"/>
                </a:lnTo>
                <a:lnTo>
                  <a:pt x="42" y="74"/>
                </a:lnTo>
                <a:lnTo>
                  <a:pt x="41" y="74"/>
                </a:lnTo>
                <a:lnTo>
                  <a:pt x="40" y="74"/>
                </a:lnTo>
                <a:lnTo>
                  <a:pt x="38" y="74"/>
                </a:lnTo>
                <a:lnTo>
                  <a:pt x="37" y="73"/>
                </a:lnTo>
                <a:lnTo>
                  <a:pt x="35" y="73"/>
                </a:lnTo>
                <a:lnTo>
                  <a:pt x="34" y="73"/>
                </a:lnTo>
                <a:lnTo>
                  <a:pt x="33" y="72"/>
                </a:lnTo>
                <a:lnTo>
                  <a:pt x="31" y="72"/>
                </a:lnTo>
                <a:lnTo>
                  <a:pt x="30" y="72"/>
                </a:lnTo>
                <a:lnTo>
                  <a:pt x="29" y="71"/>
                </a:lnTo>
                <a:lnTo>
                  <a:pt x="27" y="71"/>
                </a:lnTo>
                <a:lnTo>
                  <a:pt x="26" y="70"/>
                </a:lnTo>
                <a:lnTo>
                  <a:pt x="25" y="70"/>
                </a:lnTo>
                <a:lnTo>
                  <a:pt x="23" y="69"/>
                </a:lnTo>
                <a:lnTo>
                  <a:pt x="22" y="69"/>
                </a:lnTo>
                <a:lnTo>
                  <a:pt x="21" y="68"/>
                </a:lnTo>
                <a:lnTo>
                  <a:pt x="20" y="67"/>
                </a:lnTo>
                <a:lnTo>
                  <a:pt x="19" y="67"/>
                </a:lnTo>
                <a:lnTo>
                  <a:pt x="17" y="66"/>
                </a:lnTo>
                <a:lnTo>
                  <a:pt x="16" y="65"/>
                </a:lnTo>
                <a:lnTo>
                  <a:pt x="15" y="64"/>
                </a:lnTo>
                <a:lnTo>
                  <a:pt x="14" y="63"/>
                </a:lnTo>
                <a:lnTo>
                  <a:pt x="13" y="63"/>
                </a:lnTo>
                <a:lnTo>
                  <a:pt x="12" y="62"/>
                </a:lnTo>
                <a:lnTo>
                  <a:pt x="11" y="61"/>
                </a:lnTo>
                <a:lnTo>
                  <a:pt x="10" y="60"/>
                </a:lnTo>
                <a:lnTo>
                  <a:pt x="10" y="59"/>
                </a:lnTo>
                <a:lnTo>
                  <a:pt x="9" y="58"/>
                </a:lnTo>
                <a:lnTo>
                  <a:pt x="8" y="57"/>
                </a:lnTo>
                <a:lnTo>
                  <a:pt x="7" y="56"/>
                </a:lnTo>
                <a:lnTo>
                  <a:pt x="7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4" y="51"/>
                </a:lnTo>
                <a:lnTo>
                  <a:pt x="4" y="50"/>
                </a:lnTo>
                <a:lnTo>
                  <a:pt x="2" y="49"/>
                </a:lnTo>
                <a:lnTo>
                  <a:pt x="2" y="48"/>
                </a:lnTo>
                <a:lnTo>
                  <a:pt x="1" y="47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0" y="32"/>
                </a:lnTo>
                <a:lnTo>
                  <a:pt x="0" y="31"/>
                </a:lnTo>
                <a:lnTo>
                  <a:pt x="1" y="29"/>
                </a:lnTo>
                <a:lnTo>
                  <a:pt x="1" y="28"/>
                </a:lnTo>
                <a:lnTo>
                  <a:pt x="1" y="27"/>
                </a:lnTo>
                <a:lnTo>
                  <a:pt x="2" y="26"/>
                </a:lnTo>
                <a:lnTo>
                  <a:pt x="2" y="25"/>
                </a:lnTo>
                <a:lnTo>
                  <a:pt x="4" y="24"/>
                </a:lnTo>
                <a:lnTo>
                  <a:pt x="4" y="23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7" y="19"/>
                </a:lnTo>
                <a:lnTo>
                  <a:pt x="7" y="18"/>
                </a:lnTo>
                <a:lnTo>
                  <a:pt x="8" y="17"/>
                </a:lnTo>
                <a:lnTo>
                  <a:pt x="9" y="16"/>
                </a:lnTo>
                <a:lnTo>
                  <a:pt x="10" y="15"/>
                </a:lnTo>
                <a:lnTo>
                  <a:pt x="10" y="14"/>
                </a:lnTo>
                <a:lnTo>
                  <a:pt x="11" y="13"/>
                </a:lnTo>
                <a:lnTo>
                  <a:pt x="12" y="12"/>
                </a:lnTo>
                <a:lnTo>
                  <a:pt x="13" y="11"/>
                </a:lnTo>
                <a:lnTo>
                  <a:pt x="14" y="10"/>
                </a:lnTo>
                <a:lnTo>
                  <a:pt x="15" y="10"/>
                </a:lnTo>
                <a:lnTo>
                  <a:pt x="16" y="9"/>
                </a:lnTo>
                <a:lnTo>
                  <a:pt x="17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2" y="5"/>
                </a:lnTo>
                <a:lnTo>
                  <a:pt x="23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9" y="3"/>
                </a:lnTo>
                <a:lnTo>
                  <a:pt x="30" y="2"/>
                </a:lnTo>
                <a:lnTo>
                  <a:pt x="31" y="2"/>
                </a:lnTo>
                <a:lnTo>
                  <a:pt x="33" y="1"/>
                </a:lnTo>
                <a:lnTo>
                  <a:pt x="34" y="1"/>
                </a:lnTo>
                <a:lnTo>
                  <a:pt x="35" y="1"/>
                </a:lnTo>
                <a:lnTo>
                  <a:pt x="37" y="0"/>
                </a:lnTo>
                <a:lnTo>
                  <a:pt x="38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4" y="0"/>
                </a:lnTo>
                <a:lnTo>
                  <a:pt x="45" y="0"/>
                </a:lnTo>
                <a:lnTo>
                  <a:pt x="47" y="0"/>
                </a:lnTo>
                <a:lnTo>
                  <a:pt x="48" y="0"/>
                </a:lnTo>
                <a:lnTo>
                  <a:pt x="50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0" y="1"/>
                </a:lnTo>
                <a:lnTo>
                  <a:pt x="61" y="1"/>
                </a:lnTo>
                <a:lnTo>
                  <a:pt x="62" y="2"/>
                </a:lnTo>
                <a:lnTo>
                  <a:pt x="64" y="2"/>
                </a:lnTo>
                <a:lnTo>
                  <a:pt x="65" y="3"/>
                </a:lnTo>
                <a:lnTo>
                  <a:pt x="66" y="3"/>
                </a:lnTo>
                <a:lnTo>
                  <a:pt x="68" y="4"/>
                </a:lnTo>
                <a:lnTo>
                  <a:pt x="69" y="4"/>
                </a:lnTo>
                <a:lnTo>
                  <a:pt x="70" y="5"/>
                </a:lnTo>
                <a:lnTo>
                  <a:pt x="71" y="5"/>
                </a:lnTo>
                <a:lnTo>
                  <a:pt x="73" y="6"/>
                </a:lnTo>
                <a:lnTo>
                  <a:pt x="74" y="7"/>
                </a:lnTo>
                <a:lnTo>
                  <a:pt x="75" y="7"/>
                </a:lnTo>
                <a:lnTo>
                  <a:pt x="76" y="8"/>
                </a:lnTo>
                <a:lnTo>
                  <a:pt x="77" y="9"/>
                </a:lnTo>
                <a:lnTo>
                  <a:pt x="78" y="10"/>
                </a:lnTo>
                <a:lnTo>
                  <a:pt x="79" y="10"/>
                </a:lnTo>
                <a:lnTo>
                  <a:pt x="80" y="11"/>
                </a:lnTo>
                <a:lnTo>
                  <a:pt x="81" y="12"/>
                </a:lnTo>
                <a:lnTo>
                  <a:pt x="82" y="13"/>
                </a:lnTo>
                <a:lnTo>
                  <a:pt x="83" y="14"/>
                </a:lnTo>
                <a:lnTo>
                  <a:pt x="84" y="15"/>
                </a:lnTo>
                <a:lnTo>
                  <a:pt x="85" y="16"/>
                </a:lnTo>
                <a:lnTo>
                  <a:pt x="86" y="17"/>
                </a:lnTo>
                <a:lnTo>
                  <a:pt x="86" y="18"/>
                </a:lnTo>
                <a:lnTo>
                  <a:pt x="87" y="19"/>
                </a:lnTo>
                <a:lnTo>
                  <a:pt x="88" y="20"/>
                </a:lnTo>
                <a:lnTo>
                  <a:pt x="88" y="21"/>
                </a:lnTo>
                <a:lnTo>
                  <a:pt x="89" y="22"/>
                </a:lnTo>
                <a:lnTo>
                  <a:pt x="90" y="23"/>
                </a:lnTo>
                <a:lnTo>
                  <a:pt x="90" y="24"/>
                </a:lnTo>
                <a:lnTo>
                  <a:pt x="91" y="25"/>
                </a:lnTo>
                <a:lnTo>
                  <a:pt x="91" y="26"/>
                </a:lnTo>
                <a:lnTo>
                  <a:pt x="91" y="27"/>
                </a:lnTo>
                <a:lnTo>
                  <a:pt x="92" y="28"/>
                </a:lnTo>
                <a:lnTo>
                  <a:pt x="92" y="29"/>
                </a:lnTo>
                <a:lnTo>
                  <a:pt x="92" y="31"/>
                </a:lnTo>
                <a:lnTo>
                  <a:pt x="92" y="32"/>
                </a:lnTo>
                <a:lnTo>
                  <a:pt x="93" y="34"/>
                </a:lnTo>
                <a:lnTo>
                  <a:pt x="93" y="35"/>
                </a:lnTo>
                <a:lnTo>
                  <a:pt x="93" y="36"/>
                </a:lnTo>
                <a:lnTo>
                  <a:pt x="93" y="37"/>
                </a:lnTo>
                <a:close/>
              </a:path>
            </a:pathLst>
          </a:custGeom>
          <a:solidFill>
            <a:srgbClr val="ff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1" name=""/>
          <p:cNvSpPr/>
          <p:nvPr/>
        </p:nvSpPr>
        <p:spPr>
          <a:xfrm>
            <a:off x="4961520" y="1814040"/>
            <a:ext cx="34920" cy="28080"/>
          </a:xfrm>
          <a:custGeom>
            <a:avLst/>
            <a:gdLst/>
            <a:ahLst/>
            <a:rect l="0" t="0" r="r" b="b"/>
            <a:pathLst>
              <a:path w="97" h="78">
                <a:moveTo>
                  <a:pt x="95" y="39"/>
                </a:moveTo>
                <a:lnTo>
                  <a:pt x="95" y="38"/>
                </a:lnTo>
                <a:lnTo>
                  <a:pt x="95" y="37"/>
                </a:lnTo>
                <a:lnTo>
                  <a:pt x="95" y="36"/>
                </a:lnTo>
                <a:lnTo>
                  <a:pt x="94" y="35"/>
                </a:lnTo>
                <a:lnTo>
                  <a:pt x="94" y="34"/>
                </a:lnTo>
                <a:lnTo>
                  <a:pt x="94" y="32"/>
                </a:lnTo>
                <a:lnTo>
                  <a:pt x="94" y="31"/>
                </a:lnTo>
                <a:lnTo>
                  <a:pt x="93" y="30"/>
                </a:lnTo>
                <a:lnTo>
                  <a:pt x="93" y="29"/>
                </a:lnTo>
                <a:lnTo>
                  <a:pt x="93" y="28"/>
                </a:lnTo>
                <a:lnTo>
                  <a:pt x="92" y="27"/>
                </a:lnTo>
                <a:lnTo>
                  <a:pt x="92" y="26"/>
                </a:lnTo>
                <a:lnTo>
                  <a:pt x="91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19"/>
                </a:lnTo>
                <a:lnTo>
                  <a:pt x="85" y="18"/>
                </a:lnTo>
                <a:lnTo>
                  <a:pt x="84" y="17"/>
                </a:lnTo>
                <a:lnTo>
                  <a:pt x="83" y="16"/>
                </a:lnTo>
                <a:lnTo>
                  <a:pt x="82" y="15"/>
                </a:lnTo>
                <a:lnTo>
                  <a:pt x="81" y="14"/>
                </a:lnTo>
                <a:lnTo>
                  <a:pt x="80" y="13"/>
                </a:lnTo>
                <a:lnTo>
                  <a:pt x="79" y="13"/>
                </a:lnTo>
                <a:lnTo>
                  <a:pt x="78" y="12"/>
                </a:lnTo>
                <a:lnTo>
                  <a:pt x="77" y="11"/>
                </a:lnTo>
                <a:lnTo>
                  <a:pt x="76" y="10"/>
                </a:lnTo>
                <a:lnTo>
                  <a:pt x="75" y="10"/>
                </a:lnTo>
                <a:lnTo>
                  <a:pt x="74" y="9"/>
                </a:lnTo>
                <a:lnTo>
                  <a:pt x="72" y="8"/>
                </a:lnTo>
                <a:lnTo>
                  <a:pt x="71" y="8"/>
                </a:lnTo>
                <a:lnTo>
                  <a:pt x="70" y="7"/>
                </a:lnTo>
                <a:lnTo>
                  <a:pt x="69" y="7"/>
                </a:lnTo>
                <a:lnTo>
                  <a:pt x="67" y="6"/>
                </a:lnTo>
                <a:lnTo>
                  <a:pt x="66" y="6"/>
                </a:lnTo>
                <a:lnTo>
                  <a:pt x="65" y="4"/>
                </a:lnTo>
                <a:lnTo>
                  <a:pt x="63" y="4"/>
                </a:lnTo>
                <a:lnTo>
                  <a:pt x="62" y="3"/>
                </a:lnTo>
                <a:lnTo>
                  <a:pt x="61" y="3"/>
                </a:lnTo>
                <a:lnTo>
                  <a:pt x="59" y="3"/>
                </a:lnTo>
                <a:lnTo>
                  <a:pt x="58" y="2"/>
                </a:lnTo>
                <a:lnTo>
                  <a:pt x="56" y="2"/>
                </a:lnTo>
                <a:lnTo>
                  <a:pt x="55" y="2"/>
                </a:lnTo>
                <a:lnTo>
                  <a:pt x="54" y="2"/>
                </a:lnTo>
                <a:lnTo>
                  <a:pt x="52" y="2"/>
                </a:lnTo>
                <a:lnTo>
                  <a:pt x="51" y="2"/>
                </a:lnTo>
                <a:lnTo>
                  <a:pt x="49" y="2"/>
                </a:lnTo>
                <a:lnTo>
                  <a:pt x="48" y="2"/>
                </a:lnTo>
                <a:lnTo>
                  <a:pt x="46" y="2"/>
                </a:lnTo>
                <a:lnTo>
                  <a:pt x="45" y="2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39" y="2"/>
                </a:lnTo>
                <a:lnTo>
                  <a:pt x="38" y="2"/>
                </a:lnTo>
                <a:lnTo>
                  <a:pt x="36" y="3"/>
                </a:lnTo>
                <a:lnTo>
                  <a:pt x="35" y="3"/>
                </a:lnTo>
                <a:lnTo>
                  <a:pt x="34" y="3"/>
                </a:lnTo>
                <a:lnTo>
                  <a:pt x="32" y="4"/>
                </a:lnTo>
                <a:lnTo>
                  <a:pt x="31" y="4"/>
                </a:lnTo>
                <a:lnTo>
                  <a:pt x="30" y="6"/>
                </a:lnTo>
                <a:lnTo>
                  <a:pt x="28" y="6"/>
                </a:lnTo>
                <a:lnTo>
                  <a:pt x="27" y="7"/>
                </a:lnTo>
                <a:lnTo>
                  <a:pt x="26" y="7"/>
                </a:lnTo>
                <a:lnTo>
                  <a:pt x="24" y="8"/>
                </a:lnTo>
                <a:lnTo>
                  <a:pt x="23" y="8"/>
                </a:lnTo>
                <a:lnTo>
                  <a:pt x="22" y="9"/>
                </a:lnTo>
                <a:lnTo>
                  <a:pt x="21" y="10"/>
                </a:lnTo>
                <a:lnTo>
                  <a:pt x="20" y="10"/>
                </a:lnTo>
                <a:lnTo>
                  <a:pt x="18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4" y="14"/>
                </a:lnTo>
                <a:lnTo>
                  <a:pt x="13" y="15"/>
                </a:lnTo>
                <a:lnTo>
                  <a:pt x="12" y="16"/>
                </a:lnTo>
                <a:lnTo>
                  <a:pt x="11" y="17"/>
                </a:lnTo>
                <a:lnTo>
                  <a:pt x="11" y="18"/>
                </a:lnTo>
                <a:lnTo>
                  <a:pt x="10" y="19"/>
                </a:lnTo>
                <a:lnTo>
                  <a:pt x="9" y="20"/>
                </a:lnTo>
                <a:lnTo>
                  <a:pt x="8" y="21"/>
                </a:lnTo>
                <a:lnTo>
                  <a:pt x="8" y="22"/>
                </a:lnTo>
                <a:lnTo>
                  <a:pt x="7" y="23"/>
                </a:lnTo>
                <a:lnTo>
                  <a:pt x="6" y="24"/>
                </a:lnTo>
                <a:lnTo>
                  <a:pt x="6" y="25"/>
                </a:lnTo>
                <a:lnTo>
                  <a:pt x="5" y="26"/>
                </a:lnTo>
                <a:lnTo>
                  <a:pt x="5" y="27"/>
                </a:lnTo>
                <a:lnTo>
                  <a:pt x="4" y="28"/>
                </a:lnTo>
                <a:lnTo>
                  <a:pt x="4" y="29"/>
                </a:lnTo>
                <a:lnTo>
                  <a:pt x="3" y="30"/>
                </a:lnTo>
                <a:lnTo>
                  <a:pt x="3" y="31"/>
                </a:lnTo>
                <a:lnTo>
                  <a:pt x="3" y="32"/>
                </a:lnTo>
                <a:lnTo>
                  <a:pt x="2" y="34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2" y="39"/>
                </a:lnTo>
                <a:lnTo>
                  <a:pt x="2" y="41"/>
                </a:lnTo>
                <a:lnTo>
                  <a:pt x="2" y="42"/>
                </a:lnTo>
                <a:lnTo>
                  <a:pt x="2" y="43"/>
                </a:lnTo>
                <a:lnTo>
                  <a:pt x="2" y="44"/>
                </a:lnTo>
                <a:lnTo>
                  <a:pt x="2" y="45"/>
                </a:lnTo>
                <a:lnTo>
                  <a:pt x="3" y="46"/>
                </a:lnTo>
                <a:lnTo>
                  <a:pt x="3" y="47"/>
                </a:lnTo>
                <a:lnTo>
                  <a:pt x="3" y="49"/>
                </a:lnTo>
                <a:lnTo>
                  <a:pt x="4" y="50"/>
                </a:lnTo>
                <a:lnTo>
                  <a:pt x="4" y="51"/>
                </a:lnTo>
                <a:lnTo>
                  <a:pt x="5" y="52"/>
                </a:lnTo>
                <a:lnTo>
                  <a:pt x="5" y="53"/>
                </a:lnTo>
                <a:lnTo>
                  <a:pt x="6" y="54"/>
                </a:lnTo>
                <a:lnTo>
                  <a:pt x="6" y="55"/>
                </a:lnTo>
                <a:lnTo>
                  <a:pt x="7" y="56"/>
                </a:lnTo>
                <a:lnTo>
                  <a:pt x="8" y="57"/>
                </a:lnTo>
                <a:lnTo>
                  <a:pt x="8" y="58"/>
                </a:lnTo>
                <a:lnTo>
                  <a:pt x="9" y="59"/>
                </a:lnTo>
                <a:lnTo>
                  <a:pt x="10" y="60"/>
                </a:lnTo>
                <a:lnTo>
                  <a:pt x="11" y="61"/>
                </a:lnTo>
                <a:lnTo>
                  <a:pt x="11" y="62"/>
                </a:lnTo>
                <a:lnTo>
                  <a:pt x="12" y="63"/>
                </a:lnTo>
                <a:lnTo>
                  <a:pt x="13" y="64"/>
                </a:lnTo>
                <a:lnTo>
                  <a:pt x="14" y="65"/>
                </a:lnTo>
                <a:lnTo>
                  <a:pt x="15" y="65"/>
                </a:lnTo>
                <a:lnTo>
                  <a:pt x="16" y="66"/>
                </a:lnTo>
                <a:lnTo>
                  <a:pt x="17" y="67"/>
                </a:lnTo>
                <a:lnTo>
                  <a:pt x="18" y="68"/>
                </a:lnTo>
                <a:lnTo>
                  <a:pt x="20" y="69"/>
                </a:lnTo>
                <a:lnTo>
                  <a:pt x="21" y="69"/>
                </a:lnTo>
                <a:lnTo>
                  <a:pt x="22" y="70"/>
                </a:lnTo>
                <a:lnTo>
                  <a:pt x="23" y="71"/>
                </a:lnTo>
                <a:lnTo>
                  <a:pt x="24" y="71"/>
                </a:lnTo>
                <a:lnTo>
                  <a:pt x="26" y="72"/>
                </a:lnTo>
                <a:lnTo>
                  <a:pt x="27" y="72"/>
                </a:lnTo>
                <a:lnTo>
                  <a:pt x="28" y="73"/>
                </a:lnTo>
                <a:lnTo>
                  <a:pt x="30" y="73"/>
                </a:lnTo>
                <a:lnTo>
                  <a:pt x="31" y="74"/>
                </a:lnTo>
                <a:lnTo>
                  <a:pt x="32" y="74"/>
                </a:lnTo>
                <a:lnTo>
                  <a:pt x="34" y="74"/>
                </a:lnTo>
                <a:lnTo>
                  <a:pt x="35" y="75"/>
                </a:lnTo>
                <a:lnTo>
                  <a:pt x="36" y="75"/>
                </a:lnTo>
                <a:lnTo>
                  <a:pt x="38" y="75"/>
                </a:lnTo>
                <a:lnTo>
                  <a:pt x="39" y="76"/>
                </a:lnTo>
                <a:lnTo>
                  <a:pt x="41" y="76"/>
                </a:lnTo>
                <a:lnTo>
                  <a:pt x="42" y="76"/>
                </a:lnTo>
                <a:lnTo>
                  <a:pt x="43" y="76"/>
                </a:lnTo>
                <a:lnTo>
                  <a:pt x="45" y="76"/>
                </a:lnTo>
                <a:lnTo>
                  <a:pt x="46" y="76"/>
                </a:lnTo>
                <a:lnTo>
                  <a:pt x="48" y="76"/>
                </a:lnTo>
                <a:lnTo>
                  <a:pt x="49" y="76"/>
                </a:lnTo>
                <a:lnTo>
                  <a:pt x="51" y="76"/>
                </a:lnTo>
                <a:lnTo>
                  <a:pt x="52" y="76"/>
                </a:lnTo>
                <a:lnTo>
                  <a:pt x="54" y="76"/>
                </a:lnTo>
                <a:lnTo>
                  <a:pt x="55" y="76"/>
                </a:lnTo>
                <a:lnTo>
                  <a:pt x="56" y="76"/>
                </a:lnTo>
                <a:lnTo>
                  <a:pt x="58" y="75"/>
                </a:lnTo>
                <a:lnTo>
                  <a:pt x="59" y="75"/>
                </a:lnTo>
                <a:lnTo>
                  <a:pt x="61" y="75"/>
                </a:lnTo>
                <a:lnTo>
                  <a:pt x="62" y="74"/>
                </a:lnTo>
                <a:lnTo>
                  <a:pt x="63" y="74"/>
                </a:lnTo>
                <a:lnTo>
                  <a:pt x="65" y="74"/>
                </a:lnTo>
                <a:lnTo>
                  <a:pt x="66" y="73"/>
                </a:lnTo>
                <a:lnTo>
                  <a:pt x="67" y="73"/>
                </a:lnTo>
                <a:lnTo>
                  <a:pt x="69" y="72"/>
                </a:lnTo>
                <a:lnTo>
                  <a:pt x="70" y="72"/>
                </a:lnTo>
                <a:lnTo>
                  <a:pt x="71" y="71"/>
                </a:lnTo>
                <a:lnTo>
                  <a:pt x="72" y="71"/>
                </a:lnTo>
                <a:lnTo>
                  <a:pt x="74" y="70"/>
                </a:lnTo>
                <a:lnTo>
                  <a:pt x="75" y="69"/>
                </a:lnTo>
                <a:lnTo>
                  <a:pt x="76" y="69"/>
                </a:lnTo>
                <a:lnTo>
                  <a:pt x="77" y="68"/>
                </a:lnTo>
                <a:lnTo>
                  <a:pt x="78" y="67"/>
                </a:lnTo>
                <a:lnTo>
                  <a:pt x="79" y="66"/>
                </a:lnTo>
                <a:lnTo>
                  <a:pt x="80" y="65"/>
                </a:lnTo>
                <a:lnTo>
                  <a:pt x="81" y="65"/>
                </a:lnTo>
                <a:lnTo>
                  <a:pt x="82" y="64"/>
                </a:lnTo>
                <a:lnTo>
                  <a:pt x="83" y="63"/>
                </a:lnTo>
                <a:lnTo>
                  <a:pt x="84" y="62"/>
                </a:lnTo>
                <a:lnTo>
                  <a:pt x="85" y="61"/>
                </a:lnTo>
                <a:lnTo>
                  <a:pt x="86" y="60"/>
                </a:lnTo>
                <a:lnTo>
                  <a:pt x="87" y="59"/>
                </a:lnTo>
                <a:lnTo>
                  <a:pt x="87" y="58"/>
                </a:lnTo>
                <a:lnTo>
                  <a:pt x="88" y="57"/>
                </a:lnTo>
                <a:lnTo>
                  <a:pt x="89" y="56"/>
                </a:lnTo>
                <a:lnTo>
                  <a:pt x="89" y="55"/>
                </a:lnTo>
                <a:lnTo>
                  <a:pt x="91" y="54"/>
                </a:lnTo>
                <a:lnTo>
                  <a:pt x="92" y="53"/>
                </a:lnTo>
                <a:lnTo>
                  <a:pt x="92" y="52"/>
                </a:lnTo>
                <a:lnTo>
                  <a:pt x="93" y="51"/>
                </a:lnTo>
                <a:lnTo>
                  <a:pt x="93" y="50"/>
                </a:lnTo>
                <a:lnTo>
                  <a:pt x="93" y="49"/>
                </a:lnTo>
                <a:lnTo>
                  <a:pt x="94" y="47"/>
                </a:lnTo>
                <a:lnTo>
                  <a:pt x="94" y="46"/>
                </a:lnTo>
                <a:lnTo>
                  <a:pt x="94" y="45"/>
                </a:lnTo>
                <a:lnTo>
                  <a:pt x="94" y="44"/>
                </a:lnTo>
                <a:lnTo>
                  <a:pt x="95" y="43"/>
                </a:lnTo>
                <a:lnTo>
                  <a:pt x="95" y="42"/>
                </a:lnTo>
                <a:lnTo>
                  <a:pt x="95" y="41"/>
                </a:lnTo>
                <a:lnTo>
                  <a:pt x="95" y="39"/>
                </a:lnTo>
                <a:moveTo>
                  <a:pt x="97" y="39"/>
                </a:move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7" y="44"/>
                </a:lnTo>
                <a:lnTo>
                  <a:pt x="96" y="45"/>
                </a:lnTo>
                <a:lnTo>
                  <a:pt x="96" y="47"/>
                </a:lnTo>
                <a:lnTo>
                  <a:pt x="96" y="48"/>
                </a:lnTo>
                <a:lnTo>
                  <a:pt x="96" y="49"/>
                </a:lnTo>
                <a:lnTo>
                  <a:pt x="95" y="50"/>
                </a:lnTo>
                <a:lnTo>
                  <a:pt x="95" y="51"/>
                </a:lnTo>
                <a:lnTo>
                  <a:pt x="94" y="52"/>
                </a:lnTo>
                <a:lnTo>
                  <a:pt x="94" y="54"/>
                </a:lnTo>
                <a:lnTo>
                  <a:pt x="93" y="55"/>
                </a:lnTo>
                <a:lnTo>
                  <a:pt x="92" y="56"/>
                </a:lnTo>
                <a:lnTo>
                  <a:pt x="92" y="57"/>
                </a:lnTo>
                <a:lnTo>
                  <a:pt x="91" y="58"/>
                </a:lnTo>
                <a:lnTo>
                  <a:pt x="89" y="59"/>
                </a:lnTo>
                <a:lnTo>
                  <a:pt x="89" y="60"/>
                </a:lnTo>
                <a:lnTo>
                  <a:pt x="88" y="61"/>
                </a:lnTo>
                <a:lnTo>
                  <a:pt x="87" y="62"/>
                </a:lnTo>
                <a:lnTo>
                  <a:pt x="86" y="63"/>
                </a:lnTo>
                <a:lnTo>
                  <a:pt x="85" y="64"/>
                </a:lnTo>
                <a:lnTo>
                  <a:pt x="84" y="65"/>
                </a:lnTo>
                <a:lnTo>
                  <a:pt x="83" y="66"/>
                </a:lnTo>
                <a:lnTo>
                  <a:pt x="82" y="67"/>
                </a:lnTo>
                <a:lnTo>
                  <a:pt x="81" y="68"/>
                </a:lnTo>
                <a:lnTo>
                  <a:pt x="80" y="68"/>
                </a:lnTo>
                <a:lnTo>
                  <a:pt x="79" y="69"/>
                </a:lnTo>
                <a:lnTo>
                  <a:pt x="77" y="70"/>
                </a:lnTo>
                <a:lnTo>
                  <a:pt x="76" y="71"/>
                </a:lnTo>
                <a:lnTo>
                  <a:pt x="75" y="71"/>
                </a:lnTo>
                <a:lnTo>
                  <a:pt x="74" y="72"/>
                </a:lnTo>
                <a:lnTo>
                  <a:pt x="72" y="73"/>
                </a:lnTo>
                <a:lnTo>
                  <a:pt x="71" y="73"/>
                </a:lnTo>
                <a:lnTo>
                  <a:pt x="70" y="74"/>
                </a:lnTo>
                <a:lnTo>
                  <a:pt x="68" y="74"/>
                </a:lnTo>
                <a:lnTo>
                  <a:pt x="67" y="75"/>
                </a:lnTo>
                <a:lnTo>
                  <a:pt x="66" y="75"/>
                </a:lnTo>
                <a:lnTo>
                  <a:pt x="64" y="76"/>
                </a:lnTo>
                <a:lnTo>
                  <a:pt x="63" y="76"/>
                </a:lnTo>
                <a:lnTo>
                  <a:pt x="61" y="77"/>
                </a:lnTo>
                <a:lnTo>
                  <a:pt x="60" y="77"/>
                </a:lnTo>
                <a:lnTo>
                  <a:pt x="58" y="77"/>
                </a:lnTo>
                <a:lnTo>
                  <a:pt x="57" y="77"/>
                </a:lnTo>
                <a:lnTo>
                  <a:pt x="55" y="78"/>
                </a:lnTo>
                <a:lnTo>
                  <a:pt x="54" y="78"/>
                </a:lnTo>
                <a:lnTo>
                  <a:pt x="52" y="78"/>
                </a:lnTo>
                <a:lnTo>
                  <a:pt x="51" y="78"/>
                </a:lnTo>
                <a:lnTo>
                  <a:pt x="49" y="78"/>
                </a:lnTo>
                <a:lnTo>
                  <a:pt x="48" y="78"/>
                </a:lnTo>
                <a:lnTo>
                  <a:pt x="46" y="78"/>
                </a:lnTo>
                <a:lnTo>
                  <a:pt x="45" y="78"/>
                </a:lnTo>
                <a:lnTo>
                  <a:pt x="43" y="78"/>
                </a:lnTo>
                <a:lnTo>
                  <a:pt x="42" y="78"/>
                </a:lnTo>
                <a:lnTo>
                  <a:pt x="40" y="78"/>
                </a:lnTo>
                <a:lnTo>
                  <a:pt x="39" y="77"/>
                </a:lnTo>
                <a:lnTo>
                  <a:pt x="37" y="77"/>
                </a:lnTo>
                <a:lnTo>
                  <a:pt x="36" y="77"/>
                </a:lnTo>
                <a:lnTo>
                  <a:pt x="34" y="77"/>
                </a:lnTo>
                <a:lnTo>
                  <a:pt x="33" y="76"/>
                </a:lnTo>
                <a:lnTo>
                  <a:pt x="31" y="76"/>
                </a:lnTo>
                <a:lnTo>
                  <a:pt x="30" y="75"/>
                </a:lnTo>
                <a:lnTo>
                  <a:pt x="29" y="75"/>
                </a:lnTo>
                <a:lnTo>
                  <a:pt x="27" y="74"/>
                </a:lnTo>
                <a:lnTo>
                  <a:pt x="26" y="74"/>
                </a:lnTo>
                <a:lnTo>
                  <a:pt x="25" y="73"/>
                </a:lnTo>
                <a:lnTo>
                  <a:pt x="23" y="73"/>
                </a:lnTo>
                <a:lnTo>
                  <a:pt x="22" y="72"/>
                </a:lnTo>
                <a:lnTo>
                  <a:pt x="21" y="71"/>
                </a:lnTo>
                <a:lnTo>
                  <a:pt x="19" y="71"/>
                </a:lnTo>
                <a:lnTo>
                  <a:pt x="18" y="70"/>
                </a:lnTo>
                <a:lnTo>
                  <a:pt x="17" y="69"/>
                </a:lnTo>
                <a:lnTo>
                  <a:pt x="16" y="68"/>
                </a:lnTo>
                <a:lnTo>
                  <a:pt x="15" y="68"/>
                </a:lnTo>
                <a:lnTo>
                  <a:pt x="14" y="67"/>
                </a:lnTo>
                <a:lnTo>
                  <a:pt x="13" y="66"/>
                </a:lnTo>
                <a:lnTo>
                  <a:pt x="12" y="65"/>
                </a:lnTo>
                <a:lnTo>
                  <a:pt x="11" y="64"/>
                </a:lnTo>
                <a:lnTo>
                  <a:pt x="10" y="63"/>
                </a:lnTo>
                <a:lnTo>
                  <a:pt x="9" y="62"/>
                </a:lnTo>
                <a:lnTo>
                  <a:pt x="8" y="61"/>
                </a:lnTo>
                <a:lnTo>
                  <a:pt x="7" y="60"/>
                </a:lnTo>
                <a:lnTo>
                  <a:pt x="6" y="59"/>
                </a:lnTo>
                <a:lnTo>
                  <a:pt x="6" y="58"/>
                </a:lnTo>
                <a:lnTo>
                  <a:pt x="5" y="57"/>
                </a:lnTo>
                <a:lnTo>
                  <a:pt x="4" y="56"/>
                </a:lnTo>
                <a:lnTo>
                  <a:pt x="3" y="55"/>
                </a:lnTo>
                <a:lnTo>
                  <a:pt x="3" y="54"/>
                </a:lnTo>
                <a:lnTo>
                  <a:pt x="2" y="52"/>
                </a:lnTo>
                <a:lnTo>
                  <a:pt x="2" y="51"/>
                </a:lnTo>
                <a:lnTo>
                  <a:pt x="1" y="50"/>
                </a:lnTo>
                <a:lnTo>
                  <a:pt x="1" y="49"/>
                </a:lnTo>
                <a:lnTo>
                  <a:pt x="1" y="48"/>
                </a:lnTo>
                <a:lnTo>
                  <a:pt x="0" y="47"/>
                </a:lnTo>
                <a:lnTo>
                  <a:pt x="0" y="45"/>
                </a:lnTo>
                <a:lnTo>
                  <a:pt x="0" y="44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0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1" y="31"/>
                </a:lnTo>
                <a:lnTo>
                  <a:pt x="1" y="30"/>
                </a:lnTo>
                <a:lnTo>
                  <a:pt x="1" y="29"/>
                </a:lnTo>
                <a:lnTo>
                  <a:pt x="2" y="27"/>
                </a:lnTo>
                <a:lnTo>
                  <a:pt x="2" y="26"/>
                </a:lnTo>
                <a:lnTo>
                  <a:pt x="3" y="25"/>
                </a:lnTo>
                <a:lnTo>
                  <a:pt x="3" y="24"/>
                </a:lnTo>
                <a:lnTo>
                  <a:pt x="4" y="23"/>
                </a:lnTo>
                <a:lnTo>
                  <a:pt x="5" y="22"/>
                </a:lnTo>
                <a:lnTo>
                  <a:pt x="6" y="21"/>
                </a:lnTo>
                <a:lnTo>
                  <a:pt x="6" y="20"/>
                </a:lnTo>
                <a:lnTo>
                  <a:pt x="7" y="19"/>
                </a:lnTo>
                <a:lnTo>
                  <a:pt x="8" y="18"/>
                </a:lnTo>
                <a:lnTo>
                  <a:pt x="9" y="17"/>
                </a:lnTo>
                <a:lnTo>
                  <a:pt x="10" y="16"/>
                </a:lnTo>
                <a:lnTo>
                  <a:pt x="11" y="15"/>
                </a:lnTo>
                <a:lnTo>
                  <a:pt x="12" y="14"/>
                </a:lnTo>
                <a:lnTo>
                  <a:pt x="13" y="13"/>
                </a:lnTo>
                <a:lnTo>
                  <a:pt x="14" y="12"/>
                </a:lnTo>
                <a:lnTo>
                  <a:pt x="15" y="11"/>
                </a:lnTo>
                <a:lnTo>
                  <a:pt x="16" y="10"/>
                </a:lnTo>
                <a:lnTo>
                  <a:pt x="17" y="10"/>
                </a:lnTo>
                <a:lnTo>
                  <a:pt x="18" y="9"/>
                </a:lnTo>
                <a:lnTo>
                  <a:pt x="19" y="8"/>
                </a:lnTo>
                <a:lnTo>
                  <a:pt x="21" y="7"/>
                </a:lnTo>
                <a:lnTo>
                  <a:pt x="22" y="7"/>
                </a:lnTo>
                <a:lnTo>
                  <a:pt x="23" y="6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9" y="3"/>
                </a:lnTo>
                <a:lnTo>
                  <a:pt x="30" y="2"/>
                </a:lnTo>
                <a:lnTo>
                  <a:pt x="31" y="2"/>
                </a:lnTo>
                <a:lnTo>
                  <a:pt x="33" y="2"/>
                </a:lnTo>
                <a:lnTo>
                  <a:pt x="34" y="1"/>
                </a:lnTo>
                <a:lnTo>
                  <a:pt x="36" y="1"/>
                </a:lnTo>
                <a:lnTo>
                  <a:pt x="37" y="1"/>
                </a:lnTo>
                <a:lnTo>
                  <a:pt x="39" y="0"/>
                </a:lnTo>
                <a:lnTo>
                  <a:pt x="40" y="0"/>
                </a:lnTo>
                <a:lnTo>
                  <a:pt x="42" y="0"/>
                </a:lnTo>
                <a:lnTo>
                  <a:pt x="43" y="0"/>
                </a:lnTo>
                <a:lnTo>
                  <a:pt x="45" y="0"/>
                </a:lnTo>
                <a:lnTo>
                  <a:pt x="46" y="0"/>
                </a:lnTo>
                <a:lnTo>
                  <a:pt x="48" y="0"/>
                </a:lnTo>
                <a:lnTo>
                  <a:pt x="49" y="0"/>
                </a:lnTo>
                <a:lnTo>
                  <a:pt x="51" y="0"/>
                </a:lnTo>
                <a:lnTo>
                  <a:pt x="52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0" y="1"/>
                </a:lnTo>
                <a:lnTo>
                  <a:pt x="61" y="1"/>
                </a:lnTo>
                <a:lnTo>
                  <a:pt x="63" y="2"/>
                </a:lnTo>
                <a:lnTo>
                  <a:pt x="64" y="2"/>
                </a:lnTo>
                <a:lnTo>
                  <a:pt x="66" y="2"/>
                </a:lnTo>
                <a:lnTo>
                  <a:pt x="67" y="3"/>
                </a:lnTo>
                <a:lnTo>
                  <a:pt x="68" y="3"/>
                </a:lnTo>
                <a:lnTo>
                  <a:pt x="70" y="4"/>
                </a:lnTo>
                <a:lnTo>
                  <a:pt x="71" y="4"/>
                </a:lnTo>
                <a:lnTo>
                  <a:pt x="72" y="6"/>
                </a:lnTo>
                <a:lnTo>
                  <a:pt x="74" y="7"/>
                </a:lnTo>
                <a:lnTo>
                  <a:pt x="75" y="7"/>
                </a:lnTo>
                <a:lnTo>
                  <a:pt x="76" y="8"/>
                </a:lnTo>
                <a:lnTo>
                  <a:pt x="77" y="9"/>
                </a:lnTo>
                <a:lnTo>
                  <a:pt x="79" y="10"/>
                </a:lnTo>
                <a:lnTo>
                  <a:pt x="80" y="10"/>
                </a:lnTo>
                <a:lnTo>
                  <a:pt x="81" y="11"/>
                </a:lnTo>
                <a:lnTo>
                  <a:pt x="82" y="12"/>
                </a:lnTo>
                <a:lnTo>
                  <a:pt x="83" y="13"/>
                </a:lnTo>
                <a:lnTo>
                  <a:pt x="84" y="14"/>
                </a:lnTo>
                <a:lnTo>
                  <a:pt x="85" y="15"/>
                </a:lnTo>
                <a:lnTo>
                  <a:pt x="86" y="16"/>
                </a:lnTo>
                <a:lnTo>
                  <a:pt x="87" y="17"/>
                </a:lnTo>
                <a:lnTo>
                  <a:pt x="88" y="18"/>
                </a:lnTo>
                <a:lnTo>
                  <a:pt x="89" y="19"/>
                </a:lnTo>
                <a:lnTo>
                  <a:pt x="89" y="20"/>
                </a:lnTo>
                <a:lnTo>
                  <a:pt x="91" y="21"/>
                </a:lnTo>
                <a:lnTo>
                  <a:pt x="92" y="22"/>
                </a:lnTo>
                <a:lnTo>
                  <a:pt x="92" y="23"/>
                </a:lnTo>
                <a:lnTo>
                  <a:pt x="93" y="24"/>
                </a:lnTo>
                <a:lnTo>
                  <a:pt x="94" y="25"/>
                </a:lnTo>
                <a:lnTo>
                  <a:pt x="94" y="26"/>
                </a:lnTo>
                <a:lnTo>
                  <a:pt x="95" y="27"/>
                </a:lnTo>
                <a:lnTo>
                  <a:pt x="95" y="29"/>
                </a:lnTo>
                <a:lnTo>
                  <a:pt x="96" y="30"/>
                </a:lnTo>
                <a:lnTo>
                  <a:pt x="96" y="31"/>
                </a:lnTo>
                <a:lnTo>
                  <a:pt x="96" y="32"/>
                </a:lnTo>
                <a:lnTo>
                  <a:pt x="96" y="33"/>
                </a:lnTo>
                <a:lnTo>
                  <a:pt x="97" y="35"/>
                </a:lnTo>
                <a:lnTo>
                  <a:pt x="97" y="36"/>
                </a:lnTo>
                <a:lnTo>
                  <a:pt x="97" y="37"/>
                </a:lnTo>
                <a:lnTo>
                  <a:pt x="97" y="38"/>
                </a:lnTo>
                <a:lnTo>
                  <a:pt x="97" y="39"/>
                </a:lnTo>
                <a:close/>
              </a:path>
            </a:pathLst>
          </a:custGeom>
          <a:solidFill>
            <a:srgbClr val="ff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2" name=""/>
          <p:cNvSpPr/>
          <p:nvPr/>
        </p:nvSpPr>
        <p:spPr>
          <a:xfrm>
            <a:off x="4959000" y="1811880"/>
            <a:ext cx="39960" cy="32400"/>
          </a:xfrm>
          <a:custGeom>
            <a:avLst/>
            <a:gdLst/>
            <a:ahLst/>
            <a:rect l="0" t="0" r="r" b="b"/>
            <a:pathLst>
              <a:path w="111" h="90">
                <a:moveTo>
                  <a:pt x="104" y="45"/>
                </a:moveTo>
                <a:lnTo>
                  <a:pt x="104" y="44"/>
                </a:lnTo>
                <a:lnTo>
                  <a:pt x="104" y="43"/>
                </a:lnTo>
                <a:lnTo>
                  <a:pt x="104" y="42"/>
                </a:lnTo>
                <a:lnTo>
                  <a:pt x="104" y="41"/>
                </a:lnTo>
                <a:lnTo>
                  <a:pt x="103" y="39"/>
                </a:lnTo>
                <a:lnTo>
                  <a:pt x="103" y="38"/>
                </a:lnTo>
                <a:lnTo>
                  <a:pt x="103" y="37"/>
                </a:lnTo>
                <a:lnTo>
                  <a:pt x="103" y="36"/>
                </a:lnTo>
                <a:lnTo>
                  <a:pt x="102" y="35"/>
                </a:lnTo>
                <a:lnTo>
                  <a:pt x="102" y="33"/>
                </a:lnTo>
                <a:lnTo>
                  <a:pt x="101" y="32"/>
                </a:lnTo>
                <a:lnTo>
                  <a:pt x="101" y="31"/>
                </a:lnTo>
                <a:lnTo>
                  <a:pt x="100" y="30"/>
                </a:lnTo>
                <a:lnTo>
                  <a:pt x="99" y="29"/>
                </a:lnTo>
                <a:lnTo>
                  <a:pt x="99" y="28"/>
                </a:lnTo>
                <a:lnTo>
                  <a:pt x="98" y="26"/>
                </a:lnTo>
                <a:lnTo>
                  <a:pt x="97" y="25"/>
                </a:lnTo>
                <a:lnTo>
                  <a:pt x="97" y="24"/>
                </a:lnTo>
                <a:lnTo>
                  <a:pt x="96" y="23"/>
                </a:lnTo>
                <a:lnTo>
                  <a:pt x="95" y="22"/>
                </a:lnTo>
                <a:lnTo>
                  <a:pt x="94" y="21"/>
                </a:lnTo>
                <a:lnTo>
                  <a:pt x="93" y="20"/>
                </a:lnTo>
                <a:lnTo>
                  <a:pt x="92" y="19"/>
                </a:lnTo>
                <a:lnTo>
                  <a:pt x="91" y="18"/>
                </a:lnTo>
                <a:lnTo>
                  <a:pt x="90" y="17"/>
                </a:lnTo>
                <a:lnTo>
                  <a:pt x="89" y="16"/>
                </a:lnTo>
                <a:lnTo>
                  <a:pt x="88" y="15"/>
                </a:lnTo>
                <a:lnTo>
                  <a:pt x="87" y="15"/>
                </a:lnTo>
                <a:lnTo>
                  <a:pt x="85" y="14"/>
                </a:lnTo>
                <a:lnTo>
                  <a:pt x="84" y="13"/>
                </a:lnTo>
                <a:lnTo>
                  <a:pt x="83" y="12"/>
                </a:lnTo>
                <a:lnTo>
                  <a:pt x="82" y="12"/>
                </a:lnTo>
                <a:lnTo>
                  <a:pt x="80" y="11"/>
                </a:lnTo>
                <a:lnTo>
                  <a:pt x="79" y="10"/>
                </a:lnTo>
                <a:lnTo>
                  <a:pt x="78" y="10"/>
                </a:lnTo>
                <a:lnTo>
                  <a:pt x="76" y="9"/>
                </a:lnTo>
                <a:lnTo>
                  <a:pt x="75" y="9"/>
                </a:lnTo>
                <a:lnTo>
                  <a:pt x="74" y="8"/>
                </a:lnTo>
                <a:lnTo>
                  <a:pt x="72" y="8"/>
                </a:lnTo>
                <a:lnTo>
                  <a:pt x="71" y="8"/>
                </a:lnTo>
                <a:lnTo>
                  <a:pt x="69" y="7"/>
                </a:lnTo>
                <a:lnTo>
                  <a:pt x="68" y="7"/>
                </a:lnTo>
                <a:lnTo>
                  <a:pt x="66" y="7"/>
                </a:lnTo>
                <a:lnTo>
                  <a:pt x="65" y="6"/>
                </a:lnTo>
                <a:lnTo>
                  <a:pt x="63" y="6"/>
                </a:lnTo>
                <a:lnTo>
                  <a:pt x="62" y="6"/>
                </a:lnTo>
                <a:lnTo>
                  <a:pt x="60" y="6"/>
                </a:lnTo>
                <a:lnTo>
                  <a:pt x="59" y="6"/>
                </a:lnTo>
                <a:lnTo>
                  <a:pt x="57" y="6"/>
                </a:lnTo>
                <a:lnTo>
                  <a:pt x="56" y="6"/>
                </a:lnTo>
                <a:lnTo>
                  <a:pt x="54" y="6"/>
                </a:lnTo>
                <a:lnTo>
                  <a:pt x="53" y="6"/>
                </a:lnTo>
                <a:lnTo>
                  <a:pt x="51" y="6"/>
                </a:lnTo>
                <a:lnTo>
                  <a:pt x="50" y="6"/>
                </a:lnTo>
                <a:lnTo>
                  <a:pt x="48" y="6"/>
                </a:lnTo>
                <a:lnTo>
                  <a:pt x="47" y="6"/>
                </a:lnTo>
                <a:lnTo>
                  <a:pt x="45" y="7"/>
                </a:lnTo>
                <a:lnTo>
                  <a:pt x="44" y="7"/>
                </a:lnTo>
                <a:lnTo>
                  <a:pt x="42" y="7"/>
                </a:lnTo>
                <a:lnTo>
                  <a:pt x="41" y="8"/>
                </a:lnTo>
                <a:lnTo>
                  <a:pt x="39" y="8"/>
                </a:lnTo>
                <a:lnTo>
                  <a:pt x="38" y="8"/>
                </a:lnTo>
                <a:lnTo>
                  <a:pt x="37" y="9"/>
                </a:lnTo>
                <a:lnTo>
                  <a:pt x="35" y="9"/>
                </a:lnTo>
                <a:lnTo>
                  <a:pt x="34" y="10"/>
                </a:lnTo>
                <a:lnTo>
                  <a:pt x="33" y="10"/>
                </a:lnTo>
                <a:lnTo>
                  <a:pt x="31" y="11"/>
                </a:lnTo>
                <a:lnTo>
                  <a:pt x="29" y="12"/>
                </a:lnTo>
                <a:lnTo>
                  <a:pt x="28" y="12"/>
                </a:lnTo>
                <a:lnTo>
                  <a:pt x="26" y="13"/>
                </a:lnTo>
                <a:lnTo>
                  <a:pt x="25" y="14"/>
                </a:lnTo>
                <a:lnTo>
                  <a:pt x="24" y="15"/>
                </a:lnTo>
                <a:lnTo>
                  <a:pt x="23" y="15"/>
                </a:lnTo>
                <a:lnTo>
                  <a:pt x="22" y="16"/>
                </a:lnTo>
                <a:lnTo>
                  <a:pt x="21" y="17"/>
                </a:lnTo>
                <a:lnTo>
                  <a:pt x="20" y="18"/>
                </a:lnTo>
                <a:lnTo>
                  <a:pt x="19" y="19"/>
                </a:lnTo>
                <a:lnTo>
                  <a:pt x="18" y="20"/>
                </a:lnTo>
                <a:lnTo>
                  <a:pt x="17" y="21"/>
                </a:lnTo>
                <a:lnTo>
                  <a:pt x="16" y="22"/>
                </a:lnTo>
                <a:lnTo>
                  <a:pt x="15" y="23"/>
                </a:lnTo>
                <a:lnTo>
                  <a:pt x="14" y="24"/>
                </a:lnTo>
                <a:lnTo>
                  <a:pt x="13" y="25"/>
                </a:lnTo>
                <a:lnTo>
                  <a:pt x="13" y="26"/>
                </a:lnTo>
                <a:lnTo>
                  <a:pt x="12" y="28"/>
                </a:lnTo>
                <a:lnTo>
                  <a:pt x="11" y="29"/>
                </a:lnTo>
                <a:lnTo>
                  <a:pt x="10" y="30"/>
                </a:lnTo>
                <a:lnTo>
                  <a:pt x="10" y="31"/>
                </a:lnTo>
                <a:lnTo>
                  <a:pt x="9" y="32"/>
                </a:lnTo>
                <a:lnTo>
                  <a:pt x="9" y="33"/>
                </a:lnTo>
                <a:lnTo>
                  <a:pt x="8" y="35"/>
                </a:lnTo>
                <a:lnTo>
                  <a:pt x="8" y="36"/>
                </a:lnTo>
                <a:lnTo>
                  <a:pt x="8" y="37"/>
                </a:lnTo>
                <a:lnTo>
                  <a:pt x="7" y="38"/>
                </a:lnTo>
                <a:lnTo>
                  <a:pt x="7" y="39"/>
                </a:lnTo>
                <a:lnTo>
                  <a:pt x="7" y="41"/>
                </a:lnTo>
                <a:lnTo>
                  <a:pt x="7" y="42"/>
                </a:lnTo>
                <a:lnTo>
                  <a:pt x="7" y="43"/>
                </a:lnTo>
                <a:lnTo>
                  <a:pt x="7" y="44"/>
                </a:lnTo>
                <a:lnTo>
                  <a:pt x="7" y="45"/>
                </a:lnTo>
                <a:lnTo>
                  <a:pt x="7" y="47"/>
                </a:lnTo>
                <a:lnTo>
                  <a:pt x="7" y="48"/>
                </a:lnTo>
                <a:lnTo>
                  <a:pt x="7" y="49"/>
                </a:lnTo>
                <a:lnTo>
                  <a:pt x="7" y="50"/>
                </a:lnTo>
                <a:lnTo>
                  <a:pt x="7" y="51"/>
                </a:lnTo>
                <a:lnTo>
                  <a:pt x="7" y="53"/>
                </a:lnTo>
                <a:lnTo>
                  <a:pt x="8" y="54"/>
                </a:lnTo>
                <a:lnTo>
                  <a:pt x="8" y="55"/>
                </a:lnTo>
                <a:lnTo>
                  <a:pt x="8" y="56"/>
                </a:lnTo>
                <a:lnTo>
                  <a:pt x="9" y="57"/>
                </a:lnTo>
                <a:lnTo>
                  <a:pt x="9" y="58"/>
                </a:lnTo>
                <a:lnTo>
                  <a:pt x="10" y="60"/>
                </a:lnTo>
                <a:lnTo>
                  <a:pt x="10" y="61"/>
                </a:lnTo>
                <a:lnTo>
                  <a:pt x="11" y="62"/>
                </a:lnTo>
                <a:lnTo>
                  <a:pt x="12" y="63"/>
                </a:lnTo>
                <a:lnTo>
                  <a:pt x="13" y="64"/>
                </a:lnTo>
                <a:lnTo>
                  <a:pt x="13" y="65"/>
                </a:lnTo>
                <a:lnTo>
                  <a:pt x="14" y="66"/>
                </a:lnTo>
                <a:lnTo>
                  <a:pt x="15" y="67"/>
                </a:lnTo>
                <a:lnTo>
                  <a:pt x="16" y="68"/>
                </a:lnTo>
                <a:lnTo>
                  <a:pt x="17" y="69"/>
                </a:lnTo>
                <a:lnTo>
                  <a:pt x="18" y="70"/>
                </a:lnTo>
                <a:lnTo>
                  <a:pt x="19" y="71"/>
                </a:lnTo>
                <a:lnTo>
                  <a:pt x="20" y="72"/>
                </a:lnTo>
                <a:lnTo>
                  <a:pt x="21" y="73"/>
                </a:lnTo>
                <a:lnTo>
                  <a:pt x="22" y="74"/>
                </a:lnTo>
                <a:lnTo>
                  <a:pt x="23" y="74"/>
                </a:lnTo>
                <a:lnTo>
                  <a:pt x="24" y="75"/>
                </a:lnTo>
                <a:lnTo>
                  <a:pt x="25" y="76"/>
                </a:lnTo>
                <a:lnTo>
                  <a:pt x="26" y="77"/>
                </a:lnTo>
                <a:lnTo>
                  <a:pt x="28" y="77"/>
                </a:lnTo>
                <a:lnTo>
                  <a:pt x="29" y="78"/>
                </a:lnTo>
                <a:lnTo>
                  <a:pt x="31" y="79"/>
                </a:lnTo>
                <a:lnTo>
                  <a:pt x="33" y="79"/>
                </a:lnTo>
                <a:lnTo>
                  <a:pt x="34" y="80"/>
                </a:lnTo>
                <a:lnTo>
                  <a:pt x="35" y="80"/>
                </a:lnTo>
                <a:lnTo>
                  <a:pt x="37" y="81"/>
                </a:lnTo>
                <a:lnTo>
                  <a:pt x="38" y="81"/>
                </a:lnTo>
                <a:lnTo>
                  <a:pt x="39" y="82"/>
                </a:lnTo>
                <a:lnTo>
                  <a:pt x="41" y="82"/>
                </a:lnTo>
                <a:lnTo>
                  <a:pt x="42" y="83"/>
                </a:lnTo>
                <a:lnTo>
                  <a:pt x="44" y="83"/>
                </a:lnTo>
                <a:lnTo>
                  <a:pt x="45" y="83"/>
                </a:lnTo>
                <a:lnTo>
                  <a:pt x="47" y="83"/>
                </a:lnTo>
                <a:lnTo>
                  <a:pt x="48" y="84"/>
                </a:lnTo>
                <a:lnTo>
                  <a:pt x="50" y="84"/>
                </a:lnTo>
                <a:lnTo>
                  <a:pt x="51" y="84"/>
                </a:lnTo>
                <a:lnTo>
                  <a:pt x="53" y="84"/>
                </a:lnTo>
                <a:lnTo>
                  <a:pt x="54" y="84"/>
                </a:lnTo>
                <a:lnTo>
                  <a:pt x="56" y="84"/>
                </a:lnTo>
                <a:lnTo>
                  <a:pt x="57" y="84"/>
                </a:lnTo>
                <a:lnTo>
                  <a:pt x="59" y="84"/>
                </a:lnTo>
                <a:lnTo>
                  <a:pt x="60" y="84"/>
                </a:lnTo>
                <a:lnTo>
                  <a:pt x="62" y="84"/>
                </a:lnTo>
                <a:lnTo>
                  <a:pt x="63" y="84"/>
                </a:lnTo>
                <a:lnTo>
                  <a:pt x="65" y="83"/>
                </a:lnTo>
                <a:lnTo>
                  <a:pt x="66" y="83"/>
                </a:lnTo>
                <a:lnTo>
                  <a:pt x="68" y="83"/>
                </a:lnTo>
                <a:lnTo>
                  <a:pt x="69" y="83"/>
                </a:lnTo>
                <a:lnTo>
                  <a:pt x="71" y="82"/>
                </a:lnTo>
                <a:lnTo>
                  <a:pt x="72" y="82"/>
                </a:lnTo>
                <a:lnTo>
                  <a:pt x="74" y="81"/>
                </a:lnTo>
                <a:lnTo>
                  <a:pt x="75" y="81"/>
                </a:lnTo>
                <a:lnTo>
                  <a:pt x="76" y="80"/>
                </a:lnTo>
                <a:lnTo>
                  <a:pt x="78" y="80"/>
                </a:lnTo>
                <a:lnTo>
                  <a:pt x="79" y="79"/>
                </a:lnTo>
                <a:lnTo>
                  <a:pt x="80" y="79"/>
                </a:lnTo>
                <a:lnTo>
                  <a:pt x="82" y="78"/>
                </a:lnTo>
                <a:lnTo>
                  <a:pt x="83" y="77"/>
                </a:lnTo>
                <a:lnTo>
                  <a:pt x="84" y="77"/>
                </a:lnTo>
                <a:lnTo>
                  <a:pt x="85" y="76"/>
                </a:lnTo>
                <a:lnTo>
                  <a:pt x="87" y="75"/>
                </a:lnTo>
                <a:lnTo>
                  <a:pt x="88" y="74"/>
                </a:lnTo>
                <a:lnTo>
                  <a:pt x="89" y="74"/>
                </a:lnTo>
                <a:lnTo>
                  <a:pt x="90" y="73"/>
                </a:lnTo>
                <a:lnTo>
                  <a:pt x="91" y="72"/>
                </a:lnTo>
                <a:lnTo>
                  <a:pt x="92" y="71"/>
                </a:lnTo>
                <a:lnTo>
                  <a:pt x="93" y="70"/>
                </a:lnTo>
                <a:lnTo>
                  <a:pt x="94" y="69"/>
                </a:lnTo>
                <a:lnTo>
                  <a:pt x="95" y="68"/>
                </a:lnTo>
                <a:lnTo>
                  <a:pt x="96" y="67"/>
                </a:lnTo>
                <a:lnTo>
                  <a:pt x="97" y="66"/>
                </a:lnTo>
                <a:lnTo>
                  <a:pt x="97" y="65"/>
                </a:lnTo>
                <a:lnTo>
                  <a:pt x="98" y="64"/>
                </a:lnTo>
                <a:lnTo>
                  <a:pt x="99" y="63"/>
                </a:lnTo>
                <a:lnTo>
                  <a:pt x="99" y="62"/>
                </a:lnTo>
                <a:lnTo>
                  <a:pt x="100" y="61"/>
                </a:lnTo>
                <a:lnTo>
                  <a:pt x="101" y="60"/>
                </a:lnTo>
                <a:lnTo>
                  <a:pt x="101" y="58"/>
                </a:lnTo>
                <a:lnTo>
                  <a:pt x="102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3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5"/>
                </a:lnTo>
                <a:moveTo>
                  <a:pt x="111" y="45"/>
                </a:moveTo>
                <a:lnTo>
                  <a:pt x="111" y="47"/>
                </a:lnTo>
                <a:lnTo>
                  <a:pt x="111" y="48"/>
                </a:lnTo>
                <a:lnTo>
                  <a:pt x="111" y="50"/>
                </a:lnTo>
                <a:lnTo>
                  <a:pt x="111" y="51"/>
                </a:lnTo>
                <a:lnTo>
                  <a:pt x="110" y="52"/>
                </a:lnTo>
                <a:lnTo>
                  <a:pt x="110" y="54"/>
                </a:lnTo>
                <a:lnTo>
                  <a:pt x="110" y="55"/>
                </a:lnTo>
                <a:lnTo>
                  <a:pt x="109" y="56"/>
                </a:lnTo>
                <a:lnTo>
                  <a:pt x="109" y="58"/>
                </a:lnTo>
                <a:lnTo>
                  <a:pt x="108" y="59"/>
                </a:lnTo>
                <a:lnTo>
                  <a:pt x="108" y="60"/>
                </a:lnTo>
                <a:lnTo>
                  <a:pt x="107" y="62"/>
                </a:lnTo>
                <a:lnTo>
                  <a:pt x="106" y="63"/>
                </a:lnTo>
                <a:lnTo>
                  <a:pt x="106" y="64"/>
                </a:lnTo>
                <a:lnTo>
                  <a:pt x="105" y="65"/>
                </a:lnTo>
                <a:lnTo>
                  <a:pt x="104" y="67"/>
                </a:lnTo>
                <a:lnTo>
                  <a:pt x="103" y="68"/>
                </a:lnTo>
                <a:lnTo>
                  <a:pt x="102" y="69"/>
                </a:lnTo>
                <a:lnTo>
                  <a:pt x="101" y="70"/>
                </a:lnTo>
                <a:lnTo>
                  <a:pt x="100" y="71"/>
                </a:lnTo>
                <a:lnTo>
                  <a:pt x="99" y="73"/>
                </a:lnTo>
                <a:lnTo>
                  <a:pt x="98" y="74"/>
                </a:lnTo>
                <a:lnTo>
                  <a:pt x="97" y="75"/>
                </a:lnTo>
                <a:lnTo>
                  <a:pt x="96" y="76"/>
                </a:lnTo>
                <a:lnTo>
                  <a:pt x="95" y="77"/>
                </a:lnTo>
                <a:lnTo>
                  <a:pt x="94" y="78"/>
                </a:lnTo>
                <a:lnTo>
                  <a:pt x="92" y="79"/>
                </a:lnTo>
                <a:lnTo>
                  <a:pt x="91" y="79"/>
                </a:lnTo>
                <a:lnTo>
                  <a:pt x="90" y="80"/>
                </a:lnTo>
                <a:lnTo>
                  <a:pt x="88" y="81"/>
                </a:lnTo>
                <a:lnTo>
                  <a:pt x="87" y="82"/>
                </a:lnTo>
                <a:lnTo>
                  <a:pt x="85" y="83"/>
                </a:lnTo>
                <a:lnTo>
                  <a:pt x="84" y="83"/>
                </a:lnTo>
                <a:lnTo>
                  <a:pt x="82" y="84"/>
                </a:lnTo>
                <a:lnTo>
                  <a:pt x="81" y="85"/>
                </a:lnTo>
                <a:lnTo>
                  <a:pt x="79" y="85"/>
                </a:lnTo>
                <a:lnTo>
                  <a:pt x="78" y="86"/>
                </a:lnTo>
                <a:lnTo>
                  <a:pt x="76" y="87"/>
                </a:lnTo>
                <a:lnTo>
                  <a:pt x="74" y="87"/>
                </a:lnTo>
                <a:lnTo>
                  <a:pt x="73" y="87"/>
                </a:lnTo>
                <a:lnTo>
                  <a:pt x="71" y="88"/>
                </a:lnTo>
                <a:lnTo>
                  <a:pt x="70" y="88"/>
                </a:lnTo>
                <a:lnTo>
                  <a:pt x="68" y="89"/>
                </a:lnTo>
                <a:lnTo>
                  <a:pt x="66" y="89"/>
                </a:lnTo>
                <a:lnTo>
                  <a:pt x="64" y="89"/>
                </a:lnTo>
                <a:lnTo>
                  <a:pt x="63" y="89"/>
                </a:lnTo>
                <a:lnTo>
                  <a:pt x="61" y="89"/>
                </a:lnTo>
                <a:lnTo>
                  <a:pt x="59" y="90"/>
                </a:lnTo>
                <a:lnTo>
                  <a:pt x="58" y="90"/>
                </a:lnTo>
                <a:lnTo>
                  <a:pt x="56" y="90"/>
                </a:lnTo>
                <a:lnTo>
                  <a:pt x="54" y="90"/>
                </a:lnTo>
                <a:lnTo>
                  <a:pt x="52" y="90"/>
                </a:lnTo>
                <a:lnTo>
                  <a:pt x="51" y="89"/>
                </a:lnTo>
                <a:lnTo>
                  <a:pt x="49" y="89"/>
                </a:lnTo>
                <a:lnTo>
                  <a:pt x="47" y="89"/>
                </a:lnTo>
                <a:lnTo>
                  <a:pt x="45" y="89"/>
                </a:lnTo>
                <a:lnTo>
                  <a:pt x="44" y="89"/>
                </a:lnTo>
                <a:lnTo>
                  <a:pt x="42" y="88"/>
                </a:lnTo>
                <a:lnTo>
                  <a:pt x="40" y="88"/>
                </a:lnTo>
                <a:lnTo>
                  <a:pt x="39" y="87"/>
                </a:lnTo>
                <a:lnTo>
                  <a:pt x="37" y="87"/>
                </a:lnTo>
                <a:lnTo>
                  <a:pt x="35" y="87"/>
                </a:lnTo>
                <a:lnTo>
                  <a:pt x="34" y="86"/>
                </a:lnTo>
                <a:lnTo>
                  <a:pt x="32" y="85"/>
                </a:lnTo>
                <a:lnTo>
                  <a:pt x="31" y="85"/>
                </a:lnTo>
                <a:lnTo>
                  <a:pt x="28" y="84"/>
                </a:lnTo>
                <a:lnTo>
                  <a:pt x="27" y="83"/>
                </a:lnTo>
                <a:lnTo>
                  <a:pt x="25" y="83"/>
                </a:lnTo>
                <a:lnTo>
                  <a:pt x="24" y="82"/>
                </a:lnTo>
                <a:lnTo>
                  <a:pt x="22" y="81"/>
                </a:lnTo>
                <a:lnTo>
                  <a:pt x="21" y="80"/>
                </a:lnTo>
                <a:lnTo>
                  <a:pt x="20" y="79"/>
                </a:lnTo>
                <a:lnTo>
                  <a:pt x="18" y="79"/>
                </a:lnTo>
                <a:lnTo>
                  <a:pt x="17" y="78"/>
                </a:lnTo>
                <a:lnTo>
                  <a:pt x="16" y="77"/>
                </a:lnTo>
                <a:lnTo>
                  <a:pt x="15" y="76"/>
                </a:lnTo>
                <a:lnTo>
                  <a:pt x="13" y="75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9" y="70"/>
                </a:lnTo>
                <a:lnTo>
                  <a:pt x="8" y="69"/>
                </a:lnTo>
                <a:lnTo>
                  <a:pt x="7" y="68"/>
                </a:lnTo>
                <a:lnTo>
                  <a:pt x="6" y="67"/>
                </a:lnTo>
                <a:lnTo>
                  <a:pt x="6" y="65"/>
                </a:lnTo>
                <a:lnTo>
                  <a:pt x="5" y="64"/>
                </a:lnTo>
                <a:lnTo>
                  <a:pt x="4" y="63"/>
                </a:lnTo>
                <a:lnTo>
                  <a:pt x="4" y="62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1" y="56"/>
                </a:lnTo>
                <a:lnTo>
                  <a:pt x="1" y="55"/>
                </a:lnTo>
                <a:lnTo>
                  <a:pt x="1" y="54"/>
                </a:lnTo>
                <a:lnTo>
                  <a:pt x="0" y="52"/>
                </a:lnTo>
                <a:lnTo>
                  <a:pt x="0" y="51"/>
                </a:lnTo>
                <a:lnTo>
                  <a:pt x="0" y="50"/>
                </a:lnTo>
                <a:lnTo>
                  <a:pt x="0" y="48"/>
                </a:lnTo>
                <a:lnTo>
                  <a:pt x="0" y="47"/>
                </a:lnTo>
                <a:lnTo>
                  <a:pt x="0" y="45"/>
                </a:lnTo>
                <a:lnTo>
                  <a:pt x="0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8"/>
                </a:lnTo>
                <a:lnTo>
                  <a:pt x="1" y="37"/>
                </a:lnTo>
                <a:lnTo>
                  <a:pt x="1" y="36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3" y="30"/>
                </a:lnTo>
                <a:lnTo>
                  <a:pt x="4" y="29"/>
                </a:lnTo>
                <a:lnTo>
                  <a:pt x="4" y="28"/>
                </a:lnTo>
                <a:lnTo>
                  <a:pt x="5" y="26"/>
                </a:lnTo>
                <a:lnTo>
                  <a:pt x="6" y="24"/>
                </a:lnTo>
                <a:lnTo>
                  <a:pt x="6" y="23"/>
                </a:lnTo>
                <a:lnTo>
                  <a:pt x="7" y="22"/>
                </a:lnTo>
                <a:lnTo>
                  <a:pt x="8" y="21"/>
                </a:lnTo>
                <a:lnTo>
                  <a:pt x="9" y="20"/>
                </a:lnTo>
                <a:lnTo>
                  <a:pt x="10" y="18"/>
                </a:lnTo>
                <a:lnTo>
                  <a:pt x="11" y="17"/>
                </a:lnTo>
                <a:lnTo>
                  <a:pt x="12" y="16"/>
                </a:lnTo>
                <a:lnTo>
                  <a:pt x="13" y="15"/>
                </a:lnTo>
                <a:lnTo>
                  <a:pt x="15" y="14"/>
                </a:lnTo>
                <a:lnTo>
                  <a:pt x="16" y="13"/>
                </a:lnTo>
                <a:lnTo>
                  <a:pt x="17" y="12"/>
                </a:lnTo>
                <a:lnTo>
                  <a:pt x="18" y="11"/>
                </a:lnTo>
                <a:lnTo>
                  <a:pt x="20" y="10"/>
                </a:lnTo>
                <a:lnTo>
                  <a:pt x="21" y="9"/>
                </a:lnTo>
                <a:lnTo>
                  <a:pt x="22" y="9"/>
                </a:lnTo>
                <a:lnTo>
                  <a:pt x="24" y="8"/>
                </a:lnTo>
                <a:lnTo>
                  <a:pt x="25" y="7"/>
                </a:lnTo>
                <a:lnTo>
                  <a:pt x="27" y="6"/>
                </a:lnTo>
                <a:lnTo>
                  <a:pt x="28" y="6"/>
                </a:lnTo>
                <a:lnTo>
                  <a:pt x="31" y="5"/>
                </a:lnTo>
                <a:lnTo>
                  <a:pt x="32" y="4"/>
                </a:lnTo>
                <a:lnTo>
                  <a:pt x="34" y="4"/>
                </a:lnTo>
                <a:lnTo>
                  <a:pt x="35" y="3"/>
                </a:lnTo>
                <a:lnTo>
                  <a:pt x="37" y="3"/>
                </a:lnTo>
                <a:lnTo>
                  <a:pt x="39" y="2"/>
                </a:lnTo>
                <a:lnTo>
                  <a:pt x="40" y="2"/>
                </a:lnTo>
                <a:lnTo>
                  <a:pt x="42" y="2"/>
                </a:lnTo>
                <a:lnTo>
                  <a:pt x="44" y="1"/>
                </a:lnTo>
                <a:lnTo>
                  <a:pt x="45" y="1"/>
                </a:lnTo>
                <a:lnTo>
                  <a:pt x="47" y="1"/>
                </a:lnTo>
                <a:lnTo>
                  <a:pt x="49" y="0"/>
                </a:lnTo>
                <a:lnTo>
                  <a:pt x="51" y="0"/>
                </a:lnTo>
                <a:lnTo>
                  <a:pt x="52" y="0"/>
                </a:lnTo>
                <a:lnTo>
                  <a:pt x="54" y="0"/>
                </a:lnTo>
                <a:lnTo>
                  <a:pt x="56" y="0"/>
                </a:lnTo>
                <a:lnTo>
                  <a:pt x="58" y="0"/>
                </a:lnTo>
                <a:lnTo>
                  <a:pt x="59" y="0"/>
                </a:lnTo>
                <a:lnTo>
                  <a:pt x="61" y="0"/>
                </a:lnTo>
                <a:lnTo>
                  <a:pt x="63" y="0"/>
                </a:lnTo>
                <a:lnTo>
                  <a:pt x="64" y="1"/>
                </a:lnTo>
                <a:lnTo>
                  <a:pt x="66" y="1"/>
                </a:lnTo>
                <a:lnTo>
                  <a:pt x="68" y="1"/>
                </a:lnTo>
                <a:lnTo>
                  <a:pt x="70" y="2"/>
                </a:lnTo>
                <a:lnTo>
                  <a:pt x="71" y="2"/>
                </a:lnTo>
                <a:lnTo>
                  <a:pt x="73" y="2"/>
                </a:lnTo>
                <a:lnTo>
                  <a:pt x="74" y="3"/>
                </a:lnTo>
                <a:lnTo>
                  <a:pt x="76" y="3"/>
                </a:lnTo>
                <a:lnTo>
                  <a:pt x="78" y="4"/>
                </a:lnTo>
                <a:lnTo>
                  <a:pt x="79" y="4"/>
                </a:lnTo>
                <a:lnTo>
                  <a:pt x="81" y="5"/>
                </a:lnTo>
                <a:lnTo>
                  <a:pt x="82" y="6"/>
                </a:lnTo>
                <a:lnTo>
                  <a:pt x="84" y="6"/>
                </a:lnTo>
                <a:lnTo>
                  <a:pt x="85" y="7"/>
                </a:lnTo>
                <a:lnTo>
                  <a:pt x="87" y="8"/>
                </a:lnTo>
                <a:lnTo>
                  <a:pt x="88" y="9"/>
                </a:lnTo>
                <a:lnTo>
                  <a:pt x="90" y="9"/>
                </a:lnTo>
                <a:lnTo>
                  <a:pt x="91" y="10"/>
                </a:lnTo>
                <a:lnTo>
                  <a:pt x="92" y="11"/>
                </a:lnTo>
                <a:lnTo>
                  <a:pt x="94" y="12"/>
                </a:lnTo>
                <a:lnTo>
                  <a:pt x="95" y="13"/>
                </a:lnTo>
                <a:lnTo>
                  <a:pt x="96" y="14"/>
                </a:lnTo>
                <a:lnTo>
                  <a:pt x="97" y="15"/>
                </a:lnTo>
                <a:lnTo>
                  <a:pt x="98" y="16"/>
                </a:lnTo>
                <a:lnTo>
                  <a:pt x="99" y="17"/>
                </a:lnTo>
                <a:lnTo>
                  <a:pt x="100" y="18"/>
                </a:lnTo>
                <a:lnTo>
                  <a:pt x="101" y="20"/>
                </a:lnTo>
                <a:lnTo>
                  <a:pt x="102" y="21"/>
                </a:lnTo>
                <a:lnTo>
                  <a:pt x="103" y="22"/>
                </a:lnTo>
                <a:lnTo>
                  <a:pt x="104" y="23"/>
                </a:lnTo>
                <a:lnTo>
                  <a:pt x="105" y="24"/>
                </a:lnTo>
                <a:lnTo>
                  <a:pt x="106" y="26"/>
                </a:lnTo>
                <a:lnTo>
                  <a:pt x="106" y="28"/>
                </a:lnTo>
                <a:lnTo>
                  <a:pt x="107" y="29"/>
                </a:lnTo>
                <a:lnTo>
                  <a:pt x="108" y="30"/>
                </a:lnTo>
                <a:lnTo>
                  <a:pt x="108" y="32"/>
                </a:lnTo>
                <a:lnTo>
                  <a:pt x="109" y="33"/>
                </a:lnTo>
                <a:lnTo>
                  <a:pt x="109" y="34"/>
                </a:lnTo>
                <a:lnTo>
                  <a:pt x="110" y="36"/>
                </a:lnTo>
                <a:lnTo>
                  <a:pt x="110" y="37"/>
                </a:lnTo>
                <a:lnTo>
                  <a:pt x="110" y="38"/>
                </a:lnTo>
                <a:lnTo>
                  <a:pt x="111" y="40"/>
                </a:lnTo>
                <a:lnTo>
                  <a:pt x="111" y="41"/>
                </a:lnTo>
                <a:lnTo>
                  <a:pt x="111" y="43"/>
                </a:lnTo>
                <a:lnTo>
                  <a:pt x="111" y="44"/>
                </a:lnTo>
                <a:lnTo>
                  <a:pt x="111" y="45"/>
                </a:lnTo>
                <a:close/>
              </a:path>
            </a:pathLst>
          </a:custGeom>
          <a:solidFill>
            <a:srgbClr val="fffd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3" name=""/>
          <p:cNvSpPr/>
          <p:nvPr/>
        </p:nvSpPr>
        <p:spPr>
          <a:xfrm>
            <a:off x="4957920" y="1811160"/>
            <a:ext cx="41760" cy="33480"/>
          </a:xfrm>
          <a:custGeom>
            <a:avLst/>
            <a:gdLst/>
            <a:ahLst/>
            <a:rect l="0" t="0" r="r" b="b"/>
            <a:pathLst>
              <a:path w="116" h="93">
                <a:moveTo>
                  <a:pt x="114" y="46"/>
                </a:moveTo>
                <a:lnTo>
                  <a:pt x="114" y="45"/>
                </a:lnTo>
                <a:lnTo>
                  <a:pt x="114" y="44"/>
                </a:lnTo>
                <a:lnTo>
                  <a:pt x="114" y="42"/>
                </a:lnTo>
                <a:lnTo>
                  <a:pt x="114" y="41"/>
                </a:lnTo>
                <a:lnTo>
                  <a:pt x="113" y="39"/>
                </a:lnTo>
                <a:lnTo>
                  <a:pt x="113" y="38"/>
                </a:lnTo>
                <a:lnTo>
                  <a:pt x="113" y="37"/>
                </a:lnTo>
                <a:lnTo>
                  <a:pt x="112" y="35"/>
                </a:lnTo>
                <a:lnTo>
                  <a:pt x="112" y="34"/>
                </a:lnTo>
                <a:lnTo>
                  <a:pt x="111" y="33"/>
                </a:lnTo>
                <a:lnTo>
                  <a:pt x="111" y="31"/>
                </a:lnTo>
                <a:lnTo>
                  <a:pt x="110" y="30"/>
                </a:lnTo>
                <a:lnTo>
                  <a:pt x="109" y="29"/>
                </a:lnTo>
                <a:lnTo>
                  <a:pt x="109" y="28"/>
                </a:lnTo>
                <a:lnTo>
                  <a:pt x="108" y="26"/>
                </a:lnTo>
                <a:lnTo>
                  <a:pt x="107" y="25"/>
                </a:lnTo>
                <a:lnTo>
                  <a:pt x="106" y="24"/>
                </a:lnTo>
                <a:lnTo>
                  <a:pt x="105" y="23"/>
                </a:lnTo>
                <a:lnTo>
                  <a:pt x="104" y="22"/>
                </a:lnTo>
                <a:lnTo>
                  <a:pt x="103" y="20"/>
                </a:lnTo>
                <a:lnTo>
                  <a:pt x="102" y="19"/>
                </a:lnTo>
                <a:lnTo>
                  <a:pt x="101" y="18"/>
                </a:lnTo>
                <a:lnTo>
                  <a:pt x="100" y="17"/>
                </a:lnTo>
                <a:lnTo>
                  <a:pt x="99" y="16"/>
                </a:lnTo>
                <a:lnTo>
                  <a:pt x="98" y="15"/>
                </a:lnTo>
                <a:lnTo>
                  <a:pt x="97" y="14"/>
                </a:lnTo>
                <a:lnTo>
                  <a:pt x="95" y="13"/>
                </a:lnTo>
                <a:lnTo>
                  <a:pt x="94" y="12"/>
                </a:lnTo>
                <a:lnTo>
                  <a:pt x="93" y="11"/>
                </a:lnTo>
                <a:lnTo>
                  <a:pt x="91" y="11"/>
                </a:lnTo>
                <a:lnTo>
                  <a:pt x="90" y="10"/>
                </a:lnTo>
                <a:lnTo>
                  <a:pt x="88" y="9"/>
                </a:lnTo>
                <a:lnTo>
                  <a:pt x="87" y="8"/>
                </a:lnTo>
                <a:lnTo>
                  <a:pt x="85" y="8"/>
                </a:lnTo>
                <a:lnTo>
                  <a:pt x="84" y="7"/>
                </a:lnTo>
                <a:lnTo>
                  <a:pt x="82" y="6"/>
                </a:lnTo>
                <a:lnTo>
                  <a:pt x="81" y="6"/>
                </a:lnTo>
                <a:lnTo>
                  <a:pt x="78" y="5"/>
                </a:lnTo>
                <a:lnTo>
                  <a:pt x="76" y="5"/>
                </a:lnTo>
                <a:lnTo>
                  <a:pt x="75" y="4"/>
                </a:lnTo>
                <a:lnTo>
                  <a:pt x="73" y="4"/>
                </a:lnTo>
                <a:lnTo>
                  <a:pt x="72" y="4"/>
                </a:lnTo>
                <a:lnTo>
                  <a:pt x="70" y="3"/>
                </a:lnTo>
                <a:lnTo>
                  <a:pt x="68" y="3"/>
                </a:lnTo>
                <a:lnTo>
                  <a:pt x="66" y="3"/>
                </a:lnTo>
                <a:lnTo>
                  <a:pt x="65" y="2"/>
                </a:lnTo>
                <a:lnTo>
                  <a:pt x="63" y="2"/>
                </a:lnTo>
                <a:lnTo>
                  <a:pt x="61" y="2"/>
                </a:lnTo>
                <a:lnTo>
                  <a:pt x="60" y="2"/>
                </a:lnTo>
                <a:lnTo>
                  <a:pt x="58" y="2"/>
                </a:lnTo>
                <a:lnTo>
                  <a:pt x="56" y="2"/>
                </a:lnTo>
                <a:lnTo>
                  <a:pt x="54" y="2"/>
                </a:lnTo>
                <a:lnTo>
                  <a:pt x="53" y="2"/>
                </a:lnTo>
                <a:lnTo>
                  <a:pt x="51" y="2"/>
                </a:lnTo>
                <a:lnTo>
                  <a:pt x="49" y="3"/>
                </a:lnTo>
                <a:lnTo>
                  <a:pt x="47" y="3"/>
                </a:lnTo>
                <a:lnTo>
                  <a:pt x="46" y="3"/>
                </a:lnTo>
                <a:lnTo>
                  <a:pt x="44" y="4"/>
                </a:lnTo>
                <a:lnTo>
                  <a:pt x="42" y="4"/>
                </a:lnTo>
                <a:lnTo>
                  <a:pt x="41" y="4"/>
                </a:lnTo>
                <a:lnTo>
                  <a:pt x="39" y="5"/>
                </a:lnTo>
                <a:lnTo>
                  <a:pt x="37" y="5"/>
                </a:lnTo>
                <a:lnTo>
                  <a:pt x="36" y="6"/>
                </a:lnTo>
                <a:lnTo>
                  <a:pt x="34" y="6"/>
                </a:lnTo>
                <a:lnTo>
                  <a:pt x="33" y="7"/>
                </a:lnTo>
                <a:lnTo>
                  <a:pt x="31" y="8"/>
                </a:lnTo>
                <a:lnTo>
                  <a:pt x="30" y="8"/>
                </a:lnTo>
                <a:lnTo>
                  <a:pt x="28" y="9"/>
                </a:lnTo>
                <a:lnTo>
                  <a:pt x="27" y="10"/>
                </a:lnTo>
                <a:lnTo>
                  <a:pt x="25" y="11"/>
                </a:lnTo>
                <a:lnTo>
                  <a:pt x="24" y="11"/>
                </a:lnTo>
                <a:lnTo>
                  <a:pt x="23" y="12"/>
                </a:lnTo>
                <a:lnTo>
                  <a:pt x="21" y="13"/>
                </a:lnTo>
                <a:lnTo>
                  <a:pt x="20" y="14"/>
                </a:lnTo>
                <a:lnTo>
                  <a:pt x="19" y="15"/>
                </a:lnTo>
                <a:lnTo>
                  <a:pt x="18" y="16"/>
                </a:lnTo>
                <a:lnTo>
                  <a:pt x="16" y="17"/>
                </a:lnTo>
                <a:lnTo>
                  <a:pt x="15" y="18"/>
                </a:lnTo>
                <a:lnTo>
                  <a:pt x="14" y="19"/>
                </a:lnTo>
                <a:lnTo>
                  <a:pt x="13" y="20"/>
                </a:lnTo>
                <a:lnTo>
                  <a:pt x="12" y="22"/>
                </a:lnTo>
                <a:lnTo>
                  <a:pt x="11" y="23"/>
                </a:lnTo>
                <a:lnTo>
                  <a:pt x="10" y="24"/>
                </a:lnTo>
                <a:lnTo>
                  <a:pt x="9" y="25"/>
                </a:lnTo>
                <a:lnTo>
                  <a:pt x="9" y="26"/>
                </a:lnTo>
                <a:lnTo>
                  <a:pt x="8" y="28"/>
                </a:lnTo>
                <a:lnTo>
                  <a:pt x="7" y="29"/>
                </a:lnTo>
                <a:lnTo>
                  <a:pt x="7" y="30"/>
                </a:lnTo>
                <a:lnTo>
                  <a:pt x="6" y="31"/>
                </a:lnTo>
                <a:lnTo>
                  <a:pt x="5" y="33"/>
                </a:lnTo>
                <a:lnTo>
                  <a:pt x="5" y="34"/>
                </a:lnTo>
                <a:lnTo>
                  <a:pt x="4" y="35"/>
                </a:lnTo>
                <a:lnTo>
                  <a:pt x="4" y="37"/>
                </a:lnTo>
                <a:lnTo>
                  <a:pt x="4" y="38"/>
                </a:lnTo>
                <a:lnTo>
                  <a:pt x="3" y="39"/>
                </a:lnTo>
                <a:lnTo>
                  <a:pt x="3" y="41"/>
                </a:lnTo>
                <a:lnTo>
                  <a:pt x="3" y="42"/>
                </a:lnTo>
                <a:lnTo>
                  <a:pt x="3" y="44"/>
                </a:lnTo>
                <a:lnTo>
                  <a:pt x="3" y="45"/>
                </a:lnTo>
                <a:lnTo>
                  <a:pt x="3" y="46"/>
                </a:lnTo>
                <a:lnTo>
                  <a:pt x="3" y="48"/>
                </a:lnTo>
                <a:lnTo>
                  <a:pt x="3" y="49"/>
                </a:lnTo>
                <a:lnTo>
                  <a:pt x="3" y="51"/>
                </a:lnTo>
                <a:lnTo>
                  <a:pt x="3" y="52"/>
                </a:lnTo>
                <a:lnTo>
                  <a:pt x="3" y="53"/>
                </a:lnTo>
                <a:lnTo>
                  <a:pt x="4" y="55"/>
                </a:lnTo>
                <a:lnTo>
                  <a:pt x="4" y="56"/>
                </a:lnTo>
                <a:lnTo>
                  <a:pt x="4" y="57"/>
                </a:lnTo>
                <a:lnTo>
                  <a:pt x="5" y="59"/>
                </a:lnTo>
                <a:lnTo>
                  <a:pt x="5" y="60"/>
                </a:lnTo>
                <a:lnTo>
                  <a:pt x="6" y="61"/>
                </a:lnTo>
                <a:lnTo>
                  <a:pt x="7" y="63"/>
                </a:lnTo>
                <a:lnTo>
                  <a:pt x="7" y="64"/>
                </a:lnTo>
                <a:lnTo>
                  <a:pt x="8" y="65"/>
                </a:lnTo>
                <a:lnTo>
                  <a:pt x="9" y="66"/>
                </a:lnTo>
                <a:lnTo>
                  <a:pt x="9" y="68"/>
                </a:lnTo>
                <a:lnTo>
                  <a:pt x="10" y="69"/>
                </a:lnTo>
                <a:lnTo>
                  <a:pt x="11" y="70"/>
                </a:lnTo>
                <a:lnTo>
                  <a:pt x="12" y="71"/>
                </a:lnTo>
                <a:lnTo>
                  <a:pt x="13" y="72"/>
                </a:lnTo>
                <a:lnTo>
                  <a:pt x="14" y="74"/>
                </a:lnTo>
                <a:lnTo>
                  <a:pt x="15" y="76"/>
                </a:lnTo>
                <a:lnTo>
                  <a:pt x="16" y="77"/>
                </a:lnTo>
                <a:lnTo>
                  <a:pt x="18" y="78"/>
                </a:lnTo>
                <a:lnTo>
                  <a:pt x="19" y="79"/>
                </a:lnTo>
                <a:lnTo>
                  <a:pt x="20" y="80"/>
                </a:lnTo>
                <a:lnTo>
                  <a:pt x="21" y="81"/>
                </a:lnTo>
                <a:lnTo>
                  <a:pt x="23" y="81"/>
                </a:lnTo>
                <a:lnTo>
                  <a:pt x="24" y="82"/>
                </a:lnTo>
                <a:lnTo>
                  <a:pt x="25" y="83"/>
                </a:lnTo>
                <a:lnTo>
                  <a:pt x="27" y="84"/>
                </a:lnTo>
                <a:lnTo>
                  <a:pt x="28" y="85"/>
                </a:lnTo>
                <a:lnTo>
                  <a:pt x="30" y="85"/>
                </a:lnTo>
                <a:lnTo>
                  <a:pt x="31" y="86"/>
                </a:lnTo>
                <a:lnTo>
                  <a:pt x="33" y="87"/>
                </a:lnTo>
                <a:lnTo>
                  <a:pt x="34" y="87"/>
                </a:lnTo>
                <a:lnTo>
                  <a:pt x="36" y="88"/>
                </a:lnTo>
                <a:lnTo>
                  <a:pt x="37" y="89"/>
                </a:lnTo>
                <a:lnTo>
                  <a:pt x="39" y="89"/>
                </a:lnTo>
                <a:lnTo>
                  <a:pt x="41" y="89"/>
                </a:lnTo>
                <a:lnTo>
                  <a:pt x="42" y="90"/>
                </a:lnTo>
                <a:lnTo>
                  <a:pt x="44" y="90"/>
                </a:lnTo>
                <a:lnTo>
                  <a:pt x="46" y="91"/>
                </a:lnTo>
                <a:lnTo>
                  <a:pt x="47" y="91"/>
                </a:lnTo>
                <a:lnTo>
                  <a:pt x="49" y="91"/>
                </a:lnTo>
                <a:lnTo>
                  <a:pt x="51" y="91"/>
                </a:lnTo>
                <a:lnTo>
                  <a:pt x="53" y="91"/>
                </a:lnTo>
                <a:lnTo>
                  <a:pt x="54" y="92"/>
                </a:lnTo>
                <a:lnTo>
                  <a:pt x="56" y="92"/>
                </a:lnTo>
                <a:lnTo>
                  <a:pt x="58" y="92"/>
                </a:lnTo>
                <a:lnTo>
                  <a:pt x="60" y="92"/>
                </a:lnTo>
                <a:lnTo>
                  <a:pt x="61" y="92"/>
                </a:lnTo>
                <a:lnTo>
                  <a:pt x="63" y="91"/>
                </a:lnTo>
                <a:lnTo>
                  <a:pt x="65" y="91"/>
                </a:lnTo>
                <a:lnTo>
                  <a:pt x="66" y="91"/>
                </a:lnTo>
                <a:lnTo>
                  <a:pt x="68" y="91"/>
                </a:lnTo>
                <a:lnTo>
                  <a:pt x="70" y="91"/>
                </a:lnTo>
                <a:lnTo>
                  <a:pt x="72" y="90"/>
                </a:lnTo>
                <a:lnTo>
                  <a:pt x="73" y="90"/>
                </a:lnTo>
                <a:lnTo>
                  <a:pt x="75" y="89"/>
                </a:lnTo>
                <a:lnTo>
                  <a:pt x="76" y="89"/>
                </a:lnTo>
                <a:lnTo>
                  <a:pt x="78" y="89"/>
                </a:lnTo>
                <a:lnTo>
                  <a:pt x="81" y="88"/>
                </a:lnTo>
                <a:lnTo>
                  <a:pt x="82" y="87"/>
                </a:lnTo>
                <a:lnTo>
                  <a:pt x="84" y="87"/>
                </a:lnTo>
                <a:lnTo>
                  <a:pt x="85" y="86"/>
                </a:lnTo>
                <a:lnTo>
                  <a:pt x="87" y="85"/>
                </a:lnTo>
                <a:lnTo>
                  <a:pt x="88" y="85"/>
                </a:lnTo>
                <a:lnTo>
                  <a:pt x="90" y="84"/>
                </a:lnTo>
                <a:lnTo>
                  <a:pt x="91" y="83"/>
                </a:lnTo>
                <a:lnTo>
                  <a:pt x="93" y="82"/>
                </a:lnTo>
                <a:lnTo>
                  <a:pt x="94" y="81"/>
                </a:lnTo>
                <a:lnTo>
                  <a:pt x="95" y="81"/>
                </a:lnTo>
                <a:lnTo>
                  <a:pt x="97" y="80"/>
                </a:lnTo>
                <a:lnTo>
                  <a:pt x="98" y="79"/>
                </a:lnTo>
                <a:lnTo>
                  <a:pt x="99" y="78"/>
                </a:lnTo>
                <a:lnTo>
                  <a:pt x="100" y="77"/>
                </a:lnTo>
                <a:lnTo>
                  <a:pt x="101" y="76"/>
                </a:lnTo>
                <a:lnTo>
                  <a:pt x="102" y="74"/>
                </a:lnTo>
                <a:lnTo>
                  <a:pt x="103" y="72"/>
                </a:lnTo>
                <a:lnTo>
                  <a:pt x="104" y="71"/>
                </a:lnTo>
                <a:lnTo>
                  <a:pt x="105" y="70"/>
                </a:lnTo>
                <a:lnTo>
                  <a:pt x="106" y="69"/>
                </a:lnTo>
                <a:lnTo>
                  <a:pt x="107" y="68"/>
                </a:lnTo>
                <a:lnTo>
                  <a:pt x="108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3"/>
                </a:lnTo>
                <a:lnTo>
                  <a:pt x="111" y="61"/>
                </a:lnTo>
                <a:lnTo>
                  <a:pt x="111" y="60"/>
                </a:lnTo>
                <a:lnTo>
                  <a:pt x="112" y="59"/>
                </a:lnTo>
                <a:lnTo>
                  <a:pt x="112" y="57"/>
                </a:lnTo>
                <a:lnTo>
                  <a:pt x="113" y="56"/>
                </a:lnTo>
                <a:lnTo>
                  <a:pt x="113" y="55"/>
                </a:lnTo>
                <a:lnTo>
                  <a:pt x="113" y="53"/>
                </a:lnTo>
                <a:lnTo>
                  <a:pt x="114" y="52"/>
                </a:lnTo>
                <a:lnTo>
                  <a:pt x="114" y="51"/>
                </a:lnTo>
                <a:lnTo>
                  <a:pt x="114" y="49"/>
                </a:lnTo>
                <a:lnTo>
                  <a:pt x="114" y="48"/>
                </a:lnTo>
                <a:lnTo>
                  <a:pt x="114" y="46"/>
                </a:lnTo>
                <a:moveTo>
                  <a:pt x="116" y="46"/>
                </a:moveTo>
                <a:lnTo>
                  <a:pt x="116" y="48"/>
                </a:lnTo>
                <a:lnTo>
                  <a:pt x="116" y="49"/>
                </a:lnTo>
                <a:lnTo>
                  <a:pt x="116" y="51"/>
                </a:lnTo>
                <a:lnTo>
                  <a:pt x="116" y="52"/>
                </a:lnTo>
                <a:lnTo>
                  <a:pt x="116" y="54"/>
                </a:lnTo>
                <a:lnTo>
                  <a:pt x="115" y="55"/>
                </a:lnTo>
                <a:lnTo>
                  <a:pt x="115" y="56"/>
                </a:lnTo>
                <a:lnTo>
                  <a:pt x="114" y="58"/>
                </a:lnTo>
                <a:lnTo>
                  <a:pt x="114" y="59"/>
                </a:lnTo>
                <a:lnTo>
                  <a:pt x="113" y="61"/>
                </a:lnTo>
                <a:lnTo>
                  <a:pt x="113" y="62"/>
                </a:lnTo>
                <a:lnTo>
                  <a:pt x="112" y="63"/>
                </a:lnTo>
                <a:lnTo>
                  <a:pt x="112" y="65"/>
                </a:lnTo>
                <a:lnTo>
                  <a:pt x="111" y="66"/>
                </a:lnTo>
                <a:lnTo>
                  <a:pt x="110" y="67"/>
                </a:lnTo>
                <a:lnTo>
                  <a:pt x="109" y="69"/>
                </a:lnTo>
                <a:lnTo>
                  <a:pt x="108" y="70"/>
                </a:lnTo>
                <a:lnTo>
                  <a:pt x="107" y="71"/>
                </a:lnTo>
                <a:lnTo>
                  <a:pt x="106" y="72"/>
                </a:lnTo>
                <a:lnTo>
                  <a:pt x="105" y="73"/>
                </a:lnTo>
                <a:lnTo>
                  <a:pt x="104" y="76"/>
                </a:lnTo>
                <a:lnTo>
                  <a:pt x="103" y="77"/>
                </a:lnTo>
                <a:lnTo>
                  <a:pt x="102" y="78"/>
                </a:lnTo>
                <a:lnTo>
                  <a:pt x="101" y="79"/>
                </a:lnTo>
                <a:lnTo>
                  <a:pt x="99" y="80"/>
                </a:lnTo>
                <a:lnTo>
                  <a:pt x="98" y="81"/>
                </a:lnTo>
                <a:lnTo>
                  <a:pt x="97" y="82"/>
                </a:lnTo>
                <a:lnTo>
                  <a:pt x="95" y="83"/>
                </a:lnTo>
                <a:lnTo>
                  <a:pt x="94" y="84"/>
                </a:lnTo>
                <a:lnTo>
                  <a:pt x="93" y="85"/>
                </a:lnTo>
                <a:lnTo>
                  <a:pt x="91" y="86"/>
                </a:lnTo>
                <a:lnTo>
                  <a:pt x="90" y="86"/>
                </a:lnTo>
                <a:lnTo>
                  <a:pt x="88" y="87"/>
                </a:lnTo>
                <a:lnTo>
                  <a:pt x="86" y="88"/>
                </a:lnTo>
                <a:lnTo>
                  <a:pt x="85" y="88"/>
                </a:lnTo>
                <a:lnTo>
                  <a:pt x="83" y="89"/>
                </a:lnTo>
                <a:lnTo>
                  <a:pt x="82" y="90"/>
                </a:lnTo>
                <a:lnTo>
                  <a:pt x="80" y="90"/>
                </a:lnTo>
                <a:lnTo>
                  <a:pt x="77" y="91"/>
                </a:lnTo>
                <a:lnTo>
                  <a:pt x="76" y="91"/>
                </a:lnTo>
                <a:lnTo>
                  <a:pt x="74" y="92"/>
                </a:lnTo>
                <a:lnTo>
                  <a:pt x="72" y="92"/>
                </a:lnTo>
                <a:lnTo>
                  <a:pt x="70" y="92"/>
                </a:lnTo>
                <a:lnTo>
                  <a:pt x="69" y="93"/>
                </a:lnTo>
                <a:lnTo>
                  <a:pt x="67" y="93"/>
                </a:lnTo>
                <a:lnTo>
                  <a:pt x="65" y="93"/>
                </a:lnTo>
                <a:lnTo>
                  <a:pt x="63" y="93"/>
                </a:lnTo>
                <a:lnTo>
                  <a:pt x="61" y="93"/>
                </a:lnTo>
                <a:lnTo>
                  <a:pt x="60" y="93"/>
                </a:lnTo>
                <a:lnTo>
                  <a:pt x="58" y="93"/>
                </a:lnTo>
                <a:lnTo>
                  <a:pt x="56" y="93"/>
                </a:lnTo>
                <a:lnTo>
                  <a:pt x="54" y="93"/>
                </a:lnTo>
                <a:lnTo>
                  <a:pt x="52" y="93"/>
                </a:lnTo>
                <a:lnTo>
                  <a:pt x="51" y="93"/>
                </a:lnTo>
                <a:lnTo>
                  <a:pt x="49" y="93"/>
                </a:lnTo>
                <a:lnTo>
                  <a:pt x="47" y="93"/>
                </a:lnTo>
                <a:lnTo>
                  <a:pt x="45" y="92"/>
                </a:lnTo>
                <a:lnTo>
                  <a:pt x="44" y="92"/>
                </a:lnTo>
                <a:lnTo>
                  <a:pt x="42" y="92"/>
                </a:lnTo>
                <a:lnTo>
                  <a:pt x="40" y="91"/>
                </a:lnTo>
                <a:lnTo>
                  <a:pt x="38" y="91"/>
                </a:lnTo>
                <a:lnTo>
                  <a:pt x="37" y="90"/>
                </a:lnTo>
                <a:lnTo>
                  <a:pt x="35" y="90"/>
                </a:lnTo>
                <a:lnTo>
                  <a:pt x="33" y="89"/>
                </a:lnTo>
                <a:lnTo>
                  <a:pt x="32" y="88"/>
                </a:lnTo>
                <a:lnTo>
                  <a:pt x="30" y="88"/>
                </a:lnTo>
                <a:lnTo>
                  <a:pt x="29" y="87"/>
                </a:lnTo>
                <a:lnTo>
                  <a:pt x="27" y="86"/>
                </a:lnTo>
                <a:lnTo>
                  <a:pt x="26" y="86"/>
                </a:lnTo>
                <a:lnTo>
                  <a:pt x="24" y="85"/>
                </a:lnTo>
                <a:lnTo>
                  <a:pt x="23" y="84"/>
                </a:lnTo>
                <a:lnTo>
                  <a:pt x="21" y="83"/>
                </a:lnTo>
                <a:lnTo>
                  <a:pt x="20" y="82"/>
                </a:lnTo>
                <a:lnTo>
                  <a:pt x="18" y="81"/>
                </a:lnTo>
                <a:lnTo>
                  <a:pt x="17" y="80"/>
                </a:lnTo>
                <a:lnTo>
                  <a:pt x="16" y="79"/>
                </a:lnTo>
                <a:lnTo>
                  <a:pt x="15" y="78"/>
                </a:lnTo>
                <a:lnTo>
                  <a:pt x="14" y="77"/>
                </a:lnTo>
                <a:lnTo>
                  <a:pt x="12" y="76"/>
                </a:lnTo>
                <a:lnTo>
                  <a:pt x="11" y="73"/>
                </a:lnTo>
                <a:lnTo>
                  <a:pt x="10" y="72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5" y="65"/>
                </a:lnTo>
                <a:lnTo>
                  <a:pt x="4" y="63"/>
                </a:lnTo>
                <a:lnTo>
                  <a:pt x="4" y="62"/>
                </a:lnTo>
                <a:lnTo>
                  <a:pt x="3" y="61"/>
                </a:lnTo>
                <a:lnTo>
                  <a:pt x="3" y="59"/>
                </a:lnTo>
                <a:lnTo>
                  <a:pt x="2" y="58"/>
                </a:lnTo>
                <a:lnTo>
                  <a:pt x="2" y="56"/>
                </a:lnTo>
                <a:lnTo>
                  <a:pt x="1" y="55"/>
                </a:lnTo>
                <a:lnTo>
                  <a:pt x="1" y="54"/>
                </a:lnTo>
                <a:lnTo>
                  <a:pt x="1" y="52"/>
                </a:lnTo>
                <a:lnTo>
                  <a:pt x="1" y="51"/>
                </a:lnTo>
                <a:lnTo>
                  <a:pt x="0" y="49"/>
                </a:lnTo>
                <a:lnTo>
                  <a:pt x="0" y="48"/>
                </a:lnTo>
                <a:lnTo>
                  <a:pt x="0" y="46"/>
                </a:lnTo>
                <a:lnTo>
                  <a:pt x="0" y="45"/>
                </a:lnTo>
                <a:lnTo>
                  <a:pt x="0" y="43"/>
                </a:lnTo>
                <a:lnTo>
                  <a:pt x="1" y="42"/>
                </a:lnTo>
                <a:lnTo>
                  <a:pt x="1" y="41"/>
                </a:lnTo>
                <a:lnTo>
                  <a:pt x="1" y="39"/>
                </a:lnTo>
                <a:lnTo>
                  <a:pt x="1" y="38"/>
                </a:lnTo>
                <a:lnTo>
                  <a:pt x="2" y="36"/>
                </a:lnTo>
                <a:lnTo>
                  <a:pt x="2" y="35"/>
                </a:lnTo>
                <a:lnTo>
                  <a:pt x="3" y="34"/>
                </a:lnTo>
                <a:lnTo>
                  <a:pt x="3" y="32"/>
                </a:lnTo>
                <a:lnTo>
                  <a:pt x="4" y="31"/>
                </a:lnTo>
                <a:lnTo>
                  <a:pt x="4" y="29"/>
                </a:lnTo>
                <a:lnTo>
                  <a:pt x="5" y="28"/>
                </a:lnTo>
                <a:lnTo>
                  <a:pt x="6" y="27"/>
                </a:lnTo>
                <a:lnTo>
                  <a:pt x="7" y="25"/>
                </a:lnTo>
                <a:lnTo>
                  <a:pt x="7" y="24"/>
                </a:lnTo>
                <a:lnTo>
                  <a:pt x="8" y="23"/>
                </a:lnTo>
                <a:lnTo>
                  <a:pt x="9" y="22"/>
                </a:lnTo>
                <a:lnTo>
                  <a:pt x="10" y="20"/>
                </a:lnTo>
                <a:lnTo>
                  <a:pt x="11" y="19"/>
                </a:lnTo>
                <a:lnTo>
                  <a:pt x="12" y="18"/>
                </a:lnTo>
                <a:lnTo>
                  <a:pt x="14" y="17"/>
                </a:lnTo>
                <a:lnTo>
                  <a:pt x="15" y="16"/>
                </a:lnTo>
                <a:lnTo>
                  <a:pt x="16" y="15"/>
                </a:lnTo>
                <a:lnTo>
                  <a:pt x="17" y="14"/>
                </a:lnTo>
                <a:lnTo>
                  <a:pt x="18" y="13"/>
                </a:lnTo>
                <a:lnTo>
                  <a:pt x="20" y="12"/>
                </a:lnTo>
                <a:lnTo>
                  <a:pt x="21" y="11"/>
                </a:lnTo>
                <a:lnTo>
                  <a:pt x="23" y="10"/>
                </a:lnTo>
                <a:lnTo>
                  <a:pt x="24" y="9"/>
                </a:lnTo>
                <a:lnTo>
                  <a:pt x="26" y="8"/>
                </a:lnTo>
                <a:lnTo>
                  <a:pt x="27" y="7"/>
                </a:lnTo>
                <a:lnTo>
                  <a:pt x="29" y="7"/>
                </a:lnTo>
                <a:lnTo>
                  <a:pt x="30" y="6"/>
                </a:lnTo>
                <a:lnTo>
                  <a:pt x="32" y="5"/>
                </a:lnTo>
                <a:lnTo>
                  <a:pt x="33" y="5"/>
                </a:lnTo>
                <a:lnTo>
                  <a:pt x="35" y="4"/>
                </a:lnTo>
                <a:lnTo>
                  <a:pt x="37" y="4"/>
                </a:lnTo>
                <a:lnTo>
                  <a:pt x="38" y="3"/>
                </a:lnTo>
                <a:lnTo>
                  <a:pt x="40" y="3"/>
                </a:lnTo>
                <a:lnTo>
                  <a:pt x="42" y="2"/>
                </a:lnTo>
                <a:lnTo>
                  <a:pt x="44" y="2"/>
                </a:lnTo>
                <a:lnTo>
                  <a:pt x="45" y="1"/>
                </a:lnTo>
                <a:lnTo>
                  <a:pt x="47" y="1"/>
                </a:lnTo>
                <a:lnTo>
                  <a:pt x="49" y="1"/>
                </a:lnTo>
                <a:lnTo>
                  <a:pt x="51" y="1"/>
                </a:lnTo>
                <a:lnTo>
                  <a:pt x="52" y="0"/>
                </a:lnTo>
                <a:lnTo>
                  <a:pt x="54" y="0"/>
                </a:lnTo>
                <a:lnTo>
                  <a:pt x="56" y="0"/>
                </a:lnTo>
                <a:lnTo>
                  <a:pt x="58" y="0"/>
                </a:lnTo>
                <a:lnTo>
                  <a:pt x="60" y="0"/>
                </a:lnTo>
                <a:lnTo>
                  <a:pt x="61" y="0"/>
                </a:lnTo>
                <a:lnTo>
                  <a:pt x="63" y="0"/>
                </a:lnTo>
                <a:lnTo>
                  <a:pt x="65" y="1"/>
                </a:lnTo>
                <a:lnTo>
                  <a:pt x="67" y="1"/>
                </a:lnTo>
                <a:lnTo>
                  <a:pt x="69" y="1"/>
                </a:lnTo>
                <a:lnTo>
                  <a:pt x="70" y="1"/>
                </a:lnTo>
                <a:lnTo>
                  <a:pt x="72" y="2"/>
                </a:lnTo>
                <a:lnTo>
                  <a:pt x="74" y="2"/>
                </a:lnTo>
                <a:lnTo>
                  <a:pt x="76" y="3"/>
                </a:lnTo>
                <a:lnTo>
                  <a:pt x="77" y="3"/>
                </a:lnTo>
                <a:lnTo>
                  <a:pt x="80" y="4"/>
                </a:lnTo>
                <a:lnTo>
                  <a:pt x="82" y="4"/>
                </a:lnTo>
                <a:lnTo>
                  <a:pt x="83" y="5"/>
                </a:lnTo>
                <a:lnTo>
                  <a:pt x="85" y="5"/>
                </a:lnTo>
                <a:lnTo>
                  <a:pt x="86" y="6"/>
                </a:lnTo>
                <a:lnTo>
                  <a:pt x="88" y="7"/>
                </a:lnTo>
                <a:lnTo>
                  <a:pt x="90" y="7"/>
                </a:lnTo>
                <a:lnTo>
                  <a:pt x="91" y="8"/>
                </a:lnTo>
                <a:lnTo>
                  <a:pt x="93" y="9"/>
                </a:lnTo>
                <a:lnTo>
                  <a:pt x="94" y="10"/>
                </a:lnTo>
                <a:lnTo>
                  <a:pt x="95" y="11"/>
                </a:lnTo>
                <a:lnTo>
                  <a:pt x="97" y="12"/>
                </a:lnTo>
                <a:lnTo>
                  <a:pt x="98" y="13"/>
                </a:lnTo>
                <a:lnTo>
                  <a:pt x="99" y="14"/>
                </a:lnTo>
                <a:lnTo>
                  <a:pt x="101" y="15"/>
                </a:lnTo>
                <a:lnTo>
                  <a:pt x="102" y="16"/>
                </a:lnTo>
                <a:lnTo>
                  <a:pt x="103" y="17"/>
                </a:lnTo>
                <a:lnTo>
                  <a:pt x="104" y="18"/>
                </a:lnTo>
                <a:lnTo>
                  <a:pt x="105" y="19"/>
                </a:lnTo>
                <a:lnTo>
                  <a:pt x="106" y="20"/>
                </a:lnTo>
                <a:lnTo>
                  <a:pt x="107" y="22"/>
                </a:lnTo>
                <a:lnTo>
                  <a:pt x="108" y="23"/>
                </a:lnTo>
                <a:lnTo>
                  <a:pt x="109" y="24"/>
                </a:lnTo>
                <a:lnTo>
                  <a:pt x="110" y="25"/>
                </a:lnTo>
                <a:lnTo>
                  <a:pt x="111" y="27"/>
                </a:lnTo>
                <a:lnTo>
                  <a:pt x="112" y="28"/>
                </a:lnTo>
                <a:lnTo>
                  <a:pt x="112" y="29"/>
                </a:lnTo>
                <a:lnTo>
                  <a:pt x="113" y="31"/>
                </a:lnTo>
                <a:lnTo>
                  <a:pt x="113" y="32"/>
                </a:lnTo>
                <a:lnTo>
                  <a:pt x="114" y="34"/>
                </a:lnTo>
                <a:lnTo>
                  <a:pt x="114" y="35"/>
                </a:lnTo>
                <a:lnTo>
                  <a:pt x="115" y="36"/>
                </a:lnTo>
                <a:lnTo>
                  <a:pt x="115" y="38"/>
                </a:lnTo>
                <a:lnTo>
                  <a:pt x="116" y="39"/>
                </a:lnTo>
                <a:lnTo>
                  <a:pt x="116" y="41"/>
                </a:lnTo>
                <a:lnTo>
                  <a:pt x="116" y="42"/>
                </a:lnTo>
                <a:lnTo>
                  <a:pt x="116" y="43"/>
                </a:lnTo>
                <a:lnTo>
                  <a:pt x="116" y="45"/>
                </a:lnTo>
                <a:lnTo>
                  <a:pt x="116" y="46"/>
                </a:lnTo>
                <a:close/>
              </a:path>
            </a:pathLst>
          </a:custGeom>
          <a:solidFill>
            <a:srgbClr val="fffd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4" name=""/>
          <p:cNvSpPr/>
          <p:nvPr/>
        </p:nvSpPr>
        <p:spPr>
          <a:xfrm>
            <a:off x="4957200" y="1810440"/>
            <a:ext cx="43560" cy="34920"/>
          </a:xfrm>
          <a:custGeom>
            <a:avLst/>
            <a:gdLst/>
            <a:ahLst/>
            <a:rect l="0" t="0" r="r" b="b"/>
            <a:pathLst>
              <a:path w="121" h="97">
                <a:moveTo>
                  <a:pt x="118" y="48"/>
                </a:moveTo>
                <a:lnTo>
                  <a:pt x="118" y="47"/>
                </a:lnTo>
                <a:lnTo>
                  <a:pt x="118" y="45"/>
                </a:lnTo>
                <a:lnTo>
                  <a:pt x="118" y="44"/>
                </a:lnTo>
                <a:lnTo>
                  <a:pt x="118" y="43"/>
                </a:lnTo>
                <a:lnTo>
                  <a:pt x="118" y="41"/>
                </a:lnTo>
                <a:lnTo>
                  <a:pt x="117" y="40"/>
                </a:lnTo>
                <a:lnTo>
                  <a:pt x="117" y="38"/>
                </a:lnTo>
                <a:lnTo>
                  <a:pt x="116" y="37"/>
                </a:lnTo>
                <a:lnTo>
                  <a:pt x="116" y="36"/>
                </a:lnTo>
                <a:lnTo>
                  <a:pt x="115" y="34"/>
                </a:lnTo>
                <a:lnTo>
                  <a:pt x="115" y="33"/>
                </a:lnTo>
                <a:lnTo>
                  <a:pt x="114" y="31"/>
                </a:lnTo>
                <a:lnTo>
                  <a:pt x="114" y="30"/>
                </a:lnTo>
                <a:lnTo>
                  <a:pt x="113" y="29"/>
                </a:lnTo>
                <a:lnTo>
                  <a:pt x="112" y="27"/>
                </a:lnTo>
                <a:lnTo>
                  <a:pt x="111" y="26"/>
                </a:lnTo>
                <a:lnTo>
                  <a:pt x="110" y="25"/>
                </a:lnTo>
                <a:lnTo>
                  <a:pt x="109" y="24"/>
                </a:lnTo>
                <a:lnTo>
                  <a:pt x="108" y="22"/>
                </a:lnTo>
                <a:lnTo>
                  <a:pt x="107" y="21"/>
                </a:lnTo>
                <a:lnTo>
                  <a:pt x="106" y="20"/>
                </a:lnTo>
                <a:lnTo>
                  <a:pt x="105" y="19"/>
                </a:lnTo>
                <a:lnTo>
                  <a:pt x="104" y="18"/>
                </a:lnTo>
                <a:lnTo>
                  <a:pt x="103" y="17"/>
                </a:lnTo>
                <a:lnTo>
                  <a:pt x="101" y="16"/>
                </a:lnTo>
                <a:lnTo>
                  <a:pt x="100" y="15"/>
                </a:lnTo>
                <a:lnTo>
                  <a:pt x="99" y="14"/>
                </a:lnTo>
                <a:lnTo>
                  <a:pt x="97" y="13"/>
                </a:lnTo>
                <a:lnTo>
                  <a:pt x="96" y="12"/>
                </a:lnTo>
                <a:lnTo>
                  <a:pt x="95" y="11"/>
                </a:lnTo>
                <a:lnTo>
                  <a:pt x="92" y="10"/>
                </a:lnTo>
                <a:lnTo>
                  <a:pt x="91" y="9"/>
                </a:lnTo>
                <a:lnTo>
                  <a:pt x="89" y="9"/>
                </a:lnTo>
                <a:lnTo>
                  <a:pt x="87" y="8"/>
                </a:lnTo>
                <a:lnTo>
                  <a:pt x="86" y="7"/>
                </a:lnTo>
                <a:lnTo>
                  <a:pt x="84" y="7"/>
                </a:lnTo>
                <a:lnTo>
                  <a:pt x="83" y="6"/>
                </a:lnTo>
                <a:lnTo>
                  <a:pt x="81" y="6"/>
                </a:lnTo>
                <a:lnTo>
                  <a:pt x="79" y="5"/>
                </a:lnTo>
                <a:lnTo>
                  <a:pt x="78" y="5"/>
                </a:lnTo>
                <a:lnTo>
                  <a:pt x="76" y="4"/>
                </a:lnTo>
                <a:lnTo>
                  <a:pt x="74" y="4"/>
                </a:lnTo>
                <a:lnTo>
                  <a:pt x="72" y="3"/>
                </a:lnTo>
                <a:lnTo>
                  <a:pt x="71" y="3"/>
                </a:lnTo>
                <a:lnTo>
                  <a:pt x="69" y="3"/>
                </a:lnTo>
                <a:lnTo>
                  <a:pt x="67" y="3"/>
                </a:lnTo>
                <a:lnTo>
                  <a:pt x="65" y="2"/>
                </a:lnTo>
                <a:lnTo>
                  <a:pt x="63" y="2"/>
                </a:lnTo>
                <a:lnTo>
                  <a:pt x="62" y="2"/>
                </a:lnTo>
                <a:lnTo>
                  <a:pt x="60" y="2"/>
                </a:lnTo>
                <a:lnTo>
                  <a:pt x="58" y="2"/>
                </a:lnTo>
                <a:lnTo>
                  <a:pt x="56" y="2"/>
                </a:lnTo>
                <a:lnTo>
                  <a:pt x="54" y="2"/>
                </a:lnTo>
                <a:lnTo>
                  <a:pt x="53" y="3"/>
                </a:lnTo>
                <a:lnTo>
                  <a:pt x="51" y="3"/>
                </a:lnTo>
                <a:lnTo>
                  <a:pt x="49" y="3"/>
                </a:lnTo>
                <a:lnTo>
                  <a:pt x="47" y="3"/>
                </a:lnTo>
                <a:lnTo>
                  <a:pt x="46" y="4"/>
                </a:lnTo>
                <a:lnTo>
                  <a:pt x="44" y="4"/>
                </a:lnTo>
                <a:lnTo>
                  <a:pt x="42" y="5"/>
                </a:lnTo>
                <a:lnTo>
                  <a:pt x="40" y="5"/>
                </a:lnTo>
                <a:lnTo>
                  <a:pt x="39" y="6"/>
                </a:lnTo>
                <a:lnTo>
                  <a:pt x="37" y="6"/>
                </a:lnTo>
                <a:lnTo>
                  <a:pt x="35" y="7"/>
                </a:lnTo>
                <a:lnTo>
                  <a:pt x="34" y="7"/>
                </a:lnTo>
                <a:lnTo>
                  <a:pt x="32" y="8"/>
                </a:lnTo>
                <a:lnTo>
                  <a:pt x="31" y="9"/>
                </a:lnTo>
                <a:lnTo>
                  <a:pt x="29" y="9"/>
                </a:lnTo>
                <a:lnTo>
                  <a:pt x="28" y="10"/>
                </a:lnTo>
                <a:lnTo>
                  <a:pt x="26" y="11"/>
                </a:lnTo>
                <a:lnTo>
                  <a:pt x="25" y="12"/>
                </a:lnTo>
                <a:lnTo>
                  <a:pt x="23" y="13"/>
                </a:lnTo>
                <a:lnTo>
                  <a:pt x="22" y="14"/>
                </a:lnTo>
                <a:lnTo>
                  <a:pt x="20" y="15"/>
                </a:lnTo>
                <a:lnTo>
                  <a:pt x="19" y="16"/>
                </a:lnTo>
                <a:lnTo>
                  <a:pt x="18" y="17"/>
                </a:lnTo>
                <a:lnTo>
                  <a:pt x="17" y="18"/>
                </a:lnTo>
                <a:lnTo>
                  <a:pt x="16" y="19"/>
                </a:lnTo>
                <a:lnTo>
                  <a:pt x="14" y="20"/>
                </a:lnTo>
                <a:lnTo>
                  <a:pt x="13" y="21"/>
                </a:lnTo>
                <a:lnTo>
                  <a:pt x="12" y="22"/>
                </a:lnTo>
                <a:lnTo>
                  <a:pt x="11" y="24"/>
                </a:lnTo>
                <a:lnTo>
                  <a:pt x="10" y="25"/>
                </a:lnTo>
                <a:lnTo>
                  <a:pt x="9" y="26"/>
                </a:lnTo>
                <a:lnTo>
                  <a:pt x="9" y="27"/>
                </a:lnTo>
                <a:lnTo>
                  <a:pt x="8" y="29"/>
                </a:lnTo>
                <a:lnTo>
                  <a:pt x="7" y="30"/>
                </a:lnTo>
                <a:lnTo>
                  <a:pt x="6" y="31"/>
                </a:lnTo>
                <a:lnTo>
                  <a:pt x="6" y="33"/>
                </a:lnTo>
                <a:lnTo>
                  <a:pt x="5" y="34"/>
                </a:lnTo>
                <a:lnTo>
                  <a:pt x="5" y="36"/>
                </a:lnTo>
                <a:lnTo>
                  <a:pt x="4" y="37"/>
                </a:lnTo>
                <a:lnTo>
                  <a:pt x="4" y="38"/>
                </a:lnTo>
                <a:lnTo>
                  <a:pt x="3" y="40"/>
                </a:lnTo>
                <a:lnTo>
                  <a:pt x="3" y="41"/>
                </a:lnTo>
                <a:lnTo>
                  <a:pt x="3" y="43"/>
                </a:lnTo>
                <a:lnTo>
                  <a:pt x="3" y="44"/>
                </a:lnTo>
                <a:lnTo>
                  <a:pt x="2" y="45"/>
                </a:lnTo>
                <a:lnTo>
                  <a:pt x="2" y="47"/>
                </a:lnTo>
                <a:lnTo>
                  <a:pt x="2" y="48"/>
                </a:lnTo>
                <a:lnTo>
                  <a:pt x="2" y="50"/>
                </a:lnTo>
                <a:lnTo>
                  <a:pt x="2" y="51"/>
                </a:lnTo>
                <a:lnTo>
                  <a:pt x="3" y="53"/>
                </a:lnTo>
                <a:lnTo>
                  <a:pt x="3" y="55"/>
                </a:lnTo>
                <a:lnTo>
                  <a:pt x="3" y="57"/>
                </a:lnTo>
                <a:lnTo>
                  <a:pt x="3" y="58"/>
                </a:lnTo>
                <a:lnTo>
                  <a:pt x="4" y="59"/>
                </a:lnTo>
                <a:lnTo>
                  <a:pt x="4" y="61"/>
                </a:lnTo>
                <a:lnTo>
                  <a:pt x="5" y="62"/>
                </a:lnTo>
                <a:lnTo>
                  <a:pt x="5" y="64"/>
                </a:lnTo>
                <a:lnTo>
                  <a:pt x="6" y="65"/>
                </a:lnTo>
                <a:lnTo>
                  <a:pt x="6" y="66"/>
                </a:lnTo>
                <a:lnTo>
                  <a:pt x="7" y="68"/>
                </a:lnTo>
                <a:lnTo>
                  <a:pt x="8" y="69"/>
                </a:lnTo>
                <a:lnTo>
                  <a:pt x="9" y="70"/>
                </a:lnTo>
                <a:lnTo>
                  <a:pt x="9" y="72"/>
                </a:lnTo>
                <a:lnTo>
                  <a:pt x="10" y="73"/>
                </a:lnTo>
                <a:lnTo>
                  <a:pt x="11" y="74"/>
                </a:lnTo>
                <a:lnTo>
                  <a:pt x="12" y="75"/>
                </a:lnTo>
                <a:lnTo>
                  <a:pt x="13" y="76"/>
                </a:lnTo>
                <a:lnTo>
                  <a:pt x="14" y="78"/>
                </a:lnTo>
                <a:lnTo>
                  <a:pt x="16" y="79"/>
                </a:lnTo>
                <a:lnTo>
                  <a:pt x="17" y="80"/>
                </a:lnTo>
                <a:lnTo>
                  <a:pt x="18" y="81"/>
                </a:lnTo>
                <a:lnTo>
                  <a:pt x="19" y="82"/>
                </a:lnTo>
                <a:lnTo>
                  <a:pt x="20" y="83"/>
                </a:lnTo>
                <a:lnTo>
                  <a:pt x="22" y="84"/>
                </a:lnTo>
                <a:lnTo>
                  <a:pt x="23" y="85"/>
                </a:lnTo>
                <a:lnTo>
                  <a:pt x="25" y="86"/>
                </a:lnTo>
                <a:lnTo>
                  <a:pt x="26" y="87"/>
                </a:lnTo>
                <a:lnTo>
                  <a:pt x="28" y="88"/>
                </a:lnTo>
                <a:lnTo>
                  <a:pt x="29" y="88"/>
                </a:lnTo>
                <a:lnTo>
                  <a:pt x="31" y="89"/>
                </a:lnTo>
                <a:lnTo>
                  <a:pt x="32" y="90"/>
                </a:lnTo>
                <a:lnTo>
                  <a:pt x="34" y="90"/>
                </a:lnTo>
                <a:lnTo>
                  <a:pt x="35" y="91"/>
                </a:lnTo>
                <a:lnTo>
                  <a:pt x="37" y="92"/>
                </a:lnTo>
                <a:lnTo>
                  <a:pt x="39" y="92"/>
                </a:lnTo>
                <a:lnTo>
                  <a:pt x="40" y="93"/>
                </a:lnTo>
                <a:lnTo>
                  <a:pt x="42" y="93"/>
                </a:lnTo>
                <a:lnTo>
                  <a:pt x="44" y="94"/>
                </a:lnTo>
                <a:lnTo>
                  <a:pt x="46" y="94"/>
                </a:lnTo>
                <a:lnTo>
                  <a:pt x="47" y="94"/>
                </a:lnTo>
                <a:lnTo>
                  <a:pt x="49" y="95"/>
                </a:lnTo>
                <a:lnTo>
                  <a:pt x="51" y="95"/>
                </a:lnTo>
                <a:lnTo>
                  <a:pt x="53" y="95"/>
                </a:lnTo>
                <a:lnTo>
                  <a:pt x="54" y="95"/>
                </a:lnTo>
                <a:lnTo>
                  <a:pt x="56" y="95"/>
                </a:lnTo>
                <a:lnTo>
                  <a:pt x="58" y="95"/>
                </a:lnTo>
                <a:lnTo>
                  <a:pt x="60" y="95"/>
                </a:lnTo>
                <a:lnTo>
                  <a:pt x="62" y="95"/>
                </a:lnTo>
                <a:lnTo>
                  <a:pt x="63" y="95"/>
                </a:lnTo>
                <a:lnTo>
                  <a:pt x="65" y="95"/>
                </a:lnTo>
                <a:lnTo>
                  <a:pt x="67" y="95"/>
                </a:lnTo>
                <a:lnTo>
                  <a:pt x="69" y="95"/>
                </a:lnTo>
                <a:lnTo>
                  <a:pt x="71" y="95"/>
                </a:lnTo>
                <a:lnTo>
                  <a:pt x="72" y="94"/>
                </a:lnTo>
                <a:lnTo>
                  <a:pt x="74" y="94"/>
                </a:lnTo>
                <a:lnTo>
                  <a:pt x="76" y="94"/>
                </a:lnTo>
                <a:lnTo>
                  <a:pt x="78" y="93"/>
                </a:lnTo>
                <a:lnTo>
                  <a:pt x="79" y="93"/>
                </a:lnTo>
                <a:lnTo>
                  <a:pt x="81" y="92"/>
                </a:lnTo>
                <a:lnTo>
                  <a:pt x="83" y="92"/>
                </a:lnTo>
                <a:lnTo>
                  <a:pt x="84" y="91"/>
                </a:lnTo>
                <a:lnTo>
                  <a:pt x="86" y="90"/>
                </a:lnTo>
                <a:lnTo>
                  <a:pt x="87" y="90"/>
                </a:lnTo>
                <a:lnTo>
                  <a:pt x="89" y="89"/>
                </a:lnTo>
                <a:lnTo>
                  <a:pt x="91" y="88"/>
                </a:lnTo>
                <a:lnTo>
                  <a:pt x="92" y="88"/>
                </a:lnTo>
                <a:lnTo>
                  <a:pt x="95" y="87"/>
                </a:lnTo>
                <a:lnTo>
                  <a:pt x="96" y="86"/>
                </a:lnTo>
                <a:lnTo>
                  <a:pt x="97" y="85"/>
                </a:lnTo>
                <a:lnTo>
                  <a:pt x="99" y="84"/>
                </a:lnTo>
                <a:lnTo>
                  <a:pt x="100" y="83"/>
                </a:lnTo>
                <a:lnTo>
                  <a:pt x="101" y="82"/>
                </a:lnTo>
                <a:lnTo>
                  <a:pt x="103" y="81"/>
                </a:lnTo>
                <a:lnTo>
                  <a:pt x="104" y="80"/>
                </a:lnTo>
                <a:lnTo>
                  <a:pt x="105" y="79"/>
                </a:lnTo>
                <a:lnTo>
                  <a:pt x="106" y="78"/>
                </a:lnTo>
                <a:lnTo>
                  <a:pt x="107" y="76"/>
                </a:lnTo>
                <a:lnTo>
                  <a:pt x="108" y="75"/>
                </a:lnTo>
                <a:lnTo>
                  <a:pt x="109" y="74"/>
                </a:lnTo>
                <a:lnTo>
                  <a:pt x="110" y="73"/>
                </a:lnTo>
                <a:lnTo>
                  <a:pt x="111" y="72"/>
                </a:lnTo>
                <a:lnTo>
                  <a:pt x="112" y="70"/>
                </a:lnTo>
                <a:lnTo>
                  <a:pt x="113" y="69"/>
                </a:lnTo>
                <a:lnTo>
                  <a:pt x="114" y="68"/>
                </a:lnTo>
                <a:lnTo>
                  <a:pt x="114" y="66"/>
                </a:lnTo>
                <a:lnTo>
                  <a:pt x="115" y="65"/>
                </a:lnTo>
                <a:lnTo>
                  <a:pt x="115" y="64"/>
                </a:lnTo>
                <a:lnTo>
                  <a:pt x="116" y="62"/>
                </a:lnTo>
                <a:lnTo>
                  <a:pt x="116" y="61"/>
                </a:lnTo>
                <a:lnTo>
                  <a:pt x="117" y="59"/>
                </a:lnTo>
                <a:lnTo>
                  <a:pt x="117" y="58"/>
                </a:lnTo>
                <a:lnTo>
                  <a:pt x="118" y="57"/>
                </a:lnTo>
                <a:lnTo>
                  <a:pt x="118" y="55"/>
                </a:lnTo>
                <a:lnTo>
                  <a:pt x="118" y="53"/>
                </a:lnTo>
                <a:lnTo>
                  <a:pt x="118" y="51"/>
                </a:lnTo>
                <a:lnTo>
                  <a:pt x="118" y="50"/>
                </a:lnTo>
                <a:lnTo>
                  <a:pt x="118" y="48"/>
                </a:lnTo>
                <a:moveTo>
                  <a:pt x="121" y="48"/>
                </a:moveTo>
                <a:lnTo>
                  <a:pt x="121" y="50"/>
                </a:lnTo>
                <a:lnTo>
                  <a:pt x="120" y="51"/>
                </a:lnTo>
                <a:lnTo>
                  <a:pt x="120" y="53"/>
                </a:lnTo>
                <a:lnTo>
                  <a:pt x="120" y="55"/>
                </a:lnTo>
                <a:lnTo>
                  <a:pt x="120" y="57"/>
                </a:lnTo>
                <a:lnTo>
                  <a:pt x="120" y="58"/>
                </a:lnTo>
                <a:lnTo>
                  <a:pt x="119" y="60"/>
                </a:lnTo>
                <a:lnTo>
                  <a:pt x="119" y="61"/>
                </a:lnTo>
                <a:lnTo>
                  <a:pt x="118" y="63"/>
                </a:lnTo>
                <a:lnTo>
                  <a:pt x="118" y="64"/>
                </a:lnTo>
                <a:lnTo>
                  <a:pt x="117" y="66"/>
                </a:lnTo>
                <a:lnTo>
                  <a:pt x="116" y="67"/>
                </a:lnTo>
                <a:lnTo>
                  <a:pt x="116" y="68"/>
                </a:lnTo>
                <a:lnTo>
                  <a:pt x="115" y="70"/>
                </a:lnTo>
                <a:lnTo>
                  <a:pt x="114" y="71"/>
                </a:lnTo>
                <a:lnTo>
                  <a:pt x="113" y="72"/>
                </a:lnTo>
                <a:lnTo>
                  <a:pt x="112" y="74"/>
                </a:lnTo>
                <a:lnTo>
                  <a:pt x="111" y="75"/>
                </a:lnTo>
                <a:lnTo>
                  <a:pt x="110" y="76"/>
                </a:lnTo>
                <a:lnTo>
                  <a:pt x="109" y="78"/>
                </a:lnTo>
                <a:lnTo>
                  <a:pt x="108" y="79"/>
                </a:lnTo>
                <a:lnTo>
                  <a:pt x="107" y="80"/>
                </a:lnTo>
                <a:lnTo>
                  <a:pt x="106" y="81"/>
                </a:lnTo>
                <a:lnTo>
                  <a:pt x="104" y="82"/>
                </a:lnTo>
                <a:lnTo>
                  <a:pt x="103" y="83"/>
                </a:lnTo>
                <a:lnTo>
                  <a:pt x="102" y="84"/>
                </a:lnTo>
                <a:lnTo>
                  <a:pt x="100" y="85"/>
                </a:lnTo>
                <a:lnTo>
                  <a:pt x="99" y="86"/>
                </a:lnTo>
                <a:lnTo>
                  <a:pt x="97" y="87"/>
                </a:lnTo>
                <a:lnTo>
                  <a:pt x="96" y="88"/>
                </a:lnTo>
                <a:lnTo>
                  <a:pt x="93" y="89"/>
                </a:lnTo>
                <a:lnTo>
                  <a:pt x="92" y="90"/>
                </a:lnTo>
                <a:lnTo>
                  <a:pt x="90" y="91"/>
                </a:lnTo>
                <a:lnTo>
                  <a:pt x="89" y="91"/>
                </a:lnTo>
                <a:lnTo>
                  <a:pt x="87" y="92"/>
                </a:lnTo>
                <a:lnTo>
                  <a:pt x="85" y="93"/>
                </a:lnTo>
                <a:lnTo>
                  <a:pt x="84" y="93"/>
                </a:lnTo>
                <a:lnTo>
                  <a:pt x="82" y="94"/>
                </a:lnTo>
                <a:lnTo>
                  <a:pt x="80" y="94"/>
                </a:lnTo>
                <a:lnTo>
                  <a:pt x="78" y="95"/>
                </a:lnTo>
                <a:lnTo>
                  <a:pt x="76" y="95"/>
                </a:lnTo>
                <a:lnTo>
                  <a:pt x="75" y="96"/>
                </a:lnTo>
                <a:lnTo>
                  <a:pt x="73" y="96"/>
                </a:lnTo>
                <a:lnTo>
                  <a:pt x="71" y="96"/>
                </a:lnTo>
                <a:lnTo>
                  <a:pt x="69" y="97"/>
                </a:lnTo>
                <a:lnTo>
                  <a:pt x="67" y="97"/>
                </a:lnTo>
                <a:lnTo>
                  <a:pt x="65" y="97"/>
                </a:lnTo>
                <a:lnTo>
                  <a:pt x="64" y="97"/>
                </a:lnTo>
                <a:lnTo>
                  <a:pt x="62" y="97"/>
                </a:lnTo>
                <a:lnTo>
                  <a:pt x="60" y="97"/>
                </a:lnTo>
                <a:lnTo>
                  <a:pt x="58" y="97"/>
                </a:lnTo>
                <a:lnTo>
                  <a:pt x="56" y="97"/>
                </a:lnTo>
                <a:lnTo>
                  <a:pt x="54" y="97"/>
                </a:lnTo>
                <a:lnTo>
                  <a:pt x="52" y="97"/>
                </a:lnTo>
                <a:lnTo>
                  <a:pt x="50" y="97"/>
                </a:lnTo>
                <a:lnTo>
                  <a:pt x="49" y="96"/>
                </a:lnTo>
                <a:lnTo>
                  <a:pt x="47" y="96"/>
                </a:lnTo>
                <a:lnTo>
                  <a:pt x="45" y="96"/>
                </a:lnTo>
                <a:lnTo>
                  <a:pt x="43" y="95"/>
                </a:lnTo>
                <a:lnTo>
                  <a:pt x="41" y="95"/>
                </a:lnTo>
                <a:lnTo>
                  <a:pt x="40" y="94"/>
                </a:lnTo>
                <a:lnTo>
                  <a:pt x="38" y="94"/>
                </a:lnTo>
                <a:lnTo>
                  <a:pt x="36" y="93"/>
                </a:lnTo>
                <a:lnTo>
                  <a:pt x="34" y="93"/>
                </a:lnTo>
                <a:lnTo>
                  <a:pt x="33" y="92"/>
                </a:lnTo>
                <a:lnTo>
                  <a:pt x="31" y="91"/>
                </a:lnTo>
                <a:lnTo>
                  <a:pt x="29" y="91"/>
                </a:lnTo>
                <a:lnTo>
                  <a:pt x="28" y="90"/>
                </a:lnTo>
                <a:lnTo>
                  <a:pt x="26" y="89"/>
                </a:lnTo>
                <a:lnTo>
                  <a:pt x="25" y="88"/>
                </a:lnTo>
                <a:lnTo>
                  <a:pt x="23" y="87"/>
                </a:lnTo>
                <a:lnTo>
                  <a:pt x="22" y="86"/>
                </a:lnTo>
                <a:lnTo>
                  <a:pt x="20" y="85"/>
                </a:lnTo>
                <a:lnTo>
                  <a:pt x="19" y="84"/>
                </a:lnTo>
                <a:lnTo>
                  <a:pt x="18" y="83"/>
                </a:lnTo>
                <a:lnTo>
                  <a:pt x="16" y="82"/>
                </a:lnTo>
                <a:lnTo>
                  <a:pt x="15" y="81"/>
                </a:lnTo>
                <a:lnTo>
                  <a:pt x="14" y="80"/>
                </a:lnTo>
                <a:lnTo>
                  <a:pt x="13" y="79"/>
                </a:lnTo>
                <a:lnTo>
                  <a:pt x="11" y="78"/>
                </a:lnTo>
                <a:lnTo>
                  <a:pt x="10" y="76"/>
                </a:lnTo>
                <a:lnTo>
                  <a:pt x="9" y="75"/>
                </a:lnTo>
                <a:lnTo>
                  <a:pt x="8" y="74"/>
                </a:lnTo>
                <a:lnTo>
                  <a:pt x="7" y="72"/>
                </a:lnTo>
                <a:lnTo>
                  <a:pt x="7" y="71"/>
                </a:lnTo>
                <a:lnTo>
                  <a:pt x="6" y="70"/>
                </a:lnTo>
                <a:lnTo>
                  <a:pt x="5" y="68"/>
                </a:lnTo>
                <a:lnTo>
                  <a:pt x="4" y="67"/>
                </a:lnTo>
                <a:lnTo>
                  <a:pt x="4" y="66"/>
                </a:lnTo>
                <a:lnTo>
                  <a:pt x="3" y="64"/>
                </a:lnTo>
                <a:lnTo>
                  <a:pt x="2" y="63"/>
                </a:lnTo>
                <a:lnTo>
                  <a:pt x="2" y="61"/>
                </a:lnTo>
                <a:lnTo>
                  <a:pt x="1" y="60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lnTo>
                  <a:pt x="0" y="48"/>
                </a:lnTo>
                <a:lnTo>
                  <a:pt x="0" y="47"/>
                </a:lnTo>
                <a:lnTo>
                  <a:pt x="0" y="45"/>
                </a:lnTo>
                <a:lnTo>
                  <a:pt x="0" y="44"/>
                </a:lnTo>
                <a:lnTo>
                  <a:pt x="1" y="42"/>
                </a:lnTo>
                <a:lnTo>
                  <a:pt x="1" y="41"/>
                </a:lnTo>
                <a:lnTo>
                  <a:pt x="1" y="39"/>
                </a:lnTo>
                <a:lnTo>
                  <a:pt x="1" y="38"/>
                </a:lnTo>
                <a:lnTo>
                  <a:pt x="2" y="36"/>
                </a:lnTo>
                <a:lnTo>
                  <a:pt x="2" y="35"/>
                </a:lnTo>
                <a:lnTo>
                  <a:pt x="3" y="34"/>
                </a:lnTo>
                <a:lnTo>
                  <a:pt x="4" y="32"/>
                </a:lnTo>
                <a:lnTo>
                  <a:pt x="4" y="31"/>
                </a:lnTo>
                <a:lnTo>
                  <a:pt x="5" y="29"/>
                </a:lnTo>
                <a:lnTo>
                  <a:pt x="6" y="28"/>
                </a:lnTo>
                <a:lnTo>
                  <a:pt x="7" y="27"/>
                </a:lnTo>
                <a:lnTo>
                  <a:pt x="7" y="25"/>
                </a:lnTo>
                <a:lnTo>
                  <a:pt x="8" y="24"/>
                </a:lnTo>
                <a:lnTo>
                  <a:pt x="9" y="23"/>
                </a:lnTo>
                <a:lnTo>
                  <a:pt x="10" y="21"/>
                </a:lnTo>
                <a:lnTo>
                  <a:pt x="11" y="20"/>
                </a:lnTo>
                <a:lnTo>
                  <a:pt x="13" y="19"/>
                </a:lnTo>
                <a:lnTo>
                  <a:pt x="14" y="18"/>
                </a:lnTo>
                <a:lnTo>
                  <a:pt x="15" y="17"/>
                </a:lnTo>
                <a:lnTo>
                  <a:pt x="16" y="16"/>
                </a:lnTo>
                <a:lnTo>
                  <a:pt x="18" y="14"/>
                </a:lnTo>
                <a:lnTo>
                  <a:pt x="19" y="13"/>
                </a:lnTo>
                <a:lnTo>
                  <a:pt x="20" y="12"/>
                </a:lnTo>
                <a:lnTo>
                  <a:pt x="22" y="11"/>
                </a:lnTo>
                <a:lnTo>
                  <a:pt x="23" y="11"/>
                </a:lnTo>
                <a:lnTo>
                  <a:pt x="25" y="10"/>
                </a:lnTo>
                <a:lnTo>
                  <a:pt x="26" y="9"/>
                </a:lnTo>
                <a:lnTo>
                  <a:pt x="28" y="8"/>
                </a:lnTo>
                <a:lnTo>
                  <a:pt x="29" y="7"/>
                </a:lnTo>
                <a:lnTo>
                  <a:pt x="31" y="6"/>
                </a:lnTo>
                <a:lnTo>
                  <a:pt x="33" y="6"/>
                </a:lnTo>
                <a:lnTo>
                  <a:pt x="34" y="5"/>
                </a:lnTo>
                <a:lnTo>
                  <a:pt x="36" y="4"/>
                </a:lnTo>
                <a:lnTo>
                  <a:pt x="38" y="4"/>
                </a:lnTo>
                <a:lnTo>
                  <a:pt x="40" y="3"/>
                </a:lnTo>
                <a:lnTo>
                  <a:pt x="41" y="3"/>
                </a:lnTo>
                <a:lnTo>
                  <a:pt x="43" y="2"/>
                </a:lnTo>
                <a:lnTo>
                  <a:pt x="45" y="2"/>
                </a:lnTo>
                <a:lnTo>
                  <a:pt x="47" y="2"/>
                </a:lnTo>
                <a:lnTo>
                  <a:pt x="49" y="1"/>
                </a:lnTo>
                <a:lnTo>
                  <a:pt x="50" y="1"/>
                </a:lnTo>
                <a:lnTo>
                  <a:pt x="52" y="1"/>
                </a:lnTo>
                <a:lnTo>
                  <a:pt x="54" y="1"/>
                </a:lnTo>
                <a:lnTo>
                  <a:pt x="56" y="1"/>
                </a:lnTo>
                <a:lnTo>
                  <a:pt x="58" y="0"/>
                </a:lnTo>
                <a:lnTo>
                  <a:pt x="60" y="0"/>
                </a:lnTo>
                <a:lnTo>
                  <a:pt x="62" y="0"/>
                </a:lnTo>
                <a:lnTo>
                  <a:pt x="64" y="1"/>
                </a:lnTo>
                <a:lnTo>
                  <a:pt x="65" y="1"/>
                </a:lnTo>
                <a:lnTo>
                  <a:pt x="67" y="1"/>
                </a:lnTo>
                <a:lnTo>
                  <a:pt x="69" y="1"/>
                </a:lnTo>
                <a:lnTo>
                  <a:pt x="71" y="1"/>
                </a:lnTo>
                <a:lnTo>
                  <a:pt x="73" y="2"/>
                </a:lnTo>
                <a:lnTo>
                  <a:pt x="75" y="2"/>
                </a:lnTo>
                <a:lnTo>
                  <a:pt x="76" y="2"/>
                </a:lnTo>
                <a:lnTo>
                  <a:pt x="78" y="3"/>
                </a:lnTo>
                <a:lnTo>
                  <a:pt x="80" y="3"/>
                </a:lnTo>
                <a:lnTo>
                  <a:pt x="82" y="4"/>
                </a:lnTo>
                <a:lnTo>
                  <a:pt x="84" y="4"/>
                </a:lnTo>
                <a:lnTo>
                  <a:pt x="85" y="5"/>
                </a:lnTo>
                <a:lnTo>
                  <a:pt x="87" y="6"/>
                </a:lnTo>
                <a:lnTo>
                  <a:pt x="89" y="6"/>
                </a:lnTo>
                <a:lnTo>
                  <a:pt x="90" y="7"/>
                </a:lnTo>
                <a:lnTo>
                  <a:pt x="92" y="8"/>
                </a:lnTo>
                <a:lnTo>
                  <a:pt x="93" y="9"/>
                </a:lnTo>
                <a:lnTo>
                  <a:pt x="96" y="10"/>
                </a:lnTo>
                <a:lnTo>
                  <a:pt x="97" y="11"/>
                </a:lnTo>
                <a:lnTo>
                  <a:pt x="99" y="11"/>
                </a:lnTo>
                <a:lnTo>
                  <a:pt x="100" y="12"/>
                </a:lnTo>
                <a:lnTo>
                  <a:pt x="102" y="13"/>
                </a:lnTo>
                <a:lnTo>
                  <a:pt x="103" y="14"/>
                </a:lnTo>
                <a:lnTo>
                  <a:pt x="104" y="16"/>
                </a:lnTo>
                <a:lnTo>
                  <a:pt x="106" y="17"/>
                </a:lnTo>
                <a:lnTo>
                  <a:pt x="107" y="18"/>
                </a:lnTo>
                <a:lnTo>
                  <a:pt x="108" y="19"/>
                </a:lnTo>
                <a:lnTo>
                  <a:pt x="109" y="20"/>
                </a:lnTo>
                <a:lnTo>
                  <a:pt x="110" y="21"/>
                </a:lnTo>
                <a:lnTo>
                  <a:pt x="111" y="23"/>
                </a:lnTo>
                <a:lnTo>
                  <a:pt x="112" y="24"/>
                </a:lnTo>
                <a:lnTo>
                  <a:pt x="113" y="25"/>
                </a:lnTo>
                <a:lnTo>
                  <a:pt x="114" y="27"/>
                </a:lnTo>
                <a:lnTo>
                  <a:pt x="115" y="28"/>
                </a:lnTo>
                <a:lnTo>
                  <a:pt x="116" y="29"/>
                </a:lnTo>
                <a:lnTo>
                  <a:pt x="116" y="31"/>
                </a:lnTo>
                <a:lnTo>
                  <a:pt x="117" y="32"/>
                </a:lnTo>
                <a:lnTo>
                  <a:pt x="118" y="34"/>
                </a:lnTo>
                <a:lnTo>
                  <a:pt x="118" y="35"/>
                </a:lnTo>
                <a:lnTo>
                  <a:pt x="119" y="36"/>
                </a:lnTo>
                <a:lnTo>
                  <a:pt x="119" y="38"/>
                </a:lnTo>
                <a:lnTo>
                  <a:pt x="120" y="39"/>
                </a:lnTo>
                <a:lnTo>
                  <a:pt x="120" y="41"/>
                </a:lnTo>
                <a:lnTo>
                  <a:pt x="120" y="42"/>
                </a:lnTo>
                <a:lnTo>
                  <a:pt x="120" y="44"/>
                </a:lnTo>
                <a:lnTo>
                  <a:pt x="120" y="45"/>
                </a:lnTo>
                <a:lnTo>
                  <a:pt x="121" y="47"/>
                </a:lnTo>
                <a:lnTo>
                  <a:pt x="121" y="48"/>
                </a:lnTo>
                <a:close/>
              </a:path>
            </a:pathLst>
          </a:custGeom>
          <a:solidFill>
            <a:srgbClr val="ff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5" name=""/>
          <p:cNvSpPr/>
          <p:nvPr/>
        </p:nvSpPr>
        <p:spPr>
          <a:xfrm>
            <a:off x="4954680" y="1808640"/>
            <a:ext cx="48240" cy="38880"/>
          </a:xfrm>
          <a:custGeom>
            <a:avLst/>
            <a:gdLst/>
            <a:ahLst/>
            <a:rect l="0" t="0" r="r" b="b"/>
            <a:pathLst>
              <a:path w="134" h="108">
                <a:moveTo>
                  <a:pt x="128" y="54"/>
                </a:moveTo>
                <a:lnTo>
                  <a:pt x="128" y="53"/>
                </a:lnTo>
                <a:lnTo>
                  <a:pt x="127" y="51"/>
                </a:lnTo>
                <a:lnTo>
                  <a:pt x="127" y="50"/>
                </a:lnTo>
                <a:lnTo>
                  <a:pt x="127" y="48"/>
                </a:lnTo>
                <a:lnTo>
                  <a:pt x="127" y="47"/>
                </a:lnTo>
                <a:lnTo>
                  <a:pt x="127" y="45"/>
                </a:lnTo>
                <a:lnTo>
                  <a:pt x="126" y="44"/>
                </a:lnTo>
                <a:lnTo>
                  <a:pt x="126" y="42"/>
                </a:lnTo>
                <a:lnTo>
                  <a:pt x="125" y="41"/>
                </a:lnTo>
                <a:lnTo>
                  <a:pt x="125" y="40"/>
                </a:lnTo>
                <a:lnTo>
                  <a:pt x="124" y="38"/>
                </a:lnTo>
                <a:lnTo>
                  <a:pt x="123" y="37"/>
                </a:lnTo>
                <a:lnTo>
                  <a:pt x="123" y="35"/>
                </a:lnTo>
                <a:lnTo>
                  <a:pt x="122" y="34"/>
                </a:lnTo>
                <a:lnTo>
                  <a:pt x="121" y="33"/>
                </a:lnTo>
                <a:lnTo>
                  <a:pt x="120" y="31"/>
                </a:lnTo>
                <a:lnTo>
                  <a:pt x="119" y="30"/>
                </a:lnTo>
                <a:lnTo>
                  <a:pt x="118" y="29"/>
                </a:lnTo>
                <a:lnTo>
                  <a:pt x="117" y="27"/>
                </a:lnTo>
                <a:lnTo>
                  <a:pt x="116" y="26"/>
                </a:lnTo>
                <a:lnTo>
                  <a:pt x="115" y="25"/>
                </a:lnTo>
                <a:lnTo>
                  <a:pt x="114" y="24"/>
                </a:lnTo>
                <a:lnTo>
                  <a:pt x="113" y="23"/>
                </a:lnTo>
                <a:lnTo>
                  <a:pt x="111" y="22"/>
                </a:lnTo>
                <a:lnTo>
                  <a:pt x="110" y="20"/>
                </a:lnTo>
                <a:lnTo>
                  <a:pt x="109" y="19"/>
                </a:lnTo>
                <a:lnTo>
                  <a:pt x="107" y="18"/>
                </a:lnTo>
                <a:lnTo>
                  <a:pt x="106" y="17"/>
                </a:lnTo>
                <a:lnTo>
                  <a:pt x="104" y="17"/>
                </a:lnTo>
                <a:lnTo>
                  <a:pt x="103" y="16"/>
                </a:lnTo>
                <a:lnTo>
                  <a:pt x="101" y="15"/>
                </a:lnTo>
                <a:lnTo>
                  <a:pt x="100" y="14"/>
                </a:lnTo>
                <a:lnTo>
                  <a:pt x="98" y="13"/>
                </a:lnTo>
                <a:lnTo>
                  <a:pt x="97" y="12"/>
                </a:lnTo>
                <a:lnTo>
                  <a:pt x="95" y="12"/>
                </a:lnTo>
                <a:lnTo>
                  <a:pt x="93" y="10"/>
                </a:lnTo>
                <a:lnTo>
                  <a:pt x="92" y="9"/>
                </a:lnTo>
                <a:lnTo>
                  <a:pt x="90" y="9"/>
                </a:lnTo>
                <a:lnTo>
                  <a:pt x="88" y="8"/>
                </a:lnTo>
                <a:lnTo>
                  <a:pt x="86" y="8"/>
                </a:lnTo>
                <a:lnTo>
                  <a:pt x="84" y="7"/>
                </a:lnTo>
                <a:lnTo>
                  <a:pt x="83" y="7"/>
                </a:lnTo>
                <a:lnTo>
                  <a:pt x="81" y="7"/>
                </a:lnTo>
                <a:lnTo>
                  <a:pt x="79" y="6"/>
                </a:lnTo>
                <a:lnTo>
                  <a:pt x="77" y="6"/>
                </a:lnTo>
                <a:lnTo>
                  <a:pt x="75" y="6"/>
                </a:lnTo>
                <a:lnTo>
                  <a:pt x="73" y="6"/>
                </a:lnTo>
                <a:lnTo>
                  <a:pt x="72" y="6"/>
                </a:lnTo>
                <a:lnTo>
                  <a:pt x="70" y="5"/>
                </a:lnTo>
                <a:lnTo>
                  <a:pt x="68" y="5"/>
                </a:lnTo>
                <a:lnTo>
                  <a:pt x="66" y="5"/>
                </a:lnTo>
                <a:lnTo>
                  <a:pt x="64" y="6"/>
                </a:lnTo>
                <a:lnTo>
                  <a:pt x="62" y="6"/>
                </a:lnTo>
                <a:lnTo>
                  <a:pt x="60" y="6"/>
                </a:lnTo>
                <a:lnTo>
                  <a:pt x="58" y="6"/>
                </a:lnTo>
                <a:lnTo>
                  <a:pt x="57" y="6"/>
                </a:lnTo>
                <a:lnTo>
                  <a:pt x="55" y="7"/>
                </a:lnTo>
                <a:lnTo>
                  <a:pt x="53" y="7"/>
                </a:lnTo>
                <a:lnTo>
                  <a:pt x="51" y="7"/>
                </a:lnTo>
                <a:lnTo>
                  <a:pt x="49" y="8"/>
                </a:lnTo>
                <a:lnTo>
                  <a:pt x="48" y="8"/>
                </a:lnTo>
                <a:lnTo>
                  <a:pt x="46" y="9"/>
                </a:lnTo>
                <a:lnTo>
                  <a:pt x="44" y="9"/>
                </a:lnTo>
                <a:lnTo>
                  <a:pt x="42" y="10"/>
                </a:lnTo>
                <a:lnTo>
                  <a:pt x="41" y="12"/>
                </a:lnTo>
                <a:lnTo>
                  <a:pt x="39" y="12"/>
                </a:lnTo>
                <a:lnTo>
                  <a:pt x="37" y="13"/>
                </a:lnTo>
                <a:lnTo>
                  <a:pt x="36" y="14"/>
                </a:lnTo>
                <a:lnTo>
                  <a:pt x="34" y="15"/>
                </a:lnTo>
                <a:lnTo>
                  <a:pt x="33" y="16"/>
                </a:lnTo>
                <a:lnTo>
                  <a:pt x="31" y="17"/>
                </a:lnTo>
                <a:lnTo>
                  <a:pt x="30" y="17"/>
                </a:lnTo>
                <a:lnTo>
                  <a:pt x="28" y="18"/>
                </a:lnTo>
                <a:lnTo>
                  <a:pt x="27" y="19"/>
                </a:lnTo>
                <a:lnTo>
                  <a:pt x="26" y="20"/>
                </a:lnTo>
                <a:lnTo>
                  <a:pt x="24" y="22"/>
                </a:lnTo>
                <a:lnTo>
                  <a:pt x="23" y="23"/>
                </a:lnTo>
                <a:lnTo>
                  <a:pt x="22" y="24"/>
                </a:lnTo>
                <a:lnTo>
                  <a:pt x="21" y="25"/>
                </a:lnTo>
                <a:lnTo>
                  <a:pt x="19" y="26"/>
                </a:lnTo>
                <a:lnTo>
                  <a:pt x="18" y="27"/>
                </a:lnTo>
                <a:lnTo>
                  <a:pt x="17" y="29"/>
                </a:lnTo>
                <a:lnTo>
                  <a:pt x="16" y="30"/>
                </a:lnTo>
                <a:lnTo>
                  <a:pt x="15" y="31"/>
                </a:lnTo>
                <a:lnTo>
                  <a:pt x="15" y="33"/>
                </a:lnTo>
                <a:lnTo>
                  <a:pt x="14" y="34"/>
                </a:lnTo>
                <a:lnTo>
                  <a:pt x="13" y="35"/>
                </a:lnTo>
                <a:lnTo>
                  <a:pt x="12" y="37"/>
                </a:lnTo>
                <a:lnTo>
                  <a:pt x="12" y="38"/>
                </a:lnTo>
                <a:lnTo>
                  <a:pt x="11" y="40"/>
                </a:lnTo>
                <a:lnTo>
                  <a:pt x="10" y="41"/>
                </a:lnTo>
                <a:lnTo>
                  <a:pt x="10" y="42"/>
                </a:lnTo>
                <a:lnTo>
                  <a:pt x="9" y="44"/>
                </a:lnTo>
                <a:lnTo>
                  <a:pt x="9" y="45"/>
                </a:lnTo>
                <a:lnTo>
                  <a:pt x="9" y="47"/>
                </a:lnTo>
                <a:lnTo>
                  <a:pt x="9" y="48"/>
                </a:lnTo>
                <a:lnTo>
                  <a:pt x="8" y="50"/>
                </a:lnTo>
                <a:lnTo>
                  <a:pt x="8" y="51"/>
                </a:lnTo>
                <a:lnTo>
                  <a:pt x="8" y="53"/>
                </a:lnTo>
                <a:lnTo>
                  <a:pt x="8" y="54"/>
                </a:lnTo>
                <a:lnTo>
                  <a:pt x="8" y="56"/>
                </a:lnTo>
                <a:lnTo>
                  <a:pt x="8" y="57"/>
                </a:lnTo>
                <a:lnTo>
                  <a:pt x="8" y="59"/>
                </a:lnTo>
                <a:lnTo>
                  <a:pt x="9" y="60"/>
                </a:lnTo>
                <a:lnTo>
                  <a:pt x="9" y="62"/>
                </a:lnTo>
                <a:lnTo>
                  <a:pt x="9" y="63"/>
                </a:lnTo>
                <a:lnTo>
                  <a:pt x="9" y="65"/>
                </a:lnTo>
                <a:lnTo>
                  <a:pt x="10" y="66"/>
                </a:lnTo>
                <a:lnTo>
                  <a:pt x="10" y="68"/>
                </a:lnTo>
                <a:lnTo>
                  <a:pt x="11" y="69"/>
                </a:lnTo>
                <a:lnTo>
                  <a:pt x="12" y="71"/>
                </a:lnTo>
                <a:lnTo>
                  <a:pt x="12" y="72"/>
                </a:lnTo>
                <a:lnTo>
                  <a:pt x="13" y="73"/>
                </a:lnTo>
                <a:lnTo>
                  <a:pt x="14" y="75"/>
                </a:lnTo>
                <a:lnTo>
                  <a:pt x="15" y="76"/>
                </a:lnTo>
                <a:lnTo>
                  <a:pt x="15" y="77"/>
                </a:lnTo>
                <a:lnTo>
                  <a:pt x="16" y="79"/>
                </a:lnTo>
                <a:lnTo>
                  <a:pt x="17" y="80"/>
                </a:lnTo>
                <a:lnTo>
                  <a:pt x="18" y="81"/>
                </a:lnTo>
                <a:lnTo>
                  <a:pt x="19" y="83"/>
                </a:lnTo>
                <a:lnTo>
                  <a:pt x="21" y="84"/>
                </a:lnTo>
                <a:lnTo>
                  <a:pt x="22" y="85"/>
                </a:lnTo>
                <a:lnTo>
                  <a:pt x="23" y="86"/>
                </a:lnTo>
                <a:lnTo>
                  <a:pt x="24" y="87"/>
                </a:lnTo>
                <a:lnTo>
                  <a:pt x="26" y="88"/>
                </a:lnTo>
                <a:lnTo>
                  <a:pt x="27" y="89"/>
                </a:lnTo>
                <a:lnTo>
                  <a:pt x="28" y="90"/>
                </a:lnTo>
                <a:lnTo>
                  <a:pt x="30" y="91"/>
                </a:lnTo>
                <a:lnTo>
                  <a:pt x="31" y="92"/>
                </a:lnTo>
                <a:lnTo>
                  <a:pt x="33" y="93"/>
                </a:lnTo>
                <a:lnTo>
                  <a:pt x="34" y="94"/>
                </a:lnTo>
                <a:lnTo>
                  <a:pt x="36" y="95"/>
                </a:lnTo>
                <a:lnTo>
                  <a:pt x="37" y="96"/>
                </a:lnTo>
                <a:lnTo>
                  <a:pt x="39" y="96"/>
                </a:lnTo>
                <a:lnTo>
                  <a:pt x="41" y="97"/>
                </a:lnTo>
                <a:lnTo>
                  <a:pt x="42" y="98"/>
                </a:lnTo>
                <a:lnTo>
                  <a:pt x="44" y="98"/>
                </a:lnTo>
                <a:lnTo>
                  <a:pt x="46" y="99"/>
                </a:lnTo>
                <a:lnTo>
                  <a:pt x="48" y="99"/>
                </a:lnTo>
                <a:lnTo>
                  <a:pt x="49" y="100"/>
                </a:lnTo>
                <a:lnTo>
                  <a:pt x="51" y="100"/>
                </a:lnTo>
                <a:lnTo>
                  <a:pt x="53" y="101"/>
                </a:lnTo>
                <a:lnTo>
                  <a:pt x="55" y="101"/>
                </a:lnTo>
                <a:lnTo>
                  <a:pt x="57" y="101"/>
                </a:lnTo>
                <a:lnTo>
                  <a:pt x="58" y="102"/>
                </a:lnTo>
                <a:lnTo>
                  <a:pt x="60" y="102"/>
                </a:lnTo>
                <a:lnTo>
                  <a:pt x="62" y="102"/>
                </a:lnTo>
                <a:lnTo>
                  <a:pt x="64" y="102"/>
                </a:lnTo>
                <a:lnTo>
                  <a:pt x="66" y="102"/>
                </a:lnTo>
                <a:lnTo>
                  <a:pt x="68" y="102"/>
                </a:lnTo>
                <a:lnTo>
                  <a:pt x="70" y="102"/>
                </a:lnTo>
                <a:lnTo>
                  <a:pt x="72" y="102"/>
                </a:lnTo>
                <a:lnTo>
                  <a:pt x="73" y="102"/>
                </a:lnTo>
                <a:lnTo>
                  <a:pt x="75" y="102"/>
                </a:lnTo>
                <a:lnTo>
                  <a:pt x="77" y="102"/>
                </a:lnTo>
                <a:lnTo>
                  <a:pt x="79" y="101"/>
                </a:lnTo>
                <a:lnTo>
                  <a:pt x="81" y="101"/>
                </a:lnTo>
                <a:lnTo>
                  <a:pt x="83" y="101"/>
                </a:lnTo>
                <a:lnTo>
                  <a:pt x="84" y="100"/>
                </a:lnTo>
                <a:lnTo>
                  <a:pt x="86" y="100"/>
                </a:lnTo>
                <a:lnTo>
                  <a:pt x="88" y="99"/>
                </a:lnTo>
                <a:lnTo>
                  <a:pt x="90" y="99"/>
                </a:lnTo>
                <a:lnTo>
                  <a:pt x="92" y="98"/>
                </a:lnTo>
                <a:lnTo>
                  <a:pt x="93" y="98"/>
                </a:lnTo>
                <a:lnTo>
                  <a:pt x="95" y="97"/>
                </a:lnTo>
                <a:lnTo>
                  <a:pt x="97" y="96"/>
                </a:lnTo>
                <a:lnTo>
                  <a:pt x="98" y="96"/>
                </a:lnTo>
                <a:lnTo>
                  <a:pt x="100" y="95"/>
                </a:lnTo>
                <a:lnTo>
                  <a:pt x="101" y="94"/>
                </a:lnTo>
                <a:lnTo>
                  <a:pt x="103" y="93"/>
                </a:lnTo>
                <a:lnTo>
                  <a:pt x="104" y="92"/>
                </a:lnTo>
                <a:lnTo>
                  <a:pt x="106" y="91"/>
                </a:lnTo>
                <a:lnTo>
                  <a:pt x="107" y="90"/>
                </a:lnTo>
                <a:lnTo>
                  <a:pt x="109" y="89"/>
                </a:lnTo>
                <a:lnTo>
                  <a:pt x="110" y="88"/>
                </a:lnTo>
                <a:lnTo>
                  <a:pt x="111" y="87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6" y="83"/>
                </a:lnTo>
                <a:lnTo>
                  <a:pt x="117" y="81"/>
                </a:lnTo>
                <a:lnTo>
                  <a:pt x="118" y="80"/>
                </a:lnTo>
                <a:lnTo>
                  <a:pt x="119" y="79"/>
                </a:lnTo>
                <a:lnTo>
                  <a:pt x="120" y="77"/>
                </a:lnTo>
                <a:lnTo>
                  <a:pt x="121" y="76"/>
                </a:lnTo>
                <a:lnTo>
                  <a:pt x="122" y="75"/>
                </a:lnTo>
                <a:lnTo>
                  <a:pt x="123" y="73"/>
                </a:lnTo>
                <a:lnTo>
                  <a:pt x="123" y="72"/>
                </a:lnTo>
                <a:lnTo>
                  <a:pt x="124" y="71"/>
                </a:lnTo>
                <a:lnTo>
                  <a:pt x="125" y="69"/>
                </a:lnTo>
                <a:lnTo>
                  <a:pt x="125" y="68"/>
                </a:lnTo>
                <a:lnTo>
                  <a:pt x="126" y="66"/>
                </a:lnTo>
                <a:lnTo>
                  <a:pt x="126" y="65"/>
                </a:lnTo>
                <a:lnTo>
                  <a:pt x="127" y="63"/>
                </a:lnTo>
                <a:lnTo>
                  <a:pt x="127" y="62"/>
                </a:lnTo>
                <a:lnTo>
                  <a:pt x="127" y="60"/>
                </a:lnTo>
                <a:lnTo>
                  <a:pt x="127" y="59"/>
                </a:lnTo>
                <a:lnTo>
                  <a:pt x="127" y="57"/>
                </a:lnTo>
                <a:lnTo>
                  <a:pt x="128" y="56"/>
                </a:lnTo>
                <a:lnTo>
                  <a:pt x="128" y="54"/>
                </a:lnTo>
                <a:moveTo>
                  <a:pt x="134" y="54"/>
                </a:moveTo>
                <a:lnTo>
                  <a:pt x="134" y="56"/>
                </a:lnTo>
                <a:lnTo>
                  <a:pt x="134" y="58"/>
                </a:lnTo>
                <a:lnTo>
                  <a:pt x="134" y="59"/>
                </a:lnTo>
                <a:lnTo>
                  <a:pt x="134" y="61"/>
                </a:lnTo>
                <a:lnTo>
                  <a:pt x="134" y="63"/>
                </a:lnTo>
                <a:lnTo>
                  <a:pt x="133" y="64"/>
                </a:lnTo>
                <a:lnTo>
                  <a:pt x="133" y="66"/>
                </a:lnTo>
                <a:lnTo>
                  <a:pt x="132" y="68"/>
                </a:lnTo>
                <a:lnTo>
                  <a:pt x="132" y="69"/>
                </a:lnTo>
                <a:lnTo>
                  <a:pt x="131" y="71"/>
                </a:lnTo>
                <a:lnTo>
                  <a:pt x="131" y="72"/>
                </a:lnTo>
                <a:lnTo>
                  <a:pt x="130" y="74"/>
                </a:lnTo>
                <a:lnTo>
                  <a:pt x="129" y="76"/>
                </a:lnTo>
                <a:lnTo>
                  <a:pt x="128" y="77"/>
                </a:lnTo>
                <a:lnTo>
                  <a:pt x="127" y="79"/>
                </a:lnTo>
                <a:lnTo>
                  <a:pt x="126" y="80"/>
                </a:lnTo>
                <a:lnTo>
                  <a:pt x="125" y="82"/>
                </a:lnTo>
                <a:lnTo>
                  <a:pt x="124" y="83"/>
                </a:lnTo>
                <a:lnTo>
                  <a:pt x="123" y="84"/>
                </a:lnTo>
                <a:lnTo>
                  <a:pt x="122" y="86"/>
                </a:lnTo>
                <a:lnTo>
                  <a:pt x="120" y="87"/>
                </a:lnTo>
                <a:lnTo>
                  <a:pt x="119" y="88"/>
                </a:lnTo>
                <a:lnTo>
                  <a:pt x="118" y="90"/>
                </a:lnTo>
                <a:lnTo>
                  <a:pt x="116" y="91"/>
                </a:lnTo>
                <a:lnTo>
                  <a:pt x="115" y="92"/>
                </a:lnTo>
                <a:lnTo>
                  <a:pt x="113" y="93"/>
                </a:lnTo>
                <a:lnTo>
                  <a:pt x="112" y="94"/>
                </a:lnTo>
                <a:lnTo>
                  <a:pt x="110" y="96"/>
                </a:lnTo>
                <a:lnTo>
                  <a:pt x="109" y="97"/>
                </a:lnTo>
                <a:lnTo>
                  <a:pt x="107" y="98"/>
                </a:lnTo>
                <a:lnTo>
                  <a:pt x="105" y="99"/>
                </a:lnTo>
                <a:lnTo>
                  <a:pt x="104" y="100"/>
                </a:lnTo>
                <a:lnTo>
                  <a:pt x="102" y="100"/>
                </a:lnTo>
                <a:lnTo>
                  <a:pt x="100" y="101"/>
                </a:lnTo>
                <a:lnTo>
                  <a:pt x="98" y="102"/>
                </a:lnTo>
                <a:lnTo>
                  <a:pt x="96" y="103"/>
                </a:lnTo>
                <a:lnTo>
                  <a:pt x="94" y="103"/>
                </a:lnTo>
                <a:lnTo>
                  <a:pt x="92" y="104"/>
                </a:lnTo>
                <a:lnTo>
                  <a:pt x="90" y="105"/>
                </a:lnTo>
                <a:lnTo>
                  <a:pt x="88" y="105"/>
                </a:lnTo>
                <a:lnTo>
                  <a:pt x="86" y="106"/>
                </a:lnTo>
                <a:lnTo>
                  <a:pt x="84" y="106"/>
                </a:lnTo>
                <a:lnTo>
                  <a:pt x="82" y="107"/>
                </a:lnTo>
                <a:lnTo>
                  <a:pt x="80" y="107"/>
                </a:lnTo>
                <a:lnTo>
                  <a:pt x="78" y="107"/>
                </a:lnTo>
                <a:lnTo>
                  <a:pt x="76" y="107"/>
                </a:lnTo>
                <a:lnTo>
                  <a:pt x="74" y="108"/>
                </a:lnTo>
                <a:lnTo>
                  <a:pt x="72" y="108"/>
                </a:lnTo>
                <a:lnTo>
                  <a:pt x="70" y="108"/>
                </a:lnTo>
                <a:lnTo>
                  <a:pt x="68" y="108"/>
                </a:lnTo>
                <a:lnTo>
                  <a:pt x="66" y="108"/>
                </a:lnTo>
                <a:lnTo>
                  <a:pt x="64" y="108"/>
                </a:lnTo>
                <a:lnTo>
                  <a:pt x="62" y="108"/>
                </a:lnTo>
                <a:lnTo>
                  <a:pt x="59" y="107"/>
                </a:lnTo>
                <a:lnTo>
                  <a:pt x="57" y="107"/>
                </a:lnTo>
                <a:lnTo>
                  <a:pt x="55" y="107"/>
                </a:lnTo>
                <a:lnTo>
                  <a:pt x="53" y="107"/>
                </a:lnTo>
                <a:lnTo>
                  <a:pt x="51" y="106"/>
                </a:lnTo>
                <a:lnTo>
                  <a:pt x="49" y="106"/>
                </a:lnTo>
                <a:lnTo>
                  <a:pt x="47" y="105"/>
                </a:lnTo>
                <a:lnTo>
                  <a:pt x="45" y="105"/>
                </a:lnTo>
                <a:lnTo>
                  <a:pt x="43" y="104"/>
                </a:lnTo>
                <a:lnTo>
                  <a:pt x="41" y="103"/>
                </a:lnTo>
                <a:lnTo>
                  <a:pt x="39" y="103"/>
                </a:lnTo>
                <a:lnTo>
                  <a:pt x="38" y="102"/>
                </a:lnTo>
                <a:lnTo>
                  <a:pt x="36" y="101"/>
                </a:lnTo>
                <a:lnTo>
                  <a:pt x="34" y="100"/>
                </a:lnTo>
                <a:lnTo>
                  <a:pt x="32" y="100"/>
                </a:lnTo>
                <a:lnTo>
                  <a:pt x="30" y="99"/>
                </a:lnTo>
                <a:lnTo>
                  <a:pt x="29" y="98"/>
                </a:lnTo>
                <a:lnTo>
                  <a:pt x="27" y="97"/>
                </a:lnTo>
                <a:lnTo>
                  <a:pt x="25" y="96"/>
                </a:lnTo>
                <a:lnTo>
                  <a:pt x="24" y="94"/>
                </a:lnTo>
                <a:lnTo>
                  <a:pt x="22" y="93"/>
                </a:lnTo>
                <a:lnTo>
                  <a:pt x="21" y="92"/>
                </a:lnTo>
                <a:lnTo>
                  <a:pt x="19" y="91"/>
                </a:lnTo>
                <a:lnTo>
                  <a:pt x="18" y="90"/>
                </a:lnTo>
                <a:lnTo>
                  <a:pt x="16" y="88"/>
                </a:lnTo>
                <a:lnTo>
                  <a:pt x="15" y="87"/>
                </a:lnTo>
                <a:lnTo>
                  <a:pt x="14" y="86"/>
                </a:lnTo>
                <a:lnTo>
                  <a:pt x="13" y="84"/>
                </a:lnTo>
                <a:lnTo>
                  <a:pt x="12" y="83"/>
                </a:lnTo>
                <a:lnTo>
                  <a:pt x="10" y="82"/>
                </a:lnTo>
                <a:lnTo>
                  <a:pt x="9" y="80"/>
                </a:lnTo>
                <a:lnTo>
                  <a:pt x="8" y="79"/>
                </a:lnTo>
                <a:lnTo>
                  <a:pt x="7" y="77"/>
                </a:lnTo>
                <a:lnTo>
                  <a:pt x="7" y="76"/>
                </a:lnTo>
                <a:lnTo>
                  <a:pt x="6" y="74"/>
                </a:lnTo>
                <a:lnTo>
                  <a:pt x="5" y="72"/>
                </a:lnTo>
                <a:lnTo>
                  <a:pt x="4" y="71"/>
                </a:lnTo>
                <a:lnTo>
                  <a:pt x="4" y="69"/>
                </a:lnTo>
                <a:lnTo>
                  <a:pt x="2" y="68"/>
                </a:lnTo>
                <a:lnTo>
                  <a:pt x="2" y="66"/>
                </a:lnTo>
                <a:lnTo>
                  <a:pt x="1" y="64"/>
                </a:lnTo>
                <a:lnTo>
                  <a:pt x="1" y="63"/>
                </a:lnTo>
                <a:lnTo>
                  <a:pt x="1" y="61"/>
                </a:lnTo>
                <a:lnTo>
                  <a:pt x="0" y="59"/>
                </a:lnTo>
                <a:lnTo>
                  <a:pt x="0" y="58"/>
                </a:lnTo>
                <a:lnTo>
                  <a:pt x="0" y="56"/>
                </a:lnTo>
                <a:lnTo>
                  <a:pt x="0" y="54"/>
                </a:lnTo>
                <a:lnTo>
                  <a:pt x="0" y="53"/>
                </a:lnTo>
                <a:lnTo>
                  <a:pt x="0" y="51"/>
                </a:lnTo>
                <a:lnTo>
                  <a:pt x="0" y="49"/>
                </a:lnTo>
                <a:lnTo>
                  <a:pt x="1" y="48"/>
                </a:lnTo>
                <a:lnTo>
                  <a:pt x="1" y="46"/>
                </a:lnTo>
                <a:lnTo>
                  <a:pt x="1" y="44"/>
                </a:lnTo>
                <a:lnTo>
                  <a:pt x="2" y="43"/>
                </a:lnTo>
                <a:lnTo>
                  <a:pt x="2" y="41"/>
                </a:lnTo>
                <a:lnTo>
                  <a:pt x="4" y="39"/>
                </a:lnTo>
                <a:lnTo>
                  <a:pt x="4" y="38"/>
                </a:lnTo>
                <a:lnTo>
                  <a:pt x="5" y="36"/>
                </a:lnTo>
                <a:lnTo>
                  <a:pt x="6" y="35"/>
                </a:lnTo>
                <a:lnTo>
                  <a:pt x="7" y="33"/>
                </a:lnTo>
                <a:lnTo>
                  <a:pt x="7" y="32"/>
                </a:lnTo>
                <a:lnTo>
                  <a:pt x="8" y="30"/>
                </a:lnTo>
                <a:lnTo>
                  <a:pt x="9" y="29"/>
                </a:lnTo>
                <a:lnTo>
                  <a:pt x="10" y="27"/>
                </a:lnTo>
                <a:lnTo>
                  <a:pt x="12" y="26"/>
                </a:lnTo>
                <a:lnTo>
                  <a:pt x="13" y="24"/>
                </a:lnTo>
                <a:lnTo>
                  <a:pt x="14" y="23"/>
                </a:lnTo>
                <a:lnTo>
                  <a:pt x="15" y="22"/>
                </a:lnTo>
                <a:lnTo>
                  <a:pt x="16" y="20"/>
                </a:lnTo>
                <a:lnTo>
                  <a:pt x="18" y="19"/>
                </a:lnTo>
                <a:lnTo>
                  <a:pt x="19" y="18"/>
                </a:lnTo>
                <a:lnTo>
                  <a:pt x="21" y="17"/>
                </a:lnTo>
                <a:lnTo>
                  <a:pt x="22" y="15"/>
                </a:lnTo>
                <a:lnTo>
                  <a:pt x="24" y="14"/>
                </a:lnTo>
                <a:lnTo>
                  <a:pt x="25" y="13"/>
                </a:lnTo>
                <a:lnTo>
                  <a:pt x="27" y="12"/>
                </a:lnTo>
                <a:lnTo>
                  <a:pt x="29" y="10"/>
                </a:lnTo>
                <a:lnTo>
                  <a:pt x="30" y="9"/>
                </a:lnTo>
                <a:lnTo>
                  <a:pt x="32" y="8"/>
                </a:lnTo>
                <a:lnTo>
                  <a:pt x="34" y="7"/>
                </a:lnTo>
                <a:lnTo>
                  <a:pt x="36" y="7"/>
                </a:lnTo>
                <a:lnTo>
                  <a:pt x="38" y="6"/>
                </a:lnTo>
                <a:lnTo>
                  <a:pt x="39" y="5"/>
                </a:lnTo>
                <a:lnTo>
                  <a:pt x="41" y="4"/>
                </a:lnTo>
                <a:lnTo>
                  <a:pt x="43" y="4"/>
                </a:lnTo>
                <a:lnTo>
                  <a:pt x="45" y="3"/>
                </a:lnTo>
                <a:lnTo>
                  <a:pt x="47" y="3"/>
                </a:lnTo>
                <a:lnTo>
                  <a:pt x="49" y="2"/>
                </a:lnTo>
                <a:lnTo>
                  <a:pt x="51" y="2"/>
                </a:lnTo>
                <a:lnTo>
                  <a:pt x="53" y="1"/>
                </a:lnTo>
                <a:lnTo>
                  <a:pt x="55" y="1"/>
                </a:lnTo>
                <a:lnTo>
                  <a:pt x="57" y="1"/>
                </a:lnTo>
                <a:lnTo>
                  <a:pt x="59" y="0"/>
                </a:lnTo>
                <a:lnTo>
                  <a:pt x="62" y="0"/>
                </a:lnTo>
                <a:lnTo>
                  <a:pt x="64" y="0"/>
                </a:lnTo>
                <a:lnTo>
                  <a:pt x="66" y="0"/>
                </a:lnTo>
                <a:lnTo>
                  <a:pt x="68" y="0"/>
                </a:lnTo>
                <a:lnTo>
                  <a:pt x="70" y="0"/>
                </a:lnTo>
                <a:lnTo>
                  <a:pt x="72" y="0"/>
                </a:lnTo>
                <a:lnTo>
                  <a:pt x="74" y="0"/>
                </a:lnTo>
                <a:lnTo>
                  <a:pt x="76" y="0"/>
                </a:lnTo>
                <a:lnTo>
                  <a:pt x="78" y="1"/>
                </a:lnTo>
                <a:lnTo>
                  <a:pt x="80" y="1"/>
                </a:lnTo>
                <a:lnTo>
                  <a:pt x="82" y="1"/>
                </a:lnTo>
                <a:lnTo>
                  <a:pt x="84" y="2"/>
                </a:lnTo>
                <a:lnTo>
                  <a:pt x="86" y="2"/>
                </a:lnTo>
                <a:lnTo>
                  <a:pt x="88" y="3"/>
                </a:lnTo>
                <a:lnTo>
                  <a:pt x="90" y="3"/>
                </a:lnTo>
                <a:lnTo>
                  <a:pt x="92" y="4"/>
                </a:lnTo>
                <a:lnTo>
                  <a:pt x="94" y="4"/>
                </a:lnTo>
                <a:lnTo>
                  <a:pt x="96" y="5"/>
                </a:lnTo>
                <a:lnTo>
                  <a:pt x="98" y="6"/>
                </a:lnTo>
                <a:lnTo>
                  <a:pt x="100" y="7"/>
                </a:lnTo>
                <a:lnTo>
                  <a:pt x="102" y="7"/>
                </a:lnTo>
                <a:lnTo>
                  <a:pt x="104" y="8"/>
                </a:lnTo>
                <a:lnTo>
                  <a:pt x="105" y="9"/>
                </a:lnTo>
                <a:lnTo>
                  <a:pt x="107" y="10"/>
                </a:lnTo>
                <a:lnTo>
                  <a:pt x="109" y="12"/>
                </a:lnTo>
                <a:lnTo>
                  <a:pt x="110" y="13"/>
                </a:lnTo>
                <a:lnTo>
                  <a:pt x="112" y="14"/>
                </a:lnTo>
                <a:lnTo>
                  <a:pt x="113" y="15"/>
                </a:lnTo>
                <a:lnTo>
                  <a:pt x="115" y="17"/>
                </a:lnTo>
                <a:lnTo>
                  <a:pt x="116" y="18"/>
                </a:lnTo>
                <a:lnTo>
                  <a:pt x="118" y="19"/>
                </a:lnTo>
                <a:lnTo>
                  <a:pt x="119" y="20"/>
                </a:lnTo>
                <a:lnTo>
                  <a:pt x="120" y="22"/>
                </a:lnTo>
                <a:lnTo>
                  <a:pt x="122" y="23"/>
                </a:lnTo>
                <a:lnTo>
                  <a:pt x="123" y="24"/>
                </a:lnTo>
                <a:lnTo>
                  <a:pt x="124" y="26"/>
                </a:lnTo>
                <a:lnTo>
                  <a:pt x="125" y="27"/>
                </a:lnTo>
                <a:lnTo>
                  <a:pt x="126" y="29"/>
                </a:lnTo>
                <a:lnTo>
                  <a:pt x="127" y="30"/>
                </a:lnTo>
                <a:lnTo>
                  <a:pt x="128" y="32"/>
                </a:lnTo>
                <a:lnTo>
                  <a:pt x="129" y="33"/>
                </a:lnTo>
                <a:lnTo>
                  <a:pt x="130" y="35"/>
                </a:lnTo>
                <a:lnTo>
                  <a:pt x="131" y="36"/>
                </a:lnTo>
                <a:lnTo>
                  <a:pt x="131" y="38"/>
                </a:lnTo>
                <a:lnTo>
                  <a:pt x="132" y="39"/>
                </a:lnTo>
                <a:lnTo>
                  <a:pt x="132" y="41"/>
                </a:lnTo>
                <a:lnTo>
                  <a:pt x="133" y="43"/>
                </a:lnTo>
                <a:lnTo>
                  <a:pt x="133" y="44"/>
                </a:lnTo>
                <a:lnTo>
                  <a:pt x="134" y="46"/>
                </a:lnTo>
                <a:lnTo>
                  <a:pt x="134" y="48"/>
                </a:lnTo>
                <a:lnTo>
                  <a:pt x="134" y="49"/>
                </a:lnTo>
                <a:lnTo>
                  <a:pt x="134" y="51"/>
                </a:lnTo>
                <a:lnTo>
                  <a:pt x="134" y="53"/>
                </a:lnTo>
                <a:lnTo>
                  <a:pt x="134" y="54"/>
                </a:lnTo>
                <a:close/>
              </a:path>
            </a:pathLst>
          </a:custGeom>
          <a:solidFill>
            <a:srgbClr val="fffc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6" name=""/>
          <p:cNvSpPr/>
          <p:nvPr/>
        </p:nvSpPr>
        <p:spPr>
          <a:xfrm>
            <a:off x="4953960" y="1807920"/>
            <a:ext cx="50040" cy="40320"/>
          </a:xfrm>
          <a:custGeom>
            <a:avLst/>
            <a:gdLst/>
            <a:ahLst/>
            <a:rect l="0" t="0" r="r" b="b"/>
            <a:pathLst>
              <a:path w="139" h="112">
                <a:moveTo>
                  <a:pt x="136" y="55"/>
                </a:moveTo>
                <a:lnTo>
                  <a:pt x="136" y="54"/>
                </a:lnTo>
                <a:lnTo>
                  <a:pt x="136" y="52"/>
                </a:lnTo>
                <a:lnTo>
                  <a:pt x="136" y="50"/>
                </a:lnTo>
                <a:lnTo>
                  <a:pt x="136" y="49"/>
                </a:lnTo>
                <a:lnTo>
                  <a:pt x="136" y="47"/>
                </a:lnTo>
                <a:lnTo>
                  <a:pt x="135" y="45"/>
                </a:lnTo>
                <a:lnTo>
                  <a:pt x="135" y="44"/>
                </a:lnTo>
                <a:lnTo>
                  <a:pt x="134" y="42"/>
                </a:lnTo>
                <a:lnTo>
                  <a:pt x="134" y="40"/>
                </a:lnTo>
                <a:lnTo>
                  <a:pt x="133" y="39"/>
                </a:lnTo>
                <a:lnTo>
                  <a:pt x="133" y="37"/>
                </a:lnTo>
                <a:lnTo>
                  <a:pt x="132" y="36"/>
                </a:lnTo>
                <a:lnTo>
                  <a:pt x="131" y="34"/>
                </a:lnTo>
                <a:lnTo>
                  <a:pt x="130" y="33"/>
                </a:lnTo>
                <a:lnTo>
                  <a:pt x="129" y="31"/>
                </a:lnTo>
                <a:lnTo>
                  <a:pt x="128" y="30"/>
                </a:lnTo>
                <a:lnTo>
                  <a:pt x="127" y="28"/>
                </a:lnTo>
                <a:lnTo>
                  <a:pt x="126" y="27"/>
                </a:lnTo>
                <a:lnTo>
                  <a:pt x="125" y="25"/>
                </a:lnTo>
                <a:lnTo>
                  <a:pt x="124" y="24"/>
                </a:lnTo>
                <a:lnTo>
                  <a:pt x="122" y="23"/>
                </a:lnTo>
                <a:lnTo>
                  <a:pt x="121" y="21"/>
                </a:lnTo>
                <a:lnTo>
                  <a:pt x="120" y="20"/>
                </a:lnTo>
                <a:lnTo>
                  <a:pt x="118" y="19"/>
                </a:lnTo>
                <a:lnTo>
                  <a:pt x="117" y="18"/>
                </a:lnTo>
                <a:lnTo>
                  <a:pt x="115" y="16"/>
                </a:lnTo>
                <a:lnTo>
                  <a:pt x="114" y="15"/>
                </a:lnTo>
                <a:lnTo>
                  <a:pt x="112" y="14"/>
                </a:lnTo>
                <a:lnTo>
                  <a:pt x="111" y="13"/>
                </a:lnTo>
                <a:lnTo>
                  <a:pt x="109" y="12"/>
                </a:lnTo>
                <a:lnTo>
                  <a:pt x="107" y="11"/>
                </a:lnTo>
                <a:lnTo>
                  <a:pt x="106" y="10"/>
                </a:lnTo>
                <a:lnTo>
                  <a:pt x="104" y="9"/>
                </a:lnTo>
                <a:lnTo>
                  <a:pt x="102" y="9"/>
                </a:lnTo>
                <a:lnTo>
                  <a:pt x="100" y="8"/>
                </a:lnTo>
                <a:lnTo>
                  <a:pt x="98" y="7"/>
                </a:lnTo>
                <a:lnTo>
                  <a:pt x="96" y="6"/>
                </a:lnTo>
                <a:lnTo>
                  <a:pt x="94" y="6"/>
                </a:lnTo>
                <a:lnTo>
                  <a:pt x="92" y="5"/>
                </a:lnTo>
                <a:lnTo>
                  <a:pt x="90" y="5"/>
                </a:lnTo>
                <a:lnTo>
                  <a:pt x="88" y="4"/>
                </a:lnTo>
                <a:lnTo>
                  <a:pt x="86" y="4"/>
                </a:lnTo>
                <a:lnTo>
                  <a:pt x="84" y="3"/>
                </a:lnTo>
                <a:lnTo>
                  <a:pt x="82" y="3"/>
                </a:lnTo>
                <a:lnTo>
                  <a:pt x="80" y="3"/>
                </a:lnTo>
                <a:lnTo>
                  <a:pt x="78" y="2"/>
                </a:lnTo>
                <a:lnTo>
                  <a:pt x="76" y="2"/>
                </a:lnTo>
                <a:lnTo>
                  <a:pt x="74" y="2"/>
                </a:lnTo>
                <a:lnTo>
                  <a:pt x="72" y="2"/>
                </a:lnTo>
                <a:lnTo>
                  <a:pt x="70" y="2"/>
                </a:lnTo>
                <a:lnTo>
                  <a:pt x="68" y="2"/>
                </a:lnTo>
                <a:lnTo>
                  <a:pt x="66" y="2"/>
                </a:lnTo>
                <a:lnTo>
                  <a:pt x="64" y="2"/>
                </a:lnTo>
                <a:lnTo>
                  <a:pt x="61" y="2"/>
                </a:lnTo>
                <a:lnTo>
                  <a:pt x="59" y="3"/>
                </a:lnTo>
                <a:lnTo>
                  <a:pt x="57" y="3"/>
                </a:lnTo>
                <a:lnTo>
                  <a:pt x="55" y="3"/>
                </a:lnTo>
                <a:lnTo>
                  <a:pt x="53" y="4"/>
                </a:lnTo>
                <a:lnTo>
                  <a:pt x="51" y="4"/>
                </a:lnTo>
                <a:lnTo>
                  <a:pt x="49" y="5"/>
                </a:lnTo>
                <a:lnTo>
                  <a:pt x="47" y="5"/>
                </a:lnTo>
                <a:lnTo>
                  <a:pt x="45" y="6"/>
                </a:lnTo>
                <a:lnTo>
                  <a:pt x="43" y="6"/>
                </a:lnTo>
                <a:lnTo>
                  <a:pt x="41" y="7"/>
                </a:lnTo>
                <a:lnTo>
                  <a:pt x="40" y="8"/>
                </a:lnTo>
                <a:lnTo>
                  <a:pt x="38" y="9"/>
                </a:lnTo>
                <a:lnTo>
                  <a:pt x="36" y="9"/>
                </a:lnTo>
                <a:lnTo>
                  <a:pt x="34" y="10"/>
                </a:lnTo>
                <a:lnTo>
                  <a:pt x="32" y="11"/>
                </a:lnTo>
                <a:lnTo>
                  <a:pt x="31" y="12"/>
                </a:lnTo>
                <a:lnTo>
                  <a:pt x="29" y="13"/>
                </a:lnTo>
                <a:lnTo>
                  <a:pt x="27" y="14"/>
                </a:lnTo>
                <a:lnTo>
                  <a:pt x="26" y="15"/>
                </a:lnTo>
                <a:lnTo>
                  <a:pt x="24" y="16"/>
                </a:lnTo>
                <a:lnTo>
                  <a:pt x="23" y="18"/>
                </a:lnTo>
                <a:lnTo>
                  <a:pt x="21" y="19"/>
                </a:lnTo>
                <a:lnTo>
                  <a:pt x="20" y="20"/>
                </a:lnTo>
                <a:lnTo>
                  <a:pt x="18" y="21"/>
                </a:lnTo>
                <a:lnTo>
                  <a:pt x="17" y="23"/>
                </a:lnTo>
                <a:lnTo>
                  <a:pt x="16" y="24"/>
                </a:lnTo>
                <a:lnTo>
                  <a:pt x="15" y="25"/>
                </a:lnTo>
                <a:lnTo>
                  <a:pt x="14" y="27"/>
                </a:lnTo>
                <a:lnTo>
                  <a:pt x="12" y="28"/>
                </a:lnTo>
                <a:lnTo>
                  <a:pt x="11" y="30"/>
                </a:lnTo>
                <a:lnTo>
                  <a:pt x="10" y="31"/>
                </a:lnTo>
                <a:lnTo>
                  <a:pt x="9" y="33"/>
                </a:lnTo>
                <a:lnTo>
                  <a:pt x="9" y="34"/>
                </a:lnTo>
                <a:lnTo>
                  <a:pt x="7" y="36"/>
                </a:lnTo>
                <a:lnTo>
                  <a:pt x="6" y="37"/>
                </a:lnTo>
                <a:lnTo>
                  <a:pt x="5" y="39"/>
                </a:lnTo>
                <a:lnTo>
                  <a:pt x="5" y="40"/>
                </a:lnTo>
                <a:lnTo>
                  <a:pt x="4" y="42"/>
                </a:lnTo>
                <a:lnTo>
                  <a:pt x="4" y="44"/>
                </a:lnTo>
                <a:lnTo>
                  <a:pt x="3" y="45"/>
                </a:lnTo>
                <a:lnTo>
                  <a:pt x="3" y="47"/>
                </a:lnTo>
                <a:lnTo>
                  <a:pt x="3" y="49"/>
                </a:lnTo>
                <a:lnTo>
                  <a:pt x="2" y="50"/>
                </a:lnTo>
                <a:lnTo>
                  <a:pt x="2" y="52"/>
                </a:lnTo>
                <a:lnTo>
                  <a:pt x="2" y="54"/>
                </a:lnTo>
                <a:lnTo>
                  <a:pt x="2" y="55"/>
                </a:lnTo>
                <a:lnTo>
                  <a:pt x="2" y="57"/>
                </a:lnTo>
                <a:lnTo>
                  <a:pt x="2" y="59"/>
                </a:lnTo>
                <a:lnTo>
                  <a:pt x="2" y="60"/>
                </a:lnTo>
                <a:lnTo>
                  <a:pt x="3" y="62"/>
                </a:lnTo>
                <a:lnTo>
                  <a:pt x="3" y="64"/>
                </a:lnTo>
                <a:lnTo>
                  <a:pt x="3" y="65"/>
                </a:lnTo>
                <a:lnTo>
                  <a:pt x="4" y="67"/>
                </a:lnTo>
                <a:lnTo>
                  <a:pt x="4" y="69"/>
                </a:lnTo>
                <a:lnTo>
                  <a:pt x="5" y="70"/>
                </a:lnTo>
                <a:lnTo>
                  <a:pt x="5" y="72"/>
                </a:lnTo>
                <a:lnTo>
                  <a:pt x="6" y="73"/>
                </a:lnTo>
                <a:lnTo>
                  <a:pt x="7" y="75"/>
                </a:lnTo>
                <a:lnTo>
                  <a:pt x="9" y="77"/>
                </a:lnTo>
                <a:lnTo>
                  <a:pt x="9" y="78"/>
                </a:lnTo>
                <a:lnTo>
                  <a:pt x="10" y="80"/>
                </a:lnTo>
                <a:lnTo>
                  <a:pt x="11" y="81"/>
                </a:lnTo>
                <a:lnTo>
                  <a:pt x="12" y="83"/>
                </a:lnTo>
                <a:lnTo>
                  <a:pt x="14" y="84"/>
                </a:lnTo>
                <a:lnTo>
                  <a:pt x="15" y="85"/>
                </a:lnTo>
                <a:lnTo>
                  <a:pt x="16" y="87"/>
                </a:lnTo>
                <a:lnTo>
                  <a:pt x="17" y="88"/>
                </a:lnTo>
                <a:lnTo>
                  <a:pt x="18" y="89"/>
                </a:lnTo>
                <a:lnTo>
                  <a:pt x="20" y="91"/>
                </a:lnTo>
                <a:lnTo>
                  <a:pt x="21" y="92"/>
                </a:lnTo>
                <a:lnTo>
                  <a:pt x="23" y="94"/>
                </a:lnTo>
                <a:lnTo>
                  <a:pt x="24" y="95"/>
                </a:lnTo>
                <a:lnTo>
                  <a:pt x="26" y="96"/>
                </a:lnTo>
                <a:lnTo>
                  <a:pt x="27" y="98"/>
                </a:lnTo>
                <a:lnTo>
                  <a:pt x="29" y="99"/>
                </a:lnTo>
                <a:lnTo>
                  <a:pt x="31" y="100"/>
                </a:lnTo>
                <a:lnTo>
                  <a:pt x="32" y="101"/>
                </a:lnTo>
                <a:lnTo>
                  <a:pt x="34" y="102"/>
                </a:lnTo>
                <a:lnTo>
                  <a:pt x="36" y="102"/>
                </a:lnTo>
                <a:lnTo>
                  <a:pt x="38" y="103"/>
                </a:lnTo>
                <a:lnTo>
                  <a:pt x="40" y="104"/>
                </a:lnTo>
                <a:lnTo>
                  <a:pt x="41" y="105"/>
                </a:lnTo>
                <a:lnTo>
                  <a:pt x="43" y="105"/>
                </a:lnTo>
                <a:lnTo>
                  <a:pt x="45" y="106"/>
                </a:lnTo>
                <a:lnTo>
                  <a:pt x="47" y="107"/>
                </a:lnTo>
                <a:lnTo>
                  <a:pt x="49" y="107"/>
                </a:lnTo>
                <a:lnTo>
                  <a:pt x="51" y="108"/>
                </a:lnTo>
                <a:lnTo>
                  <a:pt x="53" y="108"/>
                </a:lnTo>
                <a:lnTo>
                  <a:pt x="55" y="109"/>
                </a:lnTo>
                <a:lnTo>
                  <a:pt x="57" y="109"/>
                </a:lnTo>
                <a:lnTo>
                  <a:pt x="59" y="109"/>
                </a:lnTo>
                <a:lnTo>
                  <a:pt x="61" y="109"/>
                </a:lnTo>
                <a:lnTo>
                  <a:pt x="64" y="110"/>
                </a:lnTo>
                <a:lnTo>
                  <a:pt x="66" y="110"/>
                </a:lnTo>
                <a:lnTo>
                  <a:pt x="68" y="110"/>
                </a:lnTo>
                <a:lnTo>
                  <a:pt x="70" y="110"/>
                </a:lnTo>
                <a:lnTo>
                  <a:pt x="72" y="110"/>
                </a:lnTo>
                <a:lnTo>
                  <a:pt x="74" y="110"/>
                </a:lnTo>
                <a:lnTo>
                  <a:pt x="76" y="110"/>
                </a:lnTo>
                <a:lnTo>
                  <a:pt x="78" y="109"/>
                </a:lnTo>
                <a:lnTo>
                  <a:pt x="80" y="109"/>
                </a:lnTo>
                <a:lnTo>
                  <a:pt x="82" y="109"/>
                </a:lnTo>
                <a:lnTo>
                  <a:pt x="84" y="109"/>
                </a:lnTo>
                <a:lnTo>
                  <a:pt x="86" y="108"/>
                </a:lnTo>
                <a:lnTo>
                  <a:pt x="88" y="108"/>
                </a:lnTo>
                <a:lnTo>
                  <a:pt x="90" y="107"/>
                </a:lnTo>
                <a:lnTo>
                  <a:pt x="92" y="107"/>
                </a:lnTo>
                <a:lnTo>
                  <a:pt x="94" y="106"/>
                </a:lnTo>
                <a:lnTo>
                  <a:pt x="96" y="105"/>
                </a:lnTo>
                <a:lnTo>
                  <a:pt x="98" y="105"/>
                </a:lnTo>
                <a:lnTo>
                  <a:pt x="100" y="104"/>
                </a:lnTo>
                <a:lnTo>
                  <a:pt x="102" y="103"/>
                </a:lnTo>
                <a:lnTo>
                  <a:pt x="104" y="102"/>
                </a:lnTo>
                <a:lnTo>
                  <a:pt x="106" y="102"/>
                </a:lnTo>
                <a:lnTo>
                  <a:pt x="107" y="101"/>
                </a:lnTo>
                <a:lnTo>
                  <a:pt x="109" y="100"/>
                </a:lnTo>
                <a:lnTo>
                  <a:pt x="111" y="99"/>
                </a:lnTo>
                <a:lnTo>
                  <a:pt x="112" y="98"/>
                </a:lnTo>
                <a:lnTo>
                  <a:pt x="114" y="96"/>
                </a:lnTo>
                <a:lnTo>
                  <a:pt x="115" y="95"/>
                </a:lnTo>
                <a:lnTo>
                  <a:pt x="117" y="94"/>
                </a:lnTo>
                <a:lnTo>
                  <a:pt x="118" y="92"/>
                </a:lnTo>
                <a:lnTo>
                  <a:pt x="120" y="91"/>
                </a:lnTo>
                <a:lnTo>
                  <a:pt x="121" y="89"/>
                </a:lnTo>
                <a:lnTo>
                  <a:pt x="122" y="88"/>
                </a:lnTo>
                <a:lnTo>
                  <a:pt x="124" y="87"/>
                </a:lnTo>
                <a:lnTo>
                  <a:pt x="125" y="85"/>
                </a:lnTo>
                <a:lnTo>
                  <a:pt x="126" y="84"/>
                </a:lnTo>
                <a:lnTo>
                  <a:pt x="127" y="83"/>
                </a:lnTo>
                <a:lnTo>
                  <a:pt x="128" y="81"/>
                </a:lnTo>
                <a:lnTo>
                  <a:pt x="129" y="80"/>
                </a:lnTo>
                <a:lnTo>
                  <a:pt x="130" y="78"/>
                </a:lnTo>
                <a:lnTo>
                  <a:pt x="131" y="77"/>
                </a:lnTo>
                <a:lnTo>
                  <a:pt x="132" y="75"/>
                </a:lnTo>
                <a:lnTo>
                  <a:pt x="133" y="73"/>
                </a:lnTo>
                <a:lnTo>
                  <a:pt x="133" y="72"/>
                </a:lnTo>
                <a:lnTo>
                  <a:pt x="134" y="70"/>
                </a:lnTo>
                <a:lnTo>
                  <a:pt x="134" y="69"/>
                </a:lnTo>
                <a:lnTo>
                  <a:pt x="135" y="67"/>
                </a:lnTo>
                <a:lnTo>
                  <a:pt x="135" y="65"/>
                </a:lnTo>
                <a:lnTo>
                  <a:pt x="136" y="64"/>
                </a:lnTo>
                <a:lnTo>
                  <a:pt x="136" y="62"/>
                </a:lnTo>
                <a:lnTo>
                  <a:pt x="136" y="60"/>
                </a:lnTo>
                <a:lnTo>
                  <a:pt x="136" y="59"/>
                </a:lnTo>
                <a:lnTo>
                  <a:pt x="136" y="57"/>
                </a:lnTo>
                <a:lnTo>
                  <a:pt x="136" y="55"/>
                </a:lnTo>
                <a:moveTo>
                  <a:pt x="139" y="55"/>
                </a:moveTo>
                <a:lnTo>
                  <a:pt x="139" y="57"/>
                </a:lnTo>
                <a:lnTo>
                  <a:pt x="139" y="59"/>
                </a:lnTo>
                <a:lnTo>
                  <a:pt x="138" y="61"/>
                </a:lnTo>
                <a:lnTo>
                  <a:pt x="138" y="62"/>
                </a:lnTo>
                <a:lnTo>
                  <a:pt x="138" y="64"/>
                </a:lnTo>
                <a:lnTo>
                  <a:pt x="138" y="66"/>
                </a:lnTo>
                <a:lnTo>
                  <a:pt x="137" y="67"/>
                </a:lnTo>
                <a:lnTo>
                  <a:pt x="137" y="69"/>
                </a:lnTo>
                <a:lnTo>
                  <a:pt x="136" y="71"/>
                </a:lnTo>
                <a:lnTo>
                  <a:pt x="135" y="72"/>
                </a:lnTo>
                <a:lnTo>
                  <a:pt x="135" y="74"/>
                </a:lnTo>
                <a:lnTo>
                  <a:pt x="134" y="76"/>
                </a:lnTo>
                <a:lnTo>
                  <a:pt x="133" y="77"/>
                </a:lnTo>
                <a:lnTo>
                  <a:pt x="132" y="79"/>
                </a:lnTo>
                <a:lnTo>
                  <a:pt x="131" y="80"/>
                </a:lnTo>
                <a:lnTo>
                  <a:pt x="130" y="82"/>
                </a:lnTo>
                <a:lnTo>
                  <a:pt x="129" y="84"/>
                </a:lnTo>
                <a:lnTo>
                  <a:pt x="128" y="85"/>
                </a:lnTo>
                <a:lnTo>
                  <a:pt x="127" y="86"/>
                </a:lnTo>
                <a:lnTo>
                  <a:pt x="126" y="88"/>
                </a:lnTo>
                <a:lnTo>
                  <a:pt x="124" y="89"/>
                </a:lnTo>
                <a:lnTo>
                  <a:pt x="123" y="91"/>
                </a:lnTo>
                <a:lnTo>
                  <a:pt x="122" y="92"/>
                </a:lnTo>
                <a:lnTo>
                  <a:pt x="120" y="94"/>
                </a:lnTo>
                <a:lnTo>
                  <a:pt x="119" y="95"/>
                </a:lnTo>
                <a:lnTo>
                  <a:pt x="117" y="97"/>
                </a:lnTo>
                <a:lnTo>
                  <a:pt x="115" y="98"/>
                </a:lnTo>
                <a:lnTo>
                  <a:pt x="114" y="99"/>
                </a:lnTo>
                <a:lnTo>
                  <a:pt x="112" y="100"/>
                </a:lnTo>
                <a:lnTo>
                  <a:pt x="110" y="101"/>
                </a:lnTo>
                <a:lnTo>
                  <a:pt x="109" y="102"/>
                </a:lnTo>
                <a:lnTo>
                  <a:pt x="107" y="103"/>
                </a:lnTo>
                <a:lnTo>
                  <a:pt x="105" y="104"/>
                </a:lnTo>
                <a:lnTo>
                  <a:pt x="103" y="105"/>
                </a:lnTo>
                <a:lnTo>
                  <a:pt x="101" y="106"/>
                </a:lnTo>
                <a:lnTo>
                  <a:pt x="99" y="106"/>
                </a:lnTo>
                <a:lnTo>
                  <a:pt x="97" y="107"/>
                </a:lnTo>
                <a:lnTo>
                  <a:pt x="95" y="108"/>
                </a:lnTo>
                <a:lnTo>
                  <a:pt x="93" y="108"/>
                </a:lnTo>
                <a:lnTo>
                  <a:pt x="91" y="109"/>
                </a:lnTo>
                <a:lnTo>
                  <a:pt x="89" y="110"/>
                </a:lnTo>
                <a:lnTo>
                  <a:pt x="87" y="110"/>
                </a:lnTo>
                <a:lnTo>
                  <a:pt x="85" y="110"/>
                </a:lnTo>
                <a:lnTo>
                  <a:pt x="83" y="111"/>
                </a:lnTo>
                <a:lnTo>
                  <a:pt x="81" y="111"/>
                </a:lnTo>
                <a:lnTo>
                  <a:pt x="78" y="111"/>
                </a:lnTo>
                <a:lnTo>
                  <a:pt x="76" y="111"/>
                </a:lnTo>
                <a:lnTo>
                  <a:pt x="74" y="112"/>
                </a:lnTo>
                <a:lnTo>
                  <a:pt x="72" y="112"/>
                </a:lnTo>
                <a:lnTo>
                  <a:pt x="70" y="112"/>
                </a:lnTo>
                <a:lnTo>
                  <a:pt x="68" y="112"/>
                </a:lnTo>
                <a:lnTo>
                  <a:pt x="65" y="112"/>
                </a:lnTo>
                <a:lnTo>
                  <a:pt x="63" y="111"/>
                </a:lnTo>
                <a:lnTo>
                  <a:pt x="61" y="111"/>
                </a:lnTo>
                <a:lnTo>
                  <a:pt x="59" y="111"/>
                </a:lnTo>
                <a:lnTo>
                  <a:pt x="57" y="111"/>
                </a:lnTo>
                <a:lnTo>
                  <a:pt x="55" y="110"/>
                </a:lnTo>
                <a:lnTo>
                  <a:pt x="53" y="110"/>
                </a:lnTo>
                <a:lnTo>
                  <a:pt x="51" y="110"/>
                </a:lnTo>
                <a:lnTo>
                  <a:pt x="48" y="109"/>
                </a:lnTo>
                <a:lnTo>
                  <a:pt x="46" y="108"/>
                </a:lnTo>
                <a:lnTo>
                  <a:pt x="44" y="108"/>
                </a:lnTo>
                <a:lnTo>
                  <a:pt x="42" y="107"/>
                </a:lnTo>
                <a:lnTo>
                  <a:pt x="40" y="106"/>
                </a:lnTo>
                <a:lnTo>
                  <a:pt x="38" y="106"/>
                </a:lnTo>
                <a:lnTo>
                  <a:pt x="37" y="105"/>
                </a:lnTo>
                <a:lnTo>
                  <a:pt x="35" y="104"/>
                </a:lnTo>
                <a:lnTo>
                  <a:pt x="33" y="103"/>
                </a:lnTo>
                <a:lnTo>
                  <a:pt x="31" y="102"/>
                </a:lnTo>
                <a:lnTo>
                  <a:pt x="29" y="101"/>
                </a:lnTo>
                <a:lnTo>
                  <a:pt x="28" y="100"/>
                </a:lnTo>
                <a:lnTo>
                  <a:pt x="26" y="99"/>
                </a:lnTo>
                <a:lnTo>
                  <a:pt x="24" y="98"/>
                </a:lnTo>
                <a:lnTo>
                  <a:pt x="23" y="97"/>
                </a:lnTo>
                <a:lnTo>
                  <a:pt x="21" y="95"/>
                </a:lnTo>
                <a:lnTo>
                  <a:pt x="20" y="94"/>
                </a:lnTo>
                <a:lnTo>
                  <a:pt x="18" y="92"/>
                </a:lnTo>
                <a:lnTo>
                  <a:pt x="17" y="91"/>
                </a:lnTo>
                <a:lnTo>
                  <a:pt x="15" y="89"/>
                </a:lnTo>
                <a:lnTo>
                  <a:pt x="14" y="88"/>
                </a:lnTo>
                <a:lnTo>
                  <a:pt x="13" y="86"/>
                </a:lnTo>
                <a:lnTo>
                  <a:pt x="12" y="85"/>
                </a:lnTo>
                <a:lnTo>
                  <a:pt x="10" y="84"/>
                </a:lnTo>
                <a:lnTo>
                  <a:pt x="9" y="82"/>
                </a:lnTo>
                <a:lnTo>
                  <a:pt x="7" y="80"/>
                </a:lnTo>
                <a:lnTo>
                  <a:pt x="6" y="79"/>
                </a:lnTo>
                <a:lnTo>
                  <a:pt x="6" y="77"/>
                </a:lnTo>
                <a:lnTo>
                  <a:pt x="5" y="76"/>
                </a:lnTo>
                <a:lnTo>
                  <a:pt x="4" y="74"/>
                </a:lnTo>
                <a:lnTo>
                  <a:pt x="3" y="72"/>
                </a:lnTo>
                <a:lnTo>
                  <a:pt x="3" y="71"/>
                </a:lnTo>
                <a:lnTo>
                  <a:pt x="2" y="69"/>
                </a:lnTo>
                <a:lnTo>
                  <a:pt x="2" y="67"/>
                </a:lnTo>
                <a:lnTo>
                  <a:pt x="1" y="66"/>
                </a:lnTo>
                <a:lnTo>
                  <a:pt x="1" y="64"/>
                </a:lnTo>
                <a:lnTo>
                  <a:pt x="0" y="62"/>
                </a:lnTo>
                <a:lnTo>
                  <a:pt x="0" y="61"/>
                </a:lnTo>
                <a:lnTo>
                  <a:pt x="0" y="59"/>
                </a:lnTo>
                <a:lnTo>
                  <a:pt x="0" y="57"/>
                </a:lnTo>
                <a:lnTo>
                  <a:pt x="0" y="55"/>
                </a:lnTo>
                <a:lnTo>
                  <a:pt x="0" y="54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lnTo>
                  <a:pt x="1" y="47"/>
                </a:lnTo>
                <a:lnTo>
                  <a:pt x="1" y="45"/>
                </a:lnTo>
                <a:lnTo>
                  <a:pt x="2" y="43"/>
                </a:lnTo>
                <a:lnTo>
                  <a:pt x="2" y="42"/>
                </a:lnTo>
                <a:lnTo>
                  <a:pt x="3" y="40"/>
                </a:lnTo>
                <a:lnTo>
                  <a:pt x="3" y="38"/>
                </a:lnTo>
                <a:lnTo>
                  <a:pt x="4" y="37"/>
                </a:lnTo>
                <a:lnTo>
                  <a:pt x="5" y="35"/>
                </a:lnTo>
                <a:lnTo>
                  <a:pt x="6" y="33"/>
                </a:lnTo>
                <a:lnTo>
                  <a:pt x="6" y="32"/>
                </a:lnTo>
                <a:lnTo>
                  <a:pt x="7" y="30"/>
                </a:lnTo>
                <a:lnTo>
                  <a:pt x="9" y="29"/>
                </a:lnTo>
                <a:lnTo>
                  <a:pt x="10" y="27"/>
                </a:lnTo>
                <a:lnTo>
                  <a:pt x="12" y="26"/>
                </a:lnTo>
                <a:lnTo>
                  <a:pt x="13" y="24"/>
                </a:lnTo>
                <a:lnTo>
                  <a:pt x="14" y="23"/>
                </a:lnTo>
                <a:lnTo>
                  <a:pt x="15" y="21"/>
                </a:lnTo>
                <a:lnTo>
                  <a:pt x="17" y="20"/>
                </a:lnTo>
                <a:lnTo>
                  <a:pt x="18" y="19"/>
                </a:lnTo>
                <a:lnTo>
                  <a:pt x="20" y="18"/>
                </a:lnTo>
                <a:lnTo>
                  <a:pt x="21" y="16"/>
                </a:lnTo>
                <a:lnTo>
                  <a:pt x="23" y="15"/>
                </a:lnTo>
                <a:lnTo>
                  <a:pt x="24" y="14"/>
                </a:lnTo>
                <a:lnTo>
                  <a:pt x="26" y="13"/>
                </a:lnTo>
                <a:lnTo>
                  <a:pt x="28" y="12"/>
                </a:lnTo>
                <a:lnTo>
                  <a:pt x="29" y="11"/>
                </a:lnTo>
                <a:lnTo>
                  <a:pt x="31" y="10"/>
                </a:lnTo>
                <a:lnTo>
                  <a:pt x="33" y="9"/>
                </a:lnTo>
                <a:lnTo>
                  <a:pt x="35" y="8"/>
                </a:lnTo>
                <a:lnTo>
                  <a:pt x="37" y="7"/>
                </a:lnTo>
                <a:lnTo>
                  <a:pt x="38" y="6"/>
                </a:lnTo>
                <a:lnTo>
                  <a:pt x="40" y="5"/>
                </a:lnTo>
                <a:lnTo>
                  <a:pt x="42" y="5"/>
                </a:lnTo>
                <a:lnTo>
                  <a:pt x="44" y="4"/>
                </a:lnTo>
                <a:lnTo>
                  <a:pt x="46" y="3"/>
                </a:lnTo>
                <a:lnTo>
                  <a:pt x="48" y="3"/>
                </a:lnTo>
                <a:lnTo>
                  <a:pt x="51" y="2"/>
                </a:lnTo>
                <a:lnTo>
                  <a:pt x="53" y="2"/>
                </a:lnTo>
                <a:lnTo>
                  <a:pt x="55" y="1"/>
                </a:lnTo>
                <a:lnTo>
                  <a:pt x="57" y="1"/>
                </a:lnTo>
                <a:lnTo>
                  <a:pt x="59" y="1"/>
                </a:lnTo>
                <a:lnTo>
                  <a:pt x="61" y="1"/>
                </a:lnTo>
                <a:lnTo>
                  <a:pt x="63" y="0"/>
                </a:lnTo>
                <a:lnTo>
                  <a:pt x="65" y="0"/>
                </a:lnTo>
                <a:lnTo>
                  <a:pt x="68" y="0"/>
                </a:lnTo>
                <a:lnTo>
                  <a:pt x="70" y="0"/>
                </a:lnTo>
                <a:lnTo>
                  <a:pt x="72" y="0"/>
                </a:lnTo>
                <a:lnTo>
                  <a:pt x="74" y="0"/>
                </a:lnTo>
                <a:lnTo>
                  <a:pt x="76" y="0"/>
                </a:lnTo>
                <a:lnTo>
                  <a:pt x="78" y="1"/>
                </a:lnTo>
                <a:lnTo>
                  <a:pt x="81" y="1"/>
                </a:lnTo>
                <a:lnTo>
                  <a:pt x="83" y="1"/>
                </a:lnTo>
                <a:lnTo>
                  <a:pt x="85" y="1"/>
                </a:lnTo>
                <a:lnTo>
                  <a:pt x="87" y="2"/>
                </a:lnTo>
                <a:lnTo>
                  <a:pt x="89" y="2"/>
                </a:lnTo>
                <a:lnTo>
                  <a:pt x="91" y="3"/>
                </a:lnTo>
                <a:lnTo>
                  <a:pt x="93" y="3"/>
                </a:lnTo>
                <a:lnTo>
                  <a:pt x="95" y="4"/>
                </a:lnTo>
                <a:lnTo>
                  <a:pt x="97" y="5"/>
                </a:lnTo>
                <a:lnTo>
                  <a:pt x="99" y="5"/>
                </a:lnTo>
                <a:lnTo>
                  <a:pt x="101" y="6"/>
                </a:lnTo>
                <a:lnTo>
                  <a:pt x="103" y="7"/>
                </a:lnTo>
                <a:lnTo>
                  <a:pt x="105" y="8"/>
                </a:lnTo>
                <a:lnTo>
                  <a:pt x="107" y="9"/>
                </a:lnTo>
                <a:lnTo>
                  <a:pt x="109" y="10"/>
                </a:lnTo>
                <a:lnTo>
                  <a:pt x="110" y="11"/>
                </a:lnTo>
                <a:lnTo>
                  <a:pt x="112" y="12"/>
                </a:lnTo>
                <a:lnTo>
                  <a:pt x="114" y="13"/>
                </a:lnTo>
                <a:lnTo>
                  <a:pt x="115" y="14"/>
                </a:lnTo>
                <a:lnTo>
                  <a:pt x="117" y="15"/>
                </a:lnTo>
                <a:lnTo>
                  <a:pt x="119" y="16"/>
                </a:lnTo>
                <a:lnTo>
                  <a:pt x="120" y="18"/>
                </a:lnTo>
                <a:lnTo>
                  <a:pt x="122" y="19"/>
                </a:lnTo>
                <a:lnTo>
                  <a:pt x="123" y="20"/>
                </a:lnTo>
                <a:lnTo>
                  <a:pt x="124" y="21"/>
                </a:lnTo>
                <a:lnTo>
                  <a:pt x="126" y="23"/>
                </a:lnTo>
                <a:lnTo>
                  <a:pt x="127" y="24"/>
                </a:lnTo>
                <a:lnTo>
                  <a:pt x="128" y="26"/>
                </a:lnTo>
                <a:lnTo>
                  <a:pt x="129" y="27"/>
                </a:lnTo>
                <a:lnTo>
                  <a:pt x="130" y="29"/>
                </a:lnTo>
                <a:lnTo>
                  <a:pt x="131" y="30"/>
                </a:lnTo>
                <a:lnTo>
                  <a:pt x="132" y="32"/>
                </a:lnTo>
                <a:lnTo>
                  <a:pt x="133" y="33"/>
                </a:lnTo>
                <a:lnTo>
                  <a:pt x="134" y="35"/>
                </a:lnTo>
                <a:lnTo>
                  <a:pt x="135" y="37"/>
                </a:lnTo>
                <a:lnTo>
                  <a:pt x="135" y="38"/>
                </a:lnTo>
                <a:lnTo>
                  <a:pt x="136" y="40"/>
                </a:lnTo>
                <a:lnTo>
                  <a:pt x="137" y="42"/>
                </a:lnTo>
                <a:lnTo>
                  <a:pt x="137" y="43"/>
                </a:lnTo>
                <a:lnTo>
                  <a:pt x="138" y="45"/>
                </a:lnTo>
                <a:lnTo>
                  <a:pt x="138" y="47"/>
                </a:lnTo>
                <a:lnTo>
                  <a:pt x="138" y="48"/>
                </a:lnTo>
                <a:lnTo>
                  <a:pt x="138" y="50"/>
                </a:lnTo>
                <a:lnTo>
                  <a:pt x="139" y="52"/>
                </a:lnTo>
                <a:lnTo>
                  <a:pt x="139" y="54"/>
                </a:lnTo>
                <a:lnTo>
                  <a:pt x="139" y="55"/>
                </a:lnTo>
                <a:close/>
              </a:path>
            </a:pathLst>
          </a:custGeom>
          <a:solidFill>
            <a:srgbClr val="fffc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7" name=""/>
          <p:cNvSpPr/>
          <p:nvPr/>
        </p:nvSpPr>
        <p:spPr>
          <a:xfrm>
            <a:off x="4953240" y="1807200"/>
            <a:ext cx="51480" cy="41760"/>
          </a:xfrm>
          <a:custGeom>
            <a:avLst/>
            <a:gdLst/>
            <a:ahLst/>
            <a:rect l="0" t="0" r="r" b="b"/>
            <a:pathLst>
              <a:path w="143" h="116">
                <a:moveTo>
                  <a:pt x="141" y="58"/>
                </a:moveTo>
                <a:lnTo>
                  <a:pt x="141" y="57"/>
                </a:lnTo>
                <a:lnTo>
                  <a:pt x="141" y="55"/>
                </a:lnTo>
                <a:lnTo>
                  <a:pt x="140" y="52"/>
                </a:lnTo>
                <a:lnTo>
                  <a:pt x="140" y="50"/>
                </a:lnTo>
                <a:lnTo>
                  <a:pt x="140" y="49"/>
                </a:lnTo>
                <a:lnTo>
                  <a:pt x="140" y="47"/>
                </a:lnTo>
                <a:lnTo>
                  <a:pt x="139" y="45"/>
                </a:lnTo>
                <a:lnTo>
                  <a:pt x="139" y="44"/>
                </a:lnTo>
                <a:lnTo>
                  <a:pt x="138" y="42"/>
                </a:lnTo>
                <a:lnTo>
                  <a:pt x="137" y="40"/>
                </a:lnTo>
                <a:lnTo>
                  <a:pt x="137" y="39"/>
                </a:lnTo>
                <a:lnTo>
                  <a:pt x="136" y="37"/>
                </a:lnTo>
                <a:lnTo>
                  <a:pt x="135" y="35"/>
                </a:lnTo>
                <a:lnTo>
                  <a:pt x="134" y="34"/>
                </a:lnTo>
                <a:lnTo>
                  <a:pt x="133" y="32"/>
                </a:lnTo>
                <a:lnTo>
                  <a:pt x="132" y="31"/>
                </a:lnTo>
                <a:lnTo>
                  <a:pt x="131" y="29"/>
                </a:lnTo>
                <a:lnTo>
                  <a:pt x="130" y="28"/>
                </a:lnTo>
                <a:lnTo>
                  <a:pt x="129" y="26"/>
                </a:lnTo>
                <a:lnTo>
                  <a:pt x="128" y="25"/>
                </a:lnTo>
                <a:lnTo>
                  <a:pt x="126" y="23"/>
                </a:lnTo>
                <a:lnTo>
                  <a:pt x="125" y="22"/>
                </a:lnTo>
                <a:lnTo>
                  <a:pt x="124" y="21"/>
                </a:lnTo>
                <a:lnTo>
                  <a:pt x="122" y="20"/>
                </a:lnTo>
                <a:lnTo>
                  <a:pt x="121" y="18"/>
                </a:lnTo>
                <a:lnTo>
                  <a:pt x="119" y="17"/>
                </a:lnTo>
                <a:lnTo>
                  <a:pt x="117" y="16"/>
                </a:lnTo>
                <a:lnTo>
                  <a:pt x="116" y="15"/>
                </a:lnTo>
                <a:lnTo>
                  <a:pt x="114" y="14"/>
                </a:lnTo>
                <a:lnTo>
                  <a:pt x="112" y="13"/>
                </a:lnTo>
                <a:lnTo>
                  <a:pt x="111" y="12"/>
                </a:lnTo>
                <a:lnTo>
                  <a:pt x="109" y="11"/>
                </a:lnTo>
                <a:lnTo>
                  <a:pt x="107" y="10"/>
                </a:lnTo>
                <a:lnTo>
                  <a:pt x="105" y="9"/>
                </a:lnTo>
                <a:lnTo>
                  <a:pt x="103" y="8"/>
                </a:lnTo>
                <a:lnTo>
                  <a:pt x="101" y="7"/>
                </a:lnTo>
                <a:lnTo>
                  <a:pt x="99" y="7"/>
                </a:lnTo>
                <a:lnTo>
                  <a:pt x="97" y="6"/>
                </a:lnTo>
                <a:lnTo>
                  <a:pt x="95" y="5"/>
                </a:lnTo>
                <a:lnTo>
                  <a:pt x="93" y="5"/>
                </a:lnTo>
                <a:lnTo>
                  <a:pt x="91" y="4"/>
                </a:lnTo>
                <a:lnTo>
                  <a:pt x="89" y="4"/>
                </a:lnTo>
                <a:lnTo>
                  <a:pt x="87" y="3"/>
                </a:lnTo>
                <a:lnTo>
                  <a:pt x="84" y="3"/>
                </a:lnTo>
                <a:lnTo>
                  <a:pt x="82" y="3"/>
                </a:lnTo>
                <a:lnTo>
                  <a:pt x="79" y="3"/>
                </a:lnTo>
                <a:lnTo>
                  <a:pt x="77" y="2"/>
                </a:lnTo>
                <a:lnTo>
                  <a:pt x="75" y="2"/>
                </a:lnTo>
                <a:lnTo>
                  <a:pt x="73" y="2"/>
                </a:lnTo>
                <a:lnTo>
                  <a:pt x="71" y="2"/>
                </a:lnTo>
                <a:lnTo>
                  <a:pt x="69" y="2"/>
                </a:lnTo>
                <a:lnTo>
                  <a:pt x="66" y="2"/>
                </a:lnTo>
                <a:lnTo>
                  <a:pt x="64" y="2"/>
                </a:lnTo>
                <a:lnTo>
                  <a:pt x="62" y="3"/>
                </a:lnTo>
                <a:lnTo>
                  <a:pt x="60" y="3"/>
                </a:lnTo>
                <a:lnTo>
                  <a:pt x="58" y="3"/>
                </a:lnTo>
                <a:lnTo>
                  <a:pt x="56" y="3"/>
                </a:lnTo>
                <a:lnTo>
                  <a:pt x="54" y="4"/>
                </a:lnTo>
                <a:lnTo>
                  <a:pt x="52" y="4"/>
                </a:lnTo>
                <a:lnTo>
                  <a:pt x="49" y="5"/>
                </a:lnTo>
                <a:lnTo>
                  <a:pt x="47" y="5"/>
                </a:lnTo>
                <a:lnTo>
                  <a:pt x="45" y="6"/>
                </a:lnTo>
                <a:lnTo>
                  <a:pt x="43" y="7"/>
                </a:lnTo>
                <a:lnTo>
                  <a:pt x="41" y="7"/>
                </a:lnTo>
                <a:lnTo>
                  <a:pt x="39" y="8"/>
                </a:lnTo>
                <a:lnTo>
                  <a:pt x="38" y="9"/>
                </a:lnTo>
                <a:lnTo>
                  <a:pt x="36" y="10"/>
                </a:lnTo>
                <a:lnTo>
                  <a:pt x="34" y="11"/>
                </a:lnTo>
                <a:lnTo>
                  <a:pt x="32" y="12"/>
                </a:lnTo>
                <a:lnTo>
                  <a:pt x="30" y="13"/>
                </a:lnTo>
                <a:lnTo>
                  <a:pt x="29" y="14"/>
                </a:lnTo>
                <a:lnTo>
                  <a:pt x="27" y="15"/>
                </a:lnTo>
                <a:lnTo>
                  <a:pt x="25" y="16"/>
                </a:lnTo>
                <a:lnTo>
                  <a:pt x="24" y="17"/>
                </a:lnTo>
                <a:lnTo>
                  <a:pt x="22" y="18"/>
                </a:lnTo>
                <a:lnTo>
                  <a:pt x="21" y="20"/>
                </a:lnTo>
                <a:lnTo>
                  <a:pt x="19" y="21"/>
                </a:lnTo>
                <a:lnTo>
                  <a:pt x="18" y="22"/>
                </a:lnTo>
                <a:lnTo>
                  <a:pt x="16" y="23"/>
                </a:lnTo>
                <a:lnTo>
                  <a:pt x="15" y="25"/>
                </a:lnTo>
                <a:lnTo>
                  <a:pt x="14" y="26"/>
                </a:lnTo>
                <a:lnTo>
                  <a:pt x="13" y="28"/>
                </a:lnTo>
                <a:lnTo>
                  <a:pt x="11" y="29"/>
                </a:lnTo>
                <a:lnTo>
                  <a:pt x="10" y="31"/>
                </a:lnTo>
                <a:lnTo>
                  <a:pt x="9" y="32"/>
                </a:lnTo>
                <a:lnTo>
                  <a:pt x="8" y="34"/>
                </a:lnTo>
                <a:lnTo>
                  <a:pt x="8" y="35"/>
                </a:lnTo>
                <a:lnTo>
                  <a:pt x="7" y="37"/>
                </a:lnTo>
                <a:lnTo>
                  <a:pt x="6" y="39"/>
                </a:lnTo>
                <a:lnTo>
                  <a:pt x="5" y="40"/>
                </a:lnTo>
                <a:lnTo>
                  <a:pt x="5" y="42"/>
                </a:lnTo>
                <a:lnTo>
                  <a:pt x="4" y="44"/>
                </a:lnTo>
                <a:lnTo>
                  <a:pt x="4" y="45"/>
                </a:lnTo>
                <a:lnTo>
                  <a:pt x="3" y="47"/>
                </a:lnTo>
                <a:lnTo>
                  <a:pt x="3" y="49"/>
                </a:lnTo>
                <a:lnTo>
                  <a:pt x="2" y="50"/>
                </a:lnTo>
                <a:lnTo>
                  <a:pt x="2" y="52"/>
                </a:lnTo>
                <a:lnTo>
                  <a:pt x="2" y="55"/>
                </a:lnTo>
                <a:lnTo>
                  <a:pt x="2" y="57"/>
                </a:lnTo>
                <a:lnTo>
                  <a:pt x="2" y="58"/>
                </a:lnTo>
                <a:lnTo>
                  <a:pt x="2" y="60"/>
                </a:lnTo>
                <a:lnTo>
                  <a:pt x="2" y="62"/>
                </a:lnTo>
                <a:lnTo>
                  <a:pt x="2" y="64"/>
                </a:lnTo>
                <a:lnTo>
                  <a:pt x="2" y="65"/>
                </a:lnTo>
                <a:lnTo>
                  <a:pt x="3" y="67"/>
                </a:lnTo>
                <a:lnTo>
                  <a:pt x="3" y="69"/>
                </a:lnTo>
                <a:lnTo>
                  <a:pt x="4" y="70"/>
                </a:lnTo>
                <a:lnTo>
                  <a:pt x="4" y="72"/>
                </a:lnTo>
                <a:lnTo>
                  <a:pt x="5" y="74"/>
                </a:lnTo>
                <a:lnTo>
                  <a:pt x="5" y="75"/>
                </a:lnTo>
                <a:lnTo>
                  <a:pt x="6" y="77"/>
                </a:lnTo>
                <a:lnTo>
                  <a:pt x="7" y="79"/>
                </a:lnTo>
                <a:lnTo>
                  <a:pt x="8" y="80"/>
                </a:lnTo>
                <a:lnTo>
                  <a:pt x="8" y="82"/>
                </a:lnTo>
                <a:lnTo>
                  <a:pt x="9" y="83"/>
                </a:lnTo>
                <a:lnTo>
                  <a:pt x="10" y="85"/>
                </a:lnTo>
                <a:lnTo>
                  <a:pt x="11" y="87"/>
                </a:lnTo>
                <a:lnTo>
                  <a:pt x="13" y="88"/>
                </a:lnTo>
                <a:lnTo>
                  <a:pt x="14" y="89"/>
                </a:lnTo>
                <a:lnTo>
                  <a:pt x="15" y="91"/>
                </a:lnTo>
                <a:lnTo>
                  <a:pt x="16" y="92"/>
                </a:lnTo>
                <a:lnTo>
                  <a:pt x="18" y="94"/>
                </a:lnTo>
                <a:lnTo>
                  <a:pt x="19" y="95"/>
                </a:lnTo>
                <a:lnTo>
                  <a:pt x="21" y="96"/>
                </a:lnTo>
                <a:lnTo>
                  <a:pt x="22" y="97"/>
                </a:lnTo>
                <a:lnTo>
                  <a:pt x="24" y="99"/>
                </a:lnTo>
                <a:lnTo>
                  <a:pt x="25" y="100"/>
                </a:lnTo>
                <a:lnTo>
                  <a:pt x="27" y="101"/>
                </a:lnTo>
                <a:lnTo>
                  <a:pt x="29" y="102"/>
                </a:lnTo>
                <a:lnTo>
                  <a:pt x="30" y="103"/>
                </a:lnTo>
                <a:lnTo>
                  <a:pt x="32" y="104"/>
                </a:lnTo>
                <a:lnTo>
                  <a:pt x="34" y="105"/>
                </a:lnTo>
                <a:lnTo>
                  <a:pt x="36" y="106"/>
                </a:lnTo>
                <a:lnTo>
                  <a:pt x="38" y="107"/>
                </a:lnTo>
                <a:lnTo>
                  <a:pt x="39" y="108"/>
                </a:lnTo>
                <a:lnTo>
                  <a:pt x="41" y="108"/>
                </a:lnTo>
                <a:lnTo>
                  <a:pt x="43" y="109"/>
                </a:lnTo>
                <a:lnTo>
                  <a:pt x="45" y="110"/>
                </a:lnTo>
                <a:lnTo>
                  <a:pt x="47" y="110"/>
                </a:lnTo>
                <a:lnTo>
                  <a:pt x="49" y="111"/>
                </a:lnTo>
                <a:lnTo>
                  <a:pt x="52" y="112"/>
                </a:lnTo>
                <a:lnTo>
                  <a:pt x="54" y="112"/>
                </a:lnTo>
                <a:lnTo>
                  <a:pt x="56" y="112"/>
                </a:lnTo>
                <a:lnTo>
                  <a:pt x="58" y="113"/>
                </a:lnTo>
                <a:lnTo>
                  <a:pt x="60" y="113"/>
                </a:lnTo>
                <a:lnTo>
                  <a:pt x="62" y="113"/>
                </a:lnTo>
                <a:lnTo>
                  <a:pt x="64" y="113"/>
                </a:lnTo>
                <a:lnTo>
                  <a:pt x="66" y="114"/>
                </a:lnTo>
                <a:lnTo>
                  <a:pt x="69" y="114"/>
                </a:lnTo>
                <a:lnTo>
                  <a:pt x="71" y="114"/>
                </a:lnTo>
                <a:lnTo>
                  <a:pt x="73" y="114"/>
                </a:lnTo>
                <a:lnTo>
                  <a:pt x="75" y="114"/>
                </a:lnTo>
                <a:lnTo>
                  <a:pt x="77" y="113"/>
                </a:lnTo>
                <a:lnTo>
                  <a:pt x="79" y="113"/>
                </a:lnTo>
                <a:lnTo>
                  <a:pt x="82" y="113"/>
                </a:lnTo>
                <a:lnTo>
                  <a:pt x="84" y="113"/>
                </a:lnTo>
                <a:lnTo>
                  <a:pt x="87" y="112"/>
                </a:lnTo>
                <a:lnTo>
                  <a:pt x="89" y="112"/>
                </a:lnTo>
                <a:lnTo>
                  <a:pt x="91" y="112"/>
                </a:lnTo>
                <a:lnTo>
                  <a:pt x="93" y="111"/>
                </a:lnTo>
                <a:lnTo>
                  <a:pt x="95" y="110"/>
                </a:lnTo>
                <a:lnTo>
                  <a:pt x="97" y="110"/>
                </a:lnTo>
                <a:lnTo>
                  <a:pt x="99" y="109"/>
                </a:lnTo>
                <a:lnTo>
                  <a:pt x="101" y="108"/>
                </a:lnTo>
                <a:lnTo>
                  <a:pt x="103" y="108"/>
                </a:lnTo>
                <a:lnTo>
                  <a:pt x="105" y="107"/>
                </a:lnTo>
                <a:lnTo>
                  <a:pt x="107" y="106"/>
                </a:lnTo>
                <a:lnTo>
                  <a:pt x="109" y="105"/>
                </a:lnTo>
                <a:lnTo>
                  <a:pt x="111" y="104"/>
                </a:lnTo>
                <a:lnTo>
                  <a:pt x="112" y="103"/>
                </a:lnTo>
                <a:lnTo>
                  <a:pt x="114" y="102"/>
                </a:lnTo>
                <a:lnTo>
                  <a:pt x="116" y="101"/>
                </a:lnTo>
                <a:lnTo>
                  <a:pt x="117" y="100"/>
                </a:lnTo>
                <a:lnTo>
                  <a:pt x="119" y="99"/>
                </a:lnTo>
                <a:lnTo>
                  <a:pt x="121" y="97"/>
                </a:lnTo>
                <a:lnTo>
                  <a:pt x="122" y="96"/>
                </a:lnTo>
                <a:lnTo>
                  <a:pt x="124" y="95"/>
                </a:lnTo>
                <a:lnTo>
                  <a:pt x="125" y="94"/>
                </a:lnTo>
                <a:lnTo>
                  <a:pt x="126" y="92"/>
                </a:lnTo>
                <a:lnTo>
                  <a:pt x="128" y="91"/>
                </a:lnTo>
                <a:lnTo>
                  <a:pt x="129" y="89"/>
                </a:lnTo>
                <a:lnTo>
                  <a:pt x="130" y="88"/>
                </a:lnTo>
                <a:lnTo>
                  <a:pt x="131" y="87"/>
                </a:lnTo>
                <a:lnTo>
                  <a:pt x="132" y="85"/>
                </a:lnTo>
                <a:lnTo>
                  <a:pt x="133" y="83"/>
                </a:lnTo>
                <a:lnTo>
                  <a:pt x="134" y="82"/>
                </a:lnTo>
                <a:lnTo>
                  <a:pt x="135" y="80"/>
                </a:lnTo>
                <a:lnTo>
                  <a:pt x="136" y="79"/>
                </a:lnTo>
                <a:lnTo>
                  <a:pt x="137" y="77"/>
                </a:lnTo>
                <a:lnTo>
                  <a:pt x="137" y="75"/>
                </a:lnTo>
                <a:lnTo>
                  <a:pt x="138" y="74"/>
                </a:lnTo>
                <a:lnTo>
                  <a:pt x="139" y="72"/>
                </a:lnTo>
                <a:lnTo>
                  <a:pt x="139" y="70"/>
                </a:lnTo>
                <a:lnTo>
                  <a:pt x="140" y="69"/>
                </a:lnTo>
                <a:lnTo>
                  <a:pt x="140" y="67"/>
                </a:lnTo>
                <a:lnTo>
                  <a:pt x="140" y="65"/>
                </a:lnTo>
                <a:lnTo>
                  <a:pt x="140" y="64"/>
                </a:lnTo>
                <a:lnTo>
                  <a:pt x="141" y="62"/>
                </a:lnTo>
                <a:lnTo>
                  <a:pt x="141" y="60"/>
                </a:lnTo>
                <a:lnTo>
                  <a:pt x="141" y="58"/>
                </a:lnTo>
                <a:moveTo>
                  <a:pt x="143" y="58"/>
                </a:moveTo>
                <a:lnTo>
                  <a:pt x="143" y="60"/>
                </a:lnTo>
                <a:lnTo>
                  <a:pt x="143" y="62"/>
                </a:lnTo>
                <a:lnTo>
                  <a:pt x="143" y="64"/>
                </a:lnTo>
                <a:lnTo>
                  <a:pt x="142" y="66"/>
                </a:lnTo>
                <a:lnTo>
                  <a:pt x="142" y="67"/>
                </a:lnTo>
                <a:lnTo>
                  <a:pt x="142" y="69"/>
                </a:lnTo>
                <a:lnTo>
                  <a:pt x="141" y="71"/>
                </a:lnTo>
                <a:lnTo>
                  <a:pt x="141" y="73"/>
                </a:lnTo>
                <a:lnTo>
                  <a:pt x="140" y="74"/>
                </a:lnTo>
                <a:lnTo>
                  <a:pt x="140" y="76"/>
                </a:lnTo>
                <a:lnTo>
                  <a:pt x="139" y="78"/>
                </a:lnTo>
                <a:lnTo>
                  <a:pt x="138" y="79"/>
                </a:lnTo>
                <a:lnTo>
                  <a:pt x="137" y="81"/>
                </a:lnTo>
                <a:lnTo>
                  <a:pt x="136" y="83"/>
                </a:lnTo>
                <a:lnTo>
                  <a:pt x="135" y="84"/>
                </a:lnTo>
                <a:lnTo>
                  <a:pt x="134" y="86"/>
                </a:lnTo>
                <a:lnTo>
                  <a:pt x="133" y="87"/>
                </a:lnTo>
                <a:lnTo>
                  <a:pt x="132" y="89"/>
                </a:lnTo>
                <a:lnTo>
                  <a:pt x="131" y="91"/>
                </a:lnTo>
                <a:lnTo>
                  <a:pt x="129" y="92"/>
                </a:lnTo>
                <a:lnTo>
                  <a:pt x="128" y="93"/>
                </a:lnTo>
                <a:lnTo>
                  <a:pt x="127" y="95"/>
                </a:lnTo>
                <a:lnTo>
                  <a:pt x="125" y="96"/>
                </a:lnTo>
                <a:lnTo>
                  <a:pt x="124" y="98"/>
                </a:lnTo>
                <a:lnTo>
                  <a:pt x="122" y="99"/>
                </a:lnTo>
                <a:lnTo>
                  <a:pt x="121" y="100"/>
                </a:lnTo>
                <a:lnTo>
                  <a:pt x="119" y="101"/>
                </a:lnTo>
                <a:lnTo>
                  <a:pt x="117" y="102"/>
                </a:lnTo>
                <a:lnTo>
                  <a:pt x="115" y="104"/>
                </a:lnTo>
                <a:lnTo>
                  <a:pt x="114" y="105"/>
                </a:lnTo>
                <a:lnTo>
                  <a:pt x="112" y="106"/>
                </a:lnTo>
                <a:lnTo>
                  <a:pt x="110" y="107"/>
                </a:lnTo>
                <a:lnTo>
                  <a:pt x="108" y="108"/>
                </a:lnTo>
                <a:lnTo>
                  <a:pt x="106" y="108"/>
                </a:lnTo>
                <a:lnTo>
                  <a:pt x="104" y="109"/>
                </a:lnTo>
                <a:lnTo>
                  <a:pt x="102" y="110"/>
                </a:lnTo>
                <a:lnTo>
                  <a:pt x="100" y="111"/>
                </a:lnTo>
                <a:lnTo>
                  <a:pt x="98" y="112"/>
                </a:lnTo>
                <a:lnTo>
                  <a:pt x="96" y="112"/>
                </a:lnTo>
                <a:lnTo>
                  <a:pt x="94" y="113"/>
                </a:lnTo>
                <a:lnTo>
                  <a:pt x="92" y="113"/>
                </a:lnTo>
                <a:lnTo>
                  <a:pt x="90" y="114"/>
                </a:lnTo>
                <a:lnTo>
                  <a:pt x="87" y="114"/>
                </a:lnTo>
                <a:lnTo>
                  <a:pt x="84" y="115"/>
                </a:lnTo>
                <a:lnTo>
                  <a:pt x="82" y="115"/>
                </a:lnTo>
                <a:lnTo>
                  <a:pt x="80" y="115"/>
                </a:lnTo>
                <a:lnTo>
                  <a:pt x="78" y="115"/>
                </a:lnTo>
                <a:lnTo>
                  <a:pt x="75" y="115"/>
                </a:lnTo>
                <a:lnTo>
                  <a:pt x="73" y="116"/>
                </a:lnTo>
                <a:lnTo>
                  <a:pt x="71" y="116"/>
                </a:lnTo>
                <a:lnTo>
                  <a:pt x="69" y="116"/>
                </a:lnTo>
                <a:lnTo>
                  <a:pt x="66" y="115"/>
                </a:lnTo>
                <a:lnTo>
                  <a:pt x="64" y="115"/>
                </a:lnTo>
                <a:lnTo>
                  <a:pt x="62" y="115"/>
                </a:lnTo>
                <a:lnTo>
                  <a:pt x="60" y="115"/>
                </a:lnTo>
                <a:lnTo>
                  <a:pt x="57" y="115"/>
                </a:lnTo>
                <a:lnTo>
                  <a:pt x="55" y="114"/>
                </a:lnTo>
                <a:lnTo>
                  <a:pt x="53" y="114"/>
                </a:lnTo>
                <a:lnTo>
                  <a:pt x="51" y="113"/>
                </a:lnTo>
                <a:lnTo>
                  <a:pt x="49" y="113"/>
                </a:lnTo>
                <a:lnTo>
                  <a:pt x="47" y="112"/>
                </a:lnTo>
                <a:lnTo>
                  <a:pt x="45" y="112"/>
                </a:lnTo>
                <a:lnTo>
                  <a:pt x="43" y="111"/>
                </a:lnTo>
                <a:lnTo>
                  <a:pt x="40" y="110"/>
                </a:lnTo>
                <a:lnTo>
                  <a:pt x="38" y="109"/>
                </a:lnTo>
                <a:lnTo>
                  <a:pt x="36" y="108"/>
                </a:lnTo>
                <a:lnTo>
                  <a:pt x="35" y="108"/>
                </a:lnTo>
                <a:lnTo>
                  <a:pt x="33" y="107"/>
                </a:lnTo>
                <a:lnTo>
                  <a:pt x="31" y="106"/>
                </a:lnTo>
                <a:lnTo>
                  <a:pt x="29" y="105"/>
                </a:lnTo>
                <a:lnTo>
                  <a:pt x="27" y="104"/>
                </a:lnTo>
                <a:lnTo>
                  <a:pt x="25" y="102"/>
                </a:lnTo>
                <a:lnTo>
                  <a:pt x="24" y="101"/>
                </a:lnTo>
                <a:lnTo>
                  <a:pt x="22" y="100"/>
                </a:lnTo>
                <a:lnTo>
                  <a:pt x="20" y="99"/>
                </a:lnTo>
                <a:lnTo>
                  <a:pt x="19" y="98"/>
                </a:lnTo>
                <a:lnTo>
                  <a:pt x="17" y="96"/>
                </a:lnTo>
                <a:lnTo>
                  <a:pt x="16" y="95"/>
                </a:lnTo>
                <a:lnTo>
                  <a:pt x="14" y="93"/>
                </a:lnTo>
                <a:lnTo>
                  <a:pt x="13" y="92"/>
                </a:lnTo>
                <a:lnTo>
                  <a:pt x="12" y="91"/>
                </a:lnTo>
                <a:lnTo>
                  <a:pt x="11" y="89"/>
                </a:lnTo>
                <a:lnTo>
                  <a:pt x="9" y="87"/>
                </a:lnTo>
                <a:lnTo>
                  <a:pt x="8" y="86"/>
                </a:lnTo>
                <a:lnTo>
                  <a:pt x="7" y="84"/>
                </a:lnTo>
                <a:lnTo>
                  <a:pt x="6" y="83"/>
                </a:lnTo>
                <a:lnTo>
                  <a:pt x="5" y="81"/>
                </a:lnTo>
                <a:lnTo>
                  <a:pt x="5" y="79"/>
                </a:lnTo>
                <a:lnTo>
                  <a:pt x="4" y="78"/>
                </a:lnTo>
                <a:lnTo>
                  <a:pt x="3" y="76"/>
                </a:lnTo>
                <a:lnTo>
                  <a:pt x="2" y="74"/>
                </a:lnTo>
                <a:lnTo>
                  <a:pt x="2" y="73"/>
                </a:lnTo>
                <a:lnTo>
                  <a:pt x="1" y="71"/>
                </a:lnTo>
                <a:lnTo>
                  <a:pt x="1" y="69"/>
                </a:lnTo>
                <a:lnTo>
                  <a:pt x="0" y="67"/>
                </a:lnTo>
                <a:lnTo>
                  <a:pt x="0" y="66"/>
                </a:lnTo>
                <a:lnTo>
                  <a:pt x="0" y="64"/>
                </a:lnTo>
                <a:lnTo>
                  <a:pt x="0" y="62"/>
                </a:lnTo>
                <a:lnTo>
                  <a:pt x="0" y="60"/>
                </a:lnTo>
                <a:lnTo>
                  <a:pt x="0" y="58"/>
                </a:lnTo>
                <a:lnTo>
                  <a:pt x="0" y="57"/>
                </a:lnTo>
                <a:lnTo>
                  <a:pt x="0" y="55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lnTo>
                  <a:pt x="1" y="47"/>
                </a:lnTo>
                <a:lnTo>
                  <a:pt x="1" y="45"/>
                </a:lnTo>
                <a:lnTo>
                  <a:pt x="2" y="43"/>
                </a:lnTo>
                <a:lnTo>
                  <a:pt x="2" y="41"/>
                </a:lnTo>
                <a:lnTo>
                  <a:pt x="3" y="40"/>
                </a:lnTo>
                <a:lnTo>
                  <a:pt x="4" y="38"/>
                </a:lnTo>
                <a:lnTo>
                  <a:pt x="5" y="36"/>
                </a:lnTo>
                <a:lnTo>
                  <a:pt x="5" y="35"/>
                </a:lnTo>
                <a:lnTo>
                  <a:pt x="6" y="33"/>
                </a:lnTo>
                <a:lnTo>
                  <a:pt x="7" y="31"/>
                </a:lnTo>
                <a:lnTo>
                  <a:pt x="8" y="30"/>
                </a:lnTo>
                <a:lnTo>
                  <a:pt x="9" y="28"/>
                </a:lnTo>
                <a:lnTo>
                  <a:pt x="11" y="27"/>
                </a:lnTo>
                <a:lnTo>
                  <a:pt x="12" y="25"/>
                </a:lnTo>
                <a:lnTo>
                  <a:pt x="13" y="24"/>
                </a:lnTo>
                <a:lnTo>
                  <a:pt x="14" y="22"/>
                </a:lnTo>
                <a:lnTo>
                  <a:pt x="16" y="21"/>
                </a:lnTo>
                <a:lnTo>
                  <a:pt x="17" y="20"/>
                </a:lnTo>
                <a:lnTo>
                  <a:pt x="19" y="18"/>
                </a:lnTo>
                <a:lnTo>
                  <a:pt x="20" y="17"/>
                </a:lnTo>
                <a:lnTo>
                  <a:pt x="22" y="16"/>
                </a:lnTo>
                <a:lnTo>
                  <a:pt x="24" y="15"/>
                </a:lnTo>
                <a:lnTo>
                  <a:pt x="25" y="13"/>
                </a:lnTo>
                <a:lnTo>
                  <a:pt x="27" y="12"/>
                </a:lnTo>
                <a:lnTo>
                  <a:pt x="29" y="11"/>
                </a:lnTo>
                <a:lnTo>
                  <a:pt x="31" y="10"/>
                </a:lnTo>
                <a:lnTo>
                  <a:pt x="33" y="9"/>
                </a:lnTo>
                <a:lnTo>
                  <a:pt x="35" y="8"/>
                </a:lnTo>
                <a:lnTo>
                  <a:pt x="36" y="7"/>
                </a:lnTo>
                <a:lnTo>
                  <a:pt x="38" y="6"/>
                </a:lnTo>
                <a:lnTo>
                  <a:pt x="40" y="6"/>
                </a:lnTo>
                <a:lnTo>
                  <a:pt x="43" y="5"/>
                </a:lnTo>
                <a:lnTo>
                  <a:pt x="45" y="4"/>
                </a:lnTo>
                <a:lnTo>
                  <a:pt x="47" y="4"/>
                </a:lnTo>
                <a:lnTo>
                  <a:pt x="49" y="3"/>
                </a:lnTo>
                <a:lnTo>
                  <a:pt x="51" y="2"/>
                </a:lnTo>
                <a:lnTo>
                  <a:pt x="53" y="2"/>
                </a:lnTo>
                <a:lnTo>
                  <a:pt x="55" y="2"/>
                </a:lnTo>
                <a:lnTo>
                  <a:pt x="57" y="1"/>
                </a:lnTo>
                <a:lnTo>
                  <a:pt x="60" y="1"/>
                </a:lnTo>
                <a:lnTo>
                  <a:pt x="62" y="1"/>
                </a:lnTo>
                <a:lnTo>
                  <a:pt x="64" y="0"/>
                </a:lnTo>
                <a:lnTo>
                  <a:pt x="66" y="0"/>
                </a:lnTo>
                <a:lnTo>
                  <a:pt x="69" y="0"/>
                </a:lnTo>
                <a:lnTo>
                  <a:pt x="71" y="0"/>
                </a:lnTo>
                <a:lnTo>
                  <a:pt x="73" y="0"/>
                </a:lnTo>
                <a:lnTo>
                  <a:pt x="75" y="0"/>
                </a:lnTo>
                <a:lnTo>
                  <a:pt x="78" y="0"/>
                </a:lnTo>
                <a:lnTo>
                  <a:pt x="80" y="1"/>
                </a:lnTo>
                <a:lnTo>
                  <a:pt x="82" y="1"/>
                </a:lnTo>
                <a:lnTo>
                  <a:pt x="84" y="1"/>
                </a:lnTo>
                <a:lnTo>
                  <a:pt x="87" y="2"/>
                </a:lnTo>
                <a:lnTo>
                  <a:pt x="90" y="2"/>
                </a:lnTo>
                <a:lnTo>
                  <a:pt x="92" y="2"/>
                </a:lnTo>
                <a:lnTo>
                  <a:pt x="94" y="3"/>
                </a:lnTo>
                <a:lnTo>
                  <a:pt x="96" y="4"/>
                </a:lnTo>
                <a:lnTo>
                  <a:pt x="98" y="4"/>
                </a:lnTo>
                <a:lnTo>
                  <a:pt x="100" y="5"/>
                </a:lnTo>
                <a:lnTo>
                  <a:pt x="102" y="6"/>
                </a:lnTo>
                <a:lnTo>
                  <a:pt x="104" y="6"/>
                </a:lnTo>
                <a:lnTo>
                  <a:pt x="106" y="7"/>
                </a:lnTo>
                <a:lnTo>
                  <a:pt x="108" y="8"/>
                </a:lnTo>
                <a:lnTo>
                  <a:pt x="110" y="9"/>
                </a:lnTo>
                <a:lnTo>
                  <a:pt x="112" y="10"/>
                </a:lnTo>
                <a:lnTo>
                  <a:pt x="114" y="11"/>
                </a:lnTo>
                <a:lnTo>
                  <a:pt x="115" y="12"/>
                </a:lnTo>
                <a:lnTo>
                  <a:pt x="117" y="13"/>
                </a:lnTo>
                <a:lnTo>
                  <a:pt x="119" y="15"/>
                </a:lnTo>
                <a:lnTo>
                  <a:pt x="121" y="16"/>
                </a:lnTo>
                <a:lnTo>
                  <a:pt x="122" y="17"/>
                </a:lnTo>
                <a:lnTo>
                  <a:pt x="124" y="18"/>
                </a:lnTo>
                <a:lnTo>
                  <a:pt x="125" y="20"/>
                </a:lnTo>
                <a:lnTo>
                  <a:pt x="127" y="21"/>
                </a:lnTo>
                <a:lnTo>
                  <a:pt x="128" y="22"/>
                </a:lnTo>
                <a:lnTo>
                  <a:pt x="129" y="24"/>
                </a:lnTo>
                <a:lnTo>
                  <a:pt x="131" y="25"/>
                </a:lnTo>
                <a:lnTo>
                  <a:pt x="132" y="27"/>
                </a:lnTo>
                <a:lnTo>
                  <a:pt x="133" y="28"/>
                </a:lnTo>
                <a:lnTo>
                  <a:pt x="134" y="30"/>
                </a:lnTo>
                <a:lnTo>
                  <a:pt x="135" y="31"/>
                </a:lnTo>
                <a:lnTo>
                  <a:pt x="136" y="33"/>
                </a:lnTo>
                <a:lnTo>
                  <a:pt x="137" y="35"/>
                </a:lnTo>
                <a:lnTo>
                  <a:pt x="138" y="36"/>
                </a:lnTo>
                <a:lnTo>
                  <a:pt x="139" y="38"/>
                </a:lnTo>
                <a:lnTo>
                  <a:pt x="140" y="40"/>
                </a:lnTo>
                <a:lnTo>
                  <a:pt x="140" y="41"/>
                </a:lnTo>
                <a:lnTo>
                  <a:pt x="141" y="43"/>
                </a:lnTo>
                <a:lnTo>
                  <a:pt x="141" y="45"/>
                </a:lnTo>
                <a:lnTo>
                  <a:pt x="142" y="47"/>
                </a:lnTo>
                <a:lnTo>
                  <a:pt x="142" y="48"/>
                </a:lnTo>
                <a:lnTo>
                  <a:pt x="142" y="50"/>
                </a:lnTo>
                <a:lnTo>
                  <a:pt x="143" y="52"/>
                </a:lnTo>
                <a:lnTo>
                  <a:pt x="143" y="55"/>
                </a:lnTo>
                <a:lnTo>
                  <a:pt x="143" y="57"/>
                </a:lnTo>
                <a:lnTo>
                  <a:pt x="143" y="58"/>
                </a:lnTo>
                <a:close/>
              </a:path>
            </a:pathLst>
          </a:custGeom>
          <a:solidFill>
            <a:srgbClr val="fffc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8" name=""/>
          <p:cNvSpPr/>
          <p:nvPr/>
        </p:nvSpPr>
        <p:spPr>
          <a:xfrm>
            <a:off x="4952160" y="1806480"/>
            <a:ext cx="53280" cy="42840"/>
          </a:xfrm>
          <a:custGeom>
            <a:avLst/>
            <a:gdLst/>
            <a:ahLst/>
            <a:rect l="0" t="0" r="r" b="b"/>
            <a:pathLst>
              <a:path w="148" h="119">
                <a:moveTo>
                  <a:pt x="146" y="59"/>
                </a:moveTo>
                <a:lnTo>
                  <a:pt x="146" y="58"/>
                </a:lnTo>
                <a:lnTo>
                  <a:pt x="146" y="56"/>
                </a:lnTo>
                <a:lnTo>
                  <a:pt x="146" y="54"/>
                </a:lnTo>
                <a:lnTo>
                  <a:pt x="145" y="52"/>
                </a:lnTo>
                <a:lnTo>
                  <a:pt x="145" y="50"/>
                </a:lnTo>
                <a:lnTo>
                  <a:pt x="145" y="49"/>
                </a:lnTo>
                <a:lnTo>
                  <a:pt x="144" y="47"/>
                </a:lnTo>
                <a:lnTo>
                  <a:pt x="144" y="45"/>
                </a:lnTo>
                <a:lnTo>
                  <a:pt x="143" y="43"/>
                </a:lnTo>
                <a:lnTo>
                  <a:pt x="143" y="42"/>
                </a:lnTo>
                <a:lnTo>
                  <a:pt x="142" y="40"/>
                </a:lnTo>
                <a:lnTo>
                  <a:pt x="141" y="38"/>
                </a:lnTo>
                <a:lnTo>
                  <a:pt x="140" y="37"/>
                </a:lnTo>
                <a:lnTo>
                  <a:pt x="139" y="35"/>
                </a:lnTo>
                <a:lnTo>
                  <a:pt x="138" y="33"/>
                </a:lnTo>
                <a:lnTo>
                  <a:pt x="137" y="32"/>
                </a:lnTo>
                <a:lnTo>
                  <a:pt x="135" y="30"/>
                </a:lnTo>
                <a:lnTo>
                  <a:pt x="134" y="29"/>
                </a:lnTo>
                <a:lnTo>
                  <a:pt x="133" y="27"/>
                </a:lnTo>
                <a:lnTo>
                  <a:pt x="131" y="26"/>
                </a:lnTo>
                <a:lnTo>
                  <a:pt x="130" y="24"/>
                </a:lnTo>
                <a:lnTo>
                  <a:pt x="129" y="23"/>
                </a:lnTo>
                <a:lnTo>
                  <a:pt x="127" y="22"/>
                </a:lnTo>
                <a:lnTo>
                  <a:pt x="126" y="20"/>
                </a:lnTo>
                <a:lnTo>
                  <a:pt x="124" y="19"/>
                </a:lnTo>
                <a:lnTo>
                  <a:pt x="123" y="18"/>
                </a:lnTo>
                <a:lnTo>
                  <a:pt x="121" y="17"/>
                </a:lnTo>
                <a:lnTo>
                  <a:pt x="119" y="15"/>
                </a:lnTo>
                <a:lnTo>
                  <a:pt x="117" y="14"/>
                </a:lnTo>
                <a:lnTo>
                  <a:pt x="116" y="13"/>
                </a:lnTo>
                <a:lnTo>
                  <a:pt x="114" y="12"/>
                </a:lnTo>
                <a:lnTo>
                  <a:pt x="112" y="11"/>
                </a:lnTo>
                <a:lnTo>
                  <a:pt x="110" y="10"/>
                </a:lnTo>
                <a:lnTo>
                  <a:pt x="108" y="9"/>
                </a:lnTo>
                <a:lnTo>
                  <a:pt x="106" y="8"/>
                </a:lnTo>
                <a:lnTo>
                  <a:pt x="104" y="8"/>
                </a:lnTo>
                <a:lnTo>
                  <a:pt x="102" y="7"/>
                </a:lnTo>
                <a:lnTo>
                  <a:pt x="100" y="6"/>
                </a:lnTo>
                <a:lnTo>
                  <a:pt x="98" y="6"/>
                </a:lnTo>
                <a:lnTo>
                  <a:pt x="96" y="5"/>
                </a:lnTo>
                <a:lnTo>
                  <a:pt x="94" y="4"/>
                </a:lnTo>
                <a:lnTo>
                  <a:pt x="92" y="4"/>
                </a:lnTo>
                <a:lnTo>
                  <a:pt x="89" y="4"/>
                </a:lnTo>
                <a:lnTo>
                  <a:pt x="87" y="3"/>
                </a:lnTo>
                <a:lnTo>
                  <a:pt x="85" y="3"/>
                </a:lnTo>
                <a:lnTo>
                  <a:pt x="83" y="3"/>
                </a:lnTo>
                <a:lnTo>
                  <a:pt x="81" y="2"/>
                </a:lnTo>
                <a:lnTo>
                  <a:pt x="78" y="2"/>
                </a:lnTo>
                <a:lnTo>
                  <a:pt x="76" y="2"/>
                </a:lnTo>
                <a:lnTo>
                  <a:pt x="74" y="2"/>
                </a:lnTo>
                <a:lnTo>
                  <a:pt x="72" y="2"/>
                </a:lnTo>
                <a:lnTo>
                  <a:pt x="69" y="2"/>
                </a:lnTo>
                <a:lnTo>
                  <a:pt x="67" y="2"/>
                </a:lnTo>
                <a:lnTo>
                  <a:pt x="65" y="3"/>
                </a:lnTo>
                <a:lnTo>
                  <a:pt x="63" y="3"/>
                </a:lnTo>
                <a:lnTo>
                  <a:pt x="60" y="3"/>
                </a:lnTo>
                <a:lnTo>
                  <a:pt x="58" y="4"/>
                </a:lnTo>
                <a:lnTo>
                  <a:pt x="56" y="4"/>
                </a:lnTo>
                <a:lnTo>
                  <a:pt x="54" y="4"/>
                </a:lnTo>
                <a:lnTo>
                  <a:pt x="52" y="5"/>
                </a:lnTo>
                <a:lnTo>
                  <a:pt x="50" y="6"/>
                </a:lnTo>
                <a:lnTo>
                  <a:pt x="48" y="6"/>
                </a:lnTo>
                <a:lnTo>
                  <a:pt x="46" y="7"/>
                </a:lnTo>
                <a:lnTo>
                  <a:pt x="43" y="8"/>
                </a:lnTo>
                <a:lnTo>
                  <a:pt x="41" y="8"/>
                </a:lnTo>
                <a:lnTo>
                  <a:pt x="39" y="9"/>
                </a:lnTo>
                <a:lnTo>
                  <a:pt x="38" y="10"/>
                </a:lnTo>
                <a:lnTo>
                  <a:pt x="36" y="11"/>
                </a:lnTo>
                <a:lnTo>
                  <a:pt x="34" y="12"/>
                </a:lnTo>
                <a:lnTo>
                  <a:pt x="32" y="13"/>
                </a:lnTo>
                <a:lnTo>
                  <a:pt x="30" y="14"/>
                </a:lnTo>
                <a:lnTo>
                  <a:pt x="28" y="15"/>
                </a:lnTo>
                <a:lnTo>
                  <a:pt x="27" y="17"/>
                </a:lnTo>
                <a:lnTo>
                  <a:pt x="25" y="18"/>
                </a:lnTo>
                <a:lnTo>
                  <a:pt x="23" y="19"/>
                </a:lnTo>
                <a:lnTo>
                  <a:pt x="22" y="20"/>
                </a:lnTo>
                <a:lnTo>
                  <a:pt x="20" y="22"/>
                </a:lnTo>
                <a:lnTo>
                  <a:pt x="19" y="23"/>
                </a:lnTo>
                <a:lnTo>
                  <a:pt x="17" y="24"/>
                </a:lnTo>
                <a:lnTo>
                  <a:pt x="16" y="26"/>
                </a:lnTo>
                <a:lnTo>
                  <a:pt x="15" y="27"/>
                </a:lnTo>
                <a:lnTo>
                  <a:pt x="14" y="29"/>
                </a:lnTo>
                <a:lnTo>
                  <a:pt x="12" y="30"/>
                </a:lnTo>
                <a:lnTo>
                  <a:pt x="11" y="32"/>
                </a:lnTo>
                <a:lnTo>
                  <a:pt x="10" y="33"/>
                </a:lnTo>
                <a:lnTo>
                  <a:pt x="9" y="35"/>
                </a:lnTo>
                <a:lnTo>
                  <a:pt x="8" y="37"/>
                </a:lnTo>
                <a:lnTo>
                  <a:pt x="8" y="38"/>
                </a:lnTo>
                <a:lnTo>
                  <a:pt x="7" y="40"/>
                </a:lnTo>
                <a:lnTo>
                  <a:pt x="6" y="42"/>
                </a:lnTo>
                <a:lnTo>
                  <a:pt x="5" y="43"/>
                </a:lnTo>
                <a:lnTo>
                  <a:pt x="5" y="45"/>
                </a:lnTo>
                <a:lnTo>
                  <a:pt x="4" y="47"/>
                </a:lnTo>
                <a:lnTo>
                  <a:pt x="4" y="49"/>
                </a:lnTo>
                <a:lnTo>
                  <a:pt x="3" y="50"/>
                </a:lnTo>
                <a:lnTo>
                  <a:pt x="3" y="52"/>
                </a:lnTo>
                <a:lnTo>
                  <a:pt x="3" y="54"/>
                </a:lnTo>
                <a:lnTo>
                  <a:pt x="3" y="56"/>
                </a:lnTo>
                <a:lnTo>
                  <a:pt x="3" y="58"/>
                </a:lnTo>
                <a:lnTo>
                  <a:pt x="3" y="59"/>
                </a:lnTo>
                <a:lnTo>
                  <a:pt x="3" y="61"/>
                </a:lnTo>
                <a:lnTo>
                  <a:pt x="3" y="63"/>
                </a:lnTo>
                <a:lnTo>
                  <a:pt x="3" y="65"/>
                </a:lnTo>
                <a:lnTo>
                  <a:pt x="3" y="67"/>
                </a:lnTo>
                <a:lnTo>
                  <a:pt x="3" y="68"/>
                </a:lnTo>
                <a:lnTo>
                  <a:pt x="4" y="70"/>
                </a:lnTo>
                <a:lnTo>
                  <a:pt x="4" y="72"/>
                </a:lnTo>
                <a:lnTo>
                  <a:pt x="5" y="74"/>
                </a:lnTo>
                <a:lnTo>
                  <a:pt x="5" y="75"/>
                </a:lnTo>
                <a:lnTo>
                  <a:pt x="6" y="77"/>
                </a:lnTo>
                <a:lnTo>
                  <a:pt x="7" y="79"/>
                </a:lnTo>
                <a:lnTo>
                  <a:pt x="8" y="80"/>
                </a:lnTo>
                <a:lnTo>
                  <a:pt x="8" y="82"/>
                </a:lnTo>
                <a:lnTo>
                  <a:pt x="9" y="84"/>
                </a:lnTo>
                <a:lnTo>
                  <a:pt x="10" y="85"/>
                </a:lnTo>
                <a:lnTo>
                  <a:pt x="11" y="87"/>
                </a:lnTo>
                <a:lnTo>
                  <a:pt x="12" y="88"/>
                </a:lnTo>
                <a:lnTo>
                  <a:pt x="14" y="90"/>
                </a:lnTo>
                <a:lnTo>
                  <a:pt x="15" y="92"/>
                </a:lnTo>
                <a:lnTo>
                  <a:pt x="16" y="93"/>
                </a:lnTo>
                <a:lnTo>
                  <a:pt x="17" y="94"/>
                </a:lnTo>
                <a:lnTo>
                  <a:pt x="19" y="96"/>
                </a:lnTo>
                <a:lnTo>
                  <a:pt x="20" y="97"/>
                </a:lnTo>
                <a:lnTo>
                  <a:pt x="22" y="99"/>
                </a:lnTo>
                <a:lnTo>
                  <a:pt x="23" y="100"/>
                </a:lnTo>
                <a:lnTo>
                  <a:pt x="25" y="101"/>
                </a:lnTo>
                <a:lnTo>
                  <a:pt x="27" y="102"/>
                </a:lnTo>
                <a:lnTo>
                  <a:pt x="28" y="103"/>
                </a:lnTo>
                <a:lnTo>
                  <a:pt x="30" y="105"/>
                </a:lnTo>
                <a:lnTo>
                  <a:pt x="32" y="106"/>
                </a:lnTo>
                <a:lnTo>
                  <a:pt x="34" y="107"/>
                </a:lnTo>
                <a:lnTo>
                  <a:pt x="36" y="108"/>
                </a:lnTo>
                <a:lnTo>
                  <a:pt x="38" y="109"/>
                </a:lnTo>
                <a:lnTo>
                  <a:pt x="39" y="109"/>
                </a:lnTo>
                <a:lnTo>
                  <a:pt x="41" y="110"/>
                </a:lnTo>
                <a:lnTo>
                  <a:pt x="43" y="111"/>
                </a:lnTo>
                <a:lnTo>
                  <a:pt x="46" y="112"/>
                </a:lnTo>
                <a:lnTo>
                  <a:pt x="48" y="113"/>
                </a:lnTo>
                <a:lnTo>
                  <a:pt x="50" y="113"/>
                </a:lnTo>
                <a:lnTo>
                  <a:pt x="52" y="114"/>
                </a:lnTo>
                <a:lnTo>
                  <a:pt x="54" y="114"/>
                </a:lnTo>
                <a:lnTo>
                  <a:pt x="56" y="116"/>
                </a:lnTo>
                <a:lnTo>
                  <a:pt x="58" y="116"/>
                </a:lnTo>
                <a:lnTo>
                  <a:pt x="60" y="117"/>
                </a:lnTo>
                <a:lnTo>
                  <a:pt x="63" y="117"/>
                </a:lnTo>
                <a:lnTo>
                  <a:pt x="65" y="117"/>
                </a:lnTo>
                <a:lnTo>
                  <a:pt x="67" y="117"/>
                </a:lnTo>
                <a:lnTo>
                  <a:pt x="69" y="117"/>
                </a:lnTo>
                <a:lnTo>
                  <a:pt x="72" y="118"/>
                </a:lnTo>
                <a:lnTo>
                  <a:pt x="74" y="118"/>
                </a:lnTo>
                <a:lnTo>
                  <a:pt x="76" y="118"/>
                </a:lnTo>
                <a:lnTo>
                  <a:pt x="78" y="117"/>
                </a:lnTo>
                <a:lnTo>
                  <a:pt x="81" y="117"/>
                </a:lnTo>
                <a:lnTo>
                  <a:pt x="83" y="117"/>
                </a:lnTo>
                <a:lnTo>
                  <a:pt x="85" y="117"/>
                </a:lnTo>
                <a:lnTo>
                  <a:pt x="87" y="117"/>
                </a:lnTo>
                <a:lnTo>
                  <a:pt x="89" y="116"/>
                </a:lnTo>
                <a:lnTo>
                  <a:pt x="92" y="116"/>
                </a:lnTo>
                <a:lnTo>
                  <a:pt x="94" y="114"/>
                </a:lnTo>
                <a:lnTo>
                  <a:pt x="96" y="114"/>
                </a:lnTo>
                <a:lnTo>
                  <a:pt x="98" y="113"/>
                </a:lnTo>
                <a:lnTo>
                  <a:pt x="100" y="113"/>
                </a:lnTo>
                <a:lnTo>
                  <a:pt x="102" y="112"/>
                </a:lnTo>
                <a:lnTo>
                  <a:pt x="104" y="111"/>
                </a:lnTo>
                <a:lnTo>
                  <a:pt x="106" y="110"/>
                </a:lnTo>
                <a:lnTo>
                  <a:pt x="108" y="109"/>
                </a:lnTo>
                <a:lnTo>
                  <a:pt x="110" y="109"/>
                </a:lnTo>
                <a:lnTo>
                  <a:pt x="112" y="108"/>
                </a:lnTo>
                <a:lnTo>
                  <a:pt x="114" y="107"/>
                </a:lnTo>
                <a:lnTo>
                  <a:pt x="116" y="106"/>
                </a:lnTo>
                <a:lnTo>
                  <a:pt x="117" y="105"/>
                </a:lnTo>
                <a:lnTo>
                  <a:pt x="119" y="103"/>
                </a:lnTo>
                <a:lnTo>
                  <a:pt x="121" y="102"/>
                </a:lnTo>
                <a:lnTo>
                  <a:pt x="123" y="101"/>
                </a:lnTo>
                <a:lnTo>
                  <a:pt x="124" y="100"/>
                </a:lnTo>
                <a:lnTo>
                  <a:pt x="126" y="99"/>
                </a:lnTo>
                <a:lnTo>
                  <a:pt x="127" y="97"/>
                </a:lnTo>
                <a:lnTo>
                  <a:pt x="129" y="96"/>
                </a:lnTo>
                <a:lnTo>
                  <a:pt x="130" y="94"/>
                </a:lnTo>
                <a:lnTo>
                  <a:pt x="131" y="93"/>
                </a:lnTo>
                <a:lnTo>
                  <a:pt x="133" y="92"/>
                </a:lnTo>
                <a:lnTo>
                  <a:pt x="134" y="90"/>
                </a:lnTo>
                <a:lnTo>
                  <a:pt x="135" y="88"/>
                </a:lnTo>
                <a:lnTo>
                  <a:pt x="137" y="87"/>
                </a:lnTo>
                <a:lnTo>
                  <a:pt x="138" y="85"/>
                </a:lnTo>
                <a:lnTo>
                  <a:pt x="139" y="84"/>
                </a:lnTo>
                <a:lnTo>
                  <a:pt x="140" y="82"/>
                </a:lnTo>
                <a:lnTo>
                  <a:pt x="141" y="80"/>
                </a:lnTo>
                <a:lnTo>
                  <a:pt x="142" y="79"/>
                </a:lnTo>
                <a:lnTo>
                  <a:pt x="143" y="77"/>
                </a:lnTo>
                <a:lnTo>
                  <a:pt x="143" y="75"/>
                </a:lnTo>
                <a:lnTo>
                  <a:pt x="144" y="74"/>
                </a:lnTo>
                <a:lnTo>
                  <a:pt x="144" y="72"/>
                </a:lnTo>
                <a:lnTo>
                  <a:pt x="145" y="70"/>
                </a:lnTo>
                <a:lnTo>
                  <a:pt x="145" y="68"/>
                </a:lnTo>
                <a:lnTo>
                  <a:pt x="145" y="67"/>
                </a:lnTo>
                <a:lnTo>
                  <a:pt x="146" y="65"/>
                </a:lnTo>
                <a:lnTo>
                  <a:pt x="146" y="63"/>
                </a:lnTo>
                <a:lnTo>
                  <a:pt x="146" y="61"/>
                </a:lnTo>
                <a:lnTo>
                  <a:pt x="146" y="59"/>
                </a:lnTo>
                <a:moveTo>
                  <a:pt x="148" y="59"/>
                </a:moveTo>
                <a:lnTo>
                  <a:pt x="148" y="61"/>
                </a:lnTo>
                <a:lnTo>
                  <a:pt x="148" y="63"/>
                </a:lnTo>
                <a:lnTo>
                  <a:pt x="148" y="65"/>
                </a:lnTo>
                <a:lnTo>
                  <a:pt x="148" y="67"/>
                </a:lnTo>
                <a:lnTo>
                  <a:pt x="147" y="69"/>
                </a:lnTo>
                <a:lnTo>
                  <a:pt x="147" y="70"/>
                </a:lnTo>
                <a:lnTo>
                  <a:pt x="147" y="72"/>
                </a:lnTo>
                <a:lnTo>
                  <a:pt x="146" y="74"/>
                </a:lnTo>
                <a:lnTo>
                  <a:pt x="145" y="76"/>
                </a:lnTo>
                <a:lnTo>
                  <a:pt x="145" y="78"/>
                </a:lnTo>
                <a:lnTo>
                  <a:pt x="144" y="79"/>
                </a:lnTo>
                <a:lnTo>
                  <a:pt x="143" y="81"/>
                </a:lnTo>
                <a:lnTo>
                  <a:pt x="142" y="83"/>
                </a:lnTo>
                <a:lnTo>
                  <a:pt x="141" y="85"/>
                </a:lnTo>
                <a:lnTo>
                  <a:pt x="140" y="86"/>
                </a:lnTo>
                <a:lnTo>
                  <a:pt x="139" y="88"/>
                </a:lnTo>
                <a:lnTo>
                  <a:pt x="138" y="89"/>
                </a:lnTo>
                <a:lnTo>
                  <a:pt x="137" y="91"/>
                </a:lnTo>
                <a:lnTo>
                  <a:pt x="135" y="93"/>
                </a:lnTo>
                <a:lnTo>
                  <a:pt x="133" y="94"/>
                </a:lnTo>
                <a:lnTo>
                  <a:pt x="132" y="96"/>
                </a:lnTo>
                <a:lnTo>
                  <a:pt x="130" y="97"/>
                </a:lnTo>
                <a:lnTo>
                  <a:pt x="129" y="98"/>
                </a:lnTo>
                <a:lnTo>
                  <a:pt x="127" y="100"/>
                </a:lnTo>
                <a:lnTo>
                  <a:pt x="126" y="101"/>
                </a:lnTo>
                <a:lnTo>
                  <a:pt x="124" y="102"/>
                </a:lnTo>
                <a:lnTo>
                  <a:pt x="122" y="104"/>
                </a:lnTo>
                <a:lnTo>
                  <a:pt x="121" y="105"/>
                </a:lnTo>
                <a:lnTo>
                  <a:pt x="119" y="106"/>
                </a:lnTo>
                <a:lnTo>
                  <a:pt x="117" y="107"/>
                </a:lnTo>
                <a:lnTo>
                  <a:pt x="115" y="108"/>
                </a:lnTo>
                <a:lnTo>
                  <a:pt x="113" y="109"/>
                </a:lnTo>
                <a:lnTo>
                  <a:pt x="111" y="110"/>
                </a:lnTo>
                <a:lnTo>
                  <a:pt x="109" y="111"/>
                </a:lnTo>
                <a:lnTo>
                  <a:pt x="107" y="112"/>
                </a:lnTo>
                <a:lnTo>
                  <a:pt x="105" y="113"/>
                </a:lnTo>
                <a:lnTo>
                  <a:pt x="103" y="114"/>
                </a:lnTo>
                <a:lnTo>
                  <a:pt x="101" y="114"/>
                </a:lnTo>
                <a:lnTo>
                  <a:pt x="99" y="116"/>
                </a:lnTo>
                <a:lnTo>
                  <a:pt x="97" y="116"/>
                </a:lnTo>
                <a:lnTo>
                  <a:pt x="94" y="117"/>
                </a:lnTo>
                <a:lnTo>
                  <a:pt x="92" y="118"/>
                </a:lnTo>
                <a:lnTo>
                  <a:pt x="90" y="118"/>
                </a:lnTo>
                <a:lnTo>
                  <a:pt x="88" y="118"/>
                </a:lnTo>
                <a:lnTo>
                  <a:pt x="85" y="119"/>
                </a:lnTo>
                <a:lnTo>
                  <a:pt x="83" y="119"/>
                </a:lnTo>
                <a:lnTo>
                  <a:pt x="81" y="119"/>
                </a:lnTo>
                <a:lnTo>
                  <a:pt x="78" y="119"/>
                </a:lnTo>
                <a:lnTo>
                  <a:pt x="76" y="119"/>
                </a:lnTo>
                <a:lnTo>
                  <a:pt x="74" y="119"/>
                </a:lnTo>
                <a:lnTo>
                  <a:pt x="71" y="119"/>
                </a:lnTo>
                <a:lnTo>
                  <a:pt x="69" y="119"/>
                </a:lnTo>
                <a:lnTo>
                  <a:pt x="67" y="119"/>
                </a:lnTo>
                <a:lnTo>
                  <a:pt x="65" y="119"/>
                </a:lnTo>
                <a:lnTo>
                  <a:pt x="62" y="119"/>
                </a:lnTo>
                <a:lnTo>
                  <a:pt x="60" y="118"/>
                </a:lnTo>
                <a:lnTo>
                  <a:pt x="58" y="118"/>
                </a:lnTo>
                <a:lnTo>
                  <a:pt x="56" y="118"/>
                </a:lnTo>
                <a:lnTo>
                  <a:pt x="53" y="117"/>
                </a:lnTo>
                <a:lnTo>
                  <a:pt x="51" y="116"/>
                </a:lnTo>
                <a:lnTo>
                  <a:pt x="49" y="116"/>
                </a:lnTo>
                <a:lnTo>
                  <a:pt x="47" y="114"/>
                </a:lnTo>
                <a:lnTo>
                  <a:pt x="45" y="114"/>
                </a:lnTo>
                <a:lnTo>
                  <a:pt x="42" y="113"/>
                </a:lnTo>
                <a:lnTo>
                  <a:pt x="40" y="112"/>
                </a:lnTo>
                <a:lnTo>
                  <a:pt x="38" y="111"/>
                </a:lnTo>
                <a:lnTo>
                  <a:pt x="36" y="110"/>
                </a:lnTo>
                <a:lnTo>
                  <a:pt x="34" y="109"/>
                </a:lnTo>
                <a:lnTo>
                  <a:pt x="32" y="108"/>
                </a:lnTo>
                <a:lnTo>
                  <a:pt x="31" y="107"/>
                </a:lnTo>
                <a:lnTo>
                  <a:pt x="29" y="106"/>
                </a:lnTo>
                <a:lnTo>
                  <a:pt x="27" y="105"/>
                </a:lnTo>
                <a:lnTo>
                  <a:pt x="25" y="104"/>
                </a:lnTo>
                <a:lnTo>
                  <a:pt x="23" y="102"/>
                </a:lnTo>
                <a:lnTo>
                  <a:pt x="22" y="101"/>
                </a:lnTo>
                <a:lnTo>
                  <a:pt x="20" y="100"/>
                </a:lnTo>
                <a:lnTo>
                  <a:pt x="19" y="98"/>
                </a:lnTo>
                <a:lnTo>
                  <a:pt x="17" y="97"/>
                </a:lnTo>
                <a:lnTo>
                  <a:pt x="16" y="96"/>
                </a:lnTo>
                <a:lnTo>
                  <a:pt x="14" y="94"/>
                </a:lnTo>
                <a:lnTo>
                  <a:pt x="13" y="93"/>
                </a:lnTo>
                <a:lnTo>
                  <a:pt x="12" y="91"/>
                </a:lnTo>
                <a:lnTo>
                  <a:pt x="10" y="89"/>
                </a:lnTo>
                <a:lnTo>
                  <a:pt x="9" y="88"/>
                </a:lnTo>
                <a:lnTo>
                  <a:pt x="8" y="86"/>
                </a:lnTo>
                <a:lnTo>
                  <a:pt x="7" y="85"/>
                </a:lnTo>
                <a:lnTo>
                  <a:pt x="6" y="83"/>
                </a:lnTo>
                <a:lnTo>
                  <a:pt x="5" y="81"/>
                </a:lnTo>
                <a:lnTo>
                  <a:pt x="5" y="79"/>
                </a:lnTo>
                <a:lnTo>
                  <a:pt x="4" y="78"/>
                </a:lnTo>
                <a:lnTo>
                  <a:pt x="3" y="76"/>
                </a:lnTo>
                <a:lnTo>
                  <a:pt x="3" y="74"/>
                </a:lnTo>
                <a:lnTo>
                  <a:pt x="2" y="72"/>
                </a:lnTo>
                <a:lnTo>
                  <a:pt x="2" y="70"/>
                </a:lnTo>
                <a:lnTo>
                  <a:pt x="1" y="69"/>
                </a:lnTo>
                <a:lnTo>
                  <a:pt x="1" y="67"/>
                </a:lnTo>
                <a:lnTo>
                  <a:pt x="1" y="65"/>
                </a:lnTo>
                <a:lnTo>
                  <a:pt x="0" y="63"/>
                </a:lnTo>
                <a:lnTo>
                  <a:pt x="0" y="61"/>
                </a:lnTo>
                <a:lnTo>
                  <a:pt x="0" y="59"/>
                </a:lnTo>
                <a:lnTo>
                  <a:pt x="0" y="58"/>
                </a:lnTo>
                <a:lnTo>
                  <a:pt x="0" y="56"/>
                </a:lnTo>
                <a:lnTo>
                  <a:pt x="1" y="54"/>
                </a:lnTo>
                <a:lnTo>
                  <a:pt x="1" y="52"/>
                </a:lnTo>
                <a:lnTo>
                  <a:pt x="1" y="50"/>
                </a:lnTo>
                <a:lnTo>
                  <a:pt x="2" y="48"/>
                </a:lnTo>
                <a:lnTo>
                  <a:pt x="2" y="47"/>
                </a:lnTo>
                <a:lnTo>
                  <a:pt x="3" y="45"/>
                </a:lnTo>
                <a:lnTo>
                  <a:pt x="3" y="43"/>
                </a:lnTo>
                <a:lnTo>
                  <a:pt x="4" y="41"/>
                </a:lnTo>
                <a:lnTo>
                  <a:pt x="5" y="39"/>
                </a:lnTo>
                <a:lnTo>
                  <a:pt x="5" y="38"/>
                </a:lnTo>
                <a:lnTo>
                  <a:pt x="6" y="36"/>
                </a:lnTo>
                <a:lnTo>
                  <a:pt x="7" y="34"/>
                </a:lnTo>
                <a:lnTo>
                  <a:pt x="8" y="33"/>
                </a:lnTo>
                <a:lnTo>
                  <a:pt x="9" y="31"/>
                </a:lnTo>
                <a:lnTo>
                  <a:pt x="10" y="29"/>
                </a:lnTo>
                <a:lnTo>
                  <a:pt x="12" y="28"/>
                </a:lnTo>
                <a:lnTo>
                  <a:pt x="13" y="26"/>
                </a:lnTo>
                <a:lnTo>
                  <a:pt x="14" y="25"/>
                </a:lnTo>
                <a:lnTo>
                  <a:pt x="16" y="23"/>
                </a:lnTo>
                <a:lnTo>
                  <a:pt x="17" y="22"/>
                </a:lnTo>
                <a:lnTo>
                  <a:pt x="19" y="20"/>
                </a:lnTo>
                <a:lnTo>
                  <a:pt x="20" y="19"/>
                </a:lnTo>
                <a:lnTo>
                  <a:pt x="22" y="18"/>
                </a:lnTo>
                <a:lnTo>
                  <a:pt x="23" y="16"/>
                </a:lnTo>
                <a:lnTo>
                  <a:pt x="25" y="15"/>
                </a:lnTo>
                <a:lnTo>
                  <a:pt x="27" y="14"/>
                </a:lnTo>
                <a:lnTo>
                  <a:pt x="29" y="13"/>
                </a:lnTo>
                <a:lnTo>
                  <a:pt x="31" y="12"/>
                </a:lnTo>
                <a:lnTo>
                  <a:pt x="32" y="11"/>
                </a:lnTo>
                <a:lnTo>
                  <a:pt x="34" y="10"/>
                </a:lnTo>
                <a:lnTo>
                  <a:pt x="36" y="9"/>
                </a:lnTo>
                <a:lnTo>
                  <a:pt x="38" y="8"/>
                </a:lnTo>
                <a:lnTo>
                  <a:pt x="40" y="7"/>
                </a:lnTo>
                <a:lnTo>
                  <a:pt x="42" y="6"/>
                </a:lnTo>
                <a:lnTo>
                  <a:pt x="45" y="5"/>
                </a:lnTo>
                <a:lnTo>
                  <a:pt x="47" y="5"/>
                </a:lnTo>
                <a:lnTo>
                  <a:pt x="49" y="4"/>
                </a:lnTo>
                <a:lnTo>
                  <a:pt x="51" y="3"/>
                </a:lnTo>
                <a:lnTo>
                  <a:pt x="53" y="3"/>
                </a:lnTo>
                <a:lnTo>
                  <a:pt x="56" y="2"/>
                </a:lnTo>
                <a:lnTo>
                  <a:pt x="58" y="2"/>
                </a:lnTo>
                <a:lnTo>
                  <a:pt x="60" y="1"/>
                </a:lnTo>
                <a:lnTo>
                  <a:pt x="62" y="1"/>
                </a:lnTo>
                <a:lnTo>
                  <a:pt x="65" y="1"/>
                </a:lnTo>
                <a:lnTo>
                  <a:pt x="67" y="1"/>
                </a:lnTo>
                <a:lnTo>
                  <a:pt x="69" y="0"/>
                </a:lnTo>
                <a:lnTo>
                  <a:pt x="71" y="0"/>
                </a:lnTo>
                <a:lnTo>
                  <a:pt x="74" y="0"/>
                </a:lnTo>
                <a:lnTo>
                  <a:pt x="76" y="0"/>
                </a:lnTo>
                <a:lnTo>
                  <a:pt x="78" y="0"/>
                </a:lnTo>
                <a:lnTo>
                  <a:pt x="81" y="1"/>
                </a:lnTo>
                <a:lnTo>
                  <a:pt x="83" y="1"/>
                </a:lnTo>
                <a:lnTo>
                  <a:pt x="85" y="1"/>
                </a:lnTo>
                <a:lnTo>
                  <a:pt x="88" y="1"/>
                </a:lnTo>
                <a:lnTo>
                  <a:pt x="90" y="2"/>
                </a:lnTo>
                <a:lnTo>
                  <a:pt x="92" y="2"/>
                </a:lnTo>
                <a:lnTo>
                  <a:pt x="94" y="3"/>
                </a:lnTo>
                <a:lnTo>
                  <a:pt x="97" y="3"/>
                </a:lnTo>
                <a:lnTo>
                  <a:pt x="99" y="4"/>
                </a:lnTo>
                <a:lnTo>
                  <a:pt x="101" y="5"/>
                </a:lnTo>
                <a:lnTo>
                  <a:pt x="103" y="5"/>
                </a:lnTo>
                <a:lnTo>
                  <a:pt x="105" y="6"/>
                </a:lnTo>
                <a:lnTo>
                  <a:pt x="107" y="7"/>
                </a:lnTo>
                <a:lnTo>
                  <a:pt x="109" y="8"/>
                </a:lnTo>
                <a:lnTo>
                  <a:pt x="111" y="9"/>
                </a:lnTo>
                <a:lnTo>
                  <a:pt x="113" y="10"/>
                </a:lnTo>
                <a:lnTo>
                  <a:pt x="115" y="11"/>
                </a:lnTo>
                <a:lnTo>
                  <a:pt x="117" y="12"/>
                </a:lnTo>
                <a:lnTo>
                  <a:pt x="119" y="13"/>
                </a:lnTo>
                <a:lnTo>
                  <a:pt x="121" y="14"/>
                </a:lnTo>
                <a:lnTo>
                  <a:pt x="122" y="15"/>
                </a:lnTo>
                <a:lnTo>
                  <a:pt x="124" y="16"/>
                </a:lnTo>
                <a:lnTo>
                  <a:pt x="126" y="18"/>
                </a:lnTo>
                <a:lnTo>
                  <a:pt x="127" y="19"/>
                </a:lnTo>
                <a:lnTo>
                  <a:pt x="129" y="20"/>
                </a:lnTo>
                <a:lnTo>
                  <a:pt x="130" y="22"/>
                </a:lnTo>
                <a:lnTo>
                  <a:pt x="132" y="23"/>
                </a:lnTo>
                <a:lnTo>
                  <a:pt x="133" y="25"/>
                </a:lnTo>
                <a:lnTo>
                  <a:pt x="135" y="26"/>
                </a:lnTo>
                <a:lnTo>
                  <a:pt x="137" y="28"/>
                </a:lnTo>
                <a:lnTo>
                  <a:pt x="138" y="29"/>
                </a:lnTo>
                <a:lnTo>
                  <a:pt x="139" y="31"/>
                </a:lnTo>
                <a:lnTo>
                  <a:pt x="140" y="33"/>
                </a:lnTo>
                <a:lnTo>
                  <a:pt x="141" y="34"/>
                </a:lnTo>
                <a:lnTo>
                  <a:pt x="142" y="36"/>
                </a:lnTo>
                <a:lnTo>
                  <a:pt x="143" y="38"/>
                </a:lnTo>
                <a:lnTo>
                  <a:pt x="144" y="39"/>
                </a:lnTo>
                <a:lnTo>
                  <a:pt x="145" y="41"/>
                </a:lnTo>
                <a:lnTo>
                  <a:pt x="145" y="43"/>
                </a:lnTo>
                <a:lnTo>
                  <a:pt x="146" y="45"/>
                </a:lnTo>
                <a:lnTo>
                  <a:pt x="147" y="47"/>
                </a:lnTo>
                <a:lnTo>
                  <a:pt x="147" y="48"/>
                </a:lnTo>
                <a:lnTo>
                  <a:pt x="147" y="50"/>
                </a:lnTo>
                <a:lnTo>
                  <a:pt x="148" y="52"/>
                </a:lnTo>
                <a:lnTo>
                  <a:pt x="148" y="54"/>
                </a:lnTo>
                <a:lnTo>
                  <a:pt x="148" y="56"/>
                </a:lnTo>
                <a:lnTo>
                  <a:pt x="148" y="58"/>
                </a:lnTo>
                <a:lnTo>
                  <a:pt x="148" y="59"/>
                </a:lnTo>
                <a:close/>
              </a:path>
            </a:pathLst>
          </a:custGeom>
          <a:solidFill>
            <a:srgbClr val="ff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59" name=""/>
          <p:cNvSpPr/>
          <p:nvPr/>
        </p:nvSpPr>
        <p:spPr>
          <a:xfrm>
            <a:off x="4949640" y="1804680"/>
            <a:ext cx="58320" cy="46800"/>
          </a:xfrm>
          <a:custGeom>
            <a:avLst/>
            <a:gdLst/>
            <a:ahLst/>
            <a:rect l="0" t="0" r="r" b="b"/>
            <a:pathLst>
              <a:path w="162" h="130">
                <a:moveTo>
                  <a:pt x="155" y="64"/>
                </a:moveTo>
                <a:lnTo>
                  <a:pt x="155" y="63"/>
                </a:lnTo>
                <a:lnTo>
                  <a:pt x="155" y="61"/>
                </a:lnTo>
                <a:lnTo>
                  <a:pt x="155" y="59"/>
                </a:lnTo>
                <a:lnTo>
                  <a:pt x="155" y="57"/>
                </a:lnTo>
                <a:lnTo>
                  <a:pt x="154" y="55"/>
                </a:lnTo>
                <a:lnTo>
                  <a:pt x="154" y="53"/>
                </a:lnTo>
                <a:lnTo>
                  <a:pt x="154" y="52"/>
                </a:lnTo>
                <a:lnTo>
                  <a:pt x="153" y="50"/>
                </a:lnTo>
                <a:lnTo>
                  <a:pt x="152" y="48"/>
                </a:lnTo>
                <a:lnTo>
                  <a:pt x="152" y="46"/>
                </a:lnTo>
                <a:lnTo>
                  <a:pt x="151" y="44"/>
                </a:lnTo>
                <a:lnTo>
                  <a:pt x="150" y="43"/>
                </a:lnTo>
                <a:lnTo>
                  <a:pt x="149" y="41"/>
                </a:lnTo>
                <a:lnTo>
                  <a:pt x="148" y="39"/>
                </a:lnTo>
                <a:lnTo>
                  <a:pt x="147" y="38"/>
                </a:lnTo>
                <a:lnTo>
                  <a:pt x="146" y="36"/>
                </a:lnTo>
                <a:lnTo>
                  <a:pt x="145" y="34"/>
                </a:lnTo>
                <a:lnTo>
                  <a:pt x="144" y="33"/>
                </a:lnTo>
                <a:lnTo>
                  <a:pt x="143" y="31"/>
                </a:lnTo>
                <a:lnTo>
                  <a:pt x="141" y="30"/>
                </a:lnTo>
                <a:lnTo>
                  <a:pt x="140" y="28"/>
                </a:lnTo>
                <a:lnTo>
                  <a:pt x="138" y="27"/>
                </a:lnTo>
                <a:lnTo>
                  <a:pt x="137" y="25"/>
                </a:lnTo>
                <a:lnTo>
                  <a:pt x="135" y="24"/>
                </a:lnTo>
                <a:lnTo>
                  <a:pt x="134" y="23"/>
                </a:lnTo>
                <a:lnTo>
                  <a:pt x="132" y="21"/>
                </a:lnTo>
                <a:lnTo>
                  <a:pt x="130" y="20"/>
                </a:lnTo>
                <a:lnTo>
                  <a:pt x="129" y="19"/>
                </a:lnTo>
                <a:lnTo>
                  <a:pt x="127" y="18"/>
                </a:lnTo>
                <a:lnTo>
                  <a:pt x="125" y="17"/>
                </a:lnTo>
                <a:lnTo>
                  <a:pt x="123" y="16"/>
                </a:lnTo>
                <a:lnTo>
                  <a:pt x="121" y="15"/>
                </a:lnTo>
                <a:lnTo>
                  <a:pt x="119" y="14"/>
                </a:lnTo>
                <a:lnTo>
                  <a:pt x="117" y="13"/>
                </a:lnTo>
                <a:lnTo>
                  <a:pt x="115" y="12"/>
                </a:lnTo>
                <a:lnTo>
                  <a:pt x="113" y="11"/>
                </a:lnTo>
                <a:lnTo>
                  <a:pt x="111" y="10"/>
                </a:lnTo>
                <a:lnTo>
                  <a:pt x="109" y="10"/>
                </a:lnTo>
                <a:lnTo>
                  <a:pt x="107" y="9"/>
                </a:lnTo>
                <a:lnTo>
                  <a:pt x="105" y="8"/>
                </a:lnTo>
                <a:lnTo>
                  <a:pt x="102" y="8"/>
                </a:lnTo>
                <a:lnTo>
                  <a:pt x="100" y="7"/>
                </a:lnTo>
                <a:lnTo>
                  <a:pt x="98" y="7"/>
                </a:lnTo>
                <a:lnTo>
                  <a:pt x="96" y="6"/>
                </a:lnTo>
                <a:lnTo>
                  <a:pt x="93" y="6"/>
                </a:lnTo>
                <a:lnTo>
                  <a:pt x="90" y="6"/>
                </a:lnTo>
                <a:lnTo>
                  <a:pt x="88" y="6"/>
                </a:lnTo>
                <a:lnTo>
                  <a:pt x="85" y="5"/>
                </a:lnTo>
                <a:lnTo>
                  <a:pt x="83" y="5"/>
                </a:lnTo>
                <a:lnTo>
                  <a:pt x="81" y="5"/>
                </a:lnTo>
                <a:lnTo>
                  <a:pt x="78" y="5"/>
                </a:lnTo>
                <a:lnTo>
                  <a:pt x="76" y="5"/>
                </a:lnTo>
                <a:lnTo>
                  <a:pt x="74" y="6"/>
                </a:lnTo>
                <a:lnTo>
                  <a:pt x="72" y="6"/>
                </a:lnTo>
                <a:lnTo>
                  <a:pt x="69" y="6"/>
                </a:lnTo>
                <a:lnTo>
                  <a:pt x="67" y="6"/>
                </a:lnTo>
                <a:lnTo>
                  <a:pt x="65" y="7"/>
                </a:lnTo>
                <a:lnTo>
                  <a:pt x="63" y="7"/>
                </a:lnTo>
                <a:lnTo>
                  <a:pt x="60" y="8"/>
                </a:lnTo>
                <a:lnTo>
                  <a:pt x="58" y="8"/>
                </a:lnTo>
                <a:lnTo>
                  <a:pt x="56" y="9"/>
                </a:lnTo>
                <a:lnTo>
                  <a:pt x="54" y="10"/>
                </a:lnTo>
                <a:lnTo>
                  <a:pt x="52" y="10"/>
                </a:lnTo>
                <a:lnTo>
                  <a:pt x="49" y="11"/>
                </a:lnTo>
                <a:lnTo>
                  <a:pt x="47" y="12"/>
                </a:lnTo>
                <a:lnTo>
                  <a:pt x="45" y="13"/>
                </a:lnTo>
                <a:lnTo>
                  <a:pt x="43" y="14"/>
                </a:lnTo>
                <a:lnTo>
                  <a:pt x="41" y="15"/>
                </a:lnTo>
                <a:lnTo>
                  <a:pt x="39" y="16"/>
                </a:lnTo>
                <a:lnTo>
                  <a:pt x="38" y="17"/>
                </a:lnTo>
                <a:lnTo>
                  <a:pt x="36" y="18"/>
                </a:lnTo>
                <a:lnTo>
                  <a:pt x="34" y="19"/>
                </a:lnTo>
                <a:lnTo>
                  <a:pt x="32" y="20"/>
                </a:lnTo>
                <a:lnTo>
                  <a:pt x="30" y="21"/>
                </a:lnTo>
                <a:lnTo>
                  <a:pt x="29" y="23"/>
                </a:lnTo>
                <a:lnTo>
                  <a:pt x="27" y="24"/>
                </a:lnTo>
                <a:lnTo>
                  <a:pt x="26" y="25"/>
                </a:lnTo>
                <a:lnTo>
                  <a:pt x="24" y="27"/>
                </a:lnTo>
                <a:lnTo>
                  <a:pt x="23" y="28"/>
                </a:lnTo>
                <a:lnTo>
                  <a:pt x="21" y="30"/>
                </a:lnTo>
                <a:lnTo>
                  <a:pt x="20" y="31"/>
                </a:lnTo>
                <a:lnTo>
                  <a:pt x="19" y="33"/>
                </a:lnTo>
                <a:lnTo>
                  <a:pt x="17" y="34"/>
                </a:lnTo>
                <a:lnTo>
                  <a:pt x="16" y="36"/>
                </a:lnTo>
                <a:lnTo>
                  <a:pt x="15" y="38"/>
                </a:lnTo>
                <a:lnTo>
                  <a:pt x="14" y="39"/>
                </a:lnTo>
                <a:lnTo>
                  <a:pt x="13" y="41"/>
                </a:lnTo>
                <a:lnTo>
                  <a:pt x="12" y="43"/>
                </a:lnTo>
                <a:lnTo>
                  <a:pt x="12" y="44"/>
                </a:lnTo>
                <a:lnTo>
                  <a:pt x="11" y="46"/>
                </a:lnTo>
                <a:lnTo>
                  <a:pt x="10" y="48"/>
                </a:lnTo>
                <a:lnTo>
                  <a:pt x="10" y="50"/>
                </a:lnTo>
                <a:lnTo>
                  <a:pt x="9" y="52"/>
                </a:lnTo>
                <a:lnTo>
                  <a:pt x="9" y="53"/>
                </a:lnTo>
                <a:lnTo>
                  <a:pt x="8" y="55"/>
                </a:lnTo>
                <a:lnTo>
                  <a:pt x="8" y="57"/>
                </a:lnTo>
                <a:lnTo>
                  <a:pt x="8" y="59"/>
                </a:lnTo>
                <a:lnTo>
                  <a:pt x="7" y="61"/>
                </a:lnTo>
                <a:lnTo>
                  <a:pt x="7" y="63"/>
                </a:lnTo>
                <a:lnTo>
                  <a:pt x="7" y="64"/>
                </a:lnTo>
                <a:lnTo>
                  <a:pt x="7" y="66"/>
                </a:lnTo>
                <a:lnTo>
                  <a:pt x="7" y="68"/>
                </a:lnTo>
                <a:lnTo>
                  <a:pt x="8" y="70"/>
                </a:lnTo>
                <a:lnTo>
                  <a:pt x="8" y="72"/>
                </a:lnTo>
                <a:lnTo>
                  <a:pt x="8" y="74"/>
                </a:lnTo>
                <a:lnTo>
                  <a:pt x="9" y="75"/>
                </a:lnTo>
                <a:lnTo>
                  <a:pt x="9" y="77"/>
                </a:lnTo>
                <a:lnTo>
                  <a:pt x="10" y="79"/>
                </a:lnTo>
                <a:lnTo>
                  <a:pt x="10" y="81"/>
                </a:lnTo>
                <a:lnTo>
                  <a:pt x="11" y="84"/>
                </a:lnTo>
                <a:lnTo>
                  <a:pt x="12" y="85"/>
                </a:lnTo>
                <a:lnTo>
                  <a:pt x="12" y="87"/>
                </a:lnTo>
                <a:lnTo>
                  <a:pt x="13" y="89"/>
                </a:lnTo>
                <a:lnTo>
                  <a:pt x="14" y="91"/>
                </a:lnTo>
                <a:lnTo>
                  <a:pt x="15" y="92"/>
                </a:lnTo>
                <a:lnTo>
                  <a:pt x="16" y="94"/>
                </a:lnTo>
                <a:lnTo>
                  <a:pt x="17" y="95"/>
                </a:lnTo>
                <a:lnTo>
                  <a:pt x="19" y="97"/>
                </a:lnTo>
                <a:lnTo>
                  <a:pt x="20" y="99"/>
                </a:lnTo>
                <a:lnTo>
                  <a:pt x="21" y="100"/>
                </a:lnTo>
                <a:lnTo>
                  <a:pt x="23" y="102"/>
                </a:lnTo>
                <a:lnTo>
                  <a:pt x="24" y="103"/>
                </a:lnTo>
                <a:lnTo>
                  <a:pt x="26" y="104"/>
                </a:lnTo>
                <a:lnTo>
                  <a:pt x="27" y="106"/>
                </a:lnTo>
                <a:lnTo>
                  <a:pt x="29" y="107"/>
                </a:lnTo>
                <a:lnTo>
                  <a:pt x="30" y="108"/>
                </a:lnTo>
                <a:lnTo>
                  <a:pt x="32" y="110"/>
                </a:lnTo>
                <a:lnTo>
                  <a:pt x="34" y="111"/>
                </a:lnTo>
                <a:lnTo>
                  <a:pt x="36" y="112"/>
                </a:lnTo>
                <a:lnTo>
                  <a:pt x="38" y="113"/>
                </a:lnTo>
                <a:lnTo>
                  <a:pt x="39" y="114"/>
                </a:lnTo>
                <a:lnTo>
                  <a:pt x="41" y="115"/>
                </a:lnTo>
                <a:lnTo>
                  <a:pt x="43" y="116"/>
                </a:lnTo>
                <a:lnTo>
                  <a:pt x="45" y="117"/>
                </a:lnTo>
                <a:lnTo>
                  <a:pt x="47" y="118"/>
                </a:lnTo>
                <a:lnTo>
                  <a:pt x="49" y="119"/>
                </a:lnTo>
                <a:lnTo>
                  <a:pt x="52" y="120"/>
                </a:lnTo>
                <a:lnTo>
                  <a:pt x="54" y="120"/>
                </a:lnTo>
                <a:lnTo>
                  <a:pt x="56" y="121"/>
                </a:lnTo>
                <a:lnTo>
                  <a:pt x="58" y="121"/>
                </a:lnTo>
                <a:lnTo>
                  <a:pt x="60" y="122"/>
                </a:lnTo>
                <a:lnTo>
                  <a:pt x="63" y="123"/>
                </a:lnTo>
                <a:lnTo>
                  <a:pt x="65" y="123"/>
                </a:lnTo>
                <a:lnTo>
                  <a:pt x="67" y="123"/>
                </a:lnTo>
                <a:lnTo>
                  <a:pt x="69" y="124"/>
                </a:lnTo>
                <a:lnTo>
                  <a:pt x="72" y="124"/>
                </a:lnTo>
                <a:lnTo>
                  <a:pt x="74" y="124"/>
                </a:lnTo>
                <a:lnTo>
                  <a:pt x="76" y="124"/>
                </a:lnTo>
                <a:lnTo>
                  <a:pt x="78" y="124"/>
                </a:lnTo>
                <a:lnTo>
                  <a:pt x="81" y="124"/>
                </a:lnTo>
                <a:lnTo>
                  <a:pt x="83" y="124"/>
                </a:lnTo>
                <a:lnTo>
                  <a:pt x="85" y="124"/>
                </a:lnTo>
                <a:lnTo>
                  <a:pt x="88" y="124"/>
                </a:lnTo>
                <a:lnTo>
                  <a:pt x="90" y="124"/>
                </a:lnTo>
                <a:lnTo>
                  <a:pt x="93" y="124"/>
                </a:lnTo>
                <a:lnTo>
                  <a:pt x="96" y="123"/>
                </a:lnTo>
                <a:lnTo>
                  <a:pt x="98" y="123"/>
                </a:lnTo>
                <a:lnTo>
                  <a:pt x="100" y="123"/>
                </a:lnTo>
                <a:lnTo>
                  <a:pt x="102" y="122"/>
                </a:lnTo>
                <a:lnTo>
                  <a:pt x="105" y="121"/>
                </a:lnTo>
                <a:lnTo>
                  <a:pt x="107" y="121"/>
                </a:lnTo>
                <a:lnTo>
                  <a:pt x="109" y="120"/>
                </a:lnTo>
                <a:lnTo>
                  <a:pt x="111" y="120"/>
                </a:lnTo>
                <a:lnTo>
                  <a:pt x="113" y="119"/>
                </a:lnTo>
                <a:lnTo>
                  <a:pt x="115" y="118"/>
                </a:lnTo>
                <a:lnTo>
                  <a:pt x="117" y="117"/>
                </a:lnTo>
                <a:lnTo>
                  <a:pt x="119" y="116"/>
                </a:lnTo>
                <a:lnTo>
                  <a:pt x="121" y="115"/>
                </a:lnTo>
                <a:lnTo>
                  <a:pt x="123" y="114"/>
                </a:lnTo>
                <a:lnTo>
                  <a:pt x="125" y="113"/>
                </a:lnTo>
                <a:lnTo>
                  <a:pt x="127" y="112"/>
                </a:lnTo>
                <a:lnTo>
                  <a:pt x="129" y="111"/>
                </a:lnTo>
                <a:lnTo>
                  <a:pt x="130" y="110"/>
                </a:lnTo>
                <a:lnTo>
                  <a:pt x="132" y="108"/>
                </a:lnTo>
                <a:lnTo>
                  <a:pt x="134" y="107"/>
                </a:lnTo>
                <a:lnTo>
                  <a:pt x="135" y="106"/>
                </a:lnTo>
                <a:lnTo>
                  <a:pt x="137" y="104"/>
                </a:lnTo>
                <a:lnTo>
                  <a:pt x="138" y="103"/>
                </a:lnTo>
                <a:lnTo>
                  <a:pt x="140" y="102"/>
                </a:lnTo>
                <a:lnTo>
                  <a:pt x="141" y="100"/>
                </a:lnTo>
                <a:lnTo>
                  <a:pt x="143" y="99"/>
                </a:lnTo>
                <a:lnTo>
                  <a:pt x="144" y="97"/>
                </a:lnTo>
                <a:lnTo>
                  <a:pt x="145" y="95"/>
                </a:lnTo>
                <a:lnTo>
                  <a:pt x="146" y="94"/>
                </a:lnTo>
                <a:lnTo>
                  <a:pt x="147" y="92"/>
                </a:lnTo>
                <a:lnTo>
                  <a:pt x="148" y="91"/>
                </a:lnTo>
                <a:lnTo>
                  <a:pt x="149" y="89"/>
                </a:lnTo>
                <a:lnTo>
                  <a:pt x="150" y="87"/>
                </a:lnTo>
                <a:lnTo>
                  <a:pt x="151" y="85"/>
                </a:lnTo>
                <a:lnTo>
                  <a:pt x="152" y="84"/>
                </a:lnTo>
                <a:lnTo>
                  <a:pt x="152" y="81"/>
                </a:lnTo>
                <a:lnTo>
                  <a:pt x="153" y="79"/>
                </a:lnTo>
                <a:lnTo>
                  <a:pt x="154" y="77"/>
                </a:lnTo>
                <a:lnTo>
                  <a:pt x="154" y="75"/>
                </a:lnTo>
                <a:lnTo>
                  <a:pt x="154" y="74"/>
                </a:lnTo>
                <a:lnTo>
                  <a:pt x="155" y="72"/>
                </a:lnTo>
                <a:lnTo>
                  <a:pt x="155" y="70"/>
                </a:lnTo>
                <a:lnTo>
                  <a:pt x="155" y="68"/>
                </a:lnTo>
                <a:lnTo>
                  <a:pt x="155" y="66"/>
                </a:lnTo>
                <a:lnTo>
                  <a:pt x="155" y="64"/>
                </a:lnTo>
                <a:moveTo>
                  <a:pt x="162" y="64"/>
                </a:moveTo>
                <a:lnTo>
                  <a:pt x="162" y="66"/>
                </a:lnTo>
                <a:lnTo>
                  <a:pt x="162" y="68"/>
                </a:lnTo>
                <a:lnTo>
                  <a:pt x="162" y="70"/>
                </a:lnTo>
                <a:lnTo>
                  <a:pt x="162" y="72"/>
                </a:lnTo>
                <a:lnTo>
                  <a:pt x="161" y="74"/>
                </a:lnTo>
                <a:lnTo>
                  <a:pt x="161" y="76"/>
                </a:lnTo>
                <a:lnTo>
                  <a:pt x="160" y="78"/>
                </a:lnTo>
                <a:lnTo>
                  <a:pt x="160" y="80"/>
                </a:lnTo>
                <a:lnTo>
                  <a:pt x="159" y="82"/>
                </a:lnTo>
                <a:lnTo>
                  <a:pt x="158" y="85"/>
                </a:lnTo>
                <a:lnTo>
                  <a:pt x="157" y="87"/>
                </a:lnTo>
                <a:lnTo>
                  <a:pt x="157" y="89"/>
                </a:lnTo>
                <a:lnTo>
                  <a:pt x="156" y="91"/>
                </a:lnTo>
                <a:lnTo>
                  <a:pt x="155" y="93"/>
                </a:lnTo>
                <a:lnTo>
                  <a:pt x="153" y="95"/>
                </a:lnTo>
                <a:lnTo>
                  <a:pt x="152" y="96"/>
                </a:lnTo>
                <a:lnTo>
                  <a:pt x="151" y="98"/>
                </a:lnTo>
                <a:lnTo>
                  <a:pt x="150" y="100"/>
                </a:lnTo>
                <a:lnTo>
                  <a:pt x="148" y="102"/>
                </a:lnTo>
                <a:lnTo>
                  <a:pt x="147" y="103"/>
                </a:lnTo>
                <a:lnTo>
                  <a:pt x="145" y="105"/>
                </a:lnTo>
                <a:lnTo>
                  <a:pt x="144" y="107"/>
                </a:lnTo>
                <a:lnTo>
                  <a:pt x="142" y="108"/>
                </a:lnTo>
                <a:lnTo>
                  <a:pt x="140" y="110"/>
                </a:lnTo>
                <a:lnTo>
                  <a:pt x="139" y="111"/>
                </a:lnTo>
                <a:lnTo>
                  <a:pt x="137" y="112"/>
                </a:lnTo>
                <a:lnTo>
                  <a:pt x="135" y="114"/>
                </a:lnTo>
                <a:lnTo>
                  <a:pt x="133" y="115"/>
                </a:lnTo>
                <a:lnTo>
                  <a:pt x="131" y="116"/>
                </a:lnTo>
                <a:lnTo>
                  <a:pt x="129" y="118"/>
                </a:lnTo>
                <a:lnTo>
                  <a:pt x="127" y="119"/>
                </a:lnTo>
                <a:lnTo>
                  <a:pt x="125" y="120"/>
                </a:lnTo>
                <a:lnTo>
                  <a:pt x="123" y="121"/>
                </a:lnTo>
                <a:lnTo>
                  <a:pt x="121" y="122"/>
                </a:lnTo>
                <a:lnTo>
                  <a:pt x="118" y="123"/>
                </a:lnTo>
                <a:lnTo>
                  <a:pt x="116" y="124"/>
                </a:lnTo>
                <a:lnTo>
                  <a:pt x="114" y="125"/>
                </a:lnTo>
                <a:lnTo>
                  <a:pt x="111" y="125"/>
                </a:lnTo>
                <a:lnTo>
                  <a:pt x="109" y="126"/>
                </a:lnTo>
                <a:lnTo>
                  <a:pt x="107" y="127"/>
                </a:lnTo>
                <a:lnTo>
                  <a:pt x="104" y="127"/>
                </a:lnTo>
                <a:lnTo>
                  <a:pt x="102" y="128"/>
                </a:lnTo>
                <a:lnTo>
                  <a:pt x="99" y="128"/>
                </a:lnTo>
                <a:lnTo>
                  <a:pt x="97" y="129"/>
                </a:lnTo>
                <a:lnTo>
                  <a:pt x="94" y="129"/>
                </a:lnTo>
                <a:lnTo>
                  <a:pt x="92" y="129"/>
                </a:lnTo>
                <a:lnTo>
                  <a:pt x="88" y="130"/>
                </a:lnTo>
                <a:lnTo>
                  <a:pt x="86" y="130"/>
                </a:lnTo>
                <a:lnTo>
                  <a:pt x="83" y="130"/>
                </a:lnTo>
                <a:lnTo>
                  <a:pt x="81" y="130"/>
                </a:lnTo>
                <a:lnTo>
                  <a:pt x="78" y="130"/>
                </a:lnTo>
                <a:lnTo>
                  <a:pt x="76" y="130"/>
                </a:lnTo>
                <a:lnTo>
                  <a:pt x="73" y="130"/>
                </a:lnTo>
                <a:lnTo>
                  <a:pt x="71" y="129"/>
                </a:lnTo>
                <a:lnTo>
                  <a:pt x="68" y="129"/>
                </a:lnTo>
                <a:lnTo>
                  <a:pt x="66" y="129"/>
                </a:lnTo>
                <a:lnTo>
                  <a:pt x="63" y="128"/>
                </a:lnTo>
                <a:lnTo>
                  <a:pt x="61" y="128"/>
                </a:lnTo>
                <a:lnTo>
                  <a:pt x="58" y="127"/>
                </a:lnTo>
                <a:lnTo>
                  <a:pt x="56" y="127"/>
                </a:lnTo>
                <a:lnTo>
                  <a:pt x="54" y="126"/>
                </a:lnTo>
                <a:lnTo>
                  <a:pt x="51" y="125"/>
                </a:lnTo>
                <a:lnTo>
                  <a:pt x="49" y="125"/>
                </a:lnTo>
                <a:lnTo>
                  <a:pt x="47" y="124"/>
                </a:lnTo>
                <a:lnTo>
                  <a:pt x="44" y="123"/>
                </a:lnTo>
                <a:lnTo>
                  <a:pt x="42" y="122"/>
                </a:lnTo>
                <a:lnTo>
                  <a:pt x="40" y="121"/>
                </a:lnTo>
                <a:lnTo>
                  <a:pt x="38" y="120"/>
                </a:lnTo>
                <a:lnTo>
                  <a:pt x="36" y="119"/>
                </a:lnTo>
                <a:lnTo>
                  <a:pt x="34" y="118"/>
                </a:lnTo>
                <a:lnTo>
                  <a:pt x="31" y="116"/>
                </a:lnTo>
                <a:lnTo>
                  <a:pt x="30" y="115"/>
                </a:lnTo>
                <a:lnTo>
                  <a:pt x="28" y="114"/>
                </a:lnTo>
                <a:lnTo>
                  <a:pt x="26" y="112"/>
                </a:lnTo>
                <a:lnTo>
                  <a:pt x="24" y="111"/>
                </a:lnTo>
                <a:lnTo>
                  <a:pt x="22" y="110"/>
                </a:lnTo>
                <a:lnTo>
                  <a:pt x="20" y="108"/>
                </a:lnTo>
                <a:lnTo>
                  <a:pt x="19" y="107"/>
                </a:lnTo>
                <a:lnTo>
                  <a:pt x="17" y="105"/>
                </a:lnTo>
                <a:lnTo>
                  <a:pt x="16" y="103"/>
                </a:lnTo>
                <a:lnTo>
                  <a:pt x="14" y="102"/>
                </a:lnTo>
                <a:lnTo>
                  <a:pt x="13" y="100"/>
                </a:lnTo>
                <a:lnTo>
                  <a:pt x="12" y="98"/>
                </a:lnTo>
                <a:lnTo>
                  <a:pt x="10" y="96"/>
                </a:lnTo>
                <a:lnTo>
                  <a:pt x="9" y="95"/>
                </a:lnTo>
                <a:lnTo>
                  <a:pt x="8" y="93"/>
                </a:lnTo>
                <a:lnTo>
                  <a:pt x="7" y="91"/>
                </a:lnTo>
                <a:lnTo>
                  <a:pt x="6" y="89"/>
                </a:lnTo>
                <a:lnTo>
                  <a:pt x="5" y="87"/>
                </a:lnTo>
                <a:lnTo>
                  <a:pt x="4" y="85"/>
                </a:lnTo>
                <a:lnTo>
                  <a:pt x="4" y="82"/>
                </a:lnTo>
                <a:lnTo>
                  <a:pt x="3" y="80"/>
                </a:lnTo>
                <a:lnTo>
                  <a:pt x="2" y="78"/>
                </a:lnTo>
                <a:lnTo>
                  <a:pt x="2" y="76"/>
                </a:lnTo>
                <a:lnTo>
                  <a:pt x="1" y="74"/>
                </a:lnTo>
                <a:lnTo>
                  <a:pt x="1" y="72"/>
                </a:lnTo>
                <a:lnTo>
                  <a:pt x="1" y="70"/>
                </a:lnTo>
                <a:lnTo>
                  <a:pt x="1" y="68"/>
                </a:lnTo>
                <a:lnTo>
                  <a:pt x="0" y="66"/>
                </a:lnTo>
                <a:lnTo>
                  <a:pt x="0" y="64"/>
                </a:lnTo>
                <a:lnTo>
                  <a:pt x="0" y="62"/>
                </a:lnTo>
                <a:lnTo>
                  <a:pt x="1" y="60"/>
                </a:lnTo>
                <a:lnTo>
                  <a:pt x="1" y="58"/>
                </a:lnTo>
                <a:lnTo>
                  <a:pt x="1" y="56"/>
                </a:lnTo>
                <a:lnTo>
                  <a:pt x="1" y="54"/>
                </a:lnTo>
                <a:lnTo>
                  <a:pt x="2" y="52"/>
                </a:lnTo>
                <a:lnTo>
                  <a:pt x="2" y="50"/>
                </a:lnTo>
                <a:lnTo>
                  <a:pt x="3" y="48"/>
                </a:lnTo>
                <a:lnTo>
                  <a:pt x="4" y="46"/>
                </a:lnTo>
                <a:lnTo>
                  <a:pt x="4" y="44"/>
                </a:lnTo>
                <a:lnTo>
                  <a:pt x="5" y="43"/>
                </a:lnTo>
                <a:lnTo>
                  <a:pt x="6" y="41"/>
                </a:lnTo>
                <a:lnTo>
                  <a:pt x="7" y="39"/>
                </a:lnTo>
                <a:lnTo>
                  <a:pt x="8" y="37"/>
                </a:lnTo>
                <a:lnTo>
                  <a:pt x="9" y="35"/>
                </a:lnTo>
                <a:lnTo>
                  <a:pt x="10" y="33"/>
                </a:lnTo>
                <a:lnTo>
                  <a:pt x="12" y="32"/>
                </a:lnTo>
                <a:lnTo>
                  <a:pt x="13" y="30"/>
                </a:lnTo>
                <a:lnTo>
                  <a:pt x="14" y="28"/>
                </a:lnTo>
                <a:lnTo>
                  <a:pt x="16" y="26"/>
                </a:lnTo>
                <a:lnTo>
                  <a:pt x="17" y="25"/>
                </a:lnTo>
                <a:lnTo>
                  <a:pt x="19" y="23"/>
                </a:lnTo>
                <a:lnTo>
                  <a:pt x="20" y="22"/>
                </a:lnTo>
                <a:lnTo>
                  <a:pt x="22" y="20"/>
                </a:lnTo>
                <a:lnTo>
                  <a:pt x="24" y="19"/>
                </a:lnTo>
                <a:lnTo>
                  <a:pt x="26" y="17"/>
                </a:lnTo>
                <a:lnTo>
                  <a:pt x="28" y="16"/>
                </a:lnTo>
                <a:lnTo>
                  <a:pt x="30" y="15"/>
                </a:lnTo>
                <a:lnTo>
                  <a:pt x="31" y="13"/>
                </a:lnTo>
                <a:lnTo>
                  <a:pt x="34" y="12"/>
                </a:lnTo>
                <a:lnTo>
                  <a:pt x="36" y="11"/>
                </a:lnTo>
                <a:lnTo>
                  <a:pt x="38" y="10"/>
                </a:lnTo>
                <a:lnTo>
                  <a:pt x="40" y="9"/>
                </a:lnTo>
                <a:lnTo>
                  <a:pt x="42" y="8"/>
                </a:lnTo>
                <a:lnTo>
                  <a:pt x="44" y="7"/>
                </a:lnTo>
                <a:lnTo>
                  <a:pt x="47" y="6"/>
                </a:lnTo>
                <a:lnTo>
                  <a:pt x="49" y="5"/>
                </a:lnTo>
                <a:lnTo>
                  <a:pt x="51" y="4"/>
                </a:lnTo>
                <a:lnTo>
                  <a:pt x="54" y="4"/>
                </a:lnTo>
                <a:lnTo>
                  <a:pt x="56" y="3"/>
                </a:lnTo>
                <a:lnTo>
                  <a:pt x="58" y="2"/>
                </a:lnTo>
                <a:lnTo>
                  <a:pt x="61" y="2"/>
                </a:lnTo>
                <a:lnTo>
                  <a:pt x="63" y="1"/>
                </a:lnTo>
                <a:lnTo>
                  <a:pt x="66" y="1"/>
                </a:lnTo>
                <a:lnTo>
                  <a:pt x="68" y="1"/>
                </a:lnTo>
                <a:lnTo>
                  <a:pt x="71" y="0"/>
                </a:lnTo>
                <a:lnTo>
                  <a:pt x="73" y="0"/>
                </a:lnTo>
                <a:lnTo>
                  <a:pt x="76" y="0"/>
                </a:lnTo>
                <a:lnTo>
                  <a:pt x="78" y="0"/>
                </a:lnTo>
                <a:lnTo>
                  <a:pt x="81" y="0"/>
                </a:lnTo>
                <a:lnTo>
                  <a:pt x="83" y="0"/>
                </a:lnTo>
                <a:lnTo>
                  <a:pt x="86" y="0"/>
                </a:lnTo>
                <a:lnTo>
                  <a:pt x="88" y="0"/>
                </a:lnTo>
                <a:lnTo>
                  <a:pt x="92" y="0"/>
                </a:lnTo>
                <a:lnTo>
                  <a:pt x="94" y="1"/>
                </a:lnTo>
                <a:lnTo>
                  <a:pt x="97" y="1"/>
                </a:lnTo>
                <a:lnTo>
                  <a:pt x="99" y="1"/>
                </a:lnTo>
                <a:lnTo>
                  <a:pt x="102" y="2"/>
                </a:lnTo>
                <a:lnTo>
                  <a:pt x="104" y="2"/>
                </a:lnTo>
                <a:lnTo>
                  <a:pt x="107" y="3"/>
                </a:lnTo>
                <a:lnTo>
                  <a:pt x="109" y="4"/>
                </a:lnTo>
                <a:lnTo>
                  <a:pt x="111" y="4"/>
                </a:lnTo>
                <a:lnTo>
                  <a:pt x="114" y="5"/>
                </a:lnTo>
                <a:lnTo>
                  <a:pt x="116" y="6"/>
                </a:lnTo>
                <a:lnTo>
                  <a:pt x="118" y="7"/>
                </a:lnTo>
                <a:lnTo>
                  <a:pt x="121" y="8"/>
                </a:lnTo>
                <a:lnTo>
                  <a:pt x="123" y="9"/>
                </a:lnTo>
                <a:lnTo>
                  <a:pt x="125" y="10"/>
                </a:lnTo>
                <a:lnTo>
                  <a:pt x="127" y="11"/>
                </a:lnTo>
                <a:lnTo>
                  <a:pt x="129" y="12"/>
                </a:lnTo>
                <a:lnTo>
                  <a:pt x="131" y="13"/>
                </a:lnTo>
                <a:lnTo>
                  <a:pt x="133" y="15"/>
                </a:lnTo>
                <a:lnTo>
                  <a:pt x="135" y="16"/>
                </a:lnTo>
                <a:lnTo>
                  <a:pt x="137" y="17"/>
                </a:lnTo>
                <a:lnTo>
                  <a:pt x="139" y="19"/>
                </a:lnTo>
                <a:lnTo>
                  <a:pt x="140" y="20"/>
                </a:lnTo>
                <a:lnTo>
                  <a:pt x="142" y="22"/>
                </a:lnTo>
                <a:lnTo>
                  <a:pt x="144" y="23"/>
                </a:lnTo>
                <a:lnTo>
                  <a:pt x="145" y="25"/>
                </a:lnTo>
                <a:lnTo>
                  <a:pt x="147" y="26"/>
                </a:lnTo>
                <a:lnTo>
                  <a:pt x="148" y="28"/>
                </a:lnTo>
                <a:lnTo>
                  <a:pt x="150" y="30"/>
                </a:lnTo>
                <a:lnTo>
                  <a:pt x="151" y="32"/>
                </a:lnTo>
                <a:lnTo>
                  <a:pt x="152" y="33"/>
                </a:lnTo>
                <a:lnTo>
                  <a:pt x="153" y="35"/>
                </a:lnTo>
                <a:lnTo>
                  <a:pt x="155" y="37"/>
                </a:lnTo>
                <a:lnTo>
                  <a:pt x="156" y="39"/>
                </a:lnTo>
                <a:lnTo>
                  <a:pt x="157" y="41"/>
                </a:lnTo>
                <a:lnTo>
                  <a:pt x="157" y="43"/>
                </a:lnTo>
                <a:lnTo>
                  <a:pt x="158" y="44"/>
                </a:lnTo>
                <a:lnTo>
                  <a:pt x="159" y="46"/>
                </a:lnTo>
                <a:lnTo>
                  <a:pt x="160" y="48"/>
                </a:lnTo>
                <a:lnTo>
                  <a:pt x="160" y="50"/>
                </a:lnTo>
                <a:lnTo>
                  <a:pt x="161" y="52"/>
                </a:lnTo>
                <a:lnTo>
                  <a:pt x="161" y="54"/>
                </a:lnTo>
                <a:lnTo>
                  <a:pt x="162" y="56"/>
                </a:lnTo>
                <a:lnTo>
                  <a:pt x="162" y="58"/>
                </a:lnTo>
                <a:lnTo>
                  <a:pt x="162" y="60"/>
                </a:lnTo>
                <a:lnTo>
                  <a:pt x="162" y="62"/>
                </a:lnTo>
                <a:lnTo>
                  <a:pt x="162" y="64"/>
                </a:lnTo>
                <a:close/>
              </a:path>
            </a:pathLst>
          </a:custGeom>
          <a:solidFill>
            <a:srgbClr val="fffb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0" name=""/>
          <p:cNvSpPr/>
          <p:nvPr/>
        </p:nvSpPr>
        <p:spPr>
          <a:xfrm>
            <a:off x="4948920" y="1803960"/>
            <a:ext cx="60120" cy="48240"/>
          </a:xfrm>
          <a:custGeom>
            <a:avLst/>
            <a:gdLst/>
            <a:ahLst/>
            <a:rect l="0" t="0" r="r" b="b"/>
            <a:pathLst>
              <a:path w="167" h="134">
                <a:moveTo>
                  <a:pt x="164" y="66"/>
                </a:moveTo>
                <a:lnTo>
                  <a:pt x="164" y="64"/>
                </a:lnTo>
                <a:lnTo>
                  <a:pt x="164" y="62"/>
                </a:lnTo>
                <a:lnTo>
                  <a:pt x="164" y="60"/>
                </a:lnTo>
                <a:lnTo>
                  <a:pt x="164" y="58"/>
                </a:lnTo>
                <a:lnTo>
                  <a:pt x="163" y="56"/>
                </a:lnTo>
                <a:lnTo>
                  <a:pt x="163" y="54"/>
                </a:lnTo>
                <a:lnTo>
                  <a:pt x="162" y="52"/>
                </a:lnTo>
                <a:lnTo>
                  <a:pt x="162" y="50"/>
                </a:lnTo>
                <a:lnTo>
                  <a:pt x="161" y="48"/>
                </a:lnTo>
                <a:lnTo>
                  <a:pt x="160" y="46"/>
                </a:lnTo>
                <a:lnTo>
                  <a:pt x="159" y="45"/>
                </a:lnTo>
                <a:lnTo>
                  <a:pt x="159" y="43"/>
                </a:lnTo>
                <a:lnTo>
                  <a:pt x="158" y="41"/>
                </a:lnTo>
                <a:lnTo>
                  <a:pt x="157" y="39"/>
                </a:lnTo>
                <a:lnTo>
                  <a:pt x="155" y="37"/>
                </a:lnTo>
                <a:lnTo>
                  <a:pt x="154" y="35"/>
                </a:lnTo>
                <a:lnTo>
                  <a:pt x="153" y="34"/>
                </a:lnTo>
                <a:lnTo>
                  <a:pt x="152" y="32"/>
                </a:lnTo>
                <a:lnTo>
                  <a:pt x="150" y="30"/>
                </a:lnTo>
                <a:lnTo>
                  <a:pt x="149" y="28"/>
                </a:lnTo>
                <a:lnTo>
                  <a:pt x="147" y="27"/>
                </a:lnTo>
                <a:lnTo>
                  <a:pt x="146" y="25"/>
                </a:lnTo>
                <a:lnTo>
                  <a:pt x="144" y="24"/>
                </a:lnTo>
                <a:lnTo>
                  <a:pt x="142" y="22"/>
                </a:lnTo>
                <a:lnTo>
                  <a:pt x="141" y="21"/>
                </a:lnTo>
                <a:lnTo>
                  <a:pt x="139" y="19"/>
                </a:lnTo>
                <a:lnTo>
                  <a:pt x="137" y="18"/>
                </a:lnTo>
                <a:lnTo>
                  <a:pt x="135" y="17"/>
                </a:lnTo>
                <a:lnTo>
                  <a:pt x="133" y="15"/>
                </a:lnTo>
                <a:lnTo>
                  <a:pt x="131" y="14"/>
                </a:lnTo>
                <a:lnTo>
                  <a:pt x="129" y="13"/>
                </a:lnTo>
                <a:lnTo>
                  <a:pt x="127" y="12"/>
                </a:lnTo>
                <a:lnTo>
                  <a:pt x="125" y="11"/>
                </a:lnTo>
                <a:lnTo>
                  <a:pt x="123" y="10"/>
                </a:lnTo>
                <a:lnTo>
                  <a:pt x="120" y="9"/>
                </a:lnTo>
                <a:lnTo>
                  <a:pt x="118" y="8"/>
                </a:lnTo>
                <a:lnTo>
                  <a:pt x="116" y="7"/>
                </a:lnTo>
                <a:lnTo>
                  <a:pt x="113" y="6"/>
                </a:lnTo>
                <a:lnTo>
                  <a:pt x="111" y="6"/>
                </a:lnTo>
                <a:lnTo>
                  <a:pt x="109" y="5"/>
                </a:lnTo>
                <a:lnTo>
                  <a:pt x="106" y="4"/>
                </a:lnTo>
                <a:lnTo>
                  <a:pt x="104" y="4"/>
                </a:lnTo>
                <a:lnTo>
                  <a:pt x="101" y="3"/>
                </a:lnTo>
                <a:lnTo>
                  <a:pt x="99" y="3"/>
                </a:lnTo>
                <a:lnTo>
                  <a:pt x="96" y="3"/>
                </a:lnTo>
                <a:lnTo>
                  <a:pt x="94" y="2"/>
                </a:lnTo>
                <a:lnTo>
                  <a:pt x="91" y="2"/>
                </a:lnTo>
                <a:lnTo>
                  <a:pt x="89" y="2"/>
                </a:lnTo>
                <a:lnTo>
                  <a:pt x="86" y="2"/>
                </a:lnTo>
                <a:lnTo>
                  <a:pt x="84" y="2"/>
                </a:lnTo>
                <a:lnTo>
                  <a:pt x="81" y="2"/>
                </a:lnTo>
                <a:lnTo>
                  <a:pt x="79" y="2"/>
                </a:lnTo>
                <a:lnTo>
                  <a:pt x="76" y="2"/>
                </a:lnTo>
                <a:lnTo>
                  <a:pt x="74" y="2"/>
                </a:lnTo>
                <a:lnTo>
                  <a:pt x="71" y="3"/>
                </a:lnTo>
                <a:lnTo>
                  <a:pt x="69" y="3"/>
                </a:lnTo>
                <a:lnTo>
                  <a:pt x="66" y="3"/>
                </a:lnTo>
                <a:lnTo>
                  <a:pt x="64" y="4"/>
                </a:lnTo>
                <a:lnTo>
                  <a:pt x="61" y="4"/>
                </a:lnTo>
                <a:lnTo>
                  <a:pt x="59" y="5"/>
                </a:lnTo>
                <a:lnTo>
                  <a:pt x="57" y="6"/>
                </a:lnTo>
                <a:lnTo>
                  <a:pt x="54" y="6"/>
                </a:lnTo>
                <a:lnTo>
                  <a:pt x="52" y="7"/>
                </a:lnTo>
                <a:lnTo>
                  <a:pt x="50" y="8"/>
                </a:lnTo>
                <a:lnTo>
                  <a:pt x="47" y="9"/>
                </a:lnTo>
                <a:lnTo>
                  <a:pt x="45" y="10"/>
                </a:lnTo>
                <a:lnTo>
                  <a:pt x="43" y="11"/>
                </a:lnTo>
                <a:lnTo>
                  <a:pt x="41" y="12"/>
                </a:lnTo>
                <a:lnTo>
                  <a:pt x="39" y="13"/>
                </a:lnTo>
                <a:lnTo>
                  <a:pt x="37" y="14"/>
                </a:lnTo>
                <a:lnTo>
                  <a:pt x="34" y="15"/>
                </a:lnTo>
                <a:lnTo>
                  <a:pt x="33" y="17"/>
                </a:lnTo>
                <a:lnTo>
                  <a:pt x="30" y="18"/>
                </a:lnTo>
                <a:lnTo>
                  <a:pt x="28" y="19"/>
                </a:lnTo>
                <a:lnTo>
                  <a:pt x="26" y="21"/>
                </a:lnTo>
                <a:lnTo>
                  <a:pt x="24" y="22"/>
                </a:lnTo>
                <a:lnTo>
                  <a:pt x="22" y="24"/>
                </a:lnTo>
                <a:lnTo>
                  <a:pt x="21" y="25"/>
                </a:lnTo>
                <a:lnTo>
                  <a:pt x="19" y="27"/>
                </a:lnTo>
                <a:lnTo>
                  <a:pt x="18" y="28"/>
                </a:lnTo>
                <a:lnTo>
                  <a:pt x="16" y="30"/>
                </a:lnTo>
                <a:lnTo>
                  <a:pt x="15" y="32"/>
                </a:lnTo>
                <a:lnTo>
                  <a:pt x="14" y="34"/>
                </a:lnTo>
                <a:lnTo>
                  <a:pt x="12" y="35"/>
                </a:lnTo>
                <a:lnTo>
                  <a:pt x="11" y="37"/>
                </a:lnTo>
                <a:lnTo>
                  <a:pt x="10" y="39"/>
                </a:lnTo>
                <a:lnTo>
                  <a:pt x="9" y="41"/>
                </a:lnTo>
                <a:lnTo>
                  <a:pt x="8" y="43"/>
                </a:lnTo>
                <a:lnTo>
                  <a:pt x="7" y="45"/>
                </a:lnTo>
                <a:lnTo>
                  <a:pt x="6" y="46"/>
                </a:lnTo>
                <a:lnTo>
                  <a:pt x="6" y="48"/>
                </a:lnTo>
                <a:lnTo>
                  <a:pt x="5" y="50"/>
                </a:lnTo>
                <a:lnTo>
                  <a:pt x="4" y="52"/>
                </a:lnTo>
                <a:lnTo>
                  <a:pt x="4" y="54"/>
                </a:lnTo>
                <a:lnTo>
                  <a:pt x="3" y="56"/>
                </a:lnTo>
                <a:lnTo>
                  <a:pt x="3" y="58"/>
                </a:lnTo>
                <a:lnTo>
                  <a:pt x="3" y="60"/>
                </a:lnTo>
                <a:lnTo>
                  <a:pt x="3" y="62"/>
                </a:lnTo>
                <a:lnTo>
                  <a:pt x="2" y="64"/>
                </a:lnTo>
                <a:lnTo>
                  <a:pt x="2" y="66"/>
                </a:lnTo>
                <a:lnTo>
                  <a:pt x="2" y="68"/>
                </a:lnTo>
                <a:lnTo>
                  <a:pt x="3" y="70"/>
                </a:lnTo>
                <a:lnTo>
                  <a:pt x="3" y="73"/>
                </a:lnTo>
                <a:lnTo>
                  <a:pt x="3" y="75"/>
                </a:lnTo>
                <a:lnTo>
                  <a:pt x="3" y="77"/>
                </a:lnTo>
                <a:lnTo>
                  <a:pt x="4" y="79"/>
                </a:lnTo>
                <a:lnTo>
                  <a:pt x="4" y="81"/>
                </a:lnTo>
                <a:lnTo>
                  <a:pt x="5" y="83"/>
                </a:lnTo>
                <a:lnTo>
                  <a:pt x="6" y="85"/>
                </a:lnTo>
                <a:lnTo>
                  <a:pt x="6" y="87"/>
                </a:lnTo>
                <a:lnTo>
                  <a:pt x="7" y="89"/>
                </a:lnTo>
                <a:lnTo>
                  <a:pt x="8" y="91"/>
                </a:lnTo>
                <a:lnTo>
                  <a:pt x="9" y="93"/>
                </a:lnTo>
                <a:lnTo>
                  <a:pt x="10" y="95"/>
                </a:lnTo>
                <a:lnTo>
                  <a:pt x="11" y="97"/>
                </a:lnTo>
                <a:lnTo>
                  <a:pt x="12" y="98"/>
                </a:lnTo>
                <a:lnTo>
                  <a:pt x="14" y="100"/>
                </a:lnTo>
                <a:lnTo>
                  <a:pt x="15" y="102"/>
                </a:lnTo>
                <a:lnTo>
                  <a:pt x="16" y="104"/>
                </a:lnTo>
                <a:lnTo>
                  <a:pt x="18" y="105"/>
                </a:lnTo>
                <a:lnTo>
                  <a:pt x="19" y="107"/>
                </a:lnTo>
                <a:lnTo>
                  <a:pt x="21" y="109"/>
                </a:lnTo>
                <a:lnTo>
                  <a:pt x="22" y="110"/>
                </a:lnTo>
                <a:lnTo>
                  <a:pt x="24" y="112"/>
                </a:lnTo>
                <a:lnTo>
                  <a:pt x="26" y="113"/>
                </a:lnTo>
                <a:lnTo>
                  <a:pt x="28" y="114"/>
                </a:lnTo>
                <a:lnTo>
                  <a:pt x="30" y="116"/>
                </a:lnTo>
                <a:lnTo>
                  <a:pt x="33" y="117"/>
                </a:lnTo>
                <a:lnTo>
                  <a:pt x="34" y="118"/>
                </a:lnTo>
                <a:lnTo>
                  <a:pt x="37" y="120"/>
                </a:lnTo>
                <a:lnTo>
                  <a:pt x="39" y="121"/>
                </a:lnTo>
                <a:lnTo>
                  <a:pt x="41" y="122"/>
                </a:lnTo>
                <a:lnTo>
                  <a:pt x="43" y="123"/>
                </a:lnTo>
                <a:lnTo>
                  <a:pt x="45" y="124"/>
                </a:lnTo>
                <a:lnTo>
                  <a:pt x="47" y="125"/>
                </a:lnTo>
                <a:lnTo>
                  <a:pt x="50" y="126"/>
                </a:lnTo>
                <a:lnTo>
                  <a:pt x="52" y="127"/>
                </a:lnTo>
                <a:lnTo>
                  <a:pt x="54" y="127"/>
                </a:lnTo>
                <a:lnTo>
                  <a:pt x="57" y="128"/>
                </a:lnTo>
                <a:lnTo>
                  <a:pt x="59" y="129"/>
                </a:lnTo>
                <a:lnTo>
                  <a:pt x="61" y="129"/>
                </a:lnTo>
                <a:lnTo>
                  <a:pt x="64" y="130"/>
                </a:lnTo>
                <a:lnTo>
                  <a:pt x="66" y="130"/>
                </a:lnTo>
                <a:lnTo>
                  <a:pt x="69" y="131"/>
                </a:lnTo>
                <a:lnTo>
                  <a:pt x="71" y="131"/>
                </a:lnTo>
                <a:lnTo>
                  <a:pt x="74" y="131"/>
                </a:lnTo>
                <a:lnTo>
                  <a:pt x="76" y="132"/>
                </a:lnTo>
                <a:lnTo>
                  <a:pt x="79" y="132"/>
                </a:lnTo>
                <a:lnTo>
                  <a:pt x="81" y="132"/>
                </a:lnTo>
                <a:lnTo>
                  <a:pt x="84" y="132"/>
                </a:lnTo>
                <a:lnTo>
                  <a:pt x="86" y="132"/>
                </a:lnTo>
                <a:lnTo>
                  <a:pt x="89" y="132"/>
                </a:lnTo>
                <a:lnTo>
                  <a:pt x="91" y="132"/>
                </a:lnTo>
                <a:lnTo>
                  <a:pt x="94" y="131"/>
                </a:lnTo>
                <a:lnTo>
                  <a:pt x="96" y="131"/>
                </a:lnTo>
                <a:lnTo>
                  <a:pt x="99" y="131"/>
                </a:lnTo>
                <a:lnTo>
                  <a:pt x="101" y="130"/>
                </a:lnTo>
                <a:lnTo>
                  <a:pt x="104" y="130"/>
                </a:lnTo>
                <a:lnTo>
                  <a:pt x="106" y="129"/>
                </a:lnTo>
                <a:lnTo>
                  <a:pt x="109" y="129"/>
                </a:lnTo>
                <a:lnTo>
                  <a:pt x="111" y="128"/>
                </a:lnTo>
                <a:lnTo>
                  <a:pt x="113" y="127"/>
                </a:lnTo>
                <a:lnTo>
                  <a:pt x="116" y="127"/>
                </a:lnTo>
                <a:lnTo>
                  <a:pt x="118" y="126"/>
                </a:lnTo>
                <a:lnTo>
                  <a:pt x="120" y="125"/>
                </a:lnTo>
                <a:lnTo>
                  <a:pt x="123" y="124"/>
                </a:lnTo>
                <a:lnTo>
                  <a:pt x="125" y="123"/>
                </a:lnTo>
                <a:lnTo>
                  <a:pt x="127" y="122"/>
                </a:lnTo>
                <a:lnTo>
                  <a:pt x="129" y="121"/>
                </a:lnTo>
                <a:lnTo>
                  <a:pt x="131" y="120"/>
                </a:lnTo>
                <a:lnTo>
                  <a:pt x="133" y="118"/>
                </a:lnTo>
                <a:lnTo>
                  <a:pt x="135" y="117"/>
                </a:lnTo>
                <a:lnTo>
                  <a:pt x="137" y="116"/>
                </a:lnTo>
                <a:lnTo>
                  <a:pt x="139" y="114"/>
                </a:lnTo>
                <a:lnTo>
                  <a:pt x="141" y="113"/>
                </a:lnTo>
                <a:lnTo>
                  <a:pt x="142" y="112"/>
                </a:lnTo>
                <a:lnTo>
                  <a:pt x="144" y="110"/>
                </a:lnTo>
                <a:lnTo>
                  <a:pt x="146" y="109"/>
                </a:lnTo>
                <a:lnTo>
                  <a:pt x="147" y="107"/>
                </a:lnTo>
                <a:lnTo>
                  <a:pt x="149" y="105"/>
                </a:lnTo>
                <a:lnTo>
                  <a:pt x="150" y="104"/>
                </a:lnTo>
                <a:lnTo>
                  <a:pt x="152" y="102"/>
                </a:lnTo>
                <a:lnTo>
                  <a:pt x="153" y="100"/>
                </a:lnTo>
                <a:lnTo>
                  <a:pt x="154" y="98"/>
                </a:lnTo>
                <a:lnTo>
                  <a:pt x="155" y="97"/>
                </a:lnTo>
                <a:lnTo>
                  <a:pt x="157" y="95"/>
                </a:lnTo>
                <a:lnTo>
                  <a:pt x="158" y="93"/>
                </a:lnTo>
                <a:lnTo>
                  <a:pt x="159" y="91"/>
                </a:lnTo>
                <a:lnTo>
                  <a:pt x="159" y="89"/>
                </a:lnTo>
                <a:lnTo>
                  <a:pt x="160" y="87"/>
                </a:lnTo>
                <a:lnTo>
                  <a:pt x="161" y="85"/>
                </a:lnTo>
                <a:lnTo>
                  <a:pt x="162" y="83"/>
                </a:lnTo>
                <a:lnTo>
                  <a:pt x="162" y="81"/>
                </a:lnTo>
                <a:lnTo>
                  <a:pt x="163" y="79"/>
                </a:lnTo>
                <a:lnTo>
                  <a:pt x="163" y="77"/>
                </a:lnTo>
                <a:lnTo>
                  <a:pt x="164" y="75"/>
                </a:lnTo>
                <a:lnTo>
                  <a:pt x="164" y="73"/>
                </a:lnTo>
                <a:lnTo>
                  <a:pt x="164" y="70"/>
                </a:lnTo>
                <a:lnTo>
                  <a:pt x="164" y="68"/>
                </a:lnTo>
                <a:lnTo>
                  <a:pt x="164" y="66"/>
                </a:lnTo>
                <a:moveTo>
                  <a:pt x="167" y="66"/>
                </a:moveTo>
                <a:lnTo>
                  <a:pt x="167" y="68"/>
                </a:lnTo>
                <a:lnTo>
                  <a:pt x="166" y="72"/>
                </a:lnTo>
                <a:lnTo>
                  <a:pt x="166" y="74"/>
                </a:lnTo>
                <a:lnTo>
                  <a:pt x="166" y="76"/>
                </a:lnTo>
                <a:lnTo>
                  <a:pt x="166" y="78"/>
                </a:lnTo>
                <a:lnTo>
                  <a:pt x="165" y="80"/>
                </a:lnTo>
                <a:lnTo>
                  <a:pt x="165" y="82"/>
                </a:lnTo>
                <a:lnTo>
                  <a:pt x="164" y="84"/>
                </a:lnTo>
                <a:lnTo>
                  <a:pt x="163" y="86"/>
                </a:lnTo>
                <a:lnTo>
                  <a:pt x="162" y="88"/>
                </a:lnTo>
                <a:lnTo>
                  <a:pt x="162" y="90"/>
                </a:lnTo>
                <a:lnTo>
                  <a:pt x="161" y="92"/>
                </a:lnTo>
                <a:lnTo>
                  <a:pt x="160" y="94"/>
                </a:lnTo>
                <a:lnTo>
                  <a:pt x="159" y="96"/>
                </a:lnTo>
                <a:lnTo>
                  <a:pt x="158" y="98"/>
                </a:lnTo>
                <a:lnTo>
                  <a:pt x="156" y="99"/>
                </a:lnTo>
                <a:lnTo>
                  <a:pt x="155" y="101"/>
                </a:lnTo>
                <a:lnTo>
                  <a:pt x="154" y="103"/>
                </a:lnTo>
                <a:lnTo>
                  <a:pt x="152" y="105"/>
                </a:lnTo>
                <a:lnTo>
                  <a:pt x="151" y="106"/>
                </a:lnTo>
                <a:lnTo>
                  <a:pt x="149" y="108"/>
                </a:lnTo>
                <a:lnTo>
                  <a:pt x="148" y="110"/>
                </a:lnTo>
                <a:lnTo>
                  <a:pt x="146" y="111"/>
                </a:lnTo>
                <a:lnTo>
                  <a:pt x="144" y="113"/>
                </a:lnTo>
                <a:lnTo>
                  <a:pt x="142" y="114"/>
                </a:lnTo>
                <a:lnTo>
                  <a:pt x="140" y="116"/>
                </a:lnTo>
                <a:lnTo>
                  <a:pt x="139" y="117"/>
                </a:lnTo>
                <a:lnTo>
                  <a:pt x="137" y="119"/>
                </a:lnTo>
                <a:lnTo>
                  <a:pt x="135" y="120"/>
                </a:lnTo>
                <a:lnTo>
                  <a:pt x="132" y="121"/>
                </a:lnTo>
                <a:lnTo>
                  <a:pt x="130" y="122"/>
                </a:lnTo>
                <a:lnTo>
                  <a:pt x="128" y="123"/>
                </a:lnTo>
                <a:lnTo>
                  <a:pt x="126" y="125"/>
                </a:lnTo>
                <a:lnTo>
                  <a:pt x="124" y="126"/>
                </a:lnTo>
                <a:lnTo>
                  <a:pt x="121" y="127"/>
                </a:lnTo>
                <a:lnTo>
                  <a:pt x="119" y="127"/>
                </a:lnTo>
                <a:lnTo>
                  <a:pt x="117" y="128"/>
                </a:lnTo>
                <a:lnTo>
                  <a:pt x="114" y="129"/>
                </a:lnTo>
                <a:lnTo>
                  <a:pt x="112" y="130"/>
                </a:lnTo>
                <a:lnTo>
                  <a:pt x="109" y="131"/>
                </a:lnTo>
                <a:lnTo>
                  <a:pt x="107" y="131"/>
                </a:lnTo>
                <a:lnTo>
                  <a:pt x="104" y="132"/>
                </a:lnTo>
                <a:lnTo>
                  <a:pt x="102" y="132"/>
                </a:lnTo>
                <a:lnTo>
                  <a:pt x="99" y="133"/>
                </a:lnTo>
                <a:lnTo>
                  <a:pt x="97" y="133"/>
                </a:lnTo>
                <a:lnTo>
                  <a:pt x="94" y="133"/>
                </a:lnTo>
                <a:lnTo>
                  <a:pt x="92" y="133"/>
                </a:lnTo>
                <a:lnTo>
                  <a:pt x="89" y="134"/>
                </a:lnTo>
                <a:lnTo>
                  <a:pt x="86" y="134"/>
                </a:lnTo>
                <a:lnTo>
                  <a:pt x="84" y="134"/>
                </a:lnTo>
                <a:lnTo>
                  <a:pt x="81" y="134"/>
                </a:lnTo>
                <a:lnTo>
                  <a:pt x="79" y="134"/>
                </a:lnTo>
                <a:lnTo>
                  <a:pt x="76" y="133"/>
                </a:lnTo>
                <a:lnTo>
                  <a:pt x="73" y="133"/>
                </a:lnTo>
                <a:lnTo>
                  <a:pt x="71" y="133"/>
                </a:lnTo>
                <a:lnTo>
                  <a:pt x="68" y="133"/>
                </a:lnTo>
                <a:lnTo>
                  <a:pt x="66" y="132"/>
                </a:lnTo>
                <a:lnTo>
                  <a:pt x="63" y="132"/>
                </a:lnTo>
                <a:lnTo>
                  <a:pt x="61" y="131"/>
                </a:lnTo>
                <a:lnTo>
                  <a:pt x="58" y="131"/>
                </a:lnTo>
                <a:lnTo>
                  <a:pt x="56" y="130"/>
                </a:lnTo>
                <a:lnTo>
                  <a:pt x="53" y="129"/>
                </a:lnTo>
                <a:lnTo>
                  <a:pt x="51" y="128"/>
                </a:lnTo>
                <a:lnTo>
                  <a:pt x="49" y="127"/>
                </a:lnTo>
                <a:lnTo>
                  <a:pt x="46" y="127"/>
                </a:lnTo>
                <a:lnTo>
                  <a:pt x="44" y="126"/>
                </a:lnTo>
                <a:lnTo>
                  <a:pt x="42" y="125"/>
                </a:lnTo>
                <a:lnTo>
                  <a:pt x="39" y="123"/>
                </a:lnTo>
                <a:lnTo>
                  <a:pt x="37" y="122"/>
                </a:lnTo>
                <a:lnTo>
                  <a:pt x="35" y="121"/>
                </a:lnTo>
                <a:lnTo>
                  <a:pt x="33" y="120"/>
                </a:lnTo>
                <a:lnTo>
                  <a:pt x="30" y="119"/>
                </a:lnTo>
                <a:lnTo>
                  <a:pt x="28" y="117"/>
                </a:lnTo>
                <a:lnTo>
                  <a:pt x="26" y="116"/>
                </a:lnTo>
                <a:lnTo>
                  <a:pt x="24" y="114"/>
                </a:lnTo>
                <a:lnTo>
                  <a:pt x="22" y="113"/>
                </a:lnTo>
                <a:lnTo>
                  <a:pt x="21" y="111"/>
                </a:lnTo>
                <a:lnTo>
                  <a:pt x="19" y="110"/>
                </a:lnTo>
                <a:lnTo>
                  <a:pt x="17" y="108"/>
                </a:lnTo>
                <a:lnTo>
                  <a:pt x="16" y="106"/>
                </a:lnTo>
                <a:lnTo>
                  <a:pt x="14" y="105"/>
                </a:lnTo>
                <a:lnTo>
                  <a:pt x="13" y="103"/>
                </a:lnTo>
                <a:lnTo>
                  <a:pt x="12" y="101"/>
                </a:lnTo>
                <a:lnTo>
                  <a:pt x="10" y="99"/>
                </a:lnTo>
                <a:lnTo>
                  <a:pt x="9" y="98"/>
                </a:lnTo>
                <a:lnTo>
                  <a:pt x="8" y="96"/>
                </a:lnTo>
                <a:lnTo>
                  <a:pt x="7" y="94"/>
                </a:lnTo>
                <a:lnTo>
                  <a:pt x="6" y="92"/>
                </a:lnTo>
                <a:lnTo>
                  <a:pt x="5" y="90"/>
                </a:lnTo>
                <a:lnTo>
                  <a:pt x="4" y="88"/>
                </a:lnTo>
                <a:lnTo>
                  <a:pt x="3" y="86"/>
                </a:lnTo>
                <a:lnTo>
                  <a:pt x="3" y="84"/>
                </a:lnTo>
                <a:lnTo>
                  <a:pt x="2" y="82"/>
                </a:lnTo>
                <a:lnTo>
                  <a:pt x="2" y="80"/>
                </a:lnTo>
                <a:lnTo>
                  <a:pt x="1" y="78"/>
                </a:lnTo>
                <a:lnTo>
                  <a:pt x="1" y="76"/>
                </a:lnTo>
                <a:lnTo>
                  <a:pt x="0" y="74"/>
                </a:lnTo>
                <a:lnTo>
                  <a:pt x="0" y="72"/>
                </a:lnTo>
                <a:lnTo>
                  <a:pt x="0" y="68"/>
                </a:lnTo>
                <a:lnTo>
                  <a:pt x="0" y="66"/>
                </a:lnTo>
                <a:lnTo>
                  <a:pt x="0" y="64"/>
                </a:lnTo>
                <a:lnTo>
                  <a:pt x="0" y="62"/>
                </a:lnTo>
                <a:lnTo>
                  <a:pt x="0" y="60"/>
                </a:lnTo>
                <a:lnTo>
                  <a:pt x="1" y="58"/>
                </a:lnTo>
                <a:lnTo>
                  <a:pt x="1" y="56"/>
                </a:lnTo>
                <a:lnTo>
                  <a:pt x="2" y="54"/>
                </a:lnTo>
                <a:lnTo>
                  <a:pt x="2" y="52"/>
                </a:lnTo>
                <a:lnTo>
                  <a:pt x="3" y="50"/>
                </a:lnTo>
                <a:lnTo>
                  <a:pt x="3" y="48"/>
                </a:lnTo>
                <a:lnTo>
                  <a:pt x="4" y="46"/>
                </a:lnTo>
                <a:lnTo>
                  <a:pt x="5" y="44"/>
                </a:lnTo>
                <a:lnTo>
                  <a:pt x="6" y="42"/>
                </a:lnTo>
                <a:lnTo>
                  <a:pt x="7" y="40"/>
                </a:lnTo>
                <a:lnTo>
                  <a:pt x="8" y="38"/>
                </a:lnTo>
                <a:lnTo>
                  <a:pt x="9" y="36"/>
                </a:lnTo>
                <a:lnTo>
                  <a:pt x="10" y="34"/>
                </a:lnTo>
                <a:lnTo>
                  <a:pt x="12" y="33"/>
                </a:lnTo>
                <a:lnTo>
                  <a:pt x="13" y="31"/>
                </a:lnTo>
                <a:lnTo>
                  <a:pt x="14" y="29"/>
                </a:lnTo>
                <a:lnTo>
                  <a:pt x="16" y="27"/>
                </a:lnTo>
                <a:lnTo>
                  <a:pt x="17" y="26"/>
                </a:lnTo>
                <a:lnTo>
                  <a:pt x="19" y="24"/>
                </a:lnTo>
                <a:lnTo>
                  <a:pt x="21" y="22"/>
                </a:lnTo>
                <a:lnTo>
                  <a:pt x="22" y="21"/>
                </a:lnTo>
                <a:lnTo>
                  <a:pt x="24" y="19"/>
                </a:lnTo>
                <a:lnTo>
                  <a:pt x="26" y="18"/>
                </a:lnTo>
                <a:lnTo>
                  <a:pt x="28" y="17"/>
                </a:lnTo>
                <a:lnTo>
                  <a:pt x="30" y="15"/>
                </a:lnTo>
                <a:lnTo>
                  <a:pt x="33" y="14"/>
                </a:lnTo>
                <a:lnTo>
                  <a:pt x="35" y="13"/>
                </a:lnTo>
                <a:lnTo>
                  <a:pt x="37" y="11"/>
                </a:lnTo>
                <a:lnTo>
                  <a:pt x="39" y="10"/>
                </a:lnTo>
                <a:lnTo>
                  <a:pt x="42" y="9"/>
                </a:lnTo>
                <a:lnTo>
                  <a:pt x="44" y="8"/>
                </a:lnTo>
                <a:lnTo>
                  <a:pt x="46" y="7"/>
                </a:lnTo>
                <a:lnTo>
                  <a:pt x="49" y="6"/>
                </a:lnTo>
                <a:lnTo>
                  <a:pt x="51" y="5"/>
                </a:lnTo>
                <a:lnTo>
                  <a:pt x="53" y="5"/>
                </a:lnTo>
                <a:lnTo>
                  <a:pt x="56" y="4"/>
                </a:lnTo>
                <a:lnTo>
                  <a:pt x="58" y="3"/>
                </a:lnTo>
                <a:lnTo>
                  <a:pt x="61" y="3"/>
                </a:lnTo>
                <a:lnTo>
                  <a:pt x="63" y="2"/>
                </a:lnTo>
                <a:lnTo>
                  <a:pt x="66" y="2"/>
                </a:lnTo>
                <a:lnTo>
                  <a:pt x="68" y="1"/>
                </a:lnTo>
                <a:lnTo>
                  <a:pt x="71" y="1"/>
                </a:lnTo>
                <a:lnTo>
                  <a:pt x="73" y="1"/>
                </a:lnTo>
                <a:lnTo>
                  <a:pt x="76" y="0"/>
                </a:lnTo>
                <a:lnTo>
                  <a:pt x="79" y="0"/>
                </a:lnTo>
                <a:lnTo>
                  <a:pt x="81" y="0"/>
                </a:lnTo>
                <a:lnTo>
                  <a:pt x="84" y="0"/>
                </a:lnTo>
                <a:lnTo>
                  <a:pt x="86" y="0"/>
                </a:lnTo>
                <a:lnTo>
                  <a:pt x="89" y="0"/>
                </a:lnTo>
                <a:lnTo>
                  <a:pt x="92" y="0"/>
                </a:lnTo>
                <a:lnTo>
                  <a:pt x="94" y="1"/>
                </a:lnTo>
                <a:lnTo>
                  <a:pt x="97" y="1"/>
                </a:lnTo>
                <a:lnTo>
                  <a:pt x="99" y="1"/>
                </a:lnTo>
                <a:lnTo>
                  <a:pt x="102" y="2"/>
                </a:lnTo>
                <a:lnTo>
                  <a:pt x="104" y="2"/>
                </a:lnTo>
                <a:lnTo>
                  <a:pt x="107" y="3"/>
                </a:lnTo>
                <a:lnTo>
                  <a:pt x="109" y="3"/>
                </a:lnTo>
                <a:lnTo>
                  <a:pt x="112" y="4"/>
                </a:lnTo>
                <a:lnTo>
                  <a:pt x="114" y="5"/>
                </a:lnTo>
                <a:lnTo>
                  <a:pt x="117" y="5"/>
                </a:lnTo>
                <a:lnTo>
                  <a:pt x="119" y="6"/>
                </a:lnTo>
                <a:lnTo>
                  <a:pt x="121" y="7"/>
                </a:lnTo>
                <a:lnTo>
                  <a:pt x="124" y="8"/>
                </a:lnTo>
                <a:lnTo>
                  <a:pt x="126" y="9"/>
                </a:lnTo>
                <a:lnTo>
                  <a:pt x="128" y="10"/>
                </a:lnTo>
                <a:lnTo>
                  <a:pt x="130" y="11"/>
                </a:lnTo>
                <a:lnTo>
                  <a:pt x="132" y="13"/>
                </a:lnTo>
                <a:lnTo>
                  <a:pt x="135" y="14"/>
                </a:lnTo>
                <a:lnTo>
                  <a:pt x="137" y="15"/>
                </a:lnTo>
                <a:lnTo>
                  <a:pt x="139" y="17"/>
                </a:lnTo>
                <a:lnTo>
                  <a:pt x="140" y="18"/>
                </a:lnTo>
                <a:lnTo>
                  <a:pt x="142" y="19"/>
                </a:lnTo>
                <a:lnTo>
                  <a:pt x="144" y="21"/>
                </a:lnTo>
                <a:lnTo>
                  <a:pt x="146" y="22"/>
                </a:lnTo>
                <a:lnTo>
                  <a:pt x="148" y="24"/>
                </a:lnTo>
                <a:lnTo>
                  <a:pt x="149" y="26"/>
                </a:lnTo>
                <a:lnTo>
                  <a:pt x="151" y="27"/>
                </a:lnTo>
                <a:lnTo>
                  <a:pt x="152" y="29"/>
                </a:lnTo>
                <a:lnTo>
                  <a:pt x="154" y="31"/>
                </a:lnTo>
                <a:lnTo>
                  <a:pt x="155" y="33"/>
                </a:lnTo>
                <a:lnTo>
                  <a:pt x="156" y="34"/>
                </a:lnTo>
                <a:lnTo>
                  <a:pt x="158" y="36"/>
                </a:lnTo>
                <a:lnTo>
                  <a:pt x="159" y="38"/>
                </a:lnTo>
                <a:lnTo>
                  <a:pt x="160" y="40"/>
                </a:lnTo>
                <a:lnTo>
                  <a:pt x="161" y="42"/>
                </a:lnTo>
                <a:lnTo>
                  <a:pt x="162" y="44"/>
                </a:lnTo>
                <a:lnTo>
                  <a:pt x="162" y="46"/>
                </a:lnTo>
                <a:lnTo>
                  <a:pt x="163" y="48"/>
                </a:lnTo>
                <a:lnTo>
                  <a:pt x="164" y="50"/>
                </a:lnTo>
                <a:lnTo>
                  <a:pt x="165" y="52"/>
                </a:lnTo>
                <a:lnTo>
                  <a:pt x="165" y="54"/>
                </a:lnTo>
                <a:lnTo>
                  <a:pt x="166" y="56"/>
                </a:lnTo>
                <a:lnTo>
                  <a:pt x="166" y="58"/>
                </a:lnTo>
                <a:lnTo>
                  <a:pt x="166" y="60"/>
                </a:lnTo>
                <a:lnTo>
                  <a:pt x="166" y="62"/>
                </a:lnTo>
                <a:lnTo>
                  <a:pt x="167" y="64"/>
                </a:lnTo>
                <a:lnTo>
                  <a:pt x="167" y="66"/>
                </a:lnTo>
                <a:close/>
              </a:path>
            </a:pathLst>
          </a:custGeom>
          <a:solidFill>
            <a:srgbClr val="fffb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1" name=""/>
          <p:cNvSpPr/>
          <p:nvPr/>
        </p:nvSpPr>
        <p:spPr>
          <a:xfrm>
            <a:off x="4948200" y="1803240"/>
            <a:ext cx="61560" cy="49680"/>
          </a:xfrm>
          <a:custGeom>
            <a:avLst/>
            <a:gdLst/>
            <a:ahLst/>
            <a:rect l="0" t="0" r="r" b="b"/>
            <a:pathLst>
              <a:path w="171" h="138">
                <a:moveTo>
                  <a:pt x="169" y="68"/>
                </a:moveTo>
                <a:lnTo>
                  <a:pt x="169" y="66"/>
                </a:lnTo>
                <a:lnTo>
                  <a:pt x="168" y="64"/>
                </a:lnTo>
                <a:lnTo>
                  <a:pt x="168" y="62"/>
                </a:lnTo>
                <a:lnTo>
                  <a:pt x="168" y="60"/>
                </a:lnTo>
                <a:lnTo>
                  <a:pt x="168" y="58"/>
                </a:lnTo>
                <a:lnTo>
                  <a:pt x="167" y="56"/>
                </a:lnTo>
                <a:lnTo>
                  <a:pt x="167" y="54"/>
                </a:lnTo>
                <a:lnTo>
                  <a:pt x="166" y="52"/>
                </a:lnTo>
                <a:lnTo>
                  <a:pt x="165" y="50"/>
                </a:lnTo>
                <a:lnTo>
                  <a:pt x="164" y="48"/>
                </a:lnTo>
                <a:lnTo>
                  <a:pt x="164" y="46"/>
                </a:lnTo>
                <a:lnTo>
                  <a:pt x="163" y="44"/>
                </a:lnTo>
                <a:lnTo>
                  <a:pt x="162" y="42"/>
                </a:lnTo>
                <a:lnTo>
                  <a:pt x="161" y="40"/>
                </a:lnTo>
                <a:lnTo>
                  <a:pt x="160" y="38"/>
                </a:lnTo>
                <a:lnTo>
                  <a:pt x="158" y="36"/>
                </a:lnTo>
                <a:lnTo>
                  <a:pt x="157" y="35"/>
                </a:lnTo>
                <a:lnTo>
                  <a:pt x="156" y="33"/>
                </a:lnTo>
                <a:lnTo>
                  <a:pt x="154" y="31"/>
                </a:lnTo>
                <a:lnTo>
                  <a:pt x="153" y="29"/>
                </a:lnTo>
                <a:lnTo>
                  <a:pt x="151" y="28"/>
                </a:lnTo>
                <a:lnTo>
                  <a:pt x="150" y="26"/>
                </a:lnTo>
                <a:lnTo>
                  <a:pt x="148" y="24"/>
                </a:lnTo>
                <a:lnTo>
                  <a:pt x="146" y="23"/>
                </a:lnTo>
                <a:lnTo>
                  <a:pt x="144" y="21"/>
                </a:lnTo>
                <a:lnTo>
                  <a:pt x="142" y="20"/>
                </a:lnTo>
                <a:lnTo>
                  <a:pt x="141" y="19"/>
                </a:lnTo>
                <a:lnTo>
                  <a:pt x="139" y="17"/>
                </a:lnTo>
                <a:lnTo>
                  <a:pt x="137" y="16"/>
                </a:lnTo>
                <a:lnTo>
                  <a:pt x="134" y="15"/>
                </a:lnTo>
                <a:lnTo>
                  <a:pt x="132" y="13"/>
                </a:lnTo>
                <a:lnTo>
                  <a:pt x="130" y="12"/>
                </a:lnTo>
                <a:lnTo>
                  <a:pt x="128" y="11"/>
                </a:lnTo>
                <a:lnTo>
                  <a:pt x="126" y="10"/>
                </a:lnTo>
                <a:lnTo>
                  <a:pt x="123" y="9"/>
                </a:lnTo>
                <a:lnTo>
                  <a:pt x="121" y="8"/>
                </a:lnTo>
                <a:lnTo>
                  <a:pt x="119" y="7"/>
                </a:lnTo>
                <a:lnTo>
                  <a:pt x="116" y="7"/>
                </a:lnTo>
                <a:lnTo>
                  <a:pt x="114" y="6"/>
                </a:lnTo>
                <a:lnTo>
                  <a:pt x="111" y="5"/>
                </a:lnTo>
                <a:lnTo>
                  <a:pt x="108" y="5"/>
                </a:lnTo>
                <a:lnTo>
                  <a:pt x="105" y="4"/>
                </a:lnTo>
                <a:lnTo>
                  <a:pt x="103" y="4"/>
                </a:lnTo>
                <a:lnTo>
                  <a:pt x="100" y="3"/>
                </a:lnTo>
                <a:lnTo>
                  <a:pt x="98" y="3"/>
                </a:lnTo>
                <a:lnTo>
                  <a:pt x="95" y="3"/>
                </a:lnTo>
                <a:lnTo>
                  <a:pt x="93" y="2"/>
                </a:lnTo>
                <a:lnTo>
                  <a:pt x="90" y="2"/>
                </a:lnTo>
                <a:lnTo>
                  <a:pt x="87" y="2"/>
                </a:lnTo>
                <a:lnTo>
                  <a:pt x="85" y="2"/>
                </a:lnTo>
                <a:lnTo>
                  <a:pt x="82" y="2"/>
                </a:lnTo>
                <a:lnTo>
                  <a:pt x="80" y="2"/>
                </a:lnTo>
                <a:lnTo>
                  <a:pt x="77" y="2"/>
                </a:lnTo>
                <a:lnTo>
                  <a:pt x="74" y="3"/>
                </a:lnTo>
                <a:lnTo>
                  <a:pt x="72" y="3"/>
                </a:lnTo>
                <a:lnTo>
                  <a:pt x="69" y="3"/>
                </a:lnTo>
                <a:lnTo>
                  <a:pt x="67" y="4"/>
                </a:lnTo>
                <a:lnTo>
                  <a:pt x="64" y="4"/>
                </a:lnTo>
                <a:lnTo>
                  <a:pt x="62" y="5"/>
                </a:lnTo>
                <a:lnTo>
                  <a:pt x="59" y="5"/>
                </a:lnTo>
                <a:lnTo>
                  <a:pt x="57" y="6"/>
                </a:lnTo>
                <a:lnTo>
                  <a:pt x="54" y="7"/>
                </a:lnTo>
                <a:lnTo>
                  <a:pt x="52" y="7"/>
                </a:lnTo>
                <a:lnTo>
                  <a:pt x="50" y="8"/>
                </a:lnTo>
                <a:lnTo>
                  <a:pt x="47" y="9"/>
                </a:lnTo>
                <a:lnTo>
                  <a:pt x="45" y="10"/>
                </a:lnTo>
                <a:lnTo>
                  <a:pt x="43" y="11"/>
                </a:lnTo>
                <a:lnTo>
                  <a:pt x="40" y="12"/>
                </a:lnTo>
                <a:lnTo>
                  <a:pt x="38" y="13"/>
                </a:lnTo>
                <a:lnTo>
                  <a:pt x="36" y="15"/>
                </a:lnTo>
                <a:lnTo>
                  <a:pt x="34" y="16"/>
                </a:lnTo>
                <a:lnTo>
                  <a:pt x="32" y="17"/>
                </a:lnTo>
                <a:lnTo>
                  <a:pt x="30" y="19"/>
                </a:lnTo>
                <a:lnTo>
                  <a:pt x="28" y="20"/>
                </a:lnTo>
                <a:lnTo>
                  <a:pt x="26" y="21"/>
                </a:lnTo>
                <a:lnTo>
                  <a:pt x="24" y="23"/>
                </a:lnTo>
                <a:lnTo>
                  <a:pt x="23" y="24"/>
                </a:lnTo>
                <a:lnTo>
                  <a:pt x="21" y="26"/>
                </a:lnTo>
                <a:lnTo>
                  <a:pt x="19" y="28"/>
                </a:lnTo>
                <a:lnTo>
                  <a:pt x="18" y="29"/>
                </a:lnTo>
                <a:lnTo>
                  <a:pt x="16" y="31"/>
                </a:lnTo>
                <a:lnTo>
                  <a:pt x="15" y="33"/>
                </a:lnTo>
                <a:lnTo>
                  <a:pt x="14" y="35"/>
                </a:lnTo>
                <a:lnTo>
                  <a:pt x="12" y="36"/>
                </a:lnTo>
                <a:lnTo>
                  <a:pt x="11" y="38"/>
                </a:lnTo>
                <a:lnTo>
                  <a:pt x="10" y="40"/>
                </a:lnTo>
                <a:lnTo>
                  <a:pt x="9" y="42"/>
                </a:lnTo>
                <a:lnTo>
                  <a:pt x="8" y="44"/>
                </a:lnTo>
                <a:lnTo>
                  <a:pt x="7" y="46"/>
                </a:lnTo>
                <a:lnTo>
                  <a:pt x="6" y="48"/>
                </a:lnTo>
                <a:lnTo>
                  <a:pt x="5" y="50"/>
                </a:lnTo>
                <a:lnTo>
                  <a:pt x="5" y="52"/>
                </a:lnTo>
                <a:lnTo>
                  <a:pt x="4" y="54"/>
                </a:lnTo>
                <a:lnTo>
                  <a:pt x="4" y="56"/>
                </a:lnTo>
                <a:lnTo>
                  <a:pt x="3" y="58"/>
                </a:lnTo>
                <a:lnTo>
                  <a:pt x="3" y="60"/>
                </a:lnTo>
                <a:lnTo>
                  <a:pt x="2" y="62"/>
                </a:lnTo>
                <a:lnTo>
                  <a:pt x="2" y="64"/>
                </a:lnTo>
                <a:lnTo>
                  <a:pt x="2" y="66"/>
                </a:lnTo>
                <a:lnTo>
                  <a:pt x="2" y="68"/>
                </a:lnTo>
                <a:lnTo>
                  <a:pt x="2" y="70"/>
                </a:lnTo>
                <a:lnTo>
                  <a:pt x="2" y="73"/>
                </a:lnTo>
                <a:lnTo>
                  <a:pt x="2" y="75"/>
                </a:lnTo>
                <a:lnTo>
                  <a:pt x="3" y="77"/>
                </a:lnTo>
                <a:lnTo>
                  <a:pt x="3" y="79"/>
                </a:lnTo>
                <a:lnTo>
                  <a:pt x="4" y="81"/>
                </a:lnTo>
                <a:lnTo>
                  <a:pt x="4" y="83"/>
                </a:lnTo>
                <a:lnTo>
                  <a:pt x="5" y="85"/>
                </a:lnTo>
                <a:lnTo>
                  <a:pt x="5" y="87"/>
                </a:lnTo>
                <a:lnTo>
                  <a:pt x="6" y="89"/>
                </a:lnTo>
                <a:lnTo>
                  <a:pt x="7" y="92"/>
                </a:lnTo>
                <a:lnTo>
                  <a:pt x="8" y="94"/>
                </a:lnTo>
                <a:lnTo>
                  <a:pt x="9" y="96"/>
                </a:lnTo>
                <a:lnTo>
                  <a:pt x="10" y="98"/>
                </a:lnTo>
                <a:lnTo>
                  <a:pt x="11" y="100"/>
                </a:lnTo>
                <a:lnTo>
                  <a:pt x="12" y="101"/>
                </a:lnTo>
                <a:lnTo>
                  <a:pt x="14" y="103"/>
                </a:lnTo>
                <a:lnTo>
                  <a:pt x="15" y="105"/>
                </a:lnTo>
                <a:lnTo>
                  <a:pt x="16" y="107"/>
                </a:lnTo>
                <a:lnTo>
                  <a:pt x="18" y="108"/>
                </a:lnTo>
                <a:lnTo>
                  <a:pt x="19" y="110"/>
                </a:lnTo>
                <a:lnTo>
                  <a:pt x="21" y="112"/>
                </a:lnTo>
                <a:lnTo>
                  <a:pt x="23" y="113"/>
                </a:lnTo>
                <a:lnTo>
                  <a:pt x="24" y="115"/>
                </a:lnTo>
                <a:lnTo>
                  <a:pt x="26" y="116"/>
                </a:lnTo>
                <a:lnTo>
                  <a:pt x="28" y="118"/>
                </a:lnTo>
                <a:lnTo>
                  <a:pt x="30" y="119"/>
                </a:lnTo>
                <a:lnTo>
                  <a:pt x="32" y="121"/>
                </a:lnTo>
                <a:lnTo>
                  <a:pt x="34" y="122"/>
                </a:lnTo>
                <a:lnTo>
                  <a:pt x="36" y="123"/>
                </a:lnTo>
                <a:lnTo>
                  <a:pt x="38" y="124"/>
                </a:lnTo>
                <a:lnTo>
                  <a:pt x="40" y="125"/>
                </a:lnTo>
                <a:lnTo>
                  <a:pt x="43" y="127"/>
                </a:lnTo>
                <a:lnTo>
                  <a:pt x="45" y="128"/>
                </a:lnTo>
                <a:lnTo>
                  <a:pt x="47" y="129"/>
                </a:lnTo>
                <a:lnTo>
                  <a:pt x="50" y="129"/>
                </a:lnTo>
                <a:lnTo>
                  <a:pt x="52" y="130"/>
                </a:lnTo>
                <a:lnTo>
                  <a:pt x="54" y="131"/>
                </a:lnTo>
                <a:lnTo>
                  <a:pt x="57" y="132"/>
                </a:lnTo>
                <a:lnTo>
                  <a:pt x="59" y="133"/>
                </a:lnTo>
                <a:lnTo>
                  <a:pt x="62" y="133"/>
                </a:lnTo>
                <a:lnTo>
                  <a:pt x="64" y="134"/>
                </a:lnTo>
                <a:lnTo>
                  <a:pt x="67" y="134"/>
                </a:lnTo>
                <a:lnTo>
                  <a:pt x="69" y="135"/>
                </a:lnTo>
                <a:lnTo>
                  <a:pt x="72" y="135"/>
                </a:lnTo>
                <a:lnTo>
                  <a:pt x="74" y="135"/>
                </a:lnTo>
                <a:lnTo>
                  <a:pt x="77" y="135"/>
                </a:lnTo>
                <a:lnTo>
                  <a:pt x="80" y="136"/>
                </a:lnTo>
                <a:lnTo>
                  <a:pt x="82" y="136"/>
                </a:lnTo>
                <a:lnTo>
                  <a:pt x="85" y="136"/>
                </a:lnTo>
                <a:lnTo>
                  <a:pt x="87" y="136"/>
                </a:lnTo>
                <a:lnTo>
                  <a:pt x="90" y="136"/>
                </a:lnTo>
                <a:lnTo>
                  <a:pt x="93" y="135"/>
                </a:lnTo>
                <a:lnTo>
                  <a:pt x="95" y="135"/>
                </a:lnTo>
                <a:lnTo>
                  <a:pt x="98" y="135"/>
                </a:lnTo>
                <a:lnTo>
                  <a:pt x="100" y="135"/>
                </a:lnTo>
                <a:lnTo>
                  <a:pt x="103" y="134"/>
                </a:lnTo>
                <a:lnTo>
                  <a:pt x="105" y="134"/>
                </a:lnTo>
                <a:lnTo>
                  <a:pt x="108" y="133"/>
                </a:lnTo>
                <a:lnTo>
                  <a:pt x="111" y="133"/>
                </a:lnTo>
                <a:lnTo>
                  <a:pt x="114" y="132"/>
                </a:lnTo>
                <a:lnTo>
                  <a:pt x="116" y="131"/>
                </a:lnTo>
                <a:lnTo>
                  <a:pt x="119" y="130"/>
                </a:lnTo>
                <a:lnTo>
                  <a:pt x="121" y="129"/>
                </a:lnTo>
                <a:lnTo>
                  <a:pt x="123" y="129"/>
                </a:lnTo>
                <a:lnTo>
                  <a:pt x="126" y="128"/>
                </a:lnTo>
                <a:lnTo>
                  <a:pt x="128" y="127"/>
                </a:lnTo>
                <a:lnTo>
                  <a:pt x="130" y="125"/>
                </a:lnTo>
                <a:lnTo>
                  <a:pt x="132" y="124"/>
                </a:lnTo>
                <a:lnTo>
                  <a:pt x="134" y="123"/>
                </a:lnTo>
                <a:lnTo>
                  <a:pt x="137" y="122"/>
                </a:lnTo>
                <a:lnTo>
                  <a:pt x="139" y="121"/>
                </a:lnTo>
                <a:lnTo>
                  <a:pt x="141" y="119"/>
                </a:lnTo>
                <a:lnTo>
                  <a:pt x="142" y="118"/>
                </a:lnTo>
                <a:lnTo>
                  <a:pt x="144" y="116"/>
                </a:lnTo>
                <a:lnTo>
                  <a:pt x="146" y="115"/>
                </a:lnTo>
                <a:lnTo>
                  <a:pt x="148" y="113"/>
                </a:lnTo>
                <a:lnTo>
                  <a:pt x="150" y="112"/>
                </a:lnTo>
                <a:lnTo>
                  <a:pt x="151" y="110"/>
                </a:lnTo>
                <a:lnTo>
                  <a:pt x="153" y="108"/>
                </a:lnTo>
                <a:lnTo>
                  <a:pt x="154" y="107"/>
                </a:lnTo>
                <a:lnTo>
                  <a:pt x="156" y="105"/>
                </a:lnTo>
                <a:lnTo>
                  <a:pt x="157" y="103"/>
                </a:lnTo>
                <a:lnTo>
                  <a:pt x="158" y="101"/>
                </a:lnTo>
                <a:lnTo>
                  <a:pt x="160" y="100"/>
                </a:lnTo>
                <a:lnTo>
                  <a:pt x="161" y="98"/>
                </a:lnTo>
                <a:lnTo>
                  <a:pt x="162" y="96"/>
                </a:lnTo>
                <a:lnTo>
                  <a:pt x="163" y="94"/>
                </a:lnTo>
                <a:lnTo>
                  <a:pt x="164" y="92"/>
                </a:lnTo>
                <a:lnTo>
                  <a:pt x="164" y="89"/>
                </a:lnTo>
                <a:lnTo>
                  <a:pt x="165" y="87"/>
                </a:lnTo>
                <a:lnTo>
                  <a:pt x="166" y="85"/>
                </a:lnTo>
                <a:lnTo>
                  <a:pt x="167" y="83"/>
                </a:lnTo>
                <a:lnTo>
                  <a:pt x="167" y="81"/>
                </a:lnTo>
                <a:lnTo>
                  <a:pt x="168" y="79"/>
                </a:lnTo>
                <a:lnTo>
                  <a:pt x="168" y="77"/>
                </a:lnTo>
                <a:lnTo>
                  <a:pt x="168" y="75"/>
                </a:lnTo>
                <a:lnTo>
                  <a:pt x="168" y="73"/>
                </a:lnTo>
                <a:lnTo>
                  <a:pt x="169" y="70"/>
                </a:lnTo>
                <a:lnTo>
                  <a:pt x="169" y="68"/>
                </a:lnTo>
                <a:moveTo>
                  <a:pt x="171" y="68"/>
                </a:moveTo>
                <a:lnTo>
                  <a:pt x="171" y="71"/>
                </a:lnTo>
                <a:lnTo>
                  <a:pt x="171" y="73"/>
                </a:lnTo>
                <a:lnTo>
                  <a:pt x="170" y="75"/>
                </a:lnTo>
                <a:lnTo>
                  <a:pt x="170" y="77"/>
                </a:lnTo>
                <a:lnTo>
                  <a:pt x="170" y="79"/>
                </a:lnTo>
                <a:lnTo>
                  <a:pt x="169" y="81"/>
                </a:lnTo>
                <a:lnTo>
                  <a:pt x="169" y="83"/>
                </a:lnTo>
                <a:lnTo>
                  <a:pt x="168" y="85"/>
                </a:lnTo>
                <a:lnTo>
                  <a:pt x="167" y="87"/>
                </a:lnTo>
                <a:lnTo>
                  <a:pt x="167" y="89"/>
                </a:lnTo>
                <a:lnTo>
                  <a:pt x="166" y="92"/>
                </a:lnTo>
                <a:lnTo>
                  <a:pt x="165" y="94"/>
                </a:lnTo>
                <a:lnTo>
                  <a:pt x="164" y="96"/>
                </a:lnTo>
                <a:lnTo>
                  <a:pt x="163" y="98"/>
                </a:lnTo>
                <a:lnTo>
                  <a:pt x="162" y="100"/>
                </a:lnTo>
                <a:lnTo>
                  <a:pt x="160" y="102"/>
                </a:lnTo>
                <a:lnTo>
                  <a:pt x="159" y="104"/>
                </a:lnTo>
                <a:lnTo>
                  <a:pt x="158" y="106"/>
                </a:lnTo>
                <a:lnTo>
                  <a:pt x="156" y="108"/>
                </a:lnTo>
                <a:lnTo>
                  <a:pt x="155" y="109"/>
                </a:lnTo>
                <a:lnTo>
                  <a:pt x="153" y="111"/>
                </a:lnTo>
                <a:lnTo>
                  <a:pt x="151" y="113"/>
                </a:lnTo>
                <a:lnTo>
                  <a:pt x="150" y="114"/>
                </a:lnTo>
                <a:lnTo>
                  <a:pt x="148" y="116"/>
                </a:lnTo>
                <a:lnTo>
                  <a:pt x="146" y="118"/>
                </a:lnTo>
                <a:lnTo>
                  <a:pt x="144" y="119"/>
                </a:lnTo>
                <a:lnTo>
                  <a:pt x="142" y="121"/>
                </a:lnTo>
                <a:lnTo>
                  <a:pt x="140" y="122"/>
                </a:lnTo>
                <a:lnTo>
                  <a:pt x="138" y="123"/>
                </a:lnTo>
                <a:lnTo>
                  <a:pt x="136" y="125"/>
                </a:lnTo>
                <a:lnTo>
                  <a:pt x="134" y="126"/>
                </a:lnTo>
                <a:lnTo>
                  <a:pt x="131" y="127"/>
                </a:lnTo>
                <a:lnTo>
                  <a:pt x="129" y="128"/>
                </a:lnTo>
                <a:lnTo>
                  <a:pt x="127" y="129"/>
                </a:lnTo>
                <a:lnTo>
                  <a:pt x="124" y="130"/>
                </a:lnTo>
                <a:lnTo>
                  <a:pt x="122" y="131"/>
                </a:lnTo>
                <a:lnTo>
                  <a:pt x="120" y="132"/>
                </a:lnTo>
                <a:lnTo>
                  <a:pt x="117" y="133"/>
                </a:lnTo>
                <a:lnTo>
                  <a:pt x="115" y="134"/>
                </a:lnTo>
                <a:lnTo>
                  <a:pt x="112" y="134"/>
                </a:lnTo>
                <a:lnTo>
                  <a:pt x="109" y="135"/>
                </a:lnTo>
                <a:lnTo>
                  <a:pt x="106" y="135"/>
                </a:lnTo>
                <a:lnTo>
                  <a:pt x="103" y="136"/>
                </a:lnTo>
                <a:lnTo>
                  <a:pt x="101" y="136"/>
                </a:lnTo>
                <a:lnTo>
                  <a:pt x="98" y="137"/>
                </a:lnTo>
                <a:lnTo>
                  <a:pt x="95" y="137"/>
                </a:lnTo>
                <a:lnTo>
                  <a:pt x="93" y="137"/>
                </a:lnTo>
                <a:lnTo>
                  <a:pt x="90" y="137"/>
                </a:lnTo>
                <a:lnTo>
                  <a:pt x="87" y="138"/>
                </a:lnTo>
                <a:lnTo>
                  <a:pt x="85" y="138"/>
                </a:lnTo>
                <a:lnTo>
                  <a:pt x="82" y="138"/>
                </a:lnTo>
                <a:lnTo>
                  <a:pt x="79" y="137"/>
                </a:lnTo>
                <a:lnTo>
                  <a:pt x="77" y="137"/>
                </a:lnTo>
                <a:lnTo>
                  <a:pt x="74" y="137"/>
                </a:lnTo>
                <a:lnTo>
                  <a:pt x="71" y="137"/>
                </a:lnTo>
                <a:lnTo>
                  <a:pt x="69" y="136"/>
                </a:lnTo>
                <a:lnTo>
                  <a:pt x="66" y="136"/>
                </a:lnTo>
                <a:lnTo>
                  <a:pt x="64" y="135"/>
                </a:lnTo>
                <a:lnTo>
                  <a:pt x="61" y="135"/>
                </a:lnTo>
                <a:lnTo>
                  <a:pt x="59" y="134"/>
                </a:lnTo>
                <a:lnTo>
                  <a:pt x="56" y="134"/>
                </a:lnTo>
                <a:lnTo>
                  <a:pt x="53" y="133"/>
                </a:lnTo>
                <a:lnTo>
                  <a:pt x="51" y="132"/>
                </a:lnTo>
                <a:lnTo>
                  <a:pt x="49" y="131"/>
                </a:lnTo>
                <a:lnTo>
                  <a:pt x="46" y="130"/>
                </a:lnTo>
                <a:lnTo>
                  <a:pt x="44" y="129"/>
                </a:lnTo>
                <a:lnTo>
                  <a:pt x="42" y="128"/>
                </a:lnTo>
                <a:lnTo>
                  <a:pt x="39" y="127"/>
                </a:lnTo>
                <a:lnTo>
                  <a:pt x="37" y="126"/>
                </a:lnTo>
                <a:lnTo>
                  <a:pt x="35" y="125"/>
                </a:lnTo>
                <a:lnTo>
                  <a:pt x="33" y="123"/>
                </a:lnTo>
                <a:lnTo>
                  <a:pt x="31" y="122"/>
                </a:lnTo>
                <a:lnTo>
                  <a:pt x="29" y="121"/>
                </a:lnTo>
                <a:lnTo>
                  <a:pt x="27" y="119"/>
                </a:lnTo>
                <a:lnTo>
                  <a:pt x="25" y="118"/>
                </a:lnTo>
                <a:lnTo>
                  <a:pt x="23" y="116"/>
                </a:lnTo>
                <a:lnTo>
                  <a:pt x="21" y="114"/>
                </a:lnTo>
                <a:lnTo>
                  <a:pt x="19" y="113"/>
                </a:lnTo>
                <a:lnTo>
                  <a:pt x="18" y="111"/>
                </a:lnTo>
                <a:lnTo>
                  <a:pt x="16" y="109"/>
                </a:lnTo>
                <a:lnTo>
                  <a:pt x="14" y="108"/>
                </a:lnTo>
                <a:lnTo>
                  <a:pt x="13" y="106"/>
                </a:lnTo>
                <a:lnTo>
                  <a:pt x="12" y="104"/>
                </a:lnTo>
                <a:lnTo>
                  <a:pt x="10" y="102"/>
                </a:lnTo>
                <a:lnTo>
                  <a:pt x="9" y="100"/>
                </a:lnTo>
                <a:lnTo>
                  <a:pt x="8" y="98"/>
                </a:lnTo>
                <a:lnTo>
                  <a:pt x="7" y="96"/>
                </a:lnTo>
                <a:lnTo>
                  <a:pt x="6" y="94"/>
                </a:lnTo>
                <a:lnTo>
                  <a:pt x="5" y="92"/>
                </a:lnTo>
                <a:lnTo>
                  <a:pt x="4" y="89"/>
                </a:lnTo>
                <a:lnTo>
                  <a:pt x="3" y="87"/>
                </a:lnTo>
                <a:lnTo>
                  <a:pt x="2" y="85"/>
                </a:lnTo>
                <a:lnTo>
                  <a:pt x="2" y="83"/>
                </a:lnTo>
                <a:lnTo>
                  <a:pt x="1" y="81"/>
                </a:lnTo>
                <a:lnTo>
                  <a:pt x="1" y="79"/>
                </a:lnTo>
                <a:lnTo>
                  <a:pt x="0" y="77"/>
                </a:lnTo>
                <a:lnTo>
                  <a:pt x="0" y="75"/>
                </a:lnTo>
                <a:lnTo>
                  <a:pt x="0" y="73"/>
                </a:lnTo>
                <a:lnTo>
                  <a:pt x="0" y="71"/>
                </a:lnTo>
                <a:lnTo>
                  <a:pt x="0" y="68"/>
                </a:lnTo>
                <a:lnTo>
                  <a:pt x="0" y="66"/>
                </a:lnTo>
                <a:lnTo>
                  <a:pt x="0" y="64"/>
                </a:lnTo>
                <a:lnTo>
                  <a:pt x="0" y="62"/>
                </a:lnTo>
                <a:lnTo>
                  <a:pt x="0" y="60"/>
                </a:lnTo>
                <a:lnTo>
                  <a:pt x="1" y="58"/>
                </a:lnTo>
                <a:lnTo>
                  <a:pt x="1" y="56"/>
                </a:lnTo>
                <a:lnTo>
                  <a:pt x="2" y="54"/>
                </a:lnTo>
                <a:lnTo>
                  <a:pt x="2" y="51"/>
                </a:lnTo>
                <a:lnTo>
                  <a:pt x="3" y="49"/>
                </a:lnTo>
                <a:lnTo>
                  <a:pt x="4" y="47"/>
                </a:lnTo>
                <a:lnTo>
                  <a:pt x="5" y="45"/>
                </a:lnTo>
                <a:lnTo>
                  <a:pt x="6" y="43"/>
                </a:lnTo>
                <a:lnTo>
                  <a:pt x="7" y="41"/>
                </a:lnTo>
                <a:lnTo>
                  <a:pt x="8" y="39"/>
                </a:lnTo>
                <a:lnTo>
                  <a:pt x="9" y="37"/>
                </a:lnTo>
                <a:lnTo>
                  <a:pt x="10" y="36"/>
                </a:lnTo>
                <a:lnTo>
                  <a:pt x="12" y="34"/>
                </a:lnTo>
                <a:lnTo>
                  <a:pt x="13" y="32"/>
                </a:lnTo>
                <a:lnTo>
                  <a:pt x="14" y="30"/>
                </a:lnTo>
                <a:lnTo>
                  <a:pt x="16" y="28"/>
                </a:lnTo>
                <a:lnTo>
                  <a:pt x="18" y="27"/>
                </a:lnTo>
                <a:lnTo>
                  <a:pt x="19" y="25"/>
                </a:lnTo>
                <a:lnTo>
                  <a:pt x="21" y="23"/>
                </a:lnTo>
                <a:lnTo>
                  <a:pt x="23" y="22"/>
                </a:lnTo>
                <a:lnTo>
                  <a:pt x="25" y="20"/>
                </a:lnTo>
                <a:lnTo>
                  <a:pt x="27" y="19"/>
                </a:lnTo>
                <a:lnTo>
                  <a:pt x="29" y="17"/>
                </a:lnTo>
                <a:lnTo>
                  <a:pt x="31" y="16"/>
                </a:lnTo>
                <a:lnTo>
                  <a:pt x="33" y="14"/>
                </a:lnTo>
                <a:lnTo>
                  <a:pt x="35" y="13"/>
                </a:lnTo>
                <a:lnTo>
                  <a:pt x="37" y="12"/>
                </a:lnTo>
                <a:lnTo>
                  <a:pt x="39" y="11"/>
                </a:lnTo>
                <a:lnTo>
                  <a:pt x="42" y="10"/>
                </a:lnTo>
                <a:lnTo>
                  <a:pt x="44" y="9"/>
                </a:lnTo>
                <a:lnTo>
                  <a:pt x="46" y="8"/>
                </a:lnTo>
                <a:lnTo>
                  <a:pt x="49" y="7"/>
                </a:lnTo>
                <a:lnTo>
                  <a:pt x="51" y="6"/>
                </a:lnTo>
                <a:lnTo>
                  <a:pt x="53" y="5"/>
                </a:lnTo>
                <a:lnTo>
                  <a:pt x="56" y="4"/>
                </a:lnTo>
                <a:lnTo>
                  <a:pt x="59" y="4"/>
                </a:lnTo>
                <a:lnTo>
                  <a:pt x="61" y="3"/>
                </a:lnTo>
                <a:lnTo>
                  <a:pt x="64" y="2"/>
                </a:lnTo>
                <a:lnTo>
                  <a:pt x="66" y="2"/>
                </a:lnTo>
                <a:lnTo>
                  <a:pt x="69" y="1"/>
                </a:lnTo>
                <a:lnTo>
                  <a:pt x="71" y="1"/>
                </a:lnTo>
                <a:lnTo>
                  <a:pt x="74" y="1"/>
                </a:lnTo>
                <a:lnTo>
                  <a:pt x="77" y="0"/>
                </a:lnTo>
                <a:lnTo>
                  <a:pt x="79" y="0"/>
                </a:lnTo>
                <a:lnTo>
                  <a:pt x="82" y="0"/>
                </a:lnTo>
                <a:lnTo>
                  <a:pt x="85" y="0"/>
                </a:lnTo>
                <a:lnTo>
                  <a:pt x="87" y="0"/>
                </a:lnTo>
                <a:lnTo>
                  <a:pt x="90" y="0"/>
                </a:lnTo>
                <a:lnTo>
                  <a:pt x="93" y="0"/>
                </a:lnTo>
                <a:lnTo>
                  <a:pt x="95" y="1"/>
                </a:lnTo>
                <a:lnTo>
                  <a:pt x="98" y="1"/>
                </a:lnTo>
                <a:lnTo>
                  <a:pt x="101" y="1"/>
                </a:lnTo>
                <a:lnTo>
                  <a:pt x="103" y="2"/>
                </a:lnTo>
                <a:lnTo>
                  <a:pt x="106" y="2"/>
                </a:lnTo>
                <a:lnTo>
                  <a:pt x="109" y="3"/>
                </a:lnTo>
                <a:lnTo>
                  <a:pt x="112" y="4"/>
                </a:lnTo>
                <a:lnTo>
                  <a:pt x="115" y="4"/>
                </a:lnTo>
                <a:lnTo>
                  <a:pt x="117" y="5"/>
                </a:lnTo>
                <a:lnTo>
                  <a:pt x="120" y="6"/>
                </a:lnTo>
                <a:lnTo>
                  <a:pt x="122" y="7"/>
                </a:lnTo>
                <a:lnTo>
                  <a:pt x="124" y="8"/>
                </a:lnTo>
                <a:lnTo>
                  <a:pt x="127" y="9"/>
                </a:lnTo>
                <a:lnTo>
                  <a:pt x="129" y="10"/>
                </a:lnTo>
                <a:lnTo>
                  <a:pt x="131" y="11"/>
                </a:lnTo>
                <a:lnTo>
                  <a:pt x="134" y="12"/>
                </a:lnTo>
                <a:lnTo>
                  <a:pt x="136" y="13"/>
                </a:lnTo>
                <a:lnTo>
                  <a:pt x="138" y="14"/>
                </a:lnTo>
                <a:lnTo>
                  <a:pt x="140" y="16"/>
                </a:lnTo>
                <a:lnTo>
                  <a:pt x="142" y="17"/>
                </a:lnTo>
                <a:lnTo>
                  <a:pt x="144" y="19"/>
                </a:lnTo>
                <a:lnTo>
                  <a:pt x="146" y="20"/>
                </a:lnTo>
                <a:lnTo>
                  <a:pt x="148" y="22"/>
                </a:lnTo>
                <a:lnTo>
                  <a:pt x="150" y="23"/>
                </a:lnTo>
                <a:lnTo>
                  <a:pt x="151" y="25"/>
                </a:lnTo>
                <a:lnTo>
                  <a:pt x="153" y="27"/>
                </a:lnTo>
                <a:lnTo>
                  <a:pt x="155" y="28"/>
                </a:lnTo>
                <a:lnTo>
                  <a:pt x="156" y="30"/>
                </a:lnTo>
                <a:lnTo>
                  <a:pt x="158" y="32"/>
                </a:lnTo>
                <a:lnTo>
                  <a:pt x="159" y="34"/>
                </a:lnTo>
                <a:lnTo>
                  <a:pt x="160" y="36"/>
                </a:lnTo>
                <a:lnTo>
                  <a:pt x="162" y="37"/>
                </a:lnTo>
                <a:lnTo>
                  <a:pt x="163" y="39"/>
                </a:lnTo>
                <a:lnTo>
                  <a:pt x="164" y="41"/>
                </a:lnTo>
                <a:lnTo>
                  <a:pt x="165" y="43"/>
                </a:lnTo>
                <a:lnTo>
                  <a:pt x="166" y="45"/>
                </a:lnTo>
                <a:lnTo>
                  <a:pt x="167" y="47"/>
                </a:lnTo>
                <a:lnTo>
                  <a:pt x="167" y="49"/>
                </a:lnTo>
                <a:lnTo>
                  <a:pt x="168" y="51"/>
                </a:lnTo>
                <a:lnTo>
                  <a:pt x="169" y="54"/>
                </a:lnTo>
                <a:lnTo>
                  <a:pt x="169" y="56"/>
                </a:lnTo>
                <a:lnTo>
                  <a:pt x="170" y="58"/>
                </a:lnTo>
                <a:lnTo>
                  <a:pt x="170" y="60"/>
                </a:lnTo>
                <a:lnTo>
                  <a:pt x="170" y="62"/>
                </a:lnTo>
                <a:lnTo>
                  <a:pt x="171" y="64"/>
                </a:lnTo>
                <a:lnTo>
                  <a:pt x="171" y="66"/>
                </a:lnTo>
                <a:lnTo>
                  <a:pt x="171" y="68"/>
                </a:lnTo>
                <a:close/>
              </a:path>
            </a:pathLst>
          </a:custGeom>
          <a:solidFill>
            <a:srgbClr val="fffb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2" name=""/>
          <p:cNvSpPr/>
          <p:nvPr/>
        </p:nvSpPr>
        <p:spPr>
          <a:xfrm>
            <a:off x="4945680" y="1801440"/>
            <a:ext cx="66600" cy="53280"/>
          </a:xfrm>
          <a:custGeom>
            <a:avLst/>
            <a:gdLst/>
            <a:ahLst/>
            <a:rect l="0" t="0" r="r" b="b"/>
            <a:pathLst>
              <a:path w="185" h="148">
                <a:moveTo>
                  <a:pt x="178" y="74"/>
                </a:moveTo>
                <a:lnTo>
                  <a:pt x="178" y="72"/>
                </a:lnTo>
                <a:lnTo>
                  <a:pt x="178" y="70"/>
                </a:lnTo>
                <a:lnTo>
                  <a:pt x="177" y="67"/>
                </a:lnTo>
                <a:lnTo>
                  <a:pt x="177" y="65"/>
                </a:lnTo>
                <a:lnTo>
                  <a:pt x="177" y="63"/>
                </a:lnTo>
                <a:lnTo>
                  <a:pt x="176" y="61"/>
                </a:lnTo>
                <a:lnTo>
                  <a:pt x="176" y="59"/>
                </a:lnTo>
                <a:lnTo>
                  <a:pt x="175" y="56"/>
                </a:lnTo>
                <a:lnTo>
                  <a:pt x="174" y="54"/>
                </a:lnTo>
                <a:lnTo>
                  <a:pt x="174" y="52"/>
                </a:lnTo>
                <a:lnTo>
                  <a:pt x="173" y="50"/>
                </a:lnTo>
                <a:lnTo>
                  <a:pt x="172" y="48"/>
                </a:lnTo>
                <a:lnTo>
                  <a:pt x="171" y="46"/>
                </a:lnTo>
                <a:lnTo>
                  <a:pt x="170" y="44"/>
                </a:lnTo>
                <a:lnTo>
                  <a:pt x="169" y="42"/>
                </a:lnTo>
                <a:lnTo>
                  <a:pt x="167" y="41"/>
                </a:lnTo>
                <a:lnTo>
                  <a:pt x="166" y="39"/>
                </a:lnTo>
                <a:lnTo>
                  <a:pt x="165" y="37"/>
                </a:lnTo>
                <a:lnTo>
                  <a:pt x="163" y="35"/>
                </a:lnTo>
                <a:lnTo>
                  <a:pt x="162" y="33"/>
                </a:lnTo>
                <a:lnTo>
                  <a:pt x="160" y="32"/>
                </a:lnTo>
                <a:lnTo>
                  <a:pt x="158" y="30"/>
                </a:lnTo>
                <a:lnTo>
                  <a:pt x="157" y="28"/>
                </a:lnTo>
                <a:lnTo>
                  <a:pt x="155" y="27"/>
                </a:lnTo>
                <a:lnTo>
                  <a:pt x="153" y="25"/>
                </a:lnTo>
                <a:lnTo>
                  <a:pt x="151" y="24"/>
                </a:lnTo>
                <a:lnTo>
                  <a:pt x="149" y="22"/>
                </a:lnTo>
                <a:lnTo>
                  <a:pt x="147" y="21"/>
                </a:lnTo>
                <a:lnTo>
                  <a:pt x="145" y="19"/>
                </a:lnTo>
                <a:lnTo>
                  <a:pt x="143" y="18"/>
                </a:lnTo>
                <a:lnTo>
                  <a:pt x="141" y="17"/>
                </a:lnTo>
                <a:lnTo>
                  <a:pt x="138" y="16"/>
                </a:lnTo>
                <a:lnTo>
                  <a:pt x="136" y="15"/>
                </a:lnTo>
                <a:lnTo>
                  <a:pt x="134" y="14"/>
                </a:lnTo>
                <a:lnTo>
                  <a:pt x="131" y="13"/>
                </a:lnTo>
                <a:lnTo>
                  <a:pt x="129" y="12"/>
                </a:lnTo>
                <a:lnTo>
                  <a:pt x="127" y="11"/>
                </a:lnTo>
                <a:lnTo>
                  <a:pt x="124" y="10"/>
                </a:lnTo>
                <a:lnTo>
                  <a:pt x="122" y="9"/>
                </a:lnTo>
                <a:lnTo>
                  <a:pt x="119" y="9"/>
                </a:lnTo>
                <a:lnTo>
                  <a:pt x="117" y="8"/>
                </a:lnTo>
                <a:lnTo>
                  <a:pt x="114" y="7"/>
                </a:lnTo>
                <a:lnTo>
                  <a:pt x="111" y="7"/>
                </a:lnTo>
                <a:lnTo>
                  <a:pt x="109" y="6"/>
                </a:lnTo>
                <a:lnTo>
                  <a:pt x="106" y="6"/>
                </a:lnTo>
                <a:lnTo>
                  <a:pt x="103" y="6"/>
                </a:lnTo>
                <a:lnTo>
                  <a:pt x="101" y="5"/>
                </a:lnTo>
                <a:lnTo>
                  <a:pt x="98" y="5"/>
                </a:lnTo>
                <a:lnTo>
                  <a:pt x="95" y="5"/>
                </a:lnTo>
                <a:lnTo>
                  <a:pt x="93" y="5"/>
                </a:lnTo>
                <a:lnTo>
                  <a:pt x="90" y="5"/>
                </a:lnTo>
                <a:lnTo>
                  <a:pt x="87" y="5"/>
                </a:lnTo>
                <a:lnTo>
                  <a:pt x="85" y="5"/>
                </a:lnTo>
                <a:lnTo>
                  <a:pt x="82" y="6"/>
                </a:lnTo>
                <a:lnTo>
                  <a:pt x="78" y="6"/>
                </a:lnTo>
                <a:lnTo>
                  <a:pt x="76" y="6"/>
                </a:lnTo>
                <a:lnTo>
                  <a:pt x="73" y="7"/>
                </a:lnTo>
                <a:lnTo>
                  <a:pt x="71" y="7"/>
                </a:lnTo>
                <a:lnTo>
                  <a:pt x="68" y="8"/>
                </a:lnTo>
                <a:lnTo>
                  <a:pt x="66" y="9"/>
                </a:lnTo>
                <a:lnTo>
                  <a:pt x="63" y="9"/>
                </a:lnTo>
                <a:lnTo>
                  <a:pt x="60" y="10"/>
                </a:lnTo>
                <a:lnTo>
                  <a:pt x="58" y="11"/>
                </a:lnTo>
                <a:lnTo>
                  <a:pt x="56" y="12"/>
                </a:lnTo>
                <a:lnTo>
                  <a:pt x="53" y="13"/>
                </a:lnTo>
                <a:lnTo>
                  <a:pt x="51" y="14"/>
                </a:lnTo>
                <a:lnTo>
                  <a:pt x="49" y="15"/>
                </a:lnTo>
                <a:lnTo>
                  <a:pt x="46" y="16"/>
                </a:lnTo>
                <a:lnTo>
                  <a:pt x="44" y="17"/>
                </a:lnTo>
                <a:lnTo>
                  <a:pt x="42" y="18"/>
                </a:lnTo>
                <a:lnTo>
                  <a:pt x="40" y="19"/>
                </a:lnTo>
                <a:lnTo>
                  <a:pt x="38" y="21"/>
                </a:lnTo>
                <a:lnTo>
                  <a:pt x="36" y="22"/>
                </a:lnTo>
                <a:lnTo>
                  <a:pt x="34" y="24"/>
                </a:lnTo>
                <a:lnTo>
                  <a:pt x="32" y="25"/>
                </a:lnTo>
                <a:lnTo>
                  <a:pt x="30" y="27"/>
                </a:lnTo>
                <a:lnTo>
                  <a:pt x="28" y="28"/>
                </a:lnTo>
                <a:lnTo>
                  <a:pt x="26" y="30"/>
                </a:lnTo>
                <a:lnTo>
                  <a:pt x="25" y="32"/>
                </a:lnTo>
                <a:lnTo>
                  <a:pt x="23" y="33"/>
                </a:lnTo>
                <a:lnTo>
                  <a:pt x="21" y="35"/>
                </a:lnTo>
                <a:lnTo>
                  <a:pt x="20" y="37"/>
                </a:lnTo>
                <a:lnTo>
                  <a:pt x="19" y="39"/>
                </a:lnTo>
                <a:lnTo>
                  <a:pt x="17" y="41"/>
                </a:lnTo>
                <a:lnTo>
                  <a:pt x="16" y="42"/>
                </a:lnTo>
                <a:lnTo>
                  <a:pt x="15" y="44"/>
                </a:lnTo>
                <a:lnTo>
                  <a:pt x="14" y="46"/>
                </a:lnTo>
                <a:lnTo>
                  <a:pt x="13" y="48"/>
                </a:lnTo>
                <a:lnTo>
                  <a:pt x="12" y="50"/>
                </a:lnTo>
                <a:lnTo>
                  <a:pt x="11" y="52"/>
                </a:lnTo>
                <a:lnTo>
                  <a:pt x="10" y="54"/>
                </a:lnTo>
                <a:lnTo>
                  <a:pt x="9" y="56"/>
                </a:lnTo>
                <a:lnTo>
                  <a:pt x="9" y="59"/>
                </a:lnTo>
                <a:lnTo>
                  <a:pt x="8" y="61"/>
                </a:lnTo>
                <a:lnTo>
                  <a:pt x="8" y="63"/>
                </a:lnTo>
                <a:lnTo>
                  <a:pt x="7" y="65"/>
                </a:lnTo>
                <a:lnTo>
                  <a:pt x="7" y="67"/>
                </a:lnTo>
                <a:lnTo>
                  <a:pt x="7" y="70"/>
                </a:lnTo>
                <a:lnTo>
                  <a:pt x="7" y="72"/>
                </a:lnTo>
                <a:lnTo>
                  <a:pt x="7" y="74"/>
                </a:lnTo>
                <a:lnTo>
                  <a:pt x="7" y="77"/>
                </a:lnTo>
                <a:lnTo>
                  <a:pt x="7" y="79"/>
                </a:lnTo>
                <a:lnTo>
                  <a:pt x="7" y="81"/>
                </a:lnTo>
                <a:lnTo>
                  <a:pt x="7" y="83"/>
                </a:lnTo>
                <a:lnTo>
                  <a:pt x="8" y="85"/>
                </a:lnTo>
                <a:lnTo>
                  <a:pt x="8" y="87"/>
                </a:lnTo>
                <a:lnTo>
                  <a:pt x="9" y="89"/>
                </a:lnTo>
                <a:lnTo>
                  <a:pt x="9" y="91"/>
                </a:lnTo>
                <a:lnTo>
                  <a:pt x="10" y="93"/>
                </a:lnTo>
                <a:lnTo>
                  <a:pt x="11" y="95"/>
                </a:lnTo>
                <a:lnTo>
                  <a:pt x="12" y="97"/>
                </a:lnTo>
                <a:lnTo>
                  <a:pt x="13" y="99"/>
                </a:lnTo>
                <a:lnTo>
                  <a:pt x="14" y="101"/>
                </a:lnTo>
                <a:lnTo>
                  <a:pt x="15" y="103"/>
                </a:lnTo>
                <a:lnTo>
                  <a:pt x="16" y="105"/>
                </a:lnTo>
                <a:lnTo>
                  <a:pt x="17" y="107"/>
                </a:lnTo>
                <a:lnTo>
                  <a:pt x="19" y="109"/>
                </a:lnTo>
                <a:lnTo>
                  <a:pt x="20" y="111"/>
                </a:lnTo>
                <a:lnTo>
                  <a:pt x="21" y="113"/>
                </a:lnTo>
                <a:lnTo>
                  <a:pt x="23" y="114"/>
                </a:lnTo>
                <a:lnTo>
                  <a:pt x="25" y="116"/>
                </a:lnTo>
                <a:lnTo>
                  <a:pt x="26" y="118"/>
                </a:lnTo>
                <a:lnTo>
                  <a:pt x="28" y="119"/>
                </a:lnTo>
                <a:lnTo>
                  <a:pt x="30" y="121"/>
                </a:lnTo>
                <a:lnTo>
                  <a:pt x="32" y="123"/>
                </a:lnTo>
                <a:lnTo>
                  <a:pt x="34" y="124"/>
                </a:lnTo>
                <a:lnTo>
                  <a:pt x="36" y="126"/>
                </a:lnTo>
                <a:lnTo>
                  <a:pt x="38" y="127"/>
                </a:lnTo>
                <a:lnTo>
                  <a:pt x="40" y="128"/>
                </a:lnTo>
                <a:lnTo>
                  <a:pt x="42" y="130"/>
                </a:lnTo>
                <a:lnTo>
                  <a:pt x="44" y="131"/>
                </a:lnTo>
                <a:lnTo>
                  <a:pt x="46" y="132"/>
                </a:lnTo>
                <a:lnTo>
                  <a:pt x="49" y="133"/>
                </a:lnTo>
                <a:lnTo>
                  <a:pt x="51" y="134"/>
                </a:lnTo>
                <a:lnTo>
                  <a:pt x="53" y="135"/>
                </a:lnTo>
                <a:lnTo>
                  <a:pt x="56" y="136"/>
                </a:lnTo>
                <a:lnTo>
                  <a:pt x="58" y="137"/>
                </a:lnTo>
                <a:lnTo>
                  <a:pt x="60" y="138"/>
                </a:lnTo>
                <a:lnTo>
                  <a:pt x="63" y="139"/>
                </a:lnTo>
                <a:lnTo>
                  <a:pt x="66" y="139"/>
                </a:lnTo>
                <a:lnTo>
                  <a:pt x="68" y="140"/>
                </a:lnTo>
                <a:lnTo>
                  <a:pt x="71" y="140"/>
                </a:lnTo>
                <a:lnTo>
                  <a:pt x="73" y="141"/>
                </a:lnTo>
                <a:lnTo>
                  <a:pt x="76" y="141"/>
                </a:lnTo>
                <a:lnTo>
                  <a:pt x="78" y="142"/>
                </a:lnTo>
                <a:lnTo>
                  <a:pt x="82" y="142"/>
                </a:lnTo>
                <a:lnTo>
                  <a:pt x="85" y="142"/>
                </a:lnTo>
                <a:lnTo>
                  <a:pt x="87" y="142"/>
                </a:lnTo>
                <a:lnTo>
                  <a:pt x="90" y="143"/>
                </a:lnTo>
                <a:lnTo>
                  <a:pt x="93" y="143"/>
                </a:lnTo>
                <a:lnTo>
                  <a:pt x="95" y="143"/>
                </a:lnTo>
                <a:lnTo>
                  <a:pt x="98" y="142"/>
                </a:lnTo>
                <a:lnTo>
                  <a:pt x="101" y="142"/>
                </a:lnTo>
                <a:lnTo>
                  <a:pt x="103" y="142"/>
                </a:lnTo>
                <a:lnTo>
                  <a:pt x="106" y="142"/>
                </a:lnTo>
                <a:lnTo>
                  <a:pt x="109" y="141"/>
                </a:lnTo>
                <a:lnTo>
                  <a:pt x="111" y="141"/>
                </a:lnTo>
                <a:lnTo>
                  <a:pt x="114" y="140"/>
                </a:lnTo>
                <a:lnTo>
                  <a:pt x="117" y="140"/>
                </a:lnTo>
                <a:lnTo>
                  <a:pt x="119" y="139"/>
                </a:lnTo>
                <a:lnTo>
                  <a:pt x="122" y="139"/>
                </a:lnTo>
                <a:lnTo>
                  <a:pt x="124" y="138"/>
                </a:lnTo>
                <a:lnTo>
                  <a:pt x="127" y="137"/>
                </a:lnTo>
                <a:lnTo>
                  <a:pt x="129" y="136"/>
                </a:lnTo>
                <a:lnTo>
                  <a:pt x="131" y="135"/>
                </a:lnTo>
                <a:lnTo>
                  <a:pt x="134" y="134"/>
                </a:lnTo>
                <a:lnTo>
                  <a:pt x="136" y="133"/>
                </a:lnTo>
                <a:lnTo>
                  <a:pt x="138" y="132"/>
                </a:lnTo>
                <a:lnTo>
                  <a:pt x="141" y="131"/>
                </a:lnTo>
                <a:lnTo>
                  <a:pt x="143" y="130"/>
                </a:lnTo>
                <a:lnTo>
                  <a:pt x="145" y="128"/>
                </a:lnTo>
                <a:lnTo>
                  <a:pt x="147" y="127"/>
                </a:lnTo>
                <a:lnTo>
                  <a:pt x="149" y="126"/>
                </a:lnTo>
                <a:lnTo>
                  <a:pt x="151" y="124"/>
                </a:lnTo>
                <a:lnTo>
                  <a:pt x="153" y="123"/>
                </a:lnTo>
                <a:lnTo>
                  <a:pt x="155" y="121"/>
                </a:lnTo>
                <a:lnTo>
                  <a:pt x="157" y="119"/>
                </a:lnTo>
                <a:lnTo>
                  <a:pt x="158" y="118"/>
                </a:lnTo>
                <a:lnTo>
                  <a:pt x="160" y="116"/>
                </a:lnTo>
                <a:lnTo>
                  <a:pt x="162" y="114"/>
                </a:lnTo>
                <a:lnTo>
                  <a:pt x="163" y="113"/>
                </a:lnTo>
                <a:lnTo>
                  <a:pt x="165" y="111"/>
                </a:lnTo>
                <a:lnTo>
                  <a:pt x="166" y="109"/>
                </a:lnTo>
                <a:lnTo>
                  <a:pt x="167" y="107"/>
                </a:lnTo>
                <a:lnTo>
                  <a:pt x="169" y="105"/>
                </a:lnTo>
                <a:lnTo>
                  <a:pt x="170" y="103"/>
                </a:lnTo>
                <a:lnTo>
                  <a:pt x="171" y="101"/>
                </a:lnTo>
                <a:lnTo>
                  <a:pt x="172" y="99"/>
                </a:lnTo>
                <a:lnTo>
                  <a:pt x="173" y="97"/>
                </a:lnTo>
                <a:lnTo>
                  <a:pt x="174" y="95"/>
                </a:lnTo>
                <a:lnTo>
                  <a:pt x="174" y="93"/>
                </a:lnTo>
                <a:lnTo>
                  <a:pt x="175" y="91"/>
                </a:lnTo>
                <a:lnTo>
                  <a:pt x="176" y="89"/>
                </a:lnTo>
                <a:lnTo>
                  <a:pt x="176" y="87"/>
                </a:lnTo>
                <a:lnTo>
                  <a:pt x="177" y="85"/>
                </a:lnTo>
                <a:lnTo>
                  <a:pt x="177" y="83"/>
                </a:lnTo>
                <a:lnTo>
                  <a:pt x="177" y="81"/>
                </a:lnTo>
                <a:lnTo>
                  <a:pt x="178" y="79"/>
                </a:lnTo>
                <a:lnTo>
                  <a:pt x="178" y="77"/>
                </a:lnTo>
                <a:lnTo>
                  <a:pt x="178" y="74"/>
                </a:lnTo>
                <a:moveTo>
                  <a:pt x="185" y="74"/>
                </a:moveTo>
                <a:lnTo>
                  <a:pt x="185" y="77"/>
                </a:lnTo>
                <a:lnTo>
                  <a:pt x="185" y="79"/>
                </a:lnTo>
                <a:lnTo>
                  <a:pt x="184" y="81"/>
                </a:lnTo>
                <a:lnTo>
                  <a:pt x="184" y="84"/>
                </a:lnTo>
                <a:lnTo>
                  <a:pt x="184" y="86"/>
                </a:lnTo>
                <a:lnTo>
                  <a:pt x="183" y="88"/>
                </a:lnTo>
                <a:lnTo>
                  <a:pt x="183" y="90"/>
                </a:lnTo>
                <a:lnTo>
                  <a:pt x="182" y="93"/>
                </a:lnTo>
                <a:lnTo>
                  <a:pt x="181" y="95"/>
                </a:lnTo>
                <a:lnTo>
                  <a:pt x="180" y="97"/>
                </a:lnTo>
                <a:lnTo>
                  <a:pt x="179" y="99"/>
                </a:lnTo>
                <a:lnTo>
                  <a:pt x="178" y="102"/>
                </a:lnTo>
                <a:lnTo>
                  <a:pt x="177" y="104"/>
                </a:lnTo>
                <a:lnTo>
                  <a:pt x="176" y="106"/>
                </a:lnTo>
                <a:lnTo>
                  <a:pt x="175" y="108"/>
                </a:lnTo>
                <a:lnTo>
                  <a:pt x="173" y="110"/>
                </a:lnTo>
                <a:lnTo>
                  <a:pt x="172" y="112"/>
                </a:lnTo>
                <a:lnTo>
                  <a:pt x="170" y="114"/>
                </a:lnTo>
                <a:lnTo>
                  <a:pt x="169" y="116"/>
                </a:lnTo>
                <a:lnTo>
                  <a:pt x="167" y="118"/>
                </a:lnTo>
                <a:lnTo>
                  <a:pt x="165" y="120"/>
                </a:lnTo>
                <a:lnTo>
                  <a:pt x="164" y="121"/>
                </a:lnTo>
                <a:lnTo>
                  <a:pt x="162" y="123"/>
                </a:lnTo>
                <a:lnTo>
                  <a:pt x="160" y="125"/>
                </a:lnTo>
                <a:lnTo>
                  <a:pt x="158" y="127"/>
                </a:lnTo>
                <a:lnTo>
                  <a:pt x="156" y="128"/>
                </a:lnTo>
                <a:lnTo>
                  <a:pt x="154" y="130"/>
                </a:lnTo>
                <a:lnTo>
                  <a:pt x="151" y="131"/>
                </a:lnTo>
                <a:lnTo>
                  <a:pt x="149" y="133"/>
                </a:lnTo>
                <a:lnTo>
                  <a:pt x="147" y="134"/>
                </a:lnTo>
                <a:lnTo>
                  <a:pt x="144" y="135"/>
                </a:lnTo>
                <a:lnTo>
                  <a:pt x="142" y="137"/>
                </a:lnTo>
                <a:lnTo>
                  <a:pt x="140" y="138"/>
                </a:lnTo>
                <a:lnTo>
                  <a:pt x="137" y="139"/>
                </a:lnTo>
                <a:lnTo>
                  <a:pt x="135" y="140"/>
                </a:lnTo>
                <a:lnTo>
                  <a:pt x="132" y="141"/>
                </a:lnTo>
                <a:lnTo>
                  <a:pt x="129" y="142"/>
                </a:lnTo>
                <a:lnTo>
                  <a:pt x="127" y="143"/>
                </a:lnTo>
                <a:lnTo>
                  <a:pt x="124" y="144"/>
                </a:lnTo>
                <a:lnTo>
                  <a:pt x="121" y="145"/>
                </a:lnTo>
                <a:lnTo>
                  <a:pt x="118" y="145"/>
                </a:lnTo>
                <a:lnTo>
                  <a:pt x="116" y="146"/>
                </a:lnTo>
                <a:lnTo>
                  <a:pt x="113" y="146"/>
                </a:lnTo>
                <a:lnTo>
                  <a:pt x="110" y="147"/>
                </a:lnTo>
                <a:lnTo>
                  <a:pt x="107" y="147"/>
                </a:lnTo>
                <a:lnTo>
                  <a:pt x="104" y="148"/>
                </a:lnTo>
                <a:lnTo>
                  <a:pt x="101" y="148"/>
                </a:lnTo>
                <a:lnTo>
                  <a:pt x="99" y="148"/>
                </a:lnTo>
                <a:lnTo>
                  <a:pt x="96" y="148"/>
                </a:lnTo>
                <a:lnTo>
                  <a:pt x="93" y="148"/>
                </a:lnTo>
                <a:lnTo>
                  <a:pt x="90" y="148"/>
                </a:lnTo>
                <a:lnTo>
                  <a:pt x="87" y="148"/>
                </a:lnTo>
                <a:lnTo>
                  <a:pt x="84" y="148"/>
                </a:lnTo>
                <a:lnTo>
                  <a:pt x="81" y="148"/>
                </a:lnTo>
                <a:lnTo>
                  <a:pt x="77" y="147"/>
                </a:lnTo>
                <a:lnTo>
                  <a:pt x="75" y="147"/>
                </a:lnTo>
                <a:lnTo>
                  <a:pt x="72" y="146"/>
                </a:lnTo>
                <a:lnTo>
                  <a:pt x="69" y="146"/>
                </a:lnTo>
                <a:lnTo>
                  <a:pt x="66" y="145"/>
                </a:lnTo>
                <a:lnTo>
                  <a:pt x="63" y="145"/>
                </a:lnTo>
                <a:lnTo>
                  <a:pt x="61" y="144"/>
                </a:lnTo>
                <a:lnTo>
                  <a:pt x="58" y="143"/>
                </a:lnTo>
                <a:lnTo>
                  <a:pt x="55" y="142"/>
                </a:lnTo>
                <a:lnTo>
                  <a:pt x="53" y="141"/>
                </a:lnTo>
                <a:lnTo>
                  <a:pt x="50" y="140"/>
                </a:lnTo>
                <a:lnTo>
                  <a:pt x="48" y="139"/>
                </a:lnTo>
                <a:lnTo>
                  <a:pt x="45" y="138"/>
                </a:lnTo>
                <a:lnTo>
                  <a:pt x="43" y="137"/>
                </a:lnTo>
                <a:lnTo>
                  <a:pt x="40" y="135"/>
                </a:lnTo>
                <a:lnTo>
                  <a:pt x="38" y="134"/>
                </a:lnTo>
                <a:lnTo>
                  <a:pt x="35" y="133"/>
                </a:lnTo>
                <a:lnTo>
                  <a:pt x="33" y="131"/>
                </a:lnTo>
                <a:lnTo>
                  <a:pt x="31" y="130"/>
                </a:lnTo>
                <a:lnTo>
                  <a:pt x="29" y="128"/>
                </a:lnTo>
                <a:lnTo>
                  <a:pt x="27" y="127"/>
                </a:lnTo>
                <a:lnTo>
                  <a:pt x="25" y="125"/>
                </a:lnTo>
                <a:lnTo>
                  <a:pt x="23" y="123"/>
                </a:lnTo>
                <a:lnTo>
                  <a:pt x="21" y="121"/>
                </a:lnTo>
                <a:lnTo>
                  <a:pt x="19" y="120"/>
                </a:lnTo>
                <a:lnTo>
                  <a:pt x="17" y="118"/>
                </a:lnTo>
                <a:lnTo>
                  <a:pt x="16" y="116"/>
                </a:lnTo>
                <a:lnTo>
                  <a:pt x="14" y="114"/>
                </a:lnTo>
                <a:lnTo>
                  <a:pt x="13" y="112"/>
                </a:lnTo>
                <a:lnTo>
                  <a:pt x="11" y="110"/>
                </a:lnTo>
                <a:lnTo>
                  <a:pt x="10" y="108"/>
                </a:lnTo>
                <a:lnTo>
                  <a:pt x="9" y="106"/>
                </a:lnTo>
                <a:lnTo>
                  <a:pt x="7" y="104"/>
                </a:lnTo>
                <a:lnTo>
                  <a:pt x="6" y="102"/>
                </a:lnTo>
                <a:lnTo>
                  <a:pt x="5" y="99"/>
                </a:lnTo>
                <a:lnTo>
                  <a:pt x="4" y="97"/>
                </a:lnTo>
                <a:lnTo>
                  <a:pt x="4" y="95"/>
                </a:lnTo>
                <a:lnTo>
                  <a:pt x="3" y="93"/>
                </a:lnTo>
                <a:lnTo>
                  <a:pt x="2" y="90"/>
                </a:lnTo>
                <a:lnTo>
                  <a:pt x="1" y="88"/>
                </a:lnTo>
                <a:lnTo>
                  <a:pt x="1" y="86"/>
                </a:lnTo>
                <a:lnTo>
                  <a:pt x="1" y="84"/>
                </a:lnTo>
                <a:lnTo>
                  <a:pt x="0" y="81"/>
                </a:lnTo>
                <a:lnTo>
                  <a:pt x="0" y="79"/>
                </a:lnTo>
                <a:lnTo>
                  <a:pt x="0" y="77"/>
                </a:lnTo>
                <a:lnTo>
                  <a:pt x="0" y="74"/>
                </a:lnTo>
                <a:lnTo>
                  <a:pt x="0" y="72"/>
                </a:lnTo>
                <a:lnTo>
                  <a:pt x="0" y="70"/>
                </a:lnTo>
                <a:lnTo>
                  <a:pt x="0" y="66"/>
                </a:lnTo>
                <a:lnTo>
                  <a:pt x="1" y="64"/>
                </a:lnTo>
                <a:lnTo>
                  <a:pt x="1" y="62"/>
                </a:lnTo>
                <a:lnTo>
                  <a:pt x="1" y="60"/>
                </a:lnTo>
                <a:lnTo>
                  <a:pt x="2" y="57"/>
                </a:lnTo>
                <a:lnTo>
                  <a:pt x="3" y="55"/>
                </a:lnTo>
                <a:lnTo>
                  <a:pt x="4" y="53"/>
                </a:lnTo>
                <a:lnTo>
                  <a:pt x="4" y="51"/>
                </a:lnTo>
                <a:lnTo>
                  <a:pt x="5" y="48"/>
                </a:lnTo>
                <a:lnTo>
                  <a:pt x="6" y="46"/>
                </a:lnTo>
                <a:lnTo>
                  <a:pt x="7" y="44"/>
                </a:lnTo>
                <a:lnTo>
                  <a:pt x="9" y="42"/>
                </a:lnTo>
                <a:lnTo>
                  <a:pt x="10" y="40"/>
                </a:lnTo>
                <a:lnTo>
                  <a:pt x="11" y="38"/>
                </a:lnTo>
                <a:lnTo>
                  <a:pt x="13" y="36"/>
                </a:lnTo>
                <a:lnTo>
                  <a:pt x="14" y="34"/>
                </a:lnTo>
                <a:lnTo>
                  <a:pt x="16" y="32"/>
                </a:lnTo>
                <a:lnTo>
                  <a:pt x="17" y="30"/>
                </a:lnTo>
                <a:lnTo>
                  <a:pt x="19" y="28"/>
                </a:lnTo>
                <a:lnTo>
                  <a:pt x="21" y="26"/>
                </a:lnTo>
                <a:lnTo>
                  <a:pt x="23" y="25"/>
                </a:lnTo>
                <a:lnTo>
                  <a:pt x="25" y="23"/>
                </a:lnTo>
                <a:lnTo>
                  <a:pt x="27" y="21"/>
                </a:lnTo>
                <a:lnTo>
                  <a:pt x="29" y="20"/>
                </a:lnTo>
                <a:lnTo>
                  <a:pt x="31" y="18"/>
                </a:lnTo>
                <a:lnTo>
                  <a:pt x="33" y="17"/>
                </a:lnTo>
                <a:lnTo>
                  <a:pt x="35" y="15"/>
                </a:lnTo>
                <a:lnTo>
                  <a:pt x="38" y="14"/>
                </a:lnTo>
                <a:lnTo>
                  <a:pt x="40" y="12"/>
                </a:lnTo>
                <a:lnTo>
                  <a:pt x="43" y="11"/>
                </a:lnTo>
                <a:lnTo>
                  <a:pt x="45" y="10"/>
                </a:lnTo>
                <a:lnTo>
                  <a:pt x="48" y="9"/>
                </a:lnTo>
                <a:lnTo>
                  <a:pt x="50" y="8"/>
                </a:lnTo>
                <a:lnTo>
                  <a:pt x="53" y="7"/>
                </a:lnTo>
                <a:lnTo>
                  <a:pt x="55" y="6"/>
                </a:lnTo>
                <a:lnTo>
                  <a:pt x="58" y="5"/>
                </a:lnTo>
                <a:lnTo>
                  <a:pt x="61" y="4"/>
                </a:lnTo>
                <a:lnTo>
                  <a:pt x="63" y="3"/>
                </a:lnTo>
                <a:lnTo>
                  <a:pt x="66" y="3"/>
                </a:lnTo>
                <a:lnTo>
                  <a:pt x="69" y="2"/>
                </a:lnTo>
                <a:lnTo>
                  <a:pt x="72" y="1"/>
                </a:lnTo>
                <a:lnTo>
                  <a:pt x="75" y="1"/>
                </a:lnTo>
                <a:lnTo>
                  <a:pt x="77" y="1"/>
                </a:lnTo>
                <a:lnTo>
                  <a:pt x="81" y="0"/>
                </a:lnTo>
                <a:lnTo>
                  <a:pt x="84" y="0"/>
                </a:lnTo>
                <a:lnTo>
                  <a:pt x="87" y="0"/>
                </a:lnTo>
                <a:lnTo>
                  <a:pt x="90" y="0"/>
                </a:lnTo>
                <a:lnTo>
                  <a:pt x="93" y="0"/>
                </a:lnTo>
                <a:lnTo>
                  <a:pt x="96" y="0"/>
                </a:lnTo>
                <a:lnTo>
                  <a:pt x="99" y="0"/>
                </a:lnTo>
                <a:lnTo>
                  <a:pt x="101" y="0"/>
                </a:lnTo>
                <a:lnTo>
                  <a:pt x="104" y="0"/>
                </a:lnTo>
                <a:lnTo>
                  <a:pt x="107" y="1"/>
                </a:lnTo>
                <a:lnTo>
                  <a:pt x="110" y="1"/>
                </a:lnTo>
                <a:lnTo>
                  <a:pt x="113" y="1"/>
                </a:lnTo>
                <a:lnTo>
                  <a:pt x="116" y="2"/>
                </a:lnTo>
                <a:lnTo>
                  <a:pt x="118" y="3"/>
                </a:lnTo>
                <a:lnTo>
                  <a:pt x="121" y="3"/>
                </a:lnTo>
                <a:lnTo>
                  <a:pt x="124" y="4"/>
                </a:lnTo>
                <a:lnTo>
                  <a:pt x="127" y="5"/>
                </a:lnTo>
                <a:lnTo>
                  <a:pt x="129" y="6"/>
                </a:lnTo>
                <a:lnTo>
                  <a:pt x="132" y="7"/>
                </a:lnTo>
                <a:lnTo>
                  <a:pt x="135" y="8"/>
                </a:lnTo>
                <a:lnTo>
                  <a:pt x="137" y="9"/>
                </a:lnTo>
                <a:lnTo>
                  <a:pt x="140" y="10"/>
                </a:lnTo>
                <a:lnTo>
                  <a:pt x="142" y="11"/>
                </a:lnTo>
                <a:lnTo>
                  <a:pt x="144" y="12"/>
                </a:lnTo>
                <a:lnTo>
                  <a:pt x="147" y="14"/>
                </a:lnTo>
                <a:lnTo>
                  <a:pt x="149" y="15"/>
                </a:lnTo>
                <a:lnTo>
                  <a:pt x="151" y="17"/>
                </a:lnTo>
                <a:lnTo>
                  <a:pt x="154" y="18"/>
                </a:lnTo>
                <a:lnTo>
                  <a:pt x="156" y="20"/>
                </a:lnTo>
                <a:lnTo>
                  <a:pt x="158" y="21"/>
                </a:lnTo>
                <a:lnTo>
                  <a:pt x="160" y="23"/>
                </a:lnTo>
                <a:lnTo>
                  <a:pt x="162" y="25"/>
                </a:lnTo>
                <a:lnTo>
                  <a:pt x="164" y="26"/>
                </a:lnTo>
                <a:lnTo>
                  <a:pt x="165" y="28"/>
                </a:lnTo>
                <a:lnTo>
                  <a:pt x="167" y="30"/>
                </a:lnTo>
                <a:lnTo>
                  <a:pt x="169" y="32"/>
                </a:lnTo>
                <a:lnTo>
                  <a:pt x="170" y="34"/>
                </a:lnTo>
                <a:lnTo>
                  <a:pt x="172" y="36"/>
                </a:lnTo>
                <a:lnTo>
                  <a:pt x="173" y="38"/>
                </a:lnTo>
                <a:lnTo>
                  <a:pt x="175" y="40"/>
                </a:lnTo>
                <a:lnTo>
                  <a:pt x="176" y="42"/>
                </a:lnTo>
                <a:lnTo>
                  <a:pt x="177" y="44"/>
                </a:lnTo>
                <a:lnTo>
                  <a:pt x="178" y="46"/>
                </a:lnTo>
                <a:lnTo>
                  <a:pt x="179" y="48"/>
                </a:lnTo>
                <a:lnTo>
                  <a:pt x="180" y="51"/>
                </a:lnTo>
                <a:lnTo>
                  <a:pt x="181" y="53"/>
                </a:lnTo>
                <a:lnTo>
                  <a:pt x="182" y="55"/>
                </a:lnTo>
                <a:lnTo>
                  <a:pt x="183" y="57"/>
                </a:lnTo>
                <a:lnTo>
                  <a:pt x="183" y="60"/>
                </a:lnTo>
                <a:lnTo>
                  <a:pt x="184" y="62"/>
                </a:lnTo>
                <a:lnTo>
                  <a:pt x="184" y="64"/>
                </a:lnTo>
                <a:lnTo>
                  <a:pt x="184" y="66"/>
                </a:lnTo>
                <a:lnTo>
                  <a:pt x="185" y="70"/>
                </a:lnTo>
                <a:lnTo>
                  <a:pt x="185" y="72"/>
                </a:lnTo>
                <a:lnTo>
                  <a:pt x="185" y="74"/>
                </a:lnTo>
                <a:close/>
              </a:path>
            </a:pathLst>
          </a:custGeom>
          <a:solidFill>
            <a:srgbClr val="fffa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3" name=""/>
          <p:cNvSpPr/>
          <p:nvPr/>
        </p:nvSpPr>
        <p:spPr>
          <a:xfrm>
            <a:off x="4944960" y="1800720"/>
            <a:ext cx="68040" cy="54720"/>
          </a:xfrm>
          <a:custGeom>
            <a:avLst/>
            <a:gdLst/>
            <a:ahLst/>
            <a:rect l="0" t="0" r="r" b="b"/>
            <a:pathLst>
              <a:path w="189" h="152">
                <a:moveTo>
                  <a:pt x="187" y="76"/>
                </a:moveTo>
                <a:lnTo>
                  <a:pt x="187" y="74"/>
                </a:lnTo>
                <a:lnTo>
                  <a:pt x="187" y="72"/>
                </a:lnTo>
                <a:lnTo>
                  <a:pt x="186" y="69"/>
                </a:lnTo>
                <a:lnTo>
                  <a:pt x="186" y="67"/>
                </a:lnTo>
                <a:lnTo>
                  <a:pt x="186" y="65"/>
                </a:lnTo>
                <a:lnTo>
                  <a:pt x="185" y="63"/>
                </a:lnTo>
                <a:lnTo>
                  <a:pt x="185" y="60"/>
                </a:lnTo>
                <a:lnTo>
                  <a:pt x="184" y="58"/>
                </a:lnTo>
                <a:lnTo>
                  <a:pt x="183" y="55"/>
                </a:lnTo>
                <a:lnTo>
                  <a:pt x="182" y="53"/>
                </a:lnTo>
                <a:lnTo>
                  <a:pt x="181" y="50"/>
                </a:lnTo>
                <a:lnTo>
                  <a:pt x="180" y="48"/>
                </a:lnTo>
                <a:lnTo>
                  <a:pt x="179" y="46"/>
                </a:lnTo>
                <a:lnTo>
                  <a:pt x="178" y="44"/>
                </a:lnTo>
                <a:lnTo>
                  <a:pt x="177" y="42"/>
                </a:lnTo>
                <a:lnTo>
                  <a:pt x="175" y="40"/>
                </a:lnTo>
                <a:lnTo>
                  <a:pt x="174" y="38"/>
                </a:lnTo>
                <a:lnTo>
                  <a:pt x="172" y="36"/>
                </a:lnTo>
                <a:lnTo>
                  <a:pt x="171" y="34"/>
                </a:lnTo>
                <a:lnTo>
                  <a:pt x="169" y="32"/>
                </a:lnTo>
                <a:lnTo>
                  <a:pt x="167" y="30"/>
                </a:lnTo>
                <a:lnTo>
                  <a:pt x="166" y="28"/>
                </a:lnTo>
                <a:lnTo>
                  <a:pt x="164" y="27"/>
                </a:lnTo>
                <a:lnTo>
                  <a:pt x="162" y="25"/>
                </a:lnTo>
                <a:lnTo>
                  <a:pt x="160" y="23"/>
                </a:lnTo>
                <a:lnTo>
                  <a:pt x="158" y="22"/>
                </a:lnTo>
                <a:lnTo>
                  <a:pt x="156" y="20"/>
                </a:lnTo>
                <a:lnTo>
                  <a:pt x="153" y="19"/>
                </a:lnTo>
                <a:lnTo>
                  <a:pt x="151" y="17"/>
                </a:lnTo>
                <a:lnTo>
                  <a:pt x="149" y="16"/>
                </a:lnTo>
                <a:lnTo>
                  <a:pt x="146" y="14"/>
                </a:lnTo>
                <a:lnTo>
                  <a:pt x="144" y="13"/>
                </a:lnTo>
                <a:lnTo>
                  <a:pt x="142" y="12"/>
                </a:lnTo>
                <a:lnTo>
                  <a:pt x="139" y="11"/>
                </a:lnTo>
                <a:lnTo>
                  <a:pt x="137" y="10"/>
                </a:lnTo>
                <a:lnTo>
                  <a:pt x="134" y="9"/>
                </a:lnTo>
                <a:lnTo>
                  <a:pt x="131" y="8"/>
                </a:lnTo>
                <a:lnTo>
                  <a:pt x="129" y="7"/>
                </a:lnTo>
                <a:lnTo>
                  <a:pt x="126" y="6"/>
                </a:lnTo>
                <a:lnTo>
                  <a:pt x="123" y="5"/>
                </a:lnTo>
                <a:lnTo>
                  <a:pt x="120" y="5"/>
                </a:lnTo>
                <a:lnTo>
                  <a:pt x="118" y="4"/>
                </a:lnTo>
                <a:lnTo>
                  <a:pt x="115" y="3"/>
                </a:lnTo>
                <a:lnTo>
                  <a:pt x="112" y="3"/>
                </a:lnTo>
                <a:lnTo>
                  <a:pt x="109" y="3"/>
                </a:lnTo>
                <a:lnTo>
                  <a:pt x="106" y="2"/>
                </a:lnTo>
                <a:lnTo>
                  <a:pt x="103" y="2"/>
                </a:lnTo>
                <a:lnTo>
                  <a:pt x="101" y="2"/>
                </a:lnTo>
                <a:lnTo>
                  <a:pt x="98" y="2"/>
                </a:lnTo>
                <a:lnTo>
                  <a:pt x="95" y="2"/>
                </a:lnTo>
                <a:lnTo>
                  <a:pt x="92" y="2"/>
                </a:lnTo>
                <a:lnTo>
                  <a:pt x="89" y="2"/>
                </a:lnTo>
                <a:lnTo>
                  <a:pt x="86" y="2"/>
                </a:lnTo>
                <a:lnTo>
                  <a:pt x="82" y="2"/>
                </a:lnTo>
                <a:lnTo>
                  <a:pt x="79" y="3"/>
                </a:lnTo>
                <a:lnTo>
                  <a:pt x="77" y="3"/>
                </a:lnTo>
                <a:lnTo>
                  <a:pt x="74" y="3"/>
                </a:lnTo>
                <a:lnTo>
                  <a:pt x="71" y="4"/>
                </a:lnTo>
                <a:lnTo>
                  <a:pt x="68" y="5"/>
                </a:lnTo>
                <a:lnTo>
                  <a:pt x="65" y="5"/>
                </a:lnTo>
                <a:lnTo>
                  <a:pt x="63" y="6"/>
                </a:lnTo>
                <a:lnTo>
                  <a:pt x="60" y="7"/>
                </a:lnTo>
                <a:lnTo>
                  <a:pt x="57" y="8"/>
                </a:lnTo>
                <a:lnTo>
                  <a:pt x="55" y="9"/>
                </a:lnTo>
                <a:lnTo>
                  <a:pt x="52" y="10"/>
                </a:lnTo>
                <a:lnTo>
                  <a:pt x="50" y="11"/>
                </a:lnTo>
                <a:lnTo>
                  <a:pt x="47" y="12"/>
                </a:lnTo>
                <a:lnTo>
                  <a:pt x="45" y="13"/>
                </a:lnTo>
                <a:lnTo>
                  <a:pt x="42" y="14"/>
                </a:lnTo>
                <a:lnTo>
                  <a:pt x="40" y="16"/>
                </a:lnTo>
                <a:lnTo>
                  <a:pt x="37" y="17"/>
                </a:lnTo>
                <a:lnTo>
                  <a:pt x="35" y="19"/>
                </a:lnTo>
                <a:lnTo>
                  <a:pt x="33" y="20"/>
                </a:lnTo>
                <a:lnTo>
                  <a:pt x="31" y="22"/>
                </a:lnTo>
                <a:lnTo>
                  <a:pt x="29" y="23"/>
                </a:lnTo>
                <a:lnTo>
                  <a:pt x="27" y="25"/>
                </a:lnTo>
                <a:lnTo>
                  <a:pt x="25" y="27"/>
                </a:lnTo>
                <a:lnTo>
                  <a:pt x="23" y="28"/>
                </a:lnTo>
                <a:lnTo>
                  <a:pt x="21" y="30"/>
                </a:lnTo>
                <a:lnTo>
                  <a:pt x="19" y="32"/>
                </a:lnTo>
                <a:lnTo>
                  <a:pt x="18" y="34"/>
                </a:lnTo>
                <a:lnTo>
                  <a:pt x="16" y="36"/>
                </a:lnTo>
                <a:lnTo>
                  <a:pt x="15" y="38"/>
                </a:lnTo>
                <a:lnTo>
                  <a:pt x="13" y="40"/>
                </a:lnTo>
                <a:lnTo>
                  <a:pt x="12" y="42"/>
                </a:lnTo>
                <a:lnTo>
                  <a:pt x="11" y="44"/>
                </a:lnTo>
                <a:lnTo>
                  <a:pt x="9" y="46"/>
                </a:lnTo>
                <a:lnTo>
                  <a:pt x="8" y="48"/>
                </a:lnTo>
                <a:lnTo>
                  <a:pt x="7" y="50"/>
                </a:lnTo>
                <a:lnTo>
                  <a:pt x="6" y="53"/>
                </a:lnTo>
                <a:lnTo>
                  <a:pt x="6" y="55"/>
                </a:lnTo>
                <a:lnTo>
                  <a:pt x="5" y="58"/>
                </a:lnTo>
                <a:lnTo>
                  <a:pt x="4" y="60"/>
                </a:lnTo>
                <a:lnTo>
                  <a:pt x="3" y="63"/>
                </a:lnTo>
                <a:lnTo>
                  <a:pt x="3" y="65"/>
                </a:lnTo>
                <a:lnTo>
                  <a:pt x="3" y="67"/>
                </a:lnTo>
                <a:lnTo>
                  <a:pt x="2" y="69"/>
                </a:lnTo>
                <a:lnTo>
                  <a:pt x="2" y="72"/>
                </a:lnTo>
                <a:lnTo>
                  <a:pt x="2" y="74"/>
                </a:lnTo>
                <a:lnTo>
                  <a:pt x="2" y="76"/>
                </a:lnTo>
                <a:lnTo>
                  <a:pt x="2" y="79"/>
                </a:lnTo>
                <a:lnTo>
                  <a:pt x="2" y="81"/>
                </a:lnTo>
                <a:lnTo>
                  <a:pt x="2" y="83"/>
                </a:lnTo>
                <a:lnTo>
                  <a:pt x="3" y="86"/>
                </a:lnTo>
                <a:lnTo>
                  <a:pt x="3" y="88"/>
                </a:lnTo>
                <a:lnTo>
                  <a:pt x="3" y="90"/>
                </a:lnTo>
                <a:lnTo>
                  <a:pt x="4" y="92"/>
                </a:lnTo>
                <a:lnTo>
                  <a:pt x="5" y="95"/>
                </a:lnTo>
                <a:lnTo>
                  <a:pt x="6" y="97"/>
                </a:lnTo>
                <a:lnTo>
                  <a:pt x="6" y="99"/>
                </a:lnTo>
                <a:lnTo>
                  <a:pt x="7" y="101"/>
                </a:lnTo>
                <a:lnTo>
                  <a:pt x="8" y="104"/>
                </a:lnTo>
                <a:lnTo>
                  <a:pt x="9" y="106"/>
                </a:lnTo>
                <a:lnTo>
                  <a:pt x="11" y="108"/>
                </a:lnTo>
                <a:lnTo>
                  <a:pt x="12" y="110"/>
                </a:lnTo>
                <a:lnTo>
                  <a:pt x="13" y="112"/>
                </a:lnTo>
                <a:lnTo>
                  <a:pt x="15" y="114"/>
                </a:lnTo>
                <a:lnTo>
                  <a:pt x="16" y="116"/>
                </a:lnTo>
                <a:lnTo>
                  <a:pt x="18" y="118"/>
                </a:lnTo>
                <a:lnTo>
                  <a:pt x="19" y="120"/>
                </a:lnTo>
                <a:lnTo>
                  <a:pt x="21" y="122"/>
                </a:lnTo>
                <a:lnTo>
                  <a:pt x="23" y="123"/>
                </a:lnTo>
                <a:lnTo>
                  <a:pt x="25" y="125"/>
                </a:lnTo>
                <a:lnTo>
                  <a:pt x="27" y="127"/>
                </a:lnTo>
                <a:lnTo>
                  <a:pt x="29" y="129"/>
                </a:lnTo>
                <a:lnTo>
                  <a:pt x="31" y="130"/>
                </a:lnTo>
                <a:lnTo>
                  <a:pt x="33" y="132"/>
                </a:lnTo>
                <a:lnTo>
                  <a:pt x="35" y="133"/>
                </a:lnTo>
                <a:lnTo>
                  <a:pt x="37" y="135"/>
                </a:lnTo>
                <a:lnTo>
                  <a:pt x="40" y="136"/>
                </a:lnTo>
                <a:lnTo>
                  <a:pt x="42" y="137"/>
                </a:lnTo>
                <a:lnTo>
                  <a:pt x="45" y="139"/>
                </a:lnTo>
                <a:lnTo>
                  <a:pt x="47" y="140"/>
                </a:lnTo>
                <a:lnTo>
                  <a:pt x="50" y="141"/>
                </a:lnTo>
                <a:lnTo>
                  <a:pt x="52" y="142"/>
                </a:lnTo>
                <a:lnTo>
                  <a:pt x="55" y="143"/>
                </a:lnTo>
                <a:lnTo>
                  <a:pt x="57" y="144"/>
                </a:lnTo>
                <a:lnTo>
                  <a:pt x="60" y="145"/>
                </a:lnTo>
                <a:lnTo>
                  <a:pt x="63" y="146"/>
                </a:lnTo>
                <a:lnTo>
                  <a:pt x="65" y="147"/>
                </a:lnTo>
                <a:lnTo>
                  <a:pt x="68" y="147"/>
                </a:lnTo>
                <a:lnTo>
                  <a:pt x="71" y="148"/>
                </a:lnTo>
                <a:lnTo>
                  <a:pt x="74" y="148"/>
                </a:lnTo>
                <a:lnTo>
                  <a:pt x="77" y="149"/>
                </a:lnTo>
                <a:lnTo>
                  <a:pt x="79" y="149"/>
                </a:lnTo>
                <a:lnTo>
                  <a:pt x="82" y="150"/>
                </a:lnTo>
                <a:lnTo>
                  <a:pt x="86" y="150"/>
                </a:lnTo>
                <a:lnTo>
                  <a:pt x="89" y="150"/>
                </a:lnTo>
                <a:lnTo>
                  <a:pt x="92" y="150"/>
                </a:lnTo>
                <a:lnTo>
                  <a:pt x="95" y="150"/>
                </a:lnTo>
                <a:lnTo>
                  <a:pt x="98" y="150"/>
                </a:lnTo>
                <a:lnTo>
                  <a:pt x="101" y="150"/>
                </a:lnTo>
                <a:lnTo>
                  <a:pt x="103" y="150"/>
                </a:lnTo>
                <a:lnTo>
                  <a:pt x="106" y="150"/>
                </a:lnTo>
                <a:lnTo>
                  <a:pt x="109" y="149"/>
                </a:lnTo>
                <a:lnTo>
                  <a:pt x="112" y="149"/>
                </a:lnTo>
                <a:lnTo>
                  <a:pt x="115" y="148"/>
                </a:lnTo>
                <a:lnTo>
                  <a:pt x="118" y="148"/>
                </a:lnTo>
                <a:lnTo>
                  <a:pt x="120" y="147"/>
                </a:lnTo>
                <a:lnTo>
                  <a:pt x="123" y="147"/>
                </a:lnTo>
                <a:lnTo>
                  <a:pt x="126" y="146"/>
                </a:lnTo>
                <a:lnTo>
                  <a:pt x="129" y="145"/>
                </a:lnTo>
                <a:lnTo>
                  <a:pt x="131" y="144"/>
                </a:lnTo>
                <a:lnTo>
                  <a:pt x="134" y="143"/>
                </a:lnTo>
                <a:lnTo>
                  <a:pt x="137" y="142"/>
                </a:lnTo>
                <a:lnTo>
                  <a:pt x="139" y="141"/>
                </a:lnTo>
                <a:lnTo>
                  <a:pt x="142" y="140"/>
                </a:lnTo>
                <a:lnTo>
                  <a:pt x="144" y="139"/>
                </a:lnTo>
                <a:lnTo>
                  <a:pt x="146" y="137"/>
                </a:lnTo>
                <a:lnTo>
                  <a:pt x="149" y="136"/>
                </a:lnTo>
                <a:lnTo>
                  <a:pt x="151" y="135"/>
                </a:lnTo>
                <a:lnTo>
                  <a:pt x="153" y="133"/>
                </a:lnTo>
                <a:lnTo>
                  <a:pt x="156" y="132"/>
                </a:lnTo>
                <a:lnTo>
                  <a:pt x="158" y="130"/>
                </a:lnTo>
                <a:lnTo>
                  <a:pt x="160" y="129"/>
                </a:lnTo>
                <a:lnTo>
                  <a:pt x="162" y="127"/>
                </a:lnTo>
                <a:lnTo>
                  <a:pt x="164" y="125"/>
                </a:lnTo>
                <a:lnTo>
                  <a:pt x="166" y="123"/>
                </a:lnTo>
                <a:lnTo>
                  <a:pt x="167" y="122"/>
                </a:lnTo>
                <a:lnTo>
                  <a:pt x="169" y="120"/>
                </a:lnTo>
                <a:lnTo>
                  <a:pt x="171" y="118"/>
                </a:lnTo>
                <a:lnTo>
                  <a:pt x="172" y="116"/>
                </a:lnTo>
                <a:lnTo>
                  <a:pt x="174" y="114"/>
                </a:lnTo>
                <a:lnTo>
                  <a:pt x="175" y="112"/>
                </a:lnTo>
                <a:lnTo>
                  <a:pt x="177" y="110"/>
                </a:lnTo>
                <a:lnTo>
                  <a:pt x="178" y="108"/>
                </a:lnTo>
                <a:lnTo>
                  <a:pt x="179" y="106"/>
                </a:lnTo>
                <a:lnTo>
                  <a:pt x="180" y="104"/>
                </a:lnTo>
                <a:lnTo>
                  <a:pt x="181" y="101"/>
                </a:lnTo>
                <a:lnTo>
                  <a:pt x="182" y="99"/>
                </a:lnTo>
                <a:lnTo>
                  <a:pt x="183" y="97"/>
                </a:lnTo>
                <a:lnTo>
                  <a:pt x="184" y="95"/>
                </a:lnTo>
                <a:lnTo>
                  <a:pt x="185" y="92"/>
                </a:lnTo>
                <a:lnTo>
                  <a:pt x="185" y="90"/>
                </a:lnTo>
                <a:lnTo>
                  <a:pt x="186" y="88"/>
                </a:lnTo>
                <a:lnTo>
                  <a:pt x="186" y="86"/>
                </a:lnTo>
                <a:lnTo>
                  <a:pt x="186" y="83"/>
                </a:lnTo>
                <a:lnTo>
                  <a:pt x="187" y="81"/>
                </a:lnTo>
                <a:lnTo>
                  <a:pt x="187" y="79"/>
                </a:lnTo>
                <a:lnTo>
                  <a:pt x="187" y="76"/>
                </a:lnTo>
                <a:moveTo>
                  <a:pt x="189" y="76"/>
                </a:moveTo>
                <a:lnTo>
                  <a:pt x="189" y="79"/>
                </a:lnTo>
                <a:lnTo>
                  <a:pt x="189" y="81"/>
                </a:lnTo>
                <a:lnTo>
                  <a:pt x="189" y="83"/>
                </a:lnTo>
                <a:lnTo>
                  <a:pt x="188" y="86"/>
                </a:lnTo>
                <a:lnTo>
                  <a:pt x="188" y="88"/>
                </a:lnTo>
                <a:lnTo>
                  <a:pt x="187" y="91"/>
                </a:lnTo>
                <a:lnTo>
                  <a:pt x="187" y="93"/>
                </a:lnTo>
                <a:lnTo>
                  <a:pt x="186" y="95"/>
                </a:lnTo>
                <a:lnTo>
                  <a:pt x="185" y="97"/>
                </a:lnTo>
                <a:lnTo>
                  <a:pt x="184" y="100"/>
                </a:lnTo>
                <a:lnTo>
                  <a:pt x="183" y="102"/>
                </a:lnTo>
                <a:lnTo>
                  <a:pt x="182" y="104"/>
                </a:lnTo>
                <a:lnTo>
                  <a:pt x="181" y="106"/>
                </a:lnTo>
                <a:lnTo>
                  <a:pt x="180" y="109"/>
                </a:lnTo>
                <a:lnTo>
                  <a:pt x="179" y="111"/>
                </a:lnTo>
                <a:lnTo>
                  <a:pt x="177" y="113"/>
                </a:lnTo>
                <a:lnTo>
                  <a:pt x="176" y="115"/>
                </a:lnTo>
                <a:lnTo>
                  <a:pt x="174" y="117"/>
                </a:lnTo>
                <a:lnTo>
                  <a:pt x="173" y="119"/>
                </a:lnTo>
                <a:lnTo>
                  <a:pt x="171" y="121"/>
                </a:lnTo>
                <a:lnTo>
                  <a:pt x="169" y="123"/>
                </a:lnTo>
                <a:lnTo>
                  <a:pt x="167" y="125"/>
                </a:lnTo>
                <a:lnTo>
                  <a:pt x="165" y="126"/>
                </a:lnTo>
                <a:lnTo>
                  <a:pt x="163" y="128"/>
                </a:lnTo>
                <a:lnTo>
                  <a:pt x="161" y="130"/>
                </a:lnTo>
                <a:lnTo>
                  <a:pt x="159" y="131"/>
                </a:lnTo>
                <a:lnTo>
                  <a:pt x="157" y="133"/>
                </a:lnTo>
                <a:lnTo>
                  <a:pt x="155" y="135"/>
                </a:lnTo>
                <a:lnTo>
                  <a:pt x="153" y="136"/>
                </a:lnTo>
                <a:lnTo>
                  <a:pt x="150" y="138"/>
                </a:lnTo>
                <a:lnTo>
                  <a:pt x="148" y="139"/>
                </a:lnTo>
                <a:lnTo>
                  <a:pt x="145" y="140"/>
                </a:lnTo>
                <a:lnTo>
                  <a:pt x="143" y="141"/>
                </a:lnTo>
                <a:lnTo>
                  <a:pt x="140" y="143"/>
                </a:lnTo>
                <a:lnTo>
                  <a:pt x="138" y="144"/>
                </a:lnTo>
                <a:lnTo>
                  <a:pt x="135" y="145"/>
                </a:lnTo>
                <a:lnTo>
                  <a:pt x="132" y="146"/>
                </a:lnTo>
                <a:lnTo>
                  <a:pt x="129" y="147"/>
                </a:lnTo>
                <a:lnTo>
                  <a:pt x="127" y="148"/>
                </a:lnTo>
                <a:lnTo>
                  <a:pt x="124" y="148"/>
                </a:lnTo>
                <a:lnTo>
                  <a:pt x="121" y="149"/>
                </a:lnTo>
                <a:lnTo>
                  <a:pt x="118" y="150"/>
                </a:lnTo>
                <a:lnTo>
                  <a:pt x="115" y="150"/>
                </a:lnTo>
                <a:lnTo>
                  <a:pt x="112" y="151"/>
                </a:lnTo>
                <a:lnTo>
                  <a:pt x="110" y="151"/>
                </a:lnTo>
                <a:lnTo>
                  <a:pt x="107" y="151"/>
                </a:lnTo>
                <a:lnTo>
                  <a:pt x="104" y="152"/>
                </a:lnTo>
                <a:lnTo>
                  <a:pt x="101" y="152"/>
                </a:lnTo>
                <a:lnTo>
                  <a:pt x="98" y="152"/>
                </a:lnTo>
                <a:lnTo>
                  <a:pt x="95" y="152"/>
                </a:lnTo>
                <a:lnTo>
                  <a:pt x="92" y="152"/>
                </a:lnTo>
                <a:lnTo>
                  <a:pt x="89" y="152"/>
                </a:lnTo>
                <a:lnTo>
                  <a:pt x="86" y="152"/>
                </a:lnTo>
                <a:lnTo>
                  <a:pt x="82" y="151"/>
                </a:lnTo>
                <a:lnTo>
                  <a:pt x="79" y="151"/>
                </a:lnTo>
                <a:lnTo>
                  <a:pt x="76" y="151"/>
                </a:lnTo>
                <a:lnTo>
                  <a:pt x="73" y="150"/>
                </a:lnTo>
                <a:lnTo>
                  <a:pt x="70" y="150"/>
                </a:lnTo>
                <a:lnTo>
                  <a:pt x="68" y="149"/>
                </a:lnTo>
                <a:lnTo>
                  <a:pt x="65" y="148"/>
                </a:lnTo>
                <a:lnTo>
                  <a:pt x="62" y="148"/>
                </a:lnTo>
                <a:lnTo>
                  <a:pt x="59" y="147"/>
                </a:lnTo>
                <a:lnTo>
                  <a:pt x="56" y="146"/>
                </a:lnTo>
                <a:lnTo>
                  <a:pt x="54" y="145"/>
                </a:lnTo>
                <a:lnTo>
                  <a:pt x="51" y="144"/>
                </a:lnTo>
                <a:lnTo>
                  <a:pt x="48" y="143"/>
                </a:lnTo>
                <a:lnTo>
                  <a:pt x="46" y="141"/>
                </a:lnTo>
                <a:lnTo>
                  <a:pt x="43" y="140"/>
                </a:lnTo>
                <a:lnTo>
                  <a:pt x="41" y="139"/>
                </a:lnTo>
                <a:lnTo>
                  <a:pt x="38" y="138"/>
                </a:lnTo>
                <a:lnTo>
                  <a:pt x="36" y="136"/>
                </a:lnTo>
                <a:lnTo>
                  <a:pt x="34" y="135"/>
                </a:lnTo>
                <a:lnTo>
                  <a:pt x="31" y="133"/>
                </a:lnTo>
                <a:lnTo>
                  <a:pt x="29" y="131"/>
                </a:lnTo>
                <a:lnTo>
                  <a:pt x="27" y="130"/>
                </a:lnTo>
                <a:lnTo>
                  <a:pt x="25" y="128"/>
                </a:lnTo>
                <a:lnTo>
                  <a:pt x="23" y="126"/>
                </a:lnTo>
                <a:lnTo>
                  <a:pt x="21" y="125"/>
                </a:lnTo>
                <a:lnTo>
                  <a:pt x="19" y="123"/>
                </a:lnTo>
                <a:lnTo>
                  <a:pt x="18" y="121"/>
                </a:lnTo>
                <a:lnTo>
                  <a:pt x="16" y="119"/>
                </a:lnTo>
                <a:lnTo>
                  <a:pt x="14" y="117"/>
                </a:lnTo>
                <a:lnTo>
                  <a:pt x="13" y="115"/>
                </a:lnTo>
                <a:lnTo>
                  <a:pt x="11" y="113"/>
                </a:lnTo>
                <a:lnTo>
                  <a:pt x="10" y="111"/>
                </a:lnTo>
                <a:lnTo>
                  <a:pt x="9" y="109"/>
                </a:lnTo>
                <a:lnTo>
                  <a:pt x="7" y="106"/>
                </a:lnTo>
                <a:lnTo>
                  <a:pt x="6" y="104"/>
                </a:lnTo>
                <a:lnTo>
                  <a:pt x="5" y="102"/>
                </a:lnTo>
                <a:lnTo>
                  <a:pt x="4" y="100"/>
                </a:lnTo>
                <a:lnTo>
                  <a:pt x="3" y="97"/>
                </a:lnTo>
                <a:lnTo>
                  <a:pt x="3" y="95"/>
                </a:lnTo>
                <a:lnTo>
                  <a:pt x="2" y="93"/>
                </a:lnTo>
                <a:lnTo>
                  <a:pt x="1" y="91"/>
                </a:lnTo>
                <a:lnTo>
                  <a:pt x="1" y="88"/>
                </a:lnTo>
                <a:lnTo>
                  <a:pt x="0" y="86"/>
                </a:lnTo>
                <a:lnTo>
                  <a:pt x="0" y="83"/>
                </a:lnTo>
                <a:lnTo>
                  <a:pt x="0" y="81"/>
                </a:lnTo>
                <a:lnTo>
                  <a:pt x="0" y="79"/>
                </a:lnTo>
                <a:lnTo>
                  <a:pt x="0" y="76"/>
                </a:lnTo>
                <a:lnTo>
                  <a:pt x="0" y="74"/>
                </a:lnTo>
                <a:lnTo>
                  <a:pt x="0" y="72"/>
                </a:lnTo>
                <a:lnTo>
                  <a:pt x="0" y="69"/>
                </a:lnTo>
                <a:lnTo>
                  <a:pt x="0" y="67"/>
                </a:lnTo>
                <a:lnTo>
                  <a:pt x="1" y="65"/>
                </a:lnTo>
                <a:lnTo>
                  <a:pt x="1" y="62"/>
                </a:lnTo>
                <a:lnTo>
                  <a:pt x="2" y="60"/>
                </a:lnTo>
                <a:lnTo>
                  <a:pt x="3" y="58"/>
                </a:lnTo>
                <a:lnTo>
                  <a:pt x="3" y="54"/>
                </a:lnTo>
                <a:lnTo>
                  <a:pt x="4" y="52"/>
                </a:lnTo>
                <a:lnTo>
                  <a:pt x="5" y="50"/>
                </a:lnTo>
                <a:lnTo>
                  <a:pt x="6" y="48"/>
                </a:lnTo>
                <a:lnTo>
                  <a:pt x="7" y="45"/>
                </a:lnTo>
                <a:lnTo>
                  <a:pt x="9" y="43"/>
                </a:lnTo>
                <a:lnTo>
                  <a:pt x="10" y="41"/>
                </a:lnTo>
                <a:lnTo>
                  <a:pt x="11" y="39"/>
                </a:lnTo>
                <a:lnTo>
                  <a:pt x="13" y="37"/>
                </a:lnTo>
                <a:lnTo>
                  <a:pt x="14" y="35"/>
                </a:lnTo>
                <a:lnTo>
                  <a:pt x="16" y="33"/>
                </a:lnTo>
                <a:lnTo>
                  <a:pt x="18" y="31"/>
                </a:lnTo>
                <a:lnTo>
                  <a:pt x="19" y="29"/>
                </a:lnTo>
                <a:lnTo>
                  <a:pt x="21" y="27"/>
                </a:lnTo>
                <a:lnTo>
                  <a:pt x="23" y="25"/>
                </a:lnTo>
                <a:lnTo>
                  <a:pt x="25" y="24"/>
                </a:lnTo>
                <a:lnTo>
                  <a:pt x="27" y="22"/>
                </a:lnTo>
                <a:lnTo>
                  <a:pt x="29" y="20"/>
                </a:lnTo>
                <a:lnTo>
                  <a:pt x="31" y="19"/>
                </a:lnTo>
                <a:lnTo>
                  <a:pt x="34" y="17"/>
                </a:lnTo>
                <a:lnTo>
                  <a:pt x="36" y="16"/>
                </a:lnTo>
                <a:lnTo>
                  <a:pt x="38" y="14"/>
                </a:lnTo>
                <a:lnTo>
                  <a:pt x="41" y="13"/>
                </a:lnTo>
                <a:lnTo>
                  <a:pt x="43" y="12"/>
                </a:lnTo>
                <a:lnTo>
                  <a:pt x="46" y="10"/>
                </a:lnTo>
                <a:lnTo>
                  <a:pt x="48" y="9"/>
                </a:lnTo>
                <a:lnTo>
                  <a:pt x="51" y="8"/>
                </a:lnTo>
                <a:lnTo>
                  <a:pt x="54" y="7"/>
                </a:lnTo>
                <a:lnTo>
                  <a:pt x="56" y="6"/>
                </a:lnTo>
                <a:lnTo>
                  <a:pt x="59" y="5"/>
                </a:lnTo>
                <a:lnTo>
                  <a:pt x="62" y="4"/>
                </a:lnTo>
                <a:lnTo>
                  <a:pt x="65" y="3"/>
                </a:lnTo>
                <a:lnTo>
                  <a:pt x="68" y="3"/>
                </a:lnTo>
                <a:lnTo>
                  <a:pt x="70" y="2"/>
                </a:lnTo>
                <a:lnTo>
                  <a:pt x="73" y="2"/>
                </a:lnTo>
                <a:lnTo>
                  <a:pt x="76" y="1"/>
                </a:lnTo>
                <a:lnTo>
                  <a:pt x="79" y="1"/>
                </a:lnTo>
                <a:lnTo>
                  <a:pt x="82" y="0"/>
                </a:lnTo>
                <a:lnTo>
                  <a:pt x="86" y="0"/>
                </a:lnTo>
                <a:lnTo>
                  <a:pt x="89" y="0"/>
                </a:lnTo>
                <a:lnTo>
                  <a:pt x="92" y="0"/>
                </a:lnTo>
                <a:lnTo>
                  <a:pt x="95" y="0"/>
                </a:lnTo>
                <a:lnTo>
                  <a:pt x="98" y="0"/>
                </a:lnTo>
                <a:lnTo>
                  <a:pt x="101" y="0"/>
                </a:lnTo>
                <a:lnTo>
                  <a:pt x="104" y="0"/>
                </a:lnTo>
                <a:lnTo>
                  <a:pt x="107" y="0"/>
                </a:lnTo>
                <a:lnTo>
                  <a:pt x="110" y="1"/>
                </a:lnTo>
                <a:lnTo>
                  <a:pt x="112" y="1"/>
                </a:lnTo>
                <a:lnTo>
                  <a:pt x="115" y="2"/>
                </a:lnTo>
                <a:lnTo>
                  <a:pt x="118" y="2"/>
                </a:lnTo>
                <a:lnTo>
                  <a:pt x="121" y="3"/>
                </a:lnTo>
                <a:lnTo>
                  <a:pt x="124" y="3"/>
                </a:lnTo>
                <a:lnTo>
                  <a:pt x="127" y="4"/>
                </a:lnTo>
                <a:lnTo>
                  <a:pt x="129" y="5"/>
                </a:lnTo>
                <a:lnTo>
                  <a:pt x="132" y="6"/>
                </a:lnTo>
                <a:lnTo>
                  <a:pt x="135" y="7"/>
                </a:lnTo>
                <a:lnTo>
                  <a:pt x="138" y="8"/>
                </a:lnTo>
                <a:lnTo>
                  <a:pt x="140" y="9"/>
                </a:lnTo>
                <a:lnTo>
                  <a:pt x="143" y="10"/>
                </a:lnTo>
                <a:lnTo>
                  <a:pt x="145" y="12"/>
                </a:lnTo>
                <a:lnTo>
                  <a:pt x="148" y="13"/>
                </a:lnTo>
                <a:lnTo>
                  <a:pt x="150" y="14"/>
                </a:lnTo>
                <a:lnTo>
                  <a:pt x="153" y="16"/>
                </a:lnTo>
                <a:lnTo>
                  <a:pt x="155" y="17"/>
                </a:lnTo>
                <a:lnTo>
                  <a:pt x="157" y="19"/>
                </a:lnTo>
                <a:lnTo>
                  <a:pt x="159" y="20"/>
                </a:lnTo>
                <a:lnTo>
                  <a:pt x="161" y="22"/>
                </a:lnTo>
                <a:lnTo>
                  <a:pt x="163" y="24"/>
                </a:lnTo>
                <a:lnTo>
                  <a:pt x="165" y="25"/>
                </a:lnTo>
                <a:lnTo>
                  <a:pt x="167" y="27"/>
                </a:lnTo>
                <a:lnTo>
                  <a:pt x="169" y="29"/>
                </a:lnTo>
                <a:lnTo>
                  <a:pt x="171" y="31"/>
                </a:lnTo>
                <a:lnTo>
                  <a:pt x="173" y="33"/>
                </a:lnTo>
                <a:lnTo>
                  <a:pt x="174" y="35"/>
                </a:lnTo>
                <a:lnTo>
                  <a:pt x="176" y="37"/>
                </a:lnTo>
                <a:lnTo>
                  <a:pt x="177" y="39"/>
                </a:lnTo>
                <a:lnTo>
                  <a:pt x="179" y="41"/>
                </a:lnTo>
                <a:lnTo>
                  <a:pt x="180" y="43"/>
                </a:lnTo>
                <a:lnTo>
                  <a:pt x="181" y="45"/>
                </a:lnTo>
                <a:lnTo>
                  <a:pt x="182" y="48"/>
                </a:lnTo>
                <a:lnTo>
                  <a:pt x="183" y="50"/>
                </a:lnTo>
                <a:lnTo>
                  <a:pt x="184" y="52"/>
                </a:lnTo>
                <a:lnTo>
                  <a:pt x="185" y="54"/>
                </a:lnTo>
                <a:lnTo>
                  <a:pt x="186" y="58"/>
                </a:lnTo>
                <a:lnTo>
                  <a:pt x="187" y="60"/>
                </a:lnTo>
                <a:lnTo>
                  <a:pt x="187" y="62"/>
                </a:lnTo>
                <a:lnTo>
                  <a:pt x="188" y="65"/>
                </a:lnTo>
                <a:lnTo>
                  <a:pt x="188" y="67"/>
                </a:lnTo>
                <a:lnTo>
                  <a:pt x="189" y="69"/>
                </a:lnTo>
                <a:lnTo>
                  <a:pt x="189" y="72"/>
                </a:lnTo>
                <a:lnTo>
                  <a:pt x="189" y="74"/>
                </a:lnTo>
                <a:lnTo>
                  <a:pt x="189" y="76"/>
                </a:lnTo>
                <a:close/>
              </a:path>
            </a:pathLst>
          </a:custGeom>
          <a:solidFill>
            <a:srgbClr val="fffa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4" name=""/>
          <p:cNvSpPr/>
          <p:nvPr/>
        </p:nvSpPr>
        <p:spPr>
          <a:xfrm>
            <a:off x="4943880" y="1800000"/>
            <a:ext cx="69840" cy="56160"/>
          </a:xfrm>
          <a:custGeom>
            <a:avLst/>
            <a:gdLst/>
            <a:ahLst/>
            <a:rect l="0" t="0" r="r" b="b"/>
            <a:pathLst>
              <a:path w="194" h="156">
                <a:moveTo>
                  <a:pt x="192" y="78"/>
                </a:moveTo>
                <a:lnTo>
                  <a:pt x="192" y="76"/>
                </a:lnTo>
                <a:lnTo>
                  <a:pt x="192" y="74"/>
                </a:lnTo>
                <a:lnTo>
                  <a:pt x="192" y="71"/>
                </a:lnTo>
                <a:lnTo>
                  <a:pt x="191" y="69"/>
                </a:lnTo>
                <a:lnTo>
                  <a:pt x="191" y="67"/>
                </a:lnTo>
                <a:lnTo>
                  <a:pt x="190" y="64"/>
                </a:lnTo>
                <a:lnTo>
                  <a:pt x="190" y="62"/>
                </a:lnTo>
                <a:lnTo>
                  <a:pt x="189" y="60"/>
                </a:lnTo>
                <a:lnTo>
                  <a:pt x="188" y="57"/>
                </a:lnTo>
                <a:lnTo>
                  <a:pt x="187" y="55"/>
                </a:lnTo>
                <a:lnTo>
                  <a:pt x="186" y="53"/>
                </a:lnTo>
                <a:lnTo>
                  <a:pt x="185" y="51"/>
                </a:lnTo>
                <a:lnTo>
                  <a:pt x="184" y="48"/>
                </a:lnTo>
                <a:lnTo>
                  <a:pt x="183" y="46"/>
                </a:lnTo>
                <a:lnTo>
                  <a:pt x="182" y="44"/>
                </a:lnTo>
                <a:lnTo>
                  <a:pt x="180" y="42"/>
                </a:lnTo>
                <a:lnTo>
                  <a:pt x="179" y="40"/>
                </a:lnTo>
                <a:lnTo>
                  <a:pt x="177" y="38"/>
                </a:lnTo>
                <a:lnTo>
                  <a:pt x="176" y="36"/>
                </a:lnTo>
                <a:lnTo>
                  <a:pt x="174" y="34"/>
                </a:lnTo>
                <a:lnTo>
                  <a:pt x="172" y="32"/>
                </a:lnTo>
                <a:lnTo>
                  <a:pt x="170" y="30"/>
                </a:lnTo>
                <a:lnTo>
                  <a:pt x="168" y="28"/>
                </a:lnTo>
                <a:lnTo>
                  <a:pt x="166" y="27"/>
                </a:lnTo>
                <a:lnTo>
                  <a:pt x="164" y="25"/>
                </a:lnTo>
                <a:lnTo>
                  <a:pt x="162" y="23"/>
                </a:lnTo>
                <a:lnTo>
                  <a:pt x="160" y="22"/>
                </a:lnTo>
                <a:lnTo>
                  <a:pt x="158" y="20"/>
                </a:lnTo>
                <a:lnTo>
                  <a:pt x="156" y="19"/>
                </a:lnTo>
                <a:lnTo>
                  <a:pt x="153" y="17"/>
                </a:lnTo>
                <a:lnTo>
                  <a:pt x="151" y="16"/>
                </a:lnTo>
                <a:lnTo>
                  <a:pt x="148" y="15"/>
                </a:lnTo>
                <a:lnTo>
                  <a:pt x="146" y="13"/>
                </a:lnTo>
                <a:lnTo>
                  <a:pt x="143" y="12"/>
                </a:lnTo>
                <a:lnTo>
                  <a:pt x="141" y="11"/>
                </a:lnTo>
                <a:lnTo>
                  <a:pt x="138" y="10"/>
                </a:lnTo>
                <a:lnTo>
                  <a:pt x="135" y="9"/>
                </a:lnTo>
                <a:lnTo>
                  <a:pt x="132" y="8"/>
                </a:lnTo>
                <a:lnTo>
                  <a:pt x="130" y="7"/>
                </a:lnTo>
                <a:lnTo>
                  <a:pt x="127" y="6"/>
                </a:lnTo>
                <a:lnTo>
                  <a:pt x="124" y="6"/>
                </a:lnTo>
                <a:lnTo>
                  <a:pt x="121" y="4"/>
                </a:lnTo>
                <a:lnTo>
                  <a:pt x="118" y="4"/>
                </a:lnTo>
                <a:lnTo>
                  <a:pt x="115" y="3"/>
                </a:lnTo>
                <a:lnTo>
                  <a:pt x="113" y="3"/>
                </a:lnTo>
                <a:lnTo>
                  <a:pt x="110" y="2"/>
                </a:lnTo>
                <a:lnTo>
                  <a:pt x="107" y="2"/>
                </a:lnTo>
                <a:lnTo>
                  <a:pt x="104" y="2"/>
                </a:lnTo>
                <a:lnTo>
                  <a:pt x="101" y="2"/>
                </a:lnTo>
                <a:lnTo>
                  <a:pt x="98" y="2"/>
                </a:lnTo>
                <a:lnTo>
                  <a:pt x="95" y="2"/>
                </a:lnTo>
                <a:lnTo>
                  <a:pt x="92" y="2"/>
                </a:lnTo>
                <a:lnTo>
                  <a:pt x="89" y="2"/>
                </a:lnTo>
                <a:lnTo>
                  <a:pt x="86" y="2"/>
                </a:lnTo>
                <a:lnTo>
                  <a:pt x="83" y="3"/>
                </a:lnTo>
                <a:lnTo>
                  <a:pt x="80" y="3"/>
                </a:lnTo>
                <a:lnTo>
                  <a:pt x="77" y="4"/>
                </a:lnTo>
                <a:lnTo>
                  <a:pt x="74" y="4"/>
                </a:lnTo>
                <a:lnTo>
                  <a:pt x="72" y="6"/>
                </a:lnTo>
                <a:lnTo>
                  <a:pt x="69" y="6"/>
                </a:lnTo>
                <a:lnTo>
                  <a:pt x="65" y="7"/>
                </a:lnTo>
                <a:lnTo>
                  <a:pt x="62" y="8"/>
                </a:lnTo>
                <a:lnTo>
                  <a:pt x="59" y="9"/>
                </a:lnTo>
                <a:lnTo>
                  <a:pt x="57" y="10"/>
                </a:lnTo>
                <a:lnTo>
                  <a:pt x="54" y="11"/>
                </a:lnTo>
                <a:lnTo>
                  <a:pt x="51" y="12"/>
                </a:lnTo>
                <a:lnTo>
                  <a:pt x="49" y="13"/>
                </a:lnTo>
                <a:lnTo>
                  <a:pt x="46" y="15"/>
                </a:lnTo>
                <a:lnTo>
                  <a:pt x="44" y="16"/>
                </a:lnTo>
                <a:lnTo>
                  <a:pt x="41" y="17"/>
                </a:lnTo>
                <a:lnTo>
                  <a:pt x="39" y="19"/>
                </a:lnTo>
                <a:lnTo>
                  <a:pt x="37" y="20"/>
                </a:lnTo>
                <a:lnTo>
                  <a:pt x="34" y="22"/>
                </a:lnTo>
                <a:lnTo>
                  <a:pt x="32" y="23"/>
                </a:lnTo>
                <a:lnTo>
                  <a:pt x="30" y="25"/>
                </a:lnTo>
                <a:lnTo>
                  <a:pt x="28" y="27"/>
                </a:lnTo>
                <a:lnTo>
                  <a:pt x="26" y="28"/>
                </a:lnTo>
                <a:lnTo>
                  <a:pt x="24" y="30"/>
                </a:lnTo>
                <a:lnTo>
                  <a:pt x="22" y="32"/>
                </a:lnTo>
                <a:lnTo>
                  <a:pt x="21" y="34"/>
                </a:lnTo>
                <a:lnTo>
                  <a:pt x="19" y="36"/>
                </a:lnTo>
                <a:lnTo>
                  <a:pt x="17" y="38"/>
                </a:lnTo>
                <a:lnTo>
                  <a:pt x="16" y="40"/>
                </a:lnTo>
                <a:lnTo>
                  <a:pt x="14" y="42"/>
                </a:lnTo>
                <a:lnTo>
                  <a:pt x="13" y="44"/>
                </a:lnTo>
                <a:lnTo>
                  <a:pt x="12" y="46"/>
                </a:lnTo>
                <a:lnTo>
                  <a:pt x="10" y="48"/>
                </a:lnTo>
                <a:lnTo>
                  <a:pt x="9" y="51"/>
                </a:lnTo>
                <a:lnTo>
                  <a:pt x="8" y="53"/>
                </a:lnTo>
                <a:lnTo>
                  <a:pt x="7" y="55"/>
                </a:lnTo>
                <a:lnTo>
                  <a:pt x="6" y="57"/>
                </a:lnTo>
                <a:lnTo>
                  <a:pt x="6" y="60"/>
                </a:lnTo>
                <a:lnTo>
                  <a:pt x="5" y="62"/>
                </a:lnTo>
                <a:lnTo>
                  <a:pt x="4" y="64"/>
                </a:lnTo>
                <a:lnTo>
                  <a:pt x="4" y="67"/>
                </a:lnTo>
                <a:lnTo>
                  <a:pt x="3" y="69"/>
                </a:lnTo>
                <a:lnTo>
                  <a:pt x="3" y="71"/>
                </a:lnTo>
                <a:lnTo>
                  <a:pt x="3" y="74"/>
                </a:lnTo>
                <a:lnTo>
                  <a:pt x="3" y="76"/>
                </a:lnTo>
                <a:lnTo>
                  <a:pt x="3" y="78"/>
                </a:lnTo>
                <a:lnTo>
                  <a:pt x="3" y="81"/>
                </a:lnTo>
                <a:lnTo>
                  <a:pt x="3" y="83"/>
                </a:lnTo>
                <a:lnTo>
                  <a:pt x="3" y="85"/>
                </a:lnTo>
                <a:lnTo>
                  <a:pt x="3" y="88"/>
                </a:lnTo>
                <a:lnTo>
                  <a:pt x="4" y="90"/>
                </a:lnTo>
                <a:lnTo>
                  <a:pt x="4" y="93"/>
                </a:lnTo>
                <a:lnTo>
                  <a:pt x="5" y="95"/>
                </a:lnTo>
                <a:lnTo>
                  <a:pt x="6" y="97"/>
                </a:lnTo>
                <a:lnTo>
                  <a:pt x="6" y="99"/>
                </a:lnTo>
                <a:lnTo>
                  <a:pt x="7" y="102"/>
                </a:lnTo>
                <a:lnTo>
                  <a:pt x="8" y="104"/>
                </a:lnTo>
                <a:lnTo>
                  <a:pt x="9" y="106"/>
                </a:lnTo>
                <a:lnTo>
                  <a:pt x="10" y="108"/>
                </a:lnTo>
                <a:lnTo>
                  <a:pt x="12" y="111"/>
                </a:lnTo>
                <a:lnTo>
                  <a:pt x="13" y="113"/>
                </a:lnTo>
                <a:lnTo>
                  <a:pt x="14" y="115"/>
                </a:lnTo>
                <a:lnTo>
                  <a:pt x="16" y="117"/>
                </a:lnTo>
                <a:lnTo>
                  <a:pt x="17" y="119"/>
                </a:lnTo>
                <a:lnTo>
                  <a:pt x="19" y="121"/>
                </a:lnTo>
                <a:lnTo>
                  <a:pt x="21" y="123"/>
                </a:lnTo>
                <a:lnTo>
                  <a:pt x="22" y="125"/>
                </a:lnTo>
                <a:lnTo>
                  <a:pt x="24" y="127"/>
                </a:lnTo>
                <a:lnTo>
                  <a:pt x="26" y="128"/>
                </a:lnTo>
                <a:lnTo>
                  <a:pt x="28" y="130"/>
                </a:lnTo>
                <a:lnTo>
                  <a:pt x="30" y="132"/>
                </a:lnTo>
                <a:lnTo>
                  <a:pt x="32" y="133"/>
                </a:lnTo>
                <a:lnTo>
                  <a:pt x="34" y="135"/>
                </a:lnTo>
                <a:lnTo>
                  <a:pt x="37" y="137"/>
                </a:lnTo>
                <a:lnTo>
                  <a:pt x="39" y="138"/>
                </a:lnTo>
                <a:lnTo>
                  <a:pt x="41" y="140"/>
                </a:lnTo>
                <a:lnTo>
                  <a:pt x="44" y="141"/>
                </a:lnTo>
                <a:lnTo>
                  <a:pt x="46" y="142"/>
                </a:lnTo>
                <a:lnTo>
                  <a:pt x="49" y="143"/>
                </a:lnTo>
                <a:lnTo>
                  <a:pt x="51" y="145"/>
                </a:lnTo>
                <a:lnTo>
                  <a:pt x="54" y="146"/>
                </a:lnTo>
                <a:lnTo>
                  <a:pt x="57" y="147"/>
                </a:lnTo>
                <a:lnTo>
                  <a:pt x="59" y="148"/>
                </a:lnTo>
                <a:lnTo>
                  <a:pt x="62" y="149"/>
                </a:lnTo>
                <a:lnTo>
                  <a:pt x="65" y="150"/>
                </a:lnTo>
                <a:lnTo>
                  <a:pt x="69" y="150"/>
                </a:lnTo>
                <a:lnTo>
                  <a:pt x="72" y="151"/>
                </a:lnTo>
                <a:lnTo>
                  <a:pt x="74" y="152"/>
                </a:lnTo>
                <a:lnTo>
                  <a:pt x="77" y="152"/>
                </a:lnTo>
                <a:lnTo>
                  <a:pt x="80" y="153"/>
                </a:lnTo>
                <a:lnTo>
                  <a:pt x="83" y="153"/>
                </a:lnTo>
                <a:lnTo>
                  <a:pt x="86" y="153"/>
                </a:lnTo>
                <a:lnTo>
                  <a:pt x="89" y="154"/>
                </a:lnTo>
                <a:lnTo>
                  <a:pt x="92" y="154"/>
                </a:lnTo>
                <a:lnTo>
                  <a:pt x="95" y="154"/>
                </a:lnTo>
                <a:lnTo>
                  <a:pt x="98" y="154"/>
                </a:lnTo>
                <a:lnTo>
                  <a:pt x="101" y="154"/>
                </a:lnTo>
                <a:lnTo>
                  <a:pt x="104" y="154"/>
                </a:lnTo>
                <a:lnTo>
                  <a:pt x="107" y="154"/>
                </a:lnTo>
                <a:lnTo>
                  <a:pt x="110" y="153"/>
                </a:lnTo>
                <a:lnTo>
                  <a:pt x="113" y="153"/>
                </a:lnTo>
                <a:lnTo>
                  <a:pt x="115" y="153"/>
                </a:lnTo>
                <a:lnTo>
                  <a:pt x="118" y="152"/>
                </a:lnTo>
                <a:lnTo>
                  <a:pt x="121" y="152"/>
                </a:lnTo>
                <a:lnTo>
                  <a:pt x="124" y="151"/>
                </a:lnTo>
                <a:lnTo>
                  <a:pt x="127" y="150"/>
                </a:lnTo>
                <a:lnTo>
                  <a:pt x="130" y="150"/>
                </a:lnTo>
                <a:lnTo>
                  <a:pt x="132" y="149"/>
                </a:lnTo>
                <a:lnTo>
                  <a:pt x="135" y="148"/>
                </a:lnTo>
                <a:lnTo>
                  <a:pt x="138" y="147"/>
                </a:lnTo>
                <a:lnTo>
                  <a:pt x="141" y="146"/>
                </a:lnTo>
                <a:lnTo>
                  <a:pt x="143" y="145"/>
                </a:lnTo>
                <a:lnTo>
                  <a:pt x="146" y="143"/>
                </a:lnTo>
                <a:lnTo>
                  <a:pt x="148" y="142"/>
                </a:lnTo>
                <a:lnTo>
                  <a:pt x="151" y="141"/>
                </a:lnTo>
                <a:lnTo>
                  <a:pt x="153" y="140"/>
                </a:lnTo>
                <a:lnTo>
                  <a:pt x="156" y="138"/>
                </a:lnTo>
                <a:lnTo>
                  <a:pt x="158" y="137"/>
                </a:lnTo>
                <a:lnTo>
                  <a:pt x="160" y="135"/>
                </a:lnTo>
                <a:lnTo>
                  <a:pt x="162" y="133"/>
                </a:lnTo>
                <a:lnTo>
                  <a:pt x="164" y="132"/>
                </a:lnTo>
                <a:lnTo>
                  <a:pt x="166" y="130"/>
                </a:lnTo>
                <a:lnTo>
                  <a:pt x="168" y="128"/>
                </a:lnTo>
                <a:lnTo>
                  <a:pt x="170" y="127"/>
                </a:lnTo>
                <a:lnTo>
                  <a:pt x="172" y="125"/>
                </a:lnTo>
                <a:lnTo>
                  <a:pt x="174" y="123"/>
                </a:lnTo>
                <a:lnTo>
                  <a:pt x="176" y="121"/>
                </a:lnTo>
                <a:lnTo>
                  <a:pt x="177" y="119"/>
                </a:lnTo>
                <a:lnTo>
                  <a:pt x="179" y="117"/>
                </a:lnTo>
                <a:lnTo>
                  <a:pt x="180" y="115"/>
                </a:lnTo>
                <a:lnTo>
                  <a:pt x="182" y="113"/>
                </a:lnTo>
                <a:lnTo>
                  <a:pt x="183" y="111"/>
                </a:lnTo>
                <a:lnTo>
                  <a:pt x="184" y="108"/>
                </a:lnTo>
                <a:lnTo>
                  <a:pt x="185" y="106"/>
                </a:lnTo>
                <a:lnTo>
                  <a:pt x="186" y="104"/>
                </a:lnTo>
                <a:lnTo>
                  <a:pt x="187" y="102"/>
                </a:lnTo>
                <a:lnTo>
                  <a:pt x="188" y="99"/>
                </a:lnTo>
                <a:lnTo>
                  <a:pt x="189" y="97"/>
                </a:lnTo>
                <a:lnTo>
                  <a:pt x="190" y="95"/>
                </a:lnTo>
                <a:lnTo>
                  <a:pt x="190" y="93"/>
                </a:lnTo>
                <a:lnTo>
                  <a:pt x="191" y="90"/>
                </a:lnTo>
                <a:lnTo>
                  <a:pt x="191" y="88"/>
                </a:lnTo>
                <a:lnTo>
                  <a:pt x="192" y="85"/>
                </a:lnTo>
                <a:lnTo>
                  <a:pt x="192" y="83"/>
                </a:lnTo>
                <a:lnTo>
                  <a:pt x="192" y="81"/>
                </a:lnTo>
                <a:lnTo>
                  <a:pt x="192" y="78"/>
                </a:lnTo>
                <a:moveTo>
                  <a:pt x="194" y="78"/>
                </a:moveTo>
                <a:lnTo>
                  <a:pt x="194" y="81"/>
                </a:lnTo>
                <a:lnTo>
                  <a:pt x="194" y="83"/>
                </a:lnTo>
                <a:lnTo>
                  <a:pt x="194" y="86"/>
                </a:lnTo>
                <a:lnTo>
                  <a:pt x="194" y="88"/>
                </a:lnTo>
                <a:lnTo>
                  <a:pt x="193" y="90"/>
                </a:lnTo>
                <a:lnTo>
                  <a:pt x="193" y="93"/>
                </a:lnTo>
                <a:lnTo>
                  <a:pt x="192" y="95"/>
                </a:lnTo>
                <a:lnTo>
                  <a:pt x="191" y="98"/>
                </a:lnTo>
                <a:lnTo>
                  <a:pt x="191" y="100"/>
                </a:lnTo>
                <a:lnTo>
                  <a:pt x="190" y="102"/>
                </a:lnTo>
                <a:lnTo>
                  <a:pt x="189" y="105"/>
                </a:lnTo>
                <a:lnTo>
                  <a:pt x="188" y="107"/>
                </a:lnTo>
                <a:lnTo>
                  <a:pt x="186" y="109"/>
                </a:lnTo>
                <a:lnTo>
                  <a:pt x="185" y="111"/>
                </a:lnTo>
                <a:lnTo>
                  <a:pt x="184" y="114"/>
                </a:lnTo>
                <a:lnTo>
                  <a:pt x="182" y="116"/>
                </a:lnTo>
                <a:lnTo>
                  <a:pt x="181" y="118"/>
                </a:lnTo>
                <a:lnTo>
                  <a:pt x="179" y="120"/>
                </a:lnTo>
                <a:lnTo>
                  <a:pt x="178" y="122"/>
                </a:lnTo>
                <a:lnTo>
                  <a:pt x="176" y="124"/>
                </a:lnTo>
                <a:lnTo>
                  <a:pt x="174" y="126"/>
                </a:lnTo>
                <a:lnTo>
                  <a:pt x="172" y="128"/>
                </a:lnTo>
                <a:lnTo>
                  <a:pt x="170" y="130"/>
                </a:lnTo>
                <a:lnTo>
                  <a:pt x="168" y="131"/>
                </a:lnTo>
                <a:lnTo>
                  <a:pt x="166" y="133"/>
                </a:lnTo>
                <a:lnTo>
                  <a:pt x="164" y="135"/>
                </a:lnTo>
                <a:lnTo>
                  <a:pt x="162" y="136"/>
                </a:lnTo>
                <a:lnTo>
                  <a:pt x="159" y="138"/>
                </a:lnTo>
                <a:lnTo>
                  <a:pt x="157" y="140"/>
                </a:lnTo>
                <a:lnTo>
                  <a:pt x="155" y="141"/>
                </a:lnTo>
                <a:lnTo>
                  <a:pt x="152" y="142"/>
                </a:lnTo>
                <a:lnTo>
                  <a:pt x="150" y="144"/>
                </a:lnTo>
                <a:lnTo>
                  <a:pt x="147" y="145"/>
                </a:lnTo>
                <a:lnTo>
                  <a:pt x="144" y="146"/>
                </a:lnTo>
                <a:lnTo>
                  <a:pt x="142" y="147"/>
                </a:lnTo>
                <a:lnTo>
                  <a:pt x="139" y="148"/>
                </a:lnTo>
                <a:lnTo>
                  <a:pt x="136" y="149"/>
                </a:lnTo>
                <a:lnTo>
                  <a:pt x="133" y="150"/>
                </a:lnTo>
                <a:lnTo>
                  <a:pt x="131" y="151"/>
                </a:lnTo>
                <a:lnTo>
                  <a:pt x="128" y="152"/>
                </a:lnTo>
                <a:lnTo>
                  <a:pt x="125" y="153"/>
                </a:lnTo>
                <a:lnTo>
                  <a:pt x="122" y="153"/>
                </a:lnTo>
                <a:lnTo>
                  <a:pt x="119" y="154"/>
                </a:lnTo>
                <a:lnTo>
                  <a:pt x="116" y="154"/>
                </a:lnTo>
                <a:lnTo>
                  <a:pt x="113" y="155"/>
                </a:lnTo>
                <a:lnTo>
                  <a:pt x="110" y="155"/>
                </a:lnTo>
                <a:lnTo>
                  <a:pt x="107" y="155"/>
                </a:lnTo>
                <a:lnTo>
                  <a:pt x="104" y="156"/>
                </a:lnTo>
                <a:lnTo>
                  <a:pt x="101" y="156"/>
                </a:lnTo>
                <a:lnTo>
                  <a:pt x="98" y="156"/>
                </a:lnTo>
                <a:lnTo>
                  <a:pt x="95" y="156"/>
                </a:lnTo>
                <a:lnTo>
                  <a:pt x="92" y="156"/>
                </a:lnTo>
                <a:lnTo>
                  <a:pt x="89" y="155"/>
                </a:lnTo>
                <a:lnTo>
                  <a:pt x="86" y="155"/>
                </a:lnTo>
                <a:lnTo>
                  <a:pt x="83" y="155"/>
                </a:lnTo>
                <a:lnTo>
                  <a:pt x="80" y="154"/>
                </a:lnTo>
                <a:lnTo>
                  <a:pt x="77" y="154"/>
                </a:lnTo>
                <a:lnTo>
                  <a:pt x="74" y="153"/>
                </a:lnTo>
                <a:lnTo>
                  <a:pt x="71" y="153"/>
                </a:lnTo>
                <a:lnTo>
                  <a:pt x="68" y="152"/>
                </a:lnTo>
                <a:lnTo>
                  <a:pt x="64" y="151"/>
                </a:lnTo>
                <a:lnTo>
                  <a:pt x="61" y="150"/>
                </a:lnTo>
                <a:lnTo>
                  <a:pt x="58" y="149"/>
                </a:lnTo>
                <a:lnTo>
                  <a:pt x="56" y="148"/>
                </a:lnTo>
                <a:lnTo>
                  <a:pt x="53" y="147"/>
                </a:lnTo>
                <a:lnTo>
                  <a:pt x="50" y="146"/>
                </a:lnTo>
                <a:lnTo>
                  <a:pt x="48" y="145"/>
                </a:lnTo>
                <a:lnTo>
                  <a:pt x="45" y="144"/>
                </a:lnTo>
                <a:lnTo>
                  <a:pt x="43" y="142"/>
                </a:lnTo>
                <a:lnTo>
                  <a:pt x="40" y="141"/>
                </a:lnTo>
                <a:lnTo>
                  <a:pt x="38" y="140"/>
                </a:lnTo>
                <a:lnTo>
                  <a:pt x="35" y="138"/>
                </a:lnTo>
                <a:lnTo>
                  <a:pt x="33" y="136"/>
                </a:lnTo>
                <a:lnTo>
                  <a:pt x="31" y="135"/>
                </a:lnTo>
                <a:lnTo>
                  <a:pt x="29" y="133"/>
                </a:lnTo>
                <a:lnTo>
                  <a:pt x="26" y="131"/>
                </a:lnTo>
                <a:lnTo>
                  <a:pt x="24" y="130"/>
                </a:lnTo>
                <a:lnTo>
                  <a:pt x="22" y="128"/>
                </a:lnTo>
                <a:lnTo>
                  <a:pt x="21" y="126"/>
                </a:lnTo>
                <a:lnTo>
                  <a:pt x="19" y="124"/>
                </a:lnTo>
                <a:lnTo>
                  <a:pt x="17" y="122"/>
                </a:lnTo>
                <a:lnTo>
                  <a:pt x="15" y="120"/>
                </a:lnTo>
                <a:lnTo>
                  <a:pt x="14" y="118"/>
                </a:lnTo>
                <a:lnTo>
                  <a:pt x="12" y="116"/>
                </a:lnTo>
                <a:lnTo>
                  <a:pt x="11" y="114"/>
                </a:lnTo>
                <a:lnTo>
                  <a:pt x="9" y="111"/>
                </a:lnTo>
                <a:lnTo>
                  <a:pt x="8" y="109"/>
                </a:lnTo>
                <a:lnTo>
                  <a:pt x="7" y="107"/>
                </a:lnTo>
                <a:lnTo>
                  <a:pt x="6" y="105"/>
                </a:lnTo>
                <a:lnTo>
                  <a:pt x="5" y="102"/>
                </a:lnTo>
                <a:lnTo>
                  <a:pt x="4" y="100"/>
                </a:lnTo>
                <a:lnTo>
                  <a:pt x="3" y="98"/>
                </a:lnTo>
                <a:lnTo>
                  <a:pt x="3" y="95"/>
                </a:lnTo>
                <a:lnTo>
                  <a:pt x="2" y="93"/>
                </a:lnTo>
                <a:lnTo>
                  <a:pt x="1" y="90"/>
                </a:lnTo>
                <a:lnTo>
                  <a:pt x="1" y="88"/>
                </a:lnTo>
                <a:lnTo>
                  <a:pt x="1" y="86"/>
                </a:lnTo>
                <a:lnTo>
                  <a:pt x="0" y="83"/>
                </a:lnTo>
                <a:lnTo>
                  <a:pt x="0" y="81"/>
                </a:lnTo>
                <a:lnTo>
                  <a:pt x="0" y="78"/>
                </a:lnTo>
                <a:lnTo>
                  <a:pt x="0" y="76"/>
                </a:lnTo>
                <a:lnTo>
                  <a:pt x="0" y="74"/>
                </a:lnTo>
                <a:lnTo>
                  <a:pt x="1" y="71"/>
                </a:lnTo>
                <a:lnTo>
                  <a:pt x="1" y="69"/>
                </a:lnTo>
                <a:lnTo>
                  <a:pt x="1" y="66"/>
                </a:lnTo>
                <a:lnTo>
                  <a:pt x="2" y="64"/>
                </a:lnTo>
                <a:lnTo>
                  <a:pt x="3" y="61"/>
                </a:lnTo>
                <a:lnTo>
                  <a:pt x="3" y="59"/>
                </a:lnTo>
                <a:lnTo>
                  <a:pt x="4" y="57"/>
                </a:lnTo>
                <a:lnTo>
                  <a:pt x="5" y="54"/>
                </a:lnTo>
                <a:lnTo>
                  <a:pt x="6" y="52"/>
                </a:lnTo>
                <a:lnTo>
                  <a:pt x="7" y="50"/>
                </a:lnTo>
                <a:lnTo>
                  <a:pt x="8" y="48"/>
                </a:lnTo>
                <a:lnTo>
                  <a:pt x="9" y="45"/>
                </a:lnTo>
                <a:lnTo>
                  <a:pt x="11" y="43"/>
                </a:lnTo>
                <a:lnTo>
                  <a:pt x="12" y="41"/>
                </a:lnTo>
                <a:lnTo>
                  <a:pt x="14" y="39"/>
                </a:lnTo>
                <a:lnTo>
                  <a:pt x="15" y="37"/>
                </a:lnTo>
                <a:lnTo>
                  <a:pt x="17" y="35"/>
                </a:lnTo>
                <a:lnTo>
                  <a:pt x="19" y="33"/>
                </a:lnTo>
                <a:lnTo>
                  <a:pt x="21" y="31"/>
                </a:lnTo>
                <a:lnTo>
                  <a:pt x="22" y="29"/>
                </a:lnTo>
                <a:lnTo>
                  <a:pt x="24" y="27"/>
                </a:lnTo>
                <a:lnTo>
                  <a:pt x="26" y="25"/>
                </a:lnTo>
                <a:lnTo>
                  <a:pt x="29" y="24"/>
                </a:lnTo>
                <a:lnTo>
                  <a:pt x="31" y="22"/>
                </a:lnTo>
                <a:lnTo>
                  <a:pt x="33" y="20"/>
                </a:lnTo>
                <a:lnTo>
                  <a:pt x="35" y="19"/>
                </a:lnTo>
                <a:lnTo>
                  <a:pt x="38" y="17"/>
                </a:lnTo>
                <a:lnTo>
                  <a:pt x="40" y="16"/>
                </a:lnTo>
                <a:lnTo>
                  <a:pt x="43" y="14"/>
                </a:lnTo>
                <a:lnTo>
                  <a:pt x="45" y="13"/>
                </a:lnTo>
                <a:lnTo>
                  <a:pt x="48" y="12"/>
                </a:lnTo>
                <a:lnTo>
                  <a:pt x="50" y="11"/>
                </a:lnTo>
                <a:lnTo>
                  <a:pt x="53" y="9"/>
                </a:lnTo>
                <a:lnTo>
                  <a:pt x="56" y="8"/>
                </a:lnTo>
                <a:lnTo>
                  <a:pt x="58" y="7"/>
                </a:lnTo>
                <a:lnTo>
                  <a:pt x="61" y="6"/>
                </a:lnTo>
                <a:lnTo>
                  <a:pt x="64" y="6"/>
                </a:lnTo>
                <a:lnTo>
                  <a:pt x="68" y="4"/>
                </a:lnTo>
                <a:lnTo>
                  <a:pt x="71" y="3"/>
                </a:lnTo>
                <a:lnTo>
                  <a:pt x="74" y="2"/>
                </a:lnTo>
                <a:lnTo>
                  <a:pt x="77" y="2"/>
                </a:lnTo>
                <a:lnTo>
                  <a:pt x="80" y="1"/>
                </a:lnTo>
                <a:lnTo>
                  <a:pt x="83" y="1"/>
                </a:lnTo>
                <a:lnTo>
                  <a:pt x="86" y="1"/>
                </a:lnTo>
                <a:lnTo>
                  <a:pt x="89" y="0"/>
                </a:lnTo>
                <a:lnTo>
                  <a:pt x="92" y="0"/>
                </a:lnTo>
                <a:lnTo>
                  <a:pt x="95" y="0"/>
                </a:lnTo>
                <a:lnTo>
                  <a:pt x="98" y="0"/>
                </a:lnTo>
                <a:lnTo>
                  <a:pt x="101" y="0"/>
                </a:lnTo>
                <a:lnTo>
                  <a:pt x="104" y="0"/>
                </a:lnTo>
                <a:lnTo>
                  <a:pt x="107" y="0"/>
                </a:lnTo>
                <a:lnTo>
                  <a:pt x="110" y="1"/>
                </a:lnTo>
                <a:lnTo>
                  <a:pt x="113" y="1"/>
                </a:lnTo>
                <a:lnTo>
                  <a:pt x="116" y="1"/>
                </a:lnTo>
                <a:lnTo>
                  <a:pt x="119" y="2"/>
                </a:lnTo>
                <a:lnTo>
                  <a:pt x="122" y="2"/>
                </a:lnTo>
                <a:lnTo>
                  <a:pt x="125" y="3"/>
                </a:lnTo>
                <a:lnTo>
                  <a:pt x="128" y="4"/>
                </a:lnTo>
                <a:lnTo>
                  <a:pt x="131" y="6"/>
                </a:lnTo>
                <a:lnTo>
                  <a:pt x="133" y="6"/>
                </a:lnTo>
                <a:lnTo>
                  <a:pt x="136" y="7"/>
                </a:lnTo>
                <a:lnTo>
                  <a:pt x="139" y="8"/>
                </a:lnTo>
                <a:lnTo>
                  <a:pt x="142" y="9"/>
                </a:lnTo>
                <a:lnTo>
                  <a:pt x="144" y="11"/>
                </a:lnTo>
                <a:lnTo>
                  <a:pt x="147" y="12"/>
                </a:lnTo>
                <a:lnTo>
                  <a:pt x="150" y="13"/>
                </a:lnTo>
                <a:lnTo>
                  <a:pt x="152" y="14"/>
                </a:lnTo>
                <a:lnTo>
                  <a:pt x="155" y="16"/>
                </a:lnTo>
                <a:lnTo>
                  <a:pt x="157" y="17"/>
                </a:lnTo>
                <a:lnTo>
                  <a:pt x="159" y="19"/>
                </a:lnTo>
                <a:lnTo>
                  <a:pt x="162" y="20"/>
                </a:lnTo>
                <a:lnTo>
                  <a:pt x="164" y="22"/>
                </a:lnTo>
                <a:lnTo>
                  <a:pt x="166" y="24"/>
                </a:lnTo>
                <a:lnTo>
                  <a:pt x="168" y="25"/>
                </a:lnTo>
                <a:lnTo>
                  <a:pt x="170" y="27"/>
                </a:lnTo>
                <a:lnTo>
                  <a:pt x="172" y="29"/>
                </a:lnTo>
                <a:lnTo>
                  <a:pt x="174" y="31"/>
                </a:lnTo>
                <a:lnTo>
                  <a:pt x="176" y="33"/>
                </a:lnTo>
                <a:lnTo>
                  <a:pt x="178" y="35"/>
                </a:lnTo>
                <a:lnTo>
                  <a:pt x="179" y="37"/>
                </a:lnTo>
                <a:lnTo>
                  <a:pt x="181" y="39"/>
                </a:lnTo>
                <a:lnTo>
                  <a:pt x="182" y="41"/>
                </a:lnTo>
                <a:lnTo>
                  <a:pt x="184" y="43"/>
                </a:lnTo>
                <a:lnTo>
                  <a:pt x="185" y="45"/>
                </a:lnTo>
                <a:lnTo>
                  <a:pt x="186" y="48"/>
                </a:lnTo>
                <a:lnTo>
                  <a:pt x="188" y="50"/>
                </a:lnTo>
                <a:lnTo>
                  <a:pt x="189" y="52"/>
                </a:lnTo>
                <a:lnTo>
                  <a:pt x="190" y="54"/>
                </a:lnTo>
                <a:lnTo>
                  <a:pt x="191" y="57"/>
                </a:lnTo>
                <a:lnTo>
                  <a:pt x="191" y="59"/>
                </a:lnTo>
                <a:lnTo>
                  <a:pt x="192" y="61"/>
                </a:lnTo>
                <a:lnTo>
                  <a:pt x="193" y="64"/>
                </a:lnTo>
                <a:lnTo>
                  <a:pt x="193" y="66"/>
                </a:lnTo>
                <a:lnTo>
                  <a:pt x="194" y="69"/>
                </a:lnTo>
                <a:lnTo>
                  <a:pt x="194" y="71"/>
                </a:lnTo>
                <a:lnTo>
                  <a:pt x="194" y="74"/>
                </a:lnTo>
                <a:lnTo>
                  <a:pt x="194" y="76"/>
                </a:lnTo>
                <a:lnTo>
                  <a:pt x="194" y="78"/>
                </a:lnTo>
                <a:close/>
              </a:path>
            </a:pathLst>
          </a:custGeom>
          <a:solidFill>
            <a:srgbClr val="fffa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5" name=""/>
          <p:cNvSpPr/>
          <p:nvPr/>
        </p:nvSpPr>
        <p:spPr>
          <a:xfrm>
            <a:off x="4943160" y="1799280"/>
            <a:ext cx="71640" cy="57600"/>
          </a:xfrm>
          <a:custGeom>
            <a:avLst/>
            <a:gdLst/>
            <a:ahLst/>
            <a:rect l="0" t="0" r="r" b="b"/>
            <a:pathLst>
              <a:path w="199" h="160">
                <a:moveTo>
                  <a:pt x="196" y="79"/>
                </a:moveTo>
                <a:lnTo>
                  <a:pt x="196" y="77"/>
                </a:lnTo>
                <a:lnTo>
                  <a:pt x="196" y="75"/>
                </a:lnTo>
                <a:lnTo>
                  <a:pt x="196" y="72"/>
                </a:lnTo>
                <a:lnTo>
                  <a:pt x="196" y="70"/>
                </a:lnTo>
                <a:lnTo>
                  <a:pt x="195" y="67"/>
                </a:lnTo>
                <a:lnTo>
                  <a:pt x="195" y="65"/>
                </a:lnTo>
                <a:lnTo>
                  <a:pt x="194" y="62"/>
                </a:lnTo>
                <a:lnTo>
                  <a:pt x="193" y="60"/>
                </a:lnTo>
                <a:lnTo>
                  <a:pt x="193" y="58"/>
                </a:lnTo>
                <a:lnTo>
                  <a:pt x="192" y="55"/>
                </a:lnTo>
                <a:lnTo>
                  <a:pt x="191" y="53"/>
                </a:lnTo>
                <a:lnTo>
                  <a:pt x="190" y="51"/>
                </a:lnTo>
                <a:lnTo>
                  <a:pt x="188" y="49"/>
                </a:lnTo>
                <a:lnTo>
                  <a:pt x="187" y="46"/>
                </a:lnTo>
                <a:lnTo>
                  <a:pt x="186" y="44"/>
                </a:lnTo>
                <a:lnTo>
                  <a:pt x="184" y="42"/>
                </a:lnTo>
                <a:lnTo>
                  <a:pt x="183" y="40"/>
                </a:lnTo>
                <a:lnTo>
                  <a:pt x="181" y="38"/>
                </a:lnTo>
                <a:lnTo>
                  <a:pt x="180" y="36"/>
                </a:lnTo>
                <a:lnTo>
                  <a:pt x="178" y="34"/>
                </a:lnTo>
                <a:lnTo>
                  <a:pt x="176" y="32"/>
                </a:lnTo>
                <a:lnTo>
                  <a:pt x="174" y="30"/>
                </a:lnTo>
                <a:lnTo>
                  <a:pt x="172" y="28"/>
                </a:lnTo>
                <a:lnTo>
                  <a:pt x="170" y="26"/>
                </a:lnTo>
                <a:lnTo>
                  <a:pt x="168" y="25"/>
                </a:lnTo>
                <a:lnTo>
                  <a:pt x="166" y="23"/>
                </a:lnTo>
                <a:lnTo>
                  <a:pt x="164" y="21"/>
                </a:lnTo>
                <a:lnTo>
                  <a:pt x="161" y="20"/>
                </a:lnTo>
                <a:lnTo>
                  <a:pt x="159" y="18"/>
                </a:lnTo>
                <a:lnTo>
                  <a:pt x="156" y="17"/>
                </a:lnTo>
                <a:lnTo>
                  <a:pt x="153" y="15"/>
                </a:lnTo>
                <a:lnTo>
                  <a:pt x="151" y="14"/>
                </a:lnTo>
                <a:lnTo>
                  <a:pt x="148" y="13"/>
                </a:lnTo>
                <a:lnTo>
                  <a:pt x="145" y="12"/>
                </a:lnTo>
                <a:lnTo>
                  <a:pt x="143" y="10"/>
                </a:lnTo>
                <a:lnTo>
                  <a:pt x="140" y="9"/>
                </a:lnTo>
                <a:lnTo>
                  <a:pt x="137" y="8"/>
                </a:lnTo>
                <a:lnTo>
                  <a:pt x="134" y="7"/>
                </a:lnTo>
                <a:lnTo>
                  <a:pt x="132" y="7"/>
                </a:lnTo>
                <a:lnTo>
                  <a:pt x="129" y="6"/>
                </a:lnTo>
                <a:lnTo>
                  <a:pt x="126" y="5"/>
                </a:lnTo>
                <a:lnTo>
                  <a:pt x="123" y="4"/>
                </a:lnTo>
                <a:lnTo>
                  <a:pt x="120" y="4"/>
                </a:lnTo>
                <a:lnTo>
                  <a:pt x="117" y="3"/>
                </a:lnTo>
                <a:lnTo>
                  <a:pt x="114" y="3"/>
                </a:lnTo>
                <a:lnTo>
                  <a:pt x="111" y="3"/>
                </a:lnTo>
                <a:lnTo>
                  <a:pt x="108" y="2"/>
                </a:lnTo>
                <a:lnTo>
                  <a:pt x="105" y="2"/>
                </a:lnTo>
                <a:lnTo>
                  <a:pt x="102" y="2"/>
                </a:lnTo>
                <a:lnTo>
                  <a:pt x="99" y="2"/>
                </a:lnTo>
                <a:lnTo>
                  <a:pt x="96" y="2"/>
                </a:lnTo>
                <a:lnTo>
                  <a:pt x="93" y="2"/>
                </a:lnTo>
                <a:lnTo>
                  <a:pt x="90" y="2"/>
                </a:lnTo>
                <a:lnTo>
                  <a:pt x="87" y="3"/>
                </a:lnTo>
                <a:lnTo>
                  <a:pt x="84" y="3"/>
                </a:lnTo>
                <a:lnTo>
                  <a:pt x="81" y="3"/>
                </a:lnTo>
                <a:lnTo>
                  <a:pt x="78" y="4"/>
                </a:lnTo>
                <a:lnTo>
                  <a:pt x="75" y="4"/>
                </a:lnTo>
                <a:lnTo>
                  <a:pt x="72" y="5"/>
                </a:lnTo>
                <a:lnTo>
                  <a:pt x="69" y="6"/>
                </a:lnTo>
                <a:lnTo>
                  <a:pt x="66" y="7"/>
                </a:lnTo>
                <a:lnTo>
                  <a:pt x="63" y="7"/>
                </a:lnTo>
                <a:lnTo>
                  <a:pt x="60" y="8"/>
                </a:lnTo>
                <a:lnTo>
                  <a:pt x="58" y="9"/>
                </a:lnTo>
                <a:lnTo>
                  <a:pt x="55" y="10"/>
                </a:lnTo>
                <a:lnTo>
                  <a:pt x="52" y="12"/>
                </a:lnTo>
                <a:lnTo>
                  <a:pt x="50" y="13"/>
                </a:lnTo>
                <a:lnTo>
                  <a:pt x="47" y="14"/>
                </a:lnTo>
                <a:lnTo>
                  <a:pt x="45" y="15"/>
                </a:lnTo>
                <a:lnTo>
                  <a:pt x="42" y="17"/>
                </a:lnTo>
                <a:lnTo>
                  <a:pt x="40" y="18"/>
                </a:lnTo>
                <a:lnTo>
                  <a:pt x="37" y="20"/>
                </a:lnTo>
                <a:lnTo>
                  <a:pt x="35" y="21"/>
                </a:lnTo>
                <a:lnTo>
                  <a:pt x="33" y="23"/>
                </a:lnTo>
                <a:lnTo>
                  <a:pt x="31" y="25"/>
                </a:lnTo>
                <a:lnTo>
                  <a:pt x="28" y="26"/>
                </a:lnTo>
                <a:lnTo>
                  <a:pt x="26" y="28"/>
                </a:lnTo>
                <a:lnTo>
                  <a:pt x="24" y="30"/>
                </a:lnTo>
                <a:lnTo>
                  <a:pt x="23" y="32"/>
                </a:lnTo>
                <a:lnTo>
                  <a:pt x="21" y="34"/>
                </a:lnTo>
                <a:lnTo>
                  <a:pt x="19" y="36"/>
                </a:lnTo>
                <a:lnTo>
                  <a:pt x="17" y="38"/>
                </a:lnTo>
                <a:lnTo>
                  <a:pt x="16" y="40"/>
                </a:lnTo>
                <a:lnTo>
                  <a:pt x="14" y="42"/>
                </a:lnTo>
                <a:lnTo>
                  <a:pt x="13" y="44"/>
                </a:lnTo>
                <a:lnTo>
                  <a:pt x="11" y="46"/>
                </a:lnTo>
                <a:lnTo>
                  <a:pt x="10" y="49"/>
                </a:lnTo>
                <a:lnTo>
                  <a:pt x="9" y="51"/>
                </a:lnTo>
                <a:lnTo>
                  <a:pt x="8" y="53"/>
                </a:lnTo>
                <a:lnTo>
                  <a:pt x="7" y="55"/>
                </a:lnTo>
                <a:lnTo>
                  <a:pt x="6" y="58"/>
                </a:lnTo>
                <a:lnTo>
                  <a:pt x="5" y="60"/>
                </a:lnTo>
                <a:lnTo>
                  <a:pt x="5" y="62"/>
                </a:lnTo>
                <a:lnTo>
                  <a:pt x="4" y="65"/>
                </a:lnTo>
                <a:lnTo>
                  <a:pt x="3" y="67"/>
                </a:lnTo>
                <a:lnTo>
                  <a:pt x="3" y="70"/>
                </a:lnTo>
                <a:lnTo>
                  <a:pt x="3" y="72"/>
                </a:lnTo>
                <a:lnTo>
                  <a:pt x="2" y="75"/>
                </a:lnTo>
                <a:lnTo>
                  <a:pt x="2" y="77"/>
                </a:lnTo>
                <a:lnTo>
                  <a:pt x="2" y="79"/>
                </a:lnTo>
                <a:lnTo>
                  <a:pt x="2" y="82"/>
                </a:lnTo>
                <a:lnTo>
                  <a:pt x="2" y="84"/>
                </a:lnTo>
                <a:lnTo>
                  <a:pt x="3" y="87"/>
                </a:lnTo>
                <a:lnTo>
                  <a:pt x="3" y="89"/>
                </a:lnTo>
                <a:lnTo>
                  <a:pt x="3" y="91"/>
                </a:lnTo>
                <a:lnTo>
                  <a:pt x="4" y="94"/>
                </a:lnTo>
                <a:lnTo>
                  <a:pt x="5" y="96"/>
                </a:lnTo>
                <a:lnTo>
                  <a:pt x="5" y="99"/>
                </a:lnTo>
                <a:lnTo>
                  <a:pt x="6" y="101"/>
                </a:lnTo>
                <a:lnTo>
                  <a:pt x="7" y="103"/>
                </a:lnTo>
                <a:lnTo>
                  <a:pt x="8" y="106"/>
                </a:lnTo>
                <a:lnTo>
                  <a:pt x="9" y="108"/>
                </a:lnTo>
                <a:lnTo>
                  <a:pt x="10" y="110"/>
                </a:lnTo>
                <a:lnTo>
                  <a:pt x="11" y="112"/>
                </a:lnTo>
                <a:lnTo>
                  <a:pt x="13" y="115"/>
                </a:lnTo>
                <a:lnTo>
                  <a:pt x="14" y="117"/>
                </a:lnTo>
                <a:lnTo>
                  <a:pt x="16" y="119"/>
                </a:lnTo>
                <a:lnTo>
                  <a:pt x="17" y="121"/>
                </a:lnTo>
                <a:lnTo>
                  <a:pt x="19" y="123"/>
                </a:lnTo>
                <a:lnTo>
                  <a:pt x="21" y="125"/>
                </a:lnTo>
                <a:lnTo>
                  <a:pt x="23" y="127"/>
                </a:lnTo>
                <a:lnTo>
                  <a:pt x="24" y="129"/>
                </a:lnTo>
                <a:lnTo>
                  <a:pt x="26" y="131"/>
                </a:lnTo>
                <a:lnTo>
                  <a:pt x="28" y="132"/>
                </a:lnTo>
                <a:lnTo>
                  <a:pt x="31" y="134"/>
                </a:lnTo>
                <a:lnTo>
                  <a:pt x="33" y="136"/>
                </a:lnTo>
                <a:lnTo>
                  <a:pt x="35" y="138"/>
                </a:lnTo>
                <a:lnTo>
                  <a:pt x="37" y="140"/>
                </a:lnTo>
                <a:lnTo>
                  <a:pt x="40" y="142"/>
                </a:lnTo>
                <a:lnTo>
                  <a:pt x="42" y="143"/>
                </a:lnTo>
                <a:lnTo>
                  <a:pt x="45" y="144"/>
                </a:lnTo>
                <a:lnTo>
                  <a:pt x="47" y="146"/>
                </a:lnTo>
                <a:lnTo>
                  <a:pt x="50" y="147"/>
                </a:lnTo>
                <a:lnTo>
                  <a:pt x="52" y="148"/>
                </a:lnTo>
                <a:lnTo>
                  <a:pt x="55" y="149"/>
                </a:lnTo>
                <a:lnTo>
                  <a:pt x="58" y="150"/>
                </a:lnTo>
                <a:lnTo>
                  <a:pt x="60" y="151"/>
                </a:lnTo>
                <a:lnTo>
                  <a:pt x="63" y="152"/>
                </a:lnTo>
                <a:lnTo>
                  <a:pt x="66" y="153"/>
                </a:lnTo>
                <a:lnTo>
                  <a:pt x="69" y="154"/>
                </a:lnTo>
                <a:lnTo>
                  <a:pt x="72" y="155"/>
                </a:lnTo>
                <a:lnTo>
                  <a:pt x="75" y="155"/>
                </a:lnTo>
                <a:lnTo>
                  <a:pt x="78" y="156"/>
                </a:lnTo>
                <a:lnTo>
                  <a:pt x="81" y="156"/>
                </a:lnTo>
                <a:lnTo>
                  <a:pt x="84" y="157"/>
                </a:lnTo>
                <a:lnTo>
                  <a:pt x="87" y="157"/>
                </a:lnTo>
                <a:lnTo>
                  <a:pt x="90" y="157"/>
                </a:lnTo>
                <a:lnTo>
                  <a:pt x="93" y="158"/>
                </a:lnTo>
                <a:lnTo>
                  <a:pt x="96" y="158"/>
                </a:lnTo>
                <a:lnTo>
                  <a:pt x="99" y="158"/>
                </a:lnTo>
                <a:lnTo>
                  <a:pt x="102" y="158"/>
                </a:lnTo>
                <a:lnTo>
                  <a:pt x="105" y="158"/>
                </a:lnTo>
                <a:lnTo>
                  <a:pt x="108" y="157"/>
                </a:lnTo>
                <a:lnTo>
                  <a:pt x="111" y="157"/>
                </a:lnTo>
                <a:lnTo>
                  <a:pt x="114" y="157"/>
                </a:lnTo>
                <a:lnTo>
                  <a:pt x="117" y="156"/>
                </a:lnTo>
                <a:lnTo>
                  <a:pt x="120" y="156"/>
                </a:lnTo>
                <a:lnTo>
                  <a:pt x="123" y="155"/>
                </a:lnTo>
                <a:lnTo>
                  <a:pt x="126" y="155"/>
                </a:lnTo>
                <a:lnTo>
                  <a:pt x="129" y="154"/>
                </a:lnTo>
                <a:lnTo>
                  <a:pt x="132" y="153"/>
                </a:lnTo>
                <a:lnTo>
                  <a:pt x="134" y="152"/>
                </a:lnTo>
                <a:lnTo>
                  <a:pt x="137" y="151"/>
                </a:lnTo>
                <a:lnTo>
                  <a:pt x="140" y="150"/>
                </a:lnTo>
                <a:lnTo>
                  <a:pt x="143" y="149"/>
                </a:lnTo>
                <a:lnTo>
                  <a:pt x="145" y="148"/>
                </a:lnTo>
                <a:lnTo>
                  <a:pt x="148" y="147"/>
                </a:lnTo>
                <a:lnTo>
                  <a:pt x="151" y="146"/>
                </a:lnTo>
                <a:lnTo>
                  <a:pt x="153" y="144"/>
                </a:lnTo>
                <a:lnTo>
                  <a:pt x="156" y="143"/>
                </a:lnTo>
                <a:lnTo>
                  <a:pt x="159" y="142"/>
                </a:lnTo>
                <a:lnTo>
                  <a:pt x="161" y="140"/>
                </a:lnTo>
                <a:lnTo>
                  <a:pt x="164" y="138"/>
                </a:lnTo>
                <a:lnTo>
                  <a:pt x="166" y="136"/>
                </a:lnTo>
                <a:lnTo>
                  <a:pt x="168" y="134"/>
                </a:lnTo>
                <a:lnTo>
                  <a:pt x="170" y="132"/>
                </a:lnTo>
                <a:lnTo>
                  <a:pt x="172" y="131"/>
                </a:lnTo>
                <a:lnTo>
                  <a:pt x="174" y="129"/>
                </a:lnTo>
                <a:lnTo>
                  <a:pt x="176" y="127"/>
                </a:lnTo>
                <a:lnTo>
                  <a:pt x="178" y="125"/>
                </a:lnTo>
                <a:lnTo>
                  <a:pt x="180" y="123"/>
                </a:lnTo>
                <a:lnTo>
                  <a:pt x="181" y="121"/>
                </a:lnTo>
                <a:lnTo>
                  <a:pt x="183" y="119"/>
                </a:lnTo>
                <a:lnTo>
                  <a:pt x="184" y="117"/>
                </a:lnTo>
                <a:lnTo>
                  <a:pt x="186" y="115"/>
                </a:lnTo>
                <a:lnTo>
                  <a:pt x="187" y="112"/>
                </a:lnTo>
                <a:lnTo>
                  <a:pt x="188" y="110"/>
                </a:lnTo>
                <a:lnTo>
                  <a:pt x="190" y="108"/>
                </a:lnTo>
                <a:lnTo>
                  <a:pt x="191" y="106"/>
                </a:lnTo>
                <a:lnTo>
                  <a:pt x="192" y="103"/>
                </a:lnTo>
                <a:lnTo>
                  <a:pt x="193" y="101"/>
                </a:lnTo>
                <a:lnTo>
                  <a:pt x="193" y="99"/>
                </a:lnTo>
                <a:lnTo>
                  <a:pt x="194" y="96"/>
                </a:lnTo>
                <a:lnTo>
                  <a:pt x="195" y="94"/>
                </a:lnTo>
                <a:lnTo>
                  <a:pt x="195" y="91"/>
                </a:lnTo>
                <a:lnTo>
                  <a:pt x="196" y="89"/>
                </a:lnTo>
                <a:lnTo>
                  <a:pt x="196" y="87"/>
                </a:lnTo>
                <a:lnTo>
                  <a:pt x="196" y="84"/>
                </a:lnTo>
                <a:lnTo>
                  <a:pt x="196" y="82"/>
                </a:lnTo>
                <a:lnTo>
                  <a:pt x="196" y="79"/>
                </a:lnTo>
                <a:moveTo>
                  <a:pt x="199" y="79"/>
                </a:moveTo>
                <a:lnTo>
                  <a:pt x="199" y="82"/>
                </a:lnTo>
                <a:lnTo>
                  <a:pt x="198" y="84"/>
                </a:lnTo>
                <a:lnTo>
                  <a:pt x="198" y="87"/>
                </a:lnTo>
                <a:lnTo>
                  <a:pt x="198" y="89"/>
                </a:lnTo>
                <a:lnTo>
                  <a:pt x="197" y="92"/>
                </a:lnTo>
                <a:lnTo>
                  <a:pt x="197" y="94"/>
                </a:lnTo>
                <a:lnTo>
                  <a:pt x="196" y="97"/>
                </a:lnTo>
                <a:lnTo>
                  <a:pt x="196" y="99"/>
                </a:lnTo>
                <a:lnTo>
                  <a:pt x="195" y="102"/>
                </a:lnTo>
                <a:lnTo>
                  <a:pt x="194" y="104"/>
                </a:lnTo>
                <a:lnTo>
                  <a:pt x="193" y="106"/>
                </a:lnTo>
                <a:lnTo>
                  <a:pt x="192" y="109"/>
                </a:lnTo>
                <a:lnTo>
                  <a:pt x="191" y="111"/>
                </a:lnTo>
                <a:lnTo>
                  <a:pt x="189" y="113"/>
                </a:lnTo>
                <a:lnTo>
                  <a:pt x="188" y="115"/>
                </a:lnTo>
                <a:lnTo>
                  <a:pt x="186" y="118"/>
                </a:lnTo>
                <a:lnTo>
                  <a:pt x="185" y="120"/>
                </a:lnTo>
                <a:lnTo>
                  <a:pt x="183" y="122"/>
                </a:lnTo>
                <a:lnTo>
                  <a:pt x="182" y="124"/>
                </a:lnTo>
                <a:lnTo>
                  <a:pt x="180" y="126"/>
                </a:lnTo>
                <a:lnTo>
                  <a:pt x="178" y="128"/>
                </a:lnTo>
                <a:lnTo>
                  <a:pt x="176" y="130"/>
                </a:lnTo>
                <a:lnTo>
                  <a:pt x="174" y="132"/>
                </a:lnTo>
                <a:lnTo>
                  <a:pt x="172" y="134"/>
                </a:lnTo>
                <a:lnTo>
                  <a:pt x="170" y="135"/>
                </a:lnTo>
                <a:lnTo>
                  <a:pt x="167" y="138"/>
                </a:lnTo>
                <a:lnTo>
                  <a:pt x="165" y="140"/>
                </a:lnTo>
                <a:lnTo>
                  <a:pt x="163" y="141"/>
                </a:lnTo>
                <a:lnTo>
                  <a:pt x="160" y="143"/>
                </a:lnTo>
                <a:lnTo>
                  <a:pt x="157" y="145"/>
                </a:lnTo>
                <a:lnTo>
                  <a:pt x="154" y="146"/>
                </a:lnTo>
                <a:lnTo>
                  <a:pt x="152" y="147"/>
                </a:lnTo>
                <a:lnTo>
                  <a:pt x="149" y="149"/>
                </a:lnTo>
                <a:lnTo>
                  <a:pt x="146" y="150"/>
                </a:lnTo>
                <a:lnTo>
                  <a:pt x="144" y="151"/>
                </a:lnTo>
                <a:lnTo>
                  <a:pt x="141" y="152"/>
                </a:lnTo>
                <a:lnTo>
                  <a:pt x="138" y="153"/>
                </a:lnTo>
                <a:lnTo>
                  <a:pt x="135" y="154"/>
                </a:lnTo>
                <a:lnTo>
                  <a:pt x="132" y="155"/>
                </a:lnTo>
                <a:lnTo>
                  <a:pt x="129" y="156"/>
                </a:lnTo>
                <a:lnTo>
                  <a:pt x="126" y="157"/>
                </a:lnTo>
                <a:lnTo>
                  <a:pt x="123" y="157"/>
                </a:lnTo>
                <a:lnTo>
                  <a:pt x="120" y="158"/>
                </a:lnTo>
                <a:lnTo>
                  <a:pt x="117" y="158"/>
                </a:lnTo>
                <a:lnTo>
                  <a:pt x="114" y="159"/>
                </a:lnTo>
                <a:lnTo>
                  <a:pt x="111" y="159"/>
                </a:lnTo>
                <a:lnTo>
                  <a:pt x="108" y="159"/>
                </a:lnTo>
                <a:lnTo>
                  <a:pt x="105" y="160"/>
                </a:lnTo>
                <a:lnTo>
                  <a:pt x="102" y="160"/>
                </a:lnTo>
                <a:lnTo>
                  <a:pt x="99" y="160"/>
                </a:lnTo>
                <a:lnTo>
                  <a:pt x="96" y="160"/>
                </a:lnTo>
                <a:lnTo>
                  <a:pt x="93" y="160"/>
                </a:lnTo>
                <a:lnTo>
                  <a:pt x="89" y="159"/>
                </a:lnTo>
                <a:lnTo>
                  <a:pt x="86" y="159"/>
                </a:lnTo>
                <a:lnTo>
                  <a:pt x="83" y="159"/>
                </a:lnTo>
                <a:lnTo>
                  <a:pt x="80" y="158"/>
                </a:lnTo>
                <a:lnTo>
                  <a:pt x="77" y="158"/>
                </a:lnTo>
                <a:lnTo>
                  <a:pt x="74" y="157"/>
                </a:lnTo>
                <a:lnTo>
                  <a:pt x="71" y="157"/>
                </a:lnTo>
                <a:lnTo>
                  <a:pt x="68" y="156"/>
                </a:lnTo>
                <a:lnTo>
                  <a:pt x="65" y="155"/>
                </a:lnTo>
                <a:lnTo>
                  <a:pt x="62" y="154"/>
                </a:lnTo>
                <a:lnTo>
                  <a:pt x="60" y="153"/>
                </a:lnTo>
                <a:lnTo>
                  <a:pt x="57" y="152"/>
                </a:lnTo>
                <a:lnTo>
                  <a:pt x="54" y="151"/>
                </a:lnTo>
                <a:lnTo>
                  <a:pt x="51" y="150"/>
                </a:lnTo>
                <a:lnTo>
                  <a:pt x="48" y="149"/>
                </a:lnTo>
                <a:lnTo>
                  <a:pt x="46" y="147"/>
                </a:lnTo>
                <a:lnTo>
                  <a:pt x="43" y="146"/>
                </a:lnTo>
                <a:lnTo>
                  <a:pt x="41" y="145"/>
                </a:lnTo>
                <a:lnTo>
                  <a:pt x="38" y="143"/>
                </a:lnTo>
                <a:lnTo>
                  <a:pt x="36" y="141"/>
                </a:lnTo>
                <a:lnTo>
                  <a:pt x="33" y="140"/>
                </a:lnTo>
                <a:lnTo>
                  <a:pt x="31" y="138"/>
                </a:lnTo>
                <a:lnTo>
                  <a:pt x="29" y="135"/>
                </a:lnTo>
                <a:lnTo>
                  <a:pt x="27" y="134"/>
                </a:lnTo>
                <a:lnTo>
                  <a:pt x="25" y="132"/>
                </a:lnTo>
                <a:lnTo>
                  <a:pt x="23" y="130"/>
                </a:lnTo>
                <a:lnTo>
                  <a:pt x="21" y="128"/>
                </a:lnTo>
                <a:lnTo>
                  <a:pt x="19" y="126"/>
                </a:lnTo>
                <a:lnTo>
                  <a:pt x="17" y="124"/>
                </a:lnTo>
                <a:lnTo>
                  <a:pt x="15" y="122"/>
                </a:lnTo>
                <a:lnTo>
                  <a:pt x="14" y="120"/>
                </a:lnTo>
                <a:lnTo>
                  <a:pt x="12" y="118"/>
                </a:lnTo>
                <a:lnTo>
                  <a:pt x="11" y="115"/>
                </a:lnTo>
                <a:lnTo>
                  <a:pt x="9" y="113"/>
                </a:lnTo>
                <a:lnTo>
                  <a:pt x="8" y="111"/>
                </a:lnTo>
                <a:lnTo>
                  <a:pt x="7" y="109"/>
                </a:lnTo>
                <a:lnTo>
                  <a:pt x="6" y="106"/>
                </a:lnTo>
                <a:lnTo>
                  <a:pt x="5" y="104"/>
                </a:lnTo>
                <a:lnTo>
                  <a:pt x="4" y="102"/>
                </a:lnTo>
                <a:lnTo>
                  <a:pt x="3" y="99"/>
                </a:lnTo>
                <a:lnTo>
                  <a:pt x="2" y="97"/>
                </a:lnTo>
                <a:lnTo>
                  <a:pt x="2" y="94"/>
                </a:lnTo>
                <a:lnTo>
                  <a:pt x="1" y="92"/>
                </a:lnTo>
                <a:lnTo>
                  <a:pt x="1" y="89"/>
                </a:lnTo>
                <a:lnTo>
                  <a:pt x="0" y="87"/>
                </a:lnTo>
                <a:lnTo>
                  <a:pt x="0" y="84"/>
                </a:lnTo>
                <a:lnTo>
                  <a:pt x="0" y="82"/>
                </a:lnTo>
                <a:lnTo>
                  <a:pt x="0" y="79"/>
                </a:lnTo>
                <a:lnTo>
                  <a:pt x="0" y="77"/>
                </a:lnTo>
                <a:lnTo>
                  <a:pt x="0" y="74"/>
                </a:lnTo>
                <a:lnTo>
                  <a:pt x="0" y="72"/>
                </a:lnTo>
                <a:lnTo>
                  <a:pt x="1" y="69"/>
                </a:lnTo>
                <a:lnTo>
                  <a:pt x="1" y="67"/>
                </a:lnTo>
                <a:lnTo>
                  <a:pt x="2" y="65"/>
                </a:lnTo>
                <a:lnTo>
                  <a:pt x="2" y="62"/>
                </a:lnTo>
                <a:lnTo>
                  <a:pt x="3" y="60"/>
                </a:lnTo>
                <a:lnTo>
                  <a:pt x="4" y="57"/>
                </a:lnTo>
                <a:lnTo>
                  <a:pt x="5" y="55"/>
                </a:lnTo>
                <a:lnTo>
                  <a:pt x="6" y="53"/>
                </a:lnTo>
                <a:lnTo>
                  <a:pt x="7" y="50"/>
                </a:lnTo>
                <a:lnTo>
                  <a:pt x="8" y="48"/>
                </a:lnTo>
                <a:lnTo>
                  <a:pt x="9" y="46"/>
                </a:lnTo>
                <a:lnTo>
                  <a:pt x="11" y="43"/>
                </a:lnTo>
                <a:lnTo>
                  <a:pt x="12" y="41"/>
                </a:lnTo>
                <a:lnTo>
                  <a:pt x="14" y="39"/>
                </a:lnTo>
                <a:lnTo>
                  <a:pt x="15" y="37"/>
                </a:lnTo>
                <a:lnTo>
                  <a:pt x="17" y="35"/>
                </a:lnTo>
                <a:lnTo>
                  <a:pt x="19" y="33"/>
                </a:lnTo>
                <a:lnTo>
                  <a:pt x="21" y="31"/>
                </a:lnTo>
                <a:lnTo>
                  <a:pt x="23" y="29"/>
                </a:lnTo>
                <a:lnTo>
                  <a:pt x="25" y="27"/>
                </a:lnTo>
                <a:lnTo>
                  <a:pt x="27" y="25"/>
                </a:lnTo>
                <a:lnTo>
                  <a:pt x="29" y="23"/>
                </a:lnTo>
                <a:lnTo>
                  <a:pt x="31" y="22"/>
                </a:lnTo>
                <a:lnTo>
                  <a:pt x="33" y="20"/>
                </a:lnTo>
                <a:lnTo>
                  <a:pt x="36" y="18"/>
                </a:lnTo>
                <a:lnTo>
                  <a:pt x="38" y="17"/>
                </a:lnTo>
                <a:lnTo>
                  <a:pt x="41" y="15"/>
                </a:lnTo>
                <a:lnTo>
                  <a:pt x="43" y="14"/>
                </a:lnTo>
                <a:lnTo>
                  <a:pt x="46" y="12"/>
                </a:lnTo>
                <a:lnTo>
                  <a:pt x="48" y="11"/>
                </a:lnTo>
                <a:lnTo>
                  <a:pt x="51" y="10"/>
                </a:lnTo>
                <a:lnTo>
                  <a:pt x="54" y="9"/>
                </a:lnTo>
                <a:lnTo>
                  <a:pt x="57" y="8"/>
                </a:lnTo>
                <a:lnTo>
                  <a:pt x="60" y="7"/>
                </a:lnTo>
                <a:lnTo>
                  <a:pt x="62" y="6"/>
                </a:lnTo>
                <a:lnTo>
                  <a:pt x="65" y="5"/>
                </a:lnTo>
                <a:lnTo>
                  <a:pt x="68" y="4"/>
                </a:lnTo>
                <a:lnTo>
                  <a:pt x="71" y="3"/>
                </a:lnTo>
                <a:lnTo>
                  <a:pt x="74" y="3"/>
                </a:lnTo>
                <a:lnTo>
                  <a:pt x="77" y="2"/>
                </a:lnTo>
                <a:lnTo>
                  <a:pt x="80" y="2"/>
                </a:lnTo>
                <a:lnTo>
                  <a:pt x="83" y="1"/>
                </a:lnTo>
                <a:lnTo>
                  <a:pt x="86" y="1"/>
                </a:lnTo>
                <a:lnTo>
                  <a:pt x="89" y="0"/>
                </a:lnTo>
                <a:lnTo>
                  <a:pt x="93" y="0"/>
                </a:lnTo>
                <a:lnTo>
                  <a:pt x="96" y="0"/>
                </a:lnTo>
                <a:lnTo>
                  <a:pt x="99" y="0"/>
                </a:lnTo>
                <a:lnTo>
                  <a:pt x="102" y="0"/>
                </a:lnTo>
                <a:lnTo>
                  <a:pt x="105" y="0"/>
                </a:lnTo>
                <a:lnTo>
                  <a:pt x="108" y="0"/>
                </a:lnTo>
                <a:lnTo>
                  <a:pt x="111" y="1"/>
                </a:lnTo>
                <a:lnTo>
                  <a:pt x="114" y="1"/>
                </a:lnTo>
                <a:lnTo>
                  <a:pt x="117" y="2"/>
                </a:lnTo>
                <a:lnTo>
                  <a:pt x="120" y="2"/>
                </a:lnTo>
                <a:lnTo>
                  <a:pt x="123" y="3"/>
                </a:lnTo>
                <a:lnTo>
                  <a:pt x="126" y="3"/>
                </a:lnTo>
                <a:lnTo>
                  <a:pt x="129" y="4"/>
                </a:lnTo>
                <a:lnTo>
                  <a:pt x="132" y="5"/>
                </a:lnTo>
                <a:lnTo>
                  <a:pt x="135" y="6"/>
                </a:lnTo>
                <a:lnTo>
                  <a:pt x="138" y="7"/>
                </a:lnTo>
                <a:lnTo>
                  <a:pt x="141" y="8"/>
                </a:lnTo>
                <a:lnTo>
                  <a:pt x="144" y="9"/>
                </a:lnTo>
                <a:lnTo>
                  <a:pt x="146" y="10"/>
                </a:lnTo>
                <a:lnTo>
                  <a:pt x="149" y="11"/>
                </a:lnTo>
                <a:lnTo>
                  <a:pt x="152" y="12"/>
                </a:lnTo>
                <a:lnTo>
                  <a:pt x="154" y="14"/>
                </a:lnTo>
                <a:lnTo>
                  <a:pt x="157" y="15"/>
                </a:lnTo>
                <a:lnTo>
                  <a:pt x="160" y="17"/>
                </a:lnTo>
                <a:lnTo>
                  <a:pt x="163" y="18"/>
                </a:lnTo>
                <a:lnTo>
                  <a:pt x="165" y="20"/>
                </a:lnTo>
                <a:lnTo>
                  <a:pt x="167" y="22"/>
                </a:lnTo>
                <a:lnTo>
                  <a:pt x="170" y="23"/>
                </a:lnTo>
                <a:lnTo>
                  <a:pt x="172" y="25"/>
                </a:lnTo>
                <a:lnTo>
                  <a:pt x="174" y="27"/>
                </a:lnTo>
                <a:lnTo>
                  <a:pt x="176" y="29"/>
                </a:lnTo>
                <a:lnTo>
                  <a:pt x="178" y="31"/>
                </a:lnTo>
                <a:lnTo>
                  <a:pt x="180" y="33"/>
                </a:lnTo>
                <a:lnTo>
                  <a:pt x="182" y="35"/>
                </a:lnTo>
                <a:lnTo>
                  <a:pt x="183" y="37"/>
                </a:lnTo>
                <a:lnTo>
                  <a:pt x="185" y="39"/>
                </a:lnTo>
                <a:lnTo>
                  <a:pt x="186" y="41"/>
                </a:lnTo>
                <a:lnTo>
                  <a:pt x="188" y="43"/>
                </a:lnTo>
                <a:lnTo>
                  <a:pt x="189" y="46"/>
                </a:lnTo>
                <a:lnTo>
                  <a:pt x="191" y="48"/>
                </a:lnTo>
                <a:lnTo>
                  <a:pt x="192" y="50"/>
                </a:lnTo>
                <a:lnTo>
                  <a:pt x="193" y="53"/>
                </a:lnTo>
                <a:lnTo>
                  <a:pt x="194" y="55"/>
                </a:lnTo>
                <a:lnTo>
                  <a:pt x="195" y="57"/>
                </a:lnTo>
                <a:lnTo>
                  <a:pt x="196" y="60"/>
                </a:lnTo>
                <a:lnTo>
                  <a:pt x="196" y="62"/>
                </a:lnTo>
                <a:lnTo>
                  <a:pt x="197" y="65"/>
                </a:lnTo>
                <a:lnTo>
                  <a:pt x="197" y="67"/>
                </a:lnTo>
                <a:lnTo>
                  <a:pt x="198" y="69"/>
                </a:lnTo>
                <a:lnTo>
                  <a:pt x="198" y="72"/>
                </a:lnTo>
                <a:lnTo>
                  <a:pt x="198" y="74"/>
                </a:lnTo>
                <a:lnTo>
                  <a:pt x="199" y="77"/>
                </a:lnTo>
                <a:lnTo>
                  <a:pt x="199" y="79"/>
                </a:lnTo>
                <a:close/>
              </a:path>
            </a:pathLst>
          </a:custGeom>
          <a:solidFill>
            <a:srgbClr val="fff9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6" name=""/>
          <p:cNvSpPr/>
          <p:nvPr/>
        </p:nvSpPr>
        <p:spPr>
          <a:xfrm>
            <a:off x="4942440" y="1798560"/>
            <a:ext cx="73080" cy="59040"/>
          </a:xfrm>
          <a:custGeom>
            <a:avLst/>
            <a:gdLst/>
            <a:ahLst/>
            <a:rect l="0" t="0" r="r" b="b"/>
            <a:pathLst>
              <a:path w="203" h="164">
                <a:moveTo>
                  <a:pt x="201" y="81"/>
                </a:moveTo>
                <a:lnTo>
                  <a:pt x="201" y="79"/>
                </a:lnTo>
                <a:lnTo>
                  <a:pt x="200" y="76"/>
                </a:lnTo>
                <a:lnTo>
                  <a:pt x="200" y="74"/>
                </a:lnTo>
                <a:lnTo>
                  <a:pt x="200" y="71"/>
                </a:lnTo>
                <a:lnTo>
                  <a:pt x="199" y="69"/>
                </a:lnTo>
                <a:lnTo>
                  <a:pt x="199" y="67"/>
                </a:lnTo>
                <a:lnTo>
                  <a:pt x="198" y="64"/>
                </a:lnTo>
                <a:lnTo>
                  <a:pt x="198" y="62"/>
                </a:lnTo>
                <a:lnTo>
                  <a:pt x="197" y="59"/>
                </a:lnTo>
                <a:lnTo>
                  <a:pt x="196" y="57"/>
                </a:lnTo>
                <a:lnTo>
                  <a:pt x="195" y="55"/>
                </a:lnTo>
                <a:lnTo>
                  <a:pt x="194" y="52"/>
                </a:lnTo>
                <a:lnTo>
                  <a:pt x="193" y="50"/>
                </a:lnTo>
                <a:lnTo>
                  <a:pt x="191" y="48"/>
                </a:lnTo>
                <a:lnTo>
                  <a:pt x="190" y="45"/>
                </a:lnTo>
                <a:lnTo>
                  <a:pt x="188" y="43"/>
                </a:lnTo>
                <a:lnTo>
                  <a:pt x="187" y="41"/>
                </a:lnTo>
                <a:lnTo>
                  <a:pt x="185" y="39"/>
                </a:lnTo>
                <a:lnTo>
                  <a:pt x="184" y="37"/>
                </a:lnTo>
                <a:lnTo>
                  <a:pt x="182" y="35"/>
                </a:lnTo>
                <a:lnTo>
                  <a:pt x="180" y="33"/>
                </a:lnTo>
                <a:lnTo>
                  <a:pt x="178" y="31"/>
                </a:lnTo>
                <a:lnTo>
                  <a:pt x="176" y="29"/>
                </a:lnTo>
                <a:lnTo>
                  <a:pt x="174" y="27"/>
                </a:lnTo>
                <a:lnTo>
                  <a:pt x="172" y="25"/>
                </a:lnTo>
                <a:lnTo>
                  <a:pt x="169" y="24"/>
                </a:lnTo>
                <a:lnTo>
                  <a:pt x="167" y="22"/>
                </a:lnTo>
                <a:lnTo>
                  <a:pt x="165" y="20"/>
                </a:lnTo>
                <a:lnTo>
                  <a:pt x="162" y="19"/>
                </a:lnTo>
                <a:lnTo>
                  <a:pt x="160" y="17"/>
                </a:lnTo>
                <a:lnTo>
                  <a:pt x="157" y="16"/>
                </a:lnTo>
                <a:lnTo>
                  <a:pt x="155" y="14"/>
                </a:lnTo>
                <a:lnTo>
                  <a:pt x="152" y="13"/>
                </a:lnTo>
                <a:lnTo>
                  <a:pt x="149" y="12"/>
                </a:lnTo>
                <a:lnTo>
                  <a:pt x="147" y="11"/>
                </a:lnTo>
                <a:lnTo>
                  <a:pt x="144" y="10"/>
                </a:lnTo>
                <a:lnTo>
                  <a:pt x="141" y="9"/>
                </a:lnTo>
                <a:lnTo>
                  <a:pt x="138" y="8"/>
                </a:lnTo>
                <a:lnTo>
                  <a:pt x="135" y="7"/>
                </a:lnTo>
                <a:lnTo>
                  <a:pt x="132" y="6"/>
                </a:lnTo>
                <a:lnTo>
                  <a:pt x="129" y="5"/>
                </a:lnTo>
                <a:lnTo>
                  <a:pt x="126" y="5"/>
                </a:lnTo>
                <a:lnTo>
                  <a:pt x="123" y="4"/>
                </a:lnTo>
                <a:lnTo>
                  <a:pt x="120" y="4"/>
                </a:lnTo>
                <a:lnTo>
                  <a:pt x="117" y="3"/>
                </a:lnTo>
                <a:lnTo>
                  <a:pt x="114" y="3"/>
                </a:lnTo>
                <a:lnTo>
                  <a:pt x="111" y="2"/>
                </a:lnTo>
                <a:lnTo>
                  <a:pt x="107" y="2"/>
                </a:lnTo>
                <a:lnTo>
                  <a:pt x="104" y="2"/>
                </a:lnTo>
                <a:lnTo>
                  <a:pt x="101" y="2"/>
                </a:lnTo>
                <a:lnTo>
                  <a:pt x="98" y="2"/>
                </a:lnTo>
                <a:lnTo>
                  <a:pt x="95" y="2"/>
                </a:lnTo>
                <a:lnTo>
                  <a:pt x="91" y="2"/>
                </a:lnTo>
                <a:lnTo>
                  <a:pt x="88" y="3"/>
                </a:lnTo>
                <a:lnTo>
                  <a:pt x="85" y="3"/>
                </a:lnTo>
                <a:lnTo>
                  <a:pt x="82" y="4"/>
                </a:lnTo>
                <a:lnTo>
                  <a:pt x="79" y="4"/>
                </a:lnTo>
                <a:lnTo>
                  <a:pt x="76" y="5"/>
                </a:lnTo>
                <a:lnTo>
                  <a:pt x="73" y="5"/>
                </a:lnTo>
                <a:lnTo>
                  <a:pt x="70" y="6"/>
                </a:lnTo>
                <a:lnTo>
                  <a:pt x="67" y="7"/>
                </a:lnTo>
                <a:lnTo>
                  <a:pt x="64" y="8"/>
                </a:lnTo>
                <a:lnTo>
                  <a:pt x="62" y="9"/>
                </a:lnTo>
                <a:lnTo>
                  <a:pt x="59" y="10"/>
                </a:lnTo>
                <a:lnTo>
                  <a:pt x="56" y="11"/>
                </a:lnTo>
                <a:lnTo>
                  <a:pt x="53" y="12"/>
                </a:lnTo>
                <a:lnTo>
                  <a:pt x="50" y="13"/>
                </a:lnTo>
                <a:lnTo>
                  <a:pt x="48" y="14"/>
                </a:lnTo>
                <a:lnTo>
                  <a:pt x="45" y="16"/>
                </a:lnTo>
                <a:lnTo>
                  <a:pt x="43" y="17"/>
                </a:lnTo>
                <a:lnTo>
                  <a:pt x="40" y="19"/>
                </a:lnTo>
                <a:lnTo>
                  <a:pt x="38" y="20"/>
                </a:lnTo>
                <a:lnTo>
                  <a:pt x="35" y="22"/>
                </a:lnTo>
                <a:lnTo>
                  <a:pt x="33" y="24"/>
                </a:lnTo>
                <a:lnTo>
                  <a:pt x="31" y="25"/>
                </a:lnTo>
                <a:lnTo>
                  <a:pt x="29" y="27"/>
                </a:lnTo>
                <a:lnTo>
                  <a:pt x="27" y="29"/>
                </a:lnTo>
                <a:lnTo>
                  <a:pt x="25" y="31"/>
                </a:lnTo>
                <a:lnTo>
                  <a:pt x="23" y="33"/>
                </a:lnTo>
                <a:lnTo>
                  <a:pt x="21" y="35"/>
                </a:lnTo>
                <a:lnTo>
                  <a:pt x="19" y="37"/>
                </a:lnTo>
                <a:lnTo>
                  <a:pt x="17" y="39"/>
                </a:lnTo>
                <a:lnTo>
                  <a:pt x="16" y="41"/>
                </a:lnTo>
                <a:lnTo>
                  <a:pt x="14" y="43"/>
                </a:lnTo>
                <a:lnTo>
                  <a:pt x="13" y="45"/>
                </a:lnTo>
                <a:lnTo>
                  <a:pt x="11" y="48"/>
                </a:lnTo>
                <a:lnTo>
                  <a:pt x="10" y="50"/>
                </a:lnTo>
                <a:lnTo>
                  <a:pt x="9" y="52"/>
                </a:lnTo>
                <a:lnTo>
                  <a:pt x="8" y="55"/>
                </a:lnTo>
                <a:lnTo>
                  <a:pt x="7" y="57"/>
                </a:lnTo>
                <a:lnTo>
                  <a:pt x="6" y="59"/>
                </a:lnTo>
                <a:lnTo>
                  <a:pt x="5" y="62"/>
                </a:lnTo>
                <a:lnTo>
                  <a:pt x="4" y="64"/>
                </a:lnTo>
                <a:lnTo>
                  <a:pt x="4" y="67"/>
                </a:lnTo>
                <a:lnTo>
                  <a:pt x="3" y="69"/>
                </a:lnTo>
                <a:lnTo>
                  <a:pt x="3" y="71"/>
                </a:lnTo>
                <a:lnTo>
                  <a:pt x="2" y="74"/>
                </a:lnTo>
                <a:lnTo>
                  <a:pt x="2" y="76"/>
                </a:lnTo>
                <a:lnTo>
                  <a:pt x="2" y="79"/>
                </a:lnTo>
                <a:lnTo>
                  <a:pt x="2" y="81"/>
                </a:lnTo>
                <a:lnTo>
                  <a:pt x="2" y="84"/>
                </a:lnTo>
                <a:lnTo>
                  <a:pt x="2" y="86"/>
                </a:lnTo>
                <a:lnTo>
                  <a:pt x="2" y="89"/>
                </a:lnTo>
                <a:lnTo>
                  <a:pt x="3" y="91"/>
                </a:lnTo>
                <a:lnTo>
                  <a:pt x="3" y="94"/>
                </a:lnTo>
                <a:lnTo>
                  <a:pt x="4" y="96"/>
                </a:lnTo>
                <a:lnTo>
                  <a:pt x="4" y="99"/>
                </a:lnTo>
                <a:lnTo>
                  <a:pt x="5" y="101"/>
                </a:lnTo>
                <a:lnTo>
                  <a:pt x="6" y="104"/>
                </a:lnTo>
                <a:lnTo>
                  <a:pt x="7" y="106"/>
                </a:lnTo>
                <a:lnTo>
                  <a:pt x="8" y="109"/>
                </a:lnTo>
                <a:lnTo>
                  <a:pt x="9" y="112"/>
                </a:lnTo>
                <a:lnTo>
                  <a:pt x="10" y="114"/>
                </a:lnTo>
                <a:lnTo>
                  <a:pt x="11" y="116"/>
                </a:lnTo>
                <a:lnTo>
                  <a:pt x="13" y="118"/>
                </a:lnTo>
                <a:lnTo>
                  <a:pt x="14" y="121"/>
                </a:lnTo>
                <a:lnTo>
                  <a:pt x="16" y="123"/>
                </a:lnTo>
                <a:lnTo>
                  <a:pt x="17" y="125"/>
                </a:lnTo>
                <a:lnTo>
                  <a:pt x="19" y="127"/>
                </a:lnTo>
                <a:lnTo>
                  <a:pt x="21" y="129"/>
                </a:lnTo>
                <a:lnTo>
                  <a:pt x="23" y="131"/>
                </a:lnTo>
                <a:lnTo>
                  <a:pt x="25" y="133"/>
                </a:lnTo>
                <a:lnTo>
                  <a:pt x="27" y="135"/>
                </a:lnTo>
                <a:lnTo>
                  <a:pt x="29" y="137"/>
                </a:lnTo>
                <a:lnTo>
                  <a:pt x="31" y="138"/>
                </a:lnTo>
                <a:lnTo>
                  <a:pt x="33" y="140"/>
                </a:lnTo>
                <a:lnTo>
                  <a:pt x="35" y="142"/>
                </a:lnTo>
                <a:lnTo>
                  <a:pt x="38" y="143"/>
                </a:lnTo>
                <a:lnTo>
                  <a:pt x="40" y="145"/>
                </a:lnTo>
                <a:lnTo>
                  <a:pt x="43" y="147"/>
                </a:lnTo>
                <a:lnTo>
                  <a:pt x="45" y="148"/>
                </a:lnTo>
                <a:lnTo>
                  <a:pt x="48" y="149"/>
                </a:lnTo>
                <a:lnTo>
                  <a:pt x="50" y="151"/>
                </a:lnTo>
                <a:lnTo>
                  <a:pt x="53" y="152"/>
                </a:lnTo>
                <a:lnTo>
                  <a:pt x="56" y="153"/>
                </a:lnTo>
                <a:lnTo>
                  <a:pt x="59" y="154"/>
                </a:lnTo>
                <a:lnTo>
                  <a:pt x="62" y="155"/>
                </a:lnTo>
                <a:lnTo>
                  <a:pt x="64" y="156"/>
                </a:lnTo>
                <a:lnTo>
                  <a:pt x="67" y="157"/>
                </a:lnTo>
                <a:lnTo>
                  <a:pt x="70" y="158"/>
                </a:lnTo>
                <a:lnTo>
                  <a:pt x="73" y="159"/>
                </a:lnTo>
                <a:lnTo>
                  <a:pt x="76" y="159"/>
                </a:lnTo>
                <a:lnTo>
                  <a:pt x="79" y="160"/>
                </a:lnTo>
                <a:lnTo>
                  <a:pt x="82" y="160"/>
                </a:lnTo>
                <a:lnTo>
                  <a:pt x="85" y="161"/>
                </a:lnTo>
                <a:lnTo>
                  <a:pt x="88" y="161"/>
                </a:lnTo>
                <a:lnTo>
                  <a:pt x="91" y="161"/>
                </a:lnTo>
                <a:lnTo>
                  <a:pt x="95" y="162"/>
                </a:lnTo>
                <a:lnTo>
                  <a:pt x="98" y="162"/>
                </a:lnTo>
                <a:lnTo>
                  <a:pt x="101" y="162"/>
                </a:lnTo>
                <a:lnTo>
                  <a:pt x="104" y="162"/>
                </a:lnTo>
                <a:lnTo>
                  <a:pt x="107" y="162"/>
                </a:lnTo>
                <a:lnTo>
                  <a:pt x="111" y="161"/>
                </a:lnTo>
                <a:lnTo>
                  <a:pt x="114" y="161"/>
                </a:lnTo>
                <a:lnTo>
                  <a:pt x="117" y="161"/>
                </a:lnTo>
                <a:lnTo>
                  <a:pt x="120" y="160"/>
                </a:lnTo>
                <a:lnTo>
                  <a:pt x="123" y="160"/>
                </a:lnTo>
                <a:lnTo>
                  <a:pt x="126" y="159"/>
                </a:lnTo>
                <a:lnTo>
                  <a:pt x="129" y="159"/>
                </a:lnTo>
                <a:lnTo>
                  <a:pt x="132" y="158"/>
                </a:lnTo>
                <a:lnTo>
                  <a:pt x="135" y="157"/>
                </a:lnTo>
                <a:lnTo>
                  <a:pt x="138" y="156"/>
                </a:lnTo>
                <a:lnTo>
                  <a:pt x="141" y="155"/>
                </a:lnTo>
                <a:lnTo>
                  <a:pt x="144" y="154"/>
                </a:lnTo>
                <a:lnTo>
                  <a:pt x="147" y="153"/>
                </a:lnTo>
                <a:lnTo>
                  <a:pt x="149" y="152"/>
                </a:lnTo>
                <a:lnTo>
                  <a:pt x="152" y="151"/>
                </a:lnTo>
                <a:lnTo>
                  <a:pt x="155" y="149"/>
                </a:lnTo>
                <a:lnTo>
                  <a:pt x="157" y="148"/>
                </a:lnTo>
                <a:lnTo>
                  <a:pt x="160" y="147"/>
                </a:lnTo>
                <a:lnTo>
                  <a:pt x="162" y="145"/>
                </a:lnTo>
                <a:lnTo>
                  <a:pt x="165" y="143"/>
                </a:lnTo>
                <a:lnTo>
                  <a:pt x="167" y="142"/>
                </a:lnTo>
                <a:lnTo>
                  <a:pt x="169" y="140"/>
                </a:lnTo>
                <a:lnTo>
                  <a:pt x="172" y="138"/>
                </a:lnTo>
                <a:lnTo>
                  <a:pt x="174" y="137"/>
                </a:lnTo>
                <a:lnTo>
                  <a:pt x="176" y="135"/>
                </a:lnTo>
                <a:lnTo>
                  <a:pt x="178" y="133"/>
                </a:lnTo>
                <a:lnTo>
                  <a:pt x="180" y="131"/>
                </a:lnTo>
                <a:lnTo>
                  <a:pt x="182" y="129"/>
                </a:lnTo>
                <a:lnTo>
                  <a:pt x="184" y="127"/>
                </a:lnTo>
                <a:lnTo>
                  <a:pt x="185" y="125"/>
                </a:lnTo>
                <a:lnTo>
                  <a:pt x="187" y="123"/>
                </a:lnTo>
                <a:lnTo>
                  <a:pt x="188" y="121"/>
                </a:lnTo>
                <a:lnTo>
                  <a:pt x="190" y="118"/>
                </a:lnTo>
                <a:lnTo>
                  <a:pt x="191" y="116"/>
                </a:lnTo>
                <a:lnTo>
                  <a:pt x="193" y="114"/>
                </a:lnTo>
                <a:lnTo>
                  <a:pt x="194" y="112"/>
                </a:lnTo>
                <a:lnTo>
                  <a:pt x="195" y="109"/>
                </a:lnTo>
                <a:lnTo>
                  <a:pt x="196" y="106"/>
                </a:lnTo>
                <a:lnTo>
                  <a:pt x="197" y="104"/>
                </a:lnTo>
                <a:lnTo>
                  <a:pt x="198" y="101"/>
                </a:lnTo>
                <a:lnTo>
                  <a:pt x="198" y="99"/>
                </a:lnTo>
                <a:lnTo>
                  <a:pt x="199" y="96"/>
                </a:lnTo>
                <a:lnTo>
                  <a:pt x="199" y="94"/>
                </a:lnTo>
                <a:lnTo>
                  <a:pt x="200" y="91"/>
                </a:lnTo>
                <a:lnTo>
                  <a:pt x="200" y="89"/>
                </a:lnTo>
                <a:lnTo>
                  <a:pt x="200" y="86"/>
                </a:lnTo>
                <a:lnTo>
                  <a:pt x="201" y="84"/>
                </a:lnTo>
                <a:lnTo>
                  <a:pt x="201" y="81"/>
                </a:lnTo>
                <a:moveTo>
                  <a:pt x="203" y="81"/>
                </a:moveTo>
                <a:lnTo>
                  <a:pt x="203" y="84"/>
                </a:lnTo>
                <a:lnTo>
                  <a:pt x="203" y="86"/>
                </a:lnTo>
                <a:lnTo>
                  <a:pt x="202" y="89"/>
                </a:lnTo>
                <a:lnTo>
                  <a:pt x="202" y="92"/>
                </a:lnTo>
                <a:lnTo>
                  <a:pt x="202" y="94"/>
                </a:lnTo>
                <a:lnTo>
                  <a:pt x="201" y="97"/>
                </a:lnTo>
                <a:lnTo>
                  <a:pt x="201" y="99"/>
                </a:lnTo>
                <a:lnTo>
                  <a:pt x="200" y="102"/>
                </a:lnTo>
                <a:lnTo>
                  <a:pt x="199" y="104"/>
                </a:lnTo>
                <a:lnTo>
                  <a:pt x="198" y="106"/>
                </a:lnTo>
                <a:lnTo>
                  <a:pt x="197" y="110"/>
                </a:lnTo>
                <a:lnTo>
                  <a:pt x="196" y="112"/>
                </a:lnTo>
                <a:lnTo>
                  <a:pt x="195" y="115"/>
                </a:lnTo>
                <a:lnTo>
                  <a:pt x="193" y="117"/>
                </a:lnTo>
                <a:lnTo>
                  <a:pt x="192" y="119"/>
                </a:lnTo>
                <a:lnTo>
                  <a:pt x="190" y="121"/>
                </a:lnTo>
                <a:lnTo>
                  <a:pt x="189" y="124"/>
                </a:lnTo>
                <a:lnTo>
                  <a:pt x="187" y="126"/>
                </a:lnTo>
                <a:lnTo>
                  <a:pt x="185" y="128"/>
                </a:lnTo>
                <a:lnTo>
                  <a:pt x="184" y="130"/>
                </a:lnTo>
                <a:lnTo>
                  <a:pt x="182" y="132"/>
                </a:lnTo>
                <a:lnTo>
                  <a:pt x="180" y="134"/>
                </a:lnTo>
                <a:lnTo>
                  <a:pt x="178" y="136"/>
                </a:lnTo>
                <a:lnTo>
                  <a:pt x="176" y="138"/>
                </a:lnTo>
                <a:lnTo>
                  <a:pt x="173" y="140"/>
                </a:lnTo>
                <a:lnTo>
                  <a:pt x="171" y="142"/>
                </a:lnTo>
                <a:lnTo>
                  <a:pt x="169" y="143"/>
                </a:lnTo>
                <a:lnTo>
                  <a:pt x="166" y="145"/>
                </a:lnTo>
                <a:lnTo>
                  <a:pt x="164" y="146"/>
                </a:lnTo>
                <a:lnTo>
                  <a:pt x="161" y="148"/>
                </a:lnTo>
                <a:lnTo>
                  <a:pt x="159" y="149"/>
                </a:lnTo>
                <a:lnTo>
                  <a:pt x="156" y="151"/>
                </a:lnTo>
                <a:lnTo>
                  <a:pt x="153" y="152"/>
                </a:lnTo>
                <a:lnTo>
                  <a:pt x="151" y="153"/>
                </a:lnTo>
                <a:lnTo>
                  <a:pt x="148" y="155"/>
                </a:lnTo>
                <a:lnTo>
                  <a:pt x="145" y="156"/>
                </a:lnTo>
                <a:lnTo>
                  <a:pt x="142" y="157"/>
                </a:lnTo>
                <a:lnTo>
                  <a:pt x="139" y="158"/>
                </a:lnTo>
                <a:lnTo>
                  <a:pt x="136" y="159"/>
                </a:lnTo>
                <a:lnTo>
                  <a:pt x="133" y="160"/>
                </a:lnTo>
                <a:lnTo>
                  <a:pt x="130" y="160"/>
                </a:lnTo>
                <a:lnTo>
                  <a:pt x="127" y="161"/>
                </a:lnTo>
                <a:lnTo>
                  <a:pt x="124" y="162"/>
                </a:lnTo>
                <a:lnTo>
                  <a:pt x="121" y="162"/>
                </a:lnTo>
                <a:lnTo>
                  <a:pt x="118" y="163"/>
                </a:lnTo>
                <a:lnTo>
                  <a:pt x="114" y="163"/>
                </a:lnTo>
                <a:lnTo>
                  <a:pt x="111" y="163"/>
                </a:lnTo>
                <a:lnTo>
                  <a:pt x="107" y="163"/>
                </a:lnTo>
                <a:lnTo>
                  <a:pt x="104" y="163"/>
                </a:lnTo>
                <a:lnTo>
                  <a:pt x="101" y="164"/>
                </a:lnTo>
                <a:lnTo>
                  <a:pt x="98" y="163"/>
                </a:lnTo>
                <a:lnTo>
                  <a:pt x="94" y="163"/>
                </a:lnTo>
                <a:lnTo>
                  <a:pt x="91" y="163"/>
                </a:lnTo>
                <a:lnTo>
                  <a:pt x="88" y="163"/>
                </a:lnTo>
                <a:lnTo>
                  <a:pt x="85" y="163"/>
                </a:lnTo>
                <a:lnTo>
                  <a:pt x="82" y="162"/>
                </a:lnTo>
                <a:lnTo>
                  <a:pt x="79" y="162"/>
                </a:lnTo>
                <a:lnTo>
                  <a:pt x="76" y="161"/>
                </a:lnTo>
                <a:lnTo>
                  <a:pt x="73" y="160"/>
                </a:lnTo>
                <a:lnTo>
                  <a:pt x="70" y="160"/>
                </a:lnTo>
                <a:lnTo>
                  <a:pt x="67" y="159"/>
                </a:lnTo>
                <a:lnTo>
                  <a:pt x="64" y="158"/>
                </a:lnTo>
                <a:lnTo>
                  <a:pt x="61" y="157"/>
                </a:lnTo>
                <a:lnTo>
                  <a:pt x="58" y="156"/>
                </a:lnTo>
                <a:lnTo>
                  <a:pt x="55" y="155"/>
                </a:lnTo>
                <a:lnTo>
                  <a:pt x="52" y="153"/>
                </a:lnTo>
                <a:lnTo>
                  <a:pt x="49" y="152"/>
                </a:lnTo>
                <a:lnTo>
                  <a:pt x="47" y="151"/>
                </a:lnTo>
                <a:lnTo>
                  <a:pt x="44" y="149"/>
                </a:lnTo>
                <a:lnTo>
                  <a:pt x="41" y="148"/>
                </a:lnTo>
                <a:lnTo>
                  <a:pt x="39" y="146"/>
                </a:lnTo>
                <a:lnTo>
                  <a:pt x="36" y="145"/>
                </a:lnTo>
                <a:lnTo>
                  <a:pt x="34" y="143"/>
                </a:lnTo>
                <a:lnTo>
                  <a:pt x="32" y="142"/>
                </a:lnTo>
                <a:lnTo>
                  <a:pt x="29" y="140"/>
                </a:lnTo>
                <a:lnTo>
                  <a:pt x="27" y="138"/>
                </a:lnTo>
                <a:lnTo>
                  <a:pt x="25" y="136"/>
                </a:lnTo>
                <a:lnTo>
                  <a:pt x="23" y="134"/>
                </a:lnTo>
                <a:lnTo>
                  <a:pt x="21" y="132"/>
                </a:lnTo>
                <a:lnTo>
                  <a:pt x="19" y="130"/>
                </a:lnTo>
                <a:lnTo>
                  <a:pt x="17" y="128"/>
                </a:lnTo>
                <a:lnTo>
                  <a:pt x="15" y="126"/>
                </a:lnTo>
                <a:lnTo>
                  <a:pt x="14" y="124"/>
                </a:lnTo>
                <a:lnTo>
                  <a:pt x="12" y="121"/>
                </a:lnTo>
                <a:lnTo>
                  <a:pt x="11" y="119"/>
                </a:lnTo>
                <a:lnTo>
                  <a:pt x="9" y="117"/>
                </a:lnTo>
                <a:lnTo>
                  <a:pt x="8" y="115"/>
                </a:lnTo>
                <a:lnTo>
                  <a:pt x="7" y="112"/>
                </a:lnTo>
                <a:lnTo>
                  <a:pt x="6" y="110"/>
                </a:lnTo>
                <a:lnTo>
                  <a:pt x="5" y="106"/>
                </a:lnTo>
                <a:lnTo>
                  <a:pt x="4" y="104"/>
                </a:lnTo>
                <a:lnTo>
                  <a:pt x="3" y="102"/>
                </a:lnTo>
                <a:lnTo>
                  <a:pt x="2" y="99"/>
                </a:lnTo>
                <a:lnTo>
                  <a:pt x="1" y="97"/>
                </a:lnTo>
                <a:lnTo>
                  <a:pt x="1" y="94"/>
                </a:lnTo>
                <a:lnTo>
                  <a:pt x="0" y="92"/>
                </a:lnTo>
                <a:lnTo>
                  <a:pt x="0" y="89"/>
                </a:lnTo>
                <a:lnTo>
                  <a:pt x="0" y="86"/>
                </a:lnTo>
                <a:lnTo>
                  <a:pt x="0" y="84"/>
                </a:lnTo>
                <a:lnTo>
                  <a:pt x="0" y="81"/>
                </a:lnTo>
                <a:lnTo>
                  <a:pt x="0" y="79"/>
                </a:lnTo>
                <a:lnTo>
                  <a:pt x="0" y="76"/>
                </a:lnTo>
                <a:lnTo>
                  <a:pt x="0" y="74"/>
                </a:lnTo>
                <a:lnTo>
                  <a:pt x="0" y="71"/>
                </a:lnTo>
                <a:lnTo>
                  <a:pt x="1" y="69"/>
                </a:lnTo>
                <a:lnTo>
                  <a:pt x="1" y="66"/>
                </a:lnTo>
                <a:lnTo>
                  <a:pt x="2" y="64"/>
                </a:lnTo>
                <a:lnTo>
                  <a:pt x="3" y="61"/>
                </a:lnTo>
                <a:lnTo>
                  <a:pt x="4" y="59"/>
                </a:lnTo>
                <a:lnTo>
                  <a:pt x="5" y="56"/>
                </a:lnTo>
                <a:lnTo>
                  <a:pt x="6" y="54"/>
                </a:lnTo>
                <a:lnTo>
                  <a:pt x="7" y="52"/>
                </a:lnTo>
                <a:lnTo>
                  <a:pt x="8" y="49"/>
                </a:lnTo>
                <a:lnTo>
                  <a:pt x="9" y="47"/>
                </a:lnTo>
                <a:lnTo>
                  <a:pt x="11" y="45"/>
                </a:lnTo>
                <a:lnTo>
                  <a:pt x="12" y="42"/>
                </a:lnTo>
                <a:lnTo>
                  <a:pt x="14" y="40"/>
                </a:lnTo>
                <a:lnTo>
                  <a:pt x="15" y="38"/>
                </a:lnTo>
                <a:lnTo>
                  <a:pt x="17" y="36"/>
                </a:lnTo>
                <a:lnTo>
                  <a:pt x="19" y="34"/>
                </a:lnTo>
                <a:lnTo>
                  <a:pt x="21" y="32"/>
                </a:lnTo>
                <a:lnTo>
                  <a:pt x="23" y="30"/>
                </a:lnTo>
                <a:lnTo>
                  <a:pt x="25" y="28"/>
                </a:lnTo>
                <a:lnTo>
                  <a:pt x="27" y="26"/>
                </a:lnTo>
                <a:lnTo>
                  <a:pt x="29" y="24"/>
                </a:lnTo>
                <a:lnTo>
                  <a:pt x="32" y="22"/>
                </a:lnTo>
                <a:lnTo>
                  <a:pt x="34" y="21"/>
                </a:lnTo>
                <a:lnTo>
                  <a:pt x="36" y="19"/>
                </a:lnTo>
                <a:lnTo>
                  <a:pt x="39" y="17"/>
                </a:lnTo>
                <a:lnTo>
                  <a:pt x="41" y="16"/>
                </a:lnTo>
                <a:lnTo>
                  <a:pt x="44" y="14"/>
                </a:lnTo>
                <a:lnTo>
                  <a:pt x="47" y="13"/>
                </a:lnTo>
                <a:lnTo>
                  <a:pt x="49" y="12"/>
                </a:lnTo>
                <a:lnTo>
                  <a:pt x="52" y="10"/>
                </a:lnTo>
                <a:lnTo>
                  <a:pt x="55" y="9"/>
                </a:lnTo>
                <a:lnTo>
                  <a:pt x="58" y="8"/>
                </a:lnTo>
                <a:lnTo>
                  <a:pt x="61" y="7"/>
                </a:lnTo>
                <a:lnTo>
                  <a:pt x="64" y="6"/>
                </a:lnTo>
                <a:lnTo>
                  <a:pt x="67" y="5"/>
                </a:lnTo>
                <a:lnTo>
                  <a:pt x="70" y="4"/>
                </a:lnTo>
                <a:lnTo>
                  <a:pt x="73" y="3"/>
                </a:lnTo>
                <a:lnTo>
                  <a:pt x="76" y="3"/>
                </a:lnTo>
                <a:lnTo>
                  <a:pt x="79" y="2"/>
                </a:lnTo>
                <a:lnTo>
                  <a:pt x="82" y="2"/>
                </a:lnTo>
                <a:lnTo>
                  <a:pt x="85" y="1"/>
                </a:lnTo>
                <a:lnTo>
                  <a:pt x="88" y="1"/>
                </a:lnTo>
                <a:lnTo>
                  <a:pt x="91" y="1"/>
                </a:lnTo>
                <a:lnTo>
                  <a:pt x="94" y="0"/>
                </a:lnTo>
                <a:lnTo>
                  <a:pt x="98" y="0"/>
                </a:lnTo>
                <a:lnTo>
                  <a:pt x="101" y="0"/>
                </a:lnTo>
                <a:lnTo>
                  <a:pt x="104" y="0"/>
                </a:lnTo>
                <a:lnTo>
                  <a:pt x="107" y="0"/>
                </a:lnTo>
                <a:lnTo>
                  <a:pt x="111" y="1"/>
                </a:lnTo>
                <a:lnTo>
                  <a:pt x="114" y="1"/>
                </a:lnTo>
                <a:lnTo>
                  <a:pt x="118" y="1"/>
                </a:lnTo>
                <a:lnTo>
                  <a:pt x="121" y="2"/>
                </a:lnTo>
                <a:lnTo>
                  <a:pt x="124" y="2"/>
                </a:lnTo>
                <a:lnTo>
                  <a:pt x="127" y="3"/>
                </a:lnTo>
                <a:lnTo>
                  <a:pt x="130" y="3"/>
                </a:lnTo>
                <a:lnTo>
                  <a:pt x="133" y="4"/>
                </a:lnTo>
                <a:lnTo>
                  <a:pt x="136" y="5"/>
                </a:lnTo>
                <a:lnTo>
                  <a:pt x="139" y="6"/>
                </a:lnTo>
                <a:lnTo>
                  <a:pt x="142" y="7"/>
                </a:lnTo>
                <a:lnTo>
                  <a:pt x="145" y="8"/>
                </a:lnTo>
                <a:lnTo>
                  <a:pt x="148" y="9"/>
                </a:lnTo>
                <a:lnTo>
                  <a:pt x="151" y="10"/>
                </a:lnTo>
                <a:lnTo>
                  <a:pt x="153" y="12"/>
                </a:lnTo>
                <a:lnTo>
                  <a:pt x="156" y="13"/>
                </a:lnTo>
                <a:lnTo>
                  <a:pt x="159" y="14"/>
                </a:lnTo>
                <a:lnTo>
                  <a:pt x="161" y="16"/>
                </a:lnTo>
                <a:lnTo>
                  <a:pt x="164" y="17"/>
                </a:lnTo>
                <a:lnTo>
                  <a:pt x="166" y="19"/>
                </a:lnTo>
                <a:lnTo>
                  <a:pt x="169" y="21"/>
                </a:lnTo>
                <a:lnTo>
                  <a:pt x="171" y="22"/>
                </a:lnTo>
                <a:lnTo>
                  <a:pt x="173" y="24"/>
                </a:lnTo>
                <a:lnTo>
                  <a:pt x="176" y="26"/>
                </a:lnTo>
                <a:lnTo>
                  <a:pt x="178" y="28"/>
                </a:lnTo>
                <a:lnTo>
                  <a:pt x="180" y="30"/>
                </a:lnTo>
                <a:lnTo>
                  <a:pt x="182" y="32"/>
                </a:lnTo>
                <a:lnTo>
                  <a:pt x="184" y="34"/>
                </a:lnTo>
                <a:lnTo>
                  <a:pt x="185" y="36"/>
                </a:lnTo>
                <a:lnTo>
                  <a:pt x="187" y="38"/>
                </a:lnTo>
                <a:lnTo>
                  <a:pt x="189" y="40"/>
                </a:lnTo>
                <a:lnTo>
                  <a:pt x="190" y="42"/>
                </a:lnTo>
                <a:lnTo>
                  <a:pt x="192" y="45"/>
                </a:lnTo>
                <a:lnTo>
                  <a:pt x="193" y="47"/>
                </a:lnTo>
                <a:lnTo>
                  <a:pt x="195" y="49"/>
                </a:lnTo>
                <a:lnTo>
                  <a:pt x="196" y="52"/>
                </a:lnTo>
                <a:lnTo>
                  <a:pt x="197" y="54"/>
                </a:lnTo>
                <a:lnTo>
                  <a:pt x="198" y="56"/>
                </a:lnTo>
                <a:lnTo>
                  <a:pt x="199" y="59"/>
                </a:lnTo>
                <a:lnTo>
                  <a:pt x="200" y="61"/>
                </a:lnTo>
                <a:lnTo>
                  <a:pt x="201" y="64"/>
                </a:lnTo>
                <a:lnTo>
                  <a:pt x="201" y="66"/>
                </a:lnTo>
                <a:lnTo>
                  <a:pt x="202" y="69"/>
                </a:lnTo>
                <a:lnTo>
                  <a:pt x="202" y="71"/>
                </a:lnTo>
                <a:lnTo>
                  <a:pt x="202" y="74"/>
                </a:lnTo>
                <a:lnTo>
                  <a:pt x="203" y="76"/>
                </a:lnTo>
                <a:lnTo>
                  <a:pt x="203" y="79"/>
                </a:lnTo>
                <a:lnTo>
                  <a:pt x="203" y="81"/>
                </a:lnTo>
                <a:close/>
              </a:path>
            </a:pathLst>
          </a:custGeom>
          <a:solidFill>
            <a:srgbClr val="fff9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7" name=""/>
          <p:cNvSpPr/>
          <p:nvPr/>
        </p:nvSpPr>
        <p:spPr>
          <a:xfrm>
            <a:off x="4939920" y="1796760"/>
            <a:ext cx="78120" cy="62640"/>
          </a:xfrm>
          <a:custGeom>
            <a:avLst/>
            <a:gdLst/>
            <a:ahLst/>
            <a:rect l="0" t="0" r="r" b="b"/>
            <a:pathLst>
              <a:path w="217" h="174">
                <a:moveTo>
                  <a:pt x="209" y="86"/>
                </a:moveTo>
                <a:lnTo>
                  <a:pt x="209" y="84"/>
                </a:lnTo>
                <a:lnTo>
                  <a:pt x="209" y="81"/>
                </a:lnTo>
                <a:lnTo>
                  <a:pt x="208" y="79"/>
                </a:lnTo>
                <a:lnTo>
                  <a:pt x="208" y="76"/>
                </a:lnTo>
                <a:lnTo>
                  <a:pt x="208" y="74"/>
                </a:lnTo>
                <a:lnTo>
                  <a:pt x="207" y="71"/>
                </a:lnTo>
                <a:lnTo>
                  <a:pt x="207" y="69"/>
                </a:lnTo>
                <a:lnTo>
                  <a:pt x="206" y="66"/>
                </a:lnTo>
                <a:lnTo>
                  <a:pt x="205" y="64"/>
                </a:lnTo>
                <a:lnTo>
                  <a:pt x="204" y="61"/>
                </a:lnTo>
                <a:lnTo>
                  <a:pt x="203" y="59"/>
                </a:lnTo>
                <a:lnTo>
                  <a:pt x="202" y="57"/>
                </a:lnTo>
                <a:lnTo>
                  <a:pt x="201" y="54"/>
                </a:lnTo>
                <a:lnTo>
                  <a:pt x="199" y="52"/>
                </a:lnTo>
                <a:lnTo>
                  <a:pt x="198" y="50"/>
                </a:lnTo>
                <a:lnTo>
                  <a:pt x="196" y="47"/>
                </a:lnTo>
                <a:lnTo>
                  <a:pt x="195" y="45"/>
                </a:lnTo>
                <a:lnTo>
                  <a:pt x="193" y="43"/>
                </a:lnTo>
                <a:lnTo>
                  <a:pt x="191" y="41"/>
                </a:lnTo>
                <a:lnTo>
                  <a:pt x="190" y="39"/>
                </a:lnTo>
                <a:lnTo>
                  <a:pt x="188" y="37"/>
                </a:lnTo>
                <a:lnTo>
                  <a:pt x="186" y="35"/>
                </a:lnTo>
                <a:lnTo>
                  <a:pt x="184" y="33"/>
                </a:lnTo>
                <a:lnTo>
                  <a:pt x="182" y="31"/>
                </a:lnTo>
                <a:lnTo>
                  <a:pt x="179" y="29"/>
                </a:lnTo>
                <a:lnTo>
                  <a:pt x="177" y="27"/>
                </a:lnTo>
                <a:lnTo>
                  <a:pt x="175" y="26"/>
                </a:lnTo>
                <a:lnTo>
                  <a:pt x="172" y="24"/>
                </a:lnTo>
                <a:lnTo>
                  <a:pt x="170" y="22"/>
                </a:lnTo>
                <a:lnTo>
                  <a:pt x="167" y="21"/>
                </a:lnTo>
                <a:lnTo>
                  <a:pt x="165" y="19"/>
                </a:lnTo>
                <a:lnTo>
                  <a:pt x="162" y="18"/>
                </a:lnTo>
                <a:lnTo>
                  <a:pt x="159" y="17"/>
                </a:lnTo>
                <a:lnTo>
                  <a:pt x="157" y="15"/>
                </a:lnTo>
                <a:lnTo>
                  <a:pt x="154" y="14"/>
                </a:lnTo>
                <a:lnTo>
                  <a:pt x="151" y="13"/>
                </a:lnTo>
                <a:lnTo>
                  <a:pt x="148" y="12"/>
                </a:lnTo>
                <a:lnTo>
                  <a:pt x="145" y="11"/>
                </a:lnTo>
                <a:lnTo>
                  <a:pt x="142" y="10"/>
                </a:lnTo>
                <a:lnTo>
                  <a:pt x="139" y="9"/>
                </a:lnTo>
                <a:lnTo>
                  <a:pt x="136" y="8"/>
                </a:lnTo>
                <a:lnTo>
                  <a:pt x="133" y="8"/>
                </a:lnTo>
                <a:lnTo>
                  <a:pt x="130" y="7"/>
                </a:lnTo>
                <a:lnTo>
                  <a:pt x="127" y="7"/>
                </a:lnTo>
                <a:lnTo>
                  <a:pt x="124" y="6"/>
                </a:lnTo>
                <a:lnTo>
                  <a:pt x="120" y="6"/>
                </a:lnTo>
                <a:lnTo>
                  <a:pt x="117" y="6"/>
                </a:lnTo>
                <a:lnTo>
                  <a:pt x="114" y="5"/>
                </a:lnTo>
                <a:lnTo>
                  <a:pt x="111" y="5"/>
                </a:lnTo>
                <a:lnTo>
                  <a:pt x="108" y="5"/>
                </a:lnTo>
                <a:lnTo>
                  <a:pt x="105" y="5"/>
                </a:lnTo>
                <a:lnTo>
                  <a:pt x="101" y="5"/>
                </a:lnTo>
                <a:lnTo>
                  <a:pt x="98" y="6"/>
                </a:lnTo>
                <a:lnTo>
                  <a:pt x="95" y="6"/>
                </a:lnTo>
                <a:lnTo>
                  <a:pt x="92" y="6"/>
                </a:lnTo>
                <a:lnTo>
                  <a:pt x="89" y="7"/>
                </a:lnTo>
                <a:lnTo>
                  <a:pt x="86" y="7"/>
                </a:lnTo>
                <a:lnTo>
                  <a:pt x="83" y="8"/>
                </a:lnTo>
                <a:lnTo>
                  <a:pt x="80" y="8"/>
                </a:lnTo>
                <a:lnTo>
                  <a:pt x="77" y="9"/>
                </a:lnTo>
                <a:lnTo>
                  <a:pt x="74" y="10"/>
                </a:lnTo>
                <a:lnTo>
                  <a:pt x="71" y="11"/>
                </a:lnTo>
                <a:lnTo>
                  <a:pt x="68" y="12"/>
                </a:lnTo>
                <a:lnTo>
                  <a:pt x="65" y="13"/>
                </a:lnTo>
                <a:lnTo>
                  <a:pt x="62" y="14"/>
                </a:lnTo>
                <a:lnTo>
                  <a:pt x="59" y="15"/>
                </a:lnTo>
                <a:lnTo>
                  <a:pt x="56" y="17"/>
                </a:lnTo>
                <a:lnTo>
                  <a:pt x="54" y="18"/>
                </a:lnTo>
                <a:lnTo>
                  <a:pt x="51" y="19"/>
                </a:lnTo>
                <a:lnTo>
                  <a:pt x="48" y="21"/>
                </a:lnTo>
                <a:lnTo>
                  <a:pt x="46" y="22"/>
                </a:lnTo>
                <a:lnTo>
                  <a:pt x="43" y="24"/>
                </a:lnTo>
                <a:lnTo>
                  <a:pt x="41" y="26"/>
                </a:lnTo>
                <a:lnTo>
                  <a:pt x="39" y="27"/>
                </a:lnTo>
                <a:lnTo>
                  <a:pt x="36" y="29"/>
                </a:lnTo>
                <a:lnTo>
                  <a:pt x="34" y="31"/>
                </a:lnTo>
                <a:lnTo>
                  <a:pt x="32" y="33"/>
                </a:lnTo>
                <a:lnTo>
                  <a:pt x="30" y="35"/>
                </a:lnTo>
                <a:lnTo>
                  <a:pt x="28" y="37"/>
                </a:lnTo>
                <a:lnTo>
                  <a:pt x="26" y="39"/>
                </a:lnTo>
                <a:lnTo>
                  <a:pt x="24" y="41"/>
                </a:lnTo>
                <a:lnTo>
                  <a:pt x="22" y="43"/>
                </a:lnTo>
                <a:lnTo>
                  <a:pt x="21" y="45"/>
                </a:lnTo>
                <a:lnTo>
                  <a:pt x="19" y="47"/>
                </a:lnTo>
                <a:lnTo>
                  <a:pt x="18" y="50"/>
                </a:lnTo>
                <a:lnTo>
                  <a:pt x="16" y="52"/>
                </a:lnTo>
                <a:lnTo>
                  <a:pt x="15" y="54"/>
                </a:lnTo>
                <a:lnTo>
                  <a:pt x="14" y="57"/>
                </a:lnTo>
                <a:lnTo>
                  <a:pt x="13" y="59"/>
                </a:lnTo>
                <a:lnTo>
                  <a:pt x="12" y="61"/>
                </a:lnTo>
                <a:lnTo>
                  <a:pt x="11" y="64"/>
                </a:lnTo>
                <a:lnTo>
                  <a:pt x="10" y="66"/>
                </a:lnTo>
                <a:lnTo>
                  <a:pt x="9" y="69"/>
                </a:lnTo>
                <a:lnTo>
                  <a:pt x="8" y="71"/>
                </a:lnTo>
                <a:lnTo>
                  <a:pt x="8" y="74"/>
                </a:lnTo>
                <a:lnTo>
                  <a:pt x="7" y="76"/>
                </a:lnTo>
                <a:lnTo>
                  <a:pt x="7" y="79"/>
                </a:lnTo>
                <a:lnTo>
                  <a:pt x="7" y="81"/>
                </a:lnTo>
                <a:lnTo>
                  <a:pt x="7" y="84"/>
                </a:lnTo>
                <a:lnTo>
                  <a:pt x="7" y="86"/>
                </a:lnTo>
                <a:lnTo>
                  <a:pt x="7" y="89"/>
                </a:lnTo>
                <a:lnTo>
                  <a:pt x="7" y="91"/>
                </a:lnTo>
                <a:lnTo>
                  <a:pt x="7" y="94"/>
                </a:lnTo>
                <a:lnTo>
                  <a:pt x="7" y="97"/>
                </a:lnTo>
                <a:lnTo>
                  <a:pt x="8" y="99"/>
                </a:lnTo>
                <a:lnTo>
                  <a:pt x="8" y="102"/>
                </a:lnTo>
                <a:lnTo>
                  <a:pt x="9" y="104"/>
                </a:lnTo>
                <a:lnTo>
                  <a:pt x="10" y="107"/>
                </a:lnTo>
                <a:lnTo>
                  <a:pt x="11" y="109"/>
                </a:lnTo>
                <a:lnTo>
                  <a:pt x="12" y="111"/>
                </a:lnTo>
                <a:lnTo>
                  <a:pt x="13" y="115"/>
                </a:lnTo>
                <a:lnTo>
                  <a:pt x="14" y="117"/>
                </a:lnTo>
                <a:lnTo>
                  <a:pt x="15" y="120"/>
                </a:lnTo>
                <a:lnTo>
                  <a:pt x="16" y="122"/>
                </a:lnTo>
                <a:lnTo>
                  <a:pt x="18" y="124"/>
                </a:lnTo>
                <a:lnTo>
                  <a:pt x="19" y="126"/>
                </a:lnTo>
                <a:lnTo>
                  <a:pt x="21" y="129"/>
                </a:lnTo>
                <a:lnTo>
                  <a:pt x="22" y="131"/>
                </a:lnTo>
                <a:lnTo>
                  <a:pt x="24" y="133"/>
                </a:lnTo>
                <a:lnTo>
                  <a:pt x="26" y="135"/>
                </a:lnTo>
                <a:lnTo>
                  <a:pt x="28" y="137"/>
                </a:lnTo>
                <a:lnTo>
                  <a:pt x="30" y="139"/>
                </a:lnTo>
                <a:lnTo>
                  <a:pt x="32" y="141"/>
                </a:lnTo>
                <a:lnTo>
                  <a:pt x="34" y="143"/>
                </a:lnTo>
                <a:lnTo>
                  <a:pt x="36" y="145"/>
                </a:lnTo>
                <a:lnTo>
                  <a:pt x="39" y="147"/>
                </a:lnTo>
                <a:lnTo>
                  <a:pt x="41" y="148"/>
                </a:lnTo>
                <a:lnTo>
                  <a:pt x="43" y="150"/>
                </a:lnTo>
                <a:lnTo>
                  <a:pt x="46" y="151"/>
                </a:lnTo>
                <a:lnTo>
                  <a:pt x="48" y="153"/>
                </a:lnTo>
                <a:lnTo>
                  <a:pt x="51" y="154"/>
                </a:lnTo>
                <a:lnTo>
                  <a:pt x="54" y="156"/>
                </a:lnTo>
                <a:lnTo>
                  <a:pt x="56" y="157"/>
                </a:lnTo>
                <a:lnTo>
                  <a:pt x="59" y="158"/>
                </a:lnTo>
                <a:lnTo>
                  <a:pt x="62" y="160"/>
                </a:lnTo>
                <a:lnTo>
                  <a:pt x="65" y="161"/>
                </a:lnTo>
                <a:lnTo>
                  <a:pt x="68" y="162"/>
                </a:lnTo>
                <a:lnTo>
                  <a:pt x="71" y="163"/>
                </a:lnTo>
                <a:lnTo>
                  <a:pt x="74" y="164"/>
                </a:lnTo>
                <a:lnTo>
                  <a:pt x="77" y="165"/>
                </a:lnTo>
                <a:lnTo>
                  <a:pt x="80" y="165"/>
                </a:lnTo>
                <a:lnTo>
                  <a:pt x="83" y="166"/>
                </a:lnTo>
                <a:lnTo>
                  <a:pt x="86" y="167"/>
                </a:lnTo>
                <a:lnTo>
                  <a:pt x="89" y="167"/>
                </a:lnTo>
                <a:lnTo>
                  <a:pt x="92" y="168"/>
                </a:lnTo>
                <a:lnTo>
                  <a:pt x="95" y="168"/>
                </a:lnTo>
                <a:lnTo>
                  <a:pt x="98" y="168"/>
                </a:lnTo>
                <a:lnTo>
                  <a:pt x="101" y="168"/>
                </a:lnTo>
                <a:lnTo>
                  <a:pt x="105" y="168"/>
                </a:lnTo>
                <a:lnTo>
                  <a:pt x="108" y="169"/>
                </a:lnTo>
                <a:lnTo>
                  <a:pt x="111" y="168"/>
                </a:lnTo>
                <a:lnTo>
                  <a:pt x="114" y="168"/>
                </a:lnTo>
                <a:lnTo>
                  <a:pt x="117" y="168"/>
                </a:lnTo>
                <a:lnTo>
                  <a:pt x="120" y="168"/>
                </a:lnTo>
                <a:lnTo>
                  <a:pt x="124" y="168"/>
                </a:lnTo>
                <a:lnTo>
                  <a:pt x="127" y="167"/>
                </a:lnTo>
                <a:lnTo>
                  <a:pt x="130" y="167"/>
                </a:lnTo>
                <a:lnTo>
                  <a:pt x="133" y="166"/>
                </a:lnTo>
                <a:lnTo>
                  <a:pt x="136" y="165"/>
                </a:lnTo>
                <a:lnTo>
                  <a:pt x="139" y="165"/>
                </a:lnTo>
                <a:lnTo>
                  <a:pt x="142" y="164"/>
                </a:lnTo>
                <a:lnTo>
                  <a:pt x="145" y="163"/>
                </a:lnTo>
                <a:lnTo>
                  <a:pt x="148" y="162"/>
                </a:lnTo>
                <a:lnTo>
                  <a:pt x="151" y="161"/>
                </a:lnTo>
                <a:lnTo>
                  <a:pt x="154" y="160"/>
                </a:lnTo>
                <a:lnTo>
                  <a:pt x="157" y="158"/>
                </a:lnTo>
                <a:lnTo>
                  <a:pt x="159" y="157"/>
                </a:lnTo>
                <a:lnTo>
                  <a:pt x="162" y="156"/>
                </a:lnTo>
                <a:lnTo>
                  <a:pt x="165" y="154"/>
                </a:lnTo>
                <a:lnTo>
                  <a:pt x="167" y="153"/>
                </a:lnTo>
                <a:lnTo>
                  <a:pt x="170" y="151"/>
                </a:lnTo>
                <a:lnTo>
                  <a:pt x="172" y="150"/>
                </a:lnTo>
                <a:lnTo>
                  <a:pt x="175" y="148"/>
                </a:lnTo>
                <a:lnTo>
                  <a:pt x="177" y="147"/>
                </a:lnTo>
                <a:lnTo>
                  <a:pt x="179" y="145"/>
                </a:lnTo>
                <a:lnTo>
                  <a:pt x="182" y="143"/>
                </a:lnTo>
                <a:lnTo>
                  <a:pt x="184" y="141"/>
                </a:lnTo>
                <a:lnTo>
                  <a:pt x="186" y="139"/>
                </a:lnTo>
                <a:lnTo>
                  <a:pt x="188" y="137"/>
                </a:lnTo>
                <a:lnTo>
                  <a:pt x="190" y="135"/>
                </a:lnTo>
                <a:lnTo>
                  <a:pt x="191" y="133"/>
                </a:lnTo>
                <a:lnTo>
                  <a:pt x="193" y="131"/>
                </a:lnTo>
                <a:lnTo>
                  <a:pt x="195" y="129"/>
                </a:lnTo>
                <a:lnTo>
                  <a:pt x="196" y="126"/>
                </a:lnTo>
                <a:lnTo>
                  <a:pt x="198" y="124"/>
                </a:lnTo>
                <a:lnTo>
                  <a:pt x="199" y="122"/>
                </a:lnTo>
                <a:lnTo>
                  <a:pt x="201" y="120"/>
                </a:lnTo>
                <a:lnTo>
                  <a:pt x="202" y="117"/>
                </a:lnTo>
                <a:lnTo>
                  <a:pt x="203" y="115"/>
                </a:lnTo>
                <a:lnTo>
                  <a:pt x="204" y="111"/>
                </a:lnTo>
                <a:lnTo>
                  <a:pt x="205" y="109"/>
                </a:lnTo>
                <a:lnTo>
                  <a:pt x="206" y="107"/>
                </a:lnTo>
                <a:lnTo>
                  <a:pt x="207" y="104"/>
                </a:lnTo>
                <a:lnTo>
                  <a:pt x="207" y="102"/>
                </a:lnTo>
                <a:lnTo>
                  <a:pt x="208" y="99"/>
                </a:lnTo>
                <a:lnTo>
                  <a:pt x="208" y="97"/>
                </a:lnTo>
                <a:lnTo>
                  <a:pt x="208" y="94"/>
                </a:lnTo>
                <a:lnTo>
                  <a:pt x="209" y="91"/>
                </a:lnTo>
                <a:lnTo>
                  <a:pt x="209" y="89"/>
                </a:lnTo>
                <a:lnTo>
                  <a:pt x="209" y="86"/>
                </a:lnTo>
                <a:moveTo>
                  <a:pt x="217" y="86"/>
                </a:moveTo>
                <a:lnTo>
                  <a:pt x="217" y="89"/>
                </a:lnTo>
                <a:lnTo>
                  <a:pt x="217" y="92"/>
                </a:lnTo>
                <a:lnTo>
                  <a:pt x="216" y="95"/>
                </a:lnTo>
                <a:lnTo>
                  <a:pt x="216" y="97"/>
                </a:lnTo>
                <a:lnTo>
                  <a:pt x="216" y="100"/>
                </a:lnTo>
                <a:lnTo>
                  <a:pt x="215" y="103"/>
                </a:lnTo>
                <a:lnTo>
                  <a:pt x="214" y="105"/>
                </a:lnTo>
                <a:lnTo>
                  <a:pt x="213" y="108"/>
                </a:lnTo>
                <a:lnTo>
                  <a:pt x="213" y="111"/>
                </a:lnTo>
                <a:lnTo>
                  <a:pt x="212" y="114"/>
                </a:lnTo>
                <a:lnTo>
                  <a:pt x="209" y="117"/>
                </a:lnTo>
                <a:lnTo>
                  <a:pt x="208" y="119"/>
                </a:lnTo>
                <a:lnTo>
                  <a:pt x="207" y="122"/>
                </a:lnTo>
                <a:lnTo>
                  <a:pt x="206" y="124"/>
                </a:lnTo>
                <a:lnTo>
                  <a:pt x="204" y="127"/>
                </a:lnTo>
                <a:lnTo>
                  <a:pt x="202" y="129"/>
                </a:lnTo>
                <a:lnTo>
                  <a:pt x="201" y="131"/>
                </a:lnTo>
                <a:lnTo>
                  <a:pt x="199" y="134"/>
                </a:lnTo>
                <a:lnTo>
                  <a:pt x="197" y="136"/>
                </a:lnTo>
                <a:lnTo>
                  <a:pt x="195" y="138"/>
                </a:lnTo>
                <a:lnTo>
                  <a:pt x="193" y="140"/>
                </a:lnTo>
                <a:lnTo>
                  <a:pt x="191" y="143"/>
                </a:lnTo>
                <a:lnTo>
                  <a:pt x="189" y="145"/>
                </a:lnTo>
                <a:lnTo>
                  <a:pt x="187" y="147"/>
                </a:lnTo>
                <a:lnTo>
                  <a:pt x="184" y="149"/>
                </a:lnTo>
                <a:lnTo>
                  <a:pt x="182" y="151"/>
                </a:lnTo>
                <a:lnTo>
                  <a:pt x="179" y="152"/>
                </a:lnTo>
                <a:lnTo>
                  <a:pt x="177" y="154"/>
                </a:lnTo>
                <a:lnTo>
                  <a:pt x="174" y="156"/>
                </a:lnTo>
                <a:lnTo>
                  <a:pt x="171" y="157"/>
                </a:lnTo>
                <a:lnTo>
                  <a:pt x="169" y="159"/>
                </a:lnTo>
                <a:lnTo>
                  <a:pt x="166" y="161"/>
                </a:lnTo>
                <a:lnTo>
                  <a:pt x="163" y="162"/>
                </a:lnTo>
                <a:lnTo>
                  <a:pt x="160" y="163"/>
                </a:lnTo>
                <a:lnTo>
                  <a:pt x="157" y="165"/>
                </a:lnTo>
                <a:lnTo>
                  <a:pt x="154" y="166"/>
                </a:lnTo>
                <a:lnTo>
                  <a:pt x="151" y="167"/>
                </a:lnTo>
                <a:lnTo>
                  <a:pt x="148" y="168"/>
                </a:lnTo>
                <a:lnTo>
                  <a:pt x="144" y="169"/>
                </a:lnTo>
                <a:lnTo>
                  <a:pt x="141" y="170"/>
                </a:lnTo>
                <a:lnTo>
                  <a:pt x="138" y="171"/>
                </a:lnTo>
                <a:lnTo>
                  <a:pt x="135" y="171"/>
                </a:lnTo>
                <a:lnTo>
                  <a:pt x="131" y="172"/>
                </a:lnTo>
                <a:lnTo>
                  <a:pt x="128" y="173"/>
                </a:lnTo>
                <a:lnTo>
                  <a:pt x="125" y="173"/>
                </a:lnTo>
                <a:lnTo>
                  <a:pt x="121" y="173"/>
                </a:lnTo>
                <a:lnTo>
                  <a:pt x="118" y="174"/>
                </a:lnTo>
                <a:lnTo>
                  <a:pt x="115" y="174"/>
                </a:lnTo>
                <a:lnTo>
                  <a:pt x="111" y="174"/>
                </a:lnTo>
                <a:lnTo>
                  <a:pt x="108" y="174"/>
                </a:lnTo>
                <a:lnTo>
                  <a:pt x="104" y="174"/>
                </a:lnTo>
                <a:lnTo>
                  <a:pt x="101" y="174"/>
                </a:lnTo>
                <a:lnTo>
                  <a:pt x="98" y="174"/>
                </a:lnTo>
                <a:lnTo>
                  <a:pt x="94" y="173"/>
                </a:lnTo>
                <a:lnTo>
                  <a:pt x="91" y="173"/>
                </a:lnTo>
                <a:lnTo>
                  <a:pt x="88" y="173"/>
                </a:lnTo>
                <a:lnTo>
                  <a:pt x="84" y="172"/>
                </a:lnTo>
                <a:lnTo>
                  <a:pt x="81" y="171"/>
                </a:lnTo>
                <a:lnTo>
                  <a:pt x="78" y="171"/>
                </a:lnTo>
                <a:lnTo>
                  <a:pt x="74" y="170"/>
                </a:lnTo>
                <a:lnTo>
                  <a:pt x="71" y="169"/>
                </a:lnTo>
                <a:lnTo>
                  <a:pt x="68" y="168"/>
                </a:lnTo>
                <a:lnTo>
                  <a:pt x="65" y="167"/>
                </a:lnTo>
                <a:lnTo>
                  <a:pt x="62" y="166"/>
                </a:lnTo>
                <a:lnTo>
                  <a:pt x="59" y="165"/>
                </a:lnTo>
                <a:lnTo>
                  <a:pt x="56" y="163"/>
                </a:lnTo>
                <a:lnTo>
                  <a:pt x="53" y="162"/>
                </a:lnTo>
                <a:lnTo>
                  <a:pt x="50" y="161"/>
                </a:lnTo>
                <a:lnTo>
                  <a:pt x="47" y="159"/>
                </a:lnTo>
                <a:lnTo>
                  <a:pt x="44" y="157"/>
                </a:lnTo>
                <a:lnTo>
                  <a:pt x="42" y="156"/>
                </a:lnTo>
                <a:lnTo>
                  <a:pt x="39" y="154"/>
                </a:lnTo>
                <a:lnTo>
                  <a:pt x="36" y="152"/>
                </a:lnTo>
                <a:lnTo>
                  <a:pt x="34" y="151"/>
                </a:lnTo>
                <a:lnTo>
                  <a:pt x="31" y="149"/>
                </a:lnTo>
                <a:lnTo>
                  <a:pt x="29" y="147"/>
                </a:lnTo>
                <a:lnTo>
                  <a:pt x="27" y="145"/>
                </a:lnTo>
                <a:lnTo>
                  <a:pt x="25" y="143"/>
                </a:lnTo>
                <a:lnTo>
                  <a:pt x="22" y="140"/>
                </a:lnTo>
                <a:lnTo>
                  <a:pt x="20" y="138"/>
                </a:lnTo>
                <a:lnTo>
                  <a:pt x="18" y="136"/>
                </a:lnTo>
                <a:lnTo>
                  <a:pt x="17" y="134"/>
                </a:lnTo>
                <a:lnTo>
                  <a:pt x="15" y="131"/>
                </a:lnTo>
                <a:lnTo>
                  <a:pt x="13" y="129"/>
                </a:lnTo>
                <a:lnTo>
                  <a:pt x="12" y="127"/>
                </a:lnTo>
                <a:lnTo>
                  <a:pt x="10" y="124"/>
                </a:lnTo>
                <a:lnTo>
                  <a:pt x="9" y="122"/>
                </a:lnTo>
                <a:lnTo>
                  <a:pt x="7" y="119"/>
                </a:lnTo>
                <a:lnTo>
                  <a:pt x="6" y="117"/>
                </a:lnTo>
                <a:lnTo>
                  <a:pt x="5" y="114"/>
                </a:lnTo>
                <a:lnTo>
                  <a:pt x="4" y="111"/>
                </a:lnTo>
                <a:lnTo>
                  <a:pt x="3" y="108"/>
                </a:lnTo>
                <a:lnTo>
                  <a:pt x="2" y="105"/>
                </a:lnTo>
                <a:lnTo>
                  <a:pt x="2" y="103"/>
                </a:lnTo>
                <a:lnTo>
                  <a:pt x="1" y="100"/>
                </a:lnTo>
                <a:lnTo>
                  <a:pt x="1" y="97"/>
                </a:lnTo>
                <a:lnTo>
                  <a:pt x="0" y="95"/>
                </a:lnTo>
                <a:lnTo>
                  <a:pt x="0" y="92"/>
                </a:lnTo>
                <a:lnTo>
                  <a:pt x="0" y="89"/>
                </a:lnTo>
                <a:lnTo>
                  <a:pt x="0" y="86"/>
                </a:lnTo>
                <a:lnTo>
                  <a:pt x="0" y="84"/>
                </a:lnTo>
                <a:lnTo>
                  <a:pt x="0" y="81"/>
                </a:lnTo>
                <a:lnTo>
                  <a:pt x="0" y="78"/>
                </a:lnTo>
                <a:lnTo>
                  <a:pt x="1" y="76"/>
                </a:lnTo>
                <a:lnTo>
                  <a:pt x="1" y="73"/>
                </a:lnTo>
                <a:lnTo>
                  <a:pt x="2" y="70"/>
                </a:lnTo>
                <a:lnTo>
                  <a:pt x="2" y="67"/>
                </a:lnTo>
                <a:lnTo>
                  <a:pt x="3" y="65"/>
                </a:lnTo>
                <a:lnTo>
                  <a:pt x="4" y="62"/>
                </a:lnTo>
                <a:lnTo>
                  <a:pt x="5" y="60"/>
                </a:lnTo>
                <a:lnTo>
                  <a:pt x="6" y="57"/>
                </a:lnTo>
                <a:lnTo>
                  <a:pt x="7" y="54"/>
                </a:lnTo>
                <a:lnTo>
                  <a:pt x="9" y="52"/>
                </a:lnTo>
                <a:lnTo>
                  <a:pt x="10" y="49"/>
                </a:lnTo>
                <a:lnTo>
                  <a:pt x="12" y="47"/>
                </a:lnTo>
                <a:lnTo>
                  <a:pt x="13" y="45"/>
                </a:lnTo>
                <a:lnTo>
                  <a:pt x="15" y="42"/>
                </a:lnTo>
                <a:lnTo>
                  <a:pt x="17" y="40"/>
                </a:lnTo>
                <a:lnTo>
                  <a:pt x="18" y="38"/>
                </a:lnTo>
                <a:lnTo>
                  <a:pt x="20" y="35"/>
                </a:lnTo>
                <a:lnTo>
                  <a:pt x="22" y="33"/>
                </a:lnTo>
                <a:lnTo>
                  <a:pt x="25" y="31"/>
                </a:lnTo>
                <a:lnTo>
                  <a:pt x="27" y="29"/>
                </a:lnTo>
                <a:lnTo>
                  <a:pt x="29" y="27"/>
                </a:lnTo>
                <a:lnTo>
                  <a:pt x="31" y="25"/>
                </a:lnTo>
                <a:lnTo>
                  <a:pt x="34" y="23"/>
                </a:lnTo>
                <a:lnTo>
                  <a:pt x="36" y="21"/>
                </a:lnTo>
                <a:lnTo>
                  <a:pt x="39" y="20"/>
                </a:lnTo>
                <a:lnTo>
                  <a:pt x="42" y="18"/>
                </a:lnTo>
                <a:lnTo>
                  <a:pt x="44" y="16"/>
                </a:lnTo>
                <a:lnTo>
                  <a:pt x="47" y="15"/>
                </a:lnTo>
                <a:lnTo>
                  <a:pt x="50" y="13"/>
                </a:lnTo>
                <a:lnTo>
                  <a:pt x="53" y="12"/>
                </a:lnTo>
                <a:lnTo>
                  <a:pt x="56" y="10"/>
                </a:lnTo>
                <a:lnTo>
                  <a:pt x="59" y="9"/>
                </a:lnTo>
                <a:lnTo>
                  <a:pt x="62" y="8"/>
                </a:lnTo>
                <a:lnTo>
                  <a:pt x="65" y="7"/>
                </a:lnTo>
                <a:lnTo>
                  <a:pt x="68" y="6"/>
                </a:lnTo>
                <a:lnTo>
                  <a:pt x="71" y="5"/>
                </a:lnTo>
                <a:lnTo>
                  <a:pt x="74" y="4"/>
                </a:lnTo>
                <a:lnTo>
                  <a:pt x="78" y="3"/>
                </a:lnTo>
                <a:lnTo>
                  <a:pt x="81" y="2"/>
                </a:lnTo>
                <a:lnTo>
                  <a:pt x="84" y="2"/>
                </a:lnTo>
                <a:lnTo>
                  <a:pt x="88" y="1"/>
                </a:lnTo>
                <a:lnTo>
                  <a:pt x="91" y="1"/>
                </a:lnTo>
                <a:lnTo>
                  <a:pt x="94" y="0"/>
                </a:lnTo>
                <a:lnTo>
                  <a:pt x="98" y="0"/>
                </a:lnTo>
                <a:lnTo>
                  <a:pt x="101" y="0"/>
                </a:lnTo>
                <a:lnTo>
                  <a:pt x="104" y="0"/>
                </a:lnTo>
                <a:lnTo>
                  <a:pt x="108" y="0"/>
                </a:lnTo>
                <a:lnTo>
                  <a:pt x="111" y="0"/>
                </a:lnTo>
                <a:lnTo>
                  <a:pt x="115" y="0"/>
                </a:lnTo>
                <a:lnTo>
                  <a:pt x="118" y="0"/>
                </a:lnTo>
                <a:lnTo>
                  <a:pt x="121" y="0"/>
                </a:lnTo>
                <a:lnTo>
                  <a:pt x="125" y="1"/>
                </a:lnTo>
                <a:lnTo>
                  <a:pt x="128" y="1"/>
                </a:lnTo>
                <a:lnTo>
                  <a:pt x="131" y="2"/>
                </a:lnTo>
                <a:lnTo>
                  <a:pt x="135" y="2"/>
                </a:lnTo>
                <a:lnTo>
                  <a:pt x="138" y="3"/>
                </a:lnTo>
                <a:lnTo>
                  <a:pt x="141" y="4"/>
                </a:lnTo>
                <a:lnTo>
                  <a:pt x="144" y="5"/>
                </a:lnTo>
                <a:lnTo>
                  <a:pt x="148" y="6"/>
                </a:lnTo>
                <a:lnTo>
                  <a:pt x="151" y="7"/>
                </a:lnTo>
                <a:lnTo>
                  <a:pt x="154" y="8"/>
                </a:lnTo>
                <a:lnTo>
                  <a:pt x="157" y="9"/>
                </a:lnTo>
                <a:lnTo>
                  <a:pt x="160" y="10"/>
                </a:lnTo>
                <a:lnTo>
                  <a:pt x="163" y="12"/>
                </a:lnTo>
                <a:lnTo>
                  <a:pt x="166" y="13"/>
                </a:lnTo>
                <a:lnTo>
                  <a:pt x="169" y="15"/>
                </a:lnTo>
                <a:lnTo>
                  <a:pt x="171" y="16"/>
                </a:lnTo>
                <a:lnTo>
                  <a:pt x="174" y="18"/>
                </a:lnTo>
                <a:lnTo>
                  <a:pt x="177" y="20"/>
                </a:lnTo>
                <a:lnTo>
                  <a:pt x="179" y="21"/>
                </a:lnTo>
                <a:lnTo>
                  <a:pt x="182" y="23"/>
                </a:lnTo>
                <a:lnTo>
                  <a:pt x="184" y="25"/>
                </a:lnTo>
                <a:lnTo>
                  <a:pt x="187" y="27"/>
                </a:lnTo>
                <a:lnTo>
                  <a:pt x="189" y="29"/>
                </a:lnTo>
                <a:lnTo>
                  <a:pt x="191" y="31"/>
                </a:lnTo>
                <a:lnTo>
                  <a:pt x="193" y="33"/>
                </a:lnTo>
                <a:lnTo>
                  <a:pt x="195" y="35"/>
                </a:lnTo>
                <a:lnTo>
                  <a:pt x="197" y="38"/>
                </a:lnTo>
                <a:lnTo>
                  <a:pt x="199" y="40"/>
                </a:lnTo>
                <a:lnTo>
                  <a:pt x="201" y="42"/>
                </a:lnTo>
                <a:lnTo>
                  <a:pt x="202" y="45"/>
                </a:lnTo>
                <a:lnTo>
                  <a:pt x="204" y="47"/>
                </a:lnTo>
                <a:lnTo>
                  <a:pt x="206" y="49"/>
                </a:lnTo>
                <a:lnTo>
                  <a:pt x="207" y="52"/>
                </a:lnTo>
                <a:lnTo>
                  <a:pt x="208" y="54"/>
                </a:lnTo>
                <a:lnTo>
                  <a:pt x="209" y="57"/>
                </a:lnTo>
                <a:lnTo>
                  <a:pt x="212" y="60"/>
                </a:lnTo>
                <a:lnTo>
                  <a:pt x="213" y="62"/>
                </a:lnTo>
                <a:lnTo>
                  <a:pt x="213" y="65"/>
                </a:lnTo>
                <a:lnTo>
                  <a:pt x="214" y="67"/>
                </a:lnTo>
                <a:lnTo>
                  <a:pt x="215" y="70"/>
                </a:lnTo>
                <a:lnTo>
                  <a:pt x="216" y="73"/>
                </a:lnTo>
                <a:lnTo>
                  <a:pt x="216" y="76"/>
                </a:lnTo>
                <a:lnTo>
                  <a:pt x="216" y="78"/>
                </a:lnTo>
                <a:lnTo>
                  <a:pt x="217" y="81"/>
                </a:lnTo>
                <a:lnTo>
                  <a:pt x="217" y="84"/>
                </a:lnTo>
                <a:lnTo>
                  <a:pt x="217" y="86"/>
                </a:lnTo>
                <a:close/>
              </a:path>
            </a:pathLst>
          </a:custGeom>
          <a:solidFill>
            <a:srgbClr val="fff9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8" name=""/>
          <p:cNvSpPr/>
          <p:nvPr/>
        </p:nvSpPr>
        <p:spPr>
          <a:xfrm>
            <a:off x="4937400" y="1794600"/>
            <a:ext cx="83160" cy="66960"/>
          </a:xfrm>
          <a:custGeom>
            <a:avLst/>
            <a:gdLst/>
            <a:ahLst/>
            <a:rect l="0" t="0" r="r" b="b"/>
            <a:pathLst>
              <a:path w="231" h="186">
                <a:moveTo>
                  <a:pt x="224" y="93"/>
                </a:moveTo>
                <a:lnTo>
                  <a:pt x="224" y="91"/>
                </a:lnTo>
                <a:lnTo>
                  <a:pt x="224" y="88"/>
                </a:lnTo>
                <a:lnTo>
                  <a:pt x="223" y="85"/>
                </a:lnTo>
                <a:lnTo>
                  <a:pt x="223" y="83"/>
                </a:lnTo>
                <a:lnTo>
                  <a:pt x="223" y="80"/>
                </a:lnTo>
                <a:lnTo>
                  <a:pt x="222" y="77"/>
                </a:lnTo>
                <a:lnTo>
                  <a:pt x="221" y="73"/>
                </a:lnTo>
                <a:lnTo>
                  <a:pt x="220" y="71"/>
                </a:lnTo>
                <a:lnTo>
                  <a:pt x="220" y="68"/>
                </a:lnTo>
                <a:lnTo>
                  <a:pt x="219" y="66"/>
                </a:lnTo>
                <a:lnTo>
                  <a:pt x="217" y="63"/>
                </a:lnTo>
                <a:lnTo>
                  <a:pt x="216" y="60"/>
                </a:lnTo>
                <a:lnTo>
                  <a:pt x="215" y="58"/>
                </a:lnTo>
                <a:lnTo>
                  <a:pt x="214" y="55"/>
                </a:lnTo>
                <a:lnTo>
                  <a:pt x="212" y="53"/>
                </a:lnTo>
                <a:lnTo>
                  <a:pt x="210" y="51"/>
                </a:lnTo>
                <a:lnTo>
                  <a:pt x="209" y="48"/>
                </a:lnTo>
                <a:lnTo>
                  <a:pt x="207" y="46"/>
                </a:lnTo>
                <a:lnTo>
                  <a:pt x="205" y="44"/>
                </a:lnTo>
                <a:lnTo>
                  <a:pt x="203" y="41"/>
                </a:lnTo>
                <a:lnTo>
                  <a:pt x="201" y="39"/>
                </a:lnTo>
                <a:lnTo>
                  <a:pt x="199" y="37"/>
                </a:lnTo>
                <a:lnTo>
                  <a:pt x="197" y="35"/>
                </a:lnTo>
                <a:lnTo>
                  <a:pt x="195" y="33"/>
                </a:lnTo>
                <a:lnTo>
                  <a:pt x="192" y="31"/>
                </a:lnTo>
                <a:lnTo>
                  <a:pt x="190" y="29"/>
                </a:lnTo>
                <a:lnTo>
                  <a:pt x="187" y="27"/>
                </a:lnTo>
                <a:lnTo>
                  <a:pt x="185" y="26"/>
                </a:lnTo>
                <a:lnTo>
                  <a:pt x="182" y="24"/>
                </a:lnTo>
                <a:lnTo>
                  <a:pt x="179" y="22"/>
                </a:lnTo>
                <a:lnTo>
                  <a:pt x="177" y="21"/>
                </a:lnTo>
                <a:lnTo>
                  <a:pt x="174" y="19"/>
                </a:lnTo>
                <a:lnTo>
                  <a:pt x="171" y="18"/>
                </a:lnTo>
                <a:lnTo>
                  <a:pt x="168" y="16"/>
                </a:lnTo>
                <a:lnTo>
                  <a:pt x="165" y="15"/>
                </a:lnTo>
                <a:lnTo>
                  <a:pt x="162" y="14"/>
                </a:lnTo>
                <a:lnTo>
                  <a:pt x="159" y="13"/>
                </a:lnTo>
                <a:lnTo>
                  <a:pt x="156" y="12"/>
                </a:lnTo>
                <a:lnTo>
                  <a:pt x="152" y="11"/>
                </a:lnTo>
                <a:lnTo>
                  <a:pt x="149" y="10"/>
                </a:lnTo>
                <a:lnTo>
                  <a:pt x="146" y="9"/>
                </a:lnTo>
                <a:lnTo>
                  <a:pt x="143" y="8"/>
                </a:lnTo>
                <a:lnTo>
                  <a:pt x="138" y="8"/>
                </a:lnTo>
                <a:lnTo>
                  <a:pt x="135" y="7"/>
                </a:lnTo>
                <a:lnTo>
                  <a:pt x="132" y="7"/>
                </a:lnTo>
                <a:lnTo>
                  <a:pt x="128" y="6"/>
                </a:lnTo>
                <a:lnTo>
                  <a:pt x="125" y="6"/>
                </a:lnTo>
                <a:lnTo>
                  <a:pt x="122" y="6"/>
                </a:lnTo>
                <a:lnTo>
                  <a:pt x="118" y="6"/>
                </a:lnTo>
                <a:lnTo>
                  <a:pt x="115" y="6"/>
                </a:lnTo>
                <a:lnTo>
                  <a:pt x="111" y="6"/>
                </a:lnTo>
                <a:lnTo>
                  <a:pt x="108" y="6"/>
                </a:lnTo>
                <a:lnTo>
                  <a:pt x="105" y="6"/>
                </a:lnTo>
                <a:lnTo>
                  <a:pt x="101" y="6"/>
                </a:lnTo>
                <a:lnTo>
                  <a:pt x="98" y="7"/>
                </a:lnTo>
                <a:lnTo>
                  <a:pt x="95" y="7"/>
                </a:lnTo>
                <a:lnTo>
                  <a:pt x="91" y="8"/>
                </a:lnTo>
                <a:lnTo>
                  <a:pt x="88" y="8"/>
                </a:lnTo>
                <a:lnTo>
                  <a:pt x="85" y="9"/>
                </a:lnTo>
                <a:lnTo>
                  <a:pt x="81" y="10"/>
                </a:lnTo>
                <a:lnTo>
                  <a:pt x="78" y="11"/>
                </a:lnTo>
                <a:lnTo>
                  <a:pt x="75" y="12"/>
                </a:lnTo>
                <a:lnTo>
                  <a:pt x="72" y="13"/>
                </a:lnTo>
                <a:lnTo>
                  <a:pt x="69" y="14"/>
                </a:lnTo>
                <a:lnTo>
                  <a:pt x="66" y="15"/>
                </a:lnTo>
                <a:lnTo>
                  <a:pt x="63" y="16"/>
                </a:lnTo>
                <a:lnTo>
                  <a:pt x="60" y="18"/>
                </a:lnTo>
                <a:lnTo>
                  <a:pt x="57" y="19"/>
                </a:lnTo>
                <a:lnTo>
                  <a:pt x="54" y="21"/>
                </a:lnTo>
                <a:lnTo>
                  <a:pt x="51" y="22"/>
                </a:lnTo>
                <a:lnTo>
                  <a:pt x="49" y="24"/>
                </a:lnTo>
                <a:lnTo>
                  <a:pt x="46" y="26"/>
                </a:lnTo>
                <a:lnTo>
                  <a:pt x="43" y="27"/>
                </a:lnTo>
                <a:lnTo>
                  <a:pt x="41" y="29"/>
                </a:lnTo>
                <a:lnTo>
                  <a:pt x="38" y="31"/>
                </a:lnTo>
                <a:lnTo>
                  <a:pt x="36" y="33"/>
                </a:lnTo>
                <a:lnTo>
                  <a:pt x="34" y="35"/>
                </a:lnTo>
                <a:lnTo>
                  <a:pt x="32" y="37"/>
                </a:lnTo>
                <a:lnTo>
                  <a:pt x="29" y="39"/>
                </a:lnTo>
                <a:lnTo>
                  <a:pt x="27" y="41"/>
                </a:lnTo>
                <a:lnTo>
                  <a:pt x="25" y="44"/>
                </a:lnTo>
                <a:lnTo>
                  <a:pt x="24" y="46"/>
                </a:lnTo>
                <a:lnTo>
                  <a:pt x="22" y="48"/>
                </a:lnTo>
                <a:lnTo>
                  <a:pt x="20" y="51"/>
                </a:lnTo>
                <a:lnTo>
                  <a:pt x="19" y="53"/>
                </a:lnTo>
                <a:lnTo>
                  <a:pt x="17" y="55"/>
                </a:lnTo>
                <a:lnTo>
                  <a:pt x="16" y="58"/>
                </a:lnTo>
                <a:lnTo>
                  <a:pt x="14" y="60"/>
                </a:lnTo>
                <a:lnTo>
                  <a:pt x="13" y="63"/>
                </a:lnTo>
                <a:lnTo>
                  <a:pt x="12" y="66"/>
                </a:lnTo>
                <a:lnTo>
                  <a:pt x="11" y="68"/>
                </a:lnTo>
                <a:lnTo>
                  <a:pt x="10" y="71"/>
                </a:lnTo>
                <a:lnTo>
                  <a:pt x="9" y="73"/>
                </a:lnTo>
                <a:lnTo>
                  <a:pt x="9" y="77"/>
                </a:lnTo>
                <a:lnTo>
                  <a:pt x="8" y="80"/>
                </a:lnTo>
                <a:lnTo>
                  <a:pt x="8" y="83"/>
                </a:lnTo>
                <a:lnTo>
                  <a:pt x="7" y="85"/>
                </a:lnTo>
                <a:lnTo>
                  <a:pt x="7" y="88"/>
                </a:lnTo>
                <a:lnTo>
                  <a:pt x="7" y="91"/>
                </a:lnTo>
                <a:lnTo>
                  <a:pt x="7" y="93"/>
                </a:lnTo>
                <a:lnTo>
                  <a:pt x="7" y="96"/>
                </a:lnTo>
                <a:lnTo>
                  <a:pt x="7" y="99"/>
                </a:lnTo>
                <a:lnTo>
                  <a:pt x="7" y="102"/>
                </a:lnTo>
                <a:lnTo>
                  <a:pt x="8" y="104"/>
                </a:lnTo>
                <a:lnTo>
                  <a:pt x="8" y="107"/>
                </a:lnTo>
                <a:lnTo>
                  <a:pt x="9" y="110"/>
                </a:lnTo>
                <a:lnTo>
                  <a:pt x="9" y="112"/>
                </a:lnTo>
                <a:lnTo>
                  <a:pt x="10" y="115"/>
                </a:lnTo>
                <a:lnTo>
                  <a:pt x="11" y="118"/>
                </a:lnTo>
                <a:lnTo>
                  <a:pt x="12" y="120"/>
                </a:lnTo>
                <a:lnTo>
                  <a:pt x="13" y="123"/>
                </a:lnTo>
                <a:lnTo>
                  <a:pt x="14" y="125"/>
                </a:lnTo>
                <a:lnTo>
                  <a:pt x="16" y="128"/>
                </a:lnTo>
                <a:lnTo>
                  <a:pt x="17" y="130"/>
                </a:lnTo>
                <a:lnTo>
                  <a:pt x="19" y="133"/>
                </a:lnTo>
                <a:lnTo>
                  <a:pt x="20" y="135"/>
                </a:lnTo>
                <a:lnTo>
                  <a:pt x="22" y="137"/>
                </a:lnTo>
                <a:lnTo>
                  <a:pt x="24" y="140"/>
                </a:lnTo>
                <a:lnTo>
                  <a:pt x="25" y="142"/>
                </a:lnTo>
                <a:lnTo>
                  <a:pt x="27" y="144"/>
                </a:lnTo>
                <a:lnTo>
                  <a:pt x="29" y="146"/>
                </a:lnTo>
                <a:lnTo>
                  <a:pt x="32" y="149"/>
                </a:lnTo>
                <a:lnTo>
                  <a:pt x="34" y="151"/>
                </a:lnTo>
                <a:lnTo>
                  <a:pt x="36" y="153"/>
                </a:lnTo>
                <a:lnTo>
                  <a:pt x="38" y="155"/>
                </a:lnTo>
                <a:lnTo>
                  <a:pt x="41" y="157"/>
                </a:lnTo>
                <a:lnTo>
                  <a:pt x="43" y="158"/>
                </a:lnTo>
                <a:lnTo>
                  <a:pt x="46" y="160"/>
                </a:lnTo>
                <a:lnTo>
                  <a:pt x="49" y="162"/>
                </a:lnTo>
                <a:lnTo>
                  <a:pt x="51" y="163"/>
                </a:lnTo>
                <a:lnTo>
                  <a:pt x="54" y="165"/>
                </a:lnTo>
                <a:lnTo>
                  <a:pt x="57" y="167"/>
                </a:lnTo>
                <a:lnTo>
                  <a:pt x="60" y="168"/>
                </a:lnTo>
                <a:lnTo>
                  <a:pt x="63" y="169"/>
                </a:lnTo>
                <a:lnTo>
                  <a:pt x="66" y="171"/>
                </a:lnTo>
                <a:lnTo>
                  <a:pt x="69" y="172"/>
                </a:lnTo>
                <a:lnTo>
                  <a:pt x="72" y="173"/>
                </a:lnTo>
                <a:lnTo>
                  <a:pt x="75" y="174"/>
                </a:lnTo>
                <a:lnTo>
                  <a:pt x="78" y="175"/>
                </a:lnTo>
                <a:lnTo>
                  <a:pt x="81" y="176"/>
                </a:lnTo>
                <a:lnTo>
                  <a:pt x="85" y="177"/>
                </a:lnTo>
                <a:lnTo>
                  <a:pt x="88" y="177"/>
                </a:lnTo>
                <a:lnTo>
                  <a:pt x="91" y="178"/>
                </a:lnTo>
                <a:lnTo>
                  <a:pt x="95" y="179"/>
                </a:lnTo>
                <a:lnTo>
                  <a:pt x="98" y="179"/>
                </a:lnTo>
                <a:lnTo>
                  <a:pt x="101" y="179"/>
                </a:lnTo>
                <a:lnTo>
                  <a:pt x="105" y="180"/>
                </a:lnTo>
                <a:lnTo>
                  <a:pt x="108" y="180"/>
                </a:lnTo>
                <a:lnTo>
                  <a:pt x="111" y="180"/>
                </a:lnTo>
                <a:lnTo>
                  <a:pt x="115" y="180"/>
                </a:lnTo>
                <a:lnTo>
                  <a:pt x="118" y="180"/>
                </a:lnTo>
                <a:lnTo>
                  <a:pt x="122" y="180"/>
                </a:lnTo>
                <a:lnTo>
                  <a:pt x="125" y="180"/>
                </a:lnTo>
                <a:lnTo>
                  <a:pt x="128" y="179"/>
                </a:lnTo>
                <a:lnTo>
                  <a:pt x="132" y="179"/>
                </a:lnTo>
                <a:lnTo>
                  <a:pt x="135" y="179"/>
                </a:lnTo>
                <a:lnTo>
                  <a:pt x="138" y="178"/>
                </a:lnTo>
                <a:lnTo>
                  <a:pt x="143" y="177"/>
                </a:lnTo>
                <a:lnTo>
                  <a:pt x="146" y="177"/>
                </a:lnTo>
                <a:lnTo>
                  <a:pt x="149" y="176"/>
                </a:lnTo>
                <a:lnTo>
                  <a:pt x="152" y="175"/>
                </a:lnTo>
                <a:lnTo>
                  <a:pt x="156" y="174"/>
                </a:lnTo>
                <a:lnTo>
                  <a:pt x="159" y="173"/>
                </a:lnTo>
                <a:lnTo>
                  <a:pt x="162" y="172"/>
                </a:lnTo>
                <a:lnTo>
                  <a:pt x="165" y="171"/>
                </a:lnTo>
                <a:lnTo>
                  <a:pt x="168" y="169"/>
                </a:lnTo>
                <a:lnTo>
                  <a:pt x="171" y="168"/>
                </a:lnTo>
                <a:lnTo>
                  <a:pt x="174" y="167"/>
                </a:lnTo>
                <a:lnTo>
                  <a:pt x="177" y="165"/>
                </a:lnTo>
                <a:lnTo>
                  <a:pt x="179" y="163"/>
                </a:lnTo>
                <a:lnTo>
                  <a:pt x="182" y="162"/>
                </a:lnTo>
                <a:lnTo>
                  <a:pt x="185" y="160"/>
                </a:lnTo>
                <a:lnTo>
                  <a:pt x="187" y="158"/>
                </a:lnTo>
                <a:lnTo>
                  <a:pt x="190" y="157"/>
                </a:lnTo>
                <a:lnTo>
                  <a:pt x="192" y="155"/>
                </a:lnTo>
                <a:lnTo>
                  <a:pt x="195" y="153"/>
                </a:lnTo>
                <a:lnTo>
                  <a:pt x="197" y="151"/>
                </a:lnTo>
                <a:lnTo>
                  <a:pt x="199" y="149"/>
                </a:lnTo>
                <a:lnTo>
                  <a:pt x="201" y="146"/>
                </a:lnTo>
                <a:lnTo>
                  <a:pt x="203" y="144"/>
                </a:lnTo>
                <a:lnTo>
                  <a:pt x="205" y="142"/>
                </a:lnTo>
                <a:lnTo>
                  <a:pt x="207" y="140"/>
                </a:lnTo>
                <a:lnTo>
                  <a:pt x="209" y="137"/>
                </a:lnTo>
                <a:lnTo>
                  <a:pt x="210" y="135"/>
                </a:lnTo>
                <a:lnTo>
                  <a:pt x="212" y="133"/>
                </a:lnTo>
                <a:lnTo>
                  <a:pt x="214" y="130"/>
                </a:lnTo>
                <a:lnTo>
                  <a:pt x="215" y="128"/>
                </a:lnTo>
                <a:lnTo>
                  <a:pt x="216" y="125"/>
                </a:lnTo>
                <a:lnTo>
                  <a:pt x="217" y="123"/>
                </a:lnTo>
                <a:lnTo>
                  <a:pt x="219" y="120"/>
                </a:lnTo>
                <a:lnTo>
                  <a:pt x="220" y="118"/>
                </a:lnTo>
                <a:lnTo>
                  <a:pt x="220" y="115"/>
                </a:lnTo>
                <a:lnTo>
                  <a:pt x="221" y="112"/>
                </a:lnTo>
                <a:lnTo>
                  <a:pt x="222" y="110"/>
                </a:lnTo>
                <a:lnTo>
                  <a:pt x="223" y="107"/>
                </a:lnTo>
                <a:lnTo>
                  <a:pt x="223" y="104"/>
                </a:lnTo>
                <a:lnTo>
                  <a:pt x="223" y="102"/>
                </a:lnTo>
                <a:lnTo>
                  <a:pt x="224" y="99"/>
                </a:lnTo>
                <a:lnTo>
                  <a:pt x="224" y="96"/>
                </a:lnTo>
                <a:lnTo>
                  <a:pt x="224" y="93"/>
                </a:lnTo>
                <a:moveTo>
                  <a:pt x="231" y="93"/>
                </a:moveTo>
                <a:lnTo>
                  <a:pt x="231" y="96"/>
                </a:lnTo>
                <a:lnTo>
                  <a:pt x="231" y="99"/>
                </a:lnTo>
                <a:lnTo>
                  <a:pt x="230" y="102"/>
                </a:lnTo>
                <a:lnTo>
                  <a:pt x="230" y="105"/>
                </a:lnTo>
                <a:lnTo>
                  <a:pt x="229" y="108"/>
                </a:lnTo>
                <a:lnTo>
                  <a:pt x="229" y="111"/>
                </a:lnTo>
                <a:lnTo>
                  <a:pt x="228" y="113"/>
                </a:lnTo>
                <a:lnTo>
                  <a:pt x="227" y="116"/>
                </a:lnTo>
                <a:lnTo>
                  <a:pt x="226" y="119"/>
                </a:lnTo>
                <a:lnTo>
                  <a:pt x="225" y="122"/>
                </a:lnTo>
                <a:lnTo>
                  <a:pt x="224" y="125"/>
                </a:lnTo>
                <a:lnTo>
                  <a:pt x="223" y="127"/>
                </a:lnTo>
                <a:lnTo>
                  <a:pt x="221" y="130"/>
                </a:lnTo>
                <a:lnTo>
                  <a:pt x="220" y="133"/>
                </a:lnTo>
                <a:lnTo>
                  <a:pt x="218" y="135"/>
                </a:lnTo>
                <a:lnTo>
                  <a:pt x="217" y="138"/>
                </a:lnTo>
                <a:lnTo>
                  <a:pt x="215" y="140"/>
                </a:lnTo>
                <a:lnTo>
                  <a:pt x="213" y="143"/>
                </a:lnTo>
                <a:lnTo>
                  <a:pt x="211" y="145"/>
                </a:lnTo>
                <a:lnTo>
                  <a:pt x="209" y="148"/>
                </a:lnTo>
                <a:lnTo>
                  <a:pt x="207" y="150"/>
                </a:lnTo>
                <a:lnTo>
                  <a:pt x="204" y="152"/>
                </a:lnTo>
                <a:lnTo>
                  <a:pt x="202" y="154"/>
                </a:lnTo>
                <a:lnTo>
                  <a:pt x="200" y="156"/>
                </a:lnTo>
                <a:lnTo>
                  <a:pt x="197" y="159"/>
                </a:lnTo>
                <a:lnTo>
                  <a:pt x="194" y="161"/>
                </a:lnTo>
                <a:lnTo>
                  <a:pt x="192" y="163"/>
                </a:lnTo>
                <a:lnTo>
                  <a:pt x="189" y="164"/>
                </a:lnTo>
                <a:lnTo>
                  <a:pt x="186" y="166"/>
                </a:lnTo>
                <a:lnTo>
                  <a:pt x="183" y="168"/>
                </a:lnTo>
                <a:lnTo>
                  <a:pt x="180" y="170"/>
                </a:lnTo>
                <a:lnTo>
                  <a:pt x="177" y="171"/>
                </a:lnTo>
                <a:lnTo>
                  <a:pt x="174" y="173"/>
                </a:lnTo>
                <a:lnTo>
                  <a:pt x="171" y="174"/>
                </a:lnTo>
                <a:lnTo>
                  <a:pt x="168" y="176"/>
                </a:lnTo>
                <a:lnTo>
                  <a:pt x="165" y="177"/>
                </a:lnTo>
                <a:lnTo>
                  <a:pt x="161" y="178"/>
                </a:lnTo>
                <a:lnTo>
                  <a:pt x="158" y="179"/>
                </a:lnTo>
                <a:lnTo>
                  <a:pt x="155" y="180"/>
                </a:lnTo>
                <a:lnTo>
                  <a:pt x="151" y="181"/>
                </a:lnTo>
                <a:lnTo>
                  <a:pt x="148" y="182"/>
                </a:lnTo>
                <a:lnTo>
                  <a:pt x="144" y="183"/>
                </a:lnTo>
                <a:lnTo>
                  <a:pt x="141" y="183"/>
                </a:lnTo>
                <a:lnTo>
                  <a:pt x="136" y="184"/>
                </a:lnTo>
                <a:lnTo>
                  <a:pt x="133" y="184"/>
                </a:lnTo>
                <a:lnTo>
                  <a:pt x="129" y="185"/>
                </a:lnTo>
                <a:lnTo>
                  <a:pt x="126" y="185"/>
                </a:lnTo>
                <a:lnTo>
                  <a:pt x="122" y="185"/>
                </a:lnTo>
                <a:lnTo>
                  <a:pt x="118" y="186"/>
                </a:lnTo>
                <a:lnTo>
                  <a:pt x="115" y="186"/>
                </a:lnTo>
                <a:lnTo>
                  <a:pt x="111" y="186"/>
                </a:lnTo>
                <a:lnTo>
                  <a:pt x="108" y="185"/>
                </a:lnTo>
                <a:lnTo>
                  <a:pt x="104" y="185"/>
                </a:lnTo>
                <a:lnTo>
                  <a:pt x="100" y="185"/>
                </a:lnTo>
                <a:lnTo>
                  <a:pt x="97" y="184"/>
                </a:lnTo>
                <a:lnTo>
                  <a:pt x="93" y="184"/>
                </a:lnTo>
                <a:lnTo>
                  <a:pt x="90" y="183"/>
                </a:lnTo>
                <a:lnTo>
                  <a:pt x="86" y="183"/>
                </a:lnTo>
                <a:lnTo>
                  <a:pt x="83" y="182"/>
                </a:lnTo>
                <a:lnTo>
                  <a:pt x="79" y="181"/>
                </a:lnTo>
                <a:lnTo>
                  <a:pt x="76" y="180"/>
                </a:lnTo>
                <a:lnTo>
                  <a:pt x="72" y="179"/>
                </a:lnTo>
                <a:lnTo>
                  <a:pt x="69" y="178"/>
                </a:lnTo>
                <a:lnTo>
                  <a:pt x="66" y="177"/>
                </a:lnTo>
                <a:lnTo>
                  <a:pt x="63" y="176"/>
                </a:lnTo>
                <a:lnTo>
                  <a:pt x="59" y="174"/>
                </a:lnTo>
                <a:lnTo>
                  <a:pt x="56" y="173"/>
                </a:lnTo>
                <a:lnTo>
                  <a:pt x="53" y="171"/>
                </a:lnTo>
                <a:lnTo>
                  <a:pt x="50" y="170"/>
                </a:lnTo>
                <a:lnTo>
                  <a:pt x="47" y="168"/>
                </a:lnTo>
                <a:lnTo>
                  <a:pt x="44" y="166"/>
                </a:lnTo>
                <a:lnTo>
                  <a:pt x="42" y="164"/>
                </a:lnTo>
                <a:lnTo>
                  <a:pt x="39" y="163"/>
                </a:lnTo>
                <a:lnTo>
                  <a:pt x="36" y="161"/>
                </a:lnTo>
                <a:lnTo>
                  <a:pt x="34" y="159"/>
                </a:lnTo>
                <a:lnTo>
                  <a:pt x="31" y="156"/>
                </a:lnTo>
                <a:lnTo>
                  <a:pt x="29" y="154"/>
                </a:lnTo>
                <a:lnTo>
                  <a:pt x="26" y="152"/>
                </a:lnTo>
                <a:lnTo>
                  <a:pt x="24" y="150"/>
                </a:lnTo>
                <a:lnTo>
                  <a:pt x="22" y="148"/>
                </a:lnTo>
                <a:lnTo>
                  <a:pt x="20" y="145"/>
                </a:lnTo>
                <a:lnTo>
                  <a:pt x="18" y="143"/>
                </a:lnTo>
                <a:lnTo>
                  <a:pt x="16" y="140"/>
                </a:lnTo>
                <a:lnTo>
                  <a:pt x="14" y="138"/>
                </a:lnTo>
                <a:lnTo>
                  <a:pt x="12" y="135"/>
                </a:lnTo>
                <a:lnTo>
                  <a:pt x="11" y="133"/>
                </a:lnTo>
                <a:lnTo>
                  <a:pt x="9" y="130"/>
                </a:lnTo>
                <a:lnTo>
                  <a:pt x="8" y="127"/>
                </a:lnTo>
                <a:lnTo>
                  <a:pt x="7" y="125"/>
                </a:lnTo>
                <a:lnTo>
                  <a:pt x="5" y="122"/>
                </a:lnTo>
                <a:lnTo>
                  <a:pt x="4" y="119"/>
                </a:lnTo>
                <a:lnTo>
                  <a:pt x="3" y="116"/>
                </a:lnTo>
                <a:lnTo>
                  <a:pt x="3" y="113"/>
                </a:lnTo>
                <a:lnTo>
                  <a:pt x="2" y="111"/>
                </a:lnTo>
                <a:lnTo>
                  <a:pt x="1" y="108"/>
                </a:lnTo>
                <a:lnTo>
                  <a:pt x="1" y="105"/>
                </a:ln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3"/>
                </a:lnTo>
                <a:lnTo>
                  <a:pt x="0" y="90"/>
                </a:lnTo>
                <a:lnTo>
                  <a:pt x="0" y="88"/>
                </a:lnTo>
                <a:lnTo>
                  <a:pt x="0" y="85"/>
                </a:lnTo>
                <a:lnTo>
                  <a:pt x="1" y="82"/>
                </a:lnTo>
                <a:lnTo>
                  <a:pt x="1" y="79"/>
                </a:lnTo>
                <a:lnTo>
                  <a:pt x="2" y="76"/>
                </a:lnTo>
                <a:lnTo>
                  <a:pt x="3" y="72"/>
                </a:lnTo>
                <a:lnTo>
                  <a:pt x="3" y="69"/>
                </a:lnTo>
                <a:lnTo>
                  <a:pt x="4" y="67"/>
                </a:lnTo>
                <a:lnTo>
                  <a:pt x="5" y="64"/>
                </a:lnTo>
                <a:lnTo>
                  <a:pt x="7" y="61"/>
                </a:lnTo>
                <a:lnTo>
                  <a:pt x="8" y="58"/>
                </a:lnTo>
                <a:lnTo>
                  <a:pt x="9" y="56"/>
                </a:lnTo>
                <a:lnTo>
                  <a:pt x="11" y="53"/>
                </a:lnTo>
                <a:lnTo>
                  <a:pt x="12" y="51"/>
                </a:lnTo>
                <a:lnTo>
                  <a:pt x="14" y="48"/>
                </a:lnTo>
                <a:lnTo>
                  <a:pt x="16" y="45"/>
                </a:lnTo>
                <a:lnTo>
                  <a:pt x="18" y="43"/>
                </a:lnTo>
                <a:lnTo>
                  <a:pt x="20" y="41"/>
                </a:lnTo>
                <a:lnTo>
                  <a:pt x="22" y="38"/>
                </a:lnTo>
                <a:lnTo>
                  <a:pt x="24" y="36"/>
                </a:lnTo>
                <a:lnTo>
                  <a:pt x="26" y="34"/>
                </a:lnTo>
                <a:lnTo>
                  <a:pt x="29" y="31"/>
                </a:lnTo>
                <a:lnTo>
                  <a:pt x="31" y="29"/>
                </a:lnTo>
                <a:lnTo>
                  <a:pt x="34" y="27"/>
                </a:lnTo>
                <a:lnTo>
                  <a:pt x="36" y="25"/>
                </a:lnTo>
                <a:lnTo>
                  <a:pt x="39" y="23"/>
                </a:lnTo>
                <a:lnTo>
                  <a:pt x="42" y="21"/>
                </a:lnTo>
                <a:lnTo>
                  <a:pt x="44" y="20"/>
                </a:lnTo>
                <a:lnTo>
                  <a:pt x="47" y="18"/>
                </a:lnTo>
                <a:lnTo>
                  <a:pt x="50" y="16"/>
                </a:lnTo>
                <a:lnTo>
                  <a:pt x="53" y="15"/>
                </a:lnTo>
                <a:lnTo>
                  <a:pt x="56" y="13"/>
                </a:lnTo>
                <a:lnTo>
                  <a:pt x="59" y="12"/>
                </a:lnTo>
                <a:lnTo>
                  <a:pt x="63" y="10"/>
                </a:lnTo>
                <a:lnTo>
                  <a:pt x="66" y="9"/>
                </a:lnTo>
                <a:lnTo>
                  <a:pt x="69" y="8"/>
                </a:lnTo>
                <a:lnTo>
                  <a:pt x="72" y="7"/>
                </a:lnTo>
                <a:lnTo>
                  <a:pt x="76" y="6"/>
                </a:lnTo>
                <a:lnTo>
                  <a:pt x="79" y="5"/>
                </a:lnTo>
                <a:lnTo>
                  <a:pt x="83" y="4"/>
                </a:lnTo>
                <a:lnTo>
                  <a:pt x="86" y="3"/>
                </a:lnTo>
                <a:lnTo>
                  <a:pt x="90" y="2"/>
                </a:lnTo>
                <a:lnTo>
                  <a:pt x="93" y="2"/>
                </a:lnTo>
                <a:lnTo>
                  <a:pt x="97" y="1"/>
                </a:lnTo>
                <a:lnTo>
                  <a:pt x="100" y="1"/>
                </a:lnTo>
                <a:lnTo>
                  <a:pt x="104" y="1"/>
                </a:lnTo>
                <a:lnTo>
                  <a:pt x="108" y="0"/>
                </a:lnTo>
                <a:lnTo>
                  <a:pt x="111" y="0"/>
                </a:lnTo>
                <a:lnTo>
                  <a:pt x="115" y="0"/>
                </a:lnTo>
                <a:lnTo>
                  <a:pt x="118" y="0"/>
                </a:lnTo>
                <a:lnTo>
                  <a:pt x="122" y="0"/>
                </a:lnTo>
                <a:lnTo>
                  <a:pt x="126" y="1"/>
                </a:lnTo>
                <a:lnTo>
                  <a:pt x="129" y="1"/>
                </a:lnTo>
                <a:lnTo>
                  <a:pt x="133" y="1"/>
                </a:lnTo>
                <a:lnTo>
                  <a:pt x="136" y="2"/>
                </a:lnTo>
                <a:lnTo>
                  <a:pt x="141" y="2"/>
                </a:lnTo>
                <a:lnTo>
                  <a:pt x="144" y="3"/>
                </a:lnTo>
                <a:lnTo>
                  <a:pt x="148" y="4"/>
                </a:lnTo>
                <a:lnTo>
                  <a:pt x="151" y="5"/>
                </a:lnTo>
                <a:lnTo>
                  <a:pt x="155" y="6"/>
                </a:lnTo>
                <a:lnTo>
                  <a:pt x="158" y="7"/>
                </a:lnTo>
                <a:lnTo>
                  <a:pt x="161" y="8"/>
                </a:lnTo>
                <a:lnTo>
                  <a:pt x="165" y="9"/>
                </a:lnTo>
                <a:lnTo>
                  <a:pt x="168" y="10"/>
                </a:lnTo>
                <a:lnTo>
                  <a:pt x="171" y="12"/>
                </a:lnTo>
                <a:lnTo>
                  <a:pt x="174" y="13"/>
                </a:lnTo>
                <a:lnTo>
                  <a:pt x="177" y="15"/>
                </a:lnTo>
                <a:lnTo>
                  <a:pt x="180" y="16"/>
                </a:lnTo>
                <a:lnTo>
                  <a:pt x="183" y="18"/>
                </a:lnTo>
                <a:lnTo>
                  <a:pt x="186" y="20"/>
                </a:lnTo>
                <a:lnTo>
                  <a:pt x="189" y="21"/>
                </a:lnTo>
                <a:lnTo>
                  <a:pt x="192" y="23"/>
                </a:lnTo>
                <a:lnTo>
                  <a:pt x="194" y="25"/>
                </a:lnTo>
                <a:lnTo>
                  <a:pt x="197" y="27"/>
                </a:lnTo>
                <a:lnTo>
                  <a:pt x="200" y="29"/>
                </a:lnTo>
                <a:lnTo>
                  <a:pt x="202" y="31"/>
                </a:lnTo>
                <a:lnTo>
                  <a:pt x="204" y="34"/>
                </a:lnTo>
                <a:lnTo>
                  <a:pt x="207" y="36"/>
                </a:lnTo>
                <a:lnTo>
                  <a:pt x="209" y="38"/>
                </a:lnTo>
                <a:lnTo>
                  <a:pt x="211" y="41"/>
                </a:lnTo>
                <a:lnTo>
                  <a:pt x="213" y="43"/>
                </a:lnTo>
                <a:lnTo>
                  <a:pt x="215" y="45"/>
                </a:lnTo>
                <a:lnTo>
                  <a:pt x="217" y="48"/>
                </a:lnTo>
                <a:lnTo>
                  <a:pt x="218" y="51"/>
                </a:lnTo>
                <a:lnTo>
                  <a:pt x="220" y="53"/>
                </a:lnTo>
                <a:lnTo>
                  <a:pt x="221" y="56"/>
                </a:lnTo>
                <a:lnTo>
                  <a:pt x="223" y="58"/>
                </a:lnTo>
                <a:lnTo>
                  <a:pt x="224" y="61"/>
                </a:lnTo>
                <a:lnTo>
                  <a:pt x="225" y="64"/>
                </a:lnTo>
                <a:lnTo>
                  <a:pt x="226" y="67"/>
                </a:lnTo>
                <a:lnTo>
                  <a:pt x="227" y="69"/>
                </a:lnTo>
                <a:lnTo>
                  <a:pt x="228" y="72"/>
                </a:lnTo>
                <a:lnTo>
                  <a:pt x="229" y="76"/>
                </a:lnTo>
                <a:lnTo>
                  <a:pt x="229" y="79"/>
                </a:lnTo>
                <a:lnTo>
                  <a:pt x="230" y="82"/>
                </a:lnTo>
                <a:lnTo>
                  <a:pt x="230" y="85"/>
                </a:lnTo>
                <a:lnTo>
                  <a:pt x="231" y="88"/>
                </a:lnTo>
                <a:lnTo>
                  <a:pt x="231" y="90"/>
                </a:lnTo>
                <a:lnTo>
                  <a:pt x="231" y="93"/>
                </a:lnTo>
                <a:close/>
              </a:path>
            </a:pathLst>
          </a:custGeom>
          <a:solidFill>
            <a:srgbClr val="fff8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69" name=""/>
          <p:cNvSpPr/>
          <p:nvPr/>
        </p:nvSpPr>
        <p:spPr>
          <a:xfrm>
            <a:off x="4936680" y="1793880"/>
            <a:ext cx="84600" cy="68040"/>
          </a:xfrm>
          <a:custGeom>
            <a:avLst/>
            <a:gdLst/>
            <a:ahLst/>
            <a:rect l="0" t="0" r="r" b="b"/>
            <a:pathLst>
              <a:path w="235" h="189">
                <a:moveTo>
                  <a:pt x="233" y="94"/>
                </a:moveTo>
                <a:lnTo>
                  <a:pt x="233" y="91"/>
                </a:lnTo>
                <a:lnTo>
                  <a:pt x="233" y="89"/>
                </a:lnTo>
                <a:lnTo>
                  <a:pt x="232" y="86"/>
                </a:lnTo>
                <a:lnTo>
                  <a:pt x="232" y="83"/>
                </a:lnTo>
                <a:lnTo>
                  <a:pt x="231" y="80"/>
                </a:lnTo>
                <a:lnTo>
                  <a:pt x="231" y="77"/>
                </a:lnTo>
                <a:lnTo>
                  <a:pt x="230" y="74"/>
                </a:lnTo>
                <a:lnTo>
                  <a:pt x="229" y="71"/>
                </a:lnTo>
                <a:lnTo>
                  <a:pt x="228" y="69"/>
                </a:lnTo>
                <a:lnTo>
                  <a:pt x="227" y="66"/>
                </a:lnTo>
                <a:lnTo>
                  <a:pt x="226" y="63"/>
                </a:lnTo>
                <a:lnTo>
                  <a:pt x="225" y="60"/>
                </a:lnTo>
                <a:lnTo>
                  <a:pt x="223" y="58"/>
                </a:lnTo>
                <a:lnTo>
                  <a:pt x="222" y="55"/>
                </a:lnTo>
                <a:lnTo>
                  <a:pt x="220" y="53"/>
                </a:lnTo>
                <a:lnTo>
                  <a:pt x="219" y="50"/>
                </a:lnTo>
                <a:lnTo>
                  <a:pt x="217" y="47"/>
                </a:lnTo>
                <a:lnTo>
                  <a:pt x="215" y="45"/>
                </a:lnTo>
                <a:lnTo>
                  <a:pt x="213" y="43"/>
                </a:lnTo>
                <a:lnTo>
                  <a:pt x="211" y="40"/>
                </a:lnTo>
                <a:lnTo>
                  <a:pt x="208" y="38"/>
                </a:lnTo>
                <a:lnTo>
                  <a:pt x="205" y="36"/>
                </a:lnTo>
                <a:lnTo>
                  <a:pt x="203" y="33"/>
                </a:lnTo>
                <a:lnTo>
                  <a:pt x="201" y="31"/>
                </a:lnTo>
                <a:lnTo>
                  <a:pt x="198" y="29"/>
                </a:lnTo>
                <a:lnTo>
                  <a:pt x="195" y="27"/>
                </a:lnTo>
                <a:lnTo>
                  <a:pt x="193" y="25"/>
                </a:lnTo>
                <a:lnTo>
                  <a:pt x="190" y="23"/>
                </a:lnTo>
                <a:lnTo>
                  <a:pt x="187" y="22"/>
                </a:lnTo>
                <a:lnTo>
                  <a:pt x="184" y="20"/>
                </a:lnTo>
                <a:lnTo>
                  <a:pt x="181" y="18"/>
                </a:lnTo>
                <a:lnTo>
                  <a:pt x="178" y="17"/>
                </a:lnTo>
                <a:lnTo>
                  <a:pt x="175" y="15"/>
                </a:lnTo>
                <a:lnTo>
                  <a:pt x="172" y="14"/>
                </a:lnTo>
                <a:lnTo>
                  <a:pt x="169" y="12"/>
                </a:lnTo>
                <a:lnTo>
                  <a:pt x="166" y="11"/>
                </a:lnTo>
                <a:lnTo>
                  <a:pt x="162" y="10"/>
                </a:lnTo>
                <a:lnTo>
                  <a:pt x="159" y="9"/>
                </a:lnTo>
                <a:lnTo>
                  <a:pt x="156" y="8"/>
                </a:lnTo>
                <a:lnTo>
                  <a:pt x="152" y="7"/>
                </a:lnTo>
                <a:lnTo>
                  <a:pt x="149" y="6"/>
                </a:lnTo>
                <a:lnTo>
                  <a:pt x="145" y="5"/>
                </a:lnTo>
                <a:lnTo>
                  <a:pt x="142" y="4"/>
                </a:lnTo>
                <a:lnTo>
                  <a:pt x="138" y="4"/>
                </a:lnTo>
                <a:lnTo>
                  <a:pt x="135" y="3"/>
                </a:lnTo>
                <a:lnTo>
                  <a:pt x="131" y="3"/>
                </a:lnTo>
                <a:lnTo>
                  <a:pt x="128" y="3"/>
                </a:lnTo>
                <a:lnTo>
                  <a:pt x="124" y="2"/>
                </a:lnTo>
                <a:lnTo>
                  <a:pt x="120" y="2"/>
                </a:lnTo>
                <a:lnTo>
                  <a:pt x="117" y="2"/>
                </a:lnTo>
                <a:lnTo>
                  <a:pt x="113" y="2"/>
                </a:lnTo>
                <a:lnTo>
                  <a:pt x="110" y="2"/>
                </a:lnTo>
                <a:lnTo>
                  <a:pt x="106" y="3"/>
                </a:lnTo>
                <a:lnTo>
                  <a:pt x="102" y="3"/>
                </a:lnTo>
                <a:lnTo>
                  <a:pt x="99" y="3"/>
                </a:lnTo>
                <a:lnTo>
                  <a:pt x="95" y="4"/>
                </a:lnTo>
                <a:lnTo>
                  <a:pt x="92" y="4"/>
                </a:lnTo>
                <a:lnTo>
                  <a:pt x="88" y="5"/>
                </a:lnTo>
                <a:lnTo>
                  <a:pt x="85" y="6"/>
                </a:lnTo>
                <a:lnTo>
                  <a:pt x="81" y="7"/>
                </a:lnTo>
                <a:lnTo>
                  <a:pt x="78" y="8"/>
                </a:lnTo>
                <a:lnTo>
                  <a:pt x="74" y="9"/>
                </a:lnTo>
                <a:lnTo>
                  <a:pt x="71" y="10"/>
                </a:lnTo>
                <a:lnTo>
                  <a:pt x="68" y="11"/>
                </a:lnTo>
                <a:lnTo>
                  <a:pt x="65" y="12"/>
                </a:lnTo>
                <a:lnTo>
                  <a:pt x="61" y="14"/>
                </a:lnTo>
                <a:lnTo>
                  <a:pt x="58" y="15"/>
                </a:lnTo>
                <a:lnTo>
                  <a:pt x="55" y="17"/>
                </a:lnTo>
                <a:lnTo>
                  <a:pt x="52" y="18"/>
                </a:lnTo>
                <a:lnTo>
                  <a:pt x="49" y="20"/>
                </a:lnTo>
                <a:lnTo>
                  <a:pt x="46" y="22"/>
                </a:lnTo>
                <a:lnTo>
                  <a:pt x="44" y="23"/>
                </a:lnTo>
                <a:lnTo>
                  <a:pt x="41" y="25"/>
                </a:lnTo>
                <a:lnTo>
                  <a:pt x="38" y="27"/>
                </a:lnTo>
                <a:lnTo>
                  <a:pt x="36" y="29"/>
                </a:lnTo>
                <a:lnTo>
                  <a:pt x="33" y="31"/>
                </a:lnTo>
                <a:lnTo>
                  <a:pt x="31" y="33"/>
                </a:lnTo>
                <a:lnTo>
                  <a:pt x="28" y="36"/>
                </a:lnTo>
                <a:lnTo>
                  <a:pt x="26" y="38"/>
                </a:lnTo>
                <a:lnTo>
                  <a:pt x="24" y="40"/>
                </a:lnTo>
                <a:lnTo>
                  <a:pt x="22" y="43"/>
                </a:lnTo>
                <a:lnTo>
                  <a:pt x="20" y="45"/>
                </a:lnTo>
                <a:lnTo>
                  <a:pt x="18" y="47"/>
                </a:lnTo>
                <a:lnTo>
                  <a:pt x="16" y="50"/>
                </a:lnTo>
                <a:lnTo>
                  <a:pt x="14" y="53"/>
                </a:lnTo>
                <a:lnTo>
                  <a:pt x="13" y="55"/>
                </a:lnTo>
                <a:lnTo>
                  <a:pt x="11" y="58"/>
                </a:lnTo>
                <a:lnTo>
                  <a:pt x="10" y="60"/>
                </a:lnTo>
                <a:lnTo>
                  <a:pt x="9" y="63"/>
                </a:lnTo>
                <a:lnTo>
                  <a:pt x="7" y="66"/>
                </a:lnTo>
                <a:lnTo>
                  <a:pt x="6" y="69"/>
                </a:lnTo>
                <a:lnTo>
                  <a:pt x="5" y="71"/>
                </a:lnTo>
                <a:lnTo>
                  <a:pt x="5" y="74"/>
                </a:lnTo>
                <a:lnTo>
                  <a:pt x="4" y="77"/>
                </a:lnTo>
                <a:lnTo>
                  <a:pt x="3" y="80"/>
                </a:lnTo>
                <a:lnTo>
                  <a:pt x="3" y="83"/>
                </a:lnTo>
                <a:lnTo>
                  <a:pt x="2" y="86"/>
                </a:lnTo>
                <a:lnTo>
                  <a:pt x="2" y="89"/>
                </a:lnTo>
                <a:lnTo>
                  <a:pt x="2" y="91"/>
                </a:lnTo>
                <a:lnTo>
                  <a:pt x="2" y="94"/>
                </a:lnTo>
                <a:lnTo>
                  <a:pt x="2" y="97"/>
                </a:lnTo>
                <a:lnTo>
                  <a:pt x="2" y="100"/>
                </a:lnTo>
                <a:lnTo>
                  <a:pt x="2" y="103"/>
                </a:lnTo>
                <a:lnTo>
                  <a:pt x="3" y="106"/>
                </a:lnTo>
                <a:lnTo>
                  <a:pt x="3" y="109"/>
                </a:lnTo>
                <a:lnTo>
                  <a:pt x="4" y="112"/>
                </a:lnTo>
                <a:lnTo>
                  <a:pt x="5" y="114"/>
                </a:lnTo>
                <a:lnTo>
                  <a:pt x="5" y="117"/>
                </a:lnTo>
                <a:lnTo>
                  <a:pt x="6" y="120"/>
                </a:lnTo>
                <a:lnTo>
                  <a:pt x="7" y="123"/>
                </a:lnTo>
                <a:lnTo>
                  <a:pt x="9" y="126"/>
                </a:lnTo>
                <a:lnTo>
                  <a:pt x="10" y="128"/>
                </a:lnTo>
                <a:lnTo>
                  <a:pt x="11" y="131"/>
                </a:lnTo>
                <a:lnTo>
                  <a:pt x="13" y="134"/>
                </a:lnTo>
                <a:lnTo>
                  <a:pt x="14" y="136"/>
                </a:lnTo>
                <a:lnTo>
                  <a:pt x="16" y="139"/>
                </a:lnTo>
                <a:lnTo>
                  <a:pt x="18" y="141"/>
                </a:lnTo>
                <a:lnTo>
                  <a:pt x="20" y="144"/>
                </a:lnTo>
                <a:lnTo>
                  <a:pt x="22" y="146"/>
                </a:lnTo>
                <a:lnTo>
                  <a:pt x="24" y="149"/>
                </a:lnTo>
                <a:lnTo>
                  <a:pt x="26" y="151"/>
                </a:lnTo>
                <a:lnTo>
                  <a:pt x="28" y="153"/>
                </a:lnTo>
                <a:lnTo>
                  <a:pt x="31" y="155"/>
                </a:lnTo>
                <a:lnTo>
                  <a:pt x="33" y="157"/>
                </a:lnTo>
                <a:lnTo>
                  <a:pt x="36" y="160"/>
                </a:lnTo>
                <a:lnTo>
                  <a:pt x="38" y="162"/>
                </a:lnTo>
                <a:lnTo>
                  <a:pt x="41" y="164"/>
                </a:lnTo>
                <a:lnTo>
                  <a:pt x="44" y="165"/>
                </a:lnTo>
                <a:lnTo>
                  <a:pt x="46" y="167"/>
                </a:lnTo>
                <a:lnTo>
                  <a:pt x="49" y="169"/>
                </a:lnTo>
                <a:lnTo>
                  <a:pt x="52" y="171"/>
                </a:lnTo>
                <a:lnTo>
                  <a:pt x="55" y="172"/>
                </a:lnTo>
                <a:lnTo>
                  <a:pt x="58" y="174"/>
                </a:lnTo>
                <a:lnTo>
                  <a:pt x="61" y="175"/>
                </a:lnTo>
                <a:lnTo>
                  <a:pt x="65" y="177"/>
                </a:lnTo>
                <a:lnTo>
                  <a:pt x="68" y="178"/>
                </a:lnTo>
                <a:lnTo>
                  <a:pt x="71" y="179"/>
                </a:lnTo>
                <a:lnTo>
                  <a:pt x="74" y="180"/>
                </a:lnTo>
                <a:lnTo>
                  <a:pt x="78" y="181"/>
                </a:lnTo>
                <a:lnTo>
                  <a:pt x="81" y="182"/>
                </a:lnTo>
                <a:lnTo>
                  <a:pt x="85" y="183"/>
                </a:lnTo>
                <a:lnTo>
                  <a:pt x="88" y="184"/>
                </a:lnTo>
                <a:lnTo>
                  <a:pt x="92" y="184"/>
                </a:lnTo>
                <a:lnTo>
                  <a:pt x="95" y="185"/>
                </a:lnTo>
                <a:lnTo>
                  <a:pt x="99" y="185"/>
                </a:lnTo>
                <a:lnTo>
                  <a:pt x="102" y="186"/>
                </a:lnTo>
                <a:lnTo>
                  <a:pt x="106" y="186"/>
                </a:lnTo>
                <a:lnTo>
                  <a:pt x="110" y="186"/>
                </a:lnTo>
                <a:lnTo>
                  <a:pt x="113" y="188"/>
                </a:lnTo>
                <a:lnTo>
                  <a:pt x="117" y="188"/>
                </a:lnTo>
                <a:lnTo>
                  <a:pt x="120" y="188"/>
                </a:lnTo>
                <a:lnTo>
                  <a:pt x="124" y="186"/>
                </a:lnTo>
                <a:lnTo>
                  <a:pt x="128" y="186"/>
                </a:lnTo>
                <a:lnTo>
                  <a:pt x="131" y="186"/>
                </a:lnTo>
                <a:lnTo>
                  <a:pt x="135" y="185"/>
                </a:lnTo>
                <a:lnTo>
                  <a:pt x="138" y="185"/>
                </a:lnTo>
                <a:lnTo>
                  <a:pt x="142" y="184"/>
                </a:lnTo>
                <a:lnTo>
                  <a:pt x="145" y="184"/>
                </a:lnTo>
                <a:lnTo>
                  <a:pt x="149" y="183"/>
                </a:lnTo>
                <a:lnTo>
                  <a:pt x="152" y="182"/>
                </a:lnTo>
                <a:lnTo>
                  <a:pt x="156" y="181"/>
                </a:lnTo>
                <a:lnTo>
                  <a:pt x="159" y="180"/>
                </a:lnTo>
                <a:lnTo>
                  <a:pt x="162" y="179"/>
                </a:lnTo>
                <a:lnTo>
                  <a:pt x="166" y="178"/>
                </a:lnTo>
                <a:lnTo>
                  <a:pt x="169" y="177"/>
                </a:lnTo>
                <a:lnTo>
                  <a:pt x="172" y="175"/>
                </a:lnTo>
                <a:lnTo>
                  <a:pt x="175" y="174"/>
                </a:lnTo>
                <a:lnTo>
                  <a:pt x="178" y="172"/>
                </a:lnTo>
                <a:lnTo>
                  <a:pt x="181" y="171"/>
                </a:lnTo>
                <a:lnTo>
                  <a:pt x="184" y="169"/>
                </a:lnTo>
                <a:lnTo>
                  <a:pt x="187" y="167"/>
                </a:lnTo>
                <a:lnTo>
                  <a:pt x="190" y="165"/>
                </a:lnTo>
                <a:lnTo>
                  <a:pt x="193" y="164"/>
                </a:lnTo>
                <a:lnTo>
                  <a:pt x="195" y="162"/>
                </a:lnTo>
                <a:lnTo>
                  <a:pt x="198" y="160"/>
                </a:lnTo>
                <a:lnTo>
                  <a:pt x="201" y="157"/>
                </a:lnTo>
                <a:lnTo>
                  <a:pt x="203" y="155"/>
                </a:lnTo>
                <a:lnTo>
                  <a:pt x="205" y="153"/>
                </a:lnTo>
                <a:lnTo>
                  <a:pt x="208" y="151"/>
                </a:lnTo>
                <a:lnTo>
                  <a:pt x="211" y="149"/>
                </a:lnTo>
                <a:lnTo>
                  <a:pt x="213" y="146"/>
                </a:lnTo>
                <a:lnTo>
                  <a:pt x="215" y="144"/>
                </a:lnTo>
                <a:lnTo>
                  <a:pt x="217" y="141"/>
                </a:lnTo>
                <a:lnTo>
                  <a:pt x="219" y="139"/>
                </a:lnTo>
                <a:lnTo>
                  <a:pt x="220" y="136"/>
                </a:lnTo>
                <a:lnTo>
                  <a:pt x="222" y="134"/>
                </a:lnTo>
                <a:lnTo>
                  <a:pt x="223" y="131"/>
                </a:lnTo>
                <a:lnTo>
                  <a:pt x="225" y="128"/>
                </a:lnTo>
                <a:lnTo>
                  <a:pt x="226" y="126"/>
                </a:lnTo>
                <a:lnTo>
                  <a:pt x="227" y="123"/>
                </a:lnTo>
                <a:lnTo>
                  <a:pt x="228" y="120"/>
                </a:lnTo>
                <a:lnTo>
                  <a:pt x="229" y="117"/>
                </a:lnTo>
                <a:lnTo>
                  <a:pt x="230" y="114"/>
                </a:lnTo>
                <a:lnTo>
                  <a:pt x="231" y="112"/>
                </a:lnTo>
                <a:lnTo>
                  <a:pt x="231" y="109"/>
                </a:lnTo>
                <a:lnTo>
                  <a:pt x="232" y="106"/>
                </a:lnTo>
                <a:lnTo>
                  <a:pt x="232" y="103"/>
                </a:lnTo>
                <a:lnTo>
                  <a:pt x="233" y="100"/>
                </a:lnTo>
                <a:lnTo>
                  <a:pt x="233" y="97"/>
                </a:lnTo>
                <a:lnTo>
                  <a:pt x="233" y="94"/>
                </a:lnTo>
                <a:moveTo>
                  <a:pt x="235" y="94"/>
                </a:moveTo>
                <a:lnTo>
                  <a:pt x="235" y="97"/>
                </a:lnTo>
                <a:lnTo>
                  <a:pt x="235" y="100"/>
                </a:lnTo>
                <a:lnTo>
                  <a:pt x="235" y="103"/>
                </a:lnTo>
                <a:lnTo>
                  <a:pt x="234" y="106"/>
                </a:lnTo>
                <a:lnTo>
                  <a:pt x="234" y="109"/>
                </a:lnTo>
                <a:lnTo>
                  <a:pt x="233" y="112"/>
                </a:lnTo>
                <a:lnTo>
                  <a:pt x="232" y="115"/>
                </a:lnTo>
                <a:lnTo>
                  <a:pt x="231" y="118"/>
                </a:lnTo>
                <a:lnTo>
                  <a:pt x="230" y="121"/>
                </a:lnTo>
                <a:lnTo>
                  <a:pt x="229" y="123"/>
                </a:lnTo>
                <a:lnTo>
                  <a:pt x="228" y="126"/>
                </a:lnTo>
                <a:lnTo>
                  <a:pt x="227" y="129"/>
                </a:lnTo>
                <a:lnTo>
                  <a:pt x="225" y="132"/>
                </a:lnTo>
                <a:lnTo>
                  <a:pt x="224" y="134"/>
                </a:lnTo>
                <a:lnTo>
                  <a:pt x="222" y="137"/>
                </a:lnTo>
                <a:lnTo>
                  <a:pt x="221" y="140"/>
                </a:lnTo>
                <a:lnTo>
                  <a:pt x="219" y="142"/>
                </a:lnTo>
                <a:lnTo>
                  <a:pt x="217" y="145"/>
                </a:lnTo>
                <a:lnTo>
                  <a:pt x="215" y="147"/>
                </a:lnTo>
                <a:lnTo>
                  <a:pt x="213" y="150"/>
                </a:lnTo>
                <a:lnTo>
                  <a:pt x="209" y="152"/>
                </a:lnTo>
                <a:lnTo>
                  <a:pt x="207" y="154"/>
                </a:lnTo>
                <a:lnTo>
                  <a:pt x="205" y="157"/>
                </a:lnTo>
                <a:lnTo>
                  <a:pt x="202" y="159"/>
                </a:lnTo>
                <a:lnTo>
                  <a:pt x="200" y="161"/>
                </a:lnTo>
                <a:lnTo>
                  <a:pt x="197" y="163"/>
                </a:lnTo>
                <a:lnTo>
                  <a:pt x="194" y="165"/>
                </a:lnTo>
                <a:lnTo>
                  <a:pt x="192" y="167"/>
                </a:lnTo>
                <a:lnTo>
                  <a:pt x="189" y="169"/>
                </a:lnTo>
                <a:lnTo>
                  <a:pt x="186" y="170"/>
                </a:lnTo>
                <a:lnTo>
                  <a:pt x="183" y="172"/>
                </a:lnTo>
                <a:lnTo>
                  <a:pt x="180" y="174"/>
                </a:lnTo>
                <a:lnTo>
                  <a:pt x="176" y="175"/>
                </a:lnTo>
                <a:lnTo>
                  <a:pt x="173" y="177"/>
                </a:lnTo>
                <a:lnTo>
                  <a:pt x="170" y="178"/>
                </a:lnTo>
                <a:lnTo>
                  <a:pt x="167" y="179"/>
                </a:lnTo>
                <a:lnTo>
                  <a:pt x="163" y="181"/>
                </a:lnTo>
                <a:lnTo>
                  <a:pt x="160" y="182"/>
                </a:lnTo>
                <a:lnTo>
                  <a:pt x="157" y="183"/>
                </a:lnTo>
                <a:lnTo>
                  <a:pt x="153" y="184"/>
                </a:lnTo>
                <a:lnTo>
                  <a:pt x="150" y="185"/>
                </a:lnTo>
                <a:lnTo>
                  <a:pt x="146" y="185"/>
                </a:lnTo>
                <a:lnTo>
                  <a:pt x="142" y="186"/>
                </a:lnTo>
                <a:lnTo>
                  <a:pt x="139" y="188"/>
                </a:lnTo>
                <a:lnTo>
                  <a:pt x="135" y="188"/>
                </a:lnTo>
                <a:lnTo>
                  <a:pt x="131" y="189"/>
                </a:lnTo>
                <a:lnTo>
                  <a:pt x="128" y="189"/>
                </a:lnTo>
                <a:lnTo>
                  <a:pt x="124" y="189"/>
                </a:lnTo>
                <a:lnTo>
                  <a:pt x="120" y="189"/>
                </a:lnTo>
                <a:lnTo>
                  <a:pt x="117" y="189"/>
                </a:lnTo>
                <a:lnTo>
                  <a:pt x="113" y="189"/>
                </a:lnTo>
                <a:lnTo>
                  <a:pt x="109" y="189"/>
                </a:lnTo>
                <a:lnTo>
                  <a:pt x="106" y="189"/>
                </a:lnTo>
                <a:lnTo>
                  <a:pt x="102" y="189"/>
                </a:lnTo>
                <a:lnTo>
                  <a:pt x="98" y="188"/>
                </a:lnTo>
                <a:lnTo>
                  <a:pt x="95" y="188"/>
                </a:lnTo>
                <a:lnTo>
                  <a:pt x="91" y="186"/>
                </a:lnTo>
                <a:lnTo>
                  <a:pt x="88" y="185"/>
                </a:lnTo>
                <a:lnTo>
                  <a:pt x="84" y="185"/>
                </a:lnTo>
                <a:lnTo>
                  <a:pt x="81" y="184"/>
                </a:lnTo>
                <a:lnTo>
                  <a:pt x="77" y="183"/>
                </a:lnTo>
                <a:lnTo>
                  <a:pt x="74" y="182"/>
                </a:lnTo>
                <a:lnTo>
                  <a:pt x="70" y="181"/>
                </a:lnTo>
                <a:lnTo>
                  <a:pt x="67" y="179"/>
                </a:lnTo>
                <a:lnTo>
                  <a:pt x="64" y="178"/>
                </a:lnTo>
                <a:lnTo>
                  <a:pt x="60" y="177"/>
                </a:lnTo>
                <a:lnTo>
                  <a:pt x="57" y="175"/>
                </a:lnTo>
                <a:lnTo>
                  <a:pt x="54" y="174"/>
                </a:lnTo>
                <a:lnTo>
                  <a:pt x="51" y="172"/>
                </a:lnTo>
                <a:lnTo>
                  <a:pt x="48" y="170"/>
                </a:lnTo>
                <a:lnTo>
                  <a:pt x="45" y="169"/>
                </a:lnTo>
                <a:lnTo>
                  <a:pt x="42" y="167"/>
                </a:lnTo>
                <a:lnTo>
                  <a:pt x="39" y="165"/>
                </a:lnTo>
                <a:lnTo>
                  <a:pt x="37" y="163"/>
                </a:lnTo>
                <a:lnTo>
                  <a:pt x="34" y="161"/>
                </a:lnTo>
                <a:lnTo>
                  <a:pt x="31" y="159"/>
                </a:lnTo>
                <a:lnTo>
                  <a:pt x="29" y="157"/>
                </a:lnTo>
                <a:lnTo>
                  <a:pt x="26" y="154"/>
                </a:lnTo>
                <a:lnTo>
                  <a:pt x="24" y="152"/>
                </a:lnTo>
                <a:lnTo>
                  <a:pt x="22" y="150"/>
                </a:lnTo>
                <a:lnTo>
                  <a:pt x="20" y="147"/>
                </a:lnTo>
                <a:lnTo>
                  <a:pt x="18" y="145"/>
                </a:lnTo>
                <a:lnTo>
                  <a:pt x="16" y="142"/>
                </a:lnTo>
                <a:lnTo>
                  <a:pt x="14" y="140"/>
                </a:lnTo>
                <a:lnTo>
                  <a:pt x="12" y="137"/>
                </a:lnTo>
                <a:lnTo>
                  <a:pt x="11" y="134"/>
                </a:lnTo>
                <a:lnTo>
                  <a:pt x="9" y="132"/>
                </a:lnTo>
                <a:lnTo>
                  <a:pt x="8" y="129"/>
                </a:lnTo>
                <a:lnTo>
                  <a:pt x="7" y="126"/>
                </a:lnTo>
                <a:lnTo>
                  <a:pt x="5" y="123"/>
                </a:lnTo>
                <a:lnTo>
                  <a:pt x="4" y="121"/>
                </a:lnTo>
                <a:lnTo>
                  <a:pt x="3" y="118"/>
                </a:lnTo>
                <a:lnTo>
                  <a:pt x="2" y="115"/>
                </a:lnTo>
                <a:lnTo>
                  <a:pt x="2" y="112"/>
                </a:lnTo>
                <a:lnTo>
                  <a:pt x="1" y="109"/>
                </a:lnTo>
                <a:lnTo>
                  <a:pt x="0" y="106"/>
                </a:lnTo>
                <a:lnTo>
                  <a:pt x="0" y="103"/>
                </a:lnTo>
                <a:lnTo>
                  <a:pt x="0" y="100"/>
                </a:lnTo>
                <a:lnTo>
                  <a:pt x="0" y="97"/>
                </a:lnTo>
                <a:lnTo>
                  <a:pt x="0" y="94"/>
                </a:lnTo>
                <a:lnTo>
                  <a:pt x="0" y="91"/>
                </a:lnTo>
                <a:lnTo>
                  <a:pt x="0" y="88"/>
                </a:lnTo>
                <a:lnTo>
                  <a:pt x="0" y="86"/>
                </a:lnTo>
                <a:lnTo>
                  <a:pt x="0" y="83"/>
                </a:lnTo>
                <a:lnTo>
                  <a:pt x="1" y="80"/>
                </a:lnTo>
                <a:lnTo>
                  <a:pt x="2" y="77"/>
                </a:lnTo>
                <a:lnTo>
                  <a:pt x="2" y="74"/>
                </a:lnTo>
                <a:lnTo>
                  <a:pt x="3" y="71"/>
                </a:lnTo>
                <a:lnTo>
                  <a:pt x="4" y="68"/>
                </a:lnTo>
                <a:lnTo>
                  <a:pt x="5" y="65"/>
                </a:lnTo>
                <a:lnTo>
                  <a:pt x="7" y="63"/>
                </a:lnTo>
                <a:lnTo>
                  <a:pt x="8" y="60"/>
                </a:lnTo>
                <a:lnTo>
                  <a:pt x="9" y="57"/>
                </a:lnTo>
                <a:lnTo>
                  <a:pt x="11" y="54"/>
                </a:lnTo>
                <a:lnTo>
                  <a:pt x="12" y="52"/>
                </a:lnTo>
                <a:lnTo>
                  <a:pt x="14" y="49"/>
                </a:lnTo>
                <a:lnTo>
                  <a:pt x="16" y="47"/>
                </a:lnTo>
                <a:lnTo>
                  <a:pt x="18" y="44"/>
                </a:lnTo>
                <a:lnTo>
                  <a:pt x="20" y="42"/>
                </a:lnTo>
                <a:lnTo>
                  <a:pt x="22" y="39"/>
                </a:lnTo>
                <a:lnTo>
                  <a:pt x="24" y="37"/>
                </a:lnTo>
                <a:lnTo>
                  <a:pt x="26" y="34"/>
                </a:lnTo>
                <a:lnTo>
                  <a:pt x="29" y="32"/>
                </a:lnTo>
                <a:lnTo>
                  <a:pt x="31" y="30"/>
                </a:lnTo>
                <a:lnTo>
                  <a:pt x="34" y="28"/>
                </a:lnTo>
                <a:lnTo>
                  <a:pt x="37" y="26"/>
                </a:lnTo>
                <a:lnTo>
                  <a:pt x="39" y="24"/>
                </a:lnTo>
                <a:lnTo>
                  <a:pt x="42" y="22"/>
                </a:lnTo>
                <a:lnTo>
                  <a:pt x="45" y="20"/>
                </a:lnTo>
                <a:lnTo>
                  <a:pt x="48" y="18"/>
                </a:lnTo>
                <a:lnTo>
                  <a:pt x="51" y="17"/>
                </a:lnTo>
                <a:lnTo>
                  <a:pt x="54" y="15"/>
                </a:lnTo>
                <a:lnTo>
                  <a:pt x="57" y="13"/>
                </a:lnTo>
                <a:lnTo>
                  <a:pt x="60" y="12"/>
                </a:lnTo>
                <a:lnTo>
                  <a:pt x="64" y="11"/>
                </a:lnTo>
                <a:lnTo>
                  <a:pt x="67" y="9"/>
                </a:lnTo>
                <a:lnTo>
                  <a:pt x="70" y="8"/>
                </a:lnTo>
                <a:lnTo>
                  <a:pt x="74" y="7"/>
                </a:lnTo>
                <a:lnTo>
                  <a:pt x="77" y="6"/>
                </a:lnTo>
                <a:lnTo>
                  <a:pt x="81" y="5"/>
                </a:lnTo>
                <a:lnTo>
                  <a:pt x="84" y="4"/>
                </a:lnTo>
                <a:lnTo>
                  <a:pt x="88" y="3"/>
                </a:lnTo>
                <a:lnTo>
                  <a:pt x="91" y="3"/>
                </a:lnTo>
                <a:lnTo>
                  <a:pt x="95" y="2"/>
                </a:lnTo>
                <a:lnTo>
                  <a:pt x="98" y="2"/>
                </a:lnTo>
                <a:lnTo>
                  <a:pt x="102" y="1"/>
                </a:lnTo>
                <a:lnTo>
                  <a:pt x="106" y="1"/>
                </a:lnTo>
                <a:lnTo>
                  <a:pt x="109" y="1"/>
                </a:lnTo>
                <a:lnTo>
                  <a:pt x="113" y="0"/>
                </a:lnTo>
                <a:lnTo>
                  <a:pt x="117" y="0"/>
                </a:lnTo>
                <a:lnTo>
                  <a:pt x="120" y="0"/>
                </a:lnTo>
                <a:lnTo>
                  <a:pt x="124" y="1"/>
                </a:lnTo>
                <a:lnTo>
                  <a:pt x="128" y="1"/>
                </a:lnTo>
                <a:lnTo>
                  <a:pt x="131" y="1"/>
                </a:lnTo>
                <a:lnTo>
                  <a:pt x="135" y="2"/>
                </a:lnTo>
                <a:lnTo>
                  <a:pt x="139" y="2"/>
                </a:lnTo>
                <a:lnTo>
                  <a:pt x="142" y="3"/>
                </a:lnTo>
                <a:lnTo>
                  <a:pt x="146" y="3"/>
                </a:lnTo>
                <a:lnTo>
                  <a:pt x="150" y="4"/>
                </a:lnTo>
                <a:lnTo>
                  <a:pt x="153" y="5"/>
                </a:lnTo>
                <a:lnTo>
                  <a:pt x="157" y="6"/>
                </a:lnTo>
                <a:lnTo>
                  <a:pt x="160" y="7"/>
                </a:lnTo>
                <a:lnTo>
                  <a:pt x="163" y="8"/>
                </a:lnTo>
                <a:lnTo>
                  <a:pt x="167" y="9"/>
                </a:lnTo>
                <a:lnTo>
                  <a:pt x="170" y="11"/>
                </a:lnTo>
                <a:lnTo>
                  <a:pt x="173" y="12"/>
                </a:lnTo>
                <a:lnTo>
                  <a:pt x="176" y="13"/>
                </a:lnTo>
                <a:lnTo>
                  <a:pt x="180" y="15"/>
                </a:lnTo>
                <a:lnTo>
                  <a:pt x="183" y="17"/>
                </a:lnTo>
                <a:lnTo>
                  <a:pt x="186" y="18"/>
                </a:lnTo>
                <a:lnTo>
                  <a:pt x="189" y="20"/>
                </a:lnTo>
                <a:lnTo>
                  <a:pt x="192" y="22"/>
                </a:lnTo>
                <a:lnTo>
                  <a:pt x="194" y="24"/>
                </a:lnTo>
                <a:lnTo>
                  <a:pt x="197" y="26"/>
                </a:lnTo>
                <a:lnTo>
                  <a:pt x="200" y="28"/>
                </a:lnTo>
                <a:lnTo>
                  <a:pt x="202" y="30"/>
                </a:lnTo>
                <a:lnTo>
                  <a:pt x="205" y="32"/>
                </a:lnTo>
                <a:lnTo>
                  <a:pt x="207" y="34"/>
                </a:lnTo>
                <a:lnTo>
                  <a:pt x="209" y="37"/>
                </a:lnTo>
                <a:lnTo>
                  <a:pt x="213" y="39"/>
                </a:lnTo>
                <a:lnTo>
                  <a:pt x="215" y="42"/>
                </a:lnTo>
                <a:lnTo>
                  <a:pt x="217" y="44"/>
                </a:lnTo>
                <a:lnTo>
                  <a:pt x="219" y="47"/>
                </a:lnTo>
                <a:lnTo>
                  <a:pt x="221" y="49"/>
                </a:lnTo>
                <a:lnTo>
                  <a:pt x="222" y="52"/>
                </a:lnTo>
                <a:lnTo>
                  <a:pt x="224" y="54"/>
                </a:lnTo>
                <a:lnTo>
                  <a:pt x="225" y="57"/>
                </a:lnTo>
                <a:lnTo>
                  <a:pt x="227" y="60"/>
                </a:lnTo>
                <a:lnTo>
                  <a:pt x="228" y="63"/>
                </a:lnTo>
                <a:lnTo>
                  <a:pt x="229" y="65"/>
                </a:lnTo>
                <a:lnTo>
                  <a:pt x="230" y="68"/>
                </a:lnTo>
                <a:lnTo>
                  <a:pt x="231" y="71"/>
                </a:lnTo>
                <a:lnTo>
                  <a:pt x="232" y="74"/>
                </a:lnTo>
                <a:lnTo>
                  <a:pt x="233" y="77"/>
                </a:lnTo>
                <a:lnTo>
                  <a:pt x="234" y="80"/>
                </a:lnTo>
                <a:lnTo>
                  <a:pt x="234" y="83"/>
                </a:lnTo>
                <a:lnTo>
                  <a:pt x="235" y="86"/>
                </a:lnTo>
                <a:lnTo>
                  <a:pt x="235" y="88"/>
                </a:lnTo>
                <a:lnTo>
                  <a:pt x="235" y="91"/>
                </a:lnTo>
                <a:lnTo>
                  <a:pt x="235" y="94"/>
                </a:lnTo>
                <a:close/>
              </a:path>
            </a:pathLst>
          </a:custGeom>
          <a:solidFill>
            <a:srgbClr val="fff8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0" name=""/>
          <p:cNvSpPr/>
          <p:nvPr/>
        </p:nvSpPr>
        <p:spPr>
          <a:xfrm>
            <a:off x="4935600" y="1793520"/>
            <a:ext cx="86400" cy="69120"/>
          </a:xfrm>
          <a:custGeom>
            <a:avLst/>
            <a:gdLst/>
            <a:ahLst/>
            <a:rect l="0" t="0" r="r" b="b"/>
            <a:pathLst>
              <a:path w="240" h="192">
                <a:moveTo>
                  <a:pt x="238" y="96"/>
                </a:moveTo>
                <a:lnTo>
                  <a:pt x="238" y="93"/>
                </a:lnTo>
                <a:lnTo>
                  <a:pt x="238" y="90"/>
                </a:lnTo>
                <a:lnTo>
                  <a:pt x="238" y="88"/>
                </a:lnTo>
                <a:lnTo>
                  <a:pt x="237" y="85"/>
                </a:lnTo>
                <a:lnTo>
                  <a:pt x="237" y="82"/>
                </a:lnTo>
                <a:lnTo>
                  <a:pt x="236" y="78"/>
                </a:lnTo>
                <a:lnTo>
                  <a:pt x="235" y="75"/>
                </a:lnTo>
                <a:lnTo>
                  <a:pt x="234" y="72"/>
                </a:lnTo>
                <a:lnTo>
                  <a:pt x="233" y="69"/>
                </a:lnTo>
                <a:lnTo>
                  <a:pt x="232" y="66"/>
                </a:lnTo>
                <a:lnTo>
                  <a:pt x="231" y="64"/>
                </a:lnTo>
                <a:lnTo>
                  <a:pt x="230" y="61"/>
                </a:lnTo>
                <a:lnTo>
                  <a:pt x="228" y="58"/>
                </a:lnTo>
                <a:lnTo>
                  <a:pt x="227" y="55"/>
                </a:lnTo>
                <a:lnTo>
                  <a:pt x="225" y="53"/>
                </a:lnTo>
                <a:lnTo>
                  <a:pt x="224" y="50"/>
                </a:lnTo>
                <a:lnTo>
                  <a:pt x="222" y="48"/>
                </a:lnTo>
                <a:lnTo>
                  <a:pt x="220" y="45"/>
                </a:lnTo>
                <a:lnTo>
                  <a:pt x="218" y="43"/>
                </a:lnTo>
                <a:lnTo>
                  <a:pt x="216" y="40"/>
                </a:lnTo>
                <a:lnTo>
                  <a:pt x="213" y="38"/>
                </a:lnTo>
                <a:lnTo>
                  <a:pt x="211" y="35"/>
                </a:lnTo>
                <a:lnTo>
                  <a:pt x="209" y="33"/>
                </a:lnTo>
                <a:lnTo>
                  <a:pt x="206" y="31"/>
                </a:lnTo>
                <a:lnTo>
                  <a:pt x="204" y="29"/>
                </a:lnTo>
                <a:lnTo>
                  <a:pt x="201" y="27"/>
                </a:lnTo>
                <a:lnTo>
                  <a:pt x="198" y="25"/>
                </a:lnTo>
                <a:lnTo>
                  <a:pt x="196" y="23"/>
                </a:lnTo>
                <a:lnTo>
                  <a:pt x="193" y="21"/>
                </a:lnTo>
                <a:lnTo>
                  <a:pt x="190" y="19"/>
                </a:lnTo>
                <a:lnTo>
                  <a:pt x="187" y="18"/>
                </a:lnTo>
                <a:lnTo>
                  <a:pt x="184" y="16"/>
                </a:lnTo>
                <a:lnTo>
                  <a:pt x="180" y="14"/>
                </a:lnTo>
                <a:lnTo>
                  <a:pt x="177" y="13"/>
                </a:lnTo>
                <a:lnTo>
                  <a:pt x="174" y="12"/>
                </a:lnTo>
                <a:lnTo>
                  <a:pt x="171" y="10"/>
                </a:lnTo>
                <a:lnTo>
                  <a:pt x="167" y="9"/>
                </a:lnTo>
                <a:lnTo>
                  <a:pt x="164" y="8"/>
                </a:lnTo>
                <a:lnTo>
                  <a:pt x="161" y="7"/>
                </a:lnTo>
                <a:lnTo>
                  <a:pt x="157" y="6"/>
                </a:lnTo>
                <a:lnTo>
                  <a:pt x="154" y="5"/>
                </a:lnTo>
                <a:lnTo>
                  <a:pt x="150" y="4"/>
                </a:lnTo>
                <a:lnTo>
                  <a:pt x="146" y="4"/>
                </a:lnTo>
                <a:lnTo>
                  <a:pt x="143" y="3"/>
                </a:lnTo>
                <a:lnTo>
                  <a:pt x="139" y="3"/>
                </a:lnTo>
                <a:lnTo>
                  <a:pt x="135" y="2"/>
                </a:lnTo>
                <a:lnTo>
                  <a:pt x="132" y="2"/>
                </a:lnTo>
                <a:lnTo>
                  <a:pt x="128" y="2"/>
                </a:lnTo>
                <a:lnTo>
                  <a:pt x="124" y="1"/>
                </a:lnTo>
                <a:lnTo>
                  <a:pt x="121" y="1"/>
                </a:lnTo>
                <a:lnTo>
                  <a:pt x="117" y="1"/>
                </a:lnTo>
                <a:lnTo>
                  <a:pt x="113" y="2"/>
                </a:lnTo>
                <a:lnTo>
                  <a:pt x="110" y="2"/>
                </a:lnTo>
                <a:lnTo>
                  <a:pt x="106" y="2"/>
                </a:lnTo>
                <a:lnTo>
                  <a:pt x="102" y="3"/>
                </a:lnTo>
                <a:lnTo>
                  <a:pt x="99" y="3"/>
                </a:lnTo>
                <a:lnTo>
                  <a:pt x="95" y="4"/>
                </a:lnTo>
                <a:lnTo>
                  <a:pt x="92" y="4"/>
                </a:lnTo>
                <a:lnTo>
                  <a:pt x="88" y="5"/>
                </a:lnTo>
                <a:lnTo>
                  <a:pt x="85" y="6"/>
                </a:lnTo>
                <a:lnTo>
                  <a:pt x="81" y="7"/>
                </a:lnTo>
                <a:lnTo>
                  <a:pt x="78" y="8"/>
                </a:lnTo>
                <a:lnTo>
                  <a:pt x="74" y="9"/>
                </a:lnTo>
                <a:lnTo>
                  <a:pt x="71" y="10"/>
                </a:lnTo>
                <a:lnTo>
                  <a:pt x="68" y="12"/>
                </a:lnTo>
                <a:lnTo>
                  <a:pt x="64" y="13"/>
                </a:lnTo>
                <a:lnTo>
                  <a:pt x="61" y="14"/>
                </a:lnTo>
                <a:lnTo>
                  <a:pt x="58" y="16"/>
                </a:lnTo>
                <a:lnTo>
                  <a:pt x="55" y="18"/>
                </a:lnTo>
                <a:lnTo>
                  <a:pt x="52" y="19"/>
                </a:lnTo>
                <a:lnTo>
                  <a:pt x="49" y="21"/>
                </a:lnTo>
                <a:lnTo>
                  <a:pt x="46" y="23"/>
                </a:lnTo>
                <a:lnTo>
                  <a:pt x="43" y="25"/>
                </a:lnTo>
                <a:lnTo>
                  <a:pt x="41" y="27"/>
                </a:lnTo>
                <a:lnTo>
                  <a:pt x="38" y="29"/>
                </a:lnTo>
                <a:lnTo>
                  <a:pt x="35" y="31"/>
                </a:lnTo>
                <a:lnTo>
                  <a:pt x="32" y="33"/>
                </a:lnTo>
                <a:lnTo>
                  <a:pt x="29" y="35"/>
                </a:lnTo>
                <a:lnTo>
                  <a:pt x="27" y="38"/>
                </a:lnTo>
                <a:lnTo>
                  <a:pt x="25" y="40"/>
                </a:lnTo>
                <a:lnTo>
                  <a:pt x="23" y="43"/>
                </a:lnTo>
                <a:lnTo>
                  <a:pt x="21" y="45"/>
                </a:lnTo>
                <a:lnTo>
                  <a:pt x="19" y="48"/>
                </a:lnTo>
                <a:lnTo>
                  <a:pt x="17" y="50"/>
                </a:lnTo>
                <a:lnTo>
                  <a:pt x="15" y="53"/>
                </a:lnTo>
                <a:lnTo>
                  <a:pt x="14" y="55"/>
                </a:lnTo>
                <a:lnTo>
                  <a:pt x="12" y="58"/>
                </a:lnTo>
                <a:lnTo>
                  <a:pt x="11" y="61"/>
                </a:lnTo>
                <a:lnTo>
                  <a:pt x="10" y="64"/>
                </a:lnTo>
                <a:lnTo>
                  <a:pt x="8" y="66"/>
                </a:lnTo>
                <a:lnTo>
                  <a:pt x="7" y="69"/>
                </a:lnTo>
                <a:lnTo>
                  <a:pt x="6" y="72"/>
                </a:lnTo>
                <a:lnTo>
                  <a:pt x="5" y="75"/>
                </a:lnTo>
                <a:lnTo>
                  <a:pt x="5" y="78"/>
                </a:lnTo>
                <a:lnTo>
                  <a:pt x="4" y="82"/>
                </a:lnTo>
                <a:lnTo>
                  <a:pt x="3" y="85"/>
                </a:lnTo>
                <a:lnTo>
                  <a:pt x="3" y="88"/>
                </a:lnTo>
                <a:lnTo>
                  <a:pt x="3" y="90"/>
                </a:lnTo>
                <a:lnTo>
                  <a:pt x="3" y="93"/>
                </a:lnTo>
                <a:lnTo>
                  <a:pt x="3" y="96"/>
                </a:lnTo>
                <a:lnTo>
                  <a:pt x="3" y="99"/>
                </a:lnTo>
                <a:lnTo>
                  <a:pt x="3" y="102"/>
                </a:lnTo>
                <a:lnTo>
                  <a:pt x="3" y="105"/>
                </a:lnTo>
                <a:lnTo>
                  <a:pt x="3" y="108"/>
                </a:lnTo>
                <a:lnTo>
                  <a:pt x="4" y="111"/>
                </a:lnTo>
                <a:lnTo>
                  <a:pt x="5" y="114"/>
                </a:lnTo>
                <a:lnTo>
                  <a:pt x="5" y="117"/>
                </a:lnTo>
                <a:lnTo>
                  <a:pt x="6" y="120"/>
                </a:lnTo>
                <a:lnTo>
                  <a:pt x="7" y="123"/>
                </a:lnTo>
                <a:lnTo>
                  <a:pt x="8" y="125"/>
                </a:lnTo>
                <a:lnTo>
                  <a:pt x="10" y="128"/>
                </a:lnTo>
                <a:lnTo>
                  <a:pt x="11" y="131"/>
                </a:lnTo>
                <a:lnTo>
                  <a:pt x="12" y="134"/>
                </a:lnTo>
                <a:lnTo>
                  <a:pt x="14" y="136"/>
                </a:lnTo>
                <a:lnTo>
                  <a:pt x="15" y="139"/>
                </a:lnTo>
                <a:lnTo>
                  <a:pt x="17" y="142"/>
                </a:lnTo>
                <a:lnTo>
                  <a:pt x="19" y="144"/>
                </a:lnTo>
                <a:lnTo>
                  <a:pt x="21" y="147"/>
                </a:lnTo>
                <a:lnTo>
                  <a:pt x="23" y="149"/>
                </a:lnTo>
                <a:lnTo>
                  <a:pt x="25" y="152"/>
                </a:lnTo>
                <a:lnTo>
                  <a:pt x="27" y="154"/>
                </a:lnTo>
                <a:lnTo>
                  <a:pt x="29" y="156"/>
                </a:lnTo>
                <a:lnTo>
                  <a:pt x="32" y="159"/>
                </a:lnTo>
                <a:lnTo>
                  <a:pt x="35" y="161"/>
                </a:lnTo>
                <a:lnTo>
                  <a:pt x="38" y="163"/>
                </a:lnTo>
                <a:lnTo>
                  <a:pt x="41" y="165"/>
                </a:lnTo>
                <a:lnTo>
                  <a:pt x="43" y="167"/>
                </a:lnTo>
                <a:lnTo>
                  <a:pt x="46" y="169"/>
                </a:lnTo>
                <a:lnTo>
                  <a:pt x="49" y="171"/>
                </a:lnTo>
                <a:lnTo>
                  <a:pt x="52" y="172"/>
                </a:lnTo>
                <a:lnTo>
                  <a:pt x="55" y="174"/>
                </a:lnTo>
                <a:lnTo>
                  <a:pt x="58" y="176"/>
                </a:lnTo>
                <a:lnTo>
                  <a:pt x="61" y="177"/>
                </a:lnTo>
                <a:lnTo>
                  <a:pt x="64" y="179"/>
                </a:lnTo>
                <a:lnTo>
                  <a:pt x="68" y="180"/>
                </a:lnTo>
                <a:lnTo>
                  <a:pt x="71" y="181"/>
                </a:lnTo>
                <a:lnTo>
                  <a:pt x="74" y="183"/>
                </a:lnTo>
                <a:lnTo>
                  <a:pt x="78" y="184"/>
                </a:lnTo>
                <a:lnTo>
                  <a:pt x="81" y="185"/>
                </a:lnTo>
                <a:lnTo>
                  <a:pt x="85" y="186"/>
                </a:lnTo>
                <a:lnTo>
                  <a:pt x="88" y="187"/>
                </a:lnTo>
                <a:lnTo>
                  <a:pt x="92" y="187"/>
                </a:lnTo>
                <a:lnTo>
                  <a:pt x="95" y="188"/>
                </a:lnTo>
                <a:lnTo>
                  <a:pt x="99" y="189"/>
                </a:lnTo>
                <a:lnTo>
                  <a:pt x="102" y="189"/>
                </a:lnTo>
                <a:lnTo>
                  <a:pt x="106" y="190"/>
                </a:lnTo>
                <a:lnTo>
                  <a:pt x="110" y="190"/>
                </a:lnTo>
                <a:lnTo>
                  <a:pt x="113" y="190"/>
                </a:lnTo>
                <a:lnTo>
                  <a:pt x="117" y="190"/>
                </a:lnTo>
                <a:lnTo>
                  <a:pt x="121" y="190"/>
                </a:lnTo>
                <a:lnTo>
                  <a:pt x="124" y="190"/>
                </a:lnTo>
                <a:lnTo>
                  <a:pt x="128" y="190"/>
                </a:lnTo>
                <a:lnTo>
                  <a:pt x="132" y="190"/>
                </a:lnTo>
                <a:lnTo>
                  <a:pt x="135" y="190"/>
                </a:lnTo>
                <a:lnTo>
                  <a:pt x="139" y="189"/>
                </a:lnTo>
                <a:lnTo>
                  <a:pt x="143" y="189"/>
                </a:lnTo>
                <a:lnTo>
                  <a:pt x="146" y="188"/>
                </a:lnTo>
                <a:lnTo>
                  <a:pt x="150" y="187"/>
                </a:lnTo>
                <a:lnTo>
                  <a:pt x="154" y="187"/>
                </a:lnTo>
                <a:lnTo>
                  <a:pt x="157" y="186"/>
                </a:lnTo>
                <a:lnTo>
                  <a:pt x="161" y="185"/>
                </a:lnTo>
                <a:lnTo>
                  <a:pt x="164" y="184"/>
                </a:lnTo>
                <a:lnTo>
                  <a:pt x="167" y="183"/>
                </a:lnTo>
                <a:lnTo>
                  <a:pt x="171" y="181"/>
                </a:lnTo>
                <a:lnTo>
                  <a:pt x="174" y="180"/>
                </a:lnTo>
                <a:lnTo>
                  <a:pt x="177" y="179"/>
                </a:lnTo>
                <a:lnTo>
                  <a:pt x="180" y="177"/>
                </a:lnTo>
                <a:lnTo>
                  <a:pt x="184" y="176"/>
                </a:lnTo>
                <a:lnTo>
                  <a:pt x="187" y="174"/>
                </a:lnTo>
                <a:lnTo>
                  <a:pt x="190" y="172"/>
                </a:lnTo>
                <a:lnTo>
                  <a:pt x="193" y="171"/>
                </a:lnTo>
                <a:lnTo>
                  <a:pt x="196" y="169"/>
                </a:lnTo>
                <a:lnTo>
                  <a:pt x="198" y="167"/>
                </a:lnTo>
                <a:lnTo>
                  <a:pt x="201" y="165"/>
                </a:lnTo>
                <a:lnTo>
                  <a:pt x="204" y="163"/>
                </a:lnTo>
                <a:lnTo>
                  <a:pt x="206" y="161"/>
                </a:lnTo>
                <a:lnTo>
                  <a:pt x="209" y="159"/>
                </a:lnTo>
                <a:lnTo>
                  <a:pt x="211" y="156"/>
                </a:lnTo>
                <a:lnTo>
                  <a:pt x="213" y="154"/>
                </a:lnTo>
                <a:lnTo>
                  <a:pt x="216" y="152"/>
                </a:lnTo>
                <a:lnTo>
                  <a:pt x="218" y="149"/>
                </a:lnTo>
                <a:lnTo>
                  <a:pt x="220" y="147"/>
                </a:lnTo>
                <a:lnTo>
                  <a:pt x="222" y="144"/>
                </a:lnTo>
                <a:lnTo>
                  <a:pt x="224" y="142"/>
                </a:lnTo>
                <a:lnTo>
                  <a:pt x="225" y="139"/>
                </a:lnTo>
                <a:lnTo>
                  <a:pt x="227" y="136"/>
                </a:lnTo>
                <a:lnTo>
                  <a:pt x="228" y="134"/>
                </a:lnTo>
                <a:lnTo>
                  <a:pt x="230" y="131"/>
                </a:lnTo>
                <a:lnTo>
                  <a:pt x="231" y="128"/>
                </a:lnTo>
                <a:lnTo>
                  <a:pt x="232" y="125"/>
                </a:lnTo>
                <a:lnTo>
                  <a:pt x="233" y="123"/>
                </a:lnTo>
                <a:lnTo>
                  <a:pt x="234" y="120"/>
                </a:lnTo>
                <a:lnTo>
                  <a:pt x="235" y="117"/>
                </a:lnTo>
                <a:lnTo>
                  <a:pt x="236" y="114"/>
                </a:lnTo>
                <a:lnTo>
                  <a:pt x="237" y="111"/>
                </a:lnTo>
                <a:lnTo>
                  <a:pt x="237" y="108"/>
                </a:lnTo>
                <a:lnTo>
                  <a:pt x="238" y="105"/>
                </a:lnTo>
                <a:lnTo>
                  <a:pt x="238" y="102"/>
                </a:lnTo>
                <a:lnTo>
                  <a:pt x="238" y="99"/>
                </a:lnTo>
                <a:lnTo>
                  <a:pt x="238" y="96"/>
                </a:lnTo>
                <a:moveTo>
                  <a:pt x="240" y="96"/>
                </a:moveTo>
                <a:lnTo>
                  <a:pt x="240" y="99"/>
                </a:lnTo>
                <a:lnTo>
                  <a:pt x="240" y="102"/>
                </a:lnTo>
                <a:lnTo>
                  <a:pt x="240" y="105"/>
                </a:lnTo>
                <a:lnTo>
                  <a:pt x="239" y="108"/>
                </a:lnTo>
                <a:lnTo>
                  <a:pt x="239" y="111"/>
                </a:lnTo>
                <a:lnTo>
                  <a:pt x="238" y="114"/>
                </a:lnTo>
                <a:lnTo>
                  <a:pt x="237" y="117"/>
                </a:lnTo>
                <a:lnTo>
                  <a:pt x="237" y="120"/>
                </a:lnTo>
                <a:lnTo>
                  <a:pt x="236" y="123"/>
                </a:lnTo>
                <a:lnTo>
                  <a:pt x="234" y="126"/>
                </a:lnTo>
                <a:lnTo>
                  <a:pt x="233" y="129"/>
                </a:lnTo>
                <a:lnTo>
                  <a:pt x="232" y="132"/>
                </a:lnTo>
                <a:lnTo>
                  <a:pt x="230" y="134"/>
                </a:lnTo>
                <a:lnTo>
                  <a:pt x="229" y="137"/>
                </a:lnTo>
                <a:lnTo>
                  <a:pt x="227" y="140"/>
                </a:lnTo>
                <a:lnTo>
                  <a:pt x="226" y="143"/>
                </a:lnTo>
                <a:lnTo>
                  <a:pt x="224" y="145"/>
                </a:lnTo>
                <a:lnTo>
                  <a:pt x="222" y="148"/>
                </a:lnTo>
                <a:lnTo>
                  <a:pt x="220" y="150"/>
                </a:lnTo>
                <a:lnTo>
                  <a:pt x="217" y="153"/>
                </a:lnTo>
                <a:lnTo>
                  <a:pt x="215" y="155"/>
                </a:lnTo>
                <a:lnTo>
                  <a:pt x="213" y="157"/>
                </a:lnTo>
                <a:lnTo>
                  <a:pt x="210" y="160"/>
                </a:lnTo>
                <a:lnTo>
                  <a:pt x="208" y="162"/>
                </a:lnTo>
                <a:lnTo>
                  <a:pt x="205" y="164"/>
                </a:lnTo>
                <a:lnTo>
                  <a:pt x="203" y="166"/>
                </a:lnTo>
                <a:lnTo>
                  <a:pt x="200" y="168"/>
                </a:lnTo>
                <a:lnTo>
                  <a:pt x="197" y="170"/>
                </a:lnTo>
                <a:lnTo>
                  <a:pt x="194" y="172"/>
                </a:lnTo>
                <a:lnTo>
                  <a:pt x="191" y="174"/>
                </a:lnTo>
                <a:lnTo>
                  <a:pt x="188" y="176"/>
                </a:lnTo>
                <a:lnTo>
                  <a:pt x="185" y="177"/>
                </a:lnTo>
                <a:lnTo>
                  <a:pt x="182" y="179"/>
                </a:lnTo>
                <a:lnTo>
                  <a:pt x="178" y="180"/>
                </a:lnTo>
                <a:lnTo>
                  <a:pt x="175" y="182"/>
                </a:lnTo>
                <a:lnTo>
                  <a:pt x="172" y="183"/>
                </a:lnTo>
                <a:lnTo>
                  <a:pt x="168" y="184"/>
                </a:lnTo>
                <a:lnTo>
                  <a:pt x="165" y="186"/>
                </a:lnTo>
                <a:lnTo>
                  <a:pt x="161" y="187"/>
                </a:lnTo>
                <a:lnTo>
                  <a:pt x="158" y="188"/>
                </a:lnTo>
                <a:lnTo>
                  <a:pt x="154" y="188"/>
                </a:lnTo>
                <a:lnTo>
                  <a:pt x="151" y="189"/>
                </a:lnTo>
                <a:lnTo>
                  <a:pt x="147" y="190"/>
                </a:lnTo>
                <a:lnTo>
                  <a:pt x="143" y="191"/>
                </a:lnTo>
                <a:lnTo>
                  <a:pt x="139" y="191"/>
                </a:lnTo>
                <a:lnTo>
                  <a:pt x="136" y="192"/>
                </a:lnTo>
                <a:lnTo>
                  <a:pt x="132" y="192"/>
                </a:lnTo>
                <a:lnTo>
                  <a:pt x="128" y="192"/>
                </a:lnTo>
                <a:lnTo>
                  <a:pt x="125" y="192"/>
                </a:lnTo>
                <a:lnTo>
                  <a:pt x="121" y="192"/>
                </a:lnTo>
                <a:lnTo>
                  <a:pt x="117" y="192"/>
                </a:lnTo>
                <a:lnTo>
                  <a:pt x="113" y="192"/>
                </a:lnTo>
                <a:lnTo>
                  <a:pt x="110" y="192"/>
                </a:lnTo>
                <a:lnTo>
                  <a:pt x="106" y="192"/>
                </a:lnTo>
                <a:lnTo>
                  <a:pt x="102" y="191"/>
                </a:lnTo>
                <a:lnTo>
                  <a:pt x="98" y="191"/>
                </a:lnTo>
                <a:lnTo>
                  <a:pt x="95" y="190"/>
                </a:lnTo>
                <a:lnTo>
                  <a:pt x="91" y="189"/>
                </a:lnTo>
                <a:lnTo>
                  <a:pt x="87" y="188"/>
                </a:lnTo>
                <a:lnTo>
                  <a:pt x="84" y="188"/>
                </a:lnTo>
                <a:lnTo>
                  <a:pt x="80" y="187"/>
                </a:lnTo>
                <a:lnTo>
                  <a:pt x="77" y="186"/>
                </a:lnTo>
                <a:lnTo>
                  <a:pt x="73" y="184"/>
                </a:lnTo>
                <a:lnTo>
                  <a:pt x="70" y="183"/>
                </a:lnTo>
                <a:lnTo>
                  <a:pt x="67" y="182"/>
                </a:lnTo>
                <a:lnTo>
                  <a:pt x="63" y="180"/>
                </a:lnTo>
                <a:lnTo>
                  <a:pt x="60" y="179"/>
                </a:lnTo>
                <a:lnTo>
                  <a:pt x="57" y="177"/>
                </a:lnTo>
                <a:lnTo>
                  <a:pt x="54" y="176"/>
                </a:lnTo>
                <a:lnTo>
                  <a:pt x="51" y="174"/>
                </a:lnTo>
                <a:lnTo>
                  <a:pt x="48" y="172"/>
                </a:lnTo>
                <a:lnTo>
                  <a:pt x="45" y="170"/>
                </a:lnTo>
                <a:lnTo>
                  <a:pt x="42" y="168"/>
                </a:lnTo>
                <a:lnTo>
                  <a:pt x="39" y="166"/>
                </a:lnTo>
                <a:lnTo>
                  <a:pt x="36" y="164"/>
                </a:lnTo>
                <a:lnTo>
                  <a:pt x="34" y="162"/>
                </a:lnTo>
                <a:lnTo>
                  <a:pt x="30" y="160"/>
                </a:lnTo>
                <a:lnTo>
                  <a:pt x="28" y="157"/>
                </a:lnTo>
                <a:lnTo>
                  <a:pt x="25" y="155"/>
                </a:lnTo>
                <a:lnTo>
                  <a:pt x="23" y="153"/>
                </a:lnTo>
                <a:lnTo>
                  <a:pt x="21" y="150"/>
                </a:lnTo>
                <a:lnTo>
                  <a:pt x="19" y="148"/>
                </a:lnTo>
                <a:lnTo>
                  <a:pt x="17" y="145"/>
                </a:lnTo>
                <a:lnTo>
                  <a:pt x="15" y="143"/>
                </a:lnTo>
                <a:lnTo>
                  <a:pt x="13" y="140"/>
                </a:lnTo>
                <a:lnTo>
                  <a:pt x="12" y="137"/>
                </a:lnTo>
                <a:lnTo>
                  <a:pt x="10" y="134"/>
                </a:lnTo>
                <a:lnTo>
                  <a:pt x="9" y="132"/>
                </a:lnTo>
                <a:lnTo>
                  <a:pt x="7" y="129"/>
                </a:lnTo>
                <a:lnTo>
                  <a:pt x="6" y="126"/>
                </a:lnTo>
                <a:lnTo>
                  <a:pt x="5" y="123"/>
                </a:lnTo>
                <a:lnTo>
                  <a:pt x="4" y="120"/>
                </a:lnTo>
                <a:lnTo>
                  <a:pt x="3" y="117"/>
                </a:lnTo>
                <a:lnTo>
                  <a:pt x="2" y="114"/>
                </a:lnTo>
                <a:lnTo>
                  <a:pt x="2" y="111"/>
                </a:lnTo>
                <a:lnTo>
                  <a:pt x="1" y="108"/>
                </a:lnTo>
                <a:lnTo>
                  <a:pt x="1" y="105"/>
                </a:lnTo>
                <a:lnTo>
                  <a:pt x="1" y="102"/>
                </a:lnTo>
                <a:lnTo>
                  <a:pt x="0" y="99"/>
                </a:lnTo>
                <a:lnTo>
                  <a:pt x="0" y="96"/>
                </a:lnTo>
                <a:lnTo>
                  <a:pt x="0" y="93"/>
                </a:lnTo>
                <a:lnTo>
                  <a:pt x="1" y="90"/>
                </a:lnTo>
                <a:lnTo>
                  <a:pt x="1" y="87"/>
                </a:lnTo>
                <a:lnTo>
                  <a:pt x="1" y="84"/>
                </a:lnTo>
                <a:lnTo>
                  <a:pt x="2" y="81"/>
                </a:lnTo>
                <a:lnTo>
                  <a:pt x="2" y="77"/>
                </a:lnTo>
                <a:lnTo>
                  <a:pt x="3" y="74"/>
                </a:lnTo>
                <a:lnTo>
                  <a:pt x="4" y="72"/>
                </a:lnTo>
                <a:lnTo>
                  <a:pt x="5" y="69"/>
                </a:lnTo>
                <a:lnTo>
                  <a:pt x="6" y="66"/>
                </a:lnTo>
                <a:lnTo>
                  <a:pt x="7" y="63"/>
                </a:lnTo>
                <a:lnTo>
                  <a:pt x="9" y="60"/>
                </a:lnTo>
                <a:lnTo>
                  <a:pt x="10" y="57"/>
                </a:lnTo>
                <a:lnTo>
                  <a:pt x="12" y="55"/>
                </a:lnTo>
                <a:lnTo>
                  <a:pt x="13" y="52"/>
                </a:lnTo>
                <a:lnTo>
                  <a:pt x="15" y="49"/>
                </a:lnTo>
                <a:lnTo>
                  <a:pt x="17" y="47"/>
                </a:lnTo>
                <a:lnTo>
                  <a:pt x="19" y="44"/>
                </a:lnTo>
                <a:lnTo>
                  <a:pt x="21" y="41"/>
                </a:lnTo>
                <a:lnTo>
                  <a:pt x="23" y="39"/>
                </a:lnTo>
                <a:lnTo>
                  <a:pt x="25" y="37"/>
                </a:lnTo>
                <a:lnTo>
                  <a:pt x="28" y="34"/>
                </a:lnTo>
                <a:lnTo>
                  <a:pt x="30" y="32"/>
                </a:lnTo>
                <a:lnTo>
                  <a:pt x="34" y="30"/>
                </a:lnTo>
                <a:lnTo>
                  <a:pt x="36" y="28"/>
                </a:lnTo>
                <a:lnTo>
                  <a:pt x="39" y="25"/>
                </a:lnTo>
                <a:lnTo>
                  <a:pt x="42" y="23"/>
                </a:lnTo>
                <a:lnTo>
                  <a:pt x="45" y="22"/>
                </a:lnTo>
                <a:lnTo>
                  <a:pt x="48" y="20"/>
                </a:lnTo>
                <a:lnTo>
                  <a:pt x="51" y="18"/>
                </a:lnTo>
                <a:lnTo>
                  <a:pt x="54" y="16"/>
                </a:lnTo>
                <a:lnTo>
                  <a:pt x="57" y="14"/>
                </a:lnTo>
                <a:lnTo>
                  <a:pt x="60" y="13"/>
                </a:lnTo>
                <a:lnTo>
                  <a:pt x="63" y="11"/>
                </a:lnTo>
                <a:lnTo>
                  <a:pt x="67" y="10"/>
                </a:lnTo>
                <a:lnTo>
                  <a:pt x="70" y="9"/>
                </a:lnTo>
                <a:lnTo>
                  <a:pt x="73" y="7"/>
                </a:lnTo>
                <a:lnTo>
                  <a:pt x="77" y="6"/>
                </a:lnTo>
                <a:lnTo>
                  <a:pt x="80" y="5"/>
                </a:lnTo>
                <a:lnTo>
                  <a:pt x="84" y="4"/>
                </a:lnTo>
                <a:lnTo>
                  <a:pt x="87" y="3"/>
                </a:lnTo>
                <a:lnTo>
                  <a:pt x="91" y="3"/>
                </a:lnTo>
                <a:lnTo>
                  <a:pt x="95" y="2"/>
                </a:lnTo>
                <a:lnTo>
                  <a:pt x="98" y="1"/>
                </a:lnTo>
                <a:lnTo>
                  <a:pt x="102" y="1"/>
                </a:lnTo>
                <a:lnTo>
                  <a:pt x="106" y="0"/>
                </a:lnTo>
                <a:lnTo>
                  <a:pt x="110" y="0"/>
                </a:lnTo>
                <a:lnTo>
                  <a:pt x="113" y="0"/>
                </a:lnTo>
                <a:lnTo>
                  <a:pt x="117" y="0"/>
                </a:lnTo>
                <a:lnTo>
                  <a:pt x="121" y="0"/>
                </a:lnTo>
                <a:lnTo>
                  <a:pt x="125" y="0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39" y="1"/>
                </a:lnTo>
                <a:lnTo>
                  <a:pt x="143" y="1"/>
                </a:lnTo>
                <a:lnTo>
                  <a:pt x="147" y="2"/>
                </a:lnTo>
                <a:lnTo>
                  <a:pt x="151" y="3"/>
                </a:lnTo>
                <a:lnTo>
                  <a:pt x="154" y="3"/>
                </a:lnTo>
                <a:lnTo>
                  <a:pt x="158" y="4"/>
                </a:lnTo>
                <a:lnTo>
                  <a:pt x="161" y="5"/>
                </a:lnTo>
                <a:lnTo>
                  <a:pt x="165" y="6"/>
                </a:lnTo>
                <a:lnTo>
                  <a:pt x="168" y="7"/>
                </a:lnTo>
                <a:lnTo>
                  <a:pt x="172" y="9"/>
                </a:lnTo>
                <a:lnTo>
                  <a:pt x="175" y="10"/>
                </a:lnTo>
                <a:lnTo>
                  <a:pt x="178" y="11"/>
                </a:lnTo>
                <a:lnTo>
                  <a:pt x="182" y="13"/>
                </a:lnTo>
                <a:lnTo>
                  <a:pt x="185" y="14"/>
                </a:lnTo>
                <a:lnTo>
                  <a:pt x="188" y="16"/>
                </a:lnTo>
                <a:lnTo>
                  <a:pt x="191" y="18"/>
                </a:lnTo>
                <a:lnTo>
                  <a:pt x="194" y="20"/>
                </a:lnTo>
                <a:lnTo>
                  <a:pt x="197" y="22"/>
                </a:lnTo>
                <a:lnTo>
                  <a:pt x="200" y="23"/>
                </a:lnTo>
                <a:lnTo>
                  <a:pt x="203" y="25"/>
                </a:lnTo>
                <a:lnTo>
                  <a:pt x="205" y="28"/>
                </a:lnTo>
                <a:lnTo>
                  <a:pt x="208" y="30"/>
                </a:lnTo>
                <a:lnTo>
                  <a:pt x="210" y="32"/>
                </a:lnTo>
                <a:lnTo>
                  <a:pt x="213" y="34"/>
                </a:lnTo>
                <a:lnTo>
                  <a:pt x="215" y="37"/>
                </a:lnTo>
                <a:lnTo>
                  <a:pt x="217" y="39"/>
                </a:lnTo>
                <a:lnTo>
                  <a:pt x="220" y="41"/>
                </a:lnTo>
                <a:lnTo>
                  <a:pt x="222" y="44"/>
                </a:lnTo>
                <a:lnTo>
                  <a:pt x="224" y="47"/>
                </a:lnTo>
                <a:lnTo>
                  <a:pt x="226" y="49"/>
                </a:lnTo>
                <a:lnTo>
                  <a:pt x="227" y="52"/>
                </a:lnTo>
                <a:lnTo>
                  <a:pt x="229" y="55"/>
                </a:lnTo>
                <a:lnTo>
                  <a:pt x="230" y="57"/>
                </a:lnTo>
                <a:lnTo>
                  <a:pt x="232" y="60"/>
                </a:lnTo>
                <a:lnTo>
                  <a:pt x="233" y="63"/>
                </a:lnTo>
                <a:lnTo>
                  <a:pt x="234" y="66"/>
                </a:lnTo>
                <a:lnTo>
                  <a:pt x="236" y="69"/>
                </a:lnTo>
                <a:lnTo>
                  <a:pt x="237" y="72"/>
                </a:lnTo>
                <a:lnTo>
                  <a:pt x="237" y="74"/>
                </a:lnTo>
                <a:lnTo>
                  <a:pt x="238" y="77"/>
                </a:lnTo>
                <a:lnTo>
                  <a:pt x="239" y="81"/>
                </a:lnTo>
                <a:lnTo>
                  <a:pt x="239" y="84"/>
                </a:lnTo>
                <a:lnTo>
                  <a:pt x="240" y="87"/>
                </a:lnTo>
                <a:lnTo>
                  <a:pt x="240" y="90"/>
                </a:lnTo>
                <a:lnTo>
                  <a:pt x="240" y="93"/>
                </a:lnTo>
                <a:lnTo>
                  <a:pt x="240" y="96"/>
                </a:lnTo>
                <a:close/>
              </a:path>
            </a:pathLst>
          </a:custGeom>
          <a:solidFill>
            <a:srgbClr val="fff7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1" name=""/>
          <p:cNvSpPr/>
          <p:nvPr/>
        </p:nvSpPr>
        <p:spPr>
          <a:xfrm>
            <a:off x="4934880" y="1792800"/>
            <a:ext cx="88200" cy="70560"/>
          </a:xfrm>
          <a:custGeom>
            <a:avLst/>
            <a:gdLst/>
            <a:ahLst/>
            <a:rect l="0" t="0" r="r" b="b"/>
            <a:pathLst>
              <a:path w="245" h="196">
                <a:moveTo>
                  <a:pt x="242" y="97"/>
                </a:moveTo>
                <a:lnTo>
                  <a:pt x="242" y="94"/>
                </a:lnTo>
                <a:lnTo>
                  <a:pt x="242" y="91"/>
                </a:lnTo>
                <a:lnTo>
                  <a:pt x="242" y="88"/>
                </a:lnTo>
                <a:lnTo>
                  <a:pt x="241" y="85"/>
                </a:lnTo>
                <a:lnTo>
                  <a:pt x="241" y="82"/>
                </a:lnTo>
                <a:lnTo>
                  <a:pt x="240" y="79"/>
                </a:lnTo>
                <a:lnTo>
                  <a:pt x="239" y="76"/>
                </a:lnTo>
                <a:lnTo>
                  <a:pt x="239" y="74"/>
                </a:lnTo>
                <a:lnTo>
                  <a:pt x="238" y="71"/>
                </a:lnTo>
                <a:lnTo>
                  <a:pt x="236" y="68"/>
                </a:lnTo>
                <a:lnTo>
                  <a:pt x="235" y="65"/>
                </a:lnTo>
                <a:lnTo>
                  <a:pt x="234" y="62"/>
                </a:lnTo>
                <a:lnTo>
                  <a:pt x="232" y="59"/>
                </a:lnTo>
                <a:lnTo>
                  <a:pt x="231" y="57"/>
                </a:lnTo>
                <a:lnTo>
                  <a:pt x="229" y="54"/>
                </a:lnTo>
                <a:lnTo>
                  <a:pt x="228" y="51"/>
                </a:lnTo>
                <a:lnTo>
                  <a:pt x="226" y="49"/>
                </a:lnTo>
                <a:lnTo>
                  <a:pt x="224" y="46"/>
                </a:lnTo>
                <a:lnTo>
                  <a:pt x="222" y="43"/>
                </a:lnTo>
                <a:lnTo>
                  <a:pt x="219" y="41"/>
                </a:lnTo>
                <a:lnTo>
                  <a:pt x="217" y="39"/>
                </a:lnTo>
                <a:lnTo>
                  <a:pt x="215" y="36"/>
                </a:lnTo>
                <a:lnTo>
                  <a:pt x="212" y="34"/>
                </a:lnTo>
                <a:lnTo>
                  <a:pt x="210" y="32"/>
                </a:lnTo>
                <a:lnTo>
                  <a:pt x="207" y="30"/>
                </a:lnTo>
                <a:lnTo>
                  <a:pt x="205" y="27"/>
                </a:lnTo>
                <a:lnTo>
                  <a:pt x="202" y="25"/>
                </a:lnTo>
                <a:lnTo>
                  <a:pt x="199" y="24"/>
                </a:lnTo>
                <a:lnTo>
                  <a:pt x="196" y="22"/>
                </a:lnTo>
                <a:lnTo>
                  <a:pt x="193" y="20"/>
                </a:lnTo>
                <a:lnTo>
                  <a:pt x="190" y="18"/>
                </a:lnTo>
                <a:lnTo>
                  <a:pt x="187" y="16"/>
                </a:lnTo>
                <a:lnTo>
                  <a:pt x="184" y="15"/>
                </a:lnTo>
                <a:lnTo>
                  <a:pt x="180" y="13"/>
                </a:lnTo>
                <a:lnTo>
                  <a:pt x="177" y="12"/>
                </a:lnTo>
                <a:lnTo>
                  <a:pt x="174" y="11"/>
                </a:lnTo>
                <a:lnTo>
                  <a:pt x="170" y="9"/>
                </a:lnTo>
                <a:lnTo>
                  <a:pt x="167" y="8"/>
                </a:lnTo>
                <a:lnTo>
                  <a:pt x="163" y="7"/>
                </a:lnTo>
                <a:lnTo>
                  <a:pt x="160" y="6"/>
                </a:lnTo>
                <a:lnTo>
                  <a:pt x="156" y="5"/>
                </a:lnTo>
                <a:lnTo>
                  <a:pt x="153" y="5"/>
                </a:lnTo>
                <a:lnTo>
                  <a:pt x="149" y="4"/>
                </a:lnTo>
                <a:lnTo>
                  <a:pt x="145" y="3"/>
                </a:lnTo>
                <a:lnTo>
                  <a:pt x="141" y="3"/>
                </a:lnTo>
                <a:lnTo>
                  <a:pt x="138" y="2"/>
                </a:lnTo>
                <a:lnTo>
                  <a:pt x="134" y="2"/>
                </a:lnTo>
                <a:lnTo>
                  <a:pt x="130" y="2"/>
                </a:lnTo>
                <a:lnTo>
                  <a:pt x="127" y="2"/>
                </a:lnTo>
                <a:lnTo>
                  <a:pt x="123" y="2"/>
                </a:lnTo>
                <a:lnTo>
                  <a:pt x="119" y="2"/>
                </a:lnTo>
                <a:lnTo>
                  <a:pt x="115" y="2"/>
                </a:lnTo>
                <a:lnTo>
                  <a:pt x="112" y="2"/>
                </a:lnTo>
                <a:lnTo>
                  <a:pt x="108" y="2"/>
                </a:lnTo>
                <a:lnTo>
                  <a:pt x="104" y="3"/>
                </a:lnTo>
                <a:lnTo>
                  <a:pt x="100" y="3"/>
                </a:lnTo>
                <a:lnTo>
                  <a:pt x="97" y="4"/>
                </a:lnTo>
                <a:lnTo>
                  <a:pt x="93" y="5"/>
                </a:lnTo>
                <a:lnTo>
                  <a:pt x="89" y="5"/>
                </a:lnTo>
                <a:lnTo>
                  <a:pt x="86" y="6"/>
                </a:lnTo>
                <a:lnTo>
                  <a:pt x="82" y="7"/>
                </a:lnTo>
                <a:lnTo>
                  <a:pt x="79" y="8"/>
                </a:lnTo>
                <a:lnTo>
                  <a:pt x="75" y="9"/>
                </a:lnTo>
                <a:lnTo>
                  <a:pt x="72" y="11"/>
                </a:lnTo>
                <a:lnTo>
                  <a:pt x="69" y="12"/>
                </a:lnTo>
                <a:lnTo>
                  <a:pt x="65" y="13"/>
                </a:lnTo>
                <a:lnTo>
                  <a:pt x="62" y="15"/>
                </a:lnTo>
                <a:lnTo>
                  <a:pt x="59" y="16"/>
                </a:lnTo>
                <a:lnTo>
                  <a:pt x="56" y="18"/>
                </a:lnTo>
                <a:lnTo>
                  <a:pt x="53" y="20"/>
                </a:lnTo>
                <a:lnTo>
                  <a:pt x="50" y="22"/>
                </a:lnTo>
                <a:lnTo>
                  <a:pt x="47" y="24"/>
                </a:lnTo>
                <a:lnTo>
                  <a:pt x="44" y="25"/>
                </a:lnTo>
                <a:lnTo>
                  <a:pt x="41" y="27"/>
                </a:lnTo>
                <a:lnTo>
                  <a:pt x="38" y="30"/>
                </a:lnTo>
                <a:lnTo>
                  <a:pt x="36" y="32"/>
                </a:lnTo>
                <a:lnTo>
                  <a:pt x="33" y="34"/>
                </a:lnTo>
                <a:lnTo>
                  <a:pt x="31" y="36"/>
                </a:lnTo>
                <a:lnTo>
                  <a:pt x="28" y="39"/>
                </a:lnTo>
                <a:lnTo>
                  <a:pt x="26" y="41"/>
                </a:lnTo>
                <a:lnTo>
                  <a:pt x="24" y="43"/>
                </a:lnTo>
                <a:lnTo>
                  <a:pt x="21" y="46"/>
                </a:lnTo>
                <a:lnTo>
                  <a:pt x="19" y="49"/>
                </a:lnTo>
                <a:lnTo>
                  <a:pt x="17" y="51"/>
                </a:lnTo>
                <a:lnTo>
                  <a:pt x="15" y="54"/>
                </a:lnTo>
                <a:lnTo>
                  <a:pt x="14" y="57"/>
                </a:lnTo>
                <a:lnTo>
                  <a:pt x="12" y="59"/>
                </a:lnTo>
                <a:lnTo>
                  <a:pt x="11" y="62"/>
                </a:lnTo>
                <a:lnTo>
                  <a:pt x="9" y="65"/>
                </a:lnTo>
                <a:lnTo>
                  <a:pt x="8" y="68"/>
                </a:lnTo>
                <a:lnTo>
                  <a:pt x="7" y="71"/>
                </a:lnTo>
                <a:lnTo>
                  <a:pt x="6" y="74"/>
                </a:lnTo>
                <a:lnTo>
                  <a:pt x="5" y="76"/>
                </a:lnTo>
                <a:lnTo>
                  <a:pt x="4" y="79"/>
                </a:lnTo>
                <a:lnTo>
                  <a:pt x="4" y="82"/>
                </a:lnTo>
                <a:lnTo>
                  <a:pt x="3" y="85"/>
                </a:lnTo>
                <a:lnTo>
                  <a:pt x="3" y="88"/>
                </a:lnTo>
                <a:lnTo>
                  <a:pt x="3" y="91"/>
                </a:lnTo>
                <a:lnTo>
                  <a:pt x="2" y="94"/>
                </a:lnTo>
                <a:lnTo>
                  <a:pt x="2" y="97"/>
                </a:lnTo>
                <a:lnTo>
                  <a:pt x="2" y="100"/>
                </a:lnTo>
                <a:lnTo>
                  <a:pt x="3" y="103"/>
                </a:lnTo>
                <a:lnTo>
                  <a:pt x="3" y="106"/>
                </a:lnTo>
                <a:lnTo>
                  <a:pt x="3" y="109"/>
                </a:lnTo>
                <a:lnTo>
                  <a:pt x="4" y="112"/>
                </a:lnTo>
                <a:lnTo>
                  <a:pt x="4" y="115"/>
                </a:lnTo>
                <a:lnTo>
                  <a:pt x="5" y="118"/>
                </a:lnTo>
                <a:lnTo>
                  <a:pt x="6" y="121"/>
                </a:lnTo>
                <a:lnTo>
                  <a:pt x="7" y="124"/>
                </a:lnTo>
                <a:lnTo>
                  <a:pt x="8" y="127"/>
                </a:lnTo>
                <a:lnTo>
                  <a:pt x="9" y="130"/>
                </a:lnTo>
                <a:lnTo>
                  <a:pt x="11" y="133"/>
                </a:lnTo>
                <a:lnTo>
                  <a:pt x="12" y="135"/>
                </a:lnTo>
                <a:lnTo>
                  <a:pt x="14" y="138"/>
                </a:lnTo>
                <a:lnTo>
                  <a:pt x="15" y="141"/>
                </a:lnTo>
                <a:lnTo>
                  <a:pt x="17" y="144"/>
                </a:lnTo>
                <a:lnTo>
                  <a:pt x="19" y="146"/>
                </a:lnTo>
                <a:lnTo>
                  <a:pt x="21" y="149"/>
                </a:lnTo>
                <a:lnTo>
                  <a:pt x="24" y="151"/>
                </a:lnTo>
                <a:lnTo>
                  <a:pt x="26" y="154"/>
                </a:lnTo>
                <a:lnTo>
                  <a:pt x="28" y="156"/>
                </a:lnTo>
                <a:lnTo>
                  <a:pt x="31" y="158"/>
                </a:lnTo>
                <a:lnTo>
                  <a:pt x="33" y="161"/>
                </a:lnTo>
                <a:lnTo>
                  <a:pt x="36" y="163"/>
                </a:lnTo>
                <a:lnTo>
                  <a:pt x="38" y="165"/>
                </a:lnTo>
                <a:lnTo>
                  <a:pt x="41" y="167"/>
                </a:lnTo>
                <a:lnTo>
                  <a:pt x="44" y="169"/>
                </a:lnTo>
                <a:lnTo>
                  <a:pt x="47" y="171"/>
                </a:lnTo>
                <a:lnTo>
                  <a:pt x="50" y="173"/>
                </a:lnTo>
                <a:lnTo>
                  <a:pt x="53" y="175"/>
                </a:lnTo>
                <a:lnTo>
                  <a:pt x="56" y="177"/>
                </a:lnTo>
                <a:lnTo>
                  <a:pt x="59" y="178"/>
                </a:lnTo>
                <a:lnTo>
                  <a:pt x="62" y="180"/>
                </a:lnTo>
                <a:lnTo>
                  <a:pt x="65" y="181"/>
                </a:lnTo>
                <a:lnTo>
                  <a:pt x="69" y="183"/>
                </a:lnTo>
                <a:lnTo>
                  <a:pt x="72" y="184"/>
                </a:lnTo>
                <a:lnTo>
                  <a:pt x="75" y="185"/>
                </a:lnTo>
                <a:lnTo>
                  <a:pt x="79" y="187"/>
                </a:lnTo>
                <a:lnTo>
                  <a:pt x="82" y="189"/>
                </a:lnTo>
                <a:lnTo>
                  <a:pt x="86" y="190"/>
                </a:lnTo>
                <a:lnTo>
                  <a:pt x="89" y="190"/>
                </a:lnTo>
                <a:lnTo>
                  <a:pt x="93" y="191"/>
                </a:lnTo>
                <a:lnTo>
                  <a:pt x="97" y="192"/>
                </a:lnTo>
                <a:lnTo>
                  <a:pt x="100" y="193"/>
                </a:lnTo>
                <a:lnTo>
                  <a:pt x="104" y="193"/>
                </a:lnTo>
                <a:lnTo>
                  <a:pt x="108" y="194"/>
                </a:lnTo>
                <a:lnTo>
                  <a:pt x="112" y="194"/>
                </a:lnTo>
                <a:lnTo>
                  <a:pt x="115" y="194"/>
                </a:lnTo>
                <a:lnTo>
                  <a:pt x="119" y="194"/>
                </a:lnTo>
                <a:lnTo>
                  <a:pt x="123" y="194"/>
                </a:lnTo>
                <a:lnTo>
                  <a:pt x="127" y="194"/>
                </a:lnTo>
                <a:lnTo>
                  <a:pt x="130" y="194"/>
                </a:lnTo>
                <a:lnTo>
                  <a:pt x="134" y="194"/>
                </a:lnTo>
                <a:lnTo>
                  <a:pt x="138" y="194"/>
                </a:lnTo>
                <a:lnTo>
                  <a:pt x="141" y="193"/>
                </a:lnTo>
                <a:lnTo>
                  <a:pt x="145" y="193"/>
                </a:lnTo>
                <a:lnTo>
                  <a:pt x="149" y="192"/>
                </a:lnTo>
                <a:lnTo>
                  <a:pt x="153" y="191"/>
                </a:lnTo>
                <a:lnTo>
                  <a:pt x="156" y="190"/>
                </a:lnTo>
                <a:lnTo>
                  <a:pt x="160" y="190"/>
                </a:lnTo>
                <a:lnTo>
                  <a:pt x="163" y="189"/>
                </a:lnTo>
                <a:lnTo>
                  <a:pt x="167" y="187"/>
                </a:lnTo>
                <a:lnTo>
                  <a:pt x="170" y="185"/>
                </a:lnTo>
                <a:lnTo>
                  <a:pt x="174" y="184"/>
                </a:lnTo>
                <a:lnTo>
                  <a:pt x="177" y="183"/>
                </a:lnTo>
                <a:lnTo>
                  <a:pt x="180" y="181"/>
                </a:lnTo>
                <a:lnTo>
                  <a:pt x="184" y="180"/>
                </a:lnTo>
                <a:lnTo>
                  <a:pt x="187" y="178"/>
                </a:lnTo>
                <a:lnTo>
                  <a:pt x="190" y="177"/>
                </a:lnTo>
                <a:lnTo>
                  <a:pt x="193" y="175"/>
                </a:lnTo>
                <a:lnTo>
                  <a:pt x="196" y="173"/>
                </a:lnTo>
                <a:lnTo>
                  <a:pt x="199" y="171"/>
                </a:lnTo>
                <a:lnTo>
                  <a:pt x="202" y="169"/>
                </a:lnTo>
                <a:lnTo>
                  <a:pt x="205" y="167"/>
                </a:lnTo>
                <a:lnTo>
                  <a:pt x="207" y="165"/>
                </a:lnTo>
                <a:lnTo>
                  <a:pt x="210" y="163"/>
                </a:lnTo>
                <a:lnTo>
                  <a:pt x="212" y="161"/>
                </a:lnTo>
                <a:lnTo>
                  <a:pt x="215" y="158"/>
                </a:lnTo>
                <a:lnTo>
                  <a:pt x="217" y="156"/>
                </a:lnTo>
                <a:lnTo>
                  <a:pt x="219" y="154"/>
                </a:lnTo>
                <a:lnTo>
                  <a:pt x="222" y="151"/>
                </a:lnTo>
                <a:lnTo>
                  <a:pt x="224" y="149"/>
                </a:lnTo>
                <a:lnTo>
                  <a:pt x="226" y="146"/>
                </a:lnTo>
                <a:lnTo>
                  <a:pt x="228" y="144"/>
                </a:lnTo>
                <a:lnTo>
                  <a:pt x="229" y="141"/>
                </a:lnTo>
                <a:lnTo>
                  <a:pt x="231" y="138"/>
                </a:lnTo>
                <a:lnTo>
                  <a:pt x="232" y="135"/>
                </a:lnTo>
                <a:lnTo>
                  <a:pt x="234" y="133"/>
                </a:lnTo>
                <a:lnTo>
                  <a:pt x="235" y="130"/>
                </a:lnTo>
                <a:lnTo>
                  <a:pt x="236" y="127"/>
                </a:lnTo>
                <a:lnTo>
                  <a:pt x="238" y="124"/>
                </a:lnTo>
                <a:lnTo>
                  <a:pt x="239" y="121"/>
                </a:lnTo>
                <a:lnTo>
                  <a:pt x="239" y="118"/>
                </a:lnTo>
                <a:lnTo>
                  <a:pt x="240" y="115"/>
                </a:lnTo>
                <a:lnTo>
                  <a:pt x="241" y="112"/>
                </a:lnTo>
                <a:lnTo>
                  <a:pt x="241" y="109"/>
                </a:lnTo>
                <a:lnTo>
                  <a:pt x="242" y="106"/>
                </a:lnTo>
                <a:lnTo>
                  <a:pt x="242" y="103"/>
                </a:lnTo>
                <a:lnTo>
                  <a:pt x="242" y="100"/>
                </a:lnTo>
                <a:lnTo>
                  <a:pt x="242" y="97"/>
                </a:lnTo>
                <a:moveTo>
                  <a:pt x="245" y="97"/>
                </a:moveTo>
                <a:lnTo>
                  <a:pt x="245" y="100"/>
                </a:lnTo>
                <a:lnTo>
                  <a:pt x="244" y="104"/>
                </a:lnTo>
                <a:lnTo>
                  <a:pt x="244" y="107"/>
                </a:lnTo>
                <a:lnTo>
                  <a:pt x="244" y="110"/>
                </a:lnTo>
                <a:lnTo>
                  <a:pt x="243" y="113"/>
                </a:lnTo>
                <a:lnTo>
                  <a:pt x="242" y="116"/>
                </a:lnTo>
                <a:lnTo>
                  <a:pt x="242" y="119"/>
                </a:lnTo>
                <a:lnTo>
                  <a:pt x="241" y="122"/>
                </a:lnTo>
                <a:lnTo>
                  <a:pt x="240" y="125"/>
                </a:lnTo>
                <a:lnTo>
                  <a:pt x="239" y="128"/>
                </a:lnTo>
                <a:lnTo>
                  <a:pt x="237" y="130"/>
                </a:lnTo>
                <a:lnTo>
                  <a:pt x="236" y="133"/>
                </a:lnTo>
                <a:lnTo>
                  <a:pt x="235" y="136"/>
                </a:lnTo>
                <a:lnTo>
                  <a:pt x="233" y="139"/>
                </a:lnTo>
                <a:lnTo>
                  <a:pt x="231" y="142"/>
                </a:lnTo>
                <a:lnTo>
                  <a:pt x="230" y="144"/>
                </a:lnTo>
                <a:lnTo>
                  <a:pt x="228" y="147"/>
                </a:lnTo>
                <a:lnTo>
                  <a:pt x="226" y="150"/>
                </a:lnTo>
                <a:lnTo>
                  <a:pt x="224" y="152"/>
                </a:lnTo>
                <a:lnTo>
                  <a:pt x="221" y="155"/>
                </a:lnTo>
                <a:lnTo>
                  <a:pt x="219" y="157"/>
                </a:lnTo>
                <a:lnTo>
                  <a:pt x="217" y="160"/>
                </a:lnTo>
                <a:lnTo>
                  <a:pt x="214" y="162"/>
                </a:lnTo>
                <a:lnTo>
                  <a:pt x="212" y="164"/>
                </a:lnTo>
                <a:lnTo>
                  <a:pt x="209" y="166"/>
                </a:lnTo>
                <a:lnTo>
                  <a:pt x="206" y="169"/>
                </a:lnTo>
                <a:lnTo>
                  <a:pt x="203" y="171"/>
                </a:lnTo>
                <a:lnTo>
                  <a:pt x="200" y="173"/>
                </a:lnTo>
                <a:lnTo>
                  <a:pt x="197" y="175"/>
                </a:lnTo>
                <a:lnTo>
                  <a:pt x="194" y="176"/>
                </a:lnTo>
                <a:lnTo>
                  <a:pt x="191" y="178"/>
                </a:lnTo>
                <a:lnTo>
                  <a:pt x="188" y="180"/>
                </a:lnTo>
                <a:lnTo>
                  <a:pt x="185" y="181"/>
                </a:lnTo>
                <a:lnTo>
                  <a:pt x="181" y="183"/>
                </a:lnTo>
                <a:lnTo>
                  <a:pt x="178" y="184"/>
                </a:lnTo>
                <a:lnTo>
                  <a:pt x="175" y="186"/>
                </a:lnTo>
                <a:lnTo>
                  <a:pt x="171" y="187"/>
                </a:lnTo>
                <a:lnTo>
                  <a:pt x="168" y="189"/>
                </a:lnTo>
                <a:lnTo>
                  <a:pt x="164" y="190"/>
                </a:lnTo>
                <a:lnTo>
                  <a:pt x="160" y="191"/>
                </a:lnTo>
                <a:lnTo>
                  <a:pt x="157" y="192"/>
                </a:lnTo>
                <a:lnTo>
                  <a:pt x="153" y="193"/>
                </a:lnTo>
                <a:lnTo>
                  <a:pt x="149" y="194"/>
                </a:lnTo>
                <a:lnTo>
                  <a:pt x="146" y="194"/>
                </a:lnTo>
                <a:lnTo>
                  <a:pt x="142" y="195"/>
                </a:lnTo>
                <a:lnTo>
                  <a:pt x="138" y="195"/>
                </a:lnTo>
                <a:lnTo>
                  <a:pt x="134" y="196"/>
                </a:lnTo>
                <a:lnTo>
                  <a:pt x="130" y="196"/>
                </a:lnTo>
                <a:lnTo>
                  <a:pt x="127" y="196"/>
                </a:lnTo>
                <a:lnTo>
                  <a:pt x="123" y="196"/>
                </a:lnTo>
                <a:lnTo>
                  <a:pt x="119" y="196"/>
                </a:lnTo>
                <a:lnTo>
                  <a:pt x="115" y="196"/>
                </a:lnTo>
                <a:lnTo>
                  <a:pt x="111" y="196"/>
                </a:lnTo>
                <a:lnTo>
                  <a:pt x="108" y="195"/>
                </a:lnTo>
                <a:lnTo>
                  <a:pt x="104" y="195"/>
                </a:lnTo>
                <a:lnTo>
                  <a:pt x="100" y="194"/>
                </a:lnTo>
                <a:lnTo>
                  <a:pt x="96" y="194"/>
                </a:lnTo>
                <a:lnTo>
                  <a:pt x="93" y="193"/>
                </a:lnTo>
                <a:lnTo>
                  <a:pt x="89" y="192"/>
                </a:lnTo>
                <a:lnTo>
                  <a:pt x="85" y="191"/>
                </a:lnTo>
                <a:lnTo>
                  <a:pt x="82" y="190"/>
                </a:lnTo>
                <a:lnTo>
                  <a:pt x="78" y="189"/>
                </a:lnTo>
                <a:lnTo>
                  <a:pt x="74" y="187"/>
                </a:lnTo>
                <a:lnTo>
                  <a:pt x="71" y="186"/>
                </a:lnTo>
                <a:lnTo>
                  <a:pt x="67" y="184"/>
                </a:lnTo>
                <a:lnTo>
                  <a:pt x="64" y="183"/>
                </a:lnTo>
                <a:lnTo>
                  <a:pt x="61" y="181"/>
                </a:lnTo>
                <a:lnTo>
                  <a:pt x="58" y="180"/>
                </a:lnTo>
                <a:lnTo>
                  <a:pt x="54" y="178"/>
                </a:lnTo>
                <a:lnTo>
                  <a:pt x="51" y="176"/>
                </a:lnTo>
                <a:lnTo>
                  <a:pt x="48" y="175"/>
                </a:lnTo>
                <a:lnTo>
                  <a:pt x="45" y="173"/>
                </a:lnTo>
                <a:lnTo>
                  <a:pt x="42" y="171"/>
                </a:lnTo>
                <a:lnTo>
                  <a:pt x="39" y="169"/>
                </a:lnTo>
                <a:lnTo>
                  <a:pt x="37" y="166"/>
                </a:lnTo>
                <a:lnTo>
                  <a:pt x="34" y="164"/>
                </a:lnTo>
                <a:lnTo>
                  <a:pt x="31" y="162"/>
                </a:lnTo>
                <a:lnTo>
                  <a:pt x="29" y="160"/>
                </a:lnTo>
                <a:lnTo>
                  <a:pt x="27" y="157"/>
                </a:lnTo>
                <a:lnTo>
                  <a:pt x="24" y="155"/>
                </a:lnTo>
                <a:lnTo>
                  <a:pt x="21" y="152"/>
                </a:lnTo>
                <a:lnTo>
                  <a:pt x="19" y="150"/>
                </a:lnTo>
                <a:lnTo>
                  <a:pt x="17" y="147"/>
                </a:lnTo>
                <a:lnTo>
                  <a:pt x="15" y="144"/>
                </a:lnTo>
                <a:lnTo>
                  <a:pt x="13" y="142"/>
                </a:lnTo>
                <a:lnTo>
                  <a:pt x="12" y="139"/>
                </a:lnTo>
                <a:lnTo>
                  <a:pt x="10" y="136"/>
                </a:lnTo>
                <a:lnTo>
                  <a:pt x="9" y="133"/>
                </a:lnTo>
                <a:lnTo>
                  <a:pt x="7" y="130"/>
                </a:lnTo>
                <a:lnTo>
                  <a:pt x="6" y="128"/>
                </a:lnTo>
                <a:lnTo>
                  <a:pt x="5" y="125"/>
                </a:lnTo>
                <a:lnTo>
                  <a:pt x="4" y="122"/>
                </a:lnTo>
                <a:lnTo>
                  <a:pt x="3" y="119"/>
                </a:lnTo>
                <a:lnTo>
                  <a:pt x="2" y="116"/>
                </a:lnTo>
                <a:lnTo>
                  <a:pt x="1" y="113"/>
                </a:lnTo>
                <a:lnTo>
                  <a:pt x="1" y="110"/>
                </a:lnTo>
                <a:lnTo>
                  <a:pt x="1" y="107"/>
                </a:lnTo>
                <a:lnTo>
                  <a:pt x="0" y="104"/>
                </a:lnTo>
                <a:lnTo>
                  <a:pt x="0" y="100"/>
                </a:lnTo>
                <a:lnTo>
                  <a:pt x="0" y="97"/>
                </a:lnTo>
                <a:lnTo>
                  <a:pt x="0" y="94"/>
                </a:lnTo>
                <a:lnTo>
                  <a:pt x="0" y="91"/>
                </a:lnTo>
                <a:lnTo>
                  <a:pt x="1" y="88"/>
                </a:lnTo>
                <a:lnTo>
                  <a:pt x="1" y="85"/>
                </a:lnTo>
                <a:lnTo>
                  <a:pt x="1" y="82"/>
                </a:lnTo>
                <a:lnTo>
                  <a:pt x="2" y="79"/>
                </a:lnTo>
                <a:lnTo>
                  <a:pt x="3" y="76"/>
                </a:lnTo>
                <a:lnTo>
                  <a:pt x="4" y="73"/>
                </a:lnTo>
                <a:lnTo>
                  <a:pt x="5" y="70"/>
                </a:lnTo>
                <a:lnTo>
                  <a:pt x="6" y="67"/>
                </a:lnTo>
                <a:lnTo>
                  <a:pt x="7" y="64"/>
                </a:lnTo>
                <a:lnTo>
                  <a:pt x="9" y="61"/>
                </a:lnTo>
                <a:lnTo>
                  <a:pt x="10" y="59"/>
                </a:lnTo>
                <a:lnTo>
                  <a:pt x="12" y="56"/>
                </a:lnTo>
                <a:lnTo>
                  <a:pt x="13" y="53"/>
                </a:lnTo>
                <a:lnTo>
                  <a:pt x="15" y="50"/>
                </a:lnTo>
                <a:lnTo>
                  <a:pt x="17" y="48"/>
                </a:lnTo>
                <a:lnTo>
                  <a:pt x="19" y="45"/>
                </a:lnTo>
                <a:lnTo>
                  <a:pt x="21" y="42"/>
                </a:lnTo>
                <a:lnTo>
                  <a:pt x="24" y="40"/>
                </a:lnTo>
                <a:lnTo>
                  <a:pt x="27" y="37"/>
                </a:lnTo>
                <a:lnTo>
                  <a:pt x="29" y="35"/>
                </a:lnTo>
                <a:lnTo>
                  <a:pt x="31" y="33"/>
                </a:lnTo>
                <a:lnTo>
                  <a:pt x="34" y="30"/>
                </a:lnTo>
                <a:lnTo>
                  <a:pt x="37" y="28"/>
                </a:lnTo>
                <a:lnTo>
                  <a:pt x="39" y="26"/>
                </a:lnTo>
                <a:lnTo>
                  <a:pt x="42" y="24"/>
                </a:lnTo>
                <a:lnTo>
                  <a:pt x="45" y="22"/>
                </a:lnTo>
                <a:lnTo>
                  <a:pt x="48" y="20"/>
                </a:lnTo>
                <a:lnTo>
                  <a:pt x="51" y="18"/>
                </a:lnTo>
                <a:lnTo>
                  <a:pt x="54" y="17"/>
                </a:lnTo>
                <a:lnTo>
                  <a:pt x="58" y="15"/>
                </a:lnTo>
                <a:lnTo>
                  <a:pt x="61" y="13"/>
                </a:lnTo>
                <a:lnTo>
                  <a:pt x="64" y="12"/>
                </a:lnTo>
                <a:lnTo>
                  <a:pt x="67" y="10"/>
                </a:lnTo>
                <a:lnTo>
                  <a:pt x="71" y="9"/>
                </a:lnTo>
                <a:lnTo>
                  <a:pt x="74" y="8"/>
                </a:lnTo>
                <a:lnTo>
                  <a:pt x="78" y="7"/>
                </a:lnTo>
                <a:lnTo>
                  <a:pt x="82" y="5"/>
                </a:lnTo>
                <a:lnTo>
                  <a:pt x="85" y="4"/>
                </a:lnTo>
                <a:lnTo>
                  <a:pt x="89" y="4"/>
                </a:lnTo>
                <a:lnTo>
                  <a:pt x="93" y="3"/>
                </a:lnTo>
                <a:lnTo>
                  <a:pt x="96" y="2"/>
                </a:lnTo>
                <a:lnTo>
                  <a:pt x="100" y="1"/>
                </a:lnTo>
                <a:lnTo>
                  <a:pt x="104" y="1"/>
                </a:lnTo>
                <a:lnTo>
                  <a:pt x="108" y="0"/>
                </a:lnTo>
                <a:lnTo>
                  <a:pt x="111" y="0"/>
                </a:lnTo>
                <a:lnTo>
                  <a:pt x="115" y="0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0" y="0"/>
                </a:lnTo>
                <a:lnTo>
                  <a:pt x="134" y="0"/>
                </a:lnTo>
                <a:lnTo>
                  <a:pt x="138" y="0"/>
                </a:lnTo>
                <a:lnTo>
                  <a:pt x="142" y="1"/>
                </a:lnTo>
                <a:lnTo>
                  <a:pt x="146" y="1"/>
                </a:lnTo>
                <a:lnTo>
                  <a:pt x="149" y="2"/>
                </a:lnTo>
                <a:lnTo>
                  <a:pt x="153" y="3"/>
                </a:lnTo>
                <a:lnTo>
                  <a:pt x="157" y="4"/>
                </a:lnTo>
                <a:lnTo>
                  <a:pt x="160" y="4"/>
                </a:lnTo>
                <a:lnTo>
                  <a:pt x="164" y="5"/>
                </a:lnTo>
                <a:lnTo>
                  <a:pt x="168" y="7"/>
                </a:lnTo>
                <a:lnTo>
                  <a:pt x="171" y="8"/>
                </a:lnTo>
                <a:lnTo>
                  <a:pt x="175" y="9"/>
                </a:lnTo>
                <a:lnTo>
                  <a:pt x="178" y="10"/>
                </a:lnTo>
                <a:lnTo>
                  <a:pt x="181" y="12"/>
                </a:lnTo>
                <a:lnTo>
                  <a:pt x="185" y="13"/>
                </a:lnTo>
                <a:lnTo>
                  <a:pt x="188" y="15"/>
                </a:lnTo>
                <a:lnTo>
                  <a:pt x="191" y="17"/>
                </a:lnTo>
                <a:lnTo>
                  <a:pt x="194" y="18"/>
                </a:lnTo>
                <a:lnTo>
                  <a:pt x="197" y="20"/>
                </a:lnTo>
                <a:lnTo>
                  <a:pt x="200" y="22"/>
                </a:lnTo>
                <a:lnTo>
                  <a:pt x="203" y="24"/>
                </a:lnTo>
                <a:lnTo>
                  <a:pt x="206" y="26"/>
                </a:lnTo>
                <a:lnTo>
                  <a:pt x="209" y="28"/>
                </a:lnTo>
                <a:lnTo>
                  <a:pt x="212" y="30"/>
                </a:lnTo>
                <a:lnTo>
                  <a:pt x="214" y="33"/>
                </a:lnTo>
                <a:lnTo>
                  <a:pt x="217" y="35"/>
                </a:lnTo>
                <a:lnTo>
                  <a:pt x="219" y="37"/>
                </a:lnTo>
                <a:lnTo>
                  <a:pt x="221" y="40"/>
                </a:lnTo>
                <a:lnTo>
                  <a:pt x="224" y="42"/>
                </a:lnTo>
                <a:lnTo>
                  <a:pt x="226" y="45"/>
                </a:lnTo>
                <a:lnTo>
                  <a:pt x="228" y="48"/>
                </a:lnTo>
                <a:lnTo>
                  <a:pt x="230" y="50"/>
                </a:lnTo>
                <a:lnTo>
                  <a:pt x="231" y="53"/>
                </a:lnTo>
                <a:lnTo>
                  <a:pt x="233" y="56"/>
                </a:lnTo>
                <a:lnTo>
                  <a:pt x="235" y="59"/>
                </a:lnTo>
                <a:lnTo>
                  <a:pt x="236" y="61"/>
                </a:lnTo>
                <a:lnTo>
                  <a:pt x="237" y="64"/>
                </a:lnTo>
                <a:lnTo>
                  <a:pt x="239" y="67"/>
                </a:lnTo>
                <a:lnTo>
                  <a:pt x="240" y="70"/>
                </a:lnTo>
                <a:lnTo>
                  <a:pt x="241" y="73"/>
                </a:lnTo>
                <a:lnTo>
                  <a:pt x="242" y="76"/>
                </a:lnTo>
                <a:lnTo>
                  <a:pt x="242" y="79"/>
                </a:lnTo>
                <a:lnTo>
                  <a:pt x="243" y="82"/>
                </a:lnTo>
                <a:lnTo>
                  <a:pt x="244" y="85"/>
                </a:lnTo>
                <a:lnTo>
                  <a:pt x="244" y="88"/>
                </a:lnTo>
                <a:lnTo>
                  <a:pt x="244" y="91"/>
                </a:lnTo>
                <a:lnTo>
                  <a:pt x="245" y="94"/>
                </a:lnTo>
                <a:lnTo>
                  <a:pt x="245" y="97"/>
                </a:lnTo>
                <a:close/>
              </a:path>
            </a:pathLst>
          </a:custGeom>
          <a:solidFill>
            <a:srgbClr val="fff7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2" name=""/>
          <p:cNvSpPr/>
          <p:nvPr/>
        </p:nvSpPr>
        <p:spPr>
          <a:xfrm>
            <a:off x="4934160" y="1792080"/>
            <a:ext cx="89640" cy="72000"/>
          </a:xfrm>
          <a:custGeom>
            <a:avLst/>
            <a:gdLst/>
            <a:ahLst/>
            <a:rect l="0" t="0" r="r" b="b"/>
            <a:pathLst>
              <a:path w="249" h="200">
                <a:moveTo>
                  <a:pt x="247" y="100"/>
                </a:moveTo>
                <a:lnTo>
                  <a:pt x="247" y="96"/>
                </a:lnTo>
                <a:lnTo>
                  <a:pt x="246" y="93"/>
                </a:lnTo>
                <a:lnTo>
                  <a:pt x="246" y="90"/>
                </a:lnTo>
                <a:lnTo>
                  <a:pt x="246" y="87"/>
                </a:lnTo>
                <a:lnTo>
                  <a:pt x="245" y="84"/>
                </a:lnTo>
                <a:lnTo>
                  <a:pt x="244" y="81"/>
                </a:lnTo>
                <a:lnTo>
                  <a:pt x="244" y="78"/>
                </a:lnTo>
                <a:lnTo>
                  <a:pt x="243" y="75"/>
                </a:lnTo>
                <a:lnTo>
                  <a:pt x="242" y="72"/>
                </a:lnTo>
                <a:lnTo>
                  <a:pt x="241" y="69"/>
                </a:lnTo>
                <a:lnTo>
                  <a:pt x="239" y="66"/>
                </a:lnTo>
                <a:lnTo>
                  <a:pt x="238" y="63"/>
                </a:lnTo>
                <a:lnTo>
                  <a:pt x="237" y="61"/>
                </a:lnTo>
                <a:lnTo>
                  <a:pt x="235" y="58"/>
                </a:lnTo>
                <a:lnTo>
                  <a:pt x="233" y="55"/>
                </a:lnTo>
                <a:lnTo>
                  <a:pt x="232" y="52"/>
                </a:lnTo>
                <a:lnTo>
                  <a:pt x="230" y="50"/>
                </a:lnTo>
                <a:lnTo>
                  <a:pt x="228" y="47"/>
                </a:lnTo>
                <a:lnTo>
                  <a:pt x="226" y="44"/>
                </a:lnTo>
                <a:lnTo>
                  <a:pt x="223" y="42"/>
                </a:lnTo>
                <a:lnTo>
                  <a:pt x="221" y="39"/>
                </a:lnTo>
                <a:lnTo>
                  <a:pt x="219" y="37"/>
                </a:lnTo>
                <a:lnTo>
                  <a:pt x="216" y="35"/>
                </a:lnTo>
                <a:lnTo>
                  <a:pt x="214" y="32"/>
                </a:lnTo>
                <a:lnTo>
                  <a:pt x="211" y="30"/>
                </a:lnTo>
                <a:lnTo>
                  <a:pt x="208" y="28"/>
                </a:lnTo>
                <a:lnTo>
                  <a:pt x="205" y="26"/>
                </a:lnTo>
                <a:lnTo>
                  <a:pt x="202" y="24"/>
                </a:lnTo>
                <a:lnTo>
                  <a:pt x="199" y="22"/>
                </a:lnTo>
                <a:lnTo>
                  <a:pt x="196" y="20"/>
                </a:lnTo>
                <a:lnTo>
                  <a:pt x="193" y="19"/>
                </a:lnTo>
                <a:lnTo>
                  <a:pt x="190" y="17"/>
                </a:lnTo>
                <a:lnTo>
                  <a:pt x="187" y="15"/>
                </a:lnTo>
                <a:lnTo>
                  <a:pt x="183" y="14"/>
                </a:lnTo>
                <a:lnTo>
                  <a:pt x="180" y="12"/>
                </a:lnTo>
                <a:lnTo>
                  <a:pt x="177" y="11"/>
                </a:lnTo>
                <a:lnTo>
                  <a:pt x="173" y="10"/>
                </a:lnTo>
                <a:lnTo>
                  <a:pt x="170" y="9"/>
                </a:lnTo>
                <a:lnTo>
                  <a:pt x="166" y="7"/>
                </a:lnTo>
                <a:lnTo>
                  <a:pt x="162" y="6"/>
                </a:lnTo>
                <a:lnTo>
                  <a:pt x="159" y="6"/>
                </a:lnTo>
                <a:lnTo>
                  <a:pt x="155" y="5"/>
                </a:lnTo>
                <a:lnTo>
                  <a:pt x="151" y="4"/>
                </a:lnTo>
                <a:lnTo>
                  <a:pt x="148" y="3"/>
                </a:lnTo>
                <a:lnTo>
                  <a:pt x="144" y="3"/>
                </a:lnTo>
                <a:lnTo>
                  <a:pt x="140" y="2"/>
                </a:lnTo>
                <a:lnTo>
                  <a:pt x="136" y="2"/>
                </a:lnTo>
                <a:lnTo>
                  <a:pt x="132" y="2"/>
                </a:lnTo>
                <a:lnTo>
                  <a:pt x="129" y="2"/>
                </a:lnTo>
                <a:lnTo>
                  <a:pt x="125" y="2"/>
                </a:lnTo>
                <a:lnTo>
                  <a:pt x="121" y="2"/>
                </a:lnTo>
                <a:lnTo>
                  <a:pt x="117" y="2"/>
                </a:lnTo>
                <a:lnTo>
                  <a:pt x="113" y="2"/>
                </a:lnTo>
                <a:lnTo>
                  <a:pt x="110" y="2"/>
                </a:lnTo>
                <a:lnTo>
                  <a:pt x="106" y="3"/>
                </a:lnTo>
                <a:lnTo>
                  <a:pt x="102" y="3"/>
                </a:lnTo>
                <a:lnTo>
                  <a:pt x="98" y="4"/>
                </a:lnTo>
                <a:lnTo>
                  <a:pt x="95" y="5"/>
                </a:lnTo>
                <a:lnTo>
                  <a:pt x="91" y="6"/>
                </a:lnTo>
                <a:lnTo>
                  <a:pt x="87" y="6"/>
                </a:lnTo>
                <a:lnTo>
                  <a:pt x="84" y="7"/>
                </a:lnTo>
                <a:lnTo>
                  <a:pt x="80" y="9"/>
                </a:lnTo>
                <a:lnTo>
                  <a:pt x="76" y="10"/>
                </a:lnTo>
                <a:lnTo>
                  <a:pt x="73" y="11"/>
                </a:lnTo>
                <a:lnTo>
                  <a:pt x="69" y="12"/>
                </a:lnTo>
                <a:lnTo>
                  <a:pt x="66" y="14"/>
                </a:lnTo>
                <a:lnTo>
                  <a:pt x="63" y="15"/>
                </a:lnTo>
                <a:lnTo>
                  <a:pt x="60" y="17"/>
                </a:lnTo>
                <a:lnTo>
                  <a:pt x="55" y="19"/>
                </a:lnTo>
                <a:lnTo>
                  <a:pt x="52" y="20"/>
                </a:lnTo>
                <a:lnTo>
                  <a:pt x="49" y="22"/>
                </a:lnTo>
                <a:lnTo>
                  <a:pt x="46" y="24"/>
                </a:lnTo>
                <a:lnTo>
                  <a:pt x="43" y="26"/>
                </a:lnTo>
                <a:lnTo>
                  <a:pt x="40" y="28"/>
                </a:lnTo>
                <a:lnTo>
                  <a:pt x="38" y="30"/>
                </a:lnTo>
                <a:lnTo>
                  <a:pt x="35" y="32"/>
                </a:lnTo>
                <a:lnTo>
                  <a:pt x="32" y="35"/>
                </a:lnTo>
                <a:lnTo>
                  <a:pt x="30" y="37"/>
                </a:lnTo>
                <a:lnTo>
                  <a:pt x="28" y="39"/>
                </a:lnTo>
                <a:lnTo>
                  <a:pt x="25" y="42"/>
                </a:lnTo>
                <a:lnTo>
                  <a:pt x="23" y="44"/>
                </a:lnTo>
                <a:lnTo>
                  <a:pt x="21" y="47"/>
                </a:lnTo>
                <a:lnTo>
                  <a:pt x="19" y="50"/>
                </a:lnTo>
                <a:lnTo>
                  <a:pt x="17" y="52"/>
                </a:lnTo>
                <a:lnTo>
                  <a:pt x="15" y="55"/>
                </a:lnTo>
                <a:lnTo>
                  <a:pt x="14" y="58"/>
                </a:lnTo>
                <a:lnTo>
                  <a:pt x="12" y="61"/>
                </a:lnTo>
                <a:lnTo>
                  <a:pt x="11" y="63"/>
                </a:lnTo>
                <a:lnTo>
                  <a:pt x="9" y="66"/>
                </a:lnTo>
                <a:lnTo>
                  <a:pt x="8" y="69"/>
                </a:lnTo>
                <a:lnTo>
                  <a:pt x="7" y="72"/>
                </a:lnTo>
                <a:lnTo>
                  <a:pt x="6" y="75"/>
                </a:lnTo>
                <a:lnTo>
                  <a:pt x="5" y="78"/>
                </a:lnTo>
                <a:lnTo>
                  <a:pt x="4" y="81"/>
                </a:lnTo>
                <a:lnTo>
                  <a:pt x="3" y="84"/>
                </a:lnTo>
                <a:lnTo>
                  <a:pt x="3" y="87"/>
                </a:lnTo>
                <a:lnTo>
                  <a:pt x="3" y="90"/>
                </a:lnTo>
                <a:lnTo>
                  <a:pt x="2" y="93"/>
                </a:lnTo>
                <a:lnTo>
                  <a:pt x="2" y="96"/>
                </a:lnTo>
                <a:lnTo>
                  <a:pt x="2" y="100"/>
                </a:lnTo>
                <a:lnTo>
                  <a:pt x="2" y="103"/>
                </a:lnTo>
                <a:lnTo>
                  <a:pt x="2" y="107"/>
                </a:lnTo>
                <a:lnTo>
                  <a:pt x="3" y="110"/>
                </a:lnTo>
                <a:lnTo>
                  <a:pt x="3" y="113"/>
                </a:lnTo>
                <a:lnTo>
                  <a:pt x="3" y="116"/>
                </a:lnTo>
                <a:lnTo>
                  <a:pt x="4" y="119"/>
                </a:lnTo>
                <a:lnTo>
                  <a:pt x="5" y="122"/>
                </a:lnTo>
                <a:lnTo>
                  <a:pt x="6" y="125"/>
                </a:lnTo>
                <a:lnTo>
                  <a:pt x="7" y="128"/>
                </a:lnTo>
                <a:lnTo>
                  <a:pt x="8" y="131"/>
                </a:lnTo>
                <a:lnTo>
                  <a:pt x="9" y="133"/>
                </a:lnTo>
                <a:lnTo>
                  <a:pt x="11" y="136"/>
                </a:lnTo>
                <a:lnTo>
                  <a:pt x="12" y="139"/>
                </a:lnTo>
                <a:lnTo>
                  <a:pt x="14" y="142"/>
                </a:lnTo>
                <a:lnTo>
                  <a:pt x="15" y="145"/>
                </a:lnTo>
                <a:lnTo>
                  <a:pt x="17" y="147"/>
                </a:lnTo>
                <a:lnTo>
                  <a:pt x="19" y="150"/>
                </a:lnTo>
                <a:lnTo>
                  <a:pt x="21" y="153"/>
                </a:lnTo>
                <a:lnTo>
                  <a:pt x="23" y="155"/>
                </a:lnTo>
                <a:lnTo>
                  <a:pt x="25" y="158"/>
                </a:lnTo>
                <a:lnTo>
                  <a:pt x="28" y="160"/>
                </a:lnTo>
                <a:lnTo>
                  <a:pt x="30" y="163"/>
                </a:lnTo>
                <a:lnTo>
                  <a:pt x="32" y="165"/>
                </a:lnTo>
                <a:lnTo>
                  <a:pt x="35" y="167"/>
                </a:lnTo>
                <a:lnTo>
                  <a:pt x="38" y="169"/>
                </a:lnTo>
                <a:lnTo>
                  <a:pt x="40" y="172"/>
                </a:lnTo>
                <a:lnTo>
                  <a:pt x="43" y="174"/>
                </a:lnTo>
                <a:lnTo>
                  <a:pt x="46" y="176"/>
                </a:lnTo>
                <a:lnTo>
                  <a:pt x="49" y="178"/>
                </a:lnTo>
                <a:lnTo>
                  <a:pt x="52" y="179"/>
                </a:lnTo>
                <a:lnTo>
                  <a:pt x="55" y="181"/>
                </a:lnTo>
                <a:lnTo>
                  <a:pt x="60" y="183"/>
                </a:lnTo>
                <a:lnTo>
                  <a:pt x="63" y="184"/>
                </a:lnTo>
                <a:lnTo>
                  <a:pt x="66" y="186"/>
                </a:lnTo>
                <a:lnTo>
                  <a:pt x="69" y="187"/>
                </a:lnTo>
                <a:lnTo>
                  <a:pt x="73" y="189"/>
                </a:lnTo>
                <a:lnTo>
                  <a:pt x="76" y="190"/>
                </a:lnTo>
                <a:lnTo>
                  <a:pt x="80" y="191"/>
                </a:lnTo>
                <a:lnTo>
                  <a:pt x="84" y="192"/>
                </a:lnTo>
                <a:lnTo>
                  <a:pt x="87" y="193"/>
                </a:lnTo>
                <a:lnTo>
                  <a:pt x="91" y="194"/>
                </a:lnTo>
                <a:lnTo>
                  <a:pt x="95" y="195"/>
                </a:lnTo>
                <a:lnTo>
                  <a:pt x="98" y="196"/>
                </a:lnTo>
                <a:lnTo>
                  <a:pt x="102" y="196"/>
                </a:lnTo>
                <a:lnTo>
                  <a:pt x="106" y="197"/>
                </a:lnTo>
                <a:lnTo>
                  <a:pt x="110" y="197"/>
                </a:lnTo>
                <a:lnTo>
                  <a:pt x="113" y="198"/>
                </a:lnTo>
                <a:lnTo>
                  <a:pt x="117" y="198"/>
                </a:lnTo>
                <a:lnTo>
                  <a:pt x="121" y="198"/>
                </a:lnTo>
                <a:lnTo>
                  <a:pt x="125" y="198"/>
                </a:lnTo>
                <a:lnTo>
                  <a:pt x="129" y="198"/>
                </a:lnTo>
                <a:lnTo>
                  <a:pt x="132" y="198"/>
                </a:lnTo>
                <a:lnTo>
                  <a:pt x="136" y="198"/>
                </a:lnTo>
                <a:lnTo>
                  <a:pt x="140" y="197"/>
                </a:lnTo>
                <a:lnTo>
                  <a:pt x="144" y="197"/>
                </a:lnTo>
                <a:lnTo>
                  <a:pt x="148" y="196"/>
                </a:lnTo>
                <a:lnTo>
                  <a:pt x="151" y="196"/>
                </a:lnTo>
                <a:lnTo>
                  <a:pt x="155" y="195"/>
                </a:lnTo>
                <a:lnTo>
                  <a:pt x="159" y="194"/>
                </a:lnTo>
                <a:lnTo>
                  <a:pt x="162" y="193"/>
                </a:lnTo>
                <a:lnTo>
                  <a:pt x="166" y="192"/>
                </a:lnTo>
                <a:lnTo>
                  <a:pt x="170" y="191"/>
                </a:lnTo>
                <a:lnTo>
                  <a:pt x="173" y="190"/>
                </a:lnTo>
                <a:lnTo>
                  <a:pt x="177" y="189"/>
                </a:lnTo>
                <a:lnTo>
                  <a:pt x="180" y="187"/>
                </a:lnTo>
                <a:lnTo>
                  <a:pt x="183" y="186"/>
                </a:lnTo>
                <a:lnTo>
                  <a:pt x="187" y="184"/>
                </a:lnTo>
                <a:lnTo>
                  <a:pt x="190" y="183"/>
                </a:lnTo>
                <a:lnTo>
                  <a:pt x="193" y="181"/>
                </a:lnTo>
                <a:lnTo>
                  <a:pt x="196" y="179"/>
                </a:lnTo>
                <a:lnTo>
                  <a:pt x="199" y="178"/>
                </a:lnTo>
                <a:lnTo>
                  <a:pt x="202" y="176"/>
                </a:lnTo>
                <a:lnTo>
                  <a:pt x="205" y="174"/>
                </a:lnTo>
                <a:lnTo>
                  <a:pt x="208" y="172"/>
                </a:lnTo>
                <a:lnTo>
                  <a:pt x="211" y="169"/>
                </a:lnTo>
                <a:lnTo>
                  <a:pt x="214" y="167"/>
                </a:lnTo>
                <a:lnTo>
                  <a:pt x="216" y="165"/>
                </a:lnTo>
                <a:lnTo>
                  <a:pt x="219" y="163"/>
                </a:lnTo>
                <a:lnTo>
                  <a:pt x="221" y="160"/>
                </a:lnTo>
                <a:lnTo>
                  <a:pt x="223" y="158"/>
                </a:lnTo>
                <a:lnTo>
                  <a:pt x="226" y="155"/>
                </a:lnTo>
                <a:lnTo>
                  <a:pt x="228" y="153"/>
                </a:lnTo>
                <a:lnTo>
                  <a:pt x="230" y="150"/>
                </a:lnTo>
                <a:lnTo>
                  <a:pt x="232" y="147"/>
                </a:lnTo>
                <a:lnTo>
                  <a:pt x="233" y="145"/>
                </a:lnTo>
                <a:lnTo>
                  <a:pt x="235" y="142"/>
                </a:lnTo>
                <a:lnTo>
                  <a:pt x="237" y="139"/>
                </a:lnTo>
                <a:lnTo>
                  <a:pt x="238" y="136"/>
                </a:lnTo>
                <a:lnTo>
                  <a:pt x="239" y="133"/>
                </a:lnTo>
                <a:lnTo>
                  <a:pt x="241" y="131"/>
                </a:lnTo>
                <a:lnTo>
                  <a:pt x="242" y="128"/>
                </a:lnTo>
                <a:lnTo>
                  <a:pt x="243" y="125"/>
                </a:lnTo>
                <a:lnTo>
                  <a:pt x="244" y="122"/>
                </a:lnTo>
                <a:lnTo>
                  <a:pt x="244" y="119"/>
                </a:lnTo>
                <a:lnTo>
                  <a:pt x="245" y="116"/>
                </a:lnTo>
                <a:lnTo>
                  <a:pt x="246" y="113"/>
                </a:lnTo>
                <a:lnTo>
                  <a:pt x="246" y="110"/>
                </a:lnTo>
                <a:lnTo>
                  <a:pt x="246" y="107"/>
                </a:lnTo>
                <a:lnTo>
                  <a:pt x="247" y="103"/>
                </a:lnTo>
                <a:lnTo>
                  <a:pt x="247" y="100"/>
                </a:lnTo>
                <a:moveTo>
                  <a:pt x="249" y="100"/>
                </a:moveTo>
                <a:lnTo>
                  <a:pt x="249" y="104"/>
                </a:lnTo>
                <a:lnTo>
                  <a:pt x="249" y="107"/>
                </a:lnTo>
                <a:lnTo>
                  <a:pt x="248" y="110"/>
                </a:lnTo>
                <a:lnTo>
                  <a:pt x="248" y="113"/>
                </a:lnTo>
                <a:lnTo>
                  <a:pt x="247" y="116"/>
                </a:lnTo>
                <a:lnTo>
                  <a:pt x="247" y="119"/>
                </a:lnTo>
                <a:lnTo>
                  <a:pt x="246" y="122"/>
                </a:lnTo>
                <a:lnTo>
                  <a:pt x="245" y="125"/>
                </a:lnTo>
                <a:lnTo>
                  <a:pt x="244" y="128"/>
                </a:lnTo>
                <a:lnTo>
                  <a:pt x="243" y="131"/>
                </a:lnTo>
                <a:lnTo>
                  <a:pt x="242" y="134"/>
                </a:lnTo>
                <a:lnTo>
                  <a:pt x="240" y="137"/>
                </a:lnTo>
                <a:lnTo>
                  <a:pt x="239" y="140"/>
                </a:lnTo>
                <a:lnTo>
                  <a:pt x="237" y="143"/>
                </a:lnTo>
                <a:lnTo>
                  <a:pt x="235" y="146"/>
                </a:lnTo>
                <a:lnTo>
                  <a:pt x="234" y="148"/>
                </a:lnTo>
                <a:lnTo>
                  <a:pt x="232" y="151"/>
                </a:lnTo>
                <a:lnTo>
                  <a:pt x="230" y="154"/>
                </a:lnTo>
                <a:lnTo>
                  <a:pt x="227" y="156"/>
                </a:lnTo>
                <a:lnTo>
                  <a:pt x="225" y="159"/>
                </a:lnTo>
                <a:lnTo>
                  <a:pt x="223" y="161"/>
                </a:lnTo>
                <a:lnTo>
                  <a:pt x="220" y="164"/>
                </a:lnTo>
                <a:lnTo>
                  <a:pt x="218" y="166"/>
                </a:lnTo>
                <a:lnTo>
                  <a:pt x="215" y="169"/>
                </a:lnTo>
                <a:lnTo>
                  <a:pt x="213" y="171"/>
                </a:lnTo>
                <a:lnTo>
                  <a:pt x="210" y="173"/>
                </a:lnTo>
                <a:lnTo>
                  <a:pt x="207" y="175"/>
                </a:lnTo>
                <a:lnTo>
                  <a:pt x="204" y="177"/>
                </a:lnTo>
                <a:lnTo>
                  <a:pt x="201" y="179"/>
                </a:lnTo>
                <a:lnTo>
                  <a:pt x="198" y="181"/>
                </a:lnTo>
                <a:lnTo>
                  <a:pt x="195" y="183"/>
                </a:lnTo>
                <a:lnTo>
                  <a:pt x="191" y="184"/>
                </a:lnTo>
                <a:lnTo>
                  <a:pt x="188" y="186"/>
                </a:lnTo>
                <a:lnTo>
                  <a:pt x="185" y="188"/>
                </a:lnTo>
                <a:lnTo>
                  <a:pt x="181" y="189"/>
                </a:lnTo>
                <a:lnTo>
                  <a:pt x="178" y="190"/>
                </a:lnTo>
                <a:lnTo>
                  <a:pt x="174" y="192"/>
                </a:lnTo>
                <a:lnTo>
                  <a:pt x="170" y="193"/>
                </a:lnTo>
                <a:lnTo>
                  <a:pt x="167" y="194"/>
                </a:lnTo>
                <a:lnTo>
                  <a:pt x="163" y="195"/>
                </a:lnTo>
                <a:lnTo>
                  <a:pt x="159" y="196"/>
                </a:lnTo>
                <a:lnTo>
                  <a:pt x="156" y="197"/>
                </a:lnTo>
                <a:lnTo>
                  <a:pt x="152" y="198"/>
                </a:lnTo>
                <a:lnTo>
                  <a:pt x="148" y="198"/>
                </a:lnTo>
                <a:lnTo>
                  <a:pt x="144" y="199"/>
                </a:lnTo>
                <a:lnTo>
                  <a:pt x="140" y="199"/>
                </a:lnTo>
                <a:lnTo>
                  <a:pt x="136" y="200"/>
                </a:lnTo>
                <a:lnTo>
                  <a:pt x="133" y="200"/>
                </a:lnTo>
                <a:lnTo>
                  <a:pt x="129" y="200"/>
                </a:lnTo>
                <a:lnTo>
                  <a:pt x="125" y="200"/>
                </a:lnTo>
                <a:lnTo>
                  <a:pt x="121" y="200"/>
                </a:lnTo>
                <a:lnTo>
                  <a:pt x="117" y="200"/>
                </a:lnTo>
                <a:lnTo>
                  <a:pt x="113" y="200"/>
                </a:lnTo>
                <a:lnTo>
                  <a:pt x="109" y="199"/>
                </a:lnTo>
                <a:lnTo>
                  <a:pt x="105" y="199"/>
                </a:lnTo>
                <a:lnTo>
                  <a:pt x="102" y="198"/>
                </a:lnTo>
                <a:lnTo>
                  <a:pt x="98" y="198"/>
                </a:lnTo>
                <a:lnTo>
                  <a:pt x="94" y="197"/>
                </a:lnTo>
                <a:lnTo>
                  <a:pt x="90" y="196"/>
                </a:lnTo>
                <a:lnTo>
                  <a:pt x="86" y="195"/>
                </a:lnTo>
                <a:lnTo>
                  <a:pt x="83" y="194"/>
                </a:lnTo>
                <a:lnTo>
                  <a:pt x="79" y="193"/>
                </a:lnTo>
                <a:lnTo>
                  <a:pt x="76" y="192"/>
                </a:lnTo>
                <a:lnTo>
                  <a:pt x="72" y="190"/>
                </a:lnTo>
                <a:lnTo>
                  <a:pt x="68" y="189"/>
                </a:lnTo>
                <a:lnTo>
                  <a:pt x="65" y="188"/>
                </a:lnTo>
                <a:lnTo>
                  <a:pt x="62" y="186"/>
                </a:lnTo>
                <a:lnTo>
                  <a:pt x="57" y="184"/>
                </a:lnTo>
                <a:lnTo>
                  <a:pt x="54" y="183"/>
                </a:lnTo>
                <a:lnTo>
                  <a:pt x="51" y="181"/>
                </a:lnTo>
                <a:lnTo>
                  <a:pt x="48" y="179"/>
                </a:lnTo>
                <a:lnTo>
                  <a:pt x="45" y="177"/>
                </a:lnTo>
                <a:lnTo>
                  <a:pt x="42" y="175"/>
                </a:lnTo>
                <a:lnTo>
                  <a:pt x="39" y="173"/>
                </a:lnTo>
                <a:lnTo>
                  <a:pt x="36" y="171"/>
                </a:lnTo>
                <a:lnTo>
                  <a:pt x="33" y="169"/>
                </a:lnTo>
                <a:lnTo>
                  <a:pt x="31" y="166"/>
                </a:lnTo>
                <a:lnTo>
                  <a:pt x="28" y="164"/>
                </a:lnTo>
                <a:lnTo>
                  <a:pt x="26" y="161"/>
                </a:lnTo>
                <a:lnTo>
                  <a:pt x="23" y="159"/>
                </a:lnTo>
                <a:lnTo>
                  <a:pt x="21" y="156"/>
                </a:lnTo>
                <a:lnTo>
                  <a:pt x="19" y="154"/>
                </a:lnTo>
                <a:lnTo>
                  <a:pt x="17" y="151"/>
                </a:lnTo>
                <a:lnTo>
                  <a:pt x="15" y="148"/>
                </a:lnTo>
                <a:lnTo>
                  <a:pt x="13" y="146"/>
                </a:lnTo>
                <a:lnTo>
                  <a:pt x="11" y="143"/>
                </a:lnTo>
                <a:lnTo>
                  <a:pt x="10" y="140"/>
                </a:lnTo>
                <a:lnTo>
                  <a:pt x="8" y="137"/>
                </a:lnTo>
                <a:lnTo>
                  <a:pt x="7" y="134"/>
                </a:lnTo>
                <a:lnTo>
                  <a:pt x="6" y="131"/>
                </a:lnTo>
                <a:lnTo>
                  <a:pt x="5" y="128"/>
                </a:lnTo>
                <a:lnTo>
                  <a:pt x="4" y="125"/>
                </a:lnTo>
                <a:lnTo>
                  <a:pt x="3" y="122"/>
                </a:lnTo>
                <a:lnTo>
                  <a:pt x="2" y="119"/>
                </a:lnTo>
                <a:lnTo>
                  <a:pt x="1" y="116"/>
                </a:lnTo>
                <a:lnTo>
                  <a:pt x="1" y="113"/>
                </a:lnTo>
                <a:lnTo>
                  <a:pt x="0" y="110"/>
                </a:lnTo>
                <a:lnTo>
                  <a:pt x="0" y="107"/>
                </a:lnTo>
                <a:lnTo>
                  <a:pt x="0" y="104"/>
                </a:lnTo>
                <a:lnTo>
                  <a:pt x="0" y="100"/>
                </a:lnTo>
                <a:lnTo>
                  <a:pt x="0" y="96"/>
                </a:lnTo>
                <a:lnTo>
                  <a:pt x="0" y="93"/>
                </a:lnTo>
                <a:lnTo>
                  <a:pt x="0" y="90"/>
                </a:lnTo>
                <a:lnTo>
                  <a:pt x="1" y="87"/>
                </a:lnTo>
                <a:lnTo>
                  <a:pt x="1" y="84"/>
                </a:lnTo>
                <a:lnTo>
                  <a:pt x="2" y="81"/>
                </a:lnTo>
                <a:lnTo>
                  <a:pt x="3" y="78"/>
                </a:lnTo>
                <a:lnTo>
                  <a:pt x="4" y="75"/>
                </a:lnTo>
                <a:lnTo>
                  <a:pt x="5" y="72"/>
                </a:lnTo>
                <a:lnTo>
                  <a:pt x="6" y="69"/>
                </a:lnTo>
                <a:lnTo>
                  <a:pt x="7" y="66"/>
                </a:lnTo>
                <a:lnTo>
                  <a:pt x="8" y="63"/>
                </a:lnTo>
                <a:lnTo>
                  <a:pt x="10" y="60"/>
                </a:lnTo>
                <a:lnTo>
                  <a:pt x="11" y="57"/>
                </a:lnTo>
                <a:lnTo>
                  <a:pt x="13" y="54"/>
                </a:lnTo>
                <a:lnTo>
                  <a:pt x="15" y="51"/>
                </a:lnTo>
                <a:lnTo>
                  <a:pt x="17" y="49"/>
                </a:lnTo>
                <a:lnTo>
                  <a:pt x="19" y="46"/>
                </a:lnTo>
                <a:lnTo>
                  <a:pt x="21" y="43"/>
                </a:lnTo>
                <a:lnTo>
                  <a:pt x="23" y="41"/>
                </a:lnTo>
                <a:lnTo>
                  <a:pt x="26" y="38"/>
                </a:lnTo>
                <a:lnTo>
                  <a:pt x="28" y="36"/>
                </a:lnTo>
                <a:lnTo>
                  <a:pt x="31" y="34"/>
                </a:lnTo>
                <a:lnTo>
                  <a:pt x="33" y="31"/>
                </a:lnTo>
                <a:lnTo>
                  <a:pt x="36" y="29"/>
                </a:lnTo>
                <a:lnTo>
                  <a:pt x="39" y="27"/>
                </a:lnTo>
                <a:lnTo>
                  <a:pt x="42" y="25"/>
                </a:lnTo>
                <a:lnTo>
                  <a:pt x="45" y="23"/>
                </a:lnTo>
                <a:lnTo>
                  <a:pt x="48" y="21"/>
                </a:lnTo>
                <a:lnTo>
                  <a:pt x="51" y="19"/>
                </a:lnTo>
                <a:lnTo>
                  <a:pt x="54" y="17"/>
                </a:lnTo>
                <a:lnTo>
                  <a:pt x="57" y="15"/>
                </a:lnTo>
                <a:lnTo>
                  <a:pt x="62" y="14"/>
                </a:lnTo>
                <a:lnTo>
                  <a:pt x="65" y="12"/>
                </a:lnTo>
                <a:lnTo>
                  <a:pt x="68" y="11"/>
                </a:lnTo>
                <a:lnTo>
                  <a:pt x="72" y="9"/>
                </a:lnTo>
                <a:lnTo>
                  <a:pt x="76" y="8"/>
                </a:lnTo>
                <a:lnTo>
                  <a:pt x="79" y="7"/>
                </a:lnTo>
                <a:lnTo>
                  <a:pt x="83" y="6"/>
                </a:lnTo>
                <a:lnTo>
                  <a:pt x="86" y="5"/>
                </a:lnTo>
                <a:lnTo>
                  <a:pt x="90" y="4"/>
                </a:lnTo>
                <a:lnTo>
                  <a:pt x="94" y="3"/>
                </a:lnTo>
                <a:lnTo>
                  <a:pt x="98" y="2"/>
                </a:lnTo>
                <a:lnTo>
                  <a:pt x="102" y="2"/>
                </a:lnTo>
                <a:lnTo>
                  <a:pt x="105" y="1"/>
                </a:lnTo>
                <a:lnTo>
                  <a:pt x="109" y="1"/>
                </a:lnTo>
                <a:lnTo>
                  <a:pt x="113" y="0"/>
                </a:lnTo>
                <a:lnTo>
                  <a:pt x="117" y="0"/>
                </a:lnTo>
                <a:lnTo>
                  <a:pt x="121" y="0"/>
                </a:lnTo>
                <a:lnTo>
                  <a:pt x="125" y="0"/>
                </a:lnTo>
                <a:lnTo>
                  <a:pt x="129" y="0"/>
                </a:lnTo>
                <a:lnTo>
                  <a:pt x="133" y="0"/>
                </a:lnTo>
                <a:lnTo>
                  <a:pt x="136" y="0"/>
                </a:lnTo>
                <a:lnTo>
                  <a:pt x="140" y="1"/>
                </a:lnTo>
                <a:lnTo>
                  <a:pt x="144" y="1"/>
                </a:lnTo>
                <a:lnTo>
                  <a:pt x="148" y="2"/>
                </a:lnTo>
                <a:lnTo>
                  <a:pt x="152" y="2"/>
                </a:lnTo>
                <a:lnTo>
                  <a:pt x="156" y="3"/>
                </a:lnTo>
                <a:lnTo>
                  <a:pt x="159" y="4"/>
                </a:lnTo>
                <a:lnTo>
                  <a:pt x="163" y="5"/>
                </a:lnTo>
                <a:lnTo>
                  <a:pt x="167" y="6"/>
                </a:lnTo>
                <a:lnTo>
                  <a:pt x="170" y="7"/>
                </a:lnTo>
                <a:lnTo>
                  <a:pt x="174" y="8"/>
                </a:lnTo>
                <a:lnTo>
                  <a:pt x="178" y="9"/>
                </a:lnTo>
                <a:lnTo>
                  <a:pt x="181" y="11"/>
                </a:lnTo>
                <a:lnTo>
                  <a:pt x="185" y="12"/>
                </a:lnTo>
                <a:lnTo>
                  <a:pt x="188" y="14"/>
                </a:lnTo>
                <a:lnTo>
                  <a:pt x="191" y="15"/>
                </a:lnTo>
                <a:lnTo>
                  <a:pt x="195" y="17"/>
                </a:lnTo>
                <a:lnTo>
                  <a:pt x="198" y="19"/>
                </a:lnTo>
                <a:lnTo>
                  <a:pt x="201" y="21"/>
                </a:lnTo>
                <a:lnTo>
                  <a:pt x="204" y="23"/>
                </a:lnTo>
                <a:lnTo>
                  <a:pt x="207" y="25"/>
                </a:lnTo>
                <a:lnTo>
                  <a:pt x="210" y="27"/>
                </a:lnTo>
                <a:lnTo>
                  <a:pt x="213" y="29"/>
                </a:lnTo>
                <a:lnTo>
                  <a:pt x="215" y="31"/>
                </a:lnTo>
                <a:lnTo>
                  <a:pt x="218" y="34"/>
                </a:lnTo>
                <a:lnTo>
                  <a:pt x="220" y="36"/>
                </a:lnTo>
                <a:lnTo>
                  <a:pt x="223" y="38"/>
                </a:lnTo>
                <a:lnTo>
                  <a:pt x="225" y="41"/>
                </a:lnTo>
                <a:lnTo>
                  <a:pt x="227" y="43"/>
                </a:lnTo>
                <a:lnTo>
                  <a:pt x="230" y="46"/>
                </a:lnTo>
                <a:lnTo>
                  <a:pt x="232" y="49"/>
                </a:lnTo>
                <a:lnTo>
                  <a:pt x="234" y="51"/>
                </a:lnTo>
                <a:lnTo>
                  <a:pt x="235" y="54"/>
                </a:lnTo>
                <a:lnTo>
                  <a:pt x="237" y="57"/>
                </a:lnTo>
                <a:lnTo>
                  <a:pt x="239" y="60"/>
                </a:lnTo>
                <a:lnTo>
                  <a:pt x="240" y="63"/>
                </a:lnTo>
                <a:lnTo>
                  <a:pt x="242" y="66"/>
                </a:lnTo>
                <a:lnTo>
                  <a:pt x="243" y="69"/>
                </a:lnTo>
                <a:lnTo>
                  <a:pt x="244" y="72"/>
                </a:lnTo>
                <a:lnTo>
                  <a:pt x="245" y="75"/>
                </a:lnTo>
                <a:lnTo>
                  <a:pt x="246" y="78"/>
                </a:lnTo>
                <a:lnTo>
                  <a:pt x="247" y="81"/>
                </a:lnTo>
                <a:lnTo>
                  <a:pt x="247" y="84"/>
                </a:lnTo>
                <a:lnTo>
                  <a:pt x="248" y="87"/>
                </a:lnTo>
                <a:lnTo>
                  <a:pt x="248" y="90"/>
                </a:lnTo>
                <a:lnTo>
                  <a:pt x="249" y="93"/>
                </a:lnTo>
                <a:lnTo>
                  <a:pt x="249" y="96"/>
                </a:lnTo>
                <a:lnTo>
                  <a:pt x="249" y="100"/>
                </a:lnTo>
                <a:close/>
              </a:path>
            </a:pathLst>
          </a:custGeom>
          <a:solidFill>
            <a:srgbClr val="fff7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3" name=""/>
          <p:cNvSpPr/>
          <p:nvPr/>
        </p:nvSpPr>
        <p:spPr>
          <a:xfrm>
            <a:off x="4933080" y="1791360"/>
            <a:ext cx="91440" cy="73440"/>
          </a:xfrm>
          <a:custGeom>
            <a:avLst/>
            <a:gdLst/>
            <a:ahLst/>
            <a:rect l="0" t="0" r="r" b="b"/>
            <a:pathLst>
              <a:path w="254" h="204">
                <a:moveTo>
                  <a:pt x="252" y="101"/>
                </a:moveTo>
                <a:lnTo>
                  <a:pt x="252" y="98"/>
                </a:lnTo>
                <a:lnTo>
                  <a:pt x="252" y="95"/>
                </a:lnTo>
                <a:lnTo>
                  <a:pt x="251" y="92"/>
                </a:lnTo>
                <a:lnTo>
                  <a:pt x="251" y="89"/>
                </a:lnTo>
                <a:lnTo>
                  <a:pt x="250" y="86"/>
                </a:lnTo>
                <a:lnTo>
                  <a:pt x="250" y="83"/>
                </a:lnTo>
                <a:lnTo>
                  <a:pt x="249" y="80"/>
                </a:lnTo>
                <a:lnTo>
                  <a:pt x="248" y="77"/>
                </a:lnTo>
                <a:lnTo>
                  <a:pt x="247" y="74"/>
                </a:lnTo>
                <a:lnTo>
                  <a:pt x="246" y="71"/>
                </a:lnTo>
                <a:lnTo>
                  <a:pt x="245" y="68"/>
                </a:lnTo>
                <a:lnTo>
                  <a:pt x="243" y="65"/>
                </a:lnTo>
                <a:lnTo>
                  <a:pt x="242" y="62"/>
                </a:lnTo>
                <a:lnTo>
                  <a:pt x="240" y="59"/>
                </a:lnTo>
                <a:lnTo>
                  <a:pt x="238" y="56"/>
                </a:lnTo>
                <a:lnTo>
                  <a:pt x="237" y="53"/>
                </a:lnTo>
                <a:lnTo>
                  <a:pt x="235" y="51"/>
                </a:lnTo>
                <a:lnTo>
                  <a:pt x="233" y="48"/>
                </a:lnTo>
                <a:lnTo>
                  <a:pt x="230" y="45"/>
                </a:lnTo>
                <a:lnTo>
                  <a:pt x="228" y="43"/>
                </a:lnTo>
                <a:lnTo>
                  <a:pt x="226" y="40"/>
                </a:lnTo>
                <a:lnTo>
                  <a:pt x="223" y="38"/>
                </a:lnTo>
                <a:lnTo>
                  <a:pt x="221" y="36"/>
                </a:lnTo>
                <a:lnTo>
                  <a:pt x="218" y="33"/>
                </a:lnTo>
                <a:lnTo>
                  <a:pt x="216" y="31"/>
                </a:lnTo>
                <a:lnTo>
                  <a:pt x="213" y="29"/>
                </a:lnTo>
                <a:lnTo>
                  <a:pt x="210" y="27"/>
                </a:lnTo>
                <a:lnTo>
                  <a:pt x="207" y="25"/>
                </a:lnTo>
                <a:lnTo>
                  <a:pt x="204" y="23"/>
                </a:lnTo>
                <a:lnTo>
                  <a:pt x="201" y="21"/>
                </a:lnTo>
                <a:lnTo>
                  <a:pt x="198" y="19"/>
                </a:lnTo>
                <a:lnTo>
                  <a:pt x="194" y="17"/>
                </a:lnTo>
                <a:lnTo>
                  <a:pt x="191" y="16"/>
                </a:lnTo>
                <a:lnTo>
                  <a:pt x="188" y="14"/>
                </a:lnTo>
                <a:lnTo>
                  <a:pt x="184" y="13"/>
                </a:lnTo>
                <a:lnTo>
                  <a:pt x="181" y="11"/>
                </a:lnTo>
                <a:lnTo>
                  <a:pt x="177" y="10"/>
                </a:lnTo>
                <a:lnTo>
                  <a:pt x="173" y="9"/>
                </a:lnTo>
                <a:lnTo>
                  <a:pt x="170" y="8"/>
                </a:lnTo>
                <a:lnTo>
                  <a:pt x="166" y="7"/>
                </a:lnTo>
                <a:lnTo>
                  <a:pt x="162" y="6"/>
                </a:lnTo>
                <a:lnTo>
                  <a:pt x="159" y="5"/>
                </a:lnTo>
                <a:lnTo>
                  <a:pt x="155" y="4"/>
                </a:lnTo>
                <a:lnTo>
                  <a:pt x="151" y="4"/>
                </a:lnTo>
                <a:lnTo>
                  <a:pt x="147" y="3"/>
                </a:lnTo>
                <a:lnTo>
                  <a:pt x="143" y="3"/>
                </a:lnTo>
                <a:lnTo>
                  <a:pt x="139" y="2"/>
                </a:lnTo>
                <a:lnTo>
                  <a:pt x="136" y="2"/>
                </a:lnTo>
                <a:lnTo>
                  <a:pt x="132" y="2"/>
                </a:lnTo>
                <a:lnTo>
                  <a:pt x="128" y="2"/>
                </a:lnTo>
                <a:lnTo>
                  <a:pt x="124" y="2"/>
                </a:lnTo>
                <a:lnTo>
                  <a:pt x="120" y="2"/>
                </a:lnTo>
                <a:lnTo>
                  <a:pt x="116" y="2"/>
                </a:lnTo>
                <a:lnTo>
                  <a:pt x="112" y="3"/>
                </a:lnTo>
                <a:lnTo>
                  <a:pt x="108" y="3"/>
                </a:lnTo>
                <a:lnTo>
                  <a:pt x="105" y="4"/>
                </a:lnTo>
                <a:lnTo>
                  <a:pt x="101" y="4"/>
                </a:lnTo>
                <a:lnTo>
                  <a:pt x="97" y="5"/>
                </a:lnTo>
                <a:lnTo>
                  <a:pt x="93" y="6"/>
                </a:lnTo>
                <a:lnTo>
                  <a:pt x="89" y="7"/>
                </a:lnTo>
                <a:lnTo>
                  <a:pt x="86" y="8"/>
                </a:lnTo>
                <a:lnTo>
                  <a:pt x="82" y="9"/>
                </a:lnTo>
                <a:lnTo>
                  <a:pt x="79" y="10"/>
                </a:lnTo>
                <a:lnTo>
                  <a:pt x="75" y="11"/>
                </a:lnTo>
                <a:lnTo>
                  <a:pt x="71" y="13"/>
                </a:lnTo>
                <a:lnTo>
                  <a:pt x="68" y="14"/>
                </a:lnTo>
                <a:lnTo>
                  <a:pt x="65" y="16"/>
                </a:lnTo>
                <a:lnTo>
                  <a:pt x="61" y="17"/>
                </a:lnTo>
                <a:lnTo>
                  <a:pt x="58" y="19"/>
                </a:lnTo>
                <a:lnTo>
                  <a:pt x="55" y="21"/>
                </a:lnTo>
                <a:lnTo>
                  <a:pt x="52" y="23"/>
                </a:lnTo>
                <a:lnTo>
                  <a:pt x="49" y="25"/>
                </a:lnTo>
                <a:lnTo>
                  <a:pt x="46" y="27"/>
                </a:lnTo>
                <a:lnTo>
                  <a:pt x="43" y="29"/>
                </a:lnTo>
                <a:lnTo>
                  <a:pt x="40" y="31"/>
                </a:lnTo>
                <a:lnTo>
                  <a:pt x="37" y="33"/>
                </a:lnTo>
                <a:lnTo>
                  <a:pt x="35" y="36"/>
                </a:lnTo>
                <a:lnTo>
                  <a:pt x="32" y="38"/>
                </a:lnTo>
                <a:lnTo>
                  <a:pt x="29" y="40"/>
                </a:lnTo>
                <a:lnTo>
                  <a:pt x="26" y="43"/>
                </a:lnTo>
                <a:lnTo>
                  <a:pt x="24" y="45"/>
                </a:lnTo>
                <a:lnTo>
                  <a:pt x="22" y="48"/>
                </a:lnTo>
                <a:lnTo>
                  <a:pt x="20" y="51"/>
                </a:lnTo>
                <a:lnTo>
                  <a:pt x="18" y="53"/>
                </a:lnTo>
                <a:lnTo>
                  <a:pt x="16" y="56"/>
                </a:lnTo>
                <a:lnTo>
                  <a:pt x="14" y="59"/>
                </a:lnTo>
                <a:lnTo>
                  <a:pt x="13" y="62"/>
                </a:lnTo>
                <a:lnTo>
                  <a:pt x="11" y="65"/>
                </a:lnTo>
                <a:lnTo>
                  <a:pt x="10" y="68"/>
                </a:lnTo>
                <a:lnTo>
                  <a:pt x="9" y="71"/>
                </a:lnTo>
                <a:lnTo>
                  <a:pt x="8" y="74"/>
                </a:lnTo>
                <a:lnTo>
                  <a:pt x="7" y="77"/>
                </a:lnTo>
                <a:lnTo>
                  <a:pt x="6" y="80"/>
                </a:lnTo>
                <a:lnTo>
                  <a:pt x="5" y="83"/>
                </a:lnTo>
                <a:lnTo>
                  <a:pt x="4" y="86"/>
                </a:lnTo>
                <a:lnTo>
                  <a:pt x="4" y="89"/>
                </a:lnTo>
                <a:lnTo>
                  <a:pt x="3" y="92"/>
                </a:lnTo>
                <a:lnTo>
                  <a:pt x="3" y="95"/>
                </a:lnTo>
                <a:lnTo>
                  <a:pt x="3" y="98"/>
                </a:lnTo>
                <a:lnTo>
                  <a:pt x="3" y="101"/>
                </a:lnTo>
                <a:lnTo>
                  <a:pt x="3" y="105"/>
                </a:lnTo>
                <a:lnTo>
                  <a:pt x="3" y="108"/>
                </a:lnTo>
                <a:lnTo>
                  <a:pt x="3" y="111"/>
                </a:lnTo>
                <a:lnTo>
                  <a:pt x="4" y="114"/>
                </a:lnTo>
                <a:lnTo>
                  <a:pt x="4" y="117"/>
                </a:lnTo>
                <a:lnTo>
                  <a:pt x="5" y="120"/>
                </a:lnTo>
                <a:lnTo>
                  <a:pt x="6" y="123"/>
                </a:lnTo>
                <a:lnTo>
                  <a:pt x="7" y="126"/>
                </a:lnTo>
                <a:lnTo>
                  <a:pt x="8" y="129"/>
                </a:lnTo>
                <a:lnTo>
                  <a:pt x="9" y="132"/>
                </a:lnTo>
                <a:lnTo>
                  <a:pt x="10" y="135"/>
                </a:lnTo>
                <a:lnTo>
                  <a:pt x="11" y="138"/>
                </a:lnTo>
                <a:lnTo>
                  <a:pt x="13" y="141"/>
                </a:lnTo>
                <a:lnTo>
                  <a:pt x="14" y="144"/>
                </a:lnTo>
                <a:lnTo>
                  <a:pt x="16" y="147"/>
                </a:lnTo>
                <a:lnTo>
                  <a:pt x="18" y="149"/>
                </a:lnTo>
                <a:lnTo>
                  <a:pt x="20" y="152"/>
                </a:lnTo>
                <a:lnTo>
                  <a:pt x="22" y="155"/>
                </a:lnTo>
                <a:lnTo>
                  <a:pt x="24" y="157"/>
                </a:lnTo>
                <a:lnTo>
                  <a:pt x="26" y="160"/>
                </a:lnTo>
                <a:lnTo>
                  <a:pt x="29" y="162"/>
                </a:lnTo>
                <a:lnTo>
                  <a:pt x="32" y="165"/>
                </a:lnTo>
                <a:lnTo>
                  <a:pt x="35" y="167"/>
                </a:lnTo>
                <a:lnTo>
                  <a:pt x="37" y="170"/>
                </a:lnTo>
                <a:lnTo>
                  <a:pt x="40" y="172"/>
                </a:lnTo>
                <a:lnTo>
                  <a:pt x="43" y="174"/>
                </a:lnTo>
                <a:lnTo>
                  <a:pt x="46" y="177"/>
                </a:lnTo>
                <a:lnTo>
                  <a:pt x="49" y="179"/>
                </a:lnTo>
                <a:lnTo>
                  <a:pt x="52" y="181"/>
                </a:lnTo>
                <a:lnTo>
                  <a:pt x="55" y="183"/>
                </a:lnTo>
                <a:lnTo>
                  <a:pt x="58" y="185"/>
                </a:lnTo>
                <a:lnTo>
                  <a:pt x="61" y="186"/>
                </a:lnTo>
                <a:lnTo>
                  <a:pt x="65" y="188"/>
                </a:lnTo>
                <a:lnTo>
                  <a:pt x="68" y="190"/>
                </a:lnTo>
                <a:lnTo>
                  <a:pt x="71" y="191"/>
                </a:lnTo>
                <a:lnTo>
                  <a:pt x="75" y="192"/>
                </a:lnTo>
                <a:lnTo>
                  <a:pt x="79" y="194"/>
                </a:lnTo>
                <a:lnTo>
                  <a:pt x="82" y="195"/>
                </a:lnTo>
                <a:lnTo>
                  <a:pt x="86" y="196"/>
                </a:lnTo>
                <a:lnTo>
                  <a:pt x="89" y="197"/>
                </a:lnTo>
                <a:lnTo>
                  <a:pt x="93" y="198"/>
                </a:lnTo>
                <a:lnTo>
                  <a:pt x="97" y="199"/>
                </a:lnTo>
                <a:lnTo>
                  <a:pt x="101" y="200"/>
                </a:lnTo>
                <a:lnTo>
                  <a:pt x="105" y="200"/>
                </a:lnTo>
                <a:lnTo>
                  <a:pt x="108" y="201"/>
                </a:lnTo>
                <a:lnTo>
                  <a:pt x="112" y="201"/>
                </a:lnTo>
                <a:lnTo>
                  <a:pt x="116" y="202"/>
                </a:lnTo>
                <a:lnTo>
                  <a:pt x="120" y="202"/>
                </a:lnTo>
                <a:lnTo>
                  <a:pt x="124" y="202"/>
                </a:lnTo>
                <a:lnTo>
                  <a:pt x="128" y="202"/>
                </a:lnTo>
                <a:lnTo>
                  <a:pt x="132" y="202"/>
                </a:lnTo>
                <a:lnTo>
                  <a:pt x="136" y="202"/>
                </a:lnTo>
                <a:lnTo>
                  <a:pt x="139" y="202"/>
                </a:lnTo>
                <a:lnTo>
                  <a:pt x="143" y="201"/>
                </a:lnTo>
                <a:lnTo>
                  <a:pt x="147" y="201"/>
                </a:lnTo>
                <a:lnTo>
                  <a:pt x="151" y="200"/>
                </a:lnTo>
                <a:lnTo>
                  <a:pt x="155" y="200"/>
                </a:lnTo>
                <a:lnTo>
                  <a:pt x="159" y="199"/>
                </a:lnTo>
                <a:lnTo>
                  <a:pt x="162" y="198"/>
                </a:lnTo>
                <a:lnTo>
                  <a:pt x="166" y="197"/>
                </a:lnTo>
                <a:lnTo>
                  <a:pt x="170" y="196"/>
                </a:lnTo>
                <a:lnTo>
                  <a:pt x="173" y="195"/>
                </a:lnTo>
                <a:lnTo>
                  <a:pt x="177" y="194"/>
                </a:lnTo>
                <a:lnTo>
                  <a:pt x="181" y="192"/>
                </a:lnTo>
                <a:lnTo>
                  <a:pt x="184" y="191"/>
                </a:lnTo>
                <a:lnTo>
                  <a:pt x="188" y="190"/>
                </a:lnTo>
                <a:lnTo>
                  <a:pt x="191" y="188"/>
                </a:lnTo>
                <a:lnTo>
                  <a:pt x="194" y="186"/>
                </a:lnTo>
                <a:lnTo>
                  <a:pt x="198" y="185"/>
                </a:lnTo>
                <a:lnTo>
                  <a:pt x="201" y="183"/>
                </a:lnTo>
                <a:lnTo>
                  <a:pt x="204" y="181"/>
                </a:lnTo>
                <a:lnTo>
                  <a:pt x="207" y="179"/>
                </a:lnTo>
                <a:lnTo>
                  <a:pt x="210" y="177"/>
                </a:lnTo>
                <a:lnTo>
                  <a:pt x="213" y="174"/>
                </a:lnTo>
                <a:lnTo>
                  <a:pt x="216" y="172"/>
                </a:lnTo>
                <a:lnTo>
                  <a:pt x="218" y="170"/>
                </a:lnTo>
                <a:lnTo>
                  <a:pt x="221" y="167"/>
                </a:lnTo>
                <a:lnTo>
                  <a:pt x="223" y="165"/>
                </a:lnTo>
                <a:lnTo>
                  <a:pt x="226" y="162"/>
                </a:lnTo>
                <a:lnTo>
                  <a:pt x="228" y="160"/>
                </a:lnTo>
                <a:lnTo>
                  <a:pt x="230" y="157"/>
                </a:lnTo>
                <a:lnTo>
                  <a:pt x="233" y="155"/>
                </a:lnTo>
                <a:lnTo>
                  <a:pt x="235" y="152"/>
                </a:lnTo>
                <a:lnTo>
                  <a:pt x="237" y="149"/>
                </a:lnTo>
                <a:lnTo>
                  <a:pt x="238" y="147"/>
                </a:lnTo>
                <a:lnTo>
                  <a:pt x="240" y="144"/>
                </a:lnTo>
                <a:lnTo>
                  <a:pt x="242" y="141"/>
                </a:lnTo>
                <a:lnTo>
                  <a:pt x="243" y="138"/>
                </a:lnTo>
                <a:lnTo>
                  <a:pt x="245" y="135"/>
                </a:lnTo>
                <a:lnTo>
                  <a:pt x="246" y="132"/>
                </a:lnTo>
                <a:lnTo>
                  <a:pt x="247" y="129"/>
                </a:lnTo>
                <a:lnTo>
                  <a:pt x="248" y="126"/>
                </a:lnTo>
                <a:lnTo>
                  <a:pt x="249" y="123"/>
                </a:lnTo>
                <a:lnTo>
                  <a:pt x="250" y="120"/>
                </a:lnTo>
                <a:lnTo>
                  <a:pt x="250" y="117"/>
                </a:lnTo>
                <a:lnTo>
                  <a:pt x="251" y="114"/>
                </a:lnTo>
                <a:lnTo>
                  <a:pt x="251" y="111"/>
                </a:lnTo>
                <a:lnTo>
                  <a:pt x="252" y="108"/>
                </a:lnTo>
                <a:lnTo>
                  <a:pt x="252" y="105"/>
                </a:lnTo>
                <a:lnTo>
                  <a:pt x="252" y="101"/>
                </a:lnTo>
                <a:moveTo>
                  <a:pt x="254" y="101"/>
                </a:moveTo>
                <a:lnTo>
                  <a:pt x="254" y="105"/>
                </a:lnTo>
                <a:lnTo>
                  <a:pt x="254" y="108"/>
                </a:lnTo>
                <a:lnTo>
                  <a:pt x="254" y="111"/>
                </a:lnTo>
                <a:lnTo>
                  <a:pt x="253" y="114"/>
                </a:lnTo>
                <a:lnTo>
                  <a:pt x="253" y="117"/>
                </a:lnTo>
                <a:lnTo>
                  <a:pt x="252" y="120"/>
                </a:lnTo>
                <a:lnTo>
                  <a:pt x="251" y="124"/>
                </a:lnTo>
                <a:lnTo>
                  <a:pt x="250" y="127"/>
                </a:lnTo>
                <a:lnTo>
                  <a:pt x="249" y="130"/>
                </a:lnTo>
                <a:lnTo>
                  <a:pt x="248" y="133"/>
                </a:lnTo>
                <a:lnTo>
                  <a:pt x="247" y="136"/>
                </a:lnTo>
                <a:lnTo>
                  <a:pt x="245" y="139"/>
                </a:lnTo>
                <a:lnTo>
                  <a:pt x="244" y="142"/>
                </a:lnTo>
                <a:lnTo>
                  <a:pt x="242" y="145"/>
                </a:lnTo>
                <a:lnTo>
                  <a:pt x="240" y="147"/>
                </a:lnTo>
                <a:lnTo>
                  <a:pt x="239" y="150"/>
                </a:lnTo>
                <a:lnTo>
                  <a:pt x="237" y="153"/>
                </a:lnTo>
                <a:lnTo>
                  <a:pt x="235" y="156"/>
                </a:lnTo>
                <a:lnTo>
                  <a:pt x="232" y="158"/>
                </a:lnTo>
                <a:lnTo>
                  <a:pt x="230" y="161"/>
                </a:lnTo>
                <a:lnTo>
                  <a:pt x="228" y="164"/>
                </a:lnTo>
                <a:lnTo>
                  <a:pt x="225" y="166"/>
                </a:lnTo>
                <a:lnTo>
                  <a:pt x="223" y="168"/>
                </a:lnTo>
                <a:lnTo>
                  <a:pt x="220" y="171"/>
                </a:lnTo>
                <a:lnTo>
                  <a:pt x="217" y="173"/>
                </a:lnTo>
                <a:lnTo>
                  <a:pt x="214" y="176"/>
                </a:lnTo>
                <a:lnTo>
                  <a:pt x="211" y="178"/>
                </a:lnTo>
                <a:lnTo>
                  <a:pt x="208" y="181"/>
                </a:lnTo>
                <a:lnTo>
                  <a:pt x="205" y="183"/>
                </a:lnTo>
                <a:lnTo>
                  <a:pt x="202" y="184"/>
                </a:lnTo>
                <a:lnTo>
                  <a:pt x="199" y="186"/>
                </a:lnTo>
                <a:lnTo>
                  <a:pt x="196" y="188"/>
                </a:lnTo>
                <a:lnTo>
                  <a:pt x="192" y="190"/>
                </a:lnTo>
                <a:lnTo>
                  <a:pt x="189" y="191"/>
                </a:lnTo>
                <a:lnTo>
                  <a:pt x="185" y="193"/>
                </a:lnTo>
                <a:lnTo>
                  <a:pt x="182" y="194"/>
                </a:lnTo>
                <a:lnTo>
                  <a:pt x="178" y="195"/>
                </a:lnTo>
                <a:lnTo>
                  <a:pt x="174" y="197"/>
                </a:lnTo>
                <a:lnTo>
                  <a:pt x="171" y="198"/>
                </a:lnTo>
                <a:lnTo>
                  <a:pt x="167" y="199"/>
                </a:lnTo>
                <a:lnTo>
                  <a:pt x="163" y="200"/>
                </a:lnTo>
                <a:lnTo>
                  <a:pt x="159" y="201"/>
                </a:lnTo>
                <a:lnTo>
                  <a:pt x="155" y="201"/>
                </a:lnTo>
                <a:lnTo>
                  <a:pt x="151" y="202"/>
                </a:lnTo>
                <a:lnTo>
                  <a:pt x="148" y="203"/>
                </a:lnTo>
                <a:lnTo>
                  <a:pt x="144" y="203"/>
                </a:lnTo>
                <a:lnTo>
                  <a:pt x="140" y="203"/>
                </a:lnTo>
                <a:lnTo>
                  <a:pt x="136" y="204"/>
                </a:lnTo>
                <a:lnTo>
                  <a:pt x="132" y="204"/>
                </a:lnTo>
                <a:lnTo>
                  <a:pt x="128" y="204"/>
                </a:lnTo>
                <a:lnTo>
                  <a:pt x="124" y="204"/>
                </a:lnTo>
                <a:lnTo>
                  <a:pt x="120" y="204"/>
                </a:lnTo>
                <a:lnTo>
                  <a:pt x="116" y="203"/>
                </a:lnTo>
                <a:lnTo>
                  <a:pt x="112" y="203"/>
                </a:lnTo>
                <a:lnTo>
                  <a:pt x="108" y="203"/>
                </a:lnTo>
                <a:lnTo>
                  <a:pt x="104" y="202"/>
                </a:lnTo>
                <a:lnTo>
                  <a:pt x="100" y="201"/>
                </a:lnTo>
                <a:lnTo>
                  <a:pt x="96" y="201"/>
                </a:lnTo>
                <a:lnTo>
                  <a:pt x="93" y="200"/>
                </a:lnTo>
                <a:lnTo>
                  <a:pt x="89" y="199"/>
                </a:lnTo>
                <a:lnTo>
                  <a:pt x="85" y="198"/>
                </a:lnTo>
                <a:lnTo>
                  <a:pt x="81" y="197"/>
                </a:lnTo>
                <a:lnTo>
                  <a:pt x="78" y="195"/>
                </a:lnTo>
                <a:lnTo>
                  <a:pt x="74" y="194"/>
                </a:lnTo>
                <a:lnTo>
                  <a:pt x="70" y="193"/>
                </a:lnTo>
                <a:lnTo>
                  <a:pt x="67" y="191"/>
                </a:lnTo>
                <a:lnTo>
                  <a:pt x="63" y="190"/>
                </a:lnTo>
                <a:lnTo>
                  <a:pt x="60" y="188"/>
                </a:lnTo>
                <a:lnTo>
                  <a:pt x="57" y="186"/>
                </a:lnTo>
                <a:lnTo>
                  <a:pt x="53" y="184"/>
                </a:lnTo>
                <a:lnTo>
                  <a:pt x="50" y="183"/>
                </a:lnTo>
                <a:lnTo>
                  <a:pt x="47" y="181"/>
                </a:lnTo>
                <a:lnTo>
                  <a:pt x="44" y="178"/>
                </a:lnTo>
                <a:lnTo>
                  <a:pt x="41" y="176"/>
                </a:lnTo>
                <a:lnTo>
                  <a:pt x="38" y="173"/>
                </a:lnTo>
                <a:lnTo>
                  <a:pt x="36" y="171"/>
                </a:lnTo>
                <a:lnTo>
                  <a:pt x="33" y="168"/>
                </a:lnTo>
                <a:lnTo>
                  <a:pt x="29" y="166"/>
                </a:lnTo>
                <a:lnTo>
                  <a:pt x="27" y="164"/>
                </a:lnTo>
                <a:lnTo>
                  <a:pt x="25" y="161"/>
                </a:lnTo>
                <a:lnTo>
                  <a:pt x="22" y="158"/>
                </a:lnTo>
                <a:lnTo>
                  <a:pt x="20" y="156"/>
                </a:lnTo>
                <a:lnTo>
                  <a:pt x="18" y="153"/>
                </a:lnTo>
                <a:lnTo>
                  <a:pt x="16" y="150"/>
                </a:lnTo>
                <a:lnTo>
                  <a:pt x="14" y="147"/>
                </a:lnTo>
                <a:lnTo>
                  <a:pt x="12" y="145"/>
                </a:lnTo>
                <a:lnTo>
                  <a:pt x="11" y="142"/>
                </a:lnTo>
                <a:lnTo>
                  <a:pt x="9" y="139"/>
                </a:lnTo>
                <a:lnTo>
                  <a:pt x="8" y="136"/>
                </a:lnTo>
                <a:lnTo>
                  <a:pt x="7" y="133"/>
                </a:lnTo>
                <a:lnTo>
                  <a:pt x="5" y="130"/>
                </a:lnTo>
                <a:lnTo>
                  <a:pt x="4" y="127"/>
                </a:lnTo>
                <a:lnTo>
                  <a:pt x="3" y="124"/>
                </a:lnTo>
                <a:lnTo>
                  <a:pt x="3" y="120"/>
                </a:lnTo>
                <a:lnTo>
                  <a:pt x="2" y="117"/>
                </a:lnTo>
                <a:lnTo>
                  <a:pt x="1" y="114"/>
                </a:lnTo>
                <a:lnTo>
                  <a:pt x="1" y="111"/>
                </a:lnTo>
                <a:lnTo>
                  <a:pt x="1" y="108"/>
                </a:lnTo>
                <a:lnTo>
                  <a:pt x="0" y="105"/>
                </a:lnTo>
                <a:lnTo>
                  <a:pt x="0" y="101"/>
                </a:lnTo>
                <a:lnTo>
                  <a:pt x="0" y="98"/>
                </a:lnTo>
                <a:lnTo>
                  <a:pt x="1" y="95"/>
                </a:lnTo>
                <a:lnTo>
                  <a:pt x="1" y="92"/>
                </a:lnTo>
                <a:lnTo>
                  <a:pt x="1" y="89"/>
                </a:lnTo>
                <a:lnTo>
                  <a:pt x="2" y="86"/>
                </a:lnTo>
                <a:lnTo>
                  <a:pt x="3" y="82"/>
                </a:lnTo>
                <a:lnTo>
                  <a:pt x="3" y="79"/>
                </a:lnTo>
                <a:lnTo>
                  <a:pt x="4" y="76"/>
                </a:lnTo>
                <a:lnTo>
                  <a:pt x="5" y="73"/>
                </a:lnTo>
                <a:lnTo>
                  <a:pt x="7" y="70"/>
                </a:lnTo>
                <a:lnTo>
                  <a:pt x="8" y="67"/>
                </a:lnTo>
                <a:lnTo>
                  <a:pt x="9" y="64"/>
                </a:lnTo>
                <a:lnTo>
                  <a:pt x="11" y="61"/>
                </a:lnTo>
                <a:lnTo>
                  <a:pt x="12" y="58"/>
                </a:lnTo>
                <a:lnTo>
                  <a:pt x="14" y="55"/>
                </a:lnTo>
                <a:lnTo>
                  <a:pt x="16" y="53"/>
                </a:lnTo>
                <a:lnTo>
                  <a:pt x="18" y="50"/>
                </a:lnTo>
                <a:lnTo>
                  <a:pt x="20" y="47"/>
                </a:lnTo>
                <a:lnTo>
                  <a:pt x="22" y="44"/>
                </a:lnTo>
                <a:lnTo>
                  <a:pt x="25" y="42"/>
                </a:lnTo>
                <a:lnTo>
                  <a:pt x="27" y="39"/>
                </a:lnTo>
                <a:lnTo>
                  <a:pt x="29" y="37"/>
                </a:lnTo>
                <a:lnTo>
                  <a:pt x="33" y="34"/>
                </a:lnTo>
                <a:lnTo>
                  <a:pt x="36" y="32"/>
                </a:lnTo>
                <a:lnTo>
                  <a:pt x="38" y="30"/>
                </a:lnTo>
                <a:lnTo>
                  <a:pt x="41" y="27"/>
                </a:lnTo>
                <a:lnTo>
                  <a:pt x="44" y="25"/>
                </a:lnTo>
                <a:lnTo>
                  <a:pt x="47" y="23"/>
                </a:lnTo>
                <a:lnTo>
                  <a:pt x="50" y="21"/>
                </a:lnTo>
                <a:lnTo>
                  <a:pt x="53" y="19"/>
                </a:lnTo>
                <a:lnTo>
                  <a:pt x="57" y="18"/>
                </a:lnTo>
                <a:lnTo>
                  <a:pt x="60" y="16"/>
                </a:lnTo>
                <a:lnTo>
                  <a:pt x="63" y="14"/>
                </a:lnTo>
                <a:lnTo>
                  <a:pt x="67" y="13"/>
                </a:lnTo>
                <a:lnTo>
                  <a:pt x="70" y="11"/>
                </a:lnTo>
                <a:lnTo>
                  <a:pt x="74" y="10"/>
                </a:lnTo>
                <a:lnTo>
                  <a:pt x="78" y="8"/>
                </a:lnTo>
                <a:lnTo>
                  <a:pt x="81" y="7"/>
                </a:lnTo>
                <a:lnTo>
                  <a:pt x="85" y="6"/>
                </a:lnTo>
                <a:lnTo>
                  <a:pt x="89" y="5"/>
                </a:lnTo>
                <a:lnTo>
                  <a:pt x="93" y="4"/>
                </a:lnTo>
                <a:lnTo>
                  <a:pt x="96" y="3"/>
                </a:lnTo>
                <a:lnTo>
                  <a:pt x="100" y="2"/>
                </a:lnTo>
                <a:lnTo>
                  <a:pt x="104" y="2"/>
                </a:lnTo>
                <a:lnTo>
                  <a:pt x="108" y="1"/>
                </a:lnTo>
                <a:lnTo>
                  <a:pt x="112" y="1"/>
                </a:lnTo>
                <a:lnTo>
                  <a:pt x="116" y="0"/>
                </a:lnTo>
                <a:lnTo>
                  <a:pt x="120" y="0"/>
                </a:lnTo>
                <a:lnTo>
                  <a:pt x="124" y="0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0" y="0"/>
                </a:lnTo>
                <a:lnTo>
                  <a:pt x="144" y="1"/>
                </a:lnTo>
                <a:lnTo>
                  <a:pt x="148" y="1"/>
                </a:lnTo>
                <a:lnTo>
                  <a:pt x="151" y="2"/>
                </a:lnTo>
                <a:lnTo>
                  <a:pt x="155" y="2"/>
                </a:lnTo>
                <a:lnTo>
                  <a:pt x="159" y="3"/>
                </a:lnTo>
                <a:lnTo>
                  <a:pt x="163" y="4"/>
                </a:lnTo>
                <a:lnTo>
                  <a:pt x="167" y="5"/>
                </a:lnTo>
                <a:lnTo>
                  <a:pt x="171" y="6"/>
                </a:lnTo>
                <a:lnTo>
                  <a:pt x="174" y="7"/>
                </a:lnTo>
                <a:lnTo>
                  <a:pt x="178" y="8"/>
                </a:lnTo>
                <a:lnTo>
                  <a:pt x="182" y="10"/>
                </a:lnTo>
                <a:lnTo>
                  <a:pt x="185" y="11"/>
                </a:lnTo>
                <a:lnTo>
                  <a:pt x="189" y="13"/>
                </a:lnTo>
                <a:lnTo>
                  <a:pt x="192" y="14"/>
                </a:lnTo>
                <a:lnTo>
                  <a:pt x="196" y="16"/>
                </a:lnTo>
                <a:lnTo>
                  <a:pt x="199" y="18"/>
                </a:lnTo>
                <a:lnTo>
                  <a:pt x="202" y="19"/>
                </a:lnTo>
                <a:lnTo>
                  <a:pt x="205" y="21"/>
                </a:lnTo>
                <a:lnTo>
                  <a:pt x="208" y="23"/>
                </a:lnTo>
                <a:lnTo>
                  <a:pt x="211" y="25"/>
                </a:lnTo>
                <a:lnTo>
                  <a:pt x="214" y="27"/>
                </a:lnTo>
                <a:lnTo>
                  <a:pt x="217" y="30"/>
                </a:lnTo>
                <a:lnTo>
                  <a:pt x="220" y="32"/>
                </a:lnTo>
                <a:lnTo>
                  <a:pt x="223" y="34"/>
                </a:lnTo>
                <a:lnTo>
                  <a:pt x="225" y="37"/>
                </a:lnTo>
                <a:lnTo>
                  <a:pt x="228" y="39"/>
                </a:lnTo>
                <a:lnTo>
                  <a:pt x="230" y="42"/>
                </a:lnTo>
                <a:lnTo>
                  <a:pt x="232" y="44"/>
                </a:lnTo>
                <a:lnTo>
                  <a:pt x="235" y="47"/>
                </a:lnTo>
                <a:lnTo>
                  <a:pt x="237" y="50"/>
                </a:lnTo>
                <a:lnTo>
                  <a:pt x="239" y="53"/>
                </a:lnTo>
                <a:lnTo>
                  <a:pt x="240" y="55"/>
                </a:lnTo>
                <a:lnTo>
                  <a:pt x="242" y="58"/>
                </a:lnTo>
                <a:lnTo>
                  <a:pt x="244" y="61"/>
                </a:lnTo>
                <a:lnTo>
                  <a:pt x="245" y="64"/>
                </a:lnTo>
                <a:lnTo>
                  <a:pt x="247" y="67"/>
                </a:lnTo>
                <a:lnTo>
                  <a:pt x="248" y="70"/>
                </a:lnTo>
                <a:lnTo>
                  <a:pt x="249" y="73"/>
                </a:lnTo>
                <a:lnTo>
                  <a:pt x="250" y="76"/>
                </a:lnTo>
                <a:lnTo>
                  <a:pt x="251" y="79"/>
                </a:lnTo>
                <a:lnTo>
                  <a:pt x="252" y="82"/>
                </a:lnTo>
                <a:lnTo>
                  <a:pt x="253" y="86"/>
                </a:lnTo>
                <a:lnTo>
                  <a:pt x="253" y="89"/>
                </a:lnTo>
                <a:lnTo>
                  <a:pt x="254" y="92"/>
                </a:lnTo>
                <a:lnTo>
                  <a:pt x="254" y="95"/>
                </a:lnTo>
                <a:lnTo>
                  <a:pt x="254" y="98"/>
                </a:lnTo>
                <a:lnTo>
                  <a:pt x="254" y="101"/>
                </a:lnTo>
                <a:close/>
              </a:path>
            </a:pathLst>
          </a:custGeom>
          <a:solidFill>
            <a:srgbClr val="ff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4" name=""/>
          <p:cNvSpPr/>
          <p:nvPr/>
        </p:nvSpPr>
        <p:spPr>
          <a:xfrm>
            <a:off x="4932360" y="1790640"/>
            <a:ext cx="93240" cy="74880"/>
          </a:xfrm>
          <a:custGeom>
            <a:avLst/>
            <a:gdLst/>
            <a:ahLst/>
            <a:rect l="0" t="0" r="r" b="b"/>
            <a:pathLst>
              <a:path w="259" h="208">
                <a:moveTo>
                  <a:pt x="256" y="104"/>
                </a:moveTo>
                <a:lnTo>
                  <a:pt x="256" y="101"/>
                </a:lnTo>
                <a:lnTo>
                  <a:pt x="256" y="98"/>
                </a:lnTo>
                <a:lnTo>
                  <a:pt x="256" y="95"/>
                </a:lnTo>
                <a:lnTo>
                  <a:pt x="255" y="92"/>
                </a:lnTo>
                <a:lnTo>
                  <a:pt x="255" y="89"/>
                </a:lnTo>
                <a:lnTo>
                  <a:pt x="254" y="85"/>
                </a:lnTo>
                <a:lnTo>
                  <a:pt x="253" y="82"/>
                </a:lnTo>
                <a:lnTo>
                  <a:pt x="252" y="79"/>
                </a:lnTo>
                <a:lnTo>
                  <a:pt x="251" y="76"/>
                </a:lnTo>
                <a:lnTo>
                  <a:pt x="250" y="72"/>
                </a:lnTo>
                <a:lnTo>
                  <a:pt x="249" y="69"/>
                </a:lnTo>
                <a:lnTo>
                  <a:pt x="247" y="66"/>
                </a:lnTo>
                <a:lnTo>
                  <a:pt x="246" y="63"/>
                </a:lnTo>
                <a:lnTo>
                  <a:pt x="244" y="60"/>
                </a:lnTo>
                <a:lnTo>
                  <a:pt x="242" y="57"/>
                </a:lnTo>
                <a:lnTo>
                  <a:pt x="241" y="55"/>
                </a:lnTo>
                <a:lnTo>
                  <a:pt x="239" y="52"/>
                </a:lnTo>
                <a:lnTo>
                  <a:pt x="237" y="49"/>
                </a:lnTo>
                <a:lnTo>
                  <a:pt x="234" y="46"/>
                </a:lnTo>
                <a:lnTo>
                  <a:pt x="232" y="44"/>
                </a:lnTo>
                <a:lnTo>
                  <a:pt x="230" y="41"/>
                </a:lnTo>
                <a:lnTo>
                  <a:pt x="227" y="39"/>
                </a:lnTo>
                <a:lnTo>
                  <a:pt x="225" y="36"/>
                </a:lnTo>
                <a:lnTo>
                  <a:pt x="222" y="34"/>
                </a:lnTo>
                <a:lnTo>
                  <a:pt x="219" y="32"/>
                </a:lnTo>
                <a:lnTo>
                  <a:pt x="216" y="29"/>
                </a:lnTo>
                <a:lnTo>
                  <a:pt x="213" y="27"/>
                </a:lnTo>
                <a:lnTo>
                  <a:pt x="210" y="25"/>
                </a:lnTo>
                <a:lnTo>
                  <a:pt x="207" y="23"/>
                </a:lnTo>
                <a:lnTo>
                  <a:pt x="204" y="21"/>
                </a:lnTo>
                <a:lnTo>
                  <a:pt x="201" y="20"/>
                </a:lnTo>
                <a:lnTo>
                  <a:pt x="198" y="18"/>
                </a:lnTo>
                <a:lnTo>
                  <a:pt x="194" y="16"/>
                </a:lnTo>
                <a:lnTo>
                  <a:pt x="191" y="15"/>
                </a:lnTo>
                <a:lnTo>
                  <a:pt x="187" y="13"/>
                </a:lnTo>
                <a:lnTo>
                  <a:pt x="184" y="12"/>
                </a:lnTo>
                <a:lnTo>
                  <a:pt x="180" y="10"/>
                </a:lnTo>
                <a:lnTo>
                  <a:pt x="176" y="9"/>
                </a:lnTo>
                <a:lnTo>
                  <a:pt x="173" y="8"/>
                </a:lnTo>
                <a:lnTo>
                  <a:pt x="169" y="7"/>
                </a:lnTo>
                <a:lnTo>
                  <a:pt x="165" y="6"/>
                </a:lnTo>
                <a:lnTo>
                  <a:pt x="161" y="5"/>
                </a:lnTo>
                <a:lnTo>
                  <a:pt x="157" y="4"/>
                </a:lnTo>
                <a:lnTo>
                  <a:pt x="153" y="4"/>
                </a:lnTo>
                <a:lnTo>
                  <a:pt x="150" y="3"/>
                </a:lnTo>
                <a:lnTo>
                  <a:pt x="146" y="3"/>
                </a:lnTo>
                <a:lnTo>
                  <a:pt x="142" y="2"/>
                </a:lnTo>
                <a:lnTo>
                  <a:pt x="138" y="2"/>
                </a:lnTo>
                <a:lnTo>
                  <a:pt x="134" y="2"/>
                </a:lnTo>
                <a:lnTo>
                  <a:pt x="130" y="2"/>
                </a:lnTo>
                <a:lnTo>
                  <a:pt x="126" y="2"/>
                </a:lnTo>
                <a:lnTo>
                  <a:pt x="122" y="2"/>
                </a:lnTo>
                <a:lnTo>
                  <a:pt x="118" y="2"/>
                </a:lnTo>
                <a:lnTo>
                  <a:pt x="114" y="3"/>
                </a:lnTo>
                <a:lnTo>
                  <a:pt x="110" y="3"/>
                </a:lnTo>
                <a:lnTo>
                  <a:pt x="106" y="4"/>
                </a:lnTo>
                <a:lnTo>
                  <a:pt x="102" y="4"/>
                </a:lnTo>
                <a:lnTo>
                  <a:pt x="98" y="5"/>
                </a:lnTo>
                <a:lnTo>
                  <a:pt x="95" y="6"/>
                </a:lnTo>
                <a:lnTo>
                  <a:pt x="91" y="7"/>
                </a:lnTo>
                <a:lnTo>
                  <a:pt x="87" y="8"/>
                </a:lnTo>
                <a:lnTo>
                  <a:pt x="83" y="9"/>
                </a:lnTo>
                <a:lnTo>
                  <a:pt x="80" y="10"/>
                </a:lnTo>
                <a:lnTo>
                  <a:pt x="76" y="12"/>
                </a:lnTo>
                <a:lnTo>
                  <a:pt x="72" y="13"/>
                </a:lnTo>
                <a:lnTo>
                  <a:pt x="69" y="15"/>
                </a:lnTo>
                <a:lnTo>
                  <a:pt x="65" y="16"/>
                </a:lnTo>
                <a:lnTo>
                  <a:pt x="62" y="18"/>
                </a:lnTo>
                <a:lnTo>
                  <a:pt x="59" y="20"/>
                </a:lnTo>
                <a:lnTo>
                  <a:pt x="55" y="21"/>
                </a:lnTo>
                <a:lnTo>
                  <a:pt x="52" y="23"/>
                </a:lnTo>
                <a:lnTo>
                  <a:pt x="48" y="25"/>
                </a:lnTo>
                <a:lnTo>
                  <a:pt x="45" y="27"/>
                </a:lnTo>
                <a:lnTo>
                  <a:pt x="42" y="29"/>
                </a:lnTo>
                <a:lnTo>
                  <a:pt x="39" y="32"/>
                </a:lnTo>
                <a:lnTo>
                  <a:pt x="37" y="34"/>
                </a:lnTo>
                <a:lnTo>
                  <a:pt x="34" y="36"/>
                </a:lnTo>
                <a:lnTo>
                  <a:pt x="31" y="39"/>
                </a:lnTo>
                <a:lnTo>
                  <a:pt x="29" y="41"/>
                </a:lnTo>
                <a:lnTo>
                  <a:pt x="27" y="44"/>
                </a:lnTo>
                <a:lnTo>
                  <a:pt x="24" y="46"/>
                </a:lnTo>
                <a:lnTo>
                  <a:pt x="22" y="49"/>
                </a:lnTo>
                <a:lnTo>
                  <a:pt x="20" y="52"/>
                </a:lnTo>
                <a:lnTo>
                  <a:pt x="18" y="55"/>
                </a:lnTo>
                <a:lnTo>
                  <a:pt x="16" y="57"/>
                </a:lnTo>
                <a:lnTo>
                  <a:pt x="14" y="60"/>
                </a:lnTo>
                <a:lnTo>
                  <a:pt x="13" y="63"/>
                </a:lnTo>
                <a:lnTo>
                  <a:pt x="11" y="66"/>
                </a:lnTo>
                <a:lnTo>
                  <a:pt x="10" y="69"/>
                </a:lnTo>
                <a:lnTo>
                  <a:pt x="9" y="72"/>
                </a:lnTo>
                <a:lnTo>
                  <a:pt x="7" y="76"/>
                </a:lnTo>
                <a:lnTo>
                  <a:pt x="6" y="79"/>
                </a:lnTo>
                <a:lnTo>
                  <a:pt x="5" y="82"/>
                </a:lnTo>
                <a:lnTo>
                  <a:pt x="5" y="85"/>
                </a:lnTo>
                <a:lnTo>
                  <a:pt x="4" y="89"/>
                </a:lnTo>
                <a:lnTo>
                  <a:pt x="3" y="92"/>
                </a:lnTo>
                <a:lnTo>
                  <a:pt x="3" y="95"/>
                </a:lnTo>
                <a:lnTo>
                  <a:pt x="3" y="98"/>
                </a:lnTo>
                <a:lnTo>
                  <a:pt x="2" y="101"/>
                </a:lnTo>
                <a:lnTo>
                  <a:pt x="2" y="104"/>
                </a:lnTo>
                <a:lnTo>
                  <a:pt x="2" y="108"/>
                </a:lnTo>
                <a:lnTo>
                  <a:pt x="3" y="111"/>
                </a:lnTo>
                <a:lnTo>
                  <a:pt x="3" y="114"/>
                </a:lnTo>
                <a:lnTo>
                  <a:pt x="3" y="117"/>
                </a:lnTo>
                <a:lnTo>
                  <a:pt x="4" y="120"/>
                </a:lnTo>
                <a:lnTo>
                  <a:pt x="5" y="123"/>
                </a:lnTo>
                <a:lnTo>
                  <a:pt x="5" y="127"/>
                </a:lnTo>
                <a:lnTo>
                  <a:pt x="6" y="130"/>
                </a:lnTo>
                <a:lnTo>
                  <a:pt x="7" y="133"/>
                </a:lnTo>
                <a:lnTo>
                  <a:pt x="9" y="136"/>
                </a:lnTo>
                <a:lnTo>
                  <a:pt x="10" y="139"/>
                </a:lnTo>
                <a:lnTo>
                  <a:pt x="11" y="142"/>
                </a:lnTo>
                <a:lnTo>
                  <a:pt x="13" y="145"/>
                </a:lnTo>
                <a:lnTo>
                  <a:pt x="14" y="148"/>
                </a:lnTo>
                <a:lnTo>
                  <a:pt x="16" y="150"/>
                </a:lnTo>
                <a:lnTo>
                  <a:pt x="18" y="153"/>
                </a:lnTo>
                <a:lnTo>
                  <a:pt x="20" y="156"/>
                </a:lnTo>
                <a:lnTo>
                  <a:pt x="22" y="159"/>
                </a:lnTo>
                <a:lnTo>
                  <a:pt x="24" y="161"/>
                </a:lnTo>
                <a:lnTo>
                  <a:pt x="27" y="164"/>
                </a:lnTo>
                <a:lnTo>
                  <a:pt x="29" y="167"/>
                </a:lnTo>
                <a:lnTo>
                  <a:pt x="31" y="169"/>
                </a:lnTo>
                <a:lnTo>
                  <a:pt x="34" y="171"/>
                </a:lnTo>
                <a:lnTo>
                  <a:pt x="37" y="174"/>
                </a:lnTo>
                <a:lnTo>
                  <a:pt x="39" y="176"/>
                </a:lnTo>
                <a:lnTo>
                  <a:pt x="42" y="178"/>
                </a:lnTo>
                <a:lnTo>
                  <a:pt x="45" y="180"/>
                </a:lnTo>
                <a:lnTo>
                  <a:pt x="48" y="183"/>
                </a:lnTo>
                <a:lnTo>
                  <a:pt x="52" y="185"/>
                </a:lnTo>
                <a:lnTo>
                  <a:pt x="55" y="186"/>
                </a:lnTo>
                <a:lnTo>
                  <a:pt x="59" y="188"/>
                </a:lnTo>
                <a:lnTo>
                  <a:pt x="62" y="190"/>
                </a:lnTo>
                <a:lnTo>
                  <a:pt x="65" y="192"/>
                </a:lnTo>
                <a:lnTo>
                  <a:pt x="69" y="193"/>
                </a:lnTo>
                <a:lnTo>
                  <a:pt x="72" y="195"/>
                </a:lnTo>
                <a:lnTo>
                  <a:pt x="76" y="196"/>
                </a:lnTo>
                <a:lnTo>
                  <a:pt x="80" y="197"/>
                </a:lnTo>
                <a:lnTo>
                  <a:pt x="83" y="199"/>
                </a:lnTo>
                <a:lnTo>
                  <a:pt x="87" y="200"/>
                </a:lnTo>
                <a:lnTo>
                  <a:pt x="91" y="201"/>
                </a:lnTo>
                <a:lnTo>
                  <a:pt x="95" y="202"/>
                </a:lnTo>
                <a:lnTo>
                  <a:pt x="98" y="203"/>
                </a:lnTo>
                <a:lnTo>
                  <a:pt x="102" y="203"/>
                </a:lnTo>
                <a:lnTo>
                  <a:pt x="106" y="204"/>
                </a:lnTo>
                <a:lnTo>
                  <a:pt x="110" y="205"/>
                </a:lnTo>
                <a:lnTo>
                  <a:pt x="114" y="205"/>
                </a:lnTo>
                <a:lnTo>
                  <a:pt x="118" y="205"/>
                </a:lnTo>
                <a:lnTo>
                  <a:pt x="122" y="206"/>
                </a:lnTo>
                <a:lnTo>
                  <a:pt x="126" y="206"/>
                </a:lnTo>
                <a:lnTo>
                  <a:pt x="130" y="206"/>
                </a:lnTo>
                <a:lnTo>
                  <a:pt x="134" y="206"/>
                </a:lnTo>
                <a:lnTo>
                  <a:pt x="138" y="206"/>
                </a:lnTo>
                <a:lnTo>
                  <a:pt x="142" y="205"/>
                </a:lnTo>
                <a:lnTo>
                  <a:pt x="146" y="205"/>
                </a:lnTo>
                <a:lnTo>
                  <a:pt x="150" y="205"/>
                </a:lnTo>
                <a:lnTo>
                  <a:pt x="153" y="204"/>
                </a:lnTo>
                <a:lnTo>
                  <a:pt x="157" y="203"/>
                </a:lnTo>
                <a:lnTo>
                  <a:pt x="161" y="203"/>
                </a:lnTo>
                <a:lnTo>
                  <a:pt x="165" y="202"/>
                </a:lnTo>
                <a:lnTo>
                  <a:pt x="169" y="201"/>
                </a:lnTo>
                <a:lnTo>
                  <a:pt x="173" y="200"/>
                </a:lnTo>
                <a:lnTo>
                  <a:pt x="176" y="199"/>
                </a:lnTo>
                <a:lnTo>
                  <a:pt x="180" y="197"/>
                </a:lnTo>
                <a:lnTo>
                  <a:pt x="184" y="196"/>
                </a:lnTo>
                <a:lnTo>
                  <a:pt x="187" y="195"/>
                </a:lnTo>
                <a:lnTo>
                  <a:pt x="191" y="193"/>
                </a:lnTo>
                <a:lnTo>
                  <a:pt x="194" y="192"/>
                </a:lnTo>
                <a:lnTo>
                  <a:pt x="198" y="190"/>
                </a:lnTo>
                <a:lnTo>
                  <a:pt x="201" y="188"/>
                </a:lnTo>
                <a:lnTo>
                  <a:pt x="204" y="186"/>
                </a:lnTo>
                <a:lnTo>
                  <a:pt x="207" y="185"/>
                </a:lnTo>
                <a:lnTo>
                  <a:pt x="210" y="183"/>
                </a:lnTo>
                <a:lnTo>
                  <a:pt x="213" y="180"/>
                </a:lnTo>
                <a:lnTo>
                  <a:pt x="216" y="178"/>
                </a:lnTo>
                <a:lnTo>
                  <a:pt x="219" y="176"/>
                </a:lnTo>
                <a:lnTo>
                  <a:pt x="222" y="174"/>
                </a:lnTo>
                <a:lnTo>
                  <a:pt x="225" y="171"/>
                </a:lnTo>
                <a:lnTo>
                  <a:pt x="227" y="169"/>
                </a:lnTo>
                <a:lnTo>
                  <a:pt x="230" y="167"/>
                </a:lnTo>
                <a:lnTo>
                  <a:pt x="232" y="164"/>
                </a:lnTo>
                <a:lnTo>
                  <a:pt x="234" y="161"/>
                </a:lnTo>
                <a:lnTo>
                  <a:pt x="237" y="159"/>
                </a:lnTo>
                <a:lnTo>
                  <a:pt x="239" y="156"/>
                </a:lnTo>
                <a:lnTo>
                  <a:pt x="241" y="153"/>
                </a:lnTo>
                <a:lnTo>
                  <a:pt x="242" y="150"/>
                </a:lnTo>
                <a:lnTo>
                  <a:pt x="244" y="148"/>
                </a:lnTo>
                <a:lnTo>
                  <a:pt x="246" y="145"/>
                </a:lnTo>
                <a:lnTo>
                  <a:pt x="247" y="142"/>
                </a:lnTo>
                <a:lnTo>
                  <a:pt x="249" y="139"/>
                </a:lnTo>
                <a:lnTo>
                  <a:pt x="250" y="136"/>
                </a:lnTo>
                <a:lnTo>
                  <a:pt x="251" y="133"/>
                </a:lnTo>
                <a:lnTo>
                  <a:pt x="252" y="130"/>
                </a:lnTo>
                <a:lnTo>
                  <a:pt x="253" y="127"/>
                </a:lnTo>
                <a:lnTo>
                  <a:pt x="254" y="123"/>
                </a:lnTo>
                <a:lnTo>
                  <a:pt x="255" y="120"/>
                </a:lnTo>
                <a:lnTo>
                  <a:pt x="255" y="117"/>
                </a:lnTo>
                <a:lnTo>
                  <a:pt x="256" y="114"/>
                </a:lnTo>
                <a:lnTo>
                  <a:pt x="256" y="111"/>
                </a:lnTo>
                <a:lnTo>
                  <a:pt x="256" y="108"/>
                </a:lnTo>
                <a:lnTo>
                  <a:pt x="256" y="104"/>
                </a:lnTo>
                <a:moveTo>
                  <a:pt x="259" y="104"/>
                </a:moveTo>
                <a:lnTo>
                  <a:pt x="258" y="108"/>
                </a:lnTo>
                <a:lnTo>
                  <a:pt x="258" y="111"/>
                </a:lnTo>
                <a:lnTo>
                  <a:pt x="258" y="114"/>
                </a:lnTo>
                <a:lnTo>
                  <a:pt x="258" y="117"/>
                </a:lnTo>
                <a:lnTo>
                  <a:pt x="257" y="121"/>
                </a:lnTo>
                <a:lnTo>
                  <a:pt x="256" y="124"/>
                </a:lnTo>
                <a:lnTo>
                  <a:pt x="255" y="127"/>
                </a:lnTo>
                <a:lnTo>
                  <a:pt x="254" y="130"/>
                </a:lnTo>
                <a:lnTo>
                  <a:pt x="253" y="133"/>
                </a:lnTo>
                <a:lnTo>
                  <a:pt x="252" y="136"/>
                </a:lnTo>
                <a:lnTo>
                  <a:pt x="251" y="139"/>
                </a:lnTo>
                <a:lnTo>
                  <a:pt x="249" y="142"/>
                </a:lnTo>
                <a:lnTo>
                  <a:pt x="248" y="145"/>
                </a:lnTo>
                <a:lnTo>
                  <a:pt x="246" y="148"/>
                </a:lnTo>
                <a:lnTo>
                  <a:pt x="244" y="151"/>
                </a:lnTo>
                <a:lnTo>
                  <a:pt x="243" y="154"/>
                </a:lnTo>
                <a:lnTo>
                  <a:pt x="241" y="157"/>
                </a:lnTo>
                <a:lnTo>
                  <a:pt x="238" y="160"/>
                </a:lnTo>
                <a:lnTo>
                  <a:pt x="236" y="162"/>
                </a:lnTo>
                <a:lnTo>
                  <a:pt x="234" y="165"/>
                </a:lnTo>
                <a:lnTo>
                  <a:pt x="232" y="168"/>
                </a:lnTo>
                <a:lnTo>
                  <a:pt x="229" y="170"/>
                </a:lnTo>
                <a:lnTo>
                  <a:pt x="226" y="173"/>
                </a:lnTo>
                <a:lnTo>
                  <a:pt x="224" y="175"/>
                </a:lnTo>
                <a:lnTo>
                  <a:pt x="221" y="177"/>
                </a:lnTo>
                <a:lnTo>
                  <a:pt x="218" y="180"/>
                </a:lnTo>
                <a:lnTo>
                  <a:pt x="215" y="182"/>
                </a:lnTo>
                <a:lnTo>
                  <a:pt x="212" y="184"/>
                </a:lnTo>
                <a:lnTo>
                  <a:pt x="209" y="186"/>
                </a:lnTo>
                <a:lnTo>
                  <a:pt x="205" y="188"/>
                </a:lnTo>
                <a:lnTo>
                  <a:pt x="202" y="190"/>
                </a:lnTo>
                <a:lnTo>
                  <a:pt x="199" y="192"/>
                </a:lnTo>
                <a:lnTo>
                  <a:pt x="195" y="193"/>
                </a:lnTo>
                <a:lnTo>
                  <a:pt x="192" y="195"/>
                </a:lnTo>
                <a:lnTo>
                  <a:pt x="188" y="196"/>
                </a:lnTo>
                <a:lnTo>
                  <a:pt x="185" y="198"/>
                </a:lnTo>
                <a:lnTo>
                  <a:pt x="181" y="199"/>
                </a:lnTo>
                <a:lnTo>
                  <a:pt x="177" y="200"/>
                </a:lnTo>
                <a:lnTo>
                  <a:pt x="173" y="202"/>
                </a:lnTo>
                <a:lnTo>
                  <a:pt x="170" y="203"/>
                </a:lnTo>
                <a:lnTo>
                  <a:pt x="166" y="204"/>
                </a:lnTo>
                <a:lnTo>
                  <a:pt x="162" y="204"/>
                </a:lnTo>
                <a:lnTo>
                  <a:pt x="158" y="205"/>
                </a:lnTo>
                <a:lnTo>
                  <a:pt x="154" y="206"/>
                </a:lnTo>
                <a:lnTo>
                  <a:pt x="150" y="206"/>
                </a:lnTo>
                <a:lnTo>
                  <a:pt x="146" y="207"/>
                </a:lnTo>
                <a:lnTo>
                  <a:pt x="142" y="207"/>
                </a:lnTo>
                <a:lnTo>
                  <a:pt x="138" y="207"/>
                </a:lnTo>
                <a:lnTo>
                  <a:pt x="134" y="208"/>
                </a:lnTo>
                <a:lnTo>
                  <a:pt x="130" y="208"/>
                </a:lnTo>
                <a:lnTo>
                  <a:pt x="126" y="208"/>
                </a:lnTo>
                <a:lnTo>
                  <a:pt x="122" y="207"/>
                </a:lnTo>
                <a:lnTo>
                  <a:pt x="118" y="207"/>
                </a:lnTo>
                <a:lnTo>
                  <a:pt x="114" y="207"/>
                </a:lnTo>
                <a:lnTo>
                  <a:pt x="110" y="206"/>
                </a:lnTo>
                <a:lnTo>
                  <a:pt x="106" y="206"/>
                </a:lnTo>
                <a:lnTo>
                  <a:pt x="102" y="205"/>
                </a:lnTo>
                <a:lnTo>
                  <a:pt x="98" y="204"/>
                </a:lnTo>
                <a:lnTo>
                  <a:pt x="94" y="204"/>
                </a:lnTo>
                <a:lnTo>
                  <a:pt x="90" y="203"/>
                </a:lnTo>
                <a:lnTo>
                  <a:pt x="86" y="202"/>
                </a:lnTo>
                <a:lnTo>
                  <a:pt x="82" y="200"/>
                </a:lnTo>
                <a:lnTo>
                  <a:pt x="79" y="199"/>
                </a:lnTo>
                <a:lnTo>
                  <a:pt x="75" y="198"/>
                </a:lnTo>
                <a:lnTo>
                  <a:pt x="71" y="196"/>
                </a:lnTo>
                <a:lnTo>
                  <a:pt x="68" y="195"/>
                </a:lnTo>
                <a:lnTo>
                  <a:pt x="64" y="193"/>
                </a:lnTo>
                <a:lnTo>
                  <a:pt x="61" y="192"/>
                </a:lnTo>
                <a:lnTo>
                  <a:pt x="57" y="190"/>
                </a:lnTo>
                <a:lnTo>
                  <a:pt x="54" y="188"/>
                </a:lnTo>
                <a:lnTo>
                  <a:pt x="51" y="186"/>
                </a:lnTo>
                <a:lnTo>
                  <a:pt x="47" y="184"/>
                </a:lnTo>
                <a:lnTo>
                  <a:pt x="44" y="182"/>
                </a:lnTo>
                <a:lnTo>
                  <a:pt x="41" y="180"/>
                </a:lnTo>
                <a:lnTo>
                  <a:pt x="38" y="177"/>
                </a:lnTo>
                <a:lnTo>
                  <a:pt x="35" y="175"/>
                </a:lnTo>
                <a:lnTo>
                  <a:pt x="32" y="173"/>
                </a:lnTo>
                <a:lnTo>
                  <a:pt x="30" y="170"/>
                </a:lnTo>
                <a:lnTo>
                  <a:pt x="27" y="168"/>
                </a:lnTo>
                <a:lnTo>
                  <a:pt x="25" y="165"/>
                </a:lnTo>
                <a:lnTo>
                  <a:pt x="22" y="162"/>
                </a:lnTo>
                <a:lnTo>
                  <a:pt x="20" y="160"/>
                </a:lnTo>
                <a:lnTo>
                  <a:pt x="18" y="157"/>
                </a:lnTo>
                <a:lnTo>
                  <a:pt x="16" y="154"/>
                </a:lnTo>
                <a:lnTo>
                  <a:pt x="14" y="151"/>
                </a:lnTo>
                <a:lnTo>
                  <a:pt x="12" y="148"/>
                </a:lnTo>
                <a:lnTo>
                  <a:pt x="11" y="145"/>
                </a:lnTo>
                <a:lnTo>
                  <a:pt x="9" y="142"/>
                </a:lnTo>
                <a:lnTo>
                  <a:pt x="8" y="139"/>
                </a:lnTo>
                <a:lnTo>
                  <a:pt x="6" y="136"/>
                </a:lnTo>
                <a:lnTo>
                  <a:pt x="5" y="133"/>
                </a:lnTo>
                <a:lnTo>
                  <a:pt x="4" y="130"/>
                </a:lnTo>
                <a:lnTo>
                  <a:pt x="3" y="127"/>
                </a:lnTo>
                <a:lnTo>
                  <a:pt x="2" y="124"/>
                </a:lnTo>
                <a:lnTo>
                  <a:pt x="2" y="121"/>
                </a:lnTo>
                <a:lnTo>
                  <a:pt x="1" y="117"/>
                </a:lnTo>
                <a:lnTo>
                  <a:pt x="1" y="114"/>
                </a:lnTo>
                <a:lnTo>
                  <a:pt x="0" y="111"/>
                </a:lnTo>
                <a:lnTo>
                  <a:pt x="0" y="108"/>
                </a:lnTo>
                <a:lnTo>
                  <a:pt x="0" y="104"/>
                </a:lnTo>
                <a:lnTo>
                  <a:pt x="0" y="101"/>
                </a:lnTo>
                <a:lnTo>
                  <a:pt x="0" y="98"/>
                </a:lnTo>
                <a:lnTo>
                  <a:pt x="1" y="95"/>
                </a:lnTo>
                <a:lnTo>
                  <a:pt x="1" y="91"/>
                </a:lnTo>
                <a:lnTo>
                  <a:pt x="2" y="88"/>
                </a:lnTo>
                <a:lnTo>
                  <a:pt x="2" y="85"/>
                </a:lnTo>
                <a:lnTo>
                  <a:pt x="3" y="82"/>
                </a:lnTo>
                <a:lnTo>
                  <a:pt x="4" y="79"/>
                </a:lnTo>
                <a:lnTo>
                  <a:pt x="5" y="76"/>
                </a:lnTo>
                <a:lnTo>
                  <a:pt x="6" y="71"/>
                </a:lnTo>
                <a:lnTo>
                  <a:pt x="8" y="68"/>
                </a:lnTo>
                <a:lnTo>
                  <a:pt x="9" y="65"/>
                </a:lnTo>
                <a:lnTo>
                  <a:pt x="11" y="62"/>
                </a:lnTo>
                <a:lnTo>
                  <a:pt x="12" y="59"/>
                </a:lnTo>
                <a:lnTo>
                  <a:pt x="14" y="57"/>
                </a:lnTo>
                <a:lnTo>
                  <a:pt x="16" y="54"/>
                </a:lnTo>
                <a:lnTo>
                  <a:pt x="18" y="51"/>
                </a:lnTo>
                <a:lnTo>
                  <a:pt x="20" y="48"/>
                </a:lnTo>
                <a:lnTo>
                  <a:pt x="22" y="45"/>
                </a:lnTo>
                <a:lnTo>
                  <a:pt x="25" y="43"/>
                </a:lnTo>
                <a:lnTo>
                  <a:pt x="27" y="40"/>
                </a:lnTo>
                <a:lnTo>
                  <a:pt x="30" y="38"/>
                </a:lnTo>
                <a:lnTo>
                  <a:pt x="32" y="35"/>
                </a:lnTo>
                <a:lnTo>
                  <a:pt x="35" y="33"/>
                </a:lnTo>
                <a:lnTo>
                  <a:pt x="38" y="30"/>
                </a:lnTo>
                <a:lnTo>
                  <a:pt x="41" y="28"/>
                </a:lnTo>
                <a:lnTo>
                  <a:pt x="44" y="26"/>
                </a:lnTo>
                <a:lnTo>
                  <a:pt x="47" y="24"/>
                </a:lnTo>
                <a:lnTo>
                  <a:pt x="51" y="22"/>
                </a:lnTo>
                <a:lnTo>
                  <a:pt x="54" y="20"/>
                </a:lnTo>
                <a:lnTo>
                  <a:pt x="57" y="18"/>
                </a:lnTo>
                <a:lnTo>
                  <a:pt x="61" y="16"/>
                </a:lnTo>
                <a:lnTo>
                  <a:pt x="64" y="15"/>
                </a:lnTo>
                <a:lnTo>
                  <a:pt x="68" y="13"/>
                </a:lnTo>
                <a:lnTo>
                  <a:pt x="71" y="11"/>
                </a:lnTo>
                <a:lnTo>
                  <a:pt x="75" y="10"/>
                </a:lnTo>
                <a:lnTo>
                  <a:pt x="79" y="9"/>
                </a:lnTo>
                <a:lnTo>
                  <a:pt x="82" y="7"/>
                </a:lnTo>
                <a:lnTo>
                  <a:pt x="86" y="6"/>
                </a:lnTo>
                <a:lnTo>
                  <a:pt x="90" y="5"/>
                </a:lnTo>
                <a:lnTo>
                  <a:pt x="94" y="4"/>
                </a:lnTo>
                <a:lnTo>
                  <a:pt x="98" y="3"/>
                </a:lnTo>
                <a:lnTo>
                  <a:pt x="102" y="3"/>
                </a:lnTo>
                <a:lnTo>
                  <a:pt x="106" y="2"/>
                </a:lnTo>
                <a:lnTo>
                  <a:pt x="110" y="1"/>
                </a:lnTo>
                <a:lnTo>
                  <a:pt x="114" y="1"/>
                </a:lnTo>
                <a:lnTo>
                  <a:pt x="118" y="1"/>
                </a:lnTo>
                <a:lnTo>
                  <a:pt x="122" y="0"/>
                </a:lnTo>
                <a:lnTo>
                  <a:pt x="126" y="0"/>
                </a:lnTo>
                <a:lnTo>
                  <a:pt x="130" y="0"/>
                </a:lnTo>
                <a:lnTo>
                  <a:pt x="134" y="0"/>
                </a:lnTo>
                <a:lnTo>
                  <a:pt x="138" y="0"/>
                </a:lnTo>
                <a:lnTo>
                  <a:pt x="142" y="1"/>
                </a:lnTo>
                <a:lnTo>
                  <a:pt x="146" y="1"/>
                </a:lnTo>
                <a:lnTo>
                  <a:pt x="150" y="1"/>
                </a:lnTo>
                <a:lnTo>
                  <a:pt x="154" y="2"/>
                </a:lnTo>
                <a:lnTo>
                  <a:pt x="158" y="3"/>
                </a:lnTo>
                <a:lnTo>
                  <a:pt x="162" y="3"/>
                </a:lnTo>
                <a:lnTo>
                  <a:pt x="166" y="4"/>
                </a:lnTo>
                <a:lnTo>
                  <a:pt x="170" y="5"/>
                </a:lnTo>
                <a:lnTo>
                  <a:pt x="173" y="6"/>
                </a:lnTo>
                <a:lnTo>
                  <a:pt x="177" y="7"/>
                </a:lnTo>
                <a:lnTo>
                  <a:pt x="181" y="9"/>
                </a:lnTo>
                <a:lnTo>
                  <a:pt x="185" y="10"/>
                </a:lnTo>
                <a:lnTo>
                  <a:pt x="188" y="11"/>
                </a:lnTo>
                <a:lnTo>
                  <a:pt x="192" y="13"/>
                </a:lnTo>
                <a:lnTo>
                  <a:pt x="195" y="15"/>
                </a:lnTo>
                <a:lnTo>
                  <a:pt x="199" y="16"/>
                </a:lnTo>
                <a:lnTo>
                  <a:pt x="202" y="18"/>
                </a:lnTo>
                <a:lnTo>
                  <a:pt x="205" y="20"/>
                </a:lnTo>
                <a:lnTo>
                  <a:pt x="209" y="22"/>
                </a:lnTo>
                <a:lnTo>
                  <a:pt x="212" y="24"/>
                </a:lnTo>
                <a:lnTo>
                  <a:pt x="215" y="26"/>
                </a:lnTo>
                <a:lnTo>
                  <a:pt x="218" y="28"/>
                </a:lnTo>
                <a:lnTo>
                  <a:pt x="221" y="30"/>
                </a:lnTo>
                <a:lnTo>
                  <a:pt x="224" y="33"/>
                </a:lnTo>
                <a:lnTo>
                  <a:pt x="226" y="35"/>
                </a:lnTo>
                <a:lnTo>
                  <a:pt x="229" y="38"/>
                </a:lnTo>
                <a:lnTo>
                  <a:pt x="232" y="40"/>
                </a:lnTo>
                <a:lnTo>
                  <a:pt x="234" y="43"/>
                </a:lnTo>
                <a:lnTo>
                  <a:pt x="236" y="45"/>
                </a:lnTo>
                <a:lnTo>
                  <a:pt x="238" y="48"/>
                </a:lnTo>
                <a:lnTo>
                  <a:pt x="241" y="51"/>
                </a:lnTo>
                <a:lnTo>
                  <a:pt x="243" y="54"/>
                </a:lnTo>
                <a:lnTo>
                  <a:pt x="244" y="57"/>
                </a:lnTo>
                <a:lnTo>
                  <a:pt x="246" y="59"/>
                </a:lnTo>
                <a:lnTo>
                  <a:pt x="248" y="62"/>
                </a:lnTo>
                <a:lnTo>
                  <a:pt x="249" y="65"/>
                </a:lnTo>
                <a:lnTo>
                  <a:pt x="251" y="68"/>
                </a:lnTo>
                <a:lnTo>
                  <a:pt x="252" y="71"/>
                </a:lnTo>
                <a:lnTo>
                  <a:pt x="253" y="76"/>
                </a:lnTo>
                <a:lnTo>
                  <a:pt x="254" y="79"/>
                </a:lnTo>
                <a:lnTo>
                  <a:pt x="255" y="82"/>
                </a:lnTo>
                <a:lnTo>
                  <a:pt x="256" y="85"/>
                </a:lnTo>
                <a:lnTo>
                  <a:pt x="257" y="88"/>
                </a:lnTo>
                <a:lnTo>
                  <a:pt x="258" y="91"/>
                </a:lnTo>
                <a:lnTo>
                  <a:pt x="258" y="95"/>
                </a:lnTo>
                <a:lnTo>
                  <a:pt x="258" y="98"/>
                </a:lnTo>
                <a:lnTo>
                  <a:pt x="258" y="101"/>
                </a:lnTo>
                <a:lnTo>
                  <a:pt x="259" y="104"/>
                </a:lnTo>
                <a:close/>
              </a:path>
            </a:pathLst>
          </a:custGeom>
          <a:solidFill>
            <a:srgbClr val="ff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5" name=""/>
          <p:cNvSpPr/>
          <p:nvPr/>
        </p:nvSpPr>
        <p:spPr>
          <a:xfrm>
            <a:off x="4931640" y="1789920"/>
            <a:ext cx="94680" cy="75960"/>
          </a:xfrm>
          <a:custGeom>
            <a:avLst/>
            <a:gdLst/>
            <a:ahLst/>
            <a:rect l="0" t="0" r="r" b="b"/>
            <a:pathLst>
              <a:path w="263" h="211">
                <a:moveTo>
                  <a:pt x="261" y="105"/>
                </a:moveTo>
                <a:lnTo>
                  <a:pt x="260" y="102"/>
                </a:lnTo>
                <a:lnTo>
                  <a:pt x="260" y="99"/>
                </a:lnTo>
                <a:lnTo>
                  <a:pt x="260" y="96"/>
                </a:lnTo>
                <a:lnTo>
                  <a:pt x="260" y="92"/>
                </a:lnTo>
                <a:lnTo>
                  <a:pt x="259" y="89"/>
                </a:lnTo>
                <a:lnTo>
                  <a:pt x="258" y="86"/>
                </a:lnTo>
                <a:lnTo>
                  <a:pt x="257" y="83"/>
                </a:lnTo>
                <a:lnTo>
                  <a:pt x="256" y="80"/>
                </a:lnTo>
                <a:lnTo>
                  <a:pt x="255" y="77"/>
                </a:lnTo>
                <a:lnTo>
                  <a:pt x="254" y="73"/>
                </a:lnTo>
                <a:lnTo>
                  <a:pt x="253" y="70"/>
                </a:lnTo>
                <a:lnTo>
                  <a:pt x="251" y="67"/>
                </a:lnTo>
                <a:lnTo>
                  <a:pt x="250" y="64"/>
                </a:lnTo>
                <a:lnTo>
                  <a:pt x="248" y="61"/>
                </a:lnTo>
                <a:lnTo>
                  <a:pt x="246" y="59"/>
                </a:lnTo>
                <a:lnTo>
                  <a:pt x="245" y="56"/>
                </a:lnTo>
                <a:lnTo>
                  <a:pt x="243" y="53"/>
                </a:lnTo>
                <a:lnTo>
                  <a:pt x="240" y="50"/>
                </a:lnTo>
                <a:lnTo>
                  <a:pt x="238" y="47"/>
                </a:lnTo>
                <a:lnTo>
                  <a:pt x="236" y="45"/>
                </a:lnTo>
                <a:lnTo>
                  <a:pt x="234" y="42"/>
                </a:lnTo>
                <a:lnTo>
                  <a:pt x="231" y="40"/>
                </a:lnTo>
                <a:lnTo>
                  <a:pt x="228" y="37"/>
                </a:lnTo>
                <a:lnTo>
                  <a:pt x="226" y="35"/>
                </a:lnTo>
                <a:lnTo>
                  <a:pt x="223" y="32"/>
                </a:lnTo>
                <a:lnTo>
                  <a:pt x="220" y="30"/>
                </a:lnTo>
                <a:lnTo>
                  <a:pt x="217" y="28"/>
                </a:lnTo>
                <a:lnTo>
                  <a:pt x="214" y="26"/>
                </a:lnTo>
                <a:lnTo>
                  <a:pt x="211" y="24"/>
                </a:lnTo>
                <a:lnTo>
                  <a:pt x="207" y="22"/>
                </a:lnTo>
                <a:lnTo>
                  <a:pt x="204" y="20"/>
                </a:lnTo>
                <a:lnTo>
                  <a:pt x="201" y="18"/>
                </a:lnTo>
                <a:lnTo>
                  <a:pt x="197" y="17"/>
                </a:lnTo>
                <a:lnTo>
                  <a:pt x="194" y="15"/>
                </a:lnTo>
                <a:lnTo>
                  <a:pt x="190" y="13"/>
                </a:lnTo>
                <a:lnTo>
                  <a:pt x="187" y="12"/>
                </a:lnTo>
                <a:lnTo>
                  <a:pt x="183" y="11"/>
                </a:lnTo>
                <a:lnTo>
                  <a:pt x="179" y="9"/>
                </a:lnTo>
                <a:lnTo>
                  <a:pt x="175" y="8"/>
                </a:lnTo>
                <a:lnTo>
                  <a:pt x="172" y="7"/>
                </a:lnTo>
                <a:lnTo>
                  <a:pt x="168" y="6"/>
                </a:lnTo>
                <a:lnTo>
                  <a:pt x="164" y="5"/>
                </a:lnTo>
                <a:lnTo>
                  <a:pt x="160" y="5"/>
                </a:lnTo>
                <a:lnTo>
                  <a:pt x="156" y="4"/>
                </a:lnTo>
                <a:lnTo>
                  <a:pt x="152" y="3"/>
                </a:lnTo>
                <a:lnTo>
                  <a:pt x="148" y="3"/>
                </a:lnTo>
                <a:lnTo>
                  <a:pt x="144" y="3"/>
                </a:lnTo>
                <a:lnTo>
                  <a:pt x="140" y="2"/>
                </a:lnTo>
                <a:lnTo>
                  <a:pt x="136" y="2"/>
                </a:lnTo>
                <a:lnTo>
                  <a:pt x="132" y="2"/>
                </a:lnTo>
                <a:lnTo>
                  <a:pt x="128" y="2"/>
                </a:lnTo>
                <a:lnTo>
                  <a:pt x="124" y="2"/>
                </a:lnTo>
                <a:lnTo>
                  <a:pt x="120" y="3"/>
                </a:lnTo>
                <a:lnTo>
                  <a:pt x="116" y="3"/>
                </a:lnTo>
                <a:lnTo>
                  <a:pt x="112" y="3"/>
                </a:lnTo>
                <a:lnTo>
                  <a:pt x="108" y="4"/>
                </a:lnTo>
                <a:lnTo>
                  <a:pt x="104" y="5"/>
                </a:lnTo>
                <a:lnTo>
                  <a:pt x="100" y="5"/>
                </a:lnTo>
                <a:lnTo>
                  <a:pt x="96" y="6"/>
                </a:lnTo>
                <a:lnTo>
                  <a:pt x="92" y="7"/>
                </a:lnTo>
                <a:lnTo>
                  <a:pt x="88" y="8"/>
                </a:lnTo>
                <a:lnTo>
                  <a:pt x="84" y="9"/>
                </a:lnTo>
                <a:lnTo>
                  <a:pt x="81" y="11"/>
                </a:lnTo>
                <a:lnTo>
                  <a:pt x="77" y="12"/>
                </a:lnTo>
                <a:lnTo>
                  <a:pt x="73" y="13"/>
                </a:lnTo>
                <a:lnTo>
                  <a:pt x="70" y="15"/>
                </a:lnTo>
                <a:lnTo>
                  <a:pt x="66" y="17"/>
                </a:lnTo>
                <a:lnTo>
                  <a:pt x="63" y="18"/>
                </a:lnTo>
                <a:lnTo>
                  <a:pt x="59" y="20"/>
                </a:lnTo>
                <a:lnTo>
                  <a:pt x="55" y="22"/>
                </a:lnTo>
                <a:lnTo>
                  <a:pt x="52" y="24"/>
                </a:lnTo>
                <a:lnTo>
                  <a:pt x="49" y="26"/>
                </a:lnTo>
                <a:lnTo>
                  <a:pt x="46" y="28"/>
                </a:lnTo>
                <a:lnTo>
                  <a:pt x="43" y="30"/>
                </a:lnTo>
                <a:lnTo>
                  <a:pt x="40" y="32"/>
                </a:lnTo>
                <a:lnTo>
                  <a:pt x="37" y="35"/>
                </a:lnTo>
                <a:lnTo>
                  <a:pt x="34" y="37"/>
                </a:lnTo>
                <a:lnTo>
                  <a:pt x="32" y="40"/>
                </a:lnTo>
                <a:lnTo>
                  <a:pt x="29" y="42"/>
                </a:lnTo>
                <a:lnTo>
                  <a:pt x="27" y="45"/>
                </a:lnTo>
                <a:lnTo>
                  <a:pt x="24" y="47"/>
                </a:lnTo>
                <a:lnTo>
                  <a:pt x="22" y="50"/>
                </a:lnTo>
                <a:lnTo>
                  <a:pt x="20" y="53"/>
                </a:lnTo>
                <a:lnTo>
                  <a:pt x="18" y="56"/>
                </a:lnTo>
                <a:lnTo>
                  <a:pt x="16" y="59"/>
                </a:lnTo>
                <a:lnTo>
                  <a:pt x="14" y="61"/>
                </a:lnTo>
                <a:lnTo>
                  <a:pt x="13" y="64"/>
                </a:lnTo>
                <a:lnTo>
                  <a:pt x="11" y="67"/>
                </a:lnTo>
                <a:lnTo>
                  <a:pt x="10" y="70"/>
                </a:lnTo>
                <a:lnTo>
                  <a:pt x="8" y="73"/>
                </a:lnTo>
                <a:lnTo>
                  <a:pt x="7" y="77"/>
                </a:lnTo>
                <a:lnTo>
                  <a:pt x="6" y="80"/>
                </a:lnTo>
                <a:lnTo>
                  <a:pt x="5" y="83"/>
                </a:lnTo>
                <a:lnTo>
                  <a:pt x="4" y="86"/>
                </a:lnTo>
                <a:lnTo>
                  <a:pt x="4" y="89"/>
                </a:lnTo>
                <a:lnTo>
                  <a:pt x="3" y="92"/>
                </a:lnTo>
                <a:lnTo>
                  <a:pt x="3" y="96"/>
                </a:lnTo>
                <a:lnTo>
                  <a:pt x="2" y="99"/>
                </a:lnTo>
                <a:lnTo>
                  <a:pt x="2" y="102"/>
                </a:lnTo>
                <a:lnTo>
                  <a:pt x="2" y="105"/>
                </a:lnTo>
                <a:lnTo>
                  <a:pt x="2" y="109"/>
                </a:lnTo>
                <a:lnTo>
                  <a:pt x="2" y="112"/>
                </a:lnTo>
                <a:lnTo>
                  <a:pt x="3" y="115"/>
                </a:lnTo>
                <a:lnTo>
                  <a:pt x="3" y="118"/>
                </a:lnTo>
                <a:lnTo>
                  <a:pt x="4" y="122"/>
                </a:lnTo>
                <a:lnTo>
                  <a:pt x="4" y="125"/>
                </a:lnTo>
                <a:lnTo>
                  <a:pt x="5" y="128"/>
                </a:lnTo>
                <a:lnTo>
                  <a:pt x="6" y="131"/>
                </a:lnTo>
                <a:lnTo>
                  <a:pt x="7" y="134"/>
                </a:lnTo>
                <a:lnTo>
                  <a:pt x="8" y="137"/>
                </a:lnTo>
                <a:lnTo>
                  <a:pt x="10" y="140"/>
                </a:lnTo>
                <a:lnTo>
                  <a:pt x="11" y="143"/>
                </a:lnTo>
                <a:lnTo>
                  <a:pt x="13" y="146"/>
                </a:lnTo>
                <a:lnTo>
                  <a:pt x="14" y="149"/>
                </a:lnTo>
                <a:lnTo>
                  <a:pt x="16" y="152"/>
                </a:lnTo>
                <a:lnTo>
                  <a:pt x="18" y="155"/>
                </a:lnTo>
                <a:lnTo>
                  <a:pt x="20" y="158"/>
                </a:lnTo>
                <a:lnTo>
                  <a:pt x="22" y="161"/>
                </a:lnTo>
                <a:lnTo>
                  <a:pt x="24" y="163"/>
                </a:lnTo>
                <a:lnTo>
                  <a:pt x="27" y="166"/>
                </a:lnTo>
                <a:lnTo>
                  <a:pt x="29" y="169"/>
                </a:lnTo>
                <a:lnTo>
                  <a:pt x="32" y="171"/>
                </a:lnTo>
                <a:lnTo>
                  <a:pt x="34" y="175"/>
                </a:lnTo>
                <a:lnTo>
                  <a:pt x="37" y="177"/>
                </a:lnTo>
                <a:lnTo>
                  <a:pt x="40" y="179"/>
                </a:lnTo>
                <a:lnTo>
                  <a:pt x="43" y="182"/>
                </a:lnTo>
                <a:lnTo>
                  <a:pt x="46" y="184"/>
                </a:lnTo>
                <a:lnTo>
                  <a:pt x="49" y="186"/>
                </a:lnTo>
                <a:lnTo>
                  <a:pt x="52" y="188"/>
                </a:lnTo>
                <a:lnTo>
                  <a:pt x="55" y="190"/>
                </a:lnTo>
                <a:lnTo>
                  <a:pt x="59" y="192"/>
                </a:lnTo>
                <a:lnTo>
                  <a:pt x="63" y="194"/>
                </a:lnTo>
                <a:lnTo>
                  <a:pt x="66" y="195"/>
                </a:lnTo>
                <a:lnTo>
                  <a:pt x="70" y="197"/>
                </a:lnTo>
                <a:lnTo>
                  <a:pt x="73" y="198"/>
                </a:lnTo>
                <a:lnTo>
                  <a:pt x="77" y="200"/>
                </a:lnTo>
                <a:lnTo>
                  <a:pt x="81" y="201"/>
                </a:lnTo>
                <a:lnTo>
                  <a:pt x="84" y="202"/>
                </a:lnTo>
                <a:lnTo>
                  <a:pt x="88" y="204"/>
                </a:lnTo>
                <a:lnTo>
                  <a:pt x="92" y="205"/>
                </a:lnTo>
                <a:lnTo>
                  <a:pt x="96" y="206"/>
                </a:lnTo>
                <a:lnTo>
                  <a:pt x="100" y="206"/>
                </a:lnTo>
                <a:lnTo>
                  <a:pt x="104" y="207"/>
                </a:lnTo>
                <a:lnTo>
                  <a:pt x="108" y="208"/>
                </a:lnTo>
                <a:lnTo>
                  <a:pt x="112" y="208"/>
                </a:lnTo>
                <a:lnTo>
                  <a:pt x="116" y="209"/>
                </a:lnTo>
                <a:lnTo>
                  <a:pt x="120" y="209"/>
                </a:lnTo>
                <a:lnTo>
                  <a:pt x="124" y="209"/>
                </a:lnTo>
                <a:lnTo>
                  <a:pt x="128" y="210"/>
                </a:lnTo>
                <a:lnTo>
                  <a:pt x="132" y="210"/>
                </a:lnTo>
                <a:lnTo>
                  <a:pt x="136" y="210"/>
                </a:lnTo>
                <a:lnTo>
                  <a:pt x="140" y="209"/>
                </a:lnTo>
                <a:lnTo>
                  <a:pt x="144" y="209"/>
                </a:lnTo>
                <a:lnTo>
                  <a:pt x="148" y="209"/>
                </a:lnTo>
                <a:lnTo>
                  <a:pt x="152" y="208"/>
                </a:lnTo>
                <a:lnTo>
                  <a:pt x="156" y="208"/>
                </a:lnTo>
                <a:lnTo>
                  <a:pt x="160" y="207"/>
                </a:lnTo>
                <a:lnTo>
                  <a:pt x="164" y="206"/>
                </a:lnTo>
                <a:lnTo>
                  <a:pt x="168" y="206"/>
                </a:lnTo>
                <a:lnTo>
                  <a:pt x="172" y="205"/>
                </a:lnTo>
                <a:lnTo>
                  <a:pt x="175" y="204"/>
                </a:lnTo>
                <a:lnTo>
                  <a:pt x="179" y="202"/>
                </a:lnTo>
                <a:lnTo>
                  <a:pt x="183" y="201"/>
                </a:lnTo>
                <a:lnTo>
                  <a:pt x="187" y="200"/>
                </a:lnTo>
                <a:lnTo>
                  <a:pt x="190" y="198"/>
                </a:lnTo>
                <a:lnTo>
                  <a:pt x="194" y="197"/>
                </a:lnTo>
                <a:lnTo>
                  <a:pt x="197" y="195"/>
                </a:lnTo>
                <a:lnTo>
                  <a:pt x="201" y="194"/>
                </a:lnTo>
                <a:lnTo>
                  <a:pt x="204" y="192"/>
                </a:lnTo>
                <a:lnTo>
                  <a:pt x="207" y="190"/>
                </a:lnTo>
                <a:lnTo>
                  <a:pt x="211" y="188"/>
                </a:lnTo>
                <a:lnTo>
                  <a:pt x="214" y="186"/>
                </a:lnTo>
                <a:lnTo>
                  <a:pt x="217" y="184"/>
                </a:lnTo>
                <a:lnTo>
                  <a:pt x="220" y="182"/>
                </a:lnTo>
                <a:lnTo>
                  <a:pt x="223" y="179"/>
                </a:lnTo>
                <a:lnTo>
                  <a:pt x="226" y="177"/>
                </a:lnTo>
                <a:lnTo>
                  <a:pt x="228" y="175"/>
                </a:lnTo>
                <a:lnTo>
                  <a:pt x="231" y="171"/>
                </a:lnTo>
                <a:lnTo>
                  <a:pt x="234" y="169"/>
                </a:lnTo>
                <a:lnTo>
                  <a:pt x="236" y="166"/>
                </a:lnTo>
                <a:lnTo>
                  <a:pt x="238" y="163"/>
                </a:lnTo>
                <a:lnTo>
                  <a:pt x="240" y="161"/>
                </a:lnTo>
                <a:lnTo>
                  <a:pt x="243" y="158"/>
                </a:lnTo>
                <a:lnTo>
                  <a:pt x="245" y="155"/>
                </a:lnTo>
                <a:lnTo>
                  <a:pt x="246" y="152"/>
                </a:lnTo>
                <a:lnTo>
                  <a:pt x="248" y="149"/>
                </a:lnTo>
                <a:lnTo>
                  <a:pt x="250" y="146"/>
                </a:lnTo>
                <a:lnTo>
                  <a:pt x="251" y="143"/>
                </a:lnTo>
                <a:lnTo>
                  <a:pt x="253" y="140"/>
                </a:lnTo>
                <a:lnTo>
                  <a:pt x="254" y="137"/>
                </a:lnTo>
                <a:lnTo>
                  <a:pt x="255" y="134"/>
                </a:lnTo>
                <a:lnTo>
                  <a:pt x="256" y="131"/>
                </a:lnTo>
                <a:lnTo>
                  <a:pt x="257" y="128"/>
                </a:lnTo>
                <a:lnTo>
                  <a:pt x="258" y="125"/>
                </a:lnTo>
                <a:lnTo>
                  <a:pt x="259" y="122"/>
                </a:lnTo>
                <a:lnTo>
                  <a:pt x="260" y="118"/>
                </a:lnTo>
                <a:lnTo>
                  <a:pt x="260" y="115"/>
                </a:lnTo>
                <a:lnTo>
                  <a:pt x="260" y="112"/>
                </a:lnTo>
                <a:lnTo>
                  <a:pt x="260" y="109"/>
                </a:lnTo>
                <a:lnTo>
                  <a:pt x="261" y="105"/>
                </a:lnTo>
                <a:moveTo>
                  <a:pt x="263" y="105"/>
                </a:moveTo>
                <a:lnTo>
                  <a:pt x="263" y="109"/>
                </a:lnTo>
                <a:lnTo>
                  <a:pt x="263" y="112"/>
                </a:lnTo>
                <a:lnTo>
                  <a:pt x="262" y="115"/>
                </a:lnTo>
                <a:lnTo>
                  <a:pt x="262" y="119"/>
                </a:lnTo>
                <a:lnTo>
                  <a:pt x="261" y="122"/>
                </a:lnTo>
                <a:lnTo>
                  <a:pt x="260" y="125"/>
                </a:lnTo>
                <a:lnTo>
                  <a:pt x="260" y="128"/>
                </a:lnTo>
                <a:lnTo>
                  <a:pt x="259" y="132"/>
                </a:lnTo>
                <a:lnTo>
                  <a:pt x="258" y="135"/>
                </a:lnTo>
                <a:lnTo>
                  <a:pt x="256" y="138"/>
                </a:lnTo>
                <a:lnTo>
                  <a:pt x="255" y="141"/>
                </a:lnTo>
                <a:lnTo>
                  <a:pt x="254" y="144"/>
                </a:lnTo>
                <a:lnTo>
                  <a:pt x="252" y="147"/>
                </a:lnTo>
                <a:lnTo>
                  <a:pt x="250" y="150"/>
                </a:lnTo>
                <a:lnTo>
                  <a:pt x="249" y="153"/>
                </a:lnTo>
                <a:lnTo>
                  <a:pt x="247" y="156"/>
                </a:lnTo>
                <a:lnTo>
                  <a:pt x="245" y="159"/>
                </a:lnTo>
                <a:lnTo>
                  <a:pt x="242" y="162"/>
                </a:lnTo>
                <a:lnTo>
                  <a:pt x="240" y="164"/>
                </a:lnTo>
                <a:lnTo>
                  <a:pt x="238" y="167"/>
                </a:lnTo>
                <a:lnTo>
                  <a:pt x="235" y="170"/>
                </a:lnTo>
                <a:lnTo>
                  <a:pt x="233" y="172"/>
                </a:lnTo>
                <a:lnTo>
                  <a:pt x="230" y="176"/>
                </a:lnTo>
                <a:lnTo>
                  <a:pt x="227" y="178"/>
                </a:lnTo>
                <a:lnTo>
                  <a:pt x="224" y="181"/>
                </a:lnTo>
                <a:lnTo>
                  <a:pt x="221" y="183"/>
                </a:lnTo>
                <a:lnTo>
                  <a:pt x="218" y="185"/>
                </a:lnTo>
                <a:lnTo>
                  <a:pt x="215" y="187"/>
                </a:lnTo>
                <a:lnTo>
                  <a:pt x="212" y="189"/>
                </a:lnTo>
                <a:lnTo>
                  <a:pt x="209" y="191"/>
                </a:lnTo>
                <a:lnTo>
                  <a:pt x="205" y="193"/>
                </a:lnTo>
                <a:lnTo>
                  <a:pt x="202" y="195"/>
                </a:lnTo>
                <a:lnTo>
                  <a:pt x="198" y="197"/>
                </a:lnTo>
                <a:lnTo>
                  <a:pt x="195" y="198"/>
                </a:lnTo>
                <a:lnTo>
                  <a:pt x="191" y="200"/>
                </a:lnTo>
                <a:lnTo>
                  <a:pt x="188" y="201"/>
                </a:lnTo>
                <a:lnTo>
                  <a:pt x="184" y="203"/>
                </a:lnTo>
                <a:lnTo>
                  <a:pt x="180" y="204"/>
                </a:lnTo>
                <a:lnTo>
                  <a:pt x="176" y="205"/>
                </a:lnTo>
                <a:lnTo>
                  <a:pt x="172" y="206"/>
                </a:lnTo>
                <a:lnTo>
                  <a:pt x="168" y="207"/>
                </a:lnTo>
                <a:lnTo>
                  <a:pt x="164" y="208"/>
                </a:lnTo>
                <a:lnTo>
                  <a:pt x="160" y="209"/>
                </a:lnTo>
                <a:lnTo>
                  <a:pt x="156" y="210"/>
                </a:lnTo>
                <a:lnTo>
                  <a:pt x="152" y="210"/>
                </a:lnTo>
                <a:lnTo>
                  <a:pt x="148" y="211"/>
                </a:lnTo>
                <a:lnTo>
                  <a:pt x="144" y="211"/>
                </a:lnTo>
                <a:lnTo>
                  <a:pt x="140" y="211"/>
                </a:lnTo>
                <a:lnTo>
                  <a:pt x="136" y="211"/>
                </a:lnTo>
                <a:lnTo>
                  <a:pt x="132" y="211"/>
                </a:lnTo>
                <a:lnTo>
                  <a:pt x="128" y="211"/>
                </a:lnTo>
                <a:lnTo>
                  <a:pt x="124" y="211"/>
                </a:lnTo>
                <a:lnTo>
                  <a:pt x="119" y="211"/>
                </a:lnTo>
                <a:lnTo>
                  <a:pt x="115" y="211"/>
                </a:lnTo>
                <a:lnTo>
                  <a:pt x="111" y="210"/>
                </a:lnTo>
                <a:lnTo>
                  <a:pt x="107" y="210"/>
                </a:lnTo>
                <a:lnTo>
                  <a:pt x="103" y="209"/>
                </a:lnTo>
                <a:lnTo>
                  <a:pt x="99" y="208"/>
                </a:lnTo>
                <a:lnTo>
                  <a:pt x="95" y="207"/>
                </a:lnTo>
                <a:lnTo>
                  <a:pt x="91" y="206"/>
                </a:lnTo>
                <a:lnTo>
                  <a:pt x="87" y="205"/>
                </a:lnTo>
                <a:lnTo>
                  <a:pt x="84" y="204"/>
                </a:lnTo>
                <a:lnTo>
                  <a:pt x="80" y="203"/>
                </a:lnTo>
                <a:lnTo>
                  <a:pt x="76" y="201"/>
                </a:lnTo>
                <a:lnTo>
                  <a:pt x="72" y="200"/>
                </a:lnTo>
                <a:lnTo>
                  <a:pt x="69" y="198"/>
                </a:lnTo>
                <a:lnTo>
                  <a:pt x="65" y="197"/>
                </a:lnTo>
                <a:lnTo>
                  <a:pt x="62" y="195"/>
                </a:lnTo>
                <a:lnTo>
                  <a:pt x="58" y="193"/>
                </a:lnTo>
                <a:lnTo>
                  <a:pt x="54" y="191"/>
                </a:lnTo>
                <a:lnTo>
                  <a:pt x="50" y="189"/>
                </a:lnTo>
                <a:lnTo>
                  <a:pt x="47" y="187"/>
                </a:lnTo>
                <a:lnTo>
                  <a:pt x="44" y="185"/>
                </a:lnTo>
                <a:lnTo>
                  <a:pt x="41" y="183"/>
                </a:lnTo>
                <a:lnTo>
                  <a:pt x="38" y="181"/>
                </a:lnTo>
                <a:lnTo>
                  <a:pt x="35" y="178"/>
                </a:lnTo>
                <a:lnTo>
                  <a:pt x="33" y="176"/>
                </a:lnTo>
                <a:lnTo>
                  <a:pt x="30" y="172"/>
                </a:lnTo>
                <a:lnTo>
                  <a:pt x="27" y="170"/>
                </a:lnTo>
                <a:lnTo>
                  <a:pt x="25" y="167"/>
                </a:lnTo>
                <a:lnTo>
                  <a:pt x="22" y="164"/>
                </a:lnTo>
                <a:lnTo>
                  <a:pt x="20" y="162"/>
                </a:lnTo>
                <a:lnTo>
                  <a:pt x="18" y="159"/>
                </a:lnTo>
                <a:lnTo>
                  <a:pt x="16" y="156"/>
                </a:lnTo>
                <a:lnTo>
                  <a:pt x="14" y="153"/>
                </a:lnTo>
                <a:lnTo>
                  <a:pt x="12" y="150"/>
                </a:lnTo>
                <a:lnTo>
                  <a:pt x="11" y="147"/>
                </a:lnTo>
                <a:lnTo>
                  <a:pt x="9" y="144"/>
                </a:lnTo>
                <a:lnTo>
                  <a:pt x="8" y="141"/>
                </a:lnTo>
                <a:lnTo>
                  <a:pt x="6" y="138"/>
                </a:lnTo>
                <a:lnTo>
                  <a:pt x="5" y="135"/>
                </a:lnTo>
                <a:lnTo>
                  <a:pt x="4" y="132"/>
                </a:lnTo>
                <a:lnTo>
                  <a:pt x="3" y="128"/>
                </a:lnTo>
                <a:lnTo>
                  <a:pt x="2" y="125"/>
                </a:lnTo>
                <a:lnTo>
                  <a:pt x="1" y="122"/>
                </a:lnTo>
                <a:lnTo>
                  <a:pt x="1" y="119"/>
                </a:lnTo>
                <a:lnTo>
                  <a:pt x="0" y="115"/>
                </a:lnTo>
                <a:lnTo>
                  <a:pt x="0" y="112"/>
                </a:lnTo>
                <a:lnTo>
                  <a:pt x="0" y="109"/>
                </a:lnTo>
                <a:lnTo>
                  <a:pt x="0" y="105"/>
                </a:lnTo>
                <a:lnTo>
                  <a:pt x="0" y="102"/>
                </a:lnTo>
                <a:lnTo>
                  <a:pt x="0" y="99"/>
                </a:lnTo>
                <a:lnTo>
                  <a:pt x="0" y="95"/>
                </a:lnTo>
                <a:lnTo>
                  <a:pt x="1" y="92"/>
                </a:lnTo>
                <a:lnTo>
                  <a:pt x="1" y="89"/>
                </a:lnTo>
                <a:lnTo>
                  <a:pt x="2" y="86"/>
                </a:lnTo>
                <a:lnTo>
                  <a:pt x="3" y="82"/>
                </a:lnTo>
                <a:lnTo>
                  <a:pt x="4" y="79"/>
                </a:lnTo>
                <a:lnTo>
                  <a:pt x="5" y="76"/>
                </a:lnTo>
                <a:lnTo>
                  <a:pt x="6" y="73"/>
                </a:lnTo>
                <a:lnTo>
                  <a:pt x="8" y="70"/>
                </a:lnTo>
                <a:lnTo>
                  <a:pt x="9" y="67"/>
                </a:lnTo>
                <a:lnTo>
                  <a:pt x="11" y="64"/>
                </a:lnTo>
                <a:lnTo>
                  <a:pt x="12" y="61"/>
                </a:lnTo>
                <a:lnTo>
                  <a:pt x="14" y="58"/>
                </a:lnTo>
                <a:lnTo>
                  <a:pt x="16" y="55"/>
                </a:lnTo>
                <a:lnTo>
                  <a:pt x="18" y="52"/>
                </a:lnTo>
                <a:lnTo>
                  <a:pt x="20" y="49"/>
                </a:lnTo>
                <a:lnTo>
                  <a:pt x="22" y="46"/>
                </a:lnTo>
                <a:lnTo>
                  <a:pt x="25" y="44"/>
                </a:lnTo>
                <a:lnTo>
                  <a:pt x="27" y="41"/>
                </a:lnTo>
                <a:lnTo>
                  <a:pt x="30" y="38"/>
                </a:lnTo>
                <a:lnTo>
                  <a:pt x="33" y="36"/>
                </a:lnTo>
                <a:lnTo>
                  <a:pt x="35" y="33"/>
                </a:lnTo>
                <a:lnTo>
                  <a:pt x="38" y="31"/>
                </a:lnTo>
                <a:lnTo>
                  <a:pt x="41" y="29"/>
                </a:lnTo>
                <a:lnTo>
                  <a:pt x="44" y="27"/>
                </a:lnTo>
                <a:lnTo>
                  <a:pt x="47" y="24"/>
                </a:lnTo>
                <a:lnTo>
                  <a:pt x="50" y="22"/>
                </a:lnTo>
                <a:lnTo>
                  <a:pt x="54" y="20"/>
                </a:lnTo>
                <a:lnTo>
                  <a:pt x="58" y="18"/>
                </a:lnTo>
                <a:lnTo>
                  <a:pt x="62" y="17"/>
                </a:lnTo>
                <a:lnTo>
                  <a:pt x="65" y="15"/>
                </a:lnTo>
                <a:lnTo>
                  <a:pt x="69" y="13"/>
                </a:lnTo>
                <a:lnTo>
                  <a:pt x="72" y="12"/>
                </a:lnTo>
                <a:lnTo>
                  <a:pt x="76" y="10"/>
                </a:lnTo>
                <a:lnTo>
                  <a:pt x="80" y="9"/>
                </a:lnTo>
                <a:lnTo>
                  <a:pt x="84" y="8"/>
                </a:lnTo>
                <a:lnTo>
                  <a:pt x="87" y="6"/>
                </a:lnTo>
                <a:lnTo>
                  <a:pt x="91" y="5"/>
                </a:lnTo>
                <a:lnTo>
                  <a:pt x="95" y="4"/>
                </a:lnTo>
                <a:lnTo>
                  <a:pt x="99" y="4"/>
                </a:lnTo>
                <a:lnTo>
                  <a:pt x="103" y="3"/>
                </a:lnTo>
                <a:lnTo>
                  <a:pt x="107" y="2"/>
                </a:lnTo>
                <a:lnTo>
                  <a:pt x="111" y="2"/>
                </a:lnTo>
                <a:lnTo>
                  <a:pt x="115" y="1"/>
                </a:lnTo>
                <a:lnTo>
                  <a:pt x="119" y="1"/>
                </a:lnTo>
                <a:lnTo>
                  <a:pt x="124" y="0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0" y="0"/>
                </a:lnTo>
                <a:lnTo>
                  <a:pt x="144" y="1"/>
                </a:lnTo>
                <a:lnTo>
                  <a:pt x="148" y="1"/>
                </a:lnTo>
                <a:lnTo>
                  <a:pt x="152" y="2"/>
                </a:lnTo>
                <a:lnTo>
                  <a:pt x="156" y="2"/>
                </a:lnTo>
                <a:lnTo>
                  <a:pt x="160" y="3"/>
                </a:lnTo>
                <a:lnTo>
                  <a:pt x="164" y="4"/>
                </a:lnTo>
                <a:lnTo>
                  <a:pt x="168" y="4"/>
                </a:lnTo>
                <a:lnTo>
                  <a:pt x="172" y="5"/>
                </a:lnTo>
                <a:lnTo>
                  <a:pt x="176" y="6"/>
                </a:lnTo>
                <a:lnTo>
                  <a:pt x="180" y="8"/>
                </a:lnTo>
                <a:lnTo>
                  <a:pt x="184" y="9"/>
                </a:lnTo>
                <a:lnTo>
                  <a:pt x="188" y="10"/>
                </a:lnTo>
                <a:lnTo>
                  <a:pt x="191" y="12"/>
                </a:lnTo>
                <a:lnTo>
                  <a:pt x="195" y="13"/>
                </a:lnTo>
                <a:lnTo>
                  <a:pt x="198" y="15"/>
                </a:lnTo>
                <a:lnTo>
                  <a:pt x="202" y="17"/>
                </a:lnTo>
                <a:lnTo>
                  <a:pt x="205" y="18"/>
                </a:lnTo>
                <a:lnTo>
                  <a:pt x="209" y="20"/>
                </a:lnTo>
                <a:lnTo>
                  <a:pt x="212" y="22"/>
                </a:lnTo>
                <a:lnTo>
                  <a:pt x="215" y="24"/>
                </a:lnTo>
                <a:lnTo>
                  <a:pt x="218" y="27"/>
                </a:lnTo>
                <a:lnTo>
                  <a:pt x="221" y="29"/>
                </a:lnTo>
                <a:lnTo>
                  <a:pt x="224" y="31"/>
                </a:lnTo>
                <a:lnTo>
                  <a:pt x="227" y="33"/>
                </a:lnTo>
                <a:lnTo>
                  <a:pt x="230" y="36"/>
                </a:lnTo>
                <a:lnTo>
                  <a:pt x="233" y="38"/>
                </a:lnTo>
                <a:lnTo>
                  <a:pt x="235" y="41"/>
                </a:lnTo>
                <a:lnTo>
                  <a:pt x="238" y="44"/>
                </a:lnTo>
                <a:lnTo>
                  <a:pt x="240" y="46"/>
                </a:lnTo>
                <a:lnTo>
                  <a:pt x="242" y="49"/>
                </a:lnTo>
                <a:lnTo>
                  <a:pt x="245" y="52"/>
                </a:lnTo>
                <a:lnTo>
                  <a:pt x="247" y="55"/>
                </a:lnTo>
                <a:lnTo>
                  <a:pt x="249" y="58"/>
                </a:lnTo>
                <a:lnTo>
                  <a:pt x="250" y="61"/>
                </a:lnTo>
                <a:lnTo>
                  <a:pt x="252" y="64"/>
                </a:lnTo>
                <a:lnTo>
                  <a:pt x="254" y="67"/>
                </a:lnTo>
                <a:lnTo>
                  <a:pt x="255" y="70"/>
                </a:lnTo>
                <a:lnTo>
                  <a:pt x="256" y="73"/>
                </a:lnTo>
                <a:lnTo>
                  <a:pt x="258" y="76"/>
                </a:lnTo>
                <a:lnTo>
                  <a:pt x="259" y="79"/>
                </a:lnTo>
                <a:lnTo>
                  <a:pt x="260" y="82"/>
                </a:lnTo>
                <a:lnTo>
                  <a:pt x="260" y="86"/>
                </a:lnTo>
                <a:lnTo>
                  <a:pt x="261" y="89"/>
                </a:lnTo>
                <a:lnTo>
                  <a:pt x="262" y="92"/>
                </a:lnTo>
                <a:lnTo>
                  <a:pt x="262" y="95"/>
                </a:lnTo>
                <a:lnTo>
                  <a:pt x="263" y="99"/>
                </a:lnTo>
                <a:lnTo>
                  <a:pt x="263" y="102"/>
                </a:lnTo>
                <a:lnTo>
                  <a:pt x="263" y="105"/>
                </a:lnTo>
                <a:close/>
              </a:path>
            </a:pathLst>
          </a:custGeom>
          <a:solidFill>
            <a:srgbClr val="fff6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6" name=""/>
          <p:cNvSpPr/>
          <p:nvPr/>
        </p:nvSpPr>
        <p:spPr>
          <a:xfrm>
            <a:off x="4930560" y="1789200"/>
            <a:ext cx="96480" cy="77400"/>
          </a:xfrm>
          <a:custGeom>
            <a:avLst/>
            <a:gdLst/>
            <a:ahLst/>
            <a:rect l="0" t="0" r="r" b="b"/>
            <a:pathLst>
              <a:path w="268" h="215">
                <a:moveTo>
                  <a:pt x="266" y="108"/>
                </a:moveTo>
                <a:lnTo>
                  <a:pt x="266" y="105"/>
                </a:lnTo>
                <a:lnTo>
                  <a:pt x="266" y="102"/>
                </a:lnTo>
                <a:lnTo>
                  <a:pt x="265" y="98"/>
                </a:lnTo>
                <a:lnTo>
                  <a:pt x="265" y="95"/>
                </a:lnTo>
                <a:lnTo>
                  <a:pt x="264" y="92"/>
                </a:lnTo>
                <a:lnTo>
                  <a:pt x="263" y="89"/>
                </a:lnTo>
                <a:lnTo>
                  <a:pt x="263" y="85"/>
                </a:lnTo>
                <a:lnTo>
                  <a:pt x="262" y="82"/>
                </a:lnTo>
                <a:lnTo>
                  <a:pt x="261" y="79"/>
                </a:lnTo>
                <a:lnTo>
                  <a:pt x="259" y="76"/>
                </a:lnTo>
                <a:lnTo>
                  <a:pt x="258" y="73"/>
                </a:lnTo>
                <a:lnTo>
                  <a:pt x="257" y="70"/>
                </a:lnTo>
                <a:lnTo>
                  <a:pt x="255" y="67"/>
                </a:lnTo>
                <a:lnTo>
                  <a:pt x="253" y="64"/>
                </a:lnTo>
                <a:lnTo>
                  <a:pt x="252" y="61"/>
                </a:lnTo>
                <a:lnTo>
                  <a:pt x="250" y="58"/>
                </a:lnTo>
                <a:lnTo>
                  <a:pt x="248" y="55"/>
                </a:lnTo>
                <a:lnTo>
                  <a:pt x="245" y="52"/>
                </a:lnTo>
                <a:lnTo>
                  <a:pt x="243" y="49"/>
                </a:lnTo>
                <a:lnTo>
                  <a:pt x="241" y="47"/>
                </a:lnTo>
                <a:lnTo>
                  <a:pt x="238" y="44"/>
                </a:lnTo>
                <a:lnTo>
                  <a:pt x="236" y="41"/>
                </a:lnTo>
                <a:lnTo>
                  <a:pt x="233" y="39"/>
                </a:lnTo>
                <a:lnTo>
                  <a:pt x="230" y="35"/>
                </a:lnTo>
                <a:lnTo>
                  <a:pt x="227" y="33"/>
                </a:lnTo>
                <a:lnTo>
                  <a:pt x="224" y="31"/>
                </a:lnTo>
                <a:lnTo>
                  <a:pt x="221" y="29"/>
                </a:lnTo>
                <a:lnTo>
                  <a:pt x="218" y="26"/>
                </a:lnTo>
                <a:lnTo>
                  <a:pt x="215" y="24"/>
                </a:lnTo>
                <a:lnTo>
                  <a:pt x="212" y="22"/>
                </a:lnTo>
                <a:lnTo>
                  <a:pt x="208" y="20"/>
                </a:lnTo>
                <a:lnTo>
                  <a:pt x="205" y="19"/>
                </a:lnTo>
                <a:lnTo>
                  <a:pt x="201" y="17"/>
                </a:lnTo>
                <a:lnTo>
                  <a:pt x="198" y="15"/>
                </a:lnTo>
                <a:lnTo>
                  <a:pt x="194" y="14"/>
                </a:lnTo>
                <a:lnTo>
                  <a:pt x="191" y="12"/>
                </a:lnTo>
                <a:lnTo>
                  <a:pt x="187" y="11"/>
                </a:lnTo>
                <a:lnTo>
                  <a:pt x="183" y="10"/>
                </a:lnTo>
                <a:lnTo>
                  <a:pt x="179" y="8"/>
                </a:lnTo>
                <a:lnTo>
                  <a:pt x="175" y="7"/>
                </a:lnTo>
                <a:lnTo>
                  <a:pt x="171" y="6"/>
                </a:lnTo>
                <a:lnTo>
                  <a:pt x="167" y="6"/>
                </a:lnTo>
                <a:lnTo>
                  <a:pt x="163" y="5"/>
                </a:lnTo>
                <a:lnTo>
                  <a:pt x="159" y="4"/>
                </a:lnTo>
                <a:lnTo>
                  <a:pt x="155" y="4"/>
                </a:lnTo>
                <a:lnTo>
                  <a:pt x="151" y="3"/>
                </a:lnTo>
                <a:lnTo>
                  <a:pt x="147" y="3"/>
                </a:lnTo>
                <a:lnTo>
                  <a:pt x="143" y="2"/>
                </a:lnTo>
                <a:lnTo>
                  <a:pt x="139" y="2"/>
                </a:lnTo>
                <a:lnTo>
                  <a:pt x="135" y="2"/>
                </a:lnTo>
                <a:lnTo>
                  <a:pt x="131" y="2"/>
                </a:lnTo>
                <a:lnTo>
                  <a:pt x="127" y="2"/>
                </a:lnTo>
                <a:lnTo>
                  <a:pt x="122" y="3"/>
                </a:lnTo>
                <a:lnTo>
                  <a:pt x="118" y="3"/>
                </a:lnTo>
                <a:lnTo>
                  <a:pt x="114" y="4"/>
                </a:lnTo>
                <a:lnTo>
                  <a:pt x="110" y="4"/>
                </a:lnTo>
                <a:lnTo>
                  <a:pt x="106" y="5"/>
                </a:lnTo>
                <a:lnTo>
                  <a:pt x="102" y="6"/>
                </a:lnTo>
                <a:lnTo>
                  <a:pt x="98" y="6"/>
                </a:lnTo>
                <a:lnTo>
                  <a:pt x="94" y="7"/>
                </a:lnTo>
                <a:lnTo>
                  <a:pt x="90" y="8"/>
                </a:lnTo>
                <a:lnTo>
                  <a:pt x="87" y="10"/>
                </a:lnTo>
                <a:lnTo>
                  <a:pt x="83" y="11"/>
                </a:lnTo>
                <a:lnTo>
                  <a:pt x="79" y="12"/>
                </a:lnTo>
                <a:lnTo>
                  <a:pt x="75" y="14"/>
                </a:lnTo>
                <a:lnTo>
                  <a:pt x="72" y="15"/>
                </a:lnTo>
                <a:lnTo>
                  <a:pt x="68" y="17"/>
                </a:lnTo>
                <a:lnTo>
                  <a:pt x="65" y="19"/>
                </a:lnTo>
                <a:lnTo>
                  <a:pt x="61" y="20"/>
                </a:lnTo>
                <a:lnTo>
                  <a:pt x="58" y="22"/>
                </a:lnTo>
                <a:lnTo>
                  <a:pt x="54" y="24"/>
                </a:lnTo>
                <a:lnTo>
                  <a:pt x="51" y="26"/>
                </a:lnTo>
                <a:lnTo>
                  <a:pt x="48" y="29"/>
                </a:lnTo>
                <a:lnTo>
                  <a:pt x="45" y="31"/>
                </a:lnTo>
                <a:lnTo>
                  <a:pt x="42" y="33"/>
                </a:lnTo>
                <a:lnTo>
                  <a:pt x="39" y="35"/>
                </a:lnTo>
                <a:lnTo>
                  <a:pt x="37" y="39"/>
                </a:lnTo>
                <a:lnTo>
                  <a:pt x="34" y="41"/>
                </a:lnTo>
                <a:lnTo>
                  <a:pt x="31" y="44"/>
                </a:lnTo>
                <a:lnTo>
                  <a:pt x="29" y="47"/>
                </a:lnTo>
                <a:lnTo>
                  <a:pt x="26" y="49"/>
                </a:lnTo>
                <a:lnTo>
                  <a:pt x="24" y="52"/>
                </a:lnTo>
                <a:lnTo>
                  <a:pt x="22" y="55"/>
                </a:lnTo>
                <a:lnTo>
                  <a:pt x="20" y="58"/>
                </a:lnTo>
                <a:lnTo>
                  <a:pt x="18" y="61"/>
                </a:lnTo>
                <a:lnTo>
                  <a:pt x="16" y="64"/>
                </a:lnTo>
                <a:lnTo>
                  <a:pt x="15" y="67"/>
                </a:lnTo>
                <a:lnTo>
                  <a:pt x="13" y="70"/>
                </a:lnTo>
                <a:lnTo>
                  <a:pt x="12" y="73"/>
                </a:lnTo>
                <a:lnTo>
                  <a:pt x="10" y="76"/>
                </a:lnTo>
                <a:lnTo>
                  <a:pt x="9" y="79"/>
                </a:lnTo>
                <a:lnTo>
                  <a:pt x="8" y="82"/>
                </a:lnTo>
                <a:lnTo>
                  <a:pt x="7" y="85"/>
                </a:lnTo>
                <a:lnTo>
                  <a:pt x="6" y="89"/>
                </a:lnTo>
                <a:lnTo>
                  <a:pt x="5" y="92"/>
                </a:lnTo>
                <a:lnTo>
                  <a:pt x="5" y="95"/>
                </a:lnTo>
                <a:lnTo>
                  <a:pt x="3" y="98"/>
                </a:lnTo>
                <a:lnTo>
                  <a:pt x="3" y="102"/>
                </a:lnTo>
                <a:lnTo>
                  <a:pt x="3" y="105"/>
                </a:lnTo>
                <a:lnTo>
                  <a:pt x="3" y="108"/>
                </a:lnTo>
                <a:lnTo>
                  <a:pt x="3" y="112"/>
                </a:lnTo>
                <a:lnTo>
                  <a:pt x="3" y="115"/>
                </a:lnTo>
                <a:lnTo>
                  <a:pt x="3" y="118"/>
                </a:lnTo>
                <a:lnTo>
                  <a:pt x="5" y="122"/>
                </a:lnTo>
                <a:lnTo>
                  <a:pt x="5" y="125"/>
                </a:lnTo>
                <a:lnTo>
                  <a:pt x="6" y="128"/>
                </a:lnTo>
                <a:lnTo>
                  <a:pt x="7" y="131"/>
                </a:lnTo>
                <a:lnTo>
                  <a:pt x="8" y="135"/>
                </a:lnTo>
                <a:lnTo>
                  <a:pt x="9" y="138"/>
                </a:lnTo>
                <a:lnTo>
                  <a:pt x="10" y="141"/>
                </a:lnTo>
                <a:lnTo>
                  <a:pt x="12" y="144"/>
                </a:lnTo>
                <a:lnTo>
                  <a:pt x="13" y="147"/>
                </a:lnTo>
                <a:lnTo>
                  <a:pt x="15" y="150"/>
                </a:lnTo>
                <a:lnTo>
                  <a:pt x="16" y="153"/>
                </a:lnTo>
                <a:lnTo>
                  <a:pt x="18" y="156"/>
                </a:lnTo>
                <a:lnTo>
                  <a:pt x="20" y="159"/>
                </a:lnTo>
                <a:lnTo>
                  <a:pt x="22" y="162"/>
                </a:lnTo>
                <a:lnTo>
                  <a:pt x="24" y="165"/>
                </a:lnTo>
                <a:lnTo>
                  <a:pt x="26" y="167"/>
                </a:lnTo>
                <a:lnTo>
                  <a:pt x="29" y="170"/>
                </a:lnTo>
                <a:lnTo>
                  <a:pt x="31" y="173"/>
                </a:lnTo>
                <a:lnTo>
                  <a:pt x="34" y="175"/>
                </a:lnTo>
                <a:lnTo>
                  <a:pt x="37" y="178"/>
                </a:lnTo>
                <a:lnTo>
                  <a:pt x="39" y="180"/>
                </a:lnTo>
                <a:lnTo>
                  <a:pt x="42" y="183"/>
                </a:lnTo>
                <a:lnTo>
                  <a:pt x="45" y="185"/>
                </a:lnTo>
                <a:lnTo>
                  <a:pt x="48" y="187"/>
                </a:lnTo>
                <a:lnTo>
                  <a:pt x="51" y="189"/>
                </a:lnTo>
                <a:lnTo>
                  <a:pt x="54" y="191"/>
                </a:lnTo>
                <a:lnTo>
                  <a:pt x="58" y="193"/>
                </a:lnTo>
                <a:lnTo>
                  <a:pt x="61" y="195"/>
                </a:lnTo>
                <a:lnTo>
                  <a:pt x="65" y="197"/>
                </a:lnTo>
                <a:lnTo>
                  <a:pt x="68" y="199"/>
                </a:lnTo>
                <a:lnTo>
                  <a:pt x="72" y="200"/>
                </a:lnTo>
                <a:lnTo>
                  <a:pt x="75" y="202"/>
                </a:lnTo>
                <a:lnTo>
                  <a:pt x="79" y="203"/>
                </a:lnTo>
                <a:lnTo>
                  <a:pt x="83" y="205"/>
                </a:lnTo>
                <a:lnTo>
                  <a:pt x="87" y="206"/>
                </a:lnTo>
                <a:lnTo>
                  <a:pt x="90" y="207"/>
                </a:lnTo>
                <a:lnTo>
                  <a:pt x="94" y="208"/>
                </a:lnTo>
                <a:lnTo>
                  <a:pt x="98" y="209"/>
                </a:lnTo>
                <a:lnTo>
                  <a:pt x="102" y="210"/>
                </a:lnTo>
                <a:lnTo>
                  <a:pt x="106" y="211"/>
                </a:lnTo>
                <a:lnTo>
                  <a:pt x="110" y="212"/>
                </a:lnTo>
                <a:lnTo>
                  <a:pt x="114" y="212"/>
                </a:lnTo>
                <a:lnTo>
                  <a:pt x="118" y="213"/>
                </a:lnTo>
                <a:lnTo>
                  <a:pt x="122" y="213"/>
                </a:lnTo>
                <a:lnTo>
                  <a:pt x="127" y="213"/>
                </a:lnTo>
                <a:lnTo>
                  <a:pt x="131" y="213"/>
                </a:lnTo>
                <a:lnTo>
                  <a:pt x="135" y="213"/>
                </a:lnTo>
                <a:lnTo>
                  <a:pt x="139" y="213"/>
                </a:lnTo>
                <a:lnTo>
                  <a:pt x="143" y="213"/>
                </a:lnTo>
                <a:lnTo>
                  <a:pt x="147" y="213"/>
                </a:lnTo>
                <a:lnTo>
                  <a:pt x="151" y="213"/>
                </a:lnTo>
                <a:lnTo>
                  <a:pt x="155" y="212"/>
                </a:lnTo>
                <a:lnTo>
                  <a:pt x="159" y="212"/>
                </a:lnTo>
                <a:lnTo>
                  <a:pt x="163" y="211"/>
                </a:lnTo>
                <a:lnTo>
                  <a:pt x="167" y="210"/>
                </a:lnTo>
                <a:lnTo>
                  <a:pt x="171" y="209"/>
                </a:lnTo>
                <a:lnTo>
                  <a:pt x="175" y="208"/>
                </a:lnTo>
                <a:lnTo>
                  <a:pt x="179" y="207"/>
                </a:lnTo>
                <a:lnTo>
                  <a:pt x="183" y="206"/>
                </a:lnTo>
                <a:lnTo>
                  <a:pt x="187" y="205"/>
                </a:lnTo>
                <a:lnTo>
                  <a:pt x="191" y="203"/>
                </a:lnTo>
                <a:lnTo>
                  <a:pt x="194" y="202"/>
                </a:lnTo>
                <a:lnTo>
                  <a:pt x="198" y="200"/>
                </a:lnTo>
                <a:lnTo>
                  <a:pt x="201" y="199"/>
                </a:lnTo>
                <a:lnTo>
                  <a:pt x="205" y="197"/>
                </a:lnTo>
                <a:lnTo>
                  <a:pt x="208" y="195"/>
                </a:lnTo>
                <a:lnTo>
                  <a:pt x="212" y="193"/>
                </a:lnTo>
                <a:lnTo>
                  <a:pt x="215" y="191"/>
                </a:lnTo>
                <a:lnTo>
                  <a:pt x="218" y="189"/>
                </a:lnTo>
                <a:lnTo>
                  <a:pt x="221" y="187"/>
                </a:lnTo>
                <a:lnTo>
                  <a:pt x="224" y="185"/>
                </a:lnTo>
                <a:lnTo>
                  <a:pt x="227" y="183"/>
                </a:lnTo>
                <a:lnTo>
                  <a:pt x="230" y="180"/>
                </a:lnTo>
                <a:lnTo>
                  <a:pt x="233" y="178"/>
                </a:lnTo>
                <a:lnTo>
                  <a:pt x="236" y="175"/>
                </a:lnTo>
                <a:lnTo>
                  <a:pt x="238" y="173"/>
                </a:lnTo>
                <a:lnTo>
                  <a:pt x="241" y="170"/>
                </a:lnTo>
                <a:lnTo>
                  <a:pt x="243" y="167"/>
                </a:lnTo>
                <a:lnTo>
                  <a:pt x="245" y="165"/>
                </a:lnTo>
                <a:lnTo>
                  <a:pt x="248" y="162"/>
                </a:lnTo>
                <a:lnTo>
                  <a:pt x="250" y="159"/>
                </a:lnTo>
                <a:lnTo>
                  <a:pt x="252" y="156"/>
                </a:lnTo>
                <a:lnTo>
                  <a:pt x="253" y="153"/>
                </a:lnTo>
                <a:lnTo>
                  <a:pt x="255" y="150"/>
                </a:lnTo>
                <a:lnTo>
                  <a:pt x="257" y="147"/>
                </a:lnTo>
                <a:lnTo>
                  <a:pt x="258" y="144"/>
                </a:lnTo>
                <a:lnTo>
                  <a:pt x="259" y="141"/>
                </a:lnTo>
                <a:lnTo>
                  <a:pt x="261" y="138"/>
                </a:lnTo>
                <a:lnTo>
                  <a:pt x="262" y="135"/>
                </a:lnTo>
                <a:lnTo>
                  <a:pt x="263" y="131"/>
                </a:lnTo>
                <a:lnTo>
                  <a:pt x="263" y="128"/>
                </a:lnTo>
                <a:lnTo>
                  <a:pt x="264" y="125"/>
                </a:lnTo>
                <a:lnTo>
                  <a:pt x="265" y="122"/>
                </a:lnTo>
                <a:lnTo>
                  <a:pt x="265" y="118"/>
                </a:lnTo>
                <a:lnTo>
                  <a:pt x="266" y="115"/>
                </a:lnTo>
                <a:lnTo>
                  <a:pt x="266" y="112"/>
                </a:lnTo>
                <a:lnTo>
                  <a:pt x="266" y="108"/>
                </a:lnTo>
                <a:moveTo>
                  <a:pt x="268" y="108"/>
                </a:moveTo>
                <a:lnTo>
                  <a:pt x="268" y="112"/>
                </a:lnTo>
                <a:lnTo>
                  <a:pt x="268" y="115"/>
                </a:lnTo>
                <a:lnTo>
                  <a:pt x="268" y="118"/>
                </a:lnTo>
                <a:lnTo>
                  <a:pt x="267" y="122"/>
                </a:lnTo>
                <a:lnTo>
                  <a:pt x="266" y="125"/>
                </a:lnTo>
                <a:lnTo>
                  <a:pt x="266" y="128"/>
                </a:lnTo>
                <a:lnTo>
                  <a:pt x="265" y="132"/>
                </a:lnTo>
                <a:lnTo>
                  <a:pt x="264" y="135"/>
                </a:lnTo>
                <a:lnTo>
                  <a:pt x="263" y="138"/>
                </a:lnTo>
                <a:lnTo>
                  <a:pt x="262" y="141"/>
                </a:lnTo>
                <a:lnTo>
                  <a:pt x="260" y="145"/>
                </a:lnTo>
                <a:lnTo>
                  <a:pt x="259" y="148"/>
                </a:lnTo>
                <a:lnTo>
                  <a:pt x="257" y="151"/>
                </a:lnTo>
                <a:lnTo>
                  <a:pt x="255" y="154"/>
                </a:lnTo>
                <a:lnTo>
                  <a:pt x="254" y="157"/>
                </a:lnTo>
                <a:lnTo>
                  <a:pt x="252" y="160"/>
                </a:lnTo>
                <a:lnTo>
                  <a:pt x="250" y="163"/>
                </a:lnTo>
                <a:lnTo>
                  <a:pt x="247" y="166"/>
                </a:lnTo>
                <a:lnTo>
                  <a:pt x="245" y="168"/>
                </a:lnTo>
                <a:lnTo>
                  <a:pt x="243" y="171"/>
                </a:lnTo>
                <a:lnTo>
                  <a:pt x="240" y="174"/>
                </a:lnTo>
                <a:lnTo>
                  <a:pt x="238" y="177"/>
                </a:lnTo>
                <a:lnTo>
                  <a:pt x="235" y="179"/>
                </a:lnTo>
                <a:lnTo>
                  <a:pt x="232" y="182"/>
                </a:lnTo>
                <a:lnTo>
                  <a:pt x="229" y="184"/>
                </a:lnTo>
                <a:lnTo>
                  <a:pt x="226" y="186"/>
                </a:lnTo>
                <a:lnTo>
                  <a:pt x="223" y="189"/>
                </a:lnTo>
                <a:lnTo>
                  <a:pt x="220" y="191"/>
                </a:lnTo>
                <a:lnTo>
                  <a:pt x="217" y="193"/>
                </a:lnTo>
                <a:lnTo>
                  <a:pt x="213" y="195"/>
                </a:lnTo>
                <a:lnTo>
                  <a:pt x="210" y="197"/>
                </a:lnTo>
                <a:lnTo>
                  <a:pt x="206" y="199"/>
                </a:lnTo>
                <a:lnTo>
                  <a:pt x="203" y="200"/>
                </a:lnTo>
                <a:lnTo>
                  <a:pt x="199" y="202"/>
                </a:lnTo>
                <a:lnTo>
                  <a:pt x="195" y="204"/>
                </a:lnTo>
                <a:lnTo>
                  <a:pt x="192" y="205"/>
                </a:lnTo>
                <a:lnTo>
                  <a:pt x="188" y="207"/>
                </a:lnTo>
                <a:lnTo>
                  <a:pt x="184" y="208"/>
                </a:lnTo>
                <a:lnTo>
                  <a:pt x="180" y="209"/>
                </a:lnTo>
                <a:lnTo>
                  <a:pt x="176" y="210"/>
                </a:lnTo>
                <a:lnTo>
                  <a:pt x="172" y="211"/>
                </a:lnTo>
                <a:lnTo>
                  <a:pt x="168" y="212"/>
                </a:lnTo>
                <a:lnTo>
                  <a:pt x="164" y="213"/>
                </a:lnTo>
                <a:lnTo>
                  <a:pt x="160" y="213"/>
                </a:lnTo>
                <a:lnTo>
                  <a:pt x="156" y="214"/>
                </a:lnTo>
                <a:lnTo>
                  <a:pt x="152" y="214"/>
                </a:lnTo>
                <a:lnTo>
                  <a:pt x="147" y="215"/>
                </a:lnTo>
                <a:lnTo>
                  <a:pt x="143" y="215"/>
                </a:lnTo>
                <a:lnTo>
                  <a:pt x="139" y="215"/>
                </a:lnTo>
                <a:lnTo>
                  <a:pt x="135" y="215"/>
                </a:lnTo>
                <a:lnTo>
                  <a:pt x="131" y="215"/>
                </a:lnTo>
                <a:lnTo>
                  <a:pt x="126" y="215"/>
                </a:lnTo>
                <a:lnTo>
                  <a:pt x="122" y="215"/>
                </a:lnTo>
                <a:lnTo>
                  <a:pt x="118" y="214"/>
                </a:lnTo>
                <a:lnTo>
                  <a:pt x="114" y="214"/>
                </a:lnTo>
                <a:lnTo>
                  <a:pt x="110" y="213"/>
                </a:lnTo>
                <a:lnTo>
                  <a:pt x="106" y="213"/>
                </a:lnTo>
                <a:lnTo>
                  <a:pt x="102" y="212"/>
                </a:lnTo>
                <a:lnTo>
                  <a:pt x="98" y="211"/>
                </a:lnTo>
                <a:lnTo>
                  <a:pt x="94" y="210"/>
                </a:lnTo>
                <a:lnTo>
                  <a:pt x="90" y="209"/>
                </a:lnTo>
                <a:lnTo>
                  <a:pt x="86" y="208"/>
                </a:lnTo>
                <a:lnTo>
                  <a:pt x="82" y="207"/>
                </a:lnTo>
                <a:lnTo>
                  <a:pt x="78" y="205"/>
                </a:lnTo>
                <a:lnTo>
                  <a:pt x="74" y="204"/>
                </a:lnTo>
                <a:lnTo>
                  <a:pt x="71" y="202"/>
                </a:lnTo>
                <a:lnTo>
                  <a:pt x="67" y="200"/>
                </a:lnTo>
                <a:lnTo>
                  <a:pt x="63" y="199"/>
                </a:lnTo>
                <a:lnTo>
                  <a:pt x="60" y="197"/>
                </a:lnTo>
                <a:lnTo>
                  <a:pt x="56" y="195"/>
                </a:lnTo>
                <a:lnTo>
                  <a:pt x="53" y="193"/>
                </a:lnTo>
                <a:lnTo>
                  <a:pt x="50" y="191"/>
                </a:lnTo>
                <a:lnTo>
                  <a:pt x="47" y="189"/>
                </a:lnTo>
                <a:lnTo>
                  <a:pt x="44" y="186"/>
                </a:lnTo>
                <a:lnTo>
                  <a:pt x="41" y="184"/>
                </a:lnTo>
                <a:lnTo>
                  <a:pt x="38" y="182"/>
                </a:lnTo>
                <a:lnTo>
                  <a:pt x="35" y="179"/>
                </a:lnTo>
                <a:lnTo>
                  <a:pt x="32" y="177"/>
                </a:lnTo>
                <a:lnTo>
                  <a:pt x="29" y="174"/>
                </a:lnTo>
                <a:lnTo>
                  <a:pt x="27" y="171"/>
                </a:lnTo>
                <a:lnTo>
                  <a:pt x="25" y="168"/>
                </a:lnTo>
                <a:lnTo>
                  <a:pt x="22" y="166"/>
                </a:lnTo>
                <a:lnTo>
                  <a:pt x="20" y="163"/>
                </a:lnTo>
                <a:lnTo>
                  <a:pt x="18" y="160"/>
                </a:lnTo>
                <a:lnTo>
                  <a:pt x="16" y="157"/>
                </a:lnTo>
                <a:lnTo>
                  <a:pt x="14" y="154"/>
                </a:lnTo>
                <a:lnTo>
                  <a:pt x="12" y="151"/>
                </a:lnTo>
                <a:lnTo>
                  <a:pt x="11" y="148"/>
                </a:lnTo>
                <a:lnTo>
                  <a:pt x="9" y="145"/>
                </a:lnTo>
                <a:lnTo>
                  <a:pt x="8" y="141"/>
                </a:lnTo>
                <a:lnTo>
                  <a:pt x="7" y="138"/>
                </a:lnTo>
                <a:lnTo>
                  <a:pt x="6" y="135"/>
                </a:lnTo>
                <a:lnTo>
                  <a:pt x="5" y="132"/>
                </a:lnTo>
                <a:lnTo>
                  <a:pt x="3" y="128"/>
                </a:lnTo>
                <a:lnTo>
                  <a:pt x="2" y="125"/>
                </a:lnTo>
                <a:lnTo>
                  <a:pt x="2" y="122"/>
                </a:lnTo>
                <a:lnTo>
                  <a:pt x="1" y="118"/>
                </a:lnTo>
                <a:lnTo>
                  <a:pt x="1" y="115"/>
                </a:lnTo>
                <a:lnTo>
                  <a:pt x="1" y="112"/>
                </a:lnTo>
                <a:lnTo>
                  <a:pt x="0" y="108"/>
                </a:lnTo>
                <a:lnTo>
                  <a:pt x="1" y="105"/>
                </a:lnTo>
                <a:lnTo>
                  <a:pt x="1" y="102"/>
                </a:lnTo>
                <a:lnTo>
                  <a:pt x="1" y="98"/>
                </a:lnTo>
                <a:lnTo>
                  <a:pt x="2" y="95"/>
                </a:lnTo>
                <a:lnTo>
                  <a:pt x="2" y="92"/>
                </a:lnTo>
                <a:lnTo>
                  <a:pt x="3" y="88"/>
                </a:lnTo>
                <a:lnTo>
                  <a:pt x="5" y="85"/>
                </a:lnTo>
                <a:lnTo>
                  <a:pt x="6" y="82"/>
                </a:lnTo>
                <a:lnTo>
                  <a:pt x="7" y="79"/>
                </a:lnTo>
                <a:lnTo>
                  <a:pt x="8" y="75"/>
                </a:lnTo>
                <a:lnTo>
                  <a:pt x="9" y="72"/>
                </a:lnTo>
                <a:lnTo>
                  <a:pt x="11" y="69"/>
                </a:lnTo>
                <a:lnTo>
                  <a:pt x="12" y="66"/>
                </a:lnTo>
                <a:lnTo>
                  <a:pt x="14" y="63"/>
                </a:lnTo>
                <a:lnTo>
                  <a:pt x="16" y="60"/>
                </a:lnTo>
                <a:lnTo>
                  <a:pt x="18" y="57"/>
                </a:lnTo>
                <a:lnTo>
                  <a:pt x="20" y="54"/>
                </a:lnTo>
                <a:lnTo>
                  <a:pt x="22" y="51"/>
                </a:lnTo>
                <a:lnTo>
                  <a:pt x="25" y="48"/>
                </a:lnTo>
                <a:lnTo>
                  <a:pt x="27" y="46"/>
                </a:lnTo>
                <a:lnTo>
                  <a:pt x="29" y="43"/>
                </a:lnTo>
                <a:lnTo>
                  <a:pt x="32" y="40"/>
                </a:lnTo>
                <a:lnTo>
                  <a:pt x="35" y="38"/>
                </a:lnTo>
                <a:lnTo>
                  <a:pt x="38" y="34"/>
                </a:lnTo>
                <a:lnTo>
                  <a:pt x="41" y="32"/>
                </a:lnTo>
                <a:lnTo>
                  <a:pt x="44" y="29"/>
                </a:lnTo>
                <a:lnTo>
                  <a:pt x="47" y="27"/>
                </a:lnTo>
                <a:lnTo>
                  <a:pt x="50" y="25"/>
                </a:lnTo>
                <a:lnTo>
                  <a:pt x="53" y="23"/>
                </a:lnTo>
                <a:lnTo>
                  <a:pt x="56" y="21"/>
                </a:lnTo>
                <a:lnTo>
                  <a:pt x="60" y="19"/>
                </a:lnTo>
                <a:lnTo>
                  <a:pt x="63" y="17"/>
                </a:lnTo>
                <a:lnTo>
                  <a:pt x="67" y="15"/>
                </a:lnTo>
                <a:lnTo>
                  <a:pt x="71" y="14"/>
                </a:lnTo>
                <a:lnTo>
                  <a:pt x="74" y="12"/>
                </a:lnTo>
                <a:lnTo>
                  <a:pt x="78" y="11"/>
                </a:lnTo>
                <a:lnTo>
                  <a:pt x="82" y="9"/>
                </a:lnTo>
                <a:lnTo>
                  <a:pt x="86" y="8"/>
                </a:lnTo>
                <a:lnTo>
                  <a:pt x="90" y="7"/>
                </a:lnTo>
                <a:lnTo>
                  <a:pt x="94" y="6"/>
                </a:lnTo>
                <a:lnTo>
                  <a:pt x="98" y="5"/>
                </a:lnTo>
                <a:lnTo>
                  <a:pt x="102" y="4"/>
                </a:lnTo>
                <a:lnTo>
                  <a:pt x="106" y="3"/>
                </a:lnTo>
                <a:lnTo>
                  <a:pt x="110" y="2"/>
                </a:lnTo>
                <a:lnTo>
                  <a:pt x="114" y="2"/>
                </a:lnTo>
                <a:lnTo>
                  <a:pt x="118" y="1"/>
                </a:lnTo>
                <a:lnTo>
                  <a:pt x="122" y="1"/>
                </a:lnTo>
                <a:lnTo>
                  <a:pt x="126" y="1"/>
                </a:lnTo>
                <a:lnTo>
                  <a:pt x="131" y="0"/>
                </a:lnTo>
                <a:lnTo>
                  <a:pt x="135" y="0"/>
                </a:lnTo>
                <a:lnTo>
                  <a:pt x="139" y="0"/>
                </a:lnTo>
                <a:lnTo>
                  <a:pt x="143" y="1"/>
                </a:lnTo>
                <a:lnTo>
                  <a:pt x="147" y="1"/>
                </a:lnTo>
                <a:lnTo>
                  <a:pt x="152" y="1"/>
                </a:lnTo>
                <a:lnTo>
                  <a:pt x="156" y="2"/>
                </a:lnTo>
                <a:lnTo>
                  <a:pt x="160" y="2"/>
                </a:lnTo>
                <a:lnTo>
                  <a:pt x="164" y="3"/>
                </a:lnTo>
                <a:lnTo>
                  <a:pt x="168" y="4"/>
                </a:lnTo>
                <a:lnTo>
                  <a:pt x="172" y="5"/>
                </a:lnTo>
                <a:lnTo>
                  <a:pt x="176" y="6"/>
                </a:lnTo>
                <a:lnTo>
                  <a:pt x="180" y="7"/>
                </a:lnTo>
                <a:lnTo>
                  <a:pt x="184" y="8"/>
                </a:lnTo>
                <a:lnTo>
                  <a:pt x="188" y="9"/>
                </a:lnTo>
                <a:lnTo>
                  <a:pt x="192" y="11"/>
                </a:lnTo>
                <a:lnTo>
                  <a:pt x="195" y="12"/>
                </a:lnTo>
                <a:lnTo>
                  <a:pt x="199" y="14"/>
                </a:lnTo>
                <a:lnTo>
                  <a:pt x="203" y="15"/>
                </a:lnTo>
                <a:lnTo>
                  <a:pt x="206" y="17"/>
                </a:lnTo>
                <a:lnTo>
                  <a:pt x="210" y="19"/>
                </a:lnTo>
                <a:lnTo>
                  <a:pt x="213" y="21"/>
                </a:lnTo>
                <a:lnTo>
                  <a:pt x="217" y="23"/>
                </a:lnTo>
                <a:lnTo>
                  <a:pt x="220" y="25"/>
                </a:lnTo>
                <a:lnTo>
                  <a:pt x="223" y="27"/>
                </a:lnTo>
                <a:lnTo>
                  <a:pt x="226" y="29"/>
                </a:lnTo>
                <a:lnTo>
                  <a:pt x="229" y="32"/>
                </a:lnTo>
                <a:lnTo>
                  <a:pt x="232" y="34"/>
                </a:lnTo>
                <a:lnTo>
                  <a:pt x="235" y="38"/>
                </a:lnTo>
                <a:lnTo>
                  <a:pt x="238" y="40"/>
                </a:lnTo>
                <a:lnTo>
                  <a:pt x="240" y="43"/>
                </a:lnTo>
                <a:lnTo>
                  <a:pt x="243" y="46"/>
                </a:lnTo>
                <a:lnTo>
                  <a:pt x="245" y="48"/>
                </a:lnTo>
                <a:lnTo>
                  <a:pt x="247" y="51"/>
                </a:lnTo>
                <a:lnTo>
                  <a:pt x="250" y="54"/>
                </a:lnTo>
                <a:lnTo>
                  <a:pt x="252" y="57"/>
                </a:lnTo>
                <a:lnTo>
                  <a:pt x="254" y="60"/>
                </a:lnTo>
                <a:lnTo>
                  <a:pt x="255" y="63"/>
                </a:lnTo>
                <a:lnTo>
                  <a:pt x="257" y="66"/>
                </a:lnTo>
                <a:lnTo>
                  <a:pt x="259" y="69"/>
                </a:lnTo>
                <a:lnTo>
                  <a:pt x="260" y="72"/>
                </a:lnTo>
                <a:lnTo>
                  <a:pt x="262" y="75"/>
                </a:lnTo>
                <a:lnTo>
                  <a:pt x="263" y="79"/>
                </a:lnTo>
                <a:lnTo>
                  <a:pt x="264" y="82"/>
                </a:lnTo>
                <a:lnTo>
                  <a:pt x="265" y="85"/>
                </a:lnTo>
                <a:lnTo>
                  <a:pt x="266" y="88"/>
                </a:lnTo>
                <a:lnTo>
                  <a:pt x="266" y="92"/>
                </a:lnTo>
                <a:lnTo>
                  <a:pt x="267" y="95"/>
                </a:lnTo>
                <a:lnTo>
                  <a:pt x="268" y="98"/>
                </a:lnTo>
                <a:lnTo>
                  <a:pt x="268" y="102"/>
                </a:lnTo>
                <a:lnTo>
                  <a:pt x="268" y="105"/>
                </a:lnTo>
                <a:lnTo>
                  <a:pt x="268" y="108"/>
                </a:lnTo>
                <a:close/>
              </a:path>
            </a:pathLst>
          </a:custGeom>
          <a:solidFill>
            <a:srgbClr val="fff6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7" name=""/>
          <p:cNvSpPr/>
          <p:nvPr/>
        </p:nvSpPr>
        <p:spPr>
          <a:xfrm>
            <a:off x="4929840" y="1788840"/>
            <a:ext cx="97920" cy="78480"/>
          </a:xfrm>
          <a:custGeom>
            <a:avLst/>
            <a:gdLst/>
            <a:ahLst/>
            <a:rect l="0" t="0" r="r" b="b"/>
            <a:pathLst>
              <a:path w="272" h="218">
                <a:moveTo>
                  <a:pt x="270" y="108"/>
                </a:moveTo>
                <a:lnTo>
                  <a:pt x="270" y="105"/>
                </a:lnTo>
                <a:lnTo>
                  <a:pt x="270" y="102"/>
                </a:lnTo>
                <a:lnTo>
                  <a:pt x="270" y="98"/>
                </a:lnTo>
                <a:lnTo>
                  <a:pt x="269" y="95"/>
                </a:lnTo>
                <a:lnTo>
                  <a:pt x="268" y="92"/>
                </a:lnTo>
                <a:lnTo>
                  <a:pt x="268" y="88"/>
                </a:lnTo>
                <a:lnTo>
                  <a:pt x="267" y="85"/>
                </a:lnTo>
                <a:lnTo>
                  <a:pt x="266" y="82"/>
                </a:lnTo>
                <a:lnTo>
                  <a:pt x="265" y="79"/>
                </a:lnTo>
                <a:lnTo>
                  <a:pt x="264" y="75"/>
                </a:lnTo>
                <a:lnTo>
                  <a:pt x="261" y="72"/>
                </a:lnTo>
                <a:lnTo>
                  <a:pt x="260" y="69"/>
                </a:lnTo>
                <a:lnTo>
                  <a:pt x="258" y="66"/>
                </a:lnTo>
                <a:lnTo>
                  <a:pt x="256" y="63"/>
                </a:lnTo>
                <a:lnTo>
                  <a:pt x="255" y="60"/>
                </a:lnTo>
                <a:lnTo>
                  <a:pt x="253" y="57"/>
                </a:lnTo>
                <a:lnTo>
                  <a:pt x="251" y="54"/>
                </a:lnTo>
                <a:lnTo>
                  <a:pt x="248" y="51"/>
                </a:lnTo>
                <a:lnTo>
                  <a:pt x="246" y="48"/>
                </a:lnTo>
                <a:lnTo>
                  <a:pt x="244" y="46"/>
                </a:lnTo>
                <a:lnTo>
                  <a:pt x="241" y="43"/>
                </a:lnTo>
                <a:lnTo>
                  <a:pt x="239" y="40"/>
                </a:lnTo>
                <a:lnTo>
                  <a:pt x="236" y="38"/>
                </a:lnTo>
                <a:lnTo>
                  <a:pt x="233" y="35"/>
                </a:lnTo>
                <a:lnTo>
                  <a:pt x="230" y="33"/>
                </a:lnTo>
                <a:lnTo>
                  <a:pt x="227" y="30"/>
                </a:lnTo>
                <a:lnTo>
                  <a:pt x="224" y="28"/>
                </a:lnTo>
                <a:lnTo>
                  <a:pt x="221" y="26"/>
                </a:lnTo>
                <a:lnTo>
                  <a:pt x="218" y="24"/>
                </a:lnTo>
                <a:lnTo>
                  <a:pt x="214" y="22"/>
                </a:lnTo>
                <a:lnTo>
                  <a:pt x="211" y="20"/>
                </a:lnTo>
                <a:lnTo>
                  <a:pt x="207" y="18"/>
                </a:lnTo>
                <a:lnTo>
                  <a:pt x="204" y="16"/>
                </a:lnTo>
                <a:lnTo>
                  <a:pt x="200" y="15"/>
                </a:lnTo>
                <a:lnTo>
                  <a:pt x="196" y="13"/>
                </a:lnTo>
                <a:lnTo>
                  <a:pt x="193" y="12"/>
                </a:lnTo>
                <a:lnTo>
                  <a:pt x="189" y="10"/>
                </a:lnTo>
                <a:lnTo>
                  <a:pt x="185" y="9"/>
                </a:lnTo>
                <a:lnTo>
                  <a:pt x="181" y="8"/>
                </a:lnTo>
                <a:lnTo>
                  <a:pt x="177" y="7"/>
                </a:lnTo>
                <a:lnTo>
                  <a:pt x="173" y="6"/>
                </a:lnTo>
                <a:lnTo>
                  <a:pt x="169" y="5"/>
                </a:lnTo>
                <a:lnTo>
                  <a:pt x="165" y="4"/>
                </a:lnTo>
                <a:lnTo>
                  <a:pt x="161" y="3"/>
                </a:lnTo>
                <a:lnTo>
                  <a:pt x="157" y="3"/>
                </a:lnTo>
                <a:lnTo>
                  <a:pt x="153" y="2"/>
                </a:lnTo>
                <a:lnTo>
                  <a:pt x="148" y="2"/>
                </a:lnTo>
                <a:lnTo>
                  <a:pt x="144" y="2"/>
                </a:lnTo>
                <a:lnTo>
                  <a:pt x="140" y="1"/>
                </a:lnTo>
                <a:lnTo>
                  <a:pt x="136" y="1"/>
                </a:lnTo>
                <a:lnTo>
                  <a:pt x="132" y="1"/>
                </a:lnTo>
                <a:lnTo>
                  <a:pt x="127" y="2"/>
                </a:lnTo>
                <a:lnTo>
                  <a:pt x="123" y="2"/>
                </a:lnTo>
                <a:lnTo>
                  <a:pt x="119" y="2"/>
                </a:lnTo>
                <a:lnTo>
                  <a:pt x="115" y="3"/>
                </a:lnTo>
                <a:lnTo>
                  <a:pt x="111" y="3"/>
                </a:lnTo>
                <a:lnTo>
                  <a:pt x="107" y="4"/>
                </a:lnTo>
                <a:lnTo>
                  <a:pt x="103" y="5"/>
                </a:lnTo>
                <a:lnTo>
                  <a:pt x="99" y="6"/>
                </a:lnTo>
                <a:lnTo>
                  <a:pt x="95" y="7"/>
                </a:lnTo>
                <a:lnTo>
                  <a:pt x="91" y="8"/>
                </a:lnTo>
                <a:lnTo>
                  <a:pt x="87" y="9"/>
                </a:lnTo>
                <a:lnTo>
                  <a:pt x="83" y="10"/>
                </a:lnTo>
                <a:lnTo>
                  <a:pt x="79" y="12"/>
                </a:lnTo>
                <a:lnTo>
                  <a:pt x="75" y="13"/>
                </a:lnTo>
                <a:lnTo>
                  <a:pt x="72" y="15"/>
                </a:lnTo>
                <a:lnTo>
                  <a:pt x="68" y="16"/>
                </a:lnTo>
                <a:lnTo>
                  <a:pt x="64" y="18"/>
                </a:lnTo>
                <a:lnTo>
                  <a:pt x="61" y="20"/>
                </a:lnTo>
                <a:lnTo>
                  <a:pt x="57" y="22"/>
                </a:lnTo>
                <a:lnTo>
                  <a:pt x="54" y="24"/>
                </a:lnTo>
                <a:lnTo>
                  <a:pt x="51" y="26"/>
                </a:lnTo>
                <a:lnTo>
                  <a:pt x="48" y="28"/>
                </a:lnTo>
                <a:lnTo>
                  <a:pt x="45" y="30"/>
                </a:lnTo>
                <a:lnTo>
                  <a:pt x="42" y="33"/>
                </a:lnTo>
                <a:lnTo>
                  <a:pt x="39" y="35"/>
                </a:lnTo>
                <a:lnTo>
                  <a:pt x="36" y="38"/>
                </a:lnTo>
                <a:lnTo>
                  <a:pt x="33" y="40"/>
                </a:lnTo>
                <a:lnTo>
                  <a:pt x="30" y="43"/>
                </a:lnTo>
                <a:lnTo>
                  <a:pt x="28" y="46"/>
                </a:lnTo>
                <a:lnTo>
                  <a:pt x="26" y="48"/>
                </a:lnTo>
                <a:lnTo>
                  <a:pt x="23" y="51"/>
                </a:lnTo>
                <a:lnTo>
                  <a:pt x="21" y="54"/>
                </a:lnTo>
                <a:lnTo>
                  <a:pt x="19" y="57"/>
                </a:lnTo>
                <a:lnTo>
                  <a:pt x="17" y="60"/>
                </a:lnTo>
                <a:lnTo>
                  <a:pt x="15" y="63"/>
                </a:lnTo>
                <a:lnTo>
                  <a:pt x="13" y="66"/>
                </a:lnTo>
                <a:lnTo>
                  <a:pt x="12" y="69"/>
                </a:lnTo>
                <a:lnTo>
                  <a:pt x="10" y="72"/>
                </a:lnTo>
                <a:lnTo>
                  <a:pt x="9" y="75"/>
                </a:lnTo>
                <a:lnTo>
                  <a:pt x="8" y="79"/>
                </a:lnTo>
                <a:lnTo>
                  <a:pt x="7" y="82"/>
                </a:lnTo>
                <a:lnTo>
                  <a:pt x="6" y="85"/>
                </a:lnTo>
                <a:lnTo>
                  <a:pt x="5" y="88"/>
                </a:lnTo>
                <a:lnTo>
                  <a:pt x="4" y="92"/>
                </a:lnTo>
                <a:lnTo>
                  <a:pt x="4" y="95"/>
                </a:lnTo>
                <a:lnTo>
                  <a:pt x="3" y="98"/>
                </a:lnTo>
                <a:lnTo>
                  <a:pt x="3" y="102"/>
                </a:lnTo>
                <a:lnTo>
                  <a:pt x="3" y="105"/>
                </a:lnTo>
                <a:lnTo>
                  <a:pt x="2" y="108"/>
                </a:lnTo>
                <a:lnTo>
                  <a:pt x="3" y="112"/>
                </a:lnTo>
                <a:lnTo>
                  <a:pt x="3" y="115"/>
                </a:lnTo>
                <a:lnTo>
                  <a:pt x="3" y="118"/>
                </a:lnTo>
                <a:lnTo>
                  <a:pt x="4" y="122"/>
                </a:lnTo>
                <a:lnTo>
                  <a:pt x="4" y="125"/>
                </a:lnTo>
                <a:lnTo>
                  <a:pt x="5" y="128"/>
                </a:lnTo>
                <a:lnTo>
                  <a:pt x="6" y="133"/>
                </a:lnTo>
                <a:lnTo>
                  <a:pt x="7" y="136"/>
                </a:lnTo>
                <a:lnTo>
                  <a:pt x="8" y="139"/>
                </a:lnTo>
                <a:lnTo>
                  <a:pt x="9" y="142"/>
                </a:lnTo>
                <a:lnTo>
                  <a:pt x="10" y="146"/>
                </a:lnTo>
                <a:lnTo>
                  <a:pt x="12" y="149"/>
                </a:lnTo>
                <a:lnTo>
                  <a:pt x="13" y="152"/>
                </a:lnTo>
                <a:lnTo>
                  <a:pt x="15" y="155"/>
                </a:lnTo>
                <a:lnTo>
                  <a:pt x="17" y="158"/>
                </a:lnTo>
                <a:lnTo>
                  <a:pt x="19" y="161"/>
                </a:lnTo>
                <a:lnTo>
                  <a:pt x="21" y="164"/>
                </a:lnTo>
                <a:lnTo>
                  <a:pt x="23" y="167"/>
                </a:lnTo>
                <a:lnTo>
                  <a:pt x="26" y="169"/>
                </a:lnTo>
                <a:lnTo>
                  <a:pt x="28" y="172"/>
                </a:lnTo>
                <a:lnTo>
                  <a:pt x="30" y="175"/>
                </a:lnTo>
                <a:lnTo>
                  <a:pt x="33" y="178"/>
                </a:lnTo>
                <a:lnTo>
                  <a:pt x="36" y="180"/>
                </a:lnTo>
                <a:lnTo>
                  <a:pt x="39" y="183"/>
                </a:lnTo>
                <a:lnTo>
                  <a:pt x="42" y="185"/>
                </a:lnTo>
                <a:lnTo>
                  <a:pt x="45" y="187"/>
                </a:lnTo>
                <a:lnTo>
                  <a:pt x="48" y="190"/>
                </a:lnTo>
                <a:lnTo>
                  <a:pt x="51" y="192"/>
                </a:lnTo>
                <a:lnTo>
                  <a:pt x="54" y="194"/>
                </a:lnTo>
                <a:lnTo>
                  <a:pt x="57" y="196"/>
                </a:lnTo>
                <a:lnTo>
                  <a:pt x="61" y="198"/>
                </a:lnTo>
                <a:lnTo>
                  <a:pt x="64" y="200"/>
                </a:lnTo>
                <a:lnTo>
                  <a:pt x="68" y="201"/>
                </a:lnTo>
                <a:lnTo>
                  <a:pt x="72" y="203"/>
                </a:lnTo>
                <a:lnTo>
                  <a:pt x="75" y="205"/>
                </a:lnTo>
                <a:lnTo>
                  <a:pt x="79" y="206"/>
                </a:lnTo>
                <a:lnTo>
                  <a:pt x="83" y="208"/>
                </a:lnTo>
                <a:lnTo>
                  <a:pt x="87" y="209"/>
                </a:lnTo>
                <a:lnTo>
                  <a:pt x="91" y="210"/>
                </a:lnTo>
                <a:lnTo>
                  <a:pt x="95" y="211"/>
                </a:lnTo>
                <a:lnTo>
                  <a:pt x="99" y="212"/>
                </a:lnTo>
                <a:lnTo>
                  <a:pt x="103" y="213"/>
                </a:lnTo>
                <a:lnTo>
                  <a:pt x="107" y="214"/>
                </a:lnTo>
                <a:lnTo>
                  <a:pt x="111" y="214"/>
                </a:lnTo>
                <a:lnTo>
                  <a:pt x="115" y="215"/>
                </a:lnTo>
                <a:lnTo>
                  <a:pt x="119" y="215"/>
                </a:lnTo>
                <a:lnTo>
                  <a:pt x="123" y="216"/>
                </a:lnTo>
                <a:lnTo>
                  <a:pt x="127" y="216"/>
                </a:lnTo>
                <a:lnTo>
                  <a:pt x="132" y="216"/>
                </a:lnTo>
                <a:lnTo>
                  <a:pt x="136" y="216"/>
                </a:lnTo>
                <a:lnTo>
                  <a:pt x="140" y="216"/>
                </a:lnTo>
                <a:lnTo>
                  <a:pt x="144" y="216"/>
                </a:lnTo>
                <a:lnTo>
                  <a:pt x="148" y="216"/>
                </a:lnTo>
                <a:lnTo>
                  <a:pt x="153" y="215"/>
                </a:lnTo>
                <a:lnTo>
                  <a:pt x="157" y="215"/>
                </a:lnTo>
                <a:lnTo>
                  <a:pt x="161" y="214"/>
                </a:lnTo>
                <a:lnTo>
                  <a:pt x="165" y="214"/>
                </a:lnTo>
                <a:lnTo>
                  <a:pt x="169" y="213"/>
                </a:lnTo>
                <a:lnTo>
                  <a:pt x="173" y="212"/>
                </a:lnTo>
                <a:lnTo>
                  <a:pt x="177" y="211"/>
                </a:lnTo>
                <a:lnTo>
                  <a:pt x="181" y="210"/>
                </a:lnTo>
                <a:lnTo>
                  <a:pt x="185" y="209"/>
                </a:lnTo>
                <a:lnTo>
                  <a:pt x="189" y="208"/>
                </a:lnTo>
                <a:lnTo>
                  <a:pt x="193" y="206"/>
                </a:lnTo>
                <a:lnTo>
                  <a:pt x="196" y="205"/>
                </a:lnTo>
                <a:lnTo>
                  <a:pt x="200" y="203"/>
                </a:lnTo>
                <a:lnTo>
                  <a:pt x="204" y="201"/>
                </a:lnTo>
                <a:lnTo>
                  <a:pt x="207" y="200"/>
                </a:lnTo>
                <a:lnTo>
                  <a:pt x="211" y="198"/>
                </a:lnTo>
                <a:lnTo>
                  <a:pt x="214" y="196"/>
                </a:lnTo>
                <a:lnTo>
                  <a:pt x="218" y="194"/>
                </a:lnTo>
                <a:lnTo>
                  <a:pt x="221" y="192"/>
                </a:lnTo>
                <a:lnTo>
                  <a:pt x="224" y="190"/>
                </a:lnTo>
                <a:lnTo>
                  <a:pt x="227" y="187"/>
                </a:lnTo>
                <a:lnTo>
                  <a:pt x="230" y="185"/>
                </a:lnTo>
                <a:lnTo>
                  <a:pt x="233" y="183"/>
                </a:lnTo>
                <a:lnTo>
                  <a:pt x="236" y="180"/>
                </a:lnTo>
                <a:lnTo>
                  <a:pt x="239" y="178"/>
                </a:lnTo>
                <a:lnTo>
                  <a:pt x="241" y="175"/>
                </a:lnTo>
                <a:lnTo>
                  <a:pt x="244" y="172"/>
                </a:lnTo>
                <a:lnTo>
                  <a:pt x="246" y="169"/>
                </a:lnTo>
                <a:lnTo>
                  <a:pt x="248" y="167"/>
                </a:lnTo>
                <a:lnTo>
                  <a:pt x="251" y="164"/>
                </a:lnTo>
                <a:lnTo>
                  <a:pt x="253" y="161"/>
                </a:lnTo>
                <a:lnTo>
                  <a:pt x="255" y="158"/>
                </a:lnTo>
                <a:lnTo>
                  <a:pt x="256" y="155"/>
                </a:lnTo>
                <a:lnTo>
                  <a:pt x="258" y="152"/>
                </a:lnTo>
                <a:lnTo>
                  <a:pt x="260" y="149"/>
                </a:lnTo>
                <a:lnTo>
                  <a:pt x="261" y="146"/>
                </a:lnTo>
                <a:lnTo>
                  <a:pt x="264" y="142"/>
                </a:lnTo>
                <a:lnTo>
                  <a:pt x="265" y="139"/>
                </a:lnTo>
                <a:lnTo>
                  <a:pt x="266" y="136"/>
                </a:lnTo>
                <a:lnTo>
                  <a:pt x="267" y="133"/>
                </a:lnTo>
                <a:lnTo>
                  <a:pt x="268" y="128"/>
                </a:lnTo>
                <a:lnTo>
                  <a:pt x="268" y="125"/>
                </a:lnTo>
                <a:lnTo>
                  <a:pt x="269" y="122"/>
                </a:lnTo>
                <a:lnTo>
                  <a:pt x="270" y="118"/>
                </a:lnTo>
                <a:lnTo>
                  <a:pt x="270" y="115"/>
                </a:lnTo>
                <a:lnTo>
                  <a:pt x="270" y="112"/>
                </a:lnTo>
                <a:lnTo>
                  <a:pt x="270" y="108"/>
                </a:lnTo>
                <a:moveTo>
                  <a:pt x="272" y="108"/>
                </a:moveTo>
                <a:lnTo>
                  <a:pt x="272" y="112"/>
                </a:lnTo>
                <a:lnTo>
                  <a:pt x="272" y="115"/>
                </a:lnTo>
                <a:lnTo>
                  <a:pt x="272" y="119"/>
                </a:lnTo>
                <a:lnTo>
                  <a:pt x="271" y="122"/>
                </a:lnTo>
                <a:lnTo>
                  <a:pt x="271" y="125"/>
                </a:lnTo>
                <a:lnTo>
                  <a:pt x="270" y="129"/>
                </a:lnTo>
                <a:lnTo>
                  <a:pt x="269" y="133"/>
                </a:lnTo>
                <a:lnTo>
                  <a:pt x="268" y="136"/>
                </a:lnTo>
                <a:lnTo>
                  <a:pt x="267" y="140"/>
                </a:lnTo>
                <a:lnTo>
                  <a:pt x="266" y="143"/>
                </a:lnTo>
                <a:lnTo>
                  <a:pt x="264" y="146"/>
                </a:lnTo>
                <a:lnTo>
                  <a:pt x="262" y="149"/>
                </a:lnTo>
                <a:lnTo>
                  <a:pt x="260" y="153"/>
                </a:lnTo>
                <a:lnTo>
                  <a:pt x="259" y="156"/>
                </a:lnTo>
                <a:lnTo>
                  <a:pt x="257" y="159"/>
                </a:lnTo>
                <a:lnTo>
                  <a:pt x="255" y="162"/>
                </a:lnTo>
                <a:lnTo>
                  <a:pt x="253" y="165"/>
                </a:lnTo>
                <a:lnTo>
                  <a:pt x="250" y="168"/>
                </a:lnTo>
                <a:lnTo>
                  <a:pt x="248" y="171"/>
                </a:lnTo>
                <a:lnTo>
                  <a:pt x="246" y="173"/>
                </a:lnTo>
                <a:lnTo>
                  <a:pt x="243" y="176"/>
                </a:lnTo>
                <a:lnTo>
                  <a:pt x="240" y="179"/>
                </a:lnTo>
                <a:lnTo>
                  <a:pt x="238" y="181"/>
                </a:lnTo>
                <a:lnTo>
                  <a:pt x="235" y="184"/>
                </a:lnTo>
                <a:lnTo>
                  <a:pt x="232" y="186"/>
                </a:lnTo>
                <a:lnTo>
                  <a:pt x="229" y="189"/>
                </a:lnTo>
                <a:lnTo>
                  <a:pt x="225" y="191"/>
                </a:lnTo>
                <a:lnTo>
                  <a:pt x="222" y="193"/>
                </a:lnTo>
                <a:lnTo>
                  <a:pt x="219" y="195"/>
                </a:lnTo>
                <a:lnTo>
                  <a:pt x="216" y="197"/>
                </a:lnTo>
                <a:lnTo>
                  <a:pt x="212" y="199"/>
                </a:lnTo>
                <a:lnTo>
                  <a:pt x="208" y="201"/>
                </a:lnTo>
                <a:lnTo>
                  <a:pt x="205" y="203"/>
                </a:lnTo>
                <a:lnTo>
                  <a:pt x="201" y="205"/>
                </a:lnTo>
                <a:lnTo>
                  <a:pt x="197" y="206"/>
                </a:lnTo>
                <a:lnTo>
                  <a:pt x="194" y="208"/>
                </a:lnTo>
                <a:lnTo>
                  <a:pt x="190" y="209"/>
                </a:lnTo>
                <a:lnTo>
                  <a:pt x="186" y="211"/>
                </a:lnTo>
                <a:lnTo>
                  <a:pt x="182" y="212"/>
                </a:lnTo>
                <a:lnTo>
                  <a:pt x="178" y="213"/>
                </a:lnTo>
                <a:lnTo>
                  <a:pt x="174" y="214"/>
                </a:lnTo>
                <a:lnTo>
                  <a:pt x="170" y="215"/>
                </a:lnTo>
                <a:lnTo>
                  <a:pt x="165" y="216"/>
                </a:lnTo>
                <a:lnTo>
                  <a:pt x="161" y="216"/>
                </a:lnTo>
                <a:lnTo>
                  <a:pt x="157" y="217"/>
                </a:lnTo>
                <a:lnTo>
                  <a:pt x="153" y="217"/>
                </a:lnTo>
                <a:lnTo>
                  <a:pt x="149" y="218"/>
                </a:lnTo>
                <a:lnTo>
                  <a:pt x="144" y="218"/>
                </a:lnTo>
                <a:lnTo>
                  <a:pt x="140" y="218"/>
                </a:lnTo>
                <a:lnTo>
                  <a:pt x="136" y="218"/>
                </a:lnTo>
                <a:lnTo>
                  <a:pt x="132" y="218"/>
                </a:lnTo>
                <a:lnTo>
                  <a:pt x="127" y="218"/>
                </a:lnTo>
                <a:lnTo>
                  <a:pt x="123" y="218"/>
                </a:lnTo>
                <a:lnTo>
                  <a:pt x="119" y="217"/>
                </a:lnTo>
                <a:lnTo>
                  <a:pt x="115" y="217"/>
                </a:lnTo>
                <a:lnTo>
                  <a:pt x="110" y="216"/>
                </a:lnTo>
                <a:lnTo>
                  <a:pt x="106" y="216"/>
                </a:lnTo>
                <a:lnTo>
                  <a:pt x="102" y="215"/>
                </a:lnTo>
                <a:lnTo>
                  <a:pt x="98" y="214"/>
                </a:lnTo>
                <a:lnTo>
                  <a:pt x="94" y="213"/>
                </a:lnTo>
                <a:lnTo>
                  <a:pt x="90" y="212"/>
                </a:lnTo>
                <a:lnTo>
                  <a:pt x="86" y="211"/>
                </a:lnTo>
                <a:lnTo>
                  <a:pt x="82" y="209"/>
                </a:lnTo>
                <a:lnTo>
                  <a:pt x="78" y="208"/>
                </a:lnTo>
                <a:lnTo>
                  <a:pt x="74" y="206"/>
                </a:lnTo>
                <a:lnTo>
                  <a:pt x="70" y="205"/>
                </a:lnTo>
                <a:lnTo>
                  <a:pt x="67" y="203"/>
                </a:lnTo>
                <a:lnTo>
                  <a:pt x="63" y="201"/>
                </a:lnTo>
                <a:lnTo>
                  <a:pt x="60" y="199"/>
                </a:lnTo>
                <a:lnTo>
                  <a:pt x="56" y="197"/>
                </a:lnTo>
                <a:lnTo>
                  <a:pt x="53" y="195"/>
                </a:lnTo>
                <a:lnTo>
                  <a:pt x="49" y="193"/>
                </a:lnTo>
                <a:lnTo>
                  <a:pt x="46" y="191"/>
                </a:lnTo>
                <a:lnTo>
                  <a:pt x="43" y="189"/>
                </a:lnTo>
                <a:lnTo>
                  <a:pt x="40" y="186"/>
                </a:lnTo>
                <a:lnTo>
                  <a:pt x="37" y="184"/>
                </a:lnTo>
                <a:lnTo>
                  <a:pt x="34" y="181"/>
                </a:lnTo>
                <a:lnTo>
                  <a:pt x="31" y="179"/>
                </a:lnTo>
                <a:lnTo>
                  <a:pt x="29" y="176"/>
                </a:lnTo>
                <a:lnTo>
                  <a:pt x="26" y="173"/>
                </a:lnTo>
                <a:lnTo>
                  <a:pt x="24" y="171"/>
                </a:lnTo>
                <a:lnTo>
                  <a:pt x="21" y="168"/>
                </a:lnTo>
                <a:lnTo>
                  <a:pt x="19" y="165"/>
                </a:lnTo>
                <a:lnTo>
                  <a:pt x="17" y="162"/>
                </a:lnTo>
                <a:lnTo>
                  <a:pt x="15" y="159"/>
                </a:lnTo>
                <a:lnTo>
                  <a:pt x="13" y="156"/>
                </a:lnTo>
                <a:lnTo>
                  <a:pt x="11" y="153"/>
                </a:lnTo>
                <a:lnTo>
                  <a:pt x="10" y="149"/>
                </a:lnTo>
                <a:lnTo>
                  <a:pt x="8" y="146"/>
                </a:lnTo>
                <a:lnTo>
                  <a:pt x="7" y="143"/>
                </a:lnTo>
                <a:lnTo>
                  <a:pt x="6" y="140"/>
                </a:lnTo>
                <a:lnTo>
                  <a:pt x="4" y="136"/>
                </a:lnTo>
                <a:lnTo>
                  <a:pt x="3" y="133"/>
                </a:lnTo>
                <a:lnTo>
                  <a:pt x="3" y="129"/>
                </a:lnTo>
                <a:lnTo>
                  <a:pt x="2" y="125"/>
                </a:lnTo>
                <a:lnTo>
                  <a:pt x="1" y="122"/>
                </a:lnTo>
                <a:lnTo>
                  <a:pt x="1" y="119"/>
                </a:lnTo>
                <a:lnTo>
                  <a:pt x="0" y="115"/>
                </a:lnTo>
                <a:lnTo>
                  <a:pt x="0" y="112"/>
                </a:lnTo>
                <a:lnTo>
                  <a:pt x="0" y="108"/>
                </a:lnTo>
                <a:lnTo>
                  <a:pt x="0" y="105"/>
                </a:lnTo>
                <a:lnTo>
                  <a:pt x="0" y="102"/>
                </a:lnTo>
                <a:lnTo>
                  <a:pt x="1" y="98"/>
                </a:lnTo>
                <a:lnTo>
                  <a:pt x="1" y="95"/>
                </a:lnTo>
                <a:lnTo>
                  <a:pt x="2" y="91"/>
                </a:lnTo>
                <a:lnTo>
                  <a:pt x="3" y="88"/>
                </a:lnTo>
                <a:lnTo>
                  <a:pt x="3" y="85"/>
                </a:lnTo>
                <a:lnTo>
                  <a:pt x="4" y="81"/>
                </a:lnTo>
                <a:lnTo>
                  <a:pt x="6" y="78"/>
                </a:lnTo>
                <a:lnTo>
                  <a:pt x="7" y="75"/>
                </a:lnTo>
                <a:lnTo>
                  <a:pt x="8" y="72"/>
                </a:lnTo>
                <a:lnTo>
                  <a:pt x="10" y="68"/>
                </a:lnTo>
                <a:lnTo>
                  <a:pt x="11" y="65"/>
                </a:lnTo>
                <a:lnTo>
                  <a:pt x="13" y="62"/>
                </a:lnTo>
                <a:lnTo>
                  <a:pt x="15" y="59"/>
                </a:lnTo>
                <a:lnTo>
                  <a:pt x="17" y="56"/>
                </a:lnTo>
                <a:lnTo>
                  <a:pt x="19" y="53"/>
                </a:lnTo>
                <a:lnTo>
                  <a:pt x="21" y="50"/>
                </a:lnTo>
                <a:lnTo>
                  <a:pt x="24" y="47"/>
                </a:lnTo>
                <a:lnTo>
                  <a:pt x="26" y="44"/>
                </a:lnTo>
                <a:lnTo>
                  <a:pt x="29" y="42"/>
                </a:lnTo>
                <a:lnTo>
                  <a:pt x="31" y="39"/>
                </a:lnTo>
                <a:lnTo>
                  <a:pt x="34" y="36"/>
                </a:lnTo>
                <a:lnTo>
                  <a:pt x="37" y="34"/>
                </a:lnTo>
                <a:lnTo>
                  <a:pt x="40" y="31"/>
                </a:lnTo>
                <a:lnTo>
                  <a:pt x="43" y="29"/>
                </a:lnTo>
                <a:lnTo>
                  <a:pt x="46" y="27"/>
                </a:lnTo>
                <a:lnTo>
                  <a:pt x="49" y="25"/>
                </a:lnTo>
                <a:lnTo>
                  <a:pt x="53" y="22"/>
                </a:lnTo>
                <a:lnTo>
                  <a:pt x="56" y="20"/>
                </a:lnTo>
                <a:lnTo>
                  <a:pt x="60" y="18"/>
                </a:lnTo>
                <a:lnTo>
                  <a:pt x="63" y="17"/>
                </a:lnTo>
                <a:lnTo>
                  <a:pt x="67" y="15"/>
                </a:lnTo>
                <a:lnTo>
                  <a:pt x="70" y="13"/>
                </a:lnTo>
                <a:lnTo>
                  <a:pt x="74" y="11"/>
                </a:lnTo>
                <a:lnTo>
                  <a:pt x="78" y="10"/>
                </a:lnTo>
                <a:lnTo>
                  <a:pt x="82" y="9"/>
                </a:lnTo>
                <a:lnTo>
                  <a:pt x="86" y="7"/>
                </a:lnTo>
                <a:lnTo>
                  <a:pt x="90" y="6"/>
                </a:lnTo>
                <a:lnTo>
                  <a:pt x="94" y="5"/>
                </a:lnTo>
                <a:lnTo>
                  <a:pt x="98" y="4"/>
                </a:lnTo>
                <a:lnTo>
                  <a:pt x="102" y="3"/>
                </a:lnTo>
                <a:lnTo>
                  <a:pt x="106" y="2"/>
                </a:lnTo>
                <a:lnTo>
                  <a:pt x="110" y="2"/>
                </a:lnTo>
                <a:lnTo>
                  <a:pt x="115" y="1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2" y="0"/>
                </a:lnTo>
                <a:lnTo>
                  <a:pt x="136" y="0"/>
                </a:lnTo>
                <a:lnTo>
                  <a:pt x="140" y="0"/>
                </a:lnTo>
                <a:lnTo>
                  <a:pt x="144" y="0"/>
                </a:lnTo>
                <a:lnTo>
                  <a:pt x="149" y="0"/>
                </a:lnTo>
                <a:lnTo>
                  <a:pt x="153" y="0"/>
                </a:lnTo>
                <a:lnTo>
                  <a:pt x="157" y="1"/>
                </a:lnTo>
                <a:lnTo>
                  <a:pt x="161" y="2"/>
                </a:lnTo>
                <a:lnTo>
                  <a:pt x="165" y="2"/>
                </a:lnTo>
                <a:lnTo>
                  <a:pt x="170" y="3"/>
                </a:lnTo>
                <a:lnTo>
                  <a:pt x="174" y="4"/>
                </a:lnTo>
                <a:lnTo>
                  <a:pt x="178" y="5"/>
                </a:lnTo>
                <a:lnTo>
                  <a:pt x="182" y="6"/>
                </a:lnTo>
                <a:lnTo>
                  <a:pt x="186" y="7"/>
                </a:lnTo>
                <a:lnTo>
                  <a:pt x="190" y="9"/>
                </a:lnTo>
                <a:lnTo>
                  <a:pt x="194" y="10"/>
                </a:lnTo>
                <a:lnTo>
                  <a:pt x="197" y="11"/>
                </a:lnTo>
                <a:lnTo>
                  <a:pt x="201" y="13"/>
                </a:lnTo>
                <a:lnTo>
                  <a:pt x="205" y="15"/>
                </a:lnTo>
                <a:lnTo>
                  <a:pt x="208" y="17"/>
                </a:lnTo>
                <a:lnTo>
                  <a:pt x="212" y="18"/>
                </a:lnTo>
                <a:lnTo>
                  <a:pt x="216" y="20"/>
                </a:lnTo>
                <a:lnTo>
                  <a:pt x="219" y="22"/>
                </a:lnTo>
                <a:lnTo>
                  <a:pt x="222" y="25"/>
                </a:lnTo>
                <a:lnTo>
                  <a:pt x="225" y="27"/>
                </a:lnTo>
                <a:lnTo>
                  <a:pt x="229" y="29"/>
                </a:lnTo>
                <a:lnTo>
                  <a:pt x="232" y="31"/>
                </a:lnTo>
                <a:lnTo>
                  <a:pt x="235" y="34"/>
                </a:lnTo>
                <a:lnTo>
                  <a:pt x="238" y="36"/>
                </a:lnTo>
                <a:lnTo>
                  <a:pt x="240" y="39"/>
                </a:lnTo>
                <a:lnTo>
                  <a:pt x="243" y="42"/>
                </a:lnTo>
                <a:lnTo>
                  <a:pt x="246" y="44"/>
                </a:lnTo>
                <a:lnTo>
                  <a:pt x="248" y="47"/>
                </a:lnTo>
                <a:lnTo>
                  <a:pt x="250" y="50"/>
                </a:lnTo>
                <a:lnTo>
                  <a:pt x="253" y="53"/>
                </a:lnTo>
                <a:lnTo>
                  <a:pt x="255" y="56"/>
                </a:lnTo>
                <a:lnTo>
                  <a:pt x="257" y="59"/>
                </a:lnTo>
                <a:lnTo>
                  <a:pt x="259" y="62"/>
                </a:lnTo>
                <a:lnTo>
                  <a:pt x="260" y="65"/>
                </a:lnTo>
                <a:lnTo>
                  <a:pt x="262" y="68"/>
                </a:lnTo>
                <a:lnTo>
                  <a:pt x="264" y="72"/>
                </a:lnTo>
                <a:lnTo>
                  <a:pt x="266" y="75"/>
                </a:lnTo>
                <a:lnTo>
                  <a:pt x="267" y="78"/>
                </a:lnTo>
                <a:lnTo>
                  <a:pt x="268" y="81"/>
                </a:lnTo>
                <a:lnTo>
                  <a:pt x="269" y="85"/>
                </a:lnTo>
                <a:lnTo>
                  <a:pt x="270" y="88"/>
                </a:lnTo>
                <a:lnTo>
                  <a:pt x="271" y="91"/>
                </a:lnTo>
                <a:lnTo>
                  <a:pt x="271" y="95"/>
                </a:lnTo>
                <a:lnTo>
                  <a:pt x="272" y="98"/>
                </a:lnTo>
                <a:lnTo>
                  <a:pt x="272" y="102"/>
                </a:lnTo>
                <a:lnTo>
                  <a:pt x="272" y="105"/>
                </a:lnTo>
                <a:lnTo>
                  <a:pt x="272" y="108"/>
                </a:lnTo>
                <a:close/>
              </a:path>
            </a:pathLst>
          </a:custGeom>
          <a:solidFill>
            <a:srgbClr val="ff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8" name=""/>
          <p:cNvSpPr/>
          <p:nvPr/>
        </p:nvSpPr>
        <p:spPr>
          <a:xfrm>
            <a:off x="4929120" y="1788120"/>
            <a:ext cx="99720" cy="79920"/>
          </a:xfrm>
          <a:custGeom>
            <a:avLst/>
            <a:gdLst/>
            <a:ahLst/>
            <a:rect l="0" t="0" r="r" b="b"/>
            <a:pathLst>
              <a:path w="277" h="222">
                <a:moveTo>
                  <a:pt x="274" y="111"/>
                </a:moveTo>
                <a:lnTo>
                  <a:pt x="274" y="108"/>
                </a:lnTo>
                <a:lnTo>
                  <a:pt x="274" y="105"/>
                </a:lnTo>
                <a:lnTo>
                  <a:pt x="274" y="101"/>
                </a:lnTo>
                <a:lnTo>
                  <a:pt x="273" y="98"/>
                </a:lnTo>
                <a:lnTo>
                  <a:pt x="273" y="94"/>
                </a:lnTo>
                <a:lnTo>
                  <a:pt x="272" y="91"/>
                </a:lnTo>
                <a:lnTo>
                  <a:pt x="271" y="88"/>
                </a:lnTo>
                <a:lnTo>
                  <a:pt x="270" y="84"/>
                </a:lnTo>
                <a:lnTo>
                  <a:pt x="269" y="81"/>
                </a:lnTo>
                <a:lnTo>
                  <a:pt x="268" y="78"/>
                </a:lnTo>
                <a:lnTo>
                  <a:pt x="266" y="75"/>
                </a:lnTo>
                <a:lnTo>
                  <a:pt x="265" y="71"/>
                </a:lnTo>
                <a:lnTo>
                  <a:pt x="263" y="68"/>
                </a:lnTo>
                <a:lnTo>
                  <a:pt x="262" y="65"/>
                </a:lnTo>
                <a:lnTo>
                  <a:pt x="260" y="62"/>
                </a:lnTo>
                <a:lnTo>
                  <a:pt x="258" y="59"/>
                </a:lnTo>
                <a:lnTo>
                  <a:pt x="256" y="56"/>
                </a:lnTo>
                <a:lnTo>
                  <a:pt x="253" y="53"/>
                </a:lnTo>
                <a:lnTo>
                  <a:pt x="251" y="50"/>
                </a:lnTo>
                <a:lnTo>
                  <a:pt x="249" y="47"/>
                </a:lnTo>
                <a:lnTo>
                  <a:pt x="246" y="45"/>
                </a:lnTo>
                <a:lnTo>
                  <a:pt x="243" y="42"/>
                </a:lnTo>
                <a:lnTo>
                  <a:pt x="241" y="39"/>
                </a:lnTo>
                <a:lnTo>
                  <a:pt x="238" y="37"/>
                </a:lnTo>
                <a:lnTo>
                  <a:pt x="235" y="34"/>
                </a:lnTo>
                <a:lnTo>
                  <a:pt x="232" y="32"/>
                </a:lnTo>
                <a:lnTo>
                  <a:pt x="228" y="30"/>
                </a:lnTo>
                <a:lnTo>
                  <a:pt x="225" y="28"/>
                </a:lnTo>
                <a:lnTo>
                  <a:pt x="222" y="25"/>
                </a:lnTo>
                <a:lnTo>
                  <a:pt x="219" y="23"/>
                </a:lnTo>
                <a:lnTo>
                  <a:pt x="215" y="21"/>
                </a:lnTo>
                <a:lnTo>
                  <a:pt x="211" y="20"/>
                </a:lnTo>
                <a:lnTo>
                  <a:pt x="208" y="18"/>
                </a:lnTo>
                <a:lnTo>
                  <a:pt x="204" y="16"/>
                </a:lnTo>
                <a:lnTo>
                  <a:pt x="200" y="14"/>
                </a:lnTo>
                <a:lnTo>
                  <a:pt x="197" y="13"/>
                </a:lnTo>
                <a:lnTo>
                  <a:pt x="192" y="12"/>
                </a:lnTo>
                <a:lnTo>
                  <a:pt x="188" y="10"/>
                </a:lnTo>
                <a:lnTo>
                  <a:pt x="184" y="9"/>
                </a:lnTo>
                <a:lnTo>
                  <a:pt x="180" y="8"/>
                </a:lnTo>
                <a:lnTo>
                  <a:pt x="176" y="7"/>
                </a:lnTo>
                <a:lnTo>
                  <a:pt x="172" y="5"/>
                </a:lnTo>
                <a:lnTo>
                  <a:pt x="167" y="4"/>
                </a:lnTo>
                <a:lnTo>
                  <a:pt x="163" y="4"/>
                </a:lnTo>
                <a:lnTo>
                  <a:pt x="159" y="3"/>
                </a:lnTo>
                <a:lnTo>
                  <a:pt x="155" y="2"/>
                </a:lnTo>
                <a:lnTo>
                  <a:pt x="151" y="2"/>
                </a:lnTo>
                <a:lnTo>
                  <a:pt x="146" y="2"/>
                </a:lnTo>
                <a:lnTo>
                  <a:pt x="142" y="2"/>
                </a:lnTo>
                <a:lnTo>
                  <a:pt x="138" y="2"/>
                </a:lnTo>
                <a:lnTo>
                  <a:pt x="134" y="2"/>
                </a:lnTo>
                <a:lnTo>
                  <a:pt x="129" y="2"/>
                </a:lnTo>
                <a:lnTo>
                  <a:pt x="125" y="2"/>
                </a:lnTo>
                <a:lnTo>
                  <a:pt x="121" y="2"/>
                </a:lnTo>
                <a:lnTo>
                  <a:pt x="117" y="3"/>
                </a:lnTo>
                <a:lnTo>
                  <a:pt x="112" y="4"/>
                </a:lnTo>
                <a:lnTo>
                  <a:pt x="108" y="4"/>
                </a:lnTo>
                <a:lnTo>
                  <a:pt x="104" y="5"/>
                </a:lnTo>
                <a:lnTo>
                  <a:pt x="100" y="7"/>
                </a:lnTo>
                <a:lnTo>
                  <a:pt x="96" y="8"/>
                </a:lnTo>
                <a:lnTo>
                  <a:pt x="92" y="9"/>
                </a:lnTo>
                <a:lnTo>
                  <a:pt x="88" y="10"/>
                </a:lnTo>
                <a:lnTo>
                  <a:pt x="84" y="12"/>
                </a:lnTo>
                <a:lnTo>
                  <a:pt x="80" y="13"/>
                </a:lnTo>
                <a:lnTo>
                  <a:pt x="76" y="14"/>
                </a:lnTo>
                <a:lnTo>
                  <a:pt x="72" y="16"/>
                </a:lnTo>
                <a:lnTo>
                  <a:pt x="69" y="18"/>
                </a:lnTo>
                <a:lnTo>
                  <a:pt x="65" y="20"/>
                </a:lnTo>
                <a:lnTo>
                  <a:pt x="62" y="21"/>
                </a:lnTo>
                <a:lnTo>
                  <a:pt x="58" y="23"/>
                </a:lnTo>
                <a:lnTo>
                  <a:pt x="55" y="25"/>
                </a:lnTo>
                <a:lnTo>
                  <a:pt x="51" y="28"/>
                </a:lnTo>
                <a:lnTo>
                  <a:pt x="48" y="30"/>
                </a:lnTo>
                <a:lnTo>
                  <a:pt x="45" y="32"/>
                </a:lnTo>
                <a:lnTo>
                  <a:pt x="42" y="34"/>
                </a:lnTo>
                <a:lnTo>
                  <a:pt x="39" y="37"/>
                </a:lnTo>
                <a:lnTo>
                  <a:pt x="36" y="39"/>
                </a:lnTo>
                <a:lnTo>
                  <a:pt x="33" y="42"/>
                </a:lnTo>
                <a:lnTo>
                  <a:pt x="31" y="45"/>
                </a:lnTo>
                <a:lnTo>
                  <a:pt x="28" y="47"/>
                </a:lnTo>
                <a:lnTo>
                  <a:pt x="26" y="50"/>
                </a:lnTo>
                <a:lnTo>
                  <a:pt x="23" y="53"/>
                </a:lnTo>
                <a:lnTo>
                  <a:pt x="21" y="56"/>
                </a:lnTo>
                <a:lnTo>
                  <a:pt x="19" y="59"/>
                </a:lnTo>
                <a:lnTo>
                  <a:pt x="17" y="62"/>
                </a:lnTo>
                <a:lnTo>
                  <a:pt x="15" y="65"/>
                </a:lnTo>
                <a:lnTo>
                  <a:pt x="13" y="68"/>
                </a:lnTo>
                <a:lnTo>
                  <a:pt x="12" y="71"/>
                </a:lnTo>
                <a:lnTo>
                  <a:pt x="10" y="75"/>
                </a:lnTo>
                <a:lnTo>
                  <a:pt x="9" y="78"/>
                </a:lnTo>
                <a:lnTo>
                  <a:pt x="8" y="81"/>
                </a:lnTo>
                <a:lnTo>
                  <a:pt x="6" y="84"/>
                </a:lnTo>
                <a:lnTo>
                  <a:pt x="5" y="88"/>
                </a:lnTo>
                <a:lnTo>
                  <a:pt x="5" y="91"/>
                </a:lnTo>
                <a:lnTo>
                  <a:pt x="4" y="94"/>
                </a:lnTo>
                <a:lnTo>
                  <a:pt x="3" y="98"/>
                </a:lnTo>
                <a:lnTo>
                  <a:pt x="3" y="101"/>
                </a:lnTo>
                <a:lnTo>
                  <a:pt x="2" y="105"/>
                </a:lnTo>
                <a:lnTo>
                  <a:pt x="2" y="108"/>
                </a:lnTo>
                <a:lnTo>
                  <a:pt x="2" y="111"/>
                </a:lnTo>
                <a:lnTo>
                  <a:pt x="2" y="115"/>
                </a:lnTo>
                <a:lnTo>
                  <a:pt x="2" y="118"/>
                </a:lnTo>
                <a:lnTo>
                  <a:pt x="3" y="122"/>
                </a:lnTo>
                <a:lnTo>
                  <a:pt x="3" y="125"/>
                </a:lnTo>
                <a:lnTo>
                  <a:pt x="4" y="128"/>
                </a:lnTo>
                <a:lnTo>
                  <a:pt x="5" y="132"/>
                </a:lnTo>
                <a:lnTo>
                  <a:pt x="5" y="135"/>
                </a:lnTo>
                <a:lnTo>
                  <a:pt x="6" y="138"/>
                </a:lnTo>
                <a:lnTo>
                  <a:pt x="8" y="142"/>
                </a:lnTo>
                <a:lnTo>
                  <a:pt x="9" y="145"/>
                </a:lnTo>
                <a:lnTo>
                  <a:pt x="10" y="148"/>
                </a:lnTo>
                <a:lnTo>
                  <a:pt x="12" y="151"/>
                </a:lnTo>
                <a:lnTo>
                  <a:pt x="13" y="155"/>
                </a:lnTo>
                <a:lnTo>
                  <a:pt x="15" y="158"/>
                </a:lnTo>
                <a:lnTo>
                  <a:pt x="17" y="161"/>
                </a:lnTo>
                <a:lnTo>
                  <a:pt x="19" y="164"/>
                </a:lnTo>
                <a:lnTo>
                  <a:pt x="21" y="167"/>
                </a:lnTo>
                <a:lnTo>
                  <a:pt x="23" y="170"/>
                </a:lnTo>
                <a:lnTo>
                  <a:pt x="26" y="173"/>
                </a:lnTo>
                <a:lnTo>
                  <a:pt x="28" y="175"/>
                </a:lnTo>
                <a:lnTo>
                  <a:pt x="31" y="178"/>
                </a:lnTo>
                <a:lnTo>
                  <a:pt x="33" y="181"/>
                </a:lnTo>
                <a:lnTo>
                  <a:pt x="36" y="183"/>
                </a:lnTo>
                <a:lnTo>
                  <a:pt x="39" y="186"/>
                </a:lnTo>
                <a:lnTo>
                  <a:pt x="42" y="188"/>
                </a:lnTo>
                <a:lnTo>
                  <a:pt x="45" y="191"/>
                </a:lnTo>
                <a:lnTo>
                  <a:pt x="48" y="193"/>
                </a:lnTo>
                <a:lnTo>
                  <a:pt x="51" y="195"/>
                </a:lnTo>
                <a:lnTo>
                  <a:pt x="55" y="197"/>
                </a:lnTo>
                <a:lnTo>
                  <a:pt x="58" y="199"/>
                </a:lnTo>
                <a:lnTo>
                  <a:pt x="62" y="201"/>
                </a:lnTo>
                <a:lnTo>
                  <a:pt x="65" y="203"/>
                </a:lnTo>
                <a:lnTo>
                  <a:pt x="69" y="205"/>
                </a:lnTo>
                <a:lnTo>
                  <a:pt x="72" y="207"/>
                </a:lnTo>
                <a:lnTo>
                  <a:pt x="76" y="208"/>
                </a:lnTo>
                <a:lnTo>
                  <a:pt x="80" y="210"/>
                </a:lnTo>
                <a:lnTo>
                  <a:pt x="84" y="211"/>
                </a:lnTo>
                <a:lnTo>
                  <a:pt x="88" y="213"/>
                </a:lnTo>
                <a:lnTo>
                  <a:pt x="92" y="214"/>
                </a:lnTo>
                <a:lnTo>
                  <a:pt x="96" y="215"/>
                </a:lnTo>
                <a:lnTo>
                  <a:pt x="100" y="216"/>
                </a:lnTo>
                <a:lnTo>
                  <a:pt x="104" y="217"/>
                </a:lnTo>
                <a:lnTo>
                  <a:pt x="108" y="218"/>
                </a:lnTo>
                <a:lnTo>
                  <a:pt x="112" y="218"/>
                </a:lnTo>
                <a:lnTo>
                  <a:pt x="117" y="219"/>
                </a:lnTo>
                <a:lnTo>
                  <a:pt x="121" y="219"/>
                </a:lnTo>
                <a:lnTo>
                  <a:pt x="125" y="220"/>
                </a:lnTo>
                <a:lnTo>
                  <a:pt x="129" y="220"/>
                </a:lnTo>
                <a:lnTo>
                  <a:pt x="134" y="220"/>
                </a:lnTo>
                <a:lnTo>
                  <a:pt x="138" y="220"/>
                </a:lnTo>
                <a:lnTo>
                  <a:pt x="142" y="220"/>
                </a:lnTo>
                <a:lnTo>
                  <a:pt x="146" y="220"/>
                </a:lnTo>
                <a:lnTo>
                  <a:pt x="151" y="220"/>
                </a:lnTo>
                <a:lnTo>
                  <a:pt x="155" y="219"/>
                </a:lnTo>
                <a:lnTo>
                  <a:pt x="159" y="219"/>
                </a:lnTo>
                <a:lnTo>
                  <a:pt x="163" y="218"/>
                </a:lnTo>
                <a:lnTo>
                  <a:pt x="167" y="218"/>
                </a:lnTo>
                <a:lnTo>
                  <a:pt x="172" y="217"/>
                </a:lnTo>
                <a:lnTo>
                  <a:pt x="176" y="216"/>
                </a:lnTo>
                <a:lnTo>
                  <a:pt x="180" y="215"/>
                </a:lnTo>
                <a:lnTo>
                  <a:pt x="184" y="214"/>
                </a:lnTo>
                <a:lnTo>
                  <a:pt x="188" y="213"/>
                </a:lnTo>
                <a:lnTo>
                  <a:pt x="192" y="211"/>
                </a:lnTo>
                <a:lnTo>
                  <a:pt x="197" y="210"/>
                </a:lnTo>
                <a:lnTo>
                  <a:pt x="200" y="208"/>
                </a:lnTo>
                <a:lnTo>
                  <a:pt x="204" y="207"/>
                </a:lnTo>
                <a:lnTo>
                  <a:pt x="208" y="205"/>
                </a:lnTo>
                <a:lnTo>
                  <a:pt x="211" y="203"/>
                </a:lnTo>
                <a:lnTo>
                  <a:pt x="215" y="201"/>
                </a:lnTo>
                <a:lnTo>
                  <a:pt x="219" y="199"/>
                </a:lnTo>
                <a:lnTo>
                  <a:pt x="222" y="197"/>
                </a:lnTo>
                <a:lnTo>
                  <a:pt x="225" y="195"/>
                </a:lnTo>
                <a:lnTo>
                  <a:pt x="228" y="193"/>
                </a:lnTo>
                <a:lnTo>
                  <a:pt x="232" y="191"/>
                </a:lnTo>
                <a:lnTo>
                  <a:pt x="235" y="188"/>
                </a:lnTo>
                <a:lnTo>
                  <a:pt x="238" y="186"/>
                </a:lnTo>
                <a:lnTo>
                  <a:pt x="241" y="183"/>
                </a:lnTo>
                <a:lnTo>
                  <a:pt x="243" y="181"/>
                </a:lnTo>
                <a:lnTo>
                  <a:pt x="246" y="178"/>
                </a:lnTo>
                <a:lnTo>
                  <a:pt x="249" y="175"/>
                </a:lnTo>
                <a:lnTo>
                  <a:pt x="251" y="173"/>
                </a:lnTo>
                <a:lnTo>
                  <a:pt x="253" y="170"/>
                </a:lnTo>
                <a:lnTo>
                  <a:pt x="256" y="167"/>
                </a:lnTo>
                <a:lnTo>
                  <a:pt x="258" y="164"/>
                </a:lnTo>
                <a:lnTo>
                  <a:pt x="260" y="161"/>
                </a:lnTo>
                <a:lnTo>
                  <a:pt x="262" y="158"/>
                </a:lnTo>
                <a:lnTo>
                  <a:pt x="263" y="155"/>
                </a:lnTo>
                <a:lnTo>
                  <a:pt x="265" y="151"/>
                </a:lnTo>
                <a:lnTo>
                  <a:pt x="266" y="148"/>
                </a:lnTo>
                <a:lnTo>
                  <a:pt x="268" y="145"/>
                </a:lnTo>
                <a:lnTo>
                  <a:pt x="269" y="142"/>
                </a:lnTo>
                <a:lnTo>
                  <a:pt x="270" y="138"/>
                </a:lnTo>
                <a:lnTo>
                  <a:pt x="271" y="135"/>
                </a:lnTo>
                <a:lnTo>
                  <a:pt x="272" y="132"/>
                </a:lnTo>
                <a:lnTo>
                  <a:pt x="273" y="128"/>
                </a:lnTo>
                <a:lnTo>
                  <a:pt x="273" y="125"/>
                </a:lnTo>
                <a:lnTo>
                  <a:pt x="274" y="122"/>
                </a:lnTo>
                <a:lnTo>
                  <a:pt x="274" y="118"/>
                </a:lnTo>
                <a:lnTo>
                  <a:pt x="274" y="115"/>
                </a:lnTo>
                <a:lnTo>
                  <a:pt x="274" y="111"/>
                </a:lnTo>
                <a:moveTo>
                  <a:pt x="277" y="111"/>
                </a:moveTo>
                <a:lnTo>
                  <a:pt x="277" y="115"/>
                </a:lnTo>
                <a:lnTo>
                  <a:pt x="276" y="118"/>
                </a:lnTo>
                <a:lnTo>
                  <a:pt x="276" y="122"/>
                </a:lnTo>
                <a:lnTo>
                  <a:pt x="276" y="125"/>
                </a:lnTo>
                <a:lnTo>
                  <a:pt x="275" y="129"/>
                </a:lnTo>
                <a:lnTo>
                  <a:pt x="274" y="132"/>
                </a:lnTo>
                <a:lnTo>
                  <a:pt x="273" y="136"/>
                </a:lnTo>
                <a:lnTo>
                  <a:pt x="272" y="139"/>
                </a:lnTo>
                <a:lnTo>
                  <a:pt x="271" y="142"/>
                </a:lnTo>
                <a:lnTo>
                  <a:pt x="270" y="146"/>
                </a:lnTo>
                <a:lnTo>
                  <a:pt x="269" y="149"/>
                </a:lnTo>
                <a:lnTo>
                  <a:pt x="267" y="152"/>
                </a:lnTo>
                <a:lnTo>
                  <a:pt x="265" y="155"/>
                </a:lnTo>
                <a:lnTo>
                  <a:pt x="264" y="158"/>
                </a:lnTo>
                <a:lnTo>
                  <a:pt x="262" y="162"/>
                </a:lnTo>
                <a:lnTo>
                  <a:pt x="260" y="165"/>
                </a:lnTo>
                <a:lnTo>
                  <a:pt x="258" y="168"/>
                </a:lnTo>
                <a:lnTo>
                  <a:pt x="255" y="171"/>
                </a:lnTo>
                <a:lnTo>
                  <a:pt x="253" y="174"/>
                </a:lnTo>
                <a:lnTo>
                  <a:pt x="250" y="176"/>
                </a:lnTo>
                <a:lnTo>
                  <a:pt x="248" y="179"/>
                </a:lnTo>
                <a:lnTo>
                  <a:pt x="245" y="182"/>
                </a:lnTo>
                <a:lnTo>
                  <a:pt x="242" y="185"/>
                </a:lnTo>
                <a:lnTo>
                  <a:pt x="239" y="187"/>
                </a:lnTo>
                <a:lnTo>
                  <a:pt x="236" y="190"/>
                </a:lnTo>
                <a:lnTo>
                  <a:pt x="233" y="192"/>
                </a:lnTo>
                <a:lnTo>
                  <a:pt x="230" y="194"/>
                </a:lnTo>
                <a:lnTo>
                  <a:pt x="227" y="197"/>
                </a:lnTo>
                <a:lnTo>
                  <a:pt x="223" y="199"/>
                </a:lnTo>
                <a:lnTo>
                  <a:pt x="220" y="201"/>
                </a:lnTo>
                <a:lnTo>
                  <a:pt x="216" y="203"/>
                </a:lnTo>
                <a:lnTo>
                  <a:pt x="213" y="205"/>
                </a:lnTo>
                <a:lnTo>
                  <a:pt x="209" y="207"/>
                </a:lnTo>
                <a:lnTo>
                  <a:pt x="205" y="208"/>
                </a:lnTo>
                <a:lnTo>
                  <a:pt x="201" y="210"/>
                </a:lnTo>
                <a:lnTo>
                  <a:pt x="198" y="211"/>
                </a:lnTo>
                <a:lnTo>
                  <a:pt x="193" y="213"/>
                </a:lnTo>
                <a:lnTo>
                  <a:pt x="189" y="214"/>
                </a:lnTo>
                <a:lnTo>
                  <a:pt x="185" y="215"/>
                </a:lnTo>
                <a:lnTo>
                  <a:pt x="180" y="217"/>
                </a:lnTo>
                <a:lnTo>
                  <a:pt x="176" y="218"/>
                </a:lnTo>
                <a:lnTo>
                  <a:pt x="172" y="219"/>
                </a:lnTo>
                <a:lnTo>
                  <a:pt x="168" y="219"/>
                </a:lnTo>
                <a:lnTo>
                  <a:pt x="164" y="220"/>
                </a:lnTo>
                <a:lnTo>
                  <a:pt x="159" y="221"/>
                </a:lnTo>
                <a:lnTo>
                  <a:pt x="155" y="221"/>
                </a:lnTo>
                <a:lnTo>
                  <a:pt x="151" y="222"/>
                </a:lnTo>
                <a:lnTo>
                  <a:pt x="146" y="222"/>
                </a:lnTo>
                <a:lnTo>
                  <a:pt x="142" y="222"/>
                </a:lnTo>
                <a:lnTo>
                  <a:pt x="138" y="222"/>
                </a:lnTo>
                <a:lnTo>
                  <a:pt x="133" y="222"/>
                </a:lnTo>
                <a:lnTo>
                  <a:pt x="129" y="222"/>
                </a:lnTo>
                <a:lnTo>
                  <a:pt x="125" y="222"/>
                </a:lnTo>
                <a:lnTo>
                  <a:pt x="121" y="221"/>
                </a:lnTo>
                <a:lnTo>
                  <a:pt x="116" y="221"/>
                </a:lnTo>
                <a:lnTo>
                  <a:pt x="112" y="220"/>
                </a:lnTo>
                <a:lnTo>
                  <a:pt x="108" y="219"/>
                </a:lnTo>
                <a:lnTo>
                  <a:pt x="104" y="219"/>
                </a:lnTo>
                <a:lnTo>
                  <a:pt x="99" y="218"/>
                </a:lnTo>
                <a:lnTo>
                  <a:pt x="95" y="217"/>
                </a:lnTo>
                <a:lnTo>
                  <a:pt x="91" y="215"/>
                </a:lnTo>
                <a:lnTo>
                  <a:pt x="87" y="214"/>
                </a:lnTo>
                <a:lnTo>
                  <a:pt x="83" y="213"/>
                </a:lnTo>
                <a:lnTo>
                  <a:pt x="79" y="211"/>
                </a:lnTo>
                <a:lnTo>
                  <a:pt x="75" y="210"/>
                </a:lnTo>
                <a:lnTo>
                  <a:pt x="71" y="208"/>
                </a:lnTo>
                <a:lnTo>
                  <a:pt x="68" y="207"/>
                </a:lnTo>
                <a:lnTo>
                  <a:pt x="64" y="205"/>
                </a:lnTo>
                <a:lnTo>
                  <a:pt x="60" y="203"/>
                </a:lnTo>
                <a:lnTo>
                  <a:pt x="57" y="201"/>
                </a:lnTo>
                <a:lnTo>
                  <a:pt x="53" y="199"/>
                </a:lnTo>
                <a:lnTo>
                  <a:pt x="50" y="197"/>
                </a:lnTo>
                <a:lnTo>
                  <a:pt x="47" y="194"/>
                </a:lnTo>
                <a:lnTo>
                  <a:pt x="43" y="192"/>
                </a:lnTo>
                <a:lnTo>
                  <a:pt x="40" y="190"/>
                </a:lnTo>
                <a:lnTo>
                  <a:pt x="37" y="187"/>
                </a:lnTo>
                <a:lnTo>
                  <a:pt x="34" y="185"/>
                </a:lnTo>
                <a:lnTo>
                  <a:pt x="32" y="182"/>
                </a:lnTo>
                <a:lnTo>
                  <a:pt x="29" y="179"/>
                </a:lnTo>
                <a:lnTo>
                  <a:pt x="26" y="176"/>
                </a:lnTo>
                <a:lnTo>
                  <a:pt x="24" y="174"/>
                </a:lnTo>
                <a:lnTo>
                  <a:pt x="21" y="171"/>
                </a:lnTo>
                <a:lnTo>
                  <a:pt x="19" y="168"/>
                </a:lnTo>
                <a:lnTo>
                  <a:pt x="17" y="165"/>
                </a:lnTo>
                <a:lnTo>
                  <a:pt x="15" y="162"/>
                </a:lnTo>
                <a:lnTo>
                  <a:pt x="13" y="158"/>
                </a:lnTo>
                <a:lnTo>
                  <a:pt x="11" y="155"/>
                </a:lnTo>
                <a:lnTo>
                  <a:pt x="10" y="152"/>
                </a:lnTo>
                <a:lnTo>
                  <a:pt x="8" y="149"/>
                </a:lnTo>
                <a:lnTo>
                  <a:pt x="7" y="146"/>
                </a:lnTo>
                <a:lnTo>
                  <a:pt x="5" y="142"/>
                </a:lnTo>
                <a:lnTo>
                  <a:pt x="4" y="139"/>
                </a:lnTo>
                <a:lnTo>
                  <a:pt x="3" y="136"/>
                </a:lnTo>
                <a:lnTo>
                  <a:pt x="2" y="132"/>
                </a:lnTo>
                <a:lnTo>
                  <a:pt x="2" y="129"/>
                </a:lnTo>
                <a:lnTo>
                  <a:pt x="1" y="125"/>
                </a:lnTo>
                <a:lnTo>
                  <a:pt x="0" y="122"/>
                </a:lnTo>
                <a:lnTo>
                  <a:pt x="0" y="118"/>
                </a:lnTo>
                <a:lnTo>
                  <a:pt x="0" y="115"/>
                </a:lnTo>
                <a:lnTo>
                  <a:pt x="0" y="111"/>
                </a:lnTo>
                <a:lnTo>
                  <a:pt x="0" y="108"/>
                </a:lnTo>
                <a:lnTo>
                  <a:pt x="0" y="104"/>
                </a:lnTo>
                <a:lnTo>
                  <a:pt x="0" y="101"/>
                </a:lnTo>
                <a:lnTo>
                  <a:pt x="1" y="98"/>
                </a:lnTo>
                <a:lnTo>
                  <a:pt x="2" y="94"/>
                </a:lnTo>
                <a:lnTo>
                  <a:pt x="2" y="91"/>
                </a:lnTo>
                <a:lnTo>
                  <a:pt x="3" y="87"/>
                </a:lnTo>
                <a:lnTo>
                  <a:pt x="4" y="84"/>
                </a:lnTo>
                <a:lnTo>
                  <a:pt x="5" y="81"/>
                </a:lnTo>
                <a:lnTo>
                  <a:pt x="7" y="77"/>
                </a:lnTo>
                <a:lnTo>
                  <a:pt x="8" y="74"/>
                </a:lnTo>
                <a:lnTo>
                  <a:pt x="10" y="71"/>
                </a:lnTo>
                <a:lnTo>
                  <a:pt x="11" y="67"/>
                </a:lnTo>
                <a:lnTo>
                  <a:pt x="13" y="64"/>
                </a:lnTo>
                <a:lnTo>
                  <a:pt x="15" y="61"/>
                </a:lnTo>
                <a:lnTo>
                  <a:pt x="17" y="58"/>
                </a:lnTo>
                <a:lnTo>
                  <a:pt x="19" y="55"/>
                </a:lnTo>
                <a:lnTo>
                  <a:pt x="21" y="52"/>
                </a:lnTo>
                <a:lnTo>
                  <a:pt x="24" y="49"/>
                </a:lnTo>
                <a:lnTo>
                  <a:pt x="26" y="46"/>
                </a:lnTo>
                <a:lnTo>
                  <a:pt x="29" y="44"/>
                </a:lnTo>
                <a:lnTo>
                  <a:pt x="32" y="41"/>
                </a:lnTo>
                <a:lnTo>
                  <a:pt x="34" y="38"/>
                </a:lnTo>
                <a:lnTo>
                  <a:pt x="37" y="36"/>
                </a:lnTo>
                <a:lnTo>
                  <a:pt x="40" y="33"/>
                </a:lnTo>
                <a:lnTo>
                  <a:pt x="43" y="31"/>
                </a:lnTo>
                <a:lnTo>
                  <a:pt x="47" y="28"/>
                </a:lnTo>
                <a:lnTo>
                  <a:pt x="50" y="26"/>
                </a:lnTo>
                <a:lnTo>
                  <a:pt x="53" y="24"/>
                </a:lnTo>
                <a:lnTo>
                  <a:pt x="57" y="22"/>
                </a:lnTo>
                <a:lnTo>
                  <a:pt x="60" y="20"/>
                </a:lnTo>
                <a:lnTo>
                  <a:pt x="64" y="18"/>
                </a:lnTo>
                <a:lnTo>
                  <a:pt x="68" y="16"/>
                </a:lnTo>
                <a:lnTo>
                  <a:pt x="71" y="14"/>
                </a:lnTo>
                <a:lnTo>
                  <a:pt x="75" y="13"/>
                </a:lnTo>
                <a:lnTo>
                  <a:pt x="79" y="11"/>
                </a:lnTo>
                <a:lnTo>
                  <a:pt x="83" y="10"/>
                </a:lnTo>
                <a:lnTo>
                  <a:pt x="87" y="9"/>
                </a:lnTo>
                <a:lnTo>
                  <a:pt x="91" y="7"/>
                </a:lnTo>
                <a:lnTo>
                  <a:pt x="95" y="5"/>
                </a:lnTo>
                <a:lnTo>
                  <a:pt x="99" y="4"/>
                </a:lnTo>
                <a:lnTo>
                  <a:pt x="104" y="3"/>
                </a:lnTo>
                <a:lnTo>
                  <a:pt x="108" y="2"/>
                </a:lnTo>
                <a:lnTo>
                  <a:pt x="112" y="2"/>
                </a:lnTo>
                <a:lnTo>
                  <a:pt x="116" y="1"/>
                </a:lnTo>
                <a:lnTo>
                  <a:pt x="121" y="1"/>
                </a:lnTo>
                <a:lnTo>
                  <a:pt x="125" y="0"/>
                </a:lnTo>
                <a:lnTo>
                  <a:pt x="129" y="0"/>
                </a:lnTo>
                <a:lnTo>
                  <a:pt x="133" y="0"/>
                </a:lnTo>
                <a:lnTo>
                  <a:pt x="138" y="0"/>
                </a:lnTo>
                <a:lnTo>
                  <a:pt x="142" y="0"/>
                </a:lnTo>
                <a:lnTo>
                  <a:pt x="146" y="0"/>
                </a:lnTo>
                <a:lnTo>
                  <a:pt x="151" y="0"/>
                </a:lnTo>
                <a:lnTo>
                  <a:pt x="155" y="1"/>
                </a:lnTo>
                <a:lnTo>
                  <a:pt x="159" y="1"/>
                </a:lnTo>
                <a:lnTo>
                  <a:pt x="164" y="2"/>
                </a:lnTo>
                <a:lnTo>
                  <a:pt x="168" y="2"/>
                </a:lnTo>
                <a:lnTo>
                  <a:pt x="172" y="3"/>
                </a:lnTo>
                <a:lnTo>
                  <a:pt x="176" y="4"/>
                </a:lnTo>
                <a:lnTo>
                  <a:pt x="180" y="5"/>
                </a:lnTo>
                <a:lnTo>
                  <a:pt x="185" y="7"/>
                </a:lnTo>
                <a:lnTo>
                  <a:pt x="189" y="9"/>
                </a:lnTo>
                <a:lnTo>
                  <a:pt x="193" y="10"/>
                </a:lnTo>
                <a:lnTo>
                  <a:pt x="198" y="11"/>
                </a:lnTo>
                <a:lnTo>
                  <a:pt x="201" y="13"/>
                </a:lnTo>
                <a:lnTo>
                  <a:pt x="205" y="14"/>
                </a:lnTo>
                <a:lnTo>
                  <a:pt x="209" y="16"/>
                </a:lnTo>
                <a:lnTo>
                  <a:pt x="213" y="18"/>
                </a:lnTo>
                <a:lnTo>
                  <a:pt x="216" y="20"/>
                </a:lnTo>
                <a:lnTo>
                  <a:pt x="220" y="22"/>
                </a:lnTo>
                <a:lnTo>
                  <a:pt x="223" y="24"/>
                </a:lnTo>
                <a:lnTo>
                  <a:pt x="227" y="26"/>
                </a:lnTo>
                <a:lnTo>
                  <a:pt x="230" y="28"/>
                </a:lnTo>
                <a:lnTo>
                  <a:pt x="233" y="31"/>
                </a:lnTo>
                <a:lnTo>
                  <a:pt x="236" y="33"/>
                </a:lnTo>
                <a:lnTo>
                  <a:pt x="239" y="36"/>
                </a:lnTo>
                <a:lnTo>
                  <a:pt x="242" y="38"/>
                </a:lnTo>
                <a:lnTo>
                  <a:pt x="245" y="41"/>
                </a:lnTo>
                <a:lnTo>
                  <a:pt x="248" y="44"/>
                </a:lnTo>
                <a:lnTo>
                  <a:pt x="250" y="46"/>
                </a:lnTo>
                <a:lnTo>
                  <a:pt x="253" y="49"/>
                </a:lnTo>
                <a:lnTo>
                  <a:pt x="255" y="52"/>
                </a:lnTo>
                <a:lnTo>
                  <a:pt x="258" y="55"/>
                </a:lnTo>
                <a:lnTo>
                  <a:pt x="260" y="58"/>
                </a:lnTo>
                <a:lnTo>
                  <a:pt x="262" y="61"/>
                </a:lnTo>
                <a:lnTo>
                  <a:pt x="264" y="64"/>
                </a:lnTo>
                <a:lnTo>
                  <a:pt x="265" y="67"/>
                </a:lnTo>
                <a:lnTo>
                  <a:pt x="267" y="71"/>
                </a:lnTo>
                <a:lnTo>
                  <a:pt x="269" y="74"/>
                </a:lnTo>
                <a:lnTo>
                  <a:pt x="270" y="77"/>
                </a:lnTo>
                <a:lnTo>
                  <a:pt x="271" y="81"/>
                </a:lnTo>
                <a:lnTo>
                  <a:pt x="272" y="84"/>
                </a:lnTo>
                <a:lnTo>
                  <a:pt x="273" y="87"/>
                </a:lnTo>
                <a:lnTo>
                  <a:pt x="274" y="91"/>
                </a:lnTo>
                <a:lnTo>
                  <a:pt x="275" y="94"/>
                </a:lnTo>
                <a:lnTo>
                  <a:pt x="276" y="98"/>
                </a:lnTo>
                <a:lnTo>
                  <a:pt x="276" y="101"/>
                </a:lnTo>
                <a:lnTo>
                  <a:pt x="276" y="104"/>
                </a:lnTo>
                <a:lnTo>
                  <a:pt x="277" y="108"/>
                </a:lnTo>
                <a:lnTo>
                  <a:pt x="277" y="111"/>
                </a:lnTo>
                <a:close/>
              </a:path>
            </a:pathLst>
          </a:custGeom>
          <a:solidFill>
            <a:srgbClr val="fff5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79" name=""/>
          <p:cNvSpPr/>
          <p:nvPr/>
        </p:nvSpPr>
        <p:spPr>
          <a:xfrm>
            <a:off x="4928400" y="1787400"/>
            <a:ext cx="101160" cy="81360"/>
          </a:xfrm>
          <a:custGeom>
            <a:avLst/>
            <a:gdLst/>
            <a:ahLst/>
            <a:rect l="0" t="0" r="r" b="b"/>
            <a:pathLst>
              <a:path w="281" h="226">
                <a:moveTo>
                  <a:pt x="279" y="113"/>
                </a:moveTo>
                <a:lnTo>
                  <a:pt x="279" y="110"/>
                </a:lnTo>
                <a:lnTo>
                  <a:pt x="278" y="106"/>
                </a:lnTo>
                <a:lnTo>
                  <a:pt x="278" y="103"/>
                </a:lnTo>
                <a:lnTo>
                  <a:pt x="278" y="100"/>
                </a:lnTo>
                <a:lnTo>
                  <a:pt x="277" y="96"/>
                </a:lnTo>
                <a:lnTo>
                  <a:pt x="276" y="93"/>
                </a:lnTo>
                <a:lnTo>
                  <a:pt x="275" y="89"/>
                </a:lnTo>
                <a:lnTo>
                  <a:pt x="274" y="86"/>
                </a:lnTo>
                <a:lnTo>
                  <a:pt x="273" y="83"/>
                </a:lnTo>
                <a:lnTo>
                  <a:pt x="272" y="79"/>
                </a:lnTo>
                <a:lnTo>
                  <a:pt x="271" y="76"/>
                </a:lnTo>
                <a:lnTo>
                  <a:pt x="269" y="72"/>
                </a:lnTo>
                <a:lnTo>
                  <a:pt x="267" y="68"/>
                </a:lnTo>
                <a:lnTo>
                  <a:pt x="266" y="65"/>
                </a:lnTo>
                <a:lnTo>
                  <a:pt x="264" y="62"/>
                </a:lnTo>
                <a:lnTo>
                  <a:pt x="262" y="59"/>
                </a:lnTo>
                <a:lnTo>
                  <a:pt x="260" y="56"/>
                </a:lnTo>
                <a:lnTo>
                  <a:pt x="257" y="53"/>
                </a:lnTo>
                <a:lnTo>
                  <a:pt x="255" y="50"/>
                </a:lnTo>
                <a:lnTo>
                  <a:pt x="252" y="47"/>
                </a:lnTo>
                <a:lnTo>
                  <a:pt x="250" y="45"/>
                </a:lnTo>
                <a:lnTo>
                  <a:pt x="247" y="42"/>
                </a:lnTo>
                <a:lnTo>
                  <a:pt x="244" y="39"/>
                </a:lnTo>
                <a:lnTo>
                  <a:pt x="241" y="37"/>
                </a:lnTo>
                <a:lnTo>
                  <a:pt x="238" y="34"/>
                </a:lnTo>
                <a:lnTo>
                  <a:pt x="235" y="32"/>
                </a:lnTo>
                <a:lnTo>
                  <a:pt x="232" y="29"/>
                </a:lnTo>
                <a:lnTo>
                  <a:pt x="229" y="27"/>
                </a:lnTo>
                <a:lnTo>
                  <a:pt x="225" y="25"/>
                </a:lnTo>
                <a:lnTo>
                  <a:pt x="222" y="23"/>
                </a:lnTo>
                <a:lnTo>
                  <a:pt x="218" y="21"/>
                </a:lnTo>
                <a:lnTo>
                  <a:pt x="215" y="19"/>
                </a:lnTo>
                <a:lnTo>
                  <a:pt x="211" y="17"/>
                </a:lnTo>
                <a:lnTo>
                  <a:pt x="207" y="15"/>
                </a:lnTo>
                <a:lnTo>
                  <a:pt x="203" y="14"/>
                </a:lnTo>
                <a:lnTo>
                  <a:pt x="200" y="12"/>
                </a:lnTo>
                <a:lnTo>
                  <a:pt x="196" y="11"/>
                </a:lnTo>
                <a:lnTo>
                  <a:pt x="192" y="10"/>
                </a:lnTo>
                <a:lnTo>
                  <a:pt x="188" y="8"/>
                </a:lnTo>
                <a:lnTo>
                  <a:pt x="183" y="7"/>
                </a:lnTo>
                <a:lnTo>
                  <a:pt x="179" y="6"/>
                </a:lnTo>
                <a:lnTo>
                  <a:pt x="175" y="5"/>
                </a:lnTo>
                <a:lnTo>
                  <a:pt x="171" y="4"/>
                </a:lnTo>
                <a:lnTo>
                  <a:pt x="166" y="4"/>
                </a:lnTo>
                <a:lnTo>
                  <a:pt x="161" y="3"/>
                </a:lnTo>
                <a:lnTo>
                  <a:pt x="157" y="3"/>
                </a:lnTo>
                <a:lnTo>
                  <a:pt x="153" y="2"/>
                </a:lnTo>
                <a:lnTo>
                  <a:pt x="148" y="2"/>
                </a:lnTo>
                <a:lnTo>
                  <a:pt x="144" y="2"/>
                </a:lnTo>
                <a:lnTo>
                  <a:pt x="140" y="2"/>
                </a:lnTo>
                <a:lnTo>
                  <a:pt x="135" y="2"/>
                </a:lnTo>
                <a:lnTo>
                  <a:pt x="131" y="2"/>
                </a:lnTo>
                <a:lnTo>
                  <a:pt x="127" y="2"/>
                </a:lnTo>
                <a:lnTo>
                  <a:pt x="123" y="3"/>
                </a:lnTo>
                <a:lnTo>
                  <a:pt x="118" y="3"/>
                </a:lnTo>
                <a:lnTo>
                  <a:pt x="114" y="4"/>
                </a:lnTo>
                <a:lnTo>
                  <a:pt x="110" y="4"/>
                </a:lnTo>
                <a:lnTo>
                  <a:pt x="106" y="5"/>
                </a:lnTo>
                <a:lnTo>
                  <a:pt x="101" y="6"/>
                </a:lnTo>
                <a:lnTo>
                  <a:pt x="97" y="7"/>
                </a:lnTo>
                <a:lnTo>
                  <a:pt x="93" y="8"/>
                </a:lnTo>
                <a:lnTo>
                  <a:pt x="89" y="10"/>
                </a:lnTo>
                <a:lnTo>
                  <a:pt x="85" y="11"/>
                </a:lnTo>
                <a:lnTo>
                  <a:pt x="81" y="12"/>
                </a:lnTo>
                <a:lnTo>
                  <a:pt x="77" y="14"/>
                </a:lnTo>
                <a:lnTo>
                  <a:pt x="73" y="15"/>
                </a:lnTo>
                <a:lnTo>
                  <a:pt x="70" y="17"/>
                </a:lnTo>
                <a:lnTo>
                  <a:pt x="66" y="19"/>
                </a:lnTo>
                <a:lnTo>
                  <a:pt x="62" y="21"/>
                </a:lnTo>
                <a:lnTo>
                  <a:pt x="59" y="23"/>
                </a:lnTo>
                <a:lnTo>
                  <a:pt x="55" y="25"/>
                </a:lnTo>
                <a:lnTo>
                  <a:pt x="52" y="27"/>
                </a:lnTo>
                <a:lnTo>
                  <a:pt x="49" y="29"/>
                </a:lnTo>
                <a:lnTo>
                  <a:pt x="45" y="32"/>
                </a:lnTo>
                <a:lnTo>
                  <a:pt x="42" y="34"/>
                </a:lnTo>
                <a:lnTo>
                  <a:pt x="39" y="37"/>
                </a:lnTo>
                <a:lnTo>
                  <a:pt x="36" y="39"/>
                </a:lnTo>
                <a:lnTo>
                  <a:pt x="34" y="42"/>
                </a:lnTo>
                <a:lnTo>
                  <a:pt x="31" y="45"/>
                </a:lnTo>
                <a:lnTo>
                  <a:pt x="28" y="47"/>
                </a:lnTo>
                <a:lnTo>
                  <a:pt x="26" y="50"/>
                </a:lnTo>
                <a:lnTo>
                  <a:pt x="23" y="53"/>
                </a:lnTo>
                <a:lnTo>
                  <a:pt x="21" y="56"/>
                </a:lnTo>
                <a:lnTo>
                  <a:pt x="19" y="59"/>
                </a:lnTo>
                <a:lnTo>
                  <a:pt x="17" y="62"/>
                </a:lnTo>
                <a:lnTo>
                  <a:pt x="15" y="65"/>
                </a:lnTo>
                <a:lnTo>
                  <a:pt x="13" y="68"/>
                </a:lnTo>
                <a:lnTo>
                  <a:pt x="12" y="72"/>
                </a:lnTo>
                <a:lnTo>
                  <a:pt x="10" y="76"/>
                </a:lnTo>
                <a:lnTo>
                  <a:pt x="9" y="79"/>
                </a:lnTo>
                <a:lnTo>
                  <a:pt x="7" y="83"/>
                </a:lnTo>
                <a:lnTo>
                  <a:pt x="6" y="86"/>
                </a:lnTo>
                <a:lnTo>
                  <a:pt x="5" y="89"/>
                </a:lnTo>
                <a:lnTo>
                  <a:pt x="4" y="93"/>
                </a:lnTo>
                <a:lnTo>
                  <a:pt x="4" y="96"/>
                </a:lnTo>
                <a:lnTo>
                  <a:pt x="3" y="100"/>
                </a:lnTo>
                <a:lnTo>
                  <a:pt x="2" y="103"/>
                </a:lnTo>
                <a:lnTo>
                  <a:pt x="2" y="106"/>
                </a:lnTo>
                <a:lnTo>
                  <a:pt x="2" y="110"/>
                </a:lnTo>
                <a:lnTo>
                  <a:pt x="2" y="113"/>
                </a:lnTo>
                <a:lnTo>
                  <a:pt x="2" y="117"/>
                </a:lnTo>
                <a:lnTo>
                  <a:pt x="2" y="120"/>
                </a:lnTo>
                <a:lnTo>
                  <a:pt x="2" y="124"/>
                </a:lnTo>
                <a:lnTo>
                  <a:pt x="3" y="127"/>
                </a:lnTo>
                <a:lnTo>
                  <a:pt x="4" y="131"/>
                </a:lnTo>
                <a:lnTo>
                  <a:pt x="4" y="134"/>
                </a:lnTo>
                <a:lnTo>
                  <a:pt x="5" y="138"/>
                </a:lnTo>
                <a:lnTo>
                  <a:pt x="6" y="141"/>
                </a:lnTo>
                <a:lnTo>
                  <a:pt x="7" y="144"/>
                </a:lnTo>
                <a:lnTo>
                  <a:pt x="9" y="148"/>
                </a:lnTo>
                <a:lnTo>
                  <a:pt x="10" y="151"/>
                </a:lnTo>
                <a:lnTo>
                  <a:pt x="12" y="154"/>
                </a:lnTo>
                <a:lnTo>
                  <a:pt x="13" y="157"/>
                </a:lnTo>
                <a:lnTo>
                  <a:pt x="15" y="160"/>
                </a:lnTo>
                <a:lnTo>
                  <a:pt x="17" y="164"/>
                </a:lnTo>
                <a:lnTo>
                  <a:pt x="19" y="167"/>
                </a:lnTo>
                <a:lnTo>
                  <a:pt x="21" y="170"/>
                </a:lnTo>
                <a:lnTo>
                  <a:pt x="23" y="173"/>
                </a:lnTo>
                <a:lnTo>
                  <a:pt x="26" y="176"/>
                </a:lnTo>
                <a:lnTo>
                  <a:pt x="28" y="178"/>
                </a:lnTo>
                <a:lnTo>
                  <a:pt x="31" y="181"/>
                </a:lnTo>
                <a:lnTo>
                  <a:pt x="34" y="184"/>
                </a:lnTo>
                <a:lnTo>
                  <a:pt x="36" y="187"/>
                </a:lnTo>
                <a:lnTo>
                  <a:pt x="39" y="189"/>
                </a:lnTo>
                <a:lnTo>
                  <a:pt x="42" y="192"/>
                </a:lnTo>
                <a:lnTo>
                  <a:pt x="45" y="194"/>
                </a:lnTo>
                <a:lnTo>
                  <a:pt x="49" y="196"/>
                </a:lnTo>
                <a:lnTo>
                  <a:pt x="52" y="199"/>
                </a:lnTo>
                <a:lnTo>
                  <a:pt x="55" y="201"/>
                </a:lnTo>
                <a:lnTo>
                  <a:pt x="59" y="203"/>
                </a:lnTo>
                <a:lnTo>
                  <a:pt x="62" y="205"/>
                </a:lnTo>
                <a:lnTo>
                  <a:pt x="66" y="207"/>
                </a:lnTo>
                <a:lnTo>
                  <a:pt x="70" y="209"/>
                </a:lnTo>
                <a:lnTo>
                  <a:pt x="73" y="210"/>
                </a:lnTo>
                <a:lnTo>
                  <a:pt x="77" y="212"/>
                </a:lnTo>
                <a:lnTo>
                  <a:pt x="81" y="213"/>
                </a:lnTo>
                <a:lnTo>
                  <a:pt x="85" y="215"/>
                </a:lnTo>
                <a:lnTo>
                  <a:pt x="89" y="216"/>
                </a:lnTo>
                <a:lnTo>
                  <a:pt x="93" y="217"/>
                </a:lnTo>
                <a:lnTo>
                  <a:pt x="97" y="219"/>
                </a:lnTo>
                <a:lnTo>
                  <a:pt x="101" y="220"/>
                </a:lnTo>
                <a:lnTo>
                  <a:pt x="106" y="221"/>
                </a:lnTo>
                <a:lnTo>
                  <a:pt x="110" y="221"/>
                </a:lnTo>
                <a:lnTo>
                  <a:pt x="114" y="222"/>
                </a:lnTo>
                <a:lnTo>
                  <a:pt x="118" y="223"/>
                </a:lnTo>
                <a:lnTo>
                  <a:pt x="123" y="223"/>
                </a:lnTo>
                <a:lnTo>
                  <a:pt x="127" y="224"/>
                </a:lnTo>
                <a:lnTo>
                  <a:pt x="131" y="224"/>
                </a:lnTo>
                <a:lnTo>
                  <a:pt x="135" y="224"/>
                </a:lnTo>
                <a:lnTo>
                  <a:pt x="140" y="224"/>
                </a:lnTo>
                <a:lnTo>
                  <a:pt x="144" y="224"/>
                </a:lnTo>
                <a:lnTo>
                  <a:pt x="148" y="224"/>
                </a:lnTo>
                <a:lnTo>
                  <a:pt x="153" y="224"/>
                </a:lnTo>
                <a:lnTo>
                  <a:pt x="157" y="223"/>
                </a:lnTo>
                <a:lnTo>
                  <a:pt x="161" y="223"/>
                </a:lnTo>
                <a:lnTo>
                  <a:pt x="166" y="222"/>
                </a:lnTo>
                <a:lnTo>
                  <a:pt x="171" y="221"/>
                </a:lnTo>
                <a:lnTo>
                  <a:pt x="175" y="221"/>
                </a:lnTo>
                <a:lnTo>
                  <a:pt x="179" y="220"/>
                </a:lnTo>
                <a:lnTo>
                  <a:pt x="183" y="219"/>
                </a:lnTo>
                <a:lnTo>
                  <a:pt x="188" y="217"/>
                </a:lnTo>
                <a:lnTo>
                  <a:pt x="192" y="216"/>
                </a:lnTo>
                <a:lnTo>
                  <a:pt x="196" y="215"/>
                </a:lnTo>
                <a:lnTo>
                  <a:pt x="200" y="213"/>
                </a:lnTo>
                <a:lnTo>
                  <a:pt x="203" y="212"/>
                </a:lnTo>
                <a:lnTo>
                  <a:pt x="207" y="210"/>
                </a:lnTo>
                <a:lnTo>
                  <a:pt x="211" y="209"/>
                </a:lnTo>
                <a:lnTo>
                  <a:pt x="215" y="207"/>
                </a:lnTo>
                <a:lnTo>
                  <a:pt x="218" y="205"/>
                </a:lnTo>
                <a:lnTo>
                  <a:pt x="222" y="203"/>
                </a:lnTo>
                <a:lnTo>
                  <a:pt x="225" y="201"/>
                </a:lnTo>
                <a:lnTo>
                  <a:pt x="229" y="199"/>
                </a:lnTo>
                <a:lnTo>
                  <a:pt x="232" y="196"/>
                </a:lnTo>
                <a:lnTo>
                  <a:pt x="235" y="194"/>
                </a:lnTo>
                <a:lnTo>
                  <a:pt x="238" y="192"/>
                </a:lnTo>
                <a:lnTo>
                  <a:pt x="241" y="189"/>
                </a:lnTo>
                <a:lnTo>
                  <a:pt x="244" y="187"/>
                </a:lnTo>
                <a:lnTo>
                  <a:pt x="247" y="184"/>
                </a:lnTo>
                <a:lnTo>
                  <a:pt x="250" y="181"/>
                </a:lnTo>
                <a:lnTo>
                  <a:pt x="252" y="178"/>
                </a:lnTo>
                <a:lnTo>
                  <a:pt x="255" y="176"/>
                </a:lnTo>
                <a:lnTo>
                  <a:pt x="257" y="173"/>
                </a:lnTo>
                <a:lnTo>
                  <a:pt x="260" y="170"/>
                </a:lnTo>
                <a:lnTo>
                  <a:pt x="262" y="167"/>
                </a:lnTo>
                <a:lnTo>
                  <a:pt x="264" y="164"/>
                </a:lnTo>
                <a:lnTo>
                  <a:pt x="266" y="160"/>
                </a:lnTo>
                <a:lnTo>
                  <a:pt x="267" y="157"/>
                </a:lnTo>
                <a:lnTo>
                  <a:pt x="269" y="154"/>
                </a:lnTo>
                <a:lnTo>
                  <a:pt x="271" y="151"/>
                </a:lnTo>
                <a:lnTo>
                  <a:pt x="272" y="148"/>
                </a:lnTo>
                <a:lnTo>
                  <a:pt x="273" y="144"/>
                </a:lnTo>
                <a:lnTo>
                  <a:pt x="274" y="141"/>
                </a:lnTo>
                <a:lnTo>
                  <a:pt x="275" y="138"/>
                </a:lnTo>
                <a:lnTo>
                  <a:pt x="276" y="134"/>
                </a:lnTo>
                <a:lnTo>
                  <a:pt x="277" y="131"/>
                </a:lnTo>
                <a:lnTo>
                  <a:pt x="278" y="127"/>
                </a:lnTo>
                <a:lnTo>
                  <a:pt x="278" y="124"/>
                </a:lnTo>
                <a:lnTo>
                  <a:pt x="278" y="120"/>
                </a:lnTo>
                <a:lnTo>
                  <a:pt x="279" y="117"/>
                </a:lnTo>
                <a:lnTo>
                  <a:pt x="279" y="113"/>
                </a:lnTo>
                <a:moveTo>
                  <a:pt x="281" y="113"/>
                </a:moveTo>
                <a:lnTo>
                  <a:pt x="281" y="117"/>
                </a:lnTo>
                <a:lnTo>
                  <a:pt x="281" y="120"/>
                </a:lnTo>
                <a:lnTo>
                  <a:pt x="280" y="124"/>
                </a:lnTo>
                <a:lnTo>
                  <a:pt x="280" y="127"/>
                </a:lnTo>
                <a:lnTo>
                  <a:pt x="279" y="131"/>
                </a:lnTo>
                <a:lnTo>
                  <a:pt x="279" y="134"/>
                </a:lnTo>
                <a:lnTo>
                  <a:pt x="278" y="138"/>
                </a:lnTo>
                <a:lnTo>
                  <a:pt x="277" y="141"/>
                </a:lnTo>
                <a:lnTo>
                  <a:pt x="275" y="145"/>
                </a:lnTo>
                <a:lnTo>
                  <a:pt x="274" y="148"/>
                </a:lnTo>
                <a:lnTo>
                  <a:pt x="273" y="151"/>
                </a:lnTo>
                <a:lnTo>
                  <a:pt x="271" y="155"/>
                </a:lnTo>
                <a:lnTo>
                  <a:pt x="269" y="158"/>
                </a:lnTo>
                <a:lnTo>
                  <a:pt x="268" y="161"/>
                </a:lnTo>
                <a:lnTo>
                  <a:pt x="266" y="164"/>
                </a:lnTo>
                <a:lnTo>
                  <a:pt x="264" y="168"/>
                </a:lnTo>
                <a:lnTo>
                  <a:pt x="261" y="171"/>
                </a:lnTo>
                <a:lnTo>
                  <a:pt x="259" y="174"/>
                </a:lnTo>
                <a:lnTo>
                  <a:pt x="257" y="177"/>
                </a:lnTo>
                <a:lnTo>
                  <a:pt x="254" y="179"/>
                </a:lnTo>
                <a:lnTo>
                  <a:pt x="252" y="182"/>
                </a:lnTo>
                <a:lnTo>
                  <a:pt x="249" y="185"/>
                </a:lnTo>
                <a:lnTo>
                  <a:pt x="246" y="188"/>
                </a:lnTo>
                <a:lnTo>
                  <a:pt x="243" y="190"/>
                </a:lnTo>
                <a:lnTo>
                  <a:pt x="240" y="193"/>
                </a:lnTo>
                <a:lnTo>
                  <a:pt x="237" y="195"/>
                </a:lnTo>
                <a:lnTo>
                  <a:pt x="234" y="198"/>
                </a:lnTo>
                <a:lnTo>
                  <a:pt x="230" y="200"/>
                </a:lnTo>
                <a:lnTo>
                  <a:pt x="227" y="202"/>
                </a:lnTo>
                <a:lnTo>
                  <a:pt x="223" y="204"/>
                </a:lnTo>
                <a:lnTo>
                  <a:pt x="220" y="206"/>
                </a:lnTo>
                <a:lnTo>
                  <a:pt x="216" y="208"/>
                </a:lnTo>
                <a:lnTo>
                  <a:pt x="212" y="210"/>
                </a:lnTo>
                <a:lnTo>
                  <a:pt x="208" y="212"/>
                </a:lnTo>
                <a:lnTo>
                  <a:pt x="204" y="214"/>
                </a:lnTo>
                <a:lnTo>
                  <a:pt x="200" y="215"/>
                </a:lnTo>
                <a:lnTo>
                  <a:pt x="196" y="217"/>
                </a:lnTo>
                <a:lnTo>
                  <a:pt x="192" y="218"/>
                </a:lnTo>
                <a:lnTo>
                  <a:pt x="188" y="219"/>
                </a:lnTo>
                <a:lnTo>
                  <a:pt x="184" y="220"/>
                </a:lnTo>
                <a:lnTo>
                  <a:pt x="180" y="221"/>
                </a:lnTo>
                <a:lnTo>
                  <a:pt x="176" y="222"/>
                </a:lnTo>
                <a:lnTo>
                  <a:pt x="171" y="223"/>
                </a:lnTo>
                <a:lnTo>
                  <a:pt x="166" y="224"/>
                </a:lnTo>
                <a:lnTo>
                  <a:pt x="162" y="224"/>
                </a:lnTo>
                <a:lnTo>
                  <a:pt x="157" y="225"/>
                </a:lnTo>
                <a:lnTo>
                  <a:pt x="153" y="225"/>
                </a:lnTo>
                <a:lnTo>
                  <a:pt x="149" y="226"/>
                </a:lnTo>
                <a:lnTo>
                  <a:pt x="144" y="226"/>
                </a:lnTo>
                <a:lnTo>
                  <a:pt x="140" y="226"/>
                </a:lnTo>
                <a:lnTo>
                  <a:pt x="135" y="226"/>
                </a:lnTo>
                <a:lnTo>
                  <a:pt x="131" y="226"/>
                </a:lnTo>
                <a:lnTo>
                  <a:pt x="127" y="225"/>
                </a:lnTo>
                <a:lnTo>
                  <a:pt x="122" y="225"/>
                </a:lnTo>
                <a:lnTo>
                  <a:pt x="118" y="224"/>
                </a:lnTo>
                <a:lnTo>
                  <a:pt x="114" y="224"/>
                </a:lnTo>
                <a:lnTo>
                  <a:pt x="109" y="223"/>
                </a:lnTo>
                <a:lnTo>
                  <a:pt x="105" y="222"/>
                </a:lnTo>
                <a:lnTo>
                  <a:pt x="101" y="221"/>
                </a:lnTo>
                <a:lnTo>
                  <a:pt x="96" y="220"/>
                </a:lnTo>
                <a:lnTo>
                  <a:pt x="92" y="219"/>
                </a:lnTo>
                <a:lnTo>
                  <a:pt x="88" y="218"/>
                </a:lnTo>
                <a:lnTo>
                  <a:pt x="84" y="217"/>
                </a:lnTo>
                <a:lnTo>
                  <a:pt x="80" y="215"/>
                </a:lnTo>
                <a:lnTo>
                  <a:pt x="76" y="214"/>
                </a:lnTo>
                <a:lnTo>
                  <a:pt x="72" y="212"/>
                </a:lnTo>
                <a:lnTo>
                  <a:pt x="68" y="210"/>
                </a:lnTo>
                <a:lnTo>
                  <a:pt x="65" y="208"/>
                </a:lnTo>
                <a:lnTo>
                  <a:pt x="61" y="206"/>
                </a:lnTo>
                <a:lnTo>
                  <a:pt x="57" y="204"/>
                </a:lnTo>
                <a:lnTo>
                  <a:pt x="54" y="202"/>
                </a:lnTo>
                <a:lnTo>
                  <a:pt x="50" y="200"/>
                </a:lnTo>
                <a:lnTo>
                  <a:pt x="47" y="198"/>
                </a:lnTo>
                <a:lnTo>
                  <a:pt x="44" y="195"/>
                </a:lnTo>
                <a:lnTo>
                  <a:pt x="41" y="193"/>
                </a:lnTo>
                <a:lnTo>
                  <a:pt x="38" y="190"/>
                </a:lnTo>
                <a:lnTo>
                  <a:pt x="35" y="188"/>
                </a:lnTo>
                <a:lnTo>
                  <a:pt x="32" y="185"/>
                </a:lnTo>
                <a:lnTo>
                  <a:pt x="29" y="182"/>
                </a:lnTo>
                <a:lnTo>
                  <a:pt x="26" y="179"/>
                </a:lnTo>
                <a:lnTo>
                  <a:pt x="24" y="177"/>
                </a:lnTo>
                <a:lnTo>
                  <a:pt x="21" y="174"/>
                </a:lnTo>
                <a:lnTo>
                  <a:pt x="19" y="171"/>
                </a:lnTo>
                <a:lnTo>
                  <a:pt x="17" y="168"/>
                </a:lnTo>
                <a:lnTo>
                  <a:pt x="15" y="164"/>
                </a:lnTo>
                <a:lnTo>
                  <a:pt x="13" y="161"/>
                </a:lnTo>
                <a:lnTo>
                  <a:pt x="11" y="158"/>
                </a:lnTo>
                <a:lnTo>
                  <a:pt x="9" y="155"/>
                </a:lnTo>
                <a:lnTo>
                  <a:pt x="8" y="151"/>
                </a:lnTo>
                <a:lnTo>
                  <a:pt x="6" y="148"/>
                </a:lnTo>
                <a:lnTo>
                  <a:pt x="5" y="145"/>
                </a:lnTo>
                <a:lnTo>
                  <a:pt x="4" y="141"/>
                </a:lnTo>
                <a:lnTo>
                  <a:pt x="3" y="138"/>
                </a:lnTo>
                <a:lnTo>
                  <a:pt x="2" y="134"/>
                </a:lnTo>
                <a:lnTo>
                  <a:pt x="1" y="131"/>
                </a:lnTo>
                <a:lnTo>
                  <a:pt x="1" y="127"/>
                </a:lnTo>
                <a:lnTo>
                  <a:pt x="0" y="124"/>
                </a:lnTo>
                <a:lnTo>
                  <a:pt x="0" y="120"/>
                </a:lnTo>
                <a:lnTo>
                  <a:pt x="0" y="117"/>
                </a:lnTo>
                <a:lnTo>
                  <a:pt x="0" y="113"/>
                </a:lnTo>
                <a:lnTo>
                  <a:pt x="0" y="110"/>
                </a:lnTo>
                <a:lnTo>
                  <a:pt x="0" y="106"/>
                </a:lnTo>
                <a:lnTo>
                  <a:pt x="0" y="103"/>
                </a:lnTo>
                <a:lnTo>
                  <a:pt x="1" y="99"/>
                </a:lnTo>
                <a:lnTo>
                  <a:pt x="1" y="96"/>
                </a:lnTo>
                <a:lnTo>
                  <a:pt x="2" y="92"/>
                </a:lnTo>
                <a:lnTo>
                  <a:pt x="3" y="89"/>
                </a:lnTo>
                <a:lnTo>
                  <a:pt x="4" y="85"/>
                </a:lnTo>
                <a:lnTo>
                  <a:pt x="5" y="82"/>
                </a:lnTo>
                <a:lnTo>
                  <a:pt x="6" y="79"/>
                </a:lnTo>
                <a:lnTo>
                  <a:pt x="8" y="74"/>
                </a:lnTo>
                <a:lnTo>
                  <a:pt x="9" y="71"/>
                </a:lnTo>
                <a:lnTo>
                  <a:pt x="11" y="68"/>
                </a:lnTo>
                <a:lnTo>
                  <a:pt x="13" y="64"/>
                </a:lnTo>
                <a:lnTo>
                  <a:pt x="15" y="61"/>
                </a:lnTo>
                <a:lnTo>
                  <a:pt x="17" y="58"/>
                </a:lnTo>
                <a:lnTo>
                  <a:pt x="19" y="55"/>
                </a:lnTo>
                <a:lnTo>
                  <a:pt x="21" y="52"/>
                </a:lnTo>
                <a:lnTo>
                  <a:pt x="24" y="49"/>
                </a:lnTo>
                <a:lnTo>
                  <a:pt x="26" y="46"/>
                </a:lnTo>
                <a:lnTo>
                  <a:pt x="29" y="43"/>
                </a:lnTo>
                <a:lnTo>
                  <a:pt x="32" y="41"/>
                </a:lnTo>
                <a:lnTo>
                  <a:pt x="35" y="38"/>
                </a:lnTo>
                <a:lnTo>
                  <a:pt x="38" y="35"/>
                </a:lnTo>
                <a:lnTo>
                  <a:pt x="41" y="33"/>
                </a:lnTo>
                <a:lnTo>
                  <a:pt x="44" y="30"/>
                </a:lnTo>
                <a:lnTo>
                  <a:pt x="47" y="28"/>
                </a:lnTo>
                <a:lnTo>
                  <a:pt x="50" y="26"/>
                </a:lnTo>
                <a:lnTo>
                  <a:pt x="54" y="24"/>
                </a:lnTo>
                <a:lnTo>
                  <a:pt x="57" y="21"/>
                </a:lnTo>
                <a:lnTo>
                  <a:pt x="61" y="19"/>
                </a:lnTo>
                <a:lnTo>
                  <a:pt x="65" y="17"/>
                </a:lnTo>
                <a:lnTo>
                  <a:pt x="68" y="16"/>
                </a:lnTo>
                <a:lnTo>
                  <a:pt x="72" y="14"/>
                </a:lnTo>
                <a:lnTo>
                  <a:pt x="76" y="12"/>
                </a:lnTo>
                <a:lnTo>
                  <a:pt x="80" y="11"/>
                </a:lnTo>
                <a:lnTo>
                  <a:pt x="84" y="9"/>
                </a:lnTo>
                <a:lnTo>
                  <a:pt x="88" y="8"/>
                </a:lnTo>
                <a:lnTo>
                  <a:pt x="92" y="7"/>
                </a:lnTo>
                <a:lnTo>
                  <a:pt x="96" y="5"/>
                </a:lnTo>
                <a:lnTo>
                  <a:pt x="101" y="4"/>
                </a:lnTo>
                <a:lnTo>
                  <a:pt x="105" y="3"/>
                </a:lnTo>
                <a:lnTo>
                  <a:pt x="109" y="3"/>
                </a:lnTo>
                <a:lnTo>
                  <a:pt x="114" y="2"/>
                </a:lnTo>
                <a:lnTo>
                  <a:pt x="118" y="1"/>
                </a:lnTo>
                <a:lnTo>
                  <a:pt x="122" y="1"/>
                </a:lnTo>
                <a:lnTo>
                  <a:pt x="127" y="0"/>
                </a:lnTo>
                <a:lnTo>
                  <a:pt x="131" y="0"/>
                </a:lnTo>
                <a:lnTo>
                  <a:pt x="135" y="0"/>
                </a:lnTo>
                <a:lnTo>
                  <a:pt x="140" y="0"/>
                </a:lnTo>
                <a:lnTo>
                  <a:pt x="144" y="0"/>
                </a:lnTo>
                <a:lnTo>
                  <a:pt x="149" y="0"/>
                </a:lnTo>
                <a:lnTo>
                  <a:pt x="153" y="0"/>
                </a:lnTo>
                <a:lnTo>
                  <a:pt x="157" y="1"/>
                </a:lnTo>
                <a:lnTo>
                  <a:pt x="162" y="1"/>
                </a:lnTo>
                <a:lnTo>
                  <a:pt x="166" y="2"/>
                </a:lnTo>
                <a:lnTo>
                  <a:pt x="171" y="3"/>
                </a:lnTo>
                <a:lnTo>
                  <a:pt x="176" y="3"/>
                </a:lnTo>
                <a:lnTo>
                  <a:pt x="180" y="4"/>
                </a:lnTo>
                <a:lnTo>
                  <a:pt x="184" y="5"/>
                </a:lnTo>
                <a:lnTo>
                  <a:pt x="188" y="7"/>
                </a:lnTo>
                <a:lnTo>
                  <a:pt x="192" y="8"/>
                </a:lnTo>
                <a:lnTo>
                  <a:pt x="196" y="9"/>
                </a:lnTo>
                <a:lnTo>
                  <a:pt x="200" y="11"/>
                </a:lnTo>
                <a:lnTo>
                  <a:pt x="204" y="12"/>
                </a:lnTo>
                <a:lnTo>
                  <a:pt x="208" y="14"/>
                </a:lnTo>
                <a:lnTo>
                  <a:pt x="212" y="16"/>
                </a:lnTo>
                <a:lnTo>
                  <a:pt x="216" y="17"/>
                </a:lnTo>
                <a:lnTo>
                  <a:pt x="220" y="19"/>
                </a:lnTo>
                <a:lnTo>
                  <a:pt x="223" y="21"/>
                </a:lnTo>
                <a:lnTo>
                  <a:pt x="227" y="24"/>
                </a:lnTo>
                <a:lnTo>
                  <a:pt x="230" y="26"/>
                </a:lnTo>
                <a:lnTo>
                  <a:pt x="234" y="28"/>
                </a:lnTo>
                <a:lnTo>
                  <a:pt x="237" y="30"/>
                </a:lnTo>
                <a:lnTo>
                  <a:pt x="240" y="33"/>
                </a:lnTo>
                <a:lnTo>
                  <a:pt x="243" y="35"/>
                </a:lnTo>
                <a:lnTo>
                  <a:pt x="246" y="38"/>
                </a:lnTo>
                <a:lnTo>
                  <a:pt x="249" y="41"/>
                </a:lnTo>
                <a:lnTo>
                  <a:pt x="252" y="43"/>
                </a:lnTo>
                <a:lnTo>
                  <a:pt x="254" y="46"/>
                </a:lnTo>
                <a:lnTo>
                  <a:pt x="257" y="49"/>
                </a:lnTo>
                <a:lnTo>
                  <a:pt x="259" y="52"/>
                </a:lnTo>
                <a:lnTo>
                  <a:pt x="261" y="55"/>
                </a:lnTo>
                <a:lnTo>
                  <a:pt x="264" y="58"/>
                </a:lnTo>
                <a:lnTo>
                  <a:pt x="266" y="61"/>
                </a:lnTo>
                <a:lnTo>
                  <a:pt x="268" y="64"/>
                </a:lnTo>
                <a:lnTo>
                  <a:pt x="269" y="68"/>
                </a:lnTo>
                <a:lnTo>
                  <a:pt x="271" y="71"/>
                </a:lnTo>
                <a:lnTo>
                  <a:pt x="273" y="74"/>
                </a:lnTo>
                <a:lnTo>
                  <a:pt x="274" y="79"/>
                </a:lnTo>
                <a:lnTo>
                  <a:pt x="275" y="82"/>
                </a:lnTo>
                <a:lnTo>
                  <a:pt x="277" y="85"/>
                </a:lnTo>
                <a:lnTo>
                  <a:pt x="278" y="89"/>
                </a:lnTo>
                <a:lnTo>
                  <a:pt x="279" y="92"/>
                </a:lnTo>
                <a:lnTo>
                  <a:pt x="279" y="96"/>
                </a:lnTo>
                <a:lnTo>
                  <a:pt x="280" y="99"/>
                </a:lnTo>
                <a:lnTo>
                  <a:pt x="280" y="103"/>
                </a:lnTo>
                <a:lnTo>
                  <a:pt x="281" y="106"/>
                </a:lnTo>
                <a:lnTo>
                  <a:pt x="281" y="110"/>
                </a:lnTo>
                <a:lnTo>
                  <a:pt x="281" y="113"/>
                </a:lnTo>
                <a:close/>
              </a:path>
            </a:pathLst>
          </a:custGeom>
          <a:solidFill>
            <a:srgbClr val="fff5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0" name=""/>
          <p:cNvSpPr/>
          <p:nvPr/>
        </p:nvSpPr>
        <p:spPr>
          <a:xfrm>
            <a:off x="4927320" y="1786680"/>
            <a:ext cx="102960" cy="82800"/>
          </a:xfrm>
          <a:custGeom>
            <a:avLst/>
            <a:gdLst/>
            <a:ahLst/>
            <a:rect l="0" t="0" r="r" b="b"/>
            <a:pathLst>
              <a:path w="286" h="230">
                <a:moveTo>
                  <a:pt x="284" y="114"/>
                </a:moveTo>
                <a:lnTo>
                  <a:pt x="284" y="111"/>
                </a:lnTo>
                <a:lnTo>
                  <a:pt x="284" y="107"/>
                </a:lnTo>
                <a:lnTo>
                  <a:pt x="283" y="104"/>
                </a:lnTo>
                <a:lnTo>
                  <a:pt x="283" y="100"/>
                </a:lnTo>
                <a:lnTo>
                  <a:pt x="282" y="97"/>
                </a:lnTo>
                <a:lnTo>
                  <a:pt x="282" y="93"/>
                </a:lnTo>
                <a:lnTo>
                  <a:pt x="281" y="90"/>
                </a:lnTo>
                <a:lnTo>
                  <a:pt x="280" y="86"/>
                </a:lnTo>
                <a:lnTo>
                  <a:pt x="278" y="83"/>
                </a:lnTo>
                <a:lnTo>
                  <a:pt x="277" y="80"/>
                </a:lnTo>
                <a:lnTo>
                  <a:pt x="276" y="76"/>
                </a:lnTo>
                <a:lnTo>
                  <a:pt x="274" y="73"/>
                </a:lnTo>
                <a:lnTo>
                  <a:pt x="272" y="70"/>
                </a:lnTo>
                <a:lnTo>
                  <a:pt x="271" y="66"/>
                </a:lnTo>
                <a:lnTo>
                  <a:pt x="269" y="63"/>
                </a:lnTo>
                <a:lnTo>
                  <a:pt x="267" y="60"/>
                </a:lnTo>
                <a:lnTo>
                  <a:pt x="264" y="57"/>
                </a:lnTo>
                <a:lnTo>
                  <a:pt x="262" y="54"/>
                </a:lnTo>
                <a:lnTo>
                  <a:pt x="260" y="51"/>
                </a:lnTo>
                <a:lnTo>
                  <a:pt x="257" y="48"/>
                </a:lnTo>
                <a:lnTo>
                  <a:pt x="255" y="45"/>
                </a:lnTo>
                <a:lnTo>
                  <a:pt x="252" y="43"/>
                </a:lnTo>
                <a:lnTo>
                  <a:pt x="249" y="40"/>
                </a:lnTo>
                <a:lnTo>
                  <a:pt x="246" y="37"/>
                </a:lnTo>
                <a:lnTo>
                  <a:pt x="243" y="35"/>
                </a:lnTo>
                <a:lnTo>
                  <a:pt x="240" y="32"/>
                </a:lnTo>
                <a:lnTo>
                  <a:pt x="237" y="30"/>
                </a:lnTo>
                <a:lnTo>
                  <a:pt x="233" y="28"/>
                </a:lnTo>
                <a:lnTo>
                  <a:pt x="230" y="26"/>
                </a:lnTo>
                <a:lnTo>
                  <a:pt x="226" y="23"/>
                </a:lnTo>
                <a:lnTo>
                  <a:pt x="223" y="21"/>
                </a:lnTo>
                <a:lnTo>
                  <a:pt x="219" y="19"/>
                </a:lnTo>
                <a:lnTo>
                  <a:pt x="215" y="18"/>
                </a:lnTo>
                <a:lnTo>
                  <a:pt x="211" y="16"/>
                </a:lnTo>
                <a:lnTo>
                  <a:pt x="207" y="14"/>
                </a:lnTo>
                <a:lnTo>
                  <a:pt x="203" y="13"/>
                </a:lnTo>
                <a:lnTo>
                  <a:pt x="199" y="11"/>
                </a:lnTo>
                <a:lnTo>
                  <a:pt x="195" y="10"/>
                </a:lnTo>
                <a:lnTo>
                  <a:pt x="191" y="9"/>
                </a:lnTo>
                <a:lnTo>
                  <a:pt x="187" y="7"/>
                </a:lnTo>
                <a:lnTo>
                  <a:pt x="183" y="6"/>
                </a:lnTo>
                <a:lnTo>
                  <a:pt x="179" y="5"/>
                </a:lnTo>
                <a:lnTo>
                  <a:pt x="174" y="5"/>
                </a:lnTo>
                <a:lnTo>
                  <a:pt x="170" y="4"/>
                </a:lnTo>
                <a:lnTo>
                  <a:pt x="166" y="3"/>
                </a:lnTo>
                <a:lnTo>
                  <a:pt x="161" y="3"/>
                </a:lnTo>
                <a:lnTo>
                  <a:pt x="157" y="2"/>
                </a:lnTo>
                <a:lnTo>
                  <a:pt x="153" y="2"/>
                </a:lnTo>
                <a:lnTo>
                  <a:pt x="148" y="2"/>
                </a:lnTo>
                <a:lnTo>
                  <a:pt x="144" y="2"/>
                </a:lnTo>
                <a:lnTo>
                  <a:pt x="139" y="2"/>
                </a:lnTo>
                <a:lnTo>
                  <a:pt x="134" y="2"/>
                </a:lnTo>
                <a:lnTo>
                  <a:pt x="130" y="2"/>
                </a:lnTo>
                <a:lnTo>
                  <a:pt x="125" y="3"/>
                </a:lnTo>
                <a:lnTo>
                  <a:pt x="121" y="3"/>
                </a:lnTo>
                <a:lnTo>
                  <a:pt x="117" y="4"/>
                </a:lnTo>
                <a:lnTo>
                  <a:pt x="112" y="5"/>
                </a:lnTo>
                <a:lnTo>
                  <a:pt x="108" y="5"/>
                </a:lnTo>
                <a:lnTo>
                  <a:pt x="104" y="6"/>
                </a:lnTo>
                <a:lnTo>
                  <a:pt x="99" y="7"/>
                </a:lnTo>
                <a:lnTo>
                  <a:pt x="95" y="9"/>
                </a:lnTo>
                <a:lnTo>
                  <a:pt x="91" y="10"/>
                </a:lnTo>
                <a:lnTo>
                  <a:pt x="87" y="11"/>
                </a:lnTo>
                <a:lnTo>
                  <a:pt x="83" y="13"/>
                </a:lnTo>
                <a:lnTo>
                  <a:pt x="79" y="14"/>
                </a:lnTo>
                <a:lnTo>
                  <a:pt x="75" y="16"/>
                </a:lnTo>
                <a:lnTo>
                  <a:pt x="71" y="18"/>
                </a:lnTo>
                <a:lnTo>
                  <a:pt x="68" y="19"/>
                </a:lnTo>
                <a:lnTo>
                  <a:pt x="64" y="21"/>
                </a:lnTo>
                <a:lnTo>
                  <a:pt x="60" y="23"/>
                </a:lnTo>
                <a:lnTo>
                  <a:pt x="57" y="26"/>
                </a:lnTo>
                <a:lnTo>
                  <a:pt x="53" y="28"/>
                </a:lnTo>
                <a:lnTo>
                  <a:pt x="50" y="30"/>
                </a:lnTo>
                <a:lnTo>
                  <a:pt x="47" y="32"/>
                </a:lnTo>
                <a:lnTo>
                  <a:pt x="44" y="35"/>
                </a:lnTo>
                <a:lnTo>
                  <a:pt x="41" y="37"/>
                </a:lnTo>
                <a:lnTo>
                  <a:pt x="38" y="40"/>
                </a:lnTo>
                <a:lnTo>
                  <a:pt x="35" y="43"/>
                </a:lnTo>
                <a:lnTo>
                  <a:pt x="32" y="45"/>
                </a:lnTo>
                <a:lnTo>
                  <a:pt x="29" y="48"/>
                </a:lnTo>
                <a:lnTo>
                  <a:pt x="27" y="51"/>
                </a:lnTo>
                <a:lnTo>
                  <a:pt x="24" y="54"/>
                </a:lnTo>
                <a:lnTo>
                  <a:pt x="22" y="57"/>
                </a:lnTo>
                <a:lnTo>
                  <a:pt x="20" y="60"/>
                </a:lnTo>
                <a:lnTo>
                  <a:pt x="18" y="63"/>
                </a:lnTo>
                <a:lnTo>
                  <a:pt x="16" y="66"/>
                </a:lnTo>
                <a:lnTo>
                  <a:pt x="14" y="70"/>
                </a:lnTo>
                <a:lnTo>
                  <a:pt x="12" y="73"/>
                </a:lnTo>
                <a:lnTo>
                  <a:pt x="11" y="76"/>
                </a:lnTo>
                <a:lnTo>
                  <a:pt x="9" y="80"/>
                </a:lnTo>
                <a:lnTo>
                  <a:pt x="8" y="83"/>
                </a:lnTo>
                <a:lnTo>
                  <a:pt x="7" y="86"/>
                </a:lnTo>
                <a:lnTo>
                  <a:pt x="6" y="90"/>
                </a:lnTo>
                <a:lnTo>
                  <a:pt x="5" y="93"/>
                </a:lnTo>
                <a:lnTo>
                  <a:pt x="4" y="97"/>
                </a:lnTo>
                <a:lnTo>
                  <a:pt x="4" y="100"/>
                </a:lnTo>
                <a:lnTo>
                  <a:pt x="3" y="104"/>
                </a:lnTo>
                <a:lnTo>
                  <a:pt x="3" y="107"/>
                </a:lnTo>
                <a:lnTo>
                  <a:pt x="3" y="111"/>
                </a:lnTo>
                <a:lnTo>
                  <a:pt x="3" y="114"/>
                </a:lnTo>
                <a:lnTo>
                  <a:pt x="3" y="118"/>
                </a:lnTo>
                <a:lnTo>
                  <a:pt x="3" y="121"/>
                </a:lnTo>
                <a:lnTo>
                  <a:pt x="3" y="125"/>
                </a:lnTo>
                <a:lnTo>
                  <a:pt x="4" y="128"/>
                </a:lnTo>
                <a:lnTo>
                  <a:pt x="4" y="132"/>
                </a:lnTo>
                <a:lnTo>
                  <a:pt x="5" y="135"/>
                </a:lnTo>
                <a:lnTo>
                  <a:pt x="6" y="139"/>
                </a:lnTo>
                <a:lnTo>
                  <a:pt x="7" y="142"/>
                </a:lnTo>
                <a:lnTo>
                  <a:pt x="8" y="146"/>
                </a:lnTo>
                <a:lnTo>
                  <a:pt x="9" y="149"/>
                </a:lnTo>
                <a:lnTo>
                  <a:pt x="11" y="152"/>
                </a:lnTo>
                <a:lnTo>
                  <a:pt x="12" y="156"/>
                </a:lnTo>
                <a:lnTo>
                  <a:pt x="14" y="159"/>
                </a:lnTo>
                <a:lnTo>
                  <a:pt x="16" y="162"/>
                </a:lnTo>
                <a:lnTo>
                  <a:pt x="18" y="165"/>
                </a:lnTo>
                <a:lnTo>
                  <a:pt x="20" y="170"/>
                </a:lnTo>
                <a:lnTo>
                  <a:pt x="22" y="173"/>
                </a:lnTo>
                <a:lnTo>
                  <a:pt x="24" y="176"/>
                </a:lnTo>
                <a:lnTo>
                  <a:pt x="27" y="179"/>
                </a:lnTo>
                <a:lnTo>
                  <a:pt x="29" y="181"/>
                </a:lnTo>
                <a:lnTo>
                  <a:pt x="32" y="184"/>
                </a:lnTo>
                <a:lnTo>
                  <a:pt x="35" y="187"/>
                </a:lnTo>
                <a:lnTo>
                  <a:pt x="38" y="190"/>
                </a:lnTo>
                <a:lnTo>
                  <a:pt x="41" y="192"/>
                </a:lnTo>
                <a:lnTo>
                  <a:pt x="44" y="195"/>
                </a:lnTo>
                <a:lnTo>
                  <a:pt x="47" y="197"/>
                </a:lnTo>
                <a:lnTo>
                  <a:pt x="50" y="200"/>
                </a:lnTo>
                <a:lnTo>
                  <a:pt x="53" y="202"/>
                </a:lnTo>
                <a:lnTo>
                  <a:pt x="57" y="204"/>
                </a:lnTo>
                <a:lnTo>
                  <a:pt x="60" y="206"/>
                </a:lnTo>
                <a:lnTo>
                  <a:pt x="64" y="208"/>
                </a:lnTo>
                <a:lnTo>
                  <a:pt x="68" y="210"/>
                </a:lnTo>
                <a:lnTo>
                  <a:pt x="71" y="212"/>
                </a:lnTo>
                <a:lnTo>
                  <a:pt x="75" y="214"/>
                </a:lnTo>
                <a:lnTo>
                  <a:pt x="79" y="216"/>
                </a:lnTo>
                <a:lnTo>
                  <a:pt x="83" y="217"/>
                </a:lnTo>
                <a:lnTo>
                  <a:pt x="87" y="219"/>
                </a:lnTo>
                <a:lnTo>
                  <a:pt x="91" y="220"/>
                </a:lnTo>
                <a:lnTo>
                  <a:pt x="95" y="221"/>
                </a:lnTo>
                <a:lnTo>
                  <a:pt x="99" y="222"/>
                </a:lnTo>
                <a:lnTo>
                  <a:pt x="104" y="223"/>
                </a:lnTo>
                <a:lnTo>
                  <a:pt x="108" y="224"/>
                </a:lnTo>
                <a:lnTo>
                  <a:pt x="112" y="225"/>
                </a:lnTo>
                <a:lnTo>
                  <a:pt x="117" y="226"/>
                </a:lnTo>
                <a:lnTo>
                  <a:pt x="121" y="226"/>
                </a:lnTo>
                <a:lnTo>
                  <a:pt x="125" y="227"/>
                </a:lnTo>
                <a:lnTo>
                  <a:pt x="130" y="227"/>
                </a:lnTo>
                <a:lnTo>
                  <a:pt x="134" y="228"/>
                </a:lnTo>
                <a:lnTo>
                  <a:pt x="139" y="228"/>
                </a:lnTo>
                <a:lnTo>
                  <a:pt x="144" y="228"/>
                </a:lnTo>
                <a:lnTo>
                  <a:pt x="148" y="228"/>
                </a:lnTo>
                <a:lnTo>
                  <a:pt x="153" y="228"/>
                </a:lnTo>
                <a:lnTo>
                  <a:pt x="157" y="227"/>
                </a:lnTo>
                <a:lnTo>
                  <a:pt x="161" y="227"/>
                </a:lnTo>
                <a:lnTo>
                  <a:pt x="166" y="226"/>
                </a:lnTo>
                <a:lnTo>
                  <a:pt x="170" y="226"/>
                </a:lnTo>
                <a:lnTo>
                  <a:pt x="174" y="225"/>
                </a:lnTo>
                <a:lnTo>
                  <a:pt x="179" y="224"/>
                </a:lnTo>
                <a:lnTo>
                  <a:pt x="183" y="223"/>
                </a:lnTo>
                <a:lnTo>
                  <a:pt x="187" y="222"/>
                </a:lnTo>
                <a:lnTo>
                  <a:pt x="191" y="221"/>
                </a:lnTo>
                <a:lnTo>
                  <a:pt x="195" y="220"/>
                </a:lnTo>
                <a:lnTo>
                  <a:pt x="199" y="219"/>
                </a:lnTo>
                <a:lnTo>
                  <a:pt x="203" y="217"/>
                </a:lnTo>
                <a:lnTo>
                  <a:pt x="207" y="216"/>
                </a:lnTo>
                <a:lnTo>
                  <a:pt x="211" y="214"/>
                </a:lnTo>
                <a:lnTo>
                  <a:pt x="215" y="212"/>
                </a:lnTo>
                <a:lnTo>
                  <a:pt x="219" y="210"/>
                </a:lnTo>
                <a:lnTo>
                  <a:pt x="223" y="208"/>
                </a:lnTo>
                <a:lnTo>
                  <a:pt x="226" y="206"/>
                </a:lnTo>
                <a:lnTo>
                  <a:pt x="230" y="204"/>
                </a:lnTo>
                <a:lnTo>
                  <a:pt x="233" y="202"/>
                </a:lnTo>
                <a:lnTo>
                  <a:pt x="237" y="200"/>
                </a:lnTo>
                <a:lnTo>
                  <a:pt x="240" y="197"/>
                </a:lnTo>
                <a:lnTo>
                  <a:pt x="243" y="195"/>
                </a:lnTo>
                <a:lnTo>
                  <a:pt x="246" y="192"/>
                </a:lnTo>
                <a:lnTo>
                  <a:pt x="249" y="190"/>
                </a:lnTo>
                <a:lnTo>
                  <a:pt x="252" y="187"/>
                </a:lnTo>
                <a:lnTo>
                  <a:pt x="255" y="184"/>
                </a:lnTo>
                <a:lnTo>
                  <a:pt x="257" y="181"/>
                </a:lnTo>
                <a:lnTo>
                  <a:pt x="260" y="179"/>
                </a:lnTo>
                <a:lnTo>
                  <a:pt x="262" y="176"/>
                </a:lnTo>
                <a:lnTo>
                  <a:pt x="264" y="173"/>
                </a:lnTo>
                <a:lnTo>
                  <a:pt x="267" y="170"/>
                </a:lnTo>
                <a:lnTo>
                  <a:pt x="269" y="165"/>
                </a:lnTo>
                <a:lnTo>
                  <a:pt x="271" y="162"/>
                </a:lnTo>
                <a:lnTo>
                  <a:pt x="272" y="159"/>
                </a:lnTo>
                <a:lnTo>
                  <a:pt x="274" y="156"/>
                </a:lnTo>
                <a:lnTo>
                  <a:pt x="276" y="152"/>
                </a:lnTo>
                <a:lnTo>
                  <a:pt x="277" y="149"/>
                </a:lnTo>
                <a:lnTo>
                  <a:pt x="278" y="146"/>
                </a:lnTo>
                <a:lnTo>
                  <a:pt x="280" y="142"/>
                </a:lnTo>
                <a:lnTo>
                  <a:pt x="281" y="139"/>
                </a:lnTo>
                <a:lnTo>
                  <a:pt x="282" y="135"/>
                </a:lnTo>
                <a:lnTo>
                  <a:pt x="282" y="132"/>
                </a:lnTo>
                <a:lnTo>
                  <a:pt x="283" y="128"/>
                </a:lnTo>
                <a:lnTo>
                  <a:pt x="283" y="125"/>
                </a:lnTo>
                <a:lnTo>
                  <a:pt x="284" y="121"/>
                </a:lnTo>
                <a:lnTo>
                  <a:pt x="284" y="118"/>
                </a:lnTo>
                <a:lnTo>
                  <a:pt x="284" y="114"/>
                </a:lnTo>
                <a:moveTo>
                  <a:pt x="286" y="114"/>
                </a:moveTo>
                <a:lnTo>
                  <a:pt x="286" y="118"/>
                </a:lnTo>
                <a:lnTo>
                  <a:pt x="286" y="122"/>
                </a:lnTo>
                <a:lnTo>
                  <a:pt x="286" y="125"/>
                </a:lnTo>
                <a:lnTo>
                  <a:pt x="285" y="129"/>
                </a:lnTo>
                <a:lnTo>
                  <a:pt x="285" y="132"/>
                </a:lnTo>
                <a:lnTo>
                  <a:pt x="284" y="136"/>
                </a:lnTo>
                <a:lnTo>
                  <a:pt x="283" y="139"/>
                </a:lnTo>
                <a:lnTo>
                  <a:pt x="282" y="143"/>
                </a:lnTo>
                <a:lnTo>
                  <a:pt x="281" y="146"/>
                </a:lnTo>
                <a:lnTo>
                  <a:pt x="279" y="150"/>
                </a:lnTo>
                <a:lnTo>
                  <a:pt x="278" y="153"/>
                </a:lnTo>
                <a:lnTo>
                  <a:pt x="276" y="156"/>
                </a:lnTo>
                <a:lnTo>
                  <a:pt x="275" y="160"/>
                </a:lnTo>
                <a:lnTo>
                  <a:pt x="273" y="163"/>
                </a:lnTo>
                <a:lnTo>
                  <a:pt x="271" y="166"/>
                </a:lnTo>
                <a:lnTo>
                  <a:pt x="269" y="170"/>
                </a:lnTo>
                <a:lnTo>
                  <a:pt x="266" y="174"/>
                </a:lnTo>
                <a:lnTo>
                  <a:pt x="264" y="177"/>
                </a:lnTo>
                <a:lnTo>
                  <a:pt x="262" y="180"/>
                </a:lnTo>
                <a:lnTo>
                  <a:pt x="259" y="183"/>
                </a:lnTo>
                <a:lnTo>
                  <a:pt x="256" y="185"/>
                </a:lnTo>
                <a:lnTo>
                  <a:pt x="254" y="188"/>
                </a:lnTo>
                <a:lnTo>
                  <a:pt x="251" y="191"/>
                </a:lnTo>
                <a:lnTo>
                  <a:pt x="248" y="194"/>
                </a:lnTo>
                <a:lnTo>
                  <a:pt x="245" y="196"/>
                </a:lnTo>
                <a:lnTo>
                  <a:pt x="241" y="199"/>
                </a:lnTo>
                <a:lnTo>
                  <a:pt x="238" y="201"/>
                </a:lnTo>
                <a:lnTo>
                  <a:pt x="235" y="203"/>
                </a:lnTo>
                <a:lnTo>
                  <a:pt x="231" y="206"/>
                </a:lnTo>
                <a:lnTo>
                  <a:pt x="228" y="208"/>
                </a:lnTo>
                <a:lnTo>
                  <a:pt x="224" y="210"/>
                </a:lnTo>
                <a:lnTo>
                  <a:pt x="220" y="212"/>
                </a:lnTo>
                <a:lnTo>
                  <a:pt x="216" y="214"/>
                </a:lnTo>
                <a:lnTo>
                  <a:pt x="212" y="216"/>
                </a:lnTo>
                <a:lnTo>
                  <a:pt x="208" y="217"/>
                </a:lnTo>
                <a:lnTo>
                  <a:pt x="204" y="219"/>
                </a:lnTo>
                <a:lnTo>
                  <a:pt x="200" y="220"/>
                </a:lnTo>
                <a:lnTo>
                  <a:pt x="196" y="222"/>
                </a:lnTo>
                <a:lnTo>
                  <a:pt x="192" y="223"/>
                </a:lnTo>
                <a:lnTo>
                  <a:pt x="188" y="224"/>
                </a:lnTo>
                <a:lnTo>
                  <a:pt x="184" y="225"/>
                </a:lnTo>
                <a:lnTo>
                  <a:pt x="179" y="226"/>
                </a:lnTo>
                <a:lnTo>
                  <a:pt x="175" y="227"/>
                </a:lnTo>
                <a:lnTo>
                  <a:pt x="171" y="228"/>
                </a:lnTo>
                <a:lnTo>
                  <a:pt x="166" y="228"/>
                </a:lnTo>
                <a:lnTo>
                  <a:pt x="162" y="229"/>
                </a:lnTo>
                <a:lnTo>
                  <a:pt x="157" y="229"/>
                </a:lnTo>
                <a:lnTo>
                  <a:pt x="153" y="229"/>
                </a:lnTo>
                <a:lnTo>
                  <a:pt x="148" y="230"/>
                </a:lnTo>
                <a:lnTo>
                  <a:pt x="144" y="230"/>
                </a:lnTo>
                <a:lnTo>
                  <a:pt x="139" y="230"/>
                </a:lnTo>
                <a:lnTo>
                  <a:pt x="134" y="229"/>
                </a:lnTo>
                <a:lnTo>
                  <a:pt x="129" y="229"/>
                </a:lnTo>
                <a:lnTo>
                  <a:pt x="125" y="229"/>
                </a:lnTo>
                <a:lnTo>
                  <a:pt x="121" y="228"/>
                </a:lnTo>
                <a:lnTo>
                  <a:pt x="116" y="228"/>
                </a:lnTo>
                <a:lnTo>
                  <a:pt x="112" y="227"/>
                </a:lnTo>
                <a:lnTo>
                  <a:pt x="107" y="226"/>
                </a:lnTo>
                <a:lnTo>
                  <a:pt x="103" y="225"/>
                </a:lnTo>
                <a:lnTo>
                  <a:pt x="99" y="224"/>
                </a:lnTo>
                <a:lnTo>
                  <a:pt x="95" y="223"/>
                </a:lnTo>
                <a:lnTo>
                  <a:pt x="90" y="222"/>
                </a:lnTo>
                <a:lnTo>
                  <a:pt x="86" y="220"/>
                </a:lnTo>
                <a:lnTo>
                  <a:pt x="82" y="219"/>
                </a:lnTo>
                <a:lnTo>
                  <a:pt x="78" y="217"/>
                </a:lnTo>
                <a:lnTo>
                  <a:pt x="74" y="216"/>
                </a:lnTo>
                <a:lnTo>
                  <a:pt x="70" y="214"/>
                </a:lnTo>
                <a:lnTo>
                  <a:pt x="66" y="212"/>
                </a:lnTo>
                <a:lnTo>
                  <a:pt x="63" y="210"/>
                </a:lnTo>
                <a:lnTo>
                  <a:pt x="59" y="208"/>
                </a:lnTo>
                <a:lnTo>
                  <a:pt x="55" y="206"/>
                </a:lnTo>
                <a:lnTo>
                  <a:pt x="52" y="203"/>
                </a:lnTo>
                <a:lnTo>
                  <a:pt x="49" y="201"/>
                </a:lnTo>
                <a:lnTo>
                  <a:pt x="45" y="199"/>
                </a:lnTo>
                <a:lnTo>
                  <a:pt x="42" y="196"/>
                </a:lnTo>
                <a:lnTo>
                  <a:pt x="39" y="194"/>
                </a:lnTo>
                <a:lnTo>
                  <a:pt x="36" y="191"/>
                </a:lnTo>
                <a:lnTo>
                  <a:pt x="33" y="188"/>
                </a:lnTo>
                <a:lnTo>
                  <a:pt x="30" y="185"/>
                </a:lnTo>
                <a:lnTo>
                  <a:pt x="28" y="183"/>
                </a:lnTo>
                <a:lnTo>
                  <a:pt x="25" y="180"/>
                </a:lnTo>
                <a:lnTo>
                  <a:pt x="22" y="177"/>
                </a:lnTo>
                <a:lnTo>
                  <a:pt x="20" y="174"/>
                </a:lnTo>
                <a:lnTo>
                  <a:pt x="18" y="170"/>
                </a:lnTo>
                <a:lnTo>
                  <a:pt x="16" y="166"/>
                </a:lnTo>
                <a:lnTo>
                  <a:pt x="14" y="163"/>
                </a:lnTo>
                <a:lnTo>
                  <a:pt x="12" y="160"/>
                </a:lnTo>
                <a:lnTo>
                  <a:pt x="10" y="156"/>
                </a:lnTo>
                <a:lnTo>
                  <a:pt x="9" y="153"/>
                </a:lnTo>
                <a:lnTo>
                  <a:pt x="7" y="150"/>
                </a:lnTo>
                <a:lnTo>
                  <a:pt x="6" y="146"/>
                </a:lnTo>
                <a:lnTo>
                  <a:pt x="5" y="143"/>
                </a:lnTo>
                <a:lnTo>
                  <a:pt x="4" y="139"/>
                </a:lnTo>
                <a:lnTo>
                  <a:pt x="3" y="136"/>
                </a:lnTo>
                <a:lnTo>
                  <a:pt x="2" y="132"/>
                </a:lnTo>
                <a:lnTo>
                  <a:pt x="1" y="129"/>
                </a:lnTo>
                <a:lnTo>
                  <a:pt x="1" y="125"/>
                </a:lnTo>
                <a:lnTo>
                  <a:pt x="1" y="122"/>
                </a:lnTo>
                <a:lnTo>
                  <a:pt x="0" y="118"/>
                </a:lnTo>
                <a:lnTo>
                  <a:pt x="0" y="114"/>
                </a:lnTo>
                <a:lnTo>
                  <a:pt x="0" y="111"/>
                </a:lnTo>
                <a:lnTo>
                  <a:pt x="1" y="107"/>
                </a:lnTo>
                <a:lnTo>
                  <a:pt x="1" y="104"/>
                </a:lnTo>
                <a:lnTo>
                  <a:pt x="1" y="100"/>
                </a:lnTo>
                <a:lnTo>
                  <a:pt x="2" y="97"/>
                </a:lnTo>
                <a:lnTo>
                  <a:pt x="3" y="93"/>
                </a:lnTo>
                <a:lnTo>
                  <a:pt x="4" y="89"/>
                </a:lnTo>
                <a:lnTo>
                  <a:pt x="5" y="86"/>
                </a:lnTo>
                <a:lnTo>
                  <a:pt x="6" y="82"/>
                </a:lnTo>
                <a:lnTo>
                  <a:pt x="7" y="79"/>
                </a:lnTo>
                <a:lnTo>
                  <a:pt x="9" y="76"/>
                </a:lnTo>
                <a:lnTo>
                  <a:pt x="10" y="72"/>
                </a:lnTo>
                <a:lnTo>
                  <a:pt x="12" y="69"/>
                </a:lnTo>
                <a:lnTo>
                  <a:pt x="14" y="66"/>
                </a:lnTo>
                <a:lnTo>
                  <a:pt x="16" y="62"/>
                </a:lnTo>
                <a:lnTo>
                  <a:pt x="18" y="59"/>
                </a:lnTo>
                <a:lnTo>
                  <a:pt x="20" y="56"/>
                </a:lnTo>
                <a:lnTo>
                  <a:pt x="22" y="53"/>
                </a:lnTo>
                <a:lnTo>
                  <a:pt x="25" y="50"/>
                </a:lnTo>
                <a:lnTo>
                  <a:pt x="28" y="47"/>
                </a:lnTo>
                <a:lnTo>
                  <a:pt x="30" y="44"/>
                </a:lnTo>
                <a:lnTo>
                  <a:pt x="33" y="42"/>
                </a:lnTo>
                <a:lnTo>
                  <a:pt x="36" y="39"/>
                </a:lnTo>
                <a:lnTo>
                  <a:pt x="39" y="36"/>
                </a:lnTo>
                <a:lnTo>
                  <a:pt x="42" y="34"/>
                </a:lnTo>
                <a:lnTo>
                  <a:pt x="45" y="31"/>
                </a:lnTo>
                <a:lnTo>
                  <a:pt x="49" y="29"/>
                </a:lnTo>
                <a:lnTo>
                  <a:pt x="52" y="26"/>
                </a:lnTo>
                <a:lnTo>
                  <a:pt x="55" y="24"/>
                </a:lnTo>
                <a:lnTo>
                  <a:pt x="59" y="22"/>
                </a:lnTo>
                <a:lnTo>
                  <a:pt x="63" y="20"/>
                </a:lnTo>
                <a:lnTo>
                  <a:pt x="66" y="18"/>
                </a:lnTo>
                <a:lnTo>
                  <a:pt x="70" y="16"/>
                </a:lnTo>
                <a:lnTo>
                  <a:pt x="74" y="14"/>
                </a:lnTo>
                <a:lnTo>
                  <a:pt x="78" y="13"/>
                </a:lnTo>
                <a:lnTo>
                  <a:pt x="82" y="11"/>
                </a:lnTo>
                <a:lnTo>
                  <a:pt x="86" y="9"/>
                </a:lnTo>
                <a:lnTo>
                  <a:pt x="90" y="8"/>
                </a:lnTo>
                <a:lnTo>
                  <a:pt x="95" y="7"/>
                </a:lnTo>
                <a:lnTo>
                  <a:pt x="99" y="6"/>
                </a:lnTo>
                <a:lnTo>
                  <a:pt x="103" y="5"/>
                </a:lnTo>
                <a:lnTo>
                  <a:pt x="107" y="4"/>
                </a:lnTo>
                <a:lnTo>
                  <a:pt x="112" y="3"/>
                </a:lnTo>
                <a:lnTo>
                  <a:pt x="116" y="2"/>
                </a:lnTo>
                <a:lnTo>
                  <a:pt x="121" y="1"/>
                </a:lnTo>
                <a:lnTo>
                  <a:pt x="125" y="1"/>
                </a:lnTo>
                <a:lnTo>
                  <a:pt x="129" y="1"/>
                </a:lnTo>
                <a:lnTo>
                  <a:pt x="134" y="0"/>
                </a:lnTo>
                <a:lnTo>
                  <a:pt x="139" y="0"/>
                </a:lnTo>
                <a:lnTo>
                  <a:pt x="144" y="0"/>
                </a:lnTo>
                <a:lnTo>
                  <a:pt x="148" y="0"/>
                </a:lnTo>
                <a:lnTo>
                  <a:pt x="153" y="0"/>
                </a:lnTo>
                <a:lnTo>
                  <a:pt x="157" y="1"/>
                </a:lnTo>
                <a:lnTo>
                  <a:pt x="162" y="1"/>
                </a:lnTo>
                <a:lnTo>
                  <a:pt x="166" y="1"/>
                </a:lnTo>
                <a:lnTo>
                  <a:pt x="171" y="2"/>
                </a:lnTo>
                <a:lnTo>
                  <a:pt x="175" y="3"/>
                </a:lnTo>
                <a:lnTo>
                  <a:pt x="179" y="4"/>
                </a:lnTo>
                <a:lnTo>
                  <a:pt x="184" y="5"/>
                </a:lnTo>
                <a:lnTo>
                  <a:pt x="188" y="6"/>
                </a:lnTo>
                <a:lnTo>
                  <a:pt x="192" y="7"/>
                </a:lnTo>
                <a:lnTo>
                  <a:pt x="196" y="8"/>
                </a:lnTo>
                <a:lnTo>
                  <a:pt x="200" y="9"/>
                </a:lnTo>
                <a:lnTo>
                  <a:pt x="204" y="11"/>
                </a:lnTo>
                <a:lnTo>
                  <a:pt x="208" y="13"/>
                </a:lnTo>
                <a:lnTo>
                  <a:pt x="212" y="14"/>
                </a:lnTo>
                <a:lnTo>
                  <a:pt x="216" y="16"/>
                </a:lnTo>
                <a:lnTo>
                  <a:pt x="220" y="18"/>
                </a:lnTo>
                <a:lnTo>
                  <a:pt x="224" y="20"/>
                </a:lnTo>
                <a:lnTo>
                  <a:pt x="228" y="22"/>
                </a:lnTo>
                <a:lnTo>
                  <a:pt x="231" y="24"/>
                </a:lnTo>
                <a:lnTo>
                  <a:pt x="235" y="26"/>
                </a:lnTo>
                <a:lnTo>
                  <a:pt x="238" y="29"/>
                </a:lnTo>
                <a:lnTo>
                  <a:pt x="241" y="31"/>
                </a:lnTo>
                <a:lnTo>
                  <a:pt x="245" y="34"/>
                </a:lnTo>
                <a:lnTo>
                  <a:pt x="248" y="36"/>
                </a:lnTo>
                <a:lnTo>
                  <a:pt x="251" y="39"/>
                </a:lnTo>
                <a:lnTo>
                  <a:pt x="254" y="42"/>
                </a:lnTo>
                <a:lnTo>
                  <a:pt x="256" y="44"/>
                </a:lnTo>
                <a:lnTo>
                  <a:pt x="259" y="47"/>
                </a:lnTo>
                <a:lnTo>
                  <a:pt x="262" y="50"/>
                </a:lnTo>
                <a:lnTo>
                  <a:pt x="264" y="53"/>
                </a:lnTo>
                <a:lnTo>
                  <a:pt x="266" y="56"/>
                </a:lnTo>
                <a:lnTo>
                  <a:pt x="269" y="59"/>
                </a:lnTo>
                <a:lnTo>
                  <a:pt x="271" y="62"/>
                </a:lnTo>
                <a:lnTo>
                  <a:pt x="273" y="66"/>
                </a:lnTo>
                <a:lnTo>
                  <a:pt x="275" y="69"/>
                </a:lnTo>
                <a:lnTo>
                  <a:pt x="276" y="72"/>
                </a:lnTo>
                <a:lnTo>
                  <a:pt x="278" y="76"/>
                </a:lnTo>
                <a:lnTo>
                  <a:pt x="279" y="79"/>
                </a:lnTo>
                <a:lnTo>
                  <a:pt x="281" y="82"/>
                </a:lnTo>
                <a:lnTo>
                  <a:pt x="282" y="86"/>
                </a:lnTo>
                <a:lnTo>
                  <a:pt x="283" y="89"/>
                </a:lnTo>
                <a:lnTo>
                  <a:pt x="284" y="93"/>
                </a:lnTo>
                <a:lnTo>
                  <a:pt x="285" y="97"/>
                </a:lnTo>
                <a:lnTo>
                  <a:pt x="285" y="100"/>
                </a:lnTo>
                <a:lnTo>
                  <a:pt x="286" y="104"/>
                </a:lnTo>
                <a:lnTo>
                  <a:pt x="286" y="107"/>
                </a:lnTo>
                <a:lnTo>
                  <a:pt x="286" y="111"/>
                </a:lnTo>
                <a:lnTo>
                  <a:pt x="286" y="114"/>
                </a:lnTo>
                <a:close/>
              </a:path>
            </a:pathLst>
          </a:custGeom>
          <a:solidFill>
            <a:srgbClr val="ff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1" name=""/>
          <p:cNvSpPr/>
          <p:nvPr/>
        </p:nvSpPr>
        <p:spPr>
          <a:xfrm>
            <a:off x="4926600" y="1785960"/>
            <a:ext cx="104760" cy="84240"/>
          </a:xfrm>
          <a:custGeom>
            <a:avLst/>
            <a:gdLst/>
            <a:ahLst/>
            <a:rect l="0" t="0" r="r" b="b"/>
            <a:pathLst>
              <a:path w="291" h="234">
                <a:moveTo>
                  <a:pt x="288" y="117"/>
                </a:moveTo>
                <a:lnTo>
                  <a:pt x="288" y="114"/>
                </a:lnTo>
                <a:lnTo>
                  <a:pt x="288" y="110"/>
                </a:lnTo>
                <a:lnTo>
                  <a:pt x="288" y="107"/>
                </a:lnTo>
                <a:lnTo>
                  <a:pt x="287" y="103"/>
                </a:lnTo>
                <a:lnTo>
                  <a:pt x="287" y="100"/>
                </a:lnTo>
                <a:lnTo>
                  <a:pt x="286" y="96"/>
                </a:lnTo>
                <a:lnTo>
                  <a:pt x="285" y="92"/>
                </a:lnTo>
                <a:lnTo>
                  <a:pt x="284" y="89"/>
                </a:lnTo>
                <a:lnTo>
                  <a:pt x="283" y="85"/>
                </a:lnTo>
                <a:lnTo>
                  <a:pt x="281" y="82"/>
                </a:lnTo>
                <a:lnTo>
                  <a:pt x="280" y="79"/>
                </a:lnTo>
                <a:lnTo>
                  <a:pt x="278" y="75"/>
                </a:lnTo>
                <a:lnTo>
                  <a:pt x="277" y="72"/>
                </a:lnTo>
                <a:lnTo>
                  <a:pt x="275" y="69"/>
                </a:lnTo>
                <a:lnTo>
                  <a:pt x="273" y="65"/>
                </a:lnTo>
                <a:lnTo>
                  <a:pt x="271" y="62"/>
                </a:lnTo>
                <a:lnTo>
                  <a:pt x="268" y="59"/>
                </a:lnTo>
                <a:lnTo>
                  <a:pt x="266" y="56"/>
                </a:lnTo>
                <a:lnTo>
                  <a:pt x="264" y="53"/>
                </a:lnTo>
                <a:lnTo>
                  <a:pt x="261" y="50"/>
                </a:lnTo>
                <a:lnTo>
                  <a:pt x="258" y="47"/>
                </a:lnTo>
                <a:lnTo>
                  <a:pt x="256" y="45"/>
                </a:lnTo>
                <a:lnTo>
                  <a:pt x="253" y="42"/>
                </a:lnTo>
                <a:lnTo>
                  <a:pt x="250" y="39"/>
                </a:lnTo>
                <a:lnTo>
                  <a:pt x="247" y="37"/>
                </a:lnTo>
                <a:lnTo>
                  <a:pt x="243" y="34"/>
                </a:lnTo>
                <a:lnTo>
                  <a:pt x="240" y="32"/>
                </a:lnTo>
                <a:lnTo>
                  <a:pt x="237" y="29"/>
                </a:lnTo>
                <a:lnTo>
                  <a:pt x="233" y="26"/>
                </a:lnTo>
                <a:lnTo>
                  <a:pt x="230" y="24"/>
                </a:lnTo>
                <a:lnTo>
                  <a:pt x="226" y="22"/>
                </a:lnTo>
                <a:lnTo>
                  <a:pt x="222" y="20"/>
                </a:lnTo>
                <a:lnTo>
                  <a:pt x="218" y="18"/>
                </a:lnTo>
                <a:lnTo>
                  <a:pt x="214" y="16"/>
                </a:lnTo>
                <a:lnTo>
                  <a:pt x="210" y="15"/>
                </a:lnTo>
                <a:lnTo>
                  <a:pt x="206" y="13"/>
                </a:lnTo>
                <a:lnTo>
                  <a:pt x="202" y="11"/>
                </a:lnTo>
                <a:lnTo>
                  <a:pt x="198" y="10"/>
                </a:lnTo>
                <a:lnTo>
                  <a:pt x="194" y="9"/>
                </a:lnTo>
                <a:lnTo>
                  <a:pt x="190" y="8"/>
                </a:lnTo>
                <a:lnTo>
                  <a:pt x="186" y="7"/>
                </a:lnTo>
                <a:lnTo>
                  <a:pt x="181" y="6"/>
                </a:lnTo>
                <a:lnTo>
                  <a:pt x="177" y="5"/>
                </a:lnTo>
                <a:lnTo>
                  <a:pt x="173" y="4"/>
                </a:lnTo>
                <a:lnTo>
                  <a:pt x="168" y="3"/>
                </a:lnTo>
                <a:lnTo>
                  <a:pt x="164" y="3"/>
                </a:lnTo>
                <a:lnTo>
                  <a:pt x="159" y="3"/>
                </a:lnTo>
                <a:lnTo>
                  <a:pt x="155" y="2"/>
                </a:lnTo>
                <a:lnTo>
                  <a:pt x="150" y="2"/>
                </a:lnTo>
                <a:lnTo>
                  <a:pt x="146" y="2"/>
                </a:lnTo>
                <a:lnTo>
                  <a:pt x="141" y="2"/>
                </a:lnTo>
                <a:lnTo>
                  <a:pt x="137" y="2"/>
                </a:lnTo>
                <a:lnTo>
                  <a:pt x="132" y="3"/>
                </a:lnTo>
                <a:lnTo>
                  <a:pt x="128" y="3"/>
                </a:lnTo>
                <a:lnTo>
                  <a:pt x="124" y="3"/>
                </a:lnTo>
                <a:lnTo>
                  <a:pt x="119" y="4"/>
                </a:lnTo>
                <a:lnTo>
                  <a:pt x="115" y="5"/>
                </a:lnTo>
                <a:lnTo>
                  <a:pt x="110" y="6"/>
                </a:lnTo>
                <a:lnTo>
                  <a:pt x="106" y="7"/>
                </a:lnTo>
                <a:lnTo>
                  <a:pt x="102" y="8"/>
                </a:lnTo>
                <a:lnTo>
                  <a:pt x="98" y="9"/>
                </a:lnTo>
                <a:lnTo>
                  <a:pt x="93" y="10"/>
                </a:lnTo>
                <a:lnTo>
                  <a:pt x="89" y="11"/>
                </a:lnTo>
                <a:lnTo>
                  <a:pt x="85" y="13"/>
                </a:lnTo>
                <a:lnTo>
                  <a:pt x="81" y="15"/>
                </a:lnTo>
                <a:lnTo>
                  <a:pt x="77" y="16"/>
                </a:lnTo>
                <a:lnTo>
                  <a:pt x="73" y="18"/>
                </a:lnTo>
                <a:lnTo>
                  <a:pt x="69" y="20"/>
                </a:lnTo>
                <a:lnTo>
                  <a:pt x="66" y="22"/>
                </a:lnTo>
                <a:lnTo>
                  <a:pt x="62" y="24"/>
                </a:lnTo>
                <a:lnTo>
                  <a:pt x="58" y="26"/>
                </a:lnTo>
                <a:lnTo>
                  <a:pt x="55" y="29"/>
                </a:lnTo>
                <a:lnTo>
                  <a:pt x="52" y="32"/>
                </a:lnTo>
                <a:lnTo>
                  <a:pt x="48" y="34"/>
                </a:lnTo>
                <a:lnTo>
                  <a:pt x="45" y="37"/>
                </a:lnTo>
                <a:lnTo>
                  <a:pt x="41" y="39"/>
                </a:lnTo>
                <a:lnTo>
                  <a:pt x="38" y="42"/>
                </a:lnTo>
                <a:lnTo>
                  <a:pt x="35" y="45"/>
                </a:lnTo>
                <a:lnTo>
                  <a:pt x="32" y="47"/>
                </a:lnTo>
                <a:lnTo>
                  <a:pt x="30" y="50"/>
                </a:lnTo>
                <a:lnTo>
                  <a:pt x="27" y="53"/>
                </a:lnTo>
                <a:lnTo>
                  <a:pt x="24" y="56"/>
                </a:lnTo>
                <a:lnTo>
                  <a:pt x="22" y="59"/>
                </a:lnTo>
                <a:lnTo>
                  <a:pt x="20" y="62"/>
                </a:lnTo>
                <a:lnTo>
                  <a:pt x="18" y="65"/>
                </a:lnTo>
                <a:lnTo>
                  <a:pt x="16" y="69"/>
                </a:lnTo>
                <a:lnTo>
                  <a:pt x="14" y="72"/>
                </a:lnTo>
                <a:lnTo>
                  <a:pt x="12" y="75"/>
                </a:lnTo>
                <a:lnTo>
                  <a:pt x="11" y="79"/>
                </a:lnTo>
                <a:lnTo>
                  <a:pt x="9" y="82"/>
                </a:lnTo>
                <a:lnTo>
                  <a:pt x="8" y="85"/>
                </a:lnTo>
                <a:lnTo>
                  <a:pt x="7" y="89"/>
                </a:lnTo>
                <a:lnTo>
                  <a:pt x="6" y="92"/>
                </a:lnTo>
                <a:lnTo>
                  <a:pt x="5" y="96"/>
                </a:lnTo>
                <a:lnTo>
                  <a:pt x="4" y="100"/>
                </a:lnTo>
                <a:lnTo>
                  <a:pt x="3" y="103"/>
                </a:lnTo>
                <a:lnTo>
                  <a:pt x="3" y="107"/>
                </a:lnTo>
                <a:lnTo>
                  <a:pt x="3" y="110"/>
                </a:lnTo>
                <a:lnTo>
                  <a:pt x="2" y="114"/>
                </a:lnTo>
                <a:lnTo>
                  <a:pt x="2" y="117"/>
                </a:lnTo>
                <a:lnTo>
                  <a:pt x="2" y="121"/>
                </a:lnTo>
                <a:lnTo>
                  <a:pt x="3" y="125"/>
                </a:lnTo>
                <a:lnTo>
                  <a:pt x="3" y="128"/>
                </a:lnTo>
                <a:lnTo>
                  <a:pt x="3" y="132"/>
                </a:lnTo>
                <a:lnTo>
                  <a:pt x="4" y="135"/>
                </a:lnTo>
                <a:lnTo>
                  <a:pt x="5" y="139"/>
                </a:lnTo>
                <a:lnTo>
                  <a:pt x="6" y="142"/>
                </a:lnTo>
                <a:lnTo>
                  <a:pt x="7" y="146"/>
                </a:lnTo>
                <a:lnTo>
                  <a:pt x="8" y="149"/>
                </a:lnTo>
                <a:lnTo>
                  <a:pt x="9" y="153"/>
                </a:lnTo>
                <a:lnTo>
                  <a:pt x="11" y="156"/>
                </a:lnTo>
                <a:lnTo>
                  <a:pt x="12" y="159"/>
                </a:lnTo>
                <a:lnTo>
                  <a:pt x="14" y="163"/>
                </a:lnTo>
                <a:lnTo>
                  <a:pt x="16" y="166"/>
                </a:lnTo>
                <a:lnTo>
                  <a:pt x="18" y="169"/>
                </a:lnTo>
                <a:lnTo>
                  <a:pt x="20" y="172"/>
                </a:lnTo>
                <a:lnTo>
                  <a:pt x="22" y="176"/>
                </a:lnTo>
                <a:lnTo>
                  <a:pt x="24" y="179"/>
                </a:lnTo>
                <a:lnTo>
                  <a:pt x="27" y="182"/>
                </a:lnTo>
                <a:lnTo>
                  <a:pt x="30" y="185"/>
                </a:lnTo>
                <a:lnTo>
                  <a:pt x="32" y="187"/>
                </a:lnTo>
                <a:lnTo>
                  <a:pt x="35" y="190"/>
                </a:lnTo>
                <a:lnTo>
                  <a:pt x="38" y="193"/>
                </a:lnTo>
                <a:lnTo>
                  <a:pt x="41" y="196"/>
                </a:lnTo>
                <a:lnTo>
                  <a:pt x="45" y="198"/>
                </a:lnTo>
                <a:lnTo>
                  <a:pt x="48" y="201"/>
                </a:lnTo>
                <a:lnTo>
                  <a:pt x="52" y="203"/>
                </a:lnTo>
                <a:lnTo>
                  <a:pt x="55" y="205"/>
                </a:lnTo>
                <a:lnTo>
                  <a:pt x="58" y="208"/>
                </a:lnTo>
                <a:lnTo>
                  <a:pt x="62" y="210"/>
                </a:lnTo>
                <a:lnTo>
                  <a:pt x="66" y="212"/>
                </a:lnTo>
                <a:lnTo>
                  <a:pt x="69" y="214"/>
                </a:lnTo>
                <a:lnTo>
                  <a:pt x="73" y="216"/>
                </a:lnTo>
                <a:lnTo>
                  <a:pt x="77" y="218"/>
                </a:lnTo>
                <a:lnTo>
                  <a:pt x="81" y="219"/>
                </a:lnTo>
                <a:lnTo>
                  <a:pt x="85" y="221"/>
                </a:lnTo>
                <a:lnTo>
                  <a:pt x="89" y="222"/>
                </a:lnTo>
                <a:lnTo>
                  <a:pt x="93" y="224"/>
                </a:lnTo>
                <a:lnTo>
                  <a:pt x="98" y="225"/>
                </a:lnTo>
                <a:lnTo>
                  <a:pt x="102" y="226"/>
                </a:lnTo>
                <a:lnTo>
                  <a:pt x="106" y="227"/>
                </a:lnTo>
                <a:lnTo>
                  <a:pt x="110" y="228"/>
                </a:lnTo>
                <a:lnTo>
                  <a:pt x="115" y="229"/>
                </a:lnTo>
                <a:lnTo>
                  <a:pt x="119" y="230"/>
                </a:lnTo>
                <a:lnTo>
                  <a:pt x="124" y="230"/>
                </a:lnTo>
                <a:lnTo>
                  <a:pt x="128" y="231"/>
                </a:lnTo>
                <a:lnTo>
                  <a:pt x="132" y="231"/>
                </a:lnTo>
                <a:lnTo>
                  <a:pt x="137" y="231"/>
                </a:lnTo>
                <a:lnTo>
                  <a:pt x="141" y="232"/>
                </a:lnTo>
                <a:lnTo>
                  <a:pt x="146" y="232"/>
                </a:lnTo>
                <a:lnTo>
                  <a:pt x="150" y="232"/>
                </a:lnTo>
                <a:lnTo>
                  <a:pt x="155" y="231"/>
                </a:lnTo>
                <a:lnTo>
                  <a:pt x="159" y="231"/>
                </a:lnTo>
                <a:lnTo>
                  <a:pt x="164" y="231"/>
                </a:lnTo>
                <a:lnTo>
                  <a:pt x="168" y="230"/>
                </a:lnTo>
                <a:lnTo>
                  <a:pt x="173" y="230"/>
                </a:lnTo>
                <a:lnTo>
                  <a:pt x="177" y="229"/>
                </a:lnTo>
                <a:lnTo>
                  <a:pt x="181" y="228"/>
                </a:lnTo>
                <a:lnTo>
                  <a:pt x="186" y="227"/>
                </a:lnTo>
                <a:lnTo>
                  <a:pt x="190" y="226"/>
                </a:lnTo>
                <a:lnTo>
                  <a:pt x="194" y="225"/>
                </a:lnTo>
                <a:lnTo>
                  <a:pt x="198" y="224"/>
                </a:lnTo>
                <a:lnTo>
                  <a:pt x="202" y="222"/>
                </a:lnTo>
                <a:lnTo>
                  <a:pt x="206" y="221"/>
                </a:lnTo>
                <a:lnTo>
                  <a:pt x="210" y="219"/>
                </a:lnTo>
                <a:lnTo>
                  <a:pt x="214" y="218"/>
                </a:lnTo>
                <a:lnTo>
                  <a:pt x="218" y="216"/>
                </a:lnTo>
                <a:lnTo>
                  <a:pt x="222" y="214"/>
                </a:lnTo>
                <a:lnTo>
                  <a:pt x="226" y="212"/>
                </a:lnTo>
                <a:lnTo>
                  <a:pt x="230" y="210"/>
                </a:lnTo>
                <a:lnTo>
                  <a:pt x="233" y="208"/>
                </a:lnTo>
                <a:lnTo>
                  <a:pt x="237" y="205"/>
                </a:lnTo>
                <a:lnTo>
                  <a:pt x="240" y="203"/>
                </a:lnTo>
                <a:lnTo>
                  <a:pt x="243" y="201"/>
                </a:lnTo>
                <a:lnTo>
                  <a:pt x="247" y="198"/>
                </a:lnTo>
                <a:lnTo>
                  <a:pt x="250" y="196"/>
                </a:lnTo>
                <a:lnTo>
                  <a:pt x="253" y="193"/>
                </a:lnTo>
                <a:lnTo>
                  <a:pt x="256" y="190"/>
                </a:lnTo>
                <a:lnTo>
                  <a:pt x="258" y="187"/>
                </a:lnTo>
                <a:lnTo>
                  <a:pt x="261" y="185"/>
                </a:lnTo>
                <a:lnTo>
                  <a:pt x="264" y="182"/>
                </a:lnTo>
                <a:lnTo>
                  <a:pt x="266" y="179"/>
                </a:lnTo>
                <a:lnTo>
                  <a:pt x="268" y="176"/>
                </a:lnTo>
                <a:lnTo>
                  <a:pt x="271" y="172"/>
                </a:lnTo>
                <a:lnTo>
                  <a:pt x="273" y="169"/>
                </a:lnTo>
                <a:lnTo>
                  <a:pt x="275" y="166"/>
                </a:lnTo>
                <a:lnTo>
                  <a:pt x="277" y="163"/>
                </a:lnTo>
                <a:lnTo>
                  <a:pt x="278" y="159"/>
                </a:lnTo>
                <a:lnTo>
                  <a:pt x="280" y="156"/>
                </a:lnTo>
                <a:lnTo>
                  <a:pt x="281" y="153"/>
                </a:lnTo>
                <a:lnTo>
                  <a:pt x="283" y="149"/>
                </a:lnTo>
                <a:lnTo>
                  <a:pt x="284" y="146"/>
                </a:lnTo>
                <a:lnTo>
                  <a:pt x="285" y="142"/>
                </a:lnTo>
                <a:lnTo>
                  <a:pt x="286" y="139"/>
                </a:lnTo>
                <a:lnTo>
                  <a:pt x="287" y="135"/>
                </a:lnTo>
                <a:lnTo>
                  <a:pt x="287" y="132"/>
                </a:lnTo>
                <a:lnTo>
                  <a:pt x="288" y="128"/>
                </a:lnTo>
                <a:lnTo>
                  <a:pt x="288" y="125"/>
                </a:lnTo>
                <a:lnTo>
                  <a:pt x="288" y="121"/>
                </a:lnTo>
                <a:lnTo>
                  <a:pt x="288" y="117"/>
                </a:lnTo>
                <a:moveTo>
                  <a:pt x="291" y="117"/>
                </a:moveTo>
                <a:lnTo>
                  <a:pt x="291" y="121"/>
                </a:lnTo>
                <a:lnTo>
                  <a:pt x="290" y="125"/>
                </a:lnTo>
                <a:lnTo>
                  <a:pt x="290" y="128"/>
                </a:lnTo>
                <a:lnTo>
                  <a:pt x="289" y="132"/>
                </a:lnTo>
                <a:lnTo>
                  <a:pt x="289" y="136"/>
                </a:lnTo>
                <a:lnTo>
                  <a:pt x="288" y="139"/>
                </a:lnTo>
                <a:lnTo>
                  <a:pt x="287" y="143"/>
                </a:lnTo>
                <a:lnTo>
                  <a:pt x="286" y="146"/>
                </a:lnTo>
                <a:lnTo>
                  <a:pt x="285" y="150"/>
                </a:lnTo>
                <a:lnTo>
                  <a:pt x="284" y="153"/>
                </a:lnTo>
                <a:lnTo>
                  <a:pt x="282" y="157"/>
                </a:lnTo>
                <a:lnTo>
                  <a:pt x="280" y="160"/>
                </a:lnTo>
                <a:lnTo>
                  <a:pt x="279" y="164"/>
                </a:lnTo>
                <a:lnTo>
                  <a:pt x="277" y="167"/>
                </a:lnTo>
                <a:lnTo>
                  <a:pt x="275" y="170"/>
                </a:lnTo>
                <a:lnTo>
                  <a:pt x="273" y="173"/>
                </a:lnTo>
                <a:lnTo>
                  <a:pt x="270" y="177"/>
                </a:lnTo>
                <a:lnTo>
                  <a:pt x="268" y="180"/>
                </a:lnTo>
                <a:lnTo>
                  <a:pt x="266" y="183"/>
                </a:lnTo>
                <a:lnTo>
                  <a:pt x="263" y="186"/>
                </a:lnTo>
                <a:lnTo>
                  <a:pt x="260" y="189"/>
                </a:lnTo>
                <a:lnTo>
                  <a:pt x="257" y="191"/>
                </a:lnTo>
                <a:lnTo>
                  <a:pt x="254" y="194"/>
                </a:lnTo>
                <a:lnTo>
                  <a:pt x="251" y="197"/>
                </a:lnTo>
                <a:lnTo>
                  <a:pt x="248" y="200"/>
                </a:lnTo>
                <a:lnTo>
                  <a:pt x="245" y="202"/>
                </a:lnTo>
                <a:lnTo>
                  <a:pt x="242" y="205"/>
                </a:lnTo>
                <a:lnTo>
                  <a:pt x="238" y="207"/>
                </a:lnTo>
                <a:lnTo>
                  <a:pt x="235" y="209"/>
                </a:lnTo>
                <a:lnTo>
                  <a:pt x="231" y="211"/>
                </a:lnTo>
                <a:lnTo>
                  <a:pt x="227" y="213"/>
                </a:lnTo>
                <a:lnTo>
                  <a:pt x="223" y="215"/>
                </a:lnTo>
                <a:lnTo>
                  <a:pt x="220" y="217"/>
                </a:lnTo>
                <a:lnTo>
                  <a:pt x="216" y="219"/>
                </a:lnTo>
                <a:lnTo>
                  <a:pt x="212" y="221"/>
                </a:lnTo>
                <a:lnTo>
                  <a:pt x="207" y="222"/>
                </a:lnTo>
                <a:lnTo>
                  <a:pt x="203" y="224"/>
                </a:lnTo>
                <a:lnTo>
                  <a:pt x="199" y="225"/>
                </a:lnTo>
                <a:lnTo>
                  <a:pt x="195" y="227"/>
                </a:lnTo>
                <a:lnTo>
                  <a:pt x="191" y="228"/>
                </a:lnTo>
                <a:lnTo>
                  <a:pt x="186" y="229"/>
                </a:lnTo>
                <a:lnTo>
                  <a:pt x="182" y="230"/>
                </a:lnTo>
                <a:lnTo>
                  <a:pt x="177" y="231"/>
                </a:lnTo>
                <a:lnTo>
                  <a:pt x="173" y="231"/>
                </a:lnTo>
                <a:lnTo>
                  <a:pt x="168" y="232"/>
                </a:lnTo>
                <a:lnTo>
                  <a:pt x="164" y="233"/>
                </a:lnTo>
                <a:lnTo>
                  <a:pt x="159" y="233"/>
                </a:lnTo>
                <a:lnTo>
                  <a:pt x="155" y="233"/>
                </a:lnTo>
                <a:lnTo>
                  <a:pt x="150" y="233"/>
                </a:lnTo>
                <a:lnTo>
                  <a:pt x="146" y="234"/>
                </a:lnTo>
                <a:lnTo>
                  <a:pt x="141" y="233"/>
                </a:lnTo>
                <a:lnTo>
                  <a:pt x="137" y="233"/>
                </a:lnTo>
                <a:lnTo>
                  <a:pt x="132" y="233"/>
                </a:lnTo>
                <a:lnTo>
                  <a:pt x="128" y="233"/>
                </a:lnTo>
                <a:lnTo>
                  <a:pt x="123" y="232"/>
                </a:lnTo>
                <a:lnTo>
                  <a:pt x="119" y="231"/>
                </a:lnTo>
                <a:lnTo>
                  <a:pt x="114" y="231"/>
                </a:lnTo>
                <a:lnTo>
                  <a:pt x="110" y="230"/>
                </a:lnTo>
                <a:lnTo>
                  <a:pt x="105" y="229"/>
                </a:lnTo>
                <a:lnTo>
                  <a:pt x="101" y="228"/>
                </a:lnTo>
                <a:lnTo>
                  <a:pt x="97" y="227"/>
                </a:lnTo>
                <a:lnTo>
                  <a:pt x="92" y="225"/>
                </a:lnTo>
                <a:lnTo>
                  <a:pt x="88" y="224"/>
                </a:lnTo>
                <a:lnTo>
                  <a:pt x="84" y="222"/>
                </a:lnTo>
                <a:lnTo>
                  <a:pt x="80" y="221"/>
                </a:lnTo>
                <a:lnTo>
                  <a:pt x="76" y="219"/>
                </a:lnTo>
                <a:lnTo>
                  <a:pt x="72" y="217"/>
                </a:lnTo>
                <a:lnTo>
                  <a:pt x="68" y="215"/>
                </a:lnTo>
                <a:lnTo>
                  <a:pt x="64" y="213"/>
                </a:lnTo>
                <a:lnTo>
                  <a:pt x="61" y="211"/>
                </a:lnTo>
                <a:lnTo>
                  <a:pt x="57" y="209"/>
                </a:lnTo>
                <a:lnTo>
                  <a:pt x="53" y="207"/>
                </a:lnTo>
                <a:lnTo>
                  <a:pt x="50" y="205"/>
                </a:lnTo>
                <a:lnTo>
                  <a:pt x="47" y="202"/>
                </a:lnTo>
                <a:lnTo>
                  <a:pt x="42" y="200"/>
                </a:lnTo>
                <a:lnTo>
                  <a:pt x="39" y="197"/>
                </a:lnTo>
                <a:lnTo>
                  <a:pt x="36" y="194"/>
                </a:lnTo>
                <a:lnTo>
                  <a:pt x="33" y="191"/>
                </a:lnTo>
                <a:lnTo>
                  <a:pt x="30" y="189"/>
                </a:lnTo>
                <a:lnTo>
                  <a:pt x="28" y="186"/>
                </a:lnTo>
                <a:lnTo>
                  <a:pt x="25" y="183"/>
                </a:lnTo>
                <a:lnTo>
                  <a:pt x="23" y="180"/>
                </a:lnTo>
                <a:lnTo>
                  <a:pt x="20" y="177"/>
                </a:lnTo>
                <a:lnTo>
                  <a:pt x="18" y="173"/>
                </a:lnTo>
                <a:lnTo>
                  <a:pt x="16" y="170"/>
                </a:lnTo>
                <a:lnTo>
                  <a:pt x="14" y="167"/>
                </a:lnTo>
                <a:lnTo>
                  <a:pt x="12" y="164"/>
                </a:lnTo>
                <a:lnTo>
                  <a:pt x="10" y="160"/>
                </a:lnTo>
                <a:lnTo>
                  <a:pt x="9" y="157"/>
                </a:lnTo>
                <a:lnTo>
                  <a:pt x="7" y="153"/>
                </a:lnTo>
                <a:lnTo>
                  <a:pt x="6" y="150"/>
                </a:lnTo>
                <a:lnTo>
                  <a:pt x="5" y="146"/>
                </a:lnTo>
                <a:lnTo>
                  <a:pt x="3" y="143"/>
                </a:lnTo>
                <a:lnTo>
                  <a:pt x="3" y="139"/>
                </a:lnTo>
                <a:lnTo>
                  <a:pt x="2" y="136"/>
                </a:lnTo>
                <a:lnTo>
                  <a:pt x="1" y="132"/>
                </a:lnTo>
                <a:lnTo>
                  <a:pt x="1" y="128"/>
                </a:lnTo>
                <a:lnTo>
                  <a:pt x="0" y="125"/>
                </a:lnTo>
                <a:lnTo>
                  <a:pt x="0" y="121"/>
                </a:lnTo>
                <a:lnTo>
                  <a:pt x="0" y="117"/>
                </a:lnTo>
                <a:lnTo>
                  <a:pt x="0" y="114"/>
                </a:lnTo>
                <a:lnTo>
                  <a:pt x="0" y="110"/>
                </a:lnTo>
                <a:lnTo>
                  <a:pt x="1" y="106"/>
                </a:lnTo>
                <a:lnTo>
                  <a:pt x="1" y="103"/>
                </a:lnTo>
                <a:lnTo>
                  <a:pt x="2" y="99"/>
                </a:lnTo>
                <a:lnTo>
                  <a:pt x="3" y="96"/>
                </a:lnTo>
                <a:lnTo>
                  <a:pt x="3" y="92"/>
                </a:lnTo>
                <a:lnTo>
                  <a:pt x="5" y="88"/>
                </a:lnTo>
                <a:lnTo>
                  <a:pt x="6" y="85"/>
                </a:lnTo>
                <a:lnTo>
                  <a:pt x="7" y="81"/>
                </a:lnTo>
                <a:lnTo>
                  <a:pt x="9" y="78"/>
                </a:lnTo>
                <a:lnTo>
                  <a:pt x="10" y="75"/>
                </a:lnTo>
                <a:lnTo>
                  <a:pt x="12" y="71"/>
                </a:lnTo>
                <a:lnTo>
                  <a:pt x="14" y="68"/>
                </a:lnTo>
                <a:lnTo>
                  <a:pt x="16" y="65"/>
                </a:lnTo>
                <a:lnTo>
                  <a:pt x="18" y="61"/>
                </a:lnTo>
                <a:lnTo>
                  <a:pt x="20" y="58"/>
                </a:lnTo>
                <a:lnTo>
                  <a:pt x="23" y="55"/>
                </a:lnTo>
                <a:lnTo>
                  <a:pt x="25" y="52"/>
                </a:lnTo>
                <a:lnTo>
                  <a:pt x="28" y="49"/>
                </a:lnTo>
                <a:lnTo>
                  <a:pt x="30" y="46"/>
                </a:lnTo>
                <a:lnTo>
                  <a:pt x="33" y="43"/>
                </a:lnTo>
                <a:lnTo>
                  <a:pt x="36" y="41"/>
                </a:lnTo>
                <a:lnTo>
                  <a:pt x="39" y="38"/>
                </a:lnTo>
                <a:lnTo>
                  <a:pt x="42" y="35"/>
                </a:lnTo>
                <a:lnTo>
                  <a:pt x="47" y="33"/>
                </a:lnTo>
                <a:lnTo>
                  <a:pt x="50" y="30"/>
                </a:lnTo>
                <a:lnTo>
                  <a:pt x="53" y="28"/>
                </a:lnTo>
                <a:lnTo>
                  <a:pt x="57" y="25"/>
                </a:lnTo>
                <a:lnTo>
                  <a:pt x="61" y="22"/>
                </a:lnTo>
                <a:lnTo>
                  <a:pt x="64" y="20"/>
                </a:lnTo>
                <a:lnTo>
                  <a:pt x="68" y="18"/>
                </a:lnTo>
                <a:lnTo>
                  <a:pt x="72" y="16"/>
                </a:lnTo>
                <a:lnTo>
                  <a:pt x="76" y="15"/>
                </a:lnTo>
                <a:lnTo>
                  <a:pt x="80" y="13"/>
                </a:lnTo>
                <a:lnTo>
                  <a:pt x="84" y="11"/>
                </a:lnTo>
                <a:lnTo>
                  <a:pt x="88" y="10"/>
                </a:lnTo>
                <a:lnTo>
                  <a:pt x="92" y="8"/>
                </a:lnTo>
                <a:lnTo>
                  <a:pt x="97" y="7"/>
                </a:lnTo>
                <a:lnTo>
                  <a:pt x="101" y="6"/>
                </a:lnTo>
                <a:lnTo>
                  <a:pt x="105" y="5"/>
                </a:lnTo>
                <a:lnTo>
                  <a:pt x="110" y="4"/>
                </a:lnTo>
                <a:lnTo>
                  <a:pt x="114" y="3"/>
                </a:lnTo>
                <a:lnTo>
                  <a:pt x="119" y="2"/>
                </a:lnTo>
                <a:lnTo>
                  <a:pt x="123" y="2"/>
                </a:lnTo>
                <a:lnTo>
                  <a:pt x="128" y="1"/>
                </a:lnTo>
                <a:lnTo>
                  <a:pt x="132" y="1"/>
                </a:lnTo>
                <a:lnTo>
                  <a:pt x="137" y="0"/>
                </a:lnTo>
                <a:lnTo>
                  <a:pt x="141" y="0"/>
                </a:lnTo>
                <a:lnTo>
                  <a:pt x="146" y="0"/>
                </a:lnTo>
                <a:lnTo>
                  <a:pt x="150" y="0"/>
                </a:lnTo>
                <a:lnTo>
                  <a:pt x="155" y="0"/>
                </a:lnTo>
                <a:lnTo>
                  <a:pt x="159" y="1"/>
                </a:lnTo>
                <a:lnTo>
                  <a:pt x="164" y="1"/>
                </a:lnTo>
                <a:lnTo>
                  <a:pt x="168" y="2"/>
                </a:lnTo>
                <a:lnTo>
                  <a:pt x="173" y="2"/>
                </a:lnTo>
                <a:lnTo>
                  <a:pt x="177" y="3"/>
                </a:lnTo>
                <a:lnTo>
                  <a:pt x="182" y="4"/>
                </a:lnTo>
                <a:lnTo>
                  <a:pt x="186" y="5"/>
                </a:lnTo>
                <a:lnTo>
                  <a:pt x="191" y="6"/>
                </a:lnTo>
                <a:lnTo>
                  <a:pt x="195" y="7"/>
                </a:lnTo>
                <a:lnTo>
                  <a:pt x="199" y="8"/>
                </a:lnTo>
                <a:lnTo>
                  <a:pt x="203" y="10"/>
                </a:lnTo>
                <a:lnTo>
                  <a:pt x="207" y="11"/>
                </a:lnTo>
                <a:lnTo>
                  <a:pt x="212" y="13"/>
                </a:lnTo>
                <a:lnTo>
                  <a:pt x="216" y="15"/>
                </a:lnTo>
                <a:lnTo>
                  <a:pt x="220" y="16"/>
                </a:lnTo>
                <a:lnTo>
                  <a:pt x="223" y="18"/>
                </a:lnTo>
                <a:lnTo>
                  <a:pt x="227" y="20"/>
                </a:lnTo>
                <a:lnTo>
                  <a:pt x="231" y="22"/>
                </a:lnTo>
                <a:lnTo>
                  <a:pt x="235" y="25"/>
                </a:lnTo>
                <a:lnTo>
                  <a:pt x="238" y="28"/>
                </a:lnTo>
                <a:lnTo>
                  <a:pt x="242" y="30"/>
                </a:lnTo>
                <a:lnTo>
                  <a:pt x="245" y="33"/>
                </a:lnTo>
                <a:lnTo>
                  <a:pt x="248" y="35"/>
                </a:lnTo>
                <a:lnTo>
                  <a:pt x="251" y="38"/>
                </a:lnTo>
                <a:lnTo>
                  <a:pt x="254" y="41"/>
                </a:lnTo>
                <a:lnTo>
                  <a:pt x="257" y="43"/>
                </a:lnTo>
                <a:lnTo>
                  <a:pt x="260" y="46"/>
                </a:lnTo>
                <a:lnTo>
                  <a:pt x="263" y="49"/>
                </a:lnTo>
                <a:lnTo>
                  <a:pt x="266" y="52"/>
                </a:lnTo>
                <a:lnTo>
                  <a:pt x="268" y="55"/>
                </a:lnTo>
                <a:lnTo>
                  <a:pt x="270" y="58"/>
                </a:lnTo>
                <a:lnTo>
                  <a:pt x="273" y="61"/>
                </a:lnTo>
                <a:lnTo>
                  <a:pt x="275" y="65"/>
                </a:lnTo>
                <a:lnTo>
                  <a:pt x="277" y="68"/>
                </a:lnTo>
                <a:lnTo>
                  <a:pt x="279" y="71"/>
                </a:lnTo>
                <a:lnTo>
                  <a:pt x="280" y="75"/>
                </a:lnTo>
                <a:lnTo>
                  <a:pt x="282" y="78"/>
                </a:lnTo>
                <a:lnTo>
                  <a:pt x="284" y="81"/>
                </a:lnTo>
                <a:lnTo>
                  <a:pt x="285" y="85"/>
                </a:lnTo>
                <a:lnTo>
                  <a:pt x="286" y="88"/>
                </a:lnTo>
                <a:lnTo>
                  <a:pt x="287" y="92"/>
                </a:lnTo>
                <a:lnTo>
                  <a:pt x="288" y="96"/>
                </a:lnTo>
                <a:lnTo>
                  <a:pt x="289" y="99"/>
                </a:lnTo>
                <a:lnTo>
                  <a:pt x="289" y="103"/>
                </a:lnTo>
                <a:lnTo>
                  <a:pt x="290" y="106"/>
                </a:lnTo>
                <a:lnTo>
                  <a:pt x="290" y="110"/>
                </a:lnTo>
                <a:lnTo>
                  <a:pt x="291" y="114"/>
                </a:lnTo>
                <a:lnTo>
                  <a:pt x="291" y="117"/>
                </a:lnTo>
                <a:close/>
              </a:path>
            </a:pathLst>
          </a:custGeom>
          <a:solidFill>
            <a:srgbClr val="ff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2" name=""/>
          <p:cNvSpPr/>
          <p:nvPr/>
        </p:nvSpPr>
        <p:spPr>
          <a:xfrm>
            <a:off x="4925880" y="1785240"/>
            <a:ext cx="106200" cy="85320"/>
          </a:xfrm>
          <a:custGeom>
            <a:avLst/>
            <a:gdLst/>
            <a:ahLst/>
            <a:rect l="0" t="0" r="r" b="b"/>
            <a:pathLst>
              <a:path w="295" h="237">
                <a:moveTo>
                  <a:pt x="293" y="119"/>
                </a:moveTo>
                <a:lnTo>
                  <a:pt x="293" y="116"/>
                </a:lnTo>
                <a:lnTo>
                  <a:pt x="292" y="111"/>
                </a:lnTo>
                <a:lnTo>
                  <a:pt x="292" y="107"/>
                </a:lnTo>
                <a:lnTo>
                  <a:pt x="291" y="104"/>
                </a:lnTo>
                <a:lnTo>
                  <a:pt x="291" y="100"/>
                </a:lnTo>
                <a:lnTo>
                  <a:pt x="290" y="97"/>
                </a:lnTo>
                <a:lnTo>
                  <a:pt x="289" y="93"/>
                </a:lnTo>
                <a:lnTo>
                  <a:pt x="288" y="89"/>
                </a:lnTo>
                <a:lnTo>
                  <a:pt x="287" y="86"/>
                </a:lnTo>
                <a:lnTo>
                  <a:pt x="286" y="82"/>
                </a:lnTo>
                <a:lnTo>
                  <a:pt x="284" y="79"/>
                </a:lnTo>
                <a:lnTo>
                  <a:pt x="281" y="76"/>
                </a:lnTo>
                <a:lnTo>
                  <a:pt x="280" y="72"/>
                </a:lnTo>
                <a:lnTo>
                  <a:pt x="278" y="69"/>
                </a:lnTo>
                <a:lnTo>
                  <a:pt x="276" y="66"/>
                </a:lnTo>
                <a:lnTo>
                  <a:pt x="274" y="62"/>
                </a:lnTo>
                <a:lnTo>
                  <a:pt x="271" y="59"/>
                </a:lnTo>
                <a:lnTo>
                  <a:pt x="269" y="56"/>
                </a:lnTo>
                <a:lnTo>
                  <a:pt x="267" y="53"/>
                </a:lnTo>
                <a:lnTo>
                  <a:pt x="264" y="50"/>
                </a:lnTo>
                <a:lnTo>
                  <a:pt x="261" y="47"/>
                </a:lnTo>
                <a:lnTo>
                  <a:pt x="258" y="44"/>
                </a:lnTo>
                <a:lnTo>
                  <a:pt x="255" y="42"/>
                </a:lnTo>
                <a:lnTo>
                  <a:pt x="252" y="39"/>
                </a:lnTo>
                <a:lnTo>
                  <a:pt x="249" y="36"/>
                </a:lnTo>
                <a:lnTo>
                  <a:pt x="246" y="34"/>
                </a:lnTo>
                <a:lnTo>
                  <a:pt x="243" y="31"/>
                </a:lnTo>
                <a:lnTo>
                  <a:pt x="239" y="29"/>
                </a:lnTo>
                <a:lnTo>
                  <a:pt x="236" y="27"/>
                </a:lnTo>
                <a:lnTo>
                  <a:pt x="232" y="24"/>
                </a:lnTo>
                <a:lnTo>
                  <a:pt x="228" y="22"/>
                </a:lnTo>
                <a:lnTo>
                  <a:pt x="224" y="20"/>
                </a:lnTo>
                <a:lnTo>
                  <a:pt x="221" y="18"/>
                </a:lnTo>
                <a:lnTo>
                  <a:pt x="217" y="17"/>
                </a:lnTo>
                <a:lnTo>
                  <a:pt x="213" y="15"/>
                </a:lnTo>
                <a:lnTo>
                  <a:pt x="208" y="13"/>
                </a:lnTo>
                <a:lnTo>
                  <a:pt x="204" y="12"/>
                </a:lnTo>
                <a:lnTo>
                  <a:pt x="200" y="10"/>
                </a:lnTo>
                <a:lnTo>
                  <a:pt x="196" y="9"/>
                </a:lnTo>
                <a:lnTo>
                  <a:pt x="192" y="8"/>
                </a:lnTo>
                <a:lnTo>
                  <a:pt x="187" y="7"/>
                </a:lnTo>
                <a:lnTo>
                  <a:pt x="183" y="6"/>
                </a:lnTo>
                <a:lnTo>
                  <a:pt x="178" y="5"/>
                </a:lnTo>
                <a:lnTo>
                  <a:pt x="174" y="4"/>
                </a:lnTo>
                <a:lnTo>
                  <a:pt x="169" y="4"/>
                </a:lnTo>
                <a:lnTo>
                  <a:pt x="165" y="3"/>
                </a:lnTo>
                <a:lnTo>
                  <a:pt x="160" y="3"/>
                </a:lnTo>
                <a:lnTo>
                  <a:pt x="156" y="2"/>
                </a:lnTo>
                <a:lnTo>
                  <a:pt x="151" y="2"/>
                </a:lnTo>
                <a:lnTo>
                  <a:pt x="147" y="2"/>
                </a:lnTo>
                <a:lnTo>
                  <a:pt x="142" y="2"/>
                </a:lnTo>
                <a:lnTo>
                  <a:pt x="138" y="2"/>
                </a:lnTo>
                <a:lnTo>
                  <a:pt x="133" y="3"/>
                </a:lnTo>
                <a:lnTo>
                  <a:pt x="129" y="3"/>
                </a:lnTo>
                <a:lnTo>
                  <a:pt x="124" y="4"/>
                </a:lnTo>
                <a:lnTo>
                  <a:pt x="120" y="4"/>
                </a:lnTo>
                <a:lnTo>
                  <a:pt x="115" y="5"/>
                </a:lnTo>
                <a:lnTo>
                  <a:pt x="111" y="6"/>
                </a:lnTo>
                <a:lnTo>
                  <a:pt x="106" y="7"/>
                </a:lnTo>
                <a:lnTo>
                  <a:pt x="102" y="8"/>
                </a:lnTo>
                <a:lnTo>
                  <a:pt x="98" y="9"/>
                </a:lnTo>
                <a:lnTo>
                  <a:pt x="93" y="10"/>
                </a:lnTo>
                <a:lnTo>
                  <a:pt x="89" y="12"/>
                </a:lnTo>
                <a:lnTo>
                  <a:pt x="85" y="13"/>
                </a:lnTo>
                <a:lnTo>
                  <a:pt x="81" y="15"/>
                </a:lnTo>
                <a:lnTo>
                  <a:pt x="77" y="17"/>
                </a:lnTo>
                <a:lnTo>
                  <a:pt x="73" y="18"/>
                </a:lnTo>
                <a:lnTo>
                  <a:pt x="69" y="20"/>
                </a:lnTo>
                <a:lnTo>
                  <a:pt x="65" y="22"/>
                </a:lnTo>
                <a:lnTo>
                  <a:pt x="62" y="24"/>
                </a:lnTo>
                <a:lnTo>
                  <a:pt x="58" y="27"/>
                </a:lnTo>
                <a:lnTo>
                  <a:pt x="54" y="29"/>
                </a:lnTo>
                <a:lnTo>
                  <a:pt x="51" y="31"/>
                </a:lnTo>
                <a:lnTo>
                  <a:pt x="48" y="34"/>
                </a:lnTo>
                <a:lnTo>
                  <a:pt x="44" y="36"/>
                </a:lnTo>
                <a:lnTo>
                  <a:pt x="41" y="39"/>
                </a:lnTo>
                <a:lnTo>
                  <a:pt x="38" y="42"/>
                </a:lnTo>
                <a:lnTo>
                  <a:pt x="35" y="44"/>
                </a:lnTo>
                <a:lnTo>
                  <a:pt x="32" y="47"/>
                </a:lnTo>
                <a:lnTo>
                  <a:pt x="30" y="50"/>
                </a:lnTo>
                <a:lnTo>
                  <a:pt x="27" y="53"/>
                </a:lnTo>
                <a:lnTo>
                  <a:pt x="25" y="56"/>
                </a:lnTo>
                <a:lnTo>
                  <a:pt x="22" y="59"/>
                </a:lnTo>
                <a:lnTo>
                  <a:pt x="20" y="62"/>
                </a:lnTo>
                <a:lnTo>
                  <a:pt x="18" y="66"/>
                </a:lnTo>
                <a:lnTo>
                  <a:pt x="16" y="69"/>
                </a:lnTo>
                <a:lnTo>
                  <a:pt x="14" y="72"/>
                </a:lnTo>
                <a:lnTo>
                  <a:pt x="12" y="76"/>
                </a:lnTo>
                <a:lnTo>
                  <a:pt x="11" y="79"/>
                </a:lnTo>
                <a:lnTo>
                  <a:pt x="9" y="82"/>
                </a:lnTo>
                <a:lnTo>
                  <a:pt x="8" y="86"/>
                </a:lnTo>
                <a:lnTo>
                  <a:pt x="7" y="89"/>
                </a:lnTo>
                <a:lnTo>
                  <a:pt x="5" y="93"/>
                </a:lnTo>
                <a:lnTo>
                  <a:pt x="5" y="97"/>
                </a:lnTo>
                <a:lnTo>
                  <a:pt x="4" y="100"/>
                </a:lnTo>
                <a:lnTo>
                  <a:pt x="3" y="104"/>
                </a:lnTo>
                <a:lnTo>
                  <a:pt x="3" y="107"/>
                </a:lnTo>
                <a:lnTo>
                  <a:pt x="2" y="111"/>
                </a:lnTo>
                <a:lnTo>
                  <a:pt x="2" y="116"/>
                </a:lnTo>
                <a:lnTo>
                  <a:pt x="2" y="119"/>
                </a:lnTo>
                <a:lnTo>
                  <a:pt x="2" y="123"/>
                </a:lnTo>
                <a:lnTo>
                  <a:pt x="2" y="127"/>
                </a:lnTo>
                <a:lnTo>
                  <a:pt x="3" y="130"/>
                </a:lnTo>
                <a:lnTo>
                  <a:pt x="3" y="134"/>
                </a:lnTo>
                <a:lnTo>
                  <a:pt x="4" y="138"/>
                </a:lnTo>
                <a:lnTo>
                  <a:pt x="5" y="141"/>
                </a:lnTo>
                <a:lnTo>
                  <a:pt x="5" y="145"/>
                </a:lnTo>
                <a:lnTo>
                  <a:pt x="7" y="148"/>
                </a:lnTo>
                <a:lnTo>
                  <a:pt x="8" y="152"/>
                </a:lnTo>
                <a:lnTo>
                  <a:pt x="9" y="155"/>
                </a:lnTo>
                <a:lnTo>
                  <a:pt x="11" y="159"/>
                </a:lnTo>
                <a:lnTo>
                  <a:pt x="12" y="162"/>
                </a:lnTo>
                <a:lnTo>
                  <a:pt x="14" y="166"/>
                </a:lnTo>
                <a:lnTo>
                  <a:pt x="16" y="169"/>
                </a:lnTo>
                <a:lnTo>
                  <a:pt x="18" y="172"/>
                </a:lnTo>
                <a:lnTo>
                  <a:pt x="20" y="175"/>
                </a:lnTo>
                <a:lnTo>
                  <a:pt x="22" y="179"/>
                </a:lnTo>
                <a:lnTo>
                  <a:pt x="25" y="182"/>
                </a:lnTo>
                <a:lnTo>
                  <a:pt x="27" y="185"/>
                </a:lnTo>
                <a:lnTo>
                  <a:pt x="30" y="188"/>
                </a:lnTo>
                <a:lnTo>
                  <a:pt x="32" y="191"/>
                </a:lnTo>
                <a:lnTo>
                  <a:pt x="35" y="193"/>
                </a:lnTo>
                <a:lnTo>
                  <a:pt x="38" y="196"/>
                </a:lnTo>
                <a:lnTo>
                  <a:pt x="41" y="199"/>
                </a:lnTo>
                <a:lnTo>
                  <a:pt x="44" y="202"/>
                </a:lnTo>
                <a:lnTo>
                  <a:pt x="48" y="204"/>
                </a:lnTo>
                <a:lnTo>
                  <a:pt x="51" y="207"/>
                </a:lnTo>
                <a:lnTo>
                  <a:pt x="54" y="209"/>
                </a:lnTo>
                <a:lnTo>
                  <a:pt x="58" y="211"/>
                </a:lnTo>
                <a:lnTo>
                  <a:pt x="62" y="213"/>
                </a:lnTo>
                <a:lnTo>
                  <a:pt x="65" y="215"/>
                </a:lnTo>
                <a:lnTo>
                  <a:pt x="69" y="217"/>
                </a:lnTo>
                <a:lnTo>
                  <a:pt x="73" y="219"/>
                </a:lnTo>
                <a:lnTo>
                  <a:pt x="77" y="221"/>
                </a:lnTo>
                <a:lnTo>
                  <a:pt x="81" y="223"/>
                </a:lnTo>
                <a:lnTo>
                  <a:pt x="85" y="224"/>
                </a:lnTo>
                <a:lnTo>
                  <a:pt x="89" y="226"/>
                </a:lnTo>
                <a:lnTo>
                  <a:pt x="93" y="227"/>
                </a:lnTo>
                <a:lnTo>
                  <a:pt x="98" y="229"/>
                </a:lnTo>
                <a:lnTo>
                  <a:pt x="102" y="230"/>
                </a:lnTo>
                <a:lnTo>
                  <a:pt x="106" y="231"/>
                </a:lnTo>
                <a:lnTo>
                  <a:pt x="111" y="232"/>
                </a:lnTo>
                <a:lnTo>
                  <a:pt x="115" y="233"/>
                </a:lnTo>
                <a:lnTo>
                  <a:pt x="120" y="233"/>
                </a:lnTo>
                <a:lnTo>
                  <a:pt x="124" y="234"/>
                </a:lnTo>
                <a:lnTo>
                  <a:pt x="129" y="235"/>
                </a:lnTo>
                <a:lnTo>
                  <a:pt x="133" y="235"/>
                </a:lnTo>
                <a:lnTo>
                  <a:pt x="138" y="235"/>
                </a:lnTo>
                <a:lnTo>
                  <a:pt x="142" y="235"/>
                </a:lnTo>
                <a:lnTo>
                  <a:pt x="147" y="236"/>
                </a:lnTo>
                <a:lnTo>
                  <a:pt x="151" y="235"/>
                </a:lnTo>
                <a:lnTo>
                  <a:pt x="156" y="235"/>
                </a:lnTo>
                <a:lnTo>
                  <a:pt x="160" y="235"/>
                </a:lnTo>
                <a:lnTo>
                  <a:pt x="165" y="235"/>
                </a:lnTo>
                <a:lnTo>
                  <a:pt x="169" y="234"/>
                </a:lnTo>
                <a:lnTo>
                  <a:pt x="174" y="233"/>
                </a:lnTo>
                <a:lnTo>
                  <a:pt x="178" y="233"/>
                </a:lnTo>
                <a:lnTo>
                  <a:pt x="183" y="232"/>
                </a:lnTo>
                <a:lnTo>
                  <a:pt x="187" y="231"/>
                </a:lnTo>
                <a:lnTo>
                  <a:pt x="192" y="230"/>
                </a:lnTo>
                <a:lnTo>
                  <a:pt x="196" y="229"/>
                </a:lnTo>
                <a:lnTo>
                  <a:pt x="200" y="227"/>
                </a:lnTo>
                <a:lnTo>
                  <a:pt x="204" y="226"/>
                </a:lnTo>
                <a:lnTo>
                  <a:pt x="208" y="224"/>
                </a:lnTo>
                <a:lnTo>
                  <a:pt x="213" y="223"/>
                </a:lnTo>
                <a:lnTo>
                  <a:pt x="217" y="221"/>
                </a:lnTo>
                <a:lnTo>
                  <a:pt x="221" y="219"/>
                </a:lnTo>
                <a:lnTo>
                  <a:pt x="224" y="217"/>
                </a:lnTo>
                <a:lnTo>
                  <a:pt x="228" y="215"/>
                </a:lnTo>
                <a:lnTo>
                  <a:pt x="232" y="213"/>
                </a:lnTo>
                <a:lnTo>
                  <a:pt x="236" y="211"/>
                </a:lnTo>
                <a:lnTo>
                  <a:pt x="239" y="209"/>
                </a:lnTo>
                <a:lnTo>
                  <a:pt x="243" y="207"/>
                </a:lnTo>
                <a:lnTo>
                  <a:pt x="246" y="204"/>
                </a:lnTo>
                <a:lnTo>
                  <a:pt x="249" y="202"/>
                </a:lnTo>
                <a:lnTo>
                  <a:pt x="252" y="199"/>
                </a:lnTo>
                <a:lnTo>
                  <a:pt x="255" y="196"/>
                </a:lnTo>
                <a:lnTo>
                  <a:pt x="258" y="193"/>
                </a:lnTo>
                <a:lnTo>
                  <a:pt x="261" y="191"/>
                </a:lnTo>
                <a:lnTo>
                  <a:pt x="264" y="188"/>
                </a:lnTo>
                <a:lnTo>
                  <a:pt x="267" y="185"/>
                </a:lnTo>
                <a:lnTo>
                  <a:pt x="269" y="182"/>
                </a:lnTo>
                <a:lnTo>
                  <a:pt x="271" y="179"/>
                </a:lnTo>
                <a:lnTo>
                  <a:pt x="274" y="175"/>
                </a:lnTo>
                <a:lnTo>
                  <a:pt x="276" y="172"/>
                </a:lnTo>
                <a:lnTo>
                  <a:pt x="278" y="169"/>
                </a:lnTo>
                <a:lnTo>
                  <a:pt x="280" y="166"/>
                </a:lnTo>
                <a:lnTo>
                  <a:pt x="281" y="162"/>
                </a:lnTo>
                <a:lnTo>
                  <a:pt x="284" y="159"/>
                </a:lnTo>
                <a:lnTo>
                  <a:pt x="286" y="155"/>
                </a:lnTo>
                <a:lnTo>
                  <a:pt x="287" y="152"/>
                </a:lnTo>
                <a:lnTo>
                  <a:pt x="288" y="148"/>
                </a:lnTo>
                <a:lnTo>
                  <a:pt x="289" y="145"/>
                </a:lnTo>
                <a:lnTo>
                  <a:pt x="290" y="141"/>
                </a:lnTo>
                <a:lnTo>
                  <a:pt x="291" y="138"/>
                </a:lnTo>
                <a:lnTo>
                  <a:pt x="291" y="134"/>
                </a:lnTo>
                <a:lnTo>
                  <a:pt x="292" y="130"/>
                </a:lnTo>
                <a:lnTo>
                  <a:pt x="292" y="127"/>
                </a:lnTo>
                <a:lnTo>
                  <a:pt x="293" y="123"/>
                </a:lnTo>
                <a:lnTo>
                  <a:pt x="293" y="119"/>
                </a:lnTo>
                <a:moveTo>
                  <a:pt x="295" y="119"/>
                </a:moveTo>
                <a:lnTo>
                  <a:pt x="295" y="123"/>
                </a:lnTo>
                <a:lnTo>
                  <a:pt x="295" y="127"/>
                </a:lnTo>
                <a:lnTo>
                  <a:pt x="294" y="130"/>
                </a:lnTo>
                <a:lnTo>
                  <a:pt x="294" y="134"/>
                </a:lnTo>
                <a:lnTo>
                  <a:pt x="293" y="138"/>
                </a:lnTo>
                <a:lnTo>
                  <a:pt x="292" y="141"/>
                </a:lnTo>
                <a:lnTo>
                  <a:pt x="291" y="145"/>
                </a:lnTo>
                <a:lnTo>
                  <a:pt x="290" y="149"/>
                </a:lnTo>
                <a:lnTo>
                  <a:pt x="289" y="152"/>
                </a:lnTo>
                <a:lnTo>
                  <a:pt x="288" y="156"/>
                </a:lnTo>
                <a:lnTo>
                  <a:pt x="286" y="159"/>
                </a:lnTo>
                <a:lnTo>
                  <a:pt x="285" y="163"/>
                </a:lnTo>
                <a:lnTo>
                  <a:pt x="282" y="166"/>
                </a:lnTo>
                <a:lnTo>
                  <a:pt x="280" y="170"/>
                </a:lnTo>
                <a:lnTo>
                  <a:pt x="278" y="173"/>
                </a:lnTo>
                <a:lnTo>
                  <a:pt x="276" y="176"/>
                </a:lnTo>
                <a:lnTo>
                  <a:pt x="273" y="179"/>
                </a:lnTo>
                <a:lnTo>
                  <a:pt x="271" y="183"/>
                </a:lnTo>
                <a:lnTo>
                  <a:pt x="268" y="186"/>
                </a:lnTo>
                <a:lnTo>
                  <a:pt x="266" y="189"/>
                </a:lnTo>
                <a:lnTo>
                  <a:pt x="263" y="192"/>
                </a:lnTo>
                <a:lnTo>
                  <a:pt x="260" y="195"/>
                </a:lnTo>
                <a:lnTo>
                  <a:pt x="257" y="197"/>
                </a:lnTo>
                <a:lnTo>
                  <a:pt x="254" y="200"/>
                </a:lnTo>
                <a:lnTo>
                  <a:pt x="251" y="203"/>
                </a:lnTo>
                <a:lnTo>
                  <a:pt x="248" y="205"/>
                </a:lnTo>
                <a:lnTo>
                  <a:pt x="244" y="208"/>
                </a:lnTo>
                <a:lnTo>
                  <a:pt x="241" y="210"/>
                </a:lnTo>
                <a:lnTo>
                  <a:pt x="237" y="213"/>
                </a:lnTo>
                <a:lnTo>
                  <a:pt x="233" y="215"/>
                </a:lnTo>
                <a:lnTo>
                  <a:pt x="229" y="217"/>
                </a:lnTo>
                <a:lnTo>
                  <a:pt x="226" y="219"/>
                </a:lnTo>
                <a:lnTo>
                  <a:pt x="222" y="221"/>
                </a:lnTo>
                <a:lnTo>
                  <a:pt x="218" y="223"/>
                </a:lnTo>
                <a:lnTo>
                  <a:pt x="214" y="225"/>
                </a:lnTo>
                <a:lnTo>
                  <a:pt x="209" y="226"/>
                </a:lnTo>
                <a:lnTo>
                  <a:pt x="205" y="228"/>
                </a:lnTo>
                <a:lnTo>
                  <a:pt x="201" y="229"/>
                </a:lnTo>
                <a:lnTo>
                  <a:pt x="197" y="230"/>
                </a:lnTo>
                <a:lnTo>
                  <a:pt x="192" y="232"/>
                </a:lnTo>
                <a:lnTo>
                  <a:pt x="188" y="233"/>
                </a:lnTo>
                <a:lnTo>
                  <a:pt x="183" y="234"/>
                </a:lnTo>
                <a:lnTo>
                  <a:pt x="179" y="235"/>
                </a:lnTo>
                <a:lnTo>
                  <a:pt x="174" y="235"/>
                </a:lnTo>
                <a:lnTo>
                  <a:pt x="170" y="236"/>
                </a:lnTo>
                <a:lnTo>
                  <a:pt x="165" y="236"/>
                </a:lnTo>
                <a:lnTo>
                  <a:pt x="161" y="237"/>
                </a:lnTo>
                <a:lnTo>
                  <a:pt x="156" y="237"/>
                </a:lnTo>
                <a:lnTo>
                  <a:pt x="151" y="237"/>
                </a:lnTo>
                <a:lnTo>
                  <a:pt x="147" y="237"/>
                </a:lnTo>
                <a:lnTo>
                  <a:pt x="142" y="237"/>
                </a:lnTo>
                <a:lnTo>
                  <a:pt x="138" y="237"/>
                </a:lnTo>
                <a:lnTo>
                  <a:pt x="133" y="237"/>
                </a:lnTo>
                <a:lnTo>
                  <a:pt x="128" y="236"/>
                </a:lnTo>
                <a:lnTo>
                  <a:pt x="124" y="236"/>
                </a:lnTo>
                <a:lnTo>
                  <a:pt x="119" y="235"/>
                </a:lnTo>
                <a:lnTo>
                  <a:pt x="115" y="235"/>
                </a:lnTo>
                <a:lnTo>
                  <a:pt x="110" y="234"/>
                </a:lnTo>
                <a:lnTo>
                  <a:pt x="106" y="233"/>
                </a:lnTo>
                <a:lnTo>
                  <a:pt x="101" y="232"/>
                </a:lnTo>
                <a:lnTo>
                  <a:pt x="97" y="230"/>
                </a:lnTo>
                <a:lnTo>
                  <a:pt x="93" y="229"/>
                </a:lnTo>
                <a:lnTo>
                  <a:pt x="88" y="228"/>
                </a:lnTo>
                <a:lnTo>
                  <a:pt x="84" y="226"/>
                </a:lnTo>
                <a:lnTo>
                  <a:pt x="80" y="225"/>
                </a:lnTo>
                <a:lnTo>
                  <a:pt x="76" y="223"/>
                </a:lnTo>
                <a:lnTo>
                  <a:pt x="72" y="221"/>
                </a:lnTo>
                <a:lnTo>
                  <a:pt x="68" y="219"/>
                </a:lnTo>
                <a:lnTo>
                  <a:pt x="64" y="217"/>
                </a:lnTo>
                <a:lnTo>
                  <a:pt x="60" y="215"/>
                </a:lnTo>
                <a:lnTo>
                  <a:pt x="57" y="213"/>
                </a:lnTo>
                <a:lnTo>
                  <a:pt x="53" y="210"/>
                </a:lnTo>
                <a:lnTo>
                  <a:pt x="50" y="208"/>
                </a:lnTo>
                <a:lnTo>
                  <a:pt x="46" y="205"/>
                </a:lnTo>
                <a:lnTo>
                  <a:pt x="43" y="203"/>
                </a:lnTo>
                <a:lnTo>
                  <a:pt x="40" y="200"/>
                </a:lnTo>
                <a:lnTo>
                  <a:pt x="36" y="197"/>
                </a:lnTo>
                <a:lnTo>
                  <a:pt x="33" y="195"/>
                </a:lnTo>
                <a:lnTo>
                  <a:pt x="31" y="192"/>
                </a:lnTo>
                <a:lnTo>
                  <a:pt x="28" y="189"/>
                </a:lnTo>
                <a:lnTo>
                  <a:pt x="25" y="186"/>
                </a:lnTo>
                <a:lnTo>
                  <a:pt x="23" y="183"/>
                </a:lnTo>
                <a:lnTo>
                  <a:pt x="20" y="179"/>
                </a:lnTo>
                <a:lnTo>
                  <a:pt x="18" y="176"/>
                </a:lnTo>
                <a:lnTo>
                  <a:pt x="16" y="173"/>
                </a:lnTo>
                <a:lnTo>
                  <a:pt x="14" y="170"/>
                </a:lnTo>
                <a:lnTo>
                  <a:pt x="12" y="166"/>
                </a:lnTo>
                <a:lnTo>
                  <a:pt x="10" y="163"/>
                </a:lnTo>
                <a:lnTo>
                  <a:pt x="8" y="159"/>
                </a:lnTo>
                <a:lnTo>
                  <a:pt x="7" y="156"/>
                </a:lnTo>
                <a:lnTo>
                  <a:pt x="6" y="152"/>
                </a:lnTo>
                <a:lnTo>
                  <a:pt x="4" y="149"/>
                </a:lnTo>
                <a:lnTo>
                  <a:pt x="3" y="145"/>
                </a:lnTo>
                <a:lnTo>
                  <a:pt x="2" y="141"/>
                </a:lnTo>
                <a:lnTo>
                  <a:pt x="2" y="138"/>
                </a:lnTo>
                <a:lnTo>
                  <a:pt x="1" y="134"/>
                </a:lnTo>
                <a:lnTo>
                  <a:pt x="0" y="130"/>
                </a:lnTo>
                <a:lnTo>
                  <a:pt x="0" y="127"/>
                </a:lnTo>
                <a:lnTo>
                  <a:pt x="0" y="123"/>
                </a:lnTo>
                <a:lnTo>
                  <a:pt x="0" y="119"/>
                </a:lnTo>
                <a:lnTo>
                  <a:pt x="0" y="116"/>
                </a:lnTo>
                <a:lnTo>
                  <a:pt x="0" y="111"/>
                </a:lnTo>
                <a:lnTo>
                  <a:pt x="0" y="107"/>
                </a:lnTo>
                <a:lnTo>
                  <a:pt x="1" y="104"/>
                </a:lnTo>
                <a:lnTo>
                  <a:pt x="2" y="100"/>
                </a:lnTo>
                <a:lnTo>
                  <a:pt x="2" y="96"/>
                </a:lnTo>
                <a:lnTo>
                  <a:pt x="3" y="93"/>
                </a:lnTo>
                <a:lnTo>
                  <a:pt x="4" y="89"/>
                </a:lnTo>
                <a:lnTo>
                  <a:pt x="6" y="85"/>
                </a:lnTo>
                <a:lnTo>
                  <a:pt x="7" y="82"/>
                </a:lnTo>
                <a:lnTo>
                  <a:pt x="8" y="78"/>
                </a:lnTo>
                <a:lnTo>
                  <a:pt x="10" y="75"/>
                </a:lnTo>
                <a:lnTo>
                  <a:pt x="12" y="72"/>
                </a:lnTo>
                <a:lnTo>
                  <a:pt x="14" y="68"/>
                </a:lnTo>
                <a:lnTo>
                  <a:pt x="16" y="65"/>
                </a:lnTo>
                <a:lnTo>
                  <a:pt x="18" y="62"/>
                </a:lnTo>
                <a:lnTo>
                  <a:pt x="20" y="58"/>
                </a:lnTo>
                <a:lnTo>
                  <a:pt x="23" y="55"/>
                </a:lnTo>
                <a:lnTo>
                  <a:pt x="25" y="52"/>
                </a:lnTo>
                <a:lnTo>
                  <a:pt x="28" y="49"/>
                </a:lnTo>
                <a:lnTo>
                  <a:pt x="31" y="46"/>
                </a:lnTo>
                <a:lnTo>
                  <a:pt x="33" y="43"/>
                </a:lnTo>
                <a:lnTo>
                  <a:pt x="36" y="40"/>
                </a:lnTo>
                <a:lnTo>
                  <a:pt x="40" y="38"/>
                </a:lnTo>
                <a:lnTo>
                  <a:pt x="43" y="35"/>
                </a:lnTo>
                <a:lnTo>
                  <a:pt x="46" y="32"/>
                </a:lnTo>
                <a:lnTo>
                  <a:pt x="50" y="30"/>
                </a:lnTo>
                <a:lnTo>
                  <a:pt x="53" y="27"/>
                </a:lnTo>
                <a:lnTo>
                  <a:pt x="57" y="25"/>
                </a:lnTo>
                <a:lnTo>
                  <a:pt x="60" y="23"/>
                </a:lnTo>
                <a:lnTo>
                  <a:pt x="64" y="21"/>
                </a:lnTo>
                <a:lnTo>
                  <a:pt x="68" y="19"/>
                </a:lnTo>
                <a:lnTo>
                  <a:pt x="72" y="17"/>
                </a:lnTo>
                <a:lnTo>
                  <a:pt x="76" y="15"/>
                </a:lnTo>
                <a:lnTo>
                  <a:pt x="80" y="13"/>
                </a:lnTo>
                <a:lnTo>
                  <a:pt x="84" y="12"/>
                </a:lnTo>
                <a:lnTo>
                  <a:pt x="88" y="10"/>
                </a:lnTo>
                <a:lnTo>
                  <a:pt x="93" y="9"/>
                </a:lnTo>
                <a:lnTo>
                  <a:pt x="97" y="7"/>
                </a:lnTo>
                <a:lnTo>
                  <a:pt x="101" y="6"/>
                </a:lnTo>
                <a:lnTo>
                  <a:pt x="106" y="5"/>
                </a:lnTo>
                <a:lnTo>
                  <a:pt x="110" y="4"/>
                </a:lnTo>
                <a:lnTo>
                  <a:pt x="115" y="3"/>
                </a:lnTo>
                <a:lnTo>
                  <a:pt x="119" y="2"/>
                </a:lnTo>
                <a:lnTo>
                  <a:pt x="124" y="2"/>
                </a:lnTo>
                <a:lnTo>
                  <a:pt x="128" y="1"/>
                </a:lnTo>
                <a:lnTo>
                  <a:pt x="133" y="1"/>
                </a:lnTo>
                <a:lnTo>
                  <a:pt x="138" y="1"/>
                </a:lnTo>
                <a:lnTo>
                  <a:pt x="142" y="0"/>
                </a:lnTo>
                <a:lnTo>
                  <a:pt x="147" y="0"/>
                </a:lnTo>
                <a:lnTo>
                  <a:pt x="151" y="0"/>
                </a:lnTo>
                <a:lnTo>
                  <a:pt x="156" y="1"/>
                </a:lnTo>
                <a:lnTo>
                  <a:pt x="161" y="1"/>
                </a:lnTo>
                <a:lnTo>
                  <a:pt x="165" y="1"/>
                </a:lnTo>
                <a:lnTo>
                  <a:pt x="170" y="2"/>
                </a:lnTo>
                <a:lnTo>
                  <a:pt x="174" y="2"/>
                </a:lnTo>
                <a:lnTo>
                  <a:pt x="179" y="3"/>
                </a:lnTo>
                <a:lnTo>
                  <a:pt x="183" y="4"/>
                </a:lnTo>
                <a:lnTo>
                  <a:pt x="188" y="5"/>
                </a:lnTo>
                <a:lnTo>
                  <a:pt x="192" y="6"/>
                </a:lnTo>
                <a:lnTo>
                  <a:pt x="197" y="7"/>
                </a:lnTo>
                <a:lnTo>
                  <a:pt x="201" y="9"/>
                </a:lnTo>
                <a:lnTo>
                  <a:pt x="205" y="10"/>
                </a:lnTo>
                <a:lnTo>
                  <a:pt x="209" y="12"/>
                </a:lnTo>
                <a:lnTo>
                  <a:pt x="214" y="13"/>
                </a:lnTo>
                <a:lnTo>
                  <a:pt x="218" y="15"/>
                </a:lnTo>
                <a:lnTo>
                  <a:pt x="222" y="17"/>
                </a:lnTo>
                <a:lnTo>
                  <a:pt x="226" y="19"/>
                </a:lnTo>
                <a:lnTo>
                  <a:pt x="229" y="21"/>
                </a:lnTo>
                <a:lnTo>
                  <a:pt x="233" y="23"/>
                </a:lnTo>
                <a:lnTo>
                  <a:pt x="237" y="25"/>
                </a:lnTo>
                <a:lnTo>
                  <a:pt x="241" y="27"/>
                </a:lnTo>
                <a:lnTo>
                  <a:pt x="244" y="30"/>
                </a:lnTo>
                <a:lnTo>
                  <a:pt x="248" y="32"/>
                </a:lnTo>
                <a:lnTo>
                  <a:pt x="251" y="35"/>
                </a:lnTo>
                <a:lnTo>
                  <a:pt x="254" y="38"/>
                </a:lnTo>
                <a:lnTo>
                  <a:pt x="257" y="40"/>
                </a:lnTo>
                <a:lnTo>
                  <a:pt x="260" y="43"/>
                </a:lnTo>
                <a:lnTo>
                  <a:pt x="263" y="46"/>
                </a:lnTo>
                <a:lnTo>
                  <a:pt x="266" y="49"/>
                </a:lnTo>
                <a:lnTo>
                  <a:pt x="268" y="52"/>
                </a:lnTo>
                <a:lnTo>
                  <a:pt x="271" y="55"/>
                </a:lnTo>
                <a:lnTo>
                  <a:pt x="273" y="58"/>
                </a:lnTo>
                <a:lnTo>
                  <a:pt x="276" y="62"/>
                </a:lnTo>
                <a:lnTo>
                  <a:pt x="278" y="65"/>
                </a:lnTo>
                <a:lnTo>
                  <a:pt x="280" y="68"/>
                </a:lnTo>
                <a:lnTo>
                  <a:pt x="282" y="72"/>
                </a:lnTo>
                <a:lnTo>
                  <a:pt x="285" y="75"/>
                </a:lnTo>
                <a:lnTo>
                  <a:pt x="286" y="78"/>
                </a:lnTo>
                <a:lnTo>
                  <a:pt x="288" y="82"/>
                </a:lnTo>
                <a:lnTo>
                  <a:pt x="289" y="85"/>
                </a:lnTo>
                <a:lnTo>
                  <a:pt x="290" y="89"/>
                </a:lnTo>
                <a:lnTo>
                  <a:pt x="291" y="93"/>
                </a:lnTo>
                <a:lnTo>
                  <a:pt x="292" y="96"/>
                </a:lnTo>
                <a:lnTo>
                  <a:pt x="293" y="100"/>
                </a:lnTo>
                <a:lnTo>
                  <a:pt x="294" y="104"/>
                </a:lnTo>
                <a:lnTo>
                  <a:pt x="294" y="107"/>
                </a:lnTo>
                <a:lnTo>
                  <a:pt x="295" y="111"/>
                </a:lnTo>
                <a:lnTo>
                  <a:pt x="295" y="116"/>
                </a:lnTo>
                <a:lnTo>
                  <a:pt x="295" y="119"/>
                </a:lnTo>
                <a:close/>
              </a:path>
            </a:pathLst>
          </a:custGeom>
          <a:solidFill>
            <a:srgbClr val="fff4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3" name=""/>
          <p:cNvSpPr/>
          <p:nvPr/>
        </p:nvSpPr>
        <p:spPr>
          <a:xfrm>
            <a:off x="4924800" y="1784880"/>
            <a:ext cx="108000" cy="86400"/>
          </a:xfrm>
          <a:custGeom>
            <a:avLst/>
            <a:gdLst/>
            <a:ahLst/>
            <a:rect l="0" t="0" r="r" b="b"/>
            <a:pathLst>
              <a:path w="300" h="240">
                <a:moveTo>
                  <a:pt x="298" y="119"/>
                </a:moveTo>
                <a:lnTo>
                  <a:pt x="298" y="116"/>
                </a:lnTo>
                <a:lnTo>
                  <a:pt x="298" y="112"/>
                </a:lnTo>
                <a:lnTo>
                  <a:pt x="297" y="108"/>
                </a:lnTo>
                <a:lnTo>
                  <a:pt x="297" y="105"/>
                </a:lnTo>
                <a:lnTo>
                  <a:pt x="296" y="101"/>
                </a:lnTo>
                <a:lnTo>
                  <a:pt x="295" y="97"/>
                </a:lnTo>
                <a:lnTo>
                  <a:pt x="294" y="94"/>
                </a:lnTo>
                <a:lnTo>
                  <a:pt x="293" y="90"/>
                </a:lnTo>
                <a:lnTo>
                  <a:pt x="292" y="86"/>
                </a:lnTo>
                <a:lnTo>
                  <a:pt x="291" y="83"/>
                </a:lnTo>
                <a:lnTo>
                  <a:pt x="289" y="79"/>
                </a:lnTo>
                <a:lnTo>
                  <a:pt x="288" y="76"/>
                </a:lnTo>
                <a:lnTo>
                  <a:pt x="286" y="73"/>
                </a:lnTo>
                <a:lnTo>
                  <a:pt x="284" y="69"/>
                </a:lnTo>
                <a:lnTo>
                  <a:pt x="282" y="66"/>
                </a:lnTo>
                <a:lnTo>
                  <a:pt x="280" y="63"/>
                </a:lnTo>
                <a:lnTo>
                  <a:pt x="277" y="59"/>
                </a:lnTo>
                <a:lnTo>
                  <a:pt x="275" y="56"/>
                </a:lnTo>
                <a:lnTo>
                  <a:pt x="272" y="53"/>
                </a:lnTo>
                <a:lnTo>
                  <a:pt x="270" y="50"/>
                </a:lnTo>
                <a:lnTo>
                  <a:pt x="267" y="47"/>
                </a:lnTo>
                <a:lnTo>
                  <a:pt x="264" y="44"/>
                </a:lnTo>
                <a:lnTo>
                  <a:pt x="261" y="41"/>
                </a:lnTo>
                <a:lnTo>
                  <a:pt x="258" y="39"/>
                </a:lnTo>
                <a:lnTo>
                  <a:pt x="255" y="36"/>
                </a:lnTo>
                <a:lnTo>
                  <a:pt x="252" y="33"/>
                </a:lnTo>
                <a:lnTo>
                  <a:pt x="248" y="31"/>
                </a:lnTo>
                <a:lnTo>
                  <a:pt x="245" y="28"/>
                </a:lnTo>
                <a:lnTo>
                  <a:pt x="241" y="26"/>
                </a:lnTo>
                <a:lnTo>
                  <a:pt x="237" y="24"/>
                </a:lnTo>
                <a:lnTo>
                  <a:pt x="233" y="22"/>
                </a:lnTo>
                <a:lnTo>
                  <a:pt x="230" y="20"/>
                </a:lnTo>
                <a:lnTo>
                  <a:pt x="226" y="18"/>
                </a:lnTo>
                <a:lnTo>
                  <a:pt x="222" y="16"/>
                </a:lnTo>
                <a:lnTo>
                  <a:pt x="218" y="14"/>
                </a:lnTo>
                <a:lnTo>
                  <a:pt x="213" y="13"/>
                </a:lnTo>
                <a:lnTo>
                  <a:pt x="209" y="11"/>
                </a:lnTo>
                <a:lnTo>
                  <a:pt x="205" y="10"/>
                </a:lnTo>
                <a:lnTo>
                  <a:pt x="201" y="8"/>
                </a:lnTo>
                <a:lnTo>
                  <a:pt x="196" y="7"/>
                </a:lnTo>
                <a:lnTo>
                  <a:pt x="192" y="6"/>
                </a:lnTo>
                <a:lnTo>
                  <a:pt x="187" y="5"/>
                </a:lnTo>
                <a:lnTo>
                  <a:pt x="183" y="4"/>
                </a:lnTo>
                <a:lnTo>
                  <a:pt x="178" y="3"/>
                </a:lnTo>
                <a:lnTo>
                  <a:pt x="173" y="3"/>
                </a:lnTo>
                <a:lnTo>
                  <a:pt x="168" y="2"/>
                </a:lnTo>
                <a:lnTo>
                  <a:pt x="164" y="2"/>
                </a:lnTo>
                <a:lnTo>
                  <a:pt x="159" y="2"/>
                </a:lnTo>
                <a:lnTo>
                  <a:pt x="154" y="1"/>
                </a:lnTo>
                <a:lnTo>
                  <a:pt x="150" y="1"/>
                </a:lnTo>
                <a:lnTo>
                  <a:pt x="145" y="1"/>
                </a:lnTo>
                <a:lnTo>
                  <a:pt x="141" y="2"/>
                </a:lnTo>
                <a:lnTo>
                  <a:pt x="136" y="2"/>
                </a:lnTo>
                <a:lnTo>
                  <a:pt x="131" y="2"/>
                </a:lnTo>
                <a:lnTo>
                  <a:pt x="127" y="3"/>
                </a:lnTo>
                <a:lnTo>
                  <a:pt x="122" y="3"/>
                </a:lnTo>
                <a:lnTo>
                  <a:pt x="118" y="4"/>
                </a:lnTo>
                <a:lnTo>
                  <a:pt x="113" y="5"/>
                </a:lnTo>
                <a:lnTo>
                  <a:pt x="109" y="6"/>
                </a:lnTo>
                <a:lnTo>
                  <a:pt x="104" y="7"/>
                </a:lnTo>
                <a:lnTo>
                  <a:pt x="100" y="8"/>
                </a:lnTo>
                <a:lnTo>
                  <a:pt x="96" y="10"/>
                </a:lnTo>
                <a:lnTo>
                  <a:pt x="91" y="11"/>
                </a:lnTo>
                <a:lnTo>
                  <a:pt x="87" y="13"/>
                </a:lnTo>
                <a:lnTo>
                  <a:pt x="83" y="14"/>
                </a:lnTo>
                <a:lnTo>
                  <a:pt x="79" y="16"/>
                </a:lnTo>
                <a:lnTo>
                  <a:pt x="75" y="18"/>
                </a:lnTo>
                <a:lnTo>
                  <a:pt x="71" y="20"/>
                </a:lnTo>
                <a:lnTo>
                  <a:pt x="67" y="22"/>
                </a:lnTo>
                <a:lnTo>
                  <a:pt x="63" y="24"/>
                </a:lnTo>
                <a:lnTo>
                  <a:pt x="60" y="26"/>
                </a:lnTo>
                <a:lnTo>
                  <a:pt x="56" y="28"/>
                </a:lnTo>
                <a:lnTo>
                  <a:pt x="53" y="31"/>
                </a:lnTo>
                <a:lnTo>
                  <a:pt x="49" y="33"/>
                </a:lnTo>
                <a:lnTo>
                  <a:pt x="46" y="36"/>
                </a:lnTo>
                <a:lnTo>
                  <a:pt x="43" y="39"/>
                </a:lnTo>
                <a:lnTo>
                  <a:pt x="39" y="41"/>
                </a:lnTo>
                <a:lnTo>
                  <a:pt x="36" y="44"/>
                </a:lnTo>
                <a:lnTo>
                  <a:pt x="34" y="47"/>
                </a:lnTo>
                <a:lnTo>
                  <a:pt x="31" y="50"/>
                </a:lnTo>
                <a:lnTo>
                  <a:pt x="28" y="53"/>
                </a:lnTo>
                <a:lnTo>
                  <a:pt x="26" y="56"/>
                </a:lnTo>
                <a:lnTo>
                  <a:pt x="23" y="59"/>
                </a:lnTo>
                <a:lnTo>
                  <a:pt x="21" y="63"/>
                </a:lnTo>
                <a:lnTo>
                  <a:pt x="19" y="66"/>
                </a:lnTo>
                <a:lnTo>
                  <a:pt x="17" y="69"/>
                </a:lnTo>
                <a:lnTo>
                  <a:pt x="15" y="73"/>
                </a:lnTo>
                <a:lnTo>
                  <a:pt x="13" y="76"/>
                </a:lnTo>
                <a:lnTo>
                  <a:pt x="11" y="79"/>
                </a:lnTo>
                <a:lnTo>
                  <a:pt x="10" y="83"/>
                </a:lnTo>
                <a:lnTo>
                  <a:pt x="9" y="86"/>
                </a:lnTo>
                <a:lnTo>
                  <a:pt x="7" y="90"/>
                </a:lnTo>
                <a:lnTo>
                  <a:pt x="6" y="94"/>
                </a:lnTo>
                <a:lnTo>
                  <a:pt x="5" y="97"/>
                </a:lnTo>
                <a:lnTo>
                  <a:pt x="5" y="101"/>
                </a:lnTo>
                <a:lnTo>
                  <a:pt x="4" y="105"/>
                </a:lnTo>
                <a:lnTo>
                  <a:pt x="3" y="108"/>
                </a:lnTo>
                <a:lnTo>
                  <a:pt x="3" y="112"/>
                </a:lnTo>
                <a:lnTo>
                  <a:pt x="3" y="116"/>
                </a:lnTo>
                <a:lnTo>
                  <a:pt x="3" y="119"/>
                </a:lnTo>
                <a:lnTo>
                  <a:pt x="3" y="123"/>
                </a:lnTo>
                <a:lnTo>
                  <a:pt x="3" y="127"/>
                </a:lnTo>
                <a:lnTo>
                  <a:pt x="3" y="130"/>
                </a:lnTo>
                <a:lnTo>
                  <a:pt x="4" y="134"/>
                </a:lnTo>
                <a:lnTo>
                  <a:pt x="5" y="138"/>
                </a:lnTo>
                <a:lnTo>
                  <a:pt x="5" y="141"/>
                </a:lnTo>
                <a:lnTo>
                  <a:pt x="6" y="145"/>
                </a:lnTo>
                <a:lnTo>
                  <a:pt x="7" y="149"/>
                </a:lnTo>
                <a:lnTo>
                  <a:pt x="9" y="152"/>
                </a:lnTo>
                <a:lnTo>
                  <a:pt x="10" y="156"/>
                </a:lnTo>
                <a:lnTo>
                  <a:pt x="11" y="159"/>
                </a:lnTo>
                <a:lnTo>
                  <a:pt x="13" y="163"/>
                </a:lnTo>
                <a:lnTo>
                  <a:pt x="15" y="166"/>
                </a:lnTo>
                <a:lnTo>
                  <a:pt x="17" y="170"/>
                </a:lnTo>
                <a:lnTo>
                  <a:pt x="19" y="173"/>
                </a:lnTo>
                <a:lnTo>
                  <a:pt x="21" y="176"/>
                </a:lnTo>
                <a:lnTo>
                  <a:pt x="23" y="179"/>
                </a:lnTo>
                <a:lnTo>
                  <a:pt x="26" y="184"/>
                </a:lnTo>
                <a:lnTo>
                  <a:pt x="28" y="187"/>
                </a:lnTo>
                <a:lnTo>
                  <a:pt x="31" y="190"/>
                </a:lnTo>
                <a:lnTo>
                  <a:pt x="34" y="193"/>
                </a:lnTo>
                <a:lnTo>
                  <a:pt x="36" y="196"/>
                </a:lnTo>
                <a:lnTo>
                  <a:pt x="39" y="198"/>
                </a:lnTo>
                <a:lnTo>
                  <a:pt x="43" y="201"/>
                </a:lnTo>
                <a:lnTo>
                  <a:pt x="46" y="204"/>
                </a:lnTo>
                <a:lnTo>
                  <a:pt x="49" y="206"/>
                </a:lnTo>
                <a:lnTo>
                  <a:pt x="53" y="209"/>
                </a:lnTo>
                <a:lnTo>
                  <a:pt x="56" y="211"/>
                </a:lnTo>
                <a:lnTo>
                  <a:pt x="60" y="214"/>
                </a:lnTo>
                <a:lnTo>
                  <a:pt x="63" y="216"/>
                </a:lnTo>
                <a:lnTo>
                  <a:pt x="67" y="218"/>
                </a:lnTo>
                <a:lnTo>
                  <a:pt x="71" y="220"/>
                </a:lnTo>
                <a:lnTo>
                  <a:pt x="75" y="222"/>
                </a:lnTo>
                <a:lnTo>
                  <a:pt x="79" y="224"/>
                </a:lnTo>
                <a:lnTo>
                  <a:pt x="83" y="226"/>
                </a:lnTo>
                <a:lnTo>
                  <a:pt x="87" y="227"/>
                </a:lnTo>
                <a:lnTo>
                  <a:pt x="91" y="229"/>
                </a:lnTo>
                <a:lnTo>
                  <a:pt x="96" y="230"/>
                </a:lnTo>
                <a:lnTo>
                  <a:pt x="100" y="231"/>
                </a:lnTo>
                <a:lnTo>
                  <a:pt x="104" y="233"/>
                </a:lnTo>
                <a:lnTo>
                  <a:pt x="109" y="234"/>
                </a:lnTo>
                <a:lnTo>
                  <a:pt x="113" y="235"/>
                </a:lnTo>
                <a:lnTo>
                  <a:pt x="118" y="236"/>
                </a:lnTo>
                <a:lnTo>
                  <a:pt x="122" y="236"/>
                </a:lnTo>
                <a:lnTo>
                  <a:pt x="127" y="237"/>
                </a:lnTo>
                <a:lnTo>
                  <a:pt x="131" y="237"/>
                </a:lnTo>
                <a:lnTo>
                  <a:pt x="136" y="238"/>
                </a:lnTo>
                <a:lnTo>
                  <a:pt x="141" y="238"/>
                </a:lnTo>
                <a:lnTo>
                  <a:pt x="145" y="238"/>
                </a:lnTo>
                <a:lnTo>
                  <a:pt x="150" y="238"/>
                </a:lnTo>
                <a:lnTo>
                  <a:pt x="154" y="238"/>
                </a:lnTo>
                <a:lnTo>
                  <a:pt x="159" y="238"/>
                </a:lnTo>
                <a:lnTo>
                  <a:pt x="164" y="238"/>
                </a:lnTo>
                <a:lnTo>
                  <a:pt x="168" y="237"/>
                </a:lnTo>
                <a:lnTo>
                  <a:pt x="173" y="237"/>
                </a:lnTo>
                <a:lnTo>
                  <a:pt x="178" y="236"/>
                </a:lnTo>
                <a:lnTo>
                  <a:pt x="183" y="236"/>
                </a:lnTo>
                <a:lnTo>
                  <a:pt x="187" y="235"/>
                </a:lnTo>
                <a:lnTo>
                  <a:pt x="192" y="234"/>
                </a:lnTo>
                <a:lnTo>
                  <a:pt x="196" y="233"/>
                </a:lnTo>
                <a:lnTo>
                  <a:pt x="201" y="231"/>
                </a:lnTo>
                <a:lnTo>
                  <a:pt x="205" y="230"/>
                </a:lnTo>
                <a:lnTo>
                  <a:pt x="209" y="229"/>
                </a:lnTo>
                <a:lnTo>
                  <a:pt x="213" y="227"/>
                </a:lnTo>
                <a:lnTo>
                  <a:pt x="218" y="226"/>
                </a:lnTo>
                <a:lnTo>
                  <a:pt x="222" y="224"/>
                </a:lnTo>
                <a:lnTo>
                  <a:pt x="226" y="222"/>
                </a:lnTo>
                <a:lnTo>
                  <a:pt x="230" y="220"/>
                </a:lnTo>
                <a:lnTo>
                  <a:pt x="233" y="218"/>
                </a:lnTo>
                <a:lnTo>
                  <a:pt x="237" y="216"/>
                </a:lnTo>
                <a:lnTo>
                  <a:pt x="241" y="214"/>
                </a:lnTo>
                <a:lnTo>
                  <a:pt x="245" y="211"/>
                </a:lnTo>
                <a:lnTo>
                  <a:pt x="248" y="209"/>
                </a:lnTo>
                <a:lnTo>
                  <a:pt x="252" y="206"/>
                </a:lnTo>
                <a:lnTo>
                  <a:pt x="255" y="204"/>
                </a:lnTo>
                <a:lnTo>
                  <a:pt x="258" y="201"/>
                </a:lnTo>
                <a:lnTo>
                  <a:pt x="261" y="198"/>
                </a:lnTo>
                <a:lnTo>
                  <a:pt x="264" y="196"/>
                </a:lnTo>
                <a:lnTo>
                  <a:pt x="267" y="193"/>
                </a:lnTo>
                <a:lnTo>
                  <a:pt x="270" y="190"/>
                </a:lnTo>
                <a:lnTo>
                  <a:pt x="272" y="187"/>
                </a:lnTo>
                <a:lnTo>
                  <a:pt x="275" y="184"/>
                </a:lnTo>
                <a:lnTo>
                  <a:pt x="277" y="179"/>
                </a:lnTo>
                <a:lnTo>
                  <a:pt x="280" y="176"/>
                </a:lnTo>
                <a:lnTo>
                  <a:pt x="282" y="173"/>
                </a:lnTo>
                <a:lnTo>
                  <a:pt x="284" y="170"/>
                </a:lnTo>
                <a:lnTo>
                  <a:pt x="286" y="166"/>
                </a:lnTo>
                <a:lnTo>
                  <a:pt x="288" y="163"/>
                </a:lnTo>
                <a:lnTo>
                  <a:pt x="289" y="159"/>
                </a:lnTo>
                <a:lnTo>
                  <a:pt x="291" y="156"/>
                </a:lnTo>
                <a:lnTo>
                  <a:pt x="292" y="152"/>
                </a:lnTo>
                <a:lnTo>
                  <a:pt x="293" y="149"/>
                </a:lnTo>
                <a:lnTo>
                  <a:pt x="294" y="145"/>
                </a:lnTo>
                <a:lnTo>
                  <a:pt x="295" y="141"/>
                </a:lnTo>
                <a:lnTo>
                  <a:pt x="296" y="138"/>
                </a:lnTo>
                <a:lnTo>
                  <a:pt x="297" y="134"/>
                </a:lnTo>
                <a:lnTo>
                  <a:pt x="297" y="130"/>
                </a:lnTo>
                <a:lnTo>
                  <a:pt x="298" y="127"/>
                </a:lnTo>
                <a:lnTo>
                  <a:pt x="298" y="123"/>
                </a:lnTo>
                <a:lnTo>
                  <a:pt x="298" y="119"/>
                </a:lnTo>
                <a:moveTo>
                  <a:pt x="300" y="119"/>
                </a:moveTo>
                <a:lnTo>
                  <a:pt x="300" y="123"/>
                </a:lnTo>
                <a:lnTo>
                  <a:pt x="300" y="127"/>
                </a:lnTo>
                <a:lnTo>
                  <a:pt x="300" y="131"/>
                </a:lnTo>
                <a:lnTo>
                  <a:pt x="299" y="134"/>
                </a:lnTo>
                <a:lnTo>
                  <a:pt x="298" y="138"/>
                </a:lnTo>
                <a:lnTo>
                  <a:pt x="298" y="142"/>
                </a:lnTo>
                <a:lnTo>
                  <a:pt x="297" y="146"/>
                </a:lnTo>
                <a:lnTo>
                  <a:pt x="296" y="149"/>
                </a:lnTo>
                <a:lnTo>
                  <a:pt x="294" y="153"/>
                </a:lnTo>
                <a:lnTo>
                  <a:pt x="293" y="156"/>
                </a:lnTo>
                <a:lnTo>
                  <a:pt x="291" y="160"/>
                </a:lnTo>
                <a:lnTo>
                  <a:pt x="290" y="164"/>
                </a:lnTo>
                <a:lnTo>
                  <a:pt x="288" y="167"/>
                </a:lnTo>
                <a:lnTo>
                  <a:pt x="286" y="170"/>
                </a:lnTo>
                <a:lnTo>
                  <a:pt x="284" y="174"/>
                </a:lnTo>
                <a:lnTo>
                  <a:pt x="282" y="177"/>
                </a:lnTo>
                <a:lnTo>
                  <a:pt x="279" y="180"/>
                </a:lnTo>
                <a:lnTo>
                  <a:pt x="277" y="185"/>
                </a:lnTo>
                <a:lnTo>
                  <a:pt x="274" y="188"/>
                </a:lnTo>
                <a:lnTo>
                  <a:pt x="272" y="191"/>
                </a:lnTo>
                <a:lnTo>
                  <a:pt x="269" y="194"/>
                </a:lnTo>
                <a:lnTo>
                  <a:pt x="266" y="197"/>
                </a:lnTo>
                <a:lnTo>
                  <a:pt x="263" y="200"/>
                </a:lnTo>
                <a:lnTo>
                  <a:pt x="260" y="202"/>
                </a:lnTo>
                <a:lnTo>
                  <a:pt x="256" y="205"/>
                </a:lnTo>
                <a:lnTo>
                  <a:pt x="253" y="208"/>
                </a:lnTo>
                <a:lnTo>
                  <a:pt x="250" y="210"/>
                </a:lnTo>
                <a:lnTo>
                  <a:pt x="246" y="213"/>
                </a:lnTo>
                <a:lnTo>
                  <a:pt x="242" y="215"/>
                </a:lnTo>
                <a:lnTo>
                  <a:pt x="239" y="217"/>
                </a:lnTo>
                <a:lnTo>
                  <a:pt x="235" y="220"/>
                </a:lnTo>
                <a:lnTo>
                  <a:pt x="231" y="222"/>
                </a:lnTo>
                <a:lnTo>
                  <a:pt x="227" y="224"/>
                </a:lnTo>
                <a:lnTo>
                  <a:pt x="223" y="225"/>
                </a:lnTo>
                <a:lnTo>
                  <a:pt x="219" y="227"/>
                </a:lnTo>
                <a:lnTo>
                  <a:pt x="214" y="229"/>
                </a:lnTo>
                <a:lnTo>
                  <a:pt x="210" y="230"/>
                </a:lnTo>
                <a:lnTo>
                  <a:pt x="206" y="232"/>
                </a:lnTo>
                <a:lnTo>
                  <a:pt x="201" y="233"/>
                </a:lnTo>
                <a:lnTo>
                  <a:pt x="197" y="234"/>
                </a:lnTo>
                <a:lnTo>
                  <a:pt x="192" y="235"/>
                </a:lnTo>
                <a:lnTo>
                  <a:pt x="188" y="236"/>
                </a:lnTo>
                <a:lnTo>
                  <a:pt x="183" y="237"/>
                </a:lnTo>
                <a:lnTo>
                  <a:pt x="179" y="238"/>
                </a:lnTo>
                <a:lnTo>
                  <a:pt x="173" y="239"/>
                </a:lnTo>
                <a:lnTo>
                  <a:pt x="169" y="239"/>
                </a:lnTo>
                <a:lnTo>
                  <a:pt x="164" y="240"/>
                </a:lnTo>
                <a:lnTo>
                  <a:pt x="159" y="240"/>
                </a:lnTo>
                <a:lnTo>
                  <a:pt x="154" y="240"/>
                </a:lnTo>
                <a:lnTo>
                  <a:pt x="150" y="240"/>
                </a:lnTo>
                <a:lnTo>
                  <a:pt x="145" y="240"/>
                </a:lnTo>
                <a:lnTo>
                  <a:pt x="140" y="240"/>
                </a:lnTo>
                <a:lnTo>
                  <a:pt x="136" y="240"/>
                </a:lnTo>
                <a:lnTo>
                  <a:pt x="131" y="239"/>
                </a:lnTo>
                <a:lnTo>
                  <a:pt x="126" y="239"/>
                </a:lnTo>
                <a:lnTo>
                  <a:pt x="122" y="238"/>
                </a:lnTo>
                <a:lnTo>
                  <a:pt x="117" y="237"/>
                </a:lnTo>
                <a:lnTo>
                  <a:pt x="113" y="236"/>
                </a:lnTo>
                <a:lnTo>
                  <a:pt x="108" y="235"/>
                </a:lnTo>
                <a:lnTo>
                  <a:pt x="104" y="234"/>
                </a:lnTo>
                <a:lnTo>
                  <a:pt x="99" y="233"/>
                </a:lnTo>
                <a:lnTo>
                  <a:pt x="95" y="232"/>
                </a:lnTo>
                <a:lnTo>
                  <a:pt x="90" y="230"/>
                </a:lnTo>
                <a:lnTo>
                  <a:pt x="86" y="229"/>
                </a:lnTo>
                <a:lnTo>
                  <a:pt x="82" y="227"/>
                </a:lnTo>
                <a:lnTo>
                  <a:pt x="78" y="225"/>
                </a:lnTo>
                <a:lnTo>
                  <a:pt x="74" y="224"/>
                </a:lnTo>
                <a:lnTo>
                  <a:pt x="70" y="222"/>
                </a:lnTo>
                <a:lnTo>
                  <a:pt x="66" y="220"/>
                </a:lnTo>
                <a:lnTo>
                  <a:pt x="62" y="217"/>
                </a:lnTo>
                <a:lnTo>
                  <a:pt x="58" y="215"/>
                </a:lnTo>
                <a:lnTo>
                  <a:pt x="55" y="213"/>
                </a:lnTo>
                <a:lnTo>
                  <a:pt x="51" y="210"/>
                </a:lnTo>
                <a:lnTo>
                  <a:pt x="48" y="208"/>
                </a:lnTo>
                <a:lnTo>
                  <a:pt x="44" y="205"/>
                </a:lnTo>
                <a:lnTo>
                  <a:pt x="41" y="202"/>
                </a:lnTo>
                <a:lnTo>
                  <a:pt x="38" y="200"/>
                </a:lnTo>
                <a:lnTo>
                  <a:pt x="35" y="197"/>
                </a:lnTo>
                <a:lnTo>
                  <a:pt x="32" y="194"/>
                </a:lnTo>
                <a:lnTo>
                  <a:pt x="29" y="191"/>
                </a:lnTo>
                <a:lnTo>
                  <a:pt x="26" y="188"/>
                </a:lnTo>
                <a:lnTo>
                  <a:pt x="24" y="185"/>
                </a:lnTo>
                <a:lnTo>
                  <a:pt x="21" y="180"/>
                </a:lnTo>
                <a:lnTo>
                  <a:pt x="19" y="177"/>
                </a:lnTo>
                <a:lnTo>
                  <a:pt x="17" y="174"/>
                </a:lnTo>
                <a:lnTo>
                  <a:pt x="15" y="170"/>
                </a:lnTo>
                <a:lnTo>
                  <a:pt x="13" y="167"/>
                </a:lnTo>
                <a:lnTo>
                  <a:pt x="11" y="164"/>
                </a:lnTo>
                <a:lnTo>
                  <a:pt x="9" y="160"/>
                </a:lnTo>
                <a:lnTo>
                  <a:pt x="8" y="156"/>
                </a:lnTo>
                <a:lnTo>
                  <a:pt x="6" y="153"/>
                </a:lnTo>
                <a:lnTo>
                  <a:pt x="5" y="149"/>
                </a:lnTo>
                <a:lnTo>
                  <a:pt x="4" y="146"/>
                </a:lnTo>
                <a:lnTo>
                  <a:pt x="3" y="142"/>
                </a:lnTo>
                <a:lnTo>
                  <a:pt x="2" y="138"/>
                </a:lnTo>
                <a:lnTo>
                  <a:pt x="2" y="134"/>
                </a:lnTo>
                <a:lnTo>
                  <a:pt x="1" y="131"/>
                </a:lnTo>
                <a:lnTo>
                  <a:pt x="1" y="127"/>
                </a:lnTo>
                <a:lnTo>
                  <a:pt x="0" y="123"/>
                </a:lnTo>
                <a:lnTo>
                  <a:pt x="0" y="119"/>
                </a:lnTo>
                <a:lnTo>
                  <a:pt x="0" y="116"/>
                </a:lnTo>
                <a:lnTo>
                  <a:pt x="1" y="112"/>
                </a:lnTo>
                <a:lnTo>
                  <a:pt x="1" y="108"/>
                </a:lnTo>
                <a:lnTo>
                  <a:pt x="2" y="104"/>
                </a:lnTo>
                <a:lnTo>
                  <a:pt x="2" y="101"/>
                </a:lnTo>
                <a:lnTo>
                  <a:pt x="3" y="97"/>
                </a:lnTo>
                <a:lnTo>
                  <a:pt x="4" y="93"/>
                </a:lnTo>
                <a:lnTo>
                  <a:pt x="5" y="90"/>
                </a:lnTo>
                <a:lnTo>
                  <a:pt x="6" y="86"/>
                </a:lnTo>
                <a:lnTo>
                  <a:pt x="8" y="82"/>
                </a:lnTo>
                <a:lnTo>
                  <a:pt x="9" y="79"/>
                </a:lnTo>
                <a:lnTo>
                  <a:pt x="11" y="75"/>
                </a:lnTo>
                <a:lnTo>
                  <a:pt x="13" y="72"/>
                </a:lnTo>
                <a:lnTo>
                  <a:pt x="15" y="68"/>
                </a:lnTo>
                <a:lnTo>
                  <a:pt x="17" y="65"/>
                </a:lnTo>
                <a:lnTo>
                  <a:pt x="19" y="62"/>
                </a:lnTo>
                <a:lnTo>
                  <a:pt x="21" y="58"/>
                </a:lnTo>
                <a:lnTo>
                  <a:pt x="24" y="55"/>
                </a:lnTo>
                <a:lnTo>
                  <a:pt x="26" y="52"/>
                </a:lnTo>
                <a:lnTo>
                  <a:pt x="29" y="49"/>
                </a:lnTo>
                <a:lnTo>
                  <a:pt x="32" y="46"/>
                </a:lnTo>
                <a:lnTo>
                  <a:pt x="35" y="43"/>
                </a:lnTo>
                <a:lnTo>
                  <a:pt x="38" y="40"/>
                </a:lnTo>
                <a:lnTo>
                  <a:pt x="41" y="37"/>
                </a:lnTo>
                <a:lnTo>
                  <a:pt x="44" y="35"/>
                </a:lnTo>
                <a:lnTo>
                  <a:pt x="48" y="32"/>
                </a:lnTo>
                <a:lnTo>
                  <a:pt x="51" y="29"/>
                </a:lnTo>
                <a:lnTo>
                  <a:pt x="55" y="27"/>
                </a:lnTo>
                <a:lnTo>
                  <a:pt x="58" y="25"/>
                </a:lnTo>
                <a:lnTo>
                  <a:pt x="62" y="22"/>
                </a:lnTo>
                <a:lnTo>
                  <a:pt x="66" y="20"/>
                </a:lnTo>
                <a:lnTo>
                  <a:pt x="70" y="18"/>
                </a:lnTo>
                <a:lnTo>
                  <a:pt x="74" y="16"/>
                </a:lnTo>
                <a:lnTo>
                  <a:pt x="78" y="14"/>
                </a:lnTo>
                <a:lnTo>
                  <a:pt x="82" y="13"/>
                </a:lnTo>
                <a:lnTo>
                  <a:pt x="86" y="11"/>
                </a:lnTo>
                <a:lnTo>
                  <a:pt x="90" y="9"/>
                </a:lnTo>
                <a:lnTo>
                  <a:pt x="95" y="8"/>
                </a:lnTo>
                <a:lnTo>
                  <a:pt x="99" y="7"/>
                </a:lnTo>
                <a:lnTo>
                  <a:pt x="104" y="5"/>
                </a:lnTo>
                <a:lnTo>
                  <a:pt x="108" y="4"/>
                </a:lnTo>
                <a:lnTo>
                  <a:pt x="113" y="3"/>
                </a:lnTo>
                <a:lnTo>
                  <a:pt x="117" y="2"/>
                </a:lnTo>
                <a:lnTo>
                  <a:pt x="122" y="2"/>
                </a:lnTo>
                <a:lnTo>
                  <a:pt x="126" y="1"/>
                </a:lnTo>
                <a:lnTo>
                  <a:pt x="131" y="0"/>
                </a:lnTo>
                <a:lnTo>
                  <a:pt x="136" y="0"/>
                </a:lnTo>
                <a:lnTo>
                  <a:pt x="140" y="0"/>
                </a:lnTo>
                <a:lnTo>
                  <a:pt x="145" y="0"/>
                </a:lnTo>
                <a:lnTo>
                  <a:pt x="150" y="0"/>
                </a:lnTo>
                <a:lnTo>
                  <a:pt x="154" y="0"/>
                </a:lnTo>
                <a:lnTo>
                  <a:pt x="159" y="0"/>
                </a:lnTo>
                <a:lnTo>
                  <a:pt x="164" y="0"/>
                </a:lnTo>
                <a:lnTo>
                  <a:pt x="169" y="0"/>
                </a:lnTo>
                <a:lnTo>
                  <a:pt x="173" y="1"/>
                </a:lnTo>
                <a:lnTo>
                  <a:pt x="179" y="2"/>
                </a:lnTo>
                <a:lnTo>
                  <a:pt x="183" y="2"/>
                </a:lnTo>
                <a:lnTo>
                  <a:pt x="188" y="3"/>
                </a:lnTo>
                <a:lnTo>
                  <a:pt x="192" y="4"/>
                </a:lnTo>
                <a:lnTo>
                  <a:pt x="197" y="5"/>
                </a:lnTo>
                <a:lnTo>
                  <a:pt x="201" y="7"/>
                </a:lnTo>
                <a:lnTo>
                  <a:pt x="206" y="8"/>
                </a:lnTo>
                <a:lnTo>
                  <a:pt x="210" y="9"/>
                </a:lnTo>
                <a:lnTo>
                  <a:pt x="214" y="11"/>
                </a:lnTo>
                <a:lnTo>
                  <a:pt x="219" y="13"/>
                </a:lnTo>
                <a:lnTo>
                  <a:pt x="223" y="14"/>
                </a:lnTo>
                <a:lnTo>
                  <a:pt x="227" y="16"/>
                </a:lnTo>
                <a:lnTo>
                  <a:pt x="231" y="18"/>
                </a:lnTo>
                <a:lnTo>
                  <a:pt x="235" y="20"/>
                </a:lnTo>
                <a:lnTo>
                  <a:pt x="239" y="22"/>
                </a:lnTo>
                <a:lnTo>
                  <a:pt x="242" y="25"/>
                </a:lnTo>
                <a:lnTo>
                  <a:pt x="246" y="27"/>
                </a:lnTo>
                <a:lnTo>
                  <a:pt x="250" y="29"/>
                </a:lnTo>
                <a:lnTo>
                  <a:pt x="253" y="32"/>
                </a:lnTo>
                <a:lnTo>
                  <a:pt x="256" y="35"/>
                </a:lnTo>
                <a:lnTo>
                  <a:pt x="260" y="37"/>
                </a:lnTo>
                <a:lnTo>
                  <a:pt x="263" y="40"/>
                </a:lnTo>
                <a:lnTo>
                  <a:pt x="266" y="43"/>
                </a:lnTo>
                <a:lnTo>
                  <a:pt x="269" y="46"/>
                </a:lnTo>
                <a:lnTo>
                  <a:pt x="272" y="49"/>
                </a:lnTo>
                <a:lnTo>
                  <a:pt x="274" y="52"/>
                </a:lnTo>
                <a:lnTo>
                  <a:pt x="277" y="55"/>
                </a:lnTo>
                <a:lnTo>
                  <a:pt x="279" y="58"/>
                </a:lnTo>
                <a:lnTo>
                  <a:pt x="282" y="62"/>
                </a:lnTo>
                <a:lnTo>
                  <a:pt x="284" y="65"/>
                </a:lnTo>
                <a:lnTo>
                  <a:pt x="286" y="68"/>
                </a:lnTo>
                <a:lnTo>
                  <a:pt x="288" y="72"/>
                </a:lnTo>
                <a:lnTo>
                  <a:pt x="290" y="75"/>
                </a:lnTo>
                <a:lnTo>
                  <a:pt x="291" y="79"/>
                </a:lnTo>
                <a:lnTo>
                  <a:pt x="293" y="82"/>
                </a:lnTo>
                <a:lnTo>
                  <a:pt x="294" y="86"/>
                </a:lnTo>
                <a:lnTo>
                  <a:pt x="296" y="90"/>
                </a:lnTo>
                <a:lnTo>
                  <a:pt x="297" y="93"/>
                </a:lnTo>
                <a:lnTo>
                  <a:pt x="298" y="97"/>
                </a:lnTo>
                <a:lnTo>
                  <a:pt x="298" y="101"/>
                </a:lnTo>
                <a:lnTo>
                  <a:pt x="299" y="104"/>
                </a:lnTo>
                <a:lnTo>
                  <a:pt x="300" y="108"/>
                </a:lnTo>
                <a:lnTo>
                  <a:pt x="300" y="112"/>
                </a:lnTo>
                <a:lnTo>
                  <a:pt x="300" y="116"/>
                </a:lnTo>
                <a:lnTo>
                  <a:pt x="300" y="119"/>
                </a:lnTo>
                <a:close/>
              </a:path>
            </a:pathLst>
          </a:custGeom>
          <a:solidFill>
            <a:srgbClr val="ff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4" name=""/>
          <p:cNvSpPr/>
          <p:nvPr/>
        </p:nvSpPr>
        <p:spPr>
          <a:xfrm>
            <a:off x="4924080" y="1784160"/>
            <a:ext cx="109800" cy="87840"/>
          </a:xfrm>
          <a:custGeom>
            <a:avLst/>
            <a:gdLst/>
            <a:ahLst/>
            <a:rect l="0" t="0" r="r" b="b"/>
            <a:pathLst>
              <a:path w="305" h="244">
                <a:moveTo>
                  <a:pt x="302" y="122"/>
                </a:moveTo>
                <a:lnTo>
                  <a:pt x="302" y="119"/>
                </a:lnTo>
                <a:lnTo>
                  <a:pt x="302" y="115"/>
                </a:lnTo>
                <a:lnTo>
                  <a:pt x="302" y="111"/>
                </a:lnTo>
                <a:lnTo>
                  <a:pt x="301" y="107"/>
                </a:lnTo>
                <a:lnTo>
                  <a:pt x="300" y="104"/>
                </a:lnTo>
                <a:lnTo>
                  <a:pt x="300" y="100"/>
                </a:lnTo>
                <a:lnTo>
                  <a:pt x="299" y="96"/>
                </a:lnTo>
                <a:lnTo>
                  <a:pt x="298" y="93"/>
                </a:lnTo>
                <a:lnTo>
                  <a:pt x="296" y="89"/>
                </a:lnTo>
                <a:lnTo>
                  <a:pt x="295" y="85"/>
                </a:lnTo>
                <a:lnTo>
                  <a:pt x="293" y="82"/>
                </a:lnTo>
                <a:lnTo>
                  <a:pt x="292" y="78"/>
                </a:lnTo>
                <a:lnTo>
                  <a:pt x="290" y="75"/>
                </a:lnTo>
                <a:lnTo>
                  <a:pt x="288" y="71"/>
                </a:lnTo>
                <a:lnTo>
                  <a:pt x="286" y="68"/>
                </a:lnTo>
                <a:lnTo>
                  <a:pt x="284" y="65"/>
                </a:lnTo>
                <a:lnTo>
                  <a:pt x="281" y="61"/>
                </a:lnTo>
                <a:lnTo>
                  <a:pt x="279" y="58"/>
                </a:lnTo>
                <a:lnTo>
                  <a:pt x="276" y="55"/>
                </a:lnTo>
                <a:lnTo>
                  <a:pt x="274" y="52"/>
                </a:lnTo>
                <a:lnTo>
                  <a:pt x="271" y="49"/>
                </a:lnTo>
                <a:lnTo>
                  <a:pt x="268" y="46"/>
                </a:lnTo>
                <a:lnTo>
                  <a:pt x="265" y="43"/>
                </a:lnTo>
                <a:lnTo>
                  <a:pt x="262" y="40"/>
                </a:lnTo>
                <a:lnTo>
                  <a:pt x="258" y="38"/>
                </a:lnTo>
                <a:lnTo>
                  <a:pt x="255" y="35"/>
                </a:lnTo>
                <a:lnTo>
                  <a:pt x="252" y="32"/>
                </a:lnTo>
                <a:lnTo>
                  <a:pt x="248" y="30"/>
                </a:lnTo>
                <a:lnTo>
                  <a:pt x="244" y="28"/>
                </a:lnTo>
                <a:lnTo>
                  <a:pt x="241" y="24"/>
                </a:lnTo>
                <a:lnTo>
                  <a:pt x="237" y="22"/>
                </a:lnTo>
                <a:lnTo>
                  <a:pt x="233" y="20"/>
                </a:lnTo>
                <a:lnTo>
                  <a:pt x="229" y="18"/>
                </a:lnTo>
                <a:lnTo>
                  <a:pt x="225" y="16"/>
                </a:lnTo>
                <a:lnTo>
                  <a:pt x="221" y="15"/>
                </a:lnTo>
                <a:lnTo>
                  <a:pt x="216" y="13"/>
                </a:lnTo>
                <a:lnTo>
                  <a:pt x="212" y="11"/>
                </a:lnTo>
                <a:lnTo>
                  <a:pt x="208" y="10"/>
                </a:lnTo>
                <a:lnTo>
                  <a:pt x="203" y="9"/>
                </a:lnTo>
                <a:lnTo>
                  <a:pt x="199" y="7"/>
                </a:lnTo>
                <a:lnTo>
                  <a:pt x="194" y="6"/>
                </a:lnTo>
                <a:lnTo>
                  <a:pt x="190" y="5"/>
                </a:lnTo>
                <a:lnTo>
                  <a:pt x="185" y="4"/>
                </a:lnTo>
                <a:lnTo>
                  <a:pt x="181" y="4"/>
                </a:lnTo>
                <a:lnTo>
                  <a:pt x="176" y="3"/>
                </a:lnTo>
                <a:lnTo>
                  <a:pt x="172" y="2"/>
                </a:lnTo>
                <a:lnTo>
                  <a:pt x="167" y="2"/>
                </a:lnTo>
                <a:lnTo>
                  <a:pt x="162" y="2"/>
                </a:lnTo>
                <a:lnTo>
                  <a:pt x="157" y="2"/>
                </a:lnTo>
                <a:lnTo>
                  <a:pt x="153" y="2"/>
                </a:lnTo>
                <a:lnTo>
                  <a:pt x="148" y="2"/>
                </a:lnTo>
                <a:lnTo>
                  <a:pt x="143" y="2"/>
                </a:lnTo>
                <a:lnTo>
                  <a:pt x="139" y="2"/>
                </a:lnTo>
                <a:lnTo>
                  <a:pt x="134" y="2"/>
                </a:lnTo>
                <a:lnTo>
                  <a:pt x="129" y="3"/>
                </a:lnTo>
                <a:lnTo>
                  <a:pt x="125" y="4"/>
                </a:lnTo>
                <a:lnTo>
                  <a:pt x="120" y="4"/>
                </a:lnTo>
                <a:lnTo>
                  <a:pt x="116" y="5"/>
                </a:lnTo>
                <a:lnTo>
                  <a:pt x="111" y="6"/>
                </a:lnTo>
                <a:lnTo>
                  <a:pt x="106" y="7"/>
                </a:lnTo>
                <a:lnTo>
                  <a:pt x="101" y="9"/>
                </a:lnTo>
                <a:lnTo>
                  <a:pt x="97" y="10"/>
                </a:lnTo>
                <a:lnTo>
                  <a:pt x="92" y="11"/>
                </a:lnTo>
                <a:lnTo>
                  <a:pt x="88" y="13"/>
                </a:lnTo>
                <a:lnTo>
                  <a:pt x="84" y="15"/>
                </a:lnTo>
                <a:lnTo>
                  <a:pt x="80" y="16"/>
                </a:lnTo>
                <a:lnTo>
                  <a:pt x="76" y="18"/>
                </a:lnTo>
                <a:lnTo>
                  <a:pt x="72" y="20"/>
                </a:lnTo>
                <a:lnTo>
                  <a:pt x="68" y="22"/>
                </a:lnTo>
                <a:lnTo>
                  <a:pt x="64" y="24"/>
                </a:lnTo>
                <a:lnTo>
                  <a:pt x="60" y="28"/>
                </a:lnTo>
                <a:lnTo>
                  <a:pt x="57" y="30"/>
                </a:lnTo>
                <a:lnTo>
                  <a:pt x="53" y="32"/>
                </a:lnTo>
                <a:lnTo>
                  <a:pt x="50" y="35"/>
                </a:lnTo>
                <a:lnTo>
                  <a:pt x="46" y="38"/>
                </a:lnTo>
                <a:lnTo>
                  <a:pt x="43" y="40"/>
                </a:lnTo>
                <a:lnTo>
                  <a:pt x="40" y="43"/>
                </a:lnTo>
                <a:lnTo>
                  <a:pt x="37" y="46"/>
                </a:lnTo>
                <a:lnTo>
                  <a:pt x="34" y="49"/>
                </a:lnTo>
                <a:lnTo>
                  <a:pt x="31" y="52"/>
                </a:lnTo>
                <a:lnTo>
                  <a:pt x="28" y="55"/>
                </a:lnTo>
                <a:lnTo>
                  <a:pt x="26" y="58"/>
                </a:lnTo>
                <a:lnTo>
                  <a:pt x="23" y="61"/>
                </a:lnTo>
                <a:lnTo>
                  <a:pt x="21" y="65"/>
                </a:lnTo>
                <a:lnTo>
                  <a:pt x="19" y="68"/>
                </a:lnTo>
                <a:lnTo>
                  <a:pt x="17" y="71"/>
                </a:lnTo>
                <a:lnTo>
                  <a:pt x="15" y="75"/>
                </a:lnTo>
                <a:lnTo>
                  <a:pt x="13" y="78"/>
                </a:lnTo>
                <a:lnTo>
                  <a:pt x="11" y="82"/>
                </a:lnTo>
                <a:lnTo>
                  <a:pt x="10" y="85"/>
                </a:lnTo>
                <a:lnTo>
                  <a:pt x="8" y="89"/>
                </a:lnTo>
                <a:lnTo>
                  <a:pt x="7" y="93"/>
                </a:lnTo>
                <a:lnTo>
                  <a:pt x="6" y="96"/>
                </a:lnTo>
                <a:lnTo>
                  <a:pt x="5" y="100"/>
                </a:lnTo>
                <a:lnTo>
                  <a:pt x="4" y="104"/>
                </a:lnTo>
                <a:lnTo>
                  <a:pt x="4" y="107"/>
                </a:lnTo>
                <a:lnTo>
                  <a:pt x="3" y="111"/>
                </a:lnTo>
                <a:lnTo>
                  <a:pt x="3" y="115"/>
                </a:lnTo>
                <a:lnTo>
                  <a:pt x="2" y="119"/>
                </a:lnTo>
                <a:lnTo>
                  <a:pt x="2" y="122"/>
                </a:lnTo>
                <a:lnTo>
                  <a:pt x="2" y="126"/>
                </a:lnTo>
                <a:lnTo>
                  <a:pt x="3" y="130"/>
                </a:lnTo>
                <a:lnTo>
                  <a:pt x="3" y="134"/>
                </a:lnTo>
                <a:lnTo>
                  <a:pt x="4" y="137"/>
                </a:lnTo>
                <a:lnTo>
                  <a:pt x="4" y="141"/>
                </a:lnTo>
                <a:lnTo>
                  <a:pt x="5" y="145"/>
                </a:lnTo>
                <a:lnTo>
                  <a:pt x="6" y="149"/>
                </a:lnTo>
                <a:lnTo>
                  <a:pt x="7" y="152"/>
                </a:lnTo>
                <a:lnTo>
                  <a:pt x="8" y="156"/>
                </a:lnTo>
                <a:lnTo>
                  <a:pt x="10" y="159"/>
                </a:lnTo>
                <a:lnTo>
                  <a:pt x="11" y="163"/>
                </a:lnTo>
                <a:lnTo>
                  <a:pt x="13" y="167"/>
                </a:lnTo>
                <a:lnTo>
                  <a:pt x="15" y="170"/>
                </a:lnTo>
                <a:lnTo>
                  <a:pt x="17" y="173"/>
                </a:lnTo>
                <a:lnTo>
                  <a:pt x="19" y="177"/>
                </a:lnTo>
                <a:lnTo>
                  <a:pt x="21" y="180"/>
                </a:lnTo>
                <a:lnTo>
                  <a:pt x="23" y="183"/>
                </a:lnTo>
                <a:lnTo>
                  <a:pt x="26" y="187"/>
                </a:lnTo>
                <a:lnTo>
                  <a:pt x="28" y="190"/>
                </a:lnTo>
                <a:lnTo>
                  <a:pt x="31" y="193"/>
                </a:lnTo>
                <a:lnTo>
                  <a:pt x="34" y="196"/>
                </a:lnTo>
                <a:lnTo>
                  <a:pt x="37" y="199"/>
                </a:lnTo>
                <a:lnTo>
                  <a:pt x="40" y="202"/>
                </a:lnTo>
                <a:lnTo>
                  <a:pt x="43" y="204"/>
                </a:lnTo>
                <a:lnTo>
                  <a:pt x="46" y="207"/>
                </a:lnTo>
                <a:lnTo>
                  <a:pt x="50" y="210"/>
                </a:lnTo>
                <a:lnTo>
                  <a:pt x="53" y="212"/>
                </a:lnTo>
                <a:lnTo>
                  <a:pt x="57" y="215"/>
                </a:lnTo>
                <a:lnTo>
                  <a:pt x="60" y="217"/>
                </a:lnTo>
                <a:lnTo>
                  <a:pt x="64" y="219"/>
                </a:lnTo>
                <a:lnTo>
                  <a:pt x="68" y="222"/>
                </a:lnTo>
                <a:lnTo>
                  <a:pt x="72" y="224"/>
                </a:lnTo>
                <a:lnTo>
                  <a:pt x="76" y="226"/>
                </a:lnTo>
                <a:lnTo>
                  <a:pt x="80" y="227"/>
                </a:lnTo>
                <a:lnTo>
                  <a:pt x="84" y="229"/>
                </a:lnTo>
                <a:lnTo>
                  <a:pt x="88" y="231"/>
                </a:lnTo>
                <a:lnTo>
                  <a:pt x="92" y="232"/>
                </a:lnTo>
                <a:lnTo>
                  <a:pt x="97" y="234"/>
                </a:lnTo>
                <a:lnTo>
                  <a:pt x="101" y="235"/>
                </a:lnTo>
                <a:lnTo>
                  <a:pt x="106" y="236"/>
                </a:lnTo>
                <a:lnTo>
                  <a:pt x="111" y="237"/>
                </a:lnTo>
                <a:lnTo>
                  <a:pt x="116" y="238"/>
                </a:lnTo>
                <a:lnTo>
                  <a:pt x="120" y="239"/>
                </a:lnTo>
                <a:lnTo>
                  <a:pt x="125" y="240"/>
                </a:lnTo>
                <a:lnTo>
                  <a:pt x="129" y="241"/>
                </a:lnTo>
                <a:lnTo>
                  <a:pt x="134" y="241"/>
                </a:lnTo>
                <a:lnTo>
                  <a:pt x="139" y="242"/>
                </a:lnTo>
                <a:lnTo>
                  <a:pt x="143" y="242"/>
                </a:lnTo>
                <a:lnTo>
                  <a:pt x="148" y="242"/>
                </a:lnTo>
                <a:lnTo>
                  <a:pt x="153" y="242"/>
                </a:lnTo>
                <a:lnTo>
                  <a:pt x="157" y="242"/>
                </a:lnTo>
                <a:lnTo>
                  <a:pt x="162" y="242"/>
                </a:lnTo>
                <a:lnTo>
                  <a:pt x="167" y="242"/>
                </a:lnTo>
                <a:lnTo>
                  <a:pt x="172" y="241"/>
                </a:lnTo>
                <a:lnTo>
                  <a:pt x="176" y="241"/>
                </a:lnTo>
                <a:lnTo>
                  <a:pt x="181" y="240"/>
                </a:lnTo>
                <a:lnTo>
                  <a:pt x="185" y="239"/>
                </a:lnTo>
                <a:lnTo>
                  <a:pt x="190" y="238"/>
                </a:lnTo>
                <a:lnTo>
                  <a:pt x="194" y="237"/>
                </a:lnTo>
                <a:lnTo>
                  <a:pt x="199" y="236"/>
                </a:lnTo>
                <a:lnTo>
                  <a:pt x="203" y="235"/>
                </a:lnTo>
                <a:lnTo>
                  <a:pt x="208" y="234"/>
                </a:lnTo>
                <a:lnTo>
                  <a:pt x="212" y="232"/>
                </a:lnTo>
                <a:lnTo>
                  <a:pt x="216" y="231"/>
                </a:lnTo>
                <a:lnTo>
                  <a:pt x="221" y="229"/>
                </a:lnTo>
                <a:lnTo>
                  <a:pt x="225" y="227"/>
                </a:lnTo>
                <a:lnTo>
                  <a:pt x="229" y="226"/>
                </a:lnTo>
                <a:lnTo>
                  <a:pt x="233" y="224"/>
                </a:lnTo>
                <a:lnTo>
                  <a:pt x="237" y="222"/>
                </a:lnTo>
                <a:lnTo>
                  <a:pt x="241" y="219"/>
                </a:lnTo>
                <a:lnTo>
                  <a:pt x="244" y="217"/>
                </a:lnTo>
                <a:lnTo>
                  <a:pt x="248" y="215"/>
                </a:lnTo>
                <a:lnTo>
                  <a:pt x="252" y="212"/>
                </a:lnTo>
                <a:lnTo>
                  <a:pt x="255" y="210"/>
                </a:lnTo>
                <a:lnTo>
                  <a:pt x="258" y="207"/>
                </a:lnTo>
                <a:lnTo>
                  <a:pt x="262" y="204"/>
                </a:lnTo>
                <a:lnTo>
                  <a:pt x="265" y="202"/>
                </a:lnTo>
                <a:lnTo>
                  <a:pt x="268" y="199"/>
                </a:lnTo>
                <a:lnTo>
                  <a:pt x="271" y="196"/>
                </a:lnTo>
                <a:lnTo>
                  <a:pt x="274" y="193"/>
                </a:lnTo>
                <a:lnTo>
                  <a:pt x="276" y="190"/>
                </a:lnTo>
                <a:lnTo>
                  <a:pt x="279" y="187"/>
                </a:lnTo>
                <a:lnTo>
                  <a:pt x="281" y="183"/>
                </a:lnTo>
                <a:lnTo>
                  <a:pt x="284" y="180"/>
                </a:lnTo>
                <a:lnTo>
                  <a:pt x="286" y="177"/>
                </a:lnTo>
                <a:lnTo>
                  <a:pt x="288" y="173"/>
                </a:lnTo>
                <a:lnTo>
                  <a:pt x="290" y="170"/>
                </a:lnTo>
                <a:lnTo>
                  <a:pt x="292" y="167"/>
                </a:lnTo>
                <a:lnTo>
                  <a:pt x="293" y="163"/>
                </a:lnTo>
                <a:lnTo>
                  <a:pt x="295" y="159"/>
                </a:lnTo>
                <a:lnTo>
                  <a:pt x="296" y="156"/>
                </a:lnTo>
                <a:lnTo>
                  <a:pt x="298" y="152"/>
                </a:lnTo>
                <a:lnTo>
                  <a:pt x="299" y="149"/>
                </a:lnTo>
                <a:lnTo>
                  <a:pt x="300" y="145"/>
                </a:lnTo>
                <a:lnTo>
                  <a:pt x="300" y="141"/>
                </a:lnTo>
                <a:lnTo>
                  <a:pt x="301" y="137"/>
                </a:lnTo>
                <a:lnTo>
                  <a:pt x="302" y="134"/>
                </a:lnTo>
                <a:lnTo>
                  <a:pt x="302" y="130"/>
                </a:lnTo>
                <a:lnTo>
                  <a:pt x="302" y="126"/>
                </a:lnTo>
                <a:lnTo>
                  <a:pt x="302" y="122"/>
                </a:lnTo>
                <a:moveTo>
                  <a:pt x="305" y="122"/>
                </a:moveTo>
                <a:lnTo>
                  <a:pt x="304" y="126"/>
                </a:lnTo>
                <a:lnTo>
                  <a:pt x="304" y="130"/>
                </a:lnTo>
                <a:lnTo>
                  <a:pt x="304" y="134"/>
                </a:lnTo>
                <a:lnTo>
                  <a:pt x="303" y="138"/>
                </a:lnTo>
                <a:lnTo>
                  <a:pt x="303" y="141"/>
                </a:lnTo>
                <a:lnTo>
                  <a:pt x="302" y="145"/>
                </a:lnTo>
                <a:lnTo>
                  <a:pt x="301" y="149"/>
                </a:lnTo>
                <a:lnTo>
                  <a:pt x="300" y="153"/>
                </a:lnTo>
                <a:lnTo>
                  <a:pt x="298" y="156"/>
                </a:lnTo>
                <a:lnTo>
                  <a:pt x="297" y="160"/>
                </a:lnTo>
                <a:lnTo>
                  <a:pt x="296" y="164"/>
                </a:lnTo>
                <a:lnTo>
                  <a:pt x="294" y="167"/>
                </a:lnTo>
                <a:lnTo>
                  <a:pt x="292" y="171"/>
                </a:lnTo>
                <a:lnTo>
                  <a:pt x="290" y="174"/>
                </a:lnTo>
                <a:lnTo>
                  <a:pt x="288" y="178"/>
                </a:lnTo>
                <a:lnTo>
                  <a:pt x="286" y="181"/>
                </a:lnTo>
                <a:lnTo>
                  <a:pt x="283" y="184"/>
                </a:lnTo>
                <a:lnTo>
                  <a:pt x="281" y="188"/>
                </a:lnTo>
                <a:lnTo>
                  <a:pt x="278" y="191"/>
                </a:lnTo>
                <a:lnTo>
                  <a:pt x="276" y="194"/>
                </a:lnTo>
                <a:lnTo>
                  <a:pt x="273" y="197"/>
                </a:lnTo>
                <a:lnTo>
                  <a:pt x="270" y="200"/>
                </a:lnTo>
                <a:lnTo>
                  <a:pt x="267" y="203"/>
                </a:lnTo>
                <a:lnTo>
                  <a:pt x="263" y="206"/>
                </a:lnTo>
                <a:lnTo>
                  <a:pt x="260" y="208"/>
                </a:lnTo>
                <a:lnTo>
                  <a:pt x="257" y="211"/>
                </a:lnTo>
                <a:lnTo>
                  <a:pt x="253" y="214"/>
                </a:lnTo>
                <a:lnTo>
                  <a:pt x="250" y="216"/>
                </a:lnTo>
                <a:lnTo>
                  <a:pt x="246" y="219"/>
                </a:lnTo>
                <a:lnTo>
                  <a:pt x="242" y="221"/>
                </a:lnTo>
                <a:lnTo>
                  <a:pt x="238" y="223"/>
                </a:lnTo>
                <a:lnTo>
                  <a:pt x="234" y="225"/>
                </a:lnTo>
                <a:lnTo>
                  <a:pt x="230" y="227"/>
                </a:lnTo>
                <a:lnTo>
                  <a:pt x="226" y="229"/>
                </a:lnTo>
                <a:lnTo>
                  <a:pt x="222" y="231"/>
                </a:lnTo>
                <a:lnTo>
                  <a:pt x="217" y="232"/>
                </a:lnTo>
                <a:lnTo>
                  <a:pt x="213" y="234"/>
                </a:lnTo>
                <a:lnTo>
                  <a:pt x="209" y="236"/>
                </a:lnTo>
                <a:lnTo>
                  <a:pt x="204" y="237"/>
                </a:lnTo>
                <a:lnTo>
                  <a:pt x="200" y="238"/>
                </a:lnTo>
                <a:lnTo>
                  <a:pt x="195" y="239"/>
                </a:lnTo>
                <a:lnTo>
                  <a:pt x="191" y="240"/>
                </a:lnTo>
                <a:lnTo>
                  <a:pt x="186" y="241"/>
                </a:lnTo>
                <a:lnTo>
                  <a:pt x="181" y="242"/>
                </a:lnTo>
                <a:lnTo>
                  <a:pt x="177" y="243"/>
                </a:lnTo>
                <a:lnTo>
                  <a:pt x="172" y="243"/>
                </a:lnTo>
                <a:lnTo>
                  <a:pt x="167" y="244"/>
                </a:lnTo>
                <a:lnTo>
                  <a:pt x="162" y="244"/>
                </a:lnTo>
                <a:lnTo>
                  <a:pt x="158" y="244"/>
                </a:lnTo>
                <a:lnTo>
                  <a:pt x="153" y="244"/>
                </a:lnTo>
                <a:lnTo>
                  <a:pt x="148" y="244"/>
                </a:lnTo>
                <a:lnTo>
                  <a:pt x="143" y="244"/>
                </a:lnTo>
                <a:lnTo>
                  <a:pt x="139" y="244"/>
                </a:lnTo>
                <a:lnTo>
                  <a:pt x="134" y="243"/>
                </a:lnTo>
                <a:lnTo>
                  <a:pt x="129" y="243"/>
                </a:lnTo>
                <a:lnTo>
                  <a:pt x="124" y="242"/>
                </a:lnTo>
                <a:lnTo>
                  <a:pt x="120" y="241"/>
                </a:lnTo>
                <a:lnTo>
                  <a:pt x="115" y="240"/>
                </a:lnTo>
                <a:lnTo>
                  <a:pt x="110" y="239"/>
                </a:lnTo>
                <a:lnTo>
                  <a:pt x="105" y="238"/>
                </a:lnTo>
                <a:lnTo>
                  <a:pt x="100" y="237"/>
                </a:lnTo>
                <a:lnTo>
                  <a:pt x="96" y="236"/>
                </a:lnTo>
                <a:lnTo>
                  <a:pt x="92" y="234"/>
                </a:lnTo>
                <a:lnTo>
                  <a:pt x="87" y="232"/>
                </a:lnTo>
                <a:lnTo>
                  <a:pt x="83" y="231"/>
                </a:lnTo>
                <a:lnTo>
                  <a:pt x="79" y="229"/>
                </a:lnTo>
                <a:lnTo>
                  <a:pt x="75" y="227"/>
                </a:lnTo>
                <a:lnTo>
                  <a:pt x="71" y="225"/>
                </a:lnTo>
                <a:lnTo>
                  <a:pt x="67" y="223"/>
                </a:lnTo>
                <a:lnTo>
                  <a:pt x="63" y="221"/>
                </a:lnTo>
                <a:lnTo>
                  <a:pt x="59" y="219"/>
                </a:lnTo>
                <a:lnTo>
                  <a:pt x="55" y="216"/>
                </a:lnTo>
                <a:lnTo>
                  <a:pt x="51" y="214"/>
                </a:lnTo>
                <a:lnTo>
                  <a:pt x="48" y="211"/>
                </a:lnTo>
                <a:lnTo>
                  <a:pt x="45" y="208"/>
                </a:lnTo>
                <a:lnTo>
                  <a:pt x="41" y="206"/>
                </a:lnTo>
                <a:lnTo>
                  <a:pt x="38" y="203"/>
                </a:lnTo>
                <a:lnTo>
                  <a:pt x="35" y="200"/>
                </a:lnTo>
                <a:lnTo>
                  <a:pt x="32" y="197"/>
                </a:lnTo>
                <a:lnTo>
                  <a:pt x="29" y="194"/>
                </a:lnTo>
                <a:lnTo>
                  <a:pt x="26" y="191"/>
                </a:lnTo>
                <a:lnTo>
                  <a:pt x="24" y="188"/>
                </a:lnTo>
                <a:lnTo>
                  <a:pt x="21" y="184"/>
                </a:lnTo>
                <a:lnTo>
                  <a:pt x="19" y="181"/>
                </a:lnTo>
                <a:lnTo>
                  <a:pt x="17" y="178"/>
                </a:lnTo>
                <a:lnTo>
                  <a:pt x="15" y="174"/>
                </a:lnTo>
                <a:lnTo>
                  <a:pt x="13" y="171"/>
                </a:lnTo>
                <a:lnTo>
                  <a:pt x="11" y="167"/>
                </a:lnTo>
                <a:lnTo>
                  <a:pt x="9" y="164"/>
                </a:lnTo>
                <a:lnTo>
                  <a:pt x="8" y="160"/>
                </a:lnTo>
                <a:lnTo>
                  <a:pt x="6" y="156"/>
                </a:lnTo>
                <a:lnTo>
                  <a:pt x="5" y="153"/>
                </a:lnTo>
                <a:lnTo>
                  <a:pt x="4" y="149"/>
                </a:lnTo>
                <a:lnTo>
                  <a:pt x="3" y="145"/>
                </a:lnTo>
                <a:lnTo>
                  <a:pt x="2" y="141"/>
                </a:lnTo>
                <a:lnTo>
                  <a:pt x="1" y="138"/>
                </a:lnTo>
                <a:lnTo>
                  <a:pt x="1" y="134"/>
                </a:lnTo>
                <a:lnTo>
                  <a:pt x="0" y="130"/>
                </a:lnTo>
                <a:lnTo>
                  <a:pt x="0" y="126"/>
                </a:lnTo>
                <a:lnTo>
                  <a:pt x="0" y="122"/>
                </a:lnTo>
                <a:lnTo>
                  <a:pt x="0" y="119"/>
                </a:lnTo>
                <a:lnTo>
                  <a:pt x="0" y="115"/>
                </a:lnTo>
                <a:lnTo>
                  <a:pt x="1" y="111"/>
                </a:lnTo>
                <a:lnTo>
                  <a:pt x="1" y="107"/>
                </a:lnTo>
                <a:lnTo>
                  <a:pt x="2" y="103"/>
                </a:lnTo>
                <a:lnTo>
                  <a:pt x="3" y="100"/>
                </a:lnTo>
                <a:lnTo>
                  <a:pt x="4" y="96"/>
                </a:lnTo>
                <a:lnTo>
                  <a:pt x="5" y="92"/>
                </a:lnTo>
                <a:lnTo>
                  <a:pt x="6" y="88"/>
                </a:lnTo>
                <a:lnTo>
                  <a:pt x="8" y="85"/>
                </a:lnTo>
                <a:lnTo>
                  <a:pt x="9" y="81"/>
                </a:lnTo>
                <a:lnTo>
                  <a:pt x="11" y="78"/>
                </a:lnTo>
                <a:lnTo>
                  <a:pt x="13" y="74"/>
                </a:lnTo>
                <a:lnTo>
                  <a:pt x="15" y="71"/>
                </a:lnTo>
                <a:lnTo>
                  <a:pt x="17" y="67"/>
                </a:lnTo>
                <a:lnTo>
                  <a:pt x="19" y="64"/>
                </a:lnTo>
                <a:lnTo>
                  <a:pt x="21" y="60"/>
                </a:lnTo>
                <a:lnTo>
                  <a:pt x="24" y="57"/>
                </a:lnTo>
                <a:lnTo>
                  <a:pt x="26" y="54"/>
                </a:lnTo>
                <a:lnTo>
                  <a:pt x="29" y="51"/>
                </a:lnTo>
                <a:lnTo>
                  <a:pt x="32" y="48"/>
                </a:lnTo>
                <a:lnTo>
                  <a:pt x="35" y="45"/>
                </a:lnTo>
                <a:lnTo>
                  <a:pt x="38" y="42"/>
                </a:lnTo>
                <a:lnTo>
                  <a:pt x="41" y="39"/>
                </a:lnTo>
                <a:lnTo>
                  <a:pt x="45" y="36"/>
                </a:lnTo>
                <a:lnTo>
                  <a:pt x="48" y="34"/>
                </a:lnTo>
                <a:lnTo>
                  <a:pt x="51" y="31"/>
                </a:lnTo>
                <a:lnTo>
                  <a:pt x="55" y="29"/>
                </a:lnTo>
                <a:lnTo>
                  <a:pt x="59" y="25"/>
                </a:lnTo>
                <a:lnTo>
                  <a:pt x="63" y="23"/>
                </a:lnTo>
                <a:lnTo>
                  <a:pt x="67" y="21"/>
                </a:lnTo>
                <a:lnTo>
                  <a:pt x="71" y="19"/>
                </a:lnTo>
                <a:lnTo>
                  <a:pt x="75" y="17"/>
                </a:lnTo>
                <a:lnTo>
                  <a:pt x="79" y="15"/>
                </a:lnTo>
                <a:lnTo>
                  <a:pt x="83" y="13"/>
                </a:lnTo>
                <a:lnTo>
                  <a:pt x="87" y="11"/>
                </a:lnTo>
                <a:lnTo>
                  <a:pt x="92" y="10"/>
                </a:lnTo>
                <a:lnTo>
                  <a:pt x="96" y="8"/>
                </a:lnTo>
                <a:lnTo>
                  <a:pt x="100" y="7"/>
                </a:lnTo>
                <a:lnTo>
                  <a:pt x="105" y="6"/>
                </a:lnTo>
                <a:lnTo>
                  <a:pt x="110" y="5"/>
                </a:lnTo>
                <a:lnTo>
                  <a:pt x="115" y="4"/>
                </a:lnTo>
                <a:lnTo>
                  <a:pt x="120" y="3"/>
                </a:lnTo>
                <a:lnTo>
                  <a:pt x="124" y="2"/>
                </a:lnTo>
                <a:lnTo>
                  <a:pt x="129" y="1"/>
                </a:lnTo>
                <a:lnTo>
                  <a:pt x="134" y="1"/>
                </a:lnTo>
                <a:lnTo>
                  <a:pt x="139" y="0"/>
                </a:lnTo>
                <a:lnTo>
                  <a:pt x="143" y="0"/>
                </a:lnTo>
                <a:lnTo>
                  <a:pt x="148" y="0"/>
                </a:lnTo>
                <a:lnTo>
                  <a:pt x="153" y="0"/>
                </a:lnTo>
                <a:lnTo>
                  <a:pt x="158" y="0"/>
                </a:lnTo>
                <a:lnTo>
                  <a:pt x="162" y="0"/>
                </a:lnTo>
                <a:lnTo>
                  <a:pt x="167" y="0"/>
                </a:lnTo>
                <a:lnTo>
                  <a:pt x="172" y="1"/>
                </a:lnTo>
                <a:lnTo>
                  <a:pt x="177" y="1"/>
                </a:lnTo>
                <a:lnTo>
                  <a:pt x="181" y="2"/>
                </a:lnTo>
                <a:lnTo>
                  <a:pt x="186" y="3"/>
                </a:lnTo>
                <a:lnTo>
                  <a:pt x="191" y="4"/>
                </a:lnTo>
                <a:lnTo>
                  <a:pt x="195" y="5"/>
                </a:lnTo>
                <a:lnTo>
                  <a:pt x="200" y="6"/>
                </a:lnTo>
                <a:lnTo>
                  <a:pt x="204" y="7"/>
                </a:lnTo>
                <a:lnTo>
                  <a:pt x="209" y="8"/>
                </a:lnTo>
                <a:lnTo>
                  <a:pt x="213" y="10"/>
                </a:lnTo>
                <a:lnTo>
                  <a:pt x="217" y="11"/>
                </a:lnTo>
                <a:lnTo>
                  <a:pt x="222" y="13"/>
                </a:lnTo>
                <a:lnTo>
                  <a:pt x="226" y="15"/>
                </a:lnTo>
                <a:lnTo>
                  <a:pt x="230" y="17"/>
                </a:lnTo>
                <a:lnTo>
                  <a:pt x="234" y="19"/>
                </a:lnTo>
                <a:lnTo>
                  <a:pt x="238" y="21"/>
                </a:lnTo>
                <a:lnTo>
                  <a:pt x="242" y="23"/>
                </a:lnTo>
                <a:lnTo>
                  <a:pt x="246" y="25"/>
                </a:lnTo>
                <a:lnTo>
                  <a:pt x="250" y="29"/>
                </a:lnTo>
                <a:lnTo>
                  <a:pt x="253" y="31"/>
                </a:lnTo>
                <a:lnTo>
                  <a:pt x="257" y="34"/>
                </a:lnTo>
                <a:lnTo>
                  <a:pt x="260" y="36"/>
                </a:lnTo>
                <a:lnTo>
                  <a:pt x="263" y="39"/>
                </a:lnTo>
                <a:lnTo>
                  <a:pt x="267" y="42"/>
                </a:lnTo>
                <a:lnTo>
                  <a:pt x="270" y="45"/>
                </a:lnTo>
                <a:lnTo>
                  <a:pt x="273" y="48"/>
                </a:lnTo>
                <a:lnTo>
                  <a:pt x="276" y="51"/>
                </a:lnTo>
                <a:lnTo>
                  <a:pt x="278" y="54"/>
                </a:lnTo>
                <a:lnTo>
                  <a:pt x="281" y="57"/>
                </a:lnTo>
                <a:lnTo>
                  <a:pt x="283" y="60"/>
                </a:lnTo>
                <a:lnTo>
                  <a:pt x="286" y="64"/>
                </a:lnTo>
                <a:lnTo>
                  <a:pt x="288" y="67"/>
                </a:lnTo>
                <a:lnTo>
                  <a:pt x="290" y="71"/>
                </a:lnTo>
                <a:lnTo>
                  <a:pt x="292" y="74"/>
                </a:lnTo>
                <a:lnTo>
                  <a:pt x="294" y="78"/>
                </a:lnTo>
                <a:lnTo>
                  <a:pt x="296" y="81"/>
                </a:lnTo>
                <a:lnTo>
                  <a:pt x="297" y="85"/>
                </a:lnTo>
                <a:lnTo>
                  <a:pt x="298" y="88"/>
                </a:lnTo>
                <a:lnTo>
                  <a:pt x="300" y="92"/>
                </a:lnTo>
                <a:lnTo>
                  <a:pt x="301" y="96"/>
                </a:lnTo>
                <a:lnTo>
                  <a:pt x="302" y="100"/>
                </a:lnTo>
                <a:lnTo>
                  <a:pt x="303" y="103"/>
                </a:lnTo>
                <a:lnTo>
                  <a:pt x="303" y="107"/>
                </a:lnTo>
                <a:lnTo>
                  <a:pt x="304" y="111"/>
                </a:lnTo>
                <a:lnTo>
                  <a:pt x="304" y="115"/>
                </a:lnTo>
                <a:lnTo>
                  <a:pt x="304" y="119"/>
                </a:lnTo>
                <a:lnTo>
                  <a:pt x="305" y="122"/>
                </a:lnTo>
                <a:close/>
              </a:path>
            </a:pathLst>
          </a:custGeom>
          <a:solidFill>
            <a:srgbClr val="ff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5" name=""/>
          <p:cNvSpPr/>
          <p:nvPr/>
        </p:nvSpPr>
        <p:spPr>
          <a:xfrm>
            <a:off x="4922280" y="1782720"/>
            <a:ext cx="113040" cy="90720"/>
          </a:xfrm>
          <a:custGeom>
            <a:avLst/>
            <a:gdLst/>
            <a:ahLst/>
            <a:rect l="0" t="0" r="r" b="b"/>
            <a:pathLst>
              <a:path w="314" h="252">
                <a:moveTo>
                  <a:pt x="310" y="125"/>
                </a:moveTo>
                <a:lnTo>
                  <a:pt x="309" y="122"/>
                </a:lnTo>
                <a:lnTo>
                  <a:pt x="309" y="118"/>
                </a:lnTo>
                <a:lnTo>
                  <a:pt x="309" y="114"/>
                </a:lnTo>
                <a:lnTo>
                  <a:pt x="308" y="110"/>
                </a:lnTo>
                <a:lnTo>
                  <a:pt x="308" y="106"/>
                </a:lnTo>
                <a:lnTo>
                  <a:pt x="307" y="103"/>
                </a:lnTo>
                <a:lnTo>
                  <a:pt x="306" y="99"/>
                </a:lnTo>
                <a:lnTo>
                  <a:pt x="305" y="95"/>
                </a:lnTo>
                <a:lnTo>
                  <a:pt x="303" y="91"/>
                </a:lnTo>
                <a:lnTo>
                  <a:pt x="302" y="88"/>
                </a:lnTo>
                <a:lnTo>
                  <a:pt x="301" y="84"/>
                </a:lnTo>
                <a:lnTo>
                  <a:pt x="299" y="81"/>
                </a:lnTo>
                <a:lnTo>
                  <a:pt x="297" y="77"/>
                </a:lnTo>
                <a:lnTo>
                  <a:pt x="295" y="74"/>
                </a:lnTo>
                <a:lnTo>
                  <a:pt x="293" y="70"/>
                </a:lnTo>
                <a:lnTo>
                  <a:pt x="291" y="67"/>
                </a:lnTo>
                <a:lnTo>
                  <a:pt x="288" y="63"/>
                </a:lnTo>
                <a:lnTo>
                  <a:pt x="286" y="60"/>
                </a:lnTo>
                <a:lnTo>
                  <a:pt x="283" y="57"/>
                </a:lnTo>
                <a:lnTo>
                  <a:pt x="281" y="54"/>
                </a:lnTo>
                <a:lnTo>
                  <a:pt x="278" y="51"/>
                </a:lnTo>
                <a:lnTo>
                  <a:pt x="275" y="48"/>
                </a:lnTo>
                <a:lnTo>
                  <a:pt x="272" y="45"/>
                </a:lnTo>
                <a:lnTo>
                  <a:pt x="268" y="42"/>
                </a:lnTo>
                <a:lnTo>
                  <a:pt x="265" y="39"/>
                </a:lnTo>
                <a:lnTo>
                  <a:pt x="262" y="37"/>
                </a:lnTo>
                <a:lnTo>
                  <a:pt x="258" y="34"/>
                </a:lnTo>
                <a:lnTo>
                  <a:pt x="255" y="32"/>
                </a:lnTo>
                <a:lnTo>
                  <a:pt x="251" y="29"/>
                </a:lnTo>
                <a:lnTo>
                  <a:pt x="247" y="27"/>
                </a:lnTo>
                <a:lnTo>
                  <a:pt x="243" y="25"/>
                </a:lnTo>
                <a:lnTo>
                  <a:pt x="239" y="23"/>
                </a:lnTo>
                <a:lnTo>
                  <a:pt x="235" y="21"/>
                </a:lnTo>
                <a:lnTo>
                  <a:pt x="231" y="19"/>
                </a:lnTo>
                <a:lnTo>
                  <a:pt x="227" y="17"/>
                </a:lnTo>
                <a:lnTo>
                  <a:pt x="222" y="15"/>
                </a:lnTo>
                <a:lnTo>
                  <a:pt x="218" y="14"/>
                </a:lnTo>
                <a:lnTo>
                  <a:pt x="214" y="12"/>
                </a:lnTo>
                <a:lnTo>
                  <a:pt x="208" y="11"/>
                </a:lnTo>
                <a:lnTo>
                  <a:pt x="204" y="10"/>
                </a:lnTo>
                <a:lnTo>
                  <a:pt x="199" y="9"/>
                </a:lnTo>
                <a:lnTo>
                  <a:pt x="195" y="8"/>
                </a:lnTo>
                <a:lnTo>
                  <a:pt x="190" y="7"/>
                </a:lnTo>
                <a:lnTo>
                  <a:pt x="185" y="6"/>
                </a:lnTo>
                <a:lnTo>
                  <a:pt x="181" y="5"/>
                </a:lnTo>
                <a:lnTo>
                  <a:pt x="176" y="5"/>
                </a:lnTo>
                <a:lnTo>
                  <a:pt x="171" y="4"/>
                </a:lnTo>
                <a:lnTo>
                  <a:pt x="166" y="4"/>
                </a:lnTo>
                <a:lnTo>
                  <a:pt x="162" y="4"/>
                </a:lnTo>
                <a:lnTo>
                  <a:pt x="157" y="4"/>
                </a:lnTo>
                <a:lnTo>
                  <a:pt x="152" y="4"/>
                </a:lnTo>
                <a:lnTo>
                  <a:pt x="147" y="4"/>
                </a:lnTo>
                <a:lnTo>
                  <a:pt x="143" y="4"/>
                </a:lnTo>
                <a:lnTo>
                  <a:pt x="138" y="5"/>
                </a:lnTo>
                <a:lnTo>
                  <a:pt x="133" y="5"/>
                </a:lnTo>
                <a:lnTo>
                  <a:pt x="128" y="6"/>
                </a:lnTo>
                <a:lnTo>
                  <a:pt x="124" y="7"/>
                </a:lnTo>
                <a:lnTo>
                  <a:pt x="119" y="8"/>
                </a:lnTo>
                <a:lnTo>
                  <a:pt x="114" y="9"/>
                </a:lnTo>
                <a:lnTo>
                  <a:pt x="110" y="10"/>
                </a:lnTo>
                <a:lnTo>
                  <a:pt x="105" y="11"/>
                </a:lnTo>
                <a:lnTo>
                  <a:pt x="101" y="12"/>
                </a:lnTo>
                <a:lnTo>
                  <a:pt x="97" y="14"/>
                </a:lnTo>
                <a:lnTo>
                  <a:pt x="92" y="15"/>
                </a:lnTo>
                <a:lnTo>
                  <a:pt x="88" y="17"/>
                </a:lnTo>
                <a:lnTo>
                  <a:pt x="84" y="19"/>
                </a:lnTo>
                <a:lnTo>
                  <a:pt x="80" y="21"/>
                </a:lnTo>
                <a:lnTo>
                  <a:pt x="76" y="23"/>
                </a:lnTo>
                <a:lnTo>
                  <a:pt x="72" y="25"/>
                </a:lnTo>
                <a:lnTo>
                  <a:pt x="68" y="27"/>
                </a:lnTo>
                <a:lnTo>
                  <a:pt x="64" y="29"/>
                </a:lnTo>
                <a:lnTo>
                  <a:pt x="60" y="32"/>
                </a:lnTo>
                <a:lnTo>
                  <a:pt x="56" y="34"/>
                </a:lnTo>
                <a:lnTo>
                  <a:pt x="53" y="37"/>
                </a:lnTo>
                <a:lnTo>
                  <a:pt x="50" y="39"/>
                </a:lnTo>
                <a:lnTo>
                  <a:pt x="46" y="42"/>
                </a:lnTo>
                <a:lnTo>
                  <a:pt x="43" y="45"/>
                </a:lnTo>
                <a:lnTo>
                  <a:pt x="40" y="48"/>
                </a:lnTo>
                <a:lnTo>
                  <a:pt x="37" y="51"/>
                </a:lnTo>
                <a:lnTo>
                  <a:pt x="34" y="54"/>
                </a:lnTo>
                <a:lnTo>
                  <a:pt x="31" y="57"/>
                </a:lnTo>
                <a:lnTo>
                  <a:pt x="29" y="60"/>
                </a:lnTo>
                <a:lnTo>
                  <a:pt x="26" y="63"/>
                </a:lnTo>
                <a:lnTo>
                  <a:pt x="24" y="67"/>
                </a:lnTo>
                <a:lnTo>
                  <a:pt x="22" y="70"/>
                </a:lnTo>
                <a:lnTo>
                  <a:pt x="20" y="74"/>
                </a:lnTo>
                <a:lnTo>
                  <a:pt x="18" y="77"/>
                </a:lnTo>
                <a:lnTo>
                  <a:pt x="16" y="81"/>
                </a:lnTo>
                <a:lnTo>
                  <a:pt x="14" y="84"/>
                </a:lnTo>
                <a:lnTo>
                  <a:pt x="13" y="88"/>
                </a:lnTo>
                <a:lnTo>
                  <a:pt x="11" y="91"/>
                </a:lnTo>
                <a:lnTo>
                  <a:pt x="10" y="95"/>
                </a:lnTo>
                <a:lnTo>
                  <a:pt x="9" y="99"/>
                </a:lnTo>
                <a:lnTo>
                  <a:pt x="8" y="103"/>
                </a:lnTo>
                <a:lnTo>
                  <a:pt x="7" y="106"/>
                </a:lnTo>
                <a:lnTo>
                  <a:pt x="6" y="110"/>
                </a:lnTo>
                <a:lnTo>
                  <a:pt x="6" y="114"/>
                </a:lnTo>
                <a:lnTo>
                  <a:pt x="5" y="118"/>
                </a:lnTo>
                <a:lnTo>
                  <a:pt x="5" y="122"/>
                </a:lnTo>
                <a:lnTo>
                  <a:pt x="5" y="125"/>
                </a:lnTo>
                <a:lnTo>
                  <a:pt x="5" y="129"/>
                </a:lnTo>
                <a:lnTo>
                  <a:pt x="5" y="133"/>
                </a:lnTo>
                <a:lnTo>
                  <a:pt x="6" y="137"/>
                </a:lnTo>
                <a:lnTo>
                  <a:pt x="6" y="141"/>
                </a:lnTo>
                <a:lnTo>
                  <a:pt x="7" y="144"/>
                </a:lnTo>
                <a:lnTo>
                  <a:pt x="8" y="148"/>
                </a:lnTo>
                <a:lnTo>
                  <a:pt x="9" y="152"/>
                </a:lnTo>
                <a:lnTo>
                  <a:pt x="10" y="156"/>
                </a:lnTo>
                <a:lnTo>
                  <a:pt x="11" y="159"/>
                </a:lnTo>
                <a:lnTo>
                  <a:pt x="13" y="163"/>
                </a:lnTo>
                <a:lnTo>
                  <a:pt x="14" y="167"/>
                </a:lnTo>
                <a:lnTo>
                  <a:pt x="16" y="170"/>
                </a:lnTo>
                <a:lnTo>
                  <a:pt x="18" y="175"/>
                </a:lnTo>
                <a:lnTo>
                  <a:pt x="20" y="178"/>
                </a:lnTo>
                <a:lnTo>
                  <a:pt x="22" y="182"/>
                </a:lnTo>
                <a:lnTo>
                  <a:pt x="24" y="185"/>
                </a:lnTo>
                <a:lnTo>
                  <a:pt x="26" y="188"/>
                </a:lnTo>
                <a:lnTo>
                  <a:pt x="29" y="192"/>
                </a:lnTo>
                <a:lnTo>
                  <a:pt x="31" y="195"/>
                </a:lnTo>
                <a:lnTo>
                  <a:pt x="34" y="198"/>
                </a:lnTo>
                <a:lnTo>
                  <a:pt x="37" y="201"/>
                </a:lnTo>
                <a:lnTo>
                  <a:pt x="40" y="204"/>
                </a:lnTo>
                <a:lnTo>
                  <a:pt x="43" y="207"/>
                </a:lnTo>
                <a:lnTo>
                  <a:pt x="46" y="210"/>
                </a:lnTo>
                <a:lnTo>
                  <a:pt x="50" y="212"/>
                </a:lnTo>
                <a:lnTo>
                  <a:pt x="53" y="215"/>
                </a:lnTo>
                <a:lnTo>
                  <a:pt x="56" y="218"/>
                </a:lnTo>
                <a:lnTo>
                  <a:pt x="60" y="220"/>
                </a:lnTo>
                <a:lnTo>
                  <a:pt x="64" y="223"/>
                </a:lnTo>
                <a:lnTo>
                  <a:pt x="68" y="225"/>
                </a:lnTo>
                <a:lnTo>
                  <a:pt x="72" y="227"/>
                </a:lnTo>
                <a:lnTo>
                  <a:pt x="76" y="229"/>
                </a:lnTo>
                <a:lnTo>
                  <a:pt x="80" y="231"/>
                </a:lnTo>
                <a:lnTo>
                  <a:pt x="84" y="233"/>
                </a:lnTo>
                <a:lnTo>
                  <a:pt x="88" y="235"/>
                </a:lnTo>
                <a:lnTo>
                  <a:pt x="92" y="236"/>
                </a:lnTo>
                <a:lnTo>
                  <a:pt x="97" y="238"/>
                </a:lnTo>
                <a:lnTo>
                  <a:pt x="101" y="240"/>
                </a:lnTo>
                <a:lnTo>
                  <a:pt x="105" y="241"/>
                </a:lnTo>
                <a:lnTo>
                  <a:pt x="110" y="242"/>
                </a:lnTo>
                <a:lnTo>
                  <a:pt x="114" y="243"/>
                </a:lnTo>
                <a:lnTo>
                  <a:pt x="119" y="244"/>
                </a:lnTo>
                <a:lnTo>
                  <a:pt x="124" y="245"/>
                </a:lnTo>
                <a:lnTo>
                  <a:pt x="128" y="246"/>
                </a:lnTo>
                <a:lnTo>
                  <a:pt x="133" y="247"/>
                </a:lnTo>
                <a:lnTo>
                  <a:pt x="138" y="247"/>
                </a:lnTo>
                <a:lnTo>
                  <a:pt x="143" y="248"/>
                </a:lnTo>
                <a:lnTo>
                  <a:pt x="147" y="248"/>
                </a:lnTo>
                <a:lnTo>
                  <a:pt x="152" y="248"/>
                </a:lnTo>
                <a:lnTo>
                  <a:pt x="157" y="248"/>
                </a:lnTo>
                <a:lnTo>
                  <a:pt x="162" y="248"/>
                </a:lnTo>
                <a:lnTo>
                  <a:pt x="166" y="248"/>
                </a:lnTo>
                <a:lnTo>
                  <a:pt x="171" y="248"/>
                </a:lnTo>
                <a:lnTo>
                  <a:pt x="176" y="247"/>
                </a:lnTo>
                <a:lnTo>
                  <a:pt x="181" y="247"/>
                </a:lnTo>
                <a:lnTo>
                  <a:pt x="185" y="246"/>
                </a:lnTo>
                <a:lnTo>
                  <a:pt x="190" y="245"/>
                </a:lnTo>
                <a:lnTo>
                  <a:pt x="195" y="244"/>
                </a:lnTo>
                <a:lnTo>
                  <a:pt x="199" y="243"/>
                </a:lnTo>
                <a:lnTo>
                  <a:pt x="204" y="242"/>
                </a:lnTo>
                <a:lnTo>
                  <a:pt x="208" y="241"/>
                </a:lnTo>
                <a:lnTo>
                  <a:pt x="214" y="240"/>
                </a:lnTo>
                <a:lnTo>
                  <a:pt x="218" y="238"/>
                </a:lnTo>
                <a:lnTo>
                  <a:pt x="222" y="236"/>
                </a:lnTo>
                <a:lnTo>
                  <a:pt x="227" y="235"/>
                </a:lnTo>
                <a:lnTo>
                  <a:pt x="231" y="233"/>
                </a:lnTo>
                <a:lnTo>
                  <a:pt x="235" y="231"/>
                </a:lnTo>
                <a:lnTo>
                  <a:pt x="239" y="229"/>
                </a:lnTo>
                <a:lnTo>
                  <a:pt x="243" y="227"/>
                </a:lnTo>
                <a:lnTo>
                  <a:pt x="247" y="225"/>
                </a:lnTo>
                <a:lnTo>
                  <a:pt x="251" y="223"/>
                </a:lnTo>
                <a:lnTo>
                  <a:pt x="255" y="220"/>
                </a:lnTo>
                <a:lnTo>
                  <a:pt x="258" y="218"/>
                </a:lnTo>
                <a:lnTo>
                  <a:pt x="262" y="215"/>
                </a:lnTo>
                <a:lnTo>
                  <a:pt x="265" y="212"/>
                </a:lnTo>
                <a:lnTo>
                  <a:pt x="268" y="210"/>
                </a:lnTo>
                <a:lnTo>
                  <a:pt x="272" y="207"/>
                </a:lnTo>
                <a:lnTo>
                  <a:pt x="275" y="204"/>
                </a:lnTo>
                <a:lnTo>
                  <a:pt x="278" y="201"/>
                </a:lnTo>
                <a:lnTo>
                  <a:pt x="281" y="198"/>
                </a:lnTo>
                <a:lnTo>
                  <a:pt x="283" y="195"/>
                </a:lnTo>
                <a:lnTo>
                  <a:pt x="286" y="192"/>
                </a:lnTo>
                <a:lnTo>
                  <a:pt x="288" y="188"/>
                </a:lnTo>
                <a:lnTo>
                  <a:pt x="291" y="185"/>
                </a:lnTo>
                <a:lnTo>
                  <a:pt x="293" y="182"/>
                </a:lnTo>
                <a:lnTo>
                  <a:pt x="295" y="178"/>
                </a:lnTo>
                <a:lnTo>
                  <a:pt x="297" y="175"/>
                </a:lnTo>
                <a:lnTo>
                  <a:pt x="299" y="170"/>
                </a:lnTo>
                <a:lnTo>
                  <a:pt x="301" y="167"/>
                </a:lnTo>
                <a:lnTo>
                  <a:pt x="302" y="163"/>
                </a:lnTo>
                <a:lnTo>
                  <a:pt x="303" y="159"/>
                </a:lnTo>
                <a:lnTo>
                  <a:pt x="305" y="156"/>
                </a:lnTo>
                <a:lnTo>
                  <a:pt x="306" y="152"/>
                </a:lnTo>
                <a:lnTo>
                  <a:pt x="307" y="148"/>
                </a:lnTo>
                <a:lnTo>
                  <a:pt x="308" y="144"/>
                </a:lnTo>
                <a:lnTo>
                  <a:pt x="308" y="141"/>
                </a:lnTo>
                <a:lnTo>
                  <a:pt x="309" y="137"/>
                </a:lnTo>
                <a:lnTo>
                  <a:pt x="309" y="133"/>
                </a:lnTo>
                <a:lnTo>
                  <a:pt x="309" y="129"/>
                </a:lnTo>
                <a:lnTo>
                  <a:pt x="310" y="125"/>
                </a:lnTo>
                <a:moveTo>
                  <a:pt x="314" y="125"/>
                </a:moveTo>
                <a:lnTo>
                  <a:pt x="314" y="129"/>
                </a:lnTo>
                <a:lnTo>
                  <a:pt x="314" y="133"/>
                </a:lnTo>
                <a:lnTo>
                  <a:pt x="313" y="137"/>
                </a:lnTo>
                <a:lnTo>
                  <a:pt x="313" y="141"/>
                </a:lnTo>
                <a:lnTo>
                  <a:pt x="312" y="145"/>
                </a:lnTo>
                <a:lnTo>
                  <a:pt x="311" y="149"/>
                </a:lnTo>
                <a:lnTo>
                  <a:pt x="310" y="153"/>
                </a:lnTo>
                <a:lnTo>
                  <a:pt x="309" y="157"/>
                </a:lnTo>
                <a:lnTo>
                  <a:pt x="308" y="160"/>
                </a:lnTo>
                <a:lnTo>
                  <a:pt x="306" y="164"/>
                </a:lnTo>
                <a:lnTo>
                  <a:pt x="305" y="168"/>
                </a:lnTo>
                <a:lnTo>
                  <a:pt x="303" y="172"/>
                </a:lnTo>
                <a:lnTo>
                  <a:pt x="301" y="176"/>
                </a:lnTo>
                <a:lnTo>
                  <a:pt x="299" y="180"/>
                </a:lnTo>
                <a:lnTo>
                  <a:pt x="297" y="183"/>
                </a:lnTo>
                <a:lnTo>
                  <a:pt x="295" y="187"/>
                </a:lnTo>
                <a:lnTo>
                  <a:pt x="292" y="190"/>
                </a:lnTo>
                <a:lnTo>
                  <a:pt x="290" y="194"/>
                </a:lnTo>
                <a:lnTo>
                  <a:pt x="287" y="197"/>
                </a:lnTo>
                <a:lnTo>
                  <a:pt x="284" y="200"/>
                </a:lnTo>
                <a:lnTo>
                  <a:pt x="281" y="203"/>
                </a:lnTo>
                <a:lnTo>
                  <a:pt x="278" y="206"/>
                </a:lnTo>
                <a:lnTo>
                  <a:pt x="275" y="209"/>
                </a:lnTo>
                <a:lnTo>
                  <a:pt x="272" y="212"/>
                </a:lnTo>
                <a:lnTo>
                  <a:pt x="268" y="215"/>
                </a:lnTo>
                <a:lnTo>
                  <a:pt x="265" y="218"/>
                </a:lnTo>
                <a:lnTo>
                  <a:pt x="261" y="220"/>
                </a:lnTo>
                <a:lnTo>
                  <a:pt x="257" y="223"/>
                </a:lnTo>
                <a:lnTo>
                  <a:pt x="254" y="225"/>
                </a:lnTo>
                <a:lnTo>
                  <a:pt x="250" y="228"/>
                </a:lnTo>
                <a:lnTo>
                  <a:pt x="246" y="230"/>
                </a:lnTo>
                <a:lnTo>
                  <a:pt x="242" y="232"/>
                </a:lnTo>
                <a:lnTo>
                  <a:pt x="237" y="234"/>
                </a:lnTo>
                <a:lnTo>
                  <a:pt x="233" y="236"/>
                </a:lnTo>
                <a:lnTo>
                  <a:pt x="229" y="238"/>
                </a:lnTo>
                <a:lnTo>
                  <a:pt x="224" y="240"/>
                </a:lnTo>
                <a:lnTo>
                  <a:pt x="220" y="241"/>
                </a:lnTo>
                <a:lnTo>
                  <a:pt x="215" y="243"/>
                </a:lnTo>
                <a:lnTo>
                  <a:pt x="210" y="244"/>
                </a:lnTo>
                <a:lnTo>
                  <a:pt x="205" y="246"/>
                </a:lnTo>
                <a:lnTo>
                  <a:pt x="200" y="247"/>
                </a:lnTo>
                <a:lnTo>
                  <a:pt x="196" y="248"/>
                </a:lnTo>
                <a:lnTo>
                  <a:pt x="191" y="249"/>
                </a:lnTo>
                <a:lnTo>
                  <a:pt x="186" y="250"/>
                </a:lnTo>
                <a:lnTo>
                  <a:pt x="181" y="250"/>
                </a:lnTo>
                <a:lnTo>
                  <a:pt x="176" y="251"/>
                </a:lnTo>
                <a:lnTo>
                  <a:pt x="172" y="251"/>
                </a:lnTo>
                <a:lnTo>
                  <a:pt x="167" y="252"/>
                </a:lnTo>
                <a:lnTo>
                  <a:pt x="162" y="252"/>
                </a:lnTo>
                <a:lnTo>
                  <a:pt x="157" y="252"/>
                </a:lnTo>
                <a:lnTo>
                  <a:pt x="152" y="252"/>
                </a:lnTo>
                <a:lnTo>
                  <a:pt x="147" y="252"/>
                </a:lnTo>
                <a:lnTo>
                  <a:pt x="142" y="251"/>
                </a:lnTo>
                <a:lnTo>
                  <a:pt x="137" y="251"/>
                </a:lnTo>
                <a:lnTo>
                  <a:pt x="132" y="250"/>
                </a:lnTo>
                <a:lnTo>
                  <a:pt x="128" y="250"/>
                </a:lnTo>
                <a:lnTo>
                  <a:pt x="123" y="249"/>
                </a:lnTo>
                <a:lnTo>
                  <a:pt x="118" y="248"/>
                </a:lnTo>
                <a:lnTo>
                  <a:pt x="113" y="247"/>
                </a:lnTo>
                <a:lnTo>
                  <a:pt x="108" y="246"/>
                </a:lnTo>
                <a:lnTo>
                  <a:pt x="104" y="244"/>
                </a:lnTo>
                <a:lnTo>
                  <a:pt x="99" y="243"/>
                </a:lnTo>
                <a:lnTo>
                  <a:pt x="95" y="241"/>
                </a:lnTo>
                <a:lnTo>
                  <a:pt x="90" y="240"/>
                </a:lnTo>
                <a:lnTo>
                  <a:pt x="86" y="238"/>
                </a:lnTo>
                <a:lnTo>
                  <a:pt x="82" y="236"/>
                </a:lnTo>
                <a:lnTo>
                  <a:pt x="77" y="234"/>
                </a:lnTo>
                <a:lnTo>
                  <a:pt x="73" y="232"/>
                </a:lnTo>
                <a:lnTo>
                  <a:pt x="69" y="230"/>
                </a:lnTo>
                <a:lnTo>
                  <a:pt x="65" y="228"/>
                </a:lnTo>
                <a:lnTo>
                  <a:pt x="61" y="225"/>
                </a:lnTo>
                <a:lnTo>
                  <a:pt x="57" y="223"/>
                </a:lnTo>
                <a:lnTo>
                  <a:pt x="53" y="220"/>
                </a:lnTo>
                <a:lnTo>
                  <a:pt x="50" y="218"/>
                </a:lnTo>
                <a:lnTo>
                  <a:pt x="46" y="215"/>
                </a:lnTo>
                <a:lnTo>
                  <a:pt x="43" y="212"/>
                </a:lnTo>
                <a:lnTo>
                  <a:pt x="40" y="209"/>
                </a:lnTo>
                <a:lnTo>
                  <a:pt x="36" y="206"/>
                </a:lnTo>
                <a:lnTo>
                  <a:pt x="33" y="203"/>
                </a:lnTo>
                <a:lnTo>
                  <a:pt x="30" y="200"/>
                </a:lnTo>
                <a:lnTo>
                  <a:pt x="28" y="197"/>
                </a:lnTo>
                <a:lnTo>
                  <a:pt x="25" y="194"/>
                </a:lnTo>
                <a:lnTo>
                  <a:pt x="22" y="190"/>
                </a:lnTo>
                <a:lnTo>
                  <a:pt x="20" y="187"/>
                </a:lnTo>
                <a:lnTo>
                  <a:pt x="18" y="183"/>
                </a:lnTo>
                <a:lnTo>
                  <a:pt x="15" y="180"/>
                </a:lnTo>
                <a:lnTo>
                  <a:pt x="13" y="176"/>
                </a:lnTo>
                <a:lnTo>
                  <a:pt x="11" y="172"/>
                </a:lnTo>
                <a:lnTo>
                  <a:pt x="10" y="168"/>
                </a:lnTo>
                <a:lnTo>
                  <a:pt x="8" y="164"/>
                </a:lnTo>
                <a:lnTo>
                  <a:pt x="7" y="160"/>
                </a:lnTo>
                <a:lnTo>
                  <a:pt x="5" y="157"/>
                </a:lnTo>
                <a:lnTo>
                  <a:pt x="4" y="153"/>
                </a:lnTo>
                <a:lnTo>
                  <a:pt x="3" y="149"/>
                </a:lnTo>
                <a:lnTo>
                  <a:pt x="2" y="145"/>
                </a:lnTo>
                <a:lnTo>
                  <a:pt x="2" y="141"/>
                </a:lnTo>
                <a:lnTo>
                  <a:pt x="1" y="137"/>
                </a:lnTo>
                <a:lnTo>
                  <a:pt x="1" y="133"/>
                </a:lnTo>
                <a:lnTo>
                  <a:pt x="1" y="129"/>
                </a:lnTo>
                <a:lnTo>
                  <a:pt x="0" y="125"/>
                </a:lnTo>
                <a:lnTo>
                  <a:pt x="1" y="121"/>
                </a:lnTo>
                <a:lnTo>
                  <a:pt x="1" y="118"/>
                </a:lnTo>
                <a:lnTo>
                  <a:pt x="1" y="114"/>
                </a:lnTo>
                <a:lnTo>
                  <a:pt x="2" y="110"/>
                </a:lnTo>
                <a:lnTo>
                  <a:pt x="2" y="106"/>
                </a:lnTo>
                <a:lnTo>
                  <a:pt x="3" y="102"/>
                </a:lnTo>
                <a:lnTo>
                  <a:pt x="4" y="98"/>
                </a:lnTo>
                <a:lnTo>
                  <a:pt x="5" y="94"/>
                </a:lnTo>
                <a:lnTo>
                  <a:pt x="7" y="90"/>
                </a:lnTo>
                <a:lnTo>
                  <a:pt x="8" y="87"/>
                </a:lnTo>
                <a:lnTo>
                  <a:pt x="10" y="83"/>
                </a:lnTo>
                <a:lnTo>
                  <a:pt x="11" y="79"/>
                </a:lnTo>
                <a:lnTo>
                  <a:pt x="13" y="76"/>
                </a:lnTo>
                <a:lnTo>
                  <a:pt x="15" y="72"/>
                </a:lnTo>
                <a:lnTo>
                  <a:pt x="18" y="68"/>
                </a:lnTo>
                <a:lnTo>
                  <a:pt x="20" y="65"/>
                </a:lnTo>
                <a:lnTo>
                  <a:pt x="22" y="62"/>
                </a:lnTo>
                <a:lnTo>
                  <a:pt x="25" y="58"/>
                </a:lnTo>
                <a:lnTo>
                  <a:pt x="28" y="55"/>
                </a:lnTo>
                <a:lnTo>
                  <a:pt x="30" y="52"/>
                </a:lnTo>
                <a:lnTo>
                  <a:pt x="33" y="49"/>
                </a:lnTo>
                <a:lnTo>
                  <a:pt x="36" y="45"/>
                </a:lnTo>
                <a:lnTo>
                  <a:pt x="40" y="42"/>
                </a:lnTo>
                <a:lnTo>
                  <a:pt x="43" y="40"/>
                </a:lnTo>
                <a:lnTo>
                  <a:pt x="46" y="37"/>
                </a:lnTo>
                <a:lnTo>
                  <a:pt x="50" y="34"/>
                </a:lnTo>
                <a:lnTo>
                  <a:pt x="53" y="31"/>
                </a:lnTo>
                <a:lnTo>
                  <a:pt x="57" y="29"/>
                </a:lnTo>
                <a:lnTo>
                  <a:pt x="61" y="26"/>
                </a:lnTo>
                <a:lnTo>
                  <a:pt x="65" y="24"/>
                </a:lnTo>
                <a:lnTo>
                  <a:pt x="69" y="22"/>
                </a:lnTo>
                <a:lnTo>
                  <a:pt x="73" y="20"/>
                </a:lnTo>
                <a:lnTo>
                  <a:pt x="77" y="17"/>
                </a:lnTo>
                <a:lnTo>
                  <a:pt x="82" y="16"/>
                </a:lnTo>
                <a:lnTo>
                  <a:pt x="86" y="14"/>
                </a:lnTo>
                <a:lnTo>
                  <a:pt x="90" y="12"/>
                </a:lnTo>
                <a:lnTo>
                  <a:pt x="95" y="10"/>
                </a:lnTo>
                <a:lnTo>
                  <a:pt x="99" y="9"/>
                </a:lnTo>
                <a:lnTo>
                  <a:pt x="104" y="7"/>
                </a:lnTo>
                <a:lnTo>
                  <a:pt x="108" y="6"/>
                </a:lnTo>
                <a:lnTo>
                  <a:pt x="113" y="5"/>
                </a:lnTo>
                <a:lnTo>
                  <a:pt x="118" y="4"/>
                </a:lnTo>
                <a:lnTo>
                  <a:pt x="123" y="3"/>
                </a:lnTo>
                <a:lnTo>
                  <a:pt x="128" y="2"/>
                </a:lnTo>
                <a:lnTo>
                  <a:pt x="132" y="2"/>
                </a:lnTo>
                <a:lnTo>
                  <a:pt x="137" y="1"/>
                </a:lnTo>
                <a:lnTo>
                  <a:pt x="142" y="1"/>
                </a:lnTo>
                <a:lnTo>
                  <a:pt x="147" y="0"/>
                </a:lnTo>
                <a:lnTo>
                  <a:pt x="152" y="0"/>
                </a:lnTo>
                <a:lnTo>
                  <a:pt x="157" y="0"/>
                </a:lnTo>
                <a:lnTo>
                  <a:pt x="162" y="0"/>
                </a:lnTo>
                <a:lnTo>
                  <a:pt x="167" y="0"/>
                </a:lnTo>
                <a:lnTo>
                  <a:pt x="172" y="1"/>
                </a:lnTo>
                <a:lnTo>
                  <a:pt x="176" y="1"/>
                </a:lnTo>
                <a:lnTo>
                  <a:pt x="181" y="2"/>
                </a:lnTo>
                <a:lnTo>
                  <a:pt x="186" y="2"/>
                </a:lnTo>
                <a:lnTo>
                  <a:pt x="191" y="3"/>
                </a:lnTo>
                <a:lnTo>
                  <a:pt x="196" y="4"/>
                </a:lnTo>
                <a:lnTo>
                  <a:pt x="200" y="5"/>
                </a:lnTo>
                <a:lnTo>
                  <a:pt x="205" y="6"/>
                </a:lnTo>
                <a:lnTo>
                  <a:pt x="210" y="7"/>
                </a:lnTo>
                <a:lnTo>
                  <a:pt x="215" y="9"/>
                </a:lnTo>
                <a:lnTo>
                  <a:pt x="220" y="10"/>
                </a:lnTo>
                <a:lnTo>
                  <a:pt x="224" y="12"/>
                </a:lnTo>
                <a:lnTo>
                  <a:pt x="229" y="14"/>
                </a:lnTo>
                <a:lnTo>
                  <a:pt x="233" y="16"/>
                </a:lnTo>
                <a:lnTo>
                  <a:pt x="237" y="17"/>
                </a:lnTo>
                <a:lnTo>
                  <a:pt x="242" y="20"/>
                </a:lnTo>
                <a:lnTo>
                  <a:pt x="246" y="22"/>
                </a:lnTo>
                <a:lnTo>
                  <a:pt x="250" y="24"/>
                </a:lnTo>
                <a:lnTo>
                  <a:pt x="254" y="26"/>
                </a:lnTo>
                <a:lnTo>
                  <a:pt x="257" y="29"/>
                </a:lnTo>
                <a:lnTo>
                  <a:pt x="261" y="31"/>
                </a:lnTo>
                <a:lnTo>
                  <a:pt x="265" y="34"/>
                </a:lnTo>
                <a:lnTo>
                  <a:pt x="268" y="37"/>
                </a:lnTo>
                <a:lnTo>
                  <a:pt x="272" y="40"/>
                </a:lnTo>
                <a:lnTo>
                  <a:pt x="275" y="42"/>
                </a:lnTo>
                <a:lnTo>
                  <a:pt x="278" y="45"/>
                </a:lnTo>
                <a:lnTo>
                  <a:pt x="281" y="49"/>
                </a:lnTo>
                <a:lnTo>
                  <a:pt x="284" y="52"/>
                </a:lnTo>
                <a:lnTo>
                  <a:pt x="287" y="55"/>
                </a:lnTo>
                <a:lnTo>
                  <a:pt x="290" y="58"/>
                </a:lnTo>
                <a:lnTo>
                  <a:pt x="292" y="62"/>
                </a:lnTo>
                <a:lnTo>
                  <a:pt x="295" y="65"/>
                </a:lnTo>
                <a:lnTo>
                  <a:pt x="297" y="68"/>
                </a:lnTo>
                <a:lnTo>
                  <a:pt x="299" y="72"/>
                </a:lnTo>
                <a:lnTo>
                  <a:pt x="301" y="76"/>
                </a:lnTo>
                <a:lnTo>
                  <a:pt x="303" y="79"/>
                </a:lnTo>
                <a:lnTo>
                  <a:pt x="305" y="83"/>
                </a:lnTo>
                <a:lnTo>
                  <a:pt x="306" y="87"/>
                </a:lnTo>
                <a:lnTo>
                  <a:pt x="308" y="90"/>
                </a:lnTo>
                <a:lnTo>
                  <a:pt x="309" y="94"/>
                </a:lnTo>
                <a:lnTo>
                  <a:pt x="310" y="98"/>
                </a:lnTo>
                <a:lnTo>
                  <a:pt x="311" y="102"/>
                </a:lnTo>
                <a:lnTo>
                  <a:pt x="312" y="106"/>
                </a:lnTo>
                <a:lnTo>
                  <a:pt x="313" y="110"/>
                </a:lnTo>
                <a:lnTo>
                  <a:pt x="313" y="114"/>
                </a:lnTo>
                <a:lnTo>
                  <a:pt x="314" y="118"/>
                </a:lnTo>
                <a:lnTo>
                  <a:pt x="314" y="121"/>
                </a:lnTo>
                <a:lnTo>
                  <a:pt x="314" y="125"/>
                </a:lnTo>
                <a:close/>
              </a:path>
            </a:pathLst>
          </a:custGeom>
          <a:solidFill>
            <a:srgbClr val="fff3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6" name=""/>
          <p:cNvSpPr/>
          <p:nvPr/>
        </p:nvSpPr>
        <p:spPr>
          <a:xfrm>
            <a:off x="4920840" y="1781280"/>
            <a:ext cx="116280" cy="93240"/>
          </a:xfrm>
          <a:custGeom>
            <a:avLst/>
            <a:gdLst/>
            <a:ahLst/>
            <a:rect l="0" t="0" r="r" b="b"/>
            <a:pathLst>
              <a:path w="323" h="259">
                <a:moveTo>
                  <a:pt x="318" y="130"/>
                </a:moveTo>
                <a:lnTo>
                  <a:pt x="318" y="126"/>
                </a:lnTo>
                <a:lnTo>
                  <a:pt x="318" y="123"/>
                </a:lnTo>
                <a:lnTo>
                  <a:pt x="317" y="119"/>
                </a:lnTo>
                <a:lnTo>
                  <a:pt x="317" y="115"/>
                </a:lnTo>
                <a:lnTo>
                  <a:pt x="316" y="111"/>
                </a:lnTo>
                <a:lnTo>
                  <a:pt x="315" y="107"/>
                </a:lnTo>
                <a:lnTo>
                  <a:pt x="314" y="103"/>
                </a:lnTo>
                <a:lnTo>
                  <a:pt x="313" y="99"/>
                </a:lnTo>
                <a:lnTo>
                  <a:pt x="312" y="95"/>
                </a:lnTo>
                <a:lnTo>
                  <a:pt x="310" y="92"/>
                </a:lnTo>
                <a:lnTo>
                  <a:pt x="309" y="88"/>
                </a:lnTo>
                <a:lnTo>
                  <a:pt x="307" y="84"/>
                </a:lnTo>
                <a:lnTo>
                  <a:pt x="305" y="80"/>
                </a:lnTo>
                <a:lnTo>
                  <a:pt x="303" y="76"/>
                </a:lnTo>
                <a:lnTo>
                  <a:pt x="301" y="72"/>
                </a:lnTo>
                <a:lnTo>
                  <a:pt x="299" y="69"/>
                </a:lnTo>
                <a:lnTo>
                  <a:pt x="296" y="66"/>
                </a:lnTo>
                <a:lnTo>
                  <a:pt x="293" y="62"/>
                </a:lnTo>
                <a:lnTo>
                  <a:pt x="290" y="59"/>
                </a:lnTo>
                <a:lnTo>
                  <a:pt x="287" y="56"/>
                </a:lnTo>
                <a:lnTo>
                  <a:pt x="284" y="53"/>
                </a:lnTo>
                <a:lnTo>
                  <a:pt x="281" y="49"/>
                </a:lnTo>
                <a:lnTo>
                  <a:pt x="278" y="46"/>
                </a:lnTo>
                <a:lnTo>
                  <a:pt x="275" y="44"/>
                </a:lnTo>
                <a:lnTo>
                  <a:pt x="271" y="41"/>
                </a:lnTo>
                <a:lnTo>
                  <a:pt x="268" y="38"/>
                </a:lnTo>
                <a:lnTo>
                  <a:pt x="264" y="35"/>
                </a:lnTo>
                <a:lnTo>
                  <a:pt x="260" y="33"/>
                </a:lnTo>
                <a:lnTo>
                  <a:pt x="257" y="30"/>
                </a:lnTo>
                <a:lnTo>
                  <a:pt x="253" y="28"/>
                </a:lnTo>
                <a:lnTo>
                  <a:pt x="249" y="26"/>
                </a:lnTo>
                <a:lnTo>
                  <a:pt x="245" y="24"/>
                </a:lnTo>
                <a:lnTo>
                  <a:pt x="240" y="21"/>
                </a:lnTo>
                <a:lnTo>
                  <a:pt x="236" y="20"/>
                </a:lnTo>
                <a:lnTo>
                  <a:pt x="232" y="18"/>
                </a:lnTo>
                <a:lnTo>
                  <a:pt x="227" y="16"/>
                </a:lnTo>
                <a:lnTo>
                  <a:pt x="223" y="14"/>
                </a:lnTo>
                <a:lnTo>
                  <a:pt x="218" y="13"/>
                </a:lnTo>
                <a:lnTo>
                  <a:pt x="214" y="11"/>
                </a:lnTo>
                <a:lnTo>
                  <a:pt x="209" y="10"/>
                </a:lnTo>
                <a:lnTo>
                  <a:pt x="204" y="9"/>
                </a:lnTo>
                <a:lnTo>
                  <a:pt x="200" y="8"/>
                </a:lnTo>
                <a:lnTo>
                  <a:pt x="195" y="7"/>
                </a:lnTo>
                <a:lnTo>
                  <a:pt x="190" y="6"/>
                </a:lnTo>
                <a:lnTo>
                  <a:pt x="185" y="6"/>
                </a:lnTo>
                <a:lnTo>
                  <a:pt x="180" y="5"/>
                </a:lnTo>
                <a:lnTo>
                  <a:pt x="176" y="5"/>
                </a:lnTo>
                <a:lnTo>
                  <a:pt x="171" y="4"/>
                </a:lnTo>
                <a:lnTo>
                  <a:pt x="166" y="4"/>
                </a:lnTo>
                <a:lnTo>
                  <a:pt x="161" y="4"/>
                </a:lnTo>
                <a:lnTo>
                  <a:pt x="156" y="4"/>
                </a:lnTo>
                <a:lnTo>
                  <a:pt x="151" y="4"/>
                </a:lnTo>
                <a:lnTo>
                  <a:pt x="146" y="5"/>
                </a:lnTo>
                <a:lnTo>
                  <a:pt x="141" y="5"/>
                </a:lnTo>
                <a:lnTo>
                  <a:pt x="136" y="6"/>
                </a:lnTo>
                <a:lnTo>
                  <a:pt x="132" y="6"/>
                </a:lnTo>
                <a:lnTo>
                  <a:pt x="127" y="7"/>
                </a:lnTo>
                <a:lnTo>
                  <a:pt x="122" y="8"/>
                </a:lnTo>
                <a:lnTo>
                  <a:pt x="117" y="9"/>
                </a:lnTo>
                <a:lnTo>
                  <a:pt x="112" y="10"/>
                </a:lnTo>
                <a:lnTo>
                  <a:pt x="108" y="11"/>
                </a:lnTo>
                <a:lnTo>
                  <a:pt x="103" y="13"/>
                </a:lnTo>
                <a:lnTo>
                  <a:pt x="99" y="14"/>
                </a:lnTo>
                <a:lnTo>
                  <a:pt x="94" y="16"/>
                </a:lnTo>
                <a:lnTo>
                  <a:pt x="90" y="18"/>
                </a:lnTo>
                <a:lnTo>
                  <a:pt x="86" y="20"/>
                </a:lnTo>
                <a:lnTo>
                  <a:pt x="81" y="21"/>
                </a:lnTo>
                <a:lnTo>
                  <a:pt x="77" y="24"/>
                </a:lnTo>
                <a:lnTo>
                  <a:pt x="73" y="26"/>
                </a:lnTo>
                <a:lnTo>
                  <a:pt x="69" y="28"/>
                </a:lnTo>
                <a:lnTo>
                  <a:pt x="65" y="30"/>
                </a:lnTo>
                <a:lnTo>
                  <a:pt x="61" y="33"/>
                </a:lnTo>
                <a:lnTo>
                  <a:pt x="57" y="35"/>
                </a:lnTo>
                <a:lnTo>
                  <a:pt x="54" y="38"/>
                </a:lnTo>
                <a:lnTo>
                  <a:pt x="50" y="41"/>
                </a:lnTo>
                <a:lnTo>
                  <a:pt x="47" y="44"/>
                </a:lnTo>
                <a:lnTo>
                  <a:pt x="44" y="46"/>
                </a:lnTo>
                <a:lnTo>
                  <a:pt x="40" y="49"/>
                </a:lnTo>
                <a:lnTo>
                  <a:pt x="37" y="53"/>
                </a:lnTo>
                <a:lnTo>
                  <a:pt x="34" y="56"/>
                </a:lnTo>
                <a:lnTo>
                  <a:pt x="32" y="59"/>
                </a:lnTo>
                <a:lnTo>
                  <a:pt x="29" y="62"/>
                </a:lnTo>
                <a:lnTo>
                  <a:pt x="26" y="66"/>
                </a:lnTo>
                <a:lnTo>
                  <a:pt x="24" y="69"/>
                </a:lnTo>
                <a:lnTo>
                  <a:pt x="22" y="72"/>
                </a:lnTo>
                <a:lnTo>
                  <a:pt x="19" y="76"/>
                </a:lnTo>
                <a:lnTo>
                  <a:pt x="17" y="80"/>
                </a:lnTo>
                <a:lnTo>
                  <a:pt x="15" y="84"/>
                </a:lnTo>
                <a:lnTo>
                  <a:pt x="14" y="88"/>
                </a:lnTo>
                <a:lnTo>
                  <a:pt x="12" y="92"/>
                </a:lnTo>
                <a:lnTo>
                  <a:pt x="11" y="95"/>
                </a:lnTo>
                <a:lnTo>
                  <a:pt x="9" y="99"/>
                </a:lnTo>
                <a:lnTo>
                  <a:pt x="8" y="103"/>
                </a:lnTo>
                <a:lnTo>
                  <a:pt x="7" y="107"/>
                </a:lnTo>
                <a:lnTo>
                  <a:pt x="6" y="111"/>
                </a:lnTo>
                <a:lnTo>
                  <a:pt x="6" y="115"/>
                </a:lnTo>
                <a:lnTo>
                  <a:pt x="5" y="119"/>
                </a:lnTo>
                <a:lnTo>
                  <a:pt x="5" y="123"/>
                </a:lnTo>
                <a:lnTo>
                  <a:pt x="5" y="126"/>
                </a:lnTo>
                <a:lnTo>
                  <a:pt x="4" y="130"/>
                </a:lnTo>
                <a:lnTo>
                  <a:pt x="5" y="134"/>
                </a:lnTo>
                <a:lnTo>
                  <a:pt x="5" y="138"/>
                </a:lnTo>
                <a:lnTo>
                  <a:pt x="5" y="142"/>
                </a:lnTo>
                <a:lnTo>
                  <a:pt x="6" y="146"/>
                </a:lnTo>
                <a:lnTo>
                  <a:pt x="6" y="150"/>
                </a:lnTo>
                <a:lnTo>
                  <a:pt x="7" y="154"/>
                </a:lnTo>
                <a:lnTo>
                  <a:pt x="8" y="158"/>
                </a:lnTo>
                <a:lnTo>
                  <a:pt x="9" y="162"/>
                </a:lnTo>
                <a:lnTo>
                  <a:pt x="11" y="165"/>
                </a:lnTo>
                <a:lnTo>
                  <a:pt x="12" y="169"/>
                </a:lnTo>
                <a:lnTo>
                  <a:pt x="14" y="173"/>
                </a:lnTo>
                <a:lnTo>
                  <a:pt x="15" y="177"/>
                </a:lnTo>
                <a:lnTo>
                  <a:pt x="17" y="180"/>
                </a:lnTo>
                <a:lnTo>
                  <a:pt x="19" y="184"/>
                </a:lnTo>
                <a:lnTo>
                  <a:pt x="22" y="187"/>
                </a:lnTo>
                <a:lnTo>
                  <a:pt x="24" y="191"/>
                </a:lnTo>
                <a:lnTo>
                  <a:pt x="26" y="194"/>
                </a:lnTo>
                <a:lnTo>
                  <a:pt x="29" y="198"/>
                </a:lnTo>
                <a:lnTo>
                  <a:pt x="32" y="201"/>
                </a:lnTo>
                <a:lnTo>
                  <a:pt x="34" y="204"/>
                </a:lnTo>
                <a:lnTo>
                  <a:pt x="37" y="207"/>
                </a:lnTo>
                <a:lnTo>
                  <a:pt x="40" y="210"/>
                </a:lnTo>
                <a:lnTo>
                  <a:pt x="44" y="213"/>
                </a:lnTo>
                <a:lnTo>
                  <a:pt x="47" y="216"/>
                </a:lnTo>
                <a:lnTo>
                  <a:pt x="50" y="219"/>
                </a:lnTo>
                <a:lnTo>
                  <a:pt x="54" y="222"/>
                </a:lnTo>
                <a:lnTo>
                  <a:pt x="57" y="224"/>
                </a:lnTo>
                <a:lnTo>
                  <a:pt x="61" y="227"/>
                </a:lnTo>
                <a:lnTo>
                  <a:pt x="65" y="229"/>
                </a:lnTo>
                <a:lnTo>
                  <a:pt x="69" y="232"/>
                </a:lnTo>
                <a:lnTo>
                  <a:pt x="73" y="234"/>
                </a:lnTo>
                <a:lnTo>
                  <a:pt x="77" y="236"/>
                </a:lnTo>
                <a:lnTo>
                  <a:pt x="81" y="238"/>
                </a:lnTo>
                <a:lnTo>
                  <a:pt x="86" y="240"/>
                </a:lnTo>
                <a:lnTo>
                  <a:pt x="90" y="242"/>
                </a:lnTo>
                <a:lnTo>
                  <a:pt x="94" y="244"/>
                </a:lnTo>
                <a:lnTo>
                  <a:pt x="99" y="245"/>
                </a:lnTo>
                <a:lnTo>
                  <a:pt x="103" y="247"/>
                </a:lnTo>
                <a:lnTo>
                  <a:pt x="108" y="248"/>
                </a:lnTo>
                <a:lnTo>
                  <a:pt x="112" y="250"/>
                </a:lnTo>
                <a:lnTo>
                  <a:pt x="117" y="251"/>
                </a:lnTo>
                <a:lnTo>
                  <a:pt x="122" y="252"/>
                </a:lnTo>
                <a:lnTo>
                  <a:pt x="127" y="253"/>
                </a:lnTo>
                <a:lnTo>
                  <a:pt x="132" y="254"/>
                </a:lnTo>
                <a:lnTo>
                  <a:pt x="136" y="254"/>
                </a:lnTo>
                <a:lnTo>
                  <a:pt x="141" y="255"/>
                </a:lnTo>
                <a:lnTo>
                  <a:pt x="146" y="255"/>
                </a:lnTo>
                <a:lnTo>
                  <a:pt x="151" y="256"/>
                </a:lnTo>
                <a:lnTo>
                  <a:pt x="156" y="256"/>
                </a:lnTo>
                <a:lnTo>
                  <a:pt x="161" y="256"/>
                </a:lnTo>
                <a:lnTo>
                  <a:pt x="166" y="256"/>
                </a:lnTo>
                <a:lnTo>
                  <a:pt x="171" y="256"/>
                </a:lnTo>
                <a:lnTo>
                  <a:pt x="176" y="255"/>
                </a:lnTo>
                <a:lnTo>
                  <a:pt x="180" y="255"/>
                </a:lnTo>
                <a:lnTo>
                  <a:pt x="185" y="254"/>
                </a:lnTo>
                <a:lnTo>
                  <a:pt x="190" y="254"/>
                </a:lnTo>
                <a:lnTo>
                  <a:pt x="195" y="253"/>
                </a:lnTo>
                <a:lnTo>
                  <a:pt x="200" y="252"/>
                </a:lnTo>
                <a:lnTo>
                  <a:pt x="204" y="251"/>
                </a:lnTo>
                <a:lnTo>
                  <a:pt x="209" y="250"/>
                </a:lnTo>
                <a:lnTo>
                  <a:pt x="214" y="248"/>
                </a:lnTo>
                <a:lnTo>
                  <a:pt x="218" y="247"/>
                </a:lnTo>
                <a:lnTo>
                  <a:pt x="223" y="245"/>
                </a:lnTo>
                <a:lnTo>
                  <a:pt x="227" y="244"/>
                </a:lnTo>
                <a:lnTo>
                  <a:pt x="232" y="242"/>
                </a:lnTo>
                <a:lnTo>
                  <a:pt x="236" y="240"/>
                </a:lnTo>
                <a:lnTo>
                  <a:pt x="240" y="238"/>
                </a:lnTo>
                <a:lnTo>
                  <a:pt x="245" y="236"/>
                </a:lnTo>
                <a:lnTo>
                  <a:pt x="249" y="234"/>
                </a:lnTo>
                <a:lnTo>
                  <a:pt x="253" y="232"/>
                </a:lnTo>
                <a:lnTo>
                  <a:pt x="257" y="229"/>
                </a:lnTo>
                <a:lnTo>
                  <a:pt x="260" y="227"/>
                </a:lnTo>
                <a:lnTo>
                  <a:pt x="264" y="224"/>
                </a:lnTo>
                <a:lnTo>
                  <a:pt x="268" y="222"/>
                </a:lnTo>
                <a:lnTo>
                  <a:pt x="271" y="219"/>
                </a:lnTo>
                <a:lnTo>
                  <a:pt x="275" y="216"/>
                </a:lnTo>
                <a:lnTo>
                  <a:pt x="278" y="213"/>
                </a:lnTo>
                <a:lnTo>
                  <a:pt x="281" y="210"/>
                </a:lnTo>
                <a:lnTo>
                  <a:pt x="284" y="207"/>
                </a:lnTo>
                <a:lnTo>
                  <a:pt x="287" y="204"/>
                </a:lnTo>
                <a:lnTo>
                  <a:pt x="290" y="201"/>
                </a:lnTo>
                <a:lnTo>
                  <a:pt x="293" y="198"/>
                </a:lnTo>
                <a:lnTo>
                  <a:pt x="296" y="194"/>
                </a:lnTo>
                <a:lnTo>
                  <a:pt x="299" y="191"/>
                </a:lnTo>
                <a:lnTo>
                  <a:pt x="301" y="187"/>
                </a:lnTo>
                <a:lnTo>
                  <a:pt x="303" y="184"/>
                </a:lnTo>
                <a:lnTo>
                  <a:pt x="305" y="180"/>
                </a:lnTo>
                <a:lnTo>
                  <a:pt x="307" y="177"/>
                </a:lnTo>
                <a:lnTo>
                  <a:pt x="309" y="173"/>
                </a:lnTo>
                <a:lnTo>
                  <a:pt x="310" y="169"/>
                </a:lnTo>
                <a:lnTo>
                  <a:pt x="312" y="165"/>
                </a:lnTo>
                <a:lnTo>
                  <a:pt x="313" y="162"/>
                </a:lnTo>
                <a:lnTo>
                  <a:pt x="314" y="158"/>
                </a:lnTo>
                <a:lnTo>
                  <a:pt x="315" y="154"/>
                </a:lnTo>
                <a:lnTo>
                  <a:pt x="316" y="150"/>
                </a:lnTo>
                <a:lnTo>
                  <a:pt x="317" y="146"/>
                </a:lnTo>
                <a:lnTo>
                  <a:pt x="317" y="142"/>
                </a:lnTo>
                <a:lnTo>
                  <a:pt x="318" y="138"/>
                </a:lnTo>
                <a:lnTo>
                  <a:pt x="318" y="134"/>
                </a:lnTo>
                <a:lnTo>
                  <a:pt x="318" y="130"/>
                </a:lnTo>
                <a:moveTo>
                  <a:pt x="323" y="130"/>
                </a:moveTo>
                <a:lnTo>
                  <a:pt x="323" y="134"/>
                </a:lnTo>
                <a:lnTo>
                  <a:pt x="322" y="138"/>
                </a:lnTo>
                <a:lnTo>
                  <a:pt x="322" y="143"/>
                </a:lnTo>
                <a:lnTo>
                  <a:pt x="321" y="147"/>
                </a:lnTo>
                <a:lnTo>
                  <a:pt x="321" y="151"/>
                </a:lnTo>
                <a:lnTo>
                  <a:pt x="320" y="155"/>
                </a:lnTo>
                <a:lnTo>
                  <a:pt x="319" y="159"/>
                </a:lnTo>
                <a:lnTo>
                  <a:pt x="318" y="162"/>
                </a:lnTo>
                <a:lnTo>
                  <a:pt x="316" y="166"/>
                </a:lnTo>
                <a:lnTo>
                  <a:pt x="315" y="170"/>
                </a:lnTo>
                <a:lnTo>
                  <a:pt x="313" y="174"/>
                </a:lnTo>
                <a:lnTo>
                  <a:pt x="311" y="178"/>
                </a:lnTo>
                <a:lnTo>
                  <a:pt x="309" y="182"/>
                </a:lnTo>
                <a:lnTo>
                  <a:pt x="307" y="185"/>
                </a:lnTo>
                <a:lnTo>
                  <a:pt x="305" y="189"/>
                </a:lnTo>
                <a:lnTo>
                  <a:pt x="303" y="193"/>
                </a:lnTo>
                <a:lnTo>
                  <a:pt x="300" y="196"/>
                </a:lnTo>
                <a:lnTo>
                  <a:pt x="298" y="200"/>
                </a:lnTo>
                <a:lnTo>
                  <a:pt x="294" y="203"/>
                </a:lnTo>
                <a:lnTo>
                  <a:pt x="291" y="206"/>
                </a:lnTo>
                <a:lnTo>
                  <a:pt x="288" y="209"/>
                </a:lnTo>
                <a:lnTo>
                  <a:pt x="285" y="213"/>
                </a:lnTo>
                <a:lnTo>
                  <a:pt x="281" y="216"/>
                </a:lnTo>
                <a:lnTo>
                  <a:pt x="278" y="219"/>
                </a:lnTo>
                <a:lnTo>
                  <a:pt x="275" y="222"/>
                </a:lnTo>
                <a:lnTo>
                  <a:pt x="271" y="224"/>
                </a:lnTo>
                <a:lnTo>
                  <a:pt x="267" y="227"/>
                </a:lnTo>
                <a:lnTo>
                  <a:pt x="263" y="230"/>
                </a:lnTo>
                <a:lnTo>
                  <a:pt x="259" y="232"/>
                </a:lnTo>
                <a:lnTo>
                  <a:pt x="255" y="235"/>
                </a:lnTo>
                <a:lnTo>
                  <a:pt x="251" y="237"/>
                </a:lnTo>
                <a:lnTo>
                  <a:pt x="247" y="239"/>
                </a:lnTo>
                <a:lnTo>
                  <a:pt x="243" y="241"/>
                </a:lnTo>
                <a:lnTo>
                  <a:pt x="238" y="243"/>
                </a:lnTo>
                <a:lnTo>
                  <a:pt x="234" y="245"/>
                </a:lnTo>
                <a:lnTo>
                  <a:pt x="229" y="247"/>
                </a:lnTo>
                <a:lnTo>
                  <a:pt x="225" y="249"/>
                </a:lnTo>
                <a:lnTo>
                  <a:pt x="220" y="250"/>
                </a:lnTo>
                <a:lnTo>
                  <a:pt x="215" y="252"/>
                </a:lnTo>
                <a:lnTo>
                  <a:pt x="211" y="253"/>
                </a:lnTo>
                <a:lnTo>
                  <a:pt x="206" y="254"/>
                </a:lnTo>
                <a:lnTo>
                  <a:pt x="201" y="255"/>
                </a:lnTo>
                <a:lnTo>
                  <a:pt x="196" y="256"/>
                </a:lnTo>
                <a:lnTo>
                  <a:pt x="191" y="257"/>
                </a:lnTo>
                <a:lnTo>
                  <a:pt x="186" y="258"/>
                </a:lnTo>
                <a:lnTo>
                  <a:pt x="181" y="258"/>
                </a:lnTo>
                <a:lnTo>
                  <a:pt x="176" y="259"/>
                </a:lnTo>
                <a:lnTo>
                  <a:pt x="171" y="259"/>
                </a:lnTo>
                <a:lnTo>
                  <a:pt x="166" y="259"/>
                </a:lnTo>
                <a:lnTo>
                  <a:pt x="161" y="259"/>
                </a:lnTo>
                <a:lnTo>
                  <a:pt x="156" y="259"/>
                </a:lnTo>
                <a:lnTo>
                  <a:pt x="151" y="259"/>
                </a:lnTo>
                <a:lnTo>
                  <a:pt x="146" y="259"/>
                </a:lnTo>
                <a:lnTo>
                  <a:pt x="141" y="258"/>
                </a:lnTo>
                <a:lnTo>
                  <a:pt x="136" y="258"/>
                </a:lnTo>
                <a:lnTo>
                  <a:pt x="131" y="257"/>
                </a:lnTo>
                <a:lnTo>
                  <a:pt x="126" y="256"/>
                </a:lnTo>
                <a:lnTo>
                  <a:pt x="121" y="255"/>
                </a:lnTo>
                <a:lnTo>
                  <a:pt x="116" y="254"/>
                </a:lnTo>
                <a:lnTo>
                  <a:pt x="111" y="253"/>
                </a:lnTo>
                <a:lnTo>
                  <a:pt x="106" y="252"/>
                </a:lnTo>
                <a:lnTo>
                  <a:pt x="102" y="250"/>
                </a:lnTo>
                <a:lnTo>
                  <a:pt x="97" y="249"/>
                </a:lnTo>
                <a:lnTo>
                  <a:pt x="92" y="247"/>
                </a:lnTo>
                <a:lnTo>
                  <a:pt x="88" y="245"/>
                </a:lnTo>
                <a:lnTo>
                  <a:pt x="83" y="243"/>
                </a:lnTo>
                <a:lnTo>
                  <a:pt x="79" y="241"/>
                </a:lnTo>
                <a:lnTo>
                  <a:pt x="75" y="239"/>
                </a:lnTo>
                <a:lnTo>
                  <a:pt x="70" y="237"/>
                </a:lnTo>
                <a:lnTo>
                  <a:pt x="66" y="235"/>
                </a:lnTo>
                <a:lnTo>
                  <a:pt x="62" y="232"/>
                </a:lnTo>
                <a:lnTo>
                  <a:pt x="58" y="230"/>
                </a:lnTo>
                <a:lnTo>
                  <a:pt x="54" y="227"/>
                </a:lnTo>
                <a:lnTo>
                  <a:pt x="51" y="224"/>
                </a:lnTo>
                <a:lnTo>
                  <a:pt x="47" y="222"/>
                </a:lnTo>
                <a:lnTo>
                  <a:pt x="44" y="219"/>
                </a:lnTo>
                <a:lnTo>
                  <a:pt x="40" y="216"/>
                </a:lnTo>
                <a:lnTo>
                  <a:pt x="37" y="213"/>
                </a:lnTo>
                <a:lnTo>
                  <a:pt x="34" y="209"/>
                </a:lnTo>
                <a:lnTo>
                  <a:pt x="31" y="206"/>
                </a:lnTo>
                <a:lnTo>
                  <a:pt x="28" y="203"/>
                </a:lnTo>
                <a:lnTo>
                  <a:pt x="25" y="200"/>
                </a:lnTo>
                <a:lnTo>
                  <a:pt x="22" y="196"/>
                </a:lnTo>
                <a:lnTo>
                  <a:pt x="20" y="193"/>
                </a:lnTo>
                <a:lnTo>
                  <a:pt x="17" y="189"/>
                </a:lnTo>
                <a:lnTo>
                  <a:pt x="15" y="185"/>
                </a:lnTo>
                <a:lnTo>
                  <a:pt x="13" y="182"/>
                </a:lnTo>
                <a:lnTo>
                  <a:pt x="11" y="178"/>
                </a:lnTo>
                <a:lnTo>
                  <a:pt x="9" y="174"/>
                </a:lnTo>
                <a:lnTo>
                  <a:pt x="8" y="170"/>
                </a:lnTo>
                <a:lnTo>
                  <a:pt x="6" y="166"/>
                </a:lnTo>
                <a:lnTo>
                  <a:pt x="5" y="162"/>
                </a:lnTo>
                <a:lnTo>
                  <a:pt x="4" y="159"/>
                </a:lnTo>
                <a:lnTo>
                  <a:pt x="3" y="155"/>
                </a:lnTo>
                <a:lnTo>
                  <a:pt x="2" y="151"/>
                </a:lnTo>
                <a:lnTo>
                  <a:pt x="1" y="147"/>
                </a:lnTo>
                <a:lnTo>
                  <a:pt x="1" y="143"/>
                </a:lnTo>
                <a:lnTo>
                  <a:pt x="0" y="138"/>
                </a:lnTo>
                <a:lnTo>
                  <a:pt x="0" y="134"/>
                </a:lnTo>
                <a:lnTo>
                  <a:pt x="0" y="130"/>
                </a:lnTo>
                <a:lnTo>
                  <a:pt x="0" y="126"/>
                </a:lnTo>
                <a:lnTo>
                  <a:pt x="0" y="122"/>
                </a:lnTo>
                <a:lnTo>
                  <a:pt x="1" y="118"/>
                </a:lnTo>
                <a:lnTo>
                  <a:pt x="1" y="114"/>
                </a:lnTo>
                <a:lnTo>
                  <a:pt x="2" y="110"/>
                </a:lnTo>
                <a:lnTo>
                  <a:pt x="3" y="106"/>
                </a:lnTo>
                <a:lnTo>
                  <a:pt x="4" y="102"/>
                </a:lnTo>
                <a:lnTo>
                  <a:pt x="5" y="98"/>
                </a:lnTo>
                <a:lnTo>
                  <a:pt x="6" y="94"/>
                </a:lnTo>
                <a:lnTo>
                  <a:pt x="8" y="90"/>
                </a:lnTo>
                <a:lnTo>
                  <a:pt x="9" y="87"/>
                </a:lnTo>
                <a:lnTo>
                  <a:pt x="11" y="82"/>
                </a:lnTo>
                <a:lnTo>
                  <a:pt x="13" y="78"/>
                </a:lnTo>
                <a:lnTo>
                  <a:pt x="15" y="74"/>
                </a:lnTo>
                <a:lnTo>
                  <a:pt x="17" y="71"/>
                </a:lnTo>
                <a:lnTo>
                  <a:pt x="20" y="67"/>
                </a:lnTo>
                <a:lnTo>
                  <a:pt x="22" y="64"/>
                </a:lnTo>
                <a:lnTo>
                  <a:pt x="25" y="60"/>
                </a:lnTo>
                <a:lnTo>
                  <a:pt x="28" y="57"/>
                </a:lnTo>
                <a:lnTo>
                  <a:pt x="31" y="54"/>
                </a:lnTo>
                <a:lnTo>
                  <a:pt x="34" y="50"/>
                </a:lnTo>
                <a:lnTo>
                  <a:pt x="37" y="47"/>
                </a:lnTo>
                <a:lnTo>
                  <a:pt x="40" y="44"/>
                </a:lnTo>
                <a:lnTo>
                  <a:pt x="44" y="41"/>
                </a:lnTo>
                <a:lnTo>
                  <a:pt x="47" y="38"/>
                </a:lnTo>
                <a:lnTo>
                  <a:pt x="51" y="35"/>
                </a:lnTo>
                <a:lnTo>
                  <a:pt x="54" y="33"/>
                </a:lnTo>
                <a:lnTo>
                  <a:pt x="58" y="30"/>
                </a:lnTo>
                <a:lnTo>
                  <a:pt x="62" y="27"/>
                </a:lnTo>
                <a:lnTo>
                  <a:pt x="66" y="25"/>
                </a:lnTo>
                <a:lnTo>
                  <a:pt x="70" y="23"/>
                </a:lnTo>
                <a:lnTo>
                  <a:pt x="75" y="20"/>
                </a:lnTo>
                <a:lnTo>
                  <a:pt x="79" y="18"/>
                </a:lnTo>
                <a:lnTo>
                  <a:pt x="83" y="16"/>
                </a:lnTo>
                <a:lnTo>
                  <a:pt x="88" y="14"/>
                </a:lnTo>
                <a:lnTo>
                  <a:pt x="92" y="13"/>
                </a:lnTo>
                <a:lnTo>
                  <a:pt x="97" y="11"/>
                </a:lnTo>
                <a:lnTo>
                  <a:pt x="102" y="9"/>
                </a:lnTo>
                <a:lnTo>
                  <a:pt x="106" y="8"/>
                </a:lnTo>
                <a:lnTo>
                  <a:pt x="111" y="7"/>
                </a:lnTo>
                <a:lnTo>
                  <a:pt x="116" y="5"/>
                </a:lnTo>
                <a:lnTo>
                  <a:pt x="121" y="4"/>
                </a:lnTo>
                <a:lnTo>
                  <a:pt x="126" y="3"/>
                </a:lnTo>
                <a:lnTo>
                  <a:pt x="131" y="3"/>
                </a:lnTo>
                <a:lnTo>
                  <a:pt x="136" y="2"/>
                </a:lnTo>
                <a:lnTo>
                  <a:pt x="141" y="1"/>
                </a:lnTo>
                <a:lnTo>
                  <a:pt x="146" y="1"/>
                </a:lnTo>
                <a:lnTo>
                  <a:pt x="151" y="1"/>
                </a:lnTo>
                <a:lnTo>
                  <a:pt x="156" y="0"/>
                </a:lnTo>
                <a:lnTo>
                  <a:pt x="161" y="0"/>
                </a:lnTo>
                <a:lnTo>
                  <a:pt x="166" y="0"/>
                </a:lnTo>
                <a:lnTo>
                  <a:pt x="171" y="1"/>
                </a:lnTo>
                <a:lnTo>
                  <a:pt x="176" y="1"/>
                </a:lnTo>
                <a:lnTo>
                  <a:pt x="181" y="1"/>
                </a:lnTo>
                <a:lnTo>
                  <a:pt x="186" y="2"/>
                </a:lnTo>
                <a:lnTo>
                  <a:pt x="191" y="3"/>
                </a:lnTo>
                <a:lnTo>
                  <a:pt x="196" y="3"/>
                </a:lnTo>
                <a:lnTo>
                  <a:pt x="201" y="4"/>
                </a:lnTo>
                <a:lnTo>
                  <a:pt x="206" y="5"/>
                </a:lnTo>
                <a:lnTo>
                  <a:pt x="211" y="7"/>
                </a:lnTo>
                <a:lnTo>
                  <a:pt x="215" y="8"/>
                </a:lnTo>
                <a:lnTo>
                  <a:pt x="220" y="9"/>
                </a:lnTo>
                <a:lnTo>
                  <a:pt x="225" y="11"/>
                </a:lnTo>
                <a:lnTo>
                  <a:pt x="229" y="13"/>
                </a:lnTo>
                <a:lnTo>
                  <a:pt x="234" y="14"/>
                </a:lnTo>
                <a:lnTo>
                  <a:pt x="238" y="16"/>
                </a:lnTo>
                <a:lnTo>
                  <a:pt x="243" y="18"/>
                </a:lnTo>
                <a:lnTo>
                  <a:pt x="247" y="20"/>
                </a:lnTo>
                <a:lnTo>
                  <a:pt x="251" y="23"/>
                </a:lnTo>
                <a:lnTo>
                  <a:pt x="255" y="25"/>
                </a:lnTo>
                <a:lnTo>
                  <a:pt x="259" y="27"/>
                </a:lnTo>
                <a:lnTo>
                  <a:pt x="263" y="30"/>
                </a:lnTo>
                <a:lnTo>
                  <a:pt x="267" y="33"/>
                </a:lnTo>
                <a:lnTo>
                  <a:pt x="271" y="35"/>
                </a:lnTo>
                <a:lnTo>
                  <a:pt x="275" y="38"/>
                </a:lnTo>
                <a:lnTo>
                  <a:pt x="278" y="41"/>
                </a:lnTo>
                <a:lnTo>
                  <a:pt x="281" y="44"/>
                </a:lnTo>
                <a:lnTo>
                  <a:pt x="285" y="47"/>
                </a:lnTo>
                <a:lnTo>
                  <a:pt x="288" y="50"/>
                </a:lnTo>
                <a:lnTo>
                  <a:pt x="291" y="54"/>
                </a:lnTo>
                <a:lnTo>
                  <a:pt x="294" y="57"/>
                </a:lnTo>
                <a:lnTo>
                  <a:pt x="298" y="60"/>
                </a:lnTo>
                <a:lnTo>
                  <a:pt x="300" y="64"/>
                </a:lnTo>
                <a:lnTo>
                  <a:pt x="303" y="67"/>
                </a:lnTo>
                <a:lnTo>
                  <a:pt x="305" y="71"/>
                </a:lnTo>
                <a:lnTo>
                  <a:pt x="307" y="74"/>
                </a:lnTo>
                <a:lnTo>
                  <a:pt x="309" y="78"/>
                </a:lnTo>
                <a:lnTo>
                  <a:pt x="311" y="82"/>
                </a:lnTo>
                <a:lnTo>
                  <a:pt x="313" y="87"/>
                </a:lnTo>
                <a:lnTo>
                  <a:pt x="315" y="90"/>
                </a:lnTo>
                <a:lnTo>
                  <a:pt x="316" y="94"/>
                </a:lnTo>
                <a:lnTo>
                  <a:pt x="318" y="98"/>
                </a:lnTo>
                <a:lnTo>
                  <a:pt x="319" y="102"/>
                </a:lnTo>
                <a:lnTo>
                  <a:pt x="320" y="106"/>
                </a:lnTo>
                <a:lnTo>
                  <a:pt x="321" y="110"/>
                </a:lnTo>
                <a:lnTo>
                  <a:pt x="321" y="114"/>
                </a:lnTo>
                <a:lnTo>
                  <a:pt x="322" y="118"/>
                </a:lnTo>
                <a:lnTo>
                  <a:pt x="322" y="122"/>
                </a:lnTo>
                <a:lnTo>
                  <a:pt x="323" y="126"/>
                </a:lnTo>
                <a:lnTo>
                  <a:pt x="323" y="130"/>
                </a:lnTo>
                <a:close/>
              </a:path>
            </a:pathLst>
          </a:custGeom>
          <a:solidFill>
            <a:srgbClr val="ff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7" name=""/>
          <p:cNvSpPr/>
          <p:nvPr/>
        </p:nvSpPr>
        <p:spPr>
          <a:xfrm>
            <a:off x="4919040" y="1780200"/>
            <a:ext cx="119520" cy="95760"/>
          </a:xfrm>
          <a:custGeom>
            <a:avLst/>
            <a:gdLst/>
            <a:ahLst/>
            <a:rect l="0" t="0" r="r" b="b"/>
            <a:pathLst>
              <a:path w="332" h="266">
                <a:moveTo>
                  <a:pt x="328" y="132"/>
                </a:moveTo>
                <a:lnTo>
                  <a:pt x="328" y="128"/>
                </a:lnTo>
                <a:lnTo>
                  <a:pt x="327" y="124"/>
                </a:lnTo>
                <a:lnTo>
                  <a:pt x="327" y="120"/>
                </a:lnTo>
                <a:lnTo>
                  <a:pt x="326" y="116"/>
                </a:lnTo>
                <a:lnTo>
                  <a:pt x="326" y="112"/>
                </a:lnTo>
                <a:lnTo>
                  <a:pt x="325" y="108"/>
                </a:lnTo>
                <a:lnTo>
                  <a:pt x="324" y="104"/>
                </a:lnTo>
                <a:lnTo>
                  <a:pt x="323" y="100"/>
                </a:lnTo>
                <a:lnTo>
                  <a:pt x="321" y="96"/>
                </a:lnTo>
                <a:lnTo>
                  <a:pt x="320" y="92"/>
                </a:lnTo>
                <a:lnTo>
                  <a:pt x="318" y="89"/>
                </a:lnTo>
                <a:lnTo>
                  <a:pt x="316" y="85"/>
                </a:lnTo>
                <a:lnTo>
                  <a:pt x="314" y="81"/>
                </a:lnTo>
                <a:lnTo>
                  <a:pt x="312" y="77"/>
                </a:lnTo>
                <a:lnTo>
                  <a:pt x="310" y="74"/>
                </a:lnTo>
                <a:lnTo>
                  <a:pt x="308" y="70"/>
                </a:lnTo>
                <a:lnTo>
                  <a:pt x="305" y="67"/>
                </a:lnTo>
                <a:lnTo>
                  <a:pt x="303" y="63"/>
                </a:lnTo>
                <a:lnTo>
                  <a:pt x="300" y="60"/>
                </a:lnTo>
                <a:lnTo>
                  <a:pt x="297" y="57"/>
                </a:lnTo>
                <a:lnTo>
                  <a:pt x="294" y="53"/>
                </a:lnTo>
                <a:lnTo>
                  <a:pt x="291" y="50"/>
                </a:lnTo>
                <a:lnTo>
                  <a:pt x="287" y="47"/>
                </a:lnTo>
                <a:lnTo>
                  <a:pt x="284" y="44"/>
                </a:lnTo>
                <a:lnTo>
                  <a:pt x="281" y="41"/>
                </a:lnTo>
                <a:lnTo>
                  <a:pt x="277" y="38"/>
                </a:lnTo>
                <a:lnTo>
                  <a:pt x="273" y="36"/>
                </a:lnTo>
                <a:lnTo>
                  <a:pt x="269" y="33"/>
                </a:lnTo>
                <a:lnTo>
                  <a:pt x="265" y="30"/>
                </a:lnTo>
                <a:lnTo>
                  <a:pt x="261" y="28"/>
                </a:lnTo>
                <a:lnTo>
                  <a:pt x="257" y="26"/>
                </a:lnTo>
                <a:lnTo>
                  <a:pt x="253" y="23"/>
                </a:lnTo>
                <a:lnTo>
                  <a:pt x="249" y="21"/>
                </a:lnTo>
                <a:lnTo>
                  <a:pt x="244" y="19"/>
                </a:lnTo>
                <a:lnTo>
                  <a:pt x="240" y="17"/>
                </a:lnTo>
                <a:lnTo>
                  <a:pt x="235" y="16"/>
                </a:lnTo>
                <a:lnTo>
                  <a:pt x="231" y="14"/>
                </a:lnTo>
                <a:lnTo>
                  <a:pt x="226" y="12"/>
                </a:lnTo>
                <a:lnTo>
                  <a:pt x="221" y="11"/>
                </a:lnTo>
                <a:lnTo>
                  <a:pt x="217" y="10"/>
                </a:lnTo>
                <a:lnTo>
                  <a:pt x="212" y="8"/>
                </a:lnTo>
                <a:lnTo>
                  <a:pt x="207" y="7"/>
                </a:lnTo>
                <a:lnTo>
                  <a:pt x="202" y="6"/>
                </a:lnTo>
                <a:lnTo>
                  <a:pt x="197" y="6"/>
                </a:lnTo>
                <a:lnTo>
                  <a:pt x="192" y="5"/>
                </a:lnTo>
                <a:lnTo>
                  <a:pt x="187" y="4"/>
                </a:lnTo>
                <a:lnTo>
                  <a:pt x="182" y="4"/>
                </a:lnTo>
                <a:lnTo>
                  <a:pt x="177" y="4"/>
                </a:lnTo>
                <a:lnTo>
                  <a:pt x="172" y="3"/>
                </a:lnTo>
                <a:lnTo>
                  <a:pt x="167" y="3"/>
                </a:lnTo>
                <a:lnTo>
                  <a:pt x="162" y="3"/>
                </a:lnTo>
                <a:lnTo>
                  <a:pt x="157" y="4"/>
                </a:lnTo>
                <a:lnTo>
                  <a:pt x="152" y="4"/>
                </a:lnTo>
                <a:lnTo>
                  <a:pt x="147" y="4"/>
                </a:lnTo>
                <a:lnTo>
                  <a:pt x="142" y="5"/>
                </a:lnTo>
                <a:lnTo>
                  <a:pt x="137" y="6"/>
                </a:lnTo>
                <a:lnTo>
                  <a:pt x="132" y="6"/>
                </a:lnTo>
                <a:lnTo>
                  <a:pt x="127" y="7"/>
                </a:lnTo>
                <a:lnTo>
                  <a:pt x="122" y="8"/>
                </a:lnTo>
                <a:lnTo>
                  <a:pt x="117" y="10"/>
                </a:lnTo>
                <a:lnTo>
                  <a:pt x="112" y="11"/>
                </a:lnTo>
                <a:lnTo>
                  <a:pt x="108" y="12"/>
                </a:lnTo>
                <a:lnTo>
                  <a:pt x="103" y="14"/>
                </a:lnTo>
                <a:lnTo>
                  <a:pt x="98" y="16"/>
                </a:lnTo>
                <a:lnTo>
                  <a:pt x="94" y="17"/>
                </a:lnTo>
                <a:lnTo>
                  <a:pt x="89" y="19"/>
                </a:lnTo>
                <a:lnTo>
                  <a:pt x="85" y="21"/>
                </a:lnTo>
                <a:lnTo>
                  <a:pt x="81" y="23"/>
                </a:lnTo>
                <a:lnTo>
                  <a:pt x="76" y="26"/>
                </a:lnTo>
                <a:lnTo>
                  <a:pt x="72" y="28"/>
                </a:lnTo>
                <a:lnTo>
                  <a:pt x="68" y="30"/>
                </a:lnTo>
                <a:lnTo>
                  <a:pt x="64" y="33"/>
                </a:lnTo>
                <a:lnTo>
                  <a:pt x="60" y="36"/>
                </a:lnTo>
                <a:lnTo>
                  <a:pt x="57" y="38"/>
                </a:lnTo>
                <a:lnTo>
                  <a:pt x="53" y="41"/>
                </a:lnTo>
                <a:lnTo>
                  <a:pt x="50" y="44"/>
                </a:lnTo>
                <a:lnTo>
                  <a:pt x="46" y="47"/>
                </a:lnTo>
                <a:lnTo>
                  <a:pt x="43" y="50"/>
                </a:lnTo>
                <a:lnTo>
                  <a:pt x="40" y="53"/>
                </a:lnTo>
                <a:lnTo>
                  <a:pt x="37" y="57"/>
                </a:lnTo>
                <a:lnTo>
                  <a:pt x="34" y="60"/>
                </a:lnTo>
                <a:lnTo>
                  <a:pt x="30" y="63"/>
                </a:lnTo>
                <a:lnTo>
                  <a:pt x="27" y="67"/>
                </a:lnTo>
                <a:lnTo>
                  <a:pt x="25" y="70"/>
                </a:lnTo>
                <a:lnTo>
                  <a:pt x="22" y="74"/>
                </a:lnTo>
                <a:lnTo>
                  <a:pt x="20" y="77"/>
                </a:lnTo>
                <a:lnTo>
                  <a:pt x="18" y="81"/>
                </a:lnTo>
                <a:lnTo>
                  <a:pt x="16" y="85"/>
                </a:lnTo>
                <a:lnTo>
                  <a:pt x="14" y="89"/>
                </a:lnTo>
                <a:lnTo>
                  <a:pt x="13" y="92"/>
                </a:lnTo>
                <a:lnTo>
                  <a:pt x="11" y="96"/>
                </a:lnTo>
                <a:lnTo>
                  <a:pt x="10" y="100"/>
                </a:lnTo>
                <a:lnTo>
                  <a:pt x="9" y="104"/>
                </a:lnTo>
                <a:lnTo>
                  <a:pt x="8" y="108"/>
                </a:lnTo>
                <a:lnTo>
                  <a:pt x="7" y="112"/>
                </a:lnTo>
                <a:lnTo>
                  <a:pt x="6" y="116"/>
                </a:lnTo>
                <a:lnTo>
                  <a:pt x="6" y="120"/>
                </a:lnTo>
                <a:lnTo>
                  <a:pt x="5" y="124"/>
                </a:lnTo>
                <a:lnTo>
                  <a:pt x="5" y="128"/>
                </a:lnTo>
                <a:lnTo>
                  <a:pt x="5" y="132"/>
                </a:lnTo>
                <a:lnTo>
                  <a:pt x="5" y="136"/>
                </a:lnTo>
                <a:lnTo>
                  <a:pt x="5" y="140"/>
                </a:lnTo>
                <a:lnTo>
                  <a:pt x="6" y="145"/>
                </a:lnTo>
                <a:lnTo>
                  <a:pt x="6" y="149"/>
                </a:lnTo>
                <a:lnTo>
                  <a:pt x="7" y="153"/>
                </a:lnTo>
                <a:lnTo>
                  <a:pt x="8" y="157"/>
                </a:lnTo>
                <a:lnTo>
                  <a:pt x="9" y="161"/>
                </a:lnTo>
                <a:lnTo>
                  <a:pt x="10" y="164"/>
                </a:lnTo>
                <a:lnTo>
                  <a:pt x="11" y="168"/>
                </a:lnTo>
                <a:lnTo>
                  <a:pt x="13" y="172"/>
                </a:lnTo>
                <a:lnTo>
                  <a:pt x="14" y="176"/>
                </a:lnTo>
                <a:lnTo>
                  <a:pt x="16" y="180"/>
                </a:lnTo>
                <a:lnTo>
                  <a:pt x="18" y="184"/>
                </a:lnTo>
                <a:lnTo>
                  <a:pt x="20" y="187"/>
                </a:lnTo>
                <a:lnTo>
                  <a:pt x="22" y="191"/>
                </a:lnTo>
                <a:lnTo>
                  <a:pt x="25" y="195"/>
                </a:lnTo>
                <a:lnTo>
                  <a:pt x="27" y="198"/>
                </a:lnTo>
                <a:lnTo>
                  <a:pt x="30" y="202"/>
                </a:lnTo>
                <a:lnTo>
                  <a:pt x="34" y="205"/>
                </a:lnTo>
                <a:lnTo>
                  <a:pt x="37" y="208"/>
                </a:lnTo>
                <a:lnTo>
                  <a:pt x="40" y="211"/>
                </a:lnTo>
                <a:lnTo>
                  <a:pt x="43" y="215"/>
                </a:lnTo>
                <a:lnTo>
                  <a:pt x="46" y="218"/>
                </a:lnTo>
                <a:lnTo>
                  <a:pt x="50" y="221"/>
                </a:lnTo>
                <a:lnTo>
                  <a:pt x="53" y="225"/>
                </a:lnTo>
                <a:lnTo>
                  <a:pt x="57" y="227"/>
                </a:lnTo>
                <a:lnTo>
                  <a:pt x="60" y="230"/>
                </a:lnTo>
                <a:lnTo>
                  <a:pt x="64" y="233"/>
                </a:lnTo>
                <a:lnTo>
                  <a:pt x="68" y="235"/>
                </a:lnTo>
                <a:lnTo>
                  <a:pt x="72" y="238"/>
                </a:lnTo>
                <a:lnTo>
                  <a:pt x="76" y="240"/>
                </a:lnTo>
                <a:lnTo>
                  <a:pt x="81" y="242"/>
                </a:lnTo>
                <a:lnTo>
                  <a:pt x="85" y="244"/>
                </a:lnTo>
                <a:lnTo>
                  <a:pt x="89" y="246"/>
                </a:lnTo>
                <a:lnTo>
                  <a:pt x="94" y="248"/>
                </a:lnTo>
                <a:lnTo>
                  <a:pt x="98" y="250"/>
                </a:lnTo>
                <a:lnTo>
                  <a:pt x="103" y="252"/>
                </a:lnTo>
                <a:lnTo>
                  <a:pt x="108" y="253"/>
                </a:lnTo>
                <a:lnTo>
                  <a:pt x="112" y="255"/>
                </a:lnTo>
                <a:lnTo>
                  <a:pt x="117" y="256"/>
                </a:lnTo>
                <a:lnTo>
                  <a:pt x="122" y="257"/>
                </a:lnTo>
                <a:lnTo>
                  <a:pt x="127" y="258"/>
                </a:lnTo>
                <a:lnTo>
                  <a:pt x="132" y="259"/>
                </a:lnTo>
                <a:lnTo>
                  <a:pt x="137" y="260"/>
                </a:lnTo>
                <a:lnTo>
                  <a:pt x="142" y="261"/>
                </a:lnTo>
                <a:lnTo>
                  <a:pt x="147" y="261"/>
                </a:lnTo>
                <a:lnTo>
                  <a:pt x="152" y="262"/>
                </a:lnTo>
                <a:lnTo>
                  <a:pt x="157" y="262"/>
                </a:lnTo>
                <a:lnTo>
                  <a:pt x="162" y="262"/>
                </a:lnTo>
                <a:lnTo>
                  <a:pt x="167" y="262"/>
                </a:lnTo>
                <a:lnTo>
                  <a:pt x="172" y="262"/>
                </a:lnTo>
                <a:lnTo>
                  <a:pt x="177" y="262"/>
                </a:lnTo>
                <a:lnTo>
                  <a:pt x="182" y="262"/>
                </a:lnTo>
                <a:lnTo>
                  <a:pt x="187" y="261"/>
                </a:lnTo>
                <a:lnTo>
                  <a:pt x="192" y="261"/>
                </a:lnTo>
                <a:lnTo>
                  <a:pt x="197" y="260"/>
                </a:lnTo>
                <a:lnTo>
                  <a:pt x="202" y="259"/>
                </a:lnTo>
                <a:lnTo>
                  <a:pt x="207" y="258"/>
                </a:lnTo>
                <a:lnTo>
                  <a:pt x="212" y="257"/>
                </a:lnTo>
                <a:lnTo>
                  <a:pt x="217" y="256"/>
                </a:lnTo>
                <a:lnTo>
                  <a:pt x="221" y="255"/>
                </a:lnTo>
                <a:lnTo>
                  <a:pt x="226" y="253"/>
                </a:lnTo>
                <a:lnTo>
                  <a:pt x="231" y="252"/>
                </a:lnTo>
                <a:lnTo>
                  <a:pt x="235" y="250"/>
                </a:lnTo>
                <a:lnTo>
                  <a:pt x="240" y="248"/>
                </a:lnTo>
                <a:lnTo>
                  <a:pt x="244" y="246"/>
                </a:lnTo>
                <a:lnTo>
                  <a:pt x="249" y="244"/>
                </a:lnTo>
                <a:lnTo>
                  <a:pt x="253" y="242"/>
                </a:lnTo>
                <a:lnTo>
                  <a:pt x="257" y="240"/>
                </a:lnTo>
                <a:lnTo>
                  <a:pt x="261" y="238"/>
                </a:lnTo>
                <a:lnTo>
                  <a:pt x="265" y="235"/>
                </a:lnTo>
                <a:lnTo>
                  <a:pt x="269" y="233"/>
                </a:lnTo>
                <a:lnTo>
                  <a:pt x="273" y="230"/>
                </a:lnTo>
                <a:lnTo>
                  <a:pt x="277" y="227"/>
                </a:lnTo>
                <a:lnTo>
                  <a:pt x="281" y="225"/>
                </a:lnTo>
                <a:lnTo>
                  <a:pt x="284" y="221"/>
                </a:lnTo>
                <a:lnTo>
                  <a:pt x="287" y="218"/>
                </a:lnTo>
                <a:lnTo>
                  <a:pt x="291" y="215"/>
                </a:lnTo>
                <a:lnTo>
                  <a:pt x="294" y="211"/>
                </a:lnTo>
                <a:lnTo>
                  <a:pt x="297" y="208"/>
                </a:lnTo>
                <a:lnTo>
                  <a:pt x="300" y="205"/>
                </a:lnTo>
                <a:lnTo>
                  <a:pt x="303" y="202"/>
                </a:lnTo>
                <a:lnTo>
                  <a:pt x="305" y="198"/>
                </a:lnTo>
                <a:lnTo>
                  <a:pt x="308" y="195"/>
                </a:lnTo>
                <a:lnTo>
                  <a:pt x="310" y="191"/>
                </a:lnTo>
                <a:lnTo>
                  <a:pt x="312" y="187"/>
                </a:lnTo>
                <a:lnTo>
                  <a:pt x="314" y="184"/>
                </a:lnTo>
                <a:lnTo>
                  <a:pt x="316" y="180"/>
                </a:lnTo>
                <a:lnTo>
                  <a:pt x="318" y="176"/>
                </a:lnTo>
                <a:lnTo>
                  <a:pt x="320" y="172"/>
                </a:lnTo>
                <a:lnTo>
                  <a:pt x="321" y="168"/>
                </a:lnTo>
                <a:lnTo>
                  <a:pt x="323" y="164"/>
                </a:lnTo>
                <a:lnTo>
                  <a:pt x="324" y="161"/>
                </a:lnTo>
                <a:lnTo>
                  <a:pt x="325" y="157"/>
                </a:lnTo>
                <a:lnTo>
                  <a:pt x="326" y="153"/>
                </a:lnTo>
                <a:lnTo>
                  <a:pt x="326" y="149"/>
                </a:lnTo>
                <a:lnTo>
                  <a:pt x="327" y="145"/>
                </a:lnTo>
                <a:lnTo>
                  <a:pt x="327" y="140"/>
                </a:lnTo>
                <a:lnTo>
                  <a:pt x="328" y="136"/>
                </a:lnTo>
                <a:lnTo>
                  <a:pt x="328" y="132"/>
                </a:lnTo>
                <a:moveTo>
                  <a:pt x="332" y="132"/>
                </a:moveTo>
                <a:lnTo>
                  <a:pt x="332" y="137"/>
                </a:lnTo>
                <a:lnTo>
                  <a:pt x="332" y="141"/>
                </a:lnTo>
                <a:lnTo>
                  <a:pt x="332" y="145"/>
                </a:lnTo>
                <a:lnTo>
                  <a:pt x="331" y="149"/>
                </a:lnTo>
                <a:lnTo>
                  <a:pt x="330" y="153"/>
                </a:lnTo>
                <a:lnTo>
                  <a:pt x="329" y="157"/>
                </a:lnTo>
                <a:lnTo>
                  <a:pt x="328" y="161"/>
                </a:lnTo>
                <a:lnTo>
                  <a:pt x="327" y="165"/>
                </a:lnTo>
                <a:lnTo>
                  <a:pt x="326" y="169"/>
                </a:lnTo>
                <a:lnTo>
                  <a:pt x="324" y="173"/>
                </a:lnTo>
                <a:lnTo>
                  <a:pt x="323" y="177"/>
                </a:lnTo>
                <a:lnTo>
                  <a:pt x="321" y="181"/>
                </a:lnTo>
                <a:lnTo>
                  <a:pt x="319" y="185"/>
                </a:lnTo>
                <a:lnTo>
                  <a:pt x="317" y="189"/>
                </a:lnTo>
                <a:lnTo>
                  <a:pt x="314" y="193"/>
                </a:lnTo>
                <a:lnTo>
                  <a:pt x="312" y="196"/>
                </a:lnTo>
                <a:lnTo>
                  <a:pt x="309" y="200"/>
                </a:lnTo>
                <a:lnTo>
                  <a:pt x="307" y="204"/>
                </a:lnTo>
                <a:lnTo>
                  <a:pt x="304" y="207"/>
                </a:lnTo>
                <a:lnTo>
                  <a:pt x="301" y="210"/>
                </a:lnTo>
                <a:lnTo>
                  <a:pt x="298" y="214"/>
                </a:lnTo>
                <a:lnTo>
                  <a:pt x="294" y="217"/>
                </a:lnTo>
                <a:lnTo>
                  <a:pt x="291" y="220"/>
                </a:lnTo>
                <a:lnTo>
                  <a:pt x="287" y="224"/>
                </a:lnTo>
                <a:lnTo>
                  <a:pt x="284" y="227"/>
                </a:lnTo>
                <a:lnTo>
                  <a:pt x="280" y="230"/>
                </a:lnTo>
                <a:lnTo>
                  <a:pt x="276" y="233"/>
                </a:lnTo>
                <a:lnTo>
                  <a:pt x="272" y="236"/>
                </a:lnTo>
                <a:lnTo>
                  <a:pt x="268" y="238"/>
                </a:lnTo>
                <a:lnTo>
                  <a:pt x="264" y="241"/>
                </a:lnTo>
                <a:lnTo>
                  <a:pt x="260" y="243"/>
                </a:lnTo>
                <a:lnTo>
                  <a:pt x="255" y="245"/>
                </a:lnTo>
                <a:lnTo>
                  <a:pt x="251" y="248"/>
                </a:lnTo>
                <a:lnTo>
                  <a:pt x="247" y="250"/>
                </a:lnTo>
                <a:lnTo>
                  <a:pt x="242" y="252"/>
                </a:lnTo>
                <a:lnTo>
                  <a:pt x="237" y="254"/>
                </a:lnTo>
                <a:lnTo>
                  <a:pt x="233" y="255"/>
                </a:lnTo>
                <a:lnTo>
                  <a:pt x="228" y="257"/>
                </a:lnTo>
                <a:lnTo>
                  <a:pt x="223" y="258"/>
                </a:lnTo>
                <a:lnTo>
                  <a:pt x="218" y="260"/>
                </a:lnTo>
                <a:lnTo>
                  <a:pt x="213" y="261"/>
                </a:lnTo>
                <a:lnTo>
                  <a:pt x="208" y="262"/>
                </a:lnTo>
                <a:lnTo>
                  <a:pt x="203" y="263"/>
                </a:lnTo>
                <a:lnTo>
                  <a:pt x="198" y="264"/>
                </a:lnTo>
                <a:lnTo>
                  <a:pt x="193" y="265"/>
                </a:lnTo>
                <a:lnTo>
                  <a:pt x="188" y="265"/>
                </a:lnTo>
                <a:lnTo>
                  <a:pt x="182" y="266"/>
                </a:lnTo>
                <a:lnTo>
                  <a:pt x="177" y="266"/>
                </a:lnTo>
                <a:lnTo>
                  <a:pt x="172" y="266"/>
                </a:lnTo>
                <a:lnTo>
                  <a:pt x="167" y="266"/>
                </a:lnTo>
                <a:lnTo>
                  <a:pt x="162" y="266"/>
                </a:lnTo>
                <a:lnTo>
                  <a:pt x="156" y="266"/>
                </a:lnTo>
                <a:lnTo>
                  <a:pt x="151" y="266"/>
                </a:lnTo>
                <a:lnTo>
                  <a:pt x="146" y="265"/>
                </a:lnTo>
                <a:lnTo>
                  <a:pt x="141" y="265"/>
                </a:lnTo>
                <a:lnTo>
                  <a:pt x="136" y="264"/>
                </a:lnTo>
                <a:lnTo>
                  <a:pt x="131" y="263"/>
                </a:lnTo>
                <a:lnTo>
                  <a:pt x="126" y="262"/>
                </a:lnTo>
                <a:lnTo>
                  <a:pt x="121" y="261"/>
                </a:lnTo>
                <a:lnTo>
                  <a:pt x="116" y="260"/>
                </a:lnTo>
                <a:lnTo>
                  <a:pt x="111" y="258"/>
                </a:lnTo>
                <a:lnTo>
                  <a:pt x="106" y="257"/>
                </a:lnTo>
                <a:lnTo>
                  <a:pt x="101" y="255"/>
                </a:lnTo>
                <a:lnTo>
                  <a:pt x="96" y="254"/>
                </a:lnTo>
                <a:lnTo>
                  <a:pt x="92" y="252"/>
                </a:lnTo>
                <a:lnTo>
                  <a:pt x="87" y="250"/>
                </a:lnTo>
                <a:lnTo>
                  <a:pt x="83" y="248"/>
                </a:lnTo>
                <a:lnTo>
                  <a:pt x="78" y="245"/>
                </a:lnTo>
                <a:lnTo>
                  <a:pt x="74" y="243"/>
                </a:lnTo>
                <a:lnTo>
                  <a:pt x="70" y="241"/>
                </a:lnTo>
                <a:lnTo>
                  <a:pt x="65" y="238"/>
                </a:lnTo>
                <a:lnTo>
                  <a:pt x="61" y="236"/>
                </a:lnTo>
                <a:lnTo>
                  <a:pt x="57" y="233"/>
                </a:lnTo>
                <a:lnTo>
                  <a:pt x="54" y="230"/>
                </a:lnTo>
                <a:lnTo>
                  <a:pt x="50" y="227"/>
                </a:lnTo>
                <a:lnTo>
                  <a:pt x="46" y="224"/>
                </a:lnTo>
                <a:lnTo>
                  <a:pt x="43" y="220"/>
                </a:lnTo>
                <a:lnTo>
                  <a:pt x="39" y="217"/>
                </a:lnTo>
                <a:lnTo>
                  <a:pt x="36" y="214"/>
                </a:lnTo>
                <a:lnTo>
                  <a:pt x="33" y="210"/>
                </a:lnTo>
                <a:lnTo>
                  <a:pt x="29" y="207"/>
                </a:lnTo>
                <a:lnTo>
                  <a:pt x="26" y="204"/>
                </a:lnTo>
                <a:lnTo>
                  <a:pt x="23" y="200"/>
                </a:lnTo>
                <a:lnTo>
                  <a:pt x="21" y="196"/>
                </a:lnTo>
                <a:lnTo>
                  <a:pt x="18" y="193"/>
                </a:lnTo>
                <a:lnTo>
                  <a:pt x="16" y="189"/>
                </a:lnTo>
                <a:lnTo>
                  <a:pt x="14" y="185"/>
                </a:lnTo>
                <a:lnTo>
                  <a:pt x="12" y="181"/>
                </a:lnTo>
                <a:lnTo>
                  <a:pt x="10" y="177"/>
                </a:lnTo>
                <a:lnTo>
                  <a:pt x="8" y="173"/>
                </a:lnTo>
                <a:lnTo>
                  <a:pt x="7" y="169"/>
                </a:lnTo>
                <a:lnTo>
                  <a:pt x="6" y="165"/>
                </a:lnTo>
                <a:lnTo>
                  <a:pt x="4" y="161"/>
                </a:lnTo>
                <a:lnTo>
                  <a:pt x="3" y="157"/>
                </a:lnTo>
                <a:lnTo>
                  <a:pt x="2" y="153"/>
                </a:lnTo>
                <a:lnTo>
                  <a:pt x="2" y="149"/>
                </a:lnTo>
                <a:lnTo>
                  <a:pt x="1" y="145"/>
                </a:lnTo>
                <a:lnTo>
                  <a:pt x="1" y="141"/>
                </a:lnTo>
                <a:lnTo>
                  <a:pt x="0" y="137"/>
                </a:lnTo>
                <a:lnTo>
                  <a:pt x="0" y="132"/>
                </a:lnTo>
                <a:lnTo>
                  <a:pt x="0" y="128"/>
                </a:lnTo>
                <a:lnTo>
                  <a:pt x="1" y="124"/>
                </a:lnTo>
                <a:lnTo>
                  <a:pt x="1" y="120"/>
                </a:lnTo>
                <a:lnTo>
                  <a:pt x="2" y="116"/>
                </a:lnTo>
                <a:lnTo>
                  <a:pt x="2" y="112"/>
                </a:lnTo>
                <a:lnTo>
                  <a:pt x="3" y="108"/>
                </a:lnTo>
                <a:lnTo>
                  <a:pt x="4" y="103"/>
                </a:lnTo>
                <a:lnTo>
                  <a:pt x="6" y="99"/>
                </a:lnTo>
                <a:lnTo>
                  <a:pt x="7" y="95"/>
                </a:lnTo>
                <a:lnTo>
                  <a:pt x="8" y="91"/>
                </a:lnTo>
                <a:lnTo>
                  <a:pt x="10" y="87"/>
                </a:lnTo>
                <a:lnTo>
                  <a:pt x="12" y="84"/>
                </a:lnTo>
                <a:lnTo>
                  <a:pt x="14" y="80"/>
                </a:lnTo>
                <a:lnTo>
                  <a:pt x="16" y="76"/>
                </a:lnTo>
                <a:lnTo>
                  <a:pt x="18" y="72"/>
                </a:lnTo>
                <a:lnTo>
                  <a:pt x="21" y="68"/>
                </a:lnTo>
                <a:lnTo>
                  <a:pt x="23" y="65"/>
                </a:lnTo>
                <a:lnTo>
                  <a:pt x="26" y="61"/>
                </a:lnTo>
                <a:lnTo>
                  <a:pt x="29" y="58"/>
                </a:lnTo>
                <a:lnTo>
                  <a:pt x="33" y="54"/>
                </a:lnTo>
                <a:lnTo>
                  <a:pt x="36" y="51"/>
                </a:lnTo>
                <a:lnTo>
                  <a:pt x="39" y="48"/>
                </a:lnTo>
                <a:lnTo>
                  <a:pt x="43" y="45"/>
                </a:lnTo>
                <a:lnTo>
                  <a:pt x="46" y="42"/>
                </a:lnTo>
                <a:lnTo>
                  <a:pt x="50" y="39"/>
                </a:lnTo>
                <a:lnTo>
                  <a:pt x="54" y="36"/>
                </a:lnTo>
                <a:lnTo>
                  <a:pt x="57" y="33"/>
                </a:lnTo>
                <a:lnTo>
                  <a:pt x="61" y="30"/>
                </a:lnTo>
                <a:lnTo>
                  <a:pt x="65" y="27"/>
                </a:lnTo>
                <a:lnTo>
                  <a:pt x="70" y="25"/>
                </a:lnTo>
                <a:lnTo>
                  <a:pt x="74" y="23"/>
                </a:lnTo>
                <a:lnTo>
                  <a:pt x="78" y="20"/>
                </a:lnTo>
                <a:lnTo>
                  <a:pt x="83" y="18"/>
                </a:lnTo>
                <a:lnTo>
                  <a:pt x="87" y="16"/>
                </a:lnTo>
                <a:lnTo>
                  <a:pt x="92" y="14"/>
                </a:lnTo>
                <a:lnTo>
                  <a:pt x="96" y="12"/>
                </a:lnTo>
                <a:lnTo>
                  <a:pt x="101" y="11"/>
                </a:lnTo>
                <a:lnTo>
                  <a:pt x="106" y="9"/>
                </a:lnTo>
                <a:lnTo>
                  <a:pt x="111" y="7"/>
                </a:lnTo>
                <a:lnTo>
                  <a:pt x="116" y="6"/>
                </a:lnTo>
                <a:lnTo>
                  <a:pt x="121" y="5"/>
                </a:lnTo>
                <a:lnTo>
                  <a:pt x="126" y="4"/>
                </a:lnTo>
                <a:lnTo>
                  <a:pt x="131" y="3"/>
                </a:lnTo>
                <a:lnTo>
                  <a:pt x="136" y="2"/>
                </a:lnTo>
                <a:lnTo>
                  <a:pt x="141" y="1"/>
                </a:lnTo>
                <a:lnTo>
                  <a:pt x="146" y="1"/>
                </a:lnTo>
                <a:lnTo>
                  <a:pt x="151" y="0"/>
                </a:lnTo>
                <a:lnTo>
                  <a:pt x="156" y="0"/>
                </a:lnTo>
                <a:lnTo>
                  <a:pt x="162" y="0"/>
                </a:lnTo>
                <a:lnTo>
                  <a:pt x="167" y="0"/>
                </a:lnTo>
                <a:lnTo>
                  <a:pt x="172" y="0"/>
                </a:lnTo>
                <a:lnTo>
                  <a:pt x="177" y="0"/>
                </a:lnTo>
                <a:lnTo>
                  <a:pt x="182" y="0"/>
                </a:lnTo>
                <a:lnTo>
                  <a:pt x="188" y="1"/>
                </a:lnTo>
                <a:lnTo>
                  <a:pt x="193" y="1"/>
                </a:lnTo>
                <a:lnTo>
                  <a:pt x="198" y="2"/>
                </a:lnTo>
                <a:lnTo>
                  <a:pt x="203" y="3"/>
                </a:lnTo>
                <a:lnTo>
                  <a:pt x="208" y="4"/>
                </a:lnTo>
                <a:lnTo>
                  <a:pt x="213" y="5"/>
                </a:lnTo>
                <a:lnTo>
                  <a:pt x="218" y="6"/>
                </a:lnTo>
                <a:lnTo>
                  <a:pt x="223" y="7"/>
                </a:lnTo>
                <a:lnTo>
                  <a:pt x="228" y="9"/>
                </a:lnTo>
                <a:lnTo>
                  <a:pt x="233" y="11"/>
                </a:lnTo>
                <a:lnTo>
                  <a:pt x="237" y="12"/>
                </a:lnTo>
                <a:lnTo>
                  <a:pt x="242" y="14"/>
                </a:lnTo>
                <a:lnTo>
                  <a:pt x="247" y="16"/>
                </a:lnTo>
                <a:lnTo>
                  <a:pt x="251" y="18"/>
                </a:lnTo>
                <a:lnTo>
                  <a:pt x="255" y="20"/>
                </a:lnTo>
                <a:lnTo>
                  <a:pt x="260" y="23"/>
                </a:lnTo>
                <a:lnTo>
                  <a:pt x="264" y="25"/>
                </a:lnTo>
                <a:lnTo>
                  <a:pt x="268" y="27"/>
                </a:lnTo>
                <a:lnTo>
                  <a:pt x="272" y="30"/>
                </a:lnTo>
                <a:lnTo>
                  <a:pt x="276" y="33"/>
                </a:lnTo>
                <a:lnTo>
                  <a:pt x="280" y="36"/>
                </a:lnTo>
                <a:lnTo>
                  <a:pt x="284" y="39"/>
                </a:lnTo>
                <a:lnTo>
                  <a:pt x="287" y="42"/>
                </a:lnTo>
                <a:lnTo>
                  <a:pt x="291" y="45"/>
                </a:lnTo>
                <a:lnTo>
                  <a:pt x="294" y="48"/>
                </a:lnTo>
                <a:lnTo>
                  <a:pt x="298" y="51"/>
                </a:lnTo>
                <a:lnTo>
                  <a:pt x="301" y="54"/>
                </a:lnTo>
                <a:lnTo>
                  <a:pt x="304" y="58"/>
                </a:lnTo>
                <a:lnTo>
                  <a:pt x="307" y="61"/>
                </a:lnTo>
                <a:lnTo>
                  <a:pt x="309" y="65"/>
                </a:lnTo>
                <a:lnTo>
                  <a:pt x="312" y="68"/>
                </a:lnTo>
                <a:lnTo>
                  <a:pt x="314" y="72"/>
                </a:lnTo>
                <a:lnTo>
                  <a:pt x="317" y="76"/>
                </a:lnTo>
                <a:lnTo>
                  <a:pt x="319" y="80"/>
                </a:lnTo>
                <a:lnTo>
                  <a:pt x="321" y="84"/>
                </a:lnTo>
                <a:lnTo>
                  <a:pt x="323" y="87"/>
                </a:lnTo>
                <a:lnTo>
                  <a:pt x="324" y="91"/>
                </a:lnTo>
                <a:lnTo>
                  <a:pt x="326" y="95"/>
                </a:lnTo>
                <a:lnTo>
                  <a:pt x="327" y="99"/>
                </a:lnTo>
                <a:lnTo>
                  <a:pt x="328" y="103"/>
                </a:lnTo>
                <a:lnTo>
                  <a:pt x="329" y="108"/>
                </a:lnTo>
                <a:lnTo>
                  <a:pt x="330" y="112"/>
                </a:lnTo>
                <a:lnTo>
                  <a:pt x="331" y="116"/>
                </a:lnTo>
                <a:lnTo>
                  <a:pt x="332" y="120"/>
                </a:lnTo>
                <a:lnTo>
                  <a:pt x="332" y="124"/>
                </a:lnTo>
                <a:lnTo>
                  <a:pt x="332" y="128"/>
                </a:lnTo>
                <a:lnTo>
                  <a:pt x="332" y="132"/>
                </a:lnTo>
                <a:close/>
              </a:path>
            </a:pathLst>
          </a:custGeom>
          <a:solidFill>
            <a:srgbClr val="ff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8" name=""/>
          <p:cNvSpPr/>
          <p:nvPr/>
        </p:nvSpPr>
        <p:spPr>
          <a:xfrm>
            <a:off x="4918320" y="1779480"/>
            <a:ext cx="121320" cy="97200"/>
          </a:xfrm>
          <a:custGeom>
            <a:avLst/>
            <a:gdLst/>
            <a:ahLst/>
            <a:rect l="0" t="0" r="r" b="b"/>
            <a:pathLst>
              <a:path w="337" h="270">
                <a:moveTo>
                  <a:pt x="334" y="135"/>
                </a:moveTo>
                <a:lnTo>
                  <a:pt x="334" y="131"/>
                </a:lnTo>
                <a:lnTo>
                  <a:pt x="334" y="127"/>
                </a:lnTo>
                <a:lnTo>
                  <a:pt x="334" y="123"/>
                </a:lnTo>
                <a:lnTo>
                  <a:pt x="333" y="119"/>
                </a:lnTo>
                <a:lnTo>
                  <a:pt x="332" y="115"/>
                </a:lnTo>
                <a:lnTo>
                  <a:pt x="331" y="111"/>
                </a:lnTo>
                <a:lnTo>
                  <a:pt x="330" y="106"/>
                </a:lnTo>
                <a:lnTo>
                  <a:pt x="329" y="102"/>
                </a:lnTo>
                <a:lnTo>
                  <a:pt x="328" y="98"/>
                </a:lnTo>
                <a:lnTo>
                  <a:pt x="326" y="94"/>
                </a:lnTo>
                <a:lnTo>
                  <a:pt x="325" y="90"/>
                </a:lnTo>
                <a:lnTo>
                  <a:pt x="323" y="87"/>
                </a:lnTo>
                <a:lnTo>
                  <a:pt x="321" y="83"/>
                </a:lnTo>
                <a:lnTo>
                  <a:pt x="319" y="79"/>
                </a:lnTo>
                <a:lnTo>
                  <a:pt x="316" y="75"/>
                </a:lnTo>
                <a:lnTo>
                  <a:pt x="314" y="71"/>
                </a:lnTo>
                <a:lnTo>
                  <a:pt x="311" y="68"/>
                </a:lnTo>
                <a:lnTo>
                  <a:pt x="309" y="64"/>
                </a:lnTo>
                <a:lnTo>
                  <a:pt x="306" y="61"/>
                </a:lnTo>
                <a:lnTo>
                  <a:pt x="303" y="57"/>
                </a:lnTo>
                <a:lnTo>
                  <a:pt x="300" y="54"/>
                </a:lnTo>
                <a:lnTo>
                  <a:pt x="296" y="51"/>
                </a:lnTo>
                <a:lnTo>
                  <a:pt x="293" y="48"/>
                </a:lnTo>
                <a:lnTo>
                  <a:pt x="289" y="45"/>
                </a:lnTo>
                <a:lnTo>
                  <a:pt x="286" y="42"/>
                </a:lnTo>
                <a:lnTo>
                  <a:pt x="282" y="39"/>
                </a:lnTo>
                <a:lnTo>
                  <a:pt x="278" y="36"/>
                </a:lnTo>
                <a:lnTo>
                  <a:pt x="274" y="32"/>
                </a:lnTo>
                <a:lnTo>
                  <a:pt x="270" y="29"/>
                </a:lnTo>
                <a:lnTo>
                  <a:pt x="266" y="27"/>
                </a:lnTo>
                <a:lnTo>
                  <a:pt x="262" y="25"/>
                </a:lnTo>
                <a:lnTo>
                  <a:pt x="257" y="22"/>
                </a:lnTo>
                <a:lnTo>
                  <a:pt x="253" y="20"/>
                </a:lnTo>
                <a:lnTo>
                  <a:pt x="249" y="18"/>
                </a:lnTo>
                <a:lnTo>
                  <a:pt x="244" y="16"/>
                </a:lnTo>
                <a:lnTo>
                  <a:pt x="238" y="14"/>
                </a:lnTo>
                <a:lnTo>
                  <a:pt x="234" y="13"/>
                </a:lnTo>
                <a:lnTo>
                  <a:pt x="229" y="11"/>
                </a:lnTo>
                <a:lnTo>
                  <a:pt x="224" y="9"/>
                </a:lnTo>
                <a:lnTo>
                  <a:pt x="219" y="8"/>
                </a:lnTo>
                <a:lnTo>
                  <a:pt x="214" y="7"/>
                </a:lnTo>
                <a:lnTo>
                  <a:pt x="209" y="6"/>
                </a:lnTo>
                <a:lnTo>
                  <a:pt x="204" y="5"/>
                </a:lnTo>
                <a:lnTo>
                  <a:pt x="199" y="4"/>
                </a:lnTo>
                <a:lnTo>
                  <a:pt x="194" y="3"/>
                </a:lnTo>
                <a:lnTo>
                  <a:pt x="189" y="3"/>
                </a:lnTo>
                <a:lnTo>
                  <a:pt x="183" y="2"/>
                </a:lnTo>
                <a:lnTo>
                  <a:pt x="178" y="2"/>
                </a:lnTo>
                <a:lnTo>
                  <a:pt x="173" y="2"/>
                </a:lnTo>
                <a:lnTo>
                  <a:pt x="168" y="2"/>
                </a:lnTo>
                <a:lnTo>
                  <a:pt x="163" y="2"/>
                </a:lnTo>
                <a:lnTo>
                  <a:pt x="157" y="2"/>
                </a:lnTo>
                <a:lnTo>
                  <a:pt x="152" y="2"/>
                </a:lnTo>
                <a:lnTo>
                  <a:pt x="147" y="3"/>
                </a:lnTo>
                <a:lnTo>
                  <a:pt x="142" y="3"/>
                </a:lnTo>
                <a:lnTo>
                  <a:pt x="137" y="4"/>
                </a:lnTo>
                <a:lnTo>
                  <a:pt x="132" y="5"/>
                </a:lnTo>
                <a:lnTo>
                  <a:pt x="127" y="6"/>
                </a:lnTo>
                <a:lnTo>
                  <a:pt x="122" y="7"/>
                </a:lnTo>
                <a:lnTo>
                  <a:pt x="117" y="8"/>
                </a:lnTo>
                <a:lnTo>
                  <a:pt x="112" y="9"/>
                </a:lnTo>
                <a:lnTo>
                  <a:pt x="107" y="11"/>
                </a:lnTo>
                <a:lnTo>
                  <a:pt x="102" y="13"/>
                </a:lnTo>
                <a:lnTo>
                  <a:pt x="97" y="14"/>
                </a:lnTo>
                <a:lnTo>
                  <a:pt x="93" y="16"/>
                </a:lnTo>
                <a:lnTo>
                  <a:pt x="88" y="18"/>
                </a:lnTo>
                <a:lnTo>
                  <a:pt x="84" y="20"/>
                </a:lnTo>
                <a:lnTo>
                  <a:pt x="79" y="22"/>
                </a:lnTo>
                <a:lnTo>
                  <a:pt x="75" y="25"/>
                </a:lnTo>
                <a:lnTo>
                  <a:pt x="71" y="27"/>
                </a:lnTo>
                <a:lnTo>
                  <a:pt x="66" y="29"/>
                </a:lnTo>
                <a:lnTo>
                  <a:pt x="62" y="32"/>
                </a:lnTo>
                <a:lnTo>
                  <a:pt x="58" y="36"/>
                </a:lnTo>
                <a:lnTo>
                  <a:pt x="55" y="39"/>
                </a:lnTo>
                <a:lnTo>
                  <a:pt x="51" y="42"/>
                </a:lnTo>
                <a:lnTo>
                  <a:pt x="47" y="45"/>
                </a:lnTo>
                <a:lnTo>
                  <a:pt x="44" y="48"/>
                </a:lnTo>
                <a:lnTo>
                  <a:pt x="40" y="51"/>
                </a:lnTo>
                <a:lnTo>
                  <a:pt x="37" y="54"/>
                </a:lnTo>
                <a:lnTo>
                  <a:pt x="34" y="57"/>
                </a:lnTo>
                <a:lnTo>
                  <a:pt x="31" y="61"/>
                </a:lnTo>
                <a:lnTo>
                  <a:pt x="28" y="64"/>
                </a:lnTo>
                <a:lnTo>
                  <a:pt x="25" y="68"/>
                </a:lnTo>
                <a:lnTo>
                  <a:pt x="23" y="71"/>
                </a:lnTo>
                <a:lnTo>
                  <a:pt x="20" y="75"/>
                </a:lnTo>
                <a:lnTo>
                  <a:pt x="18" y="79"/>
                </a:lnTo>
                <a:lnTo>
                  <a:pt x="16" y="83"/>
                </a:lnTo>
                <a:lnTo>
                  <a:pt x="14" y="87"/>
                </a:lnTo>
                <a:lnTo>
                  <a:pt x="12" y="90"/>
                </a:lnTo>
                <a:lnTo>
                  <a:pt x="10" y="94"/>
                </a:lnTo>
                <a:lnTo>
                  <a:pt x="9" y="98"/>
                </a:lnTo>
                <a:lnTo>
                  <a:pt x="8" y="102"/>
                </a:lnTo>
                <a:lnTo>
                  <a:pt x="6" y="106"/>
                </a:lnTo>
                <a:lnTo>
                  <a:pt x="5" y="111"/>
                </a:lnTo>
                <a:lnTo>
                  <a:pt x="4" y="115"/>
                </a:lnTo>
                <a:lnTo>
                  <a:pt x="4" y="119"/>
                </a:lnTo>
                <a:lnTo>
                  <a:pt x="3" y="123"/>
                </a:lnTo>
                <a:lnTo>
                  <a:pt x="3" y="127"/>
                </a:lnTo>
                <a:lnTo>
                  <a:pt x="2" y="131"/>
                </a:lnTo>
                <a:lnTo>
                  <a:pt x="2" y="135"/>
                </a:lnTo>
                <a:lnTo>
                  <a:pt x="2" y="140"/>
                </a:lnTo>
                <a:lnTo>
                  <a:pt x="3" y="144"/>
                </a:lnTo>
                <a:lnTo>
                  <a:pt x="3" y="148"/>
                </a:lnTo>
                <a:lnTo>
                  <a:pt x="4" y="152"/>
                </a:lnTo>
                <a:lnTo>
                  <a:pt x="4" y="156"/>
                </a:lnTo>
                <a:lnTo>
                  <a:pt x="5" y="160"/>
                </a:lnTo>
                <a:lnTo>
                  <a:pt x="6" y="164"/>
                </a:lnTo>
                <a:lnTo>
                  <a:pt x="8" y="168"/>
                </a:lnTo>
                <a:lnTo>
                  <a:pt x="9" y="172"/>
                </a:lnTo>
                <a:lnTo>
                  <a:pt x="10" y="176"/>
                </a:lnTo>
                <a:lnTo>
                  <a:pt x="12" y="180"/>
                </a:lnTo>
                <a:lnTo>
                  <a:pt x="14" y="184"/>
                </a:lnTo>
                <a:lnTo>
                  <a:pt x="16" y="188"/>
                </a:lnTo>
                <a:lnTo>
                  <a:pt x="18" y="192"/>
                </a:lnTo>
                <a:lnTo>
                  <a:pt x="20" y="196"/>
                </a:lnTo>
                <a:lnTo>
                  <a:pt x="23" y="199"/>
                </a:lnTo>
                <a:lnTo>
                  <a:pt x="25" y="203"/>
                </a:lnTo>
                <a:lnTo>
                  <a:pt x="28" y="207"/>
                </a:lnTo>
                <a:lnTo>
                  <a:pt x="31" y="210"/>
                </a:lnTo>
                <a:lnTo>
                  <a:pt x="34" y="213"/>
                </a:lnTo>
                <a:lnTo>
                  <a:pt x="37" y="217"/>
                </a:lnTo>
                <a:lnTo>
                  <a:pt x="40" y="220"/>
                </a:lnTo>
                <a:lnTo>
                  <a:pt x="44" y="223"/>
                </a:lnTo>
                <a:lnTo>
                  <a:pt x="47" y="226"/>
                </a:lnTo>
                <a:lnTo>
                  <a:pt x="51" y="229"/>
                </a:lnTo>
                <a:lnTo>
                  <a:pt x="55" y="232"/>
                </a:lnTo>
                <a:lnTo>
                  <a:pt x="58" y="235"/>
                </a:lnTo>
                <a:lnTo>
                  <a:pt x="62" y="238"/>
                </a:lnTo>
                <a:lnTo>
                  <a:pt x="66" y="240"/>
                </a:lnTo>
                <a:lnTo>
                  <a:pt x="71" y="243"/>
                </a:lnTo>
                <a:lnTo>
                  <a:pt x="75" y="245"/>
                </a:lnTo>
                <a:lnTo>
                  <a:pt x="79" y="247"/>
                </a:lnTo>
                <a:lnTo>
                  <a:pt x="84" y="250"/>
                </a:lnTo>
                <a:lnTo>
                  <a:pt x="88" y="252"/>
                </a:lnTo>
                <a:lnTo>
                  <a:pt x="93" y="254"/>
                </a:lnTo>
                <a:lnTo>
                  <a:pt x="97" y="256"/>
                </a:lnTo>
                <a:lnTo>
                  <a:pt x="102" y="257"/>
                </a:lnTo>
                <a:lnTo>
                  <a:pt x="107" y="259"/>
                </a:lnTo>
                <a:lnTo>
                  <a:pt x="112" y="260"/>
                </a:lnTo>
                <a:lnTo>
                  <a:pt x="117" y="262"/>
                </a:lnTo>
                <a:lnTo>
                  <a:pt x="122" y="263"/>
                </a:lnTo>
                <a:lnTo>
                  <a:pt x="127" y="264"/>
                </a:lnTo>
                <a:lnTo>
                  <a:pt x="132" y="265"/>
                </a:lnTo>
                <a:lnTo>
                  <a:pt x="137" y="266"/>
                </a:lnTo>
                <a:lnTo>
                  <a:pt x="142" y="267"/>
                </a:lnTo>
                <a:lnTo>
                  <a:pt x="147" y="267"/>
                </a:lnTo>
                <a:lnTo>
                  <a:pt x="152" y="268"/>
                </a:lnTo>
                <a:lnTo>
                  <a:pt x="157" y="268"/>
                </a:lnTo>
                <a:lnTo>
                  <a:pt x="163" y="268"/>
                </a:lnTo>
                <a:lnTo>
                  <a:pt x="168" y="268"/>
                </a:lnTo>
                <a:lnTo>
                  <a:pt x="173" y="268"/>
                </a:lnTo>
                <a:lnTo>
                  <a:pt x="178" y="268"/>
                </a:lnTo>
                <a:lnTo>
                  <a:pt x="183" y="268"/>
                </a:lnTo>
                <a:lnTo>
                  <a:pt x="189" y="267"/>
                </a:lnTo>
                <a:lnTo>
                  <a:pt x="194" y="267"/>
                </a:lnTo>
                <a:lnTo>
                  <a:pt x="199" y="266"/>
                </a:lnTo>
                <a:lnTo>
                  <a:pt x="204" y="265"/>
                </a:lnTo>
                <a:lnTo>
                  <a:pt x="209" y="264"/>
                </a:lnTo>
                <a:lnTo>
                  <a:pt x="214" y="263"/>
                </a:lnTo>
                <a:lnTo>
                  <a:pt x="219" y="262"/>
                </a:lnTo>
                <a:lnTo>
                  <a:pt x="224" y="260"/>
                </a:lnTo>
                <a:lnTo>
                  <a:pt x="229" y="259"/>
                </a:lnTo>
                <a:lnTo>
                  <a:pt x="234" y="257"/>
                </a:lnTo>
                <a:lnTo>
                  <a:pt x="238" y="256"/>
                </a:lnTo>
                <a:lnTo>
                  <a:pt x="244" y="254"/>
                </a:lnTo>
                <a:lnTo>
                  <a:pt x="249" y="252"/>
                </a:lnTo>
                <a:lnTo>
                  <a:pt x="253" y="250"/>
                </a:lnTo>
                <a:lnTo>
                  <a:pt x="257" y="247"/>
                </a:lnTo>
                <a:lnTo>
                  <a:pt x="262" y="245"/>
                </a:lnTo>
                <a:lnTo>
                  <a:pt x="266" y="243"/>
                </a:lnTo>
                <a:lnTo>
                  <a:pt x="270" y="240"/>
                </a:lnTo>
                <a:lnTo>
                  <a:pt x="274" y="238"/>
                </a:lnTo>
                <a:lnTo>
                  <a:pt x="278" y="235"/>
                </a:lnTo>
                <a:lnTo>
                  <a:pt x="282" y="232"/>
                </a:lnTo>
                <a:lnTo>
                  <a:pt x="286" y="229"/>
                </a:lnTo>
                <a:lnTo>
                  <a:pt x="289" y="226"/>
                </a:lnTo>
                <a:lnTo>
                  <a:pt x="293" y="223"/>
                </a:lnTo>
                <a:lnTo>
                  <a:pt x="296" y="220"/>
                </a:lnTo>
                <a:lnTo>
                  <a:pt x="300" y="217"/>
                </a:lnTo>
                <a:lnTo>
                  <a:pt x="303" y="213"/>
                </a:lnTo>
                <a:lnTo>
                  <a:pt x="306" y="210"/>
                </a:lnTo>
                <a:lnTo>
                  <a:pt x="309" y="207"/>
                </a:lnTo>
                <a:lnTo>
                  <a:pt x="311" y="203"/>
                </a:lnTo>
                <a:lnTo>
                  <a:pt x="314" y="199"/>
                </a:lnTo>
                <a:lnTo>
                  <a:pt x="316" y="196"/>
                </a:lnTo>
                <a:lnTo>
                  <a:pt x="319" y="192"/>
                </a:lnTo>
                <a:lnTo>
                  <a:pt x="321" y="188"/>
                </a:lnTo>
                <a:lnTo>
                  <a:pt x="323" y="184"/>
                </a:lnTo>
                <a:lnTo>
                  <a:pt x="325" y="180"/>
                </a:lnTo>
                <a:lnTo>
                  <a:pt x="326" y="176"/>
                </a:lnTo>
                <a:lnTo>
                  <a:pt x="328" y="172"/>
                </a:lnTo>
                <a:lnTo>
                  <a:pt x="329" y="168"/>
                </a:lnTo>
                <a:lnTo>
                  <a:pt x="330" y="164"/>
                </a:lnTo>
                <a:lnTo>
                  <a:pt x="331" y="160"/>
                </a:lnTo>
                <a:lnTo>
                  <a:pt x="332" y="156"/>
                </a:lnTo>
                <a:lnTo>
                  <a:pt x="333" y="152"/>
                </a:lnTo>
                <a:lnTo>
                  <a:pt x="334" y="148"/>
                </a:lnTo>
                <a:lnTo>
                  <a:pt x="334" y="144"/>
                </a:lnTo>
                <a:lnTo>
                  <a:pt x="334" y="140"/>
                </a:lnTo>
                <a:lnTo>
                  <a:pt x="334" y="135"/>
                </a:lnTo>
                <a:moveTo>
                  <a:pt x="337" y="135"/>
                </a:moveTo>
                <a:lnTo>
                  <a:pt x="337" y="140"/>
                </a:lnTo>
                <a:lnTo>
                  <a:pt x="336" y="144"/>
                </a:lnTo>
                <a:lnTo>
                  <a:pt x="336" y="148"/>
                </a:lnTo>
                <a:lnTo>
                  <a:pt x="335" y="152"/>
                </a:lnTo>
                <a:lnTo>
                  <a:pt x="335" y="156"/>
                </a:lnTo>
                <a:lnTo>
                  <a:pt x="334" y="161"/>
                </a:lnTo>
                <a:lnTo>
                  <a:pt x="333" y="165"/>
                </a:lnTo>
                <a:lnTo>
                  <a:pt x="331" y="169"/>
                </a:lnTo>
                <a:lnTo>
                  <a:pt x="330" y="173"/>
                </a:lnTo>
                <a:lnTo>
                  <a:pt x="328" y="177"/>
                </a:lnTo>
                <a:lnTo>
                  <a:pt x="327" y="181"/>
                </a:lnTo>
                <a:lnTo>
                  <a:pt x="325" y="185"/>
                </a:lnTo>
                <a:lnTo>
                  <a:pt x="323" y="189"/>
                </a:lnTo>
                <a:lnTo>
                  <a:pt x="321" y="193"/>
                </a:lnTo>
                <a:lnTo>
                  <a:pt x="318" y="196"/>
                </a:lnTo>
                <a:lnTo>
                  <a:pt x="316" y="200"/>
                </a:lnTo>
                <a:lnTo>
                  <a:pt x="313" y="204"/>
                </a:lnTo>
                <a:lnTo>
                  <a:pt x="310" y="208"/>
                </a:lnTo>
                <a:lnTo>
                  <a:pt x="308" y="211"/>
                </a:lnTo>
                <a:lnTo>
                  <a:pt x="305" y="214"/>
                </a:lnTo>
                <a:lnTo>
                  <a:pt x="301" y="218"/>
                </a:lnTo>
                <a:lnTo>
                  <a:pt x="298" y="221"/>
                </a:lnTo>
                <a:lnTo>
                  <a:pt x="295" y="224"/>
                </a:lnTo>
                <a:lnTo>
                  <a:pt x="291" y="228"/>
                </a:lnTo>
                <a:lnTo>
                  <a:pt x="287" y="231"/>
                </a:lnTo>
                <a:lnTo>
                  <a:pt x="284" y="234"/>
                </a:lnTo>
                <a:lnTo>
                  <a:pt x="280" y="236"/>
                </a:lnTo>
                <a:lnTo>
                  <a:pt x="276" y="239"/>
                </a:lnTo>
                <a:lnTo>
                  <a:pt x="272" y="242"/>
                </a:lnTo>
                <a:lnTo>
                  <a:pt x="267" y="244"/>
                </a:lnTo>
                <a:lnTo>
                  <a:pt x="263" y="247"/>
                </a:lnTo>
                <a:lnTo>
                  <a:pt x="259" y="249"/>
                </a:lnTo>
                <a:lnTo>
                  <a:pt x="254" y="251"/>
                </a:lnTo>
                <a:lnTo>
                  <a:pt x="250" y="253"/>
                </a:lnTo>
                <a:lnTo>
                  <a:pt x="245" y="255"/>
                </a:lnTo>
                <a:lnTo>
                  <a:pt x="239" y="257"/>
                </a:lnTo>
                <a:lnTo>
                  <a:pt x="234" y="259"/>
                </a:lnTo>
                <a:lnTo>
                  <a:pt x="230" y="261"/>
                </a:lnTo>
                <a:lnTo>
                  <a:pt x="225" y="262"/>
                </a:lnTo>
                <a:lnTo>
                  <a:pt x="220" y="263"/>
                </a:lnTo>
                <a:lnTo>
                  <a:pt x="215" y="265"/>
                </a:lnTo>
                <a:lnTo>
                  <a:pt x="210" y="266"/>
                </a:lnTo>
                <a:lnTo>
                  <a:pt x="204" y="267"/>
                </a:lnTo>
                <a:lnTo>
                  <a:pt x="199" y="268"/>
                </a:lnTo>
                <a:lnTo>
                  <a:pt x="194" y="268"/>
                </a:lnTo>
                <a:lnTo>
                  <a:pt x="189" y="269"/>
                </a:lnTo>
                <a:lnTo>
                  <a:pt x="184" y="269"/>
                </a:lnTo>
                <a:lnTo>
                  <a:pt x="178" y="270"/>
                </a:lnTo>
                <a:lnTo>
                  <a:pt x="173" y="270"/>
                </a:lnTo>
                <a:lnTo>
                  <a:pt x="168" y="270"/>
                </a:lnTo>
                <a:lnTo>
                  <a:pt x="163" y="270"/>
                </a:lnTo>
                <a:lnTo>
                  <a:pt x="157" y="270"/>
                </a:lnTo>
                <a:lnTo>
                  <a:pt x="152" y="269"/>
                </a:lnTo>
                <a:lnTo>
                  <a:pt x="147" y="269"/>
                </a:lnTo>
                <a:lnTo>
                  <a:pt x="142" y="268"/>
                </a:lnTo>
                <a:lnTo>
                  <a:pt x="136" y="268"/>
                </a:lnTo>
                <a:lnTo>
                  <a:pt x="131" y="267"/>
                </a:lnTo>
                <a:lnTo>
                  <a:pt x="126" y="266"/>
                </a:lnTo>
                <a:lnTo>
                  <a:pt x="121" y="265"/>
                </a:lnTo>
                <a:lnTo>
                  <a:pt x="116" y="263"/>
                </a:lnTo>
                <a:lnTo>
                  <a:pt x="111" y="262"/>
                </a:lnTo>
                <a:lnTo>
                  <a:pt x="106" y="261"/>
                </a:lnTo>
                <a:lnTo>
                  <a:pt x="101" y="259"/>
                </a:lnTo>
                <a:lnTo>
                  <a:pt x="96" y="257"/>
                </a:lnTo>
                <a:lnTo>
                  <a:pt x="92" y="255"/>
                </a:lnTo>
                <a:lnTo>
                  <a:pt x="87" y="253"/>
                </a:lnTo>
                <a:lnTo>
                  <a:pt x="82" y="251"/>
                </a:lnTo>
                <a:lnTo>
                  <a:pt x="78" y="249"/>
                </a:lnTo>
                <a:lnTo>
                  <a:pt x="73" y="247"/>
                </a:lnTo>
                <a:lnTo>
                  <a:pt x="69" y="244"/>
                </a:lnTo>
                <a:lnTo>
                  <a:pt x="65" y="242"/>
                </a:lnTo>
                <a:lnTo>
                  <a:pt x="61" y="239"/>
                </a:lnTo>
                <a:lnTo>
                  <a:pt x="57" y="236"/>
                </a:lnTo>
                <a:lnTo>
                  <a:pt x="53" y="234"/>
                </a:lnTo>
                <a:lnTo>
                  <a:pt x="49" y="231"/>
                </a:lnTo>
                <a:lnTo>
                  <a:pt x="45" y="228"/>
                </a:lnTo>
                <a:lnTo>
                  <a:pt x="42" y="224"/>
                </a:lnTo>
                <a:lnTo>
                  <a:pt x="39" y="221"/>
                </a:lnTo>
                <a:lnTo>
                  <a:pt x="35" y="218"/>
                </a:lnTo>
                <a:lnTo>
                  <a:pt x="32" y="214"/>
                </a:lnTo>
                <a:lnTo>
                  <a:pt x="29" y="211"/>
                </a:lnTo>
                <a:lnTo>
                  <a:pt x="26" y="208"/>
                </a:lnTo>
                <a:lnTo>
                  <a:pt x="23" y="204"/>
                </a:lnTo>
                <a:lnTo>
                  <a:pt x="21" y="200"/>
                </a:lnTo>
                <a:lnTo>
                  <a:pt x="18" y="196"/>
                </a:lnTo>
                <a:lnTo>
                  <a:pt x="16" y="193"/>
                </a:lnTo>
                <a:lnTo>
                  <a:pt x="14" y="189"/>
                </a:lnTo>
                <a:lnTo>
                  <a:pt x="12" y="185"/>
                </a:lnTo>
                <a:lnTo>
                  <a:pt x="10" y="181"/>
                </a:lnTo>
                <a:lnTo>
                  <a:pt x="8" y="177"/>
                </a:lnTo>
                <a:lnTo>
                  <a:pt x="7" y="173"/>
                </a:lnTo>
                <a:lnTo>
                  <a:pt x="5" y="169"/>
                </a:lnTo>
                <a:lnTo>
                  <a:pt x="4" y="165"/>
                </a:lnTo>
                <a:lnTo>
                  <a:pt x="3" y="161"/>
                </a:lnTo>
                <a:lnTo>
                  <a:pt x="2" y="156"/>
                </a:lnTo>
                <a:lnTo>
                  <a:pt x="1" y="152"/>
                </a:lnTo>
                <a:lnTo>
                  <a:pt x="1" y="148"/>
                </a:lnTo>
                <a:lnTo>
                  <a:pt x="0" y="144"/>
                </a:lnTo>
                <a:lnTo>
                  <a:pt x="0" y="140"/>
                </a:lnTo>
                <a:lnTo>
                  <a:pt x="0" y="135"/>
                </a:lnTo>
                <a:lnTo>
                  <a:pt x="0" y="131"/>
                </a:lnTo>
                <a:lnTo>
                  <a:pt x="0" y="127"/>
                </a:lnTo>
                <a:lnTo>
                  <a:pt x="1" y="123"/>
                </a:lnTo>
                <a:lnTo>
                  <a:pt x="1" y="119"/>
                </a:lnTo>
                <a:lnTo>
                  <a:pt x="2" y="114"/>
                </a:lnTo>
                <a:lnTo>
                  <a:pt x="3" y="110"/>
                </a:lnTo>
                <a:lnTo>
                  <a:pt x="4" y="106"/>
                </a:lnTo>
                <a:lnTo>
                  <a:pt x="5" y="102"/>
                </a:lnTo>
                <a:lnTo>
                  <a:pt x="7" y="98"/>
                </a:lnTo>
                <a:lnTo>
                  <a:pt x="8" y="94"/>
                </a:lnTo>
                <a:lnTo>
                  <a:pt x="10" y="90"/>
                </a:lnTo>
                <a:lnTo>
                  <a:pt x="12" y="86"/>
                </a:lnTo>
                <a:lnTo>
                  <a:pt x="14" y="82"/>
                </a:lnTo>
                <a:lnTo>
                  <a:pt x="16" y="78"/>
                </a:lnTo>
                <a:lnTo>
                  <a:pt x="18" y="74"/>
                </a:lnTo>
                <a:lnTo>
                  <a:pt x="21" y="71"/>
                </a:lnTo>
                <a:lnTo>
                  <a:pt x="23" y="67"/>
                </a:lnTo>
                <a:lnTo>
                  <a:pt x="26" y="63"/>
                </a:lnTo>
                <a:lnTo>
                  <a:pt x="29" y="60"/>
                </a:lnTo>
                <a:lnTo>
                  <a:pt x="32" y="56"/>
                </a:lnTo>
                <a:lnTo>
                  <a:pt x="35" y="53"/>
                </a:lnTo>
                <a:lnTo>
                  <a:pt x="39" y="50"/>
                </a:lnTo>
                <a:lnTo>
                  <a:pt x="42" y="46"/>
                </a:lnTo>
                <a:lnTo>
                  <a:pt x="45" y="43"/>
                </a:lnTo>
                <a:lnTo>
                  <a:pt x="49" y="40"/>
                </a:lnTo>
                <a:lnTo>
                  <a:pt x="53" y="37"/>
                </a:lnTo>
                <a:lnTo>
                  <a:pt x="57" y="33"/>
                </a:lnTo>
                <a:lnTo>
                  <a:pt x="61" y="31"/>
                </a:lnTo>
                <a:lnTo>
                  <a:pt x="65" y="28"/>
                </a:lnTo>
                <a:lnTo>
                  <a:pt x="69" y="25"/>
                </a:lnTo>
                <a:lnTo>
                  <a:pt x="73" y="23"/>
                </a:lnTo>
                <a:lnTo>
                  <a:pt x="78" y="21"/>
                </a:lnTo>
                <a:lnTo>
                  <a:pt x="82" y="19"/>
                </a:lnTo>
                <a:lnTo>
                  <a:pt x="87" y="16"/>
                </a:lnTo>
                <a:lnTo>
                  <a:pt x="92" y="14"/>
                </a:lnTo>
                <a:lnTo>
                  <a:pt x="96" y="13"/>
                </a:lnTo>
                <a:lnTo>
                  <a:pt x="101" y="11"/>
                </a:lnTo>
                <a:lnTo>
                  <a:pt x="106" y="9"/>
                </a:lnTo>
                <a:lnTo>
                  <a:pt x="111" y="8"/>
                </a:lnTo>
                <a:lnTo>
                  <a:pt x="116" y="6"/>
                </a:lnTo>
                <a:lnTo>
                  <a:pt x="121" y="5"/>
                </a:lnTo>
                <a:lnTo>
                  <a:pt x="126" y="4"/>
                </a:lnTo>
                <a:lnTo>
                  <a:pt x="131" y="3"/>
                </a:lnTo>
                <a:lnTo>
                  <a:pt x="136" y="2"/>
                </a:lnTo>
                <a:lnTo>
                  <a:pt x="142" y="1"/>
                </a:lnTo>
                <a:lnTo>
                  <a:pt x="147" y="1"/>
                </a:lnTo>
                <a:lnTo>
                  <a:pt x="152" y="0"/>
                </a:lnTo>
                <a:lnTo>
                  <a:pt x="157" y="0"/>
                </a:lnTo>
                <a:lnTo>
                  <a:pt x="163" y="0"/>
                </a:lnTo>
                <a:lnTo>
                  <a:pt x="168" y="0"/>
                </a:lnTo>
                <a:lnTo>
                  <a:pt x="173" y="0"/>
                </a:lnTo>
                <a:lnTo>
                  <a:pt x="178" y="0"/>
                </a:lnTo>
                <a:lnTo>
                  <a:pt x="184" y="0"/>
                </a:lnTo>
                <a:lnTo>
                  <a:pt x="189" y="1"/>
                </a:lnTo>
                <a:lnTo>
                  <a:pt x="194" y="1"/>
                </a:lnTo>
                <a:lnTo>
                  <a:pt x="199" y="2"/>
                </a:lnTo>
                <a:lnTo>
                  <a:pt x="204" y="3"/>
                </a:lnTo>
                <a:lnTo>
                  <a:pt x="210" y="4"/>
                </a:lnTo>
                <a:lnTo>
                  <a:pt x="215" y="5"/>
                </a:lnTo>
                <a:lnTo>
                  <a:pt x="220" y="6"/>
                </a:lnTo>
                <a:lnTo>
                  <a:pt x="225" y="8"/>
                </a:lnTo>
                <a:lnTo>
                  <a:pt x="230" y="9"/>
                </a:lnTo>
                <a:lnTo>
                  <a:pt x="234" y="11"/>
                </a:lnTo>
                <a:lnTo>
                  <a:pt x="239" y="13"/>
                </a:lnTo>
                <a:lnTo>
                  <a:pt x="245" y="14"/>
                </a:lnTo>
                <a:lnTo>
                  <a:pt x="250" y="16"/>
                </a:lnTo>
                <a:lnTo>
                  <a:pt x="254" y="19"/>
                </a:lnTo>
                <a:lnTo>
                  <a:pt x="259" y="21"/>
                </a:lnTo>
                <a:lnTo>
                  <a:pt x="263" y="23"/>
                </a:lnTo>
                <a:lnTo>
                  <a:pt x="267" y="25"/>
                </a:lnTo>
                <a:lnTo>
                  <a:pt x="272" y="28"/>
                </a:lnTo>
                <a:lnTo>
                  <a:pt x="276" y="31"/>
                </a:lnTo>
                <a:lnTo>
                  <a:pt x="280" y="33"/>
                </a:lnTo>
                <a:lnTo>
                  <a:pt x="284" y="37"/>
                </a:lnTo>
                <a:lnTo>
                  <a:pt x="287" y="40"/>
                </a:lnTo>
                <a:lnTo>
                  <a:pt x="291" y="43"/>
                </a:lnTo>
                <a:lnTo>
                  <a:pt x="295" y="46"/>
                </a:lnTo>
                <a:lnTo>
                  <a:pt x="298" y="50"/>
                </a:lnTo>
                <a:lnTo>
                  <a:pt x="301" y="53"/>
                </a:lnTo>
                <a:lnTo>
                  <a:pt x="305" y="56"/>
                </a:lnTo>
                <a:lnTo>
                  <a:pt x="308" y="60"/>
                </a:lnTo>
                <a:lnTo>
                  <a:pt x="310" y="63"/>
                </a:lnTo>
                <a:lnTo>
                  <a:pt x="313" y="67"/>
                </a:lnTo>
                <a:lnTo>
                  <a:pt x="316" y="71"/>
                </a:lnTo>
                <a:lnTo>
                  <a:pt x="318" y="74"/>
                </a:lnTo>
                <a:lnTo>
                  <a:pt x="321" y="78"/>
                </a:lnTo>
                <a:lnTo>
                  <a:pt x="323" y="82"/>
                </a:lnTo>
                <a:lnTo>
                  <a:pt x="325" y="86"/>
                </a:lnTo>
                <a:lnTo>
                  <a:pt x="327" y="90"/>
                </a:lnTo>
                <a:lnTo>
                  <a:pt x="328" y="94"/>
                </a:lnTo>
                <a:lnTo>
                  <a:pt x="330" y="98"/>
                </a:lnTo>
                <a:lnTo>
                  <a:pt x="331" y="102"/>
                </a:lnTo>
                <a:lnTo>
                  <a:pt x="333" y="106"/>
                </a:lnTo>
                <a:lnTo>
                  <a:pt x="334" y="110"/>
                </a:lnTo>
                <a:lnTo>
                  <a:pt x="335" y="114"/>
                </a:lnTo>
                <a:lnTo>
                  <a:pt x="335" y="119"/>
                </a:lnTo>
                <a:lnTo>
                  <a:pt x="336" y="123"/>
                </a:lnTo>
                <a:lnTo>
                  <a:pt x="336" y="127"/>
                </a:lnTo>
                <a:lnTo>
                  <a:pt x="337" y="131"/>
                </a:lnTo>
                <a:lnTo>
                  <a:pt x="337" y="135"/>
                </a:lnTo>
                <a:close/>
              </a:path>
            </a:pathLst>
          </a:custGeom>
          <a:solidFill>
            <a:srgbClr val="fff1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89" name=""/>
          <p:cNvSpPr/>
          <p:nvPr/>
        </p:nvSpPr>
        <p:spPr>
          <a:xfrm>
            <a:off x="4917600" y="1778760"/>
            <a:ext cx="122760" cy="98640"/>
          </a:xfrm>
          <a:custGeom>
            <a:avLst/>
            <a:gdLst/>
            <a:ahLst/>
            <a:rect l="0" t="0" r="r" b="b"/>
            <a:pathLst>
              <a:path w="341" h="274">
                <a:moveTo>
                  <a:pt x="339" y="137"/>
                </a:moveTo>
                <a:lnTo>
                  <a:pt x="339" y="133"/>
                </a:lnTo>
                <a:lnTo>
                  <a:pt x="338" y="129"/>
                </a:lnTo>
                <a:lnTo>
                  <a:pt x="338" y="125"/>
                </a:lnTo>
                <a:lnTo>
                  <a:pt x="337" y="121"/>
                </a:lnTo>
                <a:lnTo>
                  <a:pt x="337" y="116"/>
                </a:lnTo>
                <a:lnTo>
                  <a:pt x="336" y="112"/>
                </a:lnTo>
                <a:lnTo>
                  <a:pt x="335" y="108"/>
                </a:lnTo>
                <a:lnTo>
                  <a:pt x="333" y="104"/>
                </a:lnTo>
                <a:lnTo>
                  <a:pt x="332" y="100"/>
                </a:lnTo>
                <a:lnTo>
                  <a:pt x="330" y="96"/>
                </a:lnTo>
                <a:lnTo>
                  <a:pt x="329" y="92"/>
                </a:lnTo>
                <a:lnTo>
                  <a:pt x="327" y="87"/>
                </a:lnTo>
                <a:lnTo>
                  <a:pt x="325" y="83"/>
                </a:lnTo>
                <a:lnTo>
                  <a:pt x="323" y="79"/>
                </a:lnTo>
                <a:lnTo>
                  <a:pt x="320" y="75"/>
                </a:lnTo>
                <a:lnTo>
                  <a:pt x="318" y="72"/>
                </a:lnTo>
                <a:lnTo>
                  <a:pt x="315" y="68"/>
                </a:lnTo>
                <a:lnTo>
                  <a:pt x="312" y="64"/>
                </a:lnTo>
                <a:lnTo>
                  <a:pt x="310" y="61"/>
                </a:lnTo>
                <a:lnTo>
                  <a:pt x="307" y="57"/>
                </a:lnTo>
                <a:lnTo>
                  <a:pt x="303" y="54"/>
                </a:lnTo>
                <a:lnTo>
                  <a:pt x="300" y="51"/>
                </a:lnTo>
                <a:lnTo>
                  <a:pt x="297" y="47"/>
                </a:lnTo>
                <a:lnTo>
                  <a:pt x="293" y="44"/>
                </a:lnTo>
                <a:lnTo>
                  <a:pt x="289" y="41"/>
                </a:lnTo>
                <a:lnTo>
                  <a:pt x="286" y="38"/>
                </a:lnTo>
                <a:lnTo>
                  <a:pt x="282" y="35"/>
                </a:lnTo>
                <a:lnTo>
                  <a:pt x="278" y="33"/>
                </a:lnTo>
                <a:lnTo>
                  <a:pt x="274" y="30"/>
                </a:lnTo>
                <a:lnTo>
                  <a:pt x="269" y="27"/>
                </a:lnTo>
                <a:lnTo>
                  <a:pt x="265" y="25"/>
                </a:lnTo>
                <a:lnTo>
                  <a:pt x="261" y="23"/>
                </a:lnTo>
                <a:lnTo>
                  <a:pt x="256" y="21"/>
                </a:lnTo>
                <a:lnTo>
                  <a:pt x="252" y="18"/>
                </a:lnTo>
                <a:lnTo>
                  <a:pt x="247" y="16"/>
                </a:lnTo>
                <a:lnTo>
                  <a:pt x="242" y="15"/>
                </a:lnTo>
                <a:lnTo>
                  <a:pt x="237" y="13"/>
                </a:lnTo>
                <a:lnTo>
                  <a:pt x="233" y="11"/>
                </a:lnTo>
                <a:lnTo>
                  <a:pt x="228" y="10"/>
                </a:lnTo>
                <a:lnTo>
                  <a:pt x="223" y="8"/>
                </a:lnTo>
                <a:lnTo>
                  <a:pt x="218" y="7"/>
                </a:lnTo>
                <a:lnTo>
                  <a:pt x="213" y="6"/>
                </a:lnTo>
                <a:lnTo>
                  <a:pt x="207" y="5"/>
                </a:lnTo>
                <a:lnTo>
                  <a:pt x="202" y="4"/>
                </a:lnTo>
                <a:lnTo>
                  <a:pt x="197" y="3"/>
                </a:lnTo>
                <a:lnTo>
                  <a:pt x="192" y="3"/>
                </a:lnTo>
                <a:lnTo>
                  <a:pt x="187" y="2"/>
                </a:lnTo>
                <a:lnTo>
                  <a:pt x="181" y="2"/>
                </a:lnTo>
                <a:lnTo>
                  <a:pt x="176" y="2"/>
                </a:lnTo>
                <a:lnTo>
                  <a:pt x="171" y="2"/>
                </a:lnTo>
                <a:lnTo>
                  <a:pt x="166" y="2"/>
                </a:lnTo>
                <a:lnTo>
                  <a:pt x="160" y="2"/>
                </a:lnTo>
                <a:lnTo>
                  <a:pt x="155" y="2"/>
                </a:lnTo>
                <a:lnTo>
                  <a:pt x="150" y="3"/>
                </a:lnTo>
                <a:lnTo>
                  <a:pt x="145" y="3"/>
                </a:lnTo>
                <a:lnTo>
                  <a:pt x="139" y="4"/>
                </a:lnTo>
                <a:lnTo>
                  <a:pt x="134" y="5"/>
                </a:lnTo>
                <a:lnTo>
                  <a:pt x="129" y="6"/>
                </a:lnTo>
                <a:lnTo>
                  <a:pt x="124" y="7"/>
                </a:lnTo>
                <a:lnTo>
                  <a:pt x="119" y="8"/>
                </a:lnTo>
                <a:lnTo>
                  <a:pt x="114" y="10"/>
                </a:lnTo>
                <a:lnTo>
                  <a:pt x="108" y="11"/>
                </a:lnTo>
                <a:lnTo>
                  <a:pt x="103" y="13"/>
                </a:lnTo>
                <a:lnTo>
                  <a:pt x="98" y="15"/>
                </a:lnTo>
                <a:lnTo>
                  <a:pt x="94" y="16"/>
                </a:lnTo>
                <a:lnTo>
                  <a:pt x="89" y="18"/>
                </a:lnTo>
                <a:lnTo>
                  <a:pt x="84" y="21"/>
                </a:lnTo>
                <a:lnTo>
                  <a:pt x="80" y="23"/>
                </a:lnTo>
                <a:lnTo>
                  <a:pt x="75" y="25"/>
                </a:lnTo>
                <a:lnTo>
                  <a:pt x="71" y="27"/>
                </a:lnTo>
                <a:lnTo>
                  <a:pt x="67" y="30"/>
                </a:lnTo>
                <a:lnTo>
                  <a:pt x="63" y="33"/>
                </a:lnTo>
                <a:lnTo>
                  <a:pt x="59" y="35"/>
                </a:lnTo>
                <a:lnTo>
                  <a:pt x="55" y="38"/>
                </a:lnTo>
                <a:lnTo>
                  <a:pt x="51" y="41"/>
                </a:lnTo>
                <a:lnTo>
                  <a:pt x="47" y="44"/>
                </a:lnTo>
                <a:lnTo>
                  <a:pt x="44" y="47"/>
                </a:lnTo>
                <a:lnTo>
                  <a:pt x="41" y="51"/>
                </a:lnTo>
                <a:lnTo>
                  <a:pt x="37" y="54"/>
                </a:lnTo>
                <a:lnTo>
                  <a:pt x="34" y="57"/>
                </a:lnTo>
                <a:lnTo>
                  <a:pt x="31" y="61"/>
                </a:lnTo>
                <a:lnTo>
                  <a:pt x="28" y="64"/>
                </a:lnTo>
                <a:lnTo>
                  <a:pt x="25" y="68"/>
                </a:lnTo>
                <a:lnTo>
                  <a:pt x="23" y="72"/>
                </a:lnTo>
                <a:lnTo>
                  <a:pt x="20" y="75"/>
                </a:lnTo>
                <a:lnTo>
                  <a:pt x="18" y="79"/>
                </a:lnTo>
                <a:lnTo>
                  <a:pt x="16" y="83"/>
                </a:lnTo>
                <a:lnTo>
                  <a:pt x="14" y="87"/>
                </a:lnTo>
                <a:lnTo>
                  <a:pt x="12" y="92"/>
                </a:lnTo>
                <a:lnTo>
                  <a:pt x="10" y="96"/>
                </a:lnTo>
                <a:lnTo>
                  <a:pt x="9" y="100"/>
                </a:lnTo>
                <a:lnTo>
                  <a:pt x="7" y="104"/>
                </a:lnTo>
                <a:lnTo>
                  <a:pt x="6" y="108"/>
                </a:lnTo>
                <a:lnTo>
                  <a:pt x="5" y="112"/>
                </a:lnTo>
                <a:lnTo>
                  <a:pt x="4" y="116"/>
                </a:lnTo>
                <a:lnTo>
                  <a:pt x="3" y="121"/>
                </a:lnTo>
                <a:lnTo>
                  <a:pt x="3" y="125"/>
                </a:lnTo>
                <a:lnTo>
                  <a:pt x="2" y="129"/>
                </a:lnTo>
                <a:lnTo>
                  <a:pt x="2" y="133"/>
                </a:lnTo>
                <a:lnTo>
                  <a:pt x="2" y="137"/>
                </a:lnTo>
                <a:lnTo>
                  <a:pt x="2" y="142"/>
                </a:lnTo>
                <a:lnTo>
                  <a:pt x="2" y="146"/>
                </a:lnTo>
                <a:lnTo>
                  <a:pt x="3" y="150"/>
                </a:lnTo>
                <a:lnTo>
                  <a:pt x="3" y="154"/>
                </a:lnTo>
                <a:lnTo>
                  <a:pt x="4" y="158"/>
                </a:lnTo>
                <a:lnTo>
                  <a:pt x="5" y="163"/>
                </a:lnTo>
                <a:lnTo>
                  <a:pt x="6" y="167"/>
                </a:lnTo>
                <a:lnTo>
                  <a:pt x="7" y="171"/>
                </a:lnTo>
                <a:lnTo>
                  <a:pt x="9" y="175"/>
                </a:lnTo>
                <a:lnTo>
                  <a:pt x="10" y="179"/>
                </a:lnTo>
                <a:lnTo>
                  <a:pt x="12" y="183"/>
                </a:lnTo>
                <a:lnTo>
                  <a:pt x="14" y="187"/>
                </a:lnTo>
                <a:lnTo>
                  <a:pt x="16" y="191"/>
                </a:lnTo>
                <a:lnTo>
                  <a:pt x="18" y="195"/>
                </a:lnTo>
                <a:lnTo>
                  <a:pt x="20" y="198"/>
                </a:lnTo>
                <a:lnTo>
                  <a:pt x="23" y="202"/>
                </a:lnTo>
                <a:lnTo>
                  <a:pt x="25" y="206"/>
                </a:lnTo>
                <a:lnTo>
                  <a:pt x="28" y="210"/>
                </a:lnTo>
                <a:lnTo>
                  <a:pt x="31" y="213"/>
                </a:lnTo>
                <a:lnTo>
                  <a:pt x="34" y="216"/>
                </a:lnTo>
                <a:lnTo>
                  <a:pt x="37" y="220"/>
                </a:lnTo>
                <a:lnTo>
                  <a:pt x="41" y="223"/>
                </a:lnTo>
                <a:lnTo>
                  <a:pt x="44" y="226"/>
                </a:lnTo>
                <a:lnTo>
                  <a:pt x="47" y="230"/>
                </a:lnTo>
                <a:lnTo>
                  <a:pt x="51" y="233"/>
                </a:lnTo>
                <a:lnTo>
                  <a:pt x="55" y="236"/>
                </a:lnTo>
                <a:lnTo>
                  <a:pt x="59" y="238"/>
                </a:lnTo>
                <a:lnTo>
                  <a:pt x="63" y="241"/>
                </a:lnTo>
                <a:lnTo>
                  <a:pt x="67" y="244"/>
                </a:lnTo>
                <a:lnTo>
                  <a:pt x="71" y="246"/>
                </a:lnTo>
                <a:lnTo>
                  <a:pt x="75" y="249"/>
                </a:lnTo>
                <a:lnTo>
                  <a:pt x="80" y="251"/>
                </a:lnTo>
                <a:lnTo>
                  <a:pt x="84" y="253"/>
                </a:lnTo>
                <a:lnTo>
                  <a:pt x="89" y="255"/>
                </a:lnTo>
                <a:lnTo>
                  <a:pt x="94" y="257"/>
                </a:lnTo>
                <a:lnTo>
                  <a:pt x="98" y="259"/>
                </a:lnTo>
                <a:lnTo>
                  <a:pt x="103" y="261"/>
                </a:lnTo>
                <a:lnTo>
                  <a:pt x="108" y="263"/>
                </a:lnTo>
                <a:lnTo>
                  <a:pt x="114" y="264"/>
                </a:lnTo>
                <a:lnTo>
                  <a:pt x="119" y="265"/>
                </a:lnTo>
                <a:lnTo>
                  <a:pt x="124" y="267"/>
                </a:lnTo>
                <a:lnTo>
                  <a:pt x="129" y="268"/>
                </a:lnTo>
                <a:lnTo>
                  <a:pt x="134" y="269"/>
                </a:lnTo>
                <a:lnTo>
                  <a:pt x="139" y="270"/>
                </a:lnTo>
                <a:lnTo>
                  <a:pt x="145" y="270"/>
                </a:lnTo>
                <a:lnTo>
                  <a:pt x="150" y="271"/>
                </a:lnTo>
                <a:lnTo>
                  <a:pt x="155" y="271"/>
                </a:lnTo>
                <a:lnTo>
                  <a:pt x="160" y="272"/>
                </a:lnTo>
                <a:lnTo>
                  <a:pt x="166" y="272"/>
                </a:lnTo>
                <a:lnTo>
                  <a:pt x="171" y="272"/>
                </a:lnTo>
                <a:lnTo>
                  <a:pt x="176" y="272"/>
                </a:lnTo>
                <a:lnTo>
                  <a:pt x="181" y="272"/>
                </a:lnTo>
                <a:lnTo>
                  <a:pt x="187" y="271"/>
                </a:lnTo>
                <a:lnTo>
                  <a:pt x="192" y="271"/>
                </a:lnTo>
                <a:lnTo>
                  <a:pt x="197" y="270"/>
                </a:lnTo>
                <a:lnTo>
                  <a:pt x="202" y="270"/>
                </a:lnTo>
                <a:lnTo>
                  <a:pt x="207" y="269"/>
                </a:lnTo>
                <a:lnTo>
                  <a:pt x="213" y="268"/>
                </a:lnTo>
                <a:lnTo>
                  <a:pt x="218" y="267"/>
                </a:lnTo>
                <a:lnTo>
                  <a:pt x="223" y="265"/>
                </a:lnTo>
                <a:lnTo>
                  <a:pt x="228" y="264"/>
                </a:lnTo>
                <a:lnTo>
                  <a:pt x="233" y="263"/>
                </a:lnTo>
                <a:lnTo>
                  <a:pt x="237" y="261"/>
                </a:lnTo>
                <a:lnTo>
                  <a:pt x="242" y="259"/>
                </a:lnTo>
                <a:lnTo>
                  <a:pt x="247" y="257"/>
                </a:lnTo>
                <a:lnTo>
                  <a:pt x="252" y="255"/>
                </a:lnTo>
                <a:lnTo>
                  <a:pt x="256" y="253"/>
                </a:lnTo>
                <a:lnTo>
                  <a:pt x="261" y="251"/>
                </a:lnTo>
                <a:lnTo>
                  <a:pt x="265" y="249"/>
                </a:lnTo>
                <a:lnTo>
                  <a:pt x="269" y="246"/>
                </a:lnTo>
                <a:lnTo>
                  <a:pt x="274" y="244"/>
                </a:lnTo>
                <a:lnTo>
                  <a:pt x="278" y="241"/>
                </a:lnTo>
                <a:lnTo>
                  <a:pt x="282" y="238"/>
                </a:lnTo>
                <a:lnTo>
                  <a:pt x="286" y="236"/>
                </a:lnTo>
                <a:lnTo>
                  <a:pt x="289" y="233"/>
                </a:lnTo>
                <a:lnTo>
                  <a:pt x="293" y="230"/>
                </a:lnTo>
                <a:lnTo>
                  <a:pt x="297" y="226"/>
                </a:lnTo>
                <a:lnTo>
                  <a:pt x="300" y="223"/>
                </a:lnTo>
                <a:lnTo>
                  <a:pt x="303" y="220"/>
                </a:lnTo>
                <a:lnTo>
                  <a:pt x="307" y="216"/>
                </a:lnTo>
                <a:lnTo>
                  <a:pt x="310" y="213"/>
                </a:lnTo>
                <a:lnTo>
                  <a:pt x="312" y="210"/>
                </a:lnTo>
                <a:lnTo>
                  <a:pt x="315" y="206"/>
                </a:lnTo>
                <a:lnTo>
                  <a:pt x="318" y="202"/>
                </a:lnTo>
                <a:lnTo>
                  <a:pt x="320" y="198"/>
                </a:lnTo>
                <a:lnTo>
                  <a:pt x="323" y="195"/>
                </a:lnTo>
                <a:lnTo>
                  <a:pt x="325" y="191"/>
                </a:lnTo>
                <a:lnTo>
                  <a:pt x="327" y="187"/>
                </a:lnTo>
                <a:lnTo>
                  <a:pt x="329" y="183"/>
                </a:lnTo>
                <a:lnTo>
                  <a:pt x="330" y="179"/>
                </a:lnTo>
                <a:lnTo>
                  <a:pt x="332" y="175"/>
                </a:lnTo>
                <a:lnTo>
                  <a:pt x="333" y="171"/>
                </a:lnTo>
                <a:lnTo>
                  <a:pt x="335" y="167"/>
                </a:lnTo>
                <a:lnTo>
                  <a:pt x="336" y="163"/>
                </a:lnTo>
                <a:lnTo>
                  <a:pt x="337" y="158"/>
                </a:lnTo>
                <a:lnTo>
                  <a:pt x="337" y="154"/>
                </a:lnTo>
                <a:lnTo>
                  <a:pt x="338" y="150"/>
                </a:lnTo>
                <a:lnTo>
                  <a:pt x="338" y="146"/>
                </a:lnTo>
                <a:lnTo>
                  <a:pt x="339" y="142"/>
                </a:lnTo>
                <a:lnTo>
                  <a:pt x="339" y="137"/>
                </a:lnTo>
                <a:moveTo>
                  <a:pt x="341" y="137"/>
                </a:moveTo>
                <a:lnTo>
                  <a:pt x="341" y="142"/>
                </a:lnTo>
                <a:lnTo>
                  <a:pt x="341" y="146"/>
                </a:lnTo>
                <a:lnTo>
                  <a:pt x="340" y="150"/>
                </a:lnTo>
                <a:lnTo>
                  <a:pt x="340" y="154"/>
                </a:lnTo>
                <a:lnTo>
                  <a:pt x="339" y="159"/>
                </a:lnTo>
                <a:lnTo>
                  <a:pt x="338" y="163"/>
                </a:lnTo>
                <a:lnTo>
                  <a:pt x="337" y="167"/>
                </a:lnTo>
                <a:lnTo>
                  <a:pt x="336" y="171"/>
                </a:lnTo>
                <a:lnTo>
                  <a:pt x="334" y="175"/>
                </a:lnTo>
                <a:lnTo>
                  <a:pt x="333" y="180"/>
                </a:lnTo>
                <a:lnTo>
                  <a:pt x="331" y="184"/>
                </a:lnTo>
                <a:lnTo>
                  <a:pt x="329" y="188"/>
                </a:lnTo>
                <a:lnTo>
                  <a:pt x="327" y="192"/>
                </a:lnTo>
                <a:lnTo>
                  <a:pt x="325" y="195"/>
                </a:lnTo>
                <a:lnTo>
                  <a:pt x="322" y="199"/>
                </a:lnTo>
                <a:lnTo>
                  <a:pt x="320" y="203"/>
                </a:lnTo>
                <a:lnTo>
                  <a:pt x="317" y="207"/>
                </a:lnTo>
                <a:lnTo>
                  <a:pt x="314" y="210"/>
                </a:lnTo>
                <a:lnTo>
                  <a:pt x="311" y="214"/>
                </a:lnTo>
                <a:lnTo>
                  <a:pt x="308" y="218"/>
                </a:lnTo>
                <a:lnTo>
                  <a:pt x="305" y="221"/>
                </a:lnTo>
                <a:lnTo>
                  <a:pt x="302" y="224"/>
                </a:lnTo>
                <a:lnTo>
                  <a:pt x="298" y="228"/>
                </a:lnTo>
                <a:lnTo>
                  <a:pt x="295" y="231"/>
                </a:lnTo>
                <a:lnTo>
                  <a:pt x="291" y="234"/>
                </a:lnTo>
                <a:lnTo>
                  <a:pt x="287" y="237"/>
                </a:lnTo>
                <a:lnTo>
                  <a:pt x="283" y="240"/>
                </a:lnTo>
                <a:lnTo>
                  <a:pt x="279" y="243"/>
                </a:lnTo>
                <a:lnTo>
                  <a:pt x="275" y="245"/>
                </a:lnTo>
                <a:lnTo>
                  <a:pt x="271" y="248"/>
                </a:lnTo>
                <a:lnTo>
                  <a:pt x="266" y="250"/>
                </a:lnTo>
                <a:lnTo>
                  <a:pt x="262" y="253"/>
                </a:lnTo>
                <a:lnTo>
                  <a:pt x="257" y="255"/>
                </a:lnTo>
                <a:lnTo>
                  <a:pt x="253" y="257"/>
                </a:lnTo>
                <a:lnTo>
                  <a:pt x="248" y="259"/>
                </a:lnTo>
                <a:lnTo>
                  <a:pt x="243" y="261"/>
                </a:lnTo>
                <a:lnTo>
                  <a:pt x="238" y="263"/>
                </a:lnTo>
                <a:lnTo>
                  <a:pt x="233" y="264"/>
                </a:lnTo>
                <a:lnTo>
                  <a:pt x="228" y="266"/>
                </a:lnTo>
                <a:lnTo>
                  <a:pt x="223" y="267"/>
                </a:lnTo>
                <a:lnTo>
                  <a:pt x="218" y="268"/>
                </a:lnTo>
                <a:lnTo>
                  <a:pt x="213" y="270"/>
                </a:lnTo>
                <a:lnTo>
                  <a:pt x="208" y="271"/>
                </a:lnTo>
                <a:lnTo>
                  <a:pt x="203" y="271"/>
                </a:lnTo>
                <a:lnTo>
                  <a:pt x="197" y="272"/>
                </a:lnTo>
                <a:lnTo>
                  <a:pt x="192" y="273"/>
                </a:lnTo>
                <a:lnTo>
                  <a:pt x="187" y="273"/>
                </a:lnTo>
                <a:lnTo>
                  <a:pt x="181" y="274"/>
                </a:lnTo>
                <a:lnTo>
                  <a:pt x="176" y="274"/>
                </a:lnTo>
                <a:lnTo>
                  <a:pt x="171" y="274"/>
                </a:lnTo>
                <a:lnTo>
                  <a:pt x="165" y="274"/>
                </a:lnTo>
                <a:lnTo>
                  <a:pt x="160" y="274"/>
                </a:lnTo>
                <a:lnTo>
                  <a:pt x="155" y="273"/>
                </a:lnTo>
                <a:lnTo>
                  <a:pt x="149" y="273"/>
                </a:lnTo>
                <a:lnTo>
                  <a:pt x="144" y="272"/>
                </a:lnTo>
                <a:lnTo>
                  <a:pt x="139" y="271"/>
                </a:lnTo>
                <a:lnTo>
                  <a:pt x="134" y="271"/>
                </a:lnTo>
                <a:lnTo>
                  <a:pt x="128" y="270"/>
                </a:lnTo>
                <a:lnTo>
                  <a:pt x="123" y="268"/>
                </a:lnTo>
                <a:lnTo>
                  <a:pt x="118" y="267"/>
                </a:lnTo>
                <a:lnTo>
                  <a:pt x="113" y="266"/>
                </a:lnTo>
                <a:lnTo>
                  <a:pt x="107" y="264"/>
                </a:lnTo>
                <a:lnTo>
                  <a:pt x="102" y="263"/>
                </a:lnTo>
                <a:lnTo>
                  <a:pt x="97" y="261"/>
                </a:lnTo>
                <a:lnTo>
                  <a:pt x="93" y="259"/>
                </a:lnTo>
                <a:lnTo>
                  <a:pt x="88" y="257"/>
                </a:lnTo>
                <a:lnTo>
                  <a:pt x="83" y="255"/>
                </a:lnTo>
                <a:lnTo>
                  <a:pt x="79" y="253"/>
                </a:lnTo>
                <a:lnTo>
                  <a:pt x="74" y="250"/>
                </a:lnTo>
                <a:lnTo>
                  <a:pt x="70" y="248"/>
                </a:lnTo>
                <a:lnTo>
                  <a:pt x="66" y="245"/>
                </a:lnTo>
                <a:lnTo>
                  <a:pt x="61" y="243"/>
                </a:lnTo>
                <a:lnTo>
                  <a:pt x="57" y="240"/>
                </a:lnTo>
                <a:lnTo>
                  <a:pt x="53" y="237"/>
                </a:lnTo>
                <a:lnTo>
                  <a:pt x="50" y="234"/>
                </a:lnTo>
                <a:lnTo>
                  <a:pt x="46" y="231"/>
                </a:lnTo>
                <a:lnTo>
                  <a:pt x="42" y="228"/>
                </a:lnTo>
                <a:lnTo>
                  <a:pt x="39" y="224"/>
                </a:lnTo>
                <a:lnTo>
                  <a:pt x="35" y="221"/>
                </a:lnTo>
                <a:lnTo>
                  <a:pt x="32" y="218"/>
                </a:lnTo>
                <a:lnTo>
                  <a:pt x="29" y="214"/>
                </a:lnTo>
                <a:lnTo>
                  <a:pt x="26" y="210"/>
                </a:lnTo>
                <a:lnTo>
                  <a:pt x="23" y="207"/>
                </a:lnTo>
                <a:lnTo>
                  <a:pt x="21" y="203"/>
                </a:lnTo>
                <a:lnTo>
                  <a:pt x="18" y="199"/>
                </a:lnTo>
                <a:lnTo>
                  <a:pt x="16" y="195"/>
                </a:lnTo>
                <a:lnTo>
                  <a:pt x="14" y="192"/>
                </a:lnTo>
                <a:lnTo>
                  <a:pt x="12" y="188"/>
                </a:lnTo>
                <a:lnTo>
                  <a:pt x="10" y="184"/>
                </a:lnTo>
                <a:lnTo>
                  <a:pt x="8" y="180"/>
                </a:lnTo>
                <a:lnTo>
                  <a:pt x="6" y="175"/>
                </a:lnTo>
                <a:lnTo>
                  <a:pt x="5" y="171"/>
                </a:lnTo>
                <a:lnTo>
                  <a:pt x="4" y="167"/>
                </a:lnTo>
                <a:lnTo>
                  <a:pt x="3" y="163"/>
                </a:lnTo>
                <a:lnTo>
                  <a:pt x="2" y="159"/>
                </a:lnTo>
                <a:lnTo>
                  <a:pt x="1" y="154"/>
                </a:lnTo>
                <a:lnTo>
                  <a:pt x="0" y="150"/>
                </a:lnTo>
                <a:lnTo>
                  <a:pt x="0" y="146"/>
                </a:lnTo>
                <a:lnTo>
                  <a:pt x="0" y="142"/>
                </a:lnTo>
                <a:lnTo>
                  <a:pt x="0" y="137"/>
                </a:lnTo>
                <a:lnTo>
                  <a:pt x="0" y="133"/>
                </a:lnTo>
                <a:lnTo>
                  <a:pt x="0" y="129"/>
                </a:lnTo>
                <a:lnTo>
                  <a:pt x="0" y="125"/>
                </a:lnTo>
                <a:lnTo>
                  <a:pt x="1" y="120"/>
                </a:lnTo>
                <a:lnTo>
                  <a:pt x="2" y="116"/>
                </a:lnTo>
                <a:lnTo>
                  <a:pt x="3" y="112"/>
                </a:lnTo>
                <a:lnTo>
                  <a:pt x="4" y="108"/>
                </a:lnTo>
                <a:lnTo>
                  <a:pt x="5" y="103"/>
                </a:lnTo>
                <a:lnTo>
                  <a:pt x="6" y="99"/>
                </a:lnTo>
                <a:lnTo>
                  <a:pt x="8" y="95"/>
                </a:lnTo>
                <a:lnTo>
                  <a:pt x="10" y="90"/>
                </a:lnTo>
                <a:lnTo>
                  <a:pt x="12" y="86"/>
                </a:lnTo>
                <a:lnTo>
                  <a:pt x="14" y="82"/>
                </a:lnTo>
                <a:lnTo>
                  <a:pt x="16" y="78"/>
                </a:lnTo>
                <a:lnTo>
                  <a:pt x="18" y="74"/>
                </a:lnTo>
                <a:lnTo>
                  <a:pt x="21" y="71"/>
                </a:lnTo>
                <a:lnTo>
                  <a:pt x="23" y="67"/>
                </a:lnTo>
                <a:lnTo>
                  <a:pt x="26" y="63"/>
                </a:lnTo>
                <a:lnTo>
                  <a:pt x="29" y="60"/>
                </a:lnTo>
                <a:lnTo>
                  <a:pt x="32" y="56"/>
                </a:lnTo>
                <a:lnTo>
                  <a:pt x="35" y="53"/>
                </a:lnTo>
                <a:lnTo>
                  <a:pt x="39" y="49"/>
                </a:lnTo>
                <a:lnTo>
                  <a:pt x="42" y="46"/>
                </a:lnTo>
                <a:lnTo>
                  <a:pt x="46" y="43"/>
                </a:lnTo>
                <a:lnTo>
                  <a:pt x="50" y="40"/>
                </a:lnTo>
                <a:lnTo>
                  <a:pt x="53" y="37"/>
                </a:lnTo>
                <a:lnTo>
                  <a:pt x="57" y="34"/>
                </a:lnTo>
                <a:lnTo>
                  <a:pt x="61" y="31"/>
                </a:lnTo>
                <a:lnTo>
                  <a:pt x="66" y="29"/>
                </a:lnTo>
                <a:lnTo>
                  <a:pt x="70" y="26"/>
                </a:lnTo>
                <a:lnTo>
                  <a:pt x="74" y="24"/>
                </a:lnTo>
                <a:lnTo>
                  <a:pt x="79" y="21"/>
                </a:lnTo>
                <a:lnTo>
                  <a:pt x="83" y="19"/>
                </a:lnTo>
                <a:lnTo>
                  <a:pt x="88" y="17"/>
                </a:lnTo>
                <a:lnTo>
                  <a:pt x="93" y="15"/>
                </a:lnTo>
                <a:lnTo>
                  <a:pt x="97" y="13"/>
                </a:lnTo>
                <a:lnTo>
                  <a:pt x="102" y="11"/>
                </a:lnTo>
                <a:lnTo>
                  <a:pt x="107" y="10"/>
                </a:lnTo>
                <a:lnTo>
                  <a:pt x="113" y="8"/>
                </a:lnTo>
                <a:lnTo>
                  <a:pt x="118" y="7"/>
                </a:lnTo>
                <a:lnTo>
                  <a:pt x="123" y="5"/>
                </a:lnTo>
                <a:lnTo>
                  <a:pt x="128" y="4"/>
                </a:lnTo>
                <a:lnTo>
                  <a:pt x="134" y="3"/>
                </a:lnTo>
                <a:lnTo>
                  <a:pt x="139" y="2"/>
                </a:lnTo>
                <a:lnTo>
                  <a:pt x="144" y="2"/>
                </a:lnTo>
                <a:lnTo>
                  <a:pt x="149" y="1"/>
                </a:lnTo>
                <a:lnTo>
                  <a:pt x="155" y="1"/>
                </a:lnTo>
                <a:lnTo>
                  <a:pt x="160" y="0"/>
                </a:lnTo>
                <a:lnTo>
                  <a:pt x="165" y="0"/>
                </a:lnTo>
                <a:lnTo>
                  <a:pt x="171" y="0"/>
                </a:lnTo>
                <a:lnTo>
                  <a:pt x="176" y="0"/>
                </a:lnTo>
                <a:lnTo>
                  <a:pt x="181" y="0"/>
                </a:lnTo>
                <a:lnTo>
                  <a:pt x="187" y="1"/>
                </a:lnTo>
                <a:lnTo>
                  <a:pt x="192" y="1"/>
                </a:lnTo>
                <a:lnTo>
                  <a:pt x="197" y="2"/>
                </a:lnTo>
                <a:lnTo>
                  <a:pt x="203" y="2"/>
                </a:lnTo>
                <a:lnTo>
                  <a:pt x="208" y="3"/>
                </a:lnTo>
                <a:lnTo>
                  <a:pt x="213" y="4"/>
                </a:lnTo>
                <a:lnTo>
                  <a:pt x="218" y="5"/>
                </a:lnTo>
                <a:lnTo>
                  <a:pt x="223" y="7"/>
                </a:lnTo>
                <a:lnTo>
                  <a:pt x="228" y="8"/>
                </a:lnTo>
                <a:lnTo>
                  <a:pt x="233" y="10"/>
                </a:lnTo>
                <a:lnTo>
                  <a:pt x="238" y="11"/>
                </a:lnTo>
                <a:lnTo>
                  <a:pt x="243" y="13"/>
                </a:lnTo>
                <a:lnTo>
                  <a:pt x="248" y="15"/>
                </a:lnTo>
                <a:lnTo>
                  <a:pt x="253" y="17"/>
                </a:lnTo>
                <a:lnTo>
                  <a:pt x="257" y="19"/>
                </a:lnTo>
                <a:lnTo>
                  <a:pt x="262" y="21"/>
                </a:lnTo>
                <a:lnTo>
                  <a:pt x="266" y="24"/>
                </a:lnTo>
                <a:lnTo>
                  <a:pt x="271" y="26"/>
                </a:lnTo>
                <a:lnTo>
                  <a:pt x="275" y="29"/>
                </a:lnTo>
                <a:lnTo>
                  <a:pt x="279" y="31"/>
                </a:lnTo>
                <a:lnTo>
                  <a:pt x="283" y="34"/>
                </a:lnTo>
                <a:lnTo>
                  <a:pt x="287" y="37"/>
                </a:lnTo>
                <a:lnTo>
                  <a:pt x="291" y="40"/>
                </a:lnTo>
                <a:lnTo>
                  <a:pt x="295" y="43"/>
                </a:lnTo>
                <a:lnTo>
                  <a:pt x="298" y="46"/>
                </a:lnTo>
                <a:lnTo>
                  <a:pt x="302" y="49"/>
                </a:lnTo>
                <a:lnTo>
                  <a:pt x="305" y="53"/>
                </a:lnTo>
                <a:lnTo>
                  <a:pt x="308" y="56"/>
                </a:lnTo>
                <a:lnTo>
                  <a:pt x="311" y="60"/>
                </a:lnTo>
                <a:lnTo>
                  <a:pt x="314" y="63"/>
                </a:lnTo>
                <a:lnTo>
                  <a:pt x="317" y="67"/>
                </a:lnTo>
                <a:lnTo>
                  <a:pt x="320" y="71"/>
                </a:lnTo>
                <a:lnTo>
                  <a:pt x="322" y="74"/>
                </a:lnTo>
                <a:lnTo>
                  <a:pt x="325" y="78"/>
                </a:lnTo>
                <a:lnTo>
                  <a:pt x="327" y="82"/>
                </a:lnTo>
                <a:lnTo>
                  <a:pt x="329" y="86"/>
                </a:lnTo>
                <a:lnTo>
                  <a:pt x="331" y="90"/>
                </a:lnTo>
                <a:lnTo>
                  <a:pt x="333" y="95"/>
                </a:lnTo>
                <a:lnTo>
                  <a:pt x="334" y="99"/>
                </a:lnTo>
                <a:lnTo>
                  <a:pt x="336" y="103"/>
                </a:lnTo>
                <a:lnTo>
                  <a:pt x="337" y="108"/>
                </a:lnTo>
                <a:lnTo>
                  <a:pt x="338" y="112"/>
                </a:lnTo>
                <a:lnTo>
                  <a:pt x="339" y="116"/>
                </a:lnTo>
                <a:lnTo>
                  <a:pt x="340" y="120"/>
                </a:lnTo>
                <a:lnTo>
                  <a:pt x="340" y="125"/>
                </a:lnTo>
                <a:lnTo>
                  <a:pt x="341" y="129"/>
                </a:lnTo>
                <a:lnTo>
                  <a:pt x="341" y="133"/>
                </a:lnTo>
                <a:lnTo>
                  <a:pt x="341" y="137"/>
                </a:lnTo>
                <a:close/>
              </a:path>
            </a:pathLst>
          </a:custGeom>
          <a:solidFill>
            <a:srgbClr val="ff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0" name=""/>
          <p:cNvSpPr/>
          <p:nvPr/>
        </p:nvSpPr>
        <p:spPr>
          <a:xfrm>
            <a:off x="4916520" y="1778040"/>
            <a:ext cx="124560" cy="100080"/>
          </a:xfrm>
          <a:custGeom>
            <a:avLst/>
            <a:gdLst/>
            <a:ahLst/>
            <a:rect l="0" t="0" r="r" b="b"/>
            <a:pathLst>
              <a:path w="346" h="278">
                <a:moveTo>
                  <a:pt x="344" y="138"/>
                </a:moveTo>
                <a:lnTo>
                  <a:pt x="344" y="134"/>
                </a:lnTo>
                <a:lnTo>
                  <a:pt x="344" y="130"/>
                </a:lnTo>
                <a:lnTo>
                  <a:pt x="343" y="126"/>
                </a:lnTo>
                <a:lnTo>
                  <a:pt x="343" y="121"/>
                </a:lnTo>
                <a:lnTo>
                  <a:pt x="342" y="117"/>
                </a:lnTo>
                <a:lnTo>
                  <a:pt x="341" y="113"/>
                </a:lnTo>
                <a:lnTo>
                  <a:pt x="340" y="109"/>
                </a:lnTo>
                <a:lnTo>
                  <a:pt x="339" y="104"/>
                </a:lnTo>
                <a:lnTo>
                  <a:pt x="337" y="100"/>
                </a:lnTo>
                <a:lnTo>
                  <a:pt x="336" y="96"/>
                </a:lnTo>
                <a:lnTo>
                  <a:pt x="334" y="92"/>
                </a:lnTo>
                <a:lnTo>
                  <a:pt x="332" y="88"/>
                </a:lnTo>
                <a:lnTo>
                  <a:pt x="330" y="84"/>
                </a:lnTo>
                <a:lnTo>
                  <a:pt x="328" y="80"/>
                </a:lnTo>
                <a:lnTo>
                  <a:pt x="325" y="76"/>
                </a:lnTo>
                <a:lnTo>
                  <a:pt x="323" y="73"/>
                </a:lnTo>
                <a:lnTo>
                  <a:pt x="320" y="69"/>
                </a:lnTo>
                <a:lnTo>
                  <a:pt x="317" y="65"/>
                </a:lnTo>
                <a:lnTo>
                  <a:pt x="314" y="62"/>
                </a:lnTo>
                <a:lnTo>
                  <a:pt x="311" y="58"/>
                </a:lnTo>
                <a:lnTo>
                  <a:pt x="308" y="55"/>
                </a:lnTo>
                <a:lnTo>
                  <a:pt x="305" y="51"/>
                </a:lnTo>
                <a:lnTo>
                  <a:pt x="301" y="48"/>
                </a:lnTo>
                <a:lnTo>
                  <a:pt x="298" y="45"/>
                </a:lnTo>
                <a:lnTo>
                  <a:pt x="294" y="42"/>
                </a:lnTo>
                <a:lnTo>
                  <a:pt x="290" y="39"/>
                </a:lnTo>
                <a:lnTo>
                  <a:pt x="286" y="36"/>
                </a:lnTo>
                <a:lnTo>
                  <a:pt x="282" y="33"/>
                </a:lnTo>
                <a:lnTo>
                  <a:pt x="278" y="31"/>
                </a:lnTo>
                <a:lnTo>
                  <a:pt x="273" y="28"/>
                </a:lnTo>
                <a:lnTo>
                  <a:pt x="268" y="26"/>
                </a:lnTo>
                <a:lnTo>
                  <a:pt x="264" y="23"/>
                </a:lnTo>
                <a:lnTo>
                  <a:pt x="259" y="21"/>
                </a:lnTo>
                <a:lnTo>
                  <a:pt x="255" y="19"/>
                </a:lnTo>
                <a:lnTo>
                  <a:pt x="250" y="17"/>
                </a:lnTo>
                <a:lnTo>
                  <a:pt x="245" y="15"/>
                </a:lnTo>
                <a:lnTo>
                  <a:pt x="240" y="13"/>
                </a:lnTo>
                <a:lnTo>
                  <a:pt x="235" y="12"/>
                </a:lnTo>
                <a:lnTo>
                  <a:pt x="230" y="10"/>
                </a:lnTo>
                <a:lnTo>
                  <a:pt x="225" y="9"/>
                </a:lnTo>
                <a:lnTo>
                  <a:pt x="220" y="7"/>
                </a:lnTo>
                <a:lnTo>
                  <a:pt x="215" y="6"/>
                </a:lnTo>
                <a:lnTo>
                  <a:pt x="210" y="5"/>
                </a:lnTo>
                <a:lnTo>
                  <a:pt x="205" y="4"/>
                </a:lnTo>
                <a:lnTo>
                  <a:pt x="199" y="4"/>
                </a:lnTo>
                <a:lnTo>
                  <a:pt x="194" y="3"/>
                </a:lnTo>
                <a:lnTo>
                  <a:pt x="189" y="3"/>
                </a:lnTo>
                <a:lnTo>
                  <a:pt x="183" y="2"/>
                </a:lnTo>
                <a:lnTo>
                  <a:pt x="178" y="2"/>
                </a:lnTo>
                <a:lnTo>
                  <a:pt x="173" y="2"/>
                </a:lnTo>
                <a:lnTo>
                  <a:pt x="167" y="2"/>
                </a:lnTo>
                <a:lnTo>
                  <a:pt x="162" y="2"/>
                </a:lnTo>
                <a:lnTo>
                  <a:pt x="157" y="3"/>
                </a:lnTo>
                <a:lnTo>
                  <a:pt x="151" y="3"/>
                </a:lnTo>
                <a:lnTo>
                  <a:pt x="146" y="4"/>
                </a:lnTo>
                <a:lnTo>
                  <a:pt x="141" y="4"/>
                </a:lnTo>
                <a:lnTo>
                  <a:pt x="136" y="5"/>
                </a:lnTo>
                <a:lnTo>
                  <a:pt x="130" y="6"/>
                </a:lnTo>
                <a:lnTo>
                  <a:pt x="125" y="7"/>
                </a:lnTo>
                <a:lnTo>
                  <a:pt x="120" y="9"/>
                </a:lnTo>
                <a:lnTo>
                  <a:pt x="115" y="10"/>
                </a:lnTo>
                <a:lnTo>
                  <a:pt x="110" y="12"/>
                </a:lnTo>
                <a:lnTo>
                  <a:pt x="105" y="13"/>
                </a:lnTo>
                <a:lnTo>
                  <a:pt x="100" y="15"/>
                </a:lnTo>
                <a:lnTo>
                  <a:pt x="96" y="17"/>
                </a:lnTo>
                <a:lnTo>
                  <a:pt x="91" y="19"/>
                </a:lnTo>
                <a:lnTo>
                  <a:pt x="86" y="21"/>
                </a:lnTo>
                <a:lnTo>
                  <a:pt x="82" y="23"/>
                </a:lnTo>
                <a:lnTo>
                  <a:pt x="77" y="26"/>
                </a:lnTo>
                <a:lnTo>
                  <a:pt x="73" y="28"/>
                </a:lnTo>
                <a:lnTo>
                  <a:pt x="69" y="31"/>
                </a:lnTo>
                <a:lnTo>
                  <a:pt x="64" y="33"/>
                </a:lnTo>
                <a:lnTo>
                  <a:pt x="60" y="36"/>
                </a:lnTo>
                <a:lnTo>
                  <a:pt x="56" y="39"/>
                </a:lnTo>
                <a:lnTo>
                  <a:pt x="53" y="42"/>
                </a:lnTo>
                <a:lnTo>
                  <a:pt x="49" y="45"/>
                </a:lnTo>
                <a:lnTo>
                  <a:pt x="45" y="48"/>
                </a:lnTo>
                <a:lnTo>
                  <a:pt x="42" y="51"/>
                </a:lnTo>
                <a:lnTo>
                  <a:pt x="38" y="55"/>
                </a:lnTo>
                <a:lnTo>
                  <a:pt x="35" y="58"/>
                </a:lnTo>
                <a:lnTo>
                  <a:pt x="32" y="62"/>
                </a:lnTo>
                <a:lnTo>
                  <a:pt x="29" y="65"/>
                </a:lnTo>
                <a:lnTo>
                  <a:pt x="26" y="69"/>
                </a:lnTo>
                <a:lnTo>
                  <a:pt x="24" y="73"/>
                </a:lnTo>
                <a:lnTo>
                  <a:pt x="21" y="76"/>
                </a:lnTo>
                <a:lnTo>
                  <a:pt x="19" y="80"/>
                </a:lnTo>
                <a:lnTo>
                  <a:pt x="17" y="84"/>
                </a:lnTo>
                <a:lnTo>
                  <a:pt x="15" y="88"/>
                </a:lnTo>
                <a:lnTo>
                  <a:pt x="13" y="92"/>
                </a:lnTo>
                <a:lnTo>
                  <a:pt x="11" y="96"/>
                </a:lnTo>
                <a:lnTo>
                  <a:pt x="9" y="100"/>
                </a:lnTo>
                <a:lnTo>
                  <a:pt x="8" y="104"/>
                </a:lnTo>
                <a:lnTo>
                  <a:pt x="7" y="109"/>
                </a:lnTo>
                <a:lnTo>
                  <a:pt x="6" y="113"/>
                </a:lnTo>
                <a:lnTo>
                  <a:pt x="5" y="117"/>
                </a:lnTo>
                <a:lnTo>
                  <a:pt x="4" y="121"/>
                </a:lnTo>
                <a:lnTo>
                  <a:pt x="3" y="126"/>
                </a:lnTo>
                <a:lnTo>
                  <a:pt x="3" y="130"/>
                </a:lnTo>
                <a:lnTo>
                  <a:pt x="3" y="134"/>
                </a:lnTo>
                <a:lnTo>
                  <a:pt x="3" y="138"/>
                </a:lnTo>
                <a:lnTo>
                  <a:pt x="3" y="143"/>
                </a:lnTo>
                <a:lnTo>
                  <a:pt x="3" y="147"/>
                </a:lnTo>
                <a:lnTo>
                  <a:pt x="3" y="151"/>
                </a:lnTo>
                <a:lnTo>
                  <a:pt x="4" y="155"/>
                </a:lnTo>
                <a:lnTo>
                  <a:pt x="5" y="160"/>
                </a:lnTo>
                <a:lnTo>
                  <a:pt x="6" y="164"/>
                </a:lnTo>
                <a:lnTo>
                  <a:pt x="7" y="169"/>
                </a:lnTo>
                <a:lnTo>
                  <a:pt x="8" y="173"/>
                </a:lnTo>
                <a:lnTo>
                  <a:pt x="9" y="177"/>
                </a:lnTo>
                <a:lnTo>
                  <a:pt x="11" y="182"/>
                </a:lnTo>
                <a:lnTo>
                  <a:pt x="13" y="186"/>
                </a:lnTo>
                <a:lnTo>
                  <a:pt x="15" y="190"/>
                </a:lnTo>
                <a:lnTo>
                  <a:pt x="17" y="194"/>
                </a:lnTo>
                <a:lnTo>
                  <a:pt x="19" y="197"/>
                </a:lnTo>
                <a:lnTo>
                  <a:pt x="21" y="201"/>
                </a:lnTo>
                <a:lnTo>
                  <a:pt x="24" y="205"/>
                </a:lnTo>
                <a:lnTo>
                  <a:pt x="26" y="209"/>
                </a:lnTo>
                <a:lnTo>
                  <a:pt x="29" y="212"/>
                </a:lnTo>
                <a:lnTo>
                  <a:pt x="32" y="216"/>
                </a:lnTo>
                <a:lnTo>
                  <a:pt x="35" y="220"/>
                </a:lnTo>
                <a:lnTo>
                  <a:pt x="38" y="223"/>
                </a:lnTo>
                <a:lnTo>
                  <a:pt x="42" y="226"/>
                </a:lnTo>
                <a:lnTo>
                  <a:pt x="45" y="230"/>
                </a:lnTo>
                <a:lnTo>
                  <a:pt x="49" y="233"/>
                </a:lnTo>
                <a:lnTo>
                  <a:pt x="53" y="236"/>
                </a:lnTo>
                <a:lnTo>
                  <a:pt x="56" y="239"/>
                </a:lnTo>
                <a:lnTo>
                  <a:pt x="60" y="242"/>
                </a:lnTo>
                <a:lnTo>
                  <a:pt x="64" y="245"/>
                </a:lnTo>
                <a:lnTo>
                  <a:pt x="69" y="247"/>
                </a:lnTo>
                <a:lnTo>
                  <a:pt x="73" y="250"/>
                </a:lnTo>
                <a:lnTo>
                  <a:pt x="77" y="252"/>
                </a:lnTo>
                <a:lnTo>
                  <a:pt x="82" y="255"/>
                </a:lnTo>
                <a:lnTo>
                  <a:pt x="86" y="257"/>
                </a:lnTo>
                <a:lnTo>
                  <a:pt x="91" y="259"/>
                </a:lnTo>
                <a:lnTo>
                  <a:pt x="96" y="261"/>
                </a:lnTo>
                <a:lnTo>
                  <a:pt x="100" y="263"/>
                </a:lnTo>
                <a:lnTo>
                  <a:pt x="105" y="265"/>
                </a:lnTo>
                <a:lnTo>
                  <a:pt x="110" y="266"/>
                </a:lnTo>
                <a:lnTo>
                  <a:pt x="115" y="268"/>
                </a:lnTo>
                <a:lnTo>
                  <a:pt x="120" y="269"/>
                </a:lnTo>
                <a:lnTo>
                  <a:pt x="125" y="270"/>
                </a:lnTo>
                <a:lnTo>
                  <a:pt x="130" y="272"/>
                </a:lnTo>
                <a:lnTo>
                  <a:pt x="136" y="273"/>
                </a:lnTo>
                <a:lnTo>
                  <a:pt x="141" y="273"/>
                </a:lnTo>
                <a:lnTo>
                  <a:pt x="146" y="274"/>
                </a:lnTo>
                <a:lnTo>
                  <a:pt x="151" y="275"/>
                </a:lnTo>
                <a:lnTo>
                  <a:pt x="157" y="275"/>
                </a:lnTo>
                <a:lnTo>
                  <a:pt x="162" y="276"/>
                </a:lnTo>
                <a:lnTo>
                  <a:pt x="167" y="276"/>
                </a:lnTo>
                <a:lnTo>
                  <a:pt x="173" y="276"/>
                </a:lnTo>
                <a:lnTo>
                  <a:pt x="178" y="276"/>
                </a:lnTo>
                <a:lnTo>
                  <a:pt x="183" y="276"/>
                </a:lnTo>
                <a:lnTo>
                  <a:pt x="189" y="275"/>
                </a:lnTo>
                <a:lnTo>
                  <a:pt x="194" y="275"/>
                </a:lnTo>
                <a:lnTo>
                  <a:pt x="199" y="274"/>
                </a:lnTo>
                <a:lnTo>
                  <a:pt x="205" y="273"/>
                </a:lnTo>
                <a:lnTo>
                  <a:pt x="210" y="273"/>
                </a:lnTo>
                <a:lnTo>
                  <a:pt x="215" y="272"/>
                </a:lnTo>
                <a:lnTo>
                  <a:pt x="220" y="270"/>
                </a:lnTo>
                <a:lnTo>
                  <a:pt x="225" y="269"/>
                </a:lnTo>
                <a:lnTo>
                  <a:pt x="230" y="268"/>
                </a:lnTo>
                <a:lnTo>
                  <a:pt x="235" y="266"/>
                </a:lnTo>
                <a:lnTo>
                  <a:pt x="240" y="265"/>
                </a:lnTo>
                <a:lnTo>
                  <a:pt x="245" y="263"/>
                </a:lnTo>
                <a:lnTo>
                  <a:pt x="250" y="261"/>
                </a:lnTo>
                <a:lnTo>
                  <a:pt x="255" y="259"/>
                </a:lnTo>
                <a:lnTo>
                  <a:pt x="259" y="257"/>
                </a:lnTo>
                <a:lnTo>
                  <a:pt x="264" y="255"/>
                </a:lnTo>
                <a:lnTo>
                  <a:pt x="268" y="252"/>
                </a:lnTo>
                <a:lnTo>
                  <a:pt x="273" y="250"/>
                </a:lnTo>
                <a:lnTo>
                  <a:pt x="278" y="247"/>
                </a:lnTo>
                <a:lnTo>
                  <a:pt x="282" y="245"/>
                </a:lnTo>
                <a:lnTo>
                  <a:pt x="286" y="242"/>
                </a:lnTo>
                <a:lnTo>
                  <a:pt x="290" y="239"/>
                </a:lnTo>
                <a:lnTo>
                  <a:pt x="294" y="236"/>
                </a:lnTo>
                <a:lnTo>
                  <a:pt x="298" y="233"/>
                </a:lnTo>
                <a:lnTo>
                  <a:pt x="301" y="230"/>
                </a:lnTo>
                <a:lnTo>
                  <a:pt x="305" y="226"/>
                </a:lnTo>
                <a:lnTo>
                  <a:pt x="308" y="223"/>
                </a:lnTo>
                <a:lnTo>
                  <a:pt x="311" y="220"/>
                </a:lnTo>
                <a:lnTo>
                  <a:pt x="314" y="216"/>
                </a:lnTo>
                <a:lnTo>
                  <a:pt x="317" y="212"/>
                </a:lnTo>
                <a:lnTo>
                  <a:pt x="320" y="209"/>
                </a:lnTo>
                <a:lnTo>
                  <a:pt x="323" y="205"/>
                </a:lnTo>
                <a:lnTo>
                  <a:pt x="325" y="201"/>
                </a:lnTo>
                <a:lnTo>
                  <a:pt x="328" y="197"/>
                </a:lnTo>
                <a:lnTo>
                  <a:pt x="330" y="194"/>
                </a:lnTo>
                <a:lnTo>
                  <a:pt x="332" y="190"/>
                </a:lnTo>
                <a:lnTo>
                  <a:pt x="334" y="186"/>
                </a:lnTo>
                <a:lnTo>
                  <a:pt x="336" y="182"/>
                </a:lnTo>
                <a:lnTo>
                  <a:pt x="337" y="177"/>
                </a:lnTo>
                <a:lnTo>
                  <a:pt x="339" y="173"/>
                </a:lnTo>
                <a:lnTo>
                  <a:pt x="340" y="169"/>
                </a:lnTo>
                <a:lnTo>
                  <a:pt x="341" y="164"/>
                </a:lnTo>
                <a:lnTo>
                  <a:pt x="342" y="160"/>
                </a:lnTo>
                <a:lnTo>
                  <a:pt x="343" y="155"/>
                </a:lnTo>
                <a:lnTo>
                  <a:pt x="343" y="151"/>
                </a:lnTo>
                <a:lnTo>
                  <a:pt x="344" y="147"/>
                </a:lnTo>
                <a:lnTo>
                  <a:pt x="344" y="143"/>
                </a:lnTo>
                <a:lnTo>
                  <a:pt x="344" y="138"/>
                </a:lnTo>
                <a:moveTo>
                  <a:pt x="346" y="138"/>
                </a:moveTo>
                <a:lnTo>
                  <a:pt x="346" y="143"/>
                </a:lnTo>
                <a:lnTo>
                  <a:pt x="346" y="147"/>
                </a:lnTo>
                <a:lnTo>
                  <a:pt x="345" y="151"/>
                </a:lnTo>
                <a:lnTo>
                  <a:pt x="345" y="156"/>
                </a:lnTo>
                <a:lnTo>
                  <a:pt x="344" y="160"/>
                </a:lnTo>
                <a:lnTo>
                  <a:pt x="343" y="164"/>
                </a:lnTo>
                <a:lnTo>
                  <a:pt x="342" y="170"/>
                </a:lnTo>
                <a:lnTo>
                  <a:pt x="341" y="174"/>
                </a:lnTo>
                <a:lnTo>
                  <a:pt x="339" y="178"/>
                </a:lnTo>
                <a:lnTo>
                  <a:pt x="338" y="182"/>
                </a:lnTo>
                <a:lnTo>
                  <a:pt x="336" y="186"/>
                </a:lnTo>
                <a:lnTo>
                  <a:pt x="334" y="190"/>
                </a:lnTo>
                <a:lnTo>
                  <a:pt x="332" y="194"/>
                </a:lnTo>
                <a:lnTo>
                  <a:pt x="330" y="198"/>
                </a:lnTo>
                <a:lnTo>
                  <a:pt x="327" y="202"/>
                </a:lnTo>
                <a:lnTo>
                  <a:pt x="325" y="206"/>
                </a:lnTo>
                <a:lnTo>
                  <a:pt x="322" y="210"/>
                </a:lnTo>
                <a:lnTo>
                  <a:pt x="319" y="213"/>
                </a:lnTo>
                <a:lnTo>
                  <a:pt x="316" y="217"/>
                </a:lnTo>
                <a:lnTo>
                  <a:pt x="313" y="221"/>
                </a:lnTo>
                <a:lnTo>
                  <a:pt x="310" y="224"/>
                </a:lnTo>
                <a:lnTo>
                  <a:pt x="307" y="228"/>
                </a:lnTo>
                <a:lnTo>
                  <a:pt x="303" y="231"/>
                </a:lnTo>
                <a:lnTo>
                  <a:pt x="299" y="234"/>
                </a:lnTo>
                <a:lnTo>
                  <a:pt x="296" y="237"/>
                </a:lnTo>
                <a:lnTo>
                  <a:pt x="292" y="240"/>
                </a:lnTo>
                <a:lnTo>
                  <a:pt x="288" y="243"/>
                </a:lnTo>
                <a:lnTo>
                  <a:pt x="284" y="246"/>
                </a:lnTo>
                <a:lnTo>
                  <a:pt x="279" y="249"/>
                </a:lnTo>
                <a:lnTo>
                  <a:pt x="274" y="251"/>
                </a:lnTo>
                <a:lnTo>
                  <a:pt x="270" y="254"/>
                </a:lnTo>
                <a:lnTo>
                  <a:pt x="265" y="256"/>
                </a:lnTo>
                <a:lnTo>
                  <a:pt x="261" y="258"/>
                </a:lnTo>
                <a:lnTo>
                  <a:pt x="256" y="261"/>
                </a:lnTo>
                <a:lnTo>
                  <a:pt x="251" y="263"/>
                </a:lnTo>
                <a:lnTo>
                  <a:pt x="246" y="265"/>
                </a:lnTo>
                <a:lnTo>
                  <a:pt x="241" y="266"/>
                </a:lnTo>
                <a:lnTo>
                  <a:pt x="236" y="268"/>
                </a:lnTo>
                <a:lnTo>
                  <a:pt x="231" y="269"/>
                </a:lnTo>
                <a:lnTo>
                  <a:pt x="226" y="271"/>
                </a:lnTo>
                <a:lnTo>
                  <a:pt x="221" y="272"/>
                </a:lnTo>
                <a:lnTo>
                  <a:pt x="216" y="273"/>
                </a:lnTo>
                <a:lnTo>
                  <a:pt x="210" y="274"/>
                </a:lnTo>
                <a:lnTo>
                  <a:pt x="205" y="275"/>
                </a:lnTo>
                <a:lnTo>
                  <a:pt x="200" y="276"/>
                </a:lnTo>
                <a:lnTo>
                  <a:pt x="194" y="277"/>
                </a:lnTo>
                <a:lnTo>
                  <a:pt x="189" y="277"/>
                </a:lnTo>
                <a:lnTo>
                  <a:pt x="184" y="277"/>
                </a:lnTo>
                <a:lnTo>
                  <a:pt x="178" y="278"/>
                </a:lnTo>
                <a:lnTo>
                  <a:pt x="173" y="278"/>
                </a:lnTo>
                <a:lnTo>
                  <a:pt x="167" y="278"/>
                </a:lnTo>
                <a:lnTo>
                  <a:pt x="162" y="277"/>
                </a:lnTo>
                <a:lnTo>
                  <a:pt x="157" y="277"/>
                </a:lnTo>
                <a:lnTo>
                  <a:pt x="151" y="277"/>
                </a:lnTo>
                <a:lnTo>
                  <a:pt x="146" y="276"/>
                </a:lnTo>
                <a:lnTo>
                  <a:pt x="140" y="275"/>
                </a:lnTo>
                <a:lnTo>
                  <a:pt x="135" y="274"/>
                </a:lnTo>
                <a:lnTo>
                  <a:pt x="130" y="273"/>
                </a:lnTo>
                <a:lnTo>
                  <a:pt x="125" y="272"/>
                </a:lnTo>
                <a:lnTo>
                  <a:pt x="120" y="271"/>
                </a:lnTo>
                <a:lnTo>
                  <a:pt x="114" y="269"/>
                </a:lnTo>
                <a:lnTo>
                  <a:pt x="109" y="268"/>
                </a:lnTo>
                <a:lnTo>
                  <a:pt x="104" y="266"/>
                </a:lnTo>
                <a:lnTo>
                  <a:pt x="99" y="265"/>
                </a:lnTo>
                <a:lnTo>
                  <a:pt x="95" y="263"/>
                </a:lnTo>
                <a:lnTo>
                  <a:pt x="90" y="261"/>
                </a:lnTo>
                <a:lnTo>
                  <a:pt x="85" y="258"/>
                </a:lnTo>
                <a:lnTo>
                  <a:pt x="80" y="256"/>
                </a:lnTo>
                <a:lnTo>
                  <a:pt x="76" y="254"/>
                </a:lnTo>
                <a:lnTo>
                  <a:pt x="71" y="251"/>
                </a:lnTo>
                <a:lnTo>
                  <a:pt x="67" y="249"/>
                </a:lnTo>
                <a:lnTo>
                  <a:pt x="63" y="246"/>
                </a:lnTo>
                <a:lnTo>
                  <a:pt x="59" y="243"/>
                </a:lnTo>
                <a:lnTo>
                  <a:pt x="55" y="240"/>
                </a:lnTo>
                <a:lnTo>
                  <a:pt x="51" y="237"/>
                </a:lnTo>
                <a:lnTo>
                  <a:pt x="47" y="234"/>
                </a:lnTo>
                <a:lnTo>
                  <a:pt x="43" y="231"/>
                </a:lnTo>
                <a:lnTo>
                  <a:pt x="40" y="228"/>
                </a:lnTo>
                <a:lnTo>
                  <a:pt x="37" y="224"/>
                </a:lnTo>
                <a:lnTo>
                  <a:pt x="33" y="221"/>
                </a:lnTo>
                <a:lnTo>
                  <a:pt x="30" y="217"/>
                </a:lnTo>
                <a:lnTo>
                  <a:pt x="27" y="213"/>
                </a:lnTo>
                <a:lnTo>
                  <a:pt x="24" y="210"/>
                </a:lnTo>
                <a:lnTo>
                  <a:pt x="22" y="206"/>
                </a:lnTo>
                <a:lnTo>
                  <a:pt x="19" y="202"/>
                </a:lnTo>
                <a:lnTo>
                  <a:pt x="17" y="198"/>
                </a:lnTo>
                <a:lnTo>
                  <a:pt x="15" y="194"/>
                </a:lnTo>
                <a:lnTo>
                  <a:pt x="13" y="190"/>
                </a:lnTo>
                <a:lnTo>
                  <a:pt x="11" y="186"/>
                </a:lnTo>
                <a:lnTo>
                  <a:pt x="9" y="182"/>
                </a:lnTo>
                <a:lnTo>
                  <a:pt x="7" y="178"/>
                </a:lnTo>
                <a:lnTo>
                  <a:pt x="6" y="174"/>
                </a:lnTo>
                <a:lnTo>
                  <a:pt x="5" y="170"/>
                </a:lnTo>
                <a:lnTo>
                  <a:pt x="3" y="164"/>
                </a:lnTo>
                <a:lnTo>
                  <a:pt x="3" y="160"/>
                </a:lnTo>
                <a:lnTo>
                  <a:pt x="2" y="156"/>
                </a:lnTo>
                <a:lnTo>
                  <a:pt x="1" y="151"/>
                </a:lnTo>
                <a:lnTo>
                  <a:pt x="1" y="147"/>
                </a:lnTo>
                <a:lnTo>
                  <a:pt x="0" y="143"/>
                </a:lnTo>
                <a:lnTo>
                  <a:pt x="0" y="138"/>
                </a:lnTo>
                <a:lnTo>
                  <a:pt x="0" y="134"/>
                </a:lnTo>
                <a:lnTo>
                  <a:pt x="1" y="130"/>
                </a:lnTo>
                <a:lnTo>
                  <a:pt x="1" y="125"/>
                </a:lnTo>
                <a:lnTo>
                  <a:pt x="2" y="121"/>
                </a:lnTo>
                <a:lnTo>
                  <a:pt x="3" y="117"/>
                </a:lnTo>
                <a:lnTo>
                  <a:pt x="3" y="112"/>
                </a:lnTo>
                <a:lnTo>
                  <a:pt x="5" y="108"/>
                </a:lnTo>
                <a:lnTo>
                  <a:pt x="6" y="104"/>
                </a:lnTo>
                <a:lnTo>
                  <a:pt x="7" y="100"/>
                </a:lnTo>
                <a:lnTo>
                  <a:pt x="9" y="96"/>
                </a:lnTo>
                <a:lnTo>
                  <a:pt x="11" y="92"/>
                </a:lnTo>
                <a:lnTo>
                  <a:pt x="13" y="87"/>
                </a:lnTo>
                <a:lnTo>
                  <a:pt x="15" y="83"/>
                </a:lnTo>
                <a:lnTo>
                  <a:pt x="17" y="80"/>
                </a:lnTo>
                <a:lnTo>
                  <a:pt x="19" y="76"/>
                </a:lnTo>
                <a:lnTo>
                  <a:pt x="22" y="72"/>
                </a:lnTo>
                <a:lnTo>
                  <a:pt x="24" y="68"/>
                </a:lnTo>
                <a:lnTo>
                  <a:pt x="27" y="64"/>
                </a:lnTo>
                <a:lnTo>
                  <a:pt x="30" y="61"/>
                </a:lnTo>
                <a:lnTo>
                  <a:pt x="33" y="57"/>
                </a:lnTo>
                <a:lnTo>
                  <a:pt x="37" y="54"/>
                </a:lnTo>
                <a:lnTo>
                  <a:pt x="40" y="50"/>
                </a:lnTo>
                <a:lnTo>
                  <a:pt x="43" y="47"/>
                </a:lnTo>
                <a:lnTo>
                  <a:pt x="47" y="44"/>
                </a:lnTo>
                <a:lnTo>
                  <a:pt x="51" y="41"/>
                </a:lnTo>
                <a:lnTo>
                  <a:pt x="55" y="38"/>
                </a:lnTo>
                <a:lnTo>
                  <a:pt x="59" y="35"/>
                </a:lnTo>
                <a:lnTo>
                  <a:pt x="63" y="32"/>
                </a:lnTo>
                <a:lnTo>
                  <a:pt x="67" y="29"/>
                </a:lnTo>
                <a:lnTo>
                  <a:pt x="71" y="27"/>
                </a:lnTo>
                <a:lnTo>
                  <a:pt x="76" y="24"/>
                </a:lnTo>
                <a:lnTo>
                  <a:pt x="80" y="22"/>
                </a:lnTo>
                <a:lnTo>
                  <a:pt x="85" y="19"/>
                </a:lnTo>
                <a:lnTo>
                  <a:pt x="90" y="17"/>
                </a:lnTo>
                <a:lnTo>
                  <a:pt x="95" y="15"/>
                </a:lnTo>
                <a:lnTo>
                  <a:pt x="99" y="13"/>
                </a:lnTo>
                <a:lnTo>
                  <a:pt x="104" y="11"/>
                </a:lnTo>
                <a:lnTo>
                  <a:pt x="109" y="10"/>
                </a:lnTo>
                <a:lnTo>
                  <a:pt x="114" y="8"/>
                </a:lnTo>
                <a:lnTo>
                  <a:pt x="120" y="7"/>
                </a:lnTo>
                <a:lnTo>
                  <a:pt x="125" y="6"/>
                </a:lnTo>
                <a:lnTo>
                  <a:pt x="130" y="4"/>
                </a:lnTo>
                <a:lnTo>
                  <a:pt x="135" y="3"/>
                </a:lnTo>
                <a:lnTo>
                  <a:pt x="140" y="3"/>
                </a:lnTo>
                <a:lnTo>
                  <a:pt x="146" y="2"/>
                </a:lnTo>
                <a:lnTo>
                  <a:pt x="151" y="1"/>
                </a:lnTo>
                <a:lnTo>
                  <a:pt x="157" y="1"/>
                </a:lnTo>
                <a:lnTo>
                  <a:pt x="162" y="0"/>
                </a:lnTo>
                <a:lnTo>
                  <a:pt x="167" y="0"/>
                </a:lnTo>
                <a:lnTo>
                  <a:pt x="173" y="0"/>
                </a:lnTo>
                <a:lnTo>
                  <a:pt x="178" y="0"/>
                </a:lnTo>
                <a:lnTo>
                  <a:pt x="184" y="0"/>
                </a:lnTo>
                <a:lnTo>
                  <a:pt x="189" y="1"/>
                </a:lnTo>
                <a:lnTo>
                  <a:pt x="194" y="1"/>
                </a:lnTo>
                <a:lnTo>
                  <a:pt x="200" y="2"/>
                </a:lnTo>
                <a:lnTo>
                  <a:pt x="205" y="3"/>
                </a:lnTo>
                <a:lnTo>
                  <a:pt x="210" y="3"/>
                </a:lnTo>
                <a:lnTo>
                  <a:pt x="216" y="4"/>
                </a:lnTo>
                <a:lnTo>
                  <a:pt x="221" y="6"/>
                </a:lnTo>
                <a:lnTo>
                  <a:pt x="226" y="7"/>
                </a:lnTo>
                <a:lnTo>
                  <a:pt x="231" y="8"/>
                </a:lnTo>
                <a:lnTo>
                  <a:pt x="236" y="10"/>
                </a:lnTo>
                <a:lnTo>
                  <a:pt x="241" y="11"/>
                </a:lnTo>
                <a:lnTo>
                  <a:pt x="246" y="13"/>
                </a:lnTo>
                <a:lnTo>
                  <a:pt x="251" y="15"/>
                </a:lnTo>
                <a:lnTo>
                  <a:pt x="256" y="17"/>
                </a:lnTo>
                <a:lnTo>
                  <a:pt x="261" y="19"/>
                </a:lnTo>
                <a:lnTo>
                  <a:pt x="265" y="22"/>
                </a:lnTo>
                <a:lnTo>
                  <a:pt x="270" y="24"/>
                </a:lnTo>
                <a:lnTo>
                  <a:pt x="274" y="27"/>
                </a:lnTo>
                <a:lnTo>
                  <a:pt x="279" y="29"/>
                </a:lnTo>
                <a:lnTo>
                  <a:pt x="284" y="32"/>
                </a:lnTo>
                <a:lnTo>
                  <a:pt x="288" y="35"/>
                </a:lnTo>
                <a:lnTo>
                  <a:pt x="292" y="38"/>
                </a:lnTo>
                <a:lnTo>
                  <a:pt x="296" y="41"/>
                </a:lnTo>
                <a:lnTo>
                  <a:pt x="299" y="44"/>
                </a:lnTo>
                <a:lnTo>
                  <a:pt x="303" y="47"/>
                </a:lnTo>
                <a:lnTo>
                  <a:pt x="307" y="50"/>
                </a:lnTo>
                <a:lnTo>
                  <a:pt x="310" y="54"/>
                </a:lnTo>
                <a:lnTo>
                  <a:pt x="313" y="57"/>
                </a:lnTo>
                <a:lnTo>
                  <a:pt x="316" y="61"/>
                </a:lnTo>
                <a:lnTo>
                  <a:pt x="319" y="64"/>
                </a:lnTo>
                <a:lnTo>
                  <a:pt x="322" y="68"/>
                </a:lnTo>
                <a:lnTo>
                  <a:pt x="325" y="72"/>
                </a:lnTo>
                <a:lnTo>
                  <a:pt x="327" y="76"/>
                </a:lnTo>
                <a:lnTo>
                  <a:pt x="330" y="80"/>
                </a:lnTo>
                <a:lnTo>
                  <a:pt x="332" y="83"/>
                </a:lnTo>
                <a:lnTo>
                  <a:pt x="334" y="87"/>
                </a:lnTo>
                <a:lnTo>
                  <a:pt x="336" y="92"/>
                </a:lnTo>
                <a:lnTo>
                  <a:pt x="338" y="96"/>
                </a:lnTo>
                <a:lnTo>
                  <a:pt x="339" y="100"/>
                </a:lnTo>
                <a:lnTo>
                  <a:pt x="341" y="104"/>
                </a:lnTo>
                <a:lnTo>
                  <a:pt x="342" y="108"/>
                </a:lnTo>
                <a:lnTo>
                  <a:pt x="343" y="112"/>
                </a:lnTo>
                <a:lnTo>
                  <a:pt x="344" y="117"/>
                </a:lnTo>
                <a:lnTo>
                  <a:pt x="345" y="121"/>
                </a:lnTo>
                <a:lnTo>
                  <a:pt x="345" y="125"/>
                </a:lnTo>
                <a:lnTo>
                  <a:pt x="346" y="130"/>
                </a:lnTo>
                <a:lnTo>
                  <a:pt x="346" y="134"/>
                </a:lnTo>
                <a:lnTo>
                  <a:pt x="346" y="138"/>
                </a:lnTo>
                <a:close/>
              </a:path>
            </a:pathLst>
          </a:custGeom>
          <a:solidFill>
            <a:srgbClr val="ff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1" name=""/>
          <p:cNvSpPr/>
          <p:nvPr/>
        </p:nvSpPr>
        <p:spPr>
          <a:xfrm>
            <a:off x="4915800" y="1777320"/>
            <a:ext cx="126000" cy="101520"/>
          </a:xfrm>
          <a:custGeom>
            <a:avLst/>
            <a:gdLst/>
            <a:ahLst/>
            <a:rect l="0" t="0" r="r" b="b"/>
            <a:pathLst>
              <a:path w="350" h="282">
                <a:moveTo>
                  <a:pt x="348" y="140"/>
                </a:moveTo>
                <a:lnTo>
                  <a:pt x="348" y="136"/>
                </a:lnTo>
                <a:lnTo>
                  <a:pt x="348" y="132"/>
                </a:lnTo>
                <a:lnTo>
                  <a:pt x="347" y="127"/>
                </a:lnTo>
                <a:lnTo>
                  <a:pt x="347" y="123"/>
                </a:lnTo>
                <a:lnTo>
                  <a:pt x="346" y="119"/>
                </a:lnTo>
                <a:lnTo>
                  <a:pt x="345" y="114"/>
                </a:lnTo>
                <a:lnTo>
                  <a:pt x="344" y="110"/>
                </a:lnTo>
                <a:lnTo>
                  <a:pt x="343" y="106"/>
                </a:lnTo>
                <a:lnTo>
                  <a:pt x="341" y="102"/>
                </a:lnTo>
                <a:lnTo>
                  <a:pt x="340" y="98"/>
                </a:lnTo>
                <a:lnTo>
                  <a:pt x="338" y="94"/>
                </a:lnTo>
                <a:lnTo>
                  <a:pt x="336" y="89"/>
                </a:lnTo>
                <a:lnTo>
                  <a:pt x="334" y="85"/>
                </a:lnTo>
                <a:lnTo>
                  <a:pt x="332" y="82"/>
                </a:lnTo>
                <a:lnTo>
                  <a:pt x="329" y="78"/>
                </a:lnTo>
                <a:lnTo>
                  <a:pt x="327" y="74"/>
                </a:lnTo>
                <a:lnTo>
                  <a:pt x="324" y="70"/>
                </a:lnTo>
                <a:lnTo>
                  <a:pt x="321" y="66"/>
                </a:lnTo>
                <a:lnTo>
                  <a:pt x="318" y="63"/>
                </a:lnTo>
                <a:lnTo>
                  <a:pt x="315" y="59"/>
                </a:lnTo>
                <a:lnTo>
                  <a:pt x="312" y="56"/>
                </a:lnTo>
                <a:lnTo>
                  <a:pt x="309" y="52"/>
                </a:lnTo>
                <a:lnTo>
                  <a:pt x="305" y="49"/>
                </a:lnTo>
                <a:lnTo>
                  <a:pt x="301" y="46"/>
                </a:lnTo>
                <a:lnTo>
                  <a:pt x="298" y="43"/>
                </a:lnTo>
                <a:lnTo>
                  <a:pt x="294" y="40"/>
                </a:lnTo>
                <a:lnTo>
                  <a:pt x="290" y="37"/>
                </a:lnTo>
                <a:lnTo>
                  <a:pt x="286" y="34"/>
                </a:lnTo>
                <a:lnTo>
                  <a:pt x="281" y="31"/>
                </a:lnTo>
                <a:lnTo>
                  <a:pt x="277" y="29"/>
                </a:lnTo>
                <a:lnTo>
                  <a:pt x="273" y="26"/>
                </a:lnTo>
                <a:lnTo>
                  <a:pt x="268" y="24"/>
                </a:lnTo>
                <a:lnTo>
                  <a:pt x="264" y="21"/>
                </a:lnTo>
                <a:lnTo>
                  <a:pt x="259" y="19"/>
                </a:lnTo>
                <a:lnTo>
                  <a:pt x="254" y="17"/>
                </a:lnTo>
                <a:lnTo>
                  <a:pt x="249" y="15"/>
                </a:lnTo>
                <a:lnTo>
                  <a:pt x="244" y="13"/>
                </a:lnTo>
                <a:lnTo>
                  <a:pt x="239" y="12"/>
                </a:lnTo>
                <a:lnTo>
                  <a:pt x="234" y="10"/>
                </a:lnTo>
                <a:lnTo>
                  <a:pt x="229" y="9"/>
                </a:lnTo>
                <a:lnTo>
                  <a:pt x="224" y="8"/>
                </a:lnTo>
                <a:lnTo>
                  <a:pt x="219" y="6"/>
                </a:lnTo>
                <a:lnTo>
                  <a:pt x="213" y="5"/>
                </a:lnTo>
                <a:lnTo>
                  <a:pt x="208" y="5"/>
                </a:lnTo>
                <a:lnTo>
                  <a:pt x="203" y="4"/>
                </a:lnTo>
                <a:lnTo>
                  <a:pt x="197" y="3"/>
                </a:lnTo>
                <a:lnTo>
                  <a:pt x="192" y="3"/>
                </a:lnTo>
                <a:lnTo>
                  <a:pt x="187" y="2"/>
                </a:lnTo>
                <a:lnTo>
                  <a:pt x="181" y="2"/>
                </a:lnTo>
                <a:lnTo>
                  <a:pt x="176" y="2"/>
                </a:lnTo>
                <a:lnTo>
                  <a:pt x="170" y="2"/>
                </a:lnTo>
                <a:lnTo>
                  <a:pt x="165" y="2"/>
                </a:lnTo>
                <a:lnTo>
                  <a:pt x="160" y="3"/>
                </a:lnTo>
                <a:lnTo>
                  <a:pt x="154" y="3"/>
                </a:lnTo>
                <a:lnTo>
                  <a:pt x="149" y="4"/>
                </a:lnTo>
                <a:lnTo>
                  <a:pt x="143" y="5"/>
                </a:lnTo>
                <a:lnTo>
                  <a:pt x="138" y="5"/>
                </a:lnTo>
                <a:lnTo>
                  <a:pt x="133" y="6"/>
                </a:lnTo>
                <a:lnTo>
                  <a:pt x="127" y="8"/>
                </a:lnTo>
                <a:lnTo>
                  <a:pt x="122" y="9"/>
                </a:lnTo>
                <a:lnTo>
                  <a:pt x="116" y="10"/>
                </a:lnTo>
                <a:lnTo>
                  <a:pt x="111" y="12"/>
                </a:lnTo>
                <a:lnTo>
                  <a:pt x="106" y="13"/>
                </a:lnTo>
                <a:lnTo>
                  <a:pt x="101" y="15"/>
                </a:lnTo>
                <a:lnTo>
                  <a:pt x="97" y="17"/>
                </a:lnTo>
                <a:lnTo>
                  <a:pt x="92" y="19"/>
                </a:lnTo>
                <a:lnTo>
                  <a:pt x="87" y="21"/>
                </a:lnTo>
                <a:lnTo>
                  <a:pt x="82" y="24"/>
                </a:lnTo>
                <a:lnTo>
                  <a:pt x="78" y="26"/>
                </a:lnTo>
                <a:lnTo>
                  <a:pt x="73" y="29"/>
                </a:lnTo>
                <a:lnTo>
                  <a:pt x="69" y="31"/>
                </a:lnTo>
                <a:lnTo>
                  <a:pt x="65" y="34"/>
                </a:lnTo>
                <a:lnTo>
                  <a:pt x="61" y="37"/>
                </a:lnTo>
                <a:lnTo>
                  <a:pt x="57" y="40"/>
                </a:lnTo>
                <a:lnTo>
                  <a:pt x="53" y="43"/>
                </a:lnTo>
                <a:lnTo>
                  <a:pt x="49" y="46"/>
                </a:lnTo>
                <a:lnTo>
                  <a:pt x="45" y="49"/>
                </a:lnTo>
                <a:lnTo>
                  <a:pt x="42" y="52"/>
                </a:lnTo>
                <a:lnTo>
                  <a:pt x="39" y="56"/>
                </a:lnTo>
                <a:lnTo>
                  <a:pt x="35" y="59"/>
                </a:lnTo>
                <a:lnTo>
                  <a:pt x="32" y="63"/>
                </a:lnTo>
                <a:lnTo>
                  <a:pt x="29" y="66"/>
                </a:lnTo>
                <a:lnTo>
                  <a:pt x="26" y="70"/>
                </a:lnTo>
                <a:lnTo>
                  <a:pt x="24" y="74"/>
                </a:lnTo>
                <a:lnTo>
                  <a:pt x="21" y="78"/>
                </a:lnTo>
                <a:lnTo>
                  <a:pt x="19" y="82"/>
                </a:lnTo>
                <a:lnTo>
                  <a:pt x="17" y="85"/>
                </a:lnTo>
                <a:lnTo>
                  <a:pt x="15" y="89"/>
                </a:lnTo>
                <a:lnTo>
                  <a:pt x="13" y="94"/>
                </a:lnTo>
                <a:lnTo>
                  <a:pt x="11" y="98"/>
                </a:lnTo>
                <a:lnTo>
                  <a:pt x="9" y="102"/>
                </a:lnTo>
                <a:lnTo>
                  <a:pt x="8" y="106"/>
                </a:lnTo>
                <a:lnTo>
                  <a:pt x="7" y="110"/>
                </a:lnTo>
                <a:lnTo>
                  <a:pt x="5" y="114"/>
                </a:lnTo>
                <a:lnTo>
                  <a:pt x="5" y="119"/>
                </a:lnTo>
                <a:lnTo>
                  <a:pt x="4" y="123"/>
                </a:lnTo>
                <a:lnTo>
                  <a:pt x="3" y="127"/>
                </a:lnTo>
                <a:lnTo>
                  <a:pt x="3" y="132"/>
                </a:lnTo>
                <a:lnTo>
                  <a:pt x="2" y="136"/>
                </a:lnTo>
                <a:lnTo>
                  <a:pt x="2" y="140"/>
                </a:lnTo>
                <a:lnTo>
                  <a:pt x="2" y="145"/>
                </a:lnTo>
                <a:lnTo>
                  <a:pt x="3" y="149"/>
                </a:lnTo>
                <a:lnTo>
                  <a:pt x="3" y="153"/>
                </a:lnTo>
                <a:lnTo>
                  <a:pt x="4" y="158"/>
                </a:lnTo>
                <a:lnTo>
                  <a:pt x="5" y="162"/>
                </a:lnTo>
                <a:lnTo>
                  <a:pt x="5" y="166"/>
                </a:lnTo>
                <a:lnTo>
                  <a:pt x="7" y="171"/>
                </a:lnTo>
                <a:lnTo>
                  <a:pt x="8" y="175"/>
                </a:lnTo>
                <a:lnTo>
                  <a:pt x="9" y="179"/>
                </a:lnTo>
                <a:lnTo>
                  <a:pt x="11" y="183"/>
                </a:lnTo>
                <a:lnTo>
                  <a:pt x="13" y="187"/>
                </a:lnTo>
                <a:lnTo>
                  <a:pt x="15" y="191"/>
                </a:lnTo>
                <a:lnTo>
                  <a:pt x="17" y="195"/>
                </a:lnTo>
                <a:lnTo>
                  <a:pt x="19" y="199"/>
                </a:lnTo>
                <a:lnTo>
                  <a:pt x="21" y="203"/>
                </a:lnTo>
                <a:lnTo>
                  <a:pt x="24" y="207"/>
                </a:lnTo>
                <a:lnTo>
                  <a:pt x="26" y="211"/>
                </a:lnTo>
                <a:lnTo>
                  <a:pt x="29" y="214"/>
                </a:lnTo>
                <a:lnTo>
                  <a:pt x="32" y="218"/>
                </a:lnTo>
                <a:lnTo>
                  <a:pt x="35" y="222"/>
                </a:lnTo>
                <a:lnTo>
                  <a:pt x="39" y="225"/>
                </a:lnTo>
                <a:lnTo>
                  <a:pt x="42" y="229"/>
                </a:lnTo>
                <a:lnTo>
                  <a:pt x="45" y="232"/>
                </a:lnTo>
                <a:lnTo>
                  <a:pt x="49" y="235"/>
                </a:lnTo>
                <a:lnTo>
                  <a:pt x="53" y="238"/>
                </a:lnTo>
                <a:lnTo>
                  <a:pt x="57" y="241"/>
                </a:lnTo>
                <a:lnTo>
                  <a:pt x="61" y="245"/>
                </a:lnTo>
                <a:lnTo>
                  <a:pt x="65" y="248"/>
                </a:lnTo>
                <a:lnTo>
                  <a:pt x="69" y="251"/>
                </a:lnTo>
                <a:lnTo>
                  <a:pt x="73" y="253"/>
                </a:lnTo>
                <a:lnTo>
                  <a:pt x="78" y="256"/>
                </a:lnTo>
                <a:lnTo>
                  <a:pt x="82" y="258"/>
                </a:lnTo>
                <a:lnTo>
                  <a:pt x="87" y="260"/>
                </a:lnTo>
                <a:lnTo>
                  <a:pt x="92" y="263"/>
                </a:lnTo>
                <a:lnTo>
                  <a:pt x="97" y="265"/>
                </a:lnTo>
                <a:lnTo>
                  <a:pt x="101" y="267"/>
                </a:lnTo>
                <a:lnTo>
                  <a:pt x="106" y="268"/>
                </a:lnTo>
                <a:lnTo>
                  <a:pt x="111" y="270"/>
                </a:lnTo>
                <a:lnTo>
                  <a:pt x="116" y="271"/>
                </a:lnTo>
                <a:lnTo>
                  <a:pt x="122" y="273"/>
                </a:lnTo>
                <a:lnTo>
                  <a:pt x="127" y="274"/>
                </a:lnTo>
                <a:lnTo>
                  <a:pt x="133" y="275"/>
                </a:lnTo>
                <a:lnTo>
                  <a:pt x="138" y="276"/>
                </a:lnTo>
                <a:lnTo>
                  <a:pt x="143" y="277"/>
                </a:lnTo>
                <a:lnTo>
                  <a:pt x="149" y="278"/>
                </a:lnTo>
                <a:lnTo>
                  <a:pt x="154" y="279"/>
                </a:lnTo>
                <a:lnTo>
                  <a:pt x="160" y="279"/>
                </a:lnTo>
                <a:lnTo>
                  <a:pt x="165" y="279"/>
                </a:lnTo>
                <a:lnTo>
                  <a:pt x="170" y="280"/>
                </a:lnTo>
                <a:lnTo>
                  <a:pt x="176" y="280"/>
                </a:lnTo>
                <a:lnTo>
                  <a:pt x="181" y="280"/>
                </a:lnTo>
                <a:lnTo>
                  <a:pt x="187" y="279"/>
                </a:lnTo>
                <a:lnTo>
                  <a:pt x="192" y="279"/>
                </a:lnTo>
                <a:lnTo>
                  <a:pt x="197" y="279"/>
                </a:lnTo>
                <a:lnTo>
                  <a:pt x="203" y="278"/>
                </a:lnTo>
                <a:lnTo>
                  <a:pt x="208" y="277"/>
                </a:lnTo>
                <a:lnTo>
                  <a:pt x="213" y="276"/>
                </a:lnTo>
                <a:lnTo>
                  <a:pt x="219" y="275"/>
                </a:lnTo>
                <a:lnTo>
                  <a:pt x="224" y="274"/>
                </a:lnTo>
                <a:lnTo>
                  <a:pt x="229" y="273"/>
                </a:lnTo>
                <a:lnTo>
                  <a:pt x="234" y="271"/>
                </a:lnTo>
                <a:lnTo>
                  <a:pt x="239" y="270"/>
                </a:lnTo>
                <a:lnTo>
                  <a:pt x="244" y="268"/>
                </a:lnTo>
                <a:lnTo>
                  <a:pt x="249" y="267"/>
                </a:lnTo>
                <a:lnTo>
                  <a:pt x="254" y="265"/>
                </a:lnTo>
                <a:lnTo>
                  <a:pt x="259" y="263"/>
                </a:lnTo>
                <a:lnTo>
                  <a:pt x="264" y="260"/>
                </a:lnTo>
                <a:lnTo>
                  <a:pt x="268" y="258"/>
                </a:lnTo>
                <a:lnTo>
                  <a:pt x="273" y="256"/>
                </a:lnTo>
                <a:lnTo>
                  <a:pt x="277" y="253"/>
                </a:lnTo>
                <a:lnTo>
                  <a:pt x="281" y="251"/>
                </a:lnTo>
                <a:lnTo>
                  <a:pt x="286" y="248"/>
                </a:lnTo>
                <a:lnTo>
                  <a:pt x="290" y="245"/>
                </a:lnTo>
                <a:lnTo>
                  <a:pt x="294" y="241"/>
                </a:lnTo>
                <a:lnTo>
                  <a:pt x="298" y="238"/>
                </a:lnTo>
                <a:lnTo>
                  <a:pt x="301" y="235"/>
                </a:lnTo>
                <a:lnTo>
                  <a:pt x="305" y="232"/>
                </a:lnTo>
                <a:lnTo>
                  <a:pt x="309" y="229"/>
                </a:lnTo>
                <a:lnTo>
                  <a:pt x="312" y="225"/>
                </a:lnTo>
                <a:lnTo>
                  <a:pt x="315" y="222"/>
                </a:lnTo>
                <a:lnTo>
                  <a:pt x="318" y="218"/>
                </a:lnTo>
                <a:lnTo>
                  <a:pt x="321" y="214"/>
                </a:lnTo>
                <a:lnTo>
                  <a:pt x="324" y="211"/>
                </a:lnTo>
                <a:lnTo>
                  <a:pt x="327" y="207"/>
                </a:lnTo>
                <a:lnTo>
                  <a:pt x="329" y="203"/>
                </a:lnTo>
                <a:lnTo>
                  <a:pt x="332" y="199"/>
                </a:lnTo>
                <a:lnTo>
                  <a:pt x="334" y="195"/>
                </a:lnTo>
                <a:lnTo>
                  <a:pt x="336" y="191"/>
                </a:lnTo>
                <a:lnTo>
                  <a:pt x="338" y="187"/>
                </a:lnTo>
                <a:lnTo>
                  <a:pt x="340" y="183"/>
                </a:lnTo>
                <a:lnTo>
                  <a:pt x="341" y="179"/>
                </a:lnTo>
                <a:lnTo>
                  <a:pt x="343" y="175"/>
                </a:lnTo>
                <a:lnTo>
                  <a:pt x="344" y="171"/>
                </a:lnTo>
                <a:lnTo>
                  <a:pt x="345" y="166"/>
                </a:lnTo>
                <a:lnTo>
                  <a:pt x="346" y="162"/>
                </a:lnTo>
                <a:lnTo>
                  <a:pt x="347" y="158"/>
                </a:lnTo>
                <a:lnTo>
                  <a:pt x="347" y="153"/>
                </a:lnTo>
                <a:lnTo>
                  <a:pt x="348" y="149"/>
                </a:lnTo>
                <a:lnTo>
                  <a:pt x="348" y="145"/>
                </a:lnTo>
                <a:lnTo>
                  <a:pt x="348" y="140"/>
                </a:lnTo>
                <a:moveTo>
                  <a:pt x="350" y="140"/>
                </a:moveTo>
                <a:lnTo>
                  <a:pt x="350" y="145"/>
                </a:lnTo>
                <a:lnTo>
                  <a:pt x="350" y="149"/>
                </a:lnTo>
                <a:lnTo>
                  <a:pt x="350" y="154"/>
                </a:lnTo>
                <a:lnTo>
                  <a:pt x="349" y="158"/>
                </a:lnTo>
                <a:lnTo>
                  <a:pt x="348" y="162"/>
                </a:lnTo>
                <a:lnTo>
                  <a:pt x="347" y="167"/>
                </a:lnTo>
                <a:lnTo>
                  <a:pt x="346" y="171"/>
                </a:lnTo>
                <a:lnTo>
                  <a:pt x="345" y="175"/>
                </a:lnTo>
                <a:lnTo>
                  <a:pt x="344" y="179"/>
                </a:lnTo>
                <a:lnTo>
                  <a:pt x="342" y="184"/>
                </a:lnTo>
                <a:lnTo>
                  <a:pt x="340" y="188"/>
                </a:lnTo>
                <a:lnTo>
                  <a:pt x="338" y="192"/>
                </a:lnTo>
                <a:lnTo>
                  <a:pt x="336" y="196"/>
                </a:lnTo>
                <a:lnTo>
                  <a:pt x="334" y="200"/>
                </a:lnTo>
                <a:lnTo>
                  <a:pt x="331" y="204"/>
                </a:lnTo>
                <a:lnTo>
                  <a:pt x="329" y="208"/>
                </a:lnTo>
                <a:lnTo>
                  <a:pt x="326" y="212"/>
                </a:lnTo>
                <a:lnTo>
                  <a:pt x="323" y="215"/>
                </a:lnTo>
                <a:lnTo>
                  <a:pt x="320" y="219"/>
                </a:lnTo>
                <a:lnTo>
                  <a:pt x="317" y="223"/>
                </a:lnTo>
                <a:lnTo>
                  <a:pt x="314" y="226"/>
                </a:lnTo>
                <a:lnTo>
                  <a:pt x="310" y="230"/>
                </a:lnTo>
                <a:lnTo>
                  <a:pt x="307" y="233"/>
                </a:lnTo>
                <a:lnTo>
                  <a:pt x="303" y="236"/>
                </a:lnTo>
                <a:lnTo>
                  <a:pt x="299" y="239"/>
                </a:lnTo>
                <a:lnTo>
                  <a:pt x="295" y="244"/>
                </a:lnTo>
                <a:lnTo>
                  <a:pt x="291" y="246"/>
                </a:lnTo>
                <a:lnTo>
                  <a:pt x="287" y="249"/>
                </a:lnTo>
                <a:lnTo>
                  <a:pt x="283" y="252"/>
                </a:lnTo>
                <a:lnTo>
                  <a:pt x="278" y="255"/>
                </a:lnTo>
                <a:lnTo>
                  <a:pt x="274" y="257"/>
                </a:lnTo>
                <a:lnTo>
                  <a:pt x="269" y="260"/>
                </a:lnTo>
                <a:lnTo>
                  <a:pt x="265" y="262"/>
                </a:lnTo>
                <a:lnTo>
                  <a:pt x="260" y="264"/>
                </a:lnTo>
                <a:lnTo>
                  <a:pt x="255" y="266"/>
                </a:lnTo>
                <a:lnTo>
                  <a:pt x="250" y="268"/>
                </a:lnTo>
                <a:lnTo>
                  <a:pt x="245" y="270"/>
                </a:lnTo>
                <a:lnTo>
                  <a:pt x="240" y="272"/>
                </a:lnTo>
                <a:lnTo>
                  <a:pt x="235" y="273"/>
                </a:lnTo>
                <a:lnTo>
                  <a:pt x="230" y="275"/>
                </a:lnTo>
                <a:lnTo>
                  <a:pt x="225" y="276"/>
                </a:lnTo>
                <a:lnTo>
                  <a:pt x="219" y="277"/>
                </a:lnTo>
                <a:lnTo>
                  <a:pt x="214" y="278"/>
                </a:lnTo>
                <a:lnTo>
                  <a:pt x="209" y="279"/>
                </a:lnTo>
                <a:lnTo>
                  <a:pt x="203" y="280"/>
                </a:lnTo>
                <a:lnTo>
                  <a:pt x="198" y="280"/>
                </a:lnTo>
                <a:lnTo>
                  <a:pt x="192" y="281"/>
                </a:lnTo>
                <a:lnTo>
                  <a:pt x="187" y="281"/>
                </a:lnTo>
                <a:lnTo>
                  <a:pt x="181" y="281"/>
                </a:lnTo>
                <a:lnTo>
                  <a:pt x="176" y="282"/>
                </a:lnTo>
                <a:lnTo>
                  <a:pt x="170" y="281"/>
                </a:lnTo>
                <a:lnTo>
                  <a:pt x="165" y="281"/>
                </a:lnTo>
                <a:lnTo>
                  <a:pt x="159" y="281"/>
                </a:lnTo>
                <a:lnTo>
                  <a:pt x="154" y="280"/>
                </a:lnTo>
                <a:lnTo>
                  <a:pt x="148" y="280"/>
                </a:lnTo>
                <a:lnTo>
                  <a:pt x="143" y="279"/>
                </a:lnTo>
                <a:lnTo>
                  <a:pt x="138" y="278"/>
                </a:lnTo>
                <a:lnTo>
                  <a:pt x="132" y="277"/>
                </a:lnTo>
                <a:lnTo>
                  <a:pt x="126" y="276"/>
                </a:lnTo>
                <a:lnTo>
                  <a:pt x="121" y="275"/>
                </a:lnTo>
                <a:lnTo>
                  <a:pt x="116" y="273"/>
                </a:lnTo>
                <a:lnTo>
                  <a:pt x="110" y="272"/>
                </a:lnTo>
                <a:lnTo>
                  <a:pt x="105" y="270"/>
                </a:lnTo>
                <a:lnTo>
                  <a:pt x="100" y="268"/>
                </a:lnTo>
                <a:lnTo>
                  <a:pt x="95" y="266"/>
                </a:lnTo>
                <a:lnTo>
                  <a:pt x="91" y="264"/>
                </a:lnTo>
                <a:lnTo>
                  <a:pt x="86" y="262"/>
                </a:lnTo>
                <a:lnTo>
                  <a:pt x="81" y="260"/>
                </a:lnTo>
                <a:lnTo>
                  <a:pt x="77" y="257"/>
                </a:lnTo>
                <a:lnTo>
                  <a:pt x="72" y="255"/>
                </a:lnTo>
                <a:lnTo>
                  <a:pt x="68" y="252"/>
                </a:lnTo>
                <a:lnTo>
                  <a:pt x="63" y="249"/>
                </a:lnTo>
                <a:lnTo>
                  <a:pt x="59" y="246"/>
                </a:lnTo>
                <a:lnTo>
                  <a:pt x="55" y="244"/>
                </a:lnTo>
                <a:lnTo>
                  <a:pt x="51" y="239"/>
                </a:lnTo>
                <a:lnTo>
                  <a:pt x="47" y="236"/>
                </a:lnTo>
                <a:lnTo>
                  <a:pt x="44" y="233"/>
                </a:lnTo>
                <a:lnTo>
                  <a:pt x="40" y="230"/>
                </a:lnTo>
                <a:lnTo>
                  <a:pt x="37" y="226"/>
                </a:lnTo>
                <a:lnTo>
                  <a:pt x="33" y="223"/>
                </a:lnTo>
                <a:lnTo>
                  <a:pt x="30" y="219"/>
                </a:lnTo>
                <a:lnTo>
                  <a:pt x="27" y="215"/>
                </a:lnTo>
                <a:lnTo>
                  <a:pt x="24" y="212"/>
                </a:lnTo>
                <a:lnTo>
                  <a:pt x="22" y="208"/>
                </a:lnTo>
                <a:lnTo>
                  <a:pt x="19" y="204"/>
                </a:lnTo>
                <a:lnTo>
                  <a:pt x="17" y="200"/>
                </a:lnTo>
                <a:lnTo>
                  <a:pt x="14" y="196"/>
                </a:lnTo>
                <a:lnTo>
                  <a:pt x="12" y="192"/>
                </a:lnTo>
                <a:lnTo>
                  <a:pt x="10" y="188"/>
                </a:lnTo>
                <a:lnTo>
                  <a:pt x="9" y="184"/>
                </a:lnTo>
                <a:lnTo>
                  <a:pt x="7" y="179"/>
                </a:lnTo>
                <a:lnTo>
                  <a:pt x="6" y="175"/>
                </a:lnTo>
                <a:lnTo>
                  <a:pt x="4" y="171"/>
                </a:lnTo>
                <a:lnTo>
                  <a:pt x="3" y="167"/>
                </a:lnTo>
                <a:lnTo>
                  <a:pt x="2" y="162"/>
                </a:lnTo>
                <a:lnTo>
                  <a:pt x="1" y="158"/>
                </a:lnTo>
                <a:lnTo>
                  <a:pt x="1" y="154"/>
                </a:lnTo>
                <a:lnTo>
                  <a:pt x="0" y="149"/>
                </a:lnTo>
                <a:lnTo>
                  <a:pt x="0" y="145"/>
                </a:lnTo>
                <a:lnTo>
                  <a:pt x="0" y="140"/>
                </a:lnTo>
                <a:lnTo>
                  <a:pt x="0" y="136"/>
                </a:lnTo>
                <a:lnTo>
                  <a:pt x="0" y="132"/>
                </a:lnTo>
                <a:lnTo>
                  <a:pt x="1" y="127"/>
                </a:lnTo>
                <a:lnTo>
                  <a:pt x="1" y="123"/>
                </a:lnTo>
                <a:lnTo>
                  <a:pt x="2" y="118"/>
                </a:lnTo>
                <a:lnTo>
                  <a:pt x="3" y="114"/>
                </a:lnTo>
                <a:lnTo>
                  <a:pt x="4" y="110"/>
                </a:lnTo>
                <a:lnTo>
                  <a:pt x="6" y="106"/>
                </a:lnTo>
                <a:lnTo>
                  <a:pt x="7" y="101"/>
                </a:lnTo>
                <a:lnTo>
                  <a:pt x="9" y="97"/>
                </a:lnTo>
                <a:lnTo>
                  <a:pt x="10" y="93"/>
                </a:lnTo>
                <a:lnTo>
                  <a:pt x="12" y="89"/>
                </a:lnTo>
                <a:lnTo>
                  <a:pt x="14" y="85"/>
                </a:lnTo>
                <a:lnTo>
                  <a:pt x="17" y="81"/>
                </a:lnTo>
                <a:lnTo>
                  <a:pt x="19" y="77"/>
                </a:lnTo>
                <a:lnTo>
                  <a:pt x="22" y="73"/>
                </a:lnTo>
                <a:lnTo>
                  <a:pt x="24" y="69"/>
                </a:lnTo>
                <a:lnTo>
                  <a:pt x="27" y="65"/>
                </a:lnTo>
                <a:lnTo>
                  <a:pt x="30" y="62"/>
                </a:lnTo>
                <a:lnTo>
                  <a:pt x="33" y="58"/>
                </a:lnTo>
                <a:lnTo>
                  <a:pt x="37" y="54"/>
                </a:lnTo>
                <a:lnTo>
                  <a:pt x="40" y="51"/>
                </a:lnTo>
                <a:lnTo>
                  <a:pt x="44" y="48"/>
                </a:lnTo>
                <a:lnTo>
                  <a:pt x="47" y="44"/>
                </a:lnTo>
                <a:lnTo>
                  <a:pt x="51" y="41"/>
                </a:lnTo>
                <a:lnTo>
                  <a:pt x="55" y="38"/>
                </a:lnTo>
                <a:lnTo>
                  <a:pt x="59" y="35"/>
                </a:lnTo>
                <a:lnTo>
                  <a:pt x="63" y="32"/>
                </a:lnTo>
                <a:lnTo>
                  <a:pt x="68" y="30"/>
                </a:lnTo>
                <a:lnTo>
                  <a:pt x="72" y="27"/>
                </a:lnTo>
                <a:lnTo>
                  <a:pt x="77" y="24"/>
                </a:lnTo>
                <a:lnTo>
                  <a:pt x="81" y="22"/>
                </a:lnTo>
                <a:lnTo>
                  <a:pt x="86" y="20"/>
                </a:lnTo>
                <a:lnTo>
                  <a:pt x="91" y="18"/>
                </a:lnTo>
                <a:lnTo>
                  <a:pt x="95" y="16"/>
                </a:lnTo>
                <a:lnTo>
                  <a:pt x="100" y="14"/>
                </a:lnTo>
                <a:lnTo>
                  <a:pt x="105" y="12"/>
                </a:lnTo>
                <a:lnTo>
                  <a:pt x="110" y="10"/>
                </a:lnTo>
                <a:lnTo>
                  <a:pt x="116" y="9"/>
                </a:lnTo>
                <a:lnTo>
                  <a:pt x="121" y="7"/>
                </a:lnTo>
                <a:lnTo>
                  <a:pt x="126" y="6"/>
                </a:lnTo>
                <a:lnTo>
                  <a:pt x="132" y="5"/>
                </a:lnTo>
                <a:lnTo>
                  <a:pt x="138" y="4"/>
                </a:lnTo>
                <a:lnTo>
                  <a:pt x="143" y="3"/>
                </a:lnTo>
                <a:lnTo>
                  <a:pt x="148" y="2"/>
                </a:lnTo>
                <a:lnTo>
                  <a:pt x="154" y="1"/>
                </a:lnTo>
                <a:lnTo>
                  <a:pt x="159" y="1"/>
                </a:lnTo>
                <a:lnTo>
                  <a:pt x="165" y="1"/>
                </a:lnTo>
                <a:lnTo>
                  <a:pt x="170" y="0"/>
                </a:lnTo>
                <a:lnTo>
                  <a:pt x="176" y="0"/>
                </a:lnTo>
                <a:lnTo>
                  <a:pt x="181" y="0"/>
                </a:lnTo>
                <a:lnTo>
                  <a:pt x="187" y="1"/>
                </a:lnTo>
                <a:lnTo>
                  <a:pt x="192" y="1"/>
                </a:lnTo>
                <a:lnTo>
                  <a:pt x="198" y="1"/>
                </a:lnTo>
                <a:lnTo>
                  <a:pt x="203" y="2"/>
                </a:lnTo>
                <a:lnTo>
                  <a:pt x="209" y="3"/>
                </a:lnTo>
                <a:lnTo>
                  <a:pt x="214" y="4"/>
                </a:lnTo>
                <a:lnTo>
                  <a:pt x="219" y="5"/>
                </a:lnTo>
                <a:lnTo>
                  <a:pt x="225" y="6"/>
                </a:lnTo>
                <a:lnTo>
                  <a:pt x="230" y="7"/>
                </a:lnTo>
                <a:lnTo>
                  <a:pt x="235" y="9"/>
                </a:lnTo>
                <a:lnTo>
                  <a:pt x="240" y="10"/>
                </a:lnTo>
                <a:lnTo>
                  <a:pt x="245" y="12"/>
                </a:lnTo>
                <a:lnTo>
                  <a:pt x="250" y="14"/>
                </a:lnTo>
                <a:lnTo>
                  <a:pt x="255" y="16"/>
                </a:lnTo>
                <a:lnTo>
                  <a:pt x="260" y="18"/>
                </a:lnTo>
                <a:lnTo>
                  <a:pt x="265" y="20"/>
                </a:lnTo>
                <a:lnTo>
                  <a:pt x="269" y="22"/>
                </a:lnTo>
                <a:lnTo>
                  <a:pt x="274" y="24"/>
                </a:lnTo>
                <a:lnTo>
                  <a:pt x="278" y="27"/>
                </a:lnTo>
                <a:lnTo>
                  <a:pt x="283" y="30"/>
                </a:lnTo>
                <a:lnTo>
                  <a:pt x="287" y="32"/>
                </a:lnTo>
                <a:lnTo>
                  <a:pt x="291" y="35"/>
                </a:lnTo>
                <a:lnTo>
                  <a:pt x="295" y="38"/>
                </a:lnTo>
                <a:lnTo>
                  <a:pt x="299" y="41"/>
                </a:lnTo>
                <a:lnTo>
                  <a:pt x="303" y="44"/>
                </a:lnTo>
                <a:lnTo>
                  <a:pt x="307" y="48"/>
                </a:lnTo>
                <a:lnTo>
                  <a:pt x="310" y="51"/>
                </a:lnTo>
                <a:lnTo>
                  <a:pt x="314" y="54"/>
                </a:lnTo>
                <a:lnTo>
                  <a:pt x="317" y="58"/>
                </a:lnTo>
                <a:lnTo>
                  <a:pt x="320" y="62"/>
                </a:lnTo>
                <a:lnTo>
                  <a:pt x="323" y="65"/>
                </a:lnTo>
                <a:lnTo>
                  <a:pt x="326" y="69"/>
                </a:lnTo>
                <a:lnTo>
                  <a:pt x="329" y="73"/>
                </a:lnTo>
                <a:lnTo>
                  <a:pt x="331" y="77"/>
                </a:lnTo>
                <a:lnTo>
                  <a:pt x="334" y="81"/>
                </a:lnTo>
                <a:lnTo>
                  <a:pt x="336" y="85"/>
                </a:lnTo>
                <a:lnTo>
                  <a:pt x="338" y="89"/>
                </a:lnTo>
                <a:lnTo>
                  <a:pt x="340" y="93"/>
                </a:lnTo>
                <a:lnTo>
                  <a:pt x="342" y="97"/>
                </a:lnTo>
                <a:lnTo>
                  <a:pt x="344" y="101"/>
                </a:lnTo>
                <a:lnTo>
                  <a:pt x="345" y="106"/>
                </a:lnTo>
                <a:lnTo>
                  <a:pt x="346" y="110"/>
                </a:lnTo>
                <a:lnTo>
                  <a:pt x="347" y="114"/>
                </a:lnTo>
                <a:lnTo>
                  <a:pt x="348" y="118"/>
                </a:lnTo>
                <a:lnTo>
                  <a:pt x="349" y="123"/>
                </a:lnTo>
                <a:lnTo>
                  <a:pt x="350" y="127"/>
                </a:lnTo>
                <a:lnTo>
                  <a:pt x="350" y="132"/>
                </a:lnTo>
                <a:lnTo>
                  <a:pt x="350" y="136"/>
                </a:lnTo>
                <a:lnTo>
                  <a:pt x="350" y="140"/>
                </a:lnTo>
                <a:close/>
              </a:path>
            </a:pathLst>
          </a:custGeom>
          <a:solidFill>
            <a:srgbClr val="ff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2" name=""/>
          <p:cNvSpPr/>
          <p:nvPr/>
        </p:nvSpPr>
        <p:spPr>
          <a:xfrm>
            <a:off x="4914360" y="1776240"/>
            <a:ext cx="129240" cy="103680"/>
          </a:xfrm>
          <a:custGeom>
            <a:avLst/>
            <a:gdLst/>
            <a:ahLst/>
            <a:rect l="0" t="0" r="r" b="b"/>
            <a:pathLst>
              <a:path w="359" h="288">
                <a:moveTo>
                  <a:pt x="354" y="144"/>
                </a:moveTo>
                <a:lnTo>
                  <a:pt x="354" y="140"/>
                </a:lnTo>
                <a:lnTo>
                  <a:pt x="354" y="136"/>
                </a:lnTo>
                <a:lnTo>
                  <a:pt x="354" y="131"/>
                </a:lnTo>
                <a:lnTo>
                  <a:pt x="353" y="127"/>
                </a:lnTo>
                <a:lnTo>
                  <a:pt x="352" y="122"/>
                </a:lnTo>
                <a:lnTo>
                  <a:pt x="351" y="118"/>
                </a:lnTo>
                <a:lnTo>
                  <a:pt x="350" y="114"/>
                </a:lnTo>
                <a:lnTo>
                  <a:pt x="349" y="110"/>
                </a:lnTo>
                <a:lnTo>
                  <a:pt x="348" y="105"/>
                </a:lnTo>
                <a:lnTo>
                  <a:pt x="346" y="101"/>
                </a:lnTo>
                <a:lnTo>
                  <a:pt x="344" y="97"/>
                </a:lnTo>
                <a:lnTo>
                  <a:pt x="342" y="93"/>
                </a:lnTo>
                <a:lnTo>
                  <a:pt x="340" y="88"/>
                </a:lnTo>
                <a:lnTo>
                  <a:pt x="338" y="84"/>
                </a:lnTo>
                <a:lnTo>
                  <a:pt x="335" y="80"/>
                </a:lnTo>
                <a:lnTo>
                  <a:pt x="333" y="76"/>
                </a:lnTo>
                <a:lnTo>
                  <a:pt x="330" y="72"/>
                </a:lnTo>
                <a:lnTo>
                  <a:pt x="327" y="68"/>
                </a:lnTo>
                <a:lnTo>
                  <a:pt x="324" y="65"/>
                </a:lnTo>
                <a:lnTo>
                  <a:pt x="321" y="61"/>
                </a:lnTo>
                <a:lnTo>
                  <a:pt x="318" y="57"/>
                </a:lnTo>
                <a:lnTo>
                  <a:pt x="314" y="54"/>
                </a:lnTo>
                <a:lnTo>
                  <a:pt x="311" y="51"/>
                </a:lnTo>
                <a:lnTo>
                  <a:pt x="307" y="47"/>
                </a:lnTo>
                <a:lnTo>
                  <a:pt x="303" y="44"/>
                </a:lnTo>
                <a:lnTo>
                  <a:pt x="299" y="41"/>
                </a:lnTo>
                <a:lnTo>
                  <a:pt x="295" y="38"/>
                </a:lnTo>
                <a:lnTo>
                  <a:pt x="291" y="35"/>
                </a:lnTo>
                <a:lnTo>
                  <a:pt x="287" y="33"/>
                </a:lnTo>
                <a:lnTo>
                  <a:pt x="282" y="30"/>
                </a:lnTo>
                <a:lnTo>
                  <a:pt x="278" y="27"/>
                </a:lnTo>
                <a:lnTo>
                  <a:pt x="273" y="25"/>
                </a:lnTo>
                <a:lnTo>
                  <a:pt x="269" y="23"/>
                </a:lnTo>
                <a:lnTo>
                  <a:pt x="264" y="21"/>
                </a:lnTo>
                <a:lnTo>
                  <a:pt x="259" y="19"/>
                </a:lnTo>
                <a:lnTo>
                  <a:pt x="254" y="17"/>
                </a:lnTo>
                <a:lnTo>
                  <a:pt x="249" y="15"/>
                </a:lnTo>
                <a:lnTo>
                  <a:pt x="244" y="13"/>
                </a:lnTo>
                <a:lnTo>
                  <a:pt x="239" y="12"/>
                </a:lnTo>
                <a:lnTo>
                  <a:pt x="234" y="10"/>
                </a:lnTo>
                <a:lnTo>
                  <a:pt x="229" y="9"/>
                </a:lnTo>
                <a:lnTo>
                  <a:pt x="223" y="8"/>
                </a:lnTo>
                <a:lnTo>
                  <a:pt x="218" y="7"/>
                </a:lnTo>
                <a:lnTo>
                  <a:pt x="213" y="6"/>
                </a:lnTo>
                <a:lnTo>
                  <a:pt x="207" y="5"/>
                </a:lnTo>
                <a:lnTo>
                  <a:pt x="202" y="4"/>
                </a:lnTo>
                <a:lnTo>
                  <a:pt x="196" y="4"/>
                </a:lnTo>
                <a:lnTo>
                  <a:pt x="191" y="4"/>
                </a:lnTo>
                <a:lnTo>
                  <a:pt x="185" y="3"/>
                </a:lnTo>
                <a:lnTo>
                  <a:pt x="180" y="3"/>
                </a:lnTo>
                <a:lnTo>
                  <a:pt x="174" y="3"/>
                </a:lnTo>
                <a:lnTo>
                  <a:pt x="169" y="4"/>
                </a:lnTo>
                <a:lnTo>
                  <a:pt x="163" y="4"/>
                </a:lnTo>
                <a:lnTo>
                  <a:pt x="158" y="4"/>
                </a:lnTo>
                <a:lnTo>
                  <a:pt x="152" y="5"/>
                </a:lnTo>
                <a:lnTo>
                  <a:pt x="147" y="6"/>
                </a:lnTo>
                <a:lnTo>
                  <a:pt x="142" y="7"/>
                </a:lnTo>
                <a:lnTo>
                  <a:pt x="136" y="8"/>
                </a:lnTo>
                <a:lnTo>
                  <a:pt x="130" y="9"/>
                </a:lnTo>
                <a:lnTo>
                  <a:pt x="125" y="10"/>
                </a:lnTo>
                <a:lnTo>
                  <a:pt x="120" y="12"/>
                </a:lnTo>
                <a:lnTo>
                  <a:pt x="114" y="13"/>
                </a:lnTo>
                <a:lnTo>
                  <a:pt x="109" y="15"/>
                </a:lnTo>
                <a:lnTo>
                  <a:pt x="104" y="17"/>
                </a:lnTo>
                <a:lnTo>
                  <a:pt x="99" y="19"/>
                </a:lnTo>
                <a:lnTo>
                  <a:pt x="95" y="21"/>
                </a:lnTo>
                <a:lnTo>
                  <a:pt x="90" y="23"/>
                </a:lnTo>
                <a:lnTo>
                  <a:pt x="85" y="25"/>
                </a:lnTo>
                <a:lnTo>
                  <a:pt x="81" y="27"/>
                </a:lnTo>
                <a:lnTo>
                  <a:pt x="76" y="30"/>
                </a:lnTo>
                <a:lnTo>
                  <a:pt x="72" y="33"/>
                </a:lnTo>
                <a:lnTo>
                  <a:pt x="67" y="35"/>
                </a:lnTo>
                <a:lnTo>
                  <a:pt x="63" y="38"/>
                </a:lnTo>
                <a:lnTo>
                  <a:pt x="59" y="41"/>
                </a:lnTo>
                <a:lnTo>
                  <a:pt x="55" y="44"/>
                </a:lnTo>
                <a:lnTo>
                  <a:pt x="51" y="47"/>
                </a:lnTo>
                <a:lnTo>
                  <a:pt x="48" y="51"/>
                </a:lnTo>
                <a:lnTo>
                  <a:pt x="44" y="54"/>
                </a:lnTo>
                <a:lnTo>
                  <a:pt x="41" y="57"/>
                </a:lnTo>
                <a:lnTo>
                  <a:pt x="37" y="61"/>
                </a:lnTo>
                <a:lnTo>
                  <a:pt x="34" y="65"/>
                </a:lnTo>
                <a:lnTo>
                  <a:pt x="31" y="68"/>
                </a:lnTo>
                <a:lnTo>
                  <a:pt x="28" y="72"/>
                </a:lnTo>
                <a:lnTo>
                  <a:pt x="26" y="76"/>
                </a:lnTo>
                <a:lnTo>
                  <a:pt x="23" y="80"/>
                </a:lnTo>
                <a:lnTo>
                  <a:pt x="21" y="84"/>
                </a:lnTo>
                <a:lnTo>
                  <a:pt x="18" y="88"/>
                </a:lnTo>
                <a:lnTo>
                  <a:pt x="16" y="93"/>
                </a:lnTo>
                <a:lnTo>
                  <a:pt x="14" y="97"/>
                </a:lnTo>
                <a:lnTo>
                  <a:pt x="13" y="101"/>
                </a:lnTo>
                <a:lnTo>
                  <a:pt x="11" y="105"/>
                </a:lnTo>
                <a:lnTo>
                  <a:pt x="10" y="110"/>
                </a:lnTo>
                <a:lnTo>
                  <a:pt x="8" y="114"/>
                </a:lnTo>
                <a:lnTo>
                  <a:pt x="7" y="118"/>
                </a:lnTo>
                <a:lnTo>
                  <a:pt x="6" y="122"/>
                </a:lnTo>
                <a:lnTo>
                  <a:pt x="5" y="127"/>
                </a:lnTo>
                <a:lnTo>
                  <a:pt x="5" y="131"/>
                </a:lnTo>
                <a:lnTo>
                  <a:pt x="4" y="136"/>
                </a:lnTo>
                <a:lnTo>
                  <a:pt x="4" y="140"/>
                </a:lnTo>
                <a:lnTo>
                  <a:pt x="4" y="144"/>
                </a:lnTo>
                <a:lnTo>
                  <a:pt x="4" y="149"/>
                </a:lnTo>
                <a:lnTo>
                  <a:pt x="4" y="153"/>
                </a:lnTo>
                <a:lnTo>
                  <a:pt x="5" y="158"/>
                </a:lnTo>
                <a:lnTo>
                  <a:pt x="5" y="162"/>
                </a:lnTo>
                <a:lnTo>
                  <a:pt x="6" y="166"/>
                </a:lnTo>
                <a:lnTo>
                  <a:pt x="7" y="171"/>
                </a:lnTo>
                <a:lnTo>
                  <a:pt x="8" y="175"/>
                </a:lnTo>
                <a:lnTo>
                  <a:pt x="10" y="179"/>
                </a:lnTo>
                <a:lnTo>
                  <a:pt x="11" y="183"/>
                </a:lnTo>
                <a:lnTo>
                  <a:pt x="13" y="188"/>
                </a:lnTo>
                <a:lnTo>
                  <a:pt x="14" y="192"/>
                </a:lnTo>
                <a:lnTo>
                  <a:pt x="16" y="196"/>
                </a:lnTo>
                <a:lnTo>
                  <a:pt x="18" y="200"/>
                </a:lnTo>
                <a:lnTo>
                  <a:pt x="21" y="204"/>
                </a:lnTo>
                <a:lnTo>
                  <a:pt x="23" y="208"/>
                </a:lnTo>
                <a:lnTo>
                  <a:pt x="26" y="212"/>
                </a:lnTo>
                <a:lnTo>
                  <a:pt x="28" y="216"/>
                </a:lnTo>
                <a:lnTo>
                  <a:pt x="31" y="219"/>
                </a:lnTo>
                <a:lnTo>
                  <a:pt x="34" y="223"/>
                </a:lnTo>
                <a:lnTo>
                  <a:pt x="37" y="227"/>
                </a:lnTo>
                <a:lnTo>
                  <a:pt x="41" y="230"/>
                </a:lnTo>
                <a:lnTo>
                  <a:pt x="44" y="234"/>
                </a:lnTo>
                <a:lnTo>
                  <a:pt x="48" y="237"/>
                </a:lnTo>
                <a:lnTo>
                  <a:pt x="51" y="240"/>
                </a:lnTo>
                <a:lnTo>
                  <a:pt x="55" y="243"/>
                </a:lnTo>
                <a:lnTo>
                  <a:pt x="59" y="247"/>
                </a:lnTo>
                <a:lnTo>
                  <a:pt x="63" y="249"/>
                </a:lnTo>
                <a:lnTo>
                  <a:pt x="67" y="252"/>
                </a:lnTo>
                <a:lnTo>
                  <a:pt x="72" y="255"/>
                </a:lnTo>
                <a:lnTo>
                  <a:pt x="76" y="258"/>
                </a:lnTo>
                <a:lnTo>
                  <a:pt x="81" y="260"/>
                </a:lnTo>
                <a:lnTo>
                  <a:pt x="85" y="263"/>
                </a:lnTo>
                <a:lnTo>
                  <a:pt x="90" y="265"/>
                </a:lnTo>
                <a:lnTo>
                  <a:pt x="95" y="267"/>
                </a:lnTo>
                <a:lnTo>
                  <a:pt x="99" y="269"/>
                </a:lnTo>
                <a:lnTo>
                  <a:pt x="104" y="271"/>
                </a:lnTo>
                <a:lnTo>
                  <a:pt x="109" y="273"/>
                </a:lnTo>
                <a:lnTo>
                  <a:pt x="114" y="275"/>
                </a:lnTo>
                <a:lnTo>
                  <a:pt x="120" y="276"/>
                </a:lnTo>
                <a:lnTo>
                  <a:pt x="125" y="278"/>
                </a:lnTo>
                <a:lnTo>
                  <a:pt x="130" y="279"/>
                </a:lnTo>
                <a:lnTo>
                  <a:pt x="136" y="280"/>
                </a:lnTo>
                <a:lnTo>
                  <a:pt x="142" y="281"/>
                </a:lnTo>
                <a:lnTo>
                  <a:pt x="147" y="282"/>
                </a:lnTo>
                <a:lnTo>
                  <a:pt x="152" y="283"/>
                </a:lnTo>
                <a:lnTo>
                  <a:pt x="158" y="283"/>
                </a:lnTo>
                <a:lnTo>
                  <a:pt x="163" y="284"/>
                </a:lnTo>
                <a:lnTo>
                  <a:pt x="169" y="284"/>
                </a:lnTo>
                <a:lnTo>
                  <a:pt x="174" y="284"/>
                </a:lnTo>
                <a:lnTo>
                  <a:pt x="180" y="285"/>
                </a:lnTo>
                <a:lnTo>
                  <a:pt x="185" y="284"/>
                </a:lnTo>
                <a:lnTo>
                  <a:pt x="191" y="284"/>
                </a:lnTo>
                <a:lnTo>
                  <a:pt x="196" y="284"/>
                </a:lnTo>
                <a:lnTo>
                  <a:pt x="202" y="283"/>
                </a:lnTo>
                <a:lnTo>
                  <a:pt x="207" y="283"/>
                </a:lnTo>
                <a:lnTo>
                  <a:pt x="213" y="282"/>
                </a:lnTo>
                <a:lnTo>
                  <a:pt x="218" y="281"/>
                </a:lnTo>
                <a:lnTo>
                  <a:pt x="223" y="280"/>
                </a:lnTo>
                <a:lnTo>
                  <a:pt x="229" y="279"/>
                </a:lnTo>
                <a:lnTo>
                  <a:pt x="234" y="278"/>
                </a:lnTo>
                <a:lnTo>
                  <a:pt x="239" y="276"/>
                </a:lnTo>
                <a:lnTo>
                  <a:pt x="244" y="275"/>
                </a:lnTo>
                <a:lnTo>
                  <a:pt x="249" y="273"/>
                </a:lnTo>
                <a:lnTo>
                  <a:pt x="254" y="271"/>
                </a:lnTo>
                <a:lnTo>
                  <a:pt x="259" y="269"/>
                </a:lnTo>
                <a:lnTo>
                  <a:pt x="264" y="267"/>
                </a:lnTo>
                <a:lnTo>
                  <a:pt x="269" y="265"/>
                </a:lnTo>
                <a:lnTo>
                  <a:pt x="273" y="263"/>
                </a:lnTo>
                <a:lnTo>
                  <a:pt x="278" y="260"/>
                </a:lnTo>
                <a:lnTo>
                  <a:pt x="282" y="258"/>
                </a:lnTo>
                <a:lnTo>
                  <a:pt x="287" y="255"/>
                </a:lnTo>
                <a:lnTo>
                  <a:pt x="291" y="252"/>
                </a:lnTo>
                <a:lnTo>
                  <a:pt x="295" y="249"/>
                </a:lnTo>
                <a:lnTo>
                  <a:pt x="299" y="247"/>
                </a:lnTo>
                <a:lnTo>
                  <a:pt x="303" y="243"/>
                </a:lnTo>
                <a:lnTo>
                  <a:pt x="307" y="240"/>
                </a:lnTo>
                <a:lnTo>
                  <a:pt x="311" y="237"/>
                </a:lnTo>
                <a:lnTo>
                  <a:pt x="314" y="234"/>
                </a:lnTo>
                <a:lnTo>
                  <a:pt x="318" y="230"/>
                </a:lnTo>
                <a:lnTo>
                  <a:pt x="321" y="227"/>
                </a:lnTo>
                <a:lnTo>
                  <a:pt x="324" y="223"/>
                </a:lnTo>
                <a:lnTo>
                  <a:pt x="327" y="219"/>
                </a:lnTo>
                <a:lnTo>
                  <a:pt x="330" y="216"/>
                </a:lnTo>
                <a:lnTo>
                  <a:pt x="333" y="212"/>
                </a:lnTo>
                <a:lnTo>
                  <a:pt x="335" y="208"/>
                </a:lnTo>
                <a:lnTo>
                  <a:pt x="338" y="204"/>
                </a:lnTo>
                <a:lnTo>
                  <a:pt x="340" y="200"/>
                </a:lnTo>
                <a:lnTo>
                  <a:pt x="342" y="196"/>
                </a:lnTo>
                <a:lnTo>
                  <a:pt x="344" y="192"/>
                </a:lnTo>
                <a:lnTo>
                  <a:pt x="346" y="188"/>
                </a:lnTo>
                <a:lnTo>
                  <a:pt x="348" y="183"/>
                </a:lnTo>
                <a:lnTo>
                  <a:pt x="349" y="179"/>
                </a:lnTo>
                <a:lnTo>
                  <a:pt x="350" y="175"/>
                </a:lnTo>
                <a:lnTo>
                  <a:pt x="351" y="171"/>
                </a:lnTo>
                <a:lnTo>
                  <a:pt x="352" y="166"/>
                </a:lnTo>
                <a:lnTo>
                  <a:pt x="353" y="162"/>
                </a:lnTo>
                <a:lnTo>
                  <a:pt x="354" y="158"/>
                </a:lnTo>
                <a:lnTo>
                  <a:pt x="354" y="153"/>
                </a:lnTo>
                <a:lnTo>
                  <a:pt x="354" y="149"/>
                </a:lnTo>
                <a:lnTo>
                  <a:pt x="354" y="144"/>
                </a:lnTo>
                <a:moveTo>
                  <a:pt x="359" y="144"/>
                </a:moveTo>
                <a:lnTo>
                  <a:pt x="359" y="149"/>
                </a:lnTo>
                <a:lnTo>
                  <a:pt x="359" y="153"/>
                </a:lnTo>
                <a:lnTo>
                  <a:pt x="358" y="158"/>
                </a:lnTo>
                <a:lnTo>
                  <a:pt x="358" y="162"/>
                </a:lnTo>
                <a:lnTo>
                  <a:pt x="357" y="167"/>
                </a:lnTo>
                <a:lnTo>
                  <a:pt x="356" y="171"/>
                </a:lnTo>
                <a:lnTo>
                  <a:pt x="355" y="176"/>
                </a:lnTo>
                <a:lnTo>
                  <a:pt x="353" y="180"/>
                </a:lnTo>
                <a:lnTo>
                  <a:pt x="352" y="185"/>
                </a:lnTo>
                <a:lnTo>
                  <a:pt x="350" y="189"/>
                </a:lnTo>
                <a:lnTo>
                  <a:pt x="348" y="193"/>
                </a:lnTo>
                <a:lnTo>
                  <a:pt x="346" y="197"/>
                </a:lnTo>
                <a:lnTo>
                  <a:pt x="344" y="202"/>
                </a:lnTo>
                <a:lnTo>
                  <a:pt x="342" y="206"/>
                </a:lnTo>
                <a:lnTo>
                  <a:pt x="340" y="210"/>
                </a:lnTo>
                <a:lnTo>
                  <a:pt x="337" y="214"/>
                </a:lnTo>
                <a:lnTo>
                  <a:pt x="334" y="218"/>
                </a:lnTo>
                <a:lnTo>
                  <a:pt x="331" y="221"/>
                </a:lnTo>
                <a:lnTo>
                  <a:pt x="328" y="225"/>
                </a:lnTo>
                <a:lnTo>
                  <a:pt x="325" y="229"/>
                </a:lnTo>
                <a:lnTo>
                  <a:pt x="321" y="233"/>
                </a:lnTo>
                <a:lnTo>
                  <a:pt x="318" y="236"/>
                </a:lnTo>
                <a:lnTo>
                  <a:pt x="314" y="239"/>
                </a:lnTo>
                <a:lnTo>
                  <a:pt x="310" y="243"/>
                </a:lnTo>
                <a:lnTo>
                  <a:pt x="307" y="246"/>
                </a:lnTo>
                <a:lnTo>
                  <a:pt x="303" y="249"/>
                </a:lnTo>
                <a:lnTo>
                  <a:pt x="298" y="252"/>
                </a:lnTo>
                <a:lnTo>
                  <a:pt x="294" y="255"/>
                </a:lnTo>
                <a:lnTo>
                  <a:pt x="290" y="258"/>
                </a:lnTo>
                <a:lnTo>
                  <a:pt x="285" y="261"/>
                </a:lnTo>
                <a:lnTo>
                  <a:pt x="281" y="263"/>
                </a:lnTo>
                <a:lnTo>
                  <a:pt x="276" y="266"/>
                </a:lnTo>
                <a:lnTo>
                  <a:pt x="271" y="268"/>
                </a:lnTo>
                <a:lnTo>
                  <a:pt x="266" y="270"/>
                </a:lnTo>
                <a:lnTo>
                  <a:pt x="261" y="273"/>
                </a:lnTo>
                <a:lnTo>
                  <a:pt x="256" y="275"/>
                </a:lnTo>
                <a:lnTo>
                  <a:pt x="251" y="276"/>
                </a:lnTo>
                <a:lnTo>
                  <a:pt x="246" y="278"/>
                </a:lnTo>
                <a:lnTo>
                  <a:pt x="241" y="280"/>
                </a:lnTo>
                <a:lnTo>
                  <a:pt x="235" y="281"/>
                </a:lnTo>
                <a:lnTo>
                  <a:pt x="230" y="282"/>
                </a:lnTo>
                <a:lnTo>
                  <a:pt x="224" y="284"/>
                </a:lnTo>
                <a:lnTo>
                  <a:pt x="219" y="285"/>
                </a:lnTo>
                <a:lnTo>
                  <a:pt x="213" y="286"/>
                </a:lnTo>
                <a:lnTo>
                  <a:pt x="208" y="286"/>
                </a:lnTo>
                <a:lnTo>
                  <a:pt x="202" y="287"/>
                </a:lnTo>
                <a:lnTo>
                  <a:pt x="197" y="288"/>
                </a:lnTo>
                <a:lnTo>
                  <a:pt x="191" y="288"/>
                </a:lnTo>
                <a:lnTo>
                  <a:pt x="185" y="288"/>
                </a:lnTo>
                <a:lnTo>
                  <a:pt x="180" y="288"/>
                </a:lnTo>
                <a:lnTo>
                  <a:pt x="174" y="288"/>
                </a:lnTo>
                <a:lnTo>
                  <a:pt x="169" y="288"/>
                </a:lnTo>
                <a:lnTo>
                  <a:pt x="163" y="288"/>
                </a:lnTo>
                <a:lnTo>
                  <a:pt x="157" y="287"/>
                </a:lnTo>
                <a:lnTo>
                  <a:pt x="152" y="286"/>
                </a:lnTo>
                <a:lnTo>
                  <a:pt x="146" y="286"/>
                </a:lnTo>
                <a:lnTo>
                  <a:pt x="141" y="285"/>
                </a:lnTo>
                <a:lnTo>
                  <a:pt x="135" y="284"/>
                </a:lnTo>
                <a:lnTo>
                  <a:pt x="129" y="282"/>
                </a:lnTo>
                <a:lnTo>
                  <a:pt x="123" y="281"/>
                </a:lnTo>
                <a:lnTo>
                  <a:pt x="118" y="280"/>
                </a:lnTo>
                <a:lnTo>
                  <a:pt x="113" y="278"/>
                </a:lnTo>
                <a:lnTo>
                  <a:pt x="108" y="276"/>
                </a:lnTo>
                <a:lnTo>
                  <a:pt x="102" y="275"/>
                </a:lnTo>
                <a:lnTo>
                  <a:pt x="97" y="273"/>
                </a:lnTo>
                <a:lnTo>
                  <a:pt x="92" y="270"/>
                </a:lnTo>
                <a:lnTo>
                  <a:pt x="88" y="268"/>
                </a:lnTo>
                <a:lnTo>
                  <a:pt x="83" y="266"/>
                </a:lnTo>
                <a:lnTo>
                  <a:pt x="78" y="263"/>
                </a:lnTo>
                <a:lnTo>
                  <a:pt x="73" y="261"/>
                </a:lnTo>
                <a:lnTo>
                  <a:pt x="69" y="258"/>
                </a:lnTo>
                <a:lnTo>
                  <a:pt x="65" y="255"/>
                </a:lnTo>
                <a:lnTo>
                  <a:pt x="60" y="252"/>
                </a:lnTo>
                <a:lnTo>
                  <a:pt x="56" y="249"/>
                </a:lnTo>
                <a:lnTo>
                  <a:pt x="52" y="246"/>
                </a:lnTo>
                <a:lnTo>
                  <a:pt x="48" y="243"/>
                </a:lnTo>
                <a:lnTo>
                  <a:pt x="44" y="239"/>
                </a:lnTo>
                <a:lnTo>
                  <a:pt x="41" y="236"/>
                </a:lnTo>
                <a:lnTo>
                  <a:pt x="37" y="233"/>
                </a:lnTo>
                <a:lnTo>
                  <a:pt x="34" y="229"/>
                </a:lnTo>
                <a:lnTo>
                  <a:pt x="31" y="225"/>
                </a:lnTo>
                <a:lnTo>
                  <a:pt x="27" y="221"/>
                </a:lnTo>
                <a:lnTo>
                  <a:pt x="24" y="218"/>
                </a:lnTo>
                <a:lnTo>
                  <a:pt x="22" y="214"/>
                </a:lnTo>
                <a:lnTo>
                  <a:pt x="19" y="210"/>
                </a:lnTo>
                <a:lnTo>
                  <a:pt x="17" y="206"/>
                </a:lnTo>
                <a:lnTo>
                  <a:pt x="14" y="202"/>
                </a:lnTo>
                <a:lnTo>
                  <a:pt x="12" y="197"/>
                </a:lnTo>
                <a:lnTo>
                  <a:pt x="10" y="193"/>
                </a:lnTo>
                <a:lnTo>
                  <a:pt x="8" y="189"/>
                </a:lnTo>
                <a:lnTo>
                  <a:pt x="7" y="185"/>
                </a:lnTo>
                <a:lnTo>
                  <a:pt x="5" y="180"/>
                </a:lnTo>
                <a:lnTo>
                  <a:pt x="4" y="176"/>
                </a:lnTo>
                <a:lnTo>
                  <a:pt x="3" y="171"/>
                </a:lnTo>
                <a:lnTo>
                  <a:pt x="2" y="167"/>
                </a:lnTo>
                <a:lnTo>
                  <a:pt x="1" y="162"/>
                </a:lnTo>
                <a:lnTo>
                  <a:pt x="0" y="158"/>
                </a:lnTo>
                <a:lnTo>
                  <a:pt x="0" y="153"/>
                </a:lnTo>
                <a:lnTo>
                  <a:pt x="0" y="149"/>
                </a:lnTo>
                <a:lnTo>
                  <a:pt x="0" y="144"/>
                </a:lnTo>
                <a:lnTo>
                  <a:pt x="0" y="140"/>
                </a:lnTo>
                <a:lnTo>
                  <a:pt x="0" y="135"/>
                </a:lnTo>
                <a:lnTo>
                  <a:pt x="0" y="131"/>
                </a:lnTo>
                <a:lnTo>
                  <a:pt x="1" y="126"/>
                </a:lnTo>
                <a:lnTo>
                  <a:pt x="2" y="122"/>
                </a:lnTo>
                <a:lnTo>
                  <a:pt x="3" y="117"/>
                </a:lnTo>
                <a:lnTo>
                  <a:pt x="4" y="113"/>
                </a:lnTo>
                <a:lnTo>
                  <a:pt x="5" y="109"/>
                </a:lnTo>
                <a:lnTo>
                  <a:pt x="7" y="104"/>
                </a:lnTo>
                <a:lnTo>
                  <a:pt x="8" y="100"/>
                </a:lnTo>
                <a:lnTo>
                  <a:pt x="10" y="96"/>
                </a:lnTo>
                <a:lnTo>
                  <a:pt x="12" y="91"/>
                </a:lnTo>
                <a:lnTo>
                  <a:pt x="14" y="86"/>
                </a:lnTo>
                <a:lnTo>
                  <a:pt x="17" y="82"/>
                </a:lnTo>
                <a:lnTo>
                  <a:pt x="19" y="78"/>
                </a:lnTo>
                <a:lnTo>
                  <a:pt x="22" y="74"/>
                </a:lnTo>
                <a:lnTo>
                  <a:pt x="24" y="70"/>
                </a:lnTo>
                <a:lnTo>
                  <a:pt x="27" y="66"/>
                </a:lnTo>
                <a:lnTo>
                  <a:pt x="31" y="63"/>
                </a:lnTo>
                <a:lnTo>
                  <a:pt x="34" y="59"/>
                </a:lnTo>
                <a:lnTo>
                  <a:pt x="37" y="55"/>
                </a:lnTo>
                <a:lnTo>
                  <a:pt x="41" y="52"/>
                </a:lnTo>
                <a:lnTo>
                  <a:pt x="44" y="48"/>
                </a:lnTo>
                <a:lnTo>
                  <a:pt x="48" y="45"/>
                </a:lnTo>
                <a:lnTo>
                  <a:pt x="52" y="42"/>
                </a:lnTo>
                <a:lnTo>
                  <a:pt x="56" y="39"/>
                </a:lnTo>
                <a:lnTo>
                  <a:pt x="60" y="36"/>
                </a:lnTo>
                <a:lnTo>
                  <a:pt x="65" y="33"/>
                </a:lnTo>
                <a:lnTo>
                  <a:pt x="69" y="30"/>
                </a:lnTo>
                <a:lnTo>
                  <a:pt x="73" y="27"/>
                </a:lnTo>
                <a:lnTo>
                  <a:pt x="78" y="24"/>
                </a:lnTo>
                <a:lnTo>
                  <a:pt x="83" y="22"/>
                </a:lnTo>
                <a:lnTo>
                  <a:pt x="88" y="20"/>
                </a:lnTo>
                <a:lnTo>
                  <a:pt x="92" y="17"/>
                </a:lnTo>
                <a:lnTo>
                  <a:pt x="97" y="15"/>
                </a:lnTo>
                <a:lnTo>
                  <a:pt x="102" y="13"/>
                </a:lnTo>
                <a:lnTo>
                  <a:pt x="108" y="11"/>
                </a:lnTo>
                <a:lnTo>
                  <a:pt x="113" y="10"/>
                </a:lnTo>
                <a:lnTo>
                  <a:pt x="118" y="8"/>
                </a:lnTo>
                <a:lnTo>
                  <a:pt x="123" y="7"/>
                </a:lnTo>
                <a:lnTo>
                  <a:pt x="129" y="5"/>
                </a:lnTo>
                <a:lnTo>
                  <a:pt x="135" y="4"/>
                </a:lnTo>
                <a:lnTo>
                  <a:pt x="141" y="3"/>
                </a:lnTo>
                <a:lnTo>
                  <a:pt x="146" y="2"/>
                </a:lnTo>
                <a:lnTo>
                  <a:pt x="152" y="1"/>
                </a:lnTo>
                <a:lnTo>
                  <a:pt x="157" y="1"/>
                </a:lnTo>
                <a:lnTo>
                  <a:pt x="163" y="0"/>
                </a:lnTo>
                <a:lnTo>
                  <a:pt x="169" y="0"/>
                </a:lnTo>
                <a:lnTo>
                  <a:pt x="174" y="0"/>
                </a:lnTo>
                <a:lnTo>
                  <a:pt x="180" y="0"/>
                </a:lnTo>
                <a:lnTo>
                  <a:pt x="185" y="0"/>
                </a:lnTo>
                <a:lnTo>
                  <a:pt x="191" y="0"/>
                </a:lnTo>
                <a:lnTo>
                  <a:pt x="197" y="0"/>
                </a:lnTo>
                <a:lnTo>
                  <a:pt x="202" y="1"/>
                </a:lnTo>
                <a:lnTo>
                  <a:pt x="208" y="1"/>
                </a:lnTo>
                <a:lnTo>
                  <a:pt x="213" y="2"/>
                </a:lnTo>
                <a:lnTo>
                  <a:pt x="219" y="3"/>
                </a:lnTo>
                <a:lnTo>
                  <a:pt x="224" y="4"/>
                </a:lnTo>
                <a:lnTo>
                  <a:pt x="230" y="5"/>
                </a:lnTo>
                <a:lnTo>
                  <a:pt x="235" y="7"/>
                </a:lnTo>
                <a:lnTo>
                  <a:pt x="241" y="8"/>
                </a:lnTo>
                <a:lnTo>
                  <a:pt x="246" y="10"/>
                </a:lnTo>
                <a:lnTo>
                  <a:pt x="251" y="11"/>
                </a:lnTo>
                <a:lnTo>
                  <a:pt x="256" y="13"/>
                </a:lnTo>
                <a:lnTo>
                  <a:pt x="261" y="15"/>
                </a:lnTo>
                <a:lnTo>
                  <a:pt x="266" y="17"/>
                </a:lnTo>
                <a:lnTo>
                  <a:pt x="271" y="20"/>
                </a:lnTo>
                <a:lnTo>
                  <a:pt x="276" y="22"/>
                </a:lnTo>
                <a:lnTo>
                  <a:pt x="281" y="24"/>
                </a:lnTo>
                <a:lnTo>
                  <a:pt x="285" y="27"/>
                </a:lnTo>
                <a:lnTo>
                  <a:pt x="290" y="30"/>
                </a:lnTo>
                <a:lnTo>
                  <a:pt x="294" y="33"/>
                </a:lnTo>
                <a:lnTo>
                  <a:pt x="298" y="36"/>
                </a:lnTo>
                <a:lnTo>
                  <a:pt x="303" y="39"/>
                </a:lnTo>
                <a:lnTo>
                  <a:pt x="307" y="42"/>
                </a:lnTo>
                <a:lnTo>
                  <a:pt x="310" y="45"/>
                </a:lnTo>
                <a:lnTo>
                  <a:pt x="314" y="48"/>
                </a:lnTo>
                <a:lnTo>
                  <a:pt x="318" y="52"/>
                </a:lnTo>
                <a:lnTo>
                  <a:pt x="321" y="55"/>
                </a:lnTo>
                <a:lnTo>
                  <a:pt x="325" y="59"/>
                </a:lnTo>
                <a:lnTo>
                  <a:pt x="328" y="63"/>
                </a:lnTo>
                <a:lnTo>
                  <a:pt x="331" y="66"/>
                </a:lnTo>
                <a:lnTo>
                  <a:pt x="334" y="70"/>
                </a:lnTo>
                <a:lnTo>
                  <a:pt x="337" y="74"/>
                </a:lnTo>
                <a:lnTo>
                  <a:pt x="340" y="78"/>
                </a:lnTo>
                <a:lnTo>
                  <a:pt x="342" y="82"/>
                </a:lnTo>
                <a:lnTo>
                  <a:pt x="344" y="86"/>
                </a:lnTo>
                <a:lnTo>
                  <a:pt x="346" y="91"/>
                </a:lnTo>
                <a:lnTo>
                  <a:pt x="348" y="96"/>
                </a:lnTo>
                <a:lnTo>
                  <a:pt x="350" y="100"/>
                </a:lnTo>
                <a:lnTo>
                  <a:pt x="352" y="104"/>
                </a:lnTo>
                <a:lnTo>
                  <a:pt x="353" y="109"/>
                </a:lnTo>
                <a:lnTo>
                  <a:pt x="355" y="113"/>
                </a:lnTo>
                <a:lnTo>
                  <a:pt x="356" y="117"/>
                </a:lnTo>
                <a:lnTo>
                  <a:pt x="357" y="122"/>
                </a:lnTo>
                <a:lnTo>
                  <a:pt x="358" y="126"/>
                </a:lnTo>
                <a:lnTo>
                  <a:pt x="358" y="131"/>
                </a:lnTo>
                <a:lnTo>
                  <a:pt x="359" y="135"/>
                </a:lnTo>
                <a:lnTo>
                  <a:pt x="359" y="140"/>
                </a:lnTo>
                <a:lnTo>
                  <a:pt x="359" y="144"/>
                </a:lnTo>
                <a:close/>
              </a:path>
            </a:pathLst>
          </a:custGeom>
          <a:solidFill>
            <a:srgbClr val="ff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3" name=""/>
          <p:cNvSpPr/>
          <p:nvPr/>
        </p:nvSpPr>
        <p:spPr>
          <a:xfrm>
            <a:off x="4912560" y="1774800"/>
            <a:ext cx="132840" cy="106560"/>
          </a:xfrm>
          <a:custGeom>
            <a:avLst/>
            <a:gdLst/>
            <a:ahLst/>
            <a:rect l="0" t="0" r="r" b="b"/>
            <a:pathLst>
              <a:path w="369" h="296">
                <a:moveTo>
                  <a:pt x="364" y="147"/>
                </a:moveTo>
                <a:lnTo>
                  <a:pt x="364" y="143"/>
                </a:lnTo>
                <a:lnTo>
                  <a:pt x="364" y="138"/>
                </a:lnTo>
                <a:lnTo>
                  <a:pt x="363" y="134"/>
                </a:lnTo>
                <a:lnTo>
                  <a:pt x="363" y="129"/>
                </a:lnTo>
                <a:lnTo>
                  <a:pt x="362" y="125"/>
                </a:lnTo>
                <a:lnTo>
                  <a:pt x="361" y="120"/>
                </a:lnTo>
                <a:lnTo>
                  <a:pt x="360" y="116"/>
                </a:lnTo>
                <a:lnTo>
                  <a:pt x="358" y="112"/>
                </a:lnTo>
                <a:lnTo>
                  <a:pt x="357" y="107"/>
                </a:lnTo>
                <a:lnTo>
                  <a:pt x="355" y="103"/>
                </a:lnTo>
                <a:lnTo>
                  <a:pt x="353" y="99"/>
                </a:lnTo>
                <a:lnTo>
                  <a:pt x="351" y="94"/>
                </a:lnTo>
                <a:lnTo>
                  <a:pt x="349" y="90"/>
                </a:lnTo>
                <a:lnTo>
                  <a:pt x="347" y="86"/>
                </a:lnTo>
                <a:lnTo>
                  <a:pt x="345" y="82"/>
                </a:lnTo>
                <a:lnTo>
                  <a:pt x="342" y="78"/>
                </a:lnTo>
                <a:lnTo>
                  <a:pt x="339" y="74"/>
                </a:lnTo>
                <a:lnTo>
                  <a:pt x="336" y="70"/>
                </a:lnTo>
                <a:lnTo>
                  <a:pt x="333" y="67"/>
                </a:lnTo>
                <a:lnTo>
                  <a:pt x="330" y="63"/>
                </a:lnTo>
                <a:lnTo>
                  <a:pt x="326" y="59"/>
                </a:lnTo>
                <a:lnTo>
                  <a:pt x="323" y="56"/>
                </a:lnTo>
                <a:lnTo>
                  <a:pt x="319" y="52"/>
                </a:lnTo>
                <a:lnTo>
                  <a:pt x="315" y="49"/>
                </a:lnTo>
                <a:lnTo>
                  <a:pt x="312" y="46"/>
                </a:lnTo>
                <a:lnTo>
                  <a:pt x="308" y="43"/>
                </a:lnTo>
                <a:lnTo>
                  <a:pt x="303" y="40"/>
                </a:lnTo>
                <a:lnTo>
                  <a:pt x="299" y="37"/>
                </a:lnTo>
                <a:lnTo>
                  <a:pt x="295" y="34"/>
                </a:lnTo>
                <a:lnTo>
                  <a:pt x="290" y="31"/>
                </a:lnTo>
                <a:lnTo>
                  <a:pt x="286" y="28"/>
                </a:lnTo>
                <a:lnTo>
                  <a:pt x="281" y="26"/>
                </a:lnTo>
                <a:lnTo>
                  <a:pt x="276" y="24"/>
                </a:lnTo>
                <a:lnTo>
                  <a:pt x="271" y="21"/>
                </a:lnTo>
                <a:lnTo>
                  <a:pt x="266" y="19"/>
                </a:lnTo>
                <a:lnTo>
                  <a:pt x="261" y="17"/>
                </a:lnTo>
                <a:lnTo>
                  <a:pt x="256" y="15"/>
                </a:lnTo>
                <a:lnTo>
                  <a:pt x="251" y="14"/>
                </a:lnTo>
                <a:lnTo>
                  <a:pt x="246" y="12"/>
                </a:lnTo>
                <a:lnTo>
                  <a:pt x="240" y="11"/>
                </a:lnTo>
                <a:lnTo>
                  <a:pt x="235" y="9"/>
                </a:lnTo>
                <a:lnTo>
                  <a:pt x="229" y="8"/>
                </a:lnTo>
                <a:lnTo>
                  <a:pt x="224" y="7"/>
                </a:lnTo>
                <a:lnTo>
                  <a:pt x="218" y="6"/>
                </a:lnTo>
                <a:lnTo>
                  <a:pt x="213" y="5"/>
                </a:lnTo>
                <a:lnTo>
                  <a:pt x="207" y="5"/>
                </a:lnTo>
                <a:lnTo>
                  <a:pt x="202" y="4"/>
                </a:lnTo>
                <a:lnTo>
                  <a:pt x="196" y="4"/>
                </a:lnTo>
                <a:lnTo>
                  <a:pt x="190" y="4"/>
                </a:lnTo>
                <a:lnTo>
                  <a:pt x="185" y="4"/>
                </a:lnTo>
                <a:lnTo>
                  <a:pt x="179" y="4"/>
                </a:lnTo>
                <a:lnTo>
                  <a:pt x="174" y="4"/>
                </a:lnTo>
                <a:lnTo>
                  <a:pt x="168" y="4"/>
                </a:lnTo>
                <a:lnTo>
                  <a:pt x="162" y="5"/>
                </a:lnTo>
                <a:lnTo>
                  <a:pt x="157" y="5"/>
                </a:lnTo>
                <a:lnTo>
                  <a:pt x="151" y="6"/>
                </a:lnTo>
                <a:lnTo>
                  <a:pt x="146" y="7"/>
                </a:lnTo>
                <a:lnTo>
                  <a:pt x="140" y="8"/>
                </a:lnTo>
                <a:lnTo>
                  <a:pt x="135" y="9"/>
                </a:lnTo>
                <a:lnTo>
                  <a:pt x="129" y="11"/>
                </a:lnTo>
                <a:lnTo>
                  <a:pt x="124" y="12"/>
                </a:lnTo>
                <a:lnTo>
                  <a:pt x="119" y="14"/>
                </a:lnTo>
                <a:lnTo>
                  <a:pt x="113" y="15"/>
                </a:lnTo>
                <a:lnTo>
                  <a:pt x="107" y="17"/>
                </a:lnTo>
                <a:lnTo>
                  <a:pt x="102" y="19"/>
                </a:lnTo>
                <a:lnTo>
                  <a:pt x="97" y="21"/>
                </a:lnTo>
                <a:lnTo>
                  <a:pt x="93" y="24"/>
                </a:lnTo>
                <a:lnTo>
                  <a:pt x="88" y="26"/>
                </a:lnTo>
                <a:lnTo>
                  <a:pt x="83" y="28"/>
                </a:lnTo>
                <a:lnTo>
                  <a:pt x="78" y="31"/>
                </a:lnTo>
                <a:lnTo>
                  <a:pt x="74" y="34"/>
                </a:lnTo>
                <a:lnTo>
                  <a:pt x="70" y="37"/>
                </a:lnTo>
                <a:lnTo>
                  <a:pt x="65" y="40"/>
                </a:lnTo>
                <a:lnTo>
                  <a:pt x="61" y="43"/>
                </a:lnTo>
                <a:lnTo>
                  <a:pt x="57" y="46"/>
                </a:lnTo>
                <a:lnTo>
                  <a:pt x="53" y="49"/>
                </a:lnTo>
                <a:lnTo>
                  <a:pt x="49" y="52"/>
                </a:lnTo>
                <a:lnTo>
                  <a:pt x="46" y="56"/>
                </a:lnTo>
                <a:lnTo>
                  <a:pt x="42" y="59"/>
                </a:lnTo>
                <a:lnTo>
                  <a:pt x="39" y="63"/>
                </a:lnTo>
                <a:lnTo>
                  <a:pt x="36" y="67"/>
                </a:lnTo>
                <a:lnTo>
                  <a:pt x="32" y="70"/>
                </a:lnTo>
                <a:lnTo>
                  <a:pt x="29" y="74"/>
                </a:lnTo>
                <a:lnTo>
                  <a:pt x="27" y="78"/>
                </a:lnTo>
                <a:lnTo>
                  <a:pt x="24" y="82"/>
                </a:lnTo>
                <a:lnTo>
                  <a:pt x="22" y="86"/>
                </a:lnTo>
                <a:lnTo>
                  <a:pt x="19" y="90"/>
                </a:lnTo>
                <a:lnTo>
                  <a:pt x="17" y="94"/>
                </a:lnTo>
                <a:lnTo>
                  <a:pt x="15" y="99"/>
                </a:lnTo>
                <a:lnTo>
                  <a:pt x="13" y="103"/>
                </a:lnTo>
                <a:lnTo>
                  <a:pt x="12" y="107"/>
                </a:lnTo>
                <a:lnTo>
                  <a:pt x="10" y="112"/>
                </a:lnTo>
                <a:lnTo>
                  <a:pt x="9" y="116"/>
                </a:lnTo>
                <a:lnTo>
                  <a:pt x="8" y="120"/>
                </a:lnTo>
                <a:lnTo>
                  <a:pt x="7" y="125"/>
                </a:lnTo>
                <a:lnTo>
                  <a:pt x="6" y="129"/>
                </a:lnTo>
                <a:lnTo>
                  <a:pt x="5" y="134"/>
                </a:lnTo>
                <a:lnTo>
                  <a:pt x="5" y="138"/>
                </a:lnTo>
                <a:lnTo>
                  <a:pt x="5" y="143"/>
                </a:lnTo>
                <a:lnTo>
                  <a:pt x="5" y="147"/>
                </a:lnTo>
                <a:lnTo>
                  <a:pt x="5" y="152"/>
                </a:lnTo>
                <a:lnTo>
                  <a:pt x="5" y="156"/>
                </a:lnTo>
                <a:lnTo>
                  <a:pt x="5" y="161"/>
                </a:lnTo>
                <a:lnTo>
                  <a:pt x="6" y="165"/>
                </a:lnTo>
                <a:lnTo>
                  <a:pt x="7" y="170"/>
                </a:lnTo>
                <a:lnTo>
                  <a:pt x="8" y="174"/>
                </a:lnTo>
                <a:lnTo>
                  <a:pt x="9" y="179"/>
                </a:lnTo>
                <a:lnTo>
                  <a:pt x="10" y="183"/>
                </a:lnTo>
                <a:lnTo>
                  <a:pt x="12" y="188"/>
                </a:lnTo>
                <a:lnTo>
                  <a:pt x="13" y="192"/>
                </a:lnTo>
                <a:lnTo>
                  <a:pt x="15" y="196"/>
                </a:lnTo>
                <a:lnTo>
                  <a:pt x="17" y="200"/>
                </a:lnTo>
                <a:lnTo>
                  <a:pt x="19" y="205"/>
                </a:lnTo>
                <a:lnTo>
                  <a:pt x="22" y="209"/>
                </a:lnTo>
                <a:lnTo>
                  <a:pt x="24" y="213"/>
                </a:lnTo>
                <a:lnTo>
                  <a:pt x="27" y="217"/>
                </a:lnTo>
                <a:lnTo>
                  <a:pt x="29" y="221"/>
                </a:lnTo>
                <a:lnTo>
                  <a:pt x="32" y="224"/>
                </a:lnTo>
                <a:lnTo>
                  <a:pt x="36" y="228"/>
                </a:lnTo>
                <a:lnTo>
                  <a:pt x="39" y="232"/>
                </a:lnTo>
                <a:lnTo>
                  <a:pt x="42" y="237"/>
                </a:lnTo>
                <a:lnTo>
                  <a:pt x="46" y="240"/>
                </a:lnTo>
                <a:lnTo>
                  <a:pt x="49" y="243"/>
                </a:lnTo>
                <a:lnTo>
                  <a:pt x="53" y="247"/>
                </a:lnTo>
                <a:lnTo>
                  <a:pt x="57" y="250"/>
                </a:lnTo>
                <a:lnTo>
                  <a:pt x="61" y="253"/>
                </a:lnTo>
                <a:lnTo>
                  <a:pt x="65" y="256"/>
                </a:lnTo>
                <a:lnTo>
                  <a:pt x="70" y="259"/>
                </a:lnTo>
                <a:lnTo>
                  <a:pt x="74" y="262"/>
                </a:lnTo>
                <a:lnTo>
                  <a:pt x="78" y="265"/>
                </a:lnTo>
                <a:lnTo>
                  <a:pt x="83" y="267"/>
                </a:lnTo>
                <a:lnTo>
                  <a:pt x="88" y="270"/>
                </a:lnTo>
                <a:lnTo>
                  <a:pt x="93" y="272"/>
                </a:lnTo>
                <a:lnTo>
                  <a:pt x="97" y="274"/>
                </a:lnTo>
                <a:lnTo>
                  <a:pt x="102" y="277"/>
                </a:lnTo>
                <a:lnTo>
                  <a:pt x="107" y="279"/>
                </a:lnTo>
                <a:lnTo>
                  <a:pt x="113" y="280"/>
                </a:lnTo>
                <a:lnTo>
                  <a:pt x="119" y="282"/>
                </a:lnTo>
                <a:lnTo>
                  <a:pt x="124" y="284"/>
                </a:lnTo>
                <a:lnTo>
                  <a:pt x="129" y="285"/>
                </a:lnTo>
                <a:lnTo>
                  <a:pt x="135" y="286"/>
                </a:lnTo>
                <a:lnTo>
                  <a:pt x="140" y="288"/>
                </a:lnTo>
                <a:lnTo>
                  <a:pt x="146" y="289"/>
                </a:lnTo>
                <a:lnTo>
                  <a:pt x="151" y="290"/>
                </a:lnTo>
                <a:lnTo>
                  <a:pt x="157" y="290"/>
                </a:lnTo>
                <a:lnTo>
                  <a:pt x="162" y="291"/>
                </a:lnTo>
                <a:lnTo>
                  <a:pt x="168" y="292"/>
                </a:lnTo>
                <a:lnTo>
                  <a:pt x="174" y="292"/>
                </a:lnTo>
                <a:lnTo>
                  <a:pt x="179" y="292"/>
                </a:lnTo>
                <a:lnTo>
                  <a:pt x="185" y="292"/>
                </a:lnTo>
                <a:lnTo>
                  <a:pt x="190" y="292"/>
                </a:lnTo>
                <a:lnTo>
                  <a:pt x="196" y="292"/>
                </a:lnTo>
                <a:lnTo>
                  <a:pt x="202" y="292"/>
                </a:lnTo>
                <a:lnTo>
                  <a:pt x="207" y="291"/>
                </a:lnTo>
                <a:lnTo>
                  <a:pt x="213" y="290"/>
                </a:lnTo>
                <a:lnTo>
                  <a:pt x="218" y="290"/>
                </a:lnTo>
                <a:lnTo>
                  <a:pt x="224" y="289"/>
                </a:lnTo>
                <a:lnTo>
                  <a:pt x="229" y="288"/>
                </a:lnTo>
                <a:lnTo>
                  <a:pt x="235" y="286"/>
                </a:lnTo>
                <a:lnTo>
                  <a:pt x="240" y="285"/>
                </a:lnTo>
                <a:lnTo>
                  <a:pt x="246" y="284"/>
                </a:lnTo>
                <a:lnTo>
                  <a:pt x="251" y="282"/>
                </a:lnTo>
                <a:lnTo>
                  <a:pt x="256" y="280"/>
                </a:lnTo>
                <a:lnTo>
                  <a:pt x="261" y="279"/>
                </a:lnTo>
                <a:lnTo>
                  <a:pt x="266" y="277"/>
                </a:lnTo>
                <a:lnTo>
                  <a:pt x="271" y="274"/>
                </a:lnTo>
                <a:lnTo>
                  <a:pt x="276" y="272"/>
                </a:lnTo>
                <a:lnTo>
                  <a:pt x="281" y="270"/>
                </a:lnTo>
                <a:lnTo>
                  <a:pt x="286" y="267"/>
                </a:lnTo>
                <a:lnTo>
                  <a:pt x="290" y="265"/>
                </a:lnTo>
                <a:lnTo>
                  <a:pt x="295" y="262"/>
                </a:lnTo>
                <a:lnTo>
                  <a:pt x="299" y="259"/>
                </a:lnTo>
                <a:lnTo>
                  <a:pt x="303" y="256"/>
                </a:lnTo>
                <a:lnTo>
                  <a:pt x="308" y="253"/>
                </a:lnTo>
                <a:lnTo>
                  <a:pt x="312" y="250"/>
                </a:lnTo>
                <a:lnTo>
                  <a:pt x="315" y="247"/>
                </a:lnTo>
                <a:lnTo>
                  <a:pt x="319" y="243"/>
                </a:lnTo>
                <a:lnTo>
                  <a:pt x="323" y="240"/>
                </a:lnTo>
                <a:lnTo>
                  <a:pt x="326" y="237"/>
                </a:lnTo>
                <a:lnTo>
                  <a:pt x="330" y="232"/>
                </a:lnTo>
                <a:lnTo>
                  <a:pt x="333" y="228"/>
                </a:lnTo>
                <a:lnTo>
                  <a:pt x="336" y="224"/>
                </a:lnTo>
                <a:lnTo>
                  <a:pt x="339" y="221"/>
                </a:lnTo>
                <a:lnTo>
                  <a:pt x="342" y="217"/>
                </a:lnTo>
                <a:lnTo>
                  <a:pt x="345" y="213"/>
                </a:lnTo>
                <a:lnTo>
                  <a:pt x="347" y="209"/>
                </a:lnTo>
                <a:lnTo>
                  <a:pt x="349" y="205"/>
                </a:lnTo>
                <a:lnTo>
                  <a:pt x="351" y="200"/>
                </a:lnTo>
                <a:lnTo>
                  <a:pt x="353" y="196"/>
                </a:lnTo>
                <a:lnTo>
                  <a:pt x="355" y="192"/>
                </a:lnTo>
                <a:lnTo>
                  <a:pt x="357" y="188"/>
                </a:lnTo>
                <a:lnTo>
                  <a:pt x="358" y="183"/>
                </a:lnTo>
                <a:lnTo>
                  <a:pt x="360" y="179"/>
                </a:lnTo>
                <a:lnTo>
                  <a:pt x="361" y="174"/>
                </a:lnTo>
                <a:lnTo>
                  <a:pt x="362" y="170"/>
                </a:lnTo>
                <a:lnTo>
                  <a:pt x="363" y="165"/>
                </a:lnTo>
                <a:lnTo>
                  <a:pt x="363" y="161"/>
                </a:lnTo>
                <a:lnTo>
                  <a:pt x="364" y="156"/>
                </a:lnTo>
                <a:lnTo>
                  <a:pt x="364" y="152"/>
                </a:lnTo>
                <a:lnTo>
                  <a:pt x="364" y="147"/>
                </a:lnTo>
                <a:moveTo>
                  <a:pt x="369" y="147"/>
                </a:moveTo>
                <a:lnTo>
                  <a:pt x="369" y="152"/>
                </a:lnTo>
                <a:lnTo>
                  <a:pt x="368" y="157"/>
                </a:lnTo>
                <a:lnTo>
                  <a:pt x="368" y="161"/>
                </a:lnTo>
                <a:lnTo>
                  <a:pt x="367" y="166"/>
                </a:lnTo>
                <a:lnTo>
                  <a:pt x="366" y="170"/>
                </a:lnTo>
                <a:lnTo>
                  <a:pt x="365" y="175"/>
                </a:lnTo>
                <a:lnTo>
                  <a:pt x="364" y="180"/>
                </a:lnTo>
                <a:lnTo>
                  <a:pt x="363" y="184"/>
                </a:lnTo>
                <a:lnTo>
                  <a:pt x="361" y="189"/>
                </a:lnTo>
                <a:lnTo>
                  <a:pt x="360" y="193"/>
                </a:lnTo>
                <a:lnTo>
                  <a:pt x="358" y="197"/>
                </a:lnTo>
                <a:lnTo>
                  <a:pt x="356" y="202"/>
                </a:lnTo>
                <a:lnTo>
                  <a:pt x="354" y="206"/>
                </a:lnTo>
                <a:lnTo>
                  <a:pt x="351" y="210"/>
                </a:lnTo>
                <a:lnTo>
                  <a:pt x="349" y="214"/>
                </a:lnTo>
                <a:lnTo>
                  <a:pt x="346" y="218"/>
                </a:lnTo>
                <a:lnTo>
                  <a:pt x="343" y="222"/>
                </a:lnTo>
                <a:lnTo>
                  <a:pt x="340" y="226"/>
                </a:lnTo>
                <a:lnTo>
                  <a:pt x="337" y="230"/>
                </a:lnTo>
                <a:lnTo>
                  <a:pt x="334" y="235"/>
                </a:lnTo>
                <a:lnTo>
                  <a:pt x="330" y="239"/>
                </a:lnTo>
                <a:lnTo>
                  <a:pt x="326" y="242"/>
                </a:lnTo>
                <a:lnTo>
                  <a:pt x="323" y="246"/>
                </a:lnTo>
                <a:lnTo>
                  <a:pt x="319" y="249"/>
                </a:lnTo>
                <a:lnTo>
                  <a:pt x="315" y="253"/>
                </a:lnTo>
                <a:lnTo>
                  <a:pt x="311" y="256"/>
                </a:lnTo>
                <a:lnTo>
                  <a:pt x="306" y="259"/>
                </a:lnTo>
                <a:lnTo>
                  <a:pt x="302" y="262"/>
                </a:lnTo>
                <a:lnTo>
                  <a:pt x="298" y="265"/>
                </a:lnTo>
                <a:lnTo>
                  <a:pt x="293" y="268"/>
                </a:lnTo>
                <a:lnTo>
                  <a:pt x="288" y="270"/>
                </a:lnTo>
                <a:lnTo>
                  <a:pt x="283" y="273"/>
                </a:lnTo>
                <a:lnTo>
                  <a:pt x="278" y="275"/>
                </a:lnTo>
                <a:lnTo>
                  <a:pt x="273" y="278"/>
                </a:lnTo>
                <a:lnTo>
                  <a:pt x="268" y="280"/>
                </a:lnTo>
                <a:lnTo>
                  <a:pt x="263" y="282"/>
                </a:lnTo>
                <a:lnTo>
                  <a:pt x="258" y="284"/>
                </a:lnTo>
                <a:lnTo>
                  <a:pt x="252" y="286"/>
                </a:lnTo>
                <a:lnTo>
                  <a:pt x="247" y="287"/>
                </a:lnTo>
                <a:lnTo>
                  <a:pt x="242" y="289"/>
                </a:lnTo>
                <a:lnTo>
                  <a:pt x="236" y="290"/>
                </a:lnTo>
                <a:lnTo>
                  <a:pt x="231" y="291"/>
                </a:lnTo>
                <a:lnTo>
                  <a:pt x="225" y="292"/>
                </a:lnTo>
                <a:lnTo>
                  <a:pt x="219" y="293"/>
                </a:lnTo>
                <a:lnTo>
                  <a:pt x="214" y="294"/>
                </a:lnTo>
                <a:lnTo>
                  <a:pt x="208" y="295"/>
                </a:lnTo>
                <a:lnTo>
                  <a:pt x="202" y="295"/>
                </a:lnTo>
                <a:lnTo>
                  <a:pt x="196" y="296"/>
                </a:lnTo>
                <a:lnTo>
                  <a:pt x="191" y="296"/>
                </a:lnTo>
                <a:lnTo>
                  <a:pt x="185" y="296"/>
                </a:lnTo>
                <a:lnTo>
                  <a:pt x="179" y="296"/>
                </a:lnTo>
                <a:lnTo>
                  <a:pt x="173" y="296"/>
                </a:lnTo>
                <a:lnTo>
                  <a:pt x="167" y="295"/>
                </a:lnTo>
                <a:lnTo>
                  <a:pt x="162" y="295"/>
                </a:lnTo>
                <a:lnTo>
                  <a:pt x="156" y="294"/>
                </a:lnTo>
                <a:lnTo>
                  <a:pt x="150" y="293"/>
                </a:lnTo>
                <a:lnTo>
                  <a:pt x="145" y="292"/>
                </a:lnTo>
                <a:lnTo>
                  <a:pt x="139" y="291"/>
                </a:lnTo>
                <a:lnTo>
                  <a:pt x="133" y="290"/>
                </a:lnTo>
                <a:lnTo>
                  <a:pt x="128" y="289"/>
                </a:lnTo>
                <a:lnTo>
                  <a:pt x="123" y="287"/>
                </a:lnTo>
                <a:lnTo>
                  <a:pt x="116" y="286"/>
                </a:lnTo>
                <a:lnTo>
                  <a:pt x="111" y="284"/>
                </a:lnTo>
                <a:lnTo>
                  <a:pt x="106" y="282"/>
                </a:lnTo>
                <a:lnTo>
                  <a:pt x="100" y="280"/>
                </a:lnTo>
                <a:lnTo>
                  <a:pt x="95" y="278"/>
                </a:lnTo>
                <a:lnTo>
                  <a:pt x="90" y="275"/>
                </a:lnTo>
                <a:lnTo>
                  <a:pt x="85" y="273"/>
                </a:lnTo>
                <a:lnTo>
                  <a:pt x="80" y="270"/>
                </a:lnTo>
                <a:lnTo>
                  <a:pt x="76" y="268"/>
                </a:lnTo>
                <a:lnTo>
                  <a:pt x="71" y="265"/>
                </a:lnTo>
                <a:lnTo>
                  <a:pt x="67" y="262"/>
                </a:lnTo>
                <a:lnTo>
                  <a:pt x="62" y="259"/>
                </a:lnTo>
                <a:lnTo>
                  <a:pt x="58" y="256"/>
                </a:lnTo>
                <a:lnTo>
                  <a:pt x="54" y="253"/>
                </a:lnTo>
                <a:lnTo>
                  <a:pt x="50" y="249"/>
                </a:lnTo>
                <a:lnTo>
                  <a:pt x="46" y="246"/>
                </a:lnTo>
                <a:lnTo>
                  <a:pt x="42" y="242"/>
                </a:lnTo>
                <a:lnTo>
                  <a:pt x="39" y="239"/>
                </a:lnTo>
                <a:lnTo>
                  <a:pt x="35" y="235"/>
                </a:lnTo>
                <a:lnTo>
                  <a:pt x="32" y="230"/>
                </a:lnTo>
                <a:lnTo>
                  <a:pt x="29" y="226"/>
                </a:lnTo>
                <a:lnTo>
                  <a:pt x="26" y="222"/>
                </a:lnTo>
                <a:lnTo>
                  <a:pt x="23" y="218"/>
                </a:lnTo>
                <a:lnTo>
                  <a:pt x="20" y="214"/>
                </a:lnTo>
                <a:lnTo>
                  <a:pt x="17" y="210"/>
                </a:lnTo>
                <a:lnTo>
                  <a:pt x="15" y="206"/>
                </a:lnTo>
                <a:lnTo>
                  <a:pt x="13" y="202"/>
                </a:lnTo>
                <a:lnTo>
                  <a:pt x="11" y="197"/>
                </a:lnTo>
                <a:lnTo>
                  <a:pt x="9" y="193"/>
                </a:lnTo>
                <a:lnTo>
                  <a:pt x="7" y="189"/>
                </a:lnTo>
                <a:lnTo>
                  <a:pt x="6" y="184"/>
                </a:lnTo>
                <a:lnTo>
                  <a:pt x="4" y="180"/>
                </a:lnTo>
                <a:lnTo>
                  <a:pt x="3" y="175"/>
                </a:lnTo>
                <a:lnTo>
                  <a:pt x="2" y="170"/>
                </a:lnTo>
                <a:lnTo>
                  <a:pt x="1" y="166"/>
                </a:lnTo>
                <a:lnTo>
                  <a:pt x="1" y="161"/>
                </a:lnTo>
                <a:lnTo>
                  <a:pt x="0" y="157"/>
                </a:lnTo>
                <a:lnTo>
                  <a:pt x="0" y="152"/>
                </a:lnTo>
                <a:lnTo>
                  <a:pt x="0" y="147"/>
                </a:lnTo>
                <a:lnTo>
                  <a:pt x="0" y="143"/>
                </a:lnTo>
                <a:lnTo>
                  <a:pt x="0" y="138"/>
                </a:lnTo>
                <a:lnTo>
                  <a:pt x="1" y="134"/>
                </a:lnTo>
                <a:lnTo>
                  <a:pt x="1" y="129"/>
                </a:lnTo>
                <a:lnTo>
                  <a:pt x="2" y="124"/>
                </a:lnTo>
                <a:lnTo>
                  <a:pt x="3" y="120"/>
                </a:lnTo>
                <a:lnTo>
                  <a:pt x="4" y="115"/>
                </a:lnTo>
                <a:lnTo>
                  <a:pt x="6" y="111"/>
                </a:lnTo>
                <a:lnTo>
                  <a:pt x="7" y="106"/>
                </a:lnTo>
                <a:lnTo>
                  <a:pt x="9" y="102"/>
                </a:lnTo>
                <a:lnTo>
                  <a:pt x="11" y="97"/>
                </a:lnTo>
                <a:lnTo>
                  <a:pt x="13" y="93"/>
                </a:lnTo>
                <a:lnTo>
                  <a:pt x="15" y="89"/>
                </a:lnTo>
                <a:lnTo>
                  <a:pt x="17" y="85"/>
                </a:lnTo>
                <a:lnTo>
                  <a:pt x="20" y="80"/>
                </a:lnTo>
                <a:lnTo>
                  <a:pt x="23" y="76"/>
                </a:lnTo>
                <a:lnTo>
                  <a:pt x="26" y="72"/>
                </a:lnTo>
                <a:lnTo>
                  <a:pt x="29" y="68"/>
                </a:lnTo>
                <a:lnTo>
                  <a:pt x="32" y="64"/>
                </a:lnTo>
                <a:lnTo>
                  <a:pt x="35" y="61"/>
                </a:lnTo>
                <a:lnTo>
                  <a:pt x="39" y="57"/>
                </a:lnTo>
                <a:lnTo>
                  <a:pt x="42" y="53"/>
                </a:lnTo>
                <a:lnTo>
                  <a:pt x="46" y="50"/>
                </a:lnTo>
                <a:lnTo>
                  <a:pt x="50" y="46"/>
                </a:lnTo>
                <a:lnTo>
                  <a:pt x="54" y="43"/>
                </a:lnTo>
                <a:lnTo>
                  <a:pt x="58" y="40"/>
                </a:lnTo>
                <a:lnTo>
                  <a:pt x="62" y="37"/>
                </a:lnTo>
                <a:lnTo>
                  <a:pt x="67" y="34"/>
                </a:lnTo>
                <a:lnTo>
                  <a:pt x="71" y="31"/>
                </a:lnTo>
                <a:lnTo>
                  <a:pt x="76" y="28"/>
                </a:lnTo>
                <a:lnTo>
                  <a:pt x="80" y="25"/>
                </a:lnTo>
                <a:lnTo>
                  <a:pt x="85" y="23"/>
                </a:lnTo>
                <a:lnTo>
                  <a:pt x="90" y="20"/>
                </a:lnTo>
                <a:lnTo>
                  <a:pt x="95" y="18"/>
                </a:lnTo>
                <a:lnTo>
                  <a:pt x="100" y="16"/>
                </a:lnTo>
                <a:lnTo>
                  <a:pt x="106" y="14"/>
                </a:lnTo>
                <a:lnTo>
                  <a:pt x="111" y="12"/>
                </a:lnTo>
                <a:lnTo>
                  <a:pt x="116" y="10"/>
                </a:lnTo>
                <a:lnTo>
                  <a:pt x="123" y="9"/>
                </a:lnTo>
                <a:lnTo>
                  <a:pt x="128" y="7"/>
                </a:lnTo>
                <a:lnTo>
                  <a:pt x="133" y="6"/>
                </a:lnTo>
                <a:lnTo>
                  <a:pt x="139" y="5"/>
                </a:lnTo>
                <a:lnTo>
                  <a:pt x="145" y="3"/>
                </a:lnTo>
                <a:lnTo>
                  <a:pt x="150" y="2"/>
                </a:lnTo>
                <a:lnTo>
                  <a:pt x="156" y="2"/>
                </a:lnTo>
                <a:lnTo>
                  <a:pt x="162" y="1"/>
                </a:lnTo>
                <a:lnTo>
                  <a:pt x="167" y="1"/>
                </a:lnTo>
                <a:lnTo>
                  <a:pt x="173" y="0"/>
                </a:lnTo>
                <a:lnTo>
                  <a:pt x="179" y="0"/>
                </a:lnTo>
                <a:lnTo>
                  <a:pt x="185" y="0"/>
                </a:lnTo>
                <a:lnTo>
                  <a:pt x="191" y="0"/>
                </a:lnTo>
                <a:lnTo>
                  <a:pt x="196" y="0"/>
                </a:lnTo>
                <a:lnTo>
                  <a:pt x="202" y="1"/>
                </a:lnTo>
                <a:lnTo>
                  <a:pt x="208" y="1"/>
                </a:lnTo>
                <a:lnTo>
                  <a:pt x="214" y="2"/>
                </a:lnTo>
                <a:lnTo>
                  <a:pt x="219" y="2"/>
                </a:lnTo>
                <a:lnTo>
                  <a:pt x="225" y="3"/>
                </a:lnTo>
                <a:lnTo>
                  <a:pt x="231" y="5"/>
                </a:lnTo>
                <a:lnTo>
                  <a:pt x="236" y="6"/>
                </a:lnTo>
                <a:lnTo>
                  <a:pt x="242" y="7"/>
                </a:lnTo>
                <a:lnTo>
                  <a:pt x="247" y="9"/>
                </a:lnTo>
                <a:lnTo>
                  <a:pt x="252" y="10"/>
                </a:lnTo>
                <a:lnTo>
                  <a:pt x="258" y="12"/>
                </a:lnTo>
                <a:lnTo>
                  <a:pt x="263" y="14"/>
                </a:lnTo>
                <a:lnTo>
                  <a:pt x="268" y="16"/>
                </a:lnTo>
                <a:lnTo>
                  <a:pt x="273" y="18"/>
                </a:lnTo>
                <a:lnTo>
                  <a:pt x="278" y="20"/>
                </a:lnTo>
                <a:lnTo>
                  <a:pt x="283" y="23"/>
                </a:lnTo>
                <a:lnTo>
                  <a:pt x="288" y="25"/>
                </a:lnTo>
                <a:lnTo>
                  <a:pt x="293" y="28"/>
                </a:lnTo>
                <a:lnTo>
                  <a:pt x="298" y="31"/>
                </a:lnTo>
                <a:lnTo>
                  <a:pt x="302" y="34"/>
                </a:lnTo>
                <a:lnTo>
                  <a:pt x="306" y="37"/>
                </a:lnTo>
                <a:lnTo>
                  <a:pt x="311" y="40"/>
                </a:lnTo>
                <a:lnTo>
                  <a:pt x="315" y="43"/>
                </a:lnTo>
                <a:lnTo>
                  <a:pt x="319" y="46"/>
                </a:lnTo>
                <a:lnTo>
                  <a:pt x="323" y="50"/>
                </a:lnTo>
                <a:lnTo>
                  <a:pt x="326" y="53"/>
                </a:lnTo>
                <a:lnTo>
                  <a:pt x="330" y="57"/>
                </a:lnTo>
                <a:lnTo>
                  <a:pt x="334" y="61"/>
                </a:lnTo>
                <a:lnTo>
                  <a:pt x="337" y="64"/>
                </a:lnTo>
                <a:lnTo>
                  <a:pt x="340" y="68"/>
                </a:lnTo>
                <a:lnTo>
                  <a:pt x="343" y="72"/>
                </a:lnTo>
                <a:lnTo>
                  <a:pt x="346" y="76"/>
                </a:lnTo>
                <a:lnTo>
                  <a:pt x="349" y="80"/>
                </a:lnTo>
                <a:lnTo>
                  <a:pt x="351" y="85"/>
                </a:lnTo>
                <a:lnTo>
                  <a:pt x="354" y="89"/>
                </a:lnTo>
                <a:lnTo>
                  <a:pt x="356" y="93"/>
                </a:lnTo>
                <a:lnTo>
                  <a:pt x="358" y="97"/>
                </a:lnTo>
                <a:lnTo>
                  <a:pt x="360" y="102"/>
                </a:lnTo>
                <a:lnTo>
                  <a:pt x="361" y="106"/>
                </a:lnTo>
                <a:lnTo>
                  <a:pt x="363" y="111"/>
                </a:lnTo>
                <a:lnTo>
                  <a:pt x="364" y="115"/>
                </a:lnTo>
                <a:lnTo>
                  <a:pt x="365" y="120"/>
                </a:lnTo>
                <a:lnTo>
                  <a:pt x="366" y="124"/>
                </a:lnTo>
                <a:lnTo>
                  <a:pt x="367" y="129"/>
                </a:lnTo>
                <a:lnTo>
                  <a:pt x="368" y="134"/>
                </a:lnTo>
                <a:lnTo>
                  <a:pt x="368" y="138"/>
                </a:lnTo>
                <a:lnTo>
                  <a:pt x="369" y="143"/>
                </a:lnTo>
                <a:lnTo>
                  <a:pt x="369" y="147"/>
                </a:lnTo>
                <a:close/>
              </a:path>
            </a:pathLst>
          </a:custGeom>
          <a:solidFill>
            <a:srgbClr val="ff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4" name=""/>
          <p:cNvSpPr/>
          <p:nvPr/>
        </p:nvSpPr>
        <p:spPr>
          <a:xfrm>
            <a:off x="4910760" y="1773360"/>
            <a:ext cx="136080" cy="109440"/>
          </a:xfrm>
          <a:custGeom>
            <a:avLst/>
            <a:gdLst/>
            <a:ahLst/>
            <a:rect l="0" t="0" r="r" b="b"/>
            <a:pathLst>
              <a:path w="378" h="304">
                <a:moveTo>
                  <a:pt x="374" y="152"/>
                </a:moveTo>
                <a:lnTo>
                  <a:pt x="374" y="148"/>
                </a:lnTo>
                <a:lnTo>
                  <a:pt x="373" y="143"/>
                </a:lnTo>
                <a:lnTo>
                  <a:pt x="373" y="139"/>
                </a:lnTo>
                <a:lnTo>
                  <a:pt x="372" y="134"/>
                </a:lnTo>
                <a:lnTo>
                  <a:pt x="371" y="129"/>
                </a:lnTo>
                <a:lnTo>
                  <a:pt x="370" y="125"/>
                </a:lnTo>
                <a:lnTo>
                  <a:pt x="369" y="120"/>
                </a:lnTo>
                <a:lnTo>
                  <a:pt x="368" y="116"/>
                </a:lnTo>
                <a:lnTo>
                  <a:pt x="366" y="111"/>
                </a:lnTo>
                <a:lnTo>
                  <a:pt x="365" y="107"/>
                </a:lnTo>
                <a:lnTo>
                  <a:pt x="363" y="102"/>
                </a:lnTo>
                <a:lnTo>
                  <a:pt x="361" y="98"/>
                </a:lnTo>
                <a:lnTo>
                  <a:pt x="359" y="94"/>
                </a:lnTo>
                <a:lnTo>
                  <a:pt x="356" y="90"/>
                </a:lnTo>
                <a:lnTo>
                  <a:pt x="354" y="85"/>
                </a:lnTo>
                <a:lnTo>
                  <a:pt x="351" y="81"/>
                </a:lnTo>
                <a:lnTo>
                  <a:pt x="348" y="77"/>
                </a:lnTo>
                <a:lnTo>
                  <a:pt x="345" y="73"/>
                </a:lnTo>
                <a:lnTo>
                  <a:pt x="342" y="69"/>
                </a:lnTo>
                <a:lnTo>
                  <a:pt x="339" y="66"/>
                </a:lnTo>
                <a:lnTo>
                  <a:pt x="335" y="62"/>
                </a:lnTo>
                <a:lnTo>
                  <a:pt x="331" y="57"/>
                </a:lnTo>
                <a:lnTo>
                  <a:pt x="328" y="54"/>
                </a:lnTo>
                <a:lnTo>
                  <a:pt x="324" y="50"/>
                </a:lnTo>
                <a:lnTo>
                  <a:pt x="320" y="47"/>
                </a:lnTo>
                <a:lnTo>
                  <a:pt x="316" y="44"/>
                </a:lnTo>
                <a:lnTo>
                  <a:pt x="311" y="41"/>
                </a:lnTo>
                <a:lnTo>
                  <a:pt x="307" y="38"/>
                </a:lnTo>
                <a:lnTo>
                  <a:pt x="303" y="35"/>
                </a:lnTo>
                <a:lnTo>
                  <a:pt x="298" y="32"/>
                </a:lnTo>
                <a:lnTo>
                  <a:pt x="293" y="29"/>
                </a:lnTo>
                <a:lnTo>
                  <a:pt x="288" y="27"/>
                </a:lnTo>
                <a:lnTo>
                  <a:pt x="283" y="24"/>
                </a:lnTo>
                <a:lnTo>
                  <a:pt x="278" y="22"/>
                </a:lnTo>
                <a:lnTo>
                  <a:pt x="273" y="20"/>
                </a:lnTo>
                <a:lnTo>
                  <a:pt x="268" y="18"/>
                </a:lnTo>
                <a:lnTo>
                  <a:pt x="263" y="16"/>
                </a:lnTo>
                <a:lnTo>
                  <a:pt x="257" y="14"/>
                </a:lnTo>
                <a:lnTo>
                  <a:pt x="252" y="13"/>
                </a:lnTo>
                <a:lnTo>
                  <a:pt x="247" y="11"/>
                </a:lnTo>
                <a:lnTo>
                  <a:pt x="241" y="10"/>
                </a:lnTo>
                <a:lnTo>
                  <a:pt x="236" y="9"/>
                </a:lnTo>
                <a:lnTo>
                  <a:pt x="230" y="7"/>
                </a:lnTo>
                <a:lnTo>
                  <a:pt x="224" y="6"/>
                </a:lnTo>
                <a:lnTo>
                  <a:pt x="219" y="6"/>
                </a:lnTo>
                <a:lnTo>
                  <a:pt x="213" y="5"/>
                </a:lnTo>
                <a:lnTo>
                  <a:pt x="207" y="5"/>
                </a:lnTo>
                <a:lnTo>
                  <a:pt x="201" y="4"/>
                </a:lnTo>
                <a:lnTo>
                  <a:pt x="196" y="4"/>
                </a:lnTo>
                <a:lnTo>
                  <a:pt x="190" y="4"/>
                </a:lnTo>
                <a:lnTo>
                  <a:pt x="184" y="4"/>
                </a:lnTo>
                <a:lnTo>
                  <a:pt x="178" y="4"/>
                </a:lnTo>
                <a:lnTo>
                  <a:pt x="172" y="5"/>
                </a:lnTo>
                <a:lnTo>
                  <a:pt x="167" y="5"/>
                </a:lnTo>
                <a:lnTo>
                  <a:pt x="161" y="6"/>
                </a:lnTo>
                <a:lnTo>
                  <a:pt x="155" y="6"/>
                </a:lnTo>
                <a:lnTo>
                  <a:pt x="150" y="7"/>
                </a:lnTo>
                <a:lnTo>
                  <a:pt x="144" y="9"/>
                </a:lnTo>
                <a:lnTo>
                  <a:pt x="138" y="10"/>
                </a:lnTo>
                <a:lnTo>
                  <a:pt x="133" y="11"/>
                </a:lnTo>
                <a:lnTo>
                  <a:pt x="128" y="13"/>
                </a:lnTo>
                <a:lnTo>
                  <a:pt x="122" y="14"/>
                </a:lnTo>
                <a:lnTo>
                  <a:pt x="117" y="16"/>
                </a:lnTo>
                <a:lnTo>
                  <a:pt x="112" y="18"/>
                </a:lnTo>
                <a:lnTo>
                  <a:pt x="106" y="20"/>
                </a:lnTo>
                <a:lnTo>
                  <a:pt x="101" y="22"/>
                </a:lnTo>
                <a:lnTo>
                  <a:pt x="96" y="24"/>
                </a:lnTo>
                <a:lnTo>
                  <a:pt x="91" y="27"/>
                </a:lnTo>
                <a:lnTo>
                  <a:pt x="86" y="29"/>
                </a:lnTo>
                <a:lnTo>
                  <a:pt x="81" y="32"/>
                </a:lnTo>
                <a:lnTo>
                  <a:pt x="76" y="35"/>
                </a:lnTo>
                <a:lnTo>
                  <a:pt x="72" y="38"/>
                </a:lnTo>
                <a:lnTo>
                  <a:pt x="67" y="41"/>
                </a:lnTo>
                <a:lnTo>
                  <a:pt x="63" y="44"/>
                </a:lnTo>
                <a:lnTo>
                  <a:pt x="59" y="47"/>
                </a:lnTo>
                <a:lnTo>
                  <a:pt x="55" y="50"/>
                </a:lnTo>
                <a:lnTo>
                  <a:pt x="51" y="54"/>
                </a:lnTo>
                <a:lnTo>
                  <a:pt x="47" y="57"/>
                </a:lnTo>
                <a:lnTo>
                  <a:pt x="44" y="62"/>
                </a:lnTo>
                <a:lnTo>
                  <a:pt x="40" y="66"/>
                </a:lnTo>
                <a:lnTo>
                  <a:pt x="37" y="69"/>
                </a:lnTo>
                <a:lnTo>
                  <a:pt x="34" y="73"/>
                </a:lnTo>
                <a:lnTo>
                  <a:pt x="31" y="77"/>
                </a:lnTo>
                <a:lnTo>
                  <a:pt x="28" y="81"/>
                </a:lnTo>
                <a:lnTo>
                  <a:pt x="25" y="85"/>
                </a:lnTo>
                <a:lnTo>
                  <a:pt x="22" y="90"/>
                </a:lnTo>
                <a:lnTo>
                  <a:pt x="20" y="94"/>
                </a:lnTo>
                <a:lnTo>
                  <a:pt x="18" y="98"/>
                </a:lnTo>
                <a:lnTo>
                  <a:pt x="16" y="102"/>
                </a:lnTo>
                <a:lnTo>
                  <a:pt x="14" y="107"/>
                </a:lnTo>
                <a:lnTo>
                  <a:pt x="12" y="111"/>
                </a:lnTo>
                <a:lnTo>
                  <a:pt x="11" y="116"/>
                </a:lnTo>
                <a:lnTo>
                  <a:pt x="9" y="120"/>
                </a:lnTo>
                <a:lnTo>
                  <a:pt x="8" y="125"/>
                </a:lnTo>
                <a:lnTo>
                  <a:pt x="7" y="129"/>
                </a:lnTo>
                <a:lnTo>
                  <a:pt x="6" y="134"/>
                </a:lnTo>
                <a:lnTo>
                  <a:pt x="6" y="139"/>
                </a:lnTo>
                <a:lnTo>
                  <a:pt x="5" y="143"/>
                </a:lnTo>
                <a:lnTo>
                  <a:pt x="5" y="148"/>
                </a:lnTo>
                <a:lnTo>
                  <a:pt x="5" y="152"/>
                </a:lnTo>
                <a:lnTo>
                  <a:pt x="5" y="157"/>
                </a:lnTo>
                <a:lnTo>
                  <a:pt x="5" y="162"/>
                </a:lnTo>
                <a:lnTo>
                  <a:pt x="6" y="166"/>
                </a:lnTo>
                <a:lnTo>
                  <a:pt x="6" y="171"/>
                </a:lnTo>
                <a:lnTo>
                  <a:pt x="7" y="175"/>
                </a:lnTo>
                <a:lnTo>
                  <a:pt x="8" y="180"/>
                </a:lnTo>
                <a:lnTo>
                  <a:pt x="9" y="185"/>
                </a:lnTo>
                <a:lnTo>
                  <a:pt x="11" y="189"/>
                </a:lnTo>
                <a:lnTo>
                  <a:pt x="12" y="194"/>
                </a:lnTo>
                <a:lnTo>
                  <a:pt x="14" y="198"/>
                </a:lnTo>
                <a:lnTo>
                  <a:pt x="16" y="202"/>
                </a:lnTo>
                <a:lnTo>
                  <a:pt x="18" y="207"/>
                </a:lnTo>
                <a:lnTo>
                  <a:pt x="20" y="211"/>
                </a:lnTo>
                <a:lnTo>
                  <a:pt x="22" y="215"/>
                </a:lnTo>
                <a:lnTo>
                  <a:pt x="25" y="219"/>
                </a:lnTo>
                <a:lnTo>
                  <a:pt x="28" y="223"/>
                </a:lnTo>
                <a:lnTo>
                  <a:pt x="31" y="227"/>
                </a:lnTo>
                <a:lnTo>
                  <a:pt x="34" y="231"/>
                </a:lnTo>
                <a:lnTo>
                  <a:pt x="37" y="235"/>
                </a:lnTo>
                <a:lnTo>
                  <a:pt x="40" y="239"/>
                </a:lnTo>
                <a:lnTo>
                  <a:pt x="44" y="243"/>
                </a:lnTo>
                <a:lnTo>
                  <a:pt x="47" y="246"/>
                </a:lnTo>
                <a:lnTo>
                  <a:pt x="51" y="250"/>
                </a:lnTo>
                <a:lnTo>
                  <a:pt x="55" y="253"/>
                </a:lnTo>
                <a:lnTo>
                  <a:pt x="59" y="257"/>
                </a:lnTo>
                <a:lnTo>
                  <a:pt x="63" y="260"/>
                </a:lnTo>
                <a:lnTo>
                  <a:pt x="67" y="263"/>
                </a:lnTo>
                <a:lnTo>
                  <a:pt x="72" y="266"/>
                </a:lnTo>
                <a:lnTo>
                  <a:pt x="76" y="269"/>
                </a:lnTo>
                <a:lnTo>
                  <a:pt x="81" y="272"/>
                </a:lnTo>
                <a:lnTo>
                  <a:pt x="86" y="274"/>
                </a:lnTo>
                <a:lnTo>
                  <a:pt x="91" y="277"/>
                </a:lnTo>
                <a:lnTo>
                  <a:pt x="96" y="279"/>
                </a:lnTo>
                <a:lnTo>
                  <a:pt x="101" y="282"/>
                </a:lnTo>
                <a:lnTo>
                  <a:pt x="106" y="284"/>
                </a:lnTo>
                <a:lnTo>
                  <a:pt x="112" y="286"/>
                </a:lnTo>
                <a:lnTo>
                  <a:pt x="117" y="288"/>
                </a:lnTo>
                <a:lnTo>
                  <a:pt x="122" y="290"/>
                </a:lnTo>
                <a:lnTo>
                  <a:pt x="128" y="291"/>
                </a:lnTo>
                <a:lnTo>
                  <a:pt x="133" y="293"/>
                </a:lnTo>
                <a:lnTo>
                  <a:pt x="138" y="294"/>
                </a:lnTo>
                <a:lnTo>
                  <a:pt x="144" y="295"/>
                </a:lnTo>
                <a:lnTo>
                  <a:pt x="150" y="296"/>
                </a:lnTo>
                <a:lnTo>
                  <a:pt x="155" y="297"/>
                </a:lnTo>
                <a:lnTo>
                  <a:pt x="161" y="298"/>
                </a:lnTo>
                <a:lnTo>
                  <a:pt x="167" y="299"/>
                </a:lnTo>
                <a:lnTo>
                  <a:pt x="172" y="299"/>
                </a:lnTo>
                <a:lnTo>
                  <a:pt x="178" y="300"/>
                </a:lnTo>
                <a:lnTo>
                  <a:pt x="184" y="300"/>
                </a:lnTo>
                <a:lnTo>
                  <a:pt x="190" y="300"/>
                </a:lnTo>
                <a:lnTo>
                  <a:pt x="196" y="300"/>
                </a:lnTo>
                <a:lnTo>
                  <a:pt x="201" y="300"/>
                </a:lnTo>
                <a:lnTo>
                  <a:pt x="207" y="299"/>
                </a:lnTo>
                <a:lnTo>
                  <a:pt x="213" y="299"/>
                </a:lnTo>
                <a:lnTo>
                  <a:pt x="219" y="298"/>
                </a:lnTo>
                <a:lnTo>
                  <a:pt x="224" y="297"/>
                </a:lnTo>
                <a:lnTo>
                  <a:pt x="230" y="296"/>
                </a:lnTo>
                <a:lnTo>
                  <a:pt x="236" y="295"/>
                </a:lnTo>
                <a:lnTo>
                  <a:pt x="241" y="294"/>
                </a:lnTo>
                <a:lnTo>
                  <a:pt x="247" y="293"/>
                </a:lnTo>
                <a:lnTo>
                  <a:pt x="252" y="291"/>
                </a:lnTo>
                <a:lnTo>
                  <a:pt x="257" y="290"/>
                </a:lnTo>
                <a:lnTo>
                  <a:pt x="263" y="288"/>
                </a:lnTo>
                <a:lnTo>
                  <a:pt x="268" y="286"/>
                </a:lnTo>
                <a:lnTo>
                  <a:pt x="273" y="284"/>
                </a:lnTo>
                <a:lnTo>
                  <a:pt x="278" y="282"/>
                </a:lnTo>
                <a:lnTo>
                  <a:pt x="283" y="279"/>
                </a:lnTo>
                <a:lnTo>
                  <a:pt x="288" y="277"/>
                </a:lnTo>
                <a:lnTo>
                  <a:pt x="293" y="274"/>
                </a:lnTo>
                <a:lnTo>
                  <a:pt x="298" y="272"/>
                </a:lnTo>
                <a:lnTo>
                  <a:pt x="303" y="269"/>
                </a:lnTo>
                <a:lnTo>
                  <a:pt x="307" y="266"/>
                </a:lnTo>
                <a:lnTo>
                  <a:pt x="311" y="263"/>
                </a:lnTo>
                <a:lnTo>
                  <a:pt x="316" y="260"/>
                </a:lnTo>
                <a:lnTo>
                  <a:pt x="320" y="257"/>
                </a:lnTo>
                <a:lnTo>
                  <a:pt x="324" y="253"/>
                </a:lnTo>
                <a:lnTo>
                  <a:pt x="328" y="250"/>
                </a:lnTo>
                <a:lnTo>
                  <a:pt x="331" y="246"/>
                </a:lnTo>
                <a:lnTo>
                  <a:pt x="335" y="243"/>
                </a:lnTo>
                <a:lnTo>
                  <a:pt x="339" y="239"/>
                </a:lnTo>
                <a:lnTo>
                  <a:pt x="342" y="235"/>
                </a:lnTo>
                <a:lnTo>
                  <a:pt x="345" y="231"/>
                </a:lnTo>
                <a:lnTo>
                  <a:pt x="348" y="227"/>
                </a:lnTo>
                <a:lnTo>
                  <a:pt x="351" y="223"/>
                </a:lnTo>
                <a:lnTo>
                  <a:pt x="354" y="219"/>
                </a:lnTo>
                <a:lnTo>
                  <a:pt x="356" y="215"/>
                </a:lnTo>
                <a:lnTo>
                  <a:pt x="359" y="211"/>
                </a:lnTo>
                <a:lnTo>
                  <a:pt x="361" y="207"/>
                </a:lnTo>
                <a:lnTo>
                  <a:pt x="363" y="202"/>
                </a:lnTo>
                <a:lnTo>
                  <a:pt x="365" y="198"/>
                </a:lnTo>
                <a:lnTo>
                  <a:pt x="366" y="194"/>
                </a:lnTo>
                <a:lnTo>
                  <a:pt x="368" y="189"/>
                </a:lnTo>
                <a:lnTo>
                  <a:pt x="369" y="185"/>
                </a:lnTo>
                <a:lnTo>
                  <a:pt x="370" y="180"/>
                </a:lnTo>
                <a:lnTo>
                  <a:pt x="371" y="175"/>
                </a:lnTo>
                <a:lnTo>
                  <a:pt x="372" y="171"/>
                </a:lnTo>
                <a:lnTo>
                  <a:pt x="373" y="166"/>
                </a:lnTo>
                <a:lnTo>
                  <a:pt x="373" y="162"/>
                </a:lnTo>
                <a:lnTo>
                  <a:pt x="374" y="157"/>
                </a:lnTo>
                <a:lnTo>
                  <a:pt x="374" y="152"/>
                </a:lnTo>
                <a:moveTo>
                  <a:pt x="378" y="152"/>
                </a:moveTo>
                <a:lnTo>
                  <a:pt x="378" y="157"/>
                </a:lnTo>
                <a:lnTo>
                  <a:pt x="378" y="162"/>
                </a:lnTo>
                <a:lnTo>
                  <a:pt x="377" y="167"/>
                </a:lnTo>
                <a:lnTo>
                  <a:pt x="377" y="171"/>
                </a:lnTo>
                <a:lnTo>
                  <a:pt x="376" y="176"/>
                </a:lnTo>
                <a:lnTo>
                  <a:pt x="375" y="181"/>
                </a:lnTo>
                <a:lnTo>
                  <a:pt x="374" y="185"/>
                </a:lnTo>
                <a:lnTo>
                  <a:pt x="372" y="190"/>
                </a:lnTo>
                <a:lnTo>
                  <a:pt x="371" y="195"/>
                </a:lnTo>
                <a:lnTo>
                  <a:pt x="369" y="199"/>
                </a:lnTo>
                <a:lnTo>
                  <a:pt x="367" y="204"/>
                </a:lnTo>
                <a:lnTo>
                  <a:pt x="365" y="208"/>
                </a:lnTo>
                <a:lnTo>
                  <a:pt x="363" y="212"/>
                </a:lnTo>
                <a:lnTo>
                  <a:pt x="360" y="217"/>
                </a:lnTo>
                <a:lnTo>
                  <a:pt x="358" y="221"/>
                </a:lnTo>
                <a:lnTo>
                  <a:pt x="355" y="225"/>
                </a:lnTo>
                <a:lnTo>
                  <a:pt x="352" y="229"/>
                </a:lnTo>
                <a:lnTo>
                  <a:pt x="349" y="233"/>
                </a:lnTo>
                <a:lnTo>
                  <a:pt x="346" y="237"/>
                </a:lnTo>
                <a:lnTo>
                  <a:pt x="342" y="241"/>
                </a:lnTo>
                <a:lnTo>
                  <a:pt x="339" y="245"/>
                </a:lnTo>
                <a:lnTo>
                  <a:pt x="335" y="249"/>
                </a:lnTo>
                <a:lnTo>
                  <a:pt x="331" y="252"/>
                </a:lnTo>
                <a:lnTo>
                  <a:pt x="327" y="256"/>
                </a:lnTo>
                <a:lnTo>
                  <a:pt x="323" y="259"/>
                </a:lnTo>
                <a:lnTo>
                  <a:pt x="319" y="263"/>
                </a:lnTo>
                <a:lnTo>
                  <a:pt x="314" y="266"/>
                </a:lnTo>
                <a:lnTo>
                  <a:pt x="310" y="269"/>
                </a:lnTo>
                <a:lnTo>
                  <a:pt x="305" y="272"/>
                </a:lnTo>
                <a:lnTo>
                  <a:pt x="301" y="275"/>
                </a:lnTo>
                <a:lnTo>
                  <a:pt x="296" y="277"/>
                </a:lnTo>
                <a:lnTo>
                  <a:pt x="291" y="280"/>
                </a:lnTo>
                <a:lnTo>
                  <a:pt x="286" y="283"/>
                </a:lnTo>
                <a:lnTo>
                  <a:pt x="281" y="285"/>
                </a:lnTo>
                <a:lnTo>
                  <a:pt x="275" y="287"/>
                </a:lnTo>
                <a:lnTo>
                  <a:pt x="270" y="289"/>
                </a:lnTo>
                <a:lnTo>
                  <a:pt x="265" y="291"/>
                </a:lnTo>
                <a:lnTo>
                  <a:pt x="259" y="293"/>
                </a:lnTo>
                <a:lnTo>
                  <a:pt x="254" y="295"/>
                </a:lnTo>
                <a:lnTo>
                  <a:pt x="248" y="296"/>
                </a:lnTo>
                <a:lnTo>
                  <a:pt x="242" y="298"/>
                </a:lnTo>
                <a:lnTo>
                  <a:pt x="237" y="299"/>
                </a:lnTo>
                <a:lnTo>
                  <a:pt x="231" y="300"/>
                </a:lnTo>
                <a:lnTo>
                  <a:pt x="225" y="301"/>
                </a:lnTo>
                <a:lnTo>
                  <a:pt x="219" y="302"/>
                </a:lnTo>
                <a:lnTo>
                  <a:pt x="213" y="302"/>
                </a:lnTo>
                <a:lnTo>
                  <a:pt x="208" y="303"/>
                </a:lnTo>
                <a:lnTo>
                  <a:pt x="202" y="303"/>
                </a:lnTo>
                <a:lnTo>
                  <a:pt x="196" y="304"/>
                </a:lnTo>
                <a:lnTo>
                  <a:pt x="190" y="304"/>
                </a:lnTo>
                <a:lnTo>
                  <a:pt x="184" y="304"/>
                </a:lnTo>
                <a:lnTo>
                  <a:pt x="178" y="303"/>
                </a:lnTo>
                <a:lnTo>
                  <a:pt x="172" y="303"/>
                </a:lnTo>
                <a:lnTo>
                  <a:pt x="166" y="302"/>
                </a:lnTo>
                <a:lnTo>
                  <a:pt x="160" y="302"/>
                </a:lnTo>
                <a:lnTo>
                  <a:pt x="154" y="301"/>
                </a:lnTo>
                <a:lnTo>
                  <a:pt x="149" y="300"/>
                </a:lnTo>
                <a:lnTo>
                  <a:pt x="143" y="299"/>
                </a:lnTo>
                <a:lnTo>
                  <a:pt x="137" y="298"/>
                </a:lnTo>
                <a:lnTo>
                  <a:pt x="132" y="296"/>
                </a:lnTo>
                <a:lnTo>
                  <a:pt x="126" y="295"/>
                </a:lnTo>
                <a:lnTo>
                  <a:pt x="120" y="293"/>
                </a:lnTo>
                <a:lnTo>
                  <a:pt x="115" y="291"/>
                </a:lnTo>
                <a:lnTo>
                  <a:pt x="110" y="289"/>
                </a:lnTo>
                <a:lnTo>
                  <a:pt x="104" y="287"/>
                </a:lnTo>
                <a:lnTo>
                  <a:pt x="99" y="285"/>
                </a:lnTo>
                <a:lnTo>
                  <a:pt x="94" y="283"/>
                </a:lnTo>
                <a:lnTo>
                  <a:pt x="89" y="280"/>
                </a:lnTo>
                <a:lnTo>
                  <a:pt x="84" y="277"/>
                </a:lnTo>
                <a:lnTo>
                  <a:pt x="78" y="275"/>
                </a:lnTo>
                <a:lnTo>
                  <a:pt x="73" y="272"/>
                </a:lnTo>
                <a:lnTo>
                  <a:pt x="69" y="269"/>
                </a:lnTo>
                <a:lnTo>
                  <a:pt x="64" y="266"/>
                </a:lnTo>
                <a:lnTo>
                  <a:pt x="60" y="263"/>
                </a:lnTo>
                <a:lnTo>
                  <a:pt x="56" y="259"/>
                </a:lnTo>
                <a:lnTo>
                  <a:pt x="51" y="256"/>
                </a:lnTo>
                <a:lnTo>
                  <a:pt x="47" y="252"/>
                </a:lnTo>
                <a:lnTo>
                  <a:pt x="44" y="249"/>
                </a:lnTo>
                <a:lnTo>
                  <a:pt x="40" y="245"/>
                </a:lnTo>
                <a:lnTo>
                  <a:pt x="36" y="241"/>
                </a:lnTo>
                <a:lnTo>
                  <a:pt x="33" y="237"/>
                </a:lnTo>
                <a:lnTo>
                  <a:pt x="30" y="233"/>
                </a:lnTo>
                <a:lnTo>
                  <a:pt x="27" y="229"/>
                </a:lnTo>
                <a:lnTo>
                  <a:pt x="24" y="225"/>
                </a:lnTo>
                <a:lnTo>
                  <a:pt x="21" y="221"/>
                </a:lnTo>
                <a:lnTo>
                  <a:pt x="18" y="217"/>
                </a:lnTo>
                <a:lnTo>
                  <a:pt x="16" y="212"/>
                </a:lnTo>
                <a:lnTo>
                  <a:pt x="14" y="208"/>
                </a:lnTo>
                <a:lnTo>
                  <a:pt x="11" y="204"/>
                </a:lnTo>
                <a:lnTo>
                  <a:pt x="10" y="199"/>
                </a:lnTo>
                <a:lnTo>
                  <a:pt x="8" y="195"/>
                </a:lnTo>
                <a:lnTo>
                  <a:pt x="6" y="190"/>
                </a:lnTo>
                <a:lnTo>
                  <a:pt x="5" y="185"/>
                </a:lnTo>
                <a:lnTo>
                  <a:pt x="4" y="181"/>
                </a:lnTo>
                <a:lnTo>
                  <a:pt x="3" y="176"/>
                </a:lnTo>
                <a:lnTo>
                  <a:pt x="2" y="171"/>
                </a:lnTo>
                <a:lnTo>
                  <a:pt x="1" y="167"/>
                </a:lnTo>
                <a:lnTo>
                  <a:pt x="1" y="162"/>
                </a:lnTo>
                <a:lnTo>
                  <a:pt x="0" y="157"/>
                </a:lnTo>
                <a:lnTo>
                  <a:pt x="0" y="152"/>
                </a:lnTo>
                <a:lnTo>
                  <a:pt x="0" y="148"/>
                </a:lnTo>
                <a:lnTo>
                  <a:pt x="1" y="143"/>
                </a:lnTo>
                <a:lnTo>
                  <a:pt x="1" y="138"/>
                </a:lnTo>
                <a:lnTo>
                  <a:pt x="2" y="133"/>
                </a:lnTo>
                <a:lnTo>
                  <a:pt x="3" y="129"/>
                </a:lnTo>
                <a:lnTo>
                  <a:pt x="4" y="124"/>
                </a:lnTo>
                <a:lnTo>
                  <a:pt x="5" y="119"/>
                </a:lnTo>
                <a:lnTo>
                  <a:pt x="6" y="115"/>
                </a:lnTo>
                <a:lnTo>
                  <a:pt x="8" y="110"/>
                </a:lnTo>
                <a:lnTo>
                  <a:pt x="10" y="106"/>
                </a:lnTo>
                <a:lnTo>
                  <a:pt x="11" y="101"/>
                </a:lnTo>
                <a:lnTo>
                  <a:pt x="14" y="97"/>
                </a:lnTo>
                <a:lnTo>
                  <a:pt x="16" y="92"/>
                </a:lnTo>
                <a:lnTo>
                  <a:pt x="18" y="88"/>
                </a:lnTo>
                <a:lnTo>
                  <a:pt x="21" y="84"/>
                </a:lnTo>
                <a:lnTo>
                  <a:pt x="24" y="80"/>
                </a:lnTo>
                <a:lnTo>
                  <a:pt x="27" y="75"/>
                </a:lnTo>
                <a:lnTo>
                  <a:pt x="30" y="71"/>
                </a:lnTo>
                <a:lnTo>
                  <a:pt x="33" y="67"/>
                </a:lnTo>
                <a:lnTo>
                  <a:pt x="36" y="64"/>
                </a:lnTo>
                <a:lnTo>
                  <a:pt x="40" y="60"/>
                </a:lnTo>
                <a:lnTo>
                  <a:pt x="44" y="55"/>
                </a:lnTo>
                <a:lnTo>
                  <a:pt x="47" y="51"/>
                </a:lnTo>
                <a:lnTo>
                  <a:pt x="51" y="48"/>
                </a:lnTo>
                <a:lnTo>
                  <a:pt x="56" y="44"/>
                </a:lnTo>
                <a:lnTo>
                  <a:pt x="60" y="41"/>
                </a:lnTo>
                <a:lnTo>
                  <a:pt x="64" y="38"/>
                </a:lnTo>
                <a:lnTo>
                  <a:pt x="69" y="35"/>
                </a:lnTo>
                <a:lnTo>
                  <a:pt x="73" y="32"/>
                </a:lnTo>
                <a:lnTo>
                  <a:pt x="78" y="29"/>
                </a:lnTo>
                <a:lnTo>
                  <a:pt x="84" y="26"/>
                </a:lnTo>
                <a:lnTo>
                  <a:pt x="89" y="24"/>
                </a:lnTo>
                <a:lnTo>
                  <a:pt x="94" y="21"/>
                </a:lnTo>
                <a:lnTo>
                  <a:pt x="99" y="19"/>
                </a:lnTo>
                <a:lnTo>
                  <a:pt x="104" y="17"/>
                </a:lnTo>
                <a:lnTo>
                  <a:pt x="110" y="15"/>
                </a:lnTo>
                <a:lnTo>
                  <a:pt x="115" y="13"/>
                </a:lnTo>
                <a:lnTo>
                  <a:pt x="120" y="11"/>
                </a:lnTo>
                <a:lnTo>
                  <a:pt x="126" y="9"/>
                </a:lnTo>
                <a:lnTo>
                  <a:pt x="132" y="8"/>
                </a:lnTo>
                <a:lnTo>
                  <a:pt x="137" y="6"/>
                </a:lnTo>
                <a:lnTo>
                  <a:pt x="143" y="5"/>
                </a:lnTo>
                <a:lnTo>
                  <a:pt x="149" y="4"/>
                </a:lnTo>
                <a:lnTo>
                  <a:pt x="154" y="3"/>
                </a:lnTo>
                <a:lnTo>
                  <a:pt x="160" y="2"/>
                </a:lnTo>
                <a:lnTo>
                  <a:pt x="166" y="1"/>
                </a:lnTo>
                <a:lnTo>
                  <a:pt x="172" y="1"/>
                </a:lnTo>
                <a:lnTo>
                  <a:pt x="178" y="0"/>
                </a:lnTo>
                <a:lnTo>
                  <a:pt x="184" y="0"/>
                </a:lnTo>
                <a:lnTo>
                  <a:pt x="190" y="0"/>
                </a:lnTo>
                <a:lnTo>
                  <a:pt x="196" y="0"/>
                </a:lnTo>
                <a:lnTo>
                  <a:pt x="202" y="0"/>
                </a:lnTo>
                <a:lnTo>
                  <a:pt x="208" y="1"/>
                </a:lnTo>
                <a:lnTo>
                  <a:pt x="213" y="1"/>
                </a:lnTo>
                <a:lnTo>
                  <a:pt x="219" y="2"/>
                </a:lnTo>
                <a:lnTo>
                  <a:pt x="225" y="3"/>
                </a:lnTo>
                <a:lnTo>
                  <a:pt x="231" y="4"/>
                </a:lnTo>
                <a:lnTo>
                  <a:pt x="237" y="5"/>
                </a:lnTo>
                <a:lnTo>
                  <a:pt x="242" y="6"/>
                </a:lnTo>
                <a:lnTo>
                  <a:pt x="248" y="8"/>
                </a:lnTo>
                <a:lnTo>
                  <a:pt x="254" y="9"/>
                </a:lnTo>
                <a:lnTo>
                  <a:pt x="259" y="11"/>
                </a:lnTo>
                <a:lnTo>
                  <a:pt x="265" y="13"/>
                </a:lnTo>
                <a:lnTo>
                  <a:pt x="270" y="15"/>
                </a:lnTo>
                <a:lnTo>
                  <a:pt x="275" y="17"/>
                </a:lnTo>
                <a:lnTo>
                  <a:pt x="281" y="19"/>
                </a:lnTo>
                <a:lnTo>
                  <a:pt x="286" y="21"/>
                </a:lnTo>
                <a:lnTo>
                  <a:pt x="291" y="24"/>
                </a:lnTo>
                <a:lnTo>
                  <a:pt x="296" y="26"/>
                </a:lnTo>
                <a:lnTo>
                  <a:pt x="301" y="29"/>
                </a:lnTo>
                <a:lnTo>
                  <a:pt x="305" y="32"/>
                </a:lnTo>
                <a:lnTo>
                  <a:pt x="310" y="35"/>
                </a:lnTo>
                <a:lnTo>
                  <a:pt x="314" y="38"/>
                </a:lnTo>
                <a:lnTo>
                  <a:pt x="319" y="41"/>
                </a:lnTo>
                <a:lnTo>
                  <a:pt x="323" y="44"/>
                </a:lnTo>
                <a:lnTo>
                  <a:pt x="327" y="48"/>
                </a:lnTo>
                <a:lnTo>
                  <a:pt x="331" y="51"/>
                </a:lnTo>
                <a:lnTo>
                  <a:pt x="335" y="55"/>
                </a:lnTo>
                <a:lnTo>
                  <a:pt x="339" y="60"/>
                </a:lnTo>
                <a:lnTo>
                  <a:pt x="342" y="64"/>
                </a:lnTo>
                <a:lnTo>
                  <a:pt x="346" y="67"/>
                </a:lnTo>
                <a:lnTo>
                  <a:pt x="349" y="71"/>
                </a:lnTo>
                <a:lnTo>
                  <a:pt x="352" y="75"/>
                </a:lnTo>
                <a:lnTo>
                  <a:pt x="355" y="80"/>
                </a:lnTo>
                <a:lnTo>
                  <a:pt x="358" y="84"/>
                </a:lnTo>
                <a:lnTo>
                  <a:pt x="360" y="88"/>
                </a:lnTo>
                <a:lnTo>
                  <a:pt x="363" y="92"/>
                </a:lnTo>
                <a:lnTo>
                  <a:pt x="365" y="97"/>
                </a:lnTo>
                <a:lnTo>
                  <a:pt x="367" y="101"/>
                </a:lnTo>
                <a:lnTo>
                  <a:pt x="369" y="106"/>
                </a:lnTo>
                <a:lnTo>
                  <a:pt x="371" y="110"/>
                </a:lnTo>
                <a:lnTo>
                  <a:pt x="372" y="115"/>
                </a:lnTo>
                <a:lnTo>
                  <a:pt x="374" y="119"/>
                </a:lnTo>
                <a:lnTo>
                  <a:pt x="375" y="124"/>
                </a:lnTo>
                <a:lnTo>
                  <a:pt x="376" y="129"/>
                </a:lnTo>
                <a:lnTo>
                  <a:pt x="377" y="133"/>
                </a:lnTo>
                <a:lnTo>
                  <a:pt x="377" y="138"/>
                </a:lnTo>
                <a:lnTo>
                  <a:pt x="378" y="143"/>
                </a:lnTo>
                <a:lnTo>
                  <a:pt x="378" y="148"/>
                </a:lnTo>
                <a:lnTo>
                  <a:pt x="378" y="152"/>
                </a:lnTo>
                <a:close/>
              </a:path>
            </a:pathLst>
          </a:custGeom>
          <a:solidFill>
            <a:srgbClr val="ff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5" name=""/>
          <p:cNvSpPr/>
          <p:nvPr/>
        </p:nvSpPr>
        <p:spPr>
          <a:xfrm>
            <a:off x="4910040" y="1772640"/>
            <a:ext cx="137880" cy="110520"/>
          </a:xfrm>
          <a:custGeom>
            <a:avLst/>
            <a:gdLst/>
            <a:ahLst/>
            <a:rect l="0" t="0" r="r" b="b"/>
            <a:pathLst>
              <a:path w="383" h="307">
                <a:moveTo>
                  <a:pt x="380" y="154"/>
                </a:moveTo>
                <a:lnTo>
                  <a:pt x="380" y="150"/>
                </a:lnTo>
                <a:lnTo>
                  <a:pt x="380" y="145"/>
                </a:lnTo>
                <a:lnTo>
                  <a:pt x="379" y="140"/>
                </a:lnTo>
                <a:lnTo>
                  <a:pt x="379" y="135"/>
                </a:lnTo>
                <a:lnTo>
                  <a:pt x="378" y="131"/>
                </a:lnTo>
                <a:lnTo>
                  <a:pt x="377" y="126"/>
                </a:lnTo>
                <a:lnTo>
                  <a:pt x="376" y="120"/>
                </a:lnTo>
                <a:lnTo>
                  <a:pt x="374" y="116"/>
                </a:lnTo>
                <a:lnTo>
                  <a:pt x="373" y="111"/>
                </a:lnTo>
                <a:lnTo>
                  <a:pt x="371" y="107"/>
                </a:lnTo>
                <a:lnTo>
                  <a:pt x="369" y="102"/>
                </a:lnTo>
                <a:lnTo>
                  <a:pt x="367" y="98"/>
                </a:lnTo>
                <a:lnTo>
                  <a:pt x="365" y="93"/>
                </a:lnTo>
                <a:lnTo>
                  <a:pt x="362" y="89"/>
                </a:lnTo>
                <a:lnTo>
                  <a:pt x="360" y="85"/>
                </a:lnTo>
                <a:lnTo>
                  <a:pt x="357" y="81"/>
                </a:lnTo>
                <a:lnTo>
                  <a:pt x="354" y="76"/>
                </a:lnTo>
                <a:lnTo>
                  <a:pt x="351" y="72"/>
                </a:lnTo>
                <a:lnTo>
                  <a:pt x="348" y="68"/>
                </a:lnTo>
                <a:lnTo>
                  <a:pt x="344" y="65"/>
                </a:lnTo>
                <a:lnTo>
                  <a:pt x="341" y="61"/>
                </a:lnTo>
                <a:lnTo>
                  <a:pt x="337" y="57"/>
                </a:lnTo>
                <a:lnTo>
                  <a:pt x="333" y="53"/>
                </a:lnTo>
                <a:lnTo>
                  <a:pt x="329" y="50"/>
                </a:lnTo>
                <a:lnTo>
                  <a:pt x="325" y="46"/>
                </a:lnTo>
                <a:lnTo>
                  <a:pt x="321" y="43"/>
                </a:lnTo>
                <a:lnTo>
                  <a:pt x="316" y="40"/>
                </a:lnTo>
                <a:lnTo>
                  <a:pt x="312" y="37"/>
                </a:lnTo>
                <a:lnTo>
                  <a:pt x="307" y="34"/>
                </a:lnTo>
                <a:lnTo>
                  <a:pt x="303" y="31"/>
                </a:lnTo>
                <a:lnTo>
                  <a:pt x="298" y="28"/>
                </a:lnTo>
                <a:lnTo>
                  <a:pt x="293" y="26"/>
                </a:lnTo>
                <a:lnTo>
                  <a:pt x="288" y="23"/>
                </a:lnTo>
                <a:lnTo>
                  <a:pt x="283" y="21"/>
                </a:lnTo>
                <a:lnTo>
                  <a:pt x="277" y="19"/>
                </a:lnTo>
                <a:lnTo>
                  <a:pt x="272" y="17"/>
                </a:lnTo>
                <a:lnTo>
                  <a:pt x="266" y="15"/>
                </a:lnTo>
                <a:lnTo>
                  <a:pt x="260" y="13"/>
                </a:lnTo>
                <a:lnTo>
                  <a:pt x="255" y="11"/>
                </a:lnTo>
                <a:lnTo>
                  <a:pt x="249" y="10"/>
                </a:lnTo>
                <a:lnTo>
                  <a:pt x="243" y="8"/>
                </a:lnTo>
                <a:lnTo>
                  <a:pt x="238" y="7"/>
                </a:lnTo>
                <a:lnTo>
                  <a:pt x="232" y="6"/>
                </a:lnTo>
                <a:lnTo>
                  <a:pt x="226" y="5"/>
                </a:lnTo>
                <a:lnTo>
                  <a:pt x="220" y="4"/>
                </a:lnTo>
                <a:lnTo>
                  <a:pt x="214" y="3"/>
                </a:lnTo>
                <a:lnTo>
                  <a:pt x="209" y="3"/>
                </a:lnTo>
                <a:lnTo>
                  <a:pt x="203" y="2"/>
                </a:lnTo>
                <a:lnTo>
                  <a:pt x="197" y="2"/>
                </a:lnTo>
                <a:lnTo>
                  <a:pt x="191" y="2"/>
                </a:lnTo>
                <a:lnTo>
                  <a:pt x="185" y="2"/>
                </a:lnTo>
                <a:lnTo>
                  <a:pt x="179" y="2"/>
                </a:lnTo>
                <a:lnTo>
                  <a:pt x="173" y="3"/>
                </a:lnTo>
                <a:lnTo>
                  <a:pt x="167" y="3"/>
                </a:lnTo>
                <a:lnTo>
                  <a:pt x="161" y="4"/>
                </a:lnTo>
                <a:lnTo>
                  <a:pt x="155" y="5"/>
                </a:lnTo>
                <a:lnTo>
                  <a:pt x="150" y="6"/>
                </a:lnTo>
                <a:lnTo>
                  <a:pt x="144" y="7"/>
                </a:lnTo>
                <a:lnTo>
                  <a:pt x="138" y="8"/>
                </a:lnTo>
                <a:lnTo>
                  <a:pt x="133" y="10"/>
                </a:lnTo>
                <a:lnTo>
                  <a:pt x="127" y="11"/>
                </a:lnTo>
                <a:lnTo>
                  <a:pt x="121" y="13"/>
                </a:lnTo>
                <a:lnTo>
                  <a:pt x="116" y="15"/>
                </a:lnTo>
                <a:lnTo>
                  <a:pt x="111" y="17"/>
                </a:lnTo>
                <a:lnTo>
                  <a:pt x="105" y="19"/>
                </a:lnTo>
                <a:lnTo>
                  <a:pt x="100" y="21"/>
                </a:lnTo>
                <a:lnTo>
                  <a:pt x="95" y="23"/>
                </a:lnTo>
                <a:lnTo>
                  <a:pt x="90" y="26"/>
                </a:lnTo>
                <a:lnTo>
                  <a:pt x="85" y="28"/>
                </a:lnTo>
                <a:lnTo>
                  <a:pt x="80" y="31"/>
                </a:lnTo>
                <a:lnTo>
                  <a:pt x="75" y="34"/>
                </a:lnTo>
                <a:lnTo>
                  <a:pt x="71" y="37"/>
                </a:lnTo>
                <a:lnTo>
                  <a:pt x="66" y="40"/>
                </a:lnTo>
                <a:lnTo>
                  <a:pt x="62" y="43"/>
                </a:lnTo>
                <a:lnTo>
                  <a:pt x="58" y="46"/>
                </a:lnTo>
                <a:lnTo>
                  <a:pt x="53" y="50"/>
                </a:lnTo>
                <a:lnTo>
                  <a:pt x="49" y="53"/>
                </a:lnTo>
                <a:lnTo>
                  <a:pt x="46" y="57"/>
                </a:lnTo>
                <a:lnTo>
                  <a:pt x="42" y="61"/>
                </a:lnTo>
                <a:lnTo>
                  <a:pt x="38" y="65"/>
                </a:lnTo>
                <a:lnTo>
                  <a:pt x="35" y="68"/>
                </a:lnTo>
                <a:lnTo>
                  <a:pt x="32" y="72"/>
                </a:lnTo>
                <a:lnTo>
                  <a:pt x="29" y="76"/>
                </a:lnTo>
                <a:lnTo>
                  <a:pt x="26" y="81"/>
                </a:lnTo>
                <a:lnTo>
                  <a:pt x="23" y="85"/>
                </a:lnTo>
                <a:lnTo>
                  <a:pt x="20" y="89"/>
                </a:lnTo>
                <a:lnTo>
                  <a:pt x="18" y="93"/>
                </a:lnTo>
                <a:lnTo>
                  <a:pt x="16" y="98"/>
                </a:lnTo>
                <a:lnTo>
                  <a:pt x="13" y="102"/>
                </a:lnTo>
                <a:lnTo>
                  <a:pt x="12" y="107"/>
                </a:lnTo>
                <a:lnTo>
                  <a:pt x="10" y="111"/>
                </a:lnTo>
                <a:lnTo>
                  <a:pt x="8" y="116"/>
                </a:lnTo>
                <a:lnTo>
                  <a:pt x="7" y="120"/>
                </a:lnTo>
                <a:lnTo>
                  <a:pt x="6" y="126"/>
                </a:lnTo>
                <a:lnTo>
                  <a:pt x="5" y="131"/>
                </a:lnTo>
                <a:lnTo>
                  <a:pt x="4" y="135"/>
                </a:lnTo>
                <a:lnTo>
                  <a:pt x="3" y="140"/>
                </a:lnTo>
                <a:lnTo>
                  <a:pt x="3" y="145"/>
                </a:lnTo>
                <a:lnTo>
                  <a:pt x="2" y="150"/>
                </a:lnTo>
                <a:lnTo>
                  <a:pt x="2" y="154"/>
                </a:lnTo>
                <a:lnTo>
                  <a:pt x="2" y="159"/>
                </a:lnTo>
                <a:lnTo>
                  <a:pt x="3" y="164"/>
                </a:lnTo>
                <a:lnTo>
                  <a:pt x="3" y="169"/>
                </a:lnTo>
                <a:lnTo>
                  <a:pt x="4" y="173"/>
                </a:lnTo>
                <a:lnTo>
                  <a:pt x="5" y="178"/>
                </a:lnTo>
                <a:lnTo>
                  <a:pt x="6" y="183"/>
                </a:lnTo>
                <a:lnTo>
                  <a:pt x="7" y="187"/>
                </a:lnTo>
                <a:lnTo>
                  <a:pt x="8" y="192"/>
                </a:lnTo>
                <a:lnTo>
                  <a:pt x="10" y="197"/>
                </a:lnTo>
                <a:lnTo>
                  <a:pt x="12" y="201"/>
                </a:lnTo>
                <a:lnTo>
                  <a:pt x="13" y="206"/>
                </a:lnTo>
                <a:lnTo>
                  <a:pt x="16" y="210"/>
                </a:lnTo>
                <a:lnTo>
                  <a:pt x="18" y="214"/>
                </a:lnTo>
                <a:lnTo>
                  <a:pt x="20" y="219"/>
                </a:lnTo>
                <a:lnTo>
                  <a:pt x="23" y="223"/>
                </a:lnTo>
                <a:lnTo>
                  <a:pt x="26" y="227"/>
                </a:lnTo>
                <a:lnTo>
                  <a:pt x="29" y="231"/>
                </a:lnTo>
                <a:lnTo>
                  <a:pt x="32" y="235"/>
                </a:lnTo>
                <a:lnTo>
                  <a:pt x="35" y="239"/>
                </a:lnTo>
                <a:lnTo>
                  <a:pt x="38" y="243"/>
                </a:lnTo>
                <a:lnTo>
                  <a:pt x="42" y="247"/>
                </a:lnTo>
                <a:lnTo>
                  <a:pt x="46" y="251"/>
                </a:lnTo>
                <a:lnTo>
                  <a:pt x="49" y="254"/>
                </a:lnTo>
                <a:lnTo>
                  <a:pt x="53" y="258"/>
                </a:lnTo>
                <a:lnTo>
                  <a:pt x="58" y="261"/>
                </a:lnTo>
                <a:lnTo>
                  <a:pt x="62" y="265"/>
                </a:lnTo>
                <a:lnTo>
                  <a:pt x="66" y="268"/>
                </a:lnTo>
                <a:lnTo>
                  <a:pt x="71" y="271"/>
                </a:lnTo>
                <a:lnTo>
                  <a:pt x="75" y="274"/>
                </a:lnTo>
                <a:lnTo>
                  <a:pt x="80" y="277"/>
                </a:lnTo>
                <a:lnTo>
                  <a:pt x="85" y="279"/>
                </a:lnTo>
                <a:lnTo>
                  <a:pt x="90" y="282"/>
                </a:lnTo>
                <a:lnTo>
                  <a:pt x="95" y="285"/>
                </a:lnTo>
                <a:lnTo>
                  <a:pt x="100" y="287"/>
                </a:lnTo>
                <a:lnTo>
                  <a:pt x="105" y="289"/>
                </a:lnTo>
                <a:lnTo>
                  <a:pt x="111" y="291"/>
                </a:lnTo>
                <a:lnTo>
                  <a:pt x="116" y="293"/>
                </a:lnTo>
                <a:lnTo>
                  <a:pt x="121" y="295"/>
                </a:lnTo>
                <a:lnTo>
                  <a:pt x="127" y="297"/>
                </a:lnTo>
                <a:lnTo>
                  <a:pt x="133" y="298"/>
                </a:lnTo>
                <a:lnTo>
                  <a:pt x="138" y="300"/>
                </a:lnTo>
                <a:lnTo>
                  <a:pt x="144" y="301"/>
                </a:lnTo>
                <a:lnTo>
                  <a:pt x="150" y="302"/>
                </a:lnTo>
                <a:lnTo>
                  <a:pt x="155" y="303"/>
                </a:lnTo>
                <a:lnTo>
                  <a:pt x="161" y="304"/>
                </a:lnTo>
                <a:lnTo>
                  <a:pt x="167" y="304"/>
                </a:lnTo>
                <a:lnTo>
                  <a:pt x="173" y="305"/>
                </a:lnTo>
                <a:lnTo>
                  <a:pt x="179" y="305"/>
                </a:lnTo>
                <a:lnTo>
                  <a:pt x="185" y="306"/>
                </a:lnTo>
                <a:lnTo>
                  <a:pt x="191" y="306"/>
                </a:lnTo>
                <a:lnTo>
                  <a:pt x="197" y="306"/>
                </a:lnTo>
                <a:lnTo>
                  <a:pt x="203" y="305"/>
                </a:lnTo>
                <a:lnTo>
                  <a:pt x="209" y="305"/>
                </a:lnTo>
                <a:lnTo>
                  <a:pt x="214" y="304"/>
                </a:lnTo>
                <a:lnTo>
                  <a:pt x="220" y="304"/>
                </a:lnTo>
                <a:lnTo>
                  <a:pt x="226" y="303"/>
                </a:lnTo>
                <a:lnTo>
                  <a:pt x="232" y="302"/>
                </a:lnTo>
                <a:lnTo>
                  <a:pt x="238" y="301"/>
                </a:lnTo>
                <a:lnTo>
                  <a:pt x="243" y="300"/>
                </a:lnTo>
                <a:lnTo>
                  <a:pt x="249" y="298"/>
                </a:lnTo>
                <a:lnTo>
                  <a:pt x="255" y="297"/>
                </a:lnTo>
                <a:lnTo>
                  <a:pt x="260" y="295"/>
                </a:lnTo>
                <a:lnTo>
                  <a:pt x="266" y="293"/>
                </a:lnTo>
                <a:lnTo>
                  <a:pt x="272" y="291"/>
                </a:lnTo>
                <a:lnTo>
                  <a:pt x="277" y="289"/>
                </a:lnTo>
                <a:lnTo>
                  <a:pt x="283" y="287"/>
                </a:lnTo>
                <a:lnTo>
                  <a:pt x="288" y="285"/>
                </a:lnTo>
                <a:lnTo>
                  <a:pt x="293" y="282"/>
                </a:lnTo>
                <a:lnTo>
                  <a:pt x="298" y="279"/>
                </a:lnTo>
                <a:lnTo>
                  <a:pt x="303" y="277"/>
                </a:lnTo>
                <a:lnTo>
                  <a:pt x="307" y="274"/>
                </a:lnTo>
                <a:lnTo>
                  <a:pt x="312" y="271"/>
                </a:lnTo>
                <a:lnTo>
                  <a:pt x="316" y="268"/>
                </a:lnTo>
                <a:lnTo>
                  <a:pt x="321" y="265"/>
                </a:lnTo>
                <a:lnTo>
                  <a:pt x="325" y="261"/>
                </a:lnTo>
                <a:lnTo>
                  <a:pt x="329" y="258"/>
                </a:lnTo>
                <a:lnTo>
                  <a:pt x="333" y="254"/>
                </a:lnTo>
                <a:lnTo>
                  <a:pt x="337" y="251"/>
                </a:lnTo>
                <a:lnTo>
                  <a:pt x="341" y="247"/>
                </a:lnTo>
                <a:lnTo>
                  <a:pt x="344" y="243"/>
                </a:lnTo>
                <a:lnTo>
                  <a:pt x="348" y="239"/>
                </a:lnTo>
                <a:lnTo>
                  <a:pt x="351" y="235"/>
                </a:lnTo>
                <a:lnTo>
                  <a:pt x="354" y="231"/>
                </a:lnTo>
                <a:lnTo>
                  <a:pt x="357" y="227"/>
                </a:lnTo>
                <a:lnTo>
                  <a:pt x="360" y="223"/>
                </a:lnTo>
                <a:lnTo>
                  <a:pt x="362" y="219"/>
                </a:lnTo>
                <a:lnTo>
                  <a:pt x="365" y="214"/>
                </a:lnTo>
                <a:lnTo>
                  <a:pt x="367" y="210"/>
                </a:lnTo>
                <a:lnTo>
                  <a:pt x="369" y="206"/>
                </a:lnTo>
                <a:lnTo>
                  <a:pt x="371" y="201"/>
                </a:lnTo>
                <a:lnTo>
                  <a:pt x="373" y="197"/>
                </a:lnTo>
                <a:lnTo>
                  <a:pt x="374" y="192"/>
                </a:lnTo>
                <a:lnTo>
                  <a:pt x="376" y="187"/>
                </a:lnTo>
                <a:lnTo>
                  <a:pt x="377" y="183"/>
                </a:lnTo>
                <a:lnTo>
                  <a:pt x="378" y="178"/>
                </a:lnTo>
                <a:lnTo>
                  <a:pt x="379" y="173"/>
                </a:lnTo>
                <a:lnTo>
                  <a:pt x="379" y="169"/>
                </a:lnTo>
                <a:lnTo>
                  <a:pt x="380" y="164"/>
                </a:lnTo>
                <a:lnTo>
                  <a:pt x="380" y="159"/>
                </a:lnTo>
                <a:lnTo>
                  <a:pt x="380" y="154"/>
                </a:lnTo>
                <a:moveTo>
                  <a:pt x="383" y="154"/>
                </a:moveTo>
                <a:lnTo>
                  <a:pt x="382" y="159"/>
                </a:lnTo>
                <a:lnTo>
                  <a:pt x="382" y="164"/>
                </a:lnTo>
                <a:lnTo>
                  <a:pt x="382" y="169"/>
                </a:lnTo>
                <a:lnTo>
                  <a:pt x="381" y="174"/>
                </a:lnTo>
                <a:lnTo>
                  <a:pt x="380" y="178"/>
                </a:lnTo>
                <a:lnTo>
                  <a:pt x="379" y="183"/>
                </a:lnTo>
                <a:lnTo>
                  <a:pt x="378" y="188"/>
                </a:lnTo>
                <a:lnTo>
                  <a:pt x="377" y="192"/>
                </a:lnTo>
                <a:lnTo>
                  <a:pt x="375" y="197"/>
                </a:lnTo>
                <a:lnTo>
                  <a:pt x="373" y="202"/>
                </a:lnTo>
                <a:lnTo>
                  <a:pt x="371" y="206"/>
                </a:lnTo>
                <a:lnTo>
                  <a:pt x="369" y="211"/>
                </a:lnTo>
                <a:lnTo>
                  <a:pt x="367" y="215"/>
                </a:lnTo>
                <a:lnTo>
                  <a:pt x="364" y="220"/>
                </a:lnTo>
                <a:lnTo>
                  <a:pt x="362" y="224"/>
                </a:lnTo>
                <a:lnTo>
                  <a:pt x="359" y="228"/>
                </a:lnTo>
                <a:lnTo>
                  <a:pt x="356" y="232"/>
                </a:lnTo>
                <a:lnTo>
                  <a:pt x="353" y="236"/>
                </a:lnTo>
                <a:lnTo>
                  <a:pt x="350" y="240"/>
                </a:lnTo>
                <a:lnTo>
                  <a:pt x="346" y="244"/>
                </a:lnTo>
                <a:lnTo>
                  <a:pt x="343" y="248"/>
                </a:lnTo>
                <a:lnTo>
                  <a:pt x="339" y="252"/>
                </a:lnTo>
                <a:lnTo>
                  <a:pt x="335" y="256"/>
                </a:lnTo>
                <a:lnTo>
                  <a:pt x="331" y="259"/>
                </a:lnTo>
                <a:lnTo>
                  <a:pt x="327" y="263"/>
                </a:lnTo>
                <a:lnTo>
                  <a:pt x="322" y="266"/>
                </a:lnTo>
                <a:lnTo>
                  <a:pt x="318" y="269"/>
                </a:lnTo>
                <a:lnTo>
                  <a:pt x="313" y="272"/>
                </a:lnTo>
                <a:lnTo>
                  <a:pt x="309" y="275"/>
                </a:lnTo>
                <a:lnTo>
                  <a:pt x="304" y="278"/>
                </a:lnTo>
                <a:lnTo>
                  <a:pt x="299" y="281"/>
                </a:lnTo>
                <a:lnTo>
                  <a:pt x="294" y="284"/>
                </a:lnTo>
                <a:lnTo>
                  <a:pt x="289" y="286"/>
                </a:lnTo>
                <a:lnTo>
                  <a:pt x="284" y="288"/>
                </a:lnTo>
                <a:lnTo>
                  <a:pt x="278" y="291"/>
                </a:lnTo>
                <a:lnTo>
                  <a:pt x="273" y="293"/>
                </a:lnTo>
                <a:lnTo>
                  <a:pt x="267" y="295"/>
                </a:lnTo>
                <a:lnTo>
                  <a:pt x="261" y="297"/>
                </a:lnTo>
                <a:lnTo>
                  <a:pt x="255" y="298"/>
                </a:lnTo>
                <a:lnTo>
                  <a:pt x="250" y="300"/>
                </a:lnTo>
                <a:lnTo>
                  <a:pt x="244" y="301"/>
                </a:lnTo>
                <a:lnTo>
                  <a:pt x="238" y="303"/>
                </a:lnTo>
                <a:lnTo>
                  <a:pt x="232" y="304"/>
                </a:lnTo>
                <a:lnTo>
                  <a:pt x="227" y="305"/>
                </a:lnTo>
                <a:lnTo>
                  <a:pt x="221" y="306"/>
                </a:lnTo>
                <a:lnTo>
                  <a:pt x="215" y="306"/>
                </a:lnTo>
                <a:lnTo>
                  <a:pt x="209" y="307"/>
                </a:lnTo>
                <a:lnTo>
                  <a:pt x="203" y="307"/>
                </a:lnTo>
                <a:lnTo>
                  <a:pt x="197" y="307"/>
                </a:lnTo>
                <a:lnTo>
                  <a:pt x="191" y="307"/>
                </a:lnTo>
                <a:lnTo>
                  <a:pt x="185" y="307"/>
                </a:lnTo>
                <a:lnTo>
                  <a:pt x="179" y="307"/>
                </a:lnTo>
                <a:lnTo>
                  <a:pt x="173" y="307"/>
                </a:lnTo>
                <a:lnTo>
                  <a:pt x="167" y="306"/>
                </a:lnTo>
                <a:lnTo>
                  <a:pt x="161" y="306"/>
                </a:lnTo>
                <a:lnTo>
                  <a:pt x="155" y="305"/>
                </a:lnTo>
                <a:lnTo>
                  <a:pt x="149" y="304"/>
                </a:lnTo>
                <a:lnTo>
                  <a:pt x="143" y="303"/>
                </a:lnTo>
                <a:lnTo>
                  <a:pt x="138" y="301"/>
                </a:lnTo>
                <a:lnTo>
                  <a:pt x="132" y="300"/>
                </a:lnTo>
                <a:lnTo>
                  <a:pt x="126" y="298"/>
                </a:lnTo>
                <a:lnTo>
                  <a:pt x="121" y="297"/>
                </a:lnTo>
                <a:lnTo>
                  <a:pt x="115" y="295"/>
                </a:lnTo>
                <a:lnTo>
                  <a:pt x="110" y="293"/>
                </a:lnTo>
                <a:lnTo>
                  <a:pt x="104" y="291"/>
                </a:lnTo>
                <a:lnTo>
                  <a:pt x="99" y="288"/>
                </a:lnTo>
                <a:lnTo>
                  <a:pt x="94" y="286"/>
                </a:lnTo>
                <a:lnTo>
                  <a:pt x="89" y="284"/>
                </a:lnTo>
                <a:lnTo>
                  <a:pt x="84" y="281"/>
                </a:lnTo>
                <a:lnTo>
                  <a:pt x="79" y="278"/>
                </a:lnTo>
                <a:lnTo>
                  <a:pt x="74" y="275"/>
                </a:lnTo>
                <a:lnTo>
                  <a:pt x="69" y="272"/>
                </a:lnTo>
                <a:lnTo>
                  <a:pt x="65" y="269"/>
                </a:lnTo>
                <a:lnTo>
                  <a:pt x="60" y="266"/>
                </a:lnTo>
                <a:lnTo>
                  <a:pt x="56" y="263"/>
                </a:lnTo>
                <a:lnTo>
                  <a:pt x="52" y="259"/>
                </a:lnTo>
                <a:lnTo>
                  <a:pt x="48" y="256"/>
                </a:lnTo>
                <a:lnTo>
                  <a:pt x="44" y="252"/>
                </a:lnTo>
                <a:lnTo>
                  <a:pt x="40" y="248"/>
                </a:lnTo>
                <a:lnTo>
                  <a:pt x="36" y="244"/>
                </a:lnTo>
                <a:lnTo>
                  <a:pt x="33" y="240"/>
                </a:lnTo>
                <a:lnTo>
                  <a:pt x="30" y="236"/>
                </a:lnTo>
                <a:lnTo>
                  <a:pt x="27" y="232"/>
                </a:lnTo>
                <a:lnTo>
                  <a:pt x="24" y="228"/>
                </a:lnTo>
                <a:lnTo>
                  <a:pt x="21" y="224"/>
                </a:lnTo>
                <a:lnTo>
                  <a:pt x="18" y="220"/>
                </a:lnTo>
                <a:lnTo>
                  <a:pt x="16" y="215"/>
                </a:lnTo>
                <a:lnTo>
                  <a:pt x="13" y="211"/>
                </a:lnTo>
                <a:lnTo>
                  <a:pt x="11" y="206"/>
                </a:lnTo>
                <a:lnTo>
                  <a:pt x="9" y="202"/>
                </a:lnTo>
                <a:lnTo>
                  <a:pt x="8" y="197"/>
                </a:lnTo>
                <a:lnTo>
                  <a:pt x="6" y="192"/>
                </a:lnTo>
                <a:lnTo>
                  <a:pt x="5" y="188"/>
                </a:lnTo>
                <a:lnTo>
                  <a:pt x="3" y="183"/>
                </a:lnTo>
                <a:lnTo>
                  <a:pt x="2" y="178"/>
                </a:lnTo>
                <a:lnTo>
                  <a:pt x="2" y="174"/>
                </a:lnTo>
                <a:lnTo>
                  <a:pt x="1" y="169"/>
                </a:lnTo>
                <a:lnTo>
                  <a:pt x="0" y="164"/>
                </a:lnTo>
                <a:lnTo>
                  <a:pt x="0" y="159"/>
                </a:lnTo>
                <a:lnTo>
                  <a:pt x="0" y="154"/>
                </a:lnTo>
                <a:lnTo>
                  <a:pt x="0" y="150"/>
                </a:lnTo>
                <a:lnTo>
                  <a:pt x="0" y="145"/>
                </a:lnTo>
                <a:lnTo>
                  <a:pt x="1" y="140"/>
                </a:lnTo>
                <a:lnTo>
                  <a:pt x="2" y="135"/>
                </a:lnTo>
                <a:lnTo>
                  <a:pt x="2" y="130"/>
                </a:lnTo>
                <a:lnTo>
                  <a:pt x="3" y="126"/>
                </a:lnTo>
                <a:lnTo>
                  <a:pt x="5" y="120"/>
                </a:lnTo>
                <a:lnTo>
                  <a:pt x="6" y="115"/>
                </a:lnTo>
                <a:lnTo>
                  <a:pt x="8" y="111"/>
                </a:lnTo>
                <a:lnTo>
                  <a:pt x="9" y="106"/>
                </a:lnTo>
                <a:lnTo>
                  <a:pt x="11" y="102"/>
                </a:lnTo>
                <a:lnTo>
                  <a:pt x="13" y="97"/>
                </a:lnTo>
                <a:lnTo>
                  <a:pt x="16" y="93"/>
                </a:lnTo>
                <a:lnTo>
                  <a:pt x="18" y="88"/>
                </a:lnTo>
                <a:lnTo>
                  <a:pt x="21" y="84"/>
                </a:lnTo>
                <a:lnTo>
                  <a:pt x="24" y="80"/>
                </a:lnTo>
                <a:lnTo>
                  <a:pt x="27" y="75"/>
                </a:lnTo>
                <a:lnTo>
                  <a:pt x="30" y="71"/>
                </a:lnTo>
                <a:lnTo>
                  <a:pt x="33" y="67"/>
                </a:lnTo>
                <a:lnTo>
                  <a:pt x="36" y="63"/>
                </a:lnTo>
                <a:lnTo>
                  <a:pt x="40" y="60"/>
                </a:lnTo>
                <a:lnTo>
                  <a:pt x="44" y="56"/>
                </a:lnTo>
                <a:lnTo>
                  <a:pt x="48" y="52"/>
                </a:lnTo>
                <a:lnTo>
                  <a:pt x="52" y="49"/>
                </a:lnTo>
                <a:lnTo>
                  <a:pt x="56" y="45"/>
                </a:lnTo>
                <a:lnTo>
                  <a:pt x="60" y="42"/>
                </a:lnTo>
                <a:lnTo>
                  <a:pt x="65" y="39"/>
                </a:lnTo>
                <a:lnTo>
                  <a:pt x="69" y="35"/>
                </a:lnTo>
                <a:lnTo>
                  <a:pt x="74" y="32"/>
                </a:lnTo>
                <a:lnTo>
                  <a:pt x="79" y="30"/>
                </a:lnTo>
                <a:lnTo>
                  <a:pt x="84" y="27"/>
                </a:lnTo>
                <a:lnTo>
                  <a:pt x="89" y="24"/>
                </a:lnTo>
                <a:lnTo>
                  <a:pt x="94" y="22"/>
                </a:lnTo>
                <a:lnTo>
                  <a:pt x="99" y="19"/>
                </a:lnTo>
                <a:lnTo>
                  <a:pt x="104" y="17"/>
                </a:lnTo>
                <a:lnTo>
                  <a:pt x="110" y="15"/>
                </a:lnTo>
                <a:lnTo>
                  <a:pt x="115" y="13"/>
                </a:lnTo>
                <a:lnTo>
                  <a:pt x="121" y="11"/>
                </a:lnTo>
                <a:lnTo>
                  <a:pt x="126" y="9"/>
                </a:lnTo>
                <a:lnTo>
                  <a:pt x="132" y="8"/>
                </a:lnTo>
                <a:lnTo>
                  <a:pt x="138" y="6"/>
                </a:lnTo>
                <a:lnTo>
                  <a:pt x="143" y="5"/>
                </a:lnTo>
                <a:lnTo>
                  <a:pt x="149" y="4"/>
                </a:lnTo>
                <a:lnTo>
                  <a:pt x="155" y="3"/>
                </a:lnTo>
                <a:lnTo>
                  <a:pt x="161" y="2"/>
                </a:lnTo>
                <a:lnTo>
                  <a:pt x="167" y="2"/>
                </a:lnTo>
                <a:lnTo>
                  <a:pt x="173" y="1"/>
                </a:lnTo>
                <a:lnTo>
                  <a:pt x="179" y="1"/>
                </a:lnTo>
                <a:lnTo>
                  <a:pt x="185" y="0"/>
                </a:lnTo>
                <a:lnTo>
                  <a:pt x="191" y="0"/>
                </a:lnTo>
                <a:lnTo>
                  <a:pt x="197" y="0"/>
                </a:lnTo>
                <a:lnTo>
                  <a:pt x="203" y="1"/>
                </a:lnTo>
                <a:lnTo>
                  <a:pt x="209" y="1"/>
                </a:lnTo>
                <a:lnTo>
                  <a:pt x="215" y="2"/>
                </a:lnTo>
                <a:lnTo>
                  <a:pt x="221" y="2"/>
                </a:lnTo>
                <a:lnTo>
                  <a:pt x="227" y="3"/>
                </a:lnTo>
                <a:lnTo>
                  <a:pt x="232" y="4"/>
                </a:lnTo>
                <a:lnTo>
                  <a:pt x="238" y="5"/>
                </a:lnTo>
                <a:lnTo>
                  <a:pt x="244" y="6"/>
                </a:lnTo>
                <a:lnTo>
                  <a:pt x="250" y="8"/>
                </a:lnTo>
                <a:lnTo>
                  <a:pt x="255" y="9"/>
                </a:lnTo>
                <a:lnTo>
                  <a:pt x="261" y="11"/>
                </a:lnTo>
                <a:lnTo>
                  <a:pt x="267" y="13"/>
                </a:lnTo>
                <a:lnTo>
                  <a:pt x="273" y="15"/>
                </a:lnTo>
                <a:lnTo>
                  <a:pt x="278" y="17"/>
                </a:lnTo>
                <a:lnTo>
                  <a:pt x="284" y="19"/>
                </a:lnTo>
                <a:lnTo>
                  <a:pt x="289" y="22"/>
                </a:lnTo>
                <a:lnTo>
                  <a:pt x="294" y="24"/>
                </a:lnTo>
                <a:lnTo>
                  <a:pt x="299" y="27"/>
                </a:lnTo>
                <a:lnTo>
                  <a:pt x="304" y="30"/>
                </a:lnTo>
                <a:lnTo>
                  <a:pt x="309" y="32"/>
                </a:lnTo>
                <a:lnTo>
                  <a:pt x="313" y="35"/>
                </a:lnTo>
                <a:lnTo>
                  <a:pt x="318" y="39"/>
                </a:lnTo>
                <a:lnTo>
                  <a:pt x="322" y="42"/>
                </a:lnTo>
                <a:lnTo>
                  <a:pt x="327" y="45"/>
                </a:lnTo>
                <a:lnTo>
                  <a:pt x="331" y="49"/>
                </a:lnTo>
                <a:lnTo>
                  <a:pt x="335" y="52"/>
                </a:lnTo>
                <a:lnTo>
                  <a:pt x="339" y="56"/>
                </a:lnTo>
                <a:lnTo>
                  <a:pt x="343" y="60"/>
                </a:lnTo>
                <a:lnTo>
                  <a:pt x="346" y="63"/>
                </a:lnTo>
                <a:lnTo>
                  <a:pt x="350" y="67"/>
                </a:lnTo>
                <a:lnTo>
                  <a:pt x="353" y="71"/>
                </a:lnTo>
                <a:lnTo>
                  <a:pt x="356" y="75"/>
                </a:lnTo>
                <a:lnTo>
                  <a:pt x="359" y="80"/>
                </a:lnTo>
                <a:lnTo>
                  <a:pt x="362" y="84"/>
                </a:lnTo>
                <a:lnTo>
                  <a:pt x="364" y="88"/>
                </a:lnTo>
                <a:lnTo>
                  <a:pt x="367" y="93"/>
                </a:lnTo>
                <a:lnTo>
                  <a:pt x="369" y="97"/>
                </a:lnTo>
                <a:lnTo>
                  <a:pt x="371" y="102"/>
                </a:lnTo>
                <a:lnTo>
                  <a:pt x="373" y="106"/>
                </a:lnTo>
                <a:lnTo>
                  <a:pt x="375" y="111"/>
                </a:lnTo>
                <a:lnTo>
                  <a:pt x="377" y="115"/>
                </a:lnTo>
                <a:lnTo>
                  <a:pt x="378" y="120"/>
                </a:lnTo>
                <a:lnTo>
                  <a:pt x="379" y="126"/>
                </a:lnTo>
                <a:lnTo>
                  <a:pt x="380" y="130"/>
                </a:lnTo>
                <a:lnTo>
                  <a:pt x="381" y="135"/>
                </a:lnTo>
                <a:lnTo>
                  <a:pt x="382" y="140"/>
                </a:lnTo>
                <a:lnTo>
                  <a:pt x="382" y="145"/>
                </a:lnTo>
                <a:lnTo>
                  <a:pt x="382" y="150"/>
                </a:lnTo>
                <a:lnTo>
                  <a:pt x="383" y="154"/>
                </a:lnTo>
                <a:close/>
              </a:path>
            </a:pathLst>
          </a:custGeom>
          <a:solidFill>
            <a:srgbClr val="ff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6" name=""/>
          <p:cNvSpPr/>
          <p:nvPr/>
        </p:nvSpPr>
        <p:spPr>
          <a:xfrm>
            <a:off x="4908240" y="1771560"/>
            <a:ext cx="141120" cy="113040"/>
          </a:xfrm>
          <a:custGeom>
            <a:avLst/>
            <a:gdLst/>
            <a:ahLst/>
            <a:rect l="0" t="0" r="r" b="b"/>
            <a:pathLst>
              <a:path w="392" h="314">
                <a:moveTo>
                  <a:pt x="388" y="156"/>
                </a:moveTo>
                <a:lnTo>
                  <a:pt x="387" y="152"/>
                </a:lnTo>
                <a:lnTo>
                  <a:pt x="387" y="147"/>
                </a:lnTo>
                <a:lnTo>
                  <a:pt x="387" y="142"/>
                </a:lnTo>
                <a:lnTo>
                  <a:pt x="386" y="137"/>
                </a:lnTo>
                <a:lnTo>
                  <a:pt x="385" y="132"/>
                </a:lnTo>
                <a:lnTo>
                  <a:pt x="384" y="128"/>
                </a:lnTo>
                <a:lnTo>
                  <a:pt x="383" y="123"/>
                </a:lnTo>
                <a:lnTo>
                  <a:pt x="382" y="118"/>
                </a:lnTo>
                <a:lnTo>
                  <a:pt x="380" y="114"/>
                </a:lnTo>
                <a:lnTo>
                  <a:pt x="378" y="109"/>
                </a:lnTo>
                <a:lnTo>
                  <a:pt x="376" y="105"/>
                </a:lnTo>
                <a:lnTo>
                  <a:pt x="374" y="100"/>
                </a:lnTo>
                <a:lnTo>
                  <a:pt x="372" y="96"/>
                </a:lnTo>
                <a:lnTo>
                  <a:pt x="369" y="91"/>
                </a:lnTo>
                <a:lnTo>
                  <a:pt x="367" y="87"/>
                </a:lnTo>
                <a:lnTo>
                  <a:pt x="364" y="83"/>
                </a:lnTo>
                <a:lnTo>
                  <a:pt x="361" y="78"/>
                </a:lnTo>
                <a:lnTo>
                  <a:pt x="358" y="74"/>
                </a:lnTo>
                <a:lnTo>
                  <a:pt x="355" y="70"/>
                </a:lnTo>
                <a:lnTo>
                  <a:pt x="351" y="66"/>
                </a:lnTo>
                <a:lnTo>
                  <a:pt x="348" y="63"/>
                </a:lnTo>
                <a:lnTo>
                  <a:pt x="344" y="59"/>
                </a:lnTo>
                <a:lnTo>
                  <a:pt x="340" y="55"/>
                </a:lnTo>
                <a:lnTo>
                  <a:pt x="336" y="52"/>
                </a:lnTo>
                <a:lnTo>
                  <a:pt x="332" y="48"/>
                </a:lnTo>
                <a:lnTo>
                  <a:pt x="327" y="45"/>
                </a:lnTo>
                <a:lnTo>
                  <a:pt x="323" y="42"/>
                </a:lnTo>
                <a:lnTo>
                  <a:pt x="318" y="38"/>
                </a:lnTo>
                <a:lnTo>
                  <a:pt x="314" y="35"/>
                </a:lnTo>
                <a:lnTo>
                  <a:pt x="309" y="33"/>
                </a:lnTo>
                <a:lnTo>
                  <a:pt x="304" y="30"/>
                </a:lnTo>
                <a:lnTo>
                  <a:pt x="299" y="27"/>
                </a:lnTo>
                <a:lnTo>
                  <a:pt x="294" y="25"/>
                </a:lnTo>
                <a:lnTo>
                  <a:pt x="289" y="22"/>
                </a:lnTo>
                <a:lnTo>
                  <a:pt x="283" y="20"/>
                </a:lnTo>
                <a:lnTo>
                  <a:pt x="278" y="18"/>
                </a:lnTo>
                <a:lnTo>
                  <a:pt x="273" y="16"/>
                </a:lnTo>
                <a:lnTo>
                  <a:pt x="267" y="14"/>
                </a:lnTo>
                <a:lnTo>
                  <a:pt x="261" y="12"/>
                </a:lnTo>
                <a:lnTo>
                  <a:pt x="256" y="11"/>
                </a:lnTo>
                <a:lnTo>
                  <a:pt x="250" y="9"/>
                </a:lnTo>
                <a:lnTo>
                  <a:pt x="244" y="8"/>
                </a:lnTo>
                <a:lnTo>
                  <a:pt x="238" y="7"/>
                </a:lnTo>
                <a:lnTo>
                  <a:pt x="233" y="6"/>
                </a:lnTo>
                <a:lnTo>
                  <a:pt x="227" y="5"/>
                </a:lnTo>
                <a:lnTo>
                  <a:pt x="221" y="5"/>
                </a:lnTo>
                <a:lnTo>
                  <a:pt x="215" y="4"/>
                </a:lnTo>
                <a:lnTo>
                  <a:pt x="208" y="4"/>
                </a:lnTo>
                <a:lnTo>
                  <a:pt x="202" y="3"/>
                </a:lnTo>
                <a:lnTo>
                  <a:pt x="196" y="3"/>
                </a:lnTo>
                <a:lnTo>
                  <a:pt x="190" y="3"/>
                </a:lnTo>
                <a:lnTo>
                  <a:pt x="184" y="4"/>
                </a:lnTo>
                <a:lnTo>
                  <a:pt x="178" y="4"/>
                </a:lnTo>
                <a:lnTo>
                  <a:pt x="172" y="5"/>
                </a:lnTo>
                <a:lnTo>
                  <a:pt x="166" y="5"/>
                </a:lnTo>
                <a:lnTo>
                  <a:pt x="160" y="6"/>
                </a:lnTo>
                <a:lnTo>
                  <a:pt x="154" y="7"/>
                </a:lnTo>
                <a:lnTo>
                  <a:pt x="148" y="8"/>
                </a:lnTo>
                <a:lnTo>
                  <a:pt x="143" y="9"/>
                </a:lnTo>
                <a:lnTo>
                  <a:pt x="137" y="11"/>
                </a:lnTo>
                <a:lnTo>
                  <a:pt x="131" y="12"/>
                </a:lnTo>
                <a:lnTo>
                  <a:pt x="126" y="14"/>
                </a:lnTo>
                <a:lnTo>
                  <a:pt x="120" y="16"/>
                </a:lnTo>
                <a:lnTo>
                  <a:pt x="115" y="18"/>
                </a:lnTo>
                <a:lnTo>
                  <a:pt x="109" y="20"/>
                </a:lnTo>
                <a:lnTo>
                  <a:pt x="104" y="22"/>
                </a:lnTo>
                <a:lnTo>
                  <a:pt x="99" y="25"/>
                </a:lnTo>
                <a:lnTo>
                  <a:pt x="94" y="27"/>
                </a:lnTo>
                <a:lnTo>
                  <a:pt x="89" y="30"/>
                </a:lnTo>
                <a:lnTo>
                  <a:pt x="84" y="33"/>
                </a:lnTo>
                <a:lnTo>
                  <a:pt x="79" y="35"/>
                </a:lnTo>
                <a:lnTo>
                  <a:pt x="74" y="38"/>
                </a:lnTo>
                <a:lnTo>
                  <a:pt x="70" y="42"/>
                </a:lnTo>
                <a:lnTo>
                  <a:pt x="65" y="45"/>
                </a:lnTo>
                <a:lnTo>
                  <a:pt x="61" y="48"/>
                </a:lnTo>
                <a:lnTo>
                  <a:pt x="57" y="52"/>
                </a:lnTo>
                <a:lnTo>
                  <a:pt x="53" y="55"/>
                </a:lnTo>
                <a:lnTo>
                  <a:pt x="49" y="59"/>
                </a:lnTo>
                <a:lnTo>
                  <a:pt x="45" y="63"/>
                </a:lnTo>
                <a:lnTo>
                  <a:pt x="41" y="66"/>
                </a:lnTo>
                <a:lnTo>
                  <a:pt x="38" y="70"/>
                </a:lnTo>
                <a:lnTo>
                  <a:pt x="35" y="74"/>
                </a:lnTo>
                <a:lnTo>
                  <a:pt x="32" y="78"/>
                </a:lnTo>
                <a:lnTo>
                  <a:pt x="29" y="83"/>
                </a:lnTo>
                <a:lnTo>
                  <a:pt x="26" y="87"/>
                </a:lnTo>
                <a:lnTo>
                  <a:pt x="23" y="91"/>
                </a:lnTo>
                <a:lnTo>
                  <a:pt x="21" y="96"/>
                </a:lnTo>
                <a:lnTo>
                  <a:pt x="18" y="100"/>
                </a:lnTo>
                <a:lnTo>
                  <a:pt x="16" y="105"/>
                </a:lnTo>
                <a:lnTo>
                  <a:pt x="14" y="109"/>
                </a:lnTo>
                <a:lnTo>
                  <a:pt x="13" y="114"/>
                </a:lnTo>
                <a:lnTo>
                  <a:pt x="11" y="118"/>
                </a:lnTo>
                <a:lnTo>
                  <a:pt x="10" y="123"/>
                </a:lnTo>
                <a:lnTo>
                  <a:pt x="8" y="128"/>
                </a:lnTo>
                <a:lnTo>
                  <a:pt x="7" y="132"/>
                </a:lnTo>
                <a:lnTo>
                  <a:pt x="7" y="137"/>
                </a:lnTo>
                <a:lnTo>
                  <a:pt x="6" y="142"/>
                </a:lnTo>
                <a:lnTo>
                  <a:pt x="5" y="147"/>
                </a:lnTo>
                <a:lnTo>
                  <a:pt x="5" y="152"/>
                </a:lnTo>
                <a:lnTo>
                  <a:pt x="5" y="156"/>
                </a:lnTo>
                <a:lnTo>
                  <a:pt x="5" y="161"/>
                </a:lnTo>
                <a:lnTo>
                  <a:pt x="5" y="166"/>
                </a:lnTo>
                <a:lnTo>
                  <a:pt x="6" y="171"/>
                </a:lnTo>
                <a:lnTo>
                  <a:pt x="7" y="176"/>
                </a:lnTo>
                <a:lnTo>
                  <a:pt x="7" y="180"/>
                </a:lnTo>
                <a:lnTo>
                  <a:pt x="8" y="185"/>
                </a:lnTo>
                <a:lnTo>
                  <a:pt x="10" y="190"/>
                </a:lnTo>
                <a:lnTo>
                  <a:pt x="11" y="194"/>
                </a:lnTo>
                <a:lnTo>
                  <a:pt x="13" y="199"/>
                </a:lnTo>
                <a:lnTo>
                  <a:pt x="14" y="204"/>
                </a:lnTo>
                <a:lnTo>
                  <a:pt x="16" y="208"/>
                </a:lnTo>
                <a:lnTo>
                  <a:pt x="18" y="213"/>
                </a:lnTo>
                <a:lnTo>
                  <a:pt x="21" y="217"/>
                </a:lnTo>
                <a:lnTo>
                  <a:pt x="23" y="222"/>
                </a:lnTo>
                <a:lnTo>
                  <a:pt x="26" y="226"/>
                </a:lnTo>
                <a:lnTo>
                  <a:pt x="29" y="230"/>
                </a:lnTo>
                <a:lnTo>
                  <a:pt x="32" y="234"/>
                </a:lnTo>
                <a:lnTo>
                  <a:pt x="35" y="238"/>
                </a:lnTo>
                <a:lnTo>
                  <a:pt x="38" y="242"/>
                </a:lnTo>
                <a:lnTo>
                  <a:pt x="41" y="247"/>
                </a:lnTo>
                <a:lnTo>
                  <a:pt x="45" y="251"/>
                </a:lnTo>
                <a:lnTo>
                  <a:pt x="49" y="255"/>
                </a:lnTo>
                <a:lnTo>
                  <a:pt x="53" y="259"/>
                </a:lnTo>
                <a:lnTo>
                  <a:pt x="57" y="262"/>
                </a:lnTo>
                <a:lnTo>
                  <a:pt x="61" y="266"/>
                </a:lnTo>
                <a:lnTo>
                  <a:pt x="65" y="269"/>
                </a:lnTo>
                <a:lnTo>
                  <a:pt x="70" y="272"/>
                </a:lnTo>
                <a:lnTo>
                  <a:pt x="74" y="275"/>
                </a:lnTo>
                <a:lnTo>
                  <a:pt x="79" y="278"/>
                </a:lnTo>
                <a:lnTo>
                  <a:pt x="84" y="281"/>
                </a:lnTo>
                <a:lnTo>
                  <a:pt x="89" y="284"/>
                </a:lnTo>
                <a:lnTo>
                  <a:pt x="94" y="287"/>
                </a:lnTo>
                <a:lnTo>
                  <a:pt x="99" y="289"/>
                </a:lnTo>
                <a:lnTo>
                  <a:pt x="104" y="291"/>
                </a:lnTo>
                <a:lnTo>
                  <a:pt x="109" y="294"/>
                </a:lnTo>
                <a:lnTo>
                  <a:pt x="115" y="296"/>
                </a:lnTo>
                <a:lnTo>
                  <a:pt x="120" y="298"/>
                </a:lnTo>
                <a:lnTo>
                  <a:pt x="126" y="300"/>
                </a:lnTo>
                <a:lnTo>
                  <a:pt x="131" y="301"/>
                </a:lnTo>
                <a:lnTo>
                  <a:pt x="137" y="303"/>
                </a:lnTo>
                <a:lnTo>
                  <a:pt x="143" y="304"/>
                </a:lnTo>
                <a:lnTo>
                  <a:pt x="148" y="306"/>
                </a:lnTo>
                <a:lnTo>
                  <a:pt x="154" y="307"/>
                </a:lnTo>
                <a:lnTo>
                  <a:pt x="160" y="308"/>
                </a:lnTo>
                <a:lnTo>
                  <a:pt x="166" y="309"/>
                </a:lnTo>
                <a:lnTo>
                  <a:pt x="172" y="309"/>
                </a:lnTo>
                <a:lnTo>
                  <a:pt x="178" y="310"/>
                </a:lnTo>
                <a:lnTo>
                  <a:pt x="184" y="310"/>
                </a:lnTo>
                <a:lnTo>
                  <a:pt x="190" y="310"/>
                </a:lnTo>
                <a:lnTo>
                  <a:pt x="196" y="310"/>
                </a:lnTo>
                <a:lnTo>
                  <a:pt x="202" y="310"/>
                </a:lnTo>
                <a:lnTo>
                  <a:pt x="208" y="310"/>
                </a:lnTo>
                <a:lnTo>
                  <a:pt x="215" y="310"/>
                </a:lnTo>
                <a:lnTo>
                  <a:pt x="221" y="309"/>
                </a:lnTo>
                <a:lnTo>
                  <a:pt x="227" y="309"/>
                </a:lnTo>
                <a:lnTo>
                  <a:pt x="233" y="308"/>
                </a:lnTo>
                <a:lnTo>
                  <a:pt x="238" y="307"/>
                </a:lnTo>
                <a:lnTo>
                  <a:pt x="244" y="306"/>
                </a:lnTo>
                <a:lnTo>
                  <a:pt x="250" y="304"/>
                </a:lnTo>
                <a:lnTo>
                  <a:pt x="256" y="303"/>
                </a:lnTo>
                <a:lnTo>
                  <a:pt x="261" y="301"/>
                </a:lnTo>
                <a:lnTo>
                  <a:pt x="267" y="300"/>
                </a:lnTo>
                <a:lnTo>
                  <a:pt x="273" y="298"/>
                </a:lnTo>
                <a:lnTo>
                  <a:pt x="278" y="296"/>
                </a:lnTo>
                <a:lnTo>
                  <a:pt x="283" y="294"/>
                </a:lnTo>
                <a:lnTo>
                  <a:pt x="289" y="291"/>
                </a:lnTo>
                <a:lnTo>
                  <a:pt x="294" y="289"/>
                </a:lnTo>
                <a:lnTo>
                  <a:pt x="299" y="287"/>
                </a:lnTo>
                <a:lnTo>
                  <a:pt x="304" y="284"/>
                </a:lnTo>
                <a:lnTo>
                  <a:pt x="309" y="281"/>
                </a:lnTo>
                <a:lnTo>
                  <a:pt x="314" y="278"/>
                </a:lnTo>
                <a:lnTo>
                  <a:pt x="318" y="275"/>
                </a:lnTo>
                <a:lnTo>
                  <a:pt x="323" y="272"/>
                </a:lnTo>
                <a:lnTo>
                  <a:pt x="327" y="269"/>
                </a:lnTo>
                <a:lnTo>
                  <a:pt x="332" y="266"/>
                </a:lnTo>
                <a:lnTo>
                  <a:pt x="336" y="262"/>
                </a:lnTo>
                <a:lnTo>
                  <a:pt x="340" y="259"/>
                </a:lnTo>
                <a:lnTo>
                  <a:pt x="344" y="255"/>
                </a:lnTo>
                <a:lnTo>
                  <a:pt x="348" y="251"/>
                </a:lnTo>
                <a:lnTo>
                  <a:pt x="351" y="247"/>
                </a:lnTo>
                <a:lnTo>
                  <a:pt x="355" y="242"/>
                </a:lnTo>
                <a:lnTo>
                  <a:pt x="358" y="238"/>
                </a:lnTo>
                <a:lnTo>
                  <a:pt x="361" y="234"/>
                </a:lnTo>
                <a:lnTo>
                  <a:pt x="364" y="230"/>
                </a:lnTo>
                <a:lnTo>
                  <a:pt x="367" y="226"/>
                </a:lnTo>
                <a:lnTo>
                  <a:pt x="369" y="222"/>
                </a:lnTo>
                <a:lnTo>
                  <a:pt x="372" y="217"/>
                </a:lnTo>
                <a:lnTo>
                  <a:pt x="374" y="213"/>
                </a:lnTo>
                <a:lnTo>
                  <a:pt x="376" y="208"/>
                </a:lnTo>
                <a:lnTo>
                  <a:pt x="378" y="204"/>
                </a:lnTo>
                <a:lnTo>
                  <a:pt x="380" y="199"/>
                </a:lnTo>
                <a:lnTo>
                  <a:pt x="382" y="194"/>
                </a:lnTo>
                <a:lnTo>
                  <a:pt x="383" y="190"/>
                </a:lnTo>
                <a:lnTo>
                  <a:pt x="384" y="185"/>
                </a:lnTo>
                <a:lnTo>
                  <a:pt x="385" y="180"/>
                </a:lnTo>
                <a:lnTo>
                  <a:pt x="386" y="176"/>
                </a:lnTo>
                <a:lnTo>
                  <a:pt x="387" y="171"/>
                </a:lnTo>
                <a:lnTo>
                  <a:pt x="387" y="166"/>
                </a:lnTo>
                <a:lnTo>
                  <a:pt x="387" y="161"/>
                </a:lnTo>
                <a:lnTo>
                  <a:pt x="388" y="156"/>
                </a:lnTo>
                <a:moveTo>
                  <a:pt x="392" y="156"/>
                </a:moveTo>
                <a:lnTo>
                  <a:pt x="392" y="161"/>
                </a:lnTo>
                <a:lnTo>
                  <a:pt x="392" y="166"/>
                </a:lnTo>
                <a:lnTo>
                  <a:pt x="391" y="171"/>
                </a:lnTo>
                <a:lnTo>
                  <a:pt x="391" y="176"/>
                </a:lnTo>
                <a:lnTo>
                  <a:pt x="390" y="181"/>
                </a:lnTo>
                <a:lnTo>
                  <a:pt x="389" y="186"/>
                </a:lnTo>
                <a:lnTo>
                  <a:pt x="387" y="191"/>
                </a:lnTo>
                <a:lnTo>
                  <a:pt x="386" y="195"/>
                </a:lnTo>
                <a:lnTo>
                  <a:pt x="384" y="200"/>
                </a:lnTo>
                <a:lnTo>
                  <a:pt x="383" y="205"/>
                </a:lnTo>
                <a:lnTo>
                  <a:pt x="381" y="209"/>
                </a:lnTo>
                <a:lnTo>
                  <a:pt x="378" y="214"/>
                </a:lnTo>
                <a:lnTo>
                  <a:pt x="376" y="219"/>
                </a:lnTo>
                <a:lnTo>
                  <a:pt x="374" y="223"/>
                </a:lnTo>
                <a:lnTo>
                  <a:pt x="371" y="228"/>
                </a:lnTo>
                <a:lnTo>
                  <a:pt x="368" y="232"/>
                </a:lnTo>
                <a:lnTo>
                  <a:pt x="365" y="236"/>
                </a:lnTo>
                <a:lnTo>
                  <a:pt x="362" y="240"/>
                </a:lnTo>
                <a:lnTo>
                  <a:pt x="358" y="245"/>
                </a:lnTo>
                <a:lnTo>
                  <a:pt x="355" y="250"/>
                </a:lnTo>
                <a:lnTo>
                  <a:pt x="351" y="253"/>
                </a:lnTo>
                <a:lnTo>
                  <a:pt x="347" y="257"/>
                </a:lnTo>
                <a:lnTo>
                  <a:pt x="343" y="261"/>
                </a:lnTo>
                <a:lnTo>
                  <a:pt x="339" y="265"/>
                </a:lnTo>
                <a:lnTo>
                  <a:pt x="335" y="268"/>
                </a:lnTo>
                <a:lnTo>
                  <a:pt x="331" y="272"/>
                </a:lnTo>
                <a:lnTo>
                  <a:pt x="326" y="275"/>
                </a:lnTo>
                <a:lnTo>
                  <a:pt x="321" y="278"/>
                </a:lnTo>
                <a:lnTo>
                  <a:pt x="317" y="281"/>
                </a:lnTo>
                <a:lnTo>
                  <a:pt x="312" y="284"/>
                </a:lnTo>
                <a:lnTo>
                  <a:pt x="307" y="287"/>
                </a:lnTo>
                <a:lnTo>
                  <a:pt x="301" y="290"/>
                </a:lnTo>
                <a:lnTo>
                  <a:pt x="296" y="292"/>
                </a:lnTo>
                <a:lnTo>
                  <a:pt x="291" y="295"/>
                </a:lnTo>
                <a:lnTo>
                  <a:pt x="285" y="297"/>
                </a:lnTo>
                <a:lnTo>
                  <a:pt x="280" y="299"/>
                </a:lnTo>
                <a:lnTo>
                  <a:pt x="274" y="301"/>
                </a:lnTo>
                <a:lnTo>
                  <a:pt x="269" y="303"/>
                </a:lnTo>
                <a:lnTo>
                  <a:pt x="263" y="305"/>
                </a:lnTo>
                <a:lnTo>
                  <a:pt x="257" y="306"/>
                </a:lnTo>
                <a:lnTo>
                  <a:pt x="251" y="308"/>
                </a:lnTo>
                <a:lnTo>
                  <a:pt x="245" y="309"/>
                </a:lnTo>
                <a:lnTo>
                  <a:pt x="239" y="310"/>
                </a:lnTo>
                <a:lnTo>
                  <a:pt x="233" y="311"/>
                </a:lnTo>
                <a:lnTo>
                  <a:pt x="227" y="312"/>
                </a:lnTo>
                <a:lnTo>
                  <a:pt x="221" y="313"/>
                </a:lnTo>
                <a:lnTo>
                  <a:pt x="215" y="313"/>
                </a:lnTo>
                <a:lnTo>
                  <a:pt x="208" y="314"/>
                </a:lnTo>
                <a:lnTo>
                  <a:pt x="202" y="314"/>
                </a:lnTo>
                <a:lnTo>
                  <a:pt x="196" y="314"/>
                </a:lnTo>
                <a:lnTo>
                  <a:pt x="190" y="314"/>
                </a:lnTo>
                <a:lnTo>
                  <a:pt x="184" y="314"/>
                </a:lnTo>
                <a:lnTo>
                  <a:pt x="177" y="313"/>
                </a:lnTo>
                <a:lnTo>
                  <a:pt x="171" y="313"/>
                </a:lnTo>
                <a:lnTo>
                  <a:pt x="165" y="312"/>
                </a:lnTo>
                <a:lnTo>
                  <a:pt x="159" y="311"/>
                </a:lnTo>
                <a:lnTo>
                  <a:pt x="153" y="310"/>
                </a:lnTo>
                <a:lnTo>
                  <a:pt x="147" y="309"/>
                </a:lnTo>
                <a:lnTo>
                  <a:pt x="141" y="308"/>
                </a:lnTo>
                <a:lnTo>
                  <a:pt x="135" y="306"/>
                </a:lnTo>
                <a:lnTo>
                  <a:pt x="130" y="305"/>
                </a:lnTo>
                <a:lnTo>
                  <a:pt x="124" y="303"/>
                </a:lnTo>
                <a:lnTo>
                  <a:pt x="118" y="301"/>
                </a:lnTo>
                <a:lnTo>
                  <a:pt x="113" y="299"/>
                </a:lnTo>
                <a:lnTo>
                  <a:pt x="107" y="297"/>
                </a:lnTo>
                <a:lnTo>
                  <a:pt x="102" y="295"/>
                </a:lnTo>
                <a:lnTo>
                  <a:pt x="96" y="292"/>
                </a:lnTo>
                <a:lnTo>
                  <a:pt x="91" y="290"/>
                </a:lnTo>
                <a:lnTo>
                  <a:pt x="86" y="287"/>
                </a:lnTo>
                <a:lnTo>
                  <a:pt x="81" y="284"/>
                </a:lnTo>
                <a:lnTo>
                  <a:pt x="76" y="281"/>
                </a:lnTo>
                <a:lnTo>
                  <a:pt x="71" y="278"/>
                </a:lnTo>
                <a:lnTo>
                  <a:pt x="67" y="275"/>
                </a:lnTo>
                <a:lnTo>
                  <a:pt x="62" y="272"/>
                </a:lnTo>
                <a:lnTo>
                  <a:pt x="58" y="268"/>
                </a:lnTo>
                <a:lnTo>
                  <a:pt x="53" y="265"/>
                </a:lnTo>
                <a:lnTo>
                  <a:pt x="49" y="261"/>
                </a:lnTo>
                <a:lnTo>
                  <a:pt x="45" y="257"/>
                </a:lnTo>
                <a:lnTo>
                  <a:pt x="41" y="253"/>
                </a:lnTo>
                <a:lnTo>
                  <a:pt x="38" y="250"/>
                </a:lnTo>
                <a:lnTo>
                  <a:pt x="34" y="245"/>
                </a:lnTo>
                <a:lnTo>
                  <a:pt x="31" y="240"/>
                </a:lnTo>
                <a:lnTo>
                  <a:pt x="28" y="236"/>
                </a:lnTo>
                <a:lnTo>
                  <a:pt x="25" y="232"/>
                </a:lnTo>
                <a:lnTo>
                  <a:pt x="22" y="228"/>
                </a:lnTo>
                <a:lnTo>
                  <a:pt x="19" y="223"/>
                </a:lnTo>
                <a:lnTo>
                  <a:pt x="16" y="219"/>
                </a:lnTo>
                <a:lnTo>
                  <a:pt x="14" y="214"/>
                </a:lnTo>
                <a:lnTo>
                  <a:pt x="12" y="209"/>
                </a:lnTo>
                <a:lnTo>
                  <a:pt x="10" y="205"/>
                </a:lnTo>
                <a:lnTo>
                  <a:pt x="8" y="200"/>
                </a:lnTo>
                <a:lnTo>
                  <a:pt x="7" y="195"/>
                </a:lnTo>
                <a:lnTo>
                  <a:pt x="5" y="191"/>
                </a:lnTo>
                <a:lnTo>
                  <a:pt x="4" y="186"/>
                </a:lnTo>
                <a:lnTo>
                  <a:pt x="3" y="181"/>
                </a:lnTo>
                <a:lnTo>
                  <a:pt x="2" y="176"/>
                </a:lnTo>
                <a:lnTo>
                  <a:pt x="1" y="171"/>
                </a:lnTo>
                <a:lnTo>
                  <a:pt x="1" y="166"/>
                </a:lnTo>
                <a:lnTo>
                  <a:pt x="1" y="161"/>
                </a:lnTo>
                <a:lnTo>
                  <a:pt x="0" y="156"/>
                </a:lnTo>
                <a:lnTo>
                  <a:pt x="1" y="151"/>
                </a:lnTo>
                <a:lnTo>
                  <a:pt x="1" y="147"/>
                </a:lnTo>
                <a:lnTo>
                  <a:pt x="1" y="142"/>
                </a:lnTo>
                <a:lnTo>
                  <a:pt x="2" y="137"/>
                </a:lnTo>
                <a:lnTo>
                  <a:pt x="3" y="132"/>
                </a:lnTo>
                <a:lnTo>
                  <a:pt x="4" y="127"/>
                </a:lnTo>
                <a:lnTo>
                  <a:pt x="5" y="122"/>
                </a:lnTo>
                <a:lnTo>
                  <a:pt x="7" y="117"/>
                </a:lnTo>
                <a:lnTo>
                  <a:pt x="8" y="113"/>
                </a:lnTo>
                <a:lnTo>
                  <a:pt x="10" y="108"/>
                </a:lnTo>
                <a:lnTo>
                  <a:pt x="12" y="103"/>
                </a:lnTo>
                <a:lnTo>
                  <a:pt x="14" y="99"/>
                </a:lnTo>
                <a:lnTo>
                  <a:pt x="16" y="94"/>
                </a:lnTo>
                <a:lnTo>
                  <a:pt x="19" y="90"/>
                </a:lnTo>
                <a:lnTo>
                  <a:pt x="22" y="85"/>
                </a:lnTo>
                <a:lnTo>
                  <a:pt x="25" y="81"/>
                </a:lnTo>
                <a:lnTo>
                  <a:pt x="28" y="77"/>
                </a:lnTo>
                <a:lnTo>
                  <a:pt x="31" y="72"/>
                </a:lnTo>
                <a:lnTo>
                  <a:pt x="34" y="68"/>
                </a:lnTo>
                <a:lnTo>
                  <a:pt x="38" y="64"/>
                </a:lnTo>
                <a:lnTo>
                  <a:pt x="41" y="60"/>
                </a:lnTo>
                <a:lnTo>
                  <a:pt x="45" y="56"/>
                </a:lnTo>
                <a:lnTo>
                  <a:pt x="49" y="53"/>
                </a:lnTo>
                <a:lnTo>
                  <a:pt x="53" y="49"/>
                </a:lnTo>
                <a:lnTo>
                  <a:pt x="58" y="46"/>
                </a:lnTo>
                <a:lnTo>
                  <a:pt x="62" y="42"/>
                </a:lnTo>
                <a:lnTo>
                  <a:pt x="67" y="39"/>
                </a:lnTo>
                <a:lnTo>
                  <a:pt x="71" y="36"/>
                </a:lnTo>
                <a:lnTo>
                  <a:pt x="76" y="33"/>
                </a:lnTo>
                <a:lnTo>
                  <a:pt x="81" y="30"/>
                </a:lnTo>
                <a:lnTo>
                  <a:pt x="86" y="27"/>
                </a:lnTo>
                <a:lnTo>
                  <a:pt x="91" y="24"/>
                </a:lnTo>
                <a:lnTo>
                  <a:pt x="96" y="21"/>
                </a:lnTo>
                <a:lnTo>
                  <a:pt x="102" y="19"/>
                </a:lnTo>
                <a:lnTo>
                  <a:pt x="107" y="17"/>
                </a:lnTo>
                <a:lnTo>
                  <a:pt x="113" y="15"/>
                </a:lnTo>
                <a:lnTo>
                  <a:pt x="118" y="13"/>
                </a:lnTo>
                <a:lnTo>
                  <a:pt x="124" y="11"/>
                </a:lnTo>
                <a:lnTo>
                  <a:pt x="130" y="9"/>
                </a:lnTo>
                <a:lnTo>
                  <a:pt x="135" y="7"/>
                </a:lnTo>
                <a:lnTo>
                  <a:pt x="141" y="6"/>
                </a:lnTo>
                <a:lnTo>
                  <a:pt x="147" y="5"/>
                </a:lnTo>
                <a:lnTo>
                  <a:pt x="153" y="3"/>
                </a:lnTo>
                <a:lnTo>
                  <a:pt x="159" y="2"/>
                </a:lnTo>
                <a:lnTo>
                  <a:pt x="165" y="2"/>
                </a:lnTo>
                <a:lnTo>
                  <a:pt x="171" y="1"/>
                </a:lnTo>
                <a:lnTo>
                  <a:pt x="177" y="0"/>
                </a:lnTo>
                <a:lnTo>
                  <a:pt x="184" y="0"/>
                </a:lnTo>
                <a:lnTo>
                  <a:pt x="190" y="0"/>
                </a:lnTo>
                <a:lnTo>
                  <a:pt x="196" y="0"/>
                </a:lnTo>
                <a:lnTo>
                  <a:pt x="202" y="0"/>
                </a:lnTo>
                <a:lnTo>
                  <a:pt x="208" y="0"/>
                </a:lnTo>
                <a:lnTo>
                  <a:pt x="215" y="0"/>
                </a:lnTo>
                <a:lnTo>
                  <a:pt x="221" y="1"/>
                </a:lnTo>
                <a:lnTo>
                  <a:pt x="227" y="2"/>
                </a:lnTo>
                <a:lnTo>
                  <a:pt x="233" y="2"/>
                </a:lnTo>
                <a:lnTo>
                  <a:pt x="239" y="3"/>
                </a:lnTo>
                <a:lnTo>
                  <a:pt x="245" y="5"/>
                </a:lnTo>
                <a:lnTo>
                  <a:pt x="251" y="6"/>
                </a:lnTo>
                <a:lnTo>
                  <a:pt x="257" y="7"/>
                </a:lnTo>
                <a:lnTo>
                  <a:pt x="263" y="9"/>
                </a:lnTo>
                <a:lnTo>
                  <a:pt x="269" y="11"/>
                </a:lnTo>
                <a:lnTo>
                  <a:pt x="274" y="13"/>
                </a:lnTo>
                <a:lnTo>
                  <a:pt x="280" y="15"/>
                </a:lnTo>
                <a:lnTo>
                  <a:pt x="285" y="17"/>
                </a:lnTo>
                <a:lnTo>
                  <a:pt x="291" y="19"/>
                </a:lnTo>
                <a:lnTo>
                  <a:pt x="296" y="21"/>
                </a:lnTo>
                <a:lnTo>
                  <a:pt x="301" y="24"/>
                </a:lnTo>
                <a:lnTo>
                  <a:pt x="307" y="27"/>
                </a:lnTo>
                <a:lnTo>
                  <a:pt x="312" y="30"/>
                </a:lnTo>
                <a:lnTo>
                  <a:pt x="317" y="33"/>
                </a:lnTo>
                <a:lnTo>
                  <a:pt x="321" y="36"/>
                </a:lnTo>
                <a:lnTo>
                  <a:pt x="326" y="39"/>
                </a:lnTo>
                <a:lnTo>
                  <a:pt x="331" y="42"/>
                </a:lnTo>
                <a:lnTo>
                  <a:pt x="335" y="46"/>
                </a:lnTo>
                <a:lnTo>
                  <a:pt x="339" y="49"/>
                </a:lnTo>
                <a:lnTo>
                  <a:pt x="343" y="53"/>
                </a:lnTo>
                <a:lnTo>
                  <a:pt x="347" y="56"/>
                </a:lnTo>
                <a:lnTo>
                  <a:pt x="351" y="60"/>
                </a:lnTo>
                <a:lnTo>
                  <a:pt x="355" y="64"/>
                </a:lnTo>
                <a:lnTo>
                  <a:pt x="358" y="68"/>
                </a:lnTo>
                <a:lnTo>
                  <a:pt x="362" y="72"/>
                </a:lnTo>
                <a:lnTo>
                  <a:pt x="365" y="77"/>
                </a:lnTo>
                <a:lnTo>
                  <a:pt x="368" y="81"/>
                </a:lnTo>
                <a:lnTo>
                  <a:pt x="371" y="85"/>
                </a:lnTo>
                <a:lnTo>
                  <a:pt x="374" y="90"/>
                </a:lnTo>
                <a:lnTo>
                  <a:pt x="376" y="94"/>
                </a:lnTo>
                <a:lnTo>
                  <a:pt x="378" y="99"/>
                </a:lnTo>
                <a:lnTo>
                  <a:pt x="381" y="103"/>
                </a:lnTo>
                <a:lnTo>
                  <a:pt x="383" y="108"/>
                </a:lnTo>
                <a:lnTo>
                  <a:pt x="384" y="113"/>
                </a:lnTo>
                <a:lnTo>
                  <a:pt x="386" y="117"/>
                </a:lnTo>
                <a:lnTo>
                  <a:pt x="387" y="122"/>
                </a:lnTo>
                <a:lnTo>
                  <a:pt x="389" y="127"/>
                </a:lnTo>
                <a:lnTo>
                  <a:pt x="390" y="132"/>
                </a:lnTo>
                <a:lnTo>
                  <a:pt x="391" y="137"/>
                </a:lnTo>
                <a:lnTo>
                  <a:pt x="391" y="142"/>
                </a:lnTo>
                <a:lnTo>
                  <a:pt x="392" y="147"/>
                </a:lnTo>
                <a:lnTo>
                  <a:pt x="392" y="151"/>
                </a:lnTo>
                <a:lnTo>
                  <a:pt x="392" y="156"/>
                </a:lnTo>
                <a:close/>
              </a:path>
            </a:pathLst>
          </a:custGeom>
          <a:solidFill>
            <a:srgbClr val="ff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7" name=""/>
          <p:cNvSpPr/>
          <p:nvPr/>
        </p:nvSpPr>
        <p:spPr>
          <a:xfrm>
            <a:off x="4906800" y="1770120"/>
            <a:ext cx="144360" cy="115920"/>
          </a:xfrm>
          <a:custGeom>
            <a:avLst/>
            <a:gdLst/>
            <a:ahLst/>
            <a:rect l="0" t="0" r="r" b="b"/>
            <a:pathLst>
              <a:path w="401" h="322">
                <a:moveTo>
                  <a:pt x="396" y="161"/>
                </a:moveTo>
                <a:lnTo>
                  <a:pt x="396" y="156"/>
                </a:lnTo>
                <a:lnTo>
                  <a:pt x="396" y="152"/>
                </a:lnTo>
                <a:lnTo>
                  <a:pt x="395" y="147"/>
                </a:lnTo>
                <a:lnTo>
                  <a:pt x="395" y="142"/>
                </a:lnTo>
                <a:lnTo>
                  <a:pt x="394" y="137"/>
                </a:lnTo>
                <a:lnTo>
                  <a:pt x="393" y="132"/>
                </a:lnTo>
                <a:lnTo>
                  <a:pt x="391" y="127"/>
                </a:lnTo>
                <a:lnTo>
                  <a:pt x="390" y="122"/>
                </a:lnTo>
                <a:lnTo>
                  <a:pt x="388" y="118"/>
                </a:lnTo>
                <a:lnTo>
                  <a:pt x="387" y="113"/>
                </a:lnTo>
                <a:lnTo>
                  <a:pt x="385" y="108"/>
                </a:lnTo>
                <a:lnTo>
                  <a:pt x="382" y="104"/>
                </a:lnTo>
                <a:lnTo>
                  <a:pt x="380" y="99"/>
                </a:lnTo>
                <a:lnTo>
                  <a:pt x="378" y="95"/>
                </a:lnTo>
                <a:lnTo>
                  <a:pt x="375" y="90"/>
                </a:lnTo>
                <a:lnTo>
                  <a:pt x="372" y="86"/>
                </a:lnTo>
                <a:lnTo>
                  <a:pt x="369" y="82"/>
                </a:lnTo>
                <a:lnTo>
                  <a:pt x="366" y="77"/>
                </a:lnTo>
                <a:lnTo>
                  <a:pt x="362" y="73"/>
                </a:lnTo>
                <a:lnTo>
                  <a:pt x="359" y="69"/>
                </a:lnTo>
                <a:lnTo>
                  <a:pt x="355" y="65"/>
                </a:lnTo>
                <a:lnTo>
                  <a:pt x="351" y="61"/>
                </a:lnTo>
                <a:lnTo>
                  <a:pt x="347" y="58"/>
                </a:lnTo>
                <a:lnTo>
                  <a:pt x="343" y="54"/>
                </a:lnTo>
                <a:lnTo>
                  <a:pt x="339" y="51"/>
                </a:lnTo>
                <a:lnTo>
                  <a:pt x="335" y="47"/>
                </a:lnTo>
                <a:lnTo>
                  <a:pt x="330" y="44"/>
                </a:lnTo>
                <a:lnTo>
                  <a:pt x="325" y="40"/>
                </a:lnTo>
                <a:lnTo>
                  <a:pt x="321" y="37"/>
                </a:lnTo>
                <a:lnTo>
                  <a:pt x="316" y="34"/>
                </a:lnTo>
                <a:lnTo>
                  <a:pt x="311" y="31"/>
                </a:lnTo>
                <a:lnTo>
                  <a:pt x="305" y="28"/>
                </a:lnTo>
                <a:lnTo>
                  <a:pt x="300" y="25"/>
                </a:lnTo>
                <a:lnTo>
                  <a:pt x="295" y="23"/>
                </a:lnTo>
                <a:lnTo>
                  <a:pt x="289" y="21"/>
                </a:lnTo>
                <a:lnTo>
                  <a:pt x="284" y="19"/>
                </a:lnTo>
                <a:lnTo>
                  <a:pt x="278" y="17"/>
                </a:lnTo>
                <a:lnTo>
                  <a:pt x="273" y="15"/>
                </a:lnTo>
                <a:lnTo>
                  <a:pt x="267" y="13"/>
                </a:lnTo>
                <a:lnTo>
                  <a:pt x="261" y="11"/>
                </a:lnTo>
                <a:lnTo>
                  <a:pt x="255" y="10"/>
                </a:lnTo>
                <a:lnTo>
                  <a:pt x="249" y="9"/>
                </a:lnTo>
                <a:lnTo>
                  <a:pt x="243" y="7"/>
                </a:lnTo>
                <a:lnTo>
                  <a:pt x="237" y="6"/>
                </a:lnTo>
                <a:lnTo>
                  <a:pt x="231" y="6"/>
                </a:lnTo>
                <a:lnTo>
                  <a:pt x="225" y="5"/>
                </a:lnTo>
                <a:lnTo>
                  <a:pt x="219" y="4"/>
                </a:lnTo>
                <a:lnTo>
                  <a:pt x="213" y="4"/>
                </a:lnTo>
                <a:lnTo>
                  <a:pt x="207" y="4"/>
                </a:lnTo>
                <a:lnTo>
                  <a:pt x="201" y="4"/>
                </a:lnTo>
                <a:lnTo>
                  <a:pt x="195" y="4"/>
                </a:lnTo>
                <a:lnTo>
                  <a:pt x="189" y="4"/>
                </a:lnTo>
                <a:lnTo>
                  <a:pt x="182" y="4"/>
                </a:lnTo>
                <a:lnTo>
                  <a:pt x="176" y="5"/>
                </a:lnTo>
                <a:lnTo>
                  <a:pt x="170" y="6"/>
                </a:lnTo>
                <a:lnTo>
                  <a:pt x="164" y="6"/>
                </a:lnTo>
                <a:lnTo>
                  <a:pt x="158" y="7"/>
                </a:lnTo>
                <a:lnTo>
                  <a:pt x="152" y="9"/>
                </a:lnTo>
                <a:lnTo>
                  <a:pt x="146" y="10"/>
                </a:lnTo>
                <a:lnTo>
                  <a:pt x="140" y="11"/>
                </a:lnTo>
                <a:lnTo>
                  <a:pt x="134" y="13"/>
                </a:lnTo>
                <a:lnTo>
                  <a:pt x="128" y="15"/>
                </a:lnTo>
                <a:lnTo>
                  <a:pt x="122" y="17"/>
                </a:lnTo>
                <a:lnTo>
                  <a:pt x="117" y="19"/>
                </a:lnTo>
                <a:lnTo>
                  <a:pt x="111" y="21"/>
                </a:lnTo>
                <a:lnTo>
                  <a:pt x="106" y="23"/>
                </a:lnTo>
                <a:lnTo>
                  <a:pt x="100" y="25"/>
                </a:lnTo>
                <a:lnTo>
                  <a:pt x="95" y="28"/>
                </a:lnTo>
                <a:lnTo>
                  <a:pt x="90" y="31"/>
                </a:lnTo>
                <a:lnTo>
                  <a:pt x="85" y="34"/>
                </a:lnTo>
                <a:lnTo>
                  <a:pt x="80" y="37"/>
                </a:lnTo>
                <a:lnTo>
                  <a:pt x="75" y="40"/>
                </a:lnTo>
                <a:lnTo>
                  <a:pt x="71" y="44"/>
                </a:lnTo>
                <a:lnTo>
                  <a:pt x="66" y="47"/>
                </a:lnTo>
                <a:lnTo>
                  <a:pt x="62" y="51"/>
                </a:lnTo>
                <a:lnTo>
                  <a:pt x="57" y="54"/>
                </a:lnTo>
                <a:lnTo>
                  <a:pt x="53" y="58"/>
                </a:lnTo>
                <a:lnTo>
                  <a:pt x="49" y="61"/>
                </a:lnTo>
                <a:lnTo>
                  <a:pt x="45" y="65"/>
                </a:lnTo>
                <a:lnTo>
                  <a:pt x="42" y="69"/>
                </a:lnTo>
                <a:lnTo>
                  <a:pt x="38" y="73"/>
                </a:lnTo>
                <a:lnTo>
                  <a:pt x="35" y="77"/>
                </a:lnTo>
                <a:lnTo>
                  <a:pt x="32" y="82"/>
                </a:lnTo>
                <a:lnTo>
                  <a:pt x="29" y="86"/>
                </a:lnTo>
                <a:lnTo>
                  <a:pt x="26" y="90"/>
                </a:lnTo>
                <a:lnTo>
                  <a:pt x="23" y="95"/>
                </a:lnTo>
                <a:lnTo>
                  <a:pt x="20" y="99"/>
                </a:lnTo>
                <a:lnTo>
                  <a:pt x="18" y="104"/>
                </a:lnTo>
                <a:lnTo>
                  <a:pt x="16" y="108"/>
                </a:lnTo>
                <a:lnTo>
                  <a:pt x="14" y="113"/>
                </a:lnTo>
                <a:lnTo>
                  <a:pt x="12" y="118"/>
                </a:lnTo>
                <a:lnTo>
                  <a:pt x="11" y="122"/>
                </a:lnTo>
                <a:lnTo>
                  <a:pt x="9" y="127"/>
                </a:lnTo>
                <a:lnTo>
                  <a:pt x="8" y="132"/>
                </a:lnTo>
                <a:lnTo>
                  <a:pt x="7" y="137"/>
                </a:lnTo>
                <a:lnTo>
                  <a:pt x="6" y="142"/>
                </a:lnTo>
                <a:lnTo>
                  <a:pt x="5" y="147"/>
                </a:lnTo>
                <a:lnTo>
                  <a:pt x="5" y="152"/>
                </a:lnTo>
                <a:lnTo>
                  <a:pt x="5" y="156"/>
                </a:lnTo>
                <a:lnTo>
                  <a:pt x="4" y="161"/>
                </a:lnTo>
                <a:lnTo>
                  <a:pt x="5" y="166"/>
                </a:lnTo>
                <a:lnTo>
                  <a:pt x="5" y="171"/>
                </a:lnTo>
                <a:lnTo>
                  <a:pt x="5" y="176"/>
                </a:lnTo>
                <a:lnTo>
                  <a:pt x="6" y="181"/>
                </a:lnTo>
                <a:lnTo>
                  <a:pt x="7" y="186"/>
                </a:lnTo>
                <a:lnTo>
                  <a:pt x="8" y="191"/>
                </a:lnTo>
                <a:lnTo>
                  <a:pt x="9" y="196"/>
                </a:lnTo>
                <a:lnTo>
                  <a:pt x="11" y="200"/>
                </a:lnTo>
                <a:lnTo>
                  <a:pt x="12" y="205"/>
                </a:lnTo>
                <a:lnTo>
                  <a:pt x="14" y="210"/>
                </a:lnTo>
                <a:lnTo>
                  <a:pt x="16" y="214"/>
                </a:lnTo>
                <a:lnTo>
                  <a:pt x="18" y="219"/>
                </a:lnTo>
                <a:lnTo>
                  <a:pt x="20" y="224"/>
                </a:lnTo>
                <a:lnTo>
                  <a:pt x="23" y="228"/>
                </a:lnTo>
                <a:lnTo>
                  <a:pt x="26" y="233"/>
                </a:lnTo>
                <a:lnTo>
                  <a:pt x="29" y="237"/>
                </a:lnTo>
                <a:lnTo>
                  <a:pt x="32" y="241"/>
                </a:lnTo>
                <a:lnTo>
                  <a:pt x="35" y="245"/>
                </a:lnTo>
                <a:lnTo>
                  <a:pt x="38" y="249"/>
                </a:lnTo>
                <a:lnTo>
                  <a:pt x="42" y="254"/>
                </a:lnTo>
                <a:lnTo>
                  <a:pt x="45" y="257"/>
                </a:lnTo>
                <a:lnTo>
                  <a:pt x="49" y="261"/>
                </a:lnTo>
                <a:lnTo>
                  <a:pt x="53" y="265"/>
                </a:lnTo>
                <a:lnTo>
                  <a:pt x="57" y="269"/>
                </a:lnTo>
                <a:lnTo>
                  <a:pt x="62" y="272"/>
                </a:lnTo>
                <a:lnTo>
                  <a:pt x="66" y="276"/>
                </a:lnTo>
                <a:lnTo>
                  <a:pt x="71" y="279"/>
                </a:lnTo>
                <a:lnTo>
                  <a:pt x="75" y="282"/>
                </a:lnTo>
                <a:lnTo>
                  <a:pt x="80" y="285"/>
                </a:lnTo>
                <a:lnTo>
                  <a:pt x="85" y="288"/>
                </a:lnTo>
                <a:lnTo>
                  <a:pt x="90" y="291"/>
                </a:lnTo>
                <a:lnTo>
                  <a:pt x="95" y="294"/>
                </a:lnTo>
                <a:lnTo>
                  <a:pt x="100" y="296"/>
                </a:lnTo>
                <a:lnTo>
                  <a:pt x="106" y="299"/>
                </a:lnTo>
                <a:lnTo>
                  <a:pt x="111" y="301"/>
                </a:lnTo>
                <a:lnTo>
                  <a:pt x="117" y="303"/>
                </a:lnTo>
                <a:lnTo>
                  <a:pt x="122" y="305"/>
                </a:lnTo>
                <a:lnTo>
                  <a:pt x="128" y="307"/>
                </a:lnTo>
                <a:lnTo>
                  <a:pt x="134" y="309"/>
                </a:lnTo>
                <a:lnTo>
                  <a:pt x="140" y="310"/>
                </a:lnTo>
                <a:lnTo>
                  <a:pt x="146" y="312"/>
                </a:lnTo>
                <a:lnTo>
                  <a:pt x="152" y="313"/>
                </a:lnTo>
                <a:lnTo>
                  <a:pt x="158" y="314"/>
                </a:lnTo>
                <a:lnTo>
                  <a:pt x="164" y="315"/>
                </a:lnTo>
                <a:lnTo>
                  <a:pt x="170" y="316"/>
                </a:lnTo>
                <a:lnTo>
                  <a:pt x="176" y="317"/>
                </a:lnTo>
                <a:lnTo>
                  <a:pt x="182" y="317"/>
                </a:lnTo>
                <a:lnTo>
                  <a:pt x="189" y="318"/>
                </a:lnTo>
                <a:lnTo>
                  <a:pt x="195" y="318"/>
                </a:lnTo>
                <a:lnTo>
                  <a:pt x="201" y="318"/>
                </a:lnTo>
                <a:lnTo>
                  <a:pt x="207" y="318"/>
                </a:lnTo>
                <a:lnTo>
                  <a:pt x="213" y="318"/>
                </a:lnTo>
                <a:lnTo>
                  <a:pt x="219" y="317"/>
                </a:lnTo>
                <a:lnTo>
                  <a:pt x="225" y="317"/>
                </a:lnTo>
                <a:lnTo>
                  <a:pt x="231" y="316"/>
                </a:lnTo>
                <a:lnTo>
                  <a:pt x="237" y="315"/>
                </a:lnTo>
                <a:lnTo>
                  <a:pt x="243" y="314"/>
                </a:lnTo>
                <a:lnTo>
                  <a:pt x="249" y="313"/>
                </a:lnTo>
                <a:lnTo>
                  <a:pt x="255" y="312"/>
                </a:lnTo>
                <a:lnTo>
                  <a:pt x="261" y="310"/>
                </a:lnTo>
                <a:lnTo>
                  <a:pt x="267" y="309"/>
                </a:lnTo>
                <a:lnTo>
                  <a:pt x="273" y="307"/>
                </a:lnTo>
                <a:lnTo>
                  <a:pt x="278" y="305"/>
                </a:lnTo>
                <a:lnTo>
                  <a:pt x="284" y="303"/>
                </a:lnTo>
                <a:lnTo>
                  <a:pt x="289" y="301"/>
                </a:lnTo>
                <a:lnTo>
                  <a:pt x="295" y="299"/>
                </a:lnTo>
                <a:lnTo>
                  <a:pt x="300" y="296"/>
                </a:lnTo>
                <a:lnTo>
                  <a:pt x="305" y="294"/>
                </a:lnTo>
                <a:lnTo>
                  <a:pt x="311" y="291"/>
                </a:lnTo>
                <a:lnTo>
                  <a:pt x="316" y="288"/>
                </a:lnTo>
                <a:lnTo>
                  <a:pt x="321" y="285"/>
                </a:lnTo>
                <a:lnTo>
                  <a:pt x="325" y="282"/>
                </a:lnTo>
                <a:lnTo>
                  <a:pt x="330" y="279"/>
                </a:lnTo>
                <a:lnTo>
                  <a:pt x="335" y="276"/>
                </a:lnTo>
                <a:lnTo>
                  <a:pt x="339" y="272"/>
                </a:lnTo>
                <a:lnTo>
                  <a:pt x="343" y="269"/>
                </a:lnTo>
                <a:lnTo>
                  <a:pt x="347" y="265"/>
                </a:lnTo>
                <a:lnTo>
                  <a:pt x="351" y="261"/>
                </a:lnTo>
                <a:lnTo>
                  <a:pt x="355" y="257"/>
                </a:lnTo>
                <a:lnTo>
                  <a:pt x="359" y="254"/>
                </a:lnTo>
                <a:lnTo>
                  <a:pt x="362" y="249"/>
                </a:lnTo>
                <a:lnTo>
                  <a:pt x="366" y="245"/>
                </a:lnTo>
                <a:lnTo>
                  <a:pt x="369" y="241"/>
                </a:lnTo>
                <a:lnTo>
                  <a:pt x="372" y="237"/>
                </a:lnTo>
                <a:lnTo>
                  <a:pt x="375" y="233"/>
                </a:lnTo>
                <a:lnTo>
                  <a:pt x="378" y="228"/>
                </a:lnTo>
                <a:lnTo>
                  <a:pt x="380" y="224"/>
                </a:lnTo>
                <a:lnTo>
                  <a:pt x="382" y="219"/>
                </a:lnTo>
                <a:lnTo>
                  <a:pt x="385" y="214"/>
                </a:lnTo>
                <a:lnTo>
                  <a:pt x="387" y="210"/>
                </a:lnTo>
                <a:lnTo>
                  <a:pt x="388" y="205"/>
                </a:lnTo>
                <a:lnTo>
                  <a:pt x="390" y="200"/>
                </a:lnTo>
                <a:lnTo>
                  <a:pt x="391" y="196"/>
                </a:lnTo>
                <a:lnTo>
                  <a:pt x="393" y="191"/>
                </a:lnTo>
                <a:lnTo>
                  <a:pt x="394" y="186"/>
                </a:lnTo>
                <a:lnTo>
                  <a:pt x="395" y="181"/>
                </a:lnTo>
                <a:lnTo>
                  <a:pt x="395" y="176"/>
                </a:lnTo>
                <a:lnTo>
                  <a:pt x="396" y="171"/>
                </a:lnTo>
                <a:lnTo>
                  <a:pt x="396" y="166"/>
                </a:lnTo>
                <a:lnTo>
                  <a:pt x="396" y="161"/>
                </a:lnTo>
                <a:moveTo>
                  <a:pt x="401" y="161"/>
                </a:moveTo>
                <a:lnTo>
                  <a:pt x="401" y="166"/>
                </a:lnTo>
                <a:lnTo>
                  <a:pt x="400" y="171"/>
                </a:lnTo>
                <a:lnTo>
                  <a:pt x="400" y="176"/>
                </a:lnTo>
                <a:lnTo>
                  <a:pt x="399" y="181"/>
                </a:lnTo>
                <a:lnTo>
                  <a:pt x="398" y="186"/>
                </a:lnTo>
                <a:lnTo>
                  <a:pt x="397" y="191"/>
                </a:lnTo>
                <a:lnTo>
                  <a:pt x="396" y="196"/>
                </a:lnTo>
                <a:lnTo>
                  <a:pt x="394" y="201"/>
                </a:lnTo>
                <a:lnTo>
                  <a:pt x="393" y="206"/>
                </a:lnTo>
                <a:lnTo>
                  <a:pt x="391" y="211"/>
                </a:lnTo>
                <a:lnTo>
                  <a:pt x="389" y="216"/>
                </a:lnTo>
                <a:lnTo>
                  <a:pt x="387" y="220"/>
                </a:lnTo>
                <a:lnTo>
                  <a:pt x="384" y="225"/>
                </a:lnTo>
                <a:lnTo>
                  <a:pt x="382" y="230"/>
                </a:lnTo>
                <a:lnTo>
                  <a:pt x="379" y="234"/>
                </a:lnTo>
                <a:lnTo>
                  <a:pt x="376" y="239"/>
                </a:lnTo>
                <a:lnTo>
                  <a:pt x="373" y="243"/>
                </a:lnTo>
                <a:lnTo>
                  <a:pt x="370" y="247"/>
                </a:lnTo>
                <a:lnTo>
                  <a:pt x="366" y="252"/>
                </a:lnTo>
                <a:lnTo>
                  <a:pt x="363" y="256"/>
                </a:lnTo>
                <a:lnTo>
                  <a:pt x="359" y="260"/>
                </a:lnTo>
                <a:lnTo>
                  <a:pt x="355" y="264"/>
                </a:lnTo>
                <a:lnTo>
                  <a:pt x="351" y="267"/>
                </a:lnTo>
                <a:lnTo>
                  <a:pt x="347" y="271"/>
                </a:lnTo>
                <a:lnTo>
                  <a:pt x="342" y="275"/>
                </a:lnTo>
                <a:lnTo>
                  <a:pt x="338" y="278"/>
                </a:lnTo>
                <a:lnTo>
                  <a:pt x="333" y="282"/>
                </a:lnTo>
                <a:lnTo>
                  <a:pt x="328" y="285"/>
                </a:lnTo>
                <a:lnTo>
                  <a:pt x="323" y="288"/>
                </a:lnTo>
                <a:lnTo>
                  <a:pt x="318" y="291"/>
                </a:lnTo>
                <a:lnTo>
                  <a:pt x="313" y="294"/>
                </a:lnTo>
                <a:lnTo>
                  <a:pt x="308" y="297"/>
                </a:lnTo>
                <a:lnTo>
                  <a:pt x="303" y="299"/>
                </a:lnTo>
                <a:lnTo>
                  <a:pt x="297" y="302"/>
                </a:lnTo>
                <a:lnTo>
                  <a:pt x="292" y="304"/>
                </a:lnTo>
                <a:lnTo>
                  <a:pt x="286" y="307"/>
                </a:lnTo>
                <a:lnTo>
                  <a:pt x="280" y="309"/>
                </a:lnTo>
                <a:lnTo>
                  <a:pt x="274" y="311"/>
                </a:lnTo>
                <a:lnTo>
                  <a:pt x="269" y="312"/>
                </a:lnTo>
                <a:lnTo>
                  <a:pt x="263" y="314"/>
                </a:lnTo>
                <a:lnTo>
                  <a:pt x="257" y="315"/>
                </a:lnTo>
                <a:lnTo>
                  <a:pt x="251" y="317"/>
                </a:lnTo>
                <a:lnTo>
                  <a:pt x="244" y="318"/>
                </a:lnTo>
                <a:lnTo>
                  <a:pt x="238" y="319"/>
                </a:lnTo>
                <a:lnTo>
                  <a:pt x="232" y="320"/>
                </a:lnTo>
                <a:lnTo>
                  <a:pt x="226" y="321"/>
                </a:lnTo>
                <a:lnTo>
                  <a:pt x="220" y="321"/>
                </a:lnTo>
                <a:lnTo>
                  <a:pt x="213" y="321"/>
                </a:lnTo>
                <a:lnTo>
                  <a:pt x="207" y="322"/>
                </a:lnTo>
                <a:lnTo>
                  <a:pt x="201" y="322"/>
                </a:lnTo>
                <a:lnTo>
                  <a:pt x="195" y="322"/>
                </a:lnTo>
                <a:lnTo>
                  <a:pt x="188" y="321"/>
                </a:lnTo>
                <a:lnTo>
                  <a:pt x="182" y="321"/>
                </a:lnTo>
                <a:lnTo>
                  <a:pt x="176" y="321"/>
                </a:lnTo>
                <a:lnTo>
                  <a:pt x="170" y="320"/>
                </a:lnTo>
                <a:lnTo>
                  <a:pt x="163" y="319"/>
                </a:lnTo>
                <a:lnTo>
                  <a:pt x="157" y="318"/>
                </a:lnTo>
                <a:lnTo>
                  <a:pt x="151" y="317"/>
                </a:lnTo>
                <a:lnTo>
                  <a:pt x="145" y="315"/>
                </a:lnTo>
                <a:lnTo>
                  <a:pt x="139" y="314"/>
                </a:lnTo>
                <a:lnTo>
                  <a:pt x="132" y="312"/>
                </a:lnTo>
                <a:lnTo>
                  <a:pt x="126" y="311"/>
                </a:lnTo>
                <a:lnTo>
                  <a:pt x="120" y="309"/>
                </a:lnTo>
                <a:lnTo>
                  <a:pt x="115" y="307"/>
                </a:lnTo>
                <a:lnTo>
                  <a:pt x="109" y="304"/>
                </a:lnTo>
                <a:lnTo>
                  <a:pt x="103" y="302"/>
                </a:lnTo>
                <a:lnTo>
                  <a:pt x="98" y="299"/>
                </a:lnTo>
                <a:lnTo>
                  <a:pt x="93" y="297"/>
                </a:lnTo>
                <a:lnTo>
                  <a:pt x="87" y="294"/>
                </a:lnTo>
                <a:lnTo>
                  <a:pt x="82" y="291"/>
                </a:lnTo>
                <a:lnTo>
                  <a:pt x="77" y="288"/>
                </a:lnTo>
                <a:lnTo>
                  <a:pt x="72" y="285"/>
                </a:lnTo>
                <a:lnTo>
                  <a:pt x="68" y="282"/>
                </a:lnTo>
                <a:lnTo>
                  <a:pt x="63" y="278"/>
                </a:lnTo>
                <a:lnTo>
                  <a:pt x="58" y="275"/>
                </a:lnTo>
                <a:lnTo>
                  <a:pt x="54" y="271"/>
                </a:lnTo>
                <a:lnTo>
                  <a:pt x="50" y="267"/>
                </a:lnTo>
                <a:lnTo>
                  <a:pt x="46" y="264"/>
                </a:lnTo>
                <a:lnTo>
                  <a:pt x="42" y="260"/>
                </a:lnTo>
                <a:lnTo>
                  <a:pt x="38" y="256"/>
                </a:lnTo>
                <a:lnTo>
                  <a:pt x="34" y="252"/>
                </a:lnTo>
                <a:lnTo>
                  <a:pt x="31" y="247"/>
                </a:lnTo>
                <a:lnTo>
                  <a:pt x="28" y="243"/>
                </a:lnTo>
                <a:lnTo>
                  <a:pt x="25" y="239"/>
                </a:lnTo>
                <a:lnTo>
                  <a:pt x="22" y="234"/>
                </a:lnTo>
                <a:lnTo>
                  <a:pt x="19" y="230"/>
                </a:lnTo>
                <a:lnTo>
                  <a:pt x="16" y="225"/>
                </a:lnTo>
                <a:lnTo>
                  <a:pt x="14" y="220"/>
                </a:lnTo>
                <a:lnTo>
                  <a:pt x="12" y="216"/>
                </a:lnTo>
                <a:lnTo>
                  <a:pt x="10" y="211"/>
                </a:lnTo>
                <a:lnTo>
                  <a:pt x="8" y="206"/>
                </a:lnTo>
                <a:lnTo>
                  <a:pt x="6" y="201"/>
                </a:lnTo>
                <a:lnTo>
                  <a:pt x="5" y="196"/>
                </a:lnTo>
                <a:lnTo>
                  <a:pt x="3" y="191"/>
                </a:lnTo>
                <a:lnTo>
                  <a:pt x="2" y="186"/>
                </a:lnTo>
                <a:lnTo>
                  <a:pt x="1" y="181"/>
                </a:lnTo>
                <a:lnTo>
                  <a:pt x="1" y="176"/>
                </a:lnTo>
                <a:lnTo>
                  <a:pt x="0" y="171"/>
                </a:lnTo>
                <a:lnTo>
                  <a:pt x="0" y="166"/>
                </a:lnTo>
                <a:lnTo>
                  <a:pt x="0" y="161"/>
                </a:lnTo>
                <a:lnTo>
                  <a:pt x="0" y="156"/>
                </a:lnTo>
                <a:lnTo>
                  <a:pt x="0" y="151"/>
                </a:lnTo>
                <a:lnTo>
                  <a:pt x="1" y="146"/>
                </a:lnTo>
                <a:lnTo>
                  <a:pt x="1" y="141"/>
                </a:lnTo>
                <a:lnTo>
                  <a:pt x="2" y="136"/>
                </a:lnTo>
                <a:lnTo>
                  <a:pt x="3" y="131"/>
                </a:lnTo>
                <a:lnTo>
                  <a:pt x="5" y="126"/>
                </a:lnTo>
                <a:lnTo>
                  <a:pt x="6" y="121"/>
                </a:lnTo>
                <a:lnTo>
                  <a:pt x="8" y="117"/>
                </a:lnTo>
                <a:lnTo>
                  <a:pt x="10" y="112"/>
                </a:lnTo>
                <a:lnTo>
                  <a:pt x="12" y="107"/>
                </a:lnTo>
                <a:lnTo>
                  <a:pt x="14" y="102"/>
                </a:lnTo>
                <a:lnTo>
                  <a:pt x="16" y="98"/>
                </a:lnTo>
                <a:lnTo>
                  <a:pt x="19" y="93"/>
                </a:lnTo>
                <a:lnTo>
                  <a:pt x="22" y="89"/>
                </a:lnTo>
                <a:lnTo>
                  <a:pt x="25" y="84"/>
                </a:lnTo>
                <a:lnTo>
                  <a:pt x="28" y="80"/>
                </a:lnTo>
                <a:lnTo>
                  <a:pt x="31" y="75"/>
                </a:lnTo>
                <a:lnTo>
                  <a:pt x="34" y="71"/>
                </a:lnTo>
                <a:lnTo>
                  <a:pt x="38" y="67"/>
                </a:lnTo>
                <a:lnTo>
                  <a:pt x="42" y="63"/>
                </a:lnTo>
                <a:lnTo>
                  <a:pt x="46" y="59"/>
                </a:lnTo>
                <a:lnTo>
                  <a:pt x="50" y="55"/>
                </a:lnTo>
                <a:lnTo>
                  <a:pt x="54" y="52"/>
                </a:lnTo>
                <a:lnTo>
                  <a:pt x="58" y="48"/>
                </a:lnTo>
                <a:lnTo>
                  <a:pt x="63" y="44"/>
                </a:lnTo>
                <a:lnTo>
                  <a:pt x="68" y="40"/>
                </a:lnTo>
                <a:lnTo>
                  <a:pt x="72" y="37"/>
                </a:lnTo>
                <a:lnTo>
                  <a:pt x="77" y="34"/>
                </a:lnTo>
                <a:lnTo>
                  <a:pt x="82" y="31"/>
                </a:lnTo>
                <a:lnTo>
                  <a:pt x="87" y="28"/>
                </a:lnTo>
                <a:lnTo>
                  <a:pt x="93" y="25"/>
                </a:lnTo>
                <a:lnTo>
                  <a:pt x="98" y="22"/>
                </a:lnTo>
                <a:lnTo>
                  <a:pt x="103" y="20"/>
                </a:lnTo>
                <a:lnTo>
                  <a:pt x="109" y="17"/>
                </a:lnTo>
                <a:lnTo>
                  <a:pt x="115" y="15"/>
                </a:lnTo>
                <a:lnTo>
                  <a:pt x="120" y="13"/>
                </a:lnTo>
                <a:lnTo>
                  <a:pt x="126" y="11"/>
                </a:lnTo>
                <a:lnTo>
                  <a:pt x="132" y="9"/>
                </a:lnTo>
                <a:lnTo>
                  <a:pt x="139" y="8"/>
                </a:lnTo>
                <a:lnTo>
                  <a:pt x="145" y="6"/>
                </a:lnTo>
                <a:lnTo>
                  <a:pt x="151" y="5"/>
                </a:lnTo>
                <a:lnTo>
                  <a:pt x="157" y="4"/>
                </a:lnTo>
                <a:lnTo>
                  <a:pt x="163" y="3"/>
                </a:lnTo>
                <a:lnTo>
                  <a:pt x="170" y="2"/>
                </a:lnTo>
                <a:lnTo>
                  <a:pt x="176" y="1"/>
                </a:lnTo>
                <a:lnTo>
                  <a:pt x="182" y="1"/>
                </a:lnTo>
                <a:lnTo>
                  <a:pt x="188" y="0"/>
                </a:lnTo>
                <a:lnTo>
                  <a:pt x="195" y="0"/>
                </a:lnTo>
                <a:lnTo>
                  <a:pt x="201" y="0"/>
                </a:lnTo>
                <a:lnTo>
                  <a:pt x="207" y="0"/>
                </a:lnTo>
                <a:lnTo>
                  <a:pt x="213" y="0"/>
                </a:lnTo>
                <a:lnTo>
                  <a:pt x="220" y="1"/>
                </a:lnTo>
                <a:lnTo>
                  <a:pt x="226" y="1"/>
                </a:lnTo>
                <a:lnTo>
                  <a:pt x="232" y="2"/>
                </a:lnTo>
                <a:lnTo>
                  <a:pt x="238" y="3"/>
                </a:lnTo>
                <a:lnTo>
                  <a:pt x="244" y="4"/>
                </a:lnTo>
                <a:lnTo>
                  <a:pt x="251" y="5"/>
                </a:lnTo>
                <a:lnTo>
                  <a:pt x="257" y="6"/>
                </a:lnTo>
                <a:lnTo>
                  <a:pt x="263" y="8"/>
                </a:lnTo>
                <a:lnTo>
                  <a:pt x="269" y="9"/>
                </a:lnTo>
                <a:lnTo>
                  <a:pt x="274" y="11"/>
                </a:lnTo>
                <a:lnTo>
                  <a:pt x="280" y="13"/>
                </a:lnTo>
                <a:lnTo>
                  <a:pt x="286" y="15"/>
                </a:lnTo>
                <a:lnTo>
                  <a:pt x="292" y="17"/>
                </a:lnTo>
                <a:lnTo>
                  <a:pt x="297" y="20"/>
                </a:lnTo>
                <a:lnTo>
                  <a:pt x="303" y="22"/>
                </a:lnTo>
                <a:lnTo>
                  <a:pt x="308" y="25"/>
                </a:lnTo>
                <a:lnTo>
                  <a:pt x="313" y="28"/>
                </a:lnTo>
                <a:lnTo>
                  <a:pt x="318" y="31"/>
                </a:lnTo>
                <a:lnTo>
                  <a:pt x="323" y="34"/>
                </a:lnTo>
                <a:lnTo>
                  <a:pt x="328" y="37"/>
                </a:lnTo>
                <a:lnTo>
                  <a:pt x="333" y="40"/>
                </a:lnTo>
                <a:lnTo>
                  <a:pt x="338" y="44"/>
                </a:lnTo>
                <a:lnTo>
                  <a:pt x="342" y="48"/>
                </a:lnTo>
                <a:lnTo>
                  <a:pt x="347" y="52"/>
                </a:lnTo>
                <a:lnTo>
                  <a:pt x="351" y="55"/>
                </a:lnTo>
                <a:lnTo>
                  <a:pt x="355" y="59"/>
                </a:lnTo>
                <a:lnTo>
                  <a:pt x="359" y="63"/>
                </a:lnTo>
                <a:lnTo>
                  <a:pt x="363" y="67"/>
                </a:lnTo>
                <a:lnTo>
                  <a:pt x="366" y="71"/>
                </a:lnTo>
                <a:lnTo>
                  <a:pt x="370" y="75"/>
                </a:lnTo>
                <a:lnTo>
                  <a:pt x="373" y="80"/>
                </a:lnTo>
                <a:lnTo>
                  <a:pt x="376" y="84"/>
                </a:lnTo>
                <a:lnTo>
                  <a:pt x="379" y="89"/>
                </a:lnTo>
                <a:lnTo>
                  <a:pt x="382" y="93"/>
                </a:lnTo>
                <a:lnTo>
                  <a:pt x="384" y="98"/>
                </a:lnTo>
                <a:lnTo>
                  <a:pt x="387" y="102"/>
                </a:lnTo>
                <a:lnTo>
                  <a:pt x="389" y="107"/>
                </a:lnTo>
                <a:lnTo>
                  <a:pt x="391" y="112"/>
                </a:lnTo>
                <a:lnTo>
                  <a:pt x="393" y="117"/>
                </a:lnTo>
                <a:lnTo>
                  <a:pt x="394" y="121"/>
                </a:lnTo>
                <a:lnTo>
                  <a:pt x="396" y="126"/>
                </a:lnTo>
                <a:lnTo>
                  <a:pt x="397" y="131"/>
                </a:lnTo>
                <a:lnTo>
                  <a:pt x="398" y="136"/>
                </a:lnTo>
                <a:lnTo>
                  <a:pt x="399" y="141"/>
                </a:lnTo>
                <a:lnTo>
                  <a:pt x="400" y="146"/>
                </a:lnTo>
                <a:lnTo>
                  <a:pt x="400" y="151"/>
                </a:lnTo>
                <a:lnTo>
                  <a:pt x="401" y="156"/>
                </a:lnTo>
                <a:lnTo>
                  <a:pt x="401" y="161"/>
                </a:lnTo>
                <a:close/>
              </a:path>
            </a:pathLst>
          </a:custGeom>
          <a:solidFill>
            <a:srgbClr val="ffeb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8" name=""/>
          <p:cNvSpPr/>
          <p:nvPr/>
        </p:nvSpPr>
        <p:spPr>
          <a:xfrm>
            <a:off x="4906080" y="1769400"/>
            <a:ext cx="145800" cy="117360"/>
          </a:xfrm>
          <a:custGeom>
            <a:avLst/>
            <a:gdLst/>
            <a:ahLst/>
            <a:rect l="0" t="0" r="r" b="b"/>
            <a:pathLst>
              <a:path w="405" h="326">
                <a:moveTo>
                  <a:pt x="403" y="163"/>
                </a:moveTo>
                <a:lnTo>
                  <a:pt x="403" y="158"/>
                </a:lnTo>
                <a:lnTo>
                  <a:pt x="402" y="153"/>
                </a:lnTo>
                <a:lnTo>
                  <a:pt x="402" y="148"/>
                </a:lnTo>
                <a:lnTo>
                  <a:pt x="401" y="143"/>
                </a:lnTo>
                <a:lnTo>
                  <a:pt x="400" y="138"/>
                </a:lnTo>
                <a:lnTo>
                  <a:pt x="399" y="133"/>
                </a:lnTo>
                <a:lnTo>
                  <a:pt x="398" y="128"/>
                </a:lnTo>
                <a:lnTo>
                  <a:pt x="396" y="123"/>
                </a:lnTo>
                <a:lnTo>
                  <a:pt x="395" y="119"/>
                </a:lnTo>
                <a:lnTo>
                  <a:pt x="393" y="114"/>
                </a:lnTo>
                <a:lnTo>
                  <a:pt x="391" y="109"/>
                </a:lnTo>
                <a:lnTo>
                  <a:pt x="389" y="103"/>
                </a:lnTo>
                <a:lnTo>
                  <a:pt x="386" y="99"/>
                </a:lnTo>
                <a:lnTo>
                  <a:pt x="384" y="94"/>
                </a:lnTo>
                <a:lnTo>
                  <a:pt x="381" y="90"/>
                </a:lnTo>
                <a:lnTo>
                  <a:pt x="378" y="85"/>
                </a:lnTo>
                <a:lnTo>
                  <a:pt x="375" y="81"/>
                </a:lnTo>
                <a:lnTo>
                  <a:pt x="372" y="76"/>
                </a:lnTo>
                <a:lnTo>
                  <a:pt x="368" y="72"/>
                </a:lnTo>
                <a:lnTo>
                  <a:pt x="365" y="68"/>
                </a:lnTo>
                <a:lnTo>
                  <a:pt x="361" y="64"/>
                </a:lnTo>
                <a:lnTo>
                  <a:pt x="357" y="60"/>
                </a:lnTo>
                <a:lnTo>
                  <a:pt x="353" y="56"/>
                </a:lnTo>
                <a:lnTo>
                  <a:pt x="349" y="53"/>
                </a:lnTo>
                <a:lnTo>
                  <a:pt x="344" y="49"/>
                </a:lnTo>
                <a:lnTo>
                  <a:pt x="340" y="45"/>
                </a:lnTo>
                <a:lnTo>
                  <a:pt x="335" y="42"/>
                </a:lnTo>
                <a:lnTo>
                  <a:pt x="330" y="39"/>
                </a:lnTo>
                <a:lnTo>
                  <a:pt x="325" y="36"/>
                </a:lnTo>
                <a:lnTo>
                  <a:pt x="320" y="33"/>
                </a:lnTo>
                <a:lnTo>
                  <a:pt x="315" y="30"/>
                </a:lnTo>
                <a:lnTo>
                  <a:pt x="309" y="27"/>
                </a:lnTo>
                <a:lnTo>
                  <a:pt x="304" y="24"/>
                </a:lnTo>
                <a:lnTo>
                  <a:pt x="298" y="22"/>
                </a:lnTo>
                <a:lnTo>
                  <a:pt x="293" y="19"/>
                </a:lnTo>
                <a:lnTo>
                  <a:pt x="287" y="17"/>
                </a:lnTo>
                <a:lnTo>
                  <a:pt x="281" y="15"/>
                </a:lnTo>
                <a:lnTo>
                  <a:pt x="275" y="13"/>
                </a:lnTo>
                <a:lnTo>
                  <a:pt x="270" y="11"/>
                </a:lnTo>
                <a:lnTo>
                  <a:pt x="264" y="10"/>
                </a:lnTo>
                <a:lnTo>
                  <a:pt x="258" y="8"/>
                </a:lnTo>
                <a:lnTo>
                  <a:pt x="252" y="7"/>
                </a:lnTo>
                <a:lnTo>
                  <a:pt x="245" y="6"/>
                </a:lnTo>
                <a:lnTo>
                  <a:pt x="239" y="5"/>
                </a:lnTo>
                <a:lnTo>
                  <a:pt x="233" y="4"/>
                </a:lnTo>
                <a:lnTo>
                  <a:pt x="227" y="3"/>
                </a:lnTo>
                <a:lnTo>
                  <a:pt x="221" y="3"/>
                </a:lnTo>
                <a:lnTo>
                  <a:pt x="214" y="2"/>
                </a:lnTo>
                <a:lnTo>
                  <a:pt x="208" y="2"/>
                </a:lnTo>
                <a:lnTo>
                  <a:pt x="202" y="2"/>
                </a:lnTo>
                <a:lnTo>
                  <a:pt x="196" y="2"/>
                </a:lnTo>
                <a:lnTo>
                  <a:pt x="189" y="2"/>
                </a:lnTo>
                <a:lnTo>
                  <a:pt x="183" y="3"/>
                </a:lnTo>
                <a:lnTo>
                  <a:pt x="177" y="3"/>
                </a:lnTo>
                <a:lnTo>
                  <a:pt x="171" y="4"/>
                </a:lnTo>
                <a:lnTo>
                  <a:pt x="164" y="5"/>
                </a:lnTo>
                <a:lnTo>
                  <a:pt x="158" y="6"/>
                </a:lnTo>
                <a:lnTo>
                  <a:pt x="152" y="7"/>
                </a:lnTo>
                <a:lnTo>
                  <a:pt x="146" y="8"/>
                </a:lnTo>
                <a:lnTo>
                  <a:pt x="140" y="10"/>
                </a:lnTo>
                <a:lnTo>
                  <a:pt x="134" y="11"/>
                </a:lnTo>
                <a:lnTo>
                  <a:pt x="128" y="13"/>
                </a:lnTo>
                <a:lnTo>
                  <a:pt x="122" y="15"/>
                </a:lnTo>
                <a:lnTo>
                  <a:pt x="117" y="17"/>
                </a:lnTo>
                <a:lnTo>
                  <a:pt x="111" y="19"/>
                </a:lnTo>
                <a:lnTo>
                  <a:pt x="105" y="22"/>
                </a:lnTo>
                <a:lnTo>
                  <a:pt x="100" y="24"/>
                </a:lnTo>
                <a:lnTo>
                  <a:pt x="95" y="27"/>
                </a:lnTo>
                <a:lnTo>
                  <a:pt x="89" y="30"/>
                </a:lnTo>
                <a:lnTo>
                  <a:pt x="84" y="33"/>
                </a:lnTo>
                <a:lnTo>
                  <a:pt x="79" y="36"/>
                </a:lnTo>
                <a:lnTo>
                  <a:pt x="74" y="39"/>
                </a:lnTo>
                <a:lnTo>
                  <a:pt x="70" y="42"/>
                </a:lnTo>
                <a:lnTo>
                  <a:pt x="65" y="45"/>
                </a:lnTo>
                <a:lnTo>
                  <a:pt x="60" y="49"/>
                </a:lnTo>
                <a:lnTo>
                  <a:pt x="56" y="53"/>
                </a:lnTo>
                <a:lnTo>
                  <a:pt x="52" y="56"/>
                </a:lnTo>
                <a:lnTo>
                  <a:pt x="48" y="60"/>
                </a:lnTo>
                <a:lnTo>
                  <a:pt x="44" y="64"/>
                </a:lnTo>
                <a:lnTo>
                  <a:pt x="40" y="68"/>
                </a:lnTo>
                <a:lnTo>
                  <a:pt x="36" y="72"/>
                </a:lnTo>
                <a:lnTo>
                  <a:pt x="33" y="76"/>
                </a:lnTo>
                <a:lnTo>
                  <a:pt x="30" y="81"/>
                </a:lnTo>
                <a:lnTo>
                  <a:pt x="27" y="85"/>
                </a:lnTo>
                <a:lnTo>
                  <a:pt x="24" y="90"/>
                </a:lnTo>
                <a:lnTo>
                  <a:pt x="21" y="94"/>
                </a:lnTo>
                <a:lnTo>
                  <a:pt x="18" y="99"/>
                </a:lnTo>
                <a:lnTo>
                  <a:pt x="16" y="103"/>
                </a:lnTo>
                <a:lnTo>
                  <a:pt x="14" y="109"/>
                </a:lnTo>
                <a:lnTo>
                  <a:pt x="12" y="114"/>
                </a:lnTo>
                <a:lnTo>
                  <a:pt x="10" y="119"/>
                </a:lnTo>
                <a:lnTo>
                  <a:pt x="8" y="123"/>
                </a:lnTo>
                <a:lnTo>
                  <a:pt x="7" y="128"/>
                </a:lnTo>
                <a:lnTo>
                  <a:pt x="5" y="133"/>
                </a:lnTo>
                <a:lnTo>
                  <a:pt x="4" y="138"/>
                </a:lnTo>
                <a:lnTo>
                  <a:pt x="3" y="143"/>
                </a:lnTo>
                <a:lnTo>
                  <a:pt x="3" y="148"/>
                </a:lnTo>
                <a:lnTo>
                  <a:pt x="2" y="153"/>
                </a:lnTo>
                <a:lnTo>
                  <a:pt x="2" y="158"/>
                </a:lnTo>
                <a:lnTo>
                  <a:pt x="2" y="163"/>
                </a:lnTo>
                <a:lnTo>
                  <a:pt x="2" y="168"/>
                </a:lnTo>
                <a:lnTo>
                  <a:pt x="2" y="173"/>
                </a:lnTo>
                <a:lnTo>
                  <a:pt x="3" y="178"/>
                </a:lnTo>
                <a:lnTo>
                  <a:pt x="3" y="183"/>
                </a:lnTo>
                <a:lnTo>
                  <a:pt x="4" y="188"/>
                </a:lnTo>
                <a:lnTo>
                  <a:pt x="5" y="193"/>
                </a:lnTo>
                <a:lnTo>
                  <a:pt x="7" y="198"/>
                </a:lnTo>
                <a:lnTo>
                  <a:pt x="8" y="203"/>
                </a:lnTo>
                <a:lnTo>
                  <a:pt x="10" y="208"/>
                </a:lnTo>
                <a:lnTo>
                  <a:pt x="12" y="213"/>
                </a:lnTo>
                <a:lnTo>
                  <a:pt x="14" y="218"/>
                </a:lnTo>
                <a:lnTo>
                  <a:pt x="16" y="222"/>
                </a:lnTo>
                <a:lnTo>
                  <a:pt x="18" y="227"/>
                </a:lnTo>
                <a:lnTo>
                  <a:pt x="21" y="232"/>
                </a:lnTo>
                <a:lnTo>
                  <a:pt x="24" y="236"/>
                </a:lnTo>
                <a:lnTo>
                  <a:pt x="27" y="241"/>
                </a:lnTo>
                <a:lnTo>
                  <a:pt x="30" y="245"/>
                </a:lnTo>
                <a:lnTo>
                  <a:pt x="33" y="249"/>
                </a:lnTo>
                <a:lnTo>
                  <a:pt x="36" y="254"/>
                </a:lnTo>
                <a:lnTo>
                  <a:pt x="40" y="258"/>
                </a:lnTo>
                <a:lnTo>
                  <a:pt x="44" y="262"/>
                </a:lnTo>
                <a:lnTo>
                  <a:pt x="48" y="266"/>
                </a:lnTo>
                <a:lnTo>
                  <a:pt x="52" y="269"/>
                </a:lnTo>
                <a:lnTo>
                  <a:pt x="56" y="273"/>
                </a:lnTo>
                <a:lnTo>
                  <a:pt x="60" y="277"/>
                </a:lnTo>
                <a:lnTo>
                  <a:pt x="65" y="280"/>
                </a:lnTo>
                <a:lnTo>
                  <a:pt x="70" y="284"/>
                </a:lnTo>
                <a:lnTo>
                  <a:pt x="74" y="287"/>
                </a:lnTo>
                <a:lnTo>
                  <a:pt x="79" y="290"/>
                </a:lnTo>
                <a:lnTo>
                  <a:pt x="84" y="293"/>
                </a:lnTo>
                <a:lnTo>
                  <a:pt x="89" y="296"/>
                </a:lnTo>
                <a:lnTo>
                  <a:pt x="95" y="299"/>
                </a:lnTo>
                <a:lnTo>
                  <a:pt x="100" y="301"/>
                </a:lnTo>
                <a:lnTo>
                  <a:pt x="105" y="304"/>
                </a:lnTo>
                <a:lnTo>
                  <a:pt x="111" y="306"/>
                </a:lnTo>
                <a:lnTo>
                  <a:pt x="117" y="309"/>
                </a:lnTo>
                <a:lnTo>
                  <a:pt x="122" y="311"/>
                </a:lnTo>
                <a:lnTo>
                  <a:pt x="128" y="313"/>
                </a:lnTo>
                <a:lnTo>
                  <a:pt x="134" y="314"/>
                </a:lnTo>
                <a:lnTo>
                  <a:pt x="140" y="316"/>
                </a:lnTo>
                <a:lnTo>
                  <a:pt x="146" y="317"/>
                </a:lnTo>
                <a:lnTo>
                  <a:pt x="152" y="319"/>
                </a:lnTo>
                <a:lnTo>
                  <a:pt x="158" y="320"/>
                </a:lnTo>
                <a:lnTo>
                  <a:pt x="164" y="321"/>
                </a:lnTo>
                <a:lnTo>
                  <a:pt x="171" y="322"/>
                </a:lnTo>
                <a:lnTo>
                  <a:pt x="177" y="323"/>
                </a:lnTo>
                <a:lnTo>
                  <a:pt x="183" y="323"/>
                </a:lnTo>
                <a:lnTo>
                  <a:pt x="189" y="323"/>
                </a:lnTo>
                <a:lnTo>
                  <a:pt x="196" y="324"/>
                </a:lnTo>
                <a:lnTo>
                  <a:pt x="202" y="324"/>
                </a:lnTo>
                <a:lnTo>
                  <a:pt x="208" y="324"/>
                </a:lnTo>
                <a:lnTo>
                  <a:pt x="214" y="323"/>
                </a:lnTo>
                <a:lnTo>
                  <a:pt x="221" y="323"/>
                </a:lnTo>
                <a:lnTo>
                  <a:pt x="227" y="323"/>
                </a:lnTo>
                <a:lnTo>
                  <a:pt x="233" y="322"/>
                </a:lnTo>
                <a:lnTo>
                  <a:pt x="239" y="321"/>
                </a:lnTo>
                <a:lnTo>
                  <a:pt x="245" y="320"/>
                </a:lnTo>
                <a:lnTo>
                  <a:pt x="252" y="319"/>
                </a:lnTo>
                <a:lnTo>
                  <a:pt x="258" y="317"/>
                </a:lnTo>
                <a:lnTo>
                  <a:pt x="264" y="316"/>
                </a:lnTo>
                <a:lnTo>
                  <a:pt x="270" y="314"/>
                </a:lnTo>
                <a:lnTo>
                  <a:pt x="275" y="313"/>
                </a:lnTo>
                <a:lnTo>
                  <a:pt x="281" y="311"/>
                </a:lnTo>
                <a:lnTo>
                  <a:pt x="287" y="309"/>
                </a:lnTo>
                <a:lnTo>
                  <a:pt x="293" y="306"/>
                </a:lnTo>
                <a:lnTo>
                  <a:pt x="298" y="304"/>
                </a:lnTo>
                <a:lnTo>
                  <a:pt x="304" y="301"/>
                </a:lnTo>
                <a:lnTo>
                  <a:pt x="309" y="299"/>
                </a:lnTo>
                <a:lnTo>
                  <a:pt x="315" y="296"/>
                </a:lnTo>
                <a:lnTo>
                  <a:pt x="320" y="293"/>
                </a:lnTo>
                <a:lnTo>
                  <a:pt x="325" y="290"/>
                </a:lnTo>
                <a:lnTo>
                  <a:pt x="330" y="287"/>
                </a:lnTo>
                <a:lnTo>
                  <a:pt x="335" y="284"/>
                </a:lnTo>
                <a:lnTo>
                  <a:pt x="340" y="280"/>
                </a:lnTo>
                <a:lnTo>
                  <a:pt x="344" y="277"/>
                </a:lnTo>
                <a:lnTo>
                  <a:pt x="349" y="273"/>
                </a:lnTo>
                <a:lnTo>
                  <a:pt x="353" y="269"/>
                </a:lnTo>
                <a:lnTo>
                  <a:pt x="357" y="266"/>
                </a:lnTo>
                <a:lnTo>
                  <a:pt x="361" y="262"/>
                </a:lnTo>
                <a:lnTo>
                  <a:pt x="365" y="258"/>
                </a:lnTo>
                <a:lnTo>
                  <a:pt x="368" y="254"/>
                </a:lnTo>
                <a:lnTo>
                  <a:pt x="372" y="249"/>
                </a:lnTo>
                <a:lnTo>
                  <a:pt x="375" y="245"/>
                </a:lnTo>
                <a:lnTo>
                  <a:pt x="378" y="241"/>
                </a:lnTo>
                <a:lnTo>
                  <a:pt x="381" y="236"/>
                </a:lnTo>
                <a:lnTo>
                  <a:pt x="384" y="232"/>
                </a:lnTo>
                <a:lnTo>
                  <a:pt x="386" y="227"/>
                </a:lnTo>
                <a:lnTo>
                  <a:pt x="389" y="222"/>
                </a:lnTo>
                <a:lnTo>
                  <a:pt x="391" y="218"/>
                </a:lnTo>
                <a:lnTo>
                  <a:pt x="393" y="213"/>
                </a:lnTo>
                <a:lnTo>
                  <a:pt x="395" y="208"/>
                </a:lnTo>
                <a:lnTo>
                  <a:pt x="396" y="203"/>
                </a:lnTo>
                <a:lnTo>
                  <a:pt x="398" y="198"/>
                </a:lnTo>
                <a:lnTo>
                  <a:pt x="399" y="193"/>
                </a:lnTo>
                <a:lnTo>
                  <a:pt x="400" y="188"/>
                </a:lnTo>
                <a:lnTo>
                  <a:pt x="401" y="183"/>
                </a:lnTo>
                <a:lnTo>
                  <a:pt x="402" y="178"/>
                </a:lnTo>
                <a:lnTo>
                  <a:pt x="402" y="173"/>
                </a:lnTo>
                <a:lnTo>
                  <a:pt x="403" y="168"/>
                </a:lnTo>
                <a:lnTo>
                  <a:pt x="403" y="163"/>
                </a:lnTo>
                <a:moveTo>
                  <a:pt x="405" y="163"/>
                </a:moveTo>
                <a:lnTo>
                  <a:pt x="405" y="168"/>
                </a:lnTo>
                <a:lnTo>
                  <a:pt x="405" y="174"/>
                </a:lnTo>
                <a:lnTo>
                  <a:pt x="404" y="179"/>
                </a:lnTo>
                <a:lnTo>
                  <a:pt x="403" y="184"/>
                </a:lnTo>
                <a:lnTo>
                  <a:pt x="403" y="189"/>
                </a:lnTo>
                <a:lnTo>
                  <a:pt x="401" y="194"/>
                </a:lnTo>
                <a:lnTo>
                  <a:pt x="400" y="199"/>
                </a:lnTo>
                <a:lnTo>
                  <a:pt x="399" y="204"/>
                </a:lnTo>
                <a:lnTo>
                  <a:pt x="397" y="209"/>
                </a:lnTo>
                <a:lnTo>
                  <a:pt x="395" y="214"/>
                </a:lnTo>
                <a:lnTo>
                  <a:pt x="393" y="218"/>
                </a:lnTo>
                <a:lnTo>
                  <a:pt x="391" y="223"/>
                </a:lnTo>
                <a:lnTo>
                  <a:pt x="388" y="228"/>
                </a:lnTo>
                <a:lnTo>
                  <a:pt x="386" y="232"/>
                </a:lnTo>
                <a:lnTo>
                  <a:pt x="383" y="237"/>
                </a:lnTo>
                <a:lnTo>
                  <a:pt x="380" y="242"/>
                </a:lnTo>
                <a:lnTo>
                  <a:pt x="377" y="246"/>
                </a:lnTo>
                <a:lnTo>
                  <a:pt x="374" y="250"/>
                </a:lnTo>
                <a:lnTo>
                  <a:pt x="370" y="255"/>
                </a:lnTo>
                <a:lnTo>
                  <a:pt x="366" y="259"/>
                </a:lnTo>
                <a:lnTo>
                  <a:pt x="363" y="263"/>
                </a:lnTo>
                <a:lnTo>
                  <a:pt x="359" y="267"/>
                </a:lnTo>
                <a:lnTo>
                  <a:pt x="355" y="271"/>
                </a:lnTo>
                <a:lnTo>
                  <a:pt x="350" y="274"/>
                </a:lnTo>
                <a:lnTo>
                  <a:pt x="346" y="278"/>
                </a:lnTo>
                <a:lnTo>
                  <a:pt x="341" y="282"/>
                </a:lnTo>
                <a:lnTo>
                  <a:pt x="337" y="285"/>
                </a:lnTo>
                <a:lnTo>
                  <a:pt x="332" y="288"/>
                </a:lnTo>
                <a:lnTo>
                  <a:pt x="327" y="292"/>
                </a:lnTo>
                <a:lnTo>
                  <a:pt x="322" y="295"/>
                </a:lnTo>
                <a:lnTo>
                  <a:pt x="316" y="298"/>
                </a:lnTo>
                <a:lnTo>
                  <a:pt x="311" y="300"/>
                </a:lnTo>
                <a:lnTo>
                  <a:pt x="305" y="303"/>
                </a:lnTo>
                <a:lnTo>
                  <a:pt x="299" y="306"/>
                </a:lnTo>
                <a:lnTo>
                  <a:pt x="294" y="308"/>
                </a:lnTo>
                <a:lnTo>
                  <a:pt x="288" y="310"/>
                </a:lnTo>
                <a:lnTo>
                  <a:pt x="282" y="312"/>
                </a:lnTo>
                <a:lnTo>
                  <a:pt x="276" y="314"/>
                </a:lnTo>
                <a:lnTo>
                  <a:pt x="270" y="316"/>
                </a:lnTo>
                <a:lnTo>
                  <a:pt x="264" y="318"/>
                </a:lnTo>
                <a:lnTo>
                  <a:pt x="258" y="319"/>
                </a:lnTo>
                <a:lnTo>
                  <a:pt x="252" y="321"/>
                </a:lnTo>
                <a:lnTo>
                  <a:pt x="246" y="322"/>
                </a:lnTo>
                <a:lnTo>
                  <a:pt x="240" y="323"/>
                </a:lnTo>
                <a:lnTo>
                  <a:pt x="233" y="324"/>
                </a:lnTo>
                <a:lnTo>
                  <a:pt x="227" y="324"/>
                </a:lnTo>
                <a:lnTo>
                  <a:pt x="221" y="325"/>
                </a:lnTo>
                <a:lnTo>
                  <a:pt x="215" y="325"/>
                </a:lnTo>
                <a:lnTo>
                  <a:pt x="208" y="326"/>
                </a:lnTo>
                <a:lnTo>
                  <a:pt x="202" y="326"/>
                </a:lnTo>
                <a:lnTo>
                  <a:pt x="195" y="326"/>
                </a:lnTo>
                <a:lnTo>
                  <a:pt x="189" y="325"/>
                </a:lnTo>
                <a:lnTo>
                  <a:pt x="183" y="325"/>
                </a:lnTo>
                <a:lnTo>
                  <a:pt x="176" y="324"/>
                </a:lnTo>
                <a:lnTo>
                  <a:pt x="170" y="324"/>
                </a:lnTo>
                <a:lnTo>
                  <a:pt x="164" y="323"/>
                </a:lnTo>
                <a:lnTo>
                  <a:pt x="158" y="322"/>
                </a:lnTo>
                <a:lnTo>
                  <a:pt x="151" y="321"/>
                </a:lnTo>
                <a:lnTo>
                  <a:pt x="145" y="319"/>
                </a:lnTo>
                <a:lnTo>
                  <a:pt x="139" y="318"/>
                </a:lnTo>
                <a:lnTo>
                  <a:pt x="133" y="316"/>
                </a:lnTo>
                <a:lnTo>
                  <a:pt x="127" y="314"/>
                </a:lnTo>
                <a:lnTo>
                  <a:pt x="121" y="312"/>
                </a:lnTo>
                <a:lnTo>
                  <a:pt x="116" y="310"/>
                </a:lnTo>
                <a:lnTo>
                  <a:pt x="110" y="308"/>
                </a:lnTo>
                <a:lnTo>
                  <a:pt x="104" y="306"/>
                </a:lnTo>
                <a:lnTo>
                  <a:pt x="99" y="303"/>
                </a:lnTo>
                <a:lnTo>
                  <a:pt x="93" y="300"/>
                </a:lnTo>
                <a:lnTo>
                  <a:pt x="88" y="298"/>
                </a:lnTo>
                <a:lnTo>
                  <a:pt x="83" y="295"/>
                </a:lnTo>
                <a:lnTo>
                  <a:pt x="78" y="292"/>
                </a:lnTo>
                <a:lnTo>
                  <a:pt x="73" y="288"/>
                </a:lnTo>
                <a:lnTo>
                  <a:pt x="68" y="285"/>
                </a:lnTo>
                <a:lnTo>
                  <a:pt x="63" y="282"/>
                </a:lnTo>
                <a:lnTo>
                  <a:pt x="59" y="278"/>
                </a:lnTo>
                <a:lnTo>
                  <a:pt x="54" y="274"/>
                </a:lnTo>
                <a:lnTo>
                  <a:pt x="50" y="271"/>
                </a:lnTo>
                <a:lnTo>
                  <a:pt x="46" y="267"/>
                </a:lnTo>
                <a:lnTo>
                  <a:pt x="42" y="263"/>
                </a:lnTo>
                <a:lnTo>
                  <a:pt x="38" y="259"/>
                </a:lnTo>
                <a:lnTo>
                  <a:pt x="35" y="255"/>
                </a:lnTo>
                <a:lnTo>
                  <a:pt x="31" y="250"/>
                </a:lnTo>
                <a:lnTo>
                  <a:pt x="28" y="246"/>
                </a:lnTo>
                <a:lnTo>
                  <a:pt x="25" y="242"/>
                </a:lnTo>
                <a:lnTo>
                  <a:pt x="22" y="237"/>
                </a:lnTo>
                <a:lnTo>
                  <a:pt x="19" y="232"/>
                </a:lnTo>
                <a:lnTo>
                  <a:pt x="16" y="228"/>
                </a:lnTo>
                <a:lnTo>
                  <a:pt x="14" y="223"/>
                </a:lnTo>
                <a:lnTo>
                  <a:pt x="11" y="218"/>
                </a:lnTo>
                <a:lnTo>
                  <a:pt x="9" y="214"/>
                </a:lnTo>
                <a:lnTo>
                  <a:pt x="8" y="209"/>
                </a:lnTo>
                <a:lnTo>
                  <a:pt x="6" y="204"/>
                </a:lnTo>
                <a:lnTo>
                  <a:pt x="4" y="199"/>
                </a:lnTo>
                <a:lnTo>
                  <a:pt x="3" y="194"/>
                </a:lnTo>
                <a:lnTo>
                  <a:pt x="2" y="189"/>
                </a:lnTo>
                <a:lnTo>
                  <a:pt x="1" y="184"/>
                </a:lnTo>
                <a:lnTo>
                  <a:pt x="0" y="179"/>
                </a:lnTo>
                <a:lnTo>
                  <a:pt x="0" y="174"/>
                </a:lnTo>
                <a:lnTo>
                  <a:pt x="0" y="168"/>
                </a:lnTo>
                <a:lnTo>
                  <a:pt x="0" y="163"/>
                </a:lnTo>
                <a:lnTo>
                  <a:pt x="0" y="158"/>
                </a:lnTo>
                <a:lnTo>
                  <a:pt x="0" y="153"/>
                </a:lnTo>
                <a:lnTo>
                  <a:pt x="0" y="148"/>
                </a:lnTo>
                <a:lnTo>
                  <a:pt x="1" y="143"/>
                </a:lnTo>
                <a:lnTo>
                  <a:pt x="2" y="138"/>
                </a:lnTo>
                <a:lnTo>
                  <a:pt x="3" y="133"/>
                </a:lnTo>
                <a:lnTo>
                  <a:pt x="4" y="128"/>
                </a:lnTo>
                <a:lnTo>
                  <a:pt x="6" y="123"/>
                </a:lnTo>
                <a:lnTo>
                  <a:pt x="8" y="118"/>
                </a:lnTo>
                <a:lnTo>
                  <a:pt x="9" y="113"/>
                </a:lnTo>
                <a:lnTo>
                  <a:pt x="11" y="108"/>
                </a:lnTo>
                <a:lnTo>
                  <a:pt x="14" y="103"/>
                </a:lnTo>
                <a:lnTo>
                  <a:pt x="16" y="98"/>
                </a:lnTo>
                <a:lnTo>
                  <a:pt x="19" y="93"/>
                </a:lnTo>
                <a:lnTo>
                  <a:pt x="22" y="89"/>
                </a:lnTo>
                <a:lnTo>
                  <a:pt x="25" y="84"/>
                </a:lnTo>
                <a:lnTo>
                  <a:pt x="28" y="80"/>
                </a:lnTo>
                <a:lnTo>
                  <a:pt x="31" y="75"/>
                </a:lnTo>
                <a:lnTo>
                  <a:pt x="35" y="71"/>
                </a:lnTo>
                <a:lnTo>
                  <a:pt x="38" y="67"/>
                </a:lnTo>
                <a:lnTo>
                  <a:pt x="42" y="63"/>
                </a:lnTo>
                <a:lnTo>
                  <a:pt x="46" y="59"/>
                </a:lnTo>
                <a:lnTo>
                  <a:pt x="50" y="55"/>
                </a:lnTo>
                <a:lnTo>
                  <a:pt x="54" y="51"/>
                </a:lnTo>
                <a:lnTo>
                  <a:pt x="59" y="48"/>
                </a:lnTo>
                <a:lnTo>
                  <a:pt x="63" y="44"/>
                </a:lnTo>
                <a:lnTo>
                  <a:pt x="68" y="41"/>
                </a:lnTo>
                <a:lnTo>
                  <a:pt x="73" y="37"/>
                </a:lnTo>
                <a:lnTo>
                  <a:pt x="78" y="34"/>
                </a:lnTo>
                <a:lnTo>
                  <a:pt x="83" y="31"/>
                </a:lnTo>
                <a:lnTo>
                  <a:pt x="88" y="28"/>
                </a:lnTo>
                <a:lnTo>
                  <a:pt x="93" y="25"/>
                </a:lnTo>
                <a:lnTo>
                  <a:pt x="99" y="23"/>
                </a:lnTo>
                <a:lnTo>
                  <a:pt x="104" y="20"/>
                </a:lnTo>
                <a:lnTo>
                  <a:pt x="110" y="18"/>
                </a:lnTo>
                <a:lnTo>
                  <a:pt x="116" y="16"/>
                </a:lnTo>
                <a:lnTo>
                  <a:pt x="121" y="13"/>
                </a:lnTo>
                <a:lnTo>
                  <a:pt x="127" y="12"/>
                </a:lnTo>
                <a:lnTo>
                  <a:pt x="133" y="10"/>
                </a:lnTo>
                <a:lnTo>
                  <a:pt x="139" y="8"/>
                </a:lnTo>
                <a:lnTo>
                  <a:pt x="145" y="7"/>
                </a:lnTo>
                <a:lnTo>
                  <a:pt x="151" y="5"/>
                </a:lnTo>
                <a:lnTo>
                  <a:pt x="158" y="4"/>
                </a:lnTo>
                <a:lnTo>
                  <a:pt x="164" y="3"/>
                </a:lnTo>
                <a:lnTo>
                  <a:pt x="170" y="2"/>
                </a:lnTo>
                <a:lnTo>
                  <a:pt x="176" y="1"/>
                </a:lnTo>
                <a:lnTo>
                  <a:pt x="183" y="1"/>
                </a:lnTo>
                <a:lnTo>
                  <a:pt x="189" y="0"/>
                </a:lnTo>
                <a:lnTo>
                  <a:pt x="195" y="0"/>
                </a:lnTo>
                <a:lnTo>
                  <a:pt x="202" y="0"/>
                </a:lnTo>
                <a:lnTo>
                  <a:pt x="208" y="0"/>
                </a:lnTo>
                <a:lnTo>
                  <a:pt x="215" y="0"/>
                </a:lnTo>
                <a:lnTo>
                  <a:pt x="221" y="1"/>
                </a:lnTo>
                <a:lnTo>
                  <a:pt x="227" y="1"/>
                </a:lnTo>
                <a:lnTo>
                  <a:pt x="233" y="2"/>
                </a:lnTo>
                <a:lnTo>
                  <a:pt x="240" y="3"/>
                </a:lnTo>
                <a:lnTo>
                  <a:pt x="246" y="4"/>
                </a:lnTo>
                <a:lnTo>
                  <a:pt x="252" y="5"/>
                </a:lnTo>
                <a:lnTo>
                  <a:pt x="258" y="7"/>
                </a:lnTo>
                <a:lnTo>
                  <a:pt x="264" y="8"/>
                </a:lnTo>
                <a:lnTo>
                  <a:pt x="270" y="10"/>
                </a:lnTo>
                <a:lnTo>
                  <a:pt x="276" y="12"/>
                </a:lnTo>
                <a:lnTo>
                  <a:pt x="282" y="13"/>
                </a:lnTo>
                <a:lnTo>
                  <a:pt x="288" y="16"/>
                </a:lnTo>
                <a:lnTo>
                  <a:pt x="294" y="18"/>
                </a:lnTo>
                <a:lnTo>
                  <a:pt x="299" y="20"/>
                </a:lnTo>
                <a:lnTo>
                  <a:pt x="305" y="23"/>
                </a:lnTo>
                <a:lnTo>
                  <a:pt x="311" y="25"/>
                </a:lnTo>
                <a:lnTo>
                  <a:pt x="316" y="28"/>
                </a:lnTo>
                <a:lnTo>
                  <a:pt x="322" y="31"/>
                </a:lnTo>
                <a:lnTo>
                  <a:pt x="327" y="34"/>
                </a:lnTo>
                <a:lnTo>
                  <a:pt x="332" y="37"/>
                </a:lnTo>
                <a:lnTo>
                  <a:pt x="337" y="41"/>
                </a:lnTo>
                <a:lnTo>
                  <a:pt x="341" y="44"/>
                </a:lnTo>
                <a:lnTo>
                  <a:pt x="346" y="48"/>
                </a:lnTo>
                <a:lnTo>
                  <a:pt x="350" y="51"/>
                </a:lnTo>
                <a:lnTo>
                  <a:pt x="355" y="55"/>
                </a:lnTo>
                <a:lnTo>
                  <a:pt x="359" y="59"/>
                </a:lnTo>
                <a:lnTo>
                  <a:pt x="363" y="63"/>
                </a:lnTo>
                <a:lnTo>
                  <a:pt x="366" y="67"/>
                </a:lnTo>
                <a:lnTo>
                  <a:pt x="370" y="71"/>
                </a:lnTo>
                <a:lnTo>
                  <a:pt x="374" y="75"/>
                </a:lnTo>
                <a:lnTo>
                  <a:pt x="377" y="80"/>
                </a:lnTo>
                <a:lnTo>
                  <a:pt x="380" y="84"/>
                </a:lnTo>
                <a:lnTo>
                  <a:pt x="383" y="89"/>
                </a:lnTo>
                <a:lnTo>
                  <a:pt x="386" y="93"/>
                </a:lnTo>
                <a:lnTo>
                  <a:pt x="388" y="98"/>
                </a:lnTo>
                <a:lnTo>
                  <a:pt x="391" y="103"/>
                </a:lnTo>
                <a:lnTo>
                  <a:pt x="393" y="108"/>
                </a:lnTo>
                <a:lnTo>
                  <a:pt x="395" y="113"/>
                </a:lnTo>
                <a:lnTo>
                  <a:pt x="397" y="118"/>
                </a:lnTo>
                <a:lnTo>
                  <a:pt x="399" y="123"/>
                </a:lnTo>
                <a:lnTo>
                  <a:pt x="400" y="128"/>
                </a:lnTo>
                <a:lnTo>
                  <a:pt x="401" y="133"/>
                </a:lnTo>
                <a:lnTo>
                  <a:pt x="403" y="138"/>
                </a:lnTo>
                <a:lnTo>
                  <a:pt x="403" y="143"/>
                </a:lnTo>
                <a:lnTo>
                  <a:pt x="404" y="148"/>
                </a:lnTo>
                <a:lnTo>
                  <a:pt x="405" y="153"/>
                </a:lnTo>
                <a:lnTo>
                  <a:pt x="405" y="158"/>
                </a:lnTo>
                <a:lnTo>
                  <a:pt x="405" y="163"/>
                </a:lnTo>
                <a:close/>
              </a:path>
            </a:pathLst>
          </a:custGeom>
          <a:solidFill>
            <a:srgbClr val="ffea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199" name=""/>
          <p:cNvSpPr/>
          <p:nvPr/>
        </p:nvSpPr>
        <p:spPr>
          <a:xfrm>
            <a:off x="4905000" y="1768680"/>
            <a:ext cx="147600" cy="118440"/>
          </a:xfrm>
          <a:custGeom>
            <a:avLst/>
            <a:gdLst/>
            <a:ahLst/>
            <a:rect l="0" t="0" r="r" b="b"/>
            <a:pathLst>
              <a:path w="410" h="329">
                <a:moveTo>
                  <a:pt x="408" y="164"/>
                </a:moveTo>
                <a:lnTo>
                  <a:pt x="408" y="159"/>
                </a:lnTo>
                <a:lnTo>
                  <a:pt x="408" y="154"/>
                </a:lnTo>
                <a:lnTo>
                  <a:pt x="407" y="149"/>
                </a:lnTo>
                <a:lnTo>
                  <a:pt x="406" y="144"/>
                </a:lnTo>
                <a:lnTo>
                  <a:pt x="406" y="139"/>
                </a:lnTo>
                <a:lnTo>
                  <a:pt x="404" y="134"/>
                </a:lnTo>
                <a:lnTo>
                  <a:pt x="403" y="129"/>
                </a:lnTo>
                <a:lnTo>
                  <a:pt x="402" y="124"/>
                </a:lnTo>
                <a:lnTo>
                  <a:pt x="400" y="119"/>
                </a:lnTo>
                <a:lnTo>
                  <a:pt x="398" y="114"/>
                </a:lnTo>
                <a:lnTo>
                  <a:pt x="396" y="109"/>
                </a:lnTo>
                <a:lnTo>
                  <a:pt x="394" y="105"/>
                </a:lnTo>
                <a:lnTo>
                  <a:pt x="391" y="100"/>
                </a:lnTo>
                <a:lnTo>
                  <a:pt x="389" y="95"/>
                </a:lnTo>
                <a:lnTo>
                  <a:pt x="386" y="91"/>
                </a:lnTo>
                <a:lnTo>
                  <a:pt x="383" y="86"/>
                </a:lnTo>
                <a:lnTo>
                  <a:pt x="380" y="82"/>
                </a:lnTo>
                <a:lnTo>
                  <a:pt x="377" y="77"/>
                </a:lnTo>
                <a:lnTo>
                  <a:pt x="373" y="73"/>
                </a:lnTo>
                <a:lnTo>
                  <a:pt x="369" y="69"/>
                </a:lnTo>
                <a:lnTo>
                  <a:pt x="366" y="65"/>
                </a:lnTo>
                <a:lnTo>
                  <a:pt x="362" y="61"/>
                </a:lnTo>
                <a:lnTo>
                  <a:pt x="358" y="57"/>
                </a:lnTo>
                <a:lnTo>
                  <a:pt x="353" y="53"/>
                </a:lnTo>
                <a:lnTo>
                  <a:pt x="349" y="50"/>
                </a:lnTo>
                <a:lnTo>
                  <a:pt x="344" y="46"/>
                </a:lnTo>
                <a:lnTo>
                  <a:pt x="340" y="43"/>
                </a:lnTo>
                <a:lnTo>
                  <a:pt x="335" y="39"/>
                </a:lnTo>
                <a:lnTo>
                  <a:pt x="330" y="36"/>
                </a:lnTo>
                <a:lnTo>
                  <a:pt x="325" y="33"/>
                </a:lnTo>
                <a:lnTo>
                  <a:pt x="319" y="30"/>
                </a:lnTo>
                <a:lnTo>
                  <a:pt x="314" y="27"/>
                </a:lnTo>
                <a:lnTo>
                  <a:pt x="309" y="25"/>
                </a:lnTo>
                <a:lnTo>
                  <a:pt x="303" y="22"/>
                </a:lnTo>
                <a:lnTo>
                  <a:pt x="298" y="20"/>
                </a:lnTo>
                <a:lnTo>
                  <a:pt x="292" y="18"/>
                </a:lnTo>
                <a:lnTo>
                  <a:pt x="286" y="15"/>
                </a:lnTo>
                <a:lnTo>
                  <a:pt x="280" y="14"/>
                </a:lnTo>
                <a:lnTo>
                  <a:pt x="274" y="12"/>
                </a:lnTo>
                <a:lnTo>
                  <a:pt x="268" y="10"/>
                </a:lnTo>
                <a:lnTo>
                  <a:pt x="262" y="9"/>
                </a:lnTo>
                <a:lnTo>
                  <a:pt x="256" y="7"/>
                </a:lnTo>
                <a:lnTo>
                  <a:pt x="250" y="6"/>
                </a:lnTo>
                <a:lnTo>
                  <a:pt x="244" y="5"/>
                </a:lnTo>
                <a:lnTo>
                  <a:pt x="237" y="4"/>
                </a:lnTo>
                <a:lnTo>
                  <a:pt x="231" y="3"/>
                </a:lnTo>
                <a:lnTo>
                  <a:pt x="225" y="3"/>
                </a:lnTo>
                <a:lnTo>
                  <a:pt x="219" y="2"/>
                </a:lnTo>
                <a:lnTo>
                  <a:pt x="212" y="2"/>
                </a:lnTo>
                <a:lnTo>
                  <a:pt x="206" y="2"/>
                </a:lnTo>
                <a:lnTo>
                  <a:pt x="199" y="2"/>
                </a:lnTo>
                <a:lnTo>
                  <a:pt x="193" y="2"/>
                </a:lnTo>
                <a:lnTo>
                  <a:pt x="187" y="3"/>
                </a:lnTo>
                <a:lnTo>
                  <a:pt x="180" y="3"/>
                </a:lnTo>
                <a:lnTo>
                  <a:pt x="174" y="4"/>
                </a:lnTo>
                <a:lnTo>
                  <a:pt x="168" y="5"/>
                </a:lnTo>
                <a:lnTo>
                  <a:pt x="162" y="6"/>
                </a:lnTo>
                <a:lnTo>
                  <a:pt x="155" y="7"/>
                </a:lnTo>
                <a:lnTo>
                  <a:pt x="149" y="9"/>
                </a:lnTo>
                <a:lnTo>
                  <a:pt x="143" y="10"/>
                </a:lnTo>
                <a:lnTo>
                  <a:pt x="137" y="12"/>
                </a:lnTo>
                <a:lnTo>
                  <a:pt x="131" y="14"/>
                </a:lnTo>
                <a:lnTo>
                  <a:pt x="125" y="15"/>
                </a:lnTo>
                <a:lnTo>
                  <a:pt x="120" y="18"/>
                </a:lnTo>
                <a:lnTo>
                  <a:pt x="114" y="20"/>
                </a:lnTo>
                <a:lnTo>
                  <a:pt x="108" y="22"/>
                </a:lnTo>
                <a:lnTo>
                  <a:pt x="103" y="25"/>
                </a:lnTo>
                <a:lnTo>
                  <a:pt x="97" y="27"/>
                </a:lnTo>
                <a:lnTo>
                  <a:pt x="92" y="30"/>
                </a:lnTo>
                <a:lnTo>
                  <a:pt x="87" y="33"/>
                </a:lnTo>
                <a:lnTo>
                  <a:pt x="82" y="36"/>
                </a:lnTo>
                <a:lnTo>
                  <a:pt x="76" y="39"/>
                </a:lnTo>
                <a:lnTo>
                  <a:pt x="71" y="43"/>
                </a:lnTo>
                <a:lnTo>
                  <a:pt x="66" y="46"/>
                </a:lnTo>
                <a:lnTo>
                  <a:pt x="62" y="50"/>
                </a:lnTo>
                <a:lnTo>
                  <a:pt x="57" y="53"/>
                </a:lnTo>
                <a:lnTo>
                  <a:pt x="53" y="57"/>
                </a:lnTo>
                <a:lnTo>
                  <a:pt x="49" y="61"/>
                </a:lnTo>
                <a:lnTo>
                  <a:pt x="45" y="65"/>
                </a:lnTo>
                <a:lnTo>
                  <a:pt x="41" y="69"/>
                </a:lnTo>
                <a:lnTo>
                  <a:pt x="38" y="73"/>
                </a:lnTo>
                <a:lnTo>
                  <a:pt x="34" y="77"/>
                </a:lnTo>
                <a:lnTo>
                  <a:pt x="31" y="82"/>
                </a:lnTo>
                <a:lnTo>
                  <a:pt x="28" y="86"/>
                </a:lnTo>
                <a:lnTo>
                  <a:pt x="25" y="91"/>
                </a:lnTo>
                <a:lnTo>
                  <a:pt x="22" y="95"/>
                </a:lnTo>
                <a:lnTo>
                  <a:pt x="19" y="100"/>
                </a:lnTo>
                <a:lnTo>
                  <a:pt x="17" y="105"/>
                </a:lnTo>
                <a:lnTo>
                  <a:pt x="14" y="109"/>
                </a:lnTo>
                <a:lnTo>
                  <a:pt x="12" y="114"/>
                </a:lnTo>
                <a:lnTo>
                  <a:pt x="11" y="119"/>
                </a:lnTo>
                <a:lnTo>
                  <a:pt x="9" y="124"/>
                </a:lnTo>
                <a:lnTo>
                  <a:pt x="7" y="129"/>
                </a:lnTo>
                <a:lnTo>
                  <a:pt x="6" y="134"/>
                </a:lnTo>
                <a:lnTo>
                  <a:pt x="5" y="139"/>
                </a:lnTo>
                <a:lnTo>
                  <a:pt x="4" y="144"/>
                </a:lnTo>
                <a:lnTo>
                  <a:pt x="3" y="149"/>
                </a:lnTo>
                <a:lnTo>
                  <a:pt x="3" y="154"/>
                </a:lnTo>
                <a:lnTo>
                  <a:pt x="3" y="159"/>
                </a:lnTo>
                <a:lnTo>
                  <a:pt x="3" y="164"/>
                </a:lnTo>
                <a:lnTo>
                  <a:pt x="3" y="169"/>
                </a:lnTo>
                <a:lnTo>
                  <a:pt x="3" y="176"/>
                </a:lnTo>
                <a:lnTo>
                  <a:pt x="3" y="181"/>
                </a:lnTo>
                <a:lnTo>
                  <a:pt x="4" y="186"/>
                </a:lnTo>
                <a:lnTo>
                  <a:pt x="5" y="191"/>
                </a:lnTo>
                <a:lnTo>
                  <a:pt x="6" y="196"/>
                </a:lnTo>
                <a:lnTo>
                  <a:pt x="7" y="201"/>
                </a:lnTo>
                <a:lnTo>
                  <a:pt x="9" y="206"/>
                </a:lnTo>
                <a:lnTo>
                  <a:pt x="11" y="211"/>
                </a:lnTo>
                <a:lnTo>
                  <a:pt x="12" y="216"/>
                </a:lnTo>
                <a:lnTo>
                  <a:pt x="14" y="220"/>
                </a:lnTo>
                <a:lnTo>
                  <a:pt x="17" y="225"/>
                </a:lnTo>
                <a:lnTo>
                  <a:pt x="19" y="230"/>
                </a:lnTo>
                <a:lnTo>
                  <a:pt x="22" y="234"/>
                </a:lnTo>
                <a:lnTo>
                  <a:pt x="25" y="239"/>
                </a:lnTo>
                <a:lnTo>
                  <a:pt x="28" y="244"/>
                </a:lnTo>
                <a:lnTo>
                  <a:pt x="31" y="248"/>
                </a:lnTo>
                <a:lnTo>
                  <a:pt x="34" y="252"/>
                </a:lnTo>
                <a:lnTo>
                  <a:pt x="38" y="257"/>
                </a:lnTo>
                <a:lnTo>
                  <a:pt x="41" y="261"/>
                </a:lnTo>
                <a:lnTo>
                  <a:pt x="45" y="265"/>
                </a:lnTo>
                <a:lnTo>
                  <a:pt x="49" y="269"/>
                </a:lnTo>
                <a:lnTo>
                  <a:pt x="53" y="273"/>
                </a:lnTo>
                <a:lnTo>
                  <a:pt x="57" y="276"/>
                </a:lnTo>
                <a:lnTo>
                  <a:pt x="62" y="280"/>
                </a:lnTo>
                <a:lnTo>
                  <a:pt x="66" y="284"/>
                </a:lnTo>
                <a:lnTo>
                  <a:pt x="71" y="287"/>
                </a:lnTo>
                <a:lnTo>
                  <a:pt x="76" y="290"/>
                </a:lnTo>
                <a:lnTo>
                  <a:pt x="82" y="294"/>
                </a:lnTo>
                <a:lnTo>
                  <a:pt x="87" y="297"/>
                </a:lnTo>
                <a:lnTo>
                  <a:pt x="92" y="300"/>
                </a:lnTo>
                <a:lnTo>
                  <a:pt x="97" y="302"/>
                </a:lnTo>
                <a:lnTo>
                  <a:pt x="103" y="305"/>
                </a:lnTo>
                <a:lnTo>
                  <a:pt x="108" y="308"/>
                </a:lnTo>
                <a:lnTo>
                  <a:pt x="114" y="310"/>
                </a:lnTo>
                <a:lnTo>
                  <a:pt x="120" y="312"/>
                </a:lnTo>
                <a:lnTo>
                  <a:pt x="125" y="314"/>
                </a:lnTo>
                <a:lnTo>
                  <a:pt x="131" y="316"/>
                </a:lnTo>
                <a:lnTo>
                  <a:pt x="137" y="318"/>
                </a:lnTo>
                <a:lnTo>
                  <a:pt x="143" y="320"/>
                </a:lnTo>
                <a:lnTo>
                  <a:pt x="149" y="321"/>
                </a:lnTo>
                <a:lnTo>
                  <a:pt x="155" y="323"/>
                </a:lnTo>
                <a:lnTo>
                  <a:pt x="162" y="324"/>
                </a:lnTo>
                <a:lnTo>
                  <a:pt x="168" y="325"/>
                </a:lnTo>
                <a:lnTo>
                  <a:pt x="174" y="326"/>
                </a:lnTo>
                <a:lnTo>
                  <a:pt x="180" y="326"/>
                </a:lnTo>
                <a:lnTo>
                  <a:pt x="187" y="327"/>
                </a:lnTo>
                <a:lnTo>
                  <a:pt x="193" y="327"/>
                </a:lnTo>
                <a:lnTo>
                  <a:pt x="199" y="328"/>
                </a:lnTo>
                <a:lnTo>
                  <a:pt x="206" y="328"/>
                </a:lnTo>
                <a:lnTo>
                  <a:pt x="212" y="328"/>
                </a:lnTo>
                <a:lnTo>
                  <a:pt x="219" y="327"/>
                </a:lnTo>
                <a:lnTo>
                  <a:pt x="225" y="327"/>
                </a:lnTo>
                <a:lnTo>
                  <a:pt x="231" y="326"/>
                </a:lnTo>
                <a:lnTo>
                  <a:pt x="237" y="326"/>
                </a:lnTo>
                <a:lnTo>
                  <a:pt x="244" y="325"/>
                </a:lnTo>
                <a:lnTo>
                  <a:pt x="250" y="324"/>
                </a:lnTo>
                <a:lnTo>
                  <a:pt x="256" y="323"/>
                </a:lnTo>
                <a:lnTo>
                  <a:pt x="262" y="321"/>
                </a:lnTo>
                <a:lnTo>
                  <a:pt x="268" y="320"/>
                </a:lnTo>
                <a:lnTo>
                  <a:pt x="274" y="318"/>
                </a:lnTo>
                <a:lnTo>
                  <a:pt x="280" y="316"/>
                </a:lnTo>
                <a:lnTo>
                  <a:pt x="286" y="314"/>
                </a:lnTo>
                <a:lnTo>
                  <a:pt x="292" y="312"/>
                </a:lnTo>
                <a:lnTo>
                  <a:pt x="298" y="310"/>
                </a:lnTo>
                <a:lnTo>
                  <a:pt x="303" y="308"/>
                </a:lnTo>
                <a:lnTo>
                  <a:pt x="309" y="305"/>
                </a:lnTo>
                <a:lnTo>
                  <a:pt x="314" y="302"/>
                </a:lnTo>
                <a:lnTo>
                  <a:pt x="319" y="300"/>
                </a:lnTo>
                <a:lnTo>
                  <a:pt x="325" y="297"/>
                </a:lnTo>
                <a:lnTo>
                  <a:pt x="330" y="294"/>
                </a:lnTo>
                <a:lnTo>
                  <a:pt x="335" y="290"/>
                </a:lnTo>
                <a:lnTo>
                  <a:pt x="340" y="287"/>
                </a:lnTo>
                <a:lnTo>
                  <a:pt x="344" y="284"/>
                </a:lnTo>
                <a:lnTo>
                  <a:pt x="349" y="280"/>
                </a:lnTo>
                <a:lnTo>
                  <a:pt x="353" y="276"/>
                </a:lnTo>
                <a:lnTo>
                  <a:pt x="358" y="273"/>
                </a:lnTo>
                <a:lnTo>
                  <a:pt x="362" y="269"/>
                </a:lnTo>
                <a:lnTo>
                  <a:pt x="366" y="265"/>
                </a:lnTo>
                <a:lnTo>
                  <a:pt x="369" y="261"/>
                </a:lnTo>
                <a:lnTo>
                  <a:pt x="373" y="257"/>
                </a:lnTo>
                <a:lnTo>
                  <a:pt x="377" y="252"/>
                </a:lnTo>
                <a:lnTo>
                  <a:pt x="380" y="248"/>
                </a:lnTo>
                <a:lnTo>
                  <a:pt x="383" y="244"/>
                </a:lnTo>
                <a:lnTo>
                  <a:pt x="386" y="239"/>
                </a:lnTo>
                <a:lnTo>
                  <a:pt x="389" y="234"/>
                </a:lnTo>
                <a:lnTo>
                  <a:pt x="391" y="230"/>
                </a:lnTo>
                <a:lnTo>
                  <a:pt x="394" y="225"/>
                </a:lnTo>
                <a:lnTo>
                  <a:pt x="396" y="220"/>
                </a:lnTo>
                <a:lnTo>
                  <a:pt x="398" y="216"/>
                </a:lnTo>
                <a:lnTo>
                  <a:pt x="400" y="211"/>
                </a:lnTo>
                <a:lnTo>
                  <a:pt x="402" y="206"/>
                </a:lnTo>
                <a:lnTo>
                  <a:pt x="403" y="201"/>
                </a:lnTo>
                <a:lnTo>
                  <a:pt x="404" y="196"/>
                </a:lnTo>
                <a:lnTo>
                  <a:pt x="406" y="191"/>
                </a:lnTo>
                <a:lnTo>
                  <a:pt x="406" y="186"/>
                </a:lnTo>
                <a:lnTo>
                  <a:pt x="407" y="181"/>
                </a:lnTo>
                <a:lnTo>
                  <a:pt x="408" y="176"/>
                </a:lnTo>
                <a:lnTo>
                  <a:pt x="408" y="169"/>
                </a:lnTo>
                <a:lnTo>
                  <a:pt x="408" y="164"/>
                </a:lnTo>
                <a:moveTo>
                  <a:pt x="410" y="164"/>
                </a:moveTo>
                <a:lnTo>
                  <a:pt x="410" y="170"/>
                </a:lnTo>
                <a:lnTo>
                  <a:pt x="410" y="176"/>
                </a:lnTo>
                <a:lnTo>
                  <a:pt x="409" y="181"/>
                </a:lnTo>
                <a:lnTo>
                  <a:pt x="409" y="186"/>
                </a:lnTo>
                <a:lnTo>
                  <a:pt x="408" y="191"/>
                </a:lnTo>
                <a:lnTo>
                  <a:pt x="407" y="196"/>
                </a:lnTo>
                <a:lnTo>
                  <a:pt x="405" y="201"/>
                </a:lnTo>
                <a:lnTo>
                  <a:pt x="404" y="206"/>
                </a:lnTo>
                <a:lnTo>
                  <a:pt x="402" y="211"/>
                </a:lnTo>
                <a:lnTo>
                  <a:pt x="400" y="216"/>
                </a:lnTo>
                <a:lnTo>
                  <a:pt x="398" y="221"/>
                </a:lnTo>
                <a:lnTo>
                  <a:pt x="396" y="226"/>
                </a:lnTo>
                <a:lnTo>
                  <a:pt x="394" y="231"/>
                </a:lnTo>
                <a:lnTo>
                  <a:pt x="391" y="235"/>
                </a:lnTo>
                <a:lnTo>
                  <a:pt x="388" y="240"/>
                </a:lnTo>
                <a:lnTo>
                  <a:pt x="385" y="244"/>
                </a:lnTo>
                <a:lnTo>
                  <a:pt x="382" y="249"/>
                </a:lnTo>
                <a:lnTo>
                  <a:pt x="379" y="253"/>
                </a:lnTo>
                <a:lnTo>
                  <a:pt x="375" y="258"/>
                </a:lnTo>
                <a:lnTo>
                  <a:pt x="371" y="262"/>
                </a:lnTo>
                <a:lnTo>
                  <a:pt x="367" y="266"/>
                </a:lnTo>
                <a:lnTo>
                  <a:pt x="363" y="270"/>
                </a:lnTo>
                <a:lnTo>
                  <a:pt x="359" y="274"/>
                </a:lnTo>
                <a:lnTo>
                  <a:pt x="355" y="278"/>
                </a:lnTo>
                <a:lnTo>
                  <a:pt x="350" y="281"/>
                </a:lnTo>
                <a:lnTo>
                  <a:pt x="346" y="285"/>
                </a:lnTo>
                <a:lnTo>
                  <a:pt x="341" y="288"/>
                </a:lnTo>
                <a:lnTo>
                  <a:pt x="336" y="292"/>
                </a:lnTo>
                <a:lnTo>
                  <a:pt x="331" y="295"/>
                </a:lnTo>
                <a:lnTo>
                  <a:pt x="326" y="298"/>
                </a:lnTo>
                <a:lnTo>
                  <a:pt x="321" y="301"/>
                </a:lnTo>
                <a:lnTo>
                  <a:pt x="315" y="304"/>
                </a:lnTo>
                <a:lnTo>
                  <a:pt x="310" y="307"/>
                </a:lnTo>
                <a:lnTo>
                  <a:pt x="304" y="309"/>
                </a:lnTo>
                <a:lnTo>
                  <a:pt x="299" y="312"/>
                </a:lnTo>
                <a:lnTo>
                  <a:pt x="293" y="314"/>
                </a:lnTo>
                <a:lnTo>
                  <a:pt x="287" y="316"/>
                </a:lnTo>
                <a:lnTo>
                  <a:pt x="281" y="318"/>
                </a:lnTo>
                <a:lnTo>
                  <a:pt x="275" y="320"/>
                </a:lnTo>
                <a:lnTo>
                  <a:pt x="269" y="321"/>
                </a:lnTo>
                <a:lnTo>
                  <a:pt x="263" y="323"/>
                </a:lnTo>
                <a:lnTo>
                  <a:pt x="257" y="324"/>
                </a:lnTo>
                <a:lnTo>
                  <a:pt x="250" y="326"/>
                </a:lnTo>
                <a:lnTo>
                  <a:pt x="244" y="327"/>
                </a:lnTo>
                <a:lnTo>
                  <a:pt x="238" y="327"/>
                </a:lnTo>
                <a:lnTo>
                  <a:pt x="231" y="328"/>
                </a:lnTo>
                <a:lnTo>
                  <a:pt x="225" y="329"/>
                </a:lnTo>
                <a:lnTo>
                  <a:pt x="219" y="329"/>
                </a:lnTo>
                <a:lnTo>
                  <a:pt x="212" y="329"/>
                </a:lnTo>
                <a:lnTo>
                  <a:pt x="206" y="329"/>
                </a:lnTo>
                <a:lnTo>
                  <a:pt x="199" y="329"/>
                </a:lnTo>
                <a:lnTo>
                  <a:pt x="193" y="329"/>
                </a:lnTo>
                <a:lnTo>
                  <a:pt x="187" y="329"/>
                </a:lnTo>
                <a:lnTo>
                  <a:pt x="180" y="328"/>
                </a:lnTo>
                <a:lnTo>
                  <a:pt x="174" y="327"/>
                </a:lnTo>
                <a:lnTo>
                  <a:pt x="167" y="327"/>
                </a:lnTo>
                <a:lnTo>
                  <a:pt x="161" y="326"/>
                </a:lnTo>
                <a:lnTo>
                  <a:pt x="155" y="324"/>
                </a:lnTo>
                <a:lnTo>
                  <a:pt x="149" y="323"/>
                </a:lnTo>
                <a:lnTo>
                  <a:pt x="143" y="321"/>
                </a:lnTo>
                <a:lnTo>
                  <a:pt x="137" y="320"/>
                </a:lnTo>
                <a:lnTo>
                  <a:pt x="130" y="318"/>
                </a:lnTo>
                <a:lnTo>
                  <a:pt x="125" y="316"/>
                </a:lnTo>
                <a:lnTo>
                  <a:pt x="119" y="314"/>
                </a:lnTo>
                <a:lnTo>
                  <a:pt x="113" y="312"/>
                </a:lnTo>
                <a:lnTo>
                  <a:pt x="107" y="309"/>
                </a:lnTo>
                <a:lnTo>
                  <a:pt x="102" y="307"/>
                </a:lnTo>
                <a:lnTo>
                  <a:pt x="96" y="304"/>
                </a:lnTo>
                <a:lnTo>
                  <a:pt x="91" y="301"/>
                </a:lnTo>
                <a:lnTo>
                  <a:pt x="86" y="298"/>
                </a:lnTo>
                <a:lnTo>
                  <a:pt x="80" y="295"/>
                </a:lnTo>
                <a:lnTo>
                  <a:pt x="74" y="292"/>
                </a:lnTo>
                <a:lnTo>
                  <a:pt x="70" y="288"/>
                </a:lnTo>
                <a:lnTo>
                  <a:pt x="65" y="285"/>
                </a:lnTo>
                <a:lnTo>
                  <a:pt x="60" y="281"/>
                </a:lnTo>
                <a:lnTo>
                  <a:pt x="56" y="278"/>
                </a:lnTo>
                <a:lnTo>
                  <a:pt x="51" y="274"/>
                </a:lnTo>
                <a:lnTo>
                  <a:pt x="47" y="270"/>
                </a:lnTo>
                <a:lnTo>
                  <a:pt x="43" y="266"/>
                </a:lnTo>
                <a:lnTo>
                  <a:pt x="39" y="262"/>
                </a:lnTo>
                <a:lnTo>
                  <a:pt x="36" y="258"/>
                </a:lnTo>
                <a:lnTo>
                  <a:pt x="32" y="253"/>
                </a:lnTo>
                <a:lnTo>
                  <a:pt x="29" y="249"/>
                </a:lnTo>
                <a:lnTo>
                  <a:pt x="26" y="244"/>
                </a:lnTo>
                <a:lnTo>
                  <a:pt x="23" y="240"/>
                </a:lnTo>
                <a:lnTo>
                  <a:pt x="20" y="235"/>
                </a:lnTo>
                <a:lnTo>
                  <a:pt x="17" y="231"/>
                </a:lnTo>
                <a:lnTo>
                  <a:pt x="15" y="226"/>
                </a:lnTo>
                <a:lnTo>
                  <a:pt x="12" y="221"/>
                </a:lnTo>
                <a:lnTo>
                  <a:pt x="10" y="216"/>
                </a:lnTo>
                <a:lnTo>
                  <a:pt x="8" y="211"/>
                </a:lnTo>
                <a:lnTo>
                  <a:pt x="7" y="206"/>
                </a:lnTo>
                <a:lnTo>
                  <a:pt x="5" y="201"/>
                </a:lnTo>
                <a:lnTo>
                  <a:pt x="4" y="196"/>
                </a:lnTo>
                <a:lnTo>
                  <a:pt x="3" y="191"/>
                </a:lnTo>
                <a:lnTo>
                  <a:pt x="2" y="186"/>
                </a:lnTo>
                <a:lnTo>
                  <a:pt x="1" y="181"/>
                </a:lnTo>
                <a:lnTo>
                  <a:pt x="1" y="176"/>
                </a:lnTo>
                <a:lnTo>
                  <a:pt x="0" y="170"/>
                </a:lnTo>
                <a:lnTo>
                  <a:pt x="0" y="164"/>
                </a:lnTo>
                <a:lnTo>
                  <a:pt x="0" y="159"/>
                </a:lnTo>
                <a:lnTo>
                  <a:pt x="1" y="154"/>
                </a:lnTo>
                <a:lnTo>
                  <a:pt x="1" y="149"/>
                </a:lnTo>
                <a:lnTo>
                  <a:pt x="2" y="144"/>
                </a:lnTo>
                <a:lnTo>
                  <a:pt x="3" y="139"/>
                </a:lnTo>
                <a:lnTo>
                  <a:pt x="4" y="134"/>
                </a:lnTo>
                <a:lnTo>
                  <a:pt x="5" y="129"/>
                </a:lnTo>
                <a:lnTo>
                  <a:pt x="7" y="124"/>
                </a:lnTo>
                <a:lnTo>
                  <a:pt x="8" y="119"/>
                </a:lnTo>
                <a:lnTo>
                  <a:pt x="10" y="114"/>
                </a:lnTo>
                <a:lnTo>
                  <a:pt x="12" y="109"/>
                </a:lnTo>
                <a:lnTo>
                  <a:pt x="15" y="104"/>
                </a:lnTo>
                <a:lnTo>
                  <a:pt x="17" y="99"/>
                </a:lnTo>
                <a:lnTo>
                  <a:pt x="20" y="95"/>
                </a:lnTo>
                <a:lnTo>
                  <a:pt x="23" y="90"/>
                </a:lnTo>
                <a:lnTo>
                  <a:pt x="26" y="85"/>
                </a:lnTo>
                <a:lnTo>
                  <a:pt x="29" y="81"/>
                </a:lnTo>
                <a:lnTo>
                  <a:pt x="32" y="76"/>
                </a:lnTo>
                <a:lnTo>
                  <a:pt x="36" y="72"/>
                </a:lnTo>
                <a:lnTo>
                  <a:pt x="39" y="68"/>
                </a:lnTo>
                <a:lnTo>
                  <a:pt x="43" y="64"/>
                </a:lnTo>
                <a:lnTo>
                  <a:pt x="47" y="60"/>
                </a:lnTo>
                <a:lnTo>
                  <a:pt x="51" y="56"/>
                </a:lnTo>
                <a:lnTo>
                  <a:pt x="56" y="52"/>
                </a:lnTo>
                <a:lnTo>
                  <a:pt x="60" y="48"/>
                </a:lnTo>
                <a:lnTo>
                  <a:pt x="65" y="45"/>
                </a:lnTo>
                <a:lnTo>
                  <a:pt x="70" y="41"/>
                </a:lnTo>
                <a:lnTo>
                  <a:pt x="74" y="38"/>
                </a:lnTo>
                <a:lnTo>
                  <a:pt x="80" y="35"/>
                </a:lnTo>
                <a:lnTo>
                  <a:pt x="86" y="32"/>
                </a:lnTo>
                <a:lnTo>
                  <a:pt x="91" y="29"/>
                </a:lnTo>
                <a:lnTo>
                  <a:pt x="96" y="26"/>
                </a:lnTo>
                <a:lnTo>
                  <a:pt x="102" y="23"/>
                </a:lnTo>
                <a:lnTo>
                  <a:pt x="107" y="21"/>
                </a:lnTo>
                <a:lnTo>
                  <a:pt x="113" y="18"/>
                </a:lnTo>
                <a:lnTo>
                  <a:pt x="119" y="16"/>
                </a:lnTo>
                <a:lnTo>
                  <a:pt x="125" y="14"/>
                </a:lnTo>
                <a:lnTo>
                  <a:pt x="130" y="12"/>
                </a:lnTo>
                <a:lnTo>
                  <a:pt x="137" y="10"/>
                </a:lnTo>
                <a:lnTo>
                  <a:pt x="143" y="8"/>
                </a:lnTo>
                <a:lnTo>
                  <a:pt x="149" y="7"/>
                </a:lnTo>
                <a:lnTo>
                  <a:pt x="155" y="5"/>
                </a:lnTo>
                <a:lnTo>
                  <a:pt x="161" y="4"/>
                </a:lnTo>
                <a:lnTo>
                  <a:pt x="167" y="3"/>
                </a:lnTo>
                <a:lnTo>
                  <a:pt x="174" y="2"/>
                </a:lnTo>
                <a:lnTo>
                  <a:pt x="180" y="2"/>
                </a:lnTo>
                <a:lnTo>
                  <a:pt x="187" y="1"/>
                </a:lnTo>
                <a:lnTo>
                  <a:pt x="193" y="1"/>
                </a:lnTo>
                <a:lnTo>
                  <a:pt x="199" y="0"/>
                </a:lnTo>
                <a:lnTo>
                  <a:pt x="206" y="0"/>
                </a:lnTo>
                <a:lnTo>
                  <a:pt x="212" y="0"/>
                </a:lnTo>
                <a:lnTo>
                  <a:pt x="219" y="1"/>
                </a:lnTo>
                <a:lnTo>
                  <a:pt x="225" y="1"/>
                </a:lnTo>
                <a:lnTo>
                  <a:pt x="231" y="2"/>
                </a:lnTo>
                <a:lnTo>
                  <a:pt x="238" y="2"/>
                </a:lnTo>
                <a:lnTo>
                  <a:pt x="244" y="3"/>
                </a:lnTo>
                <a:lnTo>
                  <a:pt x="250" y="4"/>
                </a:lnTo>
                <a:lnTo>
                  <a:pt x="257" y="5"/>
                </a:lnTo>
                <a:lnTo>
                  <a:pt x="263" y="7"/>
                </a:lnTo>
                <a:lnTo>
                  <a:pt x="269" y="8"/>
                </a:lnTo>
                <a:lnTo>
                  <a:pt x="275" y="10"/>
                </a:lnTo>
                <a:lnTo>
                  <a:pt x="281" y="12"/>
                </a:lnTo>
                <a:lnTo>
                  <a:pt x="287" y="14"/>
                </a:lnTo>
                <a:lnTo>
                  <a:pt x="293" y="16"/>
                </a:lnTo>
                <a:lnTo>
                  <a:pt x="299" y="18"/>
                </a:lnTo>
                <a:lnTo>
                  <a:pt x="304" y="21"/>
                </a:lnTo>
                <a:lnTo>
                  <a:pt x="310" y="23"/>
                </a:lnTo>
                <a:lnTo>
                  <a:pt x="315" y="26"/>
                </a:lnTo>
                <a:lnTo>
                  <a:pt x="321" y="29"/>
                </a:lnTo>
                <a:lnTo>
                  <a:pt x="326" y="32"/>
                </a:lnTo>
                <a:lnTo>
                  <a:pt x="331" y="35"/>
                </a:lnTo>
                <a:lnTo>
                  <a:pt x="336" y="38"/>
                </a:lnTo>
                <a:lnTo>
                  <a:pt x="341" y="41"/>
                </a:lnTo>
                <a:lnTo>
                  <a:pt x="346" y="45"/>
                </a:lnTo>
                <a:lnTo>
                  <a:pt x="350" y="48"/>
                </a:lnTo>
                <a:lnTo>
                  <a:pt x="355" y="52"/>
                </a:lnTo>
                <a:lnTo>
                  <a:pt x="359" y="56"/>
                </a:lnTo>
                <a:lnTo>
                  <a:pt x="363" y="60"/>
                </a:lnTo>
                <a:lnTo>
                  <a:pt x="367" y="64"/>
                </a:lnTo>
                <a:lnTo>
                  <a:pt x="371" y="68"/>
                </a:lnTo>
                <a:lnTo>
                  <a:pt x="375" y="72"/>
                </a:lnTo>
                <a:lnTo>
                  <a:pt x="379" y="76"/>
                </a:lnTo>
                <a:lnTo>
                  <a:pt x="382" y="81"/>
                </a:lnTo>
                <a:lnTo>
                  <a:pt x="385" y="85"/>
                </a:lnTo>
                <a:lnTo>
                  <a:pt x="388" y="90"/>
                </a:lnTo>
                <a:lnTo>
                  <a:pt x="391" y="95"/>
                </a:lnTo>
                <a:lnTo>
                  <a:pt x="394" y="99"/>
                </a:lnTo>
                <a:lnTo>
                  <a:pt x="396" y="104"/>
                </a:lnTo>
                <a:lnTo>
                  <a:pt x="398" y="109"/>
                </a:lnTo>
                <a:lnTo>
                  <a:pt x="400" y="114"/>
                </a:lnTo>
                <a:lnTo>
                  <a:pt x="402" y="119"/>
                </a:lnTo>
                <a:lnTo>
                  <a:pt x="404" y="124"/>
                </a:lnTo>
                <a:lnTo>
                  <a:pt x="405" y="129"/>
                </a:lnTo>
                <a:lnTo>
                  <a:pt x="407" y="134"/>
                </a:lnTo>
                <a:lnTo>
                  <a:pt x="408" y="139"/>
                </a:lnTo>
                <a:lnTo>
                  <a:pt x="409" y="144"/>
                </a:lnTo>
                <a:lnTo>
                  <a:pt x="409" y="149"/>
                </a:lnTo>
                <a:lnTo>
                  <a:pt x="410" y="154"/>
                </a:lnTo>
                <a:lnTo>
                  <a:pt x="410" y="159"/>
                </a:lnTo>
                <a:lnTo>
                  <a:pt x="410" y="164"/>
                </a:lnTo>
                <a:close/>
              </a:path>
            </a:pathLst>
          </a:custGeom>
          <a:solidFill>
            <a:srgbClr val="ff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0" name=""/>
          <p:cNvSpPr/>
          <p:nvPr/>
        </p:nvSpPr>
        <p:spPr>
          <a:xfrm>
            <a:off x="4904280" y="1767960"/>
            <a:ext cx="149400" cy="119880"/>
          </a:xfrm>
          <a:custGeom>
            <a:avLst/>
            <a:gdLst/>
            <a:ahLst/>
            <a:rect l="0" t="0" r="r" b="b"/>
            <a:pathLst>
              <a:path w="415" h="333">
                <a:moveTo>
                  <a:pt x="412" y="166"/>
                </a:moveTo>
                <a:lnTo>
                  <a:pt x="412" y="161"/>
                </a:lnTo>
                <a:lnTo>
                  <a:pt x="412" y="156"/>
                </a:lnTo>
                <a:lnTo>
                  <a:pt x="411" y="151"/>
                </a:lnTo>
                <a:lnTo>
                  <a:pt x="411" y="146"/>
                </a:lnTo>
                <a:lnTo>
                  <a:pt x="410" y="141"/>
                </a:lnTo>
                <a:lnTo>
                  <a:pt x="409" y="136"/>
                </a:lnTo>
                <a:lnTo>
                  <a:pt x="407" y="131"/>
                </a:lnTo>
                <a:lnTo>
                  <a:pt x="406" y="126"/>
                </a:lnTo>
                <a:lnTo>
                  <a:pt x="404" y="121"/>
                </a:lnTo>
                <a:lnTo>
                  <a:pt x="402" y="116"/>
                </a:lnTo>
                <a:lnTo>
                  <a:pt x="400" y="111"/>
                </a:lnTo>
                <a:lnTo>
                  <a:pt x="398" y="106"/>
                </a:lnTo>
                <a:lnTo>
                  <a:pt x="396" y="101"/>
                </a:lnTo>
                <a:lnTo>
                  <a:pt x="393" y="97"/>
                </a:lnTo>
                <a:lnTo>
                  <a:pt x="390" y="92"/>
                </a:lnTo>
                <a:lnTo>
                  <a:pt x="387" y="87"/>
                </a:lnTo>
                <a:lnTo>
                  <a:pt x="384" y="83"/>
                </a:lnTo>
                <a:lnTo>
                  <a:pt x="381" y="78"/>
                </a:lnTo>
                <a:lnTo>
                  <a:pt x="377" y="74"/>
                </a:lnTo>
                <a:lnTo>
                  <a:pt x="373" y="70"/>
                </a:lnTo>
                <a:lnTo>
                  <a:pt x="369" y="66"/>
                </a:lnTo>
                <a:lnTo>
                  <a:pt x="365" y="62"/>
                </a:lnTo>
                <a:lnTo>
                  <a:pt x="361" y="58"/>
                </a:lnTo>
                <a:lnTo>
                  <a:pt x="357" y="54"/>
                </a:lnTo>
                <a:lnTo>
                  <a:pt x="352" y="50"/>
                </a:lnTo>
                <a:lnTo>
                  <a:pt x="348" y="47"/>
                </a:lnTo>
                <a:lnTo>
                  <a:pt x="343" y="43"/>
                </a:lnTo>
                <a:lnTo>
                  <a:pt x="338" y="40"/>
                </a:lnTo>
                <a:lnTo>
                  <a:pt x="333" y="37"/>
                </a:lnTo>
                <a:lnTo>
                  <a:pt x="328" y="34"/>
                </a:lnTo>
                <a:lnTo>
                  <a:pt x="323" y="31"/>
                </a:lnTo>
                <a:lnTo>
                  <a:pt x="317" y="28"/>
                </a:lnTo>
                <a:lnTo>
                  <a:pt x="312" y="25"/>
                </a:lnTo>
                <a:lnTo>
                  <a:pt x="306" y="23"/>
                </a:lnTo>
                <a:lnTo>
                  <a:pt x="301" y="20"/>
                </a:lnTo>
                <a:lnTo>
                  <a:pt x="295" y="18"/>
                </a:lnTo>
                <a:lnTo>
                  <a:pt x="289" y="16"/>
                </a:lnTo>
                <a:lnTo>
                  <a:pt x="283" y="14"/>
                </a:lnTo>
                <a:lnTo>
                  <a:pt x="277" y="12"/>
                </a:lnTo>
                <a:lnTo>
                  <a:pt x="271" y="10"/>
                </a:lnTo>
                <a:lnTo>
                  <a:pt x="265" y="9"/>
                </a:lnTo>
                <a:lnTo>
                  <a:pt x="259" y="7"/>
                </a:lnTo>
                <a:lnTo>
                  <a:pt x="252" y="6"/>
                </a:lnTo>
                <a:lnTo>
                  <a:pt x="246" y="5"/>
                </a:lnTo>
                <a:lnTo>
                  <a:pt x="240" y="4"/>
                </a:lnTo>
                <a:lnTo>
                  <a:pt x="233" y="4"/>
                </a:lnTo>
                <a:lnTo>
                  <a:pt x="227" y="3"/>
                </a:lnTo>
                <a:lnTo>
                  <a:pt x="221" y="3"/>
                </a:lnTo>
                <a:lnTo>
                  <a:pt x="214" y="2"/>
                </a:lnTo>
                <a:lnTo>
                  <a:pt x="207" y="2"/>
                </a:lnTo>
                <a:lnTo>
                  <a:pt x="200" y="2"/>
                </a:lnTo>
                <a:lnTo>
                  <a:pt x="194" y="3"/>
                </a:lnTo>
                <a:lnTo>
                  <a:pt x="188" y="3"/>
                </a:lnTo>
                <a:lnTo>
                  <a:pt x="181" y="4"/>
                </a:lnTo>
                <a:lnTo>
                  <a:pt x="175" y="4"/>
                </a:lnTo>
                <a:lnTo>
                  <a:pt x="168" y="5"/>
                </a:lnTo>
                <a:lnTo>
                  <a:pt x="162" y="6"/>
                </a:lnTo>
                <a:lnTo>
                  <a:pt x="156" y="7"/>
                </a:lnTo>
                <a:lnTo>
                  <a:pt x="150" y="9"/>
                </a:lnTo>
                <a:lnTo>
                  <a:pt x="144" y="10"/>
                </a:lnTo>
                <a:lnTo>
                  <a:pt x="138" y="12"/>
                </a:lnTo>
                <a:lnTo>
                  <a:pt x="131" y="14"/>
                </a:lnTo>
                <a:lnTo>
                  <a:pt x="126" y="16"/>
                </a:lnTo>
                <a:lnTo>
                  <a:pt x="120" y="18"/>
                </a:lnTo>
                <a:lnTo>
                  <a:pt x="114" y="20"/>
                </a:lnTo>
                <a:lnTo>
                  <a:pt x="108" y="23"/>
                </a:lnTo>
                <a:lnTo>
                  <a:pt x="103" y="25"/>
                </a:lnTo>
                <a:lnTo>
                  <a:pt x="97" y="28"/>
                </a:lnTo>
                <a:lnTo>
                  <a:pt x="92" y="31"/>
                </a:lnTo>
                <a:lnTo>
                  <a:pt x="87" y="34"/>
                </a:lnTo>
                <a:lnTo>
                  <a:pt x="81" y="37"/>
                </a:lnTo>
                <a:lnTo>
                  <a:pt x="76" y="40"/>
                </a:lnTo>
                <a:lnTo>
                  <a:pt x="72" y="43"/>
                </a:lnTo>
                <a:lnTo>
                  <a:pt x="67" y="47"/>
                </a:lnTo>
                <a:lnTo>
                  <a:pt x="62" y="50"/>
                </a:lnTo>
                <a:lnTo>
                  <a:pt x="58" y="54"/>
                </a:lnTo>
                <a:lnTo>
                  <a:pt x="53" y="58"/>
                </a:lnTo>
                <a:lnTo>
                  <a:pt x="49" y="62"/>
                </a:lnTo>
                <a:lnTo>
                  <a:pt x="45" y="66"/>
                </a:lnTo>
                <a:lnTo>
                  <a:pt x="41" y="70"/>
                </a:lnTo>
                <a:lnTo>
                  <a:pt x="38" y="74"/>
                </a:lnTo>
                <a:lnTo>
                  <a:pt x="34" y="78"/>
                </a:lnTo>
                <a:lnTo>
                  <a:pt x="31" y="83"/>
                </a:lnTo>
                <a:lnTo>
                  <a:pt x="28" y="87"/>
                </a:lnTo>
                <a:lnTo>
                  <a:pt x="25" y="92"/>
                </a:lnTo>
                <a:lnTo>
                  <a:pt x="22" y="97"/>
                </a:lnTo>
                <a:lnTo>
                  <a:pt x="19" y="101"/>
                </a:lnTo>
                <a:lnTo>
                  <a:pt x="17" y="106"/>
                </a:lnTo>
                <a:lnTo>
                  <a:pt x="14" y="111"/>
                </a:lnTo>
                <a:lnTo>
                  <a:pt x="12" y="116"/>
                </a:lnTo>
                <a:lnTo>
                  <a:pt x="10" y="121"/>
                </a:lnTo>
                <a:lnTo>
                  <a:pt x="9" y="126"/>
                </a:lnTo>
                <a:lnTo>
                  <a:pt x="7" y="131"/>
                </a:lnTo>
                <a:lnTo>
                  <a:pt x="6" y="136"/>
                </a:lnTo>
                <a:lnTo>
                  <a:pt x="5" y="141"/>
                </a:lnTo>
                <a:lnTo>
                  <a:pt x="4" y="146"/>
                </a:lnTo>
                <a:lnTo>
                  <a:pt x="3" y="151"/>
                </a:lnTo>
                <a:lnTo>
                  <a:pt x="3" y="156"/>
                </a:lnTo>
                <a:lnTo>
                  <a:pt x="2" y="161"/>
                </a:lnTo>
                <a:lnTo>
                  <a:pt x="2" y="166"/>
                </a:lnTo>
                <a:lnTo>
                  <a:pt x="2" y="172"/>
                </a:lnTo>
                <a:lnTo>
                  <a:pt x="3" y="177"/>
                </a:lnTo>
                <a:lnTo>
                  <a:pt x="3" y="182"/>
                </a:lnTo>
                <a:lnTo>
                  <a:pt x="4" y="187"/>
                </a:lnTo>
                <a:lnTo>
                  <a:pt x="5" y="192"/>
                </a:lnTo>
                <a:lnTo>
                  <a:pt x="6" y="197"/>
                </a:lnTo>
                <a:lnTo>
                  <a:pt x="7" y="202"/>
                </a:lnTo>
                <a:lnTo>
                  <a:pt x="9" y="207"/>
                </a:lnTo>
                <a:lnTo>
                  <a:pt x="10" y="212"/>
                </a:lnTo>
                <a:lnTo>
                  <a:pt x="12" y="217"/>
                </a:lnTo>
                <a:lnTo>
                  <a:pt x="14" y="223"/>
                </a:lnTo>
                <a:lnTo>
                  <a:pt x="17" y="228"/>
                </a:lnTo>
                <a:lnTo>
                  <a:pt x="19" y="233"/>
                </a:lnTo>
                <a:lnTo>
                  <a:pt x="22" y="237"/>
                </a:lnTo>
                <a:lnTo>
                  <a:pt x="25" y="242"/>
                </a:lnTo>
                <a:lnTo>
                  <a:pt x="28" y="246"/>
                </a:lnTo>
                <a:lnTo>
                  <a:pt x="31" y="251"/>
                </a:lnTo>
                <a:lnTo>
                  <a:pt x="34" y="255"/>
                </a:lnTo>
                <a:lnTo>
                  <a:pt x="38" y="260"/>
                </a:lnTo>
                <a:lnTo>
                  <a:pt x="41" y="264"/>
                </a:lnTo>
                <a:lnTo>
                  <a:pt x="45" y="268"/>
                </a:lnTo>
                <a:lnTo>
                  <a:pt x="49" y="272"/>
                </a:lnTo>
                <a:lnTo>
                  <a:pt x="53" y="276"/>
                </a:lnTo>
                <a:lnTo>
                  <a:pt x="58" y="280"/>
                </a:lnTo>
                <a:lnTo>
                  <a:pt x="62" y="283"/>
                </a:lnTo>
                <a:lnTo>
                  <a:pt x="67" y="287"/>
                </a:lnTo>
                <a:lnTo>
                  <a:pt x="72" y="290"/>
                </a:lnTo>
                <a:lnTo>
                  <a:pt x="76" y="294"/>
                </a:lnTo>
                <a:lnTo>
                  <a:pt x="81" y="297"/>
                </a:lnTo>
                <a:lnTo>
                  <a:pt x="87" y="300"/>
                </a:lnTo>
                <a:lnTo>
                  <a:pt x="92" y="303"/>
                </a:lnTo>
                <a:lnTo>
                  <a:pt x="97" y="306"/>
                </a:lnTo>
                <a:lnTo>
                  <a:pt x="103" y="309"/>
                </a:lnTo>
                <a:lnTo>
                  <a:pt x="108" y="311"/>
                </a:lnTo>
                <a:lnTo>
                  <a:pt x="114" y="314"/>
                </a:lnTo>
                <a:lnTo>
                  <a:pt x="120" y="316"/>
                </a:lnTo>
                <a:lnTo>
                  <a:pt x="126" y="318"/>
                </a:lnTo>
                <a:lnTo>
                  <a:pt x="131" y="320"/>
                </a:lnTo>
                <a:lnTo>
                  <a:pt x="138" y="322"/>
                </a:lnTo>
                <a:lnTo>
                  <a:pt x="144" y="323"/>
                </a:lnTo>
                <a:lnTo>
                  <a:pt x="150" y="325"/>
                </a:lnTo>
                <a:lnTo>
                  <a:pt x="156" y="326"/>
                </a:lnTo>
                <a:lnTo>
                  <a:pt x="162" y="328"/>
                </a:lnTo>
                <a:lnTo>
                  <a:pt x="168" y="329"/>
                </a:lnTo>
                <a:lnTo>
                  <a:pt x="175" y="329"/>
                </a:lnTo>
                <a:lnTo>
                  <a:pt x="181" y="330"/>
                </a:lnTo>
                <a:lnTo>
                  <a:pt x="188" y="331"/>
                </a:lnTo>
                <a:lnTo>
                  <a:pt x="194" y="331"/>
                </a:lnTo>
                <a:lnTo>
                  <a:pt x="200" y="331"/>
                </a:lnTo>
                <a:lnTo>
                  <a:pt x="207" y="331"/>
                </a:lnTo>
                <a:lnTo>
                  <a:pt x="214" y="331"/>
                </a:lnTo>
                <a:lnTo>
                  <a:pt x="221" y="331"/>
                </a:lnTo>
                <a:lnTo>
                  <a:pt x="227" y="331"/>
                </a:lnTo>
                <a:lnTo>
                  <a:pt x="233" y="330"/>
                </a:lnTo>
                <a:lnTo>
                  <a:pt x="240" y="329"/>
                </a:lnTo>
                <a:lnTo>
                  <a:pt x="246" y="329"/>
                </a:lnTo>
                <a:lnTo>
                  <a:pt x="252" y="328"/>
                </a:lnTo>
                <a:lnTo>
                  <a:pt x="259" y="326"/>
                </a:lnTo>
                <a:lnTo>
                  <a:pt x="265" y="325"/>
                </a:lnTo>
                <a:lnTo>
                  <a:pt x="271" y="323"/>
                </a:lnTo>
                <a:lnTo>
                  <a:pt x="277" y="322"/>
                </a:lnTo>
                <a:lnTo>
                  <a:pt x="283" y="320"/>
                </a:lnTo>
                <a:lnTo>
                  <a:pt x="289" y="318"/>
                </a:lnTo>
                <a:lnTo>
                  <a:pt x="295" y="316"/>
                </a:lnTo>
                <a:lnTo>
                  <a:pt x="301" y="314"/>
                </a:lnTo>
                <a:lnTo>
                  <a:pt x="306" y="311"/>
                </a:lnTo>
                <a:lnTo>
                  <a:pt x="312" y="309"/>
                </a:lnTo>
                <a:lnTo>
                  <a:pt x="317" y="306"/>
                </a:lnTo>
                <a:lnTo>
                  <a:pt x="323" y="303"/>
                </a:lnTo>
                <a:lnTo>
                  <a:pt x="328" y="300"/>
                </a:lnTo>
                <a:lnTo>
                  <a:pt x="333" y="297"/>
                </a:lnTo>
                <a:lnTo>
                  <a:pt x="338" y="294"/>
                </a:lnTo>
                <a:lnTo>
                  <a:pt x="343" y="290"/>
                </a:lnTo>
                <a:lnTo>
                  <a:pt x="348" y="287"/>
                </a:lnTo>
                <a:lnTo>
                  <a:pt x="352" y="283"/>
                </a:lnTo>
                <a:lnTo>
                  <a:pt x="357" y="280"/>
                </a:lnTo>
                <a:lnTo>
                  <a:pt x="361" y="276"/>
                </a:lnTo>
                <a:lnTo>
                  <a:pt x="365" y="272"/>
                </a:lnTo>
                <a:lnTo>
                  <a:pt x="369" y="268"/>
                </a:lnTo>
                <a:lnTo>
                  <a:pt x="373" y="264"/>
                </a:lnTo>
                <a:lnTo>
                  <a:pt x="377" y="260"/>
                </a:lnTo>
                <a:lnTo>
                  <a:pt x="381" y="255"/>
                </a:lnTo>
                <a:lnTo>
                  <a:pt x="384" y="251"/>
                </a:lnTo>
                <a:lnTo>
                  <a:pt x="387" y="246"/>
                </a:lnTo>
                <a:lnTo>
                  <a:pt x="390" y="242"/>
                </a:lnTo>
                <a:lnTo>
                  <a:pt x="393" y="237"/>
                </a:lnTo>
                <a:lnTo>
                  <a:pt x="396" y="233"/>
                </a:lnTo>
                <a:lnTo>
                  <a:pt x="398" y="228"/>
                </a:lnTo>
                <a:lnTo>
                  <a:pt x="400" y="223"/>
                </a:lnTo>
                <a:lnTo>
                  <a:pt x="402" y="217"/>
                </a:lnTo>
                <a:lnTo>
                  <a:pt x="404" y="212"/>
                </a:lnTo>
                <a:lnTo>
                  <a:pt x="406" y="207"/>
                </a:lnTo>
                <a:lnTo>
                  <a:pt x="407" y="202"/>
                </a:lnTo>
                <a:lnTo>
                  <a:pt x="409" y="197"/>
                </a:lnTo>
                <a:lnTo>
                  <a:pt x="410" y="192"/>
                </a:lnTo>
                <a:lnTo>
                  <a:pt x="411" y="187"/>
                </a:lnTo>
                <a:lnTo>
                  <a:pt x="411" y="182"/>
                </a:lnTo>
                <a:lnTo>
                  <a:pt x="412" y="177"/>
                </a:lnTo>
                <a:lnTo>
                  <a:pt x="412" y="172"/>
                </a:lnTo>
                <a:lnTo>
                  <a:pt x="412" y="166"/>
                </a:lnTo>
                <a:moveTo>
                  <a:pt x="415" y="166"/>
                </a:moveTo>
                <a:lnTo>
                  <a:pt x="415" y="172"/>
                </a:lnTo>
                <a:lnTo>
                  <a:pt x="414" y="177"/>
                </a:lnTo>
                <a:lnTo>
                  <a:pt x="414" y="182"/>
                </a:lnTo>
                <a:lnTo>
                  <a:pt x="413" y="187"/>
                </a:lnTo>
                <a:lnTo>
                  <a:pt x="412" y="192"/>
                </a:lnTo>
                <a:lnTo>
                  <a:pt x="411" y="197"/>
                </a:lnTo>
                <a:lnTo>
                  <a:pt x="410" y="203"/>
                </a:lnTo>
                <a:lnTo>
                  <a:pt x="408" y="208"/>
                </a:lnTo>
                <a:lnTo>
                  <a:pt x="406" y="213"/>
                </a:lnTo>
                <a:lnTo>
                  <a:pt x="405" y="218"/>
                </a:lnTo>
                <a:lnTo>
                  <a:pt x="402" y="224"/>
                </a:lnTo>
                <a:lnTo>
                  <a:pt x="400" y="228"/>
                </a:lnTo>
                <a:lnTo>
                  <a:pt x="398" y="233"/>
                </a:lnTo>
                <a:lnTo>
                  <a:pt x="395" y="238"/>
                </a:lnTo>
                <a:lnTo>
                  <a:pt x="392" y="243"/>
                </a:lnTo>
                <a:lnTo>
                  <a:pt x="389" y="247"/>
                </a:lnTo>
                <a:lnTo>
                  <a:pt x="386" y="252"/>
                </a:lnTo>
                <a:lnTo>
                  <a:pt x="382" y="256"/>
                </a:lnTo>
                <a:lnTo>
                  <a:pt x="379" y="261"/>
                </a:lnTo>
                <a:lnTo>
                  <a:pt x="375" y="265"/>
                </a:lnTo>
                <a:lnTo>
                  <a:pt x="371" y="269"/>
                </a:lnTo>
                <a:lnTo>
                  <a:pt x="367" y="273"/>
                </a:lnTo>
                <a:lnTo>
                  <a:pt x="363" y="277"/>
                </a:lnTo>
                <a:lnTo>
                  <a:pt x="359" y="281"/>
                </a:lnTo>
                <a:lnTo>
                  <a:pt x="354" y="285"/>
                </a:lnTo>
                <a:lnTo>
                  <a:pt x="349" y="288"/>
                </a:lnTo>
                <a:lnTo>
                  <a:pt x="345" y="292"/>
                </a:lnTo>
                <a:lnTo>
                  <a:pt x="340" y="295"/>
                </a:lnTo>
                <a:lnTo>
                  <a:pt x="335" y="299"/>
                </a:lnTo>
                <a:lnTo>
                  <a:pt x="329" y="302"/>
                </a:lnTo>
                <a:lnTo>
                  <a:pt x="324" y="305"/>
                </a:lnTo>
                <a:lnTo>
                  <a:pt x="319" y="307"/>
                </a:lnTo>
                <a:lnTo>
                  <a:pt x="313" y="310"/>
                </a:lnTo>
                <a:lnTo>
                  <a:pt x="307" y="313"/>
                </a:lnTo>
                <a:lnTo>
                  <a:pt x="302" y="315"/>
                </a:lnTo>
                <a:lnTo>
                  <a:pt x="296" y="318"/>
                </a:lnTo>
                <a:lnTo>
                  <a:pt x="290" y="320"/>
                </a:lnTo>
                <a:lnTo>
                  <a:pt x="284" y="322"/>
                </a:lnTo>
                <a:lnTo>
                  <a:pt x="278" y="324"/>
                </a:lnTo>
                <a:lnTo>
                  <a:pt x="272" y="325"/>
                </a:lnTo>
                <a:lnTo>
                  <a:pt x="266" y="327"/>
                </a:lnTo>
                <a:lnTo>
                  <a:pt x="259" y="328"/>
                </a:lnTo>
                <a:lnTo>
                  <a:pt x="253" y="329"/>
                </a:lnTo>
                <a:lnTo>
                  <a:pt x="247" y="330"/>
                </a:lnTo>
                <a:lnTo>
                  <a:pt x="240" y="331"/>
                </a:lnTo>
                <a:lnTo>
                  <a:pt x="234" y="332"/>
                </a:lnTo>
                <a:lnTo>
                  <a:pt x="227" y="333"/>
                </a:lnTo>
                <a:lnTo>
                  <a:pt x="221" y="333"/>
                </a:lnTo>
                <a:lnTo>
                  <a:pt x="214" y="333"/>
                </a:lnTo>
                <a:lnTo>
                  <a:pt x="207" y="333"/>
                </a:lnTo>
                <a:lnTo>
                  <a:pt x="200" y="333"/>
                </a:lnTo>
                <a:lnTo>
                  <a:pt x="194" y="333"/>
                </a:lnTo>
                <a:lnTo>
                  <a:pt x="187" y="333"/>
                </a:lnTo>
                <a:lnTo>
                  <a:pt x="181" y="332"/>
                </a:lnTo>
                <a:lnTo>
                  <a:pt x="174" y="331"/>
                </a:lnTo>
                <a:lnTo>
                  <a:pt x="168" y="330"/>
                </a:lnTo>
                <a:lnTo>
                  <a:pt x="162" y="329"/>
                </a:lnTo>
                <a:lnTo>
                  <a:pt x="155" y="328"/>
                </a:lnTo>
                <a:lnTo>
                  <a:pt x="149" y="327"/>
                </a:lnTo>
                <a:lnTo>
                  <a:pt x="143" y="325"/>
                </a:lnTo>
                <a:lnTo>
                  <a:pt x="137" y="324"/>
                </a:lnTo>
                <a:lnTo>
                  <a:pt x="131" y="322"/>
                </a:lnTo>
                <a:lnTo>
                  <a:pt x="125" y="320"/>
                </a:lnTo>
                <a:lnTo>
                  <a:pt x="119" y="318"/>
                </a:lnTo>
                <a:lnTo>
                  <a:pt x="113" y="315"/>
                </a:lnTo>
                <a:lnTo>
                  <a:pt x="107" y="313"/>
                </a:lnTo>
                <a:lnTo>
                  <a:pt x="101" y="310"/>
                </a:lnTo>
                <a:lnTo>
                  <a:pt x="96" y="307"/>
                </a:lnTo>
                <a:lnTo>
                  <a:pt x="91" y="305"/>
                </a:lnTo>
                <a:lnTo>
                  <a:pt x="85" y="302"/>
                </a:lnTo>
                <a:lnTo>
                  <a:pt x="80" y="299"/>
                </a:lnTo>
                <a:lnTo>
                  <a:pt x="75" y="295"/>
                </a:lnTo>
                <a:lnTo>
                  <a:pt x="70" y="292"/>
                </a:lnTo>
                <a:lnTo>
                  <a:pt x="65" y="288"/>
                </a:lnTo>
                <a:lnTo>
                  <a:pt x="61" y="285"/>
                </a:lnTo>
                <a:lnTo>
                  <a:pt x="56" y="281"/>
                </a:lnTo>
                <a:lnTo>
                  <a:pt x="52" y="277"/>
                </a:lnTo>
                <a:lnTo>
                  <a:pt x="47" y="273"/>
                </a:lnTo>
                <a:lnTo>
                  <a:pt x="43" y="269"/>
                </a:lnTo>
                <a:lnTo>
                  <a:pt x="39" y="265"/>
                </a:lnTo>
                <a:lnTo>
                  <a:pt x="36" y="261"/>
                </a:lnTo>
                <a:lnTo>
                  <a:pt x="32" y="256"/>
                </a:lnTo>
                <a:lnTo>
                  <a:pt x="29" y="252"/>
                </a:lnTo>
                <a:lnTo>
                  <a:pt x="26" y="247"/>
                </a:lnTo>
                <a:lnTo>
                  <a:pt x="22" y="243"/>
                </a:lnTo>
                <a:lnTo>
                  <a:pt x="20" y="238"/>
                </a:lnTo>
                <a:lnTo>
                  <a:pt x="17" y="233"/>
                </a:lnTo>
                <a:lnTo>
                  <a:pt x="14" y="228"/>
                </a:lnTo>
                <a:lnTo>
                  <a:pt x="12" y="224"/>
                </a:lnTo>
                <a:lnTo>
                  <a:pt x="10" y="218"/>
                </a:lnTo>
                <a:lnTo>
                  <a:pt x="8" y="213"/>
                </a:lnTo>
                <a:lnTo>
                  <a:pt x="6" y="208"/>
                </a:lnTo>
                <a:lnTo>
                  <a:pt x="5" y="203"/>
                </a:lnTo>
                <a:lnTo>
                  <a:pt x="4" y="197"/>
                </a:lnTo>
                <a:lnTo>
                  <a:pt x="2" y="192"/>
                </a:lnTo>
                <a:lnTo>
                  <a:pt x="2" y="187"/>
                </a:lnTo>
                <a:lnTo>
                  <a:pt x="1" y="182"/>
                </a:lnTo>
                <a:lnTo>
                  <a:pt x="0" y="177"/>
                </a:lnTo>
                <a:lnTo>
                  <a:pt x="0" y="172"/>
                </a:lnTo>
                <a:lnTo>
                  <a:pt x="0" y="166"/>
                </a:lnTo>
                <a:lnTo>
                  <a:pt x="0" y="161"/>
                </a:lnTo>
                <a:lnTo>
                  <a:pt x="0" y="156"/>
                </a:lnTo>
                <a:lnTo>
                  <a:pt x="1" y="151"/>
                </a:lnTo>
                <a:lnTo>
                  <a:pt x="2" y="146"/>
                </a:lnTo>
                <a:lnTo>
                  <a:pt x="2" y="140"/>
                </a:lnTo>
                <a:lnTo>
                  <a:pt x="4" y="135"/>
                </a:lnTo>
                <a:lnTo>
                  <a:pt x="5" y="130"/>
                </a:lnTo>
                <a:lnTo>
                  <a:pt x="6" y="125"/>
                </a:lnTo>
                <a:lnTo>
                  <a:pt x="8" y="120"/>
                </a:lnTo>
                <a:lnTo>
                  <a:pt x="10" y="115"/>
                </a:lnTo>
                <a:lnTo>
                  <a:pt x="12" y="110"/>
                </a:lnTo>
                <a:lnTo>
                  <a:pt x="14" y="105"/>
                </a:lnTo>
                <a:lnTo>
                  <a:pt x="17" y="100"/>
                </a:lnTo>
                <a:lnTo>
                  <a:pt x="20" y="96"/>
                </a:lnTo>
                <a:lnTo>
                  <a:pt x="22" y="91"/>
                </a:lnTo>
                <a:lnTo>
                  <a:pt x="26" y="86"/>
                </a:lnTo>
                <a:lnTo>
                  <a:pt x="29" y="82"/>
                </a:lnTo>
                <a:lnTo>
                  <a:pt x="32" y="77"/>
                </a:lnTo>
                <a:lnTo>
                  <a:pt x="36" y="73"/>
                </a:lnTo>
                <a:lnTo>
                  <a:pt x="39" y="69"/>
                </a:lnTo>
                <a:lnTo>
                  <a:pt x="43" y="65"/>
                </a:lnTo>
                <a:lnTo>
                  <a:pt x="47" y="61"/>
                </a:lnTo>
                <a:lnTo>
                  <a:pt x="52" y="57"/>
                </a:lnTo>
                <a:lnTo>
                  <a:pt x="56" y="53"/>
                </a:lnTo>
                <a:lnTo>
                  <a:pt x="61" y="49"/>
                </a:lnTo>
                <a:lnTo>
                  <a:pt x="65" y="45"/>
                </a:lnTo>
                <a:lnTo>
                  <a:pt x="70" y="42"/>
                </a:lnTo>
                <a:lnTo>
                  <a:pt x="75" y="39"/>
                </a:lnTo>
                <a:lnTo>
                  <a:pt x="80" y="35"/>
                </a:lnTo>
                <a:lnTo>
                  <a:pt x="85" y="32"/>
                </a:lnTo>
                <a:lnTo>
                  <a:pt x="91" y="29"/>
                </a:lnTo>
                <a:lnTo>
                  <a:pt x="96" y="26"/>
                </a:lnTo>
                <a:lnTo>
                  <a:pt x="101" y="24"/>
                </a:lnTo>
                <a:lnTo>
                  <a:pt x="107" y="21"/>
                </a:lnTo>
                <a:lnTo>
                  <a:pt x="113" y="19"/>
                </a:lnTo>
                <a:lnTo>
                  <a:pt x="119" y="16"/>
                </a:lnTo>
                <a:lnTo>
                  <a:pt x="125" y="14"/>
                </a:lnTo>
                <a:lnTo>
                  <a:pt x="131" y="12"/>
                </a:lnTo>
                <a:lnTo>
                  <a:pt x="137" y="10"/>
                </a:lnTo>
                <a:lnTo>
                  <a:pt x="143" y="9"/>
                </a:lnTo>
                <a:lnTo>
                  <a:pt x="149" y="7"/>
                </a:lnTo>
                <a:lnTo>
                  <a:pt x="155" y="6"/>
                </a:lnTo>
                <a:lnTo>
                  <a:pt x="162" y="4"/>
                </a:lnTo>
                <a:lnTo>
                  <a:pt x="168" y="3"/>
                </a:lnTo>
                <a:lnTo>
                  <a:pt x="174" y="2"/>
                </a:lnTo>
                <a:lnTo>
                  <a:pt x="181" y="2"/>
                </a:lnTo>
                <a:lnTo>
                  <a:pt x="187" y="1"/>
                </a:lnTo>
                <a:lnTo>
                  <a:pt x="194" y="1"/>
                </a:lnTo>
                <a:lnTo>
                  <a:pt x="200" y="1"/>
                </a:lnTo>
                <a:lnTo>
                  <a:pt x="207" y="0"/>
                </a:lnTo>
                <a:lnTo>
                  <a:pt x="214" y="1"/>
                </a:lnTo>
                <a:lnTo>
                  <a:pt x="221" y="1"/>
                </a:lnTo>
                <a:lnTo>
                  <a:pt x="227" y="1"/>
                </a:lnTo>
                <a:lnTo>
                  <a:pt x="234" y="2"/>
                </a:lnTo>
                <a:lnTo>
                  <a:pt x="240" y="2"/>
                </a:lnTo>
                <a:lnTo>
                  <a:pt x="247" y="3"/>
                </a:lnTo>
                <a:lnTo>
                  <a:pt x="253" y="4"/>
                </a:lnTo>
                <a:lnTo>
                  <a:pt x="259" y="6"/>
                </a:lnTo>
                <a:lnTo>
                  <a:pt x="266" y="7"/>
                </a:lnTo>
                <a:lnTo>
                  <a:pt x="272" y="9"/>
                </a:lnTo>
                <a:lnTo>
                  <a:pt x="278" y="10"/>
                </a:lnTo>
                <a:lnTo>
                  <a:pt x="284" y="12"/>
                </a:lnTo>
                <a:lnTo>
                  <a:pt x="290" y="14"/>
                </a:lnTo>
                <a:lnTo>
                  <a:pt x="296" y="16"/>
                </a:lnTo>
                <a:lnTo>
                  <a:pt x="302" y="19"/>
                </a:lnTo>
                <a:lnTo>
                  <a:pt x="307" y="21"/>
                </a:lnTo>
                <a:lnTo>
                  <a:pt x="313" y="24"/>
                </a:lnTo>
                <a:lnTo>
                  <a:pt x="319" y="26"/>
                </a:lnTo>
                <a:lnTo>
                  <a:pt x="324" y="29"/>
                </a:lnTo>
                <a:lnTo>
                  <a:pt x="329" y="32"/>
                </a:lnTo>
                <a:lnTo>
                  <a:pt x="335" y="35"/>
                </a:lnTo>
                <a:lnTo>
                  <a:pt x="340" y="39"/>
                </a:lnTo>
                <a:lnTo>
                  <a:pt x="345" y="42"/>
                </a:lnTo>
                <a:lnTo>
                  <a:pt x="349" y="45"/>
                </a:lnTo>
                <a:lnTo>
                  <a:pt x="354" y="49"/>
                </a:lnTo>
                <a:lnTo>
                  <a:pt x="359" y="53"/>
                </a:lnTo>
                <a:lnTo>
                  <a:pt x="363" y="57"/>
                </a:lnTo>
                <a:lnTo>
                  <a:pt x="367" y="61"/>
                </a:lnTo>
                <a:lnTo>
                  <a:pt x="371" y="65"/>
                </a:lnTo>
                <a:lnTo>
                  <a:pt x="375" y="69"/>
                </a:lnTo>
                <a:lnTo>
                  <a:pt x="379" y="73"/>
                </a:lnTo>
                <a:lnTo>
                  <a:pt x="382" y="77"/>
                </a:lnTo>
                <a:lnTo>
                  <a:pt x="386" y="82"/>
                </a:lnTo>
                <a:lnTo>
                  <a:pt x="389" y="86"/>
                </a:lnTo>
                <a:lnTo>
                  <a:pt x="392" y="91"/>
                </a:lnTo>
                <a:lnTo>
                  <a:pt x="395" y="96"/>
                </a:lnTo>
                <a:lnTo>
                  <a:pt x="398" y="100"/>
                </a:lnTo>
                <a:lnTo>
                  <a:pt x="400" y="105"/>
                </a:lnTo>
                <a:lnTo>
                  <a:pt x="402" y="110"/>
                </a:lnTo>
                <a:lnTo>
                  <a:pt x="405" y="115"/>
                </a:lnTo>
                <a:lnTo>
                  <a:pt x="406" y="120"/>
                </a:lnTo>
                <a:lnTo>
                  <a:pt x="408" y="125"/>
                </a:lnTo>
                <a:lnTo>
                  <a:pt x="410" y="130"/>
                </a:lnTo>
                <a:lnTo>
                  <a:pt x="411" y="135"/>
                </a:lnTo>
                <a:lnTo>
                  <a:pt x="412" y="140"/>
                </a:lnTo>
                <a:lnTo>
                  <a:pt x="413" y="146"/>
                </a:lnTo>
                <a:lnTo>
                  <a:pt x="414" y="151"/>
                </a:lnTo>
                <a:lnTo>
                  <a:pt x="414" y="156"/>
                </a:lnTo>
                <a:lnTo>
                  <a:pt x="415" y="161"/>
                </a:lnTo>
                <a:lnTo>
                  <a:pt x="415" y="166"/>
                </a:lnTo>
                <a:close/>
              </a:path>
            </a:pathLst>
          </a:custGeom>
          <a:solidFill>
            <a:srgbClr val="ffe9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1" name=""/>
          <p:cNvSpPr/>
          <p:nvPr/>
        </p:nvSpPr>
        <p:spPr>
          <a:xfrm>
            <a:off x="4903560" y="1767600"/>
            <a:ext cx="150840" cy="120960"/>
          </a:xfrm>
          <a:custGeom>
            <a:avLst/>
            <a:gdLst/>
            <a:ahLst/>
            <a:rect l="0" t="0" r="r" b="b"/>
            <a:pathLst>
              <a:path w="419" h="336">
                <a:moveTo>
                  <a:pt x="417" y="167"/>
                </a:moveTo>
                <a:lnTo>
                  <a:pt x="417" y="162"/>
                </a:lnTo>
                <a:lnTo>
                  <a:pt x="416" y="157"/>
                </a:lnTo>
                <a:lnTo>
                  <a:pt x="416" y="152"/>
                </a:lnTo>
                <a:lnTo>
                  <a:pt x="415" y="147"/>
                </a:lnTo>
                <a:lnTo>
                  <a:pt x="414" y="141"/>
                </a:lnTo>
                <a:lnTo>
                  <a:pt x="413" y="136"/>
                </a:lnTo>
                <a:lnTo>
                  <a:pt x="412" y="131"/>
                </a:lnTo>
                <a:lnTo>
                  <a:pt x="410" y="126"/>
                </a:lnTo>
                <a:lnTo>
                  <a:pt x="408" y="121"/>
                </a:lnTo>
                <a:lnTo>
                  <a:pt x="407" y="116"/>
                </a:lnTo>
                <a:lnTo>
                  <a:pt x="404" y="111"/>
                </a:lnTo>
                <a:lnTo>
                  <a:pt x="402" y="106"/>
                </a:lnTo>
                <a:lnTo>
                  <a:pt x="400" y="101"/>
                </a:lnTo>
                <a:lnTo>
                  <a:pt x="397" y="97"/>
                </a:lnTo>
                <a:lnTo>
                  <a:pt x="394" y="92"/>
                </a:lnTo>
                <a:lnTo>
                  <a:pt x="391" y="87"/>
                </a:lnTo>
                <a:lnTo>
                  <a:pt x="388" y="83"/>
                </a:lnTo>
                <a:lnTo>
                  <a:pt x="384" y="78"/>
                </a:lnTo>
                <a:lnTo>
                  <a:pt x="380" y="74"/>
                </a:lnTo>
                <a:lnTo>
                  <a:pt x="376" y="70"/>
                </a:lnTo>
                <a:lnTo>
                  <a:pt x="372" y="66"/>
                </a:lnTo>
                <a:lnTo>
                  <a:pt x="368" y="62"/>
                </a:lnTo>
                <a:lnTo>
                  <a:pt x="364" y="58"/>
                </a:lnTo>
                <a:lnTo>
                  <a:pt x="360" y="54"/>
                </a:lnTo>
                <a:lnTo>
                  <a:pt x="355" y="50"/>
                </a:lnTo>
                <a:lnTo>
                  <a:pt x="350" y="46"/>
                </a:lnTo>
                <a:lnTo>
                  <a:pt x="346" y="43"/>
                </a:lnTo>
                <a:lnTo>
                  <a:pt x="341" y="40"/>
                </a:lnTo>
                <a:lnTo>
                  <a:pt x="336" y="36"/>
                </a:lnTo>
                <a:lnTo>
                  <a:pt x="330" y="33"/>
                </a:lnTo>
                <a:lnTo>
                  <a:pt x="325" y="30"/>
                </a:lnTo>
                <a:lnTo>
                  <a:pt x="320" y="27"/>
                </a:lnTo>
                <a:lnTo>
                  <a:pt x="314" y="25"/>
                </a:lnTo>
                <a:lnTo>
                  <a:pt x="308" y="22"/>
                </a:lnTo>
                <a:lnTo>
                  <a:pt x="303" y="20"/>
                </a:lnTo>
                <a:lnTo>
                  <a:pt x="297" y="17"/>
                </a:lnTo>
                <a:lnTo>
                  <a:pt x="291" y="15"/>
                </a:lnTo>
                <a:lnTo>
                  <a:pt x="285" y="13"/>
                </a:lnTo>
                <a:lnTo>
                  <a:pt x="279" y="11"/>
                </a:lnTo>
                <a:lnTo>
                  <a:pt x="273" y="10"/>
                </a:lnTo>
                <a:lnTo>
                  <a:pt x="267" y="8"/>
                </a:lnTo>
                <a:lnTo>
                  <a:pt x="260" y="7"/>
                </a:lnTo>
                <a:lnTo>
                  <a:pt x="254" y="5"/>
                </a:lnTo>
                <a:lnTo>
                  <a:pt x="248" y="4"/>
                </a:lnTo>
                <a:lnTo>
                  <a:pt x="241" y="3"/>
                </a:lnTo>
                <a:lnTo>
                  <a:pt x="235" y="3"/>
                </a:lnTo>
                <a:lnTo>
                  <a:pt x="228" y="2"/>
                </a:lnTo>
                <a:lnTo>
                  <a:pt x="222" y="2"/>
                </a:lnTo>
                <a:lnTo>
                  <a:pt x="215" y="2"/>
                </a:lnTo>
                <a:lnTo>
                  <a:pt x="209" y="1"/>
                </a:lnTo>
                <a:lnTo>
                  <a:pt x="202" y="2"/>
                </a:lnTo>
                <a:lnTo>
                  <a:pt x="196" y="2"/>
                </a:lnTo>
                <a:lnTo>
                  <a:pt x="189" y="2"/>
                </a:lnTo>
                <a:lnTo>
                  <a:pt x="183" y="3"/>
                </a:lnTo>
                <a:lnTo>
                  <a:pt x="176" y="3"/>
                </a:lnTo>
                <a:lnTo>
                  <a:pt x="170" y="4"/>
                </a:lnTo>
                <a:lnTo>
                  <a:pt x="164" y="5"/>
                </a:lnTo>
                <a:lnTo>
                  <a:pt x="157" y="7"/>
                </a:lnTo>
                <a:lnTo>
                  <a:pt x="151" y="8"/>
                </a:lnTo>
                <a:lnTo>
                  <a:pt x="145" y="10"/>
                </a:lnTo>
                <a:lnTo>
                  <a:pt x="139" y="11"/>
                </a:lnTo>
                <a:lnTo>
                  <a:pt x="133" y="13"/>
                </a:lnTo>
                <a:lnTo>
                  <a:pt x="127" y="15"/>
                </a:lnTo>
                <a:lnTo>
                  <a:pt x="121" y="17"/>
                </a:lnTo>
                <a:lnTo>
                  <a:pt x="115" y="20"/>
                </a:lnTo>
                <a:lnTo>
                  <a:pt x="109" y="22"/>
                </a:lnTo>
                <a:lnTo>
                  <a:pt x="103" y="25"/>
                </a:lnTo>
                <a:lnTo>
                  <a:pt x="98" y="27"/>
                </a:lnTo>
                <a:lnTo>
                  <a:pt x="93" y="30"/>
                </a:lnTo>
                <a:lnTo>
                  <a:pt x="87" y="33"/>
                </a:lnTo>
                <a:lnTo>
                  <a:pt x="82" y="36"/>
                </a:lnTo>
                <a:lnTo>
                  <a:pt x="77" y="40"/>
                </a:lnTo>
                <a:lnTo>
                  <a:pt x="72" y="43"/>
                </a:lnTo>
                <a:lnTo>
                  <a:pt x="67" y="46"/>
                </a:lnTo>
                <a:lnTo>
                  <a:pt x="63" y="50"/>
                </a:lnTo>
                <a:lnTo>
                  <a:pt x="58" y="54"/>
                </a:lnTo>
                <a:lnTo>
                  <a:pt x="54" y="58"/>
                </a:lnTo>
                <a:lnTo>
                  <a:pt x="49" y="62"/>
                </a:lnTo>
                <a:lnTo>
                  <a:pt x="45" y="66"/>
                </a:lnTo>
                <a:lnTo>
                  <a:pt x="41" y="70"/>
                </a:lnTo>
                <a:lnTo>
                  <a:pt x="38" y="74"/>
                </a:lnTo>
                <a:lnTo>
                  <a:pt x="34" y="78"/>
                </a:lnTo>
                <a:lnTo>
                  <a:pt x="31" y="83"/>
                </a:lnTo>
                <a:lnTo>
                  <a:pt x="28" y="87"/>
                </a:lnTo>
                <a:lnTo>
                  <a:pt x="24" y="92"/>
                </a:lnTo>
                <a:lnTo>
                  <a:pt x="22" y="97"/>
                </a:lnTo>
                <a:lnTo>
                  <a:pt x="19" y="101"/>
                </a:lnTo>
                <a:lnTo>
                  <a:pt x="16" y="106"/>
                </a:lnTo>
                <a:lnTo>
                  <a:pt x="14" y="111"/>
                </a:lnTo>
                <a:lnTo>
                  <a:pt x="12" y="116"/>
                </a:lnTo>
                <a:lnTo>
                  <a:pt x="10" y="121"/>
                </a:lnTo>
                <a:lnTo>
                  <a:pt x="8" y="126"/>
                </a:lnTo>
                <a:lnTo>
                  <a:pt x="7" y="131"/>
                </a:lnTo>
                <a:lnTo>
                  <a:pt x="6" y="136"/>
                </a:lnTo>
                <a:lnTo>
                  <a:pt x="4" y="141"/>
                </a:lnTo>
                <a:lnTo>
                  <a:pt x="4" y="147"/>
                </a:lnTo>
                <a:lnTo>
                  <a:pt x="3" y="152"/>
                </a:lnTo>
                <a:lnTo>
                  <a:pt x="2" y="157"/>
                </a:lnTo>
                <a:lnTo>
                  <a:pt x="2" y="162"/>
                </a:lnTo>
                <a:lnTo>
                  <a:pt x="2" y="167"/>
                </a:lnTo>
                <a:lnTo>
                  <a:pt x="2" y="173"/>
                </a:lnTo>
                <a:lnTo>
                  <a:pt x="2" y="178"/>
                </a:lnTo>
                <a:lnTo>
                  <a:pt x="3" y="183"/>
                </a:lnTo>
                <a:lnTo>
                  <a:pt x="4" y="188"/>
                </a:lnTo>
                <a:lnTo>
                  <a:pt x="4" y="193"/>
                </a:lnTo>
                <a:lnTo>
                  <a:pt x="6" y="198"/>
                </a:lnTo>
                <a:lnTo>
                  <a:pt x="7" y="204"/>
                </a:lnTo>
                <a:lnTo>
                  <a:pt x="8" y="209"/>
                </a:lnTo>
                <a:lnTo>
                  <a:pt x="10" y="214"/>
                </a:lnTo>
                <a:lnTo>
                  <a:pt x="12" y="219"/>
                </a:lnTo>
                <a:lnTo>
                  <a:pt x="14" y="224"/>
                </a:lnTo>
                <a:lnTo>
                  <a:pt x="16" y="228"/>
                </a:lnTo>
                <a:lnTo>
                  <a:pt x="19" y="233"/>
                </a:lnTo>
                <a:lnTo>
                  <a:pt x="22" y="238"/>
                </a:lnTo>
                <a:lnTo>
                  <a:pt x="24" y="243"/>
                </a:lnTo>
                <a:lnTo>
                  <a:pt x="28" y="247"/>
                </a:lnTo>
                <a:lnTo>
                  <a:pt x="31" y="252"/>
                </a:lnTo>
                <a:lnTo>
                  <a:pt x="34" y="256"/>
                </a:lnTo>
                <a:lnTo>
                  <a:pt x="38" y="261"/>
                </a:lnTo>
                <a:lnTo>
                  <a:pt x="41" y="265"/>
                </a:lnTo>
                <a:lnTo>
                  <a:pt x="45" y="269"/>
                </a:lnTo>
                <a:lnTo>
                  <a:pt x="49" y="273"/>
                </a:lnTo>
                <a:lnTo>
                  <a:pt x="54" y="277"/>
                </a:lnTo>
                <a:lnTo>
                  <a:pt x="58" y="281"/>
                </a:lnTo>
                <a:lnTo>
                  <a:pt x="63" y="286"/>
                </a:lnTo>
                <a:lnTo>
                  <a:pt x="67" y="289"/>
                </a:lnTo>
                <a:lnTo>
                  <a:pt x="72" y="293"/>
                </a:lnTo>
                <a:lnTo>
                  <a:pt x="77" y="296"/>
                </a:lnTo>
                <a:lnTo>
                  <a:pt x="82" y="300"/>
                </a:lnTo>
                <a:lnTo>
                  <a:pt x="87" y="303"/>
                </a:lnTo>
                <a:lnTo>
                  <a:pt x="93" y="306"/>
                </a:lnTo>
                <a:lnTo>
                  <a:pt x="98" y="308"/>
                </a:lnTo>
                <a:lnTo>
                  <a:pt x="103" y="311"/>
                </a:lnTo>
                <a:lnTo>
                  <a:pt x="109" y="314"/>
                </a:lnTo>
                <a:lnTo>
                  <a:pt x="115" y="316"/>
                </a:lnTo>
                <a:lnTo>
                  <a:pt x="121" y="319"/>
                </a:lnTo>
                <a:lnTo>
                  <a:pt x="127" y="321"/>
                </a:lnTo>
                <a:lnTo>
                  <a:pt x="133" y="323"/>
                </a:lnTo>
                <a:lnTo>
                  <a:pt x="139" y="325"/>
                </a:lnTo>
                <a:lnTo>
                  <a:pt x="145" y="326"/>
                </a:lnTo>
                <a:lnTo>
                  <a:pt x="151" y="328"/>
                </a:lnTo>
                <a:lnTo>
                  <a:pt x="157" y="329"/>
                </a:lnTo>
                <a:lnTo>
                  <a:pt x="164" y="330"/>
                </a:lnTo>
                <a:lnTo>
                  <a:pt x="170" y="331"/>
                </a:lnTo>
                <a:lnTo>
                  <a:pt x="176" y="332"/>
                </a:lnTo>
                <a:lnTo>
                  <a:pt x="183" y="333"/>
                </a:lnTo>
                <a:lnTo>
                  <a:pt x="189" y="334"/>
                </a:lnTo>
                <a:lnTo>
                  <a:pt x="196" y="334"/>
                </a:lnTo>
                <a:lnTo>
                  <a:pt x="202" y="334"/>
                </a:lnTo>
                <a:lnTo>
                  <a:pt x="209" y="334"/>
                </a:lnTo>
                <a:lnTo>
                  <a:pt x="215" y="334"/>
                </a:lnTo>
                <a:lnTo>
                  <a:pt x="222" y="334"/>
                </a:lnTo>
                <a:lnTo>
                  <a:pt x="228" y="334"/>
                </a:lnTo>
                <a:lnTo>
                  <a:pt x="235" y="333"/>
                </a:lnTo>
                <a:lnTo>
                  <a:pt x="241" y="332"/>
                </a:lnTo>
                <a:lnTo>
                  <a:pt x="248" y="331"/>
                </a:lnTo>
                <a:lnTo>
                  <a:pt x="254" y="330"/>
                </a:lnTo>
                <a:lnTo>
                  <a:pt x="260" y="329"/>
                </a:lnTo>
                <a:lnTo>
                  <a:pt x="267" y="328"/>
                </a:lnTo>
                <a:lnTo>
                  <a:pt x="273" y="326"/>
                </a:lnTo>
                <a:lnTo>
                  <a:pt x="279" y="325"/>
                </a:lnTo>
                <a:lnTo>
                  <a:pt x="285" y="323"/>
                </a:lnTo>
                <a:lnTo>
                  <a:pt x="291" y="321"/>
                </a:lnTo>
                <a:lnTo>
                  <a:pt x="297" y="319"/>
                </a:lnTo>
                <a:lnTo>
                  <a:pt x="303" y="316"/>
                </a:lnTo>
                <a:lnTo>
                  <a:pt x="308" y="314"/>
                </a:lnTo>
                <a:lnTo>
                  <a:pt x="314" y="311"/>
                </a:lnTo>
                <a:lnTo>
                  <a:pt x="320" y="308"/>
                </a:lnTo>
                <a:lnTo>
                  <a:pt x="325" y="306"/>
                </a:lnTo>
                <a:lnTo>
                  <a:pt x="330" y="303"/>
                </a:lnTo>
                <a:lnTo>
                  <a:pt x="336" y="300"/>
                </a:lnTo>
                <a:lnTo>
                  <a:pt x="341" y="296"/>
                </a:lnTo>
                <a:lnTo>
                  <a:pt x="346" y="293"/>
                </a:lnTo>
                <a:lnTo>
                  <a:pt x="350" y="289"/>
                </a:lnTo>
                <a:lnTo>
                  <a:pt x="355" y="286"/>
                </a:lnTo>
                <a:lnTo>
                  <a:pt x="360" y="281"/>
                </a:lnTo>
                <a:lnTo>
                  <a:pt x="364" y="277"/>
                </a:lnTo>
                <a:lnTo>
                  <a:pt x="368" y="273"/>
                </a:lnTo>
                <a:lnTo>
                  <a:pt x="372" y="269"/>
                </a:lnTo>
                <a:lnTo>
                  <a:pt x="376" y="265"/>
                </a:lnTo>
                <a:lnTo>
                  <a:pt x="380" y="261"/>
                </a:lnTo>
                <a:lnTo>
                  <a:pt x="384" y="256"/>
                </a:lnTo>
                <a:lnTo>
                  <a:pt x="388" y="252"/>
                </a:lnTo>
                <a:lnTo>
                  <a:pt x="391" y="247"/>
                </a:lnTo>
                <a:lnTo>
                  <a:pt x="394" y="243"/>
                </a:lnTo>
                <a:lnTo>
                  <a:pt x="397" y="238"/>
                </a:lnTo>
                <a:lnTo>
                  <a:pt x="400" y="233"/>
                </a:lnTo>
                <a:lnTo>
                  <a:pt x="402" y="228"/>
                </a:lnTo>
                <a:lnTo>
                  <a:pt x="404" y="224"/>
                </a:lnTo>
                <a:lnTo>
                  <a:pt x="407" y="219"/>
                </a:lnTo>
                <a:lnTo>
                  <a:pt x="408" y="214"/>
                </a:lnTo>
                <a:lnTo>
                  <a:pt x="410" y="209"/>
                </a:lnTo>
                <a:lnTo>
                  <a:pt x="412" y="204"/>
                </a:lnTo>
                <a:lnTo>
                  <a:pt x="413" y="198"/>
                </a:lnTo>
                <a:lnTo>
                  <a:pt x="414" y="193"/>
                </a:lnTo>
                <a:lnTo>
                  <a:pt x="415" y="188"/>
                </a:lnTo>
                <a:lnTo>
                  <a:pt x="416" y="183"/>
                </a:lnTo>
                <a:lnTo>
                  <a:pt x="416" y="178"/>
                </a:lnTo>
                <a:lnTo>
                  <a:pt x="417" y="173"/>
                </a:lnTo>
                <a:lnTo>
                  <a:pt x="417" y="167"/>
                </a:lnTo>
                <a:moveTo>
                  <a:pt x="419" y="167"/>
                </a:moveTo>
                <a:lnTo>
                  <a:pt x="419" y="173"/>
                </a:lnTo>
                <a:lnTo>
                  <a:pt x="419" y="178"/>
                </a:lnTo>
                <a:lnTo>
                  <a:pt x="418" y="183"/>
                </a:lnTo>
                <a:lnTo>
                  <a:pt x="417" y="188"/>
                </a:lnTo>
                <a:lnTo>
                  <a:pt x="416" y="194"/>
                </a:lnTo>
                <a:lnTo>
                  <a:pt x="415" y="199"/>
                </a:lnTo>
                <a:lnTo>
                  <a:pt x="414" y="204"/>
                </a:lnTo>
                <a:lnTo>
                  <a:pt x="412" y="209"/>
                </a:lnTo>
                <a:lnTo>
                  <a:pt x="411" y="214"/>
                </a:lnTo>
                <a:lnTo>
                  <a:pt x="409" y="219"/>
                </a:lnTo>
                <a:lnTo>
                  <a:pt x="407" y="224"/>
                </a:lnTo>
                <a:lnTo>
                  <a:pt x="404" y="229"/>
                </a:lnTo>
                <a:lnTo>
                  <a:pt x="402" y="234"/>
                </a:lnTo>
                <a:lnTo>
                  <a:pt x="399" y="239"/>
                </a:lnTo>
                <a:lnTo>
                  <a:pt x="396" y="244"/>
                </a:lnTo>
                <a:lnTo>
                  <a:pt x="393" y="248"/>
                </a:lnTo>
                <a:lnTo>
                  <a:pt x="390" y="253"/>
                </a:lnTo>
                <a:lnTo>
                  <a:pt x="386" y="257"/>
                </a:lnTo>
                <a:lnTo>
                  <a:pt x="383" y="262"/>
                </a:lnTo>
                <a:lnTo>
                  <a:pt x="378" y="266"/>
                </a:lnTo>
                <a:lnTo>
                  <a:pt x="374" y="270"/>
                </a:lnTo>
                <a:lnTo>
                  <a:pt x="370" y="274"/>
                </a:lnTo>
                <a:lnTo>
                  <a:pt x="366" y="278"/>
                </a:lnTo>
                <a:lnTo>
                  <a:pt x="361" y="282"/>
                </a:lnTo>
                <a:lnTo>
                  <a:pt x="357" y="287"/>
                </a:lnTo>
                <a:lnTo>
                  <a:pt x="352" y="291"/>
                </a:lnTo>
                <a:lnTo>
                  <a:pt x="347" y="294"/>
                </a:lnTo>
                <a:lnTo>
                  <a:pt x="342" y="298"/>
                </a:lnTo>
                <a:lnTo>
                  <a:pt x="337" y="301"/>
                </a:lnTo>
                <a:lnTo>
                  <a:pt x="332" y="304"/>
                </a:lnTo>
                <a:lnTo>
                  <a:pt x="326" y="307"/>
                </a:lnTo>
                <a:lnTo>
                  <a:pt x="321" y="310"/>
                </a:lnTo>
                <a:lnTo>
                  <a:pt x="315" y="313"/>
                </a:lnTo>
                <a:lnTo>
                  <a:pt x="310" y="315"/>
                </a:lnTo>
                <a:lnTo>
                  <a:pt x="304" y="318"/>
                </a:lnTo>
                <a:lnTo>
                  <a:pt x="298" y="320"/>
                </a:lnTo>
                <a:lnTo>
                  <a:pt x="292" y="322"/>
                </a:lnTo>
                <a:lnTo>
                  <a:pt x="286" y="324"/>
                </a:lnTo>
                <a:lnTo>
                  <a:pt x="280" y="326"/>
                </a:lnTo>
                <a:lnTo>
                  <a:pt x="273" y="328"/>
                </a:lnTo>
                <a:lnTo>
                  <a:pt x="267" y="330"/>
                </a:lnTo>
                <a:lnTo>
                  <a:pt x="261" y="331"/>
                </a:lnTo>
                <a:lnTo>
                  <a:pt x="254" y="332"/>
                </a:lnTo>
                <a:lnTo>
                  <a:pt x="248" y="333"/>
                </a:lnTo>
                <a:lnTo>
                  <a:pt x="242" y="334"/>
                </a:lnTo>
                <a:lnTo>
                  <a:pt x="235" y="335"/>
                </a:lnTo>
                <a:lnTo>
                  <a:pt x="228" y="335"/>
                </a:lnTo>
                <a:lnTo>
                  <a:pt x="222" y="336"/>
                </a:lnTo>
                <a:lnTo>
                  <a:pt x="215" y="336"/>
                </a:lnTo>
                <a:lnTo>
                  <a:pt x="209" y="336"/>
                </a:lnTo>
                <a:lnTo>
                  <a:pt x="202" y="336"/>
                </a:lnTo>
                <a:lnTo>
                  <a:pt x="196" y="336"/>
                </a:lnTo>
                <a:lnTo>
                  <a:pt x="189" y="335"/>
                </a:lnTo>
                <a:lnTo>
                  <a:pt x="183" y="335"/>
                </a:lnTo>
                <a:lnTo>
                  <a:pt x="176" y="334"/>
                </a:lnTo>
                <a:lnTo>
                  <a:pt x="170" y="333"/>
                </a:lnTo>
                <a:lnTo>
                  <a:pt x="163" y="332"/>
                </a:lnTo>
                <a:lnTo>
                  <a:pt x="157" y="331"/>
                </a:lnTo>
                <a:lnTo>
                  <a:pt x="150" y="330"/>
                </a:lnTo>
                <a:lnTo>
                  <a:pt x="144" y="328"/>
                </a:lnTo>
                <a:lnTo>
                  <a:pt x="138" y="326"/>
                </a:lnTo>
                <a:lnTo>
                  <a:pt x="132" y="324"/>
                </a:lnTo>
                <a:lnTo>
                  <a:pt x="126" y="322"/>
                </a:lnTo>
                <a:lnTo>
                  <a:pt x="120" y="320"/>
                </a:lnTo>
                <a:lnTo>
                  <a:pt x="114" y="318"/>
                </a:lnTo>
                <a:lnTo>
                  <a:pt x="108" y="315"/>
                </a:lnTo>
                <a:lnTo>
                  <a:pt x="102" y="313"/>
                </a:lnTo>
                <a:lnTo>
                  <a:pt x="97" y="310"/>
                </a:lnTo>
                <a:lnTo>
                  <a:pt x="91" y="307"/>
                </a:lnTo>
                <a:lnTo>
                  <a:pt x="86" y="304"/>
                </a:lnTo>
                <a:lnTo>
                  <a:pt x="81" y="301"/>
                </a:lnTo>
                <a:lnTo>
                  <a:pt x="75" y="298"/>
                </a:lnTo>
                <a:lnTo>
                  <a:pt x="70" y="294"/>
                </a:lnTo>
                <a:lnTo>
                  <a:pt x="66" y="291"/>
                </a:lnTo>
                <a:lnTo>
                  <a:pt x="61" y="287"/>
                </a:lnTo>
                <a:lnTo>
                  <a:pt x="56" y="282"/>
                </a:lnTo>
                <a:lnTo>
                  <a:pt x="52" y="278"/>
                </a:lnTo>
                <a:lnTo>
                  <a:pt x="48" y="274"/>
                </a:lnTo>
                <a:lnTo>
                  <a:pt x="44" y="270"/>
                </a:lnTo>
                <a:lnTo>
                  <a:pt x="40" y="266"/>
                </a:lnTo>
                <a:lnTo>
                  <a:pt x="36" y="262"/>
                </a:lnTo>
                <a:lnTo>
                  <a:pt x="32" y="257"/>
                </a:lnTo>
                <a:lnTo>
                  <a:pt x="29" y="253"/>
                </a:lnTo>
                <a:lnTo>
                  <a:pt x="26" y="248"/>
                </a:lnTo>
                <a:lnTo>
                  <a:pt x="22" y="244"/>
                </a:lnTo>
                <a:lnTo>
                  <a:pt x="20" y="239"/>
                </a:lnTo>
                <a:lnTo>
                  <a:pt x="17" y="234"/>
                </a:lnTo>
                <a:lnTo>
                  <a:pt x="14" y="229"/>
                </a:lnTo>
                <a:lnTo>
                  <a:pt x="12" y="224"/>
                </a:lnTo>
                <a:lnTo>
                  <a:pt x="10" y="219"/>
                </a:lnTo>
                <a:lnTo>
                  <a:pt x="8" y="214"/>
                </a:lnTo>
                <a:lnTo>
                  <a:pt x="6" y="209"/>
                </a:lnTo>
                <a:lnTo>
                  <a:pt x="5" y="204"/>
                </a:lnTo>
                <a:lnTo>
                  <a:pt x="3" y="199"/>
                </a:lnTo>
                <a:lnTo>
                  <a:pt x="2" y="194"/>
                </a:lnTo>
                <a:lnTo>
                  <a:pt x="1" y="188"/>
                </a:lnTo>
                <a:lnTo>
                  <a:pt x="1" y="183"/>
                </a:lnTo>
                <a:lnTo>
                  <a:pt x="0" y="178"/>
                </a:lnTo>
                <a:lnTo>
                  <a:pt x="0" y="173"/>
                </a:lnTo>
                <a:lnTo>
                  <a:pt x="0" y="167"/>
                </a:lnTo>
                <a:lnTo>
                  <a:pt x="0" y="162"/>
                </a:lnTo>
                <a:lnTo>
                  <a:pt x="0" y="157"/>
                </a:lnTo>
                <a:lnTo>
                  <a:pt x="1" y="152"/>
                </a:lnTo>
                <a:lnTo>
                  <a:pt x="1" y="146"/>
                </a:lnTo>
                <a:lnTo>
                  <a:pt x="2" y="141"/>
                </a:lnTo>
                <a:lnTo>
                  <a:pt x="3" y="136"/>
                </a:lnTo>
                <a:lnTo>
                  <a:pt x="5" y="131"/>
                </a:lnTo>
                <a:lnTo>
                  <a:pt x="6" y="126"/>
                </a:lnTo>
                <a:lnTo>
                  <a:pt x="8" y="121"/>
                </a:lnTo>
                <a:lnTo>
                  <a:pt x="10" y="116"/>
                </a:lnTo>
                <a:lnTo>
                  <a:pt x="12" y="111"/>
                </a:lnTo>
                <a:lnTo>
                  <a:pt x="14" y="106"/>
                </a:lnTo>
                <a:lnTo>
                  <a:pt x="17" y="101"/>
                </a:lnTo>
                <a:lnTo>
                  <a:pt x="20" y="96"/>
                </a:lnTo>
                <a:lnTo>
                  <a:pt x="22" y="91"/>
                </a:lnTo>
                <a:lnTo>
                  <a:pt x="26" y="87"/>
                </a:lnTo>
                <a:lnTo>
                  <a:pt x="29" y="82"/>
                </a:lnTo>
                <a:lnTo>
                  <a:pt x="32" y="77"/>
                </a:lnTo>
                <a:lnTo>
                  <a:pt x="36" y="73"/>
                </a:lnTo>
                <a:lnTo>
                  <a:pt x="40" y="69"/>
                </a:lnTo>
                <a:lnTo>
                  <a:pt x="44" y="65"/>
                </a:lnTo>
                <a:lnTo>
                  <a:pt x="48" y="60"/>
                </a:lnTo>
                <a:lnTo>
                  <a:pt x="52" y="56"/>
                </a:lnTo>
                <a:lnTo>
                  <a:pt x="56" y="53"/>
                </a:lnTo>
                <a:lnTo>
                  <a:pt x="61" y="49"/>
                </a:lnTo>
                <a:lnTo>
                  <a:pt x="66" y="45"/>
                </a:lnTo>
                <a:lnTo>
                  <a:pt x="70" y="42"/>
                </a:lnTo>
                <a:lnTo>
                  <a:pt x="75" y="38"/>
                </a:lnTo>
                <a:lnTo>
                  <a:pt x="81" y="35"/>
                </a:lnTo>
                <a:lnTo>
                  <a:pt x="86" y="32"/>
                </a:lnTo>
                <a:lnTo>
                  <a:pt x="91" y="29"/>
                </a:lnTo>
                <a:lnTo>
                  <a:pt x="97" y="26"/>
                </a:lnTo>
                <a:lnTo>
                  <a:pt x="102" y="23"/>
                </a:lnTo>
                <a:lnTo>
                  <a:pt x="108" y="20"/>
                </a:lnTo>
                <a:lnTo>
                  <a:pt x="114" y="18"/>
                </a:lnTo>
                <a:lnTo>
                  <a:pt x="120" y="16"/>
                </a:lnTo>
                <a:lnTo>
                  <a:pt x="126" y="13"/>
                </a:lnTo>
                <a:lnTo>
                  <a:pt x="132" y="11"/>
                </a:lnTo>
                <a:lnTo>
                  <a:pt x="138" y="10"/>
                </a:lnTo>
                <a:lnTo>
                  <a:pt x="144" y="8"/>
                </a:lnTo>
                <a:lnTo>
                  <a:pt x="150" y="6"/>
                </a:lnTo>
                <a:lnTo>
                  <a:pt x="157" y="5"/>
                </a:lnTo>
                <a:lnTo>
                  <a:pt x="163" y="4"/>
                </a:lnTo>
                <a:lnTo>
                  <a:pt x="170" y="3"/>
                </a:lnTo>
                <a:lnTo>
                  <a:pt x="176" y="2"/>
                </a:lnTo>
                <a:lnTo>
                  <a:pt x="183" y="1"/>
                </a:lnTo>
                <a:lnTo>
                  <a:pt x="189" y="0"/>
                </a:lnTo>
                <a:lnTo>
                  <a:pt x="196" y="0"/>
                </a:lnTo>
                <a:lnTo>
                  <a:pt x="202" y="0"/>
                </a:lnTo>
                <a:lnTo>
                  <a:pt x="209" y="0"/>
                </a:lnTo>
                <a:lnTo>
                  <a:pt x="215" y="0"/>
                </a:lnTo>
                <a:lnTo>
                  <a:pt x="222" y="0"/>
                </a:lnTo>
                <a:lnTo>
                  <a:pt x="228" y="0"/>
                </a:lnTo>
                <a:lnTo>
                  <a:pt x="235" y="1"/>
                </a:lnTo>
                <a:lnTo>
                  <a:pt x="242" y="2"/>
                </a:lnTo>
                <a:lnTo>
                  <a:pt x="248" y="3"/>
                </a:lnTo>
                <a:lnTo>
                  <a:pt x="254" y="4"/>
                </a:lnTo>
                <a:lnTo>
                  <a:pt x="261" y="5"/>
                </a:lnTo>
                <a:lnTo>
                  <a:pt x="267" y="6"/>
                </a:lnTo>
                <a:lnTo>
                  <a:pt x="273" y="8"/>
                </a:lnTo>
                <a:lnTo>
                  <a:pt x="280" y="10"/>
                </a:lnTo>
                <a:lnTo>
                  <a:pt x="286" y="11"/>
                </a:lnTo>
                <a:lnTo>
                  <a:pt x="292" y="13"/>
                </a:lnTo>
                <a:lnTo>
                  <a:pt x="298" y="16"/>
                </a:lnTo>
                <a:lnTo>
                  <a:pt x="304" y="18"/>
                </a:lnTo>
                <a:lnTo>
                  <a:pt x="310" y="20"/>
                </a:lnTo>
                <a:lnTo>
                  <a:pt x="315" y="23"/>
                </a:lnTo>
                <a:lnTo>
                  <a:pt x="321" y="26"/>
                </a:lnTo>
                <a:lnTo>
                  <a:pt x="326" y="29"/>
                </a:lnTo>
                <a:lnTo>
                  <a:pt x="332" y="32"/>
                </a:lnTo>
                <a:lnTo>
                  <a:pt x="337" y="35"/>
                </a:lnTo>
                <a:lnTo>
                  <a:pt x="342" y="38"/>
                </a:lnTo>
                <a:lnTo>
                  <a:pt x="347" y="42"/>
                </a:lnTo>
                <a:lnTo>
                  <a:pt x="352" y="45"/>
                </a:lnTo>
                <a:lnTo>
                  <a:pt x="357" y="49"/>
                </a:lnTo>
                <a:lnTo>
                  <a:pt x="361" y="53"/>
                </a:lnTo>
                <a:lnTo>
                  <a:pt x="366" y="56"/>
                </a:lnTo>
                <a:lnTo>
                  <a:pt x="370" y="60"/>
                </a:lnTo>
                <a:lnTo>
                  <a:pt x="374" y="65"/>
                </a:lnTo>
                <a:lnTo>
                  <a:pt x="378" y="69"/>
                </a:lnTo>
                <a:lnTo>
                  <a:pt x="383" y="73"/>
                </a:lnTo>
                <a:lnTo>
                  <a:pt x="386" y="77"/>
                </a:lnTo>
                <a:lnTo>
                  <a:pt x="390" y="82"/>
                </a:lnTo>
                <a:lnTo>
                  <a:pt x="393" y="87"/>
                </a:lnTo>
                <a:lnTo>
                  <a:pt x="396" y="91"/>
                </a:lnTo>
                <a:lnTo>
                  <a:pt x="399" y="96"/>
                </a:lnTo>
                <a:lnTo>
                  <a:pt x="402" y="101"/>
                </a:lnTo>
                <a:lnTo>
                  <a:pt x="404" y="106"/>
                </a:lnTo>
                <a:lnTo>
                  <a:pt x="407" y="111"/>
                </a:lnTo>
                <a:lnTo>
                  <a:pt x="409" y="116"/>
                </a:lnTo>
                <a:lnTo>
                  <a:pt x="411" y="121"/>
                </a:lnTo>
                <a:lnTo>
                  <a:pt x="412" y="126"/>
                </a:lnTo>
                <a:lnTo>
                  <a:pt x="414" y="131"/>
                </a:lnTo>
                <a:lnTo>
                  <a:pt x="415" y="136"/>
                </a:lnTo>
                <a:lnTo>
                  <a:pt x="416" y="141"/>
                </a:lnTo>
                <a:lnTo>
                  <a:pt x="417" y="146"/>
                </a:lnTo>
                <a:lnTo>
                  <a:pt x="418" y="152"/>
                </a:lnTo>
                <a:lnTo>
                  <a:pt x="419" y="157"/>
                </a:lnTo>
                <a:lnTo>
                  <a:pt x="419" y="162"/>
                </a:lnTo>
                <a:lnTo>
                  <a:pt x="419" y="167"/>
                </a:lnTo>
                <a:close/>
              </a:path>
            </a:pathLst>
          </a:custGeom>
          <a:solidFill>
            <a:srgbClr val="ffe9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2" name=""/>
          <p:cNvSpPr/>
          <p:nvPr/>
        </p:nvSpPr>
        <p:spPr>
          <a:xfrm>
            <a:off x="4902480" y="1766880"/>
            <a:ext cx="152640" cy="122400"/>
          </a:xfrm>
          <a:custGeom>
            <a:avLst/>
            <a:gdLst/>
            <a:ahLst/>
            <a:rect l="0" t="0" r="r" b="b"/>
            <a:pathLst>
              <a:path w="424" h="340">
                <a:moveTo>
                  <a:pt x="422" y="170"/>
                </a:moveTo>
                <a:lnTo>
                  <a:pt x="422" y="165"/>
                </a:lnTo>
                <a:lnTo>
                  <a:pt x="422" y="160"/>
                </a:lnTo>
                <a:lnTo>
                  <a:pt x="421" y="155"/>
                </a:lnTo>
                <a:lnTo>
                  <a:pt x="420" y="149"/>
                </a:lnTo>
                <a:lnTo>
                  <a:pt x="419" y="144"/>
                </a:lnTo>
                <a:lnTo>
                  <a:pt x="418" y="139"/>
                </a:lnTo>
                <a:lnTo>
                  <a:pt x="417" y="134"/>
                </a:lnTo>
                <a:lnTo>
                  <a:pt x="415" y="129"/>
                </a:lnTo>
                <a:lnTo>
                  <a:pt x="414" y="124"/>
                </a:lnTo>
                <a:lnTo>
                  <a:pt x="412" y="119"/>
                </a:lnTo>
                <a:lnTo>
                  <a:pt x="410" y="114"/>
                </a:lnTo>
                <a:lnTo>
                  <a:pt x="407" y="109"/>
                </a:lnTo>
                <a:lnTo>
                  <a:pt x="405" y="104"/>
                </a:lnTo>
                <a:lnTo>
                  <a:pt x="402" y="99"/>
                </a:lnTo>
                <a:lnTo>
                  <a:pt x="399" y="94"/>
                </a:lnTo>
                <a:lnTo>
                  <a:pt x="396" y="90"/>
                </a:lnTo>
                <a:lnTo>
                  <a:pt x="393" y="85"/>
                </a:lnTo>
                <a:lnTo>
                  <a:pt x="389" y="80"/>
                </a:lnTo>
                <a:lnTo>
                  <a:pt x="386" y="76"/>
                </a:lnTo>
                <a:lnTo>
                  <a:pt x="382" y="72"/>
                </a:lnTo>
                <a:lnTo>
                  <a:pt x="378" y="68"/>
                </a:lnTo>
                <a:lnTo>
                  <a:pt x="374" y="63"/>
                </a:lnTo>
                <a:lnTo>
                  <a:pt x="370" y="59"/>
                </a:lnTo>
                <a:lnTo>
                  <a:pt x="365" y="56"/>
                </a:lnTo>
                <a:lnTo>
                  <a:pt x="361" y="52"/>
                </a:lnTo>
                <a:lnTo>
                  <a:pt x="356" y="48"/>
                </a:lnTo>
                <a:lnTo>
                  <a:pt x="351" y="45"/>
                </a:lnTo>
                <a:lnTo>
                  <a:pt x="346" y="41"/>
                </a:lnTo>
                <a:lnTo>
                  <a:pt x="341" y="38"/>
                </a:lnTo>
                <a:lnTo>
                  <a:pt x="336" y="35"/>
                </a:lnTo>
                <a:lnTo>
                  <a:pt x="330" y="32"/>
                </a:lnTo>
                <a:lnTo>
                  <a:pt x="325" y="29"/>
                </a:lnTo>
                <a:lnTo>
                  <a:pt x="319" y="26"/>
                </a:lnTo>
                <a:lnTo>
                  <a:pt x="314" y="23"/>
                </a:lnTo>
                <a:lnTo>
                  <a:pt x="308" y="21"/>
                </a:lnTo>
                <a:lnTo>
                  <a:pt x="302" y="19"/>
                </a:lnTo>
                <a:lnTo>
                  <a:pt x="296" y="16"/>
                </a:lnTo>
                <a:lnTo>
                  <a:pt x="290" y="14"/>
                </a:lnTo>
                <a:lnTo>
                  <a:pt x="284" y="13"/>
                </a:lnTo>
                <a:lnTo>
                  <a:pt x="277" y="11"/>
                </a:lnTo>
                <a:lnTo>
                  <a:pt x="271" y="9"/>
                </a:lnTo>
                <a:lnTo>
                  <a:pt x="265" y="7"/>
                </a:lnTo>
                <a:lnTo>
                  <a:pt x="258" y="6"/>
                </a:lnTo>
                <a:lnTo>
                  <a:pt x="252" y="5"/>
                </a:lnTo>
                <a:lnTo>
                  <a:pt x="246" y="4"/>
                </a:lnTo>
                <a:lnTo>
                  <a:pt x="239" y="3"/>
                </a:lnTo>
                <a:lnTo>
                  <a:pt x="232" y="2"/>
                </a:lnTo>
                <a:lnTo>
                  <a:pt x="226" y="2"/>
                </a:lnTo>
                <a:lnTo>
                  <a:pt x="219" y="2"/>
                </a:lnTo>
                <a:lnTo>
                  <a:pt x="213" y="2"/>
                </a:lnTo>
                <a:lnTo>
                  <a:pt x="206" y="2"/>
                </a:lnTo>
                <a:lnTo>
                  <a:pt x="200" y="2"/>
                </a:lnTo>
                <a:lnTo>
                  <a:pt x="193" y="2"/>
                </a:lnTo>
                <a:lnTo>
                  <a:pt x="187" y="3"/>
                </a:lnTo>
                <a:lnTo>
                  <a:pt x="180" y="4"/>
                </a:lnTo>
                <a:lnTo>
                  <a:pt x="174" y="5"/>
                </a:lnTo>
                <a:lnTo>
                  <a:pt x="167" y="6"/>
                </a:lnTo>
                <a:lnTo>
                  <a:pt x="161" y="7"/>
                </a:lnTo>
                <a:lnTo>
                  <a:pt x="154" y="9"/>
                </a:lnTo>
                <a:lnTo>
                  <a:pt x="148" y="11"/>
                </a:lnTo>
                <a:lnTo>
                  <a:pt x="142" y="13"/>
                </a:lnTo>
                <a:lnTo>
                  <a:pt x="136" y="14"/>
                </a:lnTo>
                <a:lnTo>
                  <a:pt x="130" y="16"/>
                </a:lnTo>
                <a:lnTo>
                  <a:pt x="124" y="19"/>
                </a:lnTo>
                <a:lnTo>
                  <a:pt x="118" y="21"/>
                </a:lnTo>
                <a:lnTo>
                  <a:pt x="112" y="23"/>
                </a:lnTo>
                <a:lnTo>
                  <a:pt x="106" y="26"/>
                </a:lnTo>
                <a:lnTo>
                  <a:pt x="101" y="29"/>
                </a:lnTo>
                <a:lnTo>
                  <a:pt x="94" y="32"/>
                </a:lnTo>
                <a:lnTo>
                  <a:pt x="89" y="35"/>
                </a:lnTo>
                <a:lnTo>
                  <a:pt x="84" y="38"/>
                </a:lnTo>
                <a:lnTo>
                  <a:pt x="78" y="41"/>
                </a:lnTo>
                <a:lnTo>
                  <a:pt x="73" y="45"/>
                </a:lnTo>
                <a:lnTo>
                  <a:pt x="69" y="48"/>
                </a:lnTo>
                <a:lnTo>
                  <a:pt x="64" y="52"/>
                </a:lnTo>
                <a:lnTo>
                  <a:pt x="59" y="56"/>
                </a:lnTo>
                <a:lnTo>
                  <a:pt x="55" y="59"/>
                </a:lnTo>
                <a:lnTo>
                  <a:pt x="51" y="63"/>
                </a:lnTo>
                <a:lnTo>
                  <a:pt x="47" y="68"/>
                </a:lnTo>
                <a:lnTo>
                  <a:pt x="43" y="72"/>
                </a:lnTo>
                <a:lnTo>
                  <a:pt x="39" y="76"/>
                </a:lnTo>
                <a:lnTo>
                  <a:pt x="35" y="80"/>
                </a:lnTo>
                <a:lnTo>
                  <a:pt x="32" y="85"/>
                </a:lnTo>
                <a:lnTo>
                  <a:pt x="29" y="90"/>
                </a:lnTo>
                <a:lnTo>
                  <a:pt x="25" y="94"/>
                </a:lnTo>
                <a:lnTo>
                  <a:pt x="23" y="99"/>
                </a:lnTo>
                <a:lnTo>
                  <a:pt x="20" y="104"/>
                </a:lnTo>
                <a:lnTo>
                  <a:pt x="17" y="109"/>
                </a:lnTo>
                <a:lnTo>
                  <a:pt x="15" y="114"/>
                </a:lnTo>
                <a:lnTo>
                  <a:pt x="13" y="119"/>
                </a:lnTo>
                <a:lnTo>
                  <a:pt x="11" y="124"/>
                </a:lnTo>
                <a:lnTo>
                  <a:pt x="9" y="129"/>
                </a:lnTo>
                <a:lnTo>
                  <a:pt x="8" y="134"/>
                </a:lnTo>
                <a:lnTo>
                  <a:pt x="6" y="139"/>
                </a:lnTo>
                <a:lnTo>
                  <a:pt x="5" y="144"/>
                </a:lnTo>
                <a:lnTo>
                  <a:pt x="4" y="149"/>
                </a:lnTo>
                <a:lnTo>
                  <a:pt x="4" y="155"/>
                </a:lnTo>
                <a:lnTo>
                  <a:pt x="3" y="160"/>
                </a:lnTo>
                <a:lnTo>
                  <a:pt x="3" y="165"/>
                </a:lnTo>
                <a:lnTo>
                  <a:pt x="3" y="170"/>
                </a:lnTo>
                <a:lnTo>
                  <a:pt x="3" y="176"/>
                </a:lnTo>
                <a:lnTo>
                  <a:pt x="3" y="181"/>
                </a:lnTo>
                <a:lnTo>
                  <a:pt x="4" y="186"/>
                </a:lnTo>
                <a:lnTo>
                  <a:pt x="4" y="191"/>
                </a:lnTo>
                <a:lnTo>
                  <a:pt x="5" y="197"/>
                </a:lnTo>
                <a:lnTo>
                  <a:pt x="6" y="202"/>
                </a:lnTo>
                <a:lnTo>
                  <a:pt x="8" y="207"/>
                </a:lnTo>
                <a:lnTo>
                  <a:pt x="9" y="212"/>
                </a:lnTo>
                <a:lnTo>
                  <a:pt x="11" y="217"/>
                </a:lnTo>
                <a:lnTo>
                  <a:pt x="13" y="222"/>
                </a:lnTo>
                <a:lnTo>
                  <a:pt x="15" y="227"/>
                </a:lnTo>
                <a:lnTo>
                  <a:pt x="17" y="232"/>
                </a:lnTo>
                <a:lnTo>
                  <a:pt x="20" y="237"/>
                </a:lnTo>
                <a:lnTo>
                  <a:pt x="23" y="242"/>
                </a:lnTo>
                <a:lnTo>
                  <a:pt x="25" y="247"/>
                </a:lnTo>
                <a:lnTo>
                  <a:pt x="29" y="251"/>
                </a:lnTo>
                <a:lnTo>
                  <a:pt x="32" y="256"/>
                </a:lnTo>
                <a:lnTo>
                  <a:pt x="35" y="260"/>
                </a:lnTo>
                <a:lnTo>
                  <a:pt x="39" y="265"/>
                </a:lnTo>
                <a:lnTo>
                  <a:pt x="43" y="269"/>
                </a:lnTo>
                <a:lnTo>
                  <a:pt x="47" y="273"/>
                </a:lnTo>
                <a:lnTo>
                  <a:pt x="51" y="277"/>
                </a:lnTo>
                <a:lnTo>
                  <a:pt x="55" y="281"/>
                </a:lnTo>
                <a:lnTo>
                  <a:pt x="59" y="285"/>
                </a:lnTo>
                <a:lnTo>
                  <a:pt x="64" y="289"/>
                </a:lnTo>
                <a:lnTo>
                  <a:pt x="69" y="293"/>
                </a:lnTo>
                <a:lnTo>
                  <a:pt x="73" y="296"/>
                </a:lnTo>
                <a:lnTo>
                  <a:pt x="78" y="300"/>
                </a:lnTo>
                <a:lnTo>
                  <a:pt x="84" y="303"/>
                </a:lnTo>
                <a:lnTo>
                  <a:pt x="89" y="306"/>
                </a:lnTo>
                <a:lnTo>
                  <a:pt x="94" y="309"/>
                </a:lnTo>
                <a:lnTo>
                  <a:pt x="101" y="312"/>
                </a:lnTo>
                <a:lnTo>
                  <a:pt x="106" y="315"/>
                </a:lnTo>
                <a:lnTo>
                  <a:pt x="112" y="317"/>
                </a:lnTo>
                <a:lnTo>
                  <a:pt x="118" y="320"/>
                </a:lnTo>
                <a:lnTo>
                  <a:pt x="124" y="322"/>
                </a:lnTo>
                <a:lnTo>
                  <a:pt x="130" y="324"/>
                </a:lnTo>
                <a:lnTo>
                  <a:pt x="136" y="326"/>
                </a:lnTo>
                <a:lnTo>
                  <a:pt x="142" y="328"/>
                </a:lnTo>
                <a:lnTo>
                  <a:pt x="148" y="330"/>
                </a:lnTo>
                <a:lnTo>
                  <a:pt x="154" y="332"/>
                </a:lnTo>
                <a:lnTo>
                  <a:pt x="161" y="333"/>
                </a:lnTo>
                <a:lnTo>
                  <a:pt x="167" y="334"/>
                </a:lnTo>
                <a:lnTo>
                  <a:pt x="174" y="335"/>
                </a:lnTo>
                <a:lnTo>
                  <a:pt x="180" y="336"/>
                </a:lnTo>
                <a:lnTo>
                  <a:pt x="187" y="337"/>
                </a:lnTo>
                <a:lnTo>
                  <a:pt x="193" y="337"/>
                </a:lnTo>
                <a:lnTo>
                  <a:pt x="200" y="338"/>
                </a:lnTo>
                <a:lnTo>
                  <a:pt x="206" y="338"/>
                </a:lnTo>
                <a:lnTo>
                  <a:pt x="213" y="338"/>
                </a:lnTo>
                <a:lnTo>
                  <a:pt x="219" y="338"/>
                </a:lnTo>
                <a:lnTo>
                  <a:pt x="226" y="338"/>
                </a:lnTo>
                <a:lnTo>
                  <a:pt x="232" y="337"/>
                </a:lnTo>
                <a:lnTo>
                  <a:pt x="239" y="337"/>
                </a:lnTo>
                <a:lnTo>
                  <a:pt x="246" y="336"/>
                </a:lnTo>
                <a:lnTo>
                  <a:pt x="252" y="335"/>
                </a:lnTo>
                <a:lnTo>
                  <a:pt x="258" y="334"/>
                </a:lnTo>
                <a:lnTo>
                  <a:pt x="265" y="333"/>
                </a:lnTo>
                <a:lnTo>
                  <a:pt x="271" y="332"/>
                </a:lnTo>
                <a:lnTo>
                  <a:pt x="277" y="330"/>
                </a:lnTo>
                <a:lnTo>
                  <a:pt x="284" y="328"/>
                </a:lnTo>
                <a:lnTo>
                  <a:pt x="290" y="326"/>
                </a:lnTo>
                <a:lnTo>
                  <a:pt x="296" y="324"/>
                </a:lnTo>
                <a:lnTo>
                  <a:pt x="302" y="322"/>
                </a:lnTo>
                <a:lnTo>
                  <a:pt x="308" y="320"/>
                </a:lnTo>
                <a:lnTo>
                  <a:pt x="314" y="317"/>
                </a:lnTo>
                <a:lnTo>
                  <a:pt x="319" y="315"/>
                </a:lnTo>
                <a:lnTo>
                  <a:pt x="325" y="312"/>
                </a:lnTo>
                <a:lnTo>
                  <a:pt x="330" y="309"/>
                </a:lnTo>
                <a:lnTo>
                  <a:pt x="336" y="306"/>
                </a:lnTo>
                <a:lnTo>
                  <a:pt x="341" y="303"/>
                </a:lnTo>
                <a:lnTo>
                  <a:pt x="346" y="300"/>
                </a:lnTo>
                <a:lnTo>
                  <a:pt x="351" y="296"/>
                </a:lnTo>
                <a:lnTo>
                  <a:pt x="356" y="293"/>
                </a:lnTo>
                <a:lnTo>
                  <a:pt x="361" y="289"/>
                </a:lnTo>
                <a:lnTo>
                  <a:pt x="365" y="285"/>
                </a:lnTo>
                <a:lnTo>
                  <a:pt x="370" y="281"/>
                </a:lnTo>
                <a:lnTo>
                  <a:pt x="374" y="277"/>
                </a:lnTo>
                <a:lnTo>
                  <a:pt x="378" y="273"/>
                </a:lnTo>
                <a:lnTo>
                  <a:pt x="382" y="269"/>
                </a:lnTo>
                <a:lnTo>
                  <a:pt x="386" y="265"/>
                </a:lnTo>
                <a:lnTo>
                  <a:pt x="389" y="260"/>
                </a:lnTo>
                <a:lnTo>
                  <a:pt x="393" y="256"/>
                </a:lnTo>
                <a:lnTo>
                  <a:pt x="396" y="251"/>
                </a:lnTo>
                <a:lnTo>
                  <a:pt x="399" y="247"/>
                </a:lnTo>
                <a:lnTo>
                  <a:pt x="402" y="242"/>
                </a:lnTo>
                <a:lnTo>
                  <a:pt x="405" y="237"/>
                </a:lnTo>
                <a:lnTo>
                  <a:pt x="407" y="232"/>
                </a:lnTo>
                <a:lnTo>
                  <a:pt x="410" y="227"/>
                </a:lnTo>
                <a:lnTo>
                  <a:pt x="412" y="222"/>
                </a:lnTo>
                <a:lnTo>
                  <a:pt x="414" y="217"/>
                </a:lnTo>
                <a:lnTo>
                  <a:pt x="415" y="212"/>
                </a:lnTo>
                <a:lnTo>
                  <a:pt x="417" y="207"/>
                </a:lnTo>
                <a:lnTo>
                  <a:pt x="418" y="202"/>
                </a:lnTo>
                <a:lnTo>
                  <a:pt x="419" y="197"/>
                </a:lnTo>
                <a:lnTo>
                  <a:pt x="420" y="191"/>
                </a:lnTo>
                <a:lnTo>
                  <a:pt x="421" y="186"/>
                </a:lnTo>
                <a:lnTo>
                  <a:pt x="422" y="181"/>
                </a:lnTo>
                <a:lnTo>
                  <a:pt x="422" y="176"/>
                </a:lnTo>
                <a:lnTo>
                  <a:pt x="422" y="170"/>
                </a:lnTo>
                <a:moveTo>
                  <a:pt x="424" y="170"/>
                </a:moveTo>
                <a:lnTo>
                  <a:pt x="424" y="176"/>
                </a:lnTo>
                <a:lnTo>
                  <a:pt x="424" y="181"/>
                </a:lnTo>
                <a:lnTo>
                  <a:pt x="423" y="186"/>
                </a:lnTo>
                <a:lnTo>
                  <a:pt x="423" y="192"/>
                </a:lnTo>
                <a:lnTo>
                  <a:pt x="422" y="197"/>
                </a:lnTo>
                <a:lnTo>
                  <a:pt x="421" y="202"/>
                </a:lnTo>
                <a:lnTo>
                  <a:pt x="419" y="207"/>
                </a:lnTo>
                <a:lnTo>
                  <a:pt x="418" y="213"/>
                </a:lnTo>
                <a:lnTo>
                  <a:pt x="416" y="218"/>
                </a:lnTo>
                <a:lnTo>
                  <a:pt x="414" y="223"/>
                </a:lnTo>
                <a:lnTo>
                  <a:pt x="412" y="228"/>
                </a:lnTo>
                <a:lnTo>
                  <a:pt x="409" y="233"/>
                </a:lnTo>
                <a:lnTo>
                  <a:pt x="407" y="238"/>
                </a:lnTo>
                <a:lnTo>
                  <a:pt x="404" y="243"/>
                </a:lnTo>
                <a:lnTo>
                  <a:pt x="401" y="247"/>
                </a:lnTo>
                <a:lnTo>
                  <a:pt x="398" y="252"/>
                </a:lnTo>
                <a:lnTo>
                  <a:pt x="395" y="257"/>
                </a:lnTo>
                <a:lnTo>
                  <a:pt x="391" y="261"/>
                </a:lnTo>
                <a:lnTo>
                  <a:pt x="388" y="266"/>
                </a:lnTo>
                <a:lnTo>
                  <a:pt x="384" y="270"/>
                </a:lnTo>
                <a:lnTo>
                  <a:pt x="380" y="274"/>
                </a:lnTo>
                <a:lnTo>
                  <a:pt x="376" y="279"/>
                </a:lnTo>
                <a:lnTo>
                  <a:pt x="371" y="283"/>
                </a:lnTo>
                <a:lnTo>
                  <a:pt x="367" y="287"/>
                </a:lnTo>
                <a:lnTo>
                  <a:pt x="362" y="290"/>
                </a:lnTo>
                <a:lnTo>
                  <a:pt x="358" y="294"/>
                </a:lnTo>
                <a:lnTo>
                  <a:pt x="353" y="298"/>
                </a:lnTo>
                <a:lnTo>
                  <a:pt x="348" y="301"/>
                </a:lnTo>
                <a:lnTo>
                  <a:pt x="342" y="304"/>
                </a:lnTo>
                <a:lnTo>
                  <a:pt x="337" y="308"/>
                </a:lnTo>
                <a:lnTo>
                  <a:pt x="332" y="311"/>
                </a:lnTo>
                <a:lnTo>
                  <a:pt x="326" y="314"/>
                </a:lnTo>
                <a:lnTo>
                  <a:pt x="320" y="316"/>
                </a:lnTo>
                <a:lnTo>
                  <a:pt x="315" y="319"/>
                </a:lnTo>
                <a:lnTo>
                  <a:pt x="309" y="322"/>
                </a:lnTo>
                <a:lnTo>
                  <a:pt x="303" y="324"/>
                </a:lnTo>
                <a:lnTo>
                  <a:pt x="297" y="326"/>
                </a:lnTo>
                <a:lnTo>
                  <a:pt x="291" y="328"/>
                </a:lnTo>
                <a:lnTo>
                  <a:pt x="284" y="330"/>
                </a:lnTo>
                <a:lnTo>
                  <a:pt x="278" y="332"/>
                </a:lnTo>
                <a:lnTo>
                  <a:pt x="272" y="333"/>
                </a:lnTo>
                <a:lnTo>
                  <a:pt x="265" y="335"/>
                </a:lnTo>
                <a:lnTo>
                  <a:pt x="259" y="336"/>
                </a:lnTo>
                <a:lnTo>
                  <a:pt x="252" y="337"/>
                </a:lnTo>
                <a:lnTo>
                  <a:pt x="246" y="338"/>
                </a:lnTo>
                <a:lnTo>
                  <a:pt x="239" y="339"/>
                </a:lnTo>
                <a:lnTo>
                  <a:pt x="233" y="339"/>
                </a:lnTo>
                <a:lnTo>
                  <a:pt x="226" y="340"/>
                </a:lnTo>
                <a:lnTo>
                  <a:pt x="219" y="340"/>
                </a:lnTo>
                <a:lnTo>
                  <a:pt x="213" y="340"/>
                </a:lnTo>
                <a:lnTo>
                  <a:pt x="206" y="340"/>
                </a:lnTo>
                <a:lnTo>
                  <a:pt x="200" y="340"/>
                </a:lnTo>
                <a:lnTo>
                  <a:pt x="193" y="339"/>
                </a:lnTo>
                <a:lnTo>
                  <a:pt x="186" y="339"/>
                </a:lnTo>
                <a:lnTo>
                  <a:pt x="180" y="338"/>
                </a:lnTo>
                <a:lnTo>
                  <a:pt x="173" y="337"/>
                </a:lnTo>
                <a:lnTo>
                  <a:pt x="167" y="336"/>
                </a:lnTo>
                <a:lnTo>
                  <a:pt x="160" y="335"/>
                </a:lnTo>
                <a:lnTo>
                  <a:pt x="154" y="333"/>
                </a:lnTo>
                <a:lnTo>
                  <a:pt x="147" y="332"/>
                </a:lnTo>
                <a:lnTo>
                  <a:pt x="141" y="330"/>
                </a:lnTo>
                <a:lnTo>
                  <a:pt x="135" y="328"/>
                </a:lnTo>
                <a:lnTo>
                  <a:pt x="129" y="326"/>
                </a:lnTo>
                <a:lnTo>
                  <a:pt x="123" y="324"/>
                </a:lnTo>
                <a:lnTo>
                  <a:pt x="117" y="322"/>
                </a:lnTo>
                <a:lnTo>
                  <a:pt x="111" y="319"/>
                </a:lnTo>
                <a:lnTo>
                  <a:pt x="105" y="316"/>
                </a:lnTo>
                <a:lnTo>
                  <a:pt x="99" y="314"/>
                </a:lnTo>
                <a:lnTo>
                  <a:pt x="93" y="311"/>
                </a:lnTo>
                <a:lnTo>
                  <a:pt x="88" y="308"/>
                </a:lnTo>
                <a:lnTo>
                  <a:pt x="82" y="304"/>
                </a:lnTo>
                <a:lnTo>
                  <a:pt x="77" y="301"/>
                </a:lnTo>
                <a:lnTo>
                  <a:pt x="72" y="298"/>
                </a:lnTo>
                <a:lnTo>
                  <a:pt x="67" y="294"/>
                </a:lnTo>
                <a:lnTo>
                  <a:pt x="62" y="290"/>
                </a:lnTo>
                <a:lnTo>
                  <a:pt x="58" y="287"/>
                </a:lnTo>
                <a:lnTo>
                  <a:pt x="53" y="283"/>
                </a:lnTo>
                <a:lnTo>
                  <a:pt x="49" y="279"/>
                </a:lnTo>
                <a:lnTo>
                  <a:pt x="45" y="274"/>
                </a:lnTo>
                <a:lnTo>
                  <a:pt x="41" y="270"/>
                </a:lnTo>
                <a:lnTo>
                  <a:pt x="37" y="266"/>
                </a:lnTo>
                <a:lnTo>
                  <a:pt x="33" y="261"/>
                </a:lnTo>
                <a:lnTo>
                  <a:pt x="30" y="257"/>
                </a:lnTo>
                <a:lnTo>
                  <a:pt x="26" y="252"/>
                </a:lnTo>
                <a:lnTo>
                  <a:pt x="23" y="247"/>
                </a:lnTo>
                <a:lnTo>
                  <a:pt x="20" y="243"/>
                </a:lnTo>
                <a:lnTo>
                  <a:pt x="18" y="238"/>
                </a:lnTo>
                <a:lnTo>
                  <a:pt x="15" y="233"/>
                </a:lnTo>
                <a:lnTo>
                  <a:pt x="13" y="228"/>
                </a:lnTo>
                <a:lnTo>
                  <a:pt x="11" y="223"/>
                </a:lnTo>
                <a:lnTo>
                  <a:pt x="9" y="218"/>
                </a:lnTo>
                <a:lnTo>
                  <a:pt x="7" y="213"/>
                </a:lnTo>
                <a:lnTo>
                  <a:pt x="5" y="207"/>
                </a:lnTo>
                <a:lnTo>
                  <a:pt x="4" y="202"/>
                </a:lnTo>
                <a:lnTo>
                  <a:pt x="3" y="197"/>
                </a:lnTo>
                <a:lnTo>
                  <a:pt x="2" y="192"/>
                </a:lnTo>
                <a:lnTo>
                  <a:pt x="1" y="186"/>
                </a:lnTo>
                <a:lnTo>
                  <a:pt x="1" y="181"/>
                </a:lnTo>
                <a:lnTo>
                  <a:pt x="0" y="176"/>
                </a:lnTo>
                <a:lnTo>
                  <a:pt x="0" y="170"/>
                </a:lnTo>
                <a:lnTo>
                  <a:pt x="0" y="165"/>
                </a:lnTo>
                <a:lnTo>
                  <a:pt x="1" y="160"/>
                </a:lnTo>
                <a:lnTo>
                  <a:pt x="1" y="154"/>
                </a:lnTo>
                <a:lnTo>
                  <a:pt x="2" y="149"/>
                </a:lnTo>
                <a:lnTo>
                  <a:pt x="3" y="144"/>
                </a:lnTo>
                <a:lnTo>
                  <a:pt x="4" y="139"/>
                </a:lnTo>
                <a:lnTo>
                  <a:pt x="5" y="133"/>
                </a:lnTo>
                <a:lnTo>
                  <a:pt x="7" y="128"/>
                </a:lnTo>
                <a:lnTo>
                  <a:pt x="9" y="123"/>
                </a:lnTo>
                <a:lnTo>
                  <a:pt x="11" y="118"/>
                </a:lnTo>
                <a:lnTo>
                  <a:pt x="13" y="113"/>
                </a:lnTo>
                <a:lnTo>
                  <a:pt x="15" y="108"/>
                </a:lnTo>
                <a:lnTo>
                  <a:pt x="18" y="103"/>
                </a:lnTo>
                <a:lnTo>
                  <a:pt x="20" y="98"/>
                </a:lnTo>
                <a:lnTo>
                  <a:pt x="23" y="93"/>
                </a:lnTo>
                <a:lnTo>
                  <a:pt x="26" y="89"/>
                </a:lnTo>
                <a:lnTo>
                  <a:pt x="30" y="84"/>
                </a:lnTo>
                <a:lnTo>
                  <a:pt x="33" y="79"/>
                </a:lnTo>
                <a:lnTo>
                  <a:pt x="37" y="75"/>
                </a:lnTo>
                <a:lnTo>
                  <a:pt x="41" y="71"/>
                </a:lnTo>
                <a:lnTo>
                  <a:pt x="45" y="66"/>
                </a:lnTo>
                <a:lnTo>
                  <a:pt x="49" y="62"/>
                </a:lnTo>
                <a:lnTo>
                  <a:pt x="53" y="58"/>
                </a:lnTo>
                <a:lnTo>
                  <a:pt x="58" y="54"/>
                </a:lnTo>
                <a:lnTo>
                  <a:pt x="62" y="50"/>
                </a:lnTo>
                <a:lnTo>
                  <a:pt x="67" y="47"/>
                </a:lnTo>
                <a:lnTo>
                  <a:pt x="72" y="43"/>
                </a:lnTo>
                <a:lnTo>
                  <a:pt x="77" y="40"/>
                </a:lnTo>
                <a:lnTo>
                  <a:pt x="82" y="36"/>
                </a:lnTo>
                <a:lnTo>
                  <a:pt x="88" y="33"/>
                </a:lnTo>
                <a:lnTo>
                  <a:pt x="93" y="30"/>
                </a:lnTo>
                <a:lnTo>
                  <a:pt x="99" y="27"/>
                </a:lnTo>
                <a:lnTo>
                  <a:pt x="105" y="24"/>
                </a:lnTo>
                <a:lnTo>
                  <a:pt x="111" y="22"/>
                </a:lnTo>
                <a:lnTo>
                  <a:pt x="117" y="19"/>
                </a:lnTo>
                <a:lnTo>
                  <a:pt x="123" y="17"/>
                </a:lnTo>
                <a:lnTo>
                  <a:pt x="129" y="15"/>
                </a:lnTo>
                <a:lnTo>
                  <a:pt x="135" y="13"/>
                </a:lnTo>
                <a:lnTo>
                  <a:pt x="141" y="11"/>
                </a:lnTo>
                <a:lnTo>
                  <a:pt x="147" y="9"/>
                </a:lnTo>
                <a:lnTo>
                  <a:pt x="154" y="6"/>
                </a:lnTo>
                <a:lnTo>
                  <a:pt x="160" y="5"/>
                </a:lnTo>
                <a:lnTo>
                  <a:pt x="167" y="4"/>
                </a:lnTo>
                <a:lnTo>
                  <a:pt x="173" y="3"/>
                </a:lnTo>
                <a:lnTo>
                  <a:pt x="180" y="2"/>
                </a:lnTo>
                <a:lnTo>
                  <a:pt x="186" y="1"/>
                </a:lnTo>
                <a:lnTo>
                  <a:pt x="193" y="1"/>
                </a:lnTo>
                <a:lnTo>
                  <a:pt x="200" y="0"/>
                </a:lnTo>
                <a:lnTo>
                  <a:pt x="206" y="0"/>
                </a:lnTo>
                <a:lnTo>
                  <a:pt x="213" y="0"/>
                </a:lnTo>
                <a:lnTo>
                  <a:pt x="219" y="0"/>
                </a:lnTo>
                <a:lnTo>
                  <a:pt x="226" y="0"/>
                </a:lnTo>
                <a:lnTo>
                  <a:pt x="233" y="1"/>
                </a:lnTo>
                <a:lnTo>
                  <a:pt x="239" y="1"/>
                </a:lnTo>
                <a:lnTo>
                  <a:pt x="246" y="2"/>
                </a:lnTo>
                <a:lnTo>
                  <a:pt x="252" y="3"/>
                </a:lnTo>
                <a:lnTo>
                  <a:pt x="259" y="4"/>
                </a:lnTo>
                <a:lnTo>
                  <a:pt x="265" y="5"/>
                </a:lnTo>
                <a:lnTo>
                  <a:pt x="272" y="6"/>
                </a:lnTo>
                <a:lnTo>
                  <a:pt x="278" y="9"/>
                </a:lnTo>
                <a:lnTo>
                  <a:pt x="284" y="11"/>
                </a:lnTo>
                <a:lnTo>
                  <a:pt x="291" y="13"/>
                </a:lnTo>
                <a:lnTo>
                  <a:pt x="297" y="15"/>
                </a:lnTo>
                <a:lnTo>
                  <a:pt x="303" y="17"/>
                </a:lnTo>
                <a:lnTo>
                  <a:pt x="309" y="19"/>
                </a:lnTo>
                <a:lnTo>
                  <a:pt x="315" y="22"/>
                </a:lnTo>
                <a:lnTo>
                  <a:pt x="320" y="24"/>
                </a:lnTo>
                <a:lnTo>
                  <a:pt x="326" y="27"/>
                </a:lnTo>
                <a:lnTo>
                  <a:pt x="332" y="30"/>
                </a:lnTo>
                <a:lnTo>
                  <a:pt x="337" y="33"/>
                </a:lnTo>
                <a:lnTo>
                  <a:pt x="342" y="36"/>
                </a:lnTo>
                <a:lnTo>
                  <a:pt x="348" y="40"/>
                </a:lnTo>
                <a:lnTo>
                  <a:pt x="353" y="43"/>
                </a:lnTo>
                <a:lnTo>
                  <a:pt x="358" y="47"/>
                </a:lnTo>
                <a:lnTo>
                  <a:pt x="362" y="50"/>
                </a:lnTo>
                <a:lnTo>
                  <a:pt x="367" y="54"/>
                </a:lnTo>
                <a:lnTo>
                  <a:pt x="371" y="58"/>
                </a:lnTo>
                <a:lnTo>
                  <a:pt x="376" y="62"/>
                </a:lnTo>
                <a:lnTo>
                  <a:pt x="380" y="66"/>
                </a:lnTo>
                <a:lnTo>
                  <a:pt x="384" y="71"/>
                </a:lnTo>
                <a:lnTo>
                  <a:pt x="388" y="75"/>
                </a:lnTo>
                <a:lnTo>
                  <a:pt x="391" y="79"/>
                </a:lnTo>
                <a:lnTo>
                  <a:pt x="395" y="84"/>
                </a:lnTo>
                <a:lnTo>
                  <a:pt x="398" y="89"/>
                </a:lnTo>
                <a:lnTo>
                  <a:pt x="401" y="93"/>
                </a:lnTo>
                <a:lnTo>
                  <a:pt x="404" y="98"/>
                </a:lnTo>
                <a:lnTo>
                  <a:pt x="407" y="103"/>
                </a:lnTo>
                <a:lnTo>
                  <a:pt x="409" y="108"/>
                </a:lnTo>
                <a:lnTo>
                  <a:pt x="412" y="113"/>
                </a:lnTo>
                <a:lnTo>
                  <a:pt x="414" y="118"/>
                </a:lnTo>
                <a:lnTo>
                  <a:pt x="416" y="123"/>
                </a:lnTo>
                <a:lnTo>
                  <a:pt x="418" y="128"/>
                </a:lnTo>
                <a:lnTo>
                  <a:pt x="419" y="133"/>
                </a:lnTo>
                <a:lnTo>
                  <a:pt x="421" y="139"/>
                </a:lnTo>
                <a:lnTo>
                  <a:pt x="422" y="144"/>
                </a:lnTo>
                <a:lnTo>
                  <a:pt x="423" y="149"/>
                </a:lnTo>
                <a:lnTo>
                  <a:pt x="423" y="154"/>
                </a:lnTo>
                <a:lnTo>
                  <a:pt x="424" y="160"/>
                </a:lnTo>
                <a:lnTo>
                  <a:pt x="424" y="165"/>
                </a:lnTo>
                <a:lnTo>
                  <a:pt x="424" y="170"/>
                </a:lnTo>
                <a:close/>
              </a:path>
            </a:pathLst>
          </a:custGeom>
          <a:solidFill>
            <a:srgbClr val="ffe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3" name=""/>
          <p:cNvSpPr/>
          <p:nvPr/>
        </p:nvSpPr>
        <p:spPr>
          <a:xfrm>
            <a:off x="4901760" y="1766160"/>
            <a:ext cx="154440" cy="123840"/>
          </a:xfrm>
          <a:custGeom>
            <a:avLst/>
            <a:gdLst/>
            <a:ahLst/>
            <a:rect l="0" t="0" r="r" b="b"/>
            <a:pathLst>
              <a:path w="429" h="344">
                <a:moveTo>
                  <a:pt x="426" y="172"/>
                </a:moveTo>
                <a:lnTo>
                  <a:pt x="426" y="167"/>
                </a:lnTo>
                <a:lnTo>
                  <a:pt x="426" y="162"/>
                </a:lnTo>
                <a:lnTo>
                  <a:pt x="425" y="156"/>
                </a:lnTo>
                <a:lnTo>
                  <a:pt x="425" y="151"/>
                </a:lnTo>
                <a:lnTo>
                  <a:pt x="424" y="146"/>
                </a:lnTo>
                <a:lnTo>
                  <a:pt x="423" y="141"/>
                </a:lnTo>
                <a:lnTo>
                  <a:pt x="421" y="135"/>
                </a:lnTo>
                <a:lnTo>
                  <a:pt x="420" y="130"/>
                </a:lnTo>
                <a:lnTo>
                  <a:pt x="418" y="125"/>
                </a:lnTo>
                <a:lnTo>
                  <a:pt x="416" y="120"/>
                </a:lnTo>
                <a:lnTo>
                  <a:pt x="414" y="115"/>
                </a:lnTo>
                <a:lnTo>
                  <a:pt x="411" y="110"/>
                </a:lnTo>
                <a:lnTo>
                  <a:pt x="409" y="105"/>
                </a:lnTo>
                <a:lnTo>
                  <a:pt x="406" y="100"/>
                </a:lnTo>
                <a:lnTo>
                  <a:pt x="403" y="95"/>
                </a:lnTo>
                <a:lnTo>
                  <a:pt x="400" y="91"/>
                </a:lnTo>
                <a:lnTo>
                  <a:pt x="397" y="86"/>
                </a:lnTo>
                <a:lnTo>
                  <a:pt x="393" y="81"/>
                </a:lnTo>
                <a:lnTo>
                  <a:pt x="390" y="77"/>
                </a:lnTo>
                <a:lnTo>
                  <a:pt x="386" y="73"/>
                </a:lnTo>
                <a:lnTo>
                  <a:pt x="382" y="68"/>
                </a:lnTo>
                <a:lnTo>
                  <a:pt x="378" y="64"/>
                </a:lnTo>
                <a:lnTo>
                  <a:pt x="373" y="60"/>
                </a:lnTo>
                <a:lnTo>
                  <a:pt x="369" y="56"/>
                </a:lnTo>
                <a:lnTo>
                  <a:pt x="364" y="51"/>
                </a:lnTo>
                <a:lnTo>
                  <a:pt x="360" y="48"/>
                </a:lnTo>
                <a:lnTo>
                  <a:pt x="355" y="44"/>
                </a:lnTo>
                <a:lnTo>
                  <a:pt x="350" y="41"/>
                </a:lnTo>
                <a:lnTo>
                  <a:pt x="344" y="37"/>
                </a:lnTo>
                <a:lnTo>
                  <a:pt x="339" y="34"/>
                </a:lnTo>
                <a:lnTo>
                  <a:pt x="334" y="31"/>
                </a:lnTo>
                <a:lnTo>
                  <a:pt x="328" y="28"/>
                </a:lnTo>
                <a:lnTo>
                  <a:pt x="322" y="25"/>
                </a:lnTo>
                <a:lnTo>
                  <a:pt x="317" y="23"/>
                </a:lnTo>
                <a:lnTo>
                  <a:pt x="311" y="20"/>
                </a:lnTo>
                <a:lnTo>
                  <a:pt x="305" y="18"/>
                </a:lnTo>
                <a:lnTo>
                  <a:pt x="299" y="16"/>
                </a:lnTo>
                <a:lnTo>
                  <a:pt x="293" y="14"/>
                </a:lnTo>
                <a:lnTo>
                  <a:pt x="286" y="12"/>
                </a:lnTo>
                <a:lnTo>
                  <a:pt x="280" y="10"/>
                </a:lnTo>
                <a:lnTo>
                  <a:pt x="274" y="8"/>
                </a:lnTo>
                <a:lnTo>
                  <a:pt x="267" y="7"/>
                </a:lnTo>
                <a:lnTo>
                  <a:pt x="260" y="6"/>
                </a:lnTo>
                <a:lnTo>
                  <a:pt x="253" y="5"/>
                </a:lnTo>
                <a:lnTo>
                  <a:pt x="247" y="4"/>
                </a:lnTo>
                <a:lnTo>
                  <a:pt x="240" y="3"/>
                </a:lnTo>
                <a:lnTo>
                  <a:pt x="234" y="3"/>
                </a:lnTo>
                <a:lnTo>
                  <a:pt x="227" y="2"/>
                </a:lnTo>
                <a:lnTo>
                  <a:pt x="220" y="2"/>
                </a:lnTo>
                <a:lnTo>
                  <a:pt x="214" y="2"/>
                </a:lnTo>
                <a:lnTo>
                  <a:pt x="207" y="2"/>
                </a:lnTo>
                <a:lnTo>
                  <a:pt x="201" y="2"/>
                </a:lnTo>
                <a:lnTo>
                  <a:pt x="194" y="3"/>
                </a:lnTo>
                <a:lnTo>
                  <a:pt x="187" y="3"/>
                </a:lnTo>
                <a:lnTo>
                  <a:pt x="181" y="4"/>
                </a:lnTo>
                <a:lnTo>
                  <a:pt x="174" y="5"/>
                </a:lnTo>
                <a:lnTo>
                  <a:pt x="168" y="6"/>
                </a:lnTo>
                <a:lnTo>
                  <a:pt x="161" y="7"/>
                </a:lnTo>
                <a:lnTo>
                  <a:pt x="155" y="8"/>
                </a:lnTo>
                <a:lnTo>
                  <a:pt x="148" y="10"/>
                </a:lnTo>
                <a:lnTo>
                  <a:pt x="142" y="12"/>
                </a:lnTo>
                <a:lnTo>
                  <a:pt x="136" y="14"/>
                </a:lnTo>
                <a:lnTo>
                  <a:pt x="130" y="16"/>
                </a:lnTo>
                <a:lnTo>
                  <a:pt x="124" y="18"/>
                </a:lnTo>
                <a:lnTo>
                  <a:pt x="118" y="20"/>
                </a:lnTo>
                <a:lnTo>
                  <a:pt x="112" y="23"/>
                </a:lnTo>
                <a:lnTo>
                  <a:pt x="106" y="25"/>
                </a:lnTo>
                <a:lnTo>
                  <a:pt x="100" y="28"/>
                </a:lnTo>
                <a:lnTo>
                  <a:pt x="95" y="31"/>
                </a:lnTo>
                <a:lnTo>
                  <a:pt x="90" y="34"/>
                </a:lnTo>
                <a:lnTo>
                  <a:pt x="84" y="37"/>
                </a:lnTo>
                <a:lnTo>
                  <a:pt x="79" y="41"/>
                </a:lnTo>
                <a:lnTo>
                  <a:pt x="74" y="44"/>
                </a:lnTo>
                <a:lnTo>
                  <a:pt x="69" y="48"/>
                </a:lnTo>
                <a:lnTo>
                  <a:pt x="64" y="51"/>
                </a:lnTo>
                <a:lnTo>
                  <a:pt x="60" y="56"/>
                </a:lnTo>
                <a:lnTo>
                  <a:pt x="55" y="60"/>
                </a:lnTo>
                <a:lnTo>
                  <a:pt x="51" y="64"/>
                </a:lnTo>
                <a:lnTo>
                  <a:pt x="47" y="68"/>
                </a:lnTo>
                <a:lnTo>
                  <a:pt x="43" y="73"/>
                </a:lnTo>
                <a:lnTo>
                  <a:pt x="39" y="77"/>
                </a:lnTo>
                <a:lnTo>
                  <a:pt x="35" y="81"/>
                </a:lnTo>
                <a:lnTo>
                  <a:pt x="32" y="86"/>
                </a:lnTo>
                <a:lnTo>
                  <a:pt x="28" y="91"/>
                </a:lnTo>
                <a:lnTo>
                  <a:pt x="25" y="95"/>
                </a:lnTo>
                <a:lnTo>
                  <a:pt x="22" y="100"/>
                </a:lnTo>
                <a:lnTo>
                  <a:pt x="20" y="105"/>
                </a:lnTo>
                <a:lnTo>
                  <a:pt x="17" y="110"/>
                </a:lnTo>
                <a:lnTo>
                  <a:pt x="15" y="115"/>
                </a:lnTo>
                <a:lnTo>
                  <a:pt x="13" y="120"/>
                </a:lnTo>
                <a:lnTo>
                  <a:pt x="11" y="125"/>
                </a:lnTo>
                <a:lnTo>
                  <a:pt x="9" y="130"/>
                </a:lnTo>
                <a:lnTo>
                  <a:pt x="7" y="135"/>
                </a:lnTo>
                <a:lnTo>
                  <a:pt x="6" y="141"/>
                </a:lnTo>
                <a:lnTo>
                  <a:pt x="5" y="146"/>
                </a:lnTo>
                <a:lnTo>
                  <a:pt x="4" y="151"/>
                </a:lnTo>
                <a:lnTo>
                  <a:pt x="3" y="156"/>
                </a:lnTo>
                <a:lnTo>
                  <a:pt x="3" y="162"/>
                </a:lnTo>
                <a:lnTo>
                  <a:pt x="2" y="167"/>
                </a:lnTo>
                <a:lnTo>
                  <a:pt x="2" y="172"/>
                </a:lnTo>
                <a:lnTo>
                  <a:pt x="2" y="178"/>
                </a:lnTo>
                <a:lnTo>
                  <a:pt x="3" y="183"/>
                </a:lnTo>
                <a:lnTo>
                  <a:pt x="3" y="188"/>
                </a:lnTo>
                <a:lnTo>
                  <a:pt x="4" y="194"/>
                </a:lnTo>
                <a:lnTo>
                  <a:pt x="5" y="199"/>
                </a:lnTo>
                <a:lnTo>
                  <a:pt x="6" y="204"/>
                </a:lnTo>
                <a:lnTo>
                  <a:pt x="7" y="209"/>
                </a:lnTo>
                <a:lnTo>
                  <a:pt x="9" y="215"/>
                </a:lnTo>
                <a:lnTo>
                  <a:pt x="11" y="220"/>
                </a:lnTo>
                <a:lnTo>
                  <a:pt x="13" y="225"/>
                </a:lnTo>
                <a:lnTo>
                  <a:pt x="15" y="230"/>
                </a:lnTo>
                <a:lnTo>
                  <a:pt x="17" y="235"/>
                </a:lnTo>
                <a:lnTo>
                  <a:pt x="20" y="240"/>
                </a:lnTo>
                <a:lnTo>
                  <a:pt x="22" y="245"/>
                </a:lnTo>
                <a:lnTo>
                  <a:pt x="25" y="249"/>
                </a:lnTo>
                <a:lnTo>
                  <a:pt x="28" y="254"/>
                </a:lnTo>
                <a:lnTo>
                  <a:pt x="32" y="259"/>
                </a:lnTo>
                <a:lnTo>
                  <a:pt x="35" y="263"/>
                </a:lnTo>
                <a:lnTo>
                  <a:pt x="39" y="268"/>
                </a:lnTo>
                <a:lnTo>
                  <a:pt x="43" y="272"/>
                </a:lnTo>
                <a:lnTo>
                  <a:pt x="47" y="276"/>
                </a:lnTo>
                <a:lnTo>
                  <a:pt x="51" y="281"/>
                </a:lnTo>
                <a:lnTo>
                  <a:pt x="55" y="285"/>
                </a:lnTo>
                <a:lnTo>
                  <a:pt x="60" y="289"/>
                </a:lnTo>
                <a:lnTo>
                  <a:pt x="64" y="292"/>
                </a:lnTo>
                <a:lnTo>
                  <a:pt x="69" y="296"/>
                </a:lnTo>
                <a:lnTo>
                  <a:pt x="74" y="300"/>
                </a:lnTo>
                <a:lnTo>
                  <a:pt x="79" y="303"/>
                </a:lnTo>
                <a:lnTo>
                  <a:pt x="84" y="306"/>
                </a:lnTo>
                <a:lnTo>
                  <a:pt x="90" y="310"/>
                </a:lnTo>
                <a:lnTo>
                  <a:pt x="95" y="313"/>
                </a:lnTo>
                <a:lnTo>
                  <a:pt x="100" y="316"/>
                </a:lnTo>
                <a:lnTo>
                  <a:pt x="106" y="318"/>
                </a:lnTo>
                <a:lnTo>
                  <a:pt x="112" y="321"/>
                </a:lnTo>
                <a:lnTo>
                  <a:pt x="118" y="324"/>
                </a:lnTo>
                <a:lnTo>
                  <a:pt x="124" y="326"/>
                </a:lnTo>
                <a:lnTo>
                  <a:pt x="130" y="328"/>
                </a:lnTo>
                <a:lnTo>
                  <a:pt x="136" y="330"/>
                </a:lnTo>
                <a:lnTo>
                  <a:pt x="142" y="332"/>
                </a:lnTo>
                <a:lnTo>
                  <a:pt x="148" y="334"/>
                </a:lnTo>
                <a:lnTo>
                  <a:pt x="155" y="335"/>
                </a:lnTo>
                <a:lnTo>
                  <a:pt x="161" y="337"/>
                </a:lnTo>
                <a:lnTo>
                  <a:pt x="168" y="338"/>
                </a:lnTo>
                <a:lnTo>
                  <a:pt x="174" y="339"/>
                </a:lnTo>
                <a:lnTo>
                  <a:pt x="181" y="340"/>
                </a:lnTo>
                <a:lnTo>
                  <a:pt x="187" y="341"/>
                </a:lnTo>
                <a:lnTo>
                  <a:pt x="194" y="341"/>
                </a:lnTo>
                <a:lnTo>
                  <a:pt x="201" y="342"/>
                </a:lnTo>
                <a:lnTo>
                  <a:pt x="207" y="342"/>
                </a:lnTo>
                <a:lnTo>
                  <a:pt x="214" y="342"/>
                </a:lnTo>
                <a:lnTo>
                  <a:pt x="220" y="342"/>
                </a:lnTo>
                <a:lnTo>
                  <a:pt x="227" y="342"/>
                </a:lnTo>
                <a:lnTo>
                  <a:pt x="234" y="341"/>
                </a:lnTo>
                <a:lnTo>
                  <a:pt x="240" y="341"/>
                </a:lnTo>
                <a:lnTo>
                  <a:pt x="247" y="340"/>
                </a:lnTo>
                <a:lnTo>
                  <a:pt x="253" y="339"/>
                </a:lnTo>
                <a:lnTo>
                  <a:pt x="260" y="338"/>
                </a:lnTo>
                <a:lnTo>
                  <a:pt x="267" y="337"/>
                </a:lnTo>
                <a:lnTo>
                  <a:pt x="274" y="335"/>
                </a:lnTo>
                <a:lnTo>
                  <a:pt x="280" y="334"/>
                </a:lnTo>
                <a:lnTo>
                  <a:pt x="286" y="332"/>
                </a:lnTo>
                <a:lnTo>
                  <a:pt x="293" y="330"/>
                </a:lnTo>
                <a:lnTo>
                  <a:pt x="299" y="328"/>
                </a:lnTo>
                <a:lnTo>
                  <a:pt x="305" y="326"/>
                </a:lnTo>
                <a:lnTo>
                  <a:pt x="311" y="324"/>
                </a:lnTo>
                <a:lnTo>
                  <a:pt x="317" y="321"/>
                </a:lnTo>
                <a:lnTo>
                  <a:pt x="322" y="318"/>
                </a:lnTo>
                <a:lnTo>
                  <a:pt x="328" y="316"/>
                </a:lnTo>
                <a:lnTo>
                  <a:pt x="334" y="313"/>
                </a:lnTo>
                <a:lnTo>
                  <a:pt x="339" y="310"/>
                </a:lnTo>
                <a:lnTo>
                  <a:pt x="344" y="306"/>
                </a:lnTo>
                <a:lnTo>
                  <a:pt x="350" y="303"/>
                </a:lnTo>
                <a:lnTo>
                  <a:pt x="355" y="300"/>
                </a:lnTo>
                <a:lnTo>
                  <a:pt x="360" y="296"/>
                </a:lnTo>
                <a:lnTo>
                  <a:pt x="364" y="292"/>
                </a:lnTo>
                <a:lnTo>
                  <a:pt x="369" y="289"/>
                </a:lnTo>
                <a:lnTo>
                  <a:pt x="373" y="285"/>
                </a:lnTo>
                <a:lnTo>
                  <a:pt x="378" y="281"/>
                </a:lnTo>
                <a:lnTo>
                  <a:pt x="382" y="276"/>
                </a:lnTo>
                <a:lnTo>
                  <a:pt x="386" y="272"/>
                </a:lnTo>
                <a:lnTo>
                  <a:pt x="390" y="268"/>
                </a:lnTo>
                <a:lnTo>
                  <a:pt x="393" y="263"/>
                </a:lnTo>
                <a:lnTo>
                  <a:pt x="397" y="259"/>
                </a:lnTo>
                <a:lnTo>
                  <a:pt x="400" y="254"/>
                </a:lnTo>
                <a:lnTo>
                  <a:pt x="403" y="249"/>
                </a:lnTo>
                <a:lnTo>
                  <a:pt x="406" y="245"/>
                </a:lnTo>
                <a:lnTo>
                  <a:pt x="409" y="240"/>
                </a:lnTo>
                <a:lnTo>
                  <a:pt x="411" y="235"/>
                </a:lnTo>
                <a:lnTo>
                  <a:pt x="414" y="230"/>
                </a:lnTo>
                <a:lnTo>
                  <a:pt x="416" y="225"/>
                </a:lnTo>
                <a:lnTo>
                  <a:pt x="418" y="220"/>
                </a:lnTo>
                <a:lnTo>
                  <a:pt x="420" y="215"/>
                </a:lnTo>
                <a:lnTo>
                  <a:pt x="421" y="209"/>
                </a:lnTo>
                <a:lnTo>
                  <a:pt x="423" y="204"/>
                </a:lnTo>
                <a:lnTo>
                  <a:pt x="424" y="199"/>
                </a:lnTo>
                <a:lnTo>
                  <a:pt x="425" y="194"/>
                </a:lnTo>
                <a:lnTo>
                  <a:pt x="425" y="188"/>
                </a:lnTo>
                <a:lnTo>
                  <a:pt x="426" y="183"/>
                </a:lnTo>
                <a:lnTo>
                  <a:pt x="426" y="178"/>
                </a:lnTo>
                <a:lnTo>
                  <a:pt x="426" y="172"/>
                </a:lnTo>
                <a:moveTo>
                  <a:pt x="429" y="172"/>
                </a:moveTo>
                <a:lnTo>
                  <a:pt x="428" y="178"/>
                </a:lnTo>
                <a:lnTo>
                  <a:pt x="428" y="183"/>
                </a:lnTo>
                <a:lnTo>
                  <a:pt x="428" y="189"/>
                </a:lnTo>
                <a:lnTo>
                  <a:pt x="427" y="194"/>
                </a:lnTo>
                <a:lnTo>
                  <a:pt x="426" y="199"/>
                </a:lnTo>
                <a:lnTo>
                  <a:pt x="425" y="205"/>
                </a:lnTo>
                <a:lnTo>
                  <a:pt x="423" y="210"/>
                </a:lnTo>
                <a:lnTo>
                  <a:pt x="422" y="215"/>
                </a:lnTo>
                <a:lnTo>
                  <a:pt x="420" y="220"/>
                </a:lnTo>
                <a:lnTo>
                  <a:pt x="418" y="225"/>
                </a:lnTo>
                <a:lnTo>
                  <a:pt x="416" y="230"/>
                </a:lnTo>
                <a:lnTo>
                  <a:pt x="414" y="236"/>
                </a:lnTo>
                <a:lnTo>
                  <a:pt x="411" y="240"/>
                </a:lnTo>
                <a:lnTo>
                  <a:pt x="408" y="245"/>
                </a:lnTo>
                <a:lnTo>
                  <a:pt x="405" y="250"/>
                </a:lnTo>
                <a:lnTo>
                  <a:pt x="402" y="255"/>
                </a:lnTo>
                <a:lnTo>
                  <a:pt x="399" y="260"/>
                </a:lnTo>
                <a:lnTo>
                  <a:pt x="395" y="264"/>
                </a:lnTo>
                <a:lnTo>
                  <a:pt x="392" y="269"/>
                </a:lnTo>
                <a:lnTo>
                  <a:pt x="388" y="273"/>
                </a:lnTo>
                <a:lnTo>
                  <a:pt x="384" y="277"/>
                </a:lnTo>
                <a:lnTo>
                  <a:pt x="380" y="282"/>
                </a:lnTo>
                <a:lnTo>
                  <a:pt x="375" y="286"/>
                </a:lnTo>
                <a:lnTo>
                  <a:pt x="371" y="290"/>
                </a:lnTo>
                <a:lnTo>
                  <a:pt x="366" y="294"/>
                </a:lnTo>
                <a:lnTo>
                  <a:pt x="361" y="297"/>
                </a:lnTo>
                <a:lnTo>
                  <a:pt x="356" y="301"/>
                </a:lnTo>
                <a:lnTo>
                  <a:pt x="351" y="305"/>
                </a:lnTo>
                <a:lnTo>
                  <a:pt x="346" y="308"/>
                </a:lnTo>
                <a:lnTo>
                  <a:pt x="340" y="311"/>
                </a:lnTo>
                <a:lnTo>
                  <a:pt x="335" y="314"/>
                </a:lnTo>
                <a:lnTo>
                  <a:pt x="329" y="317"/>
                </a:lnTo>
                <a:lnTo>
                  <a:pt x="324" y="320"/>
                </a:lnTo>
                <a:lnTo>
                  <a:pt x="318" y="323"/>
                </a:lnTo>
                <a:lnTo>
                  <a:pt x="312" y="325"/>
                </a:lnTo>
                <a:lnTo>
                  <a:pt x="306" y="328"/>
                </a:lnTo>
                <a:lnTo>
                  <a:pt x="300" y="330"/>
                </a:lnTo>
                <a:lnTo>
                  <a:pt x="293" y="332"/>
                </a:lnTo>
                <a:lnTo>
                  <a:pt x="287" y="334"/>
                </a:lnTo>
                <a:lnTo>
                  <a:pt x="281" y="335"/>
                </a:lnTo>
                <a:lnTo>
                  <a:pt x="274" y="337"/>
                </a:lnTo>
                <a:lnTo>
                  <a:pt x="268" y="338"/>
                </a:lnTo>
                <a:lnTo>
                  <a:pt x="260" y="340"/>
                </a:lnTo>
                <a:lnTo>
                  <a:pt x="254" y="341"/>
                </a:lnTo>
                <a:lnTo>
                  <a:pt x="247" y="342"/>
                </a:lnTo>
                <a:lnTo>
                  <a:pt x="241" y="343"/>
                </a:lnTo>
                <a:lnTo>
                  <a:pt x="234" y="343"/>
                </a:lnTo>
                <a:lnTo>
                  <a:pt x="227" y="344"/>
                </a:lnTo>
                <a:lnTo>
                  <a:pt x="221" y="344"/>
                </a:lnTo>
                <a:lnTo>
                  <a:pt x="214" y="344"/>
                </a:lnTo>
                <a:lnTo>
                  <a:pt x="207" y="344"/>
                </a:lnTo>
                <a:lnTo>
                  <a:pt x="200" y="344"/>
                </a:lnTo>
                <a:lnTo>
                  <a:pt x="194" y="343"/>
                </a:lnTo>
                <a:lnTo>
                  <a:pt x="187" y="343"/>
                </a:lnTo>
                <a:lnTo>
                  <a:pt x="180" y="342"/>
                </a:lnTo>
                <a:lnTo>
                  <a:pt x="174" y="341"/>
                </a:lnTo>
                <a:lnTo>
                  <a:pt x="167" y="340"/>
                </a:lnTo>
                <a:lnTo>
                  <a:pt x="161" y="338"/>
                </a:lnTo>
                <a:lnTo>
                  <a:pt x="154" y="337"/>
                </a:lnTo>
                <a:lnTo>
                  <a:pt x="148" y="335"/>
                </a:lnTo>
                <a:lnTo>
                  <a:pt x="141" y="334"/>
                </a:lnTo>
                <a:lnTo>
                  <a:pt x="135" y="332"/>
                </a:lnTo>
                <a:lnTo>
                  <a:pt x="129" y="330"/>
                </a:lnTo>
                <a:lnTo>
                  <a:pt x="123" y="328"/>
                </a:lnTo>
                <a:lnTo>
                  <a:pt x="117" y="325"/>
                </a:lnTo>
                <a:lnTo>
                  <a:pt x="111" y="323"/>
                </a:lnTo>
                <a:lnTo>
                  <a:pt x="105" y="320"/>
                </a:lnTo>
                <a:lnTo>
                  <a:pt x="99" y="317"/>
                </a:lnTo>
                <a:lnTo>
                  <a:pt x="94" y="314"/>
                </a:lnTo>
                <a:lnTo>
                  <a:pt x="88" y="311"/>
                </a:lnTo>
                <a:lnTo>
                  <a:pt x="83" y="308"/>
                </a:lnTo>
                <a:lnTo>
                  <a:pt x="78" y="305"/>
                </a:lnTo>
                <a:lnTo>
                  <a:pt x="72" y="301"/>
                </a:lnTo>
                <a:lnTo>
                  <a:pt x="67" y="297"/>
                </a:lnTo>
                <a:lnTo>
                  <a:pt x="63" y="294"/>
                </a:lnTo>
                <a:lnTo>
                  <a:pt x="58" y="290"/>
                </a:lnTo>
                <a:lnTo>
                  <a:pt x="53" y="286"/>
                </a:lnTo>
                <a:lnTo>
                  <a:pt x="49" y="282"/>
                </a:lnTo>
                <a:lnTo>
                  <a:pt x="45" y="277"/>
                </a:lnTo>
                <a:lnTo>
                  <a:pt x="41" y="273"/>
                </a:lnTo>
                <a:lnTo>
                  <a:pt x="37" y="269"/>
                </a:lnTo>
                <a:lnTo>
                  <a:pt x="33" y="264"/>
                </a:lnTo>
                <a:lnTo>
                  <a:pt x="30" y="260"/>
                </a:lnTo>
                <a:lnTo>
                  <a:pt x="26" y="255"/>
                </a:lnTo>
                <a:lnTo>
                  <a:pt x="23" y="250"/>
                </a:lnTo>
                <a:lnTo>
                  <a:pt x="20" y="245"/>
                </a:lnTo>
                <a:lnTo>
                  <a:pt x="18" y="240"/>
                </a:lnTo>
                <a:lnTo>
                  <a:pt x="15" y="236"/>
                </a:lnTo>
                <a:lnTo>
                  <a:pt x="13" y="230"/>
                </a:lnTo>
                <a:lnTo>
                  <a:pt x="10" y="225"/>
                </a:lnTo>
                <a:lnTo>
                  <a:pt x="9" y="220"/>
                </a:lnTo>
                <a:lnTo>
                  <a:pt x="7" y="215"/>
                </a:lnTo>
                <a:lnTo>
                  <a:pt x="5" y="210"/>
                </a:lnTo>
                <a:lnTo>
                  <a:pt x="4" y="205"/>
                </a:lnTo>
                <a:lnTo>
                  <a:pt x="3" y="199"/>
                </a:lnTo>
                <a:lnTo>
                  <a:pt x="2" y="194"/>
                </a:lnTo>
                <a:lnTo>
                  <a:pt x="1" y="189"/>
                </a:lnTo>
                <a:lnTo>
                  <a:pt x="0" y="183"/>
                </a:lnTo>
                <a:lnTo>
                  <a:pt x="0" y="178"/>
                </a:lnTo>
                <a:lnTo>
                  <a:pt x="0" y="172"/>
                </a:lnTo>
                <a:lnTo>
                  <a:pt x="0" y="167"/>
                </a:lnTo>
                <a:lnTo>
                  <a:pt x="0" y="162"/>
                </a:lnTo>
                <a:lnTo>
                  <a:pt x="1" y="156"/>
                </a:lnTo>
                <a:lnTo>
                  <a:pt x="2" y="151"/>
                </a:lnTo>
                <a:lnTo>
                  <a:pt x="3" y="146"/>
                </a:lnTo>
                <a:lnTo>
                  <a:pt x="4" y="140"/>
                </a:lnTo>
                <a:lnTo>
                  <a:pt x="5" y="135"/>
                </a:lnTo>
                <a:lnTo>
                  <a:pt x="7" y="130"/>
                </a:lnTo>
                <a:lnTo>
                  <a:pt x="9" y="125"/>
                </a:lnTo>
                <a:lnTo>
                  <a:pt x="10" y="119"/>
                </a:lnTo>
                <a:lnTo>
                  <a:pt x="13" y="114"/>
                </a:lnTo>
                <a:lnTo>
                  <a:pt x="15" y="109"/>
                </a:lnTo>
                <a:lnTo>
                  <a:pt x="18" y="104"/>
                </a:lnTo>
                <a:lnTo>
                  <a:pt x="20" y="99"/>
                </a:lnTo>
                <a:lnTo>
                  <a:pt x="23" y="95"/>
                </a:lnTo>
                <a:lnTo>
                  <a:pt x="26" y="90"/>
                </a:lnTo>
                <a:lnTo>
                  <a:pt x="30" y="85"/>
                </a:lnTo>
                <a:lnTo>
                  <a:pt x="33" y="81"/>
                </a:lnTo>
                <a:lnTo>
                  <a:pt x="37" y="76"/>
                </a:lnTo>
                <a:lnTo>
                  <a:pt x="41" y="72"/>
                </a:lnTo>
                <a:lnTo>
                  <a:pt x="45" y="67"/>
                </a:lnTo>
                <a:lnTo>
                  <a:pt x="49" y="63"/>
                </a:lnTo>
                <a:lnTo>
                  <a:pt x="53" y="59"/>
                </a:lnTo>
                <a:lnTo>
                  <a:pt x="58" y="55"/>
                </a:lnTo>
                <a:lnTo>
                  <a:pt x="63" y="50"/>
                </a:lnTo>
                <a:lnTo>
                  <a:pt x="67" y="46"/>
                </a:lnTo>
                <a:lnTo>
                  <a:pt x="72" y="43"/>
                </a:lnTo>
                <a:lnTo>
                  <a:pt x="78" y="39"/>
                </a:lnTo>
                <a:lnTo>
                  <a:pt x="83" y="36"/>
                </a:lnTo>
                <a:lnTo>
                  <a:pt x="88" y="33"/>
                </a:lnTo>
                <a:lnTo>
                  <a:pt x="94" y="30"/>
                </a:lnTo>
                <a:lnTo>
                  <a:pt x="99" y="27"/>
                </a:lnTo>
                <a:lnTo>
                  <a:pt x="105" y="24"/>
                </a:lnTo>
                <a:lnTo>
                  <a:pt x="111" y="21"/>
                </a:lnTo>
                <a:lnTo>
                  <a:pt x="117" y="19"/>
                </a:lnTo>
                <a:lnTo>
                  <a:pt x="123" y="16"/>
                </a:lnTo>
                <a:lnTo>
                  <a:pt x="129" y="14"/>
                </a:lnTo>
                <a:lnTo>
                  <a:pt x="135" y="12"/>
                </a:lnTo>
                <a:lnTo>
                  <a:pt x="141" y="10"/>
                </a:lnTo>
                <a:lnTo>
                  <a:pt x="148" y="8"/>
                </a:lnTo>
                <a:lnTo>
                  <a:pt x="154" y="7"/>
                </a:lnTo>
                <a:lnTo>
                  <a:pt x="161" y="5"/>
                </a:lnTo>
                <a:lnTo>
                  <a:pt x="167" y="4"/>
                </a:lnTo>
                <a:lnTo>
                  <a:pt x="174" y="3"/>
                </a:lnTo>
                <a:lnTo>
                  <a:pt x="180" y="2"/>
                </a:lnTo>
                <a:lnTo>
                  <a:pt x="187" y="1"/>
                </a:lnTo>
                <a:lnTo>
                  <a:pt x="194" y="1"/>
                </a:lnTo>
                <a:lnTo>
                  <a:pt x="200" y="0"/>
                </a:lnTo>
                <a:lnTo>
                  <a:pt x="207" y="0"/>
                </a:lnTo>
                <a:lnTo>
                  <a:pt x="214" y="0"/>
                </a:lnTo>
                <a:lnTo>
                  <a:pt x="221" y="0"/>
                </a:lnTo>
                <a:lnTo>
                  <a:pt x="227" y="0"/>
                </a:lnTo>
                <a:lnTo>
                  <a:pt x="234" y="1"/>
                </a:lnTo>
                <a:lnTo>
                  <a:pt x="241" y="1"/>
                </a:lnTo>
                <a:lnTo>
                  <a:pt x="247" y="2"/>
                </a:lnTo>
                <a:lnTo>
                  <a:pt x="254" y="3"/>
                </a:lnTo>
                <a:lnTo>
                  <a:pt x="260" y="4"/>
                </a:lnTo>
                <a:lnTo>
                  <a:pt x="268" y="5"/>
                </a:lnTo>
                <a:lnTo>
                  <a:pt x="274" y="7"/>
                </a:lnTo>
                <a:lnTo>
                  <a:pt x="281" y="8"/>
                </a:lnTo>
                <a:lnTo>
                  <a:pt x="287" y="10"/>
                </a:lnTo>
                <a:lnTo>
                  <a:pt x="293" y="12"/>
                </a:lnTo>
                <a:lnTo>
                  <a:pt x="300" y="14"/>
                </a:lnTo>
                <a:lnTo>
                  <a:pt x="306" y="16"/>
                </a:lnTo>
                <a:lnTo>
                  <a:pt x="312" y="19"/>
                </a:lnTo>
                <a:lnTo>
                  <a:pt x="318" y="21"/>
                </a:lnTo>
                <a:lnTo>
                  <a:pt x="324" y="24"/>
                </a:lnTo>
                <a:lnTo>
                  <a:pt x="329" y="27"/>
                </a:lnTo>
                <a:lnTo>
                  <a:pt x="335" y="30"/>
                </a:lnTo>
                <a:lnTo>
                  <a:pt x="340" y="33"/>
                </a:lnTo>
                <a:lnTo>
                  <a:pt x="346" y="36"/>
                </a:lnTo>
                <a:lnTo>
                  <a:pt x="351" y="39"/>
                </a:lnTo>
                <a:lnTo>
                  <a:pt x="356" y="43"/>
                </a:lnTo>
                <a:lnTo>
                  <a:pt x="361" y="46"/>
                </a:lnTo>
                <a:lnTo>
                  <a:pt x="366" y="50"/>
                </a:lnTo>
                <a:lnTo>
                  <a:pt x="371" y="55"/>
                </a:lnTo>
                <a:lnTo>
                  <a:pt x="375" y="59"/>
                </a:lnTo>
                <a:lnTo>
                  <a:pt x="380" y="63"/>
                </a:lnTo>
                <a:lnTo>
                  <a:pt x="384" y="67"/>
                </a:lnTo>
                <a:lnTo>
                  <a:pt x="388" y="72"/>
                </a:lnTo>
                <a:lnTo>
                  <a:pt x="392" y="76"/>
                </a:lnTo>
                <a:lnTo>
                  <a:pt x="395" y="81"/>
                </a:lnTo>
                <a:lnTo>
                  <a:pt x="399" y="85"/>
                </a:lnTo>
                <a:lnTo>
                  <a:pt x="402" y="90"/>
                </a:lnTo>
                <a:lnTo>
                  <a:pt x="405" y="95"/>
                </a:lnTo>
                <a:lnTo>
                  <a:pt x="408" y="99"/>
                </a:lnTo>
                <a:lnTo>
                  <a:pt x="411" y="104"/>
                </a:lnTo>
                <a:lnTo>
                  <a:pt x="414" y="109"/>
                </a:lnTo>
                <a:lnTo>
                  <a:pt x="416" y="114"/>
                </a:lnTo>
                <a:lnTo>
                  <a:pt x="418" y="119"/>
                </a:lnTo>
                <a:lnTo>
                  <a:pt x="420" y="125"/>
                </a:lnTo>
                <a:lnTo>
                  <a:pt x="422" y="130"/>
                </a:lnTo>
                <a:lnTo>
                  <a:pt x="423" y="135"/>
                </a:lnTo>
                <a:lnTo>
                  <a:pt x="425" y="140"/>
                </a:lnTo>
                <a:lnTo>
                  <a:pt x="426" y="146"/>
                </a:lnTo>
                <a:lnTo>
                  <a:pt x="427" y="151"/>
                </a:lnTo>
                <a:lnTo>
                  <a:pt x="428" y="156"/>
                </a:lnTo>
                <a:lnTo>
                  <a:pt x="428" y="162"/>
                </a:lnTo>
                <a:lnTo>
                  <a:pt x="428" y="167"/>
                </a:lnTo>
                <a:lnTo>
                  <a:pt x="429" y="172"/>
                </a:lnTo>
                <a:close/>
              </a:path>
            </a:pathLst>
          </a:custGeom>
          <a:solidFill>
            <a:srgbClr val="ffe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4" name=""/>
          <p:cNvSpPr/>
          <p:nvPr/>
        </p:nvSpPr>
        <p:spPr>
          <a:xfrm>
            <a:off x="4901040" y="1765440"/>
            <a:ext cx="155880" cy="125280"/>
          </a:xfrm>
          <a:custGeom>
            <a:avLst/>
            <a:gdLst/>
            <a:ahLst/>
            <a:rect l="0" t="0" r="r" b="b"/>
            <a:pathLst>
              <a:path w="433" h="348">
                <a:moveTo>
                  <a:pt x="431" y="174"/>
                </a:moveTo>
                <a:lnTo>
                  <a:pt x="430" y="169"/>
                </a:lnTo>
                <a:lnTo>
                  <a:pt x="430" y="164"/>
                </a:lnTo>
                <a:lnTo>
                  <a:pt x="430" y="158"/>
                </a:lnTo>
                <a:lnTo>
                  <a:pt x="429" y="153"/>
                </a:lnTo>
                <a:lnTo>
                  <a:pt x="428" y="148"/>
                </a:lnTo>
                <a:lnTo>
                  <a:pt x="427" y="142"/>
                </a:lnTo>
                <a:lnTo>
                  <a:pt x="424" y="137"/>
                </a:lnTo>
                <a:lnTo>
                  <a:pt x="423" y="132"/>
                </a:lnTo>
                <a:lnTo>
                  <a:pt x="421" y="127"/>
                </a:lnTo>
                <a:lnTo>
                  <a:pt x="419" y="121"/>
                </a:lnTo>
                <a:lnTo>
                  <a:pt x="417" y="116"/>
                </a:lnTo>
                <a:lnTo>
                  <a:pt x="415" y="110"/>
                </a:lnTo>
                <a:lnTo>
                  <a:pt x="412" y="105"/>
                </a:lnTo>
                <a:lnTo>
                  <a:pt x="409" y="100"/>
                </a:lnTo>
                <a:lnTo>
                  <a:pt x="406" y="96"/>
                </a:lnTo>
                <a:lnTo>
                  <a:pt x="403" y="91"/>
                </a:lnTo>
                <a:lnTo>
                  <a:pt x="400" y="86"/>
                </a:lnTo>
                <a:lnTo>
                  <a:pt x="396" y="82"/>
                </a:lnTo>
                <a:lnTo>
                  <a:pt x="393" y="77"/>
                </a:lnTo>
                <a:lnTo>
                  <a:pt x="389" y="73"/>
                </a:lnTo>
                <a:lnTo>
                  <a:pt x="385" y="68"/>
                </a:lnTo>
                <a:lnTo>
                  <a:pt x="381" y="64"/>
                </a:lnTo>
                <a:lnTo>
                  <a:pt x="376" y="60"/>
                </a:lnTo>
                <a:lnTo>
                  <a:pt x="372" y="56"/>
                </a:lnTo>
                <a:lnTo>
                  <a:pt x="367" y="52"/>
                </a:lnTo>
                <a:lnTo>
                  <a:pt x="362" y="48"/>
                </a:lnTo>
                <a:lnTo>
                  <a:pt x="357" y="45"/>
                </a:lnTo>
                <a:lnTo>
                  <a:pt x="352" y="41"/>
                </a:lnTo>
                <a:lnTo>
                  <a:pt x="347" y="38"/>
                </a:lnTo>
                <a:lnTo>
                  <a:pt x="341" y="35"/>
                </a:lnTo>
                <a:lnTo>
                  <a:pt x="336" y="32"/>
                </a:lnTo>
                <a:lnTo>
                  <a:pt x="330" y="29"/>
                </a:lnTo>
                <a:lnTo>
                  <a:pt x="325" y="26"/>
                </a:lnTo>
                <a:lnTo>
                  <a:pt x="319" y="23"/>
                </a:lnTo>
                <a:lnTo>
                  <a:pt x="313" y="21"/>
                </a:lnTo>
                <a:lnTo>
                  <a:pt x="307" y="18"/>
                </a:lnTo>
                <a:lnTo>
                  <a:pt x="301" y="16"/>
                </a:lnTo>
                <a:lnTo>
                  <a:pt x="294" y="14"/>
                </a:lnTo>
                <a:lnTo>
                  <a:pt x="288" y="12"/>
                </a:lnTo>
                <a:lnTo>
                  <a:pt x="282" y="10"/>
                </a:lnTo>
                <a:lnTo>
                  <a:pt x="275" y="9"/>
                </a:lnTo>
                <a:lnTo>
                  <a:pt x="269" y="7"/>
                </a:lnTo>
                <a:lnTo>
                  <a:pt x="262" y="6"/>
                </a:lnTo>
                <a:lnTo>
                  <a:pt x="256" y="5"/>
                </a:lnTo>
                <a:lnTo>
                  <a:pt x="249" y="4"/>
                </a:lnTo>
                <a:lnTo>
                  <a:pt x="243" y="3"/>
                </a:lnTo>
                <a:lnTo>
                  <a:pt x="236" y="3"/>
                </a:lnTo>
                <a:lnTo>
                  <a:pt x="229" y="2"/>
                </a:lnTo>
                <a:lnTo>
                  <a:pt x="223" y="2"/>
                </a:lnTo>
                <a:lnTo>
                  <a:pt x="216" y="2"/>
                </a:lnTo>
                <a:lnTo>
                  <a:pt x="209" y="2"/>
                </a:lnTo>
                <a:lnTo>
                  <a:pt x="202" y="2"/>
                </a:lnTo>
                <a:lnTo>
                  <a:pt x="196" y="3"/>
                </a:lnTo>
                <a:lnTo>
                  <a:pt x="189" y="3"/>
                </a:lnTo>
                <a:lnTo>
                  <a:pt x="182" y="4"/>
                </a:lnTo>
                <a:lnTo>
                  <a:pt x="176" y="5"/>
                </a:lnTo>
                <a:lnTo>
                  <a:pt x="169" y="6"/>
                </a:lnTo>
                <a:lnTo>
                  <a:pt x="163" y="7"/>
                </a:lnTo>
                <a:lnTo>
                  <a:pt x="156" y="9"/>
                </a:lnTo>
                <a:lnTo>
                  <a:pt x="150" y="10"/>
                </a:lnTo>
                <a:lnTo>
                  <a:pt x="143" y="12"/>
                </a:lnTo>
                <a:lnTo>
                  <a:pt x="137" y="14"/>
                </a:lnTo>
                <a:lnTo>
                  <a:pt x="131" y="16"/>
                </a:lnTo>
                <a:lnTo>
                  <a:pt x="125" y="18"/>
                </a:lnTo>
                <a:lnTo>
                  <a:pt x="119" y="21"/>
                </a:lnTo>
                <a:lnTo>
                  <a:pt x="113" y="23"/>
                </a:lnTo>
                <a:lnTo>
                  <a:pt x="107" y="26"/>
                </a:lnTo>
                <a:lnTo>
                  <a:pt x="101" y="29"/>
                </a:lnTo>
                <a:lnTo>
                  <a:pt x="96" y="32"/>
                </a:lnTo>
                <a:lnTo>
                  <a:pt x="90" y="35"/>
                </a:lnTo>
                <a:lnTo>
                  <a:pt x="85" y="38"/>
                </a:lnTo>
                <a:lnTo>
                  <a:pt x="80" y="41"/>
                </a:lnTo>
                <a:lnTo>
                  <a:pt x="74" y="45"/>
                </a:lnTo>
                <a:lnTo>
                  <a:pt x="69" y="48"/>
                </a:lnTo>
                <a:lnTo>
                  <a:pt x="65" y="52"/>
                </a:lnTo>
                <a:lnTo>
                  <a:pt x="60" y="56"/>
                </a:lnTo>
                <a:lnTo>
                  <a:pt x="55" y="60"/>
                </a:lnTo>
                <a:lnTo>
                  <a:pt x="51" y="64"/>
                </a:lnTo>
                <a:lnTo>
                  <a:pt x="47" y="68"/>
                </a:lnTo>
                <a:lnTo>
                  <a:pt x="43" y="73"/>
                </a:lnTo>
                <a:lnTo>
                  <a:pt x="39" y="77"/>
                </a:lnTo>
                <a:lnTo>
                  <a:pt x="35" y="82"/>
                </a:lnTo>
                <a:lnTo>
                  <a:pt x="32" y="86"/>
                </a:lnTo>
                <a:lnTo>
                  <a:pt x="28" y="91"/>
                </a:lnTo>
                <a:lnTo>
                  <a:pt x="25" y="96"/>
                </a:lnTo>
                <a:lnTo>
                  <a:pt x="22" y="100"/>
                </a:lnTo>
                <a:lnTo>
                  <a:pt x="20" y="105"/>
                </a:lnTo>
                <a:lnTo>
                  <a:pt x="17" y="110"/>
                </a:lnTo>
                <a:lnTo>
                  <a:pt x="15" y="116"/>
                </a:lnTo>
                <a:lnTo>
                  <a:pt x="12" y="121"/>
                </a:lnTo>
                <a:lnTo>
                  <a:pt x="11" y="127"/>
                </a:lnTo>
                <a:lnTo>
                  <a:pt x="9" y="132"/>
                </a:lnTo>
                <a:lnTo>
                  <a:pt x="7" y="137"/>
                </a:lnTo>
                <a:lnTo>
                  <a:pt x="6" y="142"/>
                </a:lnTo>
                <a:lnTo>
                  <a:pt x="5" y="148"/>
                </a:lnTo>
                <a:lnTo>
                  <a:pt x="4" y="153"/>
                </a:lnTo>
                <a:lnTo>
                  <a:pt x="3" y="158"/>
                </a:lnTo>
                <a:lnTo>
                  <a:pt x="2" y="164"/>
                </a:lnTo>
                <a:lnTo>
                  <a:pt x="2" y="169"/>
                </a:lnTo>
                <a:lnTo>
                  <a:pt x="2" y="174"/>
                </a:lnTo>
                <a:lnTo>
                  <a:pt x="2" y="180"/>
                </a:lnTo>
                <a:lnTo>
                  <a:pt x="2" y="185"/>
                </a:lnTo>
                <a:lnTo>
                  <a:pt x="3" y="191"/>
                </a:lnTo>
                <a:lnTo>
                  <a:pt x="4" y="196"/>
                </a:lnTo>
                <a:lnTo>
                  <a:pt x="5" y="201"/>
                </a:lnTo>
                <a:lnTo>
                  <a:pt x="6" y="207"/>
                </a:lnTo>
                <a:lnTo>
                  <a:pt x="7" y="212"/>
                </a:lnTo>
                <a:lnTo>
                  <a:pt x="9" y="217"/>
                </a:lnTo>
                <a:lnTo>
                  <a:pt x="11" y="222"/>
                </a:lnTo>
                <a:lnTo>
                  <a:pt x="12" y="227"/>
                </a:lnTo>
                <a:lnTo>
                  <a:pt x="15" y="232"/>
                </a:lnTo>
                <a:lnTo>
                  <a:pt x="17" y="238"/>
                </a:lnTo>
                <a:lnTo>
                  <a:pt x="20" y="242"/>
                </a:lnTo>
                <a:lnTo>
                  <a:pt x="22" y="247"/>
                </a:lnTo>
                <a:lnTo>
                  <a:pt x="25" y="252"/>
                </a:lnTo>
                <a:lnTo>
                  <a:pt x="28" y="257"/>
                </a:lnTo>
                <a:lnTo>
                  <a:pt x="32" y="262"/>
                </a:lnTo>
                <a:lnTo>
                  <a:pt x="35" y="266"/>
                </a:lnTo>
                <a:lnTo>
                  <a:pt x="39" y="271"/>
                </a:lnTo>
                <a:lnTo>
                  <a:pt x="43" y="275"/>
                </a:lnTo>
                <a:lnTo>
                  <a:pt x="47" y="279"/>
                </a:lnTo>
                <a:lnTo>
                  <a:pt x="51" y="284"/>
                </a:lnTo>
                <a:lnTo>
                  <a:pt x="55" y="288"/>
                </a:lnTo>
                <a:lnTo>
                  <a:pt x="60" y="292"/>
                </a:lnTo>
                <a:lnTo>
                  <a:pt x="65" y="296"/>
                </a:lnTo>
                <a:lnTo>
                  <a:pt x="69" y="299"/>
                </a:lnTo>
                <a:lnTo>
                  <a:pt x="74" y="303"/>
                </a:lnTo>
                <a:lnTo>
                  <a:pt x="80" y="307"/>
                </a:lnTo>
                <a:lnTo>
                  <a:pt x="85" y="310"/>
                </a:lnTo>
                <a:lnTo>
                  <a:pt x="90" y="313"/>
                </a:lnTo>
                <a:lnTo>
                  <a:pt x="96" y="316"/>
                </a:lnTo>
                <a:lnTo>
                  <a:pt x="101" y="319"/>
                </a:lnTo>
                <a:lnTo>
                  <a:pt x="107" y="322"/>
                </a:lnTo>
                <a:lnTo>
                  <a:pt x="113" y="325"/>
                </a:lnTo>
                <a:lnTo>
                  <a:pt x="119" y="327"/>
                </a:lnTo>
                <a:lnTo>
                  <a:pt x="125" y="330"/>
                </a:lnTo>
                <a:lnTo>
                  <a:pt x="131" y="332"/>
                </a:lnTo>
                <a:lnTo>
                  <a:pt x="137" y="334"/>
                </a:lnTo>
                <a:lnTo>
                  <a:pt x="143" y="336"/>
                </a:lnTo>
                <a:lnTo>
                  <a:pt x="150" y="337"/>
                </a:lnTo>
                <a:lnTo>
                  <a:pt x="156" y="339"/>
                </a:lnTo>
                <a:lnTo>
                  <a:pt x="163" y="340"/>
                </a:lnTo>
                <a:lnTo>
                  <a:pt x="169" y="342"/>
                </a:lnTo>
                <a:lnTo>
                  <a:pt x="176" y="343"/>
                </a:lnTo>
                <a:lnTo>
                  <a:pt x="182" y="344"/>
                </a:lnTo>
                <a:lnTo>
                  <a:pt x="189" y="345"/>
                </a:lnTo>
                <a:lnTo>
                  <a:pt x="196" y="345"/>
                </a:lnTo>
                <a:lnTo>
                  <a:pt x="202" y="346"/>
                </a:lnTo>
                <a:lnTo>
                  <a:pt x="209" y="346"/>
                </a:lnTo>
                <a:lnTo>
                  <a:pt x="216" y="346"/>
                </a:lnTo>
                <a:lnTo>
                  <a:pt x="223" y="346"/>
                </a:lnTo>
                <a:lnTo>
                  <a:pt x="229" y="346"/>
                </a:lnTo>
                <a:lnTo>
                  <a:pt x="236" y="345"/>
                </a:lnTo>
                <a:lnTo>
                  <a:pt x="243" y="345"/>
                </a:lnTo>
                <a:lnTo>
                  <a:pt x="249" y="344"/>
                </a:lnTo>
                <a:lnTo>
                  <a:pt x="256" y="343"/>
                </a:lnTo>
                <a:lnTo>
                  <a:pt x="262" y="342"/>
                </a:lnTo>
                <a:lnTo>
                  <a:pt x="269" y="340"/>
                </a:lnTo>
                <a:lnTo>
                  <a:pt x="275" y="339"/>
                </a:lnTo>
                <a:lnTo>
                  <a:pt x="282" y="337"/>
                </a:lnTo>
                <a:lnTo>
                  <a:pt x="288" y="336"/>
                </a:lnTo>
                <a:lnTo>
                  <a:pt x="294" y="334"/>
                </a:lnTo>
                <a:lnTo>
                  <a:pt x="301" y="332"/>
                </a:lnTo>
                <a:lnTo>
                  <a:pt x="307" y="330"/>
                </a:lnTo>
                <a:lnTo>
                  <a:pt x="313" y="327"/>
                </a:lnTo>
                <a:lnTo>
                  <a:pt x="319" y="325"/>
                </a:lnTo>
                <a:lnTo>
                  <a:pt x="325" y="322"/>
                </a:lnTo>
                <a:lnTo>
                  <a:pt x="330" y="319"/>
                </a:lnTo>
                <a:lnTo>
                  <a:pt x="336" y="316"/>
                </a:lnTo>
                <a:lnTo>
                  <a:pt x="341" y="313"/>
                </a:lnTo>
                <a:lnTo>
                  <a:pt x="347" y="310"/>
                </a:lnTo>
                <a:lnTo>
                  <a:pt x="352" y="307"/>
                </a:lnTo>
                <a:lnTo>
                  <a:pt x="357" y="303"/>
                </a:lnTo>
                <a:lnTo>
                  <a:pt x="362" y="299"/>
                </a:lnTo>
                <a:lnTo>
                  <a:pt x="367" y="296"/>
                </a:lnTo>
                <a:lnTo>
                  <a:pt x="372" y="292"/>
                </a:lnTo>
                <a:lnTo>
                  <a:pt x="376" y="288"/>
                </a:lnTo>
                <a:lnTo>
                  <a:pt x="381" y="284"/>
                </a:lnTo>
                <a:lnTo>
                  <a:pt x="385" y="279"/>
                </a:lnTo>
                <a:lnTo>
                  <a:pt x="389" y="275"/>
                </a:lnTo>
                <a:lnTo>
                  <a:pt x="393" y="271"/>
                </a:lnTo>
                <a:lnTo>
                  <a:pt x="396" y="266"/>
                </a:lnTo>
                <a:lnTo>
                  <a:pt x="400" y="262"/>
                </a:lnTo>
                <a:lnTo>
                  <a:pt x="403" y="257"/>
                </a:lnTo>
                <a:lnTo>
                  <a:pt x="406" y="252"/>
                </a:lnTo>
                <a:lnTo>
                  <a:pt x="409" y="247"/>
                </a:lnTo>
                <a:lnTo>
                  <a:pt x="412" y="242"/>
                </a:lnTo>
                <a:lnTo>
                  <a:pt x="415" y="238"/>
                </a:lnTo>
                <a:lnTo>
                  <a:pt x="417" y="232"/>
                </a:lnTo>
                <a:lnTo>
                  <a:pt x="419" y="227"/>
                </a:lnTo>
                <a:lnTo>
                  <a:pt x="421" y="222"/>
                </a:lnTo>
                <a:lnTo>
                  <a:pt x="423" y="217"/>
                </a:lnTo>
                <a:lnTo>
                  <a:pt x="424" y="212"/>
                </a:lnTo>
                <a:lnTo>
                  <a:pt x="427" y="207"/>
                </a:lnTo>
                <a:lnTo>
                  <a:pt x="428" y="201"/>
                </a:lnTo>
                <a:lnTo>
                  <a:pt x="429" y="196"/>
                </a:lnTo>
                <a:lnTo>
                  <a:pt x="430" y="191"/>
                </a:lnTo>
                <a:lnTo>
                  <a:pt x="430" y="185"/>
                </a:lnTo>
                <a:lnTo>
                  <a:pt x="430" y="180"/>
                </a:lnTo>
                <a:lnTo>
                  <a:pt x="431" y="174"/>
                </a:lnTo>
                <a:moveTo>
                  <a:pt x="433" y="174"/>
                </a:moveTo>
                <a:lnTo>
                  <a:pt x="433" y="180"/>
                </a:lnTo>
                <a:lnTo>
                  <a:pt x="432" y="185"/>
                </a:lnTo>
                <a:lnTo>
                  <a:pt x="432" y="191"/>
                </a:lnTo>
                <a:lnTo>
                  <a:pt x="431" y="196"/>
                </a:lnTo>
                <a:lnTo>
                  <a:pt x="430" y="201"/>
                </a:lnTo>
                <a:lnTo>
                  <a:pt x="429" y="207"/>
                </a:lnTo>
                <a:lnTo>
                  <a:pt x="428" y="212"/>
                </a:lnTo>
                <a:lnTo>
                  <a:pt x="425" y="217"/>
                </a:lnTo>
                <a:lnTo>
                  <a:pt x="423" y="223"/>
                </a:lnTo>
                <a:lnTo>
                  <a:pt x="421" y="228"/>
                </a:lnTo>
                <a:lnTo>
                  <a:pt x="419" y="233"/>
                </a:lnTo>
                <a:lnTo>
                  <a:pt x="417" y="238"/>
                </a:lnTo>
                <a:lnTo>
                  <a:pt x="414" y="243"/>
                </a:lnTo>
                <a:lnTo>
                  <a:pt x="411" y="248"/>
                </a:lnTo>
                <a:lnTo>
                  <a:pt x="408" y="253"/>
                </a:lnTo>
                <a:lnTo>
                  <a:pt x="405" y="258"/>
                </a:lnTo>
                <a:lnTo>
                  <a:pt x="402" y="263"/>
                </a:lnTo>
                <a:lnTo>
                  <a:pt x="398" y="267"/>
                </a:lnTo>
                <a:lnTo>
                  <a:pt x="395" y="272"/>
                </a:lnTo>
                <a:lnTo>
                  <a:pt x="391" y="276"/>
                </a:lnTo>
                <a:lnTo>
                  <a:pt x="387" y="281"/>
                </a:lnTo>
                <a:lnTo>
                  <a:pt x="382" y="285"/>
                </a:lnTo>
                <a:lnTo>
                  <a:pt x="378" y="289"/>
                </a:lnTo>
                <a:lnTo>
                  <a:pt x="373" y="293"/>
                </a:lnTo>
                <a:lnTo>
                  <a:pt x="369" y="297"/>
                </a:lnTo>
                <a:lnTo>
                  <a:pt x="364" y="301"/>
                </a:lnTo>
                <a:lnTo>
                  <a:pt x="359" y="304"/>
                </a:lnTo>
                <a:lnTo>
                  <a:pt x="354" y="308"/>
                </a:lnTo>
                <a:lnTo>
                  <a:pt x="348" y="311"/>
                </a:lnTo>
                <a:lnTo>
                  <a:pt x="343" y="315"/>
                </a:lnTo>
                <a:lnTo>
                  <a:pt x="337" y="318"/>
                </a:lnTo>
                <a:lnTo>
                  <a:pt x="332" y="321"/>
                </a:lnTo>
                <a:lnTo>
                  <a:pt x="326" y="324"/>
                </a:lnTo>
                <a:lnTo>
                  <a:pt x="320" y="326"/>
                </a:lnTo>
                <a:lnTo>
                  <a:pt x="314" y="329"/>
                </a:lnTo>
                <a:lnTo>
                  <a:pt x="308" y="331"/>
                </a:lnTo>
                <a:lnTo>
                  <a:pt x="302" y="333"/>
                </a:lnTo>
                <a:lnTo>
                  <a:pt x="295" y="336"/>
                </a:lnTo>
                <a:lnTo>
                  <a:pt x="289" y="337"/>
                </a:lnTo>
                <a:lnTo>
                  <a:pt x="283" y="339"/>
                </a:lnTo>
                <a:lnTo>
                  <a:pt x="276" y="341"/>
                </a:lnTo>
                <a:lnTo>
                  <a:pt x="270" y="342"/>
                </a:lnTo>
                <a:lnTo>
                  <a:pt x="263" y="344"/>
                </a:lnTo>
                <a:lnTo>
                  <a:pt x="256" y="345"/>
                </a:lnTo>
                <a:lnTo>
                  <a:pt x="250" y="346"/>
                </a:lnTo>
                <a:lnTo>
                  <a:pt x="243" y="346"/>
                </a:lnTo>
                <a:lnTo>
                  <a:pt x="236" y="347"/>
                </a:lnTo>
                <a:lnTo>
                  <a:pt x="229" y="347"/>
                </a:lnTo>
                <a:lnTo>
                  <a:pt x="223" y="348"/>
                </a:lnTo>
                <a:lnTo>
                  <a:pt x="216" y="348"/>
                </a:lnTo>
                <a:lnTo>
                  <a:pt x="209" y="348"/>
                </a:lnTo>
                <a:lnTo>
                  <a:pt x="202" y="347"/>
                </a:lnTo>
                <a:lnTo>
                  <a:pt x="195" y="347"/>
                </a:lnTo>
                <a:lnTo>
                  <a:pt x="189" y="346"/>
                </a:lnTo>
                <a:lnTo>
                  <a:pt x="182" y="346"/>
                </a:lnTo>
                <a:lnTo>
                  <a:pt x="175" y="345"/>
                </a:lnTo>
                <a:lnTo>
                  <a:pt x="169" y="344"/>
                </a:lnTo>
                <a:lnTo>
                  <a:pt x="162" y="342"/>
                </a:lnTo>
                <a:lnTo>
                  <a:pt x="156" y="341"/>
                </a:lnTo>
                <a:lnTo>
                  <a:pt x="149" y="339"/>
                </a:lnTo>
                <a:lnTo>
                  <a:pt x="143" y="337"/>
                </a:lnTo>
                <a:lnTo>
                  <a:pt x="136" y="336"/>
                </a:lnTo>
                <a:lnTo>
                  <a:pt x="130" y="333"/>
                </a:lnTo>
                <a:lnTo>
                  <a:pt x="124" y="331"/>
                </a:lnTo>
                <a:lnTo>
                  <a:pt x="118" y="329"/>
                </a:lnTo>
                <a:lnTo>
                  <a:pt x="112" y="326"/>
                </a:lnTo>
                <a:lnTo>
                  <a:pt x="106" y="324"/>
                </a:lnTo>
                <a:lnTo>
                  <a:pt x="100" y="321"/>
                </a:lnTo>
                <a:lnTo>
                  <a:pt x="94" y="318"/>
                </a:lnTo>
                <a:lnTo>
                  <a:pt x="89" y="315"/>
                </a:lnTo>
                <a:lnTo>
                  <a:pt x="83" y="311"/>
                </a:lnTo>
                <a:lnTo>
                  <a:pt x="78" y="308"/>
                </a:lnTo>
                <a:lnTo>
                  <a:pt x="73" y="304"/>
                </a:lnTo>
                <a:lnTo>
                  <a:pt x="68" y="301"/>
                </a:lnTo>
                <a:lnTo>
                  <a:pt x="63" y="297"/>
                </a:lnTo>
                <a:lnTo>
                  <a:pt x="58" y="293"/>
                </a:lnTo>
                <a:lnTo>
                  <a:pt x="54" y="289"/>
                </a:lnTo>
                <a:lnTo>
                  <a:pt x="49" y="285"/>
                </a:lnTo>
                <a:lnTo>
                  <a:pt x="45" y="281"/>
                </a:lnTo>
                <a:lnTo>
                  <a:pt x="41" y="276"/>
                </a:lnTo>
                <a:lnTo>
                  <a:pt x="37" y="272"/>
                </a:lnTo>
                <a:lnTo>
                  <a:pt x="33" y="267"/>
                </a:lnTo>
                <a:lnTo>
                  <a:pt x="30" y="263"/>
                </a:lnTo>
                <a:lnTo>
                  <a:pt x="26" y="258"/>
                </a:lnTo>
                <a:lnTo>
                  <a:pt x="23" y="253"/>
                </a:lnTo>
                <a:lnTo>
                  <a:pt x="20" y="248"/>
                </a:lnTo>
                <a:lnTo>
                  <a:pt x="18" y="243"/>
                </a:lnTo>
                <a:lnTo>
                  <a:pt x="15" y="238"/>
                </a:lnTo>
                <a:lnTo>
                  <a:pt x="13" y="233"/>
                </a:lnTo>
                <a:lnTo>
                  <a:pt x="10" y="228"/>
                </a:lnTo>
                <a:lnTo>
                  <a:pt x="8" y="223"/>
                </a:lnTo>
                <a:lnTo>
                  <a:pt x="7" y="217"/>
                </a:lnTo>
                <a:lnTo>
                  <a:pt x="5" y="212"/>
                </a:lnTo>
                <a:lnTo>
                  <a:pt x="4" y="207"/>
                </a:lnTo>
                <a:lnTo>
                  <a:pt x="2" y="201"/>
                </a:lnTo>
                <a:lnTo>
                  <a:pt x="1" y="196"/>
                </a:lnTo>
                <a:lnTo>
                  <a:pt x="1" y="191"/>
                </a:lnTo>
                <a:lnTo>
                  <a:pt x="0" y="185"/>
                </a:lnTo>
                <a:lnTo>
                  <a:pt x="0" y="180"/>
                </a:lnTo>
                <a:lnTo>
                  <a:pt x="0" y="174"/>
                </a:lnTo>
                <a:lnTo>
                  <a:pt x="0" y="169"/>
                </a:lnTo>
                <a:lnTo>
                  <a:pt x="0" y="164"/>
                </a:lnTo>
                <a:lnTo>
                  <a:pt x="1" y="158"/>
                </a:lnTo>
                <a:lnTo>
                  <a:pt x="1" y="153"/>
                </a:lnTo>
                <a:lnTo>
                  <a:pt x="2" y="147"/>
                </a:lnTo>
                <a:lnTo>
                  <a:pt x="4" y="142"/>
                </a:lnTo>
                <a:lnTo>
                  <a:pt x="5" y="137"/>
                </a:lnTo>
                <a:lnTo>
                  <a:pt x="7" y="131"/>
                </a:lnTo>
                <a:lnTo>
                  <a:pt x="8" y="126"/>
                </a:lnTo>
                <a:lnTo>
                  <a:pt x="10" y="121"/>
                </a:lnTo>
                <a:lnTo>
                  <a:pt x="13" y="116"/>
                </a:lnTo>
                <a:lnTo>
                  <a:pt x="15" y="110"/>
                </a:lnTo>
                <a:lnTo>
                  <a:pt x="18" y="105"/>
                </a:lnTo>
                <a:lnTo>
                  <a:pt x="20" y="100"/>
                </a:lnTo>
                <a:lnTo>
                  <a:pt x="23" y="95"/>
                </a:lnTo>
                <a:lnTo>
                  <a:pt x="26" y="90"/>
                </a:lnTo>
                <a:lnTo>
                  <a:pt x="30" y="85"/>
                </a:lnTo>
                <a:lnTo>
                  <a:pt x="33" y="81"/>
                </a:lnTo>
                <a:lnTo>
                  <a:pt x="37" y="76"/>
                </a:lnTo>
                <a:lnTo>
                  <a:pt x="41" y="72"/>
                </a:lnTo>
                <a:lnTo>
                  <a:pt x="45" y="67"/>
                </a:lnTo>
                <a:lnTo>
                  <a:pt x="49" y="63"/>
                </a:lnTo>
                <a:lnTo>
                  <a:pt x="54" y="59"/>
                </a:lnTo>
                <a:lnTo>
                  <a:pt x="58" y="55"/>
                </a:lnTo>
                <a:lnTo>
                  <a:pt x="63" y="51"/>
                </a:lnTo>
                <a:lnTo>
                  <a:pt x="68" y="47"/>
                </a:lnTo>
                <a:lnTo>
                  <a:pt x="73" y="43"/>
                </a:lnTo>
                <a:lnTo>
                  <a:pt x="78" y="40"/>
                </a:lnTo>
                <a:lnTo>
                  <a:pt x="83" y="36"/>
                </a:lnTo>
                <a:lnTo>
                  <a:pt x="89" y="33"/>
                </a:lnTo>
                <a:lnTo>
                  <a:pt x="94" y="30"/>
                </a:lnTo>
                <a:lnTo>
                  <a:pt x="100" y="27"/>
                </a:lnTo>
                <a:lnTo>
                  <a:pt x="106" y="24"/>
                </a:lnTo>
                <a:lnTo>
                  <a:pt x="112" y="22"/>
                </a:lnTo>
                <a:lnTo>
                  <a:pt x="118" y="19"/>
                </a:lnTo>
                <a:lnTo>
                  <a:pt x="124" y="17"/>
                </a:lnTo>
                <a:lnTo>
                  <a:pt x="130" y="14"/>
                </a:lnTo>
                <a:lnTo>
                  <a:pt x="136" y="12"/>
                </a:lnTo>
                <a:lnTo>
                  <a:pt x="143" y="10"/>
                </a:lnTo>
                <a:lnTo>
                  <a:pt x="149" y="9"/>
                </a:lnTo>
                <a:lnTo>
                  <a:pt x="156" y="7"/>
                </a:lnTo>
                <a:lnTo>
                  <a:pt x="162" y="6"/>
                </a:lnTo>
                <a:lnTo>
                  <a:pt x="169" y="4"/>
                </a:lnTo>
                <a:lnTo>
                  <a:pt x="175" y="3"/>
                </a:lnTo>
                <a:lnTo>
                  <a:pt x="182" y="2"/>
                </a:lnTo>
                <a:lnTo>
                  <a:pt x="189" y="1"/>
                </a:lnTo>
                <a:lnTo>
                  <a:pt x="195" y="1"/>
                </a:lnTo>
                <a:lnTo>
                  <a:pt x="202" y="0"/>
                </a:lnTo>
                <a:lnTo>
                  <a:pt x="209" y="0"/>
                </a:lnTo>
                <a:lnTo>
                  <a:pt x="216" y="0"/>
                </a:lnTo>
                <a:lnTo>
                  <a:pt x="223" y="0"/>
                </a:lnTo>
                <a:lnTo>
                  <a:pt x="229" y="0"/>
                </a:lnTo>
                <a:lnTo>
                  <a:pt x="236" y="1"/>
                </a:lnTo>
                <a:lnTo>
                  <a:pt x="243" y="1"/>
                </a:lnTo>
                <a:lnTo>
                  <a:pt x="250" y="2"/>
                </a:lnTo>
                <a:lnTo>
                  <a:pt x="256" y="3"/>
                </a:lnTo>
                <a:lnTo>
                  <a:pt x="263" y="4"/>
                </a:lnTo>
                <a:lnTo>
                  <a:pt x="270" y="6"/>
                </a:lnTo>
                <a:lnTo>
                  <a:pt x="276" y="7"/>
                </a:lnTo>
                <a:lnTo>
                  <a:pt x="283" y="9"/>
                </a:lnTo>
                <a:lnTo>
                  <a:pt x="289" y="10"/>
                </a:lnTo>
                <a:lnTo>
                  <a:pt x="295" y="12"/>
                </a:lnTo>
                <a:lnTo>
                  <a:pt x="302" y="14"/>
                </a:lnTo>
                <a:lnTo>
                  <a:pt x="308" y="17"/>
                </a:lnTo>
                <a:lnTo>
                  <a:pt x="314" y="19"/>
                </a:lnTo>
                <a:lnTo>
                  <a:pt x="320" y="22"/>
                </a:lnTo>
                <a:lnTo>
                  <a:pt x="326" y="24"/>
                </a:lnTo>
                <a:lnTo>
                  <a:pt x="332" y="27"/>
                </a:lnTo>
                <a:lnTo>
                  <a:pt x="337" y="30"/>
                </a:lnTo>
                <a:lnTo>
                  <a:pt x="343" y="33"/>
                </a:lnTo>
                <a:lnTo>
                  <a:pt x="348" y="36"/>
                </a:lnTo>
                <a:lnTo>
                  <a:pt x="354" y="40"/>
                </a:lnTo>
                <a:lnTo>
                  <a:pt x="359" y="43"/>
                </a:lnTo>
                <a:lnTo>
                  <a:pt x="364" y="47"/>
                </a:lnTo>
                <a:lnTo>
                  <a:pt x="369" y="51"/>
                </a:lnTo>
                <a:lnTo>
                  <a:pt x="373" y="55"/>
                </a:lnTo>
                <a:lnTo>
                  <a:pt x="378" y="59"/>
                </a:lnTo>
                <a:lnTo>
                  <a:pt x="382" y="63"/>
                </a:lnTo>
                <a:lnTo>
                  <a:pt x="387" y="67"/>
                </a:lnTo>
                <a:lnTo>
                  <a:pt x="391" y="72"/>
                </a:lnTo>
                <a:lnTo>
                  <a:pt x="395" y="76"/>
                </a:lnTo>
                <a:lnTo>
                  <a:pt x="398" y="81"/>
                </a:lnTo>
                <a:lnTo>
                  <a:pt x="402" y="85"/>
                </a:lnTo>
                <a:lnTo>
                  <a:pt x="405" y="90"/>
                </a:lnTo>
                <a:lnTo>
                  <a:pt x="408" y="95"/>
                </a:lnTo>
                <a:lnTo>
                  <a:pt x="411" y="100"/>
                </a:lnTo>
                <a:lnTo>
                  <a:pt x="414" y="105"/>
                </a:lnTo>
                <a:lnTo>
                  <a:pt x="417" y="110"/>
                </a:lnTo>
                <a:lnTo>
                  <a:pt x="419" y="116"/>
                </a:lnTo>
                <a:lnTo>
                  <a:pt x="421" y="121"/>
                </a:lnTo>
                <a:lnTo>
                  <a:pt x="423" y="126"/>
                </a:lnTo>
                <a:lnTo>
                  <a:pt x="425" y="131"/>
                </a:lnTo>
                <a:lnTo>
                  <a:pt x="428" y="137"/>
                </a:lnTo>
                <a:lnTo>
                  <a:pt x="429" y="142"/>
                </a:lnTo>
                <a:lnTo>
                  <a:pt x="430" y="147"/>
                </a:lnTo>
                <a:lnTo>
                  <a:pt x="431" y="153"/>
                </a:lnTo>
                <a:lnTo>
                  <a:pt x="432" y="158"/>
                </a:lnTo>
                <a:lnTo>
                  <a:pt x="432" y="164"/>
                </a:lnTo>
                <a:lnTo>
                  <a:pt x="433" y="169"/>
                </a:lnTo>
                <a:lnTo>
                  <a:pt x="433" y="174"/>
                </a:lnTo>
                <a:close/>
              </a:path>
            </a:pathLst>
          </a:custGeom>
          <a:solidFill>
            <a:srgbClr val="ffe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5" name=""/>
          <p:cNvSpPr/>
          <p:nvPr/>
        </p:nvSpPr>
        <p:spPr>
          <a:xfrm>
            <a:off x="4899960" y="1764720"/>
            <a:ext cx="157680" cy="126720"/>
          </a:xfrm>
          <a:custGeom>
            <a:avLst/>
            <a:gdLst/>
            <a:ahLst/>
            <a:rect l="0" t="0" r="r" b="b"/>
            <a:pathLst>
              <a:path w="438" h="352">
                <a:moveTo>
                  <a:pt x="436" y="176"/>
                </a:moveTo>
                <a:lnTo>
                  <a:pt x="436" y="170"/>
                </a:lnTo>
                <a:lnTo>
                  <a:pt x="435" y="165"/>
                </a:lnTo>
                <a:lnTo>
                  <a:pt x="435" y="159"/>
                </a:lnTo>
                <a:lnTo>
                  <a:pt x="434" y="154"/>
                </a:lnTo>
                <a:lnTo>
                  <a:pt x="433" y="148"/>
                </a:lnTo>
                <a:lnTo>
                  <a:pt x="432" y="143"/>
                </a:lnTo>
                <a:lnTo>
                  <a:pt x="431" y="138"/>
                </a:lnTo>
                <a:lnTo>
                  <a:pt x="429" y="132"/>
                </a:lnTo>
                <a:lnTo>
                  <a:pt x="427" y="127"/>
                </a:lnTo>
                <a:lnTo>
                  <a:pt x="425" y="122"/>
                </a:lnTo>
                <a:lnTo>
                  <a:pt x="423" y="117"/>
                </a:lnTo>
                <a:lnTo>
                  <a:pt x="421" y="112"/>
                </a:lnTo>
                <a:lnTo>
                  <a:pt x="418" y="107"/>
                </a:lnTo>
                <a:lnTo>
                  <a:pt x="415" y="102"/>
                </a:lnTo>
                <a:lnTo>
                  <a:pt x="412" y="97"/>
                </a:lnTo>
                <a:lnTo>
                  <a:pt x="409" y="92"/>
                </a:lnTo>
                <a:lnTo>
                  <a:pt x="406" y="87"/>
                </a:lnTo>
                <a:lnTo>
                  <a:pt x="402" y="83"/>
                </a:lnTo>
                <a:lnTo>
                  <a:pt x="399" y="78"/>
                </a:lnTo>
                <a:lnTo>
                  <a:pt x="395" y="74"/>
                </a:lnTo>
                <a:lnTo>
                  <a:pt x="391" y="69"/>
                </a:lnTo>
                <a:lnTo>
                  <a:pt x="386" y="65"/>
                </a:lnTo>
                <a:lnTo>
                  <a:pt x="382" y="61"/>
                </a:lnTo>
                <a:lnTo>
                  <a:pt x="377" y="57"/>
                </a:lnTo>
                <a:lnTo>
                  <a:pt x="373" y="53"/>
                </a:lnTo>
                <a:lnTo>
                  <a:pt x="368" y="49"/>
                </a:lnTo>
                <a:lnTo>
                  <a:pt x="363" y="45"/>
                </a:lnTo>
                <a:lnTo>
                  <a:pt x="358" y="42"/>
                </a:lnTo>
                <a:lnTo>
                  <a:pt x="352" y="38"/>
                </a:lnTo>
                <a:lnTo>
                  <a:pt x="347" y="35"/>
                </a:lnTo>
                <a:lnTo>
                  <a:pt x="341" y="32"/>
                </a:lnTo>
                <a:lnTo>
                  <a:pt x="336" y="29"/>
                </a:lnTo>
                <a:lnTo>
                  <a:pt x="330" y="26"/>
                </a:lnTo>
                <a:lnTo>
                  <a:pt x="324" y="24"/>
                </a:lnTo>
                <a:lnTo>
                  <a:pt x="318" y="21"/>
                </a:lnTo>
                <a:lnTo>
                  <a:pt x="312" y="19"/>
                </a:lnTo>
                <a:lnTo>
                  <a:pt x="306" y="16"/>
                </a:lnTo>
                <a:lnTo>
                  <a:pt x="299" y="14"/>
                </a:lnTo>
                <a:lnTo>
                  <a:pt x="293" y="12"/>
                </a:lnTo>
                <a:lnTo>
                  <a:pt x="287" y="11"/>
                </a:lnTo>
                <a:lnTo>
                  <a:pt x="280" y="9"/>
                </a:lnTo>
                <a:lnTo>
                  <a:pt x="274" y="8"/>
                </a:lnTo>
                <a:lnTo>
                  <a:pt x="267" y="6"/>
                </a:lnTo>
                <a:lnTo>
                  <a:pt x="260" y="5"/>
                </a:lnTo>
                <a:lnTo>
                  <a:pt x="254" y="4"/>
                </a:lnTo>
                <a:lnTo>
                  <a:pt x="247" y="3"/>
                </a:lnTo>
                <a:lnTo>
                  <a:pt x="240" y="3"/>
                </a:lnTo>
                <a:lnTo>
                  <a:pt x="233" y="2"/>
                </a:lnTo>
                <a:lnTo>
                  <a:pt x="227" y="2"/>
                </a:lnTo>
                <a:lnTo>
                  <a:pt x="220" y="2"/>
                </a:lnTo>
                <a:lnTo>
                  <a:pt x="213" y="2"/>
                </a:lnTo>
                <a:lnTo>
                  <a:pt x="206" y="2"/>
                </a:lnTo>
                <a:lnTo>
                  <a:pt x="199" y="3"/>
                </a:lnTo>
                <a:lnTo>
                  <a:pt x="193" y="3"/>
                </a:lnTo>
                <a:lnTo>
                  <a:pt x="186" y="4"/>
                </a:lnTo>
                <a:lnTo>
                  <a:pt x="179" y="5"/>
                </a:lnTo>
                <a:lnTo>
                  <a:pt x="173" y="6"/>
                </a:lnTo>
                <a:lnTo>
                  <a:pt x="166" y="8"/>
                </a:lnTo>
                <a:lnTo>
                  <a:pt x="160" y="9"/>
                </a:lnTo>
                <a:lnTo>
                  <a:pt x="153" y="11"/>
                </a:lnTo>
                <a:lnTo>
                  <a:pt x="147" y="12"/>
                </a:lnTo>
                <a:lnTo>
                  <a:pt x="140" y="14"/>
                </a:lnTo>
                <a:lnTo>
                  <a:pt x="134" y="16"/>
                </a:lnTo>
                <a:lnTo>
                  <a:pt x="128" y="19"/>
                </a:lnTo>
                <a:lnTo>
                  <a:pt x="121" y="21"/>
                </a:lnTo>
                <a:lnTo>
                  <a:pt x="115" y="24"/>
                </a:lnTo>
                <a:lnTo>
                  <a:pt x="109" y="26"/>
                </a:lnTo>
                <a:lnTo>
                  <a:pt x="103" y="29"/>
                </a:lnTo>
                <a:lnTo>
                  <a:pt x="97" y="32"/>
                </a:lnTo>
                <a:lnTo>
                  <a:pt x="92" y="35"/>
                </a:lnTo>
                <a:lnTo>
                  <a:pt x="86" y="38"/>
                </a:lnTo>
                <a:lnTo>
                  <a:pt x="81" y="42"/>
                </a:lnTo>
                <a:lnTo>
                  <a:pt x="76" y="45"/>
                </a:lnTo>
                <a:lnTo>
                  <a:pt x="71" y="49"/>
                </a:lnTo>
                <a:lnTo>
                  <a:pt x="66" y="53"/>
                </a:lnTo>
                <a:lnTo>
                  <a:pt x="61" y="57"/>
                </a:lnTo>
                <a:lnTo>
                  <a:pt x="57" y="61"/>
                </a:lnTo>
                <a:lnTo>
                  <a:pt x="52" y="65"/>
                </a:lnTo>
                <a:lnTo>
                  <a:pt x="48" y="69"/>
                </a:lnTo>
                <a:lnTo>
                  <a:pt x="44" y="74"/>
                </a:lnTo>
                <a:lnTo>
                  <a:pt x="40" y="78"/>
                </a:lnTo>
                <a:lnTo>
                  <a:pt x="36" y="83"/>
                </a:lnTo>
                <a:lnTo>
                  <a:pt x="33" y="87"/>
                </a:lnTo>
                <a:lnTo>
                  <a:pt x="29" y="92"/>
                </a:lnTo>
                <a:lnTo>
                  <a:pt x="26" y="97"/>
                </a:lnTo>
                <a:lnTo>
                  <a:pt x="23" y="102"/>
                </a:lnTo>
                <a:lnTo>
                  <a:pt x="21" y="107"/>
                </a:lnTo>
                <a:lnTo>
                  <a:pt x="18" y="112"/>
                </a:lnTo>
                <a:lnTo>
                  <a:pt x="16" y="117"/>
                </a:lnTo>
                <a:lnTo>
                  <a:pt x="13" y="122"/>
                </a:lnTo>
                <a:lnTo>
                  <a:pt x="11" y="127"/>
                </a:lnTo>
                <a:lnTo>
                  <a:pt x="10" y="132"/>
                </a:lnTo>
                <a:lnTo>
                  <a:pt x="8" y="138"/>
                </a:lnTo>
                <a:lnTo>
                  <a:pt x="7" y="143"/>
                </a:lnTo>
                <a:lnTo>
                  <a:pt x="5" y="148"/>
                </a:lnTo>
                <a:lnTo>
                  <a:pt x="4" y="154"/>
                </a:lnTo>
                <a:lnTo>
                  <a:pt x="4" y="159"/>
                </a:lnTo>
                <a:lnTo>
                  <a:pt x="3" y="165"/>
                </a:lnTo>
                <a:lnTo>
                  <a:pt x="3" y="170"/>
                </a:lnTo>
                <a:lnTo>
                  <a:pt x="3" y="176"/>
                </a:lnTo>
                <a:lnTo>
                  <a:pt x="3" y="182"/>
                </a:lnTo>
                <a:lnTo>
                  <a:pt x="3" y="187"/>
                </a:lnTo>
                <a:lnTo>
                  <a:pt x="4" y="193"/>
                </a:lnTo>
                <a:lnTo>
                  <a:pt x="4" y="198"/>
                </a:lnTo>
                <a:lnTo>
                  <a:pt x="5" y="203"/>
                </a:lnTo>
                <a:lnTo>
                  <a:pt x="7" y="209"/>
                </a:lnTo>
                <a:lnTo>
                  <a:pt x="8" y="214"/>
                </a:lnTo>
                <a:lnTo>
                  <a:pt x="10" y="219"/>
                </a:lnTo>
                <a:lnTo>
                  <a:pt x="11" y="225"/>
                </a:lnTo>
                <a:lnTo>
                  <a:pt x="13" y="230"/>
                </a:lnTo>
                <a:lnTo>
                  <a:pt x="16" y="235"/>
                </a:lnTo>
                <a:lnTo>
                  <a:pt x="18" y="240"/>
                </a:lnTo>
                <a:lnTo>
                  <a:pt x="21" y="245"/>
                </a:lnTo>
                <a:lnTo>
                  <a:pt x="23" y="250"/>
                </a:lnTo>
                <a:lnTo>
                  <a:pt x="26" y="255"/>
                </a:lnTo>
                <a:lnTo>
                  <a:pt x="29" y="260"/>
                </a:lnTo>
                <a:lnTo>
                  <a:pt x="33" y="265"/>
                </a:lnTo>
                <a:lnTo>
                  <a:pt x="36" y="269"/>
                </a:lnTo>
                <a:lnTo>
                  <a:pt x="40" y="274"/>
                </a:lnTo>
                <a:lnTo>
                  <a:pt x="44" y="278"/>
                </a:lnTo>
                <a:lnTo>
                  <a:pt x="48" y="283"/>
                </a:lnTo>
                <a:lnTo>
                  <a:pt x="52" y="287"/>
                </a:lnTo>
                <a:lnTo>
                  <a:pt x="57" y="291"/>
                </a:lnTo>
                <a:lnTo>
                  <a:pt x="61" y="295"/>
                </a:lnTo>
                <a:lnTo>
                  <a:pt x="66" y="299"/>
                </a:lnTo>
                <a:lnTo>
                  <a:pt x="71" y="303"/>
                </a:lnTo>
                <a:lnTo>
                  <a:pt x="76" y="306"/>
                </a:lnTo>
                <a:lnTo>
                  <a:pt x="81" y="310"/>
                </a:lnTo>
                <a:lnTo>
                  <a:pt x="86" y="313"/>
                </a:lnTo>
                <a:lnTo>
                  <a:pt x="92" y="317"/>
                </a:lnTo>
                <a:lnTo>
                  <a:pt x="97" y="320"/>
                </a:lnTo>
                <a:lnTo>
                  <a:pt x="103" y="323"/>
                </a:lnTo>
                <a:lnTo>
                  <a:pt x="109" y="326"/>
                </a:lnTo>
                <a:lnTo>
                  <a:pt x="115" y="328"/>
                </a:lnTo>
                <a:lnTo>
                  <a:pt x="121" y="331"/>
                </a:lnTo>
                <a:lnTo>
                  <a:pt x="128" y="333"/>
                </a:lnTo>
                <a:lnTo>
                  <a:pt x="134" y="335"/>
                </a:lnTo>
                <a:lnTo>
                  <a:pt x="140" y="338"/>
                </a:lnTo>
                <a:lnTo>
                  <a:pt x="147" y="339"/>
                </a:lnTo>
                <a:lnTo>
                  <a:pt x="153" y="341"/>
                </a:lnTo>
                <a:lnTo>
                  <a:pt x="160" y="343"/>
                </a:lnTo>
                <a:lnTo>
                  <a:pt x="166" y="344"/>
                </a:lnTo>
                <a:lnTo>
                  <a:pt x="173" y="346"/>
                </a:lnTo>
                <a:lnTo>
                  <a:pt x="179" y="347"/>
                </a:lnTo>
                <a:lnTo>
                  <a:pt x="186" y="348"/>
                </a:lnTo>
                <a:lnTo>
                  <a:pt x="193" y="348"/>
                </a:lnTo>
                <a:lnTo>
                  <a:pt x="199" y="349"/>
                </a:lnTo>
                <a:lnTo>
                  <a:pt x="206" y="349"/>
                </a:lnTo>
                <a:lnTo>
                  <a:pt x="213" y="350"/>
                </a:lnTo>
                <a:lnTo>
                  <a:pt x="220" y="350"/>
                </a:lnTo>
                <a:lnTo>
                  <a:pt x="227" y="350"/>
                </a:lnTo>
                <a:lnTo>
                  <a:pt x="233" y="349"/>
                </a:lnTo>
                <a:lnTo>
                  <a:pt x="240" y="349"/>
                </a:lnTo>
                <a:lnTo>
                  <a:pt x="247" y="348"/>
                </a:lnTo>
                <a:lnTo>
                  <a:pt x="254" y="348"/>
                </a:lnTo>
                <a:lnTo>
                  <a:pt x="260" y="347"/>
                </a:lnTo>
                <a:lnTo>
                  <a:pt x="267" y="346"/>
                </a:lnTo>
                <a:lnTo>
                  <a:pt x="274" y="344"/>
                </a:lnTo>
                <a:lnTo>
                  <a:pt x="280" y="343"/>
                </a:lnTo>
                <a:lnTo>
                  <a:pt x="287" y="341"/>
                </a:lnTo>
                <a:lnTo>
                  <a:pt x="293" y="339"/>
                </a:lnTo>
                <a:lnTo>
                  <a:pt x="299" y="338"/>
                </a:lnTo>
                <a:lnTo>
                  <a:pt x="306" y="335"/>
                </a:lnTo>
                <a:lnTo>
                  <a:pt x="312" y="333"/>
                </a:lnTo>
                <a:lnTo>
                  <a:pt x="318" y="331"/>
                </a:lnTo>
                <a:lnTo>
                  <a:pt x="324" y="328"/>
                </a:lnTo>
                <a:lnTo>
                  <a:pt x="330" y="326"/>
                </a:lnTo>
                <a:lnTo>
                  <a:pt x="336" y="323"/>
                </a:lnTo>
                <a:lnTo>
                  <a:pt x="341" y="320"/>
                </a:lnTo>
                <a:lnTo>
                  <a:pt x="347" y="317"/>
                </a:lnTo>
                <a:lnTo>
                  <a:pt x="352" y="313"/>
                </a:lnTo>
                <a:lnTo>
                  <a:pt x="358" y="310"/>
                </a:lnTo>
                <a:lnTo>
                  <a:pt x="363" y="306"/>
                </a:lnTo>
                <a:lnTo>
                  <a:pt x="368" y="303"/>
                </a:lnTo>
                <a:lnTo>
                  <a:pt x="373" y="299"/>
                </a:lnTo>
                <a:lnTo>
                  <a:pt x="377" y="295"/>
                </a:lnTo>
                <a:lnTo>
                  <a:pt x="382" y="291"/>
                </a:lnTo>
                <a:lnTo>
                  <a:pt x="386" y="287"/>
                </a:lnTo>
                <a:lnTo>
                  <a:pt x="391" y="283"/>
                </a:lnTo>
                <a:lnTo>
                  <a:pt x="395" y="278"/>
                </a:lnTo>
                <a:lnTo>
                  <a:pt x="399" y="274"/>
                </a:lnTo>
                <a:lnTo>
                  <a:pt x="402" y="269"/>
                </a:lnTo>
                <a:lnTo>
                  <a:pt x="406" y="265"/>
                </a:lnTo>
                <a:lnTo>
                  <a:pt x="409" y="260"/>
                </a:lnTo>
                <a:lnTo>
                  <a:pt x="412" y="255"/>
                </a:lnTo>
                <a:lnTo>
                  <a:pt x="415" y="250"/>
                </a:lnTo>
                <a:lnTo>
                  <a:pt x="418" y="245"/>
                </a:lnTo>
                <a:lnTo>
                  <a:pt x="421" y="240"/>
                </a:lnTo>
                <a:lnTo>
                  <a:pt x="423" y="235"/>
                </a:lnTo>
                <a:lnTo>
                  <a:pt x="425" y="230"/>
                </a:lnTo>
                <a:lnTo>
                  <a:pt x="427" y="225"/>
                </a:lnTo>
                <a:lnTo>
                  <a:pt x="429" y="219"/>
                </a:lnTo>
                <a:lnTo>
                  <a:pt x="431" y="214"/>
                </a:lnTo>
                <a:lnTo>
                  <a:pt x="432" y="209"/>
                </a:lnTo>
                <a:lnTo>
                  <a:pt x="433" y="203"/>
                </a:lnTo>
                <a:lnTo>
                  <a:pt x="434" y="198"/>
                </a:lnTo>
                <a:lnTo>
                  <a:pt x="435" y="193"/>
                </a:lnTo>
                <a:lnTo>
                  <a:pt x="435" y="187"/>
                </a:lnTo>
                <a:lnTo>
                  <a:pt x="436" y="182"/>
                </a:lnTo>
                <a:lnTo>
                  <a:pt x="436" y="176"/>
                </a:lnTo>
                <a:moveTo>
                  <a:pt x="438" y="176"/>
                </a:moveTo>
                <a:lnTo>
                  <a:pt x="438" y="182"/>
                </a:lnTo>
                <a:lnTo>
                  <a:pt x="438" y="187"/>
                </a:lnTo>
                <a:lnTo>
                  <a:pt x="437" y="193"/>
                </a:lnTo>
                <a:lnTo>
                  <a:pt x="436" y="198"/>
                </a:lnTo>
                <a:lnTo>
                  <a:pt x="435" y="204"/>
                </a:lnTo>
                <a:lnTo>
                  <a:pt x="434" y="209"/>
                </a:lnTo>
                <a:lnTo>
                  <a:pt x="433" y="215"/>
                </a:lnTo>
                <a:lnTo>
                  <a:pt x="431" y="220"/>
                </a:lnTo>
                <a:lnTo>
                  <a:pt x="429" y="225"/>
                </a:lnTo>
                <a:lnTo>
                  <a:pt x="427" y="231"/>
                </a:lnTo>
                <a:lnTo>
                  <a:pt x="425" y="236"/>
                </a:lnTo>
                <a:lnTo>
                  <a:pt x="423" y="241"/>
                </a:lnTo>
                <a:lnTo>
                  <a:pt x="420" y="246"/>
                </a:lnTo>
                <a:lnTo>
                  <a:pt x="417" y="251"/>
                </a:lnTo>
                <a:lnTo>
                  <a:pt x="414" y="256"/>
                </a:lnTo>
                <a:lnTo>
                  <a:pt x="411" y="261"/>
                </a:lnTo>
                <a:lnTo>
                  <a:pt x="408" y="266"/>
                </a:lnTo>
                <a:lnTo>
                  <a:pt x="404" y="270"/>
                </a:lnTo>
                <a:lnTo>
                  <a:pt x="400" y="275"/>
                </a:lnTo>
                <a:lnTo>
                  <a:pt x="396" y="279"/>
                </a:lnTo>
                <a:lnTo>
                  <a:pt x="392" y="284"/>
                </a:lnTo>
                <a:lnTo>
                  <a:pt x="388" y="288"/>
                </a:lnTo>
                <a:lnTo>
                  <a:pt x="384" y="292"/>
                </a:lnTo>
                <a:lnTo>
                  <a:pt x="379" y="296"/>
                </a:lnTo>
                <a:lnTo>
                  <a:pt x="374" y="300"/>
                </a:lnTo>
                <a:lnTo>
                  <a:pt x="369" y="304"/>
                </a:lnTo>
                <a:lnTo>
                  <a:pt x="364" y="308"/>
                </a:lnTo>
                <a:lnTo>
                  <a:pt x="359" y="311"/>
                </a:lnTo>
                <a:lnTo>
                  <a:pt x="354" y="315"/>
                </a:lnTo>
                <a:lnTo>
                  <a:pt x="348" y="318"/>
                </a:lnTo>
                <a:lnTo>
                  <a:pt x="343" y="321"/>
                </a:lnTo>
                <a:lnTo>
                  <a:pt x="337" y="324"/>
                </a:lnTo>
                <a:lnTo>
                  <a:pt x="331" y="327"/>
                </a:lnTo>
                <a:lnTo>
                  <a:pt x="325" y="330"/>
                </a:lnTo>
                <a:lnTo>
                  <a:pt x="319" y="332"/>
                </a:lnTo>
                <a:lnTo>
                  <a:pt x="313" y="335"/>
                </a:lnTo>
                <a:lnTo>
                  <a:pt x="307" y="337"/>
                </a:lnTo>
                <a:lnTo>
                  <a:pt x="300" y="339"/>
                </a:lnTo>
                <a:lnTo>
                  <a:pt x="294" y="341"/>
                </a:lnTo>
                <a:lnTo>
                  <a:pt x="287" y="343"/>
                </a:lnTo>
                <a:lnTo>
                  <a:pt x="281" y="345"/>
                </a:lnTo>
                <a:lnTo>
                  <a:pt x="274" y="346"/>
                </a:lnTo>
                <a:lnTo>
                  <a:pt x="267" y="347"/>
                </a:lnTo>
                <a:lnTo>
                  <a:pt x="261" y="348"/>
                </a:lnTo>
                <a:lnTo>
                  <a:pt x="254" y="349"/>
                </a:lnTo>
                <a:lnTo>
                  <a:pt x="247" y="350"/>
                </a:lnTo>
                <a:lnTo>
                  <a:pt x="240" y="351"/>
                </a:lnTo>
                <a:lnTo>
                  <a:pt x="234" y="351"/>
                </a:lnTo>
                <a:lnTo>
                  <a:pt x="227" y="351"/>
                </a:lnTo>
                <a:lnTo>
                  <a:pt x="220" y="352"/>
                </a:lnTo>
                <a:lnTo>
                  <a:pt x="213" y="351"/>
                </a:lnTo>
                <a:lnTo>
                  <a:pt x="206" y="351"/>
                </a:lnTo>
                <a:lnTo>
                  <a:pt x="199" y="351"/>
                </a:lnTo>
                <a:lnTo>
                  <a:pt x="192" y="350"/>
                </a:lnTo>
                <a:lnTo>
                  <a:pt x="186" y="349"/>
                </a:lnTo>
                <a:lnTo>
                  <a:pt x="179" y="348"/>
                </a:lnTo>
                <a:lnTo>
                  <a:pt x="172" y="347"/>
                </a:lnTo>
                <a:lnTo>
                  <a:pt x="165" y="346"/>
                </a:lnTo>
                <a:lnTo>
                  <a:pt x="159" y="345"/>
                </a:lnTo>
                <a:lnTo>
                  <a:pt x="152" y="343"/>
                </a:lnTo>
                <a:lnTo>
                  <a:pt x="146" y="341"/>
                </a:lnTo>
                <a:lnTo>
                  <a:pt x="139" y="339"/>
                </a:lnTo>
                <a:lnTo>
                  <a:pt x="133" y="337"/>
                </a:lnTo>
                <a:lnTo>
                  <a:pt x="127" y="335"/>
                </a:lnTo>
                <a:lnTo>
                  <a:pt x="120" y="332"/>
                </a:lnTo>
                <a:lnTo>
                  <a:pt x="114" y="330"/>
                </a:lnTo>
                <a:lnTo>
                  <a:pt x="108" y="327"/>
                </a:lnTo>
                <a:lnTo>
                  <a:pt x="102" y="324"/>
                </a:lnTo>
                <a:lnTo>
                  <a:pt x="96" y="321"/>
                </a:lnTo>
                <a:lnTo>
                  <a:pt x="90" y="318"/>
                </a:lnTo>
                <a:lnTo>
                  <a:pt x="85" y="315"/>
                </a:lnTo>
                <a:lnTo>
                  <a:pt x="80" y="311"/>
                </a:lnTo>
                <a:lnTo>
                  <a:pt x="74" y="308"/>
                </a:lnTo>
                <a:lnTo>
                  <a:pt x="69" y="304"/>
                </a:lnTo>
                <a:lnTo>
                  <a:pt x="64" y="300"/>
                </a:lnTo>
                <a:lnTo>
                  <a:pt x="60" y="296"/>
                </a:lnTo>
                <a:lnTo>
                  <a:pt x="55" y="292"/>
                </a:lnTo>
                <a:lnTo>
                  <a:pt x="51" y="288"/>
                </a:lnTo>
                <a:lnTo>
                  <a:pt x="46" y="284"/>
                </a:lnTo>
                <a:lnTo>
                  <a:pt x="42" y="279"/>
                </a:lnTo>
                <a:lnTo>
                  <a:pt x="38" y="275"/>
                </a:lnTo>
                <a:lnTo>
                  <a:pt x="34" y="270"/>
                </a:lnTo>
                <a:lnTo>
                  <a:pt x="31" y="266"/>
                </a:lnTo>
                <a:lnTo>
                  <a:pt x="27" y="261"/>
                </a:lnTo>
                <a:lnTo>
                  <a:pt x="24" y="256"/>
                </a:lnTo>
                <a:lnTo>
                  <a:pt x="21" y="251"/>
                </a:lnTo>
                <a:lnTo>
                  <a:pt x="18" y="246"/>
                </a:lnTo>
                <a:lnTo>
                  <a:pt x="16" y="241"/>
                </a:lnTo>
                <a:lnTo>
                  <a:pt x="13" y="236"/>
                </a:lnTo>
                <a:lnTo>
                  <a:pt x="11" y="231"/>
                </a:lnTo>
                <a:lnTo>
                  <a:pt x="9" y="225"/>
                </a:lnTo>
                <a:lnTo>
                  <a:pt x="7" y="220"/>
                </a:lnTo>
                <a:lnTo>
                  <a:pt x="6" y="215"/>
                </a:lnTo>
                <a:lnTo>
                  <a:pt x="4" y="209"/>
                </a:lnTo>
                <a:lnTo>
                  <a:pt x="3" y="204"/>
                </a:lnTo>
                <a:lnTo>
                  <a:pt x="2" y="198"/>
                </a:lnTo>
                <a:lnTo>
                  <a:pt x="1" y="193"/>
                </a:lnTo>
                <a:lnTo>
                  <a:pt x="1" y="187"/>
                </a:lnTo>
                <a:lnTo>
                  <a:pt x="1" y="182"/>
                </a:lnTo>
                <a:lnTo>
                  <a:pt x="0" y="176"/>
                </a:lnTo>
                <a:lnTo>
                  <a:pt x="1" y="170"/>
                </a:lnTo>
                <a:lnTo>
                  <a:pt x="1" y="164"/>
                </a:lnTo>
                <a:lnTo>
                  <a:pt x="1" y="159"/>
                </a:lnTo>
                <a:lnTo>
                  <a:pt x="2" y="153"/>
                </a:lnTo>
                <a:lnTo>
                  <a:pt x="3" y="148"/>
                </a:lnTo>
                <a:lnTo>
                  <a:pt x="4" y="143"/>
                </a:lnTo>
                <a:lnTo>
                  <a:pt x="6" y="137"/>
                </a:lnTo>
                <a:lnTo>
                  <a:pt x="7" y="132"/>
                </a:lnTo>
                <a:lnTo>
                  <a:pt x="9" y="127"/>
                </a:lnTo>
                <a:lnTo>
                  <a:pt x="11" y="121"/>
                </a:lnTo>
                <a:lnTo>
                  <a:pt x="13" y="116"/>
                </a:lnTo>
                <a:lnTo>
                  <a:pt x="16" y="111"/>
                </a:lnTo>
                <a:lnTo>
                  <a:pt x="18" y="106"/>
                </a:lnTo>
                <a:lnTo>
                  <a:pt x="21" y="101"/>
                </a:lnTo>
                <a:lnTo>
                  <a:pt x="24" y="96"/>
                </a:lnTo>
                <a:lnTo>
                  <a:pt x="27" y="91"/>
                </a:lnTo>
                <a:lnTo>
                  <a:pt x="31" y="86"/>
                </a:lnTo>
                <a:lnTo>
                  <a:pt x="34" y="82"/>
                </a:lnTo>
                <a:lnTo>
                  <a:pt x="38" y="77"/>
                </a:lnTo>
                <a:lnTo>
                  <a:pt x="42" y="72"/>
                </a:lnTo>
                <a:lnTo>
                  <a:pt x="46" y="68"/>
                </a:lnTo>
                <a:lnTo>
                  <a:pt x="51" y="64"/>
                </a:lnTo>
                <a:lnTo>
                  <a:pt x="55" y="60"/>
                </a:lnTo>
                <a:lnTo>
                  <a:pt x="60" y="55"/>
                </a:lnTo>
                <a:lnTo>
                  <a:pt x="64" y="52"/>
                </a:lnTo>
                <a:lnTo>
                  <a:pt x="69" y="48"/>
                </a:lnTo>
                <a:lnTo>
                  <a:pt x="74" y="44"/>
                </a:lnTo>
                <a:lnTo>
                  <a:pt x="80" y="40"/>
                </a:lnTo>
                <a:lnTo>
                  <a:pt x="85" y="37"/>
                </a:lnTo>
                <a:lnTo>
                  <a:pt x="90" y="34"/>
                </a:lnTo>
                <a:lnTo>
                  <a:pt x="96" y="31"/>
                </a:lnTo>
                <a:lnTo>
                  <a:pt x="102" y="27"/>
                </a:lnTo>
                <a:lnTo>
                  <a:pt x="108" y="25"/>
                </a:lnTo>
                <a:lnTo>
                  <a:pt x="114" y="22"/>
                </a:lnTo>
                <a:lnTo>
                  <a:pt x="120" y="19"/>
                </a:lnTo>
                <a:lnTo>
                  <a:pt x="127" y="17"/>
                </a:lnTo>
                <a:lnTo>
                  <a:pt x="133" y="15"/>
                </a:lnTo>
                <a:lnTo>
                  <a:pt x="139" y="13"/>
                </a:lnTo>
                <a:lnTo>
                  <a:pt x="146" y="11"/>
                </a:lnTo>
                <a:lnTo>
                  <a:pt x="152" y="9"/>
                </a:lnTo>
                <a:lnTo>
                  <a:pt x="159" y="7"/>
                </a:lnTo>
                <a:lnTo>
                  <a:pt x="165" y="6"/>
                </a:lnTo>
                <a:lnTo>
                  <a:pt x="172" y="4"/>
                </a:lnTo>
                <a:lnTo>
                  <a:pt x="179" y="3"/>
                </a:lnTo>
                <a:lnTo>
                  <a:pt x="186" y="2"/>
                </a:lnTo>
                <a:lnTo>
                  <a:pt x="192" y="2"/>
                </a:lnTo>
                <a:lnTo>
                  <a:pt x="199" y="1"/>
                </a:lnTo>
                <a:lnTo>
                  <a:pt x="206" y="1"/>
                </a:lnTo>
                <a:lnTo>
                  <a:pt x="213" y="0"/>
                </a:lnTo>
                <a:lnTo>
                  <a:pt x="220" y="0"/>
                </a:lnTo>
                <a:lnTo>
                  <a:pt x="227" y="0"/>
                </a:lnTo>
                <a:lnTo>
                  <a:pt x="234" y="1"/>
                </a:lnTo>
                <a:lnTo>
                  <a:pt x="240" y="1"/>
                </a:lnTo>
                <a:lnTo>
                  <a:pt x="247" y="2"/>
                </a:lnTo>
                <a:lnTo>
                  <a:pt x="254" y="2"/>
                </a:lnTo>
                <a:lnTo>
                  <a:pt x="261" y="3"/>
                </a:lnTo>
                <a:lnTo>
                  <a:pt x="267" y="4"/>
                </a:lnTo>
                <a:lnTo>
                  <a:pt x="274" y="6"/>
                </a:lnTo>
                <a:lnTo>
                  <a:pt x="281" y="7"/>
                </a:lnTo>
                <a:lnTo>
                  <a:pt x="287" y="9"/>
                </a:lnTo>
                <a:lnTo>
                  <a:pt x="294" y="11"/>
                </a:lnTo>
                <a:lnTo>
                  <a:pt x="300" y="13"/>
                </a:lnTo>
                <a:lnTo>
                  <a:pt x="307" y="15"/>
                </a:lnTo>
                <a:lnTo>
                  <a:pt x="313" y="17"/>
                </a:lnTo>
                <a:lnTo>
                  <a:pt x="319" y="19"/>
                </a:lnTo>
                <a:lnTo>
                  <a:pt x="325" y="22"/>
                </a:lnTo>
                <a:lnTo>
                  <a:pt x="331" y="25"/>
                </a:lnTo>
                <a:lnTo>
                  <a:pt x="337" y="27"/>
                </a:lnTo>
                <a:lnTo>
                  <a:pt x="343" y="31"/>
                </a:lnTo>
                <a:lnTo>
                  <a:pt x="348" y="34"/>
                </a:lnTo>
                <a:lnTo>
                  <a:pt x="354" y="37"/>
                </a:lnTo>
                <a:lnTo>
                  <a:pt x="359" y="40"/>
                </a:lnTo>
                <a:lnTo>
                  <a:pt x="364" y="44"/>
                </a:lnTo>
                <a:lnTo>
                  <a:pt x="369" y="48"/>
                </a:lnTo>
                <a:lnTo>
                  <a:pt x="374" y="52"/>
                </a:lnTo>
                <a:lnTo>
                  <a:pt x="379" y="55"/>
                </a:lnTo>
                <a:lnTo>
                  <a:pt x="384" y="60"/>
                </a:lnTo>
                <a:lnTo>
                  <a:pt x="388" y="64"/>
                </a:lnTo>
                <a:lnTo>
                  <a:pt x="392" y="68"/>
                </a:lnTo>
                <a:lnTo>
                  <a:pt x="396" y="72"/>
                </a:lnTo>
                <a:lnTo>
                  <a:pt x="400" y="77"/>
                </a:lnTo>
                <a:lnTo>
                  <a:pt x="404" y="82"/>
                </a:lnTo>
                <a:lnTo>
                  <a:pt x="408" y="86"/>
                </a:lnTo>
                <a:lnTo>
                  <a:pt x="411" y="91"/>
                </a:lnTo>
                <a:lnTo>
                  <a:pt x="414" y="96"/>
                </a:lnTo>
                <a:lnTo>
                  <a:pt x="417" y="101"/>
                </a:lnTo>
                <a:lnTo>
                  <a:pt x="420" y="106"/>
                </a:lnTo>
                <a:lnTo>
                  <a:pt x="423" y="111"/>
                </a:lnTo>
                <a:lnTo>
                  <a:pt x="425" y="116"/>
                </a:lnTo>
                <a:lnTo>
                  <a:pt x="427" y="121"/>
                </a:lnTo>
                <a:lnTo>
                  <a:pt x="429" y="127"/>
                </a:lnTo>
                <a:lnTo>
                  <a:pt x="431" y="132"/>
                </a:lnTo>
                <a:lnTo>
                  <a:pt x="433" y="137"/>
                </a:lnTo>
                <a:lnTo>
                  <a:pt x="434" y="143"/>
                </a:lnTo>
                <a:lnTo>
                  <a:pt x="435" y="148"/>
                </a:lnTo>
                <a:lnTo>
                  <a:pt x="436" y="153"/>
                </a:lnTo>
                <a:lnTo>
                  <a:pt x="437" y="159"/>
                </a:lnTo>
                <a:lnTo>
                  <a:pt x="438" y="164"/>
                </a:lnTo>
                <a:lnTo>
                  <a:pt x="438" y="170"/>
                </a:lnTo>
                <a:lnTo>
                  <a:pt x="438" y="176"/>
                </a:lnTo>
                <a:close/>
              </a:path>
            </a:pathLst>
          </a:custGeom>
          <a:solidFill>
            <a:srgbClr val="ffe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6" name=""/>
          <p:cNvSpPr/>
          <p:nvPr/>
        </p:nvSpPr>
        <p:spPr>
          <a:xfrm>
            <a:off x="4899240" y="1764000"/>
            <a:ext cx="159120" cy="127800"/>
          </a:xfrm>
          <a:custGeom>
            <a:avLst/>
            <a:gdLst/>
            <a:ahLst/>
            <a:rect l="0" t="0" r="r" b="b"/>
            <a:pathLst>
              <a:path w="442" h="355">
                <a:moveTo>
                  <a:pt x="440" y="177"/>
                </a:moveTo>
                <a:lnTo>
                  <a:pt x="440" y="172"/>
                </a:lnTo>
                <a:lnTo>
                  <a:pt x="440" y="166"/>
                </a:lnTo>
                <a:lnTo>
                  <a:pt x="439" y="161"/>
                </a:lnTo>
                <a:lnTo>
                  <a:pt x="438" y="155"/>
                </a:lnTo>
                <a:lnTo>
                  <a:pt x="437" y="150"/>
                </a:lnTo>
                <a:lnTo>
                  <a:pt x="436" y="145"/>
                </a:lnTo>
                <a:lnTo>
                  <a:pt x="435" y="139"/>
                </a:lnTo>
                <a:lnTo>
                  <a:pt x="433" y="134"/>
                </a:lnTo>
                <a:lnTo>
                  <a:pt x="431" y="129"/>
                </a:lnTo>
                <a:lnTo>
                  <a:pt x="429" y="123"/>
                </a:lnTo>
                <a:lnTo>
                  <a:pt x="427" y="118"/>
                </a:lnTo>
                <a:lnTo>
                  <a:pt x="425" y="113"/>
                </a:lnTo>
                <a:lnTo>
                  <a:pt x="422" y="108"/>
                </a:lnTo>
                <a:lnTo>
                  <a:pt x="419" y="103"/>
                </a:lnTo>
                <a:lnTo>
                  <a:pt x="416" y="98"/>
                </a:lnTo>
                <a:lnTo>
                  <a:pt x="413" y="93"/>
                </a:lnTo>
                <a:lnTo>
                  <a:pt x="410" y="88"/>
                </a:lnTo>
                <a:lnTo>
                  <a:pt x="406" y="84"/>
                </a:lnTo>
                <a:lnTo>
                  <a:pt x="402" y="79"/>
                </a:lnTo>
                <a:lnTo>
                  <a:pt x="398" y="74"/>
                </a:lnTo>
                <a:lnTo>
                  <a:pt x="394" y="70"/>
                </a:lnTo>
                <a:lnTo>
                  <a:pt x="390" y="66"/>
                </a:lnTo>
                <a:lnTo>
                  <a:pt x="386" y="62"/>
                </a:lnTo>
                <a:lnTo>
                  <a:pt x="381" y="57"/>
                </a:lnTo>
                <a:lnTo>
                  <a:pt x="376" y="54"/>
                </a:lnTo>
                <a:lnTo>
                  <a:pt x="371" y="50"/>
                </a:lnTo>
                <a:lnTo>
                  <a:pt x="366" y="46"/>
                </a:lnTo>
                <a:lnTo>
                  <a:pt x="361" y="42"/>
                </a:lnTo>
                <a:lnTo>
                  <a:pt x="356" y="39"/>
                </a:lnTo>
                <a:lnTo>
                  <a:pt x="350" y="36"/>
                </a:lnTo>
                <a:lnTo>
                  <a:pt x="345" y="33"/>
                </a:lnTo>
                <a:lnTo>
                  <a:pt x="339" y="29"/>
                </a:lnTo>
                <a:lnTo>
                  <a:pt x="333" y="27"/>
                </a:lnTo>
                <a:lnTo>
                  <a:pt x="327" y="24"/>
                </a:lnTo>
                <a:lnTo>
                  <a:pt x="321" y="21"/>
                </a:lnTo>
                <a:lnTo>
                  <a:pt x="315" y="19"/>
                </a:lnTo>
                <a:lnTo>
                  <a:pt x="309" y="17"/>
                </a:lnTo>
                <a:lnTo>
                  <a:pt x="302" y="15"/>
                </a:lnTo>
                <a:lnTo>
                  <a:pt x="296" y="13"/>
                </a:lnTo>
                <a:lnTo>
                  <a:pt x="289" y="11"/>
                </a:lnTo>
                <a:lnTo>
                  <a:pt x="282" y="9"/>
                </a:lnTo>
                <a:lnTo>
                  <a:pt x="275" y="8"/>
                </a:lnTo>
                <a:lnTo>
                  <a:pt x="268" y="6"/>
                </a:lnTo>
                <a:lnTo>
                  <a:pt x="262" y="5"/>
                </a:lnTo>
                <a:lnTo>
                  <a:pt x="255" y="4"/>
                </a:lnTo>
                <a:lnTo>
                  <a:pt x="248" y="4"/>
                </a:lnTo>
                <a:lnTo>
                  <a:pt x="241" y="3"/>
                </a:lnTo>
                <a:lnTo>
                  <a:pt x="235" y="3"/>
                </a:lnTo>
                <a:lnTo>
                  <a:pt x="228" y="2"/>
                </a:lnTo>
                <a:lnTo>
                  <a:pt x="221" y="2"/>
                </a:lnTo>
                <a:lnTo>
                  <a:pt x="214" y="2"/>
                </a:lnTo>
                <a:lnTo>
                  <a:pt x="207" y="3"/>
                </a:lnTo>
                <a:lnTo>
                  <a:pt x="200" y="3"/>
                </a:lnTo>
                <a:lnTo>
                  <a:pt x="193" y="4"/>
                </a:lnTo>
                <a:lnTo>
                  <a:pt x="187" y="4"/>
                </a:lnTo>
                <a:lnTo>
                  <a:pt x="180" y="5"/>
                </a:lnTo>
                <a:lnTo>
                  <a:pt x="173" y="6"/>
                </a:lnTo>
                <a:lnTo>
                  <a:pt x="166" y="8"/>
                </a:lnTo>
                <a:lnTo>
                  <a:pt x="160" y="9"/>
                </a:lnTo>
                <a:lnTo>
                  <a:pt x="153" y="11"/>
                </a:lnTo>
                <a:lnTo>
                  <a:pt x="147" y="13"/>
                </a:lnTo>
                <a:lnTo>
                  <a:pt x="140" y="15"/>
                </a:lnTo>
                <a:lnTo>
                  <a:pt x="134" y="17"/>
                </a:lnTo>
                <a:lnTo>
                  <a:pt x="128" y="19"/>
                </a:lnTo>
                <a:lnTo>
                  <a:pt x="122" y="21"/>
                </a:lnTo>
                <a:lnTo>
                  <a:pt x="116" y="24"/>
                </a:lnTo>
                <a:lnTo>
                  <a:pt x="110" y="27"/>
                </a:lnTo>
                <a:lnTo>
                  <a:pt x="104" y="29"/>
                </a:lnTo>
                <a:lnTo>
                  <a:pt x="98" y="33"/>
                </a:lnTo>
                <a:lnTo>
                  <a:pt x="92" y="36"/>
                </a:lnTo>
                <a:lnTo>
                  <a:pt x="87" y="39"/>
                </a:lnTo>
                <a:lnTo>
                  <a:pt x="82" y="42"/>
                </a:lnTo>
                <a:lnTo>
                  <a:pt x="76" y="46"/>
                </a:lnTo>
                <a:lnTo>
                  <a:pt x="71" y="50"/>
                </a:lnTo>
                <a:lnTo>
                  <a:pt x="66" y="54"/>
                </a:lnTo>
                <a:lnTo>
                  <a:pt x="62" y="57"/>
                </a:lnTo>
                <a:lnTo>
                  <a:pt x="57" y="62"/>
                </a:lnTo>
                <a:lnTo>
                  <a:pt x="53" y="66"/>
                </a:lnTo>
                <a:lnTo>
                  <a:pt x="48" y="70"/>
                </a:lnTo>
                <a:lnTo>
                  <a:pt x="44" y="74"/>
                </a:lnTo>
                <a:lnTo>
                  <a:pt x="40" y="79"/>
                </a:lnTo>
                <a:lnTo>
                  <a:pt x="36" y="84"/>
                </a:lnTo>
                <a:lnTo>
                  <a:pt x="33" y="88"/>
                </a:lnTo>
                <a:lnTo>
                  <a:pt x="29" y="93"/>
                </a:lnTo>
                <a:lnTo>
                  <a:pt x="26" y="98"/>
                </a:lnTo>
                <a:lnTo>
                  <a:pt x="23" y="103"/>
                </a:lnTo>
                <a:lnTo>
                  <a:pt x="20" y="108"/>
                </a:lnTo>
                <a:lnTo>
                  <a:pt x="18" y="113"/>
                </a:lnTo>
                <a:lnTo>
                  <a:pt x="15" y="118"/>
                </a:lnTo>
                <a:lnTo>
                  <a:pt x="13" y="123"/>
                </a:lnTo>
                <a:lnTo>
                  <a:pt x="11" y="129"/>
                </a:lnTo>
                <a:lnTo>
                  <a:pt x="9" y="134"/>
                </a:lnTo>
                <a:lnTo>
                  <a:pt x="8" y="139"/>
                </a:lnTo>
                <a:lnTo>
                  <a:pt x="6" y="145"/>
                </a:lnTo>
                <a:lnTo>
                  <a:pt x="5" y="150"/>
                </a:lnTo>
                <a:lnTo>
                  <a:pt x="4" y="155"/>
                </a:lnTo>
                <a:lnTo>
                  <a:pt x="3" y="161"/>
                </a:lnTo>
                <a:lnTo>
                  <a:pt x="3" y="166"/>
                </a:lnTo>
                <a:lnTo>
                  <a:pt x="3" y="172"/>
                </a:lnTo>
                <a:lnTo>
                  <a:pt x="2" y="177"/>
                </a:lnTo>
                <a:lnTo>
                  <a:pt x="3" y="183"/>
                </a:lnTo>
                <a:lnTo>
                  <a:pt x="3" y="188"/>
                </a:lnTo>
                <a:lnTo>
                  <a:pt x="3" y="194"/>
                </a:lnTo>
                <a:lnTo>
                  <a:pt x="4" y="199"/>
                </a:lnTo>
                <a:lnTo>
                  <a:pt x="5" y="205"/>
                </a:lnTo>
                <a:lnTo>
                  <a:pt x="6" y="210"/>
                </a:lnTo>
                <a:lnTo>
                  <a:pt x="8" y="216"/>
                </a:lnTo>
                <a:lnTo>
                  <a:pt x="9" y="221"/>
                </a:lnTo>
                <a:lnTo>
                  <a:pt x="11" y="226"/>
                </a:lnTo>
                <a:lnTo>
                  <a:pt x="13" y="232"/>
                </a:lnTo>
                <a:lnTo>
                  <a:pt x="15" y="238"/>
                </a:lnTo>
                <a:lnTo>
                  <a:pt x="18" y="243"/>
                </a:lnTo>
                <a:lnTo>
                  <a:pt x="20" y="248"/>
                </a:lnTo>
                <a:lnTo>
                  <a:pt x="23" y="253"/>
                </a:lnTo>
                <a:lnTo>
                  <a:pt x="26" y="258"/>
                </a:lnTo>
                <a:lnTo>
                  <a:pt x="29" y="263"/>
                </a:lnTo>
                <a:lnTo>
                  <a:pt x="33" y="268"/>
                </a:lnTo>
                <a:lnTo>
                  <a:pt x="36" y="272"/>
                </a:lnTo>
                <a:lnTo>
                  <a:pt x="40" y="277"/>
                </a:lnTo>
                <a:lnTo>
                  <a:pt x="44" y="281"/>
                </a:lnTo>
                <a:lnTo>
                  <a:pt x="48" y="286"/>
                </a:lnTo>
                <a:lnTo>
                  <a:pt x="53" y="290"/>
                </a:lnTo>
                <a:lnTo>
                  <a:pt x="57" y="294"/>
                </a:lnTo>
                <a:lnTo>
                  <a:pt x="62" y="298"/>
                </a:lnTo>
                <a:lnTo>
                  <a:pt x="66" y="302"/>
                </a:lnTo>
                <a:lnTo>
                  <a:pt x="71" y="306"/>
                </a:lnTo>
                <a:lnTo>
                  <a:pt x="76" y="310"/>
                </a:lnTo>
                <a:lnTo>
                  <a:pt x="82" y="313"/>
                </a:lnTo>
                <a:lnTo>
                  <a:pt x="87" y="317"/>
                </a:lnTo>
                <a:lnTo>
                  <a:pt x="92" y="320"/>
                </a:lnTo>
                <a:lnTo>
                  <a:pt x="98" y="323"/>
                </a:lnTo>
                <a:lnTo>
                  <a:pt x="104" y="326"/>
                </a:lnTo>
                <a:lnTo>
                  <a:pt x="110" y="329"/>
                </a:lnTo>
                <a:lnTo>
                  <a:pt x="116" y="332"/>
                </a:lnTo>
                <a:lnTo>
                  <a:pt x="122" y="334"/>
                </a:lnTo>
                <a:lnTo>
                  <a:pt x="128" y="337"/>
                </a:lnTo>
                <a:lnTo>
                  <a:pt x="134" y="339"/>
                </a:lnTo>
                <a:lnTo>
                  <a:pt x="140" y="341"/>
                </a:lnTo>
                <a:lnTo>
                  <a:pt x="147" y="343"/>
                </a:lnTo>
                <a:lnTo>
                  <a:pt x="153" y="345"/>
                </a:lnTo>
                <a:lnTo>
                  <a:pt x="160" y="347"/>
                </a:lnTo>
                <a:lnTo>
                  <a:pt x="166" y="348"/>
                </a:lnTo>
                <a:lnTo>
                  <a:pt x="173" y="349"/>
                </a:lnTo>
                <a:lnTo>
                  <a:pt x="180" y="350"/>
                </a:lnTo>
                <a:lnTo>
                  <a:pt x="187" y="351"/>
                </a:lnTo>
                <a:lnTo>
                  <a:pt x="193" y="352"/>
                </a:lnTo>
                <a:lnTo>
                  <a:pt x="200" y="353"/>
                </a:lnTo>
                <a:lnTo>
                  <a:pt x="207" y="353"/>
                </a:lnTo>
                <a:lnTo>
                  <a:pt x="214" y="353"/>
                </a:lnTo>
                <a:lnTo>
                  <a:pt x="221" y="354"/>
                </a:lnTo>
                <a:lnTo>
                  <a:pt x="228" y="353"/>
                </a:lnTo>
                <a:lnTo>
                  <a:pt x="235" y="353"/>
                </a:lnTo>
                <a:lnTo>
                  <a:pt x="241" y="353"/>
                </a:lnTo>
                <a:lnTo>
                  <a:pt x="248" y="352"/>
                </a:lnTo>
                <a:lnTo>
                  <a:pt x="255" y="351"/>
                </a:lnTo>
                <a:lnTo>
                  <a:pt x="262" y="350"/>
                </a:lnTo>
                <a:lnTo>
                  <a:pt x="268" y="349"/>
                </a:lnTo>
                <a:lnTo>
                  <a:pt x="275" y="348"/>
                </a:lnTo>
                <a:lnTo>
                  <a:pt x="282" y="347"/>
                </a:lnTo>
                <a:lnTo>
                  <a:pt x="289" y="345"/>
                </a:lnTo>
                <a:lnTo>
                  <a:pt x="296" y="343"/>
                </a:lnTo>
                <a:lnTo>
                  <a:pt x="302" y="341"/>
                </a:lnTo>
                <a:lnTo>
                  <a:pt x="309" y="339"/>
                </a:lnTo>
                <a:lnTo>
                  <a:pt x="315" y="337"/>
                </a:lnTo>
                <a:lnTo>
                  <a:pt x="321" y="334"/>
                </a:lnTo>
                <a:lnTo>
                  <a:pt x="327" y="332"/>
                </a:lnTo>
                <a:lnTo>
                  <a:pt x="333" y="329"/>
                </a:lnTo>
                <a:lnTo>
                  <a:pt x="339" y="326"/>
                </a:lnTo>
                <a:lnTo>
                  <a:pt x="345" y="323"/>
                </a:lnTo>
                <a:lnTo>
                  <a:pt x="350" y="320"/>
                </a:lnTo>
                <a:lnTo>
                  <a:pt x="356" y="317"/>
                </a:lnTo>
                <a:lnTo>
                  <a:pt x="361" y="313"/>
                </a:lnTo>
                <a:lnTo>
                  <a:pt x="366" y="310"/>
                </a:lnTo>
                <a:lnTo>
                  <a:pt x="371" y="306"/>
                </a:lnTo>
                <a:lnTo>
                  <a:pt x="376" y="302"/>
                </a:lnTo>
                <a:lnTo>
                  <a:pt x="381" y="298"/>
                </a:lnTo>
                <a:lnTo>
                  <a:pt x="386" y="294"/>
                </a:lnTo>
                <a:lnTo>
                  <a:pt x="390" y="290"/>
                </a:lnTo>
                <a:lnTo>
                  <a:pt x="394" y="286"/>
                </a:lnTo>
                <a:lnTo>
                  <a:pt x="398" y="281"/>
                </a:lnTo>
                <a:lnTo>
                  <a:pt x="402" y="277"/>
                </a:lnTo>
                <a:lnTo>
                  <a:pt x="406" y="272"/>
                </a:lnTo>
                <a:lnTo>
                  <a:pt x="410" y="268"/>
                </a:lnTo>
                <a:lnTo>
                  <a:pt x="413" y="263"/>
                </a:lnTo>
                <a:lnTo>
                  <a:pt x="416" y="258"/>
                </a:lnTo>
                <a:lnTo>
                  <a:pt x="419" y="253"/>
                </a:lnTo>
                <a:lnTo>
                  <a:pt x="422" y="248"/>
                </a:lnTo>
                <a:lnTo>
                  <a:pt x="425" y="243"/>
                </a:lnTo>
                <a:lnTo>
                  <a:pt x="427" y="238"/>
                </a:lnTo>
                <a:lnTo>
                  <a:pt x="429" y="232"/>
                </a:lnTo>
                <a:lnTo>
                  <a:pt x="431" y="226"/>
                </a:lnTo>
                <a:lnTo>
                  <a:pt x="433" y="221"/>
                </a:lnTo>
                <a:lnTo>
                  <a:pt x="435" y="216"/>
                </a:lnTo>
                <a:lnTo>
                  <a:pt x="436" y="210"/>
                </a:lnTo>
                <a:lnTo>
                  <a:pt x="437" y="205"/>
                </a:lnTo>
                <a:lnTo>
                  <a:pt x="438" y="199"/>
                </a:lnTo>
                <a:lnTo>
                  <a:pt x="439" y="194"/>
                </a:lnTo>
                <a:lnTo>
                  <a:pt x="440" y="188"/>
                </a:lnTo>
                <a:lnTo>
                  <a:pt x="440" y="183"/>
                </a:lnTo>
                <a:lnTo>
                  <a:pt x="440" y="177"/>
                </a:lnTo>
                <a:moveTo>
                  <a:pt x="442" y="177"/>
                </a:moveTo>
                <a:lnTo>
                  <a:pt x="442" y="183"/>
                </a:lnTo>
                <a:lnTo>
                  <a:pt x="442" y="188"/>
                </a:lnTo>
                <a:lnTo>
                  <a:pt x="441" y="194"/>
                </a:lnTo>
                <a:lnTo>
                  <a:pt x="441" y="200"/>
                </a:lnTo>
                <a:lnTo>
                  <a:pt x="440" y="205"/>
                </a:lnTo>
                <a:lnTo>
                  <a:pt x="439" y="211"/>
                </a:lnTo>
                <a:lnTo>
                  <a:pt x="437" y="216"/>
                </a:lnTo>
                <a:lnTo>
                  <a:pt x="436" y="221"/>
                </a:lnTo>
                <a:lnTo>
                  <a:pt x="434" y="227"/>
                </a:lnTo>
                <a:lnTo>
                  <a:pt x="432" y="232"/>
                </a:lnTo>
                <a:lnTo>
                  <a:pt x="429" y="238"/>
                </a:lnTo>
                <a:lnTo>
                  <a:pt x="427" y="244"/>
                </a:lnTo>
                <a:lnTo>
                  <a:pt x="424" y="249"/>
                </a:lnTo>
                <a:lnTo>
                  <a:pt x="421" y="254"/>
                </a:lnTo>
                <a:lnTo>
                  <a:pt x="418" y="259"/>
                </a:lnTo>
                <a:lnTo>
                  <a:pt x="415" y="264"/>
                </a:lnTo>
                <a:lnTo>
                  <a:pt x="412" y="268"/>
                </a:lnTo>
                <a:lnTo>
                  <a:pt x="408" y="273"/>
                </a:lnTo>
                <a:lnTo>
                  <a:pt x="404" y="278"/>
                </a:lnTo>
                <a:lnTo>
                  <a:pt x="400" y="282"/>
                </a:lnTo>
                <a:lnTo>
                  <a:pt x="396" y="287"/>
                </a:lnTo>
                <a:lnTo>
                  <a:pt x="392" y="291"/>
                </a:lnTo>
                <a:lnTo>
                  <a:pt x="387" y="295"/>
                </a:lnTo>
                <a:lnTo>
                  <a:pt x="383" y="300"/>
                </a:lnTo>
                <a:lnTo>
                  <a:pt x="378" y="304"/>
                </a:lnTo>
                <a:lnTo>
                  <a:pt x="373" y="307"/>
                </a:lnTo>
                <a:lnTo>
                  <a:pt x="368" y="311"/>
                </a:lnTo>
                <a:lnTo>
                  <a:pt x="362" y="315"/>
                </a:lnTo>
                <a:lnTo>
                  <a:pt x="357" y="318"/>
                </a:lnTo>
                <a:lnTo>
                  <a:pt x="352" y="322"/>
                </a:lnTo>
                <a:lnTo>
                  <a:pt x="346" y="325"/>
                </a:lnTo>
                <a:lnTo>
                  <a:pt x="340" y="328"/>
                </a:lnTo>
                <a:lnTo>
                  <a:pt x="334" y="331"/>
                </a:lnTo>
                <a:lnTo>
                  <a:pt x="328" y="333"/>
                </a:lnTo>
                <a:lnTo>
                  <a:pt x="322" y="336"/>
                </a:lnTo>
                <a:lnTo>
                  <a:pt x="316" y="339"/>
                </a:lnTo>
                <a:lnTo>
                  <a:pt x="309" y="341"/>
                </a:lnTo>
                <a:lnTo>
                  <a:pt x="303" y="343"/>
                </a:lnTo>
                <a:lnTo>
                  <a:pt x="297" y="345"/>
                </a:lnTo>
                <a:lnTo>
                  <a:pt x="290" y="347"/>
                </a:lnTo>
                <a:lnTo>
                  <a:pt x="282" y="348"/>
                </a:lnTo>
                <a:lnTo>
                  <a:pt x="276" y="350"/>
                </a:lnTo>
                <a:lnTo>
                  <a:pt x="269" y="351"/>
                </a:lnTo>
                <a:lnTo>
                  <a:pt x="262" y="352"/>
                </a:lnTo>
                <a:lnTo>
                  <a:pt x="255" y="353"/>
                </a:lnTo>
                <a:lnTo>
                  <a:pt x="248" y="354"/>
                </a:lnTo>
                <a:lnTo>
                  <a:pt x="242" y="355"/>
                </a:lnTo>
                <a:lnTo>
                  <a:pt x="235" y="355"/>
                </a:lnTo>
                <a:lnTo>
                  <a:pt x="228" y="355"/>
                </a:lnTo>
                <a:lnTo>
                  <a:pt x="221" y="355"/>
                </a:lnTo>
                <a:lnTo>
                  <a:pt x="214" y="355"/>
                </a:lnTo>
                <a:lnTo>
                  <a:pt x="207" y="355"/>
                </a:lnTo>
                <a:lnTo>
                  <a:pt x="200" y="355"/>
                </a:lnTo>
                <a:lnTo>
                  <a:pt x="193" y="354"/>
                </a:lnTo>
                <a:lnTo>
                  <a:pt x="186" y="353"/>
                </a:lnTo>
                <a:lnTo>
                  <a:pt x="179" y="352"/>
                </a:lnTo>
                <a:lnTo>
                  <a:pt x="173" y="351"/>
                </a:lnTo>
                <a:lnTo>
                  <a:pt x="166" y="350"/>
                </a:lnTo>
                <a:lnTo>
                  <a:pt x="159" y="348"/>
                </a:lnTo>
                <a:lnTo>
                  <a:pt x="153" y="347"/>
                </a:lnTo>
                <a:lnTo>
                  <a:pt x="146" y="345"/>
                </a:lnTo>
                <a:lnTo>
                  <a:pt x="140" y="343"/>
                </a:lnTo>
                <a:lnTo>
                  <a:pt x="133" y="341"/>
                </a:lnTo>
                <a:lnTo>
                  <a:pt x="127" y="339"/>
                </a:lnTo>
                <a:lnTo>
                  <a:pt x="121" y="336"/>
                </a:lnTo>
                <a:lnTo>
                  <a:pt x="114" y="333"/>
                </a:lnTo>
                <a:lnTo>
                  <a:pt x="108" y="331"/>
                </a:lnTo>
                <a:lnTo>
                  <a:pt x="103" y="328"/>
                </a:lnTo>
                <a:lnTo>
                  <a:pt x="97" y="325"/>
                </a:lnTo>
                <a:lnTo>
                  <a:pt x="91" y="322"/>
                </a:lnTo>
                <a:lnTo>
                  <a:pt x="86" y="318"/>
                </a:lnTo>
                <a:lnTo>
                  <a:pt x="80" y="315"/>
                </a:lnTo>
                <a:lnTo>
                  <a:pt x="75" y="311"/>
                </a:lnTo>
                <a:lnTo>
                  <a:pt x="70" y="307"/>
                </a:lnTo>
                <a:lnTo>
                  <a:pt x="65" y="304"/>
                </a:lnTo>
                <a:lnTo>
                  <a:pt x="60" y="300"/>
                </a:lnTo>
                <a:lnTo>
                  <a:pt x="55" y="295"/>
                </a:lnTo>
                <a:lnTo>
                  <a:pt x="51" y="291"/>
                </a:lnTo>
                <a:lnTo>
                  <a:pt x="46" y="287"/>
                </a:lnTo>
                <a:lnTo>
                  <a:pt x="42" y="282"/>
                </a:lnTo>
                <a:lnTo>
                  <a:pt x="38" y="278"/>
                </a:lnTo>
                <a:lnTo>
                  <a:pt x="34" y="273"/>
                </a:lnTo>
                <a:lnTo>
                  <a:pt x="31" y="268"/>
                </a:lnTo>
                <a:lnTo>
                  <a:pt x="27" y="264"/>
                </a:lnTo>
                <a:lnTo>
                  <a:pt x="24" y="259"/>
                </a:lnTo>
                <a:lnTo>
                  <a:pt x="21" y="254"/>
                </a:lnTo>
                <a:lnTo>
                  <a:pt x="18" y="249"/>
                </a:lnTo>
                <a:lnTo>
                  <a:pt x="16" y="244"/>
                </a:lnTo>
                <a:lnTo>
                  <a:pt x="13" y="238"/>
                </a:lnTo>
                <a:lnTo>
                  <a:pt x="11" y="232"/>
                </a:lnTo>
                <a:lnTo>
                  <a:pt x="9" y="227"/>
                </a:lnTo>
                <a:lnTo>
                  <a:pt x="7" y="221"/>
                </a:lnTo>
                <a:lnTo>
                  <a:pt x="5" y="216"/>
                </a:lnTo>
                <a:lnTo>
                  <a:pt x="4" y="211"/>
                </a:lnTo>
                <a:lnTo>
                  <a:pt x="3" y="205"/>
                </a:lnTo>
                <a:lnTo>
                  <a:pt x="2" y="200"/>
                </a:lnTo>
                <a:lnTo>
                  <a:pt x="1" y="194"/>
                </a:lnTo>
                <a:lnTo>
                  <a:pt x="1" y="188"/>
                </a:lnTo>
                <a:lnTo>
                  <a:pt x="0" y="183"/>
                </a:lnTo>
                <a:lnTo>
                  <a:pt x="0" y="177"/>
                </a:lnTo>
                <a:lnTo>
                  <a:pt x="0" y="172"/>
                </a:lnTo>
                <a:lnTo>
                  <a:pt x="1" y="166"/>
                </a:lnTo>
                <a:lnTo>
                  <a:pt x="1" y="161"/>
                </a:lnTo>
                <a:lnTo>
                  <a:pt x="2" y="155"/>
                </a:lnTo>
                <a:lnTo>
                  <a:pt x="3" y="150"/>
                </a:lnTo>
                <a:lnTo>
                  <a:pt x="4" y="144"/>
                </a:lnTo>
                <a:lnTo>
                  <a:pt x="5" y="139"/>
                </a:lnTo>
                <a:lnTo>
                  <a:pt x="7" y="133"/>
                </a:lnTo>
                <a:lnTo>
                  <a:pt x="9" y="128"/>
                </a:lnTo>
                <a:lnTo>
                  <a:pt x="11" y="123"/>
                </a:lnTo>
                <a:lnTo>
                  <a:pt x="13" y="117"/>
                </a:lnTo>
                <a:lnTo>
                  <a:pt x="16" y="112"/>
                </a:lnTo>
                <a:lnTo>
                  <a:pt x="18" y="107"/>
                </a:lnTo>
                <a:lnTo>
                  <a:pt x="21" y="102"/>
                </a:lnTo>
                <a:lnTo>
                  <a:pt x="24" y="97"/>
                </a:lnTo>
                <a:lnTo>
                  <a:pt x="27" y="92"/>
                </a:lnTo>
                <a:lnTo>
                  <a:pt x="31" y="87"/>
                </a:lnTo>
                <a:lnTo>
                  <a:pt x="34" y="83"/>
                </a:lnTo>
                <a:lnTo>
                  <a:pt x="38" y="78"/>
                </a:lnTo>
                <a:lnTo>
                  <a:pt x="42" y="73"/>
                </a:lnTo>
                <a:lnTo>
                  <a:pt x="46" y="69"/>
                </a:lnTo>
                <a:lnTo>
                  <a:pt x="51" y="65"/>
                </a:lnTo>
                <a:lnTo>
                  <a:pt x="55" y="60"/>
                </a:lnTo>
                <a:lnTo>
                  <a:pt x="60" y="56"/>
                </a:lnTo>
                <a:lnTo>
                  <a:pt x="65" y="52"/>
                </a:lnTo>
                <a:lnTo>
                  <a:pt x="70" y="48"/>
                </a:lnTo>
                <a:lnTo>
                  <a:pt x="75" y="45"/>
                </a:lnTo>
                <a:lnTo>
                  <a:pt x="80" y="41"/>
                </a:lnTo>
                <a:lnTo>
                  <a:pt x="86" y="38"/>
                </a:lnTo>
                <a:lnTo>
                  <a:pt x="91" y="34"/>
                </a:lnTo>
                <a:lnTo>
                  <a:pt x="97" y="31"/>
                </a:lnTo>
                <a:lnTo>
                  <a:pt x="103" y="28"/>
                </a:lnTo>
                <a:lnTo>
                  <a:pt x="108" y="25"/>
                </a:lnTo>
                <a:lnTo>
                  <a:pt x="114" y="22"/>
                </a:lnTo>
                <a:lnTo>
                  <a:pt x="121" y="20"/>
                </a:lnTo>
                <a:lnTo>
                  <a:pt x="127" y="17"/>
                </a:lnTo>
                <a:lnTo>
                  <a:pt x="133" y="15"/>
                </a:lnTo>
                <a:lnTo>
                  <a:pt x="140" y="13"/>
                </a:lnTo>
                <a:lnTo>
                  <a:pt x="146" y="11"/>
                </a:lnTo>
                <a:lnTo>
                  <a:pt x="153" y="9"/>
                </a:lnTo>
                <a:lnTo>
                  <a:pt x="159" y="7"/>
                </a:lnTo>
                <a:lnTo>
                  <a:pt x="166" y="6"/>
                </a:lnTo>
                <a:lnTo>
                  <a:pt x="173" y="5"/>
                </a:lnTo>
                <a:lnTo>
                  <a:pt x="179" y="4"/>
                </a:lnTo>
                <a:lnTo>
                  <a:pt x="186" y="3"/>
                </a:lnTo>
                <a:lnTo>
                  <a:pt x="193" y="2"/>
                </a:lnTo>
                <a:lnTo>
                  <a:pt x="200" y="1"/>
                </a:lnTo>
                <a:lnTo>
                  <a:pt x="207" y="1"/>
                </a:lnTo>
                <a:lnTo>
                  <a:pt x="214" y="0"/>
                </a:lnTo>
                <a:lnTo>
                  <a:pt x="221" y="0"/>
                </a:lnTo>
                <a:lnTo>
                  <a:pt x="228" y="0"/>
                </a:lnTo>
                <a:lnTo>
                  <a:pt x="235" y="1"/>
                </a:lnTo>
                <a:lnTo>
                  <a:pt x="242" y="1"/>
                </a:lnTo>
                <a:lnTo>
                  <a:pt x="248" y="2"/>
                </a:lnTo>
                <a:lnTo>
                  <a:pt x="255" y="3"/>
                </a:lnTo>
                <a:lnTo>
                  <a:pt x="262" y="4"/>
                </a:lnTo>
                <a:lnTo>
                  <a:pt x="269" y="5"/>
                </a:lnTo>
                <a:lnTo>
                  <a:pt x="276" y="6"/>
                </a:lnTo>
                <a:lnTo>
                  <a:pt x="282" y="7"/>
                </a:lnTo>
                <a:lnTo>
                  <a:pt x="290" y="9"/>
                </a:lnTo>
                <a:lnTo>
                  <a:pt x="297" y="11"/>
                </a:lnTo>
                <a:lnTo>
                  <a:pt x="303" y="13"/>
                </a:lnTo>
                <a:lnTo>
                  <a:pt x="309" y="15"/>
                </a:lnTo>
                <a:lnTo>
                  <a:pt x="316" y="17"/>
                </a:lnTo>
                <a:lnTo>
                  <a:pt x="322" y="20"/>
                </a:lnTo>
                <a:lnTo>
                  <a:pt x="328" y="22"/>
                </a:lnTo>
                <a:lnTo>
                  <a:pt x="334" y="25"/>
                </a:lnTo>
                <a:lnTo>
                  <a:pt x="340" y="28"/>
                </a:lnTo>
                <a:lnTo>
                  <a:pt x="346" y="31"/>
                </a:lnTo>
                <a:lnTo>
                  <a:pt x="352" y="34"/>
                </a:lnTo>
                <a:lnTo>
                  <a:pt x="357" y="38"/>
                </a:lnTo>
                <a:lnTo>
                  <a:pt x="362" y="41"/>
                </a:lnTo>
                <a:lnTo>
                  <a:pt x="368" y="45"/>
                </a:lnTo>
                <a:lnTo>
                  <a:pt x="373" y="48"/>
                </a:lnTo>
                <a:lnTo>
                  <a:pt x="378" y="52"/>
                </a:lnTo>
                <a:lnTo>
                  <a:pt x="383" y="56"/>
                </a:lnTo>
                <a:lnTo>
                  <a:pt x="387" y="60"/>
                </a:lnTo>
                <a:lnTo>
                  <a:pt x="392" y="65"/>
                </a:lnTo>
                <a:lnTo>
                  <a:pt x="396" y="69"/>
                </a:lnTo>
                <a:lnTo>
                  <a:pt x="400" y="73"/>
                </a:lnTo>
                <a:lnTo>
                  <a:pt x="404" y="78"/>
                </a:lnTo>
                <a:lnTo>
                  <a:pt x="408" y="83"/>
                </a:lnTo>
                <a:lnTo>
                  <a:pt x="412" y="87"/>
                </a:lnTo>
                <a:lnTo>
                  <a:pt x="415" y="92"/>
                </a:lnTo>
                <a:lnTo>
                  <a:pt x="418" y="97"/>
                </a:lnTo>
                <a:lnTo>
                  <a:pt x="421" y="102"/>
                </a:lnTo>
                <a:lnTo>
                  <a:pt x="424" y="107"/>
                </a:lnTo>
                <a:lnTo>
                  <a:pt x="427" y="112"/>
                </a:lnTo>
                <a:lnTo>
                  <a:pt x="429" y="117"/>
                </a:lnTo>
                <a:lnTo>
                  <a:pt x="432" y="123"/>
                </a:lnTo>
                <a:lnTo>
                  <a:pt x="434" y="128"/>
                </a:lnTo>
                <a:lnTo>
                  <a:pt x="436" y="133"/>
                </a:lnTo>
                <a:lnTo>
                  <a:pt x="437" y="139"/>
                </a:lnTo>
                <a:lnTo>
                  <a:pt x="439" y="144"/>
                </a:lnTo>
                <a:lnTo>
                  <a:pt x="440" y="150"/>
                </a:lnTo>
                <a:lnTo>
                  <a:pt x="441" y="155"/>
                </a:lnTo>
                <a:lnTo>
                  <a:pt x="441" y="161"/>
                </a:lnTo>
                <a:lnTo>
                  <a:pt x="442" y="166"/>
                </a:lnTo>
                <a:lnTo>
                  <a:pt x="442" y="172"/>
                </a:lnTo>
                <a:lnTo>
                  <a:pt x="442" y="177"/>
                </a:lnTo>
                <a:close/>
              </a:path>
            </a:pathLst>
          </a:custGeom>
          <a:solidFill>
            <a:srgbClr val="ffe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7" name=""/>
          <p:cNvSpPr/>
          <p:nvPr/>
        </p:nvSpPr>
        <p:spPr>
          <a:xfrm>
            <a:off x="4898520" y="1763640"/>
            <a:ext cx="160920" cy="128880"/>
          </a:xfrm>
          <a:custGeom>
            <a:avLst/>
            <a:gdLst/>
            <a:ahLst/>
            <a:rect l="0" t="0" r="r" b="b"/>
            <a:pathLst>
              <a:path w="447" h="358">
                <a:moveTo>
                  <a:pt x="444" y="178"/>
                </a:moveTo>
                <a:lnTo>
                  <a:pt x="444" y="173"/>
                </a:lnTo>
                <a:lnTo>
                  <a:pt x="444" y="167"/>
                </a:lnTo>
                <a:lnTo>
                  <a:pt x="443" y="162"/>
                </a:lnTo>
                <a:lnTo>
                  <a:pt x="443" y="156"/>
                </a:lnTo>
                <a:lnTo>
                  <a:pt x="442" y="151"/>
                </a:lnTo>
                <a:lnTo>
                  <a:pt x="441" y="145"/>
                </a:lnTo>
                <a:lnTo>
                  <a:pt x="439" y="140"/>
                </a:lnTo>
                <a:lnTo>
                  <a:pt x="438" y="134"/>
                </a:lnTo>
                <a:lnTo>
                  <a:pt x="436" y="129"/>
                </a:lnTo>
                <a:lnTo>
                  <a:pt x="434" y="124"/>
                </a:lnTo>
                <a:lnTo>
                  <a:pt x="431" y="118"/>
                </a:lnTo>
                <a:lnTo>
                  <a:pt x="429" y="113"/>
                </a:lnTo>
                <a:lnTo>
                  <a:pt x="426" y="108"/>
                </a:lnTo>
                <a:lnTo>
                  <a:pt x="423" y="103"/>
                </a:lnTo>
                <a:lnTo>
                  <a:pt x="420" y="98"/>
                </a:lnTo>
                <a:lnTo>
                  <a:pt x="417" y="93"/>
                </a:lnTo>
                <a:lnTo>
                  <a:pt x="414" y="88"/>
                </a:lnTo>
                <a:lnTo>
                  <a:pt x="409" y="84"/>
                </a:lnTo>
                <a:lnTo>
                  <a:pt x="405" y="79"/>
                </a:lnTo>
                <a:lnTo>
                  <a:pt x="401" y="74"/>
                </a:lnTo>
                <a:lnTo>
                  <a:pt x="397" y="70"/>
                </a:lnTo>
                <a:lnTo>
                  <a:pt x="393" y="66"/>
                </a:lnTo>
                <a:lnTo>
                  <a:pt x="388" y="61"/>
                </a:lnTo>
                <a:lnTo>
                  <a:pt x="384" y="57"/>
                </a:lnTo>
                <a:lnTo>
                  <a:pt x="379" y="53"/>
                </a:lnTo>
                <a:lnTo>
                  <a:pt x="374" y="49"/>
                </a:lnTo>
                <a:lnTo>
                  <a:pt x="369" y="46"/>
                </a:lnTo>
                <a:lnTo>
                  <a:pt x="363" y="42"/>
                </a:lnTo>
                <a:lnTo>
                  <a:pt x="358" y="39"/>
                </a:lnTo>
                <a:lnTo>
                  <a:pt x="353" y="35"/>
                </a:lnTo>
                <a:lnTo>
                  <a:pt x="347" y="32"/>
                </a:lnTo>
                <a:lnTo>
                  <a:pt x="341" y="29"/>
                </a:lnTo>
                <a:lnTo>
                  <a:pt x="335" y="26"/>
                </a:lnTo>
                <a:lnTo>
                  <a:pt x="329" y="23"/>
                </a:lnTo>
                <a:lnTo>
                  <a:pt x="323" y="21"/>
                </a:lnTo>
                <a:lnTo>
                  <a:pt x="317" y="18"/>
                </a:lnTo>
                <a:lnTo>
                  <a:pt x="310" y="16"/>
                </a:lnTo>
                <a:lnTo>
                  <a:pt x="304" y="14"/>
                </a:lnTo>
                <a:lnTo>
                  <a:pt x="298" y="12"/>
                </a:lnTo>
                <a:lnTo>
                  <a:pt x="291" y="10"/>
                </a:lnTo>
                <a:lnTo>
                  <a:pt x="284" y="8"/>
                </a:lnTo>
                <a:lnTo>
                  <a:pt x="278" y="7"/>
                </a:lnTo>
                <a:lnTo>
                  <a:pt x="271" y="6"/>
                </a:lnTo>
                <a:lnTo>
                  <a:pt x="264" y="5"/>
                </a:lnTo>
                <a:lnTo>
                  <a:pt x="257" y="4"/>
                </a:lnTo>
                <a:lnTo>
                  <a:pt x="250" y="3"/>
                </a:lnTo>
                <a:lnTo>
                  <a:pt x="244" y="2"/>
                </a:lnTo>
                <a:lnTo>
                  <a:pt x="237" y="2"/>
                </a:lnTo>
                <a:lnTo>
                  <a:pt x="230" y="1"/>
                </a:lnTo>
                <a:lnTo>
                  <a:pt x="223" y="1"/>
                </a:lnTo>
                <a:lnTo>
                  <a:pt x="216" y="1"/>
                </a:lnTo>
                <a:lnTo>
                  <a:pt x="209" y="2"/>
                </a:lnTo>
                <a:lnTo>
                  <a:pt x="202" y="2"/>
                </a:lnTo>
                <a:lnTo>
                  <a:pt x="195" y="3"/>
                </a:lnTo>
                <a:lnTo>
                  <a:pt x="188" y="4"/>
                </a:lnTo>
                <a:lnTo>
                  <a:pt x="181" y="5"/>
                </a:lnTo>
                <a:lnTo>
                  <a:pt x="175" y="6"/>
                </a:lnTo>
                <a:lnTo>
                  <a:pt x="168" y="7"/>
                </a:lnTo>
                <a:lnTo>
                  <a:pt x="161" y="8"/>
                </a:lnTo>
                <a:lnTo>
                  <a:pt x="155" y="10"/>
                </a:lnTo>
                <a:lnTo>
                  <a:pt x="148" y="12"/>
                </a:lnTo>
                <a:lnTo>
                  <a:pt x="142" y="14"/>
                </a:lnTo>
                <a:lnTo>
                  <a:pt x="135" y="16"/>
                </a:lnTo>
                <a:lnTo>
                  <a:pt x="129" y="18"/>
                </a:lnTo>
                <a:lnTo>
                  <a:pt x="123" y="21"/>
                </a:lnTo>
                <a:lnTo>
                  <a:pt x="116" y="23"/>
                </a:lnTo>
                <a:lnTo>
                  <a:pt x="110" y="26"/>
                </a:lnTo>
                <a:lnTo>
                  <a:pt x="105" y="29"/>
                </a:lnTo>
                <a:lnTo>
                  <a:pt x="99" y="32"/>
                </a:lnTo>
                <a:lnTo>
                  <a:pt x="93" y="35"/>
                </a:lnTo>
                <a:lnTo>
                  <a:pt x="88" y="39"/>
                </a:lnTo>
                <a:lnTo>
                  <a:pt x="82" y="42"/>
                </a:lnTo>
                <a:lnTo>
                  <a:pt x="77" y="46"/>
                </a:lnTo>
                <a:lnTo>
                  <a:pt x="72" y="49"/>
                </a:lnTo>
                <a:lnTo>
                  <a:pt x="67" y="53"/>
                </a:lnTo>
                <a:lnTo>
                  <a:pt x="62" y="57"/>
                </a:lnTo>
                <a:lnTo>
                  <a:pt x="57" y="61"/>
                </a:lnTo>
                <a:lnTo>
                  <a:pt x="53" y="66"/>
                </a:lnTo>
                <a:lnTo>
                  <a:pt x="48" y="70"/>
                </a:lnTo>
                <a:lnTo>
                  <a:pt x="44" y="74"/>
                </a:lnTo>
                <a:lnTo>
                  <a:pt x="40" y="79"/>
                </a:lnTo>
                <a:lnTo>
                  <a:pt x="36" y="84"/>
                </a:lnTo>
                <a:lnTo>
                  <a:pt x="33" y="88"/>
                </a:lnTo>
                <a:lnTo>
                  <a:pt x="29" y="93"/>
                </a:lnTo>
                <a:lnTo>
                  <a:pt x="26" y="98"/>
                </a:lnTo>
                <a:lnTo>
                  <a:pt x="23" y="103"/>
                </a:lnTo>
                <a:lnTo>
                  <a:pt x="20" y="108"/>
                </a:lnTo>
                <a:lnTo>
                  <a:pt x="18" y="113"/>
                </a:lnTo>
                <a:lnTo>
                  <a:pt x="15" y="118"/>
                </a:lnTo>
                <a:lnTo>
                  <a:pt x="13" y="124"/>
                </a:lnTo>
                <a:lnTo>
                  <a:pt x="11" y="129"/>
                </a:lnTo>
                <a:lnTo>
                  <a:pt x="9" y="134"/>
                </a:lnTo>
                <a:lnTo>
                  <a:pt x="7" y="140"/>
                </a:lnTo>
                <a:lnTo>
                  <a:pt x="6" y="145"/>
                </a:lnTo>
                <a:lnTo>
                  <a:pt x="5" y="151"/>
                </a:lnTo>
                <a:lnTo>
                  <a:pt x="4" y="156"/>
                </a:lnTo>
                <a:lnTo>
                  <a:pt x="3" y="162"/>
                </a:lnTo>
                <a:lnTo>
                  <a:pt x="3" y="167"/>
                </a:lnTo>
                <a:lnTo>
                  <a:pt x="2" y="173"/>
                </a:lnTo>
                <a:lnTo>
                  <a:pt x="2" y="178"/>
                </a:lnTo>
                <a:lnTo>
                  <a:pt x="2" y="184"/>
                </a:lnTo>
                <a:lnTo>
                  <a:pt x="3" y="189"/>
                </a:lnTo>
                <a:lnTo>
                  <a:pt x="3" y="195"/>
                </a:lnTo>
                <a:lnTo>
                  <a:pt x="4" y="201"/>
                </a:lnTo>
                <a:lnTo>
                  <a:pt x="5" y="206"/>
                </a:lnTo>
                <a:lnTo>
                  <a:pt x="6" y="212"/>
                </a:lnTo>
                <a:lnTo>
                  <a:pt x="7" y="217"/>
                </a:lnTo>
                <a:lnTo>
                  <a:pt x="9" y="222"/>
                </a:lnTo>
                <a:lnTo>
                  <a:pt x="11" y="228"/>
                </a:lnTo>
                <a:lnTo>
                  <a:pt x="13" y="233"/>
                </a:lnTo>
                <a:lnTo>
                  <a:pt x="15" y="238"/>
                </a:lnTo>
                <a:lnTo>
                  <a:pt x="18" y="244"/>
                </a:lnTo>
                <a:lnTo>
                  <a:pt x="20" y="249"/>
                </a:lnTo>
                <a:lnTo>
                  <a:pt x="23" y="254"/>
                </a:lnTo>
                <a:lnTo>
                  <a:pt x="26" y="259"/>
                </a:lnTo>
                <a:lnTo>
                  <a:pt x="29" y="264"/>
                </a:lnTo>
                <a:lnTo>
                  <a:pt x="33" y="268"/>
                </a:lnTo>
                <a:lnTo>
                  <a:pt x="36" y="273"/>
                </a:lnTo>
                <a:lnTo>
                  <a:pt x="40" y="279"/>
                </a:lnTo>
                <a:lnTo>
                  <a:pt x="44" y="283"/>
                </a:lnTo>
                <a:lnTo>
                  <a:pt x="48" y="288"/>
                </a:lnTo>
                <a:lnTo>
                  <a:pt x="53" y="292"/>
                </a:lnTo>
                <a:lnTo>
                  <a:pt x="57" y="296"/>
                </a:lnTo>
                <a:lnTo>
                  <a:pt x="62" y="301"/>
                </a:lnTo>
                <a:lnTo>
                  <a:pt x="67" y="305"/>
                </a:lnTo>
                <a:lnTo>
                  <a:pt x="72" y="308"/>
                </a:lnTo>
                <a:lnTo>
                  <a:pt x="77" y="312"/>
                </a:lnTo>
                <a:lnTo>
                  <a:pt x="82" y="316"/>
                </a:lnTo>
                <a:lnTo>
                  <a:pt x="88" y="319"/>
                </a:lnTo>
                <a:lnTo>
                  <a:pt x="93" y="323"/>
                </a:lnTo>
                <a:lnTo>
                  <a:pt x="99" y="326"/>
                </a:lnTo>
                <a:lnTo>
                  <a:pt x="105" y="329"/>
                </a:lnTo>
                <a:lnTo>
                  <a:pt x="110" y="332"/>
                </a:lnTo>
                <a:lnTo>
                  <a:pt x="116" y="334"/>
                </a:lnTo>
                <a:lnTo>
                  <a:pt x="123" y="337"/>
                </a:lnTo>
                <a:lnTo>
                  <a:pt x="129" y="340"/>
                </a:lnTo>
                <a:lnTo>
                  <a:pt x="135" y="342"/>
                </a:lnTo>
                <a:lnTo>
                  <a:pt x="142" y="344"/>
                </a:lnTo>
                <a:lnTo>
                  <a:pt x="148" y="346"/>
                </a:lnTo>
                <a:lnTo>
                  <a:pt x="155" y="348"/>
                </a:lnTo>
                <a:lnTo>
                  <a:pt x="161" y="349"/>
                </a:lnTo>
                <a:lnTo>
                  <a:pt x="168" y="351"/>
                </a:lnTo>
                <a:lnTo>
                  <a:pt x="175" y="352"/>
                </a:lnTo>
                <a:lnTo>
                  <a:pt x="181" y="353"/>
                </a:lnTo>
                <a:lnTo>
                  <a:pt x="188" y="354"/>
                </a:lnTo>
                <a:lnTo>
                  <a:pt x="195" y="355"/>
                </a:lnTo>
                <a:lnTo>
                  <a:pt x="202" y="356"/>
                </a:lnTo>
                <a:lnTo>
                  <a:pt x="209" y="356"/>
                </a:lnTo>
                <a:lnTo>
                  <a:pt x="216" y="356"/>
                </a:lnTo>
                <a:lnTo>
                  <a:pt x="223" y="356"/>
                </a:lnTo>
                <a:lnTo>
                  <a:pt x="230" y="356"/>
                </a:lnTo>
                <a:lnTo>
                  <a:pt x="237" y="356"/>
                </a:lnTo>
                <a:lnTo>
                  <a:pt x="244" y="356"/>
                </a:lnTo>
                <a:lnTo>
                  <a:pt x="250" y="355"/>
                </a:lnTo>
                <a:lnTo>
                  <a:pt x="257" y="354"/>
                </a:lnTo>
                <a:lnTo>
                  <a:pt x="264" y="353"/>
                </a:lnTo>
                <a:lnTo>
                  <a:pt x="271" y="352"/>
                </a:lnTo>
                <a:lnTo>
                  <a:pt x="278" y="351"/>
                </a:lnTo>
                <a:lnTo>
                  <a:pt x="284" y="349"/>
                </a:lnTo>
                <a:lnTo>
                  <a:pt x="291" y="348"/>
                </a:lnTo>
                <a:lnTo>
                  <a:pt x="298" y="346"/>
                </a:lnTo>
                <a:lnTo>
                  <a:pt x="304" y="344"/>
                </a:lnTo>
                <a:lnTo>
                  <a:pt x="310" y="342"/>
                </a:lnTo>
                <a:lnTo>
                  <a:pt x="317" y="340"/>
                </a:lnTo>
                <a:lnTo>
                  <a:pt x="323" y="337"/>
                </a:lnTo>
                <a:lnTo>
                  <a:pt x="329" y="334"/>
                </a:lnTo>
                <a:lnTo>
                  <a:pt x="335" y="332"/>
                </a:lnTo>
                <a:lnTo>
                  <a:pt x="341" y="329"/>
                </a:lnTo>
                <a:lnTo>
                  <a:pt x="347" y="326"/>
                </a:lnTo>
                <a:lnTo>
                  <a:pt x="353" y="323"/>
                </a:lnTo>
                <a:lnTo>
                  <a:pt x="358" y="319"/>
                </a:lnTo>
                <a:lnTo>
                  <a:pt x="363" y="316"/>
                </a:lnTo>
                <a:lnTo>
                  <a:pt x="369" y="312"/>
                </a:lnTo>
                <a:lnTo>
                  <a:pt x="374" y="308"/>
                </a:lnTo>
                <a:lnTo>
                  <a:pt x="379" y="305"/>
                </a:lnTo>
                <a:lnTo>
                  <a:pt x="384" y="301"/>
                </a:lnTo>
                <a:lnTo>
                  <a:pt x="388" y="296"/>
                </a:lnTo>
                <a:lnTo>
                  <a:pt x="393" y="292"/>
                </a:lnTo>
                <a:lnTo>
                  <a:pt x="397" y="288"/>
                </a:lnTo>
                <a:lnTo>
                  <a:pt x="401" y="283"/>
                </a:lnTo>
                <a:lnTo>
                  <a:pt x="405" y="279"/>
                </a:lnTo>
                <a:lnTo>
                  <a:pt x="409" y="273"/>
                </a:lnTo>
                <a:lnTo>
                  <a:pt x="414" y="268"/>
                </a:lnTo>
                <a:lnTo>
                  <a:pt x="417" y="264"/>
                </a:lnTo>
                <a:lnTo>
                  <a:pt x="420" y="259"/>
                </a:lnTo>
                <a:lnTo>
                  <a:pt x="423" y="254"/>
                </a:lnTo>
                <a:lnTo>
                  <a:pt x="426" y="249"/>
                </a:lnTo>
                <a:lnTo>
                  <a:pt x="429" y="244"/>
                </a:lnTo>
                <a:lnTo>
                  <a:pt x="431" y="238"/>
                </a:lnTo>
                <a:lnTo>
                  <a:pt x="434" y="233"/>
                </a:lnTo>
                <a:lnTo>
                  <a:pt x="436" y="228"/>
                </a:lnTo>
                <a:lnTo>
                  <a:pt x="438" y="222"/>
                </a:lnTo>
                <a:lnTo>
                  <a:pt x="439" y="217"/>
                </a:lnTo>
                <a:lnTo>
                  <a:pt x="441" y="212"/>
                </a:lnTo>
                <a:lnTo>
                  <a:pt x="442" y="206"/>
                </a:lnTo>
                <a:lnTo>
                  <a:pt x="443" y="201"/>
                </a:lnTo>
                <a:lnTo>
                  <a:pt x="443" y="195"/>
                </a:lnTo>
                <a:lnTo>
                  <a:pt x="444" y="189"/>
                </a:lnTo>
                <a:lnTo>
                  <a:pt x="444" y="184"/>
                </a:lnTo>
                <a:lnTo>
                  <a:pt x="444" y="178"/>
                </a:lnTo>
                <a:moveTo>
                  <a:pt x="447" y="178"/>
                </a:moveTo>
                <a:lnTo>
                  <a:pt x="447" y="184"/>
                </a:lnTo>
                <a:lnTo>
                  <a:pt x="446" y="190"/>
                </a:lnTo>
                <a:lnTo>
                  <a:pt x="446" y="195"/>
                </a:lnTo>
                <a:lnTo>
                  <a:pt x="445" y="201"/>
                </a:lnTo>
                <a:lnTo>
                  <a:pt x="444" y="206"/>
                </a:lnTo>
                <a:lnTo>
                  <a:pt x="443" y="212"/>
                </a:lnTo>
                <a:lnTo>
                  <a:pt x="441" y="217"/>
                </a:lnTo>
                <a:lnTo>
                  <a:pt x="440" y="223"/>
                </a:lnTo>
                <a:lnTo>
                  <a:pt x="438" y="228"/>
                </a:lnTo>
                <a:lnTo>
                  <a:pt x="436" y="234"/>
                </a:lnTo>
                <a:lnTo>
                  <a:pt x="434" y="239"/>
                </a:lnTo>
                <a:lnTo>
                  <a:pt x="431" y="244"/>
                </a:lnTo>
                <a:lnTo>
                  <a:pt x="428" y="249"/>
                </a:lnTo>
                <a:lnTo>
                  <a:pt x="426" y="255"/>
                </a:lnTo>
                <a:lnTo>
                  <a:pt x="422" y="260"/>
                </a:lnTo>
                <a:lnTo>
                  <a:pt x="419" y="265"/>
                </a:lnTo>
                <a:lnTo>
                  <a:pt x="416" y="269"/>
                </a:lnTo>
                <a:lnTo>
                  <a:pt x="412" y="274"/>
                </a:lnTo>
                <a:lnTo>
                  <a:pt x="407" y="280"/>
                </a:lnTo>
                <a:lnTo>
                  <a:pt x="403" y="285"/>
                </a:lnTo>
                <a:lnTo>
                  <a:pt x="399" y="289"/>
                </a:lnTo>
                <a:lnTo>
                  <a:pt x="395" y="293"/>
                </a:lnTo>
                <a:lnTo>
                  <a:pt x="390" y="298"/>
                </a:lnTo>
                <a:lnTo>
                  <a:pt x="385" y="302"/>
                </a:lnTo>
                <a:lnTo>
                  <a:pt x="380" y="306"/>
                </a:lnTo>
                <a:lnTo>
                  <a:pt x="375" y="310"/>
                </a:lnTo>
                <a:lnTo>
                  <a:pt x="370" y="314"/>
                </a:lnTo>
                <a:lnTo>
                  <a:pt x="365" y="317"/>
                </a:lnTo>
                <a:lnTo>
                  <a:pt x="359" y="321"/>
                </a:lnTo>
                <a:lnTo>
                  <a:pt x="354" y="324"/>
                </a:lnTo>
                <a:lnTo>
                  <a:pt x="348" y="327"/>
                </a:lnTo>
                <a:lnTo>
                  <a:pt x="342" y="330"/>
                </a:lnTo>
                <a:lnTo>
                  <a:pt x="336" y="333"/>
                </a:lnTo>
                <a:lnTo>
                  <a:pt x="330" y="336"/>
                </a:lnTo>
                <a:lnTo>
                  <a:pt x="324" y="339"/>
                </a:lnTo>
                <a:lnTo>
                  <a:pt x="318" y="341"/>
                </a:lnTo>
                <a:lnTo>
                  <a:pt x="311" y="344"/>
                </a:lnTo>
                <a:lnTo>
                  <a:pt x="305" y="346"/>
                </a:lnTo>
                <a:lnTo>
                  <a:pt x="298" y="348"/>
                </a:lnTo>
                <a:lnTo>
                  <a:pt x="292" y="349"/>
                </a:lnTo>
                <a:lnTo>
                  <a:pt x="285" y="351"/>
                </a:lnTo>
                <a:lnTo>
                  <a:pt x="278" y="353"/>
                </a:lnTo>
                <a:lnTo>
                  <a:pt x="271" y="354"/>
                </a:lnTo>
                <a:lnTo>
                  <a:pt x="265" y="355"/>
                </a:lnTo>
                <a:lnTo>
                  <a:pt x="258" y="356"/>
                </a:lnTo>
                <a:lnTo>
                  <a:pt x="251" y="357"/>
                </a:lnTo>
                <a:lnTo>
                  <a:pt x="244" y="357"/>
                </a:lnTo>
                <a:lnTo>
                  <a:pt x="237" y="358"/>
                </a:lnTo>
                <a:lnTo>
                  <a:pt x="230" y="358"/>
                </a:lnTo>
                <a:lnTo>
                  <a:pt x="223" y="358"/>
                </a:lnTo>
                <a:lnTo>
                  <a:pt x="216" y="358"/>
                </a:lnTo>
                <a:lnTo>
                  <a:pt x="209" y="358"/>
                </a:lnTo>
                <a:lnTo>
                  <a:pt x="202" y="357"/>
                </a:lnTo>
                <a:lnTo>
                  <a:pt x="195" y="357"/>
                </a:lnTo>
                <a:lnTo>
                  <a:pt x="188" y="356"/>
                </a:lnTo>
                <a:lnTo>
                  <a:pt x="181" y="355"/>
                </a:lnTo>
                <a:lnTo>
                  <a:pt x="174" y="354"/>
                </a:lnTo>
                <a:lnTo>
                  <a:pt x="167" y="353"/>
                </a:lnTo>
                <a:lnTo>
                  <a:pt x="161" y="351"/>
                </a:lnTo>
                <a:lnTo>
                  <a:pt x="154" y="349"/>
                </a:lnTo>
                <a:lnTo>
                  <a:pt x="147" y="348"/>
                </a:lnTo>
                <a:lnTo>
                  <a:pt x="141" y="346"/>
                </a:lnTo>
                <a:lnTo>
                  <a:pt x="134" y="344"/>
                </a:lnTo>
                <a:lnTo>
                  <a:pt x="128" y="341"/>
                </a:lnTo>
                <a:lnTo>
                  <a:pt x="122" y="339"/>
                </a:lnTo>
                <a:lnTo>
                  <a:pt x="115" y="336"/>
                </a:lnTo>
                <a:lnTo>
                  <a:pt x="109" y="333"/>
                </a:lnTo>
                <a:lnTo>
                  <a:pt x="103" y="330"/>
                </a:lnTo>
                <a:lnTo>
                  <a:pt x="97" y="327"/>
                </a:lnTo>
                <a:lnTo>
                  <a:pt x="92" y="324"/>
                </a:lnTo>
                <a:lnTo>
                  <a:pt x="86" y="321"/>
                </a:lnTo>
                <a:lnTo>
                  <a:pt x="81" y="317"/>
                </a:lnTo>
                <a:lnTo>
                  <a:pt x="75" y="314"/>
                </a:lnTo>
                <a:lnTo>
                  <a:pt x="70" y="310"/>
                </a:lnTo>
                <a:lnTo>
                  <a:pt x="65" y="306"/>
                </a:lnTo>
                <a:lnTo>
                  <a:pt x="60" y="302"/>
                </a:lnTo>
                <a:lnTo>
                  <a:pt x="56" y="298"/>
                </a:lnTo>
                <a:lnTo>
                  <a:pt x="51" y="293"/>
                </a:lnTo>
                <a:lnTo>
                  <a:pt x="47" y="289"/>
                </a:lnTo>
                <a:lnTo>
                  <a:pt x="42" y="285"/>
                </a:lnTo>
                <a:lnTo>
                  <a:pt x="38" y="280"/>
                </a:lnTo>
                <a:lnTo>
                  <a:pt x="35" y="274"/>
                </a:lnTo>
                <a:lnTo>
                  <a:pt x="31" y="269"/>
                </a:lnTo>
                <a:lnTo>
                  <a:pt x="27" y="265"/>
                </a:lnTo>
                <a:lnTo>
                  <a:pt x="24" y="260"/>
                </a:lnTo>
                <a:lnTo>
                  <a:pt x="21" y="255"/>
                </a:lnTo>
                <a:lnTo>
                  <a:pt x="18" y="249"/>
                </a:lnTo>
                <a:lnTo>
                  <a:pt x="15" y="244"/>
                </a:lnTo>
                <a:lnTo>
                  <a:pt x="13" y="239"/>
                </a:lnTo>
                <a:lnTo>
                  <a:pt x="11" y="234"/>
                </a:lnTo>
                <a:lnTo>
                  <a:pt x="9" y="228"/>
                </a:lnTo>
                <a:lnTo>
                  <a:pt x="7" y="223"/>
                </a:lnTo>
                <a:lnTo>
                  <a:pt x="5" y="217"/>
                </a:lnTo>
                <a:lnTo>
                  <a:pt x="4" y="212"/>
                </a:lnTo>
                <a:lnTo>
                  <a:pt x="3" y="206"/>
                </a:lnTo>
                <a:lnTo>
                  <a:pt x="2" y="201"/>
                </a:lnTo>
                <a:lnTo>
                  <a:pt x="1" y="195"/>
                </a:lnTo>
                <a:lnTo>
                  <a:pt x="0" y="190"/>
                </a:lnTo>
                <a:lnTo>
                  <a:pt x="0" y="184"/>
                </a:lnTo>
                <a:lnTo>
                  <a:pt x="0" y="178"/>
                </a:lnTo>
                <a:lnTo>
                  <a:pt x="0" y="173"/>
                </a:lnTo>
                <a:lnTo>
                  <a:pt x="0" y="167"/>
                </a:lnTo>
                <a:lnTo>
                  <a:pt x="1" y="162"/>
                </a:lnTo>
                <a:lnTo>
                  <a:pt x="2" y="156"/>
                </a:lnTo>
                <a:lnTo>
                  <a:pt x="3" y="150"/>
                </a:lnTo>
                <a:lnTo>
                  <a:pt x="4" y="145"/>
                </a:lnTo>
                <a:lnTo>
                  <a:pt x="5" y="139"/>
                </a:lnTo>
                <a:lnTo>
                  <a:pt x="7" y="134"/>
                </a:lnTo>
                <a:lnTo>
                  <a:pt x="9" y="128"/>
                </a:lnTo>
                <a:lnTo>
                  <a:pt x="11" y="123"/>
                </a:lnTo>
                <a:lnTo>
                  <a:pt x="13" y="118"/>
                </a:lnTo>
                <a:lnTo>
                  <a:pt x="15" y="113"/>
                </a:lnTo>
                <a:lnTo>
                  <a:pt x="18" y="107"/>
                </a:lnTo>
                <a:lnTo>
                  <a:pt x="21" y="102"/>
                </a:lnTo>
                <a:lnTo>
                  <a:pt x="24" y="97"/>
                </a:lnTo>
                <a:lnTo>
                  <a:pt x="27" y="92"/>
                </a:lnTo>
                <a:lnTo>
                  <a:pt x="31" y="87"/>
                </a:lnTo>
                <a:lnTo>
                  <a:pt x="35" y="83"/>
                </a:lnTo>
                <a:lnTo>
                  <a:pt x="38" y="78"/>
                </a:lnTo>
                <a:lnTo>
                  <a:pt x="42" y="73"/>
                </a:lnTo>
                <a:lnTo>
                  <a:pt x="47" y="69"/>
                </a:lnTo>
                <a:lnTo>
                  <a:pt x="51" y="64"/>
                </a:lnTo>
                <a:lnTo>
                  <a:pt x="56" y="60"/>
                </a:lnTo>
                <a:lnTo>
                  <a:pt x="60" y="56"/>
                </a:lnTo>
                <a:lnTo>
                  <a:pt x="65" y="52"/>
                </a:lnTo>
                <a:lnTo>
                  <a:pt x="70" y="48"/>
                </a:lnTo>
                <a:lnTo>
                  <a:pt x="75" y="44"/>
                </a:lnTo>
                <a:lnTo>
                  <a:pt x="81" y="41"/>
                </a:lnTo>
                <a:lnTo>
                  <a:pt x="86" y="37"/>
                </a:lnTo>
                <a:lnTo>
                  <a:pt x="92" y="34"/>
                </a:lnTo>
                <a:lnTo>
                  <a:pt x="97" y="30"/>
                </a:lnTo>
                <a:lnTo>
                  <a:pt x="103" y="27"/>
                </a:lnTo>
                <a:lnTo>
                  <a:pt x="109" y="24"/>
                </a:lnTo>
                <a:lnTo>
                  <a:pt x="115" y="22"/>
                </a:lnTo>
                <a:lnTo>
                  <a:pt x="122" y="19"/>
                </a:lnTo>
                <a:lnTo>
                  <a:pt x="128" y="17"/>
                </a:lnTo>
                <a:lnTo>
                  <a:pt x="134" y="14"/>
                </a:lnTo>
                <a:lnTo>
                  <a:pt x="141" y="12"/>
                </a:lnTo>
                <a:lnTo>
                  <a:pt x="147" y="10"/>
                </a:lnTo>
                <a:lnTo>
                  <a:pt x="154" y="8"/>
                </a:lnTo>
                <a:lnTo>
                  <a:pt x="161" y="7"/>
                </a:lnTo>
                <a:lnTo>
                  <a:pt x="167" y="5"/>
                </a:lnTo>
                <a:lnTo>
                  <a:pt x="174" y="4"/>
                </a:lnTo>
                <a:lnTo>
                  <a:pt x="181" y="3"/>
                </a:lnTo>
                <a:lnTo>
                  <a:pt x="188" y="2"/>
                </a:lnTo>
                <a:lnTo>
                  <a:pt x="195" y="1"/>
                </a:lnTo>
                <a:lnTo>
                  <a:pt x="202" y="0"/>
                </a:lnTo>
                <a:lnTo>
                  <a:pt x="209" y="0"/>
                </a:lnTo>
                <a:lnTo>
                  <a:pt x="216" y="0"/>
                </a:lnTo>
                <a:lnTo>
                  <a:pt x="223" y="0"/>
                </a:lnTo>
                <a:lnTo>
                  <a:pt x="230" y="0"/>
                </a:lnTo>
                <a:lnTo>
                  <a:pt x="237" y="0"/>
                </a:lnTo>
                <a:lnTo>
                  <a:pt x="244" y="0"/>
                </a:lnTo>
                <a:lnTo>
                  <a:pt x="251" y="1"/>
                </a:lnTo>
                <a:lnTo>
                  <a:pt x="258" y="2"/>
                </a:lnTo>
                <a:lnTo>
                  <a:pt x="265" y="3"/>
                </a:lnTo>
                <a:lnTo>
                  <a:pt x="271" y="4"/>
                </a:lnTo>
                <a:lnTo>
                  <a:pt x="278" y="5"/>
                </a:lnTo>
                <a:lnTo>
                  <a:pt x="285" y="7"/>
                </a:lnTo>
                <a:lnTo>
                  <a:pt x="292" y="8"/>
                </a:lnTo>
                <a:lnTo>
                  <a:pt x="298" y="10"/>
                </a:lnTo>
                <a:lnTo>
                  <a:pt x="305" y="12"/>
                </a:lnTo>
                <a:lnTo>
                  <a:pt x="311" y="14"/>
                </a:lnTo>
                <a:lnTo>
                  <a:pt x="318" y="17"/>
                </a:lnTo>
                <a:lnTo>
                  <a:pt x="324" y="19"/>
                </a:lnTo>
                <a:lnTo>
                  <a:pt x="330" y="22"/>
                </a:lnTo>
                <a:lnTo>
                  <a:pt x="336" y="24"/>
                </a:lnTo>
                <a:lnTo>
                  <a:pt x="342" y="27"/>
                </a:lnTo>
                <a:lnTo>
                  <a:pt x="348" y="30"/>
                </a:lnTo>
                <a:lnTo>
                  <a:pt x="354" y="34"/>
                </a:lnTo>
                <a:lnTo>
                  <a:pt x="359" y="37"/>
                </a:lnTo>
                <a:lnTo>
                  <a:pt x="365" y="41"/>
                </a:lnTo>
                <a:lnTo>
                  <a:pt x="370" y="44"/>
                </a:lnTo>
                <a:lnTo>
                  <a:pt x="375" y="48"/>
                </a:lnTo>
                <a:lnTo>
                  <a:pt x="380" y="52"/>
                </a:lnTo>
                <a:lnTo>
                  <a:pt x="385" y="56"/>
                </a:lnTo>
                <a:lnTo>
                  <a:pt x="390" y="60"/>
                </a:lnTo>
                <a:lnTo>
                  <a:pt x="395" y="64"/>
                </a:lnTo>
                <a:lnTo>
                  <a:pt x="399" y="69"/>
                </a:lnTo>
                <a:lnTo>
                  <a:pt x="403" y="73"/>
                </a:lnTo>
                <a:lnTo>
                  <a:pt x="407" y="78"/>
                </a:lnTo>
                <a:lnTo>
                  <a:pt x="412" y="83"/>
                </a:lnTo>
                <a:lnTo>
                  <a:pt x="416" y="87"/>
                </a:lnTo>
                <a:lnTo>
                  <a:pt x="419" y="92"/>
                </a:lnTo>
                <a:lnTo>
                  <a:pt x="422" y="97"/>
                </a:lnTo>
                <a:lnTo>
                  <a:pt x="426" y="102"/>
                </a:lnTo>
                <a:lnTo>
                  <a:pt x="428" y="107"/>
                </a:lnTo>
                <a:lnTo>
                  <a:pt x="431" y="113"/>
                </a:lnTo>
                <a:lnTo>
                  <a:pt x="434" y="118"/>
                </a:lnTo>
                <a:lnTo>
                  <a:pt x="436" y="123"/>
                </a:lnTo>
                <a:lnTo>
                  <a:pt x="438" y="128"/>
                </a:lnTo>
                <a:lnTo>
                  <a:pt x="440" y="134"/>
                </a:lnTo>
                <a:lnTo>
                  <a:pt x="441" y="139"/>
                </a:lnTo>
                <a:lnTo>
                  <a:pt x="443" y="145"/>
                </a:lnTo>
                <a:lnTo>
                  <a:pt x="444" y="150"/>
                </a:lnTo>
                <a:lnTo>
                  <a:pt x="445" y="156"/>
                </a:lnTo>
                <a:lnTo>
                  <a:pt x="446" y="162"/>
                </a:lnTo>
                <a:lnTo>
                  <a:pt x="446" y="167"/>
                </a:lnTo>
                <a:lnTo>
                  <a:pt x="447" y="173"/>
                </a:lnTo>
                <a:lnTo>
                  <a:pt x="447" y="178"/>
                </a:lnTo>
                <a:close/>
              </a:path>
            </a:pathLst>
          </a:custGeom>
          <a:solidFill>
            <a:srgbClr val="ffe6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8" name=""/>
          <p:cNvSpPr/>
          <p:nvPr/>
        </p:nvSpPr>
        <p:spPr>
          <a:xfrm>
            <a:off x="4896720" y="1762200"/>
            <a:ext cx="164160" cy="131760"/>
          </a:xfrm>
          <a:custGeom>
            <a:avLst/>
            <a:gdLst/>
            <a:ahLst/>
            <a:rect l="0" t="0" r="r" b="b"/>
            <a:pathLst>
              <a:path w="456" h="366">
                <a:moveTo>
                  <a:pt x="452" y="183"/>
                </a:moveTo>
                <a:lnTo>
                  <a:pt x="452" y="178"/>
                </a:lnTo>
                <a:lnTo>
                  <a:pt x="451" y="172"/>
                </a:lnTo>
                <a:lnTo>
                  <a:pt x="451" y="167"/>
                </a:lnTo>
                <a:lnTo>
                  <a:pt x="450" y="161"/>
                </a:lnTo>
                <a:lnTo>
                  <a:pt x="449" y="155"/>
                </a:lnTo>
                <a:lnTo>
                  <a:pt x="448" y="150"/>
                </a:lnTo>
                <a:lnTo>
                  <a:pt x="446" y="144"/>
                </a:lnTo>
                <a:lnTo>
                  <a:pt x="445" y="139"/>
                </a:lnTo>
                <a:lnTo>
                  <a:pt x="443" y="133"/>
                </a:lnTo>
                <a:lnTo>
                  <a:pt x="441" y="128"/>
                </a:lnTo>
                <a:lnTo>
                  <a:pt x="439" y="123"/>
                </a:lnTo>
                <a:lnTo>
                  <a:pt x="436" y="118"/>
                </a:lnTo>
                <a:lnTo>
                  <a:pt x="433" y="112"/>
                </a:lnTo>
                <a:lnTo>
                  <a:pt x="431" y="107"/>
                </a:lnTo>
                <a:lnTo>
                  <a:pt x="427" y="102"/>
                </a:lnTo>
                <a:lnTo>
                  <a:pt x="424" y="97"/>
                </a:lnTo>
                <a:lnTo>
                  <a:pt x="421" y="92"/>
                </a:lnTo>
                <a:lnTo>
                  <a:pt x="417" y="88"/>
                </a:lnTo>
                <a:lnTo>
                  <a:pt x="413" y="83"/>
                </a:lnTo>
                <a:lnTo>
                  <a:pt x="409" y="78"/>
                </a:lnTo>
                <a:lnTo>
                  <a:pt x="405" y="74"/>
                </a:lnTo>
                <a:lnTo>
                  <a:pt x="401" y="69"/>
                </a:lnTo>
                <a:lnTo>
                  <a:pt x="396" y="65"/>
                </a:lnTo>
                <a:lnTo>
                  <a:pt x="391" y="61"/>
                </a:lnTo>
                <a:lnTo>
                  <a:pt x="386" y="57"/>
                </a:lnTo>
                <a:lnTo>
                  <a:pt x="381" y="53"/>
                </a:lnTo>
                <a:lnTo>
                  <a:pt x="376" y="49"/>
                </a:lnTo>
                <a:lnTo>
                  <a:pt x="371" y="46"/>
                </a:lnTo>
                <a:lnTo>
                  <a:pt x="365" y="42"/>
                </a:lnTo>
                <a:lnTo>
                  <a:pt x="360" y="39"/>
                </a:lnTo>
                <a:lnTo>
                  <a:pt x="354" y="35"/>
                </a:lnTo>
                <a:lnTo>
                  <a:pt x="348" y="31"/>
                </a:lnTo>
                <a:lnTo>
                  <a:pt x="342" y="28"/>
                </a:lnTo>
                <a:lnTo>
                  <a:pt x="336" y="26"/>
                </a:lnTo>
                <a:lnTo>
                  <a:pt x="330" y="23"/>
                </a:lnTo>
                <a:lnTo>
                  <a:pt x="324" y="21"/>
                </a:lnTo>
                <a:lnTo>
                  <a:pt x="317" y="18"/>
                </a:lnTo>
                <a:lnTo>
                  <a:pt x="311" y="16"/>
                </a:lnTo>
                <a:lnTo>
                  <a:pt x="304" y="14"/>
                </a:lnTo>
                <a:lnTo>
                  <a:pt x="298" y="12"/>
                </a:lnTo>
                <a:lnTo>
                  <a:pt x="291" y="11"/>
                </a:lnTo>
                <a:lnTo>
                  <a:pt x="284" y="9"/>
                </a:lnTo>
                <a:lnTo>
                  <a:pt x="277" y="8"/>
                </a:lnTo>
                <a:lnTo>
                  <a:pt x="270" y="7"/>
                </a:lnTo>
                <a:lnTo>
                  <a:pt x="263" y="6"/>
                </a:lnTo>
                <a:lnTo>
                  <a:pt x="256" y="5"/>
                </a:lnTo>
                <a:lnTo>
                  <a:pt x="249" y="4"/>
                </a:lnTo>
                <a:lnTo>
                  <a:pt x="242" y="4"/>
                </a:lnTo>
                <a:lnTo>
                  <a:pt x="235" y="4"/>
                </a:lnTo>
                <a:lnTo>
                  <a:pt x="228" y="4"/>
                </a:lnTo>
                <a:lnTo>
                  <a:pt x="221" y="4"/>
                </a:lnTo>
                <a:lnTo>
                  <a:pt x="214" y="4"/>
                </a:lnTo>
                <a:lnTo>
                  <a:pt x="207" y="4"/>
                </a:lnTo>
                <a:lnTo>
                  <a:pt x="200" y="5"/>
                </a:lnTo>
                <a:lnTo>
                  <a:pt x="193" y="6"/>
                </a:lnTo>
                <a:lnTo>
                  <a:pt x="186" y="7"/>
                </a:lnTo>
                <a:lnTo>
                  <a:pt x="179" y="8"/>
                </a:lnTo>
                <a:lnTo>
                  <a:pt x="172" y="9"/>
                </a:lnTo>
                <a:lnTo>
                  <a:pt x="166" y="11"/>
                </a:lnTo>
                <a:lnTo>
                  <a:pt x="159" y="12"/>
                </a:lnTo>
                <a:lnTo>
                  <a:pt x="152" y="14"/>
                </a:lnTo>
                <a:lnTo>
                  <a:pt x="146" y="16"/>
                </a:lnTo>
                <a:lnTo>
                  <a:pt x="139" y="18"/>
                </a:lnTo>
                <a:lnTo>
                  <a:pt x="133" y="21"/>
                </a:lnTo>
                <a:lnTo>
                  <a:pt x="127" y="23"/>
                </a:lnTo>
                <a:lnTo>
                  <a:pt x="120" y="26"/>
                </a:lnTo>
                <a:lnTo>
                  <a:pt x="114" y="28"/>
                </a:lnTo>
                <a:lnTo>
                  <a:pt x="108" y="31"/>
                </a:lnTo>
                <a:lnTo>
                  <a:pt x="102" y="35"/>
                </a:lnTo>
                <a:lnTo>
                  <a:pt x="97" y="39"/>
                </a:lnTo>
                <a:lnTo>
                  <a:pt x="91" y="42"/>
                </a:lnTo>
                <a:lnTo>
                  <a:pt x="86" y="46"/>
                </a:lnTo>
                <a:lnTo>
                  <a:pt x="80" y="49"/>
                </a:lnTo>
                <a:lnTo>
                  <a:pt x="75" y="53"/>
                </a:lnTo>
                <a:lnTo>
                  <a:pt x="70" y="57"/>
                </a:lnTo>
                <a:lnTo>
                  <a:pt x="65" y="61"/>
                </a:lnTo>
                <a:lnTo>
                  <a:pt x="61" y="65"/>
                </a:lnTo>
                <a:lnTo>
                  <a:pt x="56" y="69"/>
                </a:lnTo>
                <a:lnTo>
                  <a:pt x="52" y="74"/>
                </a:lnTo>
                <a:lnTo>
                  <a:pt x="47" y="78"/>
                </a:lnTo>
                <a:lnTo>
                  <a:pt x="43" y="83"/>
                </a:lnTo>
                <a:lnTo>
                  <a:pt x="40" y="88"/>
                </a:lnTo>
                <a:lnTo>
                  <a:pt x="36" y="92"/>
                </a:lnTo>
                <a:lnTo>
                  <a:pt x="32" y="97"/>
                </a:lnTo>
                <a:lnTo>
                  <a:pt x="29" y="102"/>
                </a:lnTo>
                <a:lnTo>
                  <a:pt x="26" y="107"/>
                </a:lnTo>
                <a:lnTo>
                  <a:pt x="23" y="112"/>
                </a:lnTo>
                <a:lnTo>
                  <a:pt x="20" y="118"/>
                </a:lnTo>
                <a:lnTo>
                  <a:pt x="18" y="123"/>
                </a:lnTo>
                <a:lnTo>
                  <a:pt x="16" y="128"/>
                </a:lnTo>
                <a:lnTo>
                  <a:pt x="14" y="133"/>
                </a:lnTo>
                <a:lnTo>
                  <a:pt x="12" y="139"/>
                </a:lnTo>
                <a:lnTo>
                  <a:pt x="10" y="144"/>
                </a:lnTo>
                <a:lnTo>
                  <a:pt x="9" y="150"/>
                </a:lnTo>
                <a:lnTo>
                  <a:pt x="8" y="155"/>
                </a:lnTo>
                <a:lnTo>
                  <a:pt x="7" y="161"/>
                </a:lnTo>
                <a:lnTo>
                  <a:pt x="6" y="167"/>
                </a:lnTo>
                <a:lnTo>
                  <a:pt x="5" y="172"/>
                </a:lnTo>
                <a:lnTo>
                  <a:pt x="5" y="178"/>
                </a:lnTo>
                <a:lnTo>
                  <a:pt x="5" y="183"/>
                </a:lnTo>
                <a:lnTo>
                  <a:pt x="5" y="189"/>
                </a:lnTo>
                <a:lnTo>
                  <a:pt x="5" y="195"/>
                </a:lnTo>
                <a:lnTo>
                  <a:pt x="6" y="200"/>
                </a:lnTo>
                <a:lnTo>
                  <a:pt x="7" y="206"/>
                </a:lnTo>
                <a:lnTo>
                  <a:pt x="8" y="211"/>
                </a:lnTo>
                <a:lnTo>
                  <a:pt x="9" y="217"/>
                </a:lnTo>
                <a:lnTo>
                  <a:pt x="10" y="222"/>
                </a:lnTo>
                <a:lnTo>
                  <a:pt x="12" y="228"/>
                </a:lnTo>
                <a:lnTo>
                  <a:pt x="14" y="233"/>
                </a:lnTo>
                <a:lnTo>
                  <a:pt x="16" y="239"/>
                </a:lnTo>
                <a:lnTo>
                  <a:pt x="18" y="244"/>
                </a:lnTo>
                <a:lnTo>
                  <a:pt x="20" y="249"/>
                </a:lnTo>
                <a:lnTo>
                  <a:pt x="23" y="254"/>
                </a:lnTo>
                <a:lnTo>
                  <a:pt x="26" y="260"/>
                </a:lnTo>
                <a:lnTo>
                  <a:pt x="29" y="265"/>
                </a:lnTo>
                <a:lnTo>
                  <a:pt x="32" y="270"/>
                </a:lnTo>
                <a:lnTo>
                  <a:pt x="36" y="274"/>
                </a:lnTo>
                <a:lnTo>
                  <a:pt x="40" y="279"/>
                </a:lnTo>
                <a:lnTo>
                  <a:pt x="43" y="284"/>
                </a:lnTo>
                <a:lnTo>
                  <a:pt x="47" y="289"/>
                </a:lnTo>
                <a:lnTo>
                  <a:pt x="52" y="293"/>
                </a:lnTo>
                <a:lnTo>
                  <a:pt x="56" y="297"/>
                </a:lnTo>
                <a:lnTo>
                  <a:pt x="61" y="302"/>
                </a:lnTo>
                <a:lnTo>
                  <a:pt x="65" y="306"/>
                </a:lnTo>
                <a:lnTo>
                  <a:pt x="70" y="310"/>
                </a:lnTo>
                <a:lnTo>
                  <a:pt x="75" y="314"/>
                </a:lnTo>
                <a:lnTo>
                  <a:pt x="80" y="318"/>
                </a:lnTo>
                <a:lnTo>
                  <a:pt x="86" y="321"/>
                </a:lnTo>
                <a:lnTo>
                  <a:pt x="91" y="325"/>
                </a:lnTo>
                <a:lnTo>
                  <a:pt x="97" y="328"/>
                </a:lnTo>
                <a:lnTo>
                  <a:pt x="102" y="331"/>
                </a:lnTo>
                <a:lnTo>
                  <a:pt x="108" y="334"/>
                </a:lnTo>
                <a:lnTo>
                  <a:pt x="114" y="337"/>
                </a:lnTo>
                <a:lnTo>
                  <a:pt x="120" y="340"/>
                </a:lnTo>
                <a:lnTo>
                  <a:pt x="127" y="343"/>
                </a:lnTo>
                <a:lnTo>
                  <a:pt x="133" y="345"/>
                </a:lnTo>
                <a:lnTo>
                  <a:pt x="139" y="348"/>
                </a:lnTo>
                <a:lnTo>
                  <a:pt x="146" y="350"/>
                </a:lnTo>
                <a:lnTo>
                  <a:pt x="152" y="352"/>
                </a:lnTo>
                <a:lnTo>
                  <a:pt x="159" y="353"/>
                </a:lnTo>
                <a:lnTo>
                  <a:pt x="166" y="355"/>
                </a:lnTo>
                <a:lnTo>
                  <a:pt x="172" y="357"/>
                </a:lnTo>
                <a:lnTo>
                  <a:pt x="179" y="358"/>
                </a:lnTo>
                <a:lnTo>
                  <a:pt x="186" y="359"/>
                </a:lnTo>
                <a:lnTo>
                  <a:pt x="193" y="360"/>
                </a:lnTo>
                <a:lnTo>
                  <a:pt x="200" y="361"/>
                </a:lnTo>
                <a:lnTo>
                  <a:pt x="207" y="361"/>
                </a:lnTo>
                <a:lnTo>
                  <a:pt x="214" y="362"/>
                </a:lnTo>
                <a:lnTo>
                  <a:pt x="221" y="362"/>
                </a:lnTo>
                <a:lnTo>
                  <a:pt x="228" y="362"/>
                </a:lnTo>
                <a:lnTo>
                  <a:pt x="235" y="362"/>
                </a:lnTo>
                <a:lnTo>
                  <a:pt x="242" y="362"/>
                </a:lnTo>
                <a:lnTo>
                  <a:pt x="249" y="361"/>
                </a:lnTo>
                <a:lnTo>
                  <a:pt x="256" y="361"/>
                </a:lnTo>
                <a:lnTo>
                  <a:pt x="263" y="360"/>
                </a:lnTo>
                <a:lnTo>
                  <a:pt x="270" y="359"/>
                </a:lnTo>
                <a:lnTo>
                  <a:pt x="277" y="358"/>
                </a:lnTo>
                <a:lnTo>
                  <a:pt x="284" y="357"/>
                </a:lnTo>
                <a:lnTo>
                  <a:pt x="291" y="355"/>
                </a:lnTo>
                <a:lnTo>
                  <a:pt x="298" y="353"/>
                </a:lnTo>
                <a:lnTo>
                  <a:pt x="304" y="352"/>
                </a:lnTo>
                <a:lnTo>
                  <a:pt x="311" y="350"/>
                </a:lnTo>
                <a:lnTo>
                  <a:pt x="317" y="348"/>
                </a:lnTo>
                <a:lnTo>
                  <a:pt x="324" y="345"/>
                </a:lnTo>
                <a:lnTo>
                  <a:pt x="330" y="343"/>
                </a:lnTo>
                <a:lnTo>
                  <a:pt x="336" y="340"/>
                </a:lnTo>
                <a:lnTo>
                  <a:pt x="342" y="337"/>
                </a:lnTo>
                <a:lnTo>
                  <a:pt x="348" y="334"/>
                </a:lnTo>
                <a:lnTo>
                  <a:pt x="354" y="331"/>
                </a:lnTo>
                <a:lnTo>
                  <a:pt x="360" y="328"/>
                </a:lnTo>
                <a:lnTo>
                  <a:pt x="365" y="325"/>
                </a:lnTo>
                <a:lnTo>
                  <a:pt x="371" y="321"/>
                </a:lnTo>
                <a:lnTo>
                  <a:pt x="376" y="318"/>
                </a:lnTo>
                <a:lnTo>
                  <a:pt x="381" y="314"/>
                </a:lnTo>
                <a:lnTo>
                  <a:pt x="386" y="310"/>
                </a:lnTo>
                <a:lnTo>
                  <a:pt x="391" y="306"/>
                </a:lnTo>
                <a:lnTo>
                  <a:pt x="396" y="302"/>
                </a:lnTo>
                <a:lnTo>
                  <a:pt x="401" y="297"/>
                </a:lnTo>
                <a:lnTo>
                  <a:pt x="405" y="293"/>
                </a:lnTo>
                <a:lnTo>
                  <a:pt x="409" y="289"/>
                </a:lnTo>
                <a:lnTo>
                  <a:pt x="413" y="284"/>
                </a:lnTo>
                <a:lnTo>
                  <a:pt x="417" y="279"/>
                </a:lnTo>
                <a:lnTo>
                  <a:pt x="421" y="274"/>
                </a:lnTo>
                <a:lnTo>
                  <a:pt x="424" y="270"/>
                </a:lnTo>
                <a:lnTo>
                  <a:pt x="427" y="265"/>
                </a:lnTo>
                <a:lnTo>
                  <a:pt x="431" y="260"/>
                </a:lnTo>
                <a:lnTo>
                  <a:pt x="433" y="254"/>
                </a:lnTo>
                <a:lnTo>
                  <a:pt x="436" y="249"/>
                </a:lnTo>
                <a:lnTo>
                  <a:pt x="439" y="244"/>
                </a:lnTo>
                <a:lnTo>
                  <a:pt x="441" y="239"/>
                </a:lnTo>
                <a:lnTo>
                  <a:pt x="443" y="233"/>
                </a:lnTo>
                <a:lnTo>
                  <a:pt x="445" y="228"/>
                </a:lnTo>
                <a:lnTo>
                  <a:pt x="446" y="222"/>
                </a:lnTo>
                <a:lnTo>
                  <a:pt x="448" y="217"/>
                </a:lnTo>
                <a:lnTo>
                  <a:pt x="449" y="211"/>
                </a:lnTo>
                <a:lnTo>
                  <a:pt x="450" y="206"/>
                </a:lnTo>
                <a:lnTo>
                  <a:pt x="451" y="200"/>
                </a:lnTo>
                <a:lnTo>
                  <a:pt x="451" y="195"/>
                </a:lnTo>
                <a:lnTo>
                  <a:pt x="452" y="189"/>
                </a:lnTo>
                <a:lnTo>
                  <a:pt x="452" y="183"/>
                </a:lnTo>
                <a:moveTo>
                  <a:pt x="456" y="183"/>
                </a:moveTo>
                <a:lnTo>
                  <a:pt x="456" y="189"/>
                </a:lnTo>
                <a:lnTo>
                  <a:pt x="456" y="195"/>
                </a:lnTo>
                <a:lnTo>
                  <a:pt x="455" y="201"/>
                </a:lnTo>
                <a:lnTo>
                  <a:pt x="455" y="206"/>
                </a:lnTo>
                <a:lnTo>
                  <a:pt x="454" y="212"/>
                </a:lnTo>
                <a:lnTo>
                  <a:pt x="452" y="218"/>
                </a:lnTo>
                <a:lnTo>
                  <a:pt x="451" y="223"/>
                </a:lnTo>
                <a:lnTo>
                  <a:pt x="449" y="229"/>
                </a:lnTo>
                <a:lnTo>
                  <a:pt x="447" y="234"/>
                </a:lnTo>
                <a:lnTo>
                  <a:pt x="445" y="240"/>
                </a:lnTo>
                <a:lnTo>
                  <a:pt x="443" y="245"/>
                </a:lnTo>
                <a:lnTo>
                  <a:pt x="440" y="251"/>
                </a:lnTo>
                <a:lnTo>
                  <a:pt x="438" y="256"/>
                </a:lnTo>
                <a:lnTo>
                  <a:pt x="435" y="261"/>
                </a:lnTo>
                <a:lnTo>
                  <a:pt x="432" y="266"/>
                </a:lnTo>
                <a:lnTo>
                  <a:pt x="428" y="271"/>
                </a:lnTo>
                <a:lnTo>
                  <a:pt x="425" y="276"/>
                </a:lnTo>
                <a:lnTo>
                  <a:pt x="421" y="281"/>
                </a:lnTo>
                <a:lnTo>
                  <a:pt x="417" y="286"/>
                </a:lnTo>
                <a:lnTo>
                  <a:pt x="413" y="291"/>
                </a:lnTo>
                <a:lnTo>
                  <a:pt x="409" y="295"/>
                </a:lnTo>
                <a:lnTo>
                  <a:pt x="404" y="300"/>
                </a:lnTo>
                <a:lnTo>
                  <a:pt x="399" y="304"/>
                </a:lnTo>
                <a:lnTo>
                  <a:pt x="395" y="308"/>
                </a:lnTo>
                <a:lnTo>
                  <a:pt x="390" y="312"/>
                </a:lnTo>
                <a:lnTo>
                  <a:pt x="385" y="316"/>
                </a:lnTo>
                <a:lnTo>
                  <a:pt x="379" y="320"/>
                </a:lnTo>
                <a:lnTo>
                  <a:pt x="374" y="324"/>
                </a:lnTo>
                <a:lnTo>
                  <a:pt x="368" y="328"/>
                </a:lnTo>
                <a:lnTo>
                  <a:pt x="363" y="331"/>
                </a:lnTo>
                <a:lnTo>
                  <a:pt x="357" y="334"/>
                </a:lnTo>
                <a:lnTo>
                  <a:pt x="351" y="338"/>
                </a:lnTo>
                <a:lnTo>
                  <a:pt x="345" y="341"/>
                </a:lnTo>
                <a:lnTo>
                  <a:pt x="338" y="343"/>
                </a:lnTo>
                <a:lnTo>
                  <a:pt x="332" y="346"/>
                </a:lnTo>
                <a:lnTo>
                  <a:pt x="326" y="349"/>
                </a:lnTo>
                <a:lnTo>
                  <a:pt x="319" y="351"/>
                </a:lnTo>
                <a:lnTo>
                  <a:pt x="313" y="353"/>
                </a:lnTo>
                <a:lnTo>
                  <a:pt x="306" y="355"/>
                </a:lnTo>
                <a:lnTo>
                  <a:pt x="299" y="357"/>
                </a:lnTo>
                <a:lnTo>
                  <a:pt x="292" y="359"/>
                </a:lnTo>
                <a:lnTo>
                  <a:pt x="285" y="360"/>
                </a:lnTo>
                <a:lnTo>
                  <a:pt x="278" y="362"/>
                </a:lnTo>
                <a:lnTo>
                  <a:pt x="270" y="363"/>
                </a:lnTo>
                <a:lnTo>
                  <a:pt x="263" y="364"/>
                </a:lnTo>
                <a:lnTo>
                  <a:pt x="256" y="364"/>
                </a:lnTo>
                <a:lnTo>
                  <a:pt x="249" y="365"/>
                </a:lnTo>
                <a:lnTo>
                  <a:pt x="242" y="366"/>
                </a:lnTo>
                <a:lnTo>
                  <a:pt x="235" y="366"/>
                </a:lnTo>
                <a:lnTo>
                  <a:pt x="228" y="366"/>
                </a:lnTo>
                <a:lnTo>
                  <a:pt x="221" y="366"/>
                </a:lnTo>
                <a:lnTo>
                  <a:pt x="214" y="366"/>
                </a:lnTo>
                <a:lnTo>
                  <a:pt x="206" y="365"/>
                </a:lnTo>
                <a:lnTo>
                  <a:pt x="199" y="364"/>
                </a:lnTo>
                <a:lnTo>
                  <a:pt x="192" y="364"/>
                </a:lnTo>
                <a:lnTo>
                  <a:pt x="185" y="363"/>
                </a:lnTo>
                <a:lnTo>
                  <a:pt x="178" y="362"/>
                </a:lnTo>
                <a:lnTo>
                  <a:pt x="171" y="360"/>
                </a:lnTo>
                <a:lnTo>
                  <a:pt x="164" y="359"/>
                </a:lnTo>
                <a:lnTo>
                  <a:pt x="157" y="357"/>
                </a:lnTo>
                <a:lnTo>
                  <a:pt x="151" y="355"/>
                </a:lnTo>
                <a:lnTo>
                  <a:pt x="144" y="353"/>
                </a:lnTo>
                <a:lnTo>
                  <a:pt x="137" y="351"/>
                </a:lnTo>
                <a:lnTo>
                  <a:pt x="131" y="349"/>
                </a:lnTo>
                <a:lnTo>
                  <a:pt x="124" y="346"/>
                </a:lnTo>
                <a:lnTo>
                  <a:pt x="118" y="343"/>
                </a:lnTo>
                <a:lnTo>
                  <a:pt x="112" y="341"/>
                </a:lnTo>
                <a:lnTo>
                  <a:pt x="106" y="338"/>
                </a:lnTo>
                <a:lnTo>
                  <a:pt x="100" y="334"/>
                </a:lnTo>
                <a:lnTo>
                  <a:pt x="94" y="331"/>
                </a:lnTo>
                <a:lnTo>
                  <a:pt x="88" y="328"/>
                </a:lnTo>
                <a:lnTo>
                  <a:pt x="83" y="324"/>
                </a:lnTo>
                <a:lnTo>
                  <a:pt x="77" y="320"/>
                </a:lnTo>
                <a:lnTo>
                  <a:pt x="72" y="316"/>
                </a:lnTo>
                <a:lnTo>
                  <a:pt x="67" y="312"/>
                </a:lnTo>
                <a:lnTo>
                  <a:pt x="62" y="308"/>
                </a:lnTo>
                <a:lnTo>
                  <a:pt x="57" y="304"/>
                </a:lnTo>
                <a:lnTo>
                  <a:pt x="52" y="300"/>
                </a:lnTo>
                <a:lnTo>
                  <a:pt x="48" y="295"/>
                </a:lnTo>
                <a:lnTo>
                  <a:pt x="44" y="291"/>
                </a:lnTo>
                <a:lnTo>
                  <a:pt x="40" y="286"/>
                </a:lnTo>
                <a:lnTo>
                  <a:pt x="36" y="281"/>
                </a:lnTo>
                <a:lnTo>
                  <a:pt x="32" y="276"/>
                </a:lnTo>
                <a:lnTo>
                  <a:pt x="28" y="271"/>
                </a:lnTo>
                <a:lnTo>
                  <a:pt x="25" y="266"/>
                </a:lnTo>
                <a:lnTo>
                  <a:pt x="22" y="261"/>
                </a:lnTo>
                <a:lnTo>
                  <a:pt x="19" y="256"/>
                </a:lnTo>
                <a:lnTo>
                  <a:pt x="16" y="251"/>
                </a:lnTo>
                <a:lnTo>
                  <a:pt x="14" y="245"/>
                </a:lnTo>
                <a:lnTo>
                  <a:pt x="11" y="240"/>
                </a:lnTo>
                <a:lnTo>
                  <a:pt x="9" y="234"/>
                </a:lnTo>
                <a:lnTo>
                  <a:pt x="7" y="229"/>
                </a:lnTo>
                <a:lnTo>
                  <a:pt x="6" y="223"/>
                </a:lnTo>
                <a:lnTo>
                  <a:pt x="4" y="218"/>
                </a:lnTo>
                <a:lnTo>
                  <a:pt x="3" y="212"/>
                </a:lnTo>
                <a:lnTo>
                  <a:pt x="2" y="206"/>
                </a:lnTo>
                <a:lnTo>
                  <a:pt x="1" y="201"/>
                </a:lnTo>
                <a:lnTo>
                  <a:pt x="1" y="195"/>
                </a:lnTo>
                <a:lnTo>
                  <a:pt x="0" y="189"/>
                </a:lnTo>
                <a:lnTo>
                  <a:pt x="0" y="183"/>
                </a:lnTo>
                <a:lnTo>
                  <a:pt x="0" y="178"/>
                </a:lnTo>
                <a:lnTo>
                  <a:pt x="1" y="172"/>
                </a:lnTo>
                <a:lnTo>
                  <a:pt x="1" y="166"/>
                </a:lnTo>
                <a:lnTo>
                  <a:pt x="2" y="161"/>
                </a:lnTo>
                <a:lnTo>
                  <a:pt x="3" y="155"/>
                </a:lnTo>
                <a:lnTo>
                  <a:pt x="4" y="149"/>
                </a:lnTo>
                <a:lnTo>
                  <a:pt x="6" y="144"/>
                </a:lnTo>
                <a:lnTo>
                  <a:pt x="7" y="138"/>
                </a:lnTo>
                <a:lnTo>
                  <a:pt x="9" y="132"/>
                </a:lnTo>
                <a:lnTo>
                  <a:pt x="11" y="127"/>
                </a:lnTo>
                <a:lnTo>
                  <a:pt x="14" y="122"/>
                </a:lnTo>
                <a:lnTo>
                  <a:pt x="16" y="116"/>
                </a:lnTo>
                <a:lnTo>
                  <a:pt x="19" y="111"/>
                </a:lnTo>
                <a:lnTo>
                  <a:pt x="22" y="106"/>
                </a:lnTo>
                <a:lnTo>
                  <a:pt x="25" y="101"/>
                </a:lnTo>
                <a:lnTo>
                  <a:pt x="28" y="95"/>
                </a:lnTo>
                <a:lnTo>
                  <a:pt x="32" y="90"/>
                </a:lnTo>
                <a:lnTo>
                  <a:pt x="36" y="86"/>
                </a:lnTo>
                <a:lnTo>
                  <a:pt x="40" y="81"/>
                </a:lnTo>
                <a:lnTo>
                  <a:pt x="44" y="76"/>
                </a:lnTo>
                <a:lnTo>
                  <a:pt x="48" y="72"/>
                </a:lnTo>
                <a:lnTo>
                  <a:pt x="52" y="67"/>
                </a:lnTo>
                <a:lnTo>
                  <a:pt x="57" y="63"/>
                </a:lnTo>
                <a:lnTo>
                  <a:pt x="62" y="58"/>
                </a:lnTo>
                <a:lnTo>
                  <a:pt x="67" y="54"/>
                </a:lnTo>
                <a:lnTo>
                  <a:pt x="72" y="50"/>
                </a:lnTo>
                <a:lnTo>
                  <a:pt x="77" y="46"/>
                </a:lnTo>
                <a:lnTo>
                  <a:pt x="83" y="43"/>
                </a:lnTo>
                <a:lnTo>
                  <a:pt x="88" y="39"/>
                </a:lnTo>
                <a:lnTo>
                  <a:pt x="94" y="36"/>
                </a:lnTo>
                <a:lnTo>
                  <a:pt x="100" y="31"/>
                </a:lnTo>
                <a:lnTo>
                  <a:pt x="106" y="28"/>
                </a:lnTo>
                <a:lnTo>
                  <a:pt x="112" y="25"/>
                </a:lnTo>
                <a:lnTo>
                  <a:pt x="118" y="22"/>
                </a:lnTo>
                <a:lnTo>
                  <a:pt x="124" y="20"/>
                </a:lnTo>
                <a:lnTo>
                  <a:pt x="131" y="17"/>
                </a:lnTo>
                <a:lnTo>
                  <a:pt x="137" y="15"/>
                </a:lnTo>
                <a:lnTo>
                  <a:pt x="144" y="13"/>
                </a:lnTo>
                <a:lnTo>
                  <a:pt x="151" y="11"/>
                </a:lnTo>
                <a:lnTo>
                  <a:pt x="157" y="9"/>
                </a:lnTo>
                <a:lnTo>
                  <a:pt x="164" y="7"/>
                </a:lnTo>
                <a:lnTo>
                  <a:pt x="171" y="6"/>
                </a:lnTo>
                <a:lnTo>
                  <a:pt x="178" y="4"/>
                </a:lnTo>
                <a:lnTo>
                  <a:pt x="185" y="3"/>
                </a:lnTo>
                <a:lnTo>
                  <a:pt x="192" y="2"/>
                </a:lnTo>
                <a:lnTo>
                  <a:pt x="199" y="1"/>
                </a:lnTo>
                <a:lnTo>
                  <a:pt x="206" y="1"/>
                </a:lnTo>
                <a:lnTo>
                  <a:pt x="214" y="0"/>
                </a:lnTo>
                <a:lnTo>
                  <a:pt x="221" y="0"/>
                </a:lnTo>
                <a:lnTo>
                  <a:pt x="228" y="0"/>
                </a:lnTo>
                <a:lnTo>
                  <a:pt x="235" y="0"/>
                </a:lnTo>
                <a:lnTo>
                  <a:pt x="242" y="0"/>
                </a:lnTo>
                <a:lnTo>
                  <a:pt x="249" y="1"/>
                </a:lnTo>
                <a:lnTo>
                  <a:pt x="256" y="1"/>
                </a:lnTo>
                <a:lnTo>
                  <a:pt x="263" y="2"/>
                </a:lnTo>
                <a:lnTo>
                  <a:pt x="270" y="3"/>
                </a:lnTo>
                <a:lnTo>
                  <a:pt x="278" y="4"/>
                </a:lnTo>
                <a:lnTo>
                  <a:pt x="285" y="6"/>
                </a:lnTo>
                <a:lnTo>
                  <a:pt x="292" y="7"/>
                </a:lnTo>
                <a:lnTo>
                  <a:pt x="299" y="9"/>
                </a:lnTo>
                <a:lnTo>
                  <a:pt x="306" y="11"/>
                </a:lnTo>
                <a:lnTo>
                  <a:pt x="313" y="13"/>
                </a:lnTo>
                <a:lnTo>
                  <a:pt x="319" y="15"/>
                </a:lnTo>
                <a:lnTo>
                  <a:pt x="326" y="17"/>
                </a:lnTo>
                <a:lnTo>
                  <a:pt x="332" y="20"/>
                </a:lnTo>
                <a:lnTo>
                  <a:pt x="338" y="22"/>
                </a:lnTo>
                <a:lnTo>
                  <a:pt x="345" y="25"/>
                </a:lnTo>
                <a:lnTo>
                  <a:pt x="351" y="28"/>
                </a:lnTo>
                <a:lnTo>
                  <a:pt x="357" y="31"/>
                </a:lnTo>
                <a:lnTo>
                  <a:pt x="363" y="36"/>
                </a:lnTo>
                <a:lnTo>
                  <a:pt x="368" y="39"/>
                </a:lnTo>
                <a:lnTo>
                  <a:pt x="374" y="43"/>
                </a:lnTo>
                <a:lnTo>
                  <a:pt x="379" y="46"/>
                </a:lnTo>
                <a:lnTo>
                  <a:pt x="385" y="50"/>
                </a:lnTo>
                <a:lnTo>
                  <a:pt x="390" y="54"/>
                </a:lnTo>
                <a:lnTo>
                  <a:pt x="395" y="58"/>
                </a:lnTo>
                <a:lnTo>
                  <a:pt x="399" y="63"/>
                </a:lnTo>
                <a:lnTo>
                  <a:pt x="404" y="67"/>
                </a:lnTo>
                <a:lnTo>
                  <a:pt x="409" y="72"/>
                </a:lnTo>
                <a:lnTo>
                  <a:pt x="413" y="76"/>
                </a:lnTo>
                <a:lnTo>
                  <a:pt x="417" y="81"/>
                </a:lnTo>
                <a:lnTo>
                  <a:pt x="421" y="86"/>
                </a:lnTo>
                <a:lnTo>
                  <a:pt x="425" y="90"/>
                </a:lnTo>
                <a:lnTo>
                  <a:pt x="428" y="95"/>
                </a:lnTo>
                <a:lnTo>
                  <a:pt x="432" y="101"/>
                </a:lnTo>
                <a:lnTo>
                  <a:pt x="435" y="106"/>
                </a:lnTo>
                <a:lnTo>
                  <a:pt x="438" y="111"/>
                </a:lnTo>
                <a:lnTo>
                  <a:pt x="440" y="116"/>
                </a:lnTo>
                <a:lnTo>
                  <a:pt x="443" y="122"/>
                </a:lnTo>
                <a:lnTo>
                  <a:pt x="445" y="127"/>
                </a:lnTo>
                <a:lnTo>
                  <a:pt x="447" y="132"/>
                </a:lnTo>
                <a:lnTo>
                  <a:pt x="449" y="138"/>
                </a:lnTo>
                <a:lnTo>
                  <a:pt x="451" y="144"/>
                </a:lnTo>
                <a:lnTo>
                  <a:pt x="452" y="149"/>
                </a:lnTo>
                <a:lnTo>
                  <a:pt x="454" y="155"/>
                </a:lnTo>
                <a:lnTo>
                  <a:pt x="455" y="161"/>
                </a:lnTo>
                <a:lnTo>
                  <a:pt x="455" y="166"/>
                </a:lnTo>
                <a:lnTo>
                  <a:pt x="456" y="172"/>
                </a:lnTo>
                <a:lnTo>
                  <a:pt x="456" y="178"/>
                </a:lnTo>
                <a:lnTo>
                  <a:pt x="456" y="183"/>
                </a:lnTo>
                <a:close/>
              </a:path>
            </a:pathLst>
          </a:custGeom>
          <a:solidFill>
            <a:srgbClr val="ffe5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09" name=""/>
          <p:cNvSpPr/>
          <p:nvPr/>
        </p:nvSpPr>
        <p:spPr>
          <a:xfrm>
            <a:off x="4896000" y="1761480"/>
            <a:ext cx="165960" cy="133200"/>
          </a:xfrm>
          <a:custGeom>
            <a:avLst/>
            <a:gdLst/>
            <a:ahLst/>
            <a:rect l="0" t="0" r="r" b="b"/>
            <a:pathLst>
              <a:path w="461" h="370">
                <a:moveTo>
                  <a:pt x="458" y="185"/>
                </a:moveTo>
                <a:lnTo>
                  <a:pt x="458" y="180"/>
                </a:lnTo>
                <a:lnTo>
                  <a:pt x="458" y="174"/>
                </a:lnTo>
                <a:lnTo>
                  <a:pt x="457" y="168"/>
                </a:lnTo>
                <a:lnTo>
                  <a:pt x="457" y="163"/>
                </a:lnTo>
                <a:lnTo>
                  <a:pt x="456" y="157"/>
                </a:lnTo>
                <a:lnTo>
                  <a:pt x="454" y="151"/>
                </a:lnTo>
                <a:lnTo>
                  <a:pt x="453" y="146"/>
                </a:lnTo>
                <a:lnTo>
                  <a:pt x="451" y="140"/>
                </a:lnTo>
                <a:lnTo>
                  <a:pt x="449" y="134"/>
                </a:lnTo>
                <a:lnTo>
                  <a:pt x="447" y="129"/>
                </a:lnTo>
                <a:lnTo>
                  <a:pt x="445" y="124"/>
                </a:lnTo>
                <a:lnTo>
                  <a:pt x="442" y="118"/>
                </a:lnTo>
                <a:lnTo>
                  <a:pt x="440" y="113"/>
                </a:lnTo>
                <a:lnTo>
                  <a:pt x="437" y="108"/>
                </a:lnTo>
                <a:lnTo>
                  <a:pt x="434" y="103"/>
                </a:lnTo>
                <a:lnTo>
                  <a:pt x="430" y="97"/>
                </a:lnTo>
                <a:lnTo>
                  <a:pt x="427" y="92"/>
                </a:lnTo>
                <a:lnTo>
                  <a:pt x="423" y="88"/>
                </a:lnTo>
                <a:lnTo>
                  <a:pt x="419" y="83"/>
                </a:lnTo>
                <a:lnTo>
                  <a:pt x="415" y="78"/>
                </a:lnTo>
                <a:lnTo>
                  <a:pt x="411" y="73"/>
                </a:lnTo>
                <a:lnTo>
                  <a:pt x="406" y="68"/>
                </a:lnTo>
                <a:lnTo>
                  <a:pt x="401" y="64"/>
                </a:lnTo>
                <a:lnTo>
                  <a:pt x="396" y="59"/>
                </a:lnTo>
                <a:lnTo>
                  <a:pt x="391" y="55"/>
                </a:lnTo>
                <a:lnTo>
                  <a:pt x="386" y="51"/>
                </a:lnTo>
                <a:lnTo>
                  <a:pt x="380" y="47"/>
                </a:lnTo>
                <a:lnTo>
                  <a:pt x="375" y="44"/>
                </a:lnTo>
                <a:lnTo>
                  <a:pt x="369" y="40"/>
                </a:lnTo>
                <a:lnTo>
                  <a:pt x="364" y="37"/>
                </a:lnTo>
                <a:lnTo>
                  <a:pt x="358" y="33"/>
                </a:lnTo>
                <a:lnTo>
                  <a:pt x="352" y="30"/>
                </a:lnTo>
                <a:lnTo>
                  <a:pt x="346" y="27"/>
                </a:lnTo>
                <a:lnTo>
                  <a:pt x="339" y="24"/>
                </a:lnTo>
                <a:lnTo>
                  <a:pt x="333" y="22"/>
                </a:lnTo>
                <a:lnTo>
                  <a:pt x="327" y="19"/>
                </a:lnTo>
                <a:lnTo>
                  <a:pt x="320" y="17"/>
                </a:lnTo>
                <a:lnTo>
                  <a:pt x="314" y="15"/>
                </a:lnTo>
                <a:lnTo>
                  <a:pt x="307" y="13"/>
                </a:lnTo>
                <a:lnTo>
                  <a:pt x="300" y="11"/>
                </a:lnTo>
                <a:lnTo>
                  <a:pt x="293" y="9"/>
                </a:lnTo>
                <a:lnTo>
                  <a:pt x="286" y="8"/>
                </a:lnTo>
                <a:lnTo>
                  <a:pt x="279" y="6"/>
                </a:lnTo>
                <a:lnTo>
                  <a:pt x="272" y="5"/>
                </a:lnTo>
                <a:lnTo>
                  <a:pt x="265" y="4"/>
                </a:lnTo>
                <a:lnTo>
                  <a:pt x="258" y="3"/>
                </a:lnTo>
                <a:lnTo>
                  <a:pt x="251" y="3"/>
                </a:lnTo>
                <a:lnTo>
                  <a:pt x="244" y="2"/>
                </a:lnTo>
                <a:lnTo>
                  <a:pt x="237" y="2"/>
                </a:lnTo>
                <a:lnTo>
                  <a:pt x="230" y="2"/>
                </a:lnTo>
                <a:lnTo>
                  <a:pt x="223" y="2"/>
                </a:lnTo>
                <a:lnTo>
                  <a:pt x="216" y="2"/>
                </a:lnTo>
                <a:lnTo>
                  <a:pt x="208" y="3"/>
                </a:lnTo>
                <a:lnTo>
                  <a:pt x="201" y="3"/>
                </a:lnTo>
                <a:lnTo>
                  <a:pt x="194" y="4"/>
                </a:lnTo>
                <a:lnTo>
                  <a:pt x="187" y="5"/>
                </a:lnTo>
                <a:lnTo>
                  <a:pt x="180" y="6"/>
                </a:lnTo>
                <a:lnTo>
                  <a:pt x="173" y="8"/>
                </a:lnTo>
                <a:lnTo>
                  <a:pt x="166" y="9"/>
                </a:lnTo>
                <a:lnTo>
                  <a:pt x="159" y="11"/>
                </a:lnTo>
                <a:lnTo>
                  <a:pt x="153" y="13"/>
                </a:lnTo>
                <a:lnTo>
                  <a:pt x="146" y="15"/>
                </a:lnTo>
                <a:lnTo>
                  <a:pt x="139" y="17"/>
                </a:lnTo>
                <a:lnTo>
                  <a:pt x="133" y="19"/>
                </a:lnTo>
                <a:lnTo>
                  <a:pt x="126" y="22"/>
                </a:lnTo>
                <a:lnTo>
                  <a:pt x="120" y="24"/>
                </a:lnTo>
                <a:lnTo>
                  <a:pt x="114" y="27"/>
                </a:lnTo>
                <a:lnTo>
                  <a:pt x="108" y="30"/>
                </a:lnTo>
                <a:lnTo>
                  <a:pt x="102" y="33"/>
                </a:lnTo>
                <a:lnTo>
                  <a:pt x="96" y="37"/>
                </a:lnTo>
                <a:lnTo>
                  <a:pt x="90" y="40"/>
                </a:lnTo>
                <a:lnTo>
                  <a:pt x="85" y="44"/>
                </a:lnTo>
                <a:lnTo>
                  <a:pt x="79" y="47"/>
                </a:lnTo>
                <a:lnTo>
                  <a:pt x="74" y="51"/>
                </a:lnTo>
                <a:lnTo>
                  <a:pt x="69" y="55"/>
                </a:lnTo>
                <a:lnTo>
                  <a:pt x="64" y="59"/>
                </a:lnTo>
                <a:lnTo>
                  <a:pt x="59" y="64"/>
                </a:lnTo>
                <a:lnTo>
                  <a:pt x="54" y="68"/>
                </a:lnTo>
                <a:lnTo>
                  <a:pt x="50" y="73"/>
                </a:lnTo>
                <a:lnTo>
                  <a:pt x="46" y="78"/>
                </a:lnTo>
                <a:lnTo>
                  <a:pt x="42" y="83"/>
                </a:lnTo>
                <a:lnTo>
                  <a:pt x="38" y="88"/>
                </a:lnTo>
                <a:lnTo>
                  <a:pt x="34" y="92"/>
                </a:lnTo>
                <a:lnTo>
                  <a:pt x="30" y="97"/>
                </a:lnTo>
                <a:lnTo>
                  <a:pt x="27" y="103"/>
                </a:lnTo>
                <a:lnTo>
                  <a:pt x="24" y="108"/>
                </a:lnTo>
                <a:lnTo>
                  <a:pt x="21" y="113"/>
                </a:lnTo>
                <a:lnTo>
                  <a:pt x="18" y="118"/>
                </a:lnTo>
                <a:lnTo>
                  <a:pt x="16" y="124"/>
                </a:lnTo>
                <a:lnTo>
                  <a:pt x="13" y="129"/>
                </a:lnTo>
                <a:lnTo>
                  <a:pt x="11" y="134"/>
                </a:lnTo>
                <a:lnTo>
                  <a:pt x="9" y="140"/>
                </a:lnTo>
                <a:lnTo>
                  <a:pt x="8" y="146"/>
                </a:lnTo>
                <a:lnTo>
                  <a:pt x="6" y="151"/>
                </a:lnTo>
                <a:lnTo>
                  <a:pt x="5" y="157"/>
                </a:lnTo>
                <a:lnTo>
                  <a:pt x="4" y="163"/>
                </a:lnTo>
                <a:lnTo>
                  <a:pt x="3" y="168"/>
                </a:lnTo>
                <a:lnTo>
                  <a:pt x="3" y="174"/>
                </a:lnTo>
                <a:lnTo>
                  <a:pt x="2" y="180"/>
                </a:lnTo>
                <a:lnTo>
                  <a:pt x="2" y="185"/>
                </a:lnTo>
                <a:lnTo>
                  <a:pt x="2" y="191"/>
                </a:lnTo>
                <a:lnTo>
                  <a:pt x="3" y="197"/>
                </a:lnTo>
                <a:lnTo>
                  <a:pt x="3" y="203"/>
                </a:lnTo>
                <a:lnTo>
                  <a:pt x="4" y="208"/>
                </a:lnTo>
                <a:lnTo>
                  <a:pt x="5" y="214"/>
                </a:lnTo>
                <a:lnTo>
                  <a:pt x="6" y="220"/>
                </a:lnTo>
                <a:lnTo>
                  <a:pt x="8" y="225"/>
                </a:lnTo>
                <a:lnTo>
                  <a:pt x="9" y="231"/>
                </a:lnTo>
                <a:lnTo>
                  <a:pt x="11" y="236"/>
                </a:lnTo>
                <a:lnTo>
                  <a:pt x="13" y="242"/>
                </a:lnTo>
                <a:lnTo>
                  <a:pt x="16" y="247"/>
                </a:lnTo>
                <a:lnTo>
                  <a:pt x="18" y="253"/>
                </a:lnTo>
                <a:lnTo>
                  <a:pt x="21" y="258"/>
                </a:lnTo>
                <a:lnTo>
                  <a:pt x="24" y="263"/>
                </a:lnTo>
                <a:lnTo>
                  <a:pt x="27" y="268"/>
                </a:lnTo>
                <a:lnTo>
                  <a:pt x="30" y="273"/>
                </a:lnTo>
                <a:lnTo>
                  <a:pt x="34" y="278"/>
                </a:lnTo>
                <a:lnTo>
                  <a:pt x="38" y="283"/>
                </a:lnTo>
                <a:lnTo>
                  <a:pt x="42" y="288"/>
                </a:lnTo>
                <a:lnTo>
                  <a:pt x="46" y="293"/>
                </a:lnTo>
                <a:lnTo>
                  <a:pt x="50" y="297"/>
                </a:lnTo>
                <a:lnTo>
                  <a:pt x="54" y="302"/>
                </a:lnTo>
                <a:lnTo>
                  <a:pt x="59" y="306"/>
                </a:lnTo>
                <a:lnTo>
                  <a:pt x="64" y="310"/>
                </a:lnTo>
                <a:lnTo>
                  <a:pt x="69" y="314"/>
                </a:lnTo>
                <a:lnTo>
                  <a:pt x="74" y="318"/>
                </a:lnTo>
                <a:lnTo>
                  <a:pt x="79" y="322"/>
                </a:lnTo>
                <a:lnTo>
                  <a:pt x="85" y="326"/>
                </a:lnTo>
                <a:lnTo>
                  <a:pt x="90" y="330"/>
                </a:lnTo>
                <a:lnTo>
                  <a:pt x="96" y="333"/>
                </a:lnTo>
                <a:lnTo>
                  <a:pt x="102" y="336"/>
                </a:lnTo>
                <a:lnTo>
                  <a:pt x="108" y="340"/>
                </a:lnTo>
                <a:lnTo>
                  <a:pt x="114" y="343"/>
                </a:lnTo>
                <a:lnTo>
                  <a:pt x="120" y="345"/>
                </a:lnTo>
                <a:lnTo>
                  <a:pt x="126" y="348"/>
                </a:lnTo>
                <a:lnTo>
                  <a:pt x="133" y="351"/>
                </a:lnTo>
                <a:lnTo>
                  <a:pt x="139" y="353"/>
                </a:lnTo>
                <a:lnTo>
                  <a:pt x="146" y="355"/>
                </a:lnTo>
                <a:lnTo>
                  <a:pt x="153" y="357"/>
                </a:lnTo>
                <a:lnTo>
                  <a:pt x="159" y="359"/>
                </a:lnTo>
                <a:lnTo>
                  <a:pt x="166" y="361"/>
                </a:lnTo>
                <a:lnTo>
                  <a:pt x="173" y="362"/>
                </a:lnTo>
                <a:lnTo>
                  <a:pt x="180" y="364"/>
                </a:lnTo>
                <a:lnTo>
                  <a:pt x="187" y="365"/>
                </a:lnTo>
                <a:lnTo>
                  <a:pt x="194" y="366"/>
                </a:lnTo>
                <a:lnTo>
                  <a:pt x="201" y="366"/>
                </a:lnTo>
                <a:lnTo>
                  <a:pt x="208" y="367"/>
                </a:lnTo>
                <a:lnTo>
                  <a:pt x="216" y="368"/>
                </a:lnTo>
                <a:lnTo>
                  <a:pt x="223" y="368"/>
                </a:lnTo>
                <a:lnTo>
                  <a:pt x="230" y="368"/>
                </a:lnTo>
                <a:lnTo>
                  <a:pt x="237" y="368"/>
                </a:lnTo>
                <a:lnTo>
                  <a:pt x="244" y="368"/>
                </a:lnTo>
                <a:lnTo>
                  <a:pt x="251" y="367"/>
                </a:lnTo>
                <a:lnTo>
                  <a:pt x="258" y="366"/>
                </a:lnTo>
                <a:lnTo>
                  <a:pt x="265" y="366"/>
                </a:lnTo>
                <a:lnTo>
                  <a:pt x="272" y="365"/>
                </a:lnTo>
                <a:lnTo>
                  <a:pt x="279" y="364"/>
                </a:lnTo>
                <a:lnTo>
                  <a:pt x="286" y="362"/>
                </a:lnTo>
                <a:lnTo>
                  <a:pt x="293" y="361"/>
                </a:lnTo>
                <a:lnTo>
                  <a:pt x="300" y="359"/>
                </a:lnTo>
                <a:lnTo>
                  <a:pt x="307" y="357"/>
                </a:lnTo>
                <a:lnTo>
                  <a:pt x="314" y="355"/>
                </a:lnTo>
                <a:lnTo>
                  <a:pt x="320" y="353"/>
                </a:lnTo>
                <a:lnTo>
                  <a:pt x="327" y="351"/>
                </a:lnTo>
                <a:lnTo>
                  <a:pt x="333" y="348"/>
                </a:lnTo>
                <a:lnTo>
                  <a:pt x="339" y="345"/>
                </a:lnTo>
                <a:lnTo>
                  <a:pt x="346" y="343"/>
                </a:lnTo>
                <a:lnTo>
                  <a:pt x="352" y="340"/>
                </a:lnTo>
                <a:lnTo>
                  <a:pt x="358" y="336"/>
                </a:lnTo>
                <a:lnTo>
                  <a:pt x="364" y="333"/>
                </a:lnTo>
                <a:lnTo>
                  <a:pt x="369" y="330"/>
                </a:lnTo>
                <a:lnTo>
                  <a:pt x="375" y="326"/>
                </a:lnTo>
                <a:lnTo>
                  <a:pt x="380" y="322"/>
                </a:lnTo>
                <a:lnTo>
                  <a:pt x="386" y="318"/>
                </a:lnTo>
                <a:lnTo>
                  <a:pt x="391" y="314"/>
                </a:lnTo>
                <a:lnTo>
                  <a:pt x="396" y="310"/>
                </a:lnTo>
                <a:lnTo>
                  <a:pt x="401" y="306"/>
                </a:lnTo>
                <a:lnTo>
                  <a:pt x="406" y="302"/>
                </a:lnTo>
                <a:lnTo>
                  <a:pt x="411" y="297"/>
                </a:lnTo>
                <a:lnTo>
                  <a:pt x="415" y="293"/>
                </a:lnTo>
                <a:lnTo>
                  <a:pt x="419" y="288"/>
                </a:lnTo>
                <a:lnTo>
                  <a:pt x="423" y="283"/>
                </a:lnTo>
                <a:lnTo>
                  <a:pt x="427" y="278"/>
                </a:lnTo>
                <a:lnTo>
                  <a:pt x="430" y="273"/>
                </a:lnTo>
                <a:lnTo>
                  <a:pt x="434" y="268"/>
                </a:lnTo>
                <a:lnTo>
                  <a:pt x="437" y="263"/>
                </a:lnTo>
                <a:lnTo>
                  <a:pt x="440" y="258"/>
                </a:lnTo>
                <a:lnTo>
                  <a:pt x="442" y="253"/>
                </a:lnTo>
                <a:lnTo>
                  <a:pt x="445" y="247"/>
                </a:lnTo>
                <a:lnTo>
                  <a:pt x="447" y="242"/>
                </a:lnTo>
                <a:lnTo>
                  <a:pt x="449" y="236"/>
                </a:lnTo>
                <a:lnTo>
                  <a:pt x="451" y="231"/>
                </a:lnTo>
                <a:lnTo>
                  <a:pt x="453" y="225"/>
                </a:lnTo>
                <a:lnTo>
                  <a:pt x="454" y="220"/>
                </a:lnTo>
                <a:lnTo>
                  <a:pt x="456" y="214"/>
                </a:lnTo>
                <a:lnTo>
                  <a:pt x="457" y="208"/>
                </a:lnTo>
                <a:lnTo>
                  <a:pt x="457" y="203"/>
                </a:lnTo>
                <a:lnTo>
                  <a:pt x="458" y="197"/>
                </a:lnTo>
                <a:lnTo>
                  <a:pt x="458" y="191"/>
                </a:lnTo>
                <a:lnTo>
                  <a:pt x="458" y="185"/>
                </a:lnTo>
                <a:moveTo>
                  <a:pt x="461" y="185"/>
                </a:moveTo>
                <a:lnTo>
                  <a:pt x="461" y="191"/>
                </a:lnTo>
                <a:lnTo>
                  <a:pt x="460" y="197"/>
                </a:lnTo>
                <a:lnTo>
                  <a:pt x="460" y="203"/>
                </a:lnTo>
                <a:lnTo>
                  <a:pt x="459" y="208"/>
                </a:lnTo>
                <a:lnTo>
                  <a:pt x="458" y="214"/>
                </a:lnTo>
                <a:lnTo>
                  <a:pt x="457" y="220"/>
                </a:lnTo>
                <a:lnTo>
                  <a:pt x="455" y="226"/>
                </a:lnTo>
                <a:lnTo>
                  <a:pt x="453" y="231"/>
                </a:lnTo>
                <a:lnTo>
                  <a:pt x="452" y="237"/>
                </a:lnTo>
                <a:lnTo>
                  <a:pt x="449" y="242"/>
                </a:lnTo>
                <a:lnTo>
                  <a:pt x="447" y="248"/>
                </a:lnTo>
                <a:lnTo>
                  <a:pt x="445" y="253"/>
                </a:lnTo>
                <a:lnTo>
                  <a:pt x="442" y="259"/>
                </a:lnTo>
                <a:lnTo>
                  <a:pt x="439" y="264"/>
                </a:lnTo>
                <a:lnTo>
                  <a:pt x="436" y="269"/>
                </a:lnTo>
                <a:lnTo>
                  <a:pt x="432" y="274"/>
                </a:lnTo>
                <a:lnTo>
                  <a:pt x="429" y="279"/>
                </a:lnTo>
                <a:lnTo>
                  <a:pt x="425" y="284"/>
                </a:lnTo>
                <a:lnTo>
                  <a:pt x="421" y="289"/>
                </a:lnTo>
                <a:lnTo>
                  <a:pt x="417" y="294"/>
                </a:lnTo>
                <a:lnTo>
                  <a:pt x="412" y="298"/>
                </a:lnTo>
                <a:lnTo>
                  <a:pt x="408" y="303"/>
                </a:lnTo>
                <a:lnTo>
                  <a:pt x="403" y="307"/>
                </a:lnTo>
                <a:lnTo>
                  <a:pt x="397" y="312"/>
                </a:lnTo>
                <a:lnTo>
                  <a:pt x="392" y="316"/>
                </a:lnTo>
                <a:lnTo>
                  <a:pt x="387" y="320"/>
                </a:lnTo>
                <a:lnTo>
                  <a:pt x="382" y="324"/>
                </a:lnTo>
                <a:lnTo>
                  <a:pt x="376" y="327"/>
                </a:lnTo>
                <a:lnTo>
                  <a:pt x="371" y="331"/>
                </a:lnTo>
                <a:lnTo>
                  <a:pt x="365" y="335"/>
                </a:lnTo>
                <a:lnTo>
                  <a:pt x="359" y="338"/>
                </a:lnTo>
                <a:lnTo>
                  <a:pt x="353" y="341"/>
                </a:lnTo>
                <a:lnTo>
                  <a:pt x="347" y="344"/>
                </a:lnTo>
                <a:lnTo>
                  <a:pt x="341" y="347"/>
                </a:lnTo>
                <a:lnTo>
                  <a:pt x="334" y="350"/>
                </a:lnTo>
                <a:lnTo>
                  <a:pt x="328" y="352"/>
                </a:lnTo>
                <a:lnTo>
                  <a:pt x="321" y="355"/>
                </a:lnTo>
                <a:lnTo>
                  <a:pt x="314" y="357"/>
                </a:lnTo>
                <a:lnTo>
                  <a:pt x="308" y="359"/>
                </a:lnTo>
                <a:lnTo>
                  <a:pt x="301" y="361"/>
                </a:lnTo>
                <a:lnTo>
                  <a:pt x="294" y="362"/>
                </a:lnTo>
                <a:lnTo>
                  <a:pt x="287" y="364"/>
                </a:lnTo>
                <a:lnTo>
                  <a:pt x="280" y="365"/>
                </a:lnTo>
                <a:lnTo>
                  <a:pt x="273" y="366"/>
                </a:lnTo>
                <a:lnTo>
                  <a:pt x="266" y="367"/>
                </a:lnTo>
                <a:lnTo>
                  <a:pt x="259" y="368"/>
                </a:lnTo>
                <a:lnTo>
                  <a:pt x="251" y="369"/>
                </a:lnTo>
                <a:lnTo>
                  <a:pt x="244" y="369"/>
                </a:lnTo>
                <a:lnTo>
                  <a:pt x="237" y="370"/>
                </a:lnTo>
                <a:lnTo>
                  <a:pt x="230" y="370"/>
                </a:lnTo>
                <a:lnTo>
                  <a:pt x="223" y="370"/>
                </a:lnTo>
                <a:lnTo>
                  <a:pt x="215" y="369"/>
                </a:lnTo>
                <a:lnTo>
                  <a:pt x="208" y="369"/>
                </a:lnTo>
                <a:lnTo>
                  <a:pt x="201" y="368"/>
                </a:lnTo>
                <a:lnTo>
                  <a:pt x="194" y="367"/>
                </a:lnTo>
                <a:lnTo>
                  <a:pt x="187" y="366"/>
                </a:lnTo>
                <a:lnTo>
                  <a:pt x="180" y="365"/>
                </a:lnTo>
                <a:lnTo>
                  <a:pt x="173" y="364"/>
                </a:lnTo>
                <a:lnTo>
                  <a:pt x="166" y="362"/>
                </a:lnTo>
                <a:lnTo>
                  <a:pt x="159" y="361"/>
                </a:lnTo>
                <a:lnTo>
                  <a:pt x="152" y="359"/>
                </a:lnTo>
                <a:lnTo>
                  <a:pt x="145" y="357"/>
                </a:lnTo>
                <a:lnTo>
                  <a:pt x="139" y="355"/>
                </a:lnTo>
                <a:lnTo>
                  <a:pt x="132" y="352"/>
                </a:lnTo>
                <a:lnTo>
                  <a:pt x="125" y="350"/>
                </a:lnTo>
                <a:lnTo>
                  <a:pt x="119" y="347"/>
                </a:lnTo>
                <a:lnTo>
                  <a:pt x="113" y="344"/>
                </a:lnTo>
                <a:lnTo>
                  <a:pt x="107" y="341"/>
                </a:lnTo>
                <a:lnTo>
                  <a:pt x="101" y="338"/>
                </a:lnTo>
                <a:lnTo>
                  <a:pt x="95" y="335"/>
                </a:lnTo>
                <a:lnTo>
                  <a:pt x="89" y="331"/>
                </a:lnTo>
                <a:lnTo>
                  <a:pt x="83" y="327"/>
                </a:lnTo>
                <a:lnTo>
                  <a:pt x="78" y="324"/>
                </a:lnTo>
                <a:lnTo>
                  <a:pt x="72" y="320"/>
                </a:lnTo>
                <a:lnTo>
                  <a:pt x="67" y="316"/>
                </a:lnTo>
                <a:lnTo>
                  <a:pt x="62" y="312"/>
                </a:lnTo>
                <a:lnTo>
                  <a:pt x="57" y="307"/>
                </a:lnTo>
                <a:lnTo>
                  <a:pt x="53" y="303"/>
                </a:lnTo>
                <a:lnTo>
                  <a:pt x="48" y="298"/>
                </a:lnTo>
                <a:lnTo>
                  <a:pt x="44" y="294"/>
                </a:lnTo>
                <a:lnTo>
                  <a:pt x="40" y="289"/>
                </a:lnTo>
                <a:lnTo>
                  <a:pt x="36" y="284"/>
                </a:lnTo>
                <a:lnTo>
                  <a:pt x="32" y="279"/>
                </a:lnTo>
                <a:lnTo>
                  <a:pt x="28" y="274"/>
                </a:lnTo>
                <a:lnTo>
                  <a:pt x="25" y="269"/>
                </a:lnTo>
                <a:lnTo>
                  <a:pt x="22" y="264"/>
                </a:lnTo>
                <a:lnTo>
                  <a:pt x="19" y="259"/>
                </a:lnTo>
                <a:lnTo>
                  <a:pt x="16" y="253"/>
                </a:lnTo>
                <a:lnTo>
                  <a:pt x="14" y="248"/>
                </a:lnTo>
                <a:lnTo>
                  <a:pt x="11" y="242"/>
                </a:lnTo>
                <a:lnTo>
                  <a:pt x="9" y="237"/>
                </a:lnTo>
                <a:lnTo>
                  <a:pt x="7" y="231"/>
                </a:lnTo>
                <a:lnTo>
                  <a:pt x="5" y="226"/>
                </a:lnTo>
                <a:lnTo>
                  <a:pt x="4" y="220"/>
                </a:lnTo>
                <a:lnTo>
                  <a:pt x="3" y="214"/>
                </a:lnTo>
                <a:lnTo>
                  <a:pt x="2" y="208"/>
                </a:lnTo>
                <a:lnTo>
                  <a:pt x="1" y="203"/>
                </a:lnTo>
                <a:lnTo>
                  <a:pt x="0" y="197"/>
                </a:lnTo>
                <a:lnTo>
                  <a:pt x="0" y="191"/>
                </a:lnTo>
                <a:lnTo>
                  <a:pt x="0" y="185"/>
                </a:lnTo>
                <a:lnTo>
                  <a:pt x="0" y="180"/>
                </a:lnTo>
                <a:lnTo>
                  <a:pt x="0" y="174"/>
                </a:lnTo>
                <a:lnTo>
                  <a:pt x="1" y="168"/>
                </a:lnTo>
                <a:lnTo>
                  <a:pt x="2" y="162"/>
                </a:lnTo>
                <a:lnTo>
                  <a:pt x="3" y="157"/>
                </a:lnTo>
                <a:lnTo>
                  <a:pt x="4" y="151"/>
                </a:lnTo>
                <a:lnTo>
                  <a:pt x="5" y="145"/>
                </a:lnTo>
                <a:lnTo>
                  <a:pt x="7" y="140"/>
                </a:lnTo>
                <a:lnTo>
                  <a:pt x="9" y="134"/>
                </a:lnTo>
                <a:lnTo>
                  <a:pt x="11" y="128"/>
                </a:lnTo>
                <a:lnTo>
                  <a:pt x="14" y="123"/>
                </a:lnTo>
                <a:lnTo>
                  <a:pt x="16" y="118"/>
                </a:lnTo>
                <a:lnTo>
                  <a:pt x="19" y="112"/>
                </a:lnTo>
                <a:lnTo>
                  <a:pt x="22" y="107"/>
                </a:lnTo>
                <a:lnTo>
                  <a:pt x="25" y="102"/>
                </a:lnTo>
                <a:lnTo>
                  <a:pt x="28" y="97"/>
                </a:lnTo>
                <a:lnTo>
                  <a:pt x="32" y="92"/>
                </a:lnTo>
                <a:lnTo>
                  <a:pt x="36" y="87"/>
                </a:lnTo>
                <a:lnTo>
                  <a:pt x="40" y="82"/>
                </a:lnTo>
                <a:lnTo>
                  <a:pt x="44" y="77"/>
                </a:lnTo>
                <a:lnTo>
                  <a:pt x="48" y="71"/>
                </a:lnTo>
                <a:lnTo>
                  <a:pt x="53" y="67"/>
                </a:lnTo>
                <a:lnTo>
                  <a:pt x="57" y="62"/>
                </a:lnTo>
                <a:lnTo>
                  <a:pt x="62" y="58"/>
                </a:lnTo>
                <a:lnTo>
                  <a:pt x="67" y="54"/>
                </a:lnTo>
                <a:lnTo>
                  <a:pt x="72" y="50"/>
                </a:lnTo>
                <a:lnTo>
                  <a:pt x="78" y="46"/>
                </a:lnTo>
                <a:lnTo>
                  <a:pt x="83" y="42"/>
                </a:lnTo>
                <a:lnTo>
                  <a:pt x="89" y="39"/>
                </a:lnTo>
                <a:lnTo>
                  <a:pt x="95" y="35"/>
                </a:lnTo>
                <a:lnTo>
                  <a:pt x="101" y="32"/>
                </a:lnTo>
                <a:lnTo>
                  <a:pt x="107" y="29"/>
                </a:lnTo>
                <a:lnTo>
                  <a:pt x="113" y="26"/>
                </a:lnTo>
                <a:lnTo>
                  <a:pt x="119" y="23"/>
                </a:lnTo>
                <a:lnTo>
                  <a:pt x="125" y="20"/>
                </a:lnTo>
                <a:lnTo>
                  <a:pt x="132" y="18"/>
                </a:lnTo>
                <a:lnTo>
                  <a:pt x="139" y="15"/>
                </a:lnTo>
                <a:lnTo>
                  <a:pt x="145" y="13"/>
                </a:lnTo>
                <a:lnTo>
                  <a:pt x="152" y="11"/>
                </a:lnTo>
                <a:lnTo>
                  <a:pt x="159" y="9"/>
                </a:lnTo>
                <a:lnTo>
                  <a:pt x="166" y="7"/>
                </a:lnTo>
                <a:lnTo>
                  <a:pt x="173" y="6"/>
                </a:lnTo>
                <a:lnTo>
                  <a:pt x="180" y="4"/>
                </a:lnTo>
                <a:lnTo>
                  <a:pt x="187" y="3"/>
                </a:lnTo>
                <a:lnTo>
                  <a:pt x="194" y="2"/>
                </a:lnTo>
                <a:lnTo>
                  <a:pt x="201" y="1"/>
                </a:lnTo>
                <a:lnTo>
                  <a:pt x="208" y="1"/>
                </a:lnTo>
                <a:lnTo>
                  <a:pt x="215" y="0"/>
                </a:lnTo>
                <a:lnTo>
                  <a:pt x="223" y="0"/>
                </a:lnTo>
                <a:lnTo>
                  <a:pt x="230" y="0"/>
                </a:lnTo>
                <a:lnTo>
                  <a:pt x="237" y="0"/>
                </a:lnTo>
                <a:lnTo>
                  <a:pt x="244" y="0"/>
                </a:lnTo>
                <a:lnTo>
                  <a:pt x="251" y="1"/>
                </a:lnTo>
                <a:lnTo>
                  <a:pt x="259" y="1"/>
                </a:lnTo>
                <a:lnTo>
                  <a:pt x="266" y="2"/>
                </a:lnTo>
                <a:lnTo>
                  <a:pt x="273" y="3"/>
                </a:lnTo>
                <a:lnTo>
                  <a:pt x="280" y="4"/>
                </a:lnTo>
                <a:lnTo>
                  <a:pt x="287" y="6"/>
                </a:lnTo>
                <a:lnTo>
                  <a:pt x="294" y="7"/>
                </a:lnTo>
                <a:lnTo>
                  <a:pt x="301" y="9"/>
                </a:lnTo>
                <a:lnTo>
                  <a:pt x="308" y="11"/>
                </a:lnTo>
                <a:lnTo>
                  <a:pt x="314" y="13"/>
                </a:lnTo>
                <a:lnTo>
                  <a:pt x="321" y="15"/>
                </a:lnTo>
                <a:lnTo>
                  <a:pt x="328" y="18"/>
                </a:lnTo>
                <a:lnTo>
                  <a:pt x="334" y="20"/>
                </a:lnTo>
                <a:lnTo>
                  <a:pt x="341" y="23"/>
                </a:lnTo>
                <a:lnTo>
                  <a:pt x="347" y="26"/>
                </a:lnTo>
                <a:lnTo>
                  <a:pt x="353" y="29"/>
                </a:lnTo>
                <a:lnTo>
                  <a:pt x="359" y="32"/>
                </a:lnTo>
                <a:lnTo>
                  <a:pt x="365" y="35"/>
                </a:lnTo>
                <a:lnTo>
                  <a:pt x="371" y="39"/>
                </a:lnTo>
                <a:lnTo>
                  <a:pt x="376" y="42"/>
                </a:lnTo>
                <a:lnTo>
                  <a:pt x="382" y="46"/>
                </a:lnTo>
                <a:lnTo>
                  <a:pt x="387" y="50"/>
                </a:lnTo>
                <a:lnTo>
                  <a:pt x="392" y="54"/>
                </a:lnTo>
                <a:lnTo>
                  <a:pt x="397" y="58"/>
                </a:lnTo>
                <a:lnTo>
                  <a:pt x="403" y="62"/>
                </a:lnTo>
                <a:lnTo>
                  <a:pt x="408" y="67"/>
                </a:lnTo>
                <a:lnTo>
                  <a:pt x="412" y="71"/>
                </a:lnTo>
                <a:lnTo>
                  <a:pt x="417" y="77"/>
                </a:lnTo>
                <a:lnTo>
                  <a:pt x="421" y="82"/>
                </a:lnTo>
                <a:lnTo>
                  <a:pt x="425" y="87"/>
                </a:lnTo>
                <a:lnTo>
                  <a:pt x="429" y="92"/>
                </a:lnTo>
                <a:lnTo>
                  <a:pt x="432" y="97"/>
                </a:lnTo>
                <a:lnTo>
                  <a:pt x="436" y="102"/>
                </a:lnTo>
                <a:lnTo>
                  <a:pt x="439" y="107"/>
                </a:lnTo>
                <a:lnTo>
                  <a:pt x="442" y="112"/>
                </a:lnTo>
                <a:lnTo>
                  <a:pt x="445" y="118"/>
                </a:lnTo>
                <a:lnTo>
                  <a:pt x="447" y="123"/>
                </a:lnTo>
                <a:lnTo>
                  <a:pt x="449" y="128"/>
                </a:lnTo>
                <a:lnTo>
                  <a:pt x="452" y="134"/>
                </a:lnTo>
                <a:lnTo>
                  <a:pt x="453" y="140"/>
                </a:lnTo>
                <a:lnTo>
                  <a:pt x="455" y="145"/>
                </a:lnTo>
                <a:lnTo>
                  <a:pt x="457" y="151"/>
                </a:lnTo>
                <a:lnTo>
                  <a:pt x="458" y="157"/>
                </a:lnTo>
                <a:lnTo>
                  <a:pt x="459" y="162"/>
                </a:lnTo>
                <a:lnTo>
                  <a:pt x="460" y="168"/>
                </a:lnTo>
                <a:lnTo>
                  <a:pt x="460" y="174"/>
                </a:lnTo>
                <a:lnTo>
                  <a:pt x="461" y="180"/>
                </a:lnTo>
                <a:lnTo>
                  <a:pt x="461" y="185"/>
                </a:lnTo>
                <a:close/>
              </a:path>
            </a:pathLst>
          </a:custGeom>
          <a:solidFill>
            <a:srgbClr val="ffe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0" name=""/>
          <p:cNvSpPr/>
          <p:nvPr/>
        </p:nvSpPr>
        <p:spPr>
          <a:xfrm>
            <a:off x="4895280" y="1760760"/>
            <a:ext cx="167400" cy="134640"/>
          </a:xfrm>
          <a:custGeom>
            <a:avLst/>
            <a:gdLst/>
            <a:ahLst/>
            <a:rect l="0" t="0" r="r" b="b"/>
            <a:pathLst>
              <a:path w="465" h="374">
                <a:moveTo>
                  <a:pt x="463" y="187"/>
                </a:moveTo>
                <a:lnTo>
                  <a:pt x="463" y="182"/>
                </a:lnTo>
                <a:lnTo>
                  <a:pt x="462" y="176"/>
                </a:lnTo>
                <a:lnTo>
                  <a:pt x="462" y="170"/>
                </a:lnTo>
                <a:lnTo>
                  <a:pt x="461" y="164"/>
                </a:lnTo>
                <a:lnTo>
                  <a:pt x="460" y="159"/>
                </a:lnTo>
                <a:lnTo>
                  <a:pt x="459" y="153"/>
                </a:lnTo>
                <a:lnTo>
                  <a:pt x="457" y="147"/>
                </a:lnTo>
                <a:lnTo>
                  <a:pt x="455" y="142"/>
                </a:lnTo>
                <a:lnTo>
                  <a:pt x="454" y="136"/>
                </a:lnTo>
                <a:lnTo>
                  <a:pt x="451" y="129"/>
                </a:lnTo>
                <a:lnTo>
                  <a:pt x="449" y="124"/>
                </a:lnTo>
                <a:lnTo>
                  <a:pt x="447" y="119"/>
                </a:lnTo>
                <a:lnTo>
                  <a:pt x="444" y="113"/>
                </a:lnTo>
                <a:lnTo>
                  <a:pt x="441" y="108"/>
                </a:lnTo>
                <a:lnTo>
                  <a:pt x="438" y="103"/>
                </a:lnTo>
                <a:lnTo>
                  <a:pt x="434" y="98"/>
                </a:lnTo>
                <a:lnTo>
                  <a:pt x="431" y="93"/>
                </a:lnTo>
                <a:lnTo>
                  <a:pt x="427" y="88"/>
                </a:lnTo>
                <a:lnTo>
                  <a:pt x="423" y="83"/>
                </a:lnTo>
                <a:lnTo>
                  <a:pt x="419" y="78"/>
                </a:lnTo>
                <a:lnTo>
                  <a:pt x="414" y="73"/>
                </a:lnTo>
                <a:lnTo>
                  <a:pt x="410" y="69"/>
                </a:lnTo>
                <a:lnTo>
                  <a:pt x="405" y="64"/>
                </a:lnTo>
                <a:lnTo>
                  <a:pt x="400" y="60"/>
                </a:lnTo>
                <a:lnTo>
                  <a:pt x="395" y="56"/>
                </a:lnTo>
                <a:lnTo>
                  <a:pt x="390" y="52"/>
                </a:lnTo>
                <a:lnTo>
                  <a:pt x="385" y="48"/>
                </a:lnTo>
                <a:lnTo>
                  <a:pt x="379" y="44"/>
                </a:lnTo>
                <a:lnTo>
                  <a:pt x="374" y="41"/>
                </a:lnTo>
                <a:lnTo>
                  <a:pt x="368" y="37"/>
                </a:lnTo>
                <a:lnTo>
                  <a:pt x="362" y="34"/>
                </a:lnTo>
                <a:lnTo>
                  <a:pt x="356" y="31"/>
                </a:lnTo>
                <a:lnTo>
                  <a:pt x="350" y="28"/>
                </a:lnTo>
                <a:lnTo>
                  <a:pt x="344" y="25"/>
                </a:lnTo>
                <a:lnTo>
                  <a:pt x="337" y="22"/>
                </a:lnTo>
                <a:lnTo>
                  <a:pt x="331" y="20"/>
                </a:lnTo>
                <a:lnTo>
                  <a:pt x="324" y="17"/>
                </a:lnTo>
                <a:lnTo>
                  <a:pt x="317" y="15"/>
                </a:lnTo>
                <a:lnTo>
                  <a:pt x="311" y="13"/>
                </a:lnTo>
                <a:lnTo>
                  <a:pt x="304" y="11"/>
                </a:lnTo>
                <a:lnTo>
                  <a:pt x="297" y="9"/>
                </a:lnTo>
                <a:lnTo>
                  <a:pt x="290" y="8"/>
                </a:lnTo>
                <a:lnTo>
                  <a:pt x="283" y="6"/>
                </a:lnTo>
                <a:lnTo>
                  <a:pt x="276" y="5"/>
                </a:lnTo>
                <a:lnTo>
                  <a:pt x="269" y="4"/>
                </a:lnTo>
                <a:lnTo>
                  <a:pt x="262" y="3"/>
                </a:lnTo>
                <a:lnTo>
                  <a:pt x="254" y="3"/>
                </a:lnTo>
                <a:lnTo>
                  <a:pt x="247" y="2"/>
                </a:lnTo>
                <a:lnTo>
                  <a:pt x="240" y="2"/>
                </a:lnTo>
                <a:lnTo>
                  <a:pt x="233" y="2"/>
                </a:lnTo>
                <a:lnTo>
                  <a:pt x="226" y="2"/>
                </a:lnTo>
                <a:lnTo>
                  <a:pt x="218" y="2"/>
                </a:lnTo>
                <a:lnTo>
                  <a:pt x="211" y="3"/>
                </a:lnTo>
                <a:lnTo>
                  <a:pt x="204" y="3"/>
                </a:lnTo>
                <a:lnTo>
                  <a:pt x="197" y="4"/>
                </a:lnTo>
                <a:lnTo>
                  <a:pt x="190" y="5"/>
                </a:lnTo>
                <a:lnTo>
                  <a:pt x="183" y="6"/>
                </a:lnTo>
                <a:lnTo>
                  <a:pt x="176" y="8"/>
                </a:lnTo>
                <a:lnTo>
                  <a:pt x="169" y="9"/>
                </a:lnTo>
                <a:lnTo>
                  <a:pt x="162" y="11"/>
                </a:lnTo>
                <a:lnTo>
                  <a:pt x="155" y="13"/>
                </a:lnTo>
                <a:lnTo>
                  <a:pt x="148" y="15"/>
                </a:lnTo>
                <a:lnTo>
                  <a:pt x="142" y="17"/>
                </a:lnTo>
                <a:lnTo>
                  <a:pt x="135" y="20"/>
                </a:lnTo>
                <a:lnTo>
                  <a:pt x="128" y="22"/>
                </a:lnTo>
                <a:lnTo>
                  <a:pt x="122" y="25"/>
                </a:lnTo>
                <a:lnTo>
                  <a:pt x="116" y="28"/>
                </a:lnTo>
                <a:lnTo>
                  <a:pt x="110" y="31"/>
                </a:lnTo>
                <a:lnTo>
                  <a:pt x="104" y="34"/>
                </a:lnTo>
                <a:lnTo>
                  <a:pt x="98" y="37"/>
                </a:lnTo>
                <a:lnTo>
                  <a:pt x="92" y="41"/>
                </a:lnTo>
                <a:lnTo>
                  <a:pt x="85" y="44"/>
                </a:lnTo>
                <a:lnTo>
                  <a:pt x="80" y="48"/>
                </a:lnTo>
                <a:lnTo>
                  <a:pt x="74" y="52"/>
                </a:lnTo>
                <a:lnTo>
                  <a:pt x="69" y="56"/>
                </a:lnTo>
                <a:lnTo>
                  <a:pt x="64" y="60"/>
                </a:lnTo>
                <a:lnTo>
                  <a:pt x="59" y="64"/>
                </a:lnTo>
                <a:lnTo>
                  <a:pt x="55" y="69"/>
                </a:lnTo>
                <a:lnTo>
                  <a:pt x="50" y="73"/>
                </a:lnTo>
                <a:lnTo>
                  <a:pt x="46" y="78"/>
                </a:lnTo>
                <a:lnTo>
                  <a:pt x="42" y="83"/>
                </a:lnTo>
                <a:lnTo>
                  <a:pt x="38" y="88"/>
                </a:lnTo>
                <a:lnTo>
                  <a:pt x="34" y="93"/>
                </a:lnTo>
                <a:lnTo>
                  <a:pt x="30" y="98"/>
                </a:lnTo>
                <a:lnTo>
                  <a:pt x="27" y="103"/>
                </a:lnTo>
                <a:lnTo>
                  <a:pt x="24" y="108"/>
                </a:lnTo>
                <a:lnTo>
                  <a:pt x="21" y="113"/>
                </a:lnTo>
                <a:lnTo>
                  <a:pt x="18" y="119"/>
                </a:lnTo>
                <a:lnTo>
                  <a:pt x="16" y="124"/>
                </a:lnTo>
                <a:lnTo>
                  <a:pt x="13" y="129"/>
                </a:lnTo>
                <a:lnTo>
                  <a:pt x="11" y="136"/>
                </a:lnTo>
                <a:lnTo>
                  <a:pt x="9" y="142"/>
                </a:lnTo>
                <a:lnTo>
                  <a:pt x="7" y="147"/>
                </a:lnTo>
                <a:lnTo>
                  <a:pt x="6" y="153"/>
                </a:lnTo>
                <a:lnTo>
                  <a:pt x="5" y="159"/>
                </a:lnTo>
                <a:lnTo>
                  <a:pt x="4" y="164"/>
                </a:lnTo>
                <a:lnTo>
                  <a:pt x="3" y="170"/>
                </a:lnTo>
                <a:lnTo>
                  <a:pt x="2" y="176"/>
                </a:lnTo>
                <a:lnTo>
                  <a:pt x="2" y="182"/>
                </a:lnTo>
                <a:lnTo>
                  <a:pt x="2" y="187"/>
                </a:lnTo>
                <a:lnTo>
                  <a:pt x="2" y="193"/>
                </a:lnTo>
                <a:lnTo>
                  <a:pt x="2" y="199"/>
                </a:lnTo>
                <a:lnTo>
                  <a:pt x="3" y="205"/>
                </a:lnTo>
                <a:lnTo>
                  <a:pt x="4" y="210"/>
                </a:lnTo>
                <a:lnTo>
                  <a:pt x="5" y="216"/>
                </a:lnTo>
                <a:lnTo>
                  <a:pt x="6" y="222"/>
                </a:lnTo>
                <a:lnTo>
                  <a:pt x="7" y="228"/>
                </a:lnTo>
                <a:lnTo>
                  <a:pt x="9" y="233"/>
                </a:lnTo>
                <a:lnTo>
                  <a:pt x="11" y="239"/>
                </a:lnTo>
                <a:lnTo>
                  <a:pt x="13" y="244"/>
                </a:lnTo>
                <a:lnTo>
                  <a:pt x="16" y="250"/>
                </a:lnTo>
                <a:lnTo>
                  <a:pt x="18" y="255"/>
                </a:lnTo>
                <a:lnTo>
                  <a:pt x="21" y="261"/>
                </a:lnTo>
                <a:lnTo>
                  <a:pt x="24" y="266"/>
                </a:lnTo>
                <a:lnTo>
                  <a:pt x="27" y="271"/>
                </a:lnTo>
                <a:lnTo>
                  <a:pt x="30" y="276"/>
                </a:lnTo>
                <a:lnTo>
                  <a:pt x="34" y="281"/>
                </a:lnTo>
                <a:lnTo>
                  <a:pt x="38" y="286"/>
                </a:lnTo>
                <a:lnTo>
                  <a:pt x="42" y="291"/>
                </a:lnTo>
                <a:lnTo>
                  <a:pt x="46" y="296"/>
                </a:lnTo>
                <a:lnTo>
                  <a:pt x="50" y="300"/>
                </a:lnTo>
                <a:lnTo>
                  <a:pt x="55" y="305"/>
                </a:lnTo>
                <a:lnTo>
                  <a:pt x="59" y="309"/>
                </a:lnTo>
                <a:lnTo>
                  <a:pt x="64" y="314"/>
                </a:lnTo>
                <a:lnTo>
                  <a:pt x="69" y="318"/>
                </a:lnTo>
                <a:lnTo>
                  <a:pt x="74" y="322"/>
                </a:lnTo>
                <a:lnTo>
                  <a:pt x="80" y="326"/>
                </a:lnTo>
                <a:lnTo>
                  <a:pt x="85" y="329"/>
                </a:lnTo>
                <a:lnTo>
                  <a:pt x="92" y="333"/>
                </a:lnTo>
                <a:lnTo>
                  <a:pt x="98" y="337"/>
                </a:lnTo>
                <a:lnTo>
                  <a:pt x="104" y="340"/>
                </a:lnTo>
                <a:lnTo>
                  <a:pt x="110" y="343"/>
                </a:lnTo>
                <a:lnTo>
                  <a:pt x="116" y="346"/>
                </a:lnTo>
                <a:lnTo>
                  <a:pt x="122" y="349"/>
                </a:lnTo>
                <a:lnTo>
                  <a:pt x="128" y="352"/>
                </a:lnTo>
                <a:lnTo>
                  <a:pt x="135" y="354"/>
                </a:lnTo>
                <a:lnTo>
                  <a:pt x="142" y="357"/>
                </a:lnTo>
                <a:lnTo>
                  <a:pt x="148" y="359"/>
                </a:lnTo>
                <a:lnTo>
                  <a:pt x="155" y="361"/>
                </a:lnTo>
                <a:lnTo>
                  <a:pt x="162" y="363"/>
                </a:lnTo>
                <a:lnTo>
                  <a:pt x="169" y="364"/>
                </a:lnTo>
                <a:lnTo>
                  <a:pt x="176" y="366"/>
                </a:lnTo>
                <a:lnTo>
                  <a:pt x="183" y="367"/>
                </a:lnTo>
                <a:lnTo>
                  <a:pt x="190" y="368"/>
                </a:lnTo>
                <a:lnTo>
                  <a:pt x="197" y="369"/>
                </a:lnTo>
                <a:lnTo>
                  <a:pt x="204" y="370"/>
                </a:lnTo>
                <a:lnTo>
                  <a:pt x="211" y="371"/>
                </a:lnTo>
                <a:lnTo>
                  <a:pt x="218" y="371"/>
                </a:lnTo>
                <a:lnTo>
                  <a:pt x="226" y="372"/>
                </a:lnTo>
                <a:lnTo>
                  <a:pt x="233" y="372"/>
                </a:lnTo>
                <a:lnTo>
                  <a:pt x="240" y="372"/>
                </a:lnTo>
                <a:lnTo>
                  <a:pt x="247" y="371"/>
                </a:lnTo>
                <a:lnTo>
                  <a:pt x="254" y="371"/>
                </a:lnTo>
                <a:lnTo>
                  <a:pt x="262" y="370"/>
                </a:lnTo>
                <a:lnTo>
                  <a:pt x="269" y="369"/>
                </a:lnTo>
                <a:lnTo>
                  <a:pt x="276" y="368"/>
                </a:lnTo>
                <a:lnTo>
                  <a:pt x="283" y="367"/>
                </a:lnTo>
                <a:lnTo>
                  <a:pt x="290" y="366"/>
                </a:lnTo>
                <a:lnTo>
                  <a:pt x="297" y="364"/>
                </a:lnTo>
                <a:lnTo>
                  <a:pt x="304" y="363"/>
                </a:lnTo>
                <a:lnTo>
                  <a:pt x="311" y="361"/>
                </a:lnTo>
                <a:lnTo>
                  <a:pt x="317" y="359"/>
                </a:lnTo>
                <a:lnTo>
                  <a:pt x="324" y="357"/>
                </a:lnTo>
                <a:lnTo>
                  <a:pt x="331" y="354"/>
                </a:lnTo>
                <a:lnTo>
                  <a:pt x="337" y="352"/>
                </a:lnTo>
                <a:lnTo>
                  <a:pt x="344" y="349"/>
                </a:lnTo>
                <a:lnTo>
                  <a:pt x="350" y="346"/>
                </a:lnTo>
                <a:lnTo>
                  <a:pt x="356" y="343"/>
                </a:lnTo>
                <a:lnTo>
                  <a:pt x="362" y="340"/>
                </a:lnTo>
                <a:lnTo>
                  <a:pt x="368" y="337"/>
                </a:lnTo>
                <a:lnTo>
                  <a:pt x="374" y="333"/>
                </a:lnTo>
                <a:lnTo>
                  <a:pt x="379" y="329"/>
                </a:lnTo>
                <a:lnTo>
                  <a:pt x="385" y="326"/>
                </a:lnTo>
                <a:lnTo>
                  <a:pt x="390" y="322"/>
                </a:lnTo>
                <a:lnTo>
                  <a:pt x="395" y="318"/>
                </a:lnTo>
                <a:lnTo>
                  <a:pt x="400" y="314"/>
                </a:lnTo>
                <a:lnTo>
                  <a:pt x="405" y="309"/>
                </a:lnTo>
                <a:lnTo>
                  <a:pt x="410" y="305"/>
                </a:lnTo>
                <a:lnTo>
                  <a:pt x="414" y="300"/>
                </a:lnTo>
                <a:lnTo>
                  <a:pt x="419" y="296"/>
                </a:lnTo>
                <a:lnTo>
                  <a:pt x="423" y="291"/>
                </a:lnTo>
                <a:lnTo>
                  <a:pt x="427" y="286"/>
                </a:lnTo>
                <a:lnTo>
                  <a:pt x="431" y="281"/>
                </a:lnTo>
                <a:lnTo>
                  <a:pt x="434" y="276"/>
                </a:lnTo>
                <a:lnTo>
                  <a:pt x="438" y="271"/>
                </a:lnTo>
                <a:lnTo>
                  <a:pt x="441" y="266"/>
                </a:lnTo>
                <a:lnTo>
                  <a:pt x="444" y="261"/>
                </a:lnTo>
                <a:lnTo>
                  <a:pt x="447" y="255"/>
                </a:lnTo>
                <a:lnTo>
                  <a:pt x="449" y="250"/>
                </a:lnTo>
                <a:lnTo>
                  <a:pt x="451" y="244"/>
                </a:lnTo>
                <a:lnTo>
                  <a:pt x="454" y="239"/>
                </a:lnTo>
                <a:lnTo>
                  <a:pt x="455" y="233"/>
                </a:lnTo>
                <a:lnTo>
                  <a:pt x="457" y="228"/>
                </a:lnTo>
                <a:lnTo>
                  <a:pt x="459" y="222"/>
                </a:lnTo>
                <a:lnTo>
                  <a:pt x="460" y="216"/>
                </a:lnTo>
                <a:lnTo>
                  <a:pt x="461" y="210"/>
                </a:lnTo>
                <a:lnTo>
                  <a:pt x="462" y="205"/>
                </a:lnTo>
                <a:lnTo>
                  <a:pt x="462" y="199"/>
                </a:lnTo>
                <a:lnTo>
                  <a:pt x="463" y="193"/>
                </a:lnTo>
                <a:lnTo>
                  <a:pt x="463" y="187"/>
                </a:lnTo>
                <a:moveTo>
                  <a:pt x="465" y="187"/>
                </a:moveTo>
                <a:lnTo>
                  <a:pt x="465" y="193"/>
                </a:lnTo>
                <a:lnTo>
                  <a:pt x="464" y="199"/>
                </a:lnTo>
                <a:lnTo>
                  <a:pt x="464" y="205"/>
                </a:lnTo>
                <a:lnTo>
                  <a:pt x="463" y="211"/>
                </a:lnTo>
                <a:lnTo>
                  <a:pt x="462" y="217"/>
                </a:lnTo>
                <a:lnTo>
                  <a:pt x="461" y="222"/>
                </a:lnTo>
                <a:lnTo>
                  <a:pt x="459" y="228"/>
                </a:lnTo>
                <a:lnTo>
                  <a:pt x="458" y="234"/>
                </a:lnTo>
                <a:lnTo>
                  <a:pt x="456" y="239"/>
                </a:lnTo>
                <a:lnTo>
                  <a:pt x="454" y="245"/>
                </a:lnTo>
                <a:lnTo>
                  <a:pt x="451" y="250"/>
                </a:lnTo>
                <a:lnTo>
                  <a:pt x="449" y="256"/>
                </a:lnTo>
                <a:lnTo>
                  <a:pt x="446" y="261"/>
                </a:lnTo>
                <a:lnTo>
                  <a:pt x="443" y="267"/>
                </a:lnTo>
                <a:lnTo>
                  <a:pt x="440" y="272"/>
                </a:lnTo>
                <a:lnTo>
                  <a:pt x="436" y="277"/>
                </a:lnTo>
                <a:lnTo>
                  <a:pt x="433" y="282"/>
                </a:lnTo>
                <a:lnTo>
                  <a:pt x="429" y="287"/>
                </a:lnTo>
                <a:lnTo>
                  <a:pt x="425" y="292"/>
                </a:lnTo>
                <a:lnTo>
                  <a:pt x="421" y="297"/>
                </a:lnTo>
                <a:lnTo>
                  <a:pt x="416" y="302"/>
                </a:lnTo>
                <a:lnTo>
                  <a:pt x="412" y="306"/>
                </a:lnTo>
                <a:lnTo>
                  <a:pt x="407" y="311"/>
                </a:lnTo>
                <a:lnTo>
                  <a:pt x="402" y="315"/>
                </a:lnTo>
                <a:lnTo>
                  <a:pt x="397" y="319"/>
                </a:lnTo>
                <a:lnTo>
                  <a:pt x="392" y="323"/>
                </a:lnTo>
                <a:lnTo>
                  <a:pt x="386" y="327"/>
                </a:lnTo>
                <a:lnTo>
                  <a:pt x="381" y="331"/>
                </a:lnTo>
                <a:lnTo>
                  <a:pt x="375" y="335"/>
                </a:lnTo>
                <a:lnTo>
                  <a:pt x="369" y="338"/>
                </a:lnTo>
                <a:lnTo>
                  <a:pt x="363" y="341"/>
                </a:lnTo>
                <a:lnTo>
                  <a:pt x="357" y="345"/>
                </a:lnTo>
                <a:lnTo>
                  <a:pt x="351" y="348"/>
                </a:lnTo>
                <a:lnTo>
                  <a:pt x="345" y="351"/>
                </a:lnTo>
                <a:lnTo>
                  <a:pt x="338" y="353"/>
                </a:lnTo>
                <a:lnTo>
                  <a:pt x="332" y="356"/>
                </a:lnTo>
                <a:lnTo>
                  <a:pt x="325" y="358"/>
                </a:lnTo>
                <a:lnTo>
                  <a:pt x="318" y="361"/>
                </a:lnTo>
                <a:lnTo>
                  <a:pt x="311" y="363"/>
                </a:lnTo>
                <a:lnTo>
                  <a:pt x="305" y="364"/>
                </a:lnTo>
                <a:lnTo>
                  <a:pt x="298" y="366"/>
                </a:lnTo>
                <a:lnTo>
                  <a:pt x="291" y="368"/>
                </a:lnTo>
                <a:lnTo>
                  <a:pt x="283" y="369"/>
                </a:lnTo>
                <a:lnTo>
                  <a:pt x="276" y="370"/>
                </a:lnTo>
                <a:lnTo>
                  <a:pt x="269" y="371"/>
                </a:lnTo>
                <a:lnTo>
                  <a:pt x="262" y="372"/>
                </a:lnTo>
                <a:lnTo>
                  <a:pt x="255" y="373"/>
                </a:lnTo>
                <a:lnTo>
                  <a:pt x="247" y="373"/>
                </a:lnTo>
                <a:lnTo>
                  <a:pt x="240" y="374"/>
                </a:lnTo>
                <a:lnTo>
                  <a:pt x="233" y="374"/>
                </a:lnTo>
                <a:lnTo>
                  <a:pt x="226" y="374"/>
                </a:lnTo>
                <a:lnTo>
                  <a:pt x="218" y="373"/>
                </a:lnTo>
                <a:lnTo>
                  <a:pt x="211" y="373"/>
                </a:lnTo>
                <a:lnTo>
                  <a:pt x="204" y="372"/>
                </a:lnTo>
                <a:lnTo>
                  <a:pt x="196" y="371"/>
                </a:lnTo>
                <a:lnTo>
                  <a:pt x="189" y="370"/>
                </a:lnTo>
                <a:lnTo>
                  <a:pt x="182" y="369"/>
                </a:lnTo>
                <a:lnTo>
                  <a:pt x="175" y="368"/>
                </a:lnTo>
                <a:lnTo>
                  <a:pt x="168" y="366"/>
                </a:lnTo>
                <a:lnTo>
                  <a:pt x="161" y="364"/>
                </a:lnTo>
                <a:lnTo>
                  <a:pt x="154" y="363"/>
                </a:lnTo>
                <a:lnTo>
                  <a:pt x="147" y="361"/>
                </a:lnTo>
                <a:lnTo>
                  <a:pt x="141" y="358"/>
                </a:lnTo>
                <a:lnTo>
                  <a:pt x="134" y="356"/>
                </a:lnTo>
                <a:lnTo>
                  <a:pt x="127" y="353"/>
                </a:lnTo>
                <a:lnTo>
                  <a:pt x="121" y="351"/>
                </a:lnTo>
                <a:lnTo>
                  <a:pt x="115" y="348"/>
                </a:lnTo>
                <a:lnTo>
                  <a:pt x="108" y="345"/>
                </a:lnTo>
                <a:lnTo>
                  <a:pt x="102" y="341"/>
                </a:lnTo>
                <a:lnTo>
                  <a:pt x="96" y="338"/>
                </a:lnTo>
                <a:lnTo>
                  <a:pt x="91" y="335"/>
                </a:lnTo>
                <a:lnTo>
                  <a:pt x="84" y="331"/>
                </a:lnTo>
                <a:lnTo>
                  <a:pt x="78" y="327"/>
                </a:lnTo>
                <a:lnTo>
                  <a:pt x="73" y="323"/>
                </a:lnTo>
                <a:lnTo>
                  <a:pt x="68" y="319"/>
                </a:lnTo>
                <a:lnTo>
                  <a:pt x="63" y="315"/>
                </a:lnTo>
                <a:lnTo>
                  <a:pt x="58" y="311"/>
                </a:lnTo>
                <a:lnTo>
                  <a:pt x="53" y="306"/>
                </a:lnTo>
                <a:lnTo>
                  <a:pt x="48" y="302"/>
                </a:lnTo>
                <a:lnTo>
                  <a:pt x="44" y="297"/>
                </a:lnTo>
                <a:lnTo>
                  <a:pt x="40" y="292"/>
                </a:lnTo>
                <a:lnTo>
                  <a:pt x="36" y="287"/>
                </a:lnTo>
                <a:lnTo>
                  <a:pt x="32" y="282"/>
                </a:lnTo>
                <a:lnTo>
                  <a:pt x="28" y="277"/>
                </a:lnTo>
                <a:lnTo>
                  <a:pt x="25" y="272"/>
                </a:lnTo>
                <a:lnTo>
                  <a:pt x="22" y="267"/>
                </a:lnTo>
                <a:lnTo>
                  <a:pt x="19" y="261"/>
                </a:lnTo>
                <a:lnTo>
                  <a:pt x="16" y="256"/>
                </a:lnTo>
                <a:lnTo>
                  <a:pt x="13" y="250"/>
                </a:lnTo>
                <a:lnTo>
                  <a:pt x="11" y="245"/>
                </a:lnTo>
                <a:lnTo>
                  <a:pt x="9" y="239"/>
                </a:lnTo>
                <a:lnTo>
                  <a:pt x="7" y="234"/>
                </a:lnTo>
                <a:lnTo>
                  <a:pt x="5" y="228"/>
                </a:lnTo>
                <a:lnTo>
                  <a:pt x="4" y="222"/>
                </a:lnTo>
                <a:lnTo>
                  <a:pt x="3" y="217"/>
                </a:lnTo>
                <a:lnTo>
                  <a:pt x="1" y="211"/>
                </a:lnTo>
                <a:lnTo>
                  <a:pt x="1" y="205"/>
                </a:lnTo>
                <a:lnTo>
                  <a:pt x="0" y="199"/>
                </a:lnTo>
                <a:lnTo>
                  <a:pt x="0" y="193"/>
                </a:lnTo>
                <a:lnTo>
                  <a:pt x="0" y="187"/>
                </a:lnTo>
                <a:lnTo>
                  <a:pt x="0" y="182"/>
                </a:lnTo>
                <a:lnTo>
                  <a:pt x="0" y="176"/>
                </a:lnTo>
                <a:lnTo>
                  <a:pt x="1" y="170"/>
                </a:lnTo>
                <a:lnTo>
                  <a:pt x="1" y="164"/>
                </a:lnTo>
                <a:lnTo>
                  <a:pt x="3" y="158"/>
                </a:lnTo>
                <a:lnTo>
                  <a:pt x="4" y="152"/>
                </a:lnTo>
                <a:lnTo>
                  <a:pt x="5" y="147"/>
                </a:lnTo>
                <a:lnTo>
                  <a:pt x="7" y="141"/>
                </a:lnTo>
                <a:lnTo>
                  <a:pt x="9" y="135"/>
                </a:lnTo>
                <a:lnTo>
                  <a:pt x="11" y="129"/>
                </a:lnTo>
                <a:lnTo>
                  <a:pt x="13" y="123"/>
                </a:lnTo>
                <a:lnTo>
                  <a:pt x="16" y="118"/>
                </a:lnTo>
                <a:lnTo>
                  <a:pt x="19" y="112"/>
                </a:lnTo>
                <a:lnTo>
                  <a:pt x="22" y="107"/>
                </a:lnTo>
                <a:lnTo>
                  <a:pt x="25" y="102"/>
                </a:lnTo>
                <a:lnTo>
                  <a:pt x="28" y="97"/>
                </a:lnTo>
                <a:lnTo>
                  <a:pt x="32" y="92"/>
                </a:lnTo>
                <a:lnTo>
                  <a:pt x="36" y="87"/>
                </a:lnTo>
                <a:lnTo>
                  <a:pt x="40" y="82"/>
                </a:lnTo>
                <a:lnTo>
                  <a:pt x="44" y="77"/>
                </a:lnTo>
                <a:lnTo>
                  <a:pt x="48" y="72"/>
                </a:lnTo>
                <a:lnTo>
                  <a:pt x="53" y="68"/>
                </a:lnTo>
                <a:lnTo>
                  <a:pt x="58" y="63"/>
                </a:lnTo>
                <a:lnTo>
                  <a:pt x="63" y="59"/>
                </a:lnTo>
                <a:lnTo>
                  <a:pt x="68" y="55"/>
                </a:lnTo>
                <a:lnTo>
                  <a:pt x="73" y="51"/>
                </a:lnTo>
                <a:lnTo>
                  <a:pt x="78" y="47"/>
                </a:lnTo>
                <a:lnTo>
                  <a:pt x="84" y="43"/>
                </a:lnTo>
                <a:lnTo>
                  <a:pt x="91" y="39"/>
                </a:lnTo>
                <a:lnTo>
                  <a:pt x="96" y="36"/>
                </a:lnTo>
                <a:lnTo>
                  <a:pt x="102" y="32"/>
                </a:lnTo>
                <a:lnTo>
                  <a:pt x="108" y="29"/>
                </a:lnTo>
                <a:lnTo>
                  <a:pt x="115" y="26"/>
                </a:lnTo>
                <a:lnTo>
                  <a:pt x="121" y="23"/>
                </a:lnTo>
                <a:lnTo>
                  <a:pt x="127" y="20"/>
                </a:lnTo>
                <a:lnTo>
                  <a:pt x="134" y="18"/>
                </a:lnTo>
                <a:lnTo>
                  <a:pt x="141" y="15"/>
                </a:lnTo>
                <a:lnTo>
                  <a:pt x="147" y="13"/>
                </a:lnTo>
                <a:lnTo>
                  <a:pt x="154" y="11"/>
                </a:lnTo>
                <a:lnTo>
                  <a:pt x="161" y="9"/>
                </a:lnTo>
                <a:lnTo>
                  <a:pt x="168" y="8"/>
                </a:lnTo>
                <a:lnTo>
                  <a:pt x="175" y="6"/>
                </a:lnTo>
                <a:lnTo>
                  <a:pt x="182" y="5"/>
                </a:lnTo>
                <a:lnTo>
                  <a:pt x="189" y="3"/>
                </a:lnTo>
                <a:lnTo>
                  <a:pt x="196" y="2"/>
                </a:lnTo>
                <a:lnTo>
                  <a:pt x="204" y="2"/>
                </a:lnTo>
                <a:lnTo>
                  <a:pt x="211" y="1"/>
                </a:lnTo>
                <a:lnTo>
                  <a:pt x="218" y="1"/>
                </a:lnTo>
                <a:lnTo>
                  <a:pt x="226" y="0"/>
                </a:lnTo>
                <a:lnTo>
                  <a:pt x="233" y="0"/>
                </a:lnTo>
                <a:lnTo>
                  <a:pt x="240" y="0"/>
                </a:lnTo>
                <a:lnTo>
                  <a:pt x="247" y="1"/>
                </a:lnTo>
                <a:lnTo>
                  <a:pt x="255" y="1"/>
                </a:lnTo>
                <a:lnTo>
                  <a:pt x="262" y="2"/>
                </a:lnTo>
                <a:lnTo>
                  <a:pt x="269" y="2"/>
                </a:lnTo>
                <a:lnTo>
                  <a:pt x="276" y="3"/>
                </a:lnTo>
                <a:lnTo>
                  <a:pt x="283" y="5"/>
                </a:lnTo>
                <a:lnTo>
                  <a:pt x="291" y="6"/>
                </a:lnTo>
                <a:lnTo>
                  <a:pt x="298" y="8"/>
                </a:lnTo>
                <a:lnTo>
                  <a:pt x="305" y="9"/>
                </a:lnTo>
                <a:lnTo>
                  <a:pt x="311" y="11"/>
                </a:lnTo>
                <a:lnTo>
                  <a:pt x="318" y="13"/>
                </a:lnTo>
                <a:lnTo>
                  <a:pt x="325" y="15"/>
                </a:lnTo>
                <a:lnTo>
                  <a:pt x="332" y="18"/>
                </a:lnTo>
                <a:lnTo>
                  <a:pt x="338" y="20"/>
                </a:lnTo>
                <a:lnTo>
                  <a:pt x="345" y="23"/>
                </a:lnTo>
                <a:lnTo>
                  <a:pt x="351" y="26"/>
                </a:lnTo>
                <a:lnTo>
                  <a:pt x="357" y="29"/>
                </a:lnTo>
                <a:lnTo>
                  <a:pt x="363" y="32"/>
                </a:lnTo>
                <a:lnTo>
                  <a:pt x="369" y="36"/>
                </a:lnTo>
                <a:lnTo>
                  <a:pt x="375" y="39"/>
                </a:lnTo>
                <a:lnTo>
                  <a:pt x="381" y="43"/>
                </a:lnTo>
                <a:lnTo>
                  <a:pt x="386" y="47"/>
                </a:lnTo>
                <a:lnTo>
                  <a:pt x="392" y="51"/>
                </a:lnTo>
                <a:lnTo>
                  <a:pt x="397" y="55"/>
                </a:lnTo>
                <a:lnTo>
                  <a:pt x="402" y="59"/>
                </a:lnTo>
                <a:lnTo>
                  <a:pt x="407" y="63"/>
                </a:lnTo>
                <a:lnTo>
                  <a:pt x="412" y="68"/>
                </a:lnTo>
                <a:lnTo>
                  <a:pt x="416" y="72"/>
                </a:lnTo>
                <a:lnTo>
                  <a:pt x="421" y="77"/>
                </a:lnTo>
                <a:lnTo>
                  <a:pt x="425" y="82"/>
                </a:lnTo>
                <a:lnTo>
                  <a:pt x="429" y="87"/>
                </a:lnTo>
                <a:lnTo>
                  <a:pt x="433" y="92"/>
                </a:lnTo>
                <a:lnTo>
                  <a:pt x="436" y="97"/>
                </a:lnTo>
                <a:lnTo>
                  <a:pt x="440" y="102"/>
                </a:lnTo>
                <a:lnTo>
                  <a:pt x="443" y="107"/>
                </a:lnTo>
                <a:lnTo>
                  <a:pt x="446" y="112"/>
                </a:lnTo>
                <a:lnTo>
                  <a:pt x="449" y="118"/>
                </a:lnTo>
                <a:lnTo>
                  <a:pt x="451" y="123"/>
                </a:lnTo>
                <a:lnTo>
                  <a:pt x="454" y="129"/>
                </a:lnTo>
                <a:lnTo>
                  <a:pt x="456" y="135"/>
                </a:lnTo>
                <a:lnTo>
                  <a:pt x="458" y="141"/>
                </a:lnTo>
                <a:lnTo>
                  <a:pt x="459" y="147"/>
                </a:lnTo>
                <a:lnTo>
                  <a:pt x="461" y="152"/>
                </a:lnTo>
                <a:lnTo>
                  <a:pt x="462" y="158"/>
                </a:lnTo>
                <a:lnTo>
                  <a:pt x="463" y="164"/>
                </a:lnTo>
                <a:lnTo>
                  <a:pt x="464" y="170"/>
                </a:lnTo>
                <a:lnTo>
                  <a:pt x="464" y="176"/>
                </a:lnTo>
                <a:lnTo>
                  <a:pt x="465" y="182"/>
                </a:lnTo>
                <a:lnTo>
                  <a:pt x="465" y="187"/>
                </a:lnTo>
                <a:close/>
              </a:path>
            </a:pathLst>
          </a:custGeom>
          <a:solidFill>
            <a:srgbClr val="ffe4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1" name=""/>
          <p:cNvSpPr/>
          <p:nvPr/>
        </p:nvSpPr>
        <p:spPr>
          <a:xfrm>
            <a:off x="4894200" y="1760040"/>
            <a:ext cx="169200" cy="135720"/>
          </a:xfrm>
          <a:custGeom>
            <a:avLst/>
            <a:gdLst/>
            <a:ahLst/>
            <a:rect l="0" t="0" r="r" b="b"/>
            <a:pathLst>
              <a:path w="470" h="377">
                <a:moveTo>
                  <a:pt x="468" y="189"/>
                </a:moveTo>
                <a:lnTo>
                  <a:pt x="468" y="183"/>
                </a:lnTo>
                <a:lnTo>
                  <a:pt x="467" y="177"/>
                </a:lnTo>
                <a:lnTo>
                  <a:pt x="467" y="171"/>
                </a:lnTo>
                <a:lnTo>
                  <a:pt x="466" y="165"/>
                </a:lnTo>
                <a:lnTo>
                  <a:pt x="465" y="159"/>
                </a:lnTo>
                <a:lnTo>
                  <a:pt x="464" y="153"/>
                </a:lnTo>
                <a:lnTo>
                  <a:pt x="462" y="148"/>
                </a:lnTo>
                <a:lnTo>
                  <a:pt x="461" y="142"/>
                </a:lnTo>
                <a:lnTo>
                  <a:pt x="459" y="136"/>
                </a:lnTo>
                <a:lnTo>
                  <a:pt x="457" y="131"/>
                </a:lnTo>
                <a:lnTo>
                  <a:pt x="454" y="125"/>
                </a:lnTo>
                <a:lnTo>
                  <a:pt x="452" y="120"/>
                </a:lnTo>
                <a:lnTo>
                  <a:pt x="449" y="114"/>
                </a:lnTo>
                <a:lnTo>
                  <a:pt x="446" y="109"/>
                </a:lnTo>
                <a:lnTo>
                  <a:pt x="443" y="104"/>
                </a:lnTo>
                <a:lnTo>
                  <a:pt x="439" y="99"/>
                </a:lnTo>
                <a:lnTo>
                  <a:pt x="436" y="94"/>
                </a:lnTo>
                <a:lnTo>
                  <a:pt x="432" y="89"/>
                </a:lnTo>
                <a:lnTo>
                  <a:pt x="428" y="84"/>
                </a:lnTo>
                <a:lnTo>
                  <a:pt x="424" y="79"/>
                </a:lnTo>
                <a:lnTo>
                  <a:pt x="419" y="74"/>
                </a:lnTo>
                <a:lnTo>
                  <a:pt x="415" y="70"/>
                </a:lnTo>
                <a:lnTo>
                  <a:pt x="410" y="65"/>
                </a:lnTo>
                <a:lnTo>
                  <a:pt x="405" y="61"/>
                </a:lnTo>
                <a:lnTo>
                  <a:pt x="400" y="57"/>
                </a:lnTo>
                <a:lnTo>
                  <a:pt x="395" y="53"/>
                </a:lnTo>
                <a:lnTo>
                  <a:pt x="389" y="49"/>
                </a:lnTo>
                <a:lnTo>
                  <a:pt x="384" y="45"/>
                </a:lnTo>
                <a:lnTo>
                  <a:pt x="378" y="41"/>
                </a:lnTo>
                <a:lnTo>
                  <a:pt x="372" y="38"/>
                </a:lnTo>
                <a:lnTo>
                  <a:pt x="366" y="34"/>
                </a:lnTo>
                <a:lnTo>
                  <a:pt x="360" y="31"/>
                </a:lnTo>
                <a:lnTo>
                  <a:pt x="354" y="28"/>
                </a:lnTo>
                <a:lnTo>
                  <a:pt x="348" y="25"/>
                </a:lnTo>
                <a:lnTo>
                  <a:pt x="341" y="22"/>
                </a:lnTo>
                <a:lnTo>
                  <a:pt x="335" y="20"/>
                </a:lnTo>
                <a:lnTo>
                  <a:pt x="328" y="17"/>
                </a:lnTo>
                <a:lnTo>
                  <a:pt x="321" y="15"/>
                </a:lnTo>
                <a:lnTo>
                  <a:pt x="314" y="13"/>
                </a:lnTo>
                <a:lnTo>
                  <a:pt x="308" y="11"/>
                </a:lnTo>
                <a:lnTo>
                  <a:pt x="301" y="10"/>
                </a:lnTo>
                <a:lnTo>
                  <a:pt x="294" y="8"/>
                </a:lnTo>
                <a:lnTo>
                  <a:pt x="286" y="7"/>
                </a:lnTo>
                <a:lnTo>
                  <a:pt x="279" y="5"/>
                </a:lnTo>
                <a:lnTo>
                  <a:pt x="272" y="4"/>
                </a:lnTo>
                <a:lnTo>
                  <a:pt x="265" y="4"/>
                </a:lnTo>
                <a:lnTo>
                  <a:pt x="258" y="3"/>
                </a:lnTo>
                <a:lnTo>
                  <a:pt x="250" y="3"/>
                </a:lnTo>
                <a:lnTo>
                  <a:pt x="243" y="2"/>
                </a:lnTo>
                <a:lnTo>
                  <a:pt x="236" y="2"/>
                </a:lnTo>
                <a:lnTo>
                  <a:pt x="229" y="2"/>
                </a:lnTo>
                <a:lnTo>
                  <a:pt x="221" y="3"/>
                </a:lnTo>
                <a:lnTo>
                  <a:pt x="214" y="3"/>
                </a:lnTo>
                <a:lnTo>
                  <a:pt x="206" y="4"/>
                </a:lnTo>
                <a:lnTo>
                  <a:pt x="198" y="4"/>
                </a:lnTo>
                <a:lnTo>
                  <a:pt x="191" y="5"/>
                </a:lnTo>
                <a:lnTo>
                  <a:pt x="184" y="7"/>
                </a:lnTo>
                <a:lnTo>
                  <a:pt x="177" y="8"/>
                </a:lnTo>
                <a:lnTo>
                  <a:pt x="170" y="10"/>
                </a:lnTo>
                <a:lnTo>
                  <a:pt x="163" y="11"/>
                </a:lnTo>
                <a:lnTo>
                  <a:pt x="156" y="13"/>
                </a:lnTo>
                <a:lnTo>
                  <a:pt x="149" y="15"/>
                </a:lnTo>
                <a:lnTo>
                  <a:pt x="143" y="17"/>
                </a:lnTo>
                <a:lnTo>
                  <a:pt x="136" y="20"/>
                </a:lnTo>
                <a:lnTo>
                  <a:pt x="129" y="22"/>
                </a:lnTo>
                <a:lnTo>
                  <a:pt x="123" y="25"/>
                </a:lnTo>
                <a:lnTo>
                  <a:pt x="117" y="28"/>
                </a:lnTo>
                <a:lnTo>
                  <a:pt x="110" y="31"/>
                </a:lnTo>
                <a:lnTo>
                  <a:pt x="104" y="34"/>
                </a:lnTo>
                <a:lnTo>
                  <a:pt x="98" y="38"/>
                </a:lnTo>
                <a:lnTo>
                  <a:pt x="93" y="41"/>
                </a:lnTo>
                <a:lnTo>
                  <a:pt x="87" y="45"/>
                </a:lnTo>
                <a:lnTo>
                  <a:pt x="81" y="49"/>
                </a:lnTo>
                <a:lnTo>
                  <a:pt x="76" y="53"/>
                </a:lnTo>
                <a:lnTo>
                  <a:pt x="71" y="57"/>
                </a:lnTo>
                <a:lnTo>
                  <a:pt x="66" y="61"/>
                </a:lnTo>
                <a:lnTo>
                  <a:pt x="61" y="65"/>
                </a:lnTo>
                <a:lnTo>
                  <a:pt x="56" y="70"/>
                </a:lnTo>
                <a:lnTo>
                  <a:pt x="51" y="74"/>
                </a:lnTo>
                <a:lnTo>
                  <a:pt x="47" y="79"/>
                </a:lnTo>
                <a:lnTo>
                  <a:pt x="43" y="84"/>
                </a:lnTo>
                <a:lnTo>
                  <a:pt x="39" y="89"/>
                </a:lnTo>
                <a:lnTo>
                  <a:pt x="35" y="94"/>
                </a:lnTo>
                <a:lnTo>
                  <a:pt x="31" y="99"/>
                </a:lnTo>
                <a:lnTo>
                  <a:pt x="28" y="104"/>
                </a:lnTo>
                <a:lnTo>
                  <a:pt x="25" y="109"/>
                </a:lnTo>
                <a:lnTo>
                  <a:pt x="22" y="114"/>
                </a:lnTo>
                <a:lnTo>
                  <a:pt x="19" y="120"/>
                </a:lnTo>
                <a:lnTo>
                  <a:pt x="16" y="125"/>
                </a:lnTo>
                <a:lnTo>
                  <a:pt x="14" y="131"/>
                </a:lnTo>
                <a:lnTo>
                  <a:pt x="12" y="136"/>
                </a:lnTo>
                <a:lnTo>
                  <a:pt x="10" y="142"/>
                </a:lnTo>
                <a:lnTo>
                  <a:pt x="8" y="148"/>
                </a:lnTo>
                <a:lnTo>
                  <a:pt x="7" y="153"/>
                </a:lnTo>
                <a:lnTo>
                  <a:pt x="6" y="159"/>
                </a:lnTo>
                <a:lnTo>
                  <a:pt x="4" y="165"/>
                </a:lnTo>
                <a:lnTo>
                  <a:pt x="4" y="171"/>
                </a:lnTo>
                <a:lnTo>
                  <a:pt x="3" y="177"/>
                </a:lnTo>
                <a:lnTo>
                  <a:pt x="3" y="183"/>
                </a:lnTo>
                <a:lnTo>
                  <a:pt x="3" y="189"/>
                </a:lnTo>
                <a:lnTo>
                  <a:pt x="3" y="195"/>
                </a:lnTo>
                <a:lnTo>
                  <a:pt x="3" y="201"/>
                </a:lnTo>
                <a:lnTo>
                  <a:pt x="4" y="207"/>
                </a:lnTo>
                <a:lnTo>
                  <a:pt x="4" y="213"/>
                </a:lnTo>
                <a:lnTo>
                  <a:pt x="6" y="219"/>
                </a:lnTo>
                <a:lnTo>
                  <a:pt x="7" y="224"/>
                </a:lnTo>
                <a:lnTo>
                  <a:pt x="8" y="230"/>
                </a:lnTo>
                <a:lnTo>
                  <a:pt x="10" y="236"/>
                </a:lnTo>
                <a:lnTo>
                  <a:pt x="12" y="241"/>
                </a:lnTo>
                <a:lnTo>
                  <a:pt x="14" y="247"/>
                </a:lnTo>
                <a:lnTo>
                  <a:pt x="16" y="252"/>
                </a:lnTo>
                <a:lnTo>
                  <a:pt x="19" y="258"/>
                </a:lnTo>
                <a:lnTo>
                  <a:pt x="22" y="263"/>
                </a:lnTo>
                <a:lnTo>
                  <a:pt x="25" y="269"/>
                </a:lnTo>
                <a:lnTo>
                  <a:pt x="28" y="274"/>
                </a:lnTo>
                <a:lnTo>
                  <a:pt x="31" y="279"/>
                </a:lnTo>
                <a:lnTo>
                  <a:pt x="35" y="284"/>
                </a:lnTo>
                <a:lnTo>
                  <a:pt x="39" y="289"/>
                </a:lnTo>
                <a:lnTo>
                  <a:pt x="43" y="294"/>
                </a:lnTo>
                <a:lnTo>
                  <a:pt x="47" y="299"/>
                </a:lnTo>
                <a:lnTo>
                  <a:pt x="51" y="304"/>
                </a:lnTo>
                <a:lnTo>
                  <a:pt x="56" y="308"/>
                </a:lnTo>
                <a:lnTo>
                  <a:pt x="61" y="313"/>
                </a:lnTo>
                <a:lnTo>
                  <a:pt x="66" y="317"/>
                </a:lnTo>
                <a:lnTo>
                  <a:pt x="71" y="321"/>
                </a:lnTo>
                <a:lnTo>
                  <a:pt x="76" y="325"/>
                </a:lnTo>
                <a:lnTo>
                  <a:pt x="81" y="329"/>
                </a:lnTo>
                <a:lnTo>
                  <a:pt x="87" y="333"/>
                </a:lnTo>
                <a:lnTo>
                  <a:pt x="93" y="337"/>
                </a:lnTo>
                <a:lnTo>
                  <a:pt x="98" y="340"/>
                </a:lnTo>
                <a:lnTo>
                  <a:pt x="104" y="343"/>
                </a:lnTo>
                <a:lnTo>
                  <a:pt x="110" y="347"/>
                </a:lnTo>
                <a:lnTo>
                  <a:pt x="117" y="350"/>
                </a:lnTo>
                <a:lnTo>
                  <a:pt x="123" y="353"/>
                </a:lnTo>
                <a:lnTo>
                  <a:pt x="129" y="355"/>
                </a:lnTo>
                <a:lnTo>
                  <a:pt x="136" y="358"/>
                </a:lnTo>
                <a:lnTo>
                  <a:pt x="143" y="360"/>
                </a:lnTo>
                <a:lnTo>
                  <a:pt x="149" y="363"/>
                </a:lnTo>
                <a:lnTo>
                  <a:pt x="156" y="365"/>
                </a:lnTo>
                <a:lnTo>
                  <a:pt x="163" y="366"/>
                </a:lnTo>
                <a:lnTo>
                  <a:pt x="170" y="368"/>
                </a:lnTo>
                <a:lnTo>
                  <a:pt x="177" y="370"/>
                </a:lnTo>
                <a:lnTo>
                  <a:pt x="184" y="371"/>
                </a:lnTo>
                <a:lnTo>
                  <a:pt x="191" y="372"/>
                </a:lnTo>
                <a:lnTo>
                  <a:pt x="198" y="373"/>
                </a:lnTo>
                <a:lnTo>
                  <a:pt x="206" y="374"/>
                </a:lnTo>
                <a:lnTo>
                  <a:pt x="214" y="375"/>
                </a:lnTo>
                <a:lnTo>
                  <a:pt x="221" y="375"/>
                </a:lnTo>
                <a:lnTo>
                  <a:pt x="229" y="376"/>
                </a:lnTo>
                <a:lnTo>
                  <a:pt x="236" y="376"/>
                </a:lnTo>
                <a:lnTo>
                  <a:pt x="243" y="376"/>
                </a:lnTo>
                <a:lnTo>
                  <a:pt x="250" y="375"/>
                </a:lnTo>
                <a:lnTo>
                  <a:pt x="258" y="375"/>
                </a:lnTo>
                <a:lnTo>
                  <a:pt x="265" y="374"/>
                </a:lnTo>
                <a:lnTo>
                  <a:pt x="272" y="373"/>
                </a:lnTo>
                <a:lnTo>
                  <a:pt x="279" y="372"/>
                </a:lnTo>
                <a:lnTo>
                  <a:pt x="286" y="371"/>
                </a:lnTo>
                <a:lnTo>
                  <a:pt x="294" y="370"/>
                </a:lnTo>
                <a:lnTo>
                  <a:pt x="301" y="368"/>
                </a:lnTo>
                <a:lnTo>
                  <a:pt x="308" y="366"/>
                </a:lnTo>
                <a:lnTo>
                  <a:pt x="314" y="365"/>
                </a:lnTo>
                <a:lnTo>
                  <a:pt x="321" y="363"/>
                </a:lnTo>
                <a:lnTo>
                  <a:pt x="328" y="360"/>
                </a:lnTo>
                <a:lnTo>
                  <a:pt x="335" y="358"/>
                </a:lnTo>
                <a:lnTo>
                  <a:pt x="341" y="355"/>
                </a:lnTo>
                <a:lnTo>
                  <a:pt x="348" y="353"/>
                </a:lnTo>
                <a:lnTo>
                  <a:pt x="354" y="350"/>
                </a:lnTo>
                <a:lnTo>
                  <a:pt x="360" y="347"/>
                </a:lnTo>
                <a:lnTo>
                  <a:pt x="366" y="343"/>
                </a:lnTo>
                <a:lnTo>
                  <a:pt x="372" y="340"/>
                </a:lnTo>
                <a:lnTo>
                  <a:pt x="378" y="337"/>
                </a:lnTo>
                <a:lnTo>
                  <a:pt x="384" y="333"/>
                </a:lnTo>
                <a:lnTo>
                  <a:pt x="389" y="329"/>
                </a:lnTo>
                <a:lnTo>
                  <a:pt x="395" y="325"/>
                </a:lnTo>
                <a:lnTo>
                  <a:pt x="400" y="321"/>
                </a:lnTo>
                <a:lnTo>
                  <a:pt x="405" y="317"/>
                </a:lnTo>
                <a:lnTo>
                  <a:pt x="410" y="313"/>
                </a:lnTo>
                <a:lnTo>
                  <a:pt x="415" y="308"/>
                </a:lnTo>
                <a:lnTo>
                  <a:pt x="419" y="304"/>
                </a:lnTo>
                <a:lnTo>
                  <a:pt x="424" y="299"/>
                </a:lnTo>
                <a:lnTo>
                  <a:pt x="428" y="294"/>
                </a:lnTo>
                <a:lnTo>
                  <a:pt x="432" y="289"/>
                </a:lnTo>
                <a:lnTo>
                  <a:pt x="436" y="284"/>
                </a:lnTo>
                <a:lnTo>
                  <a:pt x="439" y="279"/>
                </a:lnTo>
                <a:lnTo>
                  <a:pt x="443" y="274"/>
                </a:lnTo>
                <a:lnTo>
                  <a:pt x="446" y="269"/>
                </a:lnTo>
                <a:lnTo>
                  <a:pt x="449" y="263"/>
                </a:lnTo>
                <a:lnTo>
                  <a:pt x="452" y="258"/>
                </a:lnTo>
                <a:lnTo>
                  <a:pt x="454" y="252"/>
                </a:lnTo>
                <a:lnTo>
                  <a:pt x="457" y="247"/>
                </a:lnTo>
                <a:lnTo>
                  <a:pt x="459" y="241"/>
                </a:lnTo>
                <a:lnTo>
                  <a:pt x="461" y="236"/>
                </a:lnTo>
                <a:lnTo>
                  <a:pt x="462" y="230"/>
                </a:lnTo>
                <a:lnTo>
                  <a:pt x="464" y="224"/>
                </a:lnTo>
                <a:lnTo>
                  <a:pt x="465" y="219"/>
                </a:lnTo>
                <a:lnTo>
                  <a:pt x="466" y="213"/>
                </a:lnTo>
                <a:lnTo>
                  <a:pt x="467" y="207"/>
                </a:lnTo>
                <a:lnTo>
                  <a:pt x="467" y="201"/>
                </a:lnTo>
                <a:lnTo>
                  <a:pt x="468" y="195"/>
                </a:lnTo>
                <a:lnTo>
                  <a:pt x="468" y="189"/>
                </a:lnTo>
                <a:moveTo>
                  <a:pt x="470" y="189"/>
                </a:moveTo>
                <a:lnTo>
                  <a:pt x="470" y="195"/>
                </a:lnTo>
                <a:lnTo>
                  <a:pt x="470" y="201"/>
                </a:lnTo>
                <a:lnTo>
                  <a:pt x="469" y="207"/>
                </a:lnTo>
                <a:lnTo>
                  <a:pt x="468" y="213"/>
                </a:lnTo>
                <a:lnTo>
                  <a:pt x="467" y="219"/>
                </a:lnTo>
                <a:lnTo>
                  <a:pt x="466" y="225"/>
                </a:lnTo>
                <a:lnTo>
                  <a:pt x="465" y="230"/>
                </a:lnTo>
                <a:lnTo>
                  <a:pt x="463" y="236"/>
                </a:lnTo>
                <a:lnTo>
                  <a:pt x="461" y="242"/>
                </a:lnTo>
                <a:lnTo>
                  <a:pt x="459" y="247"/>
                </a:lnTo>
                <a:lnTo>
                  <a:pt x="456" y="253"/>
                </a:lnTo>
                <a:lnTo>
                  <a:pt x="454" y="259"/>
                </a:lnTo>
                <a:lnTo>
                  <a:pt x="451" y="264"/>
                </a:lnTo>
                <a:lnTo>
                  <a:pt x="448" y="269"/>
                </a:lnTo>
                <a:lnTo>
                  <a:pt x="445" y="275"/>
                </a:lnTo>
                <a:lnTo>
                  <a:pt x="441" y="280"/>
                </a:lnTo>
                <a:lnTo>
                  <a:pt x="438" y="285"/>
                </a:lnTo>
                <a:lnTo>
                  <a:pt x="434" y="290"/>
                </a:lnTo>
                <a:lnTo>
                  <a:pt x="430" y="295"/>
                </a:lnTo>
                <a:lnTo>
                  <a:pt x="425" y="300"/>
                </a:lnTo>
                <a:lnTo>
                  <a:pt x="421" y="305"/>
                </a:lnTo>
                <a:lnTo>
                  <a:pt x="416" y="309"/>
                </a:lnTo>
                <a:lnTo>
                  <a:pt x="412" y="314"/>
                </a:lnTo>
                <a:lnTo>
                  <a:pt x="407" y="318"/>
                </a:lnTo>
                <a:lnTo>
                  <a:pt x="402" y="322"/>
                </a:lnTo>
                <a:lnTo>
                  <a:pt x="396" y="326"/>
                </a:lnTo>
                <a:lnTo>
                  <a:pt x="391" y="330"/>
                </a:lnTo>
                <a:lnTo>
                  <a:pt x="385" y="334"/>
                </a:lnTo>
                <a:lnTo>
                  <a:pt x="379" y="338"/>
                </a:lnTo>
                <a:lnTo>
                  <a:pt x="374" y="342"/>
                </a:lnTo>
                <a:lnTo>
                  <a:pt x="368" y="345"/>
                </a:lnTo>
                <a:lnTo>
                  <a:pt x="361" y="348"/>
                </a:lnTo>
                <a:lnTo>
                  <a:pt x="355" y="351"/>
                </a:lnTo>
                <a:lnTo>
                  <a:pt x="349" y="354"/>
                </a:lnTo>
                <a:lnTo>
                  <a:pt x="342" y="357"/>
                </a:lnTo>
                <a:lnTo>
                  <a:pt x="336" y="360"/>
                </a:lnTo>
                <a:lnTo>
                  <a:pt x="329" y="362"/>
                </a:lnTo>
                <a:lnTo>
                  <a:pt x="322" y="364"/>
                </a:lnTo>
                <a:lnTo>
                  <a:pt x="315" y="366"/>
                </a:lnTo>
                <a:lnTo>
                  <a:pt x="308" y="368"/>
                </a:lnTo>
                <a:lnTo>
                  <a:pt x="301" y="370"/>
                </a:lnTo>
                <a:lnTo>
                  <a:pt x="294" y="372"/>
                </a:lnTo>
                <a:lnTo>
                  <a:pt x="287" y="373"/>
                </a:lnTo>
                <a:lnTo>
                  <a:pt x="280" y="374"/>
                </a:lnTo>
                <a:lnTo>
                  <a:pt x="272" y="375"/>
                </a:lnTo>
                <a:lnTo>
                  <a:pt x="265" y="376"/>
                </a:lnTo>
                <a:lnTo>
                  <a:pt x="258" y="377"/>
                </a:lnTo>
                <a:lnTo>
                  <a:pt x="251" y="377"/>
                </a:lnTo>
                <a:lnTo>
                  <a:pt x="243" y="377"/>
                </a:lnTo>
                <a:lnTo>
                  <a:pt x="236" y="377"/>
                </a:lnTo>
                <a:lnTo>
                  <a:pt x="228" y="377"/>
                </a:lnTo>
                <a:lnTo>
                  <a:pt x="221" y="377"/>
                </a:lnTo>
                <a:lnTo>
                  <a:pt x="214" y="377"/>
                </a:lnTo>
                <a:lnTo>
                  <a:pt x="205" y="376"/>
                </a:lnTo>
                <a:lnTo>
                  <a:pt x="198" y="375"/>
                </a:lnTo>
                <a:lnTo>
                  <a:pt x="191" y="374"/>
                </a:lnTo>
                <a:lnTo>
                  <a:pt x="184" y="373"/>
                </a:lnTo>
                <a:lnTo>
                  <a:pt x="176" y="372"/>
                </a:lnTo>
                <a:lnTo>
                  <a:pt x="169" y="370"/>
                </a:lnTo>
                <a:lnTo>
                  <a:pt x="162" y="368"/>
                </a:lnTo>
                <a:lnTo>
                  <a:pt x="155" y="366"/>
                </a:lnTo>
                <a:lnTo>
                  <a:pt x="148" y="364"/>
                </a:lnTo>
                <a:lnTo>
                  <a:pt x="142" y="362"/>
                </a:lnTo>
                <a:lnTo>
                  <a:pt x="135" y="360"/>
                </a:lnTo>
                <a:lnTo>
                  <a:pt x="128" y="357"/>
                </a:lnTo>
                <a:lnTo>
                  <a:pt x="122" y="354"/>
                </a:lnTo>
                <a:lnTo>
                  <a:pt x="115" y="351"/>
                </a:lnTo>
                <a:lnTo>
                  <a:pt x="109" y="348"/>
                </a:lnTo>
                <a:lnTo>
                  <a:pt x="103" y="345"/>
                </a:lnTo>
                <a:lnTo>
                  <a:pt x="97" y="342"/>
                </a:lnTo>
                <a:lnTo>
                  <a:pt x="91" y="338"/>
                </a:lnTo>
                <a:lnTo>
                  <a:pt x="85" y="334"/>
                </a:lnTo>
                <a:lnTo>
                  <a:pt x="80" y="330"/>
                </a:lnTo>
                <a:lnTo>
                  <a:pt x="74" y="326"/>
                </a:lnTo>
                <a:lnTo>
                  <a:pt x="69" y="322"/>
                </a:lnTo>
                <a:lnTo>
                  <a:pt x="64" y="318"/>
                </a:lnTo>
                <a:lnTo>
                  <a:pt x="59" y="314"/>
                </a:lnTo>
                <a:lnTo>
                  <a:pt x="54" y="309"/>
                </a:lnTo>
                <a:lnTo>
                  <a:pt x="50" y="305"/>
                </a:lnTo>
                <a:lnTo>
                  <a:pt x="45" y="300"/>
                </a:lnTo>
                <a:lnTo>
                  <a:pt x="41" y="295"/>
                </a:lnTo>
                <a:lnTo>
                  <a:pt x="37" y="290"/>
                </a:lnTo>
                <a:lnTo>
                  <a:pt x="33" y="285"/>
                </a:lnTo>
                <a:lnTo>
                  <a:pt x="29" y="280"/>
                </a:lnTo>
                <a:lnTo>
                  <a:pt x="26" y="275"/>
                </a:lnTo>
                <a:lnTo>
                  <a:pt x="23" y="269"/>
                </a:lnTo>
                <a:lnTo>
                  <a:pt x="20" y="264"/>
                </a:lnTo>
                <a:lnTo>
                  <a:pt x="17" y="259"/>
                </a:lnTo>
                <a:lnTo>
                  <a:pt x="14" y="253"/>
                </a:lnTo>
                <a:lnTo>
                  <a:pt x="12" y="247"/>
                </a:lnTo>
                <a:lnTo>
                  <a:pt x="10" y="242"/>
                </a:lnTo>
                <a:lnTo>
                  <a:pt x="8" y="236"/>
                </a:lnTo>
                <a:lnTo>
                  <a:pt x="6" y="230"/>
                </a:lnTo>
                <a:lnTo>
                  <a:pt x="4" y="225"/>
                </a:lnTo>
                <a:lnTo>
                  <a:pt x="3" y="219"/>
                </a:lnTo>
                <a:lnTo>
                  <a:pt x="2" y="213"/>
                </a:lnTo>
                <a:lnTo>
                  <a:pt x="1" y="207"/>
                </a:lnTo>
                <a:lnTo>
                  <a:pt x="1" y="201"/>
                </a:lnTo>
                <a:lnTo>
                  <a:pt x="0" y="195"/>
                </a:lnTo>
                <a:lnTo>
                  <a:pt x="0" y="189"/>
                </a:lnTo>
                <a:lnTo>
                  <a:pt x="0" y="182"/>
                </a:lnTo>
                <a:lnTo>
                  <a:pt x="1" y="177"/>
                </a:lnTo>
                <a:lnTo>
                  <a:pt x="1" y="171"/>
                </a:lnTo>
                <a:lnTo>
                  <a:pt x="2" y="165"/>
                </a:lnTo>
                <a:lnTo>
                  <a:pt x="3" y="159"/>
                </a:lnTo>
                <a:lnTo>
                  <a:pt x="4" y="153"/>
                </a:lnTo>
                <a:lnTo>
                  <a:pt x="6" y="147"/>
                </a:lnTo>
                <a:lnTo>
                  <a:pt x="8" y="142"/>
                </a:lnTo>
                <a:lnTo>
                  <a:pt x="10" y="136"/>
                </a:lnTo>
                <a:lnTo>
                  <a:pt x="12" y="130"/>
                </a:lnTo>
                <a:lnTo>
                  <a:pt x="14" y="125"/>
                </a:lnTo>
                <a:lnTo>
                  <a:pt x="17" y="119"/>
                </a:lnTo>
                <a:lnTo>
                  <a:pt x="20" y="114"/>
                </a:lnTo>
                <a:lnTo>
                  <a:pt x="23" y="108"/>
                </a:lnTo>
                <a:lnTo>
                  <a:pt x="26" y="103"/>
                </a:lnTo>
                <a:lnTo>
                  <a:pt x="29" y="98"/>
                </a:lnTo>
                <a:lnTo>
                  <a:pt x="33" y="93"/>
                </a:lnTo>
                <a:lnTo>
                  <a:pt x="37" y="88"/>
                </a:lnTo>
                <a:lnTo>
                  <a:pt x="41" y="83"/>
                </a:lnTo>
                <a:lnTo>
                  <a:pt x="45" y="78"/>
                </a:lnTo>
                <a:lnTo>
                  <a:pt x="50" y="73"/>
                </a:lnTo>
                <a:lnTo>
                  <a:pt x="54" y="69"/>
                </a:lnTo>
                <a:lnTo>
                  <a:pt x="59" y="64"/>
                </a:lnTo>
                <a:lnTo>
                  <a:pt x="64" y="60"/>
                </a:lnTo>
                <a:lnTo>
                  <a:pt x="69" y="55"/>
                </a:lnTo>
                <a:lnTo>
                  <a:pt x="74" y="51"/>
                </a:lnTo>
                <a:lnTo>
                  <a:pt x="80" y="47"/>
                </a:lnTo>
                <a:lnTo>
                  <a:pt x="85" y="43"/>
                </a:lnTo>
                <a:lnTo>
                  <a:pt x="91" y="40"/>
                </a:lnTo>
                <a:lnTo>
                  <a:pt x="97" y="36"/>
                </a:lnTo>
                <a:lnTo>
                  <a:pt x="103" y="33"/>
                </a:lnTo>
                <a:lnTo>
                  <a:pt x="109" y="30"/>
                </a:lnTo>
                <a:lnTo>
                  <a:pt x="115" y="27"/>
                </a:lnTo>
                <a:lnTo>
                  <a:pt x="122" y="24"/>
                </a:lnTo>
                <a:lnTo>
                  <a:pt x="128" y="21"/>
                </a:lnTo>
                <a:lnTo>
                  <a:pt x="135" y="18"/>
                </a:lnTo>
                <a:lnTo>
                  <a:pt x="142" y="16"/>
                </a:lnTo>
                <a:lnTo>
                  <a:pt x="148" y="14"/>
                </a:lnTo>
                <a:lnTo>
                  <a:pt x="155" y="11"/>
                </a:lnTo>
                <a:lnTo>
                  <a:pt x="162" y="10"/>
                </a:lnTo>
                <a:lnTo>
                  <a:pt x="169" y="8"/>
                </a:lnTo>
                <a:lnTo>
                  <a:pt x="176" y="6"/>
                </a:lnTo>
                <a:lnTo>
                  <a:pt x="184" y="5"/>
                </a:lnTo>
                <a:lnTo>
                  <a:pt x="191" y="4"/>
                </a:lnTo>
                <a:lnTo>
                  <a:pt x="198" y="3"/>
                </a:lnTo>
                <a:lnTo>
                  <a:pt x="205" y="2"/>
                </a:lnTo>
                <a:lnTo>
                  <a:pt x="214" y="1"/>
                </a:lnTo>
                <a:lnTo>
                  <a:pt x="221" y="1"/>
                </a:lnTo>
                <a:lnTo>
                  <a:pt x="228" y="0"/>
                </a:lnTo>
                <a:lnTo>
                  <a:pt x="236" y="0"/>
                </a:lnTo>
                <a:lnTo>
                  <a:pt x="243" y="0"/>
                </a:lnTo>
                <a:lnTo>
                  <a:pt x="251" y="1"/>
                </a:lnTo>
                <a:lnTo>
                  <a:pt x="258" y="1"/>
                </a:lnTo>
                <a:lnTo>
                  <a:pt x="265" y="2"/>
                </a:lnTo>
                <a:lnTo>
                  <a:pt x="272" y="3"/>
                </a:lnTo>
                <a:lnTo>
                  <a:pt x="280" y="4"/>
                </a:lnTo>
                <a:lnTo>
                  <a:pt x="287" y="5"/>
                </a:lnTo>
                <a:lnTo>
                  <a:pt x="294" y="6"/>
                </a:lnTo>
                <a:lnTo>
                  <a:pt x="301" y="8"/>
                </a:lnTo>
                <a:lnTo>
                  <a:pt x="308" y="10"/>
                </a:lnTo>
                <a:lnTo>
                  <a:pt x="315" y="11"/>
                </a:lnTo>
                <a:lnTo>
                  <a:pt x="322" y="14"/>
                </a:lnTo>
                <a:lnTo>
                  <a:pt x="329" y="16"/>
                </a:lnTo>
                <a:lnTo>
                  <a:pt x="336" y="18"/>
                </a:lnTo>
                <a:lnTo>
                  <a:pt x="342" y="21"/>
                </a:lnTo>
                <a:lnTo>
                  <a:pt x="349" y="24"/>
                </a:lnTo>
                <a:lnTo>
                  <a:pt x="355" y="27"/>
                </a:lnTo>
                <a:lnTo>
                  <a:pt x="361" y="30"/>
                </a:lnTo>
                <a:lnTo>
                  <a:pt x="368" y="33"/>
                </a:lnTo>
                <a:lnTo>
                  <a:pt x="374" y="36"/>
                </a:lnTo>
                <a:lnTo>
                  <a:pt x="379" y="40"/>
                </a:lnTo>
                <a:lnTo>
                  <a:pt x="385" y="43"/>
                </a:lnTo>
                <a:lnTo>
                  <a:pt x="391" y="47"/>
                </a:lnTo>
                <a:lnTo>
                  <a:pt x="396" y="51"/>
                </a:lnTo>
                <a:lnTo>
                  <a:pt x="402" y="55"/>
                </a:lnTo>
                <a:lnTo>
                  <a:pt x="407" y="60"/>
                </a:lnTo>
                <a:lnTo>
                  <a:pt x="412" y="64"/>
                </a:lnTo>
                <a:lnTo>
                  <a:pt x="416" y="69"/>
                </a:lnTo>
                <a:lnTo>
                  <a:pt x="421" y="73"/>
                </a:lnTo>
                <a:lnTo>
                  <a:pt x="425" y="78"/>
                </a:lnTo>
                <a:lnTo>
                  <a:pt x="430" y="83"/>
                </a:lnTo>
                <a:lnTo>
                  <a:pt x="434" y="88"/>
                </a:lnTo>
                <a:lnTo>
                  <a:pt x="438" y="93"/>
                </a:lnTo>
                <a:lnTo>
                  <a:pt x="441" y="98"/>
                </a:lnTo>
                <a:lnTo>
                  <a:pt x="445" y="103"/>
                </a:lnTo>
                <a:lnTo>
                  <a:pt x="448" y="108"/>
                </a:lnTo>
                <a:lnTo>
                  <a:pt x="451" y="114"/>
                </a:lnTo>
                <a:lnTo>
                  <a:pt x="454" y="119"/>
                </a:lnTo>
                <a:lnTo>
                  <a:pt x="456" y="125"/>
                </a:lnTo>
                <a:lnTo>
                  <a:pt x="459" y="130"/>
                </a:lnTo>
                <a:lnTo>
                  <a:pt x="461" y="136"/>
                </a:lnTo>
                <a:lnTo>
                  <a:pt x="463" y="142"/>
                </a:lnTo>
                <a:lnTo>
                  <a:pt x="465" y="147"/>
                </a:lnTo>
                <a:lnTo>
                  <a:pt x="466" y="153"/>
                </a:lnTo>
                <a:lnTo>
                  <a:pt x="467" y="159"/>
                </a:lnTo>
                <a:lnTo>
                  <a:pt x="468" y="165"/>
                </a:lnTo>
                <a:lnTo>
                  <a:pt x="469" y="171"/>
                </a:lnTo>
                <a:lnTo>
                  <a:pt x="470" y="177"/>
                </a:lnTo>
                <a:lnTo>
                  <a:pt x="470" y="182"/>
                </a:lnTo>
                <a:lnTo>
                  <a:pt x="470" y="189"/>
                </a:lnTo>
                <a:close/>
              </a:path>
            </a:pathLst>
          </a:custGeom>
          <a:solidFill>
            <a:srgbClr val="ffe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2" name=""/>
          <p:cNvSpPr/>
          <p:nvPr/>
        </p:nvSpPr>
        <p:spPr>
          <a:xfrm>
            <a:off x="4893480" y="1759320"/>
            <a:ext cx="171000" cy="137160"/>
          </a:xfrm>
          <a:custGeom>
            <a:avLst/>
            <a:gdLst/>
            <a:ahLst/>
            <a:rect l="0" t="0" r="r" b="b"/>
            <a:pathLst>
              <a:path w="475" h="381">
                <a:moveTo>
                  <a:pt x="472" y="190"/>
                </a:moveTo>
                <a:lnTo>
                  <a:pt x="472" y="184"/>
                </a:lnTo>
                <a:lnTo>
                  <a:pt x="472" y="179"/>
                </a:lnTo>
                <a:lnTo>
                  <a:pt x="471" y="173"/>
                </a:lnTo>
                <a:lnTo>
                  <a:pt x="470" y="167"/>
                </a:lnTo>
                <a:lnTo>
                  <a:pt x="469" y="161"/>
                </a:lnTo>
                <a:lnTo>
                  <a:pt x="468" y="155"/>
                </a:lnTo>
                <a:lnTo>
                  <a:pt x="467" y="149"/>
                </a:lnTo>
                <a:lnTo>
                  <a:pt x="465" y="144"/>
                </a:lnTo>
                <a:lnTo>
                  <a:pt x="463" y="138"/>
                </a:lnTo>
                <a:lnTo>
                  <a:pt x="461" y="132"/>
                </a:lnTo>
                <a:lnTo>
                  <a:pt x="458" y="127"/>
                </a:lnTo>
                <a:lnTo>
                  <a:pt x="456" y="121"/>
                </a:lnTo>
                <a:lnTo>
                  <a:pt x="453" y="116"/>
                </a:lnTo>
                <a:lnTo>
                  <a:pt x="450" y="110"/>
                </a:lnTo>
                <a:lnTo>
                  <a:pt x="447" y="105"/>
                </a:lnTo>
                <a:lnTo>
                  <a:pt x="443" y="100"/>
                </a:lnTo>
                <a:lnTo>
                  <a:pt x="440" y="95"/>
                </a:lnTo>
                <a:lnTo>
                  <a:pt x="436" y="90"/>
                </a:lnTo>
                <a:lnTo>
                  <a:pt x="432" y="85"/>
                </a:lnTo>
                <a:lnTo>
                  <a:pt x="427" y="80"/>
                </a:lnTo>
                <a:lnTo>
                  <a:pt x="423" y="75"/>
                </a:lnTo>
                <a:lnTo>
                  <a:pt x="418" y="71"/>
                </a:lnTo>
                <a:lnTo>
                  <a:pt x="414" y="66"/>
                </a:lnTo>
                <a:lnTo>
                  <a:pt x="409" y="62"/>
                </a:lnTo>
                <a:lnTo>
                  <a:pt x="404" y="57"/>
                </a:lnTo>
                <a:lnTo>
                  <a:pt x="398" y="53"/>
                </a:lnTo>
                <a:lnTo>
                  <a:pt x="393" y="49"/>
                </a:lnTo>
                <a:lnTo>
                  <a:pt x="387" y="45"/>
                </a:lnTo>
                <a:lnTo>
                  <a:pt x="381" y="42"/>
                </a:lnTo>
                <a:lnTo>
                  <a:pt x="376" y="38"/>
                </a:lnTo>
                <a:lnTo>
                  <a:pt x="370" y="35"/>
                </a:lnTo>
                <a:lnTo>
                  <a:pt x="363" y="32"/>
                </a:lnTo>
                <a:lnTo>
                  <a:pt x="356" y="29"/>
                </a:lnTo>
                <a:lnTo>
                  <a:pt x="350" y="26"/>
                </a:lnTo>
                <a:lnTo>
                  <a:pt x="343" y="23"/>
                </a:lnTo>
                <a:lnTo>
                  <a:pt x="337" y="20"/>
                </a:lnTo>
                <a:lnTo>
                  <a:pt x="330" y="18"/>
                </a:lnTo>
                <a:lnTo>
                  <a:pt x="323" y="16"/>
                </a:lnTo>
                <a:lnTo>
                  <a:pt x="316" y="13"/>
                </a:lnTo>
                <a:lnTo>
                  <a:pt x="309" y="12"/>
                </a:lnTo>
                <a:lnTo>
                  <a:pt x="302" y="10"/>
                </a:lnTo>
                <a:lnTo>
                  <a:pt x="295" y="8"/>
                </a:lnTo>
                <a:lnTo>
                  <a:pt x="288" y="7"/>
                </a:lnTo>
                <a:lnTo>
                  <a:pt x="281" y="6"/>
                </a:lnTo>
                <a:lnTo>
                  <a:pt x="273" y="5"/>
                </a:lnTo>
                <a:lnTo>
                  <a:pt x="266" y="4"/>
                </a:lnTo>
                <a:lnTo>
                  <a:pt x="259" y="3"/>
                </a:lnTo>
                <a:lnTo>
                  <a:pt x="252" y="3"/>
                </a:lnTo>
                <a:lnTo>
                  <a:pt x="244" y="2"/>
                </a:lnTo>
                <a:lnTo>
                  <a:pt x="237" y="2"/>
                </a:lnTo>
                <a:lnTo>
                  <a:pt x="229" y="2"/>
                </a:lnTo>
                <a:lnTo>
                  <a:pt x="222" y="3"/>
                </a:lnTo>
                <a:lnTo>
                  <a:pt x="215" y="3"/>
                </a:lnTo>
                <a:lnTo>
                  <a:pt x="207" y="4"/>
                </a:lnTo>
                <a:lnTo>
                  <a:pt x="200" y="5"/>
                </a:lnTo>
                <a:lnTo>
                  <a:pt x="193" y="6"/>
                </a:lnTo>
                <a:lnTo>
                  <a:pt x="186" y="7"/>
                </a:lnTo>
                <a:lnTo>
                  <a:pt x="178" y="8"/>
                </a:lnTo>
                <a:lnTo>
                  <a:pt x="171" y="10"/>
                </a:lnTo>
                <a:lnTo>
                  <a:pt x="164" y="12"/>
                </a:lnTo>
                <a:lnTo>
                  <a:pt x="157" y="13"/>
                </a:lnTo>
                <a:lnTo>
                  <a:pt x="150" y="16"/>
                </a:lnTo>
                <a:lnTo>
                  <a:pt x="144" y="18"/>
                </a:lnTo>
                <a:lnTo>
                  <a:pt x="137" y="20"/>
                </a:lnTo>
                <a:lnTo>
                  <a:pt x="130" y="23"/>
                </a:lnTo>
                <a:lnTo>
                  <a:pt x="124" y="26"/>
                </a:lnTo>
                <a:lnTo>
                  <a:pt x="117" y="29"/>
                </a:lnTo>
                <a:lnTo>
                  <a:pt x="111" y="32"/>
                </a:lnTo>
                <a:lnTo>
                  <a:pt x="105" y="35"/>
                </a:lnTo>
                <a:lnTo>
                  <a:pt x="99" y="38"/>
                </a:lnTo>
                <a:lnTo>
                  <a:pt x="93" y="42"/>
                </a:lnTo>
                <a:lnTo>
                  <a:pt x="87" y="45"/>
                </a:lnTo>
                <a:lnTo>
                  <a:pt x="82" y="49"/>
                </a:lnTo>
                <a:lnTo>
                  <a:pt x="76" y="53"/>
                </a:lnTo>
                <a:lnTo>
                  <a:pt x="71" y="57"/>
                </a:lnTo>
                <a:lnTo>
                  <a:pt x="66" y="62"/>
                </a:lnTo>
                <a:lnTo>
                  <a:pt x="61" y="66"/>
                </a:lnTo>
                <a:lnTo>
                  <a:pt x="56" y="71"/>
                </a:lnTo>
                <a:lnTo>
                  <a:pt x="52" y="75"/>
                </a:lnTo>
                <a:lnTo>
                  <a:pt x="47" y="80"/>
                </a:lnTo>
                <a:lnTo>
                  <a:pt x="43" y="85"/>
                </a:lnTo>
                <a:lnTo>
                  <a:pt x="39" y="90"/>
                </a:lnTo>
                <a:lnTo>
                  <a:pt x="35" y="95"/>
                </a:lnTo>
                <a:lnTo>
                  <a:pt x="31" y="100"/>
                </a:lnTo>
                <a:lnTo>
                  <a:pt x="28" y="105"/>
                </a:lnTo>
                <a:lnTo>
                  <a:pt x="25" y="110"/>
                </a:lnTo>
                <a:lnTo>
                  <a:pt x="22" y="116"/>
                </a:lnTo>
                <a:lnTo>
                  <a:pt x="19" y="121"/>
                </a:lnTo>
                <a:lnTo>
                  <a:pt x="16" y="127"/>
                </a:lnTo>
                <a:lnTo>
                  <a:pt x="14" y="132"/>
                </a:lnTo>
                <a:lnTo>
                  <a:pt x="12" y="138"/>
                </a:lnTo>
                <a:lnTo>
                  <a:pt x="10" y="144"/>
                </a:lnTo>
                <a:lnTo>
                  <a:pt x="8" y="149"/>
                </a:lnTo>
                <a:lnTo>
                  <a:pt x="6" y="155"/>
                </a:lnTo>
                <a:lnTo>
                  <a:pt x="5" y="161"/>
                </a:lnTo>
                <a:lnTo>
                  <a:pt x="4" y="167"/>
                </a:lnTo>
                <a:lnTo>
                  <a:pt x="3" y="173"/>
                </a:lnTo>
                <a:lnTo>
                  <a:pt x="3" y="179"/>
                </a:lnTo>
                <a:lnTo>
                  <a:pt x="2" y="184"/>
                </a:lnTo>
                <a:lnTo>
                  <a:pt x="2" y="190"/>
                </a:lnTo>
                <a:lnTo>
                  <a:pt x="2" y="196"/>
                </a:lnTo>
                <a:lnTo>
                  <a:pt x="3" y="202"/>
                </a:lnTo>
                <a:lnTo>
                  <a:pt x="3" y="208"/>
                </a:lnTo>
                <a:lnTo>
                  <a:pt x="4" y="214"/>
                </a:lnTo>
                <a:lnTo>
                  <a:pt x="5" y="220"/>
                </a:lnTo>
                <a:lnTo>
                  <a:pt x="6" y="226"/>
                </a:lnTo>
                <a:lnTo>
                  <a:pt x="8" y="232"/>
                </a:lnTo>
                <a:lnTo>
                  <a:pt x="10" y="238"/>
                </a:lnTo>
                <a:lnTo>
                  <a:pt x="12" y="244"/>
                </a:lnTo>
                <a:lnTo>
                  <a:pt x="14" y="249"/>
                </a:lnTo>
                <a:lnTo>
                  <a:pt x="16" y="255"/>
                </a:lnTo>
                <a:lnTo>
                  <a:pt x="19" y="261"/>
                </a:lnTo>
                <a:lnTo>
                  <a:pt x="22" y="266"/>
                </a:lnTo>
                <a:lnTo>
                  <a:pt x="25" y="271"/>
                </a:lnTo>
                <a:lnTo>
                  <a:pt x="28" y="277"/>
                </a:lnTo>
                <a:lnTo>
                  <a:pt x="31" y="282"/>
                </a:lnTo>
                <a:lnTo>
                  <a:pt x="35" y="287"/>
                </a:lnTo>
                <a:lnTo>
                  <a:pt x="39" y="292"/>
                </a:lnTo>
                <a:lnTo>
                  <a:pt x="43" y="297"/>
                </a:lnTo>
                <a:lnTo>
                  <a:pt x="47" y="302"/>
                </a:lnTo>
                <a:lnTo>
                  <a:pt x="52" y="307"/>
                </a:lnTo>
                <a:lnTo>
                  <a:pt x="56" y="311"/>
                </a:lnTo>
                <a:lnTo>
                  <a:pt x="61" y="316"/>
                </a:lnTo>
                <a:lnTo>
                  <a:pt x="66" y="320"/>
                </a:lnTo>
                <a:lnTo>
                  <a:pt x="71" y="324"/>
                </a:lnTo>
                <a:lnTo>
                  <a:pt x="76" y="328"/>
                </a:lnTo>
                <a:lnTo>
                  <a:pt x="82" y="332"/>
                </a:lnTo>
                <a:lnTo>
                  <a:pt x="87" y="336"/>
                </a:lnTo>
                <a:lnTo>
                  <a:pt x="93" y="340"/>
                </a:lnTo>
                <a:lnTo>
                  <a:pt x="99" y="344"/>
                </a:lnTo>
                <a:lnTo>
                  <a:pt x="105" y="347"/>
                </a:lnTo>
                <a:lnTo>
                  <a:pt x="111" y="350"/>
                </a:lnTo>
                <a:lnTo>
                  <a:pt x="117" y="353"/>
                </a:lnTo>
                <a:lnTo>
                  <a:pt x="124" y="356"/>
                </a:lnTo>
                <a:lnTo>
                  <a:pt x="130" y="359"/>
                </a:lnTo>
                <a:lnTo>
                  <a:pt x="137" y="362"/>
                </a:lnTo>
                <a:lnTo>
                  <a:pt x="144" y="364"/>
                </a:lnTo>
                <a:lnTo>
                  <a:pt x="150" y="366"/>
                </a:lnTo>
                <a:lnTo>
                  <a:pt x="157" y="368"/>
                </a:lnTo>
                <a:lnTo>
                  <a:pt x="164" y="370"/>
                </a:lnTo>
                <a:lnTo>
                  <a:pt x="171" y="372"/>
                </a:lnTo>
                <a:lnTo>
                  <a:pt x="178" y="374"/>
                </a:lnTo>
                <a:lnTo>
                  <a:pt x="186" y="375"/>
                </a:lnTo>
                <a:lnTo>
                  <a:pt x="193" y="376"/>
                </a:lnTo>
                <a:lnTo>
                  <a:pt x="200" y="377"/>
                </a:lnTo>
                <a:lnTo>
                  <a:pt x="207" y="378"/>
                </a:lnTo>
                <a:lnTo>
                  <a:pt x="215" y="379"/>
                </a:lnTo>
                <a:lnTo>
                  <a:pt x="222" y="379"/>
                </a:lnTo>
                <a:lnTo>
                  <a:pt x="229" y="379"/>
                </a:lnTo>
                <a:lnTo>
                  <a:pt x="237" y="379"/>
                </a:lnTo>
                <a:lnTo>
                  <a:pt x="244" y="379"/>
                </a:lnTo>
                <a:lnTo>
                  <a:pt x="252" y="379"/>
                </a:lnTo>
                <a:lnTo>
                  <a:pt x="259" y="379"/>
                </a:lnTo>
                <a:lnTo>
                  <a:pt x="266" y="378"/>
                </a:lnTo>
                <a:lnTo>
                  <a:pt x="273" y="377"/>
                </a:lnTo>
                <a:lnTo>
                  <a:pt x="281" y="376"/>
                </a:lnTo>
                <a:lnTo>
                  <a:pt x="288" y="375"/>
                </a:lnTo>
                <a:lnTo>
                  <a:pt x="295" y="374"/>
                </a:lnTo>
                <a:lnTo>
                  <a:pt x="302" y="372"/>
                </a:lnTo>
                <a:lnTo>
                  <a:pt x="309" y="370"/>
                </a:lnTo>
                <a:lnTo>
                  <a:pt x="316" y="368"/>
                </a:lnTo>
                <a:lnTo>
                  <a:pt x="323" y="366"/>
                </a:lnTo>
                <a:lnTo>
                  <a:pt x="330" y="364"/>
                </a:lnTo>
                <a:lnTo>
                  <a:pt x="337" y="362"/>
                </a:lnTo>
                <a:lnTo>
                  <a:pt x="343" y="359"/>
                </a:lnTo>
                <a:lnTo>
                  <a:pt x="350" y="356"/>
                </a:lnTo>
                <a:lnTo>
                  <a:pt x="356" y="353"/>
                </a:lnTo>
                <a:lnTo>
                  <a:pt x="363" y="350"/>
                </a:lnTo>
                <a:lnTo>
                  <a:pt x="370" y="347"/>
                </a:lnTo>
                <a:lnTo>
                  <a:pt x="376" y="344"/>
                </a:lnTo>
                <a:lnTo>
                  <a:pt x="381" y="340"/>
                </a:lnTo>
                <a:lnTo>
                  <a:pt x="387" y="336"/>
                </a:lnTo>
                <a:lnTo>
                  <a:pt x="393" y="332"/>
                </a:lnTo>
                <a:lnTo>
                  <a:pt x="398" y="328"/>
                </a:lnTo>
                <a:lnTo>
                  <a:pt x="404" y="324"/>
                </a:lnTo>
                <a:lnTo>
                  <a:pt x="409" y="320"/>
                </a:lnTo>
                <a:lnTo>
                  <a:pt x="414" y="316"/>
                </a:lnTo>
                <a:lnTo>
                  <a:pt x="418" y="311"/>
                </a:lnTo>
                <a:lnTo>
                  <a:pt x="423" y="307"/>
                </a:lnTo>
                <a:lnTo>
                  <a:pt x="427" y="302"/>
                </a:lnTo>
                <a:lnTo>
                  <a:pt x="432" y="297"/>
                </a:lnTo>
                <a:lnTo>
                  <a:pt x="436" y="292"/>
                </a:lnTo>
                <a:lnTo>
                  <a:pt x="440" y="287"/>
                </a:lnTo>
                <a:lnTo>
                  <a:pt x="443" y="282"/>
                </a:lnTo>
                <a:lnTo>
                  <a:pt x="447" y="277"/>
                </a:lnTo>
                <a:lnTo>
                  <a:pt x="450" y="271"/>
                </a:lnTo>
                <a:lnTo>
                  <a:pt x="453" y="266"/>
                </a:lnTo>
                <a:lnTo>
                  <a:pt x="456" y="261"/>
                </a:lnTo>
                <a:lnTo>
                  <a:pt x="458" y="255"/>
                </a:lnTo>
                <a:lnTo>
                  <a:pt x="461" y="249"/>
                </a:lnTo>
                <a:lnTo>
                  <a:pt x="463" y="244"/>
                </a:lnTo>
                <a:lnTo>
                  <a:pt x="465" y="238"/>
                </a:lnTo>
                <a:lnTo>
                  <a:pt x="467" y="232"/>
                </a:lnTo>
                <a:lnTo>
                  <a:pt x="468" y="226"/>
                </a:lnTo>
                <a:lnTo>
                  <a:pt x="469" y="220"/>
                </a:lnTo>
                <a:lnTo>
                  <a:pt x="470" y="214"/>
                </a:lnTo>
                <a:lnTo>
                  <a:pt x="471" y="208"/>
                </a:lnTo>
                <a:lnTo>
                  <a:pt x="472" y="202"/>
                </a:lnTo>
                <a:lnTo>
                  <a:pt x="472" y="196"/>
                </a:lnTo>
                <a:lnTo>
                  <a:pt x="472" y="190"/>
                </a:lnTo>
                <a:moveTo>
                  <a:pt x="475" y="190"/>
                </a:moveTo>
                <a:lnTo>
                  <a:pt x="474" y="196"/>
                </a:lnTo>
                <a:lnTo>
                  <a:pt x="474" y="202"/>
                </a:lnTo>
                <a:lnTo>
                  <a:pt x="474" y="208"/>
                </a:lnTo>
                <a:lnTo>
                  <a:pt x="473" y="214"/>
                </a:lnTo>
                <a:lnTo>
                  <a:pt x="472" y="220"/>
                </a:lnTo>
                <a:lnTo>
                  <a:pt x="470" y="226"/>
                </a:lnTo>
                <a:lnTo>
                  <a:pt x="469" y="233"/>
                </a:lnTo>
                <a:lnTo>
                  <a:pt x="467" y="239"/>
                </a:lnTo>
                <a:lnTo>
                  <a:pt x="465" y="244"/>
                </a:lnTo>
                <a:lnTo>
                  <a:pt x="463" y="250"/>
                </a:lnTo>
                <a:lnTo>
                  <a:pt x="461" y="256"/>
                </a:lnTo>
                <a:lnTo>
                  <a:pt x="458" y="261"/>
                </a:lnTo>
                <a:lnTo>
                  <a:pt x="455" y="267"/>
                </a:lnTo>
                <a:lnTo>
                  <a:pt x="452" y="272"/>
                </a:lnTo>
                <a:lnTo>
                  <a:pt x="449" y="278"/>
                </a:lnTo>
                <a:lnTo>
                  <a:pt x="445" y="283"/>
                </a:lnTo>
                <a:lnTo>
                  <a:pt x="442" y="288"/>
                </a:lnTo>
                <a:lnTo>
                  <a:pt x="438" y="293"/>
                </a:lnTo>
                <a:lnTo>
                  <a:pt x="434" y="298"/>
                </a:lnTo>
                <a:lnTo>
                  <a:pt x="429" y="303"/>
                </a:lnTo>
                <a:lnTo>
                  <a:pt x="425" y="308"/>
                </a:lnTo>
                <a:lnTo>
                  <a:pt x="420" y="312"/>
                </a:lnTo>
                <a:lnTo>
                  <a:pt x="415" y="317"/>
                </a:lnTo>
                <a:lnTo>
                  <a:pt x="410" y="321"/>
                </a:lnTo>
                <a:lnTo>
                  <a:pt x="405" y="326"/>
                </a:lnTo>
                <a:lnTo>
                  <a:pt x="400" y="330"/>
                </a:lnTo>
                <a:lnTo>
                  <a:pt x="394" y="334"/>
                </a:lnTo>
                <a:lnTo>
                  <a:pt x="389" y="338"/>
                </a:lnTo>
                <a:lnTo>
                  <a:pt x="383" y="341"/>
                </a:lnTo>
                <a:lnTo>
                  <a:pt x="377" y="345"/>
                </a:lnTo>
                <a:lnTo>
                  <a:pt x="371" y="348"/>
                </a:lnTo>
                <a:lnTo>
                  <a:pt x="365" y="352"/>
                </a:lnTo>
                <a:lnTo>
                  <a:pt x="357" y="355"/>
                </a:lnTo>
                <a:lnTo>
                  <a:pt x="351" y="358"/>
                </a:lnTo>
                <a:lnTo>
                  <a:pt x="344" y="361"/>
                </a:lnTo>
                <a:lnTo>
                  <a:pt x="338" y="363"/>
                </a:lnTo>
                <a:lnTo>
                  <a:pt x="331" y="366"/>
                </a:lnTo>
                <a:lnTo>
                  <a:pt x="324" y="368"/>
                </a:lnTo>
                <a:lnTo>
                  <a:pt x="317" y="370"/>
                </a:lnTo>
                <a:lnTo>
                  <a:pt x="310" y="372"/>
                </a:lnTo>
                <a:lnTo>
                  <a:pt x="303" y="374"/>
                </a:lnTo>
                <a:lnTo>
                  <a:pt x="296" y="375"/>
                </a:lnTo>
                <a:lnTo>
                  <a:pt x="288" y="377"/>
                </a:lnTo>
                <a:lnTo>
                  <a:pt x="281" y="378"/>
                </a:lnTo>
                <a:lnTo>
                  <a:pt x="274" y="379"/>
                </a:lnTo>
                <a:lnTo>
                  <a:pt x="266" y="380"/>
                </a:lnTo>
                <a:lnTo>
                  <a:pt x="259" y="380"/>
                </a:lnTo>
                <a:lnTo>
                  <a:pt x="252" y="381"/>
                </a:lnTo>
                <a:lnTo>
                  <a:pt x="244" y="381"/>
                </a:lnTo>
                <a:lnTo>
                  <a:pt x="237" y="381"/>
                </a:lnTo>
                <a:lnTo>
                  <a:pt x="229" y="381"/>
                </a:lnTo>
                <a:lnTo>
                  <a:pt x="222" y="381"/>
                </a:lnTo>
                <a:lnTo>
                  <a:pt x="215" y="380"/>
                </a:lnTo>
                <a:lnTo>
                  <a:pt x="207" y="380"/>
                </a:lnTo>
                <a:lnTo>
                  <a:pt x="200" y="379"/>
                </a:lnTo>
                <a:lnTo>
                  <a:pt x="192" y="378"/>
                </a:lnTo>
                <a:lnTo>
                  <a:pt x="185" y="377"/>
                </a:lnTo>
                <a:lnTo>
                  <a:pt x="178" y="375"/>
                </a:lnTo>
                <a:lnTo>
                  <a:pt x="171" y="374"/>
                </a:lnTo>
                <a:lnTo>
                  <a:pt x="164" y="372"/>
                </a:lnTo>
                <a:lnTo>
                  <a:pt x="157" y="370"/>
                </a:lnTo>
                <a:lnTo>
                  <a:pt x="150" y="368"/>
                </a:lnTo>
                <a:lnTo>
                  <a:pt x="143" y="366"/>
                </a:lnTo>
                <a:lnTo>
                  <a:pt x="136" y="363"/>
                </a:lnTo>
                <a:lnTo>
                  <a:pt x="129" y="361"/>
                </a:lnTo>
                <a:lnTo>
                  <a:pt x="123" y="358"/>
                </a:lnTo>
                <a:lnTo>
                  <a:pt x="116" y="355"/>
                </a:lnTo>
                <a:lnTo>
                  <a:pt x="110" y="352"/>
                </a:lnTo>
                <a:lnTo>
                  <a:pt x="104" y="348"/>
                </a:lnTo>
                <a:lnTo>
                  <a:pt x="98" y="345"/>
                </a:lnTo>
                <a:lnTo>
                  <a:pt x="92" y="341"/>
                </a:lnTo>
                <a:lnTo>
                  <a:pt x="86" y="338"/>
                </a:lnTo>
                <a:lnTo>
                  <a:pt x="80" y="334"/>
                </a:lnTo>
                <a:lnTo>
                  <a:pt x="75" y="330"/>
                </a:lnTo>
                <a:lnTo>
                  <a:pt x="69" y="326"/>
                </a:lnTo>
                <a:lnTo>
                  <a:pt x="64" y="321"/>
                </a:lnTo>
                <a:lnTo>
                  <a:pt x="59" y="317"/>
                </a:lnTo>
                <a:lnTo>
                  <a:pt x="54" y="312"/>
                </a:lnTo>
                <a:lnTo>
                  <a:pt x="50" y="308"/>
                </a:lnTo>
                <a:lnTo>
                  <a:pt x="45" y="303"/>
                </a:lnTo>
                <a:lnTo>
                  <a:pt x="41" y="298"/>
                </a:lnTo>
                <a:lnTo>
                  <a:pt x="37" y="293"/>
                </a:lnTo>
                <a:lnTo>
                  <a:pt x="33" y="288"/>
                </a:lnTo>
                <a:lnTo>
                  <a:pt x="29" y="283"/>
                </a:lnTo>
                <a:lnTo>
                  <a:pt x="26" y="278"/>
                </a:lnTo>
                <a:lnTo>
                  <a:pt x="23" y="272"/>
                </a:lnTo>
                <a:lnTo>
                  <a:pt x="20" y="267"/>
                </a:lnTo>
                <a:lnTo>
                  <a:pt x="17" y="261"/>
                </a:lnTo>
                <a:lnTo>
                  <a:pt x="14" y="256"/>
                </a:lnTo>
                <a:lnTo>
                  <a:pt x="12" y="250"/>
                </a:lnTo>
                <a:lnTo>
                  <a:pt x="9" y="244"/>
                </a:lnTo>
                <a:lnTo>
                  <a:pt x="7" y="239"/>
                </a:lnTo>
                <a:lnTo>
                  <a:pt x="6" y="233"/>
                </a:lnTo>
                <a:lnTo>
                  <a:pt x="4" y="226"/>
                </a:lnTo>
                <a:lnTo>
                  <a:pt x="3" y="220"/>
                </a:lnTo>
                <a:lnTo>
                  <a:pt x="2" y="214"/>
                </a:lnTo>
                <a:lnTo>
                  <a:pt x="1" y="208"/>
                </a:lnTo>
                <a:lnTo>
                  <a:pt x="1" y="202"/>
                </a:lnTo>
                <a:lnTo>
                  <a:pt x="0" y="196"/>
                </a:lnTo>
                <a:lnTo>
                  <a:pt x="0" y="190"/>
                </a:lnTo>
                <a:lnTo>
                  <a:pt x="0" y="184"/>
                </a:lnTo>
                <a:lnTo>
                  <a:pt x="1" y="178"/>
                </a:lnTo>
                <a:lnTo>
                  <a:pt x="1" y="173"/>
                </a:lnTo>
                <a:lnTo>
                  <a:pt x="2" y="167"/>
                </a:lnTo>
                <a:lnTo>
                  <a:pt x="3" y="161"/>
                </a:lnTo>
                <a:lnTo>
                  <a:pt x="4" y="155"/>
                </a:lnTo>
                <a:lnTo>
                  <a:pt x="6" y="149"/>
                </a:lnTo>
                <a:lnTo>
                  <a:pt x="7" y="143"/>
                </a:lnTo>
                <a:lnTo>
                  <a:pt x="9" y="137"/>
                </a:lnTo>
                <a:lnTo>
                  <a:pt x="12" y="132"/>
                </a:lnTo>
                <a:lnTo>
                  <a:pt x="14" y="126"/>
                </a:lnTo>
                <a:lnTo>
                  <a:pt x="17" y="120"/>
                </a:lnTo>
                <a:lnTo>
                  <a:pt x="20" y="115"/>
                </a:lnTo>
                <a:lnTo>
                  <a:pt x="23" y="110"/>
                </a:lnTo>
                <a:lnTo>
                  <a:pt x="26" y="104"/>
                </a:lnTo>
                <a:lnTo>
                  <a:pt x="29" y="99"/>
                </a:lnTo>
                <a:lnTo>
                  <a:pt x="33" y="94"/>
                </a:lnTo>
                <a:lnTo>
                  <a:pt x="37" y="89"/>
                </a:lnTo>
                <a:lnTo>
                  <a:pt x="41" y="84"/>
                </a:lnTo>
                <a:lnTo>
                  <a:pt x="45" y="79"/>
                </a:lnTo>
                <a:lnTo>
                  <a:pt x="50" y="74"/>
                </a:lnTo>
                <a:lnTo>
                  <a:pt x="54" y="69"/>
                </a:lnTo>
                <a:lnTo>
                  <a:pt x="59" y="65"/>
                </a:lnTo>
                <a:lnTo>
                  <a:pt x="64" y="60"/>
                </a:lnTo>
                <a:lnTo>
                  <a:pt x="69" y="56"/>
                </a:lnTo>
                <a:lnTo>
                  <a:pt x="75" y="52"/>
                </a:lnTo>
                <a:lnTo>
                  <a:pt x="80" y="48"/>
                </a:lnTo>
                <a:lnTo>
                  <a:pt x="86" y="44"/>
                </a:lnTo>
                <a:lnTo>
                  <a:pt x="92" y="40"/>
                </a:lnTo>
                <a:lnTo>
                  <a:pt x="98" y="37"/>
                </a:lnTo>
                <a:lnTo>
                  <a:pt x="104" y="33"/>
                </a:lnTo>
                <a:lnTo>
                  <a:pt x="110" y="30"/>
                </a:lnTo>
                <a:lnTo>
                  <a:pt x="116" y="27"/>
                </a:lnTo>
                <a:lnTo>
                  <a:pt x="123" y="24"/>
                </a:lnTo>
                <a:lnTo>
                  <a:pt x="129" y="21"/>
                </a:lnTo>
                <a:lnTo>
                  <a:pt x="136" y="19"/>
                </a:lnTo>
                <a:lnTo>
                  <a:pt x="143" y="16"/>
                </a:lnTo>
                <a:lnTo>
                  <a:pt x="150" y="14"/>
                </a:lnTo>
                <a:lnTo>
                  <a:pt x="157" y="12"/>
                </a:lnTo>
                <a:lnTo>
                  <a:pt x="164" y="10"/>
                </a:lnTo>
                <a:lnTo>
                  <a:pt x="171" y="8"/>
                </a:lnTo>
                <a:lnTo>
                  <a:pt x="178" y="6"/>
                </a:lnTo>
                <a:lnTo>
                  <a:pt x="185" y="5"/>
                </a:lnTo>
                <a:lnTo>
                  <a:pt x="192" y="4"/>
                </a:lnTo>
                <a:lnTo>
                  <a:pt x="200" y="3"/>
                </a:lnTo>
                <a:lnTo>
                  <a:pt x="207" y="2"/>
                </a:lnTo>
                <a:lnTo>
                  <a:pt x="215" y="1"/>
                </a:lnTo>
                <a:lnTo>
                  <a:pt x="222" y="1"/>
                </a:lnTo>
                <a:lnTo>
                  <a:pt x="229" y="1"/>
                </a:lnTo>
                <a:lnTo>
                  <a:pt x="237" y="0"/>
                </a:lnTo>
                <a:lnTo>
                  <a:pt x="244" y="1"/>
                </a:lnTo>
                <a:lnTo>
                  <a:pt x="252" y="1"/>
                </a:lnTo>
                <a:lnTo>
                  <a:pt x="259" y="1"/>
                </a:lnTo>
                <a:lnTo>
                  <a:pt x="266" y="2"/>
                </a:lnTo>
                <a:lnTo>
                  <a:pt x="274" y="3"/>
                </a:lnTo>
                <a:lnTo>
                  <a:pt x="281" y="4"/>
                </a:lnTo>
                <a:lnTo>
                  <a:pt x="288" y="5"/>
                </a:lnTo>
                <a:lnTo>
                  <a:pt x="296" y="6"/>
                </a:lnTo>
                <a:lnTo>
                  <a:pt x="303" y="8"/>
                </a:lnTo>
                <a:lnTo>
                  <a:pt x="310" y="10"/>
                </a:lnTo>
                <a:lnTo>
                  <a:pt x="317" y="12"/>
                </a:lnTo>
                <a:lnTo>
                  <a:pt x="324" y="14"/>
                </a:lnTo>
                <a:lnTo>
                  <a:pt x="331" y="16"/>
                </a:lnTo>
                <a:lnTo>
                  <a:pt x="338" y="19"/>
                </a:lnTo>
                <a:lnTo>
                  <a:pt x="344" y="21"/>
                </a:lnTo>
                <a:lnTo>
                  <a:pt x="351" y="24"/>
                </a:lnTo>
                <a:lnTo>
                  <a:pt x="357" y="27"/>
                </a:lnTo>
                <a:lnTo>
                  <a:pt x="365" y="30"/>
                </a:lnTo>
                <a:lnTo>
                  <a:pt x="371" y="33"/>
                </a:lnTo>
                <a:lnTo>
                  <a:pt x="377" y="37"/>
                </a:lnTo>
                <a:lnTo>
                  <a:pt x="383" y="40"/>
                </a:lnTo>
                <a:lnTo>
                  <a:pt x="389" y="44"/>
                </a:lnTo>
                <a:lnTo>
                  <a:pt x="394" y="48"/>
                </a:lnTo>
                <a:lnTo>
                  <a:pt x="400" y="52"/>
                </a:lnTo>
                <a:lnTo>
                  <a:pt x="405" y="56"/>
                </a:lnTo>
                <a:lnTo>
                  <a:pt x="410" y="60"/>
                </a:lnTo>
                <a:lnTo>
                  <a:pt x="415" y="65"/>
                </a:lnTo>
                <a:lnTo>
                  <a:pt x="420" y="69"/>
                </a:lnTo>
                <a:lnTo>
                  <a:pt x="425" y="74"/>
                </a:lnTo>
                <a:lnTo>
                  <a:pt x="429" y="79"/>
                </a:lnTo>
                <a:lnTo>
                  <a:pt x="434" y="84"/>
                </a:lnTo>
                <a:lnTo>
                  <a:pt x="438" y="89"/>
                </a:lnTo>
                <a:lnTo>
                  <a:pt x="442" y="94"/>
                </a:lnTo>
                <a:lnTo>
                  <a:pt x="445" y="99"/>
                </a:lnTo>
                <a:lnTo>
                  <a:pt x="449" y="104"/>
                </a:lnTo>
                <a:lnTo>
                  <a:pt x="452" y="110"/>
                </a:lnTo>
                <a:lnTo>
                  <a:pt x="455" y="115"/>
                </a:lnTo>
                <a:lnTo>
                  <a:pt x="458" y="120"/>
                </a:lnTo>
                <a:lnTo>
                  <a:pt x="461" y="126"/>
                </a:lnTo>
                <a:lnTo>
                  <a:pt x="463" y="132"/>
                </a:lnTo>
                <a:lnTo>
                  <a:pt x="465" y="137"/>
                </a:lnTo>
                <a:lnTo>
                  <a:pt x="467" y="143"/>
                </a:lnTo>
                <a:lnTo>
                  <a:pt x="469" y="149"/>
                </a:lnTo>
                <a:lnTo>
                  <a:pt x="470" y="155"/>
                </a:lnTo>
                <a:lnTo>
                  <a:pt x="472" y="161"/>
                </a:lnTo>
                <a:lnTo>
                  <a:pt x="473" y="167"/>
                </a:lnTo>
                <a:lnTo>
                  <a:pt x="474" y="173"/>
                </a:lnTo>
                <a:lnTo>
                  <a:pt x="474" y="178"/>
                </a:lnTo>
                <a:lnTo>
                  <a:pt x="474" y="184"/>
                </a:lnTo>
                <a:lnTo>
                  <a:pt x="475" y="190"/>
                </a:lnTo>
                <a:close/>
              </a:path>
            </a:pathLst>
          </a:custGeom>
          <a:solidFill>
            <a:srgbClr val="ffe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3" name=""/>
          <p:cNvSpPr/>
          <p:nvPr/>
        </p:nvSpPr>
        <p:spPr>
          <a:xfrm>
            <a:off x="4892760" y="1758960"/>
            <a:ext cx="172440" cy="138240"/>
          </a:xfrm>
          <a:custGeom>
            <a:avLst/>
            <a:gdLst/>
            <a:ahLst/>
            <a:rect l="0" t="0" r="r" b="b"/>
            <a:pathLst>
              <a:path w="479" h="384">
                <a:moveTo>
                  <a:pt x="477" y="191"/>
                </a:moveTo>
                <a:lnTo>
                  <a:pt x="476" y="185"/>
                </a:lnTo>
                <a:lnTo>
                  <a:pt x="476" y="179"/>
                </a:lnTo>
                <a:lnTo>
                  <a:pt x="476" y="174"/>
                </a:lnTo>
                <a:lnTo>
                  <a:pt x="475" y="168"/>
                </a:lnTo>
                <a:lnTo>
                  <a:pt x="474" y="162"/>
                </a:lnTo>
                <a:lnTo>
                  <a:pt x="472" y="156"/>
                </a:lnTo>
                <a:lnTo>
                  <a:pt x="471" y="150"/>
                </a:lnTo>
                <a:lnTo>
                  <a:pt x="469" y="144"/>
                </a:lnTo>
                <a:lnTo>
                  <a:pt x="467" y="138"/>
                </a:lnTo>
                <a:lnTo>
                  <a:pt x="465" y="133"/>
                </a:lnTo>
                <a:lnTo>
                  <a:pt x="463" y="127"/>
                </a:lnTo>
                <a:lnTo>
                  <a:pt x="460" y="121"/>
                </a:lnTo>
                <a:lnTo>
                  <a:pt x="457" y="116"/>
                </a:lnTo>
                <a:lnTo>
                  <a:pt x="454" y="111"/>
                </a:lnTo>
                <a:lnTo>
                  <a:pt x="451" y="105"/>
                </a:lnTo>
                <a:lnTo>
                  <a:pt x="447" y="100"/>
                </a:lnTo>
                <a:lnTo>
                  <a:pt x="444" y="95"/>
                </a:lnTo>
                <a:lnTo>
                  <a:pt x="440" y="90"/>
                </a:lnTo>
                <a:lnTo>
                  <a:pt x="436" y="85"/>
                </a:lnTo>
                <a:lnTo>
                  <a:pt x="431" y="80"/>
                </a:lnTo>
                <a:lnTo>
                  <a:pt x="427" y="75"/>
                </a:lnTo>
                <a:lnTo>
                  <a:pt x="422" y="70"/>
                </a:lnTo>
                <a:lnTo>
                  <a:pt x="417" y="66"/>
                </a:lnTo>
                <a:lnTo>
                  <a:pt x="412" y="61"/>
                </a:lnTo>
                <a:lnTo>
                  <a:pt x="407" y="57"/>
                </a:lnTo>
                <a:lnTo>
                  <a:pt x="402" y="53"/>
                </a:lnTo>
                <a:lnTo>
                  <a:pt x="396" y="49"/>
                </a:lnTo>
                <a:lnTo>
                  <a:pt x="391" y="45"/>
                </a:lnTo>
                <a:lnTo>
                  <a:pt x="385" y="41"/>
                </a:lnTo>
                <a:lnTo>
                  <a:pt x="379" y="38"/>
                </a:lnTo>
                <a:lnTo>
                  <a:pt x="373" y="34"/>
                </a:lnTo>
                <a:lnTo>
                  <a:pt x="367" y="31"/>
                </a:lnTo>
                <a:lnTo>
                  <a:pt x="360" y="28"/>
                </a:lnTo>
                <a:lnTo>
                  <a:pt x="354" y="25"/>
                </a:lnTo>
                <a:lnTo>
                  <a:pt x="347" y="22"/>
                </a:lnTo>
                <a:lnTo>
                  <a:pt x="341" y="20"/>
                </a:lnTo>
                <a:lnTo>
                  <a:pt x="334" y="17"/>
                </a:lnTo>
                <a:lnTo>
                  <a:pt x="327" y="15"/>
                </a:lnTo>
                <a:lnTo>
                  <a:pt x="320" y="13"/>
                </a:lnTo>
                <a:lnTo>
                  <a:pt x="313" y="11"/>
                </a:lnTo>
                <a:lnTo>
                  <a:pt x="306" y="9"/>
                </a:lnTo>
                <a:lnTo>
                  <a:pt x="299" y="7"/>
                </a:lnTo>
                <a:lnTo>
                  <a:pt x="291" y="6"/>
                </a:lnTo>
                <a:lnTo>
                  <a:pt x="284" y="5"/>
                </a:lnTo>
                <a:lnTo>
                  <a:pt x="277" y="4"/>
                </a:lnTo>
                <a:lnTo>
                  <a:pt x="269" y="3"/>
                </a:lnTo>
                <a:lnTo>
                  <a:pt x="262" y="2"/>
                </a:lnTo>
                <a:lnTo>
                  <a:pt x="255" y="2"/>
                </a:lnTo>
                <a:lnTo>
                  <a:pt x="247" y="2"/>
                </a:lnTo>
                <a:lnTo>
                  <a:pt x="240" y="1"/>
                </a:lnTo>
                <a:lnTo>
                  <a:pt x="232" y="2"/>
                </a:lnTo>
                <a:lnTo>
                  <a:pt x="225" y="2"/>
                </a:lnTo>
                <a:lnTo>
                  <a:pt x="218" y="2"/>
                </a:lnTo>
                <a:lnTo>
                  <a:pt x="210" y="3"/>
                </a:lnTo>
                <a:lnTo>
                  <a:pt x="203" y="4"/>
                </a:lnTo>
                <a:lnTo>
                  <a:pt x="195" y="5"/>
                </a:lnTo>
                <a:lnTo>
                  <a:pt x="188" y="6"/>
                </a:lnTo>
                <a:lnTo>
                  <a:pt x="181" y="7"/>
                </a:lnTo>
                <a:lnTo>
                  <a:pt x="174" y="9"/>
                </a:lnTo>
                <a:lnTo>
                  <a:pt x="167" y="11"/>
                </a:lnTo>
                <a:lnTo>
                  <a:pt x="160" y="13"/>
                </a:lnTo>
                <a:lnTo>
                  <a:pt x="153" y="15"/>
                </a:lnTo>
                <a:lnTo>
                  <a:pt x="146" y="17"/>
                </a:lnTo>
                <a:lnTo>
                  <a:pt x="139" y="20"/>
                </a:lnTo>
                <a:lnTo>
                  <a:pt x="132" y="22"/>
                </a:lnTo>
                <a:lnTo>
                  <a:pt x="126" y="25"/>
                </a:lnTo>
                <a:lnTo>
                  <a:pt x="119" y="28"/>
                </a:lnTo>
                <a:lnTo>
                  <a:pt x="113" y="31"/>
                </a:lnTo>
                <a:lnTo>
                  <a:pt x="107" y="34"/>
                </a:lnTo>
                <a:lnTo>
                  <a:pt x="101" y="38"/>
                </a:lnTo>
                <a:lnTo>
                  <a:pt x="95" y="41"/>
                </a:lnTo>
                <a:lnTo>
                  <a:pt x="89" y="45"/>
                </a:lnTo>
                <a:lnTo>
                  <a:pt x="83" y="49"/>
                </a:lnTo>
                <a:lnTo>
                  <a:pt x="78" y="53"/>
                </a:lnTo>
                <a:lnTo>
                  <a:pt x="72" y="57"/>
                </a:lnTo>
                <a:lnTo>
                  <a:pt x="67" y="61"/>
                </a:lnTo>
                <a:lnTo>
                  <a:pt x="62" y="66"/>
                </a:lnTo>
                <a:lnTo>
                  <a:pt x="57" y="70"/>
                </a:lnTo>
                <a:lnTo>
                  <a:pt x="53" y="75"/>
                </a:lnTo>
                <a:lnTo>
                  <a:pt x="48" y="80"/>
                </a:lnTo>
                <a:lnTo>
                  <a:pt x="44" y="85"/>
                </a:lnTo>
                <a:lnTo>
                  <a:pt x="40" y="90"/>
                </a:lnTo>
                <a:lnTo>
                  <a:pt x="36" y="95"/>
                </a:lnTo>
                <a:lnTo>
                  <a:pt x="31" y="100"/>
                </a:lnTo>
                <a:lnTo>
                  <a:pt x="28" y="105"/>
                </a:lnTo>
                <a:lnTo>
                  <a:pt x="25" y="111"/>
                </a:lnTo>
                <a:lnTo>
                  <a:pt x="22" y="116"/>
                </a:lnTo>
                <a:lnTo>
                  <a:pt x="19" y="121"/>
                </a:lnTo>
                <a:lnTo>
                  <a:pt x="16" y="127"/>
                </a:lnTo>
                <a:lnTo>
                  <a:pt x="14" y="133"/>
                </a:lnTo>
                <a:lnTo>
                  <a:pt x="11" y="138"/>
                </a:lnTo>
                <a:lnTo>
                  <a:pt x="9" y="144"/>
                </a:lnTo>
                <a:lnTo>
                  <a:pt x="8" y="150"/>
                </a:lnTo>
                <a:lnTo>
                  <a:pt x="6" y="156"/>
                </a:lnTo>
                <a:lnTo>
                  <a:pt x="5" y="162"/>
                </a:lnTo>
                <a:lnTo>
                  <a:pt x="4" y="168"/>
                </a:lnTo>
                <a:lnTo>
                  <a:pt x="3" y="174"/>
                </a:lnTo>
                <a:lnTo>
                  <a:pt x="3" y="179"/>
                </a:lnTo>
                <a:lnTo>
                  <a:pt x="2" y="185"/>
                </a:lnTo>
                <a:lnTo>
                  <a:pt x="2" y="191"/>
                </a:lnTo>
                <a:lnTo>
                  <a:pt x="2" y="197"/>
                </a:lnTo>
                <a:lnTo>
                  <a:pt x="3" y="203"/>
                </a:lnTo>
                <a:lnTo>
                  <a:pt x="3" y="209"/>
                </a:lnTo>
                <a:lnTo>
                  <a:pt x="4" y="215"/>
                </a:lnTo>
                <a:lnTo>
                  <a:pt x="5" y="221"/>
                </a:lnTo>
                <a:lnTo>
                  <a:pt x="6" y="227"/>
                </a:lnTo>
                <a:lnTo>
                  <a:pt x="8" y="233"/>
                </a:lnTo>
                <a:lnTo>
                  <a:pt x="9" y="239"/>
                </a:lnTo>
                <a:lnTo>
                  <a:pt x="11" y="244"/>
                </a:lnTo>
                <a:lnTo>
                  <a:pt x="14" y="250"/>
                </a:lnTo>
                <a:lnTo>
                  <a:pt x="16" y="256"/>
                </a:lnTo>
                <a:lnTo>
                  <a:pt x="19" y="261"/>
                </a:lnTo>
                <a:lnTo>
                  <a:pt x="22" y="267"/>
                </a:lnTo>
                <a:lnTo>
                  <a:pt x="25" y="272"/>
                </a:lnTo>
                <a:lnTo>
                  <a:pt x="28" y="278"/>
                </a:lnTo>
                <a:lnTo>
                  <a:pt x="31" y="283"/>
                </a:lnTo>
                <a:lnTo>
                  <a:pt x="36" y="289"/>
                </a:lnTo>
                <a:lnTo>
                  <a:pt x="40" y="294"/>
                </a:lnTo>
                <a:lnTo>
                  <a:pt x="44" y="299"/>
                </a:lnTo>
                <a:lnTo>
                  <a:pt x="48" y="304"/>
                </a:lnTo>
                <a:lnTo>
                  <a:pt x="53" y="309"/>
                </a:lnTo>
                <a:lnTo>
                  <a:pt x="57" y="313"/>
                </a:lnTo>
                <a:lnTo>
                  <a:pt x="62" y="318"/>
                </a:lnTo>
                <a:lnTo>
                  <a:pt x="67" y="322"/>
                </a:lnTo>
                <a:lnTo>
                  <a:pt x="72" y="327"/>
                </a:lnTo>
                <a:lnTo>
                  <a:pt x="78" y="331"/>
                </a:lnTo>
                <a:lnTo>
                  <a:pt x="83" y="335"/>
                </a:lnTo>
                <a:lnTo>
                  <a:pt x="89" y="339"/>
                </a:lnTo>
                <a:lnTo>
                  <a:pt x="95" y="342"/>
                </a:lnTo>
                <a:lnTo>
                  <a:pt x="101" y="346"/>
                </a:lnTo>
                <a:lnTo>
                  <a:pt x="107" y="349"/>
                </a:lnTo>
                <a:lnTo>
                  <a:pt x="113" y="353"/>
                </a:lnTo>
                <a:lnTo>
                  <a:pt x="119" y="356"/>
                </a:lnTo>
                <a:lnTo>
                  <a:pt x="126" y="359"/>
                </a:lnTo>
                <a:lnTo>
                  <a:pt x="132" y="362"/>
                </a:lnTo>
                <a:lnTo>
                  <a:pt x="139" y="364"/>
                </a:lnTo>
                <a:lnTo>
                  <a:pt x="146" y="367"/>
                </a:lnTo>
                <a:lnTo>
                  <a:pt x="153" y="369"/>
                </a:lnTo>
                <a:lnTo>
                  <a:pt x="160" y="371"/>
                </a:lnTo>
                <a:lnTo>
                  <a:pt x="167" y="373"/>
                </a:lnTo>
                <a:lnTo>
                  <a:pt x="174" y="375"/>
                </a:lnTo>
                <a:lnTo>
                  <a:pt x="181" y="376"/>
                </a:lnTo>
                <a:lnTo>
                  <a:pt x="188" y="378"/>
                </a:lnTo>
                <a:lnTo>
                  <a:pt x="195" y="379"/>
                </a:lnTo>
                <a:lnTo>
                  <a:pt x="203" y="380"/>
                </a:lnTo>
                <a:lnTo>
                  <a:pt x="210" y="381"/>
                </a:lnTo>
                <a:lnTo>
                  <a:pt x="218" y="381"/>
                </a:lnTo>
                <a:lnTo>
                  <a:pt x="225" y="382"/>
                </a:lnTo>
                <a:lnTo>
                  <a:pt x="232" y="382"/>
                </a:lnTo>
                <a:lnTo>
                  <a:pt x="240" y="382"/>
                </a:lnTo>
                <a:lnTo>
                  <a:pt x="247" y="382"/>
                </a:lnTo>
                <a:lnTo>
                  <a:pt x="255" y="382"/>
                </a:lnTo>
                <a:lnTo>
                  <a:pt x="262" y="381"/>
                </a:lnTo>
                <a:lnTo>
                  <a:pt x="269" y="381"/>
                </a:lnTo>
                <a:lnTo>
                  <a:pt x="277" y="380"/>
                </a:lnTo>
                <a:lnTo>
                  <a:pt x="284" y="379"/>
                </a:lnTo>
                <a:lnTo>
                  <a:pt x="291" y="378"/>
                </a:lnTo>
                <a:lnTo>
                  <a:pt x="299" y="376"/>
                </a:lnTo>
                <a:lnTo>
                  <a:pt x="306" y="375"/>
                </a:lnTo>
                <a:lnTo>
                  <a:pt x="313" y="373"/>
                </a:lnTo>
                <a:lnTo>
                  <a:pt x="320" y="371"/>
                </a:lnTo>
                <a:lnTo>
                  <a:pt x="327" y="369"/>
                </a:lnTo>
                <a:lnTo>
                  <a:pt x="334" y="367"/>
                </a:lnTo>
                <a:lnTo>
                  <a:pt x="341" y="364"/>
                </a:lnTo>
                <a:lnTo>
                  <a:pt x="347" y="362"/>
                </a:lnTo>
                <a:lnTo>
                  <a:pt x="354" y="359"/>
                </a:lnTo>
                <a:lnTo>
                  <a:pt x="360" y="356"/>
                </a:lnTo>
                <a:lnTo>
                  <a:pt x="367" y="353"/>
                </a:lnTo>
                <a:lnTo>
                  <a:pt x="373" y="349"/>
                </a:lnTo>
                <a:lnTo>
                  <a:pt x="379" y="346"/>
                </a:lnTo>
                <a:lnTo>
                  <a:pt x="385" y="342"/>
                </a:lnTo>
                <a:lnTo>
                  <a:pt x="391" y="339"/>
                </a:lnTo>
                <a:lnTo>
                  <a:pt x="396" y="335"/>
                </a:lnTo>
                <a:lnTo>
                  <a:pt x="402" y="331"/>
                </a:lnTo>
                <a:lnTo>
                  <a:pt x="407" y="327"/>
                </a:lnTo>
                <a:lnTo>
                  <a:pt x="412" y="322"/>
                </a:lnTo>
                <a:lnTo>
                  <a:pt x="417" y="318"/>
                </a:lnTo>
                <a:lnTo>
                  <a:pt x="422" y="313"/>
                </a:lnTo>
                <a:lnTo>
                  <a:pt x="427" y="309"/>
                </a:lnTo>
                <a:lnTo>
                  <a:pt x="431" y="304"/>
                </a:lnTo>
                <a:lnTo>
                  <a:pt x="436" y="299"/>
                </a:lnTo>
                <a:lnTo>
                  <a:pt x="440" y="294"/>
                </a:lnTo>
                <a:lnTo>
                  <a:pt x="444" y="289"/>
                </a:lnTo>
                <a:lnTo>
                  <a:pt x="447" y="283"/>
                </a:lnTo>
                <a:lnTo>
                  <a:pt x="451" y="278"/>
                </a:lnTo>
                <a:lnTo>
                  <a:pt x="454" y="272"/>
                </a:lnTo>
                <a:lnTo>
                  <a:pt x="457" y="267"/>
                </a:lnTo>
                <a:lnTo>
                  <a:pt x="460" y="261"/>
                </a:lnTo>
                <a:lnTo>
                  <a:pt x="463" y="256"/>
                </a:lnTo>
                <a:lnTo>
                  <a:pt x="465" y="250"/>
                </a:lnTo>
                <a:lnTo>
                  <a:pt x="467" y="244"/>
                </a:lnTo>
                <a:lnTo>
                  <a:pt x="469" y="239"/>
                </a:lnTo>
                <a:lnTo>
                  <a:pt x="471" y="233"/>
                </a:lnTo>
                <a:lnTo>
                  <a:pt x="472" y="227"/>
                </a:lnTo>
                <a:lnTo>
                  <a:pt x="474" y="221"/>
                </a:lnTo>
                <a:lnTo>
                  <a:pt x="475" y="215"/>
                </a:lnTo>
                <a:lnTo>
                  <a:pt x="476" y="209"/>
                </a:lnTo>
                <a:lnTo>
                  <a:pt x="476" y="203"/>
                </a:lnTo>
                <a:lnTo>
                  <a:pt x="476" y="197"/>
                </a:lnTo>
                <a:lnTo>
                  <a:pt x="477" y="191"/>
                </a:lnTo>
                <a:moveTo>
                  <a:pt x="479" y="191"/>
                </a:moveTo>
                <a:lnTo>
                  <a:pt x="479" y="197"/>
                </a:lnTo>
                <a:lnTo>
                  <a:pt x="478" y="203"/>
                </a:lnTo>
                <a:lnTo>
                  <a:pt x="478" y="209"/>
                </a:lnTo>
                <a:lnTo>
                  <a:pt x="477" y="215"/>
                </a:lnTo>
                <a:lnTo>
                  <a:pt x="476" y="221"/>
                </a:lnTo>
                <a:lnTo>
                  <a:pt x="475" y="227"/>
                </a:lnTo>
                <a:lnTo>
                  <a:pt x="473" y="233"/>
                </a:lnTo>
                <a:lnTo>
                  <a:pt x="471" y="239"/>
                </a:lnTo>
                <a:lnTo>
                  <a:pt x="469" y="245"/>
                </a:lnTo>
                <a:lnTo>
                  <a:pt x="467" y="251"/>
                </a:lnTo>
                <a:lnTo>
                  <a:pt x="465" y="256"/>
                </a:lnTo>
                <a:lnTo>
                  <a:pt x="462" y="262"/>
                </a:lnTo>
                <a:lnTo>
                  <a:pt x="459" y="268"/>
                </a:lnTo>
                <a:lnTo>
                  <a:pt x="456" y="273"/>
                </a:lnTo>
                <a:lnTo>
                  <a:pt x="453" y="278"/>
                </a:lnTo>
                <a:lnTo>
                  <a:pt x="449" y="284"/>
                </a:lnTo>
                <a:lnTo>
                  <a:pt x="446" y="290"/>
                </a:lnTo>
                <a:lnTo>
                  <a:pt x="442" y="295"/>
                </a:lnTo>
                <a:lnTo>
                  <a:pt x="438" y="300"/>
                </a:lnTo>
                <a:lnTo>
                  <a:pt x="433" y="305"/>
                </a:lnTo>
                <a:lnTo>
                  <a:pt x="429" y="310"/>
                </a:lnTo>
                <a:lnTo>
                  <a:pt x="424" y="315"/>
                </a:lnTo>
                <a:lnTo>
                  <a:pt x="419" y="319"/>
                </a:lnTo>
                <a:lnTo>
                  <a:pt x="414" y="324"/>
                </a:lnTo>
                <a:lnTo>
                  <a:pt x="409" y="328"/>
                </a:lnTo>
                <a:lnTo>
                  <a:pt x="403" y="332"/>
                </a:lnTo>
                <a:lnTo>
                  <a:pt x="398" y="336"/>
                </a:lnTo>
                <a:lnTo>
                  <a:pt x="392" y="340"/>
                </a:lnTo>
                <a:lnTo>
                  <a:pt x="386" y="344"/>
                </a:lnTo>
                <a:lnTo>
                  <a:pt x="380" y="348"/>
                </a:lnTo>
                <a:lnTo>
                  <a:pt x="374" y="351"/>
                </a:lnTo>
                <a:lnTo>
                  <a:pt x="368" y="354"/>
                </a:lnTo>
                <a:lnTo>
                  <a:pt x="361" y="357"/>
                </a:lnTo>
                <a:lnTo>
                  <a:pt x="355" y="360"/>
                </a:lnTo>
                <a:lnTo>
                  <a:pt x="348" y="363"/>
                </a:lnTo>
                <a:lnTo>
                  <a:pt x="342" y="366"/>
                </a:lnTo>
                <a:lnTo>
                  <a:pt x="335" y="368"/>
                </a:lnTo>
                <a:lnTo>
                  <a:pt x="328" y="371"/>
                </a:lnTo>
                <a:lnTo>
                  <a:pt x="321" y="373"/>
                </a:lnTo>
                <a:lnTo>
                  <a:pt x="314" y="375"/>
                </a:lnTo>
                <a:lnTo>
                  <a:pt x="306" y="377"/>
                </a:lnTo>
                <a:lnTo>
                  <a:pt x="299" y="378"/>
                </a:lnTo>
                <a:lnTo>
                  <a:pt x="292" y="380"/>
                </a:lnTo>
                <a:lnTo>
                  <a:pt x="285" y="381"/>
                </a:lnTo>
                <a:lnTo>
                  <a:pt x="277" y="382"/>
                </a:lnTo>
                <a:lnTo>
                  <a:pt x="270" y="383"/>
                </a:lnTo>
                <a:lnTo>
                  <a:pt x="262" y="383"/>
                </a:lnTo>
                <a:lnTo>
                  <a:pt x="255" y="384"/>
                </a:lnTo>
                <a:lnTo>
                  <a:pt x="247" y="384"/>
                </a:lnTo>
                <a:lnTo>
                  <a:pt x="240" y="384"/>
                </a:lnTo>
                <a:lnTo>
                  <a:pt x="232" y="384"/>
                </a:lnTo>
                <a:lnTo>
                  <a:pt x="225" y="384"/>
                </a:lnTo>
                <a:lnTo>
                  <a:pt x="217" y="383"/>
                </a:lnTo>
                <a:lnTo>
                  <a:pt x="210" y="383"/>
                </a:lnTo>
                <a:lnTo>
                  <a:pt x="202" y="382"/>
                </a:lnTo>
                <a:lnTo>
                  <a:pt x="195" y="381"/>
                </a:lnTo>
                <a:lnTo>
                  <a:pt x="188" y="380"/>
                </a:lnTo>
                <a:lnTo>
                  <a:pt x="180" y="378"/>
                </a:lnTo>
                <a:lnTo>
                  <a:pt x="173" y="377"/>
                </a:lnTo>
                <a:lnTo>
                  <a:pt x="166" y="375"/>
                </a:lnTo>
                <a:lnTo>
                  <a:pt x="159" y="373"/>
                </a:lnTo>
                <a:lnTo>
                  <a:pt x="152" y="371"/>
                </a:lnTo>
                <a:lnTo>
                  <a:pt x="145" y="368"/>
                </a:lnTo>
                <a:lnTo>
                  <a:pt x="138" y="366"/>
                </a:lnTo>
                <a:lnTo>
                  <a:pt x="131" y="363"/>
                </a:lnTo>
                <a:lnTo>
                  <a:pt x="125" y="360"/>
                </a:lnTo>
                <a:lnTo>
                  <a:pt x="118" y="357"/>
                </a:lnTo>
                <a:lnTo>
                  <a:pt x="112" y="354"/>
                </a:lnTo>
                <a:lnTo>
                  <a:pt x="105" y="351"/>
                </a:lnTo>
                <a:lnTo>
                  <a:pt x="99" y="348"/>
                </a:lnTo>
                <a:lnTo>
                  <a:pt x="93" y="344"/>
                </a:lnTo>
                <a:lnTo>
                  <a:pt x="87" y="340"/>
                </a:lnTo>
                <a:lnTo>
                  <a:pt x="82" y="336"/>
                </a:lnTo>
                <a:lnTo>
                  <a:pt x="76" y="332"/>
                </a:lnTo>
                <a:lnTo>
                  <a:pt x="71" y="328"/>
                </a:lnTo>
                <a:lnTo>
                  <a:pt x="66" y="324"/>
                </a:lnTo>
                <a:lnTo>
                  <a:pt x="60" y="319"/>
                </a:lnTo>
                <a:lnTo>
                  <a:pt x="56" y="315"/>
                </a:lnTo>
                <a:lnTo>
                  <a:pt x="51" y="310"/>
                </a:lnTo>
                <a:lnTo>
                  <a:pt x="46" y="305"/>
                </a:lnTo>
                <a:lnTo>
                  <a:pt x="42" y="300"/>
                </a:lnTo>
                <a:lnTo>
                  <a:pt x="38" y="295"/>
                </a:lnTo>
                <a:lnTo>
                  <a:pt x="34" y="290"/>
                </a:lnTo>
                <a:lnTo>
                  <a:pt x="29" y="284"/>
                </a:lnTo>
                <a:lnTo>
                  <a:pt x="26" y="278"/>
                </a:lnTo>
                <a:lnTo>
                  <a:pt x="23" y="273"/>
                </a:lnTo>
                <a:lnTo>
                  <a:pt x="19" y="268"/>
                </a:lnTo>
                <a:lnTo>
                  <a:pt x="17" y="262"/>
                </a:lnTo>
                <a:lnTo>
                  <a:pt x="14" y="256"/>
                </a:lnTo>
                <a:lnTo>
                  <a:pt x="11" y="251"/>
                </a:lnTo>
                <a:lnTo>
                  <a:pt x="9" y="245"/>
                </a:lnTo>
                <a:lnTo>
                  <a:pt x="7" y="239"/>
                </a:lnTo>
                <a:lnTo>
                  <a:pt x="6" y="233"/>
                </a:lnTo>
                <a:lnTo>
                  <a:pt x="4" y="227"/>
                </a:lnTo>
                <a:lnTo>
                  <a:pt x="3" y="221"/>
                </a:lnTo>
                <a:lnTo>
                  <a:pt x="2" y="215"/>
                </a:lnTo>
                <a:lnTo>
                  <a:pt x="1" y="209"/>
                </a:lnTo>
                <a:lnTo>
                  <a:pt x="0" y="203"/>
                </a:lnTo>
                <a:lnTo>
                  <a:pt x="0" y="197"/>
                </a:lnTo>
                <a:lnTo>
                  <a:pt x="0" y="191"/>
                </a:lnTo>
                <a:lnTo>
                  <a:pt x="0" y="185"/>
                </a:lnTo>
                <a:lnTo>
                  <a:pt x="0" y="179"/>
                </a:lnTo>
                <a:lnTo>
                  <a:pt x="1" y="173"/>
                </a:lnTo>
                <a:lnTo>
                  <a:pt x="2" y="167"/>
                </a:lnTo>
                <a:lnTo>
                  <a:pt x="3" y="161"/>
                </a:lnTo>
                <a:lnTo>
                  <a:pt x="4" y="155"/>
                </a:lnTo>
                <a:lnTo>
                  <a:pt x="6" y="150"/>
                </a:lnTo>
                <a:lnTo>
                  <a:pt x="7" y="144"/>
                </a:lnTo>
                <a:lnTo>
                  <a:pt x="9" y="138"/>
                </a:lnTo>
                <a:lnTo>
                  <a:pt x="11" y="132"/>
                </a:lnTo>
                <a:lnTo>
                  <a:pt x="14" y="126"/>
                </a:lnTo>
                <a:lnTo>
                  <a:pt x="17" y="121"/>
                </a:lnTo>
                <a:lnTo>
                  <a:pt x="19" y="115"/>
                </a:lnTo>
                <a:lnTo>
                  <a:pt x="23" y="110"/>
                </a:lnTo>
                <a:lnTo>
                  <a:pt x="26" y="104"/>
                </a:lnTo>
                <a:lnTo>
                  <a:pt x="29" y="99"/>
                </a:lnTo>
                <a:lnTo>
                  <a:pt x="34" y="94"/>
                </a:lnTo>
                <a:lnTo>
                  <a:pt x="38" y="89"/>
                </a:lnTo>
                <a:lnTo>
                  <a:pt x="42" y="84"/>
                </a:lnTo>
                <a:lnTo>
                  <a:pt x="46" y="79"/>
                </a:lnTo>
                <a:lnTo>
                  <a:pt x="51" y="74"/>
                </a:lnTo>
                <a:lnTo>
                  <a:pt x="56" y="69"/>
                </a:lnTo>
                <a:lnTo>
                  <a:pt x="60" y="65"/>
                </a:lnTo>
                <a:lnTo>
                  <a:pt x="66" y="60"/>
                </a:lnTo>
                <a:lnTo>
                  <a:pt x="71" y="56"/>
                </a:lnTo>
                <a:lnTo>
                  <a:pt x="76" y="52"/>
                </a:lnTo>
                <a:lnTo>
                  <a:pt x="82" y="48"/>
                </a:lnTo>
                <a:lnTo>
                  <a:pt x="87" y="44"/>
                </a:lnTo>
                <a:lnTo>
                  <a:pt x="93" y="40"/>
                </a:lnTo>
                <a:lnTo>
                  <a:pt x="99" y="36"/>
                </a:lnTo>
                <a:lnTo>
                  <a:pt x="105" y="33"/>
                </a:lnTo>
                <a:lnTo>
                  <a:pt x="112" y="29"/>
                </a:lnTo>
                <a:lnTo>
                  <a:pt x="118" y="26"/>
                </a:lnTo>
                <a:lnTo>
                  <a:pt x="125" y="23"/>
                </a:lnTo>
                <a:lnTo>
                  <a:pt x="131" y="21"/>
                </a:lnTo>
                <a:lnTo>
                  <a:pt x="138" y="18"/>
                </a:lnTo>
                <a:lnTo>
                  <a:pt x="145" y="15"/>
                </a:lnTo>
                <a:lnTo>
                  <a:pt x="152" y="13"/>
                </a:lnTo>
                <a:lnTo>
                  <a:pt x="159" y="11"/>
                </a:lnTo>
                <a:lnTo>
                  <a:pt x="166" y="9"/>
                </a:lnTo>
                <a:lnTo>
                  <a:pt x="173" y="7"/>
                </a:lnTo>
                <a:lnTo>
                  <a:pt x="180" y="6"/>
                </a:lnTo>
                <a:lnTo>
                  <a:pt x="188" y="4"/>
                </a:lnTo>
                <a:lnTo>
                  <a:pt x="195" y="3"/>
                </a:lnTo>
                <a:lnTo>
                  <a:pt x="202" y="2"/>
                </a:lnTo>
                <a:lnTo>
                  <a:pt x="210" y="1"/>
                </a:lnTo>
                <a:lnTo>
                  <a:pt x="217" y="0"/>
                </a:lnTo>
                <a:lnTo>
                  <a:pt x="225" y="0"/>
                </a:lnTo>
                <a:lnTo>
                  <a:pt x="232" y="0"/>
                </a:lnTo>
                <a:lnTo>
                  <a:pt x="240" y="0"/>
                </a:lnTo>
                <a:lnTo>
                  <a:pt x="247" y="0"/>
                </a:lnTo>
                <a:lnTo>
                  <a:pt x="255" y="0"/>
                </a:lnTo>
                <a:lnTo>
                  <a:pt x="262" y="0"/>
                </a:lnTo>
                <a:lnTo>
                  <a:pt x="270" y="1"/>
                </a:lnTo>
                <a:lnTo>
                  <a:pt x="277" y="2"/>
                </a:lnTo>
                <a:lnTo>
                  <a:pt x="285" y="3"/>
                </a:lnTo>
                <a:lnTo>
                  <a:pt x="292" y="4"/>
                </a:lnTo>
                <a:lnTo>
                  <a:pt x="299" y="6"/>
                </a:lnTo>
                <a:lnTo>
                  <a:pt x="306" y="7"/>
                </a:lnTo>
                <a:lnTo>
                  <a:pt x="314" y="9"/>
                </a:lnTo>
                <a:lnTo>
                  <a:pt x="321" y="11"/>
                </a:lnTo>
                <a:lnTo>
                  <a:pt x="328" y="13"/>
                </a:lnTo>
                <a:lnTo>
                  <a:pt x="335" y="15"/>
                </a:lnTo>
                <a:lnTo>
                  <a:pt x="342" y="18"/>
                </a:lnTo>
                <a:lnTo>
                  <a:pt x="348" y="21"/>
                </a:lnTo>
                <a:lnTo>
                  <a:pt x="355" y="23"/>
                </a:lnTo>
                <a:lnTo>
                  <a:pt x="361" y="26"/>
                </a:lnTo>
                <a:lnTo>
                  <a:pt x="368" y="29"/>
                </a:lnTo>
                <a:lnTo>
                  <a:pt x="374" y="33"/>
                </a:lnTo>
                <a:lnTo>
                  <a:pt x="380" y="36"/>
                </a:lnTo>
                <a:lnTo>
                  <a:pt x="386" y="40"/>
                </a:lnTo>
                <a:lnTo>
                  <a:pt x="392" y="44"/>
                </a:lnTo>
                <a:lnTo>
                  <a:pt x="398" y="48"/>
                </a:lnTo>
                <a:lnTo>
                  <a:pt x="403" y="52"/>
                </a:lnTo>
                <a:lnTo>
                  <a:pt x="409" y="56"/>
                </a:lnTo>
                <a:lnTo>
                  <a:pt x="414" y="60"/>
                </a:lnTo>
                <a:lnTo>
                  <a:pt x="419" y="65"/>
                </a:lnTo>
                <a:lnTo>
                  <a:pt x="424" y="69"/>
                </a:lnTo>
                <a:lnTo>
                  <a:pt x="429" y="74"/>
                </a:lnTo>
                <a:lnTo>
                  <a:pt x="433" y="79"/>
                </a:lnTo>
                <a:lnTo>
                  <a:pt x="438" y="84"/>
                </a:lnTo>
                <a:lnTo>
                  <a:pt x="442" y="89"/>
                </a:lnTo>
                <a:lnTo>
                  <a:pt x="446" y="94"/>
                </a:lnTo>
                <a:lnTo>
                  <a:pt x="449" y="99"/>
                </a:lnTo>
                <a:lnTo>
                  <a:pt x="453" y="104"/>
                </a:lnTo>
                <a:lnTo>
                  <a:pt x="456" y="110"/>
                </a:lnTo>
                <a:lnTo>
                  <a:pt x="459" y="115"/>
                </a:lnTo>
                <a:lnTo>
                  <a:pt x="462" y="121"/>
                </a:lnTo>
                <a:lnTo>
                  <a:pt x="465" y="126"/>
                </a:lnTo>
                <a:lnTo>
                  <a:pt x="467" y="132"/>
                </a:lnTo>
                <a:lnTo>
                  <a:pt x="469" y="138"/>
                </a:lnTo>
                <a:lnTo>
                  <a:pt x="471" y="144"/>
                </a:lnTo>
                <a:lnTo>
                  <a:pt x="473" y="150"/>
                </a:lnTo>
                <a:lnTo>
                  <a:pt x="475" y="155"/>
                </a:lnTo>
                <a:lnTo>
                  <a:pt x="476" y="161"/>
                </a:lnTo>
                <a:lnTo>
                  <a:pt x="477" y="167"/>
                </a:lnTo>
                <a:lnTo>
                  <a:pt x="478" y="173"/>
                </a:lnTo>
                <a:lnTo>
                  <a:pt x="478" y="179"/>
                </a:lnTo>
                <a:lnTo>
                  <a:pt x="479" y="185"/>
                </a:lnTo>
                <a:lnTo>
                  <a:pt x="479" y="191"/>
                </a:lnTo>
                <a:close/>
              </a:path>
            </a:pathLst>
          </a:custGeom>
          <a:solidFill>
            <a:srgbClr val="ffe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4" name=""/>
          <p:cNvSpPr/>
          <p:nvPr/>
        </p:nvSpPr>
        <p:spPr>
          <a:xfrm>
            <a:off x="4891680" y="1758240"/>
            <a:ext cx="174240" cy="139680"/>
          </a:xfrm>
          <a:custGeom>
            <a:avLst/>
            <a:gdLst/>
            <a:ahLst/>
            <a:rect l="0" t="0" r="r" b="b"/>
            <a:pathLst>
              <a:path w="484" h="388">
                <a:moveTo>
                  <a:pt x="482" y="193"/>
                </a:moveTo>
                <a:lnTo>
                  <a:pt x="482" y="187"/>
                </a:lnTo>
                <a:lnTo>
                  <a:pt x="481" y="181"/>
                </a:lnTo>
                <a:lnTo>
                  <a:pt x="481" y="175"/>
                </a:lnTo>
                <a:lnTo>
                  <a:pt x="480" y="169"/>
                </a:lnTo>
                <a:lnTo>
                  <a:pt x="479" y="163"/>
                </a:lnTo>
                <a:lnTo>
                  <a:pt x="478" y="157"/>
                </a:lnTo>
                <a:lnTo>
                  <a:pt x="476" y="152"/>
                </a:lnTo>
                <a:lnTo>
                  <a:pt x="474" y="146"/>
                </a:lnTo>
                <a:lnTo>
                  <a:pt x="472" y="140"/>
                </a:lnTo>
                <a:lnTo>
                  <a:pt x="470" y="134"/>
                </a:lnTo>
                <a:lnTo>
                  <a:pt x="468" y="128"/>
                </a:lnTo>
                <a:lnTo>
                  <a:pt x="465" y="123"/>
                </a:lnTo>
                <a:lnTo>
                  <a:pt x="462" y="117"/>
                </a:lnTo>
                <a:lnTo>
                  <a:pt x="459" y="112"/>
                </a:lnTo>
                <a:lnTo>
                  <a:pt x="456" y="106"/>
                </a:lnTo>
                <a:lnTo>
                  <a:pt x="452" y="101"/>
                </a:lnTo>
                <a:lnTo>
                  <a:pt x="449" y="96"/>
                </a:lnTo>
                <a:lnTo>
                  <a:pt x="445" y="91"/>
                </a:lnTo>
                <a:lnTo>
                  <a:pt x="441" y="86"/>
                </a:lnTo>
                <a:lnTo>
                  <a:pt x="436" y="81"/>
                </a:lnTo>
                <a:lnTo>
                  <a:pt x="432" y="76"/>
                </a:lnTo>
                <a:lnTo>
                  <a:pt x="427" y="71"/>
                </a:lnTo>
                <a:lnTo>
                  <a:pt x="422" y="67"/>
                </a:lnTo>
                <a:lnTo>
                  <a:pt x="417" y="62"/>
                </a:lnTo>
                <a:lnTo>
                  <a:pt x="412" y="58"/>
                </a:lnTo>
                <a:lnTo>
                  <a:pt x="406" y="54"/>
                </a:lnTo>
                <a:lnTo>
                  <a:pt x="401" y="50"/>
                </a:lnTo>
                <a:lnTo>
                  <a:pt x="395" y="46"/>
                </a:lnTo>
                <a:lnTo>
                  <a:pt x="389" y="42"/>
                </a:lnTo>
                <a:lnTo>
                  <a:pt x="383" y="38"/>
                </a:lnTo>
                <a:lnTo>
                  <a:pt x="377" y="35"/>
                </a:lnTo>
                <a:lnTo>
                  <a:pt x="371" y="31"/>
                </a:lnTo>
                <a:lnTo>
                  <a:pt x="364" y="28"/>
                </a:lnTo>
                <a:lnTo>
                  <a:pt x="358" y="25"/>
                </a:lnTo>
                <a:lnTo>
                  <a:pt x="351" y="23"/>
                </a:lnTo>
                <a:lnTo>
                  <a:pt x="345" y="20"/>
                </a:lnTo>
                <a:lnTo>
                  <a:pt x="338" y="17"/>
                </a:lnTo>
                <a:lnTo>
                  <a:pt x="331" y="15"/>
                </a:lnTo>
                <a:lnTo>
                  <a:pt x="324" y="13"/>
                </a:lnTo>
                <a:lnTo>
                  <a:pt x="317" y="11"/>
                </a:lnTo>
                <a:lnTo>
                  <a:pt x="309" y="9"/>
                </a:lnTo>
                <a:lnTo>
                  <a:pt x="302" y="8"/>
                </a:lnTo>
                <a:lnTo>
                  <a:pt x="295" y="6"/>
                </a:lnTo>
                <a:lnTo>
                  <a:pt x="288" y="5"/>
                </a:lnTo>
                <a:lnTo>
                  <a:pt x="280" y="4"/>
                </a:lnTo>
                <a:lnTo>
                  <a:pt x="273" y="3"/>
                </a:lnTo>
                <a:lnTo>
                  <a:pt x="265" y="2"/>
                </a:lnTo>
                <a:lnTo>
                  <a:pt x="258" y="2"/>
                </a:lnTo>
                <a:lnTo>
                  <a:pt x="250" y="2"/>
                </a:lnTo>
                <a:lnTo>
                  <a:pt x="243" y="2"/>
                </a:lnTo>
                <a:lnTo>
                  <a:pt x="235" y="2"/>
                </a:lnTo>
                <a:lnTo>
                  <a:pt x="228" y="2"/>
                </a:lnTo>
                <a:lnTo>
                  <a:pt x="220" y="2"/>
                </a:lnTo>
                <a:lnTo>
                  <a:pt x="213" y="3"/>
                </a:lnTo>
                <a:lnTo>
                  <a:pt x="205" y="4"/>
                </a:lnTo>
                <a:lnTo>
                  <a:pt x="198" y="5"/>
                </a:lnTo>
                <a:lnTo>
                  <a:pt x="191" y="6"/>
                </a:lnTo>
                <a:lnTo>
                  <a:pt x="183" y="8"/>
                </a:lnTo>
                <a:lnTo>
                  <a:pt x="176" y="9"/>
                </a:lnTo>
                <a:lnTo>
                  <a:pt x="169" y="11"/>
                </a:lnTo>
                <a:lnTo>
                  <a:pt x="162" y="13"/>
                </a:lnTo>
                <a:lnTo>
                  <a:pt x="155" y="15"/>
                </a:lnTo>
                <a:lnTo>
                  <a:pt x="147" y="17"/>
                </a:lnTo>
                <a:lnTo>
                  <a:pt x="140" y="20"/>
                </a:lnTo>
                <a:lnTo>
                  <a:pt x="133" y="23"/>
                </a:lnTo>
                <a:lnTo>
                  <a:pt x="127" y="25"/>
                </a:lnTo>
                <a:lnTo>
                  <a:pt x="120" y="28"/>
                </a:lnTo>
                <a:lnTo>
                  <a:pt x="114" y="31"/>
                </a:lnTo>
                <a:lnTo>
                  <a:pt x="107" y="35"/>
                </a:lnTo>
                <a:lnTo>
                  <a:pt x="101" y="38"/>
                </a:lnTo>
                <a:lnTo>
                  <a:pt x="95" y="42"/>
                </a:lnTo>
                <a:lnTo>
                  <a:pt x="89" y="46"/>
                </a:lnTo>
                <a:lnTo>
                  <a:pt x="84" y="50"/>
                </a:lnTo>
                <a:lnTo>
                  <a:pt x="78" y="54"/>
                </a:lnTo>
                <a:lnTo>
                  <a:pt x="73" y="58"/>
                </a:lnTo>
                <a:lnTo>
                  <a:pt x="68" y="62"/>
                </a:lnTo>
                <a:lnTo>
                  <a:pt x="62" y="67"/>
                </a:lnTo>
                <a:lnTo>
                  <a:pt x="58" y="71"/>
                </a:lnTo>
                <a:lnTo>
                  <a:pt x="53" y="76"/>
                </a:lnTo>
                <a:lnTo>
                  <a:pt x="48" y="81"/>
                </a:lnTo>
                <a:lnTo>
                  <a:pt x="44" y="86"/>
                </a:lnTo>
                <a:lnTo>
                  <a:pt x="40" y="91"/>
                </a:lnTo>
                <a:lnTo>
                  <a:pt x="36" y="96"/>
                </a:lnTo>
                <a:lnTo>
                  <a:pt x="32" y="101"/>
                </a:lnTo>
                <a:lnTo>
                  <a:pt x="29" y="106"/>
                </a:lnTo>
                <a:lnTo>
                  <a:pt x="26" y="112"/>
                </a:lnTo>
                <a:lnTo>
                  <a:pt x="22" y="117"/>
                </a:lnTo>
                <a:lnTo>
                  <a:pt x="20" y="123"/>
                </a:lnTo>
                <a:lnTo>
                  <a:pt x="17" y="128"/>
                </a:lnTo>
                <a:lnTo>
                  <a:pt x="14" y="134"/>
                </a:lnTo>
                <a:lnTo>
                  <a:pt x="12" y="140"/>
                </a:lnTo>
                <a:lnTo>
                  <a:pt x="10" y="146"/>
                </a:lnTo>
                <a:lnTo>
                  <a:pt x="9" y="152"/>
                </a:lnTo>
                <a:lnTo>
                  <a:pt x="7" y="157"/>
                </a:lnTo>
                <a:lnTo>
                  <a:pt x="6" y="163"/>
                </a:lnTo>
                <a:lnTo>
                  <a:pt x="5" y="169"/>
                </a:lnTo>
                <a:lnTo>
                  <a:pt x="4" y="175"/>
                </a:lnTo>
                <a:lnTo>
                  <a:pt x="3" y="181"/>
                </a:lnTo>
                <a:lnTo>
                  <a:pt x="3" y="187"/>
                </a:lnTo>
                <a:lnTo>
                  <a:pt x="3" y="193"/>
                </a:lnTo>
                <a:lnTo>
                  <a:pt x="3" y="199"/>
                </a:lnTo>
                <a:lnTo>
                  <a:pt x="3" y="205"/>
                </a:lnTo>
                <a:lnTo>
                  <a:pt x="4" y="211"/>
                </a:lnTo>
                <a:lnTo>
                  <a:pt x="5" y="217"/>
                </a:lnTo>
                <a:lnTo>
                  <a:pt x="6" y="223"/>
                </a:lnTo>
                <a:lnTo>
                  <a:pt x="7" y="229"/>
                </a:lnTo>
                <a:lnTo>
                  <a:pt x="9" y="235"/>
                </a:lnTo>
                <a:lnTo>
                  <a:pt x="10" y="241"/>
                </a:lnTo>
                <a:lnTo>
                  <a:pt x="12" y="247"/>
                </a:lnTo>
                <a:lnTo>
                  <a:pt x="14" y="253"/>
                </a:lnTo>
                <a:lnTo>
                  <a:pt x="17" y="258"/>
                </a:lnTo>
                <a:lnTo>
                  <a:pt x="20" y="264"/>
                </a:lnTo>
                <a:lnTo>
                  <a:pt x="22" y="270"/>
                </a:lnTo>
                <a:lnTo>
                  <a:pt x="26" y="275"/>
                </a:lnTo>
                <a:lnTo>
                  <a:pt x="29" y="280"/>
                </a:lnTo>
                <a:lnTo>
                  <a:pt x="32" y="286"/>
                </a:lnTo>
                <a:lnTo>
                  <a:pt x="36" y="291"/>
                </a:lnTo>
                <a:lnTo>
                  <a:pt x="40" y="296"/>
                </a:lnTo>
                <a:lnTo>
                  <a:pt x="44" y="301"/>
                </a:lnTo>
                <a:lnTo>
                  <a:pt x="48" y="306"/>
                </a:lnTo>
                <a:lnTo>
                  <a:pt x="53" y="311"/>
                </a:lnTo>
                <a:lnTo>
                  <a:pt x="58" y="316"/>
                </a:lnTo>
                <a:lnTo>
                  <a:pt x="62" y="320"/>
                </a:lnTo>
                <a:lnTo>
                  <a:pt x="68" y="325"/>
                </a:lnTo>
                <a:lnTo>
                  <a:pt x="73" y="329"/>
                </a:lnTo>
                <a:lnTo>
                  <a:pt x="78" y="333"/>
                </a:lnTo>
                <a:lnTo>
                  <a:pt x="84" y="337"/>
                </a:lnTo>
                <a:lnTo>
                  <a:pt x="89" y="342"/>
                </a:lnTo>
                <a:lnTo>
                  <a:pt x="95" y="346"/>
                </a:lnTo>
                <a:lnTo>
                  <a:pt x="101" y="350"/>
                </a:lnTo>
                <a:lnTo>
                  <a:pt x="107" y="353"/>
                </a:lnTo>
                <a:lnTo>
                  <a:pt x="114" y="356"/>
                </a:lnTo>
                <a:lnTo>
                  <a:pt x="120" y="359"/>
                </a:lnTo>
                <a:lnTo>
                  <a:pt x="127" y="362"/>
                </a:lnTo>
                <a:lnTo>
                  <a:pt x="133" y="365"/>
                </a:lnTo>
                <a:lnTo>
                  <a:pt x="140" y="368"/>
                </a:lnTo>
                <a:lnTo>
                  <a:pt x="147" y="370"/>
                </a:lnTo>
                <a:lnTo>
                  <a:pt x="155" y="373"/>
                </a:lnTo>
                <a:lnTo>
                  <a:pt x="162" y="375"/>
                </a:lnTo>
                <a:lnTo>
                  <a:pt x="169" y="377"/>
                </a:lnTo>
                <a:lnTo>
                  <a:pt x="176" y="379"/>
                </a:lnTo>
                <a:lnTo>
                  <a:pt x="183" y="380"/>
                </a:lnTo>
                <a:lnTo>
                  <a:pt x="191" y="382"/>
                </a:lnTo>
                <a:lnTo>
                  <a:pt x="198" y="383"/>
                </a:lnTo>
                <a:lnTo>
                  <a:pt x="205" y="384"/>
                </a:lnTo>
                <a:lnTo>
                  <a:pt x="213" y="385"/>
                </a:lnTo>
                <a:lnTo>
                  <a:pt x="220" y="385"/>
                </a:lnTo>
                <a:lnTo>
                  <a:pt x="228" y="386"/>
                </a:lnTo>
                <a:lnTo>
                  <a:pt x="235" y="386"/>
                </a:lnTo>
                <a:lnTo>
                  <a:pt x="243" y="386"/>
                </a:lnTo>
                <a:lnTo>
                  <a:pt x="250" y="386"/>
                </a:lnTo>
                <a:lnTo>
                  <a:pt x="258" y="386"/>
                </a:lnTo>
                <a:lnTo>
                  <a:pt x="265" y="385"/>
                </a:lnTo>
                <a:lnTo>
                  <a:pt x="273" y="385"/>
                </a:lnTo>
                <a:lnTo>
                  <a:pt x="280" y="384"/>
                </a:lnTo>
                <a:lnTo>
                  <a:pt x="288" y="383"/>
                </a:lnTo>
                <a:lnTo>
                  <a:pt x="295" y="382"/>
                </a:lnTo>
                <a:lnTo>
                  <a:pt x="302" y="380"/>
                </a:lnTo>
                <a:lnTo>
                  <a:pt x="309" y="379"/>
                </a:lnTo>
                <a:lnTo>
                  <a:pt x="317" y="377"/>
                </a:lnTo>
                <a:lnTo>
                  <a:pt x="324" y="375"/>
                </a:lnTo>
                <a:lnTo>
                  <a:pt x="331" y="373"/>
                </a:lnTo>
                <a:lnTo>
                  <a:pt x="338" y="370"/>
                </a:lnTo>
                <a:lnTo>
                  <a:pt x="345" y="368"/>
                </a:lnTo>
                <a:lnTo>
                  <a:pt x="351" y="365"/>
                </a:lnTo>
                <a:lnTo>
                  <a:pt x="358" y="362"/>
                </a:lnTo>
                <a:lnTo>
                  <a:pt x="364" y="359"/>
                </a:lnTo>
                <a:lnTo>
                  <a:pt x="371" y="356"/>
                </a:lnTo>
                <a:lnTo>
                  <a:pt x="377" y="353"/>
                </a:lnTo>
                <a:lnTo>
                  <a:pt x="383" y="350"/>
                </a:lnTo>
                <a:lnTo>
                  <a:pt x="389" y="346"/>
                </a:lnTo>
                <a:lnTo>
                  <a:pt x="395" y="342"/>
                </a:lnTo>
                <a:lnTo>
                  <a:pt x="401" y="337"/>
                </a:lnTo>
                <a:lnTo>
                  <a:pt x="406" y="333"/>
                </a:lnTo>
                <a:lnTo>
                  <a:pt x="412" y="329"/>
                </a:lnTo>
                <a:lnTo>
                  <a:pt x="417" y="325"/>
                </a:lnTo>
                <a:lnTo>
                  <a:pt x="422" y="320"/>
                </a:lnTo>
                <a:lnTo>
                  <a:pt x="427" y="316"/>
                </a:lnTo>
                <a:lnTo>
                  <a:pt x="432" y="311"/>
                </a:lnTo>
                <a:lnTo>
                  <a:pt x="436" y="306"/>
                </a:lnTo>
                <a:lnTo>
                  <a:pt x="441" y="301"/>
                </a:lnTo>
                <a:lnTo>
                  <a:pt x="445" y="296"/>
                </a:lnTo>
                <a:lnTo>
                  <a:pt x="449" y="291"/>
                </a:lnTo>
                <a:lnTo>
                  <a:pt x="452" y="286"/>
                </a:lnTo>
                <a:lnTo>
                  <a:pt x="456" y="280"/>
                </a:lnTo>
                <a:lnTo>
                  <a:pt x="459" y="275"/>
                </a:lnTo>
                <a:lnTo>
                  <a:pt x="462" y="270"/>
                </a:lnTo>
                <a:lnTo>
                  <a:pt x="465" y="264"/>
                </a:lnTo>
                <a:lnTo>
                  <a:pt x="468" y="258"/>
                </a:lnTo>
                <a:lnTo>
                  <a:pt x="470" y="253"/>
                </a:lnTo>
                <a:lnTo>
                  <a:pt x="472" y="247"/>
                </a:lnTo>
                <a:lnTo>
                  <a:pt x="474" y="241"/>
                </a:lnTo>
                <a:lnTo>
                  <a:pt x="476" y="235"/>
                </a:lnTo>
                <a:lnTo>
                  <a:pt x="478" y="229"/>
                </a:lnTo>
                <a:lnTo>
                  <a:pt x="479" y="223"/>
                </a:lnTo>
                <a:lnTo>
                  <a:pt x="480" y="217"/>
                </a:lnTo>
                <a:lnTo>
                  <a:pt x="481" y="211"/>
                </a:lnTo>
                <a:lnTo>
                  <a:pt x="481" y="205"/>
                </a:lnTo>
                <a:lnTo>
                  <a:pt x="482" y="199"/>
                </a:lnTo>
                <a:lnTo>
                  <a:pt x="482" y="193"/>
                </a:lnTo>
                <a:moveTo>
                  <a:pt x="484" y="193"/>
                </a:moveTo>
                <a:lnTo>
                  <a:pt x="484" y="199"/>
                </a:lnTo>
                <a:lnTo>
                  <a:pt x="484" y="206"/>
                </a:lnTo>
                <a:lnTo>
                  <a:pt x="483" y="212"/>
                </a:lnTo>
                <a:lnTo>
                  <a:pt x="482" y="218"/>
                </a:lnTo>
                <a:lnTo>
                  <a:pt x="481" y="224"/>
                </a:lnTo>
                <a:lnTo>
                  <a:pt x="480" y="230"/>
                </a:lnTo>
                <a:lnTo>
                  <a:pt x="478" y="236"/>
                </a:lnTo>
                <a:lnTo>
                  <a:pt x="477" y="242"/>
                </a:lnTo>
                <a:lnTo>
                  <a:pt x="475" y="247"/>
                </a:lnTo>
                <a:lnTo>
                  <a:pt x="472" y="253"/>
                </a:lnTo>
                <a:lnTo>
                  <a:pt x="470" y="259"/>
                </a:lnTo>
                <a:lnTo>
                  <a:pt x="467" y="265"/>
                </a:lnTo>
                <a:lnTo>
                  <a:pt x="464" y="270"/>
                </a:lnTo>
                <a:lnTo>
                  <a:pt x="461" y="276"/>
                </a:lnTo>
                <a:lnTo>
                  <a:pt x="458" y="281"/>
                </a:lnTo>
                <a:lnTo>
                  <a:pt x="454" y="287"/>
                </a:lnTo>
                <a:lnTo>
                  <a:pt x="451" y="292"/>
                </a:lnTo>
                <a:lnTo>
                  <a:pt x="447" y="297"/>
                </a:lnTo>
                <a:lnTo>
                  <a:pt x="442" y="302"/>
                </a:lnTo>
                <a:lnTo>
                  <a:pt x="438" y="307"/>
                </a:lnTo>
                <a:lnTo>
                  <a:pt x="434" y="312"/>
                </a:lnTo>
                <a:lnTo>
                  <a:pt x="429" y="317"/>
                </a:lnTo>
                <a:lnTo>
                  <a:pt x="424" y="321"/>
                </a:lnTo>
                <a:lnTo>
                  <a:pt x="419" y="326"/>
                </a:lnTo>
                <a:lnTo>
                  <a:pt x="413" y="330"/>
                </a:lnTo>
                <a:lnTo>
                  <a:pt x="408" y="335"/>
                </a:lnTo>
                <a:lnTo>
                  <a:pt x="402" y="339"/>
                </a:lnTo>
                <a:lnTo>
                  <a:pt x="397" y="344"/>
                </a:lnTo>
                <a:lnTo>
                  <a:pt x="391" y="347"/>
                </a:lnTo>
                <a:lnTo>
                  <a:pt x="385" y="351"/>
                </a:lnTo>
                <a:lnTo>
                  <a:pt x="378" y="355"/>
                </a:lnTo>
                <a:lnTo>
                  <a:pt x="372" y="358"/>
                </a:lnTo>
                <a:lnTo>
                  <a:pt x="366" y="361"/>
                </a:lnTo>
                <a:lnTo>
                  <a:pt x="359" y="364"/>
                </a:lnTo>
                <a:lnTo>
                  <a:pt x="352" y="367"/>
                </a:lnTo>
                <a:lnTo>
                  <a:pt x="346" y="370"/>
                </a:lnTo>
                <a:lnTo>
                  <a:pt x="339" y="372"/>
                </a:lnTo>
                <a:lnTo>
                  <a:pt x="332" y="374"/>
                </a:lnTo>
                <a:lnTo>
                  <a:pt x="325" y="377"/>
                </a:lnTo>
                <a:lnTo>
                  <a:pt x="317" y="379"/>
                </a:lnTo>
                <a:lnTo>
                  <a:pt x="310" y="380"/>
                </a:lnTo>
                <a:lnTo>
                  <a:pt x="303" y="382"/>
                </a:lnTo>
                <a:lnTo>
                  <a:pt x="295" y="383"/>
                </a:lnTo>
                <a:lnTo>
                  <a:pt x="288" y="385"/>
                </a:lnTo>
                <a:lnTo>
                  <a:pt x="281" y="386"/>
                </a:lnTo>
                <a:lnTo>
                  <a:pt x="273" y="386"/>
                </a:lnTo>
                <a:lnTo>
                  <a:pt x="266" y="387"/>
                </a:lnTo>
                <a:lnTo>
                  <a:pt x="258" y="388"/>
                </a:lnTo>
                <a:lnTo>
                  <a:pt x="250" y="388"/>
                </a:lnTo>
                <a:lnTo>
                  <a:pt x="243" y="388"/>
                </a:lnTo>
                <a:lnTo>
                  <a:pt x="235" y="388"/>
                </a:lnTo>
                <a:lnTo>
                  <a:pt x="228" y="388"/>
                </a:lnTo>
                <a:lnTo>
                  <a:pt x="220" y="387"/>
                </a:lnTo>
                <a:lnTo>
                  <a:pt x="213" y="386"/>
                </a:lnTo>
                <a:lnTo>
                  <a:pt x="205" y="386"/>
                </a:lnTo>
                <a:lnTo>
                  <a:pt x="198" y="385"/>
                </a:lnTo>
                <a:lnTo>
                  <a:pt x="190" y="383"/>
                </a:lnTo>
                <a:lnTo>
                  <a:pt x="183" y="382"/>
                </a:lnTo>
                <a:lnTo>
                  <a:pt x="175" y="380"/>
                </a:lnTo>
                <a:lnTo>
                  <a:pt x="168" y="379"/>
                </a:lnTo>
                <a:lnTo>
                  <a:pt x="161" y="377"/>
                </a:lnTo>
                <a:lnTo>
                  <a:pt x="154" y="374"/>
                </a:lnTo>
                <a:lnTo>
                  <a:pt x="146" y="372"/>
                </a:lnTo>
                <a:lnTo>
                  <a:pt x="139" y="370"/>
                </a:lnTo>
                <a:lnTo>
                  <a:pt x="132" y="367"/>
                </a:lnTo>
                <a:lnTo>
                  <a:pt x="126" y="364"/>
                </a:lnTo>
                <a:lnTo>
                  <a:pt x="119" y="361"/>
                </a:lnTo>
                <a:lnTo>
                  <a:pt x="112" y="358"/>
                </a:lnTo>
                <a:lnTo>
                  <a:pt x="106" y="355"/>
                </a:lnTo>
                <a:lnTo>
                  <a:pt x="100" y="351"/>
                </a:lnTo>
                <a:lnTo>
                  <a:pt x="94" y="347"/>
                </a:lnTo>
                <a:lnTo>
                  <a:pt x="88" y="344"/>
                </a:lnTo>
                <a:lnTo>
                  <a:pt x="82" y="339"/>
                </a:lnTo>
                <a:lnTo>
                  <a:pt x="77" y="335"/>
                </a:lnTo>
                <a:lnTo>
                  <a:pt x="71" y="330"/>
                </a:lnTo>
                <a:lnTo>
                  <a:pt x="66" y="326"/>
                </a:lnTo>
                <a:lnTo>
                  <a:pt x="61" y="321"/>
                </a:lnTo>
                <a:lnTo>
                  <a:pt x="56" y="317"/>
                </a:lnTo>
                <a:lnTo>
                  <a:pt x="51" y="312"/>
                </a:lnTo>
                <a:lnTo>
                  <a:pt x="47" y="307"/>
                </a:lnTo>
                <a:lnTo>
                  <a:pt x="42" y="302"/>
                </a:lnTo>
                <a:lnTo>
                  <a:pt x="38" y="297"/>
                </a:lnTo>
                <a:lnTo>
                  <a:pt x="34" y="292"/>
                </a:lnTo>
                <a:lnTo>
                  <a:pt x="30" y="287"/>
                </a:lnTo>
                <a:lnTo>
                  <a:pt x="27" y="281"/>
                </a:lnTo>
                <a:lnTo>
                  <a:pt x="23" y="276"/>
                </a:lnTo>
                <a:lnTo>
                  <a:pt x="20" y="270"/>
                </a:lnTo>
                <a:lnTo>
                  <a:pt x="17" y="265"/>
                </a:lnTo>
                <a:lnTo>
                  <a:pt x="15" y="259"/>
                </a:lnTo>
                <a:lnTo>
                  <a:pt x="12" y="253"/>
                </a:lnTo>
                <a:lnTo>
                  <a:pt x="10" y="247"/>
                </a:lnTo>
                <a:lnTo>
                  <a:pt x="8" y="242"/>
                </a:lnTo>
                <a:lnTo>
                  <a:pt x="6" y="236"/>
                </a:lnTo>
                <a:lnTo>
                  <a:pt x="5" y="230"/>
                </a:lnTo>
                <a:lnTo>
                  <a:pt x="3" y="224"/>
                </a:lnTo>
                <a:lnTo>
                  <a:pt x="2" y="218"/>
                </a:lnTo>
                <a:lnTo>
                  <a:pt x="2" y="212"/>
                </a:lnTo>
                <a:lnTo>
                  <a:pt x="1" y="206"/>
                </a:lnTo>
                <a:lnTo>
                  <a:pt x="1" y="199"/>
                </a:lnTo>
                <a:lnTo>
                  <a:pt x="0" y="193"/>
                </a:lnTo>
                <a:lnTo>
                  <a:pt x="1" y="187"/>
                </a:lnTo>
                <a:lnTo>
                  <a:pt x="1" y="181"/>
                </a:lnTo>
                <a:lnTo>
                  <a:pt x="2" y="175"/>
                </a:lnTo>
                <a:lnTo>
                  <a:pt x="2" y="169"/>
                </a:lnTo>
                <a:lnTo>
                  <a:pt x="3" y="163"/>
                </a:lnTo>
                <a:lnTo>
                  <a:pt x="5" y="157"/>
                </a:lnTo>
                <a:lnTo>
                  <a:pt x="6" y="151"/>
                </a:lnTo>
                <a:lnTo>
                  <a:pt x="8" y="145"/>
                </a:lnTo>
                <a:lnTo>
                  <a:pt x="10" y="139"/>
                </a:lnTo>
                <a:lnTo>
                  <a:pt x="12" y="134"/>
                </a:lnTo>
                <a:lnTo>
                  <a:pt x="15" y="128"/>
                </a:lnTo>
                <a:lnTo>
                  <a:pt x="17" y="122"/>
                </a:lnTo>
                <a:lnTo>
                  <a:pt x="20" y="116"/>
                </a:lnTo>
                <a:lnTo>
                  <a:pt x="23" y="111"/>
                </a:lnTo>
                <a:lnTo>
                  <a:pt x="27" y="105"/>
                </a:lnTo>
                <a:lnTo>
                  <a:pt x="30" y="100"/>
                </a:lnTo>
                <a:lnTo>
                  <a:pt x="34" y="95"/>
                </a:lnTo>
                <a:lnTo>
                  <a:pt x="38" y="90"/>
                </a:lnTo>
                <a:lnTo>
                  <a:pt x="42" y="85"/>
                </a:lnTo>
                <a:lnTo>
                  <a:pt x="47" y="80"/>
                </a:lnTo>
                <a:lnTo>
                  <a:pt x="51" y="75"/>
                </a:lnTo>
                <a:lnTo>
                  <a:pt x="56" y="70"/>
                </a:lnTo>
                <a:lnTo>
                  <a:pt x="61" y="65"/>
                </a:lnTo>
                <a:lnTo>
                  <a:pt x="66" y="61"/>
                </a:lnTo>
                <a:lnTo>
                  <a:pt x="71" y="56"/>
                </a:lnTo>
                <a:lnTo>
                  <a:pt x="77" y="52"/>
                </a:lnTo>
                <a:lnTo>
                  <a:pt x="82" y="48"/>
                </a:lnTo>
                <a:lnTo>
                  <a:pt x="88" y="44"/>
                </a:lnTo>
                <a:lnTo>
                  <a:pt x="94" y="40"/>
                </a:lnTo>
                <a:lnTo>
                  <a:pt x="100" y="37"/>
                </a:lnTo>
                <a:lnTo>
                  <a:pt x="106" y="33"/>
                </a:lnTo>
                <a:lnTo>
                  <a:pt x="112" y="30"/>
                </a:lnTo>
                <a:lnTo>
                  <a:pt x="119" y="27"/>
                </a:lnTo>
                <a:lnTo>
                  <a:pt x="126" y="24"/>
                </a:lnTo>
                <a:lnTo>
                  <a:pt x="132" y="21"/>
                </a:lnTo>
                <a:lnTo>
                  <a:pt x="139" y="18"/>
                </a:lnTo>
                <a:lnTo>
                  <a:pt x="146" y="16"/>
                </a:lnTo>
                <a:lnTo>
                  <a:pt x="154" y="13"/>
                </a:lnTo>
                <a:lnTo>
                  <a:pt x="161" y="11"/>
                </a:lnTo>
                <a:lnTo>
                  <a:pt x="168" y="9"/>
                </a:lnTo>
                <a:lnTo>
                  <a:pt x="175" y="7"/>
                </a:lnTo>
                <a:lnTo>
                  <a:pt x="183" y="6"/>
                </a:lnTo>
                <a:lnTo>
                  <a:pt x="190" y="4"/>
                </a:lnTo>
                <a:lnTo>
                  <a:pt x="198" y="3"/>
                </a:lnTo>
                <a:lnTo>
                  <a:pt x="205" y="2"/>
                </a:lnTo>
                <a:lnTo>
                  <a:pt x="213" y="1"/>
                </a:lnTo>
                <a:lnTo>
                  <a:pt x="220" y="1"/>
                </a:lnTo>
                <a:lnTo>
                  <a:pt x="228" y="0"/>
                </a:lnTo>
                <a:lnTo>
                  <a:pt x="235" y="0"/>
                </a:lnTo>
                <a:lnTo>
                  <a:pt x="243" y="0"/>
                </a:lnTo>
                <a:lnTo>
                  <a:pt x="250" y="0"/>
                </a:lnTo>
                <a:lnTo>
                  <a:pt x="258" y="0"/>
                </a:lnTo>
                <a:lnTo>
                  <a:pt x="266" y="1"/>
                </a:lnTo>
                <a:lnTo>
                  <a:pt x="273" y="1"/>
                </a:lnTo>
                <a:lnTo>
                  <a:pt x="281" y="2"/>
                </a:lnTo>
                <a:lnTo>
                  <a:pt x="288" y="3"/>
                </a:lnTo>
                <a:lnTo>
                  <a:pt x="295" y="4"/>
                </a:lnTo>
                <a:lnTo>
                  <a:pt x="303" y="6"/>
                </a:lnTo>
                <a:lnTo>
                  <a:pt x="310" y="7"/>
                </a:lnTo>
                <a:lnTo>
                  <a:pt x="317" y="9"/>
                </a:lnTo>
                <a:lnTo>
                  <a:pt x="325" y="11"/>
                </a:lnTo>
                <a:lnTo>
                  <a:pt x="332" y="13"/>
                </a:lnTo>
                <a:lnTo>
                  <a:pt x="339" y="16"/>
                </a:lnTo>
                <a:lnTo>
                  <a:pt x="346" y="18"/>
                </a:lnTo>
                <a:lnTo>
                  <a:pt x="352" y="21"/>
                </a:lnTo>
                <a:lnTo>
                  <a:pt x="359" y="24"/>
                </a:lnTo>
                <a:lnTo>
                  <a:pt x="366" y="27"/>
                </a:lnTo>
                <a:lnTo>
                  <a:pt x="372" y="30"/>
                </a:lnTo>
                <a:lnTo>
                  <a:pt x="378" y="33"/>
                </a:lnTo>
                <a:lnTo>
                  <a:pt x="385" y="37"/>
                </a:lnTo>
                <a:lnTo>
                  <a:pt x="391" y="40"/>
                </a:lnTo>
                <a:lnTo>
                  <a:pt x="397" y="44"/>
                </a:lnTo>
                <a:lnTo>
                  <a:pt x="402" y="48"/>
                </a:lnTo>
                <a:lnTo>
                  <a:pt x="408" y="52"/>
                </a:lnTo>
                <a:lnTo>
                  <a:pt x="413" y="56"/>
                </a:lnTo>
                <a:lnTo>
                  <a:pt x="419" y="61"/>
                </a:lnTo>
                <a:lnTo>
                  <a:pt x="424" y="65"/>
                </a:lnTo>
                <a:lnTo>
                  <a:pt x="429" y="70"/>
                </a:lnTo>
                <a:lnTo>
                  <a:pt x="434" y="75"/>
                </a:lnTo>
                <a:lnTo>
                  <a:pt x="438" y="80"/>
                </a:lnTo>
                <a:lnTo>
                  <a:pt x="442" y="85"/>
                </a:lnTo>
                <a:lnTo>
                  <a:pt x="447" y="90"/>
                </a:lnTo>
                <a:lnTo>
                  <a:pt x="451" y="95"/>
                </a:lnTo>
                <a:lnTo>
                  <a:pt x="454" y="100"/>
                </a:lnTo>
                <a:lnTo>
                  <a:pt x="458" y="105"/>
                </a:lnTo>
                <a:lnTo>
                  <a:pt x="461" y="111"/>
                </a:lnTo>
                <a:lnTo>
                  <a:pt x="464" y="116"/>
                </a:lnTo>
                <a:lnTo>
                  <a:pt x="467" y="122"/>
                </a:lnTo>
                <a:lnTo>
                  <a:pt x="470" y="128"/>
                </a:lnTo>
                <a:lnTo>
                  <a:pt x="472" y="134"/>
                </a:lnTo>
                <a:lnTo>
                  <a:pt x="475" y="139"/>
                </a:lnTo>
                <a:lnTo>
                  <a:pt x="477" y="145"/>
                </a:lnTo>
                <a:lnTo>
                  <a:pt x="478" y="151"/>
                </a:lnTo>
                <a:lnTo>
                  <a:pt x="480" y="157"/>
                </a:lnTo>
                <a:lnTo>
                  <a:pt x="481" y="163"/>
                </a:lnTo>
                <a:lnTo>
                  <a:pt x="482" y="169"/>
                </a:lnTo>
                <a:lnTo>
                  <a:pt x="483" y="175"/>
                </a:lnTo>
                <a:lnTo>
                  <a:pt x="484" y="181"/>
                </a:lnTo>
                <a:lnTo>
                  <a:pt x="484" y="187"/>
                </a:lnTo>
                <a:lnTo>
                  <a:pt x="484" y="193"/>
                </a:lnTo>
                <a:close/>
              </a:path>
            </a:pathLst>
          </a:custGeom>
          <a:solidFill>
            <a:srgbClr val="ffe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5" name=""/>
          <p:cNvSpPr/>
          <p:nvPr/>
        </p:nvSpPr>
        <p:spPr>
          <a:xfrm>
            <a:off x="4890960" y="1757520"/>
            <a:ext cx="175680" cy="141120"/>
          </a:xfrm>
          <a:custGeom>
            <a:avLst/>
            <a:gdLst/>
            <a:ahLst/>
            <a:rect l="0" t="0" r="r" b="b"/>
            <a:pathLst>
              <a:path w="488" h="392">
                <a:moveTo>
                  <a:pt x="486" y="195"/>
                </a:moveTo>
                <a:lnTo>
                  <a:pt x="486" y="189"/>
                </a:lnTo>
                <a:lnTo>
                  <a:pt x="486" y="183"/>
                </a:lnTo>
                <a:lnTo>
                  <a:pt x="485" y="177"/>
                </a:lnTo>
                <a:lnTo>
                  <a:pt x="484" y="171"/>
                </a:lnTo>
                <a:lnTo>
                  <a:pt x="483" y="165"/>
                </a:lnTo>
                <a:lnTo>
                  <a:pt x="482" y="159"/>
                </a:lnTo>
                <a:lnTo>
                  <a:pt x="480" y="153"/>
                </a:lnTo>
                <a:lnTo>
                  <a:pt x="479" y="147"/>
                </a:lnTo>
                <a:lnTo>
                  <a:pt x="477" y="141"/>
                </a:lnTo>
                <a:lnTo>
                  <a:pt x="474" y="136"/>
                </a:lnTo>
                <a:lnTo>
                  <a:pt x="472" y="130"/>
                </a:lnTo>
                <a:lnTo>
                  <a:pt x="469" y="124"/>
                </a:lnTo>
                <a:lnTo>
                  <a:pt x="466" y="118"/>
                </a:lnTo>
                <a:lnTo>
                  <a:pt x="463" y="113"/>
                </a:lnTo>
                <a:lnTo>
                  <a:pt x="460" y="107"/>
                </a:lnTo>
                <a:lnTo>
                  <a:pt x="456" y="102"/>
                </a:lnTo>
                <a:lnTo>
                  <a:pt x="453" y="97"/>
                </a:lnTo>
                <a:lnTo>
                  <a:pt x="449" y="92"/>
                </a:lnTo>
                <a:lnTo>
                  <a:pt x="444" y="87"/>
                </a:lnTo>
                <a:lnTo>
                  <a:pt x="440" y="82"/>
                </a:lnTo>
                <a:lnTo>
                  <a:pt x="436" y="77"/>
                </a:lnTo>
                <a:lnTo>
                  <a:pt x="431" y="72"/>
                </a:lnTo>
                <a:lnTo>
                  <a:pt x="426" y="67"/>
                </a:lnTo>
                <a:lnTo>
                  <a:pt x="421" y="63"/>
                </a:lnTo>
                <a:lnTo>
                  <a:pt x="415" y="58"/>
                </a:lnTo>
                <a:lnTo>
                  <a:pt x="410" y="54"/>
                </a:lnTo>
                <a:lnTo>
                  <a:pt x="404" y="50"/>
                </a:lnTo>
                <a:lnTo>
                  <a:pt x="399" y="46"/>
                </a:lnTo>
                <a:lnTo>
                  <a:pt x="393" y="42"/>
                </a:lnTo>
                <a:lnTo>
                  <a:pt x="387" y="39"/>
                </a:lnTo>
                <a:lnTo>
                  <a:pt x="380" y="35"/>
                </a:lnTo>
                <a:lnTo>
                  <a:pt x="374" y="32"/>
                </a:lnTo>
                <a:lnTo>
                  <a:pt x="368" y="29"/>
                </a:lnTo>
                <a:lnTo>
                  <a:pt x="361" y="26"/>
                </a:lnTo>
                <a:lnTo>
                  <a:pt x="354" y="23"/>
                </a:lnTo>
                <a:lnTo>
                  <a:pt x="348" y="20"/>
                </a:lnTo>
                <a:lnTo>
                  <a:pt x="341" y="18"/>
                </a:lnTo>
                <a:lnTo>
                  <a:pt x="334" y="15"/>
                </a:lnTo>
                <a:lnTo>
                  <a:pt x="327" y="13"/>
                </a:lnTo>
                <a:lnTo>
                  <a:pt x="319" y="11"/>
                </a:lnTo>
                <a:lnTo>
                  <a:pt x="312" y="9"/>
                </a:lnTo>
                <a:lnTo>
                  <a:pt x="305" y="8"/>
                </a:lnTo>
                <a:lnTo>
                  <a:pt x="297" y="6"/>
                </a:lnTo>
                <a:lnTo>
                  <a:pt x="289" y="5"/>
                </a:lnTo>
                <a:lnTo>
                  <a:pt x="282" y="4"/>
                </a:lnTo>
                <a:lnTo>
                  <a:pt x="274" y="3"/>
                </a:lnTo>
                <a:lnTo>
                  <a:pt x="267" y="3"/>
                </a:lnTo>
                <a:lnTo>
                  <a:pt x="259" y="2"/>
                </a:lnTo>
                <a:lnTo>
                  <a:pt x="251" y="2"/>
                </a:lnTo>
                <a:lnTo>
                  <a:pt x="244" y="2"/>
                </a:lnTo>
                <a:lnTo>
                  <a:pt x="236" y="2"/>
                </a:lnTo>
                <a:lnTo>
                  <a:pt x="229" y="2"/>
                </a:lnTo>
                <a:lnTo>
                  <a:pt x="221" y="3"/>
                </a:lnTo>
                <a:lnTo>
                  <a:pt x="214" y="3"/>
                </a:lnTo>
                <a:lnTo>
                  <a:pt x="206" y="4"/>
                </a:lnTo>
                <a:lnTo>
                  <a:pt x="199" y="5"/>
                </a:lnTo>
                <a:lnTo>
                  <a:pt x="191" y="6"/>
                </a:lnTo>
                <a:lnTo>
                  <a:pt x="184" y="8"/>
                </a:lnTo>
                <a:lnTo>
                  <a:pt x="176" y="9"/>
                </a:lnTo>
                <a:lnTo>
                  <a:pt x="169" y="11"/>
                </a:lnTo>
                <a:lnTo>
                  <a:pt x="162" y="13"/>
                </a:lnTo>
                <a:lnTo>
                  <a:pt x="155" y="15"/>
                </a:lnTo>
                <a:lnTo>
                  <a:pt x="148" y="18"/>
                </a:lnTo>
                <a:lnTo>
                  <a:pt x="141" y="20"/>
                </a:lnTo>
                <a:lnTo>
                  <a:pt x="134" y="23"/>
                </a:lnTo>
                <a:lnTo>
                  <a:pt x="128" y="26"/>
                </a:lnTo>
                <a:lnTo>
                  <a:pt x="121" y="29"/>
                </a:lnTo>
                <a:lnTo>
                  <a:pt x="114" y="32"/>
                </a:lnTo>
                <a:lnTo>
                  <a:pt x="108" y="35"/>
                </a:lnTo>
                <a:lnTo>
                  <a:pt x="102" y="39"/>
                </a:lnTo>
                <a:lnTo>
                  <a:pt x="96" y="42"/>
                </a:lnTo>
                <a:lnTo>
                  <a:pt x="90" y="46"/>
                </a:lnTo>
                <a:lnTo>
                  <a:pt x="84" y="50"/>
                </a:lnTo>
                <a:lnTo>
                  <a:pt x="79" y="54"/>
                </a:lnTo>
                <a:lnTo>
                  <a:pt x="73" y="58"/>
                </a:lnTo>
                <a:lnTo>
                  <a:pt x="68" y="63"/>
                </a:lnTo>
                <a:lnTo>
                  <a:pt x="63" y="67"/>
                </a:lnTo>
                <a:lnTo>
                  <a:pt x="58" y="72"/>
                </a:lnTo>
                <a:lnTo>
                  <a:pt x="53" y="77"/>
                </a:lnTo>
                <a:lnTo>
                  <a:pt x="49" y="82"/>
                </a:lnTo>
                <a:lnTo>
                  <a:pt x="44" y="87"/>
                </a:lnTo>
                <a:lnTo>
                  <a:pt x="40" y="92"/>
                </a:lnTo>
                <a:lnTo>
                  <a:pt x="36" y="97"/>
                </a:lnTo>
                <a:lnTo>
                  <a:pt x="32" y="102"/>
                </a:lnTo>
                <a:lnTo>
                  <a:pt x="29" y="107"/>
                </a:lnTo>
                <a:lnTo>
                  <a:pt x="25" y="113"/>
                </a:lnTo>
                <a:lnTo>
                  <a:pt x="22" y="118"/>
                </a:lnTo>
                <a:lnTo>
                  <a:pt x="19" y="124"/>
                </a:lnTo>
                <a:lnTo>
                  <a:pt x="17" y="130"/>
                </a:lnTo>
                <a:lnTo>
                  <a:pt x="14" y="136"/>
                </a:lnTo>
                <a:lnTo>
                  <a:pt x="12" y="141"/>
                </a:lnTo>
                <a:lnTo>
                  <a:pt x="10" y="147"/>
                </a:lnTo>
                <a:lnTo>
                  <a:pt x="8" y="153"/>
                </a:lnTo>
                <a:lnTo>
                  <a:pt x="7" y="159"/>
                </a:lnTo>
                <a:lnTo>
                  <a:pt x="5" y="165"/>
                </a:lnTo>
                <a:lnTo>
                  <a:pt x="4" y="171"/>
                </a:lnTo>
                <a:lnTo>
                  <a:pt x="4" y="177"/>
                </a:lnTo>
                <a:lnTo>
                  <a:pt x="3" y="183"/>
                </a:lnTo>
                <a:lnTo>
                  <a:pt x="3" y="189"/>
                </a:lnTo>
                <a:lnTo>
                  <a:pt x="2" y="195"/>
                </a:lnTo>
                <a:lnTo>
                  <a:pt x="3" y="201"/>
                </a:lnTo>
                <a:lnTo>
                  <a:pt x="3" y="208"/>
                </a:lnTo>
                <a:lnTo>
                  <a:pt x="4" y="214"/>
                </a:lnTo>
                <a:lnTo>
                  <a:pt x="4" y="220"/>
                </a:lnTo>
                <a:lnTo>
                  <a:pt x="5" y="226"/>
                </a:lnTo>
                <a:lnTo>
                  <a:pt x="7" y="232"/>
                </a:lnTo>
                <a:lnTo>
                  <a:pt x="8" y="238"/>
                </a:lnTo>
                <a:lnTo>
                  <a:pt x="10" y="244"/>
                </a:lnTo>
                <a:lnTo>
                  <a:pt x="12" y="249"/>
                </a:lnTo>
                <a:lnTo>
                  <a:pt x="14" y="255"/>
                </a:lnTo>
                <a:lnTo>
                  <a:pt x="17" y="261"/>
                </a:lnTo>
                <a:lnTo>
                  <a:pt x="19" y="267"/>
                </a:lnTo>
                <a:lnTo>
                  <a:pt x="22" y="272"/>
                </a:lnTo>
                <a:lnTo>
                  <a:pt x="25" y="278"/>
                </a:lnTo>
                <a:lnTo>
                  <a:pt x="29" y="283"/>
                </a:lnTo>
                <a:lnTo>
                  <a:pt x="32" y="289"/>
                </a:lnTo>
                <a:lnTo>
                  <a:pt x="36" y="294"/>
                </a:lnTo>
                <a:lnTo>
                  <a:pt x="40" y="299"/>
                </a:lnTo>
                <a:lnTo>
                  <a:pt x="44" y="304"/>
                </a:lnTo>
                <a:lnTo>
                  <a:pt x="49" y="309"/>
                </a:lnTo>
                <a:lnTo>
                  <a:pt x="53" y="314"/>
                </a:lnTo>
                <a:lnTo>
                  <a:pt x="58" y="319"/>
                </a:lnTo>
                <a:lnTo>
                  <a:pt x="63" y="323"/>
                </a:lnTo>
                <a:lnTo>
                  <a:pt x="68" y="328"/>
                </a:lnTo>
                <a:lnTo>
                  <a:pt x="73" y="332"/>
                </a:lnTo>
                <a:lnTo>
                  <a:pt x="79" y="337"/>
                </a:lnTo>
                <a:lnTo>
                  <a:pt x="84" y="341"/>
                </a:lnTo>
                <a:lnTo>
                  <a:pt x="90" y="345"/>
                </a:lnTo>
                <a:lnTo>
                  <a:pt x="96" y="348"/>
                </a:lnTo>
                <a:lnTo>
                  <a:pt x="102" y="352"/>
                </a:lnTo>
                <a:lnTo>
                  <a:pt x="108" y="356"/>
                </a:lnTo>
                <a:lnTo>
                  <a:pt x="114" y="359"/>
                </a:lnTo>
                <a:lnTo>
                  <a:pt x="121" y="362"/>
                </a:lnTo>
                <a:lnTo>
                  <a:pt x="128" y="365"/>
                </a:lnTo>
                <a:lnTo>
                  <a:pt x="134" y="368"/>
                </a:lnTo>
                <a:lnTo>
                  <a:pt x="141" y="371"/>
                </a:lnTo>
                <a:lnTo>
                  <a:pt x="148" y="373"/>
                </a:lnTo>
                <a:lnTo>
                  <a:pt x="155" y="375"/>
                </a:lnTo>
                <a:lnTo>
                  <a:pt x="162" y="378"/>
                </a:lnTo>
                <a:lnTo>
                  <a:pt x="169" y="380"/>
                </a:lnTo>
                <a:lnTo>
                  <a:pt x="176" y="381"/>
                </a:lnTo>
                <a:lnTo>
                  <a:pt x="184" y="384"/>
                </a:lnTo>
                <a:lnTo>
                  <a:pt x="191" y="385"/>
                </a:lnTo>
                <a:lnTo>
                  <a:pt x="199" y="387"/>
                </a:lnTo>
                <a:lnTo>
                  <a:pt x="206" y="388"/>
                </a:lnTo>
                <a:lnTo>
                  <a:pt x="214" y="388"/>
                </a:lnTo>
                <a:lnTo>
                  <a:pt x="221" y="389"/>
                </a:lnTo>
                <a:lnTo>
                  <a:pt x="229" y="390"/>
                </a:lnTo>
                <a:lnTo>
                  <a:pt x="236" y="390"/>
                </a:lnTo>
                <a:lnTo>
                  <a:pt x="244" y="390"/>
                </a:lnTo>
                <a:lnTo>
                  <a:pt x="251" y="390"/>
                </a:lnTo>
                <a:lnTo>
                  <a:pt x="259" y="390"/>
                </a:lnTo>
                <a:lnTo>
                  <a:pt x="267" y="389"/>
                </a:lnTo>
                <a:lnTo>
                  <a:pt x="274" y="388"/>
                </a:lnTo>
                <a:lnTo>
                  <a:pt x="282" y="388"/>
                </a:lnTo>
                <a:lnTo>
                  <a:pt x="289" y="387"/>
                </a:lnTo>
                <a:lnTo>
                  <a:pt x="297" y="385"/>
                </a:lnTo>
                <a:lnTo>
                  <a:pt x="305" y="384"/>
                </a:lnTo>
                <a:lnTo>
                  <a:pt x="312" y="381"/>
                </a:lnTo>
                <a:lnTo>
                  <a:pt x="319" y="380"/>
                </a:lnTo>
                <a:lnTo>
                  <a:pt x="327" y="378"/>
                </a:lnTo>
                <a:lnTo>
                  <a:pt x="334" y="375"/>
                </a:lnTo>
                <a:lnTo>
                  <a:pt x="341" y="373"/>
                </a:lnTo>
                <a:lnTo>
                  <a:pt x="348" y="371"/>
                </a:lnTo>
                <a:lnTo>
                  <a:pt x="354" y="368"/>
                </a:lnTo>
                <a:lnTo>
                  <a:pt x="361" y="365"/>
                </a:lnTo>
                <a:lnTo>
                  <a:pt x="368" y="362"/>
                </a:lnTo>
                <a:lnTo>
                  <a:pt x="374" y="359"/>
                </a:lnTo>
                <a:lnTo>
                  <a:pt x="380" y="356"/>
                </a:lnTo>
                <a:lnTo>
                  <a:pt x="387" y="352"/>
                </a:lnTo>
                <a:lnTo>
                  <a:pt x="393" y="348"/>
                </a:lnTo>
                <a:lnTo>
                  <a:pt x="399" y="345"/>
                </a:lnTo>
                <a:lnTo>
                  <a:pt x="404" y="341"/>
                </a:lnTo>
                <a:lnTo>
                  <a:pt x="410" y="337"/>
                </a:lnTo>
                <a:lnTo>
                  <a:pt x="415" y="332"/>
                </a:lnTo>
                <a:lnTo>
                  <a:pt x="421" y="328"/>
                </a:lnTo>
                <a:lnTo>
                  <a:pt x="426" y="323"/>
                </a:lnTo>
                <a:lnTo>
                  <a:pt x="431" y="319"/>
                </a:lnTo>
                <a:lnTo>
                  <a:pt x="436" y="314"/>
                </a:lnTo>
                <a:lnTo>
                  <a:pt x="440" y="309"/>
                </a:lnTo>
                <a:lnTo>
                  <a:pt x="444" y="304"/>
                </a:lnTo>
                <a:lnTo>
                  <a:pt x="449" y="299"/>
                </a:lnTo>
                <a:lnTo>
                  <a:pt x="453" y="294"/>
                </a:lnTo>
                <a:lnTo>
                  <a:pt x="456" y="289"/>
                </a:lnTo>
                <a:lnTo>
                  <a:pt x="460" y="283"/>
                </a:lnTo>
                <a:lnTo>
                  <a:pt x="463" y="278"/>
                </a:lnTo>
                <a:lnTo>
                  <a:pt x="466" y="272"/>
                </a:lnTo>
                <a:lnTo>
                  <a:pt x="469" y="267"/>
                </a:lnTo>
                <a:lnTo>
                  <a:pt x="472" y="261"/>
                </a:lnTo>
                <a:lnTo>
                  <a:pt x="474" y="255"/>
                </a:lnTo>
                <a:lnTo>
                  <a:pt x="477" y="249"/>
                </a:lnTo>
                <a:lnTo>
                  <a:pt x="479" y="244"/>
                </a:lnTo>
                <a:lnTo>
                  <a:pt x="480" y="238"/>
                </a:lnTo>
                <a:lnTo>
                  <a:pt x="482" y="232"/>
                </a:lnTo>
                <a:lnTo>
                  <a:pt x="483" y="226"/>
                </a:lnTo>
                <a:lnTo>
                  <a:pt x="484" y="220"/>
                </a:lnTo>
                <a:lnTo>
                  <a:pt x="485" y="214"/>
                </a:lnTo>
                <a:lnTo>
                  <a:pt x="486" y="208"/>
                </a:lnTo>
                <a:lnTo>
                  <a:pt x="486" y="201"/>
                </a:lnTo>
                <a:lnTo>
                  <a:pt x="486" y="195"/>
                </a:lnTo>
                <a:moveTo>
                  <a:pt x="488" y="195"/>
                </a:moveTo>
                <a:lnTo>
                  <a:pt x="488" y="202"/>
                </a:lnTo>
                <a:lnTo>
                  <a:pt x="488" y="208"/>
                </a:lnTo>
                <a:lnTo>
                  <a:pt x="487" y="214"/>
                </a:lnTo>
                <a:lnTo>
                  <a:pt x="487" y="220"/>
                </a:lnTo>
                <a:lnTo>
                  <a:pt x="485" y="226"/>
                </a:lnTo>
                <a:lnTo>
                  <a:pt x="484" y="232"/>
                </a:lnTo>
                <a:lnTo>
                  <a:pt x="483" y="238"/>
                </a:lnTo>
                <a:lnTo>
                  <a:pt x="481" y="244"/>
                </a:lnTo>
                <a:lnTo>
                  <a:pt x="479" y="250"/>
                </a:lnTo>
                <a:lnTo>
                  <a:pt x="477" y="256"/>
                </a:lnTo>
                <a:lnTo>
                  <a:pt x="474" y="262"/>
                </a:lnTo>
                <a:lnTo>
                  <a:pt x="471" y="267"/>
                </a:lnTo>
                <a:lnTo>
                  <a:pt x="468" y="273"/>
                </a:lnTo>
                <a:lnTo>
                  <a:pt x="465" y="279"/>
                </a:lnTo>
                <a:lnTo>
                  <a:pt x="462" y="284"/>
                </a:lnTo>
                <a:lnTo>
                  <a:pt x="458" y="290"/>
                </a:lnTo>
                <a:lnTo>
                  <a:pt x="455" y="295"/>
                </a:lnTo>
                <a:lnTo>
                  <a:pt x="451" y="300"/>
                </a:lnTo>
                <a:lnTo>
                  <a:pt x="446" y="305"/>
                </a:lnTo>
                <a:lnTo>
                  <a:pt x="442" y="310"/>
                </a:lnTo>
                <a:lnTo>
                  <a:pt x="437" y="315"/>
                </a:lnTo>
                <a:lnTo>
                  <a:pt x="433" y="320"/>
                </a:lnTo>
                <a:lnTo>
                  <a:pt x="428" y="325"/>
                </a:lnTo>
                <a:lnTo>
                  <a:pt x="422" y="329"/>
                </a:lnTo>
                <a:lnTo>
                  <a:pt x="417" y="334"/>
                </a:lnTo>
                <a:lnTo>
                  <a:pt x="412" y="338"/>
                </a:lnTo>
                <a:lnTo>
                  <a:pt x="406" y="342"/>
                </a:lnTo>
                <a:lnTo>
                  <a:pt x="400" y="346"/>
                </a:lnTo>
                <a:lnTo>
                  <a:pt x="394" y="350"/>
                </a:lnTo>
                <a:lnTo>
                  <a:pt x="388" y="354"/>
                </a:lnTo>
                <a:lnTo>
                  <a:pt x="382" y="357"/>
                </a:lnTo>
                <a:lnTo>
                  <a:pt x="375" y="360"/>
                </a:lnTo>
                <a:lnTo>
                  <a:pt x="369" y="364"/>
                </a:lnTo>
                <a:lnTo>
                  <a:pt x="362" y="367"/>
                </a:lnTo>
                <a:lnTo>
                  <a:pt x="355" y="370"/>
                </a:lnTo>
                <a:lnTo>
                  <a:pt x="349" y="372"/>
                </a:lnTo>
                <a:lnTo>
                  <a:pt x="342" y="375"/>
                </a:lnTo>
                <a:lnTo>
                  <a:pt x="334" y="377"/>
                </a:lnTo>
                <a:lnTo>
                  <a:pt x="327" y="379"/>
                </a:lnTo>
                <a:lnTo>
                  <a:pt x="320" y="381"/>
                </a:lnTo>
                <a:lnTo>
                  <a:pt x="313" y="384"/>
                </a:lnTo>
                <a:lnTo>
                  <a:pt x="305" y="386"/>
                </a:lnTo>
                <a:lnTo>
                  <a:pt x="298" y="387"/>
                </a:lnTo>
                <a:lnTo>
                  <a:pt x="289" y="388"/>
                </a:lnTo>
                <a:lnTo>
                  <a:pt x="282" y="389"/>
                </a:lnTo>
                <a:lnTo>
                  <a:pt x="274" y="390"/>
                </a:lnTo>
                <a:lnTo>
                  <a:pt x="267" y="391"/>
                </a:lnTo>
                <a:lnTo>
                  <a:pt x="259" y="391"/>
                </a:lnTo>
                <a:lnTo>
                  <a:pt x="251" y="392"/>
                </a:lnTo>
                <a:lnTo>
                  <a:pt x="244" y="392"/>
                </a:lnTo>
                <a:lnTo>
                  <a:pt x="236" y="392"/>
                </a:lnTo>
                <a:lnTo>
                  <a:pt x="229" y="391"/>
                </a:lnTo>
                <a:lnTo>
                  <a:pt x="221" y="391"/>
                </a:lnTo>
                <a:lnTo>
                  <a:pt x="213" y="390"/>
                </a:lnTo>
                <a:lnTo>
                  <a:pt x="206" y="389"/>
                </a:lnTo>
                <a:lnTo>
                  <a:pt x="198" y="388"/>
                </a:lnTo>
                <a:lnTo>
                  <a:pt x="191" y="387"/>
                </a:lnTo>
                <a:lnTo>
                  <a:pt x="183" y="386"/>
                </a:lnTo>
                <a:lnTo>
                  <a:pt x="176" y="384"/>
                </a:lnTo>
                <a:lnTo>
                  <a:pt x="169" y="381"/>
                </a:lnTo>
                <a:lnTo>
                  <a:pt x="161" y="379"/>
                </a:lnTo>
                <a:lnTo>
                  <a:pt x="154" y="377"/>
                </a:lnTo>
                <a:lnTo>
                  <a:pt x="147" y="375"/>
                </a:lnTo>
                <a:lnTo>
                  <a:pt x="140" y="372"/>
                </a:lnTo>
                <a:lnTo>
                  <a:pt x="133" y="370"/>
                </a:lnTo>
                <a:lnTo>
                  <a:pt x="126" y="367"/>
                </a:lnTo>
                <a:lnTo>
                  <a:pt x="120" y="364"/>
                </a:lnTo>
                <a:lnTo>
                  <a:pt x="113" y="360"/>
                </a:lnTo>
                <a:lnTo>
                  <a:pt x="107" y="357"/>
                </a:lnTo>
                <a:lnTo>
                  <a:pt x="101" y="354"/>
                </a:lnTo>
                <a:lnTo>
                  <a:pt x="94" y="350"/>
                </a:lnTo>
                <a:lnTo>
                  <a:pt x="88" y="346"/>
                </a:lnTo>
                <a:lnTo>
                  <a:pt x="83" y="342"/>
                </a:lnTo>
                <a:lnTo>
                  <a:pt x="77" y="338"/>
                </a:lnTo>
                <a:lnTo>
                  <a:pt x="72" y="334"/>
                </a:lnTo>
                <a:lnTo>
                  <a:pt x="66" y="329"/>
                </a:lnTo>
                <a:lnTo>
                  <a:pt x="61" y="325"/>
                </a:lnTo>
                <a:lnTo>
                  <a:pt x="56" y="320"/>
                </a:lnTo>
                <a:lnTo>
                  <a:pt x="51" y="315"/>
                </a:lnTo>
                <a:lnTo>
                  <a:pt x="47" y="310"/>
                </a:lnTo>
                <a:lnTo>
                  <a:pt x="42" y="305"/>
                </a:lnTo>
                <a:lnTo>
                  <a:pt x="38" y="300"/>
                </a:lnTo>
                <a:lnTo>
                  <a:pt x="34" y="295"/>
                </a:lnTo>
                <a:lnTo>
                  <a:pt x="30" y="290"/>
                </a:lnTo>
                <a:lnTo>
                  <a:pt x="27" y="284"/>
                </a:lnTo>
                <a:lnTo>
                  <a:pt x="23" y="279"/>
                </a:lnTo>
                <a:lnTo>
                  <a:pt x="20" y="273"/>
                </a:lnTo>
                <a:lnTo>
                  <a:pt x="17" y="267"/>
                </a:lnTo>
                <a:lnTo>
                  <a:pt x="15" y="262"/>
                </a:lnTo>
                <a:lnTo>
                  <a:pt x="12" y="256"/>
                </a:lnTo>
                <a:lnTo>
                  <a:pt x="10" y="250"/>
                </a:lnTo>
                <a:lnTo>
                  <a:pt x="8" y="244"/>
                </a:lnTo>
                <a:lnTo>
                  <a:pt x="6" y="238"/>
                </a:lnTo>
                <a:lnTo>
                  <a:pt x="4" y="232"/>
                </a:lnTo>
                <a:lnTo>
                  <a:pt x="3" y="226"/>
                </a:lnTo>
                <a:lnTo>
                  <a:pt x="2" y="220"/>
                </a:lnTo>
                <a:lnTo>
                  <a:pt x="1" y="214"/>
                </a:lnTo>
                <a:lnTo>
                  <a:pt x="1" y="208"/>
                </a:lnTo>
                <a:lnTo>
                  <a:pt x="0" y="202"/>
                </a:lnTo>
                <a:lnTo>
                  <a:pt x="0" y="195"/>
                </a:lnTo>
                <a:lnTo>
                  <a:pt x="0" y="189"/>
                </a:lnTo>
                <a:lnTo>
                  <a:pt x="1" y="183"/>
                </a:lnTo>
                <a:lnTo>
                  <a:pt x="1" y="177"/>
                </a:lnTo>
                <a:lnTo>
                  <a:pt x="2" y="171"/>
                </a:lnTo>
                <a:lnTo>
                  <a:pt x="3" y="165"/>
                </a:lnTo>
                <a:lnTo>
                  <a:pt x="4" y="159"/>
                </a:lnTo>
                <a:lnTo>
                  <a:pt x="6" y="153"/>
                </a:lnTo>
                <a:lnTo>
                  <a:pt x="8" y="147"/>
                </a:lnTo>
                <a:lnTo>
                  <a:pt x="10" y="141"/>
                </a:lnTo>
                <a:lnTo>
                  <a:pt x="12" y="135"/>
                </a:lnTo>
                <a:lnTo>
                  <a:pt x="15" y="129"/>
                </a:lnTo>
                <a:lnTo>
                  <a:pt x="17" y="123"/>
                </a:lnTo>
                <a:lnTo>
                  <a:pt x="20" y="118"/>
                </a:lnTo>
                <a:lnTo>
                  <a:pt x="23" y="112"/>
                </a:lnTo>
                <a:lnTo>
                  <a:pt x="27" y="107"/>
                </a:lnTo>
                <a:lnTo>
                  <a:pt x="30" y="101"/>
                </a:lnTo>
                <a:lnTo>
                  <a:pt x="34" y="96"/>
                </a:lnTo>
                <a:lnTo>
                  <a:pt x="38" y="91"/>
                </a:lnTo>
                <a:lnTo>
                  <a:pt x="42" y="86"/>
                </a:lnTo>
                <a:lnTo>
                  <a:pt x="47" y="81"/>
                </a:lnTo>
                <a:lnTo>
                  <a:pt x="51" y="76"/>
                </a:lnTo>
                <a:lnTo>
                  <a:pt x="56" y="71"/>
                </a:lnTo>
                <a:lnTo>
                  <a:pt x="61" y="66"/>
                </a:lnTo>
                <a:lnTo>
                  <a:pt x="66" y="62"/>
                </a:lnTo>
                <a:lnTo>
                  <a:pt x="72" y="57"/>
                </a:lnTo>
                <a:lnTo>
                  <a:pt x="77" y="53"/>
                </a:lnTo>
                <a:lnTo>
                  <a:pt x="83" y="49"/>
                </a:lnTo>
                <a:lnTo>
                  <a:pt x="88" y="45"/>
                </a:lnTo>
                <a:lnTo>
                  <a:pt x="94" y="41"/>
                </a:lnTo>
                <a:lnTo>
                  <a:pt x="101" y="37"/>
                </a:lnTo>
                <a:lnTo>
                  <a:pt x="107" y="34"/>
                </a:lnTo>
                <a:lnTo>
                  <a:pt x="113" y="30"/>
                </a:lnTo>
                <a:lnTo>
                  <a:pt x="120" y="27"/>
                </a:lnTo>
                <a:lnTo>
                  <a:pt x="126" y="24"/>
                </a:lnTo>
                <a:lnTo>
                  <a:pt x="133" y="21"/>
                </a:lnTo>
                <a:lnTo>
                  <a:pt x="140" y="19"/>
                </a:lnTo>
                <a:lnTo>
                  <a:pt x="147" y="16"/>
                </a:lnTo>
                <a:lnTo>
                  <a:pt x="154" y="14"/>
                </a:lnTo>
                <a:lnTo>
                  <a:pt x="161" y="11"/>
                </a:lnTo>
                <a:lnTo>
                  <a:pt x="169" y="10"/>
                </a:lnTo>
                <a:lnTo>
                  <a:pt x="176" y="8"/>
                </a:lnTo>
                <a:lnTo>
                  <a:pt x="183" y="6"/>
                </a:lnTo>
                <a:lnTo>
                  <a:pt x="191" y="5"/>
                </a:lnTo>
                <a:lnTo>
                  <a:pt x="198" y="3"/>
                </a:lnTo>
                <a:lnTo>
                  <a:pt x="206" y="2"/>
                </a:lnTo>
                <a:lnTo>
                  <a:pt x="213" y="1"/>
                </a:lnTo>
                <a:lnTo>
                  <a:pt x="221" y="1"/>
                </a:lnTo>
                <a:lnTo>
                  <a:pt x="229" y="0"/>
                </a:lnTo>
                <a:lnTo>
                  <a:pt x="236" y="0"/>
                </a:lnTo>
                <a:lnTo>
                  <a:pt x="244" y="0"/>
                </a:lnTo>
                <a:lnTo>
                  <a:pt x="251" y="0"/>
                </a:lnTo>
                <a:lnTo>
                  <a:pt x="259" y="0"/>
                </a:lnTo>
                <a:lnTo>
                  <a:pt x="267" y="1"/>
                </a:lnTo>
                <a:lnTo>
                  <a:pt x="274" y="1"/>
                </a:lnTo>
                <a:lnTo>
                  <a:pt x="282" y="2"/>
                </a:lnTo>
                <a:lnTo>
                  <a:pt x="289" y="3"/>
                </a:lnTo>
                <a:lnTo>
                  <a:pt x="298" y="5"/>
                </a:lnTo>
                <a:lnTo>
                  <a:pt x="305" y="6"/>
                </a:lnTo>
                <a:lnTo>
                  <a:pt x="313" y="8"/>
                </a:lnTo>
                <a:lnTo>
                  <a:pt x="320" y="10"/>
                </a:lnTo>
                <a:lnTo>
                  <a:pt x="327" y="11"/>
                </a:lnTo>
                <a:lnTo>
                  <a:pt x="334" y="14"/>
                </a:lnTo>
                <a:lnTo>
                  <a:pt x="342" y="16"/>
                </a:lnTo>
                <a:lnTo>
                  <a:pt x="349" y="19"/>
                </a:lnTo>
                <a:lnTo>
                  <a:pt x="355" y="21"/>
                </a:lnTo>
                <a:lnTo>
                  <a:pt x="362" y="24"/>
                </a:lnTo>
                <a:lnTo>
                  <a:pt x="369" y="27"/>
                </a:lnTo>
                <a:lnTo>
                  <a:pt x="375" y="30"/>
                </a:lnTo>
                <a:lnTo>
                  <a:pt x="382" y="34"/>
                </a:lnTo>
                <a:lnTo>
                  <a:pt x="388" y="37"/>
                </a:lnTo>
                <a:lnTo>
                  <a:pt x="394" y="41"/>
                </a:lnTo>
                <a:lnTo>
                  <a:pt x="400" y="45"/>
                </a:lnTo>
                <a:lnTo>
                  <a:pt x="406" y="49"/>
                </a:lnTo>
                <a:lnTo>
                  <a:pt x="412" y="53"/>
                </a:lnTo>
                <a:lnTo>
                  <a:pt x="417" y="57"/>
                </a:lnTo>
                <a:lnTo>
                  <a:pt x="422" y="62"/>
                </a:lnTo>
                <a:lnTo>
                  <a:pt x="428" y="66"/>
                </a:lnTo>
                <a:lnTo>
                  <a:pt x="433" y="71"/>
                </a:lnTo>
                <a:lnTo>
                  <a:pt x="437" y="76"/>
                </a:lnTo>
                <a:lnTo>
                  <a:pt x="442" y="81"/>
                </a:lnTo>
                <a:lnTo>
                  <a:pt x="446" y="86"/>
                </a:lnTo>
                <a:lnTo>
                  <a:pt x="451" y="91"/>
                </a:lnTo>
                <a:lnTo>
                  <a:pt x="455" y="96"/>
                </a:lnTo>
                <a:lnTo>
                  <a:pt x="458" y="101"/>
                </a:lnTo>
                <a:lnTo>
                  <a:pt x="462" y="107"/>
                </a:lnTo>
                <a:lnTo>
                  <a:pt x="465" y="112"/>
                </a:lnTo>
                <a:lnTo>
                  <a:pt x="468" y="118"/>
                </a:lnTo>
                <a:lnTo>
                  <a:pt x="471" y="123"/>
                </a:lnTo>
                <a:lnTo>
                  <a:pt x="474" y="129"/>
                </a:lnTo>
                <a:lnTo>
                  <a:pt x="477" y="135"/>
                </a:lnTo>
                <a:lnTo>
                  <a:pt x="479" y="141"/>
                </a:lnTo>
                <a:lnTo>
                  <a:pt x="481" y="147"/>
                </a:lnTo>
                <a:lnTo>
                  <a:pt x="483" y="153"/>
                </a:lnTo>
                <a:lnTo>
                  <a:pt x="484" y="159"/>
                </a:lnTo>
                <a:lnTo>
                  <a:pt x="485" y="165"/>
                </a:lnTo>
                <a:lnTo>
                  <a:pt x="487" y="171"/>
                </a:lnTo>
                <a:lnTo>
                  <a:pt x="487" y="177"/>
                </a:lnTo>
                <a:lnTo>
                  <a:pt x="488" y="183"/>
                </a:lnTo>
                <a:lnTo>
                  <a:pt x="488" y="189"/>
                </a:lnTo>
                <a:lnTo>
                  <a:pt x="488" y="195"/>
                </a:lnTo>
                <a:close/>
              </a:path>
            </a:pathLst>
          </a:custGeom>
          <a:solidFill>
            <a:srgbClr val="ffe1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6" name=""/>
          <p:cNvSpPr/>
          <p:nvPr/>
        </p:nvSpPr>
        <p:spPr>
          <a:xfrm>
            <a:off x="4890240" y="1756800"/>
            <a:ext cx="177480" cy="142560"/>
          </a:xfrm>
          <a:custGeom>
            <a:avLst/>
            <a:gdLst/>
            <a:ahLst/>
            <a:rect l="0" t="0" r="r" b="b"/>
            <a:pathLst>
              <a:path w="493" h="396">
                <a:moveTo>
                  <a:pt x="490" y="198"/>
                </a:moveTo>
                <a:lnTo>
                  <a:pt x="490" y="192"/>
                </a:lnTo>
                <a:lnTo>
                  <a:pt x="490" y="186"/>
                </a:lnTo>
                <a:lnTo>
                  <a:pt x="489" y="180"/>
                </a:lnTo>
                <a:lnTo>
                  <a:pt x="489" y="174"/>
                </a:lnTo>
                <a:lnTo>
                  <a:pt x="487" y="168"/>
                </a:lnTo>
                <a:lnTo>
                  <a:pt x="486" y="162"/>
                </a:lnTo>
                <a:lnTo>
                  <a:pt x="485" y="156"/>
                </a:lnTo>
                <a:lnTo>
                  <a:pt x="483" y="150"/>
                </a:lnTo>
                <a:lnTo>
                  <a:pt x="481" y="144"/>
                </a:lnTo>
                <a:lnTo>
                  <a:pt x="479" y="138"/>
                </a:lnTo>
                <a:lnTo>
                  <a:pt x="476" y="132"/>
                </a:lnTo>
                <a:lnTo>
                  <a:pt x="473" y="126"/>
                </a:lnTo>
                <a:lnTo>
                  <a:pt x="470" y="121"/>
                </a:lnTo>
                <a:lnTo>
                  <a:pt x="467" y="115"/>
                </a:lnTo>
                <a:lnTo>
                  <a:pt x="464" y="110"/>
                </a:lnTo>
                <a:lnTo>
                  <a:pt x="460" y="104"/>
                </a:lnTo>
                <a:lnTo>
                  <a:pt x="457" y="99"/>
                </a:lnTo>
                <a:lnTo>
                  <a:pt x="453" y="94"/>
                </a:lnTo>
                <a:lnTo>
                  <a:pt x="448" y="89"/>
                </a:lnTo>
                <a:lnTo>
                  <a:pt x="444" y="84"/>
                </a:lnTo>
                <a:lnTo>
                  <a:pt x="439" y="79"/>
                </a:lnTo>
                <a:lnTo>
                  <a:pt x="435" y="74"/>
                </a:lnTo>
                <a:lnTo>
                  <a:pt x="430" y="69"/>
                </a:lnTo>
                <a:lnTo>
                  <a:pt x="424" y="65"/>
                </a:lnTo>
                <a:lnTo>
                  <a:pt x="419" y="60"/>
                </a:lnTo>
                <a:lnTo>
                  <a:pt x="414" y="56"/>
                </a:lnTo>
                <a:lnTo>
                  <a:pt x="407" y="52"/>
                </a:lnTo>
                <a:lnTo>
                  <a:pt x="401" y="48"/>
                </a:lnTo>
                <a:lnTo>
                  <a:pt x="395" y="43"/>
                </a:lnTo>
                <a:lnTo>
                  <a:pt x="389" y="39"/>
                </a:lnTo>
                <a:lnTo>
                  <a:pt x="383" y="36"/>
                </a:lnTo>
                <a:lnTo>
                  <a:pt x="376" y="32"/>
                </a:lnTo>
                <a:lnTo>
                  <a:pt x="370" y="29"/>
                </a:lnTo>
                <a:lnTo>
                  <a:pt x="363" y="26"/>
                </a:lnTo>
                <a:lnTo>
                  <a:pt x="356" y="23"/>
                </a:lnTo>
                <a:lnTo>
                  <a:pt x="350" y="21"/>
                </a:lnTo>
                <a:lnTo>
                  <a:pt x="343" y="18"/>
                </a:lnTo>
                <a:lnTo>
                  <a:pt x="335" y="16"/>
                </a:lnTo>
                <a:lnTo>
                  <a:pt x="328" y="13"/>
                </a:lnTo>
                <a:lnTo>
                  <a:pt x="321" y="12"/>
                </a:lnTo>
                <a:lnTo>
                  <a:pt x="314" y="10"/>
                </a:lnTo>
                <a:lnTo>
                  <a:pt x="306" y="8"/>
                </a:lnTo>
                <a:lnTo>
                  <a:pt x="299" y="7"/>
                </a:lnTo>
                <a:lnTo>
                  <a:pt x="291" y="5"/>
                </a:lnTo>
                <a:lnTo>
                  <a:pt x="284" y="4"/>
                </a:lnTo>
                <a:lnTo>
                  <a:pt x="276" y="3"/>
                </a:lnTo>
                <a:lnTo>
                  <a:pt x="269" y="3"/>
                </a:lnTo>
                <a:lnTo>
                  <a:pt x="261" y="2"/>
                </a:lnTo>
                <a:lnTo>
                  <a:pt x="253" y="2"/>
                </a:lnTo>
                <a:lnTo>
                  <a:pt x="246" y="2"/>
                </a:lnTo>
                <a:lnTo>
                  <a:pt x="238" y="2"/>
                </a:lnTo>
                <a:lnTo>
                  <a:pt x="231" y="2"/>
                </a:lnTo>
                <a:lnTo>
                  <a:pt x="223" y="3"/>
                </a:lnTo>
                <a:lnTo>
                  <a:pt x="215" y="3"/>
                </a:lnTo>
                <a:lnTo>
                  <a:pt x="208" y="4"/>
                </a:lnTo>
                <a:lnTo>
                  <a:pt x="200" y="5"/>
                </a:lnTo>
                <a:lnTo>
                  <a:pt x="193" y="7"/>
                </a:lnTo>
                <a:lnTo>
                  <a:pt x="185" y="8"/>
                </a:lnTo>
                <a:lnTo>
                  <a:pt x="178" y="10"/>
                </a:lnTo>
                <a:lnTo>
                  <a:pt x="171" y="12"/>
                </a:lnTo>
                <a:lnTo>
                  <a:pt x="163" y="13"/>
                </a:lnTo>
                <a:lnTo>
                  <a:pt x="156" y="16"/>
                </a:lnTo>
                <a:lnTo>
                  <a:pt x="149" y="18"/>
                </a:lnTo>
                <a:lnTo>
                  <a:pt x="142" y="21"/>
                </a:lnTo>
                <a:lnTo>
                  <a:pt x="135" y="23"/>
                </a:lnTo>
                <a:lnTo>
                  <a:pt x="128" y="26"/>
                </a:lnTo>
                <a:lnTo>
                  <a:pt x="122" y="29"/>
                </a:lnTo>
                <a:lnTo>
                  <a:pt x="115" y="32"/>
                </a:lnTo>
                <a:lnTo>
                  <a:pt x="109" y="36"/>
                </a:lnTo>
                <a:lnTo>
                  <a:pt x="103" y="39"/>
                </a:lnTo>
                <a:lnTo>
                  <a:pt x="96" y="43"/>
                </a:lnTo>
                <a:lnTo>
                  <a:pt x="90" y="48"/>
                </a:lnTo>
                <a:lnTo>
                  <a:pt x="85" y="52"/>
                </a:lnTo>
                <a:lnTo>
                  <a:pt x="79" y="56"/>
                </a:lnTo>
                <a:lnTo>
                  <a:pt x="74" y="60"/>
                </a:lnTo>
                <a:lnTo>
                  <a:pt x="68" y="65"/>
                </a:lnTo>
                <a:lnTo>
                  <a:pt x="63" y="69"/>
                </a:lnTo>
                <a:lnTo>
                  <a:pt x="58" y="74"/>
                </a:lnTo>
                <a:lnTo>
                  <a:pt x="53" y="79"/>
                </a:lnTo>
                <a:lnTo>
                  <a:pt x="49" y="84"/>
                </a:lnTo>
                <a:lnTo>
                  <a:pt x="44" y="89"/>
                </a:lnTo>
                <a:lnTo>
                  <a:pt x="40" y="94"/>
                </a:lnTo>
                <a:lnTo>
                  <a:pt x="36" y="99"/>
                </a:lnTo>
                <a:lnTo>
                  <a:pt x="32" y="104"/>
                </a:lnTo>
                <a:lnTo>
                  <a:pt x="29" y="110"/>
                </a:lnTo>
                <a:lnTo>
                  <a:pt x="25" y="115"/>
                </a:lnTo>
                <a:lnTo>
                  <a:pt x="22" y="121"/>
                </a:lnTo>
                <a:lnTo>
                  <a:pt x="19" y="126"/>
                </a:lnTo>
                <a:lnTo>
                  <a:pt x="17" y="132"/>
                </a:lnTo>
                <a:lnTo>
                  <a:pt x="14" y="138"/>
                </a:lnTo>
                <a:lnTo>
                  <a:pt x="12" y="144"/>
                </a:lnTo>
                <a:lnTo>
                  <a:pt x="10" y="150"/>
                </a:lnTo>
                <a:lnTo>
                  <a:pt x="8" y="156"/>
                </a:lnTo>
                <a:lnTo>
                  <a:pt x="6" y="162"/>
                </a:lnTo>
                <a:lnTo>
                  <a:pt x="5" y="168"/>
                </a:lnTo>
                <a:lnTo>
                  <a:pt x="4" y="174"/>
                </a:lnTo>
                <a:lnTo>
                  <a:pt x="3" y="180"/>
                </a:lnTo>
                <a:lnTo>
                  <a:pt x="3" y="186"/>
                </a:lnTo>
                <a:lnTo>
                  <a:pt x="2" y="192"/>
                </a:lnTo>
                <a:lnTo>
                  <a:pt x="2" y="198"/>
                </a:lnTo>
                <a:lnTo>
                  <a:pt x="2" y="205"/>
                </a:lnTo>
                <a:lnTo>
                  <a:pt x="3" y="211"/>
                </a:lnTo>
                <a:lnTo>
                  <a:pt x="3" y="217"/>
                </a:lnTo>
                <a:lnTo>
                  <a:pt x="4" y="223"/>
                </a:lnTo>
                <a:lnTo>
                  <a:pt x="5" y="229"/>
                </a:lnTo>
                <a:lnTo>
                  <a:pt x="6" y="235"/>
                </a:lnTo>
                <a:lnTo>
                  <a:pt x="8" y="241"/>
                </a:lnTo>
                <a:lnTo>
                  <a:pt x="10" y="247"/>
                </a:lnTo>
                <a:lnTo>
                  <a:pt x="12" y="253"/>
                </a:lnTo>
                <a:lnTo>
                  <a:pt x="14" y="259"/>
                </a:lnTo>
                <a:lnTo>
                  <a:pt x="17" y="265"/>
                </a:lnTo>
                <a:lnTo>
                  <a:pt x="19" y="270"/>
                </a:lnTo>
                <a:lnTo>
                  <a:pt x="22" y="276"/>
                </a:lnTo>
                <a:lnTo>
                  <a:pt x="25" y="282"/>
                </a:lnTo>
                <a:lnTo>
                  <a:pt x="29" y="287"/>
                </a:lnTo>
                <a:lnTo>
                  <a:pt x="32" y="293"/>
                </a:lnTo>
                <a:lnTo>
                  <a:pt x="36" y="298"/>
                </a:lnTo>
                <a:lnTo>
                  <a:pt x="40" y="303"/>
                </a:lnTo>
                <a:lnTo>
                  <a:pt x="44" y="308"/>
                </a:lnTo>
                <a:lnTo>
                  <a:pt x="49" y="313"/>
                </a:lnTo>
                <a:lnTo>
                  <a:pt x="53" y="318"/>
                </a:lnTo>
                <a:lnTo>
                  <a:pt x="58" y="323"/>
                </a:lnTo>
                <a:lnTo>
                  <a:pt x="63" y="328"/>
                </a:lnTo>
                <a:lnTo>
                  <a:pt x="68" y="332"/>
                </a:lnTo>
                <a:lnTo>
                  <a:pt x="74" y="337"/>
                </a:lnTo>
                <a:lnTo>
                  <a:pt x="79" y="341"/>
                </a:lnTo>
                <a:lnTo>
                  <a:pt x="85" y="345"/>
                </a:lnTo>
                <a:lnTo>
                  <a:pt x="90" y="349"/>
                </a:lnTo>
                <a:lnTo>
                  <a:pt x="96" y="353"/>
                </a:lnTo>
                <a:lnTo>
                  <a:pt x="103" y="357"/>
                </a:lnTo>
                <a:lnTo>
                  <a:pt x="109" y="360"/>
                </a:lnTo>
                <a:lnTo>
                  <a:pt x="115" y="363"/>
                </a:lnTo>
                <a:lnTo>
                  <a:pt x="122" y="367"/>
                </a:lnTo>
                <a:lnTo>
                  <a:pt x="128" y="370"/>
                </a:lnTo>
                <a:lnTo>
                  <a:pt x="135" y="373"/>
                </a:lnTo>
                <a:lnTo>
                  <a:pt x="142" y="375"/>
                </a:lnTo>
                <a:lnTo>
                  <a:pt x="149" y="378"/>
                </a:lnTo>
                <a:lnTo>
                  <a:pt x="156" y="380"/>
                </a:lnTo>
                <a:lnTo>
                  <a:pt x="163" y="382"/>
                </a:lnTo>
                <a:lnTo>
                  <a:pt x="171" y="384"/>
                </a:lnTo>
                <a:lnTo>
                  <a:pt x="178" y="386"/>
                </a:lnTo>
                <a:lnTo>
                  <a:pt x="185" y="388"/>
                </a:lnTo>
                <a:lnTo>
                  <a:pt x="193" y="389"/>
                </a:lnTo>
                <a:lnTo>
                  <a:pt x="200" y="390"/>
                </a:lnTo>
                <a:lnTo>
                  <a:pt x="208" y="391"/>
                </a:lnTo>
                <a:lnTo>
                  <a:pt x="215" y="392"/>
                </a:lnTo>
                <a:lnTo>
                  <a:pt x="223" y="393"/>
                </a:lnTo>
                <a:lnTo>
                  <a:pt x="231" y="393"/>
                </a:lnTo>
                <a:lnTo>
                  <a:pt x="238" y="394"/>
                </a:lnTo>
                <a:lnTo>
                  <a:pt x="246" y="394"/>
                </a:lnTo>
                <a:lnTo>
                  <a:pt x="253" y="394"/>
                </a:lnTo>
                <a:lnTo>
                  <a:pt x="261" y="393"/>
                </a:lnTo>
                <a:lnTo>
                  <a:pt x="269" y="393"/>
                </a:lnTo>
                <a:lnTo>
                  <a:pt x="276" y="392"/>
                </a:lnTo>
                <a:lnTo>
                  <a:pt x="284" y="391"/>
                </a:lnTo>
                <a:lnTo>
                  <a:pt x="291" y="390"/>
                </a:lnTo>
                <a:lnTo>
                  <a:pt x="299" y="389"/>
                </a:lnTo>
                <a:lnTo>
                  <a:pt x="306" y="388"/>
                </a:lnTo>
                <a:lnTo>
                  <a:pt x="314" y="386"/>
                </a:lnTo>
                <a:lnTo>
                  <a:pt x="321" y="384"/>
                </a:lnTo>
                <a:lnTo>
                  <a:pt x="328" y="382"/>
                </a:lnTo>
                <a:lnTo>
                  <a:pt x="335" y="380"/>
                </a:lnTo>
                <a:lnTo>
                  <a:pt x="343" y="378"/>
                </a:lnTo>
                <a:lnTo>
                  <a:pt x="350" y="375"/>
                </a:lnTo>
                <a:lnTo>
                  <a:pt x="356" y="373"/>
                </a:lnTo>
                <a:lnTo>
                  <a:pt x="363" y="370"/>
                </a:lnTo>
                <a:lnTo>
                  <a:pt x="370" y="367"/>
                </a:lnTo>
                <a:lnTo>
                  <a:pt x="376" y="363"/>
                </a:lnTo>
                <a:lnTo>
                  <a:pt x="383" y="360"/>
                </a:lnTo>
                <a:lnTo>
                  <a:pt x="389" y="357"/>
                </a:lnTo>
                <a:lnTo>
                  <a:pt x="395" y="353"/>
                </a:lnTo>
                <a:lnTo>
                  <a:pt x="401" y="349"/>
                </a:lnTo>
                <a:lnTo>
                  <a:pt x="407" y="345"/>
                </a:lnTo>
                <a:lnTo>
                  <a:pt x="414" y="341"/>
                </a:lnTo>
                <a:lnTo>
                  <a:pt x="419" y="337"/>
                </a:lnTo>
                <a:lnTo>
                  <a:pt x="424" y="332"/>
                </a:lnTo>
                <a:lnTo>
                  <a:pt x="430" y="328"/>
                </a:lnTo>
                <a:lnTo>
                  <a:pt x="435" y="323"/>
                </a:lnTo>
                <a:lnTo>
                  <a:pt x="439" y="318"/>
                </a:lnTo>
                <a:lnTo>
                  <a:pt x="444" y="313"/>
                </a:lnTo>
                <a:lnTo>
                  <a:pt x="448" y="308"/>
                </a:lnTo>
                <a:lnTo>
                  <a:pt x="453" y="303"/>
                </a:lnTo>
                <a:lnTo>
                  <a:pt x="457" y="298"/>
                </a:lnTo>
                <a:lnTo>
                  <a:pt x="460" y="293"/>
                </a:lnTo>
                <a:lnTo>
                  <a:pt x="464" y="287"/>
                </a:lnTo>
                <a:lnTo>
                  <a:pt x="467" y="282"/>
                </a:lnTo>
                <a:lnTo>
                  <a:pt x="470" y="276"/>
                </a:lnTo>
                <a:lnTo>
                  <a:pt x="473" y="270"/>
                </a:lnTo>
                <a:lnTo>
                  <a:pt x="476" y="265"/>
                </a:lnTo>
                <a:lnTo>
                  <a:pt x="479" y="259"/>
                </a:lnTo>
                <a:lnTo>
                  <a:pt x="481" y="253"/>
                </a:lnTo>
                <a:lnTo>
                  <a:pt x="483" y="247"/>
                </a:lnTo>
                <a:lnTo>
                  <a:pt x="485" y="241"/>
                </a:lnTo>
                <a:lnTo>
                  <a:pt x="486" y="235"/>
                </a:lnTo>
                <a:lnTo>
                  <a:pt x="487" y="229"/>
                </a:lnTo>
                <a:lnTo>
                  <a:pt x="489" y="223"/>
                </a:lnTo>
                <a:lnTo>
                  <a:pt x="489" y="217"/>
                </a:lnTo>
                <a:lnTo>
                  <a:pt x="490" y="211"/>
                </a:lnTo>
                <a:lnTo>
                  <a:pt x="490" y="205"/>
                </a:lnTo>
                <a:lnTo>
                  <a:pt x="490" y="198"/>
                </a:lnTo>
                <a:moveTo>
                  <a:pt x="493" y="198"/>
                </a:moveTo>
                <a:lnTo>
                  <a:pt x="493" y="205"/>
                </a:lnTo>
                <a:lnTo>
                  <a:pt x="492" y="211"/>
                </a:lnTo>
                <a:lnTo>
                  <a:pt x="492" y="217"/>
                </a:lnTo>
                <a:lnTo>
                  <a:pt x="491" y="223"/>
                </a:lnTo>
                <a:lnTo>
                  <a:pt x="490" y="229"/>
                </a:lnTo>
                <a:lnTo>
                  <a:pt x="488" y="235"/>
                </a:lnTo>
                <a:lnTo>
                  <a:pt x="487" y="241"/>
                </a:lnTo>
                <a:lnTo>
                  <a:pt x="485" y="247"/>
                </a:lnTo>
                <a:lnTo>
                  <a:pt x="483" y="253"/>
                </a:lnTo>
                <a:lnTo>
                  <a:pt x="481" y="259"/>
                </a:lnTo>
                <a:lnTo>
                  <a:pt x="478" y="265"/>
                </a:lnTo>
                <a:lnTo>
                  <a:pt x="475" y="271"/>
                </a:lnTo>
                <a:lnTo>
                  <a:pt x="473" y="277"/>
                </a:lnTo>
                <a:lnTo>
                  <a:pt x="469" y="282"/>
                </a:lnTo>
                <a:lnTo>
                  <a:pt x="466" y="288"/>
                </a:lnTo>
                <a:lnTo>
                  <a:pt x="462" y="293"/>
                </a:lnTo>
                <a:lnTo>
                  <a:pt x="458" y="299"/>
                </a:lnTo>
                <a:lnTo>
                  <a:pt x="454" y="304"/>
                </a:lnTo>
                <a:lnTo>
                  <a:pt x="450" y="309"/>
                </a:lnTo>
                <a:lnTo>
                  <a:pt x="446" y="314"/>
                </a:lnTo>
                <a:lnTo>
                  <a:pt x="441" y="319"/>
                </a:lnTo>
                <a:lnTo>
                  <a:pt x="436" y="324"/>
                </a:lnTo>
                <a:lnTo>
                  <a:pt x="431" y="329"/>
                </a:lnTo>
                <a:lnTo>
                  <a:pt x="426" y="333"/>
                </a:lnTo>
                <a:lnTo>
                  <a:pt x="421" y="338"/>
                </a:lnTo>
                <a:lnTo>
                  <a:pt x="415" y="342"/>
                </a:lnTo>
                <a:lnTo>
                  <a:pt x="408" y="346"/>
                </a:lnTo>
                <a:lnTo>
                  <a:pt x="403" y="350"/>
                </a:lnTo>
                <a:lnTo>
                  <a:pt x="397" y="354"/>
                </a:lnTo>
                <a:lnTo>
                  <a:pt x="390" y="358"/>
                </a:lnTo>
                <a:lnTo>
                  <a:pt x="384" y="362"/>
                </a:lnTo>
                <a:lnTo>
                  <a:pt x="378" y="365"/>
                </a:lnTo>
                <a:lnTo>
                  <a:pt x="371" y="368"/>
                </a:lnTo>
                <a:lnTo>
                  <a:pt x="364" y="371"/>
                </a:lnTo>
                <a:lnTo>
                  <a:pt x="357" y="374"/>
                </a:lnTo>
                <a:lnTo>
                  <a:pt x="351" y="377"/>
                </a:lnTo>
                <a:lnTo>
                  <a:pt x="343" y="379"/>
                </a:lnTo>
                <a:lnTo>
                  <a:pt x="336" y="382"/>
                </a:lnTo>
                <a:lnTo>
                  <a:pt x="329" y="384"/>
                </a:lnTo>
                <a:lnTo>
                  <a:pt x="322" y="386"/>
                </a:lnTo>
                <a:lnTo>
                  <a:pt x="314" y="388"/>
                </a:lnTo>
                <a:lnTo>
                  <a:pt x="307" y="389"/>
                </a:lnTo>
                <a:lnTo>
                  <a:pt x="299" y="391"/>
                </a:lnTo>
                <a:lnTo>
                  <a:pt x="292" y="392"/>
                </a:lnTo>
                <a:lnTo>
                  <a:pt x="284" y="393"/>
                </a:lnTo>
                <a:lnTo>
                  <a:pt x="277" y="394"/>
                </a:lnTo>
                <a:lnTo>
                  <a:pt x="269" y="395"/>
                </a:lnTo>
                <a:lnTo>
                  <a:pt x="261" y="395"/>
                </a:lnTo>
                <a:lnTo>
                  <a:pt x="254" y="396"/>
                </a:lnTo>
                <a:lnTo>
                  <a:pt x="246" y="396"/>
                </a:lnTo>
                <a:lnTo>
                  <a:pt x="238" y="396"/>
                </a:lnTo>
                <a:lnTo>
                  <a:pt x="230" y="395"/>
                </a:lnTo>
                <a:lnTo>
                  <a:pt x="223" y="395"/>
                </a:lnTo>
                <a:lnTo>
                  <a:pt x="215" y="394"/>
                </a:lnTo>
                <a:lnTo>
                  <a:pt x="207" y="393"/>
                </a:lnTo>
                <a:lnTo>
                  <a:pt x="200" y="392"/>
                </a:lnTo>
                <a:lnTo>
                  <a:pt x="192" y="391"/>
                </a:lnTo>
                <a:lnTo>
                  <a:pt x="185" y="389"/>
                </a:lnTo>
                <a:lnTo>
                  <a:pt x="177" y="388"/>
                </a:lnTo>
                <a:lnTo>
                  <a:pt x="170" y="386"/>
                </a:lnTo>
                <a:lnTo>
                  <a:pt x="162" y="384"/>
                </a:lnTo>
                <a:lnTo>
                  <a:pt x="155" y="382"/>
                </a:lnTo>
                <a:lnTo>
                  <a:pt x="148" y="379"/>
                </a:lnTo>
                <a:lnTo>
                  <a:pt x="141" y="377"/>
                </a:lnTo>
                <a:lnTo>
                  <a:pt x="134" y="374"/>
                </a:lnTo>
                <a:lnTo>
                  <a:pt x="127" y="371"/>
                </a:lnTo>
                <a:lnTo>
                  <a:pt x="121" y="368"/>
                </a:lnTo>
                <a:lnTo>
                  <a:pt x="114" y="365"/>
                </a:lnTo>
                <a:lnTo>
                  <a:pt x="108" y="362"/>
                </a:lnTo>
                <a:lnTo>
                  <a:pt x="101" y="358"/>
                </a:lnTo>
                <a:lnTo>
                  <a:pt x="95" y="354"/>
                </a:lnTo>
                <a:lnTo>
                  <a:pt x="89" y="350"/>
                </a:lnTo>
                <a:lnTo>
                  <a:pt x="83" y="346"/>
                </a:lnTo>
                <a:lnTo>
                  <a:pt x="77" y="342"/>
                </a:lnTo>
                <a:lnTo>
                  <a:pt x="72" y="338"/>
                </a:lnTo>
                <a:lnTo>
                  <a:pt x="67" y="333"/>
                </a:lnTo>
                <a:lnTo>
                  <a:pt x="61" y="329"/>
                </a:lnTo>
                <a:lnTo>
                  <a:pt x="56" y="324"/>
                </a:lnTo>
                <a:lnTo>
                  <a:pt x="51" y="319"/>
                </a:lnTo>
                <a:lnTo>
                  <a:pt x="47" y="314"/>
                </a:lnTo>
                <a:lnTo>
                  <a:pt x="42" y="309"/>
                </a:lnTo>
                <a:lnTo>
                  <a:pt x="38" y="304"/>
                </a:lnTo>
                <a:lnTo>
                  <a:pt x="34" y="299"/>
                </a:lnTo>
                <a:lnTo>
                  <a:pt x="30" y="293"/>
                </a:lnTo>
                <a:lnTo>
                  <a:pt x="27" y="288"/>
                </a:lnTo>
                <a:lnTo>
                  <a:pt x="23" y="282"/>
                </a:lnTo>
                <a:lnTo>
                  <a:pt x="20" y="277"/>
                </a:lnTo>
                <a:lnTo>
                  <a:pt x="17" y="271"/>
                </a:lnTo>
                <a:lnTo>
                  <a:pt x="14" y="265"/>
                </a:lnTo>
                <a:lnTo>
                  <a:pt x="12" y="259"/>
                </a:lnTo>
                <a:lnTo>
                  <a:pt x="10" y="253"/>
                </a:lnTo>
                <a:lnTo>
                  <a:pt x="8" y="247"/>
                </a:lnTo>
                <a:lnTo>
                  <a:pt x="6" y="241"/>
                </a:lnTo>
                <a:lnTo>
                  <a:pt x="4" y="235"/>
                </a:lnTo>
                <a:lnTo>
                  <a:pt x="3" y="229"/>
                </a:lnTo>
                <a:lnTo>
                  <a:pt x="2" y="223"/>
                </a:lnTo>
                <a:lnTo>
                  <a:pt x="1" y="217"/>
                </a:lnTo>
                <a:lnTo>
                  <a:pt x="0" y="211"/>
                </a:lnTo>
                <a:lnTo>
                  <a:pt x="0" y="205"/>
                </a:lnTo>
                <a:lnTo>
                  <a:pt x="0" y="198"/>
                </a:lnTo>
                <a:lnTo>
                  <a:pt x="0" y="192"/>
                </a:lnTo>
                <a:lnTo>
                  <a:pt x="0" y="186"/>
                </a:lnTo>
                <a:lnTo>
                  <a:pt x="1" y="180"/>
                </a:lnTo>
                <a:lnTo>
                  <a:pt x="2" y="174"/>
                </a:lnTo>
                <a:lnTo>
                  <a:pt x="3" y="168"/>
                </a:lnTo>
                <a:lnTo>
                  <a:pt x="4" y="161"/>
                </a:lnTo>
                <a:lnTo>
                  <a:pt x="6" y="155"/>
                </a:lnTo>
                <a:lnTo>
                  <a:pt x="8" y="149"/>
                </a:lnTo>
                <a:lnTo>
                  <a:pt x="10" y="143"/>
                </a:lnTo>
                <a:lnTo>
                  <a:pt x="12" y="137"/>
                </a:lnTo>
                <a:lnTo>
                  <a:pt x="14" y="132"/>
                </a:lnTo>
                <a:lnTo>
                  <a:pt x="17" y="126"/>
                </a:lnTo>
                <a:lnTo>
                  <a:pt x="20" y="120"/>
                </a:lnTo>
                <a:lnTo>
                  <a:pt x="23" y="114"/>
                </a:lnTo>
                <a:lnTo>
                  <a:pt x="27" y="109"/>
                </a:lnTo>
                <a:lnTo>
                  <a:pt x="30" y="103"/>
                </a:lnTo>
                <a:lnTo>
                  <a:pt x="34" y="98"/>
                </a:lnTo>
                <a:lnTo>
                  <a:pt x="38" y="93"/>
                </a:lnTo>
                <a:lnTo>
                  <a:pt x="42" y="87"/>
                </a:lnTo>
                <a:lnTo>
                  <a:pt x="47" y="82"/>
                </a:lnTo>
                <a:lnTo>
                  <a:pt x="51" y="77"/>
                </a:lnTo>
                <a:lnTo>
                  <a:pt x="56" y="73"/>
                </a:lnTo>
                <a:lnTo>
                  <a:pt x="61" y="68"/>
                </a:lnTo>
                <a:lnTo>
                  <a:pt x="67" y="63"/>
                </a:lnTo>
                <a:lnTo>
                  <a:pt x="72" y="59"/>
                </a:lnTo>
                <a:lnTo>
                  <a:pt x="77" y="55"/>
                </a:lnTo>
                <a:lnTo>
                  <a:pt x="83" y="50"/>
                </a:lnTo>
                <a:lnTo>
                  <a:pt x="89" y="46"/>
                </a:lnTo>
                <a:lnTo>
                  <a:pt x="95" y="41"/>
                </a:lnTo>
                <a:lnTo>
                  <a:pt x="101" y="38"/>
                </a:lnTo>
                <a:lnTo>
                  <a:pt x="108" y="34"/>
                </a:lnTo>
                <a:lnTo>
                  <a:pt x="114" y="31"/>
                </a:lnTo>
                <a:lnTo>
                  <a:pt x="121" y="28"/>
                </a:lnTo>
                <a:lnTo>
                  <a:pt x="127" y="24"/>
                </a:lnTo>
                <a:lnTo>
                  <a:pt x="134" y="22"/>
                </a:lnTo>
                <a:lnTo>
                  <a:pt x="141" y="19"/>
                </a:lnTo>
                <a:lnTo>
                  <a:pt x="148" y="16"/>
                </a:lnTo>
                <a:lnTo>
                  <a:pt x="155" y="14"/>
                </a:lnTo>
                <a:lnTo>
                  <a:pt x="162" y="12"/>
                </a:lnTo>
                <a:lnTo>
                  <a:pt x="170" y="10"/>
                </a:lnTo>
                <a:lnTo>
                  <a:pt x="177" y="8"/>
                </a:lnTo>
                <a:lnTo>
                  <a:pt x="185" y="6"/>
                </a:lnTo>
                <a:lnTo>
                  <a:pt x="192" y="5"/>
                </a:lnTo>
                <a:lnTo>
                  <a:pt x="200" y="4"/>
                </a:lnTo>
                <a:lnTo>
                  <a:pt x="207" y="3"/>
                </a:lnTo>
                <a:lnTo>
                  <a:pt x="215" y="2"/>
                </a:lnTo>
                <a:lnTo>
                  <a:pt x="223" y="1"/>
                </a:lnTo>
                <a:lnTo>
                  <a:pt x="230" y="0"/>
                </a:lnTo>
                <a:lnTo>
                  <a:pt x="238" y="0"/>
                </a:lnTo>
                <a:lnTo>
                  <a:pt x="246" y="0"/>
                </a:lnTo>
                <a:lnTo>
                  <a:pt x="254" y="0"/>
                </a:lnTo>
                <a:lnTo>
                  <a:pt x="261" y="0"/>
                </a:lnTo>
                <a:lnTo>
                  <a:pt x="269" y="1"/>
                </a:lnTo>
                <a:lnTo>
                  <a:pt x="277" y="2"/>
                </a:lnTo>
                <a:lnTo>
                  <a:pt x="284" y="3"/>
                </a:lnTo>
                <a:lnTo>
                  <a:pt x="292" y="4"/>
                </a:lnTo>
                <a:lnTo>
                  <a:pt x="299" y="5"/>
                </a:lnTo>
                <a:lnTo>
                  <a:pt x="307" y="6"/>
                </a:lnTo>
                <a:lnTo>
                  <a:pt x="314" y="8"/>
                </a:lnTo>
                <a:lnTo>
                  <a:pt x="322" y="10"/>
                </a:lnTo>
                <a:lnTo>
                  <a:pt x="329" y="12"/>
                </a:lnTo>
                <a:lnTo>
                  <a:pt x="336" y="14"/>
                </a:lnTo>
                <a:lnTo>
                  <a:pt x="343" y="16"/>
                </a:lnTo>
                <a:lnTo>
                  <a:pt x="351" y="19"/>
                </a:lnTo>
                <a:lnTo>
                  <a:pt x="357" y="22"/>
                </a:lnTo>
                <a:lnTo>
                  <a:pt x="364" y="24"/>
                </a:lnTo>
                <a:lnTo>
                  <a:pt x="371" y="28"/>
                </a:lnTo>
                <a:lnTo>
                  <a:pt x="378" y="31"/>
                </a:lnTo>
                <a:lnTo>
                  <a:pt x="384" y="34"/>
                </a:lnTo>
                <a:lnTo>
                  <a:pt x="390" y="38"/>
                </a:lnTo>
                <a:lnTo>
                  <a:pt x="397" y="41"/>
                </a:lnTo>
                <a:lnTo>
                  <a:pt x="403" y="46"/>
                </a:lnTo>
                <a:lnTo>
                  <a:pt x="408" y="50"/>
                </a:lnTo>
                <a:lnTo>
                  <a:pt x="415" y="55"/>
                </a:lnTo>
                <a:lnTo>
                  <a:pt x="421" y="59"/>
                </a:lnTo>
                <a:lnTo>
                  <a:pt x="426" y="63"/>
                </a:lnTo>
                <a:lnTo>
                  <a:pt x="431" y="68"/>
                </a:lnTo>
                <a:lnTo>
                  <a:pt x="436" y="73"/>
                </a:lnTo>
                <a:lnTo>
                  <a:pt x="441" y="77"/>
                </a:lnTo>
                <a:lnTo>
                  <a:pt x="446" y="82"/>
                </a:lnTo>
                <a:lnTo>
                  <a:pt x="450" y="87"/>
                </a:lnTo>
                <a:lnTo>
                  <a:pt x="454" y="93"/>
                </a:lnTo>
                <a:lnTo>
                  <a:pt x="458" y="98"/>
                </a:lnTo>
                <a:lnTo>
                  <a:pt x="462" y="103"/>
                </a:lnTo>
                <a:lnTo>
                  <a:pt x="466" y="109"/>
                </a:lnTo>
                <a:lnTo>
                  <a:pt x="469" y="114"/>
                </a:lnTo>
                <a:lnTo>
                  <a:pt x="473" y="120"/>
                </a:lnTo>
                <a:lnTo>
                  <a:pt x="475" y="126"/>
                </a:lnTo>
                <a:lnTo>
                  <a:pt x="478" y="132"/>
                </a:lnTo>
                <a:lnTo>
                  <a:pt x="481" y="137"/>
                </a:lnTo>
                <a:lnTo>
                  <a:pt x="483" y="143"/>
                </a:lnTo>
                <a:lnTo>
                  <a:pt x="485" y="149"/>
                </a:lnTo>
                <a:lnTo>
                  <a:pt x="487" y="155"/>
                </a:lnTo>
                <a:lnTo>
                  <a:pt x="488" y="161"/>
                </a:lnTo>
                <a:lnTo>
                  <a:pt x="490" y="168"/>
                </a:lnTo>
                <a:lnTo>
                  <a:pt x="491" y="174"/>
                </a:lnTo>
                <a:lnTo>
                  <a:pt x="492" y="180"/>
                </a:lnTo>
                <a:lnTo>
                  <a:pt x="492" y="186"/>
                </a:lnTo>
                <a:lnTo>
                  <a:pt x="493" y="192"/>
                </a:lnTo>
                <a:lnTo>
                  <a:pt x="493" y="198"/>
                </a:lnTo>
                <a:close/>
              </a:path>
            </a:pathLst>
          </a:custGeom>
          <a:solidFill>
            <a:srgbClr val="ffe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7" name=""/>
          <p:cNvSpPr/>
          <p:nvPr/>
        </p:nvSpPr>
        <p:spPr>
          <a:xfrm>
            <a:off x="4889520" y="1756080"/>
            <a:ext cx="178920" cy="144000"/>
          </a:xfrm>
          <a:custGeom>
            <a:avLst/>
            <a:gdLst/>
            <a:ahLst/>
            <a:rect l="0" t="0" r="r" b="b"/>
            <a:pathLst>
              <a:path w="497" h="400">
                <a:moveTo>
                  <a:pt x="495" y="200"/>
                </a:moveTo>
                <a:lnTo>
                  <a:pt x="495" y="194"/>
                </a:lnTo>
                <a:lnTo>
                  <a:pt x="494" y="188"/>
                </a:lnTo>
                <a:lnTo>
                  <a:pt x="494" y="182"/>
                </a:lnTo>
                <a:lnTo>
                  <a:pt x="493" y="176"/>
                </a:lnTo>
                <a:lnTo>
                  <a:pt x="492" y="170"/>
                </a:lnTo>
                <a:lnTo>
                  <a:pt x="490" y="163"/>
                </a:lnTo>
                <a:lnTo>
                  <a:pt x="489" y="157"/>
                </a:lnTo>
                <a:lnTo>
                  <a:pt x="487" y="151"/>
                </a:lnTo>
                <a:lnTo>
                  <a:pt x="485" y="145"/>
                </a:lnTo>
                <a:lnTo>
                  <a:pt x="483" y="139"/>
                </a:lnTo>
                <a:lnTo>
                  <a:pt x="480" y="134"/>
                </a:lnTo>
                <a:lnTo>
                  <a:pt x="477" y="128"/>
                </a:lnTo>
                <a:lnTo>
                  <a:pt x="475" y="122"/>
                </a:lnTo>
                <a:lnTo>
                  <a:pt x="471" y="116"/>
                </a:lnTo>
                <a:lnTo>
                  <a:pt x="468" y="111"/>
                </a:lnTo>
                <a:lnTo>
                  <a:pt x="464" y="105"/>
                </a:lnTo>
                <a:lnTo>
                  <a:pt x="460" y="100"/>
                </a:lnTo>
                <a:lnTo>
                  <a:pt x="456" y="94"/>
                </a:lnTo>
                <a:lnTo>
                  <a:pt x="452" y="88"/>
                </a:lnTo>
                <a:lnTo>
                  <a:pt x="448" y="83"/>
                </a:lnTo>
                <a:lnTo>
                  <a:pt x="443" y="78"/>
                </a:lnTo>
                <a:lnTo>
                  <a:pt x="438" y="74"/>
                </a:lnTo>
                <a:lnTo>
                  <a:pt x="433" y="69"/>
                </a:lnTo>
                <a:lnTo>
                  <a:pt x="428" y="64"/>
                </a:lnTo>
                <a:lnTo>
                  <a:pt x="423" y="60"/>
                </a:lnTo>
                <a:lnTo>
                  <a:pt x="417" y="56"/>
                </a:lnTo>
                <a:lnTo>
                  <a:pt x="411" y="51"/>
                </a:lnTo>
                <a:lnTo>
                  <a:pt x="406" y="47"/>
                </a:lnTo>
                <a:lnTo>
                  <a:pt x="400" y="43"/>
                </a:lnTo>
                <a:lnTo>
                  <a:pt x="393" y="40"/>
                </a:lnTo>
                <a:lnTo>
                  <a:pt x="387" y="36"/>
                </a:lnTo>
                <a:lnTo>
                  <a:pt x="381" y="33"/>
                </a:lnTo>
                <a:lnTo>
                  <a:pt x="374" y="30"/>
                </a:lnTo>
                <a:lnTo>
                  <a:pt x="367" y="26"/>
                </a:lnTo>
                <a:lnTo>
                  <a:pt x="360" y="24"/>
                </a:lnTo>
                <a:lnTo>
                  <a:pt x="354" y="21"/>
                </a:lnTo>
                <a:lnTo>
                  <a:pt x="346" y="18"/>
                </a:lnTo>
                <a:lnTo>
                  <a:pt x="339" y="16"/>
                </a:lnTo>
                <a:lnTo>
                  <a:pt x="332" y="14"/>
                </a:lnTo>
                <a:lnTo>
                  <a:pt x="325" y="12"/>
                </a:lnTo>
                <a:lnTo>
                  <a:pt x="317" y="10"/>
                </a:lnTo>
                <a:lnTo>
                  <a:pt x="310" y="8"/>
                </a:lnTo>
                <a:lnTo>
                  <a:pt x="302" y="7"/>
                </a:lnTo>
                <a:lnTo>
                  <a:pt x="295" y="6"/>
                </a:lnTo>
                <a:lnTo>
                  <a:pt x="287" y="5"/>
                </a:lnTo>
                <a:lnTo>
                  <a:pt x="280" y="4"/>
                </a:lnTo>
                <a:lnTo>
                  <a:pt x="272" y="3"/>
                </a:lnTo>
                <a:lnTo>
                  <a:pt x="264" y="2"/>
                </a:lnTo>
                <a:lnTo>
                  <a:pt x="257" y="2"/>
                </a:lnTo>
                <a:lnTo>
                  <a:pt x="249" y="2"/>
                </a:lnTo>
                <a:lnTo>
                  <a:pt x="241" y="2"/>
                </a:lnTo>
                <a:lnTo>
                  <a:pt x="233" y="2"/>
                </a:lnTo>
                <a:lnTo>
                  <a:pt x="226" y="3"/>
                </a:lnTo>
                <a:lnTo>
                  <a:pt x="218" y="4"/>
                </a:lnTo>
                <a:lnTo>
                  <a:pt x="210" y="5"/>
                </a:lnTo>
                <a:lnTo>
                  <a:pt x="203" y="6"/>
                </a:lnTo>
                <a:lnTo>
                  <a:pt x="195" y="7"/>
                </a:lnTo>
                <a:lnTo>
                  <a:pt x="188" y="8"/>
                </a:lnTo>
                <a:lnTo>
                  <a:pt x="180" y="10"/>
                </a:lnTo>
                <a:lnTo>
                  <a:pt x="173" y="12"/>
                </a:lnTo>
                <a:lnTo>
                  <a:pt x="165" y="14"/>
                </a:lnTo>
                <a:lnTo>
                  <a:pt x="158" y="16"/>
                </a:lnTo>
                <a:lnTo>
                  <a:pt x="151" y="18"/>
                </a:lnTo>
                <a:lnTo>
                  <a:pt x="144" y="21"/>
                </a:lnTo>
                <a:lnTo>
                  <a:pt x="137" y="24"/>
                </a:lnTo>
                <a:lnTo>
                  <a:pt x="130" y="26"/>
                </a:lnTo>
                <a:lnTo>
                  <a:pt x="124" y="30"/>
                </a:lnTo>
                <a:lnTo>
                  <a:pt x="117" y="33"/>
                </a:lnTo>
                <a:lnTo>
                  <a:pt x="111" y="36"/>
                </a:lnTo>
                <a:lnTo>
                  <a:pt x="104" y="40"/>
                </a:lnTo>
                <a:lnTo>
                  <a:pt x="98" y="43"/>
                </a:lnTo>
                <a:lnTo>
                  <a:pt x="92" y="47"/>
                </a:lnTo>
                <a:lnTo>
                  <a:pt x="86" y="51"/>
                </a:lnTo>
                <a:lnTo>
                  <a:pt x="80" y="56"/>
                </a:lnTo>
                <a:lnTo>
                  <a:pt x="75" y="60"/>
                </a:lnTo>
                <a:lnTo>
                  <a:pt x="70" y="64"/>
                </a:lnTo>
                <a:lnTo>
                  <a:pt x="64" y="69"/>
                </a:lnTo>
                <a:lnTo>
                  <a:pt x="59" y="74"/>
                </a:lnTo>
                <a:lnTo>
                  <a:pt x="53" y="78"/>
                </a:lnTo>
                <a:lnTo>
                  <a:pt x="49" y="83"/>
                </a:lnTo>
                <a:lnTo>
                  <a:pt x="44" y="88"/>
                </a:lnTo>
                <a:lnTo>
                  <a:pt x="40" y="94"/>
                </a:lnTo>
                <a:lnTo>
                  <a:pt x="36" y="100"/>
                </a:lnTo>
                <a:lnTo>
                  <a:pt x="32" y="105"/>
                </a:lnTo>
                <a:lnTo>
                  <a:pt x="29" y="111"/>
                </a:lnTo>
                <a:lnTo>
                  <a:pt x="25" y="116"/>
                </a:lnTo>
                <a:lnTo>
                  <a:pt x="22" y="122"/>
                </a:lnTo>
                <a:lnTo>
                  <a:pt x="19" y="128"/>
                </a:lnTo>
                <a:lnTo>
                  <a:pt x="16" y="134"/>
                </a:lnTo>
                <a:lnTo>
                  <a:pt x="14" y="139"/>
                </a:lnTo>
                <a:lnTo>
                  <a:pt x="12" y="145"/>
                </a:lnTo>
                <a:lnTo>
                  <a:pt x="10" y="151"/>
                </a:lnTo>
                <a:lnTo>
                  <a:pt x="8" y="157"/>
                </a:lnTo>
                <a:lnTo>
                  <a:pt x="6" y="163"/>
                </a:lnTo>
                <a:lnTo>
                  <a:pt x="5" y="170"/>
                </a:lnTo>
                <a:lnTo>
                  <a:pt x="4" y="176"/>
                </a:lnTo>
                <a:lnTo>
                  <a:pt x="3" y="182"/>
                </a:lnTo>
                <a:lnTo>
                  <a:pt x="2" y="188"/>
                </a:lnTo>
                <a:lnTo>
                  <a:pt x="2" y="194"/>
                </a:lnTo>
                <a:lnTo>
                  <a:pt x="2" y="200"/>
                </a:lnTo>
                <a:lnTo>
                  <a:pt x="2" y="207"/>
                </a:lnTo>
                <a:lnTo>
                  <a:pt x="2" y="213"/>
                </a:lnTo>
                <a:lnTo>
                  <a:pt x="3" y="219"/>
                </a:lnTo>
                <a:lnTo>
                  <a:pt x="4" y="225"/>
                </a:lnTo>
                <a:lnTo>
                  <a:pt x="5" y="231"/>
                </a:lnTo>
                <a:lnTo>
                  <a:pt x="6" y="237"/>
                </a:lnTo>
                <a:lnTo>
                  <a:pt x="8" y="243"/>
                </a:lnTo>
                <a:lnTo>
                  <a:pt x="10" y="249"/>
                </a:lnTo>
                <a:lnTo>
                  <a:pt x="12" y="255"/>
                </a:lnTo>
                <a:lnTo>
                  <a:pt x="14" y="261"/>
                </a:lnTo>
                <a:lnTo>
                  <a:pt x="16" y="267"/>
                </a:lnTo>
                <a:lnTo>
                  <a:pt x="19" y="273"/>
                </a:lnTo>
                <a:lnTo>
                  <a:pt x="22" y="279"/>
                </a:lnTo>
                <a:lnTo>
                  <a:pt x="25" y="284"/>
                </a:lnTo>
                <a:lnTo>
                  <a:pt x="29" y="290"/>
                </a:lnTo>
                <a:lnTo>
                  <a:pt x="32" y="295"/>
                </a:lnTo>
                <a:lnTo>
                  <a:pt x="36" y="301"/>
                </a:lnTo>
                <a:lnTo>
                  <a:pt x="40" y="306"/>
                </a:lnTo>
                <a:lnTo>
                  <a:pt x="44" y="311"/>
                </a:lnTo>
                <a:lnTo>
                  <a:pt x="49" y="316"/>
                </a:lnTo>
                <a:lnTo>
                  <a:pt x="53" y="321"/>
                </a:lnTo>
                <a:lnTo>
                  <a:pt x="59" y="326"/>
                </a:lnTo>
                <a:lnTo>
                  <a:pt x="64" y="331"/>
                </a:lnTo>
                <a:lnTo>
                  <a:pt x="70" y="335"/>
                </a:lnTo>
                <a:lnTo>
                  <a:pt x="75" y="340"/>
                </a:lnTo>
                <a:lnTo>
                  <a:pt x="80" y="344"/>
                </a:lnTo>
                <a:lnTo>
                  <a:pt x="86" y="348"/>
                </a:lnTo>
                <a:lnTo>
                  <a:pt x="92" y="352"/>
                </a:lnTo>
                <a:lnTo>
                  <a:pt x="98" y="356"/>
                </a:lnTo>
                <a:lnTo>
                  <a:pt x="104" y="360"/>
                </a:lnTo>
                <a:lnTo>
                  <a:pt x="111" y="364"/>
                </a:lnTo>
                <a:lnTo>
                  <a:pt x="117" y="367"/>
                </a:lnTo>
                <a:lnTo>
                  <a:pt x="124" y="370"/>
                </a:lnTo>
                <a:lnTo>
                  <a:pt x="130" y="373"/>
                </a:lnTo>
                <a:lnTo>
                  <a:pt x="137" y="376"/>
                </a:lnTo>
                <a:lnTo>
                  <a:pt x="144" y="379"/>
                </a:lnTo>
                <a:lnTo>
                  <a:pt x="151" y="381"/>
                </a:lnTo>
                <a:lnTo>
                  <a:pt x="158" y="384"/>
                </a:lnTo>
                <a:lnTo>
                  <a:pt x="165" y="386"/>
                </a:lnTo>
                <a:lnTo>
                  <a:pt x="173" y="388"/>
                </a:lnTo>
                <a:lnTo>
                  <a:pt x="180" y="390"/>
                </a:lnTo>
                <a:lnTo>
                  <a:pt x="188" y="391"/>
                </a:lnTo>
                <a:lnTo>
                  <a:pt x="195" y="393"/>
                </a:lnTo>
                <a:lnTo>
                  <a:pt x="203" y="394"/>
                </a:lnTo>
                <a:lnTo>
                  <a:pt x="210" y="395"/>
                </a:lnTo>
                <a:lnTo>
                  <a:pt x="218" y="396"/>
                </a:lnTo>
                <a:lnTo>
                  <a:pt x="226" y="397"/>
                </a:lnTo>
                <a:lnTo>
                  <a:pt x="233" y="397"/>
                </a:lnTo>
                <a:lnTo>
                  <a:pt x="241" y="398"/>
                </a:lnTo>
                <a:lnTo>
                  <a:pt x="249" y="398"/>
                </a:lnTo>
                <a:lnTo>
                  <a:pt x="257" y="398"/>
                </a:lnTo>
                <a:lnTo>
                  <a:pt x="264" y="397"/>
                </a:lnTo>
                <a:lnTo>
                  <a:pt x="272" y="397"/>
                </a:lnTo>
                <a:lnTo>
                  <a:pt x="280" y="396"/>
                </a:lnTo>
                <a:lnTo>
                  <a:pt x="287" y="395"/>
                </a:lnTo>
                <a:lnTo>
                  <a:pt x="295" y="394"/>
                </a:lnTo>
                <a:lnTo>
                  <a:pt x="302" y="393"/>
                </a:lnTo>
                <a:lnTo>
                  <a:pt x="310" y="391"/>
                </a:lnTo>
                <a:lnTo>
                  <a:pt x="317" y="390"/>
                </a:lnTo>
                <a:lnTo>
                  <a:pt x="325" y="388"/>
                </a:lnTo>
                <a:lnTo>
                  <a:pt x="332" y="386"/>
                </a:lnTo>
                <a:lnTo>
                  <a:pt x="339" y="384"/>
                </a:lnTo>
                <a:lnTo>
                  <a:pt x="346" y="381"/>
                </a:lnTo>
                <a:lnTo>
                  <a:pt x="354" y="379"/>
                </a:lnTo>
                <a:lnTo>
                  <a:pt x="360" y="376"/>
                </a:lnTo>
                <a:lnTo>
                  <a:pt x="367" y="373"/>
                </a:lnTo>
                <a:lnTo>
                  <a:pt x="374" y="370"/>
                </a:lnTo>
                <a:lnTo>
                  <a:pt x="381" y="367"/>
                </a:lnTo>
                <a:lnTo>
                  <a:pt x="387" y="364"/>
                </a:lnTo>
                <a:lnTo>
                  <a:pt x="393" y="360"/>
                </a:lnTo>
                <a:lnTo>
                  <a:pt x="400" y="356"/>
                </a:lnTo>
                <a:lnTo>
                  <a:pt x="406" y="352"/>
                </a:lnTo>
                <a:lnTo>
                  <a:pt x="411" y="348"/>
                </a:lnTo>
                <a:lnTo>
                  <a:pt x="417" y="344"/>
                </a:lnTo>
                <a:lnTo>
                  <a:pt x="423" y="340"/>
                </a:lnTo>
                <a:lnTo>
                  <a:pt x="428" y="335"/>
                </a:lnTo>
                <a:lnTo>
                  <a:pt x="433" y="331"/>
                </a:lnTo>
                <a:lnTo>
                  <a:pt x="438" y="326"/>
                </a:lnTo>
                <a:lnTo>
                  <a:pt x="443" y="321"/>
                </a:lnTo>
                <a:lnTo>
                  <a:pt x="448" y="316"/>
                </a:lnTo>
                <a:lnTo>
                  <a:pt x="452" y="311"/>
                </a:lnTo>
                <a:lnTo>
                  <a:pt x="456" y="306"/>
                </a:lnTo>
                <a:lnTo>
                  <a:pt x="460" y="301"/>
                </a:lnTo>
                <a:lnTo>
                  <a:pt x="464" y="295"/>
                </a:lnTo>
                <a:lnTo>
                  <a:pt x="468" y="290"/>
                </a:lnTo>
                <a:lnTo>
                  <a:pt x="471" y="284"/>
                </a:lnTo>
                <a:lnTo>
                  <a:pt x="475" y="279"/>
                </a:lnTo>
                <a:lnTo>
                  <a:pt x="477" y="273"/>
                </a:lnTo>
                <a:lnTo>
                  <a:pt x="480" y="267"/>
                </a:lnTo>
                <a:lnTo>
                  <a:pt x="483" y="261"/>
                </a:lnTo>
                <a:lnTo>
                  <a:pt x="485" y="255"/>
                </a:lnTo>
                <a:lnTo>
                  <a:pt x="487" y="249"/>
                </a:lnTo>
                <a:lnTo>
                  <a:pt x="489" y="243"/>
                </a:lnTo>
                <a:lnTo>
                  <a:pt x="490" y="237"/>
                </a:lnTo>
                <a:lnTo>
                  <a:pt x="492" y="231"/>
                </a:lnTo>
                <a:lnTo>
                  <a:pt x="493" y="225"/>
                </a:lnTo>
                <a:lnTo>
                  <a:pt x="494" y="219"/>
                </a:lnTo>
                <a:lnTo>
                  <a:pt x="494" y="213"/>
                </a:lnTo>
                <a:lnTo>
                  <a:pt x="495" y="207"/>
                </a:lnTo>
                <a:lnTo>
                  <a:pt x="495" y="200"/>
                </a:lnTo>
                <a:moveTo>
                  <a:pt x="497" y="200"/>
                </a:moveTo>
                <a:lnTo>
                  <a:pt x="497" y="207"/>
                </a:lnTo>
                <a:lnTo>
                  <a:pt x="497" y="213"/>
                </a:lnTo>
                <a:lnTo>
                  <a:pt x="496" y="219"/>
                </a:lnTo>
                <a:lnTo>
                  <a:pt x="495" y="225"/>
                </a:lnTo>
                <a:lnTo>
                  <a:pt x="494" y="232"/>
                </a:lnTo>
                <a:lnTo>
                  <a:pt x="493" y="238"/>
                </a:lnTo>
                <a:lnTo>
                  <a:pt x="491" y="244"/>
                </a:lnTo>
                <a:lnTo>
                  <a:pt x="489" y="250"/>
                </a:lnTo>
                <a:lnTo>
                  <a:pt x="487" y="256"/>
                </a:lnTo>
                <a:lnTo>
                  <a:pt x="485" y="262"/>
                </a:lnTo>
                <a:lnTo>
                  <a:pt x="482" y="268"/>
                </a:lnTo>
                <a:lnTo>
                  <a:pt x="480" y="274"/>
                </a:lnTo>
                <a:lnTo>
                  <a:pt x="477" y="279"/>
                </a:lnTo>
                <a:lnTo>
                  <a:pt x="473" y="285"/>
                </a:lnTo>
                <a:lnTo>
                  <a:pt x="470" y="291"/>
                </a:lnTo>
                <a:lnTo>
                  <a:pt x="466" y="296"/>
                </a:lnTo>
                <a:lnTo>
                  <a:pt x="462" y="302"/>
                </a:lnTo>
                <a:lnTo>
                  <a:pt x="458" y="307"/>
                </a:lnTo>
                <a:lnTo>
                  <a:pt x="454" y="312"/>
                </a:lnTo>
                <a:lnTo>
                  <a:pt x="450" y="317"/>
                </a:lnTo>
                <a:lnTo>
                  <a:pt x="445" y="322"/>
                </a:lnTo>
                <a:lnTo>
                  <a:pt x="440" y="327"/>
                </a:lnTo>
                <a:lnTo>
                  <a:pt x="435" y="332"/>
                </a:lnTo>
                <a:lnTo>
                  <a:pt x="430" y="337"/>
                </a:lnTo>
                <a:lnTo>
                  <a:pt x="424" y="341"/>
                </a:lnTo>
                <a:lnTo>
                  <a:pt x="419" y="346"/>
                </a:lnTo>
                <a:lnTo>
                  <a:pt x="413" y="350"/>
                </a:lnTo>
                <a:lnTo>
                  <a:pt x="407" y="354"/>
                </a:lnTo>
                <a:lnTo>
                  <a:pt x="401" y="358"/>
                </a:lnTo>
                <a:lnTo>
                  <a:pt x="395" y="361"/>
                </a:lnTo>
                <a:lnTo>
                  <a:pt x="388" y="365"/>
                </a:lnTo>
                <a:lnTo>
                  <a:pt x="382" y="369"/>
                </a:lnTo>
                <a:lnTo>
                  <a:pt x="375" y="372"/>
                </a:lnTo>
                <a:lnTo>
                  <a:pt x="368" y="375"/>
                </a:lnTo>
                <a:lnTo>
                  <a:pt x="362" y="378"/>
                </a:lnTo>
                <a:lnTo>
                  <a:pt x="354" y="381"/>
                </a:lnTo>
                <a:lnTo>
                  <a:pt x="347" y="383"/>
                </a:lnTo>
                <a:lnTo>
                  <a:pt x="340" y="386"/>
                </a:lnTo>
                <a:lnTo>
                  <a:pt x="333" y="388"/>
                </a:lnTo>
                <a:lnTo>
                  <a:pt x="326" y="390"/>
                </a:lnTo>
                <a:lnTo>
                  <a:pt x="318" y="392"/>
                </a:lnTo>
                <a:lnTo>
                  <a:pt x="311" y="393"/>
                </a:lnTo>
                <a:lnTo>
                  <a:pt x="303" y="395"/>
                </a:lnTo>
                <a:lnTo>
                  <a:pt x="295" y="396"/>
                </a:lnTo>
                <a:lnTo>
                  <a:pt x="288" y="397"/>
                </a:lnTo>
                <a:lnTo>
                  <a:pt x="280" y="398"/>
                </a:lnTo>
                <a:lnTo>
                  <a:pt x="272" y="399"/>
                </a:lnTo>
                <a:lnTo>
                  <a:pt x="264" y="399"/>
                </a:lnTo>
                <a:lnTo>
                  <a:pt x="257" y="399"/>
                </a:lnTo>
                <a:lnTo>
                  <a:pt x="249" y="400"/>
                </a:lnTo>
                <a:lnTo>
                  <a:pt x="241" y="399"/>
                </a:lnTo>
                <a:lnTo>
                  <a:pt x="233" y="399"/>
                </a:lnTo>
                <a:lnTo>
                  <a:pt x="225" y="399"/>
                </a:lnTo>
                <a:lnTo>
                  <a:pt x="218" y="398"/>
                </a:lnTo>
                <a:lnTo>
                  <a:pt x="210" y="397"/>
                </a:lnTo>
                <a:lnTo>
                  <a:pt x="202" y="396"/>
                </a:lnTo>
                <a:lnTo>
                  <a:pt x="195" y="395"/>
                </a:lnTo>
                <a:lnTo>
                  <a:pt x="187" y="393"/>
                </a:lnTo>
                <a:lnTo>
                  <a:pt x="180" y="392"/>
                </a:lnTo>
                <a:lnTo>
                  <a:pt x="172" y="390"/>
                </a:lnTo>
                <a:lnTo>
                  <a:pt x="165" y="388"/>
                </a:lnTo>
                <a:lnTo>
                  <a:pt x="157" y="386"/>
                </a:lnTo>
                <a:lnTo>
                  <a:pt x="150" y="383"/>
                </a:lnTo>
                <a:lnTo>
                  <a:pt x="143" y="381"/>
                </a:lnTo>
                <a:lnTo>
                  <a:pt x="136" y="378"/>
                </a:lnTo>
                <a:lnTo>
                  <a:pt x="129" y="375"/>
                </a:lnTo>
                <a:lnTo>
                  <a:pt x="122" y="372"/>
                </a:lnTo>
                <a:lnTo>
                  <a:pt x="116" y="369"/>
                </a:lnTo>
                <a:lnTo>
                  <a:pt x="109" y="365"/>
                </a:lnTo>
                <a:lnTo>
                  <a:pt x="103" y="361"/>
                </a:lnTo>
                <a:lnTo>
                  <a:pt x="97" y="358"/>
                </a:lnTo>
                <a:lnTo>
                  <a:pt x="91" y="354"/>
                </a:lnTo>
                <a:lnTo>
                  <a:pt x="85" y="350"/>
                </a:lnTo>
                <a:lnTo>
                  <a:pt x="79" y="346"/>
                </a:lnTo>
                <a:lnTo>
                  <a:pt x="73" y="341"/>
                </a:lnTo>
                <a:lnTo>
                  <a:pt x="68" y="337"/>
                </a:lnTo>
                <a:lnTo>
                  <a:pt x="63" y="332"/>
                </a:lnTo>
                <a:lnTo>
                  <a:pt x="57" y="327"/>
                </a:lnTo>
                <a:lnTo>
                  <a:pt x="52" y="322"/>
                </a:lnTo>
                <a:lnTo>
                  <a:pt x="47" y="317"/>
                </a:lnTo>
                <a:lnTo>
                  <a:pt x="42" y="312"/>
                </a:lnTo>
                <a:lnTo>
                  <a:pt x="38" y="307"/>
                </a:lnTo>
                <a:lnTo>
                  <a:pt x="34" y="302"/>
                </a:lnTo>
                <a:lnTo>
                  <a:pt x="30" y="296"/>
                </a:lnTo>
                <a:lnTo>
                  <a:pt x="27" y="291"/>
                </a:lnTo>
                <a:lnTo>
                  <a:pt x="23" y="285"/>
                </a:lnTo>
                <a:lnTo>
                  <a:pt x="20" y="279"/>
                </a:lnTo>
                <a:lnTo>
                  <a:pt x="17" y="274"/>
                </a:lnTo>
                <a:lnTo>
                  <a:pt x="14" y="268"/>
                </a:lnTo>
                <a:lnTo>
                  <a:pt x="12" y="262"/>
                </a:lnTo>
                <a:lnTo>
                  <a:pt x="9" y="256"/>
                </a:lnTo>
                <a:lnTo>
                  <a:pt x="7" y="250"/>
                </a:lnTo>
                <a:lnTo>
                  <a:pt x="6" y="244"/>
                </a:lnTo>
                <a:lnTo>
                  <a:pt x="4" y="238"/>
                </a:lnTo>
                <a:lnTo>
                  <a:pt x="3" y="232"/>
                </a:lnTo>
                <a:lnTo>
                  <a:pt x="2" y="225"/>
                </a:lnTo>
                <a:lnTo>
                  <a:pt x="1" y="219"/>
                </a:lnTo>
                <a:lnTo>
                  <a:pt x="0" y="213"/>
                </a:lnTo>
                <a:lnTo>
                  <a:pt x="0" y="207"/>
                </a:lnTo>
                <a:lnTo>
                  <a:pt x="0" y="200"/>
                </a:lnTo>
                <a:lnTo>
                  <a:pt x="0" y="194"/>
                </a:lnTo>
                <a:lnTo>
                  <a:pt x="0" y="188"/>
                </a:lnTo>
                <a:lnTo>
                  <a:pt x="1" y="182"/>
                </a:lnTo>
                <a:lnTo>
                  <a:pt x="2" y="175"/>
                </a:lnTo>
                <a:lnTo>
                  <a:pt x="3" y="169"/>
                </a:lnTo>
                <a:lnTo>
                  <a:pt x="4" y="163"/>
                </a:lnTo>
                <a:lnTo>
                  <a:pt x="6" y="157"/>
                </a:lnTo>
                <a:lnTo>
                  <a:pt x="7" y="151"/>
                </a:lnTo>
                <a:lnTo>
                  <a:pt x="9" y="145"/>
                </a:lnTo>
                <a:lnTo>
                  <a:pt x="12" y="139"/>
                </a:lnTo>
                <a:lnTo>
                  <a:pt x="14" y="133"/>
                </a:lnTo>
                <a:lnTo>
                  <a:pt x="17" y="127"/>
                </a:lnTo>
                <a:lnTo>
                  <a:pt x="20" y="121"/>
                </a:lnTo>
                <a:lnTo>
                  <a:pt x="23" y="116"/>
                </a:lnTo>
                <a:lnTo>
                  <a:pt x="27" y="110"/>
                </a:lnTo>
                <a:lnTo>
                  <a:pt x="30" y="104"/>
                </a:lnTo>
                <a:lnTo>
                  <a:pt x="34" y="99"/>
                </a:lnTo>
                <a:lnTo>
                  <a:pt x="38" y="93"/>
                </a:lnTo>
                <a:lnTo>
                  <a:pt x="42" y="87"/>
                </a:lnTo>
                <a:lnTo>
                  <a:pt x="47" y="82"/>
                </a:lnTo>
                <a:lnTo>
                  <a:pt x="52" y="77"/>
                </a:lnTo>
                <a:lnTo>
                  <a:pt x="57" y="72"/>
                </a:lnTo>
                <a:lnTo>
                  <a:pt x="63" y="68"/>
                </a:lnTo>
                <a:lnTo>
                  <a:pt x="68" y="63"/>
                </a:lnTo>
                <a:lnTo>
                  <a:pt x="73" y="59"/>
                </a:lnTo>
                <a:lnTo>
                  <a:pt x="79" y="54"/>
                </a:lnTo>
                <a:lnTo>
                  <a:pt x="85" y="50"/>
                </a:lnTo>
                <a:lnTo>
                  <a:pt x="91" y="46"/>
                </a:lnTo>
                <a:lnTo>
                  <a:pt x="97" y="42"/>
                </a:lnTo>
                <a:lnTo>
                  <a:pt x="103" y="38"/>
                </a:lnTo>
                <a:lnTo>
                  <a:pt x="109" y="35"/>
                </a:lnTo>
                <a:lnTo>
                  <a:pt x="116" y="31"/>
                </a:lnTo>
                <a:lnTo>
                  <a:pt x="122" y="28"/>
                </a:lnTo>
                <a:lnTo>
                  <a:pt x="129" y="25"/>
                </a:lnTo>
                <a:lnTo>
                  <a:pt x="136" y="22"/>
                </a:lnTo>
                <a:lnTo>
                  <a:pt x="143" y="19"/>
                </a:lnTo>
                <a:lnTo>
                  <a:pt x="150" y="17"/>
                </a:lnTo>
                <a:lnTo>
                  <a:pt x="157" y="14"/>
                </a:lnTo>
                <a:lnTo>
                  <a:pt x="165" y="12"/>
                </a:lnTo>
                <a:lnTo>
                  <a:pt x="172" y="10"/>
                </a:lnTo>
                <a:lnTo>
                  <a:pt x="180" y="8"/>
                </a:lnTo>
                <a:lnTo>
                  <a:pt x="187" y="7"/>
                </a:lnTo>
                <a:lnTo>
                  <a:pt x="195" y="5"/>
                </a:lnTo>
                <a:lnTo>
                  <a:pt x="202" y="4"/>
                </a:lnTo>
                <a:lnTo>
                  <a:pt x="210" y="3"/>
                </a:lnTo>
                <a:lnTo>
                  <a:pt x="218" y="2"/>
                </a:lnTo>
                <a:lnTo>
                  <a:pt x="225" y="1"/>
                </a:lnTo>
                <a:lnTo>
                  <a:pt x="233" y="1"/>
                </a:lnTo>
                <a:lnTo>
                  <a:pt x="241" y="0"/>
                </a:lnTo>
                <a:lnTo>
                  <a:pt x="249" y="0"/>
                </a:lnTo>
                <a:lnTo>
                  <a:pt x="257" y="0"/>
                </a:lnTo>
                <a:lnTo>
                  <a:pt x="264" y="1"/>
                </a:lnTo>
                <a:lnTo>
                  <a:pt x="272" y="1"/>
                </a:lnTo>
                <a:lnTo>
                  <a:pt x="280" y="2"/>
                </a:lnTo>
                <a:lnTo>
                  <a:pt x="288" y="3"/>
                </a:lnTo>
                <a:lnTo>
                  <a:pt x="295" y="4"/>
                </a:lnTo>
                <a:lnTo>
                  <a:pt x="303" y="5"/>
                </a:lnTo>
                <a:lnTo>
                  <a:pt x="311" y="7"/>
                </a:lnTo>
                <a:lnTo>
                  <a:pt x="318" y="8"/>
                </a:lnTo>
                <a:lnTo>
                  <a:pt x="326" y="10"/>
                </a:lnTo>
                <a:lnTo>
                  <a:pt x="333" y="12"/>
                </a:lnTo>
                <a:lnTo>
                  <a:pt x="340" y="14"/>
                </a:lnTo>
                <a:lnTo>
                  <a:pt x="347" y="17"/>
                </a:lnTo>
                <a:lnTo>
                  <a:pt x="354" y="19"/>
                </a:lnTo>
                <a:lnTo>
                  <a:pt x="362" y="22"/>
                </a:lnTo>
                <a:lnTo>
                  <a:pt x="368" y="25"/>
                </a:lnTo>
                <a:lnTo>
                  <a:pt x="375" y="28"/>
                </a:lnTo>
                <a:lnTo>
                  <a:pt x="382" y="31"/>
                </a:lnTo>
                <a:lnTo>
                  <a:pt x="388" y="35"/>
                </a:lnTo>
                <a:lnTo>
                  <a:pt x="395" y="38"/>
                </a:lnTo>
                <a:lnTo>
                  <a:pt x="401" y="42"/>
                </a:lnTo>
                <a:lnTo>
                  <a:pt x="407" y="46"/>
                </a:lnTo>
                <a:lnTo>
                  <a:pt x="413" y="50"/>
                </a:lnTo>
                <a:lnTo>
                  <a:pt x="419" y="54"/>
                </a:lnTo>
                <a:lnTo>
                  <a:pt x="424" y="59"/>
                </a:lnTo>
                <a:lnTo>
                  <a:pt x="430" y="63"/>
                </a:lnTo>
                <a:lnTo>
                  <a:pt x="435" y="68"/>
                </a:lnTo>
                <a:lnTo>
                  <a:pt x="440" y="72"/>
                </a:lnTo>
                <a:lnTo>
                  <a:pt x="445" y="77"/>
                </a:lnTo>
                <a:lnTo>
                  <a:pt x="450" y="82"/>
                </a:lnTo>
                <a:lnTo>
                  <a:pt x="454" y="87"/>
                </a:lnTo>
                <a:lnTo>
                  <a:pt x="458" y="93"/>
                </a:lnTo>
                <a:lnTo>
                  <a:pt x="462" y="99"/>
                </a:lnTo>
                <a:lnTo>
                  <a:pt x="466" y="104"/>
                </a:lnTo>
                <a:lnTo>
                  <a:pt x="470" y="110"/>
                </a:lnTo>
                <a:lnTo>
                  <a:pt x="473" y="116"/>
                </a:lnTo>
                <a:lnTo>
                  <a:pt x="477" y="121"/>
                </a:lnTo>
                <a:lnTo>
                  <a:pt x="480" y="127"/>
                </a:lnTo>
                <a:lnTo>
                  <a:pt x="482" y="133"/>
                </a:lnTo>
                <a:lnTo>
                  <a:pt x="485" y="139"/>
                </a:lnTo>
                <a:lnTo>
                  <a:pt x="487" y="145"/>
                </a:lnTo>
                <a:lnTo>
                  <a:pt x="489" y="151"/>
                </a:lnTo>
                <a:lnTo>
                  <a:pt x="491" y="157"/>
                </a:lnTo>
                <a:lnTo>
                  <a:pt x="493" y="163"/>
                </a:lnTo>
                <a:lnTo>
                  <a:pt x="494" y="169"/>
                </a:lnTo>
                <a:lnTo>
                  <a:pt x="495" y="175"/>
                </a:lnTo>
                <a:lnTo>
                  <a:pt x="496" y="182"/>
                </a:lnTo>
                <a:lnTo>
                  <a:pt x="497" y="188"/>
                </a:lnTo>
                <a:lnTo>
                  <a:pt x="497" y="194"/>
                </a:lnTo>
                <a:lnTo>
                  <a:pt x="497" y="200"/>
                </a:lnTo>
                <a:close/>
              </a:path>
            </a:pathLst>
          </a:custGeom>
          <a:solidFill>
            <a:srgbClr val="ffe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8" name=""/>
          <p:cNvSpPr/>
          <p:nvPr/>
        </p:nvSpPr>
        <p:spPr>
          <a:xfrm>
            <a:off x="4887720" y="1755000"/>
            <a:ext cx="182520" cy="146160"/>
          </a:xfrm>
          <a:custGeom>
            <a:avLst/>
            <a:gdLst/>
            <a:ahLst/>
            <a:rect l="0" t="0" r="r" b="b"/>
            <a:pathLst>
              <a:path w="507" h="406">
                <a:moveTo>
                  <a:pt x="502" y="203"/>
                </a:moveTo>
                <a:lnTo>
                  <a:pt x="502" y="197"/>
                </a:lnTo>
                <a:lnTo>
                  <a:pt x="502" y="191"/>
                </a:lnTo>
                <a:lnTo>
                  <a:pt x="501" y="184"/>
                </a:lnTo>
                <a:lnTo>
                  <a:pt x="500" y="177"/>
                </a:lnTo>
                <a:lnTo>
                  <a:pt x="499" y="171"/>
                </a:lnTo>
                <a:lnTo>
                  <a:pt x="498" y="165"/>
                </a:lnTo>
                <a:lnTo>
                  <a:pt x="496" y="159"/>
                </a:lnTo>
                <a:lnTo>
                  <a:pt x="494" y="153"/>
                </a:lnTo>
                <a:lnTo>
                  <a:pt x="492" y="147"/>
                </a:lnTo>
                <a:lnTo>
                  <a:pt x="490" y="141"/>
                </a:lnTo>
                <a:lnTo>
                  <a:pt x="487" y="135"/>
                </a:lnTo>
                <a:lnTo>
                  <a:pt x="485" y="129"/>
                </a:lnTo>
                <a:lnTo>
                  <a:pt x="482" y="123"/>
                </a:lnTo>
                <a:lnTo>
                  <a:pt x="478" y="118"/>
                </a:lnTo>
                <a:lnTo>
                  <a:pt x="475" y="112"/>
                </a:lnTo>
                <a:lnTo>
                  <a:pt x="471" y="106"/>
                </a:lnTo>
                <a:lnTo>
                  <a:pt x="467" y="101"/>
                </a:lnTo>
                <a:lnTo>
                  <a:pt x="463" y="96"/>
                </a:lnTo>
                <a:lnTo>
                  <a:pt x="459" y="90"/>
                </a:lnTo>
                <a:lnTo>
                  <a:pt x="455" y="85"/>
                </a:lnTo>
                <a:lnTo>
                  <a:pt x="450" y="80"/>
                </a:lnTo>
                <a:lnTo>
                  <a:pt x="445" y="75"/>
                </a:lnTo>
                <a:lnTo>
                  <a:pt x="440" y="71"/>
                </a:lnTo>
                <a:lnTo>
                  <a:pt x="435" y="66"/>
                </a:lnTo>
                <a:lnTo>
                  <a:pt x="429" y="62"/>
                </a:lnTo>
                <a:lnTo>
                  <a:pt x="424" y="57"/>
                </a:lnTo>
                <a:lnTo>
                  <a:pt x="418" y="53"/>
                </a:lnTo>
                <a:lnTo>
                  <a:pt x="412" y="49"/>
                </a:lnTo>
                <a:lnTo>
                  <a:pt x="406" y="45"/>
                </a:lnTo>
                <a:lnTo>
                  <a:pt x="400" y="41"/>
                </a:lnTo>
                <a:lnTo>
                  <a:pt x="393" y="38"/>
                </a:lnTo>
                <a:lnTo>
                  <a:pt x="387" y="34"/>
                </a:lnTo>
                <a:lnTo>
                  <a:pt x="380" y="31"/>
                </a:lnTo>
                <a:lnTo>
                  <a:pt x="373" y="28"/>
                </a:lnTo>
                <a:lnTo>
                  <a:pt x="367" y="25"/>
                </a:lnTo>
                <a:lnTo>
                  <a:pt x="359" y="22"/>
                </a:lnTo>
                <a:lnTo>
                  <a:pt x="352" y="20"/>
                </a:lnTo>
                <a:lnTo>
                  <a:pt x="345" y="17"/>
                </a:lnTo>
                <a:lnTo>
                  <a:pt x="338" y="15"/>
                </a:lnTo>
                <a:lnTo>
                  <a:pt x="331" y="13"/>
                </a:lnTo>
                <a:lnTo>
                  <a:pt x="323" y="11"/>
                </a:lnTo>
                <a:lnTo>
                  <a:pt x="316" y="10"/>
                </a:lnTo>
                <a:lnTo>
                  <a:pt x="307" y="8"/>
                </a:lnTo>
                <a:lnTo>
                  <a:pt x="299" y="7"/>
                </a:lnTo>
                <a:lnTo>
                  <a:pt x="292" y="6"/>
                </a:lnTo>
                <a:lnTo>
                  <a:pt x="284" y="5"/>
                </a:lnTo>
                <a:lnTo>
                  <a:pt x="276" y="4"/>
                </a:lnTo>
                <a:lnTo>
                  <a:pt x="268" y="4"/>
                </a:lnTo>
                <a:lnTo>
                  <a:pt x="261" y="3"/>
                </a:lnTo>
                <a:lnTo>
                  <a:pt x="253" y="3"/>
                </a:lnTo>
                <a:lnTo>
                  <a:pt x="245" y="3"/>
                </a:lnTo>
                <a:lnTo>
                  <a:pt x="237" y="4"/>
                </a:lnTo>
                <a:lnTo>
                  <a:pt x="229" y="4"/>
                </a:lnTo>
                <a:lnTo>
                  <a:pt x="222" y="5"/>
                </a:lnTo>
                <a:lnTo>
                  <a:pt x="214" y="6"/>
                </a:lnTo>
                <a:lnTo>
                  <a:pt x="206" y="7"/>
                </a:lnTo>
                <a:lnTo>
                  <a:pt x="199" y="8"/>
                </a:lnTo>
                <a:lnTo>
                  <a:pt x="191" y="10"/>
                </a:lnTo>
                <a:lnTo>
                  <a:pt x="184" y="11"/>
                </a:lnTo>
                <a:lnTo>
                  <a:pt x="176" y="13"/>
                </a:lnTo>
                <a:lnTo>
                  <a:pt x="169" y="15"/>
                </a:lnTo>
                <a:lnTo>
                  <a:pt x="161" y="17"/>
                </a:lnTo>
                <a:lnTo>
                  <a:pt x="154" y="20"/>
                </a:lnTo>
                <a:lnTo>
                  <a:pt x="147" y="22"/>
                </a:lnTo>
                <a:lnTo>
                  <a:pt x="140" y="25"/>
                </a:lnTo>
                <a:lnTo>
                  <a:pt x="133" y="28"/>
                </a:lnTo>
                <a:lnTo>
                  <a:pt x="126" y="31"/>
                </a:lnTo>
                <a:lnTo>
                  <a:pt x="120" y="34"/>
                </a:lnTo>
                <a:lnTo>
                  <a:pt x="113" y="38"/>
                </a:lnTo>
                <a:lnTo>
                  <a:pt x="107" y="41"/>
                </a:lnTo>
                <a:lnTo>
                  <a:pt x="101" y="45"/>
                </a:lnTo>
                <a:lnTo>
                  <a:pt x="95" y="49"/>
                </a:lnTo>
                <a:lnTo>
                  <a:pt x="89" y="53"/>
                </a:lnTo>
                <a:lnTo>
                  <a:pt x="83" y="57"/>
                </a:lnTo>
                <a:lnTo>
                  <a:pt x="77" y="62"/>
                </a:lnTo>
                <a:lnTo>
                  <a:pt x="72" y="66"/>
                </a:lnTo>
                <a:lnTo>
                  <a:pt x="67" y="71"/>
                </a:lnTo>
                <a:lnTo>
                  <a:pt x="62" y="75"/>
                </a:lnTo>
                <a:lnTo>
                  <a:pt x="57" y="80"/>
                </a:lnTo>
                <a:lnTo>
                  <a:pt x="52" y="85"/>
                </a:lnTo>
                <a:lnTo>
                  <a:pt x="47" y="90"/>
                </a:lnTo>
                <a:lnTo>
                  <a:pt x="43" y="96"/>
                </a:lnTo>
                <a:lnTo>
                  <a:pt x="39" y="101"/>
                </a:lnTo>
                <a:lnTo>
                  <a:pt x="35" y="106"/>
                </a:lnTo>
                <a:lnTo>
                  <a:pt x="32" y="112"/>
                </a:lnTo>
                <a:lnTo>
                  <a:pt x="28" y="118"/>
                </a:lnTo>
                <a:lnTo>
                  <a:pt x="25" y="123"/>
                </a:lnTo>
                <a:lnTo>
                  <a:pt x="22" y="129"/>
                </a:lnTo>
                <a:lnTo>
                  <a:pt x="19" y="135"/>
                </a:lnTo>
                <a:lnTo>
                  <a:pt x="17" y="141"/>
                </a:lnTo>
                <a:lnTo>
                  <a:pt x="14" y="147"/>
                </a:lnTo>
                <a:lnTo>
                  <a:pt x="12" y="153"/>
                </a:lnTo>
                <a:lnTo>
                  <a:pt x="11" y="159"/>
                </a:lnTo>
                <a:lnTo>
                  <a:pt x="9" y="165"/>
                </a:lnTo>
                <a:lnTo>
                  <a:pt x="8" y="171"/>
                </a:lnTo>
                <a:lnTo>
                  <a:pt x="7" y="177"/>
                </a:lnTo>
                <a:lnTo>
                  <a:pt x="6" y="184"/>
                </a:lnTo>
                <a:lnTo>
                  <a:pt x="5" y="191"/>
                </a:lnTo>
                <a:lnTo>
                  <a:pt x="5" y="197"/>
                </a:lnTo>
                <a:lnTo>
                  <a:pt x="5" y="203"/>
                </a:lnTo>
                <a:lnTo>
                  <a:pt x="5" y="210"/>
                </a:lnTo>
                <a:lnTo>
                  <a:pt x="5" y="216"/>
                </a:lnTo>
                <a:lnTo>
                  <a:pt x="6" y="222"/>
                </a:lnTo>
                <a:lnTo>
                  <a:pt x="7" y="228"/>
                </a:lnTo>
                <a:lnTo>
                  <a:pt x="8" y="235"/>
                </a:lnTo>
                <a:lnTo>
                  <a:pt x="9" y="241"/>
                </a:lnTo>
                <a:lnTo>
                  <a:pt x="11" y="247"/>
                </a:lnTo>
                <a:lnTo>
                  <a:pt x="12" y="253"/>
                </a:lnTo>
                <a:lnTo>
                  <a:pt x="14" y="259"/>
                </a:lnTo>
                <a:lnTo>
                  <a:pt x="17" y="265"/>
                </a:lnTo>
                <a:lnTo>
                  <a:pt x="19" y="271"/>
                </a:lnTo>
                <a:lnTo>
                  <a:pt x="22" y="277"/>
                </a:lnTo>
                <a:lnTo>
                  <a:pt x="25" y="282"/>
                </a:lnTo>
                <a:lnTo>
                  <a:pt x="28" y="288"/>
                </a:lnTo>
                <a:lnTo>
                  <a:pt x="32" y="294"/>
                </a:lnTo>
                <a:lnTo>
                  <a:pt x="35" y="299"/>
                </a:lnTo>
                <a:lnTo>
                  <a:pt x="39" y="305"/>
                </a:lnTo>
                <a:lnTo>
                  <a:pt x="43" y="310"/>
                </a:lnTo>
                <a:lnTo>
                  <a:pt x="47" y="315"/>
                </a:lnTo>
                <a:lnTo>
                  <a:pt x="52" y="320"/>
                </a:lnTo>
                <a:lnTo>
                  <a:pt x="57" y="325"/>
                </a:lnTo>
                <a:lnTo>
                  <a:pt x="62" y="330"/>
                </a:lnTo>
                <a:lnTo>
                  <a:pt x="67" y="335"/>
                </a:lnTo>
                <a:lnTo>
                  <a:pt x="72" y="340"/>
                </a:lnTo>
                <a:lnTo>
                  <a:pt x="77" y="344"/>
                </a:lnTo>
                <a:lnTo>
                  <a:pt x="83" y="349"/>
                </a:lnTo>
                <a:lnTo>
                  <a:pt x="89" y="353"/>
                </a:lnTo>
                <a:lnTo>
                  <a:pt x="95" y="357"/>
                </a:lnTo>
                <a:lnTo>
                  <a:pt x="101" y="361"/>
                </a:lnTo>
                <a:lnTo>
                  <a:pt x="107" y="364"/>
                </a:lnTo>
                <a:lnTo>
                  <a:pt x="113" y="368"/>
                </a:lnTo>
                <a:lnTo>
                  <a:pt x="120" y="372"/>
                </a:lnTo>
                <a:lnTo>
                  <a:pt x="126" y="375"/>
                </a:lnTo>
                <a:lnTo>
                  <a:pt x="133" y="378"/>
                </a:lnTo>
                <a:lnTo>
                  <a:pt x="140" y="381"/>
                </a:lnTo>
                <a:lnTo>
                  <a:pt x="147" y="384"/>
                </a:lnTo>
                <a:lnTo>
                  <a:pt x="154" y="386"/>
                </a:lnTo>
                <a:lnTo>
                  <a:pt x="161" y="389"/>
                </a:lnTo>
                <a:lnTo>
                  <a:pt x="169" y="391"/>
                </a:lnTo>
                <a:lnTo>
                  <a:pt x="176" y="393"/>
                </a:lnTo>
                <a:lnTo>
                  <a:pt x="184" y="395"/>
                </a:lnTo>
                <a:lnTo>
                  <a:pt x="191" y="396"/>
                </a:lnTo>
                <a:lnTo>
                  <a:pt x="199" y="398"/>
                </a:lnTo>
                <a:lnTo>
                  <a:pt x="206" y="399"/>
                </a:lnTo>
                <a:lnTo>
                  <a:pt x="214" y="400"/>
                </a:lnTo>
                <a:lnTo>
                  <a:pt x="222" y="401"/>
                </a:lnTo>
                <a:lnTo>
                  <a:pt x="229" y="402"/>
                </a:lnTo>
                <a:lnTo>
                  <a:pt x="237" y="402"/>
                </a:lnTo>
                <a:lnTo>
                  <a:pt x="245" y="402"/>
                </a:lnTo>
                <a:lnTo>
                  <a:pt x="253" y="403"/>
                </a:lnTo>
                <a:lnTo>
                  <a:pt x="261" y="402"/>
                </a:lnTo>
                <a:lnTo>
                  <a:pt x="268" y="402"/>
                </a:lnTo>
                <a:lnTo>
                  <a:pt x="276" y="402"/>
                </a:lnTo>
                <a:lnTo>
                  <a:pt x="284" y="401"/>
                </a:lnTo>
                <a:lnTo>
                  <a:pt x="292" y="400"/>
                </a:lnTo>
                <a:lnTo>
                  <a:pt x="299" y="399"/>
                </a:lnTo>
                <a:lnTo>
                  <a:pt x="307" y="398"/>
                </a:lnTo>
                <a:lnTo>
                  <a:pt x="316" y="396"/>
                </a:lnTo>
                <a:lnTo>
                  <a:pt x="323" y="395"/>
                </a:lnTo>
                <a:lnTo>
                  <a:pt x="331" y="393"/>
                </a:lnTo>
                <a:lnTo>
                  <a:pt x="338" y="391"/>
                </a:lnTo>
                <a:lnTo>
                  <a:pt x="345" y="389"/>
                </a:lnTo>
                <a:lnTo>
                  <a:pt x="352" y="386"/>
                </a:lnTo>
                <a:lnTo>
                  <a:pt x="359" y="384"/>
                </a:lnTo>
                <a:lnTo>
                  <a:pt x="367" y="381"/>
                </a:lnTo>
                <a:lnTo>
                  <a:pt x="373" y="378"/>
                </a:lnTo>
                <a:lnTo>
                  <a:pt x="380" y="375"/>
                </a:lnTo>
                <a:lnTo>
                  <a:pt x="387" y="372"/>
                </a:lnTo>
                <a:lnTo>
                  <a:pt x="393" y="368"/>
                </a:lnTo>
                <a:lnTo>
                  <a:pt x="400" y="364"/>
                </a:lnTo>
                <a:lnTo>
                  <a:pt x="406" y="361"/>
                </a:lnTo>
                <a:lnTo>
                  <a:pt x="412" y="357"/>
                </a:lnTo>
                <a:lnTo>
                  <a:pt x="418" y="353"/>
                </a:lnTo>
                <a:lnTo>
                  <a:pt x="424" y="349"/>
                </a:lnTo>
                <a:lnTo>
                  <a:pt x="429" y="344"/>
                </a:lnTo>
                <a:lnTo>
                  <a:pt x="435" y="340"/>
                </a:lnTo>
                <a:lnTo>
                  <a:pt x="440" y="335"/>
                </a:lnTo>
                <a:lnTo>
                  <a:pt x="445" y="330"/>
                </a:lnTo>
                <a:lnTo>
                  <a:pt x="450" y="325"/>
                </a:lnTo>
                <a:lnTo>
                  <a:pt x="455" y="320"/>
                </a:lnTo>
                <a:lnTo>
                  <a:pt x="459" y="315"/>
                </a:lnTo>
                <a:lnTo>
                  <a:pt x="463" y="310"/>
                </a:lnTo>
                <a:lnTo>
                  <a:pt x="467" y="305"/>
                </a:lnTo>
                <a:lnTo>
                  <a:pt x="471" y="299"/>
                </a:lnTo>
                <a:lnTo>
                  <a:pt x="475" y="294"/>
                </a:lnTo>
                <a:lnTo>
                  <a:pt x="478" y="288"/>
                </a:lnTo>
                <a:lnTo>
                  <a:pt x="482" y="282"/>
                </a:lnTo>
                <a:lnTo>
                  <a:pt x="485" y="277"/>
                </a:lnTo>
                <a:lnTo>
                  <a:pt x="487" y="271"/>
                </a:lnTo>
                <a:lnTo>
                  <a:pt x="490" y="265"/>
                </a:lnTo>
                <a:lnTo>
                  <a:pt x="492" y="259"/>
                </a:lnTo>
                <a:lnTo>
                  <a:pt x="494" y="253"/>
                </a:lnTo>
                <a:lnTo>
                  <a:pt x="496" y="247"/>
                </a:lnTo>
                <a:lnTo>
                  <a:pt x="498" y="241"/>
                </a:lnTo>
                <a:lnTo>
                  <a:pt x="499" y="235"/>
                </a:lnTo>
                <a:lnTo>
                  <a:pt x="500" y="228"/>
                </a:lnTo>
                <a:lnTo>
                  <a:pt x="501" y="222"/>
                </a:lnTo>
                <a:lnTo>
                  <a:pt x="502" y="216"/>
                </a:lnTo>
                <a:lnTo>
                  <a:pt x="502" y="210"/>
                </a:lnTo>
                <a:lnTo>
                  <a:pt x="502" y="203"/>
                </a:lnTo>
                <a:moveTo>
                  <a:pt x="507" y="203"/>
                </a:moveTo>
                <a:lnTo>
                  <a:pt x="507" y="210"/>
                </a:lnTo>
                <a:lnTo>
                  <a:pt x="506" y="216"/>
                </a:lnTo>
                <a:lnTo>
                  <a:pt x="506" y="222"/>
                </a:lnTo>
                <a:lnTo>
                  <a:pt x="505" y="229"/>
                </a:lnTo>
                <a:lnTo>
                  <a:pt x="504" y="235"/>
                </a:lnTo>
                <a:lnTo>
                  <a:pt x="502" y="241"/>
                </a:lnTo>
                <a:lnTo>
                  <a:pt x="501" y="248"/>
                </a:lnTo>
                <a:lnTo>
                  <a:pt x="499" y="254"/>
                </a:lnTo>
                <a:lnTo>
                  <a:pt x="497" y="260"/>
                </a:lnTo>
                <a:lnTo>
                  <a:pt x="494" y="266"/>
                </a:lnTo>
                <a:lnTo>
                  <a:pt x="492" y="272"/>
                </a:lnTo>
                <a:lnTo>
                  <a:pt x="489" y="278"/>
                </a:lnTo>
                <a:lnTo>
                  <a:pt x="486" y="284"/>
                </a:lnTo>
                <a:lnTo>
                  <a:pt x="483" y="290"/>
                </a:lnTo>
                <a:lnTo>
                  <a:pt x="479" y="295"/>
                </a:lnTo>
                <a:lnTo>
                  <a:pt x="475" y="301"/>
                </a:lnTo>
                <a:lnTo>
                  <a:pt x="471" y="307"/>
                </a:lnTo>
                <a:lnTo>
                  <a:pt x="467" y="312"/>
                </a:lnTo>
                <a:lnTo>
                  <a:pt x="463" y="317"/>
                </a:lnTo>
                <a:lnTo>
                  <a:pt x="458" y="323"/>
                </a:lnTo>
                <a:lnTo>
                  <a:pt x="454" y="328"/>
                </a:lnTo>
                <a:lnTo>
                  <a:pt x="449" y="333"/>
                </a:lnTo>
                <a:lnTo>
                  <a:pt x="443" y="338"/>
                </a:lnTo>
                <a:lnTo>
                  <a:pt x="438" y="342"/>
                </a:lnTo>
                <a:lnTo>
                  <a:pt x="433" y="347"/>
                </a:lnTo>
                <a:lnTo>
                  <a:pt x="427" y="351"/>
                </a:lnTo>
                <a:lnTo>
                  <a:pt x="421" y="356"/>
                </a:lnTo>
                <a:lnTo>
                  <a:pt x="415" y="360"/>
                </a:lnTo>
                <a:lnTo>
                  <a:pt x="409" y="364"/>
                </a:lnTo>
                <a:lnTo>
                  <a:pt x="402" y="367"/>
                </a:lnTo>
                <a:lnTo>
                  <a:pt x="396" y="371"/>
                </a:lnTo>
                <a:lnTo>
                  <a:pt x="389" y="375"/>
                </a:lnTo>
                <a:lnTo>
                  <a:pt x="383" y="378"/>
                </a:lnTo>
                <a:lnTo>
                  <a:pt x="376" y="381"/>
                </a:lnTo>
                <a:lnTo>
                  <a:pt x="369" y="384"/>
                </a:lnTo>
                <a:lnTo>
                  <a:pt x="361" y="387"/>
                </a:lnTo>
                <a:lnTo>
                  <a:pt x="354" y="390"/>
                </a:lnTo>
                <a:lnTo>
                  <a:pt x="347" y="392"/>
                </a:lnTo>
                <a:lnTo>
                  <a:pt x="339" y="394"/>
                </a:lnTo>
                <a:lnTo>
                  <a:pt x="332" y="396"/>
                </a:lnTo>
                <a:lnTo>
                  <a:pt x="324" y="398"/>
                </a:lnTo>
                <a:lnTo>
                  <a:pt x="317" y="400"/>
                </a:lnTo>
                <a:lnTo>
                  <a:pt x="308" y="401"/>
                </a:lnTo>
                <a:lnTo>
                  <a:pt x="300" y="403"/>
                </a:lnTo>
                <a:lnTo>
                  <a:pt x="292" y="404"/>
                </a:lnTo>
                <a:lnTo>
                  <a:pt x="284" y="405"/>
                </a:lnTo>
                <a:lnTo>
                  <a:pt x="277" y="405"/>
                </a:lnTo>
                <a:lnTo>
                  <a:pt x="269" y="406"/>
                </a:lnTo>
                <a:lnTo>
                  <a:pt x="261" y="406"/>
                </a:lnTo>
                <a:lnTo>
                  <a:pt x="253" y="406"/>
                </a:lnTo>
                <a:lnTo>
                  <a:pt x="245" y="406"/>
                </a:lnTo>
                <a:lnTo>
                  <a:pt x="237" y="406"/>
                </a:lnTo>
                <a:lnTo>
                  <a:pt x="229" y="405"/>
                </a:lnTo>
                <a:lnTo>
                  <a:pt x="221" y="405"/>
                </a:lnTo>
                <a:lnTo>
                  <a:pt x="213" y="404"/>
                </a:lnTo>
                <a:lnTo>
                  <a:pt x="205" y="403"/>
                </a:lnTo>
                <a:lnTo>
                  <a:pt x="198" y="401"/>
                </a:lnTo>
                <a:lnTo>
                  <a:pt x="190" y="400"/>
                </a:lnTo>
                <a:lnTo>
                  <a:pt x="182" y="398"/>
                </a:lnTo>
                <a:lnTo>
                  <a:pt x="175" y="396"/>
                </a:lnTo>
                <a:lnTo>
                  <a:pt x="167" y="394"/>
                </a:lnTo>
                <a:lnTo>
                  <a:pt x="160" y="392"/>
                </a:lnTo>
                <a:lnTo>
                  <a:pt x="152" y="390"/>
                </a:lnTo>
                <a:lnTo>
                  <a:pt x="145" y="387"/>
                </a:lnTo>
                <a:lnTo>
                  <a:pt x="138" y="384"/>
                </a:lnTo>
                <a:lnTo>
                  <a:pt x="131" y="381"/>
                </a:lnTo>
                <a:lnTo>
                  <a:pt x="124" y="378"/>
                </a:lnTo>
                <a:lnTo>
                  <a:pt x="117" y="375"/>
                </a:lnTo>
                <a:lnTo>
                  <a:pt x="111" y="371"/>
                </a:lnTo>
                <a:lnTo>
                  <a:pt x="104" y="367"/>
                </a:lnTo>
                <a:lnTo>
                  <a:pt x="98" y="364"/>
                </a:lnTo>
                <a:lnTo>
                  <a:pt x="92" y="360"/>
                </a:lnTo>
                <a:lnTo>
                  <a:pt x="86" y="356"/>
                </a:lnTo>
                <a:lnTo>
                  <a:pt x="80" y="351"/>
                </a:lnTo>
                <a:lnTo>
                  <a:pt x="74" y="347"/>
                </a:lnTo>
                <a:lnTo>
                  <a:pt x="68" y="342"/>
                </a:lnTo>
                <a:lnTo>
                  <a:pt x="63" y="338"/>
                </a:lnTo>
                <a:lnTo>
                  <a:pt x="58" y="333"/>
                </a:lnTo>
                <a:lnTo>
                  <a:pt x="53" y="328"/>
                </a:lnTo>
                <a:lnTo>
                  <a:pt x="48" y="323"/>
                </a:lnTo>
                <a:lnTo>
                  <a:pt x="44" y="317"/>
                </a:lnTo>
                <a:lnTo>
                  <a:pt x="39" y="312"/>
                </a:lnTo>
                <a:lnTo>
                  <a:pt x="35" y="307"/>
                </a:lnTo>
                <a:lnTo>
                  <a:pt x="31" y="301"/>
                </a:lnTo>
                <a:lnTo>
                  <a:pt x="28" y="295"/>
                </a:lnTo>
                <a:lnTo>
                  <a:pt x="24" y="290"/>
                </a:lnTo>
                <a:lnTo>
                  <a:pt x="21" y="284"/>
                </a:lnTo>
                <a:lnTo>
                  <a:pt x="18" y="278"/>
                </a:lnTo>
                <a:lnTo>
                  <a:pt x="15" y="272"/>
                </a:lnTo>
                <a:lnTo>
                  <a:pt x="12" y="266"/>
                </a:lnTo>
                <a:lnTo>
                  <a:pt x="10" y="260"/>
                </a:lnTo>
                <a:lnTo>
                  <a:pt x="8" y="254"/>
                </a:lnTo>
                <a:lnTo>
                  <a:pt x="6" y="248"/>
                </a:lnTo>
                <a:lnTo>
                  <a:pt x="4" y="241"/>
                </a:lnTo>
                <a:lnTo>
                  <a:pt x="3" y="235"/>
                </a:lnTo>
                <a:lnTo>
                  <a:pt x="2" y="229"/>
                </a:lnTo>
                <a:lnTo>
                  <a:pt x="1" y="222"/>
                </a:lnTo>
                <a:lnTo>
                  <a:pt x="0" y="216"/>
                </a:lnTo>
                <a:lnTo>
                  <a:pt x="0" y="210"/>
                </a:lnTo>
                <a:lnTo>
                  <a:pt x="0" y="203"/>
                </a:lnTo>
                <a:lnTo>
                  <a:pt x="0" y="197"/>
                </a:lnTo>
                <a:lnTo>
                  <a:pt x="0" y="191"/>
                </a:lnTo>
                <a:lnTo>
                  <a:pt x="1" y="183"/>
                </a:lnTo>
                <a:lnTo>
                  <a:pt x="2" y="177"/>
                </a:lnTo>
                <a:lnTo>
                  <a:pt x="3" y="171"/>
                </a:lnTo>
                <a:lnTo>
                  <a:pt x="4" y="164"/>
                </a:lnTo>
                <a:lnTo>
                  <a:pt x="6" y="158"/>
                </a:lnTo>
                <a:lnTo>
                  <a:pt x="8" y="152"/>
                </a:lnTo>
                <a:lnTo>
                  <a:pt x="10" y="146"/>
                </a:lnTo>
                <a:lnTo>
                  <a:pt x="12" y="140"/>
                </a:lnTo>
                <a:lnTo>
                  <a:pt x="15" y="134"/>
                </a:lnTo>
                <a:lnTo>
                  <a:pt x="18" y="128"/>
                </a:lnTo>
                <a:lnTo>
                  <a:pt x="21" y="122"/>
                </a:lnTo>
                <a:lnTo>
                  <a:pt x="24" y="116"/>
                </a:lnTo>
                <a:lnTo>
                  <a:pt x="28" y="110"/>
                </a:lnTo>
                <a:lnTo>
                  <a:pt x="31" y="105"/>
                </a:lnTo>
                <a:lnTo>
                  <a:pt x="35" y="99"/>
                </a:lnTo>
                <a:lnTo>
                  <a:pt x="39" y="94"/>
                </a:lnTo>
                <a:lnTo>
                  <a:pt x="44" y="88"/>
                </a:lnTo>
                <a:lnTo>
                  <a:pt x="48" y="83"/>
                </a:lnTo>
                <a:lnTo>
                  <a:pt x="53" y="78"/>
                </a:lnTo>
                <a:lnTo>
                  <a:pt x="58" y="73"/>
                </a:lnTo>
                <a:lnTo>
                  <a:pt x="63" y="68"/>
                </a:lnTo>
                <a:lnTo>
                  <a:pt x="68" y="64"/>
                </a:lnTo>
                <a:lnTo>
                  <a:pt x="74" y="59"/>
                </a:lnTo>
                <a:lnTo>
                  <a:pt x="80" y="55"/>
                </a:lnTo>
                <a:lnTo>
                  <a:pt x="86" y="50"/>
                </a:lnTo>
                <a:lnTo>
                  <a:pt x="92" y="46"/>
                </a:lnTo>
                <a:lnTo>
                  <a:pt x="98" y="42"/>
                </a:lnTo>
                <a:lnTo>
                  <a:pt x="104" y="38"/>
                </a:lnTo>
                <a:lnTo>
                  <a:pt x="111" y="35"/>
                </a:lnTo>
                <a:lnTo>
                  <a:pt x="117" y="31"/>
                </a:lnTo>
                <a:lnTo>
                  <a:pt x="124" y="28"/>
                </a:lnTo>
                <a:lnTo>
                  <a:pt x="131" y="25"/>
                </a:lnTo>
                <a:lnTo>
                  <a:pt x="138" y="22"/>
                </a:lnTo>
                <a:lnTo>
                  <a:pt x="145" y="19"/>
                </a:lnTo>
                <a:lnTo>
                  <a:pt x="152" y="16"/>
                </a:lnTo>
                <a:lnTo>
                  <a:pt x="160" y="14"/>
                </a:lnTo>
                <a:lnTo>
                  <a:pt x="167" y="12"/>
                </a:lnTo>
                <a:lnTo>
                  <a:pt x="175" y="9"/>
                </a:lnTo>
                <a:lnTo>
                  <a:pt x="182" y="8"/>
                </a:lnTo>
                <a:lnTo>
                  <a:pt x="190" y="6"/>
                </a:lnTo>
                <a:lnTo>
                  <a:pt x="198" y="4"/>
                </a:lnTo>
                <a:lnTo>
                  <a:pt x="205" y="3"/>
                </a:lnTo>
                <a:lnTo>
                  <a:pt x="213" y="2"/>
                </a:lnTo>
                <a:lnTo>
                  <a:pt x="221" y="1"/>
                </a:lnTo>
                <a:lnTo>
                  <a:pt x="229" y="0"/>
                </a:lnTo>
                <a:lnTo>
                  <a:pt x="237" y="0"/>
                </a:lnTo>
                <a:lnTo>
                  <a:pt x="245" y="0"/>
                </a:lnTo>
                <a:lnTo>
                  <a:pt x="253" y="0"/>
                </a:lnTo>
                <a:lnTo>
                  <a:pt x="261" y="0"/>
                </a:lnTo>
                <a:lnTo>
                  <a:pt x="269" y="0"/>
                </a:lnTo>
                <a:lnTo>
                  <a:pt x="277" y="0"/>
                </a:lnTo>
                <a:lnTo>
                  <a:pt x="284" y="1"/>
                </a:lnTo>
                <a:lnTo>
                  <a:pt x="292" y="2"/>
                </a:lnTo>
                <a:lnTo>
                  <a:pt x="300" y="3"/>
                </a:lnTo>
                <a:lnTo>
                  <a:pt x="308" y="4"/>
                </a:lnTo>
                <a:lnTo>
                  <a:pt x="317" y="6"/>
                </a:lnTo>
                <a:lnTo>
                  <a:pt x="324" y="8"/>
                </a:lnTo>
                <a:lnTo>
                  <a:pt x="332" y="9"/>
                </a:lnTo>
                <a:lnTo>
                  <a:pt x="339" y="12"/>
                </a:lnTo>
                <a:lnTo>
                  <a:pt x="347" y="14"/>
                </a:lnTo>
                <a:lnTo>
                  <a:pt x="354" y="16"/>
                </a:lnTo>
                <a:lnTo>
                  <a:pt x="361" y="19"/>
                </a:lnTo>
                <a:lnTo>
                  <a:pt x="369" y="22"/>
                </a:lnTo>
                <a:lnTo>
                  <a:pt x="376" y="25"/>
                </a:lnTo>
                <a:lnTo>
                  <a:pt x="383" y="28"/>
                </a:lnTo>
                <a:lnTo>
                  <a:pt x="389" y="31"/>
                </a:lnTo>
                <a:lnTo>
                  <a:pt x="396" y="35"/>
                </a:lnTo>
                <a:lnTo>
                  <a:pt x="402" y="38"/>
                </a:lnTo>
                <a:lnTo>
                  <a:pt x="409" y="42"/>
                </a:lnTo>
                <a:lnTo>
                  <a:pt x="415" y="46"/>
                </a:lnTo>
                <a:lnTo>
                  <a:pt x="421" y="50"/>
                </a:lnTo>
                <a:lnTo>
                  <a:pt x="427" y="55"/>
                </a:lnTo>
                <a:lnTo>
                  <a:pt x="433" y="59"/>
                </a:lnTo>
                <a:lnTo>
                  <a:pt x="438" y="64"/>
                </a:lnTo>
                <a:lnTo>
                  <a:pt x="443" y="68"/>
                </a:lnTo>
                <a:lnTo>
                  <a:pt x="449" y="73"/>
                </a:lnTo>
                <a:lnTo>
                  <a:pt x="454" y="78"/>
                </a:lnTo>
                <a:lnTo>
                  <a:pt x="458" y="83"/>
                </a:lnTo>
                <a:lnTo>
                  <a:pt x="463" y="88"/>
                </a:lnTo>
                <a:lnTo>
                  <a:pt x="467" y="94"/>
                </a:lnTo>
                <a:lnTo>
                  <a:pt x="471" y="99"/>
                </a:lnTo>
                <a:lnTo>
                  <a:pt x="475" y="105"/>
                </a:lnTo>
                <a:lnTo>
                  <a:pt x="479" y="110"/>
                </a:lnTo>
                <a:lnTo>
                  <a:pt x="483" y="116"/>
                </a:lnTo>
                <a:lnTo>
                  <a:pt x="486" y="122"/>
                </a:lnTo>
                <a:lnTo>
                  <a:pt x="489" y="128"/>
                </a:lnTo>
                <a:lnTo>
                  <a:pt x="492" y="134"/>
                </a:lnTo>
                <a:lnTo>
                  <a:pt x="494" y="140"/>
                </a:lnTo>
                <a:lnTo>
                  <a:pt x="497" y="146"/>
                </a:lnTo>
                <a:lnTo>
                  <a:pt x="499" y="152"/>
                </a:lnTo>
                <a:lnTo>
                  <a:pt x="501" y="158"/>
                </a:lnTo>
                <a:lnTo>
                  <a:pt x="502" y="164"/>
                </a:lnTo>
                <a:lnTo>
                  <a:pt x="504" y="171"/>
                </a:lnTo>
                <a:lnTo>
                  <a:pt x="505" y="177"/>
                </a:lnTo>
                <a:lnTo>
                  <a:pt x="506" y="183"/>
                </a:lnTo>
                <a:lnTo>
                  <a:pt x="506" y="191"/>
                </a:lnTo>
                <a:lnTo>
                  <a:pt x="507" y="197"/>
                </a:lnTo>
                <a:lnTo>
                  <a:pt x="507" y="203"/>
                </a:lnTo>
                <a:close/>
              </a:path>
            </a:pathLst>
          </a:custGeom>
          <a:solidFill>
            <a:srgbClr val="ffdf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19" name=""/>
          <p:cNvSpPr/>
          <p:nvPr/>
        </p:nvSpPr>
        <p:spPr>
          <a:xfrm>
            <a:off x="4887000" y="1754280"/>
            <a:ext cx="183960" cy="147600"/>
          </a:xfrm>
          <a:custGeom>
            <a:avLst/>
            <a:gdLst/>
            <a:ahLst/>
            <a:rect l="0" t="0" r="r" b="b"/>
            <a:pathLst>
              <a:path w="511" h="410">
                <a:moveTo>
                  <a:pt x="509" y="204"/>
                </a:moveTo>
                <a:lnTo>
                  <a:pt x="509" y="198"/>
                </a:lnTo>
                <a:lnTo>
                  <a:pt x="508" y="192"/>
                </a:lnTo>
                <a:lnTo>
                  <a:pt x="508" y="185"/>
                </a:lnTo>
                <a:lnTo>
                  <a:pt x="507" y="179"/>
                </a:lnTo>
                <a:lnTo>
                  <a:pt x="506" y="173"/>
                </a:lnTo>
                <a:lnTo>
                  <a:pt x="504" y="166"/>
                </a:lnTo>
                <a:lnTo>
                  <a:pt x="503" y="160"/>
                </a:lnTo>
                <a:lnTo>
                  <a:pt x="501" y="154"/>
                </a:lnTo>
                <a:lnTo>
                  <a:pt x="499" y="148"/>
                </a:lnTo>
                <a:lnTo>
                  <a:pt x="496" y="142"/>
                </a:lnTo>
                <a:lnTo>
                  <a:pt x="494" y="136"/>
                </a:lnTo>
                <a:lnTo>
                  <a:pt x="491" y="130"/>
                </a:lnTo>
                <a:lnTo>
                  <a:pt x="488" y="124"/>
                </a:lnTo>
                <a:lnTo>
                  <a:pt x="485" y="118"/>
                </a:lnTo>
                <a:lnTo>
                  <a:pt x="481" y="112"/>
                </a:lnTo>
                <a:lnTo>
                  <a:pt x="477" y="107"/>
                </a:lnTo>
                <a:lnTo>
                  <a:pt x="473" y="101"/>
                </a:lnTo>
                <a:lnTo>
                  <a:pt x="469" y="96"/>
                </a:lnTo>
                <a:lnTo>
                  <a:pt x="465" y="90"/>
                </a:lnTo>
                <a:lnTo>
                  <a:pt x="460" y="85"/>
                </a:lnTo>
                <a:lnTo>
                  <a:pt x="456" y="80"/>
                </a:lnTo>
                <a:lnTo>
                  <a:pt x="451" y="75"/>
                </a:lnTo>
                <a:lnTo>
                  <a:pt x="444" y="70"/>
                </a:lnTo>
                <a:lnTo>
                  <a:pt x="439" y="66"/>
                </a:lnTo>
                <a:lnTo>
                  <a:pt x="434" y="61"/>
                </a:lnTo>
                <a:lnTo>
                  <a:pt x="428" y="57"/>
                </a:lnTo>
                <a:lnTo>
                  <a:pt x="422" y="52"/>
                </a:lnTo>
                <a:lnTo>
                  <a:pt x="416" y="48"/>
                </a:lnTo>
                <a:lnTo>
                  <a:pt x="410" y="44"/>
                </a:lnTo>
                <a:lnTo>
                  <a:pt x="403" y="40"/>
                </a:lnTo>
                <a:lnTo>
                  <a:pt x="397" y="37"/>
                </a:lnTo>
                <a:lnTo>
                  <a:pt x="390" y="33"/>
                </a:lnTo>
                <a:lnTo>
                  <a:pt x="384" y="30"/>
                </a:lnTo>
                <a:lnTo>
                  <a:pt x="377" y="27"/>
                </a:lnTo>
                <a:lnTo>
                  <a:pt x="370" y="24"/>
                </a:lnTo>
                <a:lnTo>
                  <a:pt x="362" y="21"/>
                </a:lnTo>
                <a:lnTo>
                  <a:pt x="355" y="18"/>
                </a:lnTo>
                <a:lnTo>
                  <a:pt x="348" y="16"/>
                </a:lnTo>
                <a:lnTo>
                  <a:pt x="340" y="14"/>
                </a:lnTo>
                <a:lnTo>
                  <a:pt x="333" y="11"/>
                </a:lnTo>
                <a:lnTo>
                  <a:pt x="325" y="10"/>
                </a:lnTo>
                <a:lnTo>
                  <a:pt x="318" y="8"/>
                </a:lnTo>
                <a:lnTo>
                  <a:pt x="310" y="6"/>
                </a:lnTo>
                <a:lnTo>
                  <a:pt x="302" y="5"/>
                </a:lnTo>
                <a:lnTo>
                  <a:pt x="294" y="4"/>
                </a:lnTo>
                <a:lnTo>
                  <a:pt x="286" y="3"/>
                </a:lnTo>
                <a:lnTo>
                  <a:pt x="279" y="2"/>
                </a:lnTo>
                <a:lnTo>
                  <a:pt x="271" y="2"/>
                </a:lnTo>
                <a:lnTo>
                  <a:pt x="263" y="2"/>
                </a:lnTo>
                <a:lnTo>
                  <a:pt x="255" y="2"/>
                </a:lnTo>
                <a:lnTo>
                  <a:pt x="247" y="2"/>
                </a:lnTo>
                <a:lnTo>
                  <a:pt x="239" y="2"/>
                </a:lnTo>
                <a:lnTo>
                  <a:pt x="231" y="2"/>
                </a:lnTo>
                <a:lnTo>
                  <a:pt x="223" y="3"/>
                </a:lnTo>
                <a:lnTo>
                  <a:pt x="215" y="4"/>
                </a:lnTo>
                <a:lnTo>
                  <a:pt x="207" y="5"/>
                </a:lnTo>
                <a:lnTo>
                  <a:pt x="200" y="6"/>
                </a:lnTo>
                <a:lnTo>
                  <a:pt x="192" y="8"/>
                </a:lnTo>
                <a:lnTo>
                  <a:pt x="184" y="10"/>
                </a:lnTo>
                <a:lnTo>
                  <a:pt x="177" y="11"/>
                </a:lnTo>
                <a:lnTo>
                  <a:pt x="169" y="14"/>
                </a:lnTo>
                <a:lnTo>
                  <a:pt x="162" y="16"/>
                </a:lnTo>
                <a:lnTo>
                  <a:pt x="154" y="18"/>
                </a:lnTo>
                <a:lnTo>
                  <a:pt x="147" y="21"/>
                </a:lnTo>
                <a:lnTo>
                  <a:pt x="140" y="24"/>
                </a:lnTo>
                <a:lnTo>
                  <a:pt x="133" y="27"/>
                </a:lnTo>
                <a:lnTo>
                  <a:pt x="126" y="30"/>
                </a:lnTo>
                <a:lnTo>
                  <a:pt x="119" y="33"/>
                </a:lnTo>
                <a:lnTo>
                  <a:pt x="113" y="37"/>
                </a:lnTo>
                <a:lnTo>
                  <a:pt x="106" y="40"/>
                </a:lnTo>
                <a:lnTo>
                  <a:pt x="100" y="44"/>
                </a:lnTo>
                <a:lnTo>
                  <a:pt x="94" y="48"/>
                </a:lnTo>
                <a:lnTo>
                  <a:pt x="88" y="52"/>
                </a:lnTo>
                <a:lnTo>
                  <a:pt x="82" y="57"/>
                </a:lnTo>
                <a:lnTo>
                  <a:pt x="76" y="61"/>
                </a:lnTo>
                <a:lnTo>
                  <a:pt x="70" y="66"/>
                </a:lnTo>
                <a:lnTo>
                  <a:pt x="65" y="70"/>
                </a:lnTo>
                <a:lnTo>
                  <a:pt x="60" y="75"/>
                </a:lnTo>
                <a:lnTo>
                  <a:pt x="55" y="80"/>
                </a:lnTo>
                <a:lnTo>
                  <a:pt x="50" y="85"/>
                </a:lnTo>
                <a:lnTo>
                  <a:pt x="46" y="90"/>
                </a:lnTo>
                <a:lnTo>
                  <a:pt x="41" y="96"/>
                </a:lnTo>
                <a:lnTo>
                  <a:pt x="37" y="101"/>
                </a:lnTo>
                <a:lnTo>
                  <a:pt x="33" y="107"/>
                </a:lnTo>
                <a:lnTo>
                  <a:pt x="30" y="112"/>
                </a:lnTo>
                <a:lnTo>
                  <a:pt x="26" y="118"/>
                </a:lnTo>
                <a:lnTo>
                  <a:pt x="23" y="124"/>
                </a:lnTo>
                <a:lnTo>
                  <a:pt x="20" y="130"/>
                </a:lnTo>
                <a:lnTo>
                  <a:pt x="17" y="136"/>
                </a:lnTo>
                <a:lnTo>
                  <a:pt x="14" y="142"/>
                </a:lnTo>
                <a:lnTo>
                  <a:pt x="12" y="148"/>
                </a:lnTo>
                <a:lnTo>
                  <a:pt x="10" y="154"/>
                </a:lnTo>
                <a:lnTo>
                  <a:pt x="8" y="160"/>
                </a:lnTo>
                <a:lnTo>
                  <a:pt x="6" y="166"/>
                </a:lnTo>
                <a:lnTo>
                  <a:pt x="5" y="173"/>
                </a:lnTo>
                <a:lnTo>
                  <a:pt x="4" y="179"/>
                </a:lnTo>
                <a:lnTo>
                  <a:pt x="3" y="185"/>
                </a:lnTo>
                <a:lnTo>
                  <a:pt x="2" y="192"/>
                </a:lnTo>
                <a:lnTo>
                  <a:pt x="2" y="198"/>
                </a:lnTo>
                <a:lnTo>
                  <a:pt x="2" y="204"/>
                </a:lnTo>
                <a:lnTo>
                  <a:pt x="2" y="211"/>
                </a:lnTo>
                <a:lnTo>
                  <a:pt x="2" y="217"/>
                </a:lnTo>
                <a:lnTo>
                  <a:pt x="3" y="223"/>
                </a:lnTo>
                <a:lnTo>
                  <a:pt x="4" y="230"/>
                </a:lnTo>
                <a:lnTo>
                  <a:pt x="5" y="236"/>
                </a:lnTo>
                <a:lnTo>
                  <a:pt x="6" y="243"/>
                </a:lnTo>
                <a:lnTo>
                  <a:pt x="8" y="250"/>
                </a:lnTo>
                <a:lnTo>
                  <a:pt x="10" y="256"/>
                </a:lnTo>
                <a:lnTo>
                  <a:pt x="12" y="262"/>
                </a:lnTo>
                <a:lnTo>
                  <a:pt x="14" y="268"/>
                </a:lnTo>
                <a:lnTo>
                  <a:pt x="17" y="274"/>
                </a:lnTo>
                <a:lnTo>
                  <a:pt x="20" y="280"/>
                </a:lnTo>
                <a:lnTo>
                  <a:pt x="23" y="286"/>
                </a:lnTo>
                <a:lnTo>
                  <a:pt x="26" y="292"/>
                </a:lnTo>
                <a:lnTo>
                  <a:pt x="30" y="297"/>
                </a:lnTo>
                <a:lnTo>
                  <a:pt x="33" y="303"/>
                </a:lnTo>
                <a:lnTo>
                  <a:pt x="37" y="309"/>
                </a:lnTo>
                <a:lnTo>
                  <a:pt x="41" y="314"/>
                </a:lnTo>
                <a:lnTo>
                  <a:pt x="46" y="319"/>
                </a:lnTo>
                <a:lnTo>
                  <a:pt x="50" y="325"/>
                </a:lnTo>
                <a:lnTo>
                  <a:pt x="55" y="330"/>
                </a:lnTo>
                <a:lnTo>
                  <a:pt x="60" y="335"/>
                </a:lnTo>
                <a:lnTo>
                  <a:pt x="65" y="340"/>
                </a:lnTo>
                <a:lnTo>
                  <a:pt x="70" y="344"/>
                </a:lnTo>
                <a:lnTo>
                  <a:pt x="76" y="349"/>
                </a:lnTo>
                <a:lnTo>
                  <a:pt x="82" y="353"/>
                </a:lnTo>
                <a:lnTo>
                  <a:pt x="88" y="358"/>
                </a:lnTo>
                <a:lnTo>
                  <a:pt x="94" y="362"/>
                </a:lnTo>
                <a:lnTo>
                  <a:pt x="100" y="366"/>
                </a:lnTo>
                <a:lnTo>
                  <a:pt x="106" y="369"/>
                </a:lnTo>
                <a:lnTo>
                  <a:pt x="113" y="373"/>
                </a:lnTo>
                <a:lnTo>
                  <a:pt x="119" y="377"/>
                </a:lnTo>
                <a:lnTo>
                  <a:pt x="126" y="380"/>
                </a:lnTo>
                <a:lnTo>
                  <a:pt x="133" y="383"/>
                </a:lnTo>
                <a:lnTo>
                  <a:pt x="140" y="386"/>
                </a:lnTo>
                <a:lnTo>
                  <a:pt x="147" y="389"/>
                </a:lnTo>
                <a:lnTo>
                  <a:pt x="154" y="392"/>
                </a:lnTo>
                <a:lnTo>
                  <a:pt x="162" y="394"/>
                </a:lnTo>
                <a:lnTo>
                  <a:pt x="169" y="396"/>
                </a:lnTo>
                <a:lnTo>
                  <a:pt x="177" y="398"/>
                </a:lnTo>
                <a:lnTo>
                  <a:pt x="184" y="400"/>
                </a:lnTo>
                <a:lnTo>
                  <a:pt x="192" y="402"/>
                </a:lnTo>
                <a:lnTo>
                  <a:pt x="200" y="403"/>
                </a:lnTo>
                <a:lnTo>
                  <a:pt x="207" y="405"/>
                </a:lnTo>
                <a:lnTo>
                  <a:pt x="215" y="406"/>
                </a:lnTo>
                <a:lnTo>
                  <a:pt x="223" y="407"/>
                </a:lnTo>
                <a:lnTo>
                  <a:pt x="231" y="407"/>
                </a:lnTo>
                <a:lnTo>
                  <a:pt x="239" y="408"/>
                </a:lnTo>
                <a:lnTo>
                  <a:pt x="247" y="408"/>
                </a:lnTo>
                <a:lnTo>
                  <a:pt x="255" y="408"/>
                </a:lnTo>
                <a:lnTo>
                  <a:pt x="263" y="408"/>
                </a:lnTo>
                <a:lnTo>
                  <a:pt x="271" y="408"/>
                </a:lnTo>
                <a:lnTo>
                  <a:pt x="279" y="407"/>
                </a:lnTo>
                <a:lnTo>
                  <a:pt x="286" y="407"/>
                </a:lnTo>
                <a:lnTo>
                  <a:pt x="294" y="406"/>
                </a:lnTo>
                <a:lnTo>
                  <a:pt x="302" y="405"/>
                </a:lnTo>
                <a:lnTo>
                  <a:pt x="310" y="403"/>
                </a:lnTo>
                <a:lnTo>
                  <a:pt x="318" y="402"/>
                </a:lnTo>
                <a:lnTo>
                  <a:pt x="325" y="400"/>
                </a:lnTo>
                <a:lnTo>
                  <a:pt x="333" y="398"/>
                </a:lnTo>
                <a:lnTo>
                  <a:pt x="340" y="396"/>
                </a:lnTo>
                <a:lnTo>
                  <a:pt x="348" y="394"/>
                </a:lnTo>
                <a:lnTo>
                  <a:pt x="355" y="392"/>
                </a:lnTo>
                <a:lnTo>
                  <a:pt x="362" y="389"/>
                </a:lnTo>
                <a:lnTo>
                  <a:pt x="370" y="386"/>
                </a:lnTo>
                <a:lnTo>
                  <a:pt x="377" y="383"/>
                </a:lnTo>
                <a:lnTo>
                  <a:pt x="384" y="380"/>
                </a:lnTo>
                <a:lnTo>
                  <a:pt x="390" y="377"/>
                </a:lnTo>
                <a:lnTo>
                  <a:pt x="397" y="373"/>
                </a:lnTo>
                <a:lnTo>
                  <a:pt x="403" y="369"/>
                </a:lnTo>
                <a:lnTo>
                  <a:pt x="410" y="366"/>
                </a:lnTo>
                <a:lnTo>
                  <a:pt x="416" y="362"/>
                </a:lnTo>
                <a:lnTo>
                  <a:pt x="422" y="358"/>
                </a:lnTo>
                <a:lnTo>
                  <a:pt x="428" y="353"/>
                </a:lnTo>
                <a:lnTo>
                  <a:pt x="434" y="349"/>
                </a:lnTo>
                <a:lnTo>
                  <a:pt x="439" y="344"/>
                </a:lnTo>
                <a:lnTo>
                  <a:pt x="444" y="340"/>
                </a:lnTo>
                <a:lnTo>
                  <a:pt x="451" y="335"/>
                </a:lnTo>
                <a:lnTo>
                  <a:pt x="456" y="330"/>
                </a:lnTo>
                <a:lnTo>
                  <a:pt x="460" y="325"/>
                </a:lnTo>
                <a:lnTo>
                  <a:pt x="465" y="319"/>
                </a:lnTo>
                <a:lnTo>
                  <a:pt x="469" y="314"/>
                </a:lnTo>
                <a:lnTo>
                  <a:pt x="473" y="309"/>
                </a:lnTo>
                <a:lnTo>
                  <a:pt x="477" y="303"/>
                </a:lnTo>
                <a:lnTo>
                  <a:pt x="481" y="297"/>
                </a:lnTo>
                <a:lnTo>
                  <a:pt x="485" y="292"/>
                </a:lnTo>
                <a:lnTo>
                  <a:pt x="488" y="286"/>
                </a:lnTo>
                <a:lnTo>
                  <a:pt x="491" y="280"/>
                </a:lnTo>
                <a:lnTo>
                  <a:pt x="494" y="274"/>
                </a:lnTo>
                <a:lnTo>
                  <a:pt x="496" y="268"/>
                </a:lnTo>
                <a:lnTo>
                  <a:pt x="499" y="262"/>
                </a:lnTo>
                <a:lnTo>
                  <a:pt x="501" y="256"/>
                </a:lnTo>
                <a:lnTo>
                  <a:pt x="503" y="250"/>
                </a:lnTo>
                <a:lnTo>
                  <a:pt x="504" y="243"/>
                </a:lnTo>
                <a:lnTo>
                  <a:pt x="506" y="236"/>
                </a:lnTo>
                <a:lnTo>
                  <a:pt x="507" y="230"/>
                </a:lnTo>
                <a:lnTo>
                  <a:pt x="508" y="223"/>
                </a:lnTo>
                <a:lnTo>
                  <a:pt x="508" y="217"/>
                </a:lnTo>
                <a:lnTo>
                  <a:pt x="509" y="211"/>
                </a:lnTo>
                <a:lnTo>
                  <a:pt x="509" y="204"/>
                </a:lnTo>
                <a:moveTo>
                  <a:pt x="511" y="204"/>
                </a:moveTo>
                <a:lnTo>
                  <a:pt x="511" y="211"/>
                </a:lnTo>
                <a:lnTo>
                  <a:pt x="510" y="217"/>
                </a:lnTo>
                <a:lnTo>
                  <a:pt x="510" y="224"/>
                </a:lnTo>
                <a:lnTo>
                  <a:pt x="509" y="230"/>
                </a:lnTo>
                <a:lnTo>
                  <a:pt x="508" y="236"/>
                </a:lnTo>
                <a:lnTo>
                  <a:pt x="506" y="244"/>
                </a:lnTo>
                <a:lnTo>
                  <a:pt x="505" y="250"/>
                </a:lnTo>
                <a:lnTo>
                  <a:pt x="503" y="256"/>
                </a:lnTo>
                <a:lnTo>
                  <a:pt x="501" y="262"/>
                </a:lnTo>
                <a:lnTo>
                  <a:pt x="498" y="269"/>
                </a:lnTo>
                <a:lnTo>
                  <a:pt x="496" y="275"/>
                </a:lnTo>
                <a:lnTo>
                  <a:pt x="493" y="281"/>
                </a:lnTo>
                <a:lnTo>
                  <a:pt x="490" y="287"/>
                </a:lnTo>
                <a:lnTo>
                  <a:pt x="487" y="293"/>
                </a:lnTo>
                <a:lnTo>
                  <a:pt x="483" y="298"/>
                </a:lnTo>
                <a:lnTo>
                  <a:pt x="479" y="304"/>
                </a:lnTo>
                <a:lnTo>
                  <a:pt x="475" y="310"/>
                </a:lnTo>
                <a:lnTo>
                  <a:pt x="471" y="315"/>
                </a:lnTo>
                <a:lnTo>
                  <a:pt x="467" y="320"/>
                </a:lnTo>
                <a:lnTo>
                  <a:pt x="462" y="326"/>
                </a:lnTo>
                <a:lnTo>
                  <a:pt x="457" y="331"/>
                </a:lnTo>
                <a:lnTo>
                  <a:pt x="452" y="336"/>
                </a:lnTo>
                <a:lnTo>
                  <a:pt x="446" y="341"/>
                </a:lnTo>
                <a:lnTo>
                  <a:pt x="441" y="345"/>
                </a:lnTo>
                <a:lnTo>
                  <a:pt x="435" y="350"/>
                </a:lnTo>
                <a:lnTo>
                  <a:pt x="429" y="355"/>
                </a:lnTo>
                <a:lnTo>
                  <a:pt x="424" y="359"/>
                </a:lnTo>
                <a:lnTo>
                  <a:pt x="417" y="363"/>
                </a:lnTo>
                <a:lnTo>
                  <a:pt x="411" y="367"/>
                </a:lnTo>
                <a:lnTo>
                  <a:pt x="405" y="371"/>
                </a:lnTo>
                <a:lnTo>
                  <a:pt x="398" y="375"/>
                </a:lnTo>
                <a:lnTo>
                  <a:pt x="392" y="378"/>
                </a:lnTo>
                <a:lnTo>
                  <a:pt x="385" y="382"/>
                </a:lnTo>
                <a:lnTo>
                  <a:pt x="378" y="385"/>
                </a:lnTo>
                <a:lnTo>
                  <a:pt x="371" y="388"/>
                </a:lnTo>
                <a:lnTo>
                  <a:pt x="363" y="391"/>
                </a:lnTo>
                <a:lnTo>
                  <a:pt x="356" y="393"/>
                </a:lnTo>
                <a:lnTo>
                  <a:pt x="349" y="396"/>
                </a:lnTo>
                <a:lnTo>
                  <a:pt x="341" y="398"/>
                </a:lnTo>
                <a:lnTo>
                  <a:pt x="334" y="400"/>
                </a:lnTo>
                <a:lnTo>
                  <a:pt x="326" y="402"/>
                </a:lnTo>
                <a:lnTo>
                  <a:pt x="318" y="404"/>
                </a:lnTo>
                <a:lnTo>
                  <a:pt x="310" y="405"/>
                </a:lnTo>
                <a:lnTo>
                  <a:pt x="303" y="406"/>
                </a:lnTo>
                <a:lnTo>
                  <a:pt x="295" y="408"/>
                </a:lnTo>
                <a:lnTo>
                  <a:pt x="287" y="408"/>
                </a:lnTo>
                <a:lnTo>
                  <a:pt x="279" y="409"/>
                </a:lnTo>
                <a:lnTo>
                  <a:pt x="271" y="410"/>
                </a:lnTo>
                <a:lnTo>
                  <a:pt x="263" y="410"/>
                </a:lnTo>
                <a:lnTo>
                  <a:pt x="255" y="410"/>
                </a:lnTo>
                <a:lnTo>
                  <a:pt x="247" y="410"/>
                </a:lnTo>
                <a:lnTo>
                  <a:pt x="239" y="410"/>
                </a:lnTo>
                <a:lnTo>
                  <a:pt x="231" y="409"/>
                </a:lnTo>
                <a:lnTo>
                  <a:pt x="223" y="408"/>
                </a:lnTo>
                <a:lnTo>
                  <a:pt x="215" y="408"/>
                </a:lnTo>
                <a:lnTo>
                  <a:pt x="207" y="406"/>
                </a:lnTo>
                <a:lnTo>
                  <a:pt x="199" y="405"/>
                </a:lnTo>
                <a:lnTo>
                  <a:pt x="191" y="404"/>
                </a:lnTo>
                <a:lnTo>
                  <a:pt x="184" y="402"/>
                </a:lnTo>
                <a:lnTo>
                  <a:pt x="176" y="400"/>
                </a:lnTo>
                <a:lnTo>
                  <a:pt x="168" y="398"/>
                </a:lnTo>
                <a:lnTo>
                  <a:pt x="161" y="396"/>
                </a:lnTo>
                <a:lnTo>
                  <a:pt x="153" y="393"/>
                </a:lnTo>
                <a:lnTo>
                  <a:pt x="146" y="391"/>
                </a:lnTo>
                <a:lnTo>
                  <a:pt x="139" y="388"/>
                </a:lnTo>
                <a:lnTo>
                  <a:pt x="132" y="385"/>
                </a:lnTo>
                <a:lnTo>
                  <a:pt x="125" y="382"/>
                </a:lnTo>
                <a:lnTo>
                  <a:pt x="118" y="378"/>
                </a:lnTo>
                <a:lnTo>
                  <a:pt x="111" y="375"/>
                </a:lnTo>
                <a:lnTo>
                  <a:pt x="105" y="371"/>
                </a:lnTo>
                <a:lnTo>
                  <a:pt x="98" y="367"/>
                </a:lnTo>
                <a:lnTo>
                  <a:pt x="92" y="363"/>
                </a:lnTo>
                <a:lnTo>
                  <a:pt x="86" y="359"/>
                </a:lnTo>
                <a:lnTo>
                  <a:pt x="80" y="355"/>
                </a:lnTo>
                <a:lnTo>
                  <a:pt x="74" y="350"/>
                </a:lnTo>
                <a:lnTo>
                  <a:pt x="69" y="345"/>
                </a:lnTo>
                <a:lnTo>
                  <a:pt x="63" y="341"/>
                </a:lnTo>
                <a:lnTo>
                  <a:pt x="58" y="336"/>
                </a:lnTo>
                <a:lnTo>
                  <a:pt x="53" y="331"/>
                </a:lnTo>
                <a:lnTo>
                  <a:pt x="48" y="326"/>
                </a:lnTo>
                <a:lnTo>
                  <a:pt x="44" y="320"/>
                </a:lnTo>
                <a:lnTo>
                  <a:pt x="39" y="315"/>
                </a:lnTo>
                <a:lnTo>
                  <a:pt x="35" y="310"/>
                </a:lnTo>
                <a:lnTo>
                  <a:pt x="31" y="304"/>
                </a:lnTo>
                <a:lnTo>
                  <a:pt x="27" y="298"/>
                </a:lnTo>
                <a:lnTo>
                  <a:pt x="24" y="293"/>
                </a:lnTo>
                <a:lnTo>
                  <a:pt x="21" y="287"/>
                </a:lnTo>
                <a:lnTo>
                  <a:pt x="18" y="281"/>
                </a:lnTo>
                <a:lnTo>
                  <a:pt x="15" y="275"/>
                </a:lnTo>
                <a:lnTo>
                  <a:pt x="12" y="269"/>
                </a:lnTo>
                <a:lnTo>
                  <a:pt x="10" y="262"/>
                </a:lnTo>
                <a:lnTo>
                  <a:pt x="8" y="256"/>
                </a:lnTo>
                <a:lnTo>
                  <a:pt x="6" y="250"/>
                </a:lnTo>
                <a:lnTo>
                  <a:pt x="4" y="244"/>
                </a:lnTo>
                <a:lnTo>
                  <a:pt x="3" y="236"/>
                </a:lnTo>
                <a:lnTo>
                  <a:pt x="2" y="230"/>
                </a:lnTo>
                <a:lnTo>
                  <a:pt x="1" y="224"/>
                </a:lnTo>
                <a:lnTo>
                  <a:pt x="0" y="217"/>
                </a:lnTo>
                <a:lnTo>
                  <a:pt x="0" y="211"/>
                </a:lnTo>
                <a:lnTo>
                  <a:pt x="0" y="204"/>
                </a:lnTo>
                <a:lnTo>
                  <a:pt x="0" y="198"/>
                </a:lnTo>
                <a:lnTo>
                  <a:pt x="0" y="192"/>
                </a:lnTo>
                <a:lnTo>
                  <a:pt x="1" y="185"/>
                </a:lnTo>
                <a:lnTo>
                  <a:pt x="2" y="179"/>
                </a:lnTo>
                <a:lnTo>
                  <a:pt x="3" y="172"/>
                </a:lnTo>
                <a:lnTo>
                  <a:pt x="4" y="166"/>
                </a:lnTo>
                <a:lnTo>
                  <a:pt x="6" y="160"/>
                </a:lnTo>
                <a:lnTo>
                  <a:pt x="8" y="153"/>
                </a:lnTo>
                <a:lnTo>
                  <a:pt x="10" y="147"/>
                </a:lnTo>
                <a:lnTo>
                  <a:pt x="12" y="141"/>
                </a:lnTo>
                <a:lnTo>
                  <a:pt x="15" y="135"/>
                </a:lnTo>
                <a:lnTo>
                  <a:pt x="18" y="129"/>
                </a:lnTo>
                <a:lnTo>
                  <a:pt x="21" y="123"/>
                </a:lnTo>
                <a:lnTo>
                  <a:pt x="24" y="117"/>
                </a:lnTo>
                <a:lnTo>
                  <a:pt x="27" y="111"/>
                </a:lnTo>
                <a:lnTo>
                  <a:pt x="31" y="106"/>
                </a:lnTo>
                <a:lnTo>
                  <a:pt x="35" y="100"/>
                </a:lnTo>
                <a:lnTo>
                  <a:pt x="39" y="95"/>
                </a:lnTo>
                <a:lnTo>
                  <a:pt x="44" y="89"/>
                </a:lnTo>
                <a:lnTo>
                  <a:pt x="48" y="84"/>
                </a:lnTo>
                <a:lnTo>
                  <a:pt x="53" y="79"/>
                </a:lnTo>
                <a:lnTo>
                  <a:pt x="58" y="74"/>
                </a:lnTo>
                <a:lnTo>
                  <a:pt x="63" y="69"/>
                </a:lnTo>
                <a:lnTo>
                  <a:pt x="69" y="64"/>
                </a:lnTo>
                <a:lnTo>
                  <a:pt x="74" y="60"/>
                </a:lnTo>
                <a:lnTo>
                  <a:pt x="80" y="55"/>
                </a:lnTo>
                <a:lnTo>
                  <a:pt x="86" y="51"/>
                </a:lnTo>
                <a:lnTo>
                  <a:pt x="92" y="47"/>
                </a:lnTo>
                <a:lnTo>
                  <a:pt x="98" y="43"/>
                </a:lnTo>
                <a:lnTo>
                  <a:pt x="105" y="39"/>
                </a:lnTo>
                <a:lnTo>
                  <a:pt x="111" y="35"/>
                </a:lnTo>
                <a:lnTo>
                  <a:pt x="118" y="32"/>
                </a:lnTo>
                <a:lnTo>
                  <a:pt x="125" y="28"/>
                </a:lnTo>
                <a:lnTo>
                  <a:pt x="132" y="25"/>
                </a:lnTo>
                <a:lnTo>
                  <a:pt x="139" y="22"/>
                </a:lnTo>
                <a:lnTo>
                  <a:pt x="146" y="19"/>
                </a:lnTo>
                <a:lnTo>
                  <a:pt x="153" y="17"/>
                </a:lnTo>
                <a:lnTo>
                  <a:pt x="161" y="14"/>
                </a:lnTo>
                <a:lnTo>
                  <a:pt x="168" y="12"/>
                </a:lnTo>
                <a:lnTo>
                  <a:pt x="176" y="10"/>
                </a:lnTo>
                <a:lnTo>
                  <a:pt x="184" y="8"/>
                </a:lnTo>
                <a:lnTo>
                  <a:pt x="191" y="6"/>
                </a:lnTo>
                <a:lnTo>
                  <a:pt x="199" y="5"/>
                </a:lnTo>
                <a:lnTo>
                  <a:pt x="207" y="3"/>
                </a:lnTo>
                <a:lnTo>
                  <a:pt x="215" y="2"/>
                </a:lnTo>
                <a:lnTo>
                  <a:pt x="223" y="1"/>
                </a:lnTo>
                <a:lnTo>
                  <a:pt x="231" y="1"/>
                </a:lnTo>
                <a:lnTo>
                  <a:pt x="239" y="0"/>
                </a:lnTo>
                <a:lnTo>
                  <a:pt x="247" y="0"/>
                </a:lnTo>
                <a:lnTo>
                  <a:pt x="255" y="0"/>
                </a:lnTo>
                <a:lnTo>
                  <a:pt x="263" y="0"/>
                </a:lnTo>
                <a:lnTo>
                  <a:pt x="271" y="0"/>
                </a:lnTo>
                <a:lnTo>
                  <a:pt x="279" y="1"/>
                </a:lnTo>
                <a:lnTo>
                  <a:pt x="287" y="1"/>
                </a:lnTo>
                <a:lnTo>
                  <a:pt x="295" y="2"/>
                </a:lnTo>
                <a:lnTo>
                  <a:pt x="303" y="3"/>
                </a:lnTo>
                <a:lnTo>
                  <a:pt x="310" y="5"/>
                </a:lnTo>
                <a:lnTo>
                  <a:pt x="318" y="6"/>
                </a:lnTo>
                <a:lnTo>
                  <a:pt x="326" y="8"/>
                </a:lnTo>
                <a:lnTo>
                  <a:pt x="334" y="10"/>
                </a:lnTo>
                <a:lnTo>
                  <a:pt x="341" y="12"/>
                </a:lnTo>
                <a:lnTo>
                  <a:pt x="349" y="14"/>
                </a:lnTo>
                <a:lnTo>
                  <a:pt x="356" y="17"/>
                </a:lnTo>
                <a:lnTo>
                  <a:pt x="363" y="19"/>
                </a:lnTo>
                <a:lnTo>
                  <a:pt x="371" y="22"/>
                </a:lnTo>
                <a:lnTo>
                  <a:pt x="378" y="25"/>
                </a:lnTo>
                <a:lnTo>
                  <a:pt x="385" y="28"/>
                </a:lnTo>
                <a:lnTo>
                  <a:pt x="392" y="32"/>
                </a:lnTo>
                <a:lnTo>
                  <a:pt x="398" y="35"/>
                </a:lnTo>
                <a:lnTo>
                  <a:pt x="405" y="39"/>
                </a:lnTo>
                <a:lnTo>
                  <a:pt x="411" y="43"/>
                </a:lnTo>
                <a:lnTo>
                  <a:pt x="417" y="47"/>
                </a:lnTo>
                <a:lnTo>
                  <a:pt x="424" y="51"/>
                </a:lnTo>
                <a:lnTo>
                  <a:pt x="429" y="55"/>
                </a:lnTo>
                <a:lnTo>
                  <a:pt x="435" y="60"/>
                </a:lnTo>
                <a:lnTo>
                  <a:pt x="441" y="64"/>
                </a:lnTo>
                <a:lnTo>
                  <a:pt x="446" y="69"/>
                </a:lnTo>
                <a:lnTo>
                  <a:pt x="452" y="74"/>
                </a:lnTo>
                <a:lnTo>
                  <a:pt x="457" y="79"/>
                </a:lnTo>
                <a:lnTo>
                  <a:pt x="462" y="84"/>
                </a:lnTo>
                <a:lnTo>
                  <a:pt x="467" y="89"/>
                </a:lnTo>
                <a:lnTo>
                  <a:pt x="471" y="95"/>
                </a:lnTo>
                <a:lnTo>
                  <a:pt x="475" y="100"/>
                </a:lnTo>
                <a:lnTo>
                  <a:pt x="479" y="106"/>
                </a:lnTo>
                <a:lnTo>
                  <a:pt x="483" y="111"/>
                </a:lnTo>
                <a:lnTo>
                  <a:pt x="487" y="117"/>
                </a:lnTo>
                <a:lnTo>
                  <a:pt x="490" y="123"/>
                </a:lnTo>
                <a:lnTo>
                  <a:pt x="493" y="129"/>
                </a:lnTo>
                <a:lnTo>
                  <a:pt x="496" y="135"/>
                </a:lnTo>
                <a:lnTo>
                  <a:pt x="498" y="141"/>
                </a:lnTo>
                <a:lnTo>
                  <a:pt x="501" y="147"/>
                </a:lnTo>
                <a:lnTo>
                  <a:pt x="503" y="153"/>
                </a:lnTo>
                <a:lnTo>
                  <a:pt x="505" y="160"/>
                </a:lnTo>
                <a:lnTo>
                  <a:pt x="506" y="166"/>
                </a:lnTo>
                <a:lnTo>
                  <a:pt x="508" y="172"/>
                </a:lnTo>
                <a:lnTo>
                  <a:pt x="509" y="179"/>
                </a:lnTo>
                <a:lnTo>
                  <a:pt x="510" y="185"/>
                </a:lnTo>
                <a:lnTo>
                  <a:pt x="510" y="192"/>
                </a:lnTo>
                <a:lnTo>
                  <a:pt x="511" y="198"/>
                </a:lnTo>
                <a:lnTo>
                  <a:pt x="511" y="204"/>
                </a:lnTo>
                <a:close/>
              </a:path>
            </a:pathLst>
          </a:custGeom>
          <a:solidFill>
            <a:srgbClr val="ffde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0" name=""/>
          <p:cNvSpPr/>
          <p:nvPr/>
        </p:nvSpPr>
        <p:spPr>
          <a:xfrm>
            <a:off x="4885920" y="1753560"/>
            <a:ext cx="185760" cy="149040"/>
          </a:xfrm>
          <a:custGeom>
            <a:avLst/>
            <a:gdLst/>
            <a:ahLst/>
            <a:rect l="0" t="0" r="r" b="b"/>
            <a:pathLst>
              <a:path w="516" h="414">
                <a:moveTo>
                  <a:pt x="514" y="206"/>
                </a:moveTo>
                <a:lnTo>
                  <a:pt x="514" y="200"/>
                </a:lnTo>
                <a:lnTo>
                  <a:pt x="513" y="194"/>
                </a:lnTo>
                <a:lnTo>
                  <a:pt x="513" y="187"/>
                </a:lnTo>
                <a:lnTo>
                  <a:pt x="512" y="181"/>
                </a:lnTo>
                <a:lnTo>
                  <a:pt x="511" y="174"/>
                </a:lnTo>
                <a:lnTo>
                  <a:pt x="509" y="168"/>
                </a:lnTo>
                <a:lnTo>
                  <a:pt x="508" y="162"/>
                </a:lnTo>
                <a:lnTo>
                  <a:pt x="506" y="155"/>
                </a:lnTo>
                <a:lnTo>
                  <a:pt x="504" y="149"/>
                </a:lnTo>
                <a:lnTo>
                  <a:pt x="501" y="143"/>
                </a:lnTo>
                <a:lnTo>
                  <a:pt x="499" y="137"/>
                </a:lnTo>
                <a:lnTo>
                  <a:pt x="496" y="131"/>
                </a:lnTo>
                <a:lnTo>
                  <a:pt x="493" y="125"/>
                </a:lnTo>
                <a:lnTo>
                  <a:pt x="490" y="119"/>
                </a:lnTo>
                <a:lnTo>
                  <a:pt x="486" y="113"/>
                </a:lnTo>
                <a:lnTo>
                  <a:pt x="482" y="108"/>
                </a:lnTo>
                <a:lnTo>
                  <a:pt x="478" y="102"/>
                </a:lnTo>
                <a:lnTo>
                  <a:pt x="474" y="97"/>
                </a:lnTo>
                <a:lnTo>
                  <a:pt x="470" y="91"/>
                </a:lnTo>
                <a:lnTo>
                  <a:pt x="465" y="86"/>
                </a:lnTo>
                <a:lnTo>
                  <a:pt x="460" y="81"/>
                </a:lnTo>
                <a:lnTo>
                  <a:pt x="455" y="76"/>
                </a:lnTo>
                <a:lnTo>
                  <a:pt x="450" y="71"/>
                </a:lnTo>
                <a:lnTo>
                  <a:pt x="445" y="66"/>
                </a:lnTo>
                <a:lnTo>
                  <a:pt x="439" y="62"/>
                </a:lnTo>
                <a:lnTo>
                  <a:pt x="433" y="57"/>
                </a:lnTo>
                <a:lnTo>
                  <a:pt x="428" y="53"/>
                </a:lnTo>
                <a:lnTo>
                  <a:pt x="421" y="49"/>
                </a:lnTo>
                <a:lnTo>
                  <a:pt x="415" y="45"/>
                </a:lnTo>
                <a:lnTo>
                  <a:pt x="409" y="41"/>
                </a:lnTo>
                <a:lnTo>
                  <a:pt x="402" y="37"/>
                </a:lnTo>
                <a:lnTo>
                  <a:pt x="396" y="34"/>
                </a:lnTo>
                <a:lnTo>
                  <a:pt x="389" y="30"/>
                </a:lnTo>
                <a:lnTo>
                  <a:pt x="382" y="27"/>
                </a:lnTo>
                <a:lnTo>
                  <a:pt x="375" y="24"/>
                </a:lnTo>
                <a:lnTo>
                  <a:pt x="367" y="21"/>
                </a:lnTo>
                <a:lnTo>
                  <a:pt x="360" y="19"/>
                </a:lnTo>
                <a:lnTo>
                  <a:pt x="353" y="16"/>
                </a:lnTo>
                <a:lnTo>
                  <a:pt x="345" y="14"/>
                </a:lnTo>
                <a:lnTo>
                  <a:pt x="338" y="12"/>
                </a:lnTo>
                <a:lnTo>
                  <a:pt x="330" y="10"/>
                </a:lnTo>
                <a:lnTo>
                  <a:pt x="322" y="8"/>
                </a:lnTo>
                <a:lnTo>
                  <a:pt x="314" y="7"/>
                </a:lnTo>
                <a:lnTo>
                  <a:pt x="307" y="5"/>
                </a:lnTo>
                <a:lnTo>
                  <a:pt x="299" y="4"/>
                </a:lnTo>
                <a:lnTo>
                  <a:pt x="291" y="3"/>
                </a:lnTo>
                <a:lnTo>
                  <a:pt x="283" y="3"/>
                </a:lnTo>
                <a:lnTo>
                  <a:pt x="275" y="2"/>
                </a:lnTo>
                <a:lnTo>
                  <a:pt x="267" y="2"/>
                </a:lnTo>
                <a:lnTo>
                  <a:pt x="259" y="2"/>
                </a:lnTo>
                <a:lnTo>
                  <a:pt x="251" y="2"/>
                </a:lnTo>
                <a:lnTo>
                  <a:pt x="243" y="2"/>
                </a:lnTo>
                <a:lnTo>
                  <a:pt x="235" y="3"/>
                </a:lnTo>
                <a:lnTo>
                  <a:pt x="227" y="3"/>
                </a:lnTo>
                <a:lnTo>
                  <a:pt x="219" y="4"/>
                </a:lnTo>
                <a:lnTo>
                  <a:pt x="211" y="5"/>
                </a:lnTo>
                <a:lnTo>
                  <a:pt x="203" y="7"/>
                </a:lnTo>
                <a:lnTo>
                  <a:pt x="195" y="8"/>
                </a:lnTo>
                <a:lnTo>
                  <a:pt x="188" y="10"/>
                </a:lnTo>
                <a:lnTo>
                  <a:pt x="180" y="12"/>
                </a:lnTo>
                <a:lnTo>
                  <a:pt x="172" y="14"/>
                </a:lnTo>
                <a:lnTo>
                  <a:pt x="165" y="16"/>
                </a:lnTo>
                <a:lnTo>
                  <a:pt x="157" y="19"/>
                </a:lnTo>
                <a:lnTo>
                  <a:pt x="150" y="21"/>
                </a:lnTo>
                <a:lnTo>
                  <a:pt x="143" y="24"/>
                </a:lnTo>
                <a:lnTo>
                  <a:pt x="136" y="27"/>
                </a:lnTo>
                <a:lnTo>
                  <a:pt x="129" y="30"/>
                </a:lnTo>
                <a:lnTo>
                  <a:pt x="122" y="34"/>
                </a:lnTo>
                <a:lnTo>
                  <a:pt x="115" y="37"/>
                </a:lnTo>
                <a:lnTo>
                  <a:pt x="109" y="41"/>
                </a:lnTo>
                <a:lnTo>
                  <a:pt x="102" y="45"/>
                </a:lnTo>
                <a:lnTo>
                  <a:pt x="96" y="49"/>
                </a:lnTo>
                <a:lnTo>
                  <a:pt x="90" y="53"/>
                </a:lnTo>
                <a:lnTo>
                  <a:pt x="84" y="57"/>
                </a:lnTo>
                <a:lnTo>
                  <a:pt x="78" y="62"/>
                </a:lnTo>
                <a:lnTo>
                  <a:pt x="73" y="66"/>
                </a:lnTo>
                <a:lnTo>
                  <a:pt x="67" y="71"/>
                </a:lnTo>
                <a:lnTo>
                  <a:pt x="62" y="76"/>
                </a:lnTo>
                <a:lnTo>
                  <a:pt x="57" y="81"/>
                </a:lnTo>
                <a:lnTo>
                  <a:pt x="52" y="86"/>
                </a:lnTo>
                <a:lnTo>
                  <a:pt x="47" y="91"/>
                </a:lnTo>
                <a:lnTo>
                  <a:pt x="42" y="97"/>
                </a:lnTo>
                <a:lnTo>
                  <a:pt x="38" y="102"/>
                </a:lnTo>
                <a:lnTo>
                  <a:pt x="34" y="108"/>
                </a:lnTo>
                <a:lnTo>
                  <a:pt x="30" y="113"/>
                </a:lnTo>
                <a:lnTo>
                  <a:pt x="27" y="119"/>
                </a:lnTo>
                <a:lnTo>
                  <a:pt x="24" y="125"/>
                </a:lnTo>
                <a:lnTo>
                  <a:pt x="21" y="131"/>
                </a:lnTo>
                <a:lnTo>
                  <a:pt x="18" y="137"/>
                </a:lnTo>
                <a:lnTo>
                  <a:pt x="15" y="143"/>
                </a:lnTo>
                <a:lnTo>
                  <a:pt x="13" y="149"/>
                </a:lnTo>
                <a:lnTo>
                  <a:pt x="11" y="155"/>
                </a:lnTo>
                <a:lnTo>
                  <a:pt x="9" y="162"/>
                </a:lnTo>
                <a:lnTo>
                  <a:pt x="7" y="168"/>
                </a:lnTo>
                <a:lnTo>
                  <a:pt x="6" y="174"/>
                </a:lnTo>
                <a:lnTo>
                  <a:pt x="5" y="181"/>
                </a:lnTo>
                <a:lnTo>
                  <a:pt x="4" y="187"/>
                </a:lnTo>
                <a:lnTo>
                  <a:pt x="3" y="194"/>
                </a:lnTo>
                <a:lnTo>
                  <a:pt x="3" y="200"/>
                </a:lnTo>
                <a:lnTo>
                  <a:pt x="3" y="206"/>
                </a:lnTo>
                <a:lnTo>
                  <a:pt x="3" y="213"/>
                </a:lnTo>
                <a:lnTo>
                  <a:pt x="3" y="219"/>
                </a:lnTo>
                <a:lnTo>
                  <a:pt x="4" y="226"/>
                </a:lnTo>
                <a:lnTo>
                  <a:pt x="5" y="232"/>
                </a:lnTo>
                <a:lnTo>
                  <a:pt x="6" y="238"/>
                </a:lnTo>
                <a:lnTo>
                  <a:pt x="7" y="245"/>
                </a:lnTo>
                <a:lnTo>
                  <a:pt x="9" y="251"/>
                </a:lnTo>
                <a:lnTo>
                  <a:pt x="11" y="257"/>
                </a:lnTo>
                <a:lnTo>
                  <a:pt x="13" y="263"/>
                </a:lnTo>
                <a:lnTo>
                  <a:pt x="15" y="270"/>
                </a:lnTo>
                <a:lnTo>
                  <a:pt x="18" y="276"/>
                </a:lnTo>
                <a:lnTo>
                  <a:pt x="21" y="282"/>
                </a:lnTo>
                <a:lnTo>
                  <a:pt x="24" y="288"/>
                </a:lnTo>
                <a:lnTo>
                  <a:pt x="27" y="295"/>
                </a:lnTo>
                <a:lnTo>
                  <a:pt x="30" y="300"/>
                </a:lnTo>
                <a:lnTo>
                  <a:pt x="34" y="306"/>
                </a:lnTo>
                <a:lnTo>
                  <a:pt x="38" y="312"/>
                </a:lnTo>
                <a:lnTo>
                  <a:pt x="42" y="317"/>
                </a:lnTo>
                <a:lnTo>
                  <a:pt x="47" y="322"/>
                </a:lnTo>
                <a:lnTo>
                  <a:pt x="52" y="328"/>
                </a:lnTo>
                <a:lnTo>
                  <a:pt x="57" y="333"/>
                </a:lnTo>
                <a:lnTo>
                  <a:pt x="62" y="338"/>
                </a:lnTo>
                <a:lnTo>
                  <a:pt x="67" y="343"/>
                </a:lnTo>
                <a:lnTo>
                  <a:pt x="73" y="347"/>
                </a:lnTo>
                <a:lnTo>
                  <a:pt x="78" y="352"/>
                </a:lnTo>
                <a:lnTo>
                  <a:pt x="84" y="357"/>
                </a:lnTo>
                <a:lnTo>
                  <a:pt x="90" y="361"/>
                </a:lnTo>
                <a:lnTo>
                  <a:pt x="96" y="365"/>
                </a:lnTo>
                <a:lnTo>
                  <a:pt x="102" y="369"/>
                </a:lnTo>
                <a:lnTo>
                  <a:pt x="109" y="373"/>
                </a:lnTo>
                <a:lnTo>
                  <a:pt x="115" y="377"/>
                </a:lnTo>
                <a:lnTo>
                  <a:pt x="122" y="380"/>
                </a:lnTo>
                <a:lnTo>
                  <a:pt x="129" y="384"/>
                </a:lnTo>
                <a:lnTo>
                  <a:pt x="136" y="387"/>
                </a:lnTo>
                <a:lnTo>
                  <a:pt x="143" y="390"/>
                </a:lnTo>
                <a:lnTo>
                  <a:pt x="150" y="393"/>
                </a:lnTo>
                <a:lnTo>
                  <a:pt x="157" y="395"/>
                </a:lnTo>
                <a:lnTo>
                  <a:pt x="165" y="398"/>
                </a:lnTo>
                <a:lnTo>
                  <a:pt x="172" y="400"/>
                </a:lnTo>
                <a:lnTo>
                  <a:pt x="180" y="402"/>
                </a:lnTo>
                <a:lnTo>
                  <a:pt x="188" y="404"/>
                </a:lnTo>
                <a:lnTo>
                  <a:pt x="195" y="406"/>
                </a:lnTo>
                <a:lnTo>
                  <a:pt x="203" y="407"/>
                </a:lnTo>
                <a:lnTo>
                  <a:pt x="211" y="408"/>
                </a:lnTo>
                <a:lnTo>
                  <a:pt x="219" y="410"/>
                </a:lnTo>
                <a:lnTo>
                  <a:pt x="227" y="410"/>
                </a:lnTo>
                <a:lnTo>
                  <a:pt x="235" y="411"/>
                </a:lnTo>
                <a:lnTo>
                  <a:pt x="243" y="412"/>
                </a:lnTo>
                <a:lnTo>
                  <a:pt x="251" y="412"/>
                </a:lnTo>
                <a:lnTo>
                  <a:pt x="259" y="412"/>
                </a:lnTo>
                <a:lnTo>
                  <a:pt x="267" y="412"/>
                </a:lnTo>
                <a:lnTo>
                  <a:pt x="275" y="412"/>
                </a:lnTo>
                <a:lnTo>
                  <a:pt x="283" y="411"/>
                </a:lnTo>
                <a:lnTo>
                  <a:pt x="291" y="410"/>
                </a:lnTo>
                <a:lnTo>
                  <a:pt x="299" y="410"/>
                </a:lnTo>
                <a:lnTo>
                  <a:pt x="307" y="408"/>
                </a:lnTo>
                <a:lnTo>
                  <a:pt x="314" y="407"/>
                </a:lnTo>
                <a:lnTo>
                  <a:pt x="322" y="406"/>
                </a:lnTo>
                <a:lnTo>
                  <a:pt x="330" y="404"/>
                </a:lnTo>
                <a:lnTo>
                  <a:pt x="338" y="402"/>
                </a:lnTo>
                <a:lnTo>
                  <a:pt x="345" y="400"/>
                </a:lnTo>
                <a:lnTo>
                  <a:pt x="353" y="398"/>
                </a:lnTo>
                <a:lnTo>
                  <a:pt x="360" y="395"/>
                </a:lnTo>
                <a:lnTo>
                  <a:pt x="367" y="393"/>
                </a:lnTo>
                <a:lnTo>
                  <a:pt x="375" y="390"/>
                </a:lnTo>
                <a:lnTo>
                  <a:pt x="382" y="387"/>
                </a:lnTo>
                <a:lnTo>
                  <a:pt x="389" y="384"/>
                </a:lnTo>
                <a:lnTo>
                  <a:pt x="396" y="380"/>
                </a:lnTo>
                <a:lnTo>
                  <a:pt x="402" y="377"/>
                </a:lnTo>
                <a:lnTo>
                  <a:pt x="409" y="373"/>
                </a:lnTo>
                <a:lnTo>
                  <a:pt x="415" y="369"/>
                </a:lnTo>
                <a:lnTo>
                  <a:pt x="421" y="365"/>
                </a:lnTo>
                <a:lnTo>
                  <a:pt x="428" y="361"/>
                </a:lnTo>
                <a:lnTo>
                  <a:pt x="433" y="357"/>
                </a:lnTo>
                <a:lnTo>
                  <a:pt x="439" y="352"/>
                </a:lnTo>
                <a:lnTo>
                  <a:pt x="445" y="347"/>
                </a:lnTo>
                <a:lnTo>
                  <a:pt x="450" y="343"/>
                </a:lnTo>
                <a:lnTo>
                  <a:pt x="455" y="338"/>
                </a:lnTo>
                <a:lnTo>
                  <a:pt x="460" y="333"/>
                </a:lnTo>
                <a:lnTo>
                  <a:pt x="465" y="328"/>
                </a:lnTo>
                <a:lnTo>
                  <a:pt x="470" y="322"/>
                </a:lnTo>
                <a:lnTo>
                  <a:pt x="474" y="317"/>
                </a:lnTo>
                <a:lnTo>
                  <a:pt x="478" y="312"/>
                </a:lnTo>
                <a:lnTo>
                  <a:pt x="482" y="306"/>
                </a:lnTo>
                <a:lnTo>
                  <a:pt x="486" y="300"/>
                </a:lnTo>
                <a:lnTo>
                  <a:pt x="490" y="295"/>
                </a:lnTo>
                <a:lnTo>
                  <a:pt x="493" y="288"/>
                </a:lnTo>
                <a:lnTo>
                  <a:pt x="496" y="282"/>
                </a:lnTo>
                <a:lnTo>
                  <a:pt x="499" y="276"/>
                </a:lnTo>
                <a:lnTo>
                  <a:pt x="501" y="270"/>
                </a:lnTo>
                <a:lnTo>
                  <a:pt x="504" y="263"/>
                </a:lnTo>
                <a:lnTo>
                  <a:pt x="506" y="257"/>
                </a:lnTo>
                <a:lnTo>
                  <a:pt x="508" y="251"/>
                </a:lnTo>
                <a:lnTo>
                  <a:pt x="509" y="245"/>
                </a:lnTo>
                <a:lnTo>
                  <a:pt x="511" y="238"/>
                </a:lnTo>
                <a:lnTo>
                  <a:pt x="512" y="232"/>
                </a:lnTo>
                <a:lnTo>
                  <a:pt x="513" y="226"/>
                </a:lnTo>
                <a:lnTo>
                  <a:pt x="513" y="219"/>
                </a:lnTo>
                <a:lnTo>
                  <a:pt x="514" y="213"/>
                </a:lnTo>
                <a:lnTo>
                  <a:pt x="514" y="206"/>
                </a:lnTo>
                <a:moveTo>
                  <a:pt x="516" y="206"/>
                </a:moveTo>
                <a:lnTo>
                  <a:pt x="516" y="213"/>
                </a:lnTo>
                <a:lnTo>
                  <a:pt x="516" y="219"/>
                </a:lnTo>
                <a:lnTo>
                  <a:pt x="515" y="226"/>
                </a:lnTo>
                <a:lnTo>
                  <a:pt x="514" y="232"/>
                </a:lnTo>
                <a:lnTo>
                  <a:pt x="513" y="239"/>
                </a:lnTo>
                <a:lnTo>
                  <a:pt x="512" y="245"/>
                </a:lnTo>
                <a:lnTo>
                  <a:pt x="510" y="251"/>
                </a:lnTo>
                <a:lnTo>
                  <a:pt x="508" y="258"/>
                </a:lnTo>
                <a:lnTo>
                  <a:pt x="506" y="264"/>
                </a:lnTo>
                <a:lnTo>
                  <a:pt x="504" y="270"/>
                </a:lnTo>
                <a:lnTo>
                  <a:pt x="501" y="276"/>
                </a:lnTo>
                <a:lnTo>
                  <a:pt x="498" y="282"/>
                </a:lnTo>
                <a:lnTo>
                  <a:pt x="495" y="288"/>
                </a:lnTo>
                <a:lnTo>
                  <a:pt x="492" y="295"/>
                </a:lnTo>
                <a:lnTo>
                  <a:pt x="488" y="301"/>
                </a:lnTo>
                <a:lnTo>
                  <a:pt x="484" y="307"/>
                </a:lnTo>
                <a:lnTo>
                  <a:pt x="480" y="313"/>
                </a:lnTo>
                <a:lnTo>
                  <a:pt x="476" y="318"/>
                </a:lnTo>
                <a:lnTo>
                  <a:pt x="472" y="323"/>
                </a:lnTo>
                <a:lnTo>
                  <a:pt x="467" y="329"/>
                </a:lnTo>
                <a:lnTo>
                  <a:pt x="462" y="334"/>
                </a:lnTo>
                <a:lnTo>
                  <a:pt x="457" y="339"/>
                </a:lnTo>
                <a:lnTo>
                  <a:pt x="452" y="344"/>
                </a:lnTo>
                <a:lnTo>
                  <a:pt x="446" y="349"/>
                </a:lnTo>
                <a:lnTo>
                  <a:pt x="441" y="353"/>
                </a:lnTo>
                <a:lnTo>
                  <a:pt x="435" y="358"/>
                </a:lnTo>
                <a:lnTo>
                  <a:pt x="429" y="362"/>
                </a:lnTo>
                <a:lnTo>
                  <a:pt x="423" y="367"/>
                </a:lnTo>
                <a:lnTo>
                  <a:pt x="417" y="371"/>
                </a:lnTo>
                <a:lnTo>
                  <a:pt x="410" y="374"/>
                </a:lnTo>
                <a:lnTo>
                  <a:pt x="404" y="378"/>
                </a:lnTo>
                <a:lnTo>
                  <a:pt x="397" y="382"/>
                </a:lnTo>
                <a:lnTo>
                  <a:pt x="390" y="385"/>
                </a:lnTo>
                <a:lnTo>
                  <a:pt x="383" y="388"/>
                </a:lnTo>
                <a:lnTo>
                  <a:pt x="376" y="391"/>
                </a:lnTo>
                <a:lnTo>
                  <a:pt x="368" y="394"/>
                </a:lnTo>
                <a:lnTo>
                  <a:pt x="361" y="397"/>
                </a:lnTo>
                <a:lnTo>
                  <a:pt x="354" y="399"/>
                </a:lnTo>
                <a:lnTo>
                  <a:pt x="346" y="402"/>
                </a:lnTo>
                <a:lnTo>
                  <a:pt x="338" y="404"/>
                </a:lnTo>
                <a:lnTo>
                  <a:pt x="331" y="406"/>
                </a:lnTo>
                <a:lnTo>
                  <a:pt x="323" y="407"/>
                </a:lnTo>
                <a:lnTo>
                  <a:pt x="315" y="409"/>
                </a:lnTo>
                <a:lnTo>
                  <a:pt x="307" y="410"/>
                </a:lnTo>
                <a:lnTo>
                  <a:pt x="299" y="411"/>
                </a:lnTo>
                <a:lnTo>
                  <a:pt x="291" y="412"/>
                </a:lnTo>
                <a:lnTo>
                  <a:pt x="283" y="413"/>
                </a:lnTo>
                <a:lnTo>
                  <a:pt x="275" y="413"/>
                </a:lnTo>
                <a:lnTo>
                  <a:pt x="267" y="414"/>
                </a:lnTo>
                <a:lnTo>
                  <a:pt x="259" y="414"/>
                </a:lnTo>
                <a:lnTo>
                  <a:pt x="251" y="414"/>
                </a:lnTo>
                <a:lnTo>
                  <a:pt x="243" y="413"/>
                </a:lnTo>
                <a:lnTo>
                  <a:pt x="235" y="413"/>
                </a:lnTo>
                <a:lnTo>
                  <a:pt x="227" y="412"/>
                </a:lnTo>
                <a:lnTo>
                  <a:pt x="219" y="411"/>
                </a:lnTo>
                <a:lnTo>
                  <a:pt x="211" y="410"/>
                </a:lnTo>
                <a:lnTo>
                  <a:pt x="203" y="409"/>
                </a:lnTo>
                <a:lnTo>
                  <a:pt x="195" y="407"/>
                </a:lnTo>
                <a:lnTo>
                  <a:pt x="187" y="406"/>
                </a:lnTo>
                <a:lnTo>
                  <a:pt x="179" y="404"/>
                </a:lnTo>
                <a:lnTo>
                  <a:pt x="172" y="402"/>
                </a:lnTo>
                <a:lnTo>
                  <a:pt x="164" y="399"/>
                </a:lnTo>
                <a:lnTo>
                  <a:pt x="157" y="397"/>
                </a:lnTo>
                <a:lnTo>
                  <a:pt x="149" y="394"/>
                </a:lnTo>
                <a:lnTo>
                  <a:pt x="142" y="391"/>
                </a:lnTo>
                <a:lnTo>
                  <a:pt x="135" y="388"/>
                </a:lnTo>
                <a:lnTo>
                  <a:pt x="128" y="385"/>
                </a:lnTo>
                <a:lnTo>
                  <a:pt x="121" y="382"/>
                </a:lnTo>
                <a:lnTo>
                  <a:pt x="114" y="378"/>
                </a:lnTo>
                <a:lnTo>
                  <a:pt x="107" y="374"/>
                </a:lnTo>
                <a:lnTo>
                  <a:pt x="101" y="371"/>
                </a:lnTo>
                <a:lnTo>
                  <a:pt x="95" y="367"/>
                </a:lnTo>
                <a:lnTo>
                  <a:pt x="89" y="362"/>
                </a:lnTo>
                <a:lnTo>
                  <a:pt x="83" y="358"/>
                </a:lnTo>
                <a:lnTo>
                  <a:pt x="77" y="353"/>
                </a:lnTo>
                <a:lnTo>
                  <a:pt x="71" y="349"/>
                </a:lnTo>
                <a:lnTo>
                  <a:pt x="66" y="344"/>
                </a:lnTo>
                <a:lnTo>
                  <a:pt x="60" y="339"/>
                </a:lnTo>
                <a:lnTo>
                  <a:pt x="55" y="334"/>
                </a:lnTo>
                <a:lnTo>
                  <a:pt x="51" y="329"/>
                </a:lnTo>
                <a:lnTo>
                  <a:pt x="45" y="323"/>
                </a:lnTo>
                <a:lnTo>
                  <a:pt x="40" y="318"/>
                </a:lnTo>
                <a:lnTo>
                  <a:pt x="36" y="313"/>
                </a:lnTo>
                <a:lnTo>
                  <a:pt x="32" y="307"/>
                </a:lnTo>
                <a:lnTo>
                  <a:pt x="28" y="301"/>
                </a:lnTo>
                <a:lnTo>
                  <a:pt x="25" y="295"/>
                </a:lnTo>
                <a:lnTo>
                  <a:pt x="22" y="288"/>
                </a:lnTo>
                <a:lnTo>
                  <a:pt x="18" y="282"/>
                </a:lnTo>
                <a:lnTo>
                  <a:pt x="16" y="276"/>
                </a:lnTo>
                <a:lnTo>
                  <a:pt x="13" y="270"/>
                </a:lnTo>
                <a:lnTo>
                  <a:pt x="11" y="264"/>
                </a:lnTo>
                <a:lnTo>
                  <a:pt x="8" y="258"/>
                </a:lnTo>
                <a:lnTo>
                  <a:pt x="7" y="251"/>
                </a:lnTo>
                <a:lnTo>
                  <a:pt x="5" y="245"/>
                </a:lnTo>
                <a:lnTo>
                  <a:pt x="4" y="239"/>
                </a:lnTo>
                <a:lnTo>
                  <a:pt x="2" y="232"/>
                </a:lnTo>
                <a:lnTo>
                  <a:pt x="2" y="226"/>
                </a:lnTo>
                <a:lnTo>
                  <a:pt x="1" y="219"/>
                </a:lnTo>
                <a:lnTo>
                  <a:pt x="0" y="213"/>
                </a:lnTo>
                <a:lnTo>
                  <a:pt x="0" y="206"/>
                </a:lnTo>
                <a:lnTo>
                  <a:pt x="0" y="200"/>
                </a:lnTo>
                <a:lnTo>
                  <a:pt x="1" y="193"/>
                </a:lnTo>
                <a:lnTo>
                  <a:pt x="2" y="187"/>
                </a:lnTo>
                <a:lnTo>
                  <a:pt x="2" y="181"/>
                </a:lnTo>
                <a:lnTo>
                  <a:pt x="4" y="174"/>
                </a:lnTo>
                <a:lnTo>
                  <a:pt x="5" y="168"/>
                </a:lnTo>
                <a:lnTo>
                  <a:pt x="7" y="161"/>
                </a:lnTo>
                <a:lnTo>
                  <a:pt x="8" y="155"/>
                </a:lnTo>
                <a:lnTo>
                  <a:pt x="11" y="149"/>
                </a:lnTo>
                <a:lnTo>
                  <a:pt x="13" y="143"/>
                </a:lnTo>
                <a:lnTo>
                  <a:pt x="16" y="136"/>
                </a:lnTo>
                <a:lnTo>
                  <a:pt x="18" y="130"/>
                </a:lnTo>
                <a:lnTo>
                  <a:pt x="22" y="124"/>
                </a:lnTo>
                <a:lnTo>
                  <a:pt x="25" y="118"/>
                </a:lnTo>
                <a:lnTo>
                  <a:pt x="28" y="113"/>
                </a:lnTo>
                <a:lnTo>
                  <a:pt x="32" y="107"/>
                </a:lnTo>
                <a:lnTo>
                  <a:pt x="36" y="101"/>
                </a:lnTo>
                <a:lnTo>
                  <a:pt x="40" y="96"/>
                </a:lnTo>
                <a:lnTo>
                  <a:pt x="45" y="90"/>
                </a:lnTo>
                <a:lnTo>
                  <a:pt x="51" y="85"/>
                </a:lnTo>
                <a:lnTo>
                  <a:pt x="55" y="80"/>
                </a:lnTo>
                <a:lnTo>
                  <a:pt x="60" y="75"/>
                </a:lnTo>
                <a:lnTo>
                  <a:pt x="66" y="70"/>
                </a:lnTo>
                <a:lnTo>
                  <a:pt x="71" y="65"/>
                </a:lnTo>
                <a:lnTo>
                  <a:pt x="77" y="60"/>
                </a:lnTo>
                <a:lnTo>
                  <a:pt x="83" y="56"/>
                </a:lnTo>
                <a:lnTo>
                  <a:pt x="89" y="51"/>
                </a:lnTo>
                <a:lnTo>
                  <a:pt x="95" y="47"/>
                </a:lnTo>
                <a:lnTo>
                  <a:pt x="101" y="43"/>
                </a:lnTo>
                <a:lnTo>
                  <a:pt x="107" y="39"/>
                </a:lnTo>
                <a:lnTo>
                  <a:pt x="114" y="36"/>
                </a:lnTo>
                <a:lnTo>
                  <a:pt x="121" y="32"/>
                </a:lnTo>
                <a:lnTo>
                  <a:pt x="128" y="29"/>
                </a:lnTo>
                <a:lnTo>
                  <a:pt x="135" y="25"/>
                </a:lnTo>
                <a:lnTo>
                  <a:pt x="142" y="22"/>
                </a:lnTo>
                <a:lnTo>
                  <a:pt x="149" y="20"/>
                </a:lnTo>
                <a:lnTo>
                  <a:pt x="157" y="17"/>
                </a:lnTo>
                <a:lnTo>
                  <a:pt x="164" y="14"/>
                </a:lnTo>
                <a:lnTo>
                  <a:pt x="172" y="12"/>
                </a:lnTo>
                <a:lnTo>
                  <a:pt x="179" y="10"/>
                </a:lnTo>
                <a:lnTo>
                  <a:pt x="187" y="8"/>
                </a:lnTo>
                <a:lnTo>
                  <a:pt x="195" y="6"/>
                </a:lnTo>
                <a:lnTo>
                  <a:pt x="203" y="5"/>
                </a:lnTo>
                <a:lnTo>
                  <a:pt x="211" y="4"/>
                </a:lnTo>
                <a:lnTo>
                  <a:pt x="219" y="2"/>
                </a:lnTo>
                <a:lnTo>
                  <a:pt x="227" y="2"/>
                </a:lnTo>
                <a:lnTo>
                  <a:pt x="235" y="1"/>
                </a:lnTo>
                <a:lnTo>
                  <a:pt x="243" y="0"/>
                </a:lnTo>
                <a:lnTo>
                  <a:pt x="251" y="0"/>
                </a:lnTo>
                <a:lnTo>
                  <a:pt x="259" y="0"/>
                </a:lnTo>
                <a:lnTo>
                  <a:pt x="267" y="0"/>
                </a:lnTo>
                <a:lnTo>
                  <a:pt x="275" y="0"/>
                </a:lnTo>
                <a:lnTo>
                  <a:pt x="283" y="1"/>
                </a:lnTo>
                <a:lnTo>
                  <a:pt x="291" y="2"/>
                </a:lnTo>
                <a:lnTo>
                  <a:pt x="299" y="2"/>
                </a:lnTo>
                <a:lnTo>
                  <a:pt x="307" y="4"/>
                </a:lnTo>
                <a:lnTo>
                  <a:pt x="315" y="5"/>
                </a:lnTo>
                <a:lnTo>
                  <a:pt x="323" y="6"/>
                </a:lnTo>
                <a:lnTo>
                  <a:pt x="331" y="8"/>
                </a:lnTo>
                <a:lnTo>
                  <a:pt x="338" y="10"/>
                </a:lnTo>
                <a:lnTo>
                  <a:pt x="346" y="12"/>
                </a:lnTo>
                <a:lnTo>
                  <a:pt x="354" y="14"/>
                </a:lnTo>
                <a:lnTo>
                  <a:pt x="361" y="17"/>
                </a:lnTo>
                <a:lnTo>
                  <a:pt x="368" y="20"/>
                </a:lnTo>
                <a:lnTo>
                  <a:pt x="376" y="22"/>
                </a:lnTo>
                <a:lnTo>
                  <a:pt x="383" y="25"/>
                </a:lnTo>
                <a:lnTo>
                  <a:pt x="390" y="29"/>
                </a:lnTo>
                <a:lnTo>
                  <a:pt x="397" y="32"/>
                </a:lnTo>
                <a:lnTo>
                  <a:pt x="404" y="36"/>
                </a:lnTo>
                <a:lnTo>
                  <a:pt x="410" y="39"/>
                </a:lnTo>
                <a:lnTo>
                  <a:pt x="417" y="43"/>
                </a:lnTo>
                <a:lnTo>
                  <a:pt x="423" y="47"/>
                </a:lnTo>
                <a:lnTo>
                  <a:pt x="429" y="51"/>
                </a:lnTo>
                <a:lnTo>
                  <a:pt x="435" y="56"/>
                </a:lnTo>
                <a:lnTo>
                  <a:pt x="441" y="60"/>
                </a:lnTo>
                <a:lnTo>
                  <a:pt x="446" y="65"/>
                </a:lnTo>
                <a:lnTo>
                  <a:pt x="452" y="70"/>
                </a:lnTo>
                <a:lnTo>
                  <a:pt x="457" y="75"/>
                </a:lnTo>
                <a:lnTo>
                  <a:pt x="462" y="80"/>
                </a:lnTo>
                <a:lnTo>
                  <a:pt x="467" y="85"/>
                </a:lnTo>
                <a:lnTo>
                  <a:pt x="472" y="90"/>
                </a:lnTo>
                <a:lnTo>
                  <a:pt x="476" y="96"/>
                </a:lnTo>
                <a:lnTo>
                  <a:pt x="480" y="101"/>
                </a:lnTo>
                <a:lnTo>
                  <a:pt x="484" y="107"/>
                </a:lnTo>
                <a:lnTo>
                  <a:pt x="488" y="113"/>
                </a:lnTo>
                <a:lnTo>
                  <a:pt x="492" y="118"/>
                </a:lnTo>
                <a:lnTo>
                  <a:pt x="495" y="124"/>
                </a:lnTo>
                <a:lnTo>
                  <a:pt x="498" y="130"/>
                </a:lnTo>
                <a:lnTo>
                  <a:pt x="501" y="136"/>
                </a:lnTo>
                <a:lnTo>
                  <a:pt x="504" y="143"/>
                </a:lnTo>
                <a:lnTo>
                  <a:pt x="506" y="149"/>
                </a:lnTo>
                <a:lnTo>
                  <a:pt x="508" y="155"/>
                </a:lnTo>
                <a:lnTo>
                  <a:pt x="510" y="161"/>
                </a:lnTo>
                <a:lnTo>
                  <a:pt x="512" y="168"/>
                </a:lnTo>
                <a:lnTo>
                  <a:pt x="513" y="174"/>
                </a:lnTo>
                <a:lnTo>
                  <a:pt x="514" y="181"/>
                </a:lnTo>
                <a:lnTo>
                  <a:pt x="515" y="187"/>
                </a:lnTo>
                <a:lnTo>
                  <a:pt x="516" y="193"/>
                </a:lnTo>
                <a:lnTo>
                  <a:pt x="516" y="200"/>
                </a:lnTo>
                <a:lnTo>
                  <a:pt x="516" y="206"/>
                </a:lnTo>
                <a:close/>
              </a:path>
            </a:pathLst>
          </a:custGeom>
          <a:solidFill>
            <a:srgbClr val="ffde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1" name=""/>
          <p:cNvSpPr/>
          <p:nvPr/>
        </p:nvSpPr>
        <p:spPr>
          <a:xfrm>
            <a:off x="4885200" y="1752840"/>
            <a:ext cx="187560" cy="150480"/>
          </a:xfrm>
          <a:custGeom>
            <a:avLst/>
            <a:gdLst/>
            <a:ahLst/>
            <a:rect l="0" t="0" r="r" b="b"/>
            <a:pathLst>
              <a:path w="521" h="418">
                <a:moveTo>
                  <a:pt x="518" y="208"/>
                </a:moveTo>
                <a:lnTo>
                  <a:pt x="518" y="202"/>
                </a:lnTo>
                <a:lnTo>
                  <a:pt x="518" y="195"/>
                </a:lnTo>
                <a:lnTo>
                  <a:pt x="517" y="189"/>
                </a:lnTo>
                <a:lnTo>
                  <a:pt x="516" y="183"/>
                </a:lnTo>
                <a:lnTo>
                  <a:pt x="515" y="176"/>
                </a:lnTo>
                <a:lnTo>
                  <a:pt x="514" y="170"/>
                </a:lnTo>
                <a:lnTo>
                  <a:pt x="512" y="163"/>
                </a:lnTo>
                <a:lnTo>
                  <a:pt x="510" y="157"/>
                </a:lnTo>
                <a:lnTo>
                  <a:pt x="508" y="151"/>
                </a:lnTo>
                <a:lnTo>
                  <a:pt x="506" y="145"/>
                </a:lnTo>
                <a:lnTo>
                  <a:pt x="503" y="138"/>
                </a:lnTo>
                <a:lnTo>
                  <a:pt x="500" y="132"/>
                </a:lnTo>
                <a:lnTo>
                  <a:pt x="497" y="126"/>
                </a:lnTo>
                <a:lnTo>
                  <a:pt x="494" y="120"/>
                </a:lnTo>
                <a:lnTo>
                  <a:pt x="490" y="115"/>
                </a:lnTo>
                <a:lnTo>
                  <a:pt x="486" y="109"/>
                </a:lnTo>
                <a:lnTo>
                  <a:pt x="482" y="103"/>
                </a:lnTo>
                <a:lnTo>
                  <a:pt x="478" y="98"/>
                </a:lnTo>
                <a:lnTo>
                  <a:pt x="474" y="92"/>
                </a:lnTo>
                <a:lnTo>
                  <a:pt x="469" y="87"/>
                </a:lnTo>
                <a:lnTo>
                  <a:pt x="464" y="82"/>
                </a:lnTo>
                <a:lnTo>
                  <a:pt x="459" y="77"/>
                </a:lnTo>
                <a:lnTo>
                  <a:pt x="454" y="72"/>
                </a:lnTo>
                <a:lnTo>
                  <a:pt x="448" y="67"/>
                </a:lnTo>
                <a:lnTo>
                  <a:pt x="443" y="62"/>
                </a:lnTo>
                <a:lnTo>
                  <a:pt x="437" y="58"/>
                </a:lnTo>
                <a:lnTo>
                  <a:pt x="431" y="53"/>
                </a:lnTo>
                <a:lnTo>
                  <a:pt x="425" y="49"/>
                </a:lnTo>
                <a:lnTo>
                  <a:pt x="419" y="45"/>
                </a:lnTo>
                <a:lnTo>
                  <a:pt x="412" y="41"/>
                </a:lnTo>
                <a:lnTo>
                  <a:pt x="406" y="38"/>
                </a:lnTo>
                <a:lnTo>
                  <a:pt x="399" y="34"/>
                </a:lnTo>
                <a:lnTo>
                  <a:pt x="392" y="31"/>
                </a:lnTo>
                <a:lnTo>
                  <a:pt x="385" y="27"/>
                </a:lnTo>
                <a:lnTo>
                  <a:pt x="378" y="24"/>
                </a:lnTo>
                <a:lnTo>
                  <a:pt x="370" y="22"/>
                </a:lnTo>
                <a:lnTo>
                  <a:pt x="363" y="19"/>
                </a:lnTo>
                <a:lnTo>
                  <a:pt x="356" y="16"/>
                </a:lnTo>
                <a:lnTo>
                  <a:pt x="348" y="14"/>
                </a:lnTo>
                <a:lnTo>
                  <a:pt x="340" y="12"/>
                </a:lnTo>
                <a:lnTo>
                  <a:pt x="333" y="10"/>
                </a:lnTo>
                <a:lnTo>
                  <a:pt x="325" y="8"/>
                </a:lnTo>
                <a:lnTo>
                  <a:pt x="317" y="7"/>
                </a:lnTo>
                <a:lnTo>
                  <a:pt x="309" y="6"/>
                </a:lnTo>
                <a:lnTo>
                  <a:pt x="301" y="4"/>
                </a:lnTo>
                <a:lnTo>
                  <a:pt x="293" y="4"/>
                </a:lnTo>
                <a:lnTo>
                  <a:pt x="285" y="3"/>
                </a:lnTo>
                <a:lnTo>
                  <a:pt x="277" y="2"/>
                </a:lnTo>
                <a:lnTo>
                  <a:pt x="269" y="2"/>
                </a:lnTo>
                <a:lnTo>
                  <a:pt x="261" y="2"/>
                </a:lnTo>
                <a:lnTo>
                  <a:pt x="253" y="2"/>
                </a:lnTo>
                <a:lnTo>
                  <a:pt x="245" y="2"/>
                </a:lnTo>
                <a:lnTo>
                  <a:pt x="237" y="3"/>
                </a:lnTo>
                <a:lnTo>
                  <a:pt x="229" y="4"/>
                </a:lnTo>
                <a:lnTo>
                  <a:pt x="221" y="4"/>
                </a:lnTo>
                <a:lnTo>
                  <a:pt x="213" y="6"/>
                </a:lnTo>
                <a:lnTo>
                  <a:pt x="205" y="7"/>
                </a:lnTo>
                <a:lnTo>
                  <a:pt x="197" y="8"/>
                </a:lnTo>
                <a:lnTo>
                  <a:pt x="189" y="10"/>
                </a:lnTo>
                <a:lnTo>
                  <a:pt x="180" y="12"/>
                </a:lnTo>
                <a:lnTo>
                  <a:pt x="173" y="14"/>
                </a:lnTo>
                <a:lnTo>
                  <a:pt x="165" y="16"/>
                </a:lnTo>
                <a:lnTo>
                  <a:pt x="158" y="19"/>
                </a:lnTo>
                <a:lnTo>
                  <a:pt x="150" y="22"/>
                </a:lnTo>
                <a:lnTo>
                  <a:pt x="143" y="24"/>
                </a:lnTo>
                <a:lnTo>
                  <a:pt x="136" y="27"/>
                </a:lnTo>
                <a:lnTo>
                  <a:pt x="129" y="31"/>
                </a:lnTo>
                <a:lnTo>
                  <a:pt x="122" y="34"/>
                </a:lnTo>
                <a:lnTo>
                  <a:pt x="115" y="38"/>
                </a:lnTo>
                <a:lnTo>
                  <a:pt x="108" y="41"/>
                </a:lnTo>
                <a:lnTo>
                  <a:pt x="102" y="45"/>
                </a:lnTo>
                <a:lnTo>
                  <a:pt x="96" y="49"/>
                </a:lnTo>
                <a:lnTo>
                  <a:pt x="90" y="53"/>
                </a:lnTo>
                <a:lnTo>
                  <a:pt x="84" y="58"/>
                </a:lnTo>
                <a:lnTo>
                  <a:pt x="78" y="62"/>
                </a:lnTo>
                <a:lnTo>
                  <a:pt x="72" y="67"/>
                </a:lnTo>
                <a:lnTo>
                  <a:pt x="67" y="72"/>
                </a:lnTo>
                <a:lnTo>
                  <a:pt x="61" y="77"/>
                </a:lnTo>
                <a:lnTo>
                  <a:pt x="56" y="82"/>
                </a:lnTo>
                <a:lnTo>
                  <a:pt x="52" y="87"/>
                </a:lnTo>
                <a:lnTo>
                  <a:pt x="47" y="92"/>
                </a:lnTo>
                <a:lnTo>
                  <a:pt x="42" y="98"/>
                </a:lnTo>
                <a:lnTo>
                  <a:pt x="38" y="103"/>
                </a:lnTo>
                <a:lnTo>
                  <a:pt x="34" y="109"/>
                </a:lnTo>
                <a:lnTo>
                  <a:pt x="30" y="115"/>
                </a:lnTo>
                <a:lnTo>
                  <a:pt x="27" y="120"/>
                </a:lnTo>
                <a:lnTo>
                  <a:pt x="24" y="126"/>
                </a:lnTo>
                <a:lnTo>
                  <a:pt x="20" y="132"/>
                </a:lnTo>
                <a:lnTo>
                  <a:pt x="18" y="138"/>
                </a:lnTo>
                <a:lnTo>
                  <a:pt x="15" y="145"/>
                </a:lnTo>
                <a:lnTo>
                  <a:pt x="13" y="151"/>
                </a:lnTo>
                <a:lnTo>
                  <a:pt x="10" y="157"/>
                </a:lnTo>
                <a:lnTo>
                  <a:pt x="9" y="163"/>
                </a:lnTo>
                <a:lnTo>
                  <a:pt x="7" y="170"/>
                </a:lnTo>
                <a:lnTo>
                  <a:pt x="6" y="176"/>
                </a:lnTo>
                <a:lnTo>
                  <a:pt x="4" y="183"/>
                </a:lnTo>
                <a:lnTo>
                  <a:pt x="4" y="189"/>
                </a:lnTo>
                <a:lnTo>
                  <a:pt x="3" y="195"/>
                </a:lnTo>
                <a:lnTo>
                  <a:pt x="2" y="202"/>
                </a:lnTo>
                <a:lnTo>
                  <a:pt x="2" y="208"/>
                </a:lnTo>
                <a:lnTo>
                  <a:pt x="2" y="215"/>
                </a:lnTo>
                <a:lnTo>
                  <a:pt x="3" y="221"/>
                </a:lnTo>
                <a:lnTo>
                  <a:pt x="4" y="228"/>
                </a:lnTo>
                <a:lnTo>
                  <a:pt x="4" y="234"/>
                </a:lnTo>
                <a:lnTo>
                  <a:pt x="6" y="241"/>
                </a:lnTo>
                <a:lnTo>
                  <a:pt x="7" y="247"/>
                </a:lnTo>
                <a:lnTo>
                  <a:pt x="9" y="253"/>
                </a:lnTo>
                <a:lnTo>
                  <a:pt x="10" y="260"/>
                </a:lnTo>
                <a:lnTo>
                  <a:pt x="13" y="266"/>
                </a:lnTo>
                <a:lnTo>
                  <a:pt x="15" y="272"/>
                </a:lnTo>
                <a:lnTo>
                  <a:pt x="18" y="278"/>
                </a:lnTo>
                <a:lnTo>
                  <a:pt x="20" y="284"/>
                </a:lnTo>
                <a:lnTo>
                  <a:pt x="24" y="290"/>
                </a:lnTo>
                <a:lnTo>
                  <a:pt x="27" y="296"/>
                </a:lnTo>
                <a:lnTo>
                  <a:pt x="30" y="302"/>
                </a:lnTo>
                <a:lnTo>
                  <a:pt x="34" y="308"/>
                </a:lnTo>
                <a:lnTo>
                  <a:pt x="38" y="314"/>
                </a:lnTo>
                <a:lnTo>
                  <a:pt x="42" y="319"/>
                </a:lnTo>
                <a:lnTo>
                  <a:pt x="47" y="324"/>
                </a:lnTo>
                <a:lnTo>
                  <a:pt x="52" y="330"/>
                </a:lnTo>
                <a:lnTo>
                  <a:pt x="56" y="336"/>
                </a:lnTo>
                <a:lnTo>
                  <a:pt x="61" y="341"/>
                </a:lnTo>
                <a:lnTo>
                  <a:pt x="67" y="346"/>
                </a:lnTo>
                <a:lnTo>
                  <a:pt x="72" y="351"/>
                </a:lnTo>
                <a:lnTo>
                  <a:pt x="78" y="355"/>
                </a:lnTo>
                <a:lnTo>
                  <a:pt x="84" y="360"/>
                </a:lnTo>
                <a:lnTo>
                  <a:pt x="90" y="364"/>
                </a:lnTo>
                <a:lnTo>
                  <a:pt x="96" y="369"/>
                </a:lnTo>
                <a:lnTo>
                  <a:pt x="102" y="373"/>
                </a:lnTo>
                <a:lnTo>
                  <a:pt x="108" y="376"/>
                </a:lnTo>
                <a:lnTo>
                  <a:pt x="115" y="380"/>
                </a:lnTo>
                <a:lnTo>
                  <a:pt x="122" y="384"/>
                </a:lnTo>
                <a:lnTo>
                  <a:pt x="129" y="387"/>
                </a:lnTo>
                <a:lnTo>
                  <a:pt x="136" y="390"/>
                </a:lnTo>
                <a:lnTo>
                  <a:pt x="143" y="393"/>
                </a:lnTo>
                <a:lnTo>
                  <a:pt x="150" y="396"/>
                </a:lnTo>
                <a:lnTo>
                  <a:pt x="158" y="399"/>
                </a:lnTo>
                <a:lnTo>
                  <a:pt x="165" y="401"/>
                </a:lnTo>
                <a:lnTo>
                  <a:pt x="173" y="404"/>
                </a:lnTo>
                <a:lnTo>
                  <a:pt x="180" y="406"/>
                </a:lnTo>
                <a:lnTo>
                  <a:pt x="189" y="408"/>
                </a:lnTo>
                <a:lnTo>
                  <a:pt x="197" y="409"/>
                </a:lnTo>
                <a:lnTo>
                  <a:pt x="205" y="411"/>
                </a:lnTo>
                <a:lnTo>
                  <a:pt x="213" y="412"/>
                </a:lnTo>
                <a:lnTo>
                  <a:pt x="221" y="413"/>
                </a:lnTo>
                <a:lnTo>
                  <a:pt x="229" y="414"/>
                </a:lnTo>
                <a:lnTo>
                  <a:pt x="237" y="415"/>
                </a:lnTo>
                <a:lnTo>
                  <a:pt x="245" y="415"/>
                </a:lnTo>
                <a:lnTo>
                  <a:pt x="253" y="416"/>
                </a:lnTo>
                <a:lnTo>
                  <a:pt x="261" y="416"/>
                </a:lnTo>
                <a:lnTo>
                  <a:pt x="269" y="416"/>
                </a:lnTo>
                <a:lnTo>
                  <a:pt x="277" y="415"/>
                </a:lnTo>
                <a:lnTo>
                  <a:pt x="285" y="415"/>
                </a:lnTo>
                <a:lnTo>
                  <a:pt x="293" y="414"/>
                </a:lnTo>
                <a:lnTo>
                  <a:pt x="301" y="413"/>
                </a:lnTo>
                <a:lnTo>
                  <a:pt x="309" y="412"/>
                </a:lnTo>
                <a:lnTo>
                  <a:pt x="317" y="411"/>
                </a:lnTo>
                <a:lnTo>
                  <a:pt x="325" y="409"/>
                </a:lnTo>
                <a:lnTo>
                  <a:pt x="333" y="408"/>
                </a:lnTo>
                <a:lnTo>
                  <a:pt x="340" y="406"/>
                </a:lnTo>
                <a:lnTo>
                  <a:pt x="348" y="404"/>
                </a:lnTo>
                <a:lnTo>
                  <a:pt x="356" y="401"/>
                </a:lnTo>
                <a:lnTo>
                  <a:pt x="363" y="399"/>
                </a:lnTo>
                <a:lnTo>
                  <a:pt x="370" y="396"/>
                </a:lnTo>
                <a:lnTo>
                  <a:pt x="378" y="393"/>
                </a:lnTo>
                <a:lnTo>
                  <a:pt x="385" y="390"/>
                </a:lnTo>
                <a:lnTo>
                  <a:pt x="392" y="387"/>
                </a:lnTo>
                <a:lnTo>
                  <a:pt x="399" y="384"/>
                </a:lnTo>
                <a:lnTo>
                  <a:pt x="406" y="380"/>
                </a:lnTo>
                <a:lnTo>
                  <a:pt x="412" y="376"/>
                </a:lnTo>
                <a:lnTo>
                  <a:pt x="419" y="373"/>
                </a:lnTo>
                <a:lnTo>
                  <a:pt x="425" y="369"/>
                </a:lnTo>
                <a:lnTo>
                  <a:pt x="431" y="364"/>
                </a:lnTo>
                <a:lnTo>
                  <a:pt x="437" y="360"/>
                </a:lnTo>
                <a:lnTo>
                  <a:pt x="443" y="355"/>
                </a:lnTo>
                <a:lnTo>
                  <a:pt x="448" y="351"/>
                </a:lnTo>
                <a:lnTo>
                  <a:pt x="454" y="346"/>
                </a:lnTo>
                <a:lnTo>
                  <a:pt x="459" y="341"/>
                </a:lnTo>
                <a:lnTo>
                  <a:pt x="464" y="336"/>
                </a:lnTo>
                <a:lnTo>
                  <a:pt x="469" y="330"/>
                </a:lnTo>
                <a:lnTo>
                  <a:pt x="474" y="324"/>
                </a:lnTo>
                <a:lnTo>
                  <a:pt x="478" y="319"/>
                </a:lnTo>
                <a:lnTo>
                  <a:pt x="482" y="314"/>
                </a:lnTo>
                <a:lnTo>
                  <a:pt x="486" y="308"/>
                </a:lnTo>
                <a:lnTo>
                  <a:pt x="490" y="302"/>
                </a:lnTo>
                <a:lnTo>
                  <a:pt x="494" y="296"/>
                </a:lnTo>
                <a:lnTo>
                  <a:pt x="497" y="290"/>
                </a:lnTo>
                <a:lnTo>
                  <a:pt x="500" y="284"/>
                </a:lnTo>
                <a:lnTo>
                  <a:pt x="503" y="278"/>
                </a:lnTo>
                <a:lnTo>
                  <a:pt x="506" y="272"/>
                </a:lnTo>
                <a:lnTo>
                  <a:pt x="508" y="266"/>
                </a:lnTo>
                <a:lnTo>
                  <a:pt x="510" y="260"/>
                </a:lnTo>
                <a:lnTo>
                  <a:pt x="512" y="253"/>
                </a:lnTo>
                <a:lnTo>
                  <a:pt x="514" y="247"/>
                </a:lnTo>
                <a:lnTo>
                  <a:pt x="515" y="241"/>
                </a:lnTo>
                <a:lnTo>
                  <a:pt x="516" y="234"/>
                </a:lnTo>
                <a:lnTo>
                  <a:pt x="517" y="228"/>
                </a:lnTo>
                <a:lnTo>
                  <a:pt x="518" y="221"/>
                </a:lnTo>
                <a:lnTo>
                  <a:pt x="518" y="215"/>
                </a:lnTo>
                <a:lnTo>
                  <a:pt x="518" y="208"/>
                </a:lnTo>
                <a:moveTo>
                  <a:pt x="521" y="208"/>
                </a:moveTo>
                <a:lnTo>
                  <a:pt x="520" y="215"/>
                </a:lnTo>
                <a:lnTo>
                  <a:pt x="520" y="221"/>
                </a:lnTo>
                <a:lnTo>
                  <a:pt x="519" y="228"/>
                </a:lnTo>
                <a:lnTo>
                  <a:pt x="518" y="234"/>
                </a:lnTo>
                <a:lnTo>
                  <a:pt x="517" y="241"/>
                </a:lnTo>
                <a:lnTo>
                  <a:pt x="516" y="247"/>
                </a:lnTo>
                <a:lnTo>
                  <a:pt x="514" y="254"/>
                </a:lnTo>
                <a:lnTo>
                  <a:pt x="512" y="260"/>
                </a:lnTo>
                <a:lnTo>
                  <a:pt x="510" y="267"/>
                </a:lnTo>
                <a:lnTo>
                  <a:pt x="508" y="273"/>
                </a:lnTo>
                <a:lnTo>
                  <a:pt x="505" y="279"/>
                </a:lnTo>
                <a:lnTo>
                  <a:pt x="502" y="285"/>
                </a:lnTo>
                <a:lnTo>
                  <a:pt x="499" y="291"/>
                </a:lnTo>
                <a:lnTo>
                  <a:pt x="496" y="297"/>
                </a:lnTo>
                <a:lnTo>
                  <a:pt x="492" y="303"/>
                </a:lnTo>
                <a:lnTo>
                  <a:pt x="488" y="309"/>
                </a:lnTo>
                <a:lnTo>
                  <a:pt x="484" y="314"/>
                </a:lnTo>
                <a:lnTo>
                  <a:pt x="480" y="320"/>
                </a:lnTo>
                <a:lnTo>
                  <a:pt x="476" y="325"/>
                </a:lnTo>
                <a:lnTo>
                  <a:pt x="471" y="332"/>
                </a:lnTo>
                <a:lnTo>
                  <a:pt x="466" y="337"/>
                </a:lnTo>
                <a:lnTo>
                  <a:pt x="461" y="342"/>
                </a:lnTo>
                <a:lnTo>
                  <a:pt x="456" y="347"/>
                </a:lnTo>
                <a:lnTo>
                  <a:pt x="450" y="352"/>
                </a:lnTo>
                <a:lnTo>
                  <a:pt x="444" y="357"/>
                </a:lnTo>
                <a:lnTo>
                  <a:pt x="439" y="361"/>
                </a:lnTo>
                <a:lnTo>
                  <a:pt x="433" y="366"/>
                </a:lnTo>
                <a:lnTo>
                  <a:pt x="426" y="370"/>
                </a:lnTo>
                <a:lnTo>
                  <a:pt x="420" y="374"/>
                </a:lnTo>
                <a:lnTo>
                  <a:pt x="413" y="378"/>
                </a:lnTo>
                <a:lnTo>
                  <a:pt x="407" y="382"/>
                </a:lnTo>
                <a:lnTo>
                  <a:pt x="400" y="385"/>
                </a:lnTo>
                <a:lnTo>
                  <a:pt x="393" y="389"/>
                </a:lnTo>
                <a:lnTo>
                  <a:pt x="386" y="392"/>
                </a:lnTo>
                <a:lnTo>
                  <a:pt x="379" y="395"/>
                </a:lnTo>
                <a:lnTo>
                  <a:pt x="371" y="398"/>
                </a:lnTo>
                <a:lnTo>
                  <a:pt x="364" y="401"/>
                </a:lnTo>
                <a:lnTo>
                  <a:pt x="356" y="403"/>
                </a:lnTo>
                <a:lnTo>
                  <a:pt x="349" y="405"/>
                </a:lnTo>
                <a:lnTo>
                  <a:pt x="341" y="408"/>
                </a:lnTo>
                <a:lnTo>
                  <a:pt x="333" y="409"/>
                </a:lnTo>
                <a:lnTo>
                  <a:pt x="325" y="411"/>
                </a:lnTo>
                <a:lnTo>
                  <a:pt x="317" y="413"/>
                </a:lnTo>
                <a:lnTo>
                  <a:pt x="309" y="414"/>
                </a:lnTo>
                <a:lnTo>
                  <a:pt x="301" y="415"/>
                </a:lnTo>
                <a:lnTo>
                  <a:pt x="293" y="416"/>
                </a:lnTo>
                <a:lnTo>
                  <a:pt x="285" y="417"/>
                </a:lnTo>
                <a:lnTo>
                  <a:pt x="277" y="417"/>
                </a:lnTo>
                <a:lnTo>
                  <a:pt x="269" y="418"/>
                </a:lnTo>
                <a:lnTo>
                  <a:pt x="261" y="418"/>
                </a:lnTo>
                <a:lnTo>
                  <a:pt x="253" y="418"/>
                </a:lnTo>
                <a:lnTo>
                  <a:pt x="244" y="417"/>
                </a:lnTo>
                <a:lnTo>
                  <a:pt x="236" y="417"/>
                </a:lnTo>
                <a:lnTo>
                  <a:pt x="228" y="416"/>
                </a:lnTo>
                <a:lnTo>
                  <a:pt x="220" y="415"/>
                </a:lnTo>
                <a:lnTo>
                  <a:pt x="212" y="414"/>
                </a:lnTo>
                <a:lnTo>
                  <a:pt x="204" y="413"/>
                </a:lnTo>
                <a:lnTo>
                  <a:pt x="196" y="411"/>
                </a:lnTo>
                <a:lnTo>
                  <a:pt x="188" y="409"/>
                </a:lnTo>
                <a:lnTo>
                  <a:pt x="180" y="408"/>
                </a:lnTo>
                <a:lnTo>
                  <a:pt x="172" y="405"/>
                </a:lnTo>
                <a:lnTo>
                  <a:pt x="164" y="403"/>
                </a:lnTo>
                <a:lnTo>
                  <a:pt x="157" y="401"/>
                </a:lnTo>
                <a:lnTo>
                  <a:pt x="149" y="398"/>
                </a:lnTo>
                <a:lnTo>
                  <a:pt x="142" y="395"/>
                </a:lnTo>
                <a:lnTo>
                  <a:pt x="135" y="392"/>
                </a:lnTo>
                <a:lnTo>
                  <a:pt x="128" y="389"/>
                </a:lnTo>
                <a:lnTo>
                  <a:pt x="121" y="385"/>
                </a:lnTo>
                <a:lnTo>
                  <a:pt x="114" y="382"/>
                </a:lnTo>
                <a:lnTo>
                  <a:pt x="107" y="378"/>
                </a:lnTo>
                <a:lnTo>
                  <a:pt x="101" y="374"/>
                </a:lnTo>
                <a:lnTo>
                  <a:pt x="94" y="370"/>
                </a:lnTo>
                <a:lnTo>
                  <a:pt x="88" y="366"/>
                </a:lnTo>
                <a:lnTo>
                  <a:pt x="82" y="361"/>
                </a:lnTo>
                <a:lnTo>
                  <a:pt x="76" y="357"/>
                </a:lnTo>
                <a:lnTo>
                  <a:pt x="70" y="352"/>
                </a:lnTo>
                <a:lnTo>
                  <a:pt x="65" y="347"/>
                </a:lnTo>
                <a:lnTo>
                  <a:pt x="60" y="342"/>
                </a:lnTo>
                <a:lnTo>
                  <a:pt x="55" y="337"/>
                </a:lnTo>
                <a:lnTo>
                  <a:pt x="50" y="332"/>
                </a:lnTo>
                <a:lnTo>
                  <a:pt x="45" y="325"/>
                </a:lnTo>
                <a:lnTo>
                  <a:pt x="40" y="320"/>
                </a:lnTo>
                <a:lnTo>
                  <a:pt x="36" y="314"/>
                </a:lnTo>
                <a:lnTo>
                  <a:pt x="32" y="309"/>
                </a:lnTo>
                <a:lnTo>
                  <a:pt x="28" y="303"/>
                </a:lnTo>
                <a:lnTo>
                  <a:pt x="25" y="297"/>
                </a:lnTo>
                <a:lnTo>
                  <a:pt x="21" y="291"/>
                </a:lnTo>
                <a:lnTo>
                  <a:pt x="18" y="285"/>
                </a:lnTo>
                <a:lnTo>
                  <a:pt x="15" y="279"/>
                </a:lnTo>
                <a:lnTo>
                  <a:pt x="13" y="273"/>
                </a:lnTo>
                <a:lnTo>
                  <a:pt x="10" y="267"/>
                </a:lnTo>
                <a:lnTo>
                  <a:pt x="8" y="260"/>
                </a:lnTo>
                <a:lnTo>
                  <a:pt x="6" y="254"/>
                </a:lnTo>
                <a:lnTo>
                  <a:pt x="5" y="247"/>
                </a:lnTo>
                <a:lnTo>
                  <a:pt x="3" y="241"/>
                </a:lnTo>
                <a:lnTo>
                  <a:pt x="2" y="234"/>
                </a:lnTo>
                <a:lnTo>
                  <a:pt x="1" y="228"/>
                </a:lnTo>
                <a:lnTo>
                  <a:pt x="1" y="221"/>
                </a:lnTo>
                <a:lnTo>
                  <a:pt x="0" y="215"/>
                </a:lnTo>
                <a:lnTo>
                  <a:pt x="0" y="208"/>
                </a:lnTo>
                <a:lnTo>
                  <a:pt x="0" y="202"/>
                </a:lnTo>
                <a:lnTo>
                  <a:pt x="1" y="195"/>
                </a:lnTo>
                <a:lnTo>
                  <a:pt x="1" y="189"/>
                </a:lnTo>
                <a:lnTo>
                  <a:pt x="2" y="182"/>
                </a:lnTo>
                <a:lnTo>
                  <a:pt x="3" y="176"/>
                </a:lnTo>
                <a:lnTo>
                  <a:pt x="5" y="169"/>
                </a:lnTo>
                <a:lnTo>
                  <a:pt x="6" y="163"/>
                </a:lnTo>
                <a:lnTo>
                  <a:pt x="8" y="157"/>
                </a:lnTo>
                <a:lnTo>
                  <a:pt x="10" y="150"/>
                </a:lnTo>
                <a:lnTo>
                  <a:pt x="13" y="144"/>
                </a:lnTo>
                <a:lnTo>
                  <a:pt x="15" y="138"/>
                </a:lnTo>
                <a:lnTo>
                  <a:pt x="18" y="132"/>
                </a:lnTo>
                <a:lnTo>
                  <a:pt x="21" y="126"/>
                </a:lnTo>
                <a:lnTo>
                  <a:pt x="25" y="120"/>
                </a:lnTo>
                <a:lnTo>
                  <a:pt x="28" y="114"/>
                </a:lnTo>
                <a:lnTo>
                  <a:pt x="32" y="108"/>
                </a:lnTo>
                <a:lnTo>
                  <a:pt x="36" y="102"/>
                </a:lnTo>
                <a:lnTo>
                  <a:pt x="40" y="97"/>
                </a:lnTo>
                <a:lnTo>
                  <a:pt x="45" y="91"/>
                </a:lnTo>
                <a:lnTo>
                  <a:pt x="50" y="86"/>
                </a:lnTo>
                <a:lnTo>
                  <a:pt x="55" y="81"/>
                </a:lnTo>
                <a:lnTo>
                  <a:pt x="60" y="76"/>
                </a:lnTo>
                <a:lnTo>
                  <a:pt x="65" y="71"/>
                </a:lnTo>
                <a:lnTo>
                  <a:pt x="70" y="66"/>
                </a:lnTo>
                <a:lnTo>
                  <a:pt x="76" y="61"/>
                </a:lnTo>
                <a:lnTo>
                  <a:pt x="82" y="57"/>
                </a:lnTo>
                <a:lnTo>
                  <a:pt x="88" y="52"/>
                </a:lnTo>
                <a:lnTo>
                  <a:pt x="94" y="48"/>
                </a:lnTo>
                <a:lnTo>
                  <a:pt x="101" y="44"/>
                </a:lnTo>
                <a:lnTo>
                  <a:pt x="107" y="40"/>
                </a:lnTo>
                <a:lnTo>
                  <a:pt x="114" y="36"/>
                </a:lnTo>
                <a:lnTo>
                  <a:pt x="121" y="32"/>
                </a:lnTo>
                <a:lnTo>
                  <a:pt x="128" y="29"/>
                </a:lnTo>
                <a:lnTo>
                  <a:pt x="135" y="26"/>
                </a:lnTo>
                <a:lnTo>
                  <a:pt x="142" y="23"/>
                </a:lnTo>
                <a:lnTo>
                  <a:pt x="149" y="20"/>
                </a:lnTo>
                <a:lnTo>
                  <a:pt x="157" y="17"/>
                </a:lnTo>
                <a:lnTo>
                  <a:pt x="164" y="15"/>
                </a:lnTo>
                <a:lnTo>
                  <a:pt x="172" y="12"/>
                </a:lnTo>
                <a:lnTo>
                  <a:pt x="180" y="10"/>
                </a:lnTo>
                <a:lnTo>
                  <a:pt x="188" y="8"/>
                </a:lnTo>
                <a:lnTo>
                  <a:pt x="196" y="7"/>
                </a:lnTo>
                <a:lnTo>
                  <a:pt x="204" y="5"/>
                </a:lnTo>
                <a:lnTo>
                  <a:pt x="212" y="4"/>
                </a:lnTo>
                <a:lnTo>
                  <a:pt x="220" y="3"/>
                </a:lnTo>
                <a:lnTo>
                  <a:pt x="228" y="2"/>
                </a:lnTo>
                <a:lnTo>
                  <a:pt x="236" y="1"/>
                </a:lnTo>
                <a:lnTo>
                  <a:pt x="244" y="0"/>
                </a:lnTo>
                <a:lnTo>
                  <a:pt x="253" y="0"/>
                </a:lnTo>
                <a:lnTo>
                  <a:pt x="261" y="0"/>
                </a:lnTo>
                <a:lnTo>
                  <a:pt x="269" y="0"/>
                </a:lnTo>
                <a:lnTo>
                  <a:pt x="277" y="0"/>
                </a:lnTo>
                <a:lnTo>
                  <a:pt x="285" y="1"/>
                </a:lnTo>
                <a:lnTo>
                  <a:pt x="293" y="2"/>
                </a:lnTo>
                <a:lnTo>
                  <a:pt x="301" y="3"/>
                </a:lnTo>
                <a:lnTo>
                  <a:pt x="309" y="4"/>
                </a:lnTo>
                <a:lnTo>
                  <a:pt x="317" y="5"/>
                </a:lnTo>
                <a:lnTo>
                  <a:pt x="325" y="7"/>
                </a:lnTo>
                <a:lnTo>
                  <a:pt x="333" y="8"/>
                </a:lnTo>
                <a:lnTo>
                  <a:pt x="341" y="10"/>
                </a:lnTo>
                <a:lnTo>
                  <a:pt x="349" y="12"/>
                </a:lnTo>
                <a:lnTo>
                  <a:pt x="356" y="15"/>
                </a:lnTo>
                <a:lnTo>
                  <a:pt x="364" y="17"/>
                </a:lnTo>
                <a:lnTo>
                  <a:pt x="371" y="20"/>
                </a:lnTo>
                <a:lnTo>
                  <a:pt x="379" y="23"/>
                </a:lnTo>
                <a:lnTo>
                  <a:pt x="386" y="26"/>
                </a:lnTo>
                <a:lnTo>
                  <a:pt x="393" y="29"/>
                </a:lnTo>
                <a:lnTo>
                  <a:pt x="400" y="32"/>
                </a:lnTo>
                <a:lnTo>
                  <a:pt x="407" y="36"/>
                </a:lnTo>
                <a:lnTo>
                  <a:pt x="413" y="40"/>
                </a:lnTo>
                <a:lnTo>
                  <a:pt x="420" y="44"/>
                </a:lnTo>
                <a:lnTo>
                  <a:pt x="426" y="48"/>
                </a:lnTo>
                <a:lnTo>
                  <a:pt x="433" y="52"/>
                </a:lnTo>
                <a:lnTo>
                  <a:pt x="439" y="57"/>
                </a:lnTo>
                <a:lnTo>
                  <a:pt x="444" y="61"/>
                </a:lnTo>
                <a:lnTo>
                  <a:pt x="450" y="66"/>
                </a:lnTo>
                <a:lnTo>
                  <a:pt x="456" y="71"/>
                </a:lnTo>
                <a:lnTo>
                  <a:pt x="461" y="76"/>
                </a:lnTo>
                <a:lnTo>
                  <a:pt x="466" y="81"/>
                </a:lnTo>
                <a:lnTo>
                  <a:pt x="471" y="86"/>
                </a:lnTo>
                <a:lnTo>
                  <a:pt x="476" y="91"/>
                </a:lnTo>
                <a:lnTo>
                  <a:pt x="480" y="97"/>
                </a:lnTo>
                <a:lnTo>
                  <a:pt x="484" y="102"/>
                </a:lnTo>
                <a:lnTo>
                  <a:pt x="488" y="108"/>
                </a:lnTo>
                <a:lnTo>
                  <a:pt x="492" y="114"/>
                </a:lnTo>
                <a:lnTo>
                  <a:pt x="496" y="120"/>
                </a:lnTo>
                <a:lnTo>
                  <a:pt x="499" y="126"/>
                </a:lnTo>
                <a:lnTo>
                  <a:pt x="502" y="132"/>
                </a:lnTo>
                <a:lnTo>
                  <a:pt x="505" y="138"/>
                </a:lnTo>
                <a:lnTo>
                  <a:pt x="508" y="144"/>
                </a:lnTo>
                <a:lnTo>
                  <a:pt x="510" y="150"/>
                </a:lnTo>
                <a:lnTo>
                  <a:pt x="512" y="157"/>
                </a:lnTo>
                <a:lnTo>
                  <a:pt x="514" y="163"/>
                </a:lnTo>
                <a:lnTo>
                  <a:pt x="516" y="169"/>
                </a:lnTo>
                <a:lnTo>
                  <a:pt x="517" y="176"/>
                </a:lnTo>
                <a:lnTo>
                  <a:pt x="518" y="182"/>
                </a:lnTo>
                <a:lnTo>
                  <a:pt x="519" y="189"/>
                </a:lnTo>
                <a:lnTo>
                  <a:pt x="520" y="195"/>
                </a:lnTo>
                <a:lnTo>
                  <a:pt x="520" y="202"/>
                </a:lnTo>
                <a:lnTo>
                  <a:pt x="521" y="208"/>
                </a:lnTo>
                <a:close/>
              </a:path>
            </a:pathLst>
          </a:custGeom>
          <a:solidFill>
            <a:srgbClr val="ffdd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2" name=""/>
          <p:cNvSpPr/>
          <p:nvPr/>
        </p:nvSpPr>
        <p:spPr>
          <a:xfrm>
            <a:off x="4884480" y="1752120"/>
            <a:ext cx="189000" cy="151920"/>
          </a:xfrm>
          <a:custGeom>
            <a:avLst/>
            <a:gdLst/>
            <a:ahLst/>
            <a:rect l="0" t="0" r="r" b="b"/>
            <a:pathLst>
              <a:path w="525" h="422">
                <a:moveTo>
                  <a:pt x="523" y="210"/>
                </a:moveTo>
                <a:lnTo>
                  <a:pt x="522" y="204"/>
                </a:lnTo>
                <a:lnTo>
                  <a:pt x="522" y="197"/>
                </a:lnTo>
                <a:lnTo>
                  <a:pt x="521" y="191"/>
                </a:lnTo>
                <a:lnTo>
                  <a:pt x="520" y="184"/>
                </a:lnTo>
                <a:lnTo>
                  <a:pt x="519" y="178"/>
                </a:lnTo>
                <a:lnTo>
                  <a:pt x="518" y="171"/>
                </a:lnTo>
                <a:lnTo>
                  <a:pt x="516" y="165"/>
                </a:lnTo>
                <a:lnTo>
                  <a:pt x="514" y="159"/>
                </a:lnTo>
                <a:lnTo>
                  <a:pt x="512" y="152"/>
                </a:lnTo>
                <a:lnTo>
                  <a:pt x="510" y="146"/>
                </a:lnTo>
                <a:lnTo>
                  <a:pt x="507" y="140"/>
                </a:lnTo>
                <a:lnTo>
                  <a:pt x="504" y="134"/>
                </a:lnTo>
                <a:lnTo>
                  <a:pt x="501" y="128"/>
                </a:lnTo>
                <a:lnTo>
                  <a:pt x="498" y="122"/>
                </a:lnTo>
                <a:lnTo>
                  <a:pt x="494" y="116"/>
                </a:lnTo>
                <a:lnTo>
                  <a:pt x="490" y="110"/>
                </a:lnTo>
                <a:lnTo>
                  <a:pt x="486" y="104"/>
                </a:lnTo>
                <a:lnTo>
                  <a:pt x="482" y="99"/>
                </a:lnTo>
                <a:lnTo>
                  <a:pt x="478" y="93"/>
                </a:lnTo>
                <a:lnTo>
                  <a:pt x="473" y="88"/>
                </a:lnTo>
                <a:lnTo>
                  <a:pt x="468" y="83"/>
                </a:lnTo>
                <a:lnTo>
                  <a:pt x="463" y="78"/>
                </a:lnTo>
                <a:lnTo>
                  <a:pt x="458" y="73"/>
                </a:lnTo>
                <a:lnTo>
                  <a:pt x="452" y="68"/>
                </a:lnTo>
                <a:lnTo>
                  <a:pt x="446" y="63"/>
                </a:lnTo>
                <a:lnTo>
                  <a:pt x="441" y="59"/>
                </a:lnTo>
                <a:lnTo>
                  <a:pt x="435" y="54"/>
                </a:lnTo>
                <a:lnTo>
                  <a:pt x="428" y="50"/>
                </a:lnTo>
                <a:lnTo>
                  <a:pt x="422" y="46"/>
                </a:lnTo>
                <a:lnTo>
                  <a:pt x="415" y="42"/>
                </a:lnTo>
                <a:lnTo>
                  <a:pt x="409" y="38"/>
                </a:lnTo>
                <a:lnTo>
                  <a:pt x="402" y="34"/>
                </a:lnTo>
                <a:lnTo>
                  <a:pt x="395" y="31"/>
                </a:lnTo>
                <a:lnTo>
                  <a:pt x="388" y="28"/>
                </a:lnTo>
                <a:lnTo>
                  <a:pt x="381" y="25"/>
                </a:lnTo>
                <a:lnTo>
                  <a:pt x="373" y="22"/>
                </a:lnTo>
                <a:lnTo>
                  <a:pt x="366" y="19"/>
                </a:lnTo>
                <a:lnTo>
                  <a:pt x="358" y="17"/>
                </a:lnTo>
                <a:lnTo>
                  <a:pt x="351" y="14"/>
                </a:lnTo>
                <a:lnTo>
                  <a:pt x="343" y="12"/>
                </a:lnTo>
                <a:lnTo>
                  <a:pt x="335" y="10"/>
                </a:lnTo>
                <a:lnTo>
                  <a:pt x="327" y="9"/>
                </a:lnTo>
                <a:lnTo>
                  <a:pt x="319" y="7"/>
                </a:lnTo>
                <a:lnTo>
                  <a:pt x="310" y="6"/>
                </a:lnTo>
                <a:lnTo>
                  <a:pt x="302" y="5"/>
                </a:lnTo>
                <a:lnTo>
                  <a:pt x="294" y="4"/>
                </a:lnTo>
                <a:lnTo>
                  <a:pt x="286" y="3"/>
                </a:lnTo>
                <a:lnTo>
                  <a:pt x="278" y="2"/>
                </a:lnTo>
                <a:lnTo>
                  <a:pt x="270" y="2"/>
                </a:lnTo>
                <a:lnTo>
                  <a:pt x="262" y="2"/>
                </a:lnTo>
                <a:lnTo>
                  <a:pt x="254" y="2"/>
                </a:lnTo>
                <a:lnTo>
                  <a:pt x="245" y="2"/>
                </a:lnTo>
                <a:lnTo>
                  <a:pt x="237" y="3"/>
                </a:lnTo>
                <a:lnTo>
                  <a:pt x="229" y="4"/>
                </a:lnTo>
                <a:lnTo>
                  <a:pt x="221" y="5"/>
                </a:lnTo>
                <a:lnTo>
                  <a:pt x="213" y="6"/>
                </a:lnTo>
                <a:lnTo>
                  <a:pt x="205" y="7"/>
                </a:lnTo>
                <a:lnTo>
                  <a:pt x="197" y="9"/>
                </a:lnTo>
                <a:lnTo>
                  <a:pt x="189" y="10"/>
                </a:lnTo>
                <a:lnTo>
                  <a:pt x="182" y="12"/>
                </a:lnTo>
                <a:lnTo>
                  <a:pt x="174" y="14"/>
                </a:lnTo>
                <a:lnTo>
                  <a:pt x="166" y="17"/>
                </a:lnTo>
                <a:lnTo>
                  <a:pt x="159" y="19"/>
                </a:lnTo>
                <a:lnTo>
                  <a:pt x="151" y="22"/>
                </a:lnTo>
                <a:lnTo>
                  <a:pt x="144" y="25"/>
                </a:lnTo>
                <a:lnTo>
                  <a:pt x="137" y="28"/>
                </a:lnTo>
                <a:lnTo>
                  <a:pt x="130" y="31"/>
                </a:lnTo>
                <a:lnTo>
                  <a:pt x="123" y="34"/>
                </a:lnTo>
                <a:lnTo>
                  <a:pt x="116" y="38"/>
                </a:lnTo>
                <a:lnTo>
                  <a:pt x="109" y="42"/>
                </a:lnTo>
                <a:lnTo>
                  <a:pt x="103" y="46"/>
                </a:lnTo>
                <a:lnTo>
                  <a:pt x="96" y="50"/>
                </a:lnTo>
                <a:lnTo>
                  <a:pt x="90" y="54"/>
                </a:lnTo>
                <a:lnTo>
                  <a:pt x="84" y="59"/>
                </a:lnTo>
                <a:lnTo>
                  <a:pt x="78" y="63"/>
                </a:lnTo>
                <a:lnTo>
                  <a:pt x="72" y="68"/>
                </a:lnTo>
                <a:lnTo>
                  <a:pt x="67" y="73"/>
                </a:lnTo>
                <a:lnTo>
                  <a:pt x="62" y="78"/>
                </a:lnTo>
                <a:lnTo>
                  <a:pt x="57" y="83"/>
                </a:lnTo>
                <a:lnTo>
                  <a:pt x="52" y="88"/>
                </a:lnTo>
                <a:lnTo>
                  <a:pt x="47" y="93"/>
                </a:lnTo>
                <a:lnTo>
                  <a:pt x="42" y="99"/>
                </a:lnTo>
                <a:lnTo>
                  <a:pt x="38" y="104"/>
                </a:lnTo>
                <a:lnTo>
                  <a:pt x="34" y="110"/>
                </a:lnTo>
                <a:lnTo>
                  <a:pt x="30" y="116"/>
                </a:lnTo>
                <a:lnTo>
                  <a:pt x="27" y="122"/>
                </a:lnTo>
                <a:lnTo>
                  <a:pt x="23" y="128"/>
                </a:lnTo>
                <a:lnTo>
                  <a:pt x="20" y="134"/>
                </a:lnTo>
                <a:lnTo>
                  <a:pt x="17" y="140"/>
                </a:lnTo>
                <a:lnTo>
                  <a:pt x="15" y="146"/>
                </a:lnTo>
                <a:lnTo>
                  <a:pt x="12" y="152"/>
                </a:lnTo>
                <a:lnTo>
                  <a:pt x="10" y="159"/>
                </a:lnTo>
                <a:lnTo>
                  <a:pt x="8" y="165"/>
                </a:lnTo>
                <a:lnTo>
                  <a:pt x="7" y="171"/>
                </a:lnTo>
                <a:lnTo>
                  <a:pt x="5" y="178"/>
                </a:lnTo>
                <a:lnTo>
                  <a:pt x="4" y="184"/>
                </a:lnTo>
                <a:lnTo>
                  <a:pt x="3" y="191"/>
                </a:lnTo>
                <a:lnTo>
                  <a:pt x="3" y="197"/>
                </a:lnTo>
                <a:lnTo>
                  <a:pt x="2" y="204"/>
                </a:lnTo>
                <a:lnTo>
                  <a:pt x="2" y="210"/>
                </a:lnTo>
                <a:lnTo>
                  <a:pt x="2" y="217"/>
                </a:lnTo>
                <a:lnTo>
                  <a:pt x="3" y="223"/>
                </a:lnTo>
                <a:lnTo>
                  <a:pt x="3" y="230"/>
                </a:lnTo>
                <a:lnTo>
                  <a:pt x="4" y="236"/>
                </a:lnTo>
                <a:lnTo>
                  <a:pt x="5" y="243"/>
                </a:lnTo>
                <a:lnTo>
                  <a:pt x="7" y="249"/>
                </a:lnTo>
                <a:lnTo>
                  <a:pt x="8" y="256"/>
                </a:lnTo>
                <a:lnTo>
                  <a:pt x="10" y="262"/>
                </a:lnTo>
                <a:lnTo>
                  <a:pt x="12" y="269"/>
                </a:lnTo>
                <a:lnTo>
                  <a:pt x="15" y="275"/>
                </a:lnTo>
                <a:lnTo>
                  <a:pt x="17" y="281"/>
                </a:lnTo>
                <a:lnTo>
                  <a:pt x="20" y="287"/>
                </a:lnTo>
                <a:lnTo>
                  <a:pt x="23" y="293"/>
                </a:lnTo>
                <a:lnTo>
                  <a:pt x="27" y="299"/>
                </a:lnTo>
                <a:lnTo>
                  <a:pt x="30" y="305"/>
                </a:lnTo>
                <a:lnTo>
                  <a:pt x="34" y="311"/>
                </a:lnTo>
                <a:lnTo>
                  <a:pt x="38" y="316"/>
                </a:lnTo>
                <a:lnTo>
                  <a:pt x="42" y="322"/>
                </a:lnTo>
                <a:lnTo>
                  <a:pt x="47" y="327"/>
                </a:lnTo>
                <a:lnTo>
                  <a:pt x="52" y="333"/>
                </a:lnTo>
                <a:lnTo>
                  <a:pt x="57" y="338"/>
                </a:lnTo>
                <a:lnTo>
                  <a:pt x="62" y="343"/>
                </a:lnTo>
                <a:lnTo>
                  <a:pt x="67" y="348"/>
                </a:lnTo>
                <a:lnTo>
                  <a:pt x="72" y="353"/>
                </a:lnTo>
                <a:lnTo>
                  <a:pt x="78" y="358"/>
                </a:lnTo>
                <a:lnTo>
                  <a:pt x="84" y="362"/>
                </a:lnTo>
                <a:lnTo>
                  <a:pt x="90" y="367"/>
                </a:lnTo>
                <a:lnTo>
                  <a:pt x="96" y="371"/>
                </a:lnTo>
                <a:lnTo>
                  <a:pt x="103" y="375"/>
                </a:lnTo>
                <a:lnTo>
                  <a:pt x="109" y="379"/>
                </a:lnTo>
                <a:lnTo>
                  <a:pt x="116" y="384"/>
                </a:lnTo>
                <a:lnTo>
                  <a:pt x="123" y="387"/>
                </a:lnTo>
                <a:lnTo>
                  <a:pt x="130" y="391"/>
                </a:lnTo>
                <a:lnTo>
                  <a:pt x="137" y="394"/>
                </a:lnTo>
                <a:lnTo>
                  <a:pt x="144" y="397"/>
                </a:lnTo>
                <a:lnTo>
                  <a:pt x="151" y="400"/>
                </a:lnTo>
                <a:lnTo>
                  <a:pt x="159" y="403"/>
                </a:lnTo>
                <a:lnTo>
                  <a:pt x="166" y="405"/>
                </a:lnTo>
                <a:lnTo>
                  <a:pt x="174" y="407"/>
                </a:lnTo>
                <a:lnTo>
                  <a:pt x="182" y="410"/>
                </a:lnTo>
                <a:lnTo>
                  <a:pt x="189" y="411"/>
                </a:lnTo>
                <a:lnTo>
                  <a:pt x="197" y="413"/>
                </a:lnTo>
                <a:lnTo>
                  <a:pt x="205" y="415"/>
                </a:lnTo>
                <a:lnTo>
                  <a:pt x="213" y="416"/>
                </a:lnTo>
                <a:lnTo>
                  <a:pt x="221" y="417"/>
                </a:lnTo>
                <a:lnTo>
                  <a:pt x="229" y="418"/>
                </a:lnTo>
                <a:lnTo>
                  <a:pt x="237" y="419"/>
                </a:lnTo>
                <a:lnTo>
                  <a:pt x="245" y="419"/>
                </a:lnTo>
                <a:lnTo>
                  <a:pt x="254" y="420"/>
                </a:lnTo>
                <a:lnTo>
                  <a:pt x="262" y="420"/>
                </a:lnTo>
                <a:lnTo>
                  <a:pt x="270" y="420"/>
                </a:lnTo>
                <a:lnTo>
                  <a:pt x="278" y="419"/>
                </a:lnTo>
                <a:lnTo>
                  <a:pt x="286" y="419"/>
                </a:lnTo>
                <a:lnTo>
                  <a:pt x="294" y="418"/>
                </a:lnTo>
                <a:lnTo>
                  <a:pt x="302" y="417"/>
                </a:lnTo>
                <a:lnTo>
                  <a:pt x="310" y="416"/>
                </a:lnTo>
                <a:lnTo>
                  <a:pt x="319" y="415"/>
                </a:lnTo>
                <a:lnTo>
                  <a:pt x="327" y="413"/>
                </a:lnTo>
                <a:lnTo>
                  <a:pt x="335" y="411"/>
                </a:lnTo>
                <a:lnTo>
                  <a:pt x="343" y="410"/>
                </a:lnTo>
                <a:lnTo>
                  <a:pt x="351" y="407"/>
                </a:lnTo>
                <a:lnTo>
                  <a:pt x="358" y="405"/>
                </a:lnTo>
                <a:lnTo>
                  <a:pt x="366" y="403"/>
                </a:lnTo>
                <a:lnTo>
                  <a:pt x="373" y="400"/>
                </a:lnTo>
                <a:lnTo>
                  <a:pt x="381" y="397"/>
                </a:lnTo>
                <a:lnTo>
                  <a:pt x="388" y="394"/>
                </a:lnTo>
                <a:lnTo>
                  <a:pt x="395" y="391"/>
                </a:lnTo>
                <a:lnTo>
                  <a:pt x="402" y="387"/>
                </a:lnTo>
                <a:lnTo>
                  <a:pt x="409" y="384"/>
                </a:lnTo>
                <a:lnTo>
                  <a:pt x="415" y="379"/>
                </a:lnTo>
                <a:lnTo>
                  <a:pt x="422" y="375"/>
                </a:lnTo>
                <a:lnTo>
                  <a:pt x="428" y="371"/>
                </a:lnTo>
                <a:lnTo>
                  <a:pt x="435" y="367"/>
                </a:lnTo>
                <a:lnTo>
                  <a:pt x="441" y="362"/>
                </a:lnTo>
                <a:lnTo>
                  <a:pt x="446" y="358"/>
                </a:lnTo>
                <a:lnTo>
                  <a:pt x="452" y="353"/>
                </a:lnTo>
                <a:lnTo>
                  <a:pt x="458" y="348"/>
                </a:lnTo>
                <a:lnTo>
                  <a:pt x="463" y="343"/>
                </a:lnTo>
                <a:lnTo>
                  <a:pt x="468" y="338"/>
                </a:lnTo>
                <a:lnTo>
                  <a:pt x="473" y="333"/>
                </a:lnTo>
                <a:lnTo>
                  <a:pt x="478" y="327"/>
                </a:lnTo>
                <a:lnTo>
                  <a:pt x="482" y="322"/>
                </a:lnTo>
                <a:lnTo>
                  <a:pt x="486" y="316"/>
                </a:lnTo>
                <a:lnTo>
                  <a:pt x="490" y="311"/>
                </a:lnTo>
                <a:lnTo>
                  <a:pt x="494" y="305"/>
                </a:lnTo>
                <a:lnTo>
                  <a:pt x="498" y="299"/>
                </a:lnTo>
                <a:lnTo>
                  <a:pt x="501" y="293"/>
                </a:lnTo>
                <a:lnTo>
                  <a:pt x="504" y="287"/>
                </a:lnTo>
                <a:lnTo>
                  <a:pt x="507" y="281"/>
                </a:lnTo>
                <a:lnTo>
                  <a:pt x="510" y="275"/>
                </a:lnTo>
                <a:lnTo>
                  <a:pt x="512" y="269"/>
                </a:lnTo>
                <a:lnTo>
                  <a:pt x="514" y="262"/>
                </a:lnTo>
                <a:lnTo>
                  <a:pt x="516" y="256"/>
                </a:lnTo>
                <a:lnTo>
                  <a:pt x="518" y="249"/>
                </a:lnTo>
                <a:lnTo>
                  <a:pt x="519" y="243"/>
                </a:lnTo>
                <a:lnTo>
                  <a:pt x="520" y="236"/>
                </a:lnTo>
                <a:lnTo>
                  <a:pt x="521" y="230"/>
                </a:lnTo>
                <a:lnTo>
                  <a:pt x="522" y="223"/>
                </a:lnTo>
                <a:lnTo>
                  <a:pt x="522" y="217"/>
                </a:lnTo>
                <a:lnTo>
                  <a:pt x="523" y="210"/>
                </a:lnTo>
                <a:moveTo>
                  <a:pt x="525" y="210"/>
                </a:moveTo>
                <a:lnTo>
                  <a:pt x="525" y="217"/>
                </a:lnTo>
                <a:lnTo>
                  <a:pt x="524" y="224"/>
                </a:lnTo>
                <a:lnTo>
                  <a:pt x="524" y="230"/>
                </a:lnTo>
                <a:lnTo>
                  <a:pt x="523" y="237"/>
                </a:lnTo>
                <a:lnTo>
                  <a:pt x="522" y="243"/>
                </a:lnTo>
                <a:lnTo>
                  <a:pt x="520" y="250"/>
                </a:lnTo>
                <a:lnTo>
                  <a:pt x="519" y="256"/>
                </a:lnTo>
                <a:lnTo>
                  <a:pt x="517" y="263"/>
                </a:lnTo>
                <a:lnTo>
                  <a:pt x="514" y="269"/>
                </a:lnTo>
                <a:lnTo>
                  <a:pt x="512" y="275"/>
                </a:lnTo>
                <a:lnTo>
                  <a:pt x="509" y="282"/>
                </a:lnTo>
                <a:lnTo>
                  <a:pt x="506" y="288"/>
                </a:lnTo>
                <a:lnTo>
                  <a:pt x="503" y="294"/>
                </a:lnTo>
                <a:lnTo>
                  <a:pt x="500" y="300"/>
                </a:lnTo>
                <a:lnTo>
                  <a:pt x="496" y="306"/>
                </a:lnTo>
                <a:lnTo>
                  <a:pt x="492" y="312"/>
                </a:lnTo>
                <a:lnTo>
                  <a:pt x="488" y="317"/>
                </a:lnTo>
                <a:lnTo>
                  <a:pt x="484" y="323"/>
                </a:lnTo>
                <a:lnTo>
                  <a:pt x="480" y="329"/>
                </a:lnTo>
                <a:lnTo>
                  <a:pt x="475" y="334"/>
                </a:lnTo>
                <a:lnTo>
                  <a:pt x="470" y="339"/>
                </a:lnTo>
                <a:lnTo>
                  <a:pt x="465" y="344"/>
                </a:lnTo>
                <a:lnTo>
                  <a:pt x="459" y="349"/>
                </a:lnTo>
                <a:lnTo>
                  <a:pt x="454" y="354"/>
                </a:lnTo>
                <a:lnTo>
                  <a:pt x="448" y="359"/>
                </a:lnTo>
                <a:lnTo>
                  <a:pt x="442" y="364"/>
                </a:lnTo>
                <a:lnTo>
                  <a:pt x="436" y="368"/>
                </a:lnTo>
                <a:lnTo>
                  <a:pt x="430" y="372"/>
                </a:lnTo>
                <a:lnTo>
                  <a:pt x="423" y="376"/>
                </a:lnTo>
                <a:lnTo>
                  <a:pt x="417" y="380"/>
                </a:lnTo>
                <a:lnTo>
                  <a:pt x="410" y="385"/>
                </a:lnTo>
                <a:lnTo>
                  <a:pt x="403" y="389"/>
                </a:lnTo>
                <a:lnTo>
                  <a:pt x="396" y="392"/>
                </a:lnTo>
                <a:lnTo>
                  <a:pt x="389" y="396"/>
                </a:lnTo>
                <a:lnTo>
                  <a:pt x="382" y="399"/>
                </a:lnTo>
                <a:lnTo>
                  <a:pt x="374" y="402"/>
                </a:lnTo>
                <a:lnTo>
                  <a:pt x="367" y="404"/>
                </a:lnTo>
                <a:lnTo>
                  <a:pt x="359" y="407"/>
                </a:lnTo>
                <a:lnTo>
                  <a:pt x="352" y="409"/>
                </a:lnTo>
                <a:lnTo>
                  <a:pt x="344" y="411"/>
                </a:lnTo>
                <a:lnTo>
                  <a:pt x="336" y="413"/>
                </a:lnTo>
                <a:lnTo>
                  <a:pt x="328" y="415"/>
                </a:lnTo>
                <a:lnTo>
                  <a:pt x="320" y="417"/>
                </a:lnTo>
                <a:lnTo>
                  <a:pt x="311" y="418"/>
                </a:lnTo>
                <a:lnTo>
                  <a:pt x="303" y="419"/>
                </a:lnTo>
                <a:lnTo>
                  <a:pt x="295" y="420"/>
                </a:lnTo>
                <a:lnTo>
                  <a:pt x="286" y="421"/>
                </a:lnTo>
                <a:lnTo>
                  <a:pt x="278" y="421"/>
                </a:lnTo>
                <a:lnTo>
                  <a:pt x="270" y="421"/>
                </a:lnTo>
                <a:lnTo>
                  <a:pt x="262" y="422"/>
                </a:lnTo>
                <a:lnTo>
                  <a:pt x="254" y="421"/>
                </a:lnTo>
                <a:lnTo>
                  <a:pt x="245" y="421"/>
                </a:lnTo>
                <a:lnTo>
                  <a:pt x="237" y="421"/>
                </a:lnTo>
                <a:lnTo>
                  <a:pt x="229" y="420"/>
                </a:lnTo>
                <a:lnTo>
                  <a:pt x="221" y="419"/>
                </a:lnTo>
                <a:lnTo>
                  <a:pt x="213" y="418"/>
                </a:lnTo>
                <a:lnTo>
                  <a:pt x="205" y="417"/>
                </a:lnTo>
                <a:lnTo>
                  <a:pt x="197" y="415"/>
                </a:lnTo>
                <a:lnTo>
                  <a:pt x="189" y="413"/>
                </a:lnTo>
                <a:lnTo>
                  <a:pt x="181" y="411"/>
                </a:lnTo>
                <a:lnTo>
                  <a:pt x="173" y="409"/>
                </a:lnTo>
                <a:lnTo>
                  <a:pt x="165" y="407"/>
                </a:lnTo>
                <a:lnTo>
                  <a:pt x="158" y="404"/>
                </a:lnTo>
                <a:lnTo>
                  <a:pt x="150" y="402"/>
                </a:lnTo>
                <a:lnTo>
                  <a:pt x="143" y="399"/>
                </a:lnTo>
                <a:lnTo>
                  <a:pt x="136" y="396"/>
                </a:lnTo>
                <a:lnTo>
                  <a:pt x="128" y="392"/>
                </a:lnTo>
                <a:lnTo>
                  <a:pt x="121" y="389"/>
                </a:lnTo>
                <a:lnTo>
                  <a:pt x="115" y="385"/>
                </a:lnTo>
                <a:lnTo>
                  <a:pt x="108" y="380"/>
                </a:lnTo>
                <a:lnTo>
                  <a:pt x="101" y="376"/>
                </a:lnTo>
                <a:lnTo>
                  <a:pt x="95" y="372"/>
                </a:lnTo>
                <a:lnTo>
                  <a:pt x="89" y="368"/>
                </a:lnTo>
                <a:lnTo>
                  <a:pt x="82" y="364"/>
                </a:lnTo>
                <a:lnTo>
                  <a:pt x="77" y="359"/>
                </a:lnTo>
                <a:lnTo>
                  <a:pt x="71" y="354"/>
                </a:lnTo>
                <a:lnTo>
                  <a:pt x="65" y="349"/>
                </a:lnTo>
                <a:lnTo>
                  <a:pt x="60" y="344"/>
                </a:lnTo>
                <a:lnTo>
                  <a:pt x="55" y="339"/>
                </a:lnTo>
                <a:lnTo>
                  <a:pt x="50" y="334"/>
                </a:lnTo>
                <a:lnTo>
                  <a:pt x="45" y="329"/>
                </a:lnTo>
                <a:lnTo>
                  <a:pt x="41" y="323"/>
                </a:lnTo>
                <a:lnTo>
                  <a:pt x="36" y="317"/>
                </a:lnTo>
                <a:lnTo>
                  <a:pt x="32" y="312"/>
                </a:lnTo>
                <a:lnTo>
                  <a:pt x="28" y="306"/>
                </a:lnTo>
                <a:lnTo>
                  <a:pt x="25" y="300"/>
                </a:lnTo>
                <a:lnTo>
                  <a:pt x="21" y="294"/>
                </a:lnTo>
                <a:lnTo>
                  <a:pt x="18" y="288"/>
                </a:lnTo>
                <a:lnTo>
                  <a:pt x="15" y="282"/>
                </a:lnTo>
                <a:lnTo>
                  <a:pt x="13" y="275"/>
                </a:lnTo>
                <a:lnTo>
                  <a:pt x="10" y="269"/>
                </a:lnTo>
                <a:lnTo>
                  <a:pt x="8" y="263"/>
                </a:lnTo>
                <a:lnTo>
                  <a:pt x="6" y="256"/>
                </a:lnTo>
                <a:lnTo>
                  <a:pt x="4" y="250"/>
                </a:lnTo>
                <a:lnTo>
                  <a:pt x="3" y="243"/>
                </a:lnTo>
                <a:lnTo>
                  <a:pt x="2" y="237"/>
                </a:lnTo>
                <a:lnTo>
                  <a:pt x="1" y="230"/>
                </a:lnTo>
                <a:lnTo>
                  <a:pt x="0" y="224"/>
                </a:lnTo>
                <a:lnTo>
                  <a:pt x="0" y="217"/>
                </a:lnTo>
                <a:lnTo>
                  <a:pt x="0" y="210"/>
                </a:lnTo>
                <a:lnTo>
                  <a:pt x="0" y="204"/>
                </a:lnTo>
                <a:lnTo>
                  <a:pt x="0" y="197"/>
                </a:lnTo>
                <a:lnTo>
                  <a:pt x="1" y="191"/>
                </a:lnTo>
                <a:lnTo>
                  <a:pt x="2" y="184"/>
                </a:lnTo>
                <a:lnTo>
                  <a:pt x="3" y="178"/>
                </a:lnTo>
                <a:lnTo>
                  <a:pt x="4" y="171"/>
                </a:lnTo>
                <a:lnTo>
                  <a:pt x="6" y="165"/>
                </a:lnTo>
                <a:lnTo>
                  <a:pt x="8" y="158"/>
                </a:lnTo>
                <a:lnTo>
                  <a:pt x="10" y="152"/>
                </a:lnTo>
                <a:lnTo>
                  <a:pt x="13" y="145"/>
                </a:lnTo>
                <a:lnTo>
                  <a:pt x="15" y="139"/>
                </a:lnTo>
                <a:lnTo>
                  <a:pt x="18" y="133"/>
                </a:lnTo>
                <a:lnTo>
                  <a:pt x="21" y="127"/>
                </a:lnTo>
                <a:lnTo>
                  <a:pt x="25" y="121"/>
                </a:lnTo>
                <a:lnTo>
                  <a:pt x="28" y="115"/>
                </a:lnTo>
                <a:lnTo>
                  <a:pt x="32" y="109"/>
                </a:lnTo>
                <a:lnTo>
                  <a:pt x="36" y="103"/>
                </a:lnTo>
                <a:lnTo>
                  <a:pt x="41" y="98"/>
                </a:lnTo>
                <a:lnTo>
                  <a:pt x="45" y="92"/>
                </a:lnTo>
                <a:lnTo>
                  <a:pt x="50" y="87"/>
                </a:lnTo>
                <a:lnTo>
                  <a:pt x="55" y="82"/>
                </a:lnTo>
                <a:lnTo>
                  <a:pt x="60" y="76"/>
                </a:lnTo>
                <a:lnTo>
                  <a:pt x="65" y="71"/>
                </a:lnTo>
                <a:lnTo>
                  <a:pt x="71" y="66"/>
                </a:lnTo>
                <a:lnTo>
                  <a:pt x="77" y="62"/>
                </a:lnTo>
                <a:lnTo>
                  <a:pt x="82" y="57"/>
                </a:lnTo>
                <a:lnTo>
                  <a:pt x="89" y="53"/>
                </a:lnTo>
                <a:lnTo>
                  <a:pt x="95" y="48"/>
                </a:lnTo>
                <a:lnTo>
                  <a:pt x="101" y="44"/>
                </a:lnTo>
                <a:lnTo>
                  <a:pt x="108" y="40"/>
                </a:lnTo>
                <a:lnTo>
                  <a:pt x="115" y="37"/>
                </a:lnTo>
                <a:lnTo>
                  <a:pt x="121" y="33"/>
                </a:lnTo>
                <a:lnTo>
                  <a:pt x="128" y="29"/>
                </a:lnTo>
                <a:lnTo>
                  <a:pt x="136" y="26"/>
                </a:lnTo>
                <a:lnTo>
                  <a:pt x="143" y="23"/>
                </a:lnTo>
                <a:lnTo>
                  <a:pt x="150" y="20"/>
                </a:lnTo>
                <a:lnTo>
                  <a:pt x="158" y="17"/>
                </a:lnTo>
                <a:lnTo>
                  <a:pt x="165" y="15"/>
                </a:lnTo>
                <a:lnTo>
                  <a:pt x="173" y="13"/>
                </a:lnTo>
                <a:lnTo>
                  <a:pt x="181" y="10"/>
                </a:lnTo>
                <a:lnTo>
                  <a:pt x="189" y="9"/>
                </a:lnTo>
                <a:lnTo>
                  <a:pt x="197" y="7"/>
                </a:lnTo>
                <a:lnTo>
                  <a:pt x="205" y="5"/>
                </a:lnTo>
                <a:lnTo>
                  <a:pt x="213" y="4"/>
                </a:lnTo>
                <a:lnTo>
                  <a:pt x="221" y="3"/>
                </a:lnTo>
                <a:lnTo>
                  <a:pt x="229" y="2"/>
                </a:lnTo>
                <a:lnTo>
                  <a:pt x="237" y="1"/>
                </a:lnTo>
                <a:lnTo>
                  <a:pt x="245" y="1"/>
                </a:lnTo>
                <a:lnTo>
                  <a:pt x="254" y="0"/>
                </a:lnTo>
                <a:lnTo>
                  <a:pt x="262" y="0"/>
                </a:lnTo>
                <a:lnTo>
                  <a:pt x="270" y="0"/>
                </a:lnTo>
                <a:lnTo>
                  <a:pt x="278" y="1"/>
                </a:lnTo>
                <a:lnTo>
                  <a:pt x="286" y="1"/>
                </a:lnTo>
                <a:lnTo>
                  <a:pt x="295" y="2"/>
                </a:lnTo>
                <a:lnTo>
                  <a:pt x="303" y="3"/>
                </a:lnTo>
                <a:lnTo>
                  <a:pt x="311" y="4"/>
                </a:lnTo>
                <a:lnTo>
                  <a:pt x="320" y="5"/>
                </a:lnTo>
                <a:lnTo>
                  <a:pt x="328" y="7"/>
                </a:lnTo>
                <a:lnTo>
                  <a:pt x="336" y="9"/>
                </a:lnTo>
                <a:lnTo>
                  <a:pt x="344" y="10"/>
                </a:lnTo>
                <a:lnTo>
                  <a:pt x="352" y="13"/>
                </a:lnTo>
                <a:lnTo>
                  <a:pt x="359" y="15"/>
                </a:lnTo>
                <a:lnTo>
                  <a:pt x="367" y="17"/>
                </a:lnTo>
                <a:lnTo>
                  <a:pt x="374" y="20"/>
                </a:lnTo>
                <a:lnTo>
                  <a:pt x="382" y="23"/>
                </a:lnTo>
                <a:lnTo>
                  <a:pt x="389" y="26"/>
                </a:lnTo>
                <a:lnTo>
                  <a:pt x="396" y="29"/>
                </a:lnTo>
                <a:lnTo>
                  <a:pt x="403" y="33"/>
                </a:lnTo>
                <a:lnTo>
                  <a:pt x="410" y="37"/>
                </a:lnTo>
                <a:lnTo>
                  <a:pt x="417" y="40"/>
                </a:lnTo>
                <a:lnTo>
                  <a:pt x="423" y="44"/>
                </a:lnTo>
                <a:lnTo>
                  <a:pt x="430" y="48"/>
                </a:lnTo>
                <a:lnTo>
                  <a:pt x="436" y="53"/>
                </a:lnTo>
                <a:lnTo>
                  <a:pt x="442" y="57"/>
                </a:lnTo>
                <a:lnTo>
                  <a:pt x="448" y="62"/>
                </a:lnTo>
                <a:lnTo>
                  <a:pt x="454" y="66"/>
                </a:lnTo>
                <a:lnTo>
                  <a:pt x="459" y="71"/>
                </a:lnTo>
                <a:lnTo>
                  <a:pt x="465" y="76"/>
                </a:lnTo>
                <a:lnTo>
                  <a:pt x="470" y="82"/>
                </a:lnTo>
                <a:lnTo>
                  <a:pt x="475" y="87"/>
                </a:lnTo>
                <a:lnTo>
                  <a:pt x="480" y="92"/>
                </a:lnTo>
                <a:lnTo>
                  <a:pt x="484" y="98"/>
                </a:lnTo>
                <a:lnTo>
                  <a:pt x="488" y="103"/>
                </a:lnTo>
                <a:lnTo>
                  <a:pt x="492" y="109"/>
                </a:lnTo>
                <a:lnTo>
                  <a:pt x="496" y="115"/>
                </a:lnTo>
                <a:lnTo>
                  <a:pt x="500" y="121"/>
                </a:lnTo>
                <a:lnTo>
                  <a:pt x="503" y="127"/>
                </a:lnTo>
                <a:lnTo>
                  <a:pt x="506" y="133"/>
                </a:lnTo>
                <a:lnTo>
                  <a:pt x="509" y="139"/>
                </a:lnTo>
                <a:lnTo>
                  <a:pt x="512" y="145"/>
                </a:lnTo>
                <a:lnTo>
                  <a:pt x="514" y="152"/>
                </a:lnTo>
                <a:lnTo>
                  <a:pt x="517" y="158"/>
                </a:lnTo>
                <a:lnTo>
                  <a:pt x="519" y="165"/>
                </a:lnTo>
                <a:lnTo>
                  <a:pt x="520" y="171"/>
                </a:lnTo>
                <a:lnTo>
                  <a:pt x="522" y="178"/>
                </a:lnTo>
                <a:lnTo>
                  <a:pt x="523" y="184"/>
                </a:lnTo>
                <a:lnTo>
                  <a:pt x="524" y="191"/>
                </a:lnTo>
                <a:lnTo>
                  <a:pt x="524" y="197"/>
                </a:lnTo>
                <a:lnTo>
                  <a:pt x="525" y="204"/>
                </a:lnTo>
                <a:lnTo>
                  <a:pt x="525" y="210"/>
                </a:lnTo>
                <a:close/>
              </a:path>
            </a:pathLst>
          </a:custGeom>
          <a:solidFill>
            <a:srgbClr val="ffd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3" name=""/>
          <p:cNvSpPr/>
          <p:nvPr/>
        </p:nvSpPr>
        <p:spPr>
          <a:xfrm>
            <a:off x="4883400" y="1751400"/>
            <a:ext cx="190800" cy="153000"/>
          </a:xfrm>
          <a:custGeom>
            <a:avLst/>
            <a:gdLst/>
            <a:ahLst/>
            <a:rect l="0" t="0" r="r" b="b"/>
            <a:pathLst>
              <a:path w="530" h="425">
                <a:moveTo>
                  <a:pt x="528" y="213"/>
                </a:moveTo>
                <a:lnTo>
                  <a:pt x="528" y="207"/>
                </a:lnTo>
                <a:lnTo>
                  <a:pt x="527" y="200"/>
                </a:lnTo>
                <a:lnTo>
                  <a:pt x="527" y="194"/>
                </a:lnTo>
                <a:lnTo>
                  <a:pt x="526" y="187"/>
                </a:lnTo>
                <a:lnTo>
                  <a:pt x="525" y="181"/>
                </a:lnTo>
                <a:lnTo>
                  <a:pt x="523" y="174"/>
                </a:lnTo>
                <a:lnTo>
                  <a:pt x="522" y="168"/>
                </a:lnTo>
                <a:lnTo>
                  <a:pt x="520" y="161"/>
                </a:lnTo>
                <a:lnTo>
                  <a:pt x="517" y="155"/>
                </a:lnTo>
                <a:lnTo>
                  <a:pt x="515" y="148"/>
                </a:lnTo>
                <a:lnTo>
                  <a:pt x="512" y="142"/>
                </a:lnTo>
                <a:lnTo>
                  <a:pt x="509" y="136"/>
                </a:lnTo>
                <a:lnTo>
                  <a:pt x="506" y="130"/>
                </a:lnTo>
                <a:lnTo>
                  <a:pt x="503" y="124"/>
                </a:lnTo>
                <a:lnTo>
                  <a:pt x="499" y="118"/>
                </a:lnTo>
                <a:lnTo>
                  <a:pt x="495" y="112"/>
                </a:lnTo>
                <a:lnTo>
                  <a:pt x="491" y="106"/>
                </a:lnTo>
                <a:lnTo>
                  <a:pt x="487" y="101"/>
                </a:lnTo>
                <a:lnTo>
                  <a:pt x="483" y="95"/>
                </a:lnTo>
                <a:lnTo>
                  <a:pt x="478" y="90"/>
                </a:lnTo>
                <a:lnTo>
                  <a:pt x="473" y="85"/>
                </a:lnTo>
                <a:lnTo>
                  <a:pt x="468" y="79"/>
                </a:lnTo>
                <a:lnTo>
                  <a:pt x="462" y="74"/>
                </a:lnTo>
                <a:lnTo>
                  <a:pt x="457" y="69"/>
                </a:lnTo>
                <a:lnTo>
                  <a:pt x="451" y="65"/>
                </a:lnTo>
                <a:lnTo>
                  <a:pt x="445" y="60"/>
                </a:lnTo>
                <a:lnTo>
                  <a:pt x="439" y="56"/>
                </a:lnTo>
                <a:lnTo>
                  <a:pt x="433" y="51"/>
                </a:lnTo>
                <a:lnTo>
                  <a:pt x="425" y="47"/>
                </a:lnTo>
                <a:lnTo>
                  <a:pt x="419" y="43"/>
                </a:lnTo>
                <a:lnTo>
                  <a:pt x="412" y="40"/>
                </a:lnTo>
                <a:lnTo>
                  <a:pt x="405" y="36"/>
                </a:lnTo>
                <a:lnTo>
                  <a:pt x="398" y="32"/>
                </a:lnTo>
                <a:lnTo>
                  <a:pt x="391" y="29"/>
                </a:lnTo>
                <a:lnTo>
                  <a:pt x="384" y="26"/>
                </a:lnTo>
                <a:lnTo>
                  <a:pt x="376" y="23"/>
                </a:lnTo>
                <a:lnTo>
                  <a:pt x="369" y="20"/>
                </a:lnTo>
                <a:lnTo>
                  <a:pt x="361" y="18"/>
                </a:lnTo>
                <a:lnTo>
                  <a:pt x="354" y="16"/>
                </a:lnTo>
                <a:lnTo>
                  <a:pt x="346" y="13"/>
                </a:lnTo>
                <a:lnTo>
                  <a:pt x="338" y="12"/>
                </a:lnTo>
                <a:lnTo>
                  <a:pt x="330" y="9"/>
                </a:lnTo>
                <a:lnTo>
                  <a:pt x="322" y="7"/>
                </a:lnTo>
                <a:lnTo>
                  <a:pt x="314" y="6"/>
                </a:lnTo>
                <a:lnTo>
                  <a:pt x="306" y="5"/>
                </a:lnTo>
                <a:lnTo>
                  <a:pt x="298" y="4"/>
                </a:lnTo>
                <a:lnTo>
                  <a:pt x="289" y="3"/>
                </a:lnTo>
                <a:lnTo>
                  <a:pt x="281" y="3"/>
                </a:lnTo>
                <a:lnTo>
                  <a:pt x="273" y="2"/>
                </a:lnTo>
                <a:lnTo>
                  <a:pt x="265" y="2"/>
                </a:lnTo>
                <a:lnTo>
                  <a:pt x="257" y="2"/>
                </a:lnTo>
                <a:lnTo>
                  <a:pt x="248" y="3"/>
                </a:lnTo>
                <a:lnTo>
                  <a:pt x="240" y="3"/>
                </a:lnTo>
                <a:lnTo>
                  <a:pt x="232" y="4"/>
                </a:lnTo>
                <a:lnTo>
                  <a:pt x="224" y="5"/>
                </a:lnTo>
                <a:lnTo>
                  <a:pt x="216" y="6"/>
                </a:lnTo>
                <a:lnTo>
                  <a:pt x="208" y="7"/>
                </a:lnTo>
                <a:lnTo>
                  <a:pt x="200" y="9"/>
                </a:lnTo>
                <a:lnTo>
                  <a:pt x="192" y="12"/>
                </a:lnTo>
                <a:lnTo>
                  <a:pt x="184" y="13"/>
                </a:lnTo>
                <a:lnTo>
                  <a:pt x="176" y="16"/>
                </a:lnTo>
                <a:lnTo>
                  <a:pt x="168" y="18"/>
                </a:lnTo>
                <a:lnTo>
                  <a:pt x="161" y="20"/>
                </a:lnTo>
                <a:lnTo>
                  <a:pt x="153" y="23"/>
                </a:lnTo>
                <a:lnTo>
                  <a:pt x="146" y="26"/>
                </a:lnTo>
                <a:lnTo>
                  <a:pt x="139" y="29"/>
                </a:lnTo>
                <a:lnTo>
                  <a:pt x="131" y="32"/>
                </a:lnTo>
                <a:lnTo>
                  <a:pt x="124" y="36"/>
                </a:lnTo>
                <a:lnTo>
                  <a:pt x="118" y="40"/>
                </a:lnTo>
                <a:lnTo>
                  <a:pt x="111" y="43"/>
                </a:lnTo>
                <a:lnTo>
                  <a:pt x="104" y="47"/>
                </a:lnTo>
                <a:lnTo>
                  <a:pt x="98" y="51"/>
                </a:lnTo>
                <a:lnTo>
                  <a:pt x="92" y="56"/>
                </a:lnTo>
                <a:lnTo>
                  <a:pt x="85" y="60"/>
                </a:lnTo>
                <a:lnTo>
                  <a:pt x="80" y="65"/>
                </a:lnTo>
                <a:lnTo>
                  <a:pt x="74" y="69"/>
                </a:lnTo>
                <a:lnTo>
                  <a:pt x="68" y="74"/>
                </a:lnTo>
                <a:lnTo>
                  <a:pt x="63" y="79"/>
                </a:lnTo>
                <a:lnTo>
                  <a:pt x="58" y="85"/>
                </a:lnTo>
                <a:lnTo>
                  <a:pt x="53" y="90"/>
                </a:lnTo>
                <a:lnTo>
                  <a:pt x="48" y="95"/>
                </a:lnTo>
                <a:lnTo>
                  <a:pt x="44" y="101"/>
                </a:lnTo>
                <a:lnTo>
                  <a:pt x="39" y="106"/>
                </a:lnTo>
                <a:lnTo>
                  <a:pt x="35" y="112"/>
                </a:lnTo>
                <a:lnTo>
                  <a:pt x="31" y="118"/>
                </a:lnTo>
                <a:lnTo>
                  <a:pt x="28" y="124"/>
                </a:lnTo>
                <a:lnTo>
                  <a:pt x="24" y="130"/>
                </a:lnTo>
                <a:lnTo>
                  <a:pt x="21" y="136"/>
                </a:lnTo>
                <a:lnTo>
                  <a:pt x="18" y="142"/>
                </a:lnTo>
                <a:lnTo>
                  <a:pt x="16" y="148"/>
                </a:lnTo>
                <a:lnTo>
                  <a:pt x="13" y="155"/>
                </a:lnTo>
                <a:lnTo>
                  <a:pt x="11" y="161"/>
                </a:lnTo>
                <a:lnTo>
                  <a:pt x="9" y="168"/>
                </a:lnTo>
                <a:lnTo>
                  <a:pt x="7" y="174"/>
                </a:lnTo>
                <a:lnTo>
                  <a:pt x="6" y="181"/>
                </a:lnTo>
                <a:lnTo>
                  <a:pt x="5" y="187"/>
                </a:lnTo>
                <a:lnTo>
                  <a:pt x="4" y="194"/>
                </a:lnTo>
                <a:lnTo>
                  <a:pt x="3" y="200"/>
                </a:lnTo>
                <a:lnTo>
                  <a:pt x="3" y="207"/>
                </a:lnTo>
                <a:lnTo>
                  <a:pt x="3" y="213"/>
                </a:lnTo>
                <a:lnTo>
                  <a:pt x="3" y="220"/>
                </a:lnTo>
                <a:lnTo>
                  <a:pt x="3" y="227"/>
                </a:lnTo>
                <a:lnTo>
                  <a:pt x="4" y="233"/>
                </a:lnTo>
                <a:lnTo>
                  <a:pt x="5" y="240"/>
                </a:lnTo>
                <a:lnTo>
                  <a:pt x="6" y="246"/>
                </a:lnTo>
                <a:lnTo>
                  <a:pt x="7" y="253"/>
                </a:lnTo>
                <a:lnTo>
                  <a:pt x="9" y="259"/>
                </a:lnTo>
                <a:lnTo>
                  <a:pt x="11" y="266"/>
                </a:lnTo>
                <a:lnTo>
                  <a:pt x="13" y="272"/>
                </a:lnTo>
                <a:lnTo>
                  <a:pt x="16" y="278"/>
                </a:lnTo>
                <a:lnTo>
                  <a:pt x="18" y="285"/>
                </a:lnTo>
                <a:lnTo>
                  <a:pt x="21" y="291"/>
                </a:lnTo>
                <a:lnTo>
                  <a:pt x="24" y="297"/>
                </a:lnTo>
                <a:lnTo>
                  <a:pt x="28" y="303"/>
                </a:lnTo>
                <a:lnTo>
                  <a:pt x="31" y="309"/>
                </a:lnTo>
                <a:lnTo>
                  <a:pt x="35" y="315"/>
                </a:lnTo>
                <a:lnTo>
                  <a:pt x="39" y="320"/>
                </a:lnTo>
                <a:lnTo>
                  <a:pt x="44" y="326"/>
                </a:lnTo>
                <a:lnTo>
                  <a:pt x="48" y="332"/>
                </a:lnTo>
                <a:lnTo>
                  <a:pt x="53" y="337"/>
                </a:lnTo>
                <a:lnTo>
                  <a:pt x="58" y="342"/>
                </a:lnTo>
                <a:lnTo>
                  <a:pt x="63" y="347"/>
                </a:lnTo>
                <a:lnTo>
                  <a:pt x="68" y="352"/>
                </a:lnTo>
                <a:lnTo>
                  <a:pt x="74" y="357"/>
                </a:lnTo>
                <a:lnTo>
                  <a:pt x="80" y="362"/>
                </a:lnTo>
                <a:lnTo>
                  <a:pt x="85" y="367"/>
                </a:lnTo>
                <a:lnTo>
                  <a:pt x="92" y="371"/>
                </a:lnTo>
                <a:lnTo>
                  <a:pt x="98" y="375"/>
                </a:lnTo>
                <a:lnTo>
                  <a:pt x="104" y="379"/>
                </a:lnTo>
                <a:lnTo>
                  <a:pt x="111" y="383"/>
                </a:lnTo>
                <a:lnTo>
                  <a:pt x="118" y="387"/>
                </a:lnTo>
                <a:lnTo>
                  <a:pt x="124" y="391"/>
                </a:lnTo>
                <a:lnTo>
                  <a:pt x="131" y="394"/>
                </a:lnTo>
                <a:lnTo>
                  <a:pt x="139" y="398"/>
                </a:lnTo>
                <a:lnTo>
                  <a:pt x="146" y="401"/>
                </a:lnTo>
                <a:lnTo>
                  <a:pt x="153" y="404"/>
                </a:lnTo>
                <a:lnTo>
                  <a:pt x="161" y="406"/>
                </a:lnTo>
                <a:lnTo>
                  <a:pt x="168" y="409"/>
                </a:lnTo>
                <a:lnTo>
                  <a:pt x="176" y="411"/>
                </a:lnTo>
                <a:lnTo>
                  <a:pt x="184" y="413"/>
                </a:lnTo>
                <a:lnTo>
                  <a:pt x="192" y="415"/>
                </a:lnTo>
                <a:lnTo>
                  <a:pt x="200" y="417"/>
                </a:lnTo>
                <a:lnTo>
                  <a:pt x="208" y="419"/>
                </a:lnTo>
                <a:lnTo>
                  <a:pt x="216" y="420"/>
                </a:lnTo>
                <a:lnTo>
                  <a:pt x="224" y="421"/>
                </a:lnTo>
                <a:lnTo>
                  <a:pt x="232" y="422"/>
                </a:lnTo>
                <a:lnTo>
                  <a:pt x="240" y="423"/>
                </a:lnTo>
                <a:lnTo>
                  <a:pt x="248" y="423"/>
                </a:lnTo>
                <a:lnTo>
                  <a:pt x="257" y="423"/>
                </a:lnTo>
                <a:lnTo>
                  <a:pt x="265" y="424"/>
                </a:lnTo>
                <a:lnTo>
                  <a:pt x="273" y="423"/>
                </a:lnTo>
                <a:lnTo>
                  <a:pt x="281" y="423"/>
                </a:lnTo>
                <a:lnTo>
                  <a:pt x="289" y="423"/>
                </a:lnTo>
                <a:lnTo>
                  <a:pt x="298" y="422"/>
                </a:lnTo>
                <a:lnTo>
                  <a:pt x="306" y="421"/>
                </a:lnTo>
                <a:lnTo>
                  <a:pt x="314" y="420"/>
                </a:lnTo>
                <a:lnTo>
                  <a:pt x="322" y="419"/>
                </a:lnTo>
                <a:lnTo>
                  <a:pt x="330" y="417"/>
                </a:lnTo>
                <a:lnTo>
                  <a:pt x="338" y="415"/>
                </a:lnTo>
                <a:lnTo>
                  <a:pt x="346" y="413"/>
                </a:lnTo>
                <a:lnTo>
                  <a:pt x="354" y="411"/>
                </a:lnTo>
                <a:lnTo>
                  <a:pt x="361" y="409"/>
                </a:lnTo>
                <a:lnTo>
                  <a:pt x="369" y="406"/>
                </a:lnTo>
                <a:lnTo>
                  <a:pt x="376" y="404"/>
                </a:lnTo>
                <a:lnTo>
                  <a:pt x="384" y="401"/>
                </a:lnTo>
                <a:lnTo>
                  <a:pt x="391" y="398"/>
                </a:lnTo>
                <a:lnTo>
                  <a:pt x="398" y="394"/>
                </a:lnTo>
                <a:lnTo>
                  <a:pt x="405" y="391"/>
                </a:lnTo>
                <a:lnTo>
                  <a:pt x="412" y="387"/>
                </a:lnTo>
                <a:lnTo>
                  <a:pt x="419" y="383"/>
                </a:lnTo>
                <a:lnTo>
                  <a:pt x="425" y="379"/>
                </a:lnTo>
                <a:lnTo>
                  <a:pt x="433" y="375"/>
                </a:lnTo>
                <a:lnTo>
                  <a:pt x="439" y="371"/>
                </a:lnTo>
                <a:lnTo>
                  <a:pt x="445" y="367"/>
                </a:lnTo>
                <a:lnTo>
                  <a:pt x="451" y="362"/>
                </a:lnTo>
                <a:lnTo>
                  <a:pt x="457" y="357"/>
                </a:lnTo>
                <a:lnTo>
                  <a:pt x="462" y="352"/>
                </a:lnTo>
                <a:lnTo>
                  <a:pt x="468" y="347"/>
                </a:lnTo>
                <a:lnTo>
                  <a:pt x="473" y="342"/>
                </a:lnTo>
                <a:lnTo>
                  <a:pt x="478" y="337"/>
                </a:lnTo>
                <a:lnTo>
                  <a:pt x="483" y="332"/>
                </a:lnTo>
                <a:lnTo>
                  <a:pt x="487" y="326"/>
                </a:lnTo>
                <a:lnTo>
                  <a:pt x="491" y="320"/>
                </a:lnTo>
                <a:lnTo>
                  <a:pt x="495" y="315"/>
                </a:lnTo>
                <a:lnTo>
                  <a:pt x="499" y="309"/>
                </a:lnTo>
                <a:lnTo>
                  <a:pt x="503" y="303"/>
                </a:lnTo>
                <a:lnTo>
                  <a:pt x="506" y="297"/>
                </a:lnTo>
                <a:lnTo>
                  <a:pt x="509" y="291"/>
                </a:lnTo>
                <a:lnTo>
                  <a:pt x="512" y="285"/>
                </a:lnTo>
                <a:lnTo>
                  <a:pt x="515" y="278"/>
                </a:lnTo>
                <a:lnTo>
                  <a:pt x="517" y="272"/>
                </a:lnTo>
                <a:lnTo>
                  <a:pt x="520" y="266"/>
                </a:lnTo>
                <a:lnTo>
                  <a:pt x="522" y="259"/>
                </a:lnTo>
                <a:lnTo>
                  <a:pt x="523" y="253"/>
                </a:lnTo>
                <a:lnTo>
                  <a:pt x="525" y="246"/>
                </a:lnTo>
                <a:lnTo>
                  <a:pt x="526" y="240"/>
                </a:lnTo>
                <a:lnTo>
                  <a:pt x="527" y="233"/>
                </a:lnTo>
                <a:lnTo>
                  <a:pt x="527" y="227"/>
                </a:lnTo>
                <a:lnTo>
                  <a:pt x="528" y="220"/>
                </a:lnTo>
                <a:lnTo>
                  <a:pt x="528" y="213"/>
                </a:lnTo>
                <a:moveTo>
                  <a:pt x="530" y="213"/>
                </a:moveTo>
                <a:lnTo>
                  <a:pt x="530" y="220"/>
                </a:lnTo>
                <a:lnTo>
                  <a:pt x="530" y="227"/>
                </a:lnTo>
                <a:lnTo>
                  <a:pt x="529" y="233"/>
                </a:lnTo>
                <a:lnTo>
                  <a:pt x="528" y="240"/>
                </a:lnTo>
                <a:lnTo>
                  <a:pt x="527" y="247"/>
                </a:lnTo>
                <a:lnTo>
                  <a:pt x="525" y="253"/>
                </a:lnTo>
                <a:lnTo>
                  <a:pt x="524" y="260"/>
                </a:lnTo>
                <a:lnTo>
                  <a:pt x="522" y="266"/>
                </a:lnTo>
                <a:lnTo>
                  <a:pt x="520" y="273"/>
                </a:lnTo>
                <a:lnTo>
                  <a:pt x="517" y="279"/>
                </a:lnTo>
                <a:lnTo>
                  <a:pt x="515" y="285"/>
                </a:lnTo>
                <a:lnTo>
                  <a:pt x="512" y="291"/>
                </a:lnTo>
                <a:lnTo>
                  <a:pt x="508" y="298"/>
                </a:lnTo>
                <a:lnTo>
                  <a:pt x="505" y="304"/>
                </a:lnTo>
                <a:lnTo>
                  <a:pt x="501" y="310"/>
                </a:lnTo>
                <a:lnTo>
                  <a:pt x="497" y="316"/>
                </a:lnTo>
                <a:lnTo>
                  <a:pt x="493" y="321"/>
                </a:lnTo>
                <a:lnTo>
                  <a:pt x="489" y="327"/>
                </a:lnTo>
                <a:lnTo>
                  <a:pt x="484" y="333"/>
                </a:lnTo>
                <a:lnTo>
                  <a:pt x="480" y="338"/>
                </a:lnTo>
                <a:lnTo>
                  <a:pt x="475" y="343"/>
                </a:lnTo>
                <a:lnTo>
                  <a:pt x="469" y="349"/>
                </a:lnTo>
                <a:lnTo>
                  <a:pt x="464" y="354"/>
                </a:lnTo>
                <a:lnTo>
                  <a:pt x="458" y="359"/>
                </a:lnTo>
                <a:lnTo>
                  <a:pt x="453" y="363"/>
                </a:lnTo>
                <a:lnTo>
                  <a:pt x="447" y="368"/>
                </a:lnTo>
                <a:lnTo>
                  <a:pt x="441" y="372"/>
                </a:lnTo>
                <a:lnTo>
                  <a:pt x="434" y="377"/>
                </a:lnTo>
                <a:lnTo>
                  <a:pt x="428" y="381"/>
                </a:lnTo>
                <a:lnTo>
                  <a:pt x="420" y="385"/>
                </a:lnTo>
                <a:lnTo>
                  <a:pt x="413" y="389"/>
                </a:lnTo>
                <a:lnTo>
                  <a:pt x="406" y="392"/>
                </a:lnTo>
                <a:lnTo>
                  <a:pt x="399" y="396"/>
                </a:lnTo>
                <a:lnTo>
                  <a:pt x="392" y="399"/>
                </a:lnTo>
                <a:lnTo>
                  <a:pt x="385" y="402"/>
                </a:lnTo>
                <a:lnTo>
                  <a:pt x="377" y="405"/>
                </a:lnTo>
                <a:lnTo>
                  <a:pt x="370" y="408"/>
                </a:lnTo>
                <a:lnTo>
                  <a:pt x="362" y="411"/>
                </a:lnTo>
                <a:lnTo>
                  <a:pt x="354" y="413"/>
                </a:lnTo>
                <a:lnTo>
                  <a:pt x="346" y="415"/>
                </a:lnTo>
                <a:lnTo>
                  <a:pt x="339" y="417"/>
                </a:lnTo>
                <a:lnTo>
                  <a:pt x="331" y="419"/>
                </a:lnTo>
                <a:lnTo>
                  <a:pt x="322" y="420"/>
                </a:lnTo>
                <a:lnTo>
                  <a:pt x="314" y="422"/>
                </a:lnTo>
                <a:lnTo>
                  <a:pt x="306" y="423"/>
                </a:lnTo>
                <a:lnTo>
                  <a:pt x="298" y="424"/>
                </a:lnTo>
                <a:lnTo>
                  <a:pt x="290" y="424"/>
                </a:lnTo>
                <a:lnTo>
                  <a:pt x="281" y="425"/>
                </a:lnTo>
                <a:lnTo>
                  <a:pt x="273" y="425"/>
                </a:lnTo>
                <a:lnTo>
                  <a:pt x="265" y="425"/>
                </a:lnTo>
                <a:lnTo>
                  <a:pt x="256" y="425"/>
                </a:lnTo>
                <a:lnTo>
                  <a:pt x="248" y="425"/>
                </a:lnTo>
                <a:lnTo>
                  <a:pt x="240" y="424"/>
                </a:lnTo>
                <a:lnTo>
                  <a:pt x="232" y="424"/>
                </a:lnTo>
                <a:lnTo>
                  <a:pt x="223" y="423"/>
                </a:lnTo>
                <a:lnTo>
                  <a:pt x="215" y="422"/>
                </a:lnTo>
                <a:lnTo>
                  <a:pt x="207" y="420"/>
                </a:lnTo>
                <a:lnTo>
                  <a:pt x="199" y="419"/>
                </a:lnTo>
                <a:lnTo>
                  <a:pt x="191" y="417"/>
                </a:lnTo>
                <a:lnTo>
                  <a:pt x="183" y="415"/>
                </a:lnTo>
                <a:lnTo>
                  <a:pt x="175" y="413"/>
                </a:lnTo>
                <a:lnTo>
                  <a:pt x="167" y="411"/>
                </a:lnTo>
                <a:lnTo>
                  <a:pt x="160" y="408"/>
                </a:lnTo>
                <a:lnTo>
                  <a:pt x="152" y="405"/>
                </a:lnTo>
                <a:lnTo>
                  <a:pt x="145" y="402"/>
                </a:lnTo>
                <a:lnTo>
                  <a:pt x="137" y="399"/>
                </a:lnTo>
                <a:lnTo>
                  <a:pt x="130" y="396"/>
                </a:lnTo>
                <a:lnTo>
                  <a:pt x="123" y="392"/>
                </a:lnTo>
                <a:lnTo>
                  <a:pt x="116" y="389"/>
                </a:lnTo>
                <a:lnTo>
                  <a:pt x="109" y="385"/>
                </a:lnTo>
                <a:lnTo>
                  <a:pt x="103" y="381"/>
                </a:lnTo>
                <a:lnTo>
                  <a:pt x="96" y="377"/>
                </a:lnTo>
                <a:lnTo>
                  <a:pt x="90" y="372"/>
                </a:lnTo>
                <a:lnTo>
                  <a:pt x="84" y="368"/>
                </a:lnTo>
                <a:lnTo>
                  <a:pt x="78" y="363"/>
                </a:lnTo>
                <a:lnTo>
                  <a:pt x="72" y="359"/>
                </a:lnTo>
                <a:lnTo>
                  <a:pt x="67" y="354"/>
                </a:lnTo>
                <a:lnTo>
                  <a:pt x="61" y="349"/>
                </a:lnTo>
                <a:lnTo>
                  <a:pt x="56" y="343"/>
                </a:lnTo>
                <a:lnTo>
                  <a:pt x="51" y="338"/>
                </a:lnTo>
                <a:lnTo>
                  <a:pt x="46" y="333"/>
                </a:lnTo>
                <a:lnTo>
                  <a:pt x="42" y="327"/>
                </a:lnTo>
                <a:lnTo>
                  <a:pt x="37" y="321"/>
                </a:lnTo>
                <a:lnTo>
                  <a:pt x="33" y="316"/>
                </a:lnTo>
                <a:lnTo>
                  <a:pt x="29" y="310"/>
                </a:lnTo>
                <a:lnTo>
                  <a:pt x="26" y="304"/>
                </a:lnTo>
                <a:lnTo>
                  <a:pt x="22" y="298"/>
                </a:lnTo>
                <a:lnTo>
                  <a:pt x="19" y="291"/>
                </a:lnTo>
                <a:lnTo>
                  <a:pt x="16" y="285"/>
                </a:lnTo>
                <a:lnTo>
                  <a:pt x="13" y="279"/>
                </a:lnTo>
                <a:lnTo>
                  <a:pt x="11" y="273"/>
                </a:lnTo>
                <a:lnTo>
                  <a:pt x="9" y="266"/>
                </a:lnTo>
                <a:lnTo>
                  <a:pt x="7" y="260"/>
                </a:lnTo>
                <a:lnTo>
                  <a:pt x="5" y="253"/>
                </a:lnTo>
                <a:lnTo>
                  <a:pt x="4" y="247"/>
                </a:lnTo>
                <a:lnTo>
                  <a:pt x="3" y="240"/>
                </a:lnTo>
                <a:lnTo>
                  <a:pt x="2" y="233"/>
                </a:lnTo>
                <a:lnTo>
                  <a:pt x="1" y="227"/>
                </a:lnTo>
                <a:lnTo>
                  <a:pt x="1" y="220"/>
                </a:lnTo>
                <a:lnTo>
                  <a:pt x="0" y="213"/>
                </a:lnTo>
                <a:lnTo>
                  <a:pt x="1" y="207"/>
                </a:lnTo>
                <a:lnTo>
                  <a:pt x="1" y="200"/>
                </a:lnTo>
                <a:lnTo>
                  <a:pt x="2" y="193"/>
                </a:lnTo>
                <a:lnTo>
                  <a:pt x="3" y="187"/>
                </a:lnTo>
                <a:lnTo>
                  <a:pt x="4" y="180"/>
                </a:lnTo>
                <a:lnTo>
                  <a:pt x="5" y="174"/>
                </a:lnTo>
                <a:lnTo>
                  <a:pt x="7" y="167"/>
                </a:lnTo>
                <a:lnTo>
                  <a:pt x="9" y="161"/>
                </a:lnTo>
                <a:lnTo>
                  <a:pt x="11" y="154"/>
                </a:lnTo>
                <a:lnTo>
                  <a:pt x="13" y="148"/>
                </a:lnTo>
                <a:lnTo>
                  <a:pt x="16" y="142"/>
                </a:lnTo>
                <a:lnTo>
                  <a:pt x="19" y="135"/>
                </a:lnTo>
                <a:lnTo>
                  <a:pt x="22" y="129"/>
                </a:lnTo>
                <a:lnTo>
                  <a:pt x="26" y="123"/>
                </a:lnTo>
                <a:lnTo>
                  <a:pt x="29" y="117"/>
                </a:lnTo>
                <a:lnTo>
                  <a:pt x="33" y="111"/>
                </a:lnTo>
                <a:lnTo>
                  <a:pt x="37" y="105"/>
                </a:lnTo>
                <a:lnTo>
                  <a:pt x="42" y="100"/>
                </a:lnTo>
                <a:lnTo>
                  <a:pt x="46" y="94"/>
                </a:lnTo>
                <a:lnTo>
                  <a:pt x="51" y="89"/>
                </a:lnTo>
                <a:lnTo>
                  <a:pt x="56" y="83"/>
                </a:lnTo>
                <a:lnTo>
                  <a:pt x="61" y="78"/>
                </a:lnTo>
                <a:lnTo>
                  <a:pt x="67" y="73"/>
                </a:lnTo>
                <a:lnTo>
                  <a:pt x="72" y="68"/>
                </a:lnTo>
                <a:lnTo>
                  <a:pt x="78" y="63"/>
                </a:lnTo>
                <a:lnTo>
                  <a:pt x="84" y="59"/>
                </a:lnTo>
                <a:lnTo>
                  <a:pt x="90" y="54"/>
                </a:lnTo>
                <a:lnTo>
                  <a:pt x="96" y="50"/>
                </a:lnTo>
                <a:lnTo>
                  <a:pt x="103" y="46"/>
                </a:lnTo>
                <a:lnTo>
                  <a:pt x="109" y="42"/>
                </a:lnTo>
                <a:lnTo>
                  <a:pt x="116" y="38"/>
                </a:lnTo>
                <a:lnTo>
                  <a:pt x="123" y="34"/>
                </a:lnTo>
                <a:lnTo>
                  <a:pt x="130" y="31"/>
                </a:lnTo>
                <a:lnTo>
                  <a:pt x="137" y="28"/>
                </a:lnTo>
                <a:lnTo>
                  <a:pt x="145" y="24"/>
                </a:lnTo>
                <a:lnTo>
                  <a:pt x="152" y="22"/>
                </a:lnTo>
                <a:lnTo>
                  <a:pt x="160" y="19"/>
                </a:lnTo>
                <a:lnTo>
                  <a:pt x="167" y="16"/>
                </a:lnTo>
                <a:lnTo>
                  <a:pt x="175" y="14"/>
                </a:lnTo>
                <a:lnTo>
                  <a:pt x="183" y="12"/>
                </a:lnTo>
                <a:lnTo>
                  <a:pt x="191" y="9"/>
                </a:lnTo>
                <a:lnTo>
                  <a:pt x="199" y="7"/>
                </a:lnTo>
                <a:lnTo>
                  <a:pt x="207" y="5"/>
                </a:lnTo>
                <a:lnTo>
                  <a:pt x="215" y="4"/>
                </a:lnTo>
                <a:lnTo>
                  <a:pt x="223" y="3"/>
                </a:lnTo>
                <a:lnTo>
                  <a:pt x="232" y="2"/>
                </a:lnTo>
                <a:lnTo>
                  <a:pt x="240" y="1"/>
                </a:lnTo>
                <a:lnTo>
                  <a:pt x="248" y="1"/>
                </a:lnTo>
                <a:lnTo>
                  <a:pt x="256" y="0"/>
                </a:lnTo>
                <a:lnTo>
                  <a:pt x="265" y="0"/>
                </a:lnTo>
                <a:lnTo>
                  <a:pt x="273" y="0"/>
                </a:lnTo>
                <a:lnTo>
                  <a:pt x="281" y="1"/>
                </a:lnTo>
                <a:lnTo>
                  <a:pt x="290" y="1"/>
                </a:lnTo>
                <a:lnTo>
                  <a:pt x="298" y="2"/>
                </a:lnTo>
                <a:lnTo>
                  <a:pt x="306" y="3"/>
                </a:lnTo>
                <a:lnTo>
                  <a:pt x="314" y="4"/>
                </a:lnTo>
                <a:lnTo>
                  <a:pt x="322" y="5"/>
                </a:lnTo>
                <a:lnTo>
                  <a:pt x="331" y="7"/>
                </a:lnTo>
                <a:lnTo>
                  <a:pt x="339" y="9"/>
                </a:lnTo>
                <a:lnTo>
                  <a:pt x="346" y="12"/>
                </a:lnTo>
                <a:lnTo>
                  <a:pt x="354" y="14"/>
                </a:lnTo>
                <a:lnTo>
                  <a:pt x="362" y="16"/>
                </a:lnTo>
                <a:lnTo>
                  <a:pt x="370" y="19"/>
                </a:lnTo>
                <a:lnTo>
                  <a:pt x="377" y="22"/>
                </a:lnTo>
                <a:lnTo>
                  <a:pt x="385" y="24"/>
                </a:lnTo>
                <a:lnTo>
                  <a:pt x="392" y="28"/>
                </a:lnTo>
                <a:lnTo>
                  <a:pt x="399" y="31"/>
                </a:lnTo>
                <a:lnTo>
                  <a:pt x="406" y="34"/>
                </a:lnTo>
                <a:lnTo>
                  <a:pt x="413" y="38"/>
                </a:lnTo>
                <a:lnTo>
                  <a:pt x="420" y="42"/>
                </a:lnTo>
                <a:lnTo>
                  <a:pt x="428" y="46"/>
                </a:lnTo>
                <a:lnTo>
                  <a:pt x="434" y="50"/>
                </a:lnTo>
                <a:lnTo>
                  <a:pt x="441" y="54"/>
                </a:lnTo>
                <a:lnTo>
                  <a:pt x="447" y="59"/>
                </a:lnTo>
                <a:lnTo>
                  <a:pt x="453" y="63"/>
                </a:lnTo>
                <a:lnTo>
                  <a:pt x="458" y="68"/>
                </a:lnTo>
                <a:lnTo>
                  <a:pt x="464" y="73"/>
                </a:lnTo>
                <a:lnTo>
                  <a:pt x="469" y="78"/>
                </a:lnTo>
                <a:lnTo>
                  <a:pt x="475" y="83"/>
                </a:lnTo>
                <a:lnTo>
                  <a:pt x="480" y="89"/>
                </a:lnTo>
                <a:lnTo>
                  <a:pt x="484" y="94"/>
                </a:lnTo>
                <a:lnTo>
                  <a:pt x="489" y="100"/>
                </a:lnTo>
                <a:lnTo>
                  <a:pt x="493" y="105"/>
                </a:lnTo>
                <a:lnTo>
                  <a:pt x="497" y="111"/>
                </a:lnTo>
                <a:lnTo>
                  <a:pt x="501" y="117"/>
                </a:lnTo>
                <a:lnTo>
                  <a:pt x="505" y="123"/>
                </a:lnTo>
                <a:lnTo>
                  <a:pt x="508" y="129"/>
                </a:lnTo>
                <a:lnTo>
                  <a:pt x="512" y="135"/>
                </a:lnTo>
                <a:lnTo>
                  <a:pt x="515" y="142"/>
                </a:lnTo>
                <a:lnTo>
                  <a:pt x="517" y="148"/>
                </a:lnTo>
                <a:lnTo>
                  <a:pt x="520" y="154"/>
                </a:lnTo>
                <a:lnTo>
                  <a:pt x="522" y="161"/>
                </a:lnTo>
                <a:lnTo>
                  <a:pt x="524" y="167"/>
                </a:lnTo>
                <a:lnTo>
                  <a:pt x="525" y="174"/>
                </a:lnTo>
                <a:lnTo>
                  <a:pt x="527" y="180"/>
                </a:lnTo>
                <a:lnTo>
                  <a:pt x="528" y="187"/>
                </a:lnTo>
                <a:lnTo>
                  <a:pt x="529" y="193"/>
                </a:lnTo>
                <a:lnTo>
                  <a:pt x="530" y="200"/>
                </a:lnTo>
                <a:lnTo>
                  <a:pt x="530" y="207"/>
                </a:lnTo>
                <a:lnTo>
                  <a:pt x="530" y="213"/>
                </a:lnTo>
                <a:close/>
              </a:path>
            </a:pathLst>
          </a:custGeom>
          <a:solidFill>
            <a:srgbClr val="ffdc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4" name=""/>
          <p:cNvSpPr/>
          <p:nvPr/>
        </p:nvSpPr>
        <p:spPr>
          <a:xfrm>
            <a:off x="4882680" y="1751040"/>
            <a:ext cx="192240" cy="154080"/>
          </a:xfrm>
          <a:custGeom>
            <a:avLst/>
            <a:gdLst/>
            <a:ahLst/>
            <a:rect l="0" t="0" r="r" b="b"/>
            <a:pathLst>
              <a:path w="534" h="428">
                <a:moveTo>
                  <a:pt x="532" y="214"/>
                </a:moveTo>
                <a:lnTo>
                  <a:pt x="532" y="208"/>
                </a:lnTo>
                <a:lnTo>
                  <a:pt x="532" y="201"/>
                </a:lnTo>
                <a:lnTo>
                  <a:pt x="531" y="194"/>
                </a:lnTo>
                <a:lnTo>
                  <a:pt x="530" y="188"/>
                </a:lnTo>
                <a:lnTo>
                  <a:pt x="529" y="181"/>
                </a:lnTo>
                <a:lnTo>
                  <a:pt x="527" y="175"/>
                </a:lnTo>
                <a:lnTo>
                  <a:pt x="526" y="168"/>
                </a:lnTo>
                <a:lnTo>
                  <a:pt x="524" y="162"/>
                </a:lnTo>
                <a:lnTo>
                  <a:pt x="522" y="155"/>
                </a:lnTo>
                <a:lnTo>
                  <a:pt x="519" y="149"/>
                </a:lnTo>
                <a:lnTo>
                  <a:pt x="517" y="143"/>
                </a:lnTo>
                <a:lnTo>
                  <a:pt x="514" y="136"/>
                </a:lnTo>
                <a:lnTo>
                  <a:pt x="510" y="130"/>
                </a:lnTo>
                <a:lnTo>
                  <a:pt x="507" y="124"/>
                </a:lnTo>
                <a:lnTo>
                  <a:pt x="503" y="118"/>
                </a:lnTo>
                <a:lnTo>
                  <a:pt x="499" y="112"/>
                </a:lnTo>
                <a:lnTo>
                  <a:pt x="495" y="106"/>
                </a:lnTo>
                <a:lnTo>
                  <a:pt x="491" y="101"/>
                </a:lnTo>
                <a:lnTo>
                  <a:pt x="486" y="95"/>
                </a:lnTo>
                <a:lnTo>
                  <a:pt x="482" y="90"/>
                </a:lnTo>
                <a:lnTo>
                  <a:pt x="477" y="84"/>
                </a:lnTo>
                <a:lnTo>
                  <a:pt x="471" y="79"/>
                </a:lnTo>
                <a:lnTo>
                  <a:pt x="466" y="74"/>
                </a:lnTo>
                <a:lnTo>
                  <a:pt x="460" y="69"/>
                </a:lnTo>
                <a:lnTo>
                  <a:pt x="455" y="64"/>
                </a:lnTo>
                <a:lnTo>
                  <a:pt x="449" y="60"/>
                </a:lnTo>
                <a:lnTo>
                  <a:pt x="443" y="55"/>
                </a:lnTo>
                <a:lnTo>
                  <a:pt x="436" y="51"/>
                </a:lnTo>
                <a:lnTo>
                  <a:pt x="430" y="46"/>
                </a:lnTo>
                <a:lnTo>
                  <a:pt x="423" y="42"/>
                </a:lnTo>
                <a:lnTo>
                  <a:pt x="416" y="38"/>
                </a:lnTo>
                <a:lnTo>
                  <a:pt x="409" y="34"/>
                </a:lnTo>
                <a:lnTo>
                  <a:pt x="402" y="31"/>
                </a:lnTo>
                <a:lnTo>
                  <a:pt x="395" y="28"/>
                </a:lnTo>
                <a:lnTo>
                  <a:pt x="388" y="24"/>
                </a:lnTo>
                <a:lnTo>
                  <a:pt x="380" y="22"/>
                </a:lnTo>
                <a:lnTo>
                  <a:pt x="373" y="19"/>
                </a:lnTo>
                <a:lnTo>
                  <a:pt x="365" y="16"/>
                </a:lnTo>
                <a:lnTo>
                  <a:pt x="357" y="14"/>
                </a:lnTo>
                <a:lnTo>
                  <a:pt x="349" y="12"/>
                </a:lnTo>
                <a:lnTo>
                  <a:pt x="342" y="10"/>
                </a:lnTo>
                <a:lnTo>
                  <a:pt x="334" y="8"/>
                </a:lnTo>
                <a:lnTo>
                  <a:pt x="325" y="6"/>
                </a:lnTo>
                <a:lnTo>
                  <a:pt x="317" y="5"/>
                </a:lnTo>
                <a:lnTo>
                  <a:pt x="309" y="4"/>
                </a:lnTo>
                <a:lnTo>
                  <a:pt x="301" y="3"/>
                </a:lnTo>
                <a:lnTo>
                  <a:pt x="293" y="2"/>
                </a:lnTo>
                <a:lnTo>
                  <a:pt x="284" y="2"/>
                </a:lnTo>
                <a:lnTo>
                  <a:pt x="276" y="1"/>
                </a:lnTo>
                <a:lnTo>
                  <a:pt x="268" y="1"/>
                </a:lnTo>
                <a:lnTo>
                  <a:pt x="259" y="1"/>
                </a:lnTo>
                <a:lnTo>
                  <a:pt x="251" y="2"/>
                </a:lnTo>
                <a:lnTo>
                  <a:pt x="243" y="2"/>
                </a:lnTo>
                <a:lnTo>
                  <a:pt x="235" y="3"/>
                </a:lnTo>
                <a:lnTo>
                  <a:pt x="226" y="4"/>
                </a:lnTo>
                <a:lnTo>
                  <a:pt x="218" y="5"/>
                </a:lnTo>
                <a:lnTo>
                  <a:pt x="210" y="6"/>
                </a:lnTo>
                <a:lnTo>
                  <a:pt x="202" y="8"/>
                </a:lnTo>
                <a:lnTo>
                  <a:pt x="194" y="10"/>
                </a:lnTo>
                <a:lnTo>
                  <a:pt x="186" y="12"/>
                </a:lnTo>
                <a:lnTo>
                  <a:pt x="178" y="14"/>
                </a:lnTo>
                <a:lnTo>
                  <a:pt x="170" y="16"/>
                </a:lnTo>
                <a:lnTo>
                  <a:pt x="163" y="19"/>
                </a:lnTo>
                <a:lnTo>
                  <a:pt x="155" y="22"/>
                </a:lnTo>
                <a:lnTo>
                  <a:pt x="148" y="24"/>
                </a:lnTo>
                <a:lnTo>
                  <a:pt x="140" y="28"/>
                </a:lnTo>
                <a:lnTo>
                  <a:pt x="133" y="31"/>
                </a:lnTo>
                <a:lnTo>
                  <a:pt x="126" y="34"/>
                </a:lnTo>
                <a:lnTo>
                  <a:pt x="119" y="38"/>
                </a:lnTo>
                <a:lnTo>
                  <a:pt x="112" y="42"/>
                </a:lnTo>
                <a:lnTo>
                  <a:pt x="106" y="46"/>
                </a:lnTo>
                <a:lnTo>
                  <a:pt x="99" y="51"/>
                </a:lnTo>
                <a:lnTo>
                  <a:pt x="93" y="55"/>
                </a:lnTo>
                <a:lnTo>
                  <a:pt x="87" y="60"/>
                </a:lnTo>
                <a:lnTo>
                  <a:pt x="81" y="64"/>
                </a:lnTo>
                <a:lnTo>
                  <a:pt x="75" y="69"/>
                </a:lnTo>
                <a:lnTo>
                  <a:pt x="70" y="74"/>
                </a:lnTo>
                <a:lnTo>
                  <a:pt x="64" y="79"/>
                </a:lnTo>
                <a:lnTo>
                  <a:pt x="59" y="84"/>
                </a:lnTo>
                <a:lnTo>
                  <a:pt x="54" y="90"/>
                </a:lnTo>
                <a:lnTo>
                  <a:pt x="49" y="95"/>
                </a:lnTo>
                <a:lnTo>
                  <a:pt x="45" y="101"/>
                </a:lnTo>
                <a:lnTo>
                  <a:pt x="40" y="106"/>
                </a:lnTo>
                <a:lnTo>
                  <a:pt x="36" y="112"/>
                </a:lnTo>
                <a:lnTo>
                  <a:pt x="32" y="118"/>
                </a:lnTo>
                <a:lnTo>
                  <a:pt x="28" y="124"/>
                </a:lnTo>
                <a:lnTo>
                  <a:pt x="24" y="130"/>
                </a:lnTo>
                <a:lnTo>
                  <a:pt x="21" y="136"/>
                </a:lnTo>
                <a:lnTo>
                  <a:pt x="18" y="143"/>
                </a:lnTo>
                <a:lnTo>
                  <a:pt x="15" y="149"/>
                </a:lnTo>
                <a:lnTo>
                  <a:pt x="13" y="155"/>
                </a:lnTo>
                <a:lnTo>
                  <a:pt x="11" y="162"/>
                </a:lnTo>
                <a:lnTo>
                  <a:pt x="9" y="168"/>
                </a:lnTo>
                <a:lnTo>
                  <a:pt x="7" y="175"/>
                </a:lnTo>
                <a:lnTo>
                  <a:pt x="6" y="181"/>
                </a:lnTo>
                <a:lnTo>
                  <a:pt x="5" y="188"/>
                </a:lnTo>
                <a:lnTo>
                  <a:pt x="4" y="194"/>
                </a:lnTo>
                <a:lnTo>
                  <a:pt x="3" y="201"/>
                </a:lnTo>
                <a:lnTo>
                  <a:pt x="3" y="208"/>
                </a:lnTo>
                <a:lnTo>
                  <a:pt x="2" y="214"/>
                </a:lnTo>
                <a:lnTo>
                  <a:pt x="3" y="221"/>
                </a:lnTo>
                <a:lnTo>
                  <a:pt x="3" y="228"/>
                </a:lnTo>
                <a:lnTo>
                  <a:pt x="4" y="234"/>
                </a:lnTo>
                <a:lnTo>
                  <a:pt x="5" y="241"/>
                </a:lnTo>
                <a:lnTo>
                  <a:pt x="6" y="248"/>
                </a:lnTo>
                <a:lnTo>
                  <a:pt x="7" y="254"/>
                </a:lnTo>
                <a:lnTo>
                  <a:pt x="9" y="261"/>
                </a:lnTo>
                <a:lnTo>
                  <a:pt x="11" y="267"/>
                </a:lnTo>
                <a:lnTo>
                  <a:pt x="13" y="274"/>
                </a:lnTo>
                <a:lnTo>
                  <a:pt x="15" y="280"/>
                </a:lnTo>
                <a:lnTo>
                  <a:pt x="18" y="286"/>
                </a:lnTo>
                <a:lnTo>
                  <a:pt x="21" y="292"/>
                </a:lnTo>
                <a:lnTo>
                  <a:pt x="24" y="299"/>
                </a:lnTo>
                <a:lnTo>
                  <a:pt x="28" y="305"/>
                </a:lnTo>
                <a:lnTo>
                  <a:pt x="32" y="311"/>
                </a:lnTo>
                <a:lnTo>
                  <a:pt x="36" y="317"/>
                </a:lnTo>
                <a:lnTo>
                  <a:pt x="40" y="322"/>
                </a:lnTo>
                <a:lnTo>
                  <a:pt x="45" y="328"/>
                </a:lnTo>
                <a:lnTo>
                  <a:pt x="49" y="334"/>
                </a:lnTo>
                <a:lnTo>
                  <a:pt x="54" y="339"/>
                </a:lnTo>
                <a:lnTo>
                  <a:pt x="59" y="344"/>
                </a:lnTo>
                <a:lnTo>
                  <a:pt x="64" y="350"/>
                </a:lnTo>
                <a:lnTo>
                  <a:pt x="70" y="355"/>
                </a:lnTo>
                <a:lnTo>
                  <a:pt x="75" y="360"/>
                </a:lnTo>
                <a:lnTo>
                  <a:pt x="81" y="364"/>
                </a:lnTo>
                <a:lnTo>
                  <a:pt x="87" y="369"/>
                </a:lnTo>
                <a:lnTo>
                  <a:pt x="93" y="373"/>
                </a:lnTo>
                <a:lnTo>
                  <a:pt x="99" y="378"/>
                </a:lnTo>
                <a:lnTo>
                  <a:pt x="106" y="382"/>
                </a:lnTo>
                <a:lnTo>
                  <a:pt x="112" y="386"/>
                </a:lnTo>
                <a:lnTo>
                  <a:pt x="119" y="390"/>
                </a:lnTo>
                <a:lnTo>
                  <a:pt x="126" y="393"/>
                </a:lnTo>
                <a:lnTo>
                  <a:pt x="133" y="397"/>
                </a:lnTo>
                <a:lnTo>
                  <a:pt x="140" y="400"/>
                </a:lnTo>
                <a:lnTo>
                  <a:pt x="148" y="403"/>
                </a:lnTo>
                <a:lnTo>
                  <a:pt x="155" y="406"/>
                </a:lnTo>
                <a:lnTo>
                  <a:pt x="163" y="409"/>
                </a:lnTo>
                <a:lnTo>
                  <a:pt x="170" y="412"/>
                </a:lnTo>
                <a:lnTo>
                  <a:pt x="178" y="414"/>
                </a:lnTo>
                <a:lnTo>
                  <a:pt x="186" y="416"/>
                </a:lnTo>
                <a:lnTo>
                  <a:pt x="194" y="418"/>
                </a:lnTo>
                <a:lnTo>
                  <a:pt x="202" y="420"/>
                </a:lnTo>
                <a:lnTo>
                  <a:pt x="210" y="421"/>
                </a:lnTo>
                <a:lnTo>
                  <a:pt x="218" y="423"/>
                </a:lnTo>
                <a:lnTo>
                  <a:pt x="226" y="424"/>
                </a:lnTo>
                <a:lnTo>
                  <a:pt x="235" y="425"/>
                </a:lnTo>
                <a:lnTo>
                  <a:pt x="243" y="425"/>
                </a:lnTo>
                <a:lnTo>
                  <a:pt x="251" y="426"/>
                </a:lnTo>
                <a:lnTo>
                  <a:pt x="259" y="426"/>
                </a:lnTo>
                <a:lnTo>
                  <a:pt x="268" y="426"/>
                </a:lnTo>
                <a:lnTo>
                  <a:pt x="276" y="426"/>
                </a:lnTo>
                <a:lnTo>
                  <a:pt x="284" y="426"/>
                </a:lnTo>
                <a:lnTo>
                  <a:pt x="293" y="425"/>
                </a:lnTo>
                <a:lnTo>
                  <a:pt x="301" y="425"/>
                </a:lnTo>
                <a:lnTo>
                  <a:pt x="309" y="424"/>
                </a:lnTo>
                <a:lnTo>
                  <a:pt x="317" y="423"/>
                </a:lnTo>
                <a:lnTo>
                  <a:pt x="325" y="421"/>
                </a:lnTo>
                <a:lnTo>
                  <a:pt x="334" y="420"/>
                </a:lnTo>
                <a:lnTo>
                  <a:pt x="342" y="418"/>
                </a:lnTo>
                <a:lnTo>
                  <a:pt x="349" y="416"/>
                </a:lnTo>
                <a:lnTo>
                  <a:pt x="357" y="414"/>
                </a:lnTo>
                <a:lnTo>
                  <a:pt x="365" y="412"/>
                </a:lnTo>
                <a:lnTo>
                  <a:pt x="373" y="409"/>
                </a:lnTo>
                <a:lnTo>
                  <a:pt x="380" y="406"/>
                </a:lnTo>
                <a:lnTo>
                  <a:pt x="388" y="403"/>
                </a:lnTo>
                <a:lnTo>
                  <a:pt x="395" y="400"/>
                </a:lnTo>
                <a:lnTo>
                  <a:pt x="402" y="397"/>
                </a:lnTo>
                <a:lnTo>
                  <a:pt x="409" y="393"/>
                </a:lnTo>
                <a:lnTo>
                  <a:pt x="416" y="390"/>
                </a:lnTo>
                <a:lnTo>
                  <a:pt x="423" y="386"/>
                </a:lnTo>
                <a:lnTo>
                  <a:pt x="430" y="382"/>
                </a:lnTo>
                <a:lnTo>
                  <a:pt x="436" y="378"/>
                </a:lnTo>
                <a:lnTo>
                  <a:pt x="443" y="373"/>
                </a:lnTo>
                <a:lnTo>
                  <a:pt x="449" y="369"/>
                </a:lnTo>
                <a:lnTo>
                  <a:pt x="455" y="364"/>
                </a:lnTo>
                <a:lnTo>
                  <a:pt x="460" y="360"/>
                </a:lnTo>
                <a:lnTo>
                  <a:pt x="466" y="355"/>
                </a:lnTo>
                <a:lnTo>
                  <a:pt x="471" y="350"/>
                </a:lnTo>
                <a:lnTo>
                  <a:pt x="477" y="344"/>
                </a:lnTo>
                <a:lnTo>
                  <a:pt x="482" y="339"/>
                </a:lnTo>
                <a:lnTo>
                  <a:pt x="486" y="334"/>
                </a:lnTo>
                <a:lnTo>
                  <a:pt x="491" y="328"/>
                </a:lnTo>
                <a:lnTo>
                  <a:pt x="495" y="322"/>
                </a:lnTo>
                <a:lnTo>
                  <a:pt x="499" y="317"/>
                </a:lnTo>
                <a:lnTo>
                  <a:pt x="503" y="311"/>
                </a:lnTo>
                <a:lnTo>
                  <a:pt x="507" y="305"/>
                </a:lnTo>
                <a:lnTo>
                  <a:pt x="510" y="299"/>
                </a:lnTo>
                <a:lnTo>
                  <a:pt x="514" y="292"/>
                </a:lnTo>
                <a:lnTo>
                  <a:pt x="517" y="286"/>
                </a:lnTo>
                <a:lnTo>
                  <a:pt x="519" y="280"/>
                </a:lnTo>
                <a:lnTo>
                  <a:pt x="522" y="274"/>
                </a:lnTo>
                <a:lnTo>
                  <a:pt x="524" y="267"/>
                </a:lnTo>
                <a:lnTo>
                  <a:pt x="526" y="261"/>
                </a:lnTo>
                <a:lnTo>
                  <a:pt x="527" y="254"/>
                </a:lnTo>
                <a:lnTo>
                  <a:pt x="529" y="248"/>
                </a:lnTo>
                <a:lnTo>
                  <a:pt x="530" y="241"/>
                </a:lnTo>
                <a:lnTo>
                  <a:pt x="531" y="234"/>
                </a:lnTo>
                <a:lnTo>
                  <a:pt x="532" y="228"/>
                </a:lnTo>
                <a:lnTo>
                  <a:pt x="532" y="221"/>
                </a:lnTo>
                <a:lnTo>
                  <a:pt x="532" y="214"/>
                </a:lnTo>
                <a:moveTo>
                  <a:pt x="534" y="214"/>
                </a:moveTo>
                <a:lnTo>
                  <a:pt x="534" y="221"/>
                </a:lnTo>
                <a:lnTo>
                  <a:pt x="534" y="228"/>
                </a:lnTo>
                <a:lnTo>
                  <a:pt x="533" y="235"/>
                </a:lnTo>
                <a:lnTo>
                  <a:pt x="532" y="241"/>
                </a:lnTo>
                <a:lnTo>
                  <a:pt x="531" y="248"/>
                </a:lnTo>
                <a:lnTo>
                  <a:pt x="530" y="254"/>
                </a:lnTo>
                <a:lnTo>
                  <a:pt x="528" y="261"/>
                </a:lnTo>
                <a:lnTo>
                  <a:pt x="526" y="268"/>
                </a:lnTo>
                <a:lnTo>
                  <a:pt x="524" y="274"/>
                </a:lnTo>
                <a:lnTo>
                  <a:pt x="521" y="280"/>
                </a:lnTo>
                <a:lnTo>
                  <a:pt x="519" y="287"/>
                </a:lnTo>
                <a:lnTo>
                  <a:pt x="516" y="293"/>
                </a:lnTo>
                <a:lnTo>
                  <a:pt x="513" y="299"/>
                </a:lnTo>
                <a:lnTo>
                  <a:pt x="509" y="305"/>
                </a:lnTo>
                <a:lnTo>
                  <a:pt x="505" y="311"/>
                </a:lnTo>
                <a:lnTo>
                  <a:pt x="501" y="317"/>
                </a:lnTo>
                <a:lnTo>
                  <a:pt x="497" y="323"/>
                </a:lnTo>
                <a:lnTo>
                  <a:pt x="493" y="329"/>
                </a:lnTo>
                <a:lnTo>
                  <a:pt x="488" y="335"/>
                </a:lnTo>
                <a:lnTo>
                  <a:pt x="484" y="340"/>
                </a:lnTo>
                <a:lnTo>
                  <a:pt x="478" y="345"/>
                </a:lnTo>
                <a:lnTo>
                  <a:pt x="473" y="351"/>
                </a:lnTo>
                <a:lnTo>
                  <a:pt x="468" y="356"/>
                </a:lnTo>
                <a:lnTo>
                  <a:pt x="462" y="361"/>
                </a:lnTo>
                <a:lnTo>
                  <a:pt x="456" y="366"/>
                </a:lnTo>
                <a:lnTo>
                  <a:pt x="450" y="370"/>
                </a:lnTo>
                <a:lnTo>
                  <a:pt x="444" y="375"/>
                </a:lnTo>
                <a:lnTo>
                  <a:pt x="438" y="379"/>
                </a:lnTo>
                <a:lnTo>
                  <a:pt x="431" y="383"/>
                </a:lnTo>
                <a:lnTo>
                  <a:pt x="425" y="387"/>
                </a:lnTo>
                <a:lnTo>
                  <a:pt x="418" y="391"/>
                </a:lnTo>
                <a:lnTo>
                  <a:pt x="411" y="395"/>
                </a:lnTo>
                <a:lnTo>
                  <a:pt x="404" y="398"/>
                </a:lnTo>
                <a:lnTo>
                  <a:pt x="396" y="402"/>
                </a:lnTo>
                <a:lnTo>
                  <a:pt x="389" y="405"/>
                </a:lnTo>
                <a:lnTo>
                  <a:pt x="381" y="408"/>
                </a:lnTo>
                <a:lnTo>
                  <a:pt x="374" y="411"/>
                </a:lnTo>
                <a:lnTo>
                  <a:pt x="366" y="413"/>
                </a:lnTo>
                <a:lnTo>
                  <a:pt x="358" y="416"/>
                </a:lnTo>
                <a:lnTo>
                  <a:pt x="350" y="418"/>
                </a:lnTo>
                <a:lnTo>
                  <a:pt x="342" y="420"/>
                </a:lnTo>
                <a:lnTo>
                  <a:pt x="334" y="422"/>
                </a:lnTo>
                <a:lnTo>
                  <a:pt x="326" y="423"/>
                </a:lnTo>
                <a:lnTo>
                  <a:pt x="318" y="424"/>
                </a:lnTo>
                <a:lnTo>
                  <a:pt x="310" y="426"/>
                </a:lnTo>
                <a:lnTo>
                  <a:pt x="301" y="427"/>
                </a:lnTo>
                <a:lnTo>
                  <a:pt x="293" y="427"/>
                </a:lnTo>
                <a:lnTo>
                  <a:pt x="285" y="428"/>
                </a:lnTo>
                <a:lnTo>
                  <a:pt x="276" y="428"/>
                </a:lnTo>
                <a:lnTo>
                  <a:pt x="268" y="428"/>
                </a:lnTo>
                <a:lnTo>
                  <a:pt x="259" y="428"/>
                </a:lnTo>
                <a:lnTo>
                  <a:pt x="251" y="428"/>
                </a:lnTo>
                <a:lnTo>
                  <a:pt x="243" y="427"/>
                </a:lnTo>
                <a:lnTo>
                  <a:pt x="234" y="427"/>
                </a:lnTo>
                <a:lnTo>
                  <a:pt x="226" y="426"/>
                </a:lnTo>
                <a:lnTo>
                  <a:pt x="218" y="424"/>
                </a:lnTo>
                <a:lnTo>
                  <a:pt x="210" y="423"/>
                </a:lnTo>
                <a:lnTo>
                  <a:pt x="201" y="422"/>
                </a:lnTo>
                <a:lnTo>
                  <a:pt x="193" y="420"/>
                </a:lnTo>
                <a:lnTo>
                  <a:pt x="185" y="418"/>
                </a:lnTo>
                <a:lnTo>
                  <a:pt x="177" y="416"/>
                </a:lnTo>
                <a:lnTo>
                  <a:pt x="170" y="413"/>
                </a:lnTo>
                <a:lnTo>
                  <a:pt x="162" y="411"/>
                </a:lnTo>
                <a:lnTo>
                  <a:pt x="154" y="408"/>
                </a:lnTo>
                <a:lnTo>
                  <a:pt x="147" y="405"/>
                </a:lnTo>
                <a:lnTo>
                  <a:pt x="139" y="402"/>
                </a:lnTo>
                <a:lnTo>
                  <a:pt x="132" y="398"/>
                </a:lnTo>
                <a:lnTo>
                  <a:pt x="125" y="395"/>
                </a:lnTo>
                <a:lnTo>
                  <a:pt x="118" y="391"/>
                </a:lnTo>
                <a:lnTo>
                  <a:pt x="111" y="387"/>
                </a:lnTo>
                <a:lnTo>
                  <a:pt x="104" y="383"/>
                </a:lnTo>
                <a:lnTo>
                  <a:pt x="98" y="379"/>
                </a:lnTo>
                <a:lnTo>
                  <a:pt x="91" y="375"/>
                </a:lnTo>
                <a:lnTo>
                  <a:pt x="85" y="370"/>
                </a:lnTo>
                <a:lnTo>
                  <a:pt x="79" y="366"/>
                </a:lnTo>
                <a:lnTo>
                  <a:pt x="73" y="361"/>
                </a:lnTo>
                <a:lnTo>
                  <a:pt x="68" y="356"/>
                </a:lnTo>
                <a:lnTo>
                  <a:pt x="62" y="351"/>
                </a:lnTo>
                <a:lnTo>
                  <a:pt x="57" y="345"/>
                </a:lnTo>
                <a:lnTo>
                  <a:pt x="52" y="340"/>
                </a:lnTo>
                <a:lnTo>
                  <a:pt x="47" y="335"/>
                </a:lnTo>
                <a:lnTo>
                  <a:pt x="43" y="329"/>
                </a:lnTo>
                <a:lnTo>
                  <a:pt x="38" y="323"/>
                </a:lnTo>
                <a:lnTo>
                  <a:pt x="34" y="317"/>
                </a:lnTo>
                <a:lnTo>
                  <a:pt x="30" y="311"/>
                </a:lnTo>
                <a:lnTo>
                  <a:pt x="26" y="305"/>
                </a:lnTo>
                <a:lnTo>
                  <a:pt x="22" y="299"/>
                </a:lnTo>
                <a:lnTo>
                  <a:pt x="19" y="293"/>
                </a:lnTo>
                <a:lnTo>
                  <a:pt x="16" y="287"/>
                </a:lnTo>
                <a:lnTo>
                  <a:pt x="13" y="280"/>
                </a:lnTo>
                <a:lnTo>
                  <a:pt x="11" y="274"/>
                </a:lnTo>
                <a:lnTo>
                  <a:pt x="9" y="268"/>
                </a:lnTo>
                <a:lnTo>
                  <a:pt x="7" y="261"/>
                </a:lnTo>
                <a:lnTo>
                  <a:pt x="5" y="254"/>
                </a:lnTo>
                <a:lnTo>
                  <a:pt x="3" y="248"/>
                </a:lnTo>
                <a:lnTo>
                  <a:pt x="2" y="241"/>
                </a:lnTo>
                <a:lnTo>
                  <a:pt x="1" y="235"/>
                </a:lnTo>
                <a:lnTo>
                  <a:pt x="1" y="228"/>
                </a:lnTo>
                <a:lnTo>
                  <a:pt x="0" y="221"/>
                </a:lnTo>
                <a:lnTo>
                  <a:pt x="0" y="214"/>
                </a:lnTo>
                <a:lnTo>
                  <a:pt x="0" y="208"/>
                </a:lnTo>
                <a:lnTo>
                  <a:pt x="1" y="201"/>
                </a:lnTo>
                <a:lnTo>
                  <a:pt x="1" y="194"/>
                </a:lnTo>
                <a:lnTo>
                  <a:pt x="2" y="188"/>
                </a:lnTo>
                <a:lnTo>
                  <a:pt x="3" y="181"/>
                </a:lnTo>
                <a:lnTo>
                  <a:pt x="5" y="174"/>
                </a:lnTo>
                <a:lnTo>
                  <a:pt x="7" y="168"/>
                </a:lnTo>
                <a:lnTo>
                  <a:pt x="9" y="161"/>
                </a:lnTo>
                <a:lnTo>
                  <a:pt x="11" y="155"/>
                </a:lnTo>
                <a:lnTo>
                  <a:pt x="13" y="148"/>
                </a:lnTo>
                <a:lnTo>
                  <a:pt x="16" y="142"/>
                </a:lnTo>
                <a:lnTo>
                  <a:pt x="19" y="136"/>
                </a:lnTo>
                <a:lnTo>
                  <a:pt x="22" y="129"/>
                </a:lnTo>
                <a:lnTo>
                  <a:pt x="26" y="123"/>
                </a:lnTo>
                <a:lnTo>
                  <a:pt x="30" y="117"/>
                </a:lnTo>
                <a:lnTo>
                  <a:pt x="34" y="111"/>
                </a:lnTo>
                <a:lnTo>
                  <a:pt x="38" y="106"/>
                </a:lnTo>
                <a:lnTo>
                  <a:pt x="43" y="100"/>
                </a:lnTo>
                <a:lnTo>
                  <a:pt x="47" y="94"/>
                </a:lnTo>
                <a:lnTo>
                  <a:pt x="52" y="89"/>
                </a:lnTo>
                <a:lnTo>
                  <a:pt x="57" y="83"/>
                </a:lnTo>
                <a:lnTo>
                  <a:pt x="62" y="78"/>
                </a:lnTo>
                <a:lnTo>
                  <a:pt x="68" y="73"/>
                </a:lnTo>
                <a:lnTo>
                  <a:pt x="73" y="68"/>
                </a:lnTo>
                <a:lnTo>
                  <a:pt x="79" y="63"/>
                </a:lnTo>
                <a:lnTo>
                  <a:pt x="85" y="58"/>
                </a:lnTo>
                <a:lnTo>
                  <a:pt x="91" y="54"/>
                </a:lnTo>
                <a:lnTo>
                  <a:pt x="98" y="50"/>
                </a:lnTo>
                <a:lnTo>
                  <a:pt x="104" y="44"/>
                </a:lnTo>
                <a:lnTo>
                  <a:pt x="111" y="40"/>
                </a:lnTo>
                <a:lnTo>
                  <a:pt x="118" y="36"/>
                </a:lnTo>
                <a:lnTo>
                  <a:pt x="125" y="33"/>
                </a:lnTo>
                <a:lnTo>
                  <a:pt x="132" y="29"/>
                </a:lnTo>
                <a:lnTo>
                  <a:pt x="139" y="26"/>
                </a:lnTo>
                <a:lnTo>
                  <a:pt x="147" y="23"/>
                </a:lnTo>
                <a:lnTo>
                  <a:pt x="154" y="20"/>
                </a:lnTo>
                <a:lnTo>
                  <a:pt x="162" y="17"/>
                </a:lnTo>
                <a:lnTo>
                  <a:pt x="170" y="15"/>
                </a:lnTo>
                <a:lnTo>
                  <a:pt x="177" y="12"/>
                </a:lnTo>
                <a:lnTo>
                  <a:pt x="185" y="10"/>
                </a:lnTo>
                <a:lnTo>
                  <a:pt x="193" y="8"/>
                </a:lnTo>
                <a:lnTo>
                  <a:pt x="201" y="6"/>
                </a:lnTo>
                <a:lnTo>
                  <a:pt x="210" y="5"/>
                </a:lnTo>
                <a:lnTo>
                  <a:pt x="218" y="3"/>
                </a:lnTo>
                <a:lnTo>
                  <a:pt x="226" y="2"/>
                </a:lnTo>
                <a:lnTo>
                  <a:pt x="234" y="1"/>
                </a:lnTo>
                <a:lnTo>
                  <a:pt x="243" y="0"/>
                </a:lnTo>
                <a:lnTo>
                  <a:pt x="251" y="0"/>
                </a:lnTo>
                <a:lnTo>
                  <a:pt x="259" y="0"/>
                </a:lnTo>
                <a:lnTo>
                  <a:pt x="268" y="0"/>
                </a:lnTo>
                <a:lnTo>
                  <a:pt x="276" y="0"/>
                </a:lnTo>
                <a:lnTo>
                  <a:pt x="285" y="0"/>
                </a:lnTo>
                <a:lnTo>
                  <a:pt x="293" y="0"/>
                </a:lnTo>
                <a:lnTo>
                  <a:pt x="301" y="1"/>
                </a:lnTo>
                <a:lnTo>
                  <a:pt x="310" y="2"/>
                </a:lnTo>
                <a:lnTo>
                  <a:pt x="318" y="3"/>
                </a:lnTo>
                <a:lnTo>
                  <a:pt x="326" y="5"/>
                </a:lnTo>
                <a:lnTo>
                  <a:pt x="334" y="6"/>
                </a:lnTo>
                <a:lnTo>
                  <a:pt x="342" y="8"/>
                </a:lnTo>
                <a:lnTo>
                  <a:pt x="350" y="10"/>
                </a:lnTo>
                <a:lnTo>
                  <a:pt x="358" y="12"/>
                </a:lnTo>
                <a:lnTo>
                  <a:pt x="366" y="15"/>
                </a:lnTo>
                <a:lnTo>
                  <a:pt x="374" y="17"/>
                </a:lnTo>
                <a:lnTo>
                  <a:pt x="381" y="20"/>
                </a:lnTo>
                <a:lnTo>
                  <a:pt x="389" y="23"/>
                </a:lnTo>
                <a:lnTo>
                  <a:pt x="396" y="26"/>
                </a:lnTo>
                <a:lnTo>
                  <a:pt x="404" y="29"/>
                </a:lnTo>
                <a:lnTo>
                  <a:pt x="411" y="33"/>
                </a:lnTo>
                <a:lnTo>
                  <a:pt x="418" y="36"/>
                </a:lnTo>
                <a:lnTo>
                  <a:pt x="425" y="40"/>
                </a:lnTo>
                <a:lnTo>
                  <a:pt x="431" y="44"/>
                </a:lnTo>
                <a:lnTo>
                  <a:pt x="438" y="50"/>
                </a:lnTo>
                <a:lnTo>
                  <a:pt x="444" y="54"/>
                </a:lnTo>
                <a:lnTo>
                  <a:pt x="450" y="58"/>
                </a:lnTo>
                <a:lnTo>
                  <a:pt x="456" y="63"/>
                </a:lnTo>
                <a:lnTo>
                  <a:pt x="462" y="68"/>
                </a:lnTo>
                <a:lnTo>
                  <a:pt x="468" y="73"/>
                </a:lnTo>
                <a:lnTo>
                  <a:pt x="473" y="78"/>
                </a:lnTo>
                <a:lnTo>
                  <a:pt x="478" y="83"/>
                </a:lnTo>
                <a:lnTo>
                  <a:pt x="484" y="89"/>
                </a:lnTo>
                <a:lnTo>
                  <a:pt x="488" y="94"/>
                </a:lnTo>
                <a:lnTo>
                  <a:pt x="493" y="100"/>
                </a:lnTo>
                <a:lnTo>
                  <a:pt x="497" y="106"/>
                </a:lnTo>
                <a:lnTo>
                  <a:pt x="501" y="111"/>
                </a:lnTo>
                <a:lnTo>
                  <a:pt x="505" y="117"/>
                </a:lnTo>
                <a:lnTo>
                  <a:pt x="509" y="123"/>
                </a:lnTo>
                <a:lnTo>
                  <a:pt x="513" y="129"/>
                </a:lnTo>
                <a:lnTo>
                  <a:pt x="516" y="136"/>
                </a:lnTo>
                <a:lnTo>
                  <a:pt x="519" y="142"/>
                </a:lnTo>
                <a:lnTo>
                  <a:pt x="521" y="148"/>
                </a:lnTo>
                <a:lnTo>
                  <a:pt x="524" y="155"/>
                </a:lnTo>
                <a:lnTo>
                  <a:pt x="526" y="161"/>
                </a:lnTo>
                <a:lnTo>
                  <a:pt x="528" y="168"/>
                </a:lnTo>
                <a:lnTo>
                  <a:pt x="530" y="174"/>
                </a:lnTo>
                <a:lnTo>
                  <a:pt x="531" y="181"/>
                </a:lnTo>
                <a:lnTo>
                  <a:pt x="532" y="188"/>
                </a:lnTo>
                <a:lnTo>
                  <a:pt x="533" y="194"/>
                </a:lnTo>
                <a:lnTo>
                  <a:pt x="534" y="201"/>
                </a:lnTo>
                <a:lnTo>
                  <a:pt x="534" y="208"/>
                </a:lnTo>
                <a:lnTo>
                  <a:pt x="534" y="214"/>
                </a:lnTo>
                <a:close/>
              </a:path>
            </a:pathLst>
          </a:custGeom>
          <a:solidFill>
            <a:srgbClr val="ffdb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5" name=""/>
          <p:cNvSpPr/>
          <p:nvPr/>
        </p:nvSpPr>
        <p:spPr>
          <a:xfrm>
            <a:off x="4881960" y="1750320"/>
            <a:ext cx="194040" cy="155520"/>
          </a:xfrm>
          <a:custGeom>
            <a:avLst/>
            <a:gdLst/>
            <a:ahLst/>
            <a:rect l="0" t="0" r="r" b="b"/>
            <a:pathLst>
              <a:path w="539" h="432">
                <a:moveTo>
                  <a:pt x="536" y="216"/>
                </a:moveTo>
                <a:lnTo>
                  <a:pt x="536" y="210"/>
                </a:lnTo>
                <a:lnTo>
                  <a:pt x="536" y="203"/>
                </a:lnTo>
                <a:lnTo>
                  <a:pt x="535" y="196"/>
                </a:lnTo>
                <a:lnTo>
                  <a:pt x="534" y="190"/>
                </a:lnTo>
                <a:lnTo>
                  <a:pt x="533" y="183"/>
                </a:lnTo>
                <a:lnTo>
                  <a:pt x="532" y="176"/>
                </a:lnTo>
                <a:lnTo>
                  <a:pt x="530" y="170"/>
                </a:lnTo>
                <a:lnTo>
                  <a:pt x="528" y="163"/>
                </a:lnTo>
                <a:lnTo>
                  <a:pt x="526" y="157"/>
                </a:lnTo>
                <a:lnTo>
                  <a:pt x="523" y="150"/>
                </a:lnTo>
                <a:lnTo>
                  <a:pt x="521" y="144"/>
                </a:lnTo>
                <a:lnTo>
                  <a:pt x="518" y="138"/>
                </a:lnTo>
                <a:lnTo>
                  <a:pt x="515" y="131"/>
                </a:lnTo>
                <a:lnTo>
                  <a:pt x="511" y="125"/>
                </a:lnTo>
                <a:lnTo>
                  <a:pt x="507" y="119"/>
                </a:lnTo>
                <a:lnTo>
                  <a:pt x="503" y="113"/>
                </a:lnTo>
                <a:lnTo>
                  <a:pt x="499" y="108"/>
                </a:lnTo>
                <a:lnTo>
                  <a:pt x="495" y="102"/>
                </a:lnTo>
                <a:lnTo>
                  <a:pt x="490" y="96"/>
                </a:lnTo>
                <a:lnTo>
                  <a:pt x="486" y="90"/>
                </a:lnTo>
                <a:lnTo>
                  <a:pt x="480" y="84"/>
                </a:lnTo>
                <a:lnTo>
                  <a:pt x="475" y="79"/>
                </a:lnTo>
                <a:lnTo>
                  <a:pt x="470" y="74"/>
                </a:lnTo>
                <a:lnTo>
                  <a:pt x="464" y="69"/>
                </a:lnTo>
                <a:lnTo>
                  <a:pt x="458" y="64"/>
                </a:lnTo>
                <a:lnTo>
                  <a:pt x="452" y="59"/>
                </a:lnTo>
                <a:lnTo>
                  <a:pt x="446" y="55"/>
                </a:lnTo>
                <a:lnTo>
                  <a:pt x="440" y="51"/>
                </a:lnTo>
                <a:lnTo>
                  <a:pt x="433" y="46"/>
                </a:lnTo>
                <a:lnTo>
                  <a:pt x="427" y="42"/>
                </a:lnTo>
                <a:lnTo>
                  <a:pt x="420" y="38"/>
                </a:lnTo>
                <a:lnTo>
                  <a:pt x="413" y="35"/>
                </a:lnTo>
                <a:lnTo>
                  <a:pt x="406" y="31"/>
                </a:lnTo>
                <a:lnTo>
                  <a:pt x="398" y="28"/>
                </a:lnTo>
                <a:lnTo>
                  <a:pt x="391" y="25"/>
                </a:lnTo>
                <a:lnTo>
                  <a:pt x="383" y="22"/>
                </a:lnTo>
                <a:lnTo>
                  <a:pt x="376" y="19"/>
                </a:lnTo>
                <a:lnTo>
                  <a:pt x="368" y="17"/>
                </a:lnTo>
                <a:lnTo>
                  <a:pt x="360" y="14"/>
                </a:lnTo>
                <a:lnTo>
                  <a:pt x="352" y="12"/>
                </a:lnTo>
                <a:lnTo>
                  <a:pt x="344" y="10"/>
                </a:lnTo>
                <a:lnTo>
                  <a:pt x="336" y="8"/>
                </a:lnTo>
                <a:lnTo>
                  <a:pt x="328" y="7"/>
                </a:lnTo>
                <a:lnTo>
                  <a:pt x="320" y="5"/>
                </a:lnTo>
                <a:lnTo>
                  <a:pt x="312" y="4"/>
                </a:lnTo>
                <a:lnTo>
                  <a:pt x="303" y="3"/>
                </a:lnTo>
                <a:lnTo>
                  <a:pt x="295" y="2"/>
                </a:lnTo>
                <a:lnTo>
                  <a:pt x="287" y="2"/>
                </a:lnTo>
                <a:lnTo>
                  <a:pt x="278" y="2"/>
                </a:lnTo>
                <a:lnTo>
                  <a:pt x="270" y="2"/>
                </a:lnTo>
                <a:lnTo>
                  <a:pt x="261" y="2"/>
                </a:lnTo>
                <a:lnTo>
                  <a:pt x="253" y="2"/>
                </a:lnTo>
                <a:lnTo>
                  <a:pt x="245" y="2"/>
                </a:lnTo>
                <a:lnTo>
                  <a:pt x="236" y="3"/>
                </a:lnTo>
                <a:lnTo>
                  <a:pt x="228" y="4"/>
                </a:lnTo>
                <a:lnTo>
                  <a:pt x="220" y="5"/>
                </a:lnTo>
                <a:lnTo>
                  <a:pt x="212" y="7"/>
                </a:lnTo>
                <a:lnTo>
                  <a:pt x="203" y="8"/>
                </a:lnTo>
                <a:lnTo>
                  <a:pt x="195" y="10"/>
                </a:lnTo>
                <a:lnTo>
                  <a:pt x="187" y="12"/>
                </a:lnTo>
                <a:lnTo>
                  <a:pt x="179" y="14"/>
                </a:lnTo>
                <a:lnTo>
                  <a:pt x="172" y="17"/>
                </a:lnTo>
                <a:lnTo>
                  <a:pt x="164" y="19"/>
                </a:lnTo>
                <a:lnTo>
                  <a:pt x="156" y="22"/>
                </a:lnTo>
                <a:lnTo>
                  <a:pt x="149" y="25"/>
                </a:lnTo>
                <a:lnTo>
                  <a:pt x="141" y="28"/>
                </a:lnTo>
                <a:lnTo>
                  <a:pt x="134" y="31"/>
                </a:lnTo>
                <a:lnTo>
                  <a:pt x="126" y="35"/>
                </a:lnTo>
                <a:lnTo>
                  <a:pt x="119" y="38"/>
                </a:lnTo>
                <a:lnTo>
                  <a:pt x="112" y="42"/>
                </a:lnTo>
                <a:lnTo>
                  <a:pt x="105" y="46"/>
                </a:lnTo>
                <a:lnTo>
                  <a:pt x="99" y="51"/>
                </a:lnTo>
                <a:lnTo>
                  <a:pt x="92" y="55"/>
                </a:lnTo>
                <a:lnTo>
                  <a:pt x="86" y="59"/>
                </a:lnTo>
                <a:lnTo>
                  <a:pt x="80" y="64"/>
                </a:lnTo>
                <a:lnTo>
                  <a:pt x="74" y="69"/>
                </a:lnTo>
                <a:lnTo>
                  <a:pt x="69" y="74"/>
                </a:lnTo>
                <a:lnTo>
                  <a:pt x="63" y="79"/>
                </a:lnTo>
                <a:lnTo>
                  <a:pt x="58" y="84"/>
                </a:lnTo>
                <a:lnTo>
                  <a:pt x="53" y="90"/>
                </a:lnTo>
                <a:lnTo>
                  <a:pt x="48" y="96"/>
                </a:lnTo>
                <a:lnTo>
                  <a:pt x="44" y="102"/>
                </a:lnTo>
                <a:lnTo>
                  <a:pt x="39" y="108"/>
                </a:lnTo>
                <a:lnTo>
                  <a:pt x="35" y="113"/>
                </a:lnTo>
                <a:lnTo>
                  <a:pt x="31" y="119"/>
                </a:lnTo>
                <a:lnTo>
                  <a:pt x="28" y="125"/>
                </a:lnTo>
                <a:lnTo>
                  <a:pt x="24" y="131"/>
                </a:lnTo>
                <a:lnTo>
                  <a:pt x="21" y="138"/>
                </a:lnTo>
                <a:lnTo>
                  <a:pt x="18" y="144"/>
                </a:lnTo>
                <a:lnTo>
                  <a:pt x="15" y="150"/>
                </a:lnTo>
                <a:lnTo>
                  <a:pt x="13" y="157"/>
                </a:lnTo>
                <a:lnTo>
                  <a:pt x="11" y="163"/>
                </a:lnTo>
                <a:lnTo>
                  <a:pt x="9" y="170"/>
                </a:lnTo>
                <a:lnTo>
                  <a:pt x="7" y="176"/>
                </a:lnTo>
                <a:lnTo>
                  <a:pt x="5" y="183"/>
                </a:lnTo>
                <a:lnTo>
                  <a:pt x="4" y="190"/>
                </a:lnTo>
                <a:lnTo>
                  <a:pt x="3" y="196"/>
                </a:lnTo>
                <a:lnTo>
                  <a:pt x="3" y="203"/>
                </a:lnTo>
                <a:lnTo>
                  <a:pt x="2" y="210"/>
                </a:lnTo>
                <a:lnTo>
                  <a:pt x="2" y="216"/>
                </a:lnTo>
                <a:lnTo>
                  <a:pt x="2" y="223"/>
                </a:lnTo>
                <a:lnTo>
                  <a:pt x="3" y="230"/>
                </a:lnTo>
                <a:lnTo>
                  <a:pt x="3" y="237"/>
                </a:lnTo>
                <a:lnTo>
                  <a:pt x="4" y="243"/>
                </a:lnTo>
                <a:lnTo>
                  <a:pt x="5" y="250"/>
                </a:lnTo>
                <a:lnTo>
                  <a:pt x="7" y="256"/>
                </a:lnTo>
                <a:lnTo>
                  <a:pt x="9" y="263"/>
                </a:lnTo>
                <a:lnTo>
                  <a:pt x="11" y="270"/>
                </a:lnTo>
                <a:lnTo>
                  <a:pt x="13" y="276"/>
                </a:lnTo>
                <a:lnTo>
                  <a:pt x="15" y="282"/>
                </a:lnTo>
                <a:lnTo>
                  <a:pt x="18" y="289"/>
                </a:lnTo>
                <a:lnTo>
                  <a:pt x="21" y="295"/>
                </a:lnTo>
                <a:lnTo>
                  <a:pt x="24" y="301"/>
                </a:lnTo>
                <a:lnTo>
                  <a:pt x="28" y="307"/>
                </a:lnTo>
                <a:lnTo>
                  <a:pt x="31" y="313"/>
                </a:lnTo>
                <a:lnTo>
                  <a:pt x="35" y="319"/>
                </a:lnTo>
                <a:lnTo>
                  <a:pt x="39" y="325"/>
                </a:lnTo>
                <a:lnTo>
                  <a:pt x="44" y="331"/>
                </a:lnTo>
                <a:lnTo>
                  <a:pt x="48" y="337"/>
                </a:lnTo>
                <a:lnTo>
                  <a:pt x="53" y="342"/>
                </a:lnTo>
                <a:lnTo>
                  <a:pt x="58" y="347"/>
                </a:lnTo>
                <a:lnTo>
                  <a:pt x="63" y="353"/>
                </a:lnTo>
                <a:lnTo>
                  <a:pt x="69" y="358"/>
                </a:lnTo>
                <a:lnTo>
                  <a:pt x="74" y="363"/>
                </a:lnTo>
                <a:lnTo>
                  <a:pt x="80" y="368"/>
                </a:lnTo>
                <a:lnTo>
                  <a:pt x="86" y="372"/>
                </a:lnTo>
                <a:lnTo>
                  <a:pt x="92" y="377"/>
                </a:lnTo>
                <a:lnTo>
                  <a:pt x="99" y="381"/>
                </a:lnTo>
                <a:lnTo>
                  <a:pt x="105" y="385"/>
                </a:lnTo>
                <a:lnTo>
                  <a:pt x="112" y="389"/>
                </a:lnTo>
                <a:lnTo>
                  <a:pt x="119" y="393"/>
                </a:lnTo>
                <a:lnTo>
                  <a:pt x="126" y="397"/>
                </a:lnTo>
                <a:lnTo>
                  <a:pt x="134" y="400"/>
                </a:lnTo>
                <a:lnTo>
                  <a:pt x="141" y="404"/>
                </a:lnTo>
                <a:lnTo>
                  <a:pt x="149" y="407"/>
                </a:lnTo>
                <a:lnTo>
                  <a:pt x="156" y="410"/>
                </a:lnTo>
                <a:lnTo>
                  <a:pt x="164" y="413"/>
                </a:lnTo>
                <a:lnTo>
                  <a:pt x="172" y="415"/>
                </a:lnTo>
                <a:lnTo>
                  <a:pt x="179" y="418"/>
                </a:lnTo>
                <a:lnTo>
                  <a:pt x="187" y="420"/>
                </a:lnTo>
                <a:lnTo>
                  <a:pt x="195" y="422"/>
                </a:lnTo>
                <a:lnTo>
                  <a:pt x="203" y="424"/>
                </a:lnTo>
                <a:lnTo>
                  <a:pt x="212" y="425"/>
                </a:lnTo>
                <a:lnTo>
                  <a:pt x="220" y="426"/>
                </a:lnTo>
                <a:lnTo>
                  <a:pt x="228" y="428"/>
                </a:lnTo>
                <a:lnTo>
                  <a:pt x="236" y="429"/>
                </a:lnTo>
                <a:lnTo>
                  <a:pt x="245" y="429"/>
                </a:lnTo>
                <a:lnTo>
                  <a:pt x="253" y="430"/>
                </a:lnTo>
                <a:lnTo>
                  <a:pt x="261" y="430"/>
                </a:lnTo>
                <a:lnTo>
                  <a:pt x="270" y="430"/>
                </a:lnTo>
                <a:lnTo>
                  <a:pt x="278" y="430"/>
                </a:lnTo>
                <a:lnTo>
                  <a:pt x="287" y="430"/>
                </a:lnTo>
                <a:lnTo>
                  <a:pt x="295" y="429"/>
                </a:lnTo>
                <a:lnTo>
                  <a:pt x="303" y="429"/>
                </a:lnTo>
                <a:lnTo>
                  <a:pt x="312" y="428"/>
                </a:lnTo>
                <a:lnTo>
                  <a:pt x="320" y="426"/>
                </a:lnTo>
                <a:lnTo>
                  <a:pt x="328" y="425"/>
                </a:lnTo>
                <a:lnTo>
                  <a:pt x="336" y="424"/>
                </a:lnTo>
                <a:lnTo>
                  <a:pt x="344" y="422"/>
                </a:lnTo>
                <a:lnTo>
                  <a:pt x="352" y="420"/>
                </a:lnTo>
                <a:lnTo>
                  <a:pt x="360" y="418"/>
                </a:lnTo>
                <a:lnTo>
                  <a:pt x="368" y="415"/>
                </a:lnTo>
                <a:lnTo>
                  <a:pt x="376" y="413"/>
                </a:lnTo>
                <a:lnTo>
                  <a:pt x="383" y="410"/>
                </a:lnTo>
                <a:lnTo>
                  <a:pt x="391" y="407"/>
                </a:lnTo>
                <a:lnTo>
                  <a:pt x="398" y="404"/>
                </a:lnTo>
                <a:lnTo>
                  <a:pt x="406" y="400"/>
                </a:lnTo>
                <a:lnTo>
                  <a:pt x="413" y="397"/>
                </a:lnTo>
                <a:lnTo>
                  <a:pt x="420" y="393"/>
                </a:lnTo>
                <a:lnTo>
                  <a:pt x="427" y="389"/>
                </a:lnTo>
                <a:lnTo>
                  <a:pt x="433" y="385"/>
                </a:lnTo>
                <a:lnTo>
                  <a:pt x="440" y="381"/>
                </a:lnTo>
                <a:lnTo>
                  <a:pt x="446" y="377"/>
                </a:lnTo>
                <a:lnTo>
                  <a:pt x="452" y="372"/>
                </a:lnTo>
                <a:lnTo>
                  <a:pt x="458" y="368"/>
                </a:lnTo>
                <a:lnTo>
                  <a:pt x="464" y="363"/>
                </a:lnTo>
                <a:lnTo>
                  <a:pt x="470" y="358"/>
                </a:lnTo>
                <a:lnTo>
                  <a:pt x="475" y="353"/>
                </a:lnTo>
                <a:lnTo>
                  <a:pt x="480" y="347"/>
                </a:lnTo>
                <a:lnTo>
                  <a:pt x="486" y="342"/>
                </a:lnTo>
                <a:lnTo>
                  <a:pt x="490" y="337"/>
                </a:lnTo>
                <a:lnTo>
                  <a:pt x="495" y="331"/>
                </a:lnTo>
                <a:lnTo>
                  <a:pt x="499" y="325"/>
                </a:lnTo>
                <a:lnTo>
                  <a:pt x="503" y="319"/>
                </a:lnTo>
                <a:lnTo>
                  <a:pt x="507" y="313"/>
                </a:lnTo>
                <a:lnTo>
                  <a:pt x="511" y="307"/>
                </a:lnTo>
                <a:lnTo>
                  <a:pt x="515" y="301"/>
                </a:lnTo>
                <a:lnTo>
                  <a:pt x="518" y="295"/>
                </a:lnTo>
                <a:lnTo>
                  <a:pt x="521" y="289"/>
                </a:lnTo>
                <a:lnTo>
                  <a:pt x="523" y="282"/>
                </a:lnTo>
                <a:lnTo>
                  <a:pt x="526" y="276"/>
                </a:lnTo>
                <a:lnTo>
                  <a:pt x="528" y="270"/>
                </a:lnTo>
                <a:lnTo>
                  <a:pt x="530" y="263"/>
                </a:lnTo>
                <a:lnTo>
                  <a:pt x="532" y="256"/>
                </a:lnTo>
                <a:lnTo>
                  <a:pt x="533" y="250"/>
                </a:lnTo>
                <a:lnTo>
                  <a:pt x="534" y="243"/>
                </a:lnTo>
                <a:lnTo>
                  <a:pt x="535" y="237"/>
                </a:lnTo>
                <a:lnTo>
                  <a:pt x="536" y="230"/>
                </a:lnTo>
                <a:lnTo>
                  <a:pt x="536" y="223"/>
                </a:lnTo>
                <a:lnTo>
                  <a:pt x="536" y="216"/>
                </a:lnTo>
                <a:moveTo>
                  <a:pt x="539" y="216"/>
                </a:moveTo>
                <a:lnTo>
                  <a:pt x="539" y="223"/>
                </a:lnTo>
                <a:lnTo>
                  <a:pt x="538" y="230"/>
                </a:lnTo>
                <a:lnTo>
                  <a:pt x="538" y="237"/>
                </a:lnTo>
                <a:lnTo>
                  <a:pt x="537" y="243"/>
                </a:lnTo>
                <a:lnTo>
                  <a:pt x="535" y="250"/>
                </a:lnTo>
                <a:lnTo>
                  <a:pt x="534" y="257"/>
                </a:lnTo>
                <a:lnTo>
                  <a:pt x="532" y="263"/>
                </a:lnTo>
                <a:lnTo>
                  <a:pt x="530" y="270"/>
                </a:lnTo>
                <a:lnTo>
                  <a:pt x="528" y="277"/>
                </a:lnTo>
                <a:lnTo>
                  <a:pt x="526" y="283"/>
                </a:lnTo>
                <a:lnTo>
                  <a:pt x="523" y="289"/>
                </a:lnTo>
                <a:lnTo>
                  <a:pt x="520" y="296"/>
                </a:lnTo>
                <a:lnTo>
                  <a:pt x="517" y="302"/>
                </a:lnTo>
                <a:lnTo>
                  <a:pt x="513" y="308"/>
                </a:lnTo>
                <a:lnTo>
                  <a:pt x="509" y="314"/>
                </a:lnTo>
                <a:lnTo>
                  <a:pt x="505" y="320"/>
                </a:lnTo>
                <a:lnTo>
                  <a:pt x="501" y="326"/>
                </a:lnTo>
                <a:lnTo>
                  <a:pt x="497" y="332"/>
                </a:lnTo>
                <a:lnTo>
                  <a:pt x="492" y="338"/>
                </a:lnTo>
                <a:lnTo>
                  <a:pt x="487" y="343"/>
                </a:lnTo>
                <a:lnTo>
                  <a:pt x="482" y="349"/>
                </a:lnTo>
                <a:lnTo>
                  <a:pt x="477" y="354"/>
                </a:lnTo>
                <a:lnTo>
                  <a:pt x="472" y="359"/>
                </a:lnTo>
                <a:lnTo>
                  <a:pt x="466" y="364"/>
                </a:lnTo>
                <a:lnTo>
                  <a:pt x="460" y="369"/>
                </a:lnTo>
                <a:lnTo>
                  <a:pt x="454" y="374"/>
                </a:lnTo>
                <a:lnTo>
                  <a:pt x="448" y="378"/>
                </a:lnTo>
                <a:lnTo>
                  <a:pt x="441" y="383"/>
                </a:lnTo>
                <a:lnTo>
                  <a:pt x="435" y="387"/>
                </a:lnTo>
                <a:lnTo>
                  <a:pt x="428" y="391"/>
                </a:lnTo>
                <a:lnTo>
                  <a:pt x="421" y="395"/>
                </a:lnTo>
                <a:lnTo>
                  <a:pt x="414" y="399"/>
                </a:lnTo>
                <a:lnTo>
                  <a:pt x="407" y="402"/>
                </a:lnTo>
                <a:lnTo>
                  <a:pt x="399" y="405"/>
                </a:lnTo>
                <a:lnTo>
                  <a:pt x="392" y="409"/>
                </a:lnTo>
                <a:lnTo>
                  <a:pt x="384" y="412"/>
                </a:lnTo>
                <a:lnTo>
                  <a:pt x="377" y="414"/>
                </a:lnTo>
                <a:lnTo>
                  <a:pt x="369" y="417"/>
                </a:lnTo>
                <a:lnTo>
                  <a:pt x="361" y="419"/>
                </a:lnTo>
                <a:lnTo>
                  <a:pt x="353" y="422"/>
                </a:lnTo>
                <a:lnTo>
                  <a:pt x="345" y="424"/>
                </a:lnTo>
                <a:lnTo>
                  <a:pt x="337" y="425"/>
                </a:lnTo>
                <a:lnTo>
                  <a:pt x="328" y="427"/>
                </a:lnTo>
                <a:lnTo>
                  <a:pt x="320" y="428"/>
                </a:lnTo>
                <a:lnTo>
                  <a:pt x="312" y="429"/>
                </a:lnTo>
                <a:lnTo>
                  <a:pt x="304" y="430"/>
                </a:lnTo>
                <a:lnTo>
                  <a:pt x="295" y="431"/>
                </a:lnTo>
                <a:lnTo>
                  <a:pt x="287" y="432"/>
                </a:lnTo>
                <a:lnTo>
                  <a:pt x="278" y="432"/>
                </a:lnTo>
                <a:lnTo>
                  <a:pt x="270" y="432"/>
                </a:lnTo>
                <a:lnTo>
                  <a:pt x="261" y="432"/>
                </a:lnTo>
                <a:lnTo>
                  <a:pt x="253" y="432"/>
                </a:lnTo>
                <a:lnTo>
                  <a:pt x="244" y="431"/>
                </a:lnTo>
                <a:lnTo>
                  <a:pt x="236" y="430"/>
                </a:lnTo>
                <a:lnTo>
                  <a:pt x="228" y="429"/>
                </a:lnTo>
                <a:lnTo>
                  <a:pt x="219" y="428"/>
                </a:lnTo>
                <a:lnTo>
                  <a:pt x="211" y="427"/>
                </a:lnTo>
                <a:lnTo>
                  <a:pt x="203" y="425"/>
                </a:lnTo>
                <a:lnTo>
                  <a:pt x="195" y="424"/>
                </a:lnTo>
                <a:lnTo>
                  <a:pt x="187" y="422"/>
                </a:lnTo>
                <a:lnTo>
                  <a:pt x="179" y="419"/>
                </a:lnTo>
                <a:lnTo>
                  <a:pt x="171" y="417"/>
                </a:lnTo>
                <a:lnTo>
                  <a:pt x="163" y="414"/>
                </a:lnTo>
                <a:lnTo>
                  <a:pt x="155" y="412"/>
                </a:lnTo>
                <a:lnTo>
                  <a:pt x="148" y="409"/>
                </a:lnTo>
                <a:lnTo>
                  <a:pt x="140" y="405"/>
                </a:lnTo>
                <a:lnTo>
                  <a:pt x="132" y="402"/>
                </a:lnTo>
                <a:lnTo>
                  <a:pt x="125" y="399"/>
                </a:lnTo>
                <a:lnTo>
                  <a:pt x="118" y="395"/>
                </a:lnTo>
                <a:lnTo>
                  <a:pt x="111" y="391"/>
                </a:lnTo>
                <a:lnTo>
                  <a:pt x="104" y="387"/>
                </a:lnTo>
                <a:lnTo>
                  <a:pt x="97" y="383"/>
                </a:lnTo>
                <a:lnTo>
                  <a:pt x="91" y="378"/>
                </a:lnTo>
                <a:lnTo>
                  <a:pt x="85" y="374"/>
                </a:lnTo>
                <a:lnTo>
                  <a:pt x="79" y="369"/>
                </a:lnTo>
                <a:lnTo>
                  <a:pt x="73" y="364"/>
                </a:lnTo>
                <a:lnTo>
                  <a:pt x="67" y="359"/>
                </a:lnTo>
                <a:lnTo>
                  <a:pt x="62" y="354"/>
                </a:lnTo>
                <a:lnTo>
                  <a:pt x="56" y="349"/>
                </a:lnTo>
                <a:lnTo>
                  <a:pt x="51" y="343"/>
                </a:lnTo>
                <a:lnTo>
                  <a:pt x="46" y="338"/>
                </a:lnTo>
                <a:lnTo>
                  <a:pt x="42" y="332"/>
                </a:lnTo>
                <a:lnTo>
                  <a:pt x="37" y="326"/>
                </a:lnTo>
                <a:lnTo>
                  <a:pt x="33" y="320"/>
                </a:lnTo>
                <a:lnTo>
                  <a:pt x="29" y="314"/>
                </a:lnTo>
                <a:lnTo>
                  <a:pt x="25" y="308"/>
                </a:lnTo>
                <a:lnTo>
                  <a:pt x="22" y="302"/>
                </a:lnTo>
                <a:lnTo>
                  <a:pt x="19" y="296"/>
                </a:lnTo>
                <a:lnTo>
                  <a:pt x="16" y="289"/>
                </a:lnTo>
                <a:lnTo>
                  <a:pt x="13" y="283"/>
                </a:lnTo>
                <a:lnTo>
                  <a:pt x="11" y="277"/>
                </a:lnTo>
                <a:lnTo>
                  <a:pt x="8" y="270"/>
                </a:lnTo>
                <a:lnTo>
                  <a:pt x="6" y="263"/>
                </a:lnTo>
                <a:lnTo>
                  <a:pt x="5" y="257"/>
                </a:lnTo>
                <a:lnTo>
                  <a:pt x="3" y="250"/>
                </a:lnTo>
                <a:lnTo>
                  <a:pt x="2" y="243"/>
                </a:lnTo>
                <a:lnTo>
                  <a:pt x="1" y="237"/>
                </a:lnTo>
                <a:lnTo>
                  <a:pt x="0" y="230"/>
                </a:lnTo>
                <a:lnTo>
                  <a:pt x="0" y="223"/>
                </a:lnTo>
                <a:lnTo>
                  <a:pt x="0" y="216"/>
                </a:lnTo>
                <a:lnTo>
                  <a:pt x="0" y="210"/>
                </a:lnTo>
                <a:lnTo>
                  <a:pt x="0" y="203"/>
                </a:lnTo>
                <a:lnTo>
                  <a:pt x="1" y="196"/>
                </a:lnTo>
                <a:lnTo>
                  <a:pt x="2" y="189"/>
                </a:lnTo>
                <a:lnTo>
                  <a:pt x="3" y="183"/>
                </a:lnTo>
                <a:lnTo>
                  <a:pt x="5" y="176"/>
                </a:lnTo>
                <a:lnTo>
                  <a:pt x="6" y="169"/>
                </a:lnTo>
                <a:lnTo>
                  <a:pt x="8" y="163"/>
                </a:lnTo>
                <a:lnTo>
                  <a:pt x="11" y="156"/>
                </a:lnTo>
                <a:lnTo>
                  <a:pt x="13" y="150"/>
                </a:lnTo>
                <a:lnTo>
                  <a:pt x="16" y="143"/>
                </a:lnTo>
                <a:lnTo>
                  <a:pt x="19" y="137"/>
                </a:lnTo>
                <a:lnTo>
                  <a:pt x="22" y="131"/>
                </a:lnTo>
                <a:lnTo>
                  <a:pt x="25" y="125"/>
                </a:lnTo>
                <a:lnTo>
                  <a:pt x="29" y="118"/>
                </a:lnTo>
                <a:lnTo>
                  <a:pt x="33" y="112"/>
                </a:lnTo>
                <a:lnTo>
                  <a:pt x="37" y="107"/>
                </a:lnTo>
                <a:lnTo>
                  <a:pt x="42" y="101"/>
                </a:lnTo>
                <a:lnTo>
                  <a:pt x="46" y="94"/>
                </a:lnTo>
                <a:lnTo>
                  <a:pt x="51" y="89"/>
                </a:lnTo>
                <a:lnTo>
                  <a:pt x="56" y="83"/>
                </a:lnTo>
                <a:lnTo>
                  <a:pt x="62" y="78"/>
                </a:lnTo>
                <a:lnTo>
                  <a:pt x="67" y="73"/>
                </a:lnTo>
                <a:lnTo>
                  <a:pt x="73" y="68"/>
                </a:lnTo>
                <a:lnTo>
                  <a:pt x="79" y="63"/>
                </a:lnTo>
                <a:lnTo>
                  <a:pt x="85" y="58"/>
                </a:lnTo>
                <a:lnTo>
                  <a:pt x="91" y="54"/>
                </a:lnTo>
                <a:lnTo>
                  <a:pt x="97" y="49"/>
                </a:lnTo>
                <a:lnTo>
                  <a:pt x="104" y="45"/>
                </a:lnTo>
                <a:lnTo>
                  <a:pt x="111" y="41"/>
                </a:lnTo>
                <a:lnTo>
                  <a:pt x="118" y="37"/>
                </a:lnTo>
                <a:lnTo>
                  <a:pt x="125" y="33"/>
                </a:lnTo>
                <a:lnTo>
                  <a:pt x="132" y="30"/>
                </a:lnTo>
                <a:lnTo>
                  <a:pt x="140" y="26"/>
                </a:lnTo>
                <a:lnTo>
                  <a:pt x="148" y="23"/>
                </a:lnTo>
                <a:lnTo>
                  <a:pt x="155" y="20"/>
                </a:lnTo>
                <a:lnTo>
                  <a:pt x="163" y="17"/>
                </a:lnTo>
                <a:lnTo>
                  <a:pt x="171" y="15"/>
                </a:lnTo>
                <a:lnTo>
                  <a:pt x="179" y="12"/>
                </a:lnTo>
                <a:lnTo>
                  <a:pt x="187" y="10"/>
                </a:lnTo>
                <a:lnTo>
                  <a:pt x="195" y="8"/>
                </a:lnTo>
                <a:lnTo>
                  <a:pt x="203" y="6"/>
                </a:lnTo>
                <a:lnTo>
                  <a:pt x="211" y="5"/>
                </a:lnTo>
                <a:lnTo>
                  <a:pt x="219" y="3"/>
                </a:lnTo>
                <a:lnTo>
                  <a:pt x="228" y="2"/>
                </a:lnTo>
                <a:lnTo>
                  <a:pt x="236" y="1"/>
                </a:lnTo>
                <a:lnTo>
                  <a:pt x="244" y="1"/>
                </a:lnTo>
                <a:lnTo>
                  <a:pt x="253" y="0"/>
                </a:lnTo>
                <a:lnTo>
                  <a:pt x="261" y="0"/>
                </a:lnTo>
                <a:lnTo>
                  <a:pt x="270" y="0"/>
                </a:lnTo>
                <a:lnTo>
                  <a:pt x="278" y="0"/>
                </a:lnTo>
                <a:lnTo>
                  <a:pt x="287" y="0"/>
                </a:lnTo>
                <a:lnTo>
                  <a:pt x="295" y="1"/>
                </a:lnTo>
                <a:lnTo>
                  <a:pt x="304" y="1"/>
                </a:lnTo>
                <a:lnTo>
                  <a:pt x="312" y="2"/>
                </a:lnTo>
                <a:lnTo>
                  <a:pt x="320" y="3"/>
                </a:lnTo>
                <a:lnTo>
                  <a:pt x="328" y="5"/>
                </a:lnTo>
                <a:lnTo>
                  <a:pt x="337" y="6"/>
                </a:lnTo>
                <a:lnTo>
                  <a:pt x="345" y="8"/>
                </a:lnTo>
                <a:lnTo>
                  <a:pt x="353" y="10"/>
                </a:lnTo>
                <a:lnTo>
                  <a:pt x="361" y="12"/>
                </a:lnTo>
                <a:lnTo>
                  <a:pt x="369" y="15"/>
                </a:lnTo>
                <a:lnTo>
                  <a:pt x="377" y="17"/>
                </a:lnTo>
                <a:lnTo>
                  <a:pt x="384" y="20"/>
                </a:lnTo>
                <a:lnTo>
                  <a:pt x="392" y="23"/>
                </a:lnTo>
                <a:lnTo>
                  <a:pt x="399" y="26"/>
                </a:lnTo>
                <a:lnTo>
                  <a:pt x="407" y="30"/>
                </a:lnTo>
                <a:lnTo>
                  <a:pt x="414" y="33"/>
                </a:lnTo>
                <a:lnTo>
                  <a:pt x="421" y="37"/>
                </a:lnTo>
                <a:lnTo>
                  <a:pt x="428" y="41"/>
                </a:lnTo>
                <a:lnTo>
                  <a:pt x="435" y="45"/>
                </a:lnTo>
                <a:lnTo>
                  <a:pt x="441" y="49"/>
                </a:lnTo>
                <a:lnTo>
                  <a:pt x="448" y="54"/>
                </a:lnTo>
                <a:lnTo>
                  <a:pt x="454" y="58"/>
                </a:lnTo>
                <a:lnTo>
                  <a:pt x="460" y="63"/>
                </a:lnTo>
                <a:lnTo>
                  <a:pt x="466" y="68"/>
                </a:lnTo>
                <a:lnTo>
                  <a:pt x="472" y="73"/>
                </a:lnTo>
                <a:lnTo>
                  <a:pt x="477" y="78"/>
                </a:lnTo>
                <a:lnTo>
                  <a:pt x="482" y="83"/>
                </a:lnTo>
                <a:lnTo>
                  <a:pt x="487" y="89"/>
                </a:lnTo>
                <a:lnTo>
                  <a:pt x="492" y="94"/>
                </a:lnTo>
                <a:lnTo>
                  <a:pt x="497" y="101"/>
                </a:lnTo>
                <a:lnTo>
                  <a:pt x="501" y="107"/>
                </a:lnTo>
                <a:lnTo>
                  <a:pt x="505" y="112"/>
                </a:lnTo>
                <a:lnTo>
                  <a:pt x="509" y="118"/>
                </a:lnTo>
                <a:lnTo>
                  <a:pt x="513" y="125"/>
                </a:lnTo>
                <a:lnTo>
                  <a:pt x="517" y="131"/>
                </a:lnTo>
                <a:lnTo>
                  <a:pt x="520" y="137"/>
                </a:lnTo>
                <a:lnTo>
                  <a:pt x="523" y="143"/>
                </a:lnTo>
                <a:lnTo>
                  <a:pt x="526" y="150"/>
                </a:lnTo>
                <a:lnTo>
                  <a:pt x="528" y="156"/>
                </a:lnTo>
                <a:lnTo>
                  <a:pt x="530" y="163"/>
                </a:lnTo>
                <a:lnTo>
                  <a:pt x="532" y="169"/>
                </a:lnTo>
                <a:lnTo>
                  <a:pt x="534" y="176"/>
                </a:lnTo>
                <a:lnTo>
                  <a:pt x="535" y="183"/>
                </a:lnTo>
                <a:lnTo>
                  <a:pt x="537" y="189"/>
                </a:lnTo>
                <a:lnTo>
                  <a:pt x="538" y="196"/>
                </a:lnTo>
                <a:lnTo>
                  <a:pt x="538" y="203"/>
                </a:lnTo>
                <a:lnTo>
                  <a:pt x="539" y="210"/>
                </a:lnTo>
                <a:lnTo>
                  <a:pt x="539" y="216"/>
                </a:lnTo>
                <a:close/>
              </a:path>
            </a:pathLst>
          </a:custGeom>
          <a:solidFill>
            <a:srgbClr val="ffdb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6" name=""/>
          <p:cNvSpPr/>
          <p:nvPr/>
        </p:nvSpPr>
        <p:spPr>
          <a:xfrm>
            <a:off x="4881240" y="1749600"/>
            <a:ext cx="195480" cy="156960"/>
          </a:xfrm>
          <a:custGeom>
            <a:avLst/>
            <a:gdLst/>
            <a:ahLst/>
            <a:rect l="0" t="0" r="r" b="b"/>
            <a:pathLst>
              <a:path w="543" h="436">
                <a:moveTo>
                  <a:pt x="541" y="218"/>
                </a:moveTo>
                <a:lnTo>
                  <a:pt x="541" y="212"/>
                </a:lnTo>
                <a:lnTo>
                  <a:pt x="540" y="205"/>
                </a:lnTo>
                <a:lnTo>
                  <a:pt x="540" y="198"/>
                </a:lnTo>
                <a:lnTo>
                  <a:pt x="539" y="191"/>
                </a:lnTo>
                <a:lnTo>
                  <a:pt x="537" y="185"/>
                </a:lnTo>
                <a:lnTo>
                  <a:pt x="536" y="178"/>
                </a:lnTo>
                <a:lnTo>
                  <a:pt x="534" y="171"/>
                </a:lnTo>
                <a:lnTo>
                  <a:pt x="532" y="165"/>
                </a:lnTo>
                <a:lnTo>
                  <a:pt x="530" y="158"/>
                </a:lnTo>
                <a:lnTo>
                  <a:pt x="528" y="152"/>
                </a:lnTo>
                <a:lnTo>
                  <a:pt x="525" y="145"/>
                </a:lnTo>
                <a:lnTo>
                  <a:pt x="522" y="138"/>
                </a:lnTo>
                <a:lnTo>
                  <a:pt x="519" y="132"/>
                </a:lnTo>
                <a:lnTo>
                  <a:pt x="515" y="126"/>
                </a:lnTo>
                <a:lnTo>
                  <a:pt x="511" y="119"/>
                </a:lnTo>
                <a:lnTo>
                  <a:pt x="507" y="113"/>
                </a:lnTo>
                <a:lnTo>
                  <a:pt x="503" y="108"/>
                </a:lnTo>
                <a:lnTo>
                  <a:pt x="499" y="102"/>
                </a:lnTo>
                <a:lnTo>
                  <a:pt x="494" y="96"/>
                </a:lnTo>
                <a:lnTo>
                  <a:pt x="489" y="91"/>
                </a:lnTo>
                <a:lnTo>
                  <a:pt x="484" y="85"/>
                </a:lnTo>
                <a:lnTo>
                  <a:pt x="479" y="80"/>
                </a:lnTo>
                <a:lnTo>
                  <a:pt x="474" y="75"/>
                </a:lnTo>
                <a:lnTo>
                  <a:pt x="468" y="70"/>
                </a:lnTo>
                <a:lnTo>
                  <a:pt x="462" y="65"/>
                </a:lnTo>
                <a:lnTo>
                  <a:pt x="456" y="60"/>
                </a:lnTo>
                <a:lnTo>
                  <a:pt x="450" y="56"/>
                </a:lnTo>
                <a:lnTo>
                  <a:pt x="443" y="51"/>
                </a:lnTo>
                <a:lnTo>
                  <a:pt x="437" y="47"/>
                </a:lnTo>
                <a:lnTo>
                  <a:pt x="430" y="43"/>
                </a:lnTo>
                <a:lnTo>
                  <a:pt x="423" y="39"/>
                </a:lnTo>
                <a:lnTo>
                  <a:pt x="416" y="35"/>
                </a:lnTo>
                <a:lnTo>
                  <a:pt x="409" y="32"/>
                </a:lnTo>
                <a:lnTo>
                  <a:pt x="401" y="28"/>
                </a:lnTo>
                <a:lnTo>
                  <a:pt x="394" y="25"/>
                </a:lnTo>
                <a:lnTo>
                  <a:pt x="386" y="22"/>
                </a:lnTo>
                <a:lnTo>
                  <a:pt x="379" y="19"/>
                </a:lnTo>
                <a:lnTo>
                  <a:pt x="371" y="17"/>
                </a:lnTo>
                <a:lnTo>
                  <a:pt x="363" y="14"/>
                </a:lnTo>
                <a:lnTo>
                  <a:pt x="355" y="12"/>
                </a:lnTo>
                <a:lnTo>
                  <a:pt x="347" y="10"/>
                </a:lnTo>
                <a:lnTo>
                  <a:pt x="339" y="8"/>
                </a:lnTo>
                <a:lnTo>
                  <a:pt x="330" y="7"/>
                </a:lnTo>
                <a:lnTo>
                  <a:pt x="322" y="5"/>
                </a:lnTo>
                <a:lnTo>
                  <a:pt x="314" y="4"/>
                </a:lnTo>
                <a:lnTo>
                  <a:pt x="306" y="3"/>
                </a:lnTo>
                <a:lnTo>
                  <a:pt x="297" y="3"/>
                </a:lnTo>
                <a:lnTo>
                  <a:pt x="289" y="2"/>
                </a:lnTo>
                <a:lnTo>
                  <a:pt x="280" y="2"/>
                </a:lnTo>
                <a:lnTo>
                  <a:pt x="272" y="2"/>
                </a:lnTo>
                <a:lnTo>
                  <a:pt x="263" y="2"/>
                </a:lnTo>
                <a:lnTo>
                  <a:pt x="254" y="2"/>
                </a:lnTo>
                <a:lnTo>
                  <a:pt x="245" y="3"/>
                </a:lnTo>
                <a:lnTo>
                  <a:pt x="237" y="3"/>
                </a:lnTo>
                <a:lnTo>
                  <a:pt x="229" y="4"/>
                </a:lnTo>
                <a:lnTo>
                  <a:pt x="220" y="5"/>
                </a:lnTo>
                <a:lnTo>
                  <a:pt x="212" y="7"/>
                </a:lnTo>
                <a:lnTo>
                  <a:pt x="204" y="8"/>
                </a:lnTo>
                <a:lnTo>
                  <a:pt x="196" y="10"/>
                </a:lnTo>
                <a:lnTo>
                  <a:pt x="188" y="12"/>
                </a:lnTo>
                <a:lnTo>
                  <a:pt x="180" y="14"/>
                </a:lnTo>
                <a:lnTo>
                  <a:pt x="172" y="17"/>
                </a:lnTo>
                <a:lnTo>
                  <a:pt x="164" y="19"/>
                </a:lnTo>
                <a:lnTo>
                  <a:pt x="156" y="22"/>
                </a:lnTo>
                <a:lnTo>
                  <a:pt x="149" y="25"/>
                </a:lnTo>
                <a:lnTo>
                  <a:pt x="141" y="28"/>
                </a:lnTo>
                <a:lnTo>
                  <a:pt x="134" y="32"/>
                </a:lnTo>
                <a:lnTo>
                  <a:pt x="127" y="35"/>
                </a:lnTo>
                <a:lnTo>
                  <a:pt x="120" y="39"/>
                </a:lnTo>
                <a:lnTo>
                  <a:pt x="113" y="43"/>
                </a:lnTo>
                <a:lnTo>
                  <a:pt x="106" y="47"/>
                </a:lnTo>
                <a:lnTo>
                  <a:pt x="99" y="51"/>
                </a:lnTo>
                <a:lnTo>
                  <a:pt x="93" y="56"/>
                </a:lnTo>
                <a:lnTo>
                  <a:pt x="87" y="60"/>
                </a:lnTo>
                <a:lnTo>
                  <a:pt x="81" y="65"/>
                </a:lnTo>
                <a:lnTo>
                  <a:pt x="75" y="70"/>
                </a:lnTo>
                <a:lnTo>
                  <a:pt x="69" y="75"/>
                </a:lnTo>
                <a:lnTo>
                  <a:pt x="64" y="80"/>
                </a:lnTo>
                <a:lnTo>
                  <a:pt x="58" y="85"/>
                </a:lnTo>
                <a:lnTo>
                  <a:pt x="53" y="91"/>
                </a:lnTo>
                <a:lnTo>
                  <a:pt x="48" y="96"/>
                </a:lnTo>
                <a:lnTo>
                  <a:pt x="44" y="102"/>
                </a:lnTo>
                <a:lnTo>
                  <a:pt x="39" y="108"/>
                </a:lnTo>
                <a:lnTo>
                  <a:pt x="35" y="113"/>
                </a:lnTo>
                <a:lnTo>
                  <a:pt x="31" y="119"/>
                </a:lnTo>
                <a:lnTo>
                  <a:pt x="27" y="126"/>
                </a:lnTo>
                <a:lnTo>
                  <a:pt x="24" y="132"/>
                </a:lnTo>
                <a:lnTo>
                  <a:pt x="21" y="138"/>
                </a:lnTo>
                <a:lnTo>
                  <a:pt x="18" y="145"/>
                </a:lnTo>
                <a:lnTo>
                  <a:pt x="15" y="152"/>
                </a:lnTo>
                <a:lnTo>
                  <a:pt x="13" y="158"/>
                </a:lnTo>
                <a:lnTo>
                  <a:pt x="10" y="165"/>
                </a:lnTo>
                <a:lnTo>
                  <a:pt x="8" y="171"/>
                </a:lnTo>
                <a:lnTo>
                  <a:pt x="7" y="178"/>
                </a:lnTo>
                <a:lnTo>
                  <a:pt x="5" y="185"/>
                </a:lnTo>
                <a:lnTo>
                  <a:pt x="4" y="191"/>
                </a:lnTo>
                <a:lnTo>
                  <a:pt x="3" y="198"/>
                </a:lnTo>
                <a:lnTo>
                  <a:pt x="2" y="205"/>
                </a:lnTo>
                <a:lnTo>
                  <a:pt x="2" y="212"/>
                </a:lnTo>
                <a:lnTo>
                  <a:pt x="2" y="218"/>
                </a:lnTo>
                <a:lnTo>
                  <a:pt x="2" y="225"/>
                </a:lnTo>
                <a:lnTo>
                  <a:pt x="2" y="232"/>
                </a:lnTo>
                <a:lnTo>
                  <a:pt x="3" y="239"/>
                </a:lnTo>
                <a:lnTo>
                  <a:pt x="4" y="245"/>
                </a:lnTo>
                <a:lnTo>
                  <a:pt x="5" y="252"/>
                </a:lnTo>
                <a:lnTo>
                  <a:pt x="7" y="259"/>
                </a:lnTo>
                <a:lnTo>
                  <a:pt x="8" y="265"/>
                </a:lnTo>
                <a:lnTo>
                  <a:pt x="10" y="272"/>
                </a:lnTo>
                <a:lnTo>
                  <a:pt x="13" y="279"/>
                </a:lnTo>
                <a:lnTo>
                  <a:pt x="15" y="285"/>
                </a:lnTo>
                <a:lnTo>
                  <a:pt x="18" y="291"/>
                </a:lnTo>
                <a:lnTo>
                  <a:pt x="21" y="298"/>
                </a:lnTo>
                <a:lnTo>
                  <a:pt x="24" y="304"/>
                </a:lnTo>
                <a:lnTo>
                  <a:pt x="27" y="310"/>
                </a:lnTo>
                <a:lnTo>
                  <a:pt x="31" y="316"/>
                </a:lnTo>
                <a:lnTo>
                  <a:pt x="35" y="322"/>
                </a:lnTo>
                <a:lnTo>
                  <a:pt x="39" y="328"/>
                </a:lnTo>
                <a:lnTo>
                  <a:pt x="44" y="334"/>
                </a:lnTo>
                <a:lnTo>
                  <a:pt x="48" y="340"/>
                </a:lnTo>
                <a:lnTo>
                  <a:pt x="53" y="345"/>
                </a:lnTo>
                <a:lnTo>
                  <a:pt x="58" y="351"/>
                </a:lnTo>
                <a:lnTo>
                  <a:pt x="64" y="356"/>
                </a:lnTo>
                <a:lnTo>
                  <a:pt x="69" y="361"/>
                </a:lnTo>
                <a:lnTo>
                  <a:pt x="75" y="366"/>
                </a:lnTo>
                <a:lnTo>
                  <a:pt x="81" y="371"/>
                </a:lnTo>
                <a:lnTo>
                  <a:pt x="87" y="376"/>
                </a:lnTo>
                <a:lnTo>
                  <a:pt x="93" y="380"/>
                </a:lnTo>
                <a:lnTo>
                  <a:pt x="99" y="385"/>
                </a:lnTo>
                <a:lnTo>
                  <a:pt x="106" y="389"/>
                </a:lnTo>
                <a:lnTo>
                  <a:pt x="113" y="393"/>
                </a:lnTo>
                <a:lnTo>
                  <a:pt x="120" y="397"/>
                </a:lnTo>
                <a:lnTo>
                  <a:pt x="127" y="401"/>
                </a:lnTo>
                <a:lnTo>
                  <a:pt x="134" y="404"/>
                </a:lnTo>
                <a:lnTo>
                  <a:pt x="141" y="407"/>
                </a:lnTo>
                <a:lnTo>
                  <a:pt x="149" y="411"/>
                </a:lnTo>
                <a:lnTo>
                  <a:pt x="156" y="414"/>
                </a:lnTo>
                <a:lnTo>
                  <a:pt x="164" y="416"/>
                </a:lnTo>
                <a:lnTo>
                  <a:pt x="172" y="419"/>
                </a:lnTo>
                <a:lnTo>
                  <a:pt x="180" y="421"/>
                </a:lnTo>
                <a:lnTo>
                  <a:pt x="188" y="424"/>
                </a:lnTo>
                <a:lnTo>
                  <a:pt x="196" y="426"/>
                </a:lnTo>
                <a:lnTo>
                  <a:pt x="204" y="427"/>
                </a:lnTo>
                <a:lnTo>
                  <a:pt x="212" y="429"/>
                </a:lnTo>
                <a:lnTo>
                  <a:pt x="220" y="430"/>
                </a:lnTo>
                <a:lnTo>
                  <a:pt x="229" y="431"/>
                </a:lnTo>
                <a:lnTo>
                  <a:pt x="237" y="432"/>
                </a:lnTo>
                <a:lnTo>
                  <a:pt x="245" y="433"/>
                </a:lnTo>
                <a:lnTo>
                  <a:pt x="254" y="434"/>
                </a:lnTo>
                <a:lnTo>
                  <a:pt x="263" y="434"/>
                </a:lnTo>
                <a:lnTo>
                  <a:pt x="272" y="434"/>
                </a:lnTo>
                <a:lnTo>
                  <a:pt x="280" y="434"/>
                </a:lnTo>
                <a:lnTo>
                  <a:pt x="289" y="434"/>
                </a:lnTo>
                <a:lnTo>
                  <a:pt x="297" y="433"/>
                </a:lnTo>
                <a:lnTo>
                  <a:pt x="306" y="432"/>
                </a:lnTo>
                <a:lnTo>
                  <a:pt x="314" y="431"/>
                </a:lnTo>
                <a:lnTo>
                  <a:pt x="322" y="430"/>
                </a:lnTo>
                <a:lnTo>
                  <a:pt x="330" y="429"/>
                </a:lnTo>
                <a:lnTo>
                  <a:pt x="339" y="427"/>
                </a:lnTo>
                <a:lnTo>
                  <a:pt x="347" y="426"/>
                </a:lnTo>
                <a:lnTo>
                  <a:pt x="355" y="424"/>
                </a:lnTo>
                <a:lnTo>
                  <a:pt x="363" y="421"/>
                </a:lnTo>
                <a:lnTo>
                  <a:pt x="371" y="419"/>
                </a:lnTo>
                <a:lnTo>
                  <a:pt x="379" y="416"/>
                </a:lnTo>
                <a:lnTo>
                  <a:pt x="386" y="414"/>
                </a:lnTo>
                <a:lnTo>
                  <a:pt x="394" y="411"/>
                </a:lnTo>
                <a:lnTo>
                  <a:pt x="401" y="407"/>
                </a:lnTo>
                <a:lnTo>
                  <a:pt x="409" y="404"/>
                </a:lnTo>
                <a:lnTo>
                  <a:pt x="416" y="401"/>
                </a:lnTo>
                <a:lnTo>
                  <a:pt x="423" y="397"/>
                </a:lnTo>
                <a:lnTo>
                  <a:pt x="430" y="393"/>
                </a:lnTo>
                <a:lnTo>
                  <a:pt x="437" y="389"/>
                </a:lnTo>
                <a:lnTo>
                  <a:pt x="443" y="385"/>
                </a:lnTo>
                <a:lnTo>
                  <a:pt x="450" y="380"/>
                </a:lnTo>
                <a:lnTo>
                  <a:pt x="456" y="376"/>
                </a:lnTo>
                <a:lnTo>
                  <a:pt x="462" y="371"/>
                </a:lnTo>
                <a:lnTo>
                  <a:pt x="468" y="366"/>
                </a:lnTo>
                <a:lnTo>
                  <a:pt x="474" y="361"/>
                </a:lnTo>
                <a:lnTo>
                  <a:pt x="479" y="356"/>
                </a:lnTo>
                <a:lnTo>
                  <a:pt x="484" y="351"/>
                </a:lnTo>
                <a:lnTo>
                  <a:pt x="489" y="345"/>
                </a:lnTo>
                <a:lnTo>
                  <a:pt x="494" y="340"/>
                </a:lnTo>
                <a:lnTo>
                  <a:pt x="499" y="334"/>
                </a:lnTo>
                <a:lnTo>
                  <a:pt x="503" y="328"/>
                </a:lnTo>
                <a:lnTo>
                  <a:pt x="507" y="322"/>
                </a:lnTo>
                <a:lnTo>
                  <a:pt x="511" y="316"/>
                </a:lnTo>
                <a:lnTo>
                  <a:pt x="515" y="310"/>
                </a:lnTo>
                <a:lnTo>
                  <a:pt x="519" y="304"/>
                </a:lnTo>
                <a:lnTo>
                  <a:pt x="522" y="298"/>
                </a:lnTo>
                <a:lnTo>
                  <a:pt x="525" y="291"/>
                </a:lnTo>
                <a:lnTo>
                  <a:pt x="528" y="285"/>
                </a:lnTo>
                <a:lnTo>
                  <a:pt x="530" y="279"/>
                </a:lnTo>
                <a:lnTo>
                  <a:pt x="532" y="272"/>
                </a:lnTo>
                <a:lnTo>
                  <a:pt x="534" y="265"/>
                </a:lnTo>
                <a:lnTo>
                  <a:pt x="536" y="259"/>
                </a:lnTo>
                <a:lnTo>
                  <a:pt x="537" y="252"/>
                </a:lnTo>
                <a:lnTo>
                  <a:pt x="539" y="245"/>
                </a:lnTo>
                <a:lnTo>
                  <a:pt x="540" y="239"/>
                </a:lnTo>
                <a:lnTo>
                  <a:pt x="540" y="232"/>
                </a:lnTo>
                <a:lnTo>
                  <a:pt x="541" y="225"/>
                </a:lnTo>
                <a:lnTo>
                  <a:pt x="541" y="218"/>
                </a:lnTo>
                <a:moveTo>
                  <a:pt x="543" y="218"/>
                </a:moveTo>
                <a:lnTo>
                  <a:pt x="543" y="225"/>
                </a:lnTo>
                <a:lnTo>
                  <a:pt x="542" y="232"/>
                </a:lnTo>
                <a:lnTo>
                  <a:pt x="542" y="239"/>
                </a:lnTo>
                <a:lnTo>
                  <a:pt x="541" y="246"/>
                </a:lnTo>
                <a:lnTo>
                  <a:pt x="540" y="252"/>
                </a:lnTo>
                <a:lnTo>
                  <a:pt x="538" y="259"/>
                </a:lnTo>
                <a:lnTo>
                  <a:pt x="536" y="266"/>
                </a:lnTo>
                <a:lnTo>
                  <a:pt x="535" y="272"/>
                </a:lnTo>
                <a:lnTo>
                  <a:pt x="532" y="279"/>
                </a:lnTo>
                <a:lnTo>
                  <a:pt x="530" y="286"/>
                </a:lnTo>
                <a:lnTo>
                  <a:pt x="527" y="292"/>
                </a:lnTo>
                <a:lnTo>
                  <a:pt x="524" y="298"/>
                </a:lnTo>
                <a:lnTo>
                  <a:pt x="521" y="305"/>
                </a:lnTo>
                <a:lnTo>
                  <a:pt x="517" y="311"/>
                </a:lnTo>
                <a:lnTo>
                  <a:pt x="513" y="317"/>
                </a:lnTo>
                <a:lnTo>
                  <a:pt x="509" y="323"/>
                </a:lnTo>
                <a:lnTo>
                  <a:pt x="505" y="329"/>
                </a:lnTo>
                <a:lnTo>
                  <a:pt x="501" y="335"/>
                </a:lnTo>
                <a:lnTo>
                  <a:pt x="496" y="341"/>
                </a:lnTo>
                <a:lnTo>
                  <a:pt x="491" y="346"/>
                </a:lnTo>
                <a:lnTo>
                  <a:pt x="486" y="352"/>
                </a:lnTo>
                <a:lnTo>
                  <a:pt x="481" y="357"/>
                </a:lnTo>
                <a:lnTo>
                  <a:pt x="475" y="362"/>
                </a:lnTo>
                <a:lnTo>
                  <a:pt x="470" y="367"/>
                </a:lnTo>
                <a:lnTo>
                  <a:pt x="464" y="372"/>
                </a:lnTo>
                <a:lnTo>
                  <a:pt x="457" y="377"/>
                </a:lnTo>
                <a:lnTo>
                  <a:pt x="451" y="382"/>
                </a:lnTo>
                <a:lnTo>
                  <a:pt x="445" y="386"/>
                </a:lnTo>
                <a:lnTo>
                  <a:pt x="438" y="390"/>
                </a:lnTo>
                <a:lnTo>
                  <a:pt x="431" y="394"/>
                </a:lnTo>
                <a:lnTo>
                  <a:pt x="424" y="398"/>
                </a:lnTo>
                <a:lnTo>
                  <a:pt x="417" y="402"/>
                </a:lnTo>
                <a:lnTo>
                  <a:pt x="410" y="406"/>
                </a:lnTo>
                <a:lnTo>
                  <a:pt x="402" y="409"/>
                </a:lnTo>
                <a:lnTo>
                  <a:pt x="395" y="412"/>
                </a:lnTo>
                <a:lnTo>
                  <a:pt x="387" y="415"/>
                </a:lnTo>
                <a:lnTo>
                  <a:pt x="380" y="418"/>
                </a:lnTo>
                <a:lnTo>
                  <a:pt x="372" y="421"/>
                </a:lnTo>
                <a:lnTo>
                  <a:pt x="364" y="423"/>
                </a:lnTo>
                <a:lnTo>
                  <a:pt x="356" y="425"/>
                </a:lnTo>
                <a:lnTo>
                  <a:pt x="347" y="427"/>
                </a:lnTo>
                <a:lnTo>
                  <a:pt x="339" y="429"/>
                </a:lnTo>
                <a:lnTo>
                  <a:pt x="331" y="431"/>
                </a:lnTo>
                <a:lnTo>
                  <a:pt x="323" y="432"/>
                </a:lnTo>
                <a:lnTo>
                  <a:pt x="314" y="433"/>
                </a:lnTo>
                <a:lnTo>
                  <a:pt x="306" y="434"/>
                </a:lnTo>
                <a:lnTo>
                  <a:pt x="297" y="435"/>
                </a:lnTo>
                <a:lnTo>
                  <a:pt x="289" y="436"/>
                </a:lnTo>
                <a:lnTo>
                  <a:pt x="280" y="436"/>
                </a:lnTo>
                <a:lnTo>
                  <a:pt x="272" y="436"/>
                </a:lnTo>
                <a:lnTo>
                  <a:pt x="263" y="436"/>
                </a:lnTo>
                <a:lnTo>
                  <a:pt x="254" y="436"/>
                </a:lnTo>
                <a:lnTo>
                  <a:pt x="245" y="435"/>
                </a:lnTo>
                <a:lnTo>
                  <a:pt x="237" y="434"/>
                </a:lnTo>
                <a:lnTo>
                  <a:pt x="228" y="433"/>
                </a:lnTo>
                <a:lnTo>
                  <a:pt x="220" y="432"/>
                </a:lnTo>
                <a:lnTo>
                  <a:pt x="212" y="431"/>
                </a:lnTo>
                <a:lnTo>
                  <a:pt x="203" y="429"/>
                </a:lnTo>
                <a:lnTo>
                  <a:pt x="195" y="427"/>
                </a:lnTo>
                <a:lnTo>
                  <a:pt x="187" y="425"/>
                </a:lnTo>
                <a:lnTo>
                  <a:pt x="179" y="423"/>
                </a:lnTo>
                <a:lnTo>
                  <a:pt x="171" y="421"/>
                </a:lnTo>
                <a:lnTo>
                  <a:pt x="163" y="418"/>
                </a:lnTo>
                <a:lnTo>
                  <a:pt x="155" y="415"/>
                </a:lnTo>
                <a:lnTo>
                  <a:pt x="148" y="412"/>
                </a:lnTo>
                <a:lnTo>
                  <a:pt x="140" y="409"/>
                </a:lnTo>
                <a:lnTo>
                  <a:pt x="133" y="406"/>
                </a:lnTo>
                <a:lnTo>
                  <a:pt x="125" y="402"/>
                </a:lnTo>
                <a:lnTo>
                  <a:pt x="118" y="398"/>
                </a:lnTo>
                <a:lnTo>
                  <a:pt x="111" y="394"/>
                </a:lnTo>
                <a:lnTo>
                  <a:pt x="105" y="390"/>
                </a:lnTo>
                <a:lnTo>
                  <a:pt x="98" y="386"/>
                </a:lnTo>
                <a:lnTo>
                  <a:pt x="91" y="382"/>
                </a:lnTo>
                <a:lnTo>
                  <a:pt x="85" y="377"/>
                </a:lnTo>
                <a:lnTo>
                  <a:pt x="79" y="372"/>
                </a:lnTo>
                <a:lnTo>
                  <a:pt x="73" y="367"/>
                </a:lnTo>
                <a:lnTo>
                  <a:pt x="67" y="362"/>
                </a:lnTo>
                <a:lnTo>
                  <a:pt x="62" y="357"/>
                </a:lnTo>
                <a:lnTo>
                  <a:pt x="56" y="352"/>
                </a:lnTo>
                <a:lnTo>
                  <a:pt x="51" y="346"/>
                </a:lnTo>
                <a:lnTo>
                  <a:pt x="46" y="341"/>
                </a:lnTo>
                <a:lnTo>
                  <a:pt x="42" y="335"/>
                </a:lnTo>
                <a:lnTo>
                  <a:pt x="37" y="329"/>
                </a:lnTo>
                <a:lnTo>
                  <a:pt x="33" y="323"/>
                </a:lnTo>
                <a:lnTo>
                  <a:pt x="29" y="317"/>
                </a:lnTo>
                <a:lnTo>
                  <a:pt x="25" y="311"/>
                </a:lnTo>
                <a:lnTo>
                  <a:pt x="22" y="305"/>
                </a:lnTo>
                <a:lnTo>
                  <a:pt x="19" y="298"/>
                </a:lnTo>
                <a:lnTo>
                  <a:pt x="16" y="292"/>
                </a:lnTo>
                <a:lnTo>
                  <a:pt x="13" y="286"/>
                </a:lnTo>
                <a:lnTo>
                  <a:pt x="10" y="279"/>
                </a:lnTo>
                <a:lnTo>
                  <a:pt x="8" y="272"/>
                </a:lnTo>
                <a:lnTo>
                  <a:pt x="6" y="266"/>
                </a:lnTo>
                <a:lnTo>
                  <a:pt x="4" y="259"/>
                </a:lnTo>
                <a:lnTo>
                  <a:pt x="3" y="252"/>
                </a:lnTo>
                <a:lnTo>
                  <a:pt x="2" y="246"/>
                </a:lnTo>
                <a:lnTo>
                  <a:pt x="1" y="239"/>
                </a:lnTo>
                <a:lnTo>
                  <a:pt x="0" y="232"/>
                </a:lnTo>
                <a:lnTo>
                  <a:pt x="0" y="225"/>
                </a:lnTo>
                <a:lnTo>
                  <a:pt x="0" y="218"/>
                </a:lnTo>
                <a:lnTo>
                  <a:pt x="0" y="212"/>
                </a:lnTo>
                <a:lnTo>
                  <a:pt x="0" y="205"/>
                </a:lnTo>
                <a:lnTo>
                  <a:pt x="1" y="198"/>
                </a:lnTo>
                <a:lnTo>
                  <a:pt x="2" y="191"/>
                </a:lnTo>
                <a:lnTo>
                  <a:pt x="3" y="184"/>
                </a:lnTo>
                <a:lnTo>
                  <a:pt x="4" y="178"/>
                </a:lnTo>
                <a:lnTo>
                  <a:pt x="6" y="171"/>
                </a:lnTo>
                <a:lnTo>
                  <a:pt x="8" y="164"/>
                </a:lnTo>
                <a:lnTo>
                  <a:pt x="10" y="158"/>
                </a:lnTo>
                <a:lnTo>
                  <a:pt x="13" y="151"/>
                </a:lnTo>
                <a:lnTo>
                  <a:pt x="16" y="145"/>
                </a:lnTo>
                <a:lnTo>
                  <a:pt x="19" y="137"/>
                </a:lnTo>
                <a:lnTo>
                  <a:pt x="22" y="131"/>
                </a:lnTo>
                <a:lnTo>
                  <a:pt x="25" y="125"/>
                </a:lnTo>
                <a:lnTo>
                  <a:pt x="29" y="119"/>
                </a:lnTo>
                <a:lnTo>
                  <a:pt x="33" y="113"/>
                </a:lnTo>
                <a:lnTo>
                  <a:pt x="37" y="107"/>
                </a:lnTo>
                <a:lnTo>
                  <a:pt x="42" y="101"/>
                </a:lnTo>
                <a:lnTo>
                  <a:pt x="46" y="95"/>
                </a:lnTo>
                <a:lnTo>
                  <a:pt x="51" y="89"/>
                </a:lnTo>
                <a:lnTo>
                  <a:pt x="56" y="84"/>
                </a:lnTo>
                <a:lnTo>
                  <a:pt x="62" y="79"/>
                </a:lnTo>
                <a:lnTo>
                  <a:pt x="67" y="74"/>
                </a:lnTo>
                <a:lnTo>
                  <a:pt x="73" y="68"/>
                </a:lnTo>
                <a:lnTo>
                  <a:pt x="79" y="64"/>
                </a:lnTo>
                <a:lnTo>
                  <a:pt x="85" y="59"/>
                </a:lnTo>
                <a:lnTo>
                  <a:pt x="91" y="54"/>
                </a:lnTo>
                <a:lnTo>
                  <a:pt x="98" y="50"/>
                </a:lnTo>
                <a:lnTo>
                  <a:pt x="105" y="45"/>
                </a:lnTo>
                <a:lnTo>
                  <a:pt x="111" y="41"/>
                </a:lnTo>
                <a:lnTo>
                  <a:pt x="118" y="37"/>
                </a:lnTo>
                <a:lnTo>
                  <a:pt x="125" y="34"/>
                </a:lnTo>
                <a:lnTo>
                  <a:pt x="133" y="30"/>
                </a:lnTo>
                <a:lnTo>
                  <a:pt x="140" y="27"/>
                </a:lnTo>
                <a:lnTo>
                  <a:pt x="148" y="24"/>
                </a:lnTo>
                <a:lnTo>
                  <a:pt x="155" y="21"/>
                </a:lnTo>
                <a:lnTo>
                  <a:pt x="163" y="18"/>
                </a:lnTo>
                <a:lnTo>
                  <a:pt x="171" y="15"/>
                </a:lnTo>
                <a:lnTo>
                  <a:pt x="179" y="13"/>
                </a:lnTo>
                <a:lnTo>
                  <a:pt x="187" y="10"/>
                </a:lnTo>
                <a:lnTo>
                  <a:pt x="195" y="8"/>
                </a:lnTo>
                <a:lnTo>
                  <a:pt x="203" y="7"/>
                </a:lnTo>
                <a:lnTo>
                  <a:pt x="212" y="5"/>
                </a:lnTo>
                <a:lnTo>
                  <a:pt x="220" y="4"/>
                </a:lnTo>
                <a:lnTo>
                  <a:pt x="228" y="2"/>
                </a:lnTo>
                <a:lnTo>
                  <a:pt x="237" y="2"/>
                </a:lnTo>
                <a:lnTo>
                  <a:pt x="245" y="1"/>
                </a:lnTo>
                <a:lnTo>
                  <a:pt x="254" y="0"/>
                </a:lnTo>
                <a:lnTo>
                  <a:pt x="263" y="0"/>
                </a:lnTo>
                <a:lnTo>
                  <a:pt x="272" y="0"/>
                </a:lnTo>
                <a:lnTo>
                  <a:pt x="280" y="0"/>
                </a:lnTo>
                <a:lnTo>
                  <a:pt x="289" y="0"/>
                </a:lnTo>
                <a:lnTo>
                  <a:pt x="297" y="1"/>
                </a:lnTo>
                <a:lnTo>
                  <a:pt x="306" y="2"/>
                </a:lnTo>
                <a:lnTo>
                  <a:pt x="314" y="2"/>
                </a:lnTo>
                <a:lnTo>
                  <a:pt x="323" y="4"/>
                </a:lnTo>
                <a:lnTo>
                  <a:pt x="331" y="5"/>
                </a:lnTo>
                <a:lnTo>
                  <a:pt x="339" y="7"/>
                </a:lnTo>
                <a:lnTo>
                  <a:pt x="347" y="8"/>
                </a:lnTo>
                <a:lnTo>
                  <a:pt x="356" y="10"/>
                </a:lnTo>
                <a:lnTo>
                  <a:pt x="364" y="13"/>
                </a:lnTo>
                <a:lnTo>
                  <a:pt x="372" y="15"/>
                </a:lnTo>
                <a:lnTo>
                  <a:pt x="380" y="18"/>
                </a:lnTo>
                <a:lnTo>
                  <a:pt x="387" y="21"/>
                </a:lnTo>
                <a:lnTo>
                  <a:pt x="395" y="24"/>
                </a:lnTo>
                <a:lnTo>
                  <a:pt x="402" y="27"/>
                </a:lnTo>
                <a:lnTo>
                  <a:pt x="410" y="30"/>
                </a:lnTo>
                <a:lnTo>
                  <a:pt x="417" y="34"/>
                </a:lnTo>
                <a:lnTo>
                  <a:pt x="424" y="37"/>
                </a:lnTo>
                <a:lnTo>
                  <a:pt x="431" y="41"/>
                </a:lnTo>
                <a:lnTo>
                  <a:pt x="438" y="45"/>
                </a:lnTo>
                <a:lnTo>
                  <a:pt x="445" y="50"/>
                </a:lnTo>
                <a:lnTo>
                  <a:pt x="451" y="54"/>
                </a:lnTo>
                <a:lnTo>
                  <a:pt x="457" y="59"/>
                </a:lnTo>
                <a:lnTo>
                  <a:pt x="464" y="64"/>
                </a:lnTo>
                <a:lnTo>
                  <a:pt x="470" y="68"/>
                </a:lnTo>
                <a:lnTo>
                  <a:pt x="475" y="74"/>
                </a:lnTo>
                <a:lnTo>
                  <a:pt x="481" y="79"/>
                </a:lnTo>
                <a:lnTo>
                  <a:pt x="486" y="84"/>
                </a:lnTo>
                <a:lnTo>
                  <a:pt x="491" y="89"/>
                </a:lnTo>
                <a:lnTo>
                  <a:pt x="496" y="95"/>
                </a:lnTo>
                <a:lnTo>
                  <a:pt x="501" y="101"/>
                </a:lnTo>
                <a:lnTo>
                  <a:pt x="505" y="107"/>
                </a:lnTo>
                <a:lnTo>
                  <a:pt x="509" y="113"/>
                </a:lnTo>
                <a:lnTo>
                  <a:pt x="513" y="119"/>
                </a:lnTo>
                <a:lnTo>
                  <a:pt x="517" y="125"/>
                </a:lnTo>
                <a:lnTo>
                  <a:pt x="521" y="131"/>
                </a:lnTo>
                <a:lnTo>
                  <a:pt x="524" y="137"/>
                </a:lnTo>
                <a:lnTo>
                  <a:pt x="527" y="145"/>
                </a:lnTo>
                <a:lnTo>
                  <a:pt x="530" y="151"/>
                </a:lnTo>
                <a:lnTo>
                  <a:pt x="532" y="158"/>
                </a:lnTo>
                <a:lnTo>
                  <a:pt x="535" y="164"/>
                </a:lnTo>
                <a:lnTo>
                  <a:pt x="536" y="171"/>
                </a:lnTo>
                <a:lnTo>
                  <a:pt x="538" y="178"/>
                </a:lnTo>
                <a:lnTo>
                  <a:pt x="540" y="184"/>
                </a:lnTo>
                <a:lnTo>
                  <a:pt x="541" y="191"/>
                </a:lnTo>
                <a:lnTo>
                  <a:pt x="542" y="198"/>
                </a:lnTo>
                <a:lnTo>
                  <a:pt x="542" y="205"/>
                </a:lnTo>
                <a:lnTo>
                  <a:pt x="543" y="212"/>
                </a:lnTo>
                <a:lnTo>
                  <a:pt x="543" y="218"/>
                </a:lnTo>
                <a:close/>
              </a:path>
            </a:pathLst>
          </a:custGeom>
          <a:solidFill>
            <a:srgbClr val="ffda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7" name=""/>
          <p:cNvSpPr/>
          <p:nvPr/>
        </p:nvSpPr>
        <p:spPr>
          <a:xfrm>
            <a:off x="4880160" y="1748880"/>
            <a:ext cx="197280" cy="158400"/>
          </a:xfrm>
          <a:custGeom>
            <a:avLst/>
            <a:gdLst/>
            <a:ahLst/>
            <a:rect l="0" t="0" r="r" b="b"/>
            <a:pathLst>
              <a:path w="548" h="440">
                <a:moveTo>
                  <a:pt x="546" y="220"/>
                </a:moveTo>
                <a:lnTo>
                  <a:pt x="546" y="214"/>
                </a:lnTo>
                <a:lnTo>
                  <a:pt x="545" y="207"/>
                </a:lnTo>
                <a:lnTo>
                  <a:pt x="545" y="200"/>
                </a:lnTo>
                <a:lnTo>
                  <a:pt x="544" y="193"/>
                </a:lnTo>
                <a:lnTo>
                  <a:pt x="543" y="186"/>
                </a:lnTo>
                <a:lnTo>
                  <a:pt x="541" y="180"/>
                </a:lnTo>
                <a:lnTo>
                  <a:pt x="539" y="172"/>
                </a:lnTo>
                <a:lnTo>
                  <a:pt x="538" y="165"/>
                </a:lnTo>
                <a:lnTo>
                  <a:pt x="535" y="159"/>
                </a:lnTo>
                <a:lnTo>
                  <a:pt x="533" y="152"/>
                </a:lnTo>
                <a:lnTo>
                  <a:pt x="530" y="146"/>
                </a:lnTo>
                <a:lnTo>
                  <a:pt x="527" y="139"/>
                </a:lnTo>
                <a:lnTo>
                  <a:pt x="524" y="133"/>
                </a:lnTo>
                <a:lnTo>
                  <a:pt x="520" y="127"/>
                </a:lnTo>
                <a:lnTo>
                  <a:pt x="516" y="121"/>
                </a:lnTo>
                <a:lnTo>
                  <a:pt x="512" y="115"/>
                </a:lnTo>
                <a:lnTo>
                  <a:pt x="508" y="109"/>
                </a:lnTo>
                <a:lnTo>
                  <a:pt x="504" y="103"/>
                </a:lnTo>
                <a:lnTo>
                  <a:pt x="499" y="97"/>
                </a:lnTo>
                <a:lnTo>
                  <a:pt x="494" y="91"/>
                </a:lnTo>
                <a:lnTo>
                  <a:pt x="489" y="86"/>
                </a:lnTo>
                <a:lnTo>
                  <a:pt x="484" y="81"/>
                </a:lnTo>
                <a:lnTo>
                  <a:pt x="478" y="76"/>
                </a:lnTo>
                <a:lnTo>
                  <a:pt x="473" y="70"/>
                </a:lnTo>
                <a:lnTo>
                  <a:pt x="467" y="66"/>
                </a:lnTo>
                <a:lnTo>
                  <a:pt x="460" y="61"/>
                </a:lnTo>
                <a:lnTo>
                  <a:pt x="454" y="56"/>
                </a:lnTo>
                <a:lnTo>
                  <a:pt x="448" y="52"/>
                </a:lnTo>
                <a:lnTo>
                  <a:pt x="441" y="47"/>
                </a:lnTo>
                <a:lnTo>
                  <a:pt x="434" y="43"/>
                </a:lnTo>
                <a:lnTo>
                  <a:pt x="427" y="39"/>
                </a:lnTo>
                <a:lnTo>
                  <a:pt x="420" y="36"/>
                </a:lnTo>
                <a:lnTo>
                  <a:pt x="413" y="32"/>
                </a:lnTo>
                <a:lnTo>
                  <a:pt x="405" y="29"/>
                </a:lnTo>
                <a:lnTo>
                  <a:pt x="398" y="26"/>
                </a:lnTo>
                <a:lnTo>
                  <a:pt x="389" y="23"/>
                </a:lnTo>
                <a:lnTo>
                  <a:pt x="382" y="20"/>
                </a:lnTo>
                <a:lnTo>
                  <a:pt x="374" y="17"/>
                </a:lnTo>
                <a:lnTo>
                  <a:pt x="366" y="15"/>
                </a:lnTo>
                <a:lnTo>
                  <a:pt x="358" y="12"/>
                </a:lnTo>
                <a:lnTo>
                  <a:pt x="349" y="10"/>
                </a:lnTo>
                <a:lnTo>
                  <a:pt x="341" y="9"/>
                </a:lnTo>
                <a:lnTo>
                  <a:pt x="333" y="7"/>
                </a:lnTo>
                <a:lnTo>
                  <a:pt x="325" y="6"/>
                </a:lnTo>
                <a:lnTo>
                  <a:pt x="316" y="4"/>
                </a:lnTo>
                <a:lnTo>
                  <a:pt x="308" y="4"/>
                </a:lnTo>
                <a:lnTo>
                  <a:pt x="299" y="3"/>
                </a:lnTo>
                <a:lnTo>
                  <a:pt x="291" y="2"/>
                </a:lnTo>
                <a:lnTo>
                  <a:pt x="282" y="2"/>
                </a:lnTo>
                <a:lnTo>
                  <a:pt x="274" y="2"/>
                </a:lnTo>
                <a:lnTo>
                  <a:pt x="265" y="2"/>
                </a:lnTo>
                <a:lnTo>
                  <a:pt x="257" y="2"/>
                </a:lnTo>
                <a:lnTo>
                  <a:pt x="248" y="3"/>
                </a:lnTo>
                <a:lnTo>
                  <a:pt x="240" y="4"/>
                </a:lnTo>
                <a:lnTo>
                  <a:pt x="231" y="4"/>
                </a:lnTo>
                <a:lnTo>
                  <a:pt x="223" y="6"/>
                </a:lnTo>
                <a:lnTo>
                  <a:pt x="215" y="7"/>
                </a:lnTo>
                <a:lnTo>
                  <a:pt x="206" y="9"/>
                </a:lnTo>
                <a:lnTo>
                  <a:pt x="198" y="10"/>
                </a:lnTo>
                <a:lnTo>
                  <a:pt x="190" y="12"/>
                </a:lnTo>
                <a:lnTo>
                  <a:pt x="182" y="15"/>
                </a:lnTo>
                <a:lnTo>
                  <a:pt x="174" y="17"/>
                </a:lnTo>
                <a:lnTo>
                  <a:pt x="166" y="20"/>
                </a:lnTo>
                <a:lnTo>
                  <a:pt x="158" y="23"/>
                </a:lnTo>
                <a:lnTo>
                  <a:pt x="151" y="26"/>
                </a:lnTo>
                <a:lnTo>
                  <a:pt x="143" y="29"/>
                </a:lnTo>
                <a:lnTo>
                  <a:pt x="136" y="32"/>
                </a:lnTo>
                <a:lnTo>
                  <a:pt x="128" y="36"/>
                </a:lnTo>
                <a:lnTo>
                  <a:pt x="121" y="39"/>
                </a:lnTo>
                <a:lnTo>
                  <a:pt x="114" y="43"/>
                </a:lnTo>
                <a:lnTo>
                  <a:pt x="108" y="47"/>
                </a:lnTo>
                <a:lnTo>
                  <a:pt x="101" y="52"/>
                </a:lnTo>
                <a:lnTo>
                  <a:pt x="94" y="56"/>
                </a:lnTo>
                <a:lnTo>
                  <a:pt x="88" y="61"/>
                </a:lnTo>
                <a:lnTo>
                  <a:pt x="82" y="66"/>
                </a:lnTo>
                <a:lnTo>
                  <a:pt x="76" y="70"/>
                </a:lnTo>
                <a:lnTo>
                  <a:pt x="70" y="76"/>
                </a:lnTo>
                <a:lnTo>
                  <a:pt x="65" y="81"/>
                </a:lnTo>
                <a:lnTo>
                  <a:pt x="59" y="86"/>
                </a:lnTo>
                <a:lnTo>
                  <a:pt x="54" y="91"/>
                </a:lnTo>
                <a:lnTo>
                  <a:pt x="49" y="97"/>
                </a:lnTo>
                <a:lnTo>
                  <a:pt x="45" y="103"/>
                </a:lnTo>
                <a:lnTo>
                  <a:pt x="40" y="109"/>
                </a:lnTo>
                <a:lnTo>
                  <a:pt x="36" y="115"/>
                </a:lnTo>
                <a:lnTo>
                  <a:pt x="32" y="121"/>
                </a:lnTo>
                <a:lnTo>
                  <a:pt x="28" y="127"/>
                </a:lnTo>
                <a:lnTo>
                  <a:pt x="25" y="133"/>
                </a:lnTo>
                <a:lnTo>
                  <a:pt x="22" y="139"/>
                </a:lnTo>
                <a:lnTo>
                  <a:pt x="19" y="146"/>
                </a:lnTo>
                <a:lnTo>
                  <a:pt x="16" y="152"/>
                </a:lnTo>
                <a:lnTo>
                  <a:pt x="13" y="159"/>
                </a:lnTo>
                <a:lnTo>
                  <a:pt x="11" y="165"/>
                </a:lnTo>
                <a:lnTo>
                  <a:pt x="9" y="172"/>
                </a:lnTo>
                <a:lnTo>
                  <a:pt x="7" y="180"/>
                </a:lnTo>
                <a:lnTo>
                  <a:pt x="6" y="186"/>
                </a:lnTo>
                <a:lnTo>
                  <a:pt x="5" y="193"/>
                </a:lnTo>
                <a:lnTo>
                  <a:pt x="4" y="200"/>
                </a:lnTo>
                <a:lnTo>
                  <a:pt x="3" y="207"/>
                </a:lnTo>
                <a:lnTo>
                  <a:pt x="3" y="214"/>
                </a:lnTo>
                <a:lnTo>
                  <a:pt x="3" y="220"/>
                </a:lnTo>
                <a:lnTo>
                  <a:pt x="3" y="227"/>
                </a:lnTo>
                <a:lnTo>
                  <a:pt x="3" y="234"/>
                </a:lnTo>
                <a:lnTo>
                  <a:pt x="4" y="241"/>
                </a:lnTo>
                <a:lnTo>
                  <a:pt x="5" y="248"/>
                </a:lnTo>
                <a:lnTo>
                  <a:pt x="6" y="254"/>
                </a:lnTo>
                <a:lnTo>
                  <a:pt x="7" y="261"/>
                </a:lnTo>
                <a:lnTo>
                  <a:pt x="9" y="268"/>
                </a:lnTo>
                <a:lnTo>
                  <a:pt x="11" y="274"/>
                </a:lnTo>
                <a:lnTo>
                  <a:pt x="13" y="281"/>
                </a:lnTo>
                <a:lnTo>
                  <a:pt x="16" y="288"/>
                </a:lnTo>
                <a:lnTo>
                  <a:pt x="19" y="294"/>
                </a:lnTo>
                <a:lnTo>
                  <a:pt x="22" y="300"/>
                </a:lnTo>
                <a:lnTo>
                  <a:pt x="25" y="307"/>
                </a:lnTo>
                <a:lnTo>
                  <a:pt x="28" y="313"/>
                </a:lnTo>
                <a:lnTo>
                  <a:pt x="32" y="319"/>
                </a:lnTo>
                <a:lnTo>
                  <a:pt x="36" y="325"/>
                </a:lnTo>
                <a:lnTo>
                  <a:pt x="40" y="331"/>
                </a:lnTo>
                <a:lnTo>
                  <a:pt x="45" y="337"/>
                </a:lnTo>
                <a:lnTo>
                  <a:pt x="49" y="343"/>
                </a:lnTo>
                <a:lnTo>
                  <a:pt x="54" y="348"/>
                </a:lnTo>
                <a:lnTo>
                  <a:pt x="59" y="354"/>
                </a:lnTo>
                <a:lnTo>
                  <a:pt x="65" y="359"/>
                </a:lnTo>
                <a:lnTo>
                  <a:pt x="70" y="364"/>
                </a:lnTo>
                <a:lnTo>
                  <a:pt x="76" y="369"/>
                </a:lnTo>
                <a:lnTo>
                  <a:pt x="82" y="374"/>
                </a:lnTo>
                <a:lnTo>
                  <a:pt x="88" y="379"/>
                </a:lnTo>
                <a:lnTo>
                  <a:pt x="94" y="384"/>
                </a:lnTo>
                <a:lnTo>
                  <a:pt x="101" y="388"/>
                </a:lnTo>
                <a:lnTo>
                  <a:pt x="108" y="392"/>
                </a:lnTo>
                <a:lnTo>
                  <a:pt x="114" y="396"/>
                </a:lnTo>
                <a:lnTo>
                  <a:pt x="121" y="400"/>
                </a:lnTo>
                <a:lnTo>
                  <a:pt x="128" y="404"/>
                </a:lnTo>
                <a:lnTo>
                  <a:pt x="136" y="408"/>
                </a:lnTo>
                <a:lnTo>
                  <a:pt x="143" y="411"/>
                </a:lnTo>
                <a:lnTo>
                  <a:pt x="151" y="414"/>
                </a:lnTo>
                <a:lnTo>
                  <a:pt x="158" y="417"/>
                </a:lnTo>
                <a:lnTo>
                  <a:pt x="166" y="420"/>
                </a:lnTo>
                <a:lnTo>
                  <a:pt x="174" y="423"/>
                </a:lnTo>
                <a:lnTo>
                  <a:pt x="182" y="425"/>
                </a:lnTo>
                <a:lnTo>
                  <a:pt x="190" y="427"/>
                </a:lnTo>
                <a:lnTo>
                  <a:pt x="198" y="429"/>
                </a:lnTo>
                <a:lnTo>
                  <a:pt x="206" y="431"/>
                </a:lnTo>
                <a:lnTo>
                  <a:pt x="215" y="433"/>
                </a:lnTo>
                <a:lnTo>
                  <a:pt x="223" y="434"/>
                </a:lnTo>
                <a:lnTo>
                  <a:pt x="231" y="435"/>
                </a:lnTo>
                <a:lnTo>
                  <a:pt x="240" y="436"/>
                </a:lnTo>
                <a:lnTo>
                  <a:pt x="248" y="437"/>
                </a:lnTo>
                <a:lnTo>
                  <a:pt x="257" y="438"/>
                </a:lnTo>
                <a:lnTo>
                  <a:pt x="265" y="438"/>
                </a:lnTo>
                <a:lnTo>
                  <a:pt x="274" y="438"/>
                </a:lnTo>
                <a:lnTo>
                  <a:pt x="282" y="438"/>
                </a:lnTo>
                <a:lnTo>
                  <a:pt x="291" y="438"/>
                </a:lnTo>
                <a:lnTo>
                  <a:pt x="299" y="437"/>
                </a:lnTo>
                <a:lnTo>
                  <a:pt x="308" y="436"/>
                </a:lnTo>
                <a:lnTo>
                  <a:pt x="316" y="435"/>
                </a:lnTo>
                <a:lnTo>
                  <a:pt x="325" y="434"/>
                </a:lnTo>
                <a:lnTo>
                  <a:pt x="333" y="433"/>
                </a:lnTo>
                <a:lnTo>
                  <a:pt x="341" y="431"/>
                </a:lnTo>
                <a:lnTo>
                  <a:pt x="349" y="429"/>
                </a:lnTo>
                <a:lnTo>
                  <a:pt x="358" y="427"/>
                </a:lnTo>
                <a:lnTo>
                  <a:pt x="366" y="425"/>
                </a:lnTo>
                <a:lnTo>
                  <a:pt x="374" y="423"/>
                </a:lnTo>
                <a:lnTo>
                  <a:pt x="382" y="420"/>
                </a:lnTo>
                <a:lnTo>
                  <a:pt x="389" y="417"/>
                </a:lnTo>
                <a:lnTo>
                  <a:pt x="398" y="414"/>
                </a:lnTo>
                <a:lnTo>
                  <a:pt x="405" y="411"/>
                </a:lnTo>
                <a:lnTo>
                  <a:pt x="413" y="408"/>
                </a:lnTo>
                <a:lnTo>
                  <a:pt x="420" y="404"/>
                </a:lnTo>
                <a:lnTo>
                  <a:pt x="427" y="400"/>
                </a:lnTo>
                <a:lnTo>
                  <a:pt x="434" y="396"/>
                </a:lnTo>
                <a:lnTo>
                  <a:pt x="441" y="392"/>
                </a:lnTo>
                <a:lnTo>
                  <a:pt x="448" y="388"/>
                </a:lnTo>
                <a:lnTo>
                  <a:pt x="454" y="384"/>
                </a:lnTo>
                <a:lnTo>
                  <a:pt x="460" y="379"/>
                </a:lnTo>
                <a:lnTo>
                  <a:pt x="467" y="374"/>
                </a:lnTo>
                <a:lnTo>
                  <a:pt x="473" y="369"/>
                </a:lnTo>
                <a:lnTo>
                  <a:pt x="478" y="364"/>
                </a:lnTo>
                <a:lnTo>
                  <a:pt x="484" y="359"/>
                </a:lnTo>
                <a:lnTo>
                  <a:pt x="489" y="354"/>
                </a:lnTo>
                <a:lnTo>
                  <a:pt x="494" y="348"/>
                </a:lnTo>
                <a:lnTo>
                  <a:pt x="499" y="343"/>
                </a:lnTo>
                <a:lnTo>
                  <a:pt x="504" y="337"/>
                </a:lnTo>
                <a:lnTo>
                  <a:pt x="508" y="331"/>
                </a:lnTo>
                <a:lnTo>
                  <a:pt x="512" y="325"/>
                </a:lnTo>
                <a:lnTo>
                  <a:pt x="516" y="319"/>
                </a:lnTo>
                <a:lnTo>
                  <a:pt x="520" y="313"/>
                </a:lnTo>
                <a:lnTo>
                  <a:pt x="524" y="307"/>
                </a:lnTo>
                <a:lnTo>
                  <a:pt x="527" y="300"/>
                </a:lnTo>
                <a:lnTo>
                  <a:pt x="530" y="294"/>
                </a:lnTo>
                <a:lnTo>
                  <a:pt x="533" y="288"/>
                </a:lnTo>
                <a:lnTo>
                  <a:pt x="535" y="281"/>
                </a:lnTo>
                <a:lnTo>
                  <a:pt x="538" y="274"/>
                </a:lnTo>
                <a:lnTo>
                  <a:pt x="539" y="268"/>
                </a:lnTo>
                <a:lnTo>
                  <a:pt x="541" y="261"/>
                </a:lnTo>
                <a:lnTo>
                  <a:pt x="543" y="254"/>
                </a:lnTo>
                <a:lnTo>
                  <a:pt x="544" y="248"/>
                </a:lnTo>
                <a:lnTo>
                  <a:pt x="545" y="241"/>
                </a:lnTo>
                <a:lnTo>
                  <a:pt x="545" y="234"/>
                </a:lnTo>
                <a:lnTo>
                  <a:pt x="546" y="227"/>
                </a:lnTo>
                <a:lnTo>
                  <a:pt x="546" y="220"/>
                </a:lnTo>
                <a:moveTo>
                  <a:pt x="548" y="220"/>
                </a:moveTo>
                <a:lnTo>
                  <a:pt x="548" y="227"/>
                </a:lnTo>
                <a:lnTo>
                  <a:pt x="548" y="234"/>
                </a:lnTo>
                <a:lnTo>
                  <a:pt x="547" y="241"/>
                </a:lnTo>
                <a:lnTo>
                  <a:pt x="546" y="248"/>
                </a:lnTo>
                <a:lnTo>
                  <a:pt x="545" y="255"/>
                </a:lnTo>
                <a:lnTo>
                  <a:pt x="543" y="261"/>
                </a:lnTo>
                <a:lnTo>
                  <a:pt x="542" y="268"/>
                </a:lnTo>
                <a:lnTo>
                  <a:pt x="540" y="275"/>
                </a:lnTo>
                <a:lnTo>
                  <a:pt x="537" y="282"/>
                </a:lnTo>
                <a:lnTo>
                  <a:pt x="535" y="288"/>
                </a:lnTo>
                <a:lnTo>
                  <a:pt x="532" y="295"/>
                </a:lnTo>
                <a:lnTo>
                  <a:pt x="529" y="301"/>
                </a:lnTo>
                <a:lnTo>
                  <a:pt x="526" y="308"/>
                </a:lnTo>
                <a:lnTo>
                  <a:pt x="522" y="314"/>
                </a:lnTo>
                <a:lnTo>
                  <a:pt x="519" y="320"/>
                </a:lnTo>
                <a:lnTo>
                  <a:pt x="514" y="326"/>
                </a:lnTo>
                <a:lnTo>
                  <a:pt x="510" y="332"/>
                </a:lnTo>
                <a:lnTo>
                  <a:pt x="506" y="338"/>
                </a:lnTo>
                <a:lnTo>
                  <a:pt x="501" y="344"/>
                </a:lnTo>
                <a:lnTo>
                  <a:pt x="496" y="349"/>
                </a:lnTo>
                <a:lnTo>
                  <a:pt x="491" y="355"/>
                </a:lnTo>
                <a:lnTo>
                  <a:pt x="486" y="360"/>
                </a:lnTo>
                <a:lnTo>
                  <a:pt x="480" y="365"/>
                </a:lnTo>
                <a:lnTo>
                  <a:pt x="474" y="371"/>
                </a:lnTo>
                <a:lnTo>
                  <a:pt x="468" y="376"/>
                </a:lnTo>
                <a:lnTo>
                  <a:pt x="462" y="380"/>
                </a:lnTo>
                <a:lnTo>
                  <a:pt x="456" y="385"/>
                </a:lnTo>
                <a:lnTo>
                  <a:pt x="449" y="389"/>
                </a:lnTo>
                <a:lnTo>
                  <a:pt x="442" y="394"/>
                </a:lnTo>
                <a:lnTo>
                  <a:pt x="436" y="398"/>
                </a:lnTo>
                <a:lnTo>
                  <a:pt x="429" y="402"/>
                </a:lnTo>
                <a:lnTo>
                  <a:pt x="421" y="406"/>
                </a:lnTo>
                <a:lnTo>
                  <a:pt x="414" y="409"/>
                </a:lnTo>
                <a:lnTo>
                  <a:pt x="407" y="413"/>
                </a:lnTo>
                <a:lnTo>
                  <a:pt x="399" y="416"/>
                </a:lnTo>
                <a:lnTo>
                  <a:pt x="390" y="419"/>
                </a:lnTo>
                <a:lnTo>
                  <a:pt x="382" y="422"/>
                </a:lnTo>
                <a:lnTo>
                  <a:pt x="374" y="424"/>
                </a:lnTo>
                <a:lnTo>
                  <a:pt x="366" y="427"/>
                </a:lnTo>
                <a:lnTo>
                  <a:pt x="358" y="429"/>
                </a:lnTo>
                <a:lnTo>
                  <a:pt x="350" y="431"/>
                </a:lnTo>
                <a:lnTo>
                  <a:pt x="342" y="433"/>
                </a:lnTo>
                <a:lnTo>
                  <a:pt x="333" y="435"/>
                </a:lnTo>
                <a:lnTo>
                  <a:pt x="325" y="436"/>
                </a:lnTo>
                <a:lnTo>
                  <a:pt x="317" y="437"/>
                </a:lnTo>
                <a:lnTo>
                  <a:pt x="308" y="438"/>
                </a:lnTo>
                <a:lnTo>
                  <a:pt x="300" y="439"/>
                </a:lnTo>
                <a:lnTo>
                  <a:pt x="291" y="439"/>
                </a:lnTo>
                <a:lnTo>
                  <a:pt x="282" y="440"/>
                </a:lnTo>
                <a:lnTo>
                  <a:pt x="274" y="440"/>
                </a:lnTo>
                <a:lnTo>
                  <a:pt x="265" y="440"/>
                </a:lnTo>
                <a:lnTo>
                  <a:pt x="257" y="439"/>
                </a:lnTo>
                <a:lnTo>
                  <a:pt x="248" y="439"/>
                </a:lnTo>
                <a:lnTo>
                  <a:pt x="240" y="438"/>
                </a:lnTo>
                <a:lnTo>
                  <a:pt x="231" y="437"/>
                </a:lnTo>
                <a:lnTo>
                  <a:pt x="223" y="436"/>
                </a:lnTo>
                <a:lnTo>
                  <a:pt x="214" y="435"/>
                </a:lnTo>
                <a:lnTo>
                  <a:pt x="206" y="433"/>
                </a:lnTo>
                <a:lnTo>
                  <a:pt x="197" y="431"/>
                </a:lnTo>
                <a:lnTo>
                  <a:pt x="189" y="429"/>
                </a:lnTo>
                <a:lnTo>
                  <a:pt x="181" y="427"/>
                </a:lnTo>
                <a:lnTo>
                  <a:pt x="173" y="424"/>
                </a:lnTo>
                <a:lnTo>
                  <a:pt x="165" y="422"/>
                </a:lnTo>
                <a:lnTo>
                  <a:pt x="157" y="419"/>
                </a:lnTo>
                <a:lnTo>
                  <a:pt x="150" y="416"/>
                </a:lnTo>
                <a:lnTo>
                  <a:pt x="142" y="413"/>
                </a:lnTo>
                <a:lnTo>
                  <a:pt x="135" y="409"/>
                </a:lnTo>
                <a:lnTo>
                  <a:pt x="127" y="406"/>
                </a:lnTo>
                <a:lnTo>
                  <a:pt x="120" y="402"/>
                </a:lnTo>
                <a:lnTo>
                  <a:pt x="113" y="398"/>
                </a:lnTo>
                <a:lnTo>
                  <a:pt x="106" y="394"/>
                </a:lnTo>
                <a:lnTo>
                  <a:pt x="99" y="389"/>
                </a:lnTo>
                <a:lnTo>
                  <a:pt x="93" y="385"/>
                </a:lnTo>
                <a:lnTo>
                  <a:pt x="87" y="380"/>
                </a:lnTo>
                <a:lnTo>
                  <a:pt x="80" y="376"/>
                </a:lnTo>
                <a:lnTo>
                  <a:pt x="74" y="371"/>
                </a:lnTo>
                <a:lnTo>
                  <a:pt x="69" y="365"/>
                </a:lnTo>
                <a:lnTo>
                  <a:pt x="63" y="360"/>
                </a:lnTo>
                <a:lnTo>
                  <a:pt x="58" y="355"/>
                </a:lnTo>
                <a:lnTo>
                  <a:pt x="53" y="349"/>
                </a:lnTo>
                <a:lnTo>
                  <a:pt x="48" y="344"/>
                </a:lnTo>
                <a:lnTo>
                  <a:pt x="43" y="338"/>
                </a:lnTo>
                <a:lnTo>
                  <a:pt x="38" y="332"/>
                </a:lnTo>
                <a:lnTo>
                  <a:pt x="34" y="326"/>
                </a:lnTo>
                <a:lnTo>
                  <a:pt x="30" y="320"/>
                </a:lnTo>
                <a:lnTo>
                  <a:pt x="26" y="314"/>
                </a:lnTo>
                <a:lnTo>
                  <a:pt x="23" y="308"/>
                </a:lnTo>
                <a:lnTo>
                  <a:pt x="19" y="301"/>
                </a:lnTo>
                <a:lnTo>
                  <a:pt x="16" y="295"/>
                </a:lnTo>
                <a:lnTo>
                  <a:pt x="14" y="288"/>
                </a:lnTo>
                <a:lnTo>
                  <a:pt x="11" y="282"/>
                </a:lnTo>
                <a:lnTo>
                  <a:pt x="9" y="275"/>
                </a:lnTo>
                <a:lnTo>
                  <a:pt x="7" y="268"/>
                </a:lnTo>
                <a:lnTo>
                  <a:pt x="5" y="261"/>
                </a:lnTo>
                <a:lnTo>
                  <a:pt x="4" y="255"/>
                </a:lnTo>
                <a:lnTo>
                  <a:pt x="2" y="248"/>
                </a:lnTo>
                <a:lnTo>
                  <a:pt x="1" y="241"/>
                </a:lnTo>
                <a:lnTo>
                  <a:pt x="1" y="234"/>
                </a:lnTo>
                <a:lnTo>
                  <a:pt x="0" y="227"/>
                </a:lnTo>
                <a:lnTo>
                  <a:pt x="0" y="220"/>
                </a:lnTo>
                <a:lnTo>
                  <a:pt x="0" y="213"/>
                </a:lnTo>
                <a:lnTo>
                  <a:pt x="1" y="207"/>
                </a:lnTo>
                <a:lnTo>
                  <a:pt x="1" y="200"/>
                </a:lnTo>
                <a:lnTo>
                  <a:pt x="2" y="193"/>
                </a:lnTo>
                <a:lnTo>
                  <a:pt x="4" y="186"/>
                </a:lnTo>
                <a:lnTo>
                  <a:pt x="5" y="178"/>
                </a:lnTo>
                <a:lnTo>
                  <a:pt x="7" y="172"/>
                </a:lnTo>
                <a:lnTo>
                  <a:pt x="9" y="165"/>
                </a:lnTo>
                <a:lnTo>
                  <a:pt x="11" y="158"/>
                </a:lnTo>
                <a:lnTo>
                  <a:pt x="14" y="152"/>
                </a:lnTo>
                <a:lnTo>
                  <a:pt x="16" y="145"/>
                </a:lnTo>
                <a:lnTo>
                  <a:pt x="19" y="139"/>
                </a:lnTo>
                <a:lnTo>
                  <a:pt x="23" y="132"/>
                </a:lnTo>
                <a:lnTo>
                  <a:pt x="26" y="126"/>
                </a:lnTo>
                <a:lnTo>
                  <a:pt x="30" y="120"/>
                </a:lnTo>
                <a:lnTo>
                  <a:pt x="34" y="114"/>
                </a:lnTo>
                <a:lnTo>
                  <a:pt x="38" y="108"/>
                </a:lnTo>
                <a:lnTo>
                  <a:pt x="43" y="102"/>
                </a:lnTo>
                <a:lnTo>
                  <a:pt x="48" y="96"/>
                </a:lnTo>
                <a:lnTo>
                  <a:pt x="53" y="90"/>
                </a:lnTo>
                <a:lnTo>
                  <a:pt x="58" y="85"/>
                </a:lnTo>
                <a:lnTo>
                  <a:pt x="63" y="80"/>
                </a:lnTo>
                <a:lnTo>
                  <a:pt x="69" y="74"/>
                </a:lnTo>
                <a:lnTo>
                  <a:pt x="74" y="69"/>
                </a:lnTo>
                <a:lnTo>
                  <a:pt x="80" y="64"/>
                </a:lnTo>
                <a:lnTo>
                  <a:pt x="87" y="59"/>
                </a:lnTo>
                <a:lnTo>
                  <a:pt x="93" y="55"/>
                </a:lnTo>
                <a:lnTo>
                  <a:pt x="99" y="50"/>
                </a:lnTo>
                <a:lnTo>
                  <a:pt x="106" y="46"/>
                </a:lnTo>
                <a:lnTo>
                  <a:pt x="113" y="42"/>
                </a:lnTo>
                <a:lnTo>
                  <a:pt x="120" y="38"/>
                </a:lnTo>
                <a:lnTo>
                  <a:pt x="127" y="34"/>
                </a:lnTo>
                <a:lnTo>
                  <a:pt x="135" y="31"/>
                </a:lnTo>
                <a:lnTo>
                  <a:pt x="142" y="27"/>
                </a:lnTo>
                <a:lnTo>
                  <a:pt x="150" y="24"/>
                </a:lnTo>
                <a:lnTo>
                  <a:pt x="157" y="21"/>
                </a:lnTo>
                <a:lnTo>
                  <a:pt x="165" y="18"/>
                </a:lnTo>
                <a:lnTo>
                  <a:pt x="173" y="15"/>
                </a:lnTo>
                <a:lnTo>
                  <a:pt x="181" y="13"/>
                </a:lnTo>
                <a:lnTo>
                  <a:pt x="189" y="11"/>
                </a:lnTo>
                <a:lnTo>
                  <a:pt x="197" y="9"/>
                </a:lnTo>
                <a:lnTo>
                  <a:pt x="206" y="7"/>
                </a:lnTo>
                <a:lnTo>
                  <a:pt x="214" y="5"/>
                </a:lnTo>
                <a:lnTo>
                  <a:pt x="223" y="4"/>
                </a:lnTo>
                <a:lnTo>
                  <a:pt x="231" y="3"/>
                </a:lnTo>
                <a:lnTo>
                  <a:pt x="240" y="2"/>
                </a:lnTo>
                <a:lnTo>
                  <a:pt x="248" y="1"/>
                </a:lnTo>
                <a:lnTo>
                  <a:pt x="257" y="0"/>
                </a:lnTo>
                <a:lnTo>
                  <a:pt x="265" y="0"/>
                </a:lnTo>
                <a:lnTo>
                  <a:pt x="274" y="0"/>
                </a:lnTo>
                <a:lnTo>
                  <a:pt x="282" y="0"/>
                </a:lnTo>
                <a:lnTo>
                  <a:pt x="291" y="0"/>
                </a:lnTo>
                <a:lnTo>
                  <a:pt x="300" y="1"/>
                </a:lnTo>
                <a:lnTo>
                  <a:pt x="308" y="2"/>
                </a:lnTo>
                <a:lnTo>
                  <a:pt x="317" y="3"/>
                </a:lnTo>
                <a:lnTo>
                  <a:pt x="325" y="4"/>
                </a:lnTo>
                <a:lnTo>
                  <a:pt x="333" y="5"/>
                </a:lnTo>
                <a:lnTo>
                  <a:pt x="342" y="7"/>
                </a:lnTo>
                <a:lnTo>
                  <a:pt x="350" y="9"/>
                </a:lnTo>
                <a:lnTo>
                  <a:pt x="358" y="11"/>
                </a:lnTo>
                <a:lnTo>
                  <a:pt x="366" y="13"/>
                </a:lnTo>
                <a:lnTo>
                  <a:pt x="374" y="15"/>
                </a:lnTo>
                <a:lnTo>
                  <a:pt x="382" y="18"/>
                </a:lnTo>
                <a:lnTo>
                  <a:pt x="390" y="21"/>
                </a:lnTo>
                <a:lnTo>
                  <a:pt x="399" y="24"/>
                </a:lnTo>
                <a:lnTo>
                  <a:pt x="407" y="27"/>
                </a:lnTo>
                <a:lnTo>
                  <a:pt x="414" y="31"/>
                </a:lnTo>
                <a:lnTo>
                  <a:pt x="421" y="34"/>
                </a:lnTo>
                <a:lnTo>
                  <a:pt x="429" y="38"/>
                </a:lnTo>
                <a:lnTo>
                  <a:pt x="436" y="42"/>
                </a:lnTo>
                <a:lnTo>
                  <a:pt x="442" y="46"/>
                </a:lnTo>
                <a:lnTo>
                  <a:pt x="449" y="50"/>
                </a:lnTo>
                <a:lnTo>
                  <a:pt x="456" y="55"/>
                </a:lnTo>
                <a:lnTo>
                  <a:pt x="462" y="59"/>
                </a:lnTo>
                <a:lnTo>
                  <a:pt x="468" y="64"/>
                </a:lnTo>
                <a:lnTo>
                  <a:pt x="474" y="69"/>
                </a:lnTo>
                <a:lnTo>
                  <a:pt x="480" y="74"/>
                </a:lnTo>
                <a:lnTo>
                  <a:pt x="486" y="80"/>
                </a:lnTo>
                <a:lnTo>
                  <a:pt x="491" y="85"/>
                </a:lnTo>
                <a:lnTo>
                  <a:pt x="496" y="90"/>
                </a:lnTo>
                <a:lnTo>
                  <a:pt x="501" y="96"/>
                </a:lnTo>
                <a:lnTo>
                  <a:pt x="506" y="102"/>
                </a:lnTo>
                <a:lnTo>
                  <a:pt x="510" y="108"/>
                </a:lnTo>
                <a:lnTo>
                  <a:pt x="514" y="114"/>
                </a:lnTo>
                <a:lnTo>
                  <a:pt x="519" y="120"/>
                </a:lnTo>
                <a:lnTo>
                  <a:pt x="522" y="126"/>
                </a:lnTo>
                <a:lnTo>
                  <a:pt x="526" y="132"/>
                </a:lnTo>
                <a:lnTo>
                  <a:pt x="529" y="139"/>
                </a:lnTo>
                <a:lnTo>
                  <a:pt x="532" y="145"/>
                </a:lnTo>
                <a:lnTo>
                  <a:pt x="535" y="152"/>
                </a:lnTo>
                <a:lnTo>
                  <a:pt x="537" y="158"/>
                </a:lnTo>
                <a:lnTo>
                  <a:pt x="540" y="165"/>
                </a:lnTo>
                <a:lnTo>
                  <a:pt x="542" y="172"/>
                </a:lnTo>
                <a:lnTo>
                  <a:pt x="543" y="178"/>
                </a:lnTo>
                <a:lnTo>
                  <a:pt x="545" y="186"/>
                </a:lnTo>
                <a:lnTo>
                  <a:pt x="546" y="193"/>
                </a:lnTo>
                <a:lnTo>
                  <a:pt x="547" y="200"/>
                </a:lnTo>
                <a:lnTo>
                  <a:pt x="548" y="207"/>
                </a:lnTo>
                <a:lnTo>
                  <a:pt x="548" y="213"/>
                </a:lnTo>
                <a:lnTo>
                  <a:pt x="548" y="220"/>
                </a:lnTo>
                <a:close/>
              </a:path>
            </a:pathLst>
          </a:custGeom>
          <a:solidFill>
            <a:srgbClr val="ffda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8" name=""/>
          <p:cNvSpPr/>
          <p:nvPr/>
        </p:nvSpPr>
        <p:spPr>
          <a:xfrm>
            <a:off x="4879440" y="1748160"/>
            <a:ext cx="199080" cy="159840"/>
          </a:xfrm>
          <a:custGeom>
            <a:avLst/>
            <a:gdLst/>
            <a:ahLst/>
            <a:rect l="0" t="0" r="r" b="b"/>
            <a:pathLst>
              <a:path w="553" h="444">
                <a:moveTo>
                  <a:pt x="550" y="221"/>
                </a:moveTo>
                <a:lnTo>
                  <a:pt x="550" y="214"/>
                </a:lnTo>
                <a:lnTo>
                  <a:pt x="550" y="208"/>
                </a:lnTo>
                <a:lnTo>
                  <a:pt x="549" y="201"/>
                </a:lnTo>
                <a:lnTo>
                  <a:pt x="548" y="194"/>
                </a:lnTo>
                <a:lnTo>
                  <a:pt x="547" y="187"/>
                </a:lnTo>
                <a:lnTo>
                  <a:pt x="545" y="180"/>
                </a:lnTo>
                <a:lnTo>
                  <a:pt x="544" y="174"/>
                </a:lnTo>
                <a:lnTo>
                  <a:pt x="542" y="167"/>
                </a:lnTo>
                <a:lnTo>
                  <a:pt x="539" y="160"/>
                </a:lnTo>
                <a:lnTo>
                  <a:pt x="537" y="154"/>
                </a:lnTo>
                <a:lnTo>
                  <a:pt x="534" y="147"/>
                </a:lnTo>
                <a:lnTo>
                  <a:pt x="531" y="141"/>
                </a:lnTo>
                <a:lnTo>
                  <a:pt x="528" y="134"/>
                </a:lnTo>
                <a:lnTo>
                  <a:pt x="524" y="128"/>
                </a:lnTo>
                <a:lnTo>
                  <a:pt x="521" y="122"/>
                </a:lnTo>
                <a:lnTo>
                  <a:pt x="516" y="116"/>
                </a:lnTo>
                <a:lnTo>
                  <a:pt x="512" y="110"/>
                </a:lnTo>
                <a:lnTo>
                  <a:pt x="508" y="104"/>
                </a:lnTo>
                <a:lnTo>
                  <a:pt x="503" y="98"/>
                </a:lnTo>
                <a:lnTo>
                  <a:pt x="498" y="92"/>
                </a:lnTo>
                <a:lnTo>
                  <a:pt x="492" y="87"/>
                </a:lnTo>
                <a:lnTo>
                  <a:pt x="487" y="82"/>
                </a:lnTo>
                <a:lnTo>
                  <a:pt x="481" y="76"/>
                </a:lnTo>
                <a:lnTo>
                  <a:pt x="475" y="71"/>
                </a:lnTo>
                <a:lnTo>
                  <a:pt x="469" y="66"/>
                </a:lnTo>
                <a:lnTo>
                  <a:pt x="463" y="61"/>
                </a:lnTo>
                <a:lnTo>
                  <a:pt x="457" y="57"/>
                </a:lnTo>
                <a:lnTo>
                  <a:pt x="450" y="52"/>
                </a:lnTo>
                <a:lnTo>
                  <a:pt x="443" y="48"/>
                </a:lnTo>
                <a:lnTo>
                  <a:pt x="437" y="44"/>
                </a:lnTo>
                <a:lnTo>
                  <a:pt x="430" y="40"/>
                </a:lnTo>
                <a:lnTo>
                  <a:pt x="422" y="36"/>
                </a:lnTo>
                <a:lnTo>
                  <a:pt x="415" y="33"/>
                </a:lnTo>
                <a:lnTo>
                  <a:pt x="408" y="29"/>
                </a:lnTo>
                <a:lnTo>
                  <a:pt x="400" y="26"/>
                </a:lnTo>
                <a:lnTo>
                  <a:pt x="392" y="23"/>
                </a:lnTo>
                <a:lnTo>
                  <a:pt x="384" y="20"/>
                </a:lnTo>
                <a:lnTo>
                  <a:pt x="376" y="17"/>
                </a:lnTo>
                <a:lnTo>
                  <a:pt x="368" y="15"/>
                </a:lnTo>
                <a:lnTo>
                  <a:pt x="360" y="13"/>
                </a:lnTo>
                <a:lnTo>
                  <a:pt x="352" y="11"/>
                </a:lnTo>
                <a:lnTo>
                  <a:pt x="344" y="9"/>
                </a:lnTo>
                <a:lnTo>
                  <a:pt x="335" y="7"/>
                </a:lnTo>
                <a:lnTo>
                  <a:pt x="327" y="6"/>
                </a:lnTo>
                <a:lnTo>
                  <a:pt x="319" y="5"/>
                </a:lnTo>
                <a:lnTo>
                  <a:pt x="310" y="4"/>
                </a:lnTo>
                <a:lnTo>
                  <a:pt x="302" y="3"/>
                </a:lnTo>
                <a:lnTo>
                  <a:pt x="293" y="2"/>
                </a:lnTo>
                <a:lnTo>
                  <a:pt x="284" y="2"/>
                </a:lnTo>
                <a:lnTo>
                  <a:pt x="276" y="2"/>
                </a:lnTo>
                <a:lnTo>
                  <a:pt x="267" y="2"/>
                </a:lnTo>
                <a:lnTo>
                  <a:pt x="259" y="2"/>
                </a:lnTo>
                <a:lnTo>
                  <a:pt x="250" y="3"/>
                </a:lnTo>
                <a:lnTo>
                  <a:pt x="242" y="4"/>
                </a:lnTo>
                <a:lnTo>
                  <a:pt x="233" y="5"/>
                </a:lnTo>
                <a:lnTo>
                  <a:pt x="225" y="6"/>
                </a:lnTo>
                <a:lnTo>
                  <a:pt x="216" y="7"/>
                </a:lnTo>
                <a:lnTo>
                  <a:pt x="208" y="9"/>
                </a:lnTo>
                <a:lnTo>
                  <a:pt x="199" y="11"/>
                </a:lnTo>
                <a:lnTo>
                  <a:pt x="191" y="13"/>
                </a:lnTo>
                <a:lnTo>
                  <a:pt x="183" y="15"/>
                </a:lnTo>
                <a:lnTo>
                  <a:pt x="175" y="17"/>
                </a:lnTo>
                <a:lnTo>
                  <a:pt x="167" y="20"/>
                </a:lnTo>
                <a:lnTo>
                  <a:pt x="159" y="23"/>
                </a:lnTo>
                <a:lnTo>
                  <a:pt x="152" y="26"/>
                </a:lnTo>
                <a:lnTo>
                  <a:pt x="144" y="29"/>
                </a:lnTo>
                <a:lnTo>
                  <a:pt x="137" y="33"/>
                </a:lnTo>
                <a:lnTo>
                  <a:pt x="129" y="36"/>
                </a:lnTo>
                <a:lnTo>
                  <a:pt x="122" y="40"/>
                </a:lnTo>
                <a:lnTo>
                  <a:pt x="115" y="44"/>
                </a:lnTo>
                <a:lnTo>
                  <a:pt x="108" y="48"/>
                </a:lnTo>
                <a:lnTo>
                  <a:pt x="101" y="52"/>
                </a:lnTo>
                <a:lnTo>
                  <a:pt x="95" y="57"/>
                </a:lnTo>
                <a:lnTo>
                  <a:pt x="89" y="61"/>
                </a:lnTo>
                <a:lnTo>
                  <a:pt x="82" y="66"/>
                </a:lnTo>
                <a:lnTo>
                  <a:pt x="76" y="71"/>
                </a:lnTo>
                <a:lnTo>
                  <a:pt x="71" y="76"/>
                </a:lnTo>
                <a:lnTo>
                  <a:pt x="65" y="82"/>
                </a:lnTo>
                <a:lnTo>
                  <a:pt x="60" y="87"/>
                </a:lnTo>
                <a:lnTo>
                  <a:pt x="55" y="92"/>
                </a:lnTo>
                <a:lnTo>
                  <a:pt x="50" y="98"/>
                </a:lnTo>
                <a:lnTo>
                  <a:pt x="45" y="104"/>
                </a:lnTo>
                <a:lnTo>
                  <a:pt x="40" y="110"/>
                </a:lnTo>
                <a:lnTo>
                  <a:pt x="36" y="116"/>
                </a:lnTo>
                <a:lnTo>
                  <a:pt x="32" y="122"/>
                </a:lnTo>
                <a:lnTo>
                  <a:pt x="28" y="128"/>
                </a:lnTo>
                <a:lnTo>
                  <a:pt x="25" y="134"/>
                </a:lnTo>
                <a:lnTo>
                  <a:pt x="21" y="141"/>
                </a:lnTo>
                <a:lnTo>
                  <a:pt x="18" y="147"/>
                </a:lnTo>
                <a:lnTo>
                  <a:pt x="16" y="154"/>
                </a:lnTo>
                <a:lnTo>
                  <a:pt x="13" y="160"/>
                </a:lnTo>
                <a:lnTo>
                  <a:pt x="11" y="167"/>
                </a:lnTo>
                <a:lnTo>
                  <a:pt x="9" y="174"/>
                </a:lnTo>
                <a:lnTo>
                  <a:pt x="7" y="180"/>
                </a:lnTo>
                <a:lnTo>
                  <a:pt x="6" y="187"/>
                </a:lnTo>
                <a:lnTo>
                  <a:pt x="4" y="194"/>
                </a:lnTo>
                <a:lnTo>
                  <a:pt x="3" y="201"/>
                </a:lnTo>
                <a:lnTo>
                  <a:pt x="3" y="208"/>
                </a:lnTo>
                <a:lnTo>
                  <a:pt x="2" y="214"/>
                </a:lnTo>
                <a:lnTo>
                  <a:pt x="2" y="221"/>
                </a:lnTo>
                <a:lnTo>
                  <a:pt x="2" y="229"/>
                </a:lnTo>
                <a:lnTo>
                  <a:pt x="3" y="236"/>
                </a:lnTo>
                <a:lnTo>
                  <a:pt x="3" y="243"/>
                </a:lnTo>
                <a:lnTo>
                  <a:pt x="4" y="250"/>
                </a:lnTo>
                <a:lnTo>
                  <a:pt x="6" y="257"/>
                </a:lnTo>
                <a:lnTo>
                  <a:pt x="7" y="263"/>
                </a:lnTo>
                <a:lnTo>
                  <a:pt x="9" y="270"/>
                </a:lnTo>
                <a:lnTo>
                  <a:pt x="11" y="277"/>
                </a:lnTo>
                <a:lnTo>
                  <a:pt x="13" y="284"/>
                </a:lnTo>
                <a:lnTo>
                  <a:pt x="16" y="290"/>
                </a:lnTo>
                <a:lnTo>
                  <a:pt x="18" y="297"/>
                </a:lnTo>
                <a:lnTo>
                  <a:pt x="21" y="303"/>
                </a:lnTo>
                <a:lnTo>
                  <a:pt x="25" y="310"/>
                </a:lnTo>
                <a:lnTo>
                  <a:pt x="28" y="316"/>
                </a:lnTo>
                <a:lnTo>
                  <a:pt x="32" y="322"/>
                </a:lnTo>
                <a:lnTo>
                  <a:pt x="36" y="328"/>
                </a:lnTo>
                <a:lnTo>
                  <a:pt x="40" y="334"/>
                </a:lnTo>
                <a:lnTo>
                  <a:pt x="45" y="340"/>
                </a:lnTo>
                <a:lnTo>
                  <a:pt x="50" y="346"/>
                </a:lnTo>
                <a:lnTo>
                  <a:pt x="55" y="351"/>
                </a:lnTo>
                <a:lnTo>
                  <a:pt x="60" y="357"/>
                </a:lnTo>
                <a:lnTo>
                  <a:pt x="65" y="362"/>
                </a:lnTo>
                <a:lnTo>
                  <a:pt x="71" y="367"/>
                </a:lnTo>
                <a:lnTo>
                  <a:pt x="76" y="373"/>
                </a:lnTo>
                <a:lnTo>
                  <a:pt x="82" y="378"/>
                </a:lnTo>
                <a:lnTo>
                  <a:pt x="89" y="382"/>
                </a:lnTo>
                <a:lnTo>
                  <a:pt x="95" y="387"/>
                </a:lnTo>
                <a:lnTo>
                  <a:pt x="101" y="391"/>
                </a:lnTo>
                <a:lnTo>
                  <a:pt x="108" y="396"/>
                </a:lnTo>
                <a:lnTo>
                  <a:pt x="115" y="400"/>
                </a:lnTo>
                <a:lnTo>
                  <a:pt x="122" y="404"/>
                </a:lnTo>
                <a:lnTo>
                  <a:pt x="129" y="408"/>
                </a:lnTo>
                <a:lnTo>
                  <a:pt x="137" y="411"/>
                </a:lnTo>
                <a:lnTo>
                  <a:pt x="144" y="415"/>
                </a:lnTo>
                <a:lnTo>
                  <a:pt x="152" y="418"/>
                </a:lnTo>
                <a:lnTo>
                  <a:pt x="159" y="421"/>
                </a:lnTo>
                <a:lnTo>
                  <a:pt x="167" y="424"/>
                </a:lnTo>
                <a:lnTo>
                  <a:pt x="175" y="426"/>
                </a:lnTo>
                <a:lnTo>
                  <a:pt x="183" y="429"/>
                </a:lnTo>
                <a:lnTo>
                  <a:pt x="191" y="431"/>
                </a:lnTo>
                <a:lnTo>
                  <a:pt x="199" y="433"/>
                </a:lnTo>
                <a:lnTo>
                  <a:pt x="208" y="435"/>
                </a:lnTo>
                <a:lnTo>
                  <a:pt x="216" y="437"/>
                </a:lnTo>
                <a:lnTo>
                  <a:pt x="225" y="438"/>
                </a:lnTo>
                <a:lnTo>
                  <a:pt x="233" y="439"/>
                </a:lnTo>
                <a:lnTo>
                  <a:pt x="242" y="440"/>
                </a:lnTo>
                <a:lnTo>
                  <a:pt x="250" y="441"/>
                </a:lnTo>
                <a:lnTo>
                  <a:pt x="259" y="441"/>
                </a:lnTo>
                <a:lnTo>
                  <a:pt x="267" y="442"/>
                </a:lnTo>
                <a:lnTo>
                  <a:pt x="276" y="442"/>
                </a:lnTo>
                <a:lnTo>
                  <a:pt x="284" y="442"/>
                </a:lnTo>
                <a:lnTo>
                  <a:pt x="293" y="441"/>
                </a:lnTo>
                <a:lnTo>
                  <a:pt x="302" y="441"/>
                </a:lnTo>
                <a:lnTo>
                  <a:pt x="310" y="440"/>
                </a:lnTo>
                <a:lnTo>
                  <a:pt x="319" y="439"/>
                </a:lnTo>
                <a:lnTo>
                  <a:pt x="327" y="438"/>
                </a:lnTo>
                <a:lnTo>
                  <a:pt x="335" y="437"/>
                </a:lnTo>
                <a:lnTo>
                  <a:pt x="344" y="435"/>
                </a:lnTo>
                <a:lnTo>
                  <a:pt x="352" y="433"/>
                </a:lnTo>
                <a:lnTo>
                  <a:pt x="360" y="431"/>
                </a:lnTo>
                <a:lnTo>
                  <a:pt x="368" y="429"/>
                </a:lnTo>
                <a:lnTo>
                  <a:pt x="376" y="426"/>
                </a:lnTo>
                <a:lnTo>
                  <a:pt x="384" y="424"/>
                </a:lnTo>
                <a:lnTo>
                  <a:pt x="392" y="421"/>
                </a:lnTo>
                <a:lnTo>
                  <a:pt x="400" y="418"/>
                </a:lnTo>
                <a:lnTo>
                  <a:pt x="408" y="415"/>
                </a:lnTo>
                <a:lnTo>
                  <a:pt x="415" y="411"/>
                </a:lnTo>
                <a:lnTo>
                  <a:pt x="422" y="408"/>
                </a:lnTo>
                <a:lnTo>
                  <a:pt x="430" y="404"/>
                </a:lnTo>
                <a:lnTo>
                  <a:pt x="437" y="400"/>
                </a:lnTo>
                <a:lnTo>
                  <a:pt x="443" y="396"/>
                </a:lnTo>
                <a:lnTo>
                  <a:pt x="450" y="391"/>
                </a:lnTo>
                <a:lnTo>
                  <a:pt x="457" y="387"/>
                </a:lnTo>
                <a:lnTo>
                  <a:pt x="463" y="382"/>
                </a:lnTo>
                <a:lnTo>
                  <a:pt x="469" y="378"/>
                </a:lnTo>
                <a:lnTo>
                  <a:pt x="475" y="373"/>
                </a:lnTo>
                <a:lnTo>
                  <a:pt x="481" y="367"/>
                </a:lnTo>
                <a:lnTo>
                  <a:pt x="487" y="362"/>
                </a:lnTo>
                <a:lnTo>
                  <a:pt x="492" y="357"/>
                </a:lnTo>
                <a:lnTo>
                  <a:pt x="498" y="351"/>
                </a:lnTo>
                <a:lnTo>
                  <a:pt x="503" y="346"/>
                </a:lnTo>
                <a:lnTo>
                  <a:pt x="508" y="340"/>
                </a:lnTo>
                <a:lnTo>
                  <a:pt x="512" y="334"/>
                </a:lnTo>
                <a:lnTo>
                  <a:pt x="516" y="328"/>
                </a:lnTo>
                <a:lnTo>
                  <a:pt x="521" y="322"/>
                </a:lnTo>
                <a:lnTo>
                  <a:pt x="524" y="316"/>
                </a:lnTo>
                <a:lnTo>
                  <a:pt x="528" y="310"/>
                </a:lnTo>
                <a:lnTo>
                  <a:pt x="531" y="303"/>
                </a:lnTo>
                <a:lnTo>
                  <a:pt x="534" y="297"/>
                </a:lnTo>
                <a:lnTo>
                  <a:pt x="537" y="290"/>
                </a:lnTo>
                <a:lnTo>
                  <a:pt x="539" y="284"/>
                </a:lnTo>
                <a:lnTo>
                  <a:pt x="542" y="277"/>
                </a:lnTo>
                <a:lnTo>
                  <a:pt x="544" y="270"/>
                </a:lnTo>
                <a:lnTo>
                  <a:pt x="545" y="263"/>
                </a:lnTo>
                <a:lnTo>
                  <a:pt x="547" y="257"/>
                </a:lnTo>
                <a:lnTo>
                  <a:pt x="548" y="250"/>
                </a:lnTo>
                <a:lnTo>
                  <a:pt x="549" y="243"/>
                </a:lnTo>
                <a:lnTo>
                  <a:pt x="550" y="236"/>
                </a:lnTo>
                <a:lnTo>
                  <a:pt x="550" y="229"/>
                </a:lnTo>
                <a:lnTo>
                  <a:pt x="550" y="221"/>
                </a:lnTo>
                <a:moveTo>
                  <a:pt x="553" y="221"/>
                </a:moveTo>
                <a:lnTo>
                  <a:pt x="552" y="229"/>
                </a:lnTo>
                <a:lnTo>
                  <a:pt x="552" y="236"/>
                </a:lnTo>
                <a:lnTo>
                  <a:pt x="551" y="243"/>
                </a:lnTo>
                <a:lnTo>
                  <a:pt x="550" y="250"/>
                </a:lnTo>
                <a:lnTo>
                  <a:pt x="549" y="257"/>
                </a:lnTo>
                <a:lnTo>
                  <a:pt x="548" y="264"/>
                </a:lnTo>
                <a:lnTo>
                  <a:pt x="546" y="271"/>
                </a:lnTo>
                <a:lnTo>
                  <a:pt x="544" y="277"/>
                </a:lnTo>
                <a:lnTo>
                  <a:pt x="542" y="284"/>
                </a:lnTo>
                <a:lnTo>
                  <a:pt x="539" y="291"/>
                </a:lnTo>
                <a:lnTo>
                  <a:pt x="536" y="297"/>
                </a:lnTo>
                <a:lnTo>
                  <a:pt x="533" y="304"/>
                </a:lnTo>
                <a:lnTo>
                  <a:pt x="530" y="310"/>
                </a:lnTo>
                <a:lnTo>
                  <a:pt x="526" y="317"/>
                </a:lnTo>
                <a:lnTo>
                  <a:pt x="523" y="323"/>
                </a:lnTo>
                <a:lnTo>
                  <a:pt x="519" y="329"/>
                </a:lnTo>
                <a:lnTo>
                  <a:pt x="514" y="335"/>
                </a:lnTo>
                <a:lnTo>
                  <a:pt x="510" y="341"/>
                </a:lnTo>
                <a:lnTo>
                  <a:pt x="505" y="347"/>
                </a:lnTo>
                <a:lnTo>
                  <a:pt x="500" y="352"/>
                </a:lnTo>
                <a:lnTo>
                  <a:pt x="494" y="358"/>
                </a:lnTo>
                <a:lnTo>
                  <a:pt x="488" y="363"/>
                </a:lnTo>
                <a:lnTo>
                  <a:pt x="483" y="369"/>
                </a:lnTo>
                <a:lnTo>
                  <a:pt x="477" y="374"/>
                </a:lnTo>
                <a:lnTo>
                  <a:pt x="471" y="379"/>
                </a:lnTo>
                <a:lnTo>
                  <a:pt x="465" y="384"/>
                </a:lnTo>
                <a:lnTo>
                  <a:pt x="458" y="388"/>
                </a:lnTo>
                <a:lnTo>
                  <a:pt x="452" y="393"/>
                </a:lnTo>
                <a:lnTo>
                  <a:pt x="445" y="397"/>
                </a:lnTo>
                <a:lnTo>
                  <a:pt x="438" y="401"/>
                </a:lnTo>
                <a:lnTo>
                  <a:pt x="431" y="405"/>
                </a:lnTo>
                <a:lnTo>
                  <a:pt x="424" y="409"/>
                </a:lnTo>
                <a:lnTo>
                  <a:pt x="416" y="413"/>
                </a:lnTo>
                <a:lnTo>
                  <a:pt x="409" y="416"/>
                </a:lnTo>
                <a:lnTo>
                  <a:pt x="401" y="420"/>
                </a:lnTo>
                <a:lnTo>
                  <a:pt x="393" y="423"/>
                </a:lnTo>
                <a:lnTo>
                  <a:pt x="385" y="425"/>
                </a:lnTo>
                <a:lnTo>
                  <a:pt x="377" y="428"/>
                </a:lnTo>
                <a:lnTo>
                  <a:pt x="369" y="431"/>
                </a:lnTo>
                <a:lnTo>
                  <a:pt x="361" y="433"/>
                </a:lnTo>
                <a:lnTo>
                  <a:pt x="353" y="435"/>
                </a:lnTo>
                <a:lnTo>
                  <a:pt x="344" y="437"/>
                </a:lnTo>
                <a:lnTo>
                  <a:pt x="336" y="438"/>
                </a:lnTo>
                <a:lnTo>
                  <a:pt x="327" y="440"/>
                </a:lnTo>
                <a:lnTo>
                  <a:pt x="319" y="441"/>
                </a:lnTo>
                <a:lnTo>
                  <a:pt x="310" y="442"/>
                </a:lnTo>
                <a:lnTo>
                  <a:pt x="302" y="443"/>
                </a:lnTo>
                <a:lnTo>
                  <a:pt x="293" y="443"/>
                </a:lnTo>
                <a:lnTo>
                  <a:pt x="284" y="444"/>
                </a:lnTo>
                <a:lnTo>
                  <a:pt x="276" y="444"/>
                </a:lnTo>
                <a:lnTo>
                  <a:pt x="267" y="444"/>
                </a:lnTo>
                <a:lnTo>
                  <a:pt x="258" y="443"/>
                </a:lnTo>
                <a:lnTo>
                  <a:pt x="250" y="443"/>
                </a:lnTo>
                <a:lnTo>
                  <a:pt x="241" y="442"/>
                </a:lnTo>
                <a:lnTo>
                  <a:pt x="233" y="441"/>
                </a:lnTo>
                <a:lnTo>
                  <a:pt x="224" y="440"/>
                </a:lnTo>
                <a:lnTo>
                  <a:pt x="216" y="438"/>
                </a:lnTo>
                <a:lnTo>
                  <a:pt x="207" y="437"/>
                </a:lnTo>
                <a:lnTo>
                  <a:pt x="199" y="435"/>
                </a:lnTo>
                <a:lnTo>
                  <a:pt x="191" y="433"/>
                </a:lnTo>
                <a:lnTo>
                  <a:pt x="182" y="431"/>
                </a:lnTo>
                <a:lnTo>
                  <a:pt x="174" y="428"/>
                </a:lnTo>
                <a:lnTo>
                  <a:pt x="166" y="425"/>
                </a:lnTo>
                <a:lnTo>
                  <a:pt x="158" y="423"/>
                </a:lnTo>
                <a:lnTo>
                  <a:pt x="151" y="420"/>
                </a:lnTo>
                <a:lnTo>
                  <a:pt x="143" y="416"/>
                </a:lnTo>
                <a:lnTo>
                  <a:pt x="135" y="413"/>
                </a:lnTo>
                <a:lnTo>
                  <a:pt x="128" y="409"/>
                </a:lnTo>
                <a:lnTo>
                  <a:pt x="121" y="405"/>
                </a:lnTo>
                <a:lnTo>
                  <a:pt x="114" y="401"/>
                </a:lnTo>
                <a:lnTo>
                  <a:pt x="107" y="397"/>
                </a:lnTo>
                <a:lnTo>
                  <a:pt x="100" y="393"/>
                </a:lnTo>
                <a:lnTo>
                  <a:pt x="93" y="388"/>
                </a:lnTo>
                <a:lnTo>
                  <a:pt x="87" y="384"/>
                </a:lnTo>
                <a:lnTo>
                  <a:pt x="81" y="379"/>
                </a:lnTo>
                <a:lnTo>
                  <a:pt x="75" y="374"/>
                </a:lnTo>
                <a:lnTo>
                  <a:pt x="69" y="369"/>
                </a:lnTo>
                <a:lnTo>
                  <a:pt x="63" y="363"/>
                </a:lnTo>
                <a:lnTo>
                  <a:pt x="58" y="358"/>
                </a:lnTo>
                <a:lnTo>
                  <a:pt x="53" y="352"/>
                </a:lnTo>
                <a:lnTo>
                  <a:pt x="48" y="347"/>
                </a:lnTo>
                <a:lnTo>
                  <a:pt x="43" y="341"/>
                </a:lnTo>
                <a:lnTo>
                  <a:pt x="38" y="335"/>
                </a:lnTo>
                <a:lnTo>
                  <a:pt x="34" y="329"/>
                </a:lnTo>
                <a:lnTo>
                  <a:pt x="30" y="323"/>
                </a:lnTo>
                <a:lnTo>
                  <a:pt x="26" y="317"/>
                </a:lnTo>
                <a:lnTo>
                  <a:pt x="23" y="310"/>
                </a:lnTo>
                <a:lnTo>
                  <a:pt x="19" y="304"/>
                </a:lnTo>
                <a:lnTo>
                  <a:pt x="16" y="297"/>
                </a:lnTo>
                <a:lnTo>
                  <a:pt x="13" y="291"/>
                </a:lnTo>
                <a:lnTo>
                  <a:pt x="11" y="284"/>
                </a:lnTo>
                <a:lnTo>
                  <a:pt x="9" y="277"/>
                </a:lnTo>
                <a:lnTo>
                  <a:pt x="7" y="271"/>
                </a:lnTo>
                <a:lnTo>
                  <a:pt x="5" y="264"/>
                </a:lnTo>
                <a:lnTo>
                  <a:pt x="3" y="257"/>
                </a:lnTo>
                <a:lnTo>
                  <a:pt x="2" y="250"/>
                </a:lnTo>
                <a:lnTo>
                  <a:pt x="1" y="243"/>
                </a:lnTo>
                <a:lnTo>
                  <a:pt x="1" y="236"/>
                </a:lnTo>
                <a:lnTo>
                  <a:pt x="0" y="229"/>
                </a:lnTo>
                <a:lnTo>
                  <a:pt x="0" y="221"/>
                </a:lnTo>
                <a:lnTo>
                  <a:pt x="0" y="214"/>
                </a:lnTo>
                <a:lnTo>
                  <a:pt x="1" y="207"/>
                </a:lnTo>
                <a:lnTo>
                  <a:pt x="1" y="201"/>
                </a:lnTo>
                <a:lnTo>
                  <a:pt x="2" y="194"/>
                </a:lnTo>
                <a:lnTo>
                  <a:pt x="3" y="187"/>
                </a:lnTo>
                <a:lnTo>
                  <a:pt x="5" y="180"/>
                </a:lnTo>
                <a:lnTo>
                  <a:pt x="7" y="173"/>
                </a:lnTo>
                <a:lnTo>
                  <a:pt x="9" y="166"/>
                </a:lnTo>
                <a:lnTo>
                  <a:pt x="11" y="160"/>
                </a:lnTo>
                <a:lnTo>
                  <a:pt x="13" y="153"/>
                </a:lnTo>
                <a:lnTo>
                  <a:pt x="16" y="146"/>
                </a:lnTo>
                <a:lnTo>
                  <a:pt x="19" y="140"/>
                </a:lnTo>
                <a:lnTo>
                  <a:pt x="23" y="134"/>
                </a:lnTo>
                <a:lnTo>
                  <a:pt x="26" y="127"/>
                </a:lnTo>
                <a:lnTo>
                  <a:pt x="30" y="121"/>
                </a:lnTo>
                <a:lnTo>
                  <a:pt x="34" y="115"/>
                </a:lnTo>
                <a:lnTo>
                  <a:pt x="38" y="109"/>
                </a:lnTo>
                <a:lnTo>
                  <a:pt x="43" y="103"/>
                </a:lnTo>
                <a:lnTo>
                  <a:pt x="48" y="97"/>
                </a:lnTo>
                <a:lnTo>
                  <a:pt x="53" y="91"/>
                </a:lnTo>
                <a:lnTo>
                  <a:pt x="58" y="86"/>
                </a:lnTo>
                <a:lnTo>
                  <a:pt x="63" y="80"/>
                </a:lnTo>
                <a:lnTo>
                  <a:pt x="69" y="75"/>
                </a:lnTo>
                <a:lnTo>
                  <a:pt x="75" y="70"/>
                </a:lnTo>
                <a:lnTo>
                  <a:pt x="81" y="65"/>
                </a:lnTo>
                <a:lnTo>
                  <a:pt x="87" y="60"/>
                </a:lnTo>
                <a:lnTo>
                  <a:pt x="93" y="55"/>
                </a:lnTo>
                <a:lnTo>
                  <a:pt x="100" y="51"/>
                </a:lnTo>
                <a:lnTo>
                  <a:pt x="107" y="47"/>
                </a:lnTo>
                <a:lnTo>
                  <a:pt x="114" y="42"/>
                </a:lnTo>
                <a:lnTo>
                  <a:pt x="121" y="38"/>
                </a:lnTo>
                <a:lnTo>
                  <a:pt x="128" y="35"/>
                </a:lnTo>
                <a:lnTo>
                  <a:pt x="135" y="31"/>
                </a:lnTo>
                <a:lnTo>
                  <a:pt x="143" y="27"/>
                </a:lnTo>
                <a:lnTo>
                  <a:pt x="151" y="24"/>
                </a:lnTo>
                <a:lnTo>
                  <a:pt x="158" y="21"/>
                </a:lnTo>
                <a:lnTo>
                  <a:pt x="166" y="18"/>
                </a:lnTo>
                <a:lnTo>
                  <a:pt x="174" y="16"/>
                </a:lnTo>
                <a:lnTo>
                  <a:pt x="182" y="13"/>
                </a:lnTo>
                <a:lnTo>
                  <a:pt x="191" y="11"/>
                </a:lnTo>
                <a:lnTo>
                  <a:pt x="199" y="9"/>
                </a:lnTo>
                <a:lnTo>
                  <a:pt x="207" y="7"/>
                </a:lnTo>
                <a:lnTo>
                  <a:pt x="216" y="5"/>
                </a:lnTo>
                <a:lnTo>
                  <a:pt x="224" y="4"/>
                </a:lnTo>
                <a:lnTo>
                  <a:pt x="233" y="3"/>
                </a:lnTo>
                <a:lnTo>
                  <a:pt x="241" y="2"/>
                </a:lnTo>
                <a:lnTo>
                  <a:pt x="250" y="1"/>
                </a:lnTo>
                <a:lnTo>
                  <a:pt x="258" y="1"/>
                </a:lnTo>
                <a:lnTo>
                  <a:pt x="267" y="0"/>
                </a:lnTo>
                <a:lnTo>
                  <a:pt x="276" y="0"/>
                </a:lnTo>
                <a:lnTo>
                  <a:pt x="284" y="0"/>
                </a:lnTo>
                <a:lnTo>
                  <a:pt x="293" y="1"/>
                </a:lnTo>
                <a:lnTo>
                  <a:pt x="302" y="1"/>
                </a:lnTo>
                <a:lnTo>
                  <a:pt x="310" y="2"/>
                </a:lnTo>
                <a:lnTo>
                  <a:pt x="319" y="3"/>
                </a:lnTo>
                <a:lnTo>
                  <a:pt x="327" y="4"/>
                </a:lnTo>
                <a:lnTo>
                  <a:pt x="336" y="5"/>
                </a:lnTo>
                <a:lnTo>
                  <a:pt x="344" y="7"/>
                </a:lnTo>
                <a:lnTo>
                  <a:pt x="353" y="9"/>
                </a:lnTo>
                <a:lnTo>
                  <a:pt x="361" y="11"/>
                </a:lnTo>
                <a:lnTo>
                  <a:pt x="369" y="13"/>
                </a:lnTo>
                <a:lnTo>
                  <a:pt x="377" y="16"/>
                </a:lnTo>
                <a:lnTo>
                  <a:pt x="385" y="18"/>
                </a:lnTo>
                <a:lnTo>
                  <a:pt x="393" y="21"/>
                </a:lnTo>
                <a:lnTo>
                  <a:pt x="401" y="24"/>
                </a:lnTo>
                <a:lnTo>
                  <a:pt x="409" y="27"/>
                </a:lnTo>
                <a:lnTo>
                  <a:pt x="416" y="31"/>
                </a:lnTo>
                <a:lnTo>
                  <a:pt x="424" y="35"/>
                </a:lnTo>
                <a:lnTo>
                  <a:pt x="431" y="38"/>
                </a:lnTo>
                <a:lnTo>
                  <a:pt x="438" y="42"/>
                </a:lnTo>
                <a:lnTo>
                  <a:pt x="445" y="47"/>
                </a:lnTo>
                <a:lnTo>
                  <a:pt x="452" y="51"/>
                </a:lnTo>
                <a:lnTo>
                  <a:pt x="458" y="55"/>
                </a:lnTo>
                <a:lnTo>
                  <a:pt x="465" y="60"/>
                </a:lnTo>
                <a:lnTo>
                  <a:pt x="471" y="65"/>
                </a:lnTo>
                <a:lnTo>
                  <a:pt x="477" y="70"/>
                </a:lnTo>
                <a:lnTo>
                  <a:pt x="483" y="75"/>
                </a:lnTo>
                <a:lnTo>
                  <a:pt x="488" y="80"/>
                </a:lnTo>
                <a:lnTo>
                  <a:pt x="494" y="86"/>
                </a:lnTo>
                <a:lnTo>
                  <a:pt x="500" y="91"/>
                </a:lnTo>
                <a:lnTo>
                  <a:pt x="505" y="97"/>
                </a:lnTo>
                <a:lnTo>
                  <a:pt x="510" y="103"/>
                </a:lnTo>
                <a:lnTo>
                  <a:pt x="514" y="109"/>
                </a:lnTo>
                <a:lnTo>
                  <a:pt x="519" y="115"/>
                </a:lnTo>
                <a:lnTo>
                  <a:pt x="523" y="121"/>
                </a:lnTo>
                <a:lnTo>
                  <a:pt x="526" y="127"/>
                </a:lnTo>
                <a:lnTo>
                  <a:pt x="530" y="134"/>
                </a:lnTo>
                <a:lnTo>
                  <a:pt x="533" y="140"/>
                </a:lnTo>
                <a:lnTo>
                  <a:pt x="536" y="146"/>
                </a:lnTo>
                <a:lnTo>
                  <a:pt x="539" y="153"/>
                </a:lnTo>
                <a:lnTo>
                  <a:pt x="542" y="160"/>
                </a:lnTo>
                <a:lnTo>
                  <a:pt x="544" y="166"/>
                </a:lnTo>
                <a:lnTo>
                  <a:pt x="546" y="173"/>
                </a:lnTo>
                <a:lnTo>
                  <a:pt x="548" y="180"/>
                </a:lnTo>
                <a:lnTo>
                  <a:pt x="549" y="187"/>
                </a:lnTo>
                <a:lnTo>
                  <a:pt x="550" y="194"/>
                </a:lnTo>
                <a:lnTo>
                  <a:pt x="551" y="201"/>
                </a:lnTo>
                <a:lnTo>
                  <a:pt x="552" y="207"/>
                </a:lnTo>
                <a:lnTo>
                  <a:pt x="552" y="214"/>
                </a:lnTo>
                <a:lnTo>
                  <a:pt x="553" y="221"/>
                </a:lnTo>
                <a:close/>
              </a:path>
            </a:pathLst>
          </a:custGeom>
          <a:solidFill>
            <a:srgbClr val="ffd9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29" name=""/>
          <p:cNvSpPr/>
          <p:nvPr/>
        </p:nvSpPr>
        <p:spPr>
          <a:xfrm>
            <a:off x="4878720" y="1747440"/>
            <a:ext cx="200520" cy="160920"/>
          </a:xfrm>
          <a:custGeom>
            <a:avLst/>
            <a:gdLst/>
            <a:ahLst/>
            <a:rect l="0" t="0" r="r" b="b"/>
            <a:pathLst>
              <a:path w="557" h="447">
                <a:moveTo>
                  <a:pt x="555" y="223"/>
                </a:moveTo>
                <a:lnTo>
                  <a:pt x="554" y="216"/>
                </a:lnTo>
                <a:lnTo>
                  <a:pt x="554" y="209"/>
                </a:lnTo>
                <a:lnTo>
                  <a:pt x="553" y="203"/>
                </a:lnTo>
                <a:lnTo>
                  <a:pt x="552" y="196"/>
                </a:lnTo>
                <a:lnTo>
                  <a:pt x="551" y="189"/>
                </a:lnTo>
                <a:lnTo>
                  <a:pt x="550" y="182"/>
                </a:lnTo>
                <a:lnTo>
                  <a:pt x="548" y="175"/>
                </a:lnTo>
                <a:lnTo>
                  <a:pt x="546" y="168"/>
                </a:lnTo>
                <a:lnTo>
                  <a:pt x="544" y="162"/>
                </a:lnTo>
                <a:lnTo>
                  <a:pt x="541" y="155"/>
                </a:lnTo>
                <a:lnTo>
                  <a:pt x="538" y="148"/>
                </a:lnTo>
                <a:lnTo>
                  <a:pt x="535" y="142"/>
                </a:lnTo>
                <a:lnTo>
                  <a:pt x="532" y="136"/>
                </a:lnTo>
                <a:lnTo>
                  <a:pt x="528" y="129"/>
                </a:lnTo>
                <a:lnTo>
                  <a:pt x="525" y="123"/>
                </a:lnTo>
                <a:lnTo>
                  <a:pt x="521" y="117"/>
                </a:lnTo>
                <a:lnTo>
                  <a:pt x="516" y="111"/>
                </a:lnTo>
                <a:lnTo>
                  <a:pt x="512" y="105"/>
                </a:lnTo>
                <a:lnTo>
                  <a:pt x="507" y="99"/>
                </a:lnTo>
                <a:lnTo>
                  <a:pt x="502" y="93"/>
                </a:lnTo>
                <a:lnTo>
                  <a:pt x="497" y="88"/>
                </a:lnTo>
                <a:lnTo>
                  <a:pt x="491" y="82"/>
                </a:lnTo>
                <a:lnTo>
                  <a:pt x="486" y="77"/>
                </a:lnTo>
                <a:lnTo>
                  <a:pt x="480" y="72"/>
                </a:lnTo>
                <a:lnTo>
                  <a:pt x="474" y="67"/>
                </a:lnTo>
                <a:lnTo>
                  <a:pt x="468" y="62"/>
                </a:lnTo>
                <a:lnTo>
                  <a:pt x="461" y="57"/>
                </a:lnTo>
                <a:lnTo>
                  <a:pt x="455" y="53"/>
                </a:lnTo>
                <a:lnTo>
                  <a:pt x="448" y="49"/>
                </a:lnTo>
                <a:lnTo>
                  <a:pt x="441" y="44"/>
                </a:lnTo>
                <a:lnTo>
                  <a:pt x="434" y="40"/>
                </a:lnTo>
                <a:lnTo>
                  <a:pt x="427" y="37"/>
                </a:lnTo>
                <a:lnTo>
                  <a:pt x="419" y="33"/>
                </a:lnTo>
                <a:lnTo>
                  <a:pt x="412" y="29"/>
                </a:lnTo>
                <a:lnTo>
                  <a:pt x="404" y="26"/>
                </a:lnTo>
                <a:lnTo>
                  <a:pt x="396" y="23"/>
                </a:lnTo>
                <a:lnTo>
                  <a:pt x="388" y="20"/>
                </a:lnTo>
                <a:lnTo>
                  <a:pt x="380" y="18"/>
                </a:lnTo>
                <a:lnTo>
                  <a:pt x="372" y="15"/>
                </a:lnTo>
                <a:lnTo>
                  <a:pt x="364" y="13"/>
                </a:lnTo>
                <a:lnTo>
                  <a:pt x="356" y="11"/>
                </a:lnTo>
                <a:lnTo>
                  <a:pt x="347" y="9"/>
                </a:lnTo>
                <a:lnTo>
                  <a:pt x="339" y="7"/>
                </a:lnTo>
                <a:lnTo>
                  <a:pt x="330" y="6"/>
                </a:lnTo>
                <a:lnTo>
                  <a:pt x="322" y="5"/>
                </a:lnTo>
                <a:lnTo>
                  <a:pt x="313" y="4"/>
                </a:lnTo>
                <a:lnTo>
                  <a:pt x="305" y="3"/>
                </a:lnTo>
                <a:lnTo>
                  <a:pt x="296" y="3"/>
                </a:lnTo>
                <a:lnTo>
                  <a:pt x="287" y="2"/>
                </a:lnTo>
                <a:lnTo>
                  <a:pt x="279" y="2"/>
                </a:lnTo>
                <a:lnTo>
                  <a:pt x="270" y="2"/>
                </a:lnTo>
                <a:lnTo>
                  <a:pt x="261" y="3"/>
                </a:lnTo>
                <a:lnTo>
                  <a:pt x="253" y="3"/>
                </a:lnTo>
                <a:lnTo>
                  <a:pt x="244" y="4"/>
                </a:lnTo>
                <a:lnTo>
                  <a:pt x="236" y="5"/>
                </a:lnTo>
                <a:lnTo>
                  <a:pt x="227" y="6"/>
                </a:lnTo>
                <a:lnTo>
                  <a:pt x="219" y="7"/>
                </a:lnTo>
                <a:lnTo>
                  <a:pt x="210" y="9"/>
                </a:lnTo>
                <a:lnTo>
                  <a:pt x="202" y="11"/>
                </a:lnTo>
                <a:lnTo>
                  <a:pt x="194" y="13"/>
                </a:lnTo>
                <a:lnTo>
                  <a:pt x="185" y="15"/>
                </a:lnTo>
                <a:lnTo>
                  <a:pt x="177" y="18"/>
                </a:lnTo>
                <a:lnTo>
                  <a:pt x="169" y="20"/>
                </a:lnTo>
                <a:lnTo>
                  <a:pt x="161" y="23"/>
                </a:lnTo>
                <a:lnTo>
                  <a:pt x="154" y="26"/>
                </a:lnTo>
                <a:lnTo>
                  <a:pt x="146" y="29"/>
                </a:lnTo>
                <a:lnTo>
                  <a:pt x="138" y="33"/>
                </a:lnTo>
                <a:lnTo>
                  <a:pt x="131" y="37"/>
                </a:lnTo>
                <a:lnTo>
                  <a:pt x="124" y="40"/>
                </a:lnTo>
                <a:lnTo>
                  <a:pt x="117" y="44"/>
                </a:lnTo>
                <a:lnTo>
                  <a:pt x="110" y="49"/>
                </a:lnTo>
                <a:lnTo>
                  <a:pt x="103" y="53"/>
                </a:lnTo>
                <a:lnTo>
                  <a:pt x="96" y="57"/>
                </a:lnTo>
                <a:lnTo>
                  <a:pt x="90" y="62"/>
                </a:lnTo>
                <a:lnTo>
                  <a:pt x="84" y="67"/>
                </a:lnTo>
                <a:lnTo>
                  <a:pt x="78" y="72"/>
                </a:lnTo>
                <a:lnTo>
                  <a:pt x="72" y="77"/>
                </a:lnTo>
                <a:lnTo>
                  <a:pt x="65" y="82"/>
                </a:lnTo>
                <a:lnTo>
                  <a:pt x="60" y="88"/>
                </a:lnTo>
                <a:lnTo>
                  <a:pt x="55" y="93"/>
                </a:lnTo>
                <a:lnTo>
                  <a:pt x="50" y="99"/>
                </a:lnTo>
                <a:lnTo>
                  <a:pt x="45" y="105"/>
                </a:lnTo>
                <a:lnTo>
                  <a:pt x="40" y="111"/>
                </a:lnTo>
                <a:lnTo>
                  <a:pt x="36" y="117"/>
                </a:lnTo>
                <a:lnTo>
                  <a:pt x="32" y="123"/>
                </a:lnTo>
                <a:lnTo>
                  <a:pt x="28" y="129"/>
                </a:lnTo>
                <a:lnTo>
                  <a:pt x="25" y="136"/>
                </a:lnTo>
                <a:lnTo>
                  <a:pt x="21" y="142"/>
                </a:lnTo>
                <a:lnTo>
                  <a:pt x="18" y="148"/>
                </a:lnTo>
                <a:lnTo>
                  <a:pt x="15" y="155"/>
                </a:lnTo>
                <a:lnTo>
                  <a:pt x="13" y="162"/>
                </a:lnTo>
                <a:lnTo>
                  <a:pt x="11" y="168"/>
                </a:lnTo>
                <a:lnTo>
                  <a:pt x="9" y="175"/>
                </a:lnTo>
                <a:lnTo>
                  <a:pt x="7" y="182"/>
                </a:lnTo>
                <a:lnTo>
                  <a:pt x="5" y="189"/>
                </a:lnTo>
                <a:lnTo>
                  <a:pt x="4" y="196"/>
                </a:lnTo>
                <a:lnTo>
                  <a:pt x="3" y="203"/>
                </a:lnTo>
                <a:lnTo>
                  <a:pt x="3" y="209"/>
                </a:lnTo>
                <a:lnTo>
                  <a:pt x="2" y="216"/>
                </a:lnTo>
                <a:lnTo>
                  <a:pt x="2" y="223"/>
                </a:lnTo>
                <a:lnTo>
                  <a:pt x="2" y="230"/>
                </a:lnTo>
                <a:lnTo>
                  <a:pt x="3" y="237"/>
                </a:lnTo>
                <a:lnTo>
                  <a:pt x="3" y="244"/>
                </a:lnTo>
                <a:lnTo>
                  <a:pt x="4" y="251"/>
                </a:lnTo>
                <a:lnTo>
                  <a:pt x="5" y="258"/>
                </a:lnTo>
                <a:lnTo>
                  <a:pt x="7" y="265"/>
                </a:lnTo>
                <a:lnTo>
                  <a:pt x="9" y="272"/>
                </a:lnTo>
                <a:lnTo>
                  <a:pt x="11" y="279"/>
                </a:lnTo>
                <a:lnTo>
                  <a:pt x="13" y="286"/>
                </a:lnTo>
                <a:lnTo>
                  <a:pt x="15" y="293"/>
                </a:lnTo>
                <a:lnTo>
                  <a:pt x="18" y="299"/>
                </a:lnTo>
                <a:lnTo>
                  <a:pt x="21" y="306"/>
                </a:lnTo>
                <a:lnTo>
                  <a:pt x="25" y="312"/>
                </a:lnTo>
                <a:lnTo>
                  <a:pt x="28" y="319"/>
                </a:lnTo>
                <a:lnTo>
                  <a:pt x="32" y="325"/>
                </a:lnTo>
                <a:lnTo>
                  <a:pt x="36" y="331"/>
                </a:lnTo>
                <a:lnTo>
                  <a:pt x="40" y="337"/>
                </a:lnTo>
                <a:lnTo>
                  <a:pt x="45" y="343"/>
                </a:lnTo>
                <a:lnTo>
                  <a:pt x="50" y="349"/>
                </a:lnTo>
                <a:lnTo>
                  <a:pt x="55" y="354"/>
                </a:lnTo>
                <a:lnTo>
                  <a:pt x="60" y="360"/>
                </a:lnTo>
                <a:lnTo>
                  <a:pt x="65" y="365"/>
                </a:lnTo>
                <a:lnTo>
                  <a:pt x="72" y="371"/>
                </a:lnTo>
                <a:lnTo>
                  <a:pt x="78" y="376"/>
                </a:lnTo>
                <a:lnTo>
                  <a:pt x="84" y="381"/>
                </a:lnTo>
                <a:lnTo>
                  <a:pt x="90" y="386"/>
                </a:lnTo>
                <a:lnTo>
                  <a:pt x="96" y="390"/>
                </a:lnTo>
                <a:lnTo>
                  <a:pt x="103" y="395"/>
                </a:lnTo>
                <a:lnTo>
                  <a:pt x="110" y="399"/>
                </a:lnTo>
                <a:lnTo>
                  <a:pt x="117" y="403"/>
                </a:lnTo>
                <a:lnTo>
                  <a:pt x="124" y="407"/>
                </a:lnTo>
                <a:lnTo>
                  <a:pt x="131" y="411"/>
                </a:lnTo>
                <a:lnTo>
                  <a:pt x="138" y="415"/>
                </a:lnTo>
                <a:lnTo>
                  <a:pt x="146" y="418"/>
                </a:lnTo>
                <a:lnTo>
                  <a:pt x="154" y="422"/>
                </a:lnTo>
                <a:lnTo>
                  <a:pt x="161" y="425"/>
                </a:lnTo>
                <a:lnTo>
                  <a:pt x="169" y="427"/>
                </a:lnTo>
                <a:lnTo>
                  <a:pt x="177" y="430"/>
                </a:lnTo>
                <a:lnTo>
                  <a:pt x="185" y="433"/>
                </a:lnTo>
                <a:lnTo>
                  <a:pt x="194" y="435"/>
                </a:lnTo>
                <a:lnTo>
                  <a:pt x="202" y="437"/>
                </a:lnTo>
                <a:lnTo>
                  <a:pt x="210" y="439"/>
                </a:lnTo>
                <a:lnTo>
                  <a:pt x="219" y="440"/>
                </a:lnTo>
                <a:lnTo>
                  <a:pt x="227" y="442"/>
                </a:lnTo>
                <a:lnTo>
                  <a:pt x="236" y="443"/>
                </a:lnTo>
                <a:lnTo>
                  <a:pt x="244" y="444"/>
                </a:lnTo>
                <a:lnTo>
                  <a:pt x="253" y="445"/>
                </a:lnTo>
                <a:lnTo>
                  <a:pt x="261" y="445"/>
                </a:lnTo>
                <a:lnTo>
                  <a:pt x="270" y="446"/>
                </a:lnTo>
                <a:lnTo>
                  <a:pt x="279" y="446"/>
                </a:lnTo>
                <a:lnTo>
                  <a:pt x="287" y="446"/>
                </a:lnTo>
                <a:lnTo>
                  <a:pt x="296" y="445"/>
                </a:lnTo>
                <a:lnTo>
                  <a:pt x="305" y="445"/>
                </a:lnTo>
                <a:lnTo>
                  <a:pt x="313" y="444"/>
                </a:lnTo>
                <a:lnTo>
                  <a:pt x="322" y="443"/>
                </a:lnTo>
                <a:lnTo>
                  <a:pt x="330" y="442"/>
                </a:lnTo>
                <a:lnTo>
                  <a:pt x="339" y="440"/>
                </a:lnTo>
                <a:lnTo>
                  <a:pt x="347" y="439"/>
                </a:lnTo>
                <a:lnTo>
                  <a:pt x="356" y="437"/>
                </a:lnTo>
                <a:lnTo>
                  <a:pt x="364" y="435"/>
                </a:lnTo>
                <a:lnTo>
                  <a:pt x="372" y="433"/>
                </a:lnTo>
                <a:lnTo>
                  <a:pt x="380" y="430"/>
                </a:lnTo>
                <a:lnTo>
                  <a:pt x="388" y="427"/>
                </a:lnTo>
                <a:lnTo>
                  <a:pt x="396" y="425"/>
                </a:lnTo>
                <a:lnTo>
                  <a:pt x="404" y="422"/>
                </a:lnTo>
                <a:lnTo>
                  <a:pt x="412" y="418"/>
                </a:lnTo>
                <a:lnTo>
                  <a:pt x="419" y="415"/>
                </a:lnTo>
                <a:lnTo>
                  <a:pt x="427" y="411"/>
                </a:lnTo>
                <a:lnTo>
                  <a:pt x="434" y="407"/>
                </a:lnTo>
                <a:lnTo>
                  <a:pt x="441" y="403"/>
                </a:lnTo>
                <a:lnTo>
                  <a:pt x="448" y="399"/>
                </a:lnTo>
                <a:lnTo>
                  <a:pt x="455" y="395"/>
                </a:lnTo>
                <a:lnTo>
                  <a:pt x="461" y="390"/>
                </a:lnTo>
                <a:lnTo>
                  <a:pt x="468" y="386"/>
                </a:lnTo>
                <a:lnTo>
                  <a:pt x="474" y="381"/>
                </a:lnTo>
                <a:lnTo>
                  <a:pt x="480" y="376"/>
                </a:lnTo>
                <a:lnTo>
                  <a:pt x="486" y="371"/>
                </a:lnTo>
                <a:lnTo>
                  <a:pt x="491" y="365"/>
                </a:lnTo>
                <a:lnTo>
                  <a:pt x="497" y="360"/>
                </a:lnTo>
                <a:lnTo>
                  <a:pt x="502" y="354"/>
                </a:lnTo>
                <a:lnTo>
                  <a:pt x="507" y="349"/>
                </a:lnTo>
                <a:lnTo>
                  <a:pt x="512" y="343"/>
                </a:lnTo>
                <a:lnTo>
                  <a:pt x="516" y="337"/>
                </a:lnTo>
                <a:lnTo>
                  <a:pt x="521" y="331"/>
                </a:lnTo>
                <a:lnTo>
                  <a:pt x="525" y="325"/>
                </a:lnTo>
                <a:lnTo>
                  <a:pt x="528" y="319"/>
                </a:lnTo>
                <a:lnTo>
                  <a:pt x="532" y="312"/>
                </a:lnTo>
                <a:lnTo>
                  <a:pt x="535" y="306"/>
                </a:lnTo>
                <a:lnTo>
                  <a:pt x="538" y="299"/>
                </a:lnTo>
                <a:lnTo>
                  <a:pt x="541" y="293"/>
                </a:lnTo>
                <a:lnTo>
                  <a:pt x="544" y="286"/>
                </a:lnTo>
                <a:lnTo>
                  <a:pt x="546" y="279"/>
                </a:lnTo>
                <a:lnTo>
                  <a:pt x="548" y="272"/>
                </a:lnTo>
                <a:lnTo>
                  <a:pt x="550" y="265"/>
                </a:lnTo>
                <a:lnTo>
                  <a:pt x="551" y="258"/>
                </a:lnTo>
                <a:lnTo>
                  <a:pt x="552" y="251"/>
                </a:lnTo>
                <a:lnTo>
                  <a:pt x="553" y="244"/>
                </a:lnTo>
                <a:lnTo>
                  <a:pt x="554" y="237"/>
                </a:lnTo>
                <a:lnTo>
                  <a:pt x="554" y="230"/>
                </a:lnTo>
                <a:lnTo>
                  <a:pt x="555" y="223"/>
                </a:lnTo>
                <a:moveTo>
                  <a:pt x="557" y="223"/>
                </a:moveTo>
                <a:lnTo>
                  <a:pt x="557" y="230"/>
                </a:lnTo>
                <a:lnTo>
                  <a:pt x="556" y="237"/>
                </a:lnTo>
                <a:lnTo>
                  <a:pt x="556" y="244"/>
                </a:lnTo>
                <a:lnTo>
                  <a:pt x="555" y="251"/>
                </a:lnTo>
                <a:lnTo>
                  <a:pt x="554" y="258"/>
                </a:lnTo>
                <a:lnTo>
                  <a:pt x="552" y="265"/>
                </a:lnTo>
                <a:lnTo>
                  <a:pt x="550" y="272"/>
                </a:lnTo>
                <a:lnTo>
                  <a:pt x="548" y="280"/>
                </a:lnTo>
                <a:lnTo>
                  <a:pt x="546" y="287"/>
                </a:lnTo>
                <a:lnTo>
                  <a:pt x="543" y="293"/>
                </a:lnTo>
                <a:lnTo>
                  <a:pt x="540" y="300"/>
                </a:lnTo>
                <a:lnTo>
                  <a:pt x="537" y="307"/>
                </a:lnTo>
                <a:lnTo>
                  <a:pt x="534" y="313"/>
                </a:lnTo>
                <a:lnTo>
                  <a:pt x="530" y="319"/>
                </a:lnTo>
                <a:lnTo>
                  <a:pt x="527" y="326"/>
                </a:lnTo>
                <a:lnTo>
                  <a:pt x="523" y="332"/>
                </a:lnTo>
                <a:lnTo>
                  <a:pt x="518" y="338"/>
                </a:lnTo>
                <a:lnTo>
                  <a:pt x="514" y="344"/>
                </a:lnTo>
                <a:lnTo>
                  <a:pt x="509" y="350"/>
                </a:lnTo>
                <a:lnTo>
                  <a:pt x="504" y="356"/>
                </a:lnTo>
                <a:lnTo>
                  <a:pt x="499" y="361"/>
                </a:lnTo>
                <a:lnTo>
                  <a:pt x="493" y="367"/>
                </a:lnTo>
                <a:lnTo>
                  <a:pt x="487" y="372"/>
                </a:lnTo>
                <a:lnTo>
                  <a:pt x="482" y="377"/>
                </a:lnTo>
                <a:lnTo>
                  <a:pt x="475" y="382"/>
                </a:lnTo>
                <a:lnTo>
                  <a:pt x="469" y="387"/>
                </a:lnTo>
                <a:lnTo>
                  <a:pt x="463" y="392"/>
                </a:lnTo>
                <a:lnTo>
                  <a:pt x="456" y="396"/>
                </a:lnTo>
                <a:lnTo>
                  <a:pt x="449" y="401"/>
                </a:lnTo>
                <a:lnTo>
                  <a:pt x="442" y="405"/>
                </a:lnTo>
                <a:lnTo>
                  <a:pt x="435" y="409"/>
                </a:lnTo>
                <a:lnTo>
                  <a:pt x="428" y="413"/>
                </a:lnTo>
                <a:lnTo>
                  <a:pt x="420" y="416"/>
                </a:lnTo>
                <a:lnTo>
                  <a:pt x="413" y="420"/>
                </a:lnTo>
                <a:lnTo>
                  <a:pt x="405" y="423"/>
                </a:lnTo>
                <a:lnTo>
                  <a:pt x="397" y="426"/>
                </a:lnTo>
                <a:lnTo>
                  <a:pt x="389" y="429"/>
                </a:lnTo>
                <a:lnTo>
                  <a:pt x="381" y="432"/>
                </a:lnTo>
                <a:lnTo>
                  <a:pt x="373" y="434"/>
                </a:lnTo>
                <a:lnTo>
                  <a:pt x="365" y="437"/>
                </a:lnTo>
                <a:lnTo>
                  <a:pt x="356" y="439"/>
                </a:lnTo>
                <a:lnTo>
                  <a:pt x="348" y="440"/>
                </a:lnTo>
                <a:lnTo>
                  <a:pt x="339" y="442"/>
                </a:lnTo>
                <a:lnTo>
                  <a:pt x="331" y="444"/>
                </a:lnTo>
                <a:lnTo>
                  <a:pt x="322" y="445"/>
                </a:lnTo>
                <a:lnTo>
                  <a:pt x="314" y="446"/>
                </a:lnTo>
                <a:lnTo>
                  <a:pt x="305" y="446"/>
                </a:lnTo>
                <a:lnTo>
                  <a:pt x="296" y="447"/>
                </a:lnTo>
                <a:lnTo>
                  <a:pt x="288" y="447"/>
                </a:lnTo>
                <a:lnTo>
                  <a:pt x="279" y="447"/>
                </a:lnTo>
                <a:lnTo>
                  <a:pt x="270" y="447"/>
                </a:lnTo>
                <a:lnTo>
                  <a:pt x="261" y="447"/>
                </a:lnTo>
                <a:lnTo>
                  <a:pt x="253" y="446"/>
                </a:lnTo>
                <a:lnTo>
                  <a:pt x="244" y="446"/>
                </a:lnTo>
                <a:lnTo>
                  <a:pt x="235" y="445"/>
                </a:lnTo>
                <a:lnTo>
                  <a:pt x="227" y="444"/>
                </a:lnTo>
                <a:lnTo>
                  <a:pt x="218" y="442"/>
                </a:lnTo>
                <a:lnTo>
                  <a:pt x="210" y="440"/>
                </a:lnTo>
                <a:lnTo>
                  <a:pt x="201" y="439"/>
                </a:lnTo>
                <a:lnTo>
                  <a:pt x="193" y="437"/>
                </a:lnTo>
                <a:lnTo>
                  <a:pt x="185" y="434"/>
                </a:lnTo>
                <a:lnTo>
                  <a:pt x="176" y="432"/>
                </a:lnTo>
                <a:lnTo>
                  <a:pt x="168" y="429"/>
                </a:lnTo>
                <a:lnTo>
                  <a:pt x="160" y="426"/>
                </a:lnTo>
                <a:lnTo>
                  <a:pt x="153" y="423"/>
                </a:lnTo>
                <a:lnTo>
                  <a:pt x="145" y="420"/>
                </a:lnTo>
                <a:lnTo>
                  <a:pt x="137" y="416"/>
                </a:lnTo>
                <a:lnTo>
                  <a:pt x="130" y="413"/>
                </a:lnTo>
                <a:lnTo>
                  <a:pt x="122" y="409"/>
                </a:lnTo>
                <a:lnTo>
                  <a:pt x="115" y="405"/>
                </a:lnTo>
                <a:lnTo>
                  <a:pt x="108" y="401"/>
                </a:lnTo>
                <a:lnTo>
                  <a:pt x="102" y="396"/>
                </a:lnTo>
                <a:lnTo>
                  <a:pt x="95" y="392"/>
                </a:lnTo>
                <a:lnTo>
                  <a:pt x="88" y="387"/>
                </a:lnTo>
                <a:lnTo>
                  <a:pt x="82" y="382"/>
                </a:lnTo>
                <a:lnTo>
                  <a:pt x="76" y="377"/>
                </a:lnTo>
                <a:lnTo>
                  <a:pt x="69" y="372"/>
                </a:lnTo>
                <a:lnTo>
                  <a:pt x="63" y="367"/>
                </a:lnTo>
                <a:lnTo>
                  <a:pt x="58" y="361"/>
                </a:lnTo>
                <a:lnTo>
                  <a:pt x="53" y="356"/>
                </a:lnTo>
                <a:lnTo>
                  <a:pt x="48" y="350"/>
                </a:lnTo>
                <a:lnTo>
                  <a:pt x="43" y="344"/>
                </a:lnTo>
                <a:lnTo>
                  <a:pt x="38" y="338"/>
                </a:lnTo>
                <a:lnTo>
                  <a:pt x="34" y="332"/>
                </a:lnTo>
                <a:lnTo>
                  <a:pt x="30" y="326"/>
                </a:lnTo>
                <a:lnTo>
                  <a:pt x="26" y="319"/>
                </a:lnTo>
                <a:lnTo>
                  <a:pt x="23" y="313"/>
                </a:lnTo>
                <a:lnTo>
                  <a:pt x="19" y="307"/>
                </a:lnTo>
                <a:lnTo>
                  <a:pt x="16" y="300"/>
                </a:lnTo>
                <a:lnTo>
                  <a:pt x="13" y="293"/>
                </a:lnTo>
                <a:lnTo>
                  <a:pt x="11" y="287"/>
                </a:lnTo>
                <a:lnTo>
                  <a:pt x="8" y="280"/>
                </a:lnTo>
                <a:lnTo>
                  <a:pt x="6" y="272"/>
                </a:lnTo>
                <a:lnTo>
                  <a:pt x="5" y="265"/>
                </a:lnTo>
                <a:lnTo>
                  <a:pt x="3" y="258"/>
                </a:lnTo>
                <a:lnTo>
                  <a:pt x="2" y="251"/>
                </a:lnTo>
                <a:lnTo>
                  <a:pt x="1" y="244"/>
                </a:lnTo>
                <a:lnTo>
                  <a:pt x="0" y="237"/>
                </a:lnTo>
                <a:lnTo>
                  <a:pt x="0" y="230"/>
                </a:lnTo>
                <a:lnTo>
                  <a:pt x="0" y="223"/>
                </a:lnTo>
                <a:lnTo>
                  <a:pt x="0" y="216"/>
                </a:lnTo>
                <a:lnTo>
                  <a:pt x="0" y="209"/>
                </a:lnTo>
                <a:lnTo>
                  <a:pt x="1" y="202"/>
                </a:lnTo>
                <a:lnTo>
                  <a:pt x="2" y="195"/>
                </a:lnTo>
                <a:lnTo>
                  <a:pt x="3" y="188"/>
                </a:lnTo>
                <a:lnTo>
                  <a:pt x="5" y="182"/>
                </a:lnTo>
                <a:lnTo>
                  <a:pt x="6" y="175"/>
                </a:lnTo>
                <a:lnTo>
                  <a:pt x="8" y="168"/>
                </a:lnTo>
                <a:lnTo>
                  <a:pt x="11" y="161"/>
                </a:lnTo>
                <a:lnTo>
                  <a:pt x="13" y="154"/>
                </a:lnTo>
                <a:lnTo>
                  <a:pt x="16" y="148"/>
                </a:lnTo>
                <a:lnTo>
                  <a:pt x="19" y="141"/>
                </a:lnTo>
                <a:lnTo>
                  <a:pt x="23" y="135"/>
                </a:lnTo>
                <a:lnTo>
                  <a:pt x="26" y="128"/>
                </a:lnTo>
                <a:lnTo>
                  <a:pt x="30" y="122"/>
                </a:lnTo>
                <a:lnTo>
                  <a:pt x="34" y="116"/>
                </a:lnTo>
                <a:lnTo>
                  <a:pt x="38" y="110"/>
                </a:lnTo>
                <a:lnTo>
                  <a:pt x="43" y="104"/>
                </a:lnTo>
                <a:lnTo>
                  <a:pt x="48" y="98"/>
                </a:lnTo>
                <a:lnTo>
                  <a:pt x="53" y="92"/>
                </a:lnTo>
                <a:lnTo>
                  <a:pt x="58" y="87"/>
                </a:lnTo>
                <a:lnTo>
                  <a:pt x="63" y="81"/>
                </a:lnTo>
                <a:lnTo>
                  <a:pt x="69" y="76"/>
                </a:lnTo>
                <a:lnTo>
                  <a:pt x="76" y="71"/>
                </a:lnTo>
                <a:lnTo>
                  <a:pt x="82" y="66"/>
                </a:lnTo>
                <a:lnTo>
                  <a:pt x="88" y="61"/>
                </a:lnTo>
                <a:lnTo>
                  <a:pt x="95" y="56"/>
                </a:lnTo>
                <a:lnTo>
                  <a:pt x="102" y="51"/>
                </a:lnTo>
                <a:lnTo>
                  <a:pt x="108" y="47"/>
                </a:lnTo>
                <a:lnTo>
                  <a:pt x="115" y="43"/>
                </a:lnTo>
                <a:lnTo>
                  <a:pt x="122" y="39"/>
                </a:lnTo>
                <a:lnTo>
                  <a:pt x="130" y="35"/>
                </a:lnTo>
                <a:lnTo>
                  <a:pt x="137" y="31"/>
                </a:lnTo>
                <a:lnTo>
                  <a:pt x="145" y="28"/>
                </a:lnTo>
                <a:lnTo>
                  <a:pt x="153" y="25"/>
                </a:lnTo>
                <a:lnTo>
                  <a:pt x="160" y="22"/>
                </a:lnTo>
                <a:lnTo>
                  <a:pt x="168" y="19"/>
                </a:lnTo>
                <a:lnTo>
                  <a:pt x="176" y="16"/>
                </a:lnTo>
                <a:lnTo>
                  <a:pt x="185" y="13"/>
                </a:lnTo>
                <a:lnTo>
                  <a:pt x="193" y="11"/>
                </a:lnTo>
                <a:lnTo>
                  <a:pt x="201" y="9"/>
                </a:lnTo>
                <a:lnTo>
                  <a:pt x="210" y="7"/>
                </a:lnTo>
                <a:lnTo>
                  <a:pt x="218" y="6"/>
                </a:lnTo>
                <a:lnTo>
                  <a:pt x="227" y="4"/>
                </a:lnTo>
                <a:lnTo>
                  <a:pt x="235" y="3"/>
                </a:lnTo>
                <a:lnTo>
                  <a:pt x="244" y="2"/>
                </a:lnTo>
                <a:lnTo>
                  <a:pt x="253" y="1"/>
                </a:lnTo>
                <a:lnTo>
                  <a:pt x="261" y="1"/>
                </a:lnTo>
                <a:lnTo>
                  <a:pt x="270" y="0"/>
                </a:lnTo>
                <a:lnTo>
                  <a:pt x="279" y="0"/>
                </a:lnTo>
                <a:lnTo>
                  <a:pt x="288" y="0"/>
                </a:lnTo>
                <a:lnTo>
                  <a:pt x="296" y="1"/>
                </a:lnTo>
                <a:lnTo>
                  <a:pt x="305" y="1"/>
                </a:lnTo>
                <a:lnTo>
                  <a:pt x="314" y="2"/>
                </a:lnTo>
                <a:lnTo>
                  <a:pt x="322" y="3"/>
                </a:lnTo>
                <a:lnTo>
                  <a:pt x="331" y="4"/>
                </a:lnTo>
                <a:lnTo>
                  <a:pt x="339" y="6"/>
                </a:lnTo>
                <a:lnTo>
                  <a:pt x="348" y="7"/>
                </a:lnTo>
                <a:lnTo>
                  <a:pt x="356" y="9"/>
                </a:lnTo>
                <a:lnTo>
                  <a:pt x="365" y="11"/>
                </a:lnTo>
                <a:lnTo>
                  <a:pt x="373" y="13"/>
                </a:lnTo>
                <a:lnTo>
                  <a:pt x="381" y="16"/>
                </a:lnTo>
                <a:lnTo>
                  <a:pt x="389" y="19"/>
                </a:lnTo>
                <a:lnTo>
                  <a:pt x="397" y="22"/>
                </a:lnTo>
                <a:lnTo>
                  <a:pt x="405" y="25"/>
                </a:lnTo>
                <a:lnTo>
                  <a:pt x="413" y="28"/>
                </a:lnTo>
                <a:lnTo>
                  <a:pt x="420" y="31"/>
                </a:lnTo>
                <a:lnTo>
                  <a:pt x="428" y="35"/>
                </a:lnTo>
                <a:lnTo>
                  <a:pt x="435" y="39"/>
                </a:lnTo>
                <a:lnTo>
                  <a:pt x="442" y="43"/>
                </a:lnTo>
                <a:lnTo>
                  <a:pt x="449" y="47"/>
                </a:lnTo>
                <a:lnTo>
                  <a:pt x="456" y="51"/>
                </a:lnTo>
                <a:lnTo>
                  <a:pt x="463" y="56"/>
                </a:lnTo>
                <a:lnTo>
                  <a:pt x="469" y="61"/>
                </a:lnTo>
                <a:lnTo>
                  <a:pt x="475" y="66"/>
                </a:lnTo>
                <a:lnTo>
                  <a:pt x="482" y="71"/>
                </a:lnTo>
                <a:lnTo>
                  <a:pt x="487" y="76"/>
                </a:lnTo>
                <a:lnTo>
                  <a:pt x="493" y="81"/>
                </a:lnTo>
                <a:lnTo>
                  <a:pt x="499" y="87"/>
                </a:lnTo>
                <a:lnTo>
                  <a:pt x="504" y="92"/>
                </a:lnTo>
                <a:lnTo>
                  <a:pt x="509" y="98"/>
                </a:lnTo>
                <a:lnTo>
                  <a:pt x="514" y="104"/>
                </a:lnTo>
                <a:lnTo>
                  <a:pt x="518" y="110"/>
                </a:lnTo>
                <a:lnTo>
                  <a:pt x="523" y="116"/>
                </a:lnTo>
                <a:lnTo>
                  <a:pt x="527" y="122"/>
                </a:lnTo>
                <a:lnTo>
                  <a:pt x="530" y="128"/>
                </a:lnTo>
                <a:lnTo>
                  <a:pt x="534" y="135"/>
                </a:lnTo>
                <a:lnTo>
                  <a:pt x="537" y="141"/>
                </a:lnTo>
                <a:lnTo>
                  <a:pt x="540" y="148"/>
                </a:lnTo>
                <a:lnTo>
                  <a:pt x="543" y="154"/>
                </a:lnTo>
                <a:lnTo>
                  <a:pt x="546" y="161"/>
                </a:lnTo>
                <a:lnTo>
                  <a:pt x="548" y="168"/>
                </a:lnTo>
                <a:lnTo>
                  <a:pt x="550" y="175"/>
                </a:lnTo>
                <a:lnTo>
                  <a:pt x="552" y="182"/>
                </a:lnTo>
                <a:lnTo>
                  <a:pt x="554" y="188"/>
                </a:lnTo>
                <a:lnTo>
                  <a:pt x="555" y="195"/>
                </a:lnTo>
                <a:lnTo>
                  <a:pt x="556" y="202"/>
                </a:lnTo>
                <a:lnTo>
                  <a:pt x="556" y="209"/>
                </a:lnTo>
                <a:lnTo>
                  <a:pt x="557" y="216"/>
                </a:lnTo>
                <a:lnTo>
                  <a:pt x="557" y="223"/>
                </a:lnTo>
                <a:close/>
              </a:path>
            </a:pathLst>
          </a:custGeom>
          <a:solidFill>
            <a:srgbClr val="ffd8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0" name=""/>
          <p:cNvSpPr/>
          <p:nvPr/>
        </p:nvSpPr>
        <p:spPr>
          <a:xfrm>
            <a:off x="4877640" y="1746720"/>
            <a:ext cx="202320" cy="162360"/>
          </a:xfrm>
          <a:custGeom>
            <a:avLst/>
            <a:gdLst/>
            <a:ahLst/>
            <a:rect l="0" t="0" r="r" b="b"/>
            <a:pathLst>
              <a:path w="562" h="451">
                <a:moveTo>
                  <a:pt x="560" y="225"/>
                </a:moveTo>
                <a:lnTo>
                  <a:pt x="560" y="218"/>
                </a:lnTo>
                <a:lnTo>
                  <a:pt x="559" y="211"/>
                </a:lnTo>
                <a:lnTo>
                  <a:pt x="559" y="204"/>
                </a:lnTo>
                <a:lnTo>
                  <a:pt x="558" y="197"/>
                </a:lnTo>
                <a:lnTo>
                  <a:pt x="557" y="190"/>
                </a:lnTo>
                <a:lnTo>
                  <a:pt x="555" y="184"/>
                </a:lnTo>
                <a:lnTo>
                  <a:pt x="553" y="177"/>
                </a:lnTo>
                <a:lnTo>
                  <a:pt x="551" y="170"/>
                </a:lnTo>
                <a:lnTo>
                  <a:pt x="549" y="163"/>
                </a:lnTo>
                <a:lnTo>
                  <a:pt x="546" y="156"/>
                </a:lnTo>
                <a:lnTo>
                  <a:pt x="543" y="150"/>
                </a:lnTo>
                <a:lnTo>
                  <a:pt x="540" y="143"/>
                </a:lnTo>
                <a:lnTo>
                  <a:pt x="537" y="137"/>
                </a:lnTo>
                <a:lnTo>
                  <a:pt x="533" y="130"/>
                </a:lnTo>
                <a:lnTo>
                  <a:pt x="530" y="124"/>
                </a:lnTo>
                <a:lnTo>
                  <a:pt x="526" y="118"/>
                </a:lnTo>
                <a:lnTo>
                  <a:pt x="521" y="112"/>
                </a:lnTo>
                <a:lnTo>
                  <a:pt x="517" y="106"/>
                </a:lnTo>
                <a:lnTo>
                  <a:pt x="512" y="100"/>
                </a:lnTo>
                <a:lnTo>
                  <a:pt x="507" y="94"/>
                </a:lnTo>
                <a:lnTo>
                  <a:pt x="502" y="89"/>
                </a:lnTo>
                <a:lnTo>
                  <a:pt x="496" y="83"/>
                </a:lnTo>
                <a:lnTo>
                  <a:pt x="490" y="78"/>
                </a:lnTo>
                <a:lnTo>
                  <a:pt x="485" y="73"/>
                </a:lnTo>
                <a:lnTo>
                  <a:pt x="478" y="68"/>
                </a:lnTo>
                <a:lnTo>
                  <a:pt x="472" y="63"/>
                </a:lnTo>
                <a:lnTo>
                  <a:pt x="466" y="58"/>
                </a:lnTo>
                <a:lnTo>
                  <a:pt x="459" y="53"/>
                </a:lnTo>
                <a:lnTo>
                  <a:pt x="452" y="49"/>
                </a:lnTo>
                <a:lnTo>
                  <a:pt x="445" y="45"/>
                </a:lnTo>
                <a:lnTo>
                  <a:pt x="438" y="41"/>
                </a:lnTo>
                <a:lnTo>
                  <a:pt x="431" y="37"/>
                </a:lnTo>
                <a:lnTo>
                  <a:pt x="423" y="33"/>
                </a:lnTo>
                <a:lnTo>
                  <a:pt x="416" y="30"/>
                </a:lnTo>
                <a:lnTo>
                  <a:pt x="408" y="27"/>
                </a:lnTo>
                <a:lnTo>
                  <a:pt x="400" y="24"/>
                </a:lnTo>
                <a:lnTo>
                  <a:pt x="392" y="21"/>
                </a:lnTo>
                <a:lnTo>
                  <a:pt x="384" y="18"/>
                </a:lnTo>
                <a:lnTo>
                  <a:pt x="376" y="15"/>
                </a:lnTo>
                <a:lnTo>
                  <a:pt x="368" y="13"/>
                </a:lnTo>
                <a:lnTo>
                  <a:pt x="359" y="11"/>
                </a:lnTo>
                <a:lnTo>
                  <a:pt x="351" y="9"/>
                </a:lnTo>
                <a:lnTo>
                  <a:pt x="342" y="8"/>
                </a:lnTo>
                <a:lnTo>
                  <a:pt x="334" y="6"/>
                </a:lnTo>
                <a:lnTo>
                  <a:pt x="325" y="5"/>
                </a:lnTo>
                <a:lnTo>
                  <a:pt x="317" y="4"/>
                </a:lnTo>
                <a:lnTo>
                  <a:pt x="308" y="3"/>
                </a:lnTo>
                <a:lnTo>
                  <a:pt x="299" y="3"/>
                </a:lnTo>
                <a:lnTo>
                  <a:pt x="291" y="2"/>
                </a:lnTo>
                <a:lnTo>
                  <a:pt x="282" y="2"/>
                </a:lnTo>
                <a:lnTo>
                  <a:pt x="273" y="2"/>
                </a:lnTo>
                <a:lnTo>
                  <a:pt x="264" y="3"/>
                </a:lnTo>
                <a:lnTo>
                  <a:pt x="256" y="3"/>
                </a:lnTo>
                <a:lnTo>
                  <a:pt x="247" y="4"/>
                </a:lnTo>
                <a:lnTo>
                  <a:pt x="238" y="5"/>
                </a:lnTo>
                <a:lnTo>
                  <a:pt x="230" y="6"/>
                </a:lnTo>
                <a:lnTo>
                  <a:pt x="221" y="8"/>
                </a:lnTo>
                <a:lnTo>
                  <a:pt x="213" y="9"/>
                </a:lnTo>
                <a:lnTo>
                  <a:pt x="204" y="11"/>
                </a:lnTo>
                <a:lnTo>
                  <a:pt x="196" y="13"/>
                </a:lnTo>
                <a:lnTo>
                  <a:pt x="188" y="15"/>
                </a:lnTo>
                <a:lnTo>
                  <a:pt x="179" y="18"/>
                </a:lnTo>
                <a:lnTo>
                  <a:pt x="170" y="21"/>
                </a:lnTo>
                <a:lnTo>
                  <a:pt x="162" y="24"/>
                </a:lnTo>
                <a:lnTo>
                  <a:pt x="155" y="27"/>
                </a:lnTo>
                <a:lnTo>
                  <a:pt x="147" y="30"/>
                </a:lnTo>
                <a:lnTo>
                  <a:pt x="139" y="33"/>
                </a:lnTo>
                <a:lnTo>
                  <a:pt x="132" y="37"/>
                </a:lnTo>
                <a:lnTo>
                  <a:pt x="124" y="41"/>
                </a:lnTo>
                <a:lnTo>
                  <a:pt x="117" y="45"/>
                </a:lnTo>
                <a:lnTo>
                  <a:pt x="110" y="49"/>
                </a:lnTo>
                <a:lnTo>
                  <a:pt x="104" y="53"/>
                </a:lnTo>
                <a:lnTo>
                  <a:pt x="97" y="58"/>
                </a:lnTo>
                <a:lnTo>
                  <a:pt x="90" y="63"/>
                </a:lnTo>
                <a:lnTo>
                  <a:pt x="84" y="68"/>
                </a:lnTo>
                <a:lnTo>
                  <a:pt x="78" y="73"/>
                </a:lnTo>
                <a:lnTo>
                  <a:pt x="72" y="78"/>
                </a:lnTo>
                <a:lnTo>
                  <a:pt x="66" y="83"/>
                </a:lnTo>
                <a:lnTo>
                  <a:pt x="61" y="89"/>
                </a:lnTo>
                <a:lnTo>
                  <a:pt x="56" y="94"/>
                </a:lnTo>
                <a:lnTo>
                  <a:pt x="51" y="100"/>
                </a:lnTo>
                <a:lnTo>
                  <a:pt x="46" y="106"/>
                </a:lnTo>
                <a:lnTo>
                  <a:pt x="41" y="112"/>
                </a:lnTo>
                <a:lnTo>
                  <a:pt x="37" y="118"/>
                </a:lnTo>
                <a:lnTo>
                  <a:pt x="33" y="124"/>
                </a:lnTo>
                <a:lnTo>
                  <a:pt x="29" y="130"/>
                </a:lnTo>
                <a:lnTo>
                  <a:pt x="26" y="137"/>
                </a:lnTo>
                <a:lnTo>
                  <a:pt x="22" y="143"/>
                </a:lnTo>
                <a:lnTo>
                  <a:pt x="19" y="150"/>
                </a:lnTo>
                <a:lnTo>
                  <a:pt x="16" y="156"/>
                </a:lnTo>
                <a:lnTo>
                  <a:pt x="14" y="163"/>
                </a:lnTo>
                <a:lnTo>
                  <a:pt x="11" y="170"/>
                </a:lnTo>
                <a:lnTo>
                  <a:pt x="9" y="177"/>
                </a:lnTo>
                <a:lnTo>
                  <a:pt x="8" y="184"/>
                </a:lnTo>
                <a:lnTo>
                  <a:pt x="6" y="190"/>
                </a:lnTo>
                <a:lnTo>
                  <a:pt x="5" y="197"/>
                </a:lnTo>
                <a:lnTo>
                  <a:pt x="4" y="204"/>
                </a:lnTo>
                <a:lnTo>
                  <a:pt x="3" y="211"/>
                </a:lnTo>
                <a:lnTo>
                  <a:pt x="3" y="218"/>
                </a:lnTo>
                <a:lnTo>
                  <a:pt x="3" y="225"/>
                </a:lnTo>
                <a:lnTo>
                  <a:pt x="3" y="232"/>
                </a:lnTo>
                <a:lnTo>
                  <a:pt x="3" y="239"/>
                </a:lnTo>
                <a:lnTo>
                  <a:pt x="4" y="246"/>
                </a:lnTo>
                <a:lnTo>
                  <a:pt x="5" y="253"/>
                </a:lnTo>
                <a:lnTo>
                  <a:pt x="6" y="260"/>
                </a:lnTo>
                <a:lnTo>
                  <a:pt x="8" y="267"/>
                </a:lnTo>
                <a:lnTo>
                  <a:pt x="9" y="274"/>
                </a:lnTo>
                <a:lnTo>
                  <a:pt x="11" y="281"/>
                </a:lnTo>
                <a:lnTo>
                  <a:pt x="14" y="288"/>
                </a:lnTo>
                <a:lnTo>
                  <a:pt x="16" y="294"/>
                </a:lnTo>
                <a:lnTo>
                  <a:pt x="19" y="301"/>
                </a:lnTo>
                <a:lnTo>
                  <a:pt x="22" y="308"/>
                </a:lnTo>
                <a:lnTo>
                  <a:pt x="26" y="315"/>
                </a:lnTo>
                <a:lnTo>
                  <a:pt x="29" y="321"/>
                </a:lnTo>
                <a:lnTo>
                  <a:pt x="33" y="328"/>
                </a:lnTo>
                <a:lnTo>
                  <a:pt x="37" y="334"/>
                </a:lnTo>
                <a:lnTo>
                  <a:pt x="41" y="340"/>
                </a:lnTo>
                <a:lnTo>
                  <a:pt x="46" y="346"/>
                </a:lnTo>
                <a:lnTo>
                  <a:pt x="51" y="352"/>
                </a:lnTo>
                <a:lnTo>
                  <a:pt x="56" y="358"/>
                </a:lnTo>
                <a:lnTo>
                  <a:pt x="61" y="363"/>
                </a:lnTo>
                <a:lnTo>
                  <a:pt x="66" y="369"/>
                </a:lnTo>
                <a:lnTo>
                  <a:pt x="72" y="374"/>
                </a:lnTo>
                <a:lnTo>
                  <a:pt x="78" y="379"/>
                </a:lnTo>
                <a:lnTo>
                  <a:pt x="84" y="384"/>
                </a:lnTo>
                <a:lnTo>
                  <a:pt x="90" y="389"/>
                </a:lnTo>
                <a:lnTo>
                  <a:pt x="97" y="394"/>
                </a:lnTo>
                <a:lnTo>
                  <a:pt x="104" y="398"/>
                </a:lnTo>
                <a:lnTo>
                  <a:pt x="110" y="403"/>
                </a:lnTo>
                <a:lnTo>
                  <a:pt x="117" y="407"/>
                </a:lnTo>
                <a:lnTo>
                  <a:pt x="124" y="411"/>
                </a:lnTo>
                <a:lnTo>
                  <a:pt x="132" y="415"/>
                </a:lnTo>
                <a:lnTo>
                  <a:pt x="139" y="418"/>
                </a:lnTo>
                <a:lnTo>
                  <a:pt x="147" y="422"/>
                </a:lnTo>
                <a:lnTo>
                  <a:pt x="155" y="425"/>
                </a:lnTo>
                <a:lnTo>
                  <a:pt x="162" y="428"/>
                </a:lnTo>
                <a:lnTo>
                  <a:pt x="170" y="431"/>
                </a:lnTo>
                <a:lnTo>
                  <a:pt x="179" y="434"/>
                </a:lnTo>
                <a:lnTo>
                  <a:pt x="188" y="436"/>
                </a:lnTo>
                <a:lnTo>
                  <a:pt x="196" y="439"/>
                </a:lnTo>
                <a:lnTo>
                  <a:pt x="204" y="441"/>
                </a:lnTo>
                <a:lnTo>
                  <a:pt x="213" y="442"/>
                </a:lnTo>
                <a:lnTo>
                  <a:pt x="221" y="444"/>
                </a:lnTo>
                <a:lnTo>
                  <a:pt x="230" y="446"/>
                </a:lnTo>
                <a:lnTo>
                  <a:pt x="238" y="447"/>
                </a:lnTo>
                <a:lnTo>
                  <a:pt x="247" y="448"/>
                </a:lnTo>
                <a:lnTo>
                  <a:pt x="256" y="448"/>
                </a:lnTo>
                <a:lnTo>
                  <a:pt x="264" y="449"/>
                </a:lnTo>
                <a:lnTo>
                  <a:pt x="273" y="449"/>
                </a:lnTo>
                <a:lnTo>
                  <a:pt x="282" y="449"/>
                </a:lnTo>
                <a:lnTo>
                  <a:pt x="291" y="449"/>
                </a:lnTo>
                <a:lnTo>
                  <a:pt x="299" y="449"/>
                </a:lnTo>
                <a:lnTo>
                  <a:pt x="308" y="448"/>
                </a:lnTo>
                <a:lnTo>
                  <a:pt x="317" y="448"/>
                </a:lnTo>
                <a:lnTo>
                  <a:pt x="325" y="447"/>
                </a:lnTo>
                <a:lnTo>
                  <a:pt x="334" y="446"/>
                </a:lnTo>
                <a:lnTo>
                  <a:pt x="342" y="444"/>
                </a:lnTo>
                <a:lnTo>
                  <a:pt x="351" y="442"/>
                </a:lnTo>
                <a:lnTo>
                  <a:pt x="359" y="441"/>
                </a:lnTo>
                <a:lnTo>
                  <a:pt x="368" y="439"/>
                </a:lnTo>
                <a:lnTo>
                  <a:pt x="376" y="436"/>
                </a:lnTo>
                <a:lnTo>
                  <a:pt x="384" y="434"/>
                </a:lnTo>
                <a:lnTo>
                  <a:pt x="392" y="431"/>
                </a:lnTo>
                <a:lnTo>
                  <a:pt x="400" y="428"/>
                </a:lnTo>
                <a:lnTo>
                  <a:pt x="408" y="425"/>
                </a:lnTo>
                <a:lnTo>
                  <a:pt x="416" y="422"/>
                </a:lnTo>
                <a:lnTo>
                  <a:pt x="423" y="418"/>
                </a:lnTo>
                <a:lnTo>
                  <a:pt x="431" y="415"/>
                </a:lnTo>
                <a:lnTo>
                  <a:pt x="438" y="411"/>
                </a:lnTo>
                <a:lnTo>
                  <a:pt x="445" y="407"/>
                </a:lnTo>
                <a:lnTo>
                  <a:pt x="452" y="403"/>
                </a:lnTo>
                <a:lnTo>
                  <a:pt x="459" y="398"/>
                </a:lnTo>
                <a:lnTo>
                  <a:pt x="466" y="394"/>
                </a:lnTo>
                <a:lnTo>
                  <a:pt x="472" y="389"/>
                </a:lnTo>
                <a:lnTo>
                  <a:pt x="478" y="384"/>
                </a:lnTo>
                <a:lnTo>
                  <a:pt x="485" y="379"/>
                </a:lnTo>
                <a:lnTo>
                  <a:pt x="490" y="374"/>
                </a:lnTo>
                <a:lnTo>
                  <a:pt x="496" y="369"/>
                </a:lnTo>
                <a:lnTo>
                  <a:pt x="502" y="363"/>
                </a:lnTo>
                <a:lnTo>
                  <a:pt x="507" y="358"/>
                </a:lnTo>
                <a:lnTo>
                  <a:pt x="512" y="352"/>
                </a:lnTo>
                <a:lnTo>
                  <a:pt x="517" y="346"/>
                </a:lnTo>
                <a:lnTo>
                  <a:pt x="521" y="340"/>
                </a:lnTo>
                <a:lnTo>
                  <a:pt x="526" y="334"/>
                </a:lnTo>
                <a:lnTo>
                  <a:pt x="530" y="328"/>
                </a:lnTo>
                <a:lnTo>
                  <a:pt x="533" y="321"/>
                </a:lnTo>
                <a:lnTo>
                  <a:pt x="537" y="315"/>
                </a:lnTo>
                <a:lnTo>
                  <a:pt x="540" y="308"/>
                </a:lnTo>
                <a:lnTo>
                  <a:pt x="543" y="301"/>
                </a:lnTo>
                <a:lnTo>
                  <a:pt x="546" y="294"/>
                </a:lnTo>
                <a:lnTo>
                  <a:pt x="549" y="288"/>
                </a:lnTo>
                <a:lnTo>
                  <a:pt x="551" y="281"/>
                </a:lnTo>
                <a:lnTo>
                  <a:pt x="553" y="274"/>
                </a:lnTo>
                <a:lnTo>
                  <a:pt x="555" y="267"/>
                </a:lnTo>
                <a:lnTo>
                  <a:pt x="557" y="260"/>
                </a:lnTo>
                <a:lnTo>
                  <a:pt x="558" y="253"/>
                </a:lnTo>
                <a:lnTo>
                  <a:pt x="559" y="246"/>
                </a:lnTo>
                <a:lnTo>
                  <a:pt x="559" y="239"/>
                </a:lnTo>
                <a:lnTo>
                  <a:pt x="560" y="232"/>
                </a:lnTo>
                <a:lnTo>
                  <a:pt x="560" y="225"/>
                </a:lnTo>
                <a:moveTo>
                  <a:pt x="562" y="225"/>
                </a:moveTo>
                <a:lnTo>
                  <a:pt x="562" y="232"/>
                </a:lnTo>
                <a:lnTo>
                  <a:pt x="562" y="240"/>
                </a:lnTo>
                <a:lnTo>
                  <a:pt x="561" y="247"/>
                </a:lnTo>
                <a:lnTo>
                  <a:pt x="560" y="254"/>
                </a:lnTo>
                <a:lnTo>
                  <a:pt x="559" y="261"/>
                </a:lnTo>
                <a:lnTo>
                  <a:pt x="557" y="268"/>
                </a:lnTo>
                <a:lnTo>
                  <a:pt x="555" y="274"/>
                </a:lnTo>
                <a:lnTo>
                  <a:pt x="553" y="281"/>
                </a:lnTo>
                <a:lnTo>
                  <a:pt x="551" y="288"/>
                </a:lnTo>
                <a:lnTo>
                  <a:pt x="549" y="295"/>
                </a:lnTo>
                <a:lnTo>
                  <a:pt x="546" y="302"/>
                </a:lnTo>
                <a:lnTo>
                  <a:pt x="543" y="308"/>
                </a:lnTo>
                <a:lnTo>
                  <a:pt x="539" y="316"/>
                </a:lnTo>
                <a:lnTo>
                  <a:pt x="536" y="322"/>
                </a:lnTo>
                <a:lnTo>
                  <a:pt x="532" y="329"/>
                </a:lnTo>
                <a:lnTo>
                  <a:pt x="528" y="335"/>
                </a:lnTo>
                <a:lnTo>
                  <a:pt x="523" y="341"/>
                </a:lnTo>
                <a:lnTo>
                  <a:pt x="519" y="347"/>
                </a:lnTo>
                <a:lnTo>
                  <a:pt x="514" y="353"/>
                </a:lnTo>
                <a:lnTo>
                  <a:pt x="509" y="359"/>
                </a:lnTo>
                <a:lnTo>
                  <a:pt x="503" y="364"/>
                </a:lnTo>
                <a:lnTo>
                  <a:pt x="498" y="370"/>
                </a:lnTo>
                <a:lnTo>
                  <a:pt x="492" y="375"/>
                </a:lnTo>
                <a:lnTo>
                  <a:pt x="486" y="380"/>
                </a:lnTo>
                <a:lnTo>
                  <a:pt x="480" y="385"/>
                </a:lnTo>
                <a:lnTo>
                  <a:pt x="474" y="390"/>
                </a:lnTo>
                <a:lnTo>
                  <a:pt x="467" y="395"/>
                </a:lnTo>
                <a:lnTo>
                  <a:pt x="461" y="400"/>
                </a:lnTo>
                <a:lnTo>
                  <a:pt x="454" y="404"/>
                </a:lnTo>
                <a:lnTo>
                  <a:pt x="447" y="408"/>
                </a:lnTo>
                <a:lnTo>
                  <a:pt x="439" y="412"/>
                </a:lnTo>
                <a:lnTo>
                  <a:pt x="432" y="416"/>
                </a:lnTo>
                <a:lnTo>
                  <a:pt x="425" y="420"/>
                </a:lnTo>
                <a:lnTo>
                  <a:pt x="417" y="424"/>
                </a:lnTo>
                <a:lnTo>
                  <a:pt x="409" y="427"/>
                </a:lnTo>
                <a:lnTo>
                  <a:pt x="401" y="430"/>
                </a:lnTo>
                <a:lnTo>
                  <a:pt x="393" y="433"/>
                </a:lnTo>
                <a:lnTo>
                  <a:pt x="385" y="436"/>
                </a:lnTo>
                <a:lnTo>
                  <a:pt x="377" y="438"/>
                </a:lnTo>
                <a:lnTo>
                  <a:pt x="368" y="440"/>
                </a:lnTo>
                <a:lnTo>
                  <a:pt x="360" y="442"/>
                </a:lnTo>
                <a:lnTo>
                  <a:pt x="352" y="444"/>
                </a:lnTo>
                <a:lnTo>
                  <a:pt x="343" y="446"/>
                </a:lnTo>
                <a:lnTo>
                  <a:pt x="334" y="447"/>
                </a:lnTo>
                <a:lnTo>
                  <a:pt x="326" y="449"/>
                </a:lnTo>
                <a:lnTo>
                  <a:pt x="317" y="450"/>
                </a:lnTo>
                <a:lnTo>
                  <a:pt x="308" y="450"/>
                </a:lnTo>
                <a:lnTo>
                  <a:pt x="299" y="451"/>
                </a:lnTo>
                <a:lnTo>
                  <a:pt x="291" y="451"/>
                </a:lnTo>
                <a:lnTo>
                  <a:pt x="282" y="451"/>
                </a:lnTo>
                <a:lnTo>
                  <a:pt x="273" y="451"/>
                </a:lnTo>
                <a:lnTo>
                  <a:pt x="264" y="451"/>
                </a:lnTo>
                <a:lnTo>
                  <a:pt x="255" y="450"/>
                </a:lnTo>
                <a:lnTo>
                  <a:pt x="247" y="450"/>
                </a:lnTo>
                <a:lnTo>
                  <a:pt x="238" y="449"/>
                </a:lnTo>
                <a:lnTo>
                  <a:pt x="229" y="447"/>
                </a:lnTo>
                <a:lnTo>
                  <a:pt x="221" y="446"/>
                </a:lnTo>
                <a:lnTo>
                  <a:pt x="212" y="444"/>
                </a:lnTo>
                <a:lnTo>
                  <a:pt x="204" y="442"/>
                </a:lnTo>
                <a:lnTo>
                  <a:pt x="195" y="440"/>
                </a:lnTo>
                <a:lnTo>
                  <a:pt x="187" y="438"/>
                </a:lnTo>
                <a:lnTo>
                  <a:pt x="179" y="436"/>
                </a:lnTo>
                <a:lnTo>
                  <a:pt x="169" y="433"/>
                </a:lnTo>
                <a:lnTo>
                  <a:pt x="161" y="430"/>
                </a:lnTo>
                <a:lnTo>
                  <a:pt x="153" y="427"/>
                </a:lnTo>
                <a:lnTo>
                  <a:pt x="146" y="424"/>
                </a:lnTo>
                <a:lnTo>
                  <a:pt x="138" y="420"/>
                </a:lnTo>
                <a:lnTo>
                  <a:pt x="131" y="416"/>
                </a:lnTo>
                <a:lnTo>
                  <a:pt x="123" y="412"/>
                </a:lnTo>
                <a:lnTo>
                  <a:pt x="116" y="408"/>
                </a:lnTo>
                <a:lnTo>
                  <a:pt x="109" y="404"/>
                </a:lnTo>
                <a:lnTo>
                  <a:pt x="102" y="400"/>
                </a:lnTo>
                <a:lnTo>
                  <a:pt x="95" y="395"/>
                </a:lnTo>
                <a:lnTo>
                  <a:pt x="89" y="390"/>
                </a:lnTo>
                <a:lnTo>
                  <a:pt x="83" y="385"/>
                </a:lnTo>
                <a:lnTo>
                  <a:pt x="76" y="380"/>
                </a:lnTo>
                <a:lnTo>
                  <a:pt x="70" y="375"/>
                </a:lnTo>
                <a:lnTo>
                  <a:pt x="65" y="370"/>
                </a:lnTo>
                <a:lnTo>
                  <a:pt x="59" y="364"/>
                </a:lnTo>
                <a:lnTo>
                  <a:pt x="54" y="359"/>
                </a:lnTo>
                <a:lnTo>
                  <a:pt x="49" y="353"/>
                </a:lnTo>
                <a:lnTo>
                  <a:pt x="44" y="347"/>
                </a:lnTo>
                <a:lnTo>
                  <a:pt x="39" y="341"/>
                </a:lnTo>
                <a:lnTo>
                  <a:pt x="35" y="335"/>
                </a:lnTo>
                <a:lnTo>
                  <a:pt x="31" y="329"/>
                </a:lnTo>
                <a:lnTo>
                  <a:pt x="27" y="322"/>
                </a:lnTo>
                <a:lnTo>
                  <a:pt x="23" y="316"/>
                </a:lnTo>
                <a:lnTo>
                  <a:pt x="20" y="308"/>
                </a:lnTo>
                <a:lnTo>
                  <a:pt x="17" y="302"/>
                </a:lnTo>
                <a:lnTo>
                  <a:pt x="14" y="295"/>
                </a:lnTo>
                <a:lnTo>
                  <a:pt x="12" y="288"/>
                </a:lnTo>
                <a:lnTo>
                  <a:pt x="9" y="281"/>
                </a:lnTo>
                <a:lnTo>
                  <a:pt x="7" y="274"/>
                </a:lnTo>
                <a:lnTo>
                  <a:pt x="5" y="268"/>
                </a:lnTo>
                <a:lnTo>
                  <a:pt x="4" y="261"/>
                </a:lnTo>
                <a:lnTo>
                  <a:pt x="3" y="254"/>
                </a:lnTo>
                <a:lnTo>
                  <a:pt x="2" y="247"/>
                </a:lnTo>
                <a:lnTo>
                  <a:pt x="1" y="240"/>
                </a:lnTo>
                <a:lnTo>
                  <a:pt x="1" y="232"/>
                </a:lnTo>
                <a:lnTo>
                  <a:pt x="0" y="225"/>
                </a:lnTo>
                <a:lnTo>
                  <a:pt x="1" y="218"/>
                </a:lnTo>
                <a:lnTo>
                  <a:pt x="1" y="211"/>
                </a:lnTo>
                <a:lnTo>
                  <a:pt x="2" y="204"/>
                </a:lnTo>
                <a:lnTo>
                  <a:pt x="3" y="197"/>
                </a:lnTo>
                <a:lnTo>
                  <a:pt x="4" y="190"/>
                </a:lnTo>
                <a:lnTo>
                  <a:pt x="5" y="183"/>
                </a:lnTo>
                <a:lnTo>
                  <a:pt x="7" y="176"/>
                </a:lnTo>
                <a:lnTo>
                  <a:pt x="9" y="169"/>
                </a:lnTo>
                <a:lnTo>
                  <a:pt x="12" y="163"/>
                </a:lnTo>
                <a:lnTo>
                  <a:pt x="14" y="156"/>
                </a:lnTo>
                <a:lnTo>
                  <a:pt x="17" y="149"/>
                </a:lnTo>
                <a:lnTo>
                  <a:pt x="20" y="143"/>
                </a:lnTo>
                <a:lnTo>
                  <a:pt x="23" y="136"/>
                </a:lnTo>
                <a:lnTo>
                  <a:pt x="27" y="130"/>
                </a:lnTo>
                <a:lnTo>
                  <a:pt x="31" y="123"/>
                </a:lnTo>
                <a:lnTo>
                  <a:pt x="35" y="117"/>
                </a:lnTo>
                <a:lnTo>
                  <a:pt x="39" y="111"/>
                </a:lnTo>
                <a:lnTo>
                  <a:pt x="44" y="105"/>
                </a:lnTo>
                <a:lnTo>
                  <a:pt x="49" y="99"/>
                </a:lnTo>
                <a:lnTo>
                  <a:pt x="54" y="93"/>
                </a:lnTo>
                <a:lnTo>
                  <a:pt x="59" y="88"/>
                </a:lnTo>
                <a:lnTo>
                  <a:pt x="65" y="82"/>
                </a:lnTo>
                <a:lnTo>
                  <a:pt x="70" y="77"/>
                </a:lnTo>
                <a:lnTo>
                  <a:pt x="76" y="71"/>
                </a:lnTo>
                <a:lnTo>
                  <a:pt x="83" y="66"/>
                </a:lnTo>
                <a:lnTo>
                  <a:pt x="89" y="61"/>
                </a:lnTo>
                <a:lnTo>
                  <a:pt x="95" y="57"/>
                </a:lnTo>
                <a:lnTo>
                  <a:pt x="102" y="52"/>
                </a:lnTo>
                <a:lnTo>
                  <a:pt x="109" y="48"/>
                </a:lnTo>
                <a:lnTo>
                  <a:pt x="116" y="43"/>
                </a:lnTo>
                <a:lnTo>
                  <a:pt x="123" y="39"/>
                </a:lnTo>
                <a:lnTo>
                  <a:pt x="131" y="35"/>
                </a:lnTo>
                <a:lnTo>
                  <a:pt x="138" y="32"/>
                </a:lnTo>
                <a:lnTo>
                  <a:pt x="146" y="28"/>
                </a:lnTo>
                <a:lnTo>
                  <a:pt x="153" y="25"/>
                </a:lnTo>
                <a:lnTo>
                  <a:pt x="161" y="22"/>
                </a:lnTo>
                <a:lnTo>
                  <a:pt x="169" y="19"/>
                </a:lnTo>
                <a:lnTo>
                  <a:pt x="179" y="16"/>
                </a:lnTo>
                <a:lnTo>
                  <a:pt x="187" y="14"/>
                </a:lnTo>
                <a:lnTo>
                  <a:pt x="195" y="11"/>
                </a:lnTo>
                <a:lnTo>
                  <a:pt x="204" y="9"/>
                </a:lnTo>
                <a:lnTo>
                  <a:pt x="212" y="8"/>
                </a:lnTo>
                <a:lnTo>
                  <a:pt x="221" y="6"/>
                </a:lnTo>
                <a:lnTo>
                  <a:pt x="229" y="4"/>
                </a:lnTo>
                <a:lnTo>
                  <a:pt x="238" y="3"/>
                </a:lnTo>
                <a:lnTo>
                  <a:pt x="247" y="2"/>
                </a:lnTo>
                <a:lnTo>
                  <a:pt x="255" y="1"/>
                </a:lnTo>
                <a:lnTo>
                  <a:pt x="264" y="1"/>
                </a:lnTo>
                <a:lnTo>
                  <a:pt x="273" y="1"/>
                </a:lnTo>
                <a:lnTo>
                  <a:pt x="282" y="0"/>
                </a:lnTo>
                <a:lnTo>
                  <a:pt x="291" y="1"/>
                </a:lnTo>
                <a:lnTo>
                  <a:pt x="299" y="1"/>
                </a:lnTo>
                <a:lnTo>
                  <a:pt x="308" y="1"/>
                </a:lnTo>
                <a:lnTo>
                  <a:pt x="317" y="2"/>
                </a:lnTo>
                <a:lnTo>
                  <a:pt x="326" y="3"/>
                </a:lnTo>
                <a:lnTo>
                  <a:pt x="334" y="4"/>
                </a:lnTo>
                <a:lnTo>
                  <a:pt x="343" y="6"/>
                </a:lnTo>
                <a:lnTo>
                  <a:pt x="352" y="8"/>
                </a:lnTo>
                <a:lnTo>
                  <a:pt x="360" y="9"/>
                </a:lnTo>
                <a:lnTo>
                  <a:pt x="368" y="11"/>
                </a:lnTo>
                <a:lnTo>
                  <a:pt x="377" y="14"/>
                </a:lnTo>
                <a:lnTo>
                  <a:pt x="385" y="16"/>
                </a:lnTo>
                <a:lnTo>
                  <a:pt x="393" y="19"/>
                </a:lnTo>
                <a:lnTo>
                  <a:pt x="401" y="22"/>
                </a:lnTo>
                <a:lnTo>
                  <a:pt x="409" y="25"/>
                </a:lnTo>
                <a:lnTo>
                  <a:pt x="417" y="28"/>
                </a:lnTo>
                <a:lnTo>
                  <a:pt x="425" y="32"/>
                </a:lnTo>
                <a:lnTo>
                  <a:pt x="432" y="35"/>
                </a:lnTo>
                <a:lnTo>
                  <a:pt x="439" y="39"/>
                </a:lnTo>
                <a:lnTo>
                  <a:pt x="447" y="43"/>
                </a:lnTo>
                <a:lnTo>
                  <a:pt x="454" y="48"/>
                </a:lnTo>
                <a:lnTo>
                  <a:pt x="461" y="52"/>
                </a:lnTo>
                <a:lnTo>
                  <a:pt x="467" y="57"/>
                </a:lnTo>
                <a:lnTo>
                  <a:pt x="474" y="61"/>
                </a:lnTo>
                <a:lnTo>
                  <a:pt x="480" y="66"/>
                </a:lnTo>
                <a:lnTo>
                  <a:pt x="486" y="71"/>
                </a:lnTo>
                <a:lnTo>
                  <a:pt x="492" y="77"/>
                </a:lnTo>
                <a:lnTo>
                  <a:pt x="498" y="82"/>
                </a:lnTo>
                <a:lnTo>
                  <a:pt x="503" y="88"/>
                </a:lnTo>
                <a:lnTo>
                  <a:pt x="509" y="93"/>
                </a:lnTo>
                <a:lnTo>
                  <a:pt x="514" y="99"/>
                </a:lnTo>
                <a:lnTo>
                  <a:pt x="519" y="105"/>
                </a:lnTo>
                <a:lnTo>
                  <a:pt x="523" y="111"/>
                </a:lnTo>
                <a:lnTo>
                  <a:pt x="528" y="117"/>
                </a:lnTo>
                <a:lnTo>
                  <a:pt x="532" y="123"/>
                </a:lnTo>
                <a:lnTo>
                  <a:pt x="536" y="130"/>
                </a:lnTo>
                <a:lnTo>
                  <a:pt x="539" y="136"/>
                </a:lnTo>
                <a:lnTo>
                  <a:pt x="543" y="143"/>
                </a:lnTo>
                <a:lnTo>
                  <a:pt x="546" y="149"/>
                </a:lnTo>
                <a:lnTo>
                  <a:pt x="549" y="156"/>
                </a:lnTo>
                <a:lnTo>
                  <a:pt x="551" y="163"/>
                </a:lnTo>
                <a:lnTo>
                  <a:pt x="553" y="169"/>
                </a:lnTo>
                <a:lnTo>
                  <a:pt x="555" y="176"/>
                </a:lnTo>
                <a:lnTo>
                  <a:pt x="557" y="183"/>
                </a:lnTo>
                <a:lnTo>
                  <a:pt x="559" y="190"/>
                </a:lnTo>
                <a:lnTo>
                  <a:pt x="560" y="197"/>
                </a:lnTo>
                <a:lnTo>
                  <a:pt x="561" y="204"/>
                </a:lnTo>
                <a:lnTo>
                  <a:pt x="562" y="211"/>
                </a:lnTo>
                <a:lnTo>
                  <a:pt x="562" y="218"/>
                </a:lnTo>
                <a:lnTo>
                  <a:pt x="562" y="225"/>
                </a:lnTo>
                <a:close/>
              </a:path>
            </a:pathLst>
          </a:custGeom>
          <a:solidFill>
            <a:srgbClr val="ffd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1" name=""/>
          <p:cNvSpPr/>
          <p:nvPr/>
        </p:nvSpPr>
        <p:spPr>
          <a:xfrm>
            <a:off x="4876920" y="1746360"/>
            <a:ext cx="204120" cy="163440"/>
          </a:xfrm>
          <a:custGeom>
            <a:avLst/>
            <a:gdLst/>
            <a:ahLst/>
            <a:rect l="0" t="0" r="r" b="b"/>
            <a:pathLst>
              <a:path w="567" h="454">
                <a:moveTo>
                  <a:pt x="564" y="226"/>
                </a:moveTo>
                <a:lnTo>
                  <a:pt x="564" y="219"/>
                </a:lnTo>
                <a:lnTo>
                  <a:pt x="564" y="212"/>
                </a:lnTo>
                <a:lnTo>
                  <a:pt x="563" y="205"/>
                </a:lnTo>
                <a:lnTo>
                  <a:pt x="562" y="198"/>
                </a:lnTo>
                <a:lnTo>
                  <a:pt x="561" y="191"/>
                </a:lnTo>
                <a:lnTo>
                  <a:pt x="559" y="184"/>
                </a:lnTo>
                <a:lnTo>
                  <a:pt x="557" y="177"/>
                </a:lnTo>
                <a:lnTo>
                  <a:pt x="555" y="170"/>
                </a:lnTo>
                <a:lnTo>
                  <a:pt x="553" y="164"/>
                </a:lnTo>
                <a:lnTo>
                  <a:pt x="551" y="157"/>
                </a:lnTo>
                <a:lnTo>
                  <a:pt x="548" y="150"/>
                </a:lnTo>
                <a:lnTo>
                  <a:pt x="545" y="144"/>
                </a:lnTo>
                <a:lnTo>
                  <a:pt x="541" y="137"/>
                </a:lnTo>
                <a:lnTo>
                  <a:pt x="538" y="131"/>
                </a:lnTo>
                <a:lnTo>
                  <a:pt x="534" y="124"/>
                </a:lnTo>
                <a:lnTo>
                  <a:pt x="530" y="118"/>
                </a:lnTo>
                <a:lnTo>
                  <a:pt x="525" y="112"/>
                </a:lnTo>
                <a:lnTo>
                  <a:pt x="521" y="106"/>
                </a:lnTo>
                <a:lnTo>
                  <a:pt x="516" y="100"/>
                </a:lnTo>
                <a:lnTo>
                  <a:pt x="511" y="94"/>
                </a:lnTo>
                <a:lnTo>
                  <a:pt x="505" y="89"/>
                </a:lnTo>
                <a:lnTo>
                  <a:pt x="500" y="83"/>
                </a:lnTo>
                <a:lnTo>
                  <a:pt x="494" y="78"/>
                </a:lnTo>
                <a:lnTo>
                  <a:pt x="488" y="72"/>
                </a:lnTo>
                <a:lnTo>
                  <a:pt x="482" y="67"/>
                </a:lnTo>
                <a:lnTo>
                  <a:pt x="476" y="62"/>
                </a:lnTo>
                <a:lnTo>
                  <a:pt x="469" y="58"/>
                </a:lnTo>
                <a:lnTo>
                  <a:pt x="463" y="53"/>
                </a:lnTo>
                <a:lnTo>
                  <a:pt x="456" y="49"/>
                </a:lnTo>
                <a:lnTo>
                  <a:pt x="449" y="44"/>
                </a:lnTo>
                <a:lnTo>
                  <a:pt x="441" y="40"/>
                </a:lnTo>
                <a:lnTo>
                  <a:pt x="434" y="36"/>
                </a:lnTo>
                <a:lnTo>
                  <a:pt x="427" y="33"/>
                </a:lnTo>
                <a:lnTo>
                  <a:pt x="419" y="29"/>
                </a:lnTo>
                <a:lnTo>
                  <a:pt x="411" y="26"/>
                </a:lnTo>
                <a:lnTo>
                  <a:pt x="403" y="23"/>
                </a:lnTo>
                <a:lnTo>
                  <a:pt x="395" y="20"/>
                </a:lnTo>
                <a:lnTo>
                  <a:pt x="387" y="17"/>
                </a:lnTo>
                <a:lnTo>
                  <a:pt x="379" y="15"/>
                </a:lnTo>
                <a:lnTo>
                  <a:pt x="370" y="12"/>
                </a:lnTo>
                <a:lnTo>
                  <a:pt x="362" y="10"/>
                </a:lnTo>
                <a:lnTo>
                  <a:pt x="354" y="9"/>
                </a:lnTo>
                <a:lnTo>
                  <a:pt x="345" y="7"/>
                </a:lnTo>
                <a:lnTo>
                  <a:pt x="336" y="5"/>
                </a:lnTo>
                <a:lnTo>
                  <a:pt x="328" y="4"/>
                </a:lnTo>
                <a:lnTo>
                  <a:pt x="319" y="3"/>
                </a:lnTo>
                <a:lnTo>
                  <a:pt x="310" y="2"/>
                </a:lnTo>
                <a:lnTo>
                  <a:pt x="301" y="2"/>
                </a:lnTo>
                <a:lnTo>
                  <a:pt x="292" y="2"/>
                </a:lnTo>
                <a:lnTo>
                  <a:pt x="283" y="1"/>
                </a:lnTo>
                <a:lnTo>
                  <a:pt x="274" y="2"/>
                </a:lnTo>
                <a:lnTo>
                  <a:pt x="265" y="2"/>
                </a:lnTo>
                <a:lnTo>
                  <a:pt x="256" y="2"/>
                </a:lnTo>
                <a:lnTo>
                  <a:pt x="248" y="3"/>
                </a:lnTo>
                <a:lnTo>
                  <a:pt x="239" y="4"/>
                </a:lnTo>
                <a:lnTo>
                  <a:pt x="230" y="5"/>
                </a:lnTo>
                <a:lnTo>
                  <a:pt x="222" y="7"/>
                </a:lnTo>
                <a:lnTo>
                  <a:pt x="213" y="9"/>
                </a:lnTo>
                <a:lnTo>
                  <a:pt x="205" y="10"/>
                </a:lnTo>
                <a:lnTo>
                  <a:pt x="196" y="12"/>
                </a:lnTo>
                <a:lnTo>
                  <a:pt x="188" y="15"/>
                </a:lnTo>
                <a:lnTo>
                  <a:pt x="180" y="17"/>
                </a:lnTo>
                <a:lnTo>
                  <a:pt x="171" y="20"/>
                </a:lnTo>
                <a:lnTo>
                  <a:pt x="163" y="23"/>
                </a:lnTo>
                <a:lnTo>
                  <a:pt x="155" y="26"/>
                </a:lnTo>
                <a:lnTo>
                  <a:pt x="148" y="29"/>
                </a:lnTo>
                <a:lnTo>
                  <a:pt x="140" y="33"/>
                </a:lnTo>
                <a:lnTo>
                  <a:pt x="133" y="36"/>
                </a:lnTo>
                <a:lnTo>
                  <a:pt x="125" y="40"/>
                </a:lnTo>
                <a:lnTo>
                  <a:pt x="118" y="44"/>
                </a:lnTo>
                <a:lnTo>
                  <a:pt x="111" y="49"/>
                </a:lnTo>
                <a:lnTo>
                  <a:pt x="104" y="53"/>
                </a:lnTo>
                <a:lnTo>
                  <a:pt x="97" y="58"/>
                </a:lnTo>
                <a:lnTo>
                  <a:pt x="91" y="62"/>
                </a:lnTo>
                <a:lnTo>
                  <a:pt x="85" y="67"/>
                </a:lnTo>
                <a:lnTo>
                  <a:pt x="78" y="72"/>
                </a:lnTo>
                <a:lnTo>
                  <a:pt x="72" y="78"/>
                </a:lnTo>
                <a:lnTo>
                  <a:pt x="67" y="83"/>
                </a:lnTo>
                <a:lnTo>
                  <a:pt x="61" y="89"/>
                </a:lnTo>
                <a:lnTo>
                  <a:pt x="56" y="94"/>
                </a:lnTo>
                <a:lnTo>
                  <a:pt x="51" y="100"/>
                </a:lnTo>
                <a:lnTo>
                  <a:pt x="46" y="106"/>
                </a:lnTo>
                <a:lnTo>
                  <a:pt x="41" y="112"/>
                </a:lnTo>
                <a:lnTo>
                  <a:pt x="37" y="118"/>
                </a:lnTo>
                <a:lnTo>
                  <a:pt x="33" y="124"/>
                </a:lnTo>
                <a:lnTo>
                  <a:pt x="29" y="131"/>
                </a:lnTo>
                <a:lnTo>
                  <a:pt x="25" y="137"/>
                </a:lnTo>
                <a:lnTo>
                  <a:pt x="22" y="144"/>
                </a:lnTo>
                <a:lnTo>
                  <a:pt x="19" y="150"/>
                </a:lnTo>
                <a:lnTo>
                  <a:pt x="16" y="157"/>
                </a:lnTo>
                <a:lnTo>
                  <a:pt x="14" y="164"/>
                </a:lnTo>
                <a:lnTo>
                  <a:pt x="11" y="170"/>
                </a:lnTo>
                <a:lnTo>
                  <a:pt x="9" y="177"/>
                </a:lnTo>
                <a:lnTo>
                  <a:pt x="7" y="184"/>
                </a:lnTo>
                <a:lnTo>
                  <a:pt x="6" y="191"/>
                </a:lnTo>
                <a:lnTo>
                  <a:pt x="5" y="198"/>
                </a:lnTo>
                <a:lnTo>
                  <a:pt x="4" y="205"/>
                </a:lnTo>
                <a:lnTo>
                  <a:pt x="3" y="212"/>
                </a:lnTo>
                <a:lnTo>
                  <a:pt x="3" y="219"/>
                </a:lnTo>
                <a:lnTo>
                  <a:pt x="2" y="226"/>
                </a:lnTo>
                <a:lnTo>
                  <a:pt x="3" y="233"/>
                </a:lnTo>
                <a:lnTo>
                  <a:pt x="3" y="241"/>
                </a:lnTo>
                <a:lnTo>
                  <a:pt x="4" y="248"/>
                </a:lnTo>
                <a:lnTo>
                  <a:pt x="5" y="255"/>
                </a:lnTo>
                <a:lnTo>
                  <a:pt x="6" y="262"/>
                </a:lnTo>
                <a:lnTo>
                  <a:pt x="7" y="269"/>
                </a:lnTo>
                <a:lnTo>
                  <a:pt x="9" y="275"/>
                </a:lnTo>
                <a:lnTo>
                  <a:pt x="11" y="282"/>
                </a:lnTo>
                <a:lnTo>
                  <a:pt x="14" y="289"/>
                </a:lnTo>
                <a:lnTo>
                  <a:pt x="16" y="296"/>
                </a:lnTo>
                <a:lnTo>
                  <a:pt x="19" y="303"/>
                </a:lnTo>
                <a:lnTo>
                  <a:pt x="22" y="309"/>
                </a:lnTo>
                <a:lnTo>
                  <a:pt x="25" y="316"/>
                </a:lnTo>
                <a:lnTo>
                  <a:pt x="29" y="322"/>
                </a:lnTo>
                <a:lnTo>
                  <a:pt x="33" y="329"/>
                </a:lnTo>
                <a:lnTo>
                  <a:pt x="37" y="335"/>
                </a:lnTo>
                <a:lnTo>
                  <a:pt x="41" y="341"/>
                </a:lnTo>
                <a:lnTo>
                  <a:pt x="46" y="347"/>
                </a:lnTo>
                <a:lnTo>
                  <a:pt x="51" y="353"/>
                </a:lnTo>
                <a:lnTo>
                  <a:pt x="56" y="360"/>
                </a:lnTo>
                <a:lnTo>
                  <a:pt x="61" y="365"/>
                </a:lnTo>
                <a:lnTo>
                  <a:pt x="67" y="371"/>
                </a:lnTo>
                <a:lnTo>
                  <a:pt x="72" y="376"/>
                </a:lnTo>
                <a:lnTo>
                  <a:pt x="78" y="381"/>
                </a:lnTo>
                <a:lnTo>
                  <a:pt x="85" y="386"/>
                </a:lnTo>
                <a:lnTo>
                  <a:pt x="91" y="391"/>
                </a:lnTo>
                <a:lnTo>
                  <a:pt x="97" y="396"/>
                </a:lnTo>
                <a:lnTo>
                  <a:pt x="104" y="401"/>
                </a:lnTo>
                <a:lnTo>
                  <a:pt x="111" y="405"/>
                </a:lnTo>
                <a:lnTo>
                  <a:pt x="118" y="409"/>
                </a:lnTo>
                <a:lnTo>
                  <a:pt x="125" y="413"/>
                </a:lnTo>
                <a:lnTo>
                  <a:pt x="133" y="417"/>
                </a:lnTo>
                <a:lnTo>
                  <a:pt x="140" y="421"/>
                </a:lnTo>
                <a:lnTo>
                  <a:pt x="148" y="425"/>
                </a:lnTo>
                <a:lnTo>
                  <a:pt x="155" y="428"/>
                </a:lnTo>
                <a:lnTo>
                  <a:pt x="163" y="431"/>
                </a:lnTo>
                <a:lnTo>
                  <a:pt x="171" y="434"/>
                </a:lnTo>
                <a:lnTo>
                  <a:pt x="180" y="437"/>
                </a:lnTo>
                <a:lnTo>
                  <a:pt x="188" y="439"/>
                </a:lnTo>
                <a:lnTo>
                  <a:pt x="196" y="441"/>
                </a:lnTo>
                <a:lnTo>
                  <a:pt x="205" y="443"/>
                </a:lnTo>
                <a:lnTo>
                  <a:pt x="213" y="445"/>
                </a:lnTo>
                <a:lnTo>
                  <a:pt x="222" y="447"/>
                </a:lnTo>
                <a:lnTo>
                  <a:pt x="230" y="448"/>
                </a:lnTo>
                <a:lnTo>
                  <a:pt x="239" y="450"/>
                </a:lnTo>
                <a:lnTo>
                  <a:pt x="248" y="451"/>
                </a:lnTo>
                <a:lnTo>
                  <a:pt x="256" y="451"/>
                </a:lnTo>
                <a:lnTo>
                  <a:pt x="265" y="452"/>
                </a:lnTo>
                <a:lnTo>
                  <a:pt x="274" y="452"/>
                </a:lnTo>
                <a:lnTo>
                  <a:pt x="283" y="452"/>
                </a:lnTo>
                <a:lnTo>
                  <a:pt x="292" y="452"/>
                </a:lnTo>
                <a:lnTo>
                  <a:pt x="301" y="452"/>
                </a:lnTo>
                <a:lnTo>
                  <a:pt x="310" y="451"/>
                </a:lnTo>
                <a:lnTo>
                  <a:pt x="319" y="451"/>
                </a:lnTo>
                <a:lnTo>
                  <a:pt x="328" y="450"/>
                </a:lnTo>
                <a:lnTo>
                  <a:pt x="336" y="448"/>
                </a:lnTo>
                <a:lnTo>
                  <a:pt x="345" y="447"/>
                </a:lnTo>
                <a:lnTo>
                  <a:pt x="354" y="445"/>
                </a:lnTo>
                <a:lnTo>
                  <a:pt x="362" y="443"/>
                </a:lnTo>
                <a:lnTo>
                  <a:pt x="370" y="441"/>
                </a:lnTo>
                <a:lnTo>
                  <a:pt x="379" y="439"/>
                </a:lnTo>
                <a:lnTo>
                  <a:pt x="387" y="437"/>
                </a:lnTo>
                <a:lnTo>
                  <a:pt x="395" y="434"/>
                </a:lnTo>
                <a:lnTo>
                  <a:pt x="403" y="431"/>
                </a:lnTo>
                <a:lnTo>
                  <a:pt x="411" y="428"/>
                </a:lnTo>
                <a:lnTo>
                  <a:pt x="419" y="425"/>
                </a:lnTo>
                <a:lnTo>
                  <a:pt x="427" y="421"/>
                </a:lnTo>
                <a:lnTo>
                  <a:pt x="434" y="417"/>
                </a:lnTo>
                <a:lnTo>
                  <a:pt x="441" y="413"/>
                </a:lnTo>
                <a:lnTo>
                  <a:pt x="449" y="409"/>
                </a:lnTo>
                <a:lnTo>
                  <a:pt x="456" y="405"/>
                </a:lnTo>
                <a:lnTo>
                  <a:pt x="463" y="401"/>
                </a:lnTo>
                <a:lnTo>
                  <a:pt x="469" y="396"/>
                </a:lnTo>
                <a:lnTo>
                  <a:pt x="476" y="391"/>
                </a:lnTo>
                <a:lnTo>
                  <a:pt x="482" y="386"/>
                </a:lnTo>
                <a:lnTo>
                  <a:pt x="488" y="381"/>
                </a:lnTo>
                <a:lnTo>
                  <a:pt x="494" y="376"/>
                </a:lnTo>
                <a:lnTo>
                  <a:pt x="500" y="371"/>
                </a:lnTo>
                <a:lnTo>
                  <a:pt x="505" y="365"/>
                </a:lnTo>
                <a:lnTo>
                  <a:pt x="511" y="360"/>
                </a:lnTo>
                <a:lnTo>
                  <a:pt x="516" y="353"/>
                </a:lnTo>
                <a:lnTo>
                  <a:pt x="521" y="347"/>
                </a:lnTo>
                <a:lnTo>
                  <a:pt x="525" y="341"/>
                </a:lnTo>
                <a:lnTo>
                  <a:pt x="530" y="335"/>
                </a:lnTo>
                <a:lnTo>
                  <a:pt x="534" y="329"/>
                </a:lnTo>
                <a:lnTo>
                  <a:pt x="538" y="322"/>
                </a:lnTo>
                <a:lnTo>
                  <a:pt x="541" y="316"/>
                </a:lnTo>
                <a:lnTo>
                  <a:pt x="545" y="309"/>
                </a:lnTo>
                <a:lnTo>
                  <a:pt x="548" y="303"/>
                </a:lnTo>
                <a:lnTo>
                  <a:pt x="551" y="296"/>
                </a:lnTo>
                <a:lnTo>
                  <a:pt x="553" y="289"/>
                </a:lnTo>
                <a:lnTo>
                  <a:pt x="555" y="282"/>
                </a:lnTo>
                <a:lnTo>
                  <a:pt x="557" y="275"/>
                </a:lnTo>
                <a:lnTo>
                  <a:pt x="559" y="269"/>
                </a:lnTo>
                <a:lnTo>
                  <a:pt x="561" y="262"/>
                </a:lnTo>
                <a:lnTo>
                  <a:pt x="562" y="255"/>
                </a:lnTo>
                <a:lnTo>
                  <a:pt x="563" y="248"/>
                </a:lnTo>
                <a:lnTo>
                  <a:pt x="564" y="241"/>
                </a:lnTo>
                <a:lnTo>
                  <a:pt x="564" y="233"/>
                </a:lnTo>
                <a:lnTo>
                  <a:pt x="564" y="226"/>
                </a:lnTo>
                <a:moveTo>
                  <a:pt x="567" y="226"/>
                </a:moveTo>
                <a:lnTo>
                  <a:pt x="566" y="234"/>
                </a:lnTo>
                <a:lnTo>
                  <a:pt x="566" y="241"/>
                </a:lnTo>
                <a:lnTo>
                  <a:pt x="565" y="248"/>
                </a:lnTo>
                <a:lnTo>
                  <a:pt x="564" y="255"/>
                </a:lnTo>
                <a:lnTo>
                  <a:pt x="563" y="262"/>
                </a:lnTo>
                <a:lnTo>
                  <a:pt x="562" y="269"/>
                </a:lnTo>
                <a:lnTo>
                  <a:pt x="560" y="276"/>
                </a:lnTo>
                <a:lnTo>
                  <a:pt x="558" y="283"/>
                </a:lnTo>
                <a:lnTo>
                  <a:pt x="555" y="290"/>
                </a:lnTo>
                <a:lnTo>
                  <a:pt x="553" y="296"/>
                </a:lnTo>
                <a:lnTo>
                  <a:pt x="550" y="303"/>
                </a:lnTo>
                <a:lnTo>
                  <a:pt x="547" y="310"/>
                </a:lnTo>
                <a:lnTo>
                  <a:pt x="543" y="316"/>
                </a:lnTo>
                <a:lnTo>
                  <a:pt x="540" y="323"/>
                </a:lnTo>
                <a:lnTo>
                  <a:pt x="536" y="329"/>
                </a:lnTo>
                <a:lnTo>
                  <a:pt x="532" y="336"/>
                </a:lnTo>
                <a:lnTo>
                  <a:pt x="527" y="342"/>
                </a:lnTo>
                <a:lnTo>
                  <a:pt x="523" y="348"/>
                </a:lnTo>
                <a:lnTo>
                  <a:pt x="518" y="354"/>
                </a:lnTo>
                <a:lnTo>
                  <a:pt x="513" y="361"/>
                </a:lnTo>
                <a:lnTo>
                  <a:pt x="507" y="366"/>
                </a:lnTo>
                <a:lnTo>
                  <a:pt x="502" y="372"/>
                </a:lnTo>
                <a:lnTo>
                  <a:pt x="496" y="377"/>
                </a:lnTo>
                <a:lnTo>
                  <a:pt x="490" y="383"/>
                </a:lnTo>
                <a:lnTo>
                  <a:pt x="484" y="388"/>
                </a:lnTo>
                <a:lnTo>
                  <a:pt x="477" y="393"/>
                </a:lnTo>
                <a:lnTo>
                  <a:pt x="471" y="398"/>
                </a:lnTo>
                <a:lnTo>
                  <a:pt x="464" y="402"/>
                </a:lnTo>
                <a:lnTo>
                  <a:pt x="457" y="407"/>
                </a:lnTo>
                <a:lnTo>
                  <a:pt x="450" y="411"/>
                </a:lnTo>
                <a:lnTo>
                  <a:pt x="443" y="415"/>
                </a:lnTo>
                <a:lnTo>
                  <a:pt x="435" y="419"/>
                </a:lnTo>
                <a:lnTo>
                  <a:pt x="428" y="423"/>
                </a:lnTo>
                <a:lnTo>
                  <a:pt x="420" y="426"/>
                </a:lnTo>
                <a:lnTo>
                  <a:pt x="412" y="429"/>
                </a:lnTo>
                <a:lnTo>
                  <a:pt x="404" y="433"/>
                </a:lnTo>
                <a:lnTo>
                  <a:pt x="396" y="436"/>
                </a:lnTo>
                <a:lnTo>
                  <a:pt x="388" y="438"/>
                </a:lnTo>
                <a:lnTo>
                  <a:pt x="380" y="441"/>
                </a:lnTo>
                <a:lnTo>
                  <a:pt x="371" y="443"/>
                </a:lnTo>
                <a:lnTo>
                  <a:pt x="363" y="445"/>
                </a:lnTo>
                <a:lnTo>
                  <a:pt x="354" y="447"/>
                </a:lnTo>
                <a:lnTo>
                  <a:pt x="345" y="449"/>
                </a:lnTo>
                <a:lnTo>
                  <a:pt x="337" y="450"/>
                </a:lnTo>
                <a:lnTo>
                  <a:pt x="328" y="451"/>
                </a:lnTo>
                <a:lnTo>
                  <a:pt x="319" y="452"/>
                </a:lnTo>
                <a:lnTo>
                  <a:pt x="310" y="453"/>
                </a:lnTo>
                <a:lnTo>
                  <a:pt x="302" y="454"/>
                </a:lnTo>
                <a:lnTo>
                  <a:pt x="292" y="454"/>
                </a:lnTo>
                <a:lnTo>
                  <a:pt x="283" y="454"/>
                </a:lnTo>
                <a:lnTo>
                  <a:pt x="274" y="454"/>
                </a:lnTo>
                <a:lnTo>
                  <a:pt x="265" y="454"/>
                </a:lnTo>
                <a:lnTo>
                  <a:pt x="256" y="453"/>
                </a:lnTo>
                <a:lnTo>
                  <a:pt x="247" y="452"/>
                </a:lnTo>
                <a:lnTo>
                  <a:pt x="239" y="451"/>
                </a:lnTo>
                <a:lnTo>
                  <a:pt x="230" y="450"/>
                </a:lnTo>
                <a:lnTo>
                  <a:pt x="221" y="449"/>
                </a:lnTo>
                <a:lnTo>
                  <a:pt x="212" y="447"/>
                </a:lnTo>
                <a:lnTo>
                  <a:pt x="204" y="445"/>
                </a:lnTo>
                <a:lnTo>
                  <a:pt x="195" y="443"/>
                </a:lnTo>
                <a:lnTo>
                  <a:pt x="187" y="441"/>
                </a:lnTo>
                <a:lnTo>
                  <a:pt x="179" y="438"/>
                </a:lnTo>
                <a:lnTo>
                  <a:pt x="171" y="436"/>
                </a:lnTo>
                <a:lnTo>
                  <a:pt x="162" y="433"/>
                </a:lnTo>
                <a:lnTo>
                  <a:pt x="154" y="429"/>
                </a:lnTo>
                <a:lnTo>
                  <a:pt x="147" y="426"/>
                </a:lnTo>
                <a:lnTo>
                  <a:pt x="139" y="423"/>
                </a:lnTo>
                <a:lnTo>
                  <a:pt x="131" y="419"/>
                </a:lnTo>
                <a:lnTo>
                  <a:pt x="124" y="415"/>
                </a:lnTo>
                <a:lnTo>
                  <a:pt x="117" y="411"/>
                </a:lnTo>
                <a:lnTo>
                  <a:pt x="110" y="407"/>
                </a:lnTo>
                <a:lnTo>
                  <a:pt x="103" y="402"/>
                </a:lnTo>
                <a:lnTo>
                  <a:pt x="96" y="398"/>
                </a:lnTo>
                <a:lnTo>
                  <a:pt x="89" y="393"/>
                </a:lnTo>
                <a:lnTo>
                  <a:pt x="83" y="388"/>
                </a:lnTo>
                <a:lnTo>
                  <a:pt x="77" y="383"/>
                </a:lnTo>
                <a:lnTo>
                  <a:pt x="71" y="377"/>
                </a:lnTo>
                <a:lnTo>
                  <a:pt x="65" y="372"/>
                </a:lnTo>
                <a:lnTo>
                  <a:pt x="59" y="366"/>
                </a:lnTo>
                <a:lnTo>
                  <a:pt x="54" y="361"/>
                </a:lnTo>
                <a:lnTo>
                  <a:pt x="49" y="354"/>
                </a:lnTo>
                <a:lnTo>
                  <a:pt x="44" y="348"/>
                </a:lnTo>
                <a:lnTo>
                  <a:pt x="39" y="342"/>
                </a:lnTo>
                <a:lnTo>
                  <a:pt x="35" y="336"/>
                </a:lnTo>
                <a:lnTo>
                  <a:pt x="31" y="329"/>
                </a:lnTo>
                <a:lnTo>
                  <a:pt x="27" y="323"/>
                </a:lnTo>
                <a:lnTo>
                  <a:pt x="23" y="316"/>
                </a:lnTo>
                <a:lnTo>
                  <a:pt x="20" y="310"/>
                </a:lnTo>
                <a:lnTo>
                  <a:pt x="17" y="303"/>
                </a:lnTo>
                <a:lnTo>
                  <a:pt x="14" y="296"/>
                </a:lnTo>
                <a:lnTo>
                  <a:pt x="11" y="290"/>
                </a:lnTo>
                <a:lnTo>
                  <a:pt x="9" y="283"/>
                </a:lnTo>
                <a:lnTo>
                  <a:pt x="7" y="276"/>
                </a:lnTo>
                <a:lnTo>
                  <a:pt x="5" y="269"/>
                </a:lnTo>
                <a:lnTo>
                  <a:pt x="4" y="262"/>
                </a:lnTo>
                <a:lnTo>
                  <a:pt x="2" y="255"/>
                </a:lnTo>
                <a:lnTo>
                  <a:pt x="1" y="248"/>
                </a:lnTo>
                <a:lnTo>
                  <a:pt x="1" y="241"/>
                </a:lnTo>
                <a:lnTo>
                  <a:pt x="0" y="234"/>
                </a:lnTo>
                <a:lnTo>
                  <a:pt x="0" y="226"/>
                </a:lnTo>
                <a:lnTo>
                  <a:pt x="0" y="219"/>
                </a:lnTo>
                <a:lnTo>
                  <a:pt x="1" y="212"/>
                </a:lnTo>
                <a:lnTo>
                  <a:pt x="1" y="205"/>
                </a:lnTo>
                <a:lnTo>
                  <a:pt x="2" y="198"/>
                </a:lnTo>
                <a:lnTo>
                  <a:pt x="4" y="191"/>
                </a:lnTo>
                <a:lnTo>
                  <a:pt x="5" y="184"/>
                </a:lnTo>
                <a:lnTo>
                  <a:pt x="7" y="177"/>
                </a:lnTo>
                <a:lnTo>
                  <a:pt x="9" y="170"/>
                </a:lnTo>
                <a:lnTo>
                  <a:pt x="11" y="163"/>
                </a:lnTo>
                <a:lnTo>
                  <a:pt x="14" y="156"/>
                </a:lnTo>
                <a:lnTo>
                  <a:pt x="17" y="150"/>
                </a:lnTo>
                <a:lnTo>
                  <a:pt x="20" y="143"/>
                </a:lnTo>
                <a:lnTo>
                  <a:pt x="23" y="136"/>
                </a:lnTo>
                <a:lnTo>
                  <a:pt x="27" y="130"/>
                </a:lnTo>
                <a:lnTo>
                  <a:pt x="31" y="123"/>
                </a:lnTo>
                <a:lnTo>
                  <a:pt x="35" y="117"/>
                </a:lnTo>
                <a:lnTo>
                  <a:pt x="39" y="111"/>
                </a:lnTo>
                <a:lnTo>
                  <a:pt x="44" y="105"/>
                </a:lnTo>
                <a:lnTo>
                  <a:pt x="49" y="99"/>
                </a:lnTo>
                <a:lnTo>
                  <a:pt x="54" y="93"/>
                </a:lnTo>
                <a:lnTo>
                  <a:pt x="59" y="87"/>
                </a:lnTo>
                <a:lnTo>
                  <a:pt x="65" y="82"/>
                </a:lnTo>
                <a:lnTo>
                  <a:pt x="71" y="76"/>
                </a:lnTo>
                <a:lnTo>
                  <a:pt x="77" y="71"/>
                </a:lnTo>
                <a:lnTo>
                  <a:pt x="83" y="66"/>
                </a:lnTo>
                <a:lnTo>
                  <a:pt x="89" y="61"/>
                </a:lnTo>
                <a:lnTo>
                  <a:pt x="96" y="56"/>
                </a:lnTo>
                <a:lnTo>
                  <a:pt x="103" y="52"/>
                </a:lnTo>
                <a:lnTo>
                  <a:pt x="110" y="47"/>
                </a:lnTo>
                <a:lnTo>
                  <a:pt x="117" y="43"/>
                </a:lnTo>
                <a:lnTo>
                  <a:pt x="124" y="39"/>
                </a:lnTo>
                <a:lnTo>
                  <a:pt x="131" y="35"/>
                </a:lnTo>
                <a:lnTo>
                  <a:pt x="139" y="31"/>
                </a:lnTo>
                <a:lnTo>
                  <a:pt x="147" y="28"/>
                </a:lnTo>
                <a:lnTo>
                  <a:pt x="154" y="24"/>
                </a:lnTo>
                <a:lnTo>
                  <a:pt x="162" y="21"/>
                </a:lnTo>
                <a:lnTo>
                  <a:pt x="171" y="18"/>
                </a:lnTo>
                <a:lnTo>
                  <a:pt x="179" y="16"/>
                </a:lnTo>
                <a:lnTo>
                  <a:pt x="187" y="13"/>
                </a:lnTo>
                <a:lnTo>
                  <a:pt x="195" y="11"/>
                </a:lnTo>
                <a:lnTo>
                  <a:pt x="204" y="9"/>
                </a:lnTo>
                <a:lnTo>
                  <a:pt x="212" y="7"/>
                </a:lnTo>
                <a:lnTo>
                  <a:pt x="221" y="5"/>
                </a:lnTo>
                <a:lnTo>
                  <a:pt x="230" y="4"/>
                </a:lnTo>
                <a:lnTo>
                  <a:pt x="239" y="2"/>
                </a:lnTo>
                <a:lnTo>
                  <a:pt x="247" y="1"/>
                </a:lnTo>
                <a:lnTo>
                  <a:pt x="256" y="1"/>
                </a:lnTo>
                <a:lnTo>
                  <a:pt x="265" y="0"/>
                </a:lnTo>
                <a:lnTo>
                  <a:pt x="274" y="0"/>
                </a:lnTo>
                <a:lnTo>
                  <a:pt x="283" y="0"/>
                </a:lnTo>
                <a:lnTo>
                  <a:pt x="292" y="0"/>
                </a:lnTo>
                <a:lnTo>
                  <a:pt x="302" y="0"/>
                </a:lnTo>
                <a:lnTo>
                  <a:pt x="310" y="1"/>
                </a:lnTo>
                <a:lnTo>
                  <a:pt x="319" y="1"/>
                </a:lnTo>
                <a:lnTo>
                  <a:pt x="328" y="2"/>
                </a:lnTo>
                <a:lnTo>
                  <a:pt x="337" y="4"/>
                </a:lnTo>
                <a:lnTo>
                  <a:pt x="345" y="5"/>
                </a:lnTo>
                <a:lnTo>
                  <a:pt x="354" y="7"/>
                </a:lnTo>
                <a:lnTo>
                  <a:pt x="363" y="9"/>
                </a:lnTo>
                <a:lnTo>
                  <a:pt x="371" y="11"/>
                </a:lnTo>
                <a:lnTo>
                  <a:pt x="380" y="13"/>
                </a:lnTo>
                <a:lnTo>
                  <a:pt x="388" y="16"/>
                </a:lnTo>
                <a:lnTo>
                  <a:pt x="396" y="18"/>
                </a:lnTo>
                <a:lnTo>
                  <a:pt x="404" y="21"/>
                </a:lnTo>
                <a:lnTo>
                  <a:pt x="412" y="24"/>
                </a:lnTo>
                <a:lnTo>
                  <a:pt x="420" y="28"/>
                </a:lnTo>
                <a:lnTo>
                  <a:pt x="428" y="31"/>
                </a:lnTo>
                <a:lnTo>
                  <a:pt x="435" y="35"/>
                </a:lnTo>
                <a:lnTo>
                  <a:pt x="443" y="39"/>
                </a:lnTo>
                <a:lnTo>
                  <a:pt x="450" y="43"/>
                </a:lnTo>
                <a:lnTo>
                  <a:pt x="457" y="47"/>
                </a:lnTo>
                <a:lnTo>
                  <a:pt x="464" y="52"/>
                </a:lnTo>
                <a:lnTo>
                  <a:pt x="471" y="56"/>
                </a:lnTo>
                <a:lnTo>
                  <a:pt x="477" y="61"/>
                </a:lnTo>
                <a:lnTo>
                  <a:pt x="484" y="66"/>
                </a:lnTo>
                <a:lnTo>
                  <a:pt x="490" y="71"/>
                </a:lnTo>
                <a:lnTo>
                  <a:pt x="496" y="76"/>
                </a:lnTo>
                <a:lnTo>
                  <a:pt x="502" y="82"/>
                </a:lnTo>
                <a:lnTo>
                  <a:pt x="507" y="87"/>
                </a:lnTo>
                <a:lnTo>
                  <a:pt x="513" y="93"/>
                </a:lnTo>
                <a:lnTo>
                  <a:pt x="518" y="99"/>
                </a:lnTo>
                <a:lnTo>
                  <a:pt x="523" y="105"/>
                </a:lnTo>
                <a:lnTo>
                  <a:pt x="527" y="111"/>
                </a:lnTo>
                <a:lnTo>
                  <a:pt x="532" y="117"/>
                </a:lnTo>
                <a:lnTo>
                  <a:pt x="536" y="123"/>
                </a:lnTo>
                <a:lnTo>
                  <a:pt x="540" y="130"/>
                </a:lnTo>
                <a:lnTo>
                  <a:pt x="543" y="136"/>
                </a:lnTo>
                <a:lnTo>
                  <a:pt x="547" y="143"/>
                </a:lnTo>
                <a:lnTo>
                  <a:pt x="550" y="150"/>
                </a:lnTo>
                <a:lnTo>
                  <a:pt x="553" y="156"/>
                </a:lnTo>
                <a:lnTo>
                  <a:pt x="555" y="163"/>
                </a:lnTo>
                <a:lnTo>
                  <a:pt x="558" y="170"/>
                </a:lnTo>
                <a:lnTo>
                  <a:pt x="560" y="177"/>
                </a:lnTo>
                <a:lnTo>
                  <a:pt x="562" y="184"/>
                </a:lnTo>
                <a:lnTo>
                  <a:pt x="563" y="191"/>
                </a:lnTo>
                <a:lnTo>
                  <a:pt x="564" y="198"/>
                </a:lnTo>
                <a:lnTo>
                  <a:pt x="565" y="205"/>
                </a:lnTo>
                <a:lnTo>
                  <a:pt x="566" y="212"/>
                </a:lnTo>
                <a:lnTo>
                  <a:pt x="566" y="219"/>
                </a:lnTo>
                <a:lnTo>
                  <a:pt x="567" y="226"/>
                </a:lnTo>
                <a:close/>
              </a:path>
            </a:pathLst>
          </a:custGeom>
          <a:solidFill>
            <a:srgbClr val="ffd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2" name=""/>
          <p:cNvSpPr/>
          <p:nvPr/>
        </p:nvSpPr>
        <p:spPr>
          <a:xfrm>
            <a:off x="4876200" y="1745640"/>
            <a:ext cx="205560" cy="164880"/>
          </a:xfrm>
          <a:custGeom>
            <a:avLst/>
            <a:gdLst/>
            <a:ahLst/>
            <a:rect l="0" t="0" r="r" b="b"/>
            <a:pathLst>
              <a:path w="571" h="458">
                <a:moveTo>
                  <a:pt x="569" y="228"/>
                </a:moveTo>
                <a:lnTo>
                  <a:pt x="568" y="221"/>
                </a:lnTo>
                <a:lnTo>
                  <a:pt x="568" y="214"/>
                </a:lnTo>
                <a:lnTo>
                  <a:pt x="567" y="207"/>
                </a:lnTo>
                <a:lnTo>
                  <a:pt x="566" y="200"/>
                </a:lnTo>
                <a:lnTo>
                  <a:pt x="565" y="193"/>
                </a:lnTo>
                <a:lnTo>
                  <a:pt x="564" y="186"/>
                </a:lnTo>
                <a:lnTo>
                  <a:pt x="562" y="179"/>
                </a:lnTo>
                <a:lnTo>
                  <a:pt x="560" y="172"/>
                </a:lnTo>
                <a:lnTo>
                  <a:pt x="557" y="165"/>
                </a:lnTo>
                <a:lnTo>
                  <a:pt x="555" y="158"/>
                </a:lnTo>
                <a:lnTo>
                  <a:pt x="552" y="152"/>
                </a:lnTo>
                <a:lnTo>
                  <a:pt x="549" y="145"/>
                </a:lnTo>
                <a:lnTo>
                  <a:pt x="545" y="138"/>
                </a:lnTo>
                <a:lnTo>
                  <a:pt x="542" y="132"/>
                </a:lnTo>
                <a:lnTo>
                  <a:pt x="538" y="125"/>
                </a:lnTo>
                <a:lnTo>
                  <a:pt x="534" y="119"/>
                </a:lnTo>
                <a:lnTo>
                  <a:pt x="529" y="113"/>
                </a:lnTo>
                <a:lnTo>
                  <a:pt x="525" y="107"/>
                </a:lnTo>
                <a:lnTo>
                  <a:pt x="520" y="101"/>
                </a:lnTo>
                <a:lnTo>
                  <a:pt x="515" y="95"/>
                </a:lnTo>
                <a:lnTo>
                  <a:pt x="509" y="89"/>
                </a:lnTo>
                <a:lnTo>
                  <a:pt x="504" y="84"/>
                </a:lnTo>
                <a:lnTo>
                  <a:pt x="498" y="78"/>
                </a:lnTo>
                <a:lnTo>
                  <a:pt x="492" y="73"/>
                </a:lnTo>
                <a:lnTo>
                  <a:pt x="486" y="68"/>
                </a:lnTo>
                <a:lnTo>
                  <a:pt x="479" y="63"/>
                </a:lnTo>
                <a:lnTo>
                  <a:pt x="473" y="58"/>
                </a:lnTo>
                <a:lnTo>
                  <a:pt x="466" y="54"/>
                </a:lnTo>
                <a:lnTo>
                  <a:pt x="459" y="49"/>
                </a:lnTo>
                <a:lnTo>
                  <a:pt x="452" y="45"/>
                </a:lnTo>
                <a:lnTo>
                  <a:pt x="445" y="41"/>
                </a:lnTo>
                <a:lnTo>
                  <a:pt x="437" y="37"/>
                </a:lnTo>
                <a:lnTo>
                  <a:pt x="430" y="33"/>
                </a:lnTo>
                <a:lnTo>
                  <a:pt x="422" y="30"/>
                </a:lnTo>
                <a:lnTo>
                  <a:pt x="413" y="26"/>
                </a:lnTo>
                <a:lnTo>
                  <a:pt x="405" y="23"/>
                </a:lnTo>
                <a:lnTo>
                  <a:pt x="397" y="20"/>
                </a:lnTo>
                <a:lnTo>
                  <a:pt x="389" y="18"/>
                </a:lnTo>
                <a:lnTo>
                  <a:pt x="381" y="15"/>
                </a:lnTo>
                <a:lnTo>
                  <a:pt x="372" y="13"/>
                </a:lnTo>
                <a:lnTo>
                  <a:pt x="364" y="11"/>
                </a:lnTo>
                <a:lnTo>
                  <a:pt x="355" y="9"/>
                </a:lnTo>
                <a:lnTo>
                  <a:pt x="346" y="7"/>
                </a:lnTo>
                <a:lnTo>
                  <a:pt x="338" y="6"/>
                </a:lnTo>
                <a:lnTo>
                  <a:pt x="329" y="4"/>
                </a:lnTo>
                <a:lnTo>
                  <a:pt x="320" y="3"/>
                </a:lnTo>
                <a:lnTo>
                  <a:pt x="311" y="3"/>
                </a:lnTo>
                <a:lnTo>
                  <a:pt x="303" y="2"/>
                </a:lnTo>
                <a:lnTo>
                  <a:pt x="294" y="2"/>
                </a:lnTo>
                <a:lnTo>
                  <a:pt x="285" y="2"/>
                </a:lnTo>
                <a:lnTo>
                  <a:pt x="276" y="2"/>
                </a:lnTo>
                <a:lnTo>
                  <a:pt x="267" y="2"/>
                </a:lnTo>
                <a:lnTo>
                  <a:pt x="258" y="3"/>
                </a:lnTo>
                <a:lnTo>
                  <a:pt x="249" y="3"/>
                </a:lnTo>
                <a:lnTo>
                  <a:pt x="241" y="4"/>
                </a:lnTo>
                <a:lnTo>
                  <a:pt x="232" y="6"/>
                </a:lnTo>
                <a:lnTo>
                  <a:pt x="223" y="7"/>
                </a:lnTo>
                <a:lnTo>
                  <a:pt x="214" y="9"/>
                </a:lnTo>
                <a:lnTo>
                  <a:pt x="206" y="11"/>
                </a:lnTo>
                <a:lnTo>
                  <a:pt x="197" y="13"/>
                </a:lnTo>
                <a:lnTo>
                  <a:pt x="189" y="15"/>
                </a:lnTo>
                <a:lnTo>
                  <a:pt x="181" y="18"/>
                </a:lnTo>
                <a:lnTo>
                  <a:pt x="173" y="20"/>
                </a:lnTo>
                <a:lnTo>
                  <a:pt x="164" y="23"/>
                </a:lnTo>
                <a:lnTo>
                  <a:pt x="156" y="26"/>
                </a:lnTo>
                <a:lnTo>
                  <a:pt x="149" y="30"/>
                </a:lnTo>
                <a:lnTo>
                  <a:pt x="141" y="33"/>
                </a:lnTo>
                <a:lnTo>
                  <a:pt x="133" y="37"/>
                </a:lnTo>
                <a:lnTo>
                  <a:pt x="126" y="41"/>
                </a:lnTo>
                <a:lnTo>
                  <a:pt x="119" y="45"/>
                </a:lnTo>
                <a:lnTo>
                  <a:pt x="112" y="49"/>
                </a:lnTo>
                <a:lnTo>
                  <a:pt x="105" y="54"/>
                </a:lnTo>
                <a:lnTo>
                  <a:pt x="98" y="58"/>
                </a:lnTo>
                <a:lnTo>
                  <a:pt x="91" y="63"/>
                </a:lnTo>
                <a:lnTo>
                  <a:pt x="85" y="68"/>
                </a:lnTo>
                <a:lnTo>
                  <a:pt x="79" y="73"/>
                </a:lnTo>
                <a:lnTo>
                  <a:pt x="73" y="78"/>
                </a:lnTo>
                <a:lnTo>
                  <a:pt x="67" y="84"/>
                </a:lnTo>
                <a:lnTo>
                  <a:pt x="61" y="89"/>
                </a:lnTo>
                <a:lnTo>
                  <a:pt x="56" y="95"/>
                </a:lnTo>
                <a:lnTo>
                  <a:pt x="51" y="101"/>
                </a:lnTo>
                <a:lnTo>
                  <a:pt x="46" y="107"/>
                </a:lnTo>
                <a:lnTo>
                  <a:pt x="41" y="113"/>
                </a:lnTo>
                <a:lnTo>
                  <a:pt x="37" y="119"/>
                </a:lnTo>
                <a:lnTo>
                  <a:pt x="33" y="125"/>
                </a:lnTo>
                <a:lnTo>
                  <a:pt x="29" y="132"/>
                </a:lnTo>
                <a:lnTo>
                  <a:pt x="25" y="138"/>
                </a:lnTo>
                <a:lnTo>
                  <a:pt x="22" y="145"/>
                </a:lnTo>
                <a:lnTo>
                  <a:pt x="19" y="152"/>
                </a:lnTo>
                <a:lnTo>
                  <a:pt x="16" y="158"/>
                </a:lnTo>
                <a:lnTo>
                  <a:pt x="13" y="165"/>
                </a:lnTo>
                <a:lnTo>
                  <a:pt x="11" y="172"/>
                </a:lnTo>
                <a:lnTo>
                  <a:pt x="9" y="179"/>
                </a:lnTo>
                <a:lnTo>
                  <a:pt x="7" y="186"/>
                </a:lnTo>
                <a:lnTo>
                  <a:pt x="6" y="193"/>
                </a:lnTo>
                <a:lnTo>
                  <a:pt x="4" y="200"/>
                </a:lnTo>
                <a:lnTo>
                  <a:pt x="3" y="207"/>
                </a:lnTo>
                <a:lnTo>
                  <a:pt x="3" y="214"/>
                </a:lnTo>
                <a:lnTo>
                  <a:pt x="2" y="221"/>
                </a:lnTo>
                <a:lnTo>
                  <a:pt x="2" y="228"/>
                </a:lnTo>
                <a:lnTo>
                  <a:pt x="2" y="236"/>
                </a:lnTo>
                <a:lnTo>
                  <a:pt x="3" y="243"/>
                </a:lnTo>
                <a:lnTo>
                  <a:pt x="3" y="250"/>
                </a:lnTo>
                <a:lnTo>
                  <a:pt x="4" y="257"/>
                </a:lnTo>
                <a:lnTo>
                  <a:pt x="6" y="264"/>
                </a:lnTo>
                <a:lnTo>
                  <a:pt x="7" y="271"/>
                </a:lnTo>
                <a:lnTo>
                  <a:pt x="9" y="278"/>
                </a:lnTo>
                <a:lnTo>
                  <a:pt x="11" y="285"/>
                </a:lnTo>
                <a:lnTo>
                  <a:pt x="13" y="292"/>
                </a:lnTo>
                <a:lnTo>
                  <a:pt x="16" y="298"/>
                </a:lnTo>
                <a:lnTo>
                  <a:pt x="19" y="305"/>
                </a:lnTo>
                <a:lnTo>
                  <a:pt x="22" y="312"/>
                </a:lnTo>
                <a:lnTo>
                  <a:pt x="25" y="318"/>
                </a:lnTo>
                <a:lnTo>
                  <a:pt x="29" y="325"/>
                </a:lnTo>
                <a:lnTo>
                  <a:pt x="33" y="331"/>
                </a:lnTo>
                <a:lnTo>
                  <a:pt x="37" y="338"/>
                </a:lnTo>
                <a:lnTo>
                  <a:pt x="41" y="344"/>
                </a:lnTo>
                <a:lnTo>
                  <a:pt x="46" y="350"/>
                </a:lnTo>
                <a:lnTo>
                  <a:pt x="51" y="356"/>
                </a:lnTo>
                <a:lnTo>
                  <a:pt x="56" y="362"/>
                </a:lnTo>
                <a:lnTo>
                  <a:pt x="61" y="367"/>
                </a:lnTo>
                <a:lnTo>
                  <a:pt x="67" y="373"/>
                </a:lnTo>
                <a:lnTo>
                  <a:pt x="73" y="378"/>
                </a:lnTo>
                <a:lnTo>
                  <a:pt x="79" y="384"/>
                </a:lnTo>
                <a:lnTo>
                  <a:pt x="85" y="389"/>
                </a:lnTo>
                <a:lnTo>
                  <a:pt x="91" y="394"/>
                </a:lnTo>
                <a:lnTo>
                  <a:pt x="98" y="399"/>
                </a:lnTo>
                <a:lnTo>
                  <a:pt x="105" y="403"/>
                </a:lnTo>
                <a:lnTo>
                  <a:pt x="112" y="409"/>
                </a:lnTo>
                <a:lnTo>
                  <a:pt x="119" y="413"/>
                </a:lnTo>
                <a:lnTo>
                  <a:pt x="126" y="417"/>
                </a:lnTo>
                <a:lnTo>
                  <a:pt x="133" y="421"/>
                </a:lnTo>
                <a:lnTo>
                  <a:pt x="141" y="425"/>
                </a:lnTo>
                <a:lnTo>
                  <a:pt x="149" y="428"/>
                </a:lnTo>
                <a:lnTo>
                  <a:pt x="156" y="431"/>
                </a:lnTo>
                <a:lnTo>
                  <a:pt x="164" y="435"/>
                </a:lnTo>
                <a:lnTo>
                  <a:pt x="173" y="438"/>
                </a:lnTo>
                <a:lnTo>
                  <a:pt x="181" y="440"/>
                </a:lnTo>
                <a:lnTo>
                  <a:pt x="189" y="443"/>
                </a:lnTo>
                <a:lnTo>
                  <a:pt x="197" y="445"/>
                </a:lnTo>
                <a:lnTo>
                  <a:pt x="206" y="447"/>
                </a:lnTo>
                <a:lnTo>
                  <a:pt x="214" y="449"/>
                </a:lnTo>
                <a:lnTo>
                  <a:pt x="223" y="451"/>
                </a:lnTo>
                <a:lnTo>
                  <a:pt x="232" y="452"/>
                </a:lnTo>
                <a:lnTo>
                  <a:pt x="241" y="453"/>
                </a:lnTo>
                <a:lnTo>
                  <a:pt x="249" y="454"/>
                </a:lnTo>
                <a:lnTo>
                  <a:pt x="258" y="455"/>
                </a:lnTo>
                <a:lnTo>
                  <a:pt x="267" y="456"/>
                </a:lnTo>
                <a:lnTo>
                  <a:pt x="276" y="456"/>
                </a:lnTo>
                <a:lnTo>
                  <a:pt x="285" y="456"/>
                </a:lnTo>
                <a:lnTo>
                  <a:pt x="294" y="456"/>
                </a:lnTo>
                <a:lnTo>
                  <a:pt x="303" y="456"/>
                </a:lnTo>
                <a:lnTo>
                  <a:pt x="311" y="455"/>
                </a:lnTo>
                <a:lnTo>
                  <a:pt x="320" y="454"/>
                </a:lnTo>
                <a:lnTo>
                  <a:pt x="329" y="453"/>
                </a:lnTo>
                <a:lnTo>
                  <a:pt x="338" y="452"/>
                </a:lnTo>
                <a:lnTo>
                  <a:pt x="346" y="451"/>
                </a:lnTo>
                <a:lnTo>
                  <a:pt x="355" y="449"/>
                </a:lnTo>
                <a:lnTo>
                  <a:pt x="364" y="447"/>
                </a:lnTo>
                <a:lnTo>
                  <a:pt x="372" y="445"/>
                </a:lnTo>
                <a:lnTo>
                  <a:pt x="381" y="443"/>
                </a:lnTo>
                <a:lnTo>
                  <a:pt x="389" y="440"/>
                </a:lnTo>
                <a:lnTo>
                  <a:pt x="397" y="438"/>
                </a:lnTo>
                <a:lnTo>
                  <a:pt x="405" y="435"/>
                </a:lnTo>
                <a:lnTo>
                  <a:pt x="413" y="431"/>
                </a:lnTo>
                <a:lnTo>
                  <a:pt x="422" y="428"/>
                </a:lnTo>
                <a:lnTo>
                  <a:pt x="430" y="425"/>
                </a:lnTo>
                <a:lnTo>
                  <a:pt x="437" y="421"/>
                </a:lnTo>
                <a:lnTo>
                  <a:pt x="445" y="417"/>
                </a:lnTo>
                <a:lnTo>
                  <a:pt x="452" y="413"/>
                </a:lnTo>
                <a:lnTo>
                  <a:pt x="459" y="409"/>
                </a:lnTo>
                <a:lnTo>
                  <a:pt x="466" y="403"/>
                </a:lnTo>
                <a:lnTo>
                  <a:pt x="473" y="399"/>
                </a:lnTo>
                <a:lnTo>
                  <a:pt x="479" y="394"/>
                </a:lnTo>
                <a:lnTo>
                  <a:pt x="486" y="389"/>
                </a:lnTo>
                <a:lnTo>
                  <a:pt x="492" y="384"/>
                </a:lnTo>
                <a:lnTo>
                  <a:pt x="498" y="378"/>
                </a:lnTo>
                <a:lnTo>
                  <a:pt x="504" y="373"/>
                </a:lnTo>
                <a:lnTo>
                  <a:pt x="509" y="367"/>
                </a:lnTo>
                <a:lnTo>
                  <a:pt x="515" y="362"/>
                </a:lnTo>
                <a:lnTo>
                  <a:pt x="520" y="356"/>
                </a:lnTo>
                <a:lnTo>
                  <a:pt x="525" y="350"/>
                </a:lnTo>
                <a:lnTo>
                  <a:pt x="529" y="344"/>
                </a:lnTo>
                <a:lnTo>
                  <a:pt x="534" y="338"/>
                </a:lnTo>
                <a:lnTo>
                  <a:pt x="538" y="331"/>
                </a:lnTo>
                <a:lnTo>
                  <a:pt x="542" y="325"/>
                </a:lnTo>
                <a:lnTo>
                  <a:pt x="545" y="318"/>
                </a:lnTo>
                <a:lnTo>
                  <a:pt x="549" y="312"/>
                </a:lnTo>
                <a:lnTo>
                  <a:pt x="552" y="305"/>
                </a:lnTo>
                <a:lnTo>
                  <a:pt x="555" y="298"/>
                </a:lnTo>
                <a:lnTo>
                  <a:pt x="557" y="292"/>
                </a:lnTo>
                <a:lnTo>
                  <a:pt x="560" y="285"/>
                </a:lnTo>
                <a:lnTo>
                  <a:pt x="562" y="278"/>
                </a:lnTo>
                <a:lnTo>
                  <a:pt x="564" y="271"/>
                </a:lnTo>
                <a:lnTo>
                  <a:pt x="565" y="264"/>
                </a:lnTo>
                <a:lnTo>
                  <a:pt x="566" y="257"/>
                </a:lnTo>
                <a:lnTo>
                  <a:pt x="567" y="250"/>
                </a:lnTo>
                <a:lnTo>
                  <a:pt x="568" y="243"/>
                </a:lnTo>
                <a:lnTo>
                  <a:pt x="568" y="236"/>
                </a:lnTo>
                <a:lnTo>
                  <a:pt x="569" y="228"/>
                </a:lnTo>
                <a:moveTo>
                  <a:pt x="571" y="228"/>
                </a:moveTo>
                <a:lnTo>
                  <a:pt x="571" y="236"/>
                </a:lnTo>
                <a:lnTo>
                  <a:pt x="570" y="243"/>
                </a:lnTo>
                <a:lnTo>
                  <a:pt x="570" y="250"/>
                </a:lnTo>
                <a:lnTo>
                  <a:pt x="569" y="257"/>
                </a:lnTo>
                <a:lnTo>
                  <a:pt x="567" y="264"/>
                </a:lnTo>
                <a:lnTo>
                  <a:pt x="566" y="271"/>
                </a:lnTo>
                <a:lnTo>
                  <a:pt x="564" y="278"/>
                </a:lnTo>
                <a:lnTo>
                  <a:pt x="562" y="285"/>
                </a:lnTo>
                <a:lnTo>
                  <a:pt x="560" y="292"/>
                </a:lnTo>
                <a:lnTo>
                  <a:pt x="557" y="299"/>
                </a:lnTo>
                <a:lnTo>
                  <a:pt x="554" y="306"/>
                </a:lnTo>
                <a:lnTo>
                  <a:pt x="551" y="313"/>
                </a:lnTo>
                <a:lnTo>
                  <a:pt x="547" y="319"/>
                </a:lnTo>
                <a:lnTo>
                  <a:pt x="544" y="326"/>
                </a:lnTo>
                <a:lnTo>
                  <a:pt x="540" y="332"/>
                </a:lnTo>
                <a:lnTo>
                  <a:pt x="536" y="339"/>
                </a:lnTo>
                <a:lnTo>
                  <a:pt x="531" y="345"/>
                </a:lnTo>
                <a:lnTo>
                  <a:pt x="526" y="351"/>
                </a:lnTo>
                <a:lnTo>
                  <a:pt x="522" y="357"/>
                </a:lnTo>
                <a:lnTo>
                  <a:pt x="516" y="363"/>
                </a:lnTo>
                <a:lnTo>
                  <a:pt x="511" y="369"/>
                </a:lnTo>
                <a:lnTo>
                  <a:pt x="505" y="374"/>
                </a:lnTo>
                <a:lnTo>
                  <a:pt x="500" y="380"/>
                </a:lnTo>
                <a:lnTo>
                  <a:pt x="494" y="385"/>
                </a:lnTo>
                <a:lnTo>
                  <a:pt x="487" y="390"/>
                </a:lnTo>
                <a:lnTo>
                  <a:pt x="481" y="395"/>
                </a:lnTo>
                <a:lnTo>
                  <a:pt x="474" y="400"/>
                </a:lnTo>
                <a:lnTo>
                  <a:pt x="467" y="405"/>
                </a:lnTo>
                <a:lnTo>
                  <a:pt x="460" y="410"/>
                </a:lnTo>
                <a:lnTo>
                  <a:pt x="453" y="414"/>
                </a:lnTo>
                <a:lnTo>
                  <a:pt x="446" y="418"/>
                </a:lnTo>
                <a:lnTo>
                  <a:pt x="439" y="422"/>
                </a:lnTo>
                <a:lnTo>
                  <a:pt x="431" y="426"/>
                </a:lnTo>
                <a:lnTo>
                  <a:pt x="423" y="430"/>
                </a:lnTo>
                <a:lnTo>
                  <a:pt x="414" y="433"/>
                </a:lnTo>
                <a:lnTo>
                  <a:pt x="406" y="436"/>
                </a:lnTo>
                <a:lnTo>
                  <a:pt x="398" y="439"/>
                </a:lnTo>
                <a:lnTo>
                  <a:pt x="390" y="442"/>
                </a:lnTo>
                <a:lnTo>
                  <a:pt x="381" y="444"/>
                </a:lnTo>
                <a:lnTo>
                  <a:pt x="373" y="447"/>
                </a:lnTo>
                <a:lnTo>
                  <a:pt x="364" y="449"/>
                </a:lnTo>
                <a:lnTo>
                  <a:pt x="356" y="451"/>
                </a:lnTo>
                <a:lnTo>
                  <a:pt x="347" y="453"/>
                </a:lnTo>
                <a:lnTo>
                  <a:pt x="338" y="454"/>
                </a:lnTo>
                <a:lnTo>
                  <a:pt x="329" y="455"/>
                </a:lnTo>
                <a:lnTo>
                  <a:pt x="321" y="456"/>
                </a:lnTo>
                <a:lnTo>
                  <a:pt x="312" y="457"/>
                </a:lnTo>
                <a:lnTo>
                  <a:pt x="303" y="458"/>
                </a:lnTo>
                <a:lnTo>
                  <a:pt x="294" y="458"/>
                </a:lnTo>
                <a:lnTo>
                  <a:pt x="285" y="458"/>
                </a:lnTo>
                <a:lnTo>
                  <a:pt x="276" y="458"/>
                </a:lnTo>
                <a:lnTo>
                  <a:pt x="267" y="458"/>
                </a:lnTo>
                <a:lnTo>
                  <a:pt x="258" y="457"/>
                </a:lnTo>
                <a:lnTo>
                  <a:pt x="249" y="456"/>
                </a:lnTo>
                <a:lnTo>
                  <a:pt x="240" y="455"/>
                </a:lnTo>
                <a:lnTo>
                  <a:pt x="231" y="454"/>
                </a:lnTo>
                <a:lnTo>
                  <a:pt x="223" y="453"/>
                </a:lnTo>
                <a:lnTo>
                  <a:pt x="214" y="451"/>
                </a:lnTo>
                <a:lnTo>
                  <a:pt x="205" y="449"/>
                </a:lnTo>
                <a:lnTo>
                  <a:pt x="197" y="447"/>
                </a:lnTo>
                <a:lnTo>
                  <a:pt x="188" y="444"/>
                </a:lnTo>
                <a:lnTo>
                  <a:pt x="180" y="442"/>
                </a:lnTo>
                <a:lnTo>
                  <a:pt x="172" y="439"/>
                </a:lnTo>
                <a:lnTo>
                  <a:pt x="163" y="436"/>
                </a:lnTo>
                <a:lnTo>
                  <a:pt x="155" y="433"/>
                </a:lnTo>
                <a:lnTo>
                  <a:pt x="147" y="430"/>
                </a:lnTo>
                <a:lnTo>
                  <a:pt x="140" y="426"/>
                </a:lnTo>
                <a:lnTo>
                  <a:pt x="132" y="422"/>
                </a:lnTo>
                <a:lnTo>
                  <a:pt x="125" y="418"/>
                </a:lnTo>
                <a:lnTo>
                  <a:pt x="117" y="414"/>
                </a:lnTo>
                <a:lnTo>
                  <a:pt x="110" y="410"/>
                </a:lnTo>
                <a:lnTo>
                  <a:pt x="103" y="405"/>
                </a:lnTo>
                <a:lnTo>
                  <a:pt x="96" y="400"/>
                </a:lnTo>
                <a:lnTo>
                  <a:pt x="90" y="395"/>
                </a:lnTo>
                <a:lnTo>
                  <a:pt x="83" y="390"/>
                </a:lnTo>
                <a:lnTo>
                  <a:pt x="77" y="385"/>
                </a:lnTo>
                <a:lnTo>
                  <a:pt x="71" y="380"/>
                </a:lnTo>
                <a:lnTo>
                  <a:pt x="65" y="374"/>
                </a:lnTo>
                <a:lnTo>
                  <a:pt x="60" y="369"/>
                </a:lnTo>
                <a:lnTo>
                  <a:pt x="54" y="363"/>
                </a:lnTo>
                <a:lnTo>
                  <a:pt x="49" y="357"/>
                </a:lnTo>
                <a:lnTo>
                  <a:pt x="44" y="351"/>
                </a:lnTo>
                <a:lnTo>
                  <a:pt x="39" y="345"/>
                </a:lnTo>
                <a:lnTo>
                  <a:pt x="35" y="339"/>
                </a:lnTo>
                <a:lnTo>
                  <a:pt x="31" y="332"/>
                </a:lnTo>
                <a:lnTo>
                  <a:pt x="27" y="326"/>
                </a:lnTo>
                <a:lnTo>
                  <a:pt x="23" y="319"/>
                </a:lnTo>
                <a:lnTo>
                  <a:pt x="20" y="313"/>
                </a:lnTo>
                <a:lnTo>
                  <a:pt x="17" y="306"/>
                </a:lnTo>
                <a:lnTo>
                  <a:pt x="14" y="299"/>
                </a:lnTo>
                <a:lnTo>
                  <a:pt x="11" y="292"/>
                </a:lnTo>
                <a:lnTo>
                  <a:pt x="9" y="285"/>
                </a:lnTo>
                <a:lnTo>
                  <a:pt x="7" y="278"/>
                </a:lnTo>
                <a:lnTo>
                  <a:pt x="5" y="271"/>
                </a:lnTo>
                <a:lnTo>
                  <a:pt x="3" y="264"/>
                </a:lnTo>
                <a:lnTo>
                  <a:pt x="2" y="257"/>
                </a:lnTo>
                <a:lnTo>
                  <a:pt x="1" y="250"/>
                </a:lnTo>
                <a:lnTo>
                  <a:pt x="0" y="243"/>
                </a:lnTo>
                <a:lnTo>
                  <a:pt x="0" y="236"/>
                </a:lnTo>
                <a:lnTo>
                  <a:pt x="0" y="228"/>
                </a:lnTo>
                <a:lnTo>
                  <a:pt x="0" y="221"/>
                </a:lnTo>
                <a:lnTo>
                  <a:pt x="0" y="214"/>
                </a:lnTo>
                <a:lnTo>
                  <a:pt x="1" y="207"/>
                </a:lnTo>
                <a:lnTo>
                  <a:pt x="2" y="200"/>
                </a:lnTo>
                <a:lnTo>
                  <a:pt x="3" y="193"/>
                </a:lnTo>
                <a:lnTo>
                  <a:pt x="5" y="186"/>
                </a:lnTo>
                <a:lnTo>
                  <a:pt x="7" y="179"/>
                </a:lnTo>
                <a:lnTo>
                  <a:pt x="9" y="172"/>
                </a:lnTo>
                <a:lnTo>
                  <a:pt x="11" y="165"/>
                </a:lnTo>
                <a:lnTo>
                  <a:pt x="14" y="158"/>
                </a:lnTo>
                <a:lnTo>
                  <a:pt x="17" y="151"/>
                </a:lnTo>
                <a:lnTo>
                  <a:pt x="20" y="144"/>
                </a:lnTo>
                <a:lnTo>
                  <a:pt x="23" y="138"/>
                </a:lnTo>
                <a:lnTo>
                  <a:pt x="27" y="131"/>
                </a:lnTo>
                <a:lnTo>
                  <a:pt x="31" y="125"/>
                </a:lnTo>
                <a:lnTo>
                  <a:pt x="35" y="118"/>
                </a:lnTo>
                <a:lnTo>
                  <a:pt x="39" y="112"/>
                </a:lnTo>
                <a:lnTo>
                  <a:pt x="44" y="106"/>
                </a:lnTo>
                <a:lnTo>
                  <a:pt x="49" y="100"/>
                </a:lnTo>
                <a:lnTo>
                  <a:pt x="54" y="94"/>
                </a:lnTo>
                <a:lnTo>
                  <a:pt x="60" y="88"/>
                </a:lnTo>
                <a:lnTo>
                  <a:pt x="65" y="83"/>
                </a:lnTo>
                <a:lnTo>
                  <a:pt x="71" y="77"/>
                </a:lnTo>
                <a:lnTo>
                  <a:pt x="77" y="72"/>
                </a:lnTo>
                <a:lnTo>
                  <a:pt x="83" y="67"/>
                </a:lnTo>
                <a:lnTo>
                  <a:pt x="90" y="62"/>
                </a:lnTo>
                <a:lnTo>
                  <a:pt x="96" y="57"/>
                </a:lnTo>
                <a:lnTo>
                  <a:pt x="103" y="52"/>
                </a:lnTo>
                <a:lnTo>
                  <a:pt x="110" y="48"/>
                </a:lnTo>
                <a:lnTo>
                  <a:pt x="117" y="43"/>
                </a:lnTo>
                <a:lnTo>
                  <a:pt x="125" y="39"/>
                </a:lnTo>
                <a:lnTo>
                  <a:pt x="132" y="35"/>
                </a:lnTo>
                <a:lnTo>
                  <a:pt x="140" y="32"/>
                </a:lnTo>
                <a:lnTo>
                  <a:pt x="147" y="28"/>
                </a:lnTo>
                <a:lnTo>
                  <a:pt x="155" y="25"/>
                </a:lnTo>
                <a:lnTo>
                  <a:pt x="163" y="22"/>
                </a:lnTo>
                <a:lnTo>
                  <a:pt x="172" y="19"/>
                </a:lnTo>
                <a:lnTo>
                  <a:pt x="180" y="16"/>
                </a:lnTo>
                <a:lnTo>
                  <a:pt x="188" y="13"/>
                </a:lnTo>
                <a:lnTo>
                  <a:pt x="197" y="11"/>
                </a:lnTo>
                <a:lnTo>
                  <a:pt x="205" y="9"/>
                </a:lnTo>
                <a:lnTo>
                  <a:pt x="214" y="7"/>
                </a:lnTo>
                <a:lnTo>
                  <a:pt x="223" y="5"/>
                </a:lnTo>
                <a:lnTo>
                  <a:pt x="231" y="4"/>
                </a:lnTo>
                <a:lnTo>
                  <a:pt x="240" y="3"/>
                </a:lnTo>
                <a:lnTo>
                  <a:pt x="249" y="2"/>
                </a:lnTo>
                <a:lnTo>
                  <a:pt x="258" y="1"/>
                </a:lnTo>
                <a:lnTo>
                  <a:pt x="267" y="0"/>
                </a:lnTo>
                <a:lnTo>
                  <a:pt x="276" y="0"/>
                </a:lnTo>
                <a:lnTo>
                  <a:pt x="285" y="0"/>
                </a:lnTo>
                <a:lnTo>
                  <a:pt x="294" y="0"/>
                </a:lnTo>
                <a:lnTo>
                  <a:pt x="303" y="0"/>
                </a:lnTo>
                <a:lnTo>
                  <a:pt x="312" y="1"/>
                </a:lnTo>
                <a:lnTo>
                  <a:pt x="321" y="2"/>
                </a:lnTo>
                <a:lnTo>
                  <a:pt x="329" y="3"/>
                </a:lnTo>
                <a:lnTo>
                  <a:pt x="338" y="4"/>
                </a:lnTo>
                <a:lnTo>
                  <a:pt x="347" y="5"/>
                </a:lnTo>
                <a:lnTo>
                  <a:pt x="356" y="7"/>
                </a:lnTo>
                <a:lnTo>
                  <a:pt x="364" y="9"/>
                </a:lnTo>
                <a:lnTo>
                  <a:pt x="373" y="11"/>
                </a:lnTo>
                <a:lnTo>
                  <a:pt x="381" y="13"/>
                </a:lnTo>
                <a:lnTo>
                  <a:pt x="390" y="16"/>
                </a:lnTo>
                <a:lnTo>
                  <a:pt x="398" y="19"/>
                </a:lnTo>
                <a:lnTo>
                  <a:pt x="406" y="22"/>
                </a:lnTo>
                <a:lnTo>
                  <a:pt x="414" y="25"/>
                </a:lnTo>
                <a:lnTo>
                  <a:pt x="423" y="28"/>
                </a:lnTo>
                <a:lnTo>
                  <a:pt x="431" y="32"/>
                </a:lnTo>
                <a:lnTo>
                  <a:pt x="439" y="35"/>
                </a:lnTo>
                <a:lnTo>
                  <a:pt x="446" y="39"/>
                </a:lnTo>
                <a:lnTo>
                  <a:pt x="453" y="43"/>
                </a:lnTo>
                <a:lnTo>
                  <a:pt x="460" y="48"/>
                </a:lnTo>
                <a:lnTo>
                  <a:pt x="467" y="52"/>
                </a:lnTo>
                <a:lnTo>
                  <a:pt x="474" y="57"/>
                </a:lnTo>
                <a:lnTo>
                  <a:pt x="481" y="62"/>
                </a:lnTo>
                <a:lnTo>
                  <a:pt x="487" y="67"/>
                </a:lnTo>
                <a:lnTo>
                  <a:pt x="494" y="72"/>
                </a:lnTo>
                <a:lnTo>
                  <a:pt x="500" y="77"/>
                </a:lnTo>
                <a:lnTo>
                  <a:pt x="505" y="83"/>
                </a:lnTo>
                <a:lnTo>
                  <a:pt x="511" y="88"/>
                </a:lnTo>
                <a:lnTo>
                  <a:pt x="516" y="94"/>
                </a:lnTo>
                <a:lnTo>
                  <a:pt x="522" y="100"/>
                </a:lnTo>
                <a:lnTo>
                  <a:pt x="526" y="106"/>
                </a:lnTo>
                <a:lnTo>
                  <a:pt x="531" y="112"/>
                </a:lnTo>
                <a:lnTo>
                  <a:pt x="536" y="118"/>
                </a:lnTo>
                <a:lnTo>
                  <a:pt x="540" y="125"/>
                </a:lnTo>
                <a:lnTo>
                  <a:pt x="544" y="131"/>
                </a:lnTo>
                <a:lnTo>
                  <a:pt x="547" y="138"/>
                </a:lnTo>
                <a:lnTo>
                  <a:pt x="551" y="144"/>
                </a:lnTo>
                <a:lnTo>
                  <a:pt x="554" y="151"/>
                </a:lnTo>
                <a:lnTo>
                  <a:pt x="557" y="158"/>
                </a:lnTo>
                <a:lnTo>
                  <a:pt x="560" y="165"/>
                </a:lnTo>
                <a:lnTo>
                  <a:pt x="562" y="172"/>
                </a:lnTo>
                <a:lnTo>
                  <a:pt x="564" y="179"/>
                </a:lnTo>
                <a:lnTo>
                  <a:pt x="566" y="186"/>
                </a:lnTo>
                <a:lnTo>
                  <a:pt x="567" y="193"/>
                </a:lnTo>
                <a:lnTo>
                  <a:pt x="569" y="200"/>
                </a:lnTo>
                <a:lnTo>
                  <a:pt x="570" y="207"/>
                </a:lnTo>
                <a:lnTo>
                  <a:pt x="570" y="214"/>
                </a:lnTo>
                <a:lnTo>
                  <a:pt x="571" y="221"/>
                </a:lnTo>
                <a:lnTo>
                  <a:pt x="571" y="228"/>
                </a:lnTo>
                <a:close/>
              </a:path>
            </a:pathLst>
          </a:custGeom>
          <a:solidFill>
            <a:srgbClr val="ffd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3" name=""/>
          <p:cNvSpPr/>
          <p:nvPr/>
        </p:nvSpPr>
        <p:spPr>
          <a:xfrm>
            <a:off x="4875120" y="1744920"/>
            <a:ext cx="207360" cy="166320"/>
          </a:xfrm>
          <a:custGeom>
            <a:avLst/>
            <a:gdLst/>
            <a:ahLst/>
            <a:rect l="0" t="0" r="r" b="b"/>
            <a:pathLst>
              <a:path w="576" h="462">
                <a:moveTo>
                  <a:pt x="574" y="230"/>
                </a:moveTo>
                <a:lnTo>
                  <a:pt x="574" y="223"/>
                </a:lnTo>
                <a:lnTo>
                  <a:pt x="573" y="216"/>
                </a:lnTo>
                <a:lnTo>
                  <a:pt x="573" y="209"/>
                </a:lnTo>
                <a:lnTo>
                  <a:pt x="572" y="202"/>
                </a:lnTo>
                <a:lnTo>
                  <a:pt x="570" y="195"/>
                </a:lnTo>
                <a:lnTo>
                  <a:pt x="569" y="188"/>
                </a:lnTo>
                <a:lnTo>
                  <a:pt x="567" y="181"/>
                </a:lnTo>
                <a:lnTo>
                  <a:pt x="565" y="174"/>
                </a:lnTo>
                <a:lnTo>
                  <a:pt x="563" y="167"/>
                </a:lnTo>
                <a:lnTo>
                  <a:pt x="560" y="160"/>
                </a:lnTo>
                <a:lnTo>
                  <a:pt x="557" y="153"/>
                </a:lnTo>
                <a:lnTo>
                  <a:pt x="554" y="146"/>
                </a:lnTo>
                <a:lnTo>
                  <a:pt x="550" y="140"/>
                </a:lnTo>
                <a:lnTo>
                  <a:pt x="547" y="133"/>
                </a:lnTo>
                <a:lnTo>
                  <a:pt x="543" y="127"/>
                </a:lnTo>
                <a:lnTo>
                  <a:pt x="539" y="120"/>
                </a:lnTo>
                <a:lnTo>
                  <a:pt x="534" y="114"/>
                </a:lnTo>
                <a:lnTo>
                  <a:pt x="529" y="108"/>
                </a:lnTo>
                <a:lnTo>
                  <a:pt x="525" y="102"/>
                </a:lnTo>
                <a:lnTo>
                  <a:pt x="518" y="96"/>
                </a:lnTo>
                <a:lnTo>
                  <a:pt x="513" y="90"/>
                </a:lnTo>
                <a:lnTo>
                  <a:pt x="507" y="85"/>
                </a:lnTo>
                <a:lnTo>
                  <a:pt x="502" y="79"/>
                </a:lnTo>
                <a:lnTo>
                  <a:pt x="496" y="74"/>
                </a:lnTo>
                <a:lnTo>
                  <a:pt x="489" y="69"/>
                </a:lnTo>
                <a:lnTo>
                  <a:pt x="483" y="64"/>
                </a:lnTo>
                <a:lnTo>
                  <a:pt x="476" y="59"/>
                </a:lnTo>
                <a:lnTo>
                  <a:pt x="469" y="54"/>
                </a:lnTo>
                <a:lnTo>
                  <a:pt x="462" y="50"/>
                </a:lnTo>
                <a:lnTo>
                  <a:pt x="455" y="45"/>
                </a:lnTo>
                <a:lnTo>
                  <a:pt x="448" y="41"/>
                </a:lnTo>
                <a:lnTo>
                  <a:pt x="441" y="37"/>
                </a:lnTo>
                <a:lnTo>
                  <a:pt x="433" y="34"/>
                </a:lnTo>
                <a:lnTo>
                  <a:pt x="425" y="30"/>
                </a:lnTo>
                <a:lnTo>
                  <a:pt x="417" y="27"/>
                </a:lnTo>
                <a:lnTo>
                  <a:pt x="409" y="24"/>
                </a:lnTo>
                <a:lnTo>
                  <a:pt x="401" y="21"/>
                </a:lnTo>
                <a:lnTo>
                  <a:pt x="393" y="18"/>
                </a:lnTo>
                <a:lnTo>
                  <a:pt x="384" y="15"/>
                </a:lnTo>
                <a:lnTo>
                  <a:pt x="376" y="13"/>
                </a:lnTo>
                <a:lnTo>
                  <a:pt x="367" y="11"/>
                </a:lnTo>
                <a:lnTo>
                  <a:pt x="359" y="9"/>
                </a:lnTo>
                <a:lnTo>
                  <a:pt x="350" y="7"/>
                </a:lnTo>
                <a:lnTo>
                  <a:pt x="341" y="6"/>
                </a:lnTo>
                <a:lnTo>
                  <a:pt x="332" y="5"/>
                </a:lnTo>
                <a:lnTo>
                  <a:pt x="324" y="4"/>
                </a:lnTo>
                <a:lnTo>
                  <a:pt x="315" y="3"/>
                </a:lnTo>
                <a:lnTo>
                  <a:pt x="306" y="2"/>
                </a:lnTo>
                <a:lnTo>
                  <a:pt x="297" y="2"/>
                </a:lnTo>
                <a:lnTo>
                  <a:pt x="288" y="2"/>
                </a:lnTo>
                <a:lnTo>
                  <a:pt x="279" y="2"/>
                </a:lnTo>
                <a:lnTo>
                  <a:pt x="270" y="2"/>
                </a:lnTo>
                <a:lnTo>
                  <a:pt x="261" y="3"/>
                </a:lnTo>
                <a:lnTo>
                  <a:pt x="252" y="4"/>
                </a:lnTo>
                <a:lnTo>
                  <a:pt x="243" y="5"/>
                </a:lnTo>
                <a:lnTo>
                  <a:pt x="234" y="6"/>
                </a:lnTo>
                <a:lnTo>
                  <a:pt x="226" y="7"/>
                </a:lnTo>
                <a:lnTo>
                  <a:pt x="217" y="9"/>
                </a:lnTo>
                <a:lnTo>
                  <a:pt x="208" y="11"/>
                </a:lnTo>
                <a:lnTo>
                  <a:pt x="200" y="13"/>
                </a:lnTo>
                <a:lnTo>
                  <a:pt x="191" y="15"/>
                </a:lnTo>
                <a:lnTo>
                  <a:pt x="183" y="18"/>
                </a:lnTo>
                <a:lnTo>
                  <a:pt x="175" y="21"/>
                </a:lnTo>
                <a:lnTo>
                  <a:pt x="166" y="24"/>
                </a:lnTo>
                <a:lnTo>
                  <a:pt x="158" y="27"/>
                </a:lnTo>
                <a:lnTo>
                  <a:pt x="150" y="30"/>
                </a:lnTo>
                <a:lnTo>
                  <a:pt x="143" y="34"/>
                </a:lnTo>
                <a:lnTo>
                  <a:pt x="135" y="37"/>
                </a:lnTo>
                <a:lnTo>
                  <a:pt x="128" y="41"/>
                </a:lnTo>
                <a:lnTo>
                  <a:pt x="120" y="45"/>
                </a:lnTo>
                <a:lnTo>
                  <a:pt x="113" y="50"/>
                </a:lnTo>
                <a:lnTo>
                  <a:pt x="106" y="54"/>
                </a:lnTo>
                <a:lnTo>
                  <a:pt x="99" y="59"/>
                </a:lnTo>
                <a:lnTo>
                  <a:pt x="93" y="64"/>
                </a:lnTo>
                <a:lnTo>
                  <a:pt x="86" y="69"/>
                </a:lnTo>
                <a:lnTo>
                  <a:pt x="80" y="74"/>
                </a:lnTo>
                <a:lnTo>
                  <a:pt x="74" y="79"/>
                </a:lnTo>
                <a:lnTo>
                  <a:pt x="68" y="85"/>
                </a:lnTo>
                <a:lnTo>
                  <a:pt x="63" y="90"/>
                </a:lnTo>
                <a:lnTo>
                  <a:pt x="57" y="96"/>
                </a:lnTo>
                <a:lnTo>
                  <a:pt x="52" y="102"/>
                </a:lnTo>
                <a:lnTo>
                  <a:pt x="47" y="108"/>
                </a:lnTo>
                <a:lnTo>
                  <a:pt x="42" y="114"/>
                </a:lnTo>
                <a:lnTo>
                  <a:pt x="38" y="120"/>
                </a:lnTo>
                <a:lnTo>
                  <a:pt x="34" y="127"/>
                </a:lnTo>
                <a:lnTo>
                  <a:pt x="30" y="133"/>
                </a:lnTo>
                <a:lnTo>
                  <a:pt x="26" y="140"/>
                </a:lnTo>
                <a:lnTo>
                  <a:pt x="23" y="146"/>
                </a:lnTo>
                <a:lnTo>
                  <a:pt x="20" y="153"/>
                </a:lnTo>
                <a:lnTo>
                  <a:pt x="17" y="160"/>
                </a:lnTo>
                <a:lnTo>
                  <a:pt x="14" y="167"/>
                </a:lnTo>
                <a:lnTo>
                  <a:pt x="12" y="174"/>
                </a:lnTo>
                <a:lnTo>
                  <a:pt x="10" y="181"/>
                </a:lnTo>
                <a:lnTo>
                  <a:pt x="8" y="188"/>
                </a:lnTo>
                <a:lnTo>
                  <a:pt x="6" y="195"/>
                </a:lnTo>
                <a:lnTo>
                  <a:pt x="5" y="202"/>
                </a:lnTo>
                <a:lnTo>
                  <a:pt x="4" y="209"/>
                </a:lnTo>
                <a:lnTo>
                  <a:pt x="3" y="216"/>
                </a:lnTo>
                <a:lnTo>
                  <a:pt x="3" y="223"/>
                </a:lnTo>
                <a:lnTo>
                  <a:pt x="3" y="230"/>
                </a:lnTo>
                <a:lnTo>
                  <a:pt x="3" y="238"/>
                </a:lnTo>
                <a:lnTo>
                  <a:pt x="3" y="245"/>
                </a:lnTo>
                <a:lnTo>
                  <a:pt x="4" y="252"/>
                </a:lnTo>
                <a:lnTo>
                  <a:pt x="5" y="259"/>
                </a:lnTo>
                <a:lnTo>
                  <a:pt x="6" y="266"/>
                </a:lnTo>
                <a:lnTo>
                  <a:pt x="8" y="273"/>
                </a:lnTo>
                <a:lnTo>
                  <a:pt x="10" y="280"/>
                </a:lnTo>
                <a:lnTo>
                  <a:pt x="12" y="287"/>
                </a:lnTo>
                <a:lnTo>
                  <a:pt x="14" y="294"/>
                </a:lnTo>
                <a:lnTo>
                  <a:pt x="17" y="301"/>
                </a:lnTo>
                <a:lnTo>
                  <a:pt x="20" y="308"/>
                </a:lnTo>
                <a:lnTo>
                  <a:pt x="23" y="315"/>
                </a:lnTo>
                <a:lnTo>
                  <a:pt x="26" y="321"/>
                </a:lnTo>
                <a:lnTo>
                  <a:pt x="30" y="328"/>
                </a:lnTo>
                <a:lnTo>
                  <a:pt x="34" y="334"/>
                </a:lnTo>
                <a:lnTo>
                  <a:pt x="38" y="341"/>
                </a:lnTo>
                <a:lnTo>
                  <a:pt x="42" y="347"/>
                </a:lnTo>
                <a:lnTo>
                  <a:pt x="47" y="353"/>
                </a:lnTo>
                <a:lnTo>
                  <a:pt x="52" y="359"/>
                </a:lnTo>
                <a:lnTo>
                  <a:pt x="57" y="365"/>
                </a:lnTo>
                <a:lnTo>
                  <a:pt x="63" y="371"/>
                </a:lnTo>
                <a:lnTo>
                  <a:pt x="68" y="376"/>
                </a:lnTo>
                <a:lnTo>
                  <a:pt x="74" y="382"/>
                </a:lnTo>
                <a:lnTo>
                  <a:pt x="80" y="387"/>
                </a:lnTo>
                <a:lnTo>
                  <a:pt x="86" y="392"/>
                </a:lnTo>
                <a:lnTo>
                  <a:pt x="93" y="397"/>
                </a:lnTo>
                <a:lnTo>
                  <a:pt x="99" y="402"/>
                </a:lnTo>
                <a:lnTo>
                  <a:pt x="106" y="407"/>
                </a:lnTo>
                <a:lnTo>
                  <a:pt x="113" y="411"/>
                </a:lnTo>
                <a:lnTo>
                  <a:pt x="120" y="415"/>
                </a:lnTo>
                <a:lnTo>
                  <a:pt x="128" y="419"/>
                </a:lnTo>
                <a:lnTo>
                  <a:pt x="135" y="423"/>
                </a:lnTo>
                <a:lnTo>
                  <a:pt x="143" y="427"/>
                </a:lnTo>
                <a:lnTo>
                  <a:pt x="150" y="431"/>
                </a:lnTo>
                <a:lnTo>
                  <a:pt x="158" y="434"/>
                </a:lnTo>
                <a:lnTo>
                  <a:pt x="166" y="437"/>
                </a:lnTo>
                <a:lnTo>
                  <a:pt x="175" y="440"/>
                </a:lnTo>
                <a:lnTo>
                  <a:pt x="183" y="444"/>
                </a:lnTo>
                <a:lnTo>
                  <a:pt x="191" y="446"/>
                </a:lnTo>
                <a:lnTo>
                  <a:pt x="200" y="449"/>
                </a:lnTo>
                <a:lnTo>
                  <a:pt x="208" y="451"/>
                </a:lnTo>
                <a:lnTo>
                  <a:pt x="217" y="453"/>
                </a:lnTo>
                <a:lnTo>
                  <a:pt x="226" y="455"/>
                </a:lnTo>
                <a:lnTo>
                  <a:pt x="234" y="456"/>
                </a:lnTo>
                <a:lnTo>
                  <a:pt x="243" y="457"/>
                </a:lnTo>
                <a:lnTo>
                  <a:pt x="252" y="458"/>
                </a:lnTo>
                <a:lnTo>
                  <a:pt x="261" y="459"/>
                </a:lnTo>
                <a:lnTo>
                  <a:pt x="270" y="460"/>
                </a:lnTo>
                <a:lnTo>
                  <a:pt x="279" y="460"/>
                </a:lnTo>
                <a:lnTo>
                  <a:pt x="288" y="460"/>
                </a:lnTo>
                <a:lnTo>
                  <a:pt x="297" y="460"/>
                </a:lnTo>
                <a:lnTo>
                  <a:pt x="306" y="460"/>
                </a:lnTo>
                <a:lnTo>
                  <a:pt x="315" y="459"/>
                </a:lnTo>
                <a:lnTo>
                  <a:pt x="324" y="458"/>
                </a:lnTo>
                <a:lnTo>
                  <a:pt x="332" y="457"/>
                </a:lnTo>
                <a:lnTo>
                  <a:pt x="341" y="456"/>
                </a:lnTo>
                <a:lnTo>
                  <a:pt x="350" y="455"/>
                </a:lnTo>
                <a:lnTo>
                  <a:pt x="359" y="453"/>
                </a:lnTo>
                <a:lnTo>
                  <a:pt x="367" y="451"/>
                </a:lnTo>
                <a:lnTo>
                  <a:pt x="376" y="449"/>
                </a:lnTo>
                <a:lnTo>
                  <a:pt x="384" y="446"/>
                </a:lnTo>
                <a:lnTo>
                  <a:pt x="393" y="444"/>
                </a:lnTo>
                <a:lnTo>
                  <a:pt x="401" y="440"/>
                </a:lnTo>
                <a:lnTo>
                  <a:pt x="409" y="437"/>
                </a:lnTo>
                <a:lnTo>
                  <a:pt x="417" y="434"/>
                </a:lnTo>
                <a:lnTo>
                  <a:pt x="425" y="431"/>
                </a:lnTo>
                <a:lnTo>
                  <a:pt x="433" y="427"/>
                </a:lnTo>
                <a:lnTo>
                  <a:pt x="441" y="423"/>
                </a:lnTo>
                <a:lnTo>
                  <a:pt x="448" y="419"/>
                </a:lnTo>
                <a:lnTo>
                  <a:pt x="455" y="415"/>
                </a:lnTo>
                <a:lnTo>
                  <a:pt x="462" y="411"/>
                </a:lnTo>
                <a:lnTo>
                  <a:pt x="469" y="407"/>
                </a:lnTo>
                <a:lnTo>
                  <a:pt x="476" y="402"/>
                </a:lnTo>
                <a:lnTo>
                  <a:pt x="483" y="397"/>
                </a:lnTo>
                <a:lnTo>
                  <a:pt x="489" y="392"/>
                </a:lnTo>
                <a:lnTo>
                  <a:pt x="496" y="387"/>
                </a:lnTo>
                <a:lnTo>
                  <a:pt x="502" y="382"/>
                </a:lnTo>
                <a:lnTo>
                  <a:pt x="507" y="376"/>
                </a:lnTo>
                <a:lnTo>
                  <a:pt x="513" y="371"/>
                </a:lnTo>
                <a:lnTo>
                  <a:pt x="518" y="365"/>
                </a:lnTo>
                <a:lnTo>
                  <a:pt x="525" y="359"/>
                </a:lnTo>
                <a:lnTo>
                  <a:pt x="529" y="353"/>
                </a:lnTo>
                <a:lnTo>
                  <a:pt x="534" y="347"/>
                </a:lnTo>
                <a:lnTo>
                  <a:pt x="539" y="341"/>
                </a:lnTo>
                <a:lnTo>
                  <a:pt x="543" y="334"/>
                </a:lnTo>
                <a:lnTo>
                  <a:pt x="547" y="328"/>
                </a:lnTo>
                <a:lnTo>
                  <a:pt x="550" y="321"/>
                </a:lnTo>
                <a:lnTo>
                  <a:pt x="554" y="315"/>
                </a:lnTo>
                <a:lnTo>
                  <a:pt x="557" y="308"/>
                </a:lnTo>
                <a:lnTo>
                  <a:pt x="560" y="301"/>
                </a:lnTo>
                <a:lnTo>
                  <a:pt x="563" y="294"/>
                </a:lnTo>
                <a:lnTo>
                  <a:pt x="565" y="287"/>
                </a:lnTo>
                <a:lnTo>
                  <a:pt x="567" y="280"/>
                </a:lnTo>
                <a:lnTo>
                  <a:pt x="569" y="273"/>
                </a:lnTo>
                <a:lnTo>
                  <a:pt x="570" y="266"/>
                </a:lnTo>
                <a:lnTo>
                  <a:pt x="572" y="259"/>
                </a:lnTo>
                <a:lnTo>
                  <a:pt x="573" y="252"/>
                </a:lnTo>
                <a:lnTo>
                  <a:pt x="573" y="245"/>
                </a:lnTo>
                <a:lnTo>
                  <a:pt x="574" y="238"/>
                </a:lnTo>
                <a:lnTo>
                  <a:pt x="574" y="230"/>
                </a:lnTo>
                <a:moveTo>
                  <a:pt x="576" y="230"/>
                </a:moveTo>
                <a:lnTo>
                  <a:pt x="576" y="238"/>
                </a:lnTo>
                <a:lnTo>
                  <a:pt x="576" y="245"/>
                </a:lnTo>
                <a:lnTo>
                  <a:pt x="575" y="252"/>
                </a:lnTo>
                <a:lnTo>
                  <a:pt x="574" y="259"/>
                </a:lnTo>
                <a:lnTo>
                  <a:pt x="573" y="266"/>
                </a:lnTo>
                <a:lnTo>
                  <a:pt x="571" y="274"/>
                </a:lnTo>
                <a:lnTo>
                  <a:pt x="569" y="281"/>
                </a:lnTo>
                <a:lnTo>
                  <a:pt x="567" y="288"/>
                </a:lnTo>
                <a:lnTo>
                  <a:pt x="565" y="295"/>
                </a:lnTo>
                <a:lnTo>
                  <a:pt x="562" y="302"/>
                </a:lnTo>
                <a:lnTo>
                  <a:pt x="559" y="308"/>
                </a:lnTo>
                <a:lnTo>
                  <a:pt x="556" y="315"/>
                </a:lnTo>
                <a:lnTo>
                  <a:pt x="552" y="322"/>
                </a:lnTo>
                <a:lnTo>
                  <a:pt x="549" y="329"/>
                </a:lnTo>
                <a:lnTo>
                  <a:pt x="545" y="335"/>
                </a:lnTo>
                <a:lnTo>
                  <a:pt x="541" y="341"/>
                </a:lnTo>
                <a:lnTo>
                  <a:pt x="536" y="348"/>
                </a:lnTo>
                <a:lnTo>
                  <a:pt x="531" y="354"/>
                </a:lnTo>
                <a:lnTo>
                  <a:pt x="526" y="360"/>
                </a:lnTo>
                <a:lnTo>
                  <a:pt x="520" y="366"/>
                </a:lnTo>
                <a:lnTo>
                  <a:pt x="515" y="372"/>
                </a:lnTo>
                <a:lnTo>
                  <a:pt x="509" y="377"/>
                </a:lnTo>
                <a:lnTo>
                  <a:pt x="503" y="383"/>
                </a:lnTo>
                <a:lnTo>
                  <a:pt x="497" y="388"/>
                </a:lnTo>
                <a:lnTo>
                  <a:pt x="491" y="393"/>
                </a:lnTo>
                <a:lnTo>
                  <a:pt x="484" y="398"/>
                </a:lnTo>
                <a:lnTo>
                  <a:pt x="478" y="403"/>
                </a:lnTo>
                <a:lnTo>
                  <a:pt x="471" y="408"/>
                </a:lnTo>
                <a:lnTo>
                  <a:pt x="464" y="412"/>
                </a:lnTo>
                <a:lnTo>
                  <a:pt x="457" y="417"/>
                </a:lnTo>
                <a:lnTo>
                  <a:pt x="449" y="421"/>
                </a:lnTo>
                <a:lnTo>
                  <a:pt x="442" y="425"/>
                </a:lnTo>
                <a:lnTo>
                  <a:pt x="434" y="429"/>
                </a:lnTo>
                <a:lnTo>
                  <a:pt x="426" y="432"/>
                </a:lnTo>
                <a:lnTo>
                  <a:pt x="418" y="436"/>
                </a:lnTo>
                <a:lnTo>
                  <a:pt x="410" y="439"/>
                </a:lnTo>
                <a:lnTo>
                  <a:pt x="402" y="442"/>
                </a:lnTo>
                <a:lnTo>
                  <a:pt x="394" y="446"/>
                </a:lnTo>
                <a:lnTo>
                  <a:pt x="385" y="448"/>
                </a:lnTo>
                <a:lnTo>
                  <a:pt x="377" y="451"/>
                </a:lnTo>
                <a:lnTo>
                  <a:pt x="368" y="453"/>
                </a:lnTo>
                <a:lnTo>
                  <a:pt x="359" y="455"/>
                </a:lnTo>
                <a:lnTo>
                  <a:pt x="350" y="456"/>
                </a:lnTo>
                <a:lnTo>
                  <a:pt x="342" y="458"/>
                </a:lnTo>
                <a:lnTo>
                  <a:pt x="333" y="459"/>
                </a:lnTo>
                <a:lnTo>
                  <a:pt x="324" y="460"/>
                </a:lnTo>
                <a:lnTo>
                  <a:pt x="315" y="461"/>
                </a:lnTo>
                <a:lnTo>
                  <a:pt x="306" y="461"/>
                </a:lnTo>
                <a:lnTo>
                  <a:pt x="297" y="462"/>
                </a:lnTo>
                <a:lnTo>
                  <a:pt x="288" y="462"/>
                </a:lnTo>
                <a:lnTo>
                  <a:pt x="279" y="462"/>
                </a:lnTo>
                <a:lnTo>
                  <a:pt x="270" y="461"/>
                </a:lnTo>
                <a:lnTo>
                  <a:pt x="261" y="461"/>
                </a:lnTo>
                <a:lnTo>
                  <a:pt x="252" y="460"/>
                </a:lnTo>
                <a:lnTo>
                  <a:pt x="243" y="459"/>
                </a:lnTo>
                <a:lnTo>
                  <a:pt x="234" y="458"/>
                </a:lnTo>
                <a:lnTo>
                  <a:pt x="225" y="456"/>
                </a:lnTo>
                <a:lnTo>
                  <a:pt x="216" y="455"/>
                </a:lnTo>
                <a:lnTo>
                  <a:pt x="208" y="453"/>
                </a:lnTo>
                <a:lnTo>
                  <a:pt x="199" y="451"/>
                </a:lnTo>
                <a:lnTo>
                  <a:pt x="190" y="448"/>
                </a:lnTo>
                <a:lnTo>
                  <a:pt x="182" y="446"/>
                </a:lnTo>
                <a:lnTo>
                  <a:pt x="174" y="442"/>
                </a:lnTo>
                <a:lnTo>
                  <a:pt x="165" y="439"/>
                </a:lnTo>
                <a:lnTo>
                  <a:pt x="157" y="436"/>
                </a:lnTo>
                <a:lnTo>
                  <a:pt x="149" y="432"/>
                </a:lnTo>
                <a:lnTo>
                  <a:pt x="142" y="429"/>
                </a:lnTo>
                <a:lnTo>
                  <a:pt x="134" y="425"/>
                </a:lnTo>
                <a:lnTo>
                  <a:pt x="126" y="421"/>
                </a:lnTo>
                <a:lnTo>
                  <a:pt x="119" y="417"/>
                </a:lnTo>
                <a:lnTo>
                  <a:pt x="112" y="412"/>
                </a:lnTo>
                <a:lnTo>
                  <a:pt x="105" y="408"/>
                </a:lnTo>
                <a:lnTo>
                  <a:pt x="98" y="403"/>
                </a:lnTo>
                <a:lnTo>
                  <a:pt x="91" y="398"/>
                </a:lnTo>
                <a:lnTo>
                  <a:pt x="85" y="393"/>
                </a:lnTo>
                <a:lnTo>
                  <a:pt x="78" y="388"/>
                </a:lnTo>
                <a:lnTo>
                  <a:pt x="72" y="383"/>
                </a:lnTo>
                <a:lnTo>
                  <a:pt x="66" y="377"/>
                </a:lnTo>
                <a:lnTo>
                  <a:pt x="61" y="372"/>
                </a:lnTo>
                <a:lnTo>
                  <a:pt x="55" y="366"/>
                </a:lnTo>
                <a:lnTo>
                  <a:pt x="50" y="360"/>
                </a:lnTo>
                <a:lnTo>
                  <a:pt x="45" y="354"/>
                </a:lnTo>
                <a:lnTo>
                  <a:pt x="40" y="348"/>
                </a:lnTo>
                <a:lnTo>
                  <a:pt x="36" y="341"/>
                </a:lnTo>
                <a:lnTo>
                  <a:pt x="32" y="335"/>
                </a:lnTo>
                <a:lnTo>
                  <a:pt x="28" y="329"/>
                </a:lnTo>
                <a:lnTo>
                  <a:pt x="24" y="322"/>
                </a:lnTo>
                <a:lnTo>
                  <a:pt x="21" y="315"/>
                </a:lnTo>
                <a:lnTo>
                  <a:pt x="17" y="308"/>
                </a:lnTo>
                <a:lnTo>
                  <a:pt x="15" y="302"/>
                </a:lnTo>
                <a:lnTo>
                  <a:pt x="12" y="295"/>
                </a:lnTo>
                <a:lnTo>
                  <a:pt x="10" y="288"/>
                </a:lnTo>
                <a:lnTo>
                  <a:pt x="7" y="281"/>
                </a:lnTo>
                <a:lnTo>
                  <a:pt x="6" y="274"/>
                </a:lnTo>
                <a:lnTo>
                  <a:pt x="4" y="266"/>
                </a:lnTo>
                <a:lnTo>
                  <a:pt x="3" y="259"/>
                </a:lnTo>
                <a:lnTo>
                  <a:pt x="2" y="252"/>
                </a:lnTo>
                <a:lnTo>
                  <a:pt x="1" y="245"/>
                </a:lnTo>
                <a:lnTo>
                  <a:pt x="1" y="238"/>
                </a:lnTo>
                <a:lnTo>
                  <a:pt x="0" y="230"/>
                </a:lnTo>
                <a:lnTo>
                  <a:pt x="1" y="223"/>
                </a:lnTo>
                <a:lnTo>
                  <a:pt x="1" y="216"/>
                </a:lnTo>
                <a:lnTo>
                  <a:pt x="2" y="209"/>
                </a:lnTo>
                <a:lnTo>
                  <a:pt x="3" y="201"/>
                </a:lnTo>
                <a:lnTo>
                  <a:pt x="4" y="194"/>
                </a:lnTo>
                <a:lnTo>
                  <a:pt x="6" y="187"/>
                </a:lnTo>
                <a:lnTo>
                  <a:pt x="7" y="180"/>
                </a:lnTo>
                <a:lnTo>
                  <a:pt x="10" y="173"/>
                </a:lnTo>
                <a:lnTo>
                  <a:pt x="12" y="166"/>
                </a:lnTo>
                <a:lnTo>
                  <a:pt x="15" y="159"/>
                </a:lnTo>
                <a:lnTo>
                  <a:pt x="17" y="152"/>
                </a:lnTo>
                <a:lnTo>
                  <a:pt x="21" y="146"/>
                </a:lnTo>
                <a:lnTo>
                  <a:pt x="24" y="139"/>
                </a:lnTo>
                <a:lnTo>
                  <a:pt x="28" y="132"/>
                </a:lnTo>
                <a:lnTo>
                  <a:pt x="32" y="126"/>
                </a:lnTo>
                <a:lnTo>
                  <a:pt x="36" y="119"/>
                </a:lnTo>
                <a:lnTo>
                  <a:pt x="40" y="113"/>
                </a:lnTo>
                <a:lnTo>
                  <a:pt x="45" y="107"/>
                </a:lnTo>
                <a:lnTo>
                  <a:pt x="50" y="101"/>
                </a:lnTo>
                <a:lnTo>
                  <a:pt x="55" y="95"/>
                </a:lnTo>
                <a:lnTo>
                  <a:pt x="61" y="89"/>
                </a:lnTo>
                <a:lnTo>
                  <a:pt x="66" y="83"/>
                </a:lnTo>
                <a:lnTo>
                  <a:pt x="72" y="78"/>
                </a:lnTo>
                <a:lnTo>
                  <a:pt x="78" y="73"/>
                </a:lnTo>
                <a:lnTo>
                  <a:pt x="85" y="67"/>
                </a:lnTo>
                <a:lnTo>
                  <a:pt x="91" y="62"/>
                </a:lnTo>
                <a:lnTo>
                  <a:pt x="98" y="58"/>
                </a:lnTo>
                <a:lnTo>
                  <a:pt x="105" y="53"/>
                </a:lnTo>
                <a:lnTo>
                  <a:pt x="112" y="48"/>
                </a:lnTo>
                <a:lnTo>
                  <a:pt x="119" y="44"/>
                </a:lnTo>
                <a:lnTo>
                  <a:pt x="126" y="40"/>
                </a:lnTo>
                <a:lnTo>
                  <a:pt x="134" y="36"/>
                </a:lnTo>
                <a:lnTo>
                  <a:pt x="142" y="32"/>
                </a:lnTo>
                <a:lnTo>
                  <a:pt x="149" y="28"/>
                </a:lnTo>
                <a:lnTo>
                  <a:pt x="157" y="25"/>
                </a:lnTo>
                <a:lnTo>
                  <a:pt x="165" y="22"/>
                </a:lnTo>
                <a:lnTo>
                  <a:pt x="174" y="19"/>
                </a:lnTo>
                <a:lnTo>
                  <a:pt x="182" y="16"/>
                </a:lnTo>
                <a:lnTo>
                  <a:pt x="190" y="14"/>
                </a:lnTo>
                <a:lnTo>
                  <a:pt x="199" y="11"/>
                </a:lnTo>
                <a:lnTo>
                  <a:pt x="208" y="9"/>
                </a:lnTo>
                <a:lnTo>
                  <a:pt x="216" y="7"/>
                </a:lnTo>
                <a:lnTo>
                  <a:pt x="225" y="5"/>
                </a:lnTo>
                <a:lnTo>
                  <a:pt x="234" y="4"/>
                </a:lnTo>
                <a:lnTo>
                  <a:pt x="243" y="3"/>
                </a:lnTo>
                <a:lnTo>
                  <a:pt x="252" y="2"/>
                </a:lnTo>
                <a:lnTo>
                  <a:pt x="261" y="1"/>
                </a:lnTo>
                <a:lnTo>
                  <a:pt x="270" y="0"/>
                </a:lnTo>
                <a:lnTo>
                  <a:pt x="279" y="0"/>
                </a:lnTo>
                <a:lnTo>
                  <a:pt x="288" y="0"/>
                </a:lnTo>
                <a:lnTo>
                  <a:pt x="297" y="0"/>
                </a:lnTo>
                <a:lnTo>
                  <a:pt x="306" y="0"/>
                </a:lnTo>
                <a:lnTo>
                  <a:pt x="315" y="1"/>
                </a:lnTo>
                <a:lnTo>
                  <a:pt x="324" y="2"/>
                </a:lnTo>
                <a:lnTo>
                  <a:pt x="333" y="3"/>
                </a:lnTo>
                <a:lnTo>
                  <a:pt x="342" y="4"/>
                </a:lnTo>
                <a:lnTo>
                  <a:pt x="350" y="5"/>
                </a:lnTo>
                <a:lnTo>
                  <a:pt x="359" y="7"/>
                </a:lnTo>
                <a:lnTo>
                  <a:pt x="368" y="9"/>
                </a:lnTo>
                <a:lnTo>
                  <a:pt x="377" y="11"/>
                </a:lnTo>
                <a:lnTo>
                  <a:pt x="385" y="14"/>
                </a:lnTo>
                <a:lnTo>
                  <a:pt x="394" y="16"/>
                </a:lnTo>
                <a:lnTo>
                  <a:pt x="402" y="19"/>
                </a:lnTo>
                <a:lnTo>
                  <a:pt x="410" y="22"/>
                </a:lnTo>
                <a:lnTo>
                  <a:pt x="418" y="25"/>
                </a:lnTo>
                <a:lnTo>
                  <a:pt x="426" y="28"/>
                </a:lnTo>
                <a:lnTo>
                  <a:pt x="434" y="32"/>
                </a:lnTo>
                <a:lnTo>
                  <a:pt x="442" y="36"/>
                </a:lnTo>
                <a:lnTo>
                  <a:pt x="449" y="40"/>
                </a:lnTo>
                <a:lnTo>
                  <a:pt x="457" y="44"/>
                </a:lnTo>
                <a:lnTo>
                  <a:pt x="464" y="48"/>
                </a:lnTo>
                <a:lnTo>
                  <a:pt x="471" y="53"/>
                </a:lnTo>
                <a:lnTo>
                  <a:pt x="478" y="58"/>
                </a:lnTo>
                <a:lnTo>
                  <a:pt x="484" y="62"/>
                </a:lnTo>
                <a:lnTo>
                  <a:pt x="491" y="67"/>
                </a:lnTo>
                <a:lnTo>
                  <a:pt x="497" y="73"/>
                </a:lnTo>
                <a:lnTo>
                  <a:pt x="503" y="78"/>
                </a:lnTo>
                <a:lnTo>
                  <a:pt x="509" y="83"/>
                </a:lnTo>
                <a:lnTo>
                  <a:pt x="515" y="89"/>
                </a:lnTo>
                <a:lnTo>
                  <a:pt x="520" y="95"/>
                </a:lnTo>
                <a:lnTo>
                  <a:pt x="526" y="101"/>
                </a:lnTo>
                <a:lnTo>
                  <a:pt x="531" y="107"/>
                </a:lnTo>
                <a:lnTo>
                  <a:pt x="536" y="113"/>
                </a:lnTo>
                <a:lnTo>
                  <a:pt x="541" y="119"/>
                </a:lnTo>
                <a:lnTo>
                  <a:pt x="545" y="126"/>
                </a:lnTo>
                <a:lnTo>
                  <a:pt x="549" y="132"/>
                </a:lnTo>
                <a:lnTo>
                  <a:pt x="552" y="139"/>
                </a:lnTo>
                <a:lnTo>
                  <a:pt x="556" y="146"/>
                </a:lnTo>
                <a:lnTo>
                  <a:pt x="559" y="152"/>
                </a:lnTo>
                <a:lnTo>
                  <a:pt x="562" y="159"/>
                </a:lnTo>
                <a:lnTo>
                  <a:pt x="565" y="166"/>
                </a:lnTo>
                <a:lnTo>
                  <a:pt x="567" y="173"/>
                </a:lnTo>
                <a:lnTo>
                  <a:pt x="569" y="180"/>
                </a:lnTo>
                <a:lnTo>
                  <a:pt x="571" y="187"/>
                </a:lnTo>
                <a:lnTo>
                  <a:pt x="573" y="194"/>
                </a:lnTo>
                <a:lnTo>
                  <a:pt x="574" y="201"/>
                </a:lnTo>
                <a:lnTo>
                  <a:pt x="575" y="209"/>
                </a:lnTo>
                <a:lnTo>
                  <a:pt x="576" y="216"/>
                </a:lnTo>
                <a:lnTo>
                  <a:pt x="576" y="223"/>
                </a:lnTo>
                <a:lnTo>
                  <a:pt x="576" y="230"/>
                </a:lnTo>
                <a:close/>
              </a:path>
            </a:pathLst>
          </a:custGeom>
          <a:solidFill>
            <a:srgbClr val="ffd6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4" name=""/>
          <p:cNvSpPr/>
          <p:nvPr/>
        </p:nvSpPr>
        <p:spPr>
          <a:xfrm>
            <a:off x="4874400" y="1744200"/>
            <a:ext cx="208800" cy="167760"/>
          </a:xfrm>
          <a:custGeom>
            <a:avLst/>
            <a:gdLst/>
            <a:ahLst/>
            <a:rect l="0" t="0" r="r" b="b"/>
            <a:pathLst>
              <a:path w="580" h="466">
                <a:moveTo>
                  <a:pt x="578" y="233"/>
                </a:moveTo>
                <a:lnTo>
                  <a:pt x="578" y="226"/>
                </a:lnTo>
                <a:lnTo>
                  <a:pt x="578" y="219"/>
                </a:lnTo>
                <a:lnTo>
                  <a:pt x="577" y="212"/>
                </a:lnTo>
                <a:lnTo>
                  <a:pt x="576" y="204"/>
                </a:lnTo>
                <a:lnTo>
                  <a:pt x="575" y="197"/>
                </a:lnTo>
                <a:lnTo>
                  <a:pt x="573" y="190"/>
                </a:lnTo>
                <a:lnTo>
                  <a:pt x="571" y="183"/>
                </a:lnTo>
                <a:lnTo>
                  <a:pt x="569" y="176"/>
                </a:lnTo>
                <a:lnTo>
                  <a:pt x="567" y="169"/>
                </a:lnTo>
                <a:lnTo>
                  <a:pt x="564" y="162"/>
                </a:lnTo>
                <a:lnTo>
                  <a:pt x="561" y="155"/>
                </a:lnTo>
                <a:lnTo>
                  <a:pt x="558" y="149"/>
                </a:lnTo>
                <a:lnTo>
                  <a:pt x="554" y="142"/>
                </a:lnTo>
                <a:lnTo>
                  <a:pt x="551" y="135"/>
                </a:lnTo>
                <a:lnTo>
                  <a:pt x="547" y="129"/>
                </a:lnTo>
                <a:lnTo>
                  <a:pt x="543" y="122"/>
                </a:lnTo>
                <a:lnTo>
                  <a:pt x="538" y="116"/>
                </a:lnTo>
                <a:lnTo>
                  <a:pt x="533" y="110"/>
                </a:lnTo>
                <a:lnTo>
                  <a:pt x="528" y="104"/>
                </a:lnTo>
                <a:lnTo>
                  <a:pt x="523" y="98"/>
                </a:lnTo>
                <a:lnTo>
                  <a:pt x="518" y="92"/>
                </a:lnTo>
                <a:lnTo>
                  <a:pt x="512" y="86"/>
                </a:lnTo>
                <a:lnTo>
                  <a:pt x="506" y="81"/>
                </a:lnTo>
                <a:lnTo>
                  <a:pt x="500" y="76"/>
                </a:lnTo>
                <a:lnTo>
                  <a:pt x="494" y="70"/>
                </a:lnTo>
                <a:lnTo>
                  <a:pt x="487" y="65"/>
                </a:lnTo>
                <a:lnTo>
                  <a:pt x="481" y="61"/>
                </a:lnTo>
                <a:lnTo>
                  <a:pt x="474" y="56"/>
                </a:lnTo>
                <a:lnTo>
                  <a:pt x="467" y="51"/>
                </a:lnTo>
                <a:lnTo>
                  <a:pt x="460" y="47"/>
                </a:lnTo>
                <a:lnTo>
                  <a:pt x="452" y="43"/>
                </a:lnTo>
                <a:lnTo>
                  <a:pt x="445" y="39"/>
                </a:lnTo>
                <a:lnTo>
                  <a:pt x="437" y="35"/>
                </a:lnTo>
                <a:lnTo>
                  <a:pt x="429" y="31"/>
                </a:lnTo>
                <a:lnTo>
                  <a:pt x="421" y="28"/>
                </a:lnTo>
                <a:lnTo>
                  <a:pt x="413" y="24"/>
                </a:lnTo>
                <a:lnTo>
                  <a:pt x="405" y="21"/>
                </a:lnTo>
                <a:lnTo>
                  <a:pt x="397" y="18"/>
                </a:lnTo>
                <a:lnTo>
                  <a:pt x="388" y="16"/>
                </a:lnTo>
                <a:lnTo>
                  <a:pt x="380" y="13"/>
                </a:lnTo>
                <a:lnTo>
                  <a:pt x="371" y="11"/>
                </a:lnTo>
                <a:lnTo>
                  <a:pt x="362" y="9"/>
                </a:lnTo>
                <a:lnTo>
                  <a:pt x="353" y="7"/>
                </a:lnTo>
                <a:lnTo>
                  <a:pt x="345" y="6"/>
                </a:lnTo>
                <a:lnTo>
                  <a:pt x="336" y="5"/>
                </a:lnTo>
                <a:lnTo>
                  <a:pt x="327" y="4"/>
                </a:lnTo>
                <a:lnTo>
                  <a:pt x="318" y="3"/>
                </a:lnTo>
                <a:lnTo>
                  <a:pt x="309" y="2"/>
                </a:lnTo>
                <a:lnTo>
                  <a:pt x="300" y="2"/>
                </a:lnTo>
                <a:lnTo>
                  <a:pt x="291" y="2"/>
                </a:lnTo>
                <a:lnTo>
                  <a:pt x="282" y="2"/>
                </a:lnTo>
                <a:lnTo>
                  <a:pt x="273" y="2"/>
                </a:lnTo>
                <a:lnTo>
                  <a:pt x="264" y="3"/>
                </a:lnTo>
                <a:lnTo>
                  <a:pt x="255" y="4"/>
                </a:lnTo>
                <a:lnTo>
                  <a:pt x="246" y="5"/>
                </a:lnTo>
                <a:lnTo>
                  <a:pt x="237" y="6"/>
                </a:lnTo>
                <a:lnTo>
                  <a:pt x="228" y="7"/>
                </a:lnTo>
                <a:lnTo>
                  <a:pt x="219" y="9"/>
                </a:lnTo>
                <a:lnTo>
                  <a:pt x="211" y="11"/>
                </a:lnTo>
                <a:lnTo>
                  <a:pt x="202" y="13"/>
                </a:lnTo>
                <a:lnTo>
                  <a:pt x="193" y="16"/>
                </a:lnTo>
                <a:lnTo>
                  <a:pt x="185" y="18"/>
                </a:lnTo>
                <a:lnTo>
                  <a:pt x="177" y="21"/>
                </a:lnTo>
                <a:lnTo>
                  <a:pt x="168" y="24"/>
                </a:lnTo>
                <a:lnTo>
                  <a:pt x="160" y="28"/>
                </a:lnTo>
                <a:lnTo>
                  <a:pt x="152" y="31"/>
                </a:lnTo>
                <a:lnTo>
                  <a:pt x="145" y="35"/>
                </a:lnTo>
                <a:lnTo>
                  <a:pt x="137" y="39"/>
                </a:lnTo>
                <a:lnTo>
                  <a:pt x="129" y="43"/>
                </a:lnTo>
                <a:lnTo>
                  <a:pt x="122" y="47"/>
                </a:lnTo>
                <a:lnTo>
                  <a:pt x="115" y="51"/>
                </a:lnTo>
                <a:lnTo>
                  <a:pt x="108" y="56"/>
                </a:lnTo>
                <a:lnTo>
                  <a:pt x="101" y="61"/>
                </a:lnTo>
                <a:lnTo>
                  <a:pt x="94" y="65"/>
                </a:lnTo>
                <a:lnTo>
                  <a:pt x="88" y="70"/>
                </a:lnTo>
                <a:lnTo>
                  <a:pt x="81" y="76"/>
                </a:lnTo>
                <a:lnTo>
                  <a:pt x="75" y="81"/>
                </a:lnTo>
                <a:lnTo>
                  <a:pt x="69" y="86"/>
                </a:lnTo>
                <a:lnTo>
                  <a:pt x="63" y="92"/>
                </a:lnTo>
                <a:lnTo>
                  <a:pt x="57" y="98"/>
                </a:lnTo>
                <a:lnTo>
                  <a:pt x="52" y="104"/>
                </a:lnTo>
                <a:lnTo>
                  <a:pt x="47" y="110"/>
                </a:lnTo>
                <a:lnTo>
                  <a:pt x="42" y="116"/>
                </a:lnTo>
                <a:lnTo>
                  <a:pt x="38" y="122"/>
                </a:lnTo>
                <a:lnTo>
                  <a:pt x="34" y="129"/>
                </a:lnTo>
                <a:lnTo>
                  <a:pt x="30" y="135"/>
                </a:lnTo>
                <a:lnTo>
                  <a:pt x="26" y="142"/>
                </a:lnTo>
                <a:lnTo>
                  <a:pt x="23" y="149"/>
                </a:lnTo>
                <a:lnTo>
                  <a:pt x="19" y="155"/>
                </a:lnTo>
                <a:lnTo>
                  <a:pt x="17" y="162"/>
                </a:lnTo>
                <a:lnTo>
                  <a:pt x="14" y="169"/>
                </a:lnTo>
                <a:lnTo>
                  <a:pt x="12" y="176"/>
                </a:lnTo>
                <a:lnTo>
                  <a:pt x="9" y="183"/>
                </a:lnTo>
                <a:lnTo>
                  <a:pt x="8" y="190"/>
                </a:lnTo>
                <a:lnTo>
                  <a:pt x="6" y="197"/>
                </a:lnTo>
                <a:lnTo>
                  <a:pt x="5" y="204"/>
                </a:lnTo>
                <a:lnTo>
                  <a:pt x="4" y="212"/>
                </a:lnTo>
                <a:lnTo>
                  <a:pt x="3" y="219"/>
                </a:lnTo>
                <a:lnTo>
                  <a:pt x="3" y="226"/>
                </a:lnTo>
                <a:lnTo>
                  <a:pt x="2" y="233"/>
                </a:lnTo>
                <a:lnTo>
                  <a:pt x="3" y="241"/>
                </a:lnTo>
                <a:lnTo>
                  <a:pt x="3" y="248"/>
                </a:lnTo>
                <a:lnTo>
                  <a:pt x="4" y="255"/>
                </a:lnTo>
                <a:lnTo>
                  <a:pt x="5" y="262"/>
                </a:lnTo>
                <a:lnTo>
                  <a:pt x="6" y="269"/>
                </a:lnTo>
                <a:lnTo>
                  <a:pt x="8" y="277"/>
                </a:lnTo>
                <a:lnTo>
                  <a:pt x="9" y="284"/>
                </a:lnTo>
                <a:lnTo>
                  <a:pt x="12" y="291"/>
                </a:lnTo>
                <a:lnTo>
                  <a:pt x="14" y="298"/>
                </a:lnTo>
                <a:lnTo>
                  <a:pt x="17" y="305"/>
                </a:lnTo>
                <a:lnTo>
                  <a:pt x="19" y="311"/>
                </a:lnTo>
                <a:lnTo>
                  <a:pt x="23" y="318"/>
                </a:lnTo>
                <a:lnTo>
                  <a:pt x="26" y="325"/>
                </a:lnTo>
                <a:lnTo>
                  <a:pt x="30" y="332"/>
                </a:lnTo>
                <a:lnTo>
                  <a:pt x="34" y="338"/>
                </a:lnTo>
                <a:lnTo>
                  <a:pt x="38" y="344"/>
                </a:lnTo>
                <a:lnTo>
                  <a:pt x="42" y="351"/>
                </a:lnTo>
                <a:lnTo>
                  <a:pt x="47" y="357"/>
                </a:lnTo>
                <a:lnTo>
                  <a:pt x="52" y="363"/>
                </a:lnTo>
                <a:lnTo>
                  <a:pt x="57" y="369"/>
                </a:lnTo>
                <a:lnTo>
                  <a:pt x="63" y="375"/>
                </a:lnTo>
                <a:lnTo>
                  <a:pt x="69" y="380"/>
                </a:lnTo>
                <a:lnTo>
                  <a:pt x="75" y="386"/>
                </a:lnTo>
                <a:lnTo>
                  <a:pt x="81" y="391"/>
                </a:lnTo>
                <a:lnTo>
                  <a:pt x="88" y="396"/>
                </a:lnTo>
                <a:lnTo>
                  <a:pt x="94" y="401"/>
                </a:lnTo>
                <a:lnTo>
                  <a:pt x="101" y="406"/>
                </a:lnTo>
                <a:lnTo>
                  <a:pt x="108" y="411"/>
                </a:lnTo>
                <a:lnTo>
                  <a:pt x="115" y="415"/>
                </a:lnTo>
                <a:lnTo>
                  <a:pt x="122" y="420"/>
                </a:lnTo>
                <a:lnTo>
                  <a:pt x="129" y="424"/>
                </a:lnTo>
                <a:lnTo>
                  <a:pt x="137" y="428"/>
                </a:lnTo>
                <a:lnTo>
                  <a:pt x="145" y="432"/>
                </a:lnTo>
                <a:lnTo>
                  <a:pt x="152" y="435"/>
                </a:lnTo>
                <a:lnTo>
                  <a:pt x="160" y="439"/>
                </a:lnTo>
                <a:lnTo>
                  <a:pt x="168" y="442"/>
                </a:lnTo>
                <a:lnTo>
                  <a:pt x="177" y="445"/>
                </a:lnTo>
                <a:lnTo>
                  <a:pt x="185" y="448"/>
                </a:lnTo>
                <a:lnTo>
                  <a:pt x="193" y="450"/>
                </a:lnTo>
                <a:lnTo>
                  <a:pt x="202" y="453"/>
                </a:lnTo>
                <a:lnTo>
                  <a:pt x="211" y="455"/>
                </a:lnTo>
                <a:lnTo>
                  <a:pt x="219" y="457"/>
                </a:lnTo>
                <a:lnTo>
                  <a:pt x="228" y="458"/>
                </a:lnTo>
                <a:lnTo>
                  <a:pt x="237" y="460"/>
                </a:lnTo>
                <a:lnTo>
                  <a:pt x="246" y="461"/>
                </a:lnTo>
                <a:lnTo>
                  <a:pt x="255" y="462"/>
                </a:lnTo>
                <a:lnTo>
                  <a:pt x="264" y="463"/>
                </a:lnTo>
                <a:lnTo>
                  <a:pt x="273" y="463"/>
                </a:lnTo>
                <a:lnTo>
                  <a:pt x="282" y="464"/>
                </a:lnTo>
                <a:lnTo>
                  <a:pt x="291" y="464"/>
                </a:lnTo>
                <a:lnTo>
                  <a:pt x="300" y="464"/>
                </a:lnTo>
                <a:lnTo>
                  <a:pt x="309" y="463"/>
                </a:lnTo>
                <a:lnTo>
                  <a:pt x="318" y="463"/>
                </a:lnTo>
                <a:lnTo>
                  <a:pt x="327" y="462"/>
                </a:lnTo>
                <a:lnTo>
                  <a:pt x="336" y="461"/>
                </a:lnTo>
                <a:lnTo>
                  <a:pt x="345" y="460"/>
                </a:lnTo>
                <a:lnTo>
                  <a:pt x="353" y="458"/>
                </a:lnTo>
                <a:lnTo>
                  <a:pt x="362" y="457"/>
                </a:lnTo>
                <a:lnTo>
                  <a:pt x="371" y="455"/>
                </a:lnTo>
                <a:lnTo>
                  <a:pt x="380" y="453"/>
                </a:lnTo>
                <a:lnTo>
                  <a:pt x="388" y="450"/>
                </a:lnTo>
                <a:lnTo>
                  <a:pt x="397" y="448"/>
                </a:lnTo>
                <a:lnTo>
                  <a:pt x="405" y="445"/>
                </a:lnTo>
                <a:lnTo>
                  <a:pt x="413" y="442"/>
                </a:lnTo>
                <a:lnTo>
                  <a:pt x="421" y="439"/>
                </a:lnTo>
                <a:lnTo>
                  <a:pt x="429" y="435"/>
                </a:lnTo>
                <a:lnTo>
                  <a:pt x="437" y="432"/>
                </a:lnTo>
                <a:lnTo>
                  <a:pt x="445" y="428"/>
                </a:lnTo>
                <a:lnTo>
                  <a:pt x="452" y="424"/>
                </a:lnTo>
                <a:lnTo>
                  <a:pt x="460" y="420"/>
                </a:lnTo>
                <a:lnTo>
                  <a:pt x="467" y="415"/>
                </a:lnTo>
                <a:lnTo>
                  <a:pt x="474" y="411"/>
                </a:lnTo>
                <a:lnTo>
                  <a:pt x="481" y="406"/>
                </a:lnTo>
                <a:lnTo>
                  <a:pt x="487" y="401"/>
                </a:lnTo>
                <a:lnTo>
                  <a:pt x="494" y="396"/>
                </a:lnTo>
                <a:lnTo>
                  <a:pt x="500" y="391"/>
                </a:lnTo>
                <a:lnTo>
                  <a:pt x="506" y="386"/>
                </a:lnTo>
                <a:lnTo>
                  <a:pt x="512" y="380"/>
                </a:lnTo>
                <a:lnTo>
                  <a:pt x="518" y="375"/>
                </a:lnTo>
                <a:lnTo>
                  <a:pt x="523" y="369"/>
                </a:lnTo>
                <a:lnTo>
                  <a:pt x="528" y="363"/>
                </a:lnTo>
                <a:lnTo>
                  <a:pt x="533" y="357"/>
                </a:lnTo>
                <a:lnTo>
                  <a:pt x="538" y="351"/>
                </a:lnTo>
                <a:lnTo>
                  <a:pt x="543" y="344"/>
                </a:lnTo>
                <a:lnTo>
                  <a:pt x="547" y="338"/>
                </a:lnTo>
                <a:lnTo>
                  <a:pt x="551" y="332"/>
                </a:lnTo>
                <a:lnTo>
                  <a:pt x="554" y="325"/>
                </a:lnTo>
                <a:lnTo>
                  <a:pt x="558" y="318"/>
                </a:lnTo>
                <a:lnTo>
                  <a:pt x="561" y="311"/>
                </a:lnTo>
                <a:lnTo>
                  <a:pt x="564" y="305"/>
                </a:lnTo>
                <a:lnTo>
                  <a:pt x="567" y="298"/>
                </a:lnTo>
                <a:lnTo>
                  <a:pt x="569" y="291"/>
                </a:lnTo>
                <a:lnTo>
                  <a:pt x="571" y="284"/>
                </a:lnTo>
                <a:lnTo>
                  <a:pt x="573" y="277"/>
                </a:lnTo>
                <a:lnTo>
                  <a:pt x="575" y="269"/>
                </a:lnTo>
                <a:lnTo>
                  <a:pt x="576" y="262"/>
                </a:lnTo>
                <a:lnTo>
                  <a:pt x="577" y="255"/>
                </a:lnTo>
                <a:lnTo>
                  <a:pt x="578" y="248"/>
                </a:lnTo>
                <a:lnTo>
                  <a:pt x="578" y="241"/>
                </a:lnTo>
                <a:lnTo>
                  <a:pt x="578" y="233"/>
                </a:lnTo>
                <a:moveTo>
                  <a:pt x="580" y="233"/>
                </a:moveTo>
                <a:lnTo>
                  <a:pt x="580" y="241"/>
                </a:lnTo>
                <a:lnTo>
                  <a:pt x="580" y="248"/>
                </a:lnTo>
                <a:lnTo>
                  <a:pt x="579" y="255"/>
                </a:lnTo>
                <a:lnTo>
                  <a:pt x="578" y="263"/>
                </a:lnTo>
                <a:lnTo>
                  <a:pt x="577" y="270"/>
                </a:lnTo>
                <a:lnTo>
                  <a:pt x="575" y="277"/>
                </a:lnTo>
                <a:lnTo>
                  <a:pt x="573" y="284"/>
                </a:lnTo>
                <a:lnTo>
                  <a:pt x="571" y="291"/>
                </a:lnTo>
                <a:lnTo>
                  <a:pt x="569" y="298"/>
                </a:lnTo>
                <a:lnTo>
                  <a:pt x="566" y="305"/>
                </a:lnTo>
                <a:lnTo>
                  <a:pt x="563" y="312"/>
                </a:lnTo>
                <a:lnTo>
                  <a:pt x="560" y="319"/>
                </a:lnTo>
                <a:lnTo>
                  <a:pt x="557" y="326"/>
                </a:lnTo>
                <a:lnTo>
                  <a:pt x="553" y="332"/>
                </a:lnTo>
                <a:lnTo>
                  <a:pt x="549" y="339"/>
                </a:lnTo>
                <a:lnTo>
                  <a:pt x="545" y="345"/>
                </a:lnTo>
                <a:lnTo>
                  <a:pt x="540" y="352"/>
                </a:lnTo>
                <a:lnTo>
                  <a:pt x="535" y="358"/>
                </a:lnTo>
                <a:lnTo>
                  <a:pt x="530" y="364"/>
                </a:lnTo>
                <a:lnTo>
                  <a:pt x="525" y="370"/>
                </a:lnTo>
                <a:lnTo>
                  <a:pt x="520" y="376"/>
                </a:lnTo>
                <a:lnTo>
                  <a:pt x="514" y="381"/>
                </a:lnTo>
                <a:lnTo>
                  <a:pt x="508" y="387"/>
                </a:lnTo>
                <a:lnTo>
                  <a:pt x="502" y="392"/>
                </a:lnTo>
                <a:lnTo>
                  <a:pt x="496" y="398"/>
                </a:lnTo>
                <a:lnTo>
                  <a:pt x="489" y="403"/>
                </a:lnTo>
                <a:lnTo>
                  <a:pt x="482" y="408"/>
                </a:lnTo>
                <a:lnTo>
                  <a:pt x="475" y="412"/>
                </a:lnTo>
                <a:lnTo>
                  <a:pt x="468" y="417"/>
                </a:lnTo>
                <a:lnTo>
                  <a:pt x="461" y="421"/>
                </a:lnTo>
                <a:lnTo>
                  <a:pt x="454" y="426"/>
                </a:lnTo>
                <a:lnTo>
                  <a:pt x="446" y="430"/>
                </a:lnTo>
                <a:lnTo>
                  <a:pt x="438" y="433"/>
                </a:lnTo>
                <a:lnTo>
                  <a:pt x="430" y="437"/>
                </a:lnTo>
                <a:lnTo>
                  <a:pt x="422" y="440"/>
                </a:lnTo>
                <a:lnTo>
                  <a:pt x="414" y="444"/>
                </a:lnTo>
                <a:lnTo>
                  <a:pt x="406" y="447"/>
                </a:lnTo>
                <a:lnTo>
                  <a:pt x="397" y="449"/>
                </a:lnTo>
                <a:lnTo>
                  <a:pt x="389" y="452"/>
                </a:lnTo>
                <a:lnTo>
                  <a:pt x="380" y="454"/>
                </a:lnTo>
                <a:lnTo>
                  <a:pt x="372" y="456"/>
                </a:lnTo>
                <a:lnTo>
                  <a:pt x="363" y="458"/>
                </a:lnTo>
                <a:lnTo>
                  <a:pt x="354" y="460"/>
                </a:lnTo>
                <a:lnTo>
                  <a:pt x="345" y="462"/>
                </a:lnTo>
                <a:lnTo>
                  <a:pt x="336" y="463"/>
                </a:lnTo>
                <a:lnTo>
                  <a:pt x="327" y="464"/>
                </a:lnTo>
                <a:lnTo>
                  <a:pt x="318" y="465"/>
                </a:lnTo>
                <a:lnTo>
                  <a:pt x="309" y="465"/>
                </a:lnTo>
                <a:lnTo>
                  <a:pt x="300" y="466"/>
                </a:lnTo>
                <a:lnTo>
                  <a:pt x="291" y="466"/>
                </a:lnTo>
                <a:lnTo>
                  <a:pt x="282" y="466"/>
                </a:lnTo>
                <a:lnTo>
                  <a:pt x="273" y="465"/>
                </a:lnTo>
                <a:lnTo>
                  <a:pt x="264" y="465"/>
                </a:lnTo>
                <a:lnTo>
                  <a:pt x="255" y="464"/>
                </a:lnTo>
                <a:lnTo>
                  <a:pt x="245" y="463"/>
                </a:lnTo>
                <a:lnTo>
                  <a:pt x="237" y="462"/>
                </a:lnTo>
                <a:lnTo>
                  <a:pt x="228" y="460"/>
                </a:lnTo>
                <a:lnTo>
                  <a:pt x="219" y="458"/>
                </a:lnTo>
                <a:lnTo>
                  <a:pt x="210" y="456"/>
                </a:lnTo>
                <a:lnTo>
                  <a:pt x="201" y="454"/>
                </a:lnTo>
                <a:lnTo>
                  <a:pt x="193" y="452"/>
                </a:lnTo>
                <a:lnTo>
                  <a:pt x="184" y="449"/>
                </a:lnTo>
                <a:lnTo>
                  <a:pt x="176" y="447"/>
                </a:lnTo>
                <a:lnTo>
                  <a:pt x="167" y="444"/>
                </a:lnTo>
                <a:lnTo>
                  <a:pt x="159" y="440"/>
                </a:lnTo>
                <a:lnTo>
                  <a:pt x="151" y="437"/>
                </a:lnTo>
                <a:lnTo>
                  <a:pt x="143" y="433"/>
                </a:lnTo>
                <a:lnTo>
                  <a:pt x="136" y="430"/>
                </a:lnTo>
                <a:lnTo>
                  <a:pt x="128" y="426"/>
                </a:lnTo>
                <a:lnTo>
                  <a:pt x="121" y="421"/>
                </a:lnTo>
                <a:lnTo>
                  <a:pt x="113" y="417"/>
                </a:lnTo>
                <a:lnTo>
                  <a:pt x="106" y="412"/>
                </a:lnTo>
                <a:lnTo>
                  <a:pt x="99" y="408"/>
                </a:lnTo>
                <a:lnTo>
                  <a:pt x="93" y="403"/>
                </a:lnTo>
                <a:lnTo>
                  <a:pt x="86" y="398"/>
                </a:lnTo>
                <a:lnTo>
                  <a:pt x="80" y="392"/>
                </a:lnTo>
                <a:lnTo>
                  <a:pt x="74" y="387"/>
                </a:lnTo>
                <a:lnTo>
                  <a:pt x="68" y="381"/>
                </a:lnTo>
                <a:lnTo>
                  <a:pt x="61" y="376"/>
                </a:lnTo>
                <a:lnTo>
                  <a:pt x="55" y="370"/>
                </a:lnTo>
                <a:lnTo>
                  <a:pt x="50" y="364"/>
                </a:lnTo>
                <a:lnTo>
                  <a:pt x="45" y="358"/>
                </a:lnTo>
                <a:lnTo>
                  <a:pt x="41" y="352"/>
                </a:lnTo>
                <a:lnTo>
                  <a:pt x="36" y="345"/>
                </a:lnTo>
                <a:lnTo>
                  <a:pt x="32" y="339"/>
                </a:lnTo>
                <a:lnTo>
                  <a:pt x="28" y="332"/>
                </a:lnTo>
                <a:lnTo>
                  <a:pt x="24" y="326"/>
                </a:lnTo>
                <a:lnTo>
                  <a:pt x="21" y="319"/>
                </a:lnTo>
                <a:lnTo>
                  <a:pt x="17" y="312"/>
                </a:lnTo>
                <a:lnTo>
                  <a:pt x="14" y="305"/>
                </a:lnTo>
                <a:lnTo>
                  <a:pt x="12" y="298"/>
                </a:lnTo>
                <a:lnTo>
                  <a:pt x="9" y="291"/>
                </a:lnTo>
                <a:lnTo>
                  <a:pt x="7" y="284"/>
                </a:lnTo>
                <a:lnTo>
                  <a:pt x="5" y="277"/>
                </a:lnTo>
                <a:lnTo>
                  <a:pt x="4" y="270"/>
                </a:lnTo>
                <a:lnTo>
                  <a:pt x="2" y="263"/>
                </a:lnTo>
                <a:lnTo>
                  <a:pt x="1" y="255"/>
                </a:lnTo>
                <a:lnTo>
                  <a:pt x="1" y="248"/>
                </a:lnTo>
                <a:lnTo>
                  <a:pt x="0" y="241"/>
                </a:lnTo>
                <a:lnTo>
                  <a:pt x="0" y="233"/>
                </a:lnTo>
                <a:lnTo>
                  <a:pt x="0" y="226"/>
                </a:lnTo>
                <a:lnTo>
                  <a:pt x="1" y="219"/>
                </a:lnTo>
                <a:lnTo>
                  <a:pt x="1" y="212"/>
                </a:lnTo>
                <a:lnTo>
                  <a:pt x="2" y="204"/>
                </a:lnTo>
                <a:lnTo>
                  <a:pt x="4" y="197"/>
                </a:lnTo>
                <a:lnTo>
                  <a:pt x="5" y="190"/>
                </a:lnTo>
                <a:lnTo>
                  <a:pt x="7" y="183"/>
                </a:lnTo>
                <a:lnTo>
                  <a:pt x="9" y="176"/>
                </a:lnTo>
                <a:lnTo>
                  <a:pt x="12" y="169"/>
                </a:lnTo>
                <a:lnTo>
                  <a:pt x="14" y="162"/>
                </a:lnTo>
                <a:lnTo>
                  <a:pt x="17" y="155"/>
                </a:lnTo>
                <a:lnTo>
                  <a:pt x="21" y="148"/>
                </a:lnTo>
                <a:lnTo>
                  <a:pt x="24" y="141"/>
                </a:lnTo>
                <a:lnTo>
                  <a:pt x="28" y="134"/>
                </a:lnTo>
                <a:lnTo>
                  <a:pt x="32" y="128"/>
                </a:lnTo>
                <a:lnTo>
                  <a:pt x="36" y="121"/>
                </a:lnTo>
                <a:lnTo>
                  <a:pt x="41" y="115"/>
                </a:lnTo>
                <a:lnTo>
                  <a:pt x="45" y="109"/>
                </a:lnTo>
                <a:lnTo>
                  <a:pt x="50" y="103"/>
                </a:lnTo>
                <a:lnTo>
                  <a:pt x="55" y="97"/>
                </a:lnTo>
                <a:lnTo>
                  <a:pt x="61" y="91"/>
                </a:lnTo>
                <a:lnTo>
                  <a:pt x="68" y="85"/>
                </a:lnTo>
                <a:lnTo>
                  <a:pt x="74" y="80"/>
                </a:lnTo>
                <a:lnTo>
                  <a:pt x="80" y="74"/>
                </a:lnTo>
                <a:lnTo>
                  <a:pt x="86" y="69"/>
                </a:lnTo>
                <a:lnTo>
                  <a:pt x="93" y="64"/>
                </a:lnTo>
                <a:lnTo>
                  <a:pt x="99" y="59"/>
                </a:lnTo>
                <a:lnTo>
                  <a:pt x="106" y="54"/>
                </a:lnTo>
                <a:lnTo>
                  <a:pt x="113" y="50"/>
                </a:lnTo>
                <a:lnTo>
                  <a:pt x="121" y="45"/>
                </a:lnTo>
                <a:lnTo>
                  <a:pt x="128" y="41"/>
                </a:lnTo>
                <a:lnTo>
                  <a:pt x="136" y="37"/>
                </a:lnTo>
                <a:lnTo>
                  <a:pt x="143" y="33"/>
                </a:lnTo>
                <a:lnTo>
                  <a:pt x="151" y="30"/>
                </a:lnTo>
                <a:lnTo>
                  <a:pt x="159" y="25"/>
                </a:lnTo>
                <a:lnTo>
                  <a:pt x="167" y="22"/>
                </a:lnTo>
                <a:lnTo>
                  <a:pt x="176" y="19"/>
                </a:lnTo>
                <a:lnTo>
                  <a:pt x="184" y="16"/>
                </a:lnTo>
                <a:lnTo>
                  <a:pt x="193" y="14"/>
                </a:lnTo>
                <a:lnTo>
                  <a:pt x="201" y="11"/>
                </a:lnTo>
                <a:lnTo>
                  <a:pt x="210" y="9"/>
                </a:lnTo>
                <a:lnTo>
                  <a:pt x="219" y="7"/>
                </a:lnTo>
                <a:lnTo>
                  <a:pt x="228" y="6"/>
                </a:lnTo>
                <a:lnTo>
                  <a:pt x="237" y="4"/>
                </a:lnTo>
                <a:lnTo>
                  <a:pt x="245" y="3"/>
                </a:lnTo>
                <a:lnTo>
                  <a:pt x="255" y="2"/>
                </a:lnTo>
                <a:lnTo>
                  <a:pt x="264" y="1"/>
                </a:lnTo>
                <a:lnTo>
                  <a:pt x="273" y="1"/>
                </a:lnTo>
                <a:lnTo>
                  <a:pt x="282" y="0"/>
                </a:lnTo>
                <a:lnTo>
                  <a:pt x="291" y="0"/>
                </a:lnTo>
                <a:lnTo>
                  <a:pt x="300" y="0"/>
                </a:lnTo>
                <a:lnTo>
                  <a:pt x="309" y="1"/>
                </a:lnTo>
                <a:lnTo>
                  <a:pt x="318" y="1"/>
                </a:lnTo>
                <a:lnTo>
                  <a:pt x="327" y="2"/>
                </a:lnTo>
                <a:lnTo>
                  <a:pt x="336" y="3"/>
                </a:lnTo>
                <a:lnTo>
                  <a:pt x="345" y="4"/>
                </a:lnTo>
                <a:lnTo>
                  <a:pt x="354" y="6"/>
                </a:lnTo>
                <a:lnTo>
                  <a:pt x="363" y="7"/>
                </a:lnTo>
                <a:lnTo>
                  <a:pt x="372" y="9"/>
                </a:lnTo>
                <a:lnTo>
                  <a:pt x="380" y="11"/>
                </a:lnTo>
                <a:lnTo>
                  <a:pt x="389" y="14"/>
                </a:lnTo>
                <a:lnTo>
                  <a:pt x="397" y="16"/>
                </a:lnTo>
                <a:lnTo>
                  <a:pt x="406" y="19"/>
                </a:lnTo>
                <a:lnTo>
                  <a:pt x="414" y="22"/>
                </a:lnTo>
                <a:lnTo>
                  <a:pt x="422" y="25"/>
                </a:lnTo>
                <a:lnTo>
                  <a:pt x="430" y="30"/>
                </a:lnTo>
                <a:lnTo>
                  <a:pt x="438" y="33"/>
                </a:lnTo>
                <a:lnTo>
                  <a:pt x="446" y="37"/>
                </a:lnTo>
                <a:lnTo>
                  <a:pt x="454" y="41"/>
                </a:lnTo>
                <a:lnTo>
                  <a:pt x="461" y="45"/>
                </a:lnTo>
                <a:lnTo>
                  <a:pt x="468" y="50"/>
                </a:lnTo>
                <a:lnTo>
                  <a:pt x="475" y="54"/>
                </a:lnTo>
                <a:lnTo>
                  <a:pt x="482" y="59"/>
                </a:lnTo>
                <a:lnTo>
                  <a:pt x="489" y="64"/>
                </a:lnTo>
                <a:lnTo>
                  <a:pt x="496" y="69"/>
                </a:lnTo>
                <a:lnTo>
                  <a:pt x="502" y="74"/>
                </a:lnTo>
                <a:lnTo>
                  <a:pt x="508" y="80"/>
                </a:lnTo>
                <a:lnTo>
                  <a:pt x="514" y="85"/>
                </a:lnTo>
                <a:lnTo>
                  <a:pt x="520" y="91"/>
                </a:lnTo>
                <a:lnTo>
                  <a:pt x="525" y="97"/>
                </a:lnTo>
                <a:lnTo>
                  <a:pt x="530" y="103"/>
                </a:lnTo>
                <a:lnTo>
                  <a:pt x="535" y="109"/>
                </a:lnTo>
                <a:lnTo>
                  <a:pt x="540" y="115"/>
                </a:lnTo>
                <a:lnTo>
                  <a:pt x="545" y="121"/>
                </a:lnTo>
                <a:lnTo>
                  <a:pt x="549" y="128"/>
                </a:lnTo>
                <a:lnTo>
                  <a:pt x="553" y="134"/>
                </a:lnTo>
                <a:lnTo>
                  <a:pt x="557" y="141"/>
                </a:lnTo>
                <a:lnTo>
                  <a:pt x="560" y="148"/>
                </a:lnTo>
                <a:lnTo>
                  <a:pt x="563" y="155"/>
                </a:lnTo>
                <a:lnTo>
                  <a:pt x="566" y="162"/>
                </a:lnTo>
                <a:lnTo>
                  <a:pt x="569" y="169"/>
                </a:lnTo>
                <a:lnTo>
                  <a:pt x="571" y="176"/>
                </a:lnTo>
                <a:lnTo>
                  <a:pt x="573" y="183"/>
                </a:lnTo>
                <a:lnTo>
                  <a:pt x="575" y="190"/>
                </a:lnTo>
                <a:lnTo>
                  <a:pt x="577" y="197"/>
                </a:lnTo>
                <a:lnTo>
                  <a:pt x="578" y="204"/>
                </a:lnTo>
                <a:lnTo>
                  <a:pt x="579" y="212"/>
                </a:lnTo>
                <a:lnTo>
                  <a:pt x="580" y="219"/>
                </a:lnTo>
                <a:lnTo>
                  <a:pt x="580" y="226"/>
                </a:lnTo>
                <a:lnTo>
                  <a:pt x="580" y="233"/>
                </a:lnTo>
                <a:close/>
              </a:path>
            </a:pathLst>
          </a:custGeom>
          <a:solidFill>
            <a:srgbClr val="ffd5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5" name=""/>
          <p:cNvSpPr/>
          <p:nvPr/>
        </p:nvSpPr>
        <p:spPr>
          <a:xfrm>
            <a:off x="4873680" y="1743480"/>
            <a:ext cx="210600" cy="169200"/>
          </a:xfrm>
          <a:custGeom>
            <a:avLst/>
            <a:gdLst/>
            <a:ahLst/>
            <a:rect l="0" t="0" r="r" b="b"/>
            <a:pathLst>
              <a:path w="585" h="470">
                <a:moveTo>
                  <a:pt x="582" y="235"/>
                </a:moveTo>
                <a:lnTo>
                  <a:pt x="582" y="228"/>
                </a:lnTo>
                <a:lnTo>
                  <a:pt x="582" y="221"/>
                </a:lnTo>
                <a:lnTo>
                  <a:pt x="581" y="214"/>
                </a:lnTo>
                <a:lnTo>
                  <a:pt x="580" y="206"/>
                </a:lnTo>
                <a:lnTo>
                  <a:pt x="579" y="199"/>
                </a:lnTo>
                <a:lnTo>
                  <a:pt x="577" y="192"/>
                </a:lnTo>
                <a:lnTo>
                  <a:pt x="575" y="185"/>
                </a:lnTo>
                <a:lnTo>
                  <a:pt x="573" y="178"/>
                </a:lnTo>
                <a:lnTo>
                  <a:pt x="571" y="171"/>
                </a:lnTo>
                <a:lnTo>
                  <a:pt x="568" y="164"/>
                </a:lnTo>
                <a:lnTo>
                  <a:pt x="565" y="157"/>
                </a:lnTo>
                <a:lnTo>
                  <a:pt x="562" y="150"/>
                </a:lnTo>
                <a:lnTo>
                  <a:pt x="559" y="143"/>
                </a:lnTo>
                <a:lnTo>
                  <a:pt x="555" y="136"/>
                </a:lnTo>
                <a:lnTo>
                  <a:pt x="551" y="130"/>
                </a:lnTo>
                <a:lnTo>
                  <a:pt x="547" y="123"/>
                </a:lnTo>
                <a:lnTo>
                  <a:pt x="542" y="117"/>
                </a:lnTo>
                <a:lnTo>
                  <a:pt x="537" y="111"/>
                </a:lnTo>
                <a:lnTo>
                  <a:pt x="532" y="105"/>
                </a:lnTo>
                <a:lnTo>
                  <a:pt x="527" y="99"/>
                </a:lnTo>
                <a:lnTo>
                  <a:pt x="522" y="93"/>
                </a:lnTo>
                <a:lnTo>
                  <a:pt x="516" y="87"/>
                </a:lnTo>
                <a:lnTo>
                  <a:pt x="510" y="82"/>
                </a:lnTo>
                <a:lnTo>
                  <a:pt x="504" y="76"/>
                </a:lnTo>
                <a:lnTo>
                  <a:pt x="498" y="70"/>
                </a:lnTo>
                <a:lnTo>
                  <a:pt x="491" y="65"/>
                </a:lnTo>
                <a:lnTo>
                  <a:pt x="484" y="60"/>
                </a:lnTo>
                <a:lnTo>
                  <a:pt x="477" y="55"/>
                </a:lnTo>
                <a:lnTo>
                  <a:pt x="470" y="51"/>
                </a:lnTo>
                <a:lnTo>
                  <a:pt x="463" y="46"/>
                </a:lnTo>
                <a:lnTo>
                  <a:pt x="456" y="42"/>
                </a:lnTo>
                <a:lnTo>
                  <a:pt x="448" y="38"/>
                </a:lnTo>
                <a:lnTo>
                  <a:pt x="440" y="34"/>
                </a:lnTo>
                <a:lnTo>
                  <a:pt x="432" y="31"/>
                </a:lnTo>
                <a:lnTo>
                  <a:pt x="424" y="27"/>
                </a:lnTo>
                <a:lnTo>
                  <a:pt x="416" y="24"/>
                </a:lnTo>
                <a:lnTo>
                  <a:pt x="408" y="21"/>
                </a:lnTo>
                <a:lnTo>
                  <a:pt x="399" y="18"/>
                </a:lnTo>
                <a:lnTo>
                  <a:pt x="391" y="16"/>
                </a:lnTo>
                <a:lnTo>
                  <a:pt x="382" y="13"/>
                </a:lnTo>
                <a:lnTo>
                  <a:pt x="374" y="11"/>
                </a:lnTo>
                <a:lnTo>
                  <a:pt x="365" y="9"/>
                </a:lnTo>
                <a:lnTo>
                  <a:pt x="356" y="8"/>
                </a:lnTo>
                <a:lnTo>
                  <a:pt x="347" y="6"/>
                </a:lnTo>
                <a:lnTo>
                  <a:pt x="338" y="5"/>
                </a:lnTo>
                <a:lnTo>
                  <a:pt x="329" y="4"/>
                </a:lnTo>
                <a:lnTo>
                  <a:pt x="320" y="3"/>
                </a:lnTo>
                <a:lnTo>
                  <a:pt x="311" y="3"/>
                </a:lnTo>
                <a:lnTo>
                  <a:pt x="302" y="2"/>
                </a:lnTo>
                <a:lnTo>
                  <a:pt x="293" y="2"/>
                </a:lnTo>
                <a:lnTo>
                  <a:pt x="284" y="2"/>
                </a:lnTo>
                <a:lnTo>
                  <a:pt x="275" y="3"/>
                </a:lnTo>
                <a:lnTo>
                  <a:pt x="266" y="3"/>
                </a:lnTo>
                <a:lnTo>
                  <a:pt x="257" y="4"/>
                </a:lnTo>
                <a:lnTo>
                  <a:pt x="247" y="5"/>
                </a:lnTo>
                <a:lnTo>
                  <a:pt x="239" y="6"/>
                </a:lnTo>
                <a:lnTo>
                  <a:pt x="230" y="8"/>
                </a:lnTo>
                <a:lnTo>
                  <a:pt x="221" y="9"/>
                </a:lnTo>
                <a:lnTo>
                  <a:pt x="212" y="11"/>
                </a:lnTo>
                <a:lnTo>
                  <a:pt x="203" y="13"/>
                </a:lnTo>
                <a:lnTo>
                  <a:pt x="195" y="16"/>
                </a:lnTo>
                <a:lnTo>
                  <a:pt x="186" y="18"/>
                </a:lnTo>
                <a:lnTo>
                  <a:pt x="178" y="21"/>
                </a:lnTo>
                <a:lnTo>
                  <a:pt x="169" y="24"/>
                </a:lnTo>
                <a:lnTo>
                  <a:pt x="160" y="27"/>
                </a:lnTo>
                <a:lnTo>
                  <a:pt x="152" y="31"/>
                </a:lnTo>
                <a:lnTo>
                  <a:pt x="144" y="34"/>
                </a:lnTo>
                <a:lnTo>
                  <a:pt x="137" y="38"/>
                </a:lnTo>
                <a:lnTo>
                  <a:pt x="129" y="42"/>
                </a:lnTo>
                <a:lnTo>
                  <a:pt x="122" y="46"/>
                </a:lnTo>
                <a:lnTo>
                  <a:pt x="114" y="51"/>
                </a:lnTo>
                <a:lnTo>
                  <a:pt x="107" y="55"/>
                </a:lnTo>
                <a:lnTo>
                  <a:pt x="100" y="60"/>
                </a:lnTo>
                <a:lnTo>
                  <a:pt x="94" y="65"/>
                </a:lnTo>
                <a:lnTo>
                  <a:pt x="87" y="70"/>
                </a:lnTo>
                <a:lnTo>
                  <a:pt x="81" y="76"/>
                </a:lnTo>
                <a:lnTo>
                  <a:pt x="75" y="82"/>
                </a:lnTo>
                <a:lnTo>
                  <a:pt x="69" y="87"/>
                </a:lnTo>
                <a:lnTo>
                  <a:pt x="63" y="93"/>
                </a:lnTo>
                <a:lnTo>
                  <a:pt x="57" y="99"/>
                </a:lnTo>
                <a:lnTo>
                  <a:pt x="52" y="105"/>
                </a:lnTo>
                <a:lnTo>
                  <a:pt x="47" y="111"/>
                </a:lnTo>
                <a:lnTo>
                  <a:pt x="43" y="117"/>
                </a:lnTo>
                <a:lnTo>
                  <a:pt x="38" y="123"/>
                </a:lnTo>
                <a:lnTo>
                  <a:pt x="34" y="130"/>
                </a:lnTo>
                <a:lnTo>
                  <a:pt x="30" y="136"/>
                </a:lnTo>
                <a:lnTo>
                  <a:pt x="26" y="143"/>
                </a:lnTo>
                <a:lnTo>
                  <a:pt x="23" y="150"/>
                </a:lnTo>
                <a:lnTo>
                  <a:pt x="19" y="157"/>
                </a:lnTo>
                <a:lnTo>
                  <a:pt x="16" y="164"/>
                </a:lnTo>
                <a:lnTo>
                  <a:pt x="14" y="171"/>
                </a:lnTo>
                <a:lnTo>
                  <a:pt x="11" y="178"/>
                </a:lnTo>
                <a:lnTo>
                  <a:pt x="9" y="185"/>
                </a:lnTo>
                <a:lnTo>
                  <a:pt x="7" y="192"/>
                </a:lnTo>
                <a:lnTo>
                  <a:pt x="6" y="199"/>
                </a:lnTo>
                <a:lnTo>
                  <a:pt x="4" y="206"/>
                </a:lnTo>
                <a:lnTo>
                  <a:pt x="3" y="214"/>
                </a:lnTo>
                <a:lnTo>
                  <a:pt x="3" y="221"/>
                </a:lnTo>
                <a:lnTo>
                  <a:pt x="2" y="228"/>
                </a:lnTo>
                <a:lnTo>
                  <a:pt x="2" y="235"/>
                </a:lnTo>
                <a:lnTo>
                  <a:pt x="2" y="243"/>
                </a:lnTo>
                <a:lnTo>
                  <a:pt x="3" y="250"/>
                </a:lnTo>
                <a:lnTo>
                  <a:pt x="3" y="257"/>
                </a:lnTo>
                <a:lnTo>
                  <a:pt x="4" y="265"/>
                </a:lnTo>
                <a:lnTo>
                  <a:pt x="6" y="272"/>
                </a:lnTo>
                <a:lnTo>
                  <a:pt x="7" y="279"/>
                </a:lnTo>
                <a:lnTo>
                  <a:pt x="9" y="286"/>
                </a:lnTo>
                <a:lnTo>
                  <a:pt x="11" y="293"/>
                </a:lnTo>
                <a:lnTo>
                  <a:pt x="14" y="300"/>
                </a:lnTo>
                <a:lnTo>
                  <a:pt x="16" y="307"/>
                </a:lnTo>
                <a:lnTo>
                  <a:pt x="19" y="314"/>
                </a:lnTo>
                <a:lnTo>
                  <a:pt x="23" y="321"/>
                </a:lnTo>
                <a:lnTo>
                  <a:pt x="26" y="328"/>
                </a:lnTo>
                <a:lnTo>
                  <a:pt x="30" y="334"/>
                </a:lnTo>
                <a:lnTo>
                  <a:pt x="34" y="341"/>
                </a:lnTo>
                <a:lnTo>
                  <a:pt x="38" y="347"/>
                </a:lnTo>
                <a:lnTo>
                  <a:pt x="43" y="354"/>
                </a:lnTo>
                <a:lnTo>
                  <a:pt x="47" y="360"/>
                </a:lnTo>
                <a:lnTo>
                  <a:pt x="52" y="366"/>
                </a:lnTo>
                <a:lnTo>
                  <a:pt x="57" y="372"/>
                </a:lnTo>
                <a:lnTo>
                  <a:pt x="63" y="378"/>
                </a:lnTo>
                <a:lnTo>
                  <a:pt x="69" y="383"/>
                </a:lnTo>
                <a:lnTo>
                  <a:pt x="75" y="389"/>
                </a:lnTo>
                <a:lnTo>
                  <a:pt x="81" y="394"/>
                </a:lnTo>
                <a:lnTo>
                  <a:pt x="87" y="400"/>
                </a:lnTo>
                <a:lnTo>
                  <a:pt x="94" y="405"/>
                </a:lnTo>
                <a:lnTo>
                  <a:pt x="100" y="410"/>
                </a:lnTo>
                <a:lnTo>
                  <a:pt x="107" y="414"/>
                </a:lnTo>
                <a:lnTo>
                  <a:pt x="114" y="419"/>
                </a:lnTo>
                <a:lnTo>
                  <a:pt x="122" y="423"/>
                </a:lnTo>
                <a:lnTo>
                  <a:pt x="129" y="428"/>
                </a:lnTo>
                <a:lnTo>
                  <a:pt x="137" y="432"/>
                </a:lnTo>
                <a:lnTo>
                  <a:pt x="144" y="435"/>
                </a:lnTo>
                <a:lnTo>
                  <a:pt x="152" y="439"/>
                </a:lnTo>
                <a:lnTo>
                  <a:pt x="160" y="442"/>
                </a:lnTo>
                <a:lnTo>
                  <a:pt x="169" y="446"/>
                </a:lnTo>
                <a:lnTo>
                  <a:pt x="178" y="449"/>
                </a:lnTo>
                <a:lnTo>
                  <a:pt x="186" y="451"/>
                </a:lnTo>
                <a:lnTo>
                  <a:pt x="195" y="454"/>
                </a:lnTo>
                <a:lnTo>
                  <a:pt x="203" y="456"/>
                </a:lnTo>
                <a:lnTo>
                  <a:pt x="212" y="458"/>
                </a:lnTo>
                <a:lnTo>
                  <a:pt x="221" y="460"/>
                </a:lnTo>
                <a:lnTo>
                  <a:pt x="230" y="462"/>
                </a:lnTo>
                <a:lnTo>
                  <a:pt x="239" y="464"/>
                </a:lnTo>
                <a:lnTo>
                  <a:pt x="247" y="465"/>
                </a:lnTo>
                <a:lnTo>
                  <a:pt x="257" y="466"/>
                </a:lnTo>
                <a:lnTo>
                  <a:pt x="266" y="467"/>
                </a:lnTo>
                <a:lnTo>
                  <a:pt x="275" y="467"/>
                </a:lnTo>
                <a:lnTo>
                  <a:pt x="284" y="468"/>
                </a:lnTo>
                <a:lnTo>
                  <a:pt x="293" y="468"/>
                </a:lnTo>
                <a:lnTo>
                  <a:pt x="302" y="468"/>
                </a:lnTo>
                <a:lnTo>
                  <a:pt x="311" y="467"/>
                </a:lnTo>
                <a:lnTo>
                  <a:pt x="320" y="467"/>
                </a:lnTo>
                <a:lnTo>
                  <a:pt x="329" y="466"/>
                </a:lnTo>
                <a:lnTo>
                  <a:pt x="338" y="465"/>
                </a:lnTo>
                <a:lnTo>
                  <a:pt x="347" y="464"/>
                </a:lnTo>
                <a:lnTo>
                  <a:pt x="356" y="462"/>
                </a:lnTo>
                <a:lnTo>
                  <a:pt x="365" y="460"/>
                </a:lnTo>
                <a:lnTo>
                  <a:pt x="374" y="458"/>
                </a:lnTo>
                <a:lnTo>
                  <a:pt x="382" y="456"/>
                </a:lnTo>
                <a:lnTo>
                  <a:pt x="391" y="454"/>
                </a:lnTo>
                <a:lnTo>
                  <a:pt x="399" y="451"/>
                </a:lnTo>
                <a:lnTo>
                  <a:pt x="408" y="449"/>
                </a:lnTo>
                <a:lnTo>
                  <a:pt x="416" y="446"/>
                </a:lnTo>
                <a:lnTo>
                  <a:pt x="424" y="442"/>
                </a:lnTo>
                <a:lnTo>
                  <a:pt x="432" y="439"/>
                </a:lnTo>
                <a:lnTo>
                  <a:pt x="440" y="435"/>
                </a:lnTo>
                <a:lnTo>
                  <a:pt x="448" y="432"/>
                </a:lnTo>
                <a:lnTo>
                  <a:pt x="456" y="428"/>
                </a:lnTo>
                <a:lnTo>
                  <a:pt x="463" y="423"/>
                </a:lnTo>
                <a:lnTo>
                  <a:pt x="470" y="419"/>
                </a:lnTo>
                <a:lnTo>
                  <a:pt x="477" y="414"/>
                </a:lnTo>
                <a:lnTo>
                  <a:pt x="484" y="410"/>
                </a:lnTo>
                <a:lnTo>
                  <a:pt x="491" y="405"/>
                </a:lnTo>
                <a:lnTo>
                  <a:pt x="498" y="400"/>
                </a:lnTo>
                <a:lnTo>
                  <a:pt x="504" y="394"/>
                </a:lnTo>
                <a:lnTo>
                  <a:pt x="510" y="389"/>
                </a:lnTo>
                <a:lnTo>
                  <a:pt x="516" y="383"/>
                </a:lnTo>
                <a:lnTo>
                  <a:pt x="522" y="378"/>
                </a:lnTo>
                <a:lnTo>
                  <a:pt x="527" y="372"/>
                </a:lnTo>
                <a:lnTo>
                  <a:pt x="532" y="366"/>
                </a:lnTo>
                <a:lnTo>
                  <a:pt x="537" y="360"/>
                </a:lnTo>
                <a:lnTo>
                  <a:pt x="542" y="354"/>
                </a:lnTo>
                <a:lnTo>
                  <a:pt x="547" y="347"/>
                </a:lnTo>
                <a:lnTo>
                  <a:pt x="551" y="341"/>
                </a:lnTo>
                <a:lnTo>
                  <a:pt x="555" y="334"/>
                </a:lnTo>
                <a:lnTo>
                  <a:pt x="559" y="328"/>
                </a:lnTo>
                <a:lnTo>
                  <a:pt x="562" y="321"/>
                </a:lnTo>
                <a:lnTo>
                  <a:pt x="565" y="314"/>
                </a:lnTo>
                <a:lnTo>
                  <a:pt x="568" y="307"/>
                </a:lnTo>
                <a:lnTo>
                  <a:pt x="571" y="300"/>
                </a:lnTo>
                <a:lnTo>
                  <a:pt x="573" y="293"/>
                </a:lnTo>
                <a:lnTo>
                  <a:pt x="575" y="286"/>
                </a:lnTo>
                <a:lnTo>
                  <a:pt x="577" y="279"/>
                </a:lnTo>
                <a:lnTo>
                  <a:pt x="579" y="272"/>
                </a:lnTo>
                <a:lnTo>
                  <a:pt x="580" y="265"/>
                </a:lnTo>
                <a:lnTo>
                  <a:pt x="581" y="257"/>
                </a:lnTo>
                <a:lnTo>
                  <a:pt x="582" y="250"/>
                </a:lnTo>
                <a:lnTo>
                  <a:pt x="582" y="243"/>
                </a:lnTo>
                <a:lnTo>
                  <a:pt x="582" y="235"/>
                </a:lnTo>
                <a:moveTo>
                  <a:pt x="585" y="235"/>
                </a:moveTo>
                <a:lnTo>
                  <a:pt x="585" y="243"/>
                </a:lnTo>
                <a:lnTo>
                  <a:pt x="584" y="250"/>
                </a:lnTo>
                <a:lnTo>
                  <a:pt x="583" y="257"/>
                </a:lnTo>
                <a:lnTo>
                  <a:pt x="582" y="265"/>
                </a:lnTo>
                <a:lnTo>
                  <a:pt x="581" y="272"/>
                </a:lnTo>
                <a:lnTo>
                  <a:pt x="580" y="279"/>
                </a:lnTo>
                <a:lnTo>
                  <a:pt x="578" y="286"/>
                </a:lnTo>
                <a:lnTo>
                  <a:pt x="576" y="294"/>
                </a:lnTo>
                <a:lnTo>
                  <a:pt x="573" y="301"/>
                </a:lnTo>
                <a:lnTo>
                  <a:pt x="570" y="308"/>
                </a:lnTo>
                <a:lnTo>
                  <a:pt x="567" y="315"/>
                </a:lnTo>
                <a:lnTo>
                  <a:pt x="564" y="322"/>
                </a:lnTo>
                <a:lnTo>
                  <a:pt x="561" y="328"/>
                </a:lnTo>
                <a:lnTo>
                  <a:pt x="557" y="335"/>
                </a:lnTo>
                <a:lnTo>
                  <a:pt x="553" y="342"/>
                </a:lnTo>
                <a:lnTo>
                  <a:pt x="549" y="348"/>
                </a:lnTo>
                <a:lnTo>
                  <a:pt x="544" y="355"/>
                </a:lnTo>
                <a:lnTo>
                  <a:pt x="539" y="361"/>
                </a:lnTo>
                <a:lnTo>
                  <a:pt x="534" y="367"/>
                </a:lnTo>
                <a:lnTo>
                  <a:pt x="529" y="373"/>
                </a:lnTo>
                <a:lnTo>
                  <a:pt x="523" y="379"/>
                </a:lnTo>
                <a:lnTo>
                  <a:pt x="518" y="385"/>
                </a:lnTo>
                <a:lnTo>
                  <a:pt x="512" y="390"/>
                </a:lnTo>
                <a:lnTo>
                  <a:pt x="506" y="396"/>
                </a:lnTo>
                <a:lnTo>
                  <a:pt x="499" y="401"/>
                </a:lnTo>
                <a:lnTo>
                  <a:pt x="493" y="406"/>
                </a:lnTo>
                <a:lnTo>
                  <a:pt x="486" y="411"/>
                </a:lnTo>
                <a:lnTo>
                  <a:pt x="479" y="416"/>
                </a:lnTo>
                <a:lnTo>
                  <a:pt x="472" y="420"/>
                </a:lnTo>
                <a:lnTo>
                  <a:pt x="464" y="425"/>
                </a:lnTo>
                <a:lnTo>
                  <a:pt x="457" y="429"/>
                </a:lnTo>
                <a:lnTo>
                  <a:pt x="449" y="433"/>
                </a:lnTo>
                <a:lnTo>
                  <a:pt x="441" y="437"/>
                </a:lnTo>
                <a:lnTo>
                  <a:pt x="433" y="441"/>
                </a:lnTo>
                <a:lnTo>
                  <a:pt x="425" y="444"/>
                </a:lnTo>
                <a:lnTo>
                  <a:pt x="417" y="447"/>
                </a:lnTo>
                <a:lnTo>
                  <a:pt x="409" y="450"/>
                </a:lnTo>
                <a:lnTo>
                  <a:pt x="400" y="453"/>
                </a:lnTo>
                <a:lnTo>
                  <a:pt x="392" y="456"/>
                </a:lnTo>
                <a:lnTo>
                  <a:pt x="383" y="458"/>
                </a:lnTo>
                <a:lnTo>
                  <a:pt x="374" y="460"/>
                </a:lnTo>
                <a:lnTo>
                  <a:pt x="365" y="462"/>
                </a:lnTo>
                <a:lnTo>
                  <a:pt x="356" y="464"/>
                </a:lnTo>
                <a:lnTo>
                  <a:pt x="348" y="465"/>
                </a:lnTo>
                <a:lnTo>
                  <a:pt x="338" y="467"/>
                </a:lnTo>
                <a:lnTo>
                  <a:pt x="329" y="468"/>
                </a:lnTo>
                <a:lnTo>
                  <a:pt x="320" y="469"/>
                </a:lnTo>
                <a:lnTo>
                  <a:pt x="311" y="469"/>
                </a:lnTo>
                <a:lnTo>
                  <a:pt x="302" y="469"/>
                </a:lnTo>
                <a:lnTo>
                  <a:pt x="293" y="470"/>
                </a:lnTo>
                <a:lnTo>
                  <a:pt x="284" y="469"/>
                </a:lnTo>
                <a:lnTo>
                  <a:pt x="274" y="469"/>
                </a:lnTo>
                <a:lnTo>
                  <a:pt x="265" y="469"/>
                </a:lnTo>
                <a:lnTo>
                  <a:pt x="256" y="468"/>
                </a:lnTo>
                <a:lnTo>
                  <a:pt x="247" y="467"/>
                </a:lnTo>
                <a:lnTo>
                  <a:pt x="238" y="465"/>
                </a:lnTo>
                <a:lnTo>
                  <a:pt x="229" y="464"/>
                </a:lnTo>
                <a:lnTo>
                  <a:pt x="220" y="462"/>
                </a:lnTo>
                <a:lnTo>
                  <a:pt x="211" y="460"/>
                </a:lnTo>
                <a:lnTo>
                  <a:pt x="203" y="458"/>
                </a:lnTo>
                <a:lnTo>
                  <a:pt x="194" y="456"/>
                </a:lnTo>
                <a:lnTo>
                  <a:pt x="185" y="453"/>
                </a:lnTo>
                <a:lnTo>
                  <a:pt x="177" y="450"/>
                </a:lnTo>
                <a:lnTo>
                  <a:pt x="169" y="447"/>
                </a:lnTo>
                <a:lnTo>
                  <a:pt x="159" y="444"/>
                </a:lnTo>
                <a:lnTo>
                  <a:pt x="151" y="441"/>
                </a:lnTo>
                <a:lnTo>
                  <a:pt x="143" y="437"/>
                </a:lnTo>
                <a:lnTo>
                  <a:pt x="135" y="433"/>
                </a:lnTo>
                <a:lnTo>
                  <a:pt x="128" y="429"/>
                </a:lnTo>
                <a:lnTo>
                  <a:pt x="120" y="425"/>
                </a:lnTo>
                <a:lnTo>
                  <a:pt x="113" y="420"/>
                </a:lnTo>
                <a:lnTo>
                  <a:pt x="106" y="416"/>
                </a:lnTo>
                <a:lnTo>
                  <a:pt x="99" y="411"/>
                </a:lnTo>
                <a:lnTo>
                  <a:pt x="92" y="406"/>
                </a:lnTo>
                <a:lnTo>
                  <a:pt x="85" y="401"/>
                </a:lnTo>
                <a:lnTo>
                  <a:pt x="79" y="396"/>
                </a:lnTo>
                <a:lnTo>
                  <a:pt x="73" y="390"/>
                </a:lnTo>
                <a:lnTo>
                  <a:pt x="67" y="385"/>
                </a:lnTo>
                <a:lnTo>
                  <a:pt x="61" y="379"/>
                </a:lnTo>
                <a:lnTo>
                  <a:pt x="56" y="373"/>
                </a:lnTo>
                <a:lnTo>
                  <a:pt x="50" y="367"/>
                </a:lnTo>
                <a:lnTo>
                  <a:pt x="45" y="361"/>
                </a:lnTo>
                <a:lnTo>
                  <a:pt x="41" y="355"/>
                </a:lnTo>
                <a:lnTo>
                  <a:pt x="36" y="348"/>
                </a:lnTo>
                <a:lnTo>
                  <a:pt x="32" y="342"/>
                </a:lnTo>
                <a:lnTo>
                  <a:pt x="28" y="335"/>
                </a:lnTo>
                <a:lnTo>
                  <a:pt x="24" y="328"/>
                </a:lnTo>
                <a:lnTo>
                  <a:pt x="20" y="322"/>
                </a:lnTo>
                <a:lnTo>
                  <a:pt x="17" y="315"/>
                </a:lnTo>
                <a:lnTo>
                  <a:pt x="14" y="308"/>
                </a:lnTo>
                <a:lnTo>
                  <a:pt x="11" y="301"/>
                </a:lnTo>
                <a:lnTo>
                  <a:pt x="9" y="294"/>
                </a:lnTo>
                <a:lnTo>
                  <a:pt x="7" y="286"/>
                </a:lnTo>
                <a:lnTo>
                  <a:pt x="5" y="279"/>
                </a:lnTo>
                <a:lnTo>
                  <a:pt x="3" y="272"/>
                </a:lnTo>
                <a:lnTo>
                  <a:pt x="2" y="265"/>
                </a:lnTo>
                <a:lnTo>
                  <a:pt x="1" y="257"/>
                </a:lnTo>
                <a:lnTo>
                  <a:pt x="0" y="250"/>
                </a:lnTo>
                <a:lnTo>
                  <a:pt x="0" y="243"/>
                </a:lnTo>
                <a:lnTo>
                  <a:pt x="0" y="235"/>
                </a:lnTo>
                <a:lnTo>
                  <a:pt x="0" y="228"/>
                </a:lnTo>
                <a:lnTo>
                  <a:pt x="0" y="221"/>
                </a:lnTo>
                <a:lnTo>
                  <a:pt x="1" y="213"/>
                </a:lnTo>
                <a:lnTo>
                  <a:pt x="2" y="206"/>
                </a:lnTo>
                <a:lnTo>
                  <a:pt x="3" y="199"/>
                </a:lnTo>
                <a:lnTo>
                  <a:pt x="5" y="192"/>
                </a:lnTo>
                <a:lnTo>
                  <a:pt x="7" y="184"/>
                </a:lnTo>
                <a:lnTo>
                  <a:pt x="9" y="177"/>
                </a:lnTo>
                <a:lnTo>
                  <a:pt x="11" y="170"/>
                </a:lnTo>
                <a:lnTo>
                  <a:pt x="14" y="163"/>
                </a:lnTo>
                <a:lnTo>
                  <a:pt x="17" y="156"/>
                </a:lnTo>
                <a:lnTo>
                  <a:pt x="20" y="149"/>
                </a:lnTo>
                <a:lnTo>
                  <a:pt x="24" y="142"/>
                </a:lnTo>
                <a:lnTo>
                  <a:pt x="28" y="136"/>
                </a:lnTo>
                <a:lnTo>
                  <a:pt x="32" y="129"/>
                </a:lnTo>
                <a:lnTo>
                  <a:pt x="36" y="123"/>
                </a:lnTo>
                <a:lnTo>
                  <a:pt x="41" y="116"/>
                </a:lnTo>
                <a:lnTo>
                  <a:pt x="45" y="110"/>
                </a:lnTo>
                <a:lnTo>
                  <a:pt x="50" y="104"/>
                </a:lnTo>
                <a:lnTo>
                  <a:pt x="56" y="98"/>
                </a:lnTo>
                <a:lnTo>
                  <a:pt x="61" y="92"/>
                </a:lnTo>
                <a:lnTo>
                  <a:pt x="67" y="86"/>
                </a:lnTo>
                <a:lnTo>
                  <a:pt x="73" y="81"/>
                </a:lnTo>
                <a:lnTo>
                  <a:pt x="79" y="75"/>
                </a:lnTo>
                <a:lnTo>
                  <a:pt x="85" y="69"/>
                </a:lnTo>
                <a:lnTo>
                  <a:pt x="92" y="64"/>
                </a:lnTo>
                <a:lnTo>
                  <a:pt x="99" y="59"/>
                </a:lnTo>
                <a:lnTo>
                  <a:pt x="106" y="54"/>
                </a:lnTo>
                <a:lnTo>
                  <a:pt x="113" y="49"/>
                </a:lnTo>
                <a:lnTo>
                  <a:pt x="120" y="45"/>
                </a:lnTo>
                <a:lnTo>
                  <a:pt x="128" y="41"/>
                </a:lnTo>
                <a:lnTo>
                  <a:pt x="135" y="37"/>
                </a:lnTo>
                <a:lnTo>
                  <a:pt x="143" y="33"/>
                </a:lnTo>
                <a:lnTo>
                  <a:pt x="151" y="29"/>
                </a:lnTo>
                <a:lnTo>
                  <a:pt x="159" y="26"/>
                </a:lnTo>
                <a:lnTo>
                  <a:pt x="169" y="23"/>
                </a:lnTo>
                <a:lnTo>
                  <a:pt x="177" y="19"/>
                </a:lnTo>
                <a:lnTo>
                  <a:pt x="185" y="17"/>
                </a:lnTo>
                <a:lnTo>
                  <a:pt x="194" y="14"/>
                </a:lnTo>
                <a:lnTo>
                  <a:pt x="203" y="12"/>
                </a:lnTo>
                <a:lnTo>
                  <a:pt x="211" y="10"/>
                </a:lnTo>
                <a:lnTo>
                  <a:pt x="220" y="8"/>
                </a:lnTo>
                <a:lnTo>
                  <a:pt x="229" y="6"/>
                </a:lnTo>
                <a:lnTo>
                  <a:pt x="238" y="4"/>
                </a:lnTo>
                <a:lnTo>
                  <a:pt x="247" y="3"/>
                </a:lnTo>
                <a:lnTo>
                  <a:pt x="256" y="2"/>
                </a:lnTo>
                <a:lnTo>
                  <a:pt x="265" y="1"/>
                </a:lnTo>
                <a:lnTo>
                  <a:pt x="274" y="1"/>
                </a:lnTo>
                <a:lnTo>
                  <a:pt x="284" y="0"/>
                </a:lnTo>
                <a:lnTo>
                  <a:pt x="293" y="0"/>
                </a:lnTo>
                <a:lnTo>
                  <a:pt x="302" y="0"/>
                </a:lnTo>
                <a:lnTo>
                  <a:pt x="311" y="1"/>
                </a:lnTo>
                <a:lnTo>
                  <a:pt x="320" y="1"/>
                </a:lnTo>
                <a:lnTo>
                  <a:pt x="329" y="2"/>
                </a:lnTo>
                <a:lnTo>
                  <a:pt x="338" y="3"/>
                </a:lnTo>
                <a:lnTo>
                  <a:pt x="348" y="4"/>
                </a:lnTo>
                <a:lnTo>
                  <a:pt x="356" y="6"/>
                </a:lnTo>
                <a:lnTo>
                  <a:pt x="365" y="8"/>
                </a:lnTo>
                <a:lnTo>
                  <a:pt x="374" y="10"/>
                </a:lnTo>
                <a:lnTo>
                  <a:pt x="383" y="12"/>
                </a:lnTo>
                <a:lnTo>
                  <a:pt x="392" y="14"/>
                </a:lnTo>
                <a:lnTo>
                  <a:pt x="400" y="17"/>
                </a:lnTo>
                <a:lnTo>
                  <a:pt x="409" y="19"/>
                </a:lnTo>
                <a:lnTo>
                  <a:pt x="417" y="23"/>
                </a:lnTo>
                <a:lnTo>
                  <a:pt x="425" y="26"/>
                </a:lnTo>
                <a:lnTo>
                  <a:pt x="433" y="29"/>
                </a:lnTo>
                <a:lnTo>
                  <a:pt x="441" y="33"/>
                </a:lnTo>
                <a:lnTo>
                  <a:pt x="449" y="37"/>
                </a:lnTo>
                <a:lnTo>
                  <a:pt x="457" y="41"/>
                </a:lnTo>
                <a:lnTo>
                  <a:pt x="464" y="45"/>
                </a:lnTo>
                <a:lnTo>
                  <a:pt x="472" y="49"/>
                </a:lnTo>
                <a:lnTo>
                  <a:pt x="479" y="54"/>
                </a:lnTo>
                <a:lnTo>
                  <a:pt x="486" y="59"/>
                </a:lnTo>
                <a:lnTo>
                  <a:pt x="493" y="64"/>
                </a:lnTo>
                <a:lnTo>
                  <a:pt x="499" y="69"/>
                </a:lnTo>
                <a:lnTo>
                  <a:pt x="506" y="75"/>
                </a:lnTo>
                <a:lnTo>
                  <a:pt x="512" y="81"/>
                </a:lnTo>
                <a:lnTo>
                  <a:pt x="518" y="86"/>
                </a:lnTo>
                <a:lnTo>
                  <a:pt x="523" y="92"/>
                </a:lnTo>
                <a:lnTo>
                  <a:pt x="529" y="98"/>
                </a:lnTo>
                <a:lnTo>
                  <a:pt x="534" y="104"/>
                </a:lnTo>
                <a:lnTo>
                  <a:pt x="539" y="110"/>
                </a:lnTo>
                <a:lnTo>
                  <a:pt x="544" y="116"/>
                </a:lnTo>
                <a:lnTo>
                  <a:pt x="549" y="123"/>
                </a:lnTo>
                <a:lnTo>
                  <a:pt x="553" y="129"/>
                </a:lnTo>
                <a:lnTo>
                  <a:pt x="557" y="136"/>
                </a:lnTo>
                <a:lnTo>
                  <a:pt x="561" y="142"/>
                </a:lnTo>
                <a:lnTo>
                  <a:pt x="564" y="149"/>
                </a:lnTo>
                <a:lnTo>
                  <a:pt x="567" y="156"/>
                </a:lnTo>
                <a:lnTo>
                  <a:pt x="570" y="163"/>
                </a:lnTo>
                <a:lnTo>
                  <a:pt x="573" y="170"/>
                </a:lnTo>
                <a:lnTo>
                  <a:pt x="576" y="177"/>
                </a:lnTo>
                <a:lnTo>
                  <a:pt x="578" y="184"/>
                </a:lnTo>
                <a:lnTo>
                  <a:pt x="580" y="192"/>
                </a:lnTo>
                <a:lnTo>
                  <a:pt x="581" y="199"/>
                </a:lnTo>
                <a:lnTo>
                  <a:pt x="582" y="206"/>
                </a:lnTo>
                <a:lnTo>
                  <a:pt x="583" y="213"/>
                </a:lnTo>
                <a:lnTo>
                  <a:pt x="584" y="221"/>
                </a:lnTo>
                <a:lnTo>
                  <a:pt x="585" y="228"/>
                </a:lnTo>
                <a:lnTo>
                  <a:pt x="585" y="235"/>
                </a:lnTo>
                <a:close/>
              </a:path>
            </a:pathLst>
          </a:custGeom>
          <a:solidFill>
            <a:srgbClr val="ffd5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6" name=""/>
          <p:cNvSpPr/>
          <p:nvPr/>
        </p:nvSpPr>
        <p:spPr>
          <a:xfrm>
            <a:off x="4872960" y="1742760"/>
            <a:ext cx="212040" cy="170280"/>
          </a:xfrm>
          <a:custGeom>
            <a:avLst/>
            <a:gdLst/>
            <a:ahLst/>
            <a:rect l="0" t="0" r="r" b="b"/>
            <a:pathLst>
              <a:path w="589" h="473">
                <a:moveTo>
                  <a:pt x="587" y="237"/>
                </a:moveTo>
                <a:lnTo>
                  <a:pt x="587" y="230"/>
                </a:lnTo>
                <a:lnTo>
                  <a:pt x="586" y="223"/>
                </a:lnTo>
                <a:lnTo>
                  <a:pt x="585" y="215"/>
                </a:lnTo>
                <a:lnTo>
                  <a:pt x="584" y="208"/>
                </a:lnTo>
                <a:lnTo>
                  <a:pt x="583" y="201"/>
                </a:lnTo>
                <a:lnTo>
                  <a:pt x="582" y="194"/>
                </a:lnTo>
                <a:lnTo>
                  <a:pt x="580" y="186"/>
                </a:lnTo>
                <a:lnTo>
                  <a:pt x="578" y="179"/>
                </a:lnTo>
                <a:lnTo>
                  <a:pt x="575" y="172"/>
                </a:lnTo>
                <a:lnTo>
                  <a:pt x="572" y="165"/>
                </a:lnTo>
                <a:lnTo>
                  <a:pt x="569" y="158"/>
                </a:lnTo>
                <a:lnTo>
                  <a:pt x="566" y="151"/>
                </a:lnTo>
                <a:lnTo>
                  <a:pt x="563" y="144"/>
                </a:lnTo>
                <a:lnTo>
                  <a:pt x="559" y="138"/>
                </a:lnTo>
                <a:lnTo>
                  <a:pt x="555" y="131"/>
                </a:lnTo>
                <a:lnTo>
                  <a:pt x="551" y="125"/>
                </a:lnTo>
                <a:lnTo>
                  <a:pt x="546" y="118"/>
                </a:lnTo>
                <a:lnTo>
                  <a:pt x="541" y="111"/>
                </a:lnTo>
                <a:lnTo>
                  <a:pt x="536" y="105"/>
                </a:lnTo>
                <a:lnTo>
                  <a:pt x="531" y="99"/>
                </a:lnTo>
                <a:lnTo>
                  <a:pt x="525" y="93"/>
                </a:lnTo>
                <a:lnTo>
                  <a:pt x="520" y="87"/>
                </a:lnTo>
                <a:lnTo>
                  <a:pt x="514" y="82"/>
                </a:lnTo>
                <a:lnTo>
                  <a:pt x="508" y="76"/>
                </a:lnTo>
                <a:lnTo>
                  <a:pt x="501" y="71"/>
                </a:lnTo>
                <a:lnTo>
                  <a:pt x="495" y="66"/>
                </a:lnTo>
                <a:lnTo>
                  <a:pt x="488" y="61"/>
                </a:lnTo>
                <a:lnTo>
                  <a:pt x="481" y="56"/>
                </a:lnTo>
                <a:lnTo>
                  <a:pt x="474" y="51"/>
                </a:lnTo>
                <a:lnTo>
                  <a:pt x="466" y="47"/>
                </a:lnTo>
                <a:lnTo>
                  <a:pt x="459" y="43"/>
                </a:lnTo>
                <a:lnTo>
                  <a:pt x="451" y="39"/>
                </a:lnTo>
                <a:lnTo>
                  <a:pt x="443" y="35"/>
                </a:lnTo>
                <a:lnTo>
                  <a:pt x="435" y="31"/>
                </a:lnTo>
                <a:lnTo>
                  <a:pt x="427" y="28"/>
                </a:lnTo>
                <a:lnTo>
                  <a:pt x="419" y="25"/>
                </a:lnTo>
                <a:lnTo>
                  <a:pt x="411" y="21"/>
                </a:lnTo>
                <a:lnTo>
                  <a:pt x="402" y="19"/>
                </a:lnTo>
                <a:lnTo>
                  <a:pt x="394" y="16"/>
                </a:lnTo>
                <a:lnTo>
                  <a:pt x="385" y="14"/>
                </a:lnTo>
                <a:lnTo>
                  <a:pt x="376" y="12"/>
                </a:lnTo>
                <a:lnTo>
                  <a:pt x="367" y="10"/>
                </a:lnTo>
                <a:lnTo>
                  <a:pt x="358" y="8"/>
                </a:lnTo>
                <a:lnTo>
                  <a:pt x="350" y="6"/>
                </a:lnTo>
                <a:lnTo>
                  <a:pt x="340" y="5"/>
                </a:lnTo>
                <a:lnTo>
                  <a:pt x="331" y="4"/>
                </a:lnTo>
                <a:lnTo>
                  <a:pt x="322" y="3"/>
                </a:lnTo>
                <a:lnTo>
                  <a:pt x="313" y="3"/>
                </a:lnTo>
                <a:lnTo>
                  <a:pt x="304" y="2"/>
                </a:lnTo>
                <a:lnTo>
                  <a:pt x="295" y="2"/>
                </a:lnTo>
                <a:lnTo>
                  <a:pt x="286" y="2"/>
                </a:lnTo>
                <a:lnTo>
                  <a:pt x="275" y="3"/>
                </a:lnTo>
                <a:lnTo>
                  <a:pt x="266" y="3"/>
                </a:lnTo>
                <a:lnTo>
                  <a:pt x="257" y="4"/>
                </a:lnTo>
                <a:lnTo>
                  <a:pt x="248" y="5"/>
                </a:lnTo>
                <a:lnTo>
                  <a:pt x="239" y="6"/>
                </a:lnTo>
                <a:lnTo>
                  <a:pt x="230" y="8"/>
                </a:lnTo>
                <a:lnTo>
                  <a:pt x="221" y="10"/>
                </a:lnTo>
                <a:lnTo>
                  <a:pt x="212" y="12"/>
                </a:lnTo>
                <a:lnTo>
                  <a:pt x="204" y="14"/>
                </a:lnTo>
                <a:lnTo>
                  <a:pt x="195" y="16"/>
                </a:lnTo>
                <a:lnTo>
                  <a:pt x="186" y="19"/>
                </a:lnTo>
                <a:lnTo>
                  <a:pt x="178" y="21"/>
                </a:lnTo>
                <a:lnTo>
                  <a:pt x="170" y="25"/>
                </a:lnTo>
                <a:lnTo>
                  <a:pt x="161" y="28"/>
                </a:lnTo>
                <a:lnTo>
                  <a:pt x="153" y="31"/>
                </a:lnTo>
                <a:lnTo>
                  <a:pt x="145" y="35"/>
                </a:lnTo>
                <a:lnTo>
                  <a:pt x="137" y="39"/>
                </a:lnTo>
                <a:lnTo>
                  <a:pt x="130" y="43"/>
                </a:lnTo>
                <a:lnTo>
                  <a:pt x="122" y="47"/>
                </a:lnTo>
                <a:lnTo>
                  <a:pt x="115" y="51"/>
                </a:lnTo>
                <a:lnTo>
                  <a:pt x="108" y="56"/>
                </a:lnTo>
                <a:lnTo>
                  <a:pt x="101" y="61"/>
                </a:lnTo>
                <a:lnTo>
                  <a:pt x="94" y="66"/>
                </a:lnTo>
                <a:lnTo>
                  <a:pt x="87" y="71"/>
                </a:lnTo>
                <a:lnTo>
                  <a:pt x="81" y="76"/>
                </a:lnTo>
                <a:lnTo>
                  <a:pt x="75" y="82"/>
                </a:lnTo>
                <a:lnTo>
                  <a:pt x="69" y="87"/>
                </a:lnTo>
                <a:lnTo>
                  <a:pt x="63" y="93"/>
                </a:lnTo>
                <a:lnTo>
                  <a:pt x="58" y="99"/>
                </a:lnTo>
                <a:lnTo>
                  <a:pt x="52" y="105"/>
                </a:lnTo>
                <a:lnTo>
                  <a:pt x="47" y="111"/>
                </a:lnTo>
                <a:lnTo>
                  <a:pt x="43" y="118"/>
                </a:lnTo>
                <a:lnTo>
                  <a:pt x="38" y="125"/>
                </a:lnTo>
                <a:lnTo>
                  <a:pt x="34" y="131"/>
                </a:lnTo>
                <a:lnTo>
                  <a:pt x="30" y="138"/>
                </a:lnTo>
                <a:lnTo>
                  <a:pt x="26" y="144"/>
                </a:lnTo>
                <a:lnTo>
                  <a:pt x="22" y="151"/>
                </a:lnTo>
                <a:lnTo>
                  <a:pt x="19" y="158"/>
                </a:lnTo>
                <a:lnTo>
                  <a:pt x="16" y="165"/>
                </a:lnTo>
                <a:lnTo>
                  <a:pt x="13" y="172"/>
                </a:lnTo>
                <a:lnTo>
                  <a:pt x="11" y="179"/>
                </a:lnTo>
                <a:lnTo>
                  <a:pt x="9" y="186"/>
                </a:lnTo>
                <a:lnTo>
                  <a:pt x="7" y="194"/>
                </a:lnTo>
                <a:lnTo>
                  <a:pt x="5" y="201"/>
                </a:lnTo>
                <a:lnTo>
                  <a:pt x="4" y="208"/>
                </a:lnTo>
                <a:lnTo>
                  <a:pt x="3" y="215"/>
                </a:lnTo>
                <a:lnTo>
                  <a:pt x="2" y="223"/>
                </a:lnTo>
                <a:lnTo>
                  <a:pt x="2" y="230"/>
                </a:lnTo>
                <a:lnTo>
                  <a:pt x="2" y="237"/>
                </a:lnTo>
                <a:lnTo>
                  <a:pt x="2" y="245"/>
                </a:lnTo>
                <a:lnTo>
                  <a:pt x="2" y="252"/>
                </a:lnTo>
                <a:lnTo>
                  <a:pt x="3" y="259"/>
                </a:lnTo>
                <a:lnTo>
                  <a:pt x="4" y="267"/>
                </a:lnTo>
                <a:lnTo>
                  <a:pt x="5" y="274"/>
                </a:lnTo>
                <a:lnTo>
                  <a:pt x="7" y="281"/>
                </a:lnTo>
                <a:lnTo>
                  <a:pt x="9" y="288"/>
                </a:lnTo>
                <a:lnTo>
                  <a:pt x="11" y="296"/>
                </a:lnTo>
                <a:lnTo>
                  <a:pt x="13" y="303"/>
                </a:lnTo>
                <a:lnTo>
                  <a:pt x="16" y="310"/>
                </a:lnTo>
                <a:lnTo>
                  <a:pt x="19" y="317"/>
                </a:lnTo>
                <a:lnTo>
                  <a:pt x="22" y="324"/>
                </a:lnTo>
                <a:lnTo>
                  <a:pt x="26" y="330"/>
                </a:lnTo>
                <a:lnTo>
                  <a:pt x="30" y="337"/>
                </a:lnTo>
                <a:lnTo>
                  <a:pt x="34" y="344"/>
                </a:lnTo>
                <a:lnTo>
                  <a:pt x="38" y="350"/>
                </a:lnTo>
                <a:lnTo>
                  <a:pt x="43" y="357"/>
                </a:lnTo>
                <a:lnTo>
                  <a:pt x="47" y="363"/>
                </a:lnTo>
                <a:lnTo>
                  <a:pt x="52" y="369"/>
                </a:lnTo>
                <a:lnTo>
                  <a:pt x="58" y="375"/>
                </a:lnTo>
                <a:lnTo>
                  <a:pt x="63" y="381"/>
                </a:lnTo>
                <a:lnTo>
                  <a:pt x="69" y="387"/>
                </a:lnTo>
                <a:lnTo>
                  <a:pt x="75" y="392"/>
                </a:lnTo>
                <a:lnTo>
                  <a:pt x="81" y="398"/>
                </a:lnTo>
                <a:lnTo>
                  <a:pt x="87" y="403"/>
                </a:lnTo>
                <a:lnTo>
                  <a:pt x="94" y="408"/>
                </a:lnTo>
                <a:lnTo>
                  <a:pt x="101" y="413"/>
                </a:lnTo>
                <a:lnTo>
                  <a:pt x="108" y="418"/>
                </a:lnTo>
                <a:lnTo>
                  <a:pt x="115" y="422"/>
                </a:lnTo>
                <a:lnTo>
                  <a:pt x="122" y="427"/>
                </a:lnTo>
                <a:lnTo>
                  <a:pt x="130" y="431"/>
                </a:lnTo>
                <a:lnTo>
                  <a:pt x="137" y="435"/>
                </a:lnTo>
                <a:lnTo>
                  <a:pt x="145" y="439"/>
                </a:lnTo>
                <a:lnTo>
                  <a:pt x="153" y="443"/>
                </a:lnTo>
                <a:lnTo>
                  <a:pt x="161" y="446"/>
                </a:lnTo>
                <a:lnTo>
                  <a:pt x="170" y="449"/>
                </a:lnTo>
                <a:lnTo>
                  <a:pt x="178" y="452"/>
                </a:lnTo>
                <a:lnTo>
                  <a:pt x="186" y="455"/>
                </a:lnTo>
                <a:lnTo>
                  <a:pt x="195" y="458"/>
                </a:lnTo>
                <a:lnTo>
                  <a:pt x="204" y="460"/>
                </a:lnTo>
                <a:lnTo>
                  <a:pt x="212" y="462"/>
                </a:lnTo>
                <a:lnTo>
                  <a:pt x="221" y="464"/>
                </a:lnTo>
                <a:lnTo>
                  <a:pt x="230" y="466"/>
                </a:lnTo>
                <a:lnTo>
                  <a:pt x="239" y="467"/>
                </a:lnTo>
                <a:lnTo>
                  <a:pt x="248" y="469"/>
                </a:lnTo>
                <a:lnTo>
                  <a:pt x="257" y="470"/>
                </a:lnTo>
                <a:lnTo>
                  <a:pt x="266" y="471"/>
                </a:lnTo>
                <a:lnTo>
                  <a:pt x="275" y="471"/>
                </a:lnTo>
                <a:lnTo>
                  <a:pt x="286" y="471"/>
                </a:lnTo>
                <a:lnTo>
                  <a:pt x="295" y="472"/>
                </a:lnTo>
                <a:lnTo>
                  <a:pt x="304" y="471"/>
                </a:lnTo>
                <a:lnTo>
                  <a:pt x="313" y="471"/>
                </a:lnTo>
                <a:lnTo>
                  <a:pt x="322" y="471"/>
                </a:lnTo>
                <a:lnTo>
                  <a:pt x="331" y="470"/>
                </a:lnTo>
                <a:lnTo>
                  <a:pt x="340" y="469"/>
                </a:lnTo>
                <a:lnTo>
                  <a:pt x="350" y="467"/>
                </a:lnTo>
                <a:lnTo>
                  <a:pt x="358" y="466"/>
                </a:lnTo>
                <a:lnTo>
                  <a:pt x="367" y="464"/>
                </a:lnTo>
                <a:lnTo>
                  <a:pt x="376" y="462"/>
                </a:lnTo>
                <a:lnTo>
                  <a:pt x="385" y="460"/>
                </a:lnTo>
                <a:lnTo>
                  <a:pt x="394" y="458"/>
                </a:lnTo>
                <a:lnTo>
                  <a:pt x="402" y="455"/>
                </a:lnTo>
                <a:lnTo>
                  <a:pt x="411" y="452"/>
                </a:lnTo>
                <a:lnTo>
                  <a:pt x="419" y="449"/>
                </a:lnTo>
                <a:lnTo>
                  <a:pt x="427" y="446"/>
                </a:lnTo>
                <a:lnTo>
                  <a:pt x="435" y="443"/>
                </a:lnTo>
                <a:lnTo>
                  <a:pt x="443" y="439"/>
                </a:lnTo>
                <a:lnTo>
                  <a:pt x="451" y="435"/>
                </a:lnTo>
                <a:lnTo>
                  <a:pt x="459" y="431"/>
                </a:lnTo>
                <a:lnTo>
                  <a:pt x="466" y="427"/>
                </a:lnTo>
                <a:lnTo>
                  <a:pt x="474" y="422"/>
                </a:lnTo>
                <a:lnTo>
                  <a:pt x="481" y="418"/>
                </a:lnTo>
                <a:lnTo>
                  <a:pt x="488" y="413"/>
                </a:lnTo>
                <a:lnTo>
                  <a:pt x="495" y="408"/>
                </a:lnTo>
                <a:lnTo>
                  <a:pt x="501" y="403"/>
                </a:lnTo>
                <a:lnTo>
                  <a:pt x="508" y="398"/>
                </a:lnTo>
                <a:lnTo>
                  <a:pt x="514" y="392"/>
                </a:lnTo>
                <a:lnTo>
                  <a:pt x="520" y="387"/>
                </a:lnTo>
                <a:lnTo>
                  <a:pt x="525" y="381"/>
                </a:lnTo>
                <a:lnTo>
                  <a:pt x="531" y="375"/>
                </a:lnTo>
                <a:lnTo>
                  <a:pt x="536" y="369"/>
                </a:lnTo>
                <a:lnTo>
                  <a:pt x="541" y="363"/>
                </a:lnTo>
                <a:lnTo>
                  <a:pt x="546" y="357"/>
                </a:lnTo>
                <a:lnTo>
                  <a:pt x="551" y="350"/>
                </a:lnTo>
                <a:lnTo>
                  <a:pt x="555" y="344"/>
                </a:lnTo>
                <a:lnTo>
                  <a:pt x="559" y="337"/>
                </a:lnTo>
                <a:lnTo>
                  <a:pt x="563" y="330"/>
                </a:lnTo>
                <a:lnTo>
                  <a:pt x="566" y="324"/>
                </a:lnTo>
                <a:lnTo>
                  <a:pt x="569" y="317"/>
                </a:lnTo>
                <a:lnTo>
                  <a:pt x="572" y="310"/>
                </a:lnTo>
                <a:lnTo>
                  <a:pt x="575" y="303"/>
                </a:lnTo>
                <a:lnTo>
                  <a:pt x="578" y="296"/>
                </a:lnTo>
                <a:lnTo>
                  <a:pt x="580" y="288"/>
                </a:lnTo>
                <a:lnTo>
                  <a:pt x="582" y="281"/>
                </a:lnTo>
                <a:lnTo>
                  <a:pt x="583" y="274"/>
                </a:lnTo>
                <a:lnTo>
                  <a:pt x="584" y="267"/>
                </a:lnTo>
                <a:lnTo>
                  <a:pt x="585" y="259"/>
                </a:lnTo>
                <a:lnTo>
                  <a:pt x="586" y="252"/>
                </a:lnTo>
                <a:lnTo>
                  <a:pt x="587" y="245"/>
                </a:lnTo>
                <a:lnTo>
                  <a:pt x="587" y="237"/>
                </a:lnTo>
                <a:moveTo>
                  <a:pt x="589" y="237"/>
                </a:moveTo>
                <a:lnTo>
                  <a:pt x="589" y="245"/>
                </a:lnTo>
                <a:lnTo>
                  <a:pt x="588" y="252"/>
                </a:lnTo>
                <a:lnTo>
                  <a:pt x="588" y="260"/>
                </a:lnTo>
                <a:lnTo>
                  <a:pt x="587" y="267"/>
                </a:lnTo>
                <a:lnTo>
                  <a:pt x="585" y="274"/>
                </a:lnTo>
                <a:lnTo>
                  <a:pt x="584" y="282"/>
                </a:lnTo>
                <a:lnTo>
                  <a:pt x="582" y="289"/>
                </a:lnTo>
                <a:lnTo>
                  <a:pt x="580" y="296"/>
                </a:lnTo>
                <a:lnTo>
                  <a:pt x="577" y="303"/>
                </a:lnTo>
                <a:lnTo>
                  <a:pt x="575" y="310"/>
                </a:lnTo>
                <a:lnTo>
                  <a:pt x="572" y="317"/>
                </a:lnTo>
                <a:lnTo>
                  <a:pt x="568" y="324"/>
                </a:lnTo>
                <a:lnTo>
                  <a:pt x="565" y="331"/>
                </a:lnTo>
                <a:lnTo>
                  <a:pt x="561" y="338"/>
                </a:lnTo>
                <a:lnTo>
                  <a:pt x="557" y="345"/>
                </a:lnTo>
                <a:lnTo>
                  <a:pt x="553" y="351"/>
                </a:lnTo>
                <a:lnTo>
                  <a:pt x="548" y="358"/>
                </a:lnTo>
                <a:lnTo>
                  <a:pt x="543" y="364"/>
                </a:lnTo>
                <a:lnTo>
                  <a:pt x="538" y="370"/>
                </a:lnTo>
                <a:lnTo>
                  <a:pt x="533" y="376"/>
                </a:lnTo>
                <a:lnTo>
                  <a:pt x="527" y="382"/>
                </a:lnTo>
                <a:lnTo>
                  <a:pt x="521" y="388"/>
                </a:lnTo>
                <a:lnTo>
                  <a:pt x="515" y="393"/>
                </a:lnTo>
                <a:lnTo>
                  <a:pt x="509" y="399"/>
                </a:lnTo>
                <a:lnTo>
                  <a:pt x="503" y="404"/>
                </a:lnTo>
                <a:lnTo>
                  <a:pt x="496" y="409"/>
                </a:lnTo>
                <a:lnTo>
                  <a:pt x="489" y="414"/>
                </a:lnTo>
                <a:lnTo>
                  <a:pt x="482" y="419"/>
                </a:lnTo>
                <a:lnTo>
                  <a:pt x="475" y="424"/>
                </a:lnTo>
                <a:lnTo>
                  <a:pt x="468" y="428"/>
                </a:lnTo>
                <a:lnTo>
                  <a:pt x="460" y="433"/>
                </a:lnTo>
                <a:lnTo>
                  <a:pt x="452" y="437"/>
                </a:lnTo>
                <a:lnTo>
                  <a:pt x="445" y="441"/>
                </a:lnTo>
                <a:lnTo>
                  <a:pt x="437" y="444"/>
                </a:lnTo>
                <a:lnTo>
                  <a:pt x="428" y="448"/>
                </a:lnTo>
                <a:lnTo>
                  <a:pt x="420" y="451"/>
                </a:lnTo>
                <a:lnTo>
                  <a:pt x="412" y="454"/>
                </a:lnTo>
                <a:lnTo>
                  <a:pt x="403" y="457"/>
                </a:lnTo>
                <a:lnTo>
                  <a:pt x="394" y="459"/>
                </a:lnTo>
                <a:lnTo>
                  <a:pt x="386" y="462"/>
                </a:lnTo>
                <a:lnTo>
                  <a:pt x="377" y="464"/>
                </a:lnTo>
                <a:lnTo>
                  <a:pt x="368" y="466"/>
                </a:lnTo>
                <a:lnTo>
                  <a:pt x="359" y="468"/>
                </a:lnTo>
                <a:lnTo>
                  <a:pt x="350" y="469"/>
                </a:lnTo>
                <a:lnTo>
                  <a:pt x="341" y="470"/>
                </a:lnTo>
                <a:lnTo>
                  <a:pt x="332" y="472"/>
                </a:lnTo>
                <a:lnTo>
                  <a:pt x="322" y="472"/>
                </a:lnTo>
                <a:lnTo>
                  <a:pt x="313" y="473"/>
                </a:lnTo>
                <a:lnTo>
                  <a:pt x="304" y="473"/>
                </a:lnTo>
                <a:lnTo>
                  <a:pt x="295" y="473"/>
                </a:lnTo>
                <a:lnTo>
                  <a:pt x="286" y="473"/>
                </a:lnTo>
                <a:lnTo>
                  <a:pt x="275" y="473"/>
                </a:lnTo>
                <a:lnTo>
                  <a:pt x="266" y="472"/>
                </a:lnTo>
                <a:lnTo>
                  <a:pt x="257" y="472"/>
                </a:lnTo>
                <a:lnTo>
                  <a:pt x="248" y="470"/>
                </a:lnTo>
                <a:lnTo>
                  <a:pt x="239" y="469"/>
                </a:lnTo>
                <a:lnTo>
                  <a:pt x="230" y="468"/>
                </a:lnTo>
                <a:lnTo>
                  <a:pt x="221" y="466"/>
                </a:lnTo>
                <a:lnTo>
                  <a:pt x="212" y="464"/>
                </a:lnTo>
                <a:lnTo>
                  <a:pt x="203" y="462"/>
                </a:lnTo>
                <a:lnTo>
                  <a:pt x="194" y="459"/>
                </a:lnTo>
                <a:lnTo>
                  <a:pt x="185" y="457"/>
                </a:lnTo>
                <a:lnTo>
                  <a:pt x="177" y="454"/>
                </a:lnTo>
                <a:lnTo>
                  <a:pt x="169" y="451"/>
                </a:lnTo>
                <a:lnTo>
                  <a:pt x="160" y="448"/>
                </a:lnTo>
                <a:lnTo>
                  <a:pt x="152" y="444"/>
                </a:lnTo>
                <a:lnTo>
                  <a:pt x="144" y="441"/>
                </a:lnTo>
                <a:lnTo>
                  <a:pt x="136" y="437"/>
                </a:lnTo>
                <a:lnTo>
                  <a:pt x="128" y="433"/>
                </a:lnTo>
                <a:lnTo>
                  <a:pt x="121" y="428"/>
                </a:lnTo>
                <a:lnTo>
                  <a:pt x="113" y="424"/>
                </a:lnTo>
                <a:lnTo>
                  <a:pt x="106" y="419"/>
                </a:lnTo>
                <a:lnTo>
                  <a:pt x="99" y="414"/>
                </a:lnTo>
                <a:lnTo>
                  <a:pt x="92" y="409"/>
                </a:lnTo>
                <a:lnTo>
                  <a:pt x="86" y="404"/>
                </a:lnTo>
                <a:lnTo>
                  <a:pt x="79" y="399"/>
                </a:lnTo>
                <a:lnTo>
                  <a:pt x="73" y="393"/>
                </a:lnTo>
                <a:lnTo>
                  <a:pt x="67" y="388"/>
                </a:lnTo>
                <a:lnTo>
                  <a:pt x="61" y="382"/>
                </a:lnTo>
                <a:lnTo>
                  <a:pt x="56" y="376"/>
                </a:lnTo>
                <a:lnTo>
                  <a:pt x="50" y="370"/>
                </a:lnTo>
                <a:lnTo>
                  <a:pt x="45" y="364"/>
                </a:lnTo>
                <a:lnTo>
                  <a:pt x="41" y="358"/>
                </a:lnTo>
                <a:lnTo>
                  <a:pt x="36" y="351"/>
                </a:lnTo>
                <a:lnTo>
                  <a:pt x="32" y="345"/>
                </a:lnTo>
                <a:lnTo>
                  <a:pt x="28" y="338"/>
                </a:lnTo>
                <a:lnTo>
                  <a:pt x="24" y="331"/>
                </a:lnTo>
                <a:lnTo>
                  <a:pt x="20" y="324"/>
                </a:lnTo>
                <a:lnTo>
                  <a:pt x="17" y="317"/>
                </a:lnTo>
                <a:lnTo>
                  <a:pt x="14" y="310"/>
                </a:lnTo>
                <a:lnTo>
                  <a:pt x="11" y="303"/>
                </a:lnTo>
                <a:lnTo>
                  <a:pt x="9" y="296"/>
                </a:lnTo>
                <a:lnTo>
                  <a:pt x="7" y="289"/>
                </a:lnTo>
                <a:lnTo>
                  <a:pt x="5" y="282"/>
                </a:lnTo>
                <a:lnTo>
                  <a:pt x="3" y="274"/>
                </a:lnTo>
                <a:lnTo>
                  <a:pt x="2" y="267"/>
                </a:lnTo>
                <a:lnTo>
                  <a:pt x="1" y="260"/>
                </a:lnTo>
                <a:lnTo>
                  <a:pt x="0" y="252"/>
                </a:lnTo>
                <a:lnTo>
                  <a:pt x="0" y="245"/>
                </a:lnTo>
                <a:lnTo>
                  <a:pt x="0" y="237"/>
                </a:lnTo>
                <a:lnTo>
                  <a:pt x="0" y="230"/>
                </a:lnTo>
                <a:lnTo>
                  <a:pt x="0" y="223"/>
                </a:lnTo>
                <a:lnTo>
                  <a:pt x="1" y="215"/>
                </a:lnTo>
                <a:lnTo>
                  <a:pt x="2" y="208"/>
                </a:lnTo>
                <a:lnTo>
                  <a:pt x="3" y="200"/>
                </a:lnTo>
                <a:lnTo>
                  <a:pt x="5" y="193"/>
                </a:lnTo>
                <a:lnTo>
                  <a:pt x="7" y="186"/>
                </a:lnTo>
                <a:lnTo>
                  <a:pt x="9" y="179"/>
                </a:lnTo>
                <a:lnTo>
                  <a:pt x="11" y="172"/>
                </a:lnTo>
                <a:lnTo>
                  <a:pt x="14" y="164"/>
                </a:lnTo>
                <a:lnTo>
                  <a:pt x="17" y="157"/>
                </a:lnTo>
                <a:lnTo>
                  <a:pt x="20" y="151"/>
                </a:lnTo>
                <a:lnTo>
                  <a:pt x="24" y="144"/>
                </a:lnTo>
                <a:lnTo>
                  <a:pt x="28" y="137"/>
                </a:lnTo>
                <a:lnTo>
                  <a:pt x="32" y="130"/>
                </a:lnTo>
                <a:lnTo>
                  <a:pt x="36" y="124"/>
                </a:lnTo>
                <a:lnTo>
                  <a:pt x="41" y="117"/>
                </a:lnTo>
                <a:lnTo>
                  <a:pt x="45" y="110"/>
                </a:lnTo>
                <a:lnTo>
                  <a:pt x="50" y="104"/>
                </a:lnTo>
                <a:lnTo>
                  <a:pt x="56" y="98"/>
                </a:lnTo>
                <a:lnTo>
                  <a:pt x="61" y="92"/>
                </a:lnTo>
                <a:lnTo>
                  <a:pt x="67" y="86"/>
                </a:lnTo>
                <a:lnTo>
                  <a:pt x="73" y="80"/>
                </a:lnTo>
                <a:lnTo>
                  <a:pt x="79" y="75"/>
                </a:lnTo>
                <a:lnTo>
                  <a:pt x="86" y="70"/>
                </a:lnTo>
                <a:lnTo>
                  <a:pt x="92" y="64"/>
                </a:lnTo>
                <a:lnTo>
                  <a:pt x="99" y="59"/>
                </a:lnTo>
                <a:lnTo>
                  <a:pt x="106" y="55"/>
                </a:lnTo>
                <a:lnTo>
                  <a:pt x="113" y="50"/>
                </a:lnTo>
                <a:lnTo>
                  <a:pt x="121" y="45"/>
                </a:lnTo>
                <a:lnTo>
                  <a:pt x="128" y="41"/>
                </a:lnTo>
                <a:lnTo>
                  <a:pt x="136" y="37"/>
                </a:lnTo>
                <a:lnTo>
                  <a:pt x="144" y="33"/>
                </a:lnTo>
                <a:lnTo>
                  <a:pt x="152" y="30"/>
                </a:lnTo>
                <a:lnTo>
                  <a:pt x="160" y="26"/>
                </a:lnTo>
                <a:lnTo>
                  <a:pt x="169" y="23"/>
                </a:lnTo>
                <a:lnTo>
                  <a:pt x="177" y="20"/>
                </a:lnTo>
                <a:lnTo>
                  <a:pt x="185" y="17"/>
                </a:lnTo>
                <a:lnTo>
                  <a:pt x="194" y="14"/>
                </a:lnTo>
                <a:lnTo>
                  <a:pt x="203" y="12"/>
                </a:lnTo>
                <a:lnTo>
                  <a:pt x="212" y="10"/>
                </a:lnTo>
                <a:lnTo>
                  <a:pt x="221" y="8"/>
                </a:lnTo>
                <a:lnTo>
                  <a:pt x="230" y="6"/>
                </a:lnTo>
                <a:lnTo>
                  <a:pt x="239" y="5"/>
                </a:lnTo>
                <a:lnTo>
                  <a:pt x="248" y="3"/>
                </a:lnTo>
                <a:lnTo>
                  <a:pt x="257" y="2"/>
                </a:lnTo>
                <a:lnTo>
                  <a:pt x="266" y="1"/>
                </a:lnTo>
                <a:lnTo>
                  <a:pt x="275" y="1"/>
                </a:lnTo>
                <a:lnTo>
                  <a:pt x="286" y="0"/>
                </a:lnTo>
                <a:lnTo>
                  <a:pt x="295" y="0"/>
                </a:lnTo>
                <a:lnTo>
                  <a:pt x="304" y="0"/>
                </a:lnTo>
                <a:lnTo>
                  <a:pt x="313" y="1"/>
                </a:lnTo>
                <a:lnTo>
                  <a:pt x="322" y="1"/>
                </a:lnTo>
                <a:lnTo>
                  <a:pt x="332" y="2"/>
                </a:lnTo>
                <a:lnTo>
                  <a:pt x="341" y="3"/>
                </a:lnTo>
                <a:lnTo>
                  <a:pt x="350" y="5"/>
                </a:lnTo>
                <a:lnTo>
                  <a:pt x="359" y="6"/>
                </a:lnTo>
                <a:lnTo>
                  <a:pt x="368" y="8"/>
                </a:lnTo>
                <a:lnTo>
                  <a:pt x="377" y="10"/>
                </a:lnTo>
                <a:lnTo>
                  <a:pt x="386" y="12"/>
                </a:lnTo>
                <a:lnTo>
                  <a:pt x="394" y="14"/>
                </a:lnTo>
                <a:lnTo>
                  <a:pt x="403" y="17"/>
                </a:lnTo>
                <a:lnTo>
                  <a:pt x="412" y="20"/>
                </a:lnTo>
                <a:lnTo>
                  <a:pt x="420" y="23"/>
                </a:lnTo>
                <a:lnTo>
                  <a:pt x="428" y="26"/>
                </a:lnTo>
                <a:lnTo>
                  <a:pt x="437" y="30"/>
                </a:lnTo>
                <a:lnTo>
                  <a:pt x="445" y="33"/>
                </a:lnTo>
                <a:lnTo>
                  <a:pt x="452" y="37"/>
                </a:lnTo>
                <a:lnTo>
                  <a:pt x="460" y="41"/>
                </a:lnTo>
                <a:lnTo>
                  <a:pt x="468" y="45"/>
                </a:lnTo>
                <a:lnTo>
                  <a:pt x="475" y="50"/>
                </a:lnTo>
                <a:lnTo>
                  <a:pt x="482" y="55"/>
                </a:lnTo>
                <a:lnTo>
                  <a:pt x="489" y="59"/>
                </a:lnTo>
                <a:lnTo>
                  <a:pt x="496" y="64"/>
                </a:lnTo>
                <a:lnTo>
                  <a:pt x="503" y="70"/>
                </a:lnTo>
                <a:lnTo>
                  <a:pt x="509" y="75"/>
                </a:lnTo>
                <a:lnTo>
                  <a:pt x="515" y="80"/>
                </a:lnTo>
                <a:lnTo>
                  <a:pt x="521" y="86"/>
                </a:lnTo>
                <a:lnTo>
                  <a:pt x="527" y="92"/>
                </a:lnTo>
                <a:lnTo>
                  <a:pt x="533" y="98"/>
                </a:lnTo>
                <a:lnTo>
                  <a:pt x="538" y="104"/>
                </a:lnTo>
                <a:lnTo>
                  <a:pt x="543" y="110"/>
                </a:lnTo>
                <a:lnTo>
                  <a:pt x="548" y="117"/>
                </a:lnTo>
                <a:lnTo>
                  <a:pt x="553" y="124"/>
                </a:lnTo>
                <a:lnTo>
                  <a:pt x="557" y="130"/>
                </a:lnTo>
                <a:lnTo>
                  <a:pt x="561" y="137"/>
                </a:lnTo>
                <a:lnTo>
                  <a:pt x="565" y="144"/>
                </a:lnTo>
                <a:lnTo>
                  <a:pt x="568" y="151"/>
                </a:lnTo>
                <a:lnTo>
                  <a:pt x="572" y="157"/>
                </a:lnTo>
                <a:lnTo>
                  <a:pt x="575" y="164"/>
                </a:lnTo>
                <a:lnTo>
                  <a:pt x="577" y="172"/>
                </a:lnTo>
                <a:lnTo>
                  <a:pt x="580" y="179"/>
                </a:lnTo>
                <a:lnTo>
                  <a:pt x="582" y="186"/>
                </a:lnTo>
                <a:lnTo>
                  <a:pt x="584" y="193"/>
                </a:lnTo>
                <a:lnTo>
                  <a:pt x="585" y="200"/>
                </a:lnTo>
                <a:lnTo>
                  <a:pt x="587" y="208"/>
                </a:lnTo>
                <a:lnTo>
                  <a:pt x="588" y="215"/>
                </a:lnTo>
                <a:lnTo>
                  <a:pt x="588" y="223"/>
                </a:lnTo>
                <a:lnTo>
                  <a:pt x="589" y="230"/>
                </a:lnTo>
                <a:lnTo>
                  <a:pt x="589" y="237"/>
                </a:lnTo>
                <a:close/>
              </a:path>
            </a:pathLst>
          </a:custGeom>
          <a:solidFill>
            <a:srgbClr val="ffd4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7" name=""/>
          <p:cNvSpPr/>
          <p:nvPr/>
        </p:nvSpPr>
        <p:spPr>
          <a:xfrm>
            <a:off x="4871880" y="1742400"/>
            <a:ext cx="213840" cy="171360"/>
          </a:xfrm>
          <a:custGeom>
            <a:avLst/>
            <a:gdLst/>
            <a:ahLst/>
            <a:rect l="0" t="0" r="r" b="b"/>
            <a:pathLst>
              <a:path w="594" h="476">
                <a:moveTo>
                  <a:pt x="592" y="238"/>
                </a:moveTo>
                <a:lnTo>
                  <a:pt x="592" y="231"/>
                </a:lnTo>
                <a:lnTo>
                  <a:pt x="591" y="224"/>
                </a:lnTo>
                <a:lnTo>
                  <a:pt x="591" y="216"/>
                </a:lnTo>
                <a:lnTo>
                  <a:pt x="590" y="209"/>
                </a:lnTo>
                <a:lnTo>
                  <a:pt x="588" y="201"/>
                </a:lnTo>
                <a:lnTo>
                  <a:pt x="587" y="194"/>
                </a:lnTo>
                <a:lnTo>
                  <a:pt x="585" y="187"/>
                </a:lnTo>
                <a:lnTo>
                  <a:pt x="583" y="180"/>
                </a:lnTo>
                <a:lnTo>
                  <a:pt x="580" y="173"/>
                </a:lnTo>
                <a:lnTo>
                  <a:pt x="578" y="165"/>
                </a:lnTo>
                <a:lnTo>
                  <a:pt x="575" y="158"/>
                </a:lnTo>
                <a:lnTo>
                  <a:pt x="571" y="152"/>
                </a:lnTo>
                <a:lnTo>
                  <a:pt x="568" y="144"/>
                </a:lnTo>
                <a:lnTo>
                  <a:pt x="564" y="137"/>
                </a:lnTo>
                <a:lnTo>
                  <a:pt x="560" y="130"/>
                </a:lnTo>
                <a:lnTo>
                  <a:pt x="556" y="124"/>
                </a:lnTo>
                <a:lnTo>
                  <a:pt x="551" y="117"/>
                </a:lnTo>
                <a:lnTo>
                  <a:pt x="546" y="111"/>
                </a:lnTo>
                <a:lnTo>
                  <a:pt x="541" y="105"/>
                </a:lnTo>
                <a:lnTo>
                  <a:pt x="536" y="99"/>
                </a:lnTo>
                <a:lnTo>
                  <a:pt x="530" y="93"/>
                </a:lnTo>
                <a:lnTo>
                  <a:pt x="524" y="87"/>
                </a:lnTo>
                <a:lnTo>
                  <a:pt x="518" y="81"/>
                </a:lnTo>
                <a:lnTo>
                  <a:pt x="512" y="76"/>
                </a:lnTo>
                <a:lnTo>
                  <a:pt x="506" y="71"/>
                </a:lnTo>
                <a:lnTo>
                  <a:pt x="499" y="65"/>
                </a:lnTo>
                <a:lnTo>
                  <a:pt x="492" y="60"/>
                </a:lnTo>
                <a:lnTo>
                  <a:pt x="485" y="56"/>
                </a:lnTo>
                <a:lnTo>
                  <a:pt x="478" y="51"/>
                </a:lnTo>
                <a:lnTo>
                  <a:pt x="471" y="46"/>
                </a:lnTo>
                <a:lnTo>
                  <a:pt x="463" y="42"/>
                </a:lnTo>
                <a:lnTo>
                  <a:pt x="455" y="38"/>
                </a:lnTo>
                <a:lnTo>
                  <a:pt x="448" y="34"/>
                </a:lnTo>
                <a:lnTo>
                  <a:pt x="440" y="31"/>
                </a:lnTo>
                <a:lnTo>
                  <a:pt x="431" y="27"/>
                </a:lnTo>
                <a:lnTo>
                  <a:pt x="423" y="24"/>
                </a:lnTo>
                <a:lnTo>
                  <a:pt x="415" y="21"/>
                </a:lnTo>
                <a:lnTo>
                  <a:pt x="406" y="18"/>
                </a:lnTo>
                <a:lnTo>
                  <a:pt x="396" y="15"/>
                </a:lnTo>
                <a:lnTo>
                  <a:pt x="388" y="13"/>
                </a:lnTo>
                <a:lnTo>
                  <a:pt x="379" y="11"/>
                </a:lnTo>
                <a:lnTo>
                  <a:pt x="370" y="9"/>
                </a:lnTo>
                <a:lnTo>
                  <a:pt x="361" y="7"/>
                </a:lnTo>
                <a:lnTo>
                  <a:pt x="352" y="6"/>
                </a:lnTo>
                <a:lnTo>
                  <a:pt x="343" y="4"/>
                </a:lnTo>
                <a:lnTo>
                  <a:pt x="334" y="3"/>
                </a:lnTo>
                <a:lnTo>
                  <a:pt x="324" y="2"/>
                </a:lnTo>
                <a:lnTo>
                  <a:pt x="315" y="2"/>
                </a:lnTo>
                <a:lnTo>
                  <a:pt x="306" y="1"/>
                </a:lnTo>
                <a:lnTo>
                  <a:pt x="297" y="1"/>
                </a:lnTo>
                <a:lnTo>
                  <a:pt x="288" y="1"/>
                </a:lnTo>
                <a:lnTo>
                  <a:pt x="278" y="2"/>
                </a:lnTo>
                <a:lnTo>
                  <a:pt x="269" y="2"/>
                </a:lnTo>
                <a:lnTo>
                  <a:pt x="260" y="3"/>
                </a:lnTo>
                <a:lnTo>
                  <a:pt x="251" y="4"/>
                </a:lnTo>
                <a:lnTo>
                  <a:pt x="242" y="6"/>
                </a:lnTo>
                <a:lnTo>
                  <a:pt x="233" y="7"/>
                </a:lnTo>
                <a:lnTo>
                  <a:pt x="224" y="9"/>
                </a:lnTo>
                <a:lnTo>
                  <a:pt x="215" y="11"/>
                </a:lnTo>
                <a:lnTo>
                  <a:pt x="206" y="13"/>
                </a:lnTo>
                <a:lnTo>
                  <a:pt x="197" y="15"/>
                </a:lnTo>
                <a:lnTo>
                  <a:pt x="188" y="18"/>
                </a:lnTo>
                <a:lnTo>
                  <a:pt x="180" y="21"/>
                </a:lnTo>
                <a:lnTo>
                  <a:pt x="172" y="24"/>
                </a:lnTo>
                <a:lnTo>
                  <a:pt x="163" y="27"/>
                </a:lnTo>
                <a:lnTo>
                  <a:pt x="155" y="31"/>
                </a:lnTo>
                <a:lnTo>
                  <a:pt x="147" y="34"/>
                </a:lnTo>
                <a:lnTo>
                  <a:pt x="139" y="38"/>
                </a:lnTo>
                <a:lnTo>
                  <a:pt x="131" y="42"/>
                </a:lnTo>
                <a:lnTo>
                  <a:pt x="124" y="46"/>
                </a:lnTo>
                <a:lnTo>
                  <a:pt x="116" y="51"/>
                </a:lnTo>
                <a:lnTo>
                  <a:pt x="109" y="56"/>
                </a:lnTo>
                <a:lnTo>
                  <a:pt x="102" y="60"/>
                </a:lnTo>
                <a:lnTo>
                  <a:pt x="95" y="65"/>
                </a:lnTo>
                <a:lnTo>
                  <a:pt x="89" y="71"/>
                </a:lnTo>
                <a:lnTo>
                  <a:pt x="82" y="76"/>
                </a:lnTo>
                <a:lnTo>
                  <a:pt x="76" y="81"/>
                </a:lnTo>
                <a:lnTo>
                  <a:pt x="70" y="87"/>
                </a:lnTo>
                <a:lnTo>
                  <a:pt x="64" y="93"/>
                </a:lnTo>
                <a:lnTo>
                  <a:pt x="59" y="99"/>
                </a:lnTo>
                <a:lnTo>
                  <a:pt x="53" y="105"/>
                </a:lnTo>
                <a:lnTo>
                  <a:pt x="48" y="111"/>
                </a:lnTo>
                <a:lnTo>
                  <a:pt x="44" y="117"/>
                </a:lnTo>
                <a:lnTo>
                  <a:pt x="39" y="124"/>
                </a:lnTo>
                <a:lnTo>
                  <a:pt x="35" y="130"/>
                </a:lnTo>
                <a:lnTo>
                  <a:pt x="31" y="137"/>
                </a:lnTo>
                <a:lnTo>
                  <a:pt x="27" y="144"/>
                </a:lnTo>
                <a:lnTo>
                  <a:pt x="23" y="152"/>
                </a:lnTo>
                <a:lnTo>
                  <a:pt x="20" y="158"/>
                </a:lnTo>
                <a:lnTo>
                  <a:pt x="17" y="165"/>
                </a:lnTo>
                <a:lnTo>
                  <a:pt x="14" y="173"/>
                </a:lnTo>
                <a:lnTo>
                  <a:pt x="12" y="180"/>
                </a:lnTo>
                <a:lnTo>
                  <a:pt x="10" y="187"/>
                </a:lnTo>
                <a:lnTo>
                  <a:pt x="8" y="194"/>
                </a:lnTo>
                <a:lnTo>
                  <a:pt x="6" y="201"/>
                </a:lnTo>
                <a:lnTo>
                  <a:pt x="5" y="209"/>
                </a:lnTo>
                <a:lnTo>
                  <a:pt x="4" y="216"/>
                </a:lnTo>
                <a:lnTo>
                  <a:pt x="3" y="224"/>
                </a:lnTo>
                <a:lnTo>
                  <a:pt x="3" y="231"/>
                </a:lnTo>
                <a:lnTo>
                  <a:pt x="3" y="238"/>
                </a:lnTo>
                <a:lnTo>
                  <a:pt x="3" y="246"/>
                </a:lnTo>
                <a:lnTo>
                  <a:pt x="3" y="253"/>
                </a:lnTo>
                <a:lnTo>
                  <a:pt x="4" y="261"/>
                </a:lnTo>
                <a:lnTo>
                  <a:pt x="5" y="268"/>
                </a:lnTo>
                <a:lnTo>
                  <a:pt x="6" y="275"/>
                </a:lnTo>
                <a:lnTo>
                  <a:pt x="8" y="283"/>
                </a:lnTo>
                <a:lnTo>
                  <a:pt x="10" y="290"/>
                </a:lnTo>
                <a:lnTo>
                  <a:pt x="12" y="297"/>
                </a:lnTo>
                <a:lnTo>
                  <a:pt x="14" y="304"/>
                </a:lnTo>
                <a:lnTo>
                  <a:pt x="17" y="311"/>
                </a:lnTo>
                <a:lnTo>
                  <a:pt x="20" y="318"/>
                </a:lnTo>
                <a:lnTo>
                  <a:pt x="23" y="325"/>
                </a:lnTo>
                <a:lnTo>
                  <a:pt x="27" y="332"/>
                </a:lnTo>
                <a:lnTo>
                  <a:pt x="31" y="339"/>
                </a:lnTo>
                <a:lnTo>
                  <a:pt x="35" y="346"/>
                </a:lnTo>
                <a:lnTo>
                  <a:pt x="39" y="352"/>
                </a:lnTo>
                <a:lnTo>
                  <a:pt x="44" y="359"/>
                </a:lnTo>
                <a:lnTo>
                  <a:pt x="48" y="365"/>
                </a:lnTo>
                <a:lnTo>
                  <a:pt x="53" y="371"/>
                </a:lnTo>
                <a:lnTo>
                  <a:pt x="59" y="377"/>
                </a:lnTo>
                <a:lnTo>
                  <a:pt x="64" y="383"/>
                </a:lnTo>
                <a:lnTo>
                  <a:pt x="70" y="389"/>
                </a:lnTo>
                <a:lnTo>
                  <a:pt x="76" y="394"/>
                </a:lnTo>
                <a:lnTo>
                  <a:pt x="82" y="400"/>
                </a:lnTo>
                <a:lnTo>
                  <a:pt x="89" y="405"/>
                </a:lnTo>
                <a:lnTo>
                  <a:pt x="95" y="410"/>
                </a:lnTo>
                <a:lnTo>
                  <a:pt x="102" y="415"/>
                </a:lnTo>
                <a:lnTo>
                  <a:pt x="109" y="420"/>
                </a:lnTo>
                <a:lnTo>
                  <a:pt x="116" y="425"/>
                </a:lnTo>
                <a:lnTo>
                  <a:pt x="124" y="429"/>
                </a:lnTo>
                <a:lnTo>
                  <a:pt x="131" y="434"/>
                </a:lnTo>
                <a:lnTo>
                  <a:pt x="139" y="438"/>
                </a:lnTo>
                <a:lnTo>
                  <a:pt x="147" y="442"/>
                </a:lnTo>
                <a:lnTo>
                  <a:pt x="155" y="445"/>
                </a:lnTo>
                <a:lnTo>
                  <a:pt x="163" y="449"/>
                </a:lnTo>
                <a:lnTo>
                  <a:pt x="172" y="452"/>
                </a:lnTo>
                <a:lnTo>
                  <a:pt x="180" y="455"/>
                </a:lnTo>
                <a:lnTo>
                  <a:pt x="188" y="458"/>
                </a:lnTo>
                <a:lnTo>
                  <a:pt x="197" y="460"/>
                </a:lnTo>
                <a:lnTo>
                  <a:pt x="206" y="463"/>
                </a:lnTo>
                <a:lnTo>
                  <a:pt x="215" y="465"/>
                </a:lnTo>
                <a:lnTo>
                  <a:pt x="224" y="467"/>
                </a:lnTo>
                <a:lnTo>
                  <a:pt x="233" y="469"/>
                </a:lnTo>
                <a:lnTo>
                  <a:pt x="242" y="470"/>
                </a:lnTo>
                <a:lnTo>
                  <a:pt x="251" y="471"/>
                </a:lnTo>
                <a:lnTo>
                  <a:pt x="260" y="473"/>
                </a:lnTo>
                <a:lnTo>
                  <a:pt x="269" y="473"/>
                </a:lnTo>
                <a:lnTo>
                  <a:pt x="278" y="474"/>
                </a:lnTo>
                <a:lnTo>
                  <a:pt x="288" y="474"/>
                </a:lnTo>
                <a:lnTo>
                  <a:pt x="297" y="474"/>
                </a:lnTo>
                <a:lnTo>
                  <a:pt x="306" y="474"/>
                </a:lnTo>
                <a:lnTo>
                  <a:pt x="315" y="474"/>
                </a:lnTo>
                <a:lnTo>
                  <a:pt x="324" y="473"/>
                </a:lnTo>
                <a:lnTo>
                  <a:pt x="334" y="473"/>
                </a:lnTo>
                <a:lnTo>
                  <a:pt x="343" y="471"/>
                </a:lnTo>
                <a:lnTo>
                  <a:pt x="352" y="470"/>
                </a:lnTo>
                <a:lnTo>
                  <a:pt x="361" y="469"/>
                </a:lnTo>
                <a:lnTo>
                  <a:pt x="370" y="467"/>
                </a:lnTo>
                <a:lnTo>
                  <a:pt x="379" y="465"/>
                </a:lnTo>
                <a:lnTo>
                  <a:pt x="388" y="463"/>
                </a:lnTo>
                <a:lnTo>
                  <a:pt x="396" y="460"/>
                </a:lnTo>
                <a:lnTo>
                  <a:pt x="406" y="458"/>
                </a:lnTo>
                <a:lnTo>
                  <a:pt x="415" y="455"/>
                </a:lnTo>
                <a:lnTo>
                  <a:pt x="423" y="452"/>
                </a:lnTo>
                <a:lnTo>
                  <a:pt x="431" y="449"/>
                </a:lnTo>
                <a:lnTo>
                  <a:pt x="440" y="445"/>
                </a:lnTo>
                <a:lnTo>
                  <a:pt x="448" y="442"/>
                </a:lnTo>
                <a:lnTo>
                  <a:pt x="455" y="438"/>
                </a:lnTo>
                <a:lnTo>
                  <a:pt x="463" y="434"/>
                </a:lnTo>
                <a:lnTo>
                  <a:pt x="471" y="429"/>
                </a:lnTo>
                <a:lnTo>
                  <a:pt x="478" y="425"/>
                </a:lnTo>
                <a:lnTo>
                  <a:pt x="485" y="420"/>
                </a:lnTo>
                <a:lnTo>
                  <a:pt x="492" y="415"/>
                </a:lnTo>
                <a:lnTo>
                  <a:pt x="499" y="410"/>
                </a:lnTo>
                <a:lnTo>
                  <a:pt x="506" y="405"/>
                </a:lnTo>
                <a:lnTo>
                  <a:pt x="512" y="400"/>
                </a:lnTo>
                <a:lnTo>
                  <a:pt x="518" y="394"/>
                </a:lnTo>
                <a:lnTo>
                  <a:pt x="524" y="389"/>
                </a:lnTo>
                <a:lnTo>
                  <a:pt x="530" y="383"/>
                </a:lnTo>
                <a:lnTo>
                  <a:pt x="536" y="377"/>
                </a:lnTo>
                <a:lnTo>
                  <a:pt x="541" y="371"/>
                </a:lnTo>
                <a:lnTo>
                  <a:pt x="546" y="365"/>
                </a:lnTo>
                <a:lnTo>
                  <a:pt x="551" y="359"/>
                </a:lnTo>
                <a:lnTo>
                  <a:pt x="556" y="352"/>
                </a:lnTo>
                <a:lnTo>
                  <a:pt x="560" y="346"/>
                </a:lnTo>
                <a:lnTo>
                  <a:pt x="564" y="339"/>
                </a:lnTo>
                <a:lnTo>
                  <a:pt x="568" y="332"/>
                </a:lnTo>
                <a:lnTo>
                  <a:pt x="571" y="325"/>
                </a:lnTo>
                <a:lnTo>
                  <a:pt x="575" y="318"/>
                </a:lnTo>
                <a:lnTo>
                  <a:pt x="578" y="311"/>
                </a:lnTo>
                <a:lnTo>
                  <a:pt x="580" y="304"/>
                </a:lnTo>
                <a:lnTo>
                  <a:pt x="583" y="297"/>
                </a:lnTo>
                <a:lnTo>
                  <a:pt x="585" y="290"/>
                </a:lnTo>
                <a:lnTo>
                  <a:pt x="587" y="283"/>
                </a:lnTo>
                <a:lnTo>
                  <a:pt x="588" y="275"/>
                </a:lnTo>
                <a:lnTo>
                  <a:pt x="590" y="268"/>
                </a:lnTo>
                <a:lnTo>
                  <a:pt x="591" y="261"/>
                </a:lnTo>
                <a:lnTo>
                  <a:pt x="591" y="253"/>
                </a:lnTo>
                <a:lnTo>
                  <a:pt x="592" y="246"/>
                </a:lnTo>
                <a:lnTo>
                  <a:pt x="592" y="238"/>
                </a:lnTo>
                <a:moveTo>
                  <a:pt x="594" y="238"/>
                </a:moveTo>
                <a:lnTo>
                  <a:pt x="594" y="246"/>
                </a:lnTo>
                <a:lnTo>
                  <a:pt x="594" y="253"/>
                </a:lnTo>
                <a:lnTo>
                  <a:pt x="593" y="261"/>
                </a:lnTo>
                <a:lnTo>
                  <a:pt x="592" y="268"/>
                </a:lnTo>
                <a:lnTo>
                  <a:pt x="591" y="276"/>
                </a:lnTo>
                <a:lnTo>
                  <a:pt x="589" y="283"/>
                </a:lnTo>
                <a:lnTo>
                  <a:pt x="587" y="290"/>
                </a:lnTo>
                <a:lnTo>
                  <a:pt x="585" y="298"/>
                </a:lnTo>
                <a:lnTo>
                  <a:pt x="583" y="305"/>
                </a:lnTo>
                <a:lnTo>
                  <a:pt x="580" y="312"/>
                </a:lnTo>
                <a:lnTo>
                  <a:pt x="577" y="319"/>
                </a:lnTo>
                <a:lnTo>
                  <a:pt x="573" y="326"/>
                </a:lnTo>
                <a:lnTo>
                  <a:pt x="570" y="333"/>
                </a:lnTo>
                <a:lnTo>
                  <a:pt x="566" y="340"/>
                </a:lnTo>
                <a:lnTo>
                  <a:pt x="562" y="346"/>
                </a:lnTo>
                <a:lnTo>
                  <a:pt x="558" y="353"/>
                </a:lnTo>
                <a:lnTo>
                  <a:pt x="553" y="359"/>
                </a:lnTo>
                <a:lnTo>
                  <a:pt x="548" y="366"/>
                </a:lnTo>
                <a:lnTo>
                  <a:pt x="543" y="372"/>
                </a:lnTo>
                <a:lnTo>
                  <a:pt x="538" y="378"/>
                </a:lnTo>
                <a:lnTo>
                  <a:pt x="532" y="384"/>
                </a:lnTo>
                <a:lnTo>
                  <a:pt x="526" y="390"/>
                </a:lnTo>
                <a:lnTo>
                  <a:pt x="520" y="396"/>
                </a:lnTo>
                <a:lnTo>
                  <a:pt x="514" y="401"/>
                </a:lnTo>
                <a:lnTo>
                  <a:pt x="507" y="407"/>
                </a:lnTo>
                <a:lnTo>
                  <a:pt x="501" y="412"/>
                </a:lnTo>
                <a:lnTo>
                  <a:pt x="494" y="417"/>
                </a:lnTo>
                <a:lnTo>
                  <a:pt x="487" y="422"/>
                </a:lnTo>
                <a:lnTo>
                  <a:pt x="480" y="426"/>
                </a:lnTo>
                <a:lnTo>
                  <a:pt x="472" y="431"/>
                </a:lnTo>
                <a:lnTo>
                  <a:pt x="464" y="435"/>
                </a:lnTo>
                <a:lnTo>
                  <a:pt x="457" y="439"/>
                </a:lnTo>
                <a:lnTo>
                  <a:pt x="449" y="443"/>
                </a:lnTo>
                <a:lnTo>
                  <a:pt x="441" y="447"/>
                </a:lnTo>
                <a:lnTo>
                  <a:pt x="432" y="450"/>
                </a:lnTo>
                <a:lnTo>
                  <a:pt x="424" y="454"/>
                </a:lnTo>
                <a:lnTo>
                  <a:pt x="416" y="457"/>
                </a:lnTo>
                <a:lnTo>
                  <a:pt x="407" y="460"/>
                </a:lnTo>
                <a:lnTo>
                  <a:pt x="397" y="462"/>
                </a:lnTo>
                <a:lnTo>
                  <a:pt x="388" y="465"/>
                </a:lnTo>
                <a:lnTo>
                  <a:pt x="380" y="467"/>
                </a:lnTo>
                <a:lnTo>
                  <a:pt x="371" y="469"/>
                </a:lnTo>
                <a:lnTo>
                  <a:pt x="361" y="471"/>
                </a:lnTo>
                <a:lnTo>
                  <a:pt x="352" y="472"/>
                </a:lnTo>
                <a:lnTo>
                  <a:pt x="343" y="473"/>
                </a:lnTo>
                <a:lnTo>
                  <a:pt x="334" y="474"/>
                </a:lnTo>
                <a:lnTo>
                  <a:pt x="325" y="475"/>
                </a:lnTo>
                <a:lnTo>
                  <a:pt x="315" y="476"/>
                </a:lnTo>
                <a:lnTo>
                  <a:pt x="306" y="476"/>
                </a:lnTo>
                <a:lnTo>
                  <a:pt x="297" y="476"/>
                </a:lnTo>
                <a:lnTo>
                  <a:pt x="287" y="476"/>
                </a:lnTo>
                <a:lnTo>
                  <a:pt x="278" y="476"/>
                </a:lnTo>
                <a:lnTo>
                  <a:pt x="269" y="475"/>
                </a:lnTo>
                <a:lnTo>
                  <a:pt x="260" y="474"/>
                </a:lnTo>
                <a:lnTo>
                  <a:pt x="250" y="473"/>
                </a:lnTo>
                <a:lnTo>
                  <a:pt x="241" y="472"/>
                </a:lnTo>
                <a:lnTo>
                  <a:pt x="232" y="471"/>
                </a:lnTo>
                <a:lnTo>
                  <a:pt x="223" y="469"/>
                </a:lnTo>
                <a:lnTo>
                  <a:pt x="214" y="467"/>
                </a:lnTo>
                <a:lnTo>
                  <a:pt x="205" y="465"/>
                </a:lnTo>
                <a:lnTo>
                  <a:pt x="196" y="462"/>
                </a:lnTo>
                <a:lnTo>
                  <a:pt x="188" y="460"/>
                </a:lnTo>
                <a:lnTo>
                  <a:pt x="179" y="457"/>
                </a:lnTo>
                <a:lnTo>
                  <a:pt x="171" y="454"/>
                </a:lnTo>
                <a:lnTo>
                  <a:pt x="162" y="450"/>
                </a:lnTo>
                <a:lnTo>
                  <a:pt x="154" y="447"/>
                </a:lnTo>
                <a:lnTo>
                  <a:pt x="146" y="443"/>
                </a:lnTo>
                <a:lnTo>
                  <a:pt x="138" y="439"/>
                </a:lnTo>
                <a:lnTo>
                  <a:pt x="130" y="435"/>
                </a:lnTo>
                <a:lnTo>
                  <a:pt x="123" y="431"/>
                </a:lnTo>
                <a:lnTo>
                  <a:pt x="115" y="426"/>
                </a:lnTo>
                <a:lnTo>
                  <a:pt x="108" y="422"/>
                </a:lnTo>
                <a:lnTo>
                  <a:pt x="101" y="417"/>
                </a:lnTo>
                <a:lnTo>
                  <a:pt x="94" y="412"/>
                </a:lnTo>
                <a:lnTo>
                  <a:pt x="87" y="407"/>
                </a:lnTo>
                <a:lnTo>
                  <a:pt x="81" y="401"/>
                </a:lnTo>
                <a:lnTo>
                  <a:pt x="74" y="396"/>
                </a:lnTo>
                <a:lnTo>
                  <a:pt x="68" y="390"/>
                </a:lnTo>
                <a:lnTo>
                  <a:pt x="63" y="384"/>
                </a:lnTo>
                <a:lnTo>
                  <a:pt x="57" y="378"/>
                </a:lnTo>
                <a:lnTo>
                  <a:pt x="52" y="372"/>
                </a:lnTo>
                <a:lnTo>
                  <a:pt x="46" y="366"/>
                </a:lnTo>
                <a:lnTo>
                  <a:pt x="42" y="359"/>
                </a:lnTo>
                <a:lnTo>
                  <a:pt x="37" y="353"/>
                </a:lnTo>
                <a:lnTo>
                  <a:pt x="33" y="346"/>
                </a:lnTo>
                <a:lnTo>
                  <a:pt x="29" y="340"/>
                </a:lnTo>
                <a:lnTo>
                  <a:pt x="25" y="333"/>
                </a:lnTo>
                <a:lnTo>
                  <a:pt x="21" y="326"/>
                </a:lnTo>
                <a:lnTo>
                  <a:pt x="18" y="319"/>
                </a:lnTo>
                <a:lnTo>
                  <a:pt x="15" y="312"/>
                </a:lnTo>
                <a:lnTo>
                  <a:pt x="12" y="305"/>
                </a:lnTo>
                <a:lnTo>
                  <a:pt x="10" y="298"/>
                </a:lnTo>
                <a:lnTo>
                  <a:pt x="7" y="290"/>
                </a:lnTo>
                <a:lnTo>
                  <a:pt x="6" y="283"/>
                </a:lnTo>
                <a:lnTo>
                  <a:pt x="4" y="276"/>
                </a:lnTo>
                <a:lnTo>
                  <a:pt x="3" y="268"/>
                </a:lnTo>
                <a:lnTo>
                  <a:pt x="2" y="261"/>
                </a:lnTo>
                <a:lnTo>
                  <a:pt x="1" y="253"/>
                </a:lnTo>
                <a:lnTo>
                  <a:pt x="0" y="246"/>
                </a:lnTo>
                <a:lnTo>
                  <a:pt x="0" y="238"/>
                </a:lnTo>
                <a:lnTo>
                  <a:pt x="0" y="231"/>
                </a:lnTo>
                <a:lnTo>
                  <a:pt x="1" y="223"/>
                </a:lnTo>
                <a:lnTo>
                  <a:pt x="2" y="216"/>
                </a:lnTo>
                <a:lnTo>
                  <a:pt x="3" y="209"/>
                </a:lnTo>
                <a:lnTo>
                  <a:pt x="4" y="201"/>
                </a:lnTo>
                <a:lnTo>
                  <a:pt x="6" y="194"/>
                </a:lnTo>
                <a:lnTo>
                  <a:pt x="7" y="186"/>
                </a:lnTo>
                <a:lnTo>
                  <a:pt x="10" y="179"/>
                </a:lnTo>
                <a:lnTo>
                  <a:pt x="12" y="172"/>
                </a:lnTo>
                <a:lnTo>
                  <a:pt x="15" y="165"/>
                </a:lnTo>
                <a:lnTo>
                  <a:pt x="18" y="158"/>
                </a:lnTo>
                <a:lnTo>
                  <a:pt x="21" y="151"/>
                </a:lnTo>
                <a:lnTo>
                  <a:pt x="25" y="143"/>
                </a:lnTo>
                <a:lnTo>
                  <a:pt x="29" y="136"/>
                </a:lnTo>
                <a:lnTo>
                  <a:pt x="33" y="129"/>
                </a:lnTo>
                <a:lnTo>
                  <a:pt x="37" y="123"/>
                </a:lnTo>
                <a:lnTo>
                  <a:pt x="42" y="116"/>
                </a:lnTo>
                <a:lnTo>
                  <a:pt x="46" y="110"/>
                </a:lnTo>
                <a:lnTo>
                  <a:pt x="52" y="104"/>
                </a:lnTo>
                <a:lnTo>
                  <a:pt x="57" y="98"/>
                </a:lnTo>
                <a:lnTo>
                  <a:pt x="63" y="92"/>
                </a:lnTo>
                <a:lnTo>
                  <a:pt x="68" y="86"/>
                </a:lnTo>
                <a:lnTo>
                  <a:pt x="74" y="80"/>
                </a:lnTo>
                <a:lnTo>
                  <a:pt x="81" y="75"/>
                </a:lnTo>
                <a:lnTo>
                  <a:pt x="87" y="69"/>
                </a:lnTo>
                <a:lnTo>
                  <a:pt x="94" y="64"/>
                </a:lnTo>
                <a:lnTo>
                  <a:pt x="101" y="59"/>
                </a:lnTo>
                <a:lnTo>
                  <a:pt x="108" y="54"/>
                </a:lnTo>
                <a:lnTo>
                  <a:pt x="115" y="49"/>
                </a:lnTo>
                <a:lnTo>
                  <a:pt x="123" y="45"/>
                </a:lnTo>
                <a:lnTo>
                  <a:pt x="130" y="41"/>
                </a:lnTo>
                <a:lnTo>
                  <a:pt x="138" y="37"/>
                </a:lnTo>
                <a:lnTo>
                  <a:pt x="146" y="33"/>
                </a:lnTo>
                <a:lnTo>
                  <a:pt x="154" y="29"/>
                </a:lnTo>
                <a:lnTo>
                  <a:pt x="162" y="25"/>
                </a:lnTo>
                <a:lnTo>
                  <a:pt x="171" y="22"/>
                </a:lnTo>
                <a:lnTo>
                  <a:pt x="179" y="19"/>
                </a:lnTo>
                <a:lnTo>
                  <a:pt x="188" y="16"/>
                </a:lnTo>
                <a:lnTo>
                  <a:pt x="196" y="14"/>
                </a:lnTo>
                <a:lnTo>
                  <a:pt x="205" y="11"/>
                </a:lnTo>
                <a:lnTo>
                  <a:pt x="214" y="9"/>
                </a:lnTo>
                <a:lnTo>
                  <a:pt x="223" y="7"/>
                </a:lnTo>
                <a:lnTo>
                  <a:pt x="232" y="5"/>
                </a:lnTo>
                <a:lnTo>
                  <a:pt x="241" y="4"/>
                </a:lnTo>
                <a:lnTo>
                  <a:pt x="250" y="2"/>
                </a:lnTo>
                <a:lnTo>
                  <a:pt x="260" y="1"/>
                </a:lnTo>
                <a:lnTo>
                  <a:pt x="269" y="1"/>
                </a:lnTo>
                <a:lnTo>
                  <a:pt x="278" y="0"/>
                </a:lnTo>
                <a:lnTo>
                  <a:pt x="287" y="0"/>
                </a:lnTo>
                <a:lnTo>
                  <a:pt x="297" y="0"/>
                </a:lnTo>
                <a:lnTo>
                  <a:pt x="306" y="0"/>
                </a:lnTo>
                <a:lnTo>
                  <a:pt x="315" y="0"/>
                </a:lnTo>
                <a:lnTo>
                  <a:pt x="325" y="1"/>
                </a:lnTo>
                <a:lnTo>
                  <a:pt x="334" y="1"/>
                </a:lnTo>
                <a:lnTo>
                  <a:pt x="343" y="2"/>
                </a:lnTo>
                <a:lnTo>
                  <a:pt x="352" y="4"/>
                </a:lnTo>
                <a:lnTo>
                  <a:pt x="361" y="5"/>
                </a:lnTo>
                <a:lnTo>
                  <a:pt x="371" y="7"/>
                </a:lnTo>
                <a:lnTo>
                  <a:pt x="380" y="9"/>
                </a:lnTo>
                <a:lnTo>
                  <a:pt x="388" y="11"/>
                </a:lnTo>
                <a:lnTo>
                  <a:pt x="397" y="14"/>
                </a:lnTo>
                <a:lnTo>
                  <a:pt x="407" y="16"/>
                </a:lnTo>
                <a:lnTo>
                  <a:pt x="416" y="19"/>
                </a:lnTo>
                <a:lnTo>
                  <a:pt x="424" y="22"/>
                </a:lnTo>
                <a:lnTo>
                  <a:pt x="432" y="25"/>
                </a:lnTo>
                <a:lnTo>
                  <a:pt x="441" y="29"/>
                </a:lnTo>
                <a:lnTo>
                  <a:pt x="449" y="33"/>
                </a:lnTo>
                <a:lnTo>
                  <a:pt x="457" y="37"/>
                </a:lnTo>
                <a:lnTo>
                  <a:pt x="464" y="41"/>
                </a:lnTo>
                <a:lnTo>
                  <a:pt x="472" y="45"/>
                </a:lnTo>
                <a:lnTo>
                  <a:pt x="480" y="49"/>
                </a:lnTo>
                <a:lnTo>
                  <a:pt x="487" y="54"/>
                </a:lnTo>
                <a:lnTo>
                  <a:pt x="494" y="59"/>
                </a:lnTo>
                <a:lnTo>
                  <a:pt x="501" y="64"/>
                </a:lnTo>
                <a:lnTo>
                  <a:pt x="507" y="69"/>
                </a:lnTo>
                <a:lnTo>
                  <a:pt x="514" y="75"/>
                </a:lnTo>
                <a:lnTo>
                  <a:pt x="520" y="80"/>
                </a:lnTo>
                <a:lnTo>
                  <a:pt x="526" y="86"/>
                </a:lnTo>
                <a:lnTo>
                  <a:pt x="532" y="92"/>
                </a:lnTo>
                <a:lnTo>
                  <a:pt x="538" y="98"/>
                </a:lnTo>
                <a:lnTo>
                  <a:pt x="543" y="104"/>
                </a:lnTo>
                <a:lnTo>
                  <a:pt x="548" y="110"/>
                </a:lnTo>
                <a:lnTo>
                  <a:pt x="553" y="116"/>
                </a:lnTo>
                <a:lnTo>
                  <a:pt x="558" y="123"/>
                </a:lnTo>
                <a:lnTo>
                  <a:pt x="562" y="129"/>
                </a:lnTo>
                <a:lnTo>
                  <a:pt x="566" y="136"/>
                </a:lnTo>
                <a:lnTo>
                  <a:pt x="570" y="143"/>
                </a:lnTo>
                <a:lnTo>
                  <a:pt x="573" y="151"/>
                </a:lnTo>
                <a:lnTo>
                  <a:pt x="577" y="158"/>
                </a:lnTo>
                <a:lnTo>
                  <a:pt x="580" y="165"/>
                </a:lnTo>
                <a:lnTo>
                  <a:pt x="583" y="172"/>
                </a:lnTo>
                <a:lnTo>
                  <a:pt x="585" y="179"/>
                </a:lnTo>
                <a:lnTo>
                  <a:pt x="587" y="186"/>
                </a:lnTo>
                <a:lnTo>
                  <a:pt x="589" y="194"/>
                </a:lnTo>
                <a:lnTo>
                  <a:pt x="591" y="201"/>
                </a:lnTo>
                <a:lnTo>
                  <a:pt x="592" y="209"/>
                </a:lnTo>
                <a:lnTo>
                  <a:pt x="593" y="216"/>
                </a:lnTo>
                <a:lnTo>
                  <a:pt x="594" y="223"/>
                </a:lnTo>
                <a:lnTo>
                  <a:pt x="594" y="231"/>
                </a:lnTo>
                <a:lnTo>
                  <a:pt x="594" y="238"/>
                </a:lnTo>
                <a:close/>
              </a:path>
            </a:pathLst>
          </a:custGeom>
          <a:solidFill>
            <a:srgbClr val="ffd3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8" name=""/>
          <p:cNvSpPr/>
          <p:nvPr/>
        </p:nvSpPr>
        <p:spPr>
          <a:xfrm>
            <a:off x="4871160" y="1741680"/>
            <a:ext cx="215640" cy="172800"/>
          </a:xfrm>
          <a:custGeom>
            <a:avLst/>
            <a:gdLst/>
            <a:ahLst/>
            <a:rect l="0" t="0" r="r" b="b"/>
            <a:pathLst>
              <a:path w="599" h="480">
                <a:moveTo>
                  <a:pt x="596" y="240"/>
                </a:moveTo>
                <a:lnTo>
                  <a:pt x="596" y="233"/>
                </a:lnTo>
                <a:lnTo>
                  <a:pt x="596" y="225"/>
                </a:lnTo>
                <a:lnTo>
                  <a:pt x="595" y="218"/>
                </a:lnTo>
                <a:lnTo>
                  <a:pt x="594" y="211"/>
                </a:lnTo>
                <a:lnTo>
                  <a:pt x="593" y="203"/>
                </a:lnTo>
                <a:lnTo>
                  <a:pt x="591" y="196"/>
                </a:lnTo>
                <a:lnTo>
                  <a:pt x="589" y="187"/>
                </a:lnTo>
                <a:lnTo>
                  <a:pt x="587" y="180"/>
                </a:lnTo>
                <a:lnTo>
                  <a:pt x="585" y="173"/>
                </a:lnTo>
                <a:lnTo>
                  <a:pt x="582" y="166"/>
                </a:lnTo>
                <a:lnTo>
                  <a:pt x="579" y="159"/>
                </a:lnTo>
                <a:lnTo>
                  <a:pt x="575" y="152"/>
                </a:lnTo>
                <a:lnTo>
                  <a:pt x="572" y="145"/>
                </a:lnTo>
                <a:lnTo>
                  <a:pt x="568" y="138"/>
                </a:lnTo>
                <a:lnTo>
                  <a:pt x="564" y="131"/>
                </a:lnTo>
                <a:lnTo>
                  <a:pt x="560" y="125"/>
                </a:lnTo>
                <a:lnTo>
                  <a:pt x="555" y="118"/>
                </a:lnTo>
                <a:lnTo>
                  <a:pt x="550" y="112"/>
                </a:lnTo>
                <a:lnTo>
                  <a:pt x="545" y="106"/>
                </a:lnTo>
                <a:lnTo>
                  <a:pt x="540" y="100"/>
                </a:lnTo>
                <a:lnTo>
                  <a:pt x="534" y="94"/>
                </a:lnTo>
                <a:lnTo>
                  <a:pt x="528" y="88"/>
                </a:lnTo>
                <a:lnTo>
                  <a:pt x="522" y="82"/>
                </a:lnTo>
                <a:lnTo>
                  <a:pt x="516" y="77"/>
                </a:lnTo>
                <a:lnTo>
                  <a:pt x="509" y="71"/>
                </a:lnTo>
                <a:lnTo>
                  <a:pt x="503" y="66"/>
                </a:lnTo>
                <a:lnTo>
                  <a:pt x="495" y="61"/>
                </a:lnTo>
                <a:lnTo>
                  <a:pt x="488" y="56"/>
                </a:lnTo>
                <a:lnTo>
                  <a:pt x="481" y="51"/>
                </a:lnTo>
                <a:lnTo>
                  <a:pt x="473" y="47"/>
                </a:lnTo>
                <a:lnTo>
                  <a:pt x="465" y="43"/>
                </a:lnTo>
                <a:lnTo>
                  <a:pt x="458" y="39"/>
                </a:lnTo>
                <a:lnTo>
                  <a:pt x="450" y="35"/>
                </a:lnTo>
                <a:lnTo>
                  <a:pt x="442" y="31"/>
                </a:lnTo>
                <a:lnTo>
                  <a:pt x="433" y="27"/>
                </a:lnTo>
                <a:lnTo>
                  <a:pt x="425" y="24"/>
                </a:lnTo>
                <a:lnTo>
                  <a:pt x="417" y="21"/>
                </a:lnTo>
                <a:lnTo>
                  <a:pt x="408" y="18"/>
                </a:lnTo>
                <a:lnTo>
                  <a:pt x="399" y="16"/>
                </a:lnTo>
                <a:lnTo>
                  <a:pt x="390" y="13"/>
                </a:lnTo>
                <a:lnTo>
                  <a:pt x="382" y="11"/>
                </a:lnTo>
                <a:lnTo>
                  <a:pt x="373" y="9"/>
                </a:lnTo>
                <a:lnTo>
                  <a:pt x="363" y="7"/>
                </a:lnTo>
                <a:lnTo>
                  <a:pt x="354" y="6"/>
                </a:lnTo>
                <a:lnTo>
                  <a:pt x="345" y="4"/>
                </a:lnTo>
                <a:lnTo>
                  <a:pt x="336" y="3"/>
                </a:lnTo>
                <a:lnTo>
                  <a:pt x="327" y="3"/>
                </a:lnTo>
                <a:lnTo>
                  <a:pt x="317" y="2"/>
                </a:lnTo>
                <a:lnTo>
                  <a:pt x="308" y="2"/>
                </a:lnTo>
                <a:lnTo>
                  <a:pt x="299" y="2"/>
                </a:lnTo>
                <a:lnTo>
                  <a:pt x="289" y="2"/>
                </a:lnTo>
                <a:lnTo>
                  <a:pt x="280" y="2"/>
                </a:lnTo>
                <a:lnTo>
                  <a:pt x="271" y="3"/>
                </a:lnTo>
                <a:lnTo>
                  <a:pt x="262" y="3"/>
                </a:lnTo>
                <a:lnTo>
                  <a:pt x="252" y="4"/>
                </a:lnTo>
                <a:lnTo>
                  <a:pt x="243" y="6"/>
                </a:lnTo>
                <a:lnTo>
                  <a:pt x="234" y="7"/>
                </a:lnTo>
                <a:lnTo>
                  <a:pt x="225" y="9"/>
                </a:lnTo>
                <a:lnTo>
                  <a:pt x="216" y="11"/>
                </a:lnTo>
                <a:lnTo>
                  <a:pt x="207" y="13"/>
                </a:lnTo>
                <a:lnTo>
                  <a:pt x="198" y="16"/>
                </a:lnTo>
                <a:lnTo>
                  <a:pt x="190" y="18"/>
                </a:lnTo>
                <a:lnTo>
                  <a:pt x="181" y="21"/>
                </a:lnTo>
                <a:lnTo>
                  <a:pt x="173" y="24"/>
                </a:lnTo>
                <a:lnTo>
                  <a:pt x="164" y="27"/>
                </a:lnTo>
                <a:lnTo>
                  <a:pt x="156" y="31"/>
                </a:lnTo>
                <a:lnTo>
                  <a:pt x="148" y="35"/>
                </a:lnTo>
                <a:lnTo>
                  <a:pt x="140" y="39"/>
                </a:lnTo>
                <a:lnTo>
                  <a:pt x="132" y="43"/>
                </a:lnTo>
                <a:lnTo>
                  <a:pt x="125" y="47"/>
                </a:lnTo>
                <a:lnTo>
                  <a:pt x="117" y="51"/>
                </a:lnTo>
                <a:lnTo>
                  <a:pt x="110" y="56"/>
                </a:lnTo>
                <a:lnTo>
                  <a:pt x="103" y="61"/>
                </a:lnTo>
                <a:lnTo>
                  <a:pt x="96" y="66"/>
                </a:lnTo>
                <a:lnTo>
                  <a:pt x="89" y="71"/>
                </a:lnTo>
                <a:lnTo>
                  <a:pt x="83" y="77"/>
                </a:lnTo>
                <a:lnTo>
                  <a:pt x="76" y="82"/>
                </a:lnTo>
                <a:lnTo>
                  <a:pt x="70" y="88"/>
                </a:lnTo>
                <a:lnTo>
                  <a:pt x="65" y="94"/>
                </a:lnTo>
                <a:lnTo>
                  <a:pt x="59" y="100"/>
                </a:lnTo>
                <a:lnTo>
                  <a:pt x="54" y="106"/>
                </a:lnTo>
                <a:lnTo>
                  <a:pt x="48" y="112"/>
                </a:lnTo>
                <a:lnTo>
                  <a:pt x="44" y="118"/>
                </a:lnTo>
                <a:lnTo>
                  <a:pt x="39" y="125"/>
                </a:lnTo>
                <a:lnTo>
                  <a:pt x="35" y="131"/>
                </a:lnTo>
                <a:lnTo>
                  <a:pt x="31" y="138"/>
                </a:lnTo>
                <a:lnTo>
                  <a:pt x="27" y="145"/>
                </a:lnTo>
                <a:lnTo>
                  <a:pt x="23" y="152"/>
                </a:lnTo>
                <a:lnTo>
                  <a:pt x="20" y="159"/>
                </a:lnTo>
                <a:lnTo>
                  <a:pt x="17" y="166"/>
                </a:lnTo>
                <a:lnTo>
                  <a:pt x="14" y="173"/>
                </a:lnTo>
                <a:lnTo>
                  <a:pt x="12" y="180"/>
                </a:lnTo>
                <a:lnTo>
                  <a:pt x="9" y="187"/>
                </a:lnTo>
                <a:lnTo>
                  <a:pt x="8" y="196"/>
                </a:lnTo>
                <a:lnTo>
                  <a:pt x="6" y="203"/>
                </a:lnTo>
                <a:lnTo>
                  <a:pt x="5" y="211"/>
                </a:lnTo>
                <a:lnTo>
                  <a:pt x="4" y="218"/>
                </a:lnTo>
                <a:lnTo>
                  <a:pt x="3" y="225"/>
                </a:lnTo>
                <a:lnTo>
                  <a:pt x="2" y="233"/>
                </a:lnTo>
                <a:lnTo>
                  <a:pt x="2" y="240"/>
                </a:lnTo>
                <a:lnTo>
                  <a:pt x="2" y="248"/>
                </a:lnTo>
                <a:lnTo>
                  <a:pt x="3" y="255"/>
                </a:lnTo>
                <a:lnTo>
                  <a:pt x="4" y="263"/>
                </a:lnTo>
                <a:lnTo>
                  <a:pt x="5" y="270"/>
                </a:lnTo>
                <a:lnTo>
                  <a:pt x="6" y="278"/>
                </a:lnTo>
                <a:lnTo>
                  <a:pt x="8" y="285"/>
                </a:lnTo>
                <a:lnTo>
                  <a:pt x="9" y="292"/>
                </a:lnTo>
                <a:lnTo>
                  <a:pt x="12" y="300"/>
                </a:lnTo>
                <a:lnTo>
                  <a:pt x="14" y="307"/>
                </a:lnTo>
                <a:lnTo>
                  <a:pt x="17" y="314"/>
                </a:lnTo>
                <a:lnTo>
                  <a:pt x="20" y="321"/>
                </a:lnTo>
                <a:lnTo>
                  <a:pt x="23" y="328"/>
                </a:lnTo>
                <a:lnTo>
                  <a:pt x="27" y="335"/>
                </a:lnTo>
                <a:lnTo>
                  <a:pt x="31" y="342"/>
                </a:lnTo>
                <a:lnTo>
                  <a:pt x="35" y="348"/>
                </a:lnTo>
                <a:lnTo>
                  <a:pt x="39" y="355"/>
                </a:lnTo>
                <a:lnTo>
                  <a:pt x="44" y="361"/>
                </a:lnTo>
                <a:lnTo>
                  <a:pt x="48" y="368"/>
                </a:lnTo>
                <a:lnTo>
                  <a:pt x="54" y="374"/>
                </a:lnTo>
                <a:lnTo>
                  <a:pt x="59" y="380"/>
                </a:lnTo>
                <a:lnTo>
                  <a:pt x="65" y="386"/>
                </a:lnTo>
                <a:lnTo>
                  <a:pt x="70" y="392"/>
                </a:lnTo>
                <a:lnTo>
                  <a:pt x="76" y="398"/>
                </a:lnTo>
                <a:lnTo>
                  <a:pt x="83" y="403"/>
                </a:lnTo>
                <a:lnTo>
                  <a:pt x="89" y="409"/>
                </a:lnTo>
                <a:lnTo>
                  <a:pt x="96" y="414"/>
                </a:lnTo>
                <a:lnTo>
                  <a:pt x="103" y="419"/>
                </a:lnTo>
                <a:lnTo>
                  <a:pt x="110" y="424"/>
                </a:lnTo>
                <a:lnTo>
                  <a:pt x="117" y="428"/>
                </a:lnTo>
                <a:lnTo>
                  <a:pt x="125" y="433"/>
                </a:lnTo>
                <a:lnTo>
                  <a:pt x="132" y="437"/>
                </a:lnTo>
                <a:lnTo>
                  <a:pt x="140" y="441"/>
                </a:lnTo>
                <a:lnTo>
                  <a:pt x="148" y="445"/>
                </a:lnTo>
                <a:lnTo>
                  <a:pt x="156" y="449"/>
                </a:lnTo>
                <a:lnTo>
                  <a:pt x="164" y="452"/>
                </a:lnTo>
                <a:lnTo>
                  <a:pt x="173" y="456"/>
                </a:lnTo>
                <a:lnTo>
                  <a:pt x="181" y="459"/>
                </a:lnTo>
                <a:lnTo>
                  <a:pt x="190" y="462"/>
                </a:lnTo>
                <a:lnTo>
                  <a:pt x="198" y="464"/>
                </a:lnTo>
                <a:lnTo>
                  <a:pt x="207" y="467"/>
                </a:lnTo>
                <a:lnTo>
                  <a:pt x="216" y="469"/>
                </a:lnTo>
                <a:lnTo>
                  <a:pt x="225" y="471"/>
                </a:lnTo>
                <a:lnTo>
                  <a:pt x="234" y="473"/>
                </a:lnTo>
                <a:lnTo>
                  <a:pt x="243" y="474"/>
                </a:lnTo>
                <a:lnTo>
                  <a:pt x="252" y="475"/>
                </a:lnTo>
                <a:lnTo>
                  <a:pt x="262" y="476"/>
                </a:lnTo>
                <a:lnTo>
                  <a:pt x="271" y="477"/>
                </a:lnTo>
                <a:lnTo>
                  <a:pt x="280" y="478"/>
                </a:lnTo>
                <a:lnTo>
                  <a:pt x="289" y="478"/>
                </a:lnTo>
                <a:lnTo>
                  <a:pt x="299" y="478"/>
                </a:lnTo>
                <a:lnTo>
                  <a:pt x="308" y="478"/>
                </a:lnTo>
                <a:lnTo>
                  <a:pt x="317" y="478"/>
                </a:lnTo>
                <a:lnTo>
                  <a:pt x="327" y="477"/>
                </a:lnTo>
                <a:lnTo>
                  <a:pt x="336" y="476"/>
                </a:lnTo>
                <a:lnTo>
                  <a:pt x="345" y="475"/>
                </a:lnTo>
                <a:lnTo>
                  <a:pt x="354" y="474"/>
                </a:lnTo>
                <a:lnTo>
                  <a:pt x="363" y="473"/>
                </a:lnTo>
                <a:lnTo>
                  <a:pt x="373" y="471"/>
                </a:lnTo>
                <a:lnTo>
                  <a:pt x="382" y="469"/>
                </a:lnTo>
                <a:lnTo>
                  <a:pt x="390" y="467"/>
                </a:lnTo>
                <a:lnTo>
                  <a:pt x="399" y="464"/>
                </a:lnTo>
                <a:lnTo>
                  <a:pt x="408" y="462"/>
                </a:lnTo>
                <a:lnTo>
                  <a:pt x="417" y="459"/>
                </a:lnTo>
                <a:lnTo>
                  <a:pt x="425" y="456"/>
                </a:lnTo>
                <a:lnTo>
                  <a:pt x="433" y="452"/>
                </a:lnTo>
                <a:lnTo>
                  <a:pt x="442" y="449"/>
                </a:lnTo>
                <a:lnTo>
                  <a:pt x="450" y="445"/>
                </a:lnTo>
                <a:lnTo>
                  <a:pt x="458" y="441"/>
                </a:lnTo>
                <a:lnTo>
                  <a:pt x="465" y="437"/>
                </a:lnTo>
                <a:lnTo>
                  <a:pt x="473" y="433"/>
                </a:lnTo>
                <a:lnTo>
                  <a:pt x="481" y="428"/>
                </a:lnTo>
                <a:lnTo>
                  <a:pt x="488" y="424"/>
                </a:lnTo>
                <a:lnTo>
                  <a:pt x="495" y="419"/>
                </a:lnTo>
                <a:lnTo>
                  <a:pt x="503" y="414"/>
                </a:lnTo>
                <a:lnTo>
                  <a:pt x="509" y="409"/>
                </a:lnTo>
                <a:lnTo>
                  <a:pt x="516" y="403"/>
                </a:lnTo>
                <a:lnTo>
                  <a:pt x="522" y="398"/>
                </a:lnTo>
                <a:lnTo>
                  <a:pt x="528" y="392"/>
                </a:lnTo>
                <a:lnTo>
                  <a:pt x="534" y="386"/>
                </a:lnTo>
                <a:lnTo>
                  <a:pt x="540" y="380"/>
                </a:lnTo>
                <a:lnTo>
                  <a:pt x="545" y="374"/>
                </a:lnTo>
                <a:lnTo>
                  <a:pt x="550" y="368"/>
                </a:lnTo>
                <a:lnTo>
                  <a:pt x="555" y="361"/>
                </a:lnTo>
                <a:lnTo>
                  <a:pt x="560" y="355"/>
                </a:lnTo>
                <a:lnTo>
                  <a:pt x="564" y="348"/>
                </a:lnTo>
                <a:lnTo>
                  <a:pt x="568" y="342"/>
                </a:lnTo>
                <a:lnTo>
                  <a:pt x="572" y="335"/>
                </a:lnTo>
                <a:lnTo>
                  <a:pt x="575" y="328"/>
                </a:lnTo>
                <a:lnTo>
                  <a:pt x="579" y="321"/>
                </a:lnTo>
                <a:lnTo>
                  <a:pt x="582" y="314"/>
                </a:lnTo>
                <a:lnTo>
                  <a:pt x="585" y="307"/>
                </a:lnTo>
                <a:lnTo>
                  <a:pt x="587" y="300"/>
                </a:lnTo>
                <a:lnTo>
                  <a:pt x="589" y="292"/>
                </a:lnTo>
                <a:lnTo>
                  <a:pt x="591" y="285"/>
                </a:lnTo>
                <a:lnTo>
                  <a:pt x="593" y="278"/>
                </a:lnTo>
                <a:lnTo>
                  <a:pt x="594" y="270"/>
                </a:lnTo>
                <a:lnTo>
                  <a:pt x="595" y="263"/>
                </a:lnTo>
                <a:lnTo>
                  <a:pt x="596" y="255"/>
                </a:lnTo>
                <a:lnTo>
                  <a:pt x="596" y="248"/>
                </a:lnTo>
                <a:lnTo>
                  <a:pt x="596" y="240"/>
                </a:lnTo>
                <a:moveTo>
                  <a:pt x="599" y="240"/>
                </a:moveTo>
                <a:lnTo>
                  <a:pt x="598" y="248"/>
                </a:lnTo>
                <a:lnTo>
                  <a:pt x="598" y="255"/>
                </a:lnTo>
                <a:lnTo>
                  <a:pt x="597" y="263"/>
                </a:lnTo>
                <a:lnTo>
                  <a:pt x="596" y="270"/>
                </a:lnTo>
                <a:lnTo>
                  <a:pt x="595" y="278"/>
                </a:lnTo>
                <a:lnTo>
                  <a:pt x="593" y="285"/>
                </a:lnTo>
                <a:lnTo>
                  <a:pt x="591" y="293"/>
                </a:lnTo>
                <a:lnTo>
                  <a:pt x="589" y="300"/>
                </a:lnTo>
                <a:lnTo>
                  <a:pt x="587" y="307"/>
                </a:lnTo>
                <a:lnTo>
                  <a:pt x="584" y="314"/>
                </a:lnTo>
                <a:lnTo>
                  <a:pt x="581" y="322"/>
                </a:lnTo>
                <a:lnTo>
                  <a:pt x="578" y="329"/>
                </a:lnTo>
                <a:lnTo>
                  <a:pt x="574" y="336"/>
                </a:lnTo>
                <a:lnTo>
                  <a:pt x="570" y="342"/>
                </a:lnTo>
                <a:lnTo>
                  <a:pt x="566" y="349"/>
                </a:lnTo>
                <a:lnTo>
                  <a:pt x="562" y="356"/>
                </a:lnTo>
                <a:lnTo>
                  <a:pt x="557" y="362"/>
                </a:lnTo>
                <a:lnTo>
                  <a:pt x="552" y="369"/>
                </a:lnTo>
                <a:lnTo>
                  <a:pt x="547" y="375"/>
                </a:lnTo>
                <a:lnTo>
                  <a:pt x="542" y="381"/>
                </a:lnTo>
                <a:lnTo>
                  <a:pt x="536" y="387"/>
                </a:lnTo>
                <a:lnTo>
                  <a:pt x="530" y="393"/>
                </a:lnTo>
                <a:lnTo>
                  <a:pt x="524" y="399"/>
                </a:lnTo>
                <a:lnTo>
                  <a:pt x="518" y="404"/>
                </a:lnTo>
                <a:lnTo>
                  <a:pt x="511" y="410"/>
                </a:lnTo>
                <a:lnTo>
                  <a:pt x="504" y="415"/>
                </a:lnTo>
                <a:lnTo>
                  <a:pt x="496" y="420"/>
                </a:lnTo>
                <a:lnTo>
                  <a:pt x="489" y="425"/>
                </a:lnTo>
                <a:lnTo>
                  <a:pt x="482" y="430"/>
                </a:lnTo>
                <a:lnTo>
                  <a:pt x="474" y="434"/>
                </a:lnTo>
                <a:lnTo>
                  <a:pt x="467" y="439"/>
                </a:lnTo>
                <a:lnTo>
                  <a:pt x="459" y="443"/>
                </a:lnTo>
                <a:lnTo>
                  <a:pt x="451" y="447"/>
                </a:lnTo>
                <a:lnTo>
                  <a:pt x="443" y="450"/>
                </a:lnTo>
                <a:lnTo>
                  <a:pt x="434" y="454"/>
                </a:lnTo>
                <a:lnTo>
                  <a:pt x="426" y="457"/>
                </a:lnTo>
                <a:lnTo>
                  <a:pt x="417" y="460"/>
                </a:lnTo>
                <a:lnTo>
                  <a:pt x="409" y="463"/>
                </a:lnTo>
                <a:lnTo>
                  <a:pt x="400" y="466"/>
                </a:lnTo>
                <a:lnTo>
                  <a:pt x="391" y="468"/>
                </a:lnTo>
                <a:lnTo>
                  <a:pt x="382" y="471"/>
                </a:lnTo>
                <a:lnTo>
                  <a:pt x="373" y="473"/>
                </a:lnTo>
                <a:lnTo>
                  <a:pt x="364" y="474"/>
                </a:lnTo>
                <a:lnTo>
                  <a:pt x="355" y="476"/>
                </a:lnTo>
                <a:lnTo>
                  <a:pt x="346" y="477"/>
                </a:lnTo>
                <a:lnTo>
                  <a:pt x="336" y="478"/>
                </a:lnTo>
                <a:lnTo>
                  <a:pt x="327" y="479"/>
                </a:lnTo>
                <a:lnTo>
                  <a:pt x="318" y="480"/>
                </a:lnTo>
                <a:lnTo>
                  <a:pt x="308" y="480"/>
                </a:lnTo>
                <a:lnTo>
                  <a:pt x="299" y="480"/>
                </a:lnTo>
                <a:lnTo>
                  <a:pt x="289" y="480"/>
                </a:lnTo>
                <a:lnTo>
                  <a:pt x="280" y="480"/>
                </a:lnTo>
                <a:lnTo>
                  <a:pt x="271" y="479"/>
                </a:lnTo>
                <a:lnTo>
                  <a:pt x="261" y="478"/>
                </a:lnTo>
                <a:lnTo>
                  <a:pt x="252" y="477"/>
                </a:lnTo>
                <a:lnTo>
                  <a:pt x="243" y="476"/>
                </a:lnTo>
                <a:lnTo>
                  <a:pt x="234" y="474"/>
                </a:lnTo>
                <a:lnTo>
                  <a:pt x="224" y="473"/>
                </a:lnTo>
                <a:lnTo>
                  <a:pt x="215" y="471"/>
                </a:lnTo>
                <a:lnTo>
                  <a:pt x="206" y="468"/>
                </a:lnTo>
                <a:lnTo>
                  <a:pt x="198" y="466"/>
                </a:lnTo>
                <a:lnTo>
                  <a:pt x="189" y="463"/>
                </a:lnTo>
                <a:lnTo>
                  <a:pt x="180" y="460"/>
                </a:lnTo>
                <a:lnTo>
                  <a:pt x="172" y="457"/>
                </a:lnTo>
                <a:lnTo>
                  <a:pt x="163" y="454"/>
                </a:lnTo>
                <a:lnTo>
                  <a:pt x="155" y="450"/>
                </a:lnTo>
                <a:lnTo>
                  <a:pt x="147" y="447"/>
                </a:lnTo>
                <a:lnTo>
                  <a:pt x="139" y="443"/>
                </a:lnTo>
                <a:lnTo>
                  <a:pt x="131" y="439"/>
                </a:lnTo>
                <a:lnTo>
                  <a:pt x="123" y="434"/>
                </a:lnTo>
                <a:lnTo>
                  <a:pt x="116" y="430"/>
                </a:lnTo>
                <a:lnTo>
                  <a:pt x="108" y="425"/>
                </a:lnTo>
                <a:lnTo>
                  <a:pt x="101" y="420"/>
                </a:lnTo>
                <a:lnTo>
                  <a:pt x="94" y="415"/>
                </a:lnTo>
                <a:lnTo>
                  <a:pt x="88" y="410"/>
                </a:lnTo>
                <a:lnTo>
                  <a:pt x="81" y="404"/>
                </a:lnTo>
                <a:lnTo>
                  <a:pt x="75" y="399"/>
                </a:lnTo>
                <a:lnTo>
                  <a:pt x="69" y="393"/>
                </a:lnTo>
                <a:lnTo>
                  <a:pt x="63" y="387"/>
                </a:lnTo>
                <a:lnTo>
                  <a:pt x="57" y="381"/>
                </a:lnTo>
                <a:lnTo>
                  <a:pt x="52" y="375"/>
                </a:lnTo>
                <a:lnTo>
                  <a:pt x="47" y="369"/>
                </a:lnTo>
                <a:lnTo>
                  <a:pt x="42" y="362"/>
                </a:lnTo>
                <a:lnTo>
                  <a:pt x="37" y="356"/>
                </a:lnTo>
                <a:lnTo>
                  <a:pt x="33" y="349"/>
                </a:lnTo>
                <a:lnTo>
                  <a:pt x="28" y="342"/>
                </a:lnTo>
                <a:lnTo>
                  <a:pt x="25" y="336"/>
                </a:lnTo>
                <a:lnTo>
                  <a:pt x="21" y="329"/>
                </a:lnTo>
                <a:lnTo>
                  <a:pt x="18" y="322"/>
                </a:lnTo>
                <a:lnTo>
                  <a:pt x="15" y="314"/>
                </a:lnTo>
                <a:lnTo>
                  <a:pt x="12" y="307"/>
                </a:lnTo>
                <a:lnTo>
                  <a:pt x="9" y="300"/>
                </a:lnTo>
                <a:lnTo>
                  <a:pt x="7" y="293"/>
                </a:lnTo>
                <a:lnTo>
                  <a:pt x="5" y="285"/>
                </a:lnTo>
                <a:lnTo>
                  <a:pt x="4" y="278"/>
                </a:lnTo>
                <a:lnTo>
                  <a:pt x="2" y="270"/>
                </a:lnTo>
                <a:lnTo>
                  <a:pt x="1" y="263"/>
                </a:lnTo>
                <a:lnTo>
                  <a:pt x="1" y="255"/>
                </a:lnTo>
                <a:lnTo>
                  <a:pt x="0" y="248"/>
                </a:lnTo>
                <a:lnTo>
                  <a:pt x="0" y="240"/>
                </a:lnTo>
                <a:lnTo>
                  <a:pt x="0" y="233"/>
                </a:lnTo>
                <a:lnTo>
                  <a:pt x="1" y="225"/>
                </a:lnTo>
                <a:lnTo>
                  <a:pt x="1" y="218"/>
                </a:lnTo>
                <a:lnTo>
                  <a:pt x="2" y="210"/>
                </a:lnTo>
                <a:lnTo>
                  <a:pt x="4" y="203"/>
                </a:lnTo>
                <a:lnTo>
                  <a:pt x="5" y="195"/>
                </a:lnTo>
                <a:lnTo>
                  <a:pt x="7" y="187"/>
                </a:lnTo>
                <a:lnTo>
                  <a:pt x="9" y="180"/>
                </a:lnTo>
                <a:lnTo>
                  <a:pt x="12" y="173"/>
                </a:lnTo>
                <a:lnTo>
                  <a:pt x="15" y="165"/>
                </a:lnTo>
                <a:lnTo>
                  <a:pt x="18" y="158"/>
                </a:lnTo>
                <a:lnTo>
                  <a:pt x="21" y="151"/>
                </a:lnTo>
                <a:lnTo>
                  <a:pt x="25" y="144"/>
                </a:lnTo>
                <a:lnTo>
                  <a:pt x="28" y="137"/>
                </a:lnTo>
                <a:lnTo>
                  <a:pt x="33" y="131"/>
                </a:lnTo>
                <a:lnTo>
                  <a:pt x="37" y="124"/>
                </a:lnTo>
                <a:lnTo>
                  <a:pt x="42" y="117"/>
                </a:lnTo>
                <a:lnTo>
                  <a:pt x="47" y="111"/>
                </a:lnTo>
                <a:lnTo>
                  <a:pt x="52" y="105"/>
                </a:lnTo>
                <a:lnTo>
                  <a:pt x="57" y="98"/>
                </a:lnTo>
                <a:lnTo>
                  <a:pt x="63" y="92"/>
                </a:lnTo>
                <a:lnTo>
                  <a:pt x="69" y="87"/>
                </a:lnTo>
                <a:lnTo>
                  <a:pt x="75" y="81"/>
                </a:lnTo>
                <a:lnTo>
                  <a:pt x="81" y="75"/>
                </a:lnTo>
                <a:lnTo>
                  <a:pt x="88" y="70"/>
                </a:lnTo>
                <a:lnTo>
                  <a:pt x="94" y="65"/>
                </a:lnTo>
                <a:lnTo>
                  <a:pt x="101" y="60"/>
                </a:lnTo>
                <a:lnTo>
                  <a:pt x="108" y="55"/>
                </a:lnTo>
                <a:lnTo>
                  <a:pt x="116" y="50"/>
                </a:lnTo>
                <a:lnTo>
                  <a:pt x="123" y="45"/>
                </a:lnTo>
                <a:lnTo>
                  <a:pt x="131" y="41"/>
                </a:lnTo>
                <a:lnTo>
                  <a:pt x="139" y="37"/>
                </a:lnTo>
                <a:lnTo>
                  <a:pt x="147" y="33"/>
                </a:lnTo>
                <a:lnTo>
                  <a:pt x="155" y="29"/>
                </a:lnTo>
                <a:lnTo>
                  <a:pt x="163" y="26"/>
                </a:lnTo>
                <a:lnTo>
                  <a:pt x="172" y="23"/>
                </a:lnTo>
                <a:lnTo>
                  <a:pt x="180" y="19"/>
                </a:lnTo>
                <a:lnTo>
                  <a:pt x="189" y="17"/>
                </a:lnTo>
                <a:lnTo>
                  <a:pt x="198" y="14"/>
                </a:lnTo>
                <a:lnTo>
                  <a:pt x="206" y="11"/>
                </a:lnTo>
                <a:lnTo>
                  <a:pt x="215" y="9"/>
                </a:lnTo>
                <a:lnTo>
                  <a:pt x="224" y="7"/>
                </a:lnTo>
                <a:lnTo>
                  <a:pt x="234" y="5"/>
                </a:lnTo>
                <a:lnTo>
                  <a:pt x="243" y="4"/>
                </a:lnTo>
                <a:lnTo>
                  <a:pt x="252" y="3"/>
                </a:lnTo>
                <a:lnTo>
                  <a:pt x="261" y="2"/>
                </a:lnTo>
                <a:lnTo>
                  <a:pt x="271" y="1"/>
                </a:lnTo>
                <a:lnTo>
                  <a:pt x="280" y="0"/>
                </a:lnTo>
                <a:lnTo>
                  <a:pt x="289" y="0"/>
                </a:lnTo>
                <a:lnTo>
                  <a:pt x="299" y="0"/>
                </a:lnTo>
                <a:lnTo>
                  <a:pt x="308" y="0"/>
                </a:lnTo>
                <a:lnTo>
                  <a:pt x="318" y="0"/>
                </a:lnTo>
                <a:lnTo>
                  <a:pt x="327" y="1"/>
                </a:lnTo>
                <a:lnTo>
                  <a:pt x="336" y="2"/>
                </a:lnTo>
                <a:lnTo>
                  <a:pt x="346" y="3"/>
                </a:lnTo>
                <a:lnTo>
                  <a:pt x="355" y="4"/>
                </a:lnTo>
                <a:lnTo>
                  <a:pt x="364" y="5"/>
                </a:lnTo>
                <a:lnTo>
                  <a:pt x="373" y="7"/>
                </a:lnTo>
                <a:lnTo>
                  <a:pt x="382" y="9"/>
                </a:lnTo>
                <a:lnTo>
                  <a:pt x="391" y="11"/>
                </a:lnTo>
                <a:lnTo>
                  <a:pt x="400" y="14"/>
                </a:lnTo>
                <a:lnTo>
                  <a:pt x="409" y="17"/>
                </a:lnTo>
                <a:lnTo>
                  <a:pt x="417" y="19"/>
                </a:lnTo>
                <a:lnTo>
                  <a:pt x="426" y="23"/>
                </a:lnTo>
                <a:lnTo>
                  <a:pt x="434" y="26"/>
                </a:lnTo>
                <a:lnTo>
                  <a:pt x="443" y="29"/>
                </a:lnTo>
                <a:lnTo>
                  <a:pt x="451" y="33"/>
                </a:lnTo>
                <a:lnTo>
                  <a:pt x="459" y="37"/>
                </a:lnTo>
                <a:lnTo>
                  <a:pt x="467" y="41"/>
                </a:lnTo>
                <a:lnTo>
                  <a:pt x="474" y="45"/>
                </a:lnTo>
                <a:lnTo>
                  <a:pt x="482" y="50"/>
                </a:lnTo>
                <a:lnTo>
                  <a:pt x="489" y="55"/>
                </a:lnTo>
                <a:lnTo>
                  <a:pt x="496" y="60"/>
                </a:lnTo>
                <a:lnTo>
                  <a:pt x="504" y="65"/>
                </a:lnTo>
                <a:lnTo>
                  <a:pt x="511" y="70"/>
                </a:lnTo>
                <a:lnTo>
                  <a:pt x="518" y="75"/>
                </a:lnTo>
                <a:lnTo>
                  <a:pt x="524" y="81"/>
                </a:lnTo>
                <a:lnTo>
                  <a:pt x="530" y="87"/>
                </a:lnTo>
                <a:lnTo>
                  <a:pt x="536" y="92"/>
                </a:lnTo>
                <a:lnTo>
                  <a:pt x="542" y="98"/>
                </a:lnTo>
                <a:lnTo>
                  <a:pt x="547" y="105"/>
                </a:lnTo>
                <a:lnTo>
                  <a:pt x="552" y="111"/>
                </a:lnTo>
                <a:lnTo>
                  <a:pt x="557" y="117"/>
                </a:lnTo>
                <a:lnTo>
                  <a:pt x="562" y="124"/>
                </a:lnTo>
                <a:lnTo>
                  <a:pt x="566" y="131"/>
                </a:lnTo>
                <a:lnTo>
                  <a:pt x="570" y="137"/>
                </a:lnTo>
                <a:lnTo>
                  <a:pt x="574" y="144"/>
                </a:lnTo>
                <a:lnTo>
                  <a:pt x="578" y="151"/>
                </a:lnTo>
                <a:lnTo>
                  <a:pt x="581" y="158"/>
                </a:lnTo>
                <a:lnTo>
                  <a:pt x="584" y="165"/>
                </a:lnTo>
                <a:lnTo>
                  <a:pt x="587" y="173"/>
                </a:lnTo>
                <a:lnTo>
                  <a:pt x="589" y="180"/>
                </a:lnTo>
                <a:lnTo>
                  <a:pt x="591" y="187"/>
                </a:lnTo>
                <a:lnTo>
                  <a:pt x="593" y="195"/>
                </a:lnTo>
                <a:lnTo>
                  <a:pt x="595" y="203"/>
                </a:lnTo>
                <a:lnTo>
                  <a:pt x="596" y="210"/>
                </a:lnTo>
                <a:lnTo>
                  <a:pt x="597" y="218"/>
                </a:lnTo>
                <a:lnTo>
                  <a:pt x="598" y="225"/>
                </a:lnTo>
                <a:lnTo>
                  <a:pt x="598" y="233"/>
                </a:lnTo>
                <a:lnTo>
                  <a:pt x="599" y="240"/>
                </a:lnTo>
                <a:close/>
              </a:path>
            </a:pathLst>
          </a:custGeom>
          <a:solidFill>
            <a:srgbClr val="ffd3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39" name=""/>
          <p:cNvSpPr/>
          <p:nvPr/>
        </p:nvSpPr>
        <p:spPr>
          <a:xfrm>
            <a:off x="4870440" y="1740960"/>
            <a:ext cx="217080" cy="174240"/>
          </a:xfrm>
          <a:custGeom>
            <a:avLst/>
            <a:gdLst/>
            <a:ahLst/>
            <a:rect l="0" t="0" r="r" b="b"/>
            <a:pathLst>
              <a:path w="603" h="484">
                <a:moveTo>
                  <a:pt x="601" y="242"/>
                </a:moveTo>
                <a:lnTo>
                  <a:pt x="600" y="234"/>
                </a:lnTo>
                <a:lnTo>
                  <a:pt x="600" y="226"/>
                </a:lnTo>
                <a:lnTo>
                  <a:pt x="599" y="219"/>
                </a:lnTo>
                <a:lnTo>
                  <a:pt x="598" y="211"/>
                </a:lnTo>
                <a:lnTo>
                  <a:pt x="597" y="204"/>
                </a:lnTo>
                <a:lnTo>
                  <a:pt x="595" y="196"/>
                </a:lnTo>
                <a:lnTo>
                  <a:pt x="593" y="189"/>
                </a:lnTo>
                <a:lnTo>
                  <a:pt x="591" y="182"/>
                </a:lnTo>
                <a:lnTo>
                  <a:pt x="589" y="175"/>
                </a:lnTo>
                <a:lnTo>
                  <a:pt x="586" y="167"/>
                </a:lnTo>
                <a:lnTo>
                  <a:pt x="583" y="160"/>
                </a:lnTo>
                <a:lnTo>
                  <a:pt x="580" y="153"/>
                </a:lnTo>
                <a:lnTo>
                  <a:pt x="576" y="146"/>
                </a:lnTo>
                <a:lnTo>
                  <a:pt x="572" y="139"/>
                </a:lnTo>
                <a:lnTo>
                  <a:pt x="568" y="133"/>
                </a:lnTo>
                <a:lnTo>
                  <a:pt x="564" y="126"/>
                </a:lnTo>
                <a:lnTo>
                  <a:pt x="559" y="119"/>
                </a:lnTo>
                <a:lnTo>
                  <a:pt x="554" y="113"/>
                </a:lnTo>
                <a:lnTo>
                  <a:pt x="549" y="107"/>
                </a:lnTo>
                <a:lnTo>
                  <a:pt x="544" y="100"/>
                </a:lnTo>
                <a:lnTo>
                  <a:pt x="538" y="94"/>
                </a:lnTo>
                <a:lnTo>
                  <a:pt x="532" y="89"/>
                </a:lnTo>
                <a:lnTo>
                  <a:pt x="526" y="83"/>
                </a:lnTo>
                <a:lnTo>
                  <a:pt x="520" y="77"/>
                </a:lnTo>
                <a:lnTo>
                  <a:pt x="513" y="72"/>
                </a:lnTo>
                <a:lnTo>
                  <a:pt x="506" y="67"/>
                </a:lnTo>
                <a:lnTo>
                  <a:pt x="499" y="62"/>
                </a:lnTo>
                <a:lnTo>
                  <a:pt x="492" y="57"/>
                </a:lnTo>
                <a:lnTo>
                  <a:pt x="485" y="52"/>
                </a:lnTo>
                <a:lnTo>
                  <a:pt x="477" y="47"/>
                </a:lnTo>
                <a:lnTo>
                  <a:pt x="470" y="43"/>
                </a:lnTo>
                <a:lnTo>
                  <a:pt x="462" y="39"/>
                </a:lnTo>
                <a:lnTo>
                  <a:pt x="454" y="35"/>
                </a:lnTo>
                <a:lnTo>
                  <a:pt x="446" y="31"/>
                </a:lnTo>
                <a:lnTo>
                  <a:pt x="437" y="28"/>
                </a:lnTo>
                <a:lnTo>
                  <a:pt x="429" y="25"/>
                </a:lnTo>
                <a:lnTo>
                  <a:pt x="420" y="21"/>
                </a:lnTo>
                <a:lnTo>
                  <a:pt x="412" y="19"/>
                </a:lnTo>
                <a:lnTo>
                  <a:pt x="403" y="16"/>
                </a:lnTo>
                <a:lnTo>
                  <a:pt x="394" y="13"/>
                </a:lnTo>
                <a:lnTo>
                  <a:pt x="385" y="11"/>
                </a:lnTo>
                <a:lnTo>
                  <a:pt x="376" y="9"/>
                </a:lnTo>
                <a:lnTo>
                  <a:pt x="367" y="7"/>
                </a:lnTo>
                <a:lnTo>
                  <a:pt x="358" y="6"/>
                </a:lnTo>
                <a:lnTo>
                  <a:pt x="349" y="5"/>
                </a:lnTo>
                <a:lnTo>
                  <a:pt x="339" y="4"/>
                </a:lnTo>
                <a:lnTo>
                  <a:pt x="330" y="3"/>
                </a:lnTo>
                <a:lnTo>
                  <a:pt x="321" y="2"/>
                </a:lnTo>
                <a:lnTo>
                  <a:pt x="311" y="2"/>
                </a:lnTo>
                <a:lnTo>
                  <a:pt x="302" y="2"/>
                </a:lnTo>
                <a:lnTo>
                  <a:pt x="292" y="2"/>
                </a:lnTo>
                <a:lnTo>
                  <a:pt x="283" y="2"/>
                </a:lnTo>
                <a:lnTo>
                  <a:pt x="274" y="3"/>
                </a:lnTo>
                <a:lnTo>
                  <a:pt x="264" y="4"/>
                </a:lnTo>
                <a:lnTo>
                  <a:pt x="255" y="5"/>
                </a:lnTo>
                <a:lnTo>
                  <a:pt x="246" y="6"/>
                </a:lnTo>
                <a:lnTo>
                  <a:pt x="237" y="7"/>
                </a:lnTo>
                <a:lnTo>
                  <a:pt x="227" y="9"/>
                </a:lnTo>
                <a:lnTo>
                  <a:pt x="218" y="11"/>
                </a:lnTo>
                <a:lnTo>
                  <a:pt x="209" y="13"/>
                </a:lnTo>
                <a:lnTo>
                  <a:pt x="201" y="16"/>
                </a:lnTo>
                <a:lnTo>
                  <a:pt x="192" y="19"/>
                </a:lnTo>
                <a:lnTo>
                  <a:pt x="183" y="21"/>
                </a:lnTo>
                <a:lnTo>
                  <a:pt x="175" y="25"/>
                </a:lnTo>
                <a:lnTo>
                  <a:pt x="166" y="28"/>
                </a:lnTo>
                <a:lnTo>
                  <a:pt x="158" y="31"/>
                </a:lnTo>
                <a:lnTo>
                  <a:pt x="150" y="35"/>
                </a:lnTo>
                <a:lnTo>
                  <a:pt x="142" y="39"/>
                </a:lnTo>
                <a:lnTo>
                  <a:pt x="134" y="43"/>
                </a:lnTo>
                <a:lnTo>
                  <a:pt x="126" y="47"/>
                </a:lnTo>
                <a:lnTo>
                  <a:pt x="119" y="52"/>
                </a:lnTo>
                <a:lnTo>
                  <a:pt x="111" y="57"/>
                </a:lnTo>
                <a:lnTo>
                  <a:pt x="104" y="62"/>
                </a:lnTo>
                <a:lnTo>
                  <a:pt x="97" y="67"/>
                </a:lnTo>
                <a:lnTo>
                  <a:pt x="91" y="72"/>
                </a:lnTo>
                <a:lnTo>
                  <a:pt x="84" y="77"/>
                </a:lnTo>
                <a:lnTo>
                  <a:pt x="78" y="83"/>
                </a:lnTo>
                <a:lnTo>
                  <a:pt x="72" y="89"/>
                </a:lnTo>
                <a:lnTo>
                  <a:pt x="66" y="94"/>
                </a:lnTo>
                <a:lnTo>
                  <a:pt x="60" y="100"/>
                </a:lnTo>
                <a:lnTo>
                  <a:pt x="55" y="107"/>
                </a:lnTo>
                <a:lnTo>
                  <a:pt x="50" y="113"/>
                </a:lnTo>
                <a:lnTo>
                  <a:pt x="45" y="119"/>
                </a:lnTo>
                <a:lnTo>
                  <a:pt x="40" y="126"/>
                </a:lnTo>
                <a:lnTo>
                  <a:pt x="36" y="133"/>
                </a:lnTo>
                <a:lnTo>
                  <a:pt x="31" y="139"/>
                </a:lnTo>
                <a:lnTo>
                  <a:pt x="28" y="146"/>
                </a:lnTo>
                <a:lnTo>
                  <a:pt x="24" y="153"/>
                </a:lnTo>
                <a:lnTo>
                  <a:pt x="21" y="160"/>
                </a:lnTo>
                <a:lnTo>
                  <a:pt x="18" y="167"/>
                </a:lnTo>
                <a:lnTo>
                  <a:pt x="14" y="175"/>
                </a:lnTo>
                <a:lnTo>
                  <a:pt x="11" y="182"/>
                </a:lnTo>
                <a:lnTo>
                  <a:pt x="9" y="189"/>
                </a:lnTo>
                <a:lnTo>
                  <a:pt x="7" y="196"/>
                </a:lnTo>
                <a:lnTo>
                  <a:pt x="6" y="204"/>
                </a:lnTo>
                <a:lnTo>
                  <a:pt x="4" y="211"/>
                </a:lnTo>
                <a:lnTo>
                  <a:pt x="3" y="219"/>
                </a:lnTo>
                <a:lnTo>
                  <a:pt x="3" y="226"/>
                </a:lnTo>
                <a:lnTo>
                  <a:pt x="2" y="234"/>
                </a:lnTo>
                <a:lnTo>
                  <a:pt x="2" y="242"/>
                </a:lnTo>
                <a:lnTo>
                  <a:pt x="2" y="250"/>
                </a:lnTo>
                <a:lnTo>
                  <a:pt x="3" y="257"/>
                </a:lnTo>
                <a:lnTo>
                  <a:pt x="3" y="265"/>
                </a:lnTo>
                <a:lnTo>
                  <a:pt x="4" y="272"/>
                </a:lnTo>
                <a:lnTo>
                  <a:pt x="6" y="280"/>
                </a:lnTo>
                <a:lnTo>
                  <a:pt x="7" y="287"/>
                </a:lnTo>
                <a:lnTo>
                  <a:pt x="9" y="295"/>
                </a:lnTo>
                <a:lnTo>
                  <a:pt x="11" y="302"/>
                </a:lnTo>
                <a:lnTo>
                  <a:pt x="14" y="309"/>
                </a:lnTo>
                <a:lnTo>
                  <a:pt x="18" y="316"/>
                </a:lnTo>
                <a:lnTo>
                  <a:pt x="21" y="324"/>
                </a:lnTo>
                <a:lnTo>
                  <a:pt x="24" y="331"/>
                </a:lnTo>
                <a:lnTo>
                  <a:pt x="28" y="338"/>
                </a:lnTo>
                <a:lnTo>
                  <a:pt x="31" y="344"/>
                </a:lnTo>
                <a:lnTo>
                  <a:pt x="36" y="351"/>
                </a:lnTo>
                <a:lnTo>
                  <a:pt x="40" y="358"/>
                </a:lnTo>
                <a:lnTo>
                  <a:pt x="45" y="364"/>
                </a:lnTo>
                <a:lnTo>
                  <a:pt x="50" y="371"/>
                </a:lnTo>
                <a:lnTo>
                  <a:pt x="55" y="377"/>
                </a:lnTo>
                <a:lnTo>
                  <a:pt x="60" y="383"/>
                </a:lnTo>
                <a:lnTo>
                  <a:pt x="66" y="389"/>
                </a:lnTo>
                <a:lnTo>
                  <a:pt x="72" y="395"/>
                </a:lnTo>
                <a:lnTo>
                  <a:pt x="78" y="401"/>
                </a:lnTo>
                <a:lnTo>
                  <a:pt x="84" y="406"/>
                </a:lnTo>
                <a:lnTo>
                  <a:pt x="91" y="412"/>
                </a:lnTo>
                <a:lnTo>
                  <a:pt x="97" y="417"/>
                </a:lnTo>
                <a:lnTo>
                  <a:pt x="104" y="422"/>
                </a:lnTo>
                <a:lnTo>
                  <a:pt x="111" y="427"/>
                </a:lnTo>
                <a:lnTo>
                  <a:pt x="119" y="432"/>
                </a:lnTo>
                <a:lnTo>
                  <a:pt x="126" y="436"/>
                </a:lnTo>
                <a:lnTo>
                  <a:pt x="134" y="441"/>
                </a:lnTo>
                <a:lnTo>
                  <a:pt x="142" y="445"/>
                </a:lnTo>
                <a:lnTo>
                  <a:pt x="150" y="449"/>
                </a:lnTo>
                <a:lnTo>
                  <a:pt x="158" y="452"/>
                </a:lnTo>
                <a:lnTo>
                  <a:pt x="166" y="456"/>
                </a:lnTo>
                <a:lnTo>
                  <a:pt x="175" y="459"/>
                </a:lnTo>
                <a:lnTo>
                  <a:pt x="183" y="462"/>
                </a:lnTo>
                <a:lnTo>
                  <a:pt x="192" y="465"/>
                </a:lnTo>
                <a:lnTo>
                  <a:pt x="201" y="468"/>
                </a:lnTo>
                <a:lnTo>
                  <a:pt x="209" y="470"/>
                </a:lnTo>
                <a:lnTo>
                  <a:pt x="218" y="473"/>
                </a:lnTo>
                <a:lnTo>
                  <a:pt x="227" y="475"/>
                </a:lnTo>
                <a:lnTo>
                  <a:pt x="237" y="476"/>
                </a:lnTo>
                <a:lnTo>
                  <a:pt x="246" y="478"/>
                </a:lnTo>
                <a:lnTo>
                  <a:pt x="255" y="479"/>
                </a:lnTo>
                <a:lnTo>
                  <a:pt x="264" y="480"/>
                </a:lnTo>
                <a:lnTo>
                  <a:pt x="274" y="481"/>
                </a:lnTo>
                <a:lnTo>
                  <a:pt x="283" y="482"/>
                </a:lnTo>
                <a:lnTo>
                  <a:pt x="292" y="482"/>
                </a:lnTo>
                <a:lnTo>
                  <a:pt x="302" y="482"/>
                </a:lnTo>
                <a:lnTo>
                  <a:pt x="311" y="482"/>
                </a:lnTo>
                <a:lnTo>
                  <a:pt x="321" y="482"/>
                </a:lnTo>
                <a:lnTo>
                  <a:pt x="330" y="481"/>
                </a:lnTo>
                <a:lnTo>
                  <a:pt x="339" y="480"/>
                </a:lnTo>
                <a:lnTo>
                  <a:pt x="349" y="479"/>
                </a:lnTo>
                <a:lnTo>
                  <a:pt x="358" y="478"/>
                </a:lnTo>
                <a:lnTo>
                  <a:pt x="367" y="476"/>
                </a:lnTo>
                <a:lnTo>
                  <a:pt x="376" y="475"/>
                </a:lnTo>
                <a:lnTo>
                  <a:pt x="385" y="473"/>
                </a:lnTo>
                <a:lnTo>
                  <a:pt x="394" y="470"/>
                </a:lnTo>
                <a:lnTo>
                  <a:pt x="403" y="468"/>
                </a:lnTo>
                <a:lnTo>
                  <a:pt x="412" y="465"/>
                </a:lnTo>
                <a:lnTo>
                  <a:pt x="420" y="462"/>
                </a:lnTo>
                <a:lnTo>
                  <a:pt x="429" y="459"/>
                </a:lnTo>
                <a:lnTo>
                  <a:pt x="437" y="456"/>
                </a:lnTo>
                <a:lnTo>
                  <a:pt x="446" y="452"/>
                </a:lnTo>
                <a:lnTo>
                  <a:pt x="454" y="449"/>
                </a:lnTo>
                <a:lnTo>
                  <a:pt x="462" y="445"/>
                </a:lnTo>
                <a:lnTo>
                  <a:pt x="470" y="441"/>
                </a:lnTo>
                <a:lnTo>
                  <a:pt x="477" y="436"/>
                </a:lnTo>
                <a:lnTo>
                  <a:pt x="485" y="432"/>
                </a:lnTo>
                <a:lnTo>
                  <a:pt x="492" y="427"/>
                </a:lnTo>
                <a:lnTo>
                  <a:pt x="499" y="422"/>
                </a:lnTo>
                <a:lnTo>
                  <a:pt x="506" y="417"/>
                </a:lnTo>
                <a:lnTo>
                  <a:pt x="513" y="412"/>
                </a:lnTo>
                <a:lnTo>
                  <a:pt x="520" y="406"/>
                </a:lnTo>
                <a:lnTo>
                  <a:pt x="526" y="401"/>
                </a:lnTo>
                <a:lnTo>
                  <a:pt x="532" y="395"/>
                </a:lnTo>
                <a:lnTo>
                  <a:pt x="538" y="389"/>
                </a:lnTo>
                <a:lnTo>
                  <a:pt x="544" y="383"/>
                </a:lnTo>
                <a:lnTo>
                  <a:pt x="549" y="377"/>
                </a:lnTo>
                <a:lnTo>
                  <a:pt x="554" y="371"/>
                </a:lnTo>
                <a:lnTo>
                  <a:pt x="559" y="364"/>
                </a:lnTo>
                <a:lnTo>
                  <a:pt x="564" y="358"/>
                </a:lnTo>
                <a:lnTo>
                  <a:pt x="568" y="351"/>
                </a:lnTo>
                <a:lnTo>
                  <a:pt x="572" y="344"/>
                </a:lnTo>
                <a:lnTo>
                  <a:pt x="576" y="338"/>
                </a:lnTo>
                <a:lnTo>
                  <a:pt x="580" y="331"/>
                </a:lnTo>
                <a:lnTo>
                  <a:pt x="583" y="324"/>
                </a:lnTo>
                <a:lnTo>
                  <a:pt x="586" y="316"/>
                </a:lnTo>
                <a:lnTo>
                  <a:pt x="589" y="309"/>
                </a:lnTo>
                <a:lnTo>
                  <a:pt x="591" y="302"/>
                </a:lnTo>
                <a:lnTo>
                  <a:pt x="593" y="295"/>
                </a:lnTo>
                <a:lnTo>
                  <a:pt x="595" y="287"/>
                </a:lnTo>
                <a:lnTo>
                  <a:pt x="597" y="280"/>
                </a:lnTo>
                <a:lnTo>
                  <a:pt x="598" y="272"/>
                </a:lnTo>
                <a:lnTo>
                  <a:pt x="599" y="265"/>
                </a:lnTo>
                <a:lnTo>
                  <a:pt x="600" y="257"/>
                </a:lnTo>
                <a:lnTo>
                  <a:pt x="600" y="250"/>
                </a:lnTo>
                <a:lnTo>
                  <a:pt x="601" y="242"/>
                </a:lnTo>
                <a:moveTo>
                  <a:pt x="603" y="242"/>
                </a:moveTo>
                <a:lnTo>
                  <a:pt x="603" y="250"/>
                </a:lnTo>
                <a:lnTo>
                  <a:pt x="602" y="258"/>
                </a:lnTo>
                <a:lnTo>
                  <a:pt x="602" y="265"/>
                </a:lnTo>
                <a:lnTo>
                  <a:pt x="601" y="273"/>
                </a:lnTo>
                <a:lnTo>
                  <a:pt x="599" y="280"/>
                </a:lnTo>
                <a:lnTo>
                  <a:pt x="598" y="288"/>
                </a:lnTo>
                <a:lnTo>
                  <a:pt x="596" y="295"/>
                </a:lnTo>
                <a:lnTo>
                  <a:pt x="593" y="302"/>
                </a:lnTo>
                <a:lnTo>
                  <a:pt x="591" y="310"/>
                </a:lnTo>
                <a:lnTo>
                  <a:pt x="588" y="317"/>
                </a:lnTo>
                <a:lnTo>
                  <a:pt x="585" y="324"/>
                </a:lnTo>
                <a:lnTo>
                  <a:pt x="582" y="331"/>
                </a:lnTo>
                <a:lnTo>
                  <a:pt x="578" y="338"/>
                </a:lnTo>
                <a:lnTo>
                  <a:pt x="574" y="345"/>
                </a:lnTo>
                <a:lnTo>
                  <a:pt x="570" y="352"/>
                </a:lnTo>
                <a:lnTo>
                  <a:pt x="566" y="359"/>
                </a:lnTo>
                <a:lnTo>
                  <a:pt x="561" y="365"/>
                </a:lnTo>
                <a:lnTo>
                  <a:pt x="556" y="372"/>
                </a:lnTo>
                <a:lnTo>
                  <a:pt x="551" y="378"/>
                </a:lnTo>
                <a:lnTo>
                  <a:pt x="545" y="384"/>
                </a:lnTo>
                <a:lnTo>
                  <a:pt x="540" y="390"/>
                </a:lnTo>
                <a:lnTo>
                  <a:pt x="534" y="396"/>
                </a:lnTo>
                <a:lnTo>
                  <a:pt x="528" y="402"/>
                </a:lnTo>
                <a:lnTo>
                  <a:pt x="521" y="408"/>
                </a:lnTo>
                <a:lnTo>
                  <a:pt x="515" y="413"/>
                </a:lnTo>
                <a:lnTo>
                  <a:pt x="508" y="418"/>
                </a:lnTo>
                <a:lnTo>
                  <a:pt x="501" y="424"/>
                </a:lnTo>
                <a:lnTo>
                  <a:pt x="494" y="428"/>
                </a:lnTo>
                <a:lnTo>
                  <a:pt x="486" y="433"/>
                </a:lnTo>
                <a:lnTo>
                  <a:pt x="479" y="438"/>
                </a:lnTo>
                <a:lnTo>
                  <a:pt x="471" y="442"/>
                </a:lnTo>
                <a:lnTo>
                  <a:pt x="463" y="446"/>
                </a:lnTo>
                <a:lnTo>
                  <a:pt x="455" y="450"/>
                </a:lnTo>
                <a:lnTo>
                  <a:pt x="447" y="454"/>
                </a:lnTo>
                <a:lnTo>
                  <a:pt x="439" y="458"/>
                </a:lnTo>
                <a:lnTo>
                  <a:pt x="430" y="461"/>
                </a:lnTo>
                <a:lnTo>
                  <a:pt x="421" y="464"/>
                </a:lnTo>
                <a:lnTo>
                  <a:pt x="413" y="467"/>
                </a:lnTo>
                <a:lnTo>
                  <a:pt x="404" y="470"/>
                </a:lnTo>
                <a:lnTo>
                  <a:pt x="395" y="472"/>
                </a:lnTo>
                <a:lnTo>
                  <a:pt x="386" y="474"/>
                </a:lnTo>
                <a:lnTo>
                  <a:pt x="377" y="476"/>
                </a:lnTo>
                <a:lnTo>
                  <a:pt x="367" y="478"/>
                </a:lnTo>
                <a:lnTo>
                  <a:pt x="358" y="480"/>
                </a:lnTo>
                <a:lnTo>
                  <a:pt x="349" y="481"/>
                </a:lnTo>
                <a:lnTo>
                  <a:pt x="340" y="482"/>
                </a:lnTo>
                <a:lnTo>
                  <a:pt x="330" y="483"/>
                </a:lnTo>
                <a:lnTo>
                  <a:pt x="321" y="483"/>
                </a:lnTo>
                <a:lnTo>
                  <a:pt x="311" y="484"/>
                </a:lnTo>
                <a:lnTo>
                  <a:pt x="302" y="484"/>
                </a:lnTo>
                <a:lnTo>
                  <a:pt x="292" y="484"/>
                </a:lnTo>
                <a:lnTo>
                  <a:pt x="283" y="483"/>
                </a:lnTo>
                <a:lnTo>
                  <a:pt x="273" y="483"/>
                </a:lnTo>
                <a:lnTo>
                  <a:pt x="264" y="482"/>
                </a:lnTo>
                <a:lnTo>
                  <a:pt x="255" y="481"/>
                </a:lnTo>
                <a:lnTo>
                  <a:pt x="245" y="480"/>
                </a:lnTo>
                <a:lnTo>
                  <a:pt x="236" y="478"/>
                </a:lnTo>
                <a:lnTo>
                  <a:pt x="227" y="476"/>
                </a:lnTo>
                <a:lnTo>
                  <a:pt x="218" y="474"/>
                </a:lnTo>
                <a:lnTo>
                  <a:pt x="209" y="472"/>
                </a:lnTo>
                <a:lnTo>
                  <a:pt x="200" y="470"/>
                </a:lnTo>
                <a:lnTo>
                  <a:pt x="191" y="467"/>
                </a:lnTo>
                <a:lnTo>
                  <a:pt x="182" y="464"/>
                </a:lnTo>
                <a:lnTo>
                  <a:pt x="174" y="461"/>
                </a:lnTo>
                <a:lnTo>
                  <a:pt x="165" y="458"/>
                </a:lnTo>
                <a:lnTo>
                  <a:pt x="157" y="454"/>
                </a:lnTo>
                <a:lnTo>
                  <a:pt x="149" y="450"/>
                </a:lnTo>
                <a:lnTo>
                  <a:pt x="140" y="446"/>
                </a:lnTo>
                <a:lnTo>
                  <a:pt x="133" y="442"/>
                </a:lnTo>
                <a:lnTo>
                  <a:pt x="125" y="438"/>
                </a:lnTo>
                <a:lnTo>
                  <a:pt x="117" y="433"/>
                </a:lnTo>
                <a:lnTo>
                  <a:pt x="110" y="428"/>
                </a:lnTo>
                <a:lnTo>
                  <a:pt x="103" y="424"/>
                </a:lnTo>
                <a:lnTo>
                  <a:pt x="96" y="418"/>
                </a:lnTo>
                <a:lnTo>
                  <a:pt x="89" y="413"/>
                </a:lnTo>
                <a:lnTo>
                  <a:pt x="82" y="408"/>
                </a:lnTo>
                <a:lnTo>
                  <a:pt x="76" y="402"/>
                </a:lnTo>
                <a:lnTo>
                  <a:pt x="70" y="396"/>
                </a:lnTo>
                <a:lnTo>
                  <a:pt x="64" y="390"/>
                </a:lnTo>
                <a:lnTo>
                  <a:pt x="58" y="384"/>
                </a:lnTo>
                <a:lnTo>
                  <a:pt x="53" y="378"/>
                </a:lnTo>
                <a:lnTo>
                  <a:pt x="48" y="372"/>
                </a:lnTo>
                <a:lnTo>
                  <a:pt x="43" y="365"/>
                </a:lnTo>
                <a:lnTo>
                  <a:pt x="38" y="359"/>
                </a:lnTo>
                <a:lnTo>
                  <a:pt x="34" y="352"/>
                </a:lnTo>
                <a:lnTo>
                  <a:pt x="29" y="345"/>
                </a:lnTo>
                <a:lnTo>
                  <a:pt x="25" y="338"/>
                </a:lnTo>
                <a:lnTo>
                  <a:pt x="22" y="331"/>
                </a:lnTo>
                <a:lnTo>
                  <a:pt x="18" y="324"/>
                </a:lnTo>
                <a:lnTo>
                  <a:pt x="14" y="317"/>
                </a:lnTo>
                <a:lnTo>
                  <a:pt x="12" y="310"/>
                </a:lnTo>
                <a:lnTo>
                  <a:pt x="9" y="302"/>
                </a:lnTo>
                <a:lnTo>
                  <a:pt x="7" y="295"/>
                </a:lnTo>
                <a:lnTo>
                  <a:pt x="5" y="288"/>
                </a:lnTo>
                <a:lnTo>
                  <a:pt x="3" y="280"/>
                </a:lnTo>
                <a:lnTo>
                  <a:pt x="2" y="273"/>
                </a:lnTo>
                <a:lnTo>
                  <a:pt x="1" y="265"/>
                </a:lnTo>
                <a:lnTo>
                  <a:pt x="0" y="258"/>
                </a:lnTo>
                <a:lnTo>
                  <a:pt x="0" y="250"/>
                </a:lnTo>
                <a:lnTo>
                  <a:pt x="0" y="242"/>
                </a:lnTo>
                <a:lnTo>
                  <a:pt x="0" y="234"/>
                </a:lnTo>
                <a:lnTo>
                  <a:pt x="0" y="226"/>
                </a:lnTo>
                <a:lnTo>
                  <a:pt x="1" y="219"/>
                </a:lnTo>
                <a:lnTo>
                  <a:pt x="2" y="211"/>
                </a:lnTo>
                <a:lnTo>
                  <a:pt x="3" y="204"/>
                </a:lnTo>
                <a:lnTo>
                  <a:pt x="5" y="196"/>
                </a:lnTo>
                <a:lnTo>
                  <a:pt x="7" y="189"/>
                </a:lnTo>
                <a:lnTo>
                  <a:pt x="9" y="181"/>
                </a:lnTo>
                <a:lnTo>
                  <a:pt x="12" y="174"/>
                </a:lnTo>
                <a:lnTo>
                  <a:pt x="14" y="167"/>
                </a:lnTo>
                <a:lnTo>
                  <a:pt x="18" y="160"/>
                </a:lnTo>
                <a:lnTo>
                  <a:pt x="22" y="152"/>
                </a:lnTo>
                <a:lnTo>
                  <a:pt x="25" y="145"/>
                </a:lnTo>
                <a:lnTo>
                  <a:pt x="29" y="139"/>
                </a:lnTo>
                <a:lnTo>
                  <a:pt x="34" y="132"/>
                </a:lnTo>
                <a:lnTo>
                  <a:pt x="38" y="125"/>
                </a:lnTo>
                <a:lnTo>
                  <a:pt x="43" y="118"/>
                </a:lnTo>
                <a:lnTo>
                  <a:pt x="48" y="112"/>
                </a:lnTo>
                <a:lnTo>
                  <a:pt x="53" y="106"/>
                </a:lnTo>
                <a:lnTo>
                  <a:pt x="58" y="99"/>
                </a:lnTo>
                <a:lnTo>
                  <a:pt x="64" y="93"/>
                </a:lnTo>
                <a:lnTo>
                  <a:pt x="70" y="87"/>
                </a:lnTo>
                <a:lnTo>
                  <a:pt x="76" y="82"/>
                </a:lnTo>
                <a:lnTo>
                  <a:pt x="82" y="76"/>
                </a:lnTo>
                <a:lnTo>
                  <a:pt x="89" y="71"/>
                </a:lnTo>
                <a:lnTo>
                  <a:pt x="96" y="65"/>
                </a:lnTo>
                <a:lnTo>
                  <a:pt x="103" y="60"/>
                </a:lnTo>
                <a:lnTo>
                  <a:pt x="110" y="55"/>
                </a:lnTo>
                <a:lnTo>
                  <a:pt x="117" y="51"/>
                </a:lnTo>
                <a:lnTo>
                  <a:pt x="125" y="46"/>
                </a:lnTo>
                <a:lnTo>
                  <a:pt x="133" y="42"/>
                </a:lnTo>
                <a:lnTo>
                  <a:pt x="140" y="37"/>
                </a:lnTo>
                <a:lnTo>
                  <a:pt x="149" y="33"/>
                </a:lnTo>
                <a:lnTo>
                  <a:pt x="157" y="30"/>
                </a:lnTo>
                <a:lnTo>
                  <a:pt x="165" y="26"/>
                </a:lnTo>
                <a:lnTo>
                  <a:pt x="174" y="23"/>
                </a:lnTo>
                <a:lnTo>
                  <a:pt x="182" y="20"/>
                </a:lnTo>
                <a:lnTo>
                  <a:pt x="191" y="17"/>
                </a:lnTo>
                <a:lnTo>
                  <a:pt x="200" y="14"/>
                </a:lnTo>
                <a:lnTo>
                  <a:pt x="209" y="12"/>
                </a:lnTo>
                <a:lnTo>
                  <a:pt x="218" y="9"/>
                </a:lnTo>
                <a:lnTo>
                  <a:pt x="227" y="7"/>
                </a:lnTo>
                <a:lnTo>
                  <a:pt x="236" y="6"/>
                </a:lnTo>
                <a:lnTo>
                  <a:pt x="245" y="4"/>
                </a:lnTo>
                <a:lnTo>
                  <a:pt x="255" y="3"/>
                </a:lnTo>
                <a:lnTo>
                  <a:pt x="264" y="2"/>
                </a:lnTo>
                <a:lnTo>
                  <a:pt x="273" y="1"/>
                </a:lnTo>
                <a:lnTo>
                  <a:pt x="283" y="0"/>
                </a:lnTo>
                <a:lnTo>
                  <a:pt x="292" y="0"/>
                </a:lnTo>
                <a:lnTo>
                  <a:pt x="302" y="0"/>
                </a:lnTo>
                <a:lnTo>
                  <a:pt x="311" y="0"/>
                </a:lnTo>
                <a:lnTo>
                  <a:pt x="321" y="0"/>
                </a:lnTo>
                <a:lnTo>
                  <a:pt x="330" y="1"/>
                </a:lnTo>
                <a:lnTo>
                  <a:pt x="340" y="2"/>
                </a:lnTo>
                <a:lnTo>
                  <a:pt x="349" y="3"/>
                </a:lnTo>
                <a:lnTo>
                  <a:pt x="358" y="4"/>
                </a:lnTo>
                <a:lnTo>
                  <a:pt x="367" y="6"/>
                </a:lnTo>
                <a:lnTo>
                  <a:pt x="377" y="7"/>
                </a:lnTo>
                <a:lnTo>
                  <a:pt x="386" y="9"/>
                </a:lnTo>
                <a:lnTo>
                  <a:pt x="395" y="12"/>
                </a:lnTo>
                <a:lnTo>
                  <a:pt x="404" y="14"/>
                </a:lnTo>
                <a:lnTo>
                  <a:pt x="413" y="17"/>
                </a:lnTo>
                <a:lnTo>
                  <a:pt x="421" y="20"/>
                </a:lnTo>
                <a:lnTo>
                  <a:pt x="430" y="23"/>
                </a:lnTo>
                <a:lnTo>
                  <a:pt x="439" y="26"/>
                </a:lnTo>
                <a:lnTo>
                  <a:pt x="447" y="30"/>
                </a:lnTo>
                <a:lnTo>
                  <a:pt x="455" y="33"/>
                </a:lnTo>
                <a:lnTo>
                  <a:pt x="463" y="37"/>
                </a:lnTo>
                <a:lnTo>
                  <a:pt x="471" y="42"/>
                </a:lnTo>
                <a:lnTo>
                  <a:pt x="479" y="46"/>
                </a:lnTo>
                <a:lnTo>
                  <a:pt x="486" y="51"/>
                </a:lnTo>
                <a:lnTo>
                  <a:pt x="494" y="55"/>
                </a:lnTo>
                <a:lnTo>
                  <a:pt x="501" y="60"/>
                </a:lnTo>
                <a:lnTo>
                  <a:pt x="508" y="65"/>
                </a:lnTo>
                <a:lnTo>
                  <a:pt x="515" y="71"/>
                </a:lnTo>
                <a:lnTo>
                  <a:pt x="521" y="76"/>
                </a:lnTo>
                <a:lnTo>
                  <a:pt x="528" y="82"/>
                </a:lnTo>
                <a:lnTo>
                  <a:pt x="534" y="87"/>
                </a:lnTo>
                <a:lnTo>
                  <a:pt x="540" y="93"/>
                </a:lnTo>
                <a:lnTo>
                  <a:pt x="545" y="99"/>
                </a:lnTo>
                <a:lnTo>
                  <a:pt x="551" y="106"/>
                </a:lnTo>
                <a:lnTo>
                  <a:pt x="556" y="112"/>
                </a:lnTo>
                <a:lnTo>
                  <a:pt x="561" y="118"/>
                </a:lnTo>
                <a:lnTo>
                  <a:pt x="566" y="125"/>
                </a:lnTo>
                <a:lnTo>
                  <a:pt x="570" y="132"/>
                </a:lnTo>
                <a:lnTo>
                  <a:pt x="574" y="139"/>
                </a:lnTo>
                <a:lnTo>
                  <a:pt x="578" y="145"/>
                </a:lnTo>
                <a:lnTo>
                  <a:pt x="582" y="152"/>
                </a:lnTo>
                <a:lnTo>
                  <a:pt x="585" y="160"/>
                </a:lnTo>
                <a:lnTo>
                  <a:pt x="588" y="167"/>
                </a:lnTo>
                <a:lnTo>
                  <a:pt x="591" y="174"/>
                </a:lnTo>
                <a:lnTo>
                  <a:pt x="593" y="181"/>
                </a:lnTo>
                <a:lnTo>
                  <a:pt x="596" y="189"/>
                </a:lnTo>
                <a:lnTo>
                  <a:pt x="598" y="196"/>
                </a:lnTo>
                <a:lnTo>
                  <a:pt x="599" y="204"/>
                </a:lnTo>
                <a:lnTo>
                  <a:pt x="601" y="211"/>
                </a:lnTo>
                <a:lnTo>
                  <a:pt x="602" y="219"/>
                </a:lnTo>
                <a:lnTo>
                  <a:pt x="602" y="226"/>
                </a:lnTo>
                <a:lnTo>
                  <a:pt x="603" y="234"/>
                </a:lnTo>
                <a:lnTo>
                  <a:pt x="603" y="242"/>
                </a:lnTo>
                <a:close/>
              </a:path>
            </a:pathLst>
          </a:custGeom>
          <a:solidFill>
            <a:srgbClr val="ffd2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0" name=""/>
          <p:cNvSpPr/>
          <p:nvPr/>
        </p:nvSpPr>
        <p:spPr>
          <a:xfrm>
            <a:off x="4869360" y="1740240"/>
            <a:ext cx="218880" cy="175680"/>
          </a:xfrm>
          <a:custGeom>
            <a:avLst/>
            <a:gdLst/>
            <a:ahLst/>
            <a:rect l="0" t="0" r="r" b="b"/>
            <a:pathLst>
              <a:path w="608" h="488">
                <a:moveTo>
                  <a:pt x="606" y="243"/>
                </a:moveTo>
                <a:lnTo>
                  <a:pt x="606" y="236"/>
                </a:lnTo>
                <a:lnTo>
                  <a:pt x="605" y="228"/>
                </a:lnTo>
                <a:lnTo>
                  <a:pt x="605" y="221"/>
                </a:lnTo>
                <a:lnTo>
                  <a:pt x="604" y="213"/>
                </a:lnTo>
                <a:lnTo>
                  <a:pt x="602" y="206"/>
                </a:lnTo>
                <a:lnTo>
                  <a:pt x="601" y="198"/>
                </a:lnTo>
                <a:lnTo>
                  <a:pt x="599" y="191"/>
                </a:lnTo>
                <a:lnTo>
                  <a:pt x="596" y="183"/>
                </a:lnTo>
                <a:lnTo>
                  <a:pt x="594" y="176"/>
                </a:lnTo>
                <a:lnTo>
                  <a:pt x="591" y="169"/>
                </a:lnTo>
                <a:lnTo>
                  <a:pt x="588" y="162"/>
                </a:lnTo>
                <a:lnTo>
                  <a:pt x="585" y="154"/>
                </a:lnTo>
                <a:lnTo>
                  <a:pt x="581" y="147"/>
                </a:lnTo>
                <a:lnTo>
                  <a:pt x="577" y="141"/>
                </a:lnTo>
                <a:lnTo>
                  <a:pt x="573" y="134"/>
                </a:lnTo>
                <a:lnTo>
                  <a:pt x="569" y="127"/>
                </a:lnTo>
                <a:lnTo>
                  <a:pt x="564" y="120"/>
                </a:lnTo>
                <a:lnTo>
                  <a:pt x="559" y="114"/>
                </a:lnTo>
                <a:lnTo>
                  <a:pt x="554" y="108"/>
                </a:lnTo>
                <a:lnTo>
                  <a:pt x="548" y="101"/>
                </a:lnTo>
                <a:lnTo>
                  <a:pt x="543" y="95"/>
                </a:lnTo>
                <a:lnTo>
                  <a:pt x="537" y="89"/>
                </a:lnTo>
                <a:lnTo>
                  <a:pt x="531" y="84"/>
                </a:lnTo>
                <a:lnTo>
                  <a:pt x="524" y="78"/>
                </a:lnTo>
                <a:lnTo>
                  <a:pt x="518" y="73"/>
                </a:lnTo>
                <a:lnTo>
                  <a:pt x="511" y="67"/>
                </a:lnTo>
                <a:lnTo>
                  <a:pt x="504" y="62"/>
                </a:lnTo>
                <a:lnTo>
                  <a:pt x="497" y="57"/>
                </a:lnTo>
                <a:lnTo>
                  <a:pt x="489" y="53"/>
                </a:lnTo>
                <a:lnTo>
                  <a:pt x="482" y="48"/>
                </a:lnTo>
                <a:lnTo>
                  <a:pt x="474" y="44"/>
                </a:lnTo>
                <a:lnTo>
                  <a:pt x="466" y="39"/>
                </a:lnTo>
                <a:lnTo>
                  <a:pt x="458" y="35"/>
                </a:lnTo>
                <a:lnTo>
                  <a:pt x="450" y="32"/>
                </a:lnTo>
                <a:lnTo>
                  <a:pt x="442" y="28"/>
                </a:lnTo>
                <a:lnTo>
                  <a:pt x="433" y="25"/>
                </a:lnTo>
                <a:lnTo>
                  <a:pt x="424" y="22"/>
                </a:lnTo>
                <a:lnTo>
                  <a:pt x="416" y="19"/>
                </a:lnTo>
                <a:lnTo>
                  <a:pt x="407" y="16"/>
                </a:lnTo>
                <a:lnTo>
                  <a:pt x="398" y="14"/>
                </a:lnTo>
                <a:lnTo>
                  <a:pt x="389" y="11"/>
                </a:lnTo>
                <a:lnTo>
                  <a:pt x="380" y="9"/>
                </a:lnTo>
                <a:lnTo>
                  <a:pt x="370" y="8"/>
                </a:lnTo>
                <a:lnTo>
                  <a:pt x="361" y="6"/>
                </a:lnTo>
                <a:lnTo>
                  <a:pt x="352" y="5"/>
                </a:lnTo>
                <a:lnTo>
                  <a:pt x="343" y="4"/>
                </a:lnTo>
                <a:lnTo>
                  <a:pt x="333" y="3"/>
                </a:lnTo>
                <a:lnTo>
                  <a:pt x="324" y="2"/>
                </a:lnTo>
                <a:lnTo>
                  <a:pt x="314" y="2"/>
                </a:lnTo>
                <a:lnTo>
                  <a:pt x="305" y="2"/>
                </a:lnTo>
                <a:lnTo>
                  <a:pt x="295" y="2"/>
                </a:lnTo>
                <a:lnTo>
                  <a:pt x="286" y="2"/>
                </a:lnTo>
                <a:lnTo>
                  <a:pt x="276" y="3"/>
                </a:lnTo>
                <a:lnTo>
                  <a:pt x="267" y="4"/>
                </a:lnTo>
                <a:lnTo>
                  <a:pt x="258" y="5"/>
                </a:lnTo>
                <a:lnTo>
                  <a:pt x="248" y="6"/>
                </a:lnTo>
                <a:lnTo>
                  <a:pt x="239" y="8"/>
                </a:lnTo>
                <a:lnTo>
                  <a:pt x="230" y="9"/>
                </a:lnTo>
                <a:lnTo>
                  <a:pt x="221" y="11"/>
                </a:lnTo>
                <a:lnTo>
                  <a:pt x="212" y="14"/>
                </a:lnTo>
                <a:lnTo>
                  <a:pt x="203" y="16"/>
                </a:lnTo>
                <a:lnTo>
                  <a:pt x="194" y="19"/>
                </a:lnTo>
                <a:lnTo>
                  <a:pt x="185" y="22"/>
                </a:lnTo>
                <a:lnTo>
                  <a:pt x="177" y="25"/>
                </a:lnTo>
                <a:lnTo>
                  <a:pt x="168" y="28"/>
                </a:lnTo>
                <a:lnTo>
                  <a:pt x="160" y="32"/>
                </a:lnTo>
                <a:lnTo>
                  <a:pt x="152" y="35"/>
                </a:lnTo>
                <a:lnTo>
                  <a:pt x="143" y="39"/>
                </a:lnTo>
                <a:lnTo>
                  <a:pt x="136" y="44"/>
                </a:lnTo>
                <a:lnTo>
                  <a:pt x="128" y="48"/>
                </a:lnTo>
                <a:lnTo>
                  <a:pt x="120" y="53"/>
                </a:lnTo>
                <a:lnTo>
                  <a:pt x="113" y="57"/>
                </a:lnTo>
                <a:lnTo>
                  <a:pt x="105" y="62"/>
                </a:lnTo>
                <a:lnTo>
                  <a:pt x="98" y="67"/>
                </a:lnTo>
                <a:lnTo>
                  <a:pt x="91" y="73"/>
                </a:lnTo>
                <a:lnTo>
                  <a:pt x="84" y="78"/>
                </a:lnTo>
                <a:lnTo>
                  <a:pt x="78" y="84"/>
                </a:lnTo>
                <a:lnTo>
                  <a:pt x="72" y="89"/>
                </a:lnTo>
                <a:lnTo>
                  <a:pt x="66" y="95"/>
                </a:lnTo>
                <a:lnTo>
                  <a:pt x="60" y="101"/>
                </a:lnTo>
                <a:lnTo>
                  <a:pt x="55" y="108"/>
                </a:lnTo>
                <a:lnTo>
                  <a:pt x="50" y="114"/>
                </a:lnTo>
                <a:lnTo>
                  <a:pt x="45" y="120"/>
                </a:lnTo>
                <a:lnTo>
                  <a:pt x="40" y="127"/>
                </a:lnTo>
                <a:lnTo>
                  <a:pt x="36" y="134"/>
                </a:lnTo>
                <a:lnTo>
                  <a:pt x="31" y="141"/>
                </a:lnTo>
                <a:lnTo>
                  <a:pt x="27" y="147"/>
                </a:lnTo>
                <a:lnTo>
                  <a:pt x="24" y="154"/>
                </a:lnTo>
                <a:lnTo>
                  <a:pt x="20" y="162"/>
                </a:lnTo>
                <a:lnTo>
                  <a:pt x="17" y="169"/>
                </a:lnTo>
                <a:lnTo>
                  <a:pt x="15" y="176"/>
                </a:lnTo>
                <a:lnTo>
                  <a:pt x="12" y="183"/>
                </a:lnTo>
                <a:lnTo>
                  <a:pt x="10" y="191"/>
                </a:lnTo>
                <a:lnTo>
                  <a:pt x="8" y="198"/>
                </a:lnTo>
                <a:lnTo>
                  <a:pt x="6" y="206"/>
                </a:lnTo>
                <a:lnTo>
                  <a:pt x="5" y="213"/>
                </a:lnTo>
                <a:lnTo>
                  <a:pt x="4" y="221"/>
                </a:lnTo>
                <a:lnTo>
                  <a:pt x="3" y="228"/>
                </a:lnTo>
                <a:lnTo>
                  <a:pt x="3" y="236"/>
                </a:lnTo>
                <a:lnTo>
                  <a:pt x="3" y="243"/>
                </a:lnTo>
                <a:lnTo>
                  <a:pt x="3" y="251"/>
                </a:lnTo>
                <a:lnTo>
                  <a:pt x="3" y="259"/>
                </a:lnTo>
                <a:lnTo>
                  <a:pt x="4" y="266"/>
                </a:lnTo>
                <a:lnTo>
                  <a:pt x="5" y="275"/>
                </a:lnTo>
                <a:lnTo>
                  <a:pt x="6" y="282"/>
                </a:lnTo>
                <a:lnTo>
                  <a:pt x="8" y="290"/>
                </a:lnTo>
                <a:lnTo>
                  <a:pt x="10" y="297"/>
                </a:lnTo>
                <a:lnTo>
                  <a:pt x="12" y="304"/>
                </a:lnTo>
                <a:lnTo>
                  <a:pt x="15" y="312"/>
                </a:lnTo>
                <a:lnTo>
                  <a:pt x="17" y="319"/>
                </a:lnTo>
                <a:lnTo>
                  <a:pt x="20" y="326"/>
                </a:lnTo>
                <a:lnTo>
                  <a:pt x="24" y="333"/>
                </a:lnTo>
                <a:lnTo>
                  <a:pt x="27" y="340"/>
                </a:lnTo>
                <a:lnTo>
                  <a:pt x="31" y="347"/>
                </a:lnTo>
                <a:lnTo>
                  <a:pt x="36" y="354"/>
                </a:lnTo>
                <a:lnTo>
                  <a:pt x="40" y="361"/>
                </a:lnTo>
                <a:lnTo>
                  <a:pt x="45" y="367"/>
                </a:lnTo>
                <a:lnTo>
                  <a:pt x="50" y="374"/>
                </a:lnTo>
                <a:lnTo>
                  <a:pt x="55" y="380"/>
                </a:lnTo>
                <a:lnTo>
                  <a:pt x="60" y="386"/>
                </a:lnTo>
                <a:lnTo>
                  <a:pt x="66" y="392"/>
                </a:lnTo>
                <a:lnTo>
                  <a:pt x="72" y="398"/>
                </a:lnTo>
                <a:lnTo>
                  <a:pt x="78" y="404"/>
                </a:lnTo>
                <a:lnTo>
                  <a:pt x="84" y="410"/>
                </a:lnTo>
                <a:lnTo>
                  <a:pt x="91" y="415"/>
                </a:lnTo>
                <a:lnTo>
                  <a:pt x="98" y="420"/>
                </a:lnTo>
                <a:lnTo>
                  <a:pt x="105" y="426"/>
                </a:lnTo>
                <a:lnTo>
                  <a:pt x="113" y="430"/>
                </a:lnTo>
                <a:lnTo>
                  <a:pt x="120" y="435"/>
                </a:lnTo>
                <a:lnTo>
                  <a:pt x="128" y="440"/>
                </a:lnTo>
                <a:lnTo>
                  <a:pt x="136" y="444"/>
                </a:lnTo>
                <a:lnTo>
                  <a:pt x="143" y="448"/>
                </a:lnTo>
                <a:lnTo>
                  <a:pt x="152" y="452"/>
                </a:lnTo>
                <a:lnTo>
                  <a:pt x="160" y="456"/>
                </a:lnTo>
                <a:lnTo>
                  <a:pt x="168" y="460"/>
                </a:lnTo>
                <a:lnTo>
                  <a:pt x="177" y="463"/>
                </a:lnTo>
                <a:lnTo>
                  <a:pt x="185" y="466"/>
                </a:lnTo>
                <a:lnTo>
                  <a:pt x="194" y="469"/>
                </a:lnTo>
                <a:lnTo>
                  <a:pt x="203" y="472"/>
                </a:lnTo>
                <a:lnTo>
                  <a:pt x="212" y="474"/>
                </a:lnTo>
                <a:lnTo>
                  <a:pt x="221" y="476"/>
                </a:lnTo>
                <a:lnTo>
                  <a:pt x="230" y="478"/>
                </a:lnTo>
                <a:lnTo>
                  <a:pt x="239" y="480"/>
                </a:lnTo>
                <a:lnTo>
                  <a:pt x="248" y="482"/>
                </a:lnTo>
                <a:lnTo>
                  <a:pt x="258" y="483"/>
                </a:lnTo>
                <a:lnTo>
                  <a:pt x="267" y="484"/>
                </a:lnTo>
                <a:lnTo>
                  <a:pt x="276" y="485"/>
                </a:lnTo>
                <a:lnTo>
                  <a:pt x="286" y="485"/>
                </a:lnTo>
                <a:lnTo>
                  <a:pt x="295" y="486"/>
                </a:lnTo>
                <a:lnTo>
                  <a:pt x="305" y="486"/>
                </a:lnTo>
                <a:lnTo>
                  <a:pt x="314" y="486"/>
                </a:lnTo>
                <a:lnTo>
                  <a:pt x="324" y="485"/>
                </a:lnTo>
                <a:lnTo>
                  <a:pt x="333" y="485"/>
                </a:lnTo>
                <a:lnTo>
                  <a:pt x="343" y="484"/>
                </a:lnTo>
                <a:lnTo>
                  <a:pt x="352" y="483"/>
                </a:lnTo>
                <a:lnTo>
                  <a:pt x="361" y="482"/>
                </a:lnTo>
                <a:lnTo>
                  <a:pt x="370" y="480"/>
                </a:lnTo>
                <a:lnTo>
                  <a:pt x="380" y="478"/>
                </a:lnTo>
                <a:lnTo>
                  <a:pt x="389" y="476"/>
                </a:lnTo>
                <a:lnTo>
                  <a:pt x="398" y="474"/>
                </a:lnTo>
                <a:lnTo>
                  <a:pt x="407" y="472"/>
                </a:lnTo>
                <a:lnTo>
                  <a:pt x="416" y="469"/>
                </a:lnTo>
                <a:lnTo>
                  <a:pt x="424" y="466"/>
                </a:lnTo>
                <a:lnTo>
                  <a:pt x="433" y="463"/>
                </a:lnTo>
                <a:lnTo>
                  <a:pt x="442" y="460"/>
                </a:lnTo>
                <a:lnTo>
                  <a:pt x="450" y="456"/>
                </a:lnTo>
                <a:lnTo>
                  <a:pt x="458" y="452"/>
                </a:lnTo>
                <a:lnTo>
                  <a:pt x="466" y="448"/>
                </a:lnTo>
                <a:lnTo>
                  <a:pt x="474" y="444"/>
                </a:lnTo>
                <a:lnTo>
                  <a:pt x="482" y="440"/>
                </a:lnTo>
                <a:lnTo>
                  <a:pt x="489" y="435"/>
                </a:lnTo>
                <a:lnTo>
                  <a:pt x="497" y="430"/>
                </a:lnTo>
                <a:lnTo>
                  <a:pt x="504" y="426"/>
                </a:lnTo>
                <a:lnTo>
                  <a:pt x="511" y="420"/>
                </a:lnTo>
                <a:lnTo>
                  <a:pt x="518" y="415"/>
                </a:lnTo>
                <a:lnTo>
                  <a:pt x="524" y="410"/>
                </a:lnTo>
                <a:lnTo>
                  <a:pt x="531" y="404"/>
                </a:lnTo>
                <a:lnTo>
                  <a:pt x="537" y="398"/>
                </a:lnTo>
                <a:lnTo>
                  <a:pt x="543" y="392"/>
                </a:lnTo>
                <a:lnTo>
                  <a:pt x="548" y="386"/>
                </a:lnTo>
                <a:lnTo>
                  <a:pt x="554" y="380"/>
                </a:lnTo>
                <a:lnTo>
                  <a:pt x="559" y="374"/>
                </a:lnTo>
                <a:lnTo>
                  <a:pt x="564" y="367"/>
                </a:lnTo>
                <a:lnTo>
                  <a:pt x="569" y="361"/>
                </a:lnTo>
                <a:lnTo>
                  <a:pt x="573" y="354"/>
                </a:lnTo>
                <a:lnTo>
                  <a:pt x="577" y="347"/>
                </a:lnTo>
                <a:lnTo>
                  <a:pt x="581" y="340"/>
                </a:lnTo>
                <a:lnTo>
                  <a:pt x="585" y="333"/>
                </a:lnTo>
                <a:lnTo>
                  <a:pt x="588" y="326"/>
                </a:lnTo>
                <a:lnTo>
                  <a:pt x="591" y="319"/>
                </a:lnTo>
                <a:lnTo>
                  <a:pt x="594" y="312"/>
                </a:lnTo>
                <a:lnTo>
                  <a:pt x="596" y="304"/>
                </a:lnTo>
                <a:lnTo>
                  <a:pt x="599" y="297"/>
                </a:lnTo>
                <a:lnTo>
                  <a:pt x="601" y="290"/>
                </a:lnTo>
                <a:lnTo>
                  <a:pt x="602" y="282"/>
                </a:lnTo>
                <a:lnTo>
                  <a:pt x="604" y="275"/>
                </a:lnTo>
                <a:lnTo>
                  <a:pt x="605" y="266"/>
                </a:lnTo>
                <a:lnTo>
                  <a:pt x="605" y="259"/>
                </a:lnTo>
                <a:lnTo>
                  <a:pt x="606" y="251"/>
                </a:lnTo>
                <a:lnTo>
                  <a:pt x="606" y="243"/>
                </a:lnTo>
                <a:moveTo>
                  <a:pt x="608" y="243"/>
                </a:moveTo>
                <a:lnTo>
                  <a:pt x="608" y="251"/>
                </a:lnTo>
                <a:lnTo>
                  <a:pt x="608" y="259"/>
                </a:lnTo>
                <a:lnTo>
                  <a:pt x="607" y="266"/>
                </a:lnTo>
                <a:lnTo>
                  <a:pt x="606" y="275"/>
                </a:lnTo>
                <a:lnTo>
                  <a:pt x="604" y="282"/>
                </a:lnTo>
                <a:lnTo>
                  <a:pt x="603" y="290"/>
                </a:lnTo>
                <a:lnTo>
                  <a:pt x="601" y="297"/>
                </a:lnTo>
                <a:lnTo>
                  <a:pt x="599" y="305"/>
                </a:lnTo>
                <a:lnTo>
                  <a:pt x="596" y="312"/>
                </a:lnTo>
                <a:lnTo>
                  <a:pt x="593" y="320"/>
                </a:lnTo>
                <a:lnTo>
                  <a:pt x="590" y="327"/>
                </a:lnTo>
                <a:lnTo>
                  <a:pt x="587" y="334"/>
                </a:lnTo>
                <a:lnTo>
                  <a:pt x="583" y="341"/>
                </a:lnTo>
                <a:lnTo>
                  <a:pt x="579" y="348"/>
                </a:lnTo>
                <a:lnTo>
                  <a:pt x="575" y="355"/>
                </a:lnTo>
                <a:lnTo>
                  <a:pt x="571" y="362"/>
                </a:lnTo>
                <a:lnTo>
                  <a:pt x="566" y="368"/>
                </a:lnTo>
                <a:lnTo>
                  <a:pt x="561" y="375"/>
                </a:lnTo>
                <a:lnTo>
                  <a:pt x="556" y="381"/>
                </a:lnTo>
                <a:lnTo>
                  <a:pt x="550" y="387"/>
                </a:lnTo>
                <a:lnTo>
                  <a:pt x="545" y="394"/>
                </a:lnTo>
                <a:lnTo>
                  <a:pt x="539" y="400"/>
                </a:lnTo>
                <a:lnTo>
                  <a:pt x="532" y="405"/>
                </a:lnTo>
                <a:lnTo>
                  <a:pt x="526" y="411"/>
                </a:lnTo>
                <a:lnTo>
                  <a:pt x="519" y="416"/>
                </a:lnTo>
                <a:lnTo>
                  <a:pt x="512" y="422"/>
                </a:lnTo>
                <a:lnTo>
                  <a:pt x="505" y="427"/>
                </a:lnTo>
                <a:lnTo>
                  <a:pt x="498" y="432"/>
                </a:lnTo>
                <a:lnTo>
                  <a:pt x="491" y="437"/>
                </a:lnTo>
                <a:lnTo>
                  <a:pt x="483" y="441"/>
                </a:lnTo>
                <a:lnTo>
                  <a:pt x="475" y="446"/>
                </a:lnTo>
                <a:lnTo>
                  <a:pt x="467" y="450"/>
                </a:lnTo>
                <a:lnTo>
                  <a:pt x="459" y="454"/>
                </a:lnTo>
                <a:lnTo>
                  <a:pt x="451" y="458"/>
                </a:lnTo>
                <a:lnTo>
                  <a:pt x="443" y="461"/>
                </a:lnTo>
                <a:lnTo>
                  <a:pt x="434" y="465"/>
                </a:lnTo>
                <a:lnTo>
                  <a:pt x="425" y="468"/>
                </a:lnTo>
                <a:lnTo>
                  <a:pt x="416" y="471"/>
                </a:lnTo>
                <a:lnTo>
                  <a:pt x="408" y="473"/>
                </a:lnTo>
                <a:lnTo>
                  <a:pt x="399" y="476"/>
                </a:lnTo>
                <a:lnTo>
                  <a:pt x="389" y="478"/>
                </a:lnTo>
                <a:lnTo>
                  <a:pt x="380" y="480"/>
                </a:lnTo>
                <a:lnTo>
                  <a:pt x="371" y="482"/>
                </a:lnTo>
                <a:lnTo>
                  <a:pt x="362" y="483"/>
                </a:lnTo>
                <a:lnTo>
                  <a:pt x="352" y="485"/>
                </a:lnTo>
                <a:lnTo>
                  <a:pt x="343" y="486"/>
                </a:lnTo>
                <a:lnTo>
                  <a:pt x="333" y="487"/>
                </a:lnTo>
                <a:lnTo>
                  <a:pt x="324" y="487"/>
                </a:lnTo>
                <a:lnTo>
                  <a:pt x="314" y="488"/>
                </a:lnTo>
                <a:lnTo>
                  <a:pt x="305" y="488"/>
                </a:lnTo>
                <a:lnTo>
                  <a:pt x="295" y="488"/>
                </a:lnTo>
                <a:lnTo>
                  <a:pt x="286" y="487"/>
                </a:lnTo>
                <a:lnTo>
                  <a:pt x="276" y="487"/>
                </a:lnTo>
                <a:lnTo>
                  <a:pt x="267" y="486"/>
                </a:lnTo>
                <a:lnTo>
                  <a:pt x="257" y="485"/>
                </a:lnTo>
                <a:lnTo>
                  <a:pt x="248" y="483"/>
                </a:lnTo>
                <a:lnTo>
                  <a:pt x="239" y="482"/>
                </a:lnTo>
                <a:lnTo>
                  <a:pt x="229" y="480"/>
                </a:lnTo>
                <a:lnTo>
                  <a:pt x="220" y="478"/>
                </a:lnTo>
                <a:lnTo>
                  <a:pt x="211" y="476"/>
                </a:lnTo>
                <a:lnTo>
                  <a:pt x="202" y="473"/>
                </a:lnTo>
                <a:lnTo>
                  <a:pt x="193" y="471"/>
                </a:lnTo>
                <a:lnTo>
                  <a:pt x="184" y="468"/>
                </a:lnTo>
                <a:lnTo>
                  <a:pt x="176" y="465"/>
                </a:lnTo>
                <a:lnTo>
                  <a:pt x="167" y="461"/>
                </a:lnTo>
                <a:lnTo>
                  <a:pt x="159" y="458"/>
                </a:lnTo>
                <a:lnTo>
                  <a:pt x="150" y="454"/>
                </a:lnTo>
                <a:lnTo>
                  <a:pt x="142" y="450"/>
                </a:lnTo>
                <a:lnTo>
                  <a:pt x="134" y="446"/>
                </a:lnTo>
                <a:lnTo>
                  <a:pt x="126" y="441"/>
                </a:lnTo>
                <a:lnTo>
                  <a:pt x="119" y="437"/>
                </a:lnTo>
                <a:lnTo>
                  <a:pt x="111" y="432"/>
                </a:lnTo>
                <a:lnTo>
                  <a:pt x="103" y="427"/>
                </a:lnTo>
                <a:lnTo>
                  <a:pt x="96" y="422"/>
                </a:lnTo>
                <a:lnTo>
                  <a:pt x="89" y="416"/>
                </a:lnTo>
                <a:lnTo>
                  <a:pt x="83" y="411"/>
                </a:lnTo>
                <a:lnTo>
                  <a:pt x="76" y="405"/>
                </a:lnTo>
                <a:lnTo>
                  <a:pt x="70" y="400"/>
                </a:lnTo>
                <a:lnTo>
                  <a:pt x="64" y="394"/>
                </a:lnTo>
                <a:lnTo>
                  <a:pt x="58" y="387"/>
                </a:lnTo>
                <a:lnTo>
                  <a:pt x="53" y="381"/>
                </a:lnTo>
                <a:lnTo>
                  <a:pt x="48" y="375"/>
                </a:lnTo>
                <a:lnTo>
                  <a:pt x="43" y="368"/>
                </a:lnTo>
                <a:lnTo>
                  <a:pt x="38" y="362"/>
                </a:lnTo>
                <a:lnTo>
                  <a:pt x="33" y="355"/>
                </a:lnTo>
                <a:lnTo>
                  <a:pt x="29" y="348"/>
                </a:lnTo>
                <a:lnTo>
                  <a:pt x="25" y="341"/>
                </a:lnTo>
                <a:lnTo>
                  <a:pt x="22" y="334"/>
                </a:lnTo>
                <a:lnTo>
                  <a:pt x="18" y="327"/>
                </a:lnTo>
                <a:lnTo>
                  <a:pt x="15" y="320"/>
                </a:lnTo>
                <a:lnTo>
                  <a:pt x="12" y="312"/>
                </a:lnTo>
                <a:lnTo>
                  <a:pt x="10" y="305"/>
                </a:lnTo>
                <a:lnTo>
                  <a:pt x="8" y="297"/>
                </a:lnTo>
                <a:lnTo>
                  <a:pt x="6" y="290"/>
                </a:lnTo>
                <a:lnTo>
                  <a:pt x="4" y="282"/>
                </a:lnTo>
                <a:lnTo>
                  <a:pt x="3" y="275"/>
                </a:lnTo>
                <a:lnTo>
                  <a:pt x="2" y="266"/>
                </a:lnTo>
                <a:lnTo>
                  <a:pt x="1" y="259"/>
                </a:lnTo>
                <a:lnTo>
                  <a:pt x="1" y="251"/>
                </a:lnTo>
                <a:lnTo>
                  <a:pt x="0" y="243"/>
                </a:lnTo>
                <a:lnTo>
                  <a:pt x="1" y="236"/>
                </a:lnTo>
                <a:lnTo>
                  <a:pt x="1" y="228"/>
                </a:lnTo>
                <a:lnTo>
                  <a:pt x="2" y="220"/>
                </a:lnTo>
                <a:lnTo>
                  <a:pt x="3" y="213"/>
                </a:lnTo>
                <a:lnTo>
                  <a:pt x="4" y="205"/>
                </a:lnTo>
                <a:lnTo>
                  <a:pt x="6" y="198"/>
                </a:lnTo>
                <a:lnTo>
                  <a:pt x="8" y="190"/>
                </a:lnTo>
                <a:lnTo>
                  <a:pt x="10" y="183"/>
                </a:lnTo>
                <a:lnTo>
                  <a:pt x="12" y="175"/>
                </a:lnTo>
                <a:lnTo>
                  <a:pt x="15" y="168"/>
                </a:lnTo>
                <a:lnTo>
                  <a:pt x="18" y="161"/>
                </a:lnTo>
                <a:lnTo>
                  <a:pt x="22" y="154"/>
                </a:lnTo>
                <a:lnTo>
                  <a:pt x="25" y="147"/>
                </a:lnTo>
                <a:lnTo>
                  <a:pt x="29" y="140"/>
                </a:lnTo>
                <a:lnTo>
                  <a:pt x="33" y="133"/>
                </a:lnTo>
                <a:lnTo>
                  <a:pt x="38" y="126"/>
                </a:lnTo>
                <a:lnTo>
                  <a:pt x="43" y="119"/>
                </a:lnTo>
                <a:lnTo>
                  <a:pt x="48" y="113"/>
                </a:lnTo>
                <a:lnTo>
                  <a:pt x="53" y="107"/>
                </a:lnTo>
                <a:lnTo>
                  <a:pt x="58" y="100"/>
                </a:lnTo>
                <a:lnTo>
                  <a:pt x="64" y="94"/>
                </a:lnTo>
                <a:lnTo>
                  <a:pt x="70" y="88"/>
                </a:lnTo>
                <a:lnTo>
                  <a:pt x="76" y="82"/>
                </a:lnTo>
                <a:lnTo>
                  <a:pt x="83" y="77"/>
                </a:lnTo>
                <a:lnTo>
                  <a:pt x="89" y="71"/>
                </a:lnTo>
                <a:lnTo>
                  <a:pt x="96" y="66"/>
                </a:lnTo>
                <a:lnTo>
                  <a:pt x="103" y="61"/>
                </a:lnTo>
                <a:lnTo>
                  <a:pt x="111" y="56"/>
                </a:lnTo>
                <a:lnTo>
                  <a:pt x="119" y="51"/>
                </a:lnTo>
                <a:lnTo>
                  <a:pt x="126" y="46"/>
                </a:lnTo>
                <a:lnTo>
                  <a:pt x="134" y="42"/>
                </a:lnTo>
                <a:lnTo>
                  <a:pt x="142" y="38"/>
                </a:lnTo>
                <a:lnTo>
                  <a:pt x="150" y="34"/>
                </a:lnTo>
                <a:lnTo>
                  <a:pt x="159" y="30"/>
                </a:lnTo>
                <a:lnTo>
                  <a:pt x="167" y="27"/>
                </a:lnTo>
                <a:lnTo>
                  <a:pt x="176" y="23"/>
                </a:lnTo>
                <a:lnTo>
                  <a:pt x="184" y="20"/>
                </a:lnTo>
                <a:lnTo>
                  <a:pt x="193" y="17"/>
                </a:lnTo>
                <a:lnTo>
                  <a:pt x="202" y="14"/>
                </a:lnTo>
                <a:lnTo>
                  <a:pt x="211" y="12"/>
                </a:lnTo>
                <a:lnTo>
                  <a:pt x="220" y="10"/>
                </a:lnTo>
                <a:lnTo>
                  <a:pt x="229" y="8"/>
                </a:lnTo>
                <a:lnTo>
                  <a:pt x="239" y="6"/>
                </a:lnTo>
                <a:lnTo>
                  <a:pt x="248" y="4"/>
                </a:lnTo>
                <a:lnTo>
                  <a:pt x="257" y="3"/>
                </a:lnTo>
                <a:lnTo>
                  <a:pt x="267" y="2"/>
                </a:lnTo>
                <a:lnTo>
                  <a:pt x="276" y="1"/>
                </a:lnTo>
                <a:lnTo>
                  <a:pt x="286" y="0"/>
                </a:lnTo>
                <a:lnTo>
                  <a:pt x="295" y="0"/>
                </a:lnTo>
                <a:lnTo>
                  <a:pt x="305" y="0"/>
                </a:lnTo>
                <a:lnTo>
                  <a:pt x="314" y="0"/>
                </a:lnTo>
                <a:lnTo>
                  <a:pt x="324" y="0"/>
                </a:lnTo>
                <a:lnTo>
                  <a:pt x="333" y="1"/>
                </a:lnTo>
                <a:lnTo>
                  <a:pt x="343" y="2"/>
                </a:lnTo>
                <a:lnTo>
                  <a:pt x="352" y="3"/>
                </a:lnTo>
                <a:lnTo>
                  <a:pt x="362" y="4"/>
                </a:lnTo>
                <a:lnTo>
                  <a:pt x="371" y="6"/>
                </a:lnTo>
                <a:lnTo>
                  <a:pt x="380" y="8"/>
                </a:lnTo>
                <a:lnTo>
                  <a:pt x="389" y="10"/>
                </a:lnTo>
                <a:lnTo>
                  <a:pt x="399" y="12"/>
                </a:lnTo>
                <a:lnTo>
                  <a:pt x="408" y="14"/>
                </a:lnTo>
                <a:lnTo>
                  <a:pt x="416" y="17"/>
                </a:lnTo>
                <a:lnTo>
                  <a:pt x="425" y="20"/>
                </a:lnTo>
                <a:lnTo>
                  <a:pt x="434" y="23"/>
                </a:lnTo>
                <a:lnTo>
                  <a:pt x="443" y="27"/>
                </a:lnTo>
                <a:lnTo>
                  <a:pt x="451" y="30"/>
                </a:lnTo>
                <a:lnTo>
                  <a:pt x="459" y="34"/>
                </a:lnTo>
                <a:lnTo>
                  <a:pt x="467" y="38"/>
                </a:lnTo>
                <a:lnTo>
                  <a:pt x="475" y="42"/>
                </a:lnTo>
                <a:lnTo>
                  <a:pt x="483" y="46"/>
                </a:lnTo>
                <a:lnTo>
                  <a:pt x="491" y="51"/>
                </a:lnTo>
                <a:lnTo>
                  <a:pt x="498" y="56"/>
                </a:lnTo>
                <a:lnTo>
                  <a:pt x="505" y="61"/>
                </a:lnTo>
                <a:lnTo>
                  <a:pt x="512" y="66"/>
                </a:lnTo>
                <a:lnTo>
                  <a:pt x="519" y="71"/>
                </a:lnTo>
                <a:lnTo>
                  <a:pt x="526" y="77"/>
                </a:lnTo>
                <a:lnTo>
                  <a:pt x="532" y="82"/>
                </a:lnTo>
                <a:lnTo>
                  <a:pt x="539" y="88"/>
                </a:lnTo>
                <a:lnTo>
                  <a:pt x="545" y="94"/>
                </a:lnTo>
                <a:lnTo>
                  <a:pt x="550" y="100"/>
                </a:lnTo>
                <a:lnTo>
                  <a:pt x="556" y="107"/>
                </a:lnTo>
                <a:lnTo>
                  <a:pt x="561" y="113"/>
                </a:lnTo>
                <a:lnTo>
                  <a:pt x="566" y="119"/>
                </a:lnTo>
                <a:lnTo>
                  <a:pt x="571" y="126"/>
                </a:lnTo>
                <a:lnTo>
                  <a:pt x="575" y="133"/>
                </a:lnTo>
                <a:lnTo>
                  <a:pt x="579" y="140"/>
                </a:lnTo>
                <a:lnTo>
                  <a:pt x="583" y="147"/>
                </a:lnTo>
                <a:lnTo>
                  <a:pt x="587" y="154"/>
                </a:lnTo>
                <a:lnTo>
                  <a:pt x="590" y="161"/>
                </a:lnTo>
                <a:lnTo>
                  <a:pt x="593" y="168"/>
                </a:lnTo>
                <a:lnTo>
                  <a:pt x="596" y="175"/>
                </a:lnTo>
                <a:lnTo>
                  <a:pt x="599" y="183"/>
                </a:lnTo>
                <a:lnTo>
                  <a:pt x="601" y="190"/>
                </a:lnTo>
                <a:lnTo>
                  <a:pt x="603" y="198"/>
                </a:lnTo>
                <a:lnTo>
                  <a:pt x="604" y="205"/>
                </a:lnTo>
                <a:lnTo>
                  <a:pt x="606" y="213"/>
                </a:lnTo>
                <a:lnTo>
                  <a:pt x="607" y="220"/>
                </a:lnTo>
                <a:lnTo>
                  <a:pt x="608" y="228"/>
                </a:lnTo>
                <a:lnTo>
                  <a:pt x="608" y="236"/>
                </a:lnTo>
                <a:lnTo>
                  <a:pt x="608" y="243"/>
                </a:lnTo>
                <a:close/>
              </a:path>
            </a:pathLst>
          </a:custGeom>
          <a:solidFill>
            <a:srgbClr val="ffd1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1" name=""/>
          <p:cNvSpPr/>
          <p:nvPr/>
        </p:nvSpPr>
        <p:spPr>
          <a:xfrm>
            <a:off x="4868640" y="1739520"/>
            <a:ext cx="220680" cy="177120"/>
          </a:xfrm>
          <a:custGeom>
            <a:avLst/>
            <a:gdLst/>
            <a:ahLst/>
            <a:rect l="0" t="0" r="r" b="b"/>
            <a:pathLst>
              <a:path w="613" h="492">
                <a:moveTo>
                  <a:pt x="610" y="245"/>
                </a:moveTo>
                <a:lnTo>
                  <a:pt x="610" y="238"/>
                </a:lnTo>
                <a:lnTo>
                  <a:pt x="610" y="230"/>
                </a:lnTo>
                <a:lnTo>
                  <a:pt x="609" y="222"/>
                </a:lnTo>
                <a:lnTo>
                  <a:pt x="608" y="215"/>
                </a:lnTo>
                <a:lnTo>
                  <a:pt x="606" y="207"/>
                </a:lnTo>
                <a:lnTo>
                  <a:pt x="605" y="200"/>
                </a:lnTo>
                <a:lnTo>
                  <a:pt x="603" y="192"/>
                </a:lnTo>
                <a:lnTo>
                  <a:pt x="601" y="185"/>
                </a:lnTo>
                <a:lnTo>
                  <a:pt x="598" y="177"/>
                </a:lnTo>
                <a:lnTo>
                  <a:pt x="595" y="170"/>
                </a:lnTo>
                <a:lnTo>
                  <a:pt x="592" y="163"/>
                </a:lnTo>
                <a:lnTo>
                  <a:pt x="589" y="156"/>
                </a:lnTo>
                <a:lnTo>
                  <a:pt x="585" y="149"/>
                </a:lnTo>
                <a:lnTo>
                  <a:pt x="581" y="142"/>
                </a:lnTo>
                <a:lnTo>
                  <a:pt x="577" y="135"/>
                </a:lnTo>
                <a:lnTo>
                  <a:pt x="573" y="128"/>
                </a:lnTo>
                <a:lnTo>
                  <a:pt x="568" y="121"/>
                </a:lnTo>
                <a:lnTo>
                  <a:pt x="563" y="115"/>
                </a:lnTo>
                <a:lnTo>
                  <a:pt x="558" y="109"/>
                </a:lnTo>
                <a:lnTo>
                  <a:pt x="552" y="102"/>
                </a:lnTo>
                <a:lnTo>
                  <a:pt x="547" y="96"/>
                </a:lnTo>
                <a:lnTo>
                  <a:pt x="541" y="90"/>
                </a:lnTo>
                <a:lnTo>
                  <a:pt x="534" y="84"/>
                </a:lnTo>
                <a:lnTo>
                  <a:pt x="528" y="79"/>
                </a:lnTo>
                <a:lnTo>
                  <a:pt x="521" y="73"/>
                </a:lnTo>
                <a:lnTo>
                  <a:pt x="514" y="68"/>
                </a:lnTo>
                <a:lnTo>
                  <a:pt x="507" y="63"/>
                </a:lnTo>
                <a:lnTo>
                  <a:pt x="500" y="58"/>
                </a:lnTo>
                <a:lnTo>
                  <a:pt x="493" y="53"/>
                </a:lnTo>
                <a:lnTo>
                  <a:pt x="485" y="48"/>
                </a:lnTo>
                <a:lnTo>
                  <a:pt x="477" y="44"/>
                </a:lnTo>
                <a:lnTo>
                  <a:pt x="469" y="40"/>
                </a:lnTo>
                <a:lnTo>
                  <a:pt x="461" y="36"/>
                </a:lnTo>
                <a:lnTo>
                  <a:pt x="453" y="32"/>
                </a:lnTo>
                <a:lnTo>
                  <a:pt x="445" y="29"/>
                </a:lnTo>
                <a:lnTo>
                  <a:pt x="436" y="25"/>
                </a:lnTo>
                <a:lnTo>
                  <a:pt x="427" y="22"/>
                </a:lnTo>
                <a:lnTo>
                  <a:pt x="418" y="19"/>
                </a:lnTo>
                <a:lnTo>
                  <a:pt x="410" y="16"/>
                </a:lnTo>
                <a:lnTo>
                  <a:pt x="401" y="14"/>
                </a:lnTo>
                <a:lnTo>
                  <a:pt x="391" y="12"/>
                </a:lnTo>
                <a:lnTo>
                  <a:pt x="382" y="10"/>
                </a:lnTo>
                <a:lnTo>
                  <a:pt x="373" y="8"/>
                </a:lnTo>
                <a:lnTo>
                  <a:pt x="364" y="6"/>
                </a:lnTo>
                <a:lnTo>
                  <a:pt x="354" y="5"/>
                </a:lnTo>
                <a:lnTo>
                  <a:pt x="345" y="4"/>
                </a:lnTo>
                <a:lnTo>
                  <a:pt x="335" y="3"/>
                </a:lnTo>
                <a:lnTo>
                  <a:pt x="326" y="2"/>
                </a:lnTo>
                <a:lnTo>
                  <a:pt x="316" y="2"/>
                </a:lnTo>
                <a:lnTo>
                  <a:pt x="307" y="2"/>
                </a:lnTo>
                <a:lnTo>
                  <a:pt x="297" y="2"/>
                </a:lnTo>
                <a:lnTo>
                  <a:pt x="288" y="2"/>
                </a:lnTo>
                <a:lnTo>
                  <a:pt x="278" y="3"/>
                </a:lnTo>
                <a:lnTo>
                  <a:pt x="269" y="4"/>
                </a:lnTo>
                <a:lnTo>
                  <a:pt x="259" y="5"/>
                </a:lnTo>
                <a:lnTo>
                  <a:pt x="250" y="6"/>
                </a:lnTo>
                <a:lnTo>
                  <a:pt x="241" y="8"/>
                </a:lnTo>
                <a:lnTo>
                  <a:pt x="231" y="10"/>
                </a:lnTo>
                <a:lnTo>
                  <a:pt x="221" y="12"/>
                </a:lnTo>
                <a:lnTo>
                  <a:pt x="212" y="14"/>
                </a:lnTo>
                <a:lnTo>
                  <a:pt x="203" y="16"/>
                </a:lnTo>
                <a:lnTo>
                  <a:pt x="194" y="19"/>
                </a:lnTo>
                <a:lnTo>
                  <a:pt x="185" y="22"/>
                </a:lnTo>
                <a:lnTo>
                  <a:pt x="177" y="25"/>
                </a:lnTo>
                <a:lnTo>
                  <a:pt x="168" y="29"/>
                </a:lnTo>
                <a:lnTo>
                  <a:pt x="160" y="32"/>
                </a:lnTo>
                <a:lnTo>
                  <a:pt x="151" y="36"/>
                </a:lnTo>
                <a:lnTo>
                  <a:pt x="143" y="40"/>
                </a:lnTo>
                <a:lnTo>
                  <a:pt x="135" y="44"/>
                </a:lnTo>
                <a:lnTo>
                  <a:pt x="127" y="48"/>
                </a:lnTo>
                <a:lnTo>
                  <a:pt x="120" y="53"/>
                </a:lnTo>
                <a:lnTo>
                  <a:pt x="112" y="58"/>
                </a:lnTo>
                <a:lnTo>
                  <a:pt x="105" y="63"/>
                </a:lnTo>
                <a:lnTo>
                  <a:pt x="98" y="68"/>
                </a:lnTo>
                <a:lnTo>
                  <a:pt x="91" y="73"/>
                </a:lnTo>
                <a:lnTo>
                  <a:pt x="85" y="79"/>
                </a:lnTo>
                <a:lnTo>
                  <a:pt x="78" y="84"/>
                </a:lnTo>
                <a:lnTo>
                  <a:pt x="72" y="90"/>
                </a:lnTo>
                <a:lnTo>
                  <a:pt x="66" y="96"/>
                </a:lnTo>
                <a:lnTo>
                  <a:pt x="60" y="102"/>
                </a:lnTo>
                <a:lnTo>
                  <a:pt x="55" y="109"/>
                </a:lnTo>
                <a:lnTo>
                  <a:pt x="50" y="115"/>
                </a:lnTo>
                <a:lnTo>
                  <a:pt x="45" y="121"/>
                </a:lnTo>
                <a:lnTo>
                  <a:pt x="40" y="128"/>
                </a:lnTo>
                <a:lnTo>
                  <a:pt x="35" y="135"/>
                </a:lnTo>
                <a:lnTo>
                  <a:pt x="31" y="142"/>
                </a:lnTo>
                <a:lnTo>
                  <a:pt x="27" y="149"/>
                </a:lnTo>
                <a:lnTo>
                  <a:pt x="24" y="156"/>
                </a:lnTo>
                <a:lnTo>
                  <a:pt x="20" y="163"/>
                </a:lnTo>
                <a:lnTo>
                  <a:pt x="17" y="170"/>
                </a:lnTo>
                <a:lnTo>
                  <a:pt x="14" y="177"/>
                </a:lnTo>
                <a:lnTo>
                  <a:pt x="12" y="185"/>
                </a:lnTo>
                <a:lnTo>
                  <a:pt x="10" y="192"/>
                </a:lnTo>
                <a:lnTo>
                  <a:pt x="8" y="200"/>
                </a:lnTo>
                <a:lnTo>
                  <a:pt x="6" y="207"/>
                </a:lnTo>
                <a:lnTo>
                  <a:pt x="5" y="215"/>
                </a:lnTo>
                <a:lnTo>
                  <a:pt x="4" y="222"/>
                </a:lnTo>
                <a:lnTo>
                  <a:pt x="3" y="230"/>
                </a:lnTo>
                <a:lnTo>
                  <a:pt x="3" y="238"/>
                </a:lnTo>
                <a:lnTo>
                  <a:pt x="2" y="245"/>
                </a:lnTo>
                <a:lnTo>
                  <a:pt x="3" y="253"/>
                </a:lnTo>
                <a:lnTo>
                  <a:pt x="3" y="261"/>
                </a:lnTo>
                <a:lnTo>
                  <a:pt x="4" y="268"/>
                </a:lnTo>
                <a:lnTo>
                  <a:pt x="5" y="276"/>
                </a:lnTo>
                <a:lnTo>
                  <a:pt x="6" y="283"/>
                </a:lnTo>
                <a:lnTo>
                  <a:pt x="8" y="291"/>
                </a:lnTo>
                <a:lnTo>
                  <a:pt x="10" y="298"/>
                </a:lnTo>
                <a:lnTo>
                  <a:pt x="12" y="306"/>
                </a:lnTo>
                <a:lnTo>
                  <a:pt x="14" y="314"/>
                </a:lnTo>
                <a:lnTo>
                  <a:pt x="17" y="322"/>
                </a:lnTo>
                <a:lnTo>
                  <a:pt x="20" y="329"/>
                </a:lnTo>
                <a:lnTo>
                  <a:pt x="24" y="336"/>
                </a:lnTo>
                <a:lnTo>
                  <a:pt x="27" y="343"/>
                </a:lnTo>
                <a:lnTo>
                  <a:pt x="31" y="350"/>
                </a:lnTo>
                <a:lnTo>
                  <a:pt x="35" y="357"/>
                </a:lnTo>
                <a:lnTo>
                  <a:pt x="40" y="364"/>
                </a:lnTo>
                <a:lnTo>
                  <a:pt x="45" y="370"/>
                </a:lnTo>
                <a:lnTo>
                  <a:pt x="50" y="377"/>
                </a:lnTo>
                <a:lnTo>
                  <a:pt x="55" y="383"/>
                </a:lnTo>
                <a:lnTo>
                  <a:pt x="60" y="389"/>
                </a:lnTo>
                <a:lnTo>
                  <a:pt x="66" y="396"/>
                </a:lnTo>
                <a:lnTo>
                  <a:pt x="72" y="402"/>
                </a:lnTo>
                <a:lnTo>
                  <a:pt x="78" y="407"/>
                </a:lnTo>
                <a:lnTo>
                  <a:pt x="85" y="413"/>
                </a:lnTo>
                <a:lnTo>
                  <a:pt x="91" y="418"/>
                </a:lnTo>
                <a:lnTo>
                  <a:pt x="98" y="424"/>
                </a:lnTo>
                <a:lnTo>
                  <a:pt x="105" y="429"/>
                </a:lnTo>
                <a:lnTo>
                  <a:pt x="112" y="434"/>
                </a:lnTo>
                <a:lnTo>
                  <a:pt x="120" y="439"/>
                </a:lnTo>
                <a:lnTo>
                  <a:pt x="127" y="443"/>
                </a:lnTo>
                <a:lnTo>
                  <a:pt x="135" y="448"/>
                </a:lnTo>
                <a:lnTo>
                  <a:pt x="143" y="452"/>
                </a:lnTo>
                <a:lnTo>
                  <a:pt x="151" y="456"/>
                </a:lnTo>
                <a:lnTo>
                  <a:pt x="160" y="460"/>
                </a:lnTo>
                <a:lnTo>
                  <a:pt x="168" y="463"/>
                </a:lnTo>
                <a:lnTo>
                  <a:pt x="177" y="467"/>
                </a:lnTo>
                <a:lnTo>
                  <a:pt x="185" y="470"/>
                </a:lnTo>
                <a:lnTo>
                  <a:pt x="194" y="473"/>
                </a:lnTo>
                <a:lnTo>
                  <a:pt x="203" y="475"/>
                </a:lnTo>
                <a:lnTo>
                  <a:pt x="212" y="478"/>
                </a:lnTo>
                <a:lnTo>
                  <a:pt x="221" y="480"/>
                </a:lnTo>
                <a:lnTo>
                  <a:pt x="231" y="482"/>
                </a:lnTo>
                <a:lnTo>
                  <a:pt x="241" y="484"/>
                </a:lnTo>
                <a:lnTo>
                  <a:pt x="250" y="485"/>
                </a:lnTo>
                <a:lnTo>
                  <a:pt x="259" y="487"/>
                </a:lnTo>
                <a:lnTo>
                  <a:pt x="269" y="488"/>
                </a:lnTo>
                <a:lnTo>
                  <a:pt x="278" y="489"/>
                </a:lnTo>
                <a:lnTo>
                  <a:pt x="288" y="489"/>
                </a:lnTo>
                <a:lnTo>
                  <a:pt x="297" y="490"/>
                </a:lnTo>
                <a:lnTo>
                  <a:pt x="307" y="490"/>
                </a:lnTo>
                <a:lnTo>
                  <a:pt x="316" y="490"/>
                </a:lnTo>
                <a:lnTo>
                  <a:pt x="326" y="489"/>
                </a:lnTo>
                <a:lnTo>
                  <a:pt x="335" y="489"/>
                </a:lnTo>
                <a:lnTo>
                  <a:pt x="345" y="488"/>
                </a:lnTo>
                <a:lnTo>
                  <a:pt x="354" y="487"/>
                </a:lnTo>
                <a:lnTo>
                  <a:pt x="364" y="485"/>
                </a:lnTo>
                <a:lnTo>
                  <a:pt x="373" y="484"/>
                </a:lnTo>
                <a:lnTo>
                  <a:pt x="382" y="482"/>
                </a:lnTo>
                <a:lnTo>
                  <a:pt x="391" y="480"/>
                </a:lnTo>
                <a:lnTo>
                  <a:pt x="401" y="478"/>
                </a:lnTo>
                <a:lnTo>
                  <a:pt x="410" y="475"/>
                </a:lnTo>
                <a:lnTo>
                  <a:pt x="418" y="473"/>
                </a:lnTo>
                <a:lnTo>
                  <a:pt x="427" y="470"/>
                </a:lnTo>
                <a:lnTo>
                  <a:pt x="436" y="467"/>
                </a:lnTo>
                <a:lnTo>
                  <a:pt x="445" y="463"/>
                </a:lnTo>
                <a:lnTo>
                  <a:pt x="453" y="460"/>
                </a:lnTo>
                <a:lnTo>
                  <a:pt x="461" y="456"/>
                </a:lnTo>
                <a:lnTo>
                  <a:pt x="469" y="452"/>
                </a:lnTo>
                <a:lnTo>
                  <a:pt x="477" y="448"/>
                </a:lnTo>
                <a:lnTo>
                  <a:pt x="485" y="443"/>
                </a:lnTo>
                <a:lnTo>
                  <a:pt x="493" y="439"/>
                </a:lnTo>
                <a:lnTo>
                  <a:pt x="500" y="434"/>
                </a:lnTo>
                <a:lnTo>
                  <a:pt x="507" y="429"/>
                </a:lnTo>
                <a:lnTo>
                  <a:pt x="514" y="424"/>
                </a:lnTo>
                <a:lnTo>
                  <a:pt x="521" y="418"/>
                </a:lnTo>
                <a:lnTo>
                  <a:pt x="528" y="413"/>
                </a:lnTo>
                <a:lnTo>
                  <a:pt x="534" y="407"/>
                </a:lnTo>
                <a:lnTo>
                  <a:pt x="541" y="402"/>
                </a:lnTo>
                <a:lnTo>
                  <a:pt x="547" y="396"/>
                </a:lnTo>
                <a:lnTo>
                  <a:pt x="552" y="389"/>
                </a:lnTo>
                <a:lnTo>
                  <a:pt x="558" y="383"/>
                </a:lnTo>
                <a:lnTo>
                  <a:pt x="563" y="377"/>
                </a:lnTo>
                <a:lnTo>
                  <a:pt x="568" y="370"/>
                </a:lnTo>
                <a:lnTo>
                  <a:pt x="573" y="364"/>
                </a:lnTo>
                <a:lnTo>
                  <a:pt x="577" y="357"/>
                </a:lnTo>
                <a:lnTo>
                  <a:pt x="581" y="350"/>
                </a:lnTo>
                <a:lnTo>
                  <a:pt x="585" y="343"/>
                </a:lnTo>
                <a:lnTo>
                  <a:pt x="589" y="336"/>
                </a:lnTo>
                <a:lnTo>
                  <a:pt x="592" y="329"/>
                </a:lnTo>
                <a:lnTo>
                  <a:pt x="595" y="322"/>
                </a:lnTo>
                <a:lnTo>
                  <a:pt x="598" y="314"/>
                </a:lnTo>
                <a:lnTo>
                  <a:pt x="601" y="306"/>
                </a:lnTo>
                <a:lnTo>
                  <a:pt x="603" y="298"/>
                </a:lnTo>
                <a:lnTo>
                  <a:pt x="605" y="291"/>
                </a:lnTo>
                <a:lnTo>
                  <a:pt x="606" y="283"/>
                </a:lnTo>
                <a:lnTo>
                  <a:pt x="608" y="276"/>
                </a:lnTo>
                <a:lnTo>
                  <a:pt x="609" y="268"/>
                </a:lnTo>
                <a:lnTo>
                  <a:pt x="610" y="261"/>
                </a:lnTo>
                <a:lnTo>
                  <a:pt x="610" y="253"/>
                </a:lnTo>
                <a:lnTo>
                  <a:pt x="610" y="245"/>
                </a:lnTo>
                <a:moveTo>
                  <a:pt x="613" y="245"/>
                </a:moveTo>
                <a:lnTo>
                  <a:pt x="612" y="253"/>
                </a:lnTo>
                <a:lnTo>
                  <a:pt x="612" y="261"/>
                </a:lnTo>
                <a:lnTo>
                  <a:pt x="611" y="268"/>
                </a:lnTo>
                <a:lnTo>
                  <a:pt x="610" y="276"/>
                </a:lnTo>
                <a:lnTo>
                  <a:pt x="609" y="284"/>
                </a:lnTo>
                <a:lnTo>
                  <a:pt x="607" y="291"/>
                </a:lnTo>
                <a:lnTo>
                  <a:pt x="605" y="299"/>
                </a:lnTo>
                <a:lnTo>
                  <a:pt x="603" y="306"/>
                </a:lnTo>
                <a:lnTo>
                  <a:pt x="600" y="315"/>
                </a:lnTo>
                <a:lnTo>
                  <a:pt x="598" y="322"/>
                </a:lnTo>
                <a:lnTo>
                  <a:pt x="594" y="329"/>
                </a:lnTo>
                <a:lnTo>
                  <a:pt x="591" y="337"/>
                </a:lnTo>
                <a:lnTo>
                  <a:pt x="587" y="344"/>
                </a:lnTo>
                <a:lnTo>
                  <a:pt x="583" y="351"/>
                </a:lnTo>
                <a:lnTo>
                  <a:pt x="579" y="358"/>
                </a:lnTo>
                <a:lnTo>
                  <a:pt x="575" y="365"/>
                </a:lnTo>
                <a:lnTo>
                  <a:pt x="570" y="371"/>
                </a:lnTo>
                <a:lnTo>
                  <a:pt x="565" y="378"/>
                </a:lnTo>
                <a:lnTo>
                  <a:pt x="560" y="384"/>
                </a:lnTo>
                <a:lnTo>
                  <a:pt x="554" y="391"/>
                </a:lnTo>
                <a:lnTo>
                  <a:pt x="548" y="397"/>
                </a:lnTo>
                <a:lnTo>
                  <a:pt x="542" y="403"/>
                </a:lnTo>
                <a:lnTo>
                  <a:pt x="536" y="409"/>
                </a:lnTo>
                <a:lnTo>
                  <a:pt x="530" y="414"/>
                </a:lnTo>
                <a:lnTo>
                  <a:pt x="523" y="420"/>
                </a:lnTo>
                <a:lnTo>
                  <a:pt x="516" y="425"/>
                </a:lnTo>
                <a:lnTo>
                  <a:pt x="509" y="430"/>
                </a:lnTo>
                <a:lnTo>
                  <a:pt x="502" y="435"/>
                </a:lnTo>
                <a:lnTo>
                  <a:pt x="494" y="440"/>
                </a:lnTo>
                <a:lnTo>
                  <a:pt x="486" y="445"/>
                </a:lnTo>
                <a:lnTo>
                  <a:pt x="479" y="449"/>
                </a:lnTo>
                <a:lnTo>
                  <a:pt x="471" y="453"/>
                </a:lnTo>
                <a:lnTo>
                  <a:pt x="462" y="457"/>
                </a:lnTo>
                <a:lnTo>
                  <a:pt x="454" y="461"/>
                </a:lnTo>
                <a:lnTo>
                  <a:pt x="446" y="465"/>
                </a:lnTo>
                <a:lnTo>
                  <a:pt x="437" y="468"/>
                </a:lnTo>
                <a:lnTo>
                  <a:pt x="428" y="471"/>
                </a:lnTo>
                <a:lnTo>
                  <a:pt x="419" y="474"/>
                </a:lnTo>
                <a:lnTo>
                  <a:pt x="410" y="477"/>
                </a:lnTo>
                <a:lnTo>
                  <a:pt x="401" y="480"/>
                </a:lnTo>
                <a:lnTo>
                  <a:pt x="392" y="482"/>
                </a:lnTo>
                <a:lnTo>
                  <a:pt x="383" y="484"/>
                </a:lnTo>
                <a:lnTo>
                  <a:pt x="373" y="486"/>
                </a:lnTo>
                <a:lnTo>
                  <a:pt x="364" y="487"/>
                </a:lnTo>
                <a:lnTo>
                  <a:pt x="355" y="489"/>
                </a:lnTo>
                <a:lnTo>
                  <a:pt x="345" y="490"/>
                </a:lnTo>
                <a:lnTo>
                  <a:pt x="336" y="491"/>
                </a:lnTo>
                <a:lnTo>
                  <a:pt x="326" y="491"/>
                </a:lnTo>
                <a:lnTo>
                  <a:pt x="316" y="491"/>
                </a:lnTo>
                <a:lnTo>
                  <a:pt x="307" y="492"/>
                </a:lnTo>
                <a:lnTo>
                  <a:pt x="297" y="491"/>
                </a:lnTo>
                <a:lnTo>
                  <a:pt x="288" y="491"/>
                </a:lnTo>
                <a:lnTo>
                  <a:pt x="278" y="491"/>
                </a:lnTo>
                <a:lnTo>
                  <a:pt x="268" y="490"/>
                </a:lnTo>
                <a:lnTo>
                  <a:pt x="259" y="489"/>
                </a:lnTo>
                <a:lnTo>
                  <a:pt x="250" y="487"/>
                </a:lnTo>
                <a:lnTo>
                  <a:pt x="240" y="486"/>
                </a:lnTo>
                <a:lnTo>
                  <a:pt x="231" y="484"/>
                </a:lnTo>
                <a:lnTo>
                  <a:pt x="221" y="482"/>
                </a:lnTo>
                <a:lnTo>
                  <a:pt x="211" y="480"/>
                </a:lnTo>
                <a:lnTo>
                  <a:pt x="202" y="477"/>
                </a:lnTo>
                <a:lnTo>
                  <a:pt x="193" y="474"/>
                </a:lnTo>
                <a:lnTo>
                  <a:pt x="184" y="471"/>
                </a:lnTo>
                <a:lnTo>
                  <a:pt x="176" y="468"/>
                </a:lnTo>
                <a:lnTo>
                  <a:pt x="167" y="465"/>
                </a:lnTo>
                <a:lnTo>
                  <a:pt x="159" y="461"/>
                </a:lnTo>
                <a:lnTo>
                  <a:pt x="150" y="457"/>
                </a:lnTo>
                <a:lnTo>
                  <a:pt x="142" y="453"/>
                </a:lnTo>
                <a:lnTo>
                  <a:pt x="134" y="449"/>
                </a:lnTo>
                <a:lnTo>
                  <a:pt x="126" y="445"/>
                </a:lnTo>
                <a:lnTo>
                  <a:pt x="118" y="440"/>
                </a:lnTo>
                <a:lnTo>
                  <a:pt x="111" y="435"/>
                </a:lnTo>
                <a:lnTo>
                  <a:pt x="104" y="430"/>
                </a:lnTo>
                <a:lnTo>
                  <a:pt x="97" y="425"/>
                </a:lnTo>
                <a:lnTo>
                  <a:pt x="90" y="420"/>
                </a:lnTo>
                <a:lnTo>
                  <a:pt x="83" y="414"/>
                </a:lnTo>
                <a:lnTo>
                  <a:pt x="76" y="409"/>
                </a:lnTo>
                <a:lnTo>
                  <a:pt x="70" y="403"/>
                </a:lnTo>
                <a:lnTo>
                  <a:pt x="64" y="397"/>
                </a:lnTo>
                <a:lnTo>
                  <a:pt x="58" y="391"/>
                </a:lnTo>
                <a:lnTo>
                  <a:pt x="53" y="384"/>
                </a:lnTo>
                <a:lnTo>
                  <a:pt x="48" y="378"/>
                </a:lnTo>
                <a:lnTo>
                  <a:pt x="43" y="371"/>
                </a:lnTo>
                <a:lnTo>
                  <a:pt x="38" y="365"/>
                </a:lnTo>
                <a:lnTo>
                  <a:pt x="33" y="358"/>
                </a:lnTo>
                <a:lnTo>
                  <a:pt x="29" y="351"/>
                </a:lnTo>
                <a:lnTo>
                  <a:pt x="25" y="344"/>
                </a:lnTo>
                <a:lnTo>
                  <a:pt x="22" y="337"/>
                </a:lnTo>
                <a:lnTo>
                  <a:pt x="18" y="329"/>
                </a:lnTo>
                <a:lnTo>
                  <a:pt x="15" y="322"/>
                </a:lnTo>
                <a:lnTo>
                  <a:pt x="12" y="315"/>
                </a:lnTo>
                <a:lnTo>
                  <a:pt x="10" y="306"/>
                </a:lnTo>
                <a:lnTo>
                  <a:pt x="7" y="299"/>
                </a:lnTo>
                <a:lnTo>
                  <a:pt x="6" y="291"/>
                </a:lnTo>
                <a:lnTo>
                  <a:pt x="4" y="284"/>
                </a:lnTo>
                <a:lnTo>
                  <a:pt x="3" y="276"/>
                </a:lnTo>
                <a:lnTo>
                  <a:pt x="1" y="268"/>
                </a:lnTo>
                <a:lnTo>
                  <a:pt x="1" y="261"/>
                </a:lnTo>
                <a:lnTo>
                  <a:pt x="0" y="253"/>
                </a:lnTo>
                <a:lnTo>
                  <a:pt x="0" y="245"/>
                </a:lnTo>
                <a:lnTo>
                  <a:pt x="0" y="238"/>
                </a:lnTo>
                <a:lnTo>
                  <a:pt x="1" y="230"/>
                </a:lnTo>
                <a:lnTo>
                  <a:pt x="1" y="222"/>
                </a:lnTo>
                <a:lnTo>
                  <a:pt x="3" y="215"/>
                </a:lnTo>
                <a:lnTo>
                  <a:pt x="4" y="207"/>
                </a:lnTo>
                <a:lnTo>
                  <a:pt x="6" y="199"/>
                </a:lnTo>
                <a:lnTo>
                  <a:pt x="7" y="192"/>
                </a:lnTo>
                <a:lnTo>
                  <a:pt x="10" y="184"/>
                </a:lnTo>
                <a:lnTo>
                  <a:pt x="12" y="177"/>
                </a:lnTo>
                <a:lnTo>
                  <a:pt x="15" y="170"/>
                </a:lnTo>
                <a:lnTo>
                  <a:pt x="18" y="162"/>
                </a:lnTo>
                <a:lnTo>
                  <a:pt x="22" y="155"/>
                </a:lnTo>
                <a:lnTo>
                  <a:pt x="25" y="148"/>
                </a:lnTo>
                <a:lnTo>
                  <a:pt x="29" y="141"/>
                </a:lnTo>
                <a:lnTo>
                  <a:pt x="33" y="134"/>
                </a:lnTo>
                <a:lnTo>
                  <a:pt x="38" y="127"/>
                </a:lnTo>
                <a:lnTo>
                  <a:pt x="43" y="121"/>
                </a:lnTo>
                <a:lnTo>
                  <a:pt x="48" y="114"/>
                </a:lnTo>
                <a:lnTo>
                  <a:pt x="53" y="108"/>
                </a:lnTo>
                <a:lnTo>
                  <a:pt x="58" y="101"/>
                </a:lnTo>
                <a:lnTo>
                  <a:pt x="64" y="95"/>
                </a:lnTo>
                <a:lnTo>
                  <a:pt x="70" y="89"/>
                </a:lnTo>
                <a:lnTo>
                  <a:pt x="76" y="83"/>
                </a:lnTo>
                <a:lnTo>
                  <a:pt x="83" y="78"/>
                </a:lnTo>
                <a:lnTo>
                  <a:pt x="90" y="72"/>
                </a:lnTo>
                <a:lnTo>
                  <a:pt x="97" y="67"/>
                </a:lnTo>
                <a:lnTo>
                  <a:pt x="104" y="61"/>
                </a:lnTo>
                <a:lnTo>
                  <a:pt x="111" y="56"/>
                </a:lnTo>
                <a:lnTo>
                  <a:pt x="118" y="52"/>
                </a:lnTo>
                <a:lnTo>
                  <a:pt x="126" y="47"/>
                </a:lnTo>
                <a:lnTo>
                  <a:pt x="134" y="43"/>
                </a:lnTo>
                <a:lnTo>
                  <a:pt x="142" y="38"/>
                </a:lnTo>
                <a:lnTo>
                  <a:pt x="150" y="34"/>
                </a:lnTo>
                <a:lnTo>
                  <a:pt x="159" y="30"/>
                </a:lnTo>
                <a:lnTo>
                  <a:pt x="167" y="27"/>
                </a:lnTo>
                <a:lnTo>
                  <a:pt x="176" y="23"/>
                </a:lnTo>
                <a:lnTo>
                  <a:pt x="184" y="20"/>
                </a:lnTo>
                <a:lnTo>
                  <a:pt x="193" y="17"/>
                </a:lnTo>
                <a:lnTo>
                  <a:pt x="202" y="15"/>
                </a:lnTo>
                <a:lnTo>
                  <a:pt x="211" y="12"/>
                </a:lnTo>
                <a:lnTo>
                  <a:pt x="221" y="10"/>
                </a:lnTo>
                <a:lnTo>
                  <a:pt x="231" y="8"/>
                </a:lnTo>
                <a:lnTo>
                  <a:pt x="240" y="6"/>
                </a:lnTo>
                <a:lnTo>
                  <a:pt x="250" y="4"/>
                </a:lnTo>
                <a:lnTo>
                  <a:pt x="259" y="3"/>
                </a:lnTo>
                <a:lnTo>
                  <a:pt x="268" y="2"/>
                </a:lnTo>
                <a:lnTo>
                  <a:pt x="278" y="1"/>
                </a:lnTo>
                <a:lnTo>
                  <a:pt x="288" y="1"/>
                </a:lnTo>
                <a:lnTo>
                  <a:pt x="297" y="0"/>
                </a:lnTo>
                <a:lnTo>
                  <a:pt x="307" y="0"/>
                </a:lnTo>
                <a:lnTo>
                  <a:pt x="316" y="0"/>
                </a:lnTo>
                <a:lnTo>
                  <a:pt x="326" y="1"/>
                </a:lnTo>
                <a:lnTo>
                  <a:pt x="336" y="1"/>
                </a:lnTo>
                <a:lnTo>
                  <a:pt x="345" y="2"/>
                </a:lnTo>
                <a:lnTo>
                  <a:pt x="355" y="3"/>
                </a:lnTo>
                <a:lnTo>
                  <a:pt x="364" y="4"/>
                </a:lnTo>
                <a:lnTo>
                  <a:pt x="373" y="6"/>
                </a:lnTo>
                <a:lnTo>
                  <a:pt x="383" y="8"/>
                </a:lnTo>
                <a:lnTo>
                  <a:pt x="392" y="10"/>
                </a:lnTo>
                <a:lnTo>
                  <a:pt x="401" y="12"/>
                </a:lnTo>
                <a:lnTo>
                  <a:pt x="410" y="15"/>
                </a:lnTo>
                <a:lnTo>
                  <a:pt x="419" y="17"/>
                </a:lnTo>
                <a:lnTo>
                  <a:pt x="428" y="20"/>
                </a:lnTo>
                <a:lnTo>
                  <a:pt x="437" y="23"/>
                </a:lnTo>
                <a:lnTo>
                  <a:pt x="446" y="27"/>
                </a:lnTo>
                <a:lnTo>
                  <a:pt x="454" y="30"/>
                </a:lnTo>
                <a:lnTo>
                  <a:pt x="462" y="34"/>
                </a:lnTo>
                <a:lnTo>
                  <a:pt x="471" y="38"/>
                </a:lnTo>
                <a:lnTo>
                  <a:pt x="479" y="43"/>
                </a:lnTo>
                <a:lnTo>
                  <a:pt x="486" y="47"/>
                </a:lnTo>
                <a:lnTo>
                  <a:pt x="494" y="52"/>
                </a:lnTo>
                <a:lnTo>
                  <a:pt x="502" y="56"/>
                </a:lnTo>
                <a:lnTo>
                  <a:pt x="509" y="61"/>
                </a:lnTo>
                <a:lnTo>
                  <a:pt x="516" y="67"/>
                </a:lnTo>
                <a:lnTo>
                  <a:pt x="523" y="72"/>
                </a:lnTo>
                <a:lnTo>
                  <a:pt x="530" y="78"/>
                </a:lnTo>
                <a:lnTo>
                  <a:pt x="536" y="83"/>
                </a:lnTo>
                <a:lnTo>
                  <a:pt x="542" y="89"/>
                </a:lnTo>
                <a:lnTo>
                  <a:pt x="548" y="95"/>
                </a:lnTo>
                <a:lnTo>
                  <a:pt x="554" y="101"/>
                </a:lnTo>
                <a:lnTo>
                  <a:pt x="560" y="108"/>
                </a:lnTo>
                <a:lnTo>
                  <a:pt x="565" y="114"/>
                </a:lnTo>
                <a:lnTo>
                  <a:pt x="570" y="121"/>
                </a:lnTo>
                <a:lnTo>
                  <a:pt x="575" y="127"/>
                </a:lnTo>
                <a:lnTo>
                  <a:pt x="579" y="134"/>
                </a:lnTo>
                <a:lnTo>
                  <a:pt x="583" y="141"/>
                </a:lnTo>
                <a:lnTo>
                  <a:pt x="587" y="148"/>
                </a:lnTo>
                <a:lnTo>
                  <a:pt x="591" y="155"/>
                </a:lnTo>
                <a:lnTo>
                  <a:pt x="594" y="162"/>
                </a:lnTo>
                <a:lnTo>
                  <a:pt x="598" y="170"/>
                </a:lnTo>
                <a:lnTo>
                  <a:pt x="600" y="177"/>
                </a:lnTo>
                <a:lnTo>
                  <a:pt x="603" y="184"/>
                </a:lnTo>
                <a:lnTo>
                  <a:pt x="605" y="192"/>
                </a:lnTo>
                <a:lnTo>
                  <a:pt x="607" y="199"/>
                </a:lnTo>
                <a:lnTo>
                  <a:pt x="609" y="207"/>
                </a:lnTo>
                <a:lnTo>
                  <a:pt x="610" y="215"/>
                </a:lnTo>
                <a:lnTo>
                  <a:pt x="611" y="222"/>
                </a:lnTo>
                <a:lnTo>
                  <a:pt x="612" y="230"/>
                </a:lnTo>
                <a:lnTo>
                  <a:pt x="612" y="238"/>
                </a:lnTo>
                <a:lnTo>
                  <a:pt x="613" y="245"/>
                </a:lnTo>
                <a:close/>
              </a:path>
            </a:pathLst>
          </a:custGeom>
          <a:solidFill>
            <a:srgbClr val="ffd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2" name=""/>
          <p:cNvSpPr/>
          <p:nvPr/>
        </p:nvSpPr>
        <p:spPr>
          <a:xfrm>
            <a:off x="4867920" y="1738800"/>
            <a:ext cx="222120" cy="178200"/>
          </a:xfrm>
          <a:custGeom>
            <a:avLst/>
            <a:gdLst/>
            <a:ahLst/>
            <a:rect l="0" t="0" r="r" b="b"/>
            <a:pathLst>
              <a:path w="617" h="495">
                <a:moveTo>
                  <a:pt x="615" y="247"/>
                </a:moveTo>
                <a:lnTo>
                  <a:pt x="614" y="240"/>
                </a:lnTo>
                <a:lnTo>
                  <a:pt x="614" y="232"/>
                </a:lnTo>
                <a:lnTo>
                  <a:pt x="613" y="224"/>
                </a:lnTo>
                <a:lnTo>
                  <a:pt x="612" y="217"/>
                </a:lnTo>
                <a:lnTo>
                  <a:pt x="611" y="209"/>
                </a:lnTo>
                <a:lnTo>
                  <a:pt x="609" y="201"/>
                </a:lnTo>
                <a:lnTo>
                  <a:pt x="607" y="194"/>
                </a:lnTo>
                <a:lnTo>
                  <a:pt x="605" y="186"/>
                </a:lnTo>
                <a:lnTo>
                  <a:pt x="602" y="179"/>
                </a:lnTo>
                <a:lnTo>
                  <a:pt x="600" y="172"/>
                </a:lnTo>
                <a:lnTo>
                  <a:pt x="596" y="164"/>
                </a:lnTo>
                <a:lnTo>
                  <a:pt x="593" y="157"/>
                </a:lnTo>
                <a:lnTo>
                  <a:pt x="589" y="150"/>
                </a:lnTo>
                <a:lnTo>
                  <a:pt x="585" y="143"/>
                </a:lnTo>
                <a:lnTo>
                  <a:pt x="581" y="136"/>
                </a:lnTo>
                <a:lnTo>
                  <a:pt x="577" y="129"/>
                </a:lnTo>
                <a:lnTo>
                  <a:pt x="572" y="123"/>
                </a:lnTo>
                <a:lnTo>
                  <a:pt x="567" y="116"/>
                </a:lnTo>
                <a:lnTo>
                  <a:pt x="562" y="110"/>
                </a:lnTo>
                <a:lnTo>
                  <a:pt x="556" y="103"/>
                </a:lnTo>
                <a:lnTo>
                  <a:pt x="550" y="97"/>
                </a:lnTo>
                <a:lnTo>
                  <a:pt x="544" y="91"/>
                </a:lnTo>
                <a:lnTo>
                  <a:pt x="538" y="85"/>
                </a:lnTo>
                <a:lnTo>
                  <a:pt x="532" y="80"/>
                </a:lnTo>
                <a:lnTo>
                  <a:pt x="525" y="74"/>
                </a:lnTo>
                <a:lnTo>
                  <a:pt x="518" y="69"/>
                </a:lnTo>
                <a:lnTo>
                  <a:pt x="511" y="63"/>
                </a:lnTo>
                <a:lnTo>
                  <a:pt x="504" y="58"/>
                </a:lnTo>
                <a:lnTo>
                  <a:pt x="496" y="54"/>
                </a:lnTo>
                <a:lnTo>
                  <a:pt x="488" y="49"/>
                </a:lnTo>
                <a:lnTo>
                  <a:pt x="481" y="45"/>
                </a:lnTo>
                <a:lnTo>
                  <a:pt x="473" y="40"/>
                </a:lnTo>
                <a:lnTo>
                  <a:pt x="464" y="36"/>
                </a:lnTo>
                <a:lnTo>
                  <a:pt x="456" y="32"/>
                </a:lnTo>
                <a:lnTo>
                  <a:pt x="448" y="29"/>
                </a:lnTo>
                <a:lnTo>
                  <a:pt x="439" y="25"/>
                </a:lnTo>
                <a:lnTo>
                  <a:pt x="430" y="22"/>
                </a:lnTo>
                <a:lnTo>
                  <a:pt x="421" y="19"/>
                </a:lnTo>
                <a:lnTo>
                  <a:pt x="412" y="17"/>
                </a:lnTo>
                <a:lnTo>
                  <a:pt x="403" y="14"/>
                </a:lnTo>
                <a:lnTo>
                  <a:pt x="394" y="12"/>
                </a:lnTo>
                <a:lnTo>
                  <a:pt x="385" y="10"/>
                </a:lnTo>
                <a:lnTo>
                  <a:pt x="375" y="8"/>
                </a:lnTo>
                <a:lnTo>
                  <a:pt x="366" y="6"/>
                </a:lnTo>
                <a:lnTo>
                  <a:pt x="357" y="5"/>
                </a:lnTo>
                <a:lnTo>
                  <a:pt x="347" y="4"/>
                </a:lnTo>
                <a:lnTo>
                  <a:pt x="337" y="3"/>
                </a:lnTo>
                <a:lnTo>
                  <a:pt x="327" y="3"/>
                </a:lnTo>
                <a:lnTo>
                  <a:pt x="317" y="2"/>
                </a:lnTo>
                <a:lnTo>
                  <a:pt x="308" y="2"/>
                </a:lnTo>
                <a:lnTo>
                  <a:pt x="298" y="2"/>
                </a:lnTo>
                <a:lnTo>
                  <a:pt x="289" y="3"/>
                </a:lnTo>
                <a:lnTo>
                  <a:pt x="279" y="3"/>
                </a:lnTo>
                <a:lnTo>
                  <a:pt x="269" y="4"/>
                </a:lnTo>
                <a:lnTo>
                  <a:pt x="260" y="5"/>
                </a:lnTo>
                <a:lnTo>
                  <a:pt x="251" y="6"/>
                </a:lnTo>
                <a:lnTo>
                  <a:pt x="241" y="8"/>
                </a:lnTo>
                <a:lnTo>
                  <a:pt x="232" y="10"/>
                </a:lnTo>
                <a:lnTo>
                  <a:pt x="223" y="12"/>
                </a:lnTo>
                <a:lnTo>
                  <a:pt x="213" y="14"/>
                </a:lnTo>
                <a:lnTo>
                  <a:pt x="204" y="17"/>
                </a:lnTo>
                <a:lnTo>
                  <a:pt x="195" y="19"/>
                </a:lnTo>
                <a:lnTo>
                  <a:pt x="186" y="22"/>
                </a:lnTo>
                <a:lnTo>
                  <a:pt x="178" y="25"/>
                </a:lnTo>
                <a:lnTo>
                  <a:pt x="169" y="29"/>
                </a:lnTo>
                <a:lnTo>
                  <a:pt x="161" y="32"/>
                </a:lnTo>
                <a:lnTo>
                  <a:pt x="152" y="36"/>
                </a:lnTo>
                <a:lnTo>
                  <a:pt x="144" y="40"/>
                </a:lnTo>
                <a:lnTo>
                  <a:pt x="136" y="45"/>
                </a:lnTo>
                <a:lnTo>
                  <a:pt x="128" y="49"/>
                </a:lnTo>
                <a:lnTo>
                  <a:pt x="120" y="54"/>
                </a:lnTo>
                <a:lnTo>
                  <a:pt x="113" y="58"/>
                </a:lnTo>
                <a:lnTo>
                  <a:pt x="106" y="63"/>
                </a:lnTo>
                <a:lnTo>
                  <a:pt x="99" y="69"/>
                </a:lnTo>
                <a:lnTo>
                  <a:pt x="92" y="74"/>
                </a:lnTo>
                <a:lnTo>
                  <a:pt x="85" y="80"/>
                </a:lnTo>
                <a:lnTo>
                  <a:pt x="78" y="85"/>
                </a:lnTo>
                <a:lnTo>
                  <a:pt x="72" y="91"/>
                </a:lnTo>
                <a:lnTo>
                  <a:pt x="66" y="97"/>
                </a:lnTo>
                <a:lnTo>
                  <a:pt x="60" y="103"/>
                </a:lnTo>
                <a:lnTo>
                  <a:pt x="55" y="110"/>
                </a:lnTo>
                <a:lnTo>
                  <a:pt x="50" y="116"/>
                </a:lnTo>
                <a:lnTo>
                  <a:pt x="45" y="123"/>
                </a:lnTo>
                <a:lnTo>
                  <a:pt x="40" y="129"/>
                </a:lnTo>
                <a:lnTo>
                  <a:pt x="35" y="136"/>
                </a:lnTo>
                <a:lnTo>
                  <a:pt x="31" y="143"/>
                </a:lnTo>
                <a:lnTo>
                  <a:pt x="27" y="150"/>
                </a:lnTo>
                <a:lnTo>
                  <a:pt x="24" y="157"/>
                </a:lnTo>
                <a:lnTo>
                  <a:pt x="20" y="164"/>
                </a:lnTo>
                <a:lnTo>
                  <a:pt x="17" y="172"/>
                </a:lnTo>
                <a:lnTo>
                  <a:pt x="14" y="179"/>
                </a:lnTo>
                <a:lnTo>
                  <a:pt x="12" y="186"/>
                </a:lnTo>
                <a:lnTo>
                  <a:pt x="9" y="194"/>
                </a:lnTo>
                <a:lnTo>
                  <a:pt x="8" y="201"/>
                </a:lnTo>
                <a:lnTo>
                  <a:pt x="6" y="209"/>
                </a:lnTo>
                <a:lnTo>
                  <a:pt x="5" y="217"/>
                </a:lnTo>
                <a:lnTo>
                  <a:pt x="3" y="224"/>
                </a:lnTo>
                <a:lnTo>
                  <a:pt x="3" y="232"/>
                </a:lnTo>
                <a:lnTo>
                  <a:pt x="2" y="240"/>
                </a:lnTo>
                <a:lnTo>
                  <a:pt x="2" y="247"/>
                </a:lnTo>
                <a:lnTo>
                  <a:pt x="2" y="255"/>
                </a:lnTo>
                <a:lnTo>
                  <a:pt x="3" y="263"/>
                </a:lnTo>
                <a:lnTo>
                  <a:pt x="3" y="270"/>
                </a:lnTo>
                <a:lnTo>
                  <a:pt x="5" y="278"/>
                </a:lnTo>
                <a:lnTo>
                  <a:pt x="6" y="286"/>
                </a:lnTo>
                <a:lnTo>
                  <a:pt x="8" y="293"/>
                </a:lnTo>
                <a:lnTo>
                  <a:pt x="9" y="301"/>
                </a:lnTo>
                <a:lnTo>
                  <a:pt x="12" y="308"/>
                </a:lnTo>
                <a:lnTo>
                  <a:pt x="14" y="316"/>
                </a:lnTo>
                <a:lnTo>
                  <a:pt x="17" y="323"/>
                </a:lnTo>
                <a:lnTo>
                  <a:pt x="20" y="330"/>
                </a:lnTo>
                <a:lnTo>
                  <a:pt x="24" y="338"/>
                </a:lnTo>
                <a:lnTo>
                  <a:pt x="27" y="345"/>
                </a:lnTo>
                <a:lnTo>
                  <a:pt x="31" y="352"/>
                </a:lnTo>
                <a:lnTo>
                  <a:pt x="35" y="360"/>
                </a:lnTo>
                <a:lnTo>
                  <a:pt x="40" y="367"/>
                </a:lnTo>
                <a:lnTo>
                  <a:pt x="45" y="373"/>
                </a:lnTo>
                <a:lnTo>
                  <a:pt x="50" y="380"/>
                </a:lnTo>
                <a:lnTo>
                  <a:pt x="55" y="386"/>
                </a:lnTo>
                <a:lnTo>
                  <a:pt x="60" y="393"/>
                </a:lnTo>
                <a:lnTo>
                  <a:pt x="66" y="399"/>
                </a:lnTo>
                <a:lnTo>
                  <a:pt x="72" y="405"/>
                </a:lnTo>
                <a:lnTo>
                  <a:pt x="78" y="411"/>
                </a:lnTo>
                <a:lnTo>
                  <a:pt x="85" y="416"/>
                </a:lnTo>
                <a:lnTo>
                  <a:pt x="92" y="422"/>
                </a:lnTo>
                <a:lnTo>
                  <a:pt x="99" y="427"/>
                </a:lnTo>
                <a:lnTo>
                  <a:pt x="106" y="432"/>
                </a:lnTo>
                <a:lnTo>
                  <a:pt x="113" y="437"/>
                </a:lnTo>
                <a:lnTo>
                  <a:pt x="120" y="442"/>
                </a:lnTo>
                <a:lnTo>
                  <a:pt x="128" y="447"/>
                </a:lnTo>
                <a:lnTo>
                  <a:pt x="136" y="451"/>
                </a:lnTo>
                <a:lnTo>
                  <a:pt x="144" y="455"/>
                </a:lnTo>
                <a:lnTo>
                  <a:pt x="152" y="459"/>
                </a:lnTo>
                <a:lnTo>
                  <a:pt x="161" y="463"/>
                </a:lnTo>
                <a:lnTo>
                  <a:pt x="169" y="467"/>
                </a:lnTo>
                <a:lnTo>
                  <a:pt x="178" y="470"/>
                </a:lnTo>
                <a:lnTo>
                  <a:pt x="186" y="473"/>
                </a:lnTo>
                <a:lnTo>
                  <a:pt x="195" y="476"/>
                </a:lnTo>
                <a:lnTo>
                  <a:pt x="204" y="479"/>
                </a:lnTo>
                <a:lnTo>
                  <a:pt x="213" y="482"/>
                </a:lnTo>
                <a:lnTo>
                  <a:pt x="223" y="484"/>
                </a:lnTo>
                <a:lnTo>
                  <a:pt x="232" y="486"/>
                </a:lnTo>
                <a:lnTo>
                  <a:pt x="241" y="488"/>
                </a:lnTo>
                <a:lnTo>
                  <a:pt x="251" y="489"/>
                </a:lnTo>
                <a:lnTo>
                  <a:pt x="260" y="491"/>
                </a:lnTo>
                <a:lnTo>
                  <a:pt x="269" y="492"/>
                </a:lnTo>
                <a:lnTo>
                  <a:pt x="279" y="493"/>
                </a:lnTo>
                <a:lnTo>
                  <a:pt x="289" y="493"/>
                </a:lnTo>
                <a:lnTo>
                  <a:pt x="298" y="493"/>
                </a:lnTo>
                <a:lnTo>
                  <a:pt x="308" y="494"/>
                </a:lnTo>
                <a:lnTo>
                  <a:pt x="317" y="493"/>
                </a:lnTo>
                <a:lnTo>
                  <a:pt x="327" y="493"/>
                </a:lnTo>
                <a:lnTo>
                  <a:pt x="337" y="493"/>
                </a:lnTo>
                <a:lnTo>
                  <a:pt x="347" y="492"/>
                </a:lnTo>
                <a:lnTo>
                  <a:pt x="357" y="491"/>
                </a:lnTo>
                <a:lnTo>
                  <a:pt x="366" y="489"/>
                </a:lnTo>
                <a:lnTo>
                  <a:pt x="375" y="488"/>
                </a:lnTo>
                <a:lnTo>
                  <a:pt x="385" y="486"/>
                </a:lnTo>
                <a:lnTo>
                  <a:pt x="394" y="484"/>
                </a:lnTo>
                <a:lnTo>
                  <a:pt x="403" y="482"/>
                </a:lnTo>
                <a:lnTo>
                  <a:pt x="412" y="479"/>
                </a:lnTo>
                <a:lnTo>
                  <a:pt x="421" y="476"/>
                </a:lnTo>
                <a:lnTo>
                  <a:pt x="430" y="473"/>
                </a:lnTo>
                <a:lnTo>
                  <a:pt x="439" y="470"/>
                </a:lnTo>
                <a:lnTo>
                  <a:pt x="448" y="467"/>
                </a:lnTo>
                <a:lnTo>
                  <a:pt x="456" y="463"/>
                </a:lnTo>
                <a:lnTo>
                  <a:pt x="464" y="459"/>
                </a:lnTo>
                <a:lnTo>
                  <a:pt x="473" y="455"/>
                </a:lnTo>
                <a:lnTo>
                  <a:pt x="481" y="451"/>
                </a:lnTo>
                <a:lnTo>
                  <a:pt x="488" y="447"/>
                </a:lnTo>
                <a:lnTo>
                  <a:pt x="496" y="442"/>
                </a:lnTo>
                <a:lnTo>
                  <a:pt x="504" y="437"/>
                </a:lnTo>
                <a:lnTo>
                  <a:pt x="511" y="432"/>
                </a:lnTo>
                <a:lnTo>
                  <a:pt x="518" y="427"/>
                </a:lnTo>
                <a:lnTo>
                  <a:pt x="525" y="422"/>
                </a:lnTo>
                <a:lnTo>
                  <a:pt x="532" y="416"/>
                </a:lnTo>
                <a:lnTo>
                  <a:pt x="538" y="411"/>
                </a:lnTo>
                <a:lnTo>
                  <a:pt x="544" y="405"/>
                </a:lnTo>
                <a:lnTo>
                  <a:pt x="550" y="399"/>
                </a:lnTo>
                <a:lnTo>
                  <a:pt x="556" y="393"/>
                </a:lnTo>
                <a:lnTo>
                  <a:pt x="562" y="386"/>
                </a:lnTo>
                <a:lnTo>
                  <a:pt x="567" y="380"/>
                </a:lnTo>
                <a:lnTo>
                  <a:pt x="572" y="373"/>
                </a:lnTo>
                <a:lnTo>
                  <a:pt x="577" y="367"/>
                </a:lnTo>
                <a:lnTo>
                  <a:pt x="581" y="360"/>
                </a:lnTo>
                <a:lnTo>
                  <a:pt x="585" y="352"/>
                </a:lnTo>
                <a:lnTo>
                  <a:pt x="589" y="345"/>
                </a:lnTo>
                <a:lnTo>
                  <a:pt x="593" y="338"/>
                </a:lnTo>
                <a:lnTo>
                  <a:pt x="596" y="330"/>
                </a:lnTo>
                <a:lnTo>
                  <a:pt x="600" y="323"/>
                </a:lnTo>
                <a:lnTo>
                  <a:pt x="602" y="316"/>
                </a:lnTo>
                <a:lnTo>
                  <a:pt x="605" y="308"/>
                </a:lnTo>
                <a:lnTo>
                  <a:pt x="607" y="301"/>
                </a:lnTo>
                <a:lnTo>
                  <a:pt x="609" y="293"/>
                </a:lnTo>
                <a:lnTo>
                  <a:pt x="611" y="286"/>
                </a:lnTo>
                <a:lnTo>
                  <a:pt x="612" y="278"/>
                </a:lnTo>
                <a:lnTo>
                  <a:pt x="613" y="270"/>
                </a:lnTo>
                <a:lnTo>
                  <a:pt x="614" y="263"/>
                </a:lnTo>
                <a:lnTo>
                  <a:pt x="614" y="255"/>
                </a:lnTo>
                <a:lnTo>
                  <a:pt x="615" y="247"/>
                </a:lnTo>
                <a:moveTo>
                  <a:pt x="617" y="247"/>
                </a:moveTo>
                <a:lnTo>
                  <a:pt x="617" y="255"/>
                </a:lnTo>
                <a:lnTo>
                  <a:pt x="616" y="263"/>
                </a:lnTo>
                <a:lnTo>
                  <a:pt x="615" y="271"/>
                </a:lnTo>
                <a:lnTo>
                  <a:pt x="614" y="278"/>
                </a:lnTo>
                <a:lnTo>
                  <a:pt x="613" y="286"/>
                </a:lnTo>
                <a:lnTo>
                  <a:pt x="611" y="294"/>
                </a:lnTo>
                <a:lnTo>
                  <a:pt x="609" y="301"/>
                </a:lnTo>
                <a:lnTo>
                  <a:pt x="607" y="309"/>
                </a:lnTo>
                <a:lnTo>
                  <a:pt x="605" y="316"/>
                </a:lnTo>
                <a:lnTo>
                  <a:pt x="602" y="324"/>
                </a:lnTo>
                <a:lnTo>
                  <a:pt x="599" y="331"/>
                </a:lnTo>
                <a:lnTo>
                  <a:pt x="595" y="338"/>
                </a:lnTo>
                <a:lnTo>
                  <a:pt x="591" y="346"/>
                </a:lnTo>
                <a:lnTo>
                  <a:pt x="587" y="353"/>
                </a:lnTo>
                <a:lnTo>
                  <a:pt x="583" y="361"/>
                </a:lnTo>
                <a:lnTo>
                  <a:pt x="579" y="367"/>
                </a:lnTo>
                <a:lnTo>
                  <a:pt x="574" y="374"/>
                </a:lnTo>
                <a:lnTo>
                  <a:pt x="569" y="381"/>
                </a:lnTo>
                <a:lnTo>
                  <a:pt x="564" y="387"/>
                </a:lnTo>
                <a:lnTo>
                  <a:pt x="558" y="394"/>
                </a:lnTo>
                <a:lnTo>
                  <a:pt x="552" y="400"/>
                </a:lnTo>
                <a:lnTo>
                  <a:pt x="546" y="406"/>
                </a:lnTo>
                <a:lnTo>
                  <a:pt x="540" y="412"/>
                </a:lnTo>
                <a:lnTo>
                  <a:pt x="533" y="418"/>
                </a:lnTo>
                <a:lnTo>
                  <a:pt x="527" y="423"/>
                </a:lnTo>
                <a:lnTo>
                  <a:pt x="520" y="428"/>
                </a:lnTo>
                <a:lnTo>
                  <a:pt x="512" y="434"/>
                </a:lnTo>
                <a:lnTo>
                  <a:pt x="505" y="439"/>
                </a:lnTo>
                <a:lnTo>
                  <a:pt x="498" y="444"/>
                </a:lnTo>
                <a:lnTo>
                  <a:pt x="490" y="448"/>
                </a:lnTo>
                <a:lnTo>
                  <a:pt x="482" y="453"/>
                </a:lnTo>
                <a:lnTo>
                  <a:pt x="474" y="457"/>
                </a:lnTo>
                <a:lnTo>
                  <a:pt x="466" y="461"/>
                </a:lnTo>
                <a:lnTo>
                  <a:pt x="457" y="465"/>
                </a:lnTo>
                <a:lnTo>
                  <a:pt x="449" y="469"/>
                </a:lnTo>
                <a:lnTo>
                  <a:pt x="440" y="472"/>
                </a:lnTo>
                <a:lnTo>
                  <a:pt x="431" y="475"/>
                </a:lnTo>
                <a:lnTo>
                  <a:pt x="422" y="478"/>
                </a:lnTo>
                <a:lnTo>
                  <a:pt x="413" y="481"/>
                </a:lnTo>
                <a:lnTo>
                  <a:pt x="404" y="483"/>
                </a:lnTo>
                <a:lnTo>
                  <a:pt x="395" y="486"/>
                </a:lnTo>
                <a:lnTo>
                  <a:pt x="385" y="488"/>
                </a:lnTo>
                <a:lnTo>
                  <a:pt x="376" y="490"/>
                </a:lnTo>
                <a:lnTo>
                  <a:pt x="367" y="491"/>
                </a:lnTo>
                <a:lnTo>
                  <a:pt x="357" y="492"/>
                </a:lnTo>
                <a:lnTo>
                  <a:pt x="347" y="494"/>
                </a:lnTo>
                <a:lnTo>
                  <a:pt x="337" y="494"/>
                </a:lnTo>
                <a:lnTo>
                  <a:pt x="327" y="495"/>
                </a:lnTo>
                <a:lnTo>
                  <a:pt x="317" y="495"/>
                </a:lnTo>
                <a:lnTo>
                  <a:pt x="308" y="495"/>
                </a:lnTo>
                <a:lnTo>
                  <a:pt x="298" y="495"/>
                </a:lnTo>
                <a:lnTo>
                  <a:pt x="288" y="495"/>
                </a:lnTo>
                <a:lnTo>
                  <a:pt x="279" y="494"/>
                </a:lnTo>
                <a:lnTo>
                  <a:pt x="269" y="494"/>
                </a:lnTo>
                <a:lnTo>
                  <a:pt x="260" y="492"/>
                </a:lnTo>
                <a:lnTo>
                  <a:pt x="250" y="491"/>
                </a:lnTo>
                <a:lnTo>
                  <a:pt x="241" y="490"/>
                </a:lnTo>
                <a:lnTo>
                  <a:pt x="231" y="488"/>
                </a:lnTo>
                <a:lnTo>
                  <a:pt x="222" y="486"/>
                </a:lnTo>
                <a:lnTo>
                  <a:pt x="213" y="483"/>
                </a:lnTo>
                <a:lnTo>
                  <a:pt x="203" y="481"/>
                </a:lnTo>
                <a:lnTo>
                  <a:pt x="194" y="478"/>
                </a:lnTo>
                <a:lnTo>
                  <a:pt x="185" y="475"/>
                </a:lnTo>
                <a:lnTo>
                  <a:pt x="177" y="472"/>
                </a:lnTo>
                <a:lnTo>
                  <a:pt x="168" y="469"/>
                </a:lnTo>
                <a:lnTo>
                  <a:pt x="159" y="465"/>
                </a:lnTo>
                <a:lnTo>
                  <a:pt x="151" y="461"/>
                </a:lnTo>
                <a:lnTo>
                  <a:pt x="143" y="457"/>
                </a:lnTo>
                <a:lnTo>
                  <a:pt x="135" y="453"/>
                </a:lnTo>
                <a:lnTo>
                  <a:pt x="127" y="448"/>
                </a:lnTo>
                <a:lnTo>
                  <a:pt x="119" y="444"/>
                </a:lnTo>
                <a:lnTo>
                  <a:pt x="111" y="439"/>
                </a:lnTo>
                <a:lnTo>
                  <a:pt x="104" y="434"/>
                </a:lnTo>
                <a:lnTo>
                  <a:pt x="97" y="428"/>
                </a:lnTo>
                <a:lnTo>
                  <a:pt x="90" y="423"/>
                </a:lnTo>
                <a:lnTo>
                  <a:pt x="83" y="418"/>
                </a:lnTo>
                <a:lnTo>
                  <a:pt x="77" y="412"/>
                </a:lnTo>
                <a:lnTo>
                  <a:pt x="70" y="406"/>
                </a:lnTo>
                <a:lnTo>
                  <a:pt x="64" y="400"/>
                </a:lnTo>
                <a:lnTo>
                  <a:pt x="59" y="394"/>
                </a:lnTo>
                <a:lnTo>
                  <a:pt x="53" y="387"/>
                </a:lnTo>
                <a:lnTo>
                  <a:pt x="48" y="381"/>
                </a:lnTo>
                <a:lnTo>
                  <a:pt x="43" y="374"/>
                </a:lnTo>
                <a:lnTo>
                  <a:pt x="38" y="367"/>
                </a:lnTo>
                <a:lnTo>
                  <a:pt x="33" y="361"/>
                </a:lnTo>
                <a:lnTo>
                  <a:pt x="29" y="353"/>
                </a:lnTo>
                <a:lnTo>
                  <a:pt x="25" y="346"/>
                </a:lnTo>
                <a:lnTo>
                  <a:pt x="21" y="338"/>
                </a:lnTo>
                <a:lnTo>
                  <a:pt x="18" y="331"/>
                </a:lnTo>
                <a:lnTo>
                  <a:pt x="15" y="324"/>
                </a:lnTo>
                <a:lnTo>
                  <a:pt x="12" y="316"/>
                </a:lnTo>
                <a:lnTo>
                  <a:pt x="9" y="309"/>
                </a:lnTo>
                <a:lnTo>
                  <a:pt x="7" y="301"/>
                </a:lnTo>
                <a:lnTo>
                  <a:pt x="5" y="294"/>
                </a:lnTo>
                <a:lnTo>
                  <a:pt x="4" y="286"/>
                </a:lnTo>
                <a:lnTo>
                  <a:pt x="2" y="278"/>
                </a:lnTo>
                <a:lnTo>
                  <a:pt x="1" y="271"/>
                </a:lnTo>
                <a:lnTo>
                  <a:pt x="0" y="263"/>
                </a:lnTo>
                <a:lnTo>
                  <a:pt x="0" y="255"/>
                </a:lnTo>
                <a:lnTo>
                  <a:pt x="0" y="247"/>
                </a:lnTo>
                <a:lnTo>
                  <a:pt x="0" y="240"/>
                </a:lnTo>
                <a:lnTo>
                  <a:pt x="0" y="232"/>
                </a:lnTo>
                <a:lnTo>
                  <a:pt x="1" y="224"/>
                </a:lnTo>
                <a:lnTo>
                  <a:pt x="2" y="216"/>
                </a:lnTo>
                <a:lnTo>
                  <a:pt x="4" y="209"/>
                </a:lnTo>
                <a:lnTo>
                  <a:pt x="5" y="201"/>
                </a:lnTo>
                <a:lnTo>
                  <a:pt x="7" y="193"/>
                </a:lnTo>
                <a:lnTo>
                  <a:pt x="9" y="186"/>
                </a:lnTo>
                <a:lnTo>
                  <a:pt x="12" y="178"/>
                </a:lnTo>
                <a:lnTo>
                  <a:pt x="15" y="171"/>
                </a:lnTo>
                <a:lnTo>
                  <a:pt x="18" y="164"/>
                </a:lnTo>
                <a:lnTo>
                  <a:pt x="21" y="156"/>
                </a:lnTo>
                <a:lnTo>
                  <a:pt x="25" y="149"/>
                </a:lnTo>
                <a:lnTo>
                  <a:pt x="29" y="142"/>
                </a:lnTo>
                <a:lnTo>
                  <a:pt x="33" y="135"/>
                </a:lnTo>
                <a:lnTo>
                  <a:pt x="38" y="128"/>
                </a:lnTo>
                <a:lnTo>
                  <a:pt x="43" y="122"/>
                </a:lnTo>
                <a:lnTo>
                  <a:pt x="48" y="115"/>
                </a:lnTo>
                <a:lnTo>
                  <a:pt x="53" y="109"/>
                </a:lnTo>
                <a:lnTo>
                  <a:pt x="59" y="102"/>
                </a:lnTo>
                <a:lnTo>
                  <a:pt x="64" y="96"/>
                </a:lnTo>
                <a:lnTo>
                  <a:pt x="70" y="90"/>
                </a:lnTo>
                <a:lnTo>
                  <a:pt x="77" y="84"/>
                </a:lnTo>
                <a:lnTo>
                  <a:pt x="83" y="78"/>
                </a:lnTo>
                <a:lnTo>
                  <a:pt x="90" y="73"/>
                </a:lnTo>
                <a:lnTo>
                  <a:pt x="97" y="67"/>
                </a:lnTo>
                <a:lnTo>
                  <a:pt x="104" y="62"/>
                </a:lnTo>
                <a:lnTo>
                  <a:pt x="111" y="57"/>
                </a:lnTo>
                <a:lnTo>
                  <a:pt x="119" y="52"/>
                </a:lnTo>
                <a:lnTo>
                  <a:pt x="127" y="47"/>
                </a:lnTo>
                <a:lnTo>
                  <a:pt x="135" y="43"/>
                </a:lnTo>
                <a:lnTo>
                  <a:pt x="143" y="39"/>
                </a:lnTo>
                <a:lnTo>
                  <a:pt x="151" y="35"/>
                </a:lnTo>
                <a:lnTo>
                  <a:pt x="159" y="31"/>
                </a:lnTo>
                <a:lnTo>
                  <a:pt x="168" y="27"/>
                </a:lnTo>
                <a:lnTo>
                  <a:pt x="177" y="24"/>
                </a:lnTo>
                <a:lnTo>
                  <a:pt x="185" y="21"/>
                </a:lnTo>
                <a:lnTo>
                  <a:pt x="194" y="18"/>
                </a:lnTo>
                <a:lnTo>
                  <a:pt x="203" y="15"/>
                </a:lnTo>
                <a:lnTo>
                  <a:pt x="213" y="12"/>
                </a:lnTo>
                <a:lnTo>
                  <a:pt x="222" y="10"/>
                </a:lnTo>
                <a:lnTo>
                  <a:pt x="231" y="8"/>
                </a:lnTo>
                <a:lnTo>
                  <a:pt x="241" y="6"/>
                </a:lnTo>
                <a:lnTo>
                  <a:pt x="250" y="5"/>
                </a:lnTo>
                <a:lnTo>
                  <a:pt x="260" y="3"/>
                </a:lnTo>
                <a:lnTo>
                  <a:pt x="269" y="2"/>
                </a:lnTo>
                <a:lnTo>
                  <a:pt x="279" y="1"/>
                </a:lnTo>
                <a:lnTo>
                  <a:pt x="288" y="1"/>
                </a:lnTo>
                <a:lnTo>
                  <a:pt x="298" y="0"/>
                </a:lnTo>
                <a:lnTo>
                  <a:pt x="308" y="0"/>
                </a:lnTo>
                <a:lnTo>
                  <a:pt x="317" y="0"/>
                </a:lnTo>
                <a:lnTo>
                  <a:pt x="327" y="1"/>
                </a:lnTo>
                <a:lnTo>
                  <a:pt x="337" y="1"/>
                </a:lnTo>
                <a:lnTo>
                  <a:pt x="347" y="2"/>
                </a:lnTo>
                <a:lnTo>
                  <a:pt x="357" y="3"/>
                </a:lnTo>
                <a:lnTo>
                  <a:pt x="367" y="5"/>
                </a:lnTo>
                <a:lnTo>
                  <a:pt x="376" y="6"/>
                </a:lnTo>
                <a:lnTo>
                  <a:pt x="385" y="8"/>
                </a:lnTo>
                <a:lnTo>
                  <a:pt x="395" y="10"/>
                </a:lnTo>
                <a:lnTo>
                  <a:pt x="404" y="12"/>
                </a:lnTo>
                <a:lnTo>
                  <a:pt x="413" y="15"/>
                </a:lnTo>
                <a:lnTo>
                  <a:pt x="422" y="18"/>
                </a:lnTo>
                <a:lnTo>
                  <a:pt x="431" y="21"/>
                </a:lnTo>
                <a:lnTo>
                  <a:pt x="440" y="24"/>
                </a:lnTo>
                <a:lnTo>
                  <a:pt x="449" y="27"/>
                </a:lnTo>
                <a:lnTo>
                  <a:pt x="457" y="31"/>
                </a:lnTo>
                <a:lnTo>
                  <a:pt x="466" y="35"/>
                </a:lnTo>
                <a:lnTo>
                  <a:pt x="474" y="39"/>
                </a:lnTo>
                <a:lnTo>
                  <a:pt x="482" y="43"/>
                </a:lnTo>
                <a:lnTo>
                  <a:pt x="490" y="47"/>
                </a:lnTo>
                <a:lnTo>
                  <a:pt x="498" y="52"/>
                </a:lnTo>
                <a:lnTo>
                  <a:pt x="505" y="57"/>
                </a:lnTo>
                <a:lnTo>
                  <a:pt x="512" y="62"/>
                </a:lnTo>
                <a:lnTo>
                  <a:pt x="520" y="67"/>
                </a:lnTo>
                <a:lnTo>
                  <a:pt x="527" y="73"/>
                </a:lnTo>
                <a:lnTo>
                  <a:pt x="533" y="78"/>
                </a:lnTo>
                <a:lnTo>
                  <a:pt x="540" y="84"/>
                </a:lnTo>
                <a:lnTo>
                  <a:pt x="546" y="90"/>
                </a:lnTo>
                <a:lnTo>
                  <a:pt x="552" y="96"/>
                </a:lnTo>
                <a:lnTo>
                  <a:pt x="558" y="102"/>
                </a:lnTo>
                <a:lnTo>
                  <a:pt x="564" y="109"/>
                </a:lnTo>
                <a:lnTo>
                  <a:pt x="569" y="115"/>
                </a:lnTo>
                <a:lnTo>
                  <a:pt x="574" y="122"/>
                </a:lnTo>
                <a:lnTo>
                  <a:pt x="579" y="128"/>
                </a:lnTo>
                <a:lnTo>
                  <a:pt x="583" y="135"/>
                </a:lnTo>
                <a:lnTo>
                  <a:pt x="587" y="142"/>
                </a:lnTo>
                <a:lnTo>
                  <a:pt x="591" y="149"/>
                </a:lnTo>
                <a:lnTo>
                  <a:pt x="595" y="156"/>
                </a:lnTo>
                <a:lnTo>
                  <a:pt x="599" y="164"/>
                </a:lnTo>
                <a:lnTo>
                  <a:pt x="602" y="171"/>
                </a:lnTo>
                <a:lnTo>
                  <a:pt x="605" y="178"/>
                </a:lnTo>
                <a:lnTo>
                  <a:pt x="607" y="186"/>
                </a:lnTo>
                <a:lnTo>
                  <a:pt x="609" y="193"/>
                </a:lnTo>
                <a:lnTo>
                  <a:pt x="611" y="201"/>
                </a:lnTo>
                <a:lnTo>
                  <a:pt x="613" y="209"/>
                </a:lnTo>
                <a:lnTo>
                  <a:pt x="614" y="216"/>
                </a:lnTo>
                <a:lnTo>
                  <a:pt x="615" y="224"/>
                </a:lnTo>
                <a:lnTo>
                  <a:pt x="616" y="232"/>
                </a:lnTo>
                <a:lnTo>
                  <a:pt x="617" y="240"/>
                </a:lnTo>
                <a:lnTo>
                  <a:pt x="617" y="247"/>
                </a:lnTo>
                <a:close/>
              </a:path>
            </a:pathLst>
          </a:custGeom>
          <a:solidFill>
            <a:srgbClr val="ffd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3" name=""/>
          <p:cNvSpPr/>
          <p:nvPr/>
        </p:nvSpPr>
        <p:spPr>
          <a:xfrm>
            <a:off x="4866840" y="1738080"/>
            <a:ext cx="223920" cy="179640"/>
          </a:xfrm>
          <a:custGeom>
            <a:avLst/>
            <a:gdLst/>
            <a:ahLst/>
            <a:rect l="0" t="0" r="r" b="b"/>
            <a:pathLst>
              <a:path w="622" h="499">
                <a:moveTo>
                  <a:pt x="620" y="249"/>
                </a:moveTo>
                <a:lnTo>
                  <a:pt x="620" y="242"/>
                </a:lnTo>
                <a:lnTo>
                  <a:pt x="619" y="234"/>
                </a:lnTo>
                <a:lnTo>
                  <a:pt x="618" y="226"/>
                </a:lnTo>
                <a:lnTo>
                  <a:pt x="617" y="218"/>
                </a:lnTo>
                <a:lnTo>
                  <a:pt x="616" y="211"/>
                </a:lnTo>
                <a:lnTo>
                  <a:pt x="614" y="203"/>
                </a:lnTo>
                <a:lnTo>
                  <a:pt x="612" y="195"/>
                </a:lnTo>
                <a:lnTo>
                  <a:pt x="610" y="188"/>
                </a:lnTo>
                <a:lnTo>
                  <a:pt x="608" y="180"/>
                </a:lnTo>
                <a:lnTo>
                  <a:pt x="605" y="173"/>
                </a:lnTo>
                <a:lnTo>
                  <a:pt x="602" y="166"/>
                </a:lnTo>
                <a:lnTo>
                  <a:pt x="598" y="158"/>
                </a:lnTo>
                <a:lnTo>
                  <a:pt x="594" y="151"/>
                </a:lnTo>
                <a:lnTo>
                  <a:pt x="590" y="144"/>
                </a:lnTo>
                <a:lnTo>
                  <a:pt x="586" y="137"/>
                </a:lnTo>
                <a:lnTo>
                  <a:pt x="582" y="130"/>
                </a:lnTo>
                <a:lnTo>
                  <a:pt x="577" y="124"/>
                </a:lnTo>
                <a:lnTo>
                  <a:pt x="572" y="117"/>
                </a:lnTo>
                <a:lnTo>
                  <a:pt x="567" y="111"/>
                </a:lnTo>
                <a:lnTo>
                  <a:pt x="561" y="104"/>
                </a:lnTo>
                <a:lnTo>
                  <a:pt x="555" y="98"/>
                </a:lnTo>
                <a:lnTo>
                  <a:pt x="549" y="92"/>
                </a:lnTo>
                <a:lnTo>
                  <a:pt x="543" y="86"/>
                </a:lnTo>
                <a:lnTo>
                  <a:pt x="536" y="80"/>
                </a:lnTo>
                <a:lnTo>
                  <a:pt x="530" y="75"/>
                </a:lnTo>
                <a:lnTo>
                  <a:pt x="523" y="69"/>
                </a:lnTo>
                <a:lnTo>
                  <a:pt x="515" y="64"/>
                </a:lnTo>
                <a:lnTo>
                  <a:pt x="508" y="59"/>
                </a:lnTo>
                <a:lnTo>
                  <a:pt x="501" y="54"/>
                </a:lnTo>
                <a:lnTo>
                  <a:pt x="493" y="49"/>
                </a:lnTo>
                <a:lnTo>
                  <a:pt x="485" y="45"/>
                </a:lnTo>
                <a:lnTo>
                  <a:pt x="477" y="41"/>
                </a:lnTo>
                <a:lnTo>
                  <a:pt x="469" y="37"/>
                </a:lnTo>
                <a:lnTo>
                  <a:pt x="460" y="33"/>
                </a:lnTo>
                <a:lnTo>
                  <a:pt x="452" y="29"/>
                </a:lnTo>
                <a:lnTo>
                  <a:pt x="443" y="26"/>
                </a:lnTo>
                <a:lnTo>
                  <a:pt x="434" y="23"/>
                </a:lnTo>
                <a:lnTo>
                  <a:pt x="424" y="20"/>
                </a:lnTo>
                <a:lnTo>
                  <a:pt x="415" y="17"/>
                </a:lnTo>
                <a:lnTo>
                  <a:pt x="406" y="14"/>
                </a:lnTo>
                <a:lnTo>
                  <a:pt x="397" y="12"/>
                </a:lnTo>
                <a:lnTo>
                  <a:pt x="387" y="10"/>
                </a:lnTo>
                <a:lnTo>
                  <a:pt x="378" y="8"/>
                </a:lnTo>
                <a:lnTo>
                  <a:pt x="369" y="7"/>
                </a:lnTo>
                <a:lnTo>
                  <a:pt x="359" y="5"/>
                </a:lnTo>
                <a:lnTo>
                  <a:pt x="349" y="4"/>
                </a:lnTo>
                <a:lnTo>
                  <a:pt x="340" y="3"/>
                </a:lnTo>
                <a:lnTo>
                  <a:pt x="330" y="3"/>
                </a:lnTo>
                <a:lnTo>
                  <a:pt x="320" y="2"/>
                </a:lnTo>
                <a:lnTo>
                  <a:pt x="311" y="2"/>
                </a:lnTo>
                <a:lnTo>
                  <a:pt x="301" y="2"/>
                </a:lnTo>
                <a:lnTo>
                  <a:pt x="291" y="3"/>
                </a:lnTo>
                <a:lnTo>
                  <a:pt x="282" y="3"/>
                </a:lnTo>
                <a:lnTo>
                  <a:pt x="272" y="4"/>
                </a:lnTo>
                <a:lnTo>
                  <a:pt x="263" y="5"/>
                </a:lnTo>
                <a:lnTo>
                  <a:pt x="253" y="7"/>
                </a:lnTo>
                <a:lnTo>
                  <a:pt x="244" y="8"/>
                </a:lnTo>
                <a:lnTo>
                  <a:pt x="234" y="10"/>
                </a:lnTo>
                <a:lnTo>
                  <a:pt x="225" y="12"/>
                </a:lnTo>
                <a:lnTo>
                  <a:pt x="216" y="14"/>
                </a:lnTo>
                <a:lnTo>
                  <a:pt x="206" y="17"/>
                </a:lnTo>
                <a:lnTo>
                  <a:pt x="197" y="20"/>
                </a:lnTo>
                <a:lnTo>
                  <a:pt x="188" y="23"/>
                </a:lnTo>
                <a:lnTo>
                  <a:pt x="180" y="26"/>
                </a:lnTo>
                <a:lnTo>
                  <a:pt x="171" y="29"/>
                </a:lnTo>
                <a:lnTo>
                  <a:pt x="162" y="33"/>
                </a:lnTo>
                <a:lnTo>
                  <a:pt x="154" y="37"/>
                </a:lnTo>
                <a:lnTo>
                  <a:pt x="146" y="41"/>
                </a:lnTo>
                <a:lnTo>
                  <a:pt x="138" y="45"/>
                </a:lnTo>
                <a:lnTo>
                  <a:pt x="130" y="49"/>
                </a:lnTo>
                <a:lnTo>
                  <a:pt x="122" y="54"/>
                </a:lnTo>
                <a:lnTo>
                  <a:pt x="114" y="59"/>
                </a:lnTo>
                <a:lnTo>
                  <a:pt x="107" y="64"/>
                </a:lnTo>
                <a:lnTo>
                  <a:pt x="100" y="69"/>
                </a:lnTo>
                <a:lnTo>
                  <a:pt x="93" y="75"/>
                </a:lnTo>
                <a:lnTo>
                  <a:pt x="86" y="80"/>
                </a:lnTo>
                <a:lnTo>
                  <a:pt x="80" y="86"/>
                </a:lnTo>
                <a:lnTo>
                  <a:pt x="73" y="92"/>
                </a:lnTo>
                <a:lnTo>
                  <a:pt x="67" y="98"/>
                </a:lnTo>
                <a:lnTo>
                  <a:pt x="62" y="104"/>
                </a:lnTo>
                <a:lnTo>
                  <a:pt x="56" y="111"/>
                </a:lnTo>
                <a:lnTo>
                  <a:pt x="51" y="117"/>
                </a:lnTo>
                <a:lnTo>
                  <a:pt x="46" y="124"/>
                </a:lnTo>
                <a:lnTo>
                  <a:pt x="41" y="130"/>
                </a:lnTo>
                <a:lnTo>
                  <a:pt x="36" y="137"/>
                </a:lnTo>
                <a:lnTo>
                  <a:pt x="32" y="144"/>
                </a:lnTo>
                <a:lnTo>
                  <a:pt x="28" y="151"/>
                </a:lnTo>
                <a:lnTo>
                  <a:pt x="24" y="158"/>
                </a:lnTo>
                <a:lnTo>
                  <a:pt x="21" y="166"/>
                </a:lnTo>
                <a:lnTo>
                  <a:pt x="18" y="173"/>
                </a:lnTo>
                <a:lnTo>
                  <a:pt x="15" y="180"/>
                </a:lnTo>
                <a:lnTo>
                  <a:pt x="12" y="188"/>
                </a:lnTo>
                <a:lnTo>
                  <a:pt x="10" y="195"/>
                </a:lnTo>
                <a:lnTo>
                  <a:pt x="8" y="203"/>
                </a:lnTo>
                <a:lnTo>
                  <a:pt x="7" y="211"/>
                </a:lnTo>
                <a:lnTo>
                  <a:pt x="5" y="218"/>
                </a:lnTo>
                <a:lnTo>
                  <a:pt x="4" y="226"/>
                </a:lnTo>
                <a:lnTo>
                  <a:pt x="3" y="234"/>
                </a:lnTo>
                <a:lnTo>
                  <a:pt x="3" y="242"/>
                </a:lnTo>
                <a:lnTo>
                  <a:pt x="3" y="249"/>
                </a:lnTo>
                <a:lnTo>
                  <a:pt x="3" y="257"/>
                </a:lnTo>
                <a:lnTo>
                  <a:pt x="3" y="265"/>
                </a:lnTo>
                <a:lnTo>
                  <a:pt x="4" y="273"/>
                </a:lnTo>
                <a:lnTo>
                  <a:pt x="5" y="280"/>
                </a:lnTo>
                <a:lnTo>
                  <a:pt x="7" y="288"/>
                </a:lnTo>
                <a:lnTo>
                  <a:pt x="8" y="296"/>
                </a:lnTo>
                <a:lnTo>
                  <a:pt x="10" y="303"/>
                </a:lnTo>
                <a:lnTo>
                  <a:pt x="12" y="311"/>
                </a:lnTo>
                <a:lnTo>
                  <a:pt x="15" y="318"/>
                </a:lnTo>
                <a:lnTo>
                  <a:pt x="18" y="326"/>
                </a:lnTo>
                <a:lnTo>
                  <a:pt x="21" y="333"/>
                </a:lnTo>
                <a:lnTo>
                  <a:pt x="24" y="340"/>
                </a:lnTo>
                <a:lnTo>
                  <a:pt x="28" y="348"/>
                </a:lnTo>
                <a:lnTo>
                  <a:pt x="32" y="355"/>
                </a:lnTo>
                <a:lnTo>
                  <a:pt x="36" y="362"/>
                </a:lnTo>
                <a:lnTo>
                  <a:pt x="41" y="368"/>
                </a:lnTo>
                <a:lnTo>
                  <a:pt x="46" y="375"/>
                </a:lnTo>
                <a:lnTo>
                  <a:pt x="51" y="382"/>
                </a:lnTo>
                <a:lnTo>
                  <a:pt x="56" y="388"/>
                </a:lnTo>
                <a:lnTo>
                  <a:pt x="62" y="396"/>
                </a:lnTo>
                <a:lnTo>
                  <a:pt x="67" y="402"/>
                </a:lnTo>
                <a:lnTo>
                  <a:pt x="73" y="408"/>
                </a:lnTo>
                <a:lnTo>
                  <a:pt x="80" y="414"/>
                </a:lnTo>
                <a:lnTo>
                  <a:pt x="86" y="420"/>
                </a:lnTo>
                <a:lnTo>
                  <a:pt x="93" y="425"/>
                </a:lnTo>
                <a:lnTo>
                  <a:pt x="100" y="430"/>
                </a:lnTo>
                <a:lnTo>
                  <a:pt x="107" y="436"/>
                </a:lnTo>
                <a:lnTo>
                  <a:pt x="114" y="441"/>
                </a:lnTo>
                <a:lnTo>
                  <a:pt x="122" y="446"/>
                </a:lnTo>
                <a:lnTo>
                  <a:pt x="130" y="450"/>
                </a:lnTo>
                <a:lnTo>
                  <a:pt x="138" y="455"/>
                </a:lnTo>
                <a:lnTo>
                  <a:pt x="146" y="459"/>
                </a:lnTo>
                <a:lnTo>
                  <a:pt x="154" y="463"/>
                </a:lnTo>
                <a:lnTo>
                  <a:pt x="162" y="467"/>
                </a:lnTo>
                <a:lnTo>
                  <a:pt x="171" y="471"/>
                </a:lnTo>
                <a:lnTo>
                  <a:pt x="180" y="474"/>
                </a:lnTo>
                <a:lnTo>
                  <a:pt x="188" y="477"/>
                </a:lnTo>
                <a:lnTo>
                  <a:pt x="197" y="480"/>
                </a:lnTo>
                <a:lnTo>
                  <a:pt x="206" y="483"/>
                </a:lnTo>
                <a:lnTo>
                  <a:pt x="216" y="485"/>
                </a:lnTo>
                <a:lnTo>
                  <a:pt x="225" y="488"/>
                </a:lnTo>
                <a:lnTo>
                  <a:pt x="234" y="490"/>
                </a:lnTo>
                <a:lnTo>
                  <a:pt x="244" y="492"/>
                </a:lnTo>
                <a:lnTo>
                  <a:pt x="253" y="493"/>
                </a:lnTo>
                <a:lnTo>
                  <a:pt x="263" y="494"/>
                </a:lnTo>
                <a:lnTo>
                  <a:pt x="272" y="496"/>
                </a:lnTo>
                <a:lnTo>
                  <a:pt x="282" y="496"/>
                </a:lnTo>
                <a:lnTo>
                  <a:pt x="291" y="497"/>
                </a:lnTo>
                <a:lnTo>
                  <a:pt x="301" y="497"/>
                </a:lnTo>
                <a:lnTo>
                  <a:pt x="311" y="497"/>
                </a:lnTo>
                <a:lnTo>
                  <a:pt x="320" y="497"/>
                </a:lnTo>
                <a:lnTo>
                  <a:pt x="330" y="497"/>
                </a:lnTo>
                <a:lnTo>
                  <a:pt x="340" y="496"/>
                </a:lnTo>
                <a:lnTo>
                  <a:pt x="349" y="496"/>
                </a:lnTo>
                <a:lnTo>
                  <a:pt x="359" y="494"/>
                </a:lnTo>
                <a:lnTo>
                  <a:pt x="369" y="493"/>
                </a:lnTo>
                <a:lnTo>
                  <a:pt x="378" y="492"/>
                </a:lnTo>
                <a:lnTo>
                  <a:pt x="387" y="490"/>
                </a:lnTo>
                <a:lnTo>
                  <a:pt x="397" y="488"/>
                </a:lnTo>
                <a:lnTo>
                  <a:pt x="406" y="485"/>
                </a:lnTo>
                <a:lnTo>
                  <a:pt x="415" y="483"/>
                </a:lnTo>
                <a:lnTo>
                  <a:pt x="424" y="480"/>
                </a:lnTo>
                <a:lnTo>
                  <a:pt x="434" y="477"/>
                </a:lnTo>
                <a:lnTo>
                  <a:pt x="443" y="474"/>
                </a:lnTo>
                <a:lnTo>
                  <a:pt x="452" y="471"/>
                </a:lnTo>
                <a:lnTo>
                  <a:pt x="460" y="467"/>
                </a:lnTo>
                <a:lnTo>
                  <a:pt x="469" y="463"/>
                </a:lnTo>
                <a:lnTo>
                  <a:pt x="477" y="459"/>
                </a:lnTo>
                <a:lnTo>
                  <a:pt x="485" y="455"/>
                </a:lnTo>
                <a:lnTo>
                  <a:pt x="493" y="450"/>
                </a:lnTo>
                <a:lnTo>
                  <a:pt x="501" y="446"/>
                </a:lnTo>
                <a:lnTo>
                  <a:pt x="508" y="441"/>
                </a:lnTo>
                <a:lnTo>
                  <a:pt x="515" y="436"/>
                </a:lnTo>
                <a:lnTo>
                  <a:pt x="523" y="430"/>
                </a:lnTo>
                <a:lnTo>
                  <a:pt x="530" y="425"/>
                </a:lnTo>
                <a:lnTo>
                  <a:pt x="536" y="420"/>
                </a:lnTo>
                <a:lnTo>
                  <a:pt x="543" y="414"/>
                </a:lnTo>
                <a:lnTo>
                  <a:pt x="549" y="408"/>
                </a:lnTo>
                <a:lnTo>
                  <a:pt x="555" y="402"/>
                </a:lnTo>
                <a:lnTo>
                  <a:pt x="561" y="396"/>
                </a:lnTo>
                <a:lnTo>
                  <a:pt x="567" y="388"/>
                </a:lnTo>
                <a:lnTo>
                  <a:pt x="572" y="382"/>
                </a:lnTo>
                <a:lnTo>
                  <a:pt x="577" y="375"/>
                </a:lnTo>
                <a:lnTo>
                  <a:pt x="582" y="368"/>
                </a:lnTo>
                <a:lnTo>
                  <a:pt x="586" y="362"/>
                </a:lnTo>
                <a:lnTo>
                  <a:pt x="590" y="355"/>
                </a:lnTo>
                <a:lnTo>
                  <a:pt x="594" y="348"/>
                </a:lnTo>
                <a:lnTo>
                  <a:pt x="598" y="340"/>
                </a:lnTo>
                <a:lnTo>
                  <a:pt x="602" y="333"/>
                </a:lnTo>
                <a:lnTo>
                  <a:pt x="605" y="326"/>
                </a:lnTo>
                <a:lnTo>
                  <a:pt x="608" y="318"/>
                </a:lnTo>
                <a:lnTo>
                  <a:pt x="610" y="311"/>
                </a:lnTo>
                <a:lnTo>
                  <a:pt x="612" y="303"/>
                </a:lnTo>
                <a:lnTo>
                  <a:pt x="614" y="296"/>
                </a:lnTo>
                <a:lnTo>
                  <a:pt x="616" y="288"/>
                </a:lnTo>
                <a:lnTo>
                  <a:pt x="617" y="280"/>
                </a:lnTo>
                <a:lnTo>
                  <a:pt x="618" y="273"/>
                </a:lnTo>
                <a:lnTo>
                  <a:pt x="619" y="265"/>
                </a:lnTo>
                <a:lnTo>
                  <a:pt x="620" y="257"/>
                </a:lnTo>
                <a:lnTo>
                  <a:pt x="620" y="249"/>
                </a:lnTo>
                <a:moveTo>
                  <a:pt x="622" y="249"/>
                </a:moveTo>
                <a:lnTo>
                  <a:pt x="622" y="257"/>
                </a:lnTo>
                <a:lnTo>
                  <a:pt x="621" y="265"/>
                </a:lnTo>
                <a:lnTo>
                  <a:pt x="621" y="273"/>
                </a:lnTo>
                <a:lnTo>
                  <a:pt x="620" y="281"/>
                </a:lnTo>
                <a:lnTo>
                  <a:pt x="618" y="288"/>
                </a:lnTo>
                <a:lnTo>
                  <a:pt x="617" y="296"/>
                </a:lnTo>
                <a:lnTo>
                  <a:pt x="615" y="304"/>
                </a:lnTo>
                <a:lnTo>
                  <a:pt x="612" y="311"/>
                </a:lnTo>
                <a:lnTo>
                  <a:pt x="610" y="319"/>
                </a:lnTo>
                <a:lnTo>
                  <a:pt x="607" y="326"/>
                </a:lnTo>
                <a:lnTo>
                  <a:pt x="604" y="334"/>
                </a:lnTo>
                <a:lnTo>
                  <a:pt x="600" y="341"/>
                </a:lnTo>
                <a:lnTo>
                  <a:pt x="597" y="348"/>
                </a:lnTo>
                <a:lnTo>
                  <a:pt x="593" y="355"/>
                </a:lnTo>
                <a:lnTo>
                  <a:pt x="588" y="362"/>
                </a:lnTo>
                <a:lnTo>
                  <a:pt x="584" y="369"/>
                </a:lnTo>
                <a:lnTo>
                  <a:pt x="579" y="376"/>
                </a:lnTo>
                <a:lnTo>
                  <a:pt x="574" y="383"/>
                </a:lnTo>
                <a:lnTo>
                  <a:pt x="568" y="389"/>
                </a:lnTo>
                <a:lnTo>
                  <a:pt x="563" y="397"/>
                </a:lnTo>
                <a:lnTo>
                  <a:pt x="557" y="403"/>
                </a:lnTo>
                <a:lnTo>
                  <a:pt x="551" y="409"/>
                </a:lnTo>
                <a:lnTo>
                  <a:pt x="545" y="415"/>
                </a:lnTo>
                <a:lnTo>
                  <a:pt x="538" y="421"/>
                </a:lnTo>
                <a:lnTo>
                  <a:pt x="531" y="426"/>
                </a:lnTo>
                <a:lnTo>
                  <a:pt x="524" y="432"/>
                </a:lnTo>
                <a:lnTo>
                  <a:pt x="517" y="437"/>
                </a:lnTo>
                <a:lnTo>
                  <a:pt x="510" y="442"/>
                </a:lnTo>
                <a:lnTo>
                  <a:pt x="502" y="447"/>
                </a:lnTo>
                <a:lnTo>
                  <a:pt x="494" y="452"/>
                </a:lnTo>
                <a:lnTo>
                  <a:pt x="486" y="456"/>
                </a:lnTo>
                <a:lnTo>
                  <a:pt x="478" y="461"/>
                </a:lnTo>
                <a:lnTo>
                  <a:pt x="470" y="465"/>
                </a:lnTo>
                <a:lnTo>
                  <a:pt x="461" y="469"/>
                </a:lnTo>
                <a:lnTo>
                  <a:pt x="453" y="472"/>
                </a:lnTo>
                <a:lnTo>
                  <a:pt x="444" y="476"/>
                </a:lnTo>
                <a:lnTo>
                  <a:pt x="435" y="479"/>
                </a:lnTo>
                <a:lnTo>
                  <a:pt x="425" y="482"/>
                </a:lnTo>
                <a:lnTo>
                  <a:pt x="416" y="485"/>
                </a:lnTo>
                <a:lnTo>
                  <a:pt x="407" y="487"/>
                </a:lnTo>
                <a:lnTo>
                  <a:pt x="397" y="489"/>
                </a:lnTo>
                <a:lnTo>
                  <a:pt x="388" y="491"/>
                </a:lnTo>
                <a:lnTo>
                  <a:pt x="378" y="493"/>
                </a:lnTo>
                <a:lnTo>
                  <a:pt x="369" y="495"/>
                </a:lnTo>
                <a:lnTo>
                  <a:pt x="359" y="496"/>
                </a:lnTo>
                <a:lnTo>
                  <a:pt x="350" y="497"/>
                </a:lnTo>
                <a:lnTo>
                  <a:pt x="340" y="498"/>
                </a:lnTo>
                <a:lnTo>
                  <a:pt x="330" y="499"/>
                </a:lnTo>
                <a:lnTo>
                  <a:pt x="321" y="499"/>
                </a:lnTo>
                <a:lnTo>
                  <a:pt x="311" y="499"/>
                </a:lnTo>
                <a:lnTo>
                  <a:pt x="301" y="499"/>
                </a:lnTo>
                <a:lnTo>
                  <a:pt x="291" y="499"/>
                </a:lnTo>
                <a:lnTo>
                  <a:pt x="282" y="498"/>
                </a:lnTo>
                <a:lnTo>
                  <a:pt x="272" y="497"/>
                </a:lnTo>
                <a:lnTo>
                  <a:pt x="262" y="496"/>
                </a:lnTo>
                <a:lnTo>
                  <a:pt x="253" y="495"/>
                </a:lnTo>
                <a:lnTo>
                  <a:pt x="243" y="493"/>
                </a:lnTo>
                <a:lnTo>
                  <a:pt x="234" y="491"/>
                </a:lnTo>
                <a:lnTo>
                  <a:pt x="224" y="489"/>
                </a:lnTo>
                <a:lnTo>
                  <a:pt x="215" y="487"/>
                </a:lnTo>
                <a:lnTo>
                  <a:pt x="206" y="485"/>
                </a:lnTo>
                <a:lnTo>
                  <a:pt x="197" y="482"/>
                </a:lnTo>
                <a:lnTo>
                  <a:pt x="188" y="479"/>
                </a:lnTo>
                <a:lnTo>
                  <a:pt x="179" y="476"/>
                </a:lnTo>
                <a:lnTo>
                  <a:pt x="170" y="472"/>
                </a:lnTo>
                <a:lnTo>
                  <a:pt x="161" y="469"/>
                </a:lnTo>
                <a:lnTo>
                  <a:pt x="153" y="465"/>
                </a:lnTo>
                <a:lnTo>
                  <a:pt x="145" y="461"/>
                </a:lnTo>
                <a:lnTo>
                  <a:pt x="136" y="456"/>
                </a:lnTo>
                <a:lnTo>
                  <a:pt x="128" y="452"/>
                </a:lnTo>
                <a:lnTo>
                  <a:pt x="121" y="447"/>
                </a:lnTo>
                <a:lnTo>
                  <a:pt x="113" y="442"/>
                </a:lnTo>
                <a:lnTo>
                  <a:pt x="106" y="437"/>
                </a:lnTo>
                <a:lnTo>
                  <a:pt x="98" y="432"/>
                </a:lnTo>
                <a:lnTo>
                  <a:pt x="91" y="426"/>
                </a:lnTo>
                <a:lnTo>
                  <a:pt x="85" y="421"/>
                </a:lnTo>
                <a:lnTo>
                  <a:pt x="78" y="415"/>
                </a:lnTo>
                <a:lnTo>
                  <a:pt x="72" y="409"/>
                </a:lnTo>
                <a:lnTo>
                  <a:pt x="66" y="403"/>
                </a:lnTo>
                <a:lnTo>
                  <a:pt x="60" y="397"/>
                </a:lnTo>
                <a:lnTo>
                  <a:pt x="54" y="389"/>
                </a:lnTo>
                <a:lnTo>
                  <a:pt x="49" y="383"/>
                </a:lnTo>
                <a:lnTo>
                  <a:pt x="44" y="376"/>
                </a:lnTo>
                <a:lnTo>
                  <a:pt x="39" y="369"/>
                </a:lnTo>
                <a:lnTo>
                  <a:pt x="34" y="362"/>
                </a:lnTo>
                <a:lnTo>
                  <a:pt x="30" y="355"/>
                </a:lnTo>
                <a:lnTo>
                  <a:pt x="26" y="348"/>
                </a:lnTo>
                <a:lnTo>
                  <a:pt x="22" y="341"/>
                </a:lnTo>
                <a:lnTo>
                  <a:pt x="19" y="334"/>
                </a:lnTo>
                <a:lnTo>
                  <a:pt x="16" y="326"/>
                </a:lnTo>
                <a:lnTo>
                  <a:pt x="13" y="319"/>
                </a:lnTo>
                <a:lnTo>
                  <a:pt x="10" y="311"/>
                </a:lnTo>
                <a:lnTo>
                  <a:pt x="8" y="304"/>
                </a:lnTo>
                <a:lnTo>
                  <a:pt x="6" y="296"/>
                </a:lnTo>
                <a:lnTo>
                  <a:pt x="4" y="288"/>
                </a:lnTo>
                <a:lnTo>
                  <a:pt x="3" y="281"/>
                </a:lnTo>
                <a:lnTo>
                  <a:pt x="2" y="273"/>
                </a:lnTo>
                <a:lnTo>
                  <a:pt x="1" y="265"/>
                </a:lnTo>
                <a:lnTo>
                  <a:pt x="1" y="257"/>
                </a:lnTo>
                <a:lnTo>
                  <a:pt x="0" y="249"/>
                </a:lnTo>
                <a:lnTo>
                  <a:pt x="1" y="242"/>
                </a:lnTo>
                <a:lnTo>
                  <a:pt x="1" y="234"/>
                </a:lnTo>
                <a:lnTo>
                  <a:pt x="2" y="226"/>
                </a:lnTo>
                <a:lnTo>
                  <a:pt x="3" y="218"/>
                </a:lnTo>
                <a:lnTo>
                  <a:pt x="4" y="210"/>
                </a:lnTo>
                <a:lnTo>
                  <a:pt x="6" y="203"/>
                </a:lnTo>
                <a:lnTo>
                  <a:pt x="8" y="195"/>
                </a:lnTo>
                <a:lnTo>
                  <a:pt x="10" y="187"/>
                </a:lnTo>
                <a:lnTo>
                  <a:pt x="13" y="180"/>
                </a:lnTo>
                <a:lnTo>
                  <a:pt x="16" y="172"/>
                </a:lnTo>
                <a:lnTo>
                  <a:pt x="19" y="165"/>
                </a:lnTo>
                <a:lnTo>
                  <a:pt x="22" y="158"/>
                </a:lnTo>
                <a:lnTo>
                  <a:pt x="26" y="151"/>
                </a:lnTo>
                <a:lnTo>
                  <a:pt x="30" y="143"/>
                </a:lnTo>
                <a:lnTo>
                  <a:pt x="34" y="136"/>
                </a:lnTo>
                <a:lnTo>
                  <a:pt x="39" y="129"/>
                </a:lnTo>
                <a:lnTo>
                  <a:pt x="44" y="123"/>
                </a:lnTo>
                <a:lnTo>
                  <a:pt x="49" y="116"/>
                </a:lnTo>
                <a:lnTo>
                  <a:pt x="54" y="109"/>
                </a:lnTo>
                <a:lnTo>
                  <a:pt x="60" y="103"/>
                </a:lnTo>
                <a:lnTo>
                  <a:pt x="66" y="97"/>
                </a:lnTo>
                <a:lnTo>
                  <a:pt x="72" y="91"/>
                </a:lnTo>
                <a:lnTo>
                  <a:pt x="78" y="85"/>
                </a:lnTo>
                <a:lnTo>
                  <a:pt x="85" y="79"/>
                </a:lnTo>
                <a:lnTo>
                  <a:pt x="91" y="73"/>
                </a:lnTo>
                <a:lnTo>
                  <a:pt x="98" y="68"/>
                </a:lnTo>
                <a:lnTo>
                  <a:pt x="106" y="63"/>
                </a:lnTo>
                <a:lnTo>
                  <a:pt x="113" y="58"/>
                </a:lnTo>
                <a:lnTo>
                  <a:pt x="121" y="53"/>
                </a:lnTo>
                <a:lnTo>
                  <a:pt x="128" y="48"/>
                </a:lnTo>
                <a:lnTo>
                  <a:pt x="136" y="44"/>
                </a:lnTo>
                <a:lnTo>
                  <a:pt x="145" y="39"/>
                </a:lnTo>
                <a:lnTo>
                  <a:pt x="153" y="35"/>
                </a:lnTo>
                <a:lnTo>
                  <a:pt x="161" y="31"/>
                </a:lnTo>
                <a:lnTo>
                  <a:pt x="170" y="28"/>
                </a:lnTo>
                <a:lnTo>
                  <a:pt x="179" y="24"/>
                </a:lnTo>
                <a:lnTo>
                  <a:pt x="188" y="21"/>
                </a:lnTo>
                <a:lnTo>
                  <a:pt x="197" y="18"/>
                </a:lnTo>
                <a:lnTo>
                  <a:pt x="206" y="15"/>
                </a:lnTo>
                <a:lnTo>
                  <a:pt x="215" y="13"/>
                </a:lnTo>
                <a:lnTo>
                  <a:pt x="224" y="10"/>
                </a:lnTo>
                <a:lnTo>
                  <a:pt x="234" y="8"/>
                </a:lnTo>
                <a:lnTo>
                  <a:pt x="243" y="6"/>
                </a:lnTo>
                <a:lnTo>
                  <a:pt x="253" y="5"/>
                </a:lnTo>
                <a:lnTo>
                  <a:pt x="262" y="4"/>
                </a:lnTo>
                <a:lnTo>
                  <a:pt x="272" y="2"/>
                </a:lnTo>
                <a:lnTo>
                  <a:pt x="282" y="2"/>
                </a:lnTo>
                <a:lnTo>
                  <a:pt x="291" y="1"/>
                </a:lnTo>
                <a:lnTo>
                  <a:pt x="301" y="1"/>
                </a:lnTo>
                <a:lnTo>
                  <a:pt x="311" y="0"/>
                </a:lnTo>
                <a:lnTo>
                  <a:pt x="321" y="1"/>
                </a:lnTo>
                <a:lnTo>
                  <a:pt x="330" y="1"/>
                </a:lnTo>
                <a:lnTo>
                  <a:pt x="340" y="2"/>
                </a:lnTo>
                <a:lnTo>
                  <a:pt x="350" y="2"/>
                </a:lnTo>
                <a:lnTo>
                  <a:pt x="359" y="4"/>
                </a:lnTo>
                <a:lnTo>
                  <a:pt x="369" y="5"/>
                </a:lnTo>
                <a:lnTo>
                  <a:pt x="378" y="6"/>
                </a:lnTo>
                <a:lnTo>
                  <a:pt x="388" y="8"/>
                </a:lnTo>
                <a:lnTo>
                  <a:pt x="397" y="10"/>
                </a:lnTo>
                <a:lnTo>
                  <a:pt x="407" y="13"/>
                </a:lnTo>
                <a:lnTo>
                  <a:pt x="416" y="15"/>
                </a:lnTo>
                <a:lnTo>
                  <a:pt x="425" y="18"/>
                </a:lnTo>
                <a:lnTo>
                  <a:pt x="435" y="21"/>
                </a:lnTo>
                <a:lnTo>
                  <a:pt x="444" y="24"/>
                </a:lnTo>
                <a:lnTo>
                  <a:pt x="453" y="28"/>
                </a:lnTo>
                <a:lnTo>
                  <a:pt x="461" y="31"/>
                </a:lnTo>
                <a:lnTo>
                  <a:pt x="470" y="35"/>
                </a:lnTo>
                <a:lnTo>
                  <a:pt x="478" y="39"/>
                </a:lnTo>
                <a:lnTo>
                  <a:pt x="486" y="44"/>
                </a:lnTo>
                <a:lnTo>
                  <a:pt x="494" y="48"/>
                </a:lnTo>
                <a:lnTo>
                  <a:pt x="502" y="53"/>
                </a:lnTo>
                <a:lnTo>
                  <a:pt x="510" y="58"/>
                </a:lnTo>
                <a:lnTo>
                  <a:pt x="517" y="63"/>
                </a:lnTo>
                <a:lnTo>
                  <a:pt x="524" y="68"/>
                </a:lnTo>
                <a:lnTo>
                  <a:pt x="531" y="73"/>
                </a:lnTo>
                <a:lnTo>
                  <a:pt x="538" y="79"/>
                </a:lnTo>
                <a:lnTo>
                  <a:pt x="545" y="85"/>
                </a:lnTo>
                <a:lnTo>
                  <a:pt x="551" y="91"/>
                </a:lnTo>
                <a:lnTo>
                  <a:pt x="557" y="97"/>
                </a:lnTo>
                <a:lnTo>
                  <a:pt x="563" y="103"/>
                </a:lnTo>
                <a:lnTo>
                  <a:pt x="568" y="109"/>
                </a:lnTo>
                <a:lnTo>
                  <a:pt x="574" y="116"/>
                </a:lnTo>
                <a:lnTo>
                  <a:pt x="579" y="123"/>
                </a:lnTo>
                <a:lnTo>
                  <a:pt x="584" y="129"/>
                </a:lnTo>
                <a:lnTo>
                  <a:pt x="588" y="136"/>
                </a:lnTo>
                <a:lnTo>
                  <a:pt x="593" y="143"/>
                </a:lnTo>
                <a:lnTo>
                  <a:pt x="597" y="151"/>
                </a:lnTo>
                <a:lnTo>
                  <a:pt x="600" y="158"/>
                </a:lnTo>
                <a:lnTo>
                  <a:pt x="604" y="165"/>
                </a:lnTo>
                <a:lnTo>
                  <a:pt x="607" y="172"/>
                </a:lnTo>
                <a:lnTo>
                  <a:pt x="610" y="180"/>
                </a:lnTo>
                <a:lnTo>
                  <a:pt x="612" y="187"/>
                </a:lnTo>
                <a:lnTo>
                  <a:pt x="615" y="195"/>
                </a:lnTo>
                <a:lnTo>
                  <a:pt x="617" y="203"/>
                </a:lnTo>
                <a:lnTo>
                  <a:pt x="618" y="210"/>
                </a:lnTo>
                <a:lnTo>
                  <a:pt x="620" y="218"/>
                </a:lnTo>
                <a:lnTo>
                  <a:pt x="621" y="226"/>
                </a:lnTo>
                <a:lnTo>
                  <a:pt x="621" y="234"/>
                </a:lnTo>
                <a:lnTo>
                  <a:pt x="622" y="242"/>
                </a:lnTo>
                <a:lnTo>
                  <a:pt x="622" y="249"/>
                </a:lnTo>
                <a:close/>
              </a:path>
            </a:pathLst>
          </a:custGeom>
          <a:solidFill>
            <a:srgbClr val="ffc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4" name=""/>
          <p:cNvSpPr/>
          <p:nvPr/>
        </p:nvSpPr>
        <p:spPr>
          <a:xfrm>
            <a:off x="4866120" y="1737720"/>
            <a:ext cx="225360" cy="180720"/>
          </a:xfrm>
          <a:custGeom>
            <a:avLst/>
            <a:gdLst/>
            <a:ahLst/>
            <a:rect l="0" t="0" r="r" b="b"/>
            <a:pathLst>
              <a:path w="626" h="502">
                <a:moveTo>
                  <a:pt x="624" y="250"/>
                </a:moveTo>
                <a:lnTo>
                  <a:pt x="624" y="243"/>
                </a:lnTo>
                <a:lnTo>
                  <a:pt x="623" y="235"/>
                </a:lnTo>
                <a:lnTo>
                  <a:pt x="623" y="227"/>
                </a:lnTo>
                <a:lnTo>
                  <a:pt x="622" y="219"/>
                </a:lnTo>
                <a:lnTo>
                  <a:pt x="620" y="211"/>
                </a:lnTo>
                <a:lnTo>
                  <a:pt x="619" y="204"/>
                </a:lnTo>
                <a:lnTo>
                  <a:pt x="617" y="196"/>
                </a:lnTo>
                <a:lnTo>
                  <a:pt x="614" y="188"/>
                </a:lnTo>
                <a:lnTo>
                  <a:pt x="612" y="181"/>
                </a:lnTo>
                <a:lnTo>
                  <a:pt x="609" y="173"/>
                </a:lnTo>
                <a:lnTo>
                  <a:pt x="606" y="166"/>
                </a:lnTo>
                <a:lnTo>
                  <a:pt x="602" y="159"/>
                </a:lnTo>
                <a:lnTo>
                  <a:pt x="599" y="152"/>
                </a:lnTo>
                <a:lnTo>
                  <a:pt x="595" y="144"/>
                </a:lnTo>
                <a:lnTo>
                  <a:pt x="590" y="137"/>
                </a:lnTo>
                <a:lnTo>
                  <a:pt x="586" y="130"/>
                </a:lnTo>
                <a:lnTo>
                  <a:pt x="581" y="124"/>
                </a:lnTo>
                <a:lnTo>
                  <a:pt x="576" y="117"/>
                </a:lnTo>
                <a:lnTo>
                  <a:pt x="570" y="110"/>
                </a:lnTo>
                <a:lnTo>
                  <a:pt x="565" y="104"/>
                </a:lnTo>
                <a:lnTo>
                  <a:pt x="559" y="98"/>
                </a:lnTo>
                <a:lnTo>
                  <a:pt x="553" y="92"/>
                </a:lnTo>
                <a:lnTo>
                  <a:pt x="547" y="86"/>
                </a:lnTo>
                <a:lnTo>
                  <a:pt x="539" y="80"/>
                </a:lnTo>
                <a:lnTo>
                  <a:pt x="532" y="74"/>
                </a:lnTo>
                <a:lnTo>
                  <a:pt x="525" y="69"/>
                </a:lnTo>
                <a:lnTo>
                  <a:pt x="518" y="64"/>
                </a:lnTo>
                <a:lnTo>
                  <a:pt x="511" y="59"/>
                </a:lnTo>
                <a:lnTo>
                  <a:pt x="503" y="54"/>
                </a:lnTo>
                <a:lnTo>
                  <a:pt x="495" y="49"/>
                </a:lnTo>
                <a:lnTo>
                  <a:pt x="487" y="45"/>
                </a:lnTo>
                <a:lnTo>
                  <a:pt x="479" y="40"/>
                </a:lnTo>
                <a:lnTo>
                  <a:pt x="471" y="36"/>
                </a:lnTo>
                <a:lnTo>
                  <a:pt x="462" y="32"/>
                </a:lnTo>
                <a:lnTo>
                  <a:pt x="454" y="29"/>
                </a:lnTo>
                <a:lnTo>
                  <a:pt x="445" y="25"/>
                </a:lnTo>
                <a:lnTo>
                  <a:pt x="436" y="22"/>
                </a:lnTo>
                <a:lnTo>
                  <a:pt x="427" y="19"/>
                </a:lnTo>
                <a:lnTo>
                  <a:pt x="418" y="16"/>
                </a:lnTo>
                <a:lnTo>
                  <a:pt x="409" y="14"/>
                </a:lnTo>
                <a:lnTo>
                  <a:pt x="399" y="11"/>
                </a:lnTo>
                <a:lnTo>
                  <a:pt x="390" y="9"/>
                </a:lnTo>
                <a:lnTo>
                  <a:pt x="380" y="7"/>
                </a:lnTo>
                <a:lnTo>
                  <a:pt x="371" y="6"/>
                </a:lnTo>
                <a:lnTo>
                  <a:pt x="361" y="5"/>
                </a:lnTo>
                <a:lnTo>
                  <a:pt x="352" y="3"/>
                </a:lnTo>
                <a:lnTo>
                  <a:pt x="342" y="3"/>
                </a:lnTo>
                <a:lnTo>
                  <a:pt x="332" y="2"/>
                </a:lnTo>
                <a:lnTo>
                  <a:pt x="323" y="2"/>
                </a:lnTo>
                <a:lnTo>
                  <a:pt x="313" y="1"/>
                </a:lnTo>
                <a:lnTo>
                  <a:pt x="303" y="2"/>
                </a:lnTo>
                <a:lnTo>
                  <a:pt x="293" y="2"/>
                </a:lnTo>
                <a:lnTo>
                  <a:pt x="284" y="3"/>
                </a:lnTo>
                <a:lnTo>
                  <a:pt x="274" y="3"/>
                </a:lnTo>
                <a:lnTo>
                  <a:pt x="264" y="5"/>
                </a:lnTo>
                <a:lnTo>
                  <a:pt x="255" y="6"/>
                </a:lnTo>
                <a:lnTo>
                  <a:pt x="245" y="7"/>
                </a:lnTo>
                <a:lnTo>
                  <a:pt x="236" y="9"/>
                </a:lnTo>
                <a:lnTo>
                  <a:pt x="226" y="11"/>
                </a:lnTo>
                <a:lnTo>
                  <a:pt x="217" y="14"/>
                </a:lnTo>
                <a:lnTo>
                  <a:pt x="208" y="16"/>
                </a:lnTo>
                <a:lnTo>
                  <a:pt x="199" y="19"/>
                </a:lnTo>
                <a:lnTo>
                  <a:pt x="190" y="22"/>
                </a:lnTo>
                <a:lnTo>
                  <a:pt x="181" y="25"/>
                </a:lnTo>
                <a:lnTo>
                  <a:pt x="172" y="29"/>
                </a:lnTo>
                <a:lnTo>
                  <a:pt x="163" y="32"/>
                </a:lnTo>
                <a:lnTo>
                  <a:pt x="155" y="36"/>
                </a:lnTo>
                <a:lnTo>
                  <a:pt x="147" y="40"/>
                </a:lnTo>
                <a:lnTo>
                  <a:pt x="138" y="45"/>
                </a:lnTo>
                <a:lnTo>
                  <a:pt x="130" y="49"/>
                </a:lnTo>
                <a:lnTo>
                  <a:pt x="123" y="54"/>
                </a:lnTo>
                <a:lnTo>
                  <a:pt x="115" y="59"/>
                </a:lnTo>
                <a:lnTo>
                  <a:pt x="108" y="64"/>
                </a:lnTo>
                <a:lnTo>
                  <a:pt x="100" y="69"/>
                </a:lnTo>
                <a:lnTo>
                  <a:pt x="93" y="74"/>
                </a:lnTo>
                <a:lnTo>
                  <a:pt x="87" y="80"/>
                </a:lnTo>
                <a:lnTo>
                  <a:pt x="80" y="86"/>
                </a:lnTo>
                <a:lnTo>
                  <a:pt x="74" y="92"/>
                </a:lnTo>
                <a:lnTo>
                  <a:pt x="68" y="98"/>
                </a:lnTo>
                <a:lnTo>
                  <a:pt x="62" y="104"/>
                </a:lnTo>
                <a:lnTo>
                  <a:pt x="56" y="110"/>
                </a:lnTo>
                <a:lnTo>
                  <a:pt x="51" y="117"/>
                </a:lnTo>
                <a:lnTo>
                  <a:pt x="46" y="124"/>
                </a:lnTo>
                <a:lnTo>
                  <a:pt x="41" y="130"/>
                </a:lnTo>
                <a:lnTo>
                  <a:pt x="36" y="137"/>
                </a:lnTo>
                <a:lnTo>
                  <a:pt x="32" y="144"/>
                </a:lnTo>
                <a:lnTo>
                  <a:pt x="28" y="152"/>
                </a:lnTo>
                <a:lnTo>
                  <a:pt x="24" y="159"/>
                </a:lnTo>
                <a:lnTo>
                  <a:pt x="21" y="166"/>
                </a:lnTo>
                <a:lnTo>
                  <a:pt x="18" y="173"/>
                </a:lnTo>
                <a:lnTo>
                  <a:pt x="15" y="181"/>
                </a:lnTo>
                <a:lnTo>
                  <a:pt x="12" y="188"/>
                </a:lnTo>
                <a:lnTo>
                  <a:pt x="10" y="196"/>
                </a:lnTo>
                <a:lnTo>
                  <a:pt x="8" y="204"/>
                </a:lnTo>
                <a:lnTo>
                  <a:pt x="6" y="211"/>
                </a:lnTo>
                <a:lnTo>
                  <a:pt x="5" y="219"/>
                </a:lnTo>
                <a:lnTo>
                  <a:pt x="4" y="227"/>
                </a:lnTo>
                <a:lnTo>
                  <a:pt x="3" y="235"/>
                </a:lnTo>
                <a:lnTo>
                  <a:pt x="3" y="243"/>
                </a:lnTo>
                <a:lnTo>
                  <a:pt x="2" y="250"/>
                </a:lnTo>
                <a:lnTo>
                  <a:pt x="3" y="258"/>
                </a:lnTo>
                <a:lnTo>
                  <a:pt x="3" y="266"/>
                </a:lnTo>
                <a:lnTo>
                  <a:pt x="4" y="274"/>
                </a:lnTo>
                <a:lnTo>
                  <a:pt x="5" y="282"/>
                </a:lnTo>
                <a:lnTo>
                  <a:pt x="6" y="289"/>
                </a:lnTo>
                <a:lnTo>
                  <a:pt x="8" y="297"/>
                </a:lnTo>
                <a:lnTo>
                  <a:pt x="10" y="305"/>
                </a:lnTo>
                <a:lnTo>
                  <a:pt x="12" y="312"/>
                </a:lnTo>
                <a:lnTo>
                  <a:pt x="15" y="320"/>
                </a:lnTo>
                <a:lnTo>
                  <a:pt x="18" y="327"/>
                </a:lnTo>
                <a:lnTo>
                  <a:pt x="21" y="335"/>
                </a:lnTo>
                <a:lnTo>
                  <a:pt x="24" y="342"/>
                </a:lnTo>
                <a:lnTo>
                  <a:pt x="28" y="349"/>
                </a:lnTo>
                <a:lnTo>
                  <a:pt x="32" y="356"/>
                </a:lnTo>
                <a:lnTo>
                  <a:pt x="36" y="363"/>
                </a:lnTo>
                <a:lnTo>
                  <a:pt x="41" y="370"/>
                </a:lnTo>
                <a:lnTo>
                  <a:pt x="46" y="377"/>
                </a:lnTo>
                <a:lnTo>
                  <a:pt x="51" y="384"/>
                </a:lnTo>
                <a:lnTo>
                  <a:pt x="56" y="390"/>
                </a:lnTo>
                <a:lnTo>
                  <a:pt x="62" y="397"/>
                </a:lnTo>
                <a:lnTo>
                  <a:pt x="68" y="403"/>
                </a:lnTo>
                <a:lnTo>
                  <a:pt x="74" y="409"/>
                </a:lnTo>
                <a:lnTo>
                  <a:pt x="80" y="415"/>
                </a:lnTo>
                <a:lnTo>
                  <a:pt x="87" y="421"/>
                </a:lnTo>
                <a:lnTo>
                  <a:pt x="93" y="426"/>
                </a:lnTo>
                <a:lnTo>
                  <a:pt x="100" y="432"/>
                </a:lnTo>
                <a:lnTo>
                  <a:pt x="108" y="438"/>
                </a:lnTo>
                <a:lnTo>
                  <a:pt x="115" y="443"/>
                </a:lnTo>
                <a:lnTo>
                  <a:pt x="123" y="448"/>
                </a:lnTo>
                <a:lnTo>
                  <a:pt x="130" y="453"/>
                </a:lnTo>
                <a:lnTo>
                  <a:pt x="138" y="457"/>
                </a:lnTo>
                <a:lnTo>
                  <a:pt x="147" y="462"/>
                </a:lnTo>
                <a:lnTo>
                  <a:pt x="155" y="466"/>
                </a:lnTo>
                <a:lnTo>
                  <a:pt x="163" y="470"/>
                </a:lnTo>
                <a:lnTo>
                  <a:pt x="172" y="473"/>
                </a:lnTo>
                <a:lnTo>
                  <a:pt x="181" y="477"/>
                </a:lnTo>
                <a:lnTo>
                  <a:pt x="190" y="480"/>
                </a:lnTo>
                <a:lnTo>
                  <a:pt x="199" y="483"/>
                </a:lnTo>
                <a:lnTo>
                  <a:pt x="208" y="486"/>
                </a:lnTo>
                <a:lnTo>
                  <a:pt x="217" y="488"/>
                </a:lnTo>
                <a:lnTo>
                  <a:pt x="226" y="490"/>
                </a:lnTo>
                <a:lnTo>
                  <a:pt x="236" y="492"/>
                </a:lnTo>
                <a:lnTo>
                  <a:pt x="245" y="494"/>
                </a:lnTo>
                <a:lnTo>
                  <a:pt x="255" y="496"/>
                </a:lnTo>
                <a:lnTo>
                  <a:pt x="264" y="497"/>
                </a:lnTo>
                <a:lnTo>
                  <a:pt x="274" y="498"/>
                </a:lnTo>
                <a:lnTo>
                  <a:pt x="284" y="499"/>
                </a:lnTo>
                <a:lnTo>
                  <a:pt x="293" y="500"/>
                </a:lnTo>
                <a:lnTo>
                  <a:pt x="303" y="500"/>
                </a:lnTo>
                <a:lnTo>
                  <a:pt x="313" y="500"/>
                </a:lnTo>
                <a:lnTo>
                  <a:pt x="323" y="500"/>
                </a:lnTo>
                <a:lnTo>
                  <a:pt x="332" y="500"/>
                </a:lnTo>
                <a:lnTo>
                  <a:pt x="342" y="499"/>
                </a:lnTo>
                <a:lnTo>
                  <a:pt x="352" y="498"/>
                </a:lnTo>
                <a:lnTo>
                  <a:pt x="361" y="497"/>
                </a:lnTo>
                <a:lnTo>
                  <a:pt x="371" y="496"/>
                </a:lnTo>
                <a:lnTo>
                  <a:pt x="380" y="494"/>
                </a:lnTo>
                <a:lnTo>
                  <a:pt x="390" y="492"/>
                </a:lnTo>
                <a:lnTo>
                  <a:pt x="399" y="490"/>
                </a:lnTo>
                <a:lnTo>
                  <a:pt x="409" y="488"/>
                </a:lnTo>
                <a:lnTo>
                  <a:pt x="418" y="486"/>
                </a:lnTo>
                <a:lnTo>
                  <a:pt x="427" y="483"/>
                </a:lnTo>
                <a:lnTo>
                  <a:pt x="436" y="480"/>
                </a:lnTo>
                <a:lnTo>
                  <a:pt x="445" y="477"/>
                </a:lnTo>
                <a:lnTo>
                  <a:pt x="454" y="473"/>
                </a:lnTo>
                <a:lnTo>
                  <a:pt x="462" y="470"/>
                </a:lnTo>
                <a:lnTo>
                  <a:pt x="471" y="466"/>
                </a:lnTo>
                <a:lnTo>
                  <a:pt x="479" y="462"/>
                </a:lnTo>
                <a:lnTo>
                  <a:pt x="487" y="457"/>
                </a:lnTo>
                <a:lnTo>
                  <a:pt x="495" y="453"/>
                </a:lnTo>
                <a:lnTo>
                  <a:pt x="503" y="448"/>
                </a:lnTo>
                <a:lnTo>
                  <a:pt x="511" y="443"/>
                </a:lnTo>
                <a:lnTo>
                  <a:pt x="518" y="438"/>
                </a:lnTo>
                <a:lnTo>
                  <a:pt x="525" y="432"/>
                </a:lnTo>
                <a:lnTo>
                  <a:pt x="532" y="426"/>
                </a:lnTo>
                <a:lnTo>
                  <a:pt x="539" y="421"/>
                </a:lnTo>
                <a:lnTo>
                  <a:pt x="547" y="415"/>
                </a:lnTo>
                <a:lnTo>
                  <a:pt x="553" y="409"/>
                </a:lnTo>
                <a:lnTo>
                  <a:pt x="559" y="403"/>
                </a:lnTo>
                <a:lnTo>
                  <a:pt x="565" y="397"/>
                </a:lnTo>
                <a:lnTo>
                  <a:pt x="570" y="390"/>
                </a:lnTo>
                <a:lnTo>
                  <a:pt x="576" y="384"/>
                </a:lnTo>
                <a:lnTo>
                  <a:pt x="581" y="377"/>
                </a:lnTo>
                <a:lnTo>
                  <a:pt x="586" y="370"/>
                </a:lnTo>
                <a:lnTo>
                  <a:pt x="590" y="363"/>
                </a:lnTo>
                <a:lnTo>
                  <a:pt x="595" y="356"/>
                </a:lnTo>
                <a:lnTo>
                  <a:pt x="599" y="349"/>
                </a:lnTo>
                <a:lnTo>
                  <a:pt x="602" y="342"/>
                </a:lnTo>
                <a:lnTo>
                  <a:pt x="606" y="335"/>
                </a:lnTo>
                <a:lnTo>
                  <a:pt x="609" y="327"/>
                </a:lnTo>
                <a:lnTo>
                  <a:pt x="612" y="320"/>
                </a:lnTo>
                <a:lnTo>
                  <a:pt x="614" y="312"/>
                </a:lnTo>
                <a:lnTo>
                  <a:pt x="617" y="305"/>
                </a:lnTo>
                <a:lnTo>
                  <a:pt x="619" y="297"/>
                </a:lnTo>
                <a:lnTo>
                  <a:pt x="620" y="289"/>
                </a:lnTo>
                <a:lnTo>
                  <a:pt x="622" y="282"/>
                </a:lnTo>
                <a:lnTo>
                  <a:pt x="623" y="274"/>
                </a:lnTo>
                <a:lnTo>
                  <a:pt x="623" y="266"/>
                </a:lnTo>
                <a:lnTo>
                  <a:pt x="624" y="258"/>
                </a:lnTo>
                <a:lnTo>
                  <a:pt x="624" y="250"/>
                </a:lnTo>
                <a:moveTo>
                  <a:pt x="626" y="250"/>
                </a:moveTo>
                <a:lnTo>
                  <a:pt x="626" y="258"/>
                </a:lnTo>
                <a:lnTo>
                  <a:pt x="626" y="266"/>
                </a:lnTo>
                <a:lnTo>
                  <a:pt x="625" y="274"/>
                </a:lnTo>
                <a:lnTo>
                  <a:pt x="624" y="282"/>
                </a:lnTo>
                <a:lnTo>
                  <a:pt x="623" y="290"/>
                </a:lnTo>
                <a:lnTo>
                  <a:pt x="621" y="297"/>
                </a:lnTo>
                <a:lnTo>
                  <a:pt x="619" y="305"/>
                </a:lnTo>
                <a:lnTo>
                  <a:pt x="617" y="313"/>
                </a:lnTo>
                <a:lnTo>
                  <a:pt x="614" y="320"/>
                </a:lnTo>
                <a:lnTo>
                  <a:pt x="611" y="328"/>
                </a:lnTo>
                <a:lnTo>
                  <a:pt x="608" y="335"/>
                </a:lnTo>
                <a:lnTo>
                  <a:pt x="604" y="343"/>
                </a:lnTo>
                <a:lnTo>
                  <a:pt x="601" y="350"/>
                </a:lnTo>
                <a:lnTo>
                  <a:pt x="597" y="357"/>
                </a:lnTo>
                <a:lnTo>
                  <a:pt x="592" y="364"/>
                </a:lnTo>
                <a:lnTo>
                  <a:pt x="588" y="371"/>
                </a:lnTo>
                <a:lnTo>
                  <a:pt x="583" y="378"/>
                </a:lnTo>
                <a:lnTo>
                  <a:pt x="578" y="385"/>
                </a:lnTo>
                <a:lnTo>
                  <a:pt x="572" y="391"/>
                </a:lnTo>
                <a:lnTo>
                  <a:pt x="567" y="398"/>
                </a:lnTo>
                <a:lnTo>
                  <a:pt x="561" y="404"/>
                </a:lnTo>
                <a:lnTo>
                  <a:pt x="555" y="410"/>
                </a:lnTo>
                <a:lnTo>
                  <a:pt x="548" y="416"/>
                </a:lnTo>
                <a:lnTo>
                  <a:pt x="541" y="422"/>
                </a:lnTo>
                <a:lnTo>
                  <a:pt x="534" y="428"/>
                </a:lnTo>
                <a:lnTo>
                  <a:pt x="527" y="433"/>
                </a:lnTo>
                <a:lnTo>
                  <a:pt x="520" y="439"/>
                </a:lnTo>
                <a:lnTo>
                  <a:pt x="512" y="445"/>
                </a:lnTo>
                <a:lnTo>
                  <a:pt x="504" y="450"/>
                </a:lnTo>
                <a:lnTo>
                  <a:pt x="497" y="454"/>
                </a:lnTo>
                <a:lnTo>
                  <a:pt x="489" y="459"/>
                </a:lnTo>
                <a:lnTo>
                  <a:pt x="480" y="463"/>
                </a:lnTo>
                <a:lnTo>
                  <a:pt x="472" y="467"/>
                </a:lnTo>
                <a:lnTo>
                  <a:pt x="463" y="471"/>
                </a:lnTo>
                <a:lnTo>
                  <a:pt x="455" y="475"/>
                </a:lnTo>
                <a:lnTo>
                  <a:pt x="446" y="478"/>
                </a:lnTo>
                <a:lnTo>
                  <a:pt x="437" y="482"/>
                </a:lnTo>
                <a:lnTo>
                  <a:pt x="428" y="485"/>
                </a:lnTo>
                <a:lnTo>
                  <a:pt x="419" y="487"/>
                </a:lnTo>
                <a:lnTo>
                  <a:pt x="409" y="490"/>
                </a:lnTo>
                <a:lnTo>
                  <a:pt x="400" y="492"/>
                </a:lnTo>
                <a:lnTo>
                  <a:pt x="391" y="494"/>
                </a:lnTo>
                <a:lnTo>
                  <a:pt x="381" y="496"/>
                </a:lnTo>
                <a:lnTo>
                  <a:pt x="371" y="498"/>
                </a:lnTo>
                <a:lnTo>
                  <a:pt x="362" y="499"/>
                </a:lnTo>
                <a:lnTo>
                  <a:pt x="352" y="500"/>
                </a:lnTo>
                <a:lnTo>
                  <a:pt x="342" y="501"/>
                </a:lnTo>
                <a:lnTo>
                  <a:pt x="332" y="502"/>
                </a:lnTo>
                <a:lnTo>
                  <a:pt x="323" y="502"/>
                </a:lnTo>
                <a:lnTo>
                  <a:pt x="313" y="502"/>
                </a:lnTo>
                <a:lnTo>
                  <a:pt x="303" y="502"/>
                </a:lnTo>
                <a:lnTo>
                  <a:pt x="293" y="502"/>
                </a:lnTo>
                <a:lnTo>
                  <a:pt x="283" y="501"/>
                </a:lnTo>
                <a:lnTo>
                  <a:pt x="274" y="500"/>
                </a:lnTo>
                <a:lnTo>
                  <a:pt x="264" y="499"/>
                </a:lnTo>
                <a:lnTo>
                  <a:pt x="254" y="498"/>
                </a:lnTo>
                <a:lnTo>
                  <a:pt x="245" y="496"/>
                </a:lnTo>
                <a:lnTo>
                  <a:pt x="235" y="494"/>
                </a:lnTo>
                <a:lnTo>
                  <a:pt x="226" y="492"/>
                </a:lnTo>
                <a:lnTo>
                  <a:pt x="216" y="490"/>
                </a:lnTo>
                <a:lnTo>
                  <a:pt x="207" y="487"/>
                </a:lnTo>
                <a:lnTo>
                  <a:pt x="198" y="485"/>
                </a:lnTo>
                <a:lnTo>
                  <a:pt x="189" y="482"/>
                </a:lnTo>
                <a:lnTo>
                  <a:pt x="180" y="478"/>
                </a:lnTo>
                <a:lnTo>
                  <a:pt x="171" y="475"/>
                </a:lnTo>
                <a:lnTo>
                  <a:pt x="162" y="471"/>
                </a:lnTo>
                <a:lnTo>
                  <a:pt x="154" y="467"/>
                </a:lnTo>
                <a:lnTo>
                  <a:pt x="145" y="463"/>
                </a:lnTo>
                <a:lnTo>
                  <a:pt x="137" y="459"/>
                </a:lnTo>
                <a:lnTo>
                  <a:pt x="129" y="454"/>
                </a:lnTo>
                <a:lnTo>
                  <a:pt x="121" y="450"/>
                </a:lnTo>
                <a:lnTo>
                  <a:pt x="114" y="445"/>
                </a:lnTo>
                <a:lnTo>
                  <a:pt x="106" y="439"/>
                </a:lnTo>
                <a:lnTo>
                  <a:pt x="99" y="433"/>
                </a:lnTo>
                <a:lnTo>
                  <a:pt x="92" y="428"/>
                </a:lnTo>
                <a:lnTo>
                  <a:pt x="85" y="422"/>
                </a:lnTo>
                <a:lnTo>
                  <a:pt x="78" y="416"/>
                </a:lnTo>
                <a:lnTo>
                  <a:pt x="72" y="410"/>
                </a:lnTo>
                <a:lnTo>
                  <a:pt x="66" y="404"/>
                </a:lnTo>
                <a:lnTo>
                  <a:pt x="60" y="398"/>
                </a:lnTo>
                <a:lnTo>
                  <a:pt x="54" y="391"/>
                </a:lnTo>
                <a:lnTo>
                  <a:pt x="49" y="385"/>
                </a:lnTo>
                <a:lnTo>
                  <a:pt x="44" y="378"/>
                </a:lnTo>
                <a:lnTo>
                  <a:pt x="39" y="371"/>
                </a:lnTo>
                <a:lnTo>
                  <a:pt x="34" y="364"/>
                </a:lnTo>
                <a:lnTo>
                  <a:pt x="30" y="357"/>
                </a:lnTo>
                <a:lnTo>
                  <a:pt x="26" y="350"/>
                </a:lnTo>
                <a:lnTo>
                  <a:pt x="22" y="343"/>
                </a:lnTo>
                <a:lnTo>
                  <a:pt x="19" y="335"/>
                </a:lnTo>
                <a:lnTo>
                  <a:pt x="15" y="328"/>
                </a:lnTo>
                <a:lnTo>
                  <a:pt x="13" y="320"/>
                </a:lnTo>
                <a:lnTo>
                  <a:pt x="10" y="313"/>
                </a:lnTo>
                <a:lnTo>
                  <a:pt x="8" y="305"/>
                </a:lnTo>
                <a:lnTo>
                  <a:pt x="6" y="297"/>
                </a:lnTo>
                <a:lnTo>
                  <a:pt x="4" y="290"/>
                </a:lnTo>
                <a:lnTo>
                  <a:pt x="3" y="282"/>
                </a:lnTo>
                <a:lnTo>
                  <a:pt x="2" y="274"/>
                </a:lnTo>
                <a:lnTo>
                  <a:pt x="1" y="266"/>
                </a:lnTo>
                <a:lnTo>
                  <a:pt x="0" y="258"/>
                </a:lnTo>
                <a:lnTo>
                  <a:pt x="0" y="250"/>
                </a:lnTo>
                <a:lnTo>
                  <a:pt x="0" y="243"/>
                </a:lnTo>
                <a:lnTo>
                  <a:pt x="1" y="235"/>
                </a:lnTo>
                <a:lnTo>
                  <a:pt x="2" y="227"/>
                </a:lnTo>
                <a:lnTo>
                  <a:pt x="3" y="219"/>
                </a:lnTo>
                <a:lnTo>
                  <a:pt x="4" y="211"/>
                </a:lnTo>
                <a:lnTo>
                  <a:pt x="6" y="203"/>
                </a:lnTo>
                <a:lnTo>
                  <a:pt x="8" y="196"/>
                </a:lnTo>
                <a:lnTo>
                  <a:pt x="10" y="188"/>
                </a:lnTo>
                <a:lnTo>
                  <a:pt x="13" y="180"/>
                </a:lnTo>
                <a:lnTo>
                  <a:pt x="15" y="173"/>
                </a:lnTo>
                <a:lnTo>
                  <a:pt x="19" y="165"/>
                </a:lnTo>
                <a:lnTo>
                  <a:pt x="22" y="158"/>
                </a:lnTo>
                <a:lnTo>
                  <a:pt x="26" y="151"/>
                </a:lnTo>
                <a:lnTo>
                  <a:pt x="30" y="144"/>
                </a:lnTo>
                <a:lnTo>
                  <a:pt x="34" y="137"/>
                </a:lnTo>
                <a:lnTo>
                  <a:pt x="39" y="130"/>
                </a:lnTo>
                <a:lnTo>
                  <a:pt x="44" y="123"/>
                </a:lnTo>
                <a:lnTo>
                  <a:pt x="49" y="116"/>
                </a:lnTo>
                <a:lnTo>
                  <a:pt x="54" y="109"/>
                </a:lnTo>
                <a:lnTo>
                  <a:pt x="60" y="103"/>
                </a:lnTo>
                <a:lnTo>
                  <a:pt x="66" y="97"/>
                </a:lnTo>
                <a:lnTo>
                  <a:pt x="72" y="91"/>
                </a:lnTo>
                <a:lnTo>
                  <a:pt x="78" y="85"/>
                </a:lnTo>
                <a:lnTo>
                  <a:pt x="85" y="79"/>
                </a:lnTo>
                <a:lnTo>
                  <a:pt x="92" y="73"/>
                </a:lnTo>
                <a:lnTo>
                  <a:pt x="99" y="68"/>
                </a:lnTo>
                <a:lnTo>
                  <a:pt x="106" y="62"/>
                </a:lnTo>
                <a:lnTo>
                  <a:pt x="114" y="57"/>
                </a:lnTo>
                <a:lnTo>
                  <a:pt x="121" y="52"/>
                </a:lnTo>
                <a:lnTo>
                  <a:pt x="129" y="48"/>
                </a:lnTo>
                <a:lnTo>
                  <a:pt x="137" y="43"/>
                </a:lnTo>
                <a:lnTo>
                  <a:pt x="145" y="39"/>
                </a:lnTo>
                <a:lnTo>
                  <a:pt x="154" y="35"/>
                </a:lnTo>
                <a:lnTo>
                  <a:pt x="162" y="31"/>
                </a:lnTo>
                <a:lnTo>
                  <a:pt x="171" y="27"/>
                </a:lnTo>
                <a:lnTo>
                  <a:pt x="180" y="23"/>
                </a:lnTo>
                <a:lnTo>
                  <a:pt x="189" y="20"/>
                </a:lnTo>
                <a:lnTo>
                  <a:pt x="198" y="17"/>
                </a:lnTo>
                <a:lnTo>
                  <a:pt x="207" y="14"/>
                </a:lnTo>
                <a:lnTo>
                  <a:pt x="216" y="12"/>
                </a:lnTo>
                <a:lnTo>
                  <a:pt x="226" y="10"/>
                </a:lnTo>
                <a:lnTo>
                  <a:pt x="235" y="8"/>
                </a:lnTo>
                <a:lnTo>
                  <a:pt x="245" y="6"/>
                </a:lnTo>
                <a:lnTo>
                  <a:pt x="254" y="4"/>
                </a:lnTo>
                <a:lnTo>
                  <a:pt x="264" y="3"/>
                </a:lnTo>
                <a:lnTo>
                  <a:pt x="274" y="2"/>
                </a:lnTo>
                <a:lnTo>
                  <a:pt x="283" y="1"/>
                </a:lnTo>
                <a:lnTo>
                  <a:pt x="293" y="0"/>
                </a:lnTo>
                <a:lnTo>
                  <a:pt x="303" y="0"/>
                </a:lnTo>
                <a:lnTo>
                  <a:pt x="313" y="0"/>
                </a:lnTo>
                <a:lnTo>
                  <a:pt x="323" y="0"/>
                </a:lnTo>
                <a:lnTo>
                  <a:pt x="332" y="0"/>
                </a:lnTo>
                <a:lnTo>
                  <a:pt x="342" y="1"/>
                </a:lnTo>
                <a:lnTo>
                  <a:pt x="352" y="2"/>
                </a:lnTo>
                <a:lnTo>
                  <a:pt x="362" y="3"/>
                </a:lnTo>
                <a:lnTo>
                  <a:pt x="371" y="4"/>
                </a:lnTo>
                <a:lnTo>
                  <a:pt x="381" y="6"/>
                </a:lnTo>
                <a:lnTo>
                  <a:pt x="391" y="8"/>
                </a:lnTo>
                <a:lnTo>
                  <a:pt x="400" y="10"/>
                </a:lnTo>
                <a:lnTo>
                  <a:pt x="409" y="12"/>
                </a:lnTo>
                <a:lnTo>
                  <a:pt x="419" y="14"/>
                </a:lnTo>
                <a:lnTo>
                  <a:pt x="428" y="17"/>
                </a:lnTo>
                <a:lnTo>
                  <a:pt x="437" y="20"/>
                </a:lnTo>
                <a:lnTo>
                  <a:pt x="446" y="23"/>
                </a:lnTo>
                <a:lnTo>
                  <a:pt x="455" y="27"/>
                </a:lnTo>
                <a:lnTo>
                  <a:pt x="463" y="31"/>
                </a:lnTo>
                <a:lnTo>
                  <a:pt x="472" y="35"/>
                </a:lnTo>
                <a:lnTo>
                  <a:pt x="480" y="39"/>
                </a:lnTo>
                <a:lnTo>
                  <a:pt x="489" y="43"/>
                </a:lnTo>
                <a:lnTo>
                  <a:pt x="497" y="48"/>
                </a:lnTo>
                <a:lnTo>
                  <a:pt x="504" y="52"/>
                </a:lnTo>
                <a:lnTo>
                  <a:pt x="512" y="57"/>
                </a:lnTo>
                <a:lnTo>
                  <a:pt x="520" y="62"/>
                </a:lnTo>
                <a:lnTo>
                  <a:pt x="527" y="68"/>
                </a:lnTo>
                <a:lnTo>
                  <a:pt x="534" y="73"/>
                </a:lnTo>
                <a:lnTo>
                  <a:pt x="541" y="79"/>
                </a:lnTo>
                <a:lnTo>
                  <a:pt x="548" y="85"/>
                </a:lnTo>
                <a:lnTo>
                  <a:pt x="555" y="91"/>
                </a:lnTo>
                <a:lnTo>
                  <a:pt x="561" y="97"/>
                </a:lnTo>
                <a:lnTo>
                  <a:pt x="567" y="103"/>
                </a:lnTo>
                <a:lnTo>
                  <a:pt x="572" y="109"/>
                </a:lnTo>
                <a:lnTo>
                  <a:pt x="578" y="116"/>
                </a:lnTo>
                <a:lnTo>
                  <a:pt x="583" y="123"/>
                </a:lnTo>
                <a:lnTo>
                  <a:pt x="588" y="130"/>
                </a:lnTo>
                <a:lnTo>
                  <a:pt x="592" y="137"/>
                </a:lnTo>
                <a:lnTo>
                  <a:pt x="597" y="144"/>
                </a:lnTo>
                <a:lnTo>
                  <a:pt x="601" y="151"/>
                </a:lnTo>
                <a:lnTo>
                  <a:pt x="604" y="158"/>
                </a:lnTo>
                <a:lnTo>
                  <a:pt x="608" y="165"/>
                </a:lnTo>
                <a:lnTo>
                  <a:pt x="611" y="173"/>
                </a:lnTo>
                <a:lnTo>
                  <a:pt x="614" y="180"/>
                </a:lnTo>
                <a:lnTo>
                  <a:pt x="617" y="188"/>
                </a:lnTo>
                <a:lnTo>
                  <a:pt x="619" y="196"/>
                </a:lnTo>
                <a:lnTo>
                  <a:pt x="621" y="203"/>
                </a:lnTo>
                <a:lnTo>
                  <a:pt x="623" y="211"/>
                </a:lnTo>
                <a:lnTo>
                  <a:pt x="624" y="219"/>
                </a:lnTo>
                <a:lnTo>
                  <a:pt x="625" y="227"/>
                </a:lnTo>
                <a:lnTo>
                  <a:pt x="626" y="235"/>
                </a:lnTo>
                <a:lnTo>
                  <a:pt x="626" y="243"/>
                </a:lnTo>
                <a:lnTo>
                  <a:pt x="626" y="250"/>
                </a:lnTo>
                <a:close/>
              </a:path>
            </a:pathLst>
          </a:custGeom>
          <a:solidFill>
            <a:srgbClr val="ffcf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5" name=""/>
          <p:cNvSpPr/>
          <p:nvPr/>
        </p:nvSpPr>
        <p:spPr>
          <a:xfrm>
            <a:off x="4865400" y="1737000"/>
            <a:ext cx="227160" cy="182160"/>
          </a:xfrm>
          <a:custGeom>
            <a:avLst/>
            <a:gdLst/>
            <a:ahLst/>
            <a:rect l="0" t="0" r="r" b="b"/>
            <a:pathLst>
              <a:path w="631" h="506">
                <a:moveTo>
                  <a:pt x="628" y="252"/>
                </a:moveTo>
                <a:lnTo>
                  <a:pt x="628" y="245"/>
                </a:lnTo>
                <a:lnTo>
                  <a:pt x="628" y="237"/>
                </a:lnTo>
                <a:lnTo>
                  <a:pt x="627" y="229"/>
                </a:lnTo>
                <a:lnTo>
                  <a:pt x="626" y="221"/>
                </a:lnTo>
                <a:lnTo>
                  <a:pt x="625" y="213"/>
                </a:lnTo>
                <a:lnTo>
                  <a:pt x="623" y="205"/>
                </a:lnTo>
                <a:lnTo>
                  <a:pt x="621" y="198"/>
                </a:lnTo>
                <a:lnTo>
                  <a:pt x="619" y="190"/>
                </a:lnTo>
                <a:lnTo>
                  <a:pt x="616" y="182"/>
                </a:lnTo>
                <a:lnTo>
                  <a:pt x="613" y="175"/>
                </a:lnTo>
                <a:lnTo>
                  <a:pt x="610" y="167"/>
                </a:lnTo>
                <a:lnTo>
                  <a:pt x="606" y="160"/>
                </a:lnTo>
                <a:lnTo>
                  <a:pt x="603" y="153"/>
                </a:lnTo>
                <a:lnTo>
                  <a:pt x="599" y="146"/>
                </a:lnTo>
                <a:lnTo>
                  <a:pt x="594" y="139"/>
                </a:lnTo>
                <a:lnTo>
                  <a:pt x="590" y="132"/>
                </a:lnTo>
                <a:lnTo>
                  <a:pt x="585" y="125"/>
                </a:lnTo>
                <a:lnTo>
                  <a:pt x="580" y="118"/>
                </a:lnTo>
                <a:lnTo>
                  <a:pt x="574" y="111"/>
                </a:lnTo>
                <a:lnTo>
                  <a:pt x="569" y="105"/>
                </a:lnTo>
                <a:lnTo>
                  <a:pt x="563" y="99"/>
                </a:lnTo>
                <a:lnTo>
                  <a:pt x="557" y="93"/>
                </a:lnTo>
                <a:lnTo>
                  <a:pt x="550" y="87"/>
                </a:lnTo>
                <a:lnTo>
                  <a:pt x="544" y="81"/>
                </a:lnTo>
                <a:lnTo>
                  <a:pt x="537" y="75"/>
                </a:lnTo>
                <a:lnTo>
                  <a:pt x="530" y="70"/>
                </a:lnTo>
                <a:lnTo>
                  <a:pt x="523" y="64"/>
                </a:lnTo>
                <a:lnTo>
                  <a:pt x="515" y="59"/>
                </a:lnTo>
                <a:lnTo>
                  <a:pt x="507" y="54"/>
                </a:lnTo>
                <a:lnTo>
                  <a:pt x="500" y="50"/>
                </a:lnTo>
                <a:lnTo>
                  <a:pt x="492" y="45"/>
                </a:lnTo>
                <a:lnTo>
                  <a:pt x="483" y="41"/>
                </a:lnTo>
                <a:lnTo>
                  <a:pt x="475" y="37"/>
                </a:lnTo>
                <a:lnTo>
                  <a:pt x="466" y="33"/>
                </a:lnTo>
                <a:lnTo>
                  <a:pt x="458" y="29"/>
                </a:lnTo>
                <a:lnTo>
                  <a:pt x="449" y="25"/>
                </a:lnTo>
                <a:lnTo>
                  <a:pt x="440" y="22"/>
                </a:lnTo>
                <a:lnTo>
                  <a:pt x="431" y="19"/>
                </a:lnTo>
                <a:lnTo>
                  <a:pt x="422" y="16"/>
                </a:lnTo>
                <a:lnTo>
                  <a:pt x="412" y="14"/>
                </a:lnTo>
                <a:lnTo>
                  <a:pt x="403" y="12"/>
                </a:lnTo>
                <a:lnTo>
                  <a:pt x="394" y="10"/>
                </a:lnTo>
                <a:lnTo>
                  <a:pt x="384" y="8"/>
                </a:lnTo>
                <a:lnTo>
                  <a:pt x="374" y="6"/>
                </a:lnTo>
                <a:lnTo>
                  <a:pt x="365" y="5"/>
                </a:lnTo>
                <a:lnTo>
                  <a:pt x="355" y="4"/>
                </a:lnTo>
                <a:lnTo>
                  <a:pt x="345" y="3"/>
                </a:lnTo>
                <a:lnTo>
                  <a:pt x="335" y="2"/>
                </a:lnTo>
                <a:lnTo>
                  <a:pt x="326" y="2"/>
                </a:lnTo>
                <a:lnTo>
                  <a:pt x="316" y="2"/>
                </a:lnTo>
                <a:lnTo>
                  <a:pt x="306" y="2"/>
                </a:lnTo>
                <a:lnTo>
                  <a:pt x="296" y="2"/>
                </a:lnTo>
                <a:lnTo>
                  <a:pt x="286" y="3"/>
                </a:lnTo>
                <a:lnTo>
                  <a:pt x="277" y="4"/>
                </a:lnTo>
                <a:lnTo>
                  <a:pt x="267" y="5"/>
                </a:lnTo>
                <a:lnTo>
                  <a:pt x="257" y="6"/>
                </a:lnTo>
                <a:lnTo>
                  <a:pt x="248" y="8"/>
                </a:lnTo>
                <a:lnTo>
                  <a:pt x="238" y="10"/>
                </a:lnTo>
                <a:lnTo>
                  <a:pt x="229" y="12"/>
                </a:lnTo>
                <a:lnTo>
                  <a:pt x="219" y="14"/>
                </a:lnTo>
                <a:lnTo>
                  <a:pt x="210" y="16"/>
                </a:lnTo>
                <a:lnTo>
                  <a:pt x="201" y="19"/>
                </a:lnTo>
                <a:lnTo>
                  <a:pt x="192" y="22"/>
                </a:lnTo>
                <a:lnTo>
                  <a:pt x="183" y="25"/>
                </a:lnTo>
                <a:lnTo>
                  <a:pt x="174" y="29"/>
                </a:lnTo>
                <a:lnTo>
                  <a:pt x="165" y="33"/>
                </a:lnTo>
                <a:lnTo>
                  <a:pt x="157" y="37"/>
                </a:lnTo>
                <a:lnTo>
                  <a:pt x="148" y="41"/>
                </a:lnTo>
                <a:lnTo>
                  <a:pt x="140" y="45"/>
                </a:lnTo>
                <a:lnTo>
                  <a:pt x="132" y="50"/>
                </a:lnTo>
                <a:lnTo>
                  <a:pt x="124" y="54"/>
                </a:lnTo>
                <a:lnTo>
                  <a:pt x="117" y="59"/>
                </a:lnTo>
                <a:lnTo>
                  <a:pt x="109" y="64"/>
                </a:lnTo>
                <a:lnTo>
                  <a:pt x="102" y="70"/>
                </a:lnTo>
                <a:lnTo>
                  <a:pt x="95" y="75"/>
                </a:lnTo>
                <a:lnTo>
                  <a:pt x="88" y="81"/>
                </a:lnTo>
                <a:lnTo>
                  <a:pt x="81" y="87"/>
                </a:lnTo>
                <a:lnTo>
                  <a:pt x="75" y="93"/>
                </a:lnTo>
                <a:lnTo>
                  <a:pt x="69" y="99"/>
                </a:lnTo>
                <a:lnTo>
                  <a:pt x="63" y="105"/>
                </a:lnTo>
                <a:lnTo>
                  <a:pt x="57" y="111"/>
                </a:lnTo>
                <a:lnTo>
                  <a:pt x="52" y="118"/>
                </a:lnTo>
                <a:lnTo>
                  <a:pt x="47" y="125"/>
                </a:lnTo>
                <a:lnTo>
                  <a:pt x="42" y="132"/>
                </a:lnTo>
                <a:lnTo>
                  <a:pt x="37" y="139"/>
                </a:lnTo>
                <a:lnTo>
                  <a:pt x="33" y="146"/>
                </a:lnTo>
                <a:lnTo>
                  <a:pt x="29" y="153"/>
                </a:lnTo>
                <a:lnTo>
                  <a:pt x="25" y="160"/>
                </a:lnTo>
                <a:lnTo>
                  <a:pt x="22" y="167"/>
                </a:lnTo>
                <a:lnTo>
                  <a:pt x="18" y="175"/>
                </a:lnTo>
                <a:lnTo>
                  <a:pt x="16" y="182"/>
                </a:lnTo>
                <a:lnTo>
                  <a:pt x="13" y="190"/>
                </a:lnTo>
                <a:lnTo>
                  <a:pt x="11" y="198"/>
                </a:lnTo>
                <a:lnTo>
                  <a:pt x="8" y="205"/>
                </a:lnTo>
                <a:lnTo>
                  <a:pt x="6" y="213"/>
                </a:lnTo>
                <a:lnTo>
                  <a:pt x="5" y="221"/>
                </a:lnTo>
                <a:lnTo>
                  <a:pt x="4" y="229"/>
                </a:lnTo>
                <a:lnTo>
                  <a:pt x="3" y="237"/>
                </a:lnTo>
                <a:lnTo>
                  <a:pt x="2" y="245"/>
                </a:lnTo>
                <a:lnTo>
                  <a:pt x="2" y="252"/>
                </a:lnTo>
                <a:lnTo>
                  <a:pt x="2" y="260"/>
                </a:lnTo>
                <a:lnTo>
                  <a:pt x="3" y="268"/>
                </a:lnTo>
                <a:lnTo>
                  <a:pt x="4" y="276"/>
                </a:lnTo>
                <a:lnTo>
                  <a:pt x="5" y="284"/>
                </a:lnTo>
                <a:lnTo>
                  <a:pt x="6" y="292"/>
                </a:lnTo>
                <a:lnTo>
                  <a:pt x="8" y="299"/>
                </a:lnTo>
                <a:lnTo>
                  <a:pt x="11" y="307"/>
                </a:lnTo>
                <a:lnTo>
                  <a:pt x="13" y="315"/>
                </a:lnTo>
                <a:lnTo>
                  <a:pt x="16" y="322"/>
                </a:lnTo>
                <a:lnTo>
                  <a:pt x="18" y="330"/>
                </a:lnTo>
                <a:lnTo>
                  <a:pt x="22" y="337"/>
                </a:lnTo>
                <a:lnTo>
                  <a:pt x="25" y="345"/>
                </a:lnTo>
                <a:lnTo>
                  <a:pt x="29" y="352"/>
                </a:lnTo>
                <a:lnTo>
                  <a:pt x="33" y="359"/>
                </a:lnTo>
                <a:lnTo>
                  <a:pt x="37" y="366"/>
                </a:lnTo>
                <a:lnTo>
                  <a:pt x="42" y="373"/>
                </a:lnTo>
                <a:lnTo>
                  <a:pt x="47" y="380"/>
                </a:lnTo>
                <a:lnTo>
                  <a:pt x="52" y="387"/>
                </a:lnTo>
                <a:lnTo>
                  <a:pt x="57" y="393"/>
                </a:lnTo>
                <a:lnTo>
                  <a:pt x="63" y="400"/>
                </a:lnTo>
                <a:lnTo>
                  <a:pt x="69" y="406"/>
                </a:lnTo>
                <a:lnTo>
                  <a:pt x="75" y="412"/>
                </a:lnTo>
                <a:lnTo>
                  <a:pt x="81" y="418"/>
                </a:lnTo>
                <a:lnTo>
                  <a:pt x="88" y="424"/>
                </a:lnTo>
                <a:lnTo>
                  <a:pt x="95" y="430"/>
                </a:lnTo>
                <a:lnTo>
                  <a:pt x="102" y="435"/>
                </a:lnTo>
                <a:lnTo>
                  <a:pt x="109" y="440"/>
                </a:lnTo>
                <a:lnTo>
                  <a:pt x="117" y="446"/>
                </a:lnTo>
                <a:lnTo>
                  <a:pt x="124" y="451"/>
                </a:lnTo>
                <a:lnTo>
                  <a:pt x="132" y="455"/>
                </a:lnTo>
                <a:lnTo>
                  <a:pt x="140" y="460"/>
                </a:lnTo>
                <a:lnTo>
                  <a:pt x="148" y="464"/>
                </a:lnTo>
                <a:lnTo>
                  <a:pt x="157" y="468"/>
                </a:lnTo>
                <a:lnTo>
                  <a:pt x="165" y="472"/>
                </a:lnTo>
                <a:lnTo>
                  <a:pt x="174" y="476"/>
                </a:lnTo>
                <a:lnTo>
                  <a:pt x="183" y="480"/>
                </a:lnTo>
                <a:lnTo>
                  <a:pt x="192" y="484"/>
                </a:lnTo>
                <a:lnTo>
                  <a:pt x="201" y="487"/>
                </a:lnTo>
                <a:lnTo>
                  <a:pt x="210" y="489"/>
                </a:lnTo>
                <a:lnTo>
                  <a:pt x="219" y="492"/>
                </a:lnTo>
                <a:lnTo>
                  <a:pt x="229" y="494"/>
                </a:lnTo>
                <a:lnTo>
                  <a:pt x="238" y="496"/>
                </a:lnTo>
                <a:lnTo>
                  <a:pt x="248" y="498"/>
                </a:lnTo>
                <a:lnTo>
                  <a:pt x="257" y="500"/>
                </a:lnTo>
                <a:lnTo>
                  <a:pt x="267" y="501"/>
                </a:lnTo>
                <a:lnTo>
                  <a:pt x="277" y="502"/>
                </a:lnTo>
                <a:lnTo>
                  <a:pt x="286" y="503"/>
                </a:lnTo>
                <a:lnTo>
                  <a:pt x="296" y="504"/>
                </a:lnTo>
                <a:lnTo>
                  <a:pt x="306" y="504"/>
                </a:lnTo>
                <a:lnTo>
                  <a:pt x="316" y="504"/>
                </a:lnTo>
                <a:lnTo>
                  <a:pt x="326" y="504"/>
                </a:lnTo>
                <a:lnTo>
                  <a:pt x="335" y="504"/>
                </a:lnTo>
                <a:lnTo>
                  <a:pt x="345" y="503"/>
                </a:lnTo>
                <a:lnTo>
                  <a:pt x="355" y="502"/>
                </a:lnTo>
                <a:lnTo>
                  <a:pt x="365" y="501"/>
                </a:lnTo>
                <a:lnTo>
                  <a:pt x="374" y="500"/>
                </a:lnTo>
                <a:lnTo>
                  <a:pt x="384" y="498"/>
                </a:lnTo>
                <a:lnTo>
                  <a:pt x="394" y="496"/>
                </a:lnTo>
                <a:lnTo>
                  <a:pt x="403" y="494"/>
                </a:lnTo>
                <a:lnTo>
                  <a:pt x="412" y="492"/>
                </a:lnTo>
                <a:lnTo>
                  <a:pt x="422" y="489"/>
                </a:lnTo>
                <a:lnTo>
                  <a:pt x="431" y="487"/>
                </a:lnTo>
                <a:lnTo>
                  <a:pt x="440" y="484"/>
                </a:lnTo>
                <a:lnTo>
                  <a:pt x="449" y="480"/>
                </a:lnTo>
                <a:lnTo>
                  <a:pt x="458" y="476"/>
                </a:lnTo>
                <a:lnTo>
                  <a:pt x="466" y="472"/>
                </a:lnTo>
                <a:lnTo>
                  <a:pt x="475" y="468"/>
                </a:lnTo>
                <a:lnTo>
                  <a:pt x="483" y="464"/>
                </a:lnTo>
                <a:lnTo>
                  <a:pt x="492" y="460"/>
                </a:lnTo>
                <a:lnTo>
                  <a:pt x="500" y="455"/>
                </a:lnTo>
                <a:lnTo>
                  <a:pt x="507" y="451"/>
                </a:lnTo>
                <a:lnTo>
                  <a:pt x="515" y="446"/>
                </a:lnTo>
                <a:lnTo>
                  <a:pt x="523" y="440"/>
                </a:lnTo>
                <a:lnTo>
                  <a:pt x="530" y="435"/>
                </a:lnTo>
                <a:lnTo>
                  <a:pt x="537" y="430"/>
                </a:lnTo>
                <a:lnTo>
                  <a:pt x="544" y="424"/>
                </a:lnTo>
                <a:lnTo>
                  <a:pt x="550" y="418"/>
                </a:lnTo>
                <a:lnTo>
                  <a:pt x="557" y="412"/>
                </a:lnTo>
                <a:lnTo>
                  <a:pt x="563" y="406"/>
                </a:lnTo>
                <a:lnTo>
                  <a:pt x="569" y="400"/>
                </a:lnTo>
                <a:lnTo>
                  <a:pt x="574" y="393"/>
                </a:lnTo>
                <a:lnTo>
                  <a:pt x="580" y="387"/>
                </a:lnTo>
                <a:lnTo>
                  <a:pt x="585" y="380"/>
                </a:lnTo>
                <a:lnTo>
                  <a:pt x="590" y="373"/>
                </a:lnTo>
                <a:lnTo>
                  <a:pt x="594" y="366"/>
                </a:lnTo>
                <a:lnTo>
                  <a:pt x="599" y="359"/>
                </a:lnTo>
                <a:lnTo>
                  <a:pt x="603" y="352"/>
                </a:lnTo>
                <a:lnTo>
                  <a:pt x="606" y="345"/>
                </a:lnTo>
                <a:lnTo>
                  <a:pt x="610" y="337"/>
                </a:lnTo>
                <a:lnTo>
                  <a:pt x="613" y="330"/>
                </a:lnTo>
                <a:lnTo>
                  <a:pt x="616" y="322"/>
                </a:lnTo>
                <a:lnTo>
                  <a:pt x="619" y="315"/>
                </a:lnTo>
                <a:lnTo>
                  <a:pt x="621" y="307"/>
                </a:lnTo>
                <a:lnTo>
                  <a:pt x="623" y="299"/>
                </a:lnTo>
                <a:lnTo>
                  <a:pt x="625" y="292"/>
                </a:lnTo>
                <a:lnTo>
                  <a:pt x="626" y="284"/>
                </a:lnTo>
                <a:lnTo>
                  <a:pt x="627" y="276"/>
                </a:lnTo>
                <a:lnTo>
                  <a:pt x="628" y="268"/>
                </a:lnTo>
                <a:lnTo>
                  <a:pt x="628" y="260"/>
                </a:lnTo>
                <a:lnTo>
                  <a:pt x="628" y="252"/>
                </a:lnTo>
                <a:moveTo>
                  <a:pt x="631" y="252"/>
                </a:moveTo>
                <a:lnTo>
                  <a:pt x="631" y="260"/>
                </a:lnTo>
                <a:lnTo>
                  <a:pt x="630" y="268"/>
                </a:lnTo>
                <a:lnTo>
                  <a:pt x="629" y="276"/>
                </a:lnTo>
                <a:lnTo>
                  <a:pt x="628" y="284"/>
                </a:lnTo>
                <a:lnTo>
                  <a:pt x="627" y="292"/>
                </a:lnTo>
                <a:lnTo>
                  <a:pt x="625" y="300"/>
                </a:lnTo>
                <a:lnTo>
                  <a:pt x="623" y="307"/>
                </a:lnTo>
                <a:lnTo>
                  <a:pt x="621" y="315"/>
                </a:lnTo>
                <a:lnTo>
                  <a:pt x="618" y="323"/>
                </a:lnTo>
                <a:lnTo>
                  <a:pt x="615" y="330"/>
                </a:lnTo>
                <a:lnTo>
                  <a:pt x="612" y="338"/>
                </a:lnTo>
                <a:lnTo>
                  <a:pt x="609" y="345"/>
                </a:lnTo>
                <a:lnTo>
                  <a:pt x="605" y="353"/>
                </a:lnTo>
                <a:lnTo>
                  <a:pt x="601" y="360"/>
                </a:lnTo>
                <a:lnTo>
                  <a:pt x="596" y="367"/>
                </a:lnTo>
                <a:lnTo>
                  <a:pt x="592" y="374"/>
                </a:lnTo>
                <a:lnTo>
                  <a:pt x="587" y="381"/>
                </a:lnTo>
                <a:lnTo>
                  <a:pt x="582" y="388"/>
                </a:lnTo>
                <a:lnTo>
                  <a:pt x="576" y="394"/>
                </a:lnTo>
                <a:lnTo>
                  <a:pt x="571" y="401"/>
                </a:lnTo>
                <a:lnTo>
                  <a:pt x="565" y="407"/>
                </a:lnTo>
                <a:lnTo>
                  <a:pt x="558" y="413"/>
                </a:lnTo>
                <a:lnTo>
                  <a:pt x="552" y="419"/>
                </a:lnTo>
                <a:lnTo>
                  <a:pt x="545" y="425"/>
                </a:lnTo>
                <a:lnTo>
                  <a:pt x="538" y="431"/>
                </a:lnTo>
                <a:lnTo>
                  <a:pt x="531" y="437"/>
                </a:lnTo>
                <a:lnTo>
                  <a:pt x="524" y="442"/>
                </a:lnTo>
                <a:lnTo>
                  <a:pt x="517" y="447"/>
                </a:lnTo>
                <a:lnTo>
                  <a:pt x="509" y="452"/>
                </a:lnTo>
                <a:lnTo>
                  <a:pt x="501" y="457"/>
                </a:lnTo>
                <a:lnTo>
                  <a:pt x="493" y="461"/>
                </a:lnTo>
                <a:lnTo>
                  <a:pt x="485" y="466"/>
                </a:lnTo>
                <a:lnTo>
                  <a:pt x="476" y="470"/>
                </a:lnTo>
                <a:lnTo>
                  <a:pt x="468" y="474"/>
                </a:lnTo>
                <a:lnTo>
                  <a:pt x="459" y="477"/>
                </a:lnTo>
                <a:lnTo>
                  <a:pt x="450" y="482"/>
                </a:lnTo>
                <a:lnTo>
                  <a:pt x="441" y="485"/>
                </a:lnTo>
                <a:lnTo>
                  <a:pt x="432" y="488"/>
                </a:lnTo>
                <a:lnTo>
                  <a:pt x="422" y="491"/>
                </a:lnTo>
                <a:lnTo>
                  <a:pt x="413" y="494"/>
                </a:lnTo>
                <a:lnTo>
                  <a:pt x="404" y="496"/>
                </a:lnTo>
                <a:lnTo>
                  <a:pt x="394" y="498"/>
                </a:lnTo>
                <a:lnTo>
                  <a:pt x="384" y="500"/>
                </a:lnTo>
                <a:lnTo>
                  <a:pt x="375" y="502"/>
                </a:lnTo>
                <a:lnTo>
                  <a:pt x="365" y="503"/>
                </a:lnTo>
                <a:lnTo>
                  <a:pt x="355" y="504"/>
                </a:lnTo>
                <a:lnTo>
                  <a:pt x="345" y="505"/>
                </a:lnTo>
                <a:lnTo>
                  <a:pt x="336" y="505"/>
                </a:lnTo>
                <a:lnTo>
                  <a:pt x="326" y="506"/>
                </a:lnTo>
                <a:lnTo>
                  <a:pt x="316" y="506"/>
                </a:lnTo>
                <a:lnTo>
                  <a:pt x="306" y="506"/>
                </a:lnTo>
                <a:lnTo>
                  <a:pt x="296" y="505"/>
                </a:lnTo>
                <a:lnTo>
                  <a:pt x="286" y="505"/>
                </a:lnTo>
                <a:lnTo>
                  <a:pt x="276" y="504"/>
                </a:lnTo>
                <a:lnTo>
                  <a:pt x="267" y="503"/>
                </a:lnTo>
                <a:lnTo>
                  <a:pt x="257" y="502"/>
                </a:lnTo>
                <a:lnTo>
                  <a:pt x="247" y="500"/>
                </a:lnTo>
                <a:lnTo>
                  <a:pt x="237" y="498"/>
                </a:lnTo>
                <a:lnTo>
                  <a:pt x="228" y="496"/>
                </a:lnTo>
                <a:lnTo>
                  <a:pt x="218" y="494"/>
                </a:lnTo>
                <a:lnTo>
                  <a:pt x="209" y="491"/>
                </a:lnTo>
                <a:lnTo>
                  <a:pt x="200" y="488"/>
                </a:lnTo>
                <a:lnTo>
                  <a:pt x="191" y="485"/>
                </a:lnTo>
                <a:lnTo>
                  <a:pt x="182" y="482"/>
                </a:lnTo>
                <a:lnTo>
                  <a:pt x="173" y="477"/>
                </a:lnTo>
                <a:lnTo>
                  <a:pt x="164" y="474"/>
                </a:lnTo>
                <a:lnTo>
                  <a:pt x="156" y="470"/>
                </a:lnTo>
                <a:lnTo>
                  <a:pt x="147" y="466"/>
                </a:lnTo>
                <a:lnTo>
                  <a:pt x="139" y="461"/>
                </a:lnTo>
                <a:lnTo>
                  <a:pt x="131" y="457"/>
                </a:lnTo>
                <a:lnTo>
                  <a:pt x="123" y="452"/>
                </a:lnTo>
                <a:lnTo>
                  <a:pt x="115" y="447"/>
                </a:lnTo>
                <a:lnTo>
                  <a:pt x="108" y="442"/>
                </a:lnTo>
                <a:lnTo>
                  <a:pt x="100" y="437"/>
                </a:lnTo>
                <a:lnTo>
                  <a:pt x="93" y="431"/>
                </a:lnTo>
                <a:lnTo>
                  <a:pt x="86" y="425"/>
                </a:lnTo>
                <a:lnTo>
                  <a:pt x="80" y="419"/>
                </a:lnTo>
                <a:lnTo>
                  <a:pt x="73" y="413"/>
                </a:lnTo>
                <a:lnTo>
                  <a:pt x="67" y="407"/>
                </a:lnTo>
                <a:lnTo>
                  <a:pt x="61" y="401"/>
                </a:lnTo>
                <a:lnTo>
                  <a:pt x="55" y="394"/>
                </a:lnTo>
                <a:lnTo>
                  <a:pt x="50" y="388"/>
                </a:lnTo>
                <a:lnTo>
                  <a:pt x="45" y="381"/>
                </a:lnTo>
                <a:lnTo>
                  <a:pt x="40" y="374"/>
                </a:lnTo>
                <a:lnTo>
                  <a:pt x="35" y="367"/>
                </a:lnTo>
                <a:lnTo>
                  <a:pt x="31" y="360"/>
                </a:lnTo>
                <a:lnTo>
                  <a:pt x="27" y="353"/>
                </a:lnTo>
                <a:lnTo>
                  <a:pt x="23" y="345"/>
                </a:lnTo>
                <a:lnTo>
                  <a:pt x="20" y="338"/>
                </a:lnTo>
                <a:lnTo>
                  <a:pt x="16" y="330"/>
                </a:lnTo>
                <a:lnTo>
                  <a:pt x="13" y="323"/>
                </a:lnTo>
                <a:lnTo>
                  <a:pt x="11" y="315"/>
                </a:lnTo>
                <a:lnTo>
                  <a:pt x="7" y="307"/>
                </a:lnTo>
                <a:lnTo>
                  <a:pt x="5" y="300"/>
                </a:lnTo>
                <a:lnTo>
                  <a:pt x="4" y="292"/>
                </a:lnTo>
                <a:lnTo>
                  <a:pt x="2" y="284"/>
                </a:lnTo>
                <a:lnTo>
                  <a:pt x="1" y="276"/>
                </a:lnTo>
                <a:lnTo>
                  <a:pt x="1" y="268"/>
                </a:lnTo>
                <a:lnTo>
                  <a:pt x="0" y="260"/>
                </a:lnTo>
                <a:lnTo>
                  <a:pt x="0" y="252"/>
                </a:lnTo>
                <a:lnTo>
                  <a:pt x="0" y="244"/>
                </a:lnTo>
                <a:lnTo>
                  <a:pt x="1" y="237"/>
                </a:lnTo>
                <a:lnTo>
                  <a:pt x="1" y="229"/>
                </a:lnTo>
                <a:lnTo>
                  <a:pt x="2" y="221"/>
                </a:lnTo>
                <a:lnTo>
                  <a:pt x="4" y="213"/>
                </a:lnTo>
                <a:lnTo>
                  <a:pt x="5" y="205"/>
                </a:lnTo>
                <a:lnTo>
                  <a:pt x="7" y="197"/>
                </a:lnTo>
                <a:lnTo>
                  <a:pt x="11" y="190"/>
                </a:lnTo>
                <a:lnTo>
                  <a:pt x="13" y="182"/>
                </a:lnTo>
                <a:lnTo>
                  <a:pt x="16" y="174"/>
                </a:lnTo>
                <a:lnTo>
                  <a:pt x="20" y="167"/>
                </a:lnTo>
                <a:lnTo>
                  <a:pt x="23" y="159"/>
                </a:lnTo>
                <a:lnTo>
                  <a:pt x="27" y="152"/>
                </a:lnTo>
                <a:lnTo>
                  <a:pt x="31" y="145"/>
                </a:lnTo>
                <a:lnTo>
                  <a:pt x="35" y="138"/>
                </a:lnTo>
                <a:lnTo>
                  <a:pt x="40" y="131"/>
                </a:lnTo>
                <a:lnTo>
                  <a:pt x="45" y="124"/>
                </a:lnTo>
                <a:lnTo>
                  <a:pt x="50" y="117"/>
                </a:lnTo>
                <a:lnTo>
                  <a:pt x="55" y="110"/>
                </a:lnTo>
                <a:lnTo>
                  <a:pt x="61" y="104"/>
                </a:lnTo>
                <a:lnTo>
                  <a:pt x="67" y="98"/>
                </a:lnTo>
                <a:lnTo>
                  <a:pt x="73" y="91"/>
                </a:lnTo>
                <a:lnTo>
                  <a:pt x="80" y="85"/>
                </a:lnTo>
                <a:lnTo>
                  <a:pt x="86" y="79"/>
                </a:lnTo>
                <a:lnTo>
                  <a:pt x="93" y="74"/>
                </a:lnTo>
                <a:lnTo>
                  <a:pt x="100" y="68"/>
                </a:lnTo>
                <a:lnTo>
                  <a:pt x="108" y="63"/>
                </a:lnTo>
                <a:lnTo>
                  <a:pt x="115" y="58"/>
                </a:lnTo>
                <a:lnTo>
                  <a:pt x="123" y="53"/>
                </a:lnTo>
                <a:lnTo>
                  <a:pt x="131" y="48"/>
                </a:lnTo>
                <a:lnTo>
                  <a:pt x="139" y="43"/>
                </a:lnTo>
                <a:lnTo>
                  <a:pt x="147" y="39"/>
                </a:lnTo>
                <a:lnTo>
                  <a:pt x="156" y="35"/>
                </a:lnTo>
                <a:lnTo>
                  <a:pt x="164" y="31"/>
                </a:lnTo>
                <a:lnTo>
                  <a:pt x="173" y="27"/>
                </a:lnTo>
                <a:lnTo>
                  <a:pt x="182" y="24"/>
                </a:lnTo>
                <a:lnTo>
                  <a:pt x="191" y="21"/>
                </a:lnTo>
                <a:lnTo>
                  <a:pt x="200" y="18"/>
                </a:lnTo>
                <a:lnTo>
                  <a:pt x="209" y="15"/>
                </a:lnTo>
                <a:lnTo>
                  <a:pt x="218" y="12"/>
                </a:lnTo>
                <a:lnTo>
                  <a:pt x="228" y="10"/>
                </a:lnTo>
                <a:lnTo>
                  <a:pt x="237" y="8"/>
                </a:lnTo>
                <a:lnTo>
                  <a:pt x="247" y="6"/>
                </a:lnTo>
                <a:lnTo>
                  <a:pt x="257" y="4"/>
                </a:lnTo>
                <a:lnTo>
                  <a:pt x="267" y="3"/>
                </a:lnTo>
                <a:lnTo>
                  <a:pt x="276" y="2"/>
                </a:lnTo>
                <a:lnTo>
                  <a:pt x="286" y="1"/>
                </a:lnTo>
                <a:lnTo>
                  <a:pt x="296" y="0"/>
                </a:lnTo>
                <a:lnTo>
                  <a:pt x="306" y="0"/>
                </a:lnTo>
                <a:lnTo>
                  <a:pt x="316" y="0"/>
                </a:lnTo>
                <a:lnTo>
                  <a:pt x="326" y="0"/>
                </a:lnTo>
                <a:lnTo>
                  <a:pt x="336" y="0"/>
                </a:lnTo>
                <a:lnTo>
                  <a:pt x="345" y="1"/>
                </a:lnTo>
                <a:lnTo>
                  <a:pt x="355" y="2"/>
                </a:lnTo>
                <a:lnTo>
                  <a:pt x="365" y="3"/>
                </a:lnTo>
                <a:lnTo>
                  <a:pt x="375" y="4"/>
                </a:lnTo>
                <a:lnTo>
                  <a:pt x="384" y="6"/>
                </a:lnTo>
                <a:lnTo>
                  <a:pt x="394" y="8"/>
                </a:lnTo>
                <a:lnTo>
                  <a:pt x="404" y="10"/>
                </a:lnTo>
                <a:lnTo>
                  <a:pt x="413" y="12"/>
                </a:lnTo>
                <a:lnTo>
                  <a:pt x="422" y="15"/>
                </a:lnTo>
                <a:lnTo>
                  <a:pt x="432" y="18"/>
                </a:lnTo>
                <a:lnTo>
                  <a:pt x="441" y="21"/>
                </a:lnTo>
                <a:lnTo>
                  <a:pt x="450" y="24"/>
                </a:lnTo>
                <a:lnTo>
                  <a:pt x="459" y="27"/>
                </a:lnTo>
                <a:lnTo>
                  <a:pt x="468" y="31"/>
                </a:lnTo>
                <a:lnTo>
                  <a:pt x="476" y="35"/>
                </a:lnTo>
                <a:lnTo>
                  <a:pt x="485" y="39"/>
                </a:lnTo>
                <a:lnTo>
                  <a:pt x="493" y="43"/>
                </a:lnTo>
                <a:lnTo>
                  <a:pt x="501" y="48"/>
                </a:lnTo>
                <a:lnTo>
                  <a:pt x="509" y="53"/>
                </a:lnTo>
                <a:lnTo>
                  <a:pt x="517" y="58"/>
                </a:lnTo>
                <a:lnTo>
                  <a:pt x="524" y="63"/>
                </a:lnTo>
                <a:lnTo>
                  <a:pt x="531" y="68"/>
                </a:lnTo>
                <a:lnTo>
                  <a:pt x="538" y="74"/>
                </a:lnTo>
                <a:lnTo>
                  <a:pt x="545" y="79"/>
                </a:lnTo>
                <a:lnTo>
                  <a:pt x="552" y="85"/>
                </a:lnTo>
                <a:lnTo>
                  <a:pt x="558" y="91"/>
                </a:lnTo>
                <a:lnTo>
                  <a:pt x="565" y="98"/>
                </a:lnTo>
                <a:lnTo>
                  <a:pt x="571" y="104"/>
                </a:lnTo>
                <a:lnTo>
                  <a:pt x="576" y="110"/>
                </a:lnTo>
                <a:lnTo>
                  <a:pt x="582" y="117"/>
                </a:lnTo>
                <a:lnTo>
                  <a:pt x="587" y="124"/>
                </a:lnTo>
                <a:lnTo>
                  <a:pt x="592" y="131"/>
                </a:lnTo>
                <a:lnTo>
                  <a:pt x="596" y="138"/>
                </a:lnTo>
                <a:lnTo>
                  <a:pt x="601" y="145"/>
                </a:lnTo>
                <a:lnTo>
                  <a:pt x="605" y="152"/>
                </a:lnTo>
                <a:lnTo>
                  <a:pt x="609" y="159"/>
                </a:lnTo>
                <a:lnTo>
                  <a:pt x="612" y="167"/>
                </a:lnTo>
                <a:lnTo>
                  <a:pt x="615" y="174"/>
                </a:lnTo>
                <a:lnTo>
                  <a:pt x="618" y="182"/>
                </a:lnTo>
                <a:lnTo>
                  <a:pt x="621" y="190"/>
                </a:lnTo>
                <a:lnTo>
                  <a:pt x="623" y="197"/>
                </a:lnTo>
                <a:lnTo>
                  <a:pt x="625" y="205"/>
                </a:lnTo>
                <a:lnTo>
                  <a:pt x="627" y="213"/>
                </a:lnTo>
                <a:lnTo>
                  <a:pt x="628" y="221"/>
                </a:lnTo>
                <a:lnTo>
                  <a:pt x="629" y="229"/>
                </a:lnTo>
                <a:lnTo>
                  <a:pt x="630" y="237"/>
                </a:lnTo>
                <a:lnTo>
                  <a:pt x="631" y="244"/>
                </a:lnTo>
                <a:lnTo>
                  <a:pt x="631" y="252"/>
                </a:lnTo>
                <a:close/>
              </a:path>
            </a:pathLst>
          </a:custGeom>
          <a:solidFill>
            <a:srgbClr val="ffce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6" name=""/>
          <p:cNvSpPr/>
          <p:nvPr/>
        </p:nvSpPr>
        <p:spPr>
          <a:xfrm>
            <a:off x="4864680" y="1736280"/>
            <a:ext cx="228600" cy="183600"/>
          </a:xfrm>
          <a:custGeom>
            <a:avLst/>
            <a:gdLst/>
            <a:ahLst/>
            <a:rect l="0" t="0" r="r" b="b"/>
            <a:pathLst>
              <a:path w="635" h="510">
                <a:moveTo>
                  <a:pt x="633" y="255"/>
                </a:moveTo>
                <a:lnTo>
                  <a:pt x="633" y="247"/>
                </a:lnTo>
                <a:lnTo>
                  <a:pt x="632" y="240"/>
                </a:lnTo>
                <a:lnTo>
                  <a:pt x="631" y="232"/>
                </a:lnTo>
                <a:lnTo>
                  <a:pt x="630" y="224"/>
                </a:lnTo>
                <a:lnTo>
                  <a:pt x="629" y="216"/>
                </a:lnTo>
                <a:lnTo>
                  <a:pt x="627" y="208"/>
                </a:lnTo>
                <a:lnTo>
                  <a:pt x="625" y="200"/>
                </a:lnTo>
                <a:lnTo>
                  <a:pt x="623" y="193"/>
                </a:lnTo>
                <a:lnTo>
                  <a:pt x="620" y="185"/>
                </a:lnTo>
                <a:lnTo>
                  <a:pt x="617" y="177"/>
                </a:lnTo>
                <a:lnTo>
                  <a:pt x="614" y="170"/>
                </a:lnTo>
                <a:lnTo>
                  <a:pt x="611" y="162"/>
                </a:lnTo>
                <a:lnTo>
                  <a:pt x="607" y="155"/>
                </a:lnTo>
                <a:lnTo>
                  <a:pt x="603" y="148"/>
                </a:lnTo>
                <a:lnTo>
                  <a:pt x="598" y="141"/>
                </a:lnTo>
                <a:lnTo>
                  <a:pt x="594" y="134"/>
                </a:lnTo>
                <a:lnTo>
                  <a:pt x="589" y="127"/>
                </a:lnTo>
                <a:lnTo>
                  <a:pt x="584" y="120"/>
                </a:lnTo>
                <a:lnTo>
                  <a:pt x="578" y="113"/>
                </a:lnTo>
                <a:lnTo>
                  <a:pt x="573" y="107"/>
                </a:lnTo>
                <a:lnTo>
                  <a:pt x="567" y="101"/>
                </a:lnTo>
                <a:lnTo>
                  <a:pt x="560" y="94"/>
                </a:lnTo>
                <a:lnTo>
                  <a:pt x="554" y="88"/>
                </a:lnTo>
                <a:lnTo>
                  <a:pt x="547" y="82"/>
                </a:lnTo>
                <a:lnTo>
                  <a:pt x="540" y="77"/>
                </a:lnTo>
                <a:lnTo>
                  <a:pt x="533" y="71"/>
                </a:lnTo>
                <a:lnTo>
                  <a:pt x="526" y="66"/>
                </a:lnTo>
                <a:lnTo>
                  <a:pt x="519" y="61"/>
                </a:lnTo>
                <a:lnTo>
                  <a:pt x="511" y="56"/>
                </a:lnTo>
                <a:lnTo>
                  <a:pt x="503" y="51"/>
                </a:lnTo>
                <a:lnTo>
                  <a:pt x="495" y="46"/>
                </a:lnTo>
                <a:lnTo>
                  <a:pt x="487" y="42"/>
                </a:lnTo>
                <a:lnTo>
                  <a:pt x="478" y="38"/>
                </a:lnTo>
                <a:lnTo>
                  <a:pt x="470" y="34"/>
                </a:lnTo>
                <a:lnTo>
                  <a:pt x="461" y="30"/>
                </a:lnTo>
                <a:lnTo>
                  <a:pt x="452" y="27"/>
                </a:lnTo>
                <a:lnTo>
                  <a:pt x="443" y="24"/>
                </a:lnTo>
                <a:lnTo>
                  <a:pt x="434" y="21"/>
                </a:lnTo>
                <a:lnTo>
                  <a:pt x="424" y="18"/>
                </a:lnTo>
                <a:lnTo>
                  <a:pt x="415" y="15"/>
                </a:lnTo>
                <a:lnTo>
                  <a:pt x="406" y="13"/>
                </a:lnTo>
                <a:lnTo>
                  <a:pt x="396" y="11"/>
                </a:lnTo>
                <a:lnTo>
                  <a:pt x="386" y="9"/>
                </a:lnTo>
                <a:lnTo>
                  <a:pt x="377" y="7"/>
                </a:lnTo>
                <a:lnTo>
                  <a:pt x="367" y="6"/>
                </a:lnTo>
                <a:lnTo>
                  <a:pt x="357" y="5"/>
                </a:lnTo>
                <a:lnTo>
                  <a:pt x="347" y="4"/>
                </a:lnTo>
                <a:lnTo>
                  <a:pt x="338" y="2"/>
                </a:lnTo>
                <a:lnTo>
                  <a:pt x="328" y="2"/>
                </a:lnTo>
                <a:lnTo>
                  <a:pt x="318" y="2"/>
                </a:lnTo>
                <a:lnTo>
                  <a:pt x="308" y="2"/>
                </a:lnTo>
                <a:lnTo>
                  <a:pt x="298" y="2"/>
                </a:lnTo>
                <a:lnTo>
                  <a:pt x="288" y="4"/>
                </a:lnTo>
                <a:lnTo>
                  <a:pt x="278" y="5"/>
                </a:lnTo>
                <a:lnTo>
                  <a:pt x="269" y="6"/>
                </a:lnTo>
                <a:lnTo>
                  <a:pt x="259" y="7"/>
                </a:lnTo>
                <a:lnTo>
                  <a:pt x="249" y="9"/>
                </a:lnTo>
                <a:lnTo>
                  <a:pt x="239" y="11"/>
                </a:lnTo>
                <a:lnTo>
                  <a:pt x="230" y="13"/>
                </a:lnTo>
                <a:lnTo>
                  <a:pt x="220" y="15"/>
                </a:lnTo>
                <a:lnTo>
                  <a:pt x="211" y="18"/>
                </a:lnTo>
                <a:lnTo>
                  <a:pt x="202" y="21"/>
                </a:lnTo>
                <a:lnTo>
                  <a:pt x="193" y="24"/>
                </a:lnTo>
                <a:lnTo>
                  <a:pt x="184" y="27"/>
                </a:lnTo>
                <a:lnTo>
                  <a:pt x="175" y="30"/>
                </a:lnTo>
                <a:lnTo>
                  <a:pt x="166" y="34"/>
                </a:lnTo>
                <a:lnTo>
                  <a:pt x="158" y="38"/>
                </a:lnTo>
                <a:lnTo>
                  <a:pt x="149" y="42"/>
                </a:lnTo>
                <a:lnTo>
                  <a:pt x="141" y="46"/>
                </a:lnTo>
                <a:lnTo>
                  <a:pt x="133" y="51"/>
                </a:lnTo>
                <a:lnTo>
                  <a:pt x="125" y="56"/>
                </a:lnTo>
                <a:lnTo>
                  <a:pt x="116" y="61"/>
                </a:lnTo>
                <a:lnTo>
                  <a:pt x="109" y="66"/>
                </a:lnTo>
                <a:lnTo>
                  <a:pt x="101" y="71"/>
                </a:lnTo>
                <a:lnTo>
                  <a:pt x="94" y="77"/>
                </a:lnTo>
                <a:lnTo>
                  <a:pt x="87" y="82"/>
                </a:lnTo>
                <a:lnTo>
                  <a:pt x="81" y="88"/>
                </a:lnTo>
                <a:lnTo>
                  <a:pt x="74" y="94"/>
                </a:lnTo>
                <a:lnTo>
                  <a:pt x="68" y="101"/>
                </a:lnTo>
                <a:lnTo>
                  <a:pt x="62" y="107"/>
                </a:lnTo>
                <a:lnTo>
                  <a:pt x="56" y="113"/>
                </a:lnTo>
                <a:lnTo>
                  <a:pt x="51" y="120"/>
                </a:lnTo>
                <a:lnTo>
                  <a:pt x="46" y="127"/>
                </a:lnTo>
                <a:lnTo>
                  <a:pt x="41" y="134"/>
                </a:lnTo>
                <a:lnTo>
                  <a:pt x="36" y="141"/>
                </a:lnTo>
                <a:lnTo>
                  <a:pt x="32" y="148"/>
                </a:lnTo>
                <a:lnTo>
                  <a:pt x="28" y="155"/>
                </a:lnTo>
                <a:lnTo>
                  <a:pt x="24" y="162"/>
                </a:lnTo>
                <a:lnTo>
                  <a:pt x="21" y="170"/>
                </a:lnTo>
                <a:lnTo>
                  <a:pt x="17" y="177"/>
                </a:lnTo>
                <a:lnTo>
                  <a:pt x="14" y="185"/>
                </a:lnTo>
                <a:lnTo>
                  <a:pt x="12" y="193"/>
                </a:lnTo>
                <a:lnTo>
                  <a:pt x="9" y="200"/>
                </a:lnTo>
                <a:lnTo>
                  <a:pt x="7" y="208"/>
                </a:lnTo>
                <a:lnTo>
                  <a:pt x="6" y="216"/>
                </a:lnTo>
                <a:lnTo>
                  <a:pt x="4" y="224"/>
                </a:lnTo>
                <a:lnTo>
                  <a:pt x="3" y="232"/>
                </a:lnTo>
                <a:lnTo>
                  <a:pt x="3" y="240"/>
                </a:lnTo>
                <a:lnTo>
                  <a:pt x="2" y="247"/>
                </a:lnTo>
                <a:lnTo>
                  <a:pt x="2" y="255"/>
                </a:lnTo>
                <a:lnTo>
                  <a:pt x="2" y="263"/>
                </a:lnTo>
                <a:lnTo>
                  <a:pt x="3" y="271"/>
                </a:lnTo>
                <a:lnTo>
                  <a:pt x="3" y="279"/>
                </a:lnTo>
                <a:lnTo>
                  <a:pt x="4" y="287"/>
                </a:lnTo>
                <a:lnTo>
                  <a:pt x="6" y="295"/>
                </a:lnTo>
                <a:lnTo>
                  <a:pt x="7" y="303"/>
                </a:lnTo>
                <a:lnTo>
                  <a:pt x="9" y="310"/>
                </a:lnTo>
                <a:lnTo>
                  <a:pt x="12" y="318"/>
                </a:lnTo>
                <a:lnTo>
                  <a:pt x="14" y="326"/>
                </a:lnTo>
                <a:lnTo>
                  <a:pt x="17" y="333"/>
                </a:lnTo>
                <a:lnTo>
                  <a:pt x="21" y="341"/>
                </a:lnTo>
                <a:lnTo>
                  <a:pt x="24" y="348"/>
                </a:lnTo>
                <a:lnTo>
                  <a:pt x="28" y="356"/>
                </a:lnTo>
                <a:lnTo>
                  <a:pt x="32" y="363"/>
                </a:lnTo>
                <a:lnTo>
                  <a:pt x="36" y="370"/>
                </a:lnTo>
                <a:lnTo>
                  <a:pt x="41" y="377"/>
                </a:lnTo>
                <a:lnTo>
                  <a:pt x="46" y="384"/>
                </a:lnTo>
                <a:lnTo>
                  <a:pt x="51" y="391"/>
                </a:lnTo>
                <a:lnTo>
                  <a:pt x="56" y="397"/>
                </a:lnTo>
                <a:lnTo>
                  <a:pt x="62" y="404"/>
                </a:lnTo>
                <a:lnTo>
                  <a:pt x="68" y="410"/>
                </a:lnTo>
                <a:lnTo>
                  <a:pt x="74" y="416"/>
                </a:lnTo>
                <a:lnTo>
                  <a:pt x="81" y="422"/>
                </a:lnTo>
                <a:lnTo>
                  <a:pt x="87" y="428"/>
                </a:lnTo>
                <a:lnTo>
                  <a:pt x="94" y="434"/>
                </a:lnTo>
                <a:lnTo>
                  <a:pt x="101" y="440"/>
                </a:lnTo>
                <a:lnTo>
                  <a:pt x="109" y="445"/>
                </a:lnTo>
                <a:lnTo>
                  <a:pt x="116" y="450"/>
                </a:lnTo>
                <a:lnTo>
                  <a:pt x="125" y="455"/>
                </a:lnTo>
                <a:lnTo>
                  <a:pt x="133" y="460"/>
                </a:lnTo>
                <a:lnTo>
                  <a:pt x="141" y="464"/>
                </a:lnTo>
                <a:lnTo>
                  <a:pt x="149" y="469"/>
                </a:lnTo>
                <a:lnTo>
                  <a:pt x="158" y="473"/>
                </a:lnTo>
                <a:lnTo>
                  <a:pt x="166" y="477"/>
                </a:lnTo>
                <a:lnTo>
                  <a:pt x="175" y="480"/>
                </a:lnTo>
                <a:lnTo>
                  <a:pt x="184" y="484"/>
                </a:lnTo>
                <a:lnTo>
                  <a:pt x="193" y="487"/>
                </a:lnTo>
                <a:lnTo>
                  <a:pt x="202" y="490"/>
                </a:lnTo>
                <a:lnTo>
                  <a:pt x="211" y="493"/>
                </a:lnTo>
                <a:lnTo>
                  <a:pt x="220" y="496"/>
                </a:lnTo>
                <a:lnTo>
                  <a:pt x="230" y="498"/>
                </a:lnTo>
                <a:lnTo>
                  <a:pt x="239" y="500"/>
                </a:lnTo>
                <a:lnTo>
                  <a:pt x="249" y="502"/>
                </a:lnTo>
                <a:lnTo>
                  <a:pt x="259" y="504"/>
                </a:lnTo>
                <a:lnTo>
                  <a:pt x="269" y="505"/>
                </a:lnTo>
                <a:lnTo>
                  <a:pt x="278" y="506"/>
                </a:lnTo>
                <a:lnTo>
                  <a:pt x="288" y="507"/>
                </a:lnTo>
                <a:lnTo>
                  <a:pt x="298" y="507"/>
                </a:lnTo>
                <a:lnTo>
                  <a:pt x="308" y="508"/>
                </a:lnTo>
                <a:lnTo>
                  <a:pt x="318" y="508"/>
                </a:lnTo>
                <a:lnTo>
                  <a:pt x="328" y="508"/>
                </a:lnTo>
                <a:lnTo>
                  <a:pt x="338" y="507"/>
                </a:lnTo>
                <a:lnTo>
                  <a:pt x="347" y="507"/>
                </a:lnTo>
                <a:lnTo>
                  <a:pt x="357" y="506"/>
                </a:lnTo>
                <a:lnTo>
                  <a:pt x="367" y="505"/>
                </a:lnTo>
                <a:lnTo>
                  <a:pt x="377" y="504"/>
                </a:lnTo>
                <a:lnTo>
                  <a:pt x="386" y="502"/>
                </a:lnTo>
                <a:lnTo>
                  <a:pt x="396" y="500"/>
                </a:lnTo>
                <a:lnTo>
                  <a:pt x="406" y="498"/>
                </a:lnTo>
                <a:lnTo>
                  <a:pt x="415" y="496"/>
                </a:lnTo>
                <a:lnTo>
                  <a:pt x="424" y="493"/>
                </a:lnTo>
                <a:lnTo>
                  <a:pt x="434" y="490"/>
                </a:lnTo>
                <a:lnTo>
                  <a:pt x="443" y="487"/>
                </a:lnTo>
                <a:lnTo>
                  <a:pt x="452" y="484"/>
                </a:lnTo>
                <a:lnTo>
                  <a:pt x="461" y="480"/>
                </a:lnTo>
                <a:lnTo>
                  <a:pt x="470" y="477"/>
                </a:lnTo>
                <a:lnTo>
                  <a:pt x="478" y="473"/>
                </a:lnTo>
                <a:lnTo>
                  <a:pt x="487" y="469"/>
                </a:lnTo>
                <a:lnTo>
                  <a:pt x="495" y="464"/>
                </a:lnTo>
                <a:lnTo>
                  <a:pt x="503" y="460"/>
                </a:lnTo>
                <a:lnTo>
                  <a:pt x="511" y="455"/>
                </a:lnTo>
                <a:lnTo>
                  <a:pt x="519" y="450"/>
                </a:lnTo>
                <a:lnTo>
                  <a:pt x="526" y="445"/>
                </a:lnTo>
                <a:lnTo>
                  <a:pt x="533" y="440"/>
                </a:lnTo>
                <a:lnTo>
                  <a:pt x="540" y="434"/>
                </a:lnTo>
                <a:lnTo>
                  <a:pt x="547" y="428"/>
                </a:lnTo>
                <a:lnTo>
                  <a:pt x="554" y="422"/>
                </a:lnTo>
                <a:lnTo>
                  <a:pt x="560" y="416"/>
                </a:lnTo>
                <a:lnTo>
                  <a:pt x="567" y="410"/>
                </a:lnTo>
                <a:lnTo>
                  <a:pt x="573" y="404"/>
                </a:lnTo>
                <a:lnTo>
                  <a:pt x="578" y="397"/>
                </a:lnTo>
                <a:lnTo>
                  <a:pt x="584" y="391"/>
                </a:lnTo>
                <a:lnTo>
                  <a:pt x="589" y="384"/>
                </a:lnTo>
                <a:lnTo>
                  <a:pt x="594" y="377"/>
                </a:lnTo>
                <a:lnTo>
                  <a:pt x="598" y="370"/>
                </a:lnTo>
                <a:lnTo>
                  <a:pt x="603" y="363"/>
                </a:lnTo>
                <a:lnTo>
                  <a:pt x="607" y="356"/>
                </a:lnTo>
                <a:lnTo>
                  <a:pt x="611" y="348"/>
                </a:lnTo>
                <a:lnTo>
                  <a:pt x="614" y="341"/>
                </a:lnTo>
                <a:lnTo>
                  <a:pt x="617" y="333"/>
                </a:lnTo>
                <a:lnTo>
                  <a:pt x="620" y="326"/>
                </a:lnTo>
                <a:lnTo>
                  <a:pt x="623" y="318"/>
                </a:lnTo>
                <a:lnTo>
                  <a:pt x="625" y="310"/>
                </a:lnTo>
                <a:lnTo>
                  <a:pt x="627" y="303"/>
                </a:lnTo>
                <a:lnTo>
                  <a:pt x="629" y="295"/>
                </a:lnTo>
                <a:lnTo>
                  <a:pt x="630" y="287"/>
                </a:lnTo>
                <a:lnTo>
                  <a:pt x="631" y="279"/>
                </a:lnTo>
                <a:lnTo>
                  <a:pt x="632" y="271"/>
                </a:lnTo>
                <a:lnTo>
                  <a:pt x="633" y="263"/>
                </a:lnTo>
                <a:lnTo>
                  <a:pt x="633" y="255"/>
                </a:lnTo>
                <a:moveTo>
                  <a:pt x="635" y="255"/>
                </a:moveTo>
                <a:lnTo>
                  <a:pt x="635" y="263"/>
                </a:lnTo>
                <a:lnTo>
                  <a:pt x="634" y="271"/>
                </a:lnTo>
                <a:lnTo>
                  <a:pt x="634" y="279"/>
                </a:lnTo>
                <a:lnTo>
                  <a:pt x="633" y="287"/>
                </a:lnTo>
                <a:lnTo>
                  <a:pt x="631" y="295"/>
                </a:lnTo>
                <a:lnTo>
                  <a:pt x="629" y="303"/>
                </a:lnTo>
                <a:lnTo>
                  <a:pt x="627" y="311"/>
                </a:lnTo>
                <a:lnTo>
                  <a:pt x="625" y="319"/>
                </a:lnTo>
                <a:lnTo>
                  <a:pt x="622" y="326"/>
                </a:lnTo>
                <a:lnTo>
                  <a:pt x="619" y="334"/>
                </a:lnTo>
                <a:lnTo>
                  <a:pt x="616" y="342"/>
                </a:lnTo>
                <a:lnTo>
                  <a:pt x="613" y="349"/>
                </a:lnTo>
                <a:lnTo>
                  <a:pt x="609" y="356"/>
                </a:lnTo>
                <a:lnTo>
                  <a:pt x="605" y="364"/>
                </a:lnTo>
                <a:lnTo>
                  <a:pt x="600" y="371"/>
                </a:lnTo>
                <a:lnTo>
                  <a:pt x="596" y="378"/>
                </a:lnTo>
                <a:lnTo>
                  <a:pt x="591" y="385"/>
                </a:lnTo>
                <a:lnTo>
                  <a:pt x="586" y="392"/>
                </a:lnTo>
                <a:lnTo>
                  <a:pt x="580" y="398"/>
                </a:lnTo>
                <a:lnTo>
                  <a:pt x="574" y="405"/>
                </a:lnTo>
                <a:lnTo>
                  <a:pt x="568" y="411"/>
                </a:lnTo>
                <a:lnTo>
                  <a:pt x="562" y="418"/>
                </a:lnTo>
                <a:lnTo>
                  <a:pt x="556" y="424"/>
                </a:lnTo>
                <a:lnTo>
                  <a:pt x="549" y="430"/>
                </a:lnTo>
                <a:lnTo>
                  <a:pt x="542" y="435"/>
                </a:lnTo>
                <a:lnTo>
                  <a:pt x="535" y="441"/>
                </a:lnTo>
                <a:lnTo>
                  <a:pt x="528" y="446"/>
                </a:lnTo>
                <a:lnTo>
                  <a:pt x="520" y="451"/>
                </a:lnTo>
                <a:lnTo>
                  <a:pt x="512" y="456"/>
                </a:lnTo>
                <a:lnTo>
                  <a:pt x="504" y="461"/>
                </a:lnTo>
                <a:lnTo>
                  <a:pt x="496" y="466"/>
                </a:lnTo>
                <a:lnTo>
                  <a:pt x="488" y="470"/>
                </a:lnTo>
                <a:lnTo>
                  <a:pt x="479" y="474"/>
                </a:lnTo>
                <a:lnTo>
                  <a:pt x="471" y="478"/>
                </a:lnTo>
                <a:lnTo>
                  <a:pt x="462" y="482"/>
                </a:lnTo>
                <a:lnTo>
                  <a:pt x="453" y="486"/>
                </a:lnTo>
                <a:lnTo>
                  <a:pt x="444" y="489"/>
                </a:lnTo>
                <a:lnTo>
                  <a:pt x="435" y="492"/>
                </a:lnTo>
                <a:lnTo>
                  <a:pt x="425" y="495"/>
                </a:lnTo>
                <a:lnTo>
                  <a:pt x="416" y="497"/>
                </a:lnTo>
                <a:lnTo>
                  <a:pt x="406" y="500"/>
                </a:lnTo>
                <a:lnTo>
                  <a:pt x="397" y="502"/>
                </a:lnTo>
                <a:lnTo>
                  <a:pt x="387" y="504"/>
                </a:lnTo>
                <a:lnTo>
                  <a:pt x="377" y="505"/>
                </a:lnTo>
                <a:lnTo>
                  <a:pt x="367" y="507"/>
                </a:lnTo>
                <a:lnTo>
                  <a:pt x="358" y="508"/>
                </a:lnTo>
                <a:lnTo>
                  <a:pt x="348" y="509"/>
                </a:lnTo>
                <a:lnTo>
                  <a:pt x="338" y="509"/>
                </a:lnTo>
                <a:lnTo>
                  <a:pt x="328" y="510"/>
                </a:lnTo>
                <a:lnTo>
                  <a:pt x="318" y="510"/>
                </a:lnTo>
                <a:lnTo>
                  <a:pt x="308" y="510"/>
                </a:lnTo>
                <a:lnTo>
                  <a:pt x="298" y="509"/>
                </a:lnTo>
                <a:lnTo>
                  <a:pt x="288" y="509"/>
                </a:lnTo>
                <a:lnTo>
                  <a:pt x="278" y="508"/>
                </a:lnTo>
                <a:lnTo>
                  <a:pt x="268" y="507"/>
                </a:lnTo>
                <a:lnTo>
                  <a:pt x="258" y="505"/>
                </a:lnTo>
                <a:lnTo>
                  <a:pt x="249" y="504"/>
                </a:lnTo>
                <a:lnTo>
                  <a:pt x="239" y="502"/>
                </a:lnTo>
                <a:lnTo>
                  <a:pt x="229" y="500"/>
                </a:lnTo>
                <a:lnTo>
                  <a:pt x="220" y="497"/>
                </a:lnTo>
                <a:lnTo>
                  <a:pt x="210" y="495"/>
                </a:lnTo>
                <a:lnTo>
                  <a:pt x="201" y="492"/>
                </a:lnTo>
                <a:lnTo>
                  <a:pt x="192" y="489"/>
                </a:lnTo>
                <a:lnTo>
                  <a:pt x="183" y="486"/>
                </a:lnTo>
                <a:lnTo>
                  <a:pt x="174" y="482"/>
                </a:lnTo>
                <a:lnTo>
                  <a:pt x="165" y="478"/>
                </a:lnTo>
                <a:lnTo>
                  <a:pt x="156" y="474"/>
                </a:lnTo>
                <a:lnTo>
                  <a:pt x="148" y="470"/>
                </a:lnTo>
                <a:lnTo>
                  <a:pt x="140" y="466"/>
                </a:lnTo>
                <a:lnTo>
                  <a:pt x="131" y="461"/>
                </a:lnTo>
                <a:lnTo>
                  <a:pt x="123" y="456"/>
                </a:lnTo>
                <a:lnTo>
                  <a:pt x="115" y="451"/>
                </a:lnTo>
                <a:lnTo>
                  <a:pt x="107" y="446"/>
                </a:lnTo>
                <a:lnTo>
                  <a:pt x="100" y="441"/>
                </a:lnTo>
                <a:lnTo>
                  <a:pt x="93" y="435"/>
                </a:lnTo>
                <a:lnTo>
                  <a:pt x="86" y="430"/>
                </a:lnTo>
                <a:lnTo>
                  <a:pt x="79" y="424"/>
                </a:lnTo>
                <a:lnTo>
                  <a:pt x="72" y="418"/>
                </a:lnTo>
                <a:lnTo>
                  <a:pt x="66" y="411"/>
                </a:lnTo>
                <a:lnTo>
                  <a:pt x="60" y="405"/>
                </a:lnTo>
                <a:lnTo>
                  <a:pt x="54" y="398"/>
                </a:lnTo>
                <a:lnTo>
                  <a:pt x="49" y="392"/>
                </a:lnTo>
                <a:lnTo>
                  <a:pt x="44" y="385"/>
                </a:lnTo>
                <a:lnTo>
                  <a:pt x="39" y="378"/>
                </a:lnTo>
                <a:lnTo>
                  <a:pt x="34" y="371"/>
                </a:lnTo>
                <a:lnTo>
                  <a:pt x="30" y="364"/>
                </a:lnTo>
                <a:lnTo>
                  <a:pt x="26" y="356"/>
                </a:lnTo>
                <a:lnTo>
                  <a:pt x="22" y="349"/>
                </a:lnTo>
                <a:lnTo>
                  <a:pt x="18" y="342"/>
                </a:lnTo>
                <a:lnTo>
                  <a:pt x="15" y="334"/>
                </a:lnTo>
                <a:lnTo>
                  <a:pt x="12" y="326"/>
                </a:lnTo>
                <a:lnTo>
                  <a:pt x="10" y="319"/>
                </a:lnTo>
                <a:lnTo>
                  <a:pt x="7" y="311"/>
                </a:lnTo>
                <a:lnTo>
                  <a:pt x="5" y="303"/>
                </a:lnTo>
                <a:lnTo>
                  <a:pt x="4" y="295"/>
                </a:lnTo>
                <a:lnTo>
                  <a:pt x="2" y="287"/>
                </a:lnTo>
                <a:lnTo>
                  <a:pt x="1" y="279"/>
                </a:lnTo>
                <a:lnTo>
                  <a:pt x="0" y="271"/>
                </a:lnTo>
                <a:lnTo>
                  <a:pt x="0" y="263"/>
                </a:lnTo>
                <a:lnTo>
                  <a:pt x="0" y="255"/>
                </a:lnTo>
                <a:lnTo>
                  <a:pt x="0" y="247"/>
                </a:lnTo>
                <a:lnTo>
                  <a:pt x="0" y="239"/>
                </a:lnTo>
                <a:lnTo>
                  <a:pt x="1" y="231"/>
                </a:lnTo>
                <a:lnTo>
                  <a:pt x="2" y="223"/>
                </a:lnTo>
                <a:lnTo>
                  <a:pt x="4" y="216"/>
                </a:lnTo>
                <a:lnTo>
                  <a:pt x="5" y="208"/>
                </a:lnTo>
                <a:lnTo>
                  <a:pt x="7" y="200"/>
                </a:lnTo>
                <a:lnTo>
                  <a:pt x="10" y="192"/>
                </a:lnTo>
                <a:lnTo>
                  <a:pt x="12" y="184"/>
                </a:lnTo>
                <a:lnTo>
                  <a:pt x="15" y="177"/>
                </a:lnTo>
                <a:lnTo>
                  <a:pt x="18" y="169"/>
                </a:lnTo>
                <a:lnTo>
                  <a:pt x="22" y="162"/>
                </a:lnTo>
                <a:lnTo>
                  <a:pt x="26" y="154"/>
                </a:lnTo>
                <a:lnTo>
                  <a:pt x="30" y="147"/>
                </a:lnTo>
                <a:lnTo>
                  <a:pt x="34" y="140"/>
                </a:lnTo>
                <a:lnTo>
                  <a:pt x="39" y="133"/>
                </a:lnTo>
                <a:lnTo>
                  <a:pt x="44" y="126"/>
                </a:lnTo>
                <a:lnTo>
                  <a:pt x="49" y="119"/>
                </a:lnTo>
                <a:lnTo>
                  <a:pt x="54" y="112"/>
                </a:lnTo>
                <a:lnTo>
                  <a:pt x="60" y="106"/>
                </a:lnTo>
                <a:lnTo>
                  <a:pt x="66" y="99"/>
                </a:lnTo>
                <a:lnTo>
                  <a:pt x="72" y="93"/>
                </a:lnTo>
                <a:lnTo>
                  <a:pt x="79" y="87"/>
                </a:lnTo>
                <a:lnTo>
                  <a:pt x="86" y="81"/>
                </a:lnTo>
                <a:lnTo>
                  <a:pt x="93" y="75"/>
                </a:lnTo>
                <a:lnTo>
                  <a:pt x="100" y="70"/>
                </a:lnTo>
                <a:lnTo>
                  <a:pt x="107" y="65"/>
                </a:lnTo>
                <a:lnTo>
                  <a:pt x="115" y="59"/>
                </a:lnTo>
                <a:lnTo>
                  <a:pt x="123" y="54"/>
                </a:lnTo>
                <a:lnTo>
                  <a:pt x="131" y="50"/>
                </a:lnTo>
                <a:lnTo>
                  <a:pt x="140" y="45"/>
                </a:lnTo>
                <a:lnTo>
                  <a:pt x="148" y="41"/>
                </a:lnTo>
                <a:lnTo>
                  <a:pt x="156" y="36"/>
                </a:lnTo>
                <a:lnTo>
                  <a:pt x="165" y="32"/>
                </a:lnTo>
                <a:lnTo>
                  <a:pt x="174" y="29"/>
                </a:lnTo>
                <a:lnTo>
                  <a:pt x="183" y="25"/>
                </a:lnTo>
                <a:lnTo>
                  <a:pt x="192" y="22"/>
                </a:lnTo>
                <a:lnTo>
                  <a:pt x="201" y="19"/>
                </a:lnTo>
                <a:lnTo>
                  <a:pt x="210" y="16"/>
                </a:lnTo>
                <a:lnTo>
                  <a:pt x="220" y="13"/>
                </a:lnTo>
                <a:lnTo>
                  <a:pt x="229" y="11"/>
                </a:lnTo>
                <a:lnTo>
                  <a:pt x="239" y="9"/>
                </a:lnTo>
                <a:lnTo>
                  <a:pt x="249" y="7"/>
                </a:lnTo>
                <a:lnTo>
                  <a:pt x="258" y="5"/>
                </a:lnTo>
                <a:lnTo>
                  <a:pt x="268" y="4"/>
                </a:lnTo>
                <a:lnTo>
                  <a:pt x="278" y="2"/>
                </a:lnTo>
                <a:lnTo>
                  <a:pt x="288" y="1"/>
                </a:lnTo>
                <a:lnTo>
                  <a:pt x="298" y="0"/>
                </a:lnTo>
                <a:lnTo>
                  <a:pt x="308" y="0"/>
                </a:lnTo>
                <a:lnTo>
                  <a:pt x="318" y="0"/>
                </a:lnTo>
                <a:lnTo>
                  <a:pt x="328" y="0"/>
                </a:lnTo>
                <a:lnTo>
                  <a:pt x="338" y="0"/>
                </a:lnTo>
                <a:lnTo>
                  <a:pt x="348" y="1"/>
                </a:lnTo>
                <a:lnTo>
                  <a:pt x="358" y="2"/>
                </a:lnTo>
                <a:lnTo>
                  <a:pt x="367" y="4"/>
                </a:lnTo>
                <a:lnTo>
                  <a:pt x="377" y="5"/>
                </a:lnTo>
                <a:lnTo>
                  <a:pt x="387" y="7"/>
                </a:lnTo>
                <a:lnTo>
                  <a:pt x="397" y="9"/>
                </a:lnTo>
                <a:lnTo>
                  <a:pt x="406" y="11"/>
                </a:lnTo>
                <a:lnTo>
                  <a:pt x="416" y="13"/>
                </a:lnTo>
                <a:lnTo>
                  <a:pt x="425" y="16"/>
                </a:lnTo>
                <a:lnTo>
                  <a:pt x="435" y="19"/>
                </a:lnTo>
                <a:lnTo>
                  <a:pt x="444" y="22"/>
                </a:lnTo>
                <a:lnTo>
                  <a:pt x="453" y="25"/>
                </a:lnTo>
                <a:lnTo>
                  <a:pt x="462" y="29"/>
                </a:lnTo>
                <a:lnTo>
                  <a:pt x="471" y="32"/>
                </a:lnTo>
                <a:lnTo>
                  <a:pt x="479" y="36"/>
                </a:lnTo>
                <a:lnTo>
                  <a:pt x="488" y="41"/>
                </a:lnTo>
                <a:lnTo>
                  <a:pt x="496" y="45"/>
                </a:lnTo>
                <a:lnTo>
                  <a:pt x="504" y="50"/>
                </a:lnTo>
                <a:lnTo>
                  <a:pt x="512" y="54"/>
                </a:lnTo>
                <a:lnTo>
                  <a:pt x="520" y="59"/>
                </a:lnTo>
                <a:lnTo>
                  <a:pt x="528" y="65"/>
                </a:lnTo>
                <a:lnTo>
                  <a:pt x="535" y="70"/>
                </a:lnTo>
                <a:lnTo>
                  <a:pt x="542" y="75"/>
                </a:lnTo>
                <a:lnTo>
                  <a:pt x="549" y="81"/>
                </a:lnTo>
                <a:lnTo>
                  <a:pt x="556" y="87"/>
                </a:lnTo>
                <a:lnTo>
                  <a:pt x="562" y="93"/>
                </a:lnTo>
                <a:lnTo>
                  <a:pt x="568" y="99"/>
                </a:lnTo>
                <a:lnTo>
                  <a:pt x="574" y="106"/>
                </a:lnTo>
                <a:lnTo>
                  <a:pt x="580" y="112"/>
                </a:lnTo>
                <a:lnTo>
                  <a:pt x="586" y="119"/>
                </a:lnTo>
                <a:lnTo>
                  <a:pt x="591" y="126"/>
                </a:lnTo>
                <a:lnTo>
                  <a:pt x="596" y="133"/>
                </a:lnTo>
                <a:lnTo>
                  <a:pt x="600" y="140"/>
                </a:lnTo>
                <a:lnTo>
                  <a:pt x="605" y="147"/>
                </a:lnTo>
                <a:lnTo>
                  <a:pt x="609" y="154"/>
                </a:lnTo>
                <a:lnTo>
                  <a:pt x="613" y="162"/>
                </a:lnTo>
                <a:lnTo>
                  <a:pt x="616" y="169"/>
                </a:lnTo>
                <a:lnTo>
                  <a:pt x="619" y="177"/>
                </a:lnTo>
                <a:lnTo>
                  <a:pt x="622" y="184"/>
                </a:lnTo>
                <a:lnTo>
                  <a:pt x="625" y="192"/>
                </a:lnTo>
                <a:lnTo>
                  <a:pt x="627" y="200"/>
                </a:lnTo>
                <a:lnTo>
                  <a:pt x="629" y="208"/>
                </a:lnTo>
                <a:lnTo>
                  <a:pt x="631" y="216"/>
                </a:lnTo>
                <a:lnTo>
                  <a:pt x="633" y="223"/>
                </a:lnTo>
                <a:lnTo>
                  <a:pt x="634" y="231"/>
                </a:lnTo>
                <a:lnTo>
                  <a:pt x="634" y="239"/>
                </a:lnTo>
                <a:lnTo>
                  <a:pt x="635" y="247"/>
                </a:lnTo>
                <a:lnTo>
                  <a:pt x="635" y="255"/>
                </a:lnTo>
                <a:close/>
              </a:path>
            </a:pathLst>
          </a:custGeom>
          <a:solidFill>
            <a:srgbClr val="ffcd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7" name=""/>
          <p:cNvSpPr/>
          <p:nvPr/>
        </p:nvSpPr>
        <p:spPr>
          <a:xfrm>
            <a:off x="4863600" y="1735560"/>
            <a:ext cx="230400" cy="185040"/>
          </a:xfrm>
          <a:custGeom>
            <a:avLst/>
            <a:gdLst/>
            <a:ahLst/>
            <a:rect l="0" t="0" r="r" b="b"/>
            <a:pathLst>
              <a:path w="640" h="514">
                <a:moveTo>
                  <a:pt x="638" y="257"/>
                </a:moveTo>
                <a:lnTo>
                  <a:pt x="638" y="249"/>
                </a:lnTo>
                <a:lnTo>
                  <a:pt x="637" y="241"/>
                </a:lnTo>
                <a:lnTo>
                  <a:pt x="637" y="233"/>
                </a:lnTo>
                <a:lnTo>
                  <a:pt x="636" y="225"/>
                </a:lnTo>
                <a:lnTo>
                  <a:pt x="634" y="218"/>
                </a:lnTo>
                <a:lnTo>
                  <a:pt x="632" y="210"/>
                </a:lnTo>
                <a:lnTo>
                  <a:pt x="630" y="202"/>
                </a:lnTo>
                <a:lnTo>
                  <a:pt x="628" y="194"/>
                </a:lnTo>
                <a:lnTo>
                  <a:pt x="625" y="186"/>
                </a:lnTo>
                <a:lnTo>
                  <a:pt x="622" y="179"/>
                </a:lnTo>
                <a:lnTo>
                  <a:pt x="619" y="171"/>
                </a:lnTo>
                <a:lnTo>
                  <a:pt x="616" y="164"/>
                </a:lnTo>
                <a:lnTo>
                  <a:pt x="612" y="156"/>
                </a:lnTo>
                <a:lnTo>
                  <a:pt x="608" y="149"/>
                </a:lnTo>
                <a:lnTo>
                  <a:pt x="603" y="142"/>
                </a:lnTo>
                <a:lnTo>
                  <a:pt x="599" y="135"/>
                </a:lnTo>
                <a:lnTo>
                  <a:pt x="594" y="128"/>
                </a:lnTo>
                <a:lnTo>
                  <a:pt x="589" y="121"/>
                </a:lnTo>
                <a:lnTo>
                  <a:pt x="583" y="114"/>
                </a:lnTo>
                <a:lnTo>
                  <a:pt x="577" y="108"/>
                </a:lnTo>
                <a:lnTo>
                  <a:pt x="571" y="101"/>
                </a:lnTo>
                <a:lnTo>
                  <a:pt x="565" y="95"/>
                </a:lnTo>
                <a:lnTo>
                  <a:pt x="559" y="89"/>
                </a:lnTo>
                <a:lnTo>
                  <a:pt x="552" y="83"/>
                </a:lnTo>
                <a:lnTo>
                  <a:pt x="545" y="77"/>
                </a:lnTo>
                <a:lnTo>
                  <a:pt x="538" y="72"/>
                </a:lnTo>
                <a:lnTo>
                  <a:pt x="531" y="67"/>
                </a:lnTo>
                <a:lnTo>
                  <a:pt x="523" y="61"/>
                </a:lnTo>
                <a:lnTo>
                  <a:pt x="515" y="56"/>
                </a:lnTo>
                <a:lnTo>
                  <a:pt x="507" y="52"/>
                </a:lnTo>
                <a:lnTo>
                  <a:pt x="499" y="47"/>
                </a:lnTo>
                <a:lnTo>
                  <a:pt x="491" y="42"/>
                </a:lnTo>
                <a:lnTo>
                  <a:pt x="482" y="37"/>
                </a:lnTo>
                <a:lnTo>
                  <a:pt x="474" y="33"/>
                </a:lnTo>
                <a:lnTo>
                  <a:pt x="465" y="30"/>
                </a:lnTo>
                <a:lnTo>
                  <a:pt x="456" y="26"/>
                </a:lnTo>
                <a:lnTo>
                  <a:pt x="447" y="23"/>
                </a:lnTo>
                <a:lnTo>
                  <a:pt x="438" y="20"/>
                </a:lnTo>
                <a:lnTo>
                  <a:pt x="428" y="17"/>
                </a:lnTo>
                <a:lnTo>
                  <a:pt x="419" y="14"/>
                </a:lnTo>
                <a:lnTo>
                  <a:pt x="409" y="12"/>
                </a:lnTo>
                <a:lnTo>
                  <a:pt x="400" y="10"/>
                </a:lnTo>
                <a:lnTo>
                  <a:pt x="390" y="8"/>
                </a:lnTo>
                <a:lnTo>
                  <a:pt x="380" y="6"/>
                </a:lnTo>
                <a:lnTo>
                  <a:pt x="370" y="5"/>
                </a:lnTo>
                <a:lnTo>
                  <a:pt x="361" y="4"/>
                </a:lnTo>
                <a:lnTo>
                  <a:pt x="351" y="3"/>
                </a:lnTo>
                <a:lnTo>
                  <a:pt x="341" y="2"/>
                </a:lnTo>
                <a:lnTo>
                  <a:pt x="331" y="2"/>
                </a:lnTo>
                <a:lnTo>
                  <a:pt x="321" y="2"/>
                </a:lnTo>
                <a:lnTo>
                  <a:pt x="311" y="2"/>
                </a:lnTo>
                <a:lnTo>
                  <a:pt x="301" y="2"/>
                </a:lnTo>
                <a:lnTo>
                  <a:pt x="291" y="3"/>
                </a:lnTo>
                <a:lnTo>
                  <a:pt x="281" y="4"/>
                </a:lnTo>
                <a:lnTo>
                  <a:pt x="271" y="5"/>
                </a:lnTo>
                <a:lnTo>
                  <a:pt x="261" y="6"/>
                </a:lnTo>
                <a:lnTo>
                  <a:pt x="252" y="8"/>
                </a:lnTo>
                <a:lnTo>
                  <a:pt x="242" y="10"/>
                </a:lnTo>
                <a:lnTo>
                  <a:pt x="232" y="12"/>
                </a:lnTo>
                <a:lnTo>
                  <a:pt x="222" y="14"/>
                </a:lnTo>
                <a:lnTo>
                  <a:pt x="212" y="17"/>
                </a:lnTo>
                <a:lnTo>
                  <a:pt x="203" y="20"/>
                </a:lnTo>
                <a:lnTo>
                  <a:pt x="194" y="23"/>
                </a:lnTo>
                <a:lnTo>
                  <a:pt x="185" y="26"/>
                </a:lnTo>
                <a:lnTo>
                  <a:pt x="176" y="30"/>
                </a:lnTo>
                <a:lnTo>
                  <a:pt x="167" y="33"/>
                </a:lnTo>
                <a:lnTo>
                  <a:pt x="158" y="37"/>
                </a:lnTo>
                <a:lnTo>
                  <a:pt x="150" y="42"/>
                </a:lnTo>
                <a:lnTo>
                  <a:pt x="142" y="47"/>
                </a:lnTo>
                <a:lnTo>
                  <a:pt x="133" y="52"/>
                </a:lnTo>
                <a:lnTo>
                  <a:pt x="125" y="56"/>
                </a:lnTo>
                <a:lnTo>
                  <a:pt x="118" y="61"/>
                </a:lnTo>
                <a:lnTo>
                  <a:pt x="110" y="67"/>
                </a:lnTo>
                <a:lnTo>
                  <a:pt x="103" y="72"/>
                </a:lnTo>
                <a:lnTo>
                  <a:pt x="96" y="77"/>
                </a:lnTo>
                <a:lnTo>
                  <a:pt x="89" y="83"/>
                </a:lnTo>
                <a:lnTo>
                  <a:pt x="82" y="89"/>
                </a:lnTo>
                <a:lnTo>
                  <a:pt x="75" y="95"/>
                </a:lnTo>
                <a:lnTo>
                  <a:pt x="69" y="101"/>
                </a:lnTo>
                <a:lnTo>
                  <a:pt x="63" y="108"/>
                </a:lnTo>
                <a:lnTo>
                  <a:pt x="57" y="114"/>
                </a:lnTo>
                <a:lnTo>
                  <a:pt x="52" y="121"/>
                </a:lnTo>
                <a:lnTo>
                  <a:pt x="47" y="128"/>
                </a:lnTo>
                <a:lnTo>
                  <a:pt x="42" y="135"/>
                </a:lnTo>
                <a:lnTo>
                  <a:pt x="37" y="142"/>
                </a:lnTo>
                <a:lnTo>
                  <a:pt x="33" y="149"/>
                </a:lnTo>
                <a:lnTo>
                  <a:pt x="29" y="156"/>
                </a:lnTo>
                <a:lnTo>
                  <a:pt x="25" y="164"/>
                </a:lnTo>
                <a:lnTo>
                  <a:pt x="21" y="171"/>
                </a:lnTo>
                <a:lnTo>
                  <a:pt x="18" y="179"/>
                </a:lnTo>
                <a:lnTo>
                  <a:pt x="15" y="186"/>
                </a:lnTo>
                <a:lnTo>
                  <a:pt x="13" y="194"/>
                </a:lnTo>
                <a:lnTo>
                  <a:pt x="10" y="202"/>
                </a:lnTo>
                <a:lnTo>
                  <a:pt x="8" y="210"/>
                </a:lnTo>
                <a:lnTo>
                  <a:pt x="7" y="218"/>
                </a:lnTo>
                <a:lnTo>
                  <a:pt x="5" y="225"/>
                </a:lnTo>
                <a:lnTo>
                  <a:pt x="4" y="233"/>
                </a:lnTo>
                <a:lnTo>
                  <a:pt x="3" y="241"/>
                </a:lnTo>
                <a:lnTo>
                  <a:pt x="3" y="249"/>
                </a:lnTo>
                <a:lnTo>
                  <a:pt x="3" y="257"/>
                </a:lnTo>
                <a:lnTo>
                  <a:pt x="3" y="265"/>
                </a:lnTo>
                <a:lnTo>
                  <a:pt x="3" y="273"/>
                </a:lnTo>
                <a:lnTo>
                  <a:pt x="4" y="281"/>
                </a:lnTo>
                <a:lnTo>
                  <a:pt x="5" y="289"/>
                </a:lnTo>
                <a:lnTo>
                  <a:pt x="7" y="297"/>
                </a:lnTo>
                <a:lnTo>
                  <a:pt x="8" y="305"/>
                </a:lnTo>
                <a:lnTo>
                  <a:pt x="10" y="313"/>
                </a:lnTo>
                <a:lnTo>
                  <a:pt x="13" y="321"/>
                </a:lnTo>
                <a:lnTo>
                  <a:pt x="15" y="328"/>
                </a:lnTo>
                <a:lnTo>
                  <a:pt x="18" y="336"/>
                </a:lnTo>
                <a:lnTo>
                  <a:pt x="21" y="344"/>
                </a:lnTo>
                <a:lnTo>
                  <a:pt x="25" y="351"/>
                </a:lnTo>
                <a:lnTo>
                  <a:pt x="29" y="358"/>
                </a:lnTo>
                <a:lnTo>
                  <a:pt x="33" y="366"/>
                </a:lnTo>
                <a:lnTo>
                  <a:pt x="37" y="373"/>
                </a:lnTo>
                <a:lnTo>
                  <a:pt x="42" y="380"/>
                </a:lnTo>
                <a:lnTo>
                  <a:pt x="47" y="387"/>
                </a:lnTo>
                <a:lnTo>
                  <a:pt x="52" y="394"/>
                </a:lnTo>
                <a:lnTo>
                  <a:pt x="57" y="400"/>
                </a:lnTo>
                <a:lnTo>
                  <a:pt x="63" y="407"/>
                </a:lnTo>
                <a:lnTo>
                  <a:pt x="69" y="413"/>
                </a:lnTo>
                <a:lnTo>
                  <a:pt x="75" y="420"/>
                </a:lnTo>
                <a:lnTo>
                  <a:pt x="82" y="426"/>
                </a:lnTo>
                <a:lnTo>
                  <a:pt x="89" y="432"/>
                </a:lnTo>
                <a:lnTo>
                  <a:pt x="96" y="437"/>
                </a:lnTo>
                <a:lnTo>
                  <a:pt x="103" y="443"/>
                </a:lnTo>
                <a:lnTo>
                  <a:pt x="110" y="448"/>
                </a:lnTo>
                <a:lnTo>
                  <a:pt x="118" y="453"/>
                </a:lnTo>
                <a:lnTo>
                  <a:pt x="125" y="458"/>
                </a:lnTo>
                <a:lnTo>
                  <a:pt x="133" y="463"/>
                </a:lnTo>
                <a:lnTo>
                  <a:pt x="142" y="468"/>
                </a:lnTo>
                <a:lnTo>
                  <a:pt x="150" y="472"/>
                </a:lnTo>
                <a:lnTo>
                  <a:pt x="158" y="476"/>
                </a:lnTo>
                <a:lnTo>
                  <a:pt x="167" y="480"/>
                </a:lnTo>
                <a:lnTo>
                  <a:pt x="176" y="484"/>
                </a:lnTo>
                <a:lnTo>
                  <a:pt x="185" y="488"/>
                </a:lnTo>
                <a:lnTo>
                  <a:pt x="194" y="491"/>
                </a:lnTo>
                <a:lnTo>
                  <a:pt x="203" y="494"/>
                </a:lnTo>
                <a:lnTo>
                  <a:pt x="212" y="497"/>
                </a:lnTo>
                <a:lnTo>
                  <a:pt x="222" y="499"/>
                </a:lnTo>
                <a:lnTo>
                  <a:pt x="232" y="502"/>
                </a:lnTo>
                <a:lnTo>
                  <a:pt x="242" y="504"/>
                </a:lnTo>
                <a:lnTo>
                  <a:pt x="252" y="506"/>
                </a:lnTo>
                <a:lnTo>
                  <a:pt x="261" y="507"/>
                </a:lnTo>
                <a:lnTo>
                  <a:pt x="271" y="509"/>
                </a:lnTo>
                <a:lnTo>
                  <a:pt x="281" y="510"/>
                </a:lnTo>
                <a:lnTo>
                  <a:pt x="291" y="511"/>
                </a:lnTo>
                <a:lnTo>
                  <a:pt x="301" y="511"/>
                </a:lnTo>
                <a:lnTo>
                  <a:pt x="311" y="512"/>
                </a:lnTo>
                <a:lnTo>
                  <a:pt x="321" y="512"/>
                </a:lnTo>
                <a:lnTo>
                  <a:pt x="331" y="512"/>
                </a:lnTo>
                <a:lnTo>
                  <a:pt x="341" y="511"/>
                </a:lnTo>
                <a:lnTo>
                  <a:pt x="351" y="511"/>
                </a:lnTo>
                <a:lnTo>
                  <a:pt x="361" y="510"/>
                </a:lnTo>
                <a:lnTo>
                  <a:pt x="370" y="509"/>
                </a:lnTo>
                <a:lnTo>
                  <a:pt x="380" y="507"/>
                </a:lnTo>
                <a:lnTo>
                  <a:pt x="390" y="506"/>
                </a:lnTo>
                <a:lnTo>
                  <a:pt x="400" y="504"/>
                </a:lnTo>
                <a:lnTo>
                  <a:pt x="409" y="502"/>
                </a:lnTo>
                <a:lnTo>
                  <a:pt x="419" y="499"/>
                </a:lnTo>
                <a:lnTo>
                  <a:pt x="428" y="497"/>
                </a:lnTo>
                <a:lnTo>
                  <a:pt x="438" y="494"/>
                </a:lnTo>
                <a:lnTo>
                  <a:pt x="447" y="491"/>
                </a:lnTo>
                <a:lnTo>
                  <a:pt x="456" y="488"/>
                </a:lnTo>
                <a:lnTo>
                  <a:pt x="465" y="484"/>
                </a:lnTo>
                <a:lnTo>
                  <a:pt x="474" y="480"/>
                </a:lnTo>
                <a:lnTo>
                  <a:pt x="482" y="476"/>
                </a:lnTo>
                <a:lnTo>
                  <a:pt x="491" y="472"/>
                </a:lnTo>
                <a:lnTo>
                  <a:pt x="499" y="468"/>
                </a:lnTo>
                <a:lnTo>
                  <a:pt x="507" y="463"/>
                </a:lnTo>
                <a:lnTo>
                  <a:pt x="515" y="458"/>
                </a:lnTo>
                <a:lnTo>
                  <a:pt x="523" y="453"/>
                </a:lnTo>
                <a:lnTo>
                  <a:pt x="531" y="448"/>
                </a:lnTo>
                <a:lnTo>
                  <a:pt x="538" y="443"/>
                </a:lnTo>
                <a:lnTo>
                  <a:pt x="545" y="437"/>
                </a:lnTo>
                <a:lnTo>
                  <a:pt x="552" y="432"/>
                </a:lnTo>
                <a:lnTo>
                  <a:pt x="559" y="426"/>
                </a:lnTo>
                <a:lnTo>
                  <a:pt x="565" y="420"/>
                </a:lnTo>
                <a:lnTo>
                  <a:pt x="571" y="413"/>
                </a:lnTo>
                <a:lnTo>
                  <a:pt x="577" y="407"/>
                </a:lnTo>
                <a:lnTo>
                  <a:pt x="583" y="400"/>
                </a:lnTo>
                <a:lnTo>
                  <a:pt x="589" y="394"/>
                </a:lnTo>
                <a:lnTo>
                  <a:pt x="594" y="387"/>
                </a:lnTo>
                <a:lnTo>
                  <a:pt x="599" y="380"/>
                </a:lnTo>
                <a:lnTo>
                  <a:pt x="603" y="373"/>
                </a:lnTo>
                <a:lnTo>
                  <a:pt x="608" y="366"/>
                </a:lnTo>
                <a:lnTo>
                  <a:pt x="612" y="358"/>
                </a:lnTo>
                <a:lnTo>
                  <a:pt x="616" y="351"/>
                </a:lnTo>
                <a:lnTo>
                  <a:pt x="619" y="344"/>
                </a:lnTo>
                <a:lnTo>
                  <a:pt x="622" y="336"/>
                </a:lnTo>
                <a:lnTo>
                  <a:pt x="625" y="328"/>
                </a:lnTo>
                <a:lnTo>
                  <a:pt x="628" y="321"/>
                </a:lnTo>
                <a:lnTo>
                  <a:pt x="630" y="313"/>
                </a:lnTo>
                <a:lnTo>
                  <a:pt x="632" y="305"/>
                </a:lnTo>
                <a:lnTo>
                  <a:pt x="634" y="297"/>
                </a:lnTo>
                <a:lnTo>
                  <a:pt x="636" y="289"/>
                </a:lnTo>
                <a:lnTo>
                  <a:pt x="637" y="281"/>
                </a:lnTo>
                <a:lnTo>
                  <a:pt x="637" y="273"/>
                </a:lnTo>
                <a:lnTo>
                  <a:pt x="638" y="265"/>
                </a:lnTo>
                <a:lnTo>
                  <a:pt x="638" y="257"/>
                </a:lnTo>
                <a:moveTo>
                  <a:pt x="640" y="257"/>
                </a:moveTo>
                <a:lnTo>
                  <a:pt x="640" y="265"/>
                </a:lnTo>
                <a:lnTo>
                  <a:pt x="640" y="273"/>
                </a:lnTo>
                <a:lnTo>
                  <a:pt x="639" y="282"/>
                </a:lnTo>
                <a:lnTo>
                  <a:pt x="638" y="290"/>
                </a:lnTo>
                <a:lnTo>
                  <a:pt x="636" y="297"/>
                </a:lnTo>
                <a:lnTo>
                  <a:pt x="635" y="305"/>
                </a:lnTo>
                <a:lnTo>
                  <a:pt x="633" y="313"/>
                </a:lnTo>
                <a:lnTo>
                  <a:pt x="630" y="321"/>
                </a:lnTo>
                <a:lnTo>
                  <a:pt x="628" y="329"/>
                </a:lnTo>
                <a:lnTo>
                  <a:pt x="625" y="337"/>
                </a:lnTo>
                <a:lnTo>
                  <a:pt x="621" y="344"/>
                </a:lnTo>
                <a:lnTo>
                  <a:pt x="618" y="352"/>
                </a:lnTo>
                <a:lnTo>
                  <a:pt x="614" y="359"/>
                </a:lnTo>
                <a:lnTo>
                  <a:pt x="610" y="367"/>
                </a:lnTo>
                <a:lnTo>
                  <a:pt x="605" y="374"/>
                </a:lnTo>
                <a:lnTo>
                  <a:pt x="601" y="381"/>
                </a:lnTo>
                <a:lnTo>
                  <a:pt x="596" y="388"/>
                </a:lnTo>
                <a:lnTo>
                  <a:pt x="591" y="395"/>
                </a:lnTo>
                <a:lnTo>
                  <a:pt x="585" y="401"/>
                </a:lnTo>
                <a:lnTo>
                  <a:pt x="579" y="408"/>
                </a:lnTo>
                <a:lnTo>
                  <a:pt x="573" y="414"/>
                </a:lnTo>
                <a:lnTo>
                  <a:pt x="567" y="421"/>
                </a:lnTo>
                <a:lnTo>
                  <a:pt x="560" y="427"/>
                </a:lnTo>
                <a:lnTo>
                  <a:pt x="554" y="433"/>
                </a:lnTo>
                <a:lnTo>
                  <a:pt x="547" y="439"/>
                </a:lnTo>
                <a:lnTo>
                  <a:pt x="540" y="444"/>
                </a:lnTo>
                <a:lnTo>
                  <a:pt x="532" y="450"/>
                </a:lnTo>
                <a:lnTo>
                  <a:pt x="524" y="455"/>
                </a:lnTo>
                <a:lnTo>
                  <a:pt x="517" y="460"/>
                </a:lnTo>
                <a:lnTo>
                  <a:pt x="509" y="465"/>
                </a:lnTo>
                <a:lnTo>
                  <a:pt x="500" y="469"/>
                </a:lnTo>
                <a:lnTo>
                  <a:pt x="492" y="474"/>
                </a:lnTo>
                <a:lnTo>
                  <a:pt x="483" y="478"/>
                </a:lnTo>
                <a:lnTo>
                  <a:pt x="475" y="482"/>
                </a:lnTo>
                <a:lnTo>
                  <a:pt x="466" y="486"/>
                </a:lnTo>
                <a:lnTo>
                  <a:pt x="457" y="489"/>
                </a:lnTo>
                <a:lnTo>
                  <a:pt x="448" y="493"/>
                </a:lnTo>
                <a:lnTo>
                  <a:pt x="438" y="496"/>
                </a:lnTo>
                <a:lnTo>
                  <a:pt x="429" y="499"/>
                </a:lnTo>
                <a:lnTo>
                  <a:pt x="420" y="501"/>
                </a:lnTo>
                <a:lnTo>
                  <a:pt x="410" y="503"/>
                </a:lnTo>
                <a:lnTo>
                  <a:pt x="400" y="506"/>
                </a:lnTo>
                <a:lnTo>
                  <a:pt x="390" y="508"/>
                </a:lnTo>
                <a:lnTo>
                  <a:pt x="381" y="509"/>
                </a:lnTo>
                <a:lnTo>
                  <a:pt x="371" y="511"/>
                </a:lnTo>
                <a:lnTo>
                  <a:pt x="361" y="512"/>
                </a:lnTo>
                <a:lnTo>
                  <a:pt x="351" y="513"/>
                </a:lnTo>
                <a:lnTo>
                  <a:pt x="341" y="513"/>
                </a:lnTo>
                <a:lnTo>
                  <a:pt x="331" y="514"/>
                </a:lnTo>
                <a:lnTo>
                  <a:pt x="321" y="514"/>
                </a:lnTo>
                <a:lnTo>
                  <a:pt x="311" y="514"/>
                </a:lnTo>
                <a:lnTo>
                  <a:pt x="301" y="513"/>
                </a:lnTo>
                <a:lnTo>
                  <a:pt x="291" y="513"/>
                </a:lnTo>
                <a:lnTo>
                  <a:pt x="281" y="512"/>
                </a:lnTo>
                <a:lnTo>
                  <a:pt x="271" y="511"/>
                </a:lnTo>
                <a:lnTo>
                  <a:pt x="261" y="509"/>
                </a:lnTo>
                <a:lnTo>
                  <a:pt x="251" y="508"/>
                </a:lnTo>
                <a:lnTo>
                  <a:pt x="241" y="506"/>
                </a:lnTo>
                <a:lnTo>
                  <a:pt x="232" y="503"/>
                </a:lnTo>
                <a:lnTo>
                  <a:pt x="221" y="501"/>
                </a:lnTo>
                <a:lnTo>
                  <a:pt x="212" y="499"/>
                </a:lnTo>
                <a:lnTo>
                  <a:pt x="202" y="496"/>
                </a:lnTo>
                <a:lnTo>
                  <a:pt x="193" y="493"/>
                </a:lnTo>
                <a:lnTo>
                  <a:pt x="184" y="489"/>
                </a:lnTo>
                <a:lnTo>
                  <a:pt x="175" y="486"/>
                </a:lnTo>
                <a:lnTo>
                  <a:pt x="166" y="482"/>
                </a:lnTo>
                <a:lnTo>
                  <a:pt x="157" y="478"/>
                </a:lnTo>
                <a:lnTo>
                  <a:pt x="149" y="474"/>
                </a:lnTo>
                <a:lnTo>
                  <a:pt x="140" y="469"/>
                </a:lnTo>
                <a:lnTo>
                  <a:pt x="132" y="465"/>
                </a:lnTo>
                <a:lnTo>
                  <a:pt x="124" y="460"/>
                </a:lnTo>
                <a:lnTo>
                  <a:pt x="116" y="455"/>
                </a:lnTo>
                <a:lnTo>
                  <a:pt x="109" y="450"/>
                </a:lnTo>
                <a:lnTo>
                  <a:pt x="101" y="444"/>
                </a:lnTo>
                <a:lnTo>
                  <a:pt x="94" y="439"/>
                </a:lnTo>
                <a:lnTo>
                  <a:pt x="87" y="433"/>
                </a:lnTo>
                <a:lnTo>
                  <a:pt x="80" y="427"/>
                </a:lnTo>
                <a:lnTo>
                  <a:pt x="74" y="421"/>
                </a:lnTo>
                <a:lnTo>
                  <a:pt x="67" y="414"/>
                </a:lnTo>
                <a:lnTo>
                  <a:pt x="61" y="408"/>
                </a:lnTo>
                <a:lnTo>
                  <a:pt x="56" y="401"/>
                </a:lnTo>
                <a:lnTo>
                  <a:pt x="50" y="395"/>
                </a:lnTo>
                <a:lnTo>
                  <a:pt x="45" y="388"/>
                </a:lnTo>
                <a:lnTo>
                  <a:pt x="40" y="381"/>
                </a:lnTo>
                <a:lnTo>
                  <a:pt x="35" y="374"/>
                </a:lnTo>
                <a:lnTo>
                  <a:pt x="31" y="367"/>
                </a:lnTo>
                <a:lnTo>
                  <a:pt x="27" y="359"/>
                </a:lnTo>
                <a:lnTo>
                  <a:pt x="23" y="352"/>
                </a:lnTo>
                <a:lnTo>
                  <a:pt x="19" y="344"/>
                </a:lnTo>
                <a:lnTo>
                  <a:pt x="16" y="337"/>
                </a:lnTo>
                <a:lnTo>
                  <a:pt x="13" y="329"/>
                </a:lnTo>
                <a:lnTo>
                  <a:pt x="10" y="321"/>
                </a:lnTo>
                <a:lnTo>
                  <a:pt x="8" y="313"/>
                </a:lnTo>
                <a:lnTo>
                  <a:pt x="6" y="305"/>
                </a:lnTo>
                <a:lnTo>
                  <a:pt x="4" y="297"/>
                </a:lnTo>
                <a:lnTo>
                  <a:pt x="3" y="290"/>
                </a:lnTo>
                <a:lnTo>
                  <a:pt x="2" y="282"/>
                </a:lnTo>
                <a:lnTo>
                  <a:pt x="1" y="273"/>
                </a:lnTo>
                <a:lnTo>
                  <a:pt x="0" y="265"/>
                </a:lnTo>
                <a:lnTo>
                  <a:pt x="0" y="257"/>
                </a:lnTo>
                <a:lnTo>
                  <a:pt x="0" y="249"/>
                </a:lnTo>
                <a:lnTo>
                  <a:pt x="1" y="241"/>
                </a:lnTo>
                <a:lnTo>
                  <a:pt x="2" y="233"/>
                </a:lnTo>
                <a:lnTo>
                  <a:pt x="3" y="225"/>
                </a:lnTo>
                <a:lnTo>
                  <a:pt x="4" y="217"/>
                </a:lnTo>
                <a:lnTo>
                  <a:pt x="6" y="209"/>
                </a:lnTo>
                <a:lnTo>
                  <a:pt x="8" y="201"/>
                </a:lnTo>
                <a:lnTo>
                  <a:pt x="10" y="194"/>
                </a:lnTo>
                <a:lnTo>
                  <a:pt x="13" y="186"/>
                </a:lnTo>
                <a:lnTo>
                  <a:pt x="16" y="178"/>
                </a:lnTo>
                <a:lnTo>
                  <a:pt x="19" y="171"/>
                </a:lnTo>
                <a:lnTo>
                  <a:pt x="23" y="163"/>
                </a:lnTo>
                <a:lnTo>
                  <a:pt x="27" y="156"/>
                </a:lnTo>
                <a:lnTo>
                  <a:pt x="31" y="148"/>
                </a:lnTo>
                <a:lnTo>
                  <a:pt x="35" y="141"/>
                </a:lnTo>
                <a:lnTo>
                  <a:pt x="40" y="134"/>
                </a:lnTo>
                <a:lnTo>
                  <a:pt x="45" y="127"/>
                </a:lnTo>
                <a:lnTo>
                  <a:pt x="50" y="120"/>
                </a:lnTo>
                <a:lnTo>
                  <a:pt x="56" y="113"/>
                </a:lnTo>
                <a:lnTo>
                  <a:pt x="61" y="107"/>
                </a:lnTo>
                <a:lnTo>
                  <a:pt x="67" y="100"/>
                </a:lnTo>
                <a:lnTo>
                  <a:pt x="74" y="94"/>
                </a:lnTo>
                <a:lnTo>
                  <a:pt x="80" y="88"/>
                </a:lnTo>
                <a:lnTo>
                  <a:pt x="87" y="82"/>
                </a:lnTo>
                <a:lnTo>
                  <a:pt x="94" y="76"/>
                </a:lnTo>
                <a:lnTo>
                  <a:pt x="101" y="71"/>
                </a:lnTo>
                <a:lnTo>
                  <a:pt x="109" y="65"/>
                </a:lnTo>
                <a:lnTo>
                  <a:pt x="116" y="60"/>
                </a:lnTo>
                <a:lnTo>
                  <a:pt x="124" y="55"/>
                </a:lnTo>
                <a:lnTo>
                  <a:pt x="132" y="50"/>
                </a:lnTo>
                <a:lnTo>
                  <a:pt x="140" y="45"/>
                </a:lnTo>
                <a:lnTo>
                  <a:pt x="149" y="40"/>
                </a:lnTo>
                <a:lnTo>
                  <a:pt x="157" y="36"/>
                </a:lnTo>
                <a:lnTo>
                  <a:pt x="166" y="32"/>
                </a:lnTo>
                <a:lnTo>
                  <a:pt x="175" y="28"/>
                </a:lnTo>
                <a:lnTo>
                  <a:pt x="184" y="24"/>
                </a:lnTo>
                <a:lnTo>
                  <a:pt x="193" y="21"/>
                </a:lnTo>
                <a:lnTo>
                  <a:pt x="202" y="18"/>
                </a:lnTo>
                <a:lnTo>
                  <a:pt x="212" y="15"/>
                </a:lnTo>
                <a:lnTo>
                  <a:pt x="221" y="13"/>
                </a:lnTo>
                <a:lnTo>
                  <a:pt x="232" y="10"/>
                </a:lnTo>
                <a:lnTo>
                  <a:pt x="241" y="8"/>
                </a:lnTo>
                <a:lnTo>
                  <a:pt x="251" y="6"/>
                </a:lnTo>
                <a:lnTo>
                  <a:pt x="261" y="5"/>
                </a:lnTo>
                <a:lnTo>
                  <a:pt x="271" y="3"/>
                </a:lnTo>
                <a:lnTo>
                  <a:pt x="281" y="2"/>
                </a:lnTo>
                <a:lnTo>
                  <a:pt x="291" y="1"/>
                </a:lnTo>
                <a:lnTo>
                  <a:pt x="301" y="1"/>
                </a:lnTo>
                <a:lnTo>
                  <a:pt x="311" y="0"/>
                </a:lnTo>
                <a:lnTo>
                  <a:pt x="321" y="0"/>
                </a:lnTo>
                <a:lnTo>
                  <a:pt x="331" y="0"/>
                </a:lnTo>
                <a:lnTo>
                  <a:pt x="341" y="1"/>
                </a:lnTo>
                <a:lnTo>
                  <a:pt x="351" y="1"/>
                </a:lnTo>
                <a:lnTo>
                  <a:pt x="361" y="2"/>
                </a:lnTo>
                <a:lnTo>
                  <a:pt x="371" y="3"/>
                </a:lnTo>
                <a:lnTo>
                  <a:pt x="381" y="5"/>
                </a:lnTo>
                <a:lnTo>
                  <a:pt x="390" y="6"/>
                </a:lnTo>
                <a:lnTo>
                  <a:pt x="400" y="8"/>
                </a:lnTo>
                <a:lnTo>
                  <a:pt x="410" y="10"/>
                </a:lnTo>
                <a:lnTo>
                  <a:pt x="420" y="13"/>
                </a:lnTo>
                <a:lnTo>
                  <a:pt x="429" y="15"/>
                </a:lnTo>
                <a:lnTo>
                  <a:pt x="438" y="18"/>
                </a:lnTo>
                <a:lnTo>
                  <a:pt x="448" y="21"/>
                </a:lnTo>
                <a:lnTo>
                  <a:pt x="457" y="24"/>
                </a:lnTo>
                <a:lnTo>
                  <a:pt x="466" y="28"/>
                </a:lnTo>
                <a:lnTo>
                  <a:pt x="475" y="32"/>
                </a:lnTo>
                <a:lnTo>
                  <a:pt x="483" y="36"/>
                </a:lnTo>
                <a:lnTo>
                  <a:pt x="492" y="40"/>
                </a:lnTo>
                <a:lnTo>
                  <a:pt x="500" y="45"/>
                </a:lnTo>
                <a:lnTo>
                  <a:pt x="509" y="50"/>
                </a:lnTo>
                <a:lnTo>
                  <a:pt x="517" y="55"/>
                </a:lnTo>
                <a:lnTo>
                  <a:pt x="524" y="60"/>
                </a:lnTo>
                <a:lnTo>
                  <a:pt x="532" y="65"/>
                </a:lnTo>
                <a:lnTo>
                  <a:pt x="540" y="71"/>
                </a:lnTo>
                <a:lnTo>
                  <a:pt x="547" y="76"/>
                </a:lnTo>
                <a:lnTo>
                  <a:pt x="554" y="82"/>
                </a:lnTo>
                <a:lnTo>
                  <a:pt x="560" y="88"/>
                </a:lnTo>
                <a:lnTo>
                  <a:pt x="567" y="94"/>
                </a:lnTo>
                <a:lnTo>
                  <a:pt x="573" y="100"/>
                </a:lnTo>
                <a:lnTo>
                  <a:pt x="579" y="107"/>
                </a:lnTo>
                <a:lnTo>
                  <a:pt x="585" y="113"/>
                </a:lnTo>
                <a:lnTo>
                  <a:pt x="591" y="120"/>
                </a:lnTo>
                <a:lnTo>
                  <a:pt x="596" y="127"/>
                </a:lnTo>
                <a:lnTo>
                  <a:pt x="601" y="134"/>
                </a:lnTo>
                <a:lnTo>
                  <a:pt x="605" y="141"/>
                </a:lnTo>
                <a:lnTo>
                  <a:pt x="610" y="148"/>
                </a:lnTo>
                <a:lnTo>
                  <a:pt x="614" y="156"/>
                </a:lnTo>
                <a:lnTo>
                  <a:pt x="618" y="163"/>
                </a:lnTo>
                <a:lnTo>
                  <a:pt x="621" y="171"/>
                </a:lnTo>
                <a:lnTo>
                  <a:pt x="625" y="178"/>
                </a:lnTo>
                <a:lnTo>
                  <a:pt x="628" y="186"/>
                </a:lnTo>
                <a:lnTo>
                  <a:pt x="630" y="194"/>
                </a:lnTo>
                <a:lnTo>
                  <a:pt x="633" y="201"/>
                </a:lnTo>
                <a:lnTo>
                  <a:pt x="635" y="209"/>
                </a:lnTo>
                <a:lnTo>
                  <a:pt x="636" y="217"/>
                </a:lnTo>
                <a:lnTo>
                  <a:pt x="638" y="225"/>
                </a:lnTo>
                <a:lnTo>
                  <a:pt x="639" y="233"/>
                </a:lnTo>
                <a:lnTo>
                  <a:pt x="640" y="241"/>
                </a:lnTo>
                <a:lnTo>
                  <a:pt x="640" y="249"/>
                </a:lnTo>
                <a:lnTo>
                  <a:pt x="640" y="257"/>
                </a:lnTo>
                <a:close/>
              </a:path>
            </a:pathLst>
          </a:custGeom>
          <a:solidFill>
            <a:srgbClr val="ffcd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8" name=""/>
          <p:cNvSpPr/>
          <p:nvPr/>
        </p:nvSpPr>
        <p:spPr>
          <a:xfrm>
            <a:off x="4862880" y="1734840"/>
            <a:ext cx="232200" cy="186480"/>
          </a:xfrm>
          <a:custGeom>
            <a:avLst/>
            <a:gdLst/>
            <a:ahLst/>
            <a:rect l="0" t="0" r="r" b="b"/>
            <a:pathLst>
              <a:path w="645" h="518">
                <a:moveTo>
                  <a:pt x="642" y="259"/>
                </a:moveTo>
                <a:lnTo>
                  <a:pt x="642" y="251"/>
                </a:lnTo>
                <a:lnTo>
                  <a:pt x="642" y="243"/>
                </a:lnTo>
                <a:lnTo>
                  <a:pt x="641" y="235"/>
                </a:lnTo>
                <a:lnTo>
                  <a:pt x="640" y="227"/>
                </a:lnTo>
                <a:lnTo>
                  <a:pt x="638" y="219"/>
                </a:lnTo>
                <a:lnTo>
                  <a:pt x="637" y="211"/>
                </a:lnTo>
                <a:lnTo>
                  <a:pt x="635" y="203"/>
                </a:lnTo>
                <a:lnTo>
                  <a:pt x="632" y="196"/>
                </a:lnTo>
                <a:lnTo>
                  <a:pt x="630" y="188"/>
                </a:lnTo>
                <a:lnTo>
                  <a:pt x="627" y="180"/>
                </a:lnTo>
                <a:lnTo>
                  <a:pt x="623" y="173"/>
                </a:lnTo>
                <a:lnTo>
                  <a:pt x="620" y="165"/>
                </a:lnTo>
                <a:lnTo>
                  <a:pt x="616" y="158"/>
                </a:lnTo>
                <a:lnTo>
                  <a:pt x="612" y="150"/>
                </a:lnTo>
                <a:lnTo>
                  <a:pt x="607" y="143"/>
                </a:lnTo>
                <a:lnTo>
                  <a:pt x="603" y="136"/>
                </a:lnTo>
                <a:lnTo>
                  <a:pt x="598" y="129"/>
                </a:lnTo>
                <a:lnTo>
                  <a:pt x="593" y="122"/>
                </a:lnTo>
                <a:lnTo>
                  <a:pt x="587" y="115"/>
                </a:lnTo>
                <a:lnTo>
                  <a:pt x="581" y="109"/>
                </a:lnTo>
                <a:lnTo>
                  <a:pt x="575" y="102"/>
                </a:lnTo>
                <a:lnTo>
                  <a:pt x="569" y="96"/>
                </a:lnTo>
                <a:lnTo>
                  <a:pt x="562" y="90"/>
                </a:lnTo>
                <a:lnTo>
                  <a:pt x="556" y="84"/>
                </a:lnTo>
                <a:lnTo>
                  <a:pt x="549" y="77"/>
                </a:lnTo>
                <a:lnTo>
                  <a:pt x="542" y="72"/>
                </a:lnTo>
                <a:lnTo>
                  <a:pt x="534" y="66"/>
                </a:lnTo>
                <a:lnTo>
                  <a:pt x="526" y="61"/>
                </a:lnTo>
                <a:lnTo>
                  <a:pt x="519" y="56"/>
                </a:lnTo>
                <a:lnTo>
                  <a:pt x="511" y="51"/>
                </a:lnTo>
                <a:lnTo>
                  <a:pt x="502" y="46"/>
                </a:lnTo>
                <a:lnTo>
                  <a:pt x="494" y="42"/>
                </a:lnTo>
                <a:lnTo>
                  <a:pt x="485" y="38"/>
                </a:lnTo>
                <a:lnTo>
                  <a:pt x="477" y="34"/>
                </a:lnTo>
                <a:lnTo>
                  <a:pt x="468" y="30"/>
                </a:lnTo>
                <a:lnTo>
                  <a:pt x="459" y="26"/>
                </a:lnTo>
                <a:lnTo>
                  <a:pt x="450" y="23"/>
                </a:lnTo>
                <a:lnTo>
                  <a:pt x="440" y="20"/>
                </a:lnTo>
                <a:lnTo>
                  <a:pt x="431" y="17"/>
                </a:lnTo>
                <a:lnTo>
                  <a:pt x="422" y="15"/>
                </a:lnTo>
                <a:lnTo>
                  <a:pt x="412" y="12"/>
                </a:lnTo>
                <a:lnTo>
                  <a:pt x="402" y="10"/>
                </a:lnTo>
                <a:lnTo>
                  <a:pt x="392" y="8"/>
                </a:lnTo>
                <a:lnTo>
                  <a:pt x="383" y="7"/>
                </a:lnTo>
                <a:lnTo>
                  <a:pt x="373" y="5"/>
                </a:lnTo>
                <a:lnTo>
                  <a:pt x="363" y="4"/>
                </a:lnTo>
                <a:lnTo>
                  <a:pt x="353" y="3"/>
                </a:lnTo>
                <a:lnTo>
                  <a:pt x="343" y="3"/>
                </a:lnTo>
                <a:lnTo>
                  <a:pt x="333" y="2"/>
                </a:lnTo>
                <a:lnTo>
                  <a:pt x="323" y="2"/>
                </a:lnTo>
                <a:lnTo>
                  <a:pt x="312" y="2"/>
                </a:lnTo>
                <a:lnTo>
                  <a:pt x="302" y="3"/>
                </a:lnTo>
                <a:lnTo>
                  <a:pt x="292" y="3"/>
                </a:lnTo>
                <a:lnTo>
                  <a:pt x="282" y="4"/>
                </a:lnTo>
                <a:lnTo>
                  <a:pt x="272" y="5"/>
                </a:lnTo>
                <a:lnTo>
                  <a:pt x="262" y="7"/>
                </a:lnTo>
                <a:lnTo>
                  <a:pt x="252" y="8"/>
                </a:lnTo>
                <a:lnTo>
                  <a:pt x="242" y="10"/>
                </a:lnTo>
                <a:lnTo>
                  <a:pt x="233" y="12"/>
                </a:lnTo>
                <a:lnTo>
                  <a:pt x="223" y="15"/>
                </a:lnTo>
                <a:lnTo>
                  <a:pt x="214" y="17"/>
                </a:lnTo>
                <a:lnTo>
                  <a:pt x="204" y="20"/>
                </a:lnTo>
                <a:lnTo>
                  <a:pt x="195" y="23"/>
                </a:lnTo>
                <a:lnTo>
                  <a:pt x="186" y="26"/>
                </a:lnTo>
                <a:lnTo>
                  <a:pt x="177" y="30"/>
                </a:lnTo>
                <a:lnTo>
                  <a:pt x="168" y="34"/>
                </a:lnTo>
                <a:lnTo>
                  <a:pt x="159" y="38"/>
                </a:lnTo>
                <a:lnTo>
                  <a:pt x="151" y="42"/>
                </a:lnTo>
                <a:lnTo>
                  <a:pt x="142" y="46"/>
                </a:lnTo>
                <a:lnTo>
                  <a:pt x="134" y="51"/>
                </a:lnTo>
                <a:lnTo>
                  <a:pt x="126" y="56"/>
                </a:lnTo>
                <a:lnTo>
                  <a:pt x="118" y="61"/>
                </a:lnTo>
                <a:lnTo>
                  <a:pt x="111" y="66"/>
                </a:lnTo>
                <a:lnTo>
                  <a:pt x="103" y="72"/>
                </a:lnTo>
                <a:lnTo>
                  <a:pt x="96" y="77"/>
                </a:lnTo>
                <a:lnTo>
                  <a:pt x="89" y="84"/>
                </a:lnTo>
                <a:lnTo>
                  <a:pt x="82" y="90"/>
                </a:lnTo>
                <a:lnTo>
                  <a:pt x="76" y="96"/>
                </a:lnTo>
                <a:lnTo>
                  <a:pt x="69" y="102"/>
                </a:lnTo>
                <a:lnTo>
                  <a:pt x="63" y="109"/>
                </a:lnTo>
                <a:lnTo>
                  <a:pt x="58" y="115"/>
                </a:lnTo>
                <a:lnTo>
                  <a:pt x="52" y="122"/>
                </a:lnTo>
                <a:lnTo>
                  <a:pt x="47" y="129"/>
                </a:lnTo>
                <a:lnTo>
                  <a:pt x="42" y="136"/>
                </a:lnTo>
                <a:lnTo>
                  <a:pt x="37" y="143"/>
                </a:lnTo>
                <a:lnTo>
                  <a:pt x="33" y="150"/>
                </a:lnTo>
                <a:lnTo>
                  <a:pt x="29" y="158"/>
                </a:lnTo>
                <a:lnTo>
                  <a:pt x="25" y="165"/>
                </a:lnTo>
                <a:lnTo>
                  <a:pt x="21" y="173"/>
                </a:lnTo>
                <a:lnTo>
                  <a:pt x="18" y="180"/>
                </a:lnTo>
                <a:lnTo>
                  <a:pt x="15" y="188"/>
                </a:lnTo>
                <a:lnTo>
                  <a:pt x="12" y="196"/>
                </a:lnTo>
                <a:lnTo>
                  <a:pt x="10" y="203"/>
                </a:lnTo>
                <a:lnTo>
                  <a:pt x="8" y="211"/>
                </a:lnTo>
                <a:lnTo>
                  <a:pt x="6" y="219"/>
                </a:lnTo>
                <a:lnTo>
                  <a:pt x="5" y="227"/>
                </a:lnTo>
                <a:lnTo>
                  <a:pt x="4" y="235"/>
                </a:lnTo>
                <a:lnTo>
                  <a:pt x="3" y="243"/>
                </a:lnTo>
                <a:lnTo>
                  <a:pt x="2" y="251"/>
                </a:lnTo>
                <a:lnTo>
                  <a:pt x="2" y="259"/>
                </a:lnTo>
                <a:lnTo>
                  <a:pt x="2" y="267"/>
                </a:lnTo>
                <a:lnTo>
                  <a:pt x="3" y="275"/>
                </a:lnTo>
                <a:lnTo>
                  <a:pt x="4" y="284"/>
                </a:lnTo>
                <a:lnTo>
                  <a:pt x="5" y="292"/>
                </a:lnTo>
                <a:lnTo>
                  <a:pt x="6" y="299"/>
                </a:lnTo>
                <a:lnTo>
                  <a:pt x="8" y="307"/>
                </a:lnTo>
                <a:lnTo>
                  <a:pt x="10" y="315"/>
                </a:lnTo>
                <a:lnTo>
                  <a:pt x="12" y="323"/>
                </a:lnTo>
                <a:lnTo>
                  <a:pt x="15" y="331"/>
                </a:lnTo>
                <a:lnTo>
                  <a:pt x="18" y="339"/>
                </a:lnTo>
                <a:lnTo>
                  <a:pt x="21" y="346"/>
                </a:lnTo>
                <a:lnTo>
                  <a:pt x="25" y="354"/>
                </a:lnTo>
                <a:lnTo>
                  <a:pt x="29" y="361"/>
                </a:lnTo>
                <a:lnTo>
                  <a:pt x="33" y="369"/>
                </a:lnTo>
                <a:lnTo>
                  <a:pt x="37" y="376"/>
                </a:lnTo>
                <a:lnTo>
                  <a:pt x="42" y="383"/>
                </a:lnTo>
                <a:lnTo>
                  <a:pt x="47" y="390"/>
                </a:lnTo>
                <a:lnTo>
                  <a:pt x="52" y="397"/>
                </a:lnTo>
                <a:lnTo>
                  <a:pt x="58" y="403"/>
                </a:lnTo>
                <a:lnTo>
                  <a:pt x="63" y="410"/>
                </a:lnTo>
                <a:lnTo>
                  <a:pt x="69" y="416"/>
                </a:lnTo>
                <a:lnTo>
                  <a:pt x="76" y="423"/>
                </a:lnTo>
                <a:lnTo>
                  <a:pt x="82" y="429"/>
                </a:lnTo>
                <a:lnTo>
                  <a:pt x="89" y="435"/>
                </a:lnTo>
                <a:lnTo>
                  <a:pt x="96" y="441"/>
                </a:lnTo>
                <a:lnTo>
                  <a:pt x="103" y="446"/>
                </a:lnTo>
                <a:lnTo>
                  <a:pt x="111" y="452"/>
                </a:lnTo>
                <a:lnTo>
                  <a:pt x="118" y="457"/>
                </a:lnTo>
                <a:lnTo>
                  <a:pt x="126" y="462"/>
                </a:lnTo>
                <a:lnTo>
                  <a:pt x="134" y="467"/>
                </a:lnTo>
                <a:lnTo>
                  <a:pt x="142" y="471"/>
                </a:lnTo>
                <a:lnTo>
                  <a:pt x="151" y="476"/>
                </a:lnTo>
                <a:lnTo>
                  <a:pt x="159" y="480"/>
                </a:lnTo>
                <a:lnTo>
                  <a:pt x="168" y="484"/>
                </a:lnTo>
                <a:lnTo>
                  <a:pt x="177" y="488"/>
                </a:lnTo>
                <a:lnTo>
                  <a:pt x="186" y="491"/>
                </a:lnTo>
                <a:lnTo>
                  <a:pt x="195" y="495"/>
                </a:lnTo>
                <a:lnTo>
                  <a:pt x="204" y="498"/>
                </a:lnTo>
                <a:lnTo>
                  <a:pt x="214" y="501"/>
                </a:lnTo>
                <a:lnTo>
                  <a:pt x="223" y="503"/>
                </a:lnTo>
                <a:lnTo>
                  <a:pt x="233" y="505"/>
                </a:lnTo>
                <a:lnTo>
                  <a:pt x="242" y="508"/>
                </a:lnTo>
                <a:lnTo>
                  <a:pt x="252" y="510"/>
                </a:lnTo>
                <a:lnTo>
                  <a:pt x="262" y="511"/>
                </a:lnTo>
                <a:lnTo>
                  <a:pt x="272" y="513"/>
                </a:lnTo>
                <a:lnTo>
                  <a:pt x="282" y="514"/>
                </a:lnTo>
                <a:lnTo>
                  <a:pt x="292" y="515"/>
                </a:lnTo>
                <a:lnTo>
                  <a:pt x="302" y="515"/>
                </a:lnTo>
                <a:lnTo>
                  <a:pt x="312" y="516"/>
                </a:lnTo>
                <a:lnTo>
                  <a:pt x="323" y="516"/>
                </a:lnTo>
                <a:lnTo>
                  <a:pt x="333" y="516"/>
                </a:lnTo>
                <a:lnTo>
                  <a:pt x="343" y="515"/>
                </a:lnTo>
                <a:lnTo>
                  <a:pt x="353" y="515"/>
                </a:lnTo>
                <a:lnTo>
                  <a:pt x="363" y="514"/>
                </a:lnTo>
                <a:lnTo>
                  <a:pt x="373" y="513"/>
                </a:lnTo>
                <a:lnTo>
                  <a:pt x="383" y="511"/>
                </a:lnTo>
                <a:lnTo>
                  <a:pt x="392" y="510"/>
                </a:lnTo>
                <a:lnTo>
                  <a:pt x="402" y="508"/>
                </a:lnTo>
                <a:lnTo>
                  <a:pt x="412" y="505"/>
                </a:lnTo>
                <a:lnTo>
                  <a:pt x="422" y="503"/>
                </a:lnTo>
                <a:lnTo>
                  <a:pt x="431" y="501"/>
                </a:lnTo>
                <a:lnTo>
                  <a:pt x="440" y="498"/>
                </a:lnTo>
                <a:lnTo>
                  <a:pt x="450" y="495"/>
                </a:lnTo>
                <a:lnTo>
                  <a:pt x="459" y="491"/>
                </a:lnTo>
                <a:lnTo>
                  <a:pt x="468" y="488"/>
                </a:lnTo>
                <a:lnTo>
                  <a:pt x="477" y="484"/>
                </a:lnTo>
                <a:lnTo>
                  <a:pt x="485" y="480"/>
                </a:lnTo>
                <a:lnTo>
                  <a:pt x="494" y="476"/>
                </a:lnTo>
                <a:lnTo>
                  <a:pt x="502" y="471"/>
                </a:lnTo>
                <a:lnTo>
                  <a:pt x="511" y="467"/>
                </a:lnTo>
                <a:lnTo>
                  <a:pt x="519" y="462"/>
                </a:lnTo>
                <a:lnTo>
                  <a:pt x="526" y="457"/>
                </a:lnTo>
                <a:lnTo>
                  <a:pt x="534" y="452"/>
                </a:lnTo>
                <a:lnTo>
                  <a:pt x="542" y="446"/>
                </a:lnTo>
                <a:lnTo>
                  <a:pt x="549" y="441"/>
                </a:lnTo>
                <a:lnTo>
                  <a:pt x="556" y="435"/>
                </a:lnTo>
                <a:lnTo>
                  <a:pt x="562" y="429"/>
                </a:lnTo>
                <a:lnTo>
                  <a:pt x="569" y="423"/>
                </a:lnTo>
                <a:lnTo>
                  <a:pt x="575" y="416"/>
                </a:lnTo>
                <a:lnTo>
                  <a:pt x="581" y="410"/>
                </a:lnTo>
                <a:lnTo>
                  <a:pt x="587" y="403"/>
                </a:lnTo>
                <a:lnTo>
                  <a:pt x="593" y="397"/>
                </a:lnTo>
                <a:lnTo>
                  <a:pt x="598" y="390"/>
                </a:lnTo>
                <a:lnTo>
                  <a:pt x="603" y="383"/>
                </a:lnTo>
                <a:lnTo>
                  <a:pt x="607" y="376"/>
                </a:lnTo>
                <a:lnTo>
                  <a:pt x="612" y="369"/>
                </a:lnTo>
                <a:lnTo>
                  <a:pt x="616" y="361"/>
                </a:lnTo>
                <a:lnTo>
                  <a:pt x="620" y="354"/>
                </a:lnTo>
                <a:lnTo>
                  <a:pt x="623" y="346"/>
                </a:lnTo>
                <a:lnTo>
                  <a:pt x="627" y="339"/>
                </a:lnTo>
                <a:lnTo>
                  <a:pt x="630" y="331"/>
                </a:lnTo>
                <a:lnTo>
                  <a:pt x="632" y="323"/>
                </a:lnTo>
                <a:lnTo>
                  <a:pt x="635" y="315"/>
                </a:lnTo>
                <a:lnTo>
                  <a:pt x="637" y="307"/>
                </a:lnTo>
                <a:lnTo>
                  <a:pt x="638" y="299"/>
                </a:lnTo>
                <a:lnTo>
                  <a:pt x="640" y="292"/>
                </a:lnTo>
                <a:lnTo>
                  <a:pt x="641" y="284"/>
                </a:lnTo>
                <a:lnTo>
                  <a:pt x="642" y="275"/>
                </a:lnTo>
                <a:lnTo>
                  <a:pt x="642" y="267"/>
                </a:lnTo>
                <a:lnTo>
                  <a:pt x="642" y="259"/>
                </a:lnTo>
                <a:moveTo>
                  <a:pt x="645" y="259"/>
                </a:moveTo>
                <a:lnTo>
                  <a:pt x="644" y="267"/>
                </a:lnTo>
                <a:lnTo>
                  <a:pt x="644" y="276"/>
                </a:lnTo>
                <a:lnTo>
                  <a:pt x="643" y="284"/>
                </a:lnTo>
                <a:lnTo>
                  <a:pt x="642" y="292"/>
                </a:lnTo>
                <a:lnTo>
                  <a:pt x="641" y="300"/>
                </a:lnTo>
                <a:lnTo>
                  <a:pt x="639" y="308"/>
                </a:lnTo>
                <a:lnTo>
                  <a:pt x="637" y="316"/>
                </a:lnTo>
                <a:lnTo>
                  <a:pt x="634" y="324"/>
                </a:lnTo>
                <a:lnTo>
                  <a:pt x="632" y="331"/>
                </a:lnTo>
                <a:lnTo>
                  <a:pt x="629" y="339"/>
                </a:lnTo>
                <a:lnTo>
                  <a:pt x="626" y="347"/>
                </a:lnTo>
                <a:lnTo>
                  <a:pt x="622" y="354"/>
                </a:lnTo>
                <a:lnTo>
                  <a:pt x="618" y="362"/>
                </a:lnTo>
                <a:lnTo>
                  <a:pt x="614" y="369"/>
                </a:lnTo>
                <a:lnTo>
                  <a:pt x="610" y="377"/>
                </a:lnTo>
                <a:lnTo>
                  <a:pt x="605" y="384"/>
                </a:lnTo>
                <a:lnTo>
                  <a:pt x="600" y="391"/>
                </a:lnTo>
                <a:lnTo>
                  <a:pt x="595" y="398"/>
                </a:lnTo>
                <a:lnTo>
                  <a:pt x="589" y="404"/>
                </a:lnTo>
                <a:lnTo>
                  <a:pt x="583" y="411"/>
                </a:lnTo>
                <a:lnTo>
                  <a:pt x="577" y="418"/>
                </a:lnTo>
                <a:lnTo>
                  <a:pt x="571" y="424"/>
                </a:lnTo>
                <a:lnTo>
                  <a:pt x="564" y="430"/>
                </a:lnTo>
                <a:lnTo>
                  <a:pt x="557" y="436"/>
                </a:lnTo>
                <a:lnTo>
                  <a:pt x="550" y="442"/>
                </a:lnTo>
                <a:lnTo>
                  <a:pt x="543" y="448"/>
                </a:lnTo>
                <a:lnTo>
                  <a:pt x="536" y="453"/>
                </a:lnTo>
                <a:lnTo>
                  <a:pt x="528" y="458"/>
                </a:lnTo>
                <a:lnTo>
                  <a:pt x="520" y="463"/>
                </a:lnTo>
                <a:lnTo>
                  <a:pt x="512" y="468"/>
                </a:lnTo>
                <a:lnTo>
                  <a:pt x="504" y="473"/>
                </a:lnTo>
                <a:lnTo>
                  <a:pt x="495" y="477"/>
                </a:lnTo>
                <a:lnTo>
                  <a:pt x="487" y="482"/>
                </a:lnTo>
                <a:lnTo>
                  <a:pt x="478" y="486"/>
                </a:lnTo>
                <a:lnTo>
                  <a:pt x="469" y="489"/>
                </a:lnTo>
                <a:lnTo>
                  <a:pt x="460" y="493"/>
                </a:lnTo>
                <a:lnTo>
                  <a:pt x="451" y="496"/>
                </a:lnTo>
                <a:lnTo>
                  <a:pt x="441" y="499"/>
                </a:lnTo>
                <a:lnTo>
                  <a:pt x="432" y="502"/>
                </a:lnTo>
                <a:lnTo>
                  <a:pt x="422" y="505"/>
                </a:lnTo>
                <a:lnTo>
                  <a:pt x="413" y="507"/>
                </a:lnTo>
                <a:lnTo>
                  <a:pt x="403" y="509"/>
                </a:lnTo>
                <a:lnTo>
                  <a:pt x="393" y="511"/>
                </a:lnTo>
                <a:lnTo>
                  <a:pt x="383" y="513"/>
                </a:lnTo>
                <a:lnTo>
                  <a:pt x="373" y="514"/>
                </a:lnTo>
                <a:lnTo>
                  <a:pt x="363" y="515"/>
                </a:lnTo>
                <a:lnTo>
                  <a:pt x="353" y="516"/>
                </a:lnTo>
                <a:lnTo>
                  <a:pt x="343" y="517"/>
                </a:lnTo>
                <a:lnTo>
                  <a:pt x="333" y="517"/>
                </a:lnTo>
                <a:lnTo>
                  <a:pt x="323" y="518"/>
                </a:lnTo>
                <a:lnTo>
                  <a:pt x="312" y="517"/>
                </a:lnTo>
                <a:lnTo>
                  <a:pt x="302" y="517"/>
                </a:lnTo>
                <a:lnTo>
                  <a:pt x="292" y="516"/>
                </a:lnTo>
                <a:lnTo>
                  <a:pt x="281" y="515"/>
                </a:lnTo>
                <a:lnTo>
                  <a:pt x="271" y="514"/>
                </a:lnTo>
                <a:lnTo>
                  <a:pt x="262" y="513"/>
                </a:lnTo>
                <a:lnTo>
                  <a:pt x="252" y="511"/>
                </a:lnTo>
                <a:lnTo>
                  <a:pt x="242" y="509"/>
                </a:lnTo>
                <a:lnTo>
                  <a:pt x="232" y="507"/>
                </a:lnTo>
                <a:lnTo>
                  <a:pt x="222" y="505"/>
                </a:lnTo>
                <a:lnTo>
                  <a:pt x="213" y="502"/>
                </a:lnTo>
                <a:lnTo>
                  <a:pt x="203" y="499"/>
                </a:lnTo>
                <a:lnTo>
                  <a:pt x="194" y="496"/>
                </a:lnTo>
                <a:lnTo>
                  <a:pt x="185" y="493"/>
                </a:lnTo>
                <a:lnTo>
                  <a:pt x="176" y="489"/>
                </a:lnTo>
                <a:lnTo>
                  <a:pt x="167" y="486"/>
                </a:lnTo>
                <a:lnTo>
                  <a:pt x="158" y="482"/>
                </a:lnTo>
                <a:lnTo>
                  <a:pt x="149" y="477"/>
                </a:lnTo>
                <a:lnTo>
                  <a:pt x="141" y="473"/>
                </a:lnTo>
                <a:lnTo>
                  <a:pt x="133" y="468"/>
                </a:lnTo>
                <a:lnTo>
                  <a:pt x="125" y="463"/>
                </a:lnTo>
                <a:lnTo>
                  <a:pt x="117" y="458"/>
                </a:lnTo>
                <a:lnTo>
                  <a:pt x="109" y="453"/>
                </a:lnTo>
                <a:lnTo>
                  <a:pt x="102" y="448"/>
                </a:lnTo>
                <a:lnTo>
                  <a:pt x="94" y="442"/>
                </a:lnTo>
                <a:lnTo>
                  <a:pt x="87" y="436"/>
                </a:lnTo>
                <a:lnTo>
                  <a:pt x="80" y="430"/>
                </a:lnTo>
                <a:lnTo>
                  <a:pt x="74" y="424"/>
                </a:lnTo>
                <a:lnTo>
                  <a:pt x="68" y="418"/>
                </a:lnTo>
                <a:lnTo>
                  <a:pt x="61" y="411"/>
                </a:lnTo>
                <a:lnTo>
                  <a:pt x="56" y="404"/>
                </a:lnTo>
                <a:lnTo>
                  <a:pt x="50" y="398"/>
                </a:lnTo>
                <a:lnTo>
                  <a:pt x="45" y="391"/>
                </a:lnTo>
                <a:lnTo>
                  <a:pt x="40" y="384"/>
                </a:lnTo>
                <a:lnTo>
                  <a:pt x="35" y="377"/>
                </a:lnTo>
                <a:lnTo>
                  <a:pt x="31" y="369"/>
                </a:lnTo>
                <a:lnTo>
                  <a:pt x="26" y="362"/>
                </a:lnTo>
                <a:lnTo>
                  <a:pt x="23" y="354"/>
                </a:lnTo>
                <a:lnTo>
                  <a:pt x="19" y="347"/>
                </a:lnTo>
                <a:lnTo>
                  <a:pt x="16" y="339"/>
                </a:lnTo>
                <a:lnTo>
                  <a:pt x="13" y="331"/>
                </a:lnTo>
                <a:lnTo>
                  <a:pt x="10" y="324"/>
                </a:lnTo>
                <a:lnTo>
                  <a:pt x="8" y="316"/>
                </a:lnTo>
                <a:lnTo>
                  <a:pt x="6" y="308"/>
                </a:lnTo>
                <a:lnTo>
                  <a:pt x="4" y="300"/>
                </a:lnTo>
                <a:lnTo>
                  <a:pt x="3" y="292"/>
                </a:lnTo>
                <a:lnTo>
                  <a:pt x="1" y="284"/>
                </a:lnTo>
                <a:lnTo>
                  <a:pt x="1" y="276"/>
                </a:lnTo>
                <a:lnTo>
                  <a:pt x="0" y="267"/>
                </a:lnTo>
                <a:lnTo>
                  <a:pt x="0" y="259"/>
                </a:lnTo>
                <a:lnTo>
                  <a:pt x="0" y="251"/>
                </a:lnTo>
                <a:lnTo>
                  <a:pt x="1" y="243"/>
                </a:lnTo>
                <a:lnTo>
                  <a:pt x="1" y="235"/>
                </a:lnTo>
                <a:lnTo>
                  <a:pt x="3" y="227"/>
                </a:lnTo>
                <a:lnTo>
                  <a:pt x="4" y="219"/>
                </a:lnTo>
                <a:lnTo>
                  <a:pt x="6" y="211"/>
                </a:lnTo>
                <a:lnTo>
                  <a:pt x="8" y="203"/>
                </a:lnTo>
                <a:lnTo>
                  <a:pt x="10" y="195"/>
                </a:lnTo>
                <a:lnTo>
                  <a:pt x="13" y="187"/>
                </a:lnTo>
                <a:lnTo>
                  <a:pt x="16" y="180"/>
                </a:lnTo>
                <a:lnTo>
                  <a:pt x="19" y="172"/>
                </a:lnTo>
                <a:lnTo>
                  <a:pt x="23" y="164"/>
                </a:lnTo>
                <a:lnTo>
                  <a:pt x="26" y="157"/>
                </a:lnTo>
                <a:lnTo>
                  <a:pt x="31" y="149"/>
                </a:lnTo>
                <a:lnTo>
                  <a:pt x="35" y="142"/>
                </a:lnTo>
                <a:lnTo>
                  <a:pt x="40" y="135"/>
                </a:lnTo>
                <a:lnTo>
                  <a:pt x="45" y="128"/>
                </a:lnTo>
                <a:lnTo>
                  <a:pt x="50" y="121"/>
                </a:lnTo>
                <a:lnTo>
                  <a:pt x="56" y="114"/>
                </a:lnTo>
                <a:lnTo>
                  <a:pt x="61" y="108"/>
                </a:lnTo>
                <a:lnTo>
                  <a:pt x="68" y="101"/>
                </a:lnTo>
                <a:lnTo>
                  <a:pt x="74" y="95"/>
                </a:lnTo>
                <a:lnTo>
                  <a:pt x="80" y="89"/>
                </a:lnTo>
                <a:lnTo>
                  <a:pt x="87" y="82"/>
                </a:lnTo>
                <a:lnTo>
                  <a:pt x="94" y="76"/>
                </a:lnTo>
                <a:lnTo>
                  <a:pt x="102" y="70"/>
                </a:lnTo>
                <a:lnTo>
                  <a:pt x="109" y="65"/>
                </a:lnTo>
                <a:lnTo>
                  <a:pt x="117" y="59"/>
                </a:lnTo>
                <a:lnTo>
                  <a:pt x="125" y="54"/>
                </a:lnTo>
                <a:lnTo>
                  <a:pt x="133" y="50"/>
                </a:lnTo>
                <a:lnTo>
                  <a:pt x="141" y="45"/>
                </a:lnTo>
                <a:lnTo>
                  <a:pt x="149" y="40"/>
                </a:lnTo>
                <a:lnTo>
                  <a:pt x="158" y="36"/>
                </a:lnTo>
                <a:lnTo>
                  <a:pt x="167" y="32"/>
                </a:lnTo>
                <a:lnTo>
                  <a:pt x="176" y="28"/>
                </a:lnTo>
                <a:lnTo>
                  <a:pt x="185" y="25"/>
                </a:lnTo>
                <a:lnTo>
                  <a:pt x="194" y="21"/>
                </a:lnTo>
                <a:lnTo>
                  <a:pt x="203" y="18"/>
                </a:lnTo>
                <a:lnTo>
                  <a:pt x="213" y="16"/>
                </a:lnTo>
                <a:lnTo>
                  <a:pt x="222" y="13"/>
                </a:lnTo>
                <a:lnTo>
                  <a:pt x="232" y="10"/>
                </a:lnTo>
                <a:lnTo>
                  <a:pt x="242" y="8"/>
                </a:lnTo>
                <a:lnTo>
                  <a:pt x="252" y="6"/>
                </a:lnTo>
                <a:lnTo>
                  <a:pt x="262" y="5"/>
                </a:lnTo>
                <a:lnTo>
                  <a:pt x="271" y="3"/>
                </a:lnTo>
                <a:lnTo>
                  <a:pt x="281" y="2"/>
                </a:lnTo>
                <a:lnTo>
                  <a:pt x="292" y="1"/>
                </a:lnTo>
                <a:lnTo>
                  <a:pt x="302" y="1"/>
                </a:lnTo>
                <a:lnTo>
                  <a:pt x="312" y="0"/>
                </a:lnTo>
                <a:lnTo>
                  <a:pt x="323" y="0"/>
                </a:lnTo>
                <a:lnTo>
                  <a:pt x="333" y="0"/>
                </a:lnTo>
                <a:lnTo>
                  <a:pt x="343" y="1"/>
                </a:lnTo>
                <a:lnTo>
                  <a:pt x="353" y="1"/>
                </a:lnTo>
                <a:lnTo>
                  <a:pt x="363" y="2"/>
                </a:lnTo>
                <a:lnTo>
                  <a:pt x="373" y="3"/>
                </a:lnTo>
                <a:lnTo>
                  <a:pt x="383" y="5"/>
                </a:lnTo>
                <a:lnTo>
                  <a:pt x="393" y="6"/>
                </a:lnTo>
                <a:lnTo>
                  <a:pt x="403" y="8"/>
                </a:lnTo>
                <a:lnTo>
                  <a:pt x="413" y="10"/>
                </a:lnTo>
                <a:lnTo>
                  <a:pt x="422" y="13"/>
                </a:lnTo>
                <a:lnTo>
                  <a:pt x="432" y="16"/>
                </a:lnTo>
                <a:lnTo>
                  <a:pt x="441" y="18"/>
                </a:lnTo>
                <a:lnTo>
                  <a:pt x="451" y="21"/>
                </a:lnTo>
                <a:lnTo>
                  <a:pt x="460" y="25"/>
                </a:lnTo>
                <a:lnTo>
                  <a:pt x="469" y="28"/>
                </a:lnTo>
                <a:lnTo>
                  <a:pt x="478" y="32"/>
                </a:lnTo>
                <a:lnTo>
                  <a:pt x="487" y="36"/>
                </a:lnTo>
                <a:lnTo>
                  <a:pt x="495" y="40"/>
                </a:lnTo>
                <a:lnTo>
                  <a:pt x="504" y="45"/>
                </a:lnTo>
                <a:lnTo>
                  <a:pt x="512" y="50"/>
                </a:lnTo>
                <a:lnTo>
                  <a:pt x="520" y="54"/>
                </a:lnTo>
                <a:lnTo>
                  <a:pt x="528" y="59"/>
                </a:lnTo>
                <a:lnTo>
                  <a:pt x="536" y="65"/>
                </a:lnTo>
                <a:lnTo>
                  <a:pt x="543" y="70"/>
                </a:lnTo>
                <a:lnTo>
                  <a:pt x="550" y="76"/>
                </a:lnTo>
                <a:lnTo>
                  <a:pt x="557" y="82"/>
                </a:lnTo>
                <a:lnTo>
                  <a:pt x="564" y="89"/>
                </a:lnTo>
                <a:lnTo>
                  <a:pt x="571" y="95"/>
                </a:lnTo>
                <a:lnTo>
                  <a:pt x="577" y="101"/>
                </a:lnTo>
                <a:lnTo>
                  <a:pt x="583" y="108"/>
                </a:lnTo>
                <a:lnTo>
                  <a:pt x="589" y="114"/>
                </a:lnTo>
                <a:lnTo>
                  <a:pt x="595" y="121"/>
                </a:lnTo>
                <a:lnTo>
                  <a:pt x="600" y="128"/>
                </a:lnTo>
                <a:lnTo>
                  <a:pt x="605" y="135"/>
                </a:lnTo>
                <a:lnTo>
                  <a:pt x="610" y="142"/>
                </a:lnTo>
                <a:lnTo>
                  <a:pt x="614" y="149"/>
                </a:lnTo>
                <a:lnTo>
                  <a:pt x="618" y="157"/>
                </a:lnTo>
                <a:lnTo>
                  <a:pt x="622" y="164"/>
                </a:lnTo>
                <a:lnTo>
                  <a:pt x="626" y="172"/>
                </a:lnTo>
                <a:lnTo>
                  <a:pt x="629" y="180"/>
                </a:lnTo>
                <a:lnTo>
                  <a:pt x="632" y="187"/>
                </a:lnTo>
                <a:lnTo>
                  <a:pt x="634" y="195"/>
                </a:lnTo>
                <a:lnTo>
                  <a:pt x="637" y="203"/>
                </a:lnTo>
                <a:lnTo>
                  <a:pt x="639" y="211"/>
                </a:lnTo>
                <a:lnTo>
                  <a:pt x="641" y="219"/>
                </a:lnTo>
                <a:lnTo>
                  <a:pt x="642" y="227"/>
                </a:lnTo>
                <a:lnTo>
                  <a:pt x="643" y="235"/>
                </a:lnTo>
                <a:lnTo>
                  <a:pt x="644" y="243"/>
                </a:lnTo>
                <a:lnTo>
                  <a:pt x="644" y="251"/>
                </a:lnTo>
                <a:lnTo>
                  <a:pt x="645" y="259"/>
                </a:lnTo>
                <a:close/>
              </a:path>
            </a:pathLst>
          </a:custGeom>
          <a:solidFill>
            <a:srgbClr val="ffcc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49" name=""/>
          <p:cNvSpPr/>
          <p:nvPr/>
        </p:nvSpPr>
        <p:spPr>
          <a:xfrm>
            <a:off x="4862160" y="1734120"/>
            <a:ext cx="233640" cy="187560"/>
          </a:xfrm>
          <a:custGeom>
            <a:avLst/>
            <a:gdLst/>
            <a:ahLst/>
            <a:rect l="0" t="0" r="r" b="b"/>
            <a:pathLst>
              <a:path w="649" h="521">
                <a:moveTo>
                  <a:pt x="647" y="261"/>
                </a:moveTo>
                <a:lnTo>
                  <a:pt x="646" y="253"/>
                </a:lnTo>
                <a:lnTo>
                  <a:pt x="646" y="245"/>
                </a:lnTo>
                <a:lnTo>
                  <a:pt x="645" y="237"/>
                </a:lnTo>
                <a:lnTo>
                  <a:pt x="644" y="229"/>
                </a:lnTo>
                <a:lnTo>
                  <a:pt x="643" y="221"/>
                </a:lnTo>
                <a:lnTo>
                  <a:pt x="641" y="213"/>
                </a:lnTo>
                <a:lnTo>
                  <a:pt x="639" y="205"/>
                </a:lnTo>
                <a:lnTo>
                  <a:pt x="636" y="197"/>
                </a:lnTo>
                <a:lnTo>
                  <a:pt x="634" y="189"/>
                </a:lnTo>
                <a:lnTo>
                  <a:pt x="631" y="182"/>
                </a:lnTo>
                <a:lnTo>
                  <a:pt x="628" y="174"/>
                </a:lnTo>
                <a:lnTo>
                  <a:pt x="624" y="166"/>
                </a:lnTo>
                <a:lnTo>
                  <a:pt x="620" y="159"/>
                </a:lnTo>
                <a:lnTo>
                  <a:pt x="616" y="151"/>
                </a:lnTo>
                <a:lnTo>
                  <a:pt x="612" y="144"/>
                </a:lnTo>
                <a:lnTo>
                  <a:pt x="607" y="137"/>
                </a:lnTo>
                <a:lnTo>
                  <a:pt x="602" y="130"/>
                </a:lnTo>
                <a:lnTo>
                  <a:pt x="597" y="123"/>
                </a:lnTo>
                <a:lnTo>
                  <a:pt x="591" y="116"/>
                </a:lnTo>
                <a:lnTo>
                  <a:pt x="585" y="109"/>
                </a:lnTo>
                <a:lnTo>
                  <a:pt x="579" y="102"/>
                </a:lnTo>
                <a:lnTo>
                  <a:pt x="573" y="96"/>
                </a:lnTo>
                <a:lnTo>
                  <a:pt x="566" y="90"/>
                </a:lnTo>
                <a:lnTo>
                  <a:pt x="559" y="84"/>
                </a:lnTo>
                <a:lnTo>
                  <a:pt x="552" y="78"/>
                </a:lnTo>
                <a:lnTo>
                  <a:pt x="545" y="72"/>
                </a:lnTo>
                <a:lnTo>
                  <a:pt x="538" y="67"/>
                </a:lnTo>
                <a:lnTo>
                  <a:pt x="530" y="61"/>
                </a:lnTo>
                <a:lnTo>
                  <a:pt x="522" y="56"/>
                </a:lnTo>
                <a:lnTo>
                  <a:pt x="514" y="52"/>
                </a:lnTo>
                <a:lnTo>
                  <a:pt x="506" y="47"/>
                </a:lnTo>
                <a:lnTo>
                  <a:pt x="497" y="42"/>
                </a:lnTo>
                <a:lnTo>
                  <a:pt x="489" y="38"/>
                </a:lnTo>
                <a:lnTo>
                  <a:pt x="480" y="34"/>
                </a:lnTo>
                <a:lnTo>
                  <a:pt x="471" y="30"/>
                </a:lnTo>
                <a:lnTo>
                  <a:pt x="462" y="27"/>
                </a:lnTo>
                <a:lnTo>
                  <a:pt x="453" y="23"/>
                </a:lnTo>
                <a:lnTo>
                  <a:pt x="443" y="20"/>
                </a:lnTo>
                <a:lnTo>
                  <a:pt x="434" y="18"/>
                </a:lnTo>
                <a:lnTo>
                  <a:pt x="423" y="15"/>
                </a:lnTo>
                <a:lnTo>
                  <a:pt x="414" y="12"/>
                </a:lnTo>
                <a:lnTo>
                  <a:pt x="404" y="10"/>
                </a:lnTo>
                <a:lnTo>
                  <a:pt x="394" y="8"/>
                </a:lnTo>
                <a:lnTo>
                  <a:pt x="384" y="7"/>
                </a:lnTo>
                <a:lnTo>
                  <a:pt x="374" y="5"/>
                </a:lnTo>
                <a:lnTo>
                  <a:pt x="364" y="4"/>
                </a:lnTo>
                <a:lnTo>
                  <a:pt x="354" y="3"/>
                </a:lnTo>
                <a:lnTo>
                  <a:pt x="344" y="3"/>
                </a:lnTo>
                <a:lnTo>
                  <a:pt x="334" y="2"/>
                </a:lnTo>
                <a:lnTo>
                  <a:pt x="324" y="2"/>
                </a:lnTo>
                <a:lnTo>
                  <a:pt x="314" y="2"/>
                </a:lnTo>
                <a:lnTo>
                  <a:pt x="304" y="3"/>
                </a:lnTo>
                <a:lnTo>
                  <a:pt x="294" y="3"/>
                </a:lnTo>
                <a:lnTo>
                  <a:pt x="283" y="4"/>
                </a:lnTo>
                <a:lnTo>
                  <a:pt x="273" y="5"/>
                </a:lnTo>
                <a:lnTo>
                  <a:pt x="264" y="7"/>
                </a:lnTo>
                <a:lnTo>
                  <a:pt x="254" y="8"/>
                </a:lnTo>
                <a:lnTo>
                  <a:pt x="244" y="10"/>
                </a:lnTo>
                <a:lnTo>
                  <a:pt x="234" y="12"/>
                </a:lnTo>
                <a:lnTo>
                  <a:pt x="224" y="15"/>
                </a:lnTo>
                <a:lnTo>
                  <a:pt x="215" y="18"/>
                </a:lnTo>
                <a:lnTo>
                  <a:pt x="205" y="20"/>
                </a:lnTo>
                <a:lnTo>
                  <a:pt x="196" y="23"/>
                </a:lnTo>
                <a:lnTo>
                  <a:pt x="187" y="27"/>
                </a:lnTo>
                <a:lnTo>
                  <a:pt x="178" y="30"/>
                </a:lnTo>
                <a:lnTo>
                  <a:pt x="169" y="34"/>
                </a:lnTo>
                <a:lnTo>
                  <a:pt x="160" y="38"/>
                </a:lnTo>
                <a:lnTo>
                  <a:pt x="151" y="42"/>
                </a:lnTo>
                <a:lnTo>
                  <a:pt x="143" y="47"/>
                </a:lnTo>
                <a:lnTo>
                  <a:pt x="135" y="52"/>
                </a:lnTo>
                <a:lnTo>
                  <a:pt x="127" y="56"/>
                </a:lnTo>
                <a:lnTo>
                  <a:pt x="119" y="61"/>
                </a:lnTo>
                <a:lnTo>
                  <a:pt x="111" y="67"/>
                </a:lnTo>
                <a:lnTo>
                  <a:pt x="104" y="72"/>
                </a:lnTo>
                <a:lnTo>
                  <a:pt x="96" y="78"/>
                </a:lnTo>
                <a:lnTo>
                  <a:pt x="89" y="84"/>
                </a:lnTo>
                <a:lnTo>
                  <a:pt x="82" y="90"/>
                </a:lnTo>
                <a:lnTo>
                  <a:pt x="76" y="96"/>
                </a:lnTo>
                <a:lnTo>
                  <a:pt x="70" y="102"/>
                </a:lnTo>
                <a:lnTo>
                  <a:pt x="63" y="109"/>
                </a:lnTo>
                <a:lnTo>
                  <a:pt x="58" y="116"/>
                </a:lnTo>
                <a:lnTo>
                  <a:pt x="52" y="123"/>
                </a:lnTo>
                <a:lnTo>
                  <a:pt x="47" y="130"/>
                </a:lnTo>
                <a:lnTo>
                  <a:pt x="42" y="137"/>
                </a:lnTo>
                <a:lnTo>
                  <a:pt x="37" y="144"/>
                </a:lnTo>
                <a:lnTo>
                  <a:pt x="33" y="151"/>
                </a:lnTo>
                <a:lnTo>
                  <a:pt x="28" y="159"/>
                </a:lnTo>
                <a:lnTo>
                  <a:pt x="25" y="166"/>
                </a:lnTo>
                <a:lnTo>
                  <a:pt x="21" y="174"/>
                </a:lnTo>
                <a:lnTo>
                  <a:pt x="18" y="182"/>
                </a:lnTo>
                <a:lnTo>
                  <a:pt x="15" y="189"/>
                </a:lnTo>
                <a:lnTo>
                  <a:pt x="12" y="197"/>
                </a:lnTo>
                <a:lnTo>
                  <a:pt x="10" y="205"/>
                </a:lnTo>
                <a:lnTo>
                  <a:pt x="8" y="213"/>
                </a:lnTo>
                <a:lnTo>
                  <a:pt x="6" y="221"/>
                </a:lnTo>
                <a:lnTo>
                  <a:pt x="5" y="229"/>
                </a:lnTo>
                <a:lnTo>
                  <a:pt x="3" y="237"/>
                </a:lnTo>
                <a:lnTo>
                  <a:pt x="3" y="245"/>
                </a:lnTo>
                <a:lnTo>
                  <a:pt x="2" y="253"/>
                </a:lnTo>
                <a:lnTo>
                  <a:pt x="2" y="261"/>
                </a:lnTo>
                <a:lnTo>
                  <a:pt x="2" y="269"/>
                </a:lnTo>
                <a:lnTo>
                  <a:pt x="3" y="278"/>
                </a:lnTo>
                <a:lnTo>
                  <a:pt x="3" y="286"/>
                </a:lnTo>
                <a:lnTo>
                  <a:pt x="5" y="294"/>
                </a:lnTo>
                <a:lnTo>
                  <a:pt x="6" y="302"/>
                </a:lnTo>
                <a:lnTo>
                  <a:pt x="8" y="310"/>
                </a:lnTo>
                <a:lnTo>
                  <a:pt x="10" y="318"/>
                </a:lnTo>
                <a:lnTo>
                  <a:pt x="12" y="326"/>
                </a:lnTo>
                <a:lnTo>
                  <a:pt x="15" y="333"/>
                </a:lnTo>
                <a:lnTo>
                  <a:pt x="18" y="341"/>
                </a:lnTo>
                <a:lnTo>
                  <a:pt x="21" y="349"/>
                </a:lnTo>
                <a:lnTo>
                  <a:pt x="25" y="356"/>
                </a:lnTo>
                <a:lnTo>
                  <a:pt x="28" y="364"/>
                </a:lnTo>
                <a:lnTo>
                  <a:pt x="33" y="371"/>
                </a:lnTo>
                <a:lnTo>
                  <a:pt x="37" y="379"/>
                </a:lnTo>
                <a:lnTo>
                  <a:pt x="42" y="386"/>
                </a:lnTo>
                <a:lnTo>
                  <a:pt x="47" y="393"/>
                </a:lnTo>
                <a:lnTo>
                  <a:pt x="52" y="400"/>
                </a:lnTo>
                <a:lnTo>
                  <a:pt x="58" y="406"/>
                </a:lnTo>
                <a:lnTo>
                  <a:pt x="63" y="413"/>
                </a:lnTo>
                <a:lnTo>
                  <a:pt x="70" y="420"/>
                </a:lnTo>
                <a:lnTo>
                  <a:pt x="76" y="426"/>
                </a:lnTo>
                <a:lnTo>
                  <a:pt x="82" y="432"/>
                </a:lnTo>
                <a:lnTo>
                  <a:pt x="89" y="438"/>
                </a:lnTo>
                <a:lnTo>
                  <a:pt x="96" y="444"/>
                </a:lnTo>
                <a:lnTo>
                  <a:pt x="104" y="450"/>
                </a:lnTo>
                <a:lnTo>
                  <a:pt x="111" y="455"/>
                </a:lnTo>
                <a:lnTo>
                  <a:pt x="119" y="460"/>
                </a:lnTo>
                <a:lnTo>
                  <a:pt x="127" y="465"/>
                </a:lnTo>
                <a:lnTo>
                  <a:pt x="135" y="470"/>
                </a:lnTo>
                <a:lnTo>
                  <a:pt x="143" y="475"/>
                </a:lnTo>
                <a:lnTo>
                  <a:pt x="151" y="479"/>
                </a:lnTo>
                <a:lnTo>
                  <a:pt x="160" y="484"/>
                </a:lnTo>
                <a:lnTo>
                  <a:pt x="169" y="488"/>
                </a:lnTo>
                <a:lnTo>
                  <a:pt x="178" y="491"/>
                </a:lnTo>
                <a:lnTo>
                  <a:pt x="187" y="495"/>
                </a:lnTo>
                <a:lnTo>
                  <a:pt x="196" y="498"/>
                </a:lnTo>
                <a:lnTo>
                  <a:pt x="205" y="501"/>
                </a:lnTo>
                <a:lnTo>
                  <a:pt x="215" y="504"/>
                </a:lnTo>
                <a:lnTo>
                  <a:pt x="224" y="507"/>
                </a:lnTo>
                <a:lnTo>
                  <a:pt x="234" y="509"/>
                </a:lnTo>
                <a:lnTo>
                  <a:pt x="244" y="511"/>
                </a:lnTo>
                <a:lnTo>
                  <a:pt x="254" y="513"/>
                </a:lnTo>
                <a:lnTo>
                  <a:pt x="264" y="515"/>
                </a:lnTo>
                <a:lnTo>
                  <a:pt x="273" y="516"/>
                </a:lnTo>
                <a:lnTo>
                  <a:pt x="283" y="517"/>
                </a:lnTo>
                <a:lnTo>
                  <a:pt x="294" y="518"/>
                </a:lnTo>
                <a:lnTo>
                  <a:pt x="304" y="519"/>
                </a:lnTo>
                <a:lnTo>
                  <a:pt x="314" y="519"/>
                </a:lnTo>
                <a:lnTo>
                  <a:pt x="324" y="520"/>
                </a:lnTo>
                <a:lnTo>
                  <a:pt x="334" y="519"/>
                </a:lnTo>
                <a:lnTo>
                  <a:pt x="344" y="519"/>
                </a:lnTo>
                <a:lnTo>
                  <a:pt x="354" y="518"/>
                </a:lnTo>
                <a:lnTo>
                  <a:pt x="364" y="517"/>
                </a:lnTo>
                <a:lnTo>
                  <a:pt x="374" y="516"/>
                </a:lnTo>
                <a:lnTo>
                  <a:pt x="384" y="515"/>
                </a:lnTo>
                <a:lnTo>
                  <a:pt x="394" y="513"/>
                </a:lnTo>
                <a:lnTo>
                  <a:pt x="404" y="511"/>
                </a:lnTo>
                <a:lnTo>
                  <a:pt x="414" y="509"/>
                </a:lnTo>
                <a:lnTo>
                  <a:pt x="423" y="507"/>
                </a:lnTo>
                <a:lnTo>
                  <a:pt x="434" y="504"/>
                </a:lnTo>
                <a:lnTo>
                  <a:pt x="443" y="501"/>
                </a:lnTo>
                <a:lnTo>
                  <a:pt x="453" y="498"/>
                </a:lnTo>
                <a:lnTo>
                  <a:pt x="462" y="495"/>
                </a:lnTo>
                <a:lnTo>
                  <a:pt x="471" y="491"/>
                </a:lnTo>
                <a:lnTo>
                  <a:pt x="480" y="488"/>
                </a:lnTo>
                <a:lnTo>
                  <a:pt x="489" y="484"/>
                </a:lnTo>
                <a:lnTo>
                  <a:pt x="497" y="479"/>
                </a:lnTo>
                <a:lnTo>
                  <a:pt x="506" y="475"/>
                </a:lnTo>
                <a:lnTo>
                  <a:pt x="514" y="470"/>
                </a:lnTo>
                <a:lnTo>
                  <a:pt x="522" y="465"/>
                </a:lnTo>
                <a:lnTo>
                  <a:pt x="530" y="460"/>
                </a:lnTo>
                <a:lnTo>
                  <a:pt x="538" y="455"/>
                </a:lnTo>
                <a:lnTo>
                  <a:pt x="545" y="450"/>
                </a:lnTo>
                <a:lnTo>
                  <a:pt x="552" y="444"/>
                </a:lnTo>
                <a:lnTo>
                  <a:pt x="559" y="438"/>
                </a:lnTo>
                <a:lnTo>
                  <a:pt x="566" y="432"/>
                </a:lnTo>
                <a:lnTo>
                  <a:pt x="573" y="426"/>
                </a:lnTo>
                <a:lnTo>
                  <a:pt x="579" y="420"/>
                </a:lnTo>
                <a:lnTo>
                  <a:pt x="585" y="413"/>
                </a:lnTo>
                <a:lnTo>
                  <a:pt x="591" y="406"/>
                </a:lnTo>
                <a:lnTo>
                  <a:pt x="597" y="400"/>
                </a:lnTo>
                <a:lnTo>
                  <a:pt x="602" y="393"/>
                </a:lnTo>
                <a:lnTo>
                  <a:pt x="607" y="386"/>
                </a:lnTo>
                <a:lnTo>
                  <a:pt x="612" y="379"/>
                </a:lnTo>
                <a:lnTo>
                  <a:pt x="616" y="371"/>
                </a:lnTo>
                <a:lnTo>
                  <a:pt x="620" y="364"/>
                </a:lnTo>
                <a:lnTo>
                  <a:pt x="624" y="356"/>
                </a:lnTo>
                <a:lnTo>
                  <a:pt x="628" y="349"/>
                </a:lnTo>
                <a:lnTo>
                  <a:pt x="631" y="341"/>
                </a:lnTo>
                <a:lnTo>
                  <a:pt x="634" y="333"/>
                </a:lnTo>
                <a:lnTo>
                  <a:pt x="636" y="326"/>
                </a:lnTo>
                <a:lnTo>
                  <a:pt x="639" y="318"/>
                </a:lnTo>
                <a:lnTo>
                  <a:pt x="641" y="310"/>
                </a:lnTo>
                <a:lnTo>
                  <a:pt x="643" y="302"/>
                </a:lnTo>
                <a:lnTo>
                  <a:pt x="644" y="294"/>
                </a:lnTo>
                <a:lnTo>
                  <a:pt x="645" y="286"/>
                </a:lnTo>
                <a:lnTo>
                  <a:pt x="646" y="278"/>
                </a:lnTo>
                <a:lnTo>
                  <a:pt x="646" y="269"/>
                </a:lnTo>
                <a:lnTo>
                  <a:pt x="647" y="261"/>
                </a:lnTo>
                <a:moveTo>
                  <a:pt x="649" y="261"/>
                </a:moveTo>
                <a:lnTo>
                  <a:pt x="649" y="270"/>
                </a:lnTo>
                <a:lnTo>
                  <a:pt x="648" y="278"/>
                </a:lnTo>
                <a:lnTo>
                  <a:pt x="647" y="286"/>
                </a:lnTo>
                <a:lnTo>
                  <a:pt x="646" y="294"/>
                </a:lnTo>
                <a:lnTo>
                  <a:pt x="645" y="302"/>
                </a:lnTo>
                <a:lnTo>
                  <a:pt x="643" y="310"/>
                </a:lnTo>
                <a:lnTo>
                  <a:pt x="641" y="318"/>
                </a:lnTo>
                <a:lnTo>
                  <a:pt x="639" y="326"/>
                </a:lnTo>
                <a:lnTo>
                  <a:pt x="636" y="334"/>
                </a:lnTo>
                <a:lnTo>
                  <a:pt x="633" y="342"/>
                </a:lnTo>
                <a:lnTo>
                  <a:pt x="630" y="349"/>
                </a:lnTo>
                <a:lnTo>
                  <a:pt x="626" y="357"/>
                </a:lnTo>
                <a:lnTo>
                  <a:pt x="622" y="365"/>
                </a:lnTo>
                <a:lnTo>
                  <a:pt x="618" y="372"/>
                </a:lnTo>
                <a:lnTo>
                  <a:pt x="614" y="379"/>
                </a:lnTo>
                <a:lnTo>
                  <a:pt x="609" y="387"/>
                </a:lnTo>
                <a:lnTo>
                  <a:pt x="604" y="394"/>
                </a:lnTo>
                <a:lnTo>
                  <a:pt x="598" y="401"/>
                </a:lnTo>
                <a:lnTo>
                  <a:pt x="593" y="408"/>
                </a:lnTo>
                <a:lnTo>
                  <a:pt x="587" y="414"/>
                </a:lnTo>
                <a:lnTo>
                  <a:pt x="581" y="421"/>
                </a:lnTo>
                <a:lnTo>
                  <a:pt x="575" y="427"/>
                </a:lnTo>
                <a:lnTo>
                  <a:pt x="568" y="433"/>
                </a:lnTo>
                <a:lnTo>
                  <a:pt x="561" y="439"/>
                </a:lnTo>
                <a:lnTo>
                  <a:pt x="554" y="445"/>
                </a:lnTo>
                <a:lnTo>
                  <a:pt x="547" y="451"/>
                </a:lnTo>
                <a:lnTo>
                  <a:pt x="539" y="456"/>
                </a:lnTo>
                <a:lnTo>
                  <a:pt x="531" y="462"/>
                </a:lnTo>
                <a:lnTo>
                  <a:pt x="523" y="467"/>
                </a:lnTo>
                <a:lnTo>
                  <a:pt x="515" y="472"/>
                </a:lnTo>
                <a:lnTo>
                  <a:pt x="507" y="476"/>
                </a:lnTo>
                <a:lnTo>
                  <a:pt x="498" y="481"/>
                </a:lnTo>
                <a:lnTo>
                  <a:pt x="490" y="485"/>
                </a:lnTo>
                <a:lnTo>
                  <a:pt x="481" y="489"/>
                </a:lnTo>
                <a:lnTo>
                  <a:pt x="472" y="493"/>
                </a:lnTo>
                <a:lnTo>
                  <a:pt x="463" y="497"/>
                </a:lnTo>
                <a:lnTo>
                  <a:pt x="454" y="500"/>
                </a:lnTo>
                <a:lnTo>
                  <a:pt x="444" y="503"/>
                </a:lnTo>
                <a:lnTo>
                  <a:pt x="435" y="506"/>
                </a:lnTo>
                <a:lnTo>
                  <a:pt x="424" y="509"/>
                </a:lnTo>
                <a:lnTo>
                  <a:pt x="414" y="511"/>
                </a:lnTo>
                <a:lnTo>
                  <a:pt x="404" y="513"/>
                </a:lnTo>
                <a:lnTo>
                  <a:pt x="394" y="515"/>
                </a:lnTo>
                <a:lnTo>
                  <a:pt x="385" y="517"/>
                </a:lnTo>
                <a:lnTo>
                  <a:pt x="375" y="518"/>
                </a:lnTo>
                <a:lnTo>
                  <a:pt x="364" y="519"/>
                </a:lnTo>
                <a:lnTo>
                  <a:pt x="354" y="520"/>
                </a:lnTo>
                <a:lnTo>
                  <a:pt x="344" y="521"/>
                </a:lnTo>
                <a:lnTo>
                  <a:pt x="334" y="521"/>
                </a:lnTo>
                <a:lnTo>
                  <a:pt x="324" y="521"/>
                </a:lnTo>
                <a:lnTo>
                  <a:pt x="314" y="521"/>
                </a:lnTo>
                <a:lnTo>
                  <a:pt x="303" y="521"/>
                </a:lnTo>
                <a:lnTo>
                  <a:pt x="293" y="520"/>
                </a:lnTo>
                <a:lnTo>
                  <a:pt x="283" y="519"/>
                </a:lnTo>
                <a:lnTo>
                  <a:pt x="273" y="518"/>
                </a:lnTo>
                <a:lnTo>
                  <a:pt x="263" y="517"/>
                </a:lnTo>
                <a:lnTo>
                  <a:pt x="253" y="515"/>
                </a:lnTo>
                <a:lnTo>
                  <a:pt x="243" y="513"/>
                </a:lnTo>
                <a:lnTo>
                  <a:pt x="233" y="511"/>
                </a:lnTo>
                <a:lnTo>
                  <a:pt x="224" y="509"/>
                </a:lnTo>
                <a:lnTo>
                  <a:pt x="214" y="506"/>
                </a:lnTo>
                <a:lnTo>
                  <a:pt x="204" y="503"/>
                </a:lnTo>
                <a:lnTo>
                  <a:pt x="195" y="500"/>
                </a:lnTo>
                <a:lnTo>
                  <a:pt x="186" y="497"/>
                </a:lnTo>
                <a:lnTo>
                  <a:pt x="177" y="493"/>
                </a:lnTo>
                <a:lnTo>
                  <a:pt x="168" y="489"/>
                </a:lnTo>
                <a:lnTo>
                  <a:pt x="159" y="485"/>
                </a:lnTo>
                <a:lnTo>
                  <a:pt x="150" y="481"/>
                </a:lnTo>
                <a:lnTo>
                  <a:pt x="142" y="476"/>
                </a:lnTo>
                <a:lnTo>
                  <a:pt x="133" y="472"/>
                </a:lnTo>
                <a:lnTo>
                  <a:pt x="125" y="467"/>
                </a:lnTo>
                <a:lnTo>
                  <a:pt x="117" y="462"/>
                </a:lnTo>
                <a:lnTo>
                  <a:pt x="109" y="456"/>
                </a:lnTo>
                <a:lnTo>
                  <a:pt x="102" y="451"/>
                </a:lnTo>
                <a:lnTo>
                  <a:pt x="95" y="445"/>
                </a:lnTo>
                <a:lnTo>
                  <a:pt x="88" y="439"/>
                </a:lnTo>
                <a:lnTo>
                  <a:pt x="81" y="433"/>
                </a:lnTo>
                <a:lnTo>
                  <a:pt x="74" y="427"/>
                </a:lnTo>
                <a:lnTo>
                  <a:pt x="68" y="421"/>
                </a:lnTo>
                <a:lnTo>
                  <a:pt x="62" y="414"/>
                </a:lnTo>
                <a:lnTo>
                  <a:pt x="56" y="408"/>
                </a:lnTo>
                <a:lnTo>
                  <a:pt x="50" y="401"/>
                </a:lnTo>
                <a:lnTo>
                  <a:pt x="45" y="394"/>
                </a:lnTo>
                <a:lnTo>
                  <a:pt x="40" y="387"/>
                </a:lnTo>
                <a:lnTo>
                  <a:pt x="35" y="379"/>
                </a:lnTo>
                <a:lnTo>
                  <a:pt x="31" y="372"/>
                </a:lnTo>
                <a:lnTo>
                  <a:pt x="26" y="365"/>
                </a:lnTo>
                <a:lnTo>
                  <a:pt x="22" y="357"/>
                </a:lnTo>
                <a:lnTo>
                  <a:pt x="19" y="349"/>
                </a:lnTo>
                <a:lnTo>
                  <a:pt x="16" y="342"/>
                </a:lnTo>
                <a:lnTo>
                  <a:pt x="13" y="334"/>
                </a:lnTo>
                <a:lnTo>
                  <a:pt x="10" y="326"/>
                </a:lnTo>
                <a:lnTo>
                  <a:pt x="8" y="318"/>
                </a:lnTo>
                <a:lnTo>
                  <a:pt x="5" y="310"/>
                </a:lnTo>
                <a:lnTo>
                  <a:pt x="4" y="302"/>
                </a:lnTo>
                <a:lnTo>
                  <a:pt x="2" y="294"/>
                </a:lnTo>
                <a:lnTo>
                  <a:pt x="1" y="286"/>
                </a:lnTo>
                <a:lnTo>
                  <a:pt x="0" y="278"/>
                </a:lnTo>
                <a:lnTo>
                  <a:pt x="0" y="270"/>
                </a:lnTo>
                <a:lnTo>
                  <a:pt x="0" y="261"/>
                </a:lnTo>
                <a:lnTo>
                  <a:pt x="0" y="253"/>
                </a:lnTo>
                <a:lnTo>
                  <a:pt x="0" y="245"/>
                </a:lnTo>
                <a:lnTo>
                  <a:pt x="1" y="237"/>
                </a:lnTo>
                <a:lnTo>
                  <a:pt x="2" y="229"/>
                </a:lnTo>
                <a:lnTo>
                  <a:pt x="4" y="221"/>
                </a:lnTo>
                <a:lnTo>
                  <a:pt x="5" y="213"/>
                </a:lnTo>
                <a:lnTo>
                  <a:pt x="8" y="205"/>
                </a:lnTo>
                <a:lnTo>
                  <a:pt x="10" y="197"/>
                </a:lnTo>
                <a:lnTo>
                  <a:pt x="13" y="189"/>
                </a:lnTo>
                <a:lnTo>
                  <a:pt x="16" y="181"/>
                </a:lnTo>
                <a:lnTo>
                  <a:pt x="19" y="173"/>
                </a:lnTo>
                <a:lnTo>
                  <a:pt x="22" y="166"/>
                </a:lnTo>
                <a:lnTo>
                  <a:pt x="26" y="158"/>
                </a:lnTo>
                <a:lnTo>
                  <a:pt x="31" y="151"/>
                </a:lnTo>
                <a:lnTo>
                  <a:pt x="35" y="143"/>
                </a:lnTo>
                <a:lnTo>
                  <a:pt x="40" y="136"/>
                </a:lnTo>
                <a:lnTo>
                  <a:pt x="45" y="129"/>
                </a:lnTo>
                <a:lnTo>
                  <a:pt x="50" y="122"/>
                </a:lnTo>
                <a:lnTo>
                  <a:pt x="56" y="115"/>
                </a:lnTo>
                <a:lnTo>
                  <a:pt x="62" y="108"/>
                </a:lnTo>
                <a:lnTo>
                  <a:pt x="68" y="101"/>
                </a:lnTo>
                <a:lnTo>
                  <a:pt x="74" y="95"/>
                </a:lnTo>
                <a:lnTo>
                  <a:pt x="81" y="88"/>
                </a:lnTo>
                <a:lnTo>
                  <a:pt x="88" y="82"/>
                </a:lnTo>
                <a:lnTo>
                  <a:pt x="95" y="77"/>
                </a:lnTo>
                <a:lnTo>
                  <a:pt x="102" y="71"/>
                </a:lnTo>
                <a:lnTo>
                  <a:pt x="109" y="65"/>
                </a:lnTo>
                <a:lnTo>
                  <a:pt x="117" y="60"/>
                </a:lnTo>
                <a:lnTo>
                  <a:pt x="125" y="55"/>
                </a:lnTo>
                <a:lnTo>
                  <a:pt x="133" y="50"/>
                </a:lnTo>
                <a:lnTo>
                  <a:pt x="142" y="45"/>
                </a:lnTo>
                <a:lnTo>
                  <a:pt x="150" y="41"/>
                </a:lnTo>
                <a:lnTo>
                  <a:pt x="159" y="37"/>
                </a:lnTo>
                <a:lnTo>
                  <a:pt x="168" y="33"/>
                </a:lnTo>
                <a:lnTo>
                  <a:pt x="177" y="29"/>
                </a:lnTo>
                <a:lnTo>
                  <a:pt x="186" y="25"/>
                </a:lnTo>
                <a:lnTo>
                  <a:pt x="195" y="22"/>
                </a:lnTo>
                <a:lnTo>
                  <a:pt x="204" y="19"/>
                </a:lnTo>
                <a:lnTo>
                  <a:pt x="214" y="16"/>
                </a:lnTo>
                <a:lnTo>
                  <a:pt x="224" y="13"/>
                </a:lnTo>
                <a:lnTo>
                  <a:pt x="233" y="11"/>
                </a:lnTo>
                <a:lnTo>
                  <a:pt x="243" y="9"/>
                </a:lnTo>
                <a:lnTo>
                  <a:pt x="253" y="7"/>
                </a:lnTo>
                <a:lnTo>
                  <a:pt x="263" y="5"/>
                </a:lnTo>
                <a:lnTo>
                  <a:pt x="273" y="4"/>
                </a:lnTo>
                <a:lnTo>
                  <a:pt x="283" y="2"/>
                </a:lnTo>
                <a:lnTo>
                  <a:pt x="293" y="2"/>
                </a:lnTo>
                <a:lnTo>
                  <a:pt x="303" y="1"/>
                </a:lnTo>
                <a:lnTo>
                  <a:pt x="314" y="1"/>
                </a:lnTo>
                <a:lnTo>
                  <a:pt x="324" y="0"/>
                </a:lnTo>
                <a:lnTo>
                  <a:pt x="334" y="1"/>
                </a:lnTo>
                <a:lnTo>
                  <a:pt x="344" y="1"/>
                </a:lnTo>
                <a:lnTo>
                  <a:pt x="354" y="2"/>
                </a:lnTo>
                <a:lnTo>
                  <a:pt x="364" y="2"/>
                </a:lnTo>
                <a:lnTo>
                  <a:pt x="375" y="4"/>
                </a:lnTo>
                <a:lnTo>
                  <a:pt x="385" y="5"/>
                </a:lnTo>
                <a:lnTo>
                  <a:pt x="394" y="7"/>
                </a:lnTo>
                <a:lnTo>
                  <a:pt x="404" y="9"/>
                </a:lnTo>
                <a:lnTo>
                  <a:pt x="414" y="11"/>
                </a:lnTo>
                <a:lnTo>
                  <a:pt x="424" y="13"/>
                </a:lnTo>
                <a:lnTo>
                  <a:pt x="435" y="16"/>
                </a:lnTo>
                <a:lnTo>
                  <a:pt x="444" y="19"/>
                </a:lnTo>
                <a:lnTo>
                  <a:pt x="454" y="22"/>
                </a:lnTo>
                <a:lnTo>
                  <a:pt x="463" y="25"/>
                </a:lnTo>
                <a:lnTo>
                  <a:pt x="472" y="29"/>
                </a:lnTo>
                <a:lnTo>
                  <a:pt x="481" y="33"/>
                </a:lnTo>
                <a:lnTo>
                  <a:pt x="490" y="37"/>
                </a:lnTo>
                <a:lnTo>
                  <a:pt x="498" y="41"/>
                </a:lnTo>
                <a:lnTo>
                  <a:pt x="507" y="45"/>
                </a:lnTo>
                <a:lnTo>
                  <a:pt x="515" y="50"/>
                </a:lnTo>
                <a:lnTo>
                  <a:pt x="523" y="55"/>
                </a:lnTo>
                <a:lnTo>
                  <a:pt x="531" y="60"/>
                </a:lnTo>
                <a:lnTo>
                  <a:pt x="539" y="65"/>
                </a:lnTo>
                <a:lnTo>
                  <a:pt x="547" y="71"/>
                </a:lnTo>
                <a:lnTo>
                  <a:pt x="554" y="77"/>
                </a:lnTo>
                <a:lnTo>
                  <a:pt x="561" y="82"/>
                </a:lnTo>
                <a:lnTo>
                  <a:pt x="568" y="88"/>
                </a:lnTo>
                <a:lnTo>
                  <a:pt x="575" y="95"/>
                </a:lnTo>
                <a:lnTo>
                  <a:pt x="581" y="101"/>
                </a:lnTo>
                <a:lnTo>
                  <a:pt x="587" y="108"/>
                </a:lnTo>
                <a:lnTo>
                  <a:pt x="593" y="115"/>
                </a:lnTo>
                <a:lnTo>
                  <a:pt x="598" y="122"/>
                </a:lnTo>
                <a:lnTo>
                  <a:pt x="604" y="129"/>
                </a:lnTo>
                <a:lnTo>
                  <a:pt x="609" y="136"/>
                </a:lnTo>
                <a:lnTo>
                  <a:pt x="614" y="143"/>
                </a:lnTo>
                <a:lnTo>
                  <a:pt x="618" y="151"/>
                </a:lnTo>
                <a:lnTo>
                  <a:pt x="622" y="158"/>
                </a:lnTo>
                <a:lnTo>
                  <a:pt x="626" y="166"/>
                </a:lnTo>
                <a:lnTo>
                  <a:pt x="630" y="173"/>
                </a:lnTo>
                <a:lnTo>
                  <a:pt x="633" y="181"/>
                </a:lnTo>
                <a:lnTo>
                  <a:pt x="636" y="189"/>
                </a:lnTo>
                <a:lnTo>
                  <a:pt x="639" y="197"/>
                </a:lnTo>
                <a:lnTo>
                  <a:pt x="641" y="205"/>
                </a:lnTo>
                <a:lnTo>
                  <a:pt x="643" y="213"/>
                </a:lnTo>
                <a:lnTo>
                  <a:pt x="645" y="221"/>
                </a:lnTo>
                <a:lnTo>
                  <a:pt x="646" y="229"/>
                </a:lnTo>
                <a:lnTo>
                  <a:pt x="647" y="237"/>
                </a:lnTo>
                <a:lnTo>
                  <a:pt x="648" y="245"/>
                </a:lnTo>
                <a:lnTo>
                  <a:pt x="649" y="253"/>
                </a:lnTo>
                <a:lnTo>
                  <a:pt x="649" y="261"/>
                </a:lnTo>
                <a:close/>
              </a:path>
            </a:pathLst>
          </a:custGeom>
          <a:solidFill>
            <a:srgbClr val="ffcb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0" name=""/>
          <p:cNvSpPr/>
          <p:nvPr/>
        </p:nvSpPr>
        <p:spPr>
          <a:xfrm>
            <a:off x="4861080" y="1733760"/>
            <a:ext cx="235440" cy="188640"/>
          </a:xfrm>
          <a:custGeom>
            <a:avLst/>
            <a:gdLst/>
            <a:ahLst/>
            <a:rect l="0" t="0" r="r" b="b"/>
            <a:pathLst>
              <a:path w="654" h="524">
                <a:moveTo>
                  <a:pt x="652" y="262"/>
                </a:moveTo>
                <a:lnTo>
                  <a:pt x="652" y="254"/>
                </a:lnTo>
                <a:lnTo>
                  <a:pt x="651" y="246"/>
                </a:lnTo>
                <a:lnTo>
                  <a:pt x="650" y="238"/>
                </a:lnTo>
                <a:lnTo>
                  <a:pt x="649" y="230"/>
                </a:lnTo>
                <a:lnTo>
                  <a:pt x="648" y="222"/>
                </a:lnTo>
                <a:lnTo>
                  <a:pt x="646" y="214"/>
                </a:lnTo>
                <a:lnTo>
                  <a:pt x="644" y="206"/>
                </a:lnTo>
                <a:lnTo>
                  <a:pt x="642" y="198"/>
                </a:lnTo>
                <a:lnTo>
                  <a:pt x="639" y="190"/>
                </a:lnTo>
                <a:lnTo>
                  <a:pt x="636" y="182"/>
                </a:lnTo>
                <a:lnTo>
                  <a:pt x="633" y="174"/>
                </a:lnTo>
                <a:lnTo>
                  <a:pt x="629" y="167"/>
                </a:lnTo>
                <a:lnTo>
                  <a:pt x="625" y="159"/>
                </a:lnTo>
                <a:lnTo>
                  <a:pt x="621" y="151"/>
                </a:lnTo>
                <a:lnTo>
                  <a:pt x="617" y="143"/>
                </a:lnTo>
                <a:lnTo>
                  <a:pt x="612" y="136"/>
                </a:lnTo>
                <a:lnTo>
                  <a:pt x="607" y="129"/>
                </a:lnTo>
                <a:lnTo>
                  <a:pt x="601" y="122"/>
                </a:lnTo>
                <a:lnTo>
                  <a:pt x="596" y="115"/>
                </a:lnTo>
                <a:lnTo>
                  <a:pt x="590" y="109"/>
                </a:lnTo>
                <a:lnTo>
                  <a:pt x="584" y="102"/>
                </a:lnTo>
                <a:lnTo>
                  <a:pt x="578" y="96"/>
                </a:lnTo>
                <a:lnTo>
                  <a:pt x="571" y="89"/>
                </a:lnTo>
                <a:lnTo>
                  <a:pt x="564" y="83"/>
                </a:lnTo>
                <a:lnTo>
                  <a:pt x="557" y="78"/>
                </a:lnTo>
                <a:lnTo>
                  <a:pt x="550" y="72"/>
                </a:lnTo>
                <a:lnTo>
                  <a:pt x="542" y="66"/>
                </a:lnTo>
                <a:lnTo>
                  <a:pt x="534" y="61"/>
                </a:lnTo>
                <a:lnTo>
                  <a:pt x="526" y="56"/>
                </a:lnTo>
                <a:lnTo>
                  <a:pt x="518" y="51"/>
                </a:lnTo>
                <a:lnTo>
                  <a:pt x="509" y="46"/>
                </a:lnTo>
                <a:lnTo>
                  <a:pt x="500" y="42"/>
                </a:lnTo>
                <a:lnTo>
                  <a:pt x="492" y="38"/>
                </a:lnTo>
                <a:lnTo>
                  <a:pt x="483" y="34"/>
                </a:lnTo>
                <a:lnTo>
                  <a:pt x="474" y="30"/>
                </a:lnTo>
                <a:lnTo>
                  <a:pt x="465" y="26"/>
                </a:lnTo>
                <a:lnTo>
                  <a:pt x="456" y="23"/>
                </a:lnTo>
                <a:lnTo>
                  <a:pt x="446" y="20"/>
                </a:lnTo>
                <a:lnTo>
                  <a:pt x="437" y="17"/>
                </a:lnTo>
                <a:lnTo>
                  <a:pt x="427" y="14"/>
                </a:lnTo>
                <a:lnTo>
                  <a:pt x="417" y="12"/>
                </a:lnTo>
                <a:lnTo>
                  <a:pt x="407" y="10"/>
                </a:lnTo>
                <a:lnTo>
                  <a:pt x="397" y="8"/>
                </a:lnTo>
                <a:lnTo>
                  <a:pt x="388" y="6"/>
                </a:lnTo>
                <a:lnTo>
                  <a:pt x="378" y="5"/>
                </a:lnTo>
                <a:lnTo>
                  <a:pt x="367" y="3"/>
                </a:lnTo>
                <a:lnTo>
                  <a:pt x="357" y="3"/>
                </a:lnTo>
                <a:lnTo>
                  <a:pt x="347" y="2"/>
                </a:lnTo>
                <a:lnTo>
                  <a:pt x="337" y="2"/>
                </a:lnTo>
                <a:lnTo>
                  <a:pt x="327" y="1"/>
                </a:lnTo>
                <a:lnTo>
                  <a:pt x="317" y="2"/>
                </a:lnTo>
                <a:lnTo>
                  <a:pt x="306" y="2"/>
                </a:lnTo>
                <a:lnTo>
                  <a:pt x="296" y="3"/>
                </a:lnTo>
                <a:lnTo>
                  <a:pt x="286" y="3"/>
                </a:lnTo>
                <a:lnTo>
                  <a:pt x="276" y="5"/>
                </a:lnTo>
                <a:lnTo>
                  <a:pt x="266" y="6"/>
                </a:lnTo>
                <a:lnTo>
                  <a:pt x="256" y="8"/>
                </a:lnTo>
                <a:lnTo>
                  <a:pt x="246" y="10"/>
                </a:lnTo>
                <a:lnTo>
                  <a:pt x="236" y="12"/>
                </a:lnTo>
                <a:lnTo>
                  <a:pt x="227" y="14"/>
                </a:lnTo>
                <a:lnTo>
                  <a:pt x="217" y="17"/>
                </a:lnTo>
                <a:lnTo>
                  <a:pt x="207" y="20"/>
                </a:lnTo>
                <a:lnTo>
                  <a:pt x="198" y="23"/>
                </a:lnTo>
                <a:lnTo>
                  <a:pt x="189" y="26"/>
                </a:lnTo>
                <a:lnTo>
                  <a:pt x="180" y="30"/>
                </a:lnTo>
                <a:lnTo>
                  <a:pt x="171" y="34"/>
                </a:lnTo>
                <a:lnTo>
                  <a:pt x="162" y="38"/>
                </a:lnTo>
                <a:lnTo>
                  <a:pt x="153" y="42"/>
                </a:lnTo>
                <a:lnTo>
                  <a:pt x="145" y="46"/>
                </a:lnTo>
                <a:lnTo>
                  <a:pt x="136" y="51"/>
                </a:lnTo>
                <a:lnTo>
                  <a:pt x="128" y="56"/>
                </a:lnTo>
                <a:lnTo>
                  <a:pt x="120" y="61"/>
                </a:lnTo>
                <a:lnTo>
                  <a:pt x="112" y="66"/>
                </a:lnTo>
                <a:lnTo>
                  <a:pt x="105" y="72"/>
                </a:lnTo>
                <a:lnTo>
                  <a:pt x="98" y="78"/>
                </a:lnTo>
                <a:lnTo>
                  <a:pt x="91" y="83"/>
                </a:lnTo>
                <a:lnTo>
                  <a:pt x="84" y="89"/>
                </a:lnTo>
                <a:lnTo>
                  <a:pt x="77" y="96"/>
                </a:lnTo>
                <a:lnTo>
                  <a:pt x="71" y="102"/>
                </a:lnTo>
                <a:lnTo>
                  <a:pt x="65" y="109"/>
                </a:lnTo>
                <a:lnTo>
                  <a:pt x="59" y="115"/>
                </a:lnTo>
                <a:lnTo>
                  <a:pt x="53" y="122"/>
                </a:lnTo>
                <a:lnTo>
                  <a:pt x="48" y="129"/>
                </a:lnTo>
                <a:lnTo>
                  <a:pt x="43" y="136"/>
                </a:lnTo>
                <a:lnTo>
                  <a:pt x="38" y="143"/>
                </a:lnTo>
                <a:lnTo>
                  <a:pt x="34" y="151"/>
                </a:lnTo>
                <a:lnTo>
                  <a:pt x="29" y="159"/>
                </a:lnTo>
                <a:lnTo>
                  <a:pt x="25" y="167"/>
                </a:lnTo>
                <a:lnTo>
                  <a:pt x="22" y="174"/>
                </a:lnTo>
                <a:lnTo>
                  <a:pt x="19" y="182"/>
                </a:lnTo>
                <a:lnTo>
                  <a:pt x="16" y="190"/>
                </a:lnTo>
                <a:lnTo>
                  <a:pt x="13" y="198"/>
                </a:lnTo>
                <a:lnTo>
                  <a:pt x="11" y="206"/>
                </a:lnTo>
                <a:lnTo>
                  <a:pt x="8" y="214"/>
                </a:lnTo>
                <a:lnTo>
                  <a:pt x="7" y="222"/>
                </a:lnTo>
                <a:lnTo>
                  <a:pt x="5" y="230"/>
                </a:lnTo>
                <a:lnTo>
                  <a:pt x="4" y="238"/>
                </a:lnTo>
                <a:lnTo>
                  <a:pt x="3" y="246"/>
                </a:lnTo>
                <a:lnTo>
                  <a:pt x="3" y="254"/>
                </a:lnTo>
                <a:lnTo>
                  <a:pt x="3" y="262"/>
                </a:lnTo>
                <a:lnTo>
                  <a:pt x="3" y="271"/>
                </a:lnTo>
                <a:lnTo>
                  <a:pt x="3" y="279"/>
                </a:lnTo>
                <a:lnTo>
                  <a:pt x="4" y="287"/>
                </a:lnTo>
                <a:lnTo>
                  <a:pt x="5" y="295"/>
                </a:lnTo>
                <a:lnTo>
                  <a:pt x="7" y="303"/>
                </a:lnTo>
                <a:lnTo>
                  <a:pt x="8" y="311"/>
                </a:lnTo>
                <a:lnTo>
                  <a:pt x="11" y="319"/>
                </a:lnTo>
                <a:lnTo>
                  <a:pt x="13" y="327"/>
                </a:lnTo>
                <a:lnTo>
                  <a:pt x="16" y="335"/>
                </a:lnTo>
                <a:lnTo>
                  <a:pt x="19" y="343"/>
                </a:lnTo>
                <a:lnTo>
                  <a:pt x="22" y="350"/>
                </a:lnTo>
                <a:lnTo>
                  <a:pt x="25" y="358"/>
                </a:lnTo>
                <a:lnTo>
                  <a:pt x="29" y="366"/>
                </a:lnTo>
                <a:lnTo>
                  <a:pt x="34" y="373"/>
                </a:lnTo>
                <a:lnTo>
                  <a:pt x="38" y="380"/>
                </a:lnTo>
                <a:lnTo>
                  <a:pt x="43" y="388"/>
                </a:lnTo>
                <a:lnTo>
                  <a:pt x="48" y="395"/>
                </a:lnTo>
                <a:lnTo>
                  <a:pt x="53" y="402"/>
                </a:lnTo>
                <a:lnTo>
                  <a:pt x="59" y="409"/>
                </a:lnTo>
                <a:lnTo>
                  <a:pt x="65" y="415"/>
                </a:lnTo>
                <a:lnTo>
                  <a:pt x="71" y="422"/>
                </a:lnTo>
                <a:lnTo>
                  <a:pt x="77" y="428"/>
                </a:lnTo>
                <a:lnTo>
                  <a:pt x="84" y="434"/>
                </a:lnTo>
                <a:lnTo>
                  <a:pt x="91" y="440"/>
                </a:lnTo>
                <a:lnTo>
                  <a:pt x="98" y="446"/>
                </a:lnTo>
                <a:lnTo>
                  <a:pt x="105" y="452"/>
                </a:lnTo>
                <a:lnTo>
                  <a:pt x="112" y="457"/>
                </a:lnTo>
                <a:lnTo>
                  <a:pt x="120" y="463"/>
                </a:lnTo>
                <a:lnTo>
                  <a:pt x="128" y="468"/>
                </a:lnTo>
                <a:lnTo>
                  <a:pt x="136" y="473"/>
                </a:lnTo>
                <a:lnTo>
                  <a:pt x="145" y="477"/>
                </a:lnTo>
                <a:lnTo>
                  <a:pt x="153" y="482"/>
                </a:lnTo>
                <a:lnTo>
                  <a:pt x="162" y="486"/>
                </a:lnTo>
                <a:lnTo>
                  <a:pt x="171" y="490"/>
                </a:lnTo>
                <a:lnTo>
                  <a:pt x="180" y="494"/>
                </a:lnTo>
                <a:lnTo>
                  <a:pt x="189" y="498"/>
                </a:lnTo>
                <a:lnTo>
                  <a:pt x="198" y="501"/>
                </a:lnTo>
                <a:lnTo>
                  <a:pt x="207" y="504"/>
                </a:lnTo>
                <a:lnTo>
                  <a:pt x="217" y="507"/>
                </a:lnTo>
                <a:lnTo>
                  <a:pt x="227" y="510"/>
                </a:lnTo>
                <a:lnTo>
                  <a:pt x="236" y="512"/>
                </a:lnTo>
                <a:lnTo>
                  <a:pt x="246" y="514"/>
                </a:lnTo>
                <a:lnTo>
                  <a:pt x="256" y="516"/>
                </a:lnTo>
                <a:lnTo>
                  <a:pt x="266" y="518"/>
                </a:lnTo>
                <a:lnTo>
                  <a:pt x="276" y="519"/>
                </a:lnTo>
                <a:lnTo>
                  <a:pt x="286" y="520"/>
                </a:lnTo>
                <a:lnTo>
                  <a:pt x="296" y="521"/>
                </a:lnTo>
                <a:lnTo>
                  <a:pt x="306" y="522"/>
                </a:lnTo>
                <a:lnTo>
                  <a:pt x="317" y="522"/>
                </a:lnTo>
                <a:lnTo>
                  <a:pt x="327" y="522"/>
                </a:lnTo>
                <a:lnTo>
                  <a:pt x="337" y="522"/>
                </a:lnTo>
                <a:lnTo>
                  <a:pt x="347" y="522"/>
                </a:lnTo>
                <a:lnTo>
                  <a:pt x="357" y="521"/>
                </a:lnTo>
                <a:lnTo>
                  <a:pt x="367" y="520"/>
                </a:lnTo>
                <a:lnTo>
                  <a:pt x="378" y="519"/>
                </a:lnTo>
                <a:lnTo>
                  <a:pt x="388" y="518"/>
                </a:lnTo>
                <a:lnTo>
                  <a:pt x="397" y="516"/>
                </a:lnTo>
                <a:lnTo>
                  <a:pt x="407" y="514"/>
                </a:lnTo>
                <a:lnTo>
                  <a:pt x="417" y="512"/>
                </a:lnTo>
                <a:lnTo>
                  <a:pt x="427" y="510"/>
                </a:lnTo>
                <a:lnTo>
                  <a:pt x="437" y="507"/>
                </a:lnTo>
                <a:lnTo>
                  <a:pt x="446" y="504"/>
                </a:lnTo>
                <a:lnTo>
                  <a:pt x="456" y="501"/>
                </a:lnTo>
                <a:lnTo>
                  <a:pt x="465" y="498"/>
                </a:lnTo>
                <a:lnTo>
                  <a:pt x="474" y="494"/>
                </a:lnTo>
                <a:lnTo>
                  <a:pt x="483" y="490"/>
                </a:lnTo>
                <a:lnTo>
                  <a:pt x="492" y="486"/>
                </a:lnTo>
                <a:lnTo>
                  <a:pt x="500" y="482"/>
                </a:lnTo>
                <a:lnTo>
                  <a:pt x="509" y="477"/>
                </a:lnTo>
                <a:lnTo>
                  <a:pt x="518" y="473"/>
                </a:lnTo>
                <a:lnTo>
                  <a:pt x="526" y="468"/>
                </a:lnTo>
                <a:lnTo>
                  <a:pt x="534" y="463"/>
                </a:lnTo>
                <a:lnTo>
                  <a:pt x="542" y="457"/>
                </a:lnTo>
                <a:lnTo>
                  <a:pt x="550" y="452"/>
                </a:lnTo>
                <a:lnTo>
                  <a:pt x="557" y="446"/>
                </a:lnTo>
                <a:lnTo>
                  <a:pt x="564" y="440"/>
                </a:lnTo>
                <a:lnTo>
                  <a:pt x="571" y="434"/>
                </a:lnTo>
                <a:lnTo>
                  <a:pt x="578" y="428"/>
                </a:lnTo>
                <a:lnTo>
                  <a:pt x="584" y="422"/>
                </a:lnTo>
                <a:lnTo>
                  <a:pt x="590" y="415"/>
                </a:lnTo>
                <a:lnTo>
                  <a:pt x="596" y="409"/>
                </a:lnTo>
                <a:lnTo>
                  <a:pt x="601" y="402"/>
                </a:lnTo>
                <a:lnTo>
                  <a:pt x="607" y="395"/>
                </a:lnTo>
                <a:lnTo>
                  <a:pt x="612" y="388"/>
                </a:lnTo>
                <a:lnTo>
                  <a:pt x="617" y="380"/>
                </a:lnTo>
                <a:lnTo>
                  <a:pt x="621" y="373"/>
                </a:lnTo>
                <a:lnTo>
                  <a:pt x="625" y="366"/>
                </a:lnTo>
                <a:lnTo>
                  <a:pt x="629" y="358"/>
                </a:lnTo>
                <a:lnTo>
                  <a:pt x="633" y="350"/>
                </a:lnTo>
                <a:lnTo>
                  <a:pt x="636" y="343"/>
                </a:lnTo>
                <a:lnTo>
                  <a:pt x="639" y="335"/>
                </a:lnTo>
                <a:lnTo>
                  <a:pt x="642" y="327"/>
                </a:lnTo>
                <a:lnTo>
                  <a:pt x="644" y="319"/>
                </a:lnTo>
                <a:lnTo>
                  <a:pt x="646" y="311"/>
                </a:lnTo>
                <a:lnTo>
                  <a:pt x="648" y="303"/>
                </a:lnTo>
                <a:lnTo>
                  <a:pt x="649" y="295"/>
                </a:lnTo>
                <a:lnTo>
                  <a:pt x="650" y="287"/>
                </a:lnTo>
                <a:lnTo>
                  <a:pt x="651" y="279"/>
                </a:lnTo>
                <a:lnTo>
                  <a:pt x="652" y="271"/>
                </a:lnTo>
                <a:lnTo>
                  <a:pt x="652" y="262"/>
                </a:lnTo>
                <a:moveTo>
                  <a:pt x="654" y="262"/>
                </a:moveTo>
                <a:lnTo>
                  <a:pt x="654" y="271"/>
                </a:lnTo>
                <a:lnTo>
                  <a:pt x="654" y="279"/>
                </a:lnTo>
                <a:lnTo>
                  <a:pt x="653" y="287"/>
                </a:lnTo>
                <a:lnTo>
                  <a:pt x="652" y="295"/>
                </a:lnTo>
                <a:lnTo>
                  <a:pt x="650" y="303"/>
                </a:lnTo>
                <a:lnTo>
                  <a:pt x="648" y="311"/>
                </a:lnTo>
                <a:lnTo>
                  <a:pt x="646" y="319"/>
                </a:lnTo>
                <a:lnTo>
                  <a:pt x="644" y="327"/>
                </a:lnTo>
                <a:lnTo>
                  <a:pt x="641" y="335"/>
                </a:lnTo>
                <a:lnTo>
                  <a:pt x="638" y="343"/>
                </a:lnTo>
                <a:lnTo>
                  <a:pt x="635" y="351"/>
                </a:lnTo>
                <a:lnTo>
                  <a:pt x="631" y="359"/>
                </a:lnTo>
                <a:lnTo>
                  <a:pt x="627" y="366"/>
                </a:lnTo>
                <a:lnTo>
                  <a:pt x="623" y="374"/>
                </a:lnTo>
                <a:lnTo>
                  <a:pt x="619" y="381"/>
                </a:lnTo>
                <a:lnTo>
                  <a:pt x="614" y="389"/>
                </a:lnTo>
                <a:lnTo>
                  <a:pt x="609" y="396"/>
                </a:lnTo>
                <a:lnTo>
                  <a:pt x="603" y="403"/>
                </a:lnTo>
                <a:lnTo>
                  <a:pt x="598" y="410"/>
                </a:lnTo>
                <a:lnTo>
                  <a:pt x="592" y="416"/>
                </a:lnTo>
                <a:lnTo>
                  <a:pt x="586" y="423"/>
                </a:lnTo>
                <a:lnTo>
                  <a:pt x="579" y="429"/>
                </a:lnTo>
                <a:lnTo>
                  <a:pt x="573" y="436"/>
                </a:lnTo>
                <a:lnTo>
                  <a:pt x="566" y="442"/>
                </a:lnTo>
                <a:lnTo>
                  <a:pt x="559" y="448"/>
                </a:lnTo>
                <a:lnTo>
                  <a:pt x="551" y="453"/>
                </a:lnTo>
                <a:lnTo>
                  <a:pt x="544" y="459"/>
                </a:lnTo>
                <a:lnTo>
                  <a:pt x="536" y="464"/>
                </a:lnTo>
                <a:lnTo>
                  <a:pt x="528" y="469"/>
                </a:lnTo>
                <a:lnTo>
                  <a:pt x="520" y="474"/>
                </a:lnTo>
                <a:lnTo>
                  <a:pt x="510" y="479"/>
                </a:lnTo>
                <a:lnTo>
                  <a:pt x="502" y="483"/>
                </a:lnTo>
                <a:lnTo>
                  <a:pt x="493" y="488"/>
                </a:lnTo>
                <a:lnTo>
                  <a:pt x="484" y="492"/>
                </a:lnTo>
                <a:lnTo>
                  <a:pt x="475" y="496"/>
                </a:lnTo>
                <a:lnTo>
                  <a:pt x="466" y="499"/>
                </a:lnTo>
                <a:lnTo>
                  <a:pt x="456" y="503"/>
                </a:lnTo>
                <a:lnTo>
                  <a:pt x="447" y="506"/>
                </a:lnTo>
                <a:lnTo>
                  <a:pt x="437" y="509"/>
                </a:lnTo>
                <a:lnTo>
                  <a:pt x="428" y="511"/>
                </a:lnTo>
                <a:lnTo>
                  <a:pt x="418" y="514"/>
                </a:lnTo>
                <a:lnTo>
                  <a:pt x="408" y="516"/>
                </a:lnTo>
                <a:lnTo>
                  <a:pt x="398" y="518"/>
                </a:lnTo>
                <a:lnTo>
                  <a:pt x="388" y="520"/>
                </a:lnTo>
                <a:lnTo>
                  <a:pt x="378" y="521"/>
                </a:lnTo>
                <a:lnTo>
                  <a:pt x="368" y="522"/>
                </a:lnTo>
                <a:lnTo>
                  <a:pt x="358" y="523"/>
                </a:lnTo>
                <a:lnTo>
                  <a:pt x="347" y="524"/>
                </a:lnTo>
                <a:lnTo>
                  <a:pt x="337" y="524"/>
                </a:lnTo>
                <a:lnTo>
                  <a:pt x="327" y="524"/>
                </a:lnTo>
                <a:lnTo>
                  <a:pt x="317" y="524"/>
                </a:lnTo>
                <a:lnTo>
                  <a:pt x="306" y="524"/>
                </a:lnTo>
                <a:lnTo>
                  <a:pt x="296" y="523"/>
                </a:lnTo>
                <a:lnTo>
                  <a:pt x="286" y="522"/>
                </a:lnTo>
                <a:lnTo>
                  <a:pt x="276" y="521"/>
                </a:lnTo>
                <a:lnTo>
                  <a:pt x="266" y="520"/>
                </a:lnTo>
                <a:lnTo>
                  <a:pt x="256" y="518"/>
                </a:lnTo>
                <a:lnTo>
                  <a:pt x="246" y="516"/>
                </a:lnTo>
                <a:lnTo>
                  <a:pt x="236" y="514"/>
                </a:lnTo>
                <a:lnTo>
                  <a:pt x="226" y="511"/>
                </a:lnTo>
                <a:lnTo>
                  <a:pt x="216" y="509"/>
                </a:lnTo>
                <a:lnTo>
                  <a:pt x="207" y="506"/>
                </a:lnTo>
                <a:lnTo>
                  <a:pt x="197" y="503"/>
                </a:lnTo>
                <a:lnTo>
                  <a:pt x="188" y="499"/>
                </a:lnTo>
                <a:lnTo>
                  <a:pt x="179" y="496"/>
                </a:lnTo>
                <a:lnTo>
                  <a:pt x="170" y="492"/>
                </a:lnTo>
                <a:lnTo>
                  <a:pt x="161" y="488"/>
                </a:lnTo>
                <a:lnTo>
                  <a:pt x="152" y="483"/>
                </a:lnTo>
                <a:lnTo>
                  <a:pt x="143" y="479"/>
                </a:lnTo>
                <a:lnTo>
                  <a:pt x="135" y="474"/>
                </a:lnTo>
                <a:lnTo>
                  <a:pt x="127" y="469"/>
                </a:lnTo>
                <a:lnTo>
                  <a:pt x="119" y="464"/>
                </a:lnTo>
                <a:lnTo>
                  <a:pt x="111" y="459"/>
                </a:lnTo>
                <a:lnTo>
                  <a:pt x="103" y="453"/>
                </a:lnTo>
                <a:lnTo>
                  <a:pt x="96" y="448"/>
                </a:lnTo>
                <a:lnTo>
                  <a:pt x="89" y="442"/>
                </a:lnTo>
                <a:lnTo>
                  <a:pt x="82" y="436"/>
                </a:lnTo>
                <a:lnTo>
                  <a:pt x="75" y="429"/>
                </a:lnTo>
                <a:lnTo>
                  <a:pt x="69" y="423"/>
                </a:lnTo>
                <a:lnTo>
                  <a:pt x="63" y="416"/>
                </a:lnTo>
                <a:lnTo>
                  <a:pt x="57" y="410"/>
                </a:lnTo>
                <a:lnTo>
                  <a:pt x="51" y="403"/>
                </a:lnTo>
                <a:lnTo>
                  <a:pt x="46" y="396"/>
                </a:lnTo>
                <a:lnTo>
                  <a:pt x="41" y="389"/>
                </a:lnTo>
                <a:lnTo>
                  <a:pt x="36" y="381"/>
                </a:lnTo>
                <a:lnTo>
                  <a:pt x="31" y="374"/>
                </a:lnTo>
                <a:lnTo>
                  <a:pt x="27" y="366"/>
                </a:lnTo>
                <a:lnTo>
                  <a:pt x="23" y="359"/>
                </a:lnTo>
                <a:lnTo>
                  <a:pt x="20" y="351"/>
                </a:lnTo>
                <a:lnTo>
                  <a:pt x="16" y="343"/>
                </a:lnTo>
                <a:lnTo>
                  <a:pt x="13" y="335"/>
                </a:lnTo>
                <a:lnTo>
                  <a:pt x="11" y="327"/>
                </a:lnTo>
                <a:lnTo>
                  <a:pt x="8" y="319"/>
                </a:lnTo>
                <a:lnTo>
                  <a:pt x="6" y="311"/>
                </a:lnTo>
                <a:lnTo>
                  <a:pt x="4" y="303"/>
                </a:lnTo>
                <a:lnTo>
                  <a:pt x="3" y="295"/>
                </a:lnTo>
                <a:lnTo>
                  <a:pt x="2" y="287"/>
                </a:lnTo>
                <a:lnTo>
                  <a:pt x="1" y="279"/>
                </a:lnTo>
                <a:lnTo>
                  <a:pt x="1" y="271"/>
                </a:lnTo>
                <a:lnTo>
                  <a:pt x="0" y="262"/>
                </a:lnTo>
                <a:lnTo>
                  <a:pt x="1" y="254"/>
                </a:lnTo>
                <a:lnTo>
                  <a:pt x="1" y="246"/>
                </a:lnTo>
                <a:lnTo>
                  <a:pt x="2" y="238"/>
                </a:lnTo>
                <a:lnTo>
                  <a:pt x="3" y="230"/>
                </a:lnTo>
                <a:lnTo>
                  <a:pt x="4" y="221"/>
                </a:lnTo>
                <a:lnTo>
                  <a:pt x="6" y="213"/>
                </a:lnTo>
                <a:lnTo>
                  <a:pt x="8" y="205"/>
                </a:lnTo>
                <a:lnTo>
                  <a:pt x="11" y="197"/>
                </a:lnTo>
                <a:lnTo>
                  <a:pt x="13" y="189"/>
                </a:lnTo>
                <a:lnTo>
                  <a:pt x="16" y="181"/>
                </a:lnTo>
                <a:lnTo>
                  <a:pt x="20" y="174"/>
                </a:lnTo>
                <a:lnTo>
                  <a:pt x="23" y="166"/>
                </a:lnTo>
                <a:lnTo>
                  <a:pt x="27" y="158"/>
                </a:lnTo>
                <a:lnTo>
                  <a:pt x="31" y="150"/>
                </a:lnTo>
                <a:lnTo>
                  <a:pt x="36" y="143"/>
                </a:lnTo>
                <a:lnTo>
                  <a:pt x="41" y="135"/>
                </a:lnTo>
                <a:lnTo>
                  <a:pt x="46" y="128"/>
                </a:lnTo>
                <a:lnTo>
                  <a:pt x="51" y="121"/>
                </a:lnTo>
                <a:lnTo>
                  <a:pt x="57" y="114"/>
                </a:lnTo>
                <a:lnTo>
                  <a:pt x="63" y="107"/>
                </a:lnTo>
                <a:lnTo>
                  <a:pt x="69" y="101"/>
                </a:lnTo>
                <a:lnTo>
                  <a:pt x="75" y="94"/>
                </a:lnTo>
                <a:lnTo>
                  <a:pt x="82" y="88"/>
                </a:lnTo>
                <a:lnTo>
                  <a:pt x="89" y="82"/>
                </a:lnTo>
                <a:lnTo>
                  <a:pt x="96" y="76"/>
                </a:lnTo>
                <a:lnTo>
                  <a:pt x="103" y="71"/>
                </a:lnTo>
                <a:lnTo>
                  <a:pt x="111" y="65"/>
                </a:lnTo>
                <a:lnTo>
                  <a:pt x="119" y="60"/>
                </a:lnTo>
                <a:lnTo>
                  <a:pt x="127" y="55"/>
                </a:lnTo>
                <a:lnTo>
                  <a:pt x="135" y="50"/>
                </a:lnTo>
                <a:lnTo>
                  <a:pt x="143" y="45"/>
                </a:lnTo>
                <a:lnTo>
                  <a:pt x="152" y="40"/>
                </a:lnTo>
                <a:lnTo>
                  <a:pt x="161" y="36"/>
                </a:lnTo>
                <a:lnTo>
                  <a:pt x="170" y="32"/>
                </a:lnTo>
                <a:lnTo>
                  <a:pt x="179" y="28"/>
                </a:lnTo>
                <a:lnTo>
                  <a:pt x="188" y="24"/>
                </a:lnTo>
                <a:lnTo>
                  <a:pt x="197" y="21"/>
                </a:lnTo>
                <a:lnTo>
                  <a:pt x="207" y="18"/>
                </a:lnTo>
                <a:lnTo>
                  <a:pt x="216" y="15"/>
                </a:lnTo>
                <a:lnTo>
                  <a:pt x="226" y="12"/>
                </a:lnTo>
                <a:lnTo>
                  <a:pt x="236" y="10"/>
                </a:lnTo>
                <a:lnTo>
                  <a:pt x="246" y="8"/>
                </a:lnTo>
                <a:lnTo>
                  <a:pt x="256" y="6"/>
                </a:lnTo>
                <a:lnTo>
                  <a:pt x="266" y="4"/>
                </a:lnTo>
                <a:lnTo>
                  <a:pt x="276" y="3"/>
                </a:lnTo>
                <a:lnTo>
                  <a:pt x="286" y="2"/>
                </a:lnTo>
                <a:lnTo>
                  <a:pt x="296" y="1"/>
                </a:lnTo>
                <a:lnTo>
                  <a:pt x="306" y="0"/>
                </a:lnTo>
                <a:lnTo>
                  <a:pt x="317" y="0"/>
                </a:lnTo>
                <a:lnTo>
                  <a:pt x="327" y="0"/>
                </a:lnTo>
                <a:lnTo>
                  <a:pt x="337" y="0"/>
                </a:lnTo>
                <a:lnTo>
                  <a:pt x="347" y="0"/>
                </a:lnTo>
                <a:lnTo>
                  <a:pt x="358" y="1"/>
                </a:lnTo>
                <a:lnTo>
                  <a:pt x="368" y="2"/>
                </a:lnTo>
                <a:lnTo>
                  <a:pt x="378" y="3"/>
                </a:lnTo>
                <a:lnTo>
                  <a:pt x="388" y="4"/>
                </a:lnTo>
                <a:lnTo>
                  <a:pt x="398" y="6"/>
                </a:lnTo>
                <a:lnTo>
                  <a:pt x="408" y="8"/>
                </a:lnTo>
                <a:lnTo>
                  <a:pt x="418" y="10"/>
                </a:lnTo>
                <a:lnTo>
                  <a:pt x="428" y="12"/>
                </a:lnTo>
                <a:lnTo>
                  <a:pt x="437" y="15"/>
                </a:lnTo>
                <a:lnTo>
                  <a:pt x="447" y="18"/>
                </a:lnTo>
                <a:lnTo>
                  <a:pt x="456" y="21"/>
                </a:lnTo>
                <a:lnTo>
                  <a:pt x="466" y="24"/>
                </a:lnTo>
                <a:lnTo>
                  <a:pt x="475" y="28"/>
                </a:lnTo>
                <a:lnTo>
                  <a:pt x="484" y="32"/>
                </a:lnTo>
                <a:lnTo>
                  <a:pt x="493" y="36"/>
                </a:lnTo>
                <a:lnTo>
                  <a:pt x="502" y="40"/>
                </a:lnTo>
                <a:lnTo>
                  <a:pt x="510" y="45"/>
                </a:lnTo>
                <a:lnTo>
                  <a:pt x="520" y="50"/>
                </a:lnTo>
                <a:lnTo>
                  <a:pt x="528" y="55"/>
                </a:lnTo>
                <a:lnTo>
                  <a:pt x="536" y="60"/>
                </a:lnTo>
                <a:lnTo>
                  <a:pt x="544" y="65"/>
                </a:lnTo>
                <a:lnTo>
                  <a:pt x="551" y="71"/>
                </a:lnTo>
                <a:lnTo>
                  <a:pt x="559" y="76"/>
                </a:lnTo>
                <a:lnTo>
                  <a:pt x="566" y="82"/>
                </a:lnTo>
                <a:lnTo>
                  <a:pt x="573" y="88"/>
                </a:lnTo>
                <a:lnTo>
                  <a:pt x="579" y="94"/>
                </a:lnTo>
                <a:lnTo>
                  <a:pt x="586" y="101"/>
                </a:lnTo>
                <a:lnTo>
                  <a:pt x="592" y="107"/>
                </a:lnTo>
                <a:lnTo>
                  <a:pt x="598" y="114"/>
                </a:lnTo>
                <a:lnTo>
                  <a:pt x="603" y="121"/>
                </a:lnTo>
                <a:lnTo>
                  <a:pt x="609" y="128"/>
                </a:lnTo>
                <a:lnTo>
                  <a:pt x="614" y="135"/>
                </a:lnTo>
                <a:lnTo>
                  <a:pt x="619" y="143"/>
                </a:lnTo>
                <a:lnTo>
                  <a:pt x="623" y="150"/>
                </a:lnTo>
                <a:lnTo>
                  <a:pt x="627" y="158"/>
                </a:lnTo>
                <a:lnTo>
                  <a:pt x="631" y="166"/>
                </a:lnTo>
                <a:lnTo>
                  <a:pt x="635" y="174"/>
                </a:lnTo>
                <a:lnTo>
                  <a:pt x="638" y="181"/>
                </a:lnTo>
                <a:lnTo>
                  <a:pt x="641" y="189"/>
                </a:lnTo>
                <a:lnTo>
                  <a:pt x="644" y="197"/>
                </a:lnTo>
                <a:lnTo>
                  <a:pt x="646" y="205"/>
                </a:lnTo>
                <a:lnTo>
                  <a:pt x="648" y="213"/>
                </a:lnTo>
                <a:lnTo>
                  <a:pt x="650" y="221"/>
                </a:lnTo>
                <a:lnTo>
                  <a:pt x="652" y="230"/>
                </a:lnTo>
                <a:lnTo>
                  <a:pt x="653" y="238"/>
                </a:lnTo>
                <a:lnTo>
                  <a:pt x="654" y="246"/>
                </a:lnTo>
                <a:lnTo>
                  <a:pt x="654" y="254"/>
                </a:lnTo>
                <a:lnTo>
                  <a:pt x="654" y="262"/>
                </a:lnTo>
                <a:close/>
              </a:path>
            </a:pathLst>
          </a:custGeom>
          <a:solidFill>
            <a:srgbClr val="ffcb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1" name=""/>
          <p:cNvSpPr/>
          <p:nvPr/>
        </p:nvSpPr>
        <p:spPr>
          <a:xfrm>
            <a:off x="4860360" y="1733040"/>
            <a:ext cx="236880" cy="190080"/>
          </a:xfrm>
          <a:custGeom>
            <a:avLst/>
            <a:gdLst/>
            <a:ahLst/>
            <a:rect l="0" t="0" r="r" b="b"/>
            <a:pathLst>
              <a:path w="658" h="528">
                <a:moveTo>
                  <a:pt x="656" y="264"/>
                </a:moveTo>
                <a:lnTo>
                  <a:pt x="656" y="256"/>
                </a:lnTo>
                <a:lnTo>
                  <a:pt x="656" y="248"/>
                </a:lnTo>
                <a:lnTo>
                  <a:pt x="655" y="240"/>
                </a:lnTo>
                <a:lnTo>
                  <a:pt x="654" y="232"/>
                </a:lnTo>
                <a:lnTo>
                  <a:pt x="652" y="223"/>
                </a:lnTo>
                <a:lnTo>
                  <a:pt x="650" y="215"/>
                </a:lnTo>
                <a:lnTo>
                  <a:pt x="648" y="207"/>
                </a:lnTo>
                <a:lnTo>
                  <a:pt x="646" y="199"/>
                </a:lnTo>
                <a:lnTo>
                  <a:pt x="643" y="190"/>
                </a:lnTo>
                <a:lnTo>
                  <a:pt x="640" y="182"/>
                </a:lnTo>
                <a:lnTo>
                  <a:pt x="637" y="175"/>
                </a:lnTo>
                <a:lnTo>
                  <a:pt x="633" y="167"/>
                </a:lnTo>
                <a:lnTo>
                  <a:pt x="629" y="159"/>
                </a:lnTo>
                <a:lnTo>
                  <a:pt x="624" y="152"/>
                </a:lnTo>
                <a:lnTo>
                  <a:pt x="620" y="145"/>
                </a:lnTo>
                <a:lnTo>
                  <a:pt x="615" y="137"/>
                </a:lnTo>
                <a:lnTo>
                  <a:pt x="610" y="130"/>
                </a:lnTo>
                <a:lnTo>
                  <a:pt x="604" y="123"/>
                </a:lnTo>
                <a:lnTo>
                  <a:pt x="599" y="116"/>
                </a:lnTo>
                <a:lnTo>
                  <a:pt x="593" y="109"/>
                </a:lnTo>
                <a:lnTo>
                  <a:pt x="587" y="103"/>
                </a:lnTo>
                <a:lnTo>
                  <a:pt x="580" y="96"/>
                </a:lnTo>
                <a:lnTo>
                  <a:pt x="574" y="90"/>
                </a:lnTo>
                <a:lnTo>
                  <a:pt x="567" y="84"/>
                </a:lnTo>
                <a:lnTo>
                  <a:pt x="560" y="78"/>
                </a:lnTo>
                <a:lnTo>
                  <a:pt x="552" y="73"/>
                </a:lnTo>
                <a:lnTo>
                  <a:pt x="545" y="67"/>
                </a:lnTo>
                <a:lnTo>
                  <a:pt x="537" y="62"/>
                </a:lnTo>
                <a:lnTo>
                  <a:pt x="529" y="57"/>
                </a:lnTo>
                <a:lnTo>
                  <a:pt x="521" y="52"/>
                </a:lnTo>
                <a:lnTo>
                  <a:pt x="512" y="47"/>
                </a:lnTo>
                <a:lnTo>
                  <a:pt x="504" y="42"/>
                </a:lnTo>
                <a:lnTo>
                  <a:pt x="495" y="38"/>
                </a:lnTo>
                <a:lnTo>
                  <a:pt x="486" y="34"/>
                </a:lnTo>
                <a:lnTo>
                  <a:pt x="477" y="30"/>
                </a:lnTo>
                <a:lnTo>
                  <a:pt x="468" y="26"/>
                </a:lnTo>
                <a:lnTo>
                  <a:pt x="458" y="23"/>
                </a:lnTo>
                <a:lnTo>
                  <a:pt x="449" y="20"/>
                </a:lnTo>
                <a:lnTo>
                  <a:pt x="439" y="17"/>
                </a:lnTo>
                <a:lnTo>
                  <a:pt x="430" y="14"/>
                </a:lnTo>
                <a:lnTo>
                  <a:pt x="420" y="12"/>
                </a:lnTo>
                <a:lnTo>
                  <a:pt x="410" y="10"/>
                </a:lnTo>
                <a:lnTo>
                  <a:pt x="400" y="8"/>
                </a:lnTo>
                <a:lnTo>
                  <a:pt x="390" y="6"/>
                </a:lnTo>
                <a:lnTo>
                  <a:pt x="380" y="5"/>
                </a:lnTo>
                <a:lnTo>
                  <a:pt x="370" y="4"/>
                </a:lnTo>
                <a:lnTo>
                  <a:pt x="360" y="3"/>
                </a:lnTo>
                <a:lnTo>
                  <a:pt x="349" y="2"/>
                </a:lnTo>
                <a:lnTo>
                  <a:pt x="339" y="2"/>
                </a:lnTo>
                <a:lnTo>
                  <a:pt x="329" y="2"/>
                </a:lnTo>
                <a:lnTo>
                  <a:pt x="319" y="2"/>
                </a:lnTo>
                <a:lnTo>
                  <a:pt x="308" y="2"/>
                </a:lnTo>
                <a:lnTo>
                  <a:pt x="298" y="3"/>
                </a:lnTo>
                <a:lnTo>
                  <a:pt x="288" y="4"/>
                </a:lnTo>
                <a:lnTo>
                  <a:pt x="278" y="5"/>
                </a:lnTo>
                <a:lnTo>
                  <a:pt x="268" y="6"/>
                </a:lnTo>
                <a:lnTo>
                  <a:pt x="258" y="8"/>
                </a:lnTo>
                <a:lnTo>
                  <a:pt x="248" y="10"/>
                </a:lnTo>
                <a:lnTo>
                  <a:pt x="238" y="12"/>
                </a:lnTo>
                <a:lnTo>
                  <a:pt x="228" y="14"/>
                </a:lnTo>
                <a:lnTo>
                  <a:pt x="218" y="17"/>
                </a:lnTo>
                <a:lnTo>
                  <a:pt x="209" y="20"/>
                </a:lnTo>
                <a:lnTo>
                  <a:pt x="199" y="23"/>
                </a:lnTo>
                <a:lnTo>
                  <a:pt x="190" y="26"/>
                </a:lnTo>
                <a:lnTo>
                  <a:pt x="181" y="30"/>
                </a:lnTo>
                <a:lnTo>
                  <a:pt x="172" y="34"/>
                </a:lnTo>
                <a:lnTo>
                  <a:pt x="163" y="38"/>
                </a:lnTo>
                <a:lnTo>
                  <a:pt x="154" y="42"/>
                </a:lnTo>
                <a:lnTo>
                  <a:pt x="145" y="47"/>
                </a:lnTo>
                <a:lnTo>
                  <a:pt x="137" y="52"/>
                </a:lnTo>
                <a:lnTo>
                  <a:pt x="129" y="57"/>
                </a:lnTo>
                <a:lnTo>
                  <a:pt x="121" y="62"/>
                </a:lnTo>
                <a:lnTo>
                  <a:pt x="113" y="67"/>
                </a:lnTo>
                <a:lnTo>
                  <a:pt x="105" y="73"/>
                </a:lnTo>
                <a:lnTo>
                  <a:pt x="98" y="78"/>
                </a:lnTo>
                <a:lnTo>
                  <a:pt x="91" y="84"/>
                </a:lnTo>
                <a:lnTo>
                  <a:pt x="84" y="90"/>
                </a:lnTo>
                <a:lnTo>
                  <a:pt x="77" y="96"/>
                </a:lnTo>
                <a:lnTo>
                  <a:pt x="71" y="103"/>
                </a:lnTo>
                <a:lnTo>
                  <a:pt x="65" y="109"/>
                </a:lnTo>
                <a:lnTo>
                  <a:pt x="59" y="116"/>
                </a:lnTo>
                <a:lnTo>
                  <a:pt x="53" y="123"/>
                </a:lnTo>
                <a:lnTo>
                  <a:pt x="48" y="130"/>
                </a:lnTo>
                <a:lnTo>
                  <a:pt x="43" y="137"/>
                </a:lnTo>
                <a:lnTo>
                  <a:pt x="38" y="145"/>
                </a:lnTo>
                <a:lnTo>
                  <a:pt x="33" y="152"/>
                </a:lnTo>
                <a:lnTo>
                  <a:pt x="29" y="159"/>
                </a:lnTo>
                <a:lnTo>
                  <a:pt x="25" y="167"/>
                </a:lnTo>
                <a:lnTo>
                  <a:pt x="22" y="175"/>
                </a:lnTo>
                <a:lnTo>
                  <a:pt x="18" y="182"/>
                </a:lnTo>
                <a:lnTo>
                  <a:pt x="15" y="190"/>
                </a:lnTo>
                <a:lnTo>
                  <a:pt x="13" y="199"/>
                </a:lnTo>
                <a:lnTo>
                  <a:pt x="10" y="207"/>
                </a:lnTo>
                <a:lnTo>
                  <a:pt x="8" y="215"/>
                </a:lnTo>
                <a:lnTo>
                  <a:pt x="6" y="223"/>
                </a:lnTo>
                <a:lnTo>
                  <a:pt x="5" y="232"/>
                </a:lnTo>
                <a:lnTo>
                  <a:pt x="4" y="240"/>
                </a:lnTo>
                <a:lnTo>
                  <a:pt x="3" y="248"/>
                </a:lnTo>
                <a:lnTo>
                  <a:pt x="3" y="256"/>
                </a:lnTo>
                <a:lnTo>
                  <a:pt x="2" y="264"/>
                </a:lnTo>
                <a:lnTo>
                  <a:pt x="3" y="273"/>
                </a:lnTo>
                <a:lnTo>
                  <a:pt x="3" y="281"/>
                </a:lnTo>
                <a:lnTo>
                  <a:pt x="4" y="289"/>
                </a:lnTo>
                <a:lnTo>
                  <a:pt x="5" y="297"/>
                </a:lnTo>
                <a:lnTo>
                  <a:pt x="6" y="305"/>
                </a:lnTo>
                <a:lnTo>
                  <a:pt x="8" y="313"/>
                </a:lnTo>
                <a:lnTo>
                  <a:pt x="10" y="321"/>
                </a:lnTo>
                <a:lnTo>
                  <a:pt x="13" y="329"/>
                </a:lnTo>
                <a:lnTo>
                  <a:pt x="15" y="337"/>
                </a:lnTo>
                <a:lnTo>
                  <a:pt x="18" y="345"/>
                </a:lnTo>
                <a:lnTo>
                  <a:pt x="22" y="353"/>
                </a:lnTo>
                <a:lnTo>
                  <a:pt x="25" y="361"/>
                </a:lnTo>
                <a:lnTo>
                  <a:pt x="29" y="368"/>
                </a:lnTo>
                <a:lnTo>
                  <a:pt x="33" y="376"/>
                </a:lnTo>
                <a:lnTo>
                  <a:pt x="38" y="383"/>
                </a:lnTo>
                <a:lnTo>
                  <a:pt x="43" y="391"/>
                </a:lnTo>
                <a:lnTo>
                  <a:pt x="48" y="398"/>
                </a:lnTo>
                <a:lnTo>
                  <a:pt x="53" y="405"/>
                </a:lnTo>
                <a:lnTo>
                  <a:pt x="59" y="412"/>
                </a:lnTo>
                <a:lnTo>
                  <a:pt x="65" y="418"/>
                </a:lnTo>
                <a:lnTo>
                  <a:pt x="71" y="425"/>
                </a:lnTo>
                <a:lnTo>
                  <a:pt x="77" y="431"/>
                </a:lnTo>
                <a:lnTo>
                  <a:pt x="84" y="438"/>
                </a:lnTo>
                <a:lnTo>
                  <a:pt x="91" y="444"/>
                </a:lnTo>
                <a:lnTo>
                  <a:pt x="98" y="450"/>
                </a:lnTo>
                <a:lnTo>
                  <a:pt x="105" y="455"/>
                </a:lnTo>
                <a:lnTo>
                  <a:pt x="113" y="461"/>
                </a:lnTo>
                <a:lnTo>
                  <a:pt x="121" y="466"/>
                </a:lnTo>
                <a:lnTo>
                  <a:pt x="129" y="471"/>
                </a:lnTo>
                <a:lnTo>
                  <a:pt x="137" y="476"/>
                </a:lnTo>
                <a:lnTo>
                  <a:pt x="145" y="481"/>
                </a:lnTo>
                <a:lnTo>
                  <a:pt x="154" y="485"/>
                </a:lnTo>
                <a:lnTo>
                  <a:pt x="163" y="490"/>
                </a:lnTo>
                <a:lnTo>
                  <a:pt x="172" y="494"/>
                </a:lnTo>
                <a:lnTo>
                  <a:pt x="181" y="498"/>
                </a:lnTo>
                <a:lnTo>
                  <a:pt x="190" y="501"/>
                </a:lnTo>
                <a:lnTo>
                  <a:pt x="199" y="505"/>
                </a:lnTo>
                <a:lnTo>
                  <a:pt x="209" y="508"/>
                </a:lnTo>
                <a:lnTo>
                  <a:pt x="218" y="511"/>
                </a:lnTo>
                <a:lnTo>
                  <a:pt x="228" y="513"/>
                </a:lnTo>
                <a:lnTo>
                  <a:pt x="238" y="516"/>
                </a:lnTo>
                <a:lnTo>
                  <a:pt x="248" y="518"/>
                </a:lnTo>
                <a:lnTo>
                  <a:pt x="258" y="520"/>
                </a:lnTo>
                <a:lnTo>
                  <a:pt x="268" y="522"/>
                </a:lnTo>
                <a:lnTo>
                  <a:pt x="278" y="523"/>
                </a:lnTo>
                <a:lnTo>
                  <a:pt x="288" y="524"/>
                </a:lnTo>
                <a:lnTo>
                  <a:pt x="298" y="525"/>
                </a:lnTo>
                <a:lnTo>
                  <a:pt x="308" y="526"/>
                </a:lnTo>
                <a:lnTo>
                  <a:pt x="319" y="526"/>
                </a:lnTo>
                <a:lnTo>
                  <a:pt x="329" y="526"/>
                </a:lnTo>
                <a:lnTo>
                  <a:pt x="339" y="526"/>
                </a:lnTo>
                <a:lnTo>
                  <a:pt x="349" y="526"/>
                </a:lnTo>
                <a:lnTo>
                  <a:pt x="360" y="525"/>
                </a:lnTo>
                <a:lnTo>
                  <a:pt x="370" y="524"/>
                </a:lnTo>
                <a:lnTo>
                  <a:pt x="380" y="523"/>
                </a:lnTo>
                <a:lnTo>
                  <a:pt x="390" y="522"/>
                </a:lnTo>
                <a:lnTo>
                  <a:pt x="400" y="520"/>
                </a:lnTo>
                <a:lnTo>
                  <a:pt x="410" y="518"/>
                </a:lnTo>
                <a:lnTo>
                  <a:pt x="420" y="516"/>
                </a:lnTo>
                <a:lnTo>
                  <a:pt x="430" y="513"/>
                </a:lnTo>
                <a:lnTo>
                  <a:pt x="439" y="511"/>
                </a:lnTo>
                <a:lnTo>
                  <a:pt x="449" y="508"/>
                </a:lnTo>
                <a:lnTo>
                  <a:pt x="458" y="505"/>
                </a:lnTo>
                <a:lnTo>
                  <a:pt x="468" y="501"/>
                </a:lnTo>
                <a:lnTo>
                  <a:pt x="477" y="498"/>
                </a:lnTo>
                <a:lnTo>
                  <a:pt x="486" y="494"/>
                </a:lnTo>
                <a:lnTo>
                  <a:pt x="495" y="490"/>
                </a:lnTo>
                <a:lnTo>
                  <a:pt x="504" y="485"/>
                </a:lnTo>
                <a:lnTo>
                  <a:pt x="512" y="481"/>
                </a:lnTo>
                <a:lnTo>
                  <a:pt x="521" y="476"/>
                </a:lnTo>
                <a:lnTo>
                  <a:pt x="529" y="471"/>
                </a:lnTo>
                <a:lnTo>
                  <a:pt x="537" y="466"/>
                </a:lnTo>
                <a:lnTo>
                  <a:pt x="545" y="461"/>
                </a:lnTo>
                <a:lnTo>
                  <a:pt x="552" y="455"/>
                </a:lnTo>
                <a:lnTo>
                  <a:pt x="560" y="450"/>
                </a:lnTo>
                <a:lnTo>
                  <a:pt x="567" y="444"/>
                </a:lnTo>
                <a:lnTo>
                  <a:pt x="574" y="438"/>
                </a:lnTo>
                <a:lnTo>
                  <a:pt x="580" y="431"/>
                </a:lnTo>
                <a:lnTo>
                  <a:pt x="587" y="425"/>
                </a:lnTo>
                <a:lnTo>
                  <a:pt x="593" y="418"/>
                </a:lnTo>
                <a:lnTo>
                  <a:pt x="599" y="412"/>
                </a:lnTo>
                <a:lnTo>
                  <a:pt x="604" y="405"/>
                </a:lnTo>
                <a:lnTo>
                  <a:pt x="610" y="398"/>
                </a:lnTo>
                <a:lnTo>
                  <a:pt x="615" y="391"/>
                </a:lnTo>
                <a:lnTo>
                  <a:pt x="620" y="383"/>
                </a:lnTo>
                <a:lnTo>
                  <a:pt x="624" y="376"/>
                </a:lnTo>
                <a:lnTo>
                  <a:pt x="629" y="368"/>
                </a:lnTo>
                <a:lnTo>
                  <a:pt x="633" y="361"/>
                </a:lnTo>
                <a:lnTo>
                  <a:pt x="637" y="353"/>
                </a:lnTo>
                <a:lnTo>
                  <a:pt x="640" y="345"/>
                </a:lnTo>
                <a:lnTo>
                  <a:pt x="643" y="337"/>
                </a:lnTo>
                <a:lnTo>
                  <a:pt x="646" y="329"/>
                </a:lnTo>
                <a:lnTo>
                  <a:pt x="648" y="321"/>
                </a:lnTo>
                <a:lnTo>
                  <a:pt x="650" y="313"/>
                </a:lnTo>
                <a:lnTo>
                  <a:pt x="652" y="305"/>
                </a:lnTo>
                <a:lnTo>
                  <a:pt x="654" y="297"/>
                </a:lnTo>
                <a:lnTo>
                  <a:pt x="655" y="289"/>
                </a:lnTo>
                <a:lnTo>
                  <a:pt x="656" y="281"/>
                </a:lnTo>
                <a:lnTo>
                  <a:pt x="656" y="273"/>
                </a:lnTo>
                <a:lnTo>
                  <a:pt x="656" y="264"/>
                </a:lnTo>
                <a:moveTo>
                  <a:pt x="658" y="264"/>
                </a:moveTo>
                <a:lnTo>
                  <a:pt x="658" y="273"/>
                </a:lnTo>
                <a:lnTo>
                  <a:pt x="658" y="281"/>
                </a:lnTo>
                <a:lnTo>
                  <a:pt x="657" y="289"/>
                </a:lnTo>
                <a:lnTo>
                  <a:pt x="656" y="297"/>
                </a:lnTo>
                <a:lnTo>
                  <a:pt x="654" y="306"/>
                </a:lnTo>
                <a:lnTo>
                  <a:pt x="653" y="314"/>
                </a:lnTo>
                <a:lnTo>
                  <a:pt x="651" y="322"/>
                </a:lnTo>
                <a:lnTo>
                  <a:pt x="648" y="330"/>
                </a:lnTo>
                <a:lnTo>
                  <a:pt x="645" y="338"/>
                </a:lnTo>
                <a:lnTo>
                  <a:pt x="642" y="346"/>
                </a:lnTo>
                <a:lnTo>
                  <a:pt x="639" y="354"/>
                </a:lnTo>
                <a:lnTo>
                  <a:pt x="635" y="361"/>
                </a:lnTo>
                <a:lnTo>
                  <a:pt x="631" y="369"/>
                </a:lnTo>
                <a:lnTo>
                  <a:pt x="627" y="377"/>
                </a:lnTo>
                <a:lnTo>
                  <a:pt x="622" y="384"/>
                </a:lnTo>
                <a:lnTo>
                  <a:pt x="617" y="391"/>
                </a:lnTo>
                <a:lnTo>
                  <a:pt x="612" y="399"/>
                </a:lnTo>
                <a:lnTo>
                  <a:pt x="606" y="406"/>
                </a:lnTo>
                <a:lnTo>
                  <a:pt x="601" y="413"/>
                </a:lnTo>
                <a:lnTo>
                  <a:pt x="595" y="419"/>
                </a:lnTo>
                <a:lnTo>
                  <a:pt x="589" y="426"/>
                </a:lnTo>
                <a:lnTo>
                  <a:pt x="582" y="432"/>
                </a:lnTo>
                <a:lnTo>
                  <a:pt x="575" y="439"/>
                </a:lnTo>
                <a:lnTo>
                  <a:pt x="568" y="445"/>
                </a:lnTo>
                <a:lnTo>
                  <a:pt x="561" y="451"/>
                </a:lnTo>
                <a:lnTo>
                  <a:pt x="554" y="457"/>
                </a:lnTo>
                <a:lnTo>
                  <a:pt x="546" y="462"/>
                </a:lnTo>
                <a:lnTo>
                  <a:pt x="538" y="468"/>
                </a:lnTo>
                <a:lnTo>
                  <a:pt x="530" y="473"/>
                </a:lnTo>
                <a:lnTo>
                  <a:pt x="522" y="478"/>
                </a:lnTo>
                <a:lnTo>
                  <a:pt x="514" y="482"/>
                </a:lnTo>
                <a:lnTo>
                  <a:pt x="505" y="487"/>
                </a:lnTo>
                <a:lnTo>
                  <a:pt x="496" y="491"/>
                </a:lnTo>
                <a:lnTo>
                  <a:pt x="487" y="495"/>
                </a:lnTo>
                <a:lnTo>
                  <a:pt x="478" y="499"/>
                </a:lnTo>
                <a:lnTo>
                  <a:pt x="469" y="503"/>
                </a:lnTo>
                <a:lnTo>
                  <a:pt x="459" y="506"/>
                </a:lnTo>
                <a:lnTo>
                  <a:pt x="450" y="510"/>
                </a:lnTo>
                <a:lnTo>
                  <a:pt x="440" y="512"/>
                </a:lnTo>
                <a:lnTo>
                  <a:pt x="430" y="515"/>
                </a:lnTo>
                <a:lnTo>
                  <a:pt x="421" y="518"/>
                </a:lnTo>
                <a:lnTo>
                  <a:pt x="411" y="520"/>
                </a:lnTo>
                <a:lnTo>
                  <a:pt x="401" y="522"/>
                </a:lnTo>
                <a:lnTo>
                  <a:pt x="390" y="523"/>
                </a:lnTo>
                <a:lnTo>
                  <a:pt x="380" y="525"/>
                </a:lnTo>
                <a:lnTo>
                  <a:pt x="370" y="526"/>
                </a:lnTo>
                <a:lnTo>
                  <a:pt x="360" y="527"/>
                </a:lnTo>
                <a:lnTo>
                  <a:pt x="349" y="528"/>
                </a:lnTo>
                <a:lnTo>
                  <a:pt x="339" y="528"/>
                </a:lnTo>
                <a:lnTo>
                  <a:pt x="329" y="528"/>
                </a:lnTo>
                <a:lnTo>
                  <a:pt x="318" y="528"/>
                </a:lnTo>
                <a:lnTo>
                  <a:pt x="308" y="528"/>
                </a:lnTo>
                <a:lnTo>
                  <a:pt x="298" y="527"/>
                </a:lnTo>
                <a:lnTo>
                  <a:pt x="288" y="526"/>
                </a:lnTo>
                <a:lnTo>
                  <a:pt x="277" y="525"/>
                </a:lnTo>
                <a:lnTo>
                  <a:pt x="267" y="523"/>
                </a:lnTo>
                <a:lnTo>
                  <a:pt x="257" y="522"/>
                </a:lnTo>
                <a:lnTo>
                  <a:pt x="247" y="520"/>
                </a:lnTo>
                <a:lnTo>
                  <a:pt x="237" y="518"/>
                </a:lnTo>
                <a:lnTo>
                  <a:pt x="227" y="515"/>
                </a:lnTo>
                <a:lnTo>
                  <a:pt x="217" y="512"/>
                </a:lnTo>
                <a:lnTo>
                  <a:pt x="208" y="510"/>
                </a:lnTo>
                <a:lnTo>
                  <a:pt x="198" y="506"/>
                </a:lnTo>
                <a:lnTo>
                  <a:pt x="189" y="503"/>
                </a:lnTo>
                <a:lnTo>
                  <a:pt x="180" y="499"/>
                </a:lnTo>
                <a:lnTo>
                  <a:pt x="170" y="495"/>
                </a:lnTo>
                <a:lnTo>
                  <a:pt x="161" y="491"/>
                </a:lnTo>
                <a:lnTo>
                  <a:pt x="153" y="487"/>
                </a:lnTo>
                <a:lnTo>
                  <a:pt x="144" y="482"/>
                </a:lnTo>
                <a:lnTo>
                  <a:pt x="136" y="478"/>
                </a:lnTo>
                <a:lnTo>
                  <a:pt x="127" y="473"/>
                </a:lnTo>
                <a:lnTo>
                  <a:pt x="119" y="468"/>
                </a:lnTo>
                <a:lnTo>
                  <a:pt x="111" y="462"/>
                </a:lnTo>
                <a:lnTo>
                  <a:pt x="104" y="457"/>
                </a:lnTo>
                <a:lnTo>
                  <a:pt x="96" y="451"/>
                </a:lnTo>
                <a:lnTo>
                  <a:pt x="89" y="445"/>
                </a:lnTo>
                <a:lnTo>
                  <a:pt x="82" y="439"/>
                </a:lnTo>
                <a:lnTo>
                  <a:pt x="76" y="432"/>
                </a:lnTo>
                <a:lnTo>
                  <a:pt x="69" y="426"/>
                </a:lnTo>
                <a:lnTo>
                  <a:pt x="63" y="419"/>
                </a:lnTo>
                <a:lnTo>
                  <a:pt x="57" y="413"/>
                </a:lnTo>
                <a:lnTo>
                  <a:pt x="51" y="406"/>
                </a:lnTo>
                <a:lnTo>
                  <a:pt x="46" y="399"/>
                </a:lnTo>
                <a:lnTo>
                  <a:pt x="41" y="391"/>
                </a:lnTo>
                <a:lnTo>
                  <a:pt x="36" y="384"/>
                </a:lnTo>
                <a:lnTo>
                  <a:pt x="31" y="377"/>
                </a:lnTo>
                <a:lnTo>
                  <a:pt x="27" y="369"/>
                </a:lnTo>
                <a:lnTo>
                  <a:pt x="23" y="361"/>
                </a:lnTo>
                <a:lnTo>
                  <a:pt x="20" y="354"/>
                </a:lnTo>
                <a:lnTo>
                  <a:pt x="16" y="346"/>
                </a:lnTo>
                <a:lnTo>
                  <a:pt x="13" y="338"/>
                </a:lnTo>
                <a:lnTo>
                  <a:pt x="10" y="330"/>
                </a:lnTo>
                <a:lnTo>
                  <a:pt x="8" y="322"/>
                </a:lnTo>
                <a:lnTo>
                  <a:pt x="6" y="314"/>
                </a:lnTo>
                <a:lnTo>
                  <a:pt x="4" y="306"/>
                </a:lnTo>
                <a:lnTo>
                  <a:pt x="3" y="297"/>
                </a:lnTo>
                <a:lnTo>
                  <a:pt x="2" y="289"/>
                </a:lnTo>
                <a:lnTo>
                  <a:pt x="1" y="281"/>
                </a:lnTo>
                <a:lnTo>
                  <a:pt x="0" y="273"/>
                </a:lnTo>
                <a:lnTo>
                  <a:pt x="0" y="264"/>
                </a:lnTo>
                <a:lnTo>
                  <a:pt x="0" y="256"/>
                </a:lnTo>
                <a:lnTo>
                  <a:pt x="1" y="248"/>
                </a:lnTo>
                <a:lnTo>
                  <a:pt x="2" y="240"/>
                </a:lnTo>
                <a:lnTo>
                  <a:pt x="3" y="231"/>
                </a:lnTo>
                <a:lnTo>
                  <a:pt x="4" y="223"/>
                </a:lnTo>
                <a:lnTo>
                  <a:pt x="6" y="215"/>
                </a:lnTo>
                <a:lnTo>
                  <a:pt x="8" y="207"/>
                </a:lnTo>
                <a:lnTo>
                  <a:pt x="10" y="199"/>
                </a:lnTo>
                <a:lnTo>
                  <a:pt x="13" y="190"/>
                </a:lnTo>
                <a:lnTo>
                  <a:pt x="16" y="182"/>
                </a:lnTo>
                <a:lnTo>
                  <a:pt x="20" y="174"/>
                </a:lnTo>
                <a:lnTo>
                  <a:pt x="23" y="166"/>
                </a:lnTo>
                <a:lnTo>
                  <a:pt x="27" y="159"/>
                </a:lnTo>
                <a:lnTo>
                  <a:pt x="31" y="151"/>
                </a:lnTo>
                <a:lnTo>
                  <a:pt x="36" y="144"/>
                </a:lnTo>
                <a:lnTo>
                  <a:pt x="41" y="136"/>
                </a:lnTo>
                <a:lnTo>
                  <a:pt x="46" y="129"/>
                </a:lnTo>
                <a:lnTo>
                  <a:pt x="51" y="122"/>
                </a:lnTo>
                <a:lnTo>
                  <a:pt x="57" y="115"/>
                </a:lnTo>
                <a:lnTo>
                  <a:pt x="63" y="108"/>
                </a:lnTo>
                <a:lnTo>
                  <a:pt x="69" y="102"/>
                </a:lnTo>
                <a:lnTo>
                  <a:pt x="76" y="95"/>
                </a:lnTo>
                <a:lnTo>
                  <a:pt x="82" y="89"/>
                </a:lnTo>
                <a:lnTo>
                  <a:pt x="89" y="83"/>
                </a:lnTo>
                <a:lnTo>
                  <a:pt x="96" y="77"/>
                </a:lnTo>
                <a:lnTo>
                  <a:pt x="104" y="71"/>
                </a:lnTo>
                <a:lnTo>
                  <a:pt x="111" y="66"/>
                </a:lnTo>
                <a:lnTo>
                  <a:pt x="119" y="60"/>
                </a:lnTo>
                <a:lnTo>
                  <a:pt x="127" y="55"/>
                </a:lnTo>
                <a:lnTo>
                  <a:pt x="136" y="50"/>
                </a:lnTo>
                <a:lnTo>
                  <a:pt x="144" y="45"/>
                </a:lnTo>
                <a:lnTo>
                  <a:pt x="153" y="41"/>
                </a:lnTo>
                <a:lnTo>
                  <a:pt x="161" y="36"/>
                </a:lnTo>
                <a:lnTo>
                  <a:pt x="170" y="32"/>
                </a:lnTo>
                <a:lnTo>
                  <a:pt x="180" y="28"/>
                </a:lnTo>
                <a:lnTo>
                  <a:pt x="189" y="25"/>
                </a:lnTo>
                <a:lnTo>
                  <a:pt x="198" y="21"/>
                </a:lnTo>
                <a:lnTo>
                  <a:pt x="208" y="18"/>
                </a:lnTo>
                <a:lnTo>
                  <a:pt x="217" y="15"/>
                </a:lnTo>
                <a:lnTo>
                  <a:pt x="227" y="13"/>
                </a:lnTo>
                <a:lnTo>
                  <a:pt x="237" y="10"/>
                </a:lnTo>
                <a:lnTo>
                  <a:pt x="247" y="8"/>
                </a:lnTo>
                <a:lnTo>
                  <a:pt x="257" y="6"/>
                </a:lnTo>
                <a:lnTo>
                  <a:pt x="267" y="4"/>
                </a:lnTo>
                <a:lnTo>
                  <a:pt x="277" y="3"/>
                </a:lnTo>
                <a:lnTo>
                  <a:pt x="288" y="2"/>
                </a:lnTo>
                <a:lnTo>
                  <a:pt x="298" y="1"/>
                </a:lnTo>
                <a:lnTo>
                  <a:pt x="308" y="0"/>
                </a:lnTo>
                <a:lnTo>
                  <a:pt x="318" y="0"/>
                </a:lnTo>
                <a:lnTo>
                  <a:pt x="329" y="0"/>
                </a:lnTo>
                <a:lnTo>
                  <a:pt x="339" y="0"/>
                </a:lnTo>
                <a:lnTo>
                  <a:pt x="349" y="0"/>
                </a:lnTo>
                <a:lnTo>
                  <a:pt x="360" y="1"/>
                </a:lnTo>
                <a:lnTo>
                  <a:pt x="370" y="2"/>
                </a:lnTo>
                <a:lnTo>
                  <a:pt x="380" y="3"/>
                </a:lnTo>
                <a:lnTo>
                  <a:pt x="390" y="4"/>
                </a:lnTo>
                <a:lnTo>
                  <a:pt x="401" y="6"/>
                </a:lnTo>
                <a:lnTo>
                  <a:pt x="411" y="8"/>
                </a:lnTo>
                <a:lnTo>
                  <a:pt x="421" y="10"/>
                </a:lnTo>
                <a:lnTo>
                  <a:pt x="430" y="13"/>
                </a:lnTo>
                <a:lnTo>
                  <a:pt x="440" y="15"/>
                </a:lnTo>
                <a:lnTo>
                  <a:pt x="450" y="18"/>
                </a:lnTo>
                <a:lnTo>
                  <a:pt x="459" y="21"/>
                </a:lnTo>
                <a:lnTo>
                  <a:pt x="469" y="25"/>
                </a:lnTo>
                <a:lnTo>
                  <a:pt x="478" y="28"/>
                </a:lnTo>
                <a:lnTo>
                  <a:pt x="487" y="32"/>
                </a:lnTo>
                <a:lnTo>
                  <a:pt x="496" y="36"/>
                </a:lnTo>
                <a:lnTo>
                  <a:pt x="505" y="41"/>
                </a:lnTo>
                <a:lnTo>
                  <a:pt x="514" y="45"/>
                </a:lnTo>
                <a:lnTo>
                  <a:pt x="522" y="50"/>
                </a:lnTo>
                <a:lnTo>
                  <a:pt x="530" y="55"/>
                </a:lnTo>
                <a:lnTo>
                  <a:pt x="538" y="60"/>
                </a:lnTo>
                <a:lnTo>
                  <a:pt x="546" y="66"/>
                </a:lnTo>
                <a:lnTo>
                  <a:pt x="554" y="71"/>
                </a:lnTo>
                <a:lnTo>
                  <a:pt x="561" y="77"/>
                </a:lnTo>
                <a:lnTo>
                  <a:pt x="568" y="83"/>
                </a:lnTo>
                <a:lnTo>
                  <a:pt x="575" y="89"/>
                </a:lnTo>
                <a:lnTo>
                  <a:pt x="582" y="95"/>
                </a:lnTo>
                <a:lnTo>
                  <a:pt x="589" y="102"/>
                </a:lnTo>
                <a:lnTo>
                  <a:pt x="595" y="108"/>
                </a:lnTo>
                <a:lnTo>
                  <a:pt x="601" y="115"/>
                </a:lnTo>
                <a:lnTo>
                  <a:pt x="606" y="122"/>
                </a:lnTo>
                <a:lnTo>
                  <a:pt x="612" y="129"/>
                </a:lnTo>
                <a:lnTo>
                  <a:pt x="617" y="136"/>
                </a:lnTo>
                <a:lnTo>
                  <a:pt x="622" y="144"/>
                </a:lnTo>
                <a:lnTo>
                  <a:pt x="627" y="151"/>
                </a:lnTo>
                <a:lnTo>
                  <a:pt x="631" y="159"/>
                </a:lnTo>
                <a:lnTo>
                  <a:pt x="635" y="166"/>
                </a:lnTo>
                <a:lnTo>
                  <a:pt x="639" y="174"/>
                </a:lnTo>
                <a:lnTo>
                  <a:pt x="642" y="182"/>
                </a:lnTo>
                <a:lnTo>
                  <a:pt x="645" y="190"/>
                </a:lnTo>
                <a:lnTo>
                  <a:pt x="648" y="199"/>
                </a:lnTo>
                <a:lnTo>
                  <a:pt x="651" y="207"/>
                </a:lnTo>
                <a:lnTo>
                  <a:pt x="653" y="215"/>
                </a:lnTo>
                <a:lnTo>
                  <a:pt x="654" y="223"/>
                </a:lnTo>
                <a:lnTo>
                  <a:pt x="656" y="231"/>
                </a:lnTo>
                <a:lnTo>
                  <a:pt x="657" y="240"/>
                </a:lnTo>
                <a:lnTo>
                  <a:pt x="658" y="248"/>
                </a:lnTo>
                <a:lnTo>
                  <a:pt x="658" y="256"/>
                </a:lnTo>
                <a:lnTo>
                  <a:pt x="658" y="264"/>
                </a:lnTo>
                <a:close/>
              </a:path>
            </a:pathLst>
          </a:custGeom>
          <a:solidFill>
            <a:srgbClr val="ffca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2" name=""/>
          <p:cNvSpPr/>
          <p:nvPr/>
        </p:nvSpPr>
        <p:spPr>
          <a:xfrm>
            <a:off x="4859640" y="1732320"/>
            <a:ext cx="238680" cy="191520"/>
          </a:xfrm>
          <a:custGeom>
            <a:avLst/>
            <a:gdLst/>
            <a:ahLst/>
            <a:rect l="0" t="0" r="r" b="b"/>
            <a:pathLst>
              <a:path w="663" h="532">
                <a:moveTo>
                  <a:pt x="660" y="266"/>
                </a:moveTo>
                <a:lnTo>
                  <a:pt x="660" y="258"/>
                </a:lnTo>
                <a:lnTo>
                  <a:pt x="660" y="250"/>
                </a:lnTo>
                <a:lnTo>
                  <a:pt x="659" y="242"/>
                </a:lnTo>
                <a:lnTo>
                  <a:pt x="658" y="232"/>
                </a:lnTo>
                <a:lnTo>
                  <a:pt x="656" y="224"/>
                </a:lnTo>
                <a:lnTo>
                  <a:pt x="655" y="216"/>
                </a:lnTo>
                <a:lnTo>
                  <a:pt x="653" y="208"/>
                </a:lnTo>
                <a:lnTo>
                  <a:pt x="650" y="200"/>
                </a:lnTo>
                <a:lnTo>
                  <a:pt x="647" y="192"/>
                </a:lnTo>
                <a:lnTo>
                  <a:pt x="644" y="184"/>
                </a:lnTo>
                <a:lnTo>
                  <a:pt x="641" y="176"/>
                </a:lnTo>
                <a:lnTo>
                  <a:pt x="637" y="168"/>
                </a:lnTo>
                <a:lnTo>
                  <a:pt x="633" y="161"/>
                </a:lnTo>
                <a:lnTo>
                  <a:pt x="629" y="153"/>
                </a:lnTo>
                <a:lnTo>
                  <a:pt x="625" y="146"/>
                </a:lnTo>
                <a:lnTo>
                  <a:pt x="620" y="138"/>
                </a:lnTo>
                <a:lnTo>
                  <a:pt x="615" y="131"/>
                </a:lnTo>
                <a:lnTo>
                  <a:pt x="609" y="124"/>
                </a:lnTo>
                <a:lnTo>
                  <a:pt x="604" y="117"/>
                </a:lnTo>
                <a:lnTo>
                  <a:pt x="598" y="110"/>
                </a:lnTo>
                <a:lnTo>
                  <a:pt x="592" y="104"/>
                </a:lnTo>
                <a:lnTo>
                  <a:pt x="585" y="97"/>
                </a:lnTo>
                <a:lnTo>
                  <a:pt x="578" y="91"/>
                </a:lnTo>
                <a:lnTo>
                  <a:pt x="571" y="85"/>
                </a:lnTo>
                <a:lnTo>
                  <a:pt x="564" y="79"/>
                </a:lnTo>
                <a:lnTo>
                  <a:pt x="557" y="73"/>
                </a:lnTo>
                <a:lnTo>
                  <a:pt x="549" y="68"/>
                </a:lnTo>
                <a:lnTo>
                  <a:pt x="541" y="62"/>
                </a:lnTo>
                <a:lnTo>
                  <a:pt x="533" y="57"/>
                </a:lnTo>
                <a:lnTo>
                  <a:pt x="525" y="52"/>
                </a:lnTo>
                <a:lnTo>
                  <a:pt x="517" y="47"/>
                </a:lnTo>
                <a:lnTo>
                  <a:pt x="508" y="43"/>
                </a:lnTo>
                <a:lnTo>
                  <a:pt x="499" y="38"/>
                </a:lnTo>
                <a:lnTo>
                  <a:pt x="490" y="34"/>
                </a:lnTo>
                <a:lnTo>
                  <a:pt x="481" y="30"/>
                </a:lnTo>
                <a:lnTo>
                  <a:pt x="472" y="27"/>
                </a:lnTo>
                <a:lnTo>
                  <a:pt x="462" y="23"/>
                </a:lnTo>
                <a:lnTo>
                  <a:pt x="453" y="20"/>
                </a:lnTo>
                <a:lnTo>
                  <a:pt x="443" y="17"/>
                </a:lnTo>
                <a:lnTo>
                  <a:pt x="433" y="15"/>
                </a:lnTo>
                <a:lnTo>
                  <a:pt x="424" y="12"/>
                </a:lnTo>
                <a:lnTo>
                  <a:pt x="414" y="10"/>
                </a:lnTo>
                <a:lnTo>
                  <a:pt x="404" y="8"/>
                </a:lnTo>
                <a:lnTo>
                  <a:pt x="393" y="6"/>
                </a:lnTo>
                <a:lnTo>
                  <a:pt x="383" y="5"/>
                </a:lnTo>
                <a:lnTo>
                  <a:pt x="373" y="4"/>
                </a:lnTo>
                <a:lnTo>
                  <a:pt x="363" y="3"/>
                </a:lnTo>
                <a:lnTo>
                  <a:pt x="352" y="2"/>
                </a:lnTo>
                <a:lnTo>
                  <a:pt x="342" y="2"/>
                </a:lnTo>
                <a:lnTo>
                  <a:pt x="332" y="2"/>
                </a:lnTo>
                <a:lnTo>
                  <a:pt x="321" y="2"/>
                </a:lnTo>
                <a:lnTo>
                  <a:pt x="311" y="2"/>
                </a:lnTo>
                <a:lnTo>
                  <a:pt x="301" y="3"/>
                </a:lnTo>
                <a:lnTo>
                  <a:pt x="291" y="4"/>
                </a:lnTo>
                <a:lnTo>
                  <a:pt x="280" y="5"/>
                </a:lnTo>
                <a:lnTo>
                  <a:pt x="270" y="6"/>
                </a:lnTo>
                <a:lnTo>
                  <a:pt x="260" y="8"/>
                </a:lnTo>
                <a:lnTo>
                  <a:pt x="250" y="10"/>
                </a:lnTo>
                <a:lnTo>
                  <a:pt x="240" y="12"/>
                </a:lnTo>
                <a:lnTo>
                  <a:pt x="230" y="15"/>
                </a:lnTo>
                <a:lnTo>
                  <a:pt x="220" y="17"/>
                </a:lnTo>
                <a:lnTo>
                  <a:pt x="211" y="20"/>
                </a:lnTo>
                <a:lnTo>
                  <a:pt x="201" y="23"/>
                </a:lnTo>
                <a:lnTo>
                  <a:pt x="192" y="27"/>
                </a:lnTo>
                <a:lnTo>
                  <a:pt x="183" y="30"/>
                </a:lnTo>
                <a:lnTo>
                  <a:pt x="173" y="34"/>
                </a:lnTo>
                <a:lnTo>
                  <a:pt x="164" y="38"/>
                </a:lnTo>
                <a:lnTo>
                  <a:pt x="156" y="43"/>
                </a:lnTo>
                <a:lnTo>
                  <a:pt x="147" y="47"/>
                </a:lnTo>
                <a:lnTo>
                  <a:pt x="139" y="52"/>
                </a:lnTo>
                <a:lnTo>
                  <a:pt x="130" y="57"/>
                </a:lnTo>
                <a:lnTo>
                  <a:pt x="122" y="62"/>
                </a:lnTo>
                <a:lnTo>
                  <a:pt x="114" y="68"/>
                </a:lnTo>
                <a:lnTo>
                  <a:pt x="107" y="73"/>
                </a:lnTo>
                <a:lnTo>
                  <a:pt x="99" y="79"/>
                </a:lnTo>
                <a:lnTo>
                  <a:pt x="92" y="85"/>
                </a:lnTo>
                <a:lnTo>
                  <a:pt x="85" y="91"/>
                </a:lnTo>
                <a:lnTo>
                  <a:pt x="79" y="97"/>
                </a:lnTo>
                <a:lnTo>
                  <a:pt x="72" y="104"/>
                </a:lnTo>
                <a:lnTo>
                  <a:pt x="66" y="110"/>
                </a:lnTo>
                <a:lnTo>
                  <a:pt x="60" y="117"/>
                </a:lnTo>
                <a:lnTo>
                  <a:pt x="54" y="124"/>
                </a:lnTo>
                <a:lnTo>
                  <a:pt x="48" y="131"/>
                </a:lnTo>
                <a:lnTo>
                  <a:pt x="43" y="138"/>
                </a:lnTo>
                <a:lnTo>
                  <a:pt x="38" y="146"/>
                </a:lnTo>
                <a:lnTo>
                  <a:pt x="33" y="153"/>
                </a:lnTo>
                <a:lnTo>
                  <a:pt x="29" y="161"/>
                </a:lnTo>
                <a:lnTo>
                  <a:pt x="25" y="168"/>
                </a:lnTo>
                <a:lnTo>
                  <a:pt x="22" y="176"/>
                </a:lnTo>
                <a:lnTo>
                  <a:pt x="18" y="184"/>
                </a:lnTo>
                <a:lnTo>
                  <a:pt x="15" y="192"/>
                </a:lnTo>
                <a:lnTo>
                  <a:pt x="12" y="200"/>
                </a:lnTo>
                <a:lnTo>
                  <a:pt x="10" y="208"/>
                </a:lnTo>
                <a:lnTo>
                  <a:pt x="8" y="216"/>
                </a:lnTo>
                <a:lnTo>
                  <a:pt x="6" y="224"/>
                </a:lnTo>
                <a:lnTo>
                  <a:pt x="5" y="232"/>
                </a:lnTo>
                <a:lnTo>
                  <a:pt x="4" y="242"/>
                </a:lnTo>
                <a:lnTo>
                  <a:pt x="3" y="250"/>
                </a:lnTo>
                <a:lnTo>
                  <a:pt x="2" y="258"/>
                </a:lnTo>
                <a:lnTo>
                  <a:pt x="2" y="266"/>
                </a:lnTo>
                <a:lnTo>
                  <a:pt x="2" y="275"/>
                </a:lnTo>
                <a:lnTo>
                  <a:pt x="3" y="283"/>
                </a:lnTo>
                <a:lnTo>
                  <a:pt x="4" y="291"/>
                </a:lnTo>
                <a:lnTo>
                  <a:pt x="5" y="299"/>
                </a:lnTo>
                <a:lnTo>
                  <a:pt x="6" y="308"/>
                </a:lnTo>
                <a:lnTo>
                  <a:pt x="8" y="316"/>
                </a:lnTo>
                <a:lnTo>
                  <a:pt x="10" y="324"/>
                </a:lnTo>
                <a:lnTo>
                  <a:pt x="12" y="332"/>
                </a:lnTo>
                <a:lnTo>
                  <a:pt x="15" y="340"/>
                </a:lnTo>
                <a:lnTo>
                  <a:pt x="18" y="348"/>
                </a:lnTo>
                <a:lnTo>
                  <a:pt x="22" y="356"/>
                </a:lnTo>
                <a:lnTo>
                  <a:pt x="25" y="363"/>
                </a:lnTo>
                <a:lnTo>
                  <a:pt x="29" y="371"/>
                </a:lnTo>
                <a:lnTo>
                  <a:pt x="33" y="379"/>
                </a:lnTo>
                <a:lnTo>
                  <a:pt x="38" y="386"/>
                </a:lnTo>
                <a:lnTo>
                  <a:pt x="43" y="393"/>
                </a:lnTo>
                <a:lnTo>
                  <a:pt x="48" y="401"/>
                </a:lnTo>
                <a:lnTo>
                  <a:pt x="54" y="408"/>
                </a:lnTo>
                <a:lnTo>
                  <a:pt x="60" y="415"/>
                </a:lnTo>
                <a:lnTo>
                  <a:pt x="66" y="421"/>
                </a:lnTo>
                <a:lnTo>
                  <a:pt x="72" y="428"/>
                </a:lnTo>
                <a:lnTo>
                  <a:pt x="79" y="434"/>
                </a:lnTo>
                <a:lnTo>
                  <a:pt x="85" y="441"/>
                </a:lnTo>
                <a:lnTo>
                  <a:pt x="92" y="447"/>
                </a:lnTo>
                <a:lnTo>
                  <a:pt x="99" y="453"/>
                </a:lnTo>
                <a:lnTo>
                  <a:pt x="107" y="459"/>
                </a:lnTo>
                <a:lnTo>
                  <a:pt x="114" y="464"/>
                </a:lnTo>
                <a:lnTo>
                  <a:pt x="122" y="470"/>
                </a:lnTo>
                <a:lnTo>
                  <a:pt x="130" y="475"/>
                </a:lnTo>
                <a:lnTo>
                  <a:pt x="139" y="480"/>
                </a:lnTo>
                <a:lnTo>
                  <a:pt x="147" y="484"/>
                </a:lnTo>
                <a:lnTo>
                  <a:pt x="156" y="489"/>
                </a:lnTo>
                <a:lnTo>
                  <a:pt x="164" y="493"/>
                </a:lnTo>
                <a:lnTo>
                  <a:pt x="173" y="497"/>
                </a:lnTo>
                <a:lnTo>
                  <a:pt x="183" y="501"/>
                </a:lnTo>
                <a:lnTo>
                  <a:pt x="192" y="505"/>
                </a:lnTo>
                <a:lnTo>
                  <a:pt x="201" y="508"/>
                </a:lnTo>
                <a:lnTo>
                  <a:pt x="211" y="512"/>
                </a:lnTo>
                <a:lnTo>
                  <a:pt x="220" y="514"/>
                </a:lnTo>
                <a:lnTo>
                  <a:pt x="230" y="517"/>
                </a:lnTo>
                <a:lnTo>
                  <a:pt x="240" y="520"/>
                </a:lnTo>
                <a:lnTo>
                  <a:pt x="250" y="522"/>
                </a:lnTo>
                <a:lnTo>
                  <a:pt x="260" y="524"/>
                </a:lnTo>
                <a:lnTo>
                  <a:pt x="270" y="525"/>
                </a:lnTo>
                <a:lnTo>
                  <a:pt x="280" y="527"/>
                </a:lnTo>
                <a:lnTo>
                  <a:pt x="291" y="528"/>
                </a:lnTo>
                <a:lnTo>
                  <a:pt x="301" y="529"/>
                </a:lnTo>
                <a:lnTo>
                  <a:pt x="311" y="530"/>
                </a:lnTo>
                <a:lnTo>
                  <a:pt x="321" y="530"/>
                </a:lnTo>
                <a:lnTo>
                  <a:pt x="332" y="530"/>
                </a:lnTo>
                <a:lnTo>
                  <a:pt x="342" y="530"/>
                </a:lnTo>
                <a:lnTo>
                  <a:pt x="352" y="530"/>
                </a:lnTo>
                <a:lnTo>
                  <a:pt x="363" y="529"/>
                </a:lnTo>
                <a:lnTo>
                  <a:pt x="373" y="528"/>
                </a:lnTo>
                <a:lnTo>
                  <a:pt x="383" y="527"/>
                </a:lnTo>
                <a:lnTo>
                  <a:pt x="393" y="525"/>
                </a:lnTo>
                <a:lnTo>
                  <a:pt x="404" y="524"/>
                </a:lnTo>
                <a:lnTo>
                  <a:pt x="414" y="522"/>
                </a:lnTo>
                <a:lnTo>
                  <a:pt x="424" y="520"/>
                </a:lnTo>
                <a:lnTo>
                  <a:pt x="433" y="517"/>
                </a:lnTo>
                <a:lnTo>
                  <a:pt x="443" y="514"/>
                </a:lnTo>
                <a:lnTo>
                  <a:pt x="453" y="512"/>
                </a:lnTo>
                <a:lnTo>
                  <a:pt x="462" y="508"/>
                </a:lnTo>
                <a:lnTo>
                  <a:pt x="472" y="505"/>
                </a:lnTo>
                <a:lnTo>
                  <a:pt x="481" y="501"/>
                </a:lnTo>
                <a:lnTo>
                  <a:pt x="490" y="497"/>
                </a:lnTo>
                <a:lnTo>
                  <a:pt x="499" y="493"/>
                </a:lnTo>
                <a:lnTo>
                  <a:pt x="508" y="489"/>
                </a:lnTo>
                <a:lnTo>
                  <a:pt x="517" y="484"/>
                </a:lnTo>
                <a:lnTo>
                  <a:pt x="525" y="480"/>
                </a:lnTo>
                <a:lnTo>
                  <a:pt x="533" y="475"/>
                </a:lnTo>
                <a:lnTo>
                  <a:pt x="541" y="470"/>
                </a:lnTo>
                <a:lnTo>
                  <a:pt x="549" y="464"/>
                </a:lnTo>
                <a:lnTo>
                  <a:pt x="557" y="459"/>
                </a:lnTo>
                <a:lnTo>
                  <a:pt x="564" y="453"/>
                </a:lnTo>
                <a:lnTo>
                  <a:pt x="571" y="447"/>
                </a:lnTo>
                <a:lnTo>
                  <a:pt x="578" y="441"/>
                </a:lnTo>
                <a:lnTo>
                  <a:pt x="585" y="434"/>
                </a:lnTo>
                <a:lnTo>
                  <a:pt x="592" y="428"/>
                </a:lnTo>
                <a:lnTo>
                  <a:pt x="598" y="421"/>
                </a:lnTo>
                <a:lnTo>
                  <a:pt x="604" y="415"/>
                </a:lnTo>
                <a:lnTo>
                  <a:pt x="609" y="408"/>
                </a:lnTo>
                <a:lnTo>
                  <a:pt x="615" y="401"/>
                </a:lnTo>
                <a:lnTo>
                  <a:pt x="620" y="393"/>
                </a:lnTo>
                <a:lnTo>
                  <a:pt x="625" y="386"/>
                </a:lnTo>
                <a:lnTo>
                  <a:pt x="629" y="379"/>
                </a:lnTo>
                <a:lnTo>
                  <a:pt x="633" y="371"/>
                </a:lnTo>
                <a:lnTo>
                  <a:pt x="637" y="363"/>
                </a:lnTo>
                <a:lnTo>
                  <a:pt x="641" y="356"/>
                </a:lnTo>
                <a:lnTo>
                  <a:pt x="644" y="348"/>
                </a:lnTo>
                <a:lnTo>
                  <a:pt x="647" y="340"/>
                </a:lnTo>
                <a:lnTo>
                  <a:pt x="650" y="332"/>
                </a:lnTo>
                <a:lnTo>
                  <a:pt x="653" y="324"/>
                </a:lnTo>
                <a:lnTo>
                  <a:pt x="655" y="316"/>
                </a:lnTo>
                <a:lnTo>
                  <a:pt x="656" y="308"/>
                </a:lnTo>
                <a:lnTo>
                  <a:pt x="658" y="299"/>
                </a:lnTo>
                <a:lnTo>
                  <a:pt x="659" y="291"/>
                </a:lnTo>
                <a:lnTo>
                  <a:pt x="660" y="283"/>
                </a:lnTo>
                <a:lnTo>
                  <a:pt x="660" y="275"/>
                </a:lnTo>
                <a:lnTo>
                  <a:pt x="660" y="266"/>
                </a:lnTo>
                <a:moveTo>
                  <a:pt x="663" y="266"/>
                </a:moveTo>
                <a:lnTo>
                  <a:pt x="663" y="275"/>
                </a:lnTo>
                <a:lnTo>
                  <a:pt x="662" y="283"/>
                </a:lnTo>
                <a:lnTo>
                  <a:pt x="661" y="291"/>
                </a:lnTo>
                <a:lnTo>
                  <a:pt x="660" y="300"/>
                </a:lnTo>
                <a:lnTo>
                  <a:pt x="659" y="308"/>
                </a:lnTo>
                <a:lnTo>
                  <a:pt x="657" y="316"/>
                </a:lnTo>
                <a:lnTo>
                  <a:pt x="655" y="324"/>
                </a:lnTo>
                <a:lnTo>
                  <a:pt x="652" y="332"/>
                </a:lnTo>
                <a:lnTo>
                  <a:pt x="650" y="340"/>
                </a:lnTo>
                <a:lnTo>
                  <a:pt x="647" y="348"/>
                </a:lnTo>
                <a:lnTo>
                  <a:pt x="643" y="356"/>
                </a:lnTo>
                <a:lnTo>
                  <a:pt x="640" y="364"/>
                </a:lnTo>
                <a:lnTo>
                  <a:pt x="636" y="372"/>
                </a:lnTo>
                <a:lnTo>
                  <a:pt x="631" y="379"/>
                </a:lnTo>
                <a:lnTo>
                  <a:pt x="627" y="387"/>
                </a:lnTo>
                <a:lnTo>
                  <a:pt x="622" y="394"/>
                </a:lnTo>
                <a:lnTo>
                  <a:pt x="617" y="402"/>
                </a:lnTo>
                <a:lnTo>
                  <a:pt x="611" y="409"/>
                </a:lnTo>
                <a:lnTo>
                  <a:pt x="606" y="416"/>
                </a:lnTo>
                <a:lnTo>
                  <a:pt x="600" y="422"/>
                </a:lnTo>
                <a:lnTo>
                  <a:pt x="593" y="429"/>
                </a:lnTo>
                <a:lnTo>
                  <a:pt x="587" y="436"/>
                </a:lnTo>
                <a:lnTo>
                  <a:pt x="580" y="442"/>
                </a:lnTo>
                <a:lnTo>
                  <a:pt x="573" y="448"/>
                </a:lnTo>
                <a:lnTo>
                  <a:pt x="566" y="454"/>
                </a:lnTo>
                <a:lnTo>
                  <a:pt x="558" y="460"/>
                </a:lnTo>
                <a:lnTo>
                  <a:pt x="551" y="466"/>
                </a:lnTo>
                <a:lnTo>
                  <a:pt x="543" y="471"/>
                </a:lnTo>
                <a:lnTo>
                  <a:pt x="535" y="476"/>
                </a:lnTo>
                <a:lnTo>
                  <a:pt x="526" y="481"/>
                </a:lnTo>
                <a:lnTo>
                  <a:pt x="518" y="486"/>
                </a:lnTo>
                <a:lnTo>
                  <a:pt x="509" y="491"/>
                </a:lnTo>
                <a:lnTo>
                  <a:pt x="500" y="495"/>
                </a:lnTo>
                <a:lnTo>
                  <a:pt x="491" y="499"/>
                </a:lnTo>
                <a:lnTo>
                  <a:pt x="482" y="503"/>
                </a:lnTo>
                <a:lnTo>
                  <a:pt x="473" y="507"/>
                </a:lnTo>
                <a:lnTo>
                  <a:pt x="463" y="510"/>
                </a:lnTo>
                <a:lnTo>
                  <a:pt x="454" y="513"/>
                </a:lnTo>
                <a:lnTo>
                  <a:pt x="444" y="516"/>
                </a:lnTo>
                <a:lnTo>
                  <a:pt x="434" y="519"/>
                </a:lnTo>
                <a:lnTo>
                  <a:pt x="424" y="521"/>
                </a:lnTo>
                <a:lnTo>
                  <a:pt x="414" y="524"/>
                </a:lnTo>
                <a:lnTo>
                  <a:pt x="404" y="525"/>
                </a:lnTo>
                <a:lnTo>
                  <a:pt x="394" y="527"/>
                </a:lnTo>
                <a:lnTo>
                  <a:pt x="384" y="529"/>
                </a:lnTo>
                <a:lnTo>
                  <a:pt x="373" y="530"/>
                </a:lnTo>
                <a:lnTo>
                  <a:pt x="363" y="531"/>
                </a:lnTo>
                <a:lnTo>
                  <a:pt x="353" y="531"/>
                </a:lnTo>
                <a:lnTo>
                  <a:pt x="342" y="532"/>
                </a:lnTo>
                <a:lnTo>
                  <a:pt x="332" y="532"/>
                </a:lnTo>
                <a:lnTo>
                  <a:pt x="321" y="532"/>
                </a:lnTo>
                <a:lnTo>
                  <a:pt x="311" y="531"/>
                </a:lnTo>
                <a:lnTo>
                  <a:pt x="301" y="531"/>
                </a:lnTo>
                <a:lnTo>
                  <a:pt x="290" y="530"/>
                </a:lnTo>
                <a:lnTo>
                  <a:pt x="280" y="529"/>
                </a:lnTo>
                <a:lnTo>
                  <a:pt x="270" y="527"/>
                </a:lnTo>
                <a:lnTo>
                  <a:pt x="260" y="525"/>
                </a:lnTo>
                <a:lnTo>
                  <a:pt x="249" y="524"/>
                </a:lnTo>
                <a:lnTo>
                  <a:pt x="239" y="521"/>
                </a:lnTo>
                <a:lnTo>
                  <a:pt x="230" y="519"/>
                </a:lnTo>
                <a:lnTo>
                  <a:pt x="220" y="516"/>
                </a:lnTo>
                <a:lnTo>
                  <a:pt x="210" y="513"/>
                </a:lnTo>
                <a:lnTo>
                  <a:pt x="200" y="510"/>
                </a:lnTo>
                <a:lnTo>
                  <a:pt x="191" y="507"/>
                </a:lnTo>
                <a:lnTo>
                  <a:pt x="182" y="503"/>
                </a:lnTo>
                <a:lnTo>
                  <a:pt x="172" y="499"/>
                </a:lnTo>
                <a:lnTo>
                  <a:pt x="163" y="495"/>
                </a:lnTo>
                <a:lnTo>
                  <a:pt x="154" y="491"/>
                </a:lnTo>
                <a:lnTo>
                  <a:pt x="146" y="486"/>
                </a:lnTo>
                <a:lnTo>
                  <a:pt x="137" y="481"/>
                </a:lnTo>
                <a:lnTo>
                  <a:pt x="129" y="476"/>
                </a:lnTo>
                <a:lnTo>
                  <a:pt x="121" y="471"/>
                </a:lnTo>
                <a:lnTo>
                  <a:pt x="113" y="466"/>
                </a:lnTo>
                <a:lnTo>
                  <a:pt x="105" y="460"/>
                </a:lnTo>
                <a:lnTo>
                  <a:pt x="98" y="454"/>
                </a:lnTo>
                <a:lnTo>
                  <a:pt x="91" y="448"/>
                </a:lnTo>
                <a:lnTo>
                  <a:pt x="84" y="442"/>
                </a:lnTo>
                <a:lnTo>
                  <a:pt x="77" y="436"/>
                </a:lnTo>
                <a:lnTo>
                  <a:pt x="70" y="429"/>
                </a:lnTo>
                <a:lnTo>
                  <a:pt x="64" y="422"/>
                </a:lnTo>
                <a:lnTo>
                  <a:pt x="58" y="416"/>
                </a:lnTo>
                <a:lnTo>
                  <a:pt x="51" y="409"/>
                </a:lnTo>
                <a:lnTo>
                  <a:pt x="46" y="402"/>
                </a:lnTo>
                <a:lnTo>
                  <a:pt x="41" y="394"/>
                </a:lnTo>
                <a:lnTo>
                  <a:pt x="36" y="387"/>
                </a:lnTo>
                <a:lnTo>
                  <a:pt x="31" y="379"/>
                </a:lnTo>
                <a:lnTo>
                  <a:pt x="27" y="372"/>
                </a:lnTo>
                <a:lnTo>
                  <a:pt x="23" y="364"/>
                </a:lnTo>
                <a:lnTo>
                  <a:pt x="19" y="356"/>
                </a:lnTo>
                <a:lnTo>
                  <a:pt x="16" y="348"/>
                </a:lnTo>
                <a:lnTo>
                  <a:pt x="13" y="340"/>
                </a:lnTo>
                <a:lnTo>
                  <a:pt x="10" y="332"/>
                </a:lnTo>
                <a:lnTo>
                  <a:pt x="8" y="324"/>
                </a:lnTo>
                <a:lnTo>
                  <a:pt x="6" y="316"/>
                </a:lnTo>
                <a:lnTo>
                  <a:pt x="4" y="308"/>
                </a:lnTo>
                <a:lnTo>
                  <a:pt x="2" y="300"/>
                </a:lnTo>
                <a:lnTo>
                  <a:pt x="1" y="291"/>
                </a:lnTo>
                <a:lnTo>
                  <a:pt x="0" y="283"/>
                </a:lnTo>
                <a:lnTo>
                  <a:pt x="0" y="275"/>
                </a:lnTo>
                <a:lnTo>
                  <a:pt x="0" y="266"/>
                </a:lnTo>
                <a:lnTo>
                  <a:pt x="0" y="258"/>
                </a:lnTo>
                <a:lnTo>
                  <a:pt x="0" y="250"/>
                </a:lnTo>
                <a:lnTo>
                  <a:pt x="1" y="241"/>
                </a:lnTo>
                <a:lnTo>
                  <a:pt x="2" y="232"/>
                </a:lnTo>
                <a:lnTo>
                  <a:pt x="4" y="224"/>
                </a:lnTo>
                <a:lnTo>
                  <a:pt x="6" y="216"/>
                </a:lnTo>
                <a:lnTo>
                  <a:pt x="8" y="207"/>
                </a:lnTo>
                <a:lnTo>
                  <a:pt x="10" y="199"/>
                </a:lnTo>
                <a:lnTo>
                  <a:pt x="13" y="191"/>
                </a:lnTo>
                <a:lnTo>
                  <a:pt x="16" y="183"/>
                </a:lnTo>
                <a:lnTo>
                  <a:pt x="19" y="175"/>
                </a:lnTo>
                <a:lnTo>
                  <a:pt x="23" y="168"/>
                </a:lnTo>
                <a:lnTo>
                  <a:pt x="27" y="160"/>
                </a:lnTo>
                <a:lnTo>
                  <a:pt x="31" y="152"/>
                </a:lnTo>
                <a:lnTo>
                  <a:pt x="36" y="145"/>
                </a:lnTo>
                <a:lnTo>
                  <a:pt x="41" y="137"/>
                </a:lnTo>
                <a:lnTo>
                  <a:pt x="46" y="130"/>
                </a:lnTo>
                <a:lnTo>
                  <a:pt x="51" y="123"/>
                </a:lnTo>
                <a:lnTo>
                  <a:pt x="58" y="116"/>
                </a:lnTo>
                <a:lnTo>
                  <a:pt x="64" y="109"/>
                </a:lnTo>
                <a:lnTo>
                  <a:pt x="70" y="103"/>
                </a:lnTo>
                <a:lnTo>
                  <a:pt x="77" y="96"/>
                </a:lnTo>
                <a:lnTo>
                  <a:pt x="84" y="90"/>
                </a:lnTo>
                <a:lnTo>
                  <a:pt x="91" y="84"/>
                </a:lnTo>
                <a:lnTo>
                  <a:pt x="98" y="78"/>
                </a:lnTo>
                <a:lnTo>
                  <a:pt x="105" y="72"/>
                </a:lnTo>
                <a:lnTo>
                  <a:pt x="113" y="66"/>
                </a:lnTo>
                <a:lnTo>
                  <a:pt x="121" y="61"/>
                </a:lnTo>
                <a:lnTo>
                  <a:pt x="129" y="56"/>
                </a:lnTo>
                <a:lnTo>
                  <a:pt x="137" y="51"/>
                </a:lnTo>
                <a:lnTo>
                  <a:pt x="146" y="46"/>
                </a:lnTo>
                <a:lnTo>
                  <a:pt x="154" y="41"/>
                </a:lnTo>
                <a:lnTo>
                  <a:pt x="163" y="37"/>
                </a:lnTo>
                <a:lnTo>
                  <a:pt x="172" y="33"/>
                </a:lnTo>
                <a:lnTo>
                  <a:pt x="182" y="29"/>
                </a:lnTo>
                <a:lnTo>
                  <a:pt x="191" y="25"/>
                </a:lnTo>
                <a:lnTo>
                  <a:pt x="200" y="22"/>
                </a:lnTo>
                <a:lnTo>
                  <a:pt x="210" y="19"/>
                </a:lnTo>
                <a:lnTo>
                  <a:pt x="220" y="16"/>
                </a:lnTo>
                <a:lnTo>
                  <a:pt x="230" y="13"/>
                </a:lnTo>
                <a:lnTo>
                  <a:pt x="239" y="10"/>
                </a:lnTo>
                <a:lnTo>
                  <a:pt x="249" y="8"/>
                </a:lnTo>
                <a:lnTo>
                  <a:pt x="260" y="6"/>
                </a:lnTo>
                <a:lnTo>
                  <a:pt x="270" y="5"/>
                </a:lnTo>
                <a:lnTo>
                  <a:pt x="280" y="3"/>
                </a:lnTo>
                <a:lnTo>
                  <a:pt x="290" y="2"/>
                </a:lnTo>
                <a:lnTo>
                  <a:pt x="301" y="1"/>
                </a:lnTo>
                <a:lnTo>
                  <a:pt x="311" y="0"/>
                </a:lnTo>
                <a:lnTo>
                  <a:pt x="321" y="0"/>
                </a:lnTo>
                <a:lnTo>
                  <a:pt x="332" y="0"/>
                </a:lnTo>
                <a:lnTo>
                  <a:pt x="342" y="0"/>
                </a:lnTo>
                <a:lnTo>
                  <a:pt x="353" y="0"/>
                </a:lnTo>
                <a:lnTo>
                  <a:pt x="363" y="1"/>
                </a:lnTo>
                <a:lnTo>
                  <a:pt x="373" y="2"/>
                </a:lnTo>
                <a:lnTo>
                  <a:pt x="384" y="3"/>
                </a:lnTo>
                <a:lnTo>
                  <a:pt x="394" y="5"/>
                </a:lnTo>
                <a:lnTo>
                  <a:pt x="404" y="6"/>
                </a:lnTo>
                <a:lnTo>
                  <a:pt x="414" y="8"/>
                </a:lnTo>
                <a:lnTo>
                  <a:pt x="424" y="10"/>
                </a:lnTo>
                <a:lnTo>
                  <a:pt x="434" y="13"/>
                </a:lnTo>
                <a:lnTo>
                  <a:pt x="444" y="16"/>
                </a:lnTo>
                <a:lnTo>
                  <a:pt x="454" y="19"/>
                </a:lnTo>
                <a:lnTo>
                  <a:pt x="463" y="22"/>
                </a:lnTo>
                <a:lnTo>
                  <a:pt x="473" y="25"/>
                </a:lnTo>
                <a:lnTo>
                  <a:pt x="482" y="29"/>
                </a:lnTo>
                <a:lnTo>
                  <a:pt x="491" y="33"/>
                </a:lnTo>
                <a:lnTo>
                  <a:pt x="500" y="37"/>
                </a:lnTo>
                <a:lnTo>
                  <a:pt x="509" y="41"/>
                </a:lnTo>
                <a:lnTo>
                  <a:pt x="518" y="46"/>
                </a:lnTo>
                <a:lnTo>
                  <a:pt x="526" y="51"/>
                </a:lnTo>
                <a:lnTo>
                  <a:pt x="535" y="56"/>
                </a:lnTo>
                <a:lnTo>
                  <a:pt x="543" y="61"/>
                </a:lnTo>
                <a:lnTo>
                  <a:pt x="551" y="66"/>
                </a:lnTo>
                <a:lnTo>
                  <a:pt x="558" y="72"/>
                </a:lnTo>
                <a:lnTo>
                  <a:pt x="566" y="78"/>
                </a:lnTo>
                <a:lnTo>
                  <a:pt x="573" y="84"/>
                </a:lnTo>
                <a:lnTo>
                  <a:pt x="580" y="90"/>
                </a:lnTo>
                <a:lnTo>
                  <a:pt x="587" y="96"/>
                </a:lnTo>
                <a:lnTo>
                  <a:pt x="593" y="103"/>
                </a:lnTo>
                <a:lnTo>
                  <a:pt x="600" y="109"/>
                </a:lnTo>
                <a:lnTo>
                  <a:pt x="606" y="116"/>
                </a:lnTo>
                <a:lnTo>
                  <a:pt x="611" y="123"/>
                </a:lnTo>
                <a:lnTo>
                  <a:pt x="617" y="130"/>
                </a:lnTo>
                <a:lnTo>
                  <a:pt x="622" y="137"/>
                </a:lnTo>
                <a:lnTo>
                  <a:pt x="627" y="145"/>
                </a:lnTo>
                <a:lnTo>
                  <a:pt x="631" y="152"/>
                </a:lnTo>
                <a:lnTo>
                  <a:pt x="636" y="160"/>
                </a:lnTo>
                <a:lnTo>
                  <a:pt x="640" y="168"/>
                </a:lnTo>
                <a:lnTo>
                  <a:pt x="643" y="175"/>
                </a:lnTo>
                <a:lnTo>
                  <a:pt x="647" y="183"/>
                </a:lnTo>
                <a:lnTo>
                  <a:pt x="650" y="191"/>
                </a:lnTo>
                <a:lnTo>
                  <a:pt x="652" y="199"/>
                </a:lnTo>
                <a:lnTo>
                  <a:pt x="655" y="207"/>
                </a:lnTo>
                <a:lnTo>
                  <a:pt x="657" y="216"/>
                </a:lnTo>
                <a:lnTo>
                  <a:pt x="659" y="224"/>
                </a:lnTo>
                <a:lnTo>
                  <a:pt x="660" y="232"/>
                </a:lnTo>
                <a:lnTo>
                  <a:pt x="661" y="241"/>
                </a:lnTo>
                <a:lnTo>
                  <a:pt x="662" y="250"/>
                </a:lnTo>
                <a:lnTo>
                  <a:pt x="663" y="258"/>
                </a:lnTo>
                <a:lnTo>
                  <a:pt x="663" y="266"/>
                </a:lnTo>
                <a:close/>
              </a:path>
            </a:pathLst>
          </a:custGeom>
          <a:solidFill>
            <a:srgbClr val="ff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3" name=""/>
          <p:cNvSpPr/>
          <p:nvPr/>
        </p:nvSpPr>
        <p:spPr>
          <a:xfrm>
            <a:off x="4858920" y="1731600"/>
            <a:ext cx="240120" cy="192960"/>
          </a:xfrm>
          <a:custGeom>
            <a:avLst/>
            <a:gdLst/>
            <a:ahLst/>
            <a:rect l="0" t="0" r="r" b="b"/>
            <a:pathLst>
              <a:path w="667" h="536">
                <a:moveTo>
                  <a:pt x="665" y="268"/>
                </a:moveTo>
                <a:lnTo>
                  <a:pt x="665" y="259"/>
                </a:lnTo>
                <a:lnTo>
                  <a:pt x="664" y="251"/>
                </a:lnTo>
                <a:lnTo>
                  <a:pt x="663" y="242"/>
                </a:lnTo>
                <a:lnTo>
                  <a:pt x="662" y="234"/>
                </a:lnTo>
                <a:lnTo>
                  <a:pt x="661" y="226"/>
                </a:lnTo>
                <a:lnTo>
                  <a:pt x="659" y="218"/>
                </a:lnTo>
                <a:lnTo>
                  <a:pt x="657" y="209"/>
                </a:lnTo>
                <a:lnTo>
                  <a:pt x="654" y="201"/>
                </a:lnTo>
                <a:lnTo>
                  <a:pt x="652" y="193"/>
                </a:lnTo>
                <a:lnTo>
                  <a:pt x="649" y="185"/>
                </a:lnTo>
                <a:lnTo>
                  <a:pt x="645" y="177"/>
                </a:lnTo>
                <a:lnTo>
                  <a:pt x="642" y="170"/>
                </a:lnTo>
                <a:lnTo>
                  <a:pt x="638" y="162"/>
                </a:lnTo>
                <a:lnTo>
                  <a:pt x="633" y="154"/>
                </a:lnTo>
                <a:lnTo>
                  <a:pt x="629" y="147"/>
                </a:lnTo>
                <a:lnTo>
                  <a:pt x="624" y="139"/>
                </a:lnTo>
                <a:lnTo>
                  <a:pt x="619" y="132"/>
                </a:lnTo>
                <a:lnTo>
                  <a:pt x="613" y="125"/>
                </a:lnTo>
                <a:lnTo>
                  <a:pt x="608" y="118"/>
                </a:lnTo>
                <a:lnTo>
                  <a:pt x="602" y="111"/>
                </a:lnTo>
                <a:lnTo>
                  <a:pt x="595" y="105"/>
                </a:lnTo>
                <a:lnTo>
                  <a:pt x="589" y="98"/>
                </a:lnTo>
                <a:lnTo>
                  <a:pt x="582" y="92"/>
                </a:lnTo>
                <a:lnTo>
                  <a:pt x="575" y="86"/>
                </a:lnTo>
                <a:lnTo>
                  <a:pt x="568" y="80"/>
                </a:lnTo>
                <a:lnTo>
                  <a:pt x="560" y="74"/>
                </a:lnTo>
                <a:lnTo>
                  <a:pt x="553" y="68"/>
                </a:lnTo>
                <a:lnTo>
                  <a:pt x="545" y="63"/>
                </a:lnTo>
                <a:lnTo>
                  <a:pt x="537" y="58"/>
                </a:lnTo>
                <a:lnTo>
                  <a:pt x="528" y="53"/>
                </a:lnTo>
                <a:lnTo>
                  <a:pt x="520" y="48"/>
                </a:lnTo>
                <a:lnTo>
                  <a:pt x="511" y="43"/>
                </a:lnTo>
                <a:lnTo>
                  <a:pt x="502" y="39"/>
                </a:lnTo>
                <a:lnTo>
                  <a:pt x="493" y="35"/>
                </a:lnTo>
                <a:lnTo>
                  <a:pt x="484" y="31"/>
                </a:lnTo>
                <a:lnTo>
                  <a:pt x="475" y="27"/>
                </a:lnTo>
                <a:lnTo>
                  <a:pt x="465" y="24"/>
                </a:lnTo>
                <a:lnTo>
                  <a:pt x="456" y="21"/>
                </a:lnTo>
                <a:lnTo>
                  <a:pt x="446" y="18"/>
                </a:lnTo>
                <a:lnTo>
                  <a:pt x="436" y="15"/>
                </a:lnTo>
                <a:lnTo>
                  <a:pt x="426" y="12"/>
                </a:lnTo>
                <a:lnTo>
                  <a:pt x="416" y="10"/>
                </a:lnTo>
                <a:lnTo>
                  <a:pt x="406" y="8"/>
                </a:lnTo>
                <a:lnTo>
                  <a:pt x="396" y="7"/>
                </a:lnTo>
                <a:lnTo>
                  <a:pt x="386" y="5"/>
                </a:lnTo>
                <a:lnTo>
                  <a:pt x="375" y="4"/>
                </a:lnTo>
                <a:lnTo>
                  <a:pt x="365" y="3"/>
                </a:lnTo>
                <a:lnTo>
                  <a:pt x="355" y="2"/>
                </a:lnTo>
                <a:lnTo>
                  <a:pt x="344" y="2"/>
                </a:lnTo>
                <a:lnTo>
                  <a:pt x="334" y="2"/>
                </a:lnTo>
                <a:lnTo>
                  <a:pt x="323" y="2"/>
                </a:lnTo>
                <a:lnTo>
                  <a:pt x="313" y="2"/>
                </a:lnTo>
                <a:lnTo>
                  <a:pt x="303" y="3"/>
                </a:lnTo>
                <a:lnTo>
                  <a:pt x="292" y="4"/>
                </a:lnTo>
                <a:lnTo>
                  <a:pt x="282" y="5"/>
                </a:lnTo>
                <a:lnTo>
                  <a:pt x="272" y="7"/>
                </a:lnTo>
                <a:lnTo>
                  <a:pt x="262" y="8"/>
                </a:lnTo>
                <a:lnTo>
                  <a:pt x="251" y="10"/>
                </a:lnTo>
                <a:lnTo>
                  <a:pt x="241" y="12"/>
                </a:lnTo>
                <a:lnTo>
                  <a:pt x="232" y="15"/>
                </a:lnTo>
                <a:lnTo>
                  <a:pt x="222" y="18"/>
                </a:lnTo>
                <a:lnTo>
                  <a:pt x="212" y="21"/>
                </a:lnTo>
                <a:lnTo>
                  <a:pt x="202" y="24"/>
                </a:lnTo>
                <a:lnTo>
                  <a:pt x="193" y="27"/>
                </a:lnTo>
                <a:lnTo>
                  <a:pt x="184" y="31"/>
                </a:lnTo>
                <a:lnTo>
                  <a:pt x="174" y="35"/>
                </a:lnTo>
                <a:lnTo>
                  <a:pt x="165" y="39"/>
                </a:lnTo>
                <a:lnTo>
                  <a:pt x="155" y="43"/>
                </a:lnTo>
                <a:lnTo>
                  <a:pt x="147" y="48"/>
                </a:lnTo>
                <a:lnTo>
                  <a:pt x="138" y="53"/>
                </a:lnTo>
                <a:lnTo>
                  <a:pt x="130" y="58"/>
                </a:lnTo>
                <a:lnTo>
                  <a:pt x="122" y="63"/>
                </a:lnTo>
                <a:lnTo>
                  <a:pt x="114" y="68"/>
                </a:lnTo>
                <a:lnTo>
                  <a:pt x="106" y="74"/>
                </a:lnTo>
                <a:lnTo>
                  <a:pt x="99" y="80"/>
                </a:lnTo>
                <a:lnTo>
                  <a:pt x="92" y="86"/>
                </a:lnTo>
                <a:lnTo>
                  <a:pt x="85" y="92"/>
                </a:lnTo>
                <a:lnTo>
                  <a:pt x="78" y="98"/>
                </a:lnTo>
                <a:lnTo>
                  <a:pt x="71" y="105"/>
                </a:lnTo>
                <a:lnTo>
                  <a:pt x="65" y="111"/>
                </a:lnTo>
                <a:lnTo>
                  <a:pt x="59" y="118"/>
                </a:lnTo>
                <a:lnTo>
                  <a:pt x="53" y="125"/>
                </a:lnTo>
                <a:lnTo>
                  <a:pt x="48" y="132"/>
                </a:lnTo>
                <a:lnTo>
                  <a:pt x="43" y="139"/>
                </a:lnTo>
                <a:lnTo>
                  <a:pt x="38" y="147"/>
                </a:lnTo>
                <a:lnTo>
                  <a:pt x="33" y="154"/>
                </a:lnTo>
                <a:lnTo>
                  <a:pt x="29" y="162"/>
                </a:lnTo>
                <a:lnTo>
                  <a:pt x="25" y="170"/>
                </a:lnTo>
                <a:lnTo>
                  <a:pt x="21" y="177"/>
                </a:lnTo>
                <a:lnTo>
                  <a:pt x="18" y="185"/>
                </a:lnTo>
                <a:lnTo>
                  <a:pt x="15" y="193"/>
                </a:lnTo>
                <a:lnTo>
                  <a:pt x="12" y="201"/>
                </a:lnTo>
                <a:lnTo>
                  <a:pt x="10" y="209"/>
                </a:lnTo>
                <a:lnTo>
                  <a:pt x="8" y="218"/>
                </a:lnTo>
                <a:lnTo>
                  <a:pt x="6" y="226"/>
                </a:lnTo>
                <a:lnTo>
                  <a:pt x="4" y="234"/>
                </a:lnTo>
                <a:lnTo>
                  <a:pt x="3" y="242"/>
                </a:lnTo>
                <a:lnTo>
                  <a:pt x="2" y="251"/>
                </a:lnTo>
                <a:lnTo>
                  <a:pt x="2" y="259"/>
                </a:lnTo>
                <a:lnTo>
                  <a:pt x="2" y="268"/>
                </a:lnTo>
                <a:lnTo>
                  <a:pt x="2" y="277"/>
                </a:lnTo>
                <a:lnTo>
                  <a:pt x="2" y="285"/>
                </a:lnTo>
                <a:lnTo>
                  <a:pt x="3" y="293"/>
                </a:lnTo>
                <a:lnTo>
                  <a:pt x="4" y="302"/>
                </a:lnTo>
                <a:lnTo>
                  <a:pt x="6" y="310"/>
                </a:lnTo>
                <a:lnTo>
                  <a:pt x="8" y="318"/>
                </a:lnTo>
                <a:lnTo>
                  <a:pt x="10" y="326"/>
                </a:lnTo>
                <a:lnTo>
                  <a:pt x="12" y="334"/>
                </a:lnTo>
                <a:lnTo>
                  <a:pt x="15" y="342"/>
                </a:lnTo>
                <a:lnTo>
                  <a:pt x="18" y="350"/>
                </a:lnTo>
                <a:lnTo>
                  <a:pt x="21" y="358"/>
                </a:lnTo>
                <a:lnTo>
                  <a:pt x="25" y="366"/>
                </a:lnTo>
                <a:lnTo>
                  <a:pt x="29" y="374"/>
                </a:lnTo>
                <a:lnTo>
                  <a:pt x="33" y="381"/>
                </a:lnTo>
                <a:lnTo>
                  <a:pt x="38" y="389"/>
                </a:lnTo>
                <a:lnTo>
                  <a:pt x="43" y="396"/>
                </a:lnTo>
                <a:lnTo>
                  <a:pt x="48" y="404"/>
                </a:lnTo>
                <a:lnTo>
                  <a:pt x="53" y="411"/>
                </a:lnTo>
                <a:lnTo>
                  <a:pt x="59" y="418"/>
                </a:lnTo>
                <a:lnTo>
                  <a:pt x="65" y="424"/>
                </a:lnTo>
                <a:lnTo>
                  <a:pt x="71" y="431"/>
                </a:lnTo>
                <a:lnTo>
                  <a:pt x="78" y="438"/>
                </a:lnTo>
                <a:lnTo>
                  <a:pt x="85" y="444"/>
                </a:lnTo>
                <a:lnTo>
                  <a:pt x="92" y="450"/>
                </a:lnTo>
                <a:lnTo>
                  <a:pt x="99" y="456"/>
                </a:lnTo>
                <a:lnTo>
                  <a:pt x="106" y="462"/>
                </a:lnTo>
                <a:lnTo>
                  <a:pt x="114" y="468"/>
                </a:lnTo>
                <a:lnTo>
                  <a:pt x="122" y="473"/>
                </a:lnTo>
                <a:lnTo>
                  <a:pt x="130" y="478"/>
                </a:lnTo>
                <a:lnTo>
                  <a:pt x="138" y="483"/>
                </a:lnTo>
                <a:lnTo>
                  <a:pt x="147" y="488"/>
                </a:lnTo>
                <a:lnTo>
                  <a:pt x="155" y="493"/>
                </a:lnTo>
                <a:lnTo>
                  <a:pt x="165" y="497"/>
                </a:lnTo>
                <a:lnTo>
                  <a:pt x="174" y="501"/>
                </a:lnTo>
                <a:lnTo>
                  <a:pt x="184" y="505"/>
                </a:lnTo>
                <a:lnTo>
                  <a:pt x="193" y="509"/>
                </a:lnTo>
                <a:lnTo>
                  <a:pt x="202" y="512"/>
                </a:lnTo>
                <a:lnTo>
                  <a:pt x="212" y="515"/>
                </a:lnTo>
                <a:lnTo>
                  <a:pt x="222" y="518"/>
                </a:lnTo>
                <a:lnTo>
                  <a:pt x="232" y="521"/>
                </a:lnTo>
                <a:lnTo>
                  <a:pt x="241" y="523"/>
                </a:lnTo>
                <a:lnTo>
                  <a:pt x="251" y="526"/>
                </a:lnTo>
                <a:lnTo>
                  <a:pt x="262" y="527"/>
                </a:lnTo>
                <a:lnTo>
                  <a:pt x="272" y="529"/>
                </a:lnTo>
                <a:lnTo>
                  <a:pt x="282" y="531"/>
                </a:lnTo>
                <a:lnTo>
                  <a:pt x="292" y="532"/>
                </a:lnTo>
                <a:lnTo>
                  <a:pt x="303" y="533"/>
                </a:lnTo>
                <a:lnTo>
                  <a:pt x="313" y="533"/>
                </a:lnTo>
                <a:lnTo>
                  <a:pt x="323" y="534"/>
                </a:lnTo>
                <a:lnTo>
                  <a:pt x="334" y="534"/>
                </a:lnTo>
                <a:lnTo>
                  <a:pt x="344" y="534"/>
                </a:lnTo>
                <a:lnTo>
                  <a:pt x="355" y="533"/>
                </a:lnTo>
                <a:lnTo>
                  <a:pt x="365" y="533"/>
                </a:lnTo>
                <a:lnTo>
                  <a:pt x="375" y="532"/>
                </a:lnTo>
                <a:lnTo>
                  <a:pt x="386" y="531"/>
                </a:lnTo>
                <a:lnTo>
                  <a:pt x="396" y="529"/>
                </a:lnTo>
                <a:lnTo>
                  <a:pt x="406" y="527"/>
                </a:lnTo>
                <a:lnTo>
                  <a:pt x="416" y="526"/>
                </a:lnTo>
                <a:lnTo>
                  <a:pt x="426" y="523"/>
                </a:lnTo>
                <a:lnTo>
                  <a:pt x="436" y="521"/>
                </a:lnTo>
                <a:lnTo>
                  <a:pt x="446" y="518"/>
                </a:lnTo>
                <a:lnTo>
                  <a:pt x="456" y="515"/>
                </a:lnTo>
                <a:lnTo>
                  <a:pt x="465" y="512"/>
                </a:lnTo>
                <a:lnTo>
                  <a:pt x="475" y="509"/>
                </a:lnTo>
                <a:lnTo>
                  <a:pt x="484" y="505"/>
                </a:lnTo>
                <a:lnTo>
                  <a:pt x="493" y="501"/>
                </a:lnTo>
                <a:lnTo>
                  <a:pt x="502" y="497"/>
                </a:lnTo>
                <a:lnTo>
                  <a:pt x="511" y="493"/>
                </a:lnTo>
                <a:lnTo>
                  <a:pt x="520" y="488"/>
                </a:lnTo>
                <a:lnTo>
                  <a:pt x="528" y="483"/>
                </a:lnTo>
                <a:lnTo>
                  <a:pt x="537" y="478"/>
                </a:lnTo>
                <a:lnTo>
                  <a:pt x="545" y="473"/>
                </a:lnTo>
                <a:lnTo>
                  <a:pt x="553" y="468"/>
                </a:lnTo>
                <a:lnTo>
                  <a:pt x="560" y="462"/>
                </a:lnTo>
                <a:lnTo>
                  <a:pt x="568" y="456"/>
                </a:lnTo>
                <a:lnTo>
                  <a:pt x="575" y="450"/>
                </a:lnTo>
                <a:lnTo>
                  <a:pt x="582" y="444"/>
                </a:lnTo>
                <a:lnTo>
                  <a:pt x="589" y="438"/>
                </a:lnTo>
                <a:lnTo>
                  <a:pt x="595" y="431"/>
                </a:lnTo>
                <a:lnTo>
                  <a:pt x="602" y="424"/>
                </a:lnTo>
                <a:lnTo>
                  <a:pt x="608" y="418"/>
                </a:lnTo>
                <a:lnTo>
                  <a:pt x="613" y="411"/>
                </a:lnTo>
                <a:lnTo>
                  <a:pt x="619" y="404"/>
                </a:lnTo>
                <a:lnTo>
                  <a:pt x="624" y="396"/>
                </a:lnTo>
                <a:lnTo>
                  <a:pt x="629" y="389"/>
                </a:lnTo>
                <a:lnTo>
                  <a:pt x="633" y="381"/>
                </a:lnTo>
                <a:lnTo>
                  <a:pt x="638" y="374"/>
                </a:lnTo>
                <a:lnTo>
                  <a:pt x="642" y="366"/>
                </a:lnTo>
                <a:lnTo>
                  <a:pt x="645" y="358"/>
                </a:lnTo>
                <a:lnTo>
                  <a:pt x="649" y="350"/>
                </a:lnTo>
                <a:lnTo>
                  <a:pt x="652" y="342"/>
                </a:lnTo>
                <a:lnTo>
                  <a:pt x="654" y="334"/>
                </a:lnTo>
                <a:lnTo>
                  <a:pt x="657" y="326"/>
                </a:lnTo>
                <a:lnTo>
                  <a:pt x="659" y="318"/>
                </a:lnTo>
                <a:lnTo>
                  <a:pt x="661" y="310"/>
                </a:lnTo>
                <a:lnTo>
                  <a:pt x="662" y="302"/>
                </a:lnTo>
                <a:lnTo>
                  <a:pt x="663" y="293"/>
                </a:lnTo>
                <a:lnTo>
                  <a:pt x="664" y="285"/>
                </a:lnTo>
                <a:lnTo>
                  <a:pt x="665" y="277"/>
                </a:lnTo>
                <a:lnTo>
                  <a:pt x="665" y="268"/>
                </a:lnTo>
                <a:moveTo>
                  <a:pt x="667" y="268"/>
                </a:moveTo>
                <a:lnTo>
                  <a:pt x="667" y="277"/>
                </a:lnTo>
                <a:lnTo>
                  <a:pt x="666" y="285"/>
                </a:lnTo>
                <a:lnTo>
                  <a:pt x="666" y="294"/>
                </a:lnTo>
                <a:lnTo>
                  <a:pt x="664" y="302"/>
                </a:lnTo>
                <a:lnTo>
                  <a:pt x="663" y="310"/>
                </a:lnTo>
                <a:lnTo>
                  <a:pt x="661" y="318"/>
                </a:lnTo>
                <a:lnTo>
                  <a:pt x="659" y="327"/>
                </a:lnTo>
                <a:lnTo>
                  <a:pt x="657" y="335"/>
                </a:lnTo>
                <a:lnTo>
                  <a:pt x="654" y="343"/>
                </a:lnTo>
                <a:lnTo>
                  <a:pt x="651" y="351"/>
                </a:lnTo>
                <a:lnTo>
                  <a:pt x="647" y="359"/>
                </a:lnTo>
                <a:lnTo>
                  <a:pt x="644" y="367"/>
                </a:lnTo>
                <a:lnTo>
                  <a:pt x="640" y="375"/>
                </a:lnTo>
                <a:lnTo>
                  <a:pt x="635" y="382"/>
                </a:lnTo>
                <a:lnTo>
                  <a:pt x="631" y="390"/>
                </a:lnTo>
                <a:lnTo>
                  <a:pt x="626" y="397"/>
                </a:lnTo>
                <a:lnTo>
                  <a:pt x="621" y="404"/>
                </a:lnTo>
                <a:lnTo>
                  <a:pt x="615" y="412"/>
                </a:lnTo>
                <a:lnTo>
                  <a:pt x="609" y="419"/>
                </a:lnTo>
                <a:lnTo>
                  <a:pt x="603" y="426"/>
                </a:lnTo>
                <a:lnTo>
                  <a:pt x="597" y="432"/>
                </a:lnTo>
                <a:lnTo>
                  <a:pt x="591" y="439"/>
                </a:lnTo>
                <a:lnTo>
                  <a:pt x="584" y="445"/>
                </a:lnTo>
                <a:lnTo>
                  <a:pt x="577" y="451"/>
                </a:lnTo>
                <a:lnTo>
                  <a:pt x="569" y="457"/>
                </a:lnTo>
                <a:lnTo>
                  <a:pt x="562" y="463"/>
                </a:lnTo>
                <a:lnTo>
                  <a:pt x="554" y="469"/>
                </a:lnTo>
                <a:lnTo>
                  <a:pt x="546" y="474"/>
                </a:lnTo>
                <a:lnTo>
                  <a:pt x="538" y="480"/>
                </a:lnTo>
                <a:lnTo>
                  <a:pt x="530" y="485"/>
                </a:lnTo>
                <a:lnTo>
                  <a:pt x="521" y="490"/>
                </a:lnTo>
                <a:lnTo>
                  <a:pt x="512" y="494"/>
                </a:lnTo>
                <a:lnTo>
                  <a:pt x="503" y="499"/>
                </a:lnTo>
                <a:lnTo>
                  <a:pt x="494" y="503"/>
                </a:lnTo>
                <a:lnTo>
                  <a:pt x="485" y="507"/>
                </a:lnTo>
                <a:lnTo>
                  <a:pt x="476" y="510"/>
                </a:lnTo>
                <a:lnTo>
                  <a:pt x="466" y="514"/>
                </a:lnTo>
                <a:lnTo>
                  <a:pt x="456" y="517"/>
                </a:lnTo>
                <a:lnTo>
                  <a:pt x="447" y="520"/>
                </a:lnTo>
                <a:lnTo>
                  <a:pt x="437" y="523"/>
                </a:lnTo>
                <a:lnTo>
                  <a:pt x="427" y="525"/>
                </a:lnTo>
                <a:lnTo>
                  <a:pt x="417" y="527"/>
                </a:lnTo>
                <a:lnTo>
                  <a:pt x="407" y="529"/>
                </a:lnTo>
                <a:lnTo>
                  <a:pt x="396" y="531"/>
                </a:lnTo>
                <a:lnTo>
                  <a:pt x="386" y="532"/>
                </a:lnTo>
                <a:lnTo>
                  <a:pt x="376" y="534"/>
                </a:lnTo>
                <a:lnTo>
                  <a:pt x="365" y="535"/>
                </a:lnTo>
                <a:lnTo>
                  <a:pt x="355" y="535"/>
                </a:lnTo>
                <a:lnTo>
                  <a:pt x="344" y="536"/>
                </a:lnTo>
                <a:lnTo>
                  <a:pt x="334" y="536"/>
                </a:lnTo>
                <a:lnTo>
                  <a:pt x="323" y="536"/>
                </a:lnTo>
                <a:lnTo>
                  <a:pt x="313" y="535"/>
                </a:lnTo>
                <a:lnTo>
                  <a:pt x="302" y="535"/>
                </a:lnTo>
                <a:lnTo>
                  <a:pt x="292" y="534"/>
                </a:lnTo>
                <a:lnTo>
                  <a:pt x="282" y="532"/>
                </a:lnTo>
                <a:lnTo>
                  <a:pt x="271" y="531"/>
                </a:lnTo>
                <a:lnTo>
                  <a:pt x="261" y="529"/>
                </a:lnTo>
                <a:lnTo>
                  <a:pt x="251" y="527"/>
                </a:lnTo>
                <a:lnTo>
                  <a:pt x="241" y="525"/>
                </a:lnTo>
                <a:lnTo>
                  <a:pt x="231" y="523"/>
                </a:lnTo>
                <a:lnTo>
                  <a:pt x="221" y="520"/>
                </a:lnTo>
                <a:lnTo>
                  <a:pt x="211" y="517"/>
                </a:lnTo>
                <a:lnTo>
                  <a:pt x="201" y="514"/>
                </a:lnTo>
                <a:lnTo>
                  <a:pt x="192" y="510"/>
                </a:lnTo>
                <a:lnTo>
                  <a:pt x="182" y="507"/>
                </a:lnTo>
                <a:lnTo>
                  <a:pt x="173" y="503"/>
                </a:lnTo>
                <a:lnTo>
                  <a:pt x="164" y="499"/>
                </a:lnTo>
                <a:lnTo>
                  <a:pt x="154" y="494"/>
                </a:lnTo>
                <a:lnTo>
                  <a:pt x="145" y="490"/>
                </a:lnTo>
                <a:lnTo>
                  <a:pt x="137" y="485"/>
                </a:lnTo>
                <a:lnTo>
                  <a:pt x="129" y="480"/>
                </a:lnTo>
                <a:lnTo>
                  <a:pt x="120" y="474"/>
                </a:lnTo>
                <a:lnTo>
                  <a:pt x="112" y="469"/>
                </a:lnTo>
                <a:lnTo>
                  <a:pt x="105" y="463"/>
                </a:lnTo>
                <a:lnTo>
                  <a:pt x="97" y="457"/>
                </a:lnTo>
                <a:lnTo>
                  <a:pt x="90" y="451"/>
                </a:lnTo>
                <a:lnTo>
                  <a:pt x="83" y="445"/>
                </a:lnTo>
                <a:lnTo>
                  <a:pt x="76" y="439"/>
                </a:lnTo>
                <a:lnTo>
                  <a:pt x="69" y="432"/>
                </a:lnTo>
                <a:lnTo>
                  <a:pt x="63" y="426"/>
                </a:lnTo>
                <a:lnTo>
                  <a:pt x="57" y="419"/>
                </a:lnTo>
                <a:lnTo>
                  <a:pt x="51" y="412"/>
                </a:lnTo>
                <a:lnTo>
                  <a:pt x="46" y="404"/>
                </a:lnTo>
                <a:lnTo>
                  <a:pt x="41" y="397"/>
                </a:lnTo>
                <a:lnTo>
                  <a:pt x="36" y="390"/>
                </a:lnTo>
                <a:lnTo>
                  <a:pt x="31" y="382"/>
                </a:lnTo>
                <a:lnTo>
                  <a:pt x="27" y="375"/>
                </a:lnTo>
                <a:lnTo>
                  <a:pt x="23" y="367"/>
                </a:lnTo>
                <a:lnTo>
                  <a:pt x="19" y="359"/>
                </a:lnTo>
                <a:lnTo>
                  <a:pt x="16" y="351"/>
                </a:lnTo>
                <a:lnTo>
                  <a:pt x="13" y="343"/>
                </a:lnTo>
                <a:lnTo>
                  <a:pt x="10" y="335"/>
                </a:lnTo>
                <a:lnTo>
                  <a:pt x="8" y="327"/>
                </a:lnTo>
                <a:lnTo>
                  <a:pt x="5" y="318"/>
                </a:lnTo>
                <a:lnTo>
                  <a:pt x="4" y="310"/>
                </a:lnTo>
                <a:lnTo>
                  <a:pt x="2" y="302"/>
                </a:lnTo>
                <a:lnTo>
                  <a:pt x="1" y="294"/>
                </a:lnTo>
                <a:lnTo>
                  <a:pt x="0" y="285"/>
                </a:lnTo>
                <a:lnTo>
                  <a:pt x="0" y="277"/>
                </a:lnTo>
                <a:lnTo>
                  <a:pt x="0" y="268"/>
                </a:lnTo>
                <a:lnTo>
                  <a:pt x="0" y="259"/>
                </a:lnTo>
                <a:lnTo>
                  <a:pt x="0" y="251"/>
                </a:lnTo>
                <a:lnTo>
                  <a:pt x="1" y="242"/>
                </a:lnTo>
                <a:lnTo>
                  <a:pt x="2" y="234"/>
                </a:lnTo>
                <a:lnTo>
                  <a:pt x="4" y="226"/>
                </a:lnTo>
                <a:lnTo>
                  <a:pt x="5" y="217"/>
                </a:lnTo>
                <a:lnTo>
                  <a:pt x="8" y="209"/>
                </a:lnTo>
                <a:lnTo>
                  <a:pt x="10" y="201"/>
                </a:lnTo>
                <a:lnTo>
                  <a:pt x="13" y="193"/>
                </a:lnTo>
                <a:lnTo>
                  <a:pt x="16" y="185"/>
                </a:lnTo>
                <a:lnTo>
                  <a:pt x="19" y="177"/>
                </a:lnTo>
                <a:lnTo>
                  <a:pt x="23" y="169"/>
                </a:lnTo>
                <a:lnTo>
                  <a:pt x="27" y="161"/>
                </a:lnTo>
                <a:lnTo>
                  <a:pt x="31" y="154"/>
                </a:lnTo>
                <a:lnTo>
                  <a:pt x="36" y="146"/>
                </a:lnTo>
                <a:lnTo>
                  <a:pt x="41" y="139"/>
                </a:lnTo>
                <a:lnTo>
                  <a:pt x="46" y="131"/>
                </a:lnTo>
                <a:lnTo>
                  <a:pt x="51" y="124"/>
                </a:lnTo>
                <a:lnTo>
                  <a:pt x="57" y="117"/>
                </a:lnTo>
                <a:lnTo>
                  <a:pt x="63" y="110"/>
                </a:lnTo>
                <a:lnTo>
                  <a:pt x="69" y="104"/>
                </a:lnTo>
                <a:lnTo>
                  <a:pt x="76" y="97"/>
                </a:lnTo>
                <a:lnTo>
                  <a:pt x="83" y="91"/>
                </a:lnTo>
                <a:lnTo>
                  <a:pt x="90" y="84"/>
                </a:lnTo>
                <a:lnTo>
                  <a:pt x="97" y="78"/>
                </a:lnTo>
                <a:lnTo>
                  <a:pt x="105" y="72"/>
                </a:lnTo>
                <a:lnTo>
                  <a:pt x="112" y="67"/>
                </a:lnTo>
                <a:lnTo>
                  <a:pt x="120" y="61"/>
                </a:lnTo>
                <a:lnTo>
                  <a:pt x="129" y="56"/>
                </a:lnTo>
                <a:lnTo>
                  <a:pt x="137" y="51"/>
                </a:lnTo>
                <a:lnTo>
                  <a:pt x="145" y="46"/>
                </a:lnTo>
                <a:lnTo>
                  <a:pt x="154" y="42"/>
                </a:lnTo>
                <a:lnTo>
                  <a:pt x="164" y="37"/>
                </a:lnTo>
                <a:lnTo>
                  <a:pt x="173" y="33"/>
                </a:lnTo>
                <a:lnTo>
                  <a:pt x="182" y="29"/>
                </a:lnTo>
                <a:lnTo>
                  <a:pt x="192" y="25"/>
                </a:lnTo>
                <a:lnTo>
                  <a:pt x="201" y="22"/>
                </a:lnTo>
                <a:lnTo>
                  <a:pt x="211" y="19"/>
                </a:lnTo>
                <a:lnTo>
                  <a:pt x="221" y="16"/>
                </a:lnTo>
                <a:lnTo>
                  <a:pt x="231" y="13"/>
                </a:lnTo>
                <a:lnTo>
                  <a:pt x="241" y="11"/>
                </a:lnTo>
                <a:lnTo>
                  <a:pt x="251" y="8"/>
                </a:lnTo>
                <a:lnTo>
                  <a:pt x="261" y="6"/>
                </a:lnTo>
                <a:lnTo>
                  <a:pt x="271" y="5"/>
                </a:lnTo>
                <a:lnTo>
                  <a:pt x="282" y="3"/>
                </a:lnTo>
                <a:lnTo>
                  <a:pt x="292" y="2"/>
                </a:lnTo>
                <a:lnTo>
                  <a:pt x="302" y="1"/>
                </a:lnTo>
                <a:lnTo>
                  <a:pt x="313" y="1"/>
                </a:lnTo>
                <a:lnTo>
                  <a:pt x="323" y="0"/>
                </a:lnTo>
                <a:lnTo>
                  <a:pt x="334" y="0"/>
                </a:lnTo>
                <a:lnTo>
                  <a:pt x="344" y="0"/>
                </a:lnTo>
                <a:lnTo>
                  <a:pt x="355" y="1"/>
                </a:lnTo>
                <a:lnTo>
                  <a:pt x="365" y="1"/>
                </a:lnTo>
                <a:lnTo>
                  <a:pt x="376" y="2"/>
                </a:lnTo>
                <a:lnTo>
                  <a:pt x="386" y="3"/>
                </a:lnTo>
                <a:lnTo>
                  <a:pt x="396" y="5"/>
                </a:lnTo>
                <a:lnTo>
                  <a:pt x="407" y="6"/>
                </a:lnTo>
                <a:lnTo>
                  <a:pt x="417" y="8"/>
                </a:lnTo>
                <a:lnTo>
                  <a:pt x="427" y="11"/>
                </a:lnTo>
                <a:lnTo>
                  <a:pt x="437" y="13"/>
                </a:lnTo>
                <a:lnTo>
                  <a:pt x="447" y="16"/>
                </a:lnTo>
                <a:lnTo>
                  <a:pt x="456" y="19"/>
                </a:lnTo>
                <a:lnTo>
                  <a:pt x="466" y="22"/>
                </a:lnTo>
                <a:lnTo>
                  <a:pt x="476" y="25"/>
                </a:lnTo>
                <a:lnTo>
                  <a:pt x="485" y="29"/>
                </a:lnTo>
                <a:lnTo>
                  <a:pt x="494" y="33"/>
                </a:lnTo>
                <a:lnTo>
                  <a:pt x="503" y="37"/>
                </a:lnTo>
                <a:lnTo>
                  <a:pt x="512" y="42"/>
                </a:lnTo>
                <a:lnTo>
                  <a:pt x="521" y="46"/>
                </a:lnTo>
                <a:lnTo>
                  <a:pt x="530" y="51"/>
                </a:lnTo>
                <a:lnTo>
                  <a:pt x="538" y="56"/>
                </a:lnTo>
                <a:lnTo>
                  <a:pt x="546" y="61"/>
                </a:lnTo>
                <a:lnTo>
                  <a:pt x="554" y="67"/>
                </a:lnTo>
                <a:lnTo>
                  <a:pt x="562" y="72"/>
                </a:lnTo>
                <a:lnTo>
                  <a:pt x="569" y="78"/>
                </a:lnTo>
                <a:lnTo>
                  <a:pt x="577" y="84"/>
                </a:lnTo>
                <a:lnTo>
                  <a:pt x="584" y="91"/>
                </a:lnTo>
                <a:lnTo>
                  <a:pt x="591" y="97"/>
                </a:lnTo>
                <a:lnTo>
                  <a:pt x="597" y="104"/>
                </a:lnTo>
                <a:lnTo>
                  <a:pt x="603" y="110"/>
                </a:lnTo>
                <a:lnTo>
                  <a:pt x="609" y="117"/>
                </a:lnTo>
                <a:lnTo>
                  <a:pt x="615" y="124"/>
                </a:lnTo>
                <a:lnTo>
                  <a:pt x="621" y="131"/>
                </a:lnTo>
                <a:lnTo>
                  <a:pt x="626" y="139"/>
                </a:lnTo>
                <a:lnTo>
                  <a:pt x="631" y="146"/>
                </a:lnTo>
                <a:lnTo>
                  <a:pt x="635" y="154"/>
                </a:lnTo>
                <a:lnTo>
                  <a:pt x="640" y="161"/>
                </a:lnTo>
                <a:lnTo>
                  <a:pt x="644" y="169"/>
                </a:lnTo>
                <a:lnTo>
                  <a:pt x="647" y="177"/>
                </a:lnTo>
                <a:lnTo>
                  <a:pt x="651" y="185"/>
                </a:lnTo>
                <a:lnTo>
                  <a:pt x="654" y="193"/>
                </a:lnTo>
                <a:lnTo>
                  <a:pt x="657" y="201"/>
                </a:lnTo>
                <a:lnTo>
                  <a:pt x="659" y="209"/>
                </a:lnTo>
                <a:lnTo>
                  <a:pt x="661" y="217"/>
                </a:lnTo>
                <a:lnTo>
                  <a:pt x="663" y="226"/>
                </a:lnTo>
                <a:lnTo>
                  <a:pt x="664" y="234"/>
                </a:lnTo>
                <a:lnTo>
                  <a:pt x="666" y="242"/>
                </a:lnTo>
                <a:lnTo>
                  <a:pt x="666" y="251"/>
                </a:lnTo>
                <a:lnTo>
                  <a:pt x="667" y="259"/>
                </a:lnTo>
                <a:lnTo>
                  <a:pt x="667" y="268"/>
                </a:lnTo>
                <a:close/>
              </a:path>
            </a:pathLst>
          </a:custGeom>
          <a:solidFill>
            <a:srgbClr val="ff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4" name=""/>
          <p:cNvSpPr/>
          <p:nvPr/>
        </p:nvSpPr>
        <p:spPr>
          <a:xfrm>
            <a:off x="4857840" y="1730880"/>
            <a:ext cx="241920" cy="194400"/>
          </a:xfrm>
          <a:custGeom>
            <a:avLst/>
            <a:gdLst/>
            <a:ahLst/>
            <a:rect l="0" t="0" r="r" b="b"/>
            <a:pathLst>
              <a:path w="672" h="540">
                <a:moveTo>
                  <a:pt x="670" y="269"/>
                </a:moveTo>
                <a:lnTo>
                  <a:pt x="670" y="261"/>
                </a:lnTo>
                <a:lnTo>
                  <a:pt x="669" y="253"/>
                </a:lnTo>
                <a:lnTo>
                  <a:pt x="669" y="244"/>
                </a:lnTo>
                <a:lnTo>
                  <a:pt x="667" y="236"/>
                </a:lnTo>
                <a:lnTo>
                  <a:pt x="666" y="228"/>
                </a:lnTo>
                <a:lnTo>
                  <a:pt x="664" y="219"/>
                </a:lnTo>
                <a:lnTo>
                  <a:pt x="662" y="211"/>
                </a:lnTo>
                <a:lnTo>
                  <a:pt x="660" y="203"/>
                </a:lnTo>
                <a:lnTo>
                  <a:pt x="657" y="195"/>
                </a:lnTo>
                <a:lnTo>
                  <a:pt x="654" y="187"/>
                </a:lnTo>
                <a:lnTo>
                  <a:pt x="650" y="179"/>
                </a:lnTo>
                <a:lnTo>
                  <a:pt x="647" y="171"/>
                </a:lnTo>
                <a:lnTo>
                  <a:pt x="643" y="163"/>
                </a:lnTo>
                <a:lnTo>
                  <a:pt x="638" y="156"/>
                </a:lnTo>
                <a:lnTo>
                  <a:pt x="634" y="148"/>
                </a:lnTo>
                <a:lnTo>
                  <a:pt x="629" y="141"/>
                </a:lnTo>
                <a:lnTo>
                  <a:pt x="624" y="133"/>
                </a:lnTo>
                <a:lnTo>
                  <a:pt x="618" y="126"/>
                </a:lnTo>
                <a:lnTo>
                  <a:pt x="612" y="119"/>
                </a:lnTo>
                <a:lnTo>
                  <a:pt x="606" y="112"/>
                </a:lnTo>
                <a:lnTo>
                  <a:pt x="600" y="106"/>
                </a:lnTo>
                <a:lnTo>
                  <a:pt x="594" y="99"/>
                </a:lnTo>
                <a:lnTo>
                  <a:pt x="587" y="93"/>
                </a:lnTo>
                <a:lnTo>
                  <a:pt x="580" y="86"/>
                </a:lnTo>
                <a:lnTo>
                  <a:pt x="572" y="80"/>
                </a:lnTo>
                <a:lnTo>
                  <a:pt x="565" y="74"/>
                </a:lnTo>
                <a:lnTo>
                  <a:pt x="557" y="69"/>
                </a:lnTo>
                <a:lnTo>
                  <a:pt x="549" y="63"/>
                </a:lnTo>
                <a:lnTo>
                  <a:pt x="541" y="58"/>
                </a:lnTo>
                <a:lnTo>
                  <a:pt x="533" y="53"/>
                </a:lnTo>
                <a:lnTo>
                  <a:pt x="524" y="48"/>
                </a:lnTo>
                <a:lnTo>
                  <a:pt x="515" y="44"/>
                </a:lnTo>
                <a:lnTo>
                  <a:pt x="506" y="39"/>
                </a:lnTo>
                <a:lnTo>
                  <a:pt x="497" y="35"/>
                </a:lnTo>
                <a:lnTo>
                  <a:pt x="488" y="31"/>
                </a:lnTo>
                <a:lnTo>
                  <a:pt x="479" y="27"/>
                </a:lnTo>
                <a:lnTo>
                  <a:pt x="469" y="24"/>
                </a:lnTo>
                <a:lnTo>
                  <a:pt x="459" y="21"/>
                </a:lnTo>
                <a:lnTo>
                  <a:pt x="450" y="18"/>
                </a:lnTo>
                <a:lnTo>
                  <a:pt x="440" y="15"/>
                </a:lnTo>
                <a:lnTo>
                  <a:pt x="430" y="13"/>
                </a:lnTo>
                <a:lnTo>
                  <a:pt x="420" y="10"/>
                </a:lnTo>
                <a:lnTo>
                  <a:pt x="410" y="8"/>
                </a:lnTo>
                <a:lnTo>
                  <a:pt x="399" y="7"/>
                </a:lnTo>
                <a:lnTo>
                  <a:pt x="389" y="5"/>
                </a:lnTo>
                <a:lnTo>
                  <a:pt x="379" y="4"/>
                </a:lnTo>
                <a:lnTo>
                  <a:pt x="368" y="3"/>
                </a:lnTo>
                <a:lnTo>
                  <a:pt x="358" y="3"/>
                </a:lnTo>
                <a:lnTo>
                  <a:pt x="347" y="2"/>
                </a:lnTo>
                <a:lnTo>
                  <a:pt x="337" y="2"/>
                </a:lnTo>
                <a:lnTo>
                  <a:pt x="326" y="2"/>
                </a:lnTo>
                <a:lnTo>
                  <a:pt x="316" y="3"/>
                </a:lnTo>
                <a:lnTo>
                  <a:pt x="305" y="3"/>
                </a:lnTo>
                <a:lnTo>
                  <a:pt x="295" y="4"/>
                </a:lnTo>
                <a:lnTo>
                  <a:pt x="285" y="5"/>
                </a:lnTo>
                <a:lnTo>
                  <a:pt x="274" y="7"/>
                </a:lnTo>
                <a:lnTo>
                  <a:pt x="264" y="8"/>
                </a:lnTo>
                <a:lnTo>
                  <a:pt x="253" y="10"/>
                </a:lnTo>
                <a:lnTo>
                  <a:pt x="243" y="13"/>
                </a:lnTo>
                <a:lnTo>
                  <a:pt x="233" y="15"/>
                </a:lnTo>
                <a:lnTo>
                  <a:pt x="223" y="18"/>
                </a:lnTo>
                <a:lnTo>
                  <a:pt x="213" y="21"/>
                </a:lnTo>
                <a:lnTo>
                  <a:pt x="203" y="24"/>
                </a:lnTo>
                <a:lnTo>
                  <a:pt x="194" y="27"/>
                </a:lnTo>
                <a:lnTo>
                  <a:pt x="184" y="31"/>
                </a:lnTo>
                <a:lnTo>
                  <a:pt x="175" y="35"/>
                </a:lnTo>
                <a:lnTo>
                  <a:pt x="166" y="39"/>
                </a:lnTo>
                <a:lnTo>
                  <a:pt x="157" y="44"/>
                </a:lnTo>
                <a:lnTo>
                  <a:pt x="148" y="48"/>
                </a:lnTo>
                <a:lnTo>
                  <a:pt x="140" y="53"/>
                </a:lnTo>
                <a:lnTo>
                  <a:pt x="132" y="58"/>
                </a:lnTo>
                <a:lnTo>
                  <a:pt x="123" y="63"/>
                </a:lnTo>
                <a:lnTo>
                  <a:pt x="115" y="69"/>
                </a:lnTo>
                <a:lnTo>
                  <a:pt x="108" y="74"/>
                </a:lnTo>
                <a:lnTo>
                  <a:pt x="100" y="80"/>
                </a:lnTo>
                <a:lnTo>
                  <a:pt x="93" y="86"/>
                </a:lnTo>
                <a:lnTo>
                  <a:pt x="86" y="93"/>
                </a:lnTo>
                <a:lnTo>
                  <a:pt x="79" y="99"/>
                </a:lnTo>
                <a:lnTo>
                  <a:pt x="72" y="106"/>
                </a:lnTo>
                <a:lnTo>
                  <a:pt x="66" y="112"/>
                </a:lnTo>
                <a:lnTo>
                  <a:pt x="60" y="119"/>
                </a:lnTo>
                <a:lnTo>
                  <a:pt x="54" y="126"/>
                </a:lnTo>
                <a:lnTo>
                  <a:pt x="49" y="133"/>
                </a:lnTo>
                <a:lnTo>
                  <a:pt x="44" y="141"/>
                </a:lnTo>
                <a:lnTo>
                  <a:pt x="39" y="148"/>
                </a:lnTo>
                <a:lnTo>
                  <a:pt x="34" y="156"/>
                </a:lnTo>
                <a:lnTo>
                  <a:pt x="30" y="163"/>
                </a:lnTo>
                <a:lnTo>
                  <a:pt x="26" y="171"/>
                </a:lnTo>
                <a:lnTo>
                  <a:pt x="22" y="179"/>
                </a:lnTo>
                <a:lnTo>
                  <a:pt x="19" y="187"/>
                </a:lnTo>
                <a:lnTo>
                  <a:pt x="16" y="195"/>
                </a:lnTo>
                <a:lnTo>
                  <a:pt x="13" y="203"/>
                </a:lnTo>
                <a:lnTo>
                  <a:pt x="11" y="211"/>
                </a:lnTo>
                <a:lnTo>
                  <a:pt x="8" y="219"/>
                </a:lnTo>
                <a:lnTo>
                  <a:pt x="7" y="228"/>
                </a:lnTo>
                <a:lnTo>
                  <a:pt x="5" y="236"/>
                </a:lnTo>
                <a:lnTo>
                  <a:pt x="4" y="244"/>
                </a:lnTo>
                <a:lnTo>
                  <a:pt x="3" y="253"/>
                </a:lnTo>
                <a:lnTo>
                  <a:pt x="3" y="261"/>
                </a:lnTo>
                <a:lnTo>
                  <a:pt x="3" y="269"/>
                </a:lnTo>
                <a:lnTo>
                  <a:pt x="3" y="278"/>
                </a:lnTo>
                <a:lnTo>
                  <a:pt x="3" y="286"/>
                </a:lnTo>
                <a:lnTo>
                  <a:pt x="4" y="295"/>
                </a:lnTo>
                <a:lnTo>
                  <a:pt x="5" y="304"/>
                </a:lnTo>
                <a:lnTo>
                  <a:pt x="7" y="312"/>
                </a:lnTo>
                <a:lnTo>
                  <a:pt x="8" y="320"/>
                </a:lnTo>
                <a:lnTo>
                  <a:pt x="11" y="329"/>
                </a:lnTo>
                <a:lnTo>
                  <a:pt x="13" y="337"/>
                </a:lnTo>
                <a:lnTo>
                  <a:pt x="16" y="345"/>
                </a:lnTo>
                <a:lnTo>
                  <a:pt x="19" y="353"/>
                </a:lnTo>
                <a:lnTo>
                  <a:pt x="22" y="361"/>
                </a:lnTo>
                <a:lnTo>
                  <a:pt x="26" y="369"/>
                </a:lnTo>
                <a:lnTo>
                  <a:pt x="30" y="377"/>
                </a:lnTo>
                <a:lnTo>
                  <a:pt x="34" y="384"/>
                </a:lnTo>
                <a:lnTo>
                  <a:pt x="39" y="392"/>
                </a:lnTo>
                <a:lnTo>
                  <a:pt x="44" y="399"/>
                </a:lnTo>
                <a:lnTo>
                  <a:pt x="49" y="406"/>
                </a:lnTo>
                <a:lnTo>
                  <a:pt x="54" y="414"/>
                </a:lnTo>
                <a:lnTo>
                  <a:pt x="60" y="421"/>
                </a:lnTo>
                <a:lnTo>
                  <a:pt x="66" y="428"/>
                </a:lnTo>
                <a:lnTo>
                  <a:pt x="72" y="434"/>
                </a:lnTo>
                <a:lnTo>
                  <a:pt x="79" y="441"/>
                </a:lnTo>
                <a:lnTo>
                  <a:pt x="86" y="447"/>
                </a:lnTo>
                <a:lnTo>
                  <a:pt x="93" y="453"/>
                </a:lnTo>
                <a:lnTo>
                  <a:pt x="100" y="459"/>
                </a:lnTo>
                <a:lnTo>
                  <a:pt x="108" y="465"/>
                </a:lnTo>
                <a:lnTo>
                  <a:pt x="115" y="471"/>
                </a:lnTo>
                <a:lnTo>
                  <a:pt x="123" y="476"/>
                </a:lnTo>
                <a:lnTo>
                  <a:pt x="132" y="482"/>
                </a:lnTo>
                <a:lnTo>
                  <a:pt x="140" y="487"/>
                </a:lnTo>
                <a:lnTo>
                  <a:pt x="148" y="492"/>
                </a:lnTo>
                <a:lnTo>
                  <a:pt x="157" y="496"/>
                </a:lnTo>
                <a:lnTo>
                  <a:pt x="166" y="501"/>
                </a:lnTo>
                <a:lnTo>
                  <a:pt x="175" y="505"/>
                </a:lnTo>
                <a:lnTo>
                  <a:pt x="184" y="509"/>
                </a:lnTo>
                <a:lnTo>
                  <a:pt x="194" y="512"/>
                </a:lnTo>
                <a:lnTo>
                  <a:pt x="203" y="516"/>
                </a:lnTo>
                <a:lnTo>
                  <a:pt x="213" y="519"/>
                </a:lnTo>
                <a:lnTo>
                  <a:pt x="223" y="522"/>
                </a:lnTo>
                <a:lnTo>
                  <a:pt x="233" y="525"/>
                </a:lnTo>
                <a:lnTo>
                  <a:pt x="243" y="527"/>
                </a:lnTo>
                <a:lnTo>
                  <a:pt x="253" y="529"/>
                </a:lnTo>
                <a:lnTo>
                  <a:pt x="264" y="531"/>
                </a:lnTo>
                <a:lnTo>
                  <a:pt x="274" y="533"/>
                </a:lnTo>
                <a:lnTo>
                  <a:pt x="285" y="534"/>
                </a:lnTo>
                <a:lnTo>
                  <a:pt x="295" y="536"/>
                </a:lnTo>
                <a:lnTo>
                  <a:pt x="305" y="537"/>
                </a:lnTo>
                <a:lnTo>
                  <a:pt x="316" y="537"/>
                </a:lnTo>
                <a:lnTo>
                  <a:pt x="326" y="538"/>
                </a:lnTo>
                <a:lnTo>
                  <a:pt x="337" y="538"/>
                </a:lnTo>
                <a:lnTo>
                  <a:pt x="347" y="538"/>
                </a:lnTo>
                <a:lnTo>
                  <a:pt x="358" y="537"/>
                </a:lnTo>
                <a:lnTo>
                  <a:pt x="368" y="537"/>
                </a:lnTo>
                <a:lnTo>
                  <a:pt x="379" y="536"/>
                </a:lnTo>
                <a:lnTo>
                  <a:pt x="389" y="534"/>
                </a:lnTo>
                <a:lnTo>
                  <a:pt x="399" y="533"/>
                </a:lnTo>
                <a:lnTo>
                  <a:pt x="410" y="531"/>
                </a:lnTo>
                <a:lnTo>
                  <a:pt x="420" y="529"/>
                </a:lnTo>
                <a:lnTo>
                  <a:pt x="430" y="527"/>
                </a:lnTo>
                <a:lnTo>
                  <a:pt x="440" y="525"/>
                </a:lnTo>
                <a:lnTo>
                  <a:pt x="450" y="522"/>
                </a:lnTo>
                <a:lnTo>
                  <a:pt x="459" y="519"/>
                </a:lnTo>
                <a:lnTo>
                  <a:pt x="469" y="516"/>
                </a:lnTo>
                <a:lnTo>
                  <a:pt x="479" y="512"/>
                </a:lnTo>
                <a:lnTo>
                  <a:pt x="488" y="509"/>
                </a:lnTo>
                <a:lnTo>
                  <a:pt x="497" y="505"/>
                </a:lnTo>
                <a:lnTo>
                  <a:pt x="506" y="501"/>
                </a:lnTo>
                <a:lnTo>
                  <a:pt x="515" y="496"/>
                </a:lnTo>
                <a:lnTo>
                  <a:pt x="524" y="492"/>
                </a:lnTo>
                <a:lnTo>
                  <a:pt x="533" y="487"/>
                </a:lnTo>
                <a:lnTo>
                  <a:pt x="541" y="482"/>
                </a:lnTo>
                <a:lnTo>
                  <a:pt x="549" y="476"/>
                </a:lnTo>
                <a:lnTo>
                  <a:pt x="557" y="471"/>
                </a:lnTo>
                <a:lnTo>
                  <a:pt x="565" y="465"/>
                </a:lnTo>
                <a:lnTo>
                  <a:pt x="572" y="459"/>
                </a:lnTo>
                <a:lnTo>
                  <a:pt x="580" y="453"/>
                </a:lnTo>
                <a:lnTo>
                  <a:pt x="587" y="447"/>
                </a:lnTo>
                <a:lnTo>
                  <a:pt x="594" y="441"/>
                </a:lnTo>
                <a:lnTo>
                  <a:pt x="600" y="434"/>
                </a:lnTo>
                <a:lnTo>
                  <a:pt x="606" y="428"/>
                </a:lnTo>
                <a:lnTo>
                  <a:pt x="612" y="421"/>
                </a:lnTo>
                <a:lnTo>
                  <a:pt x="618" y="414"/>
                </a:lnTo>
                <a:lnTo>
                  <a:pt x="624" y="406"/>
                </a:lnTo>
                <a:lnTo>
                  <a:pt x="629" y="399"/>
                </a:lnTo>
                <a:lnTo>
                  <a:pt x="634" y="392"/>
                </a:lnTo>
                <a:lnTo>
                  <a:pt x="638" y="384"/>
                </a:lnTo>
                <a:lnTo>
                  <a:pt x="643" y="377"/>
                </a:lnTo>
                <a:lnTo>
                  <a:pt x="647" y="369"/>
                </a:lnTo>
                <a:lnTo>
                  <a:pt x="650" y="361"/>
                </a:lnTo>
                <a:lnTo>
                  <a:pt x="654" y="353"/>
                </a:lnTo>
                <a:lnTo>
                  <a:pt x="657" y="345"/>
                </a:lnTo>
                <a:lnTo>
                  <a:pt x="660" y="337"/>
                </a:lnTo>
                <a:lnTo>
                  <a:pt x="662" y="329"/>
                </a:lnTo>
                <a:lnTo>
                  <a:pt x="664" y="320"/>
                </a:lnTo>
                <a:lnTo>
                  <a:pt x="666" y="312"/>
                </a:lnTo>
                <a:lnTo>
                  <a:pt x="667" y="304"/>
                </a:lnTo>
                <a:lnTo>
                  <a:pt x="669" y="295"/>
                </a:lnTo>
                <a:lnTo>
                  <a:pt x="669" y="286"/>
                </a:lnTo>
                <a:lnTo>
                  <a:pt x="670" y="278"/>
                </a:lnTo>
                <a:lnTo>
                  <a:pt x="670" y="269"/>
                </a:lnTo>
                <a:moveTo>
                  <a:pt x="672" y="269"/>
                </a:moveTo>
                <a:lnTo>
                  <a:pt x="672" y="278"/>
                </a:lnTo>
                <a:lnTo>
                  <a:pt x="672" y="286"/>
                </a:lnTo>
                <a:lnTo>
                  <a:pt x="671" y="295"/>
                </a:lnTo>
                <a:lnTo>
                  <a:pt x="670" y="304"/>
                </a:lnTo>
                <a:lnTo>
                  <a:pt x="668" y="312"/>
                </a:lnTo>
                <a:lnTo>
                  <a:pt x="666" y="321"/>
                </a:lnTo>
                <a:lnTo>
                  <a:pt x="664" y="329"/>
                </a:lnTo>
                <a:lnTo>
                  <a:pt x="662" y="337"/>
                </a:lnTo>
                <a:lnTo>
                  <a:pt x="659" y="345"/>
                </a:lnTo>
                <a:lnTo>
                  <a:pt x="656" y="354"/>
                </a:lnTo>
                <a:lnTo>
                  <a:pt x="653" y="362"/>
                </a:lnTo>
                <a:lnTo>
                  <a:pt x="649" y="369"/>
                </a:lnTo>
                <a:lnTo>
                  <a:pt x="645" y="377"/>
                </a:lnTo>
                <a:lnTo>
                  <a:pt x="640" y="385"/>
                </a:lnTo>
                <a:lnTo>
                  <a:pt x="636" y="393"/>
                </a:lnTo>
                <a:lnTo>
                  <a:pt x="631" y="400"/>
                </a:lnTo>
                <a:lnTo>
                  <a:pt x="626" y="407"/>
                </a:lnTo>
                <a:lnTo>
                  <a:pt x="620" y="415"/>
                </a:lnTo>
                <a:lnTo>
                  <a:pt x="614" y="422"/>
                </a:lnTo>
                <a:lnTo>
                  <a:pt x="608" y="429"/>
                </a:lnTo>
                <a:lnTo>
                  <a:pt x="602" y="435"/>
                </a:lnTo>
                <a:lnTo>
                  <a:pt x="595" y="442"/>
                </a:lnTo>
                <a:lnTo>
                  <a:pt x="589" y="448"/>
                </a:lnTo>
                <a:lnTo>
                  <a:pt x="581" y="455"/>
                </a:lnTo>
                <a:lnTo>
                  <a:pt x="574" y="461"/>
                </a:lnTo>
                <a:lnTo>
                  <a:pt x="567" y="467"/>
                </a:lnTo>
                <a:lnTo>
                  <a:pt x="559" y="472"/>
                </a:lnTo>
                <a:lnTo>
                  <a:pt x="551" y="478"/>
                </a:lnTo>
                <a:lnTo>
                  <a:pt x="542" y="483"/>
                </a:lnTo>
                <a:lnTo>
                  <a:pt x="534" y="488"/>
                </a:lnTo>
                <a:lnTo>
                  <a:pt x="525" y="493"/>
                </a:lnTo>
                <a:lnTo>
                  <a:pt x="517" y="498"/>
                </a:lnTo>
                <a:lnTo>
                  <a:pt x="508" y="502"/>
                </a:lnTo>
                <a:lnTo>
                  <a:pt x="498" y="506"/>
                </a:lnTo>
                <a:lnTo>
                  <a:pt x="489" y="510"/>
                </a:lnTo>
                <a:lnTo>
                  <a:pt x="480" y="514"/>
                </a:lnTo>
                <a:lnTo>
                  <a:pt x="470" y="517"/>
                </a:lnTo>
                <a:lnTo>
                  <a:pt x="460" y="521"/>
                </a:lnTo>
                <a:lnTo>
                  <a:pt x="450" y="524"/>
                </a:lnTo>
                <a:lnTo>
                  <a:pt x="441" y="526"/>
                </a:lnTo>
                <a:lnTo>
                  <a:pt x="430" y="529"/>
                </a:lnTo>
                <a:lnTo>
                  <a:pt x="420" y="531"/>
                </a:lnTo>
                <a:lnTo>
                  <a:pt x="410" y="533"/>
                </a:lnTo>
                <a:lnTo>
                  <a:pt x="400" y="535"/>
                </a:lnTo>
                <a:lnTo>
                  <a:pt x="389" y="536"/>
                </a:lnTo>
                <a:lnTo>
                  <a:pt x="379" y="537"/>
                </a:lnTo>
                <a:lnTo>
                  <a:pt x="368" y="538"/>
                </a:lnTo>
                <a:lnTo>
                  <a:pt x="358" y="539"/>
                </a:lnTo>
                <a:lnTo>
                  <a:pt x="347" y="539"/>
                </a:lnTo>
                <a:lnTo>
                  <a:pt x="337" y="540"/>
                </a:lnTo>
                <a:lnTo>
                  <a:pt x="326" y="539"/>
                </a:lnTo>
                <a:lnTo>
                  <a:pt x="316" y="539"/>
                </a:lnTo>
                <a:lnTo>
                  <a:pt x="305" y="538"/>
                </a:lnTo>
                <a:lnTo>
                  <a:pt x="295" y="537"/>
                </a:lnTo>
                <a:lnTo>
                  <a:pt x="284" y="536"/>
                </a:lnTo>
                <a:lnTo>
                  <a:pt x="274" y="535"/>
                </a:lnTo>
                <a:lnTo>
                  <a:pt x="264" y="533"/>
                </a:lnTo>
                <a:lnTo>
                  <a:pt x="252" y="531"/>
                </a:lnTo>
                <a:lnTo>
                  <a:pt x="242" y="529"/>
                </a:lnTo>
                <a:lnTo>
                  <a:pt x="232" y="526"/>
                </a:lnTo>
                <a:lnTo>
                  <a:pt x="222" y="524"/>
                </a:lnTo>
                <a:lnTo>
                  <a:pt x="212" y="521"/>
                </a:lnTo>
                <a:lnTo>
                  <a:pt x="203" y="517"/>
                </a:lnTo>
                <a:lnTo>
                  <a:pt x="193" y="514"/>
                </a:lnTo>
                <a:lnTo>
                  <a:pt x="183" y="510"/>
                </a:lnTo>
                <a:lnTo>
                  <a:pt x="174" y="506"/>
                </a:lnTo>
                <a:lnTo>
                  <a:pt x="165" y="502"/>
                </a:lnTo>
                <a:lnTo>
                  <a:pt x="156" y="498"/>
                </a:lnTo>
                <a:lnTo>
                  <a:pt x="147" y="493"/>
                </a:lnTo>
                <a:lnTo>
                  <a:pt x="139" y="488"/>
                </a:lnTo>
                <a:lnTo>
                  <a:pt x="130" y="483"/>
                </a:lnTo>
                <a:lnTo>
                  <a:pt x="122" y="478"/>
                </a:lnTo>
                <a:lnTo>
                  <a:pt x="114" y="472"/>
                </a:lnTo>
                <a:lnTo>
                  <a:pt x="106" y="467"/>
                </a:lnTo>
                <a:lnTo>
                  <a:pt x="99" y="461"/>
                </a:lnTo>
                <a:lnTo>
                  <a:pt x="91" y="455"/>
                </a:lnTo>
                <a:lnTo>
                  <a:pt x="84" y="448"/>
                </a:lnTo>
                <a:lnTo>
                  <a:pt x="77" y="442"/>
                </a:lnTo>
                <a:lnTo>
                  <a:pt x="71" y="435"/>
                </a:lnTo>
                <a:lnTo>
                  <a:pt x="64" y="429"/>
                </a:lnTo>
                <a:lnTo>
                  <a:pt x="58" y="422"/>
                </a:lnTo>
                <a:lnTo>
                  <a:pt x="52" y="415"/>
                </a:lnTo>
                <a:lnTo>
                  <a:pt x="47" y="407"/>
                </a:lnTo>
                <a:lnTo>
                  <a:pt x="42" y="400"/>
                </a:lnTo>
                <a:lnTo>
                  <a:pt x="37" y="393"/>
                </a:lnTo>
                <a:lnTo>
                  <a:pt x="32" y="385"/>
                </a:lnTo>
                <a:lnTo>
                  <a:pt x="28" y="377"/>
                </a:lnTo>
                <a:lnTo>
                  <a:pt x="24" y="369"/>
                </a:lnTo>
                <a:lnTo>
                  <a:pt x="20" y="362"/>
                </a:lnTo>
                <a:lnTo>
                  <a:pt x="17" y="354"/>
                </a:lnTo>
                <a:lnTo>
                  <a:pt x="14" y="345"/>
                </a:lnTo>
                <a:lnTo>
                  <a:pt x="11" y="337"/>
                </a:lnTo>
                <a:lnTo>
                  <a:pt x="8" y="329"/>
                </a:lnTo>
                <a:lnTo>
                  <a:pt x="6" y="321"/>
                </a:lnTo>
                <a:lnTo>
                  <a:pt x="4" y="312"/>
                </a:lnTo>
                <a:lnTo>
                  <a:pt x="3" y="304"/>
                </a:lnTo>
                <a:lnTo>
                  <a:pt x="2" y="295"/>
                </a:lnTo>
                <a:lnTo>
                  <a:pt x="1" y="286"/>
                </a:lnTo>
                <a:lnTo>
                  <a:pt x="0" y="278"/>
                </a:lnTo>
                <a:lnTo>
                  <a:pt x="0" y="269"/>
                </a:lnTo>
                <a:lnTo>
                  <a:pt x="0" y="261"/>
                </a:lnTo>
                <a:lnTo>
                  <a:pt x="1" y="252"/>
                </a:lnTo>
                <a:lnTo>
                  <a:pt x="2" y="244"/>
                </a:lnTo>
                <a:lnTo>
                  <a:pt x="3" y="236"/>
                </a:lnTo>
                <a:lnTo>
                  <a:pt x="4" y="227"/>
                </a:lnTo>
                <a:lnTo>
                  <a:pt x="6" y="219"/>
                </a:lnTo>
                <a:lnTo>
                  <a:pt x="8" y="211"/>
                </a:lnTo>
                <a:lnTo>
                  <a:pt x="11" y="202"/>
                </a:lnTo>
                <a:lnTo>
                  <a:pt x="14" y="194"/>
                </a:lnTo>
                <a:lnTo>
                  <a:pt x="17" y="186"/>
                </a:lnTo>
                <a:lnTo>
                  <a:pt x="20" y="178"/>
                </a:lnTo>
                <a:lnTo>
                  <a:pt x="24" y="170"/>
                </a:lnTo>
                <a:lnTo>
                  <a:pt x="28" y="162"/>
                </a:lnTo>
                <a:lnTo>
                  <a:pt x="32" y="155"/>
                </a:lnTo>
                <a:lnTo>
                  <a:pt x="37" y="147"/>
                </a:lnTo>
                <a:lnTo>
                  <a:pt x="42" y="140"/>
                </a:lnTo>
                <a:lnTo>
                  <a:pt x="47" y="132"/>
                </a:lnTo>
                <a:lnTo>
                  <a:pt x="52" y="125"/>
                </a:lnTo>
                <a:lnTo>
                  <a:pt x="58" y="118"/>
                </a:lnTo>
                <a:lnTo>
                  <a:pt x="64" y="111"/>
                </a:lnTo>
                <a:lnTo>
                  <a:pt x="71" y="104"/>
                </a:lnTo>
                <a:lnTo>
                  <a:pt x="77" y="98"/>
                </a:lnTo>
                <a:lnTo>
                  <a:pt x="84" y="91"/>
                </a:lnTo>
                <a:lnTo>
                  <a:pt x="91" y="85"/>
                </a:lnTo>
                <a:lnTo>
                  <a:pt x="99" y="79"/>
                </a:lnTo>
                <a:lnTo>
                  <a:pt x="106" y="73"/>
                </a:lnTo>
                <a:lnTo>
                  <a:pt x="114" y="67"/>
                </a:lnTo>
                <a:lnTo>
                  <a:pt x="122" y="62"/>
                </a:lnTo>
                <a:lnTo>
                  <a:pt x="130" y="57"/>
                </a:lnTo>
                <a:lnTo>
                  <a:pt x="139" y="52"/>
                </a:lnTo>
                <a:lnTo>
                  <a:pt x="147" y="47"/>
                </a:lnTo>
                <a:lnTo>
                  <a:pt x="156" y="42"/>
                </a:lnTo>
                <a:lnTo>
                  <a:pt x="165" y="38"/>
                </a:lnTo>
                <a:lnTo>
                  <a:pt x="174" y="33"/>
                </a:lnTo>
                <a:lnTo>
                  <a:pt x="183" y="30"/>
                </a:lnTo>
                <a:lnTo>
                  <a:pt x="193" y="26"/>
                </a:lnTo>
                <a:lnTo>
                  <a:pt x="203" y="22"/>
                </a:lnTo>
                <a:lnTo>
                  <a:pt x="212" y="19"/>
                </a:lnTo>
                <a:lnTo>
                  <a:pt x="222" y="16"/>
                </a:lnTo>
                <a:lnTo>
                  <a:pt x="232" y="13"/>
                </a:lnTo>
                <a:lnTo>
                  <a:pt x="242" y="11"/>
                </a:lnTo>
                <a:lnTo>
                  <a:pt x="252" y="9"/>
                </a:lnTo>
                <a:lnTo>
                  <a:pt x="264" y="7"/>
                </a:lnTo>
                <a:lnTo>
                  <a:pt x="274" y="5"/>
                </a:lnTo>
                <a:lnTo>
                  <a:pt x="284" y="4"/>
                </a:lnTo>
                <a:lnTo>
                  <a:pt x="295" y="2"/>
                </a:lnTo>
                <a:lnTo>
                  <a:pt x="305" y="1"/>
                </a:lnTo>
                <a:lnTo>
                  <a:pt x="316" y="1"/>
                </a:lnTo>
                <a:lnTo>
                  <a:pt x="326" y="0"/>
                </a:lnTo>
                <a:lnTo>
                  <a:pt x="337" y="0"/>
                </a:lnTo>
                <a:lnTo>
                  <a:pt x="347" y="0"/>
                </a:lnTo>
                <a:lnTo>
                  <a:pt x="358" y="1"/>
                </a:lnTo>
                <a:lnTo>
                  <a:pt x="368" y="1"/>
                </a:lnTo>
                <a:lnTo>
                  <a:pt x="379" y="2"/>
                </a:lnTo>
                <a:lnTo>
                  <a:pt x="389" y="4"/>
                </a:lnTo>
                <a:lnTo>
                  <a:pt x="400" y="5"/>
                </a:lnTo>
                <a:lnTo>
                  <a:pt x="410" y="7"/>
                </a:lnTo>
                <a:lnTo>
                  <a:pt x="420" y="9"/>
                </a:lnTo>
                <a:lnTo>
                  <a:pt x="430" y="11"/>
                </a:lnTo>
                <a:lnTo>
                  <a:pt x="441" y="13"/>
                </a:lnTo>
                <a:lnTo>
                  <a:pt x="450" y="16"/>
                </a:lnTo>
                <a:lnTo>
                  <a:pt x="460" y="19"/>
                </a:lnTo>
                <a:lnTo>
                  <a:pt x="470" y="22"/>
                </a:lnTo>
                <a:lnTo>
                  <a:pt x="480" y="26"/>
                </a:lnTo>
                <a:lnTo>
                  <a:pt x="489" y="30"/>
                </a:lnTo>
                <a:lnTo>
                  <a:pt x="498" y="33"/>
                </a:lnTo>
                <a:lnTo>
                  <a:pt x="508" y="38"/>
                </a:lnTo>
                <a:lnTo>
                  <a:pt x="517" y="42"/>
                </a:lnTo>
                <a:lnTo>
                  <a:pt x="525" y="47"/>
                </a:lnTo>
                <a:lnTo>
                  <a:pt x="534" y="52"/>
                </a:lnTo>
                <a:lnTo>
                  <a:pt x="542" y="57"/>
                </a:lnTo>
                <a:lnTo>
                  <a:pt x="551" y="62"/>
                </a:lnTo>
                <a:lnTo>
                  <a:pt x="559" y="67"/>
                </a:lnTo>
                <a:lnTo>
                  <a:pt x="567" y="73"/>
                </a:lnTo>
                <a:lnTo>
                  <a:pt x="574" y="79"/>
                </a:lnTo>
                <a:lnTo>
                  <a:pt x="581" y="85"/>
                </a:lnTo>
                <a:lnTo>
                  <a:pt x="589" y="91"/>
                </a:lnTo>
                <a:lnTo>
                  <a:pt x="595" y="98"/>
                </a:lnTo>
                <a:lnTo>
                  <a:pt x="602" y="104"/>
                </a:lnTo>
                <a:lnTo>
                  <a:pt x="608" y="111"/>
                </a:lnTo>
                <a:lnTo>
                  <a:pt x="614" y="118"/>
                </a:lnTo>
                <a:lnTo>
                  <a:pt x="620" y="125"/>
                </a:lnTo>
                <a:lnTo>
                  <a:pt x="626" y="132"/>
                </a:lnTo>
                <a:lnTo>
                  <a:pt x="631" y="140"/>
                </a:lnTo>
                <a:lnTo>
                  <a:pt x="636" y="147"/>
                </a:lnTo>
                <a:lnTo>
                  <a:pt x="640" y="155"/>
                </a:lnTo>
                <a:lnTo>
                  <a:pt x="645" y="162"/>
                </a:lnTo>
                <a:lnTo>
                  <a:pt x="649" y="170"/>
                </a:lnTo>
                <a:lnTo>
                  <a:pt x="653" y="178"/>
                </a:lnTo>
                <a:lnTo>
                  <a:pt x="656" y="186"/>
                </a:lnTo>
                <a:lnTo>
                  <a:pt x="659" y="194"/>
                </a:lnTo>
                <a:lnTo>
                  <a:pt x="662" y="202"/>
                </a:lnTo>
                <a:lnTo>
                  <a:pt x="664" y="211"/>
                </a:lnTo>
                <a:lnTo>
                  <a:pt x="666" y="219"/>
                </a:lnTo>
                <a:lnTo>
                  <a:pt x="668" y="227"/>
                </a:lnTo>
                <a:lnTo>
                  <a:pt x="670" y="236"/>
                </a:lnTo>
                <a:lnTo>
                  <a:pt x="671" y="244"/>
                </a:lnTo>
                <a:lnTo>
                  <a:pt x="672" y="252"/>
                </a:lnTo>
                <a:lnTo>
                  <a:pt x="672" y="261"/>
                </a:lnTo>
                <a:lnTo>
                  <a:pt x="672" y="269"/>
                </a:lnTo>
                <a:close/>
              </a:path>
            </a:pathLst>
          </a:custGeom>
          <a:solidFill>
            <a:srgbClr val="ff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5" name=""/>
          <p:cNvSpPr/>
          <p:nvPr/>
        </p:nvSpPr>
        <p:spPr>
          <a:xfrm>
            <a:off x="4857120" y="1730160"/>
            <a:ext cx="243720" cy="195480"/>
          </a:xfrm>
          <a:custGeom>
            <a:avLst/>
            <a:gdLst/>
            <a:ahLst/>
            <a:rect l="0" t="0" r="r" b="b"/>
            <a:pathLst>
              <a:path w="677" h="543">
                <a:moveTo>
                  <a:pt x="674" y="271"/>
                </a:moveTo>
                <a:lnTo>
                  <a:pt x="674" y="263"/>
                </a:lnTo>
                <a:lnTo>
                  <a:pt x="674" y="254"/>
                </a:lnTo>
                <a:lnTo>
                  <a:pt x="673" y="246"/>
                </a:lnTo>
                <a:lnTo>
                  <a:pt x="672" y="238"/>
                </a:lnTo>
                <a:lnTo>
                  <a:pt x="670" y="229"/>
                </a:lnTo>
                <a:lnTo>
                  <a:pt x="668" y="221"/>
                </a:lnTo>
                <a:lnTo>
                  <a:pt x="666" y="213"/>
                </a:lnTo>
                <a:lnTo>
                  <a:pt x="664" y="204"/>
                </a:lnTo>
                <a:lnTo>
                  <a:pt x="661" y="196"/>
                </a:lnTo>
                <a:lnTo>
                  <a:pt x="658" y="188"/>
                </a:lnTo>
                <a:lnTo>
                  <a:pt x="655" y="180"/>
                </a:lnTo>
                <a:lnTo>
                  <a:pt x="651" y="172"/>
                </a:lnTo>
                <a:lnTo>
                  <a:pt x="647" y="164"/>
                </a:lnTo>
                <a:lnTo>
                  <a:pt x="642" y="157"/>
                </a:lnTo>
                <a:lnTo>
                  <a:pt x="638" y="149"/>
                </a:lnTo>
                <a:lnTo>
                  <a:pt x="633" y="142"/>
                </a:lnTo>
                <a:lnTo>
                  <a:pt x="628" y="134"/>
                </a:lnTo>
                <a:lnTo>
                  <a:pt x="622" y="127"/>
                </a:lnTo>
                <a:lnTo>
                  <a:pt x="616" y="120"/>
                </a:lnTo>
                <a:lnTo>
                  <a:pt x="610" y="113"/>
                </a:lnTo>
                <a:lnTo>
                  <a:pt x="604" y="106"/>
                </a:lnTo>
                <a:lnTo>
                  <a:pt x="597" y="100"/>
                </a:lnTo>
                <a:lnTo>
                  <a:pt x="591" y="93"/>
                </a:lnTo>
                <a:lnTo>
                  <a:pt x="583" y="87"/>
                </a:lnTo>
                <a:lnTo>
                  <a:pt x="576" y="81"/>
                </a:lnTo>
                <a:lnTo>
                  <a:pt x="569" y="75"/>
                </a:lnTo>
                <a:lnTo>
                  <a:pt x="561" y="69"/>
                </a:lnTo>
                <a:lnTo>
                  <a:pt x="553" y="64"/>
                </a:lnTo>
                <a:lnTo>
                  <a:pt x="544" y="59"/>
                </a:lnTo>
                <a:lnTo>
                  <a:pt x="536" y="54"/>
                </a:lnTo>
                <a:lnTo>
                  <a:pt x="527" y="49"/>
                </a:lnTo>
                <a:lnTo>
                  <a:pt x="519" y="44"/>
                </a:lnTo>
                <a:lnTo>
                  <a:pt x="510" y="40"/>
                </a:lnTo>
                <a:lnTo>
                  <a:pt x="500" y="35"/>
                </a:lnTo>
                <a:lnTo>
                  <a:pt x="491" y="32"/>
                </a:lnTo>
                <a:lnTo>
                  <a:pt x="482" y="28"/>
                </a:lnTo>
                <a:lnTo>
                  <a:pt x="472" y="24"/>
                </a:lnTo>
                <a:lnTo>
                  <a:pt x="462" y="21"/>
                </a:lnTo>
                <a:lnTo>
                  <a:pt x="452" y="18"/>
                </a:lnTo>
                <a:lnTo>
                  <a:pt x="443" y="15"/>
                </a:lnTo>
                <a:lnTo>
                  <a:pt x="432" y="13"/>
                </a:lnTo>
                <a:lnTo>
                  <a:pt x="422" y="11"/>
                </a:lnTo>
                <a:lnTo>
                  <a:pt x="412" y="9"/>
                </a:lnTo>
                <a:lnTo>
                  <a:pt x="402" y="7"/>
                </a:lnTo>
                <a:lnTo>
                  <a:pt x="391" y="6"/>
                </a:lnTo>
                <a:lnTo>
                  <a:pt x="381" y="4"/>
                </a:lnTo>
                <a:lnTo>
                  <a:pt x="370" y="3"/>
                </a:lnTo>
                <a:lnTo>
                  <a:pt x="360" y="3"/>
                </a:lnTo>
                <a:lnTo>
                  <a:pt x="349" y="2"/>
                </a:lnTo>
                <a:lnTo>
                  <a:pt x="338" y="2"/>
                </a:lnTo>
                <a:lnTo>
                  <a:pt x="327" y="2"/>
                </a:lnTo>
                <a:lnTo>
                  <a:pt x="317" y="3"/>
                </a:lnTo>
                <a:lnTo>
                  <a:pt x="306" y="3"/>
                </a:lnTo>
                <a:lnTo>
                  <a:pt x="296" y="4"/>
                </a:lnTo>
                <a:lnTo>
                  <a:pt x="285" y="6"/>
                </a:lnTo>
                <a:lnTo>
                  <a:pt x="275" y="7"/>
                </a:lnTo>
                <a:lnTo>
                  <a:pt x="265" y="9"/>
                </a:lnTo>
                <a:lnTo>
                  <a:pt x="254" y="11"/>
                </a:lnTo>
                <a:lnTo>
                  <a:pt x="244" y="13"/>
                </a:lnTo>
                <a:lnTo>
                  <a:pt x="234" y="15"/>
                </a:lnTo>
                <a:lnTo>
                  <a:pt x="224" y="18"/>
                </a:lnTo>
                <a:lnTo>
                  <a:pt x="214" y="21"/>
                </a:lnTo>
                <a:lnTo>
                  <a:pt x="205" y="24"/>
                </a:lnTo>
                <a:lnTo>
                  <a:pt x="195" y="28"/>
                </a:lnTo>
                <a:lnTo>
                  <a:pt x="185" y="32"/>
                </a:lnTo>
                <a:lnTo>
                  <a:pt x="176" y="35"/>
                </a:lnTo>
                <a:lnTo>
                  <a:pt x="167" y="40"/>
                </a:lnTo>
                <a:lnTo>
                  <a:pt x="158" y="44"/>
                </a:lnTo>
                <a:lnTo>
                  <a:pt x="149" y="49"/>
                </a:lnTo>
                <a:lnTo>
                  <a:pt x="141" y="54"/>
                </a:lnTo>
                <a:lnTo>
                  <a:pt x="132" y="59"/>
                </a:lnTo>
                <a:lnTo>
                  <a:pt x="124" y="64"/>
                </a:lnTo>
                <a:lnTo>
                  <a:pt x="116" y="69"/>
                </a:lnTo>
                <a:lnTo>
                  <a:pt x="108" y="75"/>
                </a:lnTo>
                <a:lnTo>
                  <a:pt x="101" y="81"/>
                </a:lnTo>
                <a:lnTo>
                  <a:pt x="93" y="87"/>
                </a:lnTo>
                <a:lnTo>
                  <a:pt x="86" y="93"/>
                </a:lnTo>
                <a:lnTo>
                  <a:pt x="79" y="100"/>
                </a:lnTo>
                <a:lnTo>
                  <a:pt x="73" y="106"/>
                </a:lnTo>
                <a:lnTo>
                  <a:pt x="66" y="113"/>
                </a:lnTo>
                <a:lnTo>
                  <a:pt x="60" y="120"/>
                </a:lnTo>
                <a:lnTo>
                  <a:pt x="54" y="127"/>
                </a:lnTo>
                <a:lnTo>
                  <a:pt x="49" y="134"/>
                </a:lnTo>
                <a:lnTo>
                  <a:pt x="44" y="142"/>
                </a:lnTo>
                <a:lnTo>
                  <a:pt x="39" y="149"/>
                </a:lnTo>
                <a:lnTo>
                  <a:pt x="34" y="157"/>
                </a:lnTo>
                <a:lnTo>
                  <a:pt x="30" y="164"/>
                </a:lnTo>
                <a:lnTo>
                  <a:pt x="26" y="172"/>
                </a:lnTo>
                <a:lnTo>
                  <a:pt x="22" y="180"/>
                </a:lnTo>
                <a:lnTo>
                  <a:pt x="19" y="188"/>
                </a:lnTo>
                <a:lnTo>
                  <a:pt x="16" y="196"/>
                </a:lnTo>
                <a:lnTo>
                  <a:pt x="13" y="204"/>
                </a:lnTo>
                <a:lnTo>
                  <a:pt x="10" y="213"/>
                </a:lnTo>
                <a:lnTo>
                  <a:pt x="8" y="221"/>
                </a:lnTo>
                <a:lnTo>
                  <a:pt x="6" y="229"/>
                </a:lnTo>
                <a:lnTo>
                  <a:pt x="5" y="238"/>
                </a:lnTo>
                <a:lnTo>
                  <a:pt x="4" y="246"/>
                </a:lnTo>
                <a:lnTo>
                  <a:pt x="3" y="254"/>
                </a:lnTo>
                <a:lnTo>
                  <a:pt x="2" y="263"/>
                </a:lnTo>
                <a:lnTo>
                  <a:pt x="2" y="271"/>
                </a:lnTo>
                <a:lnTo>
                  <a:pt x="2" y="280"/>
                </a:lnTo>
                <a:lnTo>
                  <a:pt x="3" y="288"/>
                </a:lnTo>
                <a:lnTo>
                  <a:pt x="4" y="297"/>
                </a:lnTo>
                <a:lnTo>
                  <a:pt x="5" y="305"/>
                </a:lnTo>
                <a:lnTo>
                  <a:pt x="6" y="313"/>
                </a:lnTo>
                <a:lnTo>
                  <a:pt x="8" y="322"/>
                </a:lnTo>
                <a:lnTo>
                  <a:pt x="10" y="330"/>
                </a:lnTo>
                <a:lnTo>
                  <a:pt x="13" y="338"/>
                </a:lnTo>
                <a:lnTo>
                  <a:pt x="16" y="347"/>
                </a:lnTo>
                <a:lnTo>
                  <a:pt x="19" y="356"/>
                </a:lnTo>
                <a:lnTo>
                  <a:pt x="22" y="364"/>
                </a:lnTo>
                <a:lnTo>
                  <a:pt x="26" y="371"/>
                </a:lnTo>
                <a:lnTo>
                  <a:pt x="30" y="379"/>
                </a:lnTo>
                <a:lnTo>
                  <a:pt x="34" y="387"/>
                </a:lnTo>
                <a:lnTo>
                  <a:pt x="39" y="395"/>
                </a:lnTo>
                <a:lnTo>
                  <a:pt x="44" y="402"/>
                </a:lnTo>
                <a:lnTo>
                  <a:pt x="49" y="409"/>
                </a:lnTo>
                <a:lnTo>
                  <a:pt x="54" y="417"/>
                </a:lnTo>
                <a:lnTo>
                  <a:pt x="60" y="424"/>
                </a:lnTo>
                <a:lnTo>
                  <a:pt x="66" y="431"/>
                </a:lnTo>
                <a:lnTo>
                  <a:pt x="73" y="437"/>
                </a:lnTo>
                <a:lnTo>
                  <a:pt x="79" y="444"/>
                </a:lnTo>
                <a:lnTo>
                  <a:pt x="86" y="450"/>
                </a:lnTo>
                <a:lnTo>
                  <a:pt x="93" y="457"/>
                </a:lnTo>
                <a:lnTo>
                  <a:pt x="101" y="463"/>
                </a:lnTo>
                <a:lnTo>
                  <a:pt x="108" y="469"/>
                </a:lnTo>
                <a:lnTo>
                  <a:pt x="116" y="474"/>
                </a:lnTo>
                <a:lnTo>
                  <a:pt x="124" y="480"/>
                </a:lnTo>
                <a:lnTo>
                  <a:pt x="132" y="485"/>
                </a:lnTo>
                <a:lnTo>
                  <a:pt x="141" y="490"/>
                </a:lnTo>
                <a:lnTo>
                  <a:pt x="149" y="495"/>
                </a:lnTo>
                <a:lnTo>
                  <a:pt x="158" y="500"/>
                </a:lnTo>
                <a:lnTo>
                  <a:pt x="167" y="504"/>
                </a:lnTo>
                <a:lnTo>
                  <a:pt x="176" y="508"/>
                </a:lnTo>
                <a:lnTo>
                  <a:pt x="185" y="512"/>
                </a:lnTo>
                <a:lnTo>
                  <a:pt x="195" y="516"/>
                </a:lnTo>
                <a:lnTo>
                  <a:pt x="205" y="519"/>
                </a:lnTo>
                <a:lnTo>
                  <a:pt x="214" y="523"/>
                </a:lnTo>
                <a:lnTo>
                  <a:pt x="224" y="526"/>
                </a:lnTo>
                <a:lnTo>
                  <a:pt x="234" y="528"/>
                </a:lnTo>
                <a:lnTo>
                  <a:pt x="244" y="531"/>
                </a:lnTo>
                <a:lnTo>
                  <a:pt x="254" y="533"/>
                </a:lnTo>
                <a:lnTo>
                  <a:pt x="265" y="535"/>
                </a:lnTo>
                <a:lnTo>
                  <a:pt x="275" y="537"/>
                </a:lnTo>
                <a:lnTo>
                  <a:pt x="285" y="538"/>
                </a:lnTo>
                <a:lnTo>
                  <a:pt x="296" y="539"/>
                </a:lnTo>
                <a:lnTo>
                  <a:pt x="306" y="540"/>
                </a:lnTo>
                <a:lnTo>
                  <a:pt x="317" y="541"/>
                </a:lnTo>
                <a:lnTo>
                  <a:pt x="327" y="541"/>
                </a:lnTo>
                <a:lnTo>
                  <a:pt x="338" y="542"/>
                </a:lnTo>
                <a:lnTo>
                  <a:pt x="349" y="541"/>
                </a:lnTo>
                <a:lnTo>
                  <a:pt x="360" y="541"/>
                </a:lnTo>
                <a:lnTo>
                  <a:pt x="370" y="540"/>
                </a:lnTo>
                <a:lnTo>
                  <a:pt x="381" y="539"/>
                </a:lnTo>
                <a:lnTo>
                  <a:pt x="391" y="538"/>
                </a:lnTo>
                <a:lnTo>
                  <a:pt x="402" y="537"/>
                </a:lnTo>
                <a:lnTo>
                  <a:pt x="412" y="535"/>
                </a:lnTo>
                <a:lnTo>
                  <a:pt x="422" y="533"/>
                </a:lnTo>
                <a:lnTo>
                  <a:pt x="432" y="531"/>
                </a:lnTo>
                <a:lnTo>
                  <a:pt x="443" y="528"/>
                </a:lnTo>
                <a:lnTo>
                  <a:pt x="452" y="526"/>
                </a:lnTo>
                <a:lnTo>
                  <a:pt x="462" y="523"/>
                </a:lnTo>
                <a:lnTo>
                  <a:pt x="472" y="519"/>
                </a:lnTo>
                <a:lnTo>
                  <a:pt x="482" y="516"/>
                </a:lnTo>
                <a:lnTo>
                  <a:pt x="491" y="512"/>
                </a:lnTo>
                <a:lnTo>
                  <a:pt x="500" y="508"/>
                </a:lnTo>
                <a:lnTo>
                  <a:pt x="510" y="504"/>
                </a:lnTo>
                <a:lnTo>
                  <a:pt x="519" y="500"/>
                </a:lnTo>
                <a:lnTo>
                  <a:pt x="527" y="495"/>
                </a:lnTo>
                <a:lnTo>
                  <a:pt x="536" y="490"/>
                </a:lnTo>
                <a:lnTo>
                  <a:pt x="544" y="485"/>
                </a:lnTo>
                <a:lnTo>
                  <a:pt x="553" y="480"/>
                </a:lnTo>
                <a:lnTo>
                  <a:pt x="561" y="474"/>
                </a:lnTo>
                <a:lnTo>
                  <a:pt x="569" y="469"/>
                </a:lnTo>
                <a:lnTo>
                  <a:pt x="576" y="463"/>
                </a:lnTo>
                <a:lnTo>
                  <a:pt x="583" y="457"/>
                </a:lnTo>
                <a:lnTo>
                  <a:pt x="591" y="450"/>
                </a:lnTo>
                <a:lnTo>
                  <a:pt x="597" y="444"/>
                </a:lnTo>
                <a:lnTo>
                  <a:pt x="604" y="437"/>
                </a:lnTo>
                <a:lnTo>
                  <a:pt x="610" y="431"/>
                </a:lnTo>
                <a:lnTo>
                  <a:pt x="616" y="424"/>
                </a:lnTo>
                <a:lnTo>
                  <a:pt x="622" y="417"/>
                </a:lnTo>
                <a:lnTo>
                  <a:pt x="628" y="409"/>
                </a:lnTo>
                <a:lnTo>
                  <a:pt x="633" y="402"/>
                </a:lnTo>
                <a:lnTo>
                  <a:pt x="638" y="395"/>
                </a:lnTo>
                <a:lnTo>
                  <a:pt x="642" y="387"/>
                </a:lnTo>
                <a:lnTo>
                  <a:pt x="647" y="379"/>
                </a:lnTo>
                <a:lnTo>
                  <a:pt x="651" y="371"/>
                </a:lnTo>
                <a:lnTo>
                  <a:pt x="655" y="364"/>
                </a:lnTo>
                <a:lnTo>
                  <a:pt x="658" y="356"/>
                </a:lnTo>
                <a:lnTo>
                  <a:pt x="661" y="347"/>
                </a:lnTo>
                <a:lnTo>
                  <a:pt x="664" y="338"/>
                </a:lnTo>
                <a:lnTo>
                  <a:pt x="666" y="330"/>
                </a:lnTo>
                <a:lnTo>
                  <a:pt x="668" y="322"/>
                </a:lnTo>
                <a:lnTo>
                  <a:pt x="670" y="313"/>
                </a:lnTo>
                <a:lnTo>
                  <a:pt x="672" y="305"/>
                </a:lnTo>
                <a:lnTo>
                  <a:pt x="673" y="297"/>
                </a:lnTo>
                <a:lnTo>
                  <a:pt x="674" y="288"/>
                </a:lnTo>
                <a:lnTo>
                  <a:pt x="674" y="280"/>
                </a:lnTo>
                <a:lnTo>
                  <a:pt x="674" y="271"/>
                </a:lnTo>
                <a:moveTo>
                  <a:pt x="677" y="271"/>
                </a:moveTo>
                <a:lnTo>
                  <a:pt x="677" y="280"/>
                </a:lnTo>
                <a:lnTo>
                  <a:pt x="676" y="288"/>
                </a:lnTo>
                <a:lnTo>
                  <a:pt x="675" y="297"/>
                </a:lnTo>
                <a:lnTo>
                  <a:pt x="674" y="305"/>
                </a:lnTo>
                <a:lnTo>
                  <a:pt x="673" y="314"/>
                </a:lnTo>
                <a:lnTo>
                  <a:pt x="671" y="322"/>
                </a:lnTo>
                <a:lnTo>
                  <a:pt x="669" y="331"/>
                </a:lnTo>
                <a:lnTo>
                  <a:pt x="666" y="339"/>
                </a:lnTo>
                <a:lnTo>
                  <a:pt x="663" y="348"/>
                </a:lnTo>
                <a:lnTo>
                  <a:pt x="660" y="356"/>
                </a:lnTo>
                <a:lnTo>
                  <a:pt x="657" y="364"/>
                </a:lnTo>
                <a:lnTo>
                  <a:pt x="653" y="372"/>
                </a:lnTo>
                <a:lnTo>
                  <a:pt x="649" y="380"/>
                </a:lnTo>
                <a:lnTo>
                  <a:pt x="645" y="388"/>
                </a:lnTo>
                <a:lnTo>
                  <a:pt x="640" y="395"/>
                </a:lnTo>
                <a:lnTo>
                  <a:pt x="635" y="403"/>
                </a:lnTo>
                <a:lnTo>
                  <a:pt x="630" y="410"/>
                </a:lnTo>
                <a:lnTo>
                  <a:pt x="624" y="418"/>
                </a:lnTo>
                <a:lnTo>
                  <a:pt x="618" y="425"/>
                </a:lnTo>
                <a:lnTo>
                  <a:pt x="612" y="432"/>
                </a:lnTo>
                <a:lnTo>
                  <a:pt x="606" y="439"/>
                </a:lnTo>
                <a:lnTo>
                  <a:pt x="599" y="445"/>
                </a:lnTo>
                <a:lnTo>
                  <a:pt x="592" y="452"/>
                </a:lnTo>
                <a:lnTo>
                  <a:pt x="585" y="458"/>
                </a:lnTo>
                <a:lnTo>
                  <a:pt x="578" y="464"/>
                </a:lnTo>
                <a:lnTo>
                  <a:pt x="570" y="470"/>
                </a:lnTo>
                <a:lnTo>
                  <a:pt x="562" y="476"/>
                </a:lnTo>
                <a:lnTo>
                  <a:pt x="554" y="481"/>
                </a:lnTo>
                <a:lnTo>
                  <a:pt x="546" y="487"/>
                </a:lnTo>
                <a:lnTo>
                  <a:pt x="537" y="492"/>
                </a:lnTo>
                <a:lnTo>
                  <a:pt x="529" y="497"/>
                </a:lnTo>
                <a:lnTo>
                  <a:pt x="520" y="501"/>
                </a:lnTo>
                <a:lnTo>
                  <a:pt x="511" y="506"/>
                </a:lnTo>
                <a:lnTo>
                  <a:pt x="502" y="510"/>
                </a:lnTo>
                <a:lnTo>
                  <a:pt x="492" y="514"/>
                </a:lnTo>
                <a:lnTo>
                  <a:pt x="483" y="518"/>
                </a:lnTo>
                <a:lnTo>
                  <a:pt x="473" y="521"/>
                </a:lnTo>
                <a:lnTo>
                  <a:pt x="463" y="524"/>
                </a:lnTo>
                <a:lnTo>
                  <a:pt x="453" y="527"/>
                </a:lnTo>
                <a:lnTo>
                  <a:pt x="443" y="530"/>
                </a:lnTo>
                <a:lnTo>
                  <a:pt x="433" y="533"/>
                </a:lnTo>
                <a:lnTo>
                  <a:pt x="423" y="535"/>
                </a:lnTo>
                <a:lnTo>
                  <a:pt x="413" y="537"/>
                </a:lnTo>
                <a:lnTo>
                  <a:pt x="402" y="539"/>
                </a:lnTo>
                <a:lnTo>
                  <a:pt x="392" y="540"/>
                </a:lnTo>
                <a:lnTo>
                  <a:pt x="381" y="541"/>
                </a:lnTo>
                <a:lnTo>
                  <a:pt x="371" y="542"/>
                </a:lnTo>
                <a:lnTo>
                  <a:pt x="360" y="543"/>
                </a:lnTo>
                <a:lnTo>
                  <a:pt x="349" y="543"/>
                </a:lnTo>
                <a:lnTo>
                  <a:pt x="338" y="543"/>
                </a:lnTo>
                <a:lnTo>
                  <a:pt x="327" y="543"/>
                </a:lnTo>
                <a:lnTo>
                  <a:pt x="317" y="543"/>
                </a:lnTo>
                <a:lnTo>
                  <a:pt x="306" y="542"/>
                </a:lnTo>
                <a:lnTo>
                  <a:pt x="295" y="541"/>
                </a:lnTo>
                <a:lnTo>
                  <a:pt x="285" y="540"/>
                </a:lnTo>
                <a:lnTo>
                  <a:pt x="274" y="539"/>
                </a:lnTo>
                <a:lnTo>
                  <a:pt x="264" y="537"/>
                </a:lnTo>
                <a:lnTo>
                  <a:pt x="254" y="535"/>
                </a:lnTo>
                <a:lnTo>
                  <a:pt x="244" y="533"/>
                </a:lnTo>
                <a:lnTo>
                  <a:pt x="233" y="530"/>
                </a:lnTo>
                <a:lnTo>
                  <a:pt x="223" y="527"/>
                </a:lnTo>
                <a:lnTo>
                  <a:pt x="213" y="524"/>
                </a:lnTo>
                <a:lnTo>
                  <a:pt x="204" y="521"/>
                </a:lnTo>
                <a:lnTo>
                  <a:pt x="194" y="518"/>
                </a:lnTo>
                <a:lnTo>
                  <a:pt x="184" y="514"/>
                </a:lnTo>
                <a:lnTo>
                  <a:pt x="175" y="510"/>
                </a:lnTo>
                <a:lnTo>
                  <a:pt x="166" y="506"/>
                </a:lnTo>
                <a:lnTo>
                  <a:pt x="157" y="501"/>
                </a:lnTo>
                <a:lnTo>
                  <a:pt x="148" y="497"/>
                </a:lnTo>
                <a:lnTo>
                  <a:pt x="139" y="492"/>
                </a:lnTo>
                <a:lnTo>
                  <a:pt x="131" y="487"/>
                </a:lnTo>
                <a:lnTo>
                  <a:pt x="122" y="481"/>
                </a:lnTo>
                <a:lnTo>
                  <a:pt x="114" y="476"/>
                </a:lnTo>
                <a:lnTo>
                  <a:pt x="106" y="470"/>
                </a:lnTo>
                <a:lnTo>
                  <a:pt x="99" y="464"/>
                </a:lnTo>
                <a:lnTo>
                  <a:pt x="91" y="458"/>
                </a:lnTo>
                <a:lnTo>
                  <a:pt x="84" y="452"/>
                </a:lnTo>
                <a:lnTo>
                  <a:pt x="77" y="445"/>
                </a:lnTo>
                <a:lnTo>
                  <a:pt x="71" y="439"/>
                </a:lnTo>
                <a:lnTo>
                  <a:pt x="64" y="432"/>
                </a:lnTo>
                <a:lnTo>
                  <a:pt x="58" y="425"/>
                </a:lnTo>
                <a:lnTo>
                  <a:pt x="53" y="418"/>
                </a:lnTo>
                <a:lnTo>
                  <a:pt x="47" y="410"/>
                </a:lnTo>
                <a:lnTo>
                  <a:pt x="42" y="403"/>
                </a:lnTo>
                <a:lnTo>
                  <a:pt x="37" y="395"/>
                </a:lnTo>
                <a:lnTo>
                  <a:pt x="32" y="388"/>
                </a:lnTo>
                <a:lnTo>
                  <a:pt x="28" y="380"/>
                </a:lnTo>
                <a:lnTo>
                  <a:pt x="24" y="372"/>
                </a:lnTo>
                <a:lnTo>
                  <a:pt x="20" y="364"/>
                </a:lnTo>
                <a:lnTo>
                  <a:pt x="16" y="356"/>
                </a:lnTo>
                <a:lnTo>
                  <a:pt x="13" y="348"/>
                </a:lnTo>
                <a:lnTo>
                  <a:pt x="11" y="339"/>
                </a:lnTo>
                <a:lnTo>
                  <a:pt x="8" y="331"/>
                </a:lnTo>
                <a:lnTo>
                  <a:pt x="6" y="322"/>
                </a:lnTo>
                <a:lnTo>
                  <a:pt x="4" y="314"/>
                </a:lnTo>
                <a:lnTo>
                  <a:pt x="3" y="305"/>
                </a:lnTo>
                <a:lnTo>
                  <a:pt x="1" y="297"/>
                </a:lnTo>
                <a:lnTo>
                  <a:pt x="1" y="288"/>
                </a:lnTo>
                <a:lnTo>
                  <a:pt x="0" y="280"/>
                </a:lnTo>
                <a:lnTo>
                  <a:pt x="0" y="271"/>
                </a:lnTo>
                <a:lnTo>
                  <a:pt x="0" y="263"/>
                </a:lnTo>
                <a:lnTo>
                  <a:pt x="1" y="254"/>
                </a:lnTo>
                <a:lnTo>
                  <a:pt x="1" y="246"/>
                </a:lnTo>
                <a:lnTo>
                  <a:pt x="3" y="237"/>
                </a:lnTo>
                <a:lnTo>
                  <a:pt x="4" y="229"/>
                </a:lnTo>
                <a:lnTo>
                  <a:pt x="6" y="221"/>
                </a:lnTo>
                <a:lnTo>
                  <a:pt x="8" y="212"/>
                </a:lnTo>
                <a:lnTo>
                  <a:pt x="11" y="204"/>
                </a:lnTo>
                <a:lnTo>
                  <a:pt x="13" y="196"/>
                </a:lnTo>
                <a:lnTo>
                  <a:pt x="16" y="188"/>
                </a:lnTo>
                <a:lnTo>
                  <a:pt x="20" y="180"/>
                </a:lnTo>
                <a:lnTo>
                  <a:pt x="24" y="172"/>
                </a:lnTo>
                <a:lnTo>
                  <a:pt x="28" y="164"/>
                </a:lnTo>
                <a:lnTo>
                  <a:pt x="32" y="156"/>
                </a:lnTo>
                <a:lnTo>
                  <a:pt x="37" y="148"/>
                </a:lnTo>
                <a:lnTo>
                  <a:pt x="42" y="141"/>
                </a:lnTo>
                <a:lnTo>
                  <a:pt x="47" y="133"/>
                </a:lnTo>
                <a:lnTo>
                  <a:pt x="53" y="126"/>
                </a:lnTo>
                <a:lnTo>
                  <a:pt x="58" y="119"/>
                </a:lnTo>
                <a:lnTo>
                  <a:pt x="64" y="112"/>
                </a:lnTo>
                <a:lnTo>
                  <a:pt x="71" y="105"/>
                </a:lnTo>
                <a:lnTo>
                  <a:pt x="77" y="99"/>
                </a:lnTo>
                <a:lnTo>
                  <a:pt x="84" y="92"/>
                </a:lnTo>
                <a:lnTo>
                  <a:pt x="91" y="86"/>
                </a:lnTo>
                <a:lnTo>
                  <a:pt x="99" y="80"/>
                </a:lnTo>
                <a:lnTo>
                  <a:pt x="106" y="74"/>
                </a:lnTo>
                <a:lnTo>
                  <a:pt x="114" y="68"/>
                </a:lnTo>
                <a:lnTo>
                  <a:pt x="122" y="63"/>
                </a:lnTo>
                <a:lnTo>
                  <a:pt x="131" y="57"/>
                </a:lnTo>
                <a:lnTo>
                  <a:pt x="139" y="52"/>
                </a:lnTo>
                <a:lnTo>
                  <a:pt x="148" y="47"/>
                </a:lnTo>
                <a:lnTo>
                  <a:pt x="157" y="43"/>
                </a:lnTo>
                <a:lnTo>
                  <a:pt x="166" y="38"/>
                </a:lnTo>
                <a:lnTo>
                  <a:pt x="175" y="34"/>
                </a:lnTo>
                <a:lnTo>
                  <a:pt x="184" y="30"/>
                </a:lnTo>
                <a:lnTo>
                  <a:pt x="194" y="26"/>
                </a:lnTo>
                <a:lnTo>
                  <a:pt x="204" y="23"/>
                </a:lnTo>
                <a:lnTo>
                  <a:pt x="213" y="19"/>
                </a:lnTo>
                <a:lnTo>
                  <a:pt x="223" y="16"/>
                </a:lnTo>
                <a:lnTo>
                  <a:pt x="233" y="14"/>
                </a:lnTo>
                <a:lnTo>
                  <a:pt x="244" y="11"/>
                </a:lnTo>
                <a:lnTo>
                  <a:pt x="254" y="9"/>
                </a:lnTo>
                <a:lnTo>
                  <a:pt x="264" y="7"/>
                </a:lnTo>
                <a:lnTo>
                  <a:pt x="274" y="5"/>
                </a:lnTo>
                <a:lnTo>
                  <a:pt x="285" y="4"/>
                </a:lnTo>
                <a:lnTo>
                  <a:pt x="295" y="2"/>
                </a:lnTo>
                <a:lnTo>
                  <a:pt x="306" y="2"/>
                </a:lnTo>
                <a:lnTo>
                  <a:pt x="317" y="1"/>
                </a:lnTo>
                <a:lnTo>
                  <a:pt x="327" y="0"/>
                </a:lnTo>
                <a:lnTo>
                  <a:pt x="338" y="0"/>
                </a:lnTo>
                <a:lnTo>
                  <a:pt x="349" y="0"/>
                </a:lnTo>
                <a:lnTo>
                  <a:pt x="360" y="1"/>
                </a:lnTo>
                <a:lnTo>
                  <a:pt x="371" y="2"/>
                </a:lnTo>
                <a:lnTo>
                  <a:pt x="381" y="2"/>
                </a:lnTo>
                <a:lnTo>
                  <a:pt x="392" y="4"/>
                </a:lnTo>
                <a:lnTo>
                  <a:pt x="402" y="5"/>
                </a:lnTo>
                <a:lnTo>
                  <a:pt x="413" y="7"/>
                </a:lnTo>
                <a:lnTo>
                  <a:pt x="423" y="9"/>
                </a:lnTo>
                <a:lnTo>
                  <a:pt x="433" y="11"/>
                </a:lnTo>
                <a:lnTo>
                  <a:pt x="443" y="14"/>
                </a:lnTo>
                <a:lnTo>
                  <a:pt x="453" y="16"/>
                </a:lnTo>
                <a:lnTo>
                  <a:pt x="463" y="19"/>
                </a:lnTo>
                <a:lnTo>
                  <a:pt x="473" y="23"/>
                </a:lnTo>
                <a:lnTo>
                  <a:pt x="483" y="26"/>
                </a:lnTo>
                <a:lnTo>
                  <a:pt x="492" y="30"/>
                </a:lnTo>
                <a:lnTo>
                  <a:pt x="502" y="34"/>
                </a:lnTo>
                <a:lnTo>
                  <a:pt x="511" y="38"/>
                </a:lnTo>
                <a:lnTo>
                  <a:pt x="520" y="43"/>
                </a:lnTo>
                <a:lnTo>
                  <a:pt x="529" y="47"/>
                </a:lnTo>
                <a:lnTo>
                  <a:pt x="537" y="52"/>
                </a:lnTo>
                <a:lnTo>
                  <a:pt x="546" y="57"/>
                </a:lnTo>
                <a:lnTo>
                  <a:pt x="554" y="63"/>
                </a:lnTo>
                <a:lnTo>
                  <a:pt x="562" y="68"/>
                </a:lnTo>
                <a:lnTo>
                  <a:pt x="570" y="74"/>
                </a:lnTo>
                <a:lnTo>
                  <a:pt x="578" y="80"/>
                </a:lnTo>
                <a:lnTo>
                  <a:pt x="585" y="86"/>
                </a:lnTo>
                <a:lnTo>
                  <a:pt x="592" y="92"/>
                </a:lnTo>
                <a:lnTo>
                  <a:pt x="599" y="99"/>
                </a:lnTo>
                <a:lnTo>
                  <a:pt x="606" y="105"/>
                </a:lnTo>
                <a:lnTo>
                  <a:pt x="612" y="112"/>
                </a:lnTo>
                <a:lnTo>
                  <a:pt x="618" y="119"/>
                </a:lnTo>
                <a:lnTo>
                  <a:pt x="624" y="126"/>
                </a:lnTo>
                <a:lnTo>
                  <a:pt x="630" y="133"/>
                </a:lnTo>
                <a:lnTo>
                  <a:pt x="635" y="141"/>
                </a:lnTo>
                <a:lnTo>
                  <a:pt x="640" y="148"/>
                </a:lnTo>
                <a:lnTo>
                  <a:pt x="645" y="156"/>
                </a:lnTo>
                <a:lnTo>
                  <a:pt x="649" y="164"/>
                </a:lnTo>
                <a:lnTo>
                  <a:pt x="653" y="172"/>
                </a:lnTo>
                <a:lnTo>
                  <a:pt x="657" y="180"/>
                </a:lnTo>
                <a:lnTo>
                  <a:pt x="660" y="188"/>
                </a:lnTo>
                <a:lnTo>
                  <a:pt x="663" y="196"/>
                </a:lnTo>
                <a:lnTo>
                  <a:pt x="666" y="204"/>
                </a:lnTo>
                <a:lnTo>
                  <a:pt x="669" y="212"/>
                </a:lnTo>
                <a:lnTo>
                  <a:pt x="671" y="221"/>
                </a:lnTo>
                <a:lnTo>
                  <a:pt x="673" y="229"/>
                </a:lnTo>
                <a:lnTo>
                  <a:pt x="674" y="237"/>
                </a:lnTo>
                <a:lnTo>
                  <a:pt x="675" y="246"/>
                </a:lnTo>
                <a:lnTo>
                  <a:pt x="676" y="254"/>
                </a:lnTo>
                <a:lnTo>
                  <a:pt x="677" y="263"/>
                </a:lnTo>
                <a:lnTo>
                  <a:pt x="677" y="271"/>
                </a:lnTo>
                <a:close/>
              </a:path>
            </a:pathLst>
          </a:custGeom>
          <a:solidFill>
            <a:srgbClr val="ff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6" name=""/>
          <p:cNvSpPr/>
          <p:nvPr/>
        </p:nvSpPr>
        <p:spPr>
          <a:xfrm>
            <a:off x="4856400" y="1729440"/>
            <a:ext cx="245160" cy="196920"/>
          </a:xfrm>
          <a:custGeom>
            <a:avLst/>
            <a:gdLst/>
            <a:ahLst/>
            <a:rect l="0" t="0" r="r" b="b"/>
            <a:pathLst>
              <a:path w="681" h="547">
                <a:moveTo>
                  <a:pt x="679" y="273"/>
                </a:moveTo>
                <a:lnTo>
                  <a:pt x="679" y="265"/>
                </a:lnTo>
                <a:lnTo>
                  <a:pt x="678" y="256"/>
                </a:lnTo>
                <a:lnTo>
                  <a:pt x="677" y="248"/>
                </a:lnTo>
                <a:lnTo>
                  <a:pt x="676" y="239"/>
                </a:lnTo>
                <a:lnTo>
                  <a:pt x="675" y="231"/>
                </a:lnTo>
                <a:lnTo>
                  <a:pt x="673" y="223"/>
                </a:lnTo>
                <a:lnTo>
                  <a:pt x="671" y="214"/>
                </a:lnTo>
                <a:lnTo>
                  <a:pt x="668" y="206"/>
                </a:lnTo>
                <a:lnTo>
                  <a:pt x="665" y="198"/>
                </a:lnTo>
                <a:lnTo>
                  <a:pt x="662" y="190"/>
                </a:lnTo>
                <a:lnTo>
                  <a:pt x="659" y="182"/>
                </a:lnTo>
                <a:lnTo>
                  <a:pt x="655" y="174"/>
                </a:lnTo>
                <a:lnTo>
                  <a:pt x="651" y="166"/>
                </a:lnTo>
                <a:lnTo>
                  <a:pt x="647" y="158"/>
                </a:lnTo>
                <a:lnTo>
                  <a:pt x="642" y="150"/>
                </a:lnTo>
                <a:lnTo>
                  <a:pt x="637" y="143"/>
                </a:lnTo>
                <a:lnTo>
                  <a:pt x="632" y="135"/>
                </a:lnTo>
                <a:lnTo>
                  <a:pt x="626" y="128"/>
                </a:lnTo>
                <a:lnTo>
                  <a:pt x="620" y="121"/>
                </a:lnTo>
                <a:lnTo>
                  <a:pt x="614" y="114"/>
                </a:lnTo>
                <a:lnTo>
                  <a:pt x="608" y="107"/>
                </a:lnTo>
                <a:lnTo>
                  <a:pt x="601" y="101"/>
                </a:lnTo>
                <a:lnTo>
                  <a:pt x="594" y="94"/>
                </a:lnTo>
                <a:lnTo>
                  <a:pt x="587" y="88"/>
                </a:lnTo>
                <a:lnTo>
                  <a:pt x="580" y="82"/>
                </a:lnTo>
                <a:lnTo>
                  <a:pt x="572" y="76"/>
                </a:lnTo>
                <a:lnTo>
                  <a:pt x="564" y="70"/>
                </a:lnTo>
                <a:lnTo>
                  <a:pt x="556" y="65"/>
                </a:lnTo>
                <a:lnTo>
                  <a:pt x="548" y="59"/>
                </a:lnTo>
                <a:lnTo>
                  <a:pt x="539" y="54"/>
                </a:lnTo>
                <a:lnTo>
                  <a:pt x="531" y="49"/>
                </a:lnTo>
                <a:lnTo>
                  <a:pt x="522" y="45"/>
                </a:lnTo>
                <a:lnTo>
                  <a:pt x="513" y="40"/>
                </a:lnTo>
                <a:lnTo>
                  <a:pt x="504" y="36"/>
                </a:lnTo>
                <a:lnTo>
                  <a:pt x="494" y="32"/>
                </a:lnTo>
                <a:lnTo>
                  <a:pt x="485" y="28"/>
                </a:lnTo>
                <a:lnTo>
                  <a:pt x="475" y="25"/>
                </a:lnTo>
                <a:lnTo>
                  <a:pt x="465" y="21"/>
                </a:lnTo>
                <a:lnTo>
                  <a:pt x="455" y="18"/>
                </a:lnTo>
                <a:lnTo>
                  <a:pt x="444" y="16"/>
                </a:lnTo>
                <a:lnTo>
                  <a:pt x="434" y="13"/>
                </a:lnTo>
                <a:lnTo>
                  <a:pt x="424" y="11"/>
                </a:lnTo>
                <a:lnTo>
                  <a:pt x="414" y="9"/>
                </a:lnTo>
                <a:lnTo>
                  <a:pt x="403" y="7"/>
                </a:lnTo>
                <a:lnTo>
                  <a:pt x="393" y="6"/>
                </a:lnTo>
                <a:lnTo>
                  <a:pt x="382" y="4"/>
                </a:lnTo>
                <a:lnTo>
                  <a:pt x="372" y="4"/>
                </a:lnTo>
                <a:lnTo>
                  <a:pt x="361" y="3"/>
                </a:lnTo>
                <a:lnTo>
                  <a:pt x="350" y="2"/>
                </a:lnTo>
                <a:lnTo>
                  <a:pt x="340" y="2"/>
                </a:lnTo>
                <a:lnTo>
                  <a:pt x="329" y="2"/>
                </a:lnTo>
                <a:lnTo>
                  <a:pt x="319" y="3"/>
                </a:lnTo>
                <a:lnTo>
                  <a:pt x="308" y="4"/>
                </a:lnTo>
                <a:lnTo>
                  <a:pt x="297" y="4"/>
                </a:lnTo>
                <a:lnTo>
                  <a:pt x="287" y="6"/>
                </a:lnTo>
                <a:lnTo>
                  <a:pt x="276" y="7"/>
                </a:lnTo>
                <a:lnTo>
                  <a:pt x="266" y="9"/>
                </a:lnTo>
                <a:lnTo>
                  <a:pt x="256" y="11"/>
                </a:lnTo>
                <a:lnTo>
                  <a:pt x="246" y="13"/>
                </a:lnTo>
                <a:lnTo>
                  <a:pt x="235" y="16"/>
                </a:lnTo>
                <a:lnTo>
                  <a:pt x="225" y="18"/>
                </a:lnTo>
                <a:lnTo>
                  <a:pt x="215" y="21"/>
                </a:lnTo>
                <a:lnTo>
                  <a:pt x="206" y="25"/>
                </a:lnTo>
                <a:lnTo>
                  <a:pt x="196" y="28"/>
                </a:lnTo>
                <a:lnTo>
                  <a:pt x="186" y="32"/>
                </a:lnTo>
                <a:lnTo>
                  <a:pt x="177" y="36"/>
                </a:lnTo>
                <a:lnTo>
                  <a:pt x="168" y="40"/>
                </a:lnTo>
                <a:lnTo>
                  <a:pt x="159" y="45"/>
                </a:lnTo>
                <a:lnTo>
                  <a:pt x="150" y="49"/>
                </a:lnTo>
                <a:lnTo>
                  <a:pt x="141" y="54"/>
                </a:lnTo>
                <a:lnTo>
                  <a:pt x="133" y="59"/>
                </a:lnTo>
                <a:lnTo>
                  <a:pt x="124" y="65"/>
                </a:lnTo>
                <a:lnTo>
                  <a:pt x="116" y="70"/>
                </a:lnTo>
                <a:lnTo>
                  <a:pt x="108" y="76"/>
                </a:lnTo>
                <a:lnTo>
                  <a:pt x="101" y="82"/>
                </a:lnTo>
                <a:lnTo>
                  <a:pt x="93" y="88"/>
                </a:lnTo>
                <a:lnTo>
                  <a:pt x="86" y="94"/>
                </a:lnTo>
                <a:lnTo>
                  <a:pt x="79" y="101"/>
                </a:lnTo>
                <a:lnTo>
                  <a:pt x="73" y="107"/>
                </a:lnTo>
                <a:lnTo>
                  <a:pt x="66" y="114"/>
                </a:lnTo>
                <a:lnTo>
                  <a:pt x="60" y="121"/>
                </a:lnTo>
                <a:lnTo>
                  <a:pt x="55" y="128"/>
                </a:lnTo>
                <a:lnTo>
                  <a:pt x="49" y="135"/>
                </a:lnTo>
                <a:lnTo>
                  <a:pt x="44" y="143"/>
                </a:lnTo>
                <a:lnTo>
                  <a:pt x="39" y="150"/>
                </a:lnTo>
                <a:lnTo>
                  <a:pt x="34" y="158"/>
                </a:lnTo>
                <a:lnTo>
                  <a:pt x="30" y="166"/>
                </a:lnTo>
                <a:lnTo>
                  <a:pt x="26" y="174"/>
                </a:lnTo>
                <a:lnTo>
                  <a:pt x="22" y="182"/>
                </a:lnTo>
                <a:lnTo>
                  <a:pt x="18" y="190"/>
                </a:lnTo>
                <a:lnTo>
                  <a:pt x="15" y="198"/>
                </a:lnTo>
                <a:lnTo>
                  <a:pt x="13" y="206"/>
                </a:lnTo>
                <a:lnTo>
                  <a:pt x="10" y="214"/>
                </a:lnTo>
                <a:lnTo>
                  <a:pt x="8" y="223"/>
                </a:lnTo>
                <a:lnTo>
                  <a:pt x="6" y="231"/>
                </a:lnTo>
                <a:lnTo>
                  <a:pt x="5" y="239"/>
                </a:lnTo>
                <a:lnTo>
                  <a:pt x="3" y="248"/>
                </a:lnTo>
                <a:lnTo>
                  <a:pt x="3" y="256"/>
                </a:lnTo>
                <a:lnTo>
                  <a:pt x="2" y="265"/>
                </a:lnTo>
                <a:lnTo>
                  <a:pt x="2" y="273"/>
                </a:lnTo>
                <a:lnTo>
                  <a:pt x="2" y="282"/>
                </a:lnTo>
                <a:lnTo>
                  <a:pt x="3" y="290"/>
                </a:lnTo>
                <a:lnTo>
                  <a:pt x="3" y="299"/>
                </a:lnTo>
                <a:lnTo>
                  <a:pt x="5" y="307"/>
                </a:lnTo>
                <a:lnTo>
                  <a:pt x="6" y="316"/>
                </a:lnTo>
                <a:lnTo>
                  <a:pt x="8" y="324"/>
                </a:lnTo>
                <a:lnTo>
                  <a:pt x="10" y="333"/>
                </a:lnTo>
                <a:lnTo>
                  <a:pt x="13" y="341"/>
                </a:lnTo>
                <a:lnTo>
                  <a:pt x="15" y="349"/>
                </a:lnTo>
                <a:lnTo>
                  <a:pt x="18" y="357"/>
                </a:lnTo>
                <a:lnTo>
                  <a:pt x="22" y="365"/>
                </a:lnTo>
                <a:lnTo>
                  <a:pt x="26" y="373"/>
                </a:lnTo>
                <a:lnTo>
                  <a:pt x="30" y="382"/>
                </a:lnTo>
                <a:lnTo>
                  <a:pt x="34" y="390"/>
                </a:lnTo>
                <a:lnTo>
                  <a:pt x="39" y="397"/>
                </a:lnTo>
                <a:lnTo>
                  <a:pt x="44" y="405"/>
                </a:lnTo>
                <a:lnTo>
                  <a:pt x="49" y="412"/>
                </a:lnTo>
                <a:lnTo>
                  <a:pt x="55" y="420"/>
                </a:lnTo>
                <a:lnTo>
                  <a:pt x="60" y="427"/>
                </a:lnTo>
                <a:lnTo>
                  <a:pt x="66" y="434"/>
                </a:lnTo>
                <a:lnTo>
                  <a:pt x="73" y="441"/>
                </a:lnTo>
                <a:lnTo>
                  <a:pt x="79" y="447"/>
                </a:lnTo>
                <a:lnTo>
                  <a:pt x="86" y="454"/>
                </a:lnTo>
                <a:lnTo>
                  <a:pt x="93" y="460"/>
                </a:lnTo>
                <a:lnTo>
                  <a:pt x="101" y="466"/>
                </a:lnTo>
                <a:lnTo>
                  <a:pt x="108" y="472"/>
                </a:lnTo>
                <a:lnTo>
                  <a:pt x="116" y="478"/>
                </a:lnTo>
                <a:lnTo>
                  <a:pt x="124" y="483"/>
                </a:lnTo>
                <a:lnTo>
                  <a:pt x="133" y="489"/>
                </a:lnTo>
                <a:lnTo>
                  <a:pt x="141" y="494"/>
                </a:lnTo>
                <a:lnTo>
                  <a:pt x="150" y="499"/>
                </a:lnTo>
                <a:lnTo>
                  <a:pt x="159" y="503"/>
                </a:lnTo>
                <a:lnTo>
                  <a:pt x="168" y="508"/>
                </a:lnTo>
                <a:lnTo>
                  <a:pt x="177" y="512"/>
                </a:lnTo>
                <a:lnTo>
                  <a:pt x="186" y="516"/>
                </a:lnTo>
                <a:lnTo>
                  <a:pt x="196" y="520"/>
                </a:lnTo>
                <a:lnTo>
                  <a:pt x="206" y="523"/>
                </a:lnTo>
                <a:lnTo>
                  <a:pt x="215" y="526"/>
                </a:lnTo>
                <a:lnTo>
                  <a:pt x="225" y="529"/>
                </a:lnTo>
                <a:lnTo>
                  <a:pt x="235" y="532"/>
                </a:lnTo>
                <a:lnTo>
                  <a:pt x="246" y="535"/>
                </a:lnTo>
                <a:lnTo>
                  <a:pt x="256" y="537"/>
                </a:lnTo>
                <a:lnTo>
                  <a:pt x="266" y="539"/>
                </a:lnTo>
                <a:lnTo>
                  <a:pt x="276" y="541"/>
                </a:lnTo>
                <a:lnTo>
                  <a:pt x="287" y="542"/>
                </a:lnTo>
                <a:lnTo>
                  <a:pt x="297" y="543"/>
                </a:lnTo>
                <a:lnTo>
                  <a:pt x="308" y="544"/>
                </a:lnTo>
                <a:lnTo>
                  <a:pt x="319" y="545"/>
                </a:lnTo>
                <a:lnTo>
                  <a:pt x="329" y="545"/>
                </a:lnTo>
                <a:lnTo>
                  <a:pt x="340" y="545"/>
                </a:lnTo>
                <a:lnTo>
                  <a:pt x="350" y="545"/>
                </a:lnTo>
                <a:lnTo>
                  <a:pt x="361" y="545"/>
                </a:lnTo>
                <a:lnTo>
                  <a:pt x="372" y="544"/>
                </a:lnTo>
                <a:lnTo>
                  <a:pt x="382" y="543"/>
                </a:lnTo>
                <a:lnTo>
                  <a:pt x="393" y="542"/>
                </a:lnTo>
                <a:lnTo>
                  <a:pt x="403" y="541"/>
                </a:lnTo>
                <a:lnTo>
                  <a:pt x="414" y="539"/>
                </a:lnTo>
                <a:lnTo>
                  <a:pt x="424" y="537"/>
                </a:lnTo>
                <a:lnTo>
                  <a:pt x="434" y="535"/>
                </a:lnTo>
                <a:lnTo>
                  <a:pt x="444" y="532"/>
                </a:lnTo>
                <a:lnTo>
                  <a:pt x="455" y="529"/>
                </a:lnTo>
                <a:lnTo>
                  <a:pt x="465" y="526"/>
                </a:lnTo>
                <a:lnTo>
                  <a:pt x="475" y="523"/>
                </a:lnTo>
                <a:lnTo>
                  <a:pt x="485" y="520"/>
                </a:lnTo>
                <a:lnTo>
                  <a:pt x="494" y="516"/>
                </a:lnTo>
                <a:lnTo>
                  <a:pt x="504" y="512"/>
                </a:lnTo>
                <a:lnTo>
                  <a:pt x="513" y="508"/>
                </a:lnTo>
                <a:lnTo>
                  <a:pt x="522" y="503"/>
                </a:lnTo>
                <a:lnTo>
                  <a:pt x="531" y="499"/>
                </a:lnTo>
                <a:lnTo>
                  <a:pt x="539" y="494"/>
                </a:lnTo>
                <a:lnTo>
                  <a:pt x="548" y="489"/>
                </a:lnTo>
                <a:lnTo>
                  <a:pt x="556" y="483"/>
                </a:lnTo>
                <a:lnTo>
                  <a:pt x="564" y="478"/>
                </a:lnTo>
                <a:lnTo>
                  <a:pt x="572" y="472"/>
                </a:lnTo>
                <a:lnTo>
                  <a:pt x="580" y="466"/>
                </a:lnTo>
                <a:lnTo>
                  <a:pt x="587" y="460"/>
                </a:lnTo>
                <a:lnTo>
                  <a:pt x="594" y="454"/>
                </a:lnTo>
                <a:lnTo>
                  <a:pt x="601" y="447"/>
                </a:lnTo>
                <a:lnTo>
                  <a:pt x="608" y="441"/>
                </a:lnTo>
                <a:lnTo>
                  <a:pt x="614" y="434"/>
                </a:lnTo>
                <a:lnTo>
                  <a:pt x="620" y="427"/>
                </a:lnTo>
                <a:lnTo>
                  <a:pt x="626" y="420"/>
                </a:lnTo>
                <a:lnTo>
                  <a:pt x="632" y="412"/>
                </a:lnTo>
                <a:lnTo>
                  <a:pt x="637" y="405"/>
                </a:lnTo>
                <a:lnTo>
                  <a:pt x="642" y="397"/>
                </a:lnTo>
                <a:lnTo>
                  <a:pt x="647" y="390"/>
                </a:lnTo>
                <a:lnTo>
                  <a:pt x="651" y="382"/>
                </a:lnTo>
                <a:lnTo>
                  <a:pt x="655" y="373"/>
                </a:lnTo>
                <a:lnTo>
                  <a:pt x="659" y="365"/>
                </a:lnTo>
                <a:lnTo>
                  <a:pt x="662" y="357"/>
                </a:lnTo>
                <a:lnTo>
                  <a:pt x="665" y="349"/>
                </a:lnTo>
                <a:lnTo>
                  <a:pt x="668" y="341"/>
                </a:lnTo>
                <a:lnTo>
                  <a:pt x="671" y="333"/>
                </a:lnTo>
                <a:lnTo>
                  <a:pt x="673" y="324"/>
                </a:lnTo>
                <a:lnTo>
                  <a:pt x="675" y="316"/>
                </a:lnTo>
                <a:lnTo>
                  <a:pt x="676" y="307"/>
                </a:lnTo>
                <a:lnTo>
                  <a:pt x="677" y="299"/>
                </a:lnTo>
                <a:lnTo>
                  <a:pt x="678" y="290"/>
                </a:lnTo>
                <a:lnTo>
                  <a:pt x="679" y="282"/>
                </a:lnTo>
                <a:lnTo>
                  <a:pt x="679" y="273"/>
                </a:lnTo>
                <a:moveTo>
                  <a:pt x="681" y="273"/>
                </a:moveTo>
                <a:lnTo>
                  <a:pt x="681" y="282"/>
                </a:lnTo>
                <a:lnTo>
                  <a:pt x="680" y="291"/>
                </a:lnTo>
                <a:lnTo>
                  <a:pt x="679" y="299"/>
                </a:lnTo>
                <a:lnTo>
                  <a:pt x="678" y="308"/>
                </a:lnTo>
                <a:lnTo>
                  <a:pt x="677" y="316"/>
                </a:lnTo>
                <a:lnTo>
                  <a:pt x="675" y="325"/>
                </a:lnTo>
                <a:lnTo>
                  <a:pt x="673" y="333"/>
                </a:lnTo>
                <a:lnTo>
                  <a:pt x="670" y="341"/>
                </a:lnTo>
                <a:lnTo>
                  <a:pt x="667" y="350"/>
                </a:lnTo>
                <a:lnTo>
                  <a:pt x="664" y="358"/>
                </a:lnTo>
                <a:lnTo>
                  <a:pt x="661" y="366"/>
                </a:lnTo>
                <a:lnTo>
                  <a:pt x="657" y="375"/>
                </a:lnTo>
                <a:lnTo>
                  <a:pt x="653" y="383"/>
                </a:lnTo>
                <a:lnTo>
                  <a:pt x="649" y="391"/>
                </a:lnTo>
                <a:lnTo>
                  <a:pt x="644" y="398"/>
                </a:lnTo>
                <a:lnTo>
                  <a:pt x="639" y="406"/>
                </a:lnTo>
                <a:lnTo>
                  <a:pt x="634" y="413"/>
                </a:lnTo>
                <a:lnTo>
                  <a:pt x="628" y="421"/>
                </a:lnTo>
                <a:lnTo>
                  <a:pt x="622" y="428"/>
                </a:lnTo>
                <a:lnTo>
                  <a:pt x="616" y="435"/>
                </a:lnTo>
                <a:lnTo>
                  <a:pt x="610" y="442"/>
                </a:lnTo>
                <a:lnTo>
                  <a:pt x="603" y="448"/>
                </a:lnTo>
                <a:lnTo>
                  <a:pt x="596" y="455"/>
                </a:lnTo>
                <a:lnTo>
                  <a:pt x="589" y="461"/>
                </a:lnTo>
                <a:lnTo>
                  <a:pt x="581" y="467"/>
                </a:lnTo>
                <a:lnTo>
                  <a:pt x="574" y="473"/>
                </a:lnTo>
                <a:lnTo>
                  <a:pt x="566" y="479"/>
                </a:lnTo>
                <a:lnTo>
                  <a:pt x="558" y="485"/>
                </a:lnTo>
                <a:lnTo>
                  <a:pt x="549" y="490"/>
                </a:lnTo>
                <a:lnTo>
                  <a:pt x="541" y="495"/>
                </a:lnTo>
                <a:lnTo>
                  <a:pt x="532" y="500"/>
                </a:lnTo>
                <a:lnTo>
                  <a:pt x="523" y="505"/>
                </a:lnTo>
                <a:lnTo>
                  <a:pt x="514" y="509"/>
                </a:lnTo>
                <a:lnTo>
                  <a:pt x="505" y="514"/>
                </a:lnTo>
                <a:lnTo>
                  <a:pt x="495" y="518"/>
                </a:lnTo>
                <a:lnTo>
                  <a:pt x="486" y="521"/>
                </a:lnTo>
                <a:lnTo>
                  <a:pt x="476" y="525"/>
                </a:lnTo>
                <a:lnTo>
                  <a:pt x="466" y="528"/>
                </a:lnTo>
                <a:lnTo>
                  <a:pt x="456" y="531"/>
                </a:lnTo>
                <a:lnTo>
                  <a:pt x="445" y="534"/>
                </a:lnTo>
                <a:lnTo>
                  <a:pt x="435" y="536"/>
                </a:lnTo>
                <a:lnTo>
                  <a:pt x="424" y="539"/>
                </a:lnTo>
                <a:lnTo>
                  <a:pt x="414" y="541"/>
                </a:lnTo>
                <a:lnTo>
                  <a:pt x="404" y="542"/>
                </a:lnTo>
                <a:lnTo>
                  <a:pt x="393" y="544"/>
                </a:lnTo>
                <a:lnTo>
                  <a:pt x="382" y="545"/>
                </a:lnTo>
                <a:lnTo>
                  <a:pt x="372" y="546"/>
                </a:lnTo>
                <a:lnTo>
                  <a:pt x="361" y="547"/>
                </a:lnTo>
                <a:lnTo>
                  <a:pt x="350" y="547"/>
                </a:lnTo>
                <a:lnTo>
                  <a:pt x="340" y="547"/>
                </a:lnTo>
                <a:lnTo>
                  <a:pt x="329" y="547"/>
                </a:lnTo>
                <a:lnTo>
                  <a:pt x="318" y="547"/>
                </a:lnTo>
                <a:lnTo>
                  <a:pt x="308" y="546"/>
                </a:lnTo>
                <a:lnTo>
                  <a:pt x="297" y="545"/>
                </a:lnTo>
                <a:lnTo>
                  <a:pt x="287" y="544"/>
                </a:lnTo>
                <a:lnTo>
                  <a:pt x="276" y="542"/>
                </a:lnTo>
                <a:lnTo>
                  <a:pt x="266" y="541"/>
                </a:lnTo>
                <a:lnTo>
                  <a:pt x="255" y="539"/>
                </a:lnTo>
                <a:lnTo>
                  <a:pt x="245" y="536"/>
                </a:lnTo>
                <a:lnTo>
                  <a:pt x="235" y="534"/>
                </a:lnTo>
                <a:lnTo>
                  <a:pt x="225" y="531"/>
                </a:lnTo>
                <a:lnTo>
                  <a:pt x="215" y="528"/>
                </a:lnTo>
                <a:lnTo>
                  <a:pt x="205" y="525"/>
                </a:lnTo>
                <a:lnTo>
                  <a:pt x="195" y="521"/>
                </a:lnTo>
                <a:lnTo>
                  <a:pt x="185" y="518"/>
                </a:lnTo>
                <a:lnTo>
                  <a:pt x="176" y="514"/>
                </a:lnTo>
                <a:lnTo>
                  <a:pt x="167" y="509"/>
                </a:lnTo>
                <a:lnTo>
                  <a:pt x="158" y="505"/>
                </a:lnTo>
                <a:lnTo>
                  <a:pt x="149" y="500"/>
                </a:lnTo>
                <a:lnTo>
                  <a:pt x="140" y="495"/>
                </a:lnTo>
                <a:lnTo>
                  <a:pt x="131" y="490"/>
                </a:lnTo>
                <a:lnTo>
                  <a:pt x="123" y="485"/>
                </a:lnTo>
                <a:lnTo>
                  <a:pt x="115" y="479"/>
                </a:lnTo>
                <a:lnTo>
                  <a:pt x="107" y="473"/>
                </a:lnTo>
                <a:lnTo>
                  <a:pt x="99" y="467"/>
                </a:lnTo>
                <a:lnTo>
                  <a:pt x="92" y="461"/>
                </a:lnTo>
                <a:lnTo>
                  <a:pt x="85" y="455"/>
                </a:lnTo>
                <a:lnTo>
                  <a:pt x="78" y="448"/>
                </a:lnTo>
                <a:lnTo>
                  <a:pt x="71" y="442"/>
                </a:lnTo>
                <a:lnTo>
                  <a:pt x="65" y="435"/>
                </a:lnTo>
                <a:lnTo>
                  <a:pt x="58" y="428"/>
                </a:lnTo>
                <a:lnTo>
                  <a:pt x="53" y="421"/>
                </a:lnTo>
                <a:lnTo>
                  <a:pt x="47" y="413"/>
                </a:lnTo>
                <a:lnTo>
                  <a:pt x="42" y="406"/>
                </a:lnTo>
                <a:lnTo>
                  <a:pt x="37" y="398"/>
                </a:lnTo>
                <a:lnTo>
                  <a:pt x="32" y="391"/>
                </a:lnTo>
                <a:lnTo>
                  <a:pt x="28" y="383"/>
                </a:lnTo>
                <a:lnTo>
                  <a:pt x="24" y="375"/>
                </a:lnTo>
                <a:lnTo>
                  <a:pt x="20" y="366"/>
                </a:lnTo>
                <a:lnTo>
                  <a:pt x="16" y="358"/>
                </a:lnTo>
                <a:lnTo>
                  <a:pt x="13" y="350"/>
                </a:lnTo>
                <a:lnTo>
                  <a:pt x="10" y="341"/>
                </a:lnTo>
                <a:lnTo>
                  <a:pt x="8" y="333"/>
                </a:lnTo>
                <a:lnTo>
                  <a:pt x="6" y="325"/>
                </a:lnTo>
                <a:lnTo>
                  <a:pt x="4" y="316"/>
                </a:lnTo>
                <a:lnTo>
                  <a:pt x="2" y="308"/>
                </a:lnTo>
                <a:lnTo>
                  <a:pt x="1" y="299"/>
                </a:lnTo>
                <a:lnTo>
                  <a:pt x="0" y="291"/>
                </a:lnTo>
                <a:lnTo>
                  <a:pt x="0" y="282"/>
                </a:lnTo>
                <a:lnTo>
                  <a:pt x="0" y="273"/>
                </a:lnTo>
                <a:lnTo>
                  <a:pt x="0" y="265"/>
                </a:lnTo>
                <a:lnTo>
                  <a:pt x="0" y="256"/>
                </a:lnTo>
                <a:lnTo>
                  <a:pt x="1" y="248"/>
                </a:lnTo>
                <a:lnTo>
                  <a:pt x="2" y="239"/>
                </a:lnTo>
                <a:lnTo>
                  <a:pt x="4" y="231"/>
                </a:lnTo>
                <a:lnTo>
                  <a:pt x="6" y="222"/>
                </a:lnTo>
                <a:lnTo>
                  <a:pt x="8" y="214"/>
                </a:lnTo>
                <a:lnTo>
                  <a:pt x="10" y="206"/>
                </a:lnTo>
                <a:lnTo>
                  <a:pt x="13" y="197"/>
                </a:lnTo>
                <a:lnTo>
                  <a:pt x="16" y="189"/>
                </a:lnTo>
                <a:lnTo>
                  <a:pt x="20" y="181"/>
                </a:lnTo>
                <a:lnTo>
                  <a:pt x="24" y="173"/>
                </a:lnTo>
                <a:lnTo>
                  <a:pt x="28" y="165"/>
                </a:lnTo>
                <a:lnTo>
                  <a:pt x="32" y="157"/>
                </a:lnTo>
                <a:lnTo>
                  <a:pt x="37" y="149"/>
                </a:lnTo>
                <a:lnTo>
                  <a:pt x="42" y="142"/>
                </a:lnTo>
                <a:lnTo>
                  <a:pt x="47" y="134"/>
                </a:lnTo>
                <a:lnTo>
                  <a:pt x="53" y="127"/>
                </a:lnTo>
                <a:lnTo>
                  <a:pt x="58" y="120"/>
                </a:lnTo>
                <a:lnTo>
                  <a:pt x="65" y="113"/>
                </a:lnTo>
                <a:lnTo>
                  <a:pt x="71" y="106"/>
                </a:lnTo>
                <a:lnTo>
                  <a:pt x="78" y="99"/>
                </a:lnTo>
                <a:lnTo>
                  <a:pt x="85" y="93"/>
                </a:lnTo>
                <a:lnTo>
                  <a:pt x="92" y="87"/>
                </a:lnTo>
                <a:lnTo>
                  <a:pt x="99" y="80"/>
                </a:lnTo>
                <a:lnTo>
                  <a:pt x="107" y="74"/>
                </a:lnTo>
                <a:lnTo>
                  <a:pt x="115" y="69"/>
                </a:lnTo>
                <a:lnTo>
                  <a:pt x="123" y="63"/>
                </a:lnTo>
                <a:lnTo>
                  <a:pt x="131" y="58"/>
                </a:lnTo>
                <a:lnTo>
                  <a:pt x="140" y="53"/>
                </a:lnTo>
                <a:lnTo>
                  <a:pt x="149" y="48"/>
                </a:lnTo>
                <a:lnTo>
                  <a:pt x="158" y="43"/>
                </a:lnTo>
                <a:lnTo>
                  <a:pt x="167" y="39"/>
                </a:lnTo>
                <a:lnTo>
                  <a:pt x="176" y="34"/>
                </a:lnTo>
                <a:lnTo>
                  <a:pt x="185" y="30"/>
                </a:lnTo>
                <a:lnTo>
                  <a:pt x="195" y="26"/>
                </a:lnTo>
                <a:lnTo>
                  <a:pt x="205" y="23"/>
                </a:lnTo>
                <a:lnTo>
                  <a:pt x="215" y="20"/>
                </a:lnTo>
                <a:lnTo>
                  <a:pt x="225" y="17"/>
                </a:lnTo>
                <a:lnTo>
                  <a:pt x="235" y="14"/>
                </a:lnTo>
                <a:lnTo>
                  <a:pt x="245" y="11"/>
                </a:lnTo>
                <a:lnTo>
                  <a:pt x="255" y="9"/>
                </a:lnTo>
                <a:lnTo>
                  <a:pt x="266" y="7"/>
                </a:lnTo>
                <a:lnTo>
                  <a:pt x="276" y="5"/>
                </a:lnTo>
                <a:lnTo>
                  <a:pt x="287" y="4"/>
                </a:lnTo>
                <a:lnTo>
                  <a:pt x="297" y="3"/>
                </a:lnTo>
                <a:lnTo>
                  <a:pt x="308" y="2"/>
                </a:lnTo>
                <a:lnTo>
                  <a:pt x="318" y="1"/>
                </a:lnTo>
                <a:lnTo>
                  <a:pt x="329" y="1"/>
                </a:lnTo>
                <a:lnTo>
                  <a:pt x="340" y="0"/>
                </a:lnTo>
                <a:lnTo>
                  <a:pt x="350" y="1"/>
                </a:lnTo>
                <a:lnTo>
                  <a:pt x="361" y="1"/>
                </a:lnTo>
                <a:lnTo>
                  <a:pt x="372" y="2"/>
                </a:lnTo>
                <a:lnTo>
                  <a:pt x="382" y="3"/>
                </a:lnTo>
                <a:lnTo>
                  <a:pt x="393" y="4"/>
                </a:lnTo>
                <a:lnTo>
                  <a:pt x="404" y="5"/>
                </a:lnTo>
                <a:lnTo>
                  <a:pt x="414" y="7"/>
                </a:lnTo>
                <a:lnTo>
                  <a:pt x="424" y="9"/>
                </a:lnTo>
                <a:lnTo>
                  <a:pt x="435" y="11"/>
                </a:lnTo>
                <a:lnTo>
                  <a:pt x="445" y="14"/>
                </a:lnTo>
                <a:lnTo>
                  <a:pt x="456" y="17"/>
                </a:lnTo>
                <a:lnTo>
                  <a:pt x="466" y="20"/>
                </a:lnTo>
                <a:lnTo>
                  <a:pt x="476" y="23"/>
                </a:lnTo>
                <a:lnTo>
                  <a:pt x="486" y="26"/>
                </a:lnTo>
                <a:lnTo>
                  <a:pt x="495" y="30"/>
                </a:lnTo>
                <a:lnTo>
                  <a:pt x="505" y="34"/>
                </a:lnTo>
                <a:lnTo>
                  <a:pt x="514" y="39"/>
                </a:lnTo>
                <a:lnTo>
                  <a:pt x="523" y="43"/>
                </a:lnTo>
                <a:lnTo>
                  <a:pt x="532" y="48"/>
                </a:lnTo>
                <a:lnTo>
                  <a:pt x="541" y="53"/>
                </a:lnTo>
                <a:lnTo>
                  <a:pt x="549" y="58"/>
                </a:lnTo>
                <a:lnTo>
                  <a:pt x="558" y="63"/>
                </a:lnTo>
                <a:lnTo>
                  <a:pt x="566" y="69"/>
                </a:lnTo>
                <a:lnTo>
                  <a:pt x="574" y="74"/>
                </a:lnTo>
                <a:lnTo>
                  <a:pt x="581" y="80"/>
                </a:lnTo>
                <a:lnTo>
                  <a:pt x="589" y="87"/>
                </a:lnTo>
                <a:lnTo>
                  <a:pt x="596" y="93"/>
                </a:lnTo>
                <a:lnTo>
                  <a:pt x="603" y="99"/>
                </a:lnTo>
                <a:lnTo>
                  <a:pt x="610" y="106"/>
                </a:lnTo>
                <a:lnTo>
                  <a:pt x="616" y="113"/>
                </a:lnTo>
                <a:lnTo>
                  <a:pt x="622" y="120"/>
                </a:lnTo>
                <a:lnTo>
                  <a:pt x="628" y="127"/>
                </a:lnTo>
                <a:lnTo>
                  <a:pt x="634" y="134"/>
                </a:lnTo>
                <a:lnTo>
                  <a:pt x="639" y="142"/>
                </a:lnTo>
                <a:lnTo>
                  <a:pt x="644" y="149"/>
                </a:lnTo>
                <a:lnTo>
                  <a:pt x="649" y="157"/>
                </a:lnTo>
                <a:lnTo>
                  <a:pt x="653" y="165"/>
                </a:lnTo>
                <a:lnTo>
                  <a:pt x="657" y="173"/>
                </a:lnTo>
                <a:lnTo>
                  <a:pt x="661" y="181"/>
                </a:lnTo>
                <a:lnTo>
                  <a:pt x="664" y="189"/>
                </a:lnTo>
                <a:lnTo>
                  <a:pt x="667" y="197"/>
                </a:lnTo>
                <a:lnTo>
                  <a:pt x="670" y="206"/>
                </a:lnTo>
                <a:lnTo>
                  <a:pt x="673" y="214"/>
                </a:lnTo>
                <a:lnTo>
                  <a:pt x="675" y="222"/>
                </a:lnTo>
                <a:lnTo>
                  <a:pt x="677" y="231"/>
                </a:lnTo>
                <a:lnTo>
                  <a:pt x="678" y="239"/>
                </a:lnTo>
                <a:lnTo>
                  <a:pt x="679" y="248"/>
                </a:lnTo>
                <a:lnTo>
                  <a:pt x="680" y="256"/>
                </a:lnTo>
                <a:lnTo>
                  <a:pt x="681" y="265"/>
                </a:lnTo>
                <a:lnTo>
                  <a:pt x="681" y="273"/>
                </a:lnTo>
                <a:close/>
              </a:path>
            </a:pathLst>
          </a:custGeom>
          <a:solidFill>
            <a:srgbClr val="ff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7" name=""/>
          <p:cNvSpPr/>
          <p:nvPr/>
        </p:nvSpPr>
        <p:spPr>
          <a:xfrm>
            <a:off x="4855320" y="1729080"/>
            <a:ext cx="246960" cy="198000"/>
          </a:xfrm>
          <a:custGeom>
            <a:avLst/>
            <a:gdLst/>
            <a:ahLst/>
            <a:rect l="0" t="0" r="r" b="b"/>
            <a:pathLst>
              <a:path w="686" h="550">
                <a:moveTo>
                  <a:pt x="684" y="274"/>
                </a:moveTo>
                <a:lnTo>
                  <a:pt x="684" y="266"/>
                </a:lnTo>
                <a:lnTo>
                  <a:pt x="683" y="257"/>
                </a:lnTo>
                <a:lnTo>
                  <a:pt x="682" y="249"/>
                </a:lnTo>
                <a:lnTo>
                  <a:pt x="681" y="240"/>
                </a:lnTo>
                <a:lnTo>
                  <a:pt x="680" y="232"/>
                </a:lnTo>
                <a:lnTo>
                  <a:pt x="678" y="223"/>
                </a:lnTo>
                <a:lnTo>
                  <a:pt x="676" y="215"/>
                </a:lnTo>
                <a:lnTo>
                  <a:pt x="673" y="207"/>
                </a:lnTo>
                <a:lnTo>
                  <a:pt x="670" y="198"/>
                </a:lnTo>
                <a:lnTo>
                  <a:pt x="667" y="190"/>
                </a:lnTo>
                <a:lnTo>
                  <a:pt x="664" y="182"/>
                </a:lnTo>
                <a:lnTo>
                  <a:pt x="660" y="174"/>
                </a:lnTo>
                <a:lnTo>
                  <a:pt x="656" y="166"/>
                </a:lnTo>
                <a:lnTo>
                  <a:pt x="652" y="158"/>
                </a:lnTo>
                <a:lnTo>
                  <a:pt x="647" y="150"/>
                </a:lnTo>
                <a:lnTo>
                  <a:pt x="642" y="143"/>
                </a:lnTo>
                <a:lnTo>
                  <a:pt x="637" y="135"/>
                </a:lnTo>
                <a:lnTo>
                  <a:pt x="631" y="128"/>
                </a:lnTo>
                <a:lnTo>
                  <a:pt x="625" y="121"/>
                </a:lnTo>
                <a:lnTo>
                  <a:pt x="619" y="114"/>
                </a:lnTo>
                <a:lnTo>
                  <a:pt x="613" y="107"/>
                </a:lnTo>
                <a:lnTo>
                  <a:pt x="606" y="100"/>
                </a:lnTo>
                <a:lnTo>
                  <a:pt x="599" y="94"/>
                </a:lnTo>
                <a:lnTo>
                  <a:pt x="592" y="88"/>
                </a:lnTo>
                <a:lnTo>
                  <a:pt x="584" y="81"/>
                </a:lnTo>
                <a:lnTo>
                  <a:pt x="577" y="75"/>
                </a:lnTo>
                <a:lnTo>
                  <a:pt x="569" y="70"/>
                </a:lnTo>
                <a:lnTo>
                  <a:pt x="561" y="64"/>
                </a:lnTo>
                <a:lnTo>
                  <a:pt x="552" y="59"/>
                </a:lnTo>
                <a:lnTo>
                  <a:pt x="544" y="54"/>
                </a:lnTo>
                <a:lnTo>
                  <a:pt x="534" y="49"/>
                </a:lnTo>
                <a:lnTo>
                  <a:pt x="525" y="44"/>
                </a:lnTo>
                <a:lnTo>
                  <a:pt x="516" y="40"/>
                </a:lnTo>
                <a:lnTo>
                  <a:pt x="507" y="35"/>
                </a:lnTo>
                <a:lnTo>
                  <a:pt x="497" y="31"/>
                </a:lnTo>
                <a:lnTo>
                  <a:pt x="488" y="27"/>
                </a:lnTo>
                <a:lnTo>
                  <a:pt x="478" y="24"/>
                </a:lnTo>
                <a:lnTo>
                  <a:pt x="468" y="21"/>
                </a:lnTo>
                <a:lnTo>
                  <a:pt x="458" y="18"/>
                </a:lnTo>
                <a:lnTo>
                  <a:pt x="448" y="15"/>
                </a:lnTo>
                <a:lnTo>
                  <a:pt x="438" y="12"/>
                </a:lnTo>
                <a:lnTo>
                  <a:pt x="427" y="10"/>
                </a:lnTo>
                <a:lnTo>
                  <a:pt x="417" y="8"/>
                </a:lnTo>
                <a:lnTo>
                  <a:pt x="407" y="6"/>
                </a:lnTo>
                <a:lnTo>
                  <a:pt x="396" y="5"/>
                </a:lnTo>
                <a:lnTo>
                  <a:pt x="385" y="4"/>
                </a:lnTo>
                <a:lnTo>
                  <a:pt x="375" y="3"/>
                </a:lnTo>
                <a:lnTo>
                  <a:pt x="364" y="2"/>
                </a:lnTo>
                <a:lnTo>
                  <a:pt x="353" y="2"/>
                </a:lnTo>
                <a:lnTo>
                  <a:pt x="343" y="1"/>
                </a:lnTo>
                <a:lnTo>
                  <a:pt x="332" y="2"/>
                </a:lnTo>
                <a:lnTo>
                  <a:pt x="321" y="2"/>
                </a:lnTo>
                <a:lnTo>
                  <a:pt x="311" y="3"/>
                </a:lnTo>
                <a:lnTo>
                  <a:pt x="300" y="4"/>
                </a:lnTo>
                <a:lnTo>
                  <a:pt x="290" y="5"/>
                </a:lnTo>
                <a:lnTo>
                  <a:pt x="279" y="6"/>
                </a:lnTo>
                <a:lnTo>
                  <a:pt x="269" y="8"/>
                </a:lnTo>
                <a:lnTo>
                  <a:pt x="258" y="10"/>
                </a:lnTo>
                <a:lnTo>
                  <a:pt x="248" y="12"/>
                </a:lnTo>
                <a:lnTo>
                  <a:pt x="238" y="15"/>
                </a:lnTo>
                <a:lnTo>
                  <a:pt x="228" y="18"/>
                </a:lnTo>
                <a:lnTo>
                  <a:pt x="218" y="21"/>
                </a:lnTo>
                <a:lnTo>
                  <a:pt x="208" y="24"/>
                </a:lnTo>
                <a:lnTo>
                  <a:pt x="198" y="27"/>
                </a:lnTo>
                <a:lnTo>
                  <a:pt x="188" y="31"/>
                </a:lnTo>
                <a:lnTo>
                  <a:pt x="179" y="35"/>
                </a:lnTo>
                <a:lnTo>
                  <a:pt x="170" y="40"/>
                </a:lnTo>
                <a:lnTo>
                  <a:pt x="161" y="44"/>
                </a:lnTo>
                <a:lnTo>
                  <a:pt x="152" y="49"/>
                </a:lnTo>
                <a:lnTo>
                  <a:pt x="143" y="54"/>
                </a:lnTo>
                <a:lnTo>
                  <a:pt x="134" y="59"/>
                </a:lnTo>
                <a:lnTo>
                  <a:pt x="126" y="64"/>
                </a:lnTo>
                <a:lnTo>
                  <a:pt x="118" y="70"/>
                </a:lnTo>
                <a:lnTo>
                  <a:pt x="110" y="75"/>
                </a:lnTo>
                <a:lnTo>
                  <a:pt x="102" y="81"/>
                </a:lnTo>
                <a:lnTo>
                  <a:pt x="95" y="88"/>
                </a:lnTo>
                <a:lnTo>
                  <a:pt x="88" y="94"/>
                </a:lnTo>
                <a:lnTo>
                  <a:pt x="81" y="100"/>
                </a:lnTo>
                <a:lnTo>
                  <a:pt x="74" y="107"/>
                </a:lnTo>
                <a:lnTo>
                  <a:pt x="68" y="114"/>
                </a:lnTo>
                <a:lnTo>
                  <a:pt x="61" y="121"/>
                </a:lnTo>
                <a:lnTo>
                  <a:pt x="56" y="128"/>
                </a:lnTo>
                <a:lnTo>
                  <a:pt x="50" y="135"/>
                </a:lnTo>
                <a:lnTo>
                  <a:pt x="45" y="143"/>
                </a:lnTo>
                <a:lnTo>
                  <a:pt x="40" y="150"/>
                </a:lnTo>
                <a:lnTo>
                  <a:pt x="35" y="158"/>
                </a:lnTo>
                <a:lnTo>
                  <a:pt x="31" y="166"/>
                </a:lnTo>
                <a:lnTo>
                  <a:pt x="27" y="174"/>
                </a:lnTo>
                <a:lnTo>
                  <a:pt x="23" y="182"/>
                </a:lnTo>
                <a:lnTo>
                  <a:pt x="19" y="190"/>
                </a:lnTo>
                <a:lnTo>
                  <a:pt x="16" y="198"/>
                </a:lnTo>
                <a:lnTo>
                  <a:pt x="13" y="207"/>
                </a:lnTo>
                <a:lnTo>
                  <a:pt x="11" y="215"/>
                </a:lnTo>
                <a:lnTo>
                  <a:pt x="9" y="223"/>
                </a:lnTo>
                <a:lnTo>
                  <a:pt x="7" y="232"/>
                </a:lnTo>
                <a:lnTo>
                  <a:pt x="5" y="240"/>
                </a:lnTo>
                <a:lnTo>
                  <a:pt x="4" y="249"/>
                </a:lnTo>
                <a:lnTo>
                  <a:pt x="3" y="257"/>
                </a:lnTo>
                <a:lnTo>
                  <a:pt x="3" y="266"/>
                </a:lnTo>
                <a:lnTo>
                  <a:pt x="3" y="274"/>
                </a:lnTo>
                <a:lnTo>
                  <a:pt x="3" y="283"/>
                </a:lnTo>
                <a:lnTo>
                  <a:pt x="3" y="292"/>
                </a:lnTo>
                <a:lnTo>
                  <a:pt x="4" y="300"/>
                </a:lnTo>
                <a:lnTo>
                  <a:pt x="5" y="309"/>
                </a:lnTo>
                <a:lnTo>
                  <a:pt x="7" y="317"/>
                </a:lnTo>
                <a:lnTo>
                  <a:pt x="9" y="326"/>
                </a:lnTo>
                <a:lnTo>
                  <a:pt x="11" y="334"/>
                </a:lnTo>
                <a:lnTo>
                  <a:pt x="13" y="342"/>
                </a:lnTo>
                <a:lnTo>
                  <a:pt x="16" y="351"/>
                </a:lnTo>
                <a:lnTo>
                  <a:pt x="19" y="359"/>
                </a:lnTo>
                <a:lnTo>
                  <a:pt x="23" y="367"/>
                </a:lnTo>
                <a:lnTo>
                  <a:pt x="27" y="375"/>
                </a:lnTo>
                <a:lnTo>
                  <a:pt x="31" y="383"/>
                </a:lnTo>
                <a:lnTo>
                  <a:pt x="35" y="391"/>
                </a:lnTo>
                <a:lnTo>
                  <a:pt x="40" y="398"/>
                </a:lnTo>
                <a:lnTo>
                  <a:pt x="45" y="406"/>
                </a:lnTo>
                <a:lnTo>
                  <a:pt x="50" y="414"/>
                </a:lnTo>
                <a:lnTo>
                  <a:pt x="56" y="422"/>
                </a:lnTo>
                <a:lnTo>
                  <a:pt x="61" y="429"/>
                </a:lnTo>
                <a:lnTo>
                  <a:pt x="68" y="436"/>
                </a:lnTo>
                <a:lnTo>
                  <a:pt x="74" y="443"/>
                </a:lnTo>
                <a:lnTo>
                  <a:pt x="81" y="449"/>
                </a:lnTo>
                <a:lnTo>
                  <a:pt x="88" y="456"/>
                </a:lnTo>
                <a:lnTo>
                  <a:pt x="95" y="462"/>
                </a:lnTo>
                <a:lnTo>
                  <a:pt x="102" y="468"/>
                </a:lnTo>
                <a:lnTo>
                  <a:pt x="110" y="474"/>
                </a:lnTo>
                <a:lnTo>
                  <a:pt x="118" y="480"/>
                </a:lnTo>
                <a:lnTo>
                  <a:pt x="126" y="486"/>
                </a:lnTo>
                <a:lnTo>
                  <a:pt x="134" y="491"/>
                </a:lnTo>
                <a:lnTo>
                  <a:pt x="143" y="496"/>
                </a:lnTo>
                <a:lnTo>
                  <a:pt x="152" y="501"/>
                </a:lnTo>
                <a:lnTo>
                  <a:pt x="161" y="506"/>
                </a:lnTo>
                <a:lnTo>
                  <a:pt x="170" y="510"/>
                </a:lnTo>
                <a:lnTo>
                  <a:pt x="179" y="515"/>
                </a:lnTo>
                <a:lnTo>
                  <a:pt x="188" y="519"/>
                </a:lnTo>
                <a:lnTo>
                  <a:pt x="198" y="522"/>
                </a:lnTo>
                <a:lnTo>
                  <a:pt x="208" y="526"/>
                </a:lnTo>
                <a:lnTo>
                  <a:pt x="218" y="529"/>
                </a:lnTo>
                <a:lnTo>
                  <a:pt x="228" y="532"/>
                </a:lnTo>
                <a:lnTo>
                  <a:pt x="238" y="535"/>
                </a:lnTo>
                <a:lnTo>
                  <a:pt x="248" y="537"/>
                </a:lnTo>
                <a:lnTo>
                  <a:pt x="258" y="540"/>
                </a:lnTo>
                <a:lnTo>
                  <a:pt x="269" y="542"/>
                </a:lnTo>
                <a:lnTo>
                  <a:pt x="279" y="543"/>
                </a:lnTo>
                <a:lnTo>
                  <a:pt x="290" y="545"/>
                </a:lnTo>
                <a:lnTo>
                  <a:pt x="300" y="546"/>
                </a:lnTo>
                <a:lnTo>
                  <a:pt x="311" y="547"/>
                </a:lnTo>
                <a:lnTo>
                  <a:pt x="321" y="548"/>
                </a:lnTo>
                <a:lnTo>
                  <a:pt x="332" y="548"/>
                </a:lnTo>
                <a:lnTo>
                  <a:pt x="343" y="548"/>
                </a:lnTo>
                <a:lnTo>
                  <a:pt x="353" y="548"/>
                </a:lnTo>
                <a:lnTo>
                  <a:pt x="364" y="548"/>
                </a:lnTo>
                <a:lnTo>
                  <a:pt x="375" y="547"/>
                </a:lnTo>
                <a:lnTo>
                  <a:pt x="385" y="546"/>
                </a:lnTo>
                <a:lnTo>
                  <a:pt x="396" y="545"/>
                </a:lnTo>
                <a:lnTo>
                  <a:pt x="407" y="543"/>
                </a:lnTo>
                <a:lnTo>
                  <a:pt x="417" y="542"/>
                </a:lnTo>
                <a:lnTo>
                  <a:pt x="427" y="540"/>
                </a:lnTo>
                <a:lnTo>
                  <a:pt x="438" y="537"/>
                </a:lnTo>
                <a:lnTo>
                  <a:pt x="448" y="535"/>
                </a:lnTo>
                <a:lnTo>
                  <a:pt x="458" y="532"/>
                </a:lnTo>
                <a:lnTo>
                  <a:pt x="468" y="529"/>
                </a:lnTo>
                <a:lnTo>
                  <a:pt x="478" y="526"/>
                </a:lnTo>
                <a:lnTo>
                  <a:pt x="488" y="522"/>
                </a:lnTo>
                <a:lnTo>
                  <a:pt x="497" y="519"/>
                </a:lnTo>
                <a:lnTo>
                  <a:pt x="507" y="515"/>
                </a:lnTo>
                <a:lnTo>
                  <a:pt x="516" y="510"/>
                </a:lnTo>
                <a:lnTo>
                  <a:pt x="525" y="506"/>
                </a:lnTo>
                <a:lnTo>
                  <a:pt x="534" y="501"/>
                </a:lnTo>
                <a:lnTo>
                  <a:pt x="544" y="496"/>
                </a:lnTo>
                <a:lnTo>
                  <a:pt x="552" y="491"/>
                </a:lnTo>
                <a:lnTo>
                  <a:pt x="561" y="486"/>
                </a:lnTo>
                <a:lnTo>
                  <a:pt x="569" y="480"/>
                </a:lnTo>
                <a:lnTo>
                  <a:pt x="577" y="474"/>
                </a:lnTo>
                <a:lnTo>
                  <a:pt x="584" y="468"/>
                </a:lnTo>
                <a:lnTo>
                  <a:pt x="592" y="462"/>
                </a:lnTo>
                <a:lnTo>
                  <a:pt x="599" y="456"/>
                </a:lnTo>
                <a:lnTo>
                  <a:pt x="606" y="449"/>
                </a:lnTo>
                <a:lnTo>
                  <a:pt x="613" y="443"/>
                </a:lnTo>
                <a:lnTo>
                  <a:pt x="619" y="436"/>
                </a:lnTo>
                <a:lnTo>
                  <a:pt x="625" y="429"/>
                </a:lnTo>
                <a:lnTo>
                  <a:pt x="631" y="422"/>
                </a:lnTo>
                <a:lnTo>
                  <a:pt x="637" y="414"/>
                </a:lnTo>
                <a:lnTo>
                  <a:pt x="642" y="406"/>
                </a:lnTo>
                <a:lnTo>
                  <a:pt x="647" y="398"/>
                </a:lnTo>
                <a:lnTo>
                  <a:pt x="652" y="391"/>
                </a:lnTo>
                <a:lnTo>
                  <a:pt x="656" y="383"/>
                </a:lnTo>
                <a:lnTo>
                  <a:pt x="660" y="375"/>
                </a:lnTo>
                <a:lnTo>
                  <a:pt x="664" y="367"/>
                </a:lnTo>
                <a:lnTo>
                  <a:pt x="667" y="359"/>
                </a:lnTo>
                <a:lnTo>
                  <a:pt x="670" y="351"/>
                </a:lnTo>
                <a:lnTo>
                  <a:pt x="673" y="342"/>
                </a:lnTo>
                <a:lnTo>
                  <a:pt x="676" y="334"/>
                </a:lnTo>
                <a:lnTo>
                  <a:pt x="678" y="326"/>
                </a:lnTo>
                <a:lnTo>
                  <a:pt x="680" y="317"/>
                </a:lnTo>
                <a:lnTo>
                  <a:pt x="681" y="309"/>
                </a:lnTo>
                <a:lnTo>
                  <a:pt x="682" y="300"/>
                </a:lnTo>
                <a:lnTo>
                  <a:pt x="683" y="292"/>
                </a:lnTo>
                <a:lnTo>
                  <a:pt x="684" y="283"/>
                </a:lnTo>
                <a:lnTo>
                  <a:pt x="684" y="274"/>
                </a:lnTo>
                <a:moveTo>
                  <a:pt x="686" y="274"/>
                </a:moveTo>
                <a:lnTo>
                  <a:pt x="686" y="283"/>
                </a:lnTo>
                <a:lnTo>
                  <a:pt x="686" y="292"/>
                </a:lnTo>
                <a:lnTo>
                  <a:pt x="685" y="300"/>
                </a:lnTo>
                <a:lnTo>
                  <a:pt x="684" y="309"/>
                </a:lnTo>
                <a:lnTo>
                  <a:pt x="682" y="317"/>
                </a:lnTo>
                <a:lnTo>
                  <a:pt x="680" y="326"/>
                </a:lnTo>
                <a:lnTo>
                  <a:pt x="678" y="334"/>
                </a:lnTo>
                <a:lnTo>
                  <a:pt x="676" y="343"/>
                </a:lnTo>
                <a:lnTo>
                  <a:pt x="673" y="351"/>
                </a:lnTo>
                <a:lnTo>
                  <a:pt x="670" y="359"/>
                </a:lnTo>
                <a:lnTo>
                  <a:pt x="666" y="367"/>
                </a:lnTo>
                <a:lnTo>
                  <a:pt x="662" y="376"/>
                </a:lnTo>
                <a:lnTo>
                  <a:pt x="658" y="383"/>
                </a:lnTo>
                <a:lnTo>
                  <a:pt x="654" y="391"/>
                </a:lnTo>
                <a:lnTo>
                  <a:pt x="649" y="399"/>
                </a:lnTo>
                <a:lnTo>
                  <a:pt x="644" y="407"/>
                </a:lnTo>
                <a:lnTo>
                  <a:pt x="639" y="415"/>
                </a:lnTo>
                <a:lnTo>
                  <a:pt x="633" y="423"/>
                </a:lnTo>
                <a:lnTo>
                  <a:pt x="627" y="430"/>
                </a:lnTo>
                <a:lnTo>
                  <a:pt x="621" y="437"/>
                </a:lnTo>
                <a:lnTo>
                  <a:pt x="614" y="444"/>
                </a:lnTo>
                <a:lnTo>
                  <a:pt x="608" y="451"/>
                </a:lnTo>
                <a:lnTo>
                  <a:pt x="601" y="457"/>
                </a:lnTo>
                <a:lnTo>
                  <a:pt x="593" y="463"/>
                </a:lnTo>
                <a:lnTo>
                  <a:pt x="586" y="470"/>
                </a:lnTo>
                <a:lnTo>
                  <a:pt x="578" y="476"/>
                </a:lnTo>
                <a:lnTo>
                  <a:pt x="570" y="481"/>
                </a:lnTo>
                <a:lnTo>
                  <a:pt x="562" y="487"/>
                </a:lnTo>
                <a:lnTo>
                  <a:pt x="554" y="492"/>
                </a:lnTo>
                <a:lnTo>
                  <a:pt x="545" y="498"/>
                </a:lnTo>
                <a:lnTo>
                  <a:pt x="536" y="503"/>
                </a:lnTo>
                <a:lnTo>
                  <a:pt x="526" y="507"/>
                </a:lnTo>
                <a:lnTo>
                  <a:pt x="517" y="512"/>
                </a:lnTo>
                <a:lnTo>
                  <a:pt x="508" y="516"/>
                </a:lnTo>
                <a:lnTo>
                  <a:pt x="498" y="520"/>
                </a:lnTo>
                <a:lnTo>
                  <a:pt x="489" y="524"/>
                </a:lnTo>
                <a:lnTo>
                  <a:pt x="479" y="528"/>
                </a:lnTo>
                <a:lnTo>
                  <a:pt x="469" y="531"/>
                </a:lnTo>
                <a:lnTo>
                  <a:pt x="459" y="534"/>
                </a:lnTo>
                <a:lnTo>
                  <a:pt x="449" y="537"/>
                </a:lnTo>
                <a:lnTo>
                  <a:pt x="438" y="539"/>
                </a:lnTo>
                <a:lnTo>
                  <a:pt x="428" y="541"/>
                </a:lnTo>
                <a:lnTo>
                  <a:pt x="418" y="543"/>
                </a:lnTo>
                <a:lnTo>
                  <a:pt x="407" y="545"/>
                </a:lnTo>
                <a:lnTo>
                  <a:pt x="396" y="547"/>
                </a:lnTo>
                <a:lnTo>
                  <a:pt x="386" y="548"/>
                </a:lnTo>
                <a:lnTo>
                  <a:pt x="375" y="549"/>
                </a:lnTo>
                <a:lnTo>
                  <a:pt x="364" y="550"/>
                </a:lnTo>
                <a:lnTo>
                  <a:pt x="354" y="550"/>
                </a:lnTo>
                <a:lnTo>
                  <a:pt x="343" y="550"/>
                </a:lnTo>
                <a:lnTo>
                  <a:pt x="332" y="550"/>
                </a:lnTo>
                <a:lnTo>
                  <a:pt x="321" y="550"/>
                </a:lnTo>
                <a:lnTo>
                  <a:pt x="311" y="549"/>
                </a:lnTo>
                <a:lnTo>
                  <a:pt x="300" y="548"/>
                </a:lnTo>
                <a:lnTo>
                  <a:pt x="289" y="547"/>
                </a:lnTo>
                <a:lnTo>
                  <a:pt x="279" y="545"/>
                </a:lnTo>
                <a:lnTo>
                  <a:pt x="268" y="543"/>
                </a:lnTo>
                <a:lnTo>
                  <a:pt x="258" y="541"/>
                </a:lnTo>
                <a:lnTo>
                  <a:pt x="247" y="539"/>
                </a:lnTo>
                <a:lnTo>
                  <a:pt x="237" y="537"/>
                </a:lnTo>
                <a:lnTo>
                  <a:pt x="227" y="534"/>
                </a:lnTo>
                <a:lnTo>
                  <a:pt x="217" y="531"/>
                </a:lnTo>
                <a:lnTo>
                  <a:pt x="207" y="528"/>
                </a:lnTo>
                <a:lnTo>
                  <a:pt x="197" y="524"/>
                </a:lnTo>
                <a:lnTo>
                  <a:pt x="187" y="520"/>
                </a:lnTo>
                <a:lnTo>
                  <a:pt x="178" y="516"/>
                </a:lnTo>
                <a:lnTo>
                  <a:pt x="168" y="512"/>
                </a:lnTo>
                <a:lnTo>
                  <a:pt x="159" y="507"/>
                </a:lnTo>
                <a:lnTo>
                  <a:pt x="150" y="503"/>
                </a:lnTo>
                <a:lnTo>
                  <a:pt x="141" y="498"/>
                </a:lnTo>
                <a:lnTo>
                  <a:pt x="133" y="492"/>
                </a:lnTo>
                <a:lnTo>
                  <a:pt x="124" y="487"/>
                </a:lnTo>
                <a:lnTo>
                  <a:pt x="116" y="481"/>
                </a:lnTo>
                <a:lnTo>
                  <a:pt x="108" y="476"/>
                </a:lnTo>
                <a:lnTo>
                  <a:pt x="101" y="470"/>
                </a:lnTo>
                <a:lnTo>
                  <a:pt x="93" y="463"/>
                </a:lnTo>
                <a:lnTo>
                  <a:pt x="86" y="457"/>
                </a:lnTo>
                <a:lnTo>
                  <a:pt x="79" y="451"/>
                </a:lnTo>
                <a:lnTo>
                  <a:pt x="72" y="444"/>
                </a:lnTo>
                <a:lnTo>
                  <a:pt x="66" y="437"/>
                </a:lnTo>
                <a:lnTo>
                  <a:pt x="60" y="430"/>
                </a:lnTo>
                <a:lnTo>
                  <a:pt x="54" y="423"/>
                </a:lnTo>
                <a:lnTo>
                  <a:pt x="48" y="415"/>
                </a:lnTo>
                <a:lnTo>
                  <a:pt x="43" y="407"/>
                </a:lnTo>
                <a:lnTo>
                  <a:pt x="38" y="399"/>
                </a:lnTo>
                <a:lnTo>
                  <a:pt x="33" y="391"/>
                </a:lnTo>
                <a:lnTo>
                  <a:pt x="28" y="383"/>
                </a:lnTo>
                <a:lnTo>
                  <a:pt x="24" y="376"/>
                </a:lnTo>
                <a:lnTo>
                  <a:pt x="21" y="367"/>
                </a:lnTo>
                <a:lnTo>
                  <a:pt x="17" y="359"/>
                </a:lnTo>
                <a:lnTo>
                  <a:pt x="14" y="351"/>
                </a:lnTo>
                <a:lnTo>
                  <a:pt x="11" y="343"/>
                </a:lnTo>
                <a:lnTo>
                  <a:pt x="9" y="334"/>
                </a:lnTo>
                <a:lnTo>
                  <a:pt x="6" y="326"/>
                </a:lnTo>
                <a:lnTo>
                  <a:pt x="5" y="317"/>
                </a:lnTo>
                <a:lnTo>
                  <a:pt x="3" y="309"/>
                </a:lnTo>
                <a:lnTo>
                  <a:pt x="2" y="300"/>
                </a:lnTo>
                <a:lnTo>
                  <a:pt x="1" y="292"/>
                </a:lnTo>
                <a:lnTo>
                  <a:pt x="0" y="283"/>
                </a:lnTo>
                <a:lnTo>
                  <a:pt x="0" y="274"/>
                </a:lnTo>
                <a:lnTo>
                  <a:pt x="0" y="266"/>
                </a:lnTo>
                <a:lnTo>
                  <a:pt x="1" y="257"/>
                </a:lnTo>
                <a:lnTo>
                  <a:pt x="2" y="249"/>
                </a:lnTo>
                <a:lnTo>
                  <a:pt x="3" y="240"/>
                </a:lnTo>
                <a:lnTo>
                  <a:pt x="5" y="231"/>
                </a:lnTo>
                <a:lnTo>
                  <a:pt x="6" y="223"/>
                </a:lnTo>
                <a:lnTo>
                  <a:pt x="9" y="214"/>
                </a:lnTo>
                <a:lnTo>
                  <a:pt x="11" y="206"/>
                </a:lnTo>
                <a:lnTo>
                  <a:pt x="14" y="198"/>
                </a:lnTo>
                <a:lnTo>
                  <a:pt x="17" y="189"/>
                </a:lnTo>
                <a:lnTo>
                  <a:pt x="21" y="181"/>
                </a:lnTo>
                <a:lnTo>
                  <a:pt x="24" y="173"/>
                </a:lnTo>
                <a:lnTo>
                  <a:pt x="28" y="165"/>
                </a:lnTo>
                <a:lnTo>
                  <a:pt x="33" y="157"/>
                </a:lnTo>
                <a:lnTo>
                  <a:pt x="38" y="150"/>
                </a:lnTo>
                <a:lnTo>
                  <a:pt x="43" y="142"/>
                </a:lnTo>
                <a:lnTo>
                  <a:pt x="48" y="135"/>
                </a:lnTo>
                <a:lnTo>
                  <a:pt x="54" y="127"/>
                </a:lnTo>
                <a:lnTo>
                  <a:pt x="60" y="120"/>
                </a:lnTo>
                <a:lnTo>
                  <a:pt x="66" y="113"/>
                </a:lnTo>
                <a:lnTo>
                  <a:pt x="72" y="106"/>
                </a:lnTo>
                <a:lnTo>
                  <a:pt x="79" y="99"/>
                </a:lnTo>
                <a:lnTo>
                  <a:pt x="86" y="93"/>
                </a:lnTo>
                <a:lnTo>
                  <a:pt x="93" y="86"/>
                </a:lnTo>
                <a:lnTo>
                  <a:pt x="101" y="80"/>
                </a:lnTo>
                <a:lnTo>
                  <a:pt x="108" y="74"/>
                </a:lnTo>
                <a:lnTo>
                  <a:pt x="116" y="68"/>
                </a:lnTo>
                <a:lnTo>
                  <a:pt x="124" y="63"/>
                </a:lnTo>
                <a:lnTo>
                  <a:pt x="133" y="57"/>
                </a:lnTo>
                <a:lnTo>
                  <a:pt x="141" y="52"/>
                </a:lnTo>
                <a:lnTo>
                  <a:pt x="150" y="47"/>
                </a:lnTo>
                <a:lnTo>
                  <a:pt x="159" y="42"/>
                </a:lnTo>
                <a:lnTo>
                  <a:pt x="168" y="38"/>
                </a:lnTo>
                <a:lnTo>
                  <a:pt x="178" y="34"/>
                </a:lnTo>
                <a:lnTo>
                  <a:pt x="187" y="30"/>
                </a:lnTo>
                <a:lnTo>
                  <a:pt x="197" y="26"/>
                </a:lnTo>
                <a:lnTo>
                  <a:pt x="207" y="22"/>
                </a:lnTo>
                <a:lnTo>
                  <a:pt x="217" y="19"/>
                </a:lnTo>
                <a:lnTo>
                  <a:pt x="227" y="16"/>
                </a:lnTo>
                <a:lnTo>
                  <a:pt x="237" y="13"/>
                </a:lnTo>
                <a:lnTo>
                  <a:pt x="247" y="11"/>
                </a:lnTo>
                <a:lnTo>
                  <a:pt x="258" y="8"/>
                </a:lnTo>
                <a:lnTo>
                  <a:pt x="268" y="6"/>
                </a:lnTo>
                <a:lnTo>
                  <a:pt x="279" y="5"/>
                </a:lnTo>
                <a:lnTo>
                  <a:pt x="289" y="3"/>
                </a:lnTo>
                <a:lnTo>
                  <a:pt x="300" y="2"/>
                </a:lnTo>
                <a:lnTo>
                  <a:pt x="311" y="1"/>
                </a:lnTo>
                <a:lnTo>
                  <a:pt x="321" y="0"/>
                </a:lnTo>
                <a:lnTo>
                  <a:pt x="332" y="0"/>
                </a:lnTo>
                <a:lnTo>
                  <a:pt x="343" y="0"/>
                </a:lnTo>
                <a:lnTo>
                  <a:pt x="354" y="0"/>
                </a:lnTo>
                <a:lnTo>
                  <a:pt x="364" y="0"/>
                </a:lnTo>
                <a:lnTo>
                  <a:pt x="375" y="1"/>
                </a:lnTo>
                <a:lnTo>
                  <a:pt x="386" y="2"/>
                </a:lnTo>
                <a:lnTo>
                  <a:pt x="396" y="3"/>
                </a:lnTo>
                <a:lnTo>
                  <a:pt x="407" y="5"/>
                </a:lnTo>
                <a:lnTo>
                  <a:pt x="418" y="6"/>
                </a:lnTo>
                <a:lnTo>
                  <a:pt x="428" y="8"/>
                </a:lnTo>
                <a:lnTo>
                  <a:pt x="438" y="11"/>
                </a:lnTo>
                <a:lnTo>
                  <a:pt x="449" y="13"/>
                </a:lnTo>
                <a:lnTo>
                  <a:pt x="459" y="16"/>
                </a:lnTo>
                <a:lnTo>
                  <a:pt x="469" y="19"/>
                </a:lnTo>
                <a:lnTo>
                  <a:pt x="479" y="22"/>
                </a:lnTo>
                <a:lnTo>
                  <a:pt x="489" y="26"/>
                </a:lnTo>
                <a:lnTo>
                  <a:pt x="498" y="30"/>
                </a:lnTo>
                <a:lnTo>
                  <a:pt x="508" y="34"/>
                </a:lnTo>
                <a:lnTo>
                  <a:pt x="517" y="38"/>
                </a:lnTo>
                <a:lnTo>
                  <a:pt x="526" y="42"/>
                </a:lnTo>
                <a:lnTo>
                  <a:pt x="536" y="47"/>
                </a:lnTo>
                <a:lnTo>
                  <a:pt x="545" y="52"/>
                </a:lnTo>
                <a:lnTo>
                  <a:pt x="554" y="57"/>
                </a:lnTo>
                <a:lnTo>
                  <a:pt x="562" y="63"/>
                </a:lnTo>
                <a:lnTo>
                  <a:pt x="570" y="68"/>
                </a:lnTo>
                <a:lnTo>
                  <a:pt x="578" y="74"/>
                </a:lnTo>
                <a:lnTo>
                  <a:pt x="586" y="80"/>
                </a:lnTo>
                <a:lnTo>
                  <a:pt x="593" y="86"/>
                </a:lnTo>
                <a:lnTo>
                  <a:pt x="601" y="93"/>
                </a:lnTo>
                <a:lnTo>
                  <a:pt x="608" y="99"/>
                </a:lnTo>
                <a:lnTo>
                  <a:pt x="614" y="106"/>
                </a:lnTo>
                <a:lnTo>
                  <a:pt x="621" y="113"/>
                </a:lnTo>
                <a:lnTo>
                  <a:pt x="627" y="120"/>
                </a:lnTo>
                <a:lnTo>
                  <a:pt x="633" y="127"/>
                </a:lnTo>
                <a:lnTo>
                  <a:pt x="639" y="135"/>
                </a:lnTo>
                <a:lnTo>
                  <a:pt x="644" y="142"/>
                </a:lnTo>
                <a:lnTo>
                  <a:pt x="649" y="150"/>
                </a:lnTo>
                <a:lnTo>
                  <a:pt x="654" y="157"/>
                </a:lnTo>
                <a:lnTo>
                  <a:pt x="658" y="165"/>
                </a:lnTo>
                <a:lnTo>
                  <a:pt x="662" y="173"/>
                </a:lnTo>
                <a:lnTo>
                  <a:pt x="666" y="181"/>
                </a:lnTo>
                <a:lnTo>
                  <a:pt x="670" y="189"/>
                </a:lnTo>
                <a:lnTo>
                  <a:pt x="673" y="198"/>
                </a:lnTo>
                <a:lnTo>
                  <a:pt x="676" y="206"/>
                </a:lnTo>
                <a:lnTo>
                  <a:pt x="678" y="214"/>
                </a:lnTo>
                <a:lnTo>
                  <a:pt x="680" y="223"/>
                </a:lnTo>
                <a:lnTo>
                  <a:pt x="682" y="231"/>
                </a:lnTo>
                <a:lnTo>
                  <a:pt x="684" y="240"/>
                </a:lnTo>
                <a:lnTo>
                  <a:pt x="685" y="249"/>
                </a:lnTo>
                <a:lnTo>
                  <a:pt x="686" y="257"/>
                </a:lnTo>
                <a:lnTo>
                  <a:pt x="686" y="266"/>
                </a:lnTo>
                <a:lnTo>
                  <a:pt x="686" y="274"/>
                </a:lnTo>
                <a:close/>
              </a:path>
            </a:pathLst>
          </a:custGeom>
          <a:solidFill>
            <a:srgbClr val="ff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8" name=""/>
          <p:cNvSpPr/>
          <p:nvPr/>
        </p:nvSpPr>
        <p:spPr>
          <a:xfrm>
            <a:off x="4854600" y="1728360"/>
            <a:ext cx="248760" cy="199440"/>
          </a:xfrm>
          <a:custGeom>
            <a:avLst/>
            <a:gdLst/>
            <a:ahLst/>
            <a:rect l="0" t="0" r="r" b="b"/>
            <a:pathLst>
              <a:path w="691" h="554">
                <a:moveTo>
                  <a:pt x="688" y="276"/>
                </a:moveTo>
                <a:lnTo>
                  <a:pt x="688" y="268"/>
                </a:lnTo>
                <a:lnTo>
                  <a:pt x="688" y="259"/>
                </a:lnTo>
                <a:lnTo>
                  <a:pt x="687" y="251"/>
                </a:lnTo>
                <a:lnTo>
                  <a:pt x="686" y="242"/>
                </a:lnTo>
                <a:lnTo>
                  <a:pt x="684" y="233"/>
                </a:lnTo>
                <a:lnTo>
                  <a:pt x="682" y="225"/>
                </a:lnTo>
                <a:lnTo>
                  <a:pt x="680" y="216"/>
                </a:lnTo>
                <a:lnTo>
                  <a:pt x="678" y="208"/>
                </a:lnTo>
                <a:lnTo>
                  <a:pt x="675" y="200"/>
                </a:lnTo>
                <a:lnTo>
                  <a:pt x="672" y="191"/>
                </a:lnTo>
                <a:lnTo>
                  <a:pt x="668" y="183"/>
                </a:lnTo>
                <a:lnTo>
                  <a:pt x="664" y="175"/>
                </a:lnTo>
                <a:lnTo>
                  <a:pt x="660" y="167"/>
                </a:lnTo>
                <a:lnTo>
                  <a:pt x="656" y="159"/>
                </a:lnTo>
                <a:lnTo>
                  <a:pt x="651" y="152"/>
                </a:lnTo>
                <a:lnTo>
                  <a:pt x="646" y="144"/>
                </a:lnTo>
                <a:lnTo>
                  <a:pt x="641" y="137"/>
                </a:lnTo>
                <a:lnTo>
                  <a:pt x="634" y="129"/>
                </a:lnTo>
                <a:lnTo>
                  <a:pt x="628" y="122"/>
                </a:lnTo>
                <a:lnTo>
                  <a:pt x="622" y="115"/>
                </a:lnTo>
                <a:lnTo>
                  <a:pt x="615" y="108"/>
                </a:lnTo>
                <a:lnTo>
                  <a:pt x="609" y="101"/>
                </a:lnTo>
                <a:lnTo>
                  <a:pt x="602" y="95"/>
                </a:lnTo>
                <a:lnTo>
                  <a:pt x="594" y="88"/>
                </a:lnTo>
                <a:lnTo>
                  <a:pt x="587" y="82"/>
                </a:lnTo>
                <a:lnTo>
                  <a:pt x="579" y="76"/>
                </a:lnTo>
                <a:lnTo>
                  <a:pt x="571" y="70"/>
                </a:lnTo>
                <a:lnTo>
                  <a:pt x="563" y="65"/>
                </a:lnTo>
                <a:lnTo>
                  <a:pt x="555" y="59"/>
                </a:lnTo>
                <a:lnTo>
                  <a:pt x="546" y="54"/>
                </a:lnTo>
                <a:lnTo>
                  <a:pt x="537" y="49"/>
                </a:lnTo>
                <a:lnTo>
                  <a:pt x="528" y="44"/>
                </a:lnTo>
                <a:lnTo>
                  <a:pt x="519" y="40"/>
                </a:lnTo>
                <a:lnTo>
                  <a:pt x="510" y="36"/>
                </a:lnTo>
                <a:lnTo>
                  <a:pt x="500" y="32"/>
                </a:lnTo>
                <a:lnTo>
                  <a:pt x="491" y="28"/>
                </a:lnTo>
                <a:lnTo>
                  <a:pt x="481" y="24"/>
                </a:lnTo>
                <a:lnTo>
                  <a:pt x="471" y="21"/>
                </a:lnTo>
                <a:lnTo>
                  <a:pt x="461" y="18"/>
                </a:lnTo>
                <a:lnTo>
                  <a:pt x="451" y="15"/>
                </a:lnTo>
                <a:lnTo>
                  <a:pt x="440" y="13"/>
                </a:lnTo>
                <a:lnTo>
                  <a:pt x="430" y="10"/>
                </a:lnTo>
                <a:lnTo>
                  <a:pt x="420" y="8"/>
                </a:lnTo>
                <a:lnTo>
                  <a:pt x="409" y="7"/>
                </a:lnTo>
                <a:lnTo>
                  <a:pt x="398" y="5"/>
                </a:lnTo>
                <a:lnTo>
                  <a:pt x="388" y="4"/>
                </a:lnTo>
                <a:lnTo>
                  <a:pt x="377" y="3"/>
                </a:lnTo>
                <a:lnTo>
                  <a:pt x="366" y="2"/>
                </a:lnTo>
                <a:lnTo>
                  <a:pt x="356" y="2"/>
                </a:lnTo>
                <a:lnTo>
                  <a:pt x="345" y="2"/>
                </a:lnTo>
                <a:lnTo>
                  <a:pt x="334" y="2"/>
                </a:lnTo>
                <a:lnTo>
                  <a:pt x="323" y="2"/>
                </a:lnTo>
                <a:lnTo>
                  <a:pt x="313" y="3"/>
                </a:lnTo>
                <a:lnTo>
                  <a:pt x="302" y="4"/>
                </a:lnTo>
                <a:lnTo>
                  <a:pt x="291" y="5"/>
                </a:lnTo>
                <a:lnTo>
                  <a:pt x="281" y="7"/>
                </a:lnTo>
                <a:lnTo>
                  <a:pt x="270" y="8"/>
                </a:lnTo>
                <a:lnTo>
                  <a:pt x="260" y="10"/>
                </a:lnTo>
                <a:lnTo>
                  <a:pt x="249" y="13"/>
                </a:lnTo>
                <a:lnTo>
                  <a:pt x="239" y="15"/>
                </a:lnTo>
                <a:lnTo>
                  <a:pt x="229" y="18"/>
                </a:lnTo>
                <a:lnTo>
                  <a:pt x="219" y="21"/>
                </a:lnTo>
                <a:lnTo>
                  <a:pt x="209" y="24"/>
                </a:lnTo>
                <a:lnTo>
                  <a:pt x="199" y="28"/>
                </a:lnTo>
                <a:lnTo>
                  <a:pt x="189" y="32"/>
                </a:lnTo>
                <a:lnTo>
                  <a:pt x="180" y="36"/>
                </a:lnTo>
                <a:lnTo>
                  <a:pt x="170" y="40"/>
                </a:lnTo>
                <a:lnTo>
                  <a:pt x="161" y="44"/>
                </a:lnTo>
                <a:lnTo>
                  <a:pt x="152" y="49"/>
                </a:lnTo>
                <a:lnTo>
                  <a:pt x="143" y="54"/>
                </a:lnTo>
                <a:lnTo>
                  <a:pt x="135" y="59"/>
                </a:lnTo>
                <a:lnTo>
                  <a:pt x="126" y="65"/>
                </a:lnTo>
                <a:lnTo>
                  <a:pt x="118" y="70"/>
                </a:lnTo>
                <a:lnTo>
                  <a:pt x="110" y="76"/>
                </a:lnTo>
                <a:lnTo>
                  <a:pt x="103" y="82"/>
                </a:lnTo>
                <a:lnTo>
                  <a:pt x="95" y="88"/>
                </a:lnTo>
                <a:lnTo>
                  <a:pt x="88" y="95"/>
                </a:lnTo>
                <a:lnTo>
                  <a:pt x="81" y="101"/>
                </a:lnTo>
                <a:lnTo>
                  <a:pt x="74" y="108"/>
                </a:lnTo>
                <a:lnTo>
                  <a:pt x="68" y="115"/>
                </a:lnTo>
                <a:lnTo>
                  <a:pt x="62" y="122"/>
                </a:lnTo>
                <a:lnTo>
                  <a:pt x="56" y="129"/>
                </a:lnTo>
                <a:lnTo>
                  <a:pt x="50" y="137"/>
                </a:lnTo>
                <a:lnTo>
                  <a:pt x="45" y="144"/>
                </a:lnTo>
                <a:lnTo>
                  <a:pt x="40" y="152"/>
                </a:lnTo>
                <a:lnTo>
                  <a:pt x="35" y="159"/>
                </a:lnTo>
                <a:lnTo>
                  <a:pt x="30" y="167"/>
                </a:lnTo>
                <a:lnTo>
                  <a:pt x="26" y="175"/>
                </a:lnTo>
                <a:lnTo>
                  <a:pt x="23" y="183"/>
                </a:lnTo>
                <a:lnTo>
                  <a:pt x="19" y="191"/>
                </a:lnTo>
                <a:lnTo>
                  <a:pt x="16" y="200"/>
                </a:lnTo>
                <a:lnTo>
                  <a:pt x="13" y="208"/>
                </a:lnTo>
                <a:lnTo>
                  <a:pt x="11" y="216"/>
                </a:lnTo>
                <a:lnTo>
                  <a:pt x="8" y="225"/>
                </a:lnTo>
                <a:lnTo>
                  <a:pt x="7" y="233"/>
                </a:lnTo>
                <a:lnTo>
                  <a:pt x="5" y="242"/>
                </a:lnTo>
                <a:lnTo>
                  <a:pt x="4" y="251"/>
                </a:lnTo>
                <a:lnTo>
                  <a:pt x="3" y="259"/>
                </a:lnTo>
                <a:lnTo>
                  <a:pt x="2" y="268"/>
                </a:lnTo>
                <a:lnTo>
                  <a:pt x="2" y="276"/>
                </a:lnTo>
                <a:lnTo>
                  <a:pt x="2" y="285"/>
                </a:lnTo>
                <a:lnTo>
                  <a:pt x="3" y="294"/>
                </a:lnTo>
                <a:lnTo>
                  <a:pt x="4" y="302"/>
                </a:lnTo>
                <a:lnTo>
                  <a:pt x="5" y="311"/>
                </a:lnTo>
                <a:lnTo>
                  <a:pt x="7" y="319"/>
                </a:lnTo>
                <a:lnTo>
                  <a:pt x="8" y="328"/>
                </a:lnTo>
                <a:lnTo>
                  <a:pt x="11" y="336"/>
                </a:lnTo>
                <a:lnTo>
                  <a:pt x="13" y="345"/>
                </a:lnTo>
                <a:lnTo>
                  <a:pt x="16" y="353"/>
                </a:lnTo>
                <a:lnTo>
                  <a:pt x="19" y="361"/>
                </a:lnTo>
                <a:lnTo>
                  <a:pt x="23" y="369"/>
                </a:lnTo>
                <a:lnTo>
                  <a:pt x="26" y="378"/>
                </a:lnTo>
                <a:lnTo>
                  <a:pt x="30" y="385"/>
                </a:lnTo>
                <a:lnTo>
                  <a:pt x="35" y="393"/>
                </a:lnTo>
                <a:lnTo>
                  <a:pt x="40" y="401"/>
                </a:lnTo>
                <a:lnTo>
                  <a:pt x="45" y="409"/>
                </a:lnTo>
                <a:lnTo>
                  <a:pt x="50" y="416"/>
                </a:lnTo>
                <a:lnTo>
                  <a:pt x="56" y="424"/>
                </a:lnTo>
                <a:lnTo>
                  <a:pt x="62" y="431"/>
                </a:lnTo>
                <a:lnTo>
                  <a:pt x="68" y="438"/>
                </a:lnTo>
                <a:lnTo>
                  <a:pt x="74" y="445"/>
                </a:lnTo>
                <a:lnTo>
                  <a:pt x="81" y="452"/>
                </a:lnTo>
                <a:lnTo>
                  <a:pt x="88" y="459"/>
                </a:lnTo>
                <a:lnTo>
                  <a:pt x="95" y="465"/>
                </a:lnTo>
                <a:lnTo>
                  <a:pt x="103" y="472"/>
                </a:lnTo>
                <a:lnTo>
                  <a:pt x="110" y="478"/>
                </a:lnTo>
                <a:lnTo>
                  <a:pt x="118" y="483"/>
                </a:lnTo>
                <a:lnTo>
                  <a:pt x="126" y="489"/>
                </a:lnTo>
                <a:lnTo>
                  <a:pt x="135" y="494"/>
                </a:lnTo>
                <a:lnTo>
                  <a:pt x="143" y="500"/>
                </a:lnTo>
                <a:lnTo>
                  <a:pt x="152" y="505"/>
                </a:lnTo>
                <a:lnTo>
                  <a:pt x="161" y="509"/>
                </a:lnTo>
                <a:lnTo>
                  <a:pt x="170" y="514"/>
                </a:lnTo>
                <a:lnTo>
                  <a:pt x="180" y="518"/>
                </a:lnTo>
                <a:lnTo>
                  <a:pt x="189" y="522"/>
                </a:lnTo>
                <a:lnTo>
                  <a:pt x="199" y="526"/>
                </a:lnTo>
                <a:lnTo>
                  <a:pt x="209" y="530"/>
                </a:lnTo>
                <a:lnTo>
                  <a:pt x="219" y="533"/>
                </a:lnTo>
                <a:lnTo>
                  <a:pt x="229" y="536"/>
                </a:lnTo>
                <a:lnTo>
                  <a:pt x="239" y="539"/>
                </a:lnTo>
                <a:lnTo>
                  <a:pt x="249" y="541"/>
                </a:lnTo>
                <a:lnTo>
                  <a:pt x="260" y="543"/>
                </a:lnTo>
                <a:lnTo>
                  <a:pt x="270" y="545"/>
                </a:lnTo>
                <a:lnTo>
                  <a:pt x="281" y="547"/>
                </a:lnTo>
                <a:lnTo>
                  <a:pt x="291" y="549"/>
                </a:lnTo>
                <a:lnTo>
                  <a:pt x="302" y="550"/>
                </a:lnTo>
                <a:lnTo>
                  <a:pt x="313" y="551"/>
                </a:lnTo>
                <a:lnTo>
                  <a:pt x="323" y="552"/>
                </a:lnTo>
                <a:lnTo>
                  <a:pt x="334" y="552"/>
                </a:lnTo>
                <a:lnTo>
                  <a:pt x="345" y="552"/>
                </a:lnTo>
                <a:lnTo>
                  <a:pt x="356" y="552"/>
                </a:lnTo>
                <a:lnTo>
                  <a:pt x="366" y="552"/>
                </a:lnTo>
                <a:lnTo>
                  <a:pt x="377" y="551"/>
                </a:lnTo>
                <a:lnTo>
                  <a:pt x="388" y="550"/>
                </a:lnTo>
                <a:lnTo>
                  <a:pt x="398" y="549"/>
                </a:lnTo>
                <a:lnTo>
                  <a:pt x="409" y="547"/>
                </a:lnTo>
                <a:lnTo>
                  <a:pt x="420" y="545"/>
                </a:lnTo>
                <a:lnTo>
                  <a:pt x="430" y="543"/>
                </a:lnTo>
                <a:lnTo>
                  <a:pt x="440" y="541"/>
                </a:lnTo>
                <a:lnTo>
                  <a:pt x="451" y="539"/>
                </a:lnTo>
                <a:lnTo>
                  <a:pt x="461" y="536"/>
                </a:lnTo>
                <a:lnTo>
                  <a:pt x="471" y="533"/>
                </a:lnTo>
                <a:lnTo>
                  <a:pt x="481" y="530"/>
                </a:lnTo>
                <a:lnTo>
                  <a:pt x="491" y="526"/>
                </a:lnTo>
                <a:lnTo>
                  <a:pt x="500" y="522"/>
                </a:lnTo>
                <a:lnTo>
                  <a:pt x="510" y="518"/>
                </a:lnTo>
                <a:lnTo>
                  <a:pt x="519" y="514"/>
                </a:lnTo>
                <a:lnTo>
                  <a:pt x="528" y="509"/>
                </a:lnTo>
                <a:lnTo>
                  <a:pt x="537" y="505"/>
                </a:lnTo>
                <a:lnTo>
                  <a:pt x="546" y="500"/>
                </a:lnTo>
                <a:lnTo>
                  <a:pt x="555" y="494"/>
                </a:lnTo>
                <a:lnTo>
                  <a:pt x="563" y="489"/>
                </a:lnTo>
                <a:lnTo>
                  <a:pt x="571" y="483"/>
                </a:lnTo>
                <a:lnTo>
                  <a:pt x="579" y="478"/>
                </a:lnTo>
                <a:lnTo>
                  <a:pt x="587" y="472"/>
                </a:lnTo>
                <a:lnTo>
                  <a:pt x="594" y="465"/>
                </a:lnTo>
                <a:lnTo>
                  <a:pt x="602" y="459"/>
                </a:lnTo>
                <a:lnTo>
                  <a:pt x="609" y="452"/>
                </a:lnTo>
                <a:lnTo>
                  <a:pt x="615" y="445"/>
                </a:lnTo>
                <a:lnTo>
                  <a:pt x="622" y="438"/>
                </a:lnTo>
                <a:lnTo>
                  <a:pt x="628" y="431"/>
                </a:lnTo>
                <a:lnTo>
                  <a:pt x="634" y="424"/>
                </a:lnTo>
                <a:lnTo>
                  <a:pt x="641" y="416"/>
                </a:lnTo>
                <a:lnTo>
                  <a:pt x="646" y="409"/>
                </a:lnTo>
                <a:lnTo>
                  <a:pt x="651" y="401"/>
                </a:lnTo>
                <a:lnTo>
                  <a:pt x="656" y="393"/>
                </a:lnTo>
                <a:lnTo>
                  <a:pt x="660" y="385"/>
                </a:lnTo>
                <a:lnTo>
                  <a:pt x="664" y="378"/>
                </a:lnTo>
                <a:lnTo>
                  <a:pt x="668" y="369"/>
                </a:lnTo>
                <a:lnTo>
                  <a:pt x="672" y="361"/>
                </a:lnTo>
                <a:lnTo>
                  <a:pt x="675" y="353"/>
                </a:lnTo>
                <a:lnTo>
                  <a:pt x="678" y="345"/>
                </a:lnTo>
                <a:lnTo>
                  <a:pt x="680" y="336"/>
                </a:lnTo>
                <a:lnTo>
                  <a:pt x="682" y="328"/>
                </a:lnTo>
                <a:lnTo>
                  <a:pt x="684" y="319"/>
                </a:lnTo>
                <a:lnTo>
                  <a:pt x="686" y="311"/>
                </a:lnTo>
                <a:lnTo>
                  <a:pt x="687" y="302"/>
                </a:lnTo>
                <a:lnTo>
                  <a:pt x="688" y="294"/>
                </a:lnTo>
                <a:lnTo>
                  <a:pt x="688" y="285"/>
                </a:lnTo>
                <a:lnTo>
                  <a:pt x="688" y="276"/>
                </a:lnTo>
                <a:moveTo>
                  <a:pt x="691" y="276"/>
                </a:moveTo>
                <a:lnTo>
                  <a:pt x="690" y="285"/>
                </a:lnTo>
                <a:lnTo>
                  <a:pt x="690" y="294"/>
                </a:lnTo>
                <a:lnTo>
                  <a:pt x="689" y="302"/>
                </a:lnTo>
                <a:lnTo>
                  <a:pt x="688" y="311"/>
                </a:lnTo>
                <a:lnTo>
                  <a:pt x="686" y="320"/>
                </a:lnTo>
                <a:lnTo>
                  <a:pt x="684" y="328"/>
                </a:lnTo>
                <a:lnTo>
                  <a:pt x="682" y="337"/>
                </a:lnTo>
                <a:lnTo>
                  <a:pt x="680" y="345"/>
                </a:lnTo>
                <a:lnTo>
                  <a:pt x="677" y="354"/>
                </a:lnTo>
                <a:lnTo>
                  <a:pt x="674" y="362"/>
                </a:lnTo>
                <a:lnTo>
                  <a:pt x="670" y="370"/>
                </a:lnTo>
                <a:lnTo>
                  <a:pt x="666" y="378"/>
                </a:lnTo>
                <a:lnTo>
                  <a:pt x="662" y="386"/>
                </a:lnTo>
                <a:lnTo>
                  <a:pt x="658" y="394"/>
                </a:lnTo>
                <a:lnTo>
                  <a:pt x="653" y="402"/>
                </a:lnTo>
                <a:lnTo>
                  <a:pt x="648" y="410"/>
                </a:lnTo>
                <a:lnTo>
                  <a:pt x="643" y="417"/>
                </a:lnTo>
                <a:lnTo>
                  <a:pt x="636" y="425"/>
                </a:lnTo>
                <a:lnTo>
                  <a:pt x="630" y="432"/>
                </a:lnTo>
                <a:lnTo>
                  <a:pt x="624" y="439"/>
                </a:lnTo>
                <a:lnTo>
                  <a:pt x="617" y="446"/>
                </a:lnTo>
                <a:lnTo>
                  <a:pt x="610" y="454"/>
                </a:lnTo>
                <a:lnTo>
                  <a:pt x="603" y="460"/>
                </a:lnTo>
                <a:lnTo>
                  <a:pt x="596" y="467"/>
                </a:lnTo>
                <a:lnTo>
                  <a:pt x="589" y="473"/>
                </a:lnTo>
                <a:lnTo>
                  <a:pt x="581" y="479"/>
                </a:lnTo>
                <a:lnTo>
                  <a:pt x="573" y="485"/>
                </a:lnTo>
                <a:lnTo>
                  <a:pt x="565" y="490"/>
                </a:lnTo>
                <a:lnTo>
                  <a:pt x="556" y="496"/>
                </a:lnTo>
                <a:lnTo>
                  <a:pt x="547" y="501"/>
                </a:lnTo>
                <a:lnTo>
                  <a:pt x="539" y="506"/>
                </a:lnTo>
                <a:lnTo>
                  <a:pt x="530" y="511"/>
                </a:lnTo>
                <a:lnTo>
                  <a:pt x="520" y="515"/>
                </a:lnTo>
                <a:lnTo>
                  <a:pt x="511" y="520"/>
                </a:lnTo>
                <a:lnTo>
                  <a:pt x="501" y="524"/>
                </a:lnTo>
                <a:lnTo>
                  <a:pt x="492" y="528"/>
                </a:lnTo>
                <a:lnTo>
                  <a:pt x="482" y="531"/>
                </a:lnTo>
                <a:lnTo>
                  <a:pt x="472" y="535"/>
                </a:lnTo>
                <a:lnTo>
                  <a:pt x="462" y="538"/>
                </a:lnTo>
                <a:lnTo>
                  <a:pt x="451" y="540"/>
                </a:lnTo>
                <a:lnTo>
                  <a:pt x="441" y="543"/>
                </a:lnTo>
                <a:lnTo>
                  <a:pt x="431" y="545"/>
                </a:lnTo>
                <a:lnTo>
                  <a:pt x="420" y="547"/>
                </a:lnTo>
                <a:lnTo>
                  <a:pt x="409" y="549"/>
                </a:lnTo>
                <a:lnTo>
                  <a:pt x="399" y="551"/>
                </a:lnTo>
                <a:lnTo>
                  <a:pt x="388" y="552"/>
                </a:lnTo>
                <a:lnTo>
                  <a:pt x="377" y="553"/>
                </a:lnTo>
                <a:lnTo>
                  <a:pt x="366" y="553"/>
                </a:lnTo>
                <a:lnTo>
                  <a:pt x="356" y="554"/>
                </a:lnTo>
                <a:lnTo>
                  <a:pt x="345" y="554"/>
                </a:lnTo>
                <a:lnTo>
                  <a:pt x="334" y="554"/>
                </a:lnTo>
                <a:lnTo>
                  <a:pt x="323" y="553"/>
                </a:lnTo>
                <a:lnTo>
                  <a:pt x="312" y="553"/>
                </a:lnTo>
                <a:lnTo>
                  <a:pt x="302" y="552"/>
                </a:lnTo>
                <a:lnTo>
                  <a:pt x="291" y="551"/>
                </a:lnTo>
                <a:lnTo>
                  <a:pt x="280" y="549"/>
                </a:lnTo>
                <a:lnTo>
                  <a:pt x="270" y="547"/>
                </a:lnTo>
                <a:lnTo>
                  <a:pt x="259" y="545"/>
                </a:lnTo>
                <a:lnTo>
                  <a:pt x="249" y="543"/>
                </a:lnTo>
                <a:lnTo>
                  <a:pt x="238" y="540"/>
                </a:lnTo>
                <a:lnTo>
                  <a:pt x="228" y="538"/>
                </a:lnTo>
                <a:lnTo>
                  <a:pt x="218" y="535"/>
                </a:lnTo>
                <a:lnTo>
                  <a:pt x="208" y="531"/>
                </a:lnTo>
                <a:lnTo>
                  <a:pt x="198" y="528"/>
                </a:lnTo>
                <a:lnTo>
                  <a:pt x="188" y="524"/>
                </a:lnTo>
                <a:lnTo>
                  <a:pt x="179" y="520"/>
                </a:lnTo>
                <a:lnTo>
                  <a:pt x="169" y="515"/>
                </a:lnTo>
                <a:lnTo>
                  <a:pt x="160" y="511"/>
                </a:lnTo>
                <a:lnTo>
                  <a:pt x="151" y="506"/>
                </a:lnTo>
                <a:lnTo>
                  <a:pt x="142" y="501"/>
                </a:lnTo>
                <a:lnTo>
                  <a:pt x="133" y="496"/>
                </a:lnTo>
                <a:lnTo>
                  <a:pt x="125" y="490"/>
                </a:lnTo>
                <a:lnTo>
                  <a:pt x="117" y="485"/>
                </a:lnTo>
                <a:lnTo>
                  <a:pt x="109" y="479"/>
                </a:lnTo>
                <a:lnTo>
                  <a:pt x="101" y="473"/>
                </a:lnTo>
                <a:lnTo>
                  <a:pt x="93" y="467"/>
                </a:lnTo>
                <a:lnTo>
                  <a:pt x="86" y="460"/>
                </a:lnTo>
                <a:lnTo>
                  <a:pt x="79" y="454"/>
                </a:lnTo>
                <a:lnTo>
                  <a:pt x="72" y="446"/>
                </a:lnTo>
                <a:lnTo>
                  <a:pt x="66" y="439"/>
                </a:lnTo>
                <a:lnTo>
                  <a:pt x="60" y="432"/>
                </a:lnTo>
                <a:lnTo>
                  <a:pt x="54" y="425"/>
                </a:lnTo>
                <a:lnTo>
                  <a:pt x="48" y="417"/>
                </a:lnTo>
                <a:lnTo>
                  <a:pt x="43" y="410"/>
                </a:lnTo>
                <a:lnTo>
                  <a:pt x="38" y="402"/>
                </a:lnTo>
                <a:lnTo>
                  <a:pt x="33" y="394"/>
                </a:lnTo>
                <a:lnTo>
                  <a:pt x="28" y="386"/>
                </a:lnTo>
                <a:lnTo>
                  <a:pt x="24" y="378"/>
                </a:lnTo>
                <a:lnTo>
                  <a:pt x="20" y="370"/>
                </a:lnTo>
                <a:lnTo>
                  <a:pt x="17" y="362"/>
                </a:lnTo>
                <a:lnTo>
                  <a:pt x="14" y="354"/>
                </a:lnTo>
                <a:lnTo>
                  <a:pt x="11" y="345"/>
                </a:lnTo>
                <a:lnTo>
                  <a:pt x="8" y="337"/>
                </a:lnTo>
                <a:lnTo>
                  <a:pt x="6" y="328"/>
                </a:lnTo>
                <a:lnTo>
                  <a:pt x="4" y="320"/>
                </a:lnTo>
                <a:lnTo>
                  <a:pt x="3" y="311"/>
                </a:lnTo>
                <a:lnTo>
                  <a:pt x="2" y="302"/>
                </a:lnTo>
                <a:lnTo>
                  <a:pt x="1" y="294"/>
                </a:lnTo>
                <a:lnTo>
                  <a:pt x="0" y="285"/>
                </a:lnTo>
                <a:lnTo>
                  <a:pt x="0" y="276"/>
                </a:lnTo>
                <a:lnTo>
                  <a:pt x="0" y="268"/>
                </a:lnTo>
                <a:lnTo>
                  <a:pt x="1" y="259"/>
                </a:lnTo>
                <a:lnTo>
                  <a:pt x="2" y="250"/>
                </a:lnTo>
                <a:lnTo>
                  <a:pt x="3" y="242"/>
                </a:lnTo>
                <a:lnTo>
                  <a:pt x="4" y="233"/>
                </a:lnTo>
                <a:lnTo>
                  <a:pt x="6" y="225"/>
                </a:lnTo>
                <a:lnTo>
                  <a:pt x="8" y="216"/>
                </a:lnTo>
                <a:lnTo>
                  <a:pt x="11" y="208"/>
                </a:lnTo>
                <a:lnTo>
                  <a:pt x="14" y="199"/>
                </a:lnTo>
                <a:lnTo>
                  <a:pt x="17" y="191"/>
                </a:lnTo>
                <a:lnTo>
                  <a:pt x="20" y="183"/>
                </a:lnTo>
                <a:lnTo>
                  <a:pt x="24" y="175"/>
                </a:lnTo>
                <a:lnTo>
                  <a:pt x="28" y="167"/>
                </a:lnTo>
                <a:lnTo>
                  <a:pt x="33" y="159"/>
                </a:lnTo>
                <a:lnTo>
                  <a:pt x="38" y="151"/>
                </a:lnTo>
                <a:lnTo>
                  <a:pt x="43" y="143"/>
                </a:lnTo>
                <a:lnTo>
                  <a:pt x="48" y="136"/>
                </a:lnTo>
                <a:lnTo>
                  <a:pt x="54" y="128"/>
                </a:lnTo>
                <a:lnTo>
                  <a:pt x="60" y="121"/>
                </a:lnTo>
                <a:lnTo>
                  <a:pt x="66" y="114"/>
                </a:lnTo>
                <a:lnTo>
                  <a:pt x="72" y="107"/>
                </a:lnTo>
                <a:lnTo>
                  <a:pt x="79" y="100"/>
                </a:lnTo>
                <a:lnTo>
                  <a:pt x="86" y="93"/>
                </a:lnTo>
                <a:lnTo>
                  <a:pt x="93" y="87"/>
                </a:lnTo>
                <a:lnTo>
                  <a:pt x="101" y="81"/>
                </a:lnTo>
                <a:lnTo>
                  <a:pt x="109" y="75"/>
                </a:lnTo>
                <a:lnTo>
                  <a:pt x="117" y="69"/>
                </a:lnTo>
                <a:lnTo>
                  <a:pt x="125" y="63"/>
                </a:lnTo>
                <a:lnTo>
                  <a:pt x="133" y="58"/>
                </a:lnTo>
                <a:lnTo>
                  <a:pt x="142" y="53"/>
                </a:lnTo>
                <a:lnTo>
                  <a:pt x="151" y="48"/>
                </a:lnTo>
                <a:lnTo>
                  <a:pt x="160" y="43"/>
                </a:lnTo>
                <a:lnTo>
                  <a:pt x="169" y="38"/>
                </a:lnTo>
                <a:lnTo>
                  <a:pt x="179" y="34"/>
                </a:lnTo>
                <a:lnTo>
                  <a:pt x="188" y="30"/>
                </a:lnTo>
                <a:lnTo>
                  <a:pt x="198" y="26"/>
                </a:lnTo>
                <a:lnTo>
                  <a:pt x="208" y="23"/>
                </a:lnTo>
                <a:lnTo>
                  <a:pt x="218" y="19"/>
                </a:lnTo>
                <a:lnTo>
                  <a:pt x="228" y="16"/>
                </a:lnTo>
                <a:lnTo>
                  <a:pt x="238" y="13"/>
                </a:lnTo>
                <a:lnTo>
                  <a:pt x="249" y="11"/>
                </a:lnTo>
                <a:lnTo>
                  <a:pt x="259" y="9"/>
                </a:lnTo>
                <a:lnTo>
                  <a:pt x="270" y="6"/>
                </a:lnTo>
                <a:lnTo>
                  <a:pt x="280" y="5"/>
                </a:lnTo>
                <a:lnTo>
                  <a:pt x="291" y="3"/>
                </a:lnTo>
                <a:lnTo>
                  <a:pt x="302" y="2"/>
                </a:lnTo>
                <a:lnTo>
                  <a:pt x="312" y="1"/>
                </a:lnTo>
                <a:lnTo>
                  <a:pt x="323" y="0"/>
                </a:lnTo>
                <a:lnTo>
                  <a:pt x="334" y="0"/>
                </a:lnTo>
                <a:lnTo>
                  <a:pt x="345" y="0"/>
                </a:lnTo>
                <a:lnTo>
                  <a:pt x="356" y="0"/>
                </a:lnTo>
                <a:lnTo>
                  <a:pt x="366" y="0"/>
                </a:lnTo>
                <a:lnTo>
                  <a:pt x="377" y="1"/>
                </a:lnTo>
                <a:lnTo>
                  <a:pt x="388" y="2"/>
                </a:lnTo>
                <a:lnTo>
                  <a:pt x="399" y="3"/>
                </a:lnTo>
                <a:lnTo>
                  <a:pt x="409" y="5"/>
                </a:lnTo>
                <a:lnTo>
                  <a:pt x="420" y="6"/>
                </a:lnTo>
                <a:lnTo>
                  <a:pt x="431" y="9"/>
                </a:lnTo>
                <a:lnTo>
                  <a:pt x="441" y="11"/>
                </a:lnTo>
                <a:lnTo>
                  <a:pt x="451" y="13"/>
                </a:lnTo>
                <a:lnTo>
                  <a:pt x="462" y="16"/>
                </a:lnTo>
                <a:lnTo>
                  <a:pt x="472" y="19"/>
                </a:lnTo>
                <a:lnTo>
                  <a:pt x="482" y="23"/>
                </a:lnTo>
                <a:lnTo>
                  <a:pt x="492" y="26"/>
                </a:lnTo>
                <a:lnTo>
                  <a:pt x="501" y="30"/>
                </a:lnTo>
                <a:lnTo>
                  <a:pt x="511" y="34"/>
                </a:lnTo>
                <a:lnTo>
                  <a:pt x="520" y="38"/>
                </a:lnTo>
                <a:lnTo>
                  <a:pt x="530" y="43"/>
                </a:lnTo>
                <a:lnTo>
                  <a:pt x="539" y="48"/>
                </a:lnTo>
                <a:lnTo>
                  <a:pt x="547" y="53"/>
                </a:lnTo>
                <a:lnTo>
                  <a:pt x="556" y="58"/>
                </a:lnTo>
                <a:lnTo>
                  <a:pt x="565" y="63"/>
                </a:lnTo>
                <a:lnTo>
                  <a:pt x="573" y="69"/>
                </a:lnTo>
                <a:lnTo>
                  <a:pt x="581" y="75"/>
                </a:lnTo>
                <a:lnTo>
                  <a:pt x="589" y="81"/>
                </a:lnTo>
                <a:lnTo>
                  <a:pt x="596" y="87"/>
                </a:lnTo>
                <a:lnTo>
                  <a:pt x="603" y="93"/>
                </a:lnTo>
                <a:lnTo>
                  <a:pt x="610" y="100"/>
                </a:lnTo>
                <a:lnTo>
                  <a:pt x="617" y="107"/>
                </a:lnTo>
                <a:lnTo>
                  <a:pt x="624" y="114"/>
                </a:lnTo>
                <a:lnTo>
                  <a:pt x="630" y="121"/>
                </a:lnTo>
                <a:lnTo>
                  <a:pt x="636" y="128"/>
                </a:lnTo>
                <a:lnTo>
                  <a:pt x="643" y="136"/>
                </a:lnTo>
                <a:lnTo>
                  <a:pt x="648" y="143"/>
                </a:lnTo>
                <a:lnTo>
                  <a:pt x="653" y="151"/>
                </a:lnTo>
                <a:lnTo>
                  <a:pt x="658" y="159"/>
                </a:lnTo>
                <a:lnTo>
                  <a:pt x="662" y="167"/>
                </a:lnTo>
                <a:lnTo>
                  <a:pt x="666" y="175"/>
                </a:lnTo>
                <a:lnTo>
                  <a:pt x="670" y="183"/>
                </a:lnTo>
                <a:lnTo>
                  <a:pt x="674" y="191"/>
                </a:lnTo>
                <a:lnTo>
                  <a:pt x="677" y="199"/>
                </a:lnTo>
                <a:lnTo>
                  <a:pt x="680" y="208"/>
                </a:lnTo>
                <a:lnTo>
                  <a:pt x="682" y="216"/>
                </a:lnTo>
                <a:lnTo>
                  <a:pt x="684" y="225"/>
                </a:lnTo>
                <a:lnTo>
                  <a:pt x="686" y="233"/>
                </a:lnTo>
                <a:lnTo>
                  <a:pt x="688" y="242"/>
                </a:lnTo>
                <a:lnTo>
                  <a:pt x="689" y="250"/>
                </a:lnTo>
                <a:lnTo>
                  <a:pt x="690" y="259"/>
                </a:lnTo>
                <a:lnTo>
                  <a:pt x="690" y="268"/>
                </a:lnTo>
                <a:lnTo>
                  <a:pt x="691" y="276"/>
                </a:lnTo>
                <a:close/>
              </a:path>
            </a:pathLst>
          </a:custGeom>
          <a:solidFill>
            <a:srgbClr val="ffc5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59" name=""/>
          <p:cNvSpPr/>
          <p:nvPr/>
        </p:nvSpPr>
        <p:spPr>
          <a:xfrm>
            <a:off x="4853880" y="1727640"/>
            <a:ext cx="250200" cy="200880"/>
          </a:xfrm>
          <a:custGeom>
            <a:avLst/>
            <a:gdLst/>
            <a:ahLst/>
            <a:rect l="0" t="0" r="r" b="b"/>
            <a:pathLst>
              <a:path w="695" h="558">
                <a:moveTo>
                  <a:pt x="693" y="278"/>
                </a:moveTo>
                <a:lnTo>
                  <a:pt x="692" y="270"/>
                </a:lnTo>
                <a:lnTo>
                  <a:pt x="692" y="261"/>
                </a:lnTo>
                <a:lnTo>
                  <a:pt x="691" y="252"/>
                </a:lnTo>
                <a:lnTo>
                  <a:pt x="690" y="244"/>
                </a:lnTo>
                <a:lnTo>
                  <a:pt x="688" y="235"/>
                </a:lnTo>
                <a:lnTo>
                  <a:pt x="686" y="227"/>
                </a:lnTo>
                <a:lnTo>
                  <a:pt x="684" y="218"/>
                </a:lnTo>
                <a:lnTo>
                  <a:pt x="682" y="210"/>
                </a:lnTo>
                <a:lnTo>
                  <a:pt x="679" y="201"/>
                </a:lnTo>
                <a:lnTo>
                  <a:pt x="676" y="193"/>
                </a:lnTo>
                <a:lnTo>
                  <a:pt x="672" y="185"/>
                </a:lnTo>
                <a:lnTo>
                  <a:pt x="668" y="177"/>
                </a:lnTo>
                <a:lnTo>
                  <a:pt x="664" y="169"/>
                </a:lnTo>
                <a:lnTo>
                  <a:pt x="660" y="161"/>
                </a:lnTo>
                <a:lnTo>
                  <a:pt x="655" y="153"/>
                </a:lnTo>
                <a:lnTo>
                  <a:pt x="650" y="145"/>
                </a:lnTo>
                <a:lnTo>
                  <a:pt x="645" y="138"/>
                </a:lnTo>
                <a:lnTo>
                  <a:pt x="639" y="130"/>
                </a:lnTo>
                <a:lnTo>
                  <a:pt x="633" y="123"/>
                </a:lnTo>
                <a:lnTo>
                  <a:pt x="627" y="116"/>
                </a:lnTo>
                <a:lnTo>
                  <a:pt x="620" y="109"/>
                </a:lnTo>
                <a:lnTo>
                  <a:pt x="613" y="102"/>
                </a:lnTo>
                <a:lnTo>
                  <a:pt x="606" y="95"/>
                </a:lnTo>
                <a:lnTo>
                  <a:pt x="599" y="89"/>
                </a:lnTo>
                <a:lnTo>
                  <a:pt x="592" y="83"/>
                </a:lnTo>
                <a:lnTo>
                  <a:pt x="584" y="77"/>
                </a:lnTo>
                <a:lnTo>
                  <a:pt x="576" y="71"/>
                </a:lnTo>
                <a:lnTo>
                  <a:pt x="568" y="65"/>
                </a:lnTo>
                <a:lnTo>
                  <a:pt x="559" y="60"/>
                </a:lnTo>
                <a:lnTo>
                  <a:pt x="550" y="55"/>
                </a:lnTo>
                <a:lnTo>
                  <a:pt x="542" y="50"/>
                </a:lnTo>
                <a:lnTo>
                  <a:pt x="533" y="45"/>
                </a:lnTo>
                <a:lnTo>
                  <a:pt x="523" y="40"/>
                </a:lnTo>
                <a:lnTo>
                  <a:pt x="514" y="36"/>
                </a:lnTo>
                <a:lnTo>
                  <a:pt x="504" y="32"/>
                </a:lnTo>
                <a:lnTo>
                  <a:pt x="495" y="28"/>
                </a:lnTo>
                <a:lnTo>
                  <a:pt x="485" y="25"/>
                </a:lnTo>
                <a:lnTo>
                  <a:pt x="475" y="21"/>
                </a:lnTo>
                <a:lnTo>
                  <a:pt x="465" y="18"/>
                </a:lnTo>
                <a:lnTo>
                  <a:pt x="454" y="15"/>
                </a:lnTo>
                <a:lnTo>
                  <a:pt x="444" y="13"/>
                </a:lnTo>
                <a:lnTo>
                  <a:pt x="434" y="11"/>
                </a:lnTo>
                <a:lnTo>
                  <a:pt x="423" y="8"/>
                </a:lnTo>
                <a:lnTo>
                  <a:pt x="412" y="7"/>
                </a:lnTo>
                <a:lnTo>
                  <a:pt x="402" y="5"/>
                </a:lnTo>
                <a:lnTo>
                  <a:pt x="391" y="4"/>
                </a:lnTo>
                <a:lnTo>
                  <a:pt x="380" y="3"/>
                </a:lnTo>
                <a:lnTo>
                  <a:pt x="369" y="2"/>
                </a:lnTo>
                <a:lnTo>
                  <a:pt x="359" y="2"/>
                </a:lnTo>
                <a:lnTo>
                  <a:pt x="348" y="2"/>
                </a:lnTo>
                <a:lnTo>
                  <a:pt x="337" y="2"/>
                </a:lnTo>
                <a:lnTo>
                  <a:pt x="326" y="2"/>
                </a:lnTo>
                <a:lnTo>
                  <a:pt x="315" y="3"/>
                </a:lnTo>
                <a:lnTo>
                  <a:pt x="305" y="4"/>
                </a:lnTo>
                <a:lnTo>
                  <a:pt x="294" y="5"/>
                </a:lnTo>
                <a:lnTo>
                  <a:pt x="283" y="7"/>
                </a:lnTo>
                <a:lnTo>
                  <a:pt x="273" y="8"/>
                </a:lnTo>
                <a:lnTo>
                  <a:pt x="262" y="11"/>
                </a:lnTo>
                <a:lnTo>
                  <a:pt x="252" y="13"/>
                </a:lnTo>
                <a:lnTo>
                  <a:pt x="241" y="15"/>
                </a:lnTo>
                <a:lnTo>
                  <a:pt x="231" y="18"/>
                </a:lnTo>
                <a:lnTo>
                  <a:pt x="221" y="21"/>
                </a:lnTo>
                <a:lnTo>
                  <a:pt x="211" y="25"/>
                </a:lnTo>
                <a:lnTo>
                  <a:pt x="201" y="28"/>
                </a:lnTo>
                <a:lnTo>
                  <a:pt x="191" y="32"/>
                </a:lnTo>
                <a:lnTo>
                  <a:pt x="182" y="36"/>
                </a:lnTo>
                <a:lnTo>
                  <a:pt x="172" y="40"/>
                </a:lnTo>
                <a:lnTo>
                  <a:pt x="163" y="45"/>
                </a:lnTo>
                <a:lnTo>
                  <a:pt x="154" y="50"/>
                </a:lnTo>
                <a:lnTo>
                  <a:pt x="145" y="55"/>
                </a:lnTo>
                <a:lnTo>
                  <a:pt x="136" y="60"/>
                </a:lnTo>
                <a:lnTo>
                  <a:pt x="128" y="65"/>
                </a:lnTo>
                <a:lnTo>
                  <a:pt x="120" y="71"/>
                </a:lnTo>
                <a:lnTo>
                  <a:pt x="112" y="77"/>
                </a:lnTo>
                <a:lnTo>
                  <a:pt x="104" y="83"/>
                </a:lnTo>
                <a:lnTo>
                  <a:pt x="96" y="89"/>
                </a:lnTo>
                <a:lnTo>
                  <a:pt x="89" y="95"/>
                </a:lnTo>
                <a:lnTo>
                  <a:pt x="82" y="102"/>
                </a:lnTo>
                <a:lnTo>
                  <a:pt x="75" y="109"/>
                </a:lnTo>
                <a:lnTo>
                  <a:pt x="69" y="116"/>
                </a:lnTo>
                <a:lnTo>
                  <a:pt x="63" y="123"/>
                </a:lnTo>
                <a:lnTo>
                  <a:pt x="57" y="130"/>
                </a:lnTo>
                <a:lnTo>
                  <a:pt x="50" y="138"/>
                </a:lnTo>
                <a:lnTo>
                  <a:pt x="45" y="145"/>
                </a:lnTo>
                <a:lnTo>
                  <a:pt x="40" y="153"/>
                </a:lnTo>
                <a:lnTo>
                  <a:pt x="35" y="161"/>
                </a:lnTo>
                <a:lnTo>
                  <a:pt x="30" y="169"/>
                </a:lnTo>
                <a:lnTo>
                  <a:pt x="26" y="177"/>
                </a:lnTo>
                <a:lnTo>
                  <a:pt x="22" y="185"/>
                </a:lnTo>
                <a:lnTo>
                  <a:pt x="19" y="193"/>
                </a:lnTo>
                <a:lnTo>
                  <a:pt x="16" y="201"/>
                </a:lnTo>
                <a:lnTo>
                  <a:pt x="13" y="210"/>
                </a:lnTo>
                <a:lnTo>
                  <a:pt x="10" y="218"/>
                </a:lnTo>
                <a:lnTo>
                  <a:pt x="8" y="227"/>
                </a:lnTo>
                <a:lnTo>
                  <a:pt x="6" y="235"/>
                </a:lnTo>
                <a:lnTo>
                  <a:pt x="5" y="244"/>
                </a:lnTo>
                <a:lnTo>
                  <a:pt x="4" y="252"/>
                </a:lnTo>
                <a:lnTo>
                  <a:pt x="3" y="261"/>
                </a:lnTo>
                <a:lnTo>
                  <a:pt x="2" y="270"/>
                </a:lnTo>
                <a:lnTo>
                  <a:pt x="2" y="278"/>
                </a:lnTo>
                <a:lnTo>
                  <a:pt x="2" y="287"/>
                </a:lnTo>
                <a:lnTo>
                  <a:pt x="3" y="296"/>
                </a:lnTo>
                <a:lnTo>
                  <a:pt x="4" y="304"/>
                </a:lnTo>
                <a:lnTo>
                  <a:pt x="5" y="313"/>
                </a:lnTo>
                <a:lnTo>
                  <a:pt x="6" y="322"/>
                </a:lnTo>
                <a:lnTo>
                  <a:pt x="8" y="330"/>
                </a:lnTo>
                <a:lnTo>
                  <a:pt x="10" y="339"/>
                </a:lnTo>
                <a:lnTo>
                  <a:pt x="13" y="347"/>
                </a:lnTo>
                <a:lnTo>
                  <a:pt x="16" y="356"/>
                </a:lnTo>
                <a:lnTo>
                  <a:pt x="19" y="364"/>
                </a:lnTo>
                <a:lnTo>
                  <a:pt x="22" y="372"/>
                </a:lnTo>
                <a:lnTo>
                  <a:pt x="26" y="380"/>
                </a:lnTo>
                <a:lnTo>
                  <a:pt x="30" y="388"/>
                </a:lnTo>
                <a:lnTo>
                  <a:pt x="35" y="396"/>
                </a:lnTo>
                <a:lnTo>
                  <a:pt x="40" y="404"/>
                </a:lnTo>
                <a:lnTo>
                  <a:pt x="45" y="412"/>
                </a:lnTo>
                <a:lnTo>
                  <a:pt x="50" y="419"/>
                </a:lnTo>
                <a:lnTo>
                  <a:pt x="57" y="427"/>
                </a:lnTo>
                <a:lnTo>
                  <a:pt x="63" y="434"/>
                </a:lnTo>
                <a:lnTo>
                  <a:pt x="69" y="441"/>
                </a:lnTo>
                <a:lnTo>
                  <a:pt x="75" y="448"/>
                </a:lnTo>
                <a:lnTo>
                  <a:pt x="82" y="455"/>
                </a:lnTo>
                <a:lnTo>
                  <a:pt x="89" y="461"/>
                </a:lnTo>
                <a:lnTo>
                  <a:pt x="96" y="468"/>
                </a:lnTo>
                <a:lnTo>
                  <a:pt x="104" y="474"/>
                </a:lnTo>
                <a:lnTo>
                  <a:pt x="112" y="480"/>
                </a:lnTo>
                <a:lnTo>
                  <a:pt x="120" y="487"/>
                </a:lnTo>
                <a:lnTo>
                  <a:pt x="128" y="492"/>
                </a:lnTo>
                <a:lnTo>
                  <a:pt x="136" y="498"/>
                </a:lnTo>
                <a:lnTo>
                  <a:pt x="145" y="503"/>
                </a:lnTo>
                <a:lnTo>
                  <a:pt x="154" y="508"/>
                </a:lnTo>
                <a:lnTo>
                  <a:pt x="163" y="513"/>
                </a:lnTo>
                <a:lnTo>
                  <a:pt x="172" y="517"/>
                </a:lnTo>
                <a:lnTo>
                  <a:pt x="182" y="522"/>
                </a:lnTo>
                <a:lnTo>
                  <a:pt x="191" y="526"/>
                </a:lnTo>
                <a:lnTo>
                  <a:pt x="201" y="530"/>
                </a:lnTo>
                <a:lnTo>
                  <a:pt x="211" y="533"/>
                </a:lnTo>
                <a:lnTo>
                  <a:pt x="221" y="537"/>
                </a:lnTo>
                <a:lnTo>
                  <a:pt x="231" y="540"/>
                </a:lnTo>
                <a:lnTo>
                  <a:pt x="241" y="542"/>
                </a:lnTo>
                <a:lnTo>
                  <a:pt x="252" y="545"/>
                </a:lnTo>
                <a:lnTo>
                  <a:pt x="262" y="547"/>
                </a:lnTo>
                <a:lnTo>
                  <a:pt x="273" y="549"/>
                </a:lnTo>
                <a:lnTo>
                  <a:pt x="283" y="551"/>
                </a:lnTo>
                <a:lnTo>
                  <a:pt x="294" y="553"/>
                </a:lnTo>
                <a:lnTo>
                  <a:pt x="305" y="554"/>
                </a:lnTo>
                <a:lnTo>
                  <a:pt x="315" y="555"/>
                </a:lnTo>
                <a:lnTo>
                  <a:pt x="326" y="555"/>
                </a:lnTo>
                <a:lnTo>
                  <a:pt x="337" y="556"/>
                </a:lnTo>
                <a:lnTo>
                  <a:pt x="348" y="556"/>
                </a:lnTo>
                <a:lnTo>
                  <a:pt x="359" y="556"/>
                </a:lnTo>
                <a:lnTo>
                  <a:pt x="369" y="555"/>
                </a:lnTo>
                <a:lnTo>
                  <a:pt x="380" y="555"/>
                </a:lnTo>
                <a:lnTo>
                  <a:pt x="391" y="554"/>
                </a:lnTo>
                <a:lnTo>
                  <a:pt x="402" y="553"/>
                </a:lnTo>
                <a:lnTo>
                  <a:pt x="412" y="551"/>
                </a:lnTo>
                <a:lnTo>
                  <a:pt x="423" y="549"/>
                </a:lnTo>
                <a:lnTo>
                  <a:pt x="434" y="547"/>
                </a:lnTo>
                <a:lnTo>
                  <a:pt x="444" y="545"/>
                </a:lnTo>
                <a:lnTo>
                  <a:pt x="454" y="542"/>
                </a:lnTo>
                <a:lnTo>
                  <a:pt x="465" y="540"/>
                </a:lnTo>
                <a:lnTo>
                  <a:pt x="475" y="537"/>
                </a:lnTo>
                <a:lnTo>
                  <a:pt x="485" y="533"/>
                </a:lnTo>
                <a:lnTo>
                  <a:pt x="495" y="530"/>
                </a:lnTo>
                <a:lnTo>
                  <a:pt x="504" y="526"/>
                </a:lnTo>
                <a:lnTo>
                  <a:pt x="514" y="522"/>
                </a:lnTo>
                <a:lnTo>
                  <a:pt x="523" y="517"/>
                </a:lnTo>
                <a:lnTo>
                  <a:pt x="533" y="513"/>
                </a:lnTo>
                <a:lnTo>
                  <a:pt x="542" y="508"/>
                </a:lnTo>
                <a:lnTo>
                  <a:pt x="550" y="503"/>
                </a:lnTo>
                <a:lnTo>
                  <a:pt x="559" y="498"/>
                </a:lnTo>
                <a:lnTo>
                  <a:pt x="568" y="492"/>
                </a:lnTo>
                <a:lnTo>
                  <a:pt x="576" y="487"/>
                </a:lnTo>
                <a:lnTo>
                  <a:pt x="584" y="480"/>
                </a:lnTo>
                <a:lnTo>
                  <a:pt x="592" y="474"/>
                </a:lnTo>
                <a:lnTo>
                  <a:pt x="599" y="468"/>
                </a:lnTo>
                <a:lnTo>
                  <a:pt x="606" y="461"/>
                </a:lnTo>
                <a:lnTo>
                  <a:pt x="613" y="455"/>
                </a:lnTo>
                <a:lnTo>
                  <a:pt x="620" y="448"/>
                </a:lnTo>
                <a:lnTo>
                  <a:pt x="627" y="441"/>
                </a:lnTo>
                <a:lnTo>
                  <a:pt x="633" y="434"/>
                </a:lnTo>
                <a:lnTo>
                  <a:pt x="639" y="427"/>
                </a:lnTo>
                <a:lnTo>
                  <a:pt x="645" y="419"/>
                </a:lnTo>
                <a:lnTo>
                  <a:pt x="650" y="412"/>
                </a:lnTo>
                <a:lnTo>
                  <a:pt x="655" y="404"/>
                </a:lnTo>
                <a:lnTo>
                  <a:pt x="660" y="396"/>
                </a:lnTo>
                <a:lnTo>
                  <a:pt x="664" y="388"/>
                </a:lnTo>
                <a:lnTo>
                  <a:pt x="668" y="380"/>
                </a:lnTo>
                <a:lnTo>
                  <a:pt x="672" y="372"/>
                </a:lnTo>
                <a:lnTo>
                  <a:pt x="676" y="364"/>
                </a:lnTo>
                <a:lnTo>
                  <a:pt x="679" y="356"/>
                </a:lnTo>
                <a:lnTo>
                  <a:pt x="682" y="347"/>
                </a:lnTo>
                <a:lnTo>
                  <a:pt x="684" y="339"/>
                </a:lnTo>
                <a:lnTo>
                  <a:pt x="686" y="330"/>
                </a:lnTo>
                <a:lnTo>
                  <a:pt x="688" y="322"/>
                </a:lnTo>
                <a:lnTo>
                  <a:pt x="690" y="313"/>
                </a:lnTo>
                <a:lnTo>
                  <a:pt x="691" y="304"/>
                </a:lnTo>
                <a:lnTo>
                  <a:pt x="692" y="296"/>
                </a:lnTo>
                <a:lnTo>
                  <a:pt x="692" y="287"/>
                </a:lnTo>
                <a:lnTo>
                  <a:pt x="693" y="278"/>
                </a:lnTo>
                <a:moveTo>
                  <a:pt x="695" y="278"/>
                </a:moveTo>
                <a:lnTo>
                  <a:pt x="695" y="287"/>
                </a:lnTo>
                <a:lnTo>
                  <a:pt x="694" y="296"/>
                </a:lnTo>
                <a:lnTo>
                  <a:pt x="693" y="305"/>
                </a:lnTo>
                <a:lnTo>
                  <a:pt x="692" y="313"/>
                </a:lnTo>
                <a:lnTo>
                  <a:pt x="691" y="322"/>
                </a:lnTo>
                <a:lnTo>
                  <a:pt x="689" y="331"/>
                </a:lnTo>
                <a:lnTo>
                  <a:pt x="687" y="339"/>
                </a:lnTo>
                <a:lnTo>
                  <a:pt x="684" y="348"/>
                </a:lnTo>
                <a:lnTo>
                  <a:pt x="681" y="356"/>
                </a:lnTo>
                <a:lnTo>
                  <a:pt x="678" y="364"/>
                </a:lnTo>
                <a:lnTo>
                  <a:pt x="674" y="373"/>
                </a:lnTo>
                <a:lnTo>
                  <a:pt x="671" y="381"/>
                </a:lnTo>
                <a:lnTo>
                  <a:pt x="666" y="389"/>
                </a:lnTo>
                <a:lnTo>
                  <a:pt x="662" y="397"/>
                </a:lnTo>
                <a:lnTo>
                  <a:pt x="657" y="405"/>
                </a:lnTo>
                <a:lnTo>
                  <a:pt x="652" y="413"/>
                </a:lnTo>
                <a:lnTo>
                  <a:pt x="647" y="420"/>
                </a:lnTo>
                <a:lnTo>
                  <a:pt x="641" y="428"/>
                </a:lnTo>
                <a:lnTo>
                  <a:pt x="635" y="435"/>
                </a:lnTo>
                <a:lnTo>
                  <a:pt x="629" y="442"/>
                </a:lnTo>
                <a:lnTo>
                  <a:pt x="622" y="449"/>
                </a:lnTo>
                <a:lnTo>
                  <a:pt x="615" y="456"/>
                </a:lnTo>
                <a:lnTo>
                  <a:pt x="608" y="463"/>
                </a:lnTo>
                <a:lnTo>
                  <a:pt x="601" y="469"/>
                </a:lnTo>
                <a:lnTo>
                  <a:pt x="593" y="475"/>
                </a:lnTo>
                <a:lnTo>
                  <a:pt x="585" y="481"/>
                </a:lnTo>
                <a:lnTo>
                  <a:pt x="577" y="488"/>
                </a:lnTo>
                <a:lnTo>
                  <a:pt x="569" y="494"/>
                </a:lnTo>
                <a:lnTo>
                  <a:pt x="561" y="499"/>
                </a:lnTo>
                <a:lnTo>
                  <a:pt x="552" y="505"/>
                </a:lnTo>
                <a:lnTo>
                  <a:pt x="543" y="510"/>
                </a:lnTo>
                <a:lnTo>
                  <a:pt x="534" y="514"/>
                </a:lnTo>
                <a:lnTo>
                  <a:pt x="524" y="519"/>
                </a:lnTo>
                <a:lnTo>
                  <a:pt x="515" y="523"/>
                </a:lnTo>
                <a:lnTo>
                  <a:pt x="505" y="527"/>
                </a:lnTo>
                <a:lnTo>
                  <a:pt x="496" y="531"/>
                </a:lnTo>
                <a:lnTo>
                  <a:pt x="486" y="535"/>
                </a:lnTo>
                <a:lnTo>
                  <a:pt x="476" y="538"/>
                </a:lnTo>
                <a:lnTo>
                  <a:pt x="465" y="541"/>
                </a:lnTo>
                <a:lnTo>
                  <a:pt x="455" y="544"/>
                </a:lnTo>
                <a:lnTo>
                  <a:pt x="445" y="547"/>
                </a:lnTo>
                <a:lnTo>
                  <a:pt x="434" y="549"/>
                </a:lnTo>
                <a:lnTo>
                  <a:pt x="424" y="551"/>
                </a:lnTo>
                <a:lnTo>
                  <a:pt x="413" y="553"/>
                </a:lnTo>
                <a:lnTo>
                  <a:pt x="402" y="554"/>
                </a:lnTo>
                <a:lnTo>
                  <a:pt x="391" y="556"/>
                </a:lnTo>
                <a:lnTo>
                  <a:pt x="380" y="557"/>
                </a:lnTo>
                <a:lnTo>
                  <a:pt x="370" y="557"/>
                </a:lnTo>
                <a:lnTo>
                  <a:pt x="359" y="558"/>
                </a:lnTo>
                <a:lnTo>
                  <a:pt x="348" y="558"/>
                </a:lnTo>
                <a:lnTo>
                  <a:pt x="337" y="558"/>
                </a:lnTo>
                <a:lnTo>
                  <a:pt x="326" y="557"/>
                </a:lnTo>
                <a:lnTo>
                  <a:pt x="315" y="557"/>
                </a:lnTo>
                <a:lnTo>
                  <a:pt x="304" y="556"/>
                </a:lnTo>
                <a:lnTo>
                  <a:pt x="294" y="554"/>
                </a:lnTo>
                <a:lnTo>
                  <a:pt x="283" y="553"/>
                </a:lnTo>
                <a:lnTo>
                  <a:pt x="272" y="551"/>
                </a:lnTo>
                <a:lnTo>
                  <a:pt x="261" y="549"/>
                </a:lnTo>
                <a:lnTo>
                  <a:pt x="251" y="547"/>
                </a:lnTo>
                <a:lnTo>
                  <a:pt x="241" y="544"/>
                </a:lnTo>
                <a:lnTo>
                  <a:pt x="230" y="541"/>
                </a:lnTo>
                <a:lnTo>
                  <a:pt x="220" y="538"/>
                </a:lnTo>
                <a:lnTo>
                  <a:pt x="210" y="535"/>
                </a:lnTo>
                <a:lnTo>
                  <a:pt x="200" y="531"/>
                </a:lnTo>
                <a:lnTo>
                  <a:pt x="190" y="527"/>
                </a:lnTo>
                <a:lnTo>
                  <a:pt x="181" y="523"/>
                </a:lnTo>
                <a:lnTo>
                  <a:pt x="171" y="519"/>
                </a:lnTo>
                <a:lnTo>
                  <a:pt x="162" y="514"/>
                </a:lnTo>
                <a:lnTo>
                  <a:pt x="153" y="510"/>
                </a:lnTo>
                <a:lnTo>
                  <a:pt x="144" y="505"/>
                </a:lnTo>
                <a:lnTo>
                  <a:pt x="135" y="499"/>
                </a:lnTo>
                <a:lnTo>
                  <a:pt x="127" y="494"/>
                </a:lnTo>
                <a:lnTo>
                  <a:pt x="118" y="488"/>
                </a:lnTo>
                <a:lnTo>
                  <a:pt x="110" y="481"/>
                </a:lnTo>
                <a:lnTo>
                  <a:pt x="102" y="475"/>
                </a:lnTo>
                <a:lnTo>
                  <a:pt x="95" y="469"/>
                </a:lnTo>
                <a:lnTo>
                  <a:pt x="87" y="463"/>
                </a:lnTo>
                <a:lnTo>
                  <a:pt x="80" y="456"/>
                </a:lnTo>
                <a:lnTo>
                  <a:pt x="74" y="449"/>
                </a:lnTo>
                <a:lnTo>
                  <a:pt x="67" y="442"/>
                </a:lnTo>
                <a:lnTo>
                  <a:pt x="61" y="435"/>
                </a:lnTo>
                <a:lnTo>
                  <a:pt x="55" y="428"/>
                </a:lnTo>
                <a:lnTo>
                  <a:pt x="48" y="420"/>
                </a:lnTo>
                <a:lnTo>
                  <a:pt x="43" y="413"/>
                </a:lnTo>
                <a:lnTo>
                  <a:pt x="38" y="405"/>
                </a:lnTo>
                <a:lnTo>
                  <a:pt x="33" y="397"/>
                </a:lnTo>
                <a:lnTo>
                  <a:pt x="28" y="389"/>
                </a:lnTo>
                <a:lnTo>
                  <a:pt x="24" y="381"/>
                </a:lnTo>
                <a:lnTo>
                  <a:pt x="20" y="373"/>
                </a:lnTo>
                <a:lnTo>
                  <a:pt x="17" y="364"/>
                </a:lnTo>
                <a:lnTo>
                  <a:pt x="13" y="356"/>
                </a:lnTo>
                <a:lnTo>
                  <a:pt x="11" y="348"/>
                </a:lnTo>
                <a:lnTo>
                  <a:pt x="8" y="339"/>
                </a:lnTo>
                <a:lnTo>
                  <a:pt x="6" y="331"/>
                </a:lnTo>
                <a:lnTo>
                  <a:pt x="4" y="322"/>
                </a:lnTo>
                <a:lnTo>
                  <a:pt x="2" y="313"/>
                </a:lnTo>
                <a:lnTo>
                  <a:pt x="1" y="305"/>
                </a:lnTo>
                <a:lnTo>
                  <a:pt x="0" y="296"/>
                </a:lnTo>
                <a:lnTo>
                  <a:pt x="0" y="287"/>
                </a:lnTo>
                <a:lnTo>
                  <a:pt x="0" y="278"/>
                </a:lnTo>
                <a:lnTo>
                  <a:pt x="0" y="270"/>
                </a:lnTo>
                <a:lnTo>
                  <a:pt x="0" y="261"/>
                </a:lnTo>
                <a:lnTo>
                  <a:pt x="1" y="252"/>
                </a:lnTo>
                <a:lnTo>
                  <a:pt x="2" y="243"/>
                </a:lnTo>
                <a:lnTo>
                  <a:pt x="4" y="235"/>
                </a:lnTo>
                <a:lnTo>
                  <a:pt x="6" y="226"/>
                </a:lnTo>
                <a:lnTo>
                  <a:pt x="8" y="218"/>
                </a:lnTo>
                <a:lnTo>
                  <a:pt x="11" y="209"/>
                </a:lnTo>
                <a:lnTo>
                  <a:pt x="13" y="201"/>
                </a:lnTo>
                <a:lnTo>
                  <a:pt x="17" y="192"/>
                </a:lnTo>
                <a:lnTo>
                  <a:pt x="20" y="184"/>
                </a:lnTo>
                <a:lnTo>
                  <a:pt x="24" y="176"/>
                </a:lnTo>
                <a:lnTo>
                  <a:pt x="28" y="168"/>
                </a:lnTo>
                <a:lnTo>
                  <a:pt x="33" y="160"/>
                </a:lnTo>
                <a:lnTo>
                  <a:pt x="38" y="152"/>
                </a:lnTo>
                <a:lnTo>
                  <a:pt x="43" y="144"/>
                </a:lnTo>
                <a:lnTo>
                  <a:pt x="48" y="137"/>
                </a:lnTo>
                <a:lnTo>
                  <a:pt x="55" y="129"/>
                </a:lnTo>
                <a:lnTo>
                  <a:pt x="61" y="122"/>
                </a:lnTo>
                <a:lnTo>
                  <a:pt x="67" y="115"/>
                </a:lnTo>
                <a:lnTo>
                  <a:pt x="74" y="108"/>
                </a:lnTo>
                <a:lnTo>
                  <a:pt x="80" y="101"/>
                </a:lnTo>
                <a:lnTo>
                  <a:pt x="87" y="94"/>
                </a:lnTo>
                <a:lnTo>
                  <a:pt x="95" y="88"/>
                </a:lnTo>
                <a:lnTo>
                  <a:pt x="102" y="82"/>
                </a:lnTo>
                <a:lnTo>
                  <a:pt x="110" y="75"/>
                </a:lnTo>
                <a:lnTo>
                  <a:pt x="118" y="70"/>
                </a:lnTo>
                <a:lnTo>
                  <a:pt x="127" y="64"/>
                </a:lnTo>
                <a:lnTo>
                  <a:pt x="135" y="58"/>
                </a:lnTo>
                <a:lnTo>
                  <a:pt x="144" y="53"/>
                </a:lnTo>
                <a:lnTo>
                  <a:pt x="153" y="48"/>
                </a:lnTo>
                <a:lnTo>
                  <a:pt x="162" y="43"/>
                </a:lnTo>
                <a:lnTo>
                  <a:pt x="171" y="39"/>
                </a:lnTo>
                <a:lnTo>
                  <a:pt x="181" y="34"/>
                </a:lnTo>
                <a:lnTo>
                  <a:pt x="190" y="30"/>
                </a:lnTo>
                <a:lnTo>
                  <a:pt x="200" y="26"/>
                </a:lnTo>
                <a:lnTo>
                  <a:pt x="210" y="23"/>
                </a:lnTo>
                <a:lnTo>
                  <a:pt x="220" y="20"/>
                </a:lnTo>
                <a:lnTo>
                  <a:pt x="230" y="16"/>
                </a:lnTo>
                <a:lnTo>
                  <a:pt x="241" y="14"/>
                </a:lnTo>
                <a:lnTo>
                  <a:pt x="251" y="11"/>
                </a:lnTo>
                <a:lnTo>
                  <a:pt x="261" y="9"/>
                </a:lnTo>
                <a:lnTo>
                  <a:pt x="272" y="7"/>
                </a:lnTo>
                <a:lnTo>
                  <a:pt x="283" y="5"/>
                </a:lnTo>
                <a:lnTo>
                  <a:pt x="294" y="3"/>
                </a:lnTo>
                <a:lnTo>
                  <a:pt x="304" y="2"/>
                </a:lnTo>
                <a:lnTo>
                  <a:pt x="315" y="1"/>
                </a:lnTo>
                <a:lnTo>
                  <a:pt x="326" y="1"/>
                </a:lnTo>
                <a:lnTo>
                  <a:pt x="337" y="0"/>
                </a:lnTo>
                <a:lnTo>
                  <a:pt x="348" y="0"/>
                </a:lnTo>
                <a:lnTo>
                  <a:pt x="359" y="0"/>
                </a:lnTo>
                <a:lnTo>
                  <a:pt x="370" y="1"/>
                </a:lnTo>
                <a:lnTo>
                  <a:pt x="380" y="1"/>
                </a:lnTo>
                <a:lnTo>
                  <a:pt x="391" y="2"/>
                </a:lnTo>
                <a:lnTo>
                  <a:pt x="402" y="3"/>
                </a:lnTo>
                <a:lnTo>
                  <a:pt x="413" y="5"/>
                </a:lnTo>
                <a:lnTo>
                  <a:pt x="424" y="7"/>
                </a:lnTo>
                <a:lnTo>
                  <a:pt x="434" y="9"/>
                </a:lnTo>
                <a:lnTo>
                  <a:pt x="445" y="11"/>
                </a:lnTo>
                <a:lnTo>
                  <a:pt x="455" y="14"/>
                </a:lnTo>
                <a:lnTo>
                  <a:pt x="465" y="16"/>
                </a:lnTo>
                <a:lnTo>
                  <a:pt x="476" y="20"/>
                </a:lnTo>
                <a:lnTo>
                  <a:pt x="486" y="23"/>
                </a:lnTo>
                <a:lnTo>
                  <a:pt x="496" y="26"/>
                </a:lnTo>
                <a:lnTo>
                  <a:pt x="505" y="30"/>
                </a:lnTo>
                <a:lnTo>
                  <a:pt x="515" y="34"/>
                </a:lnTo>
                <a:lnTo>
                  <a:pt x="524" y="39"/>
                </a:lnTo>
                <a:lnTo>
                  <a:pt x="534" y="43"/>
                </a:lnTo>
                <a:lnTo>
                  <a:pt x="543" y="48"/>
                </a:lnTo>
                <a:lnTo>
                  <a:pt x="552" y="53"/>
                </a:lnTo>
                <a:lnTo>
                  <a:pt x="561" y="58"/>
                </a:lnTo>
                <a:lnTo>
                  <a:pt x="569" y="64"/>
                </a:lnTo>
                <a:lnTo>
                  <a:pt x="577" y="70"/>
                </a:lnTo>
                <a:lnTo>
                  <a:pt x="585" y="75"/>
                </a:lnTo>
                <a:lnTo>
                  <a:pt x="593" y="82"/>
                </a:lnTo>
                <a:lnTo>
                  <a:pt x="601" y="88"/>
                </a:lnTo>
                <a:lnTo>
                  <a:pt x="608" y="94"/>
                </a:lnTo>
                <a:lnTo>
                  <a:pt x="615" y="101"/>
                </a:lnTo>
                <a:lnTo>
                  <a:pt x="622" y="108"/>
                </a:lnTo>
                <a:lnTo>
                  <a:pt x="629" y="115"/>
                </a:lnTo>
                <a:lnTo>
                  <a:pt x="635" y="122"/>
                </a:lnTo>
                <a:lnTo>
                  <a:pt x="641" y="129"/>
                </a:lnTo>
                <a:lnTo>
                  <a:pt x="647" y="137"/>
                </a:lnTo>
                <a:lnTo>
                  <a:pt x="652" y="144"/>
                </a:lnTo>
                <a:lnTo>
                  <a:pt x="657" y="152"/>
                </a:lnTo>
                <a:lnTo>
                  <a:pt x="662" y="160"/>
                </a:lnTo>
                <a:lnTo>
                  <a:pt x="666" y="168"/>
                </a:lnTo>
                <a:lnTo>
                  <a:pt x="671" y="176"/>
                </a:lnTo>
                <a:lnTo>
                  <a:pt x="674" y="184"/>
                </a:lnTo>
                <a:lnTo>
                  <a:pt x="678" y="192"/>
                </a:lnTo>
                <a:lnTo>
                  <a:pt x="681" y="201"/>
                </a:lnTo>
                <a:lnTo>
                  <a:pt x="684" y="209"/>
                </a:lnTo>
                <a:lnTo>
                  <a:pt x="687" y="218"/>
                </a:lnTo>
                <a:lnTo>
                  <a:pt x="689" y="226"/>
                </a:lnTo>
                <a:lnTo>
                  <a:pt x="691" y="235"/>
                </a:lnTo>
                <a:lnTo>
                  <a:pt x="692" y="243"/>
                </a:lnTo>
                <a:lnTo>
                  <a:pt x="693" y="252"/>
                </a:lnTo>
                <a:lnTo>
                  <a:pt x="694" y="261"/>
                </a:lnTo>
                <a:lnTo>
                  <a:pt x="695" y="270"/>
                </a:lnTo>
                <a:lnTo>
                  <a:pt x="695" y="278"/>
                </a:lnTo>
                <a:close/>
              </a:path>
            </a:pathLst>
          </a:custGeom>
          <a:solidFill>
            <a:srgbClr val="ffc5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0" name=""/>
          <p:cNvSpPr/>
          <p:nvPr/>
        </p:nvSpPr>
        <p:spPr>
          <a:xfrm>
            <a:off x="4852800" y="1726920"/>
            <a:ext cx="252000" cy="202320"/>
          </a:xfrm>
          <a:custGeom>
            <a:avLst/>
            <a:gdLst/>
            <a:ahLst/>
            <a:rect l="0" t="0" r="r" b="b"/>
            <a:pathLst>
              <a:path w="700" h="562">
                <a:moveTo>
                  <a:pt x="698" y="280"/>
                </a:moveTo>
                <a:lnTo>
                  <a:pt x="698" y="272"/>
                </a:lnTo>
                <a:lnTo>
                  <a:pt x="697" y="263"/>
                </a:lnTo>
                <a:lnTo>
                  <a:pt x="696" y="254"/>
                </a:lnTo>
                <a:lnTo>
                  <a:pt x="695" y="245"/>
                </a:lnTo>
                <a:lnTo>
                  <a:pt x="694" y="237"/>
                </a:lnTo>
                <a:lnTo>
                  <a:pt x="692" y="228"/>
                </a:lnTo>
                <a:lnTo>
                  <a:pt x="690" y="220"/>
                </a:lnTo>
                <a:lnTo>
                  <a:pt x="687" y="211"/>
                </a:lnTo>
                <a:lnTo>
                  <a:pt x="684" y="203"/>
                </a:lnTo>
                <a:lnTo>
                  <a:pt x="681" y="194"/>
                </a:lnTo>
                <a:lnTo>
                  <a:pt x="677" y="186"/>
                </a:lnTo>
                <a:lnTo>
                  <a:pt x="674" y="178"/>
                </a:lnTo>
                <a:lnTo>
                  <a:pt x="669" y="170"/>
                </a:lnTo>
                <a:lnTo>
                  <a:pt x="665" y="162"/>
                </a:lnTo>
                <a:lnTo>
                  <a:pt x="660" y="154"/>
                </a:lnTo>
                <a:lnTo>
                  <a:pt x="655" y="146"/>
                </a:lnTo>
                <a:lnTo>
                  <a:pt x="650" y="139"/>
                </a:lnTo>
                <a:lnTo>
                  <a:pt x="644" y="131"/>
                </a:lnTo>
                <a:lnTo>
                  <a:pt x="638" y="124"/>
                </a:lnTo>
                <a:lnTo>
                  <a:pt x="632" y="117"/>
                </a:lnTo>
                <a:lnTo>
                  <a:pt x="625" y="110"/>
                </a:lnTo>
                <a:lnTo>
                  <a:pt x="618" y="103"/>
                </a:lnTo>
                <a:lnTo>
                  <a:pt x="611" y="96"/>
                </a:lnTo>
                <a:lnTo>
                  <a:pt x="604" y="90"/>
                </a:lnTo>
                <a:lnTo>
                  <a:pt x="596" y="84"/>
                </a:lnTo>
                <a:lnTo>
                  <a:pt x="588" y="77"/>
                </a:lnTo>
                <a:lnTo>
                  <a:pt x="580" y="72"/>
                </a:lnTo>
                <a:lnTo>
                  <a:pt x="572" y="66"/>
                </a:lnTo>
                <a:lnTo>
                  <a:pt x="564" y="60"/>
                </a:lnTo>
                <a:lnTo>
                  <a:pt x="555" y="55"/>
                </a:lnTo>
                <a:lnTo>
                  <a:pt x="546" y="50"/>
                </a:lnTo>
                <a:lnTo>
                  <a:pt x="537" y="45"/>
                </a:lnTo>
                <a:lnTo>
                  <a:pt x="527" y="41"/>
                </a:lnTo>
                <a:lnTo>
                  <a:pt x="518" y="36"/>
                </a:lnTo>
                <a:lnTo>
                  <a:pt x="508" y="32"/>
                </a:lnTo>
                <a:lnTo>
                  <a:pt x="499" y="28"/>
                </a:lnTo>
                <a:lnTo>
                  <a:pt x="489" y="25"/>
                </a:lnTo>
                <a:lnTo>
                  <a:pt x="479" y="22"/>
                </a:lnTo>
                <a:lnTo>
                  <a:pt x="468" y="18"/>
                </a:lnTo>
                <a:lnTo>
                  <a:pt x="458" y="16"/>
                </a:lnTo>
                <a:lnTo>
                  <a:pt x="448" y="13"/>
                </a:lnTo>
                <a:lnTo>
                  <a:pt x="437" y="11"/>
                </a:lnTo>
                <a:lnTo>
                  <a:pt x="427" y="9"/>
                </a:lnTo>
                <a:lnTo>
                  <a:pt x="416" y="7"/>
                </a:lnTo>
                <a:lnTo>
                  <a:pt x="405" y="5"/>
                </a:lnTo>
                <a:lnTo>
                  <a:pt x="394" y="4"/>
                </a:lnTo>
                <a:lnTo>
                  <a:pt x="383" y="3"/>
                </a:lnTo>
                <a:lnTo>
                  <a:pt x="373" y="3"/>
                </a:lnTo>
                <a:lnTo>
                  <a:pt x="362" y="2"/>
                </a:lnTo>
                <a:lnTo>
                  <a:pt x="351" y="2"/>
                </a:lnTo>
                <a:lnTo>
                  <a:pt x="340" y="2"/>
                </a:lnTo>
                <a:lnTo>
                  <a:pt x="329" y="3"/>
                </a:lnTo>
                <a:lnTo>
                  <a:pt x="318" y="3"/>
                </a:lnTo>
                <a:lnTo>
                  <a:pt x="307" y="4"/>
                </a:lnTo>
                <a:lnTo>
                  <a:pt x="297" y="5"/>
                </a:lnTo>
                <a:lnTo>
                  <a:pt x="286" y="7"/>
                </a:lnTo>
                <a:lnTo>
                  <a:pt x="275" y="9"/>
                </a:lnTo>
                <a:lnTo>
                  <a:pt x="264" y="11"/>
                </a:lnTo>
                <a:lnTo>
                  <a:pt x="254" y="13"/>
                </a:lnTo>
                <a:lnTo>
                  <a:pt x="244" y="16"/>
                </a:lnTo>
                <a:lnTo>
                  <a:pt x="233" y="18"/>
                </a:lnTo>
                <a:lnTo>
                  <a:pt x="223" y="22"/>
                </a:lnTo>
                <a:lnTo>
                  <a:pt x="213" y="25"/>
                </a:lnTo>
                <a:lnTo>
                  <a:pt x="203" y="28"/>
                </a:lnTo>
                <a:lnTo>
                  <a:pt x="193" y="32"/>
                </a:lnTo>
                <a:lnTo>
                  <a:pt x="184" y="36"/>
                </a:lnTo>
                <a:lnTo>
                  <a:pt x="174" y="41"/>
                </a:lnTo>
                <a:lnTo>
                  <a:pt x="165" y="45"/>
                </a:lnTo>
                <a:lnTo>
                  <a:pt x="156" y="50"/>
                </a:lnTo>
                <a:lnTo>
                  <a:pt x="147" y="55"/>
                </a:lnTo>
                <a:lnTo>
                  <a:pt x="138" y="60"/>
                </a:lnTo>
                <a:lnTo>
                  <a:pt x="129" y="66"/>
                </a:lnTo>
                <a:lnTo>
                  <a:pt x="120" y="72"/>
                </a:lnTo>
                <a:lnTo>
                  <a:pt x="112" y="77"/>
                </a:lnTo>
                <a:lnTo>
                  <a:pt x="104" y="84"/>
                </a:lnTo>
                <a:lnTo>
                  <a:pt x="97" y="90"/>
                </a:lnTo>
                <a:lnTo>
                  <a:pt x="89" y="96"/>
                </a:lnTo>
                <a:lnTo>
                  <a:pt x="82" y="103"/>
                </a:lnTo>
                <a:lnTo>
                  <a:pt x="76" y="110"/>
                </a:lnTo>
                <a:lnTo>
                  <a:pt x="69" y="117"/>
                </a:lnTo>
                <a:lnTo>
                  <a:pt x="63" y="124"/>
                </a:lnTo>
                <a:lnTo>
                  <a:pt x="57" y="131"/>
                </a:lnTo>
                <a:lnTo>
                  <a:pt x="51" y="139"/>
                </a:lnTo>
                <a:lnTo>
                  <a:pt x="46" y="146"/>
                </a:lnTo>
                <a:lnTo>
                  <a:pt x="41" y="154"/>
                </a:lnTo>
                <a:lnTo>
                  <a:pt x="36" y="162"/>
                </a:lnTo>
                <a:lnTo>
                  <a:pt x="31" y="170"/>
                </a:lnTo>
                <a:lnTo>
                  <a:pt x="27" y="178"/>
                </a:lnTo>
                <a:lnTo>
                  <a:pt x="23" y="186"/>
                </a:lnTo>
                <a:lnTo>
                  <a:pt x="20" y="194"/>
                </a:lnTo>
                <a:lnTo>
                  <a:pt x="16" y="203"/>
                </a:lnTo>
                <a:lnTo>
                  <a:pt x="14" y="211"/>
                </a:lnTo>
                <a:lnTo>
                  <a:pt x="11" y="220"/>
                </a:lnTo>
                <a:lnTo>
                  <a:pt x="9" y="228"/>
                </a:lnTo>
                <a:lnTo>
                  <a:pt x="7" y="237"/>
                </a:lnTo>
                <a:lnTo>
                  <a:pt x="5" y="245"/>
                </a:lnTo>
                <a:lnTo>
                  <a:pt x="4" y="254"/>
                </a:lnTo>
                <a:lnTo>
                  <a:pt x="3" y="263"/>
                </a:lnTo>
                <a:lnTo>
                  <a:pt x="3" y="272"/>
                </a:lnTo>
                <a:lnTo>
                  <a:pt x="3" y="280"/>
                </a:lnTo>
                <a:lnTo>
                  <a:pt x="3" y="289"/>
                </a:lnTo>
                <a:lnTo>
                  <a:pt x="3" y="298"/>
                </a:lnTo>
                <a:lnTo>
                  <a:pt x="4" y="307"/>
                </a:lnTo>
                <a:lnTo>
                  <a:pt x="5" y="315"/>
                </a:lnTo>
                <a:lnTo>
                  <a:pt x="7" y="324"/>
                </a:lnTo>
                <a:lnTo>
                  <a:pt x="9" y="333"/>
                </a:lnTo>
                <a:lnTo>
                  <a:pt x="11" y="341"/>
                </a:lnTo>
                <a:lnTo>
                  <a:pt x="14" y="350"/>
                </a:lnTo>
                <a:lnTo>
                  <a:pt x="16" y="358"/>
                </a:lnTo>
                <a:lnTo>
                  <a:pt x="20" y="366"/>
                </a:lnTo>
                <a:lnTo>
                  <a:pt x="23" y="375"/>
                </a:lnTo>
                <a:lnTo>
                  <a:pt x="27" y="383"/>
                </a:lnTo>
                <a:lnTo>
                  <a:pt x="31" y="391"/>
                </a:lnTo>
                <a:lnTo>
                  <a:pt x="36" y="399"/>
                </a:lnTo>
                <a:lnTo>
                  <a:pt x="41" y="407"/>
                </a:lnTo>
                <a:lnTo>
                  <a:pt x="46" y="415"/>
                </a:lnTo>
                <a:lnTo>
                  <a:pt x="51" y="422"/>
                </a:lnTo>
                <a:lnTo>
                  <a:pt x="57" y="430"/>
                </a:lnTo>
                <a:lnTo>
                  <a:pt x="63" y="437"/>
                </a:lnTo>
                <a:lnTo>
                  <a:pt x="69" y="444"/>
                </a:lnTo>
                <a:lnTo>
                  <a:pt x="76" y="451"/>
                </a:lnTo>
                <a:lnTo>
                  <a:pt x="82" y="458"/>
                </a:lnTo>
                <a:lnTo>
                  <a:pt x="89" y="465"/>
                </a:lnTo>
                <a:lnTo>
                  <a:pt x="97" y="471"/>
                </a:lnTo>
                <a:lnTo>
                  <a:pt x="104" y="477"/>
                </a:lnTo>
                <a:lnTo>
                  <a:pt x="112" y="483"/>
                </a:lnTo>
                <a:lnTo>
                  <a:pt x="120" y="489"/>
                </a:lnTo>
                <a:lnTo>
                  <a:pt x="129" y="495"/>
                </a:lnTo>
                <a:lnTo>
                  <a:pt x="138" y="500"/>
                </a:lnTo>
                <a:lnTo>
                  <a:pt x="147" y="506"/>
                </a:lnTo>
                <a:lnTo>
                  <a:pt x="156" y="511"/>
                </a:lnTo>
                <a:lnTo>
                  <a:pt x="165" y="515"/>
                </a:lnTo>
                <a:lnTo>
                  <a:pt x="174" y="520"/>
                </a:lnTo>
                <a:lnTo>
                  <a:pt x="184" y="525"/>
                </a:lnTo>
                <a:lnTo>
                  <a:pt x="193" y="529"/>
                </a:lnTo>
                <a:lnTo>
                  <a:pt x="203" y="533"/>
                </a:lnTo>
                <a:lnTo>
                  <a:pt x="213" y="537"/>
                </a:lnTo>
                <a:lnTo>
                  <a:pt x="223" y="540"/>
                </a:lnTo>
                <a:lnTo>
                  <a:pt x="233" y="543"/>
                </a:lnTo>
                <a:lnTo>
                  <a:pt x="244" y="546"/>
                </a:lnTo>
                <a:lnTo>
                  <a:pt x="254" y="549"/>
                </a:lnTo>
                <a:lnTo>
                  <a:pt x="264" y="551"/>
                </a:lnTo>
                <a:lnTo>
                  <a:pt x="275" y="553"/>
                </a:lnTo>
                <a:lnTo>
                  <a:pt x="286" y="555"/>
                </a:lnTo>
                <a:lnTo>
                  <a:pt x="297" y="556"/>
                </a:lnTo>
                <a:lnTo>
                  <a:pt x="307" y="558"/>
                </a:lnTo>
                <a:lnTo>
                  <a:pt x="318" y="559"/>
                </a:lnTo>
                <a:lnTo>
                  <a:pt x="329" y="559"/>
                </a:lnTo>
                <a:lnTo>
                  <a:pt x="340" y="560"/>
                </a:lnTo>
                <a:lnTo>
                  <a:pt x="351" y="560"/>
                </a:lnTo>
                <a:lnTo>
                  <a:pt x="362" y="560"/>
                </a:lnTo>
                <a:lnTo>
                  <a:pt x="373" y="559"/>
                </a:lnTo>
                <a:lnTo>
                  <a:pt x="383" y="559"/>
                </a:lnTo>
                <a:lnTo>
                  <a:pt x="394" y="558"/>
                </a:lnTo>
                <a:lnTo>
                  <a:pt x="405" y="556"/>
                </a:lnTo>
                <a:lnTo>
                  <a:pt x="416" y="555"/>
                </a:lnTo>
                <a:lnTo>
                  <a:pt x="427" y="553"/>
                </a:lnTo>
                <a:lnTo>
                  <a:pt x="437" y="551"/>
                </a:lnTo>
                <a:lnTo>
                  <a:pt x="448" y="549"/>
                </a:lnTo>
                <a:lnTo>
                  <a:pt x="458" y="546"/>
                </a:lnTo>
                <a:lnTo>
                  <a:pt x="468" y="543"/>
                </a:lnTo>
                <a:lnTo>
                  <a:pt x="479" y="540"/>
                </a:lnTo>
                <a:lnTo>
                  <a:pt x="489" y="537"/>
                </a:lnTo>
                <a:lnTo>
                  <a:pt x="499" y="533"/>
                </a:lnTo>
                <a:lnTo>
                  <a:pt x="508" y="529"/>
                </a:lnTo>
                <a:lnTo>
                  <a:pt x="518" y="525"/>
                </a:lnTo>
                <a:lnTo>
                  <a:pt x="527" y="520"/>
                </a:lnTo>
                <a:lnTo>
                  <a:pt x="537" y="515"/>
                </a:lnTo>
                <a:lnTo>
                  <a:pt x="546" y="511"/>
                </a:lnTo>
                <a:lnTo>
                  <a:pt x="555" y="506"/>
                </a:lnTo>
                <a:lnTo>
                  <a:pt x="564" y="500"/>
                </a:lnTo>
                <a:lnTo>
                  <a:pt x="572" y="495"/>
                </a:lnTo>
                <a:lnTo>
                  <a:pt x="580" y="489"/>
                </a:lnTo>
                <a:lnTo>
                  <a:pt x="588" y="483"/>
                </a:lnTo>
                <a:lnTo>
                  <a:pt x="596" y="477"/>
                </a:lnTo>
                <a:lnTo>
                  <a:pt x="604" y="471"/>
                </a:lnTo>
                <a:lnTo>
                  <a:pt x="611" y="465"/>
                </a:lnTo>
                <a:lnTo>
                  <a:pt x="618" y="458"/>
                </a:lnTo>
                <a:lnTo>
                  <a:pt x="625" y="451"/>
                </a:lnTo>
                <a:lnTo>
                  <a:pt x="632" y="444"/>
                </a:lnTo>
                <a:lnTo>
                  <a:pt x="638" y="437"/>
                </a:lnTo>
                <a:lnTo>
                  <a:pt x="644" y="430"/>
                </a:lnTo>
                <a:lnTo>
                  <a:pt x="650" y="422"/>
                </a:lnTo>
                <a:lnTo>
                  <a:pt x="655" y="415"/>
                </a:lnTo>
                <a:lnTo>
                  <a:pt x="660" y="407"/>
                </a:lnTo>
                <a:lnTo>
                  <a:pt x="665" y="399"/>
                </a:lnTo>
                <a:lnTo>
                  <a:pt x="669" y="391"/>
                </a:lnTo>
                <a:lnTo>
                  <a:pt x="674" y="383"/>
                </a:lnTo>
                <a:lnTo>
                  <a:pt x="677" y="375"/>
                </a:lnTo>
                <a:lnTo>
                  <a:pt x="681" y="366"/>
                </a:lnTo>
                <a:lnTo>
                  <a:pt x="684" y="358"/>
                </a:lnTo>
                <a:lnTo>
                  <a:pt x="687" y="350"/>
                </a:lnTo>
                <a:lnTo>
                  <a:pt x="690" y="341"/>
                </a:lnTo>
                <a:lnTo>
                  <a:pt x="692" y="333"/>
                </a:lnTo>
                <a:lnTo>
                  <a:pt x="694" y="324"/>
                </a:lnTo>
                <a:lnTo>
                  <a:pt x="695" y="315"/>
                </a:lnTo>
                <a:lnTo>
                  <a:pt x="696" y="307"/>
                </a:lnTo>
                <a:lnTo>
                  <a:pt x="697" y="298"/>
                </a:lnTo>
                <a:lnTo>
                  <a:pt x="698" y="289"/>
                </a:lnTo>
                <a:lnTo>
                  <a:pt x="698" y="280"/>
                </a:lnTo>
                <a:moveTo>
                  <a:pt x="700" y="280"/>
                </a:moveTo>
                <a:lnTo>
                  <a:pt x="700" y="289"/>
                </a:lnTo>
                <a:lnTo>
                  <a:pt x="699" y="298"/>
                </a:lnTo>
                <a:lnTo>
                  <a:pt x="699" y="307"/>
                </a:lnTo>
                <a:lnTo>
                  <a:pt x="697" y="316"/>
                </a:lnTo>
                <a:lnTo>
                  <a:pt x="696" y="324"/>
                </a:lnTo>
                <a:lnTo>
                  <a:pt x="694" y="333"/>
                </a:lnTo>
                <a:lnTo>
                  <a:pt x="692" y="342"/>
                </a:lnTo>
                <a:lnTo>
                  <a:pt x="689" y="350"/>
                </a:lnTo>
                <a:lnTo>
                  <a:pt x="686" y="359"/>
                </a:lnTo>
                <a:lnTo>
                  <a:pt x="683" y="367"/>
                </a:lnTo>
                <a:lnTo>
                  <a:pt x="680" y="375"/>
                </a:lnTo>
                <a:lnTo>
                  <a:pt x="676" y="384"/>
                </a:lnTo>
                <a:lnTo>
                  <a:pt x="671" y="392"/>
                </a:lnTo>
                <a:lnTo>
                  <a:pt x="667" y="400"/>
                </a:lnTo>
                <a:lnTo>
                  <a:pt x="662" y="408"/>
                </a:lnTo>
                <a:lnTo>
                  <a:pt x="657" y="415"/>
                </a:lnTo>
                <a:lnTo>
                  <a:pt x="652" y="423"/>
                </a:lnTo>
                <a:lnTo>
                  <a:pt x="646" y="431"/>
                </a:lnTo>
                <a:lnTo>
                  <a:pt x="640" y="438"/>
                </a:lnTo>
                <a:lnTo>
                  <a:pt x="633" y="445"/>
                </a:lnTo>
                <a:lnTo>
                  <a:pt x="627" y="452"/>
                </a:lnTo>
                <a:lnTo>
                  <a:pt x="620" y="459"/>
                </a:lnTo>
                <a:lnTo>
                  <a:pt x="613" y="466"/>
                </a:lnTo>
                <a:lnTo>
                  <a:pt x="605" y="472"/>
                </a:lnTo>
                <a:lnTo>
                  <a:pt x="598" y="479"/>
                </a:lnTo>
                <a:lnTo>
                  <a:pt x="590" y="485"/>
                </a:lnTo>
                <a:lnTo>
                  <a:pt x="582" y="491"/>
                </a:lnTo>
                <a:lnTo>
                  <a:pt x="574" y="496"/>
                </a:lnTo>
                <a:lnTo>
                  <a:pt x="565" y="502"/>
                </a:lnTo>
                <a:lnTo>
                  <a:pt x="556" y="507"/>
                </a:lnTo>
                <a:lnTo>
                  <a:pt x="547" y="512"/>
                </a:lnTo>
                <a:lnTo>
                  <a:pt x="538" y="517"/>
                </a:lnTo>
                <a:lnTo>
                  <a:pt x="529" y="522"/>
                </a:lnTo>
                <a:lnTo>
                  <a:pt x="519" y="527"/>
                </a:lnTo>
                <a:lnTo>
                  <a:pt x="509" y="531"/>
                </a:lnTo>
                <a:lnTo>
                  <a:pt x="500" y="535"/>
                </a:lnTo>
                <a:lnTo>
                  <a:pt x="490" y="539"/>
                </a:lnTo>
                <a:lnTo>
                  <a:pt x="479" y="542"/>
                </a:lnTo>
                <a:lnTo>
                  <a:pt x="469" y="545"/>
                </a:lnTo>
                <a:lnTo>
                  <a:pt x="459" y="548"/>
                </a:lnTo>
                <a:lnTo>
                  <a:pt x="448" y="551"/>
                </a:lnTo>
                <a:lnTo>
                  <a:pt x="438" y="553"/>
                </a:lnTo>
                <a:lnTo>
                  <a:pt x="427" y="555"/>
                </a:lnTo>
                <a:lnTo>
                  <a:pt x="416" y="557"/>
                </a:lnTo>
                <a:lnTo>
                  <a:pt x="405" y="558"/>
                </a:lnTo>
                <a:lnTo>
                  <a:pt x="395" y="559"/>
                </a:lnTo>
                <a:lnTo>
                  <a:pt x="384" y="560"/>
                </a:lnTo>
                <a:lnTo>
                  <a:pt x="373" y="561"/>
                </a:lnTo>
                <a:lnTo>
                  <a:pt x="362" y="562"/>
                </a:lnTo>
                <a:lnTo>
                  <a:pt x="351" y="562"/>
                </a:lnTo>
                <a:lnTo>
                  <a:pt x="340" y="562"/>
                </a:lnTo>
                <a:lnTo>
                  <a:pt x="329" y="561"/>
                </a:lnTo>
                <a:lnTo>
                  <a:pt x="318" y="560"/>
                </a:lnTo>
                <a:lnTo>
                  <a:pt x="307" y="559"/>
                </a:lnTo>
                <a:lnTo>
                  <a:pt x="296" y="558"/>
                </a:lnTo>
                <a:lnTo>
                  <a:pt x="285" y="557"/>
                </a:lnTo>
                <a:lnTo>
                  <a:pt x="275" y="555"/>
                </a:lnTo>
                <a:lnTo>
                  <a:pt x="264" y="553"/>
                </a:lnTo>
                <a:lnTo>
                  <a:pt x="253" y="551"/>
                </a:lnTo>
                <a:lnTo>
                  <a:pt x="243" y="548"/>
                </a:lnTo>
                <a:lnTo>
                  <a:pt x="232" y="545"/>
                </a:lnTo>
                <a:lnTo>
                  <a:pt x="222" y="542"/>
                </a:lnTo>
                <a:lnTo>
                  <a:pt x="212" y="539"/>
                </a:lnTo>
                <a:lnTo>
                  <a:pt x="202" y="535"/>
                </a:lnTo>
                <a:lnTo>
                  <a:pt x="192" y="531"/>
                </a:lnTo>
                <a:lnTo>
                  <a:pt x="182" y="527"/>
                </a:lnTo>
                <a:lnTo>
                  <a:pt x="173" y="522"/>
                </a:lnTo>
                <a:lnTo>
                  <a:pt x="164" y="517"/>
                </a:lnTo>
                <a:lnTo>
                  <a:pt x="154" y="512"/>
                </a:lnTo>
                <a:lnTo>
                  <a:pt x="145" y="507"/>
                </a:lnTo>
                <a:lnTo>
                  <a:pt x="137" y="502"/>
                </a:lnTo>
                <a:lnTo>
                  <a:pt x="127" y="496"/>
                </a:lnTo>
                <a:lnTo>
                  <a:pt x="119" y="491"/>
                </a:lnTo>
                <a:lnTo>
                  <a:pt x="111" y="485"/>
                </a:lnTo>
                <a:lnTo>
                  <a:pt x="103" y="479"/>
                </a:lnTo>
                <a:lnTo>
                  <a:pt x="95" y="472"/>
                </a:lnTo>
                <a:lnTo>
                  <a:pt x="88" y="466"/>
                </a:lnTo>
                <a:lnTo>
                  <a:pt x="81" y="459"/>
                </a:lnTo>
                <a:lnTo>
                  <a:pt x="74" y="452"/>
                </a:lnTo>
                <a:lnTo>
                  <a:pt x="67" y="445"/>
                </a:lnTo>
                <a:lnTo>
                  <a:pt x="61" y="438"/>
                </a:lnTo>
                <a:lnTo>
                  <a:pt x="55" y="431"/>
                </a:lnTo>
                <a:lnTo>
                  <a:pt x="49" y="423"/>
                </a:lnTo>
                <a:lnTo>
                  <a:pt x="44" y="415"/>
                </a:lnTo>
                <a:lnTo>
                  <a:pt x="38" y="408"/>
                </a:lnTo>
                <a:lnTo>
                  <a:pt x="34" y="400"/>
                </a:lnTo>
                <a:lnTo>
                  <a:pt x="29" y="392"/>
                </a:lnTo>
                <a:lnTo>
                  <a:pt x="25" y="384"/>
                </a:lnTo>
                <a:lnTo>
                  <a:pt x="21" y="375"/>
                </a:lnTo>
                <a:lnTo>
                  <a:pt x="18" y="367"/>
                </a:lnTo>
                <a:lnTo>
                  <a:pt x="14" y="359"/>
                </a:lnTo>
                <a:lnTo>
                  <a:pt x="11" y="350"/>
                </a:lnTo>
                <a:lnTo>
                  <a:pt x="9" y="342"/>
                </a:lnTo>
                <a:lnTo>
                  <a:pt x="7" y="333"/>
                </a:lnTo>
                <a:lnTo>
                  <a:pt x="5" y="324"/>
                </a:lnTo>
                <a:lnTo>
                  <a:pt x="3" y="316"/>
                </a:lnTo>
                <a:lnTo>
                  <a:pt x="2" y="307"/>
                </a:lnTo>
                <a:lnTo>
                  <a:pt x="1" y="298"/>
                </a:lnTo>
                <a:lnTo>
                  <a:pt x="1" y="289"/>
                </a:lnTo>
                <a:lnTo>
                  <a:pt x="0" y="280"/>
                </a:lnTo>
                <a:lnTo>
                  <a:pt x="1" y="272"/>
                </a:lnTo>
                <a:lnTo>
                  <a:pt x="1" y="263"/>
                </a:lnTo>
                <a:lnTo>
                  <a:pt x="2" y="254"/>
                </a:lnTo>
                <a:lnTo>
                  <a:pt x="3" y="245"/>
                </a:lnTo>
                <a:lnTo>
                  <a:pt x="5" y="237"/>
                </a:lnTo>
                <a:lnTo>
                  <a:pt x="7" y="228"/>
                </a:lnTo>
                <a:lnTo>
                  <a:pt x="9" y="219"/>
                </a:lnTo>
                <a:lnTo>
                  <a:pt x="11" y="211"/>
                </a:lnTo>
                <a:lnTo>
                  <a:pt x="14" y="202"/>
                </a:lnTo>
                <a:lnTo>
                  <a:pt x="18" y="194"/>
                </a:lnTo>
                <a:lnTo>
                  <a:pt x="21" y="185"/>
                </a:lnTo>
                <a:lnTo>
                  <a:pt x="25" y="177"/>
                </a:lnTo>
                <a:lnTo>
                  <a:pt x="29" y="169"/>
                </a:lnTo>
                <a:lnTo>
                  <a:pt x="34" y="161"/>
                </a:lnTo>
                <a:lnTo>
                  <a:pt x="38" y="153"/>
                </a:lnTo>
                <a:lnTo>
                  <a:pt x="44" y="145"/>
                </a:lnTo>
                <a:lnTo>
                  <a:pt x="49" y="138"/>
                </a:lnTo>
                <a:lnTo>
                  <a:pt x="55" y="130"/>
                </a:lnTo>
                <a:lnTo>
                  <a:pt x="61" y="123"/>
                </a:lnTo>
                <a:lnTo>
                  <a:pt x="67" y="116"/>
                </a:lnTo>
                <a:lnTo>
                  <a:pt x="74" y="109"/>
                </a:lnTo>
                <a:lnTo>
                  <a:pt x="81" y="102"/>
                </a:lnTo>
                <a:lnTo>
                  <a:pt x="88" y="95"/>
                </a:lnTo>
                <a:lnTo>
                  <a:pt x="95" y="89"/>
                </a:lnTo>
                <a:lnTo>
                  <a:pt x="103" y="82"/>
                </a:lnTo>
                <a:lnTo>
                  <a:pt x="111" y="76"/>
                </a:lnTo>
                <a:lnTo>
                  <a:pt x="119" y="70"/>
                </a:lnTo>
                <a:lnTo>
                  <a:pt x="127" y="64"/>
                </a:lnTo>
                <a:lnTo>
                  <a:pt x="137" y="59"/>
                </a:lnTo>
                <a:lnTo>
                  <a:pt x="145" y="54"/>
                </a:lnTo>
                <a:lnTo>
                  <a:pt x="154" y="49"/>
                </a:lnTo>
                <a:lnTo>
                  <a:pt x="164" y="44"/>
                </a:lnTo>
                <a:lnTo>
                  <a:pt x="173" y="39"/>
                </a:lnTo>
                <a:lnTo>
                  <a:pt x="182" y="35"/>
                </a:lnTo>
                <a:lnTo>
                  <a:pt x="192" y="31"/>
                </a:lnTo>
                <a:lnTo>
                  <a:pt x="202" y="27"/>
                </a:lnTo>
                <a:lnTo>
                  <a:pt x="212" y="23"/>
                </a:lnTo>
                <a:lnTo>
                  <a:pt x="222" y="20"/>
                </a:lnTo>
                <a:lnTo>
                  <a:pt x="232" y="17"/>
                </a:lnTo>
                <a:lnTo>
                  <a:pt x="243" y="14"/>
                </a:lnTo>
                <a:lnTo>
                  <a:pt x="253" y="11"/>
                </a:lnTo>
                <a:lnTo>
                  <a:pt x="264" y="9"/>
                </a:lnTo>
                <a:lnTo>
                  <a:pt x="275" y="7"/>
                </a:lnTo>
                <a:lnTo>
                  <a:pt x="285" y="5"/>
                </a:lnTo>
                <a:lnTo>
                  <a:pt x="296" y="4"/>
                </a:lnTo>
                <a:lnTo>
                  <a:pt x="307" y="2"/>
                </a:lnTo>
                <a:lnTo>
                  <a:pt x="318" y="1"/>
                </a:lnTo>
                <a:lnTo>
                  <a:pt x="329" y="1"/>
                </a:lnTo>
                <a:lnTo>
                  <a:pt x="340" y="0"/>
                </a:lnTo>
                <a:lnTo>
                  <a:pt x="351" y="0"/>
                </a:lnTo>
                <a:lnTo>
                  <a:pt x="362" y="0"/>
                </a:lnTo>
                <a:lnTo>
                  <a:pt x="373" y="1"/>
                </a:lnTo>
                <a:lnTo>
                  <a:pt x="384" y="1"/>
                </a:lnTo>
                <a:lnTo>
                  <a:pt x="395" y="2"/>
                </a:lnTo>
                <a:lnTo>
                  <a:pt x="405" y="4"/>
                </a:lnTo>
                <a:lnTo>
                  <a:pt x="416" y="5"/>
                </a:lnTo>
                <a:lnTo>
                  <a:pt x="427" y="7"/>
                </a:lnTo>
                <a:lnTo>
                  <a:pt x="438" y="9"/>
                </a:lnTo>
                <a:lnTo>
                  <a:pt x="448" y="11"/>
                </a:lnTo>
                <a:lnTo>
                  <a:pt x="459" y="14"/>
                </a:lnTo>
                <a:lnTo>
                  <a:pt x="469" y="17"/>
                </a:lnTo>
                <a:lnTo>
                  <a:pt x="479" y="20"/>
                </a:lnTo>
                <a:lnTo>
                  <a:pt x="490" y="23"/>
                </a:lnTo>
                <a:lnTo>
                  <a:pt x="500" y="27"/>
                </a:lnTo>
                <a:lnTo>
                  <a:pt x="509" y="31"/>
                </a:lnTo>
                <a:lnTo>
                  <a:pt x="519" y="35"/>
                </a:lnTo>
                <a:lnTo>
                  <a:pt x="529" y="39"/>
                </a:lnTo>
                <a:lnTo>
                  <a:pt x="538" y="44"/>
                </a:lnTo>
                <a:lnTo>
                  <a:pt x="547" y="49"/>
                </a:lnTo>
                <a:lnTo>
                  <a:pt x="556" y="54"/>
                </a:lnTo>
                <a:lnTo>
                  <a:pt x="565" y="59"/>
                </a:lnTo>
                <a:lnTo>
                  <a:pt x="574" y="64"/>
                </a:lnTo>
                <a:lnTo>
                  <a:pt x="582" y="70"/>
                </a:lnTo>
                <a:lnTo>
                  <a:pt x="590" y="76"/>
                </a:lnTo>
                <a:lnTo>
                  <a:pt x="598" y="82"/>
                </a:lnTo>
                <a:lnTo>
                  <a:pt x="605" y="89"/>
                </a:lnTo>
                <a:lnTo>
                  <a:pt x="613" y="95"/>
                </a:lnTo>
                <a:lnTo>
                  <a:pt x="620" y="102"/>
                </a:lnTo>
                <a:lnTo>
                  <a:pt x="627" y="109"/>
                </a:lnTo>
                <a:lnTo>
                  <a:pt x="633" y="116"/>
                </a:lnTo>
                <a:lnTo>
                  <a:pt x="640" y="123"/>
                </a:lnTo>
                <a:lnTo>
                  <a:pt x="646" y="130"/>
                </a:lnTo>
                <a:lnTo>
                  <a:pt x="652" y="138"/>
                </a:lnTo>
                <a:lnTo>
                  <a:pt x="657" y="145"/>
                </a:lnTo>
                <a:lnTo>
                  <a:pt x="662" y="153"/>
                </a:lnTo>
                <a:lnTo>
                  <a:pt x="667" y="161"/>
                </a:lnTo>
                <a:lnTo>
                  <a:pt x="671" y="169"/>
                </a:lnTo>
                <a:lnTo>
                  <a:pt x="676" y="177"/>
                </a:lnTo>
                <a:lnTo>
                  <a:pt x="680" y="185"/>
                </a:lnTo>
                <a:lnTo>
                  <a:pt x="683" y="194"/>
                </a:lnTo>
                <a:lnTo>
                  <a:pt x="686" y="202"/>
                </a:lnTo>
                <a:lnTo>
                  <a:pt x="689" y="211"/>
                </a:lnTo>
                <a:lnTo>
                  <a:pt x="692" y="219"/>
                </a:lnTo>
                <a:lnTo>
                  <a:pt x="694" y="228"/>
                </a:lnTo>
                <a:lnTo>
                  <a:pt x="696" y="237"/>
                </a:lnTo>
                <a:lnTo>
                  <a:pt x="697" y="245"/>
                </a:lnTo>
                <a:lnTo>
                  <a:pt x="699" y="254"/>
                </a:lnTo>
                <a:lnTo>
                  <a:pt x="699" y="263"/>
                </a:lnTo>
                <a:lnTo>
                  <a:pt x="700" y="272"/>
                </a:lnTo>
                <a:lnTo>
                  <a:pt x="700" y="280"/>
                </a:lnTo>
                <a:close/>
              </a:path>
            </a:pathLst>
          </a:custGeom>
          <a:solidFill>
            <a:srgbClr val="ffc4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1" name=""/>
          <p:cNvSpPr/>
          <p:nvPr/>
        </p:nvSpPr>
        <p:spPr>
          <a:xfrm>
            <a:off x="4852080" y="1726200"/>
            <a:ext cx="253440" cy="203400"/>
          </a:xfrm>
          <a:custGeom>
            <a:avLst/>
            <a:gdLst/>
            <a:ahLst/>
            <a:rect l="0" t="0" r="r" b="b"/>
            <a:pathLst>
              <a:path w="704" h="565">
                <a:moveTo>
                  <a:pt x="702" y="282"/>
                </a:moveTo>
                <a:lnTo>
                  <a:pt x="702" y="274"/>
                </a:lnTo>
                <a:lnTo>
                  <a:pt x="701" y="265"/>
                </a:lnTo>
                <a:lnTo>
                  <a:pt x="701" y="256"/>
                </a:lnTo>
                <a:lnTo>
                  <a:pt x="699" y="247"/>
                </a:lnTo>
                <a:lnTo>
                  <a:pt x="698" y="239"/>
                </a:lnTo>
                <a:lnTo>
                  <a:pt x="696" y="230"/>
                </a:lnTo>
                <a:lnTo>
                  <a:pt x="694" y="221"/>
                </a:lnTo>
                <a:lnTo>
                  <a:pt x="691" y="213"/>
                </a:lnTo>
                <a:lnTo>
                  <a:pt x="688" y="204"/>
                </a:lnTo>
                <a:lnTo>
                  <a:pt x="685" y="196"/>
                </a:lnTo>
                <a:lnTo>
                  <a:pt x="682" y="187"/>
                </a:lnTo>
                <a:lnTo>
                  <a:pt x="678" y="179"/>
                </a:lnTo>
                <a:lnTo>
                  <a:pt x="673" y="171"/>
                </a:lnTo>
                <a:lnTo>
                  <a:pt x="669" y="163"/>
                </a:lnTo>
                <a:lnTo>
                  <a:pt x="664" y="155"/>
                </a:lnTo>
                <a:lnTo>
                  <a:pt x="659" y="147"/>
                </a:lnTo>
                <a:lnTo>
                  <a:pt x="654" y="140"/>
                </a:lnTo>
                <a:lnTo>
                  <a:pt x="648" y="132"/>
                </a:lnTo>
                <a:lnTo>
                  <a:pt x="642" y="125"/>
                </a:lnTo>
                <a:lnTo>
                  <a:pt x="635" y="118"/>
                </a:lnTo>
                <a:lnTo>
                  <a:pt x="629" y="111"/>
                </a:lnTo>
                <a:lnTo>
                  <a:pt x="622" y="104"/>
                </a:lnTo>
                <a:lnTo>
                  <a:pt x="615" y="97"/>
                </a:lnTo>
                <a:lnTo>
                  <a:pt x="607" y="91"/>
                </a:lnTo>
                <a:lnTo>
                  <a:pt x="600" y="84"/>
                </a:lnTo>
                <a:lnTo>
                  <a:pt x="592" y="78"/>
                </a:lnTo>
                <a:lnTo>
                  <a:pt x="584" y="72"/>
                </a:lnTo>
                <a:lnTo>
                  <a:pt x="576" y="66"/>
                </a:lnTo>
                <a:lnTo>
                  <a:pt x="567" y="61"/>
                </a:lnTo>
                <a:lnTo>
                  <a:pt x="558" y="56"/>
                </a:lnTo>
                <a:lnTo>
                  <a:pt x="549" y="51"/>
                </a:lnTo>
                <a:lnTo>
                  <a:pt x="540" y="46"/>
                </a:lnTo>
                <a:lnTo>
                  <a:pt x="531" y="41"/>
                </a:lnTo>
                <a:lnTo>
                  <a:pt x="521" y="37"/>
                </a:lnTo>
                <a:lnTo>
                  <a:pt x="511" y="33"/>
                </a:lnTo>
                <a:lnTo>
                  <a:pt x="502" y="29"/>
                </a:lnTo>
                <a:lnTo>
                  <a:pt x="492" y="25"/>
                </a:lnTo>
                <a:lnTo>
                  <a:pt x="481" y="22"/>
                </a:lnTo>
                <a:lnTo>
                  <a:pt x="471" y="19"/>
                </a:lnTo>
                <a:lnTo>
                  <a:pt x="461" y="16"/>
                </a:lnTo>
                <a:lnTo>
                  <a:pt x="450" y="13"/>
                </a:lnTo>
                <a:lnTo>
                  <a:pt x="440" y="11"/>
                </a:lnTo>
                <a:lnTo>
                  <a:pt x="429" y="9"/>
                </a:lnTo>
                <a:lnTo>
                  <a:pt x="418" y="7"/>
                </a:lnTo>
                <a:lnTo>
                  <a:pt x="407" y="6"/>
                </a:lnTo>
                <a:lnTo>
                  <a:pt x="397" y="4"/>
                </a:lnTo>
                <a:lnTo>
                  <a:pt x="386" y="3"/>
                </a:lnTo>
                <a:lnTo>
                  <a:pt x="375" y="3"/>
                </a:lnTo>
                <a:lnTo>
                  <a:pt x="364" y="2"/>
                </a:lnTo>
                <a:lnTo>
                  <a:pt x="353" y="2"/>
                </a:lnTo>
                <a:lnTo>
                  <a:pt x="342" y="2"/>
                </a:lnTo>
                <a:lnTo>
                  <a:pt x="331" y="3"/>
                </a:lnTo>
                <a:lnTo>
                  <a:pt x="320" y="3"/>
                </a:lnTo>
                <a:lnTo>
                  <a:pt x="309" y="4"/>
                </a:lnTo>
                <a:lnTo>
                  <a:pt x="298" y="6"/>
                </a:lnTo>
                <a:lnTo>
                  <a:pt x="287" y="7"/>
                </a:lnTo>
                <a:lnTo>
                  <a:pt x="277" y="9"/>
                </a:lnTo>
                <a:lnTo>
                  <a:pt x="266" y="11"/>
                </a:lnTo>
                <a:lnTo>
                  <a:pt x="255" y="13"/>
                </a:lnTo>
                <a:lnTo>
                  <a:pt x="245" y="16"/>
                </a:lnTo>
                <a:lnTo>
                  <a:pt x="234" y="19"/>
                </a:lnTo>
                <a:lnTo>
                  <a:pt x="223" y="22"/>
                </a:lnTo>
                <a:lnTo>
                  <a:pt x="213" y="25"/>
                </a:lnTo>
                <a:lnTo>
                  <a:pt x="203" y="29"/>
                </a:lnTo>
                <a:lnTo>
                  <a:pt x="193" y="33"/>
                </a:lnTo>
                <a:lnTo>
                  <a:pt x="183" y="37"/>
                </a:lnTo>
                <a:lnTo>
                  <a:pt x="174" y="41"/>
                </a:lnTo>
                <a:lnTo>
                  <a:pt x="165" y="46"/>
                </a:lnTo>
                <a:lnTo>
                  <a:pt x="155" y="51"/>
                </a:lnTo>
                <a:lnTo>
                  <a:pt x="146" y="56"/>
                </a:lnTo>
                <a:lnTo>
                  <a:pt x="138" y="61"/>
                </a:lnTo>
                <a:lnTo>
                  <a:pt x="129" y="66"/>
                </a:lnTo>
                <a:lnTo>
                  <a:pt x="121" y="72"/>
                </a:lnTo>
                <a:lnTo>
                  <a:pt x="113" y="78"/>
                </a:lnTo>
                <a:lnTo>
                  <a:pt x="105" y="84"/>
                </a:lnTo>
                <a:lnTo>
                  <a:pt x="97" y="91"/>
                </a:lnTo>
                <a:lnTo>
                  <a:pt x="90" y="97"/>
                </a:lnTo>
                <a:lnTo>
                  <a:pt x="83" y="104"/>
                </a:lnTo>
                <a:lnTo>
                  <a:pt x="76" y="111"/>
                </a:lnTo>
                <a:lnTo>
                  <a:pt x="69" y="118"/>
                </a:lnTo>
                <a:lnTo>
                  <a:pt x="63" y="125"/>
                </a:lnTo>
                <a:lnTo>
                  <a:pt x="57" y="132"/>
                </a:lnTo>
                <a:lnTo>
                  <a:pt x="51" y="140"/>
                </a:lnTo>
                <a:lnTo>
                  <a:pt x="46" y="147"/>
                </a:lnTo>
                <a:lnTo>
                  <a:pt x="40" y="155"/>
                </a:lnTo>
                <a:lnTo>
                  <a:pt x="36" y="163"/>
                </a:lnTo>
                <a:lnTo>
                  <a:pt x="31" y="171"/>
                </a:lnTo>
                <a:lnTo>
                  <a:pt x="27" y="179"/>
                </a:lnTo>
                <a:lnTo>
                  <a:pt x="23" y="187"/>
                </a:lnTo>
                <a:lnTo>
                  <a:pt x="20" y="196"/>
                </a:lnTo>
                <a:lnTo>
                  <a:pt x="16" y="204"/>
                </a:lnTo>
                <a:lnTo>
                  <a:pt x="13" y="213"/>
                </a:lnTo>
                <a:lnTo>
                  <a:pt x="11" y="221"/>
                </a:lnTo>
                <a:lnTo>
                  <a:pt x="9" y="230"/>
                </a:lnTo>
                <a:lnTo>
                  <a:pt x="7" y="239"/>
                </a:lnTo>
                <a:lnTo>
                  <a:pt x="5" y="247"/>
                </a:lnTo>
                <a:lnTo>
                  <a:pt x="4" y="256"/>
                </a:lnTo>
                <a:lnTo>
                  <a:pt x="3" y="265"/>
                </a:lnTo>
                <a:lnTo>
                  <a:pt x="3" y="274"/>
                </a:lnTo>
                <a:lnTo>
                  <a:pt x="2" y="282"/>
                </a:lnTo>
                <a:lnTo>
                  <a:pt x="3" y="291"/>
                </a:lnTo>
                <a:lnTo>
                  <a:pt x="3" y="300"/>
                </a:lnTo>
                <a:lnTo>
                  <a:pt x="4" y="309"/>
                </a:lnTo>
                <a:lnTo>
                  <a:pt x="5" y="318"/>
                </a:lnTo>
                <a:lnTo>
                  <a:pt x="7" y="326"/>
                </a:lnTo>
                <a:lnTo>
                  <a:pt x="9" y="335"/>
                </a:lnTo>
                <a:lnTo>
                  <a:pt x="11" y="344"/>
                </a:lnTo>
                <a:lnTo>
                  <a:pt x="13" y="352"/>
                </a:lnTo>
                <a:lnTo>
                  <a:pt x="16" y="361"/>
                </a:lnTo>
                <a:lnTo>
                  <a:pt x="20" y="369"/>
                </a:lnTo>
                <a:lnTo>
                  <a:pt x="23" y="377"/>
                </a:lnTo>
                <a:lnTo>
                  <a:pt x="27" y="386"/>
                </a:lnTo>
                <a:lnTo>
                  <a:pt x="31" y="394"/>
                </a:lnTo>
                <a:lnTo>
                  <a:pt x="36" y="402"/>
                </a:lnTo>
                <a:lnTo>
                  <a:pt x="40" y="410"/>
                </a:lnTo>
                <a:lnTo>
                  <a:pt x="46" y="417"/>
                </a:lnTo>
                <a:lnTo>
                  <a:pt x="51" y="425"/>
                </a:lnTo>
                <a:lnTo>
                  <a:pt x="57" y="433"/>
                </a:lnTo>
                <a:lnTo>
                  <a:pt x="63" y="440"/>
                </a:lnTo>
                <a:lnTo>
                  <a:pt x="69" y="447"/>
                </a:lnTo>
                <a:lnTo>
                  <a:pt x="76" y="454"/>
                </a:lnTo>
                <a:lnTo>
                  <a:pt x="83" y="461"/>
                </a:lnTo>
                <a:lnTo>
                  <a:pt x="90" y="468"/>
                </a:lnTo>
                <a:lnTo>
                  <a:pt x="97" y="474"/>
                </a:lnTo>
                <a:lnTo>
                  <a:pt x="105" y="481"/>
                </a:lnTo>
                <a:lnTo>
                  <a:pt x="113" y="487"/>
                </a:lnTo>
                <a:lnTo>
                  <a:pt x="121" y="493"/>
                </a:lnTo>
                <a:lnTo>
                  <a:pt x="129" y="498"/>
                </a:lnTo>
                <a:lnTo>
                  <a:pt x="138" y="504"/>
                </a:lnTo>
                <a:lnTo>
                  <a:pt x="146" y="509"/>
                </a:lnTo>
                <a:lnTo>
                  <a:pt x="155" y="514"/>
                </a:lnTo>
                <a:lnTo>
                  <a:pt x="165" y="519"/>
                </a:lnTo>
                <a:lnTo>
                  <a:pt x="174" y="524"/>
                </a:lnTo>
                <a:lnTo>
                  <a:pt x="183" y="528"/>
                </a:lnTo>
                <a:lnTo>
                  <a:pt x="193" y="532"/>
                </a:lnTo>
                <a:lnTo>
                  <a:pt x="203" y="536"/>
                </a:lnTo>
                <a:lnTo>
                  <a:pt x="213" y="540"/>
                </a:lnTo>
                <a:lnTo>
                  <a:pt x="223" y="543"/>
                </a:lnTo>
                <a:lnTo>
                  <a:pt x="234" y="546"/>
                </a:lnTo>
                <a:lnTo>
                  <a:pt x="245" y="549"/>
                </a:lnTo>
                <a:lnTo>
                  <a:pt x="255" y="552"/>
                </a:lnTo>
                <a:lnTo>
                  <a:pt x="266" y="554"/>
                </a:lnTo>
                <a:lnTo>
                  <a:pt x="277" y="556"/>
                </a:lnTo>
                <a:lnTo>
                  <a:pt x="287" y="558"/>
                </a:lnTo>
                <a:lnTo>
                  <a:pt x="298" y="559"/>
                </a:lnTo>
                <a:lnTo>
                  <a:pt x="309" y="560"/>
                </a:lnTo>
                <a:lnTo>
                  <a:pt x="320" y="561"/>
                </a:lnTo>
                <a:lnTo>
                  <a:pt x="331" y="562"/>
                </a:lnTo>
                <a:lnTo>
                  <a:pt x="342" y="564"/>
                </a:lnTo>
                <a:lnTo>
                  <a:pt x="353" y="564"/>
                </a:lnTo>
                <a:lnTo>
                  <a:pt x="364" y="564"/>
                </a:lnTo>
                <a:lnTo>
                  <a:pt x="375" y="562"/>
                </a:lnTo>
                <a:lnTo>
                  <a:pt x="386" y="561"/>
                </a:lnTo>
                <a:lnTo>
                  <a:pt x="397" y="560"/>
                </a:lnTo>
                <a:lnTo>
                  <a:pt x="407" y="559"/>
                </a:lnTo>
                <a:lnTo>
                  <a:pt x="418" y="558"/>
                </a:lnTo>
                <a:lnTo>
                  <a:pt x="429" y="556"/>
                </a:lnTo>
                <a:lnTo>
                  <a:pt x="440" y="554"/>
                </a:lnTo>
                <a:lnTo>
                  <a:pt x="450" y="552"/>
                </a:lnTo>
                <a:lnTo>
                  <a:pt x="461" y="549"/>
                </a:lnTo>
                <a:lnTo>
                  <a:pt x="471" y="546"/>
                </a:lnTo>
                <a:lnTo>
                  <a:pt x="481" y="543"/>
                </a:lnTo>
                <a:lnTo>
                  <a:pt x="492" y="540"/>
                </a:lnTo>
                <a:lnTo>
                  <a:pt x="502" y="536"/>
                </a:lnTo>
                <a:lnTo>
                  <a:pt x="511" y="532"/>
                </a:lnTo>
                <a:lnTo>
                  <a:pt x="521" y="528"/>
                </a:lnTo>
                <a:lnTo>
                  <a:pt x="531" y="524"/>
                </a:lnTo>
                <a:lnTo>
                  <a:pt x="540" y="519"/>
                </a:lnTo>
                <a:lnTo>
                  <a:pt x="549" y="514"/>
                </a:lnTo>
                <a:lnTo>
                  <a:pt x="558" y="509"/>
                </a:lnTo>
                <a:lnTo>
                  <a:pt x="567" y="504"/>
                </a:lnTo>
                <a:lnTo>
                  <a:pt x="576" y="498"/>
                </a:lnTo>
                <a:lnTo>
                  <a:pt x="584" y="493"/>
                </a:lnTo>
                <a:lnTo>
                  <a:pt x="592" y="487"/>
                </a:lnTo>
                <a:lnTo>
                  <a:pt x="600" y="481"/>
                </a:lnTo>
                <a:lnTo>
                  <a:pt x="607" y="474"/>
                </a:lnTo>
                <a:lnTo>
                  <a:pt x="615" y="468"/>
                </a:lnTo>
                <a:lnTo>
                  <a:pt x="622" y="461"/>
                </a:lnTo>
                <a:lnTo>
                  <a:pt x="629" y="454"/>
                </a:lnTo>
                <a:lnTo>
                  <a:pt x="635" y="447"/>
                </a:lnTo>
                <a:lnTo>
                  <a:pt x="642" y="440"/>
                </a:lnTo>
                <a:lnTo>
                  <a:pt x="648" y="433"/>
                </a:lnTo>
                <a:lnTo>
                  <a:pt x="654" y="425"/>
                </a:lnTo>
                <a:lnTo>
                  <a:pt x="659" y="417"/>
                </a:lnTo>
                <a:lnTo>
                  <a:pt x="664" y="410"/>
                </a:lnTo>
                <a:lnTo>
                  <a:pt x="669" y="402"/>
                </a:lnTo>
                <a:lnTo>
                  <a:pt x="673" y="394"/>
                </a:lnTo>
                <a:lnTo>
                  <a:pt x="678" y="386"/>
                </a:lnTo>
                <a:lnTo>
                  <a:pt x="682" y="377"/>
                </a:lnTo>
                <a:lnTo>
                  <a:pt x="685" y="369"/>
                </a:lnTo>
                <a:lnTo>
                  <a:pt x="688" y="361"/>
                </a:lnTo>
                <a:lnTo>
                  <a:pt x="691" y="352"/>
                </a:lnTo>
                <a:lnTo>
                  <a:pt x="694" y="344"/>
                </a:lnTo>
                <a:lnTo>
                  <a:pt x="696" y="335"/>
                </a:lnTo>
                <a:lnTo>
                  <a:pt x="698" y="326"/>
                </a:lnTo>
                <a:lnTo>
                  <a:pt x="699" y="318"/>
                </a:lnTo>
                <a:lnTo>
                  <a:pt x="701" y="309"/>
                </a:lnTo>
                <a:lnTo>
                  <a:pt x="701" y="300"/>
                </a:lnTo>
                <a:lnTo>
                  <a:pt x="702" y="291"/>
                </a:lnTo>
                <a:lnTo>
                  <a:pt x="702" y="282"/>
                </a:lnTo>
                <a:moveTo>
                  <a:pt x="704" y="282"/>
                </a:moveTo>
                <a:lnTo>
                  <a:pt x="704" y="291"/>
                </a:lnTo>
                <a:lnTo>
                  <a:pt x="704" y="300"/>
                </a:lnTo>
                <a:lnTo>
                  <a:pt x="703" y="309"/>
                </a:lnTo>
                <a:lnTo>
                  <a:pt x="702" y="318"/>
                </a:lnTo>
                <a:lnTo>
                  <a:pt x="700" y="327"/>
                </a:lnTo>
                <a:lnTo>
                  <a:pt x="698" y="335"/>
                </a:lnTo>
                <a:lnTo>
                  <a:pt x="696" y="344"/>
                </a:lnTo>
                <a:lnTo>
                  <a:pt x="693" y="353"/>
                </a:lnTo>
                <a:lnTo>
                  <a:pt x="691" y="361"/>
                </a:lnTo>
                <a:lnTo>
                  <a:pt x="687" y="370"/>
                </a:lnTo>
                <a:lnTo>
                  <a:pt x="684" y="378"/>
                </a:lnTo>
                <a:lnTo>
                  <a:pt x="680" y="386"/>
                </a:lnTo>
                <a:lnTo>
                  <a:pt x="676" y="394"/>
                </a:lnTo>
                <a:lnTo>
                  <a:pt x="671" y="402"/>
                </a:lnTo>
                <a:lnTo>
                  <a:pt x="666" y="410"/>
                </a:lnTo>
                <a:lnTo>
                  <a:pt x="661" y="418"/>
                </a:lnTo>
                <a:lnTo>
                  <a:pt x="656" y="426"/>
                </a:lnTo>
                <a:lnTo>
                  <a:pt x="650" y="434"/>
                </a:lnTo>
                <a:lnTo>
                  <a:pt x="644" y="441"/>
                </a:lnTo>
                <a:lnTo>
                  <a:pt x="637" y="448"/>
                </a:lnTo>
                <a:lnTo>
                  <a:pt x="631" y="455"/>
                </a:lnTo>
                <a:lnTo>
                  <a:pt x="624" y="462"/>
                </a:lnTo>
                <a:lnTo>
                  <a:pt x="617" y="469"/>
                </a:lnTo>
                <a:lnTo>
                  <a:pt x="609" y="475"/>
                </a:lnTo>
                <a:lnTo>
                  <a:pt x="601" y="482"/>
                </a:lnTo>
                <a:lnTo>
                  <a:pt x="594" y="488"/>
                </a:lnTo>
                <a:lnTo>
                  <a:pt x="585" y="494"/>
                </a:lnTo>
                <a:lnTo>
                  <a:pt x="577" y="500"/>
                </a:lnTo>
                <a:lnTo>
                  <a:pt x="568" y="505"/>
                </a:lnTo>
                <a:lnTo>
                  <a:pt x="560" y="511"/>
                </a:lnTo>
                <a:lnTo>
                  <a:pt x="550" y="516"/>
                </a:lnTo>
                <a:lnTo>
                  <a:pt x="541" y="521"/>
                </a:lnTo>
                <a:lnTo>
                  <a:pt x="532" y="525"/>
                </a:lnTo>
                <a:lnTo>
                  <a:pt x="522" y="530"/>
                </a:lnTo>
                <a:lnTo>
                  <a:pt x="512" y="534"/>
                </a:lnTo>
                <a:lnTo>
                  <a:pt x="503" y="538"/>
                </a:lnTo>
                <a:lnTo>
                  <a:pt x="492" y="541"/>
                </a:lnTo>
                <a:lnTo>
                  <a:pt x="482" y="545"/>
                </a:lnTo>
                <a:lnTo>
                  <a:pt x="472" y="548"/>
                </a:lnTo>
                <a:lnTo>
                  <a:pt x="461" y="551"/>
                </a:lnTo>
                <a:lnTo>
                  <a:pt x="451" y="553"/>
                </a:lnTo>
                <a:lnTo>
                  <a:pt x="440" y="556"/>
                </a:lnTo>
                <a:lnTo>
                  <a:pt x="430" y="558"/>
                </a:lnTo>
                <a:lnTo>
                  <a:pt x="419" y="559"/>
                </a:lnTo>
                <a:lnTo>
                  <a:pt x="408" y="561"/>
                </a:lnTo>
                <a:lnTo>
                  <a:pt x="397" y="562"/>
                </a:lnTo>
                <a:lnTo>
                  <a:pt x="386" y="564"/>
                </a:lnTo>
                <a:lnTo>
                  <a:pt x="375" y="565"/>
                </a:lnTo>
                <a:lnTo>
                  <a:pt x="364" y="565"/>
                </a:lnTo>
                <a:lnTo>
                  <a:pt x="353" y="565"/>
                </a:lnTo>
                <a:lnTo>
                  <a:pt x="342" y="565"/>
                </a:lnTo>
                <a:lnTo>
                  <a:pt x="331" y="565"/>
                </a:lnTo>
                <a:lnTo>
                  <a:pt x="320" y="564"/>
                </a:lnTo>
                <a:lnTo>
                  <a:pt x="309" y="562"/>
                </a:lnTo>
                <a:lnTo>
                  <a:pt x="298" y="561"/>
                </a:lnTo>
                <a:lnTo>
                  <a:pt x="287" y="559"/>
                </a:lnTo>
                <a:lnTo>
                  <a:pt x="276" y="558"/>
                </a:lnTo>
                <a:lnTo>
                  <a:pt x="265" y="556"/>
                </a:lnTo>
                <a:lnTo>
                  <a:pt x="255" y="553"/>
                </a:lnTo>
                <a:lnTo>
                  <a:pt x="244" y="551"/>
                </a:lnTo>
                <a:lnTo>
                  <a:pt x="234" y="548"/>
                </a:lnTo>
                <a:lnTo>
                  <a:pt x="222" y="545"/>
                </a:lnTo>
                <a:lnTo>
                  <a:pt x="212" y="541"/>
                </a:lnTo>
                <a:lnTo>
                  <a:pt x="202" y="538"/>
                </a:lnTo>
                <a:lnTo>
                  <a:pt x="192" y="534"/>
                </a:lnTo>
                <a:lnTo>
                  <a:pt x="182" y="530"/>
                </a:lnTo>
                <a:lnTo>
                  <a:pt x="173" y="525"/>
                </a:lnTo>
                <a:lnTo>
                  <a:pt x="163" y="521"/>
                </a:lnTo>
                <a:lnTo>
                  <a:pt x="154" y="516"/>
                </a:lnTo>
                <a:lnTo>
                  <a:pt x="145" y="511"/>
                </a:lnTo>
                <a:lnTo>
                  <a:pt x="136" y="505"/>
                </a:lnTo>
                <a:lnTo>
                  <a:pt x="128" y="500"/>
                </a:lnTo>
                <a:lnTo>
                  <a:pt x="119" y="494"/>
                </a:lnTo>
                <a:lnTo>
                  <a:pt x="111" y="488"/>
                </a:lnTo>
                <a:lnTo>
                  <a:pt x="103" y="482"/>
                </a:lnTo>
                <a:lnTo>
                  <a:pt x="95" y="475"/>
                </a:lnTo>
                <a:lnTo>
                  <a:pt x="88" y="469"/>
                </a:lnTo>
                <a:lnTo>
                  <a:pt x="81" y="462"/>
                </a:lnTo>
                <a:lnTo>
                  <a:pt x="74" y="455"/>
                </a:lnTo>
                <a:lnTo>
                  <a:pt x="67" y="448"/>
                </a:lnTo>
                <a:lnTo>
                  <a:pt x="61" y="441"/>
                </a:lnTo>
                <a:lnTo>
                  <a:pt x="55" y="434"/>
                </a:lnTo>
                <a:lnTo>
                  <a:pt x="49" y="426"/>
                </a:lnTo>
                <a:lnTo>
                  <a:pt x="44" y="418"/>
                </a:lnTo>
                <a:lnTo>
                  <a:pt x="38" y="410"/>
                </a:lnTo>
                <a:lnTo>
                  <a:pt x="34" y="402"/>
                </a:lnTo>
                <a:lnTo>
                  <a:pt x="29" y="394"/>
                </a:lnTo>
                <a:lnTo>
                  <a:pt x="25" y="386"/>
                </a:lnTo>
                <a:lnTo>
                  <a:pt x="21" y="378"/>
                </a:lnTo>
                <a:lnTo>
                  <a:pt x="17" y="370"/>
                </a:lnTo>
                <a:lnTo>
                  <a:pt x="14" y="361"/>
                </a:lnTo>
                <a:lnTo>
                  <a:pt x="11" y="353"/>
                </a:lnTo>
                <a:lnTo>
                  <a:pt x="9" y="344"/>
                </a:lnTo>
                <a:lnTo>
                  <a:pt x="6" y="335"/>
                </a:lnTo>
                <a:lnTo>
                  <a:pt x="4" y="327"/>
                </a:lnTo>
                <a:lnTo>
                  <a:pt x="3" y="318"/>
                </a:lnTo>
                <a:lnTo>
                  <a:pt x="2" y="309"/>
                </a:lnTo>
                <a:lnTo>
                  <a:pt x="1" y="300"/>
                </a:lnTo>
                <a:lnTo>
                  <a:pt x="0" y="291"/>
                </a:lnTo>
                <a:lnTo>
                  <a:pt x="0" y="282"/>
                </a:lnTo>
                <a:lnTo>
                  <a:pt x="0" y="274"/>
                </a:lnTo>
                <a:lnTo>
                  <a:pt x="1" y="265"/>
                </a:lnTo>
                <a:lnTo>
                  <a:pt x="2" y="256"/>
                </a:lnTo>
                <a:lnTo>
                  <a:pt x="3" y="247"/>
                </a:lnTo>
                <a:lnTo>
                  <a:pt x="4" y="238"/>
                </a:lnTo>
                <a:lnTo>
                  <a:pt x="6" y="230"/>
                </a:lnTo>
                <a:lnTo>
                  <a:pt x="9" y="221"/>
                </a:lnTo>
                <a:lnTo>
                  <a:pt x="11" y="212"/>
                </a:lnTo>
                <a:lnTo>
                  <a:pt x="14" y="204"/>
                </a:lnTo>
                <a:lnTo>
                  <a:pt x="17" y="195"/>
                </a:lnTo>
                <a:lnTo>
                  <a:pt x="21" y="187"/>
                </a:lnTo>
                <a:lnTo>
                  <a:pt x="25" y="179"/>
                </a:lnTo>
                <a:lnTo>
                  <a:pt x="29" y="170"/>
                </a:lnTo>
                <a:lnTo>
                  <a:pt x="34" y="162"/>
                </a:lnTo>
                <a:lnTo>
                  <a:pt x="38" y="154"/>
                </a:lnTo>
                <a:lnTo>
                  <a:pt x="44" y="146"/>
                </a:lnTo>
                <a:lnTo>
                  <a:pt x="49" y="139"/>
                </a:lnTo>
                <a:lnTo>
                  <a:pt x="55" y="131"/>
                </a:lnTo>
                <a:lnTo>
                  <a:pt x="61" y="124"/>
                </a:lnTo>
                <a:lnTo>
                  <a:pt x="67" y="117"/>
                </a:lnTo>
                <a:lnTo>
                  <a:pt x="74" y="109"/>
                </a:lnTo>
                <a:lnTo>
                  <a:pt x="81" y="103"/>
                </a:lnTo>
                <a:lnTo>
                  <a:pt x="88" y="96"/>
                </a:lnTo>
                <a:lnTo>
                  <a:pt x="95" y="89"/>
                </a:lnTo>
                <a:lnTo>
                  <a:pt x="103" y="83"/>
                </a:lnTo>
                <a:lnTo>
                  <a:pt x="111" y="77"/>
                </a:lnTo>
                <a:lnTo>
                  <a:pt x="119" y="71"/>
                </a:lnTo>
                <a:lnTo>
                  <a:pt x="128" y="65"/>
                </a:lnTo>
                <a:lnTo>
                  <a:pt x="136" y="59"/>
                </a:lnTo>
                <a:lnTo>
                  <a:pt x="145" y="54"/>
                </a:lnTo>
                <a:lnTo>
                  <a:pt x="154" y="49"/>
                </a:lnTo>
                <a:lnTo>
                  <a:pt x="163" y="44"/>
                </a:lnTo>
                <a:lnTo>
                  <a:pt x="173" y="40"/>
                </a:lnTo>
                <a:lnTo>
                  <a:pt x="182" y="35"/>
                </a:lnTo>
                <a:lnTo>
                  <a:pt x="192" y="31"/>
                </a:lnTo>
                <a:lnTo>
                  <a:pt x="202" y="27"/>
                </a:lnTo>
                <a:lnTo>
                  <a:pt x="212" y="23"/>
                </a:lnTo>
                <a:lnTo>
                  <a:pt x="222" y="20"/>
                </a:lnTo>
                <a:lnTo>
                  <a:pt x="234" y="17"/>
                </a:lnTo>
                <a:lnTo>
                  <a:pt x="244" y="14"/>
                </a:lnTo>
                <a:lnTo>
                  <a:pt x="255" y="11"/>
                </a:lnTo>
                <a:lnTo>
                  <a:pt x="265" y="9"/>
                </a:lnTo>
                <a:lnTo>
                  <a:pt x="276" y="7"/>
                </a:lnTo>
                <a:lnTo>
                  <a:pt x="287" y="5"/>
                </a:lnTo>
                <a:lnTo>
                  <a:pt x="298" y="4"/>
                </a:lnTo>
                <a:lnTo>
                  <a:pt x="309" y="3"/>
                </a:lnTo>
                <a:lnTo>
                  <a:pt x="320" y="2"/>
                </a:lnTo>
                <a:lnTo>
                  <a:pt x="331" y="1"/>
                </a:lnTo>
                <a:lnTo>
                  <a:pt x="342" y="0"/>
                </a:lnTo>
                <a:lnTo>
                  <a:pt x="353" y="0"/>
                </a:lnTo>
                <a:lnTo>
                  <a:pt x="364" y="0"/>
                </a:lnTo>
                <a:lnTo>
                  <a:pt x="375" y="1"/>
                </a:lnTo>
                <a:lnTo>
                  <a:pt x="386" y="2"/>
                </a:lnTo>
                <a:lnTo>
                  <a:pt x="397" y="3"/>
                </a:lnTo>
                <a:lnTo>
                  <a:pt x="408" y="4"/>
                </a:lnTo>
                <a:lnTo>
                  <a:pt x="419" y="5"/>
                </a:lnTo>
                <a:lnTo>
                  <a:pt x="430" y="7"/>
                </a:lnTo>
                <a:lnTo>
                  <a:pt x="440" y="9"/>
                </a:lnTo>
                <a:lnTo>
                  <a:pt x="451" y="11"/>
                </a:lnTo>
                <a:lnTo>
                  <a:pt x="461" y="14"/>
                </a:lnTo>
                <a:lnTo>
                  <a:pt x="472" y="17"/>
                </a:lnTo>
                <a:lnTo>
                  <a:pt x="482" y="20"/>
                </a:lnTo>
                <a:lnTo>
                  <a:pt x="492" y="23"/>
                </a:lnTo>
                <a:lnTo>
                  <a:pt x="503" y="27"/>
                </a:lnTo>
                <a:lnTo>
                  <a:pt x="512" y="31"/>
                </a:lnTo>
                <a:lnTo>
                  <a:pt x="522" y="35"/>
                </a:lnTo>
                <a:lnTo>
                  <a:pt x="532" y="40"/>
                </a:lnTo>
                <a:lnTo>
                  <a:pt x="541" y="44"/>
                </a:lnTo>
                <a:lnTo>
                  <a:pt x="550" y="49"/>
                </a:lnTo>
                <a:lnTo>
                  <a:pt x="560" y="54"/>
                </a:lnTo>
                <a:lnTo>
                  <a:pt x="568" y="59"/>
                </a:lnTo>
                <a:lnTo>
                  <a:pt x="577" y="65"/>
                </a:lnTo>
                <a:lnTo>
                  <a:pt x="585" y="71"/>
                </a:lnTo>
                <a:lnTo>
                  <a:pt x="594" y="77"/>
                </a:lnTo>
                <a:lnTo>
                  <a:pt x="601" y="83"/>
                </a:lnTo>
                <a:lnTo>
                  <a:pt x="609" y="89"/>
                </a:lnTo>
                <a:lnTo>
                  <a:pt x="617" y="96"/>
                </a:lnTo>
                <a:lnTo>
                  <a:pt x="624" y="103"/>
                </a:lnTo>
                <a:lnTo>
                  <a:pt x="631" y="109"/>
                </a:lnTo>
                <a:lnTo>
                  <a:pt x="637" y="117"/>
                </a:lnTo>
                <a:lnTo>
                  <a:pt x="644" y="124"/>
                </a:lnTo>
                <a:lnTo>
                  <a:pt x="650" y="131"/>
                </a:lnTo>
                <a:lnTo>
                  <a:pt x="656" y="139"/>
                </a:lnTo>
                <a:lnTo>
                  <a:pt x="661" y="146"/>
                </a:lnTo>
                <a:lnTo>
                  <a:pt x="666" y="154"/>
                </a:lnTo>
                <a:lnTo>
                  <a:pt x="671" y="162"/>
                </a:lnTo>
                <a:lnTo>
                  <a:pt x="676" y="170"/>
                </a:lnTo>
                <a:lnTo>
                  <a:pt x="680" y="179"/>
                </a:lnTo>
                <a:lnTo>
                  <a:pt x="684" y="187"/>
                </a:lnTo>
                <a:lnTo>
                  <a:pt x="687" y="195"/>
                </a:lnTo>
                <a:lnTo>
                  <a:pt x="691" y="204"/>
                </a:lnTo>
                <a:lnTo>
                  <a:pt x="693" y="212"/>
                </a:lnTo>
                <a:lnTo>
                  <a:pt x="696" y="221"/>
                </a:lnTo>
                <a:lnTo>
                  <a:pt x="698" y="230"/>
                </a:lnTo>
                <a:lnTo>
                  <a:pt x="700" y="238"/>
                </a:lnTo>
                <a:lnTo>
                  <a:pt x="702" y="247"/>
                </a:lnTo>
                <a:lnTo>
                  <a:pt x="703" y="256"/>
                </a:lnTo>
                <a:lnTo>
                  <a:pt x="704" y="265"/>
                </a:lnTo>
                <a:lnTo>
                  <a:pt x="704" y="274"/>
                </a:lnTo>
                <a:lnTo>
                  <a:pt x="704" y="282"/>
                </a:lnTo>
                <a:close/>
              </a:path>
            </a:pathLst>
          </a:custGeom>
          <a:solidFill>
            <a:srgbClr val="ffc3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2" name=""/>
          <p:cNvSpPr/>
          <p:nvPr/>
        </p:nvSpPr>
        <p:spPr>
          <a:xfrm>
            <a:off x="4851360" y="1725480"/>
            <a:ext cx="255240" cy="204840"/>
          </a:xfrm>
          <a:custGeom>
            <a:avLst/>
            <a:gdLst/>
            <a:ahLst/>
            <a:rect l="0" t="0" r="r" b="b"/>
            <a:pathLst>
              <a:path w="709" h="569">
                <a:moveTo>
                  <a:pt x="706" y="285"/>
                </a:moveTo>
                <a:lnTo>
                  <a:pt x="706" y="277"/>
                </a:lnTo>
                <a:lnTo>
                  <a:pt x="706" y="268"/>
                </a:lnTo>
                <a:lnTo>
                  <a:pt x="705" y="259"/>
                </a:lnTo>
                <a:lnTo>
                  <a:pt x="704" y="250"/>
                </a:lnTo>
                <a:lnTo>
                  <a:pt x="702" y="241"/>
                </a:lnTo>
                <a:lnTo>
                  <a:pt x="700" y="233"/>
                </a:lnTo>
                <a:lnTo>
                  <a:pt x="698" y="224"/>
                </a:lnTo>
                <a:lnTo>
                  <a:pt x="695" y="215"/>
                </a:lnTo>
                <a:lnTo>
                  <a:pt x="693" y="207"/>
                </a:lnTo>
                <a:lnTo>
                  <a:pt x="689" y="198"/>
                </a:lnTo>
                <a:lnTo>
                  <a:pt x="686" y="190"/>
                </a:lnTo>
                <a:lnTo>
                  <a:pt x="682" y="182"/>
                </a:lnTo>
                <a:lnTo>
                  <a:pt x="678" y="173"/>
                </a:lnTo>
                <a:lnTo>
                  <a:pt x="673" y="165"/>
                </a:lnTo>
                <a:lnTo>
                  <a:pt x="668" y="157"/>
                </a:lnTo>
                <a:lnTo>
                  <a:pt x="663" y="149"/>
                </a:lnTo>
                <a:lnTo>
                  <a:pt x="658" y="142"/>
                </a:lnTo>
                <a:lnTo>
                  <a:pt x="652" y="134"/>
                </a:lnTo>
                <a:lnTo>
                  <a:pt x="646" y="127"/>
                </a:lnTo>
                <a:lnTo>
                  <a:pt x="639" y="120"/>
                </a:lnTo>
                <a:lnTo>
                  <a:pt x="633" y="112"/>
                </a:lnTo>
                <a:lnTo>
                  <a:pt x="626" y="106"/>
                </a:lnTo>
                <a:lnTo>
                  <a:pt x="619" y="99"/>
                </a:lnTo>
                <a:lnTo>
                  <a:pt x="611" y="92"/>
                </a:lnTo>
                <a:lnTo>
                  <a:pt x="603" y="86"/>
                </a:lnTo>
                <a:lnTo>
                  <a:pt x="596" y="80"/>
                </a:lnTo>
                <a:lnTo>
                  <a:pt x="587" y="74"/>
                </a:lnTo>
                <a:lnTo>
                  <a:pt x="579" y="68"/>
                </a:lnTo>
                <a:lnTo>
                  <a:pt x="570" y="62"/>
                </a:lnTo>
                <a:lnTo>
                  <a:pt x="562" y="57"/>
                </a:lnTo>
                <a:lnTo>
                  <a:pt x="552" y="52"/>
                </a:lnTo>
                <a:lnTo>
                  <a:pt x="543" y="47"/>
                </a:lnTo>
                <a:lnTo>
                  <a:pt x="534" y="43"/>
                </a:lnTo>
                <a:lnTo>
                  <a:pt x="524" y="38"/>
                </a:lnTo>
                <a:lnTo>
                  <a:pt x="514" y="34"/>
                </a:lnTo>
                <a:lnTo>
                  <a:pt x="505" y="30"/>
                </a:lnTo>
                <a:lnTo>
                  <a:pt x="494" y="25"/>
                </a:lnTo>
                <a:lnTo>
                  <a:pt x="484" y="22"/>
                </a:lnTo>
                <a:lnTo>
                  <a:pt x="474" y="19"/>
                </a:lnTo>
                <a:lnTo>
                  <a:pt x="463" y="16"/>
                </a:lnTo>
                <a:lnTo>
                  <a:pt x="453" y="13"/>
                </a:lnTo>
                <a:lnTo>
                  <a:pt x="442" y="11"/>
                </a:lnTo>
                <a:lnTo>
                  <a:pt x="432" y="9"/>
                </a:lnTo>
                <a:lnTo>
                  <a:pt x="421" y="7"/>
                </a:lnTo>
                <a:lnTo>
                  <a:pt x="410" y="6"/>
                </a:lnTo>
                <a:lnTo>
                  <a:pt x="399" y="5"/>
                </a:lnTo>
                <a:lnTo>
                  <a:pt x="388" y="4"/>
                </a:lnTo>
                <a:lnTo>
                  <a:pt x="377" y="3"/>
                </a:lnTo>
                <a:lnTo>
                  <a:pt x="366" y="2"/>
                </a:lnTo>
                <a:lnTo>
                  <a:pt x="355" y="2"/>
                </a:lnTo>
                <a:lnTo>
                  <a:pt x="344" y="2"/>
                </a:lnTo>
                <a:lnTo>
                  <a:pt x="333" y="3"/>
                </a:lnTo>
                <a:lnTo>
                  <a:pt x="322" y="4"/>
                </a:lnTo>
                <a:lnTo>
                  <a:pt x="310" y="5"/>
                </a:lnTo>
                <a:lnTo>
                  <a:pt x="299" y="6"/>
                </a:lnTo>
                <a:lnTo>
                  <a:pt x="288" y="7"/>
                </a:lnTo>
                <a:lnTo>
                  <a:pt x="277" y="9"/>
                </a:lnTo>
                <a:lnTo>
                  <a:pt x="266" y="11"/>
                </a:lnTo>
                <a:lnTo>
                  <a:pt x="256" y="13"/>
                </a:lnTo>
                <a:lnTo>
                  <a:pt x="245" y="16"/>
                </a:lnTo>
                <a:lnTo>
                  <a:pt x="235" y="19"/>
                </a:lnTo>
                <a:lnTo>
                  <a:pt x="224" y="22"/>
                </a:lnTo>
                <a:lnTo>
                  <a:pt x="214" y="25"/>
                </a:lnTo>
                <a:lnTo>
                  <a:pt x="204" y="30"/>
                </a:lnTo>
                <a:lnTo>
                  <a:pt x="194" y="34"/>
                </a:lnTo>
                <a:lnTo>
                  <a:pt x="184" y="38"/>
                </a:lnTo>
                <a:lnTo>
                  <a:pt x="175" y="43"/>
                </a:lnTo>
                <a:lnTo>
                  <a:pt x="165" y="47"/>
                </a:lnTo>
                <a:lnTo>
                  <a:pt x="156" y="52"/>
                </a:lnTo>
                <a:lnTo>
                  <a:pt x="147" y="57"/>
                </a:lnTo>
                <a:lnTo>
                  <a:pt x="138" y="62"/>
                </a:lnTo>
                <a:lnTo>
                  <a:pt x="130" y="68"/>
                </a:lnTo>
                <a:lnTo>
                  <a:pt x="121" y="74"/>
                </a:lnTo>
                <a:lnTo>
                  <a:pt x="113" y="80"/>
                </a:lnTo>
                <a:lnTo>
                  <a:pt x="105" y="86"/>
                </a:lnTo>
                <a:lnTo>
                  <a:pt x="97" y="92"/>
                </a:lnTo>
                <a:lnTo>
                  <a:pt x="90" y="99"/>
                </a:lnTo>
                <a:lnTo>
                  <a:pt x="83" y="106"/>
                </a:lnTo>
                <a:lnTo>
                  <a:pt x="76" y="112"/>
                </a:lnTo>
                <a:lnTo>
                  <a:pt x="69" y="120"/>
                </a:lnTo>
                <a:lnTo>
                  <a:pt x="63" y="127"/>
                </a:lnTo>
                <a:lnTo>
                  <a:pt x="57" y="134"/>
                </a:lnTo>
                <a:lnTo>
                  <a:pt x="51" y="142"/>
                </a:lnTo>
                <a:lnTo>
                  <a:pt x="46" y="149"/>
                </a:lnTo>
                <a:lnTo>
                  <a:pt x="40" y="157"/>
                </a:lnTo>
                <a:lnTo>
                  <a:pt x="36" y="165"/>
                </a:lnTo>
                <a:lnTo>
                  <a:pt x="31" y="173"/>
                </a:lnTo>
                <a:lnTo>
                  <a:pt x="27" y="182"/>
                </a:lnTo>
                <a:lnTo>
                  <a:pt x="23" y="190"/>
                </a:lnTo>
                <a:lnTo>
                  <a:pt x="19" y="198"/>
                </a:lnTo>
                <a:lnTo>
                  <a:pt x="16" y="207"/>
                </a:lnTo>
                <a:lnTo>
                  <a:pt x="13" y="215"/>
                </a:lnTo>
                <a:lnTo>
                  <a:pt x="11" y="224"/>
                </a:lnTo>
                <a:lnTo>
                  <a:pt x="8" y="233"/>
                </a:lnTo>
                <a:lnTo>
                  <a:pt x="6" y="241"/>
                </a:lnTo>
                <a:lnTo>
                  <a:pt x="5" y="250"/>
                </a:lnTo>
                <a:lnTo>
                  <a:pt x="4" y="259"/>
                </a:lnTo>
                <a:lnTo>
                  <a:pt x="3" y="268"/>
                </a:lnTo>
                <a:lnTo>
                  <a:pt x="2" y="277"/>
                </a:lnTo>
                <a:lnTo>
                  <a:pt x="2" y="285"/>
                </a:lnTo>
                <a:lnTo>
                  <a:pt x="2" y="294"/>
                </a:lnTo>
                <a:lnTo>
                  <a:pt x="3" y="303"/>
                </a:lnTo>
                <a:lnTo>
                  <a:pt x="4" y="312"/>
                </a:lnTo>
                <a:lnTo>
                  <a:pt x="5" y="321"/>
                </a:lnTo>
                <a:lnTo>
                  <a:pt x="6" y="330"/>
                </a:lnTo>
                <a:lnTo>
                  <a:pt x="8" y="338"/>
                </a:lnTo>
                <a:lnTo>
                  <a:pt x="11" y="347"/>
                </a:lnTo>
                <a:lnTo>
                  <a:pt x="13" y="356"/>
                </a:lnTo>
                <a:lnTo>
                  <a:pt x="16" y="364"/>
                </a:lnTo>
                <a:lnTo>
                  <a:pt x="19" y="373"/>
                </a:lnTo>
                <a:lnTo>
                  <a:pt x="23" y="381"/>
                </a:lnTo>
                <a:lnTo>
                  <a:pt x="27" y="389"/>
                </a:lnTo>
                <a:lnTo>
                  <a:pt x="31" y="397"/>
                </a:lnTo>
                <a:lnTo>
                  <a:pt x="36" y="405"/>
                </a:lnTo>
                <a:lnTo>
                  <a:pt x="40" y="413"/>
                </a:lnTo>
                <a:lnTo>
                  <a:pt x="46" y="421"/>
                </a:lnTo>
                <a:lnTo>
                  <a:pt x="51" y="429"/>
                </a:lnTo>
                <a:lnTo>
                  <a:pt x="57" y="437"/>
                </a:lnTo>
                <a:lnTo>
                  <a:pt x="63" y="444"/>
                </a:lnTo>
                <a:lnTo>
                  <a:pt x="69" y="451"/>
                </a:lnTo>
                <a:lnTo>
                  <a:pt x="76" y="458"/>
                </a:lnTo>
                <a:lnTo>
                  <a:pt x="83" y="465"/>
                </a:lnTo>
                <a:lnTo>
                  <a:pt x="90" y="472"/>
                </a:lnTo>
                <a:lnTo>
                  <a:pt x="97" y="478"/>
                </a:lnTo>
                <a:lnTo>
                  <a:pt x="105" y="485"/>
                </a:lnTo>
                <a:lnTo>
                  <a:pt x="113" y="491"/>
                </a:lnTo>
                <a:lnTo>
                  <a:pt x="121" y="497"/>
                </a:lnTo>
                <a:lnTo>
                  <a:pt x="130" y="503"/>
                </a:lnTo>
                <a:lnTo>
                  <a:pt x="138" y="508"/>
                </a:lnTo>
                <a:lnTo>
                  <a:pt x="147" y="514"/>
                </a:lnTo>
                <a:lnTo>
                  <a:pt x="156" y="519"/>
                </a:lnTo>
                <a:lnTo>
                  <a:pt x="165" y="524"/>
                </a:lnTo>
                <a:lnTo>
                  <a:pt x="175" y="528"/>
                </a:lnTo>
                <a:lnTo>
                  <a:pt x="184" y="533"/>
                </a:lnTo>
                <a:lnTo>
                  <a:pt x="194" y="537"/>
                </a:lnTo>
                <a:lnTo>
                  <a:pt x="204" y="541"/>
                </a:lnTo>
                <a:lnTo>
                  <a:pt x="214" y="544"/>
                </a:lnTo>
                <a:lnTo>
                  <a:pt x="224" y="548"/>
                </a:lnTo>
                <a:lnTo>
                  <a:pt x="235" y="551"/>
                </a:lnTo>
                <a:lnTo>
                  <a:pt x="245" y="554"/>
                </a:lnTo>
                <a:lnTo>
                  <a:pt x="256" y="556"/>
                </a:lnTo>
                <a:lnTo>
                  <a:pt x="266" y="559"/>
                </a:lnTo>
                <a:lnTo>
                  <a:pt x="277" y="561"/>
                </a:lnTo>
                <a:lnTo>
                  <a:pt x="288" y="562"/>
                </a:lnTo>
                <a:lnTo>
                  <a:pt x="299" y="564"/>
                </a:lnTo>
                <a:lnTo>
                  <a:pt x="310" y="565"/>
                </a:lnTo>
                <a:lnTo>
                  <a:pt x="322" y="566"/>
                </a:lnTo>
                <a:lnTo>
                  <a:pt x="333" y="567"/>
                </a:lnTo>
                <a:lnTo>
                  <a:pt x="344" y="567"/>
                </a:lnTo>
                <a:lnTo>
                  <a:pt x="355" y="567"/>
                </a:lnTo>
                <a:lnTo>
                  <a:pt x="366" y="567"/>
                </a:lnTo>
                <a:lnTo>
                  <a:pt x="377" y="567"/>
                </a:lnTo>
                <a:lnTo>
                  <a:pt x="388" y="566"/>
                </a:lnTo>
                <a:lnTo>
                  <a:pt x="399" y="565"/>
                </a:lnTo>
                <a:lnTo>
                  <a:pt x="410" y="564"/>
                </a:lnTo>
                <a:lnTo>
                  <a:pt x="421" y="562"/>
                </a:lnTo>
                <a:lnTo>
                  <a:pt x="432" y="561"/>
                </a:lnTo>
                <a:lnTo>
                  <a:pt x="442" y="559"/>
                </a:lnTo>
                <a:lnTo>
                  <a:pt x="453" y="556"/>
                </a:lnTo>
                <a:lnTo>
                  <a:pt x="463" y="554"/>
                </a:lnTo>
                <a:lnTo>
                  <a:pt x="474" y="551"/>
                </a:lnTo>
                <a:lnTo>
                  <a:pt x="484" y="548"/>
                </a:lnTo>
                <a:lnTo>
                  <a:pt x="494" y="544"/>
                </a:lnTo>
                <a:lnTo>
                  <a:pt x="505" y="541"/>
                </a:lnTo>
                <a:lnTo>
                  <a:pt x="514" y="537"/>
                </a:lnTo>
                <a:lnTo>
                  <a:pt x="524" y="533"/>
                </a:lnTo>
                <a:lnTo>
                  <a:pt x="534" y="528"/>
                </a:lnTo>
                <a:lnTo>
                  <a:pt x="543" y="524"/>
                </a:lnTo>
                <a:lnTo>
                  <a:pt x="552" y="519"/>
                </a:lnTo>
                <a:lnTo>
                  <a:pt x="562" y="514"/>
                </a:lnTo>
                <a:lnTo>
                  <a:pt x="570" y="508"/>
                </a:lnTo>
                <a:lnTo>
                  <a:pt x="579" y="503"/>
                </a:lnTo>
                <a:lnTo>
                  <a:pt x="587" y="497"/>
                </a:lnTo>
                <a:lnTo>
                  <a:pt x="596" y="491"/>
                </a:lnTo>
                <a:lnTo>
                  <a:pt x="603" y="485"/>
                </a:lnTo>
                <a:lnTo>
                  <a:pt x="611" y="478"/>
                </a:lnTo>
                <a:lnTo>
                  <a:pt x="619" y="472"/>
                </a:lnTo>
                <a:lnTo>
                  <a:pt x="626" y="465"/>
                </a:lnTo>
                <a:lnTo>
                  <a:pt x="633" y="458"/>
                </a:lnTo>
                <a:lnTo>
                  <a:pt x="639" y="451"/>
                </a:lnTo>
                <a:lnTo>
                  <a:pt x="646" y="444"/>
                </a:lnTo>
                <a:lnTo>
                  <a:pt x="652" y="437"/>
                </a:lnTo>
                <a:lnTo>
                  <a:pt x="658" y="429"/>
                </a:lnTo>
                <a:lnTo>
                  <a:pt x="663" y="421"/>
                </a:lnTo>
                <a:lnTo>
                  <a:pt x="668" y="413"/>
                </a:lnTo>
                <a:lnTo>
                  <a:pt x="673" y="405"/>
                </a:lnTo>
                <a:lnTo>
                  <a:pt x="678" y="397"/>
                </a:lnTo>
                <a:lnTo>
                  <a:pt x="682" y="389"/>
                </a:lnTo>
                <a:lnTo>
                  <a:pt x="686" y="381"/>
                </a:lnTo>
                <a:lnTo>
                  <a:pt x="689" y="373"/>
                </a:lnTo>
                <a:lnTo>
                  <a:pt x="693" y="364"/>
                </a:lnTo>
                <a:lnTo>
                  <a:pt x="695" y="356"/>
                </a:lnTo>
                <a:lnTo>
                  <a:pt x="698" y="347"/>
                </a:lnTo>
                <a:lnTo>
                  <a:pt x="700" y="338"/>
                </a:lnTo>
                <a:lnTo>
                  <a:pt x="702" y="330"/>
                </a:lnTo>
                <a:lnTo>
                  <a:pt x="704" y="321"/>
                </a:lnTo>
                <a:lnTo>
                  <a:pt x="705" y="312"/>
                </a:lnTo>
                <a:lnTo>
                  <a:pt x="706" y="303"/>
                </a:lnTo>
                <a:lnTo>
                  <a:pt x="706" y="294"/>
                </a:lnTo>
                <a:lnTo>
                  <a:pt x="706" y="285"/>
                </a:lnTo>
                <a:moveTo>
                  <a:pt x="709" y="285"/>
                </a:moveTo>
                <a:lnTo>
                  <a:pt x="709" y="294"/>
                </a:lnTo>
                <a:lnTo>
                  <a:pt x="708" y="303"/>
                </a:lnTo>
                <a:lnTo>
                  <a:pt x="707" y="312"/>
                </a:lnTo>
                <a:lnTo>
                  <a:pt x="706" y="321"/>
                </a:lnTo>
                <a:lnTo>
                  <a:pt x="704" y="330"/>
                </a:lnTo>
                <a:lnTo>
                  <a:pt x="703" y="339"/>
                </a:lnTo>
                <a:lnTo>
                  <a:pt x="700" y="347"/>
                </a:lnTo>
                <a:lnTo>
                  <a:pt x="698" y="356"/>
                </a:lnTo>
                <a:lnTo>
                  <a:pt x="695" y="365"/>
                </a:lnTo>
                <a:lnTo>
                  <a:pt x="691" y="373"/>
                </a:lnTo>
                <a:lnTo>
                  <a:pt x="688" y="382"/>
                </a:lnTo>
                <a:lnTo>
                  <a:pt x="684" y="390"/>
                </a:lnTo>
                <a:lnTo>
                  <a:pt x="680" y="398"/>
                </a:lnTo>
                <a:lnTo>
                  <a:pt x="675" y="406"/>
                </a:lnTo>
                <a:lnTo>
                  <a:pt x="670" y="414"/>
                </a:lnTo>
                <a:lnTo>
                  <a:pt x="665" y="422"/>
                </a:lnTo>
                <a:lnTo>
                  <a:pt x="659" y="430"/>
                </a:lnTo>
                <a:lnTo>
                  <a:pt x="654" y="438"/>
                </a:lnTo>
                <a:lnTo>
                  <a:pt x="648" y="445"/>
                </a:lnTo>
                <a:lnTo>
                  <a:pt x="641" y="452"/>
                </a:lnTo>
                <a:lnTo>
                  <a:pt x="634" y="459"/>
                </a:lnTo>
                <a:lnTo>
                  <a:pt x="628" y="466"/>
                </a:lnTo>
                <a:lnTo>
                  <a:pt x="620" y="473"/>
                </a:lnTo>
                <a:lnTo>
                  <a:pt x="613" y="480"/>
                </a:lnTo>
                <a:lnTo>
                  <a:pt x="605" y="486"/>
                </a:lnTo>
                <a:lnTo>
                  <a:pt x="597" y="492"/>
                </a:lnTo>
                <a:lnTo>
                  <a:pt x="589" y="498"/>
                </a:lnTo>
                <a:lnTo>
                  <a:pt x="580" y="504"/>
                </a:lnTo>
                <a:lnTo>
                  <a:pt x="572" y="510"/>
                </a:lnTo>
                <a:lnTo>
                  <a:pt x="563" y="515"/>
                </a:lnTo>
                <a:lnTo>
                  <a:pt x="554" y="520"/>
                </a:lnTo>
                <a:lnTo>
                  <a:pt x="544" y="525"/>
                </a:lnTo>
                <a:lnTo>
                  <a:pt x="535" y="530"/>
                </a:lnTo>
                <a:lnTo>
                  <a:pt x="525" y="534"/>
                </a:lnTo>
                <a:lnTo>
                  <a:pt x="516" y="538"/>
                </a:lnTo>
                <a:lnTo>
                  <a:pt x="506" y="542"/>
                </a:lnTo>
                <a:lnTo>
                  <a:pt x="495" y="546"/>
                </a:lnTo>
                <a:lnTo>
                  <a:pt x="485" y="549"/>
                </a:lnTo>
                <a:lnTo>
                  <a:pt x="475" y="553"/>
                </a:lnTo>
                <a:lnTo>
                  <a:pt x="464" y="555"/>
                </a:lnTo>
                <a:lnTo>
                  <a:pt x="454" y="558"/>
                </a:lnTo>
                <a:lnTo>
                  <a:pt x="443" y="560"/>
                </a:lnTo>
                <a:lnTo>
                  <a:pt x="432" y="562"/>
                </a:lnTo>
                <a:lnTo>
                  <a:pt x="421" y="564"/>
                </a:lnTo>
                <a:lnTo>
                  <a:pt x="410" y="566"/>
                </a:lnTo>
                <a:lnTo>
                  <a:pt x="399" y="567"/>
                </a:lnTo>
                <a:lnTo>
                  <a:pt x="388" y="568"/>
                </a:lnTo>
                <a:lnTo>
                  <a:pt x="377" y="569"/>
                </a:lnTo>
                <a:lnTo>
                  <a:pt x="366" y="569"/>
                </a:lnTo>
                <a:lnTo>
                  <a:pt x="355" y="569"/>
                </a:lnTo>
                <a:lnTo>
                  <a:pt x="344" y="569"/>
                </a:lnTo>
                <a:lnTo>
                  <a:pt x="333" y="569"/>
                </a:lnTo>
                <a:lnTo>
                  <a:pt x="321" y="568"/>
                </a:lnTo>
                <a:lnTo>
                  <a:pt x="309" y="567"/>
                </a:lnTo>
                <a:lnTo>
                  <a:pt x="298" y="566"/>
                </a:lnTo>
                <a:lnTo>
                  <a:pt x="287" y="564"/>
                </a:lnTo>
                <a:lnTo>
                  <a:pt x="277" y="562"/>
                </a:lnTo>
                <a:lnTo>
                  <a:pt x="266" y="560"/>
                </a:lnTo>
                <a:lnTo>
                  <a:pt x="255" y="558"/>
                </a:lnTo>
                <a:lnTo>
                  <a:pt x="244" y="555"/>
                </a:lnTo>
                <a:lnTo>
                  <a:pt x="234" y="553"/>
                </a:lnTo>
                <a:lnTo>
                  <a:pt x="223" y="549"/>
                </a:lnTo>
                <a:lnTo>
                  <a:pt x="213" y="546"/>
                </a:lnTo>
                <a:lnTo>
                  <a:pt x="203" y="542"/>
                </a:lnTo>
                <a:lnTo>
                  <a:pt x="193" y="538"/>
                </a:lnTo>
                <a:lnTo>
                  <a:pt x="183" y="534"/>
                </a:lnTo>
                <a:lnTo>
                  <a:pt x="174" y="530"/>
                </a:lnTo>
                <a:lnTo>
                  <a:pt x="164" y="525"/>
                </a:lnTo>
                <a:lnTo>
                  <a:pt x="155" y="520"/>
                </a:lnTo>
                <a:lnTo>
                  <a:pt x="146" y="515"/>
                </a:lnTo>
                <a:lnTo>
                  <a:pt x="137" y="510"/>
                </a:lnTo>
                <a:lnTo>
                  <a:pt x="128" y="504"/>
                </a:lnTo>
                <a:lnTo>
                  <a:pt x="120" y="498"/>
                </a:lnTo>
                <a:lnTo>
                  <a:pt x="111" y="492"/>
                </a:lnTo>
                <a:lnTo>
                  <a:pt x="103" y="486"/>
                </a:lnTo>
                <a:lnTo>
                  <a:pt x="96" y="480"/>
                </a:lnTo>
                <a:lnTo>
                  <a:pt x="88" y="473"/>
                </a:lnTo>
                <a:lnTo>
                  <a:pt x="81" y="466"/>
                </a:lnTo>
                <a:lnTo>
                  <a:pt x="74" y="459"/>
                </a:lnTo>
                <a:lnTo>
                  <a:pt x="67" y="452"/>
                </a:lnTo>
                <a:lnTo>
                  <a:pt x="61" y="445"/>
                </a:lnTo>
                <a:lnTo>
                  <a:pt x="55" y="438"/>
                </a:lnTo>
                <a:lnTo>
                  <a:pt x="49" y="430"/>
                </a:lnTo>
                <a:lnTo>
                  <a:pt x="44" y="422"/>
                </a:lnTo>
                <a:lnTo>
                  <a:pt x="38" y="414"/>
                </a:lnTo>
                <a:lnTo>
                  <a:pt x="34" y="406"/>
                </a:lnTo>
                <a:lnTo>
                  <a:pt x="29" y="398"/>
                </a:lnTo>
                <a:lnTo>
                  <a:pt x="25" y="390"/>
                </a:lnTo>
                <a:lnTo>
                  <a:pt x="21" y="382"/>
                </a:lnTo>
                <a:lnTo>
                  <a:pt x="17" y="373"/>
                </a:lnTo>
                <a:lnTo>
                  <a:pt x="14" y="365"/>
                </a:lnTo>
                <a:lnTo>
                  <a:pt x="11" y="356"/>
                </a:lnTo>
                <a:lnTo>
                  <a:pt x="8" y="347"/>
                </a:lnTo>
                <a:lnTo>
                  <a:pt x="6" y="339"/>
                </a:lnTo>
                <a:lnTo>
                  <a:pt x="4" y="330"/>
                </a:lnTo>
                <a:lnTo>
                  <a:pt x="3" y="321"/>
                </a:lnTo>
                <a:lnTo>
                  <a:pt x="1" y="312"/>
                </a:lnTo>
                <a:lnTo>
                  <a:pt x="1" y="303"/>
                </a:lnTo>
                <a:lnTo>
                  <a:pt x="0" y="294"/>
                </a:lnTo>
                <a:lnTo>
                  <a:pt x="0" y="285"/>
                </a:lnTo>
                <a:lnTo>
                  <a:pt x="0" y="276"/>
                </a:lnTo>
                <a:lnTo>
                  <a:pt x="1" y="268"/>
                </a:lnTo>
                <a:lnTo>
                  <a:pt x="1" y="259"/>
                </a:lnTo>
                <a:lnTo>
                  <a:pt x="3" y="250"/>
                </a:lnTo>
                <a:lnTo>
                  <a:pt x="4" y="241"/>
                </a:lnTo>
                <a:lnTo>
                  <a:pt x="6" y="232"/>
                </a:lnTo>
                <a:lnTo>
                  <a:pt x="8" y="223"/>
                </a:lnTo>
                <a:lnTo>
                  <a:pt x="11" y="215"/>
                </a:lnTo>
                <a:lnTo>
                  <a:pt x="14" y="206"/>
                </a:lnTo>
                <a:lnTo>
                  <a:pt x="17" y="198"/>
                </a:lnTo>
                <a:lnTo>
                  <a:pt x="21" y="189"/>
                </a:lnTo>
                <a:lnTo>
                  <a:pt x="25" y="181"/>
                </a:lnTo>
                <a:lnTo>
                  <a:pt x="29" y="173"/>
                </a:lnTo>
                <a:lnTo>
                  <a:pt x="34" y="164"/>
                </a:lnTo>
                <a:lnTo>
                  <a:pt x="38" y="156"/>
                </a:lnTo>
                <a:lnTo>
                  <a:pt x="44" y="149"/>
                </a:lnTo>
                <a:lnTo>
                  <a:pt x="49" y="141"/>
                </a:lnTo>
                <a:lnTo>
                  <a:pt x="55" y="133"/>
                </a:lnTo>
                <a:lnTo>
                  <a:pt x="61" y="126"/>
                </a:lnTo>
                <a:lnTo>
                  <a:pt x="67" y="118"/>
                </a:lnTo>
                <a:lnTo>
                  <a:pt x="74" y="111"/>
                </a:lnTo>
                <a:lnTo>
                  <a:pt x="81" y="104"/>
                </a:lnTo>
                <a:lnTo>
                  <a:pt x="88" y="98"/>
                </a:lnTo>
                <a:lnTo>
                  <a:pt x="96" y="91"/>
                </a:lnTo>
                <a:lnTo>
                  <a:pt x="103" y="85"/>
                </a:lnTo>
                <a:lnTo>
                  <a:pt x="111" y="78"/>
                </a:lnTo>
                <a:lnTo>
                  <a:pt x="120" y="72"/>
                </a:lnTo>
                <a:lnTo>
                  <a:pt x="128" y="67"/>
                </a:lnTo>
                <a:lnTo>
                  <a:pt x="137" y="61"/>
                </a:lnTo>
                <a:lnTo>
                  <a:pt x="146" y="56"/>
                </a:lnTo>
                <a:lnTo>
                  <a:pt x="155" y="51"/>
                </a:lnTo>
                <a:lnTo>
                  <a:pt x="164" y="46"/>
                </a:lnTo>
                <a:lnTo>
                  <a:pt x="174" y="41"/>
                </a:lnTo>
                <a:lnTo>
                  <a:pt x="183" y="37"/>
                </a:lnTo>
                <a:lnTo>
                  <a:pt x="193" y="32"/>
                </a:lnTo>
                <a:lnTo>
                  <a:pt x="203" y="28"/>
                </a:lnTo>
                <a:lnTo>
                  <a:pt x="213" y="24"/>
                </a:lnTo>
                <a:lnTo>
                  <a:pt x="223" y="20"/>
                </a:lnTo>
                <a:lnTo>
                  <a:pt x="234" y="17"/>
                </a:lnTo>
                <a:lnTo>
                  <a:pt x="244" y="14"/>
                </a:lnTo>
                <a:lnTo>
                  <a:pt x="255" y="12"/>
                </a:lnTo>
                <a:lnTo>
                  <a:pt x="266" y="9"/>
                </a:lnTo>
                <a:lnTo>
                  <a:pt x="277" y="7"/>
                </a:lnTo>
                <a:lnTo>
                  <a:pt x="287" y="5"/>
                </a:lnTo>
                <a:lnTo>
                  <a:pt x="298" y="4"/>
                </a:lnTo>
                <a:lnTo>
                  <a:pt x="309" y="3"/>
                </a:lnTo>
                <a:lnTo>
                  <a:pt x="321" y="2"/>
                </a:lnTo>
                <a:lnTo>
                  <a:pt x="333" y="1"/>
                </a:lnTo>
                <a:lnTo>
                  <a:pt x="344" y="1"/>
                </a:lnTo>
                <a:lnTo>
                  <a:pt x="355" y="0"/>
                </a:lnTo>
                <a:lnTo>
                  <a:pt x="366" y="1"/>
                </a:lnTo>
                <a:lnTo>
                  <a:pt x="377" y="1"/>
                </a:lnTo>
                <a:lnTo>
                  <a:pt x="388" y="2"/>
                </a:lnTo>
                <a:lnTo>
                  <a:pt x="399" y="3"/>
                </a:lnTo>
                <a:lnTo>
                  <a:pt x="410" y="4"/>
                </a:lnTo>
                <a:lnTo>
                  <a:pt x="421" y="5"/>
                </a:lnTo>
                <a:lnTo>
                  <a:pt x="432" y="7"/>
                </a:lnTo>
                <a:lnTo>
                  <a:pt x="443" y="9"/>
                </a:lnTo>
                <a:lnTo>
                  <a:pt x="454" y="12"/>
                </a:lnTo>
                <a:lnTo>
                  <a:pt x="464" y="14"/>
                </a:lnTo>
                <a:lnTo>
                  <a:pt x="475" y="17"/>
                </a:lnTo>
                <a:lnTo>
                  <a:pt x="485" y="20"/>
                </a:lnTo>
                <a:lnTo>
                  <a:pt x="495" y="24"/>
                </a:lnTo>
                <a:lnTo>
                  <a:pt x="506" y="28"/>
                </a:lnTo>
                <a:lnTo>
                  <a:pt x="516" y="32"/>
                </a:lnTo>
                <a:lnTo>
                  <a:pt x="525" y="37"/>
                </a:lnTo>
                <a:lnTo>
                  <a:pt x="535" y="41"/>
                </a:lnTo>
                <a:lnTo>
                  <a:pt x="544" y="46"/>
                </a:lnTo>
                <a:lnTo>
                  <a:pt x="554" y="51"/>
                </a:lnTo>
                <a:lnTo>
                  <a:pt x="563" y="56"/>
                </a:lnTo>
                <a:lnTo>
                  <a:pt x="572" y="61"/>
                </a:lnTo>
                <a:lnTo>
                  <a:pt x="580" y="67"/>
                </a:lnTo>
                <a:lnTo>
                  <a:pt x="589" y="72"/>
                </a:lnTo>
                <a:lnTo>
                  <a:pt x="597" y="78"/>
                </a:lnTo>
                <a:lnTo>
                  <a:pt x="605" y="85"/>
                </a:lnTo>
                <a:lnTo>
                  <a:pt x="613" y="91"/>
                </a:lnTo>
                <a:lnTo>
                  <a:pt x="620" y="98"/>
                </a:lnTo>
                <a:lnTo>
                  <a:pt x="628" y="104"/>
                </a:lnTo>
                <a:lnTo>
                  <a:pt x="634" y="111"/>
                </a:lnTo>
                <a:lnTo>
                  <a:pt x="641" y="118"/>
                </a:lnTo>
                <a:lnTo>
                  <a:pt x="648" y="126"/>
                </a:lnTo>
                <a:lnTo>
                  <a:pt x="654" y="133"/>
                </a:lnTo>
                <a:lnTo>
                  <a:pt x="659" y="141"/>
                </a:lnTo>
                <a:lnTo>
                  <a:pt x="665" y="149"/>
                </a:lnTo>
                <a:lnTo>
                  <a:pt x="670" y="156"/>
                </a:lnTo>
                <a:lnTo>
                  <a:pt x="675" y="164"/>
                </a:lnTo>
                <a:lnTo>
                  <a:pt x="680" y="173"/>
                </a:lnTo>
                <a:lnTo>
                  <a:pt x="684" y="181"/>
                </a:lnTo>
                <a:lnTo>
                  <a:pt x="688" y="189"/>
                </a:lnTo>
                <a:lnTo>
                  <a:pt x="691" y="198"/>
                </a:lnTo>
                <a:lnTo>
                  <a:pt x="695" y="206"/>
                </a:lnTo>
                <a:lnTo>
                  <a:pt x="698" y="215"/>
                </a:lnTo>
                <a:lnTo>
                  <a:pt x="700" y="223"/>
                </a:lnTo>
                <a:lnTo>
                  <a:pt x="703" y="232"/>
                </a:lnTo>
                <a:lnTo>
                  <a:pt x="704" y="241"/>
                </a:lnTo>
                <a:lnTo>
                  <a:pt x="706" y="250"/>
                </a:lnTo>
                <a:lnTo>
                  <a:pt x="707" y="259"/>
                </a:lnTo>
                <a:lnTo>
                  <a:pt x="708" y="268"/>
                </a:lnTo>
                <a:lnTo>
                  <a:pt x="709" y="276"/>
                </a:lnTo>
                <a:lnTo>
                  <a:pt x="709" y="285"/>
                </a:lnTo>
                <a:close/>
              </a:path>
            </a:pathLst>
          </a:custGeom>
          <a:solidFill>
            <a:srgbClr val="ffc3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3" name=""/>
          <p:cNvSpPr/>
          <p:nvPr/>
        </p:nvSpPr>
        <p:spPr>
          <a:xfrm>
            <a:off x="4850640" y="1725120"/>
            <a:ext cx="256680" cy="205920"/>
          </a:xfrm>
          <a:custGeom>
            <a:avLst/>
            <a:gdLst/>
            <a:ahLst/>
            <a:rect l="0" t="0" r="r" b="b"/>
            <a:pathLst>
              <a:path w="713" h="572">
                <a:moveTo>
                  <a:pt x="711" y="286"/>
                </a:moveTo>
                <a:lnTo>
                  <a:pt x="711" y="277"/>
                </a:lnTo>
                <a:lnTo>
                  <a:pt x="710" y="269"/>
                </a:lnTo>
                <a:lnTo>
                  <a:pt x="709" y="260"/>
                </a:lnTo>
                <a:lnTo>
                  <a:pt x="708" y="251"/>
                </a:lnTo>
                <a:lnTo>
                  <a:pt x="706" y="242"/>
                </a:lnTo>
                <a:lnTo>
                  <a:pt x="705" y="233"/>
                </a:lnTo>
                <a:lnTo>
                  <a:pt x="702" y="224"/>
                </a:lnTo>
                <a:lnTo>
                  <a:pt x="700" y="216"/>
                </a:lnTo>
                <a:lnTo>
                  <a:pt x="697" y="207"/>
                </a:lnTo>
                <a:lnTo>
                  <a:pt x="693" y="199"/>
                </a:lnTo>
                <a:lnTo>
                  <a:pt x="690" y="190"/>
                </a:lnTo>
                <a:lnTo>
                  <a:pt x="686" y="182"/>
                </a:lnTo>
                <a:lnTo>
                  <a:pt x="682" y="174"/>
                </a:lnTo>
                <a:lnTo>
                  <a:pt x="677" y="165"/>
                </a:lnTo>
                <a:lnTo>
                  <a:pt x="672" y="157"/>
                </a:lnTo>
                <a:lnTo>
                  <a:pt x="667" y="150"/>
                </a:lnTo>
                <a:lnTo>
                  <a:pt x="661" y="142"/>
                </a:lnTo>
                <a:lnTo>
                  <a:pt x="656" y="134"/>
                </a:lnTo>
                <a:lnTo>
                  <a:pt x="650" y="127"/>
                </a:lnTo>
                <a:lnTo>
                  <a:pt x="643" y="119"/>
                </a:lnTo>
                <a:lnTo>
                  <a:pt x="636" y="112"/>
                </a:lnTo>
                <a:lnTo>
                  <a:pt x="630" y="105"/>
                </a:lnTo>
                <a:lnTo>
                  <a:pt x="622" y="99"/>
                </a:lnTo>
                <a:lnTo>
                  <a:pt x="615" y="92"/>
                </a:lnTo>
                <a:lnTo>
                  <a:pt x="607" y="86"/>
                </a:lnTo>
                <a:lnTo>
                  <a:pt x="599" y="79"/>
                </a:lnTo>
                <a:lnTo>
                  <a:pt x="591" y="73"/>
                </a:lnTo>
                <a:lnTo>
                  <a:pt x="582" y="68"/>
                </a:lnTo>
                <a:lnTo>
                  <a:pt x="574" y="61"/>
                </a:lnTo>
                <a:lnTo>
                  <a:pt x="565" y="56"/>
                </a:lnTo>
                <a:lnTo>
                  <a:pt x="556" y="51"/>
                </a:lnTo>
                <a:lnTo>
                  <a:pt x="546" y="46"/>
                </a:lnTo>
                <a:lnTo>
                  <a:pt x="537" y="41"/>
                </a:lnTo>
                <a:lnTo>
                  <a:pt x="527" y="37"/>
                </a:lnTo>
                <a:lnTo>
                  <a:pt x="518" y="32"/>
                </a:lnTo>
                <a:lnTo>
                  <a:pt x="508" y="28"/>
                </a:lnTo>
                <a:lnTo>
                  <a:pt x="497" y="25"/>
                </a:lnTo>
                <a:lnTo>
                  <a:pt x="487" y="21"/>
                </a:lnTo>
                <a:lnTo>
                  <a:pt x="477" y="18"/>
                </a:lnTo>
                <a:lnTo>
                  <a:pt x="466" y="15"/>
                </a:lnTo>
                <a:lnTo>
                  <a:pt x="456" y="13"/>
                </a:lnTo>
                <a:lnTo>
                  <a:pt x="445" y="10"/>
                </a:lnTo>
                <a:lnTo>
                  <a:pt x="434" y="8"/>
                </a:lnTo>
                <a:lnTo>
                  <a:pt x="423" y="6"/>
                </a:lnTo>
                <a:lnTo>
                  <a:pt x="412" y="5"/>
                </a:lnTo>
                <a:lnTo>
                  <a:pt x="400" y="4"/>
                </a:lnTo>
                <a:lnTo>
                  <a:pt x="389" y="3"/>
                </a:lnTo>
                <a:lnTo>
                  <a:pt x="378" y="2"/>
                </a:lnTo>
                <a:lnTo>
                  <a:pt x="367" y="2"/>
                </a:lnTo>
                <a:lnTo>
                  <a:pt x="356" y="1"/>
                </a:lnTo>
                <a:lnTo>
                  <a:pt x="345" y="2"/>
                </a:lnTo>
                <a:lnTo>
                  <a:pt x="334" y="2"/>
                </a:lnTo>
                <a:lnTo>
                  <a:pt x="322" y="3"/>
                </a:lnTo>
                <a:lnTo>
                  <a:pt x="311" y="4"/>
                </a:lnTo>
                <a:lnTo>
                  <a:pt x="300" y="5"/>
                </a:lnTo>
                <a:lnTo>
                  <a:pt x="289" y="6"/>
                </a:lnTo>
                <a:lnTo>
                  <a:pt x="279" y="8"/>
                </a:lnTo>
                <a:lnTo>
                  <a:pt x="268" y="10"/>
                </a:lnTo>
                <a:lnTo>
                  <a:pt x="257" y="13"/>
                </a:lnTo>
                <a:lnTo>
                  <a:pt x="246" y="15"/>
                </a:lnTo>
                <a:lnTo>
                  <a:pt x="236" y="18"/>
                </a:lnTo>
                <a:lnTo>
                  <a:pt x="225" y="21"/>
                </a:lnTo>
                <a:lnTo>
                  <a:pt x="215" y="25"/>
                </a:lnTo>
                <a:lnTo>
                  <a:pt x="205" y="28"/>
                </a:lnTo>
                <a:lnTo>
                  <a:pt x="195" y="32"/>
                </a:lnTo>
                <a:lnTo>
                  <a:pt x="185" y="37"/>
                </a:lnTo>
                <a:lnTo>
                  <a:pt x="176" y="41"/>
                </a:lnTo>
                <a:lnTo>
                  <a:pt x="166" y="46"/>
                </a:lnTo>
                <a:lnTo>
                  <a:pt x="157" y="51"/>
                </a:lnTo>
                <a:lnTo>
                  <a:pt x="148" y="56"/>
                </a:lnTo>
                <a:lnTo>
                  <a:pt x="139" y="61"/>
                </a:lnTo>
                <a:lnTo>
                  <a:pt x="130" y="68"/>
                </a:lnTo>
                <a:lnTo>
                  <a:pt x="122" y="73"/>
                </a:lnTo>
                <a:lnTo>
                  <a:pt x="113" y="79"/>
                </a:lnTo>
                <a:lnTo>
                  <a:pt x="105" y="86"/>
                </a:lnTo>
                <a:lnTo>
                  <a:pt x="98" y="92"/>
                </a:lnTo>
                <a:lnTo>
                  <a:pt x="90" y="99"/>
                </a:lnTo>
                <a:lnTo>
                  <a:pt x="83" y="105"/>
                </a:lnTo>
                <a:lnTo>
                  <a:pt x="76" y="112"/>
                </a:lnTo>
                <a:lnTo>
                  <a:pt x="69" y="119"/>
                </a:lnTo>
                <a:lnTo>
                  <a:pt x="63" y="127"/>
                </a:lnTo>
                <a:lnTo>
                  <a:pt x="57" y="134"/>
                </a:lnTo>
                <a:lnTo>
                  <a:pt x="51" y="142"/>
                </a:lnTo>
                <a:lnTo>
                  <a:pt x="46" y="150"/>
                </a:lnTo>
                <a:lnTo>
                  <a:pt x="40" y="157"/>
                </a:lnTo>
                <a:lnTo>
                  <a:pt x="36" y="165"/>
                </a:lnTo>
                <a:lnTo>
                  <a:pt x="31" y="174"/>
                </a:lnTo>
                <a:lnTo>
                  <a:pt x="27" y="182"/>
                </a:lnTo>
                <a:lnTo>
                  <a:pt x="23" y="190"/>
                </a:lnTo>
                <a:lnTo>
                  <a:pt x="19" y="199"/>
                </a:lnTo>
                <a:lnTo>
                  <a:pt x="16" y="207"/>
                </a:lnTo>
                <a:lnTo>
                  <a:pt x="13" y="216"/>
                </a:lnTo>
                <a:lnTo>
                  <a:pt x="10" y="224"/>
                </a:lnTo>
                <a:lnTo>
                  <a:pt x="8" y="233"/>
                </a:lnTo>
                <a:lnTo>
                  <a:pt x="6" y="242"/>
                </a:lnTo>
                <a:lnTo>
                  <a:pt x="5" y="251"/>
                </a:lnTo>
                <a:lnTo>
                  <a:pt x="3" y="260"/>
                </a:lnTo>
                <a:lnTo>
                  <a:pt x="3" y="269"/>
                </a:lnTo>
                <a:lnTo>
                  <a:pt x="2" y="277"/>
                </a:lnTo>
                <a:lnTo>
                  <a:pt x="2" y="286"/>
                </a:lnTo>
                <a:lnTo>
                  <a:pt x="2" y="295"/>
                </a:lnTo>
                <a:lnTo>
                  <a:pt x="3" y="304"/>
                </a:lnTo>
                <a:lnTo>
                  <a:pt x="3" y="313"/>
                </a:lnTo>
                <a:lnTo>
                  <a:pt x="5" y="322"/>
                </a:lnTo>
                <a:lnTo>
                  <a:pt x="6" y="331"/>
                </a:lnTo>
                <a:lnTo>
                  <a:pt x="8" y="340"/>
                </a:lnTo>
                <a:lnTo>
                  <a:pt x="10" y="348"/>
                </a:lnTo>
                <a:lnTo>
                  <a:pt x="13" y="357"/>
                </a:lnTo>
                <a:lnTo>
                  <a:pt x="16" y="366"/>
                </a:lnTo>
                <a:lnTo>
                  <a:pt x="19" y="374"/>
                </a:lnTo>
                <a:lnTo>
                  <a:pt x="23" y="383"/>
                </a:lnTo>
                <a:lnTo>
                  <a:pt x="27" y="391"/>
                </a:lnTo>
                <a:lnTo>
                  <a:pt x="31" y="399"/>
                </a:lnTo>
                <a:lnTo>
                  <a:pt x="36" y="407"/>
                </a:lnTo>
                <a:lnTo>
                  <a:pt x="40" y="415"/>
                </a:lnTo>
                <a:lnTo>
                  <a:pt x="46" y="423"/>
                </a:lnTo>
                <a:lnTo>
                  <a:pt x="51" y="431"/>
                </a:lnTo>
                <a:lnTo>
                  <a:pt x="57" y="439"/>
                </a:lnTo>
                <a:lnTo>
                  <a:pt x="63" y="446"/>
                </a:lnTo>
                <a:lnTo>
                  <a:pt x="69" y="453"/>
                </a:lnTo>
                <a:lnTo>
                  <a:pt x="76" y="460"/>
                </a:lnTo>
                <a:lnTo>
                  <a:pt x="83" y="467"/>
                </a:lnTo>
                <a:lnTo>
                  <a:pt x="90" y="474"/>
                </a:lnTo>
                <a:lnTo>
                  <a:pt x="98" y="481"/>
                </a:lnTo>
                <a:lnTo>
                  <a:pt x="105" y="487"/>
                </a:lnTo>
                <a:lnTo>
                  <a:pt x="113" y="493"/>
                </a:lnTo>
                <a:lnTo>
                  <a:pt x="122" y="499"/>
                </a:lnTo>
                <a:lnTo>
                  <a:pt x="130" y="505"/>
                </a:lnTo>
                <a:lnTo>
                  <a:pt x="139" y="511"/>
                </a:lnTo>
                <a:lnTo>
                  <a:pt x="148" y="516"/>
                </a:lnTo>
                <a:lnTo>
                  <a:pt x="157" y="521"/>
                </a:lnTo>
                <a:lnTo>
                  <a:pt x="166" y="526"/>
                </a:lnTo>
                <a:lnTo>
                  <a:pt x="176" y="531"/>
                </a:lnTo>
                <a:lnTo>
                  <a:pt x="185" y="535"/>
                </a:lnTo>
                <a:lnTo>
                  <a:pt x="195" y="539"/>
                </a:lnTo>
                <a:lnTo>
                  <a:pt x="205" y="543"/>
                </a:lnTo>
                <a:lnTo>
                  <a:pt x="215" y="547"/>
                </a:lnTo>
                <a:lnTo>
                  <a:pt x="225" y="550"/>
                </a:lnTo>
                <a:lnTo>
                  <a:pt x="236" y="554"/>
                </a:lnTo>
                <a:lnTo>
                  <a:pt x="246" y="556"/>
                </a:lnTo>
                <a:lnTo>
                  <a:pt x="257" y="559"/>
                </a:lnTo>
                <a:lnTo>
                  <a:pt x="268" y="561"/>
                </a:lnTo>
                <a:lnTo>
                  <a:pt x="279" y="563"/>
                </a:lnTo>
                <a:lnTo>
                  <a:pt x="289" y="565"/>
                </a:lnTo>
                <a:lnTo>
                  <a:pt x="300" y="567"/>
                </a:lnTo>
                <a:lnTo>
                  <a:pt x="311" y="568"/>
                </a:lnTo>
                <a:lnTo>
                  <a:pt x="322" y="569"/>
                </a:lnTo>
                <a:lnTo>
                  <a:pt x="334" y="570"/>
                </a:lnTo>
                <a:lnTo>
                  <a:pt x="345" y="570"/>
                </a:lnTo>
                <a:lnTo>
                  <a:pt x="356" y="570"/>
                </a:lnTo>
                <a:lnTo>
                  <a:pt x="367" y="570"/>
                </a:lnTo>
                <a:lnTo>
                  <a:pt x="378" y="570"/>
                </a:lnTo>
                <a:lnTo>
                  <a:pt x="389" y="569"/>
                </a:lnTo>
                <a:lnTo>
                  <a:pt x="400" y="568"/>
                </a:lnTo>
                <a:lnTo>
                  <a:pt x="412" y="567"/>
                </a:lnTo>
                <a:lnTo>
                  <a:pt x="423" y="565"/>
                </a:lnTo>
                <a:lnTo>
                  <a:pt x="434" y="563"/>
                </a:lnTo>
                <a:lnTo>
                  <a:pt x="445" y="561"/>
                </a:lnTo>
                <a:lnTo>
                  <a:pt x="456" y="559"/>
                </a:lnTo>
                <a:lnTo>
                  <a:pt x="466" y="556"/>
                </a:lnTo>
                <a:lnTo>
                  <a:pt x="477" y="554"/>
                </a:lnTo>
                <a:lnTo>
                  <a:pt x="487" y="550"/>
                </a:lnTo>
                <a:lnTo>
                  <a:pt x="497" y="547"/>
                </a:lnTo>
                <a:lnTo>
                  <a:pt x="508" y="543"/>
                </a:lnTo>
                <a:lnTo>
                  <a:pt x="518" y="539"/>
                </a:lnTo>
                <a:lnTo>
                  <a:pt x="527" y="535"/>
                </a:lnTo>
                <a:lnTo>
                  <a:pt x="537" y="531"/>
                </a:lnTo>
                <a:lnTo>
                  <a:pt x="546" y="526"/>
                </a:lnTo>
                <a:lnTo>
                  <a:pt x="556" y="521"/>
                </a:lnTo>
                <a:lnTo>
                  <a:pt x="565" y="516"/>
                </a:lnTo>
                <a:lnTo>
                  <a:pt x="574" y="511"/>
                </a:lnTo>
                <a:lnTo>
                  <a:pt x="582" y="505"/>
                </a:lnTo>
                <a:lnTo>
                  <a:pt x="591" y="499"/>
                </a:lnTo>
                <a:lnTo>
                  <a:pt x="599" y="493"/>
                </a:lnTo>
                <a:lnTo>
                  <a:pt x="607" y="487"/>
                </a:lnTo>
                <a:lnTo>
                  <a:pt x="615" y="481"/>
                </a:lnTo>
                <a:lnTo>
                  <a:pt x="622" y="474"/>
                </a:lnTo>
                <a:lnTo>
                  <a:pt x="630" y="467"/>
                </a:lnTo>
                <a:lnTo>
                  <a:pt x="636" y="460"/>
                </a:lnTo>
                <a:lnTo>
                  <a:pt x="643" y="453"/>
                </a:lnTo>
                <a:lnTo>
                  <a:pt x="650" y="446"/>
                </a:lnTo>
                <a:lnTo>
                  <a:pt x="656" y="439"/>
                </a:lnTo>
                <a:lnTo>
                  <a:pt x="661" y="431"/>
                </a:lnTo>
                <a:lnTo>
                  <a:pt x="667" y="423"/>
                </a:lnTo>
                <a:lnTo>
                  <a:pt x="672" y="415"/>
                </a:lnTo>
                <a:lnTo>
                  <a:pt x="677" y="407"/>
                </a:lnTo>
                <a:lnTo>
                  <a:pt x="682" y="399"/>
                </a:lnTo>
                <a:lnTo>
                  <a:pt x="686" y="391"/>
                </a:lnTo>
                <a:lnTo>
                  <a:pt x="690" y="383"/>
                </a:lnTo>
                <a:lnTo>
                  <a:pt x="693" y="374"/>
                </a:lnTo>
                <a:lnTo>
                  <a:pt x="697" y="366"/>
                </a:lnTo>
                <a:lnTo>
                  <a:pt x="700" y="357"/>
                </a:lnTo>
                <a:lnTo>
                  <a:pt x="702" y="348"/>
                </a:lnTo>
                <a:lnTo>
                  <a:pt x="705" y="340"/>
                </a:lnTo>
                <a:lnTo>
                  <a:pt x="706" y="331"/>
                </a:lnTo>
                <a:lnTo>
                  <a:pt x="708" y="322"/>
                </a:lnTo>
                <a:lnTo>
                  <a:pt x="709" y="313"/>
                </a:lnTo>
                <a:lnTo>
                  <a:pt x="710" y="304"/>
                </a:lnTo>
                <a:lnTo>
                  <a:pt x="711" y="295"/>
                </a:lnTo>
                <a:lnTo>
                  <a:pt x="711" y="286"/>
                </a:lnTo>
                <a:moveTo>
                  <a:pt x="713" y="286"/>
                </a:moveTo>
                <a:lnTo>
                  <a:pt x="713" y="295"/>
                </a:lnTo>
                <a:lnTo>
                  <a:pt x="712" y="304"/>
                </a:lnTo>
                <a:lnTo>
                  <a:pt x="711" y="313"/>
                </a:lnTo>
                <a:lnTo>
                  <a:pt x="710" y="322"/>
                </a:lnTo>
                <a:lnTo>
                  <a:pt x="709" y="331"/>
                </a:lnTo>
                <a:lnTo>
                  <a:pt x="707" y="340"/>
                </a:lnTo>
                <a:lnTo>
                  <a:pt x="704" y="349"/>
                </a:lnTo>
                <a:lnTo>
                  <a:pt x="702" y="357"/>
                </a:lnTo>
                <a:lnTo>
                  <a:pt x="699" y="366"/>
                </a:lnTo>
                <a:lnTo>
                  <a:pt x="696" y="375"/>
                </a:lnTo>
                <a:lnTo>
                  <a:pt x="692" y="383"/>
                </a:lnTo>
                <a:lnTo>
                  <a:pt x="688" y="392"/>
                </a:lnTo>
                <a:lnTo>
                  <a:pt x="684" y="400"/>
                </a:lnTo>
                <a:lnTo>
                  <a:pt x="679" y="408"/>
                </a:lnTo>
                <a:lnTo>
                  <a:pt x="674" y="416"/>
                </a:lnTo>
                <a:lnTo>
                  <a:pt x="669" y="424"/>
                </a:lnTo>
                <a:lnTo>
                  <a:pt x="663" y="432"/>
                </a:lnTo>
                <a:lnTo>
                  <a:pt x="658" y="440"/>
                </a:lnTo>
                <a:lnTo>
                  <a:pt x="651" y="447"/>
                </a:lnTo>
                <a:lnTo>
                  <a:pt x="645" y="454"/>
                </a:lnTo>
                <a:lnTo>
                  <a:pt x="638" y="462"/>
                </a:lnTo>
                <a:lnTo>
                  <a:pt x="631" y="469"/>
                </a:lnTo>
                <a:lnTo>
                  <a:pt x="624" y="475"/>
                </a:lnTo>
                <a:lnTo>
                  <a:pt x="617" y="482"/>
                </a:lnTo>
                <a:lnTo>
                  <a:pt x="609" y="488"/>
                </a:lnTo>
                <a:lnTo>
                  <a:pt x="601" y="495"/>
                </a:lnTo>
                <a:lnTo>
                  <a:pt x="592" y="501"/>
                </a:lnTo>
                <a:lnTo>
                  <a:pt x="584" y="507"/>
                </a:lnTo>
                <a:lnTo>
                  <a:pt x="575" y="512"/>
                </a:lnTo>
                <a:lnTo>
                  <a:pt x="566" y="518"/>
                </a:lnTo>
                <a:lnTo>
                  <a:pt x="557" y="523"/>
                </a:lnTo>
                <a:lnTo>
                  <a:pt x="548" y="528"/>
                </a:lnTo>
                <a:lnTo>
                  <a:pt x="538" y="532"/>
                </a:lnTo>
                <a:lnTo>
                  <a:pt x="528" y="537"/>
                </a:lnTo>
                <a:lnTo>
                  <a:pt x="519" y="541"/>
                </a:lnTo>
                <a:lnTo>
                  <a:pt x="508" y="545"/>
                </a:lnTo>
                <a:lnTo>
                  <a:pt x="498" y="549"/>
                </a:lnTo>
                <a:lnTo>
                  <a:pt x="488" y="552"/>
                </a:lnTo>
                <a:lnTo>
                  <a:pt x="477" y="555"/>
                </a:lnTo>
                <a:lnTo>
                  <a:pt x="467" y="558"/>
                </a:lnTo>
                <a:lnTo>
                  <a:pt x="456" y="561"/>
                </a:lnTo>
                <a:lnTo>
                  <a:pt x="445" y="563"/>
                </a:lnTo>
                <a:lnTo>
                  <a:pt x="435" y="565"/>
                </a:lnTo>
                <a:lnTo>
                  <a:pt x="424" y="567"/>
                </a:lnTo>
                <a:lnTo>
                  <a:pt x="413" y="569"/>
                </a:lnTo>
                <a:lnTo>
                  <a:pt x="400" y="570"/>
                </a:lnTo>
                <a:lnTo>
                  <a:pt x="389" y="571"/>
                </a:lnTo>
                <a:lnTo>
                  <a:pt x="378" y="572"/>
                </a:lnTo>
                <a:lnTo>
                  <a:pt x="367" y="572"/>
                </a:lnTo>
                <a:lnTo>
                  <a:pt x="356" y="572"/>
                </a:lnTo>
                <a:lnTo>
                  <a:pt x="345" y="572"/>
                </a:lnTo>
                <a:lnTo>
                  <a:pt x="333" y="572"/>
                </a:lnTo>
                <a:lnTo>
                  <a:pt x="322" y="571"/>
                </a:lnTo>
                <a:lnTo>
                  <a:pt x="311" y="570"/>
                </a:lnTo>
                <a:lnTo>
                  <a:pt x="300" y="569"/>
                </a:lnTo>
                <a:lnTo>
                  <a:pt x="289" y="567"/>
                </a:lnTo>
                <a:lnTo>
                  <a:pt x="278" y="565"/>
                </a:lnTo>
                <a:lnTo>
                  <a:pt x="267" y="563"/>
                </a:lnTo>
                <a:lnTo>
                  <a:pt x="256" y="561"/>
                </a:lnTo>
                <a:lnTo>
                  <a:pt x="246" y="558"/>
                </a:lnTo>
                <a:lnTo>
                  <a:pt x="235" y="555"/>
                </a:lnTo>
                <a:lnTo>
                  <a:pt x="225" y="552"/>
                </a:lnTo>
                <a:lnTo>
                  <a:pt x="214" y="549"/>
                </a:lnTo>
                <a:lnTo>
                  <a:pt x="204" y="545"/>
                </a:lnTo>
                <a:lnTo>
                  <a:pt x="194" y="541"/>
                </a:lnTo>
                <a:lnTo>
                  <a:pt x="184" y="537"/>
                </a:lnTo>
                <a:lnTo>
                  <a:pt x="174" y="532"/>
                </a:lnTo>
                <a:lnTo>
                  <a:pt x="165" y="528"/>
                </a:lnTo>
                <a:lnTo>
                  <a:pt x="156" y="523"/>
                </a:lnTo>
                <a:lnTo>
                  <a:pt x="146" y="518"/>
                </a:lnTo>
                <a:lnTo>
                  <a:pt x="137" y="512"/>
                </a:lnTo>
                <a:lnTo>
                  <a:pt x="129" y="507"/>
                </a:lnTo>
                <a:lnTo>
                  <a:pt x="120" y="501"/>
                </a:lnTo>
                <a:lnTo>
                  <a:pt x="112" y="495"/>
                </a:lnTo>
                <a:lnTo>
                  <a:pt x="104" y="488"/>
                </a:lnTo>
                <a:lnTo>
                  <a:pt x="96" y="482"/>
                </a:lnTo>
                <a:lnTo>
                  <a:pt x="89" y="475"/>
                </a:lnTo>
                <a:lnTo>
                  <a:pt x="81" y="469"/>
                </a:lnTo>
                <a:lnTo>
                  <a:pt x="74" y="462"/>
                </a:lnTo>
                <a:lnTo>
                  <a:pt x="68" y="454"/>
                </a:lnTo>
                <a:lnTo>
                  <a:pt x="61" y="447"/>
                </a:lnTo>
                <a:lnTo>
                  <a:pt x="55" y="440"/>
                </a:lnTo>
                <a:lnTo>
                  <a:pt x="49" y="432"/>
                </a:lnTo>
                <a:lnTo>
                  <a:pt x="44" y="424"/>
                </a:lnTo>
                <a:lnTo>
                  <a:pt x="38" y="416"/>
                </a:lnTo>
                <a:lnTo>
                  <a:pt x="33" y="408"/>
                </a:lnTo>
                <a:lnTo>
                  <a:pt x="29" y="400"/>
                </a:lnTo>
                <a:lnTo>
                  <a:pt x="25" y="392"/>
                </a:lnTo>
                <a:lnTo>
                  <a:pt x="21" y="383"/>
                </a:lnTo>
                <a:lnTo>
                  <a:pt x="17" y="375"/>
                </a:lnTo>
                <a:lnTo>
                  <a:pt x="14" y="366"/>
                </a:lnTo>
                <a:lnTo>
                  <a:pt x="11" y="357"/>
                </a:lnTo>
                <a:lnTo>
                  <a:pt x="8" y="349"/>
                </a:lnTo>
                <a:lnTo>
                  <a:pt x="6" y="340"/>
                </a:lnTo>
                <a:lnTo>
                  <a:pt x="4" y="331"/>
                </a:lnTo>
                <a:lnTo>
                  <a:pt x="2" y="322"/>
                </a:lnTo>
                <a:lnTo>
                  <a:pt x="1" y="313"/>
                </a:lnTo>
                <a:lnTo>
                  <a:pt x="0" y="304"/>
                </a:lnTo>
                <a:lnTo>
                  <a:pt x="0" y="295"/>
                </a:lnTo>
                <a:lnTo>
                  <a:pt x="0" y="286"/>
                </a:lnTo>
                <a:lnTo>
                  <a:pt x="0" y="277"/>
                </a:lnTo>
                <a:lnTo>
                  <a:pt x="0" y="268"/>
                </a:lnTo>
                <a:lnTo>
                  <a:pt x="1" y="259"/>
                </a:lnTo>
                <a:lnTo>
                  <a:pt x="2" y="251"/>
                </a:lnTo>
                <a:lnTo>
                  <a:pt x="4" y="242"/>
                </a:lnTo>
                <a:lnTo>
                  <a:pt x="6" y="233"/>
                </a:lnTo>
                <a:lnTo>
                  <a:pt x="8" y="224"/>
                </a:lnTo>
                <a:lnTo>
                  <a:pt x="11" y="215"/>
                </a:lnTo>
                <a:lnTo>
                  <a:pt x="14" y="207"/>
                </a:lnTo>
                <a:lnTo>
                  <a:pt x="17" y="198"/>
                </a:lnTo>
                <a:lnTo>
                  <a:pt x="21" y="190"/>
                </a:lnTo>
                <a:lnTo>
                  <a:pt x="25" y="181"/>
                </a:lnTo>
                <a:lnTo>
                  <a:pt x="29" y="173"/>
                </a:lnTo>
                <a:lnTo>
                  <a:pt x="33" y="165"/>
                </a:lnTo>
                <a:lnTo>
                  <a:pt x="38" y="157"/>
                </a:lnTo>
                <a:lnTo>
                  <a:pt x="44" y="149"/>
                </a:lnTo>
                <a:lnTo>
                  <a:pt x="49" y="141"/>
                </a:lnTo>
                <a:lnTo>
                  <a:pt x="55" y="133"/>
                </a:lnTo>
                <a:lnTo>
                  <a:pt x="61" y="126"/>
                </a:lnTo>
                <a:lnTo>
                  <a:pt x="68" y="118"/>
                </a:lnTo>
                <a:lnTo>
                  <a:pt x="74" y="111"/>
                </a:lnTo>
                <a:lnTo>
                  <a:pt x="81" y="104"/>
                </a:lnTo>
                <a:lnTo>
                  <a:pt x="89" y="97"/>
                </a:lnTo>
                <a:lnTo>
                  <a:pt x="96" y="91"/>
                </a:lnTo>
                <a:lnTo>
                  <a:pt x="104" y="84"/>
                </a:lnTo>
                <a:lnTo>
                  <a:pt x="112" y="78"/>
                </a:lnTo>
                <a:lnTo>
                  <a:pt x="120" y="72"/>
                </a:lnTo>
                <a:lnTo>
                  <a:pt x="129" y="66"/>
                </a:lnTo>
                <a:lnTo>
                  <a:pt x="137" y="60"/>
                </a:lnTo>
                <a:lnTo>
                  <a:pt x="146" y="54"/>
                </a:lnTo>
                <a:lnTo>
                  <a:pt x="156" y="49"/>
                </a:lnTo>
                <a:lnTo>
                  <a:pt x="165" y="44"/>
                </a:lnTo>
                <a:lnTo>
                  <a:pt x="174" y="39"/>
                </a:lnTo>
                <a:lnTo>
                  <a:pt x="184" y="35"/>
                </a:lnTo>
                <a:lnTo>
                  <a:pt x="194" y="31"/>
                </a:lnTo>
                <a:lnTo>
                  <a:pt x="204" y="27"/>
                </a:lnTo>
                <a:lnTo>
                  <a:pt x="214" y="23"/>
                </a:lnTo>
                <a:lnTo>
                  <a:pt x="225" y="20"/>
                </a:lnTo>
                <a:lnTo>
                  <a:pt x="235" y="16"/>
                </a:lnTo>
                <a:lnTo>
                  <a:pt x="246" y="14"/>
                </a:lnTo>
                <a:lnTo>
                  <a:pt x="256" y="11"/>
                </a:lnTo>
                <a:lnTo>
                  <a:pt x="267" y="9"/>
                </a:lnTo>
                <a:lnTo>
                  <a:pt x="278" y="6"/>
                </a:lnTo>
                <a:lnTo>
                  <a:pt x="289" y="5"/>
                </a:lnTo>
                <a:lnTo>
                  <a:pt x="300" y="3"/>
                </a:lnTo>
                <a:lnTo>
                  <a:pt x="311" y="2"/>
                </a:lnTo>
                <a:lnTo>
                  <a:pt x="322" y="1"/>
                </a:lnTo>
                <a:lnTo>
                  <a:pt x="333" y="0"/>
                </a:lnTo>
                <a:lnTo>
                  <a:pt x="345" y="0"/>
                </a:lnTo>
                <a:lnTo>
                  <a:pt x="356" y="0"/>
                </a:lnTo>
                <a:lnTo>
                  <a:pt x="367" y="0"/>
                </a:lnTo>
                <a:lnTo>
                  <a:pt x="378" y="0"/>
                </a:lnTo>
                <a:lnTo>
                  <a:pt x="389" y="1"/>
                </a:lnTo>
                <a:lnTo>
                  <a:pt x="400" y="2"/>
                </a:lnTo>
                <a:lnTo>
                  <a:pt x="413" y="3"/>
                </a:lnTo>
                <a:lnTo>
                  <a:pt x="424" y="5"/>
                </a:lnTo>
                <a:lnTo>
                  <a:pt x="435" y="6"/>
                </a:lnTo>
                <a:lnTo>
                  <a:pt x="445" y="9"/>
                </a:lnTo>
                <a:lnTo>
                  <a:pt x="456" y="11"/>
                </a:lnTo>
                <a:lnTo>
                  <a:pt x="467" y="14"/>
                </a:lnTo>
                <a:lnTo>
                  <a:pt x="477" y="16"/>
                </a:lnTo>
                <a:lnTo>
                  <a:pt x="488" y="20"/>
                </a:lnTo>
                <a:lnTo>
                  <a:pt x="498" y="23"/>
                </a:lnTo>
                <a:lnTo>
                  <a:pt x="508" y="27"/>
                </a:lnTo>
                <a:lnTo>
                  <a:pt x="519" y="31"/>
                </a:lnTo>
                <a:lnTo>
                  <a:pt x="528" y="35"/>
                </a:lnTo>
                <a:lnTo>
                  <a:pt x="538" y="39"/>
                </a:lnTo>
                <a:lnTo>
                  <a:pt x="548" y="44"/>
                </a:lnTo>
                <a:lnTo>
                  <a:pt x="557" y="49"/>
                </a:lnTo>
                <a:lnTo>
                  <a:pt x="566" y="54"/>
                </a:lnTo>
                <a:lnTo>
                  <a:pt x="575" y="60"/>
                </a:lnTo>
                <a:lnTo>
                  <a:pt x="584" y="66"/>
                </a:lnTo>
                <a:lnTo>
                  <a:pt x="592" y="72"/>
                </a:lnTo>
                <a:lnTo>
                  <a:pt x="601" y="78"/>
                </a:lnTo>
                <a:lnTo>
                  <a:pt x="609" y="84"/>
                </a:lnTo>
                <a:lnTo>
                  <a:pt x="617" y="91"/>
                </a:lnTo>
                <a:lnTo>
                  <a:pt x="624" y="97"/>
                </a:lnTo>
                <a:lnTo>
                  <a:pt x="631" y="104"/>
                </a:lnTo>
                <a:lnTo>
                  <a:pt x="638" y="111"/>
                </a:lnTo>
                <a:lnTo>
                  <a:pt x="645" y="118"/>
                </a:lnTo>
                <a:lnTo>
                  <a:pt x="651" y="126"/>
                </a:lnTo>
                <a:lnTo>
                  <a:pt x="658" y="133"/>
                </a:lnTo>
                <a:lnTo>
                  <a:pt x="663" y="141"/>
                </a:lnTo>
                <a:lnTo>
                  <a:pt x="669" y="149"/>
                </a:lnTo>
                <a:lnTo>
                  <a:pt x="674" y="157"/>
                </a:lnTo>
                <a:lnTo>
                  <a:pt x="679" y="165"/>
                </a:lnTo>
                <a:lnTo>
                  <a:pt x="684" y="173"/>
                </a:lnTo>
                <a:lnTo>
                  <a:pt x="688" y="181"/>
                </a:lnTo>
                <a:lnTo>
                  <a:pt x="692" y="190"/>
                </a:lnTo>
                <a:lnTo>
                  <a:pt x="696" y="198"/>
                </a:lnTo>
                <a:lnTo>
                  <a:pt x="699" y="207"/>
                </a:lnTo>
                <a:lnTo>
                  <a:pt x="702" y="215"/>
                </a:lnTo>
                <a:lnTo>
                  <a:pt x="704" y="224"/>
                </a:lnTo>
                <a:lnTo>
                  <a:pt x="707" y="233"/>
                </a:lnTo>
                <a:lnTo>
                  <a:pt x="709" y="242"/>
                </a:lnTo>
                <a:lnTo>
                  <a:pt x="710" y="251"/>
                </a:lnTo>
                <a:lnTo>
                  <a:pt x="711" y="259"/>
                </a:lnTo>
                <a:lnTo>
                  <a:pt x="712" y="268"/>
                </a:lnTo>
                <a:lnTo>
                  <a:pt x="713" y="277"/>
                </a:lnTo>
                <a:lnTo>
                  <a:pt x="713" y="286"/>
                </a:lnTo>
                <a:close/>
              </a:path>
            </a:pathLst>
          </a:custGeom>
          <a:solidFill>
            <a:srgbClr val="ffc2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4" name=""/>
          <p:cNvSpPr/>
          <p:nvPr/>
        </p:nvSpPr>
        <p:spPr>
          <a:xfrm>
            <a:off x="4849560" y="1724400"/>
            <a:ext cx="258480" cy="207360"/>
          </a:xfrm>
          <a:custGeom>
            <a:avLst/>
            <a:gdLst/>
            <a:ahLst/>
            <a:rect l="0" t="0" r="r" b="b"/>
            <a:pathLst>
              <a:path w="718" h="576">
                <a:moveTo>
                  <a:pt x="716" y="288"/>
                </a:moveTo>
                <a:lnTo>
                  <a:pt x="716" y="279"/>
                </a:lnTo>
                <a:lnTo>
                  <a:pt x="715" y="270"/>
                </a:lnTo>
                <a:lnTo>
                  <a:pt x="714" y="261"/>
                </a:lnTo>
                <a:lnTo>
                  <a:pt x="713" y="253"/>
                </a:lnTo>
                <a:lnTo>
                  <a:pt x="712" y="244"/>
                </a:lnTo>
                <a:lnTo>
                  <a:pt x="710" y="235"/>
                </a:lnTo>
                <a:lnTo>
                  <a:pt x="707" y="226"/>
                </a:lnTo>
                <a:lnTo>
                  <a:pt x="705" y="217"/>
                </a:lnTo>
                <a:lnTo>
                  <a:pt x="702" y="209"/>
                </a:lnTo>
                <a:lnTo>
                  <a:pt x="699" y="200"/>
                </a:lnTo>
                <a:lnTo>
                  <a:pt x="695" y="192"/>
                </a:lnTo>
                <a:lnTo>
                  <a:pt x="691" y="183"/>
                </a:lnTo>
                <a:lnTo>
                  <a:pt x="687" y="175"/>
                </a:lnTo>
                <a:lnTo>
                  <a:pt x="682" y="167"/>
                </a:lnTo>
                <a:lnTo>
                  <a:pt x="677" y="159"/>
                </a:lnTo>
                <a:lnTo>
                  <a:pt x="672" y="151"/>
                </a:lnTo>
                <a:lnTo>
                  <a:pt x="666" y="143"/>
                </a:lnTo>
                <a:lnTo>
                  <a:pt x="661" y="135"/>
                </a:lnTo>
                <a:lnTo>
                  <a:pt x="654" y="128"/>
                </a:lnTo>
                <a:lnTo>
                  <a:pt x="648" y="120"/>
                </a:lnTo>
                <a:lnTo>
                  <a:pt x="641" y="113"/>
                </a:lnTo>
                <a:lnTo>
                  <a:pt x="634" y="106"/>
                </a:lnTo>
                <a:lnTo>
                  <a:pt x="627" y="99"/>
                </a:lnTo>
                <a:lnTo>
                  <a:pt x="620" y="92"/>
                </a:lnTo>
                <a:lnTo>
                  <a:pt x="612" y="85"/>
                </a:lnTo>
                <a:lnTo>
                  <a:pt x="604" y="79"/>
                </a:lnTo>
                <a:lnTo>
                  <a:pt x="595" y="73"/>
                </a:lnTo>
                <a:lnTo>
                  <a:pt x="587" y="67"/>
                </a:lnTo>
                <a:lnTo>
                  <a:pt x="578" y="62"/>
                </a:lnTo>
                <a:lnTo>
                  <a:pt x="569" y="56"/>
                </a:lnTo>
                <a:lnTo>
                  <a:pt x="560" y="51"/>
                </a:lnTo>
                <a:lnTo>
                  <a:pt x="551" y="46"/>
                </a:lnTo>
                <a:lnTo>
                  <a:pt x="541" y="41"/>
                </a:lnTo>
                <a:lnTo>
                  <a:pt x="531" y="37"/>
                </a:lnTo>
                <a:lnTo>
                  <a:pt x="522" y="33"/>
                </a:lnTo>
                <a:lnTo>
                  <a:pt x="510" y="29"/>
                </a:lnTo>
                <a:lnTo>
                  <a:pt x="500" y="25"/>
                </a:lnTo>
                <a:lnTo>
                  <a:pt x="490" y="22"/>
                </a:lnTo>
                <a:lnTo>
                  <a:pt x="479" y="18"/>
                </a:lnTo>
                <a:lnTo>
                  <a:pt x="469" y="16"/>
                </a:lnTo>
                <a:lnTo>
                  <a:pt x="458" y="13"/>
                </a:lnTo>
                <a:lnTo>
                  <a:pt x="447" y="11"/>
                </a:lnTo>
                <a:lnTo>
                  <a:pt x="437" y="8"/>
                </a:lnTo>
                <a:lnTo>
                  <a:pt x="426" y="7"/>
                </a:lnTo>
                <a:lnTo>
                  <a:pt x="415" y="5"/>
                </a:lnTo>
                <a:lnTo>
                  <a:pt x="403" y="4"/>
                </a:lnTo>
                <a:lnTo>
                  <a:pt x="392" y="3"/>
                </a:lnTo>
                <a:lnTo>
                  <a:pt x="381" y="2"/>
                </a:lnTo>
                <a:lnTo>
                  <a:pt x="370" y="2"/>
                </a:lnTo>
                <a:lnTo>
                  <a:pt x="359" y="2"/>
                </a:lnTo>
                <a:lnTo>
                  <a:pt x="348" y="2"/>
                </a:lnTo>
                <a:lnTo>
                  <a:pt x="336" y="2"/>
                </a:lnTo>
                <a:lnTo>
                  <a:pt x="325" y="3"/>
                </a:lnTo>
                <a:lnTo>
                  <a:pt x="314" y="4"/>
                </a:lnTo>
                <a:lnTo>
                  <a:pt x="303" y="5"/>
                </a:lnTo>
                <a:lnTo>
                  <a:pt x="292" y="7"/>
                </a:lnTo>
                <a:lnTo>
                  <a:pt x="281" y="8"/>
                </a:lnTo>
                <a:lnTo>
                  <a:pt x="270" y="11"/>
                </a:lnTo>
                <a:lnTo>
                  <a:pt x="259" y="13"/>
                </a:lnTo>
                <a:lnTo>
                  <a:pt x="249" y="16"/>
                </a:lnTo>
                <a:lnTo>
                  <a:pt x="238" y="18"/>
                </a:lnTo>
                <a:lnTo>
                  <a:pt x="228" y="22"/>
                </a:lnTo>
                <a:lnTo>
                  <a:pt x="217" y="25"/>
                </a:lnTo>
                <a:lnTo>
                  <a:pt x="207" y="29"/>
                </a:lnTo>
                <a:lnTo>
                  <a:pt x="197" y="33"/>
                </a:lnTo>
                <a:lnTo>
                  <a:pt x="187" y="37"/>
                </a:lnTo>
                <a:lnTo>
                  <a:pt x="177" y="41"/>
                </a:lnTo>
                <a:lnTo>
                  <a:pt x="168" y="46"/>
                </a:lnTo>
                <a:lnTo>
                  <a:pt x="159" y="51"/>
                </a:lnTo>
                <a:lnTo>
                  <a:pt x="149" y="56"/>
                </a:lnTo>
                <a:lnTo>
                  <a:pt x="140" y="62"/>
                </a:lnTo>
                <a:lnTo>
                  <a:pt x="132" y="67"/>
                </a:lnTo>
                <a:lnTo>
                  <a:pt x="123" y="73"/>
                </a:lnTo>
                <a:lnTo>
                  <a:pt x="115" y="79"/>
                </a:lnTo>
                <a:lnTo>
                  <a:pt x="107" y="85"/>
                </a:lnTo>
                <a:lnTo>
                  <a:pt x="99" y="92"/>
                </a:lnTo>
                <a:lnTo>
                  <a:pt x="92" y="99"/>
                </a:lnTo>
                <a:lnTo>
                  <a:pt x="84" y="106"/>
                </a:lnTo>
                <a:lnTo>
                  <a:pt x="77" y="113"/>
                </a:lnTo>
                <a:lnTo>
                  <a:pt x="71" y="120"/>
                </a:lnTo>
                <a:lnTo>
                  <a:pt x="64" y="128"/>
                </a:lnTo>
                <a:lnTo>
                  <a:pt x="58" y="135"/>
                </a:lnTo>
                <a:lnTo>
                  <a:pt x="52" y="143"/>
                </a:lnTo>
                <a:lnTo>
                  <a:pt x="47" y="151"/>
                </a:lnTo>
                <a:lnTo>
                  <a:pt x="41" y="159"/>
                </a:lnTo>
                <a:lnTo>
                  <a:pt x="36" y="167"/>
                </a:lnTo>
                <a:lnTo>
                  <a:pt x="32" y="175"/>
                </a:lnTo>
                <a:lnTo>
                  <a:pt x="28" y="183"/>
                </a:lnTo>
                <a:lnTo>
                  <a:pt x="24" y="192"/>
                </a:lnTo>
                <a:lnTo>
                  <a:pt x="20" y="200"/>
                </a:lnTo>
                <a:lnTo>
                  <a:pt x="17" y="209"/>
                </a:lnTo>
                <a:lnTo>
                  <a:pt x="14" y="217"/>
                </a:lnTo>
                <a:lnTo>
                  <a:pt x="11" y="226"/>
                </a:lnTo>
                <a:lnTo>
                  <a:pt x="9" y="235"/>
                </a:lnTo>
                <a:lnTo>
                  <a:pt x="7" y="244"/>
                </a:lnTo>
                <a:lnTo>
                  <a:pt x="5" y="253"/>
                </a:lnTo>
                <a:lnTo>
                  <a:pt x="4" y="261"/>
                </a:lnTo>
                <a:lnTo>
                  <a:pt x="3" y="270"/>
                </a:lnTo>
                <a:lnTo>
                  <a:pt x="3" y="279"/>
                </a:lnTo>
                <a:lnTo>
                  <a:pt x="3" y="288"/>
                </a:lnTo>
                <a:lnTo>
                  <a:pt x="3" y="297"/>
                </a:lnTo>
                <a:lnTo>
                  <a:pt x="3" y="306"/>
                </a:lnTo>
                <a:lnTo>
                  <a:pt x="4" y="315"/>
                </a:lnTo>
                <a:lnTo>
                  <a:pt x="5" y="324"/>
                </a:lnTo>
                <a:lnTo>
                  <a:pt x="7" y="333"/>
                </a:lnTo>
                <a:lnTo>
                  <a:pt x="9" y="342"/>
                </a:lnTo>
                <a:lnTo>
                  <a:pt x="11" y="351"/>
                </a:lnTo>
                <a:lnTo>
                  <a:pt x="14" y="359"/>
                </a:lnTo>
                <a:lnTo>
                  <a:pt x="17" y="368"/>
                </a:lnTo>
                <a:lnTo>
                  <a:pt x="20" y="377"/>
                </a:lnTo>
                <a:lnTo>
                  <a:pt x="24" y="385"/>
                </a:lnTo>
                <a:lnTo>
                  <a:pt x="28" y="394"/>
                </a:lnTo>
                <a:lnTo>
                  <a:pt x="32" y="402"/>
                </a:lnTo>
                <a:lnTo>
                  <a:pt x="36" y="410"/>
                </a:lnTo>
                <a:lnTo>
                  <a:pt x="41" y="418"/>
                </a:lnTo>
                <a:lnTo>
                  <a:pt x="47" y="426"/>
                </a:lnTo>
                <a:lnTo>
                  <a:pt x="52" y="434"/>
                </a:lnTo>
                <a:lnTo>
                  <a:pt x="58" y="442"/>
                </a:lnTo>
                <a:lnTo>
                  <a:pt x="64" y="449"/>
                </a:lnTo>
                <a:lnTo>
                  <a:pt x="71" y="456"/>
                </a:lnTo>
                <a:lnTo>
                  <a:pt x="77" y="464"/>
                </a:lnTo>
                <a:lnTo>
                  <a:pt x="84" y="471"/>
                </a:lnTo>
                <a:lnTo>
                  <a:pt x="92" y="477"/>
                </a:lnTo>
                <a:lnTo>
                  <a:pt x="99" y="484"/>
                </a:lnTo>
                <a:lnTo>
                  <a:pt x="107" y="490"/>
                </a:lnTo>
                <a:lnTo>
                  <a:pt x="115" y="497"/>
                </a:lnTo>
                <a:lnTo>
                  <a:pt x="123" y="503"/>
                </a:lnTo>
                <a:lnTo>
                  <a:pt x="132" y="509"/>
                </a:lnTo>
                <a:lnTo>
                  <a:pt x="140" y="514"/>
                </a:lnTo>
                <a:lnTo>
                  <a:pt x="149" y="520"/>
                </a:lnTo>
                <a:lnTo>
                  <a:pt x="159" y="525"/>
                </a:lnTo>
                <a:lnTo>
                  <a:pt x="168" y="530"/>
                </a:lnTo>
                <a:lnTo>
                  <a:pt x="177" y="534"/>
                </a:lnTo>
                <a:lnTo>
                  <a:pt x="187" y="539"/>
                </a:lnTo>
                <a:lnTo>
                  <a:pt x="197" y="543"/>
                </a:lnTo>
                <a:lnTo>
                  <a:pt x="207" y="547"/>
                </a:lnTo>
                <a:lnTo>
                  <a:pt x="217" y="551"/>
                </a:lnTo>
                <a:lnTo>
                  <a:pt x="228" y="554"/>
                </a:lnTo>
                <a:lnTo>
                  <a:pt x="238" y="557"/>
                </a:lnTo>
                <a:lnTo>
                  <a:pt x="249" y="560"/>
                </a:lnTo>
                <a:lnTo>
                  <a:pt x="259" y="563"/>
                </a:lnTo>
                <a:lnTo>
                  <a:pt x="270" y="565"/>
                </a:lnTo>
                <a:lnTo>
                  <a:pt x="281" y="567"/>
                </a:lnTo>
                <a:lnTo>
                  <a:pt x="292" y="569"/>
                </a:lnTo>
                <a:lnTo>
                  <a:pt x="303" y="571"/>
                </a:lnTo>
                <a:lnTo>
                  <a:pt x="314" y="572"/>
                </a:lnTo>
                <a:lnTo>
                  <a:pt x="325" y="573"/>
                </a:lnTo>
                <a:lnTo>
                  <a:pt x="336" y="574"/>
                </a:lnTo>
                <a:lnTo>
                  <a:pt x="348" y="574"/>
                </a:lnTo>
                <a:lnTo>
                  <a:pt x="359" y="574"/>
                </a:lnTo>
                <a:lnTo>
                  <a:pt x="370" y="574"/>
                </a:lnTo>
                <a:lnTo>
                  <a:pt x="381" y="574"/>
                </a:lnTo>
                <a:lnTo>
                  <a:pt x="392" y="573"/>
                </a:lnTo>
                <a:lnTo>
                  <a:pt x="403" y="572"/>
                </a:lnTo>
                <a:lnTo>
                  <a:pt x="415" y="571"/>
                </a:lnTo>
                <a:lnTo>
                  <a:pt x="426" y="569"/>
                </a:lnTo>
                <a:lnTo>
                  <a:pt x="437" y="567"/>
                </a:lnTo>
                <a:lnTo>
                  <a:pt x="447" y="565"/>
                </a:lnTo>
                <a:lnTo>
                  <a:pt x="458" y="563"/>
                </a:lnTo>
                <a:lnTo>
                  <a:pt x="469" y="560"/>
                </a:lnTo>
                <a:lnTo>
                  <a:pt x="479" y="557"/>
                </a:lnTo>
                <a:lnTo>
                  <a:pt x="490" y="554"/>
                </a:lnTo>
                <a:lnTo>
                  <a:pt x="500" y="551"/>
                </a:lnTo>
                <a:lnTo>
                  <a:pt x="510" y="547"/>
                </a:lnTo>
                <a:lnTo>
                  <a:pt x="522" y="543"/>
                </a:lnTo>
                <a:lnTo>
                  <a:pt x="531" y="539"/>
                </a:lnTo>
                <a:lnTo>
                  <a:pt x="541" y="534"/>
                </a:lnTo>
                <a:lnTo>
                  <a:pt x="551" y="530"/>
                </a:lnTo>
                <a:lnTo>
                  <a:pt x="560" y="525"/>
                </a:lnTo>
                <a:lnTo>
                  <a:pt x="569" y="520"/>
                </a:lnTo>
                <a:lnTo>
                  <a:pt x="578" y="514"/>
                </a:lnTo>
                <a:lnTo>
                  <a:pt x="587" y="509"/>
                </a:lnTo>
                <a:lnTo>
                  <a:pt x="595" y="503"/>
                </a:lnTo>
                <a:lnTo>
                  <a:pt x="604" y="497"/>
                </a:lnTo>
                <a:lnTo>
                  <a:pt x="612" y="490"/>
                </a:lnTo>
                <a:lnTo>
                  <a:pt x="620" y="484"/>
                </a:lnTo>
                <a:lnTo>
                  <a:pt x="627" y="477"/>
                </a:lnTo>
                <a:lnTo>
                  <a:pt x="634" y="471"/>
                </a:lnTo>
                <a:lnTo>
                  <a:pt x="641" y="464"/>
                </a:lnTo>
                <a:lnTo>
                  <a:pt x="648" y="456"/>
                </a:lnTo>
                <a:lnTo>
                  <a:pt x="654" y="449"/>
                </a:lnTo>
                <a:lnTo>
                  <a:pt x="661" y="442"/>
                </a:lnTo>
                <a:lnTo>
                  <a:pt x="666" y="434"/>
                </a:lnTo>
                <a:lnTo>
                  <a:pt x="672" y="426"/>
                </a:lnTo>
                <a:lnTo>
                  <a:pt x="677" y="418"/>
                </a:lnTo>
                <a:lnTo>
                  <a:pt x="682" y="410"/>
                </a:lnTo>
                <a:lnTo>
                  <a:pt x="687" y="402"/>
                </a:lnTo>
                <a:lnTo>
                  <a:pt x="691" y="394"/>
                </a:lnTo>
                <a:lnTo>
                  <a:pt x="695" y="385"/>
                </a:lnTo>
                <a:lnTo>
                  <a:pt x="699" y="377"/>
                </a:lnTo>
                <a:lnTo>
                  <a:pt x="702" y="368"/>
                </a:lnTo>
                <a:lnTo>
                  <a:pt x="705" y="359"/>
                </a:lnTo>
                <a:lnTo>
                  <a:pt x="707" y="351"/>
                </a:lnTo>
                <a:lnTo>
                  <a:pt x="710" y="342"/>
                </a:lnTo>
                <a:lnTo>
                  <a:pt x="712" y="333"/>
                </a:lnTo>
                <a:lnTo>
                  <a:pt x="713" y="324"/>
                </a:lnTo>
                <a:lnTo>
                  <a:pt x="714" y="315"/>
                </a:lnTo>
                <a:lnTo>
                  <a:pt x="715" y="306"/>
                </a:lnTo>
                <a:lnTo>
                  <a:pt x="716" y="297"/>
                </a:lnTo>
                <a:lnTo>
                  <a:pt x="716" y="288"/>
                </a:lnTo>
                <a:moveTo>
                  <a:pt x="718" y="288"/>
                </a:moveTo>
                <a:lnTo>
                  <a:pt x="718" y="297"/>
                </a:lnTo>
                <a:lnTo>
                  <a:pt x="718" y="306"/>
                </a:lnTo>
                <a:lnTo>
                  <a:pt x="717" y="315"/>
                </a:lnTo>
                <a:lnTo>
                  <a:pt x="716" y="324"/>
                </a:lnTo>
                <a:lnTo>
                  <a:pt x="714" y="333"/>
                </a:lnTo>
                <a:lnTo>
                  <a:pt x="712" y="342"/>
                </a:lnTo>
                <a:lnTo>
                  <a:pt x="710" y="351"/>
                </a:lnTo>
                <a:lnTo>
                  <a:pt x="707" y="360"/>
                </a:lnTo>
                <a:lnTo>
                  <a:pt x="704" y="369"/>
                </a:lnTo>
                <a:lnTo>
                  <a:pt x="701" y="377"/>
                </a:lnTo>
                <a:lnTo>
                  <a:pt x="697" y="386"/>
                </a:lnTo>
                <a:lnTo>
                  <a:pt x="693" y="394"/>
                </a:lnTo>
                <a:lnTo>
                  <a:pt x="689" y="403"/>
                </a:lnTo>
                <a:lnTo>
                  <a:pt x="684" y="411"/>
                </a:lnTo>
                <a:lnTo>
                  <a:pt x="679" y="419"/>
                </a:lnTo>
                <a:lnTo>
                  <a:pt x="674" y="427"/>
                </a:lnTo>
                <a:lnTo>
                  <a:pt x="668" y="435"/>
                </a:lnTo>
                <a:lnTo>
                  <a:pt x="663" y="443"/>
                </a:lnTo>
                <a:lnTo>
                  <a:pt x="656" y="450"/>
                </a:lnTo>
                <a:lnTo>
                  <a:pt x="650" y="457"/>
                </a:lnTo>
                <a:lnTo>
                  <a:pt x="643" y="465"/>
                </a:lnTo>
                <a:lnTo>
                  <a:pt x="636" y="472"/>
                </a:lnTo>
                <a:lnTo>
                  <a:pt x="629" y="479"/>
                </a:lnTo>
                <a:lnTo>
                  <a:pt x="621" y="485"/>
                </a:lnTo>
                <a:lnTo>
                  <a:pt x="613" y="492"/>
                </a:lnTo>
                <a:lnTo>
                  <a:pt x="605" y="498"/>
                </a:lnTo>
                <a:lnTo>
                  <a:pt x="597" y="504"/>
                </a:lnTo>
                <a:lnTo>
                  <a:pt x="588" y="510"/>
                </a:lnTo>
                <a:lnTo>
                  <a:pt x="580" y="516"/>
                </a:lnTo>
                <a:lnTo>
                  <a:pt x="571" y="521"/>
                </a:lnTo>
                <a:lnTo>
                  <a:pt x="561" y="526"/>
                </a:lnTo>
                <a:lnTo>
                  <a:pt x="552" y="531"/>
                </a:lnTo>
                <a:lnTo>
                  <a:pt x="542" y="536"/>
                </a:lnTo>
                <a:lnTo>
                  <a:pt x="533" y="540"/>
                </a:lnTo>
                <a:lnTo>
                  <a:pt x="523" y="545"/>
                </a:lnTo>
                <a:lnTo>
                  <a:pt x="512" y="549"/>
                </a:lnTo>
                <a:lnTo>
                  <a:pt x="501" y="552"/>
                </a:lnTo>
                <a:lnTo>
                  <a:pt x="491" y="556"/>
                </a:lnTo>
                <a:lnTo>
                  <a:pt x="480" y="559"/>
                </a:lnTo>
                <a:lnTo>
                  <a:pt x="470" y="562"/>
                </a:lnTo>
                <a:lnTo>
                  <a:pt x="459" y="565"/>
                </a:lnTo>
                <a:lnTo>
                  <a:pt x="448" y="567"/>
                </a:lnTo>
                <a:lnTo>
                  <a:pt x="437" y="569"/>
                </a:lnTo>
                <a:lnTo>
                  <a:pt x="426" y="571"/>
                </a:lnTo>
                <a:lnTo>
                  <a:pt x="415" y="572"/>
                </a:lnTo>
                <a:lnTo>
                  <a:pt x="404" y="574"/>
                </a:lnTo>
                <a:lnTo>
                  <a:pt x="393" y="575"/>
                </a:lnTo>
                <a:lnTo>
                  <a:pt x="381" y="575"/>
                </a:lnTo>
                <a:lnTo>
                  <a:pt x="370" y="576"/>
                </a:lnTo>
                <a:lnTo>
                  <a:pt x="359" y="576"/>
                </a:lnTo>
                <a:lnTo>
                  <a:pt x="348" y="576"/>
                </a:lnTo>
                <a:lnTo>
                  <a:pt x="336" y="575"/>
                </a:lnTo>
                <a:lnTo>
                  <a:pt x="325" y="575"/>
                </a:lnTo>
                <a:lnTo>
                  <a:pt x="314" y="574"/>
                </a:lnTo>
                <a:lnTo>
                  <a:pt x="303" y="572"/>
                </a:lnTo>
                <a:lnTo>
                  <a:pt x="292" y="571"/>
                </a:lnTo>
                <a:lnTo>
                  <a:pt x="281" y="569"/>
                </a:lnTo>
                <a:lnTo>
                  <a:pt x="270" y="567"/>
                </a:lnTo>
                <a:lnTo>
                  <a:pt x="259" y="565"/>
                </a:lnTo>
                <a:lnTo>
                  <a:pt x="248" y="562"/>
                </a:lnTo>
                <a:lnTo>
                  <a:pt x="237" y="559"/>
                </a:lnTo>
                <a:lnTo>
                  <a:pt x="227" y="556"/>
                </a:lnTo>
                <a:lnTo>
                  <a:pt x="216" y="552"/>
                </a:lnTo>
                <a:lnTo>
                  <a:pt x="206" y="549"/>
                </a:lnTo>
                <a:lnTo>
                  <a:pt x="196" y="545"/>
                </a:lnTo>
                <a:lnTo>
                  <a:pt x="186" y="540"/>
                </a:lnTo>
                <a:lnTo>
                  <a:pt x="176" y="536"/>
                </a:lnTo>
                <a:lnTo>
                  <a:pt x="167" y="531"/>
                </a:lnTo>
                <a:lnTo>
                  <a:pt x="157" y="526"/>
                </a:lnTo>
                <a:lnTo>
                  <a:pt x="148" y="521"/>
                </a:lnTo>
                <a:lnTo>
                  <a:pt x="139" y="516"/>
                </a:lnTo>
                <a:lnTo>
                  <a:pt x="130" y="510"/>
                </a:lnTo>
                <a:lnTo>
                  <a:pt x="122" y="504"/>
                </a:lnTo>
                <a:lnTo>
                  <a:pt x="113" y="498"/>
                </a:lnTo>
                <a:lnTo>
                  <a:pt x="105" y="492"/>
                </a:lnTo>
                <a:lnTo>
                  <a:pt x="97" y="485"/>
                </a:lnTo>
                <a:lnTo>
                  <a:pt x="90" y="479"/>
                </a:lnTo>
                <a:lnTo>
                  <a:pt x="83" y="472"/>
                </a:lnTo>
                <a:lnTo>
                  <a:pt x="75" y="465"/>
                </a:lnTo>
                <a:lnTo>
                  <a:pt x="69" y="457"/>
                </a:lnTo>
                <a:lnTo>
                  <a:pt x="62" y="450"/>
                </a:lnTo>
                <a:lnTo>
                  <a:pt x="56" y="443"/>
                </a:lnTo>
                <a:lnTo>
                  <a:pt x="50" y="435"/>
                </a:lnTo>
                <a:lnTo>
                  <a:pt x="45" y="427"/>
                </a:lnTo>
                <a:lnTo>
                  <a:pt x="39" y="419"/>
                </a:lnTo>
                <a:lnTo>
                  <a:pt x="34" y="411"/>
                </a:lnTo>
                <a:lnTo>
                  <a:pt x="30" y="403"/>
                </a:lnTo>
                <a:lnTo>
                  <a:pt x="25" y="394"/>
                </a:lnTo>
                <a:lnTo>
                  <a:pt x="21" y="386"/>
                </a:lnTo>
                <a:lnTo>
                  <a:pt x="18" y="377"/>
                </a:lnTo>
                <a:lnTo>
                  <a:pt x="14" y="369"/>
                </a:lnTo>
                <a:lnTo>
                  <a:pt x="11" y="360"/>
                </a:lnTo>
                <a:lnTo>
                  <a:pt x="9" y="351"/>
                </a:lnTo>
                <a:lnTo>
                  <a:pt x="7" y="342"/>
                </a:lnTo>
                <a:lnTo>
                  <a:pt x="5" y="333"/>
                </a:lnTo>
                <a:lnTo>
                  <a:pt x="3" y="324"/>
                </a:lnTo>
                <a:lnTo>
                  <a:pt x="2" y="315"/>
                </a:lnTo>
                <a:lnTo>
                  <a:pt x="1" y="306"/>
                </a:lnTo>
                <a:lnTo>
                  <a:pt x="0" y="297"/>
                </a:lnTo>
                <a:lnTo>
                  <a:pt x="0" y="288"/>
                </a:lnTo>
                <a:lnTo>
                  <a:pt x="0" y="279"/>
                </a:lnTo>
                <a:lnTo>
                  <a:pt x="1" y="270"/>
                </a:lnTo>
                <a:lnTo>
                  <a:pt x="2" y="261"/>
                </a:lnTo>
                <a:lnTo>
                  <a:pt x="3" y="252"/>
                </a:lnTo>
                <a:lnTo>
                  <a:pt x="5" y="243"/>
                </a:lnTo>
                <a:lnTo>
                  <a:pt x="7" y="234"/>
                </a:lnTo>
                <a:lnTo>
                  <a:pt x="9" y="226"/>
                </a:lnTo>
                <a:lnTo>
                  <a:pt x="11" y="217"/>
                </a:lnTo>
                <a:lnTo>
                  <a:pt x="14" y="208"/>
                </a:lnTo>
                <a:lnTo>
                  <a:pt x="18" y="199"/>
                </a:lnTo>
                <a:lnTo>
                  <a:pt x="21" y="191"/>
                </a:lnTo>
                <a:lnTo>
                  <a:pt x="25" y="182"/>
                </a:lnTo>
                <a:lnTo>
                  <a:pt x="30" y="174"/>
                </a:lnTo>
                <a:lnTo>
                  <a:pt x="34" y="166"/>
                </a:lnTo>
                <a:lnTo>
                  <a:pt x="39" y="158"/>
                </a:lnTo>
                <a:lnTo>
                  <a:pt x="45" y="150"/>
                </a:lnTo>
                <a:lnTo>
                  <a:pt x="50" y="142"/>
                </a:lnTo>
                <a:lnTo>
                  <a:pt x="56" y="134"/>
                </a:lnTo>
                <a:lnTo>
                  <a:pt x="62" y="127"/>
                </a:lnTo>
                <a:lnTo>
                  <a:pt x="69" y="119"/>
                </a:lnTo>
                <a:lnTo>
                  <a:pt x="75" y="112"/>
                </a:lnTo>
                <a:lnTo>
                  <a:pt x="83" y="105"/>
                </a:lnTo>
                <a:lnTo>
                  <a:pt x="90" y="97"/>
                </a:lnTo>
                <a:lnTo>
                  <a:pt x="97" y="90"/>
                </a:lnTo>
                <a:lnTo>
                  <a:pt x="105" y="84"/>
                </a:lnTo>
                <a:lnTo>
                  <a:pt x="113" y="78"/>
                </a:lnTo>
                <a:lnTo>
                  <a:pt x="122" y="72"/>
                </a:lnTo>
                <a:lnTo>
                  <a:pt x="130" y="66"/>
                </a:lnTo>
                <a:lnTo>
                  <a:pt x="139" y="60"/>
                </a:lnTo>
                <a:lnTo>
                  <a:pt x="148" y="55"/>
                </a:lnTo>
                <a:lnTo>
                  <a:pt x="157" y="49"/>
                </a:lnTo>
                <a:lnTo>
                  <a:pt x="167" y="45"/>
                </a:lnTo>
                <a:lnTo>
                  <a:pt x="176" y="40"/>
                </a:lnTo>
                <a:lnTo>
                  <a:pt x="186" y="35"/>
                </a:lnTo>
                <a:lnTo>
                  <a:pt x="196" y="31"/>
                </a:lnTo>
                <a:lnTo>
                  <a:pt x="206" y="27"/>
                </a:lnTo>
                <a:lnTo>
                  <a:pt x="216" y="23"/>
                </a:lnTo>
                <a:lnTo>
                  <a:pt x="227" y="20"/>
                </a:lnTo>
                <a:lnTo>
                  <a:pt x="237" y="17"/>
                </a:lnTo>
                <a:lnTo>
                  <a:pt x="248" y="14"/>
                </a:lnTo>
                <a:lnTo>
                  <a:pt x="259" y="11"/>
                </a:lnTo>
                <a:lnTo>
                  <a:pt x="270" y="9"/>
                </a:lnTo>
                <a:lnTo>
                  <a:pt x="281" y="7"/>
                </a:lnTo>
                <a:lnTo>
                  <a:pt x="292" y="5"/>
                </a:lnTo>
                <a:lnTo>
                  <a:pt x="303" y="3"/>
                </a:lnTo>
                <a:lnTo>
                  <a:pt x="314" y="2"/>
                </a:lnTo>
                <a:lnTo>
                  <a:pt x="325" y="1"/>
                </a:lnTo>
                <a:lnTo>
                  <a:pt x="336" y="0"/>
                </a:lnTo>
                <a:lnTo>
                  <a:pt x="348" y="0"/>
                </a:lnTo>
                <a:lnTo>
                  <a:pt x="359" y="0"/>
                </a:lnTo>
                <a:lnTo>
                  <a:pt x="370" y="0"/>
                </a:lnTo>
                <a:lnTo>
                  <a:pt x="381" y="0"/>
                </a:lnTo>
                <a:lnTo>
                  <a:pt x="393" y="1"/>
                </a:lnTo>
                <a:lnTo>
                  <a:pt x="404" y="2"/>
                </a:lnTo>
                <a:lnTo>
                  <a:pt x="415" y="3"/>
                </a:lnTo>
                <a:lnTo>
                  <a:pt x="426" y="5"/>
                </a:lnTo>
                <a:lnTo>
                  <a:pt x="437" y="7"/>
                </a:lnTo>
                <a:lnTo>
                  <a:pt x="448" y="9"/>
                </a:lnTo>
                <a:lnTo>
                  <a:pt x="459" y="11"/>
                </a:lnTo>
                <a:lnTo>
                  <a:pt x="470" y="14"/>
                </a:lnTo>
                <a:lnTo>
                  <a:pt x="480" y="17"/>
                </a:lnTo>
                <a:lnTo>
                  <a:pt x="491" y="20"/>
                </a:lnTo>
                <a:lnTo>
                  <a:pt x="501" y="23"/>
                </a:lnTo>
                <a:lnTo>
                  <a:pt x="512" y="27"/>
                </a:lnTo>
                <a:lnTo>
                  <a:pt x="523" y="31"/>
                </a:lnTo>
                <a:lnTo>
                  <a:pt x="533" y="35"/>
                </a:lnTo>
                <a:lnTo>
                  <a:pt x="542" y="40"/>
                </a:lnTo>
                <a:lnTo>
                  <a:pt x="552" y="45"/>
                </a:lnTo>
                <a:lnTo>
                  <a:pt x="561" y="49"/>
                </a:lnTo>
                <a:lnTo>
                  <a:pt x="571" y="55"/>
                </a:lnTo>
                <a:lnTo>
                  <a:pt x="580" y="60"/>
                </a:lnTo>
                <a:lnTo>
                  <a:pt x="588" y="66"/>
                </a:lnTo>
                <a:lnTo>
                  <a:pt x="597" y="72"/>
                </a:lnTo>
                <a:lnTo>
                  <a:pt x="605" y="78"/>
                </a:lnTo>
                <a:lnTo>
                  <a:pt x="613" y="84"/>
                </a:lnTo>
                <a:lnTo>
                  <a:pt x="621" y="90"/>
                </a:lnTo>
                <a:lnTo>
                  <a:pt x="629" y="97"/>
                </a:lnTo>
                <a:lnTo>
                  <a:pt x="636" y="105"/>
                </a:lnTo>
                <a:lnTo>
                  <a:pt x="643" y="112"/>
                </a:lnTo>
                <a:lnTo>
                  <a:pt x="650" y="119"/>
                </a:lnTo>
                <a:lnTo>
                  <a:pt x="656" y="127"/>
                </a:lnTo>
                <a:lnTo>
                  <a:pt x="663" y="134"/>
                </a:lnTo>
                <a:lnTo>
                  <a:pt x="668" y="142"/>
                </a:lnTo>
                <a:lnTo>
                  <a:pt x="674" y="150"/>
                </a:lnTo>
                <a:lnTo>
                  <a:pt x="679" y="158"/>
                </a:lnTo>
                <a:lnTo>
                  <a:pt x="684" y="166"/>
                </a:lnTo>
                <a:lnTo>
                  <a:pt x="689" y="174"/>
                </a:lnTo>
                <a:lnTo>
                  <a:pt x="693" y="182"/>
                </a:lnTo>
                <a:lnTo>
                  <a:pt x="697" y="191"/>
                </a:lnTo>
                <a:lnTo>
                  <a:pt x="701" y="199"/>
                </a:lnTo>
                <a:lnTo>
                  <a:pt x="704" y="208"/>
                </a:lnTo>
                <a:lnTo>
                  <a:pt x="707" y="217"/>
                </a:lnTo>
                <a:lnTo>
                  <a:pt x="710" y="226"/>
                </a:lnTo>
                <a:lnTo>
                  <a:pt x="712" y="234"/>
                </a:lnTo>
                <a:lnTo>
                  <a:pt x="714" y="243"/>
                </a:lnTo>
                <a:lnTo>
                  <a:pt x="716" y="252"/>
                </a:lnTo>
                <a:lnTo>
                  <a:pt x="717" y="261"/>
                </a:lnTo>
                <a:lnTo>
                  <a:pt x="718" y="270"/>
                </a:lnTo>
                <a:lnTo>
                  <a:pt x="718" y="279"/>
                </a:lnTo>
                <a:lnTo>
                  <a:pt x="718" y="288"/>
                </a:lnTo>
                <a:close/>
              </a:path>
            </a:pathLst>
          </a:custGeom>
          <a:solidFill>
            <a:srgbClr val="ffc1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5" name=""/>
          <p:cNvSpPr/>
          <p:nvPr/>
        </p:nvSpPr>
        <p:spPr>
          <a:xfrm>
            <a:off x="4848840" y="1723680"/>
            <a:ext cx="260280" cy="208800"/>
          </a:xfrm>
          <a:custGeom>
            <a:avLst/>
            <a:gdLst/>
            <a:ahLst/>
            <a:rect l="0" t="0" r="r" b="b"/>
            <a:pathLst>
              <a:path w="723" h="580">
                <a:moveTo>
                  <a:pt x="720" y="290"/>
                </a:moveTo>
                <a:lnTo>
                  <a:pt x="720" y="281"/>
                </a:lnTo>
                <a:lnTo>
                  <a:pt x="720" y="272"/>
                </a:lnTo>
                <a:lnTo>
                  <a:pt x="719" y="263"/>
                </a:lnTo>
                <a:lnTo>
                  <a:pt x="718" y="254"/>
                </a:lnTo>
                <a:lnTo>
                  <a:pt x="716" y="245"/>
                </a:lnTo>
                <a:lnTo>
                  <a:pt x="714" y="236"/>
                </a:lnTo>
                <a:lnTo>
                  <a:pt x="712" y="228"/>
                </a:lnTo>
                <a:lnTo>
                  <a:pt x="709" y="219"/>
                </a:lnTo>
                <a:lnTo>
                  <a:pt x="706" y="210"/>
                </a:lnTo>
                <a:lnTo>
                  <a:pt x="703" y="201"/>
                </a:lnTo>
                <a:lnTo>
                  <a:pt x="699" y="193"/>
                </a:lnTo>
                <a:lnTo>
                  <a:pt x="695" y="184"/>
                </a:lnTo>
                <a:lnTo>
                  <a:pt x="691" y="176"/>
                </a:lnTo>
                <a:lnTo>
                  <a:pt x="686" y="168"/>
                </a:lnTo>
                <a:lnTo>
                  <a:pt x="681" y="160"/>
                </a:lnTo>
                <a:lnTo>
                  <a:pt x="676" y="152"/>
                </a:lnTo>
                <a:lnTo>
                  <a:pt x="670" y="144"/>
                </a:lnTo>
                <a:lnTo>
                  <a:pt x="665" y="136"/>
                </a:lnTo>
                <a:lnTo>
                  <a:pt x="658" y="129"/>
                </a:lnTo>
                <a:lnTo>
                  <a:pt x="652" y="120"/>
                </a:lnTo>
                <a:lnTo>
                  <a:pt x="645" y="113"/>
                </a:lnTo>
                <a:lnTo>
                  <a:pt x="638" y="106"/>
                </a:lnTo>
                <a:lnTo>
                  <a:pt x="631" y="99"/>
                </a:lnTo>
                <a:lnTo>
                  <a:pt x="623" y="92"/>
                </a:lnTo>
                <a:lnTo>
                  <a:pt x="615" y="86"/>
                </a:lnTo>
                <a:lnTo>
                  <a:pt x="607" y="80"/>
                </a:lnTo>
                <a:lnTo>
                  <a:pt x="599" y="74"/>
                </a:lnTo>
                <a:lnTo>
                  <a:pt x="589" y="68"/>
                </a:lnTo>
                <a:lnTo>
                  <a:pt x="581" y="62"/>
                </a:lnTo>
                <a:lnTo>
                  <a:pt x="572" y="57"/>
                </a:lnTo>
                <a:lnTo>
                  <a:pt x="562" y="51"/>
                </a:lnTo>
                <a:lnTo>
                  <a:pt x="553" y="47"/>
                </a:lnTo>
                <a:lnTo>
                  <a:pt x="543" y="42"/>
                </a:lnTo>
                <a:lnTo>
                  <a:pt x="534" y="37"/>
                </a:lnTo>
                <a:lnTo>
                  <a:pt x="524" y="33"/>
                </a:lnTo>
                <a:lnTo>
                  <a:pt x="513" y="29"/>
                </a:lnTo>
                <a:lnTo>
                  <a:pt x="503" y="25"/>
                </a:lnTo>
                <a:lnTo>
                  <a:pt x="493" y="22"/>
                </a:lnTo>
                <a:lnTo>
                  <a:pt x="482" y="19"/>
                </a:lnTo>
                <a:lnTo>
                  <a:pt x="472" y="16"/>
                </a:lnTo>
                <a:lnTo>
                  <a:pt x="461" y="13"/>
                </a:lnTo>
                <a:lnTo>
                  <a:pt x="450" y="11"/>
                </a:lnTo>
                <a:lnTo>
                  <a:pt x="439" y="9"/>
                </a:lnTo>
                <a:lnTo>
                  <a:pt x="428" y="7"/>
                </a:lnTo>
                <a:lnTo>
                  <a:pt x="417" y="5"/>
                </a:lnTo>
                <a:lnTo>
                  <a:pt x="406" y="4"/>
                </a:lnTo>
                <a:lnTo>
                  <a:pt x="395" y="3"/>
                </a:lnTo>
                <a:lnTo>
                  <a:pt x="383" y="2"/>
                </a:lnTo>
                <a:lnTo>
                  <a:pt x="372" y="2"/>
                </a:lnTo>
                <a:lnTo>
                  <a:pt x="361" y="2"/>
                </a:lnTo>
                <a:lnTo>
                  <a:pt x="350" y="2"/>
                </a:lnTo>
                <a:lnTo>
                  <a:pt x="338" y="2"/>
                </a:lnTo>
                <a:lnTo>
                  <a:pt x="327" y="3"/>
                </a:lnTo>
                <a:lnTo>
                  <a:pt x="316" y="4"/>
                </a:lnTo>
                <a:lnTo>
                  <a:pt x="305" y="5"/>
                </a:lnTo>
                <a:lnTo>
                  <a:pt x="294" y="7"/>
                </a:lnTo>
                <a:lnTo>
                  <a:pt x="283" y="9"/>
                </a:lnTo>
                <a:lnTo>
                  <a:pt x="272" y="11"/>
                </a:lnTo>
                <a:lnTo>
                  <a:pt x="261" y="13"/>
                </a:lnTo>
                <a:lnTo>
                  <a:pt x="250" y="16"/>
                </a:lnTo>
                <a:lnTo>
                  <a:pt x="239" y="19"/>
                </a:lnTo>
                <a:lnTo>
                  <a:pt x="229" y="22"/>
                </a:lnTo>
                <a:lnTo>
                  <a:pt x="218" y="25"/>
                </a:lnTo>
                <a:lnTo>
                  <a:pt x="208" y="29"/>
                </a:lnTo>
                <a:lnTo>
                  <a:pt x="198" y="33"/>
                </a:lnTo>
                <a:lnTo>
                  <a:pt x="188" y="37"/>
                </a:lnTo>
                <a:lnTo>
                  <a:pt x="178" y="42"/>
                </a:lnTo>
                <a:lnTo>
                  <a:pt x="169" y="47"/>
                </a:lnTo>
                <a:lnTo>
                  <a:pt x="159" y="51"/>
                </a:lnTo>
                <a:lnTo>
                  <a:pt x="150" y="57"/>
                </a:lnTo>
                <a:lnTo>
                  <a:pt x="141" y="62"/>
                </a:lnTo>
                <a:lnTo>
                  <a:pt x="132" y="68"/>
                </a:lnTo>
                <a:lnTo>
                  <a:pt x="124" y="74"/>
                </a:lnTo>
                <a:lnTo>
                  <a:pt x="115" y="80"/>
                </a:lnTo>
                <a:lnTo>
                  <a:pt x="107" y="86"/>
                </a:lnTo>
                <a:lnTo>
                  <a:pt x="99" y="92"/>
                </a:lnTo>
                <a:lnTo>
                  <a:pt x="92" y="99"/>
                </a:lnTo>
                <a:lnTo>
                  <a:pt x="85" y="106"/>
                </a:lnTo>
                <a:lnTo>
                  <a:pt x="77" y="113"/>
                </a:lnTo>
                <a:lnTo>
                  <a:pt x="71" y="120"/>
                </a:lnTo>
                <a:lnTo>
                  <a:pt x="64" y="129"/>
                </a:lnTo>
                <a:lnTo>
                  <a:pt x="58" y="136"/>
                </a:lnTo>
                <a:lnTo>
                  <a:pt x="52" y="144"/>
                </a:lnTo>
                <a:lnTo>
                  <a:pt x="47" y="152"/>
                </a:lnTo>
                <a:lnTo>
                  <a:pt x="41" y="160"/>
                </a:lnTo>
                <a:lnTo>
                  <a:pt x="36" y="168"/>
                </a:lnTo>
                <a:lnTo>
                  <a:pt x="32" y="176"/>
                </a:lnTo>
                <a:lnTo>
                  <a:pt x="27" y="184"/>
                </a:lnTo>
                <a:lnTo>
                  <a:pt x="23" y="193"/>
                </a:lnTo>
                <a:lnTo>
                  <a:pt x="20" y="201"/>
                </a:lnTo>
                <a:lnTo>
                  <a:pt x="16" y="210"/>
                </a:lnTo>
                <a:lnTo>
                  <a:pt x="13" y="219"/>
                </a:lnTo>
                <a:lnTo>
                  <a:pt x="11" y="228"/>
                </a:lnTo>
                <a:lnTo>
                  <a:pt x="9" y="236"/>
                </a:lnTo>
                <a:lnTo>
                  <a:pt x="7" y="245"/>
                </a:lnTo>
                <a:lnTo>
                  <a:pt x="5" y="254"/>
                </a:lnTo>
                <a:lnTo>
                  <a:pt x="4" y="263"/>
                </a:lnTo>
                <a:lnTo>
                  <a:pt x="3" y="272"/>
                </a:lnTo>
                <a:lnTo>
                  <a:pt x="2" y="281"/>
                </a:lnTo>
                <a:lnTo>
                  <a:pt x="2" y="290"/>
                </a:lnTo>
                <a:lnTo>
                  <a:pt x="2" y="299"/>
                </a:lnTo>
                <a:lnTo>
                  <a:pt x="3" y="308"/>
                </a:lnTo>
                <a:lnTo>
                  <a:pt x="4" y="317"/>
                </a:lnTo>
                <a:lnTo>
                  <a:pt x="5" y="326"/>
                </a:lnTo>
                <a:lnTo>
                  <a:pt x="7" y="335"/>
                </a:lnTo>
                <a:lnTo>
                  <a:pt x="9" y="344"/>
                </a:lnTo>
                <a:lnTo>
                  <a:pt x="11" y="353"/>
                </a:lnTo>
                <a:lnTo>
                  <a:pt x="13" y="362"/>
                </a:lnTo>
                <a:lnTo>
                  <a:pt x="16" y="371"/>
                </a:lnTo>
                <a:lnTo>
                  <a:pt x="20" y="379"/>
                </a:lnTo>
                <a:lnTo>
                  <a:pt x="23" y="388"/>
                </a:lnTo>
                <a:lnTo>
                  <a:pt x="27" y="396"/>
                </a:lnTo>
                <a:lnTo>
                  <a:pt x="32" y="405"/>
                </a:lnTo>
                <a:lnTo>
                  <a:pt x="36" y="413"/>
                </a:lnTo>
                <a:lnTo>
                  <a:pt x="41" y="421"/>
                </a:lnTo>
                <a:lnTo>
                  <a:pt x="47" y="429"/>
                </a:lnTo>
                <a:lnTo>
                  <a:pt x="52" y="437"/>
                </a:lnTo>
                <a:lnTo>
                  <a:pt x="58" y="445"/>
                </a:lnTo>
                <a:lnTo>
                  <a:pt x="64" y="452"/>
                </a:lnTo>
                <a:lnTo>
                  <a:pt x="71" y="459"/>
                </a:lnTo>
                <a:lnTo>
                  <a:pt x="77" y="467"/>
                </a:lnTo>
                <a:lnTo>
                  <a:pt x="85" y="474"/>
                </a:lnTo>
                <a:lnTo>
                  <a:pt x="92" y="481"/>
                </a:lnTo>
                <a:lnTo>
                  <a:pt x="99" y="487"/>
                </a:lnTo>
                <a:lnTo>
                  <a:pt x="107" y="494"/>
                </a:lnTo>
                <a:lnTo>
                  <a:pt x="115" y="500"/>
                </a:lnTo>
                <a:lnTo>
                  <a:pt x="124" y="506"/>
                </a:lnTo>
                <a:lnTo>
                  <a:pt x="132" y="512"/>
                </a:lnTo>
                <a:lnTo>
                  <a:pt x="141" y="518"/>
                </a:lnTo>
                <a:lnTo>
                  <a:pt x="150" y="523"/>
                </a:lnTo>
                <a:lnTo>
                  <a:pt x="159" y="528"/>
                </a:lnTo>
                <a:lnTo>
                  <a:pt x="169" y="533"/>
                </a:lnTo>
                <a:lnTo>
                  <a:pt x="178" y="538"/>
                </a:lnTo>
                <a:lnTo>
                  <a:pt x="188" y="542"/>
                </a:lnTo>
                <a:lnTo>
                  <a:pt x="198" y="547"/>
                </a:lnTo>
                <a:lnTo>
                  <a:pt x="208" y="551"/>
                </a:lnTo>
                <a:lnTo>
                  <a:pt x="218" y="554"/>
                </a:lnTo>
                <a:lnTo>
                  <a:pt x="229" y="558"/>
                </a:lnTo>
                <a:lnTo>
                  <a:pt x="239" y="561"/>
                </a:lnTo>
                <a:lnTo>
                  <a:pt x="250" y="564"/>
                </a:lnTo>
                <a:lnTo>
                  <a:pt x="261" y="567"/>
                </a:lnTo>
                <a:lnTo>
                  <a:pt x="272" y="569"/>
                </a:lnTo>
                <a:lnTo>
                  <a:pt x="283" y="571"/>
                </a:lnTo>
                <a:lnTo>
                  <a:pt x="294" y="573"/>
                </a:lnTo>
                <a:lnTo>
                  <a:pt x="305" y="574"/>
                </a:lnTo>
                <a:lnTo>
                  <a:pt x="316" y="576"/>
                </a:lnTo>
                <a:lnTo>
                  <a:pt x="327" y="577"/>
                </a:lnTo>
                <a:lnTo>
                  <a:pt x="338" y="577"/>
                </a:lnTo>
                <a:lnTo>
                  <a:pt x="350" y="578"/>
                </a:lnTo>
                <a:lnTo>
                  <a:pt x="361" y="578"/>
                </a:lnTo>
                <a:lnTo>
                  <a:pt x="372" y="578"/>
                </a:lnTo>
                <a:lnTo>
                  <a:pt x="383" y="577"/>
                </a:lnTo>
                <a:lnTo>
                  <a:pt x="395" y="577"/>
                </a:lnTo>
                <a:lnTo>
                  <a:pt x="406" y="576"/>
                </a:lnTo>
                <a:lnTo>
                  <a:pt x="417" y="574"/>
                </a:lnTo>
                <a:lnTo>
                  <a:pt x="428" y="573"/>
                </a:lnTo>
                <a:lnTo>
                  <a:pt x="439" y="571"/>
                </a:lnTo>
                <a:lnTo>
                  <a:pt x="450" y="569"/>
                </a:lnTo>
                <a:lnTo>
                  <a:pt x="461" y="567"/>
                </a:lnTo>
                <a:lnTo>
                  <a:pt x="472" y="564"/>
                </a:lnTo>
                <a:lnTo>
                  <a:pt x="482" y="561"/>
                </a:lnTo>
                <a:lnTo>
                  <a:pt x="493" y="558"/>
                </a:lnTo>
                <a:lnTo>
                  <a:pt x="503" y="554"/>
                </a:lnTo>
                <a:lnTo>
                  <a:pt x="513" y="551"/>
                </a:lnTo>
                <a:lnTo>
                  <a:pt x="524" y="547"/>
                </a:lnTo>
                <a:lnTo>
                  <a:pt x="534" y="542"/>
                </a:lnTo>
                <a:lnTo>
                  <a:pt x="543" y="538"/>
                </a:lnTo>
                <a:lnTo>
                  <a:pt x="553" y="533"/>
                </a:lnTo>
                <a:lnTo>
                  <a:pt x="562" y="528"/>
                </a:lnTo>
                <a:lnTo>
                  <a:pt x="572" y="523"/>
                </a:lnTo>
                <a:lnTo>
                  <a:pt x="581" y="518"/>
                </a:lnTo>
                <a:lnTo>
                  <a:pt x="589" y="512"/>
                </a:lnTo>
                <a:lnTo>
                  <a:pt x="599" y="506"/>
                </a:lnTo>
                <a:lnTo>
                  <a:pt x="607" y="500"/>
                </a:lnTo>
                <a:lnTo>
                  <a:pt x="615" y="494"/>
                </a:lnTo>
                <a:lnTo>
                  <a:pt x="623" y="487"/>
                </a:lnTo>
                <a:lnTo>
                  <a:pt x="631" y="481"/>
                </a:lnTo>
                <a:lnTo>
                  <a:pt x="638" y="474"/>
                </a:lnTo>
                <a:lnTo>
                  <a:pt x="645" y="467"/>
                </a:lnTo>
                <a:lnTo>
                  <a:pt x="652" y="459"/>
                </a:lnTo>
                <a:lnTo>
                  <a:pt x="658" y="452"/>
                </a:lnTo>
                <a:lnTo>
                  <a:pt x="665" y="445"/>
                </a:lnTo>
                <a:lnTo>
                  <a:pt x="670" y="437"/>
                </a:lnTo>
                <a:lnTo>
                  <a:pt x="676" y="429"/>
                </a:lnTo>
                <a:lnTo>
                  <a:pt x="681" y="421"/>
                </a:lnTo>
                <a:lnTo>
                  <a:pt x="686" y="413"/>
                </a:lnTo>
                <a:lnTo>
                  <a:pt x="691" y="405"/>
                </a:lnTo>
                <a:lnTo>
                  <a:pt x="695" y="396"/>
                </a:lnTo>
                <a:lnTo>
                  <a:pt x="699" y="388"/>
                </a:lnTo>
                <a:lnTo>
                  <a:pt x="703" y="379"/>
                </a:lnTo>
                <a:lnTo>
                  <a:pt x="706" y="371"/>
                </a:lnTo>
                <a:lnTo>
                  <a:pt x="709" y="362"/>
                </a:lnTo>
                <a:lnTo>
                  <a:pt x="712" y="353"/>
                </a:lnTo>
                <a:lnTo>
                  <a:pt x="714" y="344"/>
                </a:lnTo>
                <a:lnTo>
                  <a:pt x="716" y="335"/>
                </a:lnTo>
                <a:lnTo>
                  <a:pt x="718" y="326"/>
                </a:lnTo>
                <a:lnTo>
                  <a:pt x="719" y="317"/>
                </a:lnTo>
                <a:lnTo>
                  <a:pt x="720" y="308"/>
                </a:lnTo>
                <a:lnTo>
                  <a:pt x="720" y="299"/>
                </a:lnTo>
                <a:lnTo>
                  <a:pt x="720" y="290"/>
                </a:lnTo>
                <a:moveTo>
                  <a:pt x="723" y="290"/>
                </a:moveTo>
                <a:lnTo>
                  <a:pt x="722" y="299"/>
                </a:lnTo>
                <a:lnTo>
                  <a:pt x="722" y="309"/>
                </a:lnTo>
                <a:lnTo>
                  <a:pt x="721" y="318"/>
                </a:lnTo>
                <a:lnTo>
                  <a:pt x="720" y="327"/>
                </a:lnTo>
                <a:lnTo>
                  <a:pt x="718" y="336"/>
                </a:lnTo>
                <a:lnTo>
                  <a:pt x="716" y="345"/>
                </a:lnTo>
                <a:lnTo>
                  <a:pt x="714" y="354"/>
                </a:lnTo>
                <a:lnTo>
                  <a:pt x="711" y="362"/>
                </a:lnTo>
                <a:lnTo>
                  <a:pt x="708" y="371"/>
                </a:lnTo>
                <a:lnTo>
                  <a:pt x="705" y="380"/>
                </a:lnTo>
                <a:lnTo>
                  <a:pt x="701" y="388"/>
                </a:lnTo>
                <a:lnTo>
                  <a:pt x="697" y="397"/>
                </a:lnTo>
                <a:lnTo>
                  <a:pt x="693" y="405"/>
                </a:lnTo>
                <a:lnTo>
                  <a:pt x="688" y="414"/>
                </a:lnTo>
                <a:lnTo>
                  <a:pt x="683" y="422"/>
                </a:lnTo>
                <a:lnTo>
                  <a:pt x="678" y="430"/>
                </a:lnTo>
                <a:lnTo>
                  <a:pt x="672" y="438"/>
                </a:lnTo>
                <a:lnTo>
                  <a:pt x="666" y="445"/>
                </a:lnTo>
                <a:lnTo>
                  <a:pt x="660" y="453"/>
                </a:lnTo>
                <a:lnTo>
                  <a:pt x="654" y="461"/>
                </a:lnTo>
                <a:lnTo>
                  <a:pt x="647" y="468"/>
                </a:lnTo>
                <a:lnTo>
                  <a:pt x="640" y="475"/>
                </a:lnTo>
                <a:lnTo>
                  <a:pt x="632" y="482"/>
                </a:lnTo>
                <a:lnTo>
                  <a:pt x="625" y="489"/>
                </a:lnTo>
                <a:lnTo>
                  <a:pt x="617" y="495"/>
                </a:lnTo>
                <a:lnTo>
                  <a:pt x="609" y="501"/>
                </a:lnTo>
                <a:lnTo>
                  <a:pt x="600" y="508"/>
                </a:lnTo>
                <a:lnTo>
                  <a:pt x="592" y="513"/>
                </a:lnTo>
                <a:lnTo>
                  <a:pt x="582" y="519"/>
                </a:lnTo>
                <a:lnTo>
                  <a:pt x="573" y="525"/>
                </a:lnTo>
                <a:lnTo>
                  <a:pt x="564" y="530"/>
                </a:lnTo>
                <a:lnTo>
                  <a:pt x="554" y="535"/>
                </a:lnTo>
                <a:lnTo>
                  <a:pt x="545" y="540"/>
                </a:lnTo>
                <a:lnTo>
                  <a:pt x="535" y="544"/>
                </a:lnTo>
                <a:lnTo>
                  <a:pt x="525" y="548"/>
                </a:lnTo>
                <a:lnTo>
                  <a:pt x="514" y="552"/>
                </a:lnTo>
                <a:lnTo>
                  <a:pt x="504" y="556"/>
                </a:lnTo>
                <a:lnTo>
                  <a:pt x="494" y="560"/>
                </a:lnTo>
                <a:lnTo>
                  <a:pt x="483" y="563"/>
                </a:lnTo>
                <a:lnTo>
                  <a:pt x="472" y="566"/>
                </a:lnTo>
                <a:lnTo>
                  <a:pt x="461" y="568"/>
                </a:lnTo>
                <a:lnTo>
                  <a:pt x="451" y="571"/>
                </a:lnTo>
                <a:lnTo>
                  <a:pt x="440" y="573"/>
                </a:lnTo>
                <a:lnTo>
                  <a:pt x="428" y="575"/>
                </a:lnTo>
                <a:lnTo>
                  <a:pt x="417" y="576"/>
                </a:lnTo>
                <a:lnTo>
                  <a:pt x="406" y="578"/>
                </a:lnTo>
                <a:lnTo>
                  <a:pt x="395" y="579"/>
                </a:lnTo>
                <a:lnTo>
                  <a:pt x="383" y="579"/>
                </a:lnTo>
                <a:lnTo>
                  <a:pt x="372" y="580"/>
                </a:lnTo>
                <a:lnTo>
                  <a:pt x="361" y="580"/>
                </a:lnTo>
                <a:lnTo>
                  <a:pt x="349" y="580"/>
                </a:lnTo>
                <a:lnTo>
                  <a:pt x="338" y="579"/>
                </a:lnTo>
                <a:lnTo>
                  <a:pt x="327" y="579"/>
                </a:lnTo>
                <a:lnTo>
                  <a:pt x="316" y="578"/>
                </a:lnTo>
                <a:lnTo>
                  <a:pt x="304" y="576"/>
                </a:lnTo>
                <a:lnTo>
                  <a:pt x="293" y="575"/>
                </a:lnTo>
                <a:lnTo>
                  <a:pt x="282" y="573"/>
                </a:lnTo>
                <a:lnTo>
                  <a:pt x="271" y="571"/>
                </a:lnTo>
                <a:lnTo>
                  <a:pt x="260" y="568"/>
                </a:lnTo>
                <a:lnTo>
                  <a:pt x="249" y="566"/>
                </a:lnTo>
                <a:lnTo>
                  <a:pt x="239" y="563"/>
                </a:lnTo>
                <a:lnTo>
                  <a:pt x="228" y="560"/>
                </a:lnTo>
                <a:lnTo>
                  <a:pt x="217" y="556"/>
                </a:lnTo>
                <a:lnTo>
                  <a:pt x="207" y="552"/>
                </a:lnTo>
                <a:lnTo>
                  <a:pt x="197" y="548"/>
                </a:lnTo>
                <a:lnTo>
                  <a:pt x="187" y="544"/>
                </a:lnTo>
                <a:lnTo>
                  <a:pt x="177" y="540"/>
                </a:lnTo>
                <a:lnTo>
                  <a:pt x="167" y="535"/>
                </a:lnTo>
                <a:lnTo>
                  <a:pt x="158" y="530"/>
                </a:lnTo>
                <a:lnTo>
                  <a:pt x="149" y="525"/>
                </a:lnTo>
                <a:lnTo>
                  <a:pt x="140" y="519"/>
                </a:lnTo>
                <a:lnTo>
                  <a:pt x="131" y="513"/>
                </a:lnTo>
                <a:lnTo>
                  <a:pt x="122" y="508"/>
                </a:lnTo>
                <a:lnTo>
                  <a:pt x="114" y="501"/>
                </a:lnTo>
                <a:lnTo>
                  <a:pt x="106" y="495"/>
                </a:lnTo>
                <a:lnTo>
                  <a:pt x="98" y="489"/>
                </a:lnTo>
                <a:lnTo>
                  <a:pt x="90" y="482"/>
                </a:lnTo>
                <a:lnTo>
                  <a:pt x="83" y="475"/>
                </a:lnTo>
                <a:lnTo>
                  <a:pt x="76" y="468"/>
                </a:lnTo>
                <a:lnTo>
                  <a:pt x="69" y="461"/>
                </a:lnTo>
                <a:lnTo>
                  <a:pt x="62" y="453"/>
                </a:lnTo>
                <a:lnTo>
                  <a:pt x="56" y="445"/>
                </a:lnTo>
                <a:lnTo>
                  <a:pt x="50" y="438"/>
                </a:lnTo>
                <a:lnTo>
                  <a:pt x="45" y="430"/>
                </a:lnTo>
                <a:lnTo>
                  <a:pt x="39" y="422"/>
                </a:lnTo>
                <a:lnTo>
                  <a:pt x="34" y="414"/>
                </a:lnTo>
                <a:lnTo>
                  <a:pt x="30" y="405"/>
                </a:lnTo>
                <a:lnTo>
                  <a:pt x="25" y="397"/>
                </a:lnTo>
                <a:lnTo>
                  <a:pt x="21" y="388"/>
                </a:lnTo>
                <a:lnTo>
                  <a:pt x="18" y="380"/>
                </a:lnTo>
                <a:lnTo>
                  <a:pt x="14" y="371"/>
                </a:lnTo>
                <a:lnTo>
                  <a:pt x="11" y="362"/>
                </a:lnTo>
                <a:lnTo>
                  <a:pt x="9" y="354"/>
                </a:lnTo>
                <a:lnTo>
                  <a:pt x="6" y="345"/>
                </a:lnTo>
                <a:lnTo>
                  <a:pt x="4" y="336"/>
                </a:lnTo>
                <a:lnTo>
                  <a:pt x="3" y="327"/>
                </a:lnTo>
                <a:lnTo>
                  <a:pt x="2" y="318"/>
                </a:lnTo>
                <a:lnTo>
                  <a:pt x="1" y="309"/>
                </a:lnTo>
                <a:lnTo>
                  <a:pt x="0" y="299"/>
                </a:lnTo>
                <a:lnTo>
                  <a:pt x="0" y="290"/>
                </a:lnTo>
                <a:lnTo>
                  <a:pt x="0" y="281"/>
                </a:lnTo>
                <a:lnTo>
                  <a:pt x="1" y="272"/>
                </a:lnTo>
                <a:lnTo>
                  <a:pt x="2" y="263"/>
                </a:lnTo>
                <a:lnTo>
                  <a:pt x="3" y="254"/>
                </a:lnTo>
                <a:lnTo>
                  <a:pt x="4" y="245"/>
                </a:lnTo>
                <a:lnTo>
                  <a:pt x="6" y="236"/>
                </a:lnTo>
                <a:lnTo>
                  <a:pt x="9" y="227"/>
                </a:lnTo>
                <a:lnTo>
                  <a:pt x="11" y="218"/>
                </a:lnTo>
                <a:lnTo>
                  <a:pt x="14" y="210"/>
                </a:lnTo>
                <a:lnTo>
                  <a:pt x="18" y="201"/>
                </a:lnTo>
                <a:lnTo>
                  <a:pt x="21" y="192"/>
                </a:lnTo>
                <a:lnTo>
                  <a:pt x="25" y="184"/>
                </a:lnTo>
                <a:lnTo>
                  <a:pt x="30" y="175"/>
                </a:lnTo>
                <a:lnTo>
                  <a:pt x="34" y="167"/>
                </a:lnTo>
                <a:lnTo>
                  <a:pt x="39" y="159"/>
                </a:lnTo>
                <a:lnTo>
                  <a:pt x="45" y="151"/>
                </a:lnTo>
                <a:lnTo>
                  <a:pt x="50" y="143"/>
                </a:lnTo>
                <a:lnTo>
                  <a:pt x="56" y="135"/>
                </a:lnTo>
                <a:lnTo>
                  <a:pt x="62" y="128"/>
                </a:lnTo>
                <a:lnTo>
                  <a:pt x="69" y="119"/>
                </a:lnTo>
                <a:lnTo>
                  <a:pt x="76" y="112"/>
                </a:lnTo>
                <a:lnTo>
                  <a:pt x="83" y="105"/>
                </a:lnTo>
                <a:lnTo>
                  <a:pt x="90" y="98"/>
                </a:lnTo>
                <a:lnTo>
                  <a:pt x="98" y="91"/>
                </a:lnTo>
                <a:lnTo>
                  <a:pt x="106" y="85"/>
                </a:lnTo>
                <a:lnTo>
                  <a:pt x="114" y="78"/>
                </a:lnTo>
                <a:lnTo>
                  <a:pt x="122" y="72"/>
                </a:lnTo>
                <a:lnTo>
                  <a:pt x="131" y="66"/>
                </a:lnTo>
                <a:lnTo>
                  <a:pt x="140" y="61"/>
                </a:lnTo>
                <a:lnTo>
                  <a:pt x="149" y="55"/>
                </a:lnTo>
                <a:lnTo>
                  <a:pt x="158" y="50"/>
                </a:lnTo>
                <a:lnTo>
                  <a:pt x="167" y="45"/>
                </a:lnTo>
                <a:lnTo>
                  <a:pt x="177" y="40"/>
                </a:lnTo>
                <a:lnTo>
                  <a:pt x="187" y="36"/>
                </a:lnTo>
                <a:lnTo>
                  <a:pt x="197" y="31"/>
                </a:lnTo>
                <a:lnTo>
                  <a:pt x="207" y="27"/>
                </a:lnTo>
                <a:lnTo>
                  <a:pt x="217" y="24"/>
                </a:lnTo>
                <a:lnTo>
                  <a:pt x="228" y="20"/>
                </a:lnTo>
                <a:lnTo>
                  <a:pt x="239" y="17"/>
                </a:lnTo>
                <a:lnTo>
                  <a:pt x="249" y="14"/>
                </a:lnTo>
                <a:lnTo>
                  <a:pt x="260" y="11"/>
                </a:lnTo>
                <a:lnTo>
                  <a:pt x="271" y="9"/>
                </a:lnTo>
                <a:lnTo>
                  <a:pt x="282" y="7"/>
                </a:lnTo>
                <a:lnTo>
                  <a:pt x="293" y="5"/>
                </a:lnTo>
                <a:lnTo>
                  <a:pt x="304" y="3"/>
                </a:lnTo>
                <a:lnTo>
                  <a:pt x="316" y="2"/>
                </a:lnTo>
                <a:lnTo>
                  <a:pt x="327" y="1"/>
                </a:lnTo>
                <a:lnTo>
                  <a:pt x="338" y="0"/>
                </a:lnTo>
                <a:lnTo>
                  <a:pt x="349" y="0"/>
                </a:lnTo>
                <a:lnTo>
                  <a:pt x="361" y="0"/>
                </a:lnTo>
                <a:lnTo>
                  <a:pt x="372" y="0"/>
                </a:lnTo>
                <a:lnTo>
                  <a:pt x="383" y="0"/>
                </a:lnTo>
                <a:lnTo>
                  <a:pt x="395" y="1"/>
                </a:lnTo>
                <a:lnTo>
                  <a:pt x="406" y="2"/>
                </a:lnTo>
                <a:lnTo>
                  <a:pt x="417" y="3"/>
                </a:lnTo>
                <a:lnTo>
                  <a:pt x="428" y="5"/>
                </a:lnTo>
                <a:lnTo>
                  <a:pt x="440" y="7"/>
                </a:lnTo>
                <a:lnTo>
                  <a:pt x="451" y="9"/>
                </a:lnTo>
                <a:lnTo>
                  <a:pt x="461" y="11"/>
                </a:lnTo>
                <a:lnTo>
                  <a:pt x="472" y="14"/>
                </a:lnTo>
                <a:lnTo>
                  <a:pt x="483" y="17"/>
                </a:lnTo>
                <a:lnTo>
                  <a:pt x="494" y="20"/>
                </a:lnTo>
                <a:lnTo>
                  <a:pt x="504" y="24"/>
                </a:lnTo>
                <a:lnTo>
                  <a:pt x="514" y="27"/>
                </a:lnTo>
                <a:lnTo>
                  <a:pt x="525" y="31"/>
                </a:lnTo>
                <a:lnTo>
                  <a:pt x="535" y="36"/>
                </a:lnTo>
                <a:lnTo>
                  <a:pt x="545" y="40"/>
                </a:lnTo>
                <a:lnTo>
                  <a:pt x="554" y="45"/>
                </a:lnTo>
                <a:lnTo>
                  <a:pt x="564" y="50"/>
                </a:lnTo>
                <a:lnTo>
                  <a:pt x="573" y="55"/>
                </a:lnTo>
                <a:lnTo>
                  <a:pt x="582" y="61"/>
                </a:lnTo>
                <a:lnTo>
                  <a:pt x="592" y="66"/>
                </a:lnTo>
                <a:lnTo>
                  <a:pt x="600" y="72"/>
                </a:lnTo>
                <a:lnTo>
                  <a:pt x="609" y="78"/>
                </a:lnTo>
                <a:lnTo>
                  <a:pt x="617" y="85"/>
                </a:lnTo>
                <a:lnTo>
                  <a:pt x="625" y="91"/>
                </a:lnTo>
                <a:lnTo>
                  <a:pt x="632" y="98"/>
                </a:lnTo>
                <a:lnTo>
                  <a:pt x="640" y="105"/>
                </a:lnTo>
                <a:lnTo>
                  <a:pt x="647" y="112"/>
                </a:lnTo>
                <a:lnTo>
                  <a:pt x="654" y="119"/>
                </a:lnTo>
                <a:lnTo>
                  <a:pt x="660" y="128"/>
                </a:lnTo>
                <a:lnTo>
                  <a:pt x="666" y="135"/>
                </a:lnTo>
                <a:lnTo>
                  <a:pt x="672" y="143"/>
                </a:lnTo>
                <a:lnTo>
                  <a:pt x="678" y="151"/>
                </a:lnTo>
                <a:lnTo>
                  <a:pt x="683" y="159"/>
                </a:lnTo>
                <a:lnTo>
                  <a:pt x="688" y="167"/>
                </a:lnTo>
                <a:lnTo>
                  <a:pt x="693" y="175"/>
                </a:lnTo>
                <a:lnTo>
                  <a:pt x="697" y="184"/>
                </a:lnTo>
                <a:lnTo>
                  <a:pt x="701" y="192"/>
                </a:lnTo>
                <a:lnTo>
                  <a:pt x="705" y="201"/>
                </a:lnTo>
                <a:lnTo>
                  <a:pt x="708" y="210"/>
                </a:lnTo>
                <a:lnTo>
                  <a:pt x="711" y="218"/>
                </a:lnTo>
                <a:lnTo>
                  <a:pt x="714" y="227"/>
                </a:lnTo>
                <a:lnTo>
                  <a:pt x="716" y="236"/>
                </a:lnTo>
                <a:lnTo>
                  <a:pt x="718" y="245"/>
                </a:lnTo>
                <a:lnTo>
                  <a:pt x="720" y="254"/>
                </a:lnTo>
                <a:lnTo>
                  <a:pt x="721" y="263"/>
                </a:lnTo>
                <a:lnTo>
                  <a:pt x="722" y="272"/>
                </a:lnTo>
                <a:lnTo>
                  <a:pt x="722" y="281"/>
                </a:lnTo>
                <a:lnTo>
                  <a:pt x="723" y="290"/>
                </a:lnTo>
                <a:close/>
              </a:path>
            </a:pathLst>
          </a:custGeom>
          <a:solidFill>
            <a:srgbClr val="ffc1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6" name=""/>
          <p:cNvSpPr/>
          <p:nvPr/>
        </p:nvSpPr>
        <p:spPr>
          <a:xfrm>
            <a:off x="4848120" y="1722960"/>
            <a:ext cx="261720" cy="210240"/>
          </a:xfrm>
          <a:custGeom>
            <a:avLst/>
            <a:gdLst/>
            <a:ahLst/>
            <a:rect l="0" t="0" r="r" b="b"/>
            <a:pathLst>
              <a:path w="727" h="584">
                <a:moveTo>
                  <a:pt x="725" y="292"/>
                </a:moveTo>
                <a:lnTo>
                  <a:pt x="724" y="283"/>
                </a:lnTo>
                <a:lnTo>
                  <a:pt x="724" y="274"/>
                </a:lnTo>
                <a:lnTo>
                  <a:pt x="723" y="265"/>
                </a:lnTo>
                <a:lnTo>
                  <a:pt x="722" y="256"/>
                </a:lnTo>
                <a:lnTo>
                  <a:pt x="720" y="247"/>
                </a:lnTo>
                <a:lnTo>
                  <a:pt x="718" y="238"/>
                </a:lnTo>
                <a:lnTo>
                  <a:pt x="716" y="229"/>
                </a:lnTo>
                <a:lnTo>
                  <a:pt x="713" y="220"/>
                </a:lnTo>
                <a:lnTo>
                  <a:pt x="710" y="212"/>
                </a:lnTo>
                <a:lnTo>
                  <a:pt x="707" y="203"/>
                </a:lnTo>
                <a:lnTo>
                  <a:pt x="703" y="194"/>
                </a:lnTo>
                <a:lnTo>
                  <a:pt x="699" y="186"/>
                </a:lnTo>
                <a:lnTo>
                  <a:pt x="695" y="177"/>
                </a:lnTo>
                <a:lnTo>
                  <a:pt x="689" y="169"/>
                </a:lnTo>
                <a:lnTo>
                  <a:pt x="684" y="160"/>
                </a:lnTo>
                <a:lnTo>
                  <a:pt x="679" y="152"/>
                </a:lnTo>
                <a:lnTo>
                  <a:pt x="673" y="144"/>
                </a:lnTo>
                <a:lnTo>
                  <a:pt x="667" y="136"/>
                </a:lnTo>
                <a:lnTo>
                  <a:pt x="661" y="129"/>
                </a:lnTo>
                <a:lnTo>
                  <a:pt x="655" y="121"/>
                </a:lnTo>
                <a:lnTo>
                  <a:pt x="648" y="114"/>
                </a:lnTo>
                <a:lnTo>
                  <a:pt x="641" y="107"/>
                </a:lnTo>
                <a:lnTo>
                  <a:pt x="633" y="100"/>
                </a:lnTo>
                <a:lnTo>
                  <a:pt x="626" y="93"/>
                </a:lnTo>
                <a:lnTo>
                  <a:pt x="618" y="87"/>
                </a:lnTo>
                <a:lnTo>
                  <a:pt x="610" y="80"/>
                </a:lnTo>
                <a:lnTo>
                  <a:pt x="601" y="74"/>
                </a:lnTo>
                <a:lnTo>
                  <a:pt x="593" y="68"/>
                </a:lnTo>
                <a:lnTo>
                  <a:pt x="584" y="63"/>
                </a:lnTo>
                <a:lnTo>
                  <a:pt x="575" y="57"/>
                </a:lnTo>
                <a:lnTo>
                  <a:pt x="566" y="52"/>
                </a:lnTo>
                <a:lnTo>
                  <a:pt x="556" y="47"/>
                </a:lnTo>
                <a:lnTo>
                  <a:pt x="547" y="42"/>
                </a:lnTo>
                <a:lnTo>
                  <a:pt x="537" y="38"/>
                </a:lnTo>
                <a:lnTo>
                  <a:pt x="527" y="33"/>
                </a:lnTo>
                <a:lnTo>
                  <a:pt x="516" y="29"/>
                </a:lnTo>
                <a:lnTo>
                  <a:pt x="506" y="26"/>
                </a:lnTo>
                <a:lnTo>
                  <a:pt x="496" y="22"/>
                </a:lnTo>
                <a:lnTo>
                  <a:pt x="485" y="19"/>
                </a:lnTo>
                <a:lnTo>
                  <a:pt x="474" y="16"/>
                </a:lnTo>
                <a:lnTo>
                  <a:pt x="463" y="13"/>
                </a:lnTo>
                <a:lnTo>
                  <a:pt x="453" y="11"/>
                </a:lnTo>
                <a:lnTo>
                  <a:pt x="442" y="9"/>
                </a:lnTo>
                <a:lnTo>
                  <a:pt x="430" y="7"/>
                </a:lnTo>
                <a:lnTo>
                  <a:pt x="419" y="5"/>
                </a:lnTo>
                <a:lnTo>
                  <a:pt x="408" y="4"/>
                </a:lnTo>
                <a:lnTo>
                  <a:pt x="397" y="3"/>
                </a:lnTo>
                <a:lnTo>
                  <a:pt x="385" y="2"/>
                </a:lnTo>
                <a:lnTo>
                  <a:pt x="374" y="2"/>
                </a:lnTo>
                <a:lnTo>
                  <a:pt x="363" y="2"/>
                </a:lnTo>
                <a:lnTo>
                  <a:pt x="351" y="2"/>
                </a:lnTo>
                <a:lnTo>
                  <a:pt x="340" y="2"/>
                </a:lnTo>
                <a:lnTo>
                  <a:pt x="329" y="3"/>
                </a:lnTo>
                <a:lnTo>
                  <a:pt x="318" y="4"/>
                </a:lnTo>
                <a:lnTo>
                  <a:pt x="306" y="5"/>
                </a:lnTo>
                <a:lnTo>
                  <a:pt x="295" y="7"/>
                </a:lnTo>
                <a:lnTo>
                  <a:pt x="284" y="9"/>
                </a:lnTo>
                <a:lnTo>
                  <a:pt x="273" y="11"/>
                </a:lnTo>
                <a:lnTo>
                  <a:pt x="262" y="13"/>
                </a:lnTo>
                <a:lnTo>
                  <a:pt x="251" y="16"/>
                </a:lnTo>
                <a:lnTo>
                  <a:pt x="241" y="19"/>
                </a:lnTo>
                <a:lnTo>
                  <a:pt x="230" y="22"/>
                </a:lnTo>
                <a:lnTo>
                  <a:pt x="219" y="26"/>
                </a:lnTo>
                <a:lnTo>
                  <a:pt x="209" y="29"/>
                </a:lnTo>
                <a:lnTo>
                  <a:pt x="199" y="33"/>
                </a:lnTo>
                <a:lnTo>
                  <a:pt x="189" y="38"/>
                </a:lnTo>
                <a:lnTo>
                  <a:pt x="179" y="42"/>
                </a:lnTo>
                <a:lnTo>
                  <a:pt x="169" y="47"/>
                </a:lnTo>
                <a:lnTo>
                  <a:pt x="160" y="52"/>
                </a:lnTo>
                <a:lnTo>
                  <a:pt x="151" y="57"/>
                </a:lnTo>
                <a:lnTo>
                  <a:pt x="142" y="63"/>
                </a:lnTo>
                <a:lnTo>
                  <a:pt x="133" y="68"/>
                </a:lnTo>
                <a:lnTo>
                  <a:pt x="124" y="74"/>
                </a:lnTo>
                <a:lnTo>
                  <a:pt x="116" y="80"/>
                </a:lnTo>
                <a:lnTo>
                  <a:pt x="108" y="87"/>
                </a:lnTo>
                <a:lnTo>
                  <a:pt x="100" y="93"/>
                </a:lnTo>
                <a:lnTo>
                  <a:pt x="92" y="100"/>
                </a:lnTo>
                <a:lnTo>
                  <a:pt x="85" y="107"/>
                </a:lnTo>
                <a:lnTo>
                  <a:pt x="78" y="114"/>
                </a:lnTo>
                <a:lnTo>
                  <a:pt x="71" y="121"/>
                </a:lnTo>
                <a:lnTo>
                  <a:pt x="64" y="129"/>
                </a:lnTo>
                <a:lnTo>
                  <a:pt x="58" y="136"/>
                </a:lnTo>
                <a:lnTo>
                  <a:pt x="52" y="144"/>
                </a:lnTo>
                <a:lnTo>
                  <a:pt x="47" y="152"/>
                </a:lnTo>
                <a:lnTo>
                  <a:pt x="41" y="160"/>
                </a:lnTo>
                <a:lnTo>
                  <a:pt x="36" y="169"/>
                </a:lnTo>
                <a:lnTo>
                  <a:pt x="32" y="177"/>
                </a:lnTo>
                <a:lnTo>
                  <a:pt x="27" y="186"/>
                </a:lnTo>
                <a:lnTo>
                  <a:pt x="23" y="194"/>
                </a:lnTo>
                <a:lnTo>
                  <a:pt x="20" y="203"/>
                </a:lnTo>
                <a:lnTo>
                  <a:pt x="16" y="212"/>
                </a:lnTo>
                <a:lnTo>
                  <a:pt x="13" y="220"/>
                </a:lnTo>
                <a:lnTo>
                  <a:pt x="11" y="229"/>
                </a:lnTo>
                <a:lnTo>
                  <a:pt x="8" y="238"/>
                </a:lnTo>
                <a:lnTo>
                  <a:pt x="6" y="247"/>
                </a:lnTo>
                <a:lnTo>
                  <a:pt x="5" y="256"/>
                </a:lnTo>
                <a:lnTo>
                  <a:pt x="4" y="265"/>
                </a:lnTo>
                <a:lnTo>
                  <a:pt x="3" y="274"/>
                </a:lnTo>
                <a:lnTo>
                  <a:pt x="2" y="283"/>
                </a:lnTo>
                <a:lnTo>
                  <a:pt x="2" y="292"/>
                </a:lnTo>
                <a:lnTo>
                  <a:pt x="2" y="301"/>
                </a:lnTo>
                <a:lnTo>
                  <a:pt x="3" y="311"/>
                </a:lnTo>
                <a:lnTo>
                  <a:pt x="4" y="320"/>
                </a:lnTo>
                <a:lnTo>
                  <a:pt x="5" y="329"/>
                </a:lnTo>
                <a:lnTo>
                  <a:pt x="6" y="338"/>
                </a:lnTo>
                <a:lnTo>
                  <a:pt x="8" y="347"/>
                </a:lnTo>
                <a:lnTo>
                  <a:pt x="11" y="356"/>
                </a:lnTo>
                <a:lnTo>
                  <a:pt x="13" y="364"/>
                </a:lnTo>
                <a:lnTo>
                  <a:pt x="16" y="373"/>
                </a:lnTo>
                <a:lnTo>
                  <a:pt x="20" y="382"/>
                </a:lnTo>
                <a:lnTo>
                  <a:pt x="23" y="390"/>
                </a:lnTo>
                <a:lnTo>
                  <a:pt x="27" y="399"/>
                </a:lnTo>
                <a:lnTo>
                  <a:pt x="32" y="407"/>
                </a:lnTo>
                <a:lnTo>
                  <a:pt x="36" y="416"/>
                </a:lnTo>
                <a:lnTo>
                  <a:pt x="41" y="424"/>
                </a:lnTo>
                <a:lnTo>
                  <a:pt x="47" y="432"/>
                </a:lnTo>
                <a:lnTo>
                  <a:pt x="52" y="440"/>
                </a:lnTo>
                <a:lnTo>
                  <a:pt x="58" y="447"/>
                </a:lnTo>
                <a:lnTo>
                  <a:pt x="64" y="455"/>
                </a:lnTo>
                <a:lnTo>
                  <a:pt x="71" y="463"/>
                </a:lnTo>
                <a:lnTo>
                  <a:pt x="78" y="470"/>
                </a:lnTo>
                <a:lnTo>
                  <a:pt x="85" y="477"/>
                </a:lnTo>
                <a:lnTo>
                  <a:pt x="92" y="484"/>
                </a:lnTo>
                <a:lnTo>
                  <a:pt x="100" y="491"/>
                </a:lnTo>
                <a:lnTo>
                  <a:pt x="108" y="497"/>
                </a:lnTo>
                <a:lnTo>
                  <a:pt x="116" y="503"/>
                </a:lnTo>
                <a:lnTo>
                  <a:pt x="124" y="510"/>
                </a:lnTo>
                <a:lnTo>
                  <a:pt x="133" y="515"/>
                </a:lnTo>
                <a:lnTo>
                  <a:pt x="142" y="521"/>
                </a:lnTo>
                <a:lnTo>
                  <a:pt x="151" y="527"/>
                </a:lnTo>
                <a:lnTo>
                  <a:pt x="160" y="532"/>
                </a:lnTo>
                <a:lnTo>
                  <a:pt x="169" y="537"/>
                </a:lnTo>
                <a:lnTo>
                  <a:pt x="179" y="542"/>
                </a:lnTo>
                <a:lnTo>
                  <a:pt x="189" y="546"/>
                </a:lnTo>
                <a:lnTo>
                  <a:pt x="199" y="550"/>
                </a:lnTo>
                <a:lnTo>
                  <a:pt x="209" y="554"/>
                </a:lnTo>
                <a:lnTo>
                  <a:pt x="219" y="558"/>
                </a:lnTo>
                <a:lnTo>
                  <a:pt x="230" y="562"/>
                </a:lnTo>
                <a:lnTo>
                  <a:pt x="241" y="565"/>
                </a:lnTo>
                <a:lnTo>
                  <a:pt x="251" y="568"/>
                </a:lnTo>
                <a:lnTo>
                  <a:pt x="262" y="570"/>
                </a:lnTo>
                <a:lnTo>
                  <a:pt x="273" y="573"/>
                </a:lnTo>
                <a:lnTo>
                  <a:pt x="284" y="575"/>
                </a:lnTo>
                <a:lnTo>
                  <a:pt x="295" y="577"/>
                </a:lnTo>
                <a:lnTo>
                  <a:pt x="306" y="578"/>
                </a:lnTo>
                <a:lnTo>
                  <a:pt x="318" y="580"/>
                </a:lnTo>
                <a:lnTo>
                  <a:pt x="329" y="581"/>
                </a:lnTo>
                <a:lnTo>
                  <a:pt x="340" y="581"/>
                </a:lnTo>
                <a:lnTo>
                  <a:pt x="351" y="582"/>
                </a:lnTo>
                <a:lnTo>
                  <a:pt x="363" y="582"/>
                </a:lnTo>
                <a:lnTo>
                  <a:pt x="374" y="582"/>
                </a:lnTo>
                <a:lnTo>
                  <a:pt x="385" y="581"/>
                </a:lnTo>
                <a:lnTo>
                  <a:pt x="397" y="581"/>
                </a:lnTo>
                <a:lnTo>
                  <a:pt x="408" y="580"/>
                </a:lnTo>
                <a:lnTo>
                  <a:pt x="419" y="578"/>
                </a:lnTo>
                <a:lnTo>
                  <a:pt x="430" y="577"/>
                </a:lnTo>
                <a:lnTo>
                  <a:pt x="442" y="575"/>
                </a:lnTo>
                <a:lnTo>
                  <a:pt x="453" y="573"/>
                </a:lnTo>
                <a:lnTo>
                  <a:pt x="463" y="570"/>
                </a:lnTo>
                <a:lnTo>
                  <a:pt x="474" y="568"/>
                </a:lnTo>
                <a:lnTo>
                  <a:pt x="485" y="565"/>
                </a:lnTo>
                <a:lnTo>
                  <a:pt x="496" y="562"/>
                </a:lnTo>
                <a:lnTo>
                  <a:pt x="506" y="558"/>
                </a:lnTo>
                <a:lnTo>
                  <a:pt x="516" y="554"/>
                </a:lnTo>
                <a:lnTo>
                  <a:pt x="527" y="550"/>
                </a:lnTo>
                <a:lnTo>
                  <a:pt x="537" y="546"/>
                </a:lnTo>
                <a:lnTo>
                  <a:pt x="547" y="542"/>
                </a:lnTo>
                <a:lnTo>
                  <a:pt x="556" y="537"/>
                </a:lnTo>
                <a:lnTo>
                  <a:pt x="566" y="532"/>
                </a:lnTo>
                <a:lnTo>
                  <a:pt x="575" y="527"/>
                </a:lnTo>
                <a:lnTo>
                  <a:pt x="584" y="521"/>
                </a:lnTo>
                <a:lnTo>
                  <a:pt x="593" y="515"/>
                </a:lnTo>
                <a:lnTo>
                  <a:pt x="601" y="510"/>
                </a:lnTo>
                <a:lnTo>
                  <a:pt x="610" y="503"/>
                </a:lnTo>
                <a:lnTo>
                  <a:pt x="618" y="497"/>
                </a:lnTo>
                <a:lnTo>
                  <a:pt x="626" y="491"/>
                </a:lnTo>
                <a:lnTo>
                  <a:pt x="633" y="484"/>
                </a:lnTo>
                <a:lnTo>
                  <a:pt x="641" y="477"/>
                </a:lnTo>
                <a:lnTo>
                  <a:pt x="648" y="470"/>
                </a:lnTo>
                <a:lnTo>
                  <a:pt x="655" y="463"/>
                </a:lnTo>
                <a:lnTo>
                  <a:pt x="661" y="455"/>
                </a:lnTo>
                <a:lnTo>
                  <a:pt x="667" y="447"/>
                </a:lnTo>
                <a:lnTo>
                  <a:pt x="673" y="440"/>
                </a:lnTo>
                <a:lnTo>
                  <a:pt x="679" y="432"/>
                </a:lnTo>
                <a:lnTo>
                  <a:pt x="684" y="424"/>
                </a:lnTo>
                <a:lnTo>
                  <a:pt x="689" y="416"/>
                </a:lnTo>
                <a:lnTo>
                  <a:pt x="695" y="407"/>
                </a:lnTo>
                <a:lnTo>
                  <a:pt x="699" y="399"/>
                </a:lnTo>
                <a:lnTo>
                  <a:pt x="703" y="390"/>
                </a:lnTo>
                <a:lnTo>
                  <a:pt x="707" y="382"/>
                </a:lnTo>
                <a:lnTo>
                  <a:pt x="710" y="373"/>
                </a:lnTo>
                <a:lnTo>
                  <a:pt x="713" y="364"/>
                </a:lnTo>
                <a:lnTo>
                  <a:pt x="716" y="356"/>
                </a:lnTo>
                <a:lnTo>
                  <a:pt x="718" y="347"/>
                </a:lnTo>
                <a:lnTo>
                  <a:pt x="720" y="338"/>
                </a:lnTo>
                <a:lnTo>
                  <a:pt x="722" y="329"/>
                </a:lnTo>
                <a:lnTo>
                  <a:pt x="723" y="320"/>
                </a:lnTo>
                <a:lnTo>
                  <a:pt x="724" y="311"/>
                </a:lnTo>
                <a:lnTo>
                  <a:pt x="724" y="301"/>
                </a:lnTo>
                <a:lnTo>
                  <a:pt x="725" y="292"/>
                </a:lnTo>
                <a:moveTo>
                  <a:pt x="727" y="292"/>
                </a:moveTo>
                <a:lnTo>
                  <a:pt x="727" y="302"/>
                </a:lnTo>
                <a:lnTo>
                  <a:pt x="726" y="311"/>
                </a:lnTo>
                <a:lnTo>
                  <a:pt x="725" y="320"/>
                </a:lnTo>
                <a:lnTo>
                  <a:pt x="724" y="329"/>
                </a:lnTo>
                <a:lnTo>
                  <a:pt x="723" y="338"/>
                </a:lnTo>
                <a:lnTo>
                  <a:pt x="721" y="347"/>
                </a:lnTo>
                <a:lnTo>
                  <a:pt x="718" y="356"/>
                </a:lnTo>
                <a:lnTo>
                  <a:pt x="716" y="365"/>
                </a:lnTo>
                <a:lnTo>
                  <a:pt x="713" y="374"/>
                </a:lnTo>
                <a:lnTo>
                  <a:pt x="709" y="382"/>
                </a:lnTo>
                <a:lnTo>
                  <a:pt x="706" y="391"/>
                </a:lnTo>
                <a:lnTo>
                  <a:pt x="701" y="400"/>
                </a:lnTo>
                <a:lnTo>
                  <a:pt x="697" y="408"/>
                </a:lnTo>
                <a:lnTo>
                  <a:pt x="692" y="416"/>
                </a:lnTo>
                <a:lnTo>
                  <a:pt x="686" y="425"/>
                </a:lnTo>
                <a:lnTo>
                  <a:pt x="681" y="433"/>
                </a:lnTo>
                <a:lnTo>
                  <a:pt x="675" y="441"/>
                </a:lnTo>
                <a:lnTo>
                  <a:pt x="669" y="448"/>
                </a:lnTo>
                <a:lnTo>
                  <a:pt x="663" y="456"/>
                </a:lnTo>
                <a:lnTo>
                  <a:pt x="657" y="464"/>
                </a:lnTo>
                <a:lnTo>
                  <a:pt x="650" y="471"/>
                </a:lnTo>
                <a:lnTo>
                  <a:pt x="643" y="478"/>
                </a:lnTo>
                <a:lnTo>
                  <a:pt x="635" y="485"/>
                </a:lnTo>
                <a:lnTo>
                  <a:pt x="628" y="492"/>
                </a:lnTo>
                <a:lnTo>
                  <a:pt x="620" y="498"/>
                </a:lnTo>
                <a:lnTo>
                  <a:pt x="611" y="505"/>
                </a:lnTo>
                <a:lnTo>
                  <a:pt x="603" y="511"/>
                </a:lnTo>
                <a:lnTo>
                  <a:pt x="594" y="517"/>
                </a:lnTo>
                <a:lnTo>
                  <a:pt x="585" y="523"/>
                </a:lnTo>
                <a:lnTo>
                  <a:pt x="576" y="528"/>
                </a:lnTo>
                <a:lnTo>
                  <a:pt x="567" y="533"/>
                </a:lnTo>
                <a:lnTo>
                  <a:pt x="557" y="538"/>
                </a:lnTo>
                <a:lnTo>
                  <a:pt x="548" y="543"/>
                </a:lnTo>
                <a:lnTo>
                  <a:pt x="538" y="548"/>
                </a:lnTo>
                <a:lnTo>
                  <a:pt x="528" y="552"/>
                </a:lnTo>
                <a:lnTo>
                  <a:pt x="517" y="556"/>
                </a:lnTo>
                <a:lnTo>
                  <a:pt x="507" y="560"/>
                </a:lnTo>
                <a:lnTo>
                  <a:pt x="496" y="563"/>
                </a:lnTo>
                <a:lnTo>
                  <a:pt x="486" y="566"/>
                </a:lnTo>
                <a:lnTo>
                  <a:pt x="475" y="569"/>
                </a:lnTo>
                <a:lnTo>
                  <a:pt x="464" y="572"/>
                </a:lnTo>
                <a:lnTo>
                  <a:pt x="453" y="575"/>
                </a:lnTo>
                <a:lnTo>
                  <a:pt x="442" y="577"/>
                </a:lnTo>
                <a:lnTo>
                  <a:pt x="431" y="579"/>
                </a:lnTo>
                <a:lnTo>
                  <a:pt x="420" y="580"/>
                </a:lnTo>
                <a:lnTo>
                  <a:pt x="408" y="581"/>
                </a:lnTo>
                <a:lnTo>
                  <a:pt x="397" y="582"/>
                </a:lnTo>
                <a:lnTo>
                  <a:pt x="386" y="583"/>
                </a:lnTo>
                <a:lnTo>
                  <a:pt x="374" y="584"/>
                </a:lnTo>
                <a:lnTo>
                  <a:pt x="363" y="584"/>
                </a:lnTo>
                <a:lnTo>
                  <a:pt x="351" y="584"/>
                </a:lnTo>
                <a:lnTo>
                  <a:pt x="340" y="583"/>
                </a:lnTo>
                <a:lnTo>
                  <a:pt x="329" y="582"/>
                </a:lnTo>
                <a:lnTo>
                  <a:pt x="317" y="581"/>
                </a:lnTo>
                <a:lnTo>
                  <a:pt x="306" y="580"/>
                </a:lnTo>
                <a:lnTo>
                  <a:pt x="295" y="579"/>
                </a:lnTo>
                <a:lnTo>
                  <a:pt x="284" y="577"/>
                </a:lnTo>
                <a:lnTo>
                  <a:pt x="272" y="575"/>
                </a:lnTo>
                <a:lnTo>
                  <a:pt x="261" y="572"/>
                </a:lnTo>
                <a:lnTo>
                  <a:pt x="251" y="569"/>
                </a:lnTo>
                <a:lnTo>
                  <a:pt x="240" y="566"/>
                </a:lnTo>
                <a:lnTo>
                  <a:pt x="229" y="563"/>
                </a:lnTo>
                <a:lnTo>
                  <a:pt x="219" y="560"/>
                </a:lnTo>
                <a:lnTo>
                  <a:pt x="208" y="556"/>
                </a:lnTo>
                <a:lnTo>
                  <a:pt x="198" y="552"/>
                </a:lnTo>
                <a:lnTo>
                  <a:pt x="188" y="548"/>
                </a:lnTo>
                <a:lnTo>
                  <a:pt x="178" y="543"/>
                </a:lnTo>
                <a:lnTo>
                  <a:pt x="168" y="538"/>
                </a:lnTo>
                <a:lnTo>
                  <a:pt x="159" y="533"/>
                </a:lnTo>
                <a:lnTo>
                  <a:pt x="149" y="528"/>
                </a:lnTo>
                <a:lnTo>
                  <a:pt x="140" y="523"/>
                </a:lnTo>
                <a:lnTo>
                  <a:pt x="131" y="517"/>
                </a:lnTo>
                <a:lnTo>
                  <a:pt x="123" y="511"/>
                </a:lnTo>
                <a:lnTo>
                  <a:pt x="114" y="505"/>
                </a:lnTo>
                <a:lnTo>
                  <a:pt x="106" y="498"/>
                </a:lnTo>
                <a:lnTo>
                  <a:pt x="98" y="492"/>
                </a:lnTo>
                <a:lnTo>
                  <a:pt x="90" y="485"/>
                </a:lnTo>
                <a:lnTo>
                  <a:pt x="83" y="478"/>
                </a:lnTo>
                <a:lnTo>
                  <a:pt x="76" y="471"/>
                </a:lnTo>
                <a:lnTo>
                  <a:pt x="69" y="464"/>
                </a:lnTo>
                <a:lnTo>
                  <a:pt x="62" y="456"/>
                </a:lnTo>
                <a:lnTo>
                  <a:pt x="56" y="448"/>
                </a:lnTo>
                <a:lnTo>
                  <a:pt x="50" y="441"/>
                </a:lnTo>
                <a:lnTo>
                  <a:pt x="45" y="433"/>
                </a:lnTo>
                <a:lnTo>
                  <a:pt x="39" y="425"/>
                </a:lnTo>
                <a:lnTo>
                  <a:pt x="34" y="416"/>
                </a:lnTo>
                <a:lnTo>
                  <a:pt x="29" y="408"/>
                </a:lnTo>
                <a:lnTo>
                  <a:pt x="25" y="400"/>
                </a:lnTo>
                <a:lnTo>
                  <a:pt x="21" y="391"/>
                </a:lnTo>
                <a:lnTo>
                  <a:pt x="17" y="382"/>
                </a:lnTo>
                <a:lnTo>
                  <a:pt x="14" y="374"/>
                </a:lnTo>
                <a:lnTo>
                  <a:pt x="11" y="365"/>
                </a:lnTo>
                <a:lnTo>
                  <a:pt x="8" y="356"/>
                </a:lnTo>
                <a:lnTo>
                  <a:pt x="6" y="347"/>
                </a:lnTo>
                <a:lnTo>
                  <a:pt x="4" y="338"/>
                </a:lnTo>
                <a:lnTo>
                  <a:pt x="2" y="329"/>
                </a:lnTo>
                <a:lnTo>
                  <a:pt x="1" y="320"/>
                </a:lnTo>
                <a:lnTo>
                  <a:pt x="0" y="311"/>
                </a:lnTo>
                <a:lnTo>
                  <a:pt x="0" y="302"/>
                </a:lnTo>
                <a:lnTo>
                  <a:pt x="0" y="292"/>
                </a:lnTo>
                <a:lnTo>
                  <a:pt x="0" y="283"/>
                </a:lnTo>
                <a:lnTo>
                  <a:pt x="0" y="274"/>
                </a:lnTo>
                <a:lnTo>
                  <a:pt x="1" y="265"/>
                </a:lnTo>
                <a:lnTo>
                  <a:pt x="2" y="256"/>
                </a:lnTo>
                <a:lnTo>
                  <a:pt x="4" y="247"/>
                </a:lnTo>
                <a:lnTo>
                  <a:pt x="6" y="238"/>
                </a:lnTo>
                <a:lnTo>
                  <a:pt x="8" y="229"/>
                </a:lnTo>
                <a:lnTo>
                  <a:pt x="11" y="220"/>
                </a:lnTo>
                <a:lnTo>
                  <a:pt x="14" y="211"/>
                </a:lnTo>
                <a:lnTo>
                  <a:pt x="17" y="202"/>
                </a:lnTo>
                <a:lnTo>
                  <a:pt x="21" y="194"/>
                </a:lnTo>
                <a:lnTo>
                  <a:pt x="25" y="185"/>
                </a:lnTo>
                <a:lnTo>
                  <a:pt x="29" y="177"/>
                </a:lnTo>
                <a:lnTo>
                  <a:pt x="34" y="168"/>
                </a:lnTo>
                <a:lnTo>
                  <a:pt x="39" y="159"/>
                </a:lnTo>
                <a:lnTo>
                  <a:pt x="45" y="151"/>
                </a:lnTo>
                <a:lnTo>
                  <a:pt x="50" y="143"/>
                </a:lnTo>
                <a:lnTo>
                  <a:pt x="56" y="135"/>
                </a:lnTo>
                <a:lnTo>
                  <a:pt x="62" y="128"/>
                </a:lnTo>
                <a:lnTo>
                  <a:pt x="69" y="120"/>
                </a:lnTo>
                <a:lnTo>
                  <a:pt x="76" y="113"/>
                </a:lnTo>
                <a:lnTo>
                  <a:pt x="83" y="106"/>
                </a:lnTo>
                <a:lnTo>
                  <a:pt x="90" y="99"/>
                </a:lnTo>
                <a:lnTo>
                  <a:pt x="98" y="92"/>
                </a:lnTo>
                <a:lnTo>
                  <a:pt x="106" y="85"/>
                </a:lnTo>
                <a:lnTo>
                  <a:pt x="114" y="79"/>
                </a:lnTo>
                <a:lnTo>
                  <a:pt x="123" y="73"/>
                </a:lnTo>
                <a:lnTo>
                  <a:pt x="131" y="67"/>
                </a:lnTo>
                <a:lnTo>
                  <a:pt x="140" y="61"/>
                </a:lnTo>
                <a:lnTo>
                  <a:pt x="149" y="56"/>
                </a:lnTo>
                <a:lnTo>
                  <a:pt x="159" y="50"/>
                </a:lnTo>
                <a:lnTo>
                  <a:pt x="168" y="45"/>
                </a:lnTo>
                <a:lnTo>
                  <a:pt x="178" y="41"/>
                </a:lnTo>
                <a:lnTo>
                  <a:pt x="188" y="36"/>
                </a:lnTo>
                <a:lnTo>
                  <a:pt x="198" y="32"/>
                </a:lnTo>
                <a:lnTo>
                  <a:pt x="208" y="28"/>
                </a:lnTo>
                <a:lnTo>
                  <a:pt x="219" y="24"/>
                </a:lnTo>
                <a:lnTo>
                  <a:pt x="229" y="21"/>
                </a:lnTo>
                <a:lnTo>
                  <a:pt x="240" y="17"/>
                </a:lnTo>
                <a:lnTo>
                  <a:pt x="251" y="14"/>
                </a:lnTo>
                <a:lnTo>
                  <a:pt x="261" y="12"/>
                </a:lnTo>
                <a:lnTo>
                  <a:pt x="272" y="9"/>
                </a:lnTo>
                <a:lnTo>
                  <a:pt x="284" y="7"/>
                </a:lnTo>
                <a:lnTo>
                  <a:pt x="295" y="5"/>
                </a:lnTo>
                <a:lnTo>
                  <a:pt x="306" y="4"/>
                </a:lnTo>
                <a:lnTo>
                  <a:pt x="317" y="2"/>
                </a:lnTo>
                <a:lnTo>
                  <a:pt x="329" y="1"/>
                </a:lnTo>
                <a:lnTo>
                  <a:pt x="340" y="1"/>
                </a:lnTo>
                <a:lnTo>
                  <a:pt x="351" y="0"/>
                </a:lnTo>
                <a:lnTo>
                  <a:pt x="363" y="0"/>
                </a:lnTo>
                <a:lnTo>
                  <a:pt x="374" y="0"/>
                </a:lnTo>
                <a:lnTo>
                  <a:pt x="386" y="1"/>
                </a:lnTo>
                <a:lnTo>
                  <a:pt x="397" y="1"/>
                </a:lnTo>
                <a:lnTo>
                  <a:pt x="408" y="2"/>
                </a:lnTo>
                <a:lnTo>
                  <a:pt x="420" y="4"/>
                </a:lnTo>
                <a:lnTo>
                  <a:pt x="431" y="5"/>
                </a:lnTo>
                <a:lnTo>
                  <a:pt x="442" y="7"/>
                </a:lnTo>
                <a:lnTo>
                  <a:pt x="453" y="9"/>
                </a:lnTo>
                <a:lnTo>
                  <a:pt x="464" y="12"/>
                </a:lnTo>
                <a:lnTo>
                  <a:pt x="475" y="14"/>
                </a:lnTo>
                <a:lnTo>
                  <a:pt x="486" y="17"/>
                </a:lnTo>
                <a:lnTo>
                  <a:pt x="496" y="21"/>
                </a:lnTo>
                <a:lnTo>
                  <a:pt x="507" y="24"/>
                </a:lnTo>
                <a:lnTo>
                  <a:pt x="517" y="28"/>
                </a:lnTo>
                <a:lnTo>
                  <a:pt x="528" y="32"/>
                </a:lnTo>
                <a:lnTo>
                  <a:pt x="538" y="36"/>
                </a:lnTo>
                <a:lnTo>
                  <a:pt x="548" y="41"/>
                </a:lnTo>
                <a:lnTo>
                  <a:pt x="557" y="45"/>
                </a:lnTo>
                <a:lnTo>
                  <a:pt x="567" y="50"/>
                </a:lnTo>
                <a:lnTo>
                  <a:pt x="576" y="56"/>
                </a:lnTo>
                <a:lnTo>
                  <a:pt x="585" y="61"/>
                </a:lnTo>
                <a:lnTo>
                  <a:pt x="594" y="67"/>
                </a:lnTo>
                <a:lnTo>
                  <a:pt x="603" y="73"/>
                </a:lnTo>
                <a:lnTo>
                  <a:pt x="611" y="79"/>
                </a:lnTo>
                <a:lnTo>
                  <a:pt x="620" y="85"/>
                </a:lnTo>
                <a:lnTo>
                  <a:pt x="628" y="92"/>
                </a:lnTo>
                <a:lnTo>
                  <a:pt x="635" y="99"/>
                </a:lnTo>
                <a:lnTo>
                  <a:pt x="643" y="106"/>
                </a:lnTo>
                <a:lnTo>
                  <a:pt x="650" y="113"/>
                </a:lnTo>
                <a:lnTo>
                  <a:pt x="657" y="120"/>
                </a:lnTo>
                <a:lnTo>
                  <a:pt x="663" y="128"/>
                </a:lnTo>
                <a:lnTo>
                  <a:pt x="669" y="135"/>
                </a:lnTo>
                <a:lnTo>
                  <a:pt x="675" y="143"/>
                </a:lnTo>
                <a:lnTo>
                  <a:pt x="681" y="151"/>
                </a:lnTo>
                <a:lnTo>
                  <a:pt x="686" y="159"/>
                </a:lnTo>
                <a:lnTo>
                  <a:pt x="692" y="168"/>
                </a:lnTo>
                <a:lnTo>
                  <a:pt x="697" y="177"/>
                </a:lnTo>
                <a:lnTo>
                  <a:pt x="701" y="185"/>
                </a:lnTo>
                <a:lnTo>
                  <a:pt x="706" y="194"/>
                </a:lnTo>
                <a:lnTo>
                  <a:pt x="709" y="202"/>
                </a:lnTo>
                <a:lnTo>
                  <a:pt x="713" y="211"/>
                </a:lnTo>
                <a:lnTo>
                  <a:pt x="716" y="220"/>
                </a:lnTo>
                <a:lnTo>
                  <a:pt x="718" y="229"/>
                </a:lnTo>
                <a:lnTo>
                  <a:pt x="721" y="238"/>
                </a:lnTo>
                <a:lnTo>
                  <a:pt x="723" y="247"/>
                </a:lnTo>
                <a:lnTo>
                  <a:pt x="724" y="256"/>
                </a:lnTo>
                <a:lnTo>
                  <a:pt x="725" y="265"/>
                </a:lnTo>
                <a:lnTo>
                  <a:pt x="726" y="274"/>
                </a:lnTo>
                <a:lnTo>
                  <a:pt x="727" y="283"/>
                </a:lnTo>
                <a:lnTo>
                  <a:pt x="727" y="292"/>
                </a:lnTo>
                <a:close/>
              </a:path>
            </a:pathLst>
          </a:custGeom>
          <a:solidFill>
            <a:srgbClr val="ffc0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7" name=""/>
          <p:cNvSpPr/>
          <p:nvPr/>
        </p:nvSpPr>
        <p:spPr>
          <a:xfrm>
            <a:off x="4847040" y="1722240"/>
            <a:ext cx="263520" cy="211680"/>
          </a:xfrm>
          <a:custGeom>
            <a:avLst/>
            <a:gdLst/>
            <a:ahLst/>
            <a:rect l="0" t="0" r="r" b="b"/>
            <a:pathLst>
              <a:path w="732" h="588">
                <a:moveTo>
                  <a:pt x="730" y="294"/>
                </a:moveTo>
                <a:lnTo>
                  <a:pt x="730" y="285"/>
                </a:lnTo>
                <a:lnTo>
                  <a:pt x="729" y="276"/>
                </a:lnTo>
                <a:lnTo>
                  <a:pt x="728" y="267"/>
                </a:lnTo>
                <a:lnTo>
                  <a:pt x="727" y="258"/>
                </a:lnTo>
                <a:lnTo>
                  <a:pt x="726" y="249"/>
                </a:lnTo>
                <a:lnTo>
                  <a:pt x="724" y="240"/>
                </a:lnTo>
                <a:lnTo>
                  <a:pt x="721" y="231"/>
                </a:lnTo>
                <a:lnTo>
                  <a:pt x="719" y="222"/>
                </a:lnTo>
                <a:lnTo>
                  <a:pt x="716" y="213"/>
                </a:lnTo>
                <a:lnTo>
                  <a:pt x="712" y="204"/>
                </a:lnTo>
                <a:lnTo>
                  <a:pt x="709" y="195"/>
                </a:lnTo>
                <a:lnTo>
                  <a:pt x="704" y="186"/>
                </a:lnTo>
                <a:lnTo>
                  <a:pt x="700" y="178"/>
                </a:lnTo>
                <a:lnTo>
                  <a:pt x="695" y="169"/>
                </a:lnTo>
                <a:lnTo>
                  <a:pt x="690" y="161"/>
                </a:lnTo>
                <a:lnTo>
                  <a:pt x="685" y="153"/>
                </a:lnTo>
                <a:lnTo>
                  <a:pt x="679" y="145"/>
                </a:lnTo>
                <a:lnTo>
                  <a:pt x="673" y="137"/>
                </a:lnTo>
                <a:lnTo>
                  <a:pt x="667" y="130"/>
                </a:lnTo>
                <a:lnTo>
                  <a:pt x="661" y="122"/>
                </a:lnTo>
                <a:lnTo>
                  <a:pt x="654" y="115"/>
                </a:lnTo>
                <a:lnTo>
                  <a:pt x="647" y="108"/>
                </a:lnTo>
                <a:lnTo>
                  <a:pt x="639" y="101"/>
                </a:lnTo>
                <a:lnTo>
                  <a:pt x="632" y="94"/>
                </a:lnTo>
                <a:lnTo>
                  <a:pt x="624" y="87"/>
                </a:lnTo>
                <a:lnTo>
                  <a:pt x="615" y="81"/>
                </a:lnTo>
                <a:lnTo>
                  <a:pt x="607" y="75"/>
                </a:lnTo>
                <a:lnTo>
                  <a:pt x="598" y="69"/>
                </a:lnTo>
                <a:lnTo>
                  <a:pt x="589" y="63"/>
                </a:lnTo>
                <a:lnTo>
                  <a:pt x="580" y="58"/>
                </a:lnTo>
                <a:lnTo>
                  <a:pt x="571" y="52"/>
                </a:lnTo>
                <a:lnTo>
                  <a:pt x="561" y="47"/>
                </a:lnTo>
                <a:lnTo>
                  <a:pt x="552" y="43"/>
                </a:lnTo>
                <a:lnTo>
                  <a:pt x="542" y="38"/>
                </a:lnTo>
                <a:lnTo>
                  <a:pt x="532" y="34"/>
                </a:lnTo>
                <a:lnTo>
                  <a:pt x="521" y="30"/>
                </a:lnTo>
                <a:lnTo>
                  <a:pt x="511" y="26"/>
                </a:lnTo>
                <a:lnTo>
                  <a:pt x="500" y="23"/>
                </a:lnTo>
                <a:lnTo>
                  <a:pt x="490" y="19"/>
                </a:lnTo>
                <a:lnTo>
                  <a:pt x="479" y="16"/>
                </a:lnTo>
                <a:lnTo>
                  <a:pt x="468" y="14"/>
                </a:lnTo>
                <a:lnTo>
                  <a:pt x="457" y="11"/>
                </a:lnTo>
                <a:lnTo>
                  <a:pt x="446" y="9"/>
                </a:lnTo>
                <a:lnTo>
                  <a:pt x="435" y="7"/>
                </a:lnTo>
                <a:lnTo>
                  <a:pt x="424" y="6"/>
                </a:lnTo>
                <a:lnTo>
                  <a:pt x="412" y="4"/>
                </a:lnTo>
                <a:lnTo>
                  <a:pt x="401" y="3"/>
                </a:lnTo>
                <a:lnTo>
                  <a:pt x="390" y="3"/>
                </a:lnTo>
                <a:lnTo>
                  <a:pt x="378" y="2"/>
                </a:lnTo>
                <a:lnTo>
                  <a:pt x="367" y="2"/>
                </a:lnTo>
                <a:lnTo>
                  <a:pt x="355" y="2"/>
                </a:lnTo>
                <a:lnTo>
                  <a:pt x="344" y="3"/>
                </a:lnTo>
                <a:lnTo>
                  <a:pt x="333" y="3"/>
                </a:lnTo>
                <a:lnTo>
                  <a:pt x="321" y="4"/>
                </a:lnTo>
                <a:lnTo>
                  <a:pt x="310" y="6"/>
                </a:lnTo>
                <a:lnTo>
                  <a:pt x="299" y="7"/>
                </a:lnTo>
                <a:lnTo>
                  <a:pt x="288" y="9"/>
                </a:lnTo>
                <a:lnTo>
                  <a:pt x="276" y="11"/>
                </a:lnTo>
                <a:lnTo>
                  <a:pt x="265" y="14"/>
                </a:lnTo>
                <a:lnTo>
                  <a:pt x="255" y="16"/>
                </a:lnTo>
                <a:lnTo>
                  <a:pt x="244" y="19"/>
                </a:lnTo>
                <a:lnTo>
                  <a:pt x="233" y="23"/>
                </a:lnTo>
                <a:lnTo>
                  <a:pt x="223" y="26"/>
                </a:lnTo>
                <a:lnTo>
                  <a:pt x="212" y="30"/>
                </a:lnTo>
                <a:lnTo>
                  <a:pt x="202" y="34"/>
                </a:lnTo>
                <a:lnTo>
                  <a:pt x="192" y="38"/>
                </a:lnTo>
                <a:lnTo>
                  <a:pt x="182" y="43"/>
                </a:lnTo>
                <a:lnTo>
                  <a:pt x="172" y="47"/>
                </a:lnTo>
                <a:lnTo>
                  <a:pt x="163" y="52"/>
                </a:lnTo>
                <a:lnTo>
                  <a:pt x="153" y="58"/>
                </a:lnTo>
                <a:lnTo>
                  <a:pt x="144" y="63"/>
                </a:lnTo>
                <a:lnTo>
                  <a:pt x="135" y="69"/>
                </a:lnTo>
                <a:lnTo>
                  <a:pt x="127" y="75"/>
                </a:lnTo>
                <a:lnTo>
                  <a:pt x="118" y="81"/>
                </a:lnTo>
                <a:lnTo>
                  <a:pt x="110" y="87"/>
                </a:lnTo>
                <a:lnTo>
                  <a:pt x="102" y="94"/>
                </a:lnTo>
                <a:lnTo>
                  <a:pt x="94" y="101"/>
                </a:lnTo>
                <a:lnTo>
                  <a:pt x="87" y="108"/>
                </a:lnTo>
                <a:lnTo>
                  <a:pt x="80" y="115"/>
                </a:lnTo>
                <a:lnTo>
                  <a:pt x="73" y="122"/>
                </a:lnTo>
                <a:lnTo>
                  <a:pt x="66" y="130"/>
                </a:lnTo>
                <a:lnTo>
                  <a:pt x="60" y="137"/>
                </a:lnTo>
                <a:lnTo>
                  <a:pt x="54" y="145"/>
                </a:lnTo>
                <a:lnTo>
                  <a:pt x="49" y="153"/>
                </a:lnTo>
                <a:lnTo>
                  <a:pt x="43" y="161"/>
                </a:lnTo>
                <a:lnTo>
                  <a:pt x="37" y="169"/>
                </a:lnTo>
                <a:lnTo>
                  <a:pt x="32" y="178"/>
                </a:lnTo>
                <a:lnTo>
                  <a:pt x="28" y="186"/>
                </a:lnTo>
                <a:lnTo>
                  <a:pt x="24" y="195"/>
                </a:lnTo>
                <a:lnTo>
                  <a:pt x="20" y="204"/>
                </a:lnTo>
                <a:lnTo>
                  <a:pt x="17" y="213"/>
                </a:lnTo>
                <a:lnTo>
                  <a:pt x="14" y="222"/>
                </a:lnTo>
                <a:lnTo>
                  <a:pt x="11" y="231"/>
                </a:lnTo>
                <a:lnTo>
                  <a:pt x="9" y="240"/>
                </a:lnTo>
                <a:lnTo>
                  <a:pt x="7" y="249"/>
                </a:lnTo>
                <a:lnTo>
                  <a:pt x="5" y="258"/>
                </a:lnTo>
                <a:lnTo>
                  <a:pt x="4" y="267"/>
                </a:lnTo>
                <a:lnTo>
                  <a:pt x="3" y="276"/>
                </a:lnTo>
                <a:lnTo>
                  <a:pt x="3" y="285"/>
                </a:lnTo>
                <a:lnTo>
                  <a:pt x="3" y="294"/>
                </a:lnTo>
                <a:lnTo>
                  <a:pt x="3" y="304"/>
                </a:lnTo>
                <a:lnTo>
                  <a:pt x="3" y="313"/>
                </a:lnTo>
                <a:lnTo>
                  <a:pt x="4" y="322"/>
                </a:lnTo>
                <a:lnTo>
                  <a:pt x="5" y="331"/>
                </a:lnTo>
                <a:lnTo>
                  <a:pt x="7" y="340"/>
                </a:lnTo>
                <a:lnTo>
                  <a:pt x="9" y="349"/>
                </a:lnTo>
                <a:lnTo>
                  <a:pt x="11" y="358"/>
                </a:lnTo>
                <a:lnTo>
                  <a:pt x="14" y="367"/>
                </a:lnTo>
                <a:lnTo>
                  <a:pt x="17" y="376"/>
                </a:lnTo>
                <a:lnTo>
                  <a:pt x="20" y="384"/>
                </a:lnTo>
                <a:lnTo>
                  <a:pt x="24" y="393"/>
                </a:lnTo>
                <a:lnTo>
                  <a:pt x="28" y="402"/>
                </a:lnTo>
                <a:lnTo>
                  <a:pt x="32" y="410"/>
                </a:lnTo>
                <a:lnTo>
                  <a:pt x="37" y="418"/>
                </a:lnTo>
                <a:lnTo>
                  <a:pt x="43" y="427"/>
                </a:lnTo>
                <a:lnTo>
                  <a:pt x="49" y="435"/>
                </a:lnTo>
                <a:lnTo>
                  <a:pt x="54" y="443"/>
                </a:lnTo>
                <a:lnTo>
                  <a:pt x="60" y="450"/>
                </a:lnTo>
                <a:lnTo>
                  <a:pt x="66" y="458"/>
                </a:lnTo>
                <a:lnTo>
                  <a:pt x="73" y="466"/>
                </a:lnTo>
                <a:lnTo>
                  <a:pt x="80" y="473"/>
                </a:lnTo>
                <a:lnTo>
                  <a:pt x="87" y="480"/>
                </a:lnTo>
                <a:lnTo>
                  <a:pt x="94" y="487"/>
                </a:lnTo>
                <a:lnTo>
                  <a:pt x="102" y="494"/>
                </a:lnTo>
                <a:lnTo>
                  <a:pt x="110" y="500"/>
                </a:lnTo>
                <a:lnTo>
                  <a:pt x="118" y="507"/>
                </a:lnTo>
                <a:lnTo>
                  <a:pt x="127" y="513"/>
                </a:lnTo>
                <a:lnTo>
                  <a:pt x="135" y="519"/>
                </a:lnTo>
                <a:lnTo>
                  <a:pt x="144" y="525"/>
                </a:lnTo>
                <a:lnTo>
                  <a:pt x="153" y="530"/>
                </a:lnTo>
                <a:lnTo>
                  <a:pt x="163" y="535"/>
                </a:lnTo>
                <a:lnTo>
                  <a:pt x="172" y="540"/>
                </a:lnTo>
                <a:lnTo>
                  <a:pt x="182" y="545"/>
                </a:lnTo>
                <a:lnTo>
                  <a:pt x="192" y="550"/>
                </a:lnTo>
                <a:lnTo>
                  <a:pt x="202" y="554"/>
                </a:lnTo>
                <a:lnTo>
                  <a:pt x="212" y="558"/>
                </a:lnTo>
                <a:lnTo>
                  <a:pt x="223" y="562"/>
                </a:lnTo>
                <a:lnTo>
                  <a:pt x="233" y="565"/>
                </a:lnTo>
                <a:lnTo>
                  <a:pt x="244" y="568"/>
                </a:lnTo>
                <a:lnTo>
                  <a:pt x="255" y="571"/>
                </a:lnTo>
                <a:lnTo>
                  <a:pt x="265" y="574"/>
                </a:lnTo>
                <a:lnTo>
                  <a:pt x="276" y="577"/>
                </a:lnTo>
                <a:lnTo>
                  <a:pt x="288" y="579"/>
                </a:lnTo>
                <a:lnTo>
                  <a:pt x="299" y="581"/>
                </a:lnTo>
                <a:lnTo>
                  <a:pt x="310" y="582"/>
                </a:lnTo>
                <a:lnTo>
                  <a:pt x="321" y="583"/>
                </a:lnTo>
                <a:lnTo>
                  <a:pt x="333" y="584"/>
                </a:lnTo>
                <a:lnTo>
                  <a:pt x="344" y="585"/>
                </a:lnTo>
                <a:lnTo>
                  <a:pt x="355" y="586"/>
                </a:lnTo>
                <a:lnTo>
                  <a:pt x="367" y="586"/>
                </a:lnTo>
                <a:lnTo>
                  <a:pt x="378" y="586"/>
                </a:lnTo>
                <a:lnTo>
                  <a:pt x="390" y="585"/>
                </a:lnTo>
                <a:lnTo>
                  <a:pt x="401" y="584"/>
                </a:lnTo>
                <a:lnTo>
                  <a:pt x="412" y="583"/>
                </a:lnTo>
                <a:lnTo>
                  <a:pt x="424" y="582"/>
                </a:lnTo>
                <a:lnTo>
                  <a:pt x="435" y="581"/>
                </a:lnTo>
                <a:lnTo>
                  <a:pt x="446" y="579"/>
                </a:lnTo>
                <a:lnTo>
                  <a:pt x="457" y="577"/>
                </a:lnTo>
                <a:lnTo>
                  <a:pt x="468" y="574"/>
                </a:lnTo>
                <a:lnTo>
                  <a:pt x="479" y="571"/>
                </a:lnTo>
                <a:lnTo>
                  <a:pt x="490" y="568"/>
                </a:lnTo>
                <a:lnTo>
                  <a:pt x="500" y="565"/>
                </a:lnTo>
                <a:lnTo>
                  <a:pt x="511" y="562"/>
                </a:lnTo>
                <a:lnTo>
                  <a:pt x="521" y="558"/>
                </a:lnTo>
                <a:lnTo>
                  <a:pt x="532" y="554"/>
                </a:lnTo>
                <a:lnTo>
                  <a:pt x="542" y="550"/>
                </a:lnTo>
                <a:lnTo>
                  <a:pt x="552" y="545"/>
                </a:lnTo>
                <a:lnTo>
                  <a:pt x="561" y="540"/>
                </a:lnTo>
                <a:lnTo>
                  <a:pt x="571" y="535"/>
                </a:lnTo>
                <a:lnTo>
                  <a:pt x="580" y="530"/>
                </a:lnTo>
                <a:lnTo>
                  <a:pt x="589" y="525"/>
                </a:lnTo>
                <a:lnTo>
                  <a:pt x="598" y="519"/>
                </a:lnTo>
                <a:lnTo>
                  <a:pt x="607" y="513"/>
                </a:lnTo>
                <a:lnTo>
                  <a:pt x="615" y="507"/>
                </a:lnTo>
                <a:lnTo>
                  <a:pt x="624" y="500"/>
                </a:lnTo>
                <a:lnTo>
                  <a:pt x="632" y="494"/>
                </a:lnTo>
                <a:lnTo>
                  <a:pt x="639" y="487"/>
                </a:lnTo>
                <a:lnTo>
                  <a:pt x="647" y="480"/>
                </a:lnTo>
                <a:lnTo>
                  <a:pt x="654" y="473"/>
                </a:lnTo>
                <a:lnTo>
                  <a:pt x="661" y="466"/>
                </a:lnTo>
                <a:lnTo>
                  <a:pt x="667" y="458"/>
                </a:lnTo>
                <a:lnTo>
                  <a:pt x="673" y="450"/>
                </a:lnTo>
                <a:lnTo>
                  <a:pt x="679" y="443"/>
                </a:lnTo>
                <a:lnTo>
                  <a:pt x="685" y="435"/>
                </a:lnTo>
                <a:lnTo>
                  <a:pt x="690" y="427"/>
                </a:lnTo>
                <a:lnTo>
                  <a:pt x="695" y="418"/>
                </a:lnTo>
                <a:lnTo>
                  <a:pt x="700" y="410"/>
                </a:lnTo>
                <a:lnTo>
                  <a:pt x="704" y="402"/>
                </a:lnTo>
                <a:lnTo>
                  <a:pt x="709" y="393"/>
                </a:lnTo>
                <a:lnTo>
                  <a:pt x="712" y="384"/>
                </a:lnTo>
                <a:lnTo>
                  <a:pt x="716" y="376"/>
                </a:lnTo>
                <a:lnTo>
                  <a:pt x="719" y="367"/>
                </a:lnTo>
                <a:lnTo>
                  <a:pt x="721" y="358"/>
                </a:lnTo>
                <a:lnTo>
                  <a:pt x="724" y="349"/>
                </a:lnTo>
                <a:lnTo>
                  <a:pt x="726" y="340"/>
                </a:lnTo>
                <a:lnTo>
                  <a:pt x="727" y="331"/>
                </a:lnTo>
                <a:lnTo>
                  <a:pt x="728" y="322"/>
                </a:lnTo>
                <a:lnTo>
                  <a:pt x="729" y="313"/>
                </a:lnTo>
                <a:lnTo>
                  <a:pt x="730" y="304"/>
                </a:lnTo>
                <a:lnTo>
                  <a:pt x="730" y="294"/>
                </a:lnTo>
                <a:moveTo>
                  <a:pt x="732" y="294"/>
                </a:moveTo>
                <a:lnTo>
                  <a:pt x="732" y="304"/>
                </a:lnTo>
                <a:lnTo>
                  <a:pt x="732" y="313"/>
                </a:lnTo>
                <a:lnTo>
                  <a:pt x="731" y="322"/>
                </a:lnTo>
                <a:lnTo>
                  <a:pt x="729" y="331"/>
                </a:lnTo>
                <a:lnTo>
                  <a:pt x="728" y="340"/>
                </a:lnTo>
                <a:lnTo>
                  <a:pt x="726" y="349"/>
                </a:lnTo>
                <a:lnTo>
                  <a:pt x="723" y="358"/>
                </a:lnTo>
                <a:lnTo>
                  <a:pt x="721" y="367"/>
                </a:lnTo>
                <a:lnTo>
                  <a:pt x="718" y="376"/>
                </a:lnTo>
                <a:lnTo>
                  <a:pt x="714" y="385"/>
                </a:lnTo>
                <a:lnTo>
                  <a:pt x="711" y="394"/>
                </a:lnTo>
                <a:lnTo>
                  <a:pt x="707" y="402"/>
                </a:lnTo>
                <a:lnTo>
                  <a:pt x="702" y="411"/>
                </a:lnTo>
                <a:lnTo>
                  <a:pt x="697" y="419"/>
                </a:lnTo>
                <a:lnTo>
                  <a:pt x="692" y="427"/>
                </a:lnTo>
                <a:lnTo>
                  <a:pt x="687" y="436"/>
                </a:lnTo>
                <a:lnTo>
                  <a:pt x="681" y="444"/>
                </a:lnTo>
                <a:lnTo>
                  <a:pt x="675" y="451"/>
                </a:lnTo>
                <a:lnTo>
                  <a:pt x="669" y="459"/>
                </a:lnTo>
                <a:lnTo>
                  <a:pt x="662" y="467"/>
                </a:lnTo>
                <a:lnTo>
                  <a:pt x="656" y="474"/>
                </a:lnTo>
                <a:lnTo>
                  <a:pt x="648" y="481"/>
                </a:lnTo>
                <a:lnTo>
                  <a:pt x="641" y="488"/>
                </a:lnTo>
                <a:lnTo>
                  <a:pt x="633" y="495"/>
                </a:lnTo>
                <a:lnTo>
                  <a:pt x="625" y="502"/>
                </a:lnTo>
                <a:lnTo>
                  <a:pt x="617" y="508"/>
                </a:lnTo>
                <a:lnTo>
                  <a:pt x="608" y="514"/>
                </a:lnTo>
                <a:lnTo>
                  <a:pt x="600" y="520"/>
                </a:lnTo>
                <a:lnTo>
                  <a:pt x="591" y="526"/>
                </a:lnTo>
                <a:lnTo>
                  <a:pt x="582" y="532"/>
                </a:lnTo>
                <a:lnTo>
                  <a:pt x="572" y="537"/>
                </a:lnTo>
                <a:lnTo>
                  <a:pt x="563" y="542"/>
                </a:lnTo>
                <a:lnTo>
                  <a:pt x="553" y="547"/>
                </a:lnTo>
                <a:lnTo>
                  <a:pt x="543" y="551"/>
                </a:lnTo>
                <a:lnTo>
                  <a:pt x="533" y="556"/>
                </a:lnTo>
                <a:lnTo>
                  <a:pt x="522" y="560"/>
                </a:lnTo>
                <a:lnTo>
                  <a:pt x="512" y="563"/>
                </a:lnTo>
                <a:lnTo>
                  <a:pt x="501" y="567"/>
                </a:lnTo>
                <a:lnTo>
                  <a:pt x="491" y="570"/>
                </a:lnTo>
                <a:lnTo>
                  <a:pt x="480" y="573"/>
                </a:lnTo>
                <a:lnTo>
                  <a:pt x="469" y="576"/>
                </a:lnTo>
                <a:lnTo>
                  <a:pt x="458" y="578"/>
                </a:lnTo>
                <a:lnTo>
                  <a:pt x="447" y="580"/>
                </a:lnTo>
                <a:lnTo>
                  <a:pt x="435" y="582"/>
                </a:lnTo>
                <a:lnTo>
                  <a:pt x="424" y="584"/>
                </a:lnTo>
                <a:lnTo>
                  <a:pt x="413" y="585"/>
                </a:lnTo>
                <a:lnTo>
                  <a:pt x="401" y="586"/>
                </a:lnTo>
                <a:lnTo>
                  <a:pt x="390" y="587"/>
                </a:lnTo>
                <a:lnTo>
                  <a:pt x="378" y="587"/>
                </a:lnTo>
                <a:lnTo>
                  <a:pt x="367" y="588"/>
                </a:lnTo>
                <a:lnTo>
                  <a:pt x="355" y="587"/>
                </a:lnTo>
                <a:lnTo>
                  <a:pt x="344" y="587"/>
                </a:lnTo>
                <a:lnTo>
                  <a:pt x="332" y="586"/>
                </a:lnTo>
                <a:lnTo>
                  <a:pt x="321" y="585"/>
                </a:lnTo>
                <a:lnTo>
                  <a:pt x="310" y="584"/>
                </a:lnTo>
                <a:lnTo>
                  <a:pt x="298" y="582"/>
                </a:lnTo>
                <a:lnTo>
                  <a:pt x="287" y="580"/>
                </a:lnTo>
                <a:lnTo>
                  <a:pt x="276" y="578"/>
                </a:lnTo>
                <a:lnTo>
                  <a:pt x="265" y="576"/>
                </a:lnTo>
                <a:lnTo>
                  <a:pt x="254" y="573"/>
                </a:lnTo>
                <a:lnTo>
                  <a:pt x="243" y="570"/>
                </a:lnTo>
                <a:lnTo>
                  <a:pt x="232" y="567"/>
                </a:lnTo>
                <a:lnTo>
                  <a:pt x="222" y="563"/>
                </a:lnTo>
                <a:lnTo>
                  <a:pt x="211" y="560"/>
                </a:lnTo>
                <a:lnTo>
                  <a:pt x="201" y="556"/>
                </a:lnTo>
                <a:lnTo>
                  <a:pt x="191" y="551"/>
                </a:lnTo>
                <a:lnTo>
                  <a:pt x="181" y="547"/>
                </a:lnTo>
                <a:lnTo>
                  <a:pt x="171" y="542"/>
                </a:lnTo>
                <a:lnTo>
                  <a:pt x="161" y="537"/>
                </a:lnTo>
                <a:lnTo>
                  <a:pt x="152" y="532"/>
                </a:lnTo>
                <a:lnTo>
                  <a:pt x="143" y="526"/>
                </a:lnTo>
                <a:lnTo>
                  <a:pt x="134" y="520"/>
                </a:lnTo>
                <a:lnTo>
                  <a:pt x="125" y="514"/>
                </a:lnTo>
                <a:lnTo>
                  <a:pt x="117" y="508"/>
                </a:lnTo>
                <a:lnTo>
                  <a:pt x="108" y="502"/>
                </a:lnTo>
                <a:lnTo>
                  <a:pt x="100" y="495"/>
                </a:lnTo>
                <a:lnTo>
                  <a:pt x="93" y="488"/>
                </a:lnTo>
                <a:lnTo>
                  <a:pt x="85" y="481"/>
                </a:lnTo>
                <a:lnTo>
                  <a:pt x="78" y="474"/>
                </a:lnTo>
                <a:lnTo>
                  <a:pt x="71" y="467"/>
                </a:lnTo>
                <a:lnTo>
                  <a:pt x="65" y="459"/>
                </a:lnTo>
                <a:lnTo>
                  <a:pt x="58" y="451"/>
                </a:lnTo>
                <a:lnTo>
                  <a:pt x="52" y="444"/>
                </a:lnTo>
                <a:lnTo>
                  <a:pt x="47" y="436"/>
                </a:lnTo>
                <a:lnTo>
                  <a:pt x="40" y="427"/>
                </a:lnTo>
                <a:lnTo>
                  <a:pt x="35" y="419"/>
                </a:lnTo>
                <a:lnTo>
                  <a:pt x="30" y="411"/>
                </a:lnTo>
                <a:lnTo>
                  <a:pt x="26" y="402"/>
                </a:lnTo>
                <a:lnTo>
                  <a:pt x="22" y="394"/>
                </a:lnTo>
                <a:lnTo>
                  <a:pt x="18" y="385"/>
                </a:lnTo>
                <a:lnTo>
                  <a:pt x="15" y="376"/>
                </a:lnTo>
                <a:lnTo>
                  <a:pt x="12" y="367"/>
                </a:lnTo>
                <a:lnTo>
                  <a:pt x="9" y="358"/>
                </a:lnTo>
                <a:lnTo>
                  <a:pt x="7" y="349"/>
                </a:lnTo>
                <a:lnTo>
                  <a:pt x="5" y="340"/>
                </a:lnTo>
                <a:lnTo>
                  <a:pt x="3" y="331"/>
                </a:lnTo>
                <a:lnTo>
                  <a:pt x="2" y="322"/>
                </a:lnTo>
                <a:lnTo>
                  <a:pt x="1" y="313"/>
                </a:lnTo>
                <a:lnTo>
                  <a:pt x="1" y="304"/>
                </a:lnTo>
                <a:lnTo>
                  <a:pt x="0" y="294"/>
                </a:lnTo>
                <a:lnTo>
                  <a:pt x="1" y="285"/>
                </a:lnTo>
                <a:lnTo>
                  <a:pt x="1" y="276"/>
                </a:lnTo>
                <a:lnTo>
                  <a:pt x="2" y="267"/>
                </a:lnTo>
                <a:lnTo>
                  <a:pt x="3" y="258"/>
                </a:lnTo>
                <a:lnTo>
                  <a:pt x="5" y="249"/>
                </a:lnTo>
                <a:lnTo>
                  <a:pt x="7" y="239"/>
                </a:lnTo>
                <a:lnTo>
                  <a:pt x="9" y="230"/>
                </a:lnTo>
                <a:lnTo>
                  <a:pt x="12" y="221"/>
                </a:lnTo>
                <a:lnTo>
                  <a:pt x="15" y="213"/>
                </a:lnTo>
                <a:lnTo>
                  <a:pt x="18" y="204"/>
                </a:lnTo>
                <a:lnTo>
                  <a:pt x="22" y="194"/>
                </a:lnTo>
                <a:lnTo>
                  <a:pt x="26" y="185"/>
                </a:lnTo>
                <a:lnTo>
                  <a:pt x="30" y="177"/>
                </a:lnTo>
                <a:lnTo>
                  <a:pt x="35" y="169"/>
                </a:lnTo>
                <a:lnTo>
                  <a:pt x="40" y="160"/>
                </a:lnTo>
                <a:lnTo>
                  <a:pt x="47" y="152"/>
                </a:lnTo>
                <a:lnTo>
                  <a:pt x="52" y="144"/>
                </a:lnTo>
                <a:lnTo>
                  <a:pt x="58" y="136"/>
                </a:lnTo>
                <a:lnTo>
                  <a:pt x="65" y="129"/>
                </a:lnTo>
                <a:lnTo>
                  <a:pt x="71" y="121"/>
                </a:lnTo>
                <a:lnTo>
                  <a:pt x="78" y="114"/>
                </a:lnTo>
                <a:lnTo>
                  <a:pt x="85" y="107"/>
                </a:lnTo>
                <a:lnTo>
                  <a:pt x="93" y="100"/>
                </a:lnTo>
                <a:lnTo>
                  <a:pt x="100" y="93"/>
                </a:lnTo>
                <a:lnTo>
                  <a:pt x="108" y="86"/>
                </a:lnTo>
                <a:lnTo>
                  <a:pt x="117" y="80"/>
                </a:lnTo>
                <a:lnTo>
                  <a:pt x="125" y="73"/>
                </a:lnTo>
                <a:lnTo>
                  <a:pt x="134" y="67"/>
                </a:lnTo>
                <a:lnTo>
                  <a:pt x="143" y="62"/>
                </a:lnTo>
                <a:lnTo>
                  <a:pt x="152" y="56"/>
                </a:lnTo>
                <a:lnTo>
                  <a:pt x="161" y="51"/>
                </a:lnTo>
                <a:lnTo>
                  <a:pt x="171" y="46"/>
                </a:lnTo>
                <a:lnTo>
                  <a:pt x="181" y="41"/>
                </a:lnTo>
                <a:lnTo>
                  <a:pt x="191" y="36"/>
                </a:lnTo>
                <a:lnTo>
                  <a:pt x="201" y="32"/>
                </a:lnTo>
                <a:lnTo>
                  <a:pt x="211" y="28"/>
                </a:lnTo>
                <a:lnTo>
                  <a:pt x="222" y="24"/>
                </a:lnTo>
                <a:lnTo>
                  <a:pt x="232" y="21"/>
                </a:lnTo>
                <a:lnTo>
                  <a:pt x="243" y="18"/>
                </a:lnTo>
                <a:lnTo>
                  <a:pt x="254" y="15"/>
                </a:lnTo>
                <a:lnTo>
                  <a:pt x="265" y="12"/>
                </a:lnTo>
                <a:lnTo>
                  <a:pt x="276" y="9"/>
                </a:lnTo>
                <a:lnTo>
                  <a:pt x="287" y="7"/>
                </a:lnTo>
                <a:lnTo>
                  <a:pt x="298" y="5"/>
                </a:lnTo>
                <a:lnTo>
                  <a:pt x="310" y="4"/>
                </a:lnTo>
                <a:lnTo>
                  <a:pt x="321" y="3"/>
                </a:lnTo>
                <a:lnTo>
                  <a:pt x="332" y="2"/>
                </a:lnTo>
                <a:lnTo>
                  <a:pt x="344" y="1"/>
                </a:lnTo>
                <a:lnTo>
                  <a:pt x="355" y="0"/>
                </a:lnTo>
                <a:lnTo>
                  <a:pt x="367" y="0"/>
                </a:lnTo>
                <a:lnTo>
                  <a:pt x="378" y="0"/>
                </a:lnTo>
                <a:lnTo>
                  <a:pt x="390" y="1"/>
                </a:lnTo>
                <a:lnTo>
                  <a:pt x="401" y="2"/>
                </a:lnTo>
                <a:lnTo>
                  <a:pt x="413" y="3"/>
                </a:lnTo>
                <a:lnTo>
                  <a:pt x="424" y="4"/>
                </a:lnTo>
                <a:lnTo>
                  <a:pt x="435" y="5"/>
                </a:lnTo>
                <a:lnTo>
                  <a:pt x="447" y="7"/>
                </a:lnTo>
                <a:lnTo>
                  <a:pt x="458" y="9"/>
                </a:lnTo>
                <a:lnTo>
                  <a:pt x="469" y="12"/>
                </a:lnTo>
                <a:lnTo>
                  <a:pt x="480" y="15"/>
                </a:lnTo>
                <a:lnTo>
                  <a:pt x="491" y="18"/>
                </a:lnTo>
                <a:lnTo>
                  <a:pt x="501" y="21"/>
                </a:lnTo>
                <a:lnTo>
                  <a:pt x="512" y="24"/>
                </a:lnTo>
                <a:lnTo>
                  <a:pt x="522" y="28"/>
                </a:lnTo>
                <a:lnTo>
                  <a:pt x="533" y="32"/>
                </a:lnTo>
                <a:lnTo>
                  <a:pt x="543" y="36"/>
                </a:lnTo>
                <a:lnTo>
                  <a:pt x="553" y="41"/>
                </a:lnTo>
                <a:lnTo>
                  <a:pt x="563" y="46"/>
                </a:lnTo>
                <a:lnTo>
                  <a:pt x="572" y="51"/>
                </a:lnTo>
                <a:lnTo>
                  <a:pt x="582" y="56"/>
                </a:lnTo>
                <a:lnTo>
                  <a:pt x="591" y="62"/>
                </a:lnTo>
                <a:lnTo>
                  <a:pt x="600" y="67"/>
                </a:lnTo>
                <a:lnTo>
                  <a:pt x="608" y="73"/>
                </a:lnTo>
                <a:lnTo>
                  <a:pt x="617" y="80"/>
                </a:lnTo>
                <a:lnTo>
                  <a:pt x="625" y="86"/>
                </a:lnTo>
                <a:lnTo>
                  <a:pt x="633" y="93"/>
                </a:lnTo>
                <a:lnTo>
                  <a:pt x="641" y="100"/>
                </a:lnTo>
                <a:lnTo>
                  <a:pt x="648" y="107"/>
                </a:lnTo>
                <a:lnTo>
                  <a:pt x="656" y="114"/>
                </a:lnTo>
                <a:lnTo>
                  <a:pt x="662" y="121"/>
                </a:lnTo>
                <a:lnTo>
                  <a:pt x="669" y="129"/>
                </a:lnTo>
                <a:lnTo>
                  <a:pt x="675" y="136"/>
                </a:lnTo>
                <a:lnTo>
                  <a:pt x="681" y="144"/>
                </a:lnTo>
                <a:lnTo>
                  <a:pt x="687" y="152"/>
                </a:lnTo>
                <a:lnTo>
                  <a:pt x="692" y="160"/>
                </a:lnTo>
                <a:lnTo>
                  <a:pt x="697" y="169"/>
                </a:lnTo>
                <a:lnTo>
                  <a:pt x="702" y="177"/>
                </a:lnTo>
                <a:lnTo>
                  <a:pt x="707" y="185"/>
                </a:lnTo>
                <a:lnTo>
                  <a:pt x="711" y="194"/>
                </a:lnTo>
                <a:lnTo>
                  <a:pt x="714" y="204"/>
                </a:lnTo>
                <a:lnTo>
                  <a:pt x="718" y="213"/>
                </a:lnTo>
                <a:lnTo>
                  <a:pt x="721" y="221"/>
                </a:lnTo>
                <a:lnTo>
                  <a:pt x="723" y="230"/>
                </a:lnTo>
                <a:lnTo>
                  <a:pt x="726" y="239"/>
                </a:lnTo>
                <a:lnTo>
                  <a:pt x="728" y="249"/>
                </a:lnTo>
                <a:lnTo>
                  <a:pt x="729" y="258"/>
                </a:lnTo>
                <a:lnTo>
                  <a:pt x="731" y="267"/>
                </a:lnTo>
                <a:lnTo>
                  <a:pt x="732" y="276"/>
                </a:lnTo>
                <a:lnTo>
                  <a:pt x="732" y="285"/>
                </a:lnTo>
                <a:lnTo>
                  <a:pt x="732" y="294"/>
                </a:lnTo>
                <a:close/>
              </a:path>
            </a:pathLst>
          </a:custGeom>
          <a:solidFill>
            <a:srgbClr val="ffc0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8" name=""/>
          <p:cNvSpPr/>
          <p:nvPr/>
        </p:nvSpPr>
        <p:spPr>
          <a:xfrm>
            <a:off x="4846320" y="1721520"/>
            <a:ext cx="265320" cy="212760"/>
          </a:xfrm>
          <a:custGeom>
            <a:avLst/>
            <a:gdLst/>
            <a:ahLst/>
            <a:rect l="0" t="0" r="r" b="b"/>
            <a:pathLst>
              <a:path w="737" h="591">
                <a:moveTo>
                  <a:pt x="734" y="296"/>
                </a:moveTo>
                <a:lnTo>
                  <a:pt x="734" y="287"/>
                </a:lnTo>
                <a:lnTo>
                  <a:pt x="734" y="278"/>
                </a:lnTo>
                <a:lnTo>
                  <a:pt x="733" y="269"/>
                </a:lnTo>
                <a:lnTo>
                  <a:pt x="731" y="260"/>
                </a:lnTo>
                <a:lnTo>
                  <a:pt x="730" y="251"/>
                </a:lnTo>
                <a:lnTo>
                  <a:pt x="728" y="241"/>
                </a:lnTo>
                <a:lnTo>
                  <a:pt x="725" y="231"/>
                </a:lnTo>
                <a:lnTo>
                  <a:pt x="723" y="222"/>
                </a:lnTo>
                <a:lnTo>
                  <a:pt x="720" y="214"/>
                </a:lnTo>
                <a:lnTo>
                  <a:pt x="716" y="205"/>
                </a:lnTo>
                <a:lnTo>
                  <a:pt x="713" y="196"/>
                </a:lnTo>
                <a:lnTo>
                  <a:pt x="709" y="187"/>
                </a:lnTo>
                <a:lnTo>
                  <a:pt x="704" y="179"/>
                </a:lnTo>
                <a:lnTo>
                  <a:pt x="699" y="171"/>
                </a:lnTo>
                <a:lnTo>
                  <a:pt x="694" y="162"/>
                </a:lnTo>
                <a:lnTo>
                  <a:pt x="689" y="154"/>
                </a:lnTo>
                <a:lnTo>
                  <a:pt x="683" y="146"/>
                </a:lnTo>
                <a:lnTo>
                  <a:pt x="677" y="138"/>
                </a:lnTo>
                <a:lnTo>
                  <a:pt x="671" y="131"/>
                </a:lnTo>
                <a:lnTo>
                  <a:pt x="664" y="123"/>
                </a:lnTo>
                <a:lnTo>
                  <a:pt x="658" y="116"/>
                </a:lnTo>
                <a:lnTo>
                  <a:pt x="650" y="109"/>
                </a:lnTo>
                <a:lnTo>
                  <a:pt x="643" y="102"/>
                </a:lnTo>
                <a:lnTo>
                  <a:pt x="635" y="95"/>
                </a:lnTo>
                <a:lnTo>
                  <a:pt x="627" y="88"/>
                </a:lnTo>
                <a:lnTo>
                  <a:pt x="619" y="82"/>
                </a:lnTo>
                <a:lnTo>
                  <a:pt x="610" y="75"/>
                </a:lnTo>
                <a:lnTo>
                  <a:pt x="602" y="69"/>
                </a:lnTo>
                <a:lnTo>
                  <a:pt x="593" y="64"/>
                </a:lnTo>
                <a:lnTo>
                  <a:pt x="584" y="58"/>
                </a:lnTo>
                <a:lnTo>
                  <a:pt x="574" y="53"/>
                </a:lnTo>
                <a:lnTo>
                  <a:pt x="565" y="48"/>
                </a:lnTo>
                <a:lnTo>
                  <a:pt x="555" y="43"/>
                </a:lnTo>
                <a:lnTo>
                  <a:pt x="545" y="38"/>
                </a:lnTo>
                <a:lnTo>
                  <a:pt x="535" y="34"/>
                </a:lnTo>
                <a:lnTo>
                  <a:pt x="524" y="30"/>
                </a:lnTo>
                <a:lnTo>
                  <a:pt x="514" y="26"/>
                </a:lnTo>
                <a:lnTo>
                  <a:pt x="503" y="23"/>
                </a:lnTo>
                <a:lnTo>
                  <a:pt x="493" y="20"/>
                </a:lnTo>
                <a:lnTo>
                  <a:pt x="482" y="17"/>
                </a:lnTo>
                <a:lnTo>
                  <a:pt x="471" y="14"/>
                </a:lnTo>
                <a:lnTo>
                  <a:pt x="460" y="11"/>
                </a:lnTo>
                <a:lnTo>
                  <a:pt x="449" y="9"/>
                </a:lnTo>
                <a:lnTo>
                  <a:pt x="437" y="7"/>
                </a:lnTo>
                <a:lnTo>
                  <a:pt x="426" y="6"/>
                </a:lnTo>
                <a:lnTo>
                  <a:pt x="415" y="5"/>
                </a:lnTo>
                <a:lnTo>
                  <a:pt x="403" y="4"/>
                </a:lnTo>
                <a:lnTo>
                  <a:pt x="392" y="3"/>
                </a:lnTo>
                <a:lnTo>
                  <a:pt x="380" y="2"/>
                </a:lnTo>
                <a:lnTo>
                  <a:pt x="369" y="2"/>
                </a:lnTo>
                <a:lnTo>
                  <a:pt x="357" y="2"/>
                </a:lnTo>
                <a:lnTo>
                  <a:pt x="346" y="3"/>
                </a:lnTo>
                <a:lnTo>
                  <a:pt x="334" y="4"/>
                </a:lnTo>
                <a:lnTo>
                  <a:pt x="323" y="5"/>
                </a:lnTo>
                <a:lnTo>
                  <a:pt x="312" y="6"/>
                </a:lnTo>
                <a:lnTo>
                  <a:pt x="300" y="7"/>
                </a:lnTo>
                <a:lnTo>
                  <a:pt x="289" y="9"/>
                </a:lnTo>
                <a:lnTo>
                  <a:pt x="278" y="11"/>
                </a:lnTo>
                <a:lnTo>
                  <a:pt x="267" y="14"/>
                </a:lnTo>
                <a:lnTo>
                  <a:pt x="256" y="17"/>
                </a:lnTo>
                <a:lnTo>
                  <a:pt x="245" y="20"/>
                </a:lnTo>
                <a:lnTo>
                  <a:pt x="234" y="23"/>
                </a:lnTo>
                <a:lnTo>
                  <a:pt x="224" y="26"/>
                </a:lnTo>
                <a:lnTo>
                  <a:pt x="213" y="30"/>
                </a:lnTo>
                <a:lnTo>
                  <a:pt x="203" y="34"/>
                </a:lnTo>
                <a:lnTo>
                  <a:pt x="193" y="38"/>
                </a:lnTo>
                <a:lnTo>
                  <a:pt x="183" y="43"/>
                </a:lnTo>
                <a:lnTo>
                  <a:pt x="173" y="48"/>
                </a:lnTo>
                <a:lnTo>
                  <a:pt x="163" y="53"/>
                </a:lnTo>
                <a:lnTo>
                  <a:pt x="154" y="58"/>
                </a:lnTo>
                <a:lnTo>
                  <a:pt x="145" y="64"/>
                </a:lnTo>
                <a:lnTo>
                  <a:pt x="135" y="69"/>
                </a:lnTo>
                <a:lnTo>
                  <a:pt x="126" y="75"/>
                </a:lnTo>
                <a:lnTo>
                  <a:pt x="118" y="82"/>
                </a:lnTo>
                <a:lnTo>
                  <a:pt x="109" y="88"/>
                </a:lnTo>
                <a:lnTo>
                  <a:pt x="101" y="95"/>
                </a:lnTo>
                <a:lnTo>
                  <a:pt x="94" y="102"/>
                </a:lnTo>
                <a:lnTo>
                  <a:pt x="86" y="109"/>
                </a:lnTo>
                <a:lnTo>
                  <a:pt x="79" y="116"/>
                </a:lnTo>
                <a:lnTo>
                  <a:pt x="72" y="123"/>
                </a:lnTo>
                <a:lnTo>
                  <a:pt x="66" y="131"/>
                </a:lnTo>
                <a:lnTo>
                  <a:pt x="59" y="138"/>
                </a:lnTo>
                <a:lnTo>
                  <a:pt x="53" y="146"/>
                </a:lnTo>
                <a:lnTo>
                  <a:pt x="48" y="154"/>
                </a:lnTo>
                <a:lnTo>
                  <a:pt x="42" y="162"/>
                </a:lnTo>
                <a:lnTo>
                  <a:pt x="37" y="171"/>
                </a:lnTo>
                <a:lnTo>
                  <a:pt x="32" y="179"/>
                </a:lnTo>
                <a:lnTo>
                  <a:pt x="28" y="187"/>
                </a:lnTo>
                <a:lnTo>
                  <a:pt x="24" y="196"/>
                </a:lnTo>
                <a:lnTo>
                  <a:pt x="20" y="205"/>
                </a:lnTo>
                <a:lnTo>
                  <a:pt x="17" y="214"/>
                </a:lnTo>
                <a:lnTo>
                  <a:pt x="14" y="222"/>
                </a:lnTo>
                <a:lnTo>
                  <a:pt x="11" y="231"/>
                </a:lnTo>
                <a:lnTo>
                  <a:pt x="9" y="241"/>
                </a:lnTo>
                <a:lnTo>
                  <a:pt x="7" y="251"/>
                </a:lnTo>
                <a:lnTo>
                  <a:pt x="5" y="260"/>
                </a:lnTo>
                <a:lnTo>
                  <a:pt x="4" y="269"/>
                </a:lnTo>
                <a:lnTo>
                  <a:pt x="3" y="278"/>
                </a:lnTo>
                <a:lnTo>
                  <a:pt x="3" y="287"/>
                </a:lnTo>
                <a:lnTo>
                  <a:pt x="2" y="296"/>
                </a:lnTo>
                <a:lnTo>
                  <a:pt x="3" y="306"/>
                </a:lnTo>
                <a:lnTo>
                  <a:pt x="3" y="315"/>
                </a:lnTo>
                <a:lnTo>
                  <a:pt x="4" y="324"/>
                </a:lnTo>
                <a:lnTo>
                  <a:pt x="5" y="333"/>
                </a:lnTo>
                <a:lnTo>
                  <a:pt x="7" y="342"/>
                </a:lnTo>
                <a:lnTo>
                  <a:pt x="9" y="351"/>
                </a:lnTo>
                <a:lnTo>
                  <a:pt x="11" y="360"/>
                </a:lnTo>
                <a:lnTo>
                  <a:pt x="14" y="369"/>
                </a:lnTo>
                <a:lnTo>
                  <a:pt x="17" y="378"/>
                </a:lnTo>
                <a:lnTo>
                  <a:pt x="20" y="387"/>
                </a:lnTo>
                <a:lnTo>
                  <a:pt x="24" y="396"/>
                </a:lnTo>
                <a:lnTo>
                  <a:pt x="28" y="404"/>
                </a:lnTo>
                <a:lnTo>
                  <a:pt x="32" y="413"/>
                </a:lnTo>
                <a:lnTo>
                  <a:pt x="37" y="421"/>
                </a:lnTo>
                <a:lnTo>
                  <a:pt x="42" y="429"/>
                </a:lnTo>
                <a:lnTo>
                  <a:pt x="48" y="438"/>
                </a:lnTo>
                <a:lnTo>
                  <a:pt x="53" y="446"/>
                </a:lnTo>
                <a:lnTo>
                  <a:pt x="59" y="453"/>
                </a:lnTo>
                <a:lnTo>
                  <a:pt x="66" y="461"/>
                </a:lnTo>
                <a:lnTo>
                  <a:pt x="72" y="469"/>
                </a:lnTo>
                <a:lnTo>
                  <a:pt x="79" y="476"/>
                </a:lnTo>
                <a:lnTo>
                  <a:pt x="86" y="483"/>
                </a:lnTo>
                <a:lnTo>
                  <a:pt x="94" y="490"/>
                </a:lnTo>
                <a:lnTo>
                  <a:pt x="101" y="497"/>
                </a:lnTo>
                <a:lnTo>
                  <a:pt x="109" y="504"/>
                </a:lnTo>
                <a:lnTo>
                  <a:pt x="118" y="510"/>
                </a:lnTo>
                <a:lnTo>
                  <a:pt x="126" y="516"/>
                </a:lnTo>
                <a:lnTo>
                  <a:pt x="135" y="522"/>
                </a:lnTo>
                <a:lnTo>
                  <a:pt x="145" y="528"/>
                </a:lnTo>
                <a:lnTo>
                  <a:pt x="154" y="534"/>
                </a:lnTo>
                <a:lnTo>
                  <a:pt x="163" y="539"/>
                </a:lnTo>
                <a:lnTo>
                  <a:pt x="173" y="544"/>
                </a:lnTo>
                <a:lnTo>
                  <a:pt x="183" y="549"/>
                </a:lnTo>
                <a:lnTo>
                  <a:pt x="193" y="553"/>
                </a:lnTo>
                <a:lnTo>
                  <a:pt x="203" y="558"/>
                </a:lnTo>
                <a:lnTo>
                  <a:pt x="213" y="562"/>
                </a:lnTo>
                <a:lnTo>
                  <a:pt x="224" y="565"/>
                </a:lnTo>
                <a:lnTo>
                  <a:pt x="234" y="569"/>
                </a:lnTo>
                <a:lnTo>
                  <a:pt x="245" y="572"/>
                </a:lnTo>
                <a:lnTo>
                  <a:pt x="256" y="575"/>
                </a:lnTo>
                <a:lnTo>
                  <a:pt x="267" y="578"/>
                </a:lnTo>
                <a:lnTo>
                  <a:pt x="278" y="580"/>
                </a:lnTo>
                <a:lnTo>
                  <a:pt x="289" y="582"/>
                </a:lnTo>
                <a:lnTo>
                  <a:pt x="300" y="584"/>
                </a:lnTo>
                <a:lnTo>
                  <a:pt x="312" y="586"/>
                </a:lnTo>
                <a:lnTo>
                  <a:pt x="323" y="587"/>
                </a:lnTo>
                <a:lnTo>
                  <a:pt x="334" y="588"/>
                </a:lnTo>
                <a:lnTo>
                  <a:pt x="346" y="589"/>
                </a:lnTo>
                <a:lnTo>
                  <a:pt x="357" y="589"/>
                </a:lnTo>
                <a:lnTo>
                  <a:pt x="369" y="590"/>
                </a:lnTo>
                <a:lnTo>
                  <a:pt x="380" y="589"/>
                </a:lnTo>
                <a:lnTo>
                  <a:pt x="392" y="589"/>
                </a:lnTo>
                <a:lnTo>
                  <a:pt x="403" y="588"/>
                </a:lnTo>
                <a:lnTo>
                  <a:pt x="415" y="587"/>
                </a:lnTo>
                <a:lnTo>
                  <a:pt x="426" y="586"/>
                </a:lnTo>
                <a:lnTo>
                  <a:pt x="437" y="584"/>
                </a:lnTo>
                <a:lnTo>
                  <a:pt x="449" y="582"/>
                </a:lnTo>
                <a:lnTo>
                  <a:pt x="460" y="580"/>
                </a:lnTo>
                <a:lnTo>
                  <a:pt x="471" y="578"/>
                </a:lnTo>
                <a:lnTo>
                  <a:pt x="482" y="575"/>
                </a:lnTo>
                <a:lnTo>
                  <a:pt x="493" y="572"/>
                </a:lnTo>
                <a:lnTo>
                  <a:pt x="503" y="569"/>
                </a:lnTo>
                <a:lnTo>
                  <a:pt x="514" y="565"/>
                </a:lnTo>
                <a:lnTo>
                  <a:pt x="524" y="562"/>
                </a:lnTo>
                <a:lnTo>
                  <a:pt x="535" y="558"/>
                </a:lnTo>
                <a:lnTo>
                  <a:pt x="545" y="553"/>
                </a:lnTo>
                <a:lnTo>
                  <a:pt x="555" y="549"/>
                </a:lnTo>
                <a:lnTo>
                  <a:pt x="565" y="544"/>
                </a:lnTo>
                <a:lnTo>
                  <a:pt x="574" y="539"/>
                </a:lnTo>
                <a:lnTo>
                  <a:pt x="584" y="534"/>
                </a:lnTo>
                <a:lnTo>
                  <a:pt x="593" y="528"/>
                </a:lnTo>
                <a:lnTo>
                  <a:pt x="602" y="522"/>
                </a:lnTo>
                <a:lnTo>
                  <a:pt x="610" y="516"/>
                </a:lnTo>
                <a:lnTo>
                  <a:pt x="619" y="510"/>
                </a:lnTo>
                <a:lnTo>
                  <a:pt x="627" y="504"/>
                </a:lnTo>
                <a:lnTo>
                  <a:pt x="635" y="497"/>
                </a:lnTo>
                <a:lnTo>
                  <a:pt x="643" y="490"/>
                </a:lnTo>
                <a:lnTo>
                  <a:pt x="650" y="483"/>
                </a:lnTo>
                <a:lnTo>
                  <a:pt x="658" y="476"/>
                </a:lnTo>
                <a:lnTo>
                  <a:pt x="664" y="469"/>
                </a:lnTo>
                <a:lnTo>
                  <a:pt x="671" y="461"/>
                </a:lnTo>
                <a:lnTo>
                  <a:pt x="677" y="453"/>
                </a:lnTo>
                <a:lnTo>
                  <a:pt x="683" y="446"/>
                </a:lnTo>
                <a:lnTo>
                  <a:pt x="689" y="438"/>
                </a:lnTo>
                <a:lnTo>
                  <a:pt x="694" y="429"/>
                </a:lnTo>
                <a:lnTo>
                  <a:pt x="699" y="421"/>
                </a:lnTo>
                <a:lnTo>
                  <a:pt x="704" y="413"/>
                </a:lnTo>
                <a:lnTo>
                  <a:pt x="709" y="404"/>
                </a:lnTo>
                <a:lnTo>
                  <a:pt x="713" y="396"/>
                </a:lnTo>
                <a:lnTo>
                  <a:pt x="716" y="387"/>
                </a:lnTo>
                <a:lnTo>
                  <a:pt x="720" y="378"/>
                </a:lnTo>
                <a:lnTo>
                  <a:pt x="723" y="369"/>
                </a:lnTo>
                <a:lnTo>
                  <a:pt x="725" y="360"/>
                </a:lnTo>
                <a:lnTo>
                  <a:pt x="728" y="351"/>
                </a:lnTo>
                <a:lnTo>
                  <a:pt x="730" y="342"/>
                </a:lnTo>
                <a:lnTo>
                  <a:pt x="731" y="333"/>
                </a:lnTo>
                <a:lnTo>
                  <a:pt x="733" y="324"/>
                </a:lnTo>
                <a:lnTo>
                  <a:pt x="734" y="315"/>
                </a:lnTo>
                <a:lnTo>
                  <a:pt x="734" y="306"/>
                </a:lnTo>
                <a:lnTo>
                  <a:pt x="734" y="296"/>
                </a:lnTo>
                <a:moveTo>
                  <a:pt x="737" y="296"/>
                </a:moveTo>
                <a:lnTo>
                  <a:pt x="736" y="306"/>
                </a:lnTo>
                <a:lnTo>
                  <a:pt x="736" y="315"/>
                </a:lnTo>
                <a:lnTo>
                  <a:pt x="735" y="324"/>
                </a:lnTo>
                <a:lnTo>
                  <a:pt x="734" y="333"/>
                </a:lnTo>
                <a:lnTo>
                  <a:pt x="732" y="343"/>
                </a:lnTo>
                <a:lnTo>
                  <a:pt x="730" y="352"/>
                </a:lnTo>
                <a:lnTo>
                  <a:pt x="728" y="361"/>
                </a:lnTo>
                <a:lnTo>
                  <a:pt x="725" y="370"/>
                </a:lnTo>
                <a:lnTo>
                  <a:pt x="722" y="379"/>
                </a:lnTo>
                <a:lnTo>
                  <a:pt x="719" y="388"/>
                </a:lnTo>
                <a:lnTo>
                  <a:pt x="715" y="396"/>
                </a:lnTo>
                <a:lnTo>
                  <a:pt x="711" y="405"/>
                </a:lnTo>
                <a:lnTo>
                  <a:pt x="706" y="414"/>
                </a:lnTo>
                <a:lnTo>
                  <a:pt x="702" y="422"/>
                </a:lnTo>
                <a:lnTo>
                  <a:pt x="696" y="430"/>
                </a:lnTo>
                <a:lnTo>
                  <a:pt x="691" y="439"/>
                </a:lnTo>
                <a:lnTo>
                  <a:pt x="685" y="447"/>
                </a:lnTo>
                <a:lnTo>
                  <a:pt x="679" y="454"/>
                </a:lnTo>
                <a:lnTo>
                  <a:pt x="673" y="462"/>
                </a:lnTo>
                <a:lnTo>
                  <a:pt x="666" y="470"/>
                </a:lnTo>
                <a:lnTo>
                  <a:pt x="659" y="477"/>
                </a:lnTo>
                <a:lnTo>
                  <a:pt x="652" y="484"/>
                </a:lnTo>
                <a:lnTo>
                  <a:pt x="645" y="491"/>
                </a:lnTo>
                <a:lnTo>
                  <a:pt x="637" y="498"/>
                </a:lnTo>
                <a:lnTo>
                  <a:pt x="629" y="505"/>
                </a:lnTo>
                <a:lnTo>
                  <a:pt x="621" y="511"/>
                </a:lnTo>
                <a:lnTo>
                  <a:pt x="612" y="518"/>
                </a:lnTo>
                <a:lnTo>
                  <a:pt x="603" y="524"/>
                </a:lnTo>
                <a:lnTo>
                  <a:pt x="594" y="529"/>
                </a:lnTo>
                <a:lnTo>
                  <a:pt x="585" y="535"/>
                </a:lnTo>
                <a:lnTo>
                  <a:pt x="576" y="540"/>
                </a:lnTo>
                <a:lnTo>
                  <a:pt x="566" y="545"/>
                </a:lnTo>
                <a:lnTo>
                  <a:pt x="556" y="550"/>
                </a:lnTo>
                <a:lnTo>
                  <a:pt x="546" y="555"/>
                </a:lnTo>
                <a:lnTo>
                  <a:pt x="536" y="559"/>
                </a:lnTo>
                <a:lnTo>
                  <a:pt x="525" y="563"/>
                </a:lnTo>
                <a:lnTo>
                  <a:pt x="515" y="567"/>
                </a:lnTo>
                <a:lnTo>
                  <a:pt x="504" y="571"/>
                </a:lnTo>
                <a:lnTo>
                  <a:pt x="493" y="574"/>
                </a:lnTo>
                <a:lnTo>
                  <a:pt x="482" y="577"/>
                </a:lnTo>
                <a:lnTo>
                  <a:pt x="471" y="580"/>
                </a:lnTo>
                <a:lnTo>
                  <a:pt x="460" y="582"/>
                </a:lnTo>
                <a:lnTo>
                  <a:pt x="449" y="584"/>
                </a:lnTo>
                <a:lnTo>
                  <a:pt x="438" y="586"/>
                </a:lnTo>
                <a:lnTo>
                  <a:pt x="426" y="588"/>
                </a:lnTo>
                <a:lnTo>
                  <a:pt x="415" y="589"/>
                </a:lnTo>
                <a:lnTo>
                  <a:pt x="403" y="590"/>
                </a:lnTo>
                <a:lnTo>
                  <a:pt x="392" y="591"/>
                </a:lnTo>
                <a:lnTo>
                  <a:pt x="380" y="591"/>
                </a:lnTo>
                <a:lnTo>
                  <a:pt x="369" y="591"/>
                </a:lnTo>
                <a:lnTo>
                  <a:pt x="357" y="591"/>
                </a:lnTo>
                <a:lnTo>
                  <a:pt x="346" y="591"/>
                </a:lnTo>
                <a:lnTo>
                  <a:pt x="334" y="590"/>
                </a:lnTo>
                <a:lnTo>
                  <a:pt x="323" y="589"/>
                </a:lnTo>
                <a:lnTo>
                  <a:pt x="311" y="588"/>
                </a:lnTo>
                <a:lnTo>
                  <a:pt x="300" y="586"/>
                </a:lnTo>
                <a:lnTo>
                  <a:pt x="289" y="584"/>
                </a:lnTo>
                <a:lnTo>
                  <a:pt x="277" y="582"/>
                </a:lnTo>
                <a:lnTo>
                  <a:pt x="266" y="580"/>
                </a:lnTo>
                <a:lnTo>
                  <a:pt x="255" y="577"/>
                </a:lnTo>
                <a:lnTo>
                  <a:pt x="244" y="574"/>
                </a:lnTo>
                <a:lnTo>
                  <a:pt x="233" y="571"/>
                </a:lnTo>
                <a:lnTo>
                  <a:pt x="223" y="567"/>
                </a:lnTo>
                <a:lnTo>
                  <a:pt x="212" y="563"/>
                </a:lnTo>
                <a:lnTo>
                  <a:pt x="202" y="559"/>
                </a:lnTo>
                <a:lnTo>
                  <a:pt x="192" y="555"/>
                </a:lnTo>
                <a:lnTo>
                  <a:pt x="182" y="550"/>
                </a:lnTo>
                <a:lnTo>
                  <a:pt x="172" y="545"/>
                </a:lnTo>
                <a:lnTo>
                  <a:pt x="162" y="540"/>
                </a:lnTo>
                <a:lnTo>
                  <a:pt x="153" y="535"/>
                </a:lnTo>
                <a:lnTo>
                  <a:pt x="143" y="529"/>
                </a:lnTo>
                <a:lnTo>
                  <a:pt x="133" y="524"/>
                </a:lnTo>
                <a:lnTo>
                  <a:pt x="125" y="518"/>
                </a:lnTo>
                <a:lnTo>
                  <a:pt x="116" y="511"/>
                </a:lnTo>
                <a:lnTo>
                  <a:pt x="108" y="505"/>
                </a:lnTo>
                <a:lnTo>
                  <a:pt x="100" y="498"/>
                </a:lnTo>
                <a:lnTo>
                  <a:pt x="92" y="491"/>
                </a:lnTo>
                <a:lnTo>
                  <a:pt x="84" y="484"/>
                </a:lnTo>
                <a:lnTo>
                  <a:pt x="77" y="477"/>
                </a:lnTo>
                <a:lnTo>
                  <a:pt x="70" y="470"/>
                </a:lnTo>
                <a:lnTo>
                  <a:pt x="64" y="462"/>
                </a:lnTo>
                <a:lnTo>
                  <a:pt x="57" y="454"/>
                </a:lnTo>
                <a:lnTo>
                  <a:pt x="51" y="447"/>
                </a:lnTo>
                <a:lnTo>
                  <a:pt x="46" y="439"/>
                </a:lnTo>
                <a:lnTo>
                  <a:pt x="40" y="430"/>
                </a:lnTo>
                <a:lnTo>
                  <a:pt x="35" y="422"/>
                </a:lnTo>
                <a:lnTo>
                  <a:pt x="30" y="414"/>
                </a:lnTo>
                <a:lnTo>
                  <a:pt x="26" y="405"/>
                </a:lnTo>
                <a:lnTo>
                  <a:pt x="22" y="396"/>
                </a:lnTo>
                <a:lnTo>
                  <a:pt x="18" y="388"/>
                </a:lnTo>
                <a:lnTo>
                  <a:pt x="15" y="379"/>
                </a:lnTo>
                <a:lnTo>
                  <a:pt x="12" y="370"/>
                </a:lnTo>
                <a:lnTo>
                  <a:pt x="9" y="361"/>
                </a:lnTo>
                <a:lnTo>
                  <a:pt x="7" y="352"/>
                </a:lnTo>
                <a:lnTo>
                  <a:pt x="5" y="343"/>
                </a:lnTo>
                <a:lnTo>
                  <a:pt x="3" y="333"/>
                </a:lnTo>
                <a:lnTo>
                  <a:pt x="2" y="324"/>
                </a:lnTo>
                <a:lnTo>
                  <a:pt x="1" y="315"/>
                </a:lnTo>
                <a:lnTo>
                  <a:pt x="0" y="306"/>
                </a:lnTo>
                <a:lnTo>
                  <a:pt x="0" y="296"/>
                </a:lnTo>
                <a:lnTo>
                  <a:pt x="0" y="287"/>
                </a:lnTo>
                <a:lnTo>
                  <a:pt x="1" y="278"/>
                </a:lnTo>
                <a:lnTo>
                  <a:pt x="2" y="269"/>
                </a:lnTo>
                <a:lnTo>
                  <a:pt x="3" y="259"/>
                </a:lnTo>
                <a:lnTo>
                  <a:pt x="5" y="250"/>
                </a:lnTo>
                <a:lnTo>
                  <a:pt x="7" y="241"/>
                </a:lnTo>
                <a:lnTo>
                  <a:pt x="9" y="231"/>
                </a:lnTo>
                <a:lnTo>
                  <a:pt x="12" y="222"/>
                </a:lnTo>
                <a:lnTo>
                  <a:pt x="15" y="213"/>
                </a:lnTo>
                <a:lnTo>
                  <a:pt x="18" y="204"/>
                </a:lnTo>
                <a:lnTo>
                  <a:pt x="22" y="195"/>
                </a:lnTo>
                <a:lnTo>
                  <a:pt x="26" y="187"/>
                </a:lnTo>
                <a:lnTo>
                  <a:pt x="30" y="178"/>
                </a:lnTo>
                <a:lnTo>
                  <a:pt x="35" y="170"/>
                </a:lnTo>
                <a:lnTo>
                  <a:pt x="40" y="161"/>
                </a:lnTo>
                <a:lnTo>
                  <a:pt x="46" y="153"/>
                </a:lnTo>
                <a:lnTo>
                  <a:pt x="51" y="145"/>
                </a:lnTo>
                <a:lnTo>
                  <a:pt x="57" y="137"/>
                </a:lnTo>
                <a:lnTo>
                  <a:pt x="64" y="130"/>
                </a:lnTo>
                <a:lnTo>
                  <a:pt x="70" y="122"/>
                </a:lnTo>
                <a:lnTo>
                  <a:pt x="77" y="115"/>
                </a:lnTo>
                <a:lnTo>
                  <a:pt x="84" y="107"/>
                </a:lnTo>
                <a:lnTo>
                  <a:pt x="92" y="100"/>
                </a:lnTo>
                <a:lnTo>
                  <a:pt x="100" y="93"/>
                </a:lnTo>
                <a:lnTo>
                  <a:pt x="108" y="87"/>
                </a:lnTo>
                <a:lnTo>
                  <a:pt x="116" y="80"/>
                </a:lnTo>
                <a:lnTo>
                  <a:pt x="125" y="74"/>
                </a:lnTo>
                <a:lnTo>
                  <a:pt x="133" y="68"/>
                </a:lnTo>
                <a:lnTo>
                  <a:pt x="143" y="62"/>
                </a:lnTo>
                <a:lnTo>
                  <a:pt x="153" y="57"/>
                </a:lnTo>
                <a:lnTo>
                  <a:pt x="162" y="51"/>
                </a:lnTo>
                <a:lnTo>
                  <a:pt x="172" y="46"/>
                </a:lnTo>
                <a:lnTo>
                  <a:pt x="182" y="41"/>
                </a:lnTo>
                <a:lnTo>
                  <a:pt x="192" y="37"/>
                </a:lnTo>
                <a:lnTo>
                  <a:pt x="202" y="33"/>
                </a:lnTo>
                <a:lnTo>
                  <a:pt x="212" y="28"/>
                </a:lnTo>
                <a:lnTo>
                  <a:pt x="223" y="25"/>
                </a:lnTo>
                <a:lnTo>
                  <a:pt x="233" y="21"/>
                </a:lnTo>
                <a:lnTo>
                  <a:pt x="244" y="18"/>
                </a:lnTo>
                <a:lnTo>
                  <a:pt x="255" y="15"/>
                </a:lnTo>
                <a:lnTo>
                  <a:pt x="266" y="12"/>
                </a:lnTo>
                <a:lnTo>
                  <a:pt x="277" y="10"/>
                </a:lnTo>
                <a:lnTo>
                  <a:pt x="289" y="7"/>
                </a:lnTo>
                <a:lnTo>
                  <a:pt x="300" y="6"/>
                </a:lnTo>
                <a:lnTo>
                  <a:pt x="311" y="4"/>
                </a:lnTo>
                <a:lnTo>
                  <a:pt x="323" y="3"/>
                </a:lnTo>
                <a:lnTo>
                  <a:pt x="334" y="2"/>
                </a:lnTo>
                <a:lnTo>
                  <a:pt x="346" y="1"/>
                </a:lnTo>
                <a:lnTo>
                  <a:pt x="357" y="1"/>
                </a:lnTo>
                <a:lnTo>
                  <a:pt x="369" y="0"/>
                </a:lnTo>
                <a:lnTo>
                  <a:pt x="380" y="1"/>
                </a:lnTo>
                <a:lnTo>
                  <a:pt x="392" y="1"/>
                </a:lnTo>
                <a:lnTo>
                  <a:pt x="403" y="2"/>
                </a:lnTo>
                <a:lnTo>
                  <a:pt x="415" y="3"/>
                </a:lnTo>
                <a:lnTo>
                  <a:pt x="426" y="4"/>
                </a:lnTo>
                <a:lnTo>
                  <a:pt x="438" y="6"/>
                </a:lnTo>
                <a:lnTo>
                  <a:pt x="449" y="7"/>
                </a:lnTo>
                <a:lnTo>
                  <a:pt x="460" y="10"/>
                </a:lnTo>
                <a:lnTo>
                  <a:pt x="471" y="12"/>
                </a:lnTo>
                <a:lnTo>
                  <a:pt x="482" y="15"/>
                </a:lnTo>
                <a:lnTo>
                  <a:pt x="493" y="18"/>
                </a:lnTo>
                <a:lnTo>
                  <a:pt x="504" y="21"/>
                </a:lnTo>
                <a:lnTo>
                  <a:pt x="515" y="25"/>
                </a:lnTo>
                <a:lnTo>
                  <a:pt x="525" y="28"/>
                </a:lnTo>
                <a:lnTo>
                  <a:pt x="536" y="33"/>
                </a:lnTo>
                <a:lnTo>
                  <a:pt x="546" y="37"/>
                </a:lnTo>
                <a:lnTo>
                  <a:pt x="556" y="41"/>
                </a:lnTo>
                <a:lnTo>
                  <a:pt x="566" y="46"/>
                </a:lnTo>
                <a:lnTo>
                  <a:pt x="576" y="51"/>
                </a:lnTo>
                <a:lnTo>
                  <a:pt x="585" y="57"/>
                </a:lnTo>
                <a:lnTo>
                  <a:pt x="594" y="62"/>
                </a:lnTo>
                <a:lnTo>
                  <a:pt x="603" y="68"/>
                </a:lnTo>
                <a:lnTo>
                  <a:pt x="612" y="74"/>
                </a:lnTo>
                <a:lnTo>
                  <a:pt x="621" y="80"/>
                </a:lnTo>
                <a:lnTo>
                  <a:pt x="629" y="87"/>
                </a:lnTo>
                <a:lnTo>
                  <a:pt x="637" y="93"/>
                </a:lnTo>
                <a:lnTo>
                  <a:pt x="645" y="100"/>
                </a:lnTo>
                <a:lnTo>
                  <a:pt x="652" y="107"/>
                </a:lnTo>
                <a:lnTo>
                  <a:pt x="659" y="115"/>
                </a:lnTo>
                <a:lnTo>
                  <a:pt x="666" y="122"/>
                </a:lnTo>
                <a:lnTo>
                  <a:pt x="673" y="130"/>
                </a:lnTo>
                <a:lnTo>
                  <a:pt x="679" y="137"/>
                </a:lnTo>
                <a:lnTo>
                  <a:pt x="685" y="145"/>
                </a:lnTo>
                <a:lnTo>
                  <a:pt x="691" y="153"/>
                </a:lnTo>
                <a:lnTo>
                  <a:pt x="696" y="161"/>
                </a:lnTo>
                <a:lnTo>
                  <a:pt x="702" y="170"/>
                </a:lnTo>
                <a:lnTo>
                  <a:pt x="706" y="178"/>
                </a:lnTo>
                <a:lnTo>
                  <a:pt x="711" y="187"/>
                </a:lnTo>
                <a:lnTo>
                  <a:pt x="715" y="195"/>
                </a:lnTo>
                <a:lnTo>
                  <a:pt x="719" y="204"/>
                </a:lnTo>
                <a:lnTo>
                  <a:pt x="722" y="213"/>
                </a:lnTo>
                <a:lnTo>
                  <a:pt x="725" y="222"/>
                </a:lnTo>
                <a:lnTo>
                  <a:pt x="728" y="231"/>
                </a:lnTo>
                <a:lnTo>
                  <a:pt x="730" y="241"/>
                </a:lnTo>
                <a:lnTo>
                  <a:pt x="732" y="250"/>
                </a:lnTo>
                <a:lnTo>
                  <a:pt x="734" y="259"/>
                </a:lnTo>
                <a:lnTo>
                  <a:pt x="735" y="269"/>
                </a:lnTo>
                <a:lnTo>
                  <a:pt x="736" y="278"/>
                </a:lnTo>
                <a:lnTo>
                  <a:pt x="736" y="287"/>
                </a:lnTo>
                <a:lnTo>
                  <a:pt x="737" y="296"/>
                </a:lnTo>
                <a:close/>
              </a:path>
            </a:pathLst>
          </a:custGeom>
          <a:solidFill>
            <a:srgbClr val="ffbf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69" name=""/>
          <p:cNvSpPr/>
          <p:nvPr/>
        </p:nvSpPr>
        <p:spPr>
          <a:xfrm>
            <a:off x="4845600" y="1721160"/>
            <a:ext cx="266760" cy="213840"/>
          </a:xfrm>
          <a:custGeom>
            <a:avLst/>
            <a:gdLst/>
            <a:ahLst/>
            <a:rect l="0" t="0" r="r" b="b"/>
            <a:pathLst>
              <a:path w="741" h="594">
                <a:moveTo>
                  <a:pt x="739" y="297"/>
                </a:moveTo>
                <a:lnTo>
                  <a:pt x="738" y="288"/>
                </a:lnTo>
                <a:lnTo>
                  <a:pt x="738" y="279"/>
                </a:lnTo>
                <a:lnTo>
                  <a:pt x="737" y="270"/>
                </a:lnTo>
                <a:lnTo>
                  <a:pt x="736" y="259"/>
                </a:lnTo>
                <a:lnTo>
                  <a:pt x="734" y="250"/>
                </a:lnTo>
                <a:lnTo>
                  <a:pt x="732" y="241"/>
                </a:lnTo>
                <a:lnTo>
                  <a:pt x="730" y="232"/>
                </a:lnTo>
                <a:lnTo>
                  <a:pt x="727" y="223"/>
                </a:lnTo>
                <a:lnTo>
                  <a:pt x="724" y="214"/>
                </a:lnTo>
                <a:lnTo>
                  <a:pt x="721" y="205"/>
                </a:lnTo>
                <a:lnTo>
                  <a:pt x="717" y="196"/>
                </a:lnTo>
                <a:lnTo>
                  <a:pt x="713" y="188"/>
                </a:lnTo>
                <a:lnTo>
                  <a:pt x="708" y="179"/>
                </a:lnTo>
                <a:lnTo>
                  <a:pt x="704" y="171"/>
                </a:lnTo>
                <a:lnTo>
                  <a:pt x="698" y="162"/>
                </a:lnTo>
                <a:lnTo>
                  <a:pt x="693" y="154"/>
                </a:lnTo>
                <a:lnTo>
                  <a:pt x="687" y="146"/>
                </a:lnTo>
                <a:lnTo>
                  <a:pt x="681" y="138"/>
                </a:lnTo>
                <a:lnTo>
                  <a:pt x="675" y="131"/>
                </a:lnTo>
                <a:lnTo>
                  <a:pt x="668" y="123"/>
                </a:lnTo>
                <a:lnTo>
                  <a:pt x="661" y="116"/>
                </a:lnTo>
                <a:lnTo>
                  <a:pt x="654" y="108"/>
                </a:lnTo>
                <a:lnTo>
                  <a:pt x="647" y="101"/>
                </a:lnTo>
                <a:lnTo>
                  <a:pt x="639" y="94"/>
                </a:lnTo>
                <a:lnTo>
                  <a:pt x="631" y="88"/>
                </a:lnTo>
                <a:lnTo>
                  <a:pt x="623" y="81"/>
                </a:lnTo>
                <a:lnTo>
                  <a:pt x="614" y="75"/>
                </a:lnTo>
                <a:lnTo>
                  <a:pt x="605" y="69"/>
                </a:lnTo>
                <a:lnTo>
                  <a:pt x="596" y="63"/>
                </a:lnTo>
                <a:lnTo>
                  <a:pt x="587" y="58"/>
                </a:lnTo>
                <a:lnTo>
                  <a:pt x="578" y="52"/>
                </a:lnTo>
                <a:lnTo>
                  <a:pt x="568" y="47"/>
                </a:lnTo>
                <a:lnTo>
                  <a:pt x="558" y="42"/>
                </a:lnTo>
                <a:lnTo>
                  <a:pt x="548" y="38"/>
                </a:lnTo>
                <a:lnTo>
                  <a:pt x="538" y="34"/>
                </a:lnTo>
                <a:lnTo>
                  <a:pt x="527" y="29"/>
                </a:lnTo>
                <a:lnTo>
                  <a:pt x="517" y="26"/>
                </a:lnTo>
                <a:lnTo>
                  <a:pt x="506" y="22"/>
                </a:lnTo>
                <a:lnTo>
                  <a:pt x="495" y="19"/>
                </a:lnTo>
                <a:lnTo>
                  <a:pt x="484" y="16"/>
                </a:lnTo>
                <a:lnTo>
                  <a:pt x="473" y="13"/>
                </a:lnTo>
                <a:lnTo>
                  <a:pt x="462" y="11"/>
                </a:lnTo>
                <a:lnTo>
                  <a:pt x="451" y="8"/>
                </a:lnTo>
                <a:lnTo>
                  <a:pt x="440" y="7"/>
                </a:lnTo>
                <a:lnTo>
                  <a:pt x="428" y="5"/>
                </a:lnTo>
                <a:lnTo>
                  <a:pt x="417" y="4"/>
                </a:lnTo>
                <a:lnTo>
                  <a:pt x="405" y="3"/>
                </a:lnTo>
                <a:lnTo>
                  <a:pt x="394" y="2"/>
                </a:lnTo>
                <a:lnTo>
                  <a:pt x="382" y="2"/>
                </a:lnTo>
                <a:lnTo>
                  <a:pt x="371" y="1"/>
                </a:lnTo>
                <a:lnTo>
                  <a:pt x="359" y="2"/>
                </a:lnTo>
                <a:lnTo>
                  <a:pt x="348" y="2"/>
                </a:lnTo>
                <a:lnTo>
                  <a:pt x="336" y="3"/>
                </a:lnTo>
                <a:lnTo>
                  <a:pt x="325" y="4"/>
                </a:lnTo>
                <a:lnTo>
                  <a:pt x="313" y="5"/>
                </a:lnTo>
                <a:lnTo>
                  <a:pt x="302" y="7"/>
                </a:lnTo>
                <a:lnTo>
                  <a:pt x="291" y="8"/>
                </a:lnTo>
                <a:lnTo>
                  <a:pt x="279" y="11"/>
                </a:lnTo>
                <a:lnTo>
                  <a:pt x="268" y="13"/>
                </a:lnTo>
                <a:lnTo>
                  <a:pt x="257" y="16"/>
                </a:lnTo>
                <a:lnTo>
                  <a:pt x="246" y="19"/>
                </a:lnTo>
                <a:lnTo>
                  <a:pt x="235" y="22"/>
                </a:lnTo>
                <a:lnTo>
                  <a:pt x="224" y="26"/>
                </a:lnTo>
                <a:lnTo>
                  <a:pt x="213" y="29"/>
                </a:lnTo>
                <a:lnTo>
                  <a:pt x="203" y="34"/>
                </a:lnTo>
                <a:lnTo>
                  <a:pt x="193" y="38"/>
                </a:lnTo>
                <a:lnTo>
                  <a:pt x="183" y="42"/>
                </a:lnTo>
                <a:lnTo>
                  <a:pt x="173" y="47"/>
                </a:lnTo>
                <a:lnTo>
                  <a:pt x="163" y="52"/>
                </a:lnTo>
                <a:lnTo>
                  <a:pt x="154" y="58"/>
                </a:lnTo>
                <a:lnTo>
                  <a:pt x="144" y="63"/>
                </a:lnTo>
                <a:lnTo>
                  <a:pt x="135" y="69"/>
                </a:lnTo>
                <a:lnTo>
                  <a:pt x="127" y="75"/>
                </a:lnTo>
                <a:lnTo>
                  <a:pt x="118" y="81"/>
                </a:lnTo>
                <a:lnTo>
                  <a:pt x="110" y="88"/>
                </a:lnTo>
                <a:lnTo>
                  <a:pt x="102" y="94"/>
                </a:lnTo>
                <a:lnTo>
                  <a:pt x="94" y="101"/>
                </a:lnTo>
                <a:lnTo>
                  <a:pt x="86" y="108"/>
                </a:lnTo>
                <a:lnTo>
                  <a:pt x="79" y="116"/>
                </a:lnTo>
                <a:lnTo>
                  <a:pt x="72" y="123"/>
                </a:lnTo>
                <a:lnTo>
                  <a:pt x="66" y="131"/>
                </a:lnTo>
                <a:lnTo>
                  <a:pt x="59" y="138"/>
                </a:lnTo>
                <a:lnTo>
                  <a:pt x="53" y="146"/>
                </a:lnTo>
                <a:lnTo>
                  <a:pt x="48" y="154"/>
                </a:lnTo>
                <a:lnTo>
                  <a:pt x="42" y="162"/>
                </a:lnTo>
                <a:lnTo>
                  <a:pt x="37" y="171"/>
                </a:lnTo>
                <a:lnTo>
                  <a:pt x="32" y="179"/>
                </a:lnTo>
                <a:lnTo>
                  <a:pt x="28" y="188"/>
                </a:lnTo>
                <a:lnTo>
                  <a:pt x="24" y="196"/>
                </a:lnTo>
                <a:lnTo>
                  <a:pt x="20" y="205"/>
                </a:lnTo>
                <a:lnTo>
                  <a:pt x="17" y="214"/>
                </a:lnTo>
                <a:lnTo>
                  <a:pt x="14" y="223"/>
                </a:lnTo>
                <a:lnTo>
                  <a:pt x="11" y="232"/>
                </a:lnTo>
                <a:lnTo>
                  <a:pt x="9" y="241"/>
                </a:lnTo>
                <a:lnTo>
                  <a:pt x="7" y="250"/>
                </a:lnTo>
                <a:lnTo>
                  <a:pt x="5" y="259"/>
                </a:lnTo>
                <a:lnTo>
                  <a:pt x="4" y="270"/>
                </a:lnTo>
                <a:lnTo>
                  <a:pt x="3" y="279"/>
                </a:lnTo>
                <a:lnTo>
                  <a:pt x="2" y="288"/>
                </a:lnTo>
                <a:lnTo>
                  <a:pt x="2" y="297"/>
                </a:lnTo>
                <a:lnTo>
                  <a:pt x="2" y="307"/>
                </a:lnTo>
                <a:lnTo>
                  <a:pt x="3" y="316"/>
                </a:lnTo>
                <a:lnTo>
                  <a:pt x="4" y="325"/>
                </a:lnTo>
                <a:lnTo>
                  <a:pt x="5" y="334"/>
                </a:lnTo>
                <a:lnTo>
                  <a:pt x="7" y="344"/>
                </a:lnTo>
                <a:lnTo>
                  <a:pt x="9" y="353"/>
                </a:lnTo>
                <a:lnTo>
                  <a:pt x="11" y="362"/>
                </a:lnTo>
                <a:lnTo>
                  <a:pt x="14" y="371"/>
                </a:lnTo>
                <a:lnTo>
                  <a:pt x="17" y="380"/>
                </a:lnTo>
                <a:lnTo>
                  <a:pt x="20" y="389"/>
                </a:lnTo>
                <a:lnTo>
                  <a:pt x="24" y="397"/>
                </a:lnTo>
                <a:lnTo>
                  <a:pt x="28" y="406"/>
                </a:lnTo>
                <a:lnTo>
                  <a:pt x="32" y="415"/>
                </a:lnTo>
                <a:lnTo>
                  <a:pt x="37" y="423"/>
                </a:lnTo>
                <a:lnTo>
                  <a:pt x="42" y="431"/>
                </a:lnTo>
                <a:lnTo>
                  <a:pt x="48" y="440"/>
                </a:lnTo>
                <a:lnTo>
                  <a:pt x="53" y="448"/>
                </a:lnTo>
                <a:lnTo>
                  <a:pt x="59" y="455"/>
                </a:lnTo>
                <a:lnTo>
                  <a:pt x="66" y="463"/>
                </a:lnTo>
                <a:lnTo>
                  <a:pt x="72" y="471"/>
                </a:lnTo>
                <a:lnTo>
                  <a:pt x="79" y="478"/>
                </a:lnTo>
                <a:lnTo>
                  <a:pt x="86" y="485"/>
                </a:lnTo>
                <a:lnTo>
                  <a:pt x="94" y="492"/>
                </a:lnTo>
                <a:lnTo>
                  <a:pt x="102" y="499"/>
                </a:lnTo>
                <a:lnTo>
                  <a:pt x="110" y="506"/>
                </a:lnTo>
                <a:lnTo>
                  <a:pt x="118" y="512"/>
                </a:lnTo>
                <a:lnTo>
                  <a:pt x="127" y="519"/>
                </a:lnTo>
                <a:lnTo>
                  <a:pt x="135" y="525"/>
                </a:lnTo>
                <a:lnTo>
                  <a:pt x="144" y="530"/>
                </a:lnTo>
                <a:lnTo>
                  <a:pt x="154" y="536"/>
                </a:lnTo>
                <a:lnTo>
                  <a:pt x="163" y="541"/>
                </a:lnTo>
                <a:lnTo>
                  <a:pt x="173" y="546"/>
                </a:lnTo>
                <a:lnTo>
                  <a:pt x="183" y="551"/>
                </a:lnTo>
                <a:lnTo>
                  <a:pt x="193" y="556"/>
                </a:lnTo>
                <a:lnTo>
                  <a:pt x="203" y="560"/>
                </a:lnTo>
                <a:lnTo>
                  <a:pt x="213" y="564"/>
                </a:lnTo>
                <a:lnTo>
                  <a:pt x="224" y="568"/>
                </a:lnTo>
                <a:lnTo>
                  <a:pt x="235" y="572"/>
                </a:lnTo>
                <a:lnTo>
                  <a:pt x="246" y="575"/>
                </a:lnTo>
                <a:lnTo>
                  <a:pt x="257" y="578"/>
                </a:lnTo>
                <a:lnTo>
                  <a:pt x="268" y="581"/>
                </a:lnTo>
                <a:lnTo>
                  <a:pt x="279" y="583"/>
                </a:lnTo>
                <a:lnTo>
                  <a:pt x="291" y="585"/>
                </a:lnTo>
                <a:lnTo>
                  <a:pt x="302" y="587"/>
                </a:lnTo>
                <a:lnTo>
                  <a:pt x="313" y="589"/>
                </a:lnTo>
                <a:lnTo>
                  <a:pt x="325" y="590"/>
                </a:lnTo>
                <a:lnTo>
                  <a:pt x="336" y="591"/>
                </a:lnTo>
                <a:lnTo>
                  <a:pt x="348" y="592"/>
                </a:lnTo>
                <a:lnTo>
                  <a:pt x="359" y="592"/>
                </a:lnTo>
                <a:lnTo>
                  <a:pt x="371" y="592"/>
                </a:lnTo>
                <a:lnTo>
                  <a:pt x="382" y="592"/>
                </a:lnTo>
                <a:lnTo>
                  <a:pt x="394" y="592"/>
                </a:lnTo>
                <a:lnTo>
                  <a:pt x="405" y="591"/>
                </a:lnTo>
                <a:lnTo>
                  <a:pt x="417" y="590"/>
                </a:lnTo>
                <a:lnTo>
                  <a:pt x="428" y="589"/>
                </a:lnTo>
                <a:lnTo>
                  <a:pt x="440" y="587"/>
                </a:lnTo>
                <a:lnTo>
                  <a:pt x="451" y="585"/>
                </a:lnTo>
                <a:lnTo>
                  <a:pt x="462" y="583"/>
                </a:lnTo>
                <a:lnTo>
                  <a:pt x="473" y="581"/>
                </a:lnTo>
                <a:lnTo>
                  <a:pt x="484" y="578"/>
                </a:lnTo>
                <a:lnTo>
                  <a:pt x="495" y="575"/>
                </a:lnTo>
                <a:lnTo>
                  <a:pt x="506" y="572"/>
                </a:lnTo>
                <a:lnTo>
                  <a:pt x="517" y="568"/>
                </a:lnTo>
                <a:lnTo>
                  <a:pt x="527" y="564"/>
                </a:lnTo>
                <a:lnTo>
                  <a:pt x="538" y="560"/>
                </a:lnTo>
                <a:lnTo>
                  <a:pt x="548" y="556"/>
                </a:lnTo>
                <a:lnTo>
                  <a:pt x="558" y="551"/>
                </a:lnTo>
                <a:lnTo>
                  <a:pt x="568" y="546"/>
                </a:lnTo>
                <a:lnTo>
                  <a:pt x="578" y="541"/>
                </a:lnTo>
                <a:lnTo>
                  <a:pt x="587" y="536"/>
                </a:lnTo>
                <a:lnTo>
                  <a:pt x="596" y="530"/>
                </a:lnTo>
                <a:lnTo>
                  <a:pt x="605" y="525"/>
                </a:lnTo>
                <a:lnTo>
                  <a:pt x="614" y="519"/>
                </a:lnTo>
                <a:lnTo>
                  <a:pt x="623" y="512"/>
                </a:lnTo>
                <a:lnTo>
                  <a:pt x="631" y="506"/>
                </a:lnTo>
                <a:lnTo>
                  <a:pt x="639" y="499"/>
                </a:lnTo>
                <a:lnTo>
                  <a:pt x="647" y="492"/>
                </a:lnTo>
                <a:lnTo>
                  <a:pt x="654" y="485"/>
                </a:lnTo>
                <a:lnTo>
                  <a:pt x="661" y="478"/>
                </a:lnTo>
                <a:lnTo>
                  <a:pt x="668" y="471"/>
                </a:lnTo>
                <a:lnTo>
                  <a:pt x="675" y="463"/>
                </a:lnTo>
                <a:lnTo>
                  <a:pt x="681" y="455"/>
                </a:lnTo>
                <a:lnTo>
                  <a:pt x="687" y="448"/>
                </a:lnTo>
                <a:lnTo>
                  <a:pt x="693" y="440"/>
                </a:lnTo>
                <a:lnTo>
                  <a:pt x="698" y="431"/>
                </a:lnTo>
                <a:lnTo>
                  <a:pt x="704" y="423"/>
                </a:lnTo>
                <a:lnTo>
                  <a:pt x="708" y="415"/>
                </a:lnTo>
                <a:lnTo>
                  <a:pt x="713" y="406"/>
                </a:lnTo>
                <a:lnTo>
                  <a:pt x="717" y="397"/>
                </a:lnTo>
                <a:lnTo>
                  <a:pt x="721" y="389"/>
                </a:lnTo>
                <a:lnTo>
                  <a:pt x="724" y="380"/>
                </a:lnTo>
                <a:lnTo>
                  <a:pt x="727" y="371"/>
                </a:lnTo>
                <a:lnTo>
                  <a:pt x="730" y="362"/>
                </a:lnTo>
                <a:lnTo>
                  <a:pt x="732" y="353"/>
                </a:lnTo>
                <a:lnTo>
                  <a:pt x="734" y="344"/>
                </a:lnTo>
                <a:lnTo>
                  <a:pt x="736" y="334"/>
                </a:lnTo>
                <a:lnTo>
                  <a:pt x="737" y="325"/>
                </a:lnTo>
                <a:lnTo>
                  <a:pt x="738" y="316"/>
                </a:lnTo>
                <a:lnTo>
                  <a:pt x="738" y="307"/>
                </a:lnTo>
                <a:lnTo>
                  <a:pt x="739" y="297"/>
                </a:lnTo>
                <a:moveTo>
                  <a:pt x="741" y="297"/>
                </a:moveTo>
                <a:lnTo>
                  <a:pt x="741" y="307"/>
                </a:lnTo>
                <a:lnTo>
                  <a:pt x="740" y="316"/>
                </a:lnTo>
                <a:lnTo>
                  <a:pt x="739" y="325"/>
                </a:lnTo>
                <a:lnTo>
                  <a:pt x="738" y="335"/>
                </a:lnTo>
                <a:lnTo>
                  <a:pt x="736" y="344"/>
                </a:lnTo>
                <a:lnTo>
                  <a:pt x="734" y="353"/>
                </a:lnTo>
                <a:lnTo>
                  <a:pt x="732" y="362"/>
                </a:lnTo>
                <a:lnTo>
                  <a:pt x="729" y="371"/>
                </a:lnTo>
                <a:lnTo>
                  <a:pt x="726" y="380"/>
                </a:lnTo>
                <a:lnTo>
                  <a:pt x="723" y="389"/>
                </a:lnTo>
                <a:lnTo>
                  <a:pt x="719" y="398"/>
                </a:lnTo>
                <a:lnTo>
                  <a:pt x="715" y="407"/>
                </a:lnTo>
                <a:lnTo>
                  <a:pt x="710" y="415"/>
                </a:lnTo>
                <a:lnTo>
                  <a:pt x="706" y="424"/>
                </a:lnTo>
                <a:lnTo>
                  <a:pt x="701" y="432"/>
                </a:lnTo>
                <a:lnTo>
                  <a:pt x="695" y="440"/>
                </a:lnTo>
                <a:lnTo>
                  <a:pt x="689" y="448"/>
                </a:lnTo>
                <a:lnTo>
                  <a:pt x="683" y="456"/>
                </a:lnTo>
                <a:lnTo>
                  <a:pt x="677" y="464"/>
                </a:lnTo>
                <a:lnTo>
                  <a:pt x="670" y="472"/>
                </a:lnTo>
                <a:lnTo>
                  <a:pt x="663" y="479"/>
                </a:lnTo>
                <a:lnTo>
                  <a:pt x="656" y="487"/>
                </a:lnTo>
                <a:lnTo>
                  <a:pt x="648" y="494"/>
                </a:lnTo>
                <a:lnTo>
                  <a:pt x="641" y="501"/>
                </a:lnTo>
                <a:lnTo>
                  <a:pt x="632" y="507"/>
                </a:lnTo>
                <a:lnTo>
                  <a:pt x="624" y="514"/>
                </a:lnTo>
                <a:lnTo>
                  <a:pt x="616" y="520"/>
                </a:lnTo>
                <a:lnTo>
                  <a:pt x="607" y="526"/>
                </a:lnTo>
                <a:lnTo>
                  <a:pt x="598" y="532"/>
                </a:lnTo>
                <a:lnTo>
                  <a:pt x="588" y="538"/>
                </a:lnTo>
                <a:lnTo>
                  <a:pt x="579" y="543"/>
                </a:lnTo>
                <a:lnTo>
                  <a:pt x="569" y="548"/>
                </a:lnTo>
                <a:lnTo>
                  <a:pt x="559" y="553"/>
                </a:lnTo>
                <a:lnTo>
                  <a:pt x="549" y="558"/>
                </a:lnTo>
                <a:lnTo>
                  <a:pt x="539" y="562"/>
                </a:lnTo>
                <a:lnTo>
                  <a:pt x="528" y="566"/>
                </a:lnTo>
                <a:lnTo>
                  <a:pt x="518" y="570"/>
                </a:lnTo>
                <a:lnTo>
                  <a:pt x="507" y="573"/>
                </a:lnTo>
                <a:lnTo>
                  <a:pt x="496" y="577"/>
                </a:lnTo>
                <a:lnTo>
                  <a:pt x="485" y="580"/>
                </a:lnTo>
                <a:lnTo>
                  <a:pt x="474" y="582"/>
                </a:lnTo>
                <a:lnTo>
                  <a:pt x="463" y="585"/>
                </a:lnTo>
                <a:lnTo>
                  <a:pt x="452" y="587"/>
                </a:lnTo>
                <a:lnTo>
                  <a:pt x="440" y="589"/>
                </a:lnTo>
                <a:lnTo>
                  <a:pt x="429" y="591"/>
                </a:lnTo>
                <a:lnTo>
                  <a:pt x="417" y="592"/>
                </a:lnTo>
                <a:lnTo>
                  <a:pt x="406" y="593"/>
                </a:lnTo>
                <a:lnTo>
                  <a:pt x="394" y="594"/>
                </a:lnTo>
                <a:lnTo>
                  <a:pt x="382" y="594"/>
                </a:lnTo>
                <a:lnTo>
                  <a:pt x="371" y="594"/>
                </a:lnTo>
                <a:lnTo>
                  <a:pt x="359" y="594"/>
                </a:lnTo>
                <a:lnTo>
                  <a:pt x="348" y="594"/>
                </a:lnTo>
                <a:lnTo>
                  <a:pt x="336" y="593"/>
                </a:lnTo>
                <a:lnTo>
                  <a:pt x="324" y="592"/>
                </a:lnTo>
                <a:lnTo>
                  <a:pt x="313" y="591"/>
                </a:lnTo>
                <a:lnTo>
                  <a:pt x="301" y="589"/>
                </a:lnTo>
                <a:lnTo>
                  <a:pt x="290" y="587"/>
                </a:lnTo>
                <a:lnTo>
                  <a:pt x="279" y="585"/>
                </a:lnTo>
                <a:lnTo>
                  <a:pt x="268" y="582"/>
                </a:lnTo>
                <a:lnTo>
                  <a:pt x="256" y="580"/>
                </a:lnTo>
                <a:lnTo>
                  <a:pt x="245" y="577"/>
                </a:lnTo>
                <a:lnTo>
                  <a:pt x="235" y="573"/>
                </a:lnTo>
                <a:lnTo>
                  <a:pt x="223" y="570"/>
                </a:lnTo>
                <a:lnTo>
                  <a:pt x="212" y="566"/>
                </a:lnTo>
                <a:lnTo>
                  <a:pt x="202" y="562"/>
                </a:lnTo>
                <a:lnTo>
                  <a:pt x="192" y="558"/>
                </a:lnTo>
                <a:lnTo>
                  <a:pt x="181" y="553"/>
                </a:lnTo>
                <a:lnTo>
                  <a:pt x="172" y="548"/>
                </a:lnTo>
                <a:lnTo>
                  <a:pt x="162" y="543"/>
                </a:lnTo>
                <a:lnTo>
                  <a:pt x="152" y="538"/>
                </a:lnTo>
                <a:lnTo>
                  <a:pt x="143" y="532"/>
                </a:lnTo>
                <a:lnTo>
                  <a:pt x="134" y="526"/>
                </a:lnTo>
                <a:lnTo>
                  <a:pt x="125" y="520"/>
                </a:lnTo>
                <a:lnTo>
                  <a:pt x="116" y="514"/>
                </a:lnTo>
                <a:lnTo>
                  <a:pt x="108" y="507"/>
                </a:lnTo>
                <a:lnTo>
                  <a:pt x="100" y="501"/>
                </a:lnTo>
                <a:lnTo>
                  <a:pt x="92" y="494"/>
                </a:lnTo>
                <a:lnTo>
                  <a:pt x="85" y="487"/>
                </a:lnTo>
                <a:lnTo>
                  <a:pt x="77" y="479"/>
                </a:lnTo>
                <a:lnTo>
                  <a:pt x="70" y="472"/>
                </a:lnTo>
                <a:lnTo>
                  <a:pt x="64" y="464"/>
                </a:lnTo>
                <a:lnTo>
                  <a:pt x="57" y="456"/>
                </a:lnTo>
                <a:lnTo>
                  <a:pt x="51" y="448"/>
                </a:lnTo>
                <a:lnTo>
                  <a:pt x="46" y="440"/>
                </a:lnTo>
                <a:lnTo>
                  <a:pt x="40" y="432"/>
                </a:lnTo>
                <a:lnTo>
                  <a:pt x="35" y="424"/>
                </a:lnTo>
                <a:lnTo>
                  <a:pt x="30" y="415"/>
                </a:lnTo>
                <a:lnTo>
                  <a:pt x="26" y="407"/>
                </a:lnTo>
                <a:lnTo>
                  <a:pt x="22" y="398"/>
                </a:lnTo>
                <a:lnTo>
                  <a:pt x="18" y="389"/>
                </a:lnTo>
                <a:lnTo>
                  <a:pt x="14" y="380"/>
                </a:lnTo>
                <a:lnTo>
                  <a:pt x="11" y="371"/>
                </a:lnTo>
                <a:lnTo>
                  <a:pt x="9" y="362"/>
                </a:lnTo>
                <a:lnTo>
                  <a:pt x="6" y="353"/>
                </a:lnTo>
                <a:lnTo>
                  <a:pt x="4" y="344"/>
                </a:lnTo>
                <a:lnTo>
                  <a:pt x="3" y="335"/>
                </a:lnTo>
                <a:lnTo>
                  <a:pt x="1" y="325"/>
                </a:lnTo>
                <a:lnTo>
                  <a:pt x="0" y="316"/>
                </a:lnTo>
                <a:lnTo>
                  <a:pt x="0" y="307"/>
                </a:lnTo>
                <a:lnTo>
                  <a:pt x="0" y="297"/>
                </a:lnTo>
                <a:lnTo>
                  <a:pt x="0" y="288"/>
                </a:lnTo>
                <a:lnTo>
                  <a:pt x="0" y="279"/>
                </a:lnTo>
                <a:lnTo>
                  <a:pt x="1" y="269"/>
                </a:lnTo>
                <a:lnTo>
                  <a:pt x="3" y="259"/>
                </a:lnTo>
                <a:lnTo>
                  <a:pt x="4" y="250"/>
                </a:lnTo>
                <a:lnTo>
                  <a:pt x="6" y="241"/>
                </a:lnTo>
                <a:lnTo>
                  <a:pt x="9" y="232"/>
                </a:lnTo>
                <a:lnTo>
                  <a:pt x="11" y="223"/>
                </a:lnTo>
                <a:lnTo>
                  <a:pt x="14" y="214"/>
                </a:lnTo>
                <a:lnTo>
                  <a:pt x="18" y="205"/>
                </a:lnTo>
                <a:lnTo>
                  <a:pt x="22" y="196"/>
                </a:lnTo>
                <a:lnTo>
                  <a:pt x="26" y="187"/>
                </a:lnTo>
                <a:lnTo>
                  <a:pt x="30" y="178"/>
                </a:lnTo>
                <a:lnTo>
                  <a:pt x="35" y="170"/>
                </a:lnTo>
                <a:lnTo>
                  <a:pt x="40" y="162"/>
                </a:lnTo>
                <a:lnTo>
                  <a:pt x="46" y="153"/>
                </a:lnTo>
                <a:lnTo>
                  <a:pt x="51" y="145"/>
                </a:lnTo>
                <a:lnTo>
                  <a:pt x="57" y="137"/>
                </a:lnTo>
                <a:lnTo>
                  <a:pt x="64" y="130"/>
                </a:lnTo>
                <a:lnTo>
                  <a:pt x="70" y="122"/>
                </a:lnTo>
                <a:lnTo>
                  <a:pt x="77" y="114"/>
                </a:lnTo>
                <a:lnTo>
                  <a:pt x="85" y="107"/>
                </a:lnTo>
                <a:lnTo>
                  <a:pt x="92" y="100"/>
                </a:lnTo>
                <a:lnTo>
                  <a:pt x="100" y="93"/>
                </a:lnTo>
                <a:lnTo>
                  <a:pt x="108" y="86"/>
                </a:lnTo>
                <a:lnTo>
                  <a:pt x="116" y="80"/>
                </a:lnTo>
                <a:lnTo>
                  <a:pt x="125" y="74"/>
                </a:lnTo>
                <a:lnTo>
                  <a:pt x="134" y="68"/>
                </a:lnTo>
                <a:lnTo>
                  <a:pt x="143" y="62"/>
                </a:lnTo>
                <a:lnTo>
                  <a:pt x="152" y="56"/>
                </a:lnTo>
                <a:lnTo>
                  <a:pt x="162" y="51"/>
                </a:lnTo>
                <a:lnTo>
                  <a:pt x="172" y="46"/>
                </a:lnTo>
                <a:lnTo>
                  <a:pt x="181" y="41"/>
                </a:lnTo>
                <a:lnTo>
                  <a:pt x="192" y="36"/>
                </a:lnTo>
                <a:lnTo>
                  <a:pt x="202" y="32"/>
                </a:lnTo>
                <a:lnTo>
                  <a:pt x="212" y="28"/>
                </a:lnTo>
                <a:lnTo>
                  <a:pt x="223" y="24"/>
                </a:lnTo>
                <a:lnTo>
                  <a:pt x="235" y="20"/>
                </a:lnTo>
                <a:lnTo>
                  <a:pt x="245" y="17"/>
                </a:lnTo>
                <a:lnTo>
                  <a:pt x="256" y="14"/>
                </a:lnTo>
                <a:lnTo>
                  <a:pt x="268" y="11"/>
                </a:lnTo>
                <a:lnTo>
                  <a:pt x="279" y="9"/>
                </a:lnTo>
                <a:lnTo>
                  <a:pt x="290" y="7"/>
                </a:lnTo>
                <a:lnTo>
                  <a:pt x="301" y="5"/>
                </a:lnTo>
                <a:lnTo>
                  <a:pt x="313" y="3"/>
                </a:lnTo>
                <a:lnTo>
                  <a:pt x="324" y="2"/>
                </a:lnTo>
                <a:lnTo>
                  <a:pt x="336" y="1"/>
                </a:lnTo>
                <a:lnTo>
                  <a:pt x="348" y="0"/>
                </a:lnTo>
                <a:lnTo>
                  <a:pt x="359" y="0"/>
                </a:lnTo>
                <a:lnTo>
                  <a:pt x="371" y="0"/>
                </a:lnTo>
                <a:lnTo>
                  <a:pt x="382" y="0"/>
                </a:lnTo>
                <a:lnTo>
                  <a:pt x="394" y="0"/>
                </a:lnTo>
                <a:lnTo>
                  <a:pt x="406" y="1"/>
                </a:lnTo>
                <a:lnTo>
                  <a:pt x="417" y="2"/>
                </a:lnTo>
                <a:lnTo>
                  <a:pt x="429" y="3"/>
                </a:lnTo>
                <a:lnTo>
                  <a:pt x="440" y="5"/>
                </a:lnTo>
                <a:lnTo>
                  <a:pt x="452" y="7"/>
                </a:lnTo>
                <a:lnTo>
                  <a:pt x="463" y="9"/>
                </a:lnTo>
                <a:lnTo>
                  <a:pt x="474" y="11"/>
                </a:lnTo>
                <a:lnTo>
                  <a:pt x="485" y="14"/>
                </a:lnTo>
                <a:lnTo>
                  <a:pt x="496" y="17"/>
                </a:lnTo>
                <a:lnTo>
                  <a:pt x="507" y="20"/>
                </a:lnTo>
                <a:lnTo>
                  <a:pt x="518" y="24"/>
                </a:lnTo>
                <a:lnTo>
                  <a:pt x="528" y="28"/>
                </a:lnTo>
                <a:lnTo>
                  <a:pt x="539" y="32"/>
                </a:lnTo>
                <a:lnTo>
                  <a:pt x="549" y="36"/>
                </a:lnTo>
                <a:lnTo>
                  <a:pt x="559" y="41"/>
                </a:lnTo>
                <a:lnTo>
                  <a:pt x="569" y="46"/>
                </a:lnTo>
                <a:lnTo>
                  <a:pt x="579" y="51"/>
                </a:lnTo>
                <a:lnTo>
                  <a:pt x="588" y="56"/>
                </a:lnTo>
                <a:lnTo>
                  <a:pt x="598" y="62"/>
                </a:lnTo>
                <a:lnTo>
                  <a:pt x="607" y="68"/>
                </a:lnTo>
                <a:lnTo>
                  <a:pt x="616" y="74"/>
                </a:lnTo>
                <a:lnTo>
                  <a:pt x="624" y="80"/>
                </a:lnTo>
                <a:lnTo>
                  <a:pt x="632" y="86"/>
                </a:lnTo>
                <a:lnTo>
                  <a:pt x="641" y="93"/>
                </a:lnTo>
                <a:lnTo>
                  <a:pt x="648" y="100"/>
                </a:lnTo>
                <a:lnTo>
                  <a:pt x="656" y="107"/>
                </a:lnTo>
                <a:lnTo>
                  <a:pt x="663" y="114"/>
                </a:lnTo>
                <a:lnTo>
                  <a:pt x="670" y="122"/>
                </a:lnTo>
                <a:lnTo>
                  <a:pt x="677" y="130"/>
                </a:lnTo>
                <a:lnTo>
                  <a:pt x="683" y="137"/>
                </a:lnTo>
                <a:lnTo>
                  <a:pt x="689" y="145"/>
                </a:lnTo>
                <a:lnTo>
                  <a:pt x="695" y="153"/>
                </a:lnTo>
                <a:lnTo>
                  <a:pt x="701" y="162"/>
                </a:lnTo>
                <a:lnTo>
                  <a:pt x="706" y="170"/>
                </a:lnTo>
                <a:lnTo>
                  <a:pt x="710" y="178"/>
                </a:lnTo>
                <a:lnTo>
                  <a:pt x="715" y="187"/>
                </a:lnTo>
                <a:lnTo>
                  <a:pt x="719" y="196"/>
                </a:lnTo>
                <a:lnTo>
                  <a:pt x="723" y="205"/>
                </a:lnTo>
                <a:lnTo>
                  <a:pt x="726" y="214"/>
                </a:lnTo>
                <a:lnTo>
                  <a:pt x="729" y="223"/>
                </a:lnTo>
                <a:lnTo>
                  <a:pt x="732" y="232"/>
                </a:lnTo>
                <a:lnTo>
                  <a:pt x="734" y="241"/>
                </a:lnTo>
                <a:lnTo>
                  <a:pt x="736" y="250"/>
                </a:lnTo>
                <a:lnTo>
                  <a:pt x="738" y="259"/>
                </a:lnTo>
                <a:lnTo>
                  <a:pt x="739" y="269"/>
                </a:lnTo>
                <a:lnTo>
                  <a:pt x="740" y="279"/>
                </a:lnTo>
                <a:lnTo>
                  <a:pt x="741" y="288"/>
                </a:lnTo>
                <a:lnTo>
                  <a:pt x="741" y="297"/>
                </a:lnTo>
                <a:close/>
              </a:path>
            </a:pathLst>
          </a:custGeom>
          <a:solidFill>
            <a:srgbClr val="ffbe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0" name=""/>
          <p:cNvSpPr/>
          <p:nvPr/>
        </p:nvSpPr>
        <p:spPr>
          <a:xfrm>
            <a:off x="4844520" y="1720440"/>
            <a:ext cx="268560" cy="215280"/>
          </a:xfrm>
          <a:custGeom>
            <a:avLst/>
            <a:gdLst/>
            <a:ahLst/>
            <a:rect l="0" t="0" r="r" b="b"/>
            <a:pathLst>
              <a:path w="746" h="598">
                <a:moveTo>
                  <a:pt x="744" y="299"/>
                </a:moveTo>
                <a:lnTo>
                  <a:pt x="744" y="289"/>
                </a:lnTo>
                <a:lnTo>
                  <a:pt x="743" y="280"/>
                </a:lnTo>
                <a:lnTo>
                  <a:pt x="742" y="270"/>
                </a:lnTo>
                <a:lnTo>
                  <a:pt x="741" y="261"/>
                </a:lnTo>
                <a:lnTo>
                  <a:pt x="739" y="252"/>
                </a:lnTo>
                <a:lnTo>
                  <a:pt x="737" y="243"/>
                </a:lnTo>
                <a:lnTo>
                  <a:pt x="735" y="234"/>
                </a:lnTo>
                <a:lnTo>
                  <a:pt x="732" y="225"/>
                </a:lnTo>
                <a:lnTo>
                  <a:pt x="729" y="216"/>
                </a:lnTo>
                <a:lnTo>
                  <a:pt x="726" y="207"/>
                </a:lnTo>
                <a:lnTo>
                  <a:pt x="722" y="198"/>
                </a:lnTo>
                <a:lnTo>
                  <a:pt x="718" y="189"/>
                </a:lnTo>
                <a:lnTo>
                  <a:pt x="713" y="180"/>
                </a:lnTo>
                <a:lnTo>
                  <a:pt x="709" y="172"/>
                </a:lnTo>
                <a:lnTo>
                  <a:pt x="704" y="164"/>
                </a:lnTo>
                <a:lnTo>
                  <a:pt x="698" y="155"/>
                </a:lnTo>
                <a:lnTo>
                  <a:pt x="692" y="147"/>
                </a:lnTo>
                <a:lnTo>
                  <a:pt x="686" y="139"/>
                </a:lnTo>
                <a:lnTo>
                  <a:pt x="680" y="132"/>
                </a:lnTo>
                <a:lnTo>
                  <a:pt x="673" y="124"/>
                </a:lnTo>
                <a:lnTo>
                  <a:pt x="666" y="116"/>
                </a:lnTo>
                <a:lnTo>
                  <a:pt x="659" y="109"/>
                </a:lnTo>
                <a:lnTo>
                  <a:pt x="651" y="102"/>
                </a:lnTo>
                <a:lnTo>
                  <a:pt x="644" y="95"/>
                </a:lnTo>
                <a:lnTo>
                  <a:pt x="635" y="88"/>
                </a:lnTo>
                <a:lnTo>
                  <a:pt x="627" y="82"/>
                </a:lnTo>
                <a:lnTo>
                  <a:pt x="619" y="76"/>
                </a:lnTo>
                <a:lnTo>
                  <a:pt x="610" y="70"/>
                </a:lnTo>
                <a:lnTo>
                  <a:pt x="601" y="64"/>
                </a:lnTo>
                <a:lnTo>
                  <a:pt x="591" y="58"/>
                </a:lnTo>
                <a:lnTo>
                  <a:pt x="582" y="53"/>
                </a:lnTo>
                <a:lnTo>
                  <a:pt x="572" y="48"/>
                </a:lnTo>
                <a:lnTo>
                  <a:pt x="562" y="43"/>
                </a:lnTo>
                <a:lnTo>
                  <a:pt x="552" y="38"/>
                </a:lnTo>
                <a:lnTo>
                  <a:pt x="542" y="34"/>
                </a:lnTo>
                <a:lnTo>
                  <a:pt x="531" y="30"/>
                </a:lnTo>
                <a:lnTo>
                  <a:pt x="521" y="26"/>
                </a:lnTo>
                <a:lnTo>
                  <a:pt x="510" y="22"/>
                </a:lnTo>
                <a:lnTo>
                  <a:pt x="499" y="19"/>
                </a:lnTo>
                <a:lnTo>
                  <a:pt x="488" y="16"/>
                </a:lnTo>
                <a:lnTo>
                  <a:pt x="477" y="13"/>
                </a:lnTo>
                <a:lnTo>
                  <a:pt x="466" y="11"/>
                </a:lnTo>
                <a:lnTo>
                  <a:pt x="455" y="9"/>
                </a:lnTo>
                <a:lnTo>
                  <a:pt x="443" y="7"/>
                </a:lnTo>
                <a:lnTo>
                  <a:pt x="432" y="5"/>
                </a:lnTo>
                <a:lnTo>
                  <a:pt x="420" y="4"/>
                </a:lnTo>
                <a:lnTo>
                  <a:pt x="409" y="3"/>
                </a:lnTo>
                <a:lnTo>
                  <a:pt x="397" y="2"/>
                </a:lnTo>
                <a:lnTo>
                  <a:pt x="385" y="2"/>
                </a:lnTo>
                <a:lnTo>
                  <a:pt x="374" y="2"/>
                </a:lnTo>
                <a:lnTo>
                  <a:pt x="362" y="2"/>
                </a:lnTo>
                <a:lnTo>
                  <a:pt x="351" y="2"/>
                </a:lnTo>
                <a:lnTo>
                  <a:pt x="339" y="3"/>
                </a:lnTo>
                <a:lnTo>
                  <a:pt x="327" y="4"/>
                </a:lnTo>
                <a:lnTo>
                  <a:pt x="316" y="5"/>
                </a:lnTo>
                <a:lnTo>
                  <a:pt x="303" y="7"/>
                </a:lnTo>
                <a:lnTo>
                  <a:pt x="292" y="9"/>
                </a:lnTo>
                <a:lnTo>
                  <a:pt x="281" y="11"/>
                </a:lnTo>
                <a:lnTo>
                  <a:pt x="270" y="13"/>
                </a:lnTo>
                <a:lnTo>
                  <a:pt x="258" y="16"/>
                </a:lnTo>
                <a:lnTo>
                  <a:pt x="247" y="19"/>
                </a:lnTo>
                <a:lnTo>
                  <a:pt x="237" y="22"/>
                </a:lnTo>
                <a:lnTo>
                  <a:pt x="226" y="26"/>
                </a:lnTo>
                <a:lnTo>
                  <a:pt x="215" y="30"/>
                </a:lnTo>
                <a:lnTo>
                  <a:pt x="205" y="34"/>
                </a:lnTo>
                <a:lnTo>
                  <a:pt x="195" y="38"/>
                </a:lnTo>
                <a:lnTo>
                  <a:pt x="184" y="43"/>
                </a:lnTo>
                <a:lnTo>
                  <a:pt x="175" y="48"/>
                </a:lnTo>
                <a:lnTo>
                  <a:pt x="165" y="53"/>
                </a:lnTo>
                <a:lnTo>
                  <a:pt x="155" y="58"/>
                </a:lnTo>
                <a:lnTo>
                  <a:pt x="146" y="64"/>
                </a:lnTo>
                <a:lnTo>
                  <a:pt x="137" y="70"/>
                </a:lnTo>
                <a:lnTo>
                  <a:pt x="128" y="76"/>
                </a:lnTo>
                <a:lnTo>
                  <a:pt x="119" y="82"/>
                </a:lnTo>
                <a:lnTo>
                  <a:pt x="111" y="88"/>
                </a:lnTo>
                <a:lnTo>
                  <a:pt x="103" y="95"/>
                </a:lnTo>
                <a:lnTo>
                  <a:pt x="95" y="102"/>
                </a:lnTo>
                <a:lnTo>
                  <a:pt x="88" y="109"/>
                </a:lnTo>
                <a:lnTo>
                  <a:pt x="80" y="116"/>
                </a:lnTo>
                <a:lnTo>
                  <a:pt x="73" y="124"/>
                </a:lnTo>
                <a:lnTo>
                  <a:pt x="67" y="132"/>
                </a:lnTo>
                <a:lnTo>
                  <a:pt x="60" y="139"/>
                </a:lnTo>
                <a:lnTo>
                  <a:pt x="54" y="147"/>
                </a:lnTo>
                <a:lnTo>
                  <a:pt x="49" y="155"/>
                </a:lnTo>
                <a:lnTo>
                  <a:pt x="43" y="164"/>
                </a:lnTo>
                <a:lnTo>
                  <a:pt x="38" y="172"/>
                </a:lnTo>
                <a:lnTo>
                  <a:pt x="33" y="180"/>
                </a:lnTo>
                <a:lnTo>
                  <a:pt x="29" y="189"/>
                </a:lnTo>
                <a:lnTo>
                  <a:pt x="25" y="198"/>
                </a:lnTo>
                <a:lnTo>
                  <a:pt x="21" y="207"/>
                </a:lnTo>
                <a:lnTo>
                  <a:pt x="17" y="216"/>
                </a:lnTo>
                <a:lnTo>
                  <a:pt x="14" y="225"/>
                </a:lnTo>
                <a:lnTo>
                  <a:pt x="12" y="234"/>
                </a:lnTo>
                <a:lnTo>
                  <a:pt x="9" y="243"/>
                </a:lnTo>
                <a:lnTo>
                  <a:pt x="7" y="252"/>
                </a:lnTo>
                <a:lnTo>
                  <a:pt x="6" y="261"/>
                </a:lnTo>
                <a:lnTo>
                  <a:pt x="4" y="270"/>
                </a:lnTo>
                <a:lnTo>
                  <a:pt x="3" y="280"/>
                </a:lnTo>
                <a:lnTo>
                  <a:pt x="3" y="289"/>
                </a:lnTo>
                <a:lnTo>
                  <a:pt x="3" y="299"/>
                </a:lnTo>
                <a:lnTo>
                  <a:pt x="3" y="309"/>
                </a:lnTo>
                <a:lnTo>
                  <a:pt x="3" y="318"/>
                </a:lnTo>
                <a:lnTo>
                  <a:pt x="4" y="327"/>
                </a:lnTo>
                <a:lnTo>
                  <a:pt x="6" y="337"/>
                </a:lnTo>
                <a:lnTo>
                  <a:pt x="7" y="346"/>
                </a:lnTo>
                <a:lnTo>
                  <a:pt x="9" y="355"/>
                </a:lnTo>
                <a:lnTo>
                  <a:pt x="12" y="364"/>
                </a:lnTo>
                <a:lnTo>
                  <a:pt x="14" y="373"/>
                </a:lnTo>
                <a:lnTo>
                  <a:pt x="17" y="382"/>
                </a:lnTo>
                <a:lnTo>
                  <a:pt x="21" y="391"/>
                </a:lnTo>
                <a:lnTo>
                  <a:pt x="25" y="400"/>
                </a:lnTo>
                <a:lnTo>
                  <a:pt x="29" y="409"/>
                </a:lnTo>
                <a:lnTo>
                  <a:pt x="33" y="417"/>
                </a:lnTo>
                <a:lnTo>
                  <a:pt x="38" y="426"/>
                </a:lnTo>
                <a:lnTo>
                  <a:pt x="43" y="434"/>
                </a:lnTo>
                <a:lnTo>
                  <a:pt x="49" y="442"/>
                </a:lnTo>
                <a:lnTo>
                  <a:pt x="54" y="450"/>
                </a:lnTo>
                <a:lnTo>
                  <a:pt x="60" y="458"/>
                </a:lnTo>
                <a:lnTo>
                  <a:pt x="67" y="466"/>
                </a:lnTo>
                <a:lnTo>
                  <a:pt x="73" y="474"/>
                </a:lnTo>
                <a:lnTo>
                  <a:pt x="80" y="481"/>
                </a:lnTo>
                <a:lnTo>
                  <a:pt x="88" y="489"/>
                </a:lnTo>
                <a:lnTo>
                  <a:pt x="95" y="496"/>
                </a:lnTo>
                <a:lnTo>
                  <a:pt x="103" y="503"/>
                </a:lnTo>
                <a:lnTo>
                  <a:pt x="111" y="509"/>
                </a:lnTo>
                <a:lnTo>
                  <a:pt x="119" y="516"/>
                </a:lnTo>
                <a:lnTo>
                  <a:pt x="128" y="522"/>
                </a:lnTo>
                <a:lnTo>
                  <a:pt x="137" y="528"/>
                </a:lnTo>
                <a:lnTo>
                  <a:pt x="146" y="534"/>
                </a:lnTo>
                <a:lnTo>
                  <a:pt x="155" y="540"/>
                </a:lnTo>
                <a:lnTo>
                  <a:pt x="165" y="545"/>
                </a:lnTo>
                <a:lnTo>
                  <a:pt x="175" y="550"/>
                </a:lnTo>
                <a:lnTo>
                  <a:pt x="184" y="555"/>
                </a:lnTo>
                <a:lnTo>
                  <a:pt x="195" y="560"/>
                </a:lnTo>
                <a:lnTo>
                  <a:pt x="205" y="564"/>
                </a:lnTo>
                <a:lnTo>
                  <a:pt x="215" y="568"/>
                </a:lnTo>
                <a:lnTo>
                  <a:pt x="226" y="572"/>
                </a:lnTo>
                <a:lnTo>
                  <a:pt x="237" y="575"/>
                </a:lnTo>
                <a:lnTo>
                  <a:pt x="247" y="579"/>
                </a:lnTo>
                <a:lnTo>
                  <a:pt x="258" y="582"/>
                </a:lnTo>
                <a:lnTo>
                  <a:pt x="270" y="584"/>
                </a:lnTo>
                <a:lnTo>
                  <a:pt x="281" y="587"/>
                </a:lnTo>
                <a:lnTo>
                  <a:pt x="292" y="589"/>
                </a:lnTo>
                <a:lnTo>
                  <a:pt x="303" y="591"/>
                </a:lnTo>
                <a:lnTo>
                  <a:pt x="316" y="593"/>
                </a:lnTo>
                <a:lnTo>
                  <a:pt x="327" y="594"/>
                </a:lnTo>
                <a:lnTo>
                  <a:pt x="339" y="595"/>
                </a:lnTo>
                <a:lnTo>
                  <a:pt x="351" y="596"/>
                </a:lnTo>
                <a:lnTo>
                  <a:pt x="362" y="596"/>
                </a:lnTo>
                <a:lnTo>
                  <a:pt x="374" y="596"/>
                </a:lnTo>
                <a:lnTo>
                  <a:pt x="385" y="596"/>
                </a:lnTo>
                <a:lnTo>
                  <a:pt x="397" y="596"/>
                </a:lnTo>
                <a:lnTo>
                  <a:pt x="409" y="595"/>
                </a:lnTo>
                <a:lnTo>
                  <a:pt x="420" y="594"/>
                </a:lnTo>
                <a:lnTo>
                  <a:pt x="432" y="593"/>
                </a:lnTo>
                <a:lnTo>
                  <a:pt x="443" y="591"/>
                </a:lnTo>
                <a:lnTo>
                  <a:pt x="455" y="589"/>
                </a:lnTo>
                <a:lnTo>
                  <a:pt x="466" y="587"/>
                </a:lnTo>
                <a:lnTo>
                  <a:pt x="477" y="584"/>
                </a:lnTo>
                <a:lnTo>
                  <a:pt x="488" y="582"/>
                </a:lnTo>
                <a:lnTo>
                  <a:pt x="499" y="579"/>
                </a:lnTo>
                <a:lnTo>
                  <a:pt x="510" y="575"/>
                </a:lnTo>
                <a:lnTo>
                  <a:pt x="521" y="572"/>
                </a:lnTo>
                <a:lnTo>
                  <a:pt x="531" y="568"/>
                </a:lnTo>
                <a:lnTo>
                  <a:pt x="542" y="564"/>
                </a:lnTo>
                <a:lnTo>
                  <a:pt x="552" y="560"/>
                </a:lnTo>
                <a:lnTo>
                  <a:pt x="562" y="555"/>
                </a:lnTo>
                <a:lnTo>
                  <a:pt x="572" y="550"/>
                </a:lnTo>
                <a:lnTo>
                  <a:pt x="582" y="545"/>
                </a:lnTo>
                <a:lnTo>
                  <a:pt x="591" y="540"/>
                </a:lnTo>
                <a:lnTo>
                  <a:pt x="601" y="534"/>
                </a:lnTo>
                <a:lnTo>
                  <a:pt x="610" y="528"/>
                </a:lnTo>
                <a:lnTo>
                  <a:pt x="619" y="522"/>
                </a:lnTo>
                <a:lnTo>
                  <a:pt x="627" y="516"/>
                </a:lnTo>
                <a:lnTo>
                  <a:pt x="635" y="509"/>
                </a:lnTo>
                <a:lnTo>
                  <a:pt x="644" y="503"/>
                </a:lnTo>
                <a:lnTo>
                  <a:pt x="651" y="496"/>
                </a:lnTo>
                <a:lnTo>
                  <a:pt x="659" y="489"/>
                </a:lnTo>
                <a:lnTo>
                  <a:pt x="666" y="481"/>
                </a:lnTo>
                <a:lnTo>
                  <a:pt x="673" y="474"/>
                </a:lnTo>
                <a:lnTo>
                  <a:pt x="680" y="466"/>
                </a:lnTo>
                <a:lnTo>
                  <a:pt x="686" y="458"/>
                </a:lnTo>
                <a:lnTo>
                  <a:pt x="692" y="450"/>
                </a:lnTo>
                <a:lnTo>
                  <a:pt x="698" y="442"/>
                </a:lnTo>
                <a:lnTo>
                  <a:pt x="704" y="434"/>
                </a:lnTo>
                <a:lnTo>
                  <a:pt x="709" y="426"/>
                </a:lnTo>
                <a:lnTo>
                  <a:pt x="713" y="417"/>
                </a:lnTo>
                <a:lnTo>
                  <a:pt x="718" y="409"/>
                </a:lnTo>
                <a:lnTo>
                  <a:pt x="722" y="400"/>
                </a:lnTo>
                <a:lnTo>
                  <a:pt x="726" y="391"/>
                </a:lnTo>
                <a:lnTo>
                  <a:pt x="729" y="382"/>
                </a:lnTo>
                <a:lnTo>
                  <a:pt x="732" y="373"/>
                </a:lnTo>
                <a:lnTo>
                  <a:pt x="735" y="364"/>
                </a:lnTo>
                <a:lnTo>
                  <a:pt x="737" y="355"/>
                </a:lnTo>
                <a:lnTo>
                  <a:pt x="739" y="346"/>
                </a:lnTo>
                <a:lnTo>
                  <a:pt x="741" y="337"/>
                </a:lnTo>
                <a:lnTo>
                  <a:pt x="742" y="327"/>
                </a:lnTo>
                <a:lnTo>
                  <a:pt x="743" y="318"/>
                </a:lnTo>
                <a:lnTo>
                  <a:pt x="744" y="309"/>
                </a:lnTo>
                <a:lnTo>
                  <a:pt x="744" y="299"/>
                </a:lnTo>
                <a:moveTo>
                  <a:pt x="746" y="299"/>
                </a:moveTo>
                <a:lnTo>
                  <a:pt x="746" y="309"/>
                </a:lnTo>
                <a:lnTo>
                  <a:pt x="745" y="318"/>
                </a:lnTo>
                <a:lnTo>
                  <a:pt x="745" y="327"/>
                </a:lnTo>
                <a:lnTo>
                  <a:pt x="743" y="337"/>
                </a:lnTo>
                <a:lnTo>
                  <a:pt x="742" y="346"/>
                </a:lnTo>
                <a:lnTo>
                  <a:pt x="740" y="355"/>
                </a:lnTo>
                <a:lnTo>
                  <a:pt x="737" y="365"/>
                </a:lnTo>
                <a:lnTo>
                  <a:pt x="734" y="374"/>
                </a:lnTo>
                <a:lnTo>
                  <a:pt x="731" y="383"/>
                </a:lnTo>
                <a:lnTo>
                  <a:pt x="728" y="392"/>
                </a:lnTo>
                <a:lnTo>
                  <a:pt x="724" y="401"/>
                </a:lnTo>
                <a:lnTo>
                  <a:pt x="720" y="409"/>
                </a:lnTo>
                <a:lnTo>
                  <a:pt x="716" y="418"/>
                </a:lnTo>
                <a:lnTo>
                  <a:pt x="711" y="427"/>
                </a:lnTo>
                <a:lnTo>
                  <a:pt x="706" y="435"/>
                </a:lnTo>
                <a:lnTo>
                  <a:pt x="700" y="443"/>
                </a:lnTo>
                <a:lnTo>
                  <a:pt x="694" y="451"/>
                </a:lnTo>
                <a:lnTo>
                  <a:pt x="688" y="459"/>
                </a:lnTo>
                <a:lnTo>
                  <a:pt x="682" y="467"/>
                </a:lnTo>
                <a:lnTo>
                  <a:pt x="675" y="475"/>
                </a:lnTo>
                <a:lnTo>
                  <a:pt x="668" y="482"/>
                </a:lnTo>
                <a:lnTo>
                  <a:pt x="661" y="490"/>
                </a:lnTo>
                <a:lnTo>
                  <a:pt x="653" y="497"/>
                </a:lnTo>
                <a:lnTo>
                  <a:pt x="645" y="504"/>
                </a:lnTo>
                <a:lnTo>
                  <a:pt x="637" y="511"/>
                </a:lnTo>
                <a:lnTo>
                  <a:pt x="629" y="517"/>
                </a:lnTo>
                <a:lnTo>
                  <a:pt x="620" y="523"/>
                </a:lnTo>
                <a:lnTo>
                  <a:pt x="611" y="530"/>
                </a:lnTo>
                <a:lnTo>
                  <a:pt x="602" y="535"/>
                </a:lnTo>
                <a:lnTo>
                  <a:pt x="593" y="541"/>
                </a:lnTo>
                <a:lnTo>
                  <a:pt x="583" y="546"/>
                </a:lnTo>
                <a:lnTo>
                  <a:pt x="573" y="552"/>
                </a:lnTo>
                <a:lnTo>
                  <a:pt x="563" y="556"/>
                </a:lnTo>
                <a:lnTo>
                  <a:pt x="553" y="561"/>
                </a:lnTo>
                <a:lnTo>
                  <a:pt x="543" y="566"/>
                </a:lnTo>
                <a:lnTo>
                  <a:pt x="532" y="570"/>
                </a:lnTo>
                <a:lnTo>
                  <a:pt x="522" y="574"/>
                </a:lnTo>
                <a:lnTo>
                  <a:pt x="511" y="577"/>
                </a:lnTo>
                <a:lnTo>
                  <a:pt x="500" y="580"/>
                </a:lnTo>
                <a:lnTo>
                  <a:pt x="489" y="583"/>
                </a:lnTo>
                <a:lnTo>
                  <a:pt x="478" y="586"/>
                </a:lnTo>
                <a:lnTo>
                  <a:pt x="466" y="589"/>
                </a:lnTo>
                <a:lnTo>
                  <a:pt x="455" y="591"/>
                </a:lnTo>
                <a:lnTo>
                  <a:pt x="444" y="593"/>
                </a:lnTo>
                <a:lnTo>
                  <a:pt x="432" y="594"/>
                </a:lnTo>
                <a:lnTo>
                  <a:pt x="420" y="596"/>
                </a:lnTo>
                <a:lnTo>
                  <a:pt x="409" y="597"/>
                </a:lnTo>
                <a:lnTo>
                  <a:pt x="397" y="597"/>
                </a:lnTo>
                <a:lnTo>
                  <a:pt x="385" y="598"/>
                </a:lnTo>
                <a:lnTo>
                  <a:pt x="374" y="598"/>
                </a:lnTo>
                <a:lnTo>
                  <a:pt x="362" y="598"/>
                </a:lnTo>
                <a:lnTo>
                  <a:pt x="350" y="597"/>
                </a:lnTo>
                <a:lnTo>
                  <a:pt x="339" y="597"/>
                </a:lnTo>
                <a:lnTo>
                  <a:pt x="327" y="596"/>
                </a:lnTo>
                <a:lnTo>
                  <a:pt x="316" y="594"/>
                </a:lnTo>
                <a:lnTo>
                  <a:pt x="303" y="593"/>
                </a:lnTo>
                <a:lnTo>
                  <a:pt x="292" y="591"/>
                </a:lnTo>
                <a:lnTo>
                  <a:pt x="280" y="589"/>
                </a:lnTo>
                <a:lnTo>
                  <a:pt x="269" y="586"/>
                </a:lnTo>
                <a:lnTo>
                  <a:pt x="258" y="583"/>
                </a:lnTo>
                <a:lnTo>
                  <a:pt x="247" y="580"/>
                </a:lnTo>
                <a:lnTo>
                  <a:pt x="236" y="577"/>
                </a:lnTo>
                <a:lnTo>
                  <a:pt x="225" y="574"/>
                </a:lnTo>
                <a:lnTo>
                  <a:pt x="214" y="570"/>
                </a:lnTo>
                <a:lnTo>
                  <a:pt x="204" y="566"/>
                </a:lnTo>
                <a:lnTo>
                  <a:pt x="193" y="561"/>
                </a:lnTo>
                <a:lnTo>
                  <a:pt x="183" y="556"/>
                </a:lnTo>
                <a:lnTo>
                  <a:pt x="173" y="552"/>
                </a:lnTo>
                <a:lnTo>
                  <a:pt x="163" y="546"/>
                </a:lnTo>
                <a:lnTo>
                  <a:pt x="154" y="541"/>
                </a:lnTo>
                <a:lnTo>
                  <a:pt x="145" y="535"/>
                </a:lnTo>
                <a:lnTo>
                  <a:pt x="135" y="530"/>
                </a:lnTo>
                <a:lnTo>
                  <a:pt x="127" y="523"/>
                </a:lnTo>
                <a:lnTo>
                  <a:pt x="118" y="517"/>
                </a:lnTo>
                <a:lnTo>
                  <a:pt x="109" y="511"/>
                </a:lnTo>
                <a:lnTo>
                  <a:pt x="101" y="504"/>
                </a:lnTo>
                <a:lnTo>
                  <a:pt x="93" y="497"/>
                </a:lnTo>
                <a:lnTo>
                  <a:pt x="86" y="490"/>
                </a:lnTo>
                <a:lnTo>
                  <a:pt x="79" y="482"/>
                </a:lnTo>
                <a:lnTo>
                  <a:pt x="72" y="475"/>
                </a:lnTo>
                <a:lnTo>
                  <a:pt x="65" y="467"/>
                </a:lnTo>
                <a:lnTo>
                  <a:pt x="58" y="459"/>
                </a:lnTo>
                <a:lnTo>
                  <a:pt x="52" y="451"/>
                </a:lnTo>
                <a:lnTo>
                  <a:pt x="46" y="443"/>
                </a:lnTo>
                <a:lnTo>
                  <a:pt x="41" y="435"/>
                </a:lnTo>
                <a:lnTo>
                  <a:pt x="36" y="427"/>
                </a:lnTo>
                <a:lnTo>
                  <a:pt x="31" y="418"/>
                </a:lnTo>
                <a:lnTo>
                  <a:pt x="27" y="409"/>
                </a:lnTo>
                <a:lnTo>
                  <a:pt x="22" y="401"/>
                </a:lnTo>
                <a:lnTo>
                  <a:pt x="19" y="392"/>
                </a:lnTo>
                <a:lnTo>
                  <a:pt x="15" y="383"/>
                </a:lnTo>
                <a:lnTo>
                  <a:pt x="12" y="374"/>
                </a:lnTo>
                <a:lnTo>
                  <a:pt x="9" y="365"/>
                </a:lnTo>
                <a:lnTo>
                  <a:pt x="7" y="355"/>
                </a:lnTo>
                <a:lnTo>
                  <a:pt x="5" y="346"/>
                </a:lnTo>
                <a:lnTo>
                  <a:pt x="3" y="337"/>
                </a:lnTo>
                <a:lnTo>
                  <a:pt x="2" y="327"/>
                </a:lnTo>
                <a:lnTo>
                  <a:pt x="1" y="318"/>
                </a:lnTo>
                <a:lnTo>
                  <a:pt x="1" y="309"/>
                </a:lnTo>
                <a:lnTo>
                  <a:pt x="0" y="299"/>
                </a:lnTo>
                <a:lnTo>
                  <a:pt x="1" y="289"/>
                </a:lnTo>
                <a:lnTo>
                  <a:pt x="1" y="280"/>
                </a:lnTo>
                <a:lnTo>
                  <a:pt x="2" y="270"/>
                </a:lnTo>
                <a:lnTo>
                  <a:pt x="3" y="261"/>
                </a:lnTo>
                <a:lnTo>
                  <a:pt x="5" y="252"/>
                </a:lnTo>
                <a:lnTo>
                  <a:pt x="7" y="242"/>
                </a:lnTo>
                <a:lnTo>
                  <a:pt x="9" y="233"/>
                </a:lnTo>
                <a:lnTo>
                  <a:pt x="12" y="224"/>
                </a:lnTo>
                <a:lnTo>
                  <a:pt x="15" y="215"/>
                </a:lnTo>
                <a:lnTo>
                  <a:pt x="19" y="206"/>
                </a:lnTo>
                <a:lnTo>
                  <a:pt x="22" y="197"/>
                </a:lnTo>
                <a:lnTo>
                  <a:pt x="27" y="188"/>
                </a:lnTo>
                <a:lnTo>
                  <a:pt x="31" y="180"/>
                </a:lnTo>
                <a:lnTo>
                  <a:pt x="36" y="171"/>
                </a:lnTo>
                <a:lnTo>
                  <a:pt x="41" y="163"/>
                </a:lnTo>
                <a:lnTo>
                  <a:pt x="46" y="154"/>
                </a:lnTo>
                <a:lnTo>
                  <a:pt x="52" y="146"/>
                </a:lnTo>
                <a:lnTo>
                  <a:pt x="58" y="138"/>
                </a:lnTo>
                <a:lnTo>
                  <a:pt x="65" y="130"/>
                </a:lnTo>
                <a:lnTo>
                  <a:pt x="72" y="123"/>
                </a:lnTo>
                <a:lnTo>
                  <a:pt x="79" y="115"/>
                </a:lnTo>
                <a:lnTo>
                  <a:pt x="86" y="108"/>
                </a:lnTo>
                <a:lnTo>
                  <a:pt x="93" y="101"/>
                </a:lnTo>
                <a:lnTo>
                  <a:pt x="101" y="94"/>
                </a:lnTo>
                <a:lnTo>
                  <a:pt x="109" y="87"/>
                </a:lnTo>
                <a:lnTo>
                  <a:pt x="118" y="81"/>
                </a:lnTo>
                <a:lnTo>
                  <a:pt x="127" y="74"/>
                </a:lnTo>
                <a:lnTo>
                  <a:pt x="135" y="68"/>
                </a:lnTo>
                <a:lnTo>
                  <a:pt x="145" y="62"/>
                </a:lnTo>
                <a:lnTo>
                  <a:pt x="154" y="57"/>
                </a:lnTo>
                <a:lnTo>
                  <a:pt x="163" y="51"/>
                </a:lnTo>
                <a:lnTo>
                  <a:pt x="173" y="46"/>
                </a:lnTo>
                <a:lnTo>
                  <a:pt x="183" y="41"/>
                </a:lnTo>
                <a:lnTo>
                  <a:pt x="193" y="37"/>
                </a:lnTo>
                <a:lnTo>
                  <a:pt x="204" y="32"/>
                </a:lnTo>
                <a:lnTo>
                  <a:pt x="214" y="28"/>
                </a:lnTo>
                <a:lnTo>
                  <a:pt x="225" y="24"/>
                </a:lnTo>
                <a:lnTo>
                  <a:pt x="236" y="21"/>
                </a:lnTo>
                <a:lnTo>
                  <a:pt x="247" y="17"/>
                </a:lnTo>
                <a:lnTo>
                  <a:pt x="258" y="14"/>
                </a:lnTo>
                <a:lnTo>
                  <a:pt x="269" y="12"/>
                </a:lnTo>
                <a:lnTo>
                  <a:pt x="280" y="9"/>
                </a:lnTo>
                <a:lnTo>
                  <a:pt x="292" y="7"/>
                </a:lnTo>
                <a:lnTo>
                  <a:pt x="303" y="5"/>
                </a:lnTo>
                <a:lnTo>
                  <a:pt x="316" y="3"/>
                </a:lnTo>
                <a:lnTo>
                  <a:pt x="327" y="2"/>
                </a:lnTo>
                <a:lnTo>
                  <a:pt x="339" y="1"/>
                </a:lnTo>
                <a:lnTo>
                  <a:pt x="350" y="0"/>
                </a:lnTo>
                <a:lnTo>
                  <a:pt x="362" y="0"/>
                </a:lnTo>
                <a:lnTo>
                  <a:pt x="374" y="0"/>
                </a:lnTo>
                <a:lnTo>
                  <a:pt x="385" y="0"/>
                </a:lnTo>
                <a:lnTo>
                  <a:pt x="397" y="0"/>
                </a:lnTo>
                <a:lnTo>
                  <a:pt x="409" y="1"/>
                </a:lnTo>
                <a:lnTo>
                  <a:pt x="420" y="2"/>
                </a:lnTo>
                <a:lnTo>
                  <a:pt x="432" y="3"/>
                </a:lnTo>
                <a:lnTo>
                  <a:pt x="444" y="5"/>
                </a:lnTo>
                <a:lnTo>
                  <a:pt x="455" y="7"/>
                </a:lnTo>
                <a:lnTo>
                  <a:pt x="466" y="9"/>
                </a:lnTo>
                <a:lnTo>
                  <a:pt x="478" y="12"/>
                </a:lnTo>
                <a:lnTo>
                  <a:pt x="489" y="14"/>
                </a:lnTo>
                <a:lnTo>
                  <a:pt x="500" y="17"/>
                </a:lnTo>
                <a:lnTo>
                  <a:pt x="511" y="21"/>
                </a:lnTo>
                <a:lnTo>
                  <a:pt x="522" y="24"/>
                </a:lnTo>
                <a:lnTo>
                  <a:pt x="532" y="28"/>
                </a:lnTo>
                <a:lnTo>
                  <a:pt x="543" y="32"/>
                </a:lnTo>
                <a:lnTo>
                  <a:pt x="553" y="37"/>
                </a:lnTo>
                <a:lnTo>
                  <a:pt x="563" y="41"/>
                </a:lnTo>
                <a:lnTo>
                  <a:pt x="573" y="46"/>
                </a:lnTo>
                <a:lnTo>
                  <a:pt x="583" y="51"/>
                </a:lnTo>
                <a:lnTo>
                  <a:pt x="593" y="57"/>
                </a:lnTo>
                <a:lnTo>
                  <a:pt x="602" y="62"/>
                </a:lnTo>
                <a:lnTo>
                  <a:pt x="611" y="68"/>
                </a:lnTo>
                <a:lnTo>
                  <a:pt x="620" y="74"/>
                </a:lnTo>
                <a:lnTo>
                  <a:pt x="629" y="81"/>
                </a:lnTo>
                <a:lnTo>
                  <a:pt x="637" y="87"/>
                </a:lnTo>
                <a:lnTo>
                  <a:pt x="645" y="94"/>
                </a:lnTo>
                <a:lnTo>
                  <a:pt x="653" y="101"/>
                </a:lnTo>
                <a:lnTo>
                  <a:pt x="661" y="108"/>
                </a:lnTo>
                <a:lnTo>
                  <a:pt x="668" y="115"/>
                </a:lnTo>
                <a:lnTo>
                  <a:pt x="675" y="123"/>
                </a:lnTo>
                <a:lnTo>
                  <a:pt x="682" y="130"/>
                </a:lnTo>
                <a:lnTo>
                  <a:pt x="688" y="138"/>
                </a:lnTo>
                <a:lnTo>
                  <a:pt x="694" y="146"/>
                </a:lnTo>
                <a:lnTo>
                  <a:pt x="700" y="154"/>
                </a:lnTo>
                <a:lnTo>
                  <a:pt x="706" y="163"/>
                </a:lnTo>
                <a:lnTo>
                  <a:pt x="711" y="171"/>
                </a:lnTo>
                <a:lnTo>
                  <a:pt x="716" y="180"/>
                </a:lnTo>
                <a:lnTo>
                  <a:pt x="720" y="188"/>
                </a:lnTo>
                <a:lnTo>
                  <a:pt x="724" y="197"/>
                </a:lnTo>
                <a:lnTo>
                  <a:pt x="728" y="206"/>
                </a:lnTo>
                <a:lnTo>
                  <a:pt x="731" y="215"/>
                </a:lnTo>
                <a:lnTo>
                  <a:pt x="734" y="224"/>
                </a:lnTo>
                <a:lnTo>
                  <a:pt x="737" y="233"/>
                </a:lnTo>
                <a:lnTo>
                  <a:pt x="740" y="242"/>
                </a:lnTo>
                <a:lnTo>
                  <a:pt x="742" y="252"/>
                </a:lnTo>
                <a:lnTo>
                  <a:pt x="743" y="261"/>
                </a:lnTo>
                <a:lnTo>
                  <a:pt x="745" y="270"/>
                </a:lnTo>
                <a:lnTo>
                  <a:pt x="745" y="280"/>
                </a:lnTo>
                <a:lnTo>
                  <a:pt x="746" y="289"/>
                </a:lnTo>
                <a:lnTo>
                  <a:pt x="746" y="299"/>
                </a:lnTo>
                <a:close/>
              </a:path>
            </a:pathLst>
          </a:custGeom>
          <a:solidFill>
            <a:srgbClr val="ffbe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1" name=""/>
          <p:cNvSpPr/>
          <p:nvPr/>
        </p:nvSpPr>
        <p:spPr>
          <a:xfrm>
            <a:off x="4843800" y="1719720"/>
            <a:ext cx="270000" cy="216720"/>
          </a:xfrm>
          <a:custGeom>
            <a:avLst/>
            <a:gdLst/>
            <a:ahLst/>
            <a:rect l="0" t="0" r="r" b="b"/>
            <a:pathLst>
              <a:path w="750" h="602">
                <a:moveTo>
                  <a:pt x="748" y="300"/>
                </a:moveTo>
                <a:lnTo>
                  <a:pt x="748" y="291"/>
                </a:lnTo>
                <a:lnTo>
                  <a:pt x="747" y="282"/>
                </a:lnTo>
                <a:lnTo>
                  <a:pt x="747" y="272"/>
                </a:lnTo>
                <a:lnTo>
                  <a:pt x="745" y="263"/>
                </a:lnTo>
                <a:lnTo>
                  <a:pt x="744" y="254"/>
                </a:lnTo>
                <a:lnTo>
                  <a:pt x="742" y="244"/>
                </a:lnTo>
                <a:lnTo>
                  <a:pt x="739" y="235"/>
                </a:lnTo>
                <a:lnTo>
                  <a:pt x="736" y="226"/>
                </a:lnTo>
                <a:lnTo>
                  <a:pt x="733" y="217"/>
                </a:lnTo>
                <a:lnTo>
                  <a:pt x="730" y="208"/>
                </a:lnTo>
                <a:lnTo>
                  <a:pt x="726" y="199"/>
                </a:lnTo>
                <a:lnTo>
                  <a:pt x="722" y="190"/>
                </a:lnTo>
                <a:lnTo>
                  <a:pt x="718" y="182"/>
                </a:lnTo>
                <a:lnTo>
                  <a:pt x="713" y="173"/>
                </a:lnTo>
                <a:lnTo>
                  <a:pt x="708" y="165"/>
                </a:lnTo>
                <a:lnTo>
                  <a:pt x="702" y="156"/>
                </a:lnTo>
                <a:lnTo>
                  <a:pt x="696" y="148"/>
                </a:lnTo>
                <a:lnTo>
                  <a:pt x="690" y="140"/>
                </a:lnTo>
                <a:lnTo>
                  <a:pt x="684" y="132"/>
                </a:lnTo>
                <a:lnTo>
                  <a:pt x="677" y="125"/>
                </a:lnTo>
                <a:lnTo>
                  <a:pt x="670" y="117"/>
                </a:lnTo>
                <a:lnTo>
                  <a:pt x="663" y="110"/>
                </a:lnTo>
                <a:lnTo>
                  <a:pt x="655" y="103"/>
                </a:lnTo>
                <a:lnTo>
                  <a:pt x="647" y="96"/>
                </a:lnTo>
                <a:lnTo>
                  <a:pt x="639" y="89"/>
                </a:lnTo>
                <a:lnTo>
                  <a:pt x="631" y="83"/>
                </a:lnTo>
                <a:lnTo>
                  <a:pt x="622" y="76"/>
                </a:lnTo>
                <a:lnTo>
                  <a:pt x="613" y="70"/>
                </a:lnTo>
                <a:lnTo>
                  <a:pt x="604" y="64"/>
                </a:lnTo>
                <a:lnTo>
                  <a:pt x="595" y="59"/>
                </a:lnTo>
                <a:lnTo>
                  <a:pt x="585" y="53"/>
                </a:lnTo>
                <a:lnTo>
                  <a:pt x="575" y="48"/>
                </a:lnTo>
                <a:lnTo>
                  <a:pt x="565" y="43"/>
                </a:lnTo>
                <a:lnTo>
                  <a:pt x="555" y="39"/>
                </a:lnTo>
                <a:lnTo>
                  <a:pt x="545" y="34"/>
                </a:lnTo>
                <a:lnTo>
                  <a:pt x="534" y="30"/>
                </a:lnTo>
                <a:lnTo>
                  <a:pt x="524" y="26"/>
                </a:lnTo>
                <a:lnTo>
                  <a:pt x="513" y="23"/>
                </a:lnTo>
                <a:lnTo>
                  <a:pt x="502" y="19"/>
                </a:lnTo>
                <a:lnTo>
                  <a:pt x="491" y="16"/>
                </a:lnTo>
                <a:lnTo>
                  <a:pt x="480" y="14"/>
                </a:lnTo>
                <a:lnTo>
                  <a:pt x="468" y="11"/>
                </a:lnTo>
                <a:lnTo>
                  <a:pt x="457" y="9"/>
                </a:lnTo>
                <a:lnTo>
                  <a:pt x="446" y="7"/>
                </a:lnTo>
                <a:lnTo>
                  <a:pt x="434" y="5"/>
                </a:lnTo>
                <a:lnTo>
                  <a:pt x="422" y="4"/>
                </a:lnTo>
                <a:lnTo>
                  <a:pt x="411" y="3"/>
                </a:lnTo>
                <a:lnTo>
                  <a:pt x="398" y="2"/>
                </a:lnTo>
                <a:lnTo>
                  <a:pt x="386" y="2"/>
                </a:lnTo>
                <a:lnTo>
                  <a:pt x="375" y="2"/>
                </a:lnTo>
                <a:lnTo>
                  <a:pt x="363" y="2"/>
                </a:lnTo>
                <a:lnTo>
                  <a:pt x="351" y="2"/>
                </a:lnTo>
                <a:lnTo>
                  <a:pt x="340" y="3"/>
                </a:lnTo>
                <a:lnTo>
                  <a:pt x="328" y="4"/>
                </a:lnTo>
                <a:lnTo>
                  <a:pt x="317" y="5"/>
                </a:lnTo>
                <a:lnTo>
                  <a:pt x="305" y="7"/>
                </a:lnTo>
                <a:lnTo>
                  <a:pt x="294" y="9"/>
                </a:lnTo>
                <a:lnTo>
                  <a:pt x="282" y="11"/>
                </a:lnTo>
                <a:lnTo>
                  <a:pt x="271" y="14"/>
                </a:lnTo>
                <a:lnTo>
                  <a:pt x="260" y="16"/>
                </a:lnTo>
                <a:lnTo>
                  <a:pt x="249" y="19"/>
                </a:lnTo>
                <a:lnTo>
                  <a:pt x="238" y="23"/>
                </a:lnTo>
                <a:lnTo>
                  <a:pt x="227" y="26"/>
                </a:lnTo>
                <a:lnTo>
                  <a:pt x="216" y="30"/>
                </a:lnTo>
                <a:lnTo>
                  <a:pt x="206" y="34"/>
                </a:lnTo>
                <a:lnTo>
                  <a:pt x="195" y="39"/>
                </a:lnTo>
                <a:lnTo>
                  <a:pt x="185" y="43"/>
                </a:lnTo>
                <a:lnTo>
                  <a:pt x="175" y="48"/>
                </a:lnTo>
                <a:lnTo>
                  <a:pt x="165" y="53"/>
                </a:lnTo>
                <a:lnTo>
                  <a:pt x="156" y="59"/>
                </a:lnTo>
                <a:lnTo>
                  <a:pt x="147" y="64"/>
                </a:lnTo>
                <a:lnTo>
                  <a:pt x="137" y="70"/>
                </a:lnTo>
                <a:lnTo>
                  <a:pt x="129" y="76"/>
                </a:lnTo>
                <a:lnTo>
                  <a:pt x="120" y="83"/>
                </a:lnTo>
                <a:lnTo>
                  <a:pt x="111" y="89"/>
                </a:lnTo>
                <a:lnTo>
                  <a:pt x="103" y="96"/>
                </a:lnTo>
                <a:lnTo>
                  <a:pt x="95" y="103"/>
                </a:lnTo>
                <a:lnTo>
                  <a:pt x="88" y="110"/>
                </a:lnTo>
                <a:lnTo>
                  <a:pt x="81" y="117"/>
                </a:lnTo>
                <a:lnTo>
                  <a:pt x="74" y="125"/>
                </a:lnTo>
                <a:lnTo>
                  <a:pt x="67" y="132"/>
                </a:lnTo>
                <a:lnTo>
                  <a:pt x="60" y="140"/>
                </a:lnTo>
                <a:lnTo>
                  <a:pt x="54" y="148"/>
                </a:lnTo>
                <a:lnTo>
                  <a:pt x="48" y="156"/>
                </a:lnTo>
                <a:lnTo>
                  <a:pt x="43" y="165"/>
                </a:lnTo>
                <a:lnTo>
                  <a:pt x="38" y="173"/>
                </a:lnTo>
                <a:lnTo>
                  <a:pt x="33" y="182"/>
                </a:lnTo>
                <a:lnTo>
                  <a:pt x="29" y="190"/>
                </a:lnTo>
                <a:lnTo>
                  <a:pt x="24" y="199"/>
                </a:lnTo>
                <a:lnTo>
                  <a:pt x="21" y="208"/>
                </a:lnTo>
                <a:lnTo>
                  <a:pt x="17" y="217"/>
                </a:lnTo>
                <a:lnTo>
                  <a:pt x="14" y="226"/>
                </a:lnTo>
                <a:lnTo>
                  <a:pt x="11" y="235"/>
                </a:lnTo>
                <a:lnTo>
                  <a:pt x="9" y="244"/>
                </a:lnTo>
                <a:lnTo>
                  <a:pt x="7" y="254"/>
                </a:lnTo>
                <a:lnTo>
                  <a:pt x="5" y="263"/>
                </a:lnTo>
                <a:lnTo>
                  <a:pt x="4" y="272"/>
                </a:lnTo>
                <a:lnTo>
                  <a:pt x="3" y="282"/>
                </a:lnTo>
                <a:lnTo>
                  <a:pt x="3" y="291"/>
                </a:lnTo>
                <a:lnTo>
                  <a:pt x="2" y="300"/>
                </a:lnTo>
                <a:lnTo>
                  <a:pt x="3" y="310"/>
                </a:lnTo>
                <a:lnTo>
                  <a:pt x="3" y="319"/>
                </a:lnTo>
                <a:lnTo>
                  <a:pt x="4" y="328"/>
                </a:lnTo>
                <a:lnTo>
                  <a:pt x="5" y="339"/>
                </a:lnTo>
                <a:lnTo>
                  <a:pt x="7" y="348"/>
                </a:lnTo>
                <a:lnTo>
                  <a:pt x="9" y="357"/>
                </a:lnTo>
                <a:lnTo>
                  <a:pt x="11" y="367"/>
                </a:lnTo>
                <a:lnTo>
                  <a:pt x="14" y="376"/>
                </a:lnTo>
                <a:lnTo>
                  <a:pt x="17" y="385"/>
                </a:lnTo>
                <a:lnTo>
                  <a:pt x="21" y="394"/>
                </a:lnTo>
                <a:lnTo>
                  <a:pt x="24" y="403"/>
                </a:lnTo>
                <a:lnTo>
                  <a:pt x="29" y="411"/>
                </a:lnTo>
                <a:lnTo>
                  <a:pt x="33" y="420"/>
                </a:lnTo>
                <a:lnTo>
                  <a:pt x="38" y="429"/>
                </a:lnTo>
                <a:lnTo>
                  <a:pt x="43" y="437"/>
                </a:lnTo>
                <a:lnTo>
                  <a:pt x="48" y="445"/>
                </a:lnTo>
                <a:lnTo>
                  <a:pt x="54" y="453"/>
                </a:lnTo>
                <a:lnTo>
                  <a:pt x="60" y="461"/>
                </a:lnTo>
                <a:lnTo>
                  <a:pt x="67" y="469"/>
                </a:lnTo>
                <a:lnTo>
                  <a:pt x="74" y="477"/>
                </a:lnTo>
                <a:lnTo>
                  <a:pt x="81" y="484"/>
                </a:lnTo>
                <a:lnTo>
                  <a:pt x="88" y="492"/>
                </a:lnTo>
                <a:lnTo>
                  <a:pt x="95" y="499"/>
                </a:lnTo>
                <a:lnTo>
                  <a:pt x="103" y="506"/>
                </a:lnTo>
                <a:lnTo>
                  <a:pt x="111" y="513"/>
                </a:lnTo>
                <a:lnTo>
                  <a:pt x="120" y="519"/>
                </a:lnTo>
                <a:lnTo>
                  <a:pt x="129" y="525"/>
                </a:lnTo>
                <a:lnTo>
                  <a:pt x="137" y="532"/>
                </a:lnTo>
                <a:lnTo>
                  <a:pt x="147" y="537"/>
                </a:lnTo>
                <a:lnTo>
                  <a:pt x="156" y="543"/>
                </a:lnTo>
                <a:lnTo>
                  <a:pt x="165" y="548"/>
                </a:lnTo>
                <a:lnTo>
                  <a:pt x="175" y="554"/>
                </a:lnTo>
                <a:lnTo>
                  <a:pt x="185" y="558"/>
                </a:lnTo>
                <a:lnTo>
                  <a:pt x="195" y="563"/>
                </a:lnTo>
                <a:lnTo>
                  <a:pt x="206" y="568"/>
                </a:lnTo>
                <a:lnTo>
                  <a:pt x="216" y="572"/>
                </a:lnTo>
                <a:lnTo>
                  <a:pt x="227" y="576"/>
                </a:lnTo>
                <a:lnTo>
                  <a:pt x="238" y="579"/>
                </a:lnTo>
                <a:lnTo>
                  <a:pt x="249" y="582"/>
                </a:lnTo>
                <a:lnTo>
                  <a:pt x="260" y="585"/>
                </a:lnTo>
                <a:lnTo>
                  <a:pt x="271" y="588"/>
                </a:lnTo>
                <a:lnTo>
                  <a:pt x="282" y="591"/>
                </a:lnTo>
                <a:lnTo>
                  <a:pt x="294" y="593"/>
                </a:lnTo>
                <a:lnTo>
                  <a:pt x="305" y="595"/>
                </a:lnTo>
                <a:lnTo>
                  <a:pt x="317" y="596"/>
                </a:lnTo>
                <a:lnTo>
                  <a:pt x="328" y="598"/>
                </a:lnTo>
                <a:lnTo>
                  <a:pt x="340" y="599"/>
                </a:lnTo>
                <a:lnTo>
                  <a:pt x="351" y="599"/>
                </a:lnTo>
                <a:lnTo>
                  <a:pt x="363" y="600"/>
                </a:lnTo>
                <a:lnTo>
                  <a:pt x="375" y="600"/>
                </a:lnTo>
                <a:lnTo>
                  <a:pt x="386" y="600"/>
                </a:lnTo>
                <a:lnTo>
                  <a:pt x="398" y="599"/>
                </a:lnTo>
                <a:lnTo>
                  <a:pt x="411" y="599"/>
                </a:lnTo>
                <a:lnTo>
                  <a:pt x="422" y="598"/>
                </a:lnTo>
                <a:lnTo>
                  <a:pt x="434" y="596"/>
                </a:lnTo>
                <a:lnTo>
                  <a:pt x="446" y="595"/>
                </a:lnTo>
                <a:lnTo>
                  <a:pt x="457" y="593"/>
                </a:lnTo>
                <a:lnTo>
                  <a:pt x="468" y="591"/>
                </a:lnTo>
                <a:lnTo>
                  <a:pt x="480" y="588"/>
                </a:lnTo>
                <a:lnTo>
                  <a:pt x="491" y="585"/>
                </a:lnTo>
                <a:lnTo>
                  <a:pt x="502" y="582"/>
                </a:lnTo>
                <a:lnTo>
                  <a:pt x="513" y="579"/>
                </a:lnTo>
                <a:lnTo>
                  <a:pt x="524" y="576"/>
                </a:lnTo>
                <a:lnTo>
                  <a:pt x="534" y="572"/>
                </a:lnTo>
                <a:lnTo>
                  <a:pt x="545" y="568"/>
                </a:lnTo>
                <a:lnTo>
                  <a:pt x="555" y="563"/>
                </a:lnTo>
                <a:lnTo>
                  <a:pt x="565" y="558"/>
                </a:lnTo>
                <a:lnTo>
                  <a:pt x="575" y="554"/>
                </a:lnTo>
                <a:lnTo>
                  <a:pt x="585" y="548"/>
                </a:lnTo>
                <a:lnTo>
                  <a:pt x="595" y="543"/>
                </a:lnTo>
                <a:lnTo>
                  <a:pt x="604" y="537"/>
                </a:lnTo>
                <a:lnTo>
                  <a:pt x="613" y="532"/>
                </a:lnTo>
                <a:lnTo>
                  <a:pt x="622" y="525"/>
                </a:lnTo>
                <a:lnTo>
                  <a:pt x="631" y="519"/>
                </a:lnTo>
                <a:lnTo>
                  <a:pt x="639" y="513"/>
                </a:lnTo>
                <a:lnTo>
                  <a:pt x="647" y="506"/>
                </a:lnTo>
                <a:lnTo>
                  <a:pt x="655" y="499"/>
                </a:lnTo>
                <a:lnTo>
                  <a:pt x="663" y="492"/>
                </a:lnTo>
                <a:lnTo>
                  <a:pt x="670" y="484"/>
                </a:lnTo>
                <a:lnTo>
                  <a:pt x="677" y="477"/>
                </a:lnTo>
                <a:lnTo>
                  <a:pt x="684" y="469"/>
                </a:lnTo>
                <a:lnTo>
                  <a:pt x="690" y="461"/>
                </a:lnTo>
                <a:lnTo>
                  <a:pt x="696" y="453"/>
                </a:lnTo>
                <a:lnTo>
                  <a:pt x="702" y="445"/>
                </a:lnTo>
                <a:lnTo>
                  <a:pt x="708" y="437"/>
                </a:lnTo>
                <a:lnTo>
                  <a:pt x="713" y="429"/>
                </a:lnTo>
                <a:lnTo>
                  <a:pt x="718" y="420"/>
                </a:lnTo>
                <a:lnTo>
                  <a:pt x="722" y="411"/>
                </a:lnTo>
                <a:lnTo>
                  <a:pt x="726" y="403"/>
                </a:lnTo>
                <a:lnTo>
                  <a:pt x="730" y="394"/>
                </a:lnTo>
                <a:lnTo>
                  <a:pt x="733" y="385"/>
                </a:lnTo>
                <a:lnTo>
                  <a:pt x="736" y="376"/>
                </a:lnTo>
                <a:lnTo>
                  <a:pt x="739" y="367"/>
                </a:lnTo>
                <a:lnTo>
                  <a:pt x="742" y="357"/>
                </a:lnTo>
                <a:lnTo>
                  <a:pt x="744" y="348"/>
                </a:lnTo>
                <a:lnTo>
                  <a:pt x="745" y="339"/>
                </a:lnTo>
                <a:lnTo>
                  <a:pt x="747" y="328"/>
                </a:lnTo>
                <a:lnTo>
                  <a:pt x="747" y="319"/>
                </a:lnTo>
                <a:lnTo>
                  <a:pt x="748" y="310"/>
                </a:lnTo>
                <a:lnTo>
                  <a:pt x="748" y="300"/>
                </a:lnTo>
                <a:moveTo>
                  <a:pt x="750" y="300"/>
                </a:moveTo>
                <a:lnTo>
                  <a:pt x="750" y="310"/>
                </a:lnTo>
                <a:lnTo>
                  <a:pt x="750" y="319"/>
                </a:lnTo>
                <a:lnTo>
                  <a:pt x="749" y="329"/>
                </a:lnTo>
                <a:lnTo>
                  <a:pt x="748" y="339"/>
                </a:lnTo>
                <a:lnTo>
                  <a:pt x="746" y="348"/>
                </a:lnTo>
                <a:lnTo>
                  <a:pt x="744" y="358"/>
                </a:lnTo>
                <a:lnTo>
                  <a:pt x="741" y="367"/>
                </a:lnTo>
                <a:lnTo>
                  <a:pt x="739" y="376"/>
                </a:lnTo>
                <a:lnTo>
                  <a:pt x="736" y="385"/>
                </a:lnTo>
                <a:lnTo>
                  <a:pt x="732" y="394"/>
                </a:lnTo>
                <a:lnTo>
                  <a:pt x="728" y="403"/>
                </a:lnTo>
                <a:lnTo>
                  <a:pt x="724" y="412"/>
                </a:lnTo>
                <a:lnTo>
                  <a:pt x="720" y="421"/>
                </a:lnTo>
                <a:lnTo>
                  <a:pt x="715" y="429"/>
                </a:lnTo>
                <a:lnTo>
                  <a:pt x="710" y="438"/>
                </a:lnTo>
                <a:lnTo>
                  <a:pt x="704" y="446"/>
                </a:lnTo>
                <a:lnTo>
                  <a:pt x="698" y="454"/>
                </a:lnTo>
                <a:lnTo>
                  <a:pt x="692" y="462"/>
                </a:lnTo>
                <a:lnTo>
                  <a:pt x="686" y="470"/>
                </a:lnTo>
                <a:lnTo>
                  <a:pt x="679" y="478"/>
                </a:lnTo>
                <a:lnTo>
                  <a:pt x="672" y="486"/>
                </a:lnTo>
                <a:lnTo>
                  <a:pt x="664" y="493"/>
                </a:lnTo>
                <a:lnTo>
                  <a:pt x="657" y="500"/>
                </a:lnTo>
                <a:lnTo>
                  <a:pt x="649" y="507"/>
                </a:lnTo>
                <a:lnTo>
                  <a:pt x="641" y="514"/>
                </a:lnTo>
                <a:lnTo>
                  <a:pt x="632" y="520"/>
                </a:lnTo>
                <a:lnTo>
                  <a:pt x="624" y="527"/>
                </a:lnTo>
                <a:lnTo>
                  <a:pt x="615" y="533"/>
                </a:lnTo>
                <a:lnTo>
                  <a:pt x="605" y="539"/>
                </a:lnTo>
                <a:lnTo>
                  <a:pt x="596" y="545"/>
                </a:lnTo>
                <a:lnTo>
                  <a:pt x="586" y="550"/>
                </a:lnTo>
                <a:lnTo>
                  <a:pt x="577" y="555"/>
                </a:lnTo>
                <a:lnTo>
                  <a:pt x="567" y="560"/>
                </a:lnTo>
                <a:lnTo>
                  <a:pt x="556" y="565"/>
                </a:lnTo>
                <a:lnTo>
                  <a:pt x="546" y="569"/>
                </a:lnTo>
                <a:lnTo>
                  <a:pt x="535" y="573"/>
                </a:lnTo>
                <a:lnTo>
                  <a:pt x="525" y="577"/>
                </a:lnTo>
                <a:lnTo>
                  <a:pt x="514" y="581"/>
                </a:lnTo>
                <a:lnTo>
                  <a:pt x="503" y="584"/>
                </a:lnTo>
                <a:lnTo>
                  <a:pt x="492" y="587"/>
                </a:lnTo>
                <a:lnTo>
                  <a:pt x="480" y="590"/>
                </a:lnTo>
                <a:lnTo>
                  <a:pt x="469" y="592"/>
                </a:lnTo>
                <a:lnTo>
                  <a:pt x="458" y="595"/>
                </a:lnTo>
                <a:lnTo>
                  <a:pt x="446" y="597"/>
                </a:lnTo>
                <a:lnTo>
                  <a:pt x="434" y="598"/>
                </a:lnTo>
                <a:lnTo>
                  <a:pt x="423" y="600"/>
                </a:lnTo>
                <a:lnTo>
                  <a:pt x="411" y="601"/>
                </a:lnTo>
                <a:lnTo>
                  <a:pt x="398" y="601"/>
                </a:lnTo>
                <a:lnTo>
                  <a:pt x="387" y="602"/>
                </a:lnTo>
                <a:lnTo>
                  <a:pt x="375" y="602"/>
                </a:lnTo>
                <a:lnTo>
                  <a:pt x="363" y="602"/>
                </a:lnTo>
                <a:lnTo>
                  <a:pt x="351" y="601"/>
                </a:lnTo>
                <a:lnTo>
                  <a:pt x="340" y="601"/>
                </a:lnTo>
                <a:lnTo>
                  <a:pt x="328" y="600"/>
                </a:lnTo>
                <a:lnTo>
                  <a:pt x="316" y="598"/>
                </a:lnTo>
                <a:lnTo>
                  <a:pt x="305" y="597"/>
                </a:lnTo>
                <a:lnTo>
                  <a:pt x="293" y="595"/>
                </a:lnTo>
                <a:lnTo>
                  <a:pt x="282" y="592"/>
                </a:lnTo>
                <a:lnTo>
                  <a:pt x="270" y="590"/>
                </a:lnTo>
                <a:lnTo>
                  <a:pt x="259" y="587"/>
                </a:lnTo>
                <a:lnTo>
                  <a:pt x="248" y="584"/>
                </a:lnTo>
                <a:lnTo>
                  <a:pt x="237" y="581"/>
                </a:lnTo>
                <a:lnTo>
                  <a:pt x="226" y="577"/>
                </a:lnTo>
                <a:lnTo>
                  <a:pt x="215" y="573"/>
                </a:lnTo>
                <a:lnTo>
                  <a:pt x="205" y="569"/>
                </a:lnTo>
                <a:lnTo>
                  <a:pt x="194" y="565"/>
                </a:lnTo>
                <a:lnTo>
                  <a:pt x="184" y="560"/>
                </a:lnTo>
                <a:lnTo>
                  <a:pt x="174" y="555"/>
                </a:lnTo>
                <a:lnTo>
                  <a:pt x="164" y="550"/>
                </a:lnTo>
                <a:lnTo>
                  <a:pt x="155" y="545"/>
                </a:lnTo>
                <a:lnTo>
                  <a:pt x="145" y="539"/>
                </a:lnTo>
                <a:lnTo>
                  <a:pt x="136" y="533"/>
                </a:lnTo>
                <a:lnTo>
                  <a:pt x="127" y="527"/>
                </a:lnTo>
                <a:lnTo>
                  <a:pt x="118" y="520"/>
                </a:lnTo>
                <a:lnTo>
                  <a:pt x="110" y="514"/>
                </a:lnTo>
                <a:lnTo>
                  <a:pt x="102" y="507"/>
                </a:lnTo>
                <a:lnTo>
                  <a:pt x="94" y="500"/>
                </a:lnTo>
                <a:lnTo>
                  <a:pt x="86" y="493"/>
                </a:lnTo>
                <a:lnTo>
                  <a:pt x="79" y="486"/>
                </a:lnTo>
                <a:lnTo>
                  <a:pt x="72" y="478"/>
                </a:lnTo>
                <a:lnTo>
                  <a:pt x="65" y="470"/>
                </a:lnTo>
                <a:lnTo>
                  <a:pt x="58" y="462"/>
                </a:lnTo>
                <a:lnTo>
                  <a:pt x="52" y="454"/>
                </a:lnTo>
                <a:lnTo>
                  <a:pt x="46" y="446"/>
                </a:lnTo>
                <a:lnTo>
                  <a:pt x="41" y="438"/>
                </a:lnTo>
                <a:lnTo>
                  <a:pt x="36" y="429"/>
                </a:lnTo>
                <a:lnTo>
                  <a:pt x="31" y="421"/>
                </a:lnTo>
                <a:lnTo>
                  <a:pt x="26" y="412"/>
                </a:lnTo>
                <a:lnTo>
                  <a:pt x="22" y="403"/>
                </a:lnTo>
                <a:lnTo>
                  <a:pt x="18" y="394"/>
                </a:lnTo>
                <a:lnTo>
                  <a:pt x="15" y="385"/>
                </a:lnTo>
                <a:lnTo>
                  <a:pt x="12" y="376"/>
                </a:lnTo>
                <a:lnTo>
                  <a:pt x="9" y="367"/>
                </a:lnTo>
                <a:lnTo>
                  <a:pt x="7" y="358"/>
                </a:lnTo>
                <a:lnTo>
                  <a:pt x="5" y="348"/>
                </a:lnTo>
                <a:lnTo>
                  <a:pt x="3" y="339"/>
                </a:lnTo>
                <a:lnTo>
                  <a:pt x="2" y="329"/>
                </a:lnTo>
                <a:lnTo>
                  <a:pt x="1" y="319"/>
                </a:lnTo>
                <a:lnTo>
                  <a:pt x="0" y="310"/>
                </a:lnTo>
                <a:lnTo>
                  <a:pt x="0" y="300"/>
                </a:lnTo>
                <a:lnTo>
                  <a:pt x="0" y="291"/>
                </a:lnTo>
                <a:lnTo>
                  <a:pt x="1" y="282"/>
                </a:lnTo>
                <a:lnTo>
                  <a:pt x="2" y="272"/>
                </a:lnTo>
                <a:lnTo>
                  <a:pt x="3" y="263"/>
                </a:lnTo>
                <a:lnTo>
                  <a:pt x="5" y="253"/>
                </a:lnTo>
                <a:lnTo>
                  <a:pt x="7" y="244"/>
                </a:lnTo>
                <a:lnTo>
                  <a:pt x="9" y="235"/>
                </a:lnTo>
                <a:lnTo>
                  <a:pt x="12" y="226"/>
                </a:lnTo>
                <a:lnTo>
                  <a:pt x="15" y="217"/>
                </a:lnTo>
                <a:lnTo>
                  <a:pt x="18" y="208"/>
                </a:lnTo>
                <a:lnTo>
                  <a:pt x="22" y="199"/>
                </a:lnTo>
                <a:lnTo>
                  <a:pt x="26" y="190"/>
                </a:lnTo>
                <a:lnTo>
                  <a:pt x="31" y="181"/>
                </a:lnTo>
                <a:lnTo>
                  <a:pt x="36" y="172"/>
                </a:lnTo>
                <a:lnTo>
                  <a:pt x="41" y="164"/>
                </a:lnTo>
                <a:lnTo>
                  <a:pt x="46" y="156"/>
                </a:lnTo>
                <a:lnTo>
                  <a:pt x="52" y="147"/>
                </a:lnTo>
                <a:lnTo>
                  <a:pt x="58" y="139"/>
                </a:lnTo>
                <a:lnTo>
                  <a:pt x="65" y="131"/>
                </a:lnTo>
                <a:lnTo>
                  <a:pt x="72" y="124"/>
                </a:lnTo>
                <a:lnTo>
                  <a:pt x="79" y="116"/>
                </a:lnTo>
                <a:lnTo>
                  <a:pt x="86" y="109"/>
                </a:lnTo>
                <a:lnTo>
                  <a:pt x="94" y="102"/>
                </a:lnTo>
                <a:lnTo>
                  <a:pt x="102" y="95"/>
                </a:lnTo>
                <a:lnTo>
                  <a:pt x="110" y="88"/>
                </a:lnTo>
                <a:lnTo>
                  <a:pt x="118" y="81"/>
                </a:lnTo>
                <a:lnTo>
                  <a:pt x="127" y="75"/>
                </a:lnTo>
                <a:lnTo>
                  <a:pt x="136" y="69"/>
                </a:lnTo>
                <a:lnTo>
                  <a:pt x="145" y="63"/>
                </a:lnTo>
                <a:lnTo>
                  <a:pt x="155" y="57"/>
                </a:lnTo>
                <a:lnTo>
                  <a:pt x="164" y="52"/>
                </a:lnTo>
                <a:lnTo>
                  <a:pt x="174" y="47"/>
                </a:lnTo>
                <a:lnTo>
                  <a:pt x="184" y="42"/>
                </a:lnTo>
                <a:lnTo>
                  <a:pt x="194" y="37"/>
                </a:lnTo>
                <a:lnTo>
                  <a:pt x="205" y="33"/>
                </a:lnTo>
                <a:lnTo>
                  <a:pt x="215" y="28"/>
                </a:lnTo>
                <a:lnTo>
                  <a:pt x="226" y="25"/>
                </a:lnTo>
                <a:lnTo>
                  <a:pt x="237" y="21"/>
                </a:lnTo>
                <a:lnTo>
                  <a:pt x="248" y="18"/>
                </a:lnTo>
                <a:lnTo>
                  <a:pt x="259" y="15"/>
                </a:lnTo>
                <a:lnTo>
                  <a:pt x="270" y="12"/>
                </a:lnTo>
                <a:lnTo>
                  <a:pt x="282" y="9"/>
                </a:lnTo>
                <a:lnTo>
                  <a:pt x="293" y="7"/>
                </a:lnTo>
                <a:lnTo>
                  <a:pt x="305" y="5"/>
                </a:lnTo>
                <a:lnTo>
                  <a:pt x="316" y="4"/>
                </a:lnTo>
                <a:lnTo>
                  <a:pt x="328" y="2"/>
                </a:lnTo>
                <a:lnTo>
                  <a:pt x="340" y="1"/>
                </a:lnTo>
                <a:lnTo>
                  <a:pt x="351" y="0"/>
                </a:lnTo>
                <a:lnTo>
                  <a:pt x="363" y="0"/>
                </a:lnTo>
                <a:lnTo>
                  <a:pt x="375" y="0"/>
                </a:lnTo>
                <a:lnTo>
                  <a:pt x="387" y="0"/>
                </a:lnTo>
                <a:lnTo>
                  <a:pt x="398" y="0"/>
                </a:lnTo>
                <a:lnTo>
                  <a:pt x="411" y="1"/>
                </a:lnTo>
                <a:lnTo>
                  <a:pt x="423" y="2"/>
                </a:lnTo>
                <a:lnTo>
                  <a:pt x="434" y="4"/>
                </a:lnTo>
                <a:lnTo>
                  <a:pt x="446" y="5"/>
                </a:lnTo>
                <a:lnTo>
                  <a:pt x="458" y="7"/>
                </a:lnTo>
                <a:lnTo>
                  <a:pt x="469" y="9"/>
                </a:lnTo>
                <a:lnTo>
                  <a:pt x="480" y="12"/>
                </a:lnTo>
                <a:lnTo>
                  <a:pt x="492" y="15"/>
                </a:lnTo>
                <a:lnTo>
                  <a:pt x="503" y="18"/>
                </a:lnTo>
                <a:lnTo>
                  <a:pt x="514" y="21"/>
                </a:lnTo>
                <a:lnTo>
                  <a:pt x="525" y="25"/>
                </a:lnTo>
                <a:lnTo>
                  <a:pt x="535" y="28"/>
                </a:lnTo>
                <a:lnTo>
                  <a:pt x="546" y="33"/>
                </a:lnTo>
                <a:lnTo>
                  <a:pt x="556" y="37"/>
                </a:lnTo>
                <a:lnTo>
                  <a:pt x="567" y="42"/>
                </a:lnTo>
                <a:lnTo>
                  <a:pt x="577" y="47"/>
                </a:lnTo>
                <a:lnTo>
                  <a:pt x="586" y="52"/>
                </a:lnTo>
                <a:lnTo>
                  <a:pt x="596" y="57"/>
                </a:lnTo>
                <a:lnTo>
                  <a:pt x="605" y="63"/>
                </a:lnTo>
                <a:lnTo>
                  <a:pt x="615" y="69"/>
                </a:lnTo>
                <a:lnTo>
                  <a:pt x="624" y="75"/>
                </a:lnTo>
                <a:lnTo>
                  <a:pt x="632" y="81"/>
                </a:lnTo>
                <a:lnTo>
                  <a:pt x="641" y="88"/>
                </a:lnTo>
                <a:lnTo>
                  <a:pt x="649" y="95"/>
                </a:lnTo>
                <a:lnTo>
                  <a:pt x="657" y="102"/>
                </a:lnTo>
                <a:lnTo>
                  <a:pt x="664" y="109"/>
                </a:lnTo>
                <a:lnTo>
                  <a:pt x="672" y="116"/>
                </a:lnTo>
                <a:lnTo>
                  <a:pt x="679" y="124"/>
                </a:lnTo>
                <a:lnTo>
                  <a:pt x="686" y="131"/>
                </a:lnTo>
                <a:lnTo>
                  <a:pt x="692" y="139"/>
                </a:lnTo>
                <a:lnTo>
                  <a:pt x="698" y="147"/>
                </a:lnTo>
                <a:lnTo>
                  <a:pt x="704" y="156"/>
                </a:lnTo>
                <a:lnTo>
                  <a:pt x="710" y="164"/>
                </a:lnTo>
                <a:lnTo>
                  <a:pt x="715" y="172"/>
                </a:lnTo>
                <a:lnTo>
                  <a:pt x="720" y="181"/>
                </a:lnTo>
                <a:lnTo>
                  <a:pt x="724" y="190"/>
                </a:lnTo>
                <a:lnTo>
                  <a:pt x="728" y="199"/>
                </a:lnTo>
                <a:lnTo>
                  <a:pt x="732" y="208"/>
                </a:lnTo>
                <a:lnTo>
                  <a:pt x="736" y="217"/>
                </a:lnTo>
                <a:lnTo>
                  <a:pt x="739" y="226"/>
                </a:lnTo>
                <a:lnTo>
                  <a:pt x="741" y="235"/>
                </a:lnTo>
                <a:lnTo>
                  <a:pt x="744" y="244"/>
                </a:lnTo>
                <a:lnTo>
                  <a:pt x="746" y="253"/>
                </a:lnTo>
                <a:lnTo>
                  <a:pt x="748" y="263"/>
                </a:lnTo>
                <a:lnTo>
                  <a:pt x="749" y="272"/>
                </a:lnTo>
                <a:lnTo>
                  <a:pt x="750" y="282"/>
                </a:lnTo>
                <a:lnTo>
                  <a:pt x="750" y="291"/>
                </a:lnTo>
                <a:lnTo>
                  <a:pt x="750" y="300"/>
                </a:lnTo>
                <a:close/>
              </a:path>
            </a:pathLst>
          </a:custGeom>
          <a:solidFill>
            <a:srgbClr val="ffbd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2" name=""/>
          <p:cNvSpPr/>
          <p:nvPr/>
        </p:nvSpPr>
        <p:spPr>
          <a:xfrm>
            <a:off x="4843080" y="1719000"/>
            <a:ext cx="271800" cy="218160"/>
          </a:xfrm>
          <a:custGeom>
            <a:avLst/>
            <a:gdLst/>
            <a:ahLst/>
            <a:rect l="0" t="0" r="r" b="b"/>
            <a:pathLst>
              <a:path w="755" h="606">
                <a:moveTo>
                  <a:pt x="752" y="302"/>
                </a:moveTo>
                <a:lnTo>
                  <a:pt x="752" y="293"/>
                </a:lnTo>
                <a:lnTo>
                  <a:pt x="752" y="284"/>
                </a:lnTo>
                <a:lnTo>
                  <a:pt x="751" y="274"/>
                </a:lnTo>
                <a:lnTo>
                  <a:pt x="750" y="265"/>
                </a:lnTo>
                <a:lnTo>
                  <a:pt x="748" y="255"/>
                </a:lnTo>
                <a:lnTo>
                  <a:pt x="746" y="246"/>
                </a:lnTo>
                <a:lnTo>
                  <a:pt x="743" y="237"/>
                </a:lnTo>
                <a:lnTo>
                  <a:pt x="741" y="228"/>
                </a:lnTo>
                <a:lnTo>
                  <a:pt x="738" y="219"/>
                </a:lnTo>
                <a:lnTo>
                  <a:pt x="734" y="210"/>
                </a:lnTo>
                <a:lnTo>
                  <a:pt x="730" y="201"/>
                </a:lnTo>
                <a:lnTo>
                  <a:pt x="726" y="192"/>
                </a:lnTo>
                <a:lnTo>
                  <a:pt x="722" y="183"/>
                </a:lnTo>
                <a:lnTo>
                  <a:pt x="717" y="174"/>
                </a:lnTo>
                <a:lnTo>
                  <a:pt x="712" y="166"/>
                </a:lnTo>
                <a:lnTo>
                  <a:pt x="706" y="158"/>
                </a:lnTo>
                <a:lnTo>
                  <a:pt x="700" y="149"/>
                </a:lnTo>
                <a:lnTo>
                  <a:pt x="694" y="141"/>
                </a:lnTo>
                <a:lnTo>
                  <a:pt x="688" y="133"/>
                </a:lnTo>
                <a:lnTo>
                  <a:pt x="681" y="126"/>
                </a:lnTo>
                <a:lnTo>
                  <a:pt x="674" y="118"/>
                </a:lnTo>
                <a:lnTo>
                  <a:pt x="666" y="111"/>
                </a:lnTo>
                <a:lnTo>
                  <a:pt x="659" y="104"/>
                </a:lnTo>
                <a:lnTo>
                  <a:pt x="651" y="97"/>
                </a:lnTo>
                <a:lnTo>
                  <a:pt x="643" y="90"/>
                </a:lnTo>
                <a:lnTo>
                  <a:pt x="634" y="83"/>
                </a:lnTo>
                <a:lnTo>
                  <a:pt x="626" y="77"/>
                </a:lnTo>
                <a:lnTo>
                  <a:pt x="617" y="71"/>
                </a:lnTo>
                <a:lnTo>
                  <a:pt x="607" y="65"/>
                </a:lnTo>
                <a:lnTo>
                  <a:pt x="598" y="59"/>
                </a:lnTo>
                <a:lnTo>
                  <a:pt x="588" y="54"/>
                </a:lnTo>
                <a:lnTo>
                  <a:pt x="579" y="49"/>
                </a:lnTo>
                <a:lnTo>
                  <a:pt x="569" y="44"/>
                </a:lnTo>
                <a:lnTo>
                  <a:pt x="558" y="39"/>
                </a:lnTo>
                <a:lnTo>
                  <a:pt x="548" y="35"/>
                </a:lnTo>
                <a:lnTo>
                  <a:pt x="537" y="30"/>
                </a:lnTo>
                <a:lnTo>
                  <a:pt x="527" y="27"/>
                </a:lnTo>
                <a:lnTo>
                  <a:pt x="516" y="23"/>
                </a:lnTo>
                <a:lnTo>
                  <a:pt x="505" y="20"/>
                </a:lnTo>
                <a:lnTo>
                  <a:pt x="494" y="17"/>
                </a:lnTo>
                <a:lnTo>
                  <a:pt x="482" y="14"/>
                </a:lnTo>
                <a:lnTo>
                  <a:pt x="470" y="11"/>
                </a:lnTo>
                <a:lnTo>
                  <a:pt x="459" y="9"/>
                </a:lnTo>
                <a:lnTo>
                  <a:pt x="447" y="7"/>
                </a:lnTo>
                <a:lnTo>
                  <a:pt x="435" y="6"/>
                </a:lnTo>
                <a:lnTo>
                  <a:pt x="424" y="4"/>
                </a:lnTo>
                <a:lnTo>
                  <a:pt x="412" y="3"/>
                </a:lnTo>
                <a:lnTo>
                  <a:pt x="400" y="2"/>
                </a:lnTo>
                <a:lnTo>
                  <a:pt x="389" y="2"/>
                </a:lnTo>
                <a:lnTo>
                  <a:pt x="377" y="2"/>
                </a:lnTo>
                <a:lnTo>
                  <a:pt x="365" y="2"/>
                </a:lnTo>
                <a:lnTo>
                  <a:pt x="353" y="2"/>
                </a:lnTo>
                <a:lnTo>
                  <a:pt x="342" y="3"/>
                </a:lnTo>
                <a:lnTo>
                  <a:pt x="330" y="4"/>
                </a:lnTo>
                <a:lnTo>
                  <a:pt x="318" y="6"/>
                </a:lnTo>
                <a:lnTo>
                  <a:pt x="307" y="7"/>
                </a:lnTo>
                <a:lnTo>
                  <a:pt x="295" y="9"/>
                </a:lnTo>
                <a:lnTo>
                  <a:pt x="284" y="11"/>
                </a:lnTo>
                <a:lnTo>
                  <a:pt x="272" y="14"/>
                </a:lnTo>
                <a:lnTo>
                  <a:pt x="261" y="17"/>
                </a:lnTo>
                <a:lnTo>
                  <a:pt x="250" y="20"/>
                </a:lnTo>
                <a:lnTo>
                  <a:pt x="239" y="23"/>
                </a:lnTo>
                <a:lnTo>
                  <a:pt x="228" y="27"/>
                </a:lnTo>
                <a:lnTo>
                  <a:pt x="217" y="30"/>
                </a:lnTo>
                <a:lnTo>
                  <a:pt x="207" y="35"/>
                </a:lnTo>
                <a:lnTo>
                  <a:pt x="196" y="39"/>
                </a:lnTo>
                <a:lnTo>
                  <a:pt x="186" y="44"/>
                </a:lnTo>
                <a:lnTo>
                  <a:pt x="176" y="49"/>
                </a:lnTo>
                <a:lnTo>
                  <a:pt x="166" y="54"/>
                </a:lnTo>
                <a:lnTo>
                  <a:pt x="157" y="59"/>
                </a:lnTo>
                <a:lnTo>
                  <a:pt x="147" y="65"/>
                </a:lnTo>
                <a:lnTo>
                  <a:pt x="138" y="71"/>
                </a:lnTo>
                <a:lnTo>
                  <a:pt x="129" y="77"/>
                </a:lnTo>
                <a:lnTo>
                  <a:pt x="120" y="83"/>
                </a:lnTo>
                <a:lnTo>
                  <a:pt x="112" y="90"/>
                </a:lnTo>
                <a:lnTo>
                  <a:pt x="104" y="97"/>
                </a:lnTo>
                <a:lnTo>
                  <a:pt x="96" y="104"/>
                </a:lnTo>
                <a:lnTo>
                  <a:pt x="88" y="111"/>
                </a:lnTo>
                <a:lnTo>
                  <a:pt x="81" y="118"/>
                </a:lnTo>
                <a:lnTo>
                  <a:pt x="74" y="126"/>
                </a:lnTo>
                <a:lnTo>
                  <a:pt x="67" y="133"/>
                </a:lnTo>
                <a:lnTo>
                  <a:pt x="60" y="141"/>
                </a:lnTo>
                <a:lnTo>
                  <a:pt x="54" y="149"/>
                </a:lnTo>
                <a:lnTo>
                  <a:pt x="48" y="158"/>
                </a:lnTo>
                <a:lnTo>
                  <a:pt x="43" y="166"/>
                </a:lnTo>
                <a:lnTo>
                  <a:pt x="38" y="174"/>
                </a:lnTo>
                <a:lnTo>
                  <a:pt x="33" y="183"/>
                </a:lnTo>
                <a:lnTo>
                  <a:pt x="28" y="192"/>
                </a:lnTo>
                <a:lnTo>
                  <a:pt x="24" y="201"/>
                </a:lnTo>
                <a:lnTo>
                  <a:pt x="20" y="210"/>
                </a:lnTo>
                <a:lnTo>
                  <a:pt x="17" y="219"/>
                </a:lnTo>
                <a:lnTo>
                  <a:pt x="14" y="228"/>
                </a:lnTo>
                <a:lnTo>
                  <a:pt x="11" y="237"/>
                </a:lnTo>
                <a:lnTo>
                  <a:pt x="9" y="246"/>
                </a:lnTo>
                <a:lnTo>
                  <a:pt x="7" y="255"/>
                </a:lnTo>
                <a:lnTo>
                  <a:pt x="5" y="265"/>
                </a:lnTo>
                <a:lnTo>
                  <a:pt x="4" y="274"/>
                </a:lnTo>
                <a:lnTo>
                  <a:pt x="3" y="284"/>
                </a:lnTo>
                <a:lnTo>
                  <a:pt x="2" y="293"/>
                </a:lnTo>
                <a:lnTo>
                  <a:pt x="2" y="302"/>
                </a:lnTo>
                <a:lnTo>
                  <a:pt x="2" y="312"/>
                </a:lnTo>
                <a:lnTo>
                  <a:pt x="3" y="321"/>
                </a:lnTo>
                <a:lnTo>
                  <a:pt x="4" y="331"/>
                </a:lnTo>
                <a:lnTo>
                  <a:pt x="5" y="340"/>
                </a:lnTo>
                <a:lnTo>
                  <a:pt x="7" y="349"/>
                </a:lnTo>
                <a:lnTo>
                  <a:pt x="9" y="360"/>
                </a:lnTo>
                <a:lnTo>
                  <a:pt x="11" y="369"/>
                </a:lnTo>
                <a:lnTo>
                  <a:pt x="14" y="378"/>
                </a:lnTo>
                <a:lnTo>
                  <a:pt x="17" y="387"/>
                </a:lnTo>
                <a:lnTo>
                  <a:pt x="20" y="396"/>
                </a:lnTo>
                <a:lnTo>
                  <a:pt x="24" y="405"/>
                </a:lnTo>
                <a:lnTo>
                  <a:pt x="28" y="414"/>
                </a:lnTo>
                <a:lnTo>
                  <a:pt x="33" y="423"/>
                </a:lnTo>
                <a:lnTo>
                  <a:pt x="38" y="431"/>
                </a:lnTo>
                <a:lnTo>
                  <a:pt x="43" y="440"/>
                </a:lnTo>
                <a:lnTo>
                  <a:pt x="48" y="448"/>
                </a:lnTo>
                <a:lnTo>
                  <a:pt x="54" y="456"/>
                </a:lnTo>
                <a:lnTo>
                  <a:pt x="60" y="464"/>
                </a:lnTo>
                <a:lnTo>
                  <a:pt x="67" y="472"/>
                </a:lnTo>
                <a:lnTo>
                  <a:pt x="74" y="480"/>
                </a:lnTo>
                <a:lnTo>
                  <a:pt x="81" y="488"/>
                </a:lnTo>
                <a:lnTo>
                  <a:pt x="88" y="495"/>
                </a:lnTo>
                <a:lnTo>
                  <a:pt x="96" y="502"/>
                </a:lnTo>
                <a:lnTo>
                  <a:pt x="104" y="509"/>
                </a:lnTo>
                <a:lnTo>
                  <a:pt x="112" y="516"/>
                </a:lnTo>
                <a:lnTo>
                  <a:pt x="120" y="522"/>
                </a:lnTo>
                <a:lnTo>
                  <a:pt x="129" y="529"/>
                </a:lnTo>
                <a:lnTo>
                  <a:pt x="138" y="535"/>
                </a:lnTo>
                <a:lnTo>
                  <a:pt x="147" y="541"/>
                </a:lnTo>
                <a:lnTo>
                  <a:pt x="157" y="547"/>
                </a:lnTo>
                <a:lnTo>
                  <a:pt x="166" y="552"/>
                </a:lnTo>
                <a:lnTo>
                  <a:pt x="176" y="557"/>
                </a:lnTo>
                <a:lnTo>
                  <a:pt x="186" y="562"/>
                </a:lnTo>
                <a:lnTo>
                  <a:pt x="196" y="567"/>
                </a:lnTo>
                <a:lnTo>
                  <a:pt x="207" y="571"/>
                </a:lnTo>
                <a:lnTo>
                  <a:pt x="217" y="575"/>
                </a:lnTo>
                <a:lnTo>
                  <a:pt x="228" y="579"/>
                </a:lnTo>
                <a:lnTo>
                  <a:pt x="239" y="583"/>
                </a:lnTo>
                <a:lnTo>
                  <a:pt x="250" y="586"/>
                </a:lnTo>
                <a:lnTo>
                  <a:pt x="261" y="589"/>
                </a:lnTo>
                <a:lnTo>
                  <a:pt x="272" y="592"/>
                </a:lnTo>
                <a:lnTo>
                  <a:pt x="284" y="594"/>
                </a:lnTo>
                <a:lnTo>
                  <a:pt x="295" y="597"/>
                </a:lnTo>
                <a:lnTo>
                  <a:pt x="307" y="599"/>
                </a:lnTo>
                <a:lnTo>
                  <a:pt x="318" y="600"/>
                </a:lnTo>
                <a:lnTo>
                  <a:pt x="330" y="602"/>
                </a:lnTo>
                <a:lnTo>
                  <a:pt x="342" y="603"/>
                </a:lnTo>
                <a:lnTo>
                  <a:pt x="353" y="603"/>
                </a:lnTo>
                <a:lnTo>
                  <a:pt x="365" y="604"/>
                </a:lnTo>
                <a:lnTo>
                  <a:pt x="377" y="604"/>
                </a:lnTo>
                <a:lnTo>
                  <a:pt x="389" y="604"/>
                </a:lnTo>
                <a:lnTo>
                  <a:pt x="400" y="603"/>
                </a:lnTo>
                <a:lnTo>
                  <a:pt x="412" y="603"/>
                </a:lnTo>
                <a:lnTo>
                  <a:pt x="424" y="602"/>
                </a:lnTo>
                <a:lnTo>
                  <a:pt x="435" y="600"/>
                </a:lnTo>
                <a:lnTo>
                  <a:pt x="447" y="599"/>
                </a:lnTo>
                <a:lnTo>
                  <a:pt x="459" y="597"/>
                </a:lnTo>
                <a:lnTo>
                  <a:pt x="470" y="594"/>
                </a:lnTo>
                <a:lnTo>
                  <a:pt x="482" y="592"/>
                </a:lnTo>
                <a:lnTo>
                  <a:pt x="494" y="589"/>
                </a:lnTo>
                <a:lnTo>
                  <a:pt x="505" y="586"/>
                </a:lnTo>
                <a:lnTo>
                  <a:pt x="516" y="583"/>
                </a:lnTo>
                <a:lnTo>
                  <a:pt x="527" y="579"/>
                </a:lnTo>
                <a:lnTo>
                  <a:pt x="537" y="575"/>
                </a:lnTo>
                <a:lnTo>
                  <a:pt x="548" y="571"/>
                </a:lnTo>
                <a:lnTo>
                  <a:pt x="558" y="567"/>
                </a:lnTo>
                <a:lnTo>
                  <a:pt x="569" y="562"/>
                </a:lnTo>
                <a:lnTo>
                  <a:pt x="579" y="557"/>
                </a:lnTo>
                <a:lnTo>
                  <a:pt x="588" y="552"/>
                </a:lnTo>
                <a:lnTo>
                  <a:pt x="598" y="547"/>
                </a:lnTo>
                <a:lnTo>
                  <a:pt x="607" y="541"/>
                </a:lnTo>
                <a:lnTo>
                  <a:pt x="617" y="535"/>
                </a:lnTo>
                <a:lnTo>
                  <a:pt x="626" y="529"/>
                </a:lnTo>
                <a:lnTo>
                  <a:pt x="634" y="522"/>
                </a:lnTo>
                <a:lnTo>
                  <a:pt x="643" y="516"/>
                </a:lnTo>
                <a:lnTo>
                  <a:pt x="651" y="509"/>
                </a:lnTo>
                <a:lnTo>
                  <a:pt x="659" y="502"/>
                </a:lnTo>
                <a:lnTo>
                  <a:pt x="666" y="495"/>
                </a:lnTo>
                <a:lnTo>
                  <a:pt x="674" y="488"/>
                </a:lnTo>
                <a:lnTo>
                  <a:pt x="681" y="480"/>
                </a:lnTo>
                <a:lnTo>
                  <a:pt x="688" y="472"/>
                </a:lnTo>
                <a:lnTo>
                  <a:pt x="694" y="464"/>
                </a:lnTo>
                <a:lnTo>
                  <a:pt x="700" y="456"/>
                </a:lnTo>
                <a:lnTo>
                  <a:pt x="706" y="448"/>
                </a:lnTo>
                <a:lnTo>
                  <a:pt x="712" y="440"/>
                </a:lnTo>
                <a:lnTo>
                  <a:pt x="717" y="431"/>
                </a:lnTo>
                <a:lnTo>
                  <a:pt x="722" y="423"/>
                </a:lnTo>
                <a:lnTo>
                  <a:pt x="726" y="414"/>
                </a:lnTo>
                <a:lnTo>
                  <a:pt x="730" y="405"/>
                </a:lnTo>
                <a:lnTo>
                  <a:pt x="734" y="396"/>
                </a:lnTo>
                <a:lnTo>
                  <a:pt x="738" y="387"/>
                </a:lnTo>
                <a:lnTo>
                  <a:pt x="741" y="378"/>
                </a:lnTo>
                <a:lnTo>
                  <a:pt x="743" y="369"/>
                </a:lnTo>
                <a:lnTo>
                  <a:pt x="746" y="360"/>
                </a:lnTo>
                <a:lnTo>
                  <a:pt x="748" y="349"/>
                </a:lnTo>
                <a:lnTo>
                  <a:pt x="750" y="340"/>
                </a:lnTo>
                <a:lnTo>
                  <a:pt x="751" y="331"/>
                </a:lnTo>
                <a:lnTo>
                  <a:pt x="752" y="321"/>
                </a:lnTo>
                <a:lnTo>
                  <a:pt x="752" y="312"/>
                </a:lnTo>
                <a:lnTo>
                  <a:pt x="752" y="302"/>
                </a:lnTo>
                <a:moveTo>
                  <a:pt x="755" y="302"/>
                </a:moveTo>
                <a:lnTo>
                  <a:pt x="755" y="312"/>
                </a:lnTo>
                <a:lnTo>
                  <a:pt x="754" y="321"/>
                </a:lnTo>
                <a:lnTo>
                  <a:pt x="753" y="331"/>
                </a:lnTo>
                <a:lnTo>
                  <a:pt x="752" y="340"/>
                </a:lnTo>
                <a:lnTo>
                  <a:pt x="750" y="350"/>
                </a:lnTo>
                <a:lnTo>
                  <a:pt x="748" y="360"/>
                </a:lnTo>
                <a:lnTo>
                  <a:pt x="746" y="369"/>
                </a:lnTo>
                <a:lnTo>
                  <a:pt x="743" y="379"/>
                </a:lnTo>
                <a:lnTo>
                  <a:pt x="740" y="388"/>
                </a:lnTo>
                <a:lnTo>
                  <a:pt x="736" y="397"/>
                </a:lnTo>
                <a:lnTo>
                  <a:pt x="732" y="406"/>
                </a:lnTo>
                <a:lnTo>
                  <a:pt x="728" y="415"/>
                </a:lnTo>
                <a:lnTo>
                  <a:pt x="724" y="423"/>
                </a:lnTo>
                <a:lnTo>
                  <a:pt x="719" y="432"/>
                </a:lnTo>
                <a:lnTo>
                  <a:pt x="714" y="441"/>
                </a:lnTo>
                <a:lnTo>
                  <a:pt x="708" y="449"/>
                </a:lnTo>
                <a:lnTo>
                  <a:pt x="702" y="457"/>
                </a:lnTo>
                <a:lnTo>
                  <a:pt x="696" y="465"/>
                </a:lnTo>
                <a:lnTo>
                  <a:pt x="690" y="473"/>
                </a:lnTo>
                <a:lnTo>
                  <a:pt x="683" y="481"/>
                </a:lnTo>
                <a:lnTo>
                  <a:pt x="676" y="489"/>
                </a:lnTo>
                <a:lnTo>
                  <a:pt x="668" y="496"/>
                </a:lnTo>
                <a:lnTo>
                  <a:pt x="661" y="503"/>
                </a:lnTo>
                <a:lnTo>
                  <a:pt x="653" y="510"/>
                </a:lnTo>
                <a:lnTo>
                  <a:pt x="644" y="517"/>
                </a:lnTo>
                <a:lnTo>
                  <a:pt x="636" y="524"/>
                </a:lnTo>
                <a:lnTo>
                  <a:pt x="627" y="530"/>
                </a:lnTo>
                <a:lnTo>
                  <a:pt x="618" y="536"/>
                </a:lnTo>
                <a:lnTo>
                  <a:pt x="609" y="542"/>
                </a:lnTo>
                <a:lnTo>
                  <a:pt x="599" y="548"/>
                </a:lnTo>
                <a:lnTo>
                  <a:pt x="590" y="553"/>
                </a:lnTo>
                <a:lnTo>
                  <a:pt x="580" y="559"/>
                </a:lnTo>
                <a:lnTo>
                  <a:pt x="570" y="564"/>
                </a:lnTo>
                <a:lnTo>
                  <a:pt x="559" y="568"/>
                </a:lnTo>
                <a:lnTo>
                  <a:pt x="549" y="573"/>
                </a:lnTo>
                <a:lnTo>
                  <a:pt x="538" y="577"/>
                </a:lnTo>
                <a:lnTo>
                  <a:pt x="528" y="581"/>
                </a:lnTo>
                <a:lnTo>
                  <a:pt x="517" y="585"/>
                </a:lnTo>
                <a:lnTo>
                  <a:pt x="505" y="588"/>
                </a:lnTo>
                <a:lnTo>
                  <a:pt x="494" y="591"/>
                </a:lnTo>
                <a:lnTo>
                  <a:pt x="483" y="594"/>
                </a:lnTo>
                <a:lnTo>
                  <a:pt x="471" y="596"/>
                </a:lnTo>
                <a:lnTo>
                  <a:pt x="459" y="598"/>
                </a:lnTo>
                <a:lnTo>
                  <a:pt x="447" y="600"/>
                </a:lnTo>
                <a:lnTo>
                  <a:pt x="436" y="602"/>
                </a:lnTo>
                <a:lnTo>
                  <a:pt x="424" y="603"/>
                </a:lnTo>
                <a:lnTo>
                  <a:pt x="412" y="604"/>
                </a:lnTo>
                <a:lnTo>
                  <a:pt x="400" y="605"/>
                </a:lnTo>
                <a:lnTo>
                  <a:pt x="389" y="606"/>
                </a:lnTo>
                <a:lnTo>
                  <a:pt x="377" y="606"/>
                </a:lnTo>
                <a:lnTo>
                  <a:pt x="365" y="606"/>
                </a:lnTo>
                <a:lnTo>
                  <a:pt x="353" y="605"/>
                </a:lnTo>
                <a:lnTo>
                  <a:pt x="341" y="604"/>
                </a:lnTo>
                <a:lnTo>
                  <a:pt x="330" y="603"/>
                </a:lnTo>
                <a:lnTo>
                  <a:pt x="318" y="602"/>
                </a:lnTo>
                <a:lnTo>
                  <a:pt x="306" y="600"/>
                </a:lnTo>
                <a:lnTo>
                  <a:pt x="295" y="598"/>
                </a:lnTo>
                <a:lnTo>
                  <a:pt x="283" y="596"/>
                </a:lnTo>
                <a:lnTo>
                  <a:pt x="272" y="594"/>
                </a:lnTo>
                <a:lnTo>
                  <a:pt x="260" y="591"/>
                </a:lnTo>
                <a:lnTo>
                  <a:pt x="249" y="588"/>
                </a:lnTo>
                <a:lnTo>
                  <a:pt x="238" y="585"/>
                </a:lnTo>
                <a:lnTo>
                  <a:pt x="227" y="581"/>
                </a:lnTo>
                <a:lnTo>
                  <a:pt x="216" y="577"/>
                </a:lnTo>
                <a:lnTo>
                  <a:pt x="206" y="573"/>
                </a:lnTo>
                <a:lnTo>
                  <a:pt x="195" y="568"/>
                </a:lnTo>
                <a:lnTo>
                  <a:pt x="185" y="564"/>
                </a:lnTo>
                <a:lnTo>
                  <a:pt x="175" y="559"/>
                </a:lnTo>
                <a:lnTo>
                  <a:pt x="165" y="553"/>
                </a:lnTo>
                <a:lnTo>
                  <a:pt x="155" y="548"/>
                </a:lnTo>
                <a:lnTo>
                  <a:pt x="146" y="542"/>
                </a:lnTo>
                <a:lnTo>
                  <a:pt x="137" y="536"/>
                </a:lnTo>
                <a:lnTo>
                  <a:pt x="128" y="530"/>
                </a:lnTo>
                <a:lnTo>
                  <a:pt x="119" y="524"/>
                </a:lnTo>
                <a:lnTo>
                  <a:pt x="110" y="517"/>
                </a:lnTo>
                <a:lnTo>
                  <a:pt x="102" y="510"/>
                </a:lnTo>
                <a:lnTo>
                  <a:pt x="94" y="503"/>
                </a:lnTo>
                <a:lnTo>
                  <a:pt x="86" y="496"/>
                </a:lnTo>
                <a:lnTo>
                  <a:pt x="79" y="489"/>
                </a:lnTo>
                <a:lnTo>
                  <a:pt x="72" y="481"/>
                </a:lnTo>
                <a:lnTo>
                  <a:pt x="65" y="473"/>
                </a:lnTo>
                <a:lnTo>
                  <a:pt x="59" y="465"/>
                </a:lnTo>
                <a:lnTo>
                  <a:pt x="52" y="457"/>
                </a:lnTo>
                <a:lnTo>
                  <a:pt x="46" y="449"/>
                </a:lnTo>
                <a:lnTo>
                  <a:pt x="41" y="441"/>
                </a:lnTo>
                <a:lnTo>
                  <a:pt x="36" y="432"/>
                </a:lnTo>
                <a:lnTo>
                  <a:pt x="31" y="423"/>
                </a:lnTo>
                <a:lnTo>
                  <a:pt x="26" y="415"/>
                </a:lnTo>
                <a:lnTo>
                  <a:pt x="22" y="406"/>
                </a:lnTo>
                <a:lnTo>
                  <a:pt x="18" y="397"/>
                </a:lnTo>
                <a:lnTo>
                  <a:pt x="15" y="388"/>
                </a:lnTo>
                <a:lnTo>
                  <a:pt x="12" y="379"/>
                </a:lnTo>
                <a:lnTo>
                  <a:pt x="9" y="369"/>
                </a:lnTo>
                <a:lnTo>
                  <a:pt x="7" y="360"/>
                </a:lnTo>
                <a:lnTo>
                  <a:pt x="4" y="350"/>
                </a:lnTo>
                <a:lnTo>
                  <a:pt x="3" y="340"/>
                </a:lnTo>
                <a:lnTo>
                  <a:pt x="2" y="331"/>
                </a:lnTo>
                <a:lnTo>
                  <a:pt x="1" y="321"/>
                </a:lnTo>
                <a:lnTo>
                  <a:pt x="0" y="312"/>
                </a:lnTo>
                <a:lnTo>
                  <a:pt x="0" y="302"/>
                </a:lnTo>
                <a:lnTo>
                  <a:pt x="0" y="293"/>
                </a:lnTo>
                <a:lnTo>
                  <a:pt x="1" y="283"/>
                </a:lnTo>
                <a:lnTo>
                  <a:pt x="2" y="274"/>
                </a:lnTo>
                <a:lnTo>
                  <a:pt x="3" y="264"/>
                </a:lnTo>
                <a:lnTo>
                  <a:pt x="4" y="255"/>
                </a:lnTo>
                <a:lnTo>
                  <a:pt x="7" y="246"/>
                </a:lnTo>
                <a:lnTo>
                  <a:pt x="9" y="236"/>
                </a:lnTo>
                <a:lnTo>
                  <a:pt x="12" y="227"/>
                </a:lnTo>
                <a:lnTo>
                  <a:pt x="15" y="218"/>
                </a:lnTo>
                <a:lnTo>
                  <a:pt x="18" y="209"/>
                </a:lnTo>
                <a:lnTo>
                  <a:pt x="22" y="200"/>
                </a:lnTo>
                <a:lnTo>
                  <a:pt x="26" y="191"/>
                </a:lnTo>
                <a:lnTo>
                  <a:pt x="31" y="182"/>
                </a:lnTo>
                <a:lnTo>
                  <a:pt x="36" y="174"/>
                </a:lnTo>
                <a:lnTo>
                  <a:pt x="41" y="165"/>
                </a:lnTo>
                <a:lnTo>
                  <a:pt x="46" y="157"/>
                </a:lnTo>
                <a:lnTo>
                  <a:pt x="52" y="148"/>
                </a:lnTo>
                <a:lnTo>
                  <a:pt x="59" y="140"/>
                </a:lnTo>
                <a:lnTo>
                  <a:pt x="65" y="132"/>
                </a:lnTo>
                <a:lnTo>
                  <a:pt x="72" y="125"/>
                </a:lnTo>
                <a:lnTo>
                  <a:pt x="79" y="117"/>
                </a:lnTo>
                <a:lnTo>
                  <a:pt x="86" y="110"/>
                </a:lnTo>
                <a:lnTo>
                  <a:pt x="94" y="102"/>
                </a:lnTo>
                <a:lnTo>
                  <a:pt x="102" y="95"/>
                </a:lnTo>
                <a:lnTo>
                  <a:pt x="110" y="89"/>
                </a:lnTo>
                <a:lnTo>
                  <a:pt x="119" y="82"/>
                </a:lnTo>
                <a:lnTo>
                  <a:pt x="128" y="76"/>
                </a:lnTo>
                <a:lnTo>
                  <a:pt x="137" y="69"/>
                </a:lnTo>
                <a:lnTo>
                  <a:pt x="146" y="63"/>
                </a:lnTo>
                <a:lnTo>
                  <a:pt x="155" y="58"/>
                </a:lnTo>
                <a:lnTo>
                  <a:pt x="165" y="52"/>
                </a:lnTo>
                <a:lnTo>
                  <a:pt x="175" y="47"/>
                </a:lnTo>
                <a:lnTo>
                  <a:pt x="185" y="42"/>
                </a:lnTo>
                <a:lnTo>
                  <a:pt x="195" y="37"/>
                </a:lnTo>
                <a:lnTo>
                  <a:pt x="206" y="33"/>
                </a:lnTo>
                <a:lnTo>
                  <a:pt x="216" y="29"/>
                </a:lnTo>
                <a:lnTo>
                  <a:pt x="227" y="25"/>
                </a:lnTo>
                <a:lnTo>
                  <a:pt x="238" y="21"/>
                </a:lnTo>
                <a:lnTo>
                  <a:pt x="249" y="18"/>
                </a:lnTo>
                <a:lnTo>
                  <a:pt x="260" y="15"/>
                </a:lnTo>
                <a:lnTo>
                  <a:pt x="272" y="12"/>
                </a:lnTo>
                <a:lnTo>
                  <a:pt x="283" y="9"/>
                </a:lnTo>
                <a:lnTo>
                  <a:pt x="295" y="7"/>
                </a:lnTo>
                <a:lnTo>
                  <a:pt x="306" y="5"/>
                </a:lnTo>
                <a:lnTo>
                  <a:pt x="318" y="4"/>
                </a:lnTo>
                <a:lnTo>
                  <a:pt x="330" y="2"/>
                </a:lnTo>
                <a:lnTo>
                  <a:pt x="341" y="1"/>
                </a:lnTo>
                <a:lnTo>
                  <a:pt x="353" y="1"/>
                </a:lnTo>
                <a:lnTo>
                  <a:pt x="365" y="0"/>
                </a:lnTo>
                <a:lnTo>
                  <a:pt x="377" y="0"/>
                </a:lnTo>
                <a:lnTo>
                  <a:pt x="389" y="0"/>
                </a:lnTo>
                <a:lnTo>
                  <a:pt x="400" y="1"/>
                </a:lnTo>
                <a:lnTo>
                  <a:pt x="412" y="1"/>
                </a:lnTo>
                <a:lnTo>
                  <a:pt x="424" y="2"/>
                </a:lnTo>
                <a:lnTo>
                  <a:pt x="436" y="4"/>
                </a:lnTo>
                <a:lnTo>
                  <a:pt x="447" y="5"/>
                </a:lnTo>
                <a:lnTo>
                  <a:pt x="459" y="7"/>
                </a:lnTo>
                <a:lnTo>
                  <a:pt x="471" y="9"/>
                </a:lnTo>
                <a:lnTo>
                  <a:pt x="483" y="12"/>
                </a:lnTo>
                <a:lnTo>
                  <a:pt x="494" y="15"/>
                </a:lnTo>
                <a:lnTo>
                  <a:pt x="505" y="18"/>
                </a:lnTo>
                <a:lnTo>
                  <a:pt x="517" y="21"/>
                </a:lnTo>
                <a:lnTo>
                  <a:pt x="528" y="25"/>
                </a:lnTo>
                <a:lnTo>
                  <a:pt x="538" y="29"/>
                </a:lnTo>
                <a:lnTo>
                  <a:pt x="549" y="33"/>
                </a:lnTo>
                <a:lnTo>
                  <a:pt x="559" y="37"/>
                </a:lnTo>
                <a:lnTo>
                  <a:pt x="570" y="42"/>
                </a:lnTo>
                <a:lnTo>
                  <a:pt x="580" y="47"/>
                </a:lnTo>
                <a:lnTo>
                  <a:pt x="590" y="52"/>
                </a:lnTo>
                <a:lnTo>
                  <a:pt x="599" y="58"/>
                </a:lnTo>
                <a:lnTo>
                  <a:pt x="609" y="63"/>
                </a:lnTo>
                <a:lnTo>
                  <a:pt x="618" y="69"/>
                </a:lnTo>
                <a:lnTo>
                  <a:pt x="627" y="76"/>
                </a:lnTo>
                <a:lnTo>
                  <a:pt x="636" y="82"/>
                </a:lnTo>
                <a:lnTo>
                  <a:pt x="644" y="89"/>
                </a:lnTo>
                <a:lnTo>
                  <a:pt x="653" y="95"/>
                </a:lnTo>
                <a:lnTo>
                  <a:pt x="661" y="102"/>
                </a:lnTo>
                <a:lnTo>
                  <a:pt x="668" y="110"/>
                </a:lnTo>
                <a:lnTo>
                  <a:pt x="676" y="117"/>
                </a:lnTo>
                <a:lnTo>
                  <a:pt x="683" y="125"/>
                </a:lnTo>
                <a:lnTo>
                  <a:pt x="690" y="132"/>
                </a:lnTo>
                <a:lnTo>
                  <a:pt x="696" y="140"/>
                </a:lnTo>
                <a:lnTo>
                  <a:pt x="702" y="148"/>
                </a:lnTo>
                <a:lnTo>
                  <a:pt x="708" y="157"/>
                </a:lnTo>
                <a:lnTo>
                  <a:pt x="714" y="165"/>
                </a:lnTo>
                <a:lnTo>
                  <a:pt x="719" y="174"/>
                </a:lnTo>
                <a:lnTo>
                  <a:pt x="724" y="182"/>
                </a:lnTo>
                <a:lnTo>
                  <a:pt x="728" y="191"/>
                </a:lnTo>
                <a:lnTo>
                  <a:pt x="732" y="200"/>
                </a:lnTo>
                <a:lnTo>
                  <a:pt x="736" y="209"/>
                </a:lnTo>
                <a:lnTo>
                  <a:pt x="740" y="218"/>
                </a:lnTo>
                <a:lnTo>
                  <a:pt x="743" y="227"/>
                </a:lnTo>
                <a:lnTo>
                  <a:pt x="746" y="236"/>
                </a:lnTo>
                <a:lnTo>
                  <a:pt x="748" y="246"/>
                </a:lnTo>
                <a:lnTo>
                  <a:pt x="750" y="255"/>
                </a:lnTo>
                <a:lnTo>
                  <a:pt x="752" y="264"/>
                </a:lnTo>
                <a:lnTo>
                  <a:pt x="753" y="274"/>
                </a:lnTo>
                <a:lnTo>
                  <a:pt x="754" y="283"/>
                </a:lnTo>
                <a:lnTo>
                  <a:pt x="755" y="293"/>
                </a:lnTo>
                <a:lnTo>
                  <a:pt x="755" y="302"/>
                </a:lnTo>
                <a:close/>
              </a:path>
            </a:pathLst>
          </a:custGeom>
          <a:solidFill>
            <a:srgbClr val="ffbc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3" name=""/>
          <p:cNvSpPr/>
          <p:nvPr/>
        </p:nvSpPr>
        <p:spPr>
          <a:xfrm>
            <a:off x="4842360" y="1718280"/>
            <a:ext cx="273240" cy="219600"/>
          </a:xfrm>
          <a:custGeom>
            <a:avLst/>
            <a:gdLst/>
            <a:ahLst/>
            <a:rect l="0" t="0" r="r" b="b"/>
            <a:pathLst>
              <a:path w="759" h="610">
                <a:moveTo>
                  <a:pt x="757" y="304"/>
                </a:moveTo>
                <a:lnTo>
                  <a:pt x="757" y="295"/>
                </a:lnTo>
                <a:lnTo>
                  <a:pt x="756" y="285"/>
                </a:lnTo>
                <a:lnTo>
                  <a:pt x="755" y="276"/>
                </a:lnTo>
                <a:lnTo>
                  <a:pt x="754" y="266"/>
                </a:lnTo>
                <a:lnTo>
                  <a:pt x="752" y="257"/>
                </a:lnTo>
                <a:lnTo>
                  <a:pt x="750" y="248"/>
                </a:lnTo>
                <a:lnTo>
                  <a:pt x="748" y="238"/>
                </a:lnTo>
                <a:lnTo>
                  <a:pt x="745" y="229"/>
                </a:lnTo>
                <a:lnTo>
                  <a:pt x="742" y="220"/>
                </a:lnTo>
                <a:lnTo>
                  <a:pt x="738" y="211"/>
                </a:lnTo>
                <a:lnTo>
                  <a:pt x="734" y="202"/>
                </a:lnTo>
                <a:lnTo>
                  <a:pt x="730" y="193"/>
                </a:lnTo>
                <a:lnTo>
                  <a:pt x="726" y="184"/>
                </a:lnTo>
                <a:lnTo>
                  <a:pt x="721" y="176"/>
                </a:lnTo>
                <a:lnTo>
                  <a:pt x="716" y="167"/>
                </a:lnTo>
                <a:lnTo>
                  <a:pt x="710" y="159"/>
                </a:lnTo>
                <a:lnTo>
                  <a:pt x="704" y="150"/>
                </a:lnTo>
                <a:lnTo>
                  <a:pt x="698" y="142"/>
                </a:lnTo>
                <a:lnTo>
                  <a:pt x="692" y="134"/>
                </a:lnTo>
                <a:lnTo>
                  <a:pt x="685" y="127"/>
                </a:lnTo>
                <a:lnTo>
                  <a:pt x="678" y="119"/>
                </a:lnTo>
                <a:lnTo>
                  <a:pt x="670" y="112"/>
                </a:lnTo>
                <a:lnTo>
                  <a:pt x="663" y="104"/>
                </a:lnTo>
                <a:lnTo>
                  <a:pt x="655" y="97"/>
                </a:lnTo>
                <a:lnTo>
                  <a:pt x="646" y="91"/>
                </a:lnTo>
                <a:lnTo>
                  <a:pt x="638" y="84"/>
                </a:lnTo>
                <a:lnTo>
                  <a:pt x="629" y="78"/>
                </a:lnTo>
                <a:lnTo>
                  <a:pt x="620" y="71"/>
                </a:lnTo>
                <a:lnTo>
                  <a:pt x="611" y="65"/>
                </a:lnTo>
                <a:lnTo>
                  <a:pt x="601" y="60"/>
                </a:lnTo>
                <a:lnTo>
                  <a:pt x="592" y="54"/>
                </a:lnTo>
                <a:lnTo>
                  <a:pt x="582" y="49"/>
                </a:lnTo>
                <a:lnTo>
                  <a:pt x="571" y="44"/>
                </a:lnTo>
                <a:lnTo>
                  <a:pt x="560" y="39"/>
                </a:lnTo>
                <a:lnTo>
                  <a:pt x="550" y="35"/>
                </a:lnTo>
                <a:lnTo>
                  <a:pt x="539" y="31"/>
                </a:lnTo>
                <a:lnTo>
                  <a:pt x="529" y="27"/>
                </a:lnTo>
                <a:lnTo>
                  <a:pt x="518" y="23"/>
                </a:lnTo>
                <a:lnTo>
                  <a:pt x="506" y="20"/>
                </a:lnTo>
                <a:lnTo>
                  <a:pt x="495" y="17"/>
                </a:lnTo>
                <a:lnTo>
                  <a:pt x="484" y="14"/>
                </a:lnTo>
                <a:lnTo>
                  <a:pt x="473" y="11"/>
                </a:lnTo>
                <a:lnTo>
                  <a:pt x="461" y="9"/>
                </a:lnTo>
                <a:lnTo>
                  <a:pt x="449" y="7"/>
                </a:lnTo>
                <a:lnTo>
                  <a:pt x="438" y="6"/>
                </a:lnTo>
                <a:lnTo>
                  <a:pt x="426" y="4"/>
                </a:lnTo>
                <a:lnTo>
                  <a:pt x="414" y="3"/>
                </a:lnTo>
                <a:lnTo>
                  <a:pt x="402" y="3"/>
                </a:lnTo>
                <a:lnTo>
                  <a:pt x="391" y="2"/>
                </a:lnTo>
                <a:lnTo>
                  <a:pt x="379" y="2"/>
                </a:lnTo>
                <a:lnTo>
                  <a:pt x="367" y="2"/>
                </a:lnTo>
                <a:lnTo>
                  <a:pt x="355" y="3"/>
                </a:lnTo>
                <a:lnTo>
                  <a:pt x="343" y="3"/>
                </a:lnTo>
                <a:lnTo>
                  <a:pt x="332" y="4"/>
                </a:lnTo>
                <a:lnTo>
                  <a:pt x="320" y="6"/>
                </a:lnTo>
                <a:lnTo>
                  <a:pt x="308" y="7"/>
                </a:lnTo>
                <a:lnTo>
                  <a:pt x="297" y="9"/>
                </a:lnTo>
                <a:lnTo>
                  <a:pt x="285" y="11"/>
                </a:lnTo>
                <a:lnTo>
                  <a:pt x="274" y="14"/>
                </a:lnTo>
                <a:lnTo>
                  <a:pt x="262" y="17"/>
                </a:lnTo>
                <a:lnTo>
                  <a:pt x="251" y="20"/>
                </a:lnTo>
                <a:lnTo>
                  <a:pt x="240" y="23"/>
                </a:lnTo>
                <a:lnTo>
                  <a:pt x="229" y="27"/>
                </a:lnTo>
                <a:lnTo>
                  <a:pt x="218" y="31"/>
                </a:lnTo>
                <a:lnTo>
                  <a:pt x="208" y="35"/>
                </a:lnTo>
                <a:lnTo>
                  <a:pt x="197" y="39"/>
                </a:lnTo>
                <a:lnTo>
                  <a:pt x="187" y="44"/>
                </a:lnTo>
                <a:lnTo>
                  <a:pt x="177" y="49"/>
                </a:lnTo>
                <a:lnTo>
                  <a:pt x="167" y="54"/>
                </a:lnTo>
                <a:lnTo>
                  <a:pt x="157" y="60"/>
                </a:lnTo>
                <a:lnTo>
                  <a:pt x="148" y="65"/>
                </a:lnTo>
                <a:lnTo>
                  <a:pt x="139" y="71"/>
                </a:lnTo>
                <a:lnTo>
                  <a:pt x="130" y="78"/>
                </a:lnTo>
                <a:lnTo>
                  <a:pt x="121" y="84"/>
                </a:lnTo>
                <a:lnTo>
                  <a:pt x="112" y="91"/>
                </a:lnTo>
                <a:lnTo>
                  <a:pt x="104" y="97"/>
                </a:lnTo>
                <a:lnTo>
                  <a:pt x="96" y="104"/>
                </a:lnTo>
                <a:lnTo>
                  <a:pt x="88" y="112"/>
                </a:lnTo>
                <a:lnTo>
                  <a:pt x="81" y="119"/>
                </a:lnTo>
                <a:lnTo>
                  <a:pt x="74" y="127"/>
                </a:lnTo>
                <a:lnTo>
                  <a:pt x="67" y="134"/>
                </a:lnTo>
                <a:lnTo>
                  <a:pt x="61" y="142"/>
                </a:lnTo>
                <a:lnTo>
                  <a:pt x="54" y="150"/>
                </a:lnTo>
                <a:lnTo>
                  <a:pt x="48" y="159"/>
                </a:lnTo>
                <a:lnTo>
                  <a:pt x="43" y="167"/>
                </a:lnTo>
                <a:lnTo>
                  <a:pt x="38" y="176"/>
                </a:lnTo>
                <a:lnTo>
                  <a:pt x="33" y="184"/>
                </a:lnTo>
                <a:lnTo>
                  <a:pt x="28" y="193"/>
                </a:lnTo>
                <a:lnTo>
                  <a:pt x="24" y="202"/>
                </a:lnTo>
                <a:lnTo>
                  <a:pt x="20" y="211"/>
                </a:lnTo>
                <a:lnTo>
                  <a:pt x="17" y="220"/>
                </a:lnTo>
                <a:lnTo>
                  <a:pt x="14" y="229"/>
                </a:lnTo>
                <a:lnTo>
                  <a:pt x="11" y="238"/>
                </a:lnTo>
                <a:lnTo>
                  <a:pt x="9" y="248"/>
                </a:lnTo>
                <a:lnTo>
                  <a:pt x="6" y="257"/>
                </a:lnTo>
                <a:lnTo>
                  <a:pt x="5" y="266"/>
                </a:lnTo>
                <a:lnTo>
                  <a:pt x="4" y="276"/>
                </a:lnTo>
                <a:lnTo>
                  <a:pt x="3" y="285"/>
                </a:lnTo>
                <a:lnTo>
                  <a:pt x="2" y="295"/>
                </a:lnTo>
                <a:lnTo>
                  <a:pt x="2" y="304"/>
                </a:lnTo>
                <a:lnTo>
                  <a:pt x="2" y="314"/>
                </a:lnTo>
                <a:lnTo>
                  <a:pt x="3" y="323"/>
                </a:lnTo>
                <a:lnTo>
                  <a:pt x="4" y="333"/>
                </a:lnTo>
                <a:lnTo>
                  <a:pt x="5" y="342"/>
                </a:lnTo>
                <a:lnTo>
                  <a:pt x="6" y="352"/>
                </a:lnTo>
                <a:lnTo>
                  <a:pt x="9" y="361"/>
                </a:lnTo>
                <a:lnTo>
                  <a:pt x="11" y="370"/>
                </a:lnTo>
                <a:lnTo>
                  <a:pt x="14" y="380"/>
                </a:lnTo>
                <a:lnTo>
                  <a:pt x="17" y="389"/>
                </a:lnTo>
                <a:lnTo>
                  <a:pt x="20" y="399"/>
                </a:lnTo>
                <a:lnTo>
                  <a:pt x="24" y="408"/>
                </a:lnTo>
                <a:lnTo>
                  <a:pt x="28" y="417"/>
                </a:lnTo>
                <a:lnTo>
                  <a:pt x="33" y="425"/>
                </a:lnTo>
                <a:lnTo>
                  <a:pt x="38" y="434"/>
                </a:lnTo>
                <a:lnTo>
                  <a:pt x="43" y="443"/>
                </a:lnTo>
                <a:lnTo>
                  <a:pt x="48" y="451"/>
                </a:lnTo>
                <a:lnTo>
                  <a:pt x="54" y="459"/>
                </a:lnTo>
                <a:lnTo>
                  <a:pt x="61" y="467"/>
                </a:lnTo>
                <a:lnTo>
                  <a:pt x="67" y="475"/>
                </a:lnTo>
                <a:lnTo>
                  <a:pt x="74" y="483"/>
                </a:lnTo>
                <a:lnTo>
                  <a:pt x="81" y="491"/>
                </a:lnTo>
                <a:lnTo>
                  <a:pt x="88" y="498"/>
                </a:lnTo>
                <a:lnTo>
                  <a:pt x="96" y="505"/>
                </a:lnTo>
                <a:lnTo>
                  <a:pt x="104" y="512"/>
                </a:lnTo>
                <a:lnTo>
                  <a:pt x="112" y="519"/>
                </a:lnTo>
                <a:lnTo>
                  <a:pt x="121" y="526"/>
                </a:lnTo>
                <a:lnTo>
                  <a:pt x="130" y="532"/>
                </a:lnTo>
                <a:lnTo>
                  <a:pt x="139" y="538"/>
                </a:lnTo>
                <a:lnTo>
                  <a:pt x="148" y="544"/>
                </a:lnTo>
                <a:lnTo>
                  <a:pt x="157" y="550"/>
                </a:lnTo>
                <a:lnTo>
                  <a:pt x="167" y="555"/>
                </a:lnTo>
                <a:lnTo>
                  <a:pt x="177" y="561"/>
                </a:lnTo>
                <a:lnTo>
                  <a:pt x="187" y="566"/>
                </a:lnTo>
                <a:lnTo>
                  <a:pt x="197" y="570"/>
                </a:lnTo>
                <a:lnTo>
                  <a:pt x="208" y="575"/>
                </a:lnTo>
                <a:lnTo>
                  <a:pt x="218" y="579"/>
                </a:lnTo>
                <a:lnTo>
                  <a:pt x="229" y="583"/>
                </a:lnTo>
                <a:lnTo>
                  <a:pt x="240" y="587"/>
                </a:lnTo>
                <a:lnTo>
                  <a:pt x="251" y="590"/>
                </a:lnTo>
                <a:lnTo>
                  <a:pt x="262" y="593"/>
                </a:lnTo>
                <a:lnTo>
                  <a:pt x="274" y="596"/>
                </a:lnTo>
                <a:lnTo>
                  <a:pt x="285" y="598"/>
                </a:lnTo>
                <a:lnTo>
                  <a:pt x="297" y="600"/>
                </a:lnTo>
                <a:lnTo>
                  <a:pt x="308" y="602"/>
                </a:lnTo>
                <a:lnTo>
                  <a:pt x="320" y="604"/>
                </a:lnTo>
                <a:lnTo>
                  <a:pt x="332" y="605"/>
                </a:lnTo>
                <a:lnTo>
                  <a:pt x="343" y="606"/>
                </a:lnTo>
                <a:lnTo>
                  <a:pt x="355" y="607"/>
                </a:lnTo>
                <a:lnTo>
                  <a:pt x="367" y="608"/>
                </a:lnTo>
                <a:lnTo>
                  <a:pt x="379" y="608"/>
                </a:lnTo>
                <a:lnTo>
                  <a:pt x="391" y="608"/>
                </a:lnTo>
                <a:lnTo>
                  <a:pt x="402" y="607"/>
                </a:lnTo>
                <a:lnTo>
                  <a:pt x="414" y="606"/>
                </a:lnTo>
                <a:lnTo>
                  <a:pt x="426" y="605"/>
                </a:lnTo>
                <a:lnTo>
                  <a:pt x="438" y="604"/>
                </a:lnTo>
                <a:lnTo>
                  <a:pt x="449" y="602"/>
                </a:lnTo>
                <a:lnTo>
                  <a:pt x="461" y="600"/>
                </a:lnTo>
                <a:lnTo>
                  <a:pt x="473" y="598"/>
                </a:lnTo>
                <a:lnTo>
                  <a:pt x="484" y="596"/>
                </a:lnTo>
                <a:lnTo>
                  <a:pt x="495" y="593"/>
                </a:lnTo>
                <a:lnTo>
                  <a:pt x="506" y="590"/>
                </a:lnTo>
                <a:lnTo>
                  <a:pt x="518" y="587"/>
                </a:lnTo>
                <a:lnTo>
                  <a:pt x="529" y="583"/>
                </a:lnTo>
                <a:lnTo>
                  <a:pt x="539" y="579"/>
                </a:lnTo>
                <a:lnTo>
                  <a:pt x="550" y="575"/>
                </a:lnTo>
                <a:lnTo>
                  <a:pt x="560" y="570"/>
                </a:lnTo>
                <a:lnTo>
                  <a:pt x="571" y="566"/>
                </a:lnTo>
                <a:lnTo>
                  <a:pt x="582" y="561"/>
                </a:lnTo>
                <a:lnTo>
                  <a:pt x="592" y="555"/>
                </a:lnTo>
                <a:lnTo>
                  <a:pt x="601" y="550"/>
                </a:lnTo>
                <a:lnTo>
                  <a:pt x="611" y="544"/>
                </a:lnTo>
                <a:lnTo>
                  <a:pt x="620" y="538"/>
                </a:lnTo>
                <a:lnTo>
                  <a:pt x="629" y="532"/>
                </a:lnTo>
                <a:lnTo>
                  <a:pt x="638" y="526"/>
                </a:lnTo>
                <a:lnTo>
                  <a:pt x="646" y="519"/>
                </a:lnTo>
                <a:lnTo>
                  <a:pt x="655" y="512"/>
                </a:lnTo>
                <a:lnTo>
                  <a:pt x="663" y="505"/>
                </a:lnTo>
                <a:lnTo>
                  <a:pt x="670" y="498"/>
                </a:lnTo>
                <a:lnTo>
                  <a:pt x="678" y="491"/>
                </a:lnTo>
                <a:lnTo>
                  <a:pt x="685" y="483"/>
                </a:lnTo>
                <a:lnTo>
                  <a:pt x="692" y="475"/>
                </a:lnTo>
                <a:lnTo>
                  <a:pt x="698" y="467"/>
                </a:lnTo>
                <a:lnTo>
                  <a:pt x="704" y="459"/>
                </a:lnTo>
                <a:lnTo>
                  <a:pt x="710" y="451"/>
                </a:lnTo>
                <a:lnTo>
                  <a:pt x="716" y="443"/>
                </a:lnTo>
                <a:lnTo>
                  <a:pt x="721" y="434"/>
                </a:lnTo>
                <a:lnTo>
                  <a:pt x="726" y="425"/>
                </a:lnTo>
                <a:lnTo>
                  <a:pt x="730" y="417"/>
                </a:lnTo>
                <a:lnTo>
                  <a:pt x="734" y="408"/>
                </a:lnTo>
                <a:lnTo>
                  <a:pt x="738" y="399"/>
                </a:lnTo>
                <a:lnTo>
                  <a:pt x="742" y="389"/>
                </a:lnTo>
                <a:lnTo>
                  <a:pt x="745" y="380"/>
                </a:lnTo>
                <a:lnTo>
                  <a:pt x="748" y="370"/>
                </a:lnTo>
                <a:lnTo>
                  <a:pt x="750" y="361"/>
                </a:lnTo>
                <a:lnTo>
                  <a:pt x="752" y="352"/>
                </a:lnTo>
                <a:lnTo>
                  <a:pt x="754" y="342"/>
                </a:lnTo>
                <a:lnTo>
                  <a:pt x="755" y="333"/>
                </a:lnTo>
                <a:lnTo>
                  <a:pt x="756" y="323"/>
                </a:lnTo>
                <a:lnTo>
                  <a:pt x="757" y="314"/>
                </a:lnTo>
                <a:lnTo>
                  <a:pt x="757" y="304"/>
                </a:lnTo>
                <a:moveTo>
                  <a:pt x="759" y="304"/>
                </a:moveTo>
                <a:lnTo>
                  <a:pt x="759" y="314"/>
                </a:lnTo>
                <a:lnTo>
                  <a:pt x="758" y="323"/>
                </a:lnTo>
                <a:lnTo>
                  <a:pt x="757" y="333"/>
                </a:lnTo>
                <a:lnTo>
                  <a:pt x="756" y="343"/>
                </a:lnTo>
                <a:lnTo>
                  <a:pt x="754" y="352"/>
                </a:lnTo>
                <a:lnTo>
                  <a:pt x="752" y="361"/>
                </a:lnTo>
                <a:lnTo>
                  <a:pt x="750" y="371"/>
                </a:lnTo>
                <a:lnTo>
                  <a:pt x="747" y="380"/>
                </a:lnTo>
                <a:lnTo>
                  <a:pt x="744" y="389"/>
                </a:lnTo>
                <a:lnTo>
                  <a:pt x="741" y="399"/>
                </a:lnTo>
                <a:lnTo>
                  <a:pt x="737" y="408"/>
                </a:lnTo>
                <a:lnTo>
                  <a:pt x="732" y="417"/>
                </a:lnTo>
                <a:lnTo>
                  <a:pt x="728" y="426"/>
                </a:lnTo>
                <a:lnTo>
                  <a:pt x="723" y="435"/>
                </a:lnTo>
                <a:lnTo>
                  <a:pt x="718" y="444"/>
                </a:lnTo>
                <a:lnTo>
                  <a:pt x="712" y="452"/>
                </a:lnTo>
                <a:lnTo>
                  <a:pt x="706" y="460"/>
                </a:lnTo>
                <a:lnTo>
                  <a:pt x="700" y="468"/>
                </a:lnTo>
                <a:lnTo>
                  <a:pt x="693" y="476"/>
                </a:lnTo>
                <a:lnTo>
                  <a:pt x="687" y="484"/>
                </a:lnTo>
                <a:lnTo>
                  <a:pt x="679" y="492"/>
                </a:lnTo>
                <a:lnTo>
                  <a:pt x="672" y="499"/>
                </a:lnTo>
                <a:lnTo>
                  <a:pt x="664" y="507"/>
                </a:lnTo>
                <a:lnTo>
                  <a:pt x="656" y="514"/>
                </a:lnTo>
                <a:lnTo>
                  <a:pt x="648" y="521"/>
                </a:lnTo>
                <a:lnTo>
                  <a:pt x="639" y="527"/>
                </a:lnTo>
                <a:lnTo>
                  <a:pt x="631" y="534"/>
                </a:lnTo>
                <a:lnTo>
                  <a:pt x="622" y="540"/>
                </a:lnTo>
                <a:lnTo>
                  <a:pt x="612" y="546"/>
                </a:lnTo>
                <a:lnTo>
                  <a:pt x="603" y="552"/>
                </a:lnTo>
                <a:lnTo>
                  <a:pt x="593" y="557"/>
                </a:lnTo>
                <a:lnTo>
                  <a:pt x="583" y="562"/>
                </a:lnTo>
                <a:lnTo>
                  <a:pt x="573" y="567"/>
                </a:lnTo>
                <a:lnTo>
                  <a:pt x="562" y="572"/>
                </a:lnTo>
                <a:lnTo>
                  <a:pt x="551" y="576"/>
                </a:lnTo>
                <a:lnTo>
                  <a:pt x="540" y="581"/>
                </a:lnTo>
                <a:lnTo>
                  <a:pt x="529" y="585"/>
                </a:lnTo>
                <a:lnTo>
                  <a:pt x="518" y="588"/>
                </a:lnTo>
                <a:lnTo>
                  <a:pt x="507" y="592"/>
                </a:lnTo>
                <a:lnTo>
                  <a:pt x="496" y="595"/>
                </a:lnTo>
                <a:lnTo>
                  <a:pt x="485" y="598"/>
                </a:lnTo>
                <a:lnTo>
                  <a:pt x="473" y="600"/>
                </a:lnTo>
                <a:lnTo>
                  <a:pt x="462" y="602"/>
                </a:lnTo>
                <a:lnTo>
                  <a:pt x="450" y="604"/>
                </a:lnTo>
                <a:lnTo>
                  <a:pt x="438" y="606"/>
                </a:lnTo>
                <a:lnTo>
                  <a:pt x="426" y="607"/>
                </a:lnTo>
                <a:lnTo>
                  <a:pt x="414" y="608"/>
                </a:lnTo>
                <a:lnTo>
                  <a:pt x="403" y="609"/>
                </a:lnTo>
                <a:lnTo>
                  <a:pt x="391" y="609"/>
                </a:lnTo>
                <a:lnTo>
                  <a:pt x="379" y="610"/>
                </a:lnTo>
                <a:lnTo>
                  <a:pt x="367" y="609"/>
                </a:lnTo>
                <a:lnTo>
                  <a:pt x="355" y="609"/>
                </a:lnTo>
                <a:lnTo>
                  <a:pt x="343" y="608"/>
                </a:lnTo>
                <a:lnTo>
                  <a:pt x="331" y="607"/>
                </a:lnTo>
                <a:lnTo>
                  <a:pt x="319" y="606"/>
                </a:lnTo>
                <a:lnTo>
                  <a:pt x="308" y="604"/>
                </a:lnTo>
                <a:lnTo>
                  <a:pt x="296" y="602"/>
                </a:lnTo>
                <a:lnTo>
                  <a:pt x="284" y="600"/>
                </a:lnTo>
                <a:lnTo>
                  <a:pt x="273" y="598"/>
                </a:lnTo>
                <a:lnTo>
                  <a:pt x="262" y="595"/>
                </a:lnTo>
                <a:lnTo>
                  <a:pt x="250" y="592"/>
                </a:lnTo>
                <a:lnTo>
                  <a:pt x="239" y="588"/>
                </a:lnTo>
                <a:lnTo>
                  <a:pt x="228" y="585"/>
                </a:lnTo>
                <a:lnTo>
                  <a:pt x="217" y="581"/>
                </a:lnTo>
                <a:lnTo>
                  <a:pt x="207" y="576"/>
                </a:lnTo>
                <a:lnTo>
                  <a:pt x="196" y="572"/>
                </a:lnTo>
                <a:lnTo>
                  <a:pt x="186" y="567"/>
                </a:lnTo>
                <a:lnTo>
                  <a:pt x="176" y="562"/>
                </a:lnTo>
                <a:lnTo>
                  <a:pt x="166" y="557"/>
                </a:lnTo>
                <a:lnTo>
                  <a:pt x="156" y="552"/>
                </a:lnTo>
                <a:lnTo>
                  <a:pt x="146" y="546"/>
                </a:lnTo>
                <a:lnTo>
                  <a:pt x="137" y="540"/>
                </a:lnTo>
                <a:lnTo>
                  <a:pt x="128" y="534"/>
                </a:lnTo>
                <a:lnTo>
                  <a:pt x="119" y="527"/>
                </a:lnTo>
                <a:lnTo>
                  <a:pt x="111" y="521"/>
                </a:lnTo>
                <a:lnTo>
                  <a:pt x="102" y="514"/>
                </a:lnTo>
                <a:lnTo>
                  <a:pt x="94" y="507"/>
                </a:lnTo>
                <a:lnTo>
                  <a:pt x="87" y="499"/>
                </a:lnTo>
                <a:lnTo>
                  <a:pt x="79" y="492"/>
                </a:lnTo>
                <a:lnTo>
                  <a:pt x="72" y="484"/>
                </a:lnTo>
                <a:lnTo>
                  <a:pt x="65" y="476"/>
                </a:lnTo>
                <a:lnTo>
                  <a:pt x="59" y="468"/>
                </a:lnTo>
                <a:lnTo>
                  <a:pt x="52" y="460"/>
                </a:lnTo>
                <a:lnTo>
                  <a:pt x="46" y="452"/>
                </a:lnTo>
                <a:lnTo>
                  <a:pt x="41" y="444"/>
                </a:lnTo>
                <a:lnTo>
                  <a:pt x="36" y="435"/>
                </a:lnTo>
                <a:lnTo>
                  <a:pt x="31" y="426"/>
                </a:lnTo>
                <a:lnTo>
                  <a:pt x="26" y="417"/>
                </a:lnTo>
                <a:lnTo>
                  <a:pt x="22" y="408"/>
                </a:lnTo>
                <a:lnTo>
                  <a:pt x="18" y="399"/>
                </a:lnTo>
                <a:lnTo>
                  <a:pt x="15" y="389"/>
                </a:lnTo>
                <a:lnTo>
                  <a:pt x="11" y="380"/>
                </a:lnTo>
                <a:lnTo>
                  <a:pt x="9" y="371"/>
                </a:lnTo>
                <a:lnTo>
                  <a:pt x="6" y="361"/>
                </a:lnTo>
                <a:lnTo>
                  <a:pt x="4" y="352"/>
                </a:lnTo>
                <a:lnTo>
                  <a:pt x="3" y="343"/>
                </a:lnTo>
                <a:lnTo>
                  <a:pt x="1" y="333"/>
                </a:lnTo>
                <a:lnTo>
                  <a:pt x="0" y="323"/>
                </a:lnTo>
                <a:lnTo>
                  <a:pt x="0" y="314"/>
                </a:lnTo>
                <a:lnTo>
                  <a:pt x="0" y="304"/>
                </a:lnTo>
                <a:lnTo>
                  <a:pt x="0" y="295"/>
                </a:lnTo>
                <a:lnTo>
                  <a:pt x="0" y="285"/>
                </a:lnTo>
                <a:lnTo>
                  <a:pt x="1" y="276"/>
                </a:lnTo>
                <a:lnTo>
                  <a:pt x="3" y="266"/>
                </a:lnTo>
                <a:lnTo>
                  <a:pt x="4" y="257"/>
                </a:lnTo>
                <a:lnTo>
                  <a:pt x="6" y="247"/>
                </a:lnTo>
                <a:lnTo>
                  <a:pt x="9" y="238"/>
                </a:lnTo>
                <a:lnTo>
                  <a:pt x="11" y="229"/>
                </a:lnTo>
                <a:lnTo>
                  <a:pt x="15" y="220"/>
                </a:lnTo>
                <a:lnTo>
                  <a:pt x="18" y="210"/>
                </a:lnTo>
                <a:lnTo>
                  <a:pt x="22" y="201"/>
                </a:lnTo>
                <a:lnTo>
                  <a:pt x="26" y="192"/>
                </a:lnTo>
                <a:lnTo>
                  <a:pt x="31" y="184"/>
                </a:lnTo>
                <a:lnTo>
                  <a:pt x="36" y="175"/>
                </a:lnTo>
                <a:lnTo>
                  <a:pt x="41" y="166"/>
                </a:lnTo>
                <a:lnTo>
                  <a:pt x="46" y="158"/>
                </a:lnTo>
                <a:lnTo>
                  <a:pt x="52" y="150"/>
                </a:lnTo>
                <a:lnTo>
                  <a:pt x="59" y="141"/>
                </a:lnTo>
                <a:lnTo>
                  <a:pt x="65" y="133"/>
                </a:lnTo>
                <a:lnTo>
                  <a:pt x="72" y="126"/>
                </a:lnTo>
                <a:lnTo>
                  <a:pt x="79" y="118"/>
                </a:lnTo>
                <a:lnTo>
                  <a:pt x="87" y="110"/>
                </a:lnTo>
                <a:lnTo>
                  <a:pt x="94" y="103"/>
                </a:lnTo>
                <a:lnTo>
                  <a:pt x="102" y="96"/>
                </a:lnTo>
                <a:lnTo>
                  <a:pt x="111" y="89"/>
                </a:lnTo>
                <a:lnTo>
                  <a:pt x="119" y="83"/>
                </a:lnTo>
                <a:lnTo>
                  <a:pt x="128" y="76"/>
                </a:lnTo>
                <a:lnTo>
                  <a:pt x="137" y="70"/>
                </a:lnTo>
                <a:lnTo>
                  <a:pt x="146" y="64"/>
                </a:lnTo>
                <a:lnTo>
                  <a:pt x="156" y="58"/>
                </a:lnTo>
                <a:lnTo>
                  <a:pt x="166" y="53"/>
                </a:lnTo>
                <a:lnTo>
                  <a:pt x="176" y="48"/>
                </a:lnTo>
                <a:lnTo>
                  <a:pt x="186" y="43"/>
                </a:lnTo>
                <a:lnTo>
                  <a:pt x="196" y="38"/>
                </a:lnTo>
                <a:lnTo>
                  <a:pt x="207" y="33"/>
                </a:lnTo>
                <a:lnTo>
                  <a:pt x="217" y="29"/>
                </a:lnTo>
                <a:lnTo>
                  <a:pt x="228" y="25"/>
                </a:lnTo>
                <a:lnTo>
                  <a:pt x="239" y="22"/>
                </a:lnTo>
                <a:lnTo>
                  <a:pt x="250" y="18"/>
                </a:lnTo>
                <a:lnTo>
                  <a:pt x="262" y="15"/>
                </a:lnTo>
                <a:lnTo>
                  <a:pt x="273" y="12"/>
                </a:lnTo>
                <a:lnTo>
                  <a:pt x="284" y="10"/>
                </a:lnTo>
                <a:lnTo>
                  <a:pt x="296" y="7"/>
                </a:lnTo>
                <a:lnTo>
                  <a:pt x="308" y="6"/>
                </a:lnTo>
                <a:lnTo>
                  <a:pt x="319" y="4"/>
                </a:lnTo>
                <a:lnTo>
                  <a:pt x="331" y="3"/>
                </a:lnTo>
                <a:lnTo>
                  <a:pt x="343" y="2"/>
                </a:lnTo>
                <a:lnTo>
                  <a:pt x="355" y="1"/>
                </a:lnTo>
                <a:lnTo>
                  <a:pt x="367" y="0"/>
                </a:lnTo>
                <a:lnTo>
                  <a:pt x="379" y="0"/>
                </a:lnTo>
                <a:lnTo>
                  <a:pt x="391" y="0"/>
                </a:lnTo>
                <a:lnTo>
                  <a:pt x="403" y="1"/>
                </a:lnTo>
                <a:lnTo>
                  <a:pt x="414" y="2"/>
                </a:lnTo>
                <a:lnTo>
                  <a:pt x="426" y="3"/>
                </a:lnTo>
                <a:lnTo>
                  <a:pt x="438" y="4"/>
                </a:lnTo>
                <a:lnTo>
                  <a:pt x="450" y="6"/>
                </a:lnTo>
                <a:lnTo>
                  <a:pt x="462" y="7"/>
                </a:lnTo>
                <a:lnTo>
                  <a:pt x="473" y="10"/>
                </a:lnTo>
                <a:lnTo>
                  <a:pt x="485" y="12"/>
                </a:lnTo>
                <a:lnTo>
                  <a:pt x="496" y="15"/>
                </a:lnTo>
                <a:lnTo>
                  <a:pt x="507" y="18"/>
                </a:lnTo>
                <a:lnTo>
                  <a:pt x="518" y="22"/>
                </a:lnTo>
                <a:lnTo>
                  <a:pt x="529" y="25"/>
                </a:lnTo>
                <a:lnTo>
                  <a:pt x="540" y="29"/>
                </a:lnTo>
                <a:lnTo>
                  <a:pt x="551" y="33"/>
                </a:lnTo>
                <a:lnTo>
                  <a:pt x="562" y="38"/>
                </a:lnTo>
                <a:lnTo>
                  <a:pt x="573" y="43"/>
                </a:lnTo>
                <a:lnTo>
                  <a:pt x="583" y="48"/>
                </a:lnTo>
                <a:lnTo>
                  <a:pt x="593" y="53"/>
                </a:lnTo>
                <a:lnTo>
                  <a:pt x="603" y="58"/>
                </a:lnTo>
                <a:lnTo>
                  <a:pt x="612" y="64"/>
                </a:lnTo>
                <a:lnTo>
                  <a:pt x="622" y="70"/>
                </a:lnTo>
                <a:lnTo>
                  <a:pt x="631" y="76"/>
                </a:lnTo>
                <a:lnTo>
                  <a:pt x="639" y="83"/>
                </a:lnTo>
                <a:lnTo>
                  <a:pt x="648" y="89"/>
                </a:lnTo>
                <a:lnTo>
                  <a:pt x="656" y="96"/>
                </a:lnTo>
                <a:lnTo>
                  <a:pt x="664" y="103"/>
                </a:lnTo>
                <a:lnTo>
                  <a:pt x="672" y="110"/>
                </a:lnTo>
                <a:lnTo>
                  <a:pt x="679" y="118"/>
                </a:lnTo>
                <a:lnTo>
                  <a:pt x="687" y="126"/>
                </a:lnTo>
                <a:lnTo>
                  <a:pt x="693" y="133"/>
                </a:lnTo>
                <a:lnTo>
                  <a:pt x="700" y="141"/>
                </a:lnTo>
                <a:lnTo>
                  <a:pt x="706" y="150"/>
                </a:lnTo>
                <a:lnTo>
                  <a:pt x="712" y="158"/>
                </a:lnTo>
                <a:lnTo>
                  <a:pt x="718" y="166"/>
                </a:lnTo>
                <a:lnTo>
                  <a:pt x="723" y="175"/>
                </a:lnTo>
                <a:lnTo>
                  <a:pt x="728" y="184"/>
                </a:lnTo>
                <a:lnTo>
                  <a:pt x="732" y="192"/>
                </a:lnTo>
                <a:lnTo>
                  <a:pt x="737" y="201"/>
                </a:lnTo>
                <a:lnTo>
                  <a:pt x="741" y="210"/>
                </a:lnTo>
                <a:lnTo>
                  <a:pt x="744" y="220"/>
                </a:lnTo>
                <a:lnTo>
                  <a:pt x="747" y="229"/>
                </a:lnTo>
                <a:lnTo>
                  <a:pt x="750" y="238"/>
                </a:lnTo>
                <a:lnTo>
                  <a:pt x="752" y="247"/>
                </a:lnTo>
                <a:lnTo>
                  <a:pt x="754" y="257"/>
                </a:lnTo>
                <a:lnTo>
                  <a:pt x="756" y="266"/>
                </a:lnTo>
                <a:lnTo>
                  <a:pt x="757" y="276"/>
                </a:lnTo>
                <a:lnTo>
                  <a:pt x="758" y="285"/>
                </a:lnTo>
                <a:lnTo>
                  <a:pt x="759" y="295"/>
                </a:lnTo>
                <a:lnTo>
                  <a:pt x="759" y="304"/>
                </a:lnTo>
                <a:close/>
              </a:path>
            </a:pathLst>
          </a:custGeom>
          <a:solidFill>
            <a:srgbClr val="ffbc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4" name=""/>
          <p:cNvSpPr/>
          <p:nvPr/>
        </p:nvSpPr>
        <p:spPr>
          <a:xfrm>
            <a:off x="4841280" y="1717560"/>
            <a:ext cx="275040" cy="220680"/>
          </a:xfrm>
          <a:custGeom>
            <a:avLst/>
            <a:gdLst/>
            <a:ahLst/>
            <a:rect l="0" t="0" r="r" b="b"/>
            <a:pathLst>
              <a:path w="764" h="613">
                <a:moveTo>
                  <a:pt x="762" y="306"/>
                </a:moveTo>
                <a:lnTo>
                  <a:pt x="762" y="297"/>
                </a:lnTo>
                <a:lnTo>
                  <a:pt x="761" y="287"/>
                </a:lnTo>
                <a:lnTo>
                  <a:pt x="760" y="278"/>
                </a:lnTo>
                <a:lnTo>
                  <a:pt x="759" y="268"/>
                </a:lnTo>
                <a:lnTo>
                  <a:pt x="757" y="259"/>
                </a:lnTo>
                <a:lnTo>
                  <a:pt x="755" y="249"/>
                </a:lnTo>
                <a:lnTo>
                  <a:pt x="753" y="240"/>
                </a:lnTo>
                <a:lnTo>
                  <a:pt x="750" y="231"/>
                </a:lnTo>
                <a:lnTo>
                  <a:pt x="747" y="222"/>
                </a:lnTo>
                <a:lnTo>
                  <a:pt x="744" y="212"/>
                </a:lnTo>
                <a:lnTo>
                  <a:pt x="740" y="203"/>
                </a:lnTo>
                <a:lnTo>
                  <a:pt x="735" y="194"/>
                </a:lnTo>
                <a:lnTo>
                  <a:pt x="731" y="186"/>
                </a:lnTo>
                <a:lnTo>
                  <a:pt x="726" y="177"/>
                </a:lnTo>
                <a:lnTo>
                  <a:pt x="721" y="168"/>
                </a:lnTo>
                <a:lnTo>
                  <a:pt x="715" y="160"/>
                </a:lnTo>
                <a:lnTo>
                  <a:pt x="709" y="152"/>
                </a:lnTo>
                <a:lnTo>
                  <a:pt x="703" y="143"/>
                </a:lnTo>
                <a:lnTo>
                  <a:pt x="696" y="135"/>
                </a:lnTo>
                <a:lnTo>
                  <a:pt x="690" y="128"/>
                </a:lnTo>
                <a:lnTo>
                  <a:pt x="682" y="120"/>
                </a:lnTo>
                <a:lnTo>
                  <a:pt x="675" y="112"/>
                </a:lnTo>
                <a:lnTo>
                  <a:pt x="666" y="105"/>
                </a:lnTo>
                <a:lnTo>
                  <a:pt x="658" y="98"/>
                </a:lnTo>
                <a:lnTo>
                  <a:pt x="650" y="91"/>
                </a:lnTo>
                <a:lnTo>
                  <a:pt x="641" y="85"/>
                </a:lnTo>
                <a:lnTo>
                  <a:pt x="633" y="78"/>
                </a:lnTo>
                <a:lnTo>
                  <a:pt x="624" y="72"/>
                </a:lnTo>
                <a:lnTo>
                  <a:pt x="614" y="66"/>
                </a:lnTo>
                <a:lnTo>
                  <a:pt x="605" y="60"/>
                </a:lnTo>
                <a:lnTo>
                  <a:pt x="595" y="55"/>
                </a:lnTo>
                <a:lnTo>
                  <a:pt x="585" y="50"/>
                </a:lnTo>
                <a:lnTo>
                  <a:pt x="575" y="45"/>
                </a:lnTo>
                <a:lnTo>
                  <a:pt x="565" y="40"/>
                </a:lnTo>
                <a:lnTo>
                  <a:pt x="554" y="35"/>
                </a:lnTo>
                <a:lnTo>
                  <a:pt x="543" y="31"/>
                </a:lnTo>
                <a:lnTo>
                  <a:pt x="532" y="27"/>
                </a:lnTo>
                <a:lnTo>
                  <a:pt x="521" y="24"/>
                </a:lnTo>
                <a:lnTo>
                  <a:pt x="510" y="20"/>
                </a:lnTo>
                <a:lnTo>
                  <a:pt x="499" y="17"/>
                </a:lnTo>
                <a:lnTo>
                  <a:pt x="488" y="14"/>
                </a:lnTo>
                <a:lnTo>
                  <a:pt x="476" y="12"/>
                </a:lnTo>
                <a:lnTo>
                  <a:pt x="465" y="9"/>
                </a:lnTo>
                <a:lnTo>
                  <a:pt x="453" y="8"/>
                </a:lnTo>
                <a:lnTo>
                  <a:pt x="441" y="6"/>
                </a:lnTo>
                <a:lnTo>
                  <a:pt x="429" y="5"/>
                </a:lnTo>
                <a:lnTo>
                  <a:pt x="417" y="4"/>
                </a:lnTo>
                <a:lnTo>
                  <a:pt x="406" y="3"/>
                </a:lnTo>
                <a:lnTo>
                  <a:pt x="394" y="2"/>
                </a:lnTo>
                <a:lnTo>
                  <a:pt x="382" y="2"/>
                </a:lnTo>
                <a:lnTo>
                  <a:pt x="370" y="2"/>
                </a:lnTo>
                <a:lnTo>
                  <a:pt x="358" y="3"/>
                </a:lnTo>
                <a:lnTo>
                  <a:pt x="346" y="4"/>
                </a:lnTo>
                <a:lnTo>
                  <a:pt x="334" y="5"/>
                </a:lnTo>
                <a:lnTo>
                  <a:pt x="322" y="6"/>
                </a:lnTo>
                <a:lnTo>
                  <a:pt x="311" y="8"/>
                </a:lnTo>
                <a:lnTo>
                  <a:pt x="299" y="9"/>
                </a:lnTo>
                <a:lnTo>
                  <a:pt x="287" y="12"/>
                </a:lnTo>
                <a:lnTo>
                  <a:pt x="276" y="14"/>
                </a:lnTo>
                <a:lnTo>
                  <a:pt x="265" y="17"/>
                </a:lnTo>
                <a:lnTo>
                  <a:pt x="253" y="20"/>
                </a:lnTo>
                <a:lnTo>
                  <a:pt x="242" y="24"/>
                </a:lnTo>
                <a:lnTo>
                  <a:pt x="231" y="27"/>
                </a:lnTo>
                <a:lnTo>
                  <a:pt x="220" y="31"/>
                </a:lnTo>
                <a:lnTo>
                  <a:pt x="210" y="35"/>
                </a:lnTo>
                <a:lnTo>
                  <a:pt x="199" y="40"/>
                </a:lnTo>
                <a:lnTo>
                  <a:pt x="189" y="45"/>
                </a:lnTo>
                <a:lnTo>
                  <a:pt x="179" y="50"/>
                </a:lnTo>
                <a:lnTo>
                  <a:pt x="169" y="55"/>
                </a:lnTo>
                <a:lnTo>
                  <a:pt x="159" y="60"/>
                </a:lnTo>
                <a:lnTo>
                  <a:pt x="149" y="66"/>
                </a:lnTo>
                <a:lnTo>
                  <a:pt x="140" y="72"/>
                </a:lnTo>
                <a:lnTo>
                  <a:pt x="131" y="78"/>
                </a:lnTo>
                <a:lnTo>
                  <a:pt x="122" y="85"/>
                </a:lnTo>
                <a:lnTo>
                  <a:pt x="114" y="91"/>
                </a:lnTo>
                <a:lnTo>
                  <a:pt x="105" y="98"/>
                </a:lnTo>
                <a:lnTo>
                  <a:pt x="97" y="105"/>
                </a:lnTo>
                <a:lnTo>
                  <a:pt x="90" y="112"/>
                </a:lnTo>
                <a:lnTo>
                  <a:pt x="82" y="120"/>
                </a:lnTo>
                <a:lnTo>
                  <a:pt x="75" y="128"/>
                </a:lnTo>
                <a:lnTo>
                  <a:pt x="68" y="135"/>
                </a:lnTo>
                <a:lnTo>
                  <a:pt x="62" y="143"/>
                </a:lnTo>
                <a:lnTo>
                  <a:pt x="55" y="152"/>
                </a:lnTo>
                <a:lnTo>
                  <a:pt x="49" y="160"/>
                </a:lnTo>
                <a:lnTo>
                  <a:pt x="44" y="168"/>
                </a:lnTo>
                <a:lnTo>
                  <a:pt x="39" y="177"/>
                </a:lnTo>
                <a:lnTo>
                  <a:pt x="34" y="186"/>
                </a:lnTo>
                <a:lnTo>
                  <a:pt x="29" y="194"/>
                </a:lnTo>
                <a:lnTo>
                  <a:pt x="25" y="203"/>
                </a:lnTo>
                <a:lnTo>
                  <a:pt x="21" y="212"/>
                </a:lnTo>
                <a:lnTo>
                  <a:pt x="18" y="222"/>
                </a:lnTo>
                <a:lnTo>
                  <a:pt x="14" y="231"/>
                </a:lnTo>
                <a:lnTo>
                  <a:pt x="12" y="240"/>
                </a:lnTo>
                <a:lnTo>
                  <a:pt x="9" y="249"/>
                </a:lnTo>
                <a:lnTo>
                  <a:pt x="7" y="259"/>
                </a:lnTo>
                <a:lnTo>
                  <a:pt x="6" y="268"/>
                </a:lnTo>
                <a:lnTo>
                  <a:pt x="4" y="278"/>
                </a:lnTo>
                <a:lnTo>
                  <a:pt x="3" y="287"/>
                </a:lnTo>
                <a:lnTo>
                  <a:pt x="3" y="297"/>
                </a:lnTo>
                <a:lnTo>
                  <a:pt x="3" y="306"/>
                </a:lnTo>
                <a:lnTo>
                  <a:pt x="3" y="316"/>
                </a:lnTo>
                <a:lnTo>
                  <a:pt x="3" y="325"/>
                </a:lnTo>
                <a:lnTo>
                  <a:pt x="4" y="335"/>
                </a:lnTo>
                <a:lnTo>
                  <a:pt x="6" y="345"/>
                </a:lnTo>
                <a:lnTo>
                  <a:pt x="7" y="354"/>
                </a:lnTo>
                <a:lnTo>
                  <a:pt x="9" y="363"/>
                </a:lnTo>
                <a:lnTo>
                  <a:pt x="12" y="373"/>
                </a:lnTo>
                <a:lnTo>
                  <a:pt x="14" y="382"/>
                </a:lnTo>
                <a:lnTo>
                  <a:pt x="18" y="391"/>
                </a:lnTo>
                <a:lnTo>
                  <a:pt x="21" y="400"/>
                </a:lnTo>
                <a:lnTo>
                  <a:pt x="25" y="409"/>
                </a:lnTo>
                <a:lnTo>
                  <a:pt x="29" y="418"/>
                </a:lnTo>
                <a:lnTo>
                  <a:pt x="34" y="427"/>
                </a:lnTo>
                <a:lnTo>
                  <a:pt x="39" y="437"/>
                </a:lnTo>
                <a:lnTo>
                  <a:pt x="44" y="446"/>
                </a:lnTo>
                <a:lnTo>
                  <a:pt x="49" y="454"/>
                </a:lnTo>
                <a:lnTo>
                  <a:pt x="55" y="462"/>
                </a:lnTo>
                <a:lnTo>
                  <a:pt x="62" y="470"/>
                </a:lnTo>
                <a:lnTo>
                  <a:pt x="68" y="478"/>
                </a:lnTo>
                <a:lnTo>
                  <a:pt x="75" y="486"/>
                </a:lnTo>
                <a:lnTo>
                  <a:pt x="82" y="494"/>
                </a:lnTo>
                <a:lnTo>
                  <a:pt x="90" y="501"/>
                </a:lnTo>
                <a:lnTo>
                  <a:pt x="97" y="509"/>
                </a:lnTo>
                <a:lnTo>
                  <a:pt x="105" y="516"/>
                </a:lnTo>
                <a:lnTo>
                  <a:pt x="114" y="523"/>
                </a:lnTo>
                <a:lnTo>
                  <a:pt x="122" y="529"/>
                </a:lnTo>
                <a:lnTo>
                  <a:pt x="131" y="536"/>
                </a:lnTo>
                <a:lnTo>
                  <a:pt x="140" y="542"/>
                </a:lnTo>
                <a:lnTo>
                  <a:pt x="149" y="548"/>
                </a:lnTo>
                <a:lnTo>
                  <a:pt x="159" y="554"/>
                </a:lnTo>
                <a:lnTo>
                  <a:pt x="169" y="559"/>
                </a:lnTo>
                <a:lnTo>
                  <a:pt x="179" y="564"/>
                </a:lnTo>
                <a:lnTo>
                  <a:pt x="189" y="569"/>
                </a:lnTo>
                <a:lnTo>
                  <a:pt x="199" y="574"/>
                </a:lnTo>
                <a:lnTo>
                  <a:pt x="210" y="578"/>
                </a:lnTo>
                <a:lnTo>
                  <a:pt x="220" y="583"/>
                </a:lnTo>
                <a:lnTo>
                  <a:pt x="231" y="587"/>
                </a:lnTo>
                <a:lnTo>
                  <a:pt x="242" y="590"/>
                </a:lnTo>
                <a:lnTo>
                  <a:pt x="253" y="594"/>
                </a:lnTo>
                <a:lnTo>
                  <a:pt x="265" y="597"/>
                </a:lnTo>
                <a:lnTo>
                  <a:pt x="276" y="600"/>
                </a:lnTo>
                <a:lnTo>
                  <a:pt x="287" y="602"/>
                </a:lnTo>
                <a:lnTo>
                  <a:pt x="299" y="604"/>
                </a:lnTo>
                <a:lnTo>
                  <a:pt x="311" y="606"/>
                </a:lnTo>
                <a:lnTo>
                  <a:pt x="322" y="608"/>
                </a:lnTo>
                <a:lnTo>
                  <a:pt x="334" y="609"/>
                </a:lnTo>
                <a:lnTo>
                  <a:pt x="346" y="610"/>
                </a:lnTo>
                <a:lnTo>
                  <a:pt x="358" y="611"/>
                </a:lnTo>
                <a:lnTo>
                  <a:pt x="370" y="611"/>
                </a:lnTo>
                <a:lnTo>
                  <a:pt x="382" y="612"/>
                </a:lnTo>
                <a:lnTo>
                  <a:pt x="394" y="611"/>
                </a:lnTo>
                <a:lnTo>
                  <a:pt x="406" y="611"/>
                </a:lnTo>
                <a:lnTo>
                  <a:pt x="417" y="610"/>
                </a:lnTo>
                <a:lnTo>
                  <a:pt x="429" y="609"/>
                </a:lnTo>
                <a:lnTo>
                  <a:pt x="441" y="608"/>
                </a:lnTo>
                <a:lnTo>
                  <a:pt x="453" y="606"/>
                </a:lnTo>
                <a:lnTo>
                  <a:pt x="465" y="604"/>
                </a:lnTo>
                <a:lnTo>
                  <a:pt x="476" y="602"/>
                </a:lnTo>
                <a:lnTo>
                  <a:pt x="488" y="600"/>
                </a:lnTo>
                <a:lnTo>
                  <a:pt x="499" y="597"/>
                </a:lnTo>
                <a:lnTo>
                  <a:pt x="510" y="594"/>
                </a:lnTo>
                <a:lnTo>
                  <a:pt x="521" y="590"/>
                </a:lnTo>
                <a:lnTo>
                  <a:pt x="532" y="587"/>
                </a:lnTo>
                <a:lnTo>
                  <a:pt x="543" y="583"/>
                </a:lnTo>
                <a:lnTo>
                  <a:pt x="554" y="578"/>
                </a:lnTo>
                <a:lnTo>
                  <a:pt x="565" y="574"/>
                </a:lnTo>
                <a:lnTo>
                  <a:pt x="575" y="569"/>
                </a:lnTo>
                <a:lnTo>
                  <a:pt x="585" y="564"/>
                </a:lnTo>
                <a:lnTo>
                  <a:pt x="595" y="559"/>
                </a:lnTo>
                <a:lnTo>
                  <a:pt x="605" y="554"/>
                </a:lnTo>
                <a:lnTo>
                  <a:pt x="614" y="548"/>
                </a:lnTo>
                <a:lnTo>
                  <a:pt x="624" y="542"/>
                </a:lnTo>
                <a:lnTo>
                  <a:pt x="633" y="536"/>
                </a:lnTo>
                <a:lnTo>
                  <a:pt x="641" y="529"/>
                </a:lnTo>
                <a:lnTo>
                  <a:pt x="650" y="523"/>
                </a:lnTo>
                <a:lnTo>
                  <a:pt x="658" y="516"/>
                </a:lnTo>
                <a:lnTo>
                  <a:pt x="666" y="509"/>
                </a:lnTo>
                <a:lnTo>
                  <a:pt x="675" y="501"/>
                </a:lnTo>
                <a:lnTo>
                  <a:pt x="682" y="494"/>
                </a:lnTo>
                <a:lnTo>
                  <a:pt x="690" y="486"/>
                </a:lnTo>
                <a:lnTo>
                  <a:pt x="696" y="478"/>
                </a:lnTo>
                <a:lnTo>
                  <a:pt x="703" y="470"/>
                </a:lnTo>
                <a:lnTo>
                  <a:pt x="709" y="462"/>
                </a:lnTo>
                <a:lnTo>
                  <a:pt x="715" y="454"/>
                </a:lnTo>
                <a:lnTo>
                  <a:pt x="721" y="446"/>
                </a:lnTo>
                <a:lnTo>
                  <a:pt x="726" y="437"/>
                </a:lnTo>
                <a:lnTo>
                  <a:pt x="731" y="427"/>
                </a:lnTo>
                <a:lnTo>
                  <a:pt x="735" y="418"/>
                </a:lnTo>
                <a:lnTo>
                  <a:pt x="740" y="409"/>
                </a:lnTo>
                <a:lnTo>
                  <a:pt x="744" y="400"/>
                </a:lnTo>
                <a:lnTo>
                  <a:pt x="747" y="391"/>
                </a:lnTo>
                <a:lnTo>
                  <a:pt x="750" y="382"/>
                </a:lnTo>
                <a:lnTo>
                  <a:pt x="753" y="373"/>
                </a:lnTo>
                <a:lnTo>
                  <a:pt x="755" y="363"/>
                </a:lnTo>
                <a:lnTo>
                  <a:pt x="757" y="354"/>
                </a:lnTo>
                <a:lnTo>
                  <a:pt x="759" y="345"/>
                </a:lnTo>
                <a:lnTo>
                  <a:pt x="760" y="335"/>
                </a:lnTo>
                <a:lnTo>
                  <a:pt x="761" y="325"/>
                </a:lnTo>
                <a:lnTo>
                  <a:pt x="762" y="316"/>
                </a:lnTo>
                <a:lnTo>
                  <a:pt x="762" y="306"/>
                </a:lnTo>
                <a:moveTo>
                  <a:pt x="764" y="306"/>
                </a:moveTo>
                <a:lnTo>
                  <a:pt x="764" y="316"/>
                </a:lnTo>
                <a:lnTo>
                  <a:pt x="764" y="326"/>
                </a:lnTo>
                <a:lnTo>
                  <a:pt x="763" y="335"/>
                </a:lnTo>
                <a:lnTo>
                  <a:pt x="761" y="345"/>
                </a:lnTo>
                <a:lnTo>
                  <a:pt x="760" y="354"/>
                </a:lnTo>
                <a:lnTo>
                  <a:pt x="758" y="364"/>
                </a:lnTo>
                <a:lnTo>
                  <a:pt x="755" y="373"/>
                </a:lnTo>
                <a:lnTo>
                  <a:pt x="752" y="383"/>
                </a:lnTo>
                <a:lnTo>
                  <a:pt x="749" y="392"/>
                </a:lnTo>
                <a:lnTo>
                  <a:pt x="746" y="401"/>
                </a:lnTo>
                <a:lnTo>
                  <a:pt x="742" y="410"/>
                </a:lnTo>
                <a:lnTo>
                  <a:pt x="738" y="419"/>
                </a:lnTo>
                <a:lnTo>
                  <a:pt x="733" y="428"/>
                </a:lnTo>
                <a:lnTo>
                  <a:pt x="728" y="438"/>
                </a:lnTo>
                <a:lnTo>
                  <a:pt x="723" y="446"/>
                </a:lnTo>
                <a:lnTo>
                  <a:pt x="717" y="455"/>
                </a:lnTo>
                <a:lnTo>
                  <a:pt x="711" y="463"/>
                </a:lnTo>
                <a:lnTo>
                  <a:pt x="705" y="471"/>
                </a:lnTo>
                <a:lnTo>
                  <a:pt x="698" y="479"/>
                </a:lnTo>
                <a:lnTo>
                  <a:pt x="691" y="487"/>
                </a:lnTo>
                <a:lnTo>
                  <a:pt x="684" y="495"/>
                </a:lnTo>
                <a:lnTo>
                  <a:pt x="677" y="502"/>
                </a:lnTo>
                <a:lnTo>
                  <a:pt x="669" y="510"/>
                </a:lnTo>
                <a:lnTo>
                  <a:pt x="660" y="517"/>
                </a:lnTo>
                <a:lnTo>
                  <a:pt x="652" y="524"/>
                </a:lnTo>
                <a:lnTo>
                  <a:pt x="643" y="531"/>
                </a:lnTo>
                <a:lnTo>
                  <a:pt x="634" y="537"/>
                </a:lnTo>
                <a:lnTo>
                  <a:pt x="625" y="543"/>
                </a:lnTo>
                <a:lnTo>
                  <a:pt x="616" y="549"/>
                </a:lnTo>
                <a:lnTo>
                  <a:pt x="606" y="555"/>
                </a:lnTo>
                <a:lnTo>
                  <a:pt x="596" y="561"/>
                </a:lnTo>
                <a:lnTo>
                  <a:pt x="586" y="566"/>
                </a:lnTo>
                <a:lnTo>
                  <a:pt x="576" y="571"/>
                </a:lnTo>
                <a:lnTo>
                  <a:pt x="566" y="576"/>
                </a:lnTo>
                <a:lnTo>
                  <a:pt x="555" y="580"/>
                </a:lnTo>
                <a:lnTo>
                  <a:pt x="544" y="584"/>
                </a:lnTo>
                <a:lnTo>
                  <a:pt x="533" y="588"/>
                </a:lnTo>
                <a:lnTo>
                  <a:pt x="522" y="592"/>
                </a:lnTo>
                <a:lnTo>
                  <a:pt x="511" y="595"/>
                </a:lnTo>
                <a:lnTo>
                  <a:pt x="500" y="598"/>
                </a:lnTo>
                <a:lnTo>
                  <a:pt x="488" y="601"/>
                </a:lnTo>
                <a:lnTo>
                  <a:pt x="477" y="604"/>
                </a:lnTo>
                <a:lnTo>
                  <a:pt x="465" y="606"/>
                </a:lnTo>
                <a:lnTo>
                  <a:pt x="453" y="608"/>
                </a:lnTo>
                <a:lnTo>
                  <a:pt x="441" y="610"/>
                </a:lnTo>
                <a:lnTo>
                  <a:pt x="430" y="611"/>
                </a:lnTo>
                <a:lnTo>
                  <a:pt x="418" y="612"/>
                </a:lnTo>
                <a:lnTo>
                  <a:pt x="406" y="613"/>
                </a:lnTo>
                <a:lnTo>
                  <a:pt x="394" y="613"/>
                </a:lnTo>
                <a:lnTo>
                  <a:pt x="382" y="613"/>
                </a:lnTo>
                <a:lnTo>
                  <a:pt x="370" y="613"/>
                </a:lnTo>
                <a:lnTo>
                  <a:pt x="358" y="613"/>
                </a:lnTo>
                <a:lnTo>
                  <a:pt x="346" y="612"/>
                </a:lnTo>
                <a:lnTo>
                  <a:pt x="334" y="611"/>
                </a:lnTo>
                <a:lnTo>
                  <a:pt x="322" y="610"/>
                </a:lnTo>
                <a:lnTo>
                  <a:pt x="310" y="608"/>
                </a:lnTo>
                <a:lnTo>
                  <a:pt x="299" y="606"/>
                </a:lnTo>
                <a:lnTo>
                  <a:pt x="287" y="604"/>
                </a:lnTo>
                <a:lnTo>
                  <a:pt x="275" y="601"/>
                </a:lnTo>
                <a:lnTo>
                  <a:pt x="264" y="598"/>
                </a:lnTo>
                <a:lnTo>
                  <a:pt x="253" y="595"/>
                </a:lnTo>
                <a:lnTo>
                  <a:pt x="241" y="592"/>
                </a:lnTo>
                <a:lnTo>
                  <a:pt x="230" y="588"/>
                </a:lnTo>
                <a:lnTo>
                  <a:pt x="219" y="584"/>
                </a:lnTo>
                <a:lnTo>
                  <a:pt x="209" y="580"/>
                </a:lnTo>
                <a:lnTo>
                  <a:pt x="198" y="576"/>
                </a:lnTo>
                <a:lnTo>
                  <a:pt x="188" y="571"/>
                </a:lnTo>
                <a:lnTo>
                  <a:pt x="177" y="566"/>
                </a:lnTo>
                <a:lnTo>
                  <a:pt x="167" y="561"/>
                </a:lnTo>
                <a:lnTo>
                  <a:pt x="158" y="555"/>
                </a:lnTo>
                <a:lnTo>
                  <a:pt x="148" y="549"/>
                </a:lnTo>
                <a:lnTo>
                  <a:pt x="139" y="543"/>
                </a:lnTo>
                <a:lnTo>
                  <a:pt x="129" y="537"/>
                </a:lnTo>
                <a:lnTo>
                  <a:pt x="121" y="531"/>
                </a:lnTo>
                <a:lnTo>
                  <a:pt x="112" y="524"/>
                </a:lnTo>
                <a:lnTo>
                  <a:pt x="104" y="517"/>
                </a:lnTo>
                <a:lnTo>
                  <a:pt x="96" y="510"/>
                </a:lnTo>
                <a:lnTo>
                  <a:pt x="88" y="502"/>
                </a:lnTo>
                <a:lnTo>
                  <a:pt x="80" y="495"/>
                </a:lnTo>
                <a:lnTo>
                  <a:pt x="73" y="487"/>
                </a:lnTo>
                <a:lnTo>
                  <a:pt x="66" y="479"/>
                </a:lnTo>
                <a:lnTo>
                  <a:pt x="60" y="471"/>
                </a:lnTo>
                <a:lnTo>
                  <a:pt x="53" y="463"/>
                </a:lnTo>
                <a:lnTo>
                  <a:pt x="47" y="455"/>
                </a:lnTo>
                <a:lnTo>
                  <a:pt x="42" y="446"/>
                </a:lnTo>
                <a:lnTo>
                  <a:pt x="37" y="438"/>
                </a:lnTo>
                <a:lnTo>
                  <a:pt x="32" y="428"/>
                </a:lnTo>
                <a:lnTo>
                  <a:pt x="27" y="419"/>
                </a:lnTo>
                <a:lnTo>
                  <a:pt x="23" y="410"/>
                </a:lnTo>
                <a:lnTo>
                  <a:pt x="19" y="401"/>
                </a:lnTo>
                <a:lnTo>
                  <a:pt x="15" y="392"/>
                </a:lnTo>
                <a:lnTo>
                  <a:pt x="12" y="383"/>
                </a:lnTo>
                <a:lnTo>
                  <a:pt x="9" y="373"/>
                </a:lnTo>
                <a:lnTo>
                  <a:pt x="7" y="364"/>
                </a:lnTo>
                <a:lnTo>
                  <a:pt x="5" y="354"/>
                </a:lnTo>
                <a:lnTo>
                  <a:pt x="3" y="345"/>
                </a:lnTo>
                <a:lnTo>
                  <a:pt x="2" y="335"/>
                </a:lnTo>
                <a:lnTo>
                  <a:pt x="1" y="326"/>
                </a:lnTo>
                <a:lnTo>
                  <a:pt x="0" y="316"/>
                </a:lnTo>
                <a:lnTo>
                  <a:pt x="0" y="306"/>
                </a:lnTo>
                <a:lnTo>
                  <a:pt x="0" y="297"/>
                </a:lnTo>
                <a:lnTo>
                  <a:pt x="1" y="287"/>
                </a:lnTo>
                <a:lnTo>
                  <a:pt x="2" y="278"/>
                </a:lnTo>
                <a:lnTo>
                  <a:pt x="3" y="268"/>
                </a:lnTo>
                <a:lnTo>
                  <a:pt x="5" y="259"/>
                </a:lnTo>
                <a:lnTo>
                  <a:pt x="7" y="249"/>
                </a:lnTo>
                <a:lnTo>
                  <a:pt x="9" y="240"/>
                </a:lnTo>
                <a:lnTo>
                  <a:pt x="12" y="230"/>
                </a:lnTo>
                <a:lnTo>
                  <a:pt x="15" y="221"/>
                </a:lnTo>
                <a:lnTo>
                  <a:pt x="19" y="212"/>
                </a:lnTo>
                <a:lnTo>
                  <a:pt x="23" y="203"/>
                </a:lnTo>
                <a:lnTo>
                  <a:pt x="27" y="194"/>
                </a:lnTo>
                <a:lnTo>
                  <a:pt x="32" y="185"/>
                </a:lnTo>
                <a:lnTo>
                  <a:pt x="37" y="176"/>
                </a:lnTo>
                <a:lnTo>
                  <a:pt x="42" y="167"/>
                </a:lnTo>
                <a:lnTo>
                  <a:pt x="47" y="159"/>
                </a:lnTo>
                <a:lnTo>
                  <a:pt x="53" y="151"/>
                </a:lnTo>
                <a:lnTo>
                  <a:pt x="60" y="142"/>
                </a:lnTo>
                <a:lnTo>
                  <a:pt x="66" y="134"/>
                </a:lnTo>
                <a:lnTo>
                  <a:pt x="73" y="126"/>
                </a:lnTo>
                <a:lnTo>
                  <a:pt x="80" y="119"/>
                </a:lnTo>
                <a:lnTo>
                  <a:pt x="88" y="111"/>
                </a:lnTo>
                <a:lnTo>
                  <a:pt x="96" y="104"/>
                </a:lnTo>
                <a:lnTo>
                  <a:pt x="104" y="97"/>
                </a:lnTo>
                <a:lnTo>
                  <a:pt x="112" y="90"/>
                </a:lnTo>
                <a:lnTo>
                  <a:pt x="121" y="83"/>
                </a:lnTo>
                <a:lnTo>
                  <a:pt x="129" y="77"/>
                </a:lnTo>
                <a:lnTo>
                  <a:pt x="139" y="71"/>
                </a:lnTo>
                <a:lnTo>
                  <a:pt x="148" y="65"/>
                </a:lnTo>
                <a:lnTo>
                  <a:pt x="158" y="59"/>
                </a:lnTo>
                <a:lnTo>
                  <a:pt x="167" y="53"/>
                </a:lnTo>
                <a:lnTo>
                  <a:pt x="177" y="48"/>
                </a:lnTo>
                <a:lnTo>
                  <a:pt x="188" y="43"/>
                </a:lnTo>
                <a:lnTo>
                  <a:pt x="198" y="38"/>
                </a:lnTo>
                <a:lnTo>
                  <a:pt x="209" y="34"/>
                </a:lnTo>
                <a:lnTo>
                  <a:pt x="219" y="29"/>
                </a:lnTo>
                <a:lnTo>
                  <a:pt x="230" y="25"/>
                </a:lnTo>
                <a:lnTo>
                  <a:pt x="241" y="22"/>
                </a:lnTo>
                <a:lnTo>
                  <a:pt x="253" y="18"/>
                </a:lnTo>
                <a:lnTo>
                  <a:pt x="264" y="15"/>
                </a:lnTo>
                <a:lnTo>
                  <a:pt x="275" y="12"/>
                </a:lnTo>
                <a:lnTo>
                  <a:pt x="287" y="10"/>
                </a:lnTo>
                <a:lnTo>
                  <a:pt x="299" y="8"/>
                </a:lnTo>
                <a:lnTo>
                  <a:pt x="310" y="6"/>
                </a:lnTo>
                <a:lnTo>
                  <a:pt x="322" y="4"/>
                </a:lnTo>
                <a:lnTo>
                  <a:pt x="334" y="3"/>
                </a:lnTo>
                <a:lnTo>
                  <a:pt x="346" y="2"/>
                </a:lnTo>
                <a:lnTo>
                  <a:pt x="358" y="1"/>
                </a:lnTo>
                <a:lnTo>
                  <a:pt x="370" y="0"/>
                </a:lnTo>
                <a:lnTo>
                  <a:pt x="382" y="0"/>
                </a:lnTo>
                <a:lnTo>
                  <a:pt x="394" y="0"/>
                </a:lnTo>
                <a:lnTo>
                  <a:pt x="406" y="1"/>
                </a:lnTo>
                <a:lnTo>
                  <a:pt x="418" y="2"/>
                </a:lnTo>
                <a:lnTo>
                  <a:pt x="430" y="3"/>
                </a:lnTo>
                <a:lnTo>
                  <a:pt x="441" y="4"/>
                </a:lnTo>
                <a:lnTo>
                  <a:pt x="453" y="6"/>
                </a:lnTo>
                <a:lnTo>
                  <a:pt x="465" y="8"/>
                </a:lnTo>
                <a:lnTo>
                  <a:pt x="477" y="10"/>
                </a:lnTo>
                <a:lnTo>
                  <a:pt x="488" y="12"/>
                </a:lnTo>
                <a:lnTo>
                  <a:pt x="500" y="15"/>
                </a:lnTo>
                <a:lnTo>
                  <a:pt x="511" y="18"/>
                </a:lnTo>
                <a:lnTo>
                  <a:pt x="522" y="22"/>
                </a:lnTo>
                <a:lnTo>
                  <a:pt x="533" y="25"/>
                </a:lnTo>
                <a:lnTo>
                  <a:pt x="544" y="29"/>
                </a:lnTo>
                <a:lnTo>
                  <a:pt x="555" y="34"/>
                </a:lnTo>
                <a:lnTo>
                  <a:pt x="566" y="38"/>
                </a:lnTo>
                <a:lnTo>
                  <a:pt x="576" y="43"/>
                </a:lnTo>
                <a:lnTo>
                  <a:pt x="586" y="48"/>
                </a:lnTo>
                <a:lnTo>
                  <a:pt x="596" y="53"/>
                </a:lnTo>
                <a:lnTo>
                  <a:pt x="606" y="59"/>
                </a:lnTo>
                <a:lnTo>
                  <a:pt x="616" y="65"/>
                </a:lnTo>
                <a:lnTo>
                  <a:pt x="625" y="71"/>
                </a:lnTo>
                <a:lnTo>
                  <a:pt x="634" y="77"/>
                </a:lnTo>
                <a:lnTo>
                  <a:pt x="643" y="83"/>
                </a:lnTo>
                <a:lnTo>
                  <a:pt x="652" y="90"/>
                </a:lnTo>
                <a:lnTo>
                  <a:pt x="660" y="97"/>
                </a:lnTo>
                <a:lnTo>
                  <a:pt x="669" y="104"/>
                </a:lnTo>
                <a:lnTo>
                  <a:pt x="677" y="111"/>
                </a:lnTo>
                <a:lnTo>
                  <a:pt x="684" y="119"/>
                </a:lnTo>
                <a:lnTo>
                  <a:pt x="691" y="126"/>
                </a:lnTo>
                <a:lnTo>
                  <a:pt x="698" y="134"/>
                </a:lnTo>
                <a:lnTo>
                  <a:pt x="705" y="142"/>
                </a:lnTo>
                <a:lnTo>
                  <a:pt x="711" y="151"/>
                </a:lnTo>
                <a:lnTo>
                  <a:pt x="717" y="159"/>
                </a:lnTo>
                <a:lnTo>
                  <a:pt x="723" y="167"/>
                </a:lnTo>
                <a:lnTo>
                  <a:pt x="728" y="176"/>
                </a:lnTo>
                <a:lnTo>
                  <a:pt x="733" y="185"/>
                </a:lnTo>
                <a:lnTo>
                  <a:pt x="738" y="194"/>
                </a:lnTo>
                <a:lnTo>
                  <a:pt x="742" y="203"/>
                </a:lnTo>
                <a:lnTo>
                  <a:pt x="746" y="212"/>
                </a:lnTo>
                <a:lnTo>
                  <a:pt x="749" y="221"/>
                </a:lnTo>
                <a:lnTo>
                  <a:pt x="752" y="230"/>
                </a:lnTo>
                <a:lnTo>
                  <a:pt x="755" y="240"/>
                </a:lnTo>
                <a:lnTo>
                  <a:pt x="758" y="249"/>
                </a:lnTo>
                <a:lnTo>
                  <a:pt x="760" y="259"/>
                </a:lnTo>
                <a:lnTo>
                  <a:pt x="761" y="268"/>
                </a:lnTo>
                <a:lnTo>
                  <a:pt x="763" y="278"/>
                </a:lnTo>
                <a:lnTo>
                  <a:pt x="764" y="287"/>
                </a:lnTo>
                <a:lnTo>
                  <a:pt x="764" y="297"/>
                </a:lnTo>
                <a:lnTo>
                  <a:pt x="764" y="306"/>
                </a:lnTo>
                <a:close/>
              </a:path>
            </a:pathLst>
          </a:custGeom>
          <a:solidFill>
            <a:srgbClr val="ffbb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5" name=""/>
          <p:cNvSpPr/>
          <p:nvPr/>
        </p:nvSpPr>
        <p:spPr>
          <a:xfrm>
            <a:off x="4840560" y="1716840"/>
            <a:ext cx="276840" cy="222120"/>
          </a:xfrm>
          <a:custGeom>
            <a:avLst/>
            <a:gdLst/>
            <a:ahLst/>
            <a:rect l="0" t="0" r="r" b="b"/>
            <a:pathLst>
              <a:path w="769" h="617">
                <a:moveTo>
                  <a:pt x="766" y="308"/>
                </a:moveTo>
                <a:lnTo>
                  <a:pt x="766" y="299"/>
                </a:lnTo>
                <a:lnTo>
                  <a:pt x="766" y="289"/>
                </a:lnTo>
                <a:lnTo>
                  <a:pt x="765" y="280"/>
                </a:lnTo>
                <a:lnTo>
                  <a:pt x="763" y="270"/>
                </a:lnTo>
                <a:lnTo>
                  <a:pt x="762" y="261"/>
                </a:lnTo>
                <a:lnTo>
                  <a:pt x="760" y="251"/>
                </a:lnTo>
                <a:lnTo>
                  <a:pt x="757" y="242"/>
                </a:lnTo>
                <a:lnTo>
                  <a:pt x="754" y="232"/>
                </a:lnTo>
                <a:lnTo>
                  <a:pt x="751" y="223"/>
                </a:lnTo>
                <a:lnTo>
                  <a:pt x="748" y="214"/>
                </a:lnTo>
                <a:lnTo>
                  <a:pt x="743" y="205"/>
                </a:lnTo>
                <a:lnTo>
                  <a:pt x="739" y="196"/>
                </a:lnTo>
                <a:lnTo>
                  <a:pt x="734" y="187"/>
                </a:lnTo>
                <a:lnTo>
                  <a:pt x="729" y="178"/>
                </a:lnTo>
                <a:lnTo>
                  <a:pt x="724" y="169"/>
                </a:lnTo>
                <a:lnTo>
                  <a:pt x="718" y="161"/>
                </a:lnTo>
                <a:lnTo>
                  <a:pt x="712" y="153"/>
                </a:lnTo>
                <a:lnTo>
                  <a:pt x="706" y="144"/>
                </a:lnTo>
                <a:lnTo>
                  <a:pt x="699" y="136"/>
                </a:lnTo>
                <a:lnTo>
                  <a:pt x="692" y="128"/>
                </a:lnTo>
                <a:lnTo>
                  <a:pt x="685" y="121"/>
                </a:lnTo>
                <a:lnTo>
                  <a:pt x="678" y="113"/>
                </a:lnTo>
                <a:lnTo>
                  <a:pt x="670" y="106"/>
                </a:lnTo>
                <a:lnTo>
                  <a:pt x="662" y="99"/>
                </a:lnTo>
                <a:lnTo>
                  <a:pt x="654" y="92"/>
                </a:lnTo>
                <a:lnTo>
                  <a:pt x="645" y="85"/>
                </a:lnTo>
                <a:lnTo>
                  <a:pt x="636" y="79"/>
                </a:lnTo>
                <a:lnTo>
                  <a:pt x="627" y="73"/>
                </a:lnTo>
                <a:lnTo>
                  <a:pt x="618" y="67"/>
                </a:lnTo>
                <a:lnTo>
                  <a:pt x="608" y="61"/>
                </a:lnTo>
                <a:lnTo>
                  <a:pt x="598" y="55"/>
                </a:lnTo>
                <a:lnTo>
                  <a:pt x="588" y="50"/>
                </a:lnTo>
                <a:lnTo>
                  <a:pt x="578" y="45"/>
                </a:lnTo>
                <a:lnTo>
                  <a:pt x="568" y="40"/>
                </a:lnTo>
                <a:lnTo>
                  <a:pt x="557" y="36"/>
                </a:lnTo>
                <a:lnTo>
                  <a:pt x="546" y="31"/>
                </a:lnTo>
                <a:lnTo>
                  <a:pt x="535" y="27"/>
                </a:lnTo>
                <a:lnTo>
                  <a:pt x="524" y="24"/>
                </a:lnTo>
                <a:lnTo>
                  <a:pt x="513" y="20"/>
                </a:lnTo>
                <a:lnTo>
                  <a:pt x="502" y="17"/>
                </a:lnTo>
                <a:lnTo>
                  <a:pt x="490" y="14"/>
                </a:lnTo>
                <a:lnTo>
                  <a:pt x="479" y="12"/>
                </a:lnTo>
                <a:lnTo>
                  <a:pt x="467" y="10"/>
                </a:lnTo>
                <a:lnTo>
                  <a:pt x="455" y="8"/>
                </a:lnTo>
                <a:lnTo>
                  <a:pt x="443" y="6"/>
                </a:lnTo>
                <a:lnTo>
                  <a:pt x="432" y="5"/>
                </a:lnTo>
                <a:lnTo>
                  <a:pt x="420" y="4"/>
                </a:lnTo>
                <a:lnTo>
                  <a:pt x="408" y="3"/>
                </a:lnTo>
                <a:lnTo>
                  <a:pt x="396" y="2"/>
                </a:lnTo>
                <a:lnTo>
                  <a:pt x="384" y="2"/>
                </a:lnTo>
                <a:lnTo>
                  <a:pt x="372" y="2"/>
                </a:lnTo>
                <a:lnTo>
                  <a:pt x="360" y="3"/>
                </a:lnTo>
                <a:lnTo>
                  <a:pt x="348" y="4"/>
                </a:lnTo>
                <a:lnTo>
                  <a:pt x="336" y="5"/>
                </a:lnTo>
                <a:lnTo>
                  <a:pt x="324" y="6"/>
                </a:lnTo>
                <a:lnTo>
                  <a:pt x="312" y="8"/>
                </a:lnTo>
                <a:lnTo>
                  <a:pt x="301" y="10"/>
                </a:lnTo>
                <a:lnTo>
                  <a:pt x="289" y="12"/>
                </a:lnTo>
                <a:lnTo>
                  <a:pt x="277" y="14"/>
                </a:lnTo>
                <a:lnTo>
                  <a:pt x="266" y="17"/>
                </a:lnTo>
                <a:lnTo>
                  <a:pt x="255" y="20"/>
                </a:lnTo>
                <a:lnTo>
                  <a:pt x="243" y="24"/>
                </a:lnTo>
                <a:lnTo>
                  <a:pt x="232" y="27"/>
                </a:lnTo>
                <a:lnTo>
                  <a:pt x="221" y="31"/>
                </a:lnTo>
                <a:lnTo>
                  <a:pt x="211" y="36"/>
                </a:lnTo>
                <a:lnTo>
                  <a:pt x="200" y="40"/>
                </a:lnTo>
                <a:lnTo>
                  <a:pt x="190" y="45"/>
                </a:lnTo>
                <a:lnTo>
                  <a:pt x="179" y="50"/>
                </a:lnTo>
                <a:lnTo>
                  <a:pt x="169" y="55"/>
                </a:lnTo>
                <a:lnTo>
                  <a:pt x="160" y="61"/>
                </a:lnTo>
                <a:lnTo>
                  <a:pt x="150" y="67"/>
                </a:lnTo>
                <a:lnTo>
                  <a:pt x="141" y="73"/>
                </a:lnTo>
                <a:lnTo>
                  <a:pt x="131" y="79"/>
                </a:lnTo>
                <a:lnTo>
                  <a:pt x="123" y="85"/>
                </a:lnTo>
                <a:lnTo>
                  <a:pt x="114" y="92"/>
                </a:lnTo>
                <a:lnTo>
                  <a:pt x="106" y="99"/>
                </a:lnTo>
                <a:lnTo>
                  <a:pt x="98" y="106"/>
                </a:lnTo>
                <a:lnTo>
                  <a:pt x="90" y="113"/>
                </a:lnTo>
                <a:lnTo>
                  <a:pt x="82" y="121"/>
                </a:lnTo>
                <a:lnTo>
                  <a:pt x="75" y="128"/>
                </a:lnTo>
                <a:lnTo>
                  <a:pt x="68" y="136"/>
                </a:lnTo>
                <a:lnTo>
                  <a:pt x="62" y="144"/>
                </a:lnTo>
                <a:lnTo>
                  <a:pt x="55" y="153"/>
                </a:lnTo>
                <a:lnTo>
                  <a:pt x="49" y="161"/>
                </a:lnTo>
                <a:lnTo>
                  <a:pt x="44" y="169"/>
                </a:lnTo>
                <a:lnTo>
                  <a:pt x="39" y="178"/>
                </a:lnTo>
                <a:lnTo>
                  <a:pt x="34" y="187"/>
                </a:lnTo>
                <a:lnTo>
                  <a:pt x="29" y="196"/>
                </a:lnTo>
                <a:lnTo>
                  <a:pt x="25" y="205"/>
                </a:lnTo>
                <a:lnTo>
                  <a:pt x="21" y="214"/>
                </a:lnTo>
                <a:lnTo>
                  <a:pt x="17" y="223"/>
                </a:lnTo>
                <a:lnTo>
                  <a:pt x="14" y="232"/>
                </a:lnTo>
                <a:lnTo>
                  <a:pt x="11" y="242"/>
                </a:lnTo>
                <a:lnTo>
                  <a:pt x="9" y="251"/>
                </a:lnTo>
                <a:lnTo>
                  <a:pt x="7" y="261"/>
                </a:lnTo>
                <a:lnTo>
                  <a:pt x="5" y="270"/>
                </a:lnTo>
                <a:lnTo>
                  <a:pt x="4" y="280"/>
                </a:lnTo>
                <a:lnTo>
                  <a:pt x="3" y="289"/>
                </a:lnTo>
                <a:lnTo>
                  <a:pt x="2" y="299"/>
                </a:lnTo>
                <a:lnTo>
                  <a:pt x="2" y="308"/>
                </a:lnTo>
                <a:lnTo>
                  <a:pt x="2" y="318"/>
                </a:lnTo>
                <a:lnTo>
                  <a:pt x="3" y="328"/>
                </a:lnTo>
                <a:lnTo>
                  <a:pt x="4" y="337"/>
                </a:lnTo>
                <a:lnTo>
                  <a:pt x="5" y="347"/>
                </a:lnTo>
                <a:lnTo>
                  <a:pt x="7" y="356"/>
                </a:lnTo>
                <a:lnTo>
                  <a:pt x="9" y="366"/>
                </a:lnTo>
                <a:lnTo>
                  <a:pt x="11" y="375"/>
                </a:lnTo>
                <a:lnTo>
                  <a:pt x="14" y="385"/>
                </a:lnTo>
                <a:lnTo>
                  <a:pt x="17" y="394"/>
                </a:lnTo>
                <a:lnTo>
                  <a:pt x="21" y="403"/>
                </a:lnTo>
                <a:lnTo>
                  <a:pt x="25" y="412"/>
                </a:lnTo>
                <a:lnTo>
                  <a:pt x="29" y="421"/>
                </a:lnTo>
                <a:lnTo>
                  <a:pt x="34" y="430"/>
                </a:lnTo>
                <a:lnTo>
                  <a:pt x="39" y="439"/>
                </a:lnTo>
                <a:lnTo>
                  <a:pt x="44" y="447"/>
                </a:lnTo>
                <a:lnTo>
                  <a:pt x="49" y="456"/>
                </a:lnTo>
                <a:lnTo>
                  <a:pt x="55" y="465"/>
                </a:lnTo>
                <a:lnTo>
                  <a:pt x="62" y="473"/>
                </a:lnTo>
                <a:lnTo>
                  <a:pt x="68" y="481"/>
                </a:lnTo>
                <a:lnTo>
                  <a:pt x="75" y="489"/>
                </a:lnTo>
                <a:lnTo>
                  <a:pt x="82" y="497"/>
                </a:lnTo>
                <a:lnTo>
                  <a:pt x="90" y="504"/>
                </a:lnTo>
                <a:lnTo>
                  <a:pt x="98" y="512"/>
                </a:lnTo>
                <a:lnTo>
                  <a:pt x="106" y="519"/>
                </a:lnTo>
                <a:lnTo>
                  <a:pt x="114" y="526"/>
                </a:lnTo>
                <a:lnTo>
                  <a:pt x="123" y="533"/>
                </a:lnTo>
                <a:lnTo>
                  <a:pt x="131" y="539"/>
                </a:lnTo>
                <a:lnTo>
                  <a:pt x="141" y="545"/>
                </a:lnTo>
                <a:lnTo>
                  <a:pt x="150" y="551"/>
                </a:lnTo>
                <a:lnTo>
                  <a:pt x="160" y="557"/>
                </a:lnTo>
                <a:lnTo>
                  <a:pt x="169" y="563"/>
                </a:lnTo>
                <a:lnTo>
                  <a:pt x="179" y="568"/>
                </a:lnTo>
                <a:lnTo>
                  <a:pt x="190" y="573"/>
                </a:lnTo>
                <a:lnTo>
                  <a:pt x="200" y="578"/>
                </a:lnTo>
                <a:lnTo>
                  <a:pt x="211" y="582"/>
                </a:lnTo>
                <a:lnTo>
                  <a:pt x="221" y="586"/>
                </a:lnTo>
                <a:lnTo>
                  <a:pt x="232" y="590"/>
                </a:lnTo>
                <a:lnTo>
                  <a:pt x="243" y="594"/>
                </a:lnTo>
                <a:lnTo>
                  <a:pt x="255" y="597"/>
                </a:lnTo>
                <a:lnTo>
                  <a:pt x="266" y="600"/>
                </a:lnTo>
                <a:lnTo>
                  <a:pt x="277" y="603"/>
                </a:lnTo>
                <a:lnTo>
                  <a:pt x="289" y="606"/>
                </a:lnTo>
                <a:lnTo>
                  <a:pt x="301" y="608"/>
                </a:lnTo>
                <a:lnTo>
                  <a:pt x="312" y="610"/>
                </a:lnTo>
                <a:lnTo>
                  <a:pt x="324" y="612"/>
                </a:lnTo>
                <a:lnTo>
                  <a:pt x="336" y="613"/>
                </a:lnTo>
                <a:lnTo>
                  <a:pt x="348" y="614"/>
                </a:lnTo>
                <a:lnTo>
                  <a:pt x="360" y="615"/>
                </a:lnTo>
                <a:lnTo>
                  <a:pt x="372" y="615"/>
                </a:lnTo>
                <a:lnTo>
                  <a:pt x="384" y="615"/>
                </a:lnTo>
                <a:lnTo>
                  <a:pt x="396" y="615"/>
                </a:lnTo>
                <a:lnTo>
                  <a:pt x="408" y="615"/>
                </a:lnTo>
                <a:lnTo>
                  <a:pt x="420" y="614"/>
                </a:lnTo>
                <a:lnTo>
                  <a:pt x="432" y="613"/>
                </a:lnTo>
                <a:lnTo>
                  <a:pt x="443" y="612"/>
                </a:lnTo>
                <a:lnTo>
                  <a:pt x="455" y="610"/>
                </a:lnTo>
                <a:lnTo>
                  <a:pt x="467" y="608"/>
                </a:lnTo>
                <a:lnTo>
                  <a:pt x="479" y="606"/>
                </a:lnTo>
                <a:lnTo>
                  <a:pt x="490" y="603"/>
                </a:lnTo>
                <a:lnTo>
                  <a:pt x="502" y="600"/>
                </a:lnTo>
                <a:lnTo>
                  <a:pt x="513" y="597"/>
                </a:lnTo>
                <a:lnTo>
                  <a:pt x="524" y="594"/>
                </a:lnTo>
                <a:lnTo>
                  <a:pt x="535" y="590"/>
                </a:lnTo>
                <a:lnTo>
                  <a:pt x="546" y="586"/>
                </a:lnTo>
                <a:lnTo>
                  <a:pt x="557" y="582"/>
                </a:lnTo>
                <a:lnTo>
                  <a:pt x="568" y="578"/>
                </a:lnTo>
                <a:lnTo>
                  <a:pt x="578" y="573"/>
                </a:lnTo>
                <a:lnTo>
                  <a:pt x="588" y="568"/>
                </a:lnTo>
                <a:lnTo>
                  <a:pt x="598" y="563"/>
                </a:lnTo>
                <a:lnTo>
                  <a:pt x="608" y="557"/>
                </a:lnTo>
                <a:lnTo>
                  <a:pt x="618" y="551"/>
                </a:lnTo>
                <a:lnTo>
                  <a:pt x="627" y="545"/>
                </a:lnTo>
                <a:lnTo>
                  <a:pt x="636" y="539"/>
                </a:lnTo>
                <a:lnTo>
                  <a:pt x="645" y="533"/>
                </a:lnTo>
                <a:lnTo>
                  <a:pt x="654" y="526"/>
                </a:lnTo>
                <a:lnTo>
                  <a:pt x="662" y="519"/>
                </a:lnTo>
                <a:lnTo>
                  <a:pt x="670" y="512"/>
                </a:lnTo>
                <a:lnTo>
                  <a:pt x="678" y="504"/>
                </a:lnTo>
                <a:lnTo>
                  <a:pt x="685" y="497"/>
                </a:lnTo>
                <a:lnTo>
                  <a:pt x="692" y="489"/>
                </a:lnTo>
                <a:lnTo>
                  <a:pt x="699" y="481"/>
                </a:lnTo>
                <a:lnTo>
                  <a:pt x="706" y="473"/>
                </a:lnTo>
                <a:lnTo>
                  <a:pt x="712" y="465"/>
                </a:lnTo>
                <a:lnTo>
                  <a:pt x="718" y="456"/>
                </a:lnTo>
                <a:lnTo>
                  <a:pt x="724" y="447"/>
                </a:lnTo>
                <a:lnTo>
                  <a:pt x="729" y="439"/>
                </a:lnTo>
                <a:lnTo>
                  <a:pt x="734" y="430"/>
                </a:lnTo>
                <a:lnTo>
                  <a:pt x="739" y="421"/>
                </a:lnTo>
                <a:lnTo>
                  <a:pt x="743" y="412"/>
                </a:lnTo>
                <a:lnTo>
                  <a:pt x="748" y="403"/>
                </a:lnTo>
                <a:lnTo>
                  <a:pt x="751" y="394"/>
                </a:lnTo>
                <a:lnTo>
                  <a:pt x="754" y="385"/>
                </a:lnTo>
                <a:lnTo>
                  <a:pt x="757" y="375"/>
                </a:lnTo>
                <a:lnTo>
                  <a:pt x="760" y="366"/>
                </a:lnTo>
                <a:lnTo>
                  <a:pt x="762" y="356"/>
                </a:lnTo>
                <a:lnTo>
                  <a:pt x="763" y="347"/>
                </a:lnTo>
                <a:lnTo>
                  <a:pt x="765" y="337"/>
                </a:lnTo>
                <a:lnTo>
                  <a:pt x="766" y="328"/>
                </a:lnTo>
                <a:lnTo>
                  <a:pt x="766" y="318"/>
                </a:lnTo>
                <a:lnTo>
                  <a:pt x="766" y="308"/>
                </a:lnTo>
                <a:moveTo>
                  <a:pt x="769" y="308"/>
                </a:moveTo>
                <a:lnTo>
                  <a:pt x="768" y="318"/>
                </a:lnTo>
                <a:lnTo>
                  <a:pt x="768" y="328"/>
                </a:lnTo>
                <a:lnTo>
                  <a:pt x="767" y="337"/>
                </a:lnTo>
                <a:lnTo>
                  <a:pt x="766" y="347"/>
                </a:lnTo>
                <a:lnTo>
                  <a:pt x="764" y="357"/>
                </a:lnTo>
                <a:lnTo>
                  <a:pt x="762" y="366"/>
                </a:lnTo>
                <a:lnTo>
                  <a:pt x="759" y="376"/>
                </a:lnTo>
                <a:lnTo>
                  <a:pt x="757" y="385"/>
                </a:lnTo>
                <a:lnTo>
                  <a:pt x="753" y="394"/>
                </a:lnTo>
                <a:lnTo>
                  <a:pt x="750" y="404"/>
                </a:lnTo>
                <a:lnTo>
                  <a:pt x="746" y="413"/>
                </a:lnTo>
                <a:lnTo>
                  <a:pt x="741" y="422"/>
                </a:lnTo>
                <a:lnTo>
                  <a:pt x="736" y="431"/>
                </a:lnTo>
                <a:lnTo>
                  <a:pt x="731" y="439"/>
                </a:lnTo>
                <a:lnTo>
                  <a:pt x="726" y="448"/>
                </a:lnTo>
                <a:lnTo>
                  <a:pt x="720" y="457"/>
                </a:lnTo>
                <a:lnTo>
                  <a:pt x="714" y="466"/>
                </a:lnTo>
                <a:lnTo>
                  <a:pt x="708" y="474"/>
                </a:lnTo>
                <a:lnTo>
                  <a:pt x="701" y="482"/>
                </a:lnTo>
                <a:lnTo>
                  <a:pt x="694" y="490"/>
                </a:lnTo>
                <a:lnTo>
                  <a:pt x="687" y="498"/>
                </a:lnTo>
                <a:lnTo>
                  <a:pt x="680" y="506"/>
                </a:lnTo>
                <a:lnTo>
                  <a:pt x="672" y="513"/>
                </a:lnTo>
                <a:lnTo>
                  <a:pt x="664" y="520"/>
                </a:lnTo>
                <a:lnTo>
                  <a:pt x="655" y="527"/>
                </a:lnTo>
                <a:lnTo>
                  <a:pt x="647" y="534"/>
                </a:lnTo>
                <a:lnTo>
                  <a:pt x="638" y="540"/>
                </a:lnTo>
                <a:lnTo>
                  <a:pt x="628" y="547"/>
                </a:lnTo>
                <a:lnTo>
                  <a:pt x="619" y="553"/>
                </a:lnTo>
                <a:lnTo>
                  <a:pt x="609" y="558"/>
                </a:lnTo>
                <a:lnTo>
                  <a:pt x="600" y="564"/>
                </a:lnTo>
                <a:lnTo>
                  <a:pt x="589" y="569"/>
                </a:lnTo>
                <a:lnTo>
                  <a:pt x="579" y="574"/>
                </a:lnTo>
                <a:lnTo>
                  <a:pt x="569" y="579"/>
                </a:lnTo>
                <a:lnTo>
                  <a:pt x="558" y="584"/>
                </a:lnTo>
                <a:lnTo>
                  <a:pt x="547" y="588"/>
                </a:lnTo>
                <a:lnTo>
                  <a:pt x="536" y="592"/>
                </a:lnTo>
                <a:lnTo>
                  <a:pt x="525" y="596"/>
                </a:lnTo>
                <a:lnTo>
                  <a:pt x="514" y="599"/>
                </a:lnTo>
                <a:lnTo>
                  <a:pt x="502" y="602"/>
                </a:lnTo>
                <a:lnTo>
                  <a:pt x="491" y="605"/>
                </a:lnTo>
                <a:lnTo>
                  <a:pt x="479" y="608"/>
                </a:lnTo>
                <a:lnTo>
                  <a:pt x="468" y="610"/>
                </a:lnTo>
                <a:lnTo>
                  <a:pt x="456" y="612"/>
                </a:lnTo>
                <a:lnTo>
                  <a:pt x="444" y="614"/>
                </a:lnTo>
                <a:lnTo>
                  <a:pt x="432" y="615"/>
                </a:lnTo>
                <a:lnTo>
                  <a:pt x="420" y="616"/>
                </a:lnTo>
                <a:lnTo>
                  <a:pt x="408" y="617"/>
                </a:lnTo>
                <a:lnTo>
                  <a:pt x="396" y="617"/>
                </a:lnTo>
                <a:lnTo>
                  <a:pt x="384" y="617"/>
                </a:lnTo>
                <a:lnTo>
                  <a:pt x="372" y="617"/>
                </a:lnTo>
                <a:lnTo>
                  <a:pt x="360" y="617"/>
                </a:lnTo>
                <a:lnTo>
                  <a:pt x="348" y="616"/>
                </a:lnTo>
                <a:lnTo>
                  <a:pt x="336" y="615"/>
                </a:lnTo>
                <a:lnTo>
                  <a:pt x="324" y="614"/>
                </a:lnTo>
                <a:lnTo>
                  <a:pt x="312" y="612"/>
                </a:lnTo>
                <a:lnTo>
                  <a:pt x="300" y="610"/>
                </a:lnTo>
                <a:lnTo>
                  <a:pt x="288" y="608"/>
                </a:lnTo>
                <a:lnTo>
                  <a:pt x="277" y="605"/>
                </a:lnTo>
                <a:lnTo>
                  <a:pt x="265" y="602"/>
                </a:lnTo>
                <a:lnTo>
                  <a:pt x="254" y="599"/>
                </a:lnTo>
                <a:lnTo>
                  <a:pt x="242" y="596"/>
                </a:lnTo>
                <a:lnTo>
                  <a:pt x="231" y="592"/>
                </a:lnTo>
                <a:lnTo>
                  <a:pt x="220" y="588"/>
                </a:lnTo>
                <a:lnTo>
                  <a:pt x="210" y="584"/>
                </a:lnTo>
                <a:lnTo>
                  <a:pt x="199" y="579"/>
                </a:lnTo>
                <a:lnTo>
                  <a:pt x="188" y="574"/>
                </a:lnTo>
                <a:lnTo>
                  <a:pt x="178" y="569"/>
                </a:lnTo>
                <a:lnTo>
                  <a:pt x="168" y="564"/>
                </a:lnTo>
                <a:lnTo>
                  <a:pt x="158" y="558"/>
                </a:lnTo>
                <a:lnTo>
                  <a:pt x="149" y="553"/>
                </a:lnTo>
                <a:lnTo>
                  <a:pt x="139" y="547"/>
                </a:lnTo>
                <a:lnTo>
                  <a:pt x="130" y="540"/>
                </a:lnTo>
                <a:lnTo>
                  <a:pt x="121" y="534"/>
                </a:lnTo>
                <a:lnTo>
                  <a:pt x="112" y="527"/>
                </a:lnTo>
                <a:lnTo>
                  <a:pt x="104" y="520"/>
                </a:lnTo>
                <a:lnTo>
                  <a:pt x="96" y="513"/>
                </a:lnTo>
                <a:lnTo>
                  <a:pt x="88" y="506"/>
                </a:lnTo>
                <a:lnTo>
                  <a:pt x="80" y="498"/>
                </a:lnTo>
                <a:lnTo>
                  <a:pt x="73" y="490"/>
                </a:lnTo>
                <a:lnTo>
                  <a:pt x="66" y="482"/>
                </a:lnTo>
                <a:lnTo>
                  <a:pt x="60" y="474"/>
                </a:lnTo>
                <a:lnTo>
                  <a:pt x="53" y="466"/>
                </a:lnTo>
                <a:lnTo>
                  <a:pt x="47" y="457"/>
                </a:lnTo>
                <a:lnTo>
                  <a:pt x="42" y="448"/>
                </a:lnTo>
                <a:lnTo>
                  <a:pt x="36" y="439"/>
                </a:lnTo>
                <a:lnTo>
                  <a:pt x="32" y="431"/>
                </a:lnTo>
                <a:lnTo>
                  <a:pt x="27" y="422"/>
                </a:lnTo>
                <a:lnTo>
                  <a:pt x="23" y="413"/>
                </a:lnTo>
                <a:lnTo>
                  <a:pt x="19" y="404"/>
                </a:lnTo>
                <a:lnTo>
                  <a:pt x="15" y="394"/>
                </a:lnTo>
                <a:lnTo>
                  <a:pt x="12" y="385"/>
                </a:lnTo>
                <a:lnTo>
                  <a:pt x="9" y="376"/>
                </a:lnTo>
                <a:lnTo>
                  <a:pt x="7" y="366"/>
                </a:lnTo>
                <a:lnTo>
                  <a:pt x="5" y="357"/>
                </a:lnTo>
                <a:lnTo>
                  <a:pt x="3" y="347"/>
                </a:lnTo>
                <a:lnTo>
                  <a:pt x="2" y="337"/>
                </a:lnTo>
                <a:lnTo>
                  <a:pt x="1" y="328"/>
                </a:lnTo>
                <a:lnTo>
                  <a:pt x="0" y="318"/>
                </a:lnTo>
                <a:lnTo>
                  <a:pt x="0" y="308"/>
                </a:lnTo>
                <a:lnTo>
                  <a:pt x="0" y="299"/>
                </a:lnTo>
                <a:lnTo>
                  <a:pt x="1" y="289"/>
                </a:lnTo>
                <a:lnTo>
                  <a:pt x="2" y="279"/>
                </a:lnTo>
                <a:lnTo>
                  <a:pt x="3" y="270"/>
                </a:lnTo>
                <a:lnTo>
                  <a:pt x="5" y="260"/>
                </a:lnTo>
                <a:lnTo>
                  <a:pt x="7" y="251"/>
                </a:lnTo>
                <a:lnTo>
                  <a:pt x="9" y="241"/>
                </a:lnTo>
                <a:lnTo>
                  <a:pt x="12" y="232"/>
                </a:lnTo>
                <a:lnTo>
                  <a:pt x="15" y="222"/>
                </a:lnTo>
                <a:lnTo>
                  <a:pt x="19" y="213"/>
                </a:lnTo>
                <a:lnTo>
                  <a:pt x="23" y="204"/>
                </a:lnTo>
                <a:lnTo>
                  <a:pt x="27" y="195"/>
                </a:lnTo>
                <a:lnTo>
                  <a:pt x="32" y="186"/>
                </a:lnTo>
                <a:lnTo>
                  <a:pt x="36" y="177"/>
                </a:lnTo>
                <a:lnTo>
                  <a:pt x="42" y="169"/>
                </a:lnTo>
                <a:lnTo>
                  <a:pt x="47" y="160"/>
                </a:lnTo>
                <a:lnTo>
                  <a:pt x="53" y="152"/>
                </a:lnTo>
                <a:lnTo>
                  <a:pt x="60" y="143"/>
                </a:lnTo>
                <a:lnTo>
                  <a:pt x="66" y="135"/>
                </a:lnTo>
                <a:lnTo>
                  <a:pt x="73" y="127"/>
                </a:lnTo>
                <a:lnTo>
                  <a:pt x="80" y="120"/>
                </a:lnTo>
                <a:lnTo>
                  <a:pt x="88" y="112"/>
                </a:lnTo>
                <a:lnTo>
                  <a:pt x="96" y="105"/>
                </a:lnTo>
                <a:lnTo>
                  <a:pt x="104" y="98"/>
                </a:lnTo>
                <a:lnTo>
                  <a:pt x="112" y="91"/>
                </a:lnTo>
                <a:lnTo>
                  <a:pt x="121" y="84"/>
                </a:lnTo>
                <a:lnTo>
                  <a:pt x="130" y="77"/>
                </a:lnTo>
                <a:lnTo>
                  <a:pt x="139" y="71"/>
                </a:lnTo>
                <a:lnTo>
                  <a:pt x="149" y="65"/>
                </a:lnTo>
                <a:lnTo>
                  <a:pt x="158" y="59"/>
                </a:lnTo>
                <a:lnTo>
                  <a:pt x="168" y="54"/>
                </a:lnTo>
                <a:lnTo>
                  <a:pt x="178" y="48"/>
                </a:lnTo>
                <a:lnTo>
                  <a:pt x="188" y="43"/>
                </a:lnTo>
                <a:lnTo>
                  <a:pt x="199" y="39"/>
                </a:lnTo>
                <a:lnTo>
                  <a:pt x="210" y="34"/>
                </a:lnTo>
                <a:lnTo>
                  <a:pt x="220" y="30"/>
                </a:lnTo>
                <a:lnTo>
                  <a:pt x="231" y="26"/>
                </a:lnTo>
                <a:lnTo>
                  <a:pt x="242" y="22"/>
                </a:lnTo>
                <a:lnTo>
                  <a:pt x="254" y="19"/>
                </a:lnTo>
                <a:lnTo>
                  <a:pt x="265" y="16"/>
                </a:lnTo>
                <a:lnTo>
                  <a:pt x="277" y="13"/>
                </a:lnTo>
                <a:lnTo>
                  <a:pt x="288" y="10"/>
                </a:lnTo>
                <a:lnTo>
                  <a:pt x="300" y="8"/>
                </a:lnTo>
                <a:lnTo>
                  <a:pt x="312" y="6"/>
                </a:lnTo>
                <a:lnTo>
                  <a:pt x="324" y="4"/>
                </a:lnTo>
                <a:lnTo>
                  <a:pt x="336" y="3"/>
                </a:lnTo>
                <a:lnTo>
                  <a:pt x="348" y="2"/>
                </a:lnTo>
                <a:lnTo>
                  <a:pt x="360" y="1"/>
                </a:lnTo>
                <a:lnTo>
                  <a:pt x="372" y="1"/>
                </a:lnTo>
                <a:lnTo>
                  <a:pt x="384" y="0"/>
                </a:lnTo>
                <a:lnTo>
                  <a:pt x="396" y="1"/>
                </a:lnTo>
                <a:lnTo>
                  <a:pt x="408" y="1"/>
                </a:lnTo>
                <a:lnTo>
                  <a:pt x="420" y="2"/>
                </a:lnTo>
                <a:lnTo>
                  <a:pt x="432" y="3"/>
                </a:lnTo>
                <a:lnTo>
                  <a:pt x="444" y="4"/>
                </a:lnTo>
                <a:lnTo>
                  <a:pt x="456" y="6"/>
                </a:lnTo>
                <a:lnTo>
                  <a:pt x="468" y="8"/>
                </a:lnTo>
                <a:lnTo>
                  <a:pt x="479" y="10"/>
                </a:lnTo>
                <a:lnTo>
                  <a:pt x="491" y="13"/>
                </a:lnTo>
                <a:lnTo>
                  <a:pt x="502" y="16"/>
                </a:lnTo>
                <a:lnTo>
                  <a:pt x="514" y="19"/>
                </a:lnTo>
                <a:lnTo>
                  <a:pt x="525" y="22"/>
                </a:lnTo>
                <a:lnTo>
                  <a:pt x="536" y="26"/>
                </a:lnTo>
                <a:lnTo>
                  <a:pt x="547" y="30"/>
                </a:lnTo>
                <a:lnTo>
                  <a:pt x="558" y="34"/>
                </a:lnTo>
                <a:lnTo>
                  <a:pt x="569" y="39"/>
                </a:lnTo>
                <a:lnTo>
                  <a:pt x="579" y="43"/>
                </a:lnTo>
                <a:lnTo>
                  <a:pt x="589" y="48"/>
                </a:lnTo>
                <a:lnTo>
                  <a:pt x="600" y="54"/>
                </a:lnTo>
                <a:lnTo>
                  <a:pt x="609" y="59"/>
                </a:lnTo>
                <a:lnTo>
                  <a:pt x="619" y="65"/>
                </a:lnTo>
                <a:lnTo>
                  <a:pt x="628" y="71"/>
                </a:lnTo>
                <a:lnTo>
                  <a:pt x="638" y="77"/>
                </a:lnTo>
                <a:lnTo>
                  <a:pt x="647" y="84"/>
                </a:lnTo>
                <a:lnTo>
                  <a:pt x="655" y="91"/>
                </a:lnTo>
                <a:lnTo>
                  <a:pt x="664" y="98"/>
                </a:lnTo>
                <a:lnTo>
                  <a:pt x="672" y="105"/>
                </a:lnTo>
                <a:lnTo>
                  <a:pt x="680" y="112"/>
                </a:lnTo>
                <a:lnTo>
                  <a:pt x="687" y="120"/>
                </a:lnTo>
                <a:lnTo>
                  <a:pt x="694" y="127"/>
                </a:lnTo>
                <a:lnTo>
                  <a:pt x="701" y="135"/>
                </a:lnTo>
                <a:lnTo>
                  <a:pt x="708" y="143"/>
                </a:lnTo>
                <a:lnTo>
                  <a:pt x="714" y="152"/>
                </a:lnTo>
                <a:lnTo>
                  <a:pt x="720" y="160"/>
                </a:lnTo>
                <a:lnTo>
                  <a:pt x="726" y="169"/>
                </a:lnTo>
                <a:lnTo>
                  <a:pt x="731" y="177"/>
                </a:lnTo>
                <a:lnTo>
                  <a:pt x="736" y="186"/>
                </a:lnTo>
                <a:lnTo>
                  <a:pt x="741" y="195"/>
                </a:lnTo>
                <a:lnTo>
                  <a:pt x="746" y="204"/>
                </a:lnTo>
                <a:lnTo>
                  <a:pt x="750" y="213"/>
                </a:lnTo>
                <a:lnTo>
                  <a:pt x="753" y="222"/>
                </a:lnTo>
                <a:lnTo>
                  <a:pt x="757" y="232"/>
                </a:lnTo>
                <a:lnTo>
                  <a:pt x="759" y="241"/>
                </a:lnTo>
                <a:lnTo>
                  <a:pt x="762" y="251"/>
                </a:lnTo>
                <a:lnTo>
                  <a:pt x="764" y="260"/>
                </a:lnTo>
                <a:lnTo>
                  <a:pt x="766" y="270"/>
                </a:lnTo>
                <a:lnTo>
                  <a:pt x="767" y="279"/>
                </a:lnTo>
                <a:lnTo>
                  <a:pt x="768" y="289"/>
                </a:lnTo>
                <a:lnTo>
                  <a:pt x="768" y="299"/>
                </a:lnTo>
                <a:lnTo>
                  <a:pt x="769" y="308"/>
                </a:lnTo>
                <a:close/>
              </a:path>
            </a:pathLst>
          </a:custGeom>
          <a:solidFill>
            <a:srgbClr val="ffba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6" name=""/>
          <p:cNvSpPr/>
          <p:nvPr/>
        </p:nvSpPr>
        <p:spPr>
          <a:xfrm>
            <a:off x="4839840" y="1716480"/>
            <a:ext cx="278280" cy="223200"/>
          </a:xfrm>
          <a:custGeom>
            <a:avLst/>
            <a:gdLst/>
            <a:ahLst/>
            <a:rect l="0" t="0" r="r" b="b"/>
            <a:pathLst>
              <a:path w="773" h="620">
                <a:moveTo>
                  <a:pt x="771" y="309"/>
                </a:moveTo>
                <a:lnTo>
                  <a:pt x="770" y="300"/>
                </a:lnTo>
                <a:lnTo>
                  <a:pt x="770" y="290"/>
                </a:lnTo>
                <a:lnTo>
                  <a:pt x="769" y="280"/>
                </a:lnTo>
                <a:lnTo>
                  <a:pt x="768" y="271"/>
                </a:lnTo>
                <a:lnTo>
                  <a:pt x="766" y="261"/>
                </a:lnTo>
                <a:lnTo>
                  <a:pt x="764" y="252"/>
                </a:lnTo>
                <a:lnTo>
                  <a:pt x="761" y="242"/>
                </a:lnTo>
                <a:lnTo>
                  <a:pt x="759" y="233"/>
                </a:lnTo>
                <a:lnTo>
                  <a:pt x="755" y="223"/>
                </a:lnTo>
                <a:lnTo>
                  <a:pt x="752" y="214"/>
                </a:lnTo>
                <a:lnTo>
                  <a:pt x="748" y="205"/>
                </a:lnTo>
                <a:lnTo>
                  <a:pt x="744" y="196"/>
                </a:lnTo>
                <a:lnTo>
                  <a:pt x="739" y="187"/>
                </a:lnTo>
                <a:lnTo>
                  <a:pt x="734" y="178"/>
                </a:lnTo>
                <a:lnTo>
                  <a:pt x="729" y="170"/>
                </a:lnTo>
                <a:lnTo>
                  <a:pt x="723" y="161"/>
                </a:lnTo>
                <a:lnTo>
                  <a:pt x="717" y="153"/>
                </a:lnTo>
                <a:lnTo>
                  <a:pt x="711" y="144"/>
                </a:lnTo>
                <a:lnTo>
                  <a:pt x="704" y="136"/>
                </a:lnTo>
                <a:lnTo>
                  <a:pt x="697" y="128"/>
                </a:lnTo>
                <a:lnTo>
                  <a:pt x="690" y="121"/>
                </a:lnTo>
                <a:lnTo>
                  <a:pt x="683" y="113"/>
                </a:lnTo>
                <a:lnTo>
                  <a:pt x="675" y="106"/>
                </a:lnTo>
                <a:lnTo>
                  <a:pt x="667" y="99"/>
                </a:lnTo>
                <a:lnTo>
                  <a:pt x="658" y="92"/>
                </a:lnTo>
                <a:lnTo>
                  <a:pt x="650" y="85"/>
                </a:lnTo>
                <a:lnTo>
                  <a:pt x="641" y="78"/>
                </a:lnTo>
                <a:lnTo>
                  <a:pt x="631" y="72"/>
                </a:lnTo>
                <a:lnTo>
                  <a:pt x="622" y="66"/>
                </a:lnTo>
                <a:lnTo>
                  <a:pt x="612" y="60"/>
                </a:lnTo>
                <a:lnTo>
                  <a:pt x="603" y="55"/>
                </a:lnTo>
                <a:lnTo>
                  <a:pt x="592" y="49"/>
                </a:lnTo>
                <a:lnTo>
                  <a:pt x="582" y="44"/>
                </a:lnTo>
                <a:lnTo>
                  <a:pt x="572" y="40"/>
                </a:lnTo>
                <a:lnTo>
                  <a:pt x="561" y="35"/>
                </a:lnTo>
                <a:lnTo>
                  <a:pt x="550" y="31"/>
                </a:lnTo>
                <a:lnTo>
                  <a:pt x="539" y="27"/>
                </a:lnTo>
                <a:lnTo>
                  <a:pt x="528" y="23"/>
                </a:lnTo>
                <a:lnTo>
                  <a:pt x="517" y="20"/>
                </a:lnTo>
                <a:lnTo>
                  <a:pt x="505" y="17"/>
                </a:lnTo>
                <a:lnTo>
                  <a:pt x="494" y="14"/>
                </a:lnTo>
                <a:lnTo>
                  <a:pt x="482" y="11"/>
                </a:lnTo>
                <a:lnTo>
                  <a:pt x="471" y="9"/>
                </a:lnTo>
                <a:lnTo>
                  <a:pt x="459" y="7"/>
                </a:lnTo>
                <a:lnTo>
                  <a:pt x="447" y="5"/>
                </a:lnTo>
                <a:lnTo>
                  <a:pt x="435" y="4"/>
                </a:lnTo>
                <a:lnTo>
                  <a:pt x="423" y="3"/>
                </a:lnTo>
                <a:lnTo>
                  <a:pt x="411" y="2"/>
                </a:lnTo>
                <a:lnTo>
                  <a:pt x="399" y="2"/>
                </a:lnTo>
                <a:lnTo>
                  <a:pt x="387" y="1"/>
                </a:lnTo>
                <a:lnTo>
                  <a:pt x="375" y="2"/>
                </a:lnTo>
                <a:lnTo>
                  <a:pt x="363" y="2"/>
                </a:lnTo>
                <a:lnTo>
                  <a:pt x="351" y="3"/>
                </a:lnTo>
                <a:lnTo>
                  <a:pt x="339" y="4"/>
                </a:lnTo>
                <a:lnTo>
                  <a:pt x="327" y="5"/>
                </a:lnTo>
                <a:lnTo>
                  <a:pt x="315" y="7"/>
                </a:lnTo>
                <a:lnTo>
                  <a:pt x="303" y="9"/>
                </a:lnTo>
                <a:lnTo>
                  <a:pt x="291" y="11"/>
                </a:lnTo>
                <a:lnTo>
                  <a:pt x="280" y="14"/>
                </a:lnTo>
                <a:lnTo>
                  <a:pt x="268" y="17"/>
                </a:lnTo>
                <a:lnTo>
                  <a:pt x="257" y="20"/>
                </a:lnTo>
                <a:lnTo>
                  <a:pt x="245" y="23"/>
                </a:lnTo>
                <a:lnTo>
                  <a:pt x="234" y="27"/>
                </a:lnTo>
                <a:lnTo>
                  <a:pt x="223" y="31"/>
                </a:lnTo>
                <a:lnTo>
                  <a:pt x="213" y="35"/>
                </a:lnTo>
                <a:lnTo>
                  <a:pt x="202" y="40"/>
                </a:lnTo>
                <a:lnTo>
                  <a:pt x="191" y="44"/>
                </a:lnTo>
                <a:lnTo>
                  <a:pt x="181" y="49"/>
                </a:lnTo>
                <a:lnTo>
                  <a:pt x="171" y="55"/>
                </a:lnTo>
                <a:lnTo>
                  <a:pt x="161" y="60"/>
                </a:lnTo>
                <a:lnTo>
                  <a:pt x="152" y="66"/>
                </a:lnTo>
                <a:lnTo>
                  <a:pt x="142" y="72"/>
                </a:lnTo>
                <a:lnTo>
                  <a:pt x="133" y="78"/>
                </a:lnTo>
                <a:lnTo>
                  <a:pt x="124" y="85"/>
                </a:lnTo>
                <a:lnTo>
                  <a:pt x="115" y="92"/>
                </a:lnTo>
                <a:lnTo>
                  <a:pt x="107" y="99"/>
                </a:lnTo>
                <a:lnTo>
                  <a:pt x="99" y="106"/>
                </a:lnTo>
                <a:lnTo>
                  <a:pt x="91" y="113"/>
                </a:lnTo>
                <a:lnTo>
                  <a:pt x="83" y="121"/>
                </a:lnTo>
                <a:lnTo>
                  <a:pt x="76" y="128"/>
                </a:lnTo>
                <a:lnTo>
                  <a:pt x="69" y="136"/>
                </a:lnTo>
                <a:lnTo>
                  <a:pt x="62" y="144"/>
                </a:lnTo>
                <a:lnTo>
                  <a:pt x="55" y="153"/>
                </a:lnTo>
                <a:lnTo>
                  <a:pt x="49" y="161"/>
                </a:lnTo>
                <a:lnTo>
                  <a:pt x="44" y="170"/>
                </a:lnTo>
                <a:lnTo>
                  <a:pt x="38" y="178"/>
                </a:lnTo>
                <a:lnTo>
                  <a:pt x="34" y="187"/>
                </a:lnTo>
                <a:lnTo>
                  <a:pt x="29" y="196"/>
                </a:lnTo>
                <a:lnTo>
                  <a:pt x="25" y="205"/>
                </a:lnTo>
                <a:lnTo>
                  <a:pt x="21" y="214"/>
                </a:lnTo>
                <a:lnTo>
                  <a:pt x="17" y="223"/>
                </a:lnTo>
                <a:lnTo>
                  <a:pt x="14" y="233"/>
                </a:lnTo>
                <a:lnTo>
                  <a:pt x="11" y="242"/>
                </a:lnTo>
                <a:lnTo>
                  <a:pt x="9" y="252"/>
                </a:lnTo>
                <a:lnTo>
                  <a:pt x="7" y="261"/>
                </a:lnTo>
                <a:lnTo>
                  <a:pt x="5" y="271"/>
                </a:lnTo>
                <a:lnTo>
                  <a:pt x="4" y="280"/>
                </a:lnTo>
                <a:lnTo>
                  <a:pt x="3" y="290"/>
                </a:lnTo>
                <a:lnTo>
                  <a:pt x="2" y="300"/>
                </a:lnTo>
                <a:lnTo>
                  <a:pt x="2" y="309"/>
                </a:lnTo>
                <a:lnTo>
                  <a:pt x="2" y="319"/>
                </a:lnTo>
                <a:lnTo>
                  <a:pt x="3" y="329"/>
                </a:lnTo>
                <a:lnTo>
                  <a:pt x="4" y="338"/>
                </a:lnTo>
                <a:lnTo>
                  <a:pt x="5" y="348"/>
                </a:lnTo>
                <a:lnTo>
                  <a:pt x="7" y="358"/>
                </a:lnTo>
                <a:lnTo>
                  <a:pt x="9" y="367"/>
                </a:lnTo>
                <a:lnTo>
                  <a:pt x="11" y="377"/>
                </a:lnTo>
                <a:lnTo>
                  <a:pt x="14" y="386"/>
                </a:lnTo>
                <a:lnTo>
                  <a:pt x="17" y="395"/>
                </a:lnTo>
                <a:lnTo>
                  <a:pt x="21" y="405"/>
                </a:lnTo>
                <a:lnTo>
                  <a:pt x="25" y="414"/>
                </a:lnTo>
                <a:lnTo>
                  <a:pt x="29" y="423"/>
                </a:lnTo>
                <a:lnTo>
                  <a:pt x="34" y="432"/>
                </a:lnTo>
                <a:lnTo>
                  <a:pt x="38" y="440"/>
                </a:lnTo>
                <a:lnTo>
                  <a:pt x="44" y="449"/>
                </a:lnTo>
                <a:lnTo>
                  <a:pt x="49" y="458"/>
                </a:lnTo>
                <a:lnTo>
                  <a:pt x="55" y="466"/>
                </a:lnTo>
                <a:lnTo>
                  <a:pt x="62" y="474"/>
                </a:lnTo>
                <a:lnTo>
                  <a:pt x="69" y="482"/>
                </a:lnTo>
                <a:lnTo>
                  <a:pt x="76" y="490"/>
                </a:lnTo>
                <a:lnTo>
                  <a:pt x="83" y="499"/>
                </a:lnTo>
                <a:lnTo>
                  <a:pt x="91" y="507"/>
                </a:lnTo>
                <a:lnTo>
                  <a:pt x="99" y="514"/>
                </a:lnTo>
                <a:lnTo>
                  <a:pt x="107" y="521"/>
                </a:lnTo>
                <a:lnTo>
                  <a:pt x="115" y="528"/>
                </a:lnTo>
                <a:lnTo>
                  <a:pt x="124" y="535"/>
                </a:lnTo>
                <a:lnTo>
                  <a:pt x="133" y="541"/>
                </a:lnTo>
                <a:lnTo>
                  <a:pt x="142" y="548"/>
                </a:lnTo>
                <a:lnTo>
                  <a:pt x="152" y="554"/>
                </a:lnTo>
                <a:lnTo>
                  <a:pt x="161" y="559"/>
                </a:lnTo>
                <a:lnTo>
                  <a:pt x="171" y="565"/>
                </a:lnTo>
                <a:lnTo>
                  <a:pt x="181" y="570"/>
                </a:lnTo>
                <a:lnTo>
                  <a:pt x="191" y="575"/>
                </a:lnTo>
                <a:lnTo>
                  <a:pt x="202" y="580"/>
                </a:lnTo>
                <a:lnTo>
                  <a:pt x="213" y="585"/>
                </a:lnTo>
                <a:lnTo>
                  <a:pt x="223" y="589"/>
                </a:lnTo>
                <a:lnTo>
                  <a:pt x="234" y="593"/>
                </a:lnTo>
                <a:lnTo>
                  <a:pt x="245" y="597"/>
                </a:lnTo>
                <a:lnTo>
                  <a:pt x="257" y="600"/>
                </a:lnTo>
                <a:lnTo>
                  <a:pt x="268" y="603"/>
                </a:lnTo>
                <a:lnTo>
                  <a:pt x="280" y="606"/>
                </a:lnTo>
                <a:lnTo>
                  <a:pt x="291" y="609"/>
                </a:lnTo>
                <a:lnTo>
                  <a:pt x="303" y="611"/>
                </a:lnTo>
                <a:lnTo>
                  <a:pt x="315" y="613"/>
                </a:lnTo>
                <a:lnTo>
                  <a:pt x="327" y="615"/>
                </a:lnTo>
                <a:lnTo>
                  <a:pt x="339" y="616"/>
                </a:lnTo>
                <a:lnTo>
                  <a:pt x="351" y="617"/>
                </a:lnTo>
                <a:lnTo>
                  <a:pt x="363" y="618"/>
                </a:lnTo>
                <a:lnTo>
                  <a:pt x="375" y="618"/>
                </a:lnTo>
                <a:lnTo>
                  <a:pt x="387" y="618"/>
                </a:lnTo>
                <a:lnTo>
                  <a:pt x="399" y="618"/>
                </a:lnTo>
                <a:lnTo>
                  <a:pt x="411" y="618"/>
                </a:lnTo>
                <a:lnTo>
                  <a:pt x="423" y="617"/>
                </a:lnTo>
                <a:lnTo>
                  <a:pt x="435" y="616"/>
                </a:lnTo>
                <a:lnTo>
                  <a:pt x="447" y="615"/>
                </a:lnTo>
                <a:lnTo>
                  <a:pt x="459" y="613"/>
                </a:lnTo>
                <a:lnTo>
                  <a:pt x="471" y="611"/>
                </a:lnTo>
                <a:lnTo>
                  <a:pt x="482" y="609"/>
                </a:lnTo>
                <a:lnTo>
                  <a:pt x="494" y="606"/>
                </a:lnTo>
                <a:lnTo>
                  <a:pt x="505" y="603"/>
                </a:lnTo>
                <a:lnTo>
                  <a:pt x="517" y="600"/>
                </a:lnTo>
                <a:lnTo>
                  <a:pt x="528" y="597"/>
                </a:lnTo>
                <a:lnTo>
                  <a:pt x="539" y="593"/>
                </a:lnTo>
                <a:lnTo>
                  <a:pt x="550" y="589"/>
                </a:lnTo>
                <a:lnTo>
                  <a:pt x="561" y="585"/>
                </a:lnTo>
                <a:lnTo>
                  <a:pt x="572" y="580"/>
                </a:lnTo>
                <a:lnTo>
                  <a:pt x="582" y="575"/>
                </a:lnTo>
                <a:lnTo>
                  <a:pt x="592" y="570"/>
                </a:lnTo>
                <a:lnTo>
                  <a:pt x="603" y="565"/>
                </a:lnTo>
                <a:lnTo>
                  <a:pt x="612" y="559"/>
                </a:lnTo>
                <a:lnTo>
                  <a:pt x="622" y="554"/>
                </a:lnTo>
                <a:lnTo>
                  <a:pt x="631" y="548"/>
                </a:lnTo>
                <a:lnTo>
                  <a:pt x="641" y="541"/>
                </a:lnTo>
                <a:lnTo>
                  <a:pt x="650" y="535"/>
                </a:lnTo>
                <a:lnTo>
                  <a:pt x="658" y="528"/>
                </a:lnTo>
                <a:lnTo>
                  <a:pt x="667" y="521"/>
                </a:lnTo>
                <a:lnTo>
                  <a:pt x="675" y="514"/>
                </a:lnTo>
                <a:lnTo>
                  <a:pt x="683" y="507"/>
                </a:lnTo>
                <a:lnTo>
                  <a:pt x="690" y="499"/>
                </a:lnTo>
                <a:lnTo>
                  <a:pt x="697" y="490"/>
                </a:lnTo>
                <a:lnTo>
                  <a:pt x="704" y="482"/>
                </a:lnTo>
                <a:lnTo>
                  <a:pt x="711" y="474"/>
                </a:lnTo>
                <a:lnTo>
                  <a:pt x="717" y="466"/>
                </a:lnTo>
                <a:lnTo>
                  <a:pt x="723" y="458"/>
                </a:lnTo>
                <a:lnTo>
                  <a:pt x="729" y="449"/>
                </a:lnTo>
                <a:lnTo>
                  <a:pt x="734" y="440"/>
                </a:lnTo>
                <a:lnTo>
                  <a:pt x="739" y="432"/>
                </a:lnTo>
                <a:lnTo>
                  <a:pt x="744" y="423"/>
                </a:lnTo>
                <a:lnTo>
                  <a:pt x="748" y="414"/>
                </a:lnTo>
                <a:lnTo>
                  <a:pt x="752" y="405"/>
                </a:lnTo>
                <a:lnTo>
                  <a:pt x="755" y="395"/>
                </a:lnTo>
                <a:lnTo>
                  <a:pt x="759" y="386"/>
                </a:lnTo>
                <a:lnTo>
                  <a:pt x="761" y="377"/>
                </a:lnTo>
                <a:lnTo>
                  <a:pt x="764" y="367"/>
                </a:lnTo>
                <a:lnTo>
                  <a:pt x="766" y="358"/>
                </a:lnTo>
                <a:lnTo>
                  <a:pt x="768" y="348"/>
                </a:lnTo>
                <a:lnTo>
                  <a:pt x="769" y="338"/>
                </a:lnTo>
                <a:lnTo>
                  <a:pt x="770" y="329"/>
                </a:lnTo>
                <a:lnTo>
                  <a:pt x="770" y="319"/>
                </a:lnTo>
                <a:lnTo>
                  <a:pt x="771" y="309"/>
                </a:lnTo>
                <a:moveTo>
                  <a:pt x="773" y="309"/>
                </a:moveTo>
                <a:lnTo>
                  <a:pt x="773" y="319"/>
                </a:lnTo>
                <a:lnTo>
                  <a:pt x="772" y="329"/>
                </a:lnTo>
                <a:lnTo>
                  <a:pt x="771" y="339"/>
                </a:lnTo>
                <a:lnTo>
                  <a:pt x="770" y="348"/>
                </a:lnTo>
                <a:lnTo>
                  <a:pt x="768" y="358"/>
                </a:lnTo>
                <a:lnTo>
                  <a:pt x="766" y="367"/>
                </a:lnTo>
                <a:lnTo>
                  <a:pt x="764" y="377"/>
                </a:lnTo>
                <a:lnTo>
                  <a:pt x="761" y="386"/>
                </a:lnTo>
                <a:lnTo>
                  <a:pt x="758" y="396"/>
                </a:lnTo>
                <a:lnTo>
                  <a:pt x="754" y="405"/>
                </a:lnTo>
                <a:lnTo>
                  <a:pt x="750" y="414"/>
                </a:lnTo>
                <a:lnTo>
                  <a:pt x="746" y="423"/>
                </a:lnTo>
                <a:lnTo>
                  <a:pt x="741" y="432"/>
                </a:lnTo>
                <a:lnTo>
                  <a:pt x="736" y="441"/>
                </a:lnTo>
                <a:lnTo>
                  <a:pt x="731" y="450"/>
                </a:lnTo>
                <a:lnTo>
                  <a:pt x="725" y="459"/>
                </a:lnTo>
                <a:lnTo>
                  <a:pt x="719" y="467"/>
                </a:lnTo>
                <a:lnTo>
                  <a:pt x="713" y="475"/>
                </a:lnTo>
                <a:lnTo>
                  <a:pt x="706" y="483"/>
                </a:lnTo>
                <a:lnTo>
                  <a:pt x="699" y="491"/>
                </a:lnTo>
                <a:lnTo>
                  <a:pt x="692" y="500"/>
                </a:lnTo>
                <a:lnTo>
                  <a:pt x="684" y="508"/>
                </a:lnTo>
                <a:lnTo>
                  <a:pt x="676" y="515"/>
                </a:lnTo>
                <a:lnTo>
                  <a:pt x="668" y="522"/>
                </a:lnTo>
                <a:lnTo>
                  <a:pt x="660" y="529"/>
                </a:lnTo>
                <a:lnTo>
                  <a:pt x="651" y="536"/>
                </a:lnTo>
                <a:lnTo>
                  <a:pt x="642" y="543"/>
                </a:lnTo>
                <a:lnTo>
                  <a:pt x="633" y="549"/>
                </a:lnTo>
                <a:lnTo>
                  <a:pt x="623" y="555"/>
                </a:lnTo>
                <a:lnTo>
                  <a:pt x="614" y="561"/>
                </a:lnTo>
                <a:lnTo>
                  <a:pt x="604" y="567"/>
                </a:lnTo>
                <a:lnTo>
                  <a:pt x="594" y="572"/>
                </a:lnTo>
                <a:lnTo>
                  <a:pt x="583" y="577"/>
                </a:lnTo>
                <a:lnTo>
                  <a:pt x="573" y="582"/>
                </a:lnTo>
                <a:lnTo>
                  <a:pt x="562" y="586"/>
                </a:lnTo>
                <a:lnTo>
                  <a:pt x="551" y="591"/>
                </a:lnTo>
                <a:lnTo>
                  <a:pt x="540" y="595"/>
                </a:lnTo>
                <a:lnTo>
                  <a:pt x="529" y="598"/>
                </a:lnTo>
                <a:lnTo>
                  <a:pt x="518" y="602"/>
                </a:lnTo>
                <a:lnTo>
                  <a:pt x="506" y="605"/>
                </a:lnTo>
                <a:lnTo>
                  <a:pt x="495" y="608"/>
                </a:lnTo>
                <a:lnTo>
                  <a:pt x="483" y="610"/>
                </a:lnTo>
                <a:lnTo>
                  <a:pt x="471" y="613"/>
                </a:lnTo>
                <a:lnTo>
                  <a:pt x="459" y="615"/>
                </a:lnTo>
                <a:lnTo>
                  <a:pt x="447" y="616"/>
                </a:lnTo>
                <a:lnTo>
                  <a:pt x="435" y="618"/>
                </a:lnTo>
                <a:lnTo>
                  <a:pt x="423" y="619"/>
                </a:lnTo>
                <a:lnTo>
                  <a:pt x="411" y="620"/>
                </a:lnTo>
                <a:lnTo>
                  <a:pt x="399" y="620"/>
                </a:lnTo>
                <a:lnTo>
                  <a:pt x="387" y="620"/>
                </a:lnTo>
                <a:lnTo>
                  <a:pt x="375" y="620"/>
                </a:lnTo>
                <a:lnTo>
                  <a:pt x="363" y="620"/>
                </a:lnTo>
                <a:lnTo>
                  <a:pt x="350" y="619"/>
                </a:lnTo>
                <a:lnTo>
                  <a:pt x="338" y="618"/>
                </a:lnTo>
                <a:lnTo>
                  <a:pt x="326" y="616"/>
                </a:lnTo>
                <a:lnTo>
                  <a:pt x="314" y="615"/>
                </a:lnTo>
                <a:lnTo>
                  <a:pt x="303" y="613"/>
                </a:lnTo>
                <a:lnTo>
                  <a:pt x="291" y="610"/>
                </a:lnTo>
                <a:lnTo>
                  <a:pt x="279" y="608"/>
                </a:lnTo>
                <a:lnTo>
                  <a:pt x="267" y="605"/>
                </a:lnTo>
                <a:lnTo>
                  <a:pt x="256" y="602"/>
                </a:lnTo>
                <a:lnTo>
                  <a:pt x="245" y="598"/>
                </a:lnTo>
                <a:lnTo>
                  <a:pt x="233" y="595"/>
                </a:lnTo>
                <a:lnTo>
                  <a:pt x="222" y="591"/>
                </a:lnTo>
                <a:lnTo>
                  <a:pt x="211" y="586"/>
                </a:lnTo>
                <a:lnTo>
                  <a:pt x="201" y="582"/>
                </a:lnTo>
                <a:lnTo>
                  <a:pt x="190" y="577"/>
                </a:lnTo>
                <a:lnTo>
                  <a:pt x="180" y="572"/>
                </a:lnTo>
                <a:lnTo>
                  <a:pt x="170" y="567"/>
                </a:lnTo>
                <a:lnTo>
                  <a:pt x="160" y="561"/>
                </a:lnTo>
                <a:lnTo>
                  <a:pt x="150" y="555"/>
                </a:lnTo>
                <a:lnTo>
                  <a:pt x="141" y="549"/>
                </a:lnTo>
                <a:lnTo>
                  <a:pt x="131" y="543"/>
                </a:lnTo>
                <a:lnTo>
                  <a:pt x="122" y="536"/>
                </a:lnTo>
                <a:lnTo>
                  <a:pt x="114" y="529"/>
                </a:lnTo>
                <a:lnTo>
                  <a:pt x="105" y="522"/>
                </a:lnTo>
                <a:lnTo>
                  <a:pt x="97" y="515"/>
                </a:lnTo>
                <a:lnTo>
                  <a:pt x="89" y="508"/>
                </a:lnTo>
                <a:lnTo>
                  <a:pt x="82" y="500"/>
                </a:lnTo>
                <a:lnTo>
                  <a:pt x="74" y="491"/>
                </a:lnTo>
                <a:lnTo>
                  <a:pt x="67" y="483"/>
                </a:lnTo>
                <a:lnTo>
                  <a:pt x="60" y="475"/>
                </a:lnTo>
                <a:lnTo>
                  <a:pt x="53" y="467"/>
                </a:lnTo>
                <a:lnTo>
                  <a:pt x="47" y="459"/>
                </a:lnTo>
                <a:lnTo>
                  <a:pt x="42" y="450"/>
                </a:lnTo>
                <a:lnTo>
                  <a:pt x="36" y="441"/>
                </a:lnTo>
                <a:lnTo>
                  <a:pt x="31" y="432"/>
                </a:lnTo>
                <a:lnTo>
                  <a:pt x="27" y="423"/>
                </a:lnTo>
                <a:lnTo>
                  <a:pt x="22" y="414"/>
                </a:lnTo>
                <a:lnTo>
                  <a:pt x="19" y="405"/>
                </a:lnTo>
                <a:lnTo>
                  <a:pt x="15" y="396"/>
                </a:lnTo>
                <a:lnTo>
                  <a:pt x="12" y="386"/>
                </a:lnTo>
                <a:lnTo>
                  <a:pt x="9" y="377"/>
                </a:lnTo>
                <a:lnTo>
                  <a:pt x="6" y="367"/>
                </a:lnTo>
                <a:lnTo>
                  <a:pt x="4" y="358"/>
                </a:lnTo>
                <a:lnTo>
                  <a:pt x="3" y="348"/>
                </a:lnTo>
                <a:lnTo>
                  <a:pt x="1" y="339"/>
                </a:lnTo>
                <a:lnTo>
                  <a:pt x="0" y="329"/>
                </a:lnTo>
                <a:lnTo>
                  <a:pt x="0" y="319"/>
                </a:lnTo>
                <a:lnTo>
                  <a:pt x="0" y="309"/>
                </a:lnTo>
                <a:lnTo>
                  <a:pt x="0" y="300"/>
                </a:lnTo>
                <a:lnTo>
                  <a:pt x="0" y="290"/>
                </a:lnTo>
                <a:lnTo>
                  <a:pt x="1" y="280"/>
                </a:lnTo>
                <a:lnTo>
                  <a:pt x="3" y="271"/>
                </a:lnTo>
                <a:lnTo>
                  <a:pt x="4" y="261"/>
                </a:lnTo>
                <a:lnTo>
                  <a:pt x="6" y="251"/>
                </a:lnTo>
                <a:lnTo>
                  <a:pt x="9" y="242"/>
                </a:lnTo>
                <a:lnTo>
                  <a:pt x="12" y="232"/>
                </a:lnTo>
                <a:lnTo>
                  <a:pt x="15" y="223"/>
                </a:lnTo>
                <a:lnTo>
                  <a:pt x="19" y="214"/>
                </a:lnTo>
                <a:lnTo>
                  <a:pt x="22" y="204"/>
                </a:lnTo>
                <a:lnTo>
                  <a:pt x="27" y="195"/>
                </a:lnTo>
                <a:lnTo>
                  <a:pt x="31" y="186"/>
                </a:lnTo>
                <a:lnTo>
                  <a:pt x="36" y="177"/>
                </a:lnTo>
                <a:lnTo>
                  <a:pt x="42" y="169"/>
                </a:lnTo>
                <a:lnTo>
                  <a:pt x="47" y="160"/>
                </a:lnTo>
                <a:lnTo>
                  <a:pt x="53" y="152"/>
                </a:lnTo>
                <a:lnTo>
                  <a:pt x="60" y="143"/>
                </a:lnTo>
                <a:lnTo>
                  <a:pt x="67" y="135"/>
                </a:lnTo>
                <a:lnTo>
                  <a:pt x="74" y="127"/>
                </a:lnTo>
                <a:lnTo>
                  <a:pt x="82" y="120"/>
                </a:lnTo>
                <a:lnTo>
                  <a:pt x="89" y="112"/>
                </a:lnTo>
                <a:lnTo>
                  <a:pt x="97" y="105"/>
                </a:lnTo>
                <a:lnTo>
                  <a:pt x="105" y="97"/>
                </a:lnTo>
                <a:lnTo>
                  <a:pt x="114" y="90"/>
                </a:lnTo>
                <a:lnTo>
                  <a:pt x="122" y="84"/>
                </a:lnTo>
                <a:lnTo>
                  <a:pt x="131" y="77"/>
                </a:lnTo>
                <a:lnTo>
                  <a:pt x="141" y="71"/>
                </a:lnTo>
                <a:lnTo>
                  <a:pt x="150" y="65"/>
                </a:lnTo>
                <a:lnTo>
                  <a:pt x="160" y="59"/>
                </a:lnTo>
                <a:lnTo>
                  <a:pt x="170" y="53"/>
                </a:lnTo>
                <a:lnTo>
                  <a:pt x="180" y="48"/>
                </a:lnTo>
                <a:lnTo>
                  <a:pt x="190" y="43"/>
                </a:lnTo>
                <a:lnTo>
                  <a:pt x="201" y="38"/>
                </a:lnTo>
                <a:lnTo>
                  <a:pt x="211" y="33"/>
                </a:lnTo>
                <a:lnTo>
                  <a:pt x="222" y="29"/>
                </a:lnTo>
                <a:lnTo>
                  <a:pt x="233" y="25"/>
                </a:lnTo>
                <a:lnTo>
                  <a:pt x="245" y="21"/>
                </a:lnTo>
                <a:lnTo>
                  <a:pt x="256" y="18"/>
                </a:lnTo>
                <a:lnTo>
                  <a:pt x="267" y="15"/>
                </a:lnTo>
                <a:lnTo>
                  <a:pt x="279" y="12"/>
                </a:lnTo>
                <a:lnTo>
                  <a:pt x="291" y="9"/>
                </a:lnTo>
                <a:lnTo>
                  <a:pt x="303" y="7"/>
                </a:lnTo>
                <a:lnTo>
                  <a:pt x="314" y="5"/>
                </a:lnTo>
                <a:lnTo>
                  <a:pt x="326" y="3"/>
                </a:lnTo>
                <a:lnTo>
                  <a:pt x="338" y="2"/>
                </a:lnTo>
                <a:lnTo>
                  <a:pt x="350" y="1"/>
                </a:lnTo>
                <a:lnTo>
                  <a:pt x="363" y="0"/>
                </a:lnTo>
                <a:lnTo>
                  <a:pt x="375" y="0"/>
                </a:lnTo>
                <a:lnTo>
                  <a:pt x="387" y="0"/>
                </a:lnTo>
                <a:lnTo>
                  <a:pt x="399" y="0"/>
                </a:lnTo>
                <a:lnTo>
                  <a:pt x="411" y="0"/>
                </a:lnTo>
                <a:lnTo>
                  <a:pt x="423" y="1"/>
                </a:lnTo>
                <a:lnTo>
                  <a:pt x="435" y="2"/>
                </a:lnTo>
                <a:lnTo>
                  <a:pt x="447" y="3"/>
                </a:lnTo>
                <a:lnTo>
                  <a:pt x="459" y="5"/>
                </a:lnTo>
                <a:lnTo>
                  <a:pt x="471" y="7"/>
                </a:lnTo>
                <a:lnTo>
                  <a:pt x="483" y="9"/>
                </a:lnTo>
                <a:lnTo>
                  <a:pt x="495" y="12"/>
                </a:lnTo>
                <a:lnTo>
                  <a:pt x="506" y="15"/>
                </a:lnTo>
                <a:lnTo>
                  <a:pt x="518" y="18"/>
                </a:lnTo>
                <a:lnTo>
                  <a:pt x="529" y="21"/>
                </a:lnTo>
                <a:lnTo>
                  <a:pt x="540" y="25"/>
                </a:lnTo>
                <a:lnTo>
                  <a:pt x="551" y="29"/>
                </a:lnTo>
                <a:lnTo>
                  <a:pt x="562" y="33"/>
                </a:lnTo>
                <a:lnTo>
                  <a:pt x="573" y="38"/>
                </a:lnTo>
                <a:lnTo>
                  <a:pt x="583" y="43"/>
                </a:lnTo>
                <a:lnTo>
                  <a:pt x="594" y="48"/>
                </a:lnTo>
                <a:lnTo>
                  <a:pt x="604" y="53"/>
                </a:lnTo>
                <a:lnTo>
                  <a:pt x="614" y="59"/>
                </a:lnTo>
                <a:lnTo>
                  <a:pt x="623" y="65"/>
                </a:lnTo>
                <a:lnTo>
                  <a:pt x="633" y="71"/>
                </a:lnTo>
                <a:lnTo>
                  <a:pt x="642" y="77"/>
                </a:lnTo>
                <a:lnTo>
                  <a:pt x="651" y="84"/>
                </a:lnTo>
                <a:lnTo>
                  <a:pt x="660" y="90"/>
                </a:lnTo>
                <a:lnTo>
                  <a:pt x="668" y="97"/>
                </a:lnTo>
                <a:lnTo>
                  <a:pt x="676" y="105"/>
                </a:lnTo>
                <a:lnTo>
                  <a:pt x="684" y="112"/>
                </a:lnTo>
                <a:lnTo>
                  <a:pt x="692" y="120"/>
                </a:lnTo>
                <a:lnTo>
                  <a:pt x="699" y="127"/>
                </a:lnTo>
                <a:lnTo>
                  <a:pt x="706" y="135"/>
                </a:lnTo>
                <a:lnTo>
                  <a:pt x="713" y="143"/>
                </a:lnTo>
                <a:lnTo>
                  <a:pt x="719" y="152"/>
                </a:lnTo>
                <a:lnTo>
                  <a:pt x="725" y="160"/>
                </a:lnTo>
                <a:lnTo>
                  <a:pt x="731" y="169"/>
                </a:lnTo>
                <a:lnTo>
                  <a:pt x="736" y="177"/>
                </a:lnTo>
                <a:lnTo>
                  <a:pt x="741" y="186"/>
                </a:lnTo>
                <a:lnTo>
                  <a:pt x="746" y="195"/>
                </a:lnTo>
                <a:lnTo>
                  <a:pt x="750" y="204"/>
                </a:lnTo>
                <a:lnTo>
                  <a:pt x="754" y="214"/>
                </a:lnTo>
                <a:lnTo>
                  <a:pt x="758" y="223"/>
                </a:lnTo>
                <a:lnTo>
                  <a:pt x="761" y="232"/>
                </a:lnTo>
                <a:lnTo>
                  <a:pt x="764" y="242"/>
                </a:lnTo>
                <a:lnTo>
                  <a:pt x="766" y="251"/>
                </a:lnTo>
                <a:lnTo>
                  <a:pt x="768" y="261"/>
                </a:lnTo>
                <a:lnTo>
                  <a:pt x="770" y="271"/>
                </a:lnTo>
                <a:lnTo>
                  <a:pt x="771" y="280"/>
                </a:lnTo>
                <a:lnTo>
                  <a:pt x="772" y="290"/>
                </a:lnTo>
                <a:lnTo>
                  <a:pt x="773" y="300"/>
                </a:lnTo>
                <a:lnTo>
                  <a:pt x="773" y="309"/>
                </a:lnTo>
                <a:close/>
              </a:path>
            </a:pathLst>
          </a:custGeom>
          <a:solidFill>
            <a:srgbClr val="ffb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7" name=""/>
          <p:cNvSpPr/>
          <p:nvPr/>
        </p:nvSpPr>
        <p:spPr>
          <a:xfrm>
            <a:off x="4838760" y="1715760"/>
            <a:ext cx="280080" cy="224640"/>
          </a:xfrm>
          <a:custGeom>
            <a:avLst/>
            <a:gdLst/>
            <a:ahLst/>
            <a:rect l="0" t="0" r="r" b="b"/>
            <a:pathLst>
              <a:path w="778" h="624">
                <a:moveTo>
                  <a:pt x="776" y="311"/>
                </a:moveTo>
                <a:lnTo>
                  <a:pt x="776" y="302"/>
                </a:lnTo>
                <a:lnTo>
                  <a:pt x="775" y="292"/>
                </a:lnTo>
                <a:lnTo>
                  <a:pt x="774" y="282"/>
                </a:lnTo>
                <a:lnTo>
                  <a:pt x="773" y="273"/>
                </a:lnTo>
                <a:lnTo>
                  <a:pt x="771" y="263"/>
                </a:lnTo>
                <a:lnTo>
                  <a:pt x="769" y="253"/>
                </a:lnTo>
                <a:lnTo>
                  <a:pt x="767" y="244"/>
                </a:lnTo>
                <a:lnTo>
                  <a:pt x="764" y="234"/>
                </a:lnTo>
                <a:lnTo>
                  <a:pt x="761" y="225"/>
                </a:lnTo>
                <a:lnTo>
                  <a:pt x="757" y="216"/>
                </a:lnTo>
                <a:lnTo>
                  <a:pt x="753" y="206"/>
                </a:lnTo>
                <a:lnTo>
                  <a:pt x="749" y="197"/>
                </a:lnTo>
                <a:lnTo>
                  <a:pt x="744" y="188"/>
                </a:lnTo>
                <a:lnTo>
                  <a:pt x="739" y="179"/>
                </a:lnTo>
                <a:lnTo>
                  <a:pt x="734" y="171"/>
                </a:lnTo>
                <a:lnTo>
                  <a:pt x="728" y="162"/>
                </a:lnTo>
                <a:lnTo>
                  <a:pt x="722" y="154"/>
                </a:lnTo>
                <a:lnTo>
                  <a:pt x="716" y="145"/>
                </a:lnTo>
                <a:lnTo>
                  <a:pt x="709" y="137"/>
                </a:lnTo>
                <a:lnTo>
                  <a:pt x="702" y="129"/>
                </a:lnTo>
                <a:lnTo>
                  <a:pt x="695" y="122"/>
                </a:lnTo>
                <a:lnTo>
                  <a:pt x="687" y="114"/>
                </a:lnTo>
                <a:lnTo>
                  <a:pt x="679" y="107"/>
                </a:lnTo>
                <a:lnTo>
                  <a:pt x="671" y="99"/>
                </a:lnTo>
                <a:lnTo>
                  <a:pt x="663" y="92"/>
                </a:lnTo>
                <a:lnTo>
                  <a:pt x="654" y="86"/>
                </a:lnTo>
                <a:lnTo>
                  <a:pt x="645" y="79"/>
                </a:lnTo>
                <a:lnTo>
                  <a:pt x="636" y="73"/>
                </a:lnTo>
                <a:lnTo>
                  <a:pt x="626" y="67"/>
                </a:lnTo>
                <a:lnTo>
                  <a:pt x="617" y="61"/>
                </a:lnTo>
                <a:lnTo>
                  <a:pt x="607" y="55"/>
                </a:lnTo>
                <a:lnTo>
                  <a:pt x="597" y="50"/>
                </a:lnTo>
                <a:lnTo>
                  <a:pt x="586" y="45"/>
                </a:lnTo>
                <a:lnTo>
                  <a:pt x="576" y="40"/>
                </a:lnTo>
                <a:lnTo>
                  <a:pt x="565" y="35"/>
                </a:lnTo>
                <a:lnTo>
                  <a:pt x="554" y="31"/>
                </a:lnTo>
                <a:lnTo>
                  <a:pt x="543" y="27"/>
                </a:lnTo>
                <a:lnTo>
                  <a:pt x="532" y="23"/>
                </a:lnTo>
                <a:lnTo>
                  <a:pt x="521" y="20"/>
                </a:lnTo>
                <a:lnTo>
                  <a:pt x="509" y="17"/>
                </a:lnTo>
                <a:lnTo>
                  <a:pt x="498" y="14"/>
                </a:lnTo>
                <a:lnTo>
                  <a:pt x="486" y="11"/>
                </a:lnTo>
                <a:lnTo>
                  <a:pt x="474" y="9"/>
                </a:lnTo>
                <a:lnTo>
                  <a:pt x="462" y="7"/>
                </a:lnTo>
                <a:lnTo>
                  <a:pt x="450" y="5"/>
                </a:lnTo>
                <a:lnTo>
                  <a:pt x="438" y="4"/>
                </a:lnTo>
                <a:lnTo>
                  <a:pt x="426" y="3"/>
                </a:lnTo>
                <a:lnTo>
                  <a:pt x="414" y="2"/>
                </a:lnTo>
                <a:lnTo>
                  <a:pt x="402" y="2"/>
                </a:lnTo>
                <a:lnTo>
                  <a:pt x="390" y="2"/>
                </a:lnTo>
                <a:lnTo>
                  <a:pt x="378" y="2"/>
                </a:lnTo>
                <a:lnTo>
                  <a:pt x="366" y="2"/>
                </a:lnTo>
                <a:lnTo>
                  <a:pt x="353" y="3"/>
                </a:lnTo>
                <a:lnTo>
                  <a:pt x="341" y="4"/>
                </a:lnTo>
                <a:lnTo>
                  <a:pt x="329" y="5"/>
                </a:lnTo>
                <a:lnTo>
                  <a:pt x="317" y="7"/>
                </a:lnTo>
                <a:lnTo>
                  <a:pt x="306" y="9"/>
                </a:lnTo>
                <a:lnTo>
                  <a:pt x="294" y="11"/>
                </a:lnTo>
                <a:lnTo>
                  <a:pt x="282" y="14"/>
                </a:lnTo>
                <a:lnTo>
                  <a:pt x="270" y="17"/>
                </a:lnTo>
                <a:lnTo>
                  <a:pt x="259" y="20"/>
                </a:lnTo>
                <a:lnTo>
                  <a:pt x="248" y="23"/>
                </a:lnTo>
                <a:lnTo>
                  <a:pt x="236" y="27"/>
                </a:lnTo>
                <a:lnTo>
                  <a:pt x="225" y="31"/>
                </a:lnTo>
                <a:lnTo>
                  <a:pt x="214" y="35"/>
                </a:lnTo>
                <a:lnTo>
                  <a:pt x="204" y="40"/>
                </a:lnTo>
                <a:lnTo>
                  <a:pt x="193" y="45"/>
                </a:lnTo>
                <a:lnTo>
                  <a:pt x="183" y="50"/>
                </a:lnTo>
                <a:lnTo>
                  <a:pt x="173" y="55"/>
                </a:lnTo>
                <a:lnTo>
                  <a:pt x="163" y="61"/>
                </a:lnTo>
                <a:lnTo>
                  <a:pt x="153" y="67"/>
                </a:lnTo>
                <a:lnTo>
                  <a:pt x="144" y="73"/>
                </a:lnTo>
                <a:lnTo>
                  <a:pt x="133" y="79"/>
                </a:lnTo>
                <a:lnTo>
                  <a:pt x="124" y="86"/>
                </a:lnTo>
                <a:lnTo>
                  <a:pt x="116" y="92"/>
                </a:lnTo>
                <a:lnTo>
                  <a:pt x="107" y="99"/>
                </a:lnTo>
                <a:lnTo>
                  <a:pt x="99" y="107"/>
                </a:lnTo>
                <a:lnTo>
                  <a:pt x="91" y="114"/>
                </a:lnTo>
                <a:lnTo>
                  <a:pt x="84" y="122"/>
                </a:lnTo>
                <a:lnTo>
                  <a:pt x="76" y="129"/>
                </a:lnTo>
                <a:lnTo>
                  <a:pt x="69" y="137"/>
                </a:lnTo>
                <a:lnTo>
                  <a:pt x="63" y="145"/>
                </a:lnTo>
                <a:lnTo>
                  <a:pt x="56" y="154"/>
                </a:lnTo>
                <a:lnTo>
                  <a:pt x="50" y="162"/>
                </a:lnTo>
                <a:lnTo>
                  <a:pt x="45" y="171"/>
                </a:lnTo>
                <a:lnTo>
                  <a:pt x="39" y="179"/>
                </a:lnTo>
                <a:lnTo>
                  <a:pt x="34" y="188"/>
                </a:lnTo>
                <a:lnTo>
                  <a:pt x="30" y="197"/>
                </a:lnTo>
                <a:lnTo>
                  <a:pt x="25" y="206"/>
                </a:lnTo>
                <a:lnTo>
                  <a:pt x="22" y="216"/>
                </a:lnTo>
                <a:lnTo>
                  <a:pt x="18" y="225"/>
                </a:lnTo>
                <a:lnTo>
                  <a:pt x="15" y="234"/>
                </a:lnTo>
                <a:lnTo>
                  <a:pt x="12" y="244"/>
                </a:lnTo>
                <a:lnTo>
                  <a:pt x="9" y="253"/>
                </a:lnTo>
                <a:lnTo>
                  <a:pt x="7" y="263"/>
                </a:lnTo>
                <a:lnTo>
                  <a:pt x="6" y="273"/>
                </a:lnTo>
                <a:lnTo>
                  <a:pt x="4" y="282"/>
                </a:lnTo>
                <a:lnTo>
                  <a:pt x="3" y="292"/>
                </a:lnTo>
                <a:lnTo>
                  <a:pt x="3" y="302"/>
                </a:lnTo>
                <a:lnTo>
                  <a:pt x="3" y="311"/>
                </a:lnTo>
                <a:lnTo>
                  <a:pt x="3" y="321"/>
                </a:lnTo>
                <a:lnTo>
                  <a:pt x="3" y="331"/>
                </a:lnTo>
                <a:lnTo>
                  <a:pt x="4" y="341"/>
                </a:lnTo>
                <a:lnTo>
                  <a:pt x="6" y="350"/>
                </a:lnTo>
                <a:lnTo>
                  <a:pt x="7" y="360"/>
                </a:lnTo>
                <a:lnTo>
                  <a:pt x="9" y="369"/>
                </a:lnTo>
                <a:lnTo>
                  <a:pt x="12" y="379"/>
                </a:lnTo>
                <a:lnTo>
                  <a:pt x="15" y="388"/>
                </a:lnTo>
                <a:lnTo>
                  <a:pt x="18" y="398"/>
                </a:lnTo>
                <a:lnTo>
                  <a:pt x="22" y="407"/>
                </a:lnTo>
                <a:lnTo>
                  <a:pt x="25" y="416"/>
                </a:lnTo>
                <a:lnTo>
                  <a:pt x="30" y="425"/>
                </a:lnTo>
                <a:lnTo>
                  <a:pt x="34" y="434"/>
                </a:lnTo>
                <a:lnTo>
                  <a:pt x="39" y="443"/>
                </a:lnTo>
                <a:lnTo>
                  <a:pt x="45" y="452"/>
                </a:lnTo>
                <a:lnTo>
                  <a:pt x="50" y="461"/>
                </a:lnTo>
                <a:lnTo>
                  <a:pt x="56" y="469"/>
                </a:lnTo>
                <a:lnTo>
                  <a:pt x="63" y="477"/>
                </a:lnTo>
                <a:lnTo>
                  <a:pt x="69" y="485"/>
                </a:lnTo>
                <a:lnTo>
                  <a:pt x="76" y="493"/>
                </a:lnTo>
                <a:lnTo>
                  <a:pt x="84" y="501"/>
                </a:lnTo>
                <a:lnTo>
                  <a:pt x="91" y="509"/>
                </a:lnTo>
                <a:lnTo>
                  <a:pt x="99" y="516"/>
                </a:lnTo>
                <a:lnTo>
                  <a:pt x="107" y="523"/>
                </a:lnTo>
                <a:lnTo>
                  <a:pt x="116" y="531"/>
                </a:lnTo>
                <a:lnTo>
                  <a:pt x="124" y="538"/>
                </a:lnTo>
                <a:lnTo>
                  <a:pt x="133" y="545"/>
                </a:lnTo>
                <a:lnTo>
                  <a:pt x="144" y="551"/>
                </a:lnTo>
                <a:lnTo>
                  <a:pt x="153" y="557"/>
                </a:lnTo>
                <a:lnTo>
                  <a:pt x="163" y="563"/>
                </a:lnTo>
                <a:lnTo>
                  <a:pt x="173" y="569"/>
                </a:lnTo>
                <a:lnTo>
                  <a:pt x="183" y="574"/>
                </a:lnTo>
                <a:lnTo>
                  <a:pt x="193" y="579"/>
                </a:lnTo>
                <a:lnTo>
                  <a:pt x="204" y="584"/>
                </a:lnTo>
                <a:lnTo>
                  <a:pt x="214" y="588"/>
                </a:lnTo>
                <a:lnTo>
                  <a:pt x="225" y="593"/>
                </a:lnTo>
                <a:lnTo>
                  <a:pt x="236" y="597"/>
                </a:lnTo>
                <a:lnTo>
                  <a:pt x="248" y="600"/>
                </a:lnTo>
                <a:lnTo>
                  <a:pt x="259" y="604"/>
                </a:lnTo>
                <a:lnTo>
                  <a:pt x="270" y="607"/>
                </a:lnTo>
                <a:lnTo>
                  <a:pt x="282" y="610"/>
                </a:lnTo>
                <a:lnTo>
                  <a:pt x="294" y="612"/>
                </a:lnTo>
                <a:lnTo>
                  <a:pt x="306" y="615"/>
                </a:lnTo>
                <a:lnTo>
                  <a:pt x="317" y="617"/>
                </a:lnTo>
                <a:lnTo>
                  <a:pt x="329" y="618"/>
                </a:lnTo>
                <a:lnTo>
                  <a:pt x="341" y="620"/>
                </a:lnTo>
                <a:lnTo>
                  <a:pt x="353" y="621"/>
                </a:lnTo>
                <a:lnTo>
                  <a:pt x="366" y="622"/>
                </a:lnTo>
                <a:lnTo>
                  <a:pt x="378" y="622"/>
                </a:lnTo>
                <a:lnTo>
                  <a:pt x="390" y="622"/>
                </a:lnTo>
                <a:lnTo>
                  <a:pt x="402" y="622"/>
                </a:lnTo>
                <a:lnTo>
                  <a:pt x="414" y="622"/>
                </a:lnTo>
                <a:lnTo>
                  <a:pt x="426" y="621"/>
                </a:lnTo>
                <a:lnTo>
                  <a:pt x="438" y="620"/>
                </a:lnTo>
                <a:lnTo>
                  <a:pt x="450" y="618"/>
                </a:lnTo>
                <a:lnTo>
                  <a:pt x="462" y="617"/>
                </a:lnTo>
                <a:lnTo>
                  <a:pt x="474" y="615"/>
                </a:lnTo>
                <a:lnTo>
                  <a:pt x="486" y="612"/>
                </a:lnTo>
                <a:lnTo>
                  <a:pt x="498" y="610"/>
                </a:lnTo>
                <a:lnTo>
                  <a:pt x="509" y="607"/>
                </a:lnTo>
                <a:lnTo>
                  <a:pt x="521" y="604"/>
                </a:lnTo>
                <a:lnTo>
                  <a:pt x="532" y="600"/>
                </a:lnTo>
                <a:lnTo>
                  <a:pt x="543" y="597"/>
                </a:lnTo>
                <a:lnTo>
                  <a:pt x="554" y="593"/>
                </a:lnTo>
                <a:lnTo>
                  <a:pt x="565" y="588"/>
                </a:lnTo>
                <a:lnTo>
                  <a:pt x="576" y="584"/>
                </a:lnTo>
                <a:lnTo>
                  <a:pt x="586" y="579"/>
                </a:lnTo>
                <a:lnTo>
                  <a:pt x="597" y="574"/>
                </a:lnTo>
                <a:lnTo>
                  <a:pt x="607" y="569"/>
                </a:lnTo>
                <a:lnTo>
                  <a:pt x="617" y="563"/>
                </a:lnTo>
                <a:lnTo>
                  <a:pt x="626" y="557"/>
                </a:lnTo>
                <a:lnTo>
                  <a:pt x="636" y="551"/>
                </a:lnTo>
                <a:lnTo>
                  <a:pt x="645" y="545"/>
                </a:lnTo>
                <a:lnTo>
                  <a:pt x="654" y="538"/>
                </a:lnTo>
                <a:lnTo>
                  <a:pt x="663" y="531"/>
                </a:lnTo>
                <a:lnTo>
                  <a:pt x="671" y="523"/>
                </a:lnTo>
                <a:lnTo>
                  <a:pt x="679" y="516"/>
                </a:lnTo>
                <a:lnTo>
                  <a:pt x="687" y="509"/>
                </a:lnTo>
                <a:lnTo>
                  <a:pt x="695" y="501"/>
                </a:lnTo>
                <a:lnTo>
                  <a:pt x="702" y="493"/>
                </a:lnTo>
                <a:lnTo>
                  <a:pt x="709" y="485"/>
                </a:lnTo>
                <a:lnTo>
                  <a:pt x="716" y="477"/>
                </a:lnTo>
                <a:lnTo>
                  <a:pt x="722" y="469"/>
                </a:lnTo>
                <a:lnTo>
                  <a:pt x="728" y="461"/>
                </a:lnTo>
                <a:lnTo>
                  <a:pt x="734" y="452"/>
                </a:lnTo>
                <a:lnTo>
                  <a:pt x="739" y="443"/>
                </a:lnTo>
                <a:lnTo>
                  <a:pt x="744" y="434"/>
                </a:lnTo>
                <a:lnTo>
                  <a:pt x="749" y="425"/>
                </a:lnTo>
                <a:lnTo>
                  <a:pt x="753" y="416"/>
                </a:lnTo>
                <a:lnTo>
                  <a:pt x="757" y="407"/>
                </a:lnTo>
                <a:lnTo>
                  <a:pt x="761" y="398"/>
                </a:lnTo>
                <a:lnTo>
                  <a:pt x="764" y="388"/>
                </a:lnTo>
                <a:lnTo>
                  <a:pt x="767" y="379"/>
                </a:lnTo>
                <a:lnTo>
                  <a:pt x="769" y="369"/>
                </a:lnTo>
                <a:lnTo>
                  <a:pt x="771" y="360"/>
                </a:lnTo>
                <a:lnTo>
                  <a:pt x="773" y="350"/>
                </a:lnTo>
                <a:lnTo>
                  <a:pt x="774" y="341"/>
                </a:lnTo>
                <a:lnTo>
                  <a:pt x="775" y="331"/>
                </a:lnTo>
                <a:lnTo>
                  <a:pt x="776" y="321"/>
                </a:lnTo>
                <a:lnTo>
                  <a:pt x="776" y="311"/>
                </a:lnTo>
                <a:moveTo>
                  <a:pt x="778" y="311"/>
                </a:moveTo>
                <a:lnTo>
                  <a:pt x="778" y="321"/>
                </a:lnTo>
                <a:lnTo>
                  <a:pt x="777" y="331"/>
                </a:lnTo>
                <a:lnTo>
                  <a:pt x="777" y="341"/>
                </a:lnTo>
                <a:lnTo>
                  <a:pt x="775" y="350"/>
                </a:lnTo>
                <a:lnTo>
                  <a:pt x="773" y="360"/>
                </a:lnTo>
                <a:lnTo>
                  <a:pt x="771" y="370"/>
                </a:lnTo>
                <a:lnTo>
                  <a:pt x="769" y="379"/>
                </a:lnTo>
                <a:lnTo>
                  <a:pt x="766" y="389"/>
                </a:lnTo>
                <a:lnTo>
                  <a:pt x="763" y="398"/>
                </a:lnTo>
                <a:lnTo>
                  <a:pt x="759" y="408"/>
                </a:lnTo>
                <a:lnTo>
                  <a:pt x="755" y="417"/>
                </a:lnTo>
                <a:lnTo>
                  <a:pt x="751" y="426"/>
                </a:lnTo>
                <a:lnTo>
                  <a:pt x="746" y="435"/>
                </a:lnTo>
                <a:lnTo>
                  <a:pt x="741" y="444"/>
                </a:lnTo>
                <a:lnTo>
                  <a:pt x="736" y="453"/>
                </a:lnTo>
                <a:lnTo>
                  <a:pt x="730" y="462"/>
                </a:lnTo>
                <a:lnTo>
                  <a:pt x="724" y="470"/>
                </a:lnTo>
                <a:lnTo>
                  <a:pt x="718" y="478"/>
                </a:lnTo>
                <a:lnTo>
                  <a:pt x="711" y="487"/>
                </a:lnTo>
                <a:lnTo>
                  <a:pt x="704" y="495"/>
                </a:lnTo>
                <a:lnTo>
                  <a:pt x="697" y="502"/>
                </a:lnTo>
                <a:lnTo>
                  <a:pt x="689" y="510"/>
                </a:lnTo>
                <a:lnTo>
                  <a:pt x="681" y="517"/>
                </a:lnTo>
                <a:lnTo>
                  <a:pt x="673" y="525"/>
                </a:lnTo>
                <a:lnTo>
                  <a:pt x="664" y="533"/>
                </a:lnTo>
                <a:lnTo>
                  <a:pt x="656" y="540"/>
                </a:lnTo>
                <a:lnTo>
                  <a:pt x="647" y="546"/>
                </a:lnTo>
                <a:lnTo>
                  <a:pt x="637" y="552"/>
                </a:lnTo>
                <a:lnTo>
                  <a:pt x="628" y="559"/>
                </a:lnTo>
                <a:lnTo>
                  <a:pt x="618" y="564"/>
                </a:lnTo>
                <a:lnTo>
                  <a:pt x="608" y="570"/>
                </a:lnTo>
                <a:lnTo>
                  <a:pt x="598" y="575"/>
                </a:lnTo>
                <a:lnTo>
                  <a:pt x="588" y="581"/>
                </a:lnTo>
                <a:lnTo>
                  <a:pt x="577" y="585"/>
                </a:lnTo>
                <a:lnTo>
                  <a:pt x="566" y="590"/>
                </a:lnTo>
                <a:lnTo>
                  <a:pt x="555" y="594"/>
                </a:lnTo>
                <a:lnTo>
                  <a:pt x="544" y="598"/>
                </a:lnTo>
                <a:lnTo>
                  <a:pt x="533" y="602"/>
                </a:lnTo>
                <a:lnTo>
                  <a:pt x="521" y="606"/>
                </a:lnTo>
                <a:lnTo>
                  <a:pt x="510" y="609"/>
                </a:lnTo>
                <a:lnTo>
                  <a:pt x="498" y="612"/>
                </a:lnTo>
                <a:lnTo>
                  <a:pt x="486" y="614"/>
                </a:lnTo>
                <a:lnTo>
                  <a:pt x="475" y="616"/>
                </a:lnTo>
                <a:lnTo>
                  <a:pt x="463" y="618"/>
                </a:lnTo>
                <a:lnTo>
                  <a:pt x="451" y="620"/>
                </a:lnTo>
                <a:lnTo>
                  <a:pt x="438" y="622"/>
                </a:lnTo>
                <a:lnTo>
                  <a:pt x="426" y="623"/>
                </a:lnTo>
                <a:lnTo>
                  <a:pt x="414" y="623"/>
                </a:lnTo>
                <a:lnTo>
                  <a:pt x="402" y="624"/>
                </a:lnTo>
                <a:lnTo>
                  <a:pt x="390" y="624"/>
                </a:lnTo>
                <a:lnTo>
                  <a:pt x="378" y="624"/>
                </a:lnTo>
                <a:lnTo>
                  <a:pt x="365" y="623"/>
                </a:lnTo>
                <a:lnTo>
                  <a:pt x="353" y="623"/>
                </a:lnTo>
                <a:lnTo>
                  <a:pt x="341" y="622"/>
                </a:lnTo>
                <a:lnTo>
                  <a:pt x="329" y="620"/>
                </a:lnTo>
                <a:lnTo>
                  <a:pt x="317" y="618"/>
                </a:lnTo>
                <a:lnTo>
                  <a:pt x="305" y="616"/>
                </a:lnTo>
                <a:lnTo>
                  <a:pt x="293" y="614"/>
                </a:lnTo>
                <a:lnTo>
                  <a:pt x="281" y="612"/>
                </a:lnTo>
                <a:lnTo>
                  <a:pt x="270" y="609"/>
                </a:lnTo>
                <a:lnTo>
                  <a:pt x="258" y="606"/>
                </a:lnTo>
                <a:lnTo>
                  <a:pt x="247" y="602"/>
                </a:lnTo>
                <a:lnTo>
                  <a:pt x="236" y="598"/>
                </a:lnTo>
                <a:lnTo>
                  <a:pt x="224" y="594"/>
                </a:lnTo>
                <a:lnTo>
                  <a:pt x="213" y="590"/>
                </a:lnTo>
                <a:lnTo>
                  <a:pt x="203" y="585"/>
                </a:lnTo>
                <a:lnTo>
                  <a:pt x="192" y="581"/>
                </a:lnTo>
                <a:lnTo>
                  <a:pt x="182" y="575"/>
                </a:lnTo>
                <a:lnTo>
                  <a:pt x="171" y="570"/>
                </a:lnTo>
                <a:lnTo>
                  <a:pt x="161" y="564"/>
                </a:lnTo>
                <a:lnTo>
                  <a:pt x="152" y="559"/>
                </a:lnTo>
                <a:lnTo>
                  <a:pt x="142" y="552"/>
                </a:lnTo>
                <a:lnTo>
                  <a:pt x="132" y="546"/>
                </a:lnTo>
                <a:lnTo>
                  <a:pt x="123" y="540"/>
                </a:lnTo>
                <a:lnTo>
                  <a:pt x="114" y="533"/>
                </a:lnTo>
                <a:lnTo>
                  <a:pt x="106" y="525"/>
                </a:lnTo>
                <a:lnTo>
                  <a:pt x="97" y="517"/>
                </a:lnTo>
                <a:lnTo>
                  <a:pt x="89" y="510"/>
                </a:lnTo>
                <a:lnTo>
                  <a:pt x="82" y="502"/>
                </a:lnTo>
                <a:lnTo>
                  <a:pt x="75" y="495"/>
                </a:lnTo>
                <a:lnTo>
                  <a:pt x="68" y="487"/>
                </a:lnTo>
                <a:lnTo>
                  <a:pt x="61" y="478"/>
                </a:lnTo>
                <a:lnTo>
                  <a:pt x="54" y="470"/>
                </a:lnTo>
                <a:lnTo>
                  <a:pt x="48" y="462"/>
                </a:lnTo>
                <a:lnTo>
                  <a:pt x="43" y="453"/>
                </a:lnTo>
                <a:lnTo>
                  <a:pt x="37" y="444"/>
                </a:lnTo>
                <a:lnTo>
                  <a:pt x="32" y="435"/>
                </a:lnTo>
                <a:lnTo>
                  <a:pt x="28" y="426"/>
                </a:lnTo>
                <a:lnTo>
                  <a:pt x="23" y="417"/>
                </a:lnTo>
                <a:lnTo>
                  <a:pt x="19" y="408"/>
                </a:lnTo>
                <a:lnTo>
                  <a:pt x="16" y="398"/>
                </a:lnTo>
                <a:lnTo>
                  <a:pt x="13" y="389"/>
                </a:lnTo>
                <a:lnTo>
                  <a:pt x="10" y="379"/>
                </a:lnTo>
                <a:lnTo>
                  <a:pt x="7" y="370"/>
                </a:lnTo>
                <a:lnTo>
                  <a:pt x="5" y="360"/>
                </a:lnTo>
                <a:lnTo>
                  <a:pt x="3" y="350"/>
                </a:lnTo>
                <a:lnTo>
                  <a:pt x="2" y="341"/>
                </a:lnTo>
                <a:lnTo>
                  <a:pt x="1" y="331"/>
                </a:lnTo>
                <a:lnTo>
                  <a:pt x="1" y="321"/>
                </a:lnTo>
                <a:lnTo>
                  <a:pt x="0" y="311"/>
                </a:lnTo>
                <a:lnTo>
                  <a:pt x="1" y="302"/>
                </a:lnTo>
                <a:lnTo>
                  <a:pt x="1" y="292"/>
                </a:lnTo>
                <a:lnTo>
                  <a:pt x="2" y="282"/>
                </a:lnTo>
                <a:lnTo>
                  <a:pt x="3" y="272"/>
                </a:lnTo>
                <a:lnTo>
                  <a:pt x="5" y="263"/>
                </a:lnTo>
                <a:lnTo>
                  <a:pt x="7" y="253"/>
                </a:lnTo>
                <a:lnTo>
                  <a:pt x="10" y="243"/>
                </a:lnTo>
                <a:lnTo>
                  <a:pt x="13" y="234"/>
                </a:lnTo>
                <a:lnTo>
                  <a:pt x="16" y="224"/>
                </a:lnTo>
                <a:lnTo>
                  <a:pt x="19" y="215"/>
                </a:lnTo>
                <a:lnTo>
                  <a:pt x="23" y="206"/>
                </a:lnTo>
                <a:lnTo>
                  <a:pt x="28" y="197"/>
                </a:lnTo>
                <a:lnTo>
                  <a:pt x="32" y="188"/>
                </a:lnTo>
                <a:lnTo>
                  <a:pt x="37" y="179"/>
                </a:lnTo>
                <a:lnTo>
                  <a:pt x="43" y="170"/>
                </a:lnTo>
                <a:lnTo>
                  <a:pt x="48" y="161"/>
                </a:lnTo>
                <a:lnTo>
                  <a:pt x="54" y="153"/>
                </a:lnTo>
                <a:lnTo>
                  <a:pt x="61" y="144"/>
                </a:lnTo>
                <a:lnTo>
                  <a:pt x="68" y="136"/>
                </a:lnTo>
                <a:lnTo>
                  <a:pt x="75" y="128"/>
                </a:lnTo>
                <a:lnTo>
                  <a:pt x="82" y="120"/>
                </a:lnTo>
                <a:lnTo>
                  <a:pt x="89" y="113"/>
                </a:lnTo>
                <a:lnTo>
                  <a:pt x="97" y="105"/>
                </a:lnTo>
                <a:lnTo>
                  <a:pt x="106" y="98"/>
                </a:lnTo>
                <a:lnTo>
                  <a:pt x="114" y="91"/>
                </a:lnTo>
                <a:lnTo>
                  <a:pt x="123" y="84"/>
                </a:lnTo>
                <a:lnTo>
                  <a:pt x="132" y="78"/>
                </a:lnTo>
                <a:lnTo>
                  <a:pt x="142" y="71"/>
                </a:lnTo>
                <a:lnTo>
                  <a:pt x="152" y="65"/>
                </a:lnTo>
                <a:lnTo>
                  <a:pt x="161" y="59"/>
                </a:lnTo>
                <a:lnTo>
                  <a:pt x="171" y="54"/>
                </a:lnTo>
                <a:lnTo>
                  <a:pt x="182" y="48"/>
                </a:lnTo>
                <a:lnTo>
                  <a:pt x="192" y="43"/>
                </a:lnTo>
                <a:lnTo>
                  <a:pt x="203" y="38"/>
                </a:lnTo>
                <a:lnTo>
                  <a:pt x="213" y="34"/>
                </a:lnTo>
                <a:lnTo>
                  <a:pt x="224" y="29"/>
                </a:lnTo>
                <a:lnTo>
                  <a:pt x="236" y="25"/>
                </a:lnTo>
                <a:lnTo>
                  <a:pt x="247" y="22"/>
                </a:lnTo>
                <a:lnTo>
                  <a:pt x="258" y="18"/>
                </a:lnTo>
                <a:lnTo>
                  <a:pt x="270" y="15"/>
                </a:lnTo>
                <a:lnTo>
                  <a:pt x="281" y="12"/>
                </a:lnTo>
                <a:lnTo>
                  <a:pt x="293" y="10"/>
                </a:lnTo>
                <a:lnTo>
                  <a:pt x="305" y="7"/>
                </a:lnTo>
                <a:lnTo>
                  <a:pt x="317" y="5"/>
                </a:lnTo>
                <a:lnTo>
                  <a:pt x="329" y="4"/>
                </a:lnTo>
                <a:lnTo>
                  <a:pt x="341" y="2"/>
                </a:lnTo>
                <a:lnTo>
                  <a:pt x="353" y="1"/>
                </a:lnTo>
                <a:lnTo>
                  <a:pt x="365" y="0"/>
                </a:lnTo>
                <a:lnTo>
                  <a:pt x="378" y="0"/>
                </a:lnTo>
                <a:lnTo>
                  <a:pt x="390" y="0"/>
                </a:lnTo>
                <a:lnTo>
                  <a:pt x="402" y="0"/>
                </a:lnTo>
                <a:lnTo>
                  <a:pt x="414" y="0"/>
                </a:lnTo>
                <a:lnTo>
                  <a:pt x="426" y="1"/>
                </a:lnTo>
                <a:lnTo>
                  <a:pt x="438" y="2"/>
                </a:lnTo>
                <a:lnTo>
                  <a:pt x="451" y="4"/>
                </a:lnTo>
                <a:lnTo>
                  <a:pt x="463" y="5"/>
                </a:lnTo>
                <a:lnTo>
                  <a:pt x="475" y="7"/>
                </a:lnTo>
                <a:lnTo>
                  <a:pt x="486" y="10"/>
                </a:lnTo>
                <a:lnTo>
                  <a:pt x="498" y="12"/>
                </a:lnTo>
                <a:lnTo>
                  <a:pt x="510" y="15"/>
                </a:lnTo>
                <a:lnTo>
                  <a:pt x="521" y="18"/>
                </a:lnTo>
                <a:lnTo>
                  <a:pt x="533" y="22"/>
                </a:lnTo>
                <a:lnTo>
                  <a:pt x="544" y="25"/>
                </a:lnTo>
                <a:lnTo>
                  <a:pt x="555" y="29"/>
                </a:lnTo>
                <a:lnTo>
                  <a:pt x="566" y="34"/>
                </a:lnTo>
                <a:lnTo>
                  <a:pt x="577" y="38"/>
                </a:lnTo>
                <a:lnTo>
                  <a:pt x="588" y="43"/>
                </a:lnTo>
                <a:lnTo>
                  <a:pt x="598" y="48"/>
                </a:lnTo>
                <a:lnTo>
                  <a:pt x="608" y="54"/>
                </a:lnTo>
                <a:lnTo>
                  <a:pt x="618" y="59"/>
                </a:lnTo>
                <a:lnTo>
                  <a:pt x="628" y="65"/>
                </a:lnTo>
                <a:lnTo>
                  <a:pt x="637" y="71"/>
                </a:lnTo>
                <a:lnTo>
                  <a:pt x="647" y="78"/>
                </a:lnTo>
                <a:lnTo>
                  <a:pt x="656" y="84"/>
                </a:lnTo>
                <a:lnTo>
                  <a:pt x="664" y="91"/>
                </a:lnTo>
                <a:lnTo>
                  <a:pt x="673" y="98"/>
                </a:lnTo>
                <a:lnTo>
                  <a:pt x="681" y="105"/>
                </a:lnTo>
                <a:lnTo>
                  <a:pt x="689" y="113"/>
                </a:lnTo>
                <a:lnTo>
                  <a:pt x="697" y="120"/>
                </a:lnTo>
                <a:lnTo>
                  <a:pt x="704" y="128"/>
                </a:lnTo>
                <a:lnTo>
                  <a:pt x="711" y="136"/>
                </a:lnTo>
                <a:lnTo>
                  <a:pt x="718" y="144"/>
                </a:lnTo>
                <a:lnTo>
                  <a:pt x="724" y="153"/>
                </a:lnTo>
                <a:lnTo>
                  <a:pt x="730" y="161"/>
                </a:lnTo>
                <a:lnTo>
                  <a:pt x="736" y="170"/>
                </a:lnTo>
                <a:lnTo>
                  <a:pt x="741" y="179"/>
                </a:lnTo>
                <a:lnTo>
                  <a:pt x="746" y="188"/>
                </a:lnTo>
                <a:lnTo>
                  <a:pt x="751" y="197"/>
                </a:lnTo>
                <a:lnTo>
                  <a:pt x="755" y="206"/>
                </a:lnTo>
                <a:lnTo>
                  <a:pt x="759" y="215"/>
                </a:lnTo>
                <a:lnTo>
                  <a:pt x="763" y="224"/>
                </a:lnTo>
                <a:lnTo>
                  <a:pt x="766" y="234"/>
                </a:lnTo>
                <a:lnTo>
                  <a:pt x="769" y="243"/>
                </a:lnTo>
                <a:lnTo>
                  <a:pt x="771" y="253"/>
                </a:lnTo>
                <a:lnTo>
                  <a:pt x="773" y="263"/>
                </a:lnTo>
                <a:lnTo>
                  <a:pt x="775" y="272"/>
                </a:lnTo>
                <a:lnTo>
                  <a:pt x="777" y="282"/>
                </a:lnTo>
                <a:lnTo>
                  <a:pt x="777" y="292"/>
                </a:lnTo>
                <a:lnTo>
                  <a:pt x="778" y="302"/>
                </a:lnTo>
                <a:lnTo>
                  <a:pt x="778" y="311"/>
                </a:lnTo>
                <a:close/>
              </a:path>
            </a:pathLst>
          </a:custGeom>
          <a:solidFill>
            <a:srgbClr val="ffb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8" name=""/>
          <p:cNvSpPr/>
          <p:nvPr/>
        </p:nvSpPr>
        <p:spPr>
          <a:xfrm>
            <a:off x="4838040" y="1715040"/>
            <a:ext cx="281880" cy="226080"/>
          </a:xfrm>
          <a:custGeom>
            <a:avLst/>
            <a:gdLst/>
            <a:ahLst/>
            <a:rect l="0" t="0" r="r" b="b"/>
            <a:pathLst>
              <a:path w="783" h="628">
                <a:moveTo>
                  <a:pt x="780" y="313"/>
                </a:moveTo>
                <a:lnTo>
                  <a:pt x="780" y="304"/>
                </a:lnTo>
                <a:lnTo>
                  <a:pt x="779" y="294"/>
                </a:lnTo>
                <a:lnTo>
                  <a:pt x="779" y="284"/>
                </a:lnTo>
                <a:lnTo>
                  <a:pt x="777" y="274"/>
                </a:lnTo>
                <a:lnTo>
                  <a:pt x="775" y="265"/>
                </a:lnTo>
                <a:lnTo>
                  <a:pt x="773" y="255"/>
                </a:lnTo>
                <a:lnTo>
                  <a:pt x="771" y="245"/>
                </a:lnTo>
                <a:lnTo>
                  <a:pt x="768" y="236"/>
                </a:lnTo>
                <a:lnTo>
                  <a:pt x="765" y="226"/>
                </a:lnTo>
                <a:lnTo>
                  <a:pt x="761" y="217"/>
                </a:lnTo>
                <a:lnTo>
                  <a:pt x="757" y="208"/>
                </a:lnTo>
                <a:lnTo>
                  <a:pt x="753" y="199"/>
                </a:lnTo>
                <a:lnTo>
                  <a:pt x="748" y="190"/>
                </a:lnTo>
                <a:lnTo>
                  <a:pt x="743" y="181"/>
                </a:lnTo>
                <a:lnTo>
                  <a:pt x="738" y="172"/>
                </a:lnTo>
                <a:lnTo>
                  <a:pt x="732" y="163"/>
                </a:lnTo>
                <a:lnTo>
                  <a:pt x="726" y="155"/>
                </a:lnTo>
                <a:lnTo>
                  <a:pt x="720" y="146"/>
                </a:lnTo>
                <a:lnTo>
                  <a:pt x="713" y="138"/>
                </a:lnTo>
                <a:lnTo>
                  <a:pt x="706" y="130"/>
                </a:lnTo>
                <a:lnTo>
                  <a:pt x="699" y="122"/>
                </a:lnTo>
                <a:lnTo>
                  <a:pt x="691" y="115"/>
                </a:lnTo>
                <a:lnTo>
                  <a:pt x="683" y="107"/>
                </a:lnTo>
                <a:lnTo>
                  <a:pt x="675" y="100"/>
                </a:lnTo>
                <a:lnTo>
                  <a:pt x="666" y="93"/>
                </a:lnTo>
                <a:lnTo>
                  <a:pt x="658" y="86"/>
                </a:lnTo>
                <a:lnTo>
                  <a:pt x="649" y="80"/>
                </a:lnTo>
                <a:lnTo>
                  <a:pt x="639" y="73"/>
                </a:lnTo>
                <a:lnTo>
                  <a:pt x="630" y="67"/>
                </a:lnTo>
                <a:lnTo>
                  <a:pt x="620" y="61"/>
                </a:lnTo>
                <a:lnTo>
                  <a:pt x="610" y="56"/>
                </a:lnTo>
                <a:lnTo>
                  <a:pt x="600" y="50"/>
                </a:lnTo>
                <a:lnTo>
                  <a:pt x="590" y="45"/>
                </a:lnTo>
                <a:lnTo>
                  <a:pt x="579" y="40"/>
                </a:lnTo>
                <a:lnTo>
                  <a:pt x="568" y="36"/>
                </a:lnTo>
                <a:lnTo>
                  <a:pt x="557" y="31"/>
                </a:lnTo>
                <a:lnTo>
                  <a:pt x="546" y="27"/>
                </a:lnTo>
                <a:lnTo>
                  <a:pt x="535" y="24"/>
                </a:lnTo>
                <a:lnTo>
                  <a:pt x="523" y="20"/>
                </a:lnTo>
                <a:lnTo>
                  <a:pt x="512" y="17"/>
                </a:lnTo>
                <a:lnTo>
                  <a:pt x="500" y="14"/>
                </a:lnTo>
                <a:lnTo>
                  <a:pt x="488" y="12"/>
                </a:lnTo>
                <a:lnTo>
                  <a:pt x="477" y="9"/>
                </a:lnTo>
                <a:lnTo>
                  <a:pt x="465" y="7"/>
                </a:lnTo>
                <a:lnTo>
                  <a:pt x="453" y="6"/>
                </a:lnTo>
                <a:lnTo>
                  <a:pt x="440" y="4"/>
                </a:lnTo>
                <a:lnTo>
                  <a:pt x="428" y="3"/>
                </a:lnTo>
                <a:lnTo>
                  <a:pt x="416" y="2"/>
                </a:lnTo>
                <a:lnTo>
                  <a:pt x="404" y="2"/>
                </a:lnTo>
                <a:lnTo>
                  <a:pt x="392" y="2"/>
                </a:lnTo>
                <a:lnTo>
                  <a:pt x="380" y="2"/>
                </a:lnTo>
                <a:lnTo>
                  <a:pt x="367" y="2"/>
                </a:lnTo>
                <a:lnTo>
                  <a:pt x="355" y="3"/>
                </a:lnTo>
                <a:lnTo>
                  <a:pt x="343" y="4"/>
                </a:lnTo>
                <a:lnTo>
                  <a:pt x="331" y="6"/>
                </a:lnTo>
                <a:lnTo>
                  <a:pt x="319" y="7"/>
                </a:lnTo>
                <a:lnTo>
                  <a:pt x="307" y="9"/>
                </a:lnTo>
                <a:lnTo>
                  <a:pt x="295" y="12"/>
                </a:lnTo>
                <a:lnTo>
                  <a:pt x="283" y="14"/>
                </a:lnTo>
                <a:lnTo>
                  <a:pt x="272" y="17"/>
                </a:lnTo>
                <a:lnTo>
                  <a:pt x="260" y="20"/>
                </a:lnTo>
                <a:lnTo>
                  <a:pt x="249" y="24"/>
                </a:lnTo>
                <a:lnTo>
                  <a:pt x="238" y="27"/>
                </a:lnTo>
                <a:lnTo>
                  <a:pt x="225" y="31"/>
                </a:lnTo>
                <a:lnTo>
                  <a:pt x="214" y="36"/>
                </a:lnTo>
                <a:lnTo>
                  <a:pt x="204" y="40"/>
                </a:lnTo>
                <a:lnTo>
                  <a:pt x="193" y="45"/>
                </a:lnTo>
                <a:lnTo>
                  <a:pt x="183" y="50"/>
                </a:lnTo>
                <a:lnTo>
                  <a:pt x="172" y="56"/>
                </a:lnTo>
                <a:lnTo>
                  <a:pt x="162" y="61"/>
                </a:lnTo>
                <a:lnTo>
                  <a:pt x="153" y="67"/>
                </a:lnTo>
                <a:lnTo>
                  <a:pt x="143" y="73"/>
                </a:lnTo>
                <a:lnTo>
                  <a:pt x="134" y="80"/>
                </a:lnTo>
                <a:lnTo>
                  <a:pt x="125" y="86"/>
                </a:lnTo>
                <a:lnTo>
                  <a:pt x="116" y="93"/>
                </a:lnTo>
                <a:lnTo>
                  <a:pt x="108" y="100"/>
                </a:lnTo>
                <a:lnTo>
                  <a:pt x="99" y="107"/>
                </a:lnTo>
                <a:lnTo>
                  <a:pt x="91" y="115"/>
                </a:lnTo>
                <a:lnTo>
                  <a:pt x="84" y="122"/>
                </a:lnTo>
                <a:lnTo>
                  <a:pt x="77" y="130"/>
                </a:lnTo>
                <a:lnTo>
                  <a:pt x="70" y="138"/>
                </a:lnTo>
                <a:lnTo>
                  <a:pt x="63" y="146"/>
                </a:lnTo>
                <a:lnTo>
                  <a:pt x="56" y="155"/>
                </a:lnTo>
                <a:lnTo>
                  <a:pt x="50" y="163"/>
                </a:lnTo>
                <a:lnTo>
                  <a:pt x="45" y="172"/>
                </a:lnTo>
                <a:lnTo>
                  <a:pt x="39" y="181"/>
                </a:lnTo>
                <a:lnTo>
                  <a:pt x="34" y="190"/>
                </a:lnTo>
                <a:lnTo>
                  <a:pt x="30" y="199"/>
                </a:lnTo>
                <a:lnTo>
                  <a:pt x="25" y="208"/>
                </a:lnTo>
                <a:lnTo>
                  <a:pt x="21" y="217"/>
                </a:lnTo>
                <a:lnTo>
                  <a:pt x="18" y="226"/>
                </a:lnTo>
                <a:lnTo>
                  <a:pt x="15" y="236"/>
                </a:lnTo>
                <a:lnTo>
                  <a:pt x="12" y="245"/>
                </a:lnTo>
                <a:lnTo>
                  <a:pt x="9" y="255"/>
                </a:lnTo>
                <a:lnTo>
                  <a:pt x="7" y="265"/>
                </a:lnTo>
                <a:lnTo>
                  <a:pt x="5" y="274"/>
                </a:lnTo>
                <a:lnTo>
                  <a:pt x="4" y="284"/>
                </a:lnTo>
                <a:lnTo>
                  <a:pt x="3" y="294"/>
                </a:lnTo>
                <a:lnTo>
                  <a:pt x="3" y="304"/>
                </a:lnTo>
                <a:lnTo>
                  <a:pt x="2" y="313"/>
                </a:lnTo>
                <a:lnTo>
                  <a:pt x="3" y="323"/>
                </a:lnTo>
                <a:lnTo>
                  <a:pt x="3" y="333"/>
                </a:lnTo>
                <a:lnTo>
                  <a:pt x="4" y="343"/>
                </a:lnTo>
                <a:lnTo>
                  <a:pt x="5" y="352"/>
                </a:lnTo>
                <a:lnTo>
                  <a:pt x="7" y="362"/>
                </a:lnTo>
                <a:lnTo>
                  <a:pt x="9" y="372"/>
                </a:lnTo>
                <a:lnTo>
                  <a:pt x="12" y="381"/>
                </a:lnTo>
                <a:lnTo>
                  <a:pt x="15" y="391"/>
                </a:lnTo>
                <a:lnTo>
                  <a:pt x="18" y="400"/>
                </a:lnTo>
                <a:lnTo>
                  <a:pt x="21" y="410"/>
                </a:lnTo>
                <a:lnTo>
                  <a:pt x="25" y="419"/>
                </a:lnTo>
                <a:lnTo>
                  <a:pt x="30" y="428"/>
                </a:lnTo>
                <a:lnTo>
                  <a:pt x="34" y="437"/>
                </a:lnTo>
                <a:lnTo>
                  <a:pt x="39" y="446"/>
                </a:lnTo>
                <a:lnTo>
                  <a:pt x="45" y="455"/>
                </a:lnTo>
                <a:lnTo>
                  <a:pt x="50" y="464"/>
                </a:lnTo>
                <a:lnTo>
                  <a:pt x="56" y="472"/>
                </a:lnTo>
                <a:lnTo>
                  <a:pt x="63" y="480"/>
                </a:lnTo>
                <a:lnTo>
                  <a:pt x="70" y="489"/>
                </a:lnTo>
                <a:lnTo>
                  <a:pt x="77" y="497"/>
                </a:lnTo>
                <a:lnTo>
                  <a:pt x="84" y="504"/>
                </a:lnTo>
                <a:lnTo>
                  <a:pt x="91" y="512"/>
                </a:lnTo>
                <a:lnTo>
                  <a:pt x="99" y="519"/>
                </a:lnTo>
                <a:lnTo>
                  <a:pt x="108" y="527"/>
                </a:lnTo>
                <a:lnTo>
                  <a:pt x="116" y="534"/>
                </a:lnTo>
                <a:lnTo>
                  <a:pt x="125" y="541"/>
                </a:lnTo>
                <a:lnTo>
                  <a:pt x="134" y="547"/>
                </a:lnTo>
                <a:lnTo>
                  <a:pt x="143" y="553"/>
                </a:lnTo>
                <a:lnTo>
                  <a:pt x="153" y="561"/>
                </a:lnTo>
                <a:lnTo>
                  <a:pt x="162" y="566"/>
                </a:lnTo>
                <a:lnTo>
                  <a:pt x="172" y="572"/>
                </a:lnTo>
                <a:lnTo>
                  <a:pt x="183" y="577"/>
                </a:lnTo>
                <a:lnTo>
                  <a:pt x="193" y="583"/>
                </a:lnTo>
                <a:lnTo>
                  <a:pt x="204" y="587"/>
                </a:lnTo>
                <a:lnTo>
                  <a:pt x="214" y="592"/>
                </a:lnTo>
                <a:lnTo>
                  <a:pt x="225" y="596"/>
                </a:lnTo>
                <a:lnTo>
                  <a:pt x="238" y="600"/>
                </a:lnTo>
                <a:lnTo>
                  <a:pt x="249" y="604"/>
                </a:lnTo>
                <a:lnTo>
                  <a:pt x="260" y="608"/>
                </a:lnTo>
                <a:lnTo>
                  <a:pt x="272" y="611"/>
                </a:lnTo>
                <a:lnTo>
                  <a:pt x="283" y="614"/>
                </a:lnTo>
                <a:lnTo>
                  <a:pt x="295" y="616"/>
                </a:lnTo>
                <a:lnTo>
                  <a:pt x="307" y="618"/>
                </a:lnTo>
                <a:lnTo>
                  <a:pt x="319" y="620"/>
                </a:lnTo>
                <a:lnTo>
                  <a:pt x="331" y="622"/>
                </a:lnTo>
                <a:lnTo>
                  <a:pt x="343" y="624"/>
                </a:lnTo>
                <a:lnTo>
                  <a:pt x="355" y="625"/>
                </a:lnTo>
                <a:lnTo>
                  <a:pt x="367" y="625"/>
                </a:lnTo>
                <a:lnTo>
                  <a:pt x="380" y="626"/>
                </a:lnTo>
                <a:lnTo>
                  <a:pt x="392" y="626"/>
                </a:lnTo>
                <a:lnTo>
                  <a:pt x="404" y="626"/>
                </a:lnTo>
                <a:lnTo>
                  <a:pt x="416" y="625"/>
                </a:lnTo>
                <a:lnTo>
                  <a:pt x="428" y="625"/>
                </a:lnTo>
                <a:lnTo>
                  <a:pt x="440" y="624"/>
                </a:lnTo>
                <a:lnTo>
                  <a:pt x="453" y="622"/>
                </a:lnTo>
                <a:lnTo>
                  <a:pt x="465" y="620"/>
                </a:lnTo>
                <a:lnTo>
                  <a:pt x="477" y="618"/>
                </a:lnTo>
                <a:lnTo>
                  <a:pt x="488" y="616"/>
                </a:lnTo>
                <a:lnTo>
                  <a:pt x="500" y="614"/>
                </a:lnTo>
                <a:lnTo>
                  <a:pt x="512" y="611"/>
                </a:lnTo>
                <a:lnTo>
                  <a:pt x="523" y="608"/>
                </a:lnTo>
                <a:lnTo>
                  <a:pt x="535" y="604"/>
                </a:lnTo>
                <a:lnTo>
                  <a:pt x="546" y="600"/>
                </a:lnTo>
                <a:lnTo>
                  <a:pt x="557" y="596"/>
                </a:lnTo>
                <a:lnTo>
                  <a:pt x="568" y="592"/>
                </a:lnTo>
                <a:lnTo>
                  <a:pt x="579" y="587"/>
                </a:lnTo>
                <a:lnTo>
                  <a:pt x="590" y="583"/>
                </a:lnTo>
                <a:lnTo>
                  <a:pt x="600" y="577"/>
                </a:lnTo>
                <a:lnTo>
                  <a:pt x="610" y="572"/>
                </a:lnTo>
                <a:lnTo>
                  <a:pt x="620" y="566"/>
                </a:lnTo>
                <a:lnTo>
                  <a:pt x="630" y="561"/>
                </a:lnTo>
                <a:lnTo>
                  <a:pt x="639" y="553"/>
                </a:lnTo>
                <a:lnTo>
                  <a:pt x="649" y="547"/>
                </a:lnTo>
                <a:lnTo>
                  <a:pt x="658" y="541"/>
                </a:lnTo>
                <a:lnTo>
                  <a:pt x="666" y="534"/>
                </a:lnTo>
                <a:lnTo>
                  <a:pt x="675" y="527"/>
                </a:lnTo>
                <a:lnTo>
                  <a:pt x="683" y="519"/>
                </a:lnTo>
                <a:lnTo>
                  <a:pt x="691" y="512"/>
                </a:lnTo>
                <a:lnTo>
                  <a:pt x="699" y="504"/>
                </a:lnTo>
                <a:lnTo>
                  <a:pt x="706" y="497"/>
                </a:lnTo>
                <a:lnTo>
                  <a:pt x="713" y="489"/>
                </a:lnTo>
                <a:lnTo>
                  <a:pt x="720" y="480"/>
                </a:lnTo>
                <a:lnTo>
                  <a:pt x="726" y="472"/>
                </a:lnTo>
                <a:lnTo>
                  <a:pt x="732" y="464"/>
                </a:lnTo>
                <a:lnTo>
                  <a:pt x="738" y="455"/>
                </a:lnTo>
                <a:lnTo>
                  <a:pt x="743" y="446"/>
                </a:lnTo>
                <a:lnTo>
                  <a:pt x="748" y="437"/>
                </a:lnTo>
                <a:lnTo>
                  <a:pt x="753" y="428"/>
                </a:lnTo>
                <a:lnTo>
                  <a:pt x="757" y="419"/>
                </a:lnTo>
                <a:lnTo>
                  <a:pt x="761" y="410"/>
                </a:lnTo>
                <a:lnTo>
                  <a:pt x="765" y="400"/>
                </a:lnTo>
                <a:lnTo>
                  <a:pt x="768" y="391"/>
                </a:lnTo>
                <a:lnTo>
                  <a:pt x="771" y="381"/>
                </a:lnTo>
                <a:lnTo>
                  <a:pt x="773" y="372"/>
                </a:lnTo>
                <a:lnTo>
                  <a:pt x="775" y="362"/>
                </a:lnTo>
                <a:lnTo>
                  <a:pt x="777" y="352"/>
                </a:lnTo>
                <a:lnTo>
                  <a:pt x="779" y="343"/>
                </a:lnTo>
                <a:lnTo>
                  <a:pt x="779" y="333"/>
                </a:lnTo>
                <a:lnTo>
                  <a:pt x="780" y="323"/>
                </a:lnTo>
                <a:lnTo>
                  <a:pt x="780" y="313"/>
                </a:lnTo>
                <a:moveTo>
                  <a:pt x="783" y="313"/>
                </a:moveTo>
                <a:lnTo>
                  <a:pt x="782" y="323"/>
                </a:lnTo>
                <a:lnTo>
                  <a:pt x="782" y="333"/>
                </a:lnTo>
                <a:lnTo>
                  <a:pt x="781" y="343"/>
                </a:lnTo>
                <a:lnTo>
                  <a:pt x="779" y="353"/>
                </a:lnTo>
                <a:lnTo>
                  <a:pt x="778" y="362"/>
                </a:lnTo>
                <a:lnTo>
                  <a:pt x="776" y="372"/>
                </a:lnTo>
                <a:lnTo>
                  <a:pt x="773" y="382"/>
                </a:lnTo>
                <a:lnTo>
                  <a:pt x="770" y="391"/>
                </a:lnTo>
                <a:lnTo>
                  <a:pt x="767" y="401"/>
                </a:lnTo>
                <a:lnTo>
                  <a:pt x="763" y="410"/>
                </a:lnTo>
                <a:lnTo>
                  <a:pt x="759" y="420"/>
                </a:lnTo>
                <a:lnTo>
                  <a:pt x="755" y="429"/>
                </a:lnTo>
                <a:lnTo>
                  <a:pt x="750" y="438"/>
                </a:lnTo>
                <a:lnTo>
                  <a:pt x="745" y="447"/>
                </a:lnTo>
                <a:lnTo>
                  <a:pt x="740" y="456"/>
                </a:lnTo>
                <a:lnTo>
                  <a:pt x="734" y="464"/>
                </a:lnTo>
                <a:lnTo>
                  <a:pt x="728" y="473"/>
                </a:lnTo>
                <a:lnTo>
                  <a:pt x="722" y="481"/>
                </a:lnTo>
                <a:lnTo>
                  <a:pt x="715" y="490"/>
                </a:lnTo>
                <a:lnTo>
                  <a:pt x="708" y="498"/>
                </a:lnTo>
                <a:lnTo>
                  <a:pt x="701" y="505"/>
                </a:lnTo>
                <a:lnTo>
                  <a:pt x="693" y="513"/>
                </a:lnTo>
                <a:lnTo>
                  <a:pt x="685" y="521"/>
                </a:lnTo>
                <a:lnTo>
                  <a:pt x="677" y="528"/>
                </a:lnTo>
                <a:lnTo>
                  <a:pt x="668" y="535"/>
                </a:lnTo>
                <a:lnTo>
                  <a:pt x="659" y="542"/>
                </a:lnTo>
                <a:lnTo>
                  <a:pt x="650" y="549"/>
                </a:lnTo>
                <a:lnTo>
                  <a:pt x="641" y="555"/>
                </a:lnTo>
                <a:lnTo>
                  <a:pt x="631" y="562"/>
                </a:lnTo>
                <a:lnTo>
                  <a:pt x="621" y="568"/>
                </a:lnTo>
                <a:lnTo>
                  <a:pt x="611" y="574"/>
                </a:lnTo>
                <a:lnTo>
                  <a:pt x="601" y="579"/>
                </a:lnTo>
                <a:lnTo>
                  <a:pt x="591" y="584"/>
                </a:lnTo>
                <a:lnTo>
                  <a:pt x="580" y="589"/>
                </a:lnTo>
                <a:lnTo>
                  <a:pt x="569" y="594"/>
                </a:lnTo>
                <a:lnTo>
                  <a:pt x="558" y="598"/>
                </a:lnTo>
                <a:lnTo>
                  <a:pt x="547" y="602"/>
                </a:lnTo>
                <a:lnTo>
                  <a:pt x="536" y="606"/>
                </a:lnTo>
                <a:lnTo>
                  <a:pt x="524" y="609"/>
                </a:lnTo>
                <a:lnTo>
                  <a:pt x="513" y="612"/>
                </a:lnTo>
                <a:lnTo>
                  <a:pt x="501" y="615"/>
                </a:lnTo>
                <a:lnTo>
                  <a:pt x="489" y="618"/>
                </a:lnTo>
                <a:lnTo>
                  <a:pt x="477" y="620"/>
                </a:lnTo>
                <a:lnTo>
                  <a:pt x="465" y="622"/>
                </a:lnTo>
                <a:lnTo>
                  <a:pt x="453" y="624"/>
                </a:lnTo>
                <a:lnTo>
                  <a:pt x="441" y="625"/>
                </a:lnTo>
                <a:lnTo>
                  <a:pt x="429" y="626"/>
                </a:lnTo>
                <a:lnTo>
                  <a:pt x="416" y="627"/>
                </a:lnTo>
                <a:lnTo>
                  <a:pt x="404" y="628"/>
                </a:lnTo>
                <a:lnTo>
                  <a:pt x="392" y="628"/>
                </a:lnTo>
                <a:lnTo>
                  <a:pt x="380" y="628"/>
                </a:lnTo>
                <a:lnTo>
                  <a:pt x="367" y="627"/>
                </a:lnTo>
                <a:lnTo>
                  <a:pt x="355" y="626"/>
                </a:lnTo>
                <a:lnTo>
                  <a:pt x="343" y="625"/>
                </a:lnTo>
                <a:lnTo>
                  <a:pt x="331" y="624"/>
                </a:lnTo>
                <a:lnTo>
                  <a:pt x="319" y="622"/>
                </a:lnTo>
                <a:lnTo>
                  <a:pt x="307" y="620"/>
                </a:lnTo>
                <a:lnTo>
                  <a:pt x="295" y="618"/>
                </a:lnTo>
                <a:lnTo>
                  <a:pt x="283" y="615"/>
                </a:lnTo>
                <a:lnTo>
                  <a:pt x="271" y="612"/>
                </a:lnTo>
                <a:lnTo>
                  <a:pt x="259" y="609"/>
                </a:lnTo>
                <a:lnTo>
                  <a:pt x="248" y="606"/>
                </a:lnTo>
                <a:lnTo>
                  <a:pt x="237" y="602"/>
                </a:lnTo>
                <a:lnTo>
                  <a:pt x="224" y="598"/>
                </a:lnTo>
                <a:lnTo>
                  <a:pt x="213" y="594"/>
                </a:lnTo>
                <a:lnTo>
                  <a:pt x="203" y="589"/>
                </a:lnTo>
                <a:lnTo>
                  <a:pt x="192" y="584"/>
                </a:lnTo>
                <a:lnTo>
                  <a:pt x="181" y="579"/>
                </a:lnTo>
                <a:lnTo>
                  <a:pt x="171" y="574"/>
                </a:lnTo>
                <a:lnTo>
                  <a:pt x="161" y="568"/>
                </a:lnTo>
                <a:lnTo>
                  <a:pt x="151" y="562"/>
                </a:lnTo>
                <a:lnTo>
                  <a:pt x="142" y="555"/>
                </a:lnTo>
                <a:lnTo>
                  <a:pt x="132" y="549"/>
                </a:lnTo>
                <a:lnTo>
                  <a:pt x="123" y="542"/>
                </a:lnTo>
                <a:lnTo>
                  <a:pt x="114" y="535"/>
                </a:lnTo>
                <a:lnTo>
                  <a:pt x="106" y="528"/>
                </a:lnTo>
                <a:lnTo>
                  <a:pt x="98" y="521"/>
                </a:lnTo>
                <a:lnTo>
                  <a:pt x="90" y="513"/>
                </a:lnTo>
                <a:lnTo>
                  <a:pt x="82" y="505"/>
                </a:lnTo>
                <a:lnTo>
                  <a:pt x="75" y="498"/>
                </a:lnTo>
                <a:lnTo>
                  <a:pt x="68" y="490"/>
                </a:lnTo>
                <a:lnTo>
                  <a:pt x="61" y="481"/>
                </a:lnTo>
                <a:lnTo>
                  <a:pt x="54" y="473"/>
                </a:lnTo>
                <a:lnTo>
                  <a:pt x="48" y="464"/>
                </a:lnTo>
                <a:lnTo>
                  <a:pt x="43" y="456"/>
                </a:lnTo>
                <a:lnTo>
                  <a:pt x="37" y="447"/>
                </a:lnTo>
                <a:lnTo>
                  <a:pt x="32" y="438"/>
                </a:lnTo>
                <a:lnTo>
                  <a:pt x="27" y="429"/>
                </a:lnTo>
                <a:lnTo>
                  <a:pt x="23" y="420"/>
                </a:lnTo>
                <a:lnTo>
                  <a:pt x="19" y="410"/>
                </a:lnTo>
                <a:lnTo>
                  <a:pt x="16" y="401"/>
                </a:lnTo>
                <a:lnTo>
                  <a:pt x="12" y="391"/>
                </a:lnTo>
                <a:lnTo>
                  <a:pt x="9" y="382"/>
                </a:lnTo>
                <a:lnTo>
                  <a:pt x="7" y="372"/>
                </a:lnTo>
                <a:lnTo>
                  <a:pt x="5" y="362"/>
                </a:lnTo>
                <a:lnTo>
                  <a:pt x="3" y="353"/>
                </a:lnTo>
                <a:lnTo>
                  <a:pt x="2" y="343"/>
                </a:lnTo>
                <a:lnTo>
                  <a:pt x="1" y="333"/>
                </a:lnTo>
                <a:lnTo>
                  <a:pt x="0" y="323"/>
                </a:lnTo>
                <a:lnTo>
                  <a:pt x="0" y="313"/>
                </a:lnTo>
                <a:lnTo>
                  <a:pt x="0" y="304"/>
                </a:lnTo>
                <a:lnTo>
                  <a:pt x="1" y="294"/>
                </a:lnTo>
                <a:lnTo>
                  <a:pt x="2" y="284"/>
                </a:lnTo>
                <a:lnTo>
                  <a:pt x="3" y="274"/>
                </a:lnTo>
                <a:lnTo>
                  <a:pt x="5" y="264"/>
                </a:lnTo>
                <a:lnTo>
                  <a:pt x="7" y="255"/>
                </a:lnTo>
                <a:lnTo>
                  <a:pt x="9" y="245"/>
                </a:lnTo>
                <a:lnTo>
                  <a:pt x="12" y="235"/>
                </a:lnTo>
                <a:lnTo>
                  <a:pt x="16" y="226"/>
                </a:lnTo>
                <a:lnTo>
                  <a:pt x="19" y="217"/>
                </a:lnTo>
                <a:lnTo>
                  <a:pt x="23" y="207"/>
                </a:lnTo>
                <a:lnTo>
                  <a:pt x="27" y="198"/>
                </a:lnTo>
                <a:lnTo>
                  <a:pt x="32" y="189"/>
                </a:lnTo>
                <a:lnTo>
                  <a:pt x="37" y="180"/>
                </a:lnTo>
                <a:lnTo>
                  <a:pt x="43" y="171"/>
                </a:lnTo>
                <a:lnTo>
                  <a:pt x="48" y="162"/>
                </a:lnTo>
                <a:lnTo>
                  <a:pt x="54" y="154"/>
                </a:lnTo>
                <a:lnTo>
                  <a:pt x="61" y="145"/>
                </a:lnTo>
                <a:lnTo>
                  <a:pt x="68" y="137"/>
                </a:lnTo>
                <a:lnTo>
                  <a:pt x="75" y="129"/>
                </a:lnTo>
                <a:lnTo>
                  <a:pt x="82" y="121"/>
                </a:lnTo>
                <a:lnTo>
                  <a:pt x="90" y="114"/>
                </a:lnTo>
                <a:lnTo>
                  <a:pt x="98" y="106"/>
                </a:lnTo>
                <a:lnTo>
                  <a:pt x="106" y="99"/>
                </a:lnTo>
                <a:lnTo>
                  <a:pt x="114" y="92"/>
                </a:lnTo>
                <a:lnTo>
                  <a:pt x="123" y="85"/>
                </a:lnTo>
                <a:lnTo>
                  <a:pt x="132" y="78"/>
                </a:lnTo>
                <a:lnTo>
                  <a:pt x="142" y="72"/>
                </a:lnTo>
                <a:lnTo>
                  <a:pt x="151" y="66"/>
                </a:lnTo>
                <a:lnTo>
                  <a:pt x="161" y="60"/>
                </a:lnTo>
                <a:lnTo>
                  <a:pt x="171" y="54"/>
                </a:lnTo>
                <a:lnTo>
                  <a:pt x="181" y="49"/>
                </a:lnTo>
                <a:lnTo>
                  <a:pt x="192" y="44"/>
                </a:lnTo>
                <a:lnTo>
                  <a:pt x="203" y="39"/>
                </a:lnTo>
                <a:lnTo>
                  <a:pt x="213" y="34"/>
                </a:lnTo>
                <a:lnTo>
                  <a:pt x="224" y="30"/>
                </a:lnTo>
                <a:lnTo>
                  <a:pt x="237" y="26"/>
                </a:lnTo>
                <a:lnTo>
                  <a:pt x="248" y="22"/>
                </a:lnTo>
                <a:lnTo>
                  <a:pt x="259" y="18"/>
                </a:lnTo>
                <a:lnTo>
                  <a:pt x="271" y="15"/>
                </a:lnTo>
                <a:lnTo>
                  <a:pt x="283" y="12"/>
                </a:lnTo>
                <a:lnTo>
                  <a:pt x="295" y="10"/>
                </a:lnTo>
                <a:lnTo>
                  <a:pt x="307" y="7"/>
                </a:lnTo>
                <a:lnTo>
                  <a:pt x="319" y="5"/>
                </a:lnTo>
                <a:lnTo>
                  <a:pt x="331" y="4"/>
                </a:lnTo>
                <a:lnTo>
                  <a:pt x="343" y="2"/>
                </a:lnTo>
                <a:lnTo>
                  <a:pt x="355" y="1"/>
                </a:lnTo>
                <a:lnTo>
                  <a:pt x="367" y="1"/>
                </a:lnTo>
                <a:lnTo>
                  <a:pt x="380" y="0"/>
                </a:lnTo>
                <a:lnTo>
                  <a:pt x="392" y="0"/>
                </a:lnTo>
                <a:lnTo>
                  <a:pt x="404" y="0"/>
                </a:lnTo>
                <a:lnTo>
                  <a:pt x="416" y="1"/>
                </a:lnTo>
                <a:lnTo>
                  <a:pt x="429" y="1"/>
                </a:lnTo>
                <a:lnTo>
                  <a:pt x="441" y="2"/>
                </a:lnTo>
                <a:lnTo>
                  <a:pt x="453" y="4"/>
                </a:lnTo>
                <a:lnTo>
                  <a:pt x="465" y="5"/>
                </a:lnTo>
                <a:lnTo>
                  <a:pt x="477" y="7"/>
                </a:lnTo>
                <a:lnTo>
                  <a:pt x="489" y="10"/>
                </a:lnTo>
                <a:lnTo>
                  <a:pt x="501" y="12"/>
                </a:lnTo>
                <a:lnTo>
                  <a:pt x="513" y="15"/>
                </a:lnTo>
                <a:lnTo>
                  <a:pt x="524" y="18"/>
                </a:lnTo>
                <a:lnTo>
                  <a:pt x="536" y="22"/>
                </a:lnTo>
                <a:lnTo>
                  <a:pt x="547" y="26"/>
                </a:lnTo>
                <a:lnTo>
                  <a:pt x="558" y="30"/>
                </a:lnTo>
                <a:lnTo>
                  <a:pt x="569" y="34"/>
                </a:lnTo>
                <a:lnTo>
                  <a:pt x="580" y="39"/>
                </a:lnTo>
                <a:lnTo>
                  <a:pt x="591" y="44"/>
                </a:lnTo>
                <a:lnTo>
                  <a:pt x="601" y="49"/>
                </a:lnTo>
                <a:lnTo>
                  <a:pt x="611" y="54"/>
                </a:lnTo>
                <a:lnTo>
                  <a:pt x="621" y="60"/>
                </a:lnTo>
                <a:lnTo>
                  <a:pt x="631" y="66"/>
                </a:lnTo>
                <a:lnTo>
                  <a:pt x="641" y="72"/>
                </a:lnTo>
                <a:lnTo>
                  <a:pt x="650" y="78"/>
                </a:lnTo>
                <a:lnTo>
                  <a:pt x="659" y="85"/>
                </a:lnTo>
                <a:lnTo>
                  <a:pt x="668" y="92"/>
                </a:lnTo>
                <a:lnTo>
                  <a:pt x="677" y="99"/>
                </a:lnTo>
                <a:lnTo>
                  <a:pt x="685" y="106"/>
                </a:lnTo>
                <a:lnTo>
                  <a:pt x="693" y="114"/>
                </a:lnTo>
                <a:lnTo>
                  <a:pt x="701" y="121"/>
                </a:lnTo>
                <a:lnTo>
                  <a:pt x="708" y="129"/>
                </a:lnTo>
                <a:lnTo>
                  <a:pt x="715" y="137"/>
                </a:lnTo>
                <a:lnTo>
                  <a:pt x="722" y="145"/>
                </a:lnTo>
                <a:lnTo>
                  <a:pt x="728" y="154"/>
                </a:lnTo>
                <a:lnTo>
                  <a:pt x="734" y="162"/>
                </a:lnTo>
                <a:lnTo>
                  <a:pt x="740" y="171"/>
                </a:lnTo>
                <a:lnTo>
                  <a:pt x="745" y="180"/>
                </a:lnTo>
                <a:lnTo>
                  <a:pt x="750" y="189"/>
                </a:lnTo>
                <a:lnTo>
                  <a:pt x="755" y="198"/>
                </a:lnTo>
                <a:lnTo>
                  <a:pt x="759" y="207"/>
                </a:lnTo>
                <a:lnTo>
                  <a:pt x="763" y="217"/>
                </a:lnTo>
                <a:lnTo>
                  <a:pt x="767" y="226"/>
                </a:lnTo>
                <a:lnTo>
                  <a:pt x="770" y="235"/>
                </a:lnTo>
                <a:lnTo>
                  <a:pt x="773" y="245"/>
                </a:lnTo>
                <a:lnTo>
                  <a:pt x="776" y="255"/>
                </a:lnTo>
                <a:lnTo>
                  <a:pt x="778" y="264"/>
                </a:lnTo>
                <a:lnTo>
                  <a:pt x="779" y="274"/>
                </a:lnTo>
                <a:lnTo>
                  <a:pt x="781" y="284"/>
                </a:lnTo>
                <a:lnTo>
                  <a:pt x="782" y="294"/>
                </a:lnTo>
                <a:lnTo>
                  <a:pt x="782" y="304"/>
                </a:lnTo>
                <a:lnTo>
                  <a:pt x="783" y="313"/>
                </a:lnTo>
                <a:close/>
              </a:path>
            </a:pathLst>
          </a:custGeom>
          <a:solidFill>
            <a:srgbClr val="ffb9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79" name=""/>
          <p:cNvSpPr/>
          <p:nvPr/>
        </p:nvSpPr>
        <p:spPr>
          <a:xfrm>
            <a:off x="4837320" y="1714320"/>
            <a:ext cx="283320" cy="227520"/>
          </a:xfrm>
          <a:custGeom>
            <a:avLst/>
            <a:gdLst/>
            <a:ahLst/>
            <a:rect l="0" t="0" r="r" b="b"/>
            <a:pathLst>
              <a:path w="787" h="632">
                <a:moveTo>
                  <a:pt x="785" y="315"/>
                </a:moveTo>
                <a:lnTo>
                  <a:pt x="784" y="306"/>
                </a:lnTo>
                <a:lnTo>
                  <a:pt x="784" y="296"/>
                </a:lnTo>
                <a:lnTo>
                  <a:pt x="783" y="286"/>
                </a:lnTo>
                <a:lnTo>
                  <a:pt x="781" y="276"/>
                </a:lnTo>
                <a:lnTo>
                  <a:pt x="780" y="266"/>
                </a:lnTo>
                <a:lnTo>
                  <a:pt x="778" y="257"/>
                </a:lnTo>
                <a:lnTo>
                  <a:pt x="775" y="247"/>
                </a:lnTo>
                <a:lnTo>
                  <a:pt x="772" y="237"/>
                </a:lnTo>
                <a:lnTo>
                  <a:pt x="769" y="228"/>
                </a:lnTo>
                <a:lnTo>
                  <a:pt x="765" y="219"/>
                </a:lnTo>
                <a:lnTo>
                  <a:pt x="761" y="209"/>
                </a:lnTo>
                <a:lnTo>
                  <a:pt x="757" y="200"/>
                </a:lnTo>
                <a:lnTo>
                  <a:pt x="752" y="191"/>
                </a:lnTo>
                <a:lnTo>
                  <a:pt x="747" y="182"/>
                </a:lnTo>
                <a:lnTo>
                  <a:pt x="742" y="173"/>
                </a:lnTo>
                <a:lnTo>
                  <a:pt x="736" y="164"/>
                </a:lnTo>
                <a:lnTo>
                  <a:pt x="730" y="156"/>
                </a:lnTo>
                <a:lnTo>
                  <a:pt x="724" y="147"/>
                </a:lnTo>
                <a:lnTo>
                  <a:pt x="717" y="139"/>
                </a:lnTo>
                <a:lnTo>
                  <a:pt x="710" y="131"/>
                </a:lnTo>
                <a:lnTo>
                  <a:pt x="703" y="123"/>
                </a:lnTo>
                <a:lnTo>
                  <a:pt x="695" y="116"/>
                </a:lnTo>
                <a:lnTo>
                  <a:pt x="687" y="108"/>
                </a:lnTo>
                <a:lnTo>
                  <a:pt x="679" y="101"/>
                </a:lnTo>
                <a:lnTo>
                  <a:pt x="670" y="94"/>
                </a:lnTo>
                <a:lnTo>
                  <a:pt x="661" y="87"/>
                </a:lnTo>
                <a:lnTo>
                  <a:pt x="652" y="80"/>
                </a:lnTo>
                <a:lnTo>
                  <a:pt x="643" y="74"/>
                </a:lnTo>
                <a:lnTo>
                  <a:pt x="633" y="68"/>
                </a:lnTo>
                <a:lnTo>
                  <a:pt x="623" y="62"/>
                </a:lnTo>
                <a:lnTo>
                  <a:pt x="613" y="56"/>
                </a:lnTo>
                <a:lnTo>
                  <a:pt x="603" y="51"/>
                </a:lnTo>
                <a:lnTo>
                  <a:pt x="593" y="46"/>
                </a:lnTo>
                <a:lnTo>
                  <a:pt x="582" y="41"/>
                </a:lnTo>
                <a:lnTo>
                  <a:pt x="571" y="36"/>
                </a:lnTo>
                <a:lnTo>
                  <a:pt x="560" y="32"/>
                </a:lnTo>
                <a:lnTo>
                  <a:pt x="549" y="28"/>
                </a:lnTo>
                <a:lnTo>
                  <a:pt x="538" y="24"/>
                </a:lnTo>
                <a:lnTo>
                  <a:pt x="526" y="20"/>
                </a:lnTo>
                <a:lnTo>
                  <a:pt x="515" y="17"/>
                </a:lnTo>
                <a:lnTo>
                  <a:pt x="503" y="14"/>
                </a:lnTo>
                <a:lnTo>
                  <a:pt x="491" y="12"/>
                </a:lnTo>
                <a:lnTo>
                  <a:pt x="479" y="9"/>
                </a:lnTo>
                <a:lnTo>
                  <a:pt x="467" y="7"/>
                </a:lnTo>
                <a:lnTo>
                  <a:pt x="455" y="6"/>
                </a:lnTo>
                <a:lnTo>
                  <a:pt x="443" y="4"/>
                </a:lnTo>
                <a:lnTo>
                  <a:pt x="431" y="3"/>
                </a:lnTo>
                <a:lnTo>
                  <a:pt x="418" y="3"/>
                </a:lnTo>
                <a:lnTo>
                  <a:pt x="406" y="2"/>
                </a:lnTo>
                <a:lnTo>
                  <a:pt x="394" y="2"/>
                </a:lnTo>
                <a:lnTo>
                  <a:pt x="382" y="2"/>
                </a:lnTo>
                <a:lnTo>
                  <a:pt x="369" y="3"/>
                </a:lnTo>
                <a:lnTo>
                  <a:pt x="357" y="3"/>
                </a:lnTo>
                <a:lnTo>
                  <a:pt x="345" y="4"/>
                </a:lnTo>
                <a:lnTo>
                  <a:pt x="333" y="6"/>
                </a:lnTo>
                <a:lnTo>
                  <a:pt x="321" y="7"/>
                </a:lnTo>
                <a:lnTo>
                  <a:pt x="308" y="9"/>
                </a:lnTo>
                <a:lnTo>
                  <a:pt x="296" y="12"/>
                </a:lnTo>
                <a:lnTo>
                  <a:pt x="284" y="14"/>
                </a:lnTo>
                <a:lnTo>
                  <a:pt x="272" y="17"/>
                </a:lnTo>
                <a:lnTo>
                  <a:pt x="260" y="20"/>
                </a:lnTo>
                <a:lnTo>
                  <a:pt x="249" y="24"/>
                </a:lnTo>
                <a:lnTo>
                  <a:pt x="238" y="28"/>
                </a:lnTo>
                <a:lnTo>
                  <a:pt x="226" y="32"/>
                </a:lnTo>
                <a:lnTo>
                  <a:pt x="215" y="36"/>
                </a:lnTo>
                <a:lnTo>
                  <a:pt x="205" y="41"/>
                </a:lnTo>
                <a:lnTo>
                  <a:pt x="194" y="46"/>
                </a:lnTo>
                <a:lnTo>
                  <a:pt x="183" y="51"/>
                </a:lnTo>
                <a:lnTo>
                  <a:pt x="173" y="56"/>
                </a:lnTo>
                <a:lnTo>
                  <a:pt x="163" y="62"/>
                </a:lnTo>
                <a:lnTo>
                  <a:pt x="153" y="68"/>
                </a:lnTo>
                <a:lnTo>
                  <a:pt x="144" y="74"/>
                </a:lnTo>
                <a:lnTo>
                  <a:pt x="134" y="80"/>
                </a:lnTo>
                <a:lnTo>
                  <a:pt x="125" y="87"/>
                </a:lnTo>
                <a:lnTo>
                  <a:pt x="116" y="94"/>
                </a:lnTo>
                <a:lnTo>
                  <a:pt x="108" y="101"/>
                </a:lnTo>
                <a:lnTo>
                  <a:pt x="100" y="108"/>
                </a:lnTo>
                <a:lnTo>
                  <a:pt x="92" y="116"/>
                </a:lnTo>
                <a:lnTo>
                  <a:pt x="84" y="123"/>
                </a:lnTo>
                <a:lnTo>
                  <a:pt x="77" y="131"/>
                </a:lnTo>
                <a:lnTo>
                  <a:pt x="70" y="139"/>
                </a:lnTo>
                <a:lnTo>
                  <a:pt x="63" y="147"/>
                </a:lnTo>
                <a:lnTo>
                  <a:pt x="56" y="156"/>
                </a:lnTo>
                <a:lnTo>
                  <a:pt x="50" y="164"/>
                </a:lnTo>
                <a:lnTo>
                  <a:pt x="45" y="173"/>
                </a:lnTo>
                <a:lnTo>
                  <a:pt x="39" y="182"/>
                </a:lnTo>
                <a:lnTo>
                  <a:pt x="34" y="191"/>
                </a:lnTo>
                <a:lnTo>
                  <a:pt x="29" y="200"/>
                </a:lnTo>
                <a:lnTo>
                  <a:pt x="25" y="209"/>
                </a:lnTo>
                <a:lnTo>
                  <a:pt x="21" y="219"/>
                </a:lnTo>
                <a:lnTo>
                  <a:pt x="18" y="228"/>
                </a:lnTo>
                <a:lnTo>
                  <a:pt x="14" y="237"/>
                </a:lnTo>
                <a:lnTo>
                  <a:pt x="11" y="247"/>
                </a:lnTo>
                <a:lnTo>
                  <a:pt x="9" y="257"/>
                </a:lnTo>
                <a:lnTo>
                  <a:pt x="7" y="266"/>
                </a:lnTo>
                <a:lnTo>
                  <a:pt x="5" y="276"/>
                </a:lnTo>
                <a:lnTo>
                  <a:pt x="4" y="286"/>
                </a:lnTo>
                <a:lnTo>
                  <a:pt x="3" y="296"/>
                </a:lnTo>
                <a:lnTo>
                  <a:pt x="2" y="306"/>
                </a:lnTo>
                <a:lnTo>
                  <a:pt x="2" y="315"/>
                </a:lnTo>
                <a:lnTo>
                  <a:pt x="2" y="325"/>
                </a:lnTo>
                <a:lnTo>
                  <a:pt x="3" y="335"/>
                </a:lnTo>
                <a:lnTo>
                  <a:pt x="4" y="345"/>
                </a:lnTo>
                <a:lnTo>
                  <a:pt x="5" y="355"/>
                </a:lnTo>
                <a:lnTo>
                  <a:pt x="7" y="364"/>
                </a:lnTo>
                <a:lnTo>
                  <a:pt x="9" y="374"/>
                </a:lnTo>
                <a:lnTo>
                  <a:pt x="11" y="384"/>
                </a:lnTo>
                <a:lnTo>
                  <a:pt x="14" y="393"/>
                </a:lnTo>
                <a:lnTo>
                  <a:pt x="18" y="403"/>
                </a:lnTo>
                <a:lnTo>
                  <a:pt x="21" y="412"/>
                </a:lnTo>
                <a:lnTo>
                  <a:pt x="25" y="422"/>
                </a:lnTo>
                <a:lnTo>
                  <a:pt x="29" y="431"/>
                </a:lnTo>
                <a:lnTo>
                  <a:pt x="34" y="440"/>
                </a:lnTo>
                <a:lnTo>
                  <a:pt x="39" y="449"/>
                </a:lnTo>
                <a:lnTo>
                  <a:pt x="45" y="458"/>
                </a:lnTo>
                <a:lnTo>
                  <a:pt x="50" y="466"/>
                </a:lnTo>
                <a:lnTo>
                  <a:pt x="56" y="475"/>
                </a:lnTo>
                <a:lnTo>
                  <a:pt x="63" y="483"/>
                </a:lnTo>
                <a:lnTo>
                  <a:pt x="70" y="492"/>
                </a:lnTo>
                <a:lnTo>
                  <a:pt x="77" y="500"/>
                </a:lnTo>
                <a:lnTo>
                  <a:pt x="84" y="507"/>
                </a:lnTo>
                <a:lnTo>
                  <a:pt x="92" y="515"/>
                </a:lnTo>
                <a:lnTo>
                  <a:pt x="100" y="523"/>
                </a:lnTo>
                <a:lnTo>
                  <a:pt x="108" y="530"/>
                </a:lnTo>
                <a:lnTo>
                  <a:pt x="116" y="537"/>
                </a:lnTo>
                <a:lnTo>
                  <a:pt x="125" y="544"/>
                </a:lnTo>
                <a:lnTo>
                  <a:pt x="134" y="551"/>
                </a:lnTo>
                <a:lnTo>
                  <a:pt x="144" y="557"/>
                </a:lnTo>
                <a:lnTo>
                  <a:pt x="153" y="563"/>
                </a:lnTo>
                <a:lnTo>
                  <a:pt x="163" y="569"/>
                </a:lnTo>
                <a:lnTo>
                  <a:pt x="173" y="575"/>
                </a:lnTo>
                <a:lnTo>
                  <a:pt x="183" y="580"/>
                </a:lnTo>
                <a:lnTo>
                  <a:pt x="194" y="585"/>
                </a:lnTo>
                <a:lnTo>
                  <a:pt x="205" y="590"/>
                </a:lnTo>
                <a:lnTo>
                  <a:pt x="215" y="596"/>
                </a:lnTo>
                <a:lnTo>
                  <a:pt x="226" y="600"/>
                </a:lnTo>
                <a:lnTo>
                  <a:pt x="238" y="604"/>
                </a:lnTo>
                <a:lnTo>
                  <a:pt x="249" y="608"/>
                </a:lnTo>
                <a:lnTo>
                  <a:pt x="260" y="611"/>
                </a:lnTo>
                <a:lnTo>
                  <a:pt x="272" y="614"/>
                </a:lnTo>
                <a:lnTo>
                  <a:pt x="284" y="617"/>
                </a:lnTo>
                <a:lnTo>
                  <a:pt x="296" y="620"/>
                </a:lnTo>
                <a:lnTo>
                  <a:pt x="308" y="622"/>
                </a:lnTo>
                <a:lnTo>
                  <a:pt x="321" y="624"/>
                </a:lnTo>
                <a:lnTo>
                  <a:pt x="333" y="626"/>
                </a:lnTo>
                <a:lnTo>
                  <a:pt x="345" y="627"/>
                </a:lnTo>
                <a:lnTo>
                  <a:pt x="357" y="628"/>
                </a:lnTo>
                <a:lnTo>
                  <a:pt x="369" y="629"/>
                </a:lnTo>
                <a:lnTo>
                  <a:pt x="382" y="630"/>
                </a:lnTo>
                <a:lnTo>
                  <a:pt x="394" y="630"/>
                </a:lnTo>
                <a:lnTo>
                  <a:pt x="406" y="630"/>
                </a:lnTo>
                <a:lnTo>
                  <a:pt x="418" y="629"/>
                </a:lnTo>
                <a:lnTo>
                  <a:pt x="431" y="628"/>
                </a:lnTo>
                <a:lnTo>
                  <a:pt x="443" y="627"/>
                </a:lnTo>
                <a:lnTo>
                  <a:pt x="455" y="626"/>
                </a:lnTo>
                <a:lnTo>
                  <a:pt x="467" y="624"/>
                </a:lnTo>
                <a:lnTo>
                  <a:pt x="479" y="622"/>
                </a:lnTo>
                <a:lnTo>
                  <a:pt x="491" y="620"/>
                </a:lnTo>
                <a:lnTo>
                  <a:pt x="503" y="617"/>
                </a:lnTo>
                <a:lnTo>
                  <a:pt x="515" y="614"/>
                </a:lnTo>
                <a:lnTo>
                  <a:pt x="526" y="611"/>
                </a:lnTo>
                <a:lnTo>
                  <a:pt x="538" y="608"/>
                </a:lnTo>
                <a:lnTo>
                  <a:pt x="549" y="604"/>
                </a:lnTo>
                <a:lnTo>
                  <a:pt x="560" y="600"/>
                </a:lnTo>
                <a:lnTo>
                  <a:pt x="571" y="596"/>
                </a:lnTo>
                <a:lnTo>
                  <a:pt x="582" y="590"/>
                </a:lnTo>
                <a:lnTo>
                  <a:pt x="593" y="585"/>
                </a:lnTo>
                <a:lnTo>
                  <a:pt x="603" y="580"/>
                </a:lnTo>
                <a:lnTo>
                  <a:pt x="613" y="575"/>
                </a:lnTo>
                <a:lnTo>
                  <a:pt x="623" y="569"/>
                </a:lnTo>
                <a:lnTo>
                  <a:pt x="633" y="563"/>
                </a:lnTo>
                <a:lnTo>
                  <a:pt x="643" y="557"/>
                </a:lnTo>
                <a:lnTo>
                  <a:pt x="652" y="551"/>
                </a:lnTo>
                <a:lnTo>
                  <a:pt x="661" y="544"/>
                </a:lnTo>
                <a:lnTo>
                  <a:pt x="670" y="537"/>
                </a:lnTo>
                <a:lnTo>
                  <a:pt x="679" y="530"/>
                </a:lnTo>
                <a:lnTo>
                  <a:pt x="687" y="523"/>
                </a:lnTo>
                <a:lnTo>
                  <a:pt x="695" y="515"/>
                </a:lnTo>
                <a:lnTo>
                  <a:pt x="703" y="507"/>
                </a:lnTo>
                <a:lnTo>
                  <a:pt x="710" y="500"/>
                </a:lnTo>
                <a:lnTo>
                  <a:pt x="717" y="492"/>
                </a:lnTo>
                <a:lnTo>
                  <a:pt x="724" y="483"/>
                </a:lnTo>
                <a:lnTo>
                  <a:pt x="730" y="475"/>
                </a:lnTo>
                <a:lnTo>
                  <a:pt x="736" y="466"/>
                </a:lnTo>
                <a:lnTo>
                  <a:pt x="742" y="458"/>
                </a:lnTo>
                <a:lnTo>
                  <a:pt x="747" y="449"/>
                </a:lnTo>
                <a:lnTo>
                  <a:pt x="752" y="440"/>
                </a:lnTo>
                <a:lnTo>
                  <a:pt x="757" y="431"/>
                </a:lnTo>
                <a:lnTo>
                  <a:pt x="761" y="422"/>
                </a:lnTo>
                <a:lnTo>
                  <a:pt x="765" y="412"/>
                </a:lnTo>
                <a:lnTo>
                  <a:pt x="769" y="403"/>
                </a:lnTo>
                <a:lnTo>
                  <a:pt x="772" y="393"/>
                </a:lnTo>
                <a:lnTo>
                  <a:pt x="775" y="384"/>
                </a:lnTo>
                <a:lnTo>
                  <a:pt x="778" y="374"/>
                </a:lnTo>
                <a:lnTo>
                  <a:pt x="780" y="364"/>
                </a:lnTo>
                <a:lnTo>
                  <a:pt x="781" y="355"/>
                </a:lnTo>
                <a:lnTo>
                  <a:pt x="783" y="345"/>
                </a:lnTo>
                <a:lnTo>
                  <a:pt x="784" y="335"/>
                </a:lnTo>
                <a:lnTo>
                  <a:pt x="784" y="325"/>
                </a:lnTo>
                <a:lnTo>
                  <a:pt x="785" y="315"/>
                </a:lnTo>
                <a:moveTo>
                  <a:pt x="787" y="315"/>
                </a:moveTo>
                <a:lnTo>
                  <a:pt x="787" y="325"/>
                </a:lnTo>
                <a:lnTo>
                  <a:pt x="786" y="335"/>
                </a:lnTo>
                <a:lnTo>
                  <a:pt x="785" y="345"/>
                </a:lnTo>
                <a:lnTo>
                  <a:pt x="784" y="355"/>
                </a:lnTo>
                <a:lnTo>
                  <a:pt x="782" y="365"/>
                </a:lnTo>
                <a:lnTo>
                  <a:pt x="780" y="374"/>
                </a:lnTo>
                <a:lnTo>
                  <a:pt x="777" y="384"/>
                </a:lnTo>
                <a:lnTo>
                  <a:pt x="775" y="394"/>
                </a:lnTo>
                <a:lnTo>
                  <a:pt x="771" y="403"/>
                </a:lnTo>
                <a:lnTo>
                  <a:pt x="768" y="413"/>
                </a:lnTo>
                <a:lnTo>
                  <a:pt x="764" y="422"/>
                </a:lnTo>
                <a:lnTo>
                  <a:pt x="759" y="431"/>
                </a:lnTo>
                <a:lnTo>
                  <a:pt x="755" y="441"/>
                </a:lnTo>
                <a:lnTo>
                  <a:pt x="749" y="450"/>
                </a:lnTo>
                <a:lnTo>
                  <a:pt x="744" y="459"/>
                </a:lnTo>
                <a:lnTo>
                  <a:pt x="738" y="467"/>
                </a:lnTo>
                <a:lnTo>
                  <a:pt x="732" y="476"/>
                </a:lnTo>
                <a:lnTo>
                  <a:pt x="726" y="484"/>
                </a:lnTo>
                <a:lnTo>
                  <a:pt x="719" y="493"/>
                </a:lnTo>
                <a:lnTo>
                  <a:pt x="712" y="501"/>
                </a:lnTo>
                <a:lnTo>
                  <a:pt x="704" y="509"/>
                </a:lnTo>
                <a:lnTo>
                  <a:pt x="697" y="516"/>
                </a:lnTo>
                <a:lnTo>
                  <a:pt x="689" y="524"/>
                </a:lnTo>
                <a:lnTo>
                  <a:pt x="680" y="531"/>
                </a:lnTo>
                <a:lnTo>
                  <a:pt x="672" y="538"/>
                </a:lnTo>
                <a:lnTo>
                  <a:pt x="663" y="545"/>
                </a:lnTo>
                <a:lnTo>
                  <a:pt x="654" y="552"/>
                </a:lnTo>
                <a:lnTo>
                  <a:pt x="644" y="558"/>
                </a:lnTo>
                <a:lnTo>
                  <a:pt x="635" y="565"/>
                </a:lnTo>
                <a:lnTo>
                  <a:pt x="625" y="570"/>
                </a:lnTo>
                <a:lnTo>
                  <a:pt x="615" y="576"/>
                </a:lnTo>
                <a:lnTo>
                  <a:pt x="604" y="582"/>
                </a:lnTo>
                <a:lnTo>
                  <a:pt x="594" y="587"/>
                </a:lnTo>
                <a:lnTo>
                  <a:pt x="583" y="592"/>
                </a:lnTo>
                <a:lnTo>
                  <a:pt x="572" y="597"/>
                </a:lnTo>
                <a:lnTo>
                  <a:pt x="561" y="602"/>
                </a:lnTo>
                <a:lnTo>
                  <a:pt x="550" y="606"/>
                </a:lnTo>
                <a:lnTo>
                  <a:pt x="538" y="610"/>
                </a:lnTo>
                <a:lnTo>
                  <a:pt x="527" y="613"/>
                </a:lnTo>
                <a:lnTo>
                  <a:pt x="515" y="616"/>
                </a:lnTo>
                <a:lnTo>
                  <a:pt x="503" y="619"/>
                </a:lnTo>
                <a:lnTo>
                  <a:pt x="492" y="622"/>
                </a:lnTo>
                <a:lnTo>
                  <a:pt x="480" y="624"/>
                </a:lnTo>
                <a:lnTo>
                  <a:pt x="467" y="626"/>
                </a:lnTo>
                <a:lnTo>
                  <a:pt x="455" y="628"/>
                </a:lnTo>
                <a:lnTo>
                  <a:pt x="443" y="629"/>
                </a:lnTo>
                <a:lnTo>
                  <a:pt x="431" y="630"/>
                </a:lnTo>
                <a:lnTo>
                  <a:pt x="418" y="631"/>
                </a:lnTo>
                <a:lnTo>
                  <a:pt x="406" y="632"/>
                </a:lnTo>
                <a:lnTo>
                  <a:pt x="394" y="632"/>
                </a:lnTo>
                <a:lnTo>
                  <a:pt x="381" y="632"/>
                </a:lnTo>
                <a:lnTo>
                  <a:pt x="369" y="631"/>
                </a:lnTo>
                <a:lnTo>
                  <a:pt x="357" y="630"/>
                </a:lnTo>
                <a:lnTo>
                  <a:pt x="345" y="629"/>
                </a:lnTo>
                <a:lnTo>
                  <a:pt x="332" y="628"/>
                </a:lnTo>
                <a:lnTo>
                  <a:pt x="320" y="626"/>
                </a:lnTo>
                <a:lnTo>
                  <a:pt x="307" y="624"/>
                </a:lnTo>
                <a:lnTo>
                  <a:pt x="295" y="622"/>
                </a:lnTo>
                <a:lnTo>
                  <a:pt x="283" y="619"/>
                </a:lnTo>
                <a:lnTo>
                  <a:pt x="271" y="616"/>
                </a:lnTo>
                <a:lnTo>
                  <a:pt x="260" y="613"/>
                </a:lnTo>
                <a:lnTo>
                  <a:pt x="248" y="610"/>
                </a:lnTo>
                <a:lnTo>
                  <a:pt x="237" y="606"/>
                </a:lnTo>
                <a:lnTo>
                  <a:pt x="225" y="602"/>
                </a:lnTo>
                <a:lnTo>
                  <a:pt x="214" y="597"/>
                </a:lnTo>
                <a:lnTo>
                  <a:pt x="203" y="592"/>
                </a:lnTo>
                <a:lnTo>
                  <a:pt x="193" y="587"/>
                </a:lnTo>
                <a:lnTo>
                  <a:pt x="182" y="582"/>
                </a:lnTo>
                <a:lnTo>
                  <a:pt x="172" y="576"/>
                </a:lnTo>
                <a:lnTo>
                  <a:pt x="162" y="570"/>
                </a:lnTo>
                <a:lnTo>
                  <a:pt x="152" y="565"/>
                </a:lnTo>
                <a:lnTo>
                  <a:pt x="142" y="558"/>
                </a:lnTo>
                <a:lnTo>
                  <a:pt x="133" y="552"/>
                </a:lnTo>
                <a:lnTo>
                  <a:pt x="124" y="545"/>
                </a:lnTo>
                <a:lnTo>
                  <a:pt x="115" y="538"/>
                </a:lnTo>
                <a:lnTo>
                  <a:pt x="106" y="531"/>
                </a:lnTo>
                <a:lnTo>
                  <a:pt x="98" y="524"/>
                </a:lnTo>
                <a:lnTo>
                  <a:pt x="90" y="516"/>
                </a:lnTo>
                <a:lnTo>
                  <a:pt x="82" y="509"/>
                </a:lnTo>
                <a:lnTo>
                  <a:pt x="75" y="501"/>
                </a:lnTo>
                <a:lnTo>
                  <a:pt x="68" y="493"/>
                </a:lnTo>
                <a:lnTo>
                  <a:pt x="61" y="484"/>
                </a:lnTo>
                <a:lnTo>
                  <a:pt x="54" y="476"/>
                </a:lnTo>
                <a:lnTo>
                  <a:pt x="48" y="467"/>
                </a:lnTo>
                <a:lnTo>
                  <a:pt x="43" y="459"/>
                </a:lnTo>
                <a:lnTo>
                  <a:pt x="37" y="450"/>
                </a:lnTo>
                <a:lnTo>
                  <a:pt x="32" y="441"/>
                </a:lnTo>
                <a:lnTo>
                  <a:pt x="27" y="431"/>
                </a:lnTo>
                <a:lnTo>
                  <a:pt x="23" y="422"/>
                </a:lnTo>
                <a:lnTo>
                  <a:pt x="19" y="413"/>
                </a:lnTo>
                <a:lnTo>
                  <a:pt x="15" y="403"/>
                </a:lnTo>
                <a:lnTo>
                  <a:pt x="12" y="394"/>
                </a:lnTo>
                <a:lnTo>
                  <a:pt x="9" y="384"/>
                </a:lnTo>
                <a:lnTo>
                  <a:pt x="7" y="374"/>
                </a:lnTo>
                <a:lnTo>
                  <a:pt x="5" y="365"/>
                </a:lnTo>
                <a:lnTo>
                  <a:pt x="3" y="355"/>
                </a:lnTo>
                <a:lnTo>
                  <a:pt x="1" y="345"/>
                </a:lnTo>
                <a:lnTo>
                  <a:pt x="1" y="335"/>
                </a:lnTo>
                <a:lnTo>
                  <a:pt x="0" y="325"/>
                </a:lnTo>
                <a:lnTo>
                  <a:pt x="0" y="315"/>
                </a:lnTo>
                <a:lnTo>
                  <a:pt x="0" y="305"/>
                </a:lnTo>
                <a:lnTo>
                  <a:pt x="1" y="296"/>
                </a:lnTo>
                <a:lnTo>
                  <a:pt x="1" y="286"/>
                </a:lnTo>
                <a:lnTo>
                  <a:pt x="3" y="276"/>
                </a:lnTo>
                <a:lnTo>
                  <a:pt x="5" y="266"/>
                </a:lnTo>
                <a:lnTo>
                  <a:pt x="7" y="256"/>
                </a:lnTo>
                <a:lnTo>
                  <a:pt x="9" y="247"/>
                </a:lnTo>
                <a:lnTo>
                  <a:pt x="12" y="237"/>
                </a:lnTo>
                <a:lnTo>
                  <a:pt x="15" y="227"/>
                </a:lnTo>
                <a:lnTo>
                  <a:pt x="19" y="218"/>
                </a:lnTo>
                <a:lnTo>
                  <a:pt x="23" y="209"/>
                </a:lnTo>
                <a:lnTo>
                  <a:pt x="27" y="199"/>
                </a:lnTo>
                <a:lnTo>
                  <a:pt x="32" y="190"/>
                </a:lnTo>
                <a:lnTo>
                  <a:pt x="37" y="181"/>
                </a:lnTo>
                <a:lnTo>
                  <a:pt x="43" y="172"/>
                </a:lnTo>
                <a:lnTo>
                  <a:pt x="48" y="163"/>
                </a:lnTo>
                <a:lnTo>
                  <a:pt x="54" y="155"/>
                </a:lnTo>
                <a:lnTo>
                  <a:pt x="61" y="146"/>
                </a:lnTo>
                <a:lnTo>
                  <a:pt x="68" y="138"/>
                </a:lnTo>
                <a:lnTo>
                  <a:pt x="75" y="130"/>
                </a:lnTo>
                <a:lnTo>
                  <a:pt x="82" y="122"/>
                </a:lnTo>
                <a:lnTo>
                  <a:pt x="90" y="114"/>
                </a:lnTo>
                <a:lnTo>
                  <a:pt x="98" y="107"/>
                </a:lnTo>
                <a:lnTo>
                  <a:pt x="106" y="100"/>
                </a:lnTo>
                <a:lnTo>
                  <a:pt x="115" y="92"/>
                </a:lnTo>
                <a:lnTo>
                  <a:pt x="124" y="86"/>
                </a:lnTo>
                <a:lnTo>
                  <a:pt x="133" y="79"/>
                </a:lnTo>
                <a:lnTo>
                  <a:pt x="142" y="72"/>
                </a:lnTo>
                <a:lnTo>
                  <a:pt x="152" y="66"/>
                </a:lnTo>
                <a:lnTo>
                  <a:pt x="162" y="60"/>
                </a:lnTo>
                <a:lnTo>
                  <a:pt x="172" y="55"/>
                </a:lnTo>
                <a:lnTo>
                  <a:pt x="182" y="49"/>
                </a:lnTo>
                <a:lnTo>
                  <a:pt x="193" y="44"/>
                </a:lnTo>
                <a:lnTo>
                  <a:pt x="203" y="39"/>
                </a:lnTo>
                <a:lnTo>
                  <a:pt x="214" y="34"/>
                </a:lnTo>
                <a:lnTo>
                  <a:pt x="225" y="30"/>
                </a:lnTo>
                <a:lnTo>
                  <a:pt x="237" y="26"/>
                </a:lnTo>
                <a:lnTo>
                  <a:pt x="248" y="22"/>
                </a:lnTo>
                <a:lnTo>
                  <a:pt x="260" y="19"/>
                </a:lnTo>
                <a:lnTo>
                  <a:pt x="271" y="16"/>
                </a:lnTo>
                <a:lnTo>
                  <a:pt x="283" y="13"/>
                </a:lnTo>
                <a:lnTo>
                  <a:pt x="295" y="10"/>
                </a:lnTo>
                <a:lnTo>
                  <a:pt x="307" y="8"/>
                </a:lnTo>
                <a:lnTo>
                  <a:pt x="320" y="6"/>
                </a:lnTo>
                <a:lnTo>
                  <a:pt x="332" y="4"/>
                </a:lnTo>
                <a:lnTo>
                  <a:pt x="345" y="3"/>
                </a:lnTo>
                <a:lnTo>
                  <a:pt x="357" y="1"/>
                </a:lnTo>
                <a:lnTo>
                  <a:pt x="369" y="1"/>
                </a:lnTo>
                <a:lnTo>
                  <a:pt x="381" y="0"/>
                </a:lnTo>
                <a:lnTo>
                  <a:pt x="394" y="0"/>
                </a:lnTo>
                <a:lnTo>
                  <a:pt x="406" y="0"/>
                </a:lnTo>
                <a:lnTo>
                  <a:pt x="418" y="1"/>
                </a:lnTo>
                <a:lnTo>
                  <a:pt x="431" y="1"/>
                </a:lnTo>
                <a:lnTo>
                  <a:pt x="443" y="3"/>
                </a:lnTo>
                <a:lnTo>
                  <a:pt x="455" y="4"/>
                </a:lnTo>
                <a:lnTo>
                  <a:pt x="467" y="6"/>
                </a:lnTo>
                <a:lnTo>
                  <a:pt x="480" y="8"/>
                </a:lnTo>
                <a:lnTo>
                  <a:pt x="492" y="10"/>
                </a:lnTo>
                <a:lnTo>
                  <a:pt x="503" y="13"/>
                </a:lnTo>
                <a:lnTo>
                  <a:pt x="515" y="16"/>
                </a:lnTo>
                <a:lnTo>
                  <a:pt x="527" y="19"/>
                </a:lnTo>
                <a:lnTo>
                  <a:pt x="538" y="22"/>
                </a:lnTo>
                <a:lnTo>
                  <a:pt x="550" y="26"/>
                </a:lnTo>
                <a:lnTo>
                  <a:pt x="561" y="30"/>
                </a:lnTo>
                <a:lnTo>
                  <a:pt x="572" y="34"/>
                </a:lnTo>
                <a:lnTo>
                  <a:pt x="583" y="39"/>
                </a:lnTo>
                <a:lnTo>
                  <a:pt x="594" y="44"/>
                </a:lnTo>
                <a:lnTo>
                  <a:pt x="604" y="49"/>
                </a:lnTo>
                <a:lnTo>
                  <a:pt x="615" y="55"/>
                </a:lnTo>
                <a:lnTo>
                  <a:pt x="625" y="60"/>
                </a:lnTo>
                <a:lnTo>
                  <a:pt x="635" y="66"/>
                </a:lnTo>
                <a:lnTo>
                  <a:pt x="644" y="72"/>
                </a:lnTo>
                <a:lnTo>
                  <a:pt x="654" y="79"/>
                </a:lnTo>
                <a:lnTo>
                  <a:pt x="663" y="86"/>
                </a:lnTo>
                <a:lnTo>
                  <a:pt x="672" y="92"/>
                </a:lnTo>
                <a:lnTo>
                  <a:pt x="680" y="100"/>
                </a:lnTo>
                <a:lnTo>
                  <a:pt x="689" y="107"/>
                </a:lnTo>
                <a:lnTo>
                  <a:pt x="697" y="114"/>
                </a:lnTo>
                <a:lnTo>
                  <a:pt x="704" y="122"/>
                </a:lnTo>
                <a:lnTo>
                  <a:pt x="712" y="130"/>
                </a:lnTo>
                <a:lnTo>
                  <a:pt x="719" y="138"/>
                </a:lnTo>
                <a:lnTo>
                  <a:pt x="726" y="146"/>
                </a:lnTo>
                <a:lnTo>
                  <a:pt x="732" y="155"/>
                </a:lnTo>
                <a:lnTo>
                  <a:pt x="738" y="163"/>
                </a:lnTo>
                <a:lnTo>
                  <a:pt x="744" y="172"/>
                </a:lnTo>
                <a:lnTo>
                  <a:pt x="749" y="181"/>
                </a:lnTo>
                <a:lnTo>
                  <a:pt x="755" y="190"/>
                </a:lnTo>
                <a:lnTo>
                  <a:pt x="759" y="199"/>
                </a:lnTo>
                <a:lnTo>
                  <a:pt x="764" y="209"/>
                </a:lnTo>
                <a:lnTo>
                  <a:pt x="768" y="218"/>
                </a:lnTo>
                <a:lnTo>
                  <a:pt x="771" y="227"/>
                </a:lnTo>
                <a:lnTo>
                  <a:pt x="775" y="237"/>
                </a:lnTo>
                <a:lnTo>
                  <a:pt x="777" y="247"/>
                </a:lnTo>
                <a:lnTo>
                  <a:pt x="780" y="256"/>
                </a:lnTo>
                <a:lnTo>
                  <a:pt x="782" y="266"/>
                </a:lnTo>
                <a:lnTo>
                  <a:pt x="784" y="276"/>
                </a:lnTo>
                <a:lnTo>
                  <a:pt x="785" y="286"/>
                </a:lnTo>
                <a:lnTo>
                  <a:pt x="786" y="296"/>
                </a:lnTo>
                <a:lnTo>
                  <a:pt x="787" y="305"/>
                </a:lnTo>
                <a:lnTo>
                  <a:pt x="787" y="315"/>
                </a:lnTo>
                <a:close/>
              </a:path>
            </a:pathLst>
          </a:custGeom>
          <a:solidFill>
            <a:srgbClr val="ffb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0" name=""/>
          <p:cNvSpPr/>
          <p:nvPr/>
        </p:nvSpPr>
        <p:spPr>
          <a:xfrm>
            <a:off x="4836240" y="1713600"/>
            <a:ext cx="285120" cy="228960"/>
          </a:xfrm>
          <a:custGeom>
            <a:avLst/>
            <a:gdLst/>
            <a:ahLst/>
            <a:rect l="0" t="0" r="r" b="b"/>
            <a:pathLst>
              <a:path w="792" h="636">
                <a:moveTo>
                  <a:pt x="790" y="317"/>
                </a:moveTo>
                <a:lnTo>
                  <a:pt x="790" y="307"/>
                </a:lnTo>
                <a:lnTo>
                  <a:pt x="789" y="298"/>
                </a:lnTo>
                <a:lnTo>
                  <a:pt x="788" y="288"/>
                </a:lnTo>
                <a:lnTo>
                  <a:pt x="787" y="278"/>
                </a:lnTo>
                <a:lnTo>
                  <a:pt x="785" y="268"/>
                </a:lnTo>
                <a:lnTo>
                  <a:pt x="783" y="258"/>
                </a:lnTo>
                <a:lnTo>
                  <a:pt x="780" y="249"/>
                </a:lnTo>
                <a:lnTo>
                  <a:pt x="778" y="239"/>
                </a:lnTo>
                <a:lnTo>
                  <a:pt x="774" y="229"/>
                </a:lnTo>
                <a:lnTo>
                  <a:pt x="771" y="220"/>
                </a:lnTo>
                <a:lnTo>
                  <a:pt x="767" y="211"/>
                </a:lnTo>
                <a:lnTo>
                  <a:pt x="762" y="201"/>
                </a:lnTo>
                <a:lnTo>
                  <a:pt x="758" y="192"/>
                </a:lnTo>
                <a:lnTo>
                  <a:pt x="752" y="183"/>
                </a:lnTo>
                <a:lnTo>
                  <a:pt x="747" y="174"/>
                </a:lnTo>
                <a:lnTo>
                  <a:pt x="741" y="165"/>
                </a:lnTo>
                <a:lnTo>
                  <a:pt x="735" y="157"/>
                </a:lnTo>
                <a:lnTo>
                  <a:pt x="729" y="148"/>
                </a:lnTo>
                <a:lnTo>
                  <a:pt x="722" y="140"/>
                </a:lnTo>
                <a:lnTo>
                  <a:pt x="715" y="132"/>
                </a:lnTo>
                <a:lnTo>
                  <a:pt x="707" y="124"/>
                </a:lnTo>
                <a:lnTo>
                  <a:pt x="700" y="116"/>
                </a:lnTo>
                <a:lnTo>
                  <a:pt x="692" y="109"/>
                </a:lnTo>
                <a:lnTo>
                  <a:pt x="683" y="102"/>
                </a:lnTo>
                <a:lnTo>
                  <a:pt x="675" y="94"/>
                </a:lnTo>
                <a:lnTo>
                  <a:pt x="666" y="88"/>
                </a:lnTo>
                <a:lnTo>
                  <a:pt x="657" y="81"/>
                </a:lnTo>
                <a:lnTo>
                  <a:pt x="647" y="74"/>
                </a:lnTo>
                <a:lnTo>
                  <a:pt x="638" y="68"/>
                </a:lnTo>
                <a:lnTo>
                  <a:pt x="628" y="62"/>
                </a:lnTo>
                <a:lnTo>
                  <a:pt x="618" y="57"/>
                </a:lnTo>
                <a:lnTo>
                  <a:pt x="607" y="51"/>
                </a:lnTo>
                <a:lnTo>
                  <a:pt x="597" y="46"/>
                </a:lnTo>
                <a:lnTo>
                  <a:pt x="586" y="41"/>
                </a:lnTo>
                <a:lnTo>
                  <a:pt x="575" y="36"/>
                </a:lnTo>
                <a:lnTo>
                  <a:pt x="564" y="32"/>
                </a:lnTo>
                <a:lnTo>
                  <a:pt x="553" y="28"/>
                </a:lnTo>
                <a:lnTo>
                  <a:pt x="541" y="24"/>
                </a:lnTo>
                <a:lnTo>
                  <a:pt x="530" y="21"/>
                </a:lnTo>
                <a:lnTo>
                  <a:pt x="518" y="18"/>
                </a:lnTo>
                <a:lnTo>
                  <a:pt x="506" y="15"/>
                </a:lnTo>
                <a:lnTo>
                  <a:pt x="495" y="12"/>
                </a:lnTo>
                <a:lnTo>
                  <a:pt x="483" y="10"/>
                </a:lnTo>
                <a:lnTo>
                  <a:pt x="470" y="8"/>
                </a:lnTo>
                <a:lnTo>
                  <a:pt x="458" y="6"/>
                </a:lnTo>
                <a:lnTo>
                  <a:pt x="446" y="5"/>
                </a:lnTo>
                <a:lnTo>
                  <a:pt x="434" y="3"/>
                </a:lnTo>
                <a:lnTo>
                  <a:pt x="421" y="3"/>
                </a:lnTo>
                <a:lnTo>
                  <a:pt x="409" y="2"/>
                </a:lnTo>
                <a:lnTo>
                  <a:pt x="397" y="2"/>
                </a:lnTo>
                <a:lnTo>
                  <a:pt x="383" y="2"/>
                </a:lnTo>
                <a:lnTo>
                  <a:pt x="371" y="3"/>
                </a:lnTo>
                <a:lnTo>
                  <a:pt x="359" y="3"/>
                </a:lnTo>
                <a:lnTo>
                  <a:pt x="347" y="5"/>
                </a:lnTo>
                <a:lnTo>
                  <a:pt x="334" y="6"/>
                </a:lnTo>
                <a:lnTo>
                  <a:pt x="322" y="8"/>
                </a:lnTo>
                <a:lnTo>
                  <a:pt x="310" y="10"/>
                </a:lnTo>
                <a:lnTo>
                  <a:pt x="298" y="12"/>
                </a:lnTo>
                <a:lnTo>
                  <a:pt x="286" y="15"/>
                </a:lnTo>
                <a:lnTo>
                  <a:pt x="274" y="18"/>
                </a:lnTo>
                <a:lnTo>
                  <a:pt x="263" y="21"/>
                </a:lnTo>
                <a:lnTo>
                  <a:pt x="251" y="24"/>
                </a:lnTo>
                <a:lnTo>
                  <a:pt x="240" y="28"/>
                </a:lnTo>
                <a:lnTo>
                  <a:pt x="228" y="32"/>
                </a:lnTo>
                <a:lnTo>
                  <a:pt x="217" y="36"/>
                </a:lnTo>
                <a:lnTo>
                  <a:pt x="206" y="41"/>
                </a:lnTo>
                <a:lnTo>
                  <a:pt x="196" y="46"/>
                </a:lnTo>
                <a:lnTo>
                  <a:pt x="185" y="51"/>
                </a:lnTo>
                <a:lnTo>
                  <a:pt x="175" y="57"/>
                </a:lnTo>
                <a:lnTo>
                  <a:pt x="165" y="62"/>
                </a:lnTo>
                <a:lnTo>
                  <a:pt x="155" y="68"/>
                </a:lnTo>
                <a:lnTo>
                  <a:pt x="145" y="74"/>
                </a:lnTo>
                <a:lnTo>
                  <a:pt x="136" y="81"/>
                </a:lnTo>
                <a:lnTo>
                  <a:pt x="127" y="88"/>
                </a:lnTo>
                <a:lnTo>
                  <a:pt x="118" y="94"/>
                </a:lnTo>
                <a:lnTo>
                  <a:pt x="109" y="102"/>
                </a:lnTo>
                <a:lnTo>
                  <a:pt x="101" y="109"/>
                </a:lnTo>
                <a:lnTo>
                  <a:pt x="93" y="116"/>
                </a:lnTo>
                <a:lnTo>
                  <a:pt x="85" y="124"/>
                </a:lnTo>
                <a:lnTo>
                  <a:pt x="78" y="132"/>
                </a:lnTo>
                <a:lnTo>
                  <a:pt x="71" y="140"/>
                </a:lnTo>
                <a:lnTo>
                  <a:pt x="64" y="148"/>
                </a:lnTo>
                <a:lnTo>
                  <a:pt x="57" y="157"/>
                </a:lnTo>
                <a:lnTo>
                  <a:pt x="51" y="165"/>
                </a:lnTo>
                <a:lnTo>
                  <a:pt x="46" y="174"/>
                </a:lnTo>
                <a:lnTo>
                  <a:pt x="40" y="183"/>
                </a:lnTo>
                <a:lnTo>
                  <a:pt x="35" y="192"/>
                </a:lnTo>
                <a:lnTo>
                  <a:pt x="30" y="201"/>
                </a:lnTo>
                <a:lnTo>
                  <a:pt x="26" y="211"/>
                </a:lnTo>
                <a:lnTo>
                  <a:pt x="22" y="220"/>
                </a:lnTo>
                <a:lnTo>
                  <a:pt x="18" y="229"/>
                </a:lnTo>
                <a:lnTo>
                  <a:pt x="15" y="239"/>
                </a:lnTo>
                <a:lnTo>
                  <a:pt x="12" y="249"/>
                </a:lnTo>
                <a:lnTo>
                  <a:pt x="10" y="258"/>
                </a:lnTo>
                <a:lnTo>
                  <a:pt x="8" y="268"/>
                </a:lnTo>
                <a:lnTo>
                  <a:pt x="6" y="278"/>
                </a:lnTo>
                <a:lnTo>
                  <a:pt x="4" y="288"/>
                </a:lnTo>
                <a:lnTo>
                  <a:pt x="4" y="298"/>
                </a:lnTo>
                <a:lnTo>
                  <a:pt x="3" y="307"/>
                </a:lnTo>
                <a:lnTo>
                  <a:pt x="3" y="317"/>
                </a:lnTo>
                <a:lnTo>
                  <a:pt x="3" y="327"/>
                </a:lnTo>
                <a:lnTo>
                  <a:pt x="4" y="337"/>
                </a:lnTo>
                <a:lnTo>
                  <a:pt x="4" y="347"/>
                </a:lnTo>
                <a:lnTo>
                  <a:pt x="6" y="357"/>
                </a:lnTo>
                <a:lnTo>
                  <a:pt x="8" y="367"/>
                </a:lnTo>
                <a:lnTo>
                  <a:pt x="10" y="376"/>
                </a:lnTo>
                <a:lnTo>
                  <a:pt x="12" y="386"/>
                </a:lnTo>
                <a:lnTo>
                  <a:pt x="15" y="396"/>
                </a:lnTo>
                <a:lnTo>
                  <a:pt x="18" y="405"/>
                </a:lnTo>
                <a:lnTo>
                  <a:pt x="22" y="415"/>
                </a:lnTo>
                <a:lnTo>
                  <a:pt x="26" y="424"/>
                </a:lnTo>
                <a:lnTo>
                  <a:pt x="30" y="433"/>
                </a:lnTo>
                <a:lnTo>
                  <a:pt x="35" y="443"/>
                </a:lnTo>
                <a:lnTo>
                  <a:pt x="40" y="452"/>
                </a:lnTo>
                <a:lnTo>
                  <a:pt x="46" y="461"/>
                </a:lnTo>
                <a:lnTo>
                  <a:pt x="51" y="469"/>
                </a:lnTo>
                <a:lnTo>
                  <a:pt x="57" y="478"/>
                </a:lnTo>
                <a:lnTo>
                  <a:pt x="64" y="486"/>
                </a:lnTo>
                <a:lnTo>
                  <a:pt x="71" y="495"/>
                </a:lnTo>
                <a:lnTo>
                  <a:pt x="78" y="503"/>
                </a:lnTo>
                <a:lnTo>
                  <a:pt x="85" y="511"/>
                </a:lnTo>
                <a:lnTo>
                  <a:pt x="93" y="518"/>
                </a:lnTo>
                <a:lnTo>
                  <a:pt x="101" y="526"/>
                </a:lnTo>
                <a:lnTo>
                  <a:pt x="109" y="533"/>
                </a:lnTo>
                <a:lnTo>
                  <a:pt x="118" y="540"/>
                </a:lnTo>
                <a:lnTo>
                  <a:pt x="127" y="547"/>
                </a:lnTo>
                <a:lnTo>
                  <a:pt x="136" y="554"/>
                </a:lnTo>
                <a:lnTo>
                  <a:pt x="145" y="560"/>
                </a:lnTo>
                <a:lnTo>
                  <a:pt x="155" y="567"/>
                </a:lnTo>
                <a:lnTo>
                  <a:pt x="165" y="572"/>
                </a:lnTo>
                <a:lnTo>
                  <a:pt x="175" y="578"/>
                </a:lnTo>
                <a:lnTo>
                  <a:pt x="185" y="584"/>
                </a:lnTo>
                <a:lnTo>
                  <a:pt x="196" y="589"/>
                </a:lnTo>
                <a:lnTo>
                  <a:pt x="206" y="594"/>
                </a:lnTo>
                <a:lnTo>
                  <a:pt x="217" y="598"/>
                </a:lnTo>
                <a:lnTo>
                  <a:pt x="228" y="603"/>
                </a:lnTo>
                <a:lnTo>
                  <a:pt x="240" y="607"/>
                </a:lnTo>
                <a:lnTo>
                  <a:pt x="251" y="611"/>
                </a:lnTo>
                <a:lnTo>
                  <a:pt x="263" y="614"/>
                </a:lnTo>
                <a:lnTo>
                  <a:pt x="274" y="617"/>
                </a:lnTo>
                <a:lnTo>
                  <a:pt x="286" y="620"/>
                </a:lnTo>
                <a:lnTo>
                  <a:pt x="298" y="623"/>
                </a:lnTo>
                <a:lnTo>
                  <a:pt x="310" y="625"/>
                </a:lnTo>
                <a:lnTo>
                  <a:pt x="322" y="627"/>
                </a:lnTo>
                <a:lnTo>
                  <a:pt x="334" y="630"/>
                </a:lnTo>
                <a:lnTo>
                  <a:pt x="347" y="631"/>
                </a:lnTo>
                <a:lnTo>
                  <a:pt x="359" y="632"/>
                </a:lnTo>
                <a:lnTo>
                  <a:pt x="371" y="633"/>
                </a:lnTo>
                <a:lnTo>
                  <a:pt x="383" y="634"/>
                </a:lnTo>
                <a:lnTo>
                  <a:pt x="397" y="634"/>
                </a:lnTo>
                <a:lnTo>
                  <a:pt x="409" y="634"/>
                </a:lnTo>
                <a:lnTo>
                  <a:pt x="421" y="633"/>
                </a:lnTo>
                <a:lnTo>
                  <a:pt x="434" y="632"/>
                </a:lnTo>
                <a:lnTo>
                  <a:pt x="446" y="631"/>
                </a:lnTo>
                <a:lnTo>
                  <a:pt x="458" y="630"/>
                </a:lnTo>
                <a:lnTo>
                  <a:pt x="470" y="627"/>
                </a:lnTo>
                <a:lnTo>
                  <a:pt x="483" y="625"/>
                </a:lnTo>
                <a:lnTo>
                  <a:pt x="495" y="623"/>
                </a:lnTo>
                <a:lnTo>
                  <a:pt x="506" y="620"/>
                </a:lnTo>
                <a:lnTo>
                  <a:pt x="518" y="617"/>
                </a:lnTo>
                <a:lnTo>
                  <a:pt x="530" y="614"/>
                </a:lnTo>
                <a:lnTo>
                  <a:pt x="541" y="611"/>
                </a:lnTo>
                <a:lnTo>
                  <a:pt x="553" y="607"/>
                </a:lnTo>
                <a:lnTo>
                  <a:pt x="564" y="603"/>
                </a:lnTo>
                <a:lnTo>
                  <a:pt x="575" y="598"/>
                </a:lnTo>
                <a:lnTo>
                  <a:pt x="586" y="594"/>
                </a:lnTo>
                <a:lnTo>
                  <a:pt x="597" y="589"/>
                </a:lnTo>
                <a:lnTo>
                  <a:pt x="607" y="584"/>
                </a:lnTo>
                <a:lnTo>
                  <a:pt x="618" y="578"/>
                </a:lnTo>
                <a:lnTo>
                  <a:pt x="628" y="572"/>
                </a:lnTo>
                <a:lnTo>
                  <a:pt x="638" y="567"/>
                </a:lnTo>
                <a:lnTo>
                  <a:pt x="647" y="560"/>
                </a:lnTo>
                <a:lnTo>
                  <a:pt x="657" y="554"/>
                </a:lnTo>
                <a:lnTo>
                  <a:pt x="666" y="547"/>
                </a:lnTo>
                <a:lnTo>
                  <a:pt x="675" y="540"/>
                </a:lnTo>
                <a:lnTo>
                  <a:pt x="683" y="533"/>
                </a:lnTo>
                <a:lnTo>
                  <a:pt x="692" y="526"/>
                </a:lnTo>
                <a:lnTo>
                  <a:pt x="700" y="518"/>
                </a:lnTo>
                <a:lnTo>
                  <a:pt x="707" y="511"/>
                </a:lnTo>
                <a:lnTo>
                  <a:pt x="715" y="503"/>
                </a:lnTo>
                <a:lnTo>
                  <a:pt x="722" y="495"/>
                </a:lnTo>
                <a:lnTo>
                  <a:pt x="729" y="486"/>
                </a:lnTo>
                <a:lnTo>
                  <a:pt x="735" y="478"/>
                </a:lnTo>
                <a:lnTo>
                  <a:pt x="741" y="469"/>
                </a:lnTo>
                <a:lnTo>
                  <a:pt x="747" y="461"/>
                </a:lnTo>
                <a:lnTo>
                  <a:pt x="752" y="452"/>
                </a:lnTo>
                <a:lnTo>
                  <a:pt x="758" y="443"/>
                </a:lnTo>
                <a:lnTo>
                  <a:pt x="762" y="433"/>
                </a:lnTo>
                <a:lnTo>
                  <a:pt x="767" y="424"/>
                </a:lnTo>
                <a:lnTo>
                  <a:pt x="771" y="415"/>
                </a:lnTo>
                <a:lnTo>
                  <a:pt x="774" y="405"/>
                </a:lnTo>
                <a:lnTo>
                  <a:pt x="778" y="396"/>
                </a:lnTo>
                <a:lnTo>
                  <a:pt x="780" y="386"/>
                </a:lnTo>
                <a:lnTo>
                  <a:pt x="783" y="376"/>
                </a:lnTo>
                <a:lnTo>
                  <a:pt x="785" y="367"/>
                </a:lnTo>
                <a:lnTo>
                  <a:pt x="787" y="357"/>
                </a:lnTo>
                <a:lnTo>
                  <a:pt x="788" y="347"/>
                </a:lnTo>
                <a:lnTo>
                  <a:pt x="789" y="337"/>
                </a:lnTo>
                <a:lnTo>
                  <a:pt x="790" y="327"/>
                </a:lnTo>
                <a:lnTo>
                  <a:pt x="790" y="317"/>
                </a:lnTo>
                <a:moveTo>
                  <a:pt x="792" y="317"/>
                </a:moveTo>
                <a:lnTo>
                  <a:pt x="792" y="327"/>
                </a:lnTo>
                <a:lnTo>
                  <a:pt x="791" y="337"/>
                </a:lnTo>
                <a:lnTo>
                  <a:pt x="790" y="347"/>
                </a:lnTo>
                <a:lnTo>
                  <a:pt x="789" y="357"/>
                </a:lnTo>
                <a:lnTo>
                  <a:pt x="787" y="367"/>
                </a:lnTo>
                <a:lnTo>
                  <a:pt x="785" y="377"/>
                </a:lnTo>
                <a:lnTo>
                  <a:pt x="783" y="387"/>
                </a:lnTo>
                <a:lnTo>
                  <a:pt x="780" y="396"/>
                </a:lnTo>
                <a:lnTo>
                  <a:pt x="776" y="406"/>
                </a:lnTo>
                <a:lnTo>
                  <a:pt x="773" y="415"/>
                </a:lnTo>
                <a:lnTo>
                  <a:pt x="769" y="425"/>
                </a:lnTo>
                <a:lnTo>
                  <a:pt x="764" y="434"/>
                </a:lnTo>
                <a:lnTo>
                  <a:pt x="760" y="443"/>
                </a:lnTo>
                <a:lnTo>
                  <a:pt x="755" y="452"/>
                </a:lnTo>
                <a:lnTo>
                  <a:pt x="749" y="461"/>
                </a:lnTo>
                <a:lnTo>
                  <a:pt x="743" y="470"/>
                </a:lnTo>
                <a:lnTo>
                  <a:pt x="737" y="479"/>
                </a:lnTo>
                <a:lnTo>
                  <a:pt x="731" y="487"/>
                </a:lnTo>
                <a:lnTo>
                  <a:pt x="724" y="496"/>
                </a:lnTo>
                <a:lnTo>
                  <a:pt x="717" y="504"/>
                </a:lnTo>
                <a:lnTo>
                  <a:pt x="709" y="512"/>
                </a:lnTo>
                <a:lnTo>
                  <a:pt x="701" y="520"/>
                </a:lnTo>
                <a:lnTo>
                  <a:pt x="693" y="527"/>
                </a:lnTo>
                <a:lnTo>
                  <a:pt x="685" y="534"/>
                </a:lnTo>
                <a:lnTo>
                  <a:pt x="676" y="542"/>
                </a:lnTo>
                <a:lnTo>
                  <a:pt x="667" y="549"/>
                </a:lnTo>
                <a:lnTo>
                  <a:pt x="658" y="555"/>
                </a:lnTo>
                <a:lnTo>
                  <a:pt x="649" y="562"/>
                </a:lnTo>
                <a:lnTo>
                  <a:pt x="639" y="568"/>
                </a:lnTo>
                <a:lnTo>
                  <a:pt x="629" y="574"/>
                </a:lnTo>
                <a:lnTo>
                  <a:pt x="619" y="580"/>
                </a:lnTo>
                <a:lnTo>
                  <a:pt x="609" y="585"/>
                </a:lnTo>
                <a:lnTo>
                  <a:pt x="598" y="590"/>
                </a:lnTo>
                <a:lnTo>
                  <a:pt x="587" y="595"/>
                </a:lnTo>
                <a:lnTo>
                  <a:pt x="576" y="600"/>
                </a:lnTo>
                <a:lnTo>
                  <a:pt x="565" y="604"/>
                </a:lnTo>
                <a:lnTo>
                  <a:pt x="554" y="608"/>
                </a:lnTo>
                <a:lnTo>
                  <a:pt x="542" y="612"/>
                </a:lnTo>
                <a:lnTo>
                  <a:pt x="531" y="616"/>
                </a:lnTo>
                <a:lnTo>
                  <a:pt x="519" y="619"/>
                </a:lnTo>
                <a:lnTo>
                  <a:pt x="507" y="622"/>
                </a:lnTo>
                <a:lnTo>
                  <a:pt x="495" y="625"/>
                </a:lnTo>
                <a:lnTo>
                  <a:pt x="483" y="627"/>
                </a:lnTo>
                <a:lnTo>
                  <a:pt x="471" y="630"/>
                </a:lnTo>
                <a:lnTo>
                  <a:pt x="459" y="632"/>
                </a:lnTo>
                <a:lnTo>
                  <a:pt x="446" y="633"/>
                </a:lnTo>
                <a:lnTo>
                  <a:pt x="434" y="634"/>
                </a:lnTo>
                <a:lnTo>
                  <a:pt x="422" y="635"/>
                </a:lnTo>
                <a:lnTo>
                  <a:pt x="409" y="635"/>
                </a:lnTo>
                <a:lnTo>
                  <a:pt x="397" y="636"/>
                </a:lnTo>
                <a:lnTo>
                  <a:pt x="383" y="635"/>
                </a:lnTo>
                <a:lnTo>
                  <a:pt x="371" y="635"/>
                </a:lnTo>
                <a:lnTo>
                  <a:pt x="359" y="634"/>
                </a:lnTo>
                <a:lnTo>
                  <a:pt x="346" y="633"/>
                </a:lnTo>
                <a:lnTo>
                  <a:pt x="334" y="632"/>
                </a:lnTo>
                <a:lnTo>
                  <a:pt x="322" y="630"/>
                </a:lnTo>
                <a:lnTo>
                  <a:pt x="310" y="627"/>
                </a:lnTo>
                <a:lnTo>
                  <a:pt x="297" y="625"/>
                </a:lnTo>
                <a:lnTo>
                  <a:pt x="285" y="622"/>
                </a:lnTo>
                <a:lnTo>
                  <a:pt x="274" y="619"/>
                </a:lnTo>
                <a:lnTo>
                  <a:pt x="262" y="616"/>
                </a:lnTo>
                <a:lnTo>
                  <a:pt x="250" y="612"/>
                </a:lnTo>
                <a:lnTo>
                  <a:pt x="239" y="608"/>
                </a:lnTo>
                <a:lnTo>
                  <a:pt x="227" y="604"/>
                </a:lnTo>
                <a:lnTo>
                  <a:pt x="216" y="600"/>
                </a:lnTo>
                <a:lnTo>
                  <a:pt x="205" y="595"/>
                </a:lnTo>
                <a:lnTo>
                  <a:pt x="195" y="590"/>
                </a:lnTo>
                <a:lnTo>
                  <a:pt x="184" y="585"/>
                </a:lnTo>
                <a:lnTo>
                  <a:pt x="174" y="580"/>
                </a:lnTo>
                <a:lnTo>
                  <a:pt x="163" y="574"/>
                </a:lnTo>
                <a:lnTo>
                  <a:pt x="153" y="568"/>
                </a:lnTo>
                <a:lnTo>
                  <a:pt x="144" y="562"/>
                </a:lnTo>
                <a:lnTo>
                  <a:pt x="134" y="555"/>
                </a:lnTo>
                <a:lnTo>
                  <a:pt x="125" y="549"/>
                </a:lnTo>
                <a:lnTo>
                  <a:pt x="116" y="542"/>
                </a:lnTo>
                <a:lnTo>
                  <a:pt x="108" y="534"/>
                </a:lnTo>
                <a:lnTo>
                  <a:pt x="99" y="527"/>
                </a:lnTo>
                <a:lnTo>
                  <a:pt x="91" y="520"/>
                </a:lnTo>
                <a:lnTo>
                  <a:pt x="83" y="512"/>
                </a:lnTo>
                <a:lnTo>
                  <a:pt x="76" y="504"/>
                </a:lnTo>
                <a:lnTo>
                  <a:pt x="69" y="496"/>
                </a:lnTo>
                <a:lnTo>
                  <a:pt x="62" y="487"/>
                </a:lnTo>
                <a:lnTo>
                  <a:pt x="56" y="479"/>
                </a:lnTo>
                <a:lnTo>
                  <a:pt x="49" y="470"/>
                </a:lnTo>
                <a:lnTo>
                  <a:pt x="44" y="461"/>
                </a:lnTo>
                <a:lnTo>
                  <a:pt x="38" y="452"/>
                </a:lnTo>
                <a:lnTo>
                  <a:pt x="33" y="443"/>
                </a:lnTo>
                <a:lnTo>
                  <a:pt x="28" y="434"/>
                </a:lnTo>
                <a:lnTo>
                  <a:pt x="24" y="425"/>
                </a:lnTo>
                <a:lnTo>
                  <a:pt x="20" y="415"/>
                </a:lnTo>
                <a:lnTo>
                  <a:pt x="16" y="406"/>
                </a:lnTo>
                <a:lnTo>
                  <a:pt x="13" y="396"/>
                </a:lnTo>
                <a:lnTo>
                  <a:pt x="10" y="387"/>
                </a:lnTo>
                <a:lnTo>
                  <a:pt x="7" y="377"/>
                </a:lnTo>
                <a:lnTo>
                  <a:pt x="5" y="367"/>
                </a:lnTo>
                <a:lnTo>
                  <a:pt x="4" y="357"/>
                </a:lnTo>
                <a:lnTo>
                  <a:pt x="2" y="347"/>
                </a:lnTo>
                <a:lnTo>
                  <a:pt x="1" y="337"/>
                </a:lnTo>
                <a:lnTo>
                  <a:pt x="1" y="327"/>
                </a:lnTo>
                <a:lnTo>
                  <a:pt x="0" y="317"/>
                </a:lnTo>
                <a:lnTo>
                  <a:pt x="1" y="307"/>
                </a:lnTo>
                <a:lnTo>
                  <a:pt x="1" y="297"/>
                </a:lnTo>
                <a:lnTo>
                  <a:pt x="2" y="288"/>
                </a:lnTo>
                <a:lnTo>
                  <a:pt x="4" y="278"/>
                </a:lnTo>
                <a:lnTo>
                  <a:pt x="5" y="268"/>
                </a:lnTo>
                <a:lnTo>
                  <a:pt x="7" y="258"/>
                </a:lnTo>
                <a:lnTo>
                  <a:pt x="10" y="248"/>
                </a:lnTo>
                <a:lnTo>
                  <a:pt x="13" y="239"/>
                </a:lnTo>
                <a:lnTo>
                  <a:pt x="16" y="229"/>
                </a:lnTo>
                <a:lnTo>
                  <a:pt x="20" y="219"/>
                </a:lnTo>
                <a:lnTo>
                  <a:pt x="24" y="210"/>
                </a:lnTo>
                <a:lnTo>
                  <a:pt x="28" y="201"/>
                </a:lnTo>
                <a:lnTo>
                  <a:pt x="33" y="191"/>
                </a:lnTo>
                <a:lnTo>
                  <a:pt x="38" y="182"/>
                </a:lnTo>
                <a:lnTo>
                  <a:pt x="44" y="173"/>
                </a:lnTo>
                <a:lnTo>
                  <a:pt x="49" y="165"/>
                </a:lnTo>
                <a:lnTo>
                  <a:pt x="56" y="156"/>
                </a:lnTo>
                <a:lnTo>
                  <a:pt x="62" y="147"/>
                </a:lnTo>
                <a:lnTo>
                  <a:pt x="69" y="139"/>
                </a:lnTo>
                <a:lnTo>
                  <a:pt x="76" y="131"/>
                </a:lnTo>
                <a:lnTo>
                  <a:pt x="83" y="123"/>
                </a:lnTo>
                <a:lnTo>
                  <a:pt x="91" y="115"/>
                </a:lnTo>
                <a:lnTo>
                  <a:pt x="99" y="108"/>
                </a:lnTo>
                <a:lnTo>
                  <a:pt x="108" y="100"/>
                </a:lnTo>
                <a:lnTo>
                  <a:pt x="116" y="93"/>
                </a:lnTo>
                <a:lnTo>
                  <a:pt x="125" y="86"/>
                </a:lnTo>
                <a:lnTo>
                  <a:pt x="134" y="79"/>
                </a:lnTo>
                <a:lnTo>
                  <a:pt x="144" y="73"/>
                </a:lnTo>
                <a:lnTo>
                  <a:pt x="153" y="67"/>
                </a:lnTo>
                <a:lnTo>
                  <a:pt x="163" y="61"/>
                </a:lnTo>
                <a:lnTo>
                  <a:pt x="174" y="55"/>
                </a:lnTo>
                <a:lnTo>
                  <a:pt x="184" y="50"/>
                </a:lnTo>
                <a:lnTo>
                  <a:pt x="195" y="44"/>
                </a:lnTo>
                <a:lnTo>
                  <a:pt x="205" y="39"/>
                </a:lnTo>
                <a:lnTo>
                  <a:pt x="216" y="35"/>
                </a:lnTo>
                <a:lnTo>
                  <a:pt x="227" y="30"/>
                </a:lnTo>
                <a:lnTo>
                  <a:pt x="239" y="26"/>
                </a:lnTo>
                <a:lnTo>
                  <a:pt x="250" y="23"/>
                </a:lnTo>
                <a:lnTo>
                  <a:pt x="262" y="19"/>
                </a:lnTo>
                <a:lnTo>
                  <a:pt x="274" y="16"/>
                </a:lnTo>
                <a:lnTo>
                  <a:pt x="285" y="13"/>
                </a:lnTo>
                <a:lnTo>
                  <a:pt x="297" y="10"/>
                </a:lnTo>
                <a:lnTo>
                  <a:pt x="310" y="8"/>
                </a:lnTo>
                <a:lnTo>
                  <a:pt x="322" y="6"/>
                </a:lnTo>
                <a:lnTo>
                  <a:pt x="334" y="4"/>
                </a:lnTo>
                <a:lnTo>
                  <a:pt x="346" y="3"/>
                </a:lnTo>
                <a:lnTo>
                  <a:pt x="359" y="2"/>
                </a:lnTo>
                <a:lnTo>
                  <a:pt x="371" y="1"/>
                </a:lnTo>
                <a:lnTo>
                  <a:pt x="383" y="0"/>
                </a:lnTo>
                <a:lnTo>
                  <a:pt x="397" y="0"/>
                </a:lnTo>
                <a:lnTo>
                  <a:pt x="409" y="0"/>
                </a:lnTo>
                <a:lnTo>
                  <a:pt x="422" y="1"/>
                </a:lnTo>
                <a:lnTo>
                  <a:pt x="434" y="2"/>
                </a:lnTo>
                <a:lnTo>
                  <a:pt x="446" y="3"/>
                </a:lnTo>
                <a:lnTo>
                  <a:pt x="459" y="4"/>
                </a:lnTo>
                <a:lnTo>
                  <a:pt x="471" y="6"/>
                </a:lnTo>
                <a:lnTo>
                  <a:pt x="483" y="8"/>
                </a:lnTo>
                <a:lnTo>
                  <a:pt x="495" y="10"/>
                </a:lnTo>
                <a:lnTo>
                  <a:pt x="507" y="13"/>
                </a:lnTo>
                <a:lnTo>
                  <a:pt x="519" y="16"/>
                </a:lnTo>
                <a:lnTo>
                  <a:pt x="531" y="19"/>
                </a:lnTo>
                <a:lnTo>
                  <a:pt x="542" y="23"/>
                </a:lnTo>
                <a:lnTo>
                  <a:pt x="554" y="26"/>
                </a:lnTo>
                <a:lnTo>
                  <a:pt x="565" y="30"/>
                </a:lnTo>
                <a:lnTo>
                  <a:pt x="576" y="35"/>
                </a:lnTo>
                <a:lnTo>
                  <a:pt x="587" y="39"/>
                </a:lnTo>
                <a:lnTo>
                  <a:pt x="598" y="44"/>
                </a:lnTo>
                <a:lnTo>
                  <a:pt x="609" y="50"/>
                </a:lnTo>
                <a:lnTo>
                  <a:pt x="619" y="55"/>
                </a:lnTo>
                <a:lnTo>
                  <a:pt x="629" y="61"/>
                </a:lnTo>
                <a:lnTo>
                  <a:pt x="639" y="67"/>
                </a:lnTo>
                <a:lnTo>
                  <a:pt x="649" y="73"/>
                </a:lnTo>
                <a:lnTo>
                  <a:pt x="658" y="79"/>
                </a:lnTo>
                <a:lnTo>
                  <a:pt x="667" y="86"/>
                </a:lnTo>
                <a:lnTo>
                  <a:pt x="676" y="93"/>
                </a:lnTo>
                <a:lnTo>
                  <a:pt x="685" y="100"/>
                </a:lnTo>
                <a:lnTo>
                  <a:pt x="693" y="108"/>
                </a:lnTo>
                <a:lnTo>
                  <a:pt x="701" y="115"/>
                </a:lnTo>
                <a:lnTo>
                  <a:pt x="709" y="123"/>
                </a:lnTo>
                <a:lnTo>
                  <a:pt x="717" y="131"/>
                </a:lnTo>
                <a:lnTo>
                  <a:pt x="724" y="139"/>
                </a:lnTo>
                <a:lnTo>
                  <a:pt x="731" y="147"/>
                </a:lnTo>
                <a:lnTo>
                  <a:pt x="737" y="156"/>
                </a:lnTo>
                <a:lnTo>
                  <a:pt x="743" y="165"/>
                </a:lnTo>
                <a:lnTo>
                  <a:pt x="749" y="173"/>
                </a:lnTo>
                <a:lnTo>
                  <a:pt x="755" y="182"/>
                </a:lnTo>
                <a:lnTo>
                  <a:pt x="760" y="191"/>
                </a:lnTo>
                <a:lnTo>
                  <a:pt x="764" y="201"/>
                </a:lnTo>
                <a:lnTo>
                  <a:pt x="769" y="210"/>
                </a:lnTo>
                <a:lnTo>
                  <a:pt x="773" y="219"/>
                </a:lnTo>
                <a:lnTo>
                  <a:pt x="776" y="229"/>
                </a:lnTo>
                <a:lnTo>
                  <a:pt x="780" y="239"/>
                </a:lnTo>
                <a:lnTo>
                  <a:pt x="783" y="248"/>
                </a:lnTo>
                <a:lnTo>
                  <a:pt x="785" y="258"/>
                </a:lnTo>
                <a:lnTo>
                  <a:pt x="787" y="268"/>
                </a:lnTo>
                <a:lnTo>
                  <a:pt x="789" y="278"/>
                </a:lnTo>
                <a:lnTo>
                  <a:pt x="790" y="288"/>
                </a:lnTo>
                <a:lnTo>
                  <a:pt x="791" y="297"/>
                </a:lnTo>
                <a:lnTo>
                  <a:pt x="792" y="307"/>
                </a:lnTo>
                <a:lnTo>
                  <a:pt x="792" y="317"/>
                </a:lnTo>
                <a:close/>
              </a:path>
            </a:pathLst>
          </a:custGeom>
          <a:solidFill>
            <a:srgbClr val="ffb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1" name=""/>
          <p:cNvSpPr/>
          <p:nvPr/>
        </p:nvSpPr>
        <p:spPr>
          <a:xfrm>
            <a:off x="4835520" y="1712880"/>
            <a:ext cx="286560" cy="230040"/>
          </a:xfrm>
          <a:custGeom>
            <a:avLst/>
            <a:gdLst/>
            <a:ahLst/>
            <a:rect l="0" t="0" r="r" b="b"/>
            <a:pathLst>
              <a:path w="796" h="639">
                <a:moveTo>
                  <a:pt x="794" y="320"/>
                </a:moveTo>
                <a:lnTo>
                  <a:pt x="794" y="310"/>
                </a:lnTo>
                <a:lnTo>
                  <a:pt x="793" y="300"/>
                </a:lnTo>
                <a:lnTo>
                  <a:pt x="792" y="291"/>
                </a:lnTo>
                <a:lnTo>
                  <a:pt x="791" y="281"/>
                </a:lnTo>
                <a:lnTo>
                  <a:pt x="789" y="271"/>
                </a:lnTo>
                <a:lnTo>
                  <a:pt x="787" y="261"/>
                </a:lnTo>
                <a:lnTo>
                  <a:pt x="785" y="251"/>
                </a:lnTo>
                <a:lnTo>
                  <a:pt x="782" y="242"/>
                </a:lnTo>
                <a:lnTo>
                  <a:pt x="778" y="232"/>
                </a:lnTo>
                <a:lnTo>
                  <a:pt x="775" y="222"/>
                </a:lnTo>
                <a:lnTo>
                  <a:pt x="771" y="213"/>
                </a:lnTo>
                <a:lnTo>
                  <a:pt x="766" y="204"/>
                </a:lnTo>
                <a:lnTo>
                  <a:pt x="762" y="194"/>
                </a:lnTo>
                <a:lnTo>
                  <a:pt x="757" y="185"/>
                </a:lnTo>
                <a:lnTo>
                  <a:pt x="751" y="176"/>
                </a:lnTo>
                <a:lnTo>
                  <a:pt x="745" y="168"/>
                </a:lnTo>
                <a:lnTo>
                  <a:pt x="739" y="159"/>
                </a:lnTo>
                <a:lnTo>
                  <a:pt x="733" y="150"/>
                </a:lnTo>
                <a:lnTo>
                  <a:pt x="726" y="142"/>
                </a:lnTo>
                <a:lnTo>
                  <a:pt x="719" y="134"/>
                </a:lnTo>
                <a:lnTo>
                  <a:pt x="711" y="126"/>
                </a:lnTo>
                <a:lnTo>
                  <a:pt x="703" y="118"/>
                </a:lnTo>
                <a:lnTo>
                  <a:pt x="695" y="111"/>
                </a:lnTo>
                <a:lnTo>
                  <a:pt x="687" y="103"/>
                </a:lnTo>
                <a:lnTo>
                  <a:pt x="678" y="96"/>
                </a:lnTo>
                <a:lnTo>
                  <a:pt x="669" y="89"/>
                </a:lnTo>
                <a:lnTo>
                  <a:pt x="660" y="82"/>
                </a:lnTo>
                <a:lnTo>
                  <a:pt x="651" y="76"/>
                </a:lnTo>
                <a:lnTo>
                  <a:pt x="641" y="70"/>
                </a:lnTo>
                <a:lnTo>
                  <a:pt x="631" y="64"/>
                </a:lnTo>
                <a:lnTo>
                  <a:pt x="621" y="58"/>
                </a:lnTo>
                <a:lnTo>
                  <a:pt x="611" y="53"/>
                </a:lnTo>
                <a:lnTo>
                  <a:pt x="600" y="47"/>
                </a:lnTo>
                <a:lnTo>
                  <a:pt x="589" y="42"/>
                </a:lnTo>
                <a:lnTo>
                  <a:pt x="578" y="38"/>
                </a:lnTo>
                <a:lnTo>
                  <a:pt x="567" y="33"/>
                </a:lnTo>
                <a:lnTo>
                  <a:pt x="556" y="29"/>
                </a:lnTo>
                <a:lnTo>
                  <a:pt x="544" y="26"/>
                </a:lnTo>
                <a:lnTo>
                  <a:pt x="533" y="22"/>
                </a:lnTo>
                <a:lnTo>
                  <a:pt x="521" y="18"/>
                </a:lnTo>
                <a:lnTo>
                  <a:pt x="509" y="15"/>
                </a:lnTo>
                <a:lnTo>
                  <a:pt x="497" y="12"/>
                </a:lnTo>
                <a:lnTo>
                  <a:pt x="485" y="10"/>
                </a:lnTo>
                <a:lnTo>
                  <a:pt x="472" y="8"/>
                </a:lnTo>
                <a:lnTo>
                  <a:pt x="460" y="6"/>
                </a:lnTo>
                <a:lnTo>
                  <a:pt x="447" y="5"/>
                </a:lnTo>
                <a:lnTo>
                  <a:pt x="435" y="4"/>
                </a:lnTo>
                <a:lnTo>
                  <a:pt x="423" y="3"/>
                </a:lnTo>
                <a:lnTo>
                  <a:pt x="410" y="2"/>
                </a:lnTo>
                <a:lnTo>
                  <a:pt x="398" y="2"/>
                </a:lnTo>
                <a:lnTo>
                  <a:pt x="385" y="2"/>
                </a:lnTo>
                <a:lnTo>
                  <a:pt x="373" y="3"/>
                </a:lnTo>
                <a:lnTo>
                  <a:pt x="361" y="4"/>
                </a:lnTo>
                <a:lnTo>
                  <a:pt x="348" y="5"/>
                </a:lnTo>
                <a:lnTo>
                  <a:pt x="336" y="6"/>
                </a:lnTo>
                <a:lnTo>
                  <a:pt x="324" y="8"/>
                </a:lnTo>
                <a:lnTo>
                  <a:pt x="312" y="10"/>
                </a:lnTo>
                <a:lnTo>
                  <a:pt x="299" y="12"/>
                </a:lnTo>
                <a:lnTo>
                  <a:pt x="287" y="15"/>
                </a:lnTo>
                <a:lnTo>
                  <a:pt x="276" y="18"/>
                </a:lnTo>
                <a:lnTo>
                  <a:pt x="264" y="22"/>
                </a:lnTo>
                <a:lnTo>
                  <a:pt x="252" y="26"/>
                </a:lnTo>
                <a:lnTo>
                  <a:pt x="241" y="29"/>
                </a:lnTo>
                <a:lnTo>
                  <a:pt x="229" y="33"/>
                </a:lnTo>
                <a:lnTo>
                  <a:pt x="218" y="38"/>
                </a:lnTo>
                <a:lnTo>
                  <a:pt x="207" y="42"/>
                </a:lnTo>
                <a:lnTo>
                  <a:pt x="197" y="47"/>
                </a:lnTo>
                <a:lnTo>
                  <a:pt x="186" y="53"/>
                </a:lnTo>
                <a:lnTo>
                  <a:pt x="176" y="58"/>
                </a:lnTo>
                <a:lnTo>
                  <a:pt x="165" y="64"/>
                </a:lnTo>
                <a:lnTo>
                  <a:pt x="155" y="70"/>
                </a:lnTo>
                <a:lnTo>
                  <a:pt x="146" y="76"/>
                </a:lnTo>
                <a:lnTo>
                  <a:pt x="136" y="82"/>
                </a:lnTo>
                <a:lnTo>
                  <a:pt x="127" y="89"/>
                </a:lnTo>
                <a:lnTo>
                  <a:pt x="118" y="96"/>
                </a:lnTo>
                <a:lnTo>
                  <a:pt x="110" y="103"/>
                </a:lnTo>
                <a:lnTo>
                  <a:pt x="101" y="111"/>
                </a:lnTo>
                <a:lnTo>
                  <a:pt x="93" y="118"/>
                </a:lnTo>
                <a:lnTo>
                  <a:pt x="85" y="126"/>
                </a:lnTo>
                <a:lnTo>
                  <a:pt x="78" y="134"/>
                </a:lnTo>
                <a:lnTo>
                  <a:pt x="71" y="142"/>
                </a:lnTo>
                <a:lnTo>
                  <a:pt x="64" y="150"/>
                </a:lnTo>
                <a:lnTo>
                  <a:pt x="58" y="159"/>
                </a:lnTo>
                <a:lnTo>
                  <a:pt x="51" y="168"/>
                </a:lnTo>
                <a:lnTo>
                  <a:pt x="46" y="176"/>
                </a:lnTo>
                <a:lnTo>
                  <a:pt x="40" y="185"/>
                </a:lnTo>
                <a:lnTo>
                  <a:pt x="35" y="194"/>
                </a:lnTo>
                <a:lnTo>
                  <a:pt x="30" y="204"/>
                </a:lnTo>
                <a:lnTo>
                  <a:pt x="26" y="213"/>
                </a:lnTo>
                <a:lnTo>
                  <a:pt x="22" y="222"/>
                </a:lnTo>
                <a:lnTo>
                  <a:pt x="18" y="232"/>
                </a:lnTo>
                <a:lnTo>
                  <a:pt x="15" y="242"/>
                </a:lnTo>
                <a:lnTo>
                  <a:pt x="12" y="251"/>
                </a:lnTo>
                <a:lnTo>
                  <a:pt x="9" y="261"/>
                </a:lnTo>
                <a:lnTo>
                  <a:pt x="7" y="271"/>
                </a:lnTo>
                <a:lnTo>
                  <a:pt x="6" y="281"/>
                </a:lnTo>
                <a:lnTo>
                  <a:pt x="4" y="291"/>
                </a:lnTo>
                <a:lnTo>
                  <a:pt x="3" y="300"/>
                </a:lnTo>
                <a:lnTo>
                  <a:pt x="3" y="310"/>
                </a:lnTo>
                <a:lnTo>
                  <a:pt x="2" y="320"/>
                </a:lnTo>
                <a:lnTo>
                  <a:pt x="3" y="330"/>
                </a:lnTo>
                <a:lnTo>
                  <a:pt x="3" y="340"/>
                </a:lnTo>
                <a:lnTo>
                  <a:pt x="4" y="350"/>
                </a:lnTo>
                <a:lnTo>
                  <a:pt x="6" y="360"/>
                </a:lnTo>
                <a:lnTo>
                  <a:pt x="7" y="370"/>
                </a:lnTo>
                <a:lnTo>
                  <a:pt x="9" y="380"/>
                </a:lnTo>
                <a:lnTo>
                  <a:pt x="12" y="390"/>
                </a:lnTo>
                <a:lnTo>
                  <a:pt x="15" y="399"/>
                </a:lnTo>
                <a:lnTo>
                  <a:pt x="18" y="409"/>
                </a:lnTo>
                <a:lnTo>
                  <a:pt x="22" y="418"/>
                </a:lnTo>
                <a:lnTo>
                  <a:pt x="26" y="428"/>
                </a:lnTo>
                <a:lnTo>
                  <a:pt x="30" y="437"/>
                </a:lnTo>
                <a:lnTo>
                  <a:pt x="35" y="446"/>
                </a:lnTo>
                <a:lnTo>
                  <a:pt x="40" y="455"/>
                </a:lnTo>
                <a:lnTo>
                  <a:pt x="46" y="464"/>
                </a:lnTo>
                <a:lnTo>
                  <a:pt x="51" y="473"/>
                </a:lnTo>
                <a:lnTo>
                  <a:pt x="58" y="482"/>
                </a:lnTo>
                <a:lnTo>
                  <a:pt x="64" y="490"/>
                </a:lnTo>
                <a:lnTo>
                  <a:pt x="71" y="499"/>
                </a:lnTo>
                <a:lnTo>
                  <a:pt x="78" y="507"/>
                </a:lnTo>
                <a:lnTo>
                  <a:pt x="85" y="515"/>
                </a:lnTo>
                <a:lnTo>
                  <a:pt x="93" y="523"/>
                </a:lnTo>
                <a:lnTo>
                  <a:pt x="101" y="530"/>
                </a:lnTo>
                <a:lnTo>
                  <a:pt x="110" y="537"/>
                </a:lnTo>
                <a:lnTo>
                  <a:pt x="118" y="545"/>
                </a:lnTo>
                <a:lnTo>
                  <a:pt x="127" y="552"/>
                </a:lnTo>
                <a:lnTo>
                  <a:pt x="136" y="558"/>
                </a:lnTo>
                <a:lnTo>
                  <a:pt x="146" y="565"/>
                </a:lnTo>
                <a:lnTo>
                  <a:pt x="155" y="571"/>
                </a:lnTo>
                <a:lnTo>
                  <a:pt x="165" y="577"/>
                </a:lnTo>
                <a:lnTo>
                  <a:pt x="176" y="583"/>
                </a:lnTo>
                <a:lnTo>
                  <a:pt x="186" y="588"/>
                </a:lnTo>
                <a:lnTo>
                  <a:pt x="197" y="593"/>
                </a:lnTo>
                <a:lnTo>
                  <a:pt x="207" y="598"/>
                </a:lnTo>
                <a:lnTo>
                  <a:pt x="218" y="603"/>
                </a:lnTo>
                <a:lnTo>
                  <a:pt x="229" y="607"/>
                </a:lnTo>
                <a:lnTo>
                  <a:pt x="241" y="611"/>
                </a:lnTo>
                <a:lnTo>
                  <a:pt x="252" y="615"/>
                </a:lnTo>
                <a:lnTo>
                  <a:pt x="264" y="619"/>
                </a:lnTo>
                <a:lnTo>
                  <a:pt x="276" y="622"/>
                </a:lnTo>
                <a:lnTo>
                  <a:pt x="287" y="625"/>
                </a:lnTo>
                <a:lnTo>
                  <a:pt x="299" y="628"/>
                </a:lnTo>
                <a:lnTo>
                  <a:pt x="312" y="630"/>
                </a:lnTo>
                <a:lnTo>
                  <a:pt x="324" y="632"/>
                </a:lnTo>
                <a:lnTo>
                  <a:pt x="336" y="634"/>
                </a:lnTo>
                <a:lnTo>
                  <a:pt x="348" y="635"/>
                </a:lnTo>
                <a:lnTo>
                  <a:pt x="361" y="636"/>
                </a:lnTo>
                <a:lnTo>
                  <a:pt x="373" y="637"/>
                </a:lnTo>
                <a:lnTo>
                  <a:pt x="385" y="637"/>
                </a:lnTo>
                <a:lnTo>
                  <a:pt x="398" y="638"/>
                </a:lnTo>
                <a:lnTo>
                  <a:pt x="410" y="637"/>
                </a:lnTo>
                <a:lnTo>
                  <a:pt x="423" y="637"/>
                </a:lnTo>
                <a:lnTo>
                  <a:pt x="435" y="636"/>
                </a:lnTo>
                <a:lnTo>
                  <a:pt x="447" y="635"/>
                </a:lnTo>
                <a:lnTo>
                  <a:pt x="460" y="634"/>
                </a:lnTo>
                <a:lnTo>
                  <a:pt x="472" y="632"/>
                </a:lnTo>
                <a:lnTo>
                  <a:pt x="485" y="630"/>
                </a:lnTo>
                <a:lnTo>
                  <a:pt x="497" y="628"/>
                </a:lnTo>
                <a:lnTo>
                  <a:pt x="509" y="625"/>
                </a:lnTo>
                <a:lnTo>
                  <a:pt x="521" y="622"/>
                </a:lnTo>
                <a:lnTo>
                  <a:pt x="533" y="619"/>
                </a:lnTo>
                <a:lnTo>
                  <a:pt x="544" y="615"/>
                </a:lnTo>
                <a:lnTo>
                  <a:pt x="556" y="611"/>
                </a:lnTo>
                <a:lnTo>
                  <a:pt x="567" y="607"/>
                </a:lnTo>
                <a:lnTo>
                  <a:pt x="578" y="603"/>
                </a:lnTo>
                <a:lnTo>
                  <a:pt x="589" y="598"/>
                </a:lnTo>
                <a:lnTo>
                  <a:pt x="600" y="593"/>
                </a:lnTo>
                <a:lnTo>
                  <a:pt x="611" y="588"/>
                </a:lnTo>
                <a:lnTo>
                  <a:pt x="621" y="583"/>
                </a:lnTo>
                <a:lnTo>
                  <a:pt x="631" y="577"/>
                </a:lnTo>
                <a:lnTo>
                  <a:pt x="641" y="571"/>
                </a:lnTo>
                <a:lnTo>
                  <a:pt x="651" y="565"/>
                </a:lnTo>
                <a:lnTo>
                  <a:pt x="660" y="558"/>
                </a:lnTo>
                <a:lnTo>
                  <a:pt x="669" y="552"/>
                </a:lnTo>
                <a:lnTo>
                  <a:pt x="678" y="545"/>
                </a:lnTo>
                <a:lnTo>
                  <a:pt x="687" y="537"/>
                </a:lnTo>
                <a:lnTo>
                  <a:pt x="695" y="530"/>
                </a:lnTo>
                <a:lnTo>
                  <a:pt x="703" y="523"/>
                </a:lnTo>
                <a:lnTo>
                  <a:pt x="711" y="515"/>
                </a:lnTo>
                <a:lnTo>
                  <a:pt x="719" y="507"/>
                </a:lnTo>
                <a:lnTo>
                  <a:pt x="726" y="499"/>
                </a:lnTo>
                <a:lnTo>
                  <a:pt x="733" y="490"/>
                </a:lnTo>
                <a:lnTo>
                  <a:pt x="739" y="482"/>
                </a:lnTo>
                <a:lnTo>
                  <a:pt x="745" y="473"/>
                </a:lnTo>
                <a:lnTo>
                  <a:pt x="751" y="464"/>
                </a:lnTo>
                <a:lnTo>
                  <a:pt x="757" y="455"/>
                </a:lnTo>
                <a:lnTo>
                  <a:pt x="762" y="446"/>
                </a:lnTo>
                <a:lnTo>
                  <a:pt x="766" y="437"/>
                </a:lnTo>
                <a:lnTo>
                  <a:pt x="771" y="428"/>
                </a:lnTo>
                <a:lnTo>
                  <a:pt x="775" y="418"/>
                </a:lnTo>
                <a:lnTo>
                  <a:pt x="778" y="409"/>
                </a:lnTo>
                <a:lnTo>
                  <a:pt x="782" y="399"/>
                </a:lnTo>
                <a:lnTo>
                  <a:pt x="785" y="390"/>
                </a:lnTo>
                <a:lnTo>
                  <a:pt x="787" y="380"/>
                </a:lnTo>
                <a:lnTo>
                  <a:pt x="789" y="370"/>
                </a:lnTo>
                <a:lnTo>
                  <a:pt x="791" y="360"/>
                </a:lnTo>
                <a:lnTo>
                  <a:pt x="792" y="350"/>
                </a:lnTo>
                <a:lnTo>
                  <a:pt x="793" y="340"/>
                </a:lnTo>
                <a:lnTo>
                  <a:pt x="794" y="330"/>
                </a:lnTo>
                <a:lnTo>
                  <a:pt x="794" y="320"/>
                </a:lnTo>
                <a:moveTo>
                  <a:pt x="796" y="320"/>
                </a:moveTo>
                <a:lnTo>
                  <a:pt x="796" y="330"/>
                </a:lnTo>
                <a:lnTo>
                  <a:pt x="796" y="340"/>
                </a:lnTo>
                <a:lnTo>
                  <a:pt x="795" y="350"/>
                </a:lnTo>
                <a:lnTo>
                  <a:pt x="793" y="360"/>
                </a:lnTo>
                <a:lnTo>
                  <a:pt x="792" y="370"/>
                </a:lnTo>
                <a:lnTo>
                  <a:pt x="789" y="380"/>
                </a:lnTo>
                <a:lnTo>
                  <a:pt x="787" y="390"/>
                </a:lnTo>
                <a:lnTo>
                  <a:pt x="784" y="400"/>
                </a:lnTo>
                <a:lnTo>
                  <a:pt x="781" y="409"/>
                </a:lnTo>
                <a:lnTo>
                  <a:pt x="777" y="419"/>
                </a:lnTo>
                <a:lnTo>
                  <a:pt x="773" y="428"/>
                </a:lnTo>
                <a:lnTo>
                  <a:pt x="769" y="438"/>
                </a:lnTo>
                <a:lnTo>
                  <a:pt x="764" y="447"/>
                </a:lnTo>
                <a:lnTo>
                  <a:pt x="759" y="456"/>
                </a:lnTo>
                <a:lnTo>
                  <a:pt x="753" y="465"/>
                </a:lnTo>
                <a:lnTo>
                  <a:pt x="747" y="474"/>
                </a:lnTo>
                <a:lnTo>
                  <a:pt x="741" y="483"/>
                </a:lnTo>
                <a:lnTo>
                  <a:pt x="735" y="491"/>
                </a:lnTo>
                <a:lnTo>
                  <a:pt x="728" y="500"/>
                </a:lnTo>
                <a:lnTo>
                  <a:pt x="721" y="508"/>
                </a:lnTo>
                <a:lnTo>
                  <a:pt x="713" y="516"/>
                </a:lnTo>
                <a:lnTo>
                  <a:pt x="705" y="524"/>
                </a:lnTo>
                <a:lnTo>
                  <a:pt x="697" y="531"/>
                </a:lnTo>
                <a:lnTo>
                  <a:pt x="689" y="539"/>
                </a:lnTo>
                <a:lnTo>
                  <a:pt x="680" y="546"/>
                </a:lnTo>
                <a:lnTo>
                  <a:pt x="671" y="553"/>
                </a:lnTo>
                <a:lnTo>
                  <a:pt x="662" y="560"/>
                </a:lnTo>
                <a:lnTo>
                  <a:pt x="652" y="566"/>
                </a:lnTo>
                <a:lnTo>
                  <a:pt x="643" y="572"/>
                </a:lnTo>
                <a:lnTo>
                  <a:pt x="633" y="578"/>
                </a:lnTo>
                <a:lnTo>
                  <a:pt x="622" y="584"/>
                </a:lnTo>
                <a:lnTo>
                  <a:pt x="612" y="590"/>
                </a:lnTo>
                <a:lnTo>
                  <a:pt x="601" y="595"/>
                </a:lnTo>
                <a:lnTo>
                  <a:pt x="590" y="600"/>
                </a:lnTo>
                <a:lnTo>
                  <a:pt x="579" y="605"/>
                </a:lnTo>
                <a:lnTo>
                  <a:pt x="568" y="609"/>
                </a:lnTo>
                <a:lnTo>
                  <a:pt x="557" y="613"/>
                </a:lnTo>
                <a:lnTo>
                  <a:pt x="545" y="617"/>
                </a:lnTo>
                <a:lnTo>
                  <a:pt x="534" y="621"/>
                </a:lnTo>
                <a:lnTo>
                  <a:pt x="522" y="624"/>
                </a:lnTo>
                <a:lnTo>
                  <a:pt x="510" y="627"/>
                </a:lnTo>
                <a:lnTo>
                  <a:pt x="498" y="629"/>
                </a:lnTo>
                <a:lnTo>
                  <a:pt x="486" y="632"/>
                </a:lnTo>
                <a:lnTo>
                  <a:pt x="472" y="634"/>
                </a:lnTo>
                <a:lnTo>
                  <a:pt x="460" y="635"/>
                </a:lnTo>
                <a:lnTo>
                  <a:pt x="448" y="637"/>
                </a:lnTo>
                <a:lnTo>
                  <a:pt x="435" y="638"/>
                </a:lnTo>
                <a:lnTo>
                  <a:pt x="423" y="639"/>
                </a:lnTo>
                <a:lnTo>
                  <a:pt x="410" y="639"/>
                </a:lnTo>
                <a:lnTo>
                  <a:pt x="398" y="639"/>
                </a:lnTo>
                <a:lnTo>
                  <a:pt x="385" y="639"/>
                </a:lnTo>
                <a:lnTo>
                  <a:pt x="373" y="639"/>
                </a:lnTo>
                <a:lnTo>
                  <a:pt x="360" y="638"/>
                </a:lnTo>
                <a:lnTo>
                  <a:pt x="348" y="637"/>
                </a:lnTo>
                <a:lnTo>
                  <a:pt x="336" y="635"/>
                </a:lnTo>
                <a:lnTo>
                  <a:pt x="323" y="634"/>
                </a:lnTo>
                <a:lnTo>
                  <a:pt x="311" y="632"/>
                </a:lnTo>
                <a:lnTo>
                  <a:pt x="299" y="629"/>
                </a:lnTo>
                <a:lnTo>
                  <a:pt x="287" y="627"/>
                </a:lnTo>
                <a:lnTo>
                  <a:pt x="275" y="624"/>
                </a:lnTo>
                <a:lnTo>
                  <a:pt x="263" y="621"/>
                </a:lnTo>
                <a:lnTo>
                  <a:pt x="251" y="617"/>
                </a:lnTo>
                <a:lnTo>
                  <a:pt x="240" y="613"/>
                </a:lnTo>
                <a:lnTo>
                  <a:pt x="228" y="609"/>
                </a:lnTo>
                <a:lnTo>
                  <a:pt x="217" y="605"/>
                </a:lnTo>
                <a:lnTo>
                  <a:pt x="206" y="600"/>
                </a:lnTo>
                <a:lnTo>
                  <a:pt x="195" y="595"/>
                </a:lnTo>
                <a:lnTo>
                  <a:pt x="185" y="590"/>
                </a:lnTo>
                <a:lnTo>
                  <a:pt x="174" y="584"/>
                </a:lnTo>
                <a:lnTo>
                  <a:pt x="164" y="578"/>
                </a:lnTo>
                <a:lnTo>
                  <a:pt x="154" y="572"/>
                </a:lnTo>
                <a:lnTo>
                  <a:pt x="144" y="566"/>
                </a:lnTo>
                <a:lnTo>
                  <a:pt x="135" y="560"/>
                </a:lnTo>
                <a:lnTo>
                  <a:pt x="126" y="553"/>
                </a:lnTo>
                <a:lnTo>
                  <a:pt x="117" y="546"/>
                </a:lnTo>
                <a:lnTo>
                  <a:pt x="108" y="539"/>
                </a:lnTo>
                <a:lnTo>
                  <a:pt x="100" y="531"/>
                </a:lnTo>
                <a:lnTo>
                  <a:pt x="91" y="524"/>
                </a:lnTo>
                <a:lnTo>
                  <a:pt x="84" y="516"/>
                </a:lnTo>
                <a:lnTo>
                  <a:pt x="76" y="508"/>
                </a:lnTo>
                <a:lnTo>
                  <a:pt x="69" y="500"/>
                </a:lnTo>
                <a:lnTo>
                  <a:pt x="62" y="491"/>
                </a:lnTo>
                <a:lnTo>
                  <a:pt x="56" y="483"/>
                </a:lnTo>
                <a:lnTo>
                  <a:pt x="49" y="474"/>
                </a:lnTo>
                <a:lnTo>
                  <a:pt x="43" y="465"/>
                </a:lnTo>
                <a:lnTo>
                  <a:pt x="38" y="456"/>
                </a:lnTo>
                <a:lnTo>
                  <a:pt x="33" y="447"/>
                </a:lnTo>
                <a:lnTo>
                  <a:pt x="28" y="438"/>
                </a:lnTo>
                <a:lnTo>
                  <a:pt x="24" y="428"/>
                </a:lnTo>
                <a:lnTo>
                  <a:pt x="20" y="419"/>
                </a:lnTo>
                <a:lnTo>
                  <a:pt x="16" y="409"/>
                </a:lnTo>
                <a:lnTo>
                  <a:pt x="13" y="400"/>
                </a:lnTo>
                <a:lnTo>
                  <a:pt x="10" y="390"/>
                </a:lnTo>
                <a:lnTo>
                  <a:pt x="7" y="380"/>
                </a:lnTo>
                <a:lnTo>
                  <a:pt x="5" y="370"/>
                </a:lnTo>
                <a:lnTo>
                  <a:pt x="3" y="360"/>
                </a:lnTo>
                <a:lnTo>
                  <a:pt x="2" y="350"/>
                </a:lnTo>
                <a:lnTo>
                  <a:pt x="1" y="340"/>
                </a:lnTo>
                <a:lnTo>
                  <a:pt x="0" y="330"/>
                </a:lnTo>
                <a:lnTo>
                  <a:pt x="0" y="320"/>
                </a:lnTo>
                <a:lnTo>
                  <a:pt x="0" y="310"/>
                </a:lnTo>
                <a:lnTo>
                  <a:pt x="1" y="300"/>
                </a:lnTo>
                <a:lnTo>
                  <a:pt x="2" y="290"/>
                </a:lnTo>
                <a:lnTo>
                  <a:pt x="3" y="280"/>
                </a:lnTo>
                <a:lnTo>
                  <a:pt x="5" y="270"/>
                </a:lnTo>
                <a:lnTo>
                  <a:pt x="7" y="261"/>
                </a:lnTo>
                <a:lnTo>
                  <a:pt x="10" y="251"/>
                </a:lnTo>
                <a:lnTo>
                  <a:pt x="13" y="241"/>
                </a:lnTo>
                <a:lnTo>
                  <a:pt x="16" y="231"/>
                </a:lnTo>
                <a:lnTo>
                  <a:pt x="20" y="222"/>
                </a:lnTo>
                <a:lnTo>
                  <a:pt x="24" y="212"/>
                </a:lnTo>
                <a:lnTo>
                  <a:pt x="28" y="203"/>
                </a:lnTo>
                <a:lnTo>
                  <a:pt x="33" y="194"/>
                </a:lnTo>
                <a:lnTo>
                  <a:pt x="38" y="185"/>
                </a:lnTo>
                <a:lnTo>
                  <a:pt x="43" y="176"/>
                </a:lnTo>
                <a:lnTo>
                  <a:pt x="49" y="167"/>
                </a:lnTo>
                <a:lnTo>
                  <a:pt x="56" y="158"/>
                </a:lnTo>
                <a:lnTo>
                  <a:pt x="62" y="149"/>
                </a:lnTo>
                <a:lnTo>
                  <a:pt x="69" y="141"/>
                </a:lnTo>
                <a:lnTo>
                  <a:pt x="76" y="133"/>
                </a:lnTo>
                <a:lnTo>
                  <a:pt x="84" y="125"/>
                </a:lnTo>
                <a:lnTo>
                  <a:pt x="91" y="117"/>
                </a:lnTo>
                <a:lnTo>
                  <a:pt x="100" y="109"/>
                </a:lnTo>
                <a:lnTo>
                  <a:pt x="108" y="102"/>
                </a:lnTo>
                <a:lnTo>
                  <a:pt x="117" y="95"/>
                </a:lnTo>
                <a:lnTo>
                  <a:pt x="126" y="88"/>
                </a:lnTo>
                <a:lnTo>
                  <a:pt x="135" y="81"/>
                </a:lnTo>
                <a:lnTo>
                  <a:pt x="144" y="75"/>
                </a:lnTo>
                <a:lnTo>
                  <a:pt x="154" y="68"/>
                </a:lnTo>
                <a:lnTo>
                  <a:pt x="164" y="62"/>
                </a:lnTo>
                <a:lnTo>
                  <a:pt x="174" y="57"/>
                </a:lnTo>
                <a:lnTo>
                  <a:pt x="185" y="51"/>
                </a:lnTo>
                <a:lnTo>
                  <a:pt x="195" y="46"/>
                </a:lnTo>
                <a:lnTo>
                  <a:pt x="206" y="41"/>
                </a:lnTo>
                <a:lnTo>
                  <a:pt x="217" y="36"/>
                </a:lnTo>
                <a:lnTo>
                  <a:pt x="228" y="32"/>
                </a:lnTo>
                <a:lnTo>
                  <a:pt x="240" y="28"/>
                </a:lnTo>
                <a:lnTo>
                  <a:pt x="251" y="24"/>
                </a:lnTo>
                <a:lnTo>
                  <a:pt x="263" y="19"/>
                </a:lnTo>
                <a:lnTo>
                  <a:pt x="275" y="16"/>
                </a:lnTo>
                <a:lnTo>
                  <a:pt x="287" y="13"/>
                </a:lnTo>
                <a:lnTo>
                  <a:pt x="299" y="10"/>
                </a:lnTo>
                <a:lnTo>
                  <a:pt x="311" y="8"/>
                </a:lnTo>
                <a:lnTo>
                  <a:pt x="323" y="6"/>
                </a:lnTo>
                <a:lnTo>
                  <a:pt x="336" y="4"/>
                </a:lnTo>
                <a:lnTo>
                  <a:pt x="348" y="3"/>
                </a:lnTo>
                <a:lnTo>
                  <a:pt x="360" y="2"/>
                </a:lnTo>
                <a:lnTo>
                  <a:pt x="373" y="1"/>
                </a:lnTo>
                <a:lnTo>
                  <a:pt x="385" y="1"/>
                </a:lnTo>
                <a:lnTo>
                  <a:pt x="398" y="0"/>
                </a:lnTo>
                <a:lnTo>
                  <a:pt x="410" y="1"/>
                </a:lnTo>
                <a:lnTo>
                  <a:pt x="423" y="1"/>
                </a:lnTo>
                <a:lnTo>
                  <a:pt x="435" y="2"/>
                </a:lnTo>
                <a:lnTo>
                  <a:pt x="448" y="3"/>
                </a:lnTo>
                <a:lnTo>
                  <a:pt x="460" y="4"/>
                </a:lnTo>
                <a:lnTo>
                  <a:pt x="472" y="6"/>
                </a:lnTo>
                <a:lnTo>
                  <a:pt x="486" y="8"/>
                </a:lnTo>
                <a:lnTo>
                  <a:pt x="498" y="10"/>
                </a:lnTo>
                <a:lnTo>
                  <a:pt x="510" y="13"/>
                </a:lnTo>
                <a:lnTo>
                  <a:pt x="522" y="16"/>
                </a:lnTo>
                <a:lnTo>
                  <a:pt x="534" y="19"/>
                </a:lnTo>
                <a:lnTo>
                  <a:pt x="545" y="24"/>
                </a:lnTo>
                <a:lnTo>
                  <a:pt x="557" y="28"/>
                </a:lnTo>
                <a:lnTo>
                  <a:pt x="568" y="32"/>
                </a:lnTo>
                <a:lnTo>
                  <a:pt x="579" y="36"/>
                </a:lnTo>
                <a:lnTo>
                  <a:pt x="590" y="41"/>
                </a:lnTo>
                <a:lnTo>
                  <a:pt x="601" y="46"/>
                </a:lnTo>
                <a:lnTo>
                  <a:pt x="612" y="51"/>
                </a:lnTo>
                <a:lnTo>
                  <a:pt x="622" y="57"/>
                </a:lnTo>
                <a:lnTo>
                  <a:pt x="633" y="62"/>
                </a:lnTo>
                <a:lnTo>
                  <a:pt x="643" y="68"/>
                </a:lnTo>
                <a:lnTo>
                  <a:pt x="652" y="75"/>
                </a:lnTo>
                <a:lnTo>
                  <a:pt x="662" y="81"/>
                </a:lnTo>
                <a:lnTo>
                  <a:pt x="671" y="88"/>
                </a:lnTo>
                <a:lnTo>
                  <a:pt x="680" y="95"/>
                </a:lnTo>
                <a:lnTo>
                  <a:pt x="689" y="102"/>
                </a:lnTo>
                <a:lnTo>
                  <a:pt x="697" y="109"/>
                </a:lnTo>
                <a:lnTo>
                  <a:pt x="705" y="117"/>
                </a:lnTo>
                <a:lnTo>
                  <a:pt x="713" y="125"/>
                </a:lnTo>
                <a:lnTo>
                  <a:pt x="721" y="133"/>
                </a:lnTo>
                <a:lnTo>
                  <a:pt x="728" y="141"/>
                </a:lnTo>
                <a:lnTo>
                  <a:pt x="735" y="149"/>
                </a:lnTo>
                <a:lnTo>
                  <a:pt x="741" y="158"/>
                </a:lnTo>
                <a:lnTo>
                  <a:pt x="747" y="167"/>
                </a:lnTo>
                <a:lnTo>
                  <a:pt x="753" y="176"/>
                </a:lnTo>
                <a:lnTo>
                  <a:pt x="759" y="185"/>
                </a:lnTo>
                <a:lnTo>
                  <a:pt x="764" y="194"/>
                </a:lnTo>
                <a:lnTo>
                  <a:pt x="769" y="203"/>
                </a:lnTo>
                <a:lnTo>
                  <a:pt x="773" y="212"/>
                </a:lnTo>
                <a:lnTo>
                  <a:pt x="777" y="222"/>
                </a:lnTo>
                <a:lnTo>
                  <a:pt x="781" y="231"/>
                </a:lnTo>
                <a:lnTo>
                  <a:pt x="784" y="241"/>
                </a:lnTo>
                <a:lnTo>
                  <a:pt x="787" y="251"/>
                </a:lnTo>
                <a:lnTo>
                  <a:pt x="789" y="261"/>
                </a:lnTo>
                <a:lnTo>
                  <a:pt x="792" y="270"/>
                </a:lnTo>
                <a:lnTo>
                  <a:pt x="793" y="280"/>
                </a:lnTo>
                <a:lnTo>
                  <a:pt x="795" y="290"/>
                </a:lnTo>
                <a:lnTo>
                  <a:pt x="796" y="300"/>
                </a:lnTo>
                <a:lnTo>
                  <a:pt x="796" y="310"/>
                </a:lnTo>
                <a:lnTo>
                  <a:pt x="796" y="320"/>
                </a:lnTo>
                <a:close/>
              </a:path>
            </a:pathLst>
          </a:custGeom>
          <a:solidFill>
            <a:srgbClr val="ffb7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2" name=""/>
          <p:cNvSpPr/>
          <p:nvPr/>
        </p:nvSpPr>
        <p:spPr>
          <a:xfrm>
            <a:off x="4834800" y="1712520"/>
            <a:ext cx="288360" cy="231120"/>
          </a:xfrm>
          <a:custGeom>
            <a:avLst/>
            <a:gdLst/>
            <a:ahLst/>
            <a:rect l="0" t="0" r="r" b="b"/>
            <a:pathLst>
              <a:path w="801" h="642">
                <a:moveTo>
                  <a:pt x="798" y="321"/>
                </a:moveTo>
                <a:lnTo>
                  <a:pt x="798" y="311"/>
                </a:lnTo>
                <a:lnTo>
                  <a:pt x="798" y="301"/>
                </a:lnTo>
                <a:lnTo>
                  <a:pt x="797" y="291"/>
                </a:lnTo>
                <a:lnTo>
                  <a:pt x="795" y="281"/>
                </a:lnTo>
                <a:lnTo>
                  <a:pt x="794" y="271"/>
                </a:lnTo>
                <a:lnTo>
                  <a:pt x="791" y="262"/>
                </a:lnTo>
                <a:lnTo>
                  <a:pt x="789" y="252"/>
                </a:lnTo>
                <a:lnTo>
                  <a:pt x="786" y="242"/>
                </a:lnTo>
                <a:lnTo>
                  <a:pt x="783" y="232"/>
                </a:lnTo>
                <a:lnTo>
                  <a:pt x="779" y="223"/>
                </a:lnTo>
                <a:lnTo>
                  <a:pt x="775" y="213"/>
                </a:lnTo>
                <a:lnTo>
                  <a:pt x="771" y="204"/>
                </a:lnTo>
                <a:lnTo>
                  <a:pt x="766" y="195"/>
                </a:lnTo>
                <a:lnTo>
                  <a:pt x="761" y="186"/>
                </a:lnTo>
                <a:lnTo>
                  <a:pt x="755" y="177"/>
                </a:lnTo>
                <a:lnTo>
                  <a:pt x="749" y="168"/>
                </a:lnTo>
                <a:lnTo>
                  <a:pt x="743" y="159"/>
                </a:lnTo>
                <a:lnTo>
                  <a:pt x="737" y="150"/>
                </a:lnTo>
                <a:lnTo>
                  <a:pt x="730" y="142"/>
                </a:lnTo>
                <a:lnTo>
                  <a:pt x="723" y="134"/>
                </a:lnTo>
                <a:lnTo>
                  <a:pt x="715" y="126"/>
                </a:lnTo>
                <a:lnTo>
                  <a:pt x="707" y="118"/>
                </a:lnTo>
                <a:lnTo>
                  <a:pt x="699" y="110"/>
                </a:lnTo>
                <a:lnTo>
                  <a:pt x="691" y="103"/>
                </a:lnTo>
                <a:lnTo>
                  <a:pt x="682" y="96"/>
                </a:lnTo>
                <a:lnTo>
                  <a:pt x="673" y="89"/>
                </a:lnTo>
                <a:lnTo>
                  <a:pt x="664" y="82"/>
                </a:lnTo>
                <a:lnTo>
                  <a:pt x="654" y="76"/>
                </a:lnTo>
                <a:lnTo>
                  <a:pt x="645" y="69"/>
                </a:lnTo>
                <a:lnTo>
                  <a:pt x="635" y="63"/>
                </a:lnTo>
                <a:lnTo>
                  <a:pt x="624" y="58"/>
                </a:lnTo>
                <a:lnTo>
                  <a:pt x="614" y="52"/>
                </a:lnTo>
                <a:lnTo>
                  <a:pt x="603" y="46"/>
                </a:lnTo>
                <a:lnTo>
                  <a:pt x="592" y="41"/>
                </a:lnTo>
                <a:lnTo>
                  <a:pt x="581" y="36"/>
                </a:lnTo>
                <a:lnTo>
                  <a:pt x="570" y="32"/>
                </a:lnTo>
                <a:lnTo>
                  <a:pt x="559" y="28"/>
                </a:lnTo>
                <a:lnTo>
                  <a:pt x="546" y="24"/>
                </a:lnTo>
                <a:lnTo>
                  <a:pt x="535" y="20"/>
                </a:lnTo>
                <a:lnTo>
                  <a:pt x="523" y="17"/>
                </a:lnTo>
                <a:lnTo>
                  <a:pt x="511" y="14"/>
                </a:lnTo>
                <a:lnTo>
                  <a:pt x="499" y="11"/>
                </a:lnTo>
                <a:lnTo>
                  <a:pt x="487" y="9"/>
                </a:lnTo>
                <a:lnTo>
                  <a:pt x="474" y="7"/>
                </a:lnTo>
                <a:lnTo>
                  <a:pt x="462" y="5"/>
                </a:lnTo>
                <a:lnTo>
                  <a:pt x="450" y="4"/>
                </a:lnTo>
                <a:lnTo>
                  <a:pt x="437" y="3"/>
                </a:lnTo>
                <a:lnTo>
                  <a:pt x="425" y="2"/>
                </a:lnTo>
                <a:lnTo>
                  <a:pt x="412" y="2"/>
                </a:lnTo>
                <a:lnTo>
                  <a:pt x="400" y="1"/>
                </a:lnTo>
                <a:lnTo>
                  <a:pt x="387" y="2"/>
                </a:lnTo>
                <a:lnTo>
                  <a:pt x="375" y="2"/>
                </a:lnTo>
                <a:lnTo>
                  <a:pt x="362" y="3"/>
                </a:lnTo>
                <a:lnTo>
                  <a:pt x="350" y="4"/>
                </a:lnTo>
                <a:lnTo>
                  <a:pt x="338" y="5"/>
                </a:lnTo>
                <a:lnTo>
                  <a:pt x="325" y="7"/>
                </a:lnTo>
                <a:lnTo>
                  <a:pt x="313" y="9"/>
                </a:lnTo>
                <a:lnTo>
                  <a:pt x="301" y="11"/>
                </a:lnTo>
                <a:lnTo>
                  <a:pt x="289" y="14"/>
                </a:lnTo>
                <a:lnTo>
                  <a:pt x="277" y="17"/>
                </a:lnTo>
                <a:lnTo>
                  <a:pt x="265" y="20"/>
                </a:lnTo>
                <a:lnTo>
                  <a:pt x="253" y="24"/>
                </a:lnTo>
                <a:lnTo>
                  <a:pt x="242" y="28"/>
                </a:lnTo>
                <a:lnTo>
                  <a:pt x="230" y="32"/>
                </a:lnTo>
                <a:lnTo>
                  <a:pt x="219" y="36"/>
                </a:lnTo>
                <a:lnTo>
                  <a:pt x="208" y="41"/>
                </a:lnTo>
                <a:lnTo>
                  <a:pt x="197" y="46"/>
                </a:lnTo>
                <a:lnTo>
                  <a:pt x="187" y="52"/>
                </a:lnTo>
                <a:lnTo>
                  <a:pt x="176" y="58"/>
                </a:lnTo>
                <a:lnTo>
                  <a:pt x="166" y="63"/>
                </a:lnTo>
                <a:lnTo>
                  <a:pt x="156" y="69"/>
                </a:lnTo>
                <a:lnTo>
                  <a:pt x="146" y="76"/>
                </a:lnTo>
                <a:lnTo>
                  <a:pt x="137" y="82"/>
                </a:lnTo>
                <a:lnTo>
                  <a:pt x="128" y="89"/>
                </a:lnTo>
                <a:lnTo>
                  <a:pt x="119" y="96"/>
                </a:lnTo>
                <a:lnTo>
                  <a:pt x="110" y="103"/>
                </a:lnTo>
                <a:lnTo>
                  <a:pt x="102" y="110"/>
                </a:lnTo>
                <a:lnTo>
                  <a:pt x="93" y="118"/>
                </a:lnTo>
                <a:lnTo>
                  <a:pt x="86" y="126"/>
                </a:lnTo>
                <a:lnTo>
                  <a:pt x="78" y="134"/>
                </a:lnTo>
                <a:lnTo>
                  <a:pt x="71" y="142"/>
                </a:lnTo>
                <a:lnTo>
                  <a:pt x="64" y="150"/>
                </a:lnTo>
                <a:lnTo>
                  <a:pt x="58" y="159"/>
                </a:lnTo>
                <a:lnTo>
                  <a:pt x="51" y="168"/>
                </a:lnTo>
                <a:lnTo>
                  <a:pt x="45" y="177"/>
                </a:lnTo>
                <a:lnTo>
                  <a:pt x="40" y="186"/>
                </a:lnTo>
                <a:lnTo>
                  <a:pt x="35" y="195"/>
                </a:lnTo>
                <a:lnTo>
                  <a:pt x="30" y="204"/>
                </a:lnTo>
                <a:lnTo>
                  <a:pt x="26" y="213"/>
                </a:lnTo>
                <a:lnTo>
                  <a:pt x="22" y="223"/>
                </a:lnTo>
                <a:lnTo>
                  <a:pt x="18" y="232"/>
                </a:lnTo>
                <a:lnTo>
                  <a:pt x="15" y="242"/>
                </a:lnTo>
                <a:lnTo>
                  <a:pt x="12" y="252"/>
                </a:lnTo>
                <a:lnTo>
                  <a:pt x="9" y="262"/>
                </a:lnTo>
                <a:lnTo>
                  <a:pt x="7" y="271"/>
                </a:lnTo>
                <a:lnTo>
                  <a:pt x="5" y="281"/>
                </a:lnTo>
                <a:lnTo>
                  <a:pt x="4" y="291"/>
                </a:lnTo>
                <a:lnTo>
                  <a:pt x="3" y="301"/>
                </a:lnTo>
                <a:lnTo>
                  <a:pt x="2" y="311"/>
                </a:lnTo>
                <a:lnTo>
                  <a:pt x="2" y="321"/>
                </a:lnTo>
                <a:lnTo>
                  <a:pt x="2" y="331"/>
                </a:lnTo>
                <a:lnTo>
                  <a:pt x="3" y="341"/>
                </a:lnTo>
                <a:lnTo>
                  <a:pt x="4" y="351"/>
                </a:lnTo>
                <a:lnTo>
                  <a:pt x="5" y="361"/>
                </a:lnTo>
                <a:lnTo>
                  <a:pt x="7" y="371"/>
                </a:lnTo>
                <a:lnTo>
                  <a:pt x="9" y="381"/>
                </a:lnTo>
                <a:lnTo>
                  <a:pt x="12" y="391"/>
                </a:lnTo>
                <a:lnTo>
                  <a:pt x="15" y="401"/>
                </a:lnTo>
                <a:lnTo>
                  <a:pt x="18" y="410"/>
                </a:lnTo>
                <a:lnTo>
                  <a:pt x="22" y="420"/>
                </a:lnTo>
                <a:lnTo>
                  <a:pt x="26" y="429"/>
                </a:lnTo>
                <a:lnTo>
                  <a:pt x="30" y="439"/>
                </a:lnTo>
                <a:lnTo>
                  <a:pt x="35" y="448"/>
                </a:lnTo>
                <a:lnTo>
                  <a:pt x="40" y="457"/>
                </a:lnTo>
                <a:lnTo>
                  <a:pt x="45" y="466"/>
                </a:lnTo>
                <a:lnTo>
                  <a:pt x="51" y="475"/>
                </a:lnTo>
                <a:lnTo>
                  <a:pt x="58" y="484"/>
                </a:lnTo>
                <a:lnTo>
                  <a:pt x="64" y="492"/>
                </a:lnTo>
                <a:lnTo>
                  <a:pt x="71" y="501"/>
                </a:lnTo>
                <a:lnTo>
                  <a:pt x="78" y="509"/>
                </a:lnTo>
                <a:lnTo>
                  <a:pt x="86" y="517"/>
                </a:lnTo>
                <a:lnTo>
                  <a:pt x="93" y="525"/>
                </a:lnTo>
                <a:lnTo>
                  <a:pt x="102" y="532"/>
                </a:lnTo>
                <a:lnTo>
                  <a:pt x="110" y="540"/>
                </a:lnTo>
                <a:lnTo>
                  <a:pt x="119" y="547"/>
                </a:lnTo>
                <a:lnTo>
                  <a:pt x="128" y="554"/>
                </a:lnTo>
                <a:lnTo>
                  <a:pt x="137" y="561"/>
                </a:lnTo>
                <a:lnTo>
                  <a:pt x="146" y="567"/>
                </a:lnTo>
                <a:lnTo>
                  <a:pt x="156" y="573"/>
                </a:lnTo>
                <a:lnTo>
                  <a:pt x="166" y="579"/>
                </a:lnTo>
                <a:lnTo>
                  <a:pt x="176" y="585"/>
                </a:lnTo>
                <a:lnTo>
                  <a:pt x="187" y="591"/>
                </a:lnTo>
                <a:lnTo>
                  <a:pt x="197" y="596"/>
                </a:lnTo>
                <a:lnTo>
                  <a:pt x="208" y="601"/>
                </a:lnTo>
                <a:lnTo>
                  <a:pt x="219" y="606"/>
                </a:lnTo>
                <a:lnTo>
                  <a:pt x="230" y="610"/>
                </a:lnTo>
                <a:lnTo>
                  <a:pt x="242" y="614"/>
                </a:lnTo>
                <a:lnTo>
                  <a:pt x="253" y="618"/>
                </a:lnTo>
                <a:lnTo>
                  <a:pt x="265" y="622"/>
                </a:lnTo>
                <a:lnTo>
                  <a:pt x="277" y="625"/>
                </a:lnTo>
                <a:lnTo>
                  <a:pt x="289" y="628"/>
                </a:lnTo>
                <a:lnTo>
                  <a:pt x="301" y="630"/>
                </a:lnTo>
                <a:lnTo>
                  <a:pt x="313" y="633"/>
                </a:lnTo>
                <a:lnTo>
                  <a:pt x="325" y="635"/>
                </a:lnTo>
                <a:lnTo>
                  <a:pt x="338" y="636"/>
                </a:lnTo>
                <a:lnTo>
                  <a:pt x="350" y="638"/>
                </a:lnTo>
                <a:lnTo>
                  <a:pt x="362" y="639"/>
                </a:lnTo>
                <a:lnTo>
                  <a:pt x="375" y="640"/>
                </a:lnTo>
                <a:lnTo>
                  <a:pt x="387" y="640"/>
                </a:lnTo>
                <a:lnTo>
                  <a:pt x="400" y="640"/>
                </a:lnTo>
                <a:lnTo>
                  <a:pt x="412" y="640"/>
                </a:lnTo>
                <a:lnTo>
                  <a:pt x="425" y="640"/>
                </a:lnTo>
                <a:lnTo>
                  <a:pt x="437" y="639"/>
                </a:lnTo>
                <a:lnTo>
                  <a:pt x="450" y="638"/>
                </a:lnTo>
                <a:lnTo>
                  <a:pt x="462" y="636"/>
                </a:lnTo>
                <a:lnTo>
                  <a:pt x="474" y="635"/>
                </a:lnTo>
                <a:lnTo>
                  <a:pt x="487" y="633"/>
                </a:lnTo>
                <a:lnTo>
                  <a:pt x="499" y="630"/>
                </a:lnTo>
                <a:lnTo>
                  <a:pt x="511" y="628"/>
                </a:lnTo>
                <a:lnTo>
                  <a:pt x="523" y="625"/>
                </a:lnTo>
                <a:lnTo>
                  <a:pt x="535" y="622"/>
                </a:lnTo>
                <a:lnTo>
                  <a:pt x="546" y="618"/>
                </a:lnTo>
                <a:lnTo>
                  <a:pt x="559" y="614"/>
                </a:lnTo>
                <a:lnTo>
                  <a:pt x="570" y="610"/>
                </a:lnTo>
                <a:lnTo>
                  <a:pt x="581" y="606"/>
                </a:lnTo>
                <a:lnTo>
                  <a:pt x="592" y="601"/>
                </a:lnTo>
                <a:lnTo>
                  <a:pt x="603" y="596"/>
                </a:lnTo>
                <a:lnTo>
                  <a:pt x="614" y="591"/>
                </a:lnTo>
                <a:lnTo>
                  <a:pt x="624" y="585"/>
                </a:lnTo>
                <a:lnTo>
                  <a:pt x="635" y="579"/>
                </a:lnTo>
                <a:lnTo>
                  <a:pt x="645" y="573"/>
                </a:lnTo>
                <a:lnTo>
                  <a:pt x="654" y="567"/>
                </a:lnTo>
                <a:lnTo>
                  <a:pt x="664" y="561"/>
                </a:lnTo>
                <a:lnTo>
                  <a:pt x="673" y="554"/>
                </a:lnTo>
                <a:lnTo>
                  <a:pt x="682" y="547"/>
                </a:lnTo>
                <a:lnTo>
                  <a:pt x="691" y="540"/>
                </a:lnTo>
                <a:lnTo>
                  <a:pt x="699" y="532"/>
                </a:lnTo>
                <a:lnTo>
                  <a:pt x="707" y="525"/>
                </a:lnTo>
                <a:lnTo>
                  <a:pt x="715" y="517"/>
                </a:lnTo>
                <a:lnTo>
                  <a:pt x="723" y="509"/>
                </a:lnTo>
                <a:lnTo>
                  <a:pt x="730" y="501"/>
                </a:lnTo>
                <a:lnTo>
                  <a:pt x="737" y="492"/>
                </a:lnTo>
                <a:lnTo>
                  <a:pt x="743" y="484"/>
                </a:lnTo>
                <a:lnTo>
                  <a:pt x="749" y="475"/>
                </a:lnTo>
                <a:lnTo>
                  <a:pt x="755" y="466"/>
                </a:lnTo>
                <a:lnTo>
                  <a:pt x="761" y="457"/>
                </a:lnTo>
                <a:lnTo>
                  <a:pt x="766" y="448"/>
                </a:lnTo>
                <a:lnTo>
                  <a:pt x="771" y="439"/>
                </a:lnTo>
                <a:lnTo>
                  <a:pt x="775" y="429"/>
                </a:lnTo>
                <a:lnTo>
                  <a:pt x="779" y="420"/>
                </a:lnTo>
                <a:lnTo>
                  <a:pt x="783" y="410"/>
                </a:lnTo>
                <a:lnTo>
                  <a:pt x="786" y="401"/>
                </a:lnTo>
                <a:lnTo>
                  <a:pt x="789" y="391"/>
                </a:lnTo>
                <a:lnTo>
                  <a:pt x="791" y="381"/>
                </a:lnTo>
                <a:lnTo>
                  <a:pt x="794" y="371"/>
                </a:lnTo>
                <a:lnTo>
                  <a:pt x="795" y="361"/>
                </a:lnTo>
                <a:lnTo>
                  <a:pt x="797" y="351"/>
                </a:lnTo>
                <a:lnTo>
                  <a:pt x="798" y="341"/>
                </a:lnTo>
                <a:lnTo>
                  <a:pt x="798" y="331"/>
                </a:lnTo>
                <a:lnTo>
                  <a:pt x="798" y="321"/>
                </a:lnTo>
                <a:moveTo>
                  <a:pt x="801" y="321"/>
                </a:moveTo>
                <a:lnTo>
                  <a:pt x="801" y="331"/>
                </a:lnTo>
                <a:lnTo>
                  <a:pt x="800" y="342"/>
                </a:lnTo>
                <a:lnTo>
                  <a:pt x="799" y="352"/>
                </a:lnTo>
                <a:lnTo>
                  <a:pt x="798" y="362"/>
                </a:lnTo>
                <a:lnTo>
                  <a:pt x="796" y="372"/>
                </a:lnTo>
                <a:lnTo>
                  <a:pt x="794" y="381"/>
                </a:lnTo>
                <a:lnTo>
                  <a:pt x="791" y="391"/>
                </a:lnTo>
                <a:lnTo>
                  <a:pt x="788" y="401"/>
                </a:lnTo>
                <a:lnTo>
                  <a:pt x="785" y="411"/>
                </a:lnTo>
                <a:lnTo>
                  <a:pt x="781" y="421"/>
                </a:lnTo>
                <a:lnTo>
                  <a:pt x="777" y="430"/>
                </a:lnTo>
                <a:lnTo>
                  <a:pt x="773" y="439"/>
                </a:lnTo>
                <a:lnTo>
                  <a:pt x="768" y="449"/>
                </a:lnTo>
                <a:lnTo>
                  <a:pt x="763" y="458"/>
                </a:lnTo>
                <a:lnTo>
                  <a:pt x="757" y="467"/>
                </a:lnTo>
                <a:lnTo>
                  <a:pt x="751" y="476"/>
                </a:lnTo>
                <a:lnTo>
                  <a:pt x="745" y="485"/>
                </a:lnTo>
                <a:lnTo>
                  <a:pt x="738" y="493"/>
                </a:lnTo>
                <a:lnTo>
                  <a:pt x="732" y="502"/>
                </a:lnTo>
                <a:lnTo>
                  <a:pt x="724" y="510"/>
                </a:lnTo>
                <a:lnTo>
                  <a:pt x="717" y="518"/>
                </a:lnTo>
                <a:lnTo>
                  <a:pt x="709" y="526"/>
                </a:lnTo>
                <a:lnTo>
                  <a:pt x="701" y="534"/>
                </a:lnTo>
                <a:lnTo>
                  <a:pt x="692" y="541"/>
                </a:lnTo>
                <a:lnTo>
                  <a:pt x="684" y="548"/>
                </a:lnTo>
                <a:lnTo>
                  <a:pt x="675" y="555"/>
                </a:lnTo>
                <a:lnTo>
                  <a:pt x="665" y="562"/>
                </a:lnTo>
                <a:lnTo>
                  <a:pt x="656" y="569"/>
                </a:lnTo>
                <a:lnTo>
                  <a:pt x="646" y="575"/>
                </a:lnTo>
                <a:lnTo>
                  <a:pt x="636" y="581"/>
                </a:lnTo>
                <a:lnTo>
                  <a:pt x="626" y="587"/>
                </a:lnTo>
                <a:lnTo>
                  <a:pt x="615" y="592"/>
                </a:lnTo>
                <a:lnTo>
                  <a:pt x="604" y="598"/>
                </a:lnTo>
                <a:lnTo>
                  <a:pt x="593" y="603"/>
                </a:lnTo>
                <a:lnTo>
                  <a:pt x="582" y="607"/>
                </a:lnTo>
                <a:lnTo>
                  <a:pt x="571" y="612"/>
                </a:lnTo>
                <a:lnTo>
                  <a:pt x="560" y="616"/>
                </a:lnTo>
                <a:lnTo>
                  <a:pt x="547" y="620"/>
                </a:lnTo>
                <a:lnTo>
                  <a:pt x="535" y="623"/>
                </a:lnTo>
                <a:lnTo>
                  <a:pt x="523" y="627"/>
                </a:lnTo>
                <a:lnTo>
                  <a:pt x="511" y="629"/>
                </a:lnTo>
                <a:lnTo>
                  <a:pt x="499" y="632"/>
                </a:lnTo>
                <a:lnTo>
                  <a:pt x="487" y="634"/>
                </a:lnTo>
                <a:lnTo>
                  <a:pt x="475" y="637"/>
                </a:lnTo>
                <a:lnTo>
                  <a:pt x="462" y="638"/>
                </a:lnTo>
                <a:lnTo>
                  <a:pt x="450" y="640"/>
                </a:lnTo>
                <a:lnTo>
                  <a:pt x="437" y="641"/>
                </a:lnTo>
                <a:lnTo>
                  <a:pt x="425" y="642"/>
                </a:lnTo>
                <a:lnTo>
                  <a:pt x="412" y="642"/>
                </a:lnTo>
                <a:lnTo>
                  <a:pt x="400" y="642"/>
                </a:lnTo>
                <a:lnTo>
                  <a:pt x="387" y="642"/>
                </a:lnTo>
                <a:lnTo>
                  <a:pt x="375" y="642"/>
                </a:lnTo>
                <a:lnTo>
                  <a:pt x="362" y="641"/>
                </a:lnTo>
                <a:lnTo>
                  <a:pt x="350" y="640"/>
                </a:lnTo>
                <a:lnTo>
                  <a:pt x="337" y="638"/>
                </a:lnTo>
                <a:lnTo>
                  <a:pt x="325" y="637"/>
                </a:lnTo>
                <a:lnTo>
                  <a:pt x="313" y="634"/>
                </a:lnTo>
                <a:lnTo>
                  <a:pt x="300" y="632"/>
                </a:lnTo>
                <a:lnTo>
                  <a:pt x="288" y="629"/>
                </a:lnTo>
                <a:lnTo>
                  <a:pt x="276" y="627"/>
                </a:lnTo>
                <a:lnTo>
                  <a:pt x="264" y="623"/>
                </a:lnTo>
                <a:lnTo>
                  <a:pt x="253" y="620"/>
                </a:lnTo>
                <a:lnTo>
                  <a:pt x="241" y="616"/>
                </a:lnTo>
                <a:lnTo>
                  <a:pt x="230" y="612"/>
                </a:lnTo>
                <a:lnTo>
                  <a:pt x="218" y="607"/>
                </a:lnTo>
                <a:lnTo>
                  <a:pt x="207" y="603"/>
                </a:lnTo>
                <a:lnTo>
                  <a:pt x="196" y="598"/>
                </a:lnTo>
                <a:lnTo>
                  <a:pt x="185" y="592"/>
                </a:lnTo>
                <a:lnTo>
                  <a:pt x="175" y="587"/>
                </a:lnTo>
                <a:lnTo>
                  <a:pt x="165" y="581"/>
                </a:lnTo>
                <a:lnTo>
                  <a:pt x="155" y="575"/>
                </a:lnTo>
                <a:lnTo>
                  <a:pt x="145" y="569"/>
                </a:lnTo>
                <a:lnTo>
                  <a:pt x="135" y="562"/>
                </a:lnTo>
                <a:lnTo>
                  <a:pt x="126" y="555"/>
                </a:lnTo>
                <a:lnTo>
                  <a:pt x="117" y="548"/>
                </a:lnTo>
                <a:lnTo>
                  <a:pt x="108" y="541"/>
                </a:lnTo>
                <a:lnTo>
                  <a:pt x="100" y="534"/>
                </a:lnTo>
                <a:lnTo>
                  <a:pt x="92" y="526"/>
                </a:lnTo>
                <a:lnTo>
                  <a:pt x="84" y="518"/>
                </a:lnTo>
                <a:lnTo>
                  <a:pt x="76" y="510"/>
                </a:lnTo>
                <a:lnTo>
                  <a:pt x="69" y="502"/>
                </a:lnTo>
                <a:lnTo>
                  <a:pt x="62" y="493"/>
                </a:lnTo>
                <a:lnTo>
                  <a:pt x="56" y="485"/>
                </a:lnTo>
                <a:lnTo>
                  <a:pt x="49" y="476"/>
                </a:lnTo>
                <a:lnTo>
                  <a:pt x="43" y="467"/>
                </a:lnTo>
                <a:lnTo>
                  <a:pt x="38" y="458"/>
                </a:lnTo>
                <a:lnTo>
                  <a:pt x="33" y="449"/>
                </a:lnTo>
                <a:lnTo>
                  <a:pt x="28" y="439"/>
                </a:lnTo>
                <a:lnTo>
                  <a:pt x="23" y="430"/>
                </a:lnTo>
                <a:lnTo>
                  <a:pt x="19" y="421"/>
                </a:lnTo>
                <a:lnTo>
                  <a:pt x="16" y="411"/>
                </a:lnTo>
                <a:lnTo>
                  <a:pt x="12" y="401"/>
                </a:lnTo>
                <a:lnTo>
                  <a:pt x="9" y="391"/>
                </a:lnTo>
                <a:lnTo>
                  <a:pt x="7" y="381"/>
                </a:lnTo>
                <a:lnTo>
                  <a:pt x="5" y="372"/>
                </a:lnTo>
                <a:lnTo>
                  <a:pt x="3" y="362"/>
                </a:lnTo>
                <a:lnTo>
                  <a:pt x="2" y="352"/>
                </a:lnTo>
                <a:lnTo>
                  <a:pt x="1" y="342"/>
                </a:lnTo>
                <a:lnTo>
                  <a:pt x="0" y="331"/>
                </a:lnTo>
                <a:lnTo>
                  <a:pt x="0" y="321"/>
                </a:lnTo>
                <a:lnTo>
                  <a:pt x="0" y="311"/>
                </a:lnTo>
                <a:lnTo>
                  <a:pt x="1" y="301"/>
                </a:lnTo>
                <a:lnTo>
                  <a:pt x="2" y="291"/>
                </a:lnTo>
                <a:lnTo>
                  <a:pt x="3" y="281"/>
                </a:lnTo>
                <a:lnTo>
                  <a:pt x="5" y="271"/>
                </a:lnTo>
                <a:lnTo>
                  <a:pt x="7" y="261"/>
                </a:lnTo>
                <a:lnTo>
                  <a:pt x="9" y="251"/>
                </a:lnTo>
                <a:lnTo>
                  <a:pt x="12" y="242"/>
                </a:lnTo>
                <a:lnTo>
                  <a:pt x="16" y="232"/>
                </a:lnTo>
                <a:lnTo>
                  <a:pt x="19" y="222"/>
                </a:lnTo>
                <a:lnTo>
                  <a:pt x="23" y="213"/>
                </a:lnTo>
                <a:lnTo>
                  <a:pt x="28" y="203"/>
                </a:lnTo>
                <a:lnTo>
                  <a:pt x="33" y="194"/>
                </a:lnTo>
                <a:lnTo>
                  <a:pt x="38" y="185"/>
                </a:lnTo>
                <a:lnTo>
                  <a:pt x="43" y="176"/>
                </a:lnTo>
                <a:lnTo>
                  <a:pt x="49" y="167"/>
                </a:lnTo>
                <a:lnTo>
                  <a:pt x="56" y="158"/>
                </a:lnTo>
                <a:lnTo>
                  <a:pt x="62" y="149"/>
                </a:lnTo>
                <a:lnTo>
                  <a:pt x="69" y="141"/>
                </a:lnTo>
                <a:lnTo>
                  <a:pt x="76" y="133"/>
                </a:lnTo>
                <a:lnTo>
                  <a:pt x="84" y="125"/>
                </a:lnTo>
                <a:lnTo>
                  <a:pt x="92" y="117"/>
                </a:lnTo>
                <a:lnTo>
                  <a:pt x="100" y="109"/>
                </a:lnTo>
                <a:lnTo>
                  <a:pt x="108" y="102"/>
                </a:lnTo>
                <a:lnTo>
                  <a:pt x="117" y="95"/>
                </a:lnTo>
                <a:lnTo>
                  <a:pt x="126" y="88"/>
                </a:lnTo>
                <a:lnTo>
                  <a:pt x="135" y="81"/>
                </a:lnTo>
                <a:lnTo>
                  <a:pt x="145" y="74"/>
                </a:lnTo>
                <a:lnTo>
                  <a:pt x="155" y="68"/>
                </a:lnTo>
                <a:lnTo>
                  <a:pt x="165" y="62"/>
                </a:lnTo>
                <a:lnTo>
                  <a:pt x="175" y="56"/>
                </a:lnTo>
                <a:lnTo>
                  <a:pt x="185" y="50"/>
                </a:lnTo>
                <a:lnTo>
                  <a:pt x="196" y="44"/>
                </a:lnTo>
                <a:lnTo>
                  <a:pt x="207" y="39"/>
                </a:lnTo>
                <a:lnTo>
                  <a:pt x="218" y="35"/>
                </a:lnTo>
                <a:lnTo>
                  <a:pt x="230" y="30"/>
                </a:lnTo>
                <a:lnTo>
                  <a:pt x="241" y="26"/>
                </a:lnTo>
                <a:lnTo>
                  <a:pt x="253" y="22"/>
                </a:lnTo>
                <a:lnTo>
                  <a:pt x="264" y="19"/>
                </a:lnTo>
                <a:lnTo>
                  <a:pt x="276" y="15"/>
                </a:lnTo>
                <a:lnTo>
                  <a:pt x="288" y="12"/>
                </a:lnTo>
                <a:lnTo>
                  <a:pt x="300" y="10"/>
                </a:lnTo>
                <a:lnTo>
                  <a:pt x="313" y="7"/>
                </a:lnTo>
                <a:lnTo>
                  <a:pt x="325" y="5"/>
                </a:lnTo>
                <a:lnTo>
                  <a:pt x="337" y="4"/>
                </a:lnTo>
                <a:lnTo>
                  <a:pt x="350" y="2"/>
                </a:lnTo>
                <a:lnTo>
                  <a:pt x="362" y="1"/>
                </a:lnTo>
                <a:lnTo>
                  <a:pt x="375" y="0"/>
                </a:lnTo>
                <a:lnTo>
                  <a:pt x="387" y="0"/>
                </a:lnTo>
                <a:lnTo>
                  <a:pt x="400" y="0"/>
                </a:lnTo>
                <a:lnTo>
                  <a:pt x="412" y="0"/>
                </a:lnTo>
                <a:lnTo>
                  <a:pt x="425" y="0"/>
                </a:lnTo>
                <a:lnTo>
                  <a:pt x="437" y="1"/>
                </a:lnTo>
                <a:lnTo>
                  <a:pt x="450" y="2"/>
                </a:lnTo>
                <a:lnTo>
                  <a:pt x="462" y="4"/>
                </a:lnTo>
                <a:lnTo>
                  <a:pt x="475" y="5"/>
                </a:lnTo>
                <a:lnTo>
                  <a:pt x="487" y="7"/>
                </a:lnTo>
                <a:lnTo>
                  <a:pt x="499" y="10"/>
                </a:lnTo>
                <a:lnTo>
                  <a:pt x="511" y="12"/>
                </a:lnTo>
                <a:lnTo>
                  <a:pt x="523" y="15"/>
                </a:lnTo>
                <a:lnTo>
                  <a:pt x="535" y="19"/>
                </a:lnTo>
                <a:lnTo>
                  <a:pt x="547" y="22"/>
                </a:lnTo>
                <a:lnTo>
                  <a:pt x="560" y="26"/>
                </a:lnTo>
                <a:lnTo>
                  <a:pt x="571" y="30"/>
                </a:lnTo>
                <a:lnTo>
                  <a:pt x="582" y="35"/>
                </a:lnTo>
                <a:lnTo>
                  <a:pt x="593" y="39"/>
                </a:lnTo>
                <a:lnTo>
                  <a:pt x="604" y="44"/>
                </a:lnTo>
                <a:lnTo>
                  <a:pt x="615" y="50"/>
                </a:lnTo>
                <a:lnTo>
                  <a:pt x="626" y="56"/>
                </a:lnTo>
                <a:lnTo>
                  <a:pt x="636" y="62"/>
                </a:lnTo>
                <a:lnTo>
                  <a:pt x="646" y="68"/>
                </a:lnTo>
                <a:lnTo>
                  <a:pt x="656" y="74"/>
                </a:lnTo>
                <a:lnTo>
                  <a:pt x="665" y="81"/>
                </a:lnTo>
                <a:lnTo>
                  <a:pt x="675" y="88"/>
                </a:lnTo>
                <a:lnTo>
                  <a:pt x="684" y="95"/>
                </a:lnTo>
                <a:lnTo>
                  <a:pt x="692" y="102"/>
                </a:lnTo>
                <a:lnTo>
                  <a:pt x="701" y="109"/>
                </a:lnTo>
                <a:lnTo>
                  <a:pt x="709" y="117"/>
                </a:lnTo>
                <a:lnTo>
                  <a:pt x="717" y="125"/>
                </a:lnTo>
                <a:lnTo>
                  <a:pt x="724" y="133"/>
                </a:lnTo>
                <a:lnTo>
                  <a:pt x="732" y="141"/>
                </a:lnTo>
                <a:lnTo>
                  <a:pt x="738" y="149"/>
                </a:lnTo>
                <a:lnTo>
                  <a:pt x="745" y="158"/>
                </a:lnTo>
                <a:lnTo>
                  <a:pt x="751" y="167"/>
                </a:lnTo>
                <a:lnTo>
                  <a:pt x="757" y="176"/>
                </a:lnTo>
                <a:lnTo>
                  <a:pt x="763" y="185"/>
                </a:lnTo>
                <a:lnTo>
                  <a:pt x="768" y="194"/>
                </a:lnTo>
                <a:lnTo>
                  <a:pt x="773" y="203"/>
                </a:lnTo>
                <a:lnTo>
                  <a:pt x="777" y="213"/>
                </a:lnTo>
                <a:lnTo>
                  <a:pt x="781" y="222"/>
                </a:lnTo>
                <a:lnTo>
                  <a:pt x="785" y="232"/>
                </a:lnTo>
                <a:lnTo>
                  <a:pt x="788" y="242"/>
                </a:lnTo>
                <a:lnTo>
                  <a:pt x="791" y="251"/>
                </a:lnTo>
                <a:lnTo>
                  <a:pt x="794" y="261"/>
                </a:lnTo>
                <a:lnTo>
                  <a:pt x="796" y="271"/>
                </a:lnTo>
                <a:lnTo>
                  <a:pt x="798" y="281"/>
                </a:lnTo>
                <a:lnTo>
                  <a:pt x="799" y="291"/>
                </a:lnTo>
                <a:lnTo>
                  <a:pt x="800" y="301"/>
                </a:lnTo>
                <a:lnTo>
                  <a:pt x="801" y="311"/>
                </a:lnTo>
                <a:lnTo>
                  <a:pt x="801" y="321"/>
                </a:lnTo>
                <a:close/>
              </a:path>
            </a:pathLst>
          </a:custGeom>
          <a:solidFill>
            <a:srgbClr val="ffb6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3" name=""/>
          <p:cNvSpPr/>
          <p:nvPr/>
        </p:nvSpPr>
        <p:spPr>
          <a:xfrm>
            <a:off x="4834080" y="1711800"/>
            <a:ext cx="289800" cy="232560"/>
          </a:xfrm>
          <a:custGeom>
            <a:avLst/>
            <a:gdLst/>
            <a:ahLst/>
            <a:rect l="0" t="0" r="r" b="b"/>
            <a:pathLst>
              <a:path w="805" h="646">
                <a:moveTo>
                  <a:pt x="803" y="323"/>
                </a:moveTo>
                <a:lnTo>
                  <a:pt x="803" y="313"/>
                </a:lnTo>
                <a:lnTo>
                  <a:pt x="802" y="303"/>
                </a:lnTo>
                <a:lnTo>
                  <a:pt x="801" y="293"/>
                </a:lnTo>
                <a:lnTo>
                  <a:pt x="800" y="283"/>
                </a:lnTo>
                <a:lnTo>
                  <a:pt x="798" y="273"/>
                </a:lnTo>
                <a:lnTo>
                  <a:pt x="796" y="263"/>
                </a:lnTo>
                <a:lnTo>
                  <a:pt x="793" y="253"/>
                </a:lnTo>
                <a:lnTo>
                  <a:pt x="790" y="244"/>
                </a:lnTo>
                <a:lnTo>
                  <a:pt x="787" y="234"/>
                </a:lnTo>
                <a:lnTo>
                  <a:pt x="783" y="224"/>
                </a:lnTo>
                <a:lnTo>
                  <a:pt x="779" y="215"/>
                </a:lnTo>
                <a:lnTo>
                  <a:pt x="775" y="205"/>
                </a:lnTo>
                <a:lnTo>
                  <a:pt x="770" y="196"/>
                </a:lnTo>
                <a:lnTo>
                  <a:pt x="765" y="187"/>
                </a:lnTo>
                <a:lnTo>
                  <a:pt x="759" y="178"/>
                </a:lnTo>
                <a:lnTo>
                  <a:pt x="753" y="169"/>
                </a:lnTo>
                <a:lnTo>
                  <a:pt x="747" y="160"/>
                </a:lnTo>
                <a:lnTo>
                  <a:pt x="740" y="151"/>
                </a:lnTo>
                <a:lnTo>
                  <a:pt x="734" y="143"/>
                </a:lnTo>
                <a:lnTo>
                  <a:pt x="726" y="135"/>
                </a:lnTo>
                <a:lnTo>
                  <a:pt x="719" y="127"/>
                </a:lnTo>
                <a:lnTo>
                  <a:pt x="711" y="119"/>
                </a:lnTo>
                <a:lnTo>
                  <a:pt x="703" y="111"/>
                </a:lnTo>
                <a:lnTo>
                  <a:pt x="694" y="104"/>
                </a:lnTo>
                <a:lnTo>
                  <a:pt x="686" y="97"/>
                </a:lnTo>
                <a:lnTo>
                  <a:pt x="677" y="90"/>
                </a:lnTo>
                <a:lnTo>
                  <a:pt x="667" y="82"/>
                </a:lnTo>
                <a:lnTo>
                  <a:pt x="658" y="75"/>
                </a:lnTo>
                <a:lnTo>
                  <a:pt x="648" y="69"/>
                </a:lnTo>
                <a:lnTo>
                  <a:pt x="637" y="63"/>
                </a:lnTo>
                <a:lnTo>
                  <a:pt x="627" y="57"/>
                </a:lnTo>
                <a:lnTo>
                  <a:pt x="616" y="52"/>
                </a:lnTo>
                <a:lnTo>
                  <a:pt x="605" y="46"/>
                </a:lnTo>
                <a:lnTo>
                  <a:pt x="594" y="41"/>
                </a:lnTo>
                <a:lnTo>
                  <a:pt x="583" y="37"/>
                </a:lnTo>
                <a:lnTo>
                  <a:pt x="572" y="32"/>
                </a:lnTo>
                <a:lnTo>
                  <a:pt x="561" y="28"/>
                </a:lnTo>
                <a:lnTo>
                  <a:pt x="549" y="24"/>
                </a:lnTo>
                <a:lnTo>
                  <a:pt x="537" y="21"/>
                </a:lnTo>
                <a:lnTo>
                  <a:pt x="525" y="17"/>
                </a:lnTo>
                <a:lnTo>
                  <a:pt x="513" y="14"/>
                </a:lnTo>
                <a:lnTo>
                  <a:pt x="501" y="12"/>
                </a:lnTo>
                <a:lnTo>
                  <a:pt x="489" y="9"/>
                </a:lnTo>
                <a:lnTo>
                  <a:pt x="477" y="7"/>
                </a:lnTo>
                <a:lnTo>
                  <a:pt x="464" y="6"/>
                </a:lnTo>
                <a:lnTo>
                  <a:pt x="452" y="4"/>
                </a:lnTo>
                <a:lnTo>
                  <a:pt x="439" y="3"/>
                </a:lnTo>
                <a:lnTo>
                  <a:pt x="427" y="2"/>
                </a:lnTo>
                <a:lnTo>
                  <a:pt x="414" y="2"/>
                </a:lnTo>
                <a:lnTo>
                  <a:pt x="402" y="2"/>
                </a:lnTo>
                <a:lnTo>
                  <a:pt x="389" y="2"/>
                </a:lnTo>
                <a:lnTo>
                  <a:pt x="377" y="2"/>
                </a:lnTo>
                <a:lnTo>
                  <a:pt x="364" y="3"/>
                </a:lnTo>
                <a:lnTo>
                  <a:pt x="352" y="4"/>
                </a:lnTo>
                <a:lnTo>
                  <a:pt x="339" y="6"/>
                </a:lnTo>
                <a:lnTo>
                  <a:pt x="327" y="7"/>
                </a:lnTo>
                <a:lnTo>
                  <a:pt x="315" y="9"/>
                </a:lnTo>
                <a:lnTo>
                  <a:pt x="302" y="12"/>
                </a:lnTo>
                <a:lnTo>
                  <a:pt x="290" y="14"/>
                </a:lnTo>
                <a:lnTo>
                  <a:pt x="278" y="17"/>
                </a:lnTo>
                <a:lnTo>
                  <a:pt x="266" y="21"/>
                </a:lnTo>
                <a:lnTo>
                  <a:pt x="255" y="24"/>
                </a:lnTo>
                <a:lnTo>
                  <a:pt x="243" y="28"/>
                </a:lnTo>
                <a:lnTo>
                  <a:pt x="232" y="32"/>
                </a:lnTo>
                <a:lnTo>
                  <a:pt x="220" y="37"/>
                </a:lnTo>
                <a:lnTo>
                  <a:pt x="209" y="41"/>
                </a:lnTo>
                <a:lnTo>
                  <a:pt x="198" y="46"/>
                </a:lnTo>
                <a:lnTo>
                  <a:pt x="187" y="52"/>
                </a:lnTo>
                <a:lnTo>
                  <a:pt x="177" y="57"/>
                </a:lnTo>
                <a:lnTo>
                  <a:pt x="167" y="63"/>
                </a:lnTo>
                <a:lnTo>
                  <a:pt x="157" y="69"/>
                </a:lnTo>
                <a:lnTo>
                  <a:pt x="147" y="75"/>
                </a:lnTo>
                <a:lnTo>
                  <a:pt x="137" y="82"/>
                </a:lnTo>
                <a:lnTo>
                  <a:pt x="128" y="90"/>
                </a:lnTo>
                <a:lnTo>
                  <a:pt x="119" y="97"/>
                </a:lnTo>
                <a:lnTo>
                  <a:pt x="110" y="104"/>
                </a:lnTo>
                <a:lnTo>
                  <a:pt x="102" y="111"/>
                </a:lnTo>
                <a:lnTo>
                  <a:pt x="94" y="119"/>
                </a:lnTo>
                <a:lnTo>
                  <a:pt x="86" y="127"/>
                </a:lnTo>
                <a:lnTo>
                  <a:pt x="78" y="135"/>
                </a:lnTo>
                <a:lnTo>
                  <a:pt x="71" y="143"/>
                </a:lnTo>
                <a:lnTo>
                  <a:pt x="64" y="151"/>
                </a:lnTo>
                <a:lnTo>
                  <a:pt x="58" y="160"/>
                </a:lnTo>
                <a:lnTo>
                  <a:pt x="51" y="169"/>
                </a:lnTo>
                <a:lnTo>
                  <a:pt x="45" y="178"/>
                </a:lnTo>
                <a:lnTo>
                  <a:pt x="40" y="187"/>
                </a:lnTo>
                <a:lnTo>
                  <a:pt x="35" y="196"/>
                </a:lnTo>
                <a:lnTo>
                  <a:pt x="30" y="205"/>
                </a:lnTo>
                <a:lnTo>
                  <a:pt x="25" y="215"/>
                </a:lnTo>
                <a:lnTo>
                  <a:pt x="21" y="224"/>
                </a:lnTo>
                <a:lnTo>
                  <a:pt x="18" y="234"/>
                </a:lnTo>
                <a:lnTo>
                  <a:pt x="14" y="244"/>
                </a:lnTo>
                <a:lnTo>
                  <a:pt x="11" y="253"/>
                </a:lnTo>
                <a:lnTo>
                  <a:pt x="9" y="263"/>
                </a:lnTo>
                <a:lnTo>
                  <a:pt x="7" y="273"/>
                </a:lnTo>
                <a:lnTo>
                  <a:pt x="5" y="283"/>
                </a:lnTo>
                <a:lnTo>
                  <a:pt x="4" y="293"/>
                </a:lnTo>
                <a:lnTo>
                  <a:pt x="3" y="303"/>
                </a:lnTo>
                <a:lnTo>
                  <a:pt x="2" y="313"/>
                </a:lnTo>
                <a:lnTo>
                  <a:pt x="2" y="323"/>
                </a:lnTo>
                <a:lnTo>
                  <a:pt x="2" y="333"/>
                </a:lnTo>
                <a:lnTo>
                  <a:pt x="3" y="344"/>
                </a:lnTo>
                <a:lnTo>
                  <a:pt x="4" y="354"/>
                </a:lnTo>
                <a:lnTo>
                  <a:pt x="5" y="364"/>
                </a:lnTo>
                <a:lnTo>
                  <a:pt x="7" y="374"/>
                </a:lnTo>
                <a:lnTo>
                  <a:pt x="9" y="383"/>
                </a:lnTo>
                <a:lnTo>
                  <a:pt x="11" y="393"/>
                </a:lnTo>
                <a:lnTo>
                  <a:pt x="14" y="403"/>
                </a:lnTo>
                <a:lnTo>
                  <a:pt x="18" y="413"/>
                </a:lnTo>
                <a:lnTo>
                  <a:pt x="21" y="423"/>
                </a:lnTo>
                <a:lnTo>
                  <a:pt x="25" y="432"/>
                </a:lnTo>
                <a:lnTo>
                  <a:pt x="30" y="441"/>
                </a:lnTo>
                <a:lnTo>
                  <a:pt x="35" y="451"/>
                </a:lnTo>
                <a:lnTo>
                  <a:pt x="40" y="460"/>
                </a:lnTo>
                <a:lnTo>
                  <a:pt x="45" y="469"/>
                </a:lnTo>
                <a:lnTo>
                  <a:pt x="51" y="478"/>
                </a:lnTo>
                <a:lnTo>
                  <a:pt x="58" y="487"/>
                </a:lnTo>
                <a:lnTo>
                  <a:pt x="64" y="495"/>
                </a:lnTo>
                <a:lnTo>
                  <a:pt x="71" y="504"/>
                </a:lnTo>
                <a:lnTo>
                  <a:pt x="78" y="512"/>
                </a:lnTo>
                <a:lnTo>
                  <a:pt x="86" y="520"/>
                </a:lnTo>
                <a:lnTo>
                  <a:pt x="94" y="528"/>
                </a:lnTo>
                <a:lnTo>
                  <a:pt x="102" y="536"/>
                </a:lnTo>
                <a:lnTo>
                  <a:pt x="110" y="543"/>
                </a:lnTo>
                <a:lnTo>
                  <a:pt x="119" y="550"/>
                </a:lnTo>
                <a:lnTo>
                  <a:pt x="128" y="557"/>
                </a:lnTo>
                <a:lnTo>
                  <a:pt x="137" y="564"/>
                </a:lnTo>
                <a:lnTo>
                  <a:pt x="147" y="571"/>
                </a:lnTo>
                <a:lnTo>
                  <a:pt x="157" y="577"/>
                </a:lnTo>
                <a:lnTo>
                  <a:pt x="167" y="583"/>
                </a:lnTo>
                <a:lnTo>
                  <a:pt x="177" y="589"/>
                </a:lnTo>
                <a:lnTo>
                  <a:pt x="187" y="594"/>
                </a:lnTo>
                <a:lnTo>
                  <a:pt x="198" y="600"/>
                </a:lnTo>
                <a:lnTo>
                  <a:pt x="209" y="605"/>
                </a:lnTo>
                <a:lnTo>
                  <a:pt x="220" y="609"/>
                </a:lnTo>
                <a:lnTo>
                  <a:pt x="232" y="614"/>
                </a:lnTo>
                <a:lnTo>
                  <a:pt x="243" y="618"/>
                </a:lnTo>
                <a:lnTo>
                  <a:pt x="255" y="622"/>
                </a:lnTo>
                <a:lnTo>
                  <a:pt x="266" y="625"/>
                </a:lnTo>
                <a:lnTo>
                  <a:pt x="278" y="629"/>
                </a:lnTo>
                <a:lnTo>
                  <a:pt x="290" y="631"/>
                </a:lnTo>
                <a:lnTo>
                  <a:pt x="302" y="634"/>
                </a:lnTo>
                <a:lnTo>
                  <a:pt x="315" y="636"/>
                </a:lnTo>
                <a:lnTo>
                  <a:pt x="327" y="639"/>
                </a:lnTo>
                <a:lnTo>
                  <a:pt x="339" y="640"/>
                </a:lnTo>
                <a:lnTo>
                  <a:pt x="352" y="642"/>
                </a:lnTo>
                <a:lnTo>
                  <a:pt x="364" y="643"/>
                </a:lnTo>
                <a:lnTo>
                  <a:pt x="377" y="644"/>
                </a:lnTo>
                <a:lnTo>
                  <a:pt x="389" y="644"/>
                </a:lnTo>
                <a:lnTo>
                  <a:pt x="402" y="644"/>
                </a:lnTo>
                <a:lnTo>
                  <a:pt x="414" y="644"/>
                </a:lnTo>
                <a:lnTo>
                  <a:pt x="427" y="644"/>
                </a:lnTo>
                <a:lnTo>
                  <a:pt x="439" y="643"/>
                </a:lnTo>
                <a:lnTo>
                  <a:pt x="452" y="642"/>
                </a:lnTo>
                <a:lnTo>
                  <a:pt x="464" y="640"/>
                </a:lnTo>
                <a:lnTo>
                  <a:pt x="477" y="639"/>
                </a:lnTo>
                <a:lnTo>
                  <a:pt x="489" y="636"/>
                </a:lnTo>
                <a:lnTo>
                  <a:pt x="501" y="634"/>
                </a:lnTo>
                <a:lnTo>
                  <a:pt x="513" y="631"/>
                </a:lnTo>
                <a:lnTo>
                  <a:pt x="525" y="629"/>
                </a:lnTo>
                <a:lnTo>
                  <a:pt x="537" y="625"/>
                </a:lnTo>
                <a:lnTo>
                  <a:pt x="549" y="622"/>
                </a:lnTo>
                <a:lnTo>
                  <a:pt x="561" y="618"/>
                </a:lnTo>
                <a:lnTo>
                  <a:pt x="572" y="614"/>
                </a:lnTo>
                <a:lnTo>
                  <a:pt x="583" y="609"/>
                </a:lnTo>
                <a:lnTo>
                  <a:pt x="594" y="605"/>
                </a:lnTo>
                <a:lnTo>
                  <a:pt x="605" y="600"/>
                </a:lnTo>
                <a:lnTo>
                  <a:pt x="616" y="594"/>
                </a:lnTo>
                <a:lnTo>
                  <a:pt x="627" y="589"/>
                </a:lnTo>
                <a:lnTo>
                  <a:pt x="637" y="583"/>
                </a:lnTo>
                <a:lnTo>
                  <a:pt x="648" y="577"/>
                </a:lnTo>
                <a:lnTo>
                  <a:pt x="658" y="571"/>
                </a:lnTo>
                <a:lnTo>
                  <a:pt x="667" y="564"/>
                </a:lnTo>
                <a:lnTo>
                  <a:pt x="677" y="557"/>
                </a:lnTo>
                <a:lnTo>
                  <a:pt x="686" y="550"/>
                </a:lnTo>
                <a:lnTo>
                  <a:pt x="694" y="543"/>
                </a:lnTo>
                <a:lnTo>
                  <a:pt x="703" y="536"/>
                </a:lnTo>
                <a:lnTo>
                  <a:pt x="711" y="528"/>
                </a:lnTo>
                <a:lnTo>
                  <a:pt x="719" y="520"/>
                </a:lnTo>
                <a:lnTo>
                  <a:pt x="726" y="512"/>
                </a:lnTo>
                <a:lnTo>
                  <a:pt x="734" y="504"/>
                </a:lnTo>
                <a:lnTo>
                  <a:pt x="740" y="495"/>
                </a:lnTo>
                <a:lnTo>
                  <a:pt x="747" y="487"/>
                </a:lnTo>
                <a:lnTo>
                  <a:pt x="753" y="478"/>
                </a:lnTo>
                <a:lnTo>
                  <a:pt x="759" y="469"/>
                </a:lnTo>
                <a:lnTo>
                  <a:pt x="765" y="460"/>
                </a:lnTo>
                <a:lnTo>
                  <a:pt x="770" y="451"/>
                </a:lnTo>
                <a:lnTo>
                  <a:pt x="775" y="441"/>
                </a:lnTo>
                <a:lnTo>
                  <a:pt x="779" y="432"/>
                </a:lnTo>
                <a:lnTo>
                  <a:pt x="783" y="423"/>
                </a:lnTo>
                <a:lnTo>
                  <a:pt x="787" y="413"/>
                </a:lnTo>
                <a:lnTo>
                  <a:pt x="790" y="403"/>
                </a:lnTo>
                <a:lnTo>
                  <a:pt x="793" y="393"/>
                </a:lnTo>
                <a:lnTo>
                  <a:pt x="796" y="383"/>
                </a:lnTo>
                <a:lnTo>
                  <a:pt x="798" y="374"/>
                </a:lnTo>
                <a:lnTo>
                  <a:pt x="800" y="364"/>
                </a:lnTo>
                <a:lnTo>
                  <a:pt x="801" y="354"/>
                </a:lnTo>
                <a:lnTo>
                  <a:pt x="802" y="344"/>
                </a:lnTo>
                <a:lnTo>
                  <a:pt x="803" y="333"/>
                </a:lnTo>
                <a:lnTo>
                  <a:pt x="803" y="323"/>
                </a:lnTo>
                <a:moveTo>
                  <a:pt x="805" y="323"/>
                </a:moveTo>
                <a:lnTo>
                  <a:pt x="805" y="334"/>
                </a:lnTo>
                <a:lnTo>
                  <a:pt x="804" y="344"/>
                </a:lnTo>
                <a:lnTo>
                  <a:pt x="803" y="354"/>
                </a:lnTo>
                <a:lnTo>
                  <a:pt x="802" y="364"/>
                </a:lnTo>
                <a:lnTo>
                  <a:pt x="800" y="374"/>
                </a:lnTo>
                <a:lnTo>
                  <a:pt x="798" y="384"/>
                </a:lnTo>
                <a:lnTo>
                  <a:pt x="795" y="394"/>
                </a:lnTo>
                <a:lnTo>
                  <a:pt x="792" y="404"/>
                </a:lnTo>
                <a:lnTo>
                  <a:pt x="789" y="413"/>
                </a:lnTo>
                <a:lnTo>
                  <a:pt x="785" y="423"/>
                </a:lnTo>
                <a:lnTo>
                  <a:pt x="781" y="433"/>
                </a:lnTo>
                <a:lnTo>
                  <a:pt x="777" y="442"/>
                </a:lnTo>
                <a:lnTo>
                  <a:pt x="772" y="452"/>
                </a:lnTo>
                <a:lnTo>
                  <a:pt x="767" y="461"/>
                </a:lnTo>
                <a:lnTo>
                  <a:pt x="761" y="470"/>
                </a:lnTo>
                <a:lnTo>
                  <a:pt x="755" y="479"/>
                </a:lnTo>
                <a:lnTo>
                  <a:pt x="749" y="488"/>
                </a:lnTo>
                <a:lnTo>
                  <a:pt x="742" y="496"/>
                </a:lnTo>
                <a:lnTo>
                  <a:pt x="735" y="505"/>
                </a:lnTo>
                <a:lnTo>
                  <a:pt x="728" y="513"/>
                </a:lnTo>
                <a:lnTo>
                  <a:pt x="721" y="521"/>
                </a:lnTo>
                <a:lnTo>
                  <a:pt x="713" y="529"/>
                </a:lnTo>
                <a:lnTo>
                  <a:pt x="705" y="537"/>
                </a:lnTo>
                <a:lnTo>
                  <a:pt x="696" y="544"/>
                </a:lnTo>
                <a:lnTo>
                  <a:pt x="687" y="552"/>
                </a:lnTo>
                <a:lnTo>
                  <a:pt x="678" y="559"/>
                </a:lnTo>
                <a:lnTo>
                  <a:pt x="669" y="565"/>
                </a:lnTo>
                <a:lnTo>
                  <a:pt x="659" y="572"/>
                </a:lnTo>
                <a:lnTo>
                  <a:pt x="649" y="578"/>
                </a:lnTo>
                <a:lnTo>
                  <a:pt x="638" y="584"/>
                </a:lnTo>
                <a:lnTo>
                  <a:pt x="628" y="590"/>
                </a:lnTo>
                <a:lnTo>
                  <a:pt x="617" y="596"/>
                </a:lnTo>
                <a:lnTo>
                  <a:pt x="607" y="601"/>
                </a:lnTo>
                <a:lnTo>
                  <a:pt x="596" y="606"/>
                </a:lnTo>
                <a:lnTo>
                  <a:pt x="584" y="611"/>
                </a:lnTo>
                <a:lnTo>
                  <a:pt x="573" y="615"/>
                </a:lnTo>
                <a:lnTo>
                  <a:pt x="562" y="620"/>
                </a:lnTo>
                <a:lnTo>
                  <a:pt x="550" y="623"/>
                </a:lnTo>
                <a:lnTo>
                  <a:pt x="538" y="627"/>
                </a:lnTo>
                <a:lnTo>
                  <a:pt x="526" y="630"/>
                </a:lnTo>
                <a:lnTo>
                  <a:pt x="514" y="633"/>
                </a:lnTo>
                <a:lnTo>
                  <a:pt x="502" y="636"/>
                </a:lnTo>
                <a:lnTo>
                  <a:pt x="490" y="638"/>
                </a:lnTo>
                <a:lnTo>
                  <a:pt x="477" y="640"/>
                </a:lnTo>
                <a:lnTo>
                  <a:pt x="465" y="642"/>
                </a:lnTo>
                <a:lnTo>
                  <a:pt x="452" y="644"/>
                </a:lnTo>
                <a:lnTo>
                  <a:pt x="440" y="645"/>
                </a:lnTo>
                <a:lnTo>
                  <a:pt x="427" y="645"/>
                </a:lnTo>
                <a:lnTo>
                  <a:pt x="414" y="646"/>
                </a:lnTo>
                <a:lnTo>
                  <a:pt x="402" y="646"/>
                </a:lnTo>
                <a:lnTo>
                  <a:pt x="389" y="646"/>
                </a:lnTo>
                <a:lnTo>
                  <a:pt x="377" y="645"/>
                </a:lnTo>
                <a:lnTo>
                  <a:pt x="364" y="645"/>
                </a:lnTo>
                <a:lnTo>
                  <a:pt x="351" y="644"/>
                </a:lnTo>
                <a:lnTo>
                  <a:pt x="339" y="642"/>
                </a:lnTo>
                <a:lnTo>
                  <a:pt x="326" y="640"/>
                </a:lnTo>
                <a:lnTo>
                  <a:pt x="314" y="638"/>
                </a:lnTo>
                <a:lnTo>
                  <a:pt x="302" y="636"/>
                </a:lnTo>
                <a:lnTo>
                  <a:pt x="290" y="633"/>
                </a:lnTo>
                <a:lnTo>
                  <a:pt x="277" y="630"/>
                </a:lnTo>
                <a:lnTo>
                  <a:pt x="266" y="627"/>
                </a:lnTo>
                <a:lnTo>
                  <a:pt x="254" y="623"/>
                </a:lnTo>
                <a:lnTo>
                  <a:pt x="242" y="620"/>
                </a:lnTo>
                <a:lnTo>
                  <a:pt x="231" y="615"/>
                </a:lnTo>
                <a:lnTo>
                  <a:pt x="219" y="611"/>
                </a:lnTo>
                <a:lnTo>
                  <a:pt x="208" y="606"/>
                </a:lnTo>
                <a:lnTo>
                  <a:pt x="197" y="601"/>
                </a:lnTo>
                <a:lnTo>
                  <a:pt x="186" y="596"/>
                </a:lnTo>
                <a:lnTo>
                  <a:pt x="176" y="590"/>
                </a:lnTo>
                <a:lnTo>
                  <a:pt x="165" y="584"/>
                </a:lnTo>
                <a:lnTo>
                  <a:pt x="155" y="578"/>
                </a:lnTo>
                <a:lnTo>
                  <a:pt x="145" y="572"/>
                </a:lnTo>
                <a:lnTo>
                  <a:pt x="136" y="565"/>
                </a:lnTo>
                <a:lnTo>
                  <a:pt x="126" y="559"/>
                </a:lnTo>
                <a:lnTo>
                  <a:pt x="117" y="552"/>
                </a:lnTo>
                <a:lnTo>
                  <a:pt x="109" y="544"/>
                </a:lnTo>
                <a:lnTo>
                  <a:pt x="100" y="537"/>
                </a:lnTo>
                <a:lnTo>
                  <a:pt x="92" y="529"/>
                </a:lnTo>
                <a:lnTo>
                  <a:pt x="84" y="521"/>
                </a:lnTo>
                <a:lnTo>
                  <a:pt x="76" y="513"/>
                </a:lnTo>
                <a:lnTo>
                  <a:pt x="69" y="505"/>
                </a:lnTo>
                <a:lnTo>
                  <a:pt x="62" y="496"/>
                </a:lnTo>
                <a:lnTo>
                  <a:pt x="56" y="488"/>
                </a:lnTo>
                <a:lnTo>
                  <a:pt x="49" y="479"/>
                </a:lnTo>
                <a:lnTo>
                  <a:pt x="43" y="470"/>
                </a:lnTo>
                <a:lnTo>
                  <a:pt x="38" y="461"/>
                </a:lnTo>
                <a:lnTo>
                  <a:pt x="33" y="452"/>
                </a:lnTo>
                <a:lnTo>
                  <a:pt x="28" y="442"/>
                </a:lnTo>
                <a:lnTo>
                  <a:pt x="23" y="433"/>
                </a:lnTo>
                <a:lnTo>
                  <a:pt x="19" y="423"/>
                </a:lnTo>
                <a:lnTo>
                  <a:pt x="16" y="413"/>
                </a:lnTo>
                <a:lnTo>
                  <a:pt x="12" y="404"/>
                </a:lnTo>
                <a:lnTo>
                  <a:pt x="9" y="394"/>
                </a:lnTo>
                <a:lnTo>
                  <a:pt x="7" y="384"/>
                </a:lnTo>
                <a:lnTo>
                  <a:pt x="5" y="374"/>
                </a:lnTo>
                <a:lnTo>
                  <a:pt x="3" y="364"/>
                </a:lnTo>
                <a:lnTo>
                  <a:pt x="1" y="354"/>
                </a:lnTo>
                <a:lnTo>
                  <a:pt x="0" y="344"/>
                </a:lnTo>
                <a:lnTo>
                  <a:pt x="0" y="334"/>
                </a:lnTo>
                <a:lnTo>
                  <a:pt x="0" y="323"/>
                </a:lnTo>
                <a:lnTo>
                  <a:pt x="0" y="313"/>
                </a:lnTo>
                <a:lnTo>
                  <a:pt x="0" y="303"/>
                </a:lnTo>
                <a:lnTo>
                  <a:pt x="1" y="293"/>
                </a:lnTo>
                <a:lnTo>
                  <a:pt x="3" y="283"/>
                </a:lnTo>
                <a:lnTo>
                  <a:pt x="5" y="273"/>
                </a:lnTo>
                <a:lnTo>
                  <a:pt x="7" y="263"/>
                </a:lnTo>
                <a:lnTo>
                  <a:pt x="9" y="253"/>
                </a:lnTo>
                <a:lnTo>
                  <a:pt x="12" y="243"/>
                </a:lnTo>
                <a:lnTo>
                  <a:pt x="16" y="233"/>
                </a:lnTo>
                <a:lnTo>
                  <a:pt x="19" y="224"/>
                </a:lnTo>
                <a:lnTo>
                  <a:pt x="23" y="214"/>
                </a:lnTo>
                <a:lnTo>
                  <a:pt x="28" y="205"/>
                </a:lnTo>
                <a:lnTo>
                  <a:pt x="33" y="195"/>
                </a:lnTo>
                <a:lnTo>
                  <a:pt x="38" y="186"/>
                </a:lnTo>
                <a:lnTo>
                  <a:pt x="43" y="177"/>
                </a:lnTo>
                <a:lnTo>
                  <a:pt x="49" y="168"/>
                </a:lnTo>
                <a:lnTo>
                  <a:pt x="56" y="159"/>
                </a:lnTo>
                <a:lnTo>
                  <a:pt x="62" y="150"/>
                </a:lnTo>
                <a:lnTo>
                  <a:pt x="69" y="142"/>
                </a:lnTo>
                <a:lnTo>
                  <a:pt x="76" y="134"/>
                </a:lnTo>
                <a:lnTo>
                  <a:pt x="84" y="126"/>
                </a:lnTo>
                <a:lnTo>
                  <a:pt x="92" y="118"/>
                </a:lnTo>
                <a:lnTo>
                  <a:pt x="100" y="110"/>
                </a:lnTo>
                <a:lnTo>
                  <a:pt x="109" y="103"/>
                </a:lnTo>
                <a:lnTo>
                  <a:pt x="117" y="95"/>
                </a:lnTo>
                <a:lnTo>
                  <a:pt x="126" y="88"/>
                </a:lnTo>
                <a:lnTo>
                  <a:pt x="136" y="80"/>
                </a:lnTo>
                <a:lnTo>
                  <a:pt x="145" y="74"/>
                </a:lnTo>
                <a:lnTo>
                  <a:pt x="155" y="67"/>
                </a:lnTo>
                <a:lnTo>
                  <a:pt x="165" y="61"/>
                </a:lnTo>
                <a:lnTo>
                  <a:pt x="176" y="56"/>
                </a:lnTo>
                <a:lnTo>
                  <a:pt x="186" y="50"/>
                </a:lnTo>
                <a:lnTo>
                  <a:pt x="197" y="45"/>
                </a:lnTo>
                <a:lnTo>
                  <a:pt x="208" y="40"/>
                </a:lnTo>
                <a:lnTo>
                  <a:pt x="219" y="35"/>
                </a:lnTo>
                <a:lnTo>
                  <a:pt x="231" y="30"/>
                </a:lnTo>
                <a:lnTo>
                  <a:pt x="242" y="26"/>
                </a:lnTo>
                <a:lnTo>
                  <a:pt x="254" y="22"/>
                </a:lnTo>
                <a:lnTo>
                  <a:pt x="266" y="19"/>
                </a:lnTo>
                <a:lnTo>
                  <a:pt x="277" y="16"/>
                </a:lnTo>
                <a:lnTo>
                  <a:pt x="290" y="13"/>
                </a:lnTo>
                <a:lnTo>
                  <a:pt x="302" y="10"/>
                </a:lnTo>
                <a:lnTo>
                  <a:pt x="314" y="7"/>
                </a:lnTo>
                <a:lnTo>
                  <a:pt x="326" y="5"/>
                </a:lnTo>
                <a:lnTo>
                  <a:pt x="339" y="4"/>
                </a:lnTo>
                <a:lnTo>
                  <a:pt x="351" y="2"/>
                </a:lnTo>
                <a:lnTo>
                  <a:pt x="364" y="1"/>
                </a:lnTo>
                <a:lnTo>
                  <a:pt x="377" y="0"/>
                </a:lnTo>
                <a:lnTo>
                  <a:pt x="389" y="0"/>
                </a:lnTo>
                <a:lnTo>
                  <a:pt x="402" y="0"/>
                </a:lnTo>
                <a:lnTo>
                  <a:pt x="414" y="0"/>
                </a:lnTo>
                <a:lnTo>
                  <a:pt x="427" y="0"/>
                </a:lnTo>
                <a:lnTo>
                  <a:pt x="440" y="1"/>
                </a:lnTo>
                <a:lnTo>
                  <a:pt x="452" y="2"/>
                </a:lnTo>
                <a:lnTo>
                  <a:pt x="465" y="4"/>
                </a:lnTo>
                <a:lnTo>
                  <a:pt x="477" y="5"/>
                </a:lnTo>
                <a:lnTo>
                  <a:pt x="490" y="7"/>
                </a:lnTo>
                <a:lnTo>
                  <a:pt x="502" y="10"/>
                </a:lnTo>
                <a:lnTo>
                  <a:pt x="514" y="13"/>
                </a:lnTo>
                <a:lnTo>
                  <a:pt x="526" y="16"/>
                </a:lnTo>
                <a:lnTo>
                  <a:pt x="538" y="19"/>
                </a:lnTo>
                <a:lnTo>
                  <a:pt x="550" y="22"/>
                </a:lnTo>
                <a:lnTo>
                  <a:pt x="562" y="26"/>
                </a:lnTo>
                <a:lnTo>
                  <a:pt x="573" y="30"/>
                </a:lnTo>
                <a:lnTo>
                  <a:pt x="584" y="35"/>
                </a:lnTo>
                <a:lnTo>
                  <a:pt x="596" y="40"/>
                </a:lnTo>
                <a:lnTo>
                  <a:pt x="607" y="45"/>
                </a:lnTo>
                <a:lnTo>
                  <a:pt x="617" y="50"/>
                </a:lnTo>
                <a:lnTo>
                  <a:pt x="628" y="56"/>
                </a:lnTo>
                <a:lnTo>
                  <a:pt x="638" y="61"/>
                </a:lnTo>
                <a:lnTo>
                  <a:pt x="649" y="67"/>
                </a:lnTo>
                <a:lnTo>
                  <a:pt x="659" y="74"/>
                </a:lnTo>
                <a:lnTo>
                  <a:pt x="669" y="80"/>
                </a:lnTo>
                <a:lnTo>
                  <a:pt x="678" y="88"/>
                </a:lnTo>
                <a:lnTo>
                  <a:pt x="687" y="95"/>
                </a:lnTo>
                <a:lnTo>
                  <a:pt x="696" y="103"/>
                </a:lnTo>
                <a:lnTo>
                  <a:pt x="705" y="110"/>
                </a:lnTo>
                <a:lnTo>
                  <a:pt x="713" y="118"/>
                </a:lnTo>
                <a:lnTo>
                  <a:pt x="721" y="126"/>
                </a:lnTo>
                <a:lnTo>
                  <a:pt x="728" y="134"/>
                </a:lnTo>
                <a:lnTo>
                  <a:pt x="735" y="142"/>
                </a:lnTo>
                <a:lnTo>
                  <a:pt x="742" y="150"/>
                </a:lnTo>
                <a:lnTo>
                  <a:pt x="749" y="159"/>
                </a:lnTo>
                <a:lnTo>
                  <a:pt x="755" y="168"/>
                </a:lnTo>
                <a:lnTo>
                  <a:pt x="761" y="177"/>
                </a:lnTo>
                <a:lnTo>
                  <a:pt x="767" y="186"/>
                </a:lnTo>
                <a:lnTo>
                  <a:pt x="772" y="195"/>
                </a:lnTo>
                <a:lnTo>
                  <a:pt x="777" y="205"/>
                </a:lnTo>
                <a:lnTo>
                  <a:pt x="781" y="214"/>
                </a:lnTo>
                <a:lnTo>
                  <a:pt x="785" y="224"/>
                </a:lnTo>
                <a:lnTo>
                  <a:pt x="789" y="233"/>
                </a:lnTo>
                <a:lnTo>
                  <a:pt x="792" y="243"/>
                </a:lnTo>
                <a:lnTo>
                  <a:pt x="795" y="253"/>
                </a:lnTo>
                <a:lnTo>
                  <a:pt x="798" y="263"/>
                </a:lnTo>
                <a:lnTo>
                  <a:pt x="800" y="273"/>
                </a:lnTo>
                <a:lnTo>
                  <a:pt x="802" y="283"/>
                </a:lnTo>
                <a:lnTo>
                  <a:pt x="803" y="293"/>
                </a:lnTo>
                <a:lnTo>
                  <a:pt x="804" y="303"/>
                </a:lnTo>
                <a:lnTo>
                  <a:pt x="805" y="313"/>
                </a:lnTo>
                <a:lnTo>
                  <a:pt x="805" y="323"/>
                </a:lnTo>
                <a:close/>
              </a:path>
            </a:pathLst>
          </a:custGeom>
          <a:solidFill>
            <a:srgbClr val="ffb6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4" name=""/>
          <p:cNvSpPr/>
          <p:nvPr/>
        </p:nvSpPr>
        <p:spPr>
          <a:xfrm>
            <a:off x="4833000" y="1711080"/>
            <a:ext cx="291600" cy="234000"/>
          </a:xfrm>
          <a:custGeom>
            <a:avLst/>
            <a:gdLst/>
            <a:ahLst/>
            <a:rect l="0" t="0" r="r" b="b"/>
            <a:pathLst>
              <a:path w="810" h="650">
                <a:moveTo>
                  <a:pt x="808" y="325"/>
                </a:moveTo>
                <a:lnTo>
                  <a:pt x="808" y="315"/>
                </a:lnTo>
                <a:lnTo>
                  <a:pt x="807" y="305"/>
                </a:lnTo>
                <a:lnTo>
                  <a:pt x="806" y="295"/>
                </a:lnTo>
                <a:lnTo>
                  <a:pt x="805" y="285"/>
                </a:lnTo>
                <a:lnTo>
                  <a:pt x="803" y="275"/>
                </a:lnTo>
                <a:lnTo>
                  <a:pt x="801" y="265"/>
                </a:lnTo>
                <a:lnTo>
                  <a:pt x="798" y="255"/>
                </a:lnTo>
                <a:lnTo>
                  <a:pt x="795" y="245"/>
                </a:lnTo>
                <a:lnTo>
                  <a:pt x="792" y="235"/>
                </a:lnTo>
                <a:lnTo>
                  <a:pt x="788" y="226"/>
                </a:lnTo>
                <a:lnTo>
                  <a:pt x="784" y="216"/>
                </a:lnTo>
                <a:lnTo>
                  <a:pt x="780" y="207"/>
                </a:lnTo>
                <a:lnTo>
                  <a:pt x="775" y="197"/>
                </a:lnTo>
                <a:lnTo>
                  <a:pt x="770" y="188"/>
                </a:lnTo>
                <a:lnTo>
                  <a:pt x="764" y="179"/>
                </a:lnTo>
                <a:lnTo>
                  <a:pt x="758" y="170"/>
                </a:lnTo>
                <a:lnTo>
                  <a:pt x="752" y="161"/>
                </a:lnTo>
                <a:lnTo>
                  <a:pt x="745" y="152"/>
                </a:lnTo>
                <a:lnTo>
                  <a:pt x="738" y="144"/>
                </a:lnTo>
                <a:lnTo>
                  <a:pt x="730" y="136"/>
                </a:lnTo>
                <a:lnTo>
                  <a:pt x="723" y="128"/>
                </a:lnTo>
                <a:lnTo>
                  <a:pt x="715" y="120"/>
                </a:lnTo>
                <a:lnTo>
                  <a:pt x="707" y="111"/>
                </a:lnTo>
                <a:lnTo>
                  <a:pt x="698" y="104"/>
                </a:lnTo>
                <a:lnTo>
                  <a:pt x="689" y="96"/>
                </a:lnTo>
                <a:lnTo>
                  <a:pt x="680" y="89"/>
                </a:lnTo>
                <a:lnTo>
                  <a:pt x="671" y="82"/>
                </a:lnTo>
                <a:lnTo>
                  <a:pt x="661" y="76"/>
                </a:lnTo>
                <a:lnTo>
                  <a:pt x="651" y="69"/>
                </a:lnTo>
                <a:lnTo>
                  <a:pt x="641" y="63"/>
                </a:lnTo>
                <a:lnTo>
                  <a:pt x="631" y="58"/>
                </a:lnTo>
                <a:lnTo>
                  <a:pt x="620" y="52"/>
                </a:lnTo>
                <a:lnTo>
                  <a:pt x="610" y="47"/>
                </a:lnTo>
                <a:lnTo>
                  <a:pt x="599" y="42"/>
                </a:lnTo>
                <a:lnTo>
                  <a:pt x="587" y="37"/>
                </a:lnTo>
                <a:lnTo>
                  <a:pt x="576" y="32"/>
                </a:lnTo>
                <a:lnTo>
                  <a:pt x="565" y="28"/>
                </a:lnTo>
                <a:lnTo>
                  <a:pt x="553" y="24"/>
                </a:lnTo>
                <a:lnTo>
                  <a:pt x="541" y="21"/>
                </a:lnTo>
                <a:lnTo>
                  <a:pt x="529" y="18"/>
                </a:lnTo>
                <a:lnTo>
                  <a:pt x="517" y="15"/>
                </a:lnTo>
                <a:lnTo>
                  <a:pt x="505" y="12"/>
                </a:lnTo>
                <a:lnTo>
                  <a:pt x="493" y="9"/>
                </a:lnTo>
                <a:lnTo>
                  <a:pt x="480" y="7"/>
                </a:lnTo>
                <a:lnTo>
                  <a:pt x="468" y="6"/>
                </a:lnTo>
                <a:lnTo>
                  <a:pt x="455" y="4"/>
                </a:lnTo>
                <a:lnTo>
                  <a:pt x="443" y="3"/>
                </a:lnTo>
                <a:lnTo>
                  <a:pt x="430" y="2"/>
                </a:lnTo>
                <a:lnTo>
                  <a:pt x="417" y="2"/>
                </a:lnTo>
                <a:lnTo>
                  <a:pt x="405" y="2"/>
                </a:lnTo>
                <a:lnTo>
                  <a:pt x="392" y="2"/>
                </a:lnTo>
                <a:lnTo>
                  <a:pt x="380" y="2"/>
                </a:lnTo>
                <a:lnTo>
                  <a:pt x="367" y="3"/>
                </a:lnTo>
                <a:lnTo>
                  <a:pt x="354" y="4"/>
                </a:lnTo>
                <a:lnTo>
                  <a:pt x="342" y="6"/>
                </a:lnTo>
                <a:lnTo>
                  <a:pt x="329" y="7"/>
                </a:lnTo>
                <a:lnTo>
                  <a:pt x="317" y="9"/>
                </a:lnTo>
                <a:lnTo>
                  <a:pt x="305" y="12"/>
                </a:lnTo>
                <a:lnTo>
                  <a:pt x="293" y="15"/>
                </a:lnTo>
                <a:lnTo>
                  <a:pt x="280" y="18"/>
                </a:lnTo>
                <a:lnTo>
                  <a:pt x="269" y="21"/>
                </a:lnTo>
                <a:lnTo>
                  <a:pt x="257" y="24"/>
                </a:lnTo>
                <a:lnTo>
                  <a:pt x="245" y="28"/>
                </a:lnTo>
                <a:lnTo>
                  <a:pt x="234" y="32"/>
                </a:lnTo>
                <a:lnTo>
                  <a:pt x="222" y="37"/>
                </a:lnTo>
                <a:lnTo>
                  <a:pt x="211" y="42"/>
                </a:lnTo>
                <a:lnTo>
                  <a:pt x="200" y="47"/>
                </a:lnTo>
                <a:lnTo>
                  <a:pt x="189" y="52"/>
                </a:lnTo>
                <a:lnTo>
                  <a:pt x="179" y="58"/>
                </a:lnTo>
                <a:lnTo>
                  <a:pt x="168" y="63"/>
                </a:lnTo>
                <a:lnTo>
                  <a:pt x="158" y="69"/>
                </a:lnTo>
                <a:lnTo>
                  <a:pt x="148" y="76"/>
                </a:lnTo>
                <a:lnTo>
                  <a:pt x="139" y="82"/>
                </a:lnTo>
                <a:lnTo>
                  <a:pt x="129" y="89"/>
                </a:lnTo>
                <a:lnTo>
                  <a:pt x="120" y="96"/>
                </a:lnTo>
                <a:lnTo>
                  <a:pt x="112" y="104"/>
                </a:lnTo>
                <a:lnTo>
                  <a:pt x="103" y="111"/>
                </a:lnTo>
                <a:lnTo>
                  <a:pt x="95" y="120"/>
                </a:lnTo>
                <a:lnTo>
                  <a:pt x="87" y="128"/>
                </a:lnTo>
                <a:lnTo>
                  <a:pt x="79" y="136"/>
                </a:lnTo>
                <a:lnTo>
                  <a:pt x="72" y="144"/>
                </a:lnTo>
                <a:lnTo>
                  <a:pt x="65" y="152"/>
                </a:lnTo>
                <a:lnTo>
                  <a:pt x="59" y="161"/>
                </a:lnTo>
                <a:lnTo>
                  <a:pt x="52" y="170"/>
                </a:lnTo>
                <a:lnTo>
                  <a:pt x="46" y="179"/>
                </a:lnTo>
                <a:lnTo>
                  <a:pt x="41" y="188"/>
                </a:lnTo>
                <a:lnTo>
                  <a:pt x="36" y="197"/>
                </a:lnTo>
                <a:lnTo>
                  <a:pt x="31" y="207"/>
                </a:lnTo>
                <a:lnTo>
                  <a:pt x="26" y="216"/>
                </a:lnTo>
                <a:lnTo>
                  <a:pt x="22" y="226"/>
                </a:lnTo>
                <a:lnTo>
                  <a:pt x="19" y="235"/>
                </a:lnTo>
                <a:lnTo>
                  <a:pt x="15" y="245"/>
                </a:lnTo>
                <a:lnTo>
                  <a:pt x="12" y="255"/>
                </a:lnTo>
                <a:lnTo>
                  <a:pt x="10" y="265"/>
                </a:lnTo>
                <a:lnTo>
                  <a:pt x="8" y="275"/>
                </a:lnTo>
                <a:lnTo>
                  <a:pt x="6" y="285"/>
                </a:lnTo>
                <a:lnTo>
                  <a:pt x="4" y="295"/>
                </a:lnTo>
                <a:lnTo>
                  <a:pt x="3" y="305"/>
                </a:lnTo>
                <a:lnTo>
                  <a:pt x="3" y="315"/>
                </a:lnTo>
                <a:lnTo>
                  <a:pt x="3" y="325"/>
                </a:lnTo>
                <a:lnTo>
                  <a:pt x="3" y="336"/>
                </a:lnTo>
                <a:lnTo>
                  <a:pt x="3" y="346"/>
                </a:lnTo>
                <a:lnTo>
                  <a:pt x="4" y="356"/>
                </a:lnTo>
                <a:lnTo>
                  <a:pt x="6" y="366"/>
                </a:lnTo>
                <a:lnTo>
                  <a:pt x="8" y="376"/>
                </a:lnTo>
                <a:lnTo>
                  <a:pt x="10" y="386"/>
                </a:lnTo>
                <a:lnTo>
                  <a:pt x="12" y="396"/>
                </a:lnTo>
                <a:lnTo>
                  <a:pt x="15" y="406"/>
                </a:lnTo>
                <a:lnTo>
                  <a:pt x="19" y="415"/>
                </a:lnTo>
                <a:lnTo>
                  <a:pt x="22" y="425"/>
                </a:lnTo>
                <a:lnTo>
                  <a:pt x="26" y="435"/>
                </a:lnTo>
                <a:lnTo>
                  <a:pt x="31" y="444"/>
                </a:lnTo>
                <a:lnTo>
                  <a:pt x="36" y="454"/>
                </a:lnTo>
                <a:lnTo>
                  <a:pt x="41" y="463"/>
                </a:lnTo>
                <a:lnTo>
                  <a:pt x="46" y="472"/>
                </a:lnTo>
                <a:lnTo>
                  <a:pt x="52" y="481"/>
                </a:lnTo>
                <a:lnTo>
                  <a:pt x="59" y="490"/>
                </a:lnTo>
                <a:lnTo>
                  <a:pt x="65" y="498"/>
                </a:lnTo>
                <a:lnTo>
                  <a:pt x="72" y="507"/>
                </a:lnTo>
                <a:lnTo>
                  <a:pt x="79" y="515"/>
                </a:lnTo>
                <a:lnTo>
                  <a:pt x="87" y="523"/>
                </a:lnTo>
                <a:lnTo>
                  <a:pt x="95" y="531"/>
                </a:lnTo>
                <a:lnTo>
                  <a:pt x="103" y="539"/>
                </a:lnTo>
                <a:lnTo>
                  <a:pt x="112" y="546"/>
                </a:lnTo>
                <a:lnTo>
                  <a:pt x="120" y="554"/>
                </a:lnTo>
                <a:lnTo>
                  <a:pt x="129" y="561"/>
                </a:lnTo>
                <a:lnTo>
                  <a:pt x="139" y="567"/>
                </a:lnTo>
                <a:lnTo>
                  <a:pt x="148" y="574"/>
                </a:lnTo>
                <a:lnTo>
                  <a:pt x="158" y="580"/>
                </a:lnTo>
                <a:lnTo>
                  <a:pt x="168" y="586"/>
                </a:lnTo>
                <a:lnTo>
                  <a:pt x="179" y="592"/>
                </a:lnTo>
                <a:lnTo>
                  <a:pt x="189" y="598"/>
                </a:lnTo>
                <a:lnTo>
                  <a:pt x="200" y="603"/>
                </a:lnTo>
                <a:lnTo>
                  <a:pt x="211" y="608"/>
                </a:lnTo>
                <a:lnTo>
                  <a:pt x="222" y="613"/>
                </a:lnTo>
                <a:lnTo>
                  <a:pt x="234" y="617"/>
                </a:lnTo>
                <a:lnTo>
                  <a:pt x="245" y="622"/>
                </a:lnTo>
                <a:lnTo>
                  <a:pt x="257" y="625"/>
                </a:lnTo>
                <a:lnTo>
                  <a:pt x="269" y="629"/>
                </a:lnTo>
                <a:lnTo>
                  <a:pt x="280" y="632"/>
                </a:lnTo>
                <a:lnTo>
                  <a:pt x="293" y="635"/>
                </a:lnTo>
                <a:lnTo>
                  <a:pt x="305" y="638"/>
                </a:lnTo>
                <a:lnTo>
                  <a:pt x="317" y="640"/>
                </a:lnTo>
                <a:lnTo>
                  <a:pt x="329" y="642"/>
                </a:lnTo>
                <a:lnTo>
                  <a:pt x="342" y="644"/>
                </a:lnTo>
                <a:lnTo>
                  <a:pt x="354" y="646"/>
                </a:lnTo>
                <a:lnTo>
                  <a:pt x="367" y="647"/>
                </a:lnTo>
                <a:lnTo>
                  <a:pt x="380" y="647"/>
                </a:lnTo>
                <a:lnTo>
                  <a:pt x="392" y="648"/>
                </a:lnTo>
                <a:lnTo>
                  <a:pt x="405" y="648"/>
                </a:lnTo>
                <a:lnTo>
                  <a:pt x="417" y="648"/>
                </a:lnTo>
                <a:lnTo>
                  <a:pt x="430" y="647"/>
                </a:lnTo>
                <a:lnTo>
                  <a:pt x="443" y="647"/>
                </a:lnTo>
                <a:lnTo>
                  <a:pt x="455" y="646"/>
                </a:lnTo>
                <a:lnTo>
                  <a:pt x="468" y="644"/>
                </a:lnTo>
                <a:lnTo>
                  <a:pt x="480" y="642"/>
                </a:lnTo>
                <a:lnTo>
                  <a:pt x="493" y="640"/>
                </a:lnTo>
                <a:lnTo>
                  <a:pt x="505" y="638"/>
                </a:lnTo>
                <a:lnTo>
                  <a:pt x="517" y="635"/>
                </a:lnTo>
                <a:lnTo>
                  <a:pt x="529" y="632"/>
                </a:lnTo>
                <a:lnTo>
                  <a:pt x="541" y="629"/>
                </a:lnTo>
                <a:lnTo>
                  <a:pt x="553" y="625"/>
                </a:lnTo>
                <a:lnTo>
                  <a:pt x="565" y="622"/>
                </a:lnTo>
                <a:lnTo>
                  <a:pt x="576" y="617"/>
                </a:lnTo>
                <a:lnTo>
                  <a:pt x="587" y="613"/>
                </a:lnTo>
                <a:lnTo>
                  <a:pt x="599" y="608"/>
                </a:lnTo>
                <a:lnTo>
                  <a:pt x="610" y="603"/>
                </a:lnTo>
                <a:lnTo>
                  <a:pt x="620" y="598"/>
                </a:lnTo>
                <a:lnTo>
                  <a:pt x="631" y="592"/>
                </a:lnTo>
                <a:lnTo>
                  <a:pt x="641" y="586"/>
                </a:lnTo>
                <a:lnTo>
                  <a:pt x="651" y="580"/>
                </a:lnTo>
                <a:lnTo>
                  <a:pt x="661" y="574"/>
                </a:lnTo>
                <a:lnTo>
                  <a:pt x="671" y="567"/>
                </a:lnTo>
                <a:lnTo>
                  <a:pt x="680" y="561"/>
                </a:lnTo>
                <a:lnTo>
                  <a:pt x="689" y="554"/>
                </a:lnTo>
                <a:lnTo>
                  <a:pt x="698" y="546"/>
                </a:lnTo>
                <a:lnTo>
                  <a:pt x="707" y="539"/>
                </a:lnTo>
                <a:lnTo>
                  <a:pt x="715" y="531"/>
                </a:lnTo>
                <a:lnTo>
                  <a:pt x="723" y="523"/>
                </a:lnTo>
                <a:lnTo>
                  <a:pt x="730" y="515"/>
                </a:lnTo>
                <a:lnTo>
                  <a:pt x="738" y="507"/>
                </a:lnTo>
                <a:lnTo>
                  <a:pt x="745" y="498"/>
                </a:lnTo>
                <a:lnTo>
                  <a:pt x="752" y="490"/>
                </a:lnTo>
                <a:lnTo>
                  <a:pt x="758" y="481"/>
                </a:lnTo>
                <a:lnTo>
                  <a:pt x="764" y="472"/>
                </a:lnTo>
                <a:lnTo>
                  <a:pt x="770" y="463"/>
                </a:lnTo>
                <a:lnTo>
                  <a:pt x="775" y="454"/>
                </a:lnTo>
                <a:lnTo>
                  <a:pt x="780" y="444"/>
                </a:lnTo>
                <a:lnTo>
                  <a:pt x="784" y="435"/>
                </a:lnTo>
                <a:lnTo>
                  <a:pt x="788" y="425"/>
                </a:lnTo>
                <a:lnTo>
                  <a:pt x="792" y="415"/>
                </a:lnTo>
                <a:lnTo>
                  <a:pt x="795" y="406"/>
                </a:lnTo>
                <a:lnTo>
                  <a:pt x="798" y="396"/>
                </a:lnTo>
                <a:lnTo>
                  <a:pt x="801" y="386"/>
                </a:lnTo>
                <a:lnTo>
                  <a:pt x="803" y="376"/>
                </a:lnTo>
                <a:lnTo>
                  <a:pt x="805" y="366"/>
                </a:lnTo>
                <a:lnTo>
                  <a:pt x="806" y="356"/>
                </a:lnTo>
                <a:lnTo>
                  <a:pt x="807" y="346"/>
                </a:lnTo>
                <a:lnTo>
                  <a:pt x="808" y="336"/>
                </a:lnTo>
                <a:lnTo>
                  <a:pt x="808" y="325"/>
                </a:lnTo>
                <a:moveTo>
                  <a:pt x="810" y="325"/>
                </a:moveTo>
                <a:lnTo>
                  <a:pt x="810" y="336"/>
                </a:lnTo>
                <a:lnTo>
                  <a:pt x="810" y="346"/>
                </a:lnTo>
                <a:lnTo>
                  <a:pt x="809" y="356"/>
                </a:lnTo>
                <a:lnTo>
                  <a:pt x="807" y="366"/>
                </a:lnTo>
                <a:lnTo>
                  <a:pt x="805" y="376"/>
                </a:lnTo>
                <a:lnTo>
                  <a:pt x="803" y="386"/>
                </a:lnTo>
                <a:lnTo>
                  <a:pt x="801" y="396"/>
                </a:lnTo>
                <a:lnTo>
                  <a:pt x="798" y="406"/>
                </a:lnTo>
                <a:lnTo>
                  <a:pt x="794" y="416"/>
                </a:lnTo>
                <a:lnTo>
                  <a:pt x="791" y="426"/>
                </a:lnTo>
                <a:lnTo>
                  <a:pt x="786" y="435"/>
                </a:lnTo>
                <a:lnTo>
                  <a:pt x="782" y="445"/>
                </a:lnTo>
                <a:lnTo>
                  <a:pt x="777" y="454"/>
                </a:lnTo>
                <a:lnTo>
                  <a:pt x="772" y="464"/>
                </a:lnTo>
                <a:lnTo>
                  <a:pt x="766" y="473"/>
                </a:lnTo>
                <a:lnTo>
                  <a:pt x="760" y="482"/>
                </a:lnTo>
                <a:lnTo>
                  <a:pt x="754" y="491"/>
                </a:lnTo>
                <a:lnTo>
                  <a:pt x="747" y="499"/>
                </a:lnTo>
                <a:lnTo>
                  <a:pt x="740" y="508"/>
                </a:lnTo>
                <a:lnTo>
                  <a:pt x="732" y="516"/>
                </a:lnTo>
                <a:lnTo>
                  <a:pt x="724" y="524"/>
                </a:lnTo>
                <a:lnTo>
                  <a:pt x="717" y="532"/>
                </a:lnTo>
                <a:lnTo>
                  <a:pt x="708" y="540"/>
                </a:lnTo>
                <a:lnTo>
                  <a:pt x="700" y="548"/>
                </a:lnTo>
                <a:lnTo>
                  <a:pt x="691" y="555"/>
                </a:lnTo>
                <a:lnTo>
                  <a:pt x="682" y="562"/>
                </a:lnTo>
                <a:lnTo>
                  <a:pt x="672" y="569"/>
                </a:lnTo>
                <a:lnTo>
                  <a:pt x="663" y="575"/>
                </a:lnTo>
                <a:lnTo>
                  <a:pt x="653" y="582"/>
                </a:lnTo>
                <a:lnTo>
                  <a:pt x="643" y="588"/>
                </a:lnTo>
                <a:lnTo>
                  <a:pt x="632" y="594"/>
                </a:lnTo>
                <a:lnTo>
                  <a:pt x="622" y="599"/>
                </a:lnTo>
                <a:lnTo>
                  <a:pt x="611" y="605"/>
                </a:lnTo>
                <a:lnTo>
                  <a:pt x="600" y="610"/>
                </a:lnTo>
                <a:lnTo>
                  <a:pt x="588" y="615"/>
                </a:lnTo>
                <a:lnTo>
                  <a:pt x="577" y="619"/>
                </a:lnTo>
                <a:lnTo>
                  <a:pt x="565" y="623"/>
                </a:lnTo>
                <a:lnTo>
                  <a:pt x="554" y="627"/>
                </a:lnTo>
                <a:lnTo>
                  <a:pt x="542" y="631"/>
                </a:lnTo>
                <a:lnTo>
                  <a:pt x="530" y="634"/>
                </a:lnTo>
                <a:lnTo>
                  <a:pt x="518" y="637"/>
                </a:lnTo>
                <a:lnTo>
                  <a:pt x="505" y="640"/>
                </a:lnTo>
                <a:lnTo>
                  <a:pt x="493" y="642"/>
                </a:lnTo>
                <a:lnTo>
                  <a:pt x="481" y="644"/>
                </a:lnTo>
                <a:lnTo>
                  <a:pt x="468" y="646"/>
                </a:lnTo>
                <a:lnTo>
                  <a:pt x="456" y="647"/>
                </a:lnTo>
                <a:lnTo>
                  <a:pt x="443" y="648"/>
                </a:lnTo>
                <a:lnTo>
                  <a:pt x="430" y="649"/>
                </a:lnTo>
                <a:lnTo>
                  <a:pt x="418" y="650"/>
                </a:lnTo>
                <a:lnTo>
                  <a:pt x="405" y="650"/>
                </a:lnTo>
                <a:lnTo>
                  <a:pt x="392" y="650"/>
                </a:lnTo>
                <a:lnTo>
                  <a:pt x="379" y="649"/>
                </a:lnTo>
                <a:lnTo>
                  <a:pt x="367" y="648"/>
                </a:lnTo>
                <a:lnTo>
                  <a:pt x="354" y="647"/>
                </a:lnTo>
                <a:lnTo>
                  <a:pt x="342" y="646"/>
                </a:lnTo>
                <a:lnTo>
                  <a:pt x="329" y="644"/>
                </a:lnTo>
                <a:lnTo>
                  <a:pt x="317" y="642"/>
                </a:lnTo>
                <a:lnTo>
                  <a:pt x="304" y="640"/>
                </a:lnTo>
                <a:lnTo>
                  <a:pt x="292" y="637"/>
                </a:lnTo>
                <a:lnTo>
                  <a:pt x="280" y="634"/>
                </a:lnTo>
                <a:lnTo>
                  <a:pt x="268" y="631"/>
                </a:lnTo>
                <a:lnTo>
                  <a:pt x="256" y="627"/>
                </a:lnTo>
                <a:lnTo>
                  <a:pt x="244" y="623"/>
                </a:lnTo>
                <a:lnTo>
                  <a:pt x="233" y="619"/>
                </a:lnTo>
                <a:lnTo>
                  <a:pt x="221" y="615"/>
                </a:lnTo>
                <a:lnTo>
                  <a:pt x="210" y="610"/>
                </a:lnTo>
                <a:lnTo>
                  <a:pt x="199" y="605"/>
                </a:lnTo>
                <a:lnTo>
                  <a:pt x="188" y="599"/>
                </a:lnTo>
                <a:lnTo>
                  <a:pt x="177" y="594"/>
                </a:lnTo>
                <a:lnTo>
                  <a:pt x="167" y="588"/>
                </a:lnTo>
                <a:lnTo>
                  <a:pt x="157" y="582"/>
                </a:lnTo>
                <a:lnTo>
                  <a:pt x="147" y="575"/>
                </a:lnTo>
                <a:lnTo>
                  <a:pt x="137" y="569"/>
                </a:lnTo>
                <a:lnTo>
                  <a:pt x="128" y="562"/>
                </a:lnTo>
                <a:lnTo>
                  <a:pt x="119" y="555"/>
                </a:lnTo>
                <a:lnTo>
                  <a:pt x="110" y="548"/>
                </a:lnTo>
                <a:lnTo>
                  <a:pt x="101" y="540"/>
                </a:lnTo>
                <a:lnTo>
                  <a:pt x="93" y="532"/>
                </a:lnTo>
                <a:lnTo>
                  <a:pt x="85" y="524"/>
                </a:lnTo>
                <a:lnTo>
                  <a:pt x="78" y="516"/>
                </a:lnTo>
                <a:lnTo>
                  <a:pt x="70" y="508"/>
                </a:lnTo>
                <a:lnTo>
                  <a:pt x="63" y="499"/>
                </a:lnTo>
                <a:lnTo>
                  <a:pt x="57" y="491"/>
                </a:lnTo>
                <a:lnTo>
                  <a:pt x="50" y="482"/>
                </a:lnTo>
                <a:lnTo>
                  <a:pt x="44" y="473"/>
                </a:lnTo>
                <a:lnTo>
                  <a:pt x="39" y="464"/>
                </a:lnTo>
                <a:lnTo>
                  <a:pt x="34" y="454"/>
                </a:lnTo>
                <a:lnTo>
                  <a:pt x="29" y="445"/>
                </a:lnTo>
                <a:lnTo>
                  <a:pt x="24" y="435"/>
                </a:lnTo>
                <a:lnTo>
                  <a:pt x="20" y="426"/>
                </a:lnTo>
                <a:lnTo>
                  <a:pt x="16" y="416"/>
                </a:lnTo>
                <a:lnTo>
                  <a:pt x="13" y="406"/>
                </a:lnTo>
                <a:lnTo>
                  <a:pt x="10" y="396"/>
                </a:lnTo>
                <a:lnTo>
                  <a:pt x="7" y="386"/>
                </a:lnTo>
                <a:lnTo>
                  <a:pt x="5" y="376"/>
                </a:lnTo>
                <a:lnTo>
                  <a:pt x="3" y="366"/>
                </a:lnTo>
                <a:lnTo>
                  <a:pt x="2" y="356"/>
                </a:lnTo>
                <a:lnTo>
                  <a:pt x="1" y="346"/>
                </a:lnTo>
                <a:lnTo>
                  <a:pt x="0" y="336"/>
                </a:lnTo>
                <a:lnTo>
                  <a:pt x="0" y="325"/>
                </a:lnTo>
                <a:lnTo>
                  <a:pt x="0" y="315"/>
                </a:lnTo>
                <a:lnTo>
                  <a:pt x="1" y="305"/>
                </a:lnTo>
                <a:lnTo>
                  <a:pt x="2" y="295"/>
                </a:lnTo>
                <a:lnTo>
                  <a:pt x="3" y="285"/>
                </a:lnTo>
                <a:lnTo>
                  <a:pt x="5" y="275"/>
                </a:lnTo>
                <a:lnTo>
                  <a:pt x="7" y="265"/>
                </a:lnTo>
                <a:lnTo>
                  <a:pt x="10" y="255"/>
                </a:lnTo>
                <a:lnTo>
                  <a:pt x="13" y="245"/>
                </a:lnTo>
                <a:lnTo>
                  <a:pt x="16" y="235"/>
                </a:lnTo>
                <a:lnTo>
                  <a:pt x="20" y="225"/>
                </a:lnTo>
                <a:lnTo>
                  <a:pt x="24" y="215"/>
                </a:lnTo>
                <a:lnTo>
                  <a:pt x="29" y="206"/>
                </a:lnTo>
                <a:lnTo>
                  <a:pt x="34" y="197"/>
                </a:lnTo>
                <a:lnTo>
                  <a:pt x="39" y="187"/>
                </a:lnTo>
                <a:lnTo>
                  <a:pt x="44" y="178"/>
                </a:lnTo>
                <a:lnTo>
                  <a:pt x="50" y="169"/>
                </a:lnTo>
                <a:lnTo>
                  <a:pt x="57" y="160"/>
                </a:lnTo>
                <a:lnTo>
                  <a:pt x="63" y="152"/>
                </a:lnTo>
                <a:lnTo>
                  <a:pt x="70" y="143"/>
                </a:lnTo>
                <a:lnTo>
                  <a:pt x="78" y="135"/>
                </a:lnTo>
                <a:lnTo>
                  <a:pt x="85" y="126"/>
                </a:lnTo>
                <a:lnTo>
                  <a:pt x="93" y="119"/>
                </a:lnTo>
                <a:lnTo>
                  <a:pt x="101" y="110"/>
                </a:lnTo>
                <a:lnTo>
                  <a:pt x="110" y="102"/>
                </a:lnTo>
                <a:lnTo>
                  <a:pt x="119" y="95"/>
                </a:lnTo>
                <a:lnTo>
                  <a:pt x="128" y="88"/>
                </a:lnTo>
                <a:lnTo>
                  <a:pt x="137" y="81"/>
                </a:lnTo>
                <a:lnTo>
                  <a:pt x="147" y="74"/>
                </a:lnTo>
                <a:lnTo>
                  <a:pt x="157" y="68"/>
                </a:lnTo>
                <a:lnTo>
                  <a:pt x="167" y="62"/>
                </a:lnTo>
                <a:lnTo>
                  <a:pt x="177" y="56"/>
                </a:lnTo>
                <a:lnTo>
                  <a:pt x="188" y="50"/>
                </a:lnTo>
                <a:lnTo>
                  <a:pt x="199" y="45"/>
                </a:lnTo>
                <a:lnTo>
                  <a:pt x="210" y="40"/>
                </a:lnTo>
                <a:lnTo>
                  <a:pt x="221" y="35"/>
                </a:lnTo>
                <a:lnTo>
                  <a:pt x="233" y="31"/>
                </a:lnTo>
                <a:lnTo>
                  <a:pt x="244" y="27"/>
                </a:lnTo>
                <a:lnTo>
                  <a:pt x="256" y="23"/>
                </a:lnTo>
                <a:lnTo>
                  <a:pt x="268" y="19"/>
                </a:lnTo>
                <a:lnTo>
                  <a:pt x="280" y="16"/>
                </a:lnTo>
                <a:lnTo>
                  <a:pt x="292" y="13"/>
                </a:lnTo>
                <a:lnTo>
                  <a:pt x="304" y="10"/>
                </a:lnTo>
                <a:lnTo>
                  <a:pt x="317" y="8"/>
                </a:lnTo>
                <a:lnTo>
                  <a:pt x="329" y="6"/>
                </a:lnTo>
                <a:lnTo>
                  <a:pt x="342" y="4"/>
                </a:lnTo>
                <a:lnTo>
                  <a:pt x="354" y="2"/>
                </a:lnTo>
                <a:lnTo>
                  <a:pt x="367" y="1"/>
                </a:lnTo>
                <a:lnTo>
                  <a:pt x="379" y="1"/>
                </a:lnTo>
                <a:lnTo>
                  <a:pt x="392" y="0"/>
                </a:lnTo>
                <a:lnTo>
                  <a:pt x="405" y="0"/>
                </a:lnTo>
                <a:lnTo>
                  <a:pt x="418" y="0"/>
                </a:lnTo>
                <a:lnTo>
                  <a:pt x="430" y="1"/>
                </a:lnTo>
                <a:lnTo>
                  <a:pt x="443" y="1"/>
                </a:lnTo>
                <a:lnTo>
                  <a:pt x="456" y="2"/>
                </a:lnTo>
                <a:lnTo>
                  <a:pt x="468" y="4"/>
                </a:lnTo>
                <a:lnTo>
                  <a:pt x="481" y="6"/>
                </a:lnTo>
                <a:lnTo>
                  <a:pt x="493" y="8"/>
                </a:lnTo>
                <a:lnTo>
                  <a:pt x="505" y="10"/>
                </a:lnTo>
                <a:lnTo>
                  <a:pt x="518" y="13"/>
                </a:lnTo>
                <a:lnTo>
                  <a:pt x="530" y="16"/>
                </a:lnTo>
                <a:lnTo>
                  <a:pt x="542" y="19"/>
                </a:lnTo>
                <a:lnTo>
                  <a:pt x="554" y="23"/>
                </a:lnTo>
                <a:lnTo>
                  <a:pt x="565" y="27"/>
                </a:lnTo>
                <a:lnTo>
                  <a:pt x="577" y="31"/>
                </a:lnTo>
                <a:lnTo>
                  <a:pt x="588" y="35"/>
                </a:lnTo>
                <a:lnTo>
                  <a:pt x="600" y="40"/>
                </a:lnTo>
                <a:lnTo>
                  <a:pt x="611" y="45"/>
                </a:lnTo>
                <a:lnTo>
                  <a:pt x="622" y="50"/>
                </a:lnTo>
                <a:lnTo>
                  <a:pt x="632" y="56"/>
                </a:lnTo>
                <a:lnTo>
                  <a:pt x="643" y="62"/>
                </a:lnTo>
                <a:lnTo>
                  <a:pt x="653" y="68"/>
                </a:lnTo>
                <a:lnTo>
                  <a:pt x="663" y="74"/>
                </a:lnTo>
                <a:lnTo>
                  <a:pt x="672" y="81"/>
                </a:lnTo>
                <a:lnTo>
                  <a:pt x="682" y="88"/>
                </a:lnTo>
                <a:lnTo>
                  <a:pt x="691" y="95"/>
                </a:lnTo>
                <a:lnTo>
                  <a:pt x="700" y="102"/>
                </a:lnTo>
                <a:lnTo>
                  <a:pt x="708" y="110"/>
                </a:lnTo>
                <a:lnTo>
                  <a:pt x="717" y="119"/>
                </a:lnTo>
                <a:lnTo>
                  <a:pt x="724" y="126"/>
                </a:lnTo>
                <a:lnTo>
                  <a:pt x="732" y="135"/>
                </a:lnTo>
                <a:lnTo>
                  <a:pt x="740" y="143"/>
                </a:lnTo>
                <a:lnTo>
                  <a:pt x="747" y="152"/>
                </a:lnTo>
                <a:lnTo>
                  <a:pt x="754" y="160"/>
                </a:lnTo>
                <a:lnTo>
                  <a:pt x="760" y="169"/>
                </a:lnTo>
                <a:lnTo>
                  <a:pt x="766" y="178"/>
                </a:lnTo>
                <a:lnTo>
                  <a:pt x="772" y="187"/>
                </a:lnTo>
                <a:lnTo>
                  <a:pt x="777" y="197"/>
                </a:lnTo>
                <a:lnTo>
                  <a:pt x="782" y="206"/>
                </a:lnTo>
                <a:lnTo>
                  <a:pt x="786" y="215"/>
                </a:lnTo>
                <a:lnTo>
                  <a:pt x="791" y="225"/>
                </a:lnTo>
                <a:lnTo>
                  <a:pt x="794" y="235"/>
                </a:lnTo>
                <a:lnTo>
                  <a:pt x="798" y="245"/>
                </a:lnTo>
                <a:lnTo>
                  <a:pt x="801" y="255"/>
                </a:lnTo>
                <a:lnTo>
                  <a:pt x="803" y="265"/>
                </a:lnTo>
                <a:lnTo>
                  <a:pt x="805" y="275"/>
                </a:lnTo>
                <a:lnTo>
                  <a:pt x="807" y="285"/>
                </a:lnTo>
                <a:lnTo>
                  <a:pt x="809" y="295"/>
                </a:lnTo>
                <a:lnTo>
                  <a:pt x="810" y="305"/>
                </a:lnTo>
                <a:lnTo>
                  <a:pt x="810" y="315"/>
                </a:lnTo>
                <a:lnTo>
                  <a:pt x="810" y="325"/>
                </a:lnTo>
                <a:close/>
              </a:path>
            </a:pathLst>
          </a:custGeom>
          <a:solidFill>
            <a:srgbClr val="ffb5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5" name=""/>
          <p:cNvSpPr/>
          <p:nvPr/>
        </p:nvSpPr>
        <p:spPr>
          <a:xfrm>
            <a:off x="4832280" y="1710360"/>
            <a:ext cx="293400" cy="235440"/>
          </a:xfrm>
          <a:custGeom>
            <a:avLst/>
            <a:gdLst/>
            <a:ahLst/>
            <a:rect l="0" t="0" r="r" b="b"/>
            <a:pathLst>
              <a:path w="815" h="654">
                <a:moveTo>
                  <a:pt x="812" y="327"/>
                </a:moveTo>
                <a:lnTo>
                  <a:pt x="812" y="317"/>
                </a:lnTo>
                <a:lnTo>
                  <a:pt x="812" y="307"/>
                </a:lnTo>
                <a:lnTo>
                  <a:pt x="811" y="297"/>
                </a:lnTo>
                <a:lnTo>
                  <a:pt x="809" y="287"/>
                </a:lnTo>
                <a:lnTo>
                  <a:pt x="807" y="277"/>
                </a:lnTo>
                <a:lnTo>
                  <a:pt x="804" y="267"/>
                </a:lnTo>
                <a:lnTo>
                  <a:pt x="802" y="257"/>
                </a:lnTo>
                <a:lnTo>
                  <a:pt x="799" y="247"/>
                </a:lnTo>
                <a:lnTo>
                  <a:pt x="795" y="237"/>
                </a:lnTo>
                <a:lnTo>
                  <a:pt x="792" y="227"/>
                </a:lnTo>
                <a:lnTo>
                  <a:pt x="787" y="217"/>
                </a:lnTo>
                <a:lnTo>
                  <a:pt x="783" y="208"/>
                </a:lnTo>
                <a:lnTo>
                  <a:pt x="778" y="199"/>
                </a:lnTo>
                <a:lnTo>
                  <a:pt x="773" y="189"/>
                </a:lnTo>
                <a:lnTo>
                  <a:pt x="767" y="180"/>
                </a:lnTo>
                <a:lnTo>
                  <a:pt x="761" y="171"/>
                </a:lnTo>
                <a:lnTo>
                  <a:pt x="755" y="162"/>
                </a:lnTo>
                <a:lnTo>
                  <a:pt x="748" y="154"/>
                </a:lnTo>
                <a:lnTo>
                  <a:pt x="741" y="145"/>
                </a:lnTo>
                <a:lnTo>
                  <a:pt x="734" y="136"/>
                </a:lnTo>
                <a:lnTo>
                  <a:pt x="726" y="127"/>
                </a:lnTo>
                <a:lnTo>
                  <a:pt x="719" y="120"/>
                </a:lnTo>
                <a:lnTo>
                  <a:pt x="710" y="112"/>
                </a:lnTo>
                <a:lnTo>
                  <a:pt x="702" y="104"/>
                </a:lnTo>
                <a:lnTo>
                  <a:pt x="693" y="97"/>
                </a:lnTo>
                <a:lnTo>
                  <a:pt x="684" y="90"/>
                </a:lnTo>
                <a:lnTo>
                  <a:pt x="674" y="83"/>
                </a:lnTo>
                <a:lnTo>
                  <a:pt x="665" y="76"/>
                </a:lnTo>
                <a:lnTo>
                  <a:pt x="655" y="70"/>
                </a:lnTo>
                <a:lnTo>
                  <a:pt x="645" y="64"/>
                </a:lnTo>
                <a:lnTo>
                  <a:pt x="634" y="58"/>
                </a:lnTo>
                <a:lnTo>
                  <a:pt x="624" y="52"/>
                </a:lnTo>
                <a:lnTo>
                  <a:pt x="613" y="47"/>
                </a:lnTo>
                <a:lnTo>
                  <a:pt x="602" y="42"/>
                </a:lnTo>
                <a:lnTo>
                  <a:pt x="590" y="37"/>
                </a:lnTo>
                <a:lnTo>
                  <a:pt x="579" y="33"/>
                </a:lnTo>
                <a:lnTo>
                  <a:pt x="567" y="29"/>
                </a:lnTo>
                <a:lnTo>
                  <a:pt x="556" y="25"/>
                </a:lnTo>
                <a:lnTo>
                  <a:pt x="544" y="21"/>
                </a:lnTo>
                <a:lnTo>
                  <a:pt x="532" y="18"/>
                </a:lnTo>
                <a:lnTo>
                  <a:pt x="520" y="15"/>
                </a:lnTo>
                <a:lnTo>
                  <a:pt x="507" y="12"/>
                </a:lnTo>
                <a:lnTo>
                  <a:pt x="495" y="10"/>
                </a:lnTo>
                <a:lnTo>
                  <a:pt x="483" y="8"/>
                </a:lnTo>
                <a:lnTo>
                  <a:pt x="470" y="6"/>
                </a:lnTo>
                <a:lnTo>
                  <a:pt x="458" y="4"/>
                </a:lnTo>
                <a:lnTo>
                  <a:pt x="445" y="3"/>
                </a:lnTo>
                <a:lnTo>
                  <a:pt x="432" y="3"/>
                </a:lnTo>
                <a:lnTo>
                  <a:pt x="420" y="2"/>
                </a:lnTo>
                <a:lnTo>
                  <a:pt x="407" y="2"/>
                </a:lnTo>
                <a:lnTo>
                  <a:pt x="394" y="2"/>
                </a:lnTo>
                <a:lnTo>
                  <a:pt x="381" y="3"/>
                </a:lnTo>
                <a:lnTo>
                  <a:pt x="369" y="3"/>
                </a:lnTo>
                <a:lnTo>
                  <a:pt x="356" y="4"/>
                </a:lnTo>
                <a:lnTo>
                  <a:pt x="344" y="6"/>
                </a:lnTo>
                <a:lnTo>
                  <a:pt x="331" y="8"/>
                </a:lnTo>
                <a:lnTo>
                  <a:pt x="319" y="10"/>
                </a:lnTo>
                <a:lnTo>
                  <a:pt x="306" y="12"/>
                </a:lnTo>
                <a:lnTo>
                  <a:pt x="294" y="15"/>
                </a:lnTo>
                <a:lnTo>
                  <a:pt x="282" y="18"/>
                </a:lnTo>
                <a:lnTo>
                  <a:pt x="270" y="21"/>
                </a:lnTo>
                <a:lnTo>
                  <a:pt x="258" y="25"/>
                </a:lnTo>
                <a:lnTo>
                  <a:pt x="246" y="29"/>
                </a:lnTo>
                <a:lnTo>
                  <a:pt x="235" y="33"/>
                </a:lnTo>
                <a:lnTo>
                  <a:pt x="223" y="37"/>
                </a:lnTo>
                <a:lnTo>
                  <a:pt x="212" y="42"/>
                </a:lnTo>
                <a:lnTo>
                  <a:pt x="201" y="47"/>
                </a:lnTo>
                <a:lnTo>
                  <a:pt x="190" y="52"/>
                </a:lnTo>
                <a:lnTo>
                  <a:pt x="179" y="58"/>
                </a:lnTo>
                <a:lnTo>
                  <a:pt x="169" y="64"/>
                </a:lnTo>
                <a:lnTo>
                  <a:pt x="159" y="70"/>
                </a:lnTo>
                <a:lnTo>
                  <a:pt x="149" y="76"/>
                </a:lnTo>
                <a:lnTo>
                  <a:pt x="139" y="83"/>
                </a:lnTo>
                <a:lnTo>
                  <a:pt x="130" y="90"/>
                </a:lnTo>
                <a:lnTo>
                  <a:pt x="121" y="97"/>
                </a:lnTo>
                <a:lnTo>
                  <a:pt x="112" y="104"/>
                </a:lnTo>
                <a:lnTo>
                  <a:pt x="103" y="112"/>
                </a:lnTo>
                <a:lnTo>
                  <a:pt x="95" y="120"/>
                </a:lnTo>
                <a:lnTo>
                  <a:pt x="87" y="127"/>
                </a:lnTo>
                <a:lnTo>
                  <a:pt x="80" y="136"/>
                </a:lnTo>
                <a:lnTo>
                  <a:pt x="72" y="145"/>
                </a:lnTo>
                <a:lnTo>
                  <a:pt x="65" y="154"/>
                </a:lnTo>
                <a:lnTo>
                  <a:pt x="59" y="162"/>
                </a:lnTo>
                <a:lnTo>
                  <a:pt x="52" y="171"/>
                </a:lnTo>
                <a:lnTo>
                  <a:pt x="46" y="180"/>
                </a:lnTo>
                <a:lnTo>
                  <a:pt x="41" y="189"/>
                </a:lnTo>
                <a:lnTo>
                  <a:pt x="36" y="199"/>
                </a:lnTo>
                <a:lnTo>
                  <a:pt x="31" y="208"/>
                </a:lnTo>
                <a:lnTo>
                  <a:pt x="26" y="217"/>
                </a:lnTo>
                <a:lnTo>
                  <a:pt x="22" y="227"/>
                </a:lnTo>
                <a:lnTo>
                  <a:pt x="18" y="237"/>
                </a:lnTo>
                <a:lnTo>
                  <a:pt x="15" y="247"/>
                </a:lnTo>
                <a:lnTo>
                  <a:pt x="12" y="257"/>
                </a:lnTo>
                <a:lnTo>
                  <a:pt x="9" y="267"/>
                </a:lnTo>
                <a:lnTo>
                  <a:pt x="7" y="277"/>
                </a:lnTo>
                <a:lnTo>
                  <a:pt x="5" y="287"/>
                </a:lnTo>
                <a:lnTo>
                  <a:pt x="4" y="297"/>
                </a:lnTo>
                <a:lnTo>
                  <a:pt x="3" y="307"/>
                </a:lnTo>
                <a:lnTo>
                  <a:pt x="2" y="317"/>
                </a:lnTo>
                <a:lnTo>
                  <a:pt x="2" y="327"/>
                </a:lnTo>
                <a:lnTo>
                  <a:pt x="2" y="338"/>
                </a:lnTo>
                <a:lnTo>
                  <a:pt x="3" y="348"/>
                </a:lnTo>
                <a:lnTo>
                  <a:pt x="4" y="358"/>
                </a:lnTo>
                <a:lnTo>
                  <a:pt x="5" y="368"/>
                </a:lnTo>
                <a:lnTo>
                  <a:pt x="7" y="378"/>
                </a:lnTo>
                <a:lnTo>
                  <a:pt x="9" y="388"/>
                </a:lnTo>
                <a:lnTo>
                  <a:pt x="12" y="398"/>
                </a:lnTo>
                <a:lnTo>
                  <a:pt x="15" y="408"/>
                </a:lnTo>
                <a:lnTo>
                  <a:pt x="18" y="418"/>
                </a:lnTo>
                <a:lnTo>
                  <a:pt x="22" y="428"/>
                </a:lnTo>
                <a:lnTo>
                  <a:pt x="26" y="437"/>
                </a:lnTo>
                <a:lnTo>
                  <a:pt x="31" y="447"/>
                </a:lnTo>
                <a:lnTo>
                  <a:pt x="36" y="456"/>
                </a:lnTo>
                <a:lnTo>
                  <a:pt x="41" y="466"/>
                </a:lnTo>
                <a:lnTo>
                  <a:pt x="46" y="475"/>
                </a:lnTo>
                <a:lnTo>
                  <a:pt x="52" y="484"/>
                </a:lnTo>
                <a:lnTo>
                  <a:pt x="59" y="493"/>
                </a:lnTo>
                <a:lnTo>
                  <a:pt x="65" y="501"/>
                </a:lnTo>
                <a:lnTo>
                  <a:pt x="72" y="510"/>
                </a:lnTo>
                <a:lnTo>
                  <a:pt x="80" y="518"/>
                </a:lnTo>
                <a:lnTo>
                  <a:pt x="87" y="526"/>
                </a:lnTo>
                <a:lnTo>
                  <a:pt x="95" y="534"/>
                </a:lnTo>
                <a:lnTo>
                  <a:pt x="103" y="542"/>
                </a:lnTo>
                <a:lnTo>
                  <a:pt x="112" y="550"/>
                </a:lnTo>
                <a:lnTo>
                  <a:pt x="121" y="557"/>
                </a:lnTo>
                <a:lnTo>
                  <a:pt x="130" y="564"/>
                </a:lnTo>
                <a:lnTo>
                  <a:pt x="139" y="571"/>
                </a:lnTo>
                <a:lnTo>
                  <a:pt x="149" y="577"/>
                </a:lnTo>
                <a:lnTo>
                  <a:pt x="159" y="584"/>
                </a:lnTo>
                <a:lnTo>
                  <a:pt x="169" y="590"/>
                </a:lnTo>
                <a:lnTo>
                  <a:pt x="179" y="596"/>
                </a:lnTo>
                <a:lnTo>
                  <a:pt x="190" y="601"/>
                </a:lnTo>
                <a:lnTo>
                  <a:pt x="201" y="607"/>
                </a:lnTo>
                <a:lnTo>
                  <a:pt x="212" y="612"/>
                </a:lnTo>
                <a:lnTo>
                  <a:pt x="223" y="617"/>
                </a:lnTo>
                <a:lnTo>
                  <a:pt x="235" y="621"/>
                </a:lnTo>
                <a:lnTo>
                  <a:pt x="246" y="625"/>
                </a:lnTo>
                <a:lnTo>
                  <a:pt x="258" y="629"/>
                </a:lnTo>
                <a:lnTo>
                  <a:pt x="270" y="633"/>
                </a:lnTo>
                <a:lnTo>
                  <a:pt x="282" y="636"/>
                </a:lnTo>
                <a:lnTo>
                  <a:pt x="294" y="639"/>
                </a:lnTo>
                <a:lnTo>
                  <a:pt x="306" y="642"/>
                </a:lnTo>
                <a:lnTo>
                  <a:pt x="319" y="644"/>
                </a:lnTo>
                <a:lnTo>
                  <a:pt x="331" y="646"/>
                </a:lnTo>
                <a:lnTo>
                  <a:pt x="344" y="648"/>
                </a:lnTo>
                <a:lnTo>
                  <a:pt x="356" y="649"/>
                </a:lnTo>
                <a:lnTo>
                  <a:pt x="369" y="650"/>
                </a:lnTo>
                <a:lnTo>
                  <a:pt x="381" y="651"/>
                </a:lnTo>
                <a:lnTo>
                  <a:pt x="394" y="652"/>
                </a:lnTo>
                <a:lnTo>
                  <a:pt x="407" y="652"/>
                </a:lnTo>
                <a:lnTo>
                  <a:pt x="420" y="652"/>
                </a:lnTo>
                <a:lnTo>
                  <a:pt x="432" y="651"/>
                </a:lnTo>
                <a:lnTo>
                  <a:pt x="445" y="650"/>
                </a:lnTo>
                <a:lnTo>
                  <a:pt x="458" y="649"/>
                </a:lnTo>
                <a:lnTo>
                  <a:pt x="470" y="648"/>
                </a:lnTo>
                <a:lnTo>
                  <a:pt x="483" y="646"/>
                </a:lnTo>
                <a:lnTo>
                  <a:pt x="495" y="644"/>
                </a:lnTo>
                <a:lnTo>
                  <a:pt x="507" y="642"/>
                </a:lnTo>
                <a:lnTo>
                  <a:pt x="520" y="639"/>
                </a:lnTo>
                <a:lnTo>
                  <a:pt x="532" y="636"/>
                </a:lnTo>
                <a:lnTo>
                  <a:pt x="544" y="633"/>
                </a:lnTo>
                <a:lnTo>
                  <a:pt x="556" y="629"/>
                </a:lnTo>
                <a:lnTo>
                  <a:pt x="567" y="625"/>
                </a:lnTo>
                <a:lnTo>
                  <a:pt x="579" y="621"/>
                </a:lnTo>
                <a:lnTo>
                  <a:pt x="590" y="617"/>
                </a:lnTo>
                <a:lnTo>
                  <a:pt x="602" y="612"/>
                </a:lnTo>
                <a:lnTo>
                  <a:pt x="613" y="607"/>
                </a:lnTo>
                <a:lnTo>
                  <a:pt x="624" y="601"/>
                </a:lnTo>
                <a:lnTo>
                  <a:pt x="634" y="596"/>
                </a:lnTo>
                <a:lnTo>
                  <a:pt x="645" y="590"/>
                </a:lnTo>
                <a:lnTo>
                  <a:pt x="655" y="584"/>
                </a:lnTo>
                <a:lnTo>
                  <a:pt x="665" y="577"/>
                </a:lnTo>
                <a:lnTo>
                  <a:pt x="674" y="571"/>
                </a:lnTo>
                <a:lnTo>
                  <a:pt x="684" y="564"/>
                </a:lnTo>
                <a:lnTo>
                  <a:pt x="693" y="557"/>
                </a:lnTo>
                <a:lnTo>
                  <a:pt x="702" y="550"/>
                </a:lnTo>
                <a:lnTo>
                  <a:pt x="710" y="542"/>
                </a:lnTo>
                <a:lnTo>
                  <a:pt x="719" y="534"/>
                </a:lnTo>
                <a:lnTo>
                  <a:pt x="726" y="526"/>
                </a:lnTo>
                <a:lnTo>
                  <a:pt x="734" y="518"/>
                </a:lnTo>
                <a:lnTo>
                  <a:pt x="741" y="510"/>
                </a:lnTo>
                <a:lnTo>
                  <a:pt x="748" y="501"/>
                </a:lnTo>
                <a:lnTo>
                  <a:pt x="755" y="493"/>
                </a:lnTo>
                <a:lnTo>
                  <a:pt x="761" y="484"/>
                </a:lnTo>
                <a:lnTo>
                  <a:pt x="767" y="475"/>
                </a:lnTo>
                <a:lnTo>
                  <a:pt x="773" y="466"/>
                </a:lnTo>
                <a:lnTo>
                  <a:pt x="778" y="456"/>
                </a:lnTo>
                <a:lnTo>
                  <a:pt x="783" y="447"/>
                </a:lnTo>
                <a:lnTo>
                  <a:pt x="787" y="437"/>
                </a:lnTo>
                <a:lnTo>
                  <a:pt x="792" y="428"/>
                </a:lnTo>
                <a:lnTo>
                  <a:pt x="795" y="418"/>
                </a:lnTo>
                <a:lnTo>
                  <a:pt x="799" y="408"/>
                </a:lnTo>
                <a:lnTo>
                  <a:pt x="802" y="398"/>
                </a:lnTo>
                <a:lnTo>
                  <a:pt x="804" y="388"/>
                </a:lnTo>
                <a:lnTo>
                  <a:pt x="807" y="378"/>
                </a:lnTo>
                <a:lnTo>
                  <a:pt x="809" y="368"/>
                </a:lnTo>
                <a:lnTo>
                  <a:pt x="811" y="358"/>
                </a:lnTo>
                <a:lnTo>
                  <a:pt x="812" y="348"/>
                </a:lnTo>
                <a:lnTo>
                  <a:pt x="812" y="338"/>
                </a:lnTo>
                <a:lnTo>
                  <a:pt x="812" y="327"/>
                </a:lnTo>
                <a:moveTo>
                  <a:pt x="815" y="327"/>
                </a:moveTo>
                <a:lnTo>
                  <a:pt x="814" y="338"/>
                </a:lnTo>
                <a:lnTo>
                  <a:pt x="814" y="348"/>
                </a:lnTo>
                <a:lnTo>
                  <a:pt x="813" y="358"/>
                </a:lnTo>
                <a:lnTo>
                  <a:pt x="811" y="368"/>
                </a:lnTo>
                <a:lnTo>
                  <a:pt x="810" y="378"/>
                </a:lnTo>
                <a:lnTo>
                  <a:pt x="807" y="389"/>
                </a:lnTo>
                <a:lnTo>
                  <a:pt x="804" y="399"/>
                </a:lnTo>
                <a:lnTo>
                  <a:pt x="801" y="409"/>
                </a:lnTo>
                <a:lnTo>
                  <a:pt x="797" y="418"/>
                </a:lnTo>
                <a:lnTo>
                  <a:pt x="794" y="428"/>
                </a:lnTo>
                <a:lnTo>
                  <a:pt x="790" y="438"/>
                </a:lnTo>
                <a:lnTo>
                  <a:pt x="785" y="448"/>
                </a:lnTo>
                <a:lnTo>
                  <a:pt x="780" y="457"/>
                </a:lnTo>
                <a:lnTo>
                  <a:pt x="775" y="466"/>
                </a:lnTo>
                <a:lnTo>
                  <a:pt x="769" y="476"/>
                </a:lnTo>
                <a:lnTo>
                  <a:pt x="763" y="485"/>
                </a:lnTo>
                <a:lnTo>
                  <a:pt x="757" y="494"/>
                </a:lnTo>
                <a:lnTo>
                  <a:pt x="750" y="502"/>
                </a:lnTo>
                <a:lnTo>
                  <a:pt x="743" y="511"/>
                </a:lnTo>
                <a:lnTo>
                  <a:pt x="736" y="519"/>
                </a:lnTo>
                <a:lnTo>
                  <a:pt x="728" y="527"/>
                </a:lnTo>
                <a:lnTo>
                  <a:pt x="720" y="535"/>
                </a:lnTo>
                <a:lnTo>
                  <a:pt x="712" y="543"/>
                </a:lnTo>
                <a:lnTo>
                  <a:pt x="703" y="551"/>
                </a:lnTo>
                <a:lnTo>
                  <a:pt x="694" y="558"/>
                </a:lnTo>
                <a:lnTo>
                  <a:pt x="685" y="565"/>
                </a:lnTo>
                <a:lnTo>
                  <a:pt x="676" y="572"/>
                </a:lnTo>
                <a:lnTo>
                  <a:pt x="666" y="579"/>
                </a:lnTo>
                <a:lnTo>
                  <a:pt x="656" y="585"/>
                </a:lnTo>
                <a:lnTo>
                  <a:pt x="646" y="591"/>
                </a:lnTo>
                <a:lnTo>
                  <a:pt x="635" y="597"/>
                </a:lnTo>
                <a:lnTo>
                  <a:pt x="625" y="603"/>
                </a:lnTo>
                <a:lnTo>
                  <a:pt x="614" y="608"/>
                </a:lnTo>
                <a:lnTo>
                  <a:pt x="603" y="613"/>
                </a:lnTo>
                <a:lnTo>
                  <a:pt x="592" y="618"/>
                </a:lnTo>
                <a:lnTo>
                  <a:pt x="580" y="623"/>
                </a:lnTo>
                <a:lnTo>
                  <a:pt x="568" y="627"/>
                </a:lnTo>
                <a:lnTo>
                  <a:pt x="557" y="631"/>
                </a:lnTo>
                <a:lnTo>
                  <a:pt x="545" y="634"/>
                </a:lnTo>
                <a:lnTo>
                  <a:pt x="533" y="638"/>
                </a:lnTo>
                <a:lnTo>
                  <a:pt x="520" y="641"/>
                </a:lnTo>
                <a:lnTo>
                  <a:pt x="508" y="643"/>
                </a:lnTo>
                <a:lnTo>
                  <a:pt x="496" y="646"/>
                </a:lnTo>
                <a:lnTo>
                  <a:pt x="483" y="648"/>
                </a:lnTo>
                <a:lnTo>
                  <a:pt x="470" y="650"/>
                </a:lnTo>
                <a:lnTo>
                  <a:pt x="458" y="651"/>
                </a:lnTo>
                <a:lnTo>
                  <a:pt x="445" y="652"/>
                </a:lnTo>
                <a:lnTo>
                  <a:pt x="432" y="653"/>
                </a:lnTo>
                <a:lnTo>
                  <a:pt x="420" y="654"/>
                </a:lnTo>
                <a:lnTo>
                  <a:pt x="407" y="654"/>
                </a:lnTo>
                <a:lnTo>
                  <a:pt x="394" y="654"/>
                </a:lnTo>
                <a:lnTo>
                  <a:pt x="381" y="653"/>
                </a:lnTo>
                <a:lnTo>
                  <a:pt x="369" y="652"/>
                </a:lnTo>
                <a:lnTo>
                  <a:pt x="356" y="651"/>
                </a:lnTo>
                <a:lnTo>
                  <a:pt x="343" y="650"/>
                </a:lnTo>
                <a:lnTo>
                  <a:pt x="331" y="648"/>
                </a:lnTo>
                <a:lnTo>
                  <a:pt x="318" y="646"/>
                </a:lnTo>
                <a:lnTo>
                  <a:pt x="306" y="643"/>
                </a:lnTo>
                <a:lnTo>
                  <a:pt x="293" y="641"/>
                </a:lnTo>
                <a:lnTo>
                  <a:pt x="281" y="638"/>
                </a:lnTo>
                <a:lnTo>
                  <a:pt x="269" y="634"/>
                </a:lnTo>
                <a:lnTo>
                  <a:pt x="257" y="631"/>
                </a:lnTo>
                <a:lnTo>
                  <a:pt x="245" y="627"/>
                </a:lnTo>
                <a:lnTo>
                  <a:pt x="234" y="623"/>
                </a:lnTo>
                <a:lnTo>
                  <a:pt x="222" y="618"/>
                </a:lnTo>
                <a:lnTo>
                  <a:pt x="211" y="613"/>
                </a:lnTo>
                <a:lnTo>
                  <a:pt x="200" y="608"/>
                </a:lnTo>
                <a:lnTo>
                  <a:pt x="189" y="603"/>
                </a:lnTo>
                <a:lnTo>
                  <a:pt x="178" y="597"/>
                </a:lnTo>
                <a:lnTo>
                  <a:pt x="168" y="591"/>
                </a:lnTo>
                <a:lnTo>
                  <a:pt x="157" y="585"/>
                </a:lnTo>
                <a:lnTo>
                  <a:pt x="147" y="579"/>
                </a:lnTo>
                <a:lnTo>
                  <a:pt x="138" y="572"/>
                </a:lnTo>
                <a:lnTo>
                  <a:pt x="128" y="565"/>
                </a:lnTo>
                <a:lnTo>
                  <a:pt x="119" y="558"/>
                </a:lnTo>
                <a:lnTo>
                  <a:pt x="110" y="551"/>
                </a:lnTo>
                <a:lnTo>
                  <a:pt x="102" y="543"/>
                </a:lnTo>
                <a:lnTo>
                  <a:pt x="93" y="535"/>
                </a:lnTo>
                <a:lnTo>
                  <a:pt x="85" y="527"/>
                </a:lnTo>
                <a:lnTo>
                  <a:pt x="78" y="519"/>
                </a:lnTo>
                <a:lnTo>
                  <a:pt x="70" y="511"/>
                </a:lnTo>
                <a:lnTo>
                  <a:pt x="63" y="502"/>
                </a:lnTo>
                <a:lnTo>
                  <a:pt x="57" y="494"/>
                </a:lnTo>
                <a:lnTo>
                  <a:pt x="50" y="485"/>
                </a:lnTo>
                <a:lnTo>
                  <a:pt x="44" y="476"/>
                </a:lnTo>
                <a:lnTo>
                  <a:pt x="39" y="466"/>
                </a:lnTo>
                <a:lnTo>
                  <a:pt x="33" y="457"/>
                </a:lnTo>
                <a:lnTo>
                  <a:pt x="29" y="448"/>
                </a:lnTo>
                <a:lnTo>
                  <a:pt x="24" y="438"/>
                </a:lnTo>
                <a:lnTo>
                  <a:pt x="20" y="428"/>
                </a:lnTo>
                <a:lnTo>
                  <a:pt x="16" y="418"/>
                </a:lnTo>
                <a:lnTo>
                  <a:pt x="13" y="409"/>
                </a:lnTo>
                <a:lnTo>
                  <a:pt x="10" y="399"/>
                </a:lnTo>
                <a:lnTo>
                  <a:pt x="7" y="389"/>
                </a:lnTo>
                <a:lnTo>
                  <a:pt x="5" y="378"/>
                </a:lnTo>
                <a:lnTo>
                  <a:pt x="3" y="368"/>
                </a:lnTo>
                <a:lnTo>
                  <a:pt x="2" y="358"/>
                </a:lnTo>
                <a:lnTo>
                  <a:pt x="1" y="348"/>
                </a:lnTo>
                <a:lnTo>
                  <a:pt x="0" y="338"/>
                </a:lnTo>
                <a:lnTo>
                  <a:pt x="0" y="327"/>
                </a:lnTo>
                <a:lnTo>
                  <a:pt x="0" y="317"/>
                </a:lnTo>
                <a:lnTo>
                  <a:pt x="1" y="307"/>
                </a:lnTo>
                <a:lnTo>
                  <a:pt x="2" y="297"/>
                </a:lnTo>
                <a:lnTo>
                  <a:pt x="3" y="286"/>
                </a:lnTo>
                <a:lnTo>
                  <a:pt x="5" y="276"/>
                </a:lnTo>
                <a:lnTo>
                  <a:pt x="7" y="266"/>
                </a:lnTo>
                <a:lnTo>
                  <a:pt x="10" y="256"/>
                </a:lnTo>
                <a:lnTo>
                  <a:pt x="13" y="246"/>
                </a:lnTo>
                <a:lnTo>
                  <a:pt x="16" y="236"/>
                </a:lnTo>
                <a:lnTo>
                  <a:pt x="20" y="227"/>
                </a:lnTo>
                <a:lnTo>
                  <a:pt x="24" y="217"/>
                </a:lnTo>
                <a:lnTo>
                  <a:pt x="29" y="207"/>
                </a:lnTo>
                <a:lnTo>
                  <a:pt x="33" y="198"/>
                </a:lnTo>
                <a:lnTo>
                  <a:pt x="39" y="188"/>
                </a:lnTo>
                <a:lnTo>
                  <a:pt x="44" y="179"/>
                </a:lnTo>
                <a:lnTo>
                  <a:pt x="50" y="170"/>
                </a:lnTo>
                <a:lnTo>
                  <a:pt x="57" y="161"/>
                </a:lnTo>
                <a:lnTo>
                  <a:pt x="63" y="153"/>
                </a:lnTo>
                <a:lnTo>
                  <a:pt x="70" y="144"/>
                </a:lnTo>
                <a:lnTo>
                  <a:pt x="78" y="135"/>
                </a:lnTo>
                <a:lnTo>
                  <a:pt x="85" y="126"/>
                </a:lnTo>
                <a:lnTo>
                  <a:pt x="93" y="118"/>
                </a:lnTo>
                <a:lnTo>
                  <a:pt x="102" y="111"/>
                </a:lnTo>
                <a:lnTo>
                  <a:pt x="110" y="103"/>
                </a:lnTo>
                <a:lnTo>
                  <a:pt x="119" y="96"/>
                </a:lnTo>
                <a:lnTo>
                  <a:pt x="128" y="88"/>
                </a:lnTo>
                <a:lnTo>
                  <a:pt x="138" y="82"/>
                </a:lnTo>
                <a:lnTo>
                  <a:pt x="147" y="75"/>
                </a:lnTo>
                <a:lnTo>
                  <a:pt x="157" y="69"/>
                </a:lnTo>
                <a:lnTo>
                  <a:pt x="168" y="62"/>
                </a:lnTo>
                <a:lnTo>
                  <a:pt x="178" y="56"/>
                </a:lnTo>
                <a:lnTo>
                  <a:pt x="189" y="51"/>
                </a:lnTo>
                <a:lnTo>
                  <a:pt x="200" y="45"/>
                </a:lnTo>
                <a:lnTo>
                  <a:pt x="211" y="40"/>
                </a:lnTo>
                <a:lnTo>
                  <a:pt x="222" y="36"/>
                </a:lnTo>
                <a:lnTo>
                  <a:pt x="234" y="31"/>
                </a:lnTo>
                <a:lnTo>
                  <a:pt x="245" y="27"/>
                </a:lnTo>
                <a:lnTo>
                  <a:pt x="257" y="23"/>
                </a:lnTo>
                <a:lnTo>
                  <a:pt x="269" y="19"/>
                </a:lnTo>
                <a:lnTo>
                  <a:pt x="281" y="16"/>
                </a:lnTo>
                <a:lnTo>
                  <a:pt x="293" y="13"/>
                </a:lnTo>
                <a:lnTo>
                  <a:pt x="306" y="10"/>
                </a:lnTo>
                <a:lnTo>
                  <a:pt x="318" y="8"/>
                </a:lnTo>
                <a:lnTo>
                  <a:pt x="331" y="6"/>
                </a:lnTo>
                <a:lnTo>
                  <a:pt x="343" y="4"/>
                </a:lnTo>
                <a:lnTo>
                  <a:pt x="356" y="3"/>
                </a:lnTo>
                <a:lnTo>
                  <a:pt x="369" y="1"/>
                </a:lnTo>
                <a:lnTo>
                  <a:pt x="381" y="1"/>
                </a:lnTo>
                <a:lnTo>
                  <a:pt x="394" y="0"/>
                </a:lnTo>
                <a:lnTo>
                  <a:pt x="407" y="0"/>
                </a:lnTo>
                <a:lnTo>
                  <a:pt x="420" y="0"/>
                </a:lnTo>
                <a:lnTo>
                  <a:pt x="432" y="1"/>
                </a:lnTo>
                <a:lnTo>
                  <a:pt x="445" y="1"/>
                </a:lnTo>
                <a:lnTo>
                  <a:pt x="458" y="3"/>
                </a:lnTo>
                <a:lnTo>
                  <a:pt x="470" y="4"/>
                </a:lnTo>
                <a:lnTo>
                  <a:pt x="483" y="6"/>
                </a:lnTo>
                <a:lnTo>
                  <a:pt x="496" y="8"/>
                </a:lnTo>
                <a:lnTo>
                  <a:pt x="508" y="10"/>
                </a:lnTo>
                <a:lnTo>
                  <a:pt x="520" y="13"/>
                </a:lnTo>
                <a:lnTo>
                  <a:pt x="533" y="16"/>
                </a:lnTo>
                <a:lnTo>
                  <a:pt x="545" y="19"/>
                </a:lnTo>
                <a:lnTo>
                  <a:pt x="557" y="23"/>
                </a:lnTo>
                <a:lnTo>
                  <a:pt x="568" y="27"/>
                </a:lnTo>
                <a:lnTo>
                  <a:pt x="580" y="31"/>
                </a:lnTo>
                <a:lnTo>
                  <a:pt x="592" y="36"/>
                </a:lnTo>
                <a:lnTo>
                  <a:pt x="603" y="40"/>
                </a:lnTo>
                <a:lnTo>
                  <a:pt x="614" y="45"/>
                </a:lnTo>
                <a:lnTo>
                  <a:pt x="625" y="51"/>
                </a:lnTo>
                <a:lnTo>
                  <a:pt x="635" y="56"/>
                </a:lnTo>
                <a:lnTo>
                  <a:pt x="646" y="62"/>
                </a:lnTo>
                <a:lnTo>
                  <a:pt x="656" y="69"/>
                </a:lnTo>
                <a:lnTo>
                  <a:pt x="666" y="75"/>
                </a:lnTo>
                <a:lnTo>
                  <a:pt x="676" y="82"/>
                </a:lnTo>
                <a:lnTo>
                  <a:pt x="685" y="88"/>
                </a:lnTo>
                <a:lnTo>
                  <a:pt x="694" y="96"/>
                </a:lnTo>
                <a:lnTo>
                  <a:pt x="703" y="103"/>
                </a:lnTo>
                <a:lnTo>
                  <a:pt x="712" y="111"/>
                </a:lnTo>
                <a:lnTo>
                  <a:pt x="720" y="118"/>
                </a:lnTo>
                <a:lnTo>
                  <a:pt x="728" y="126"/>
                </a:lnTo>
                <a:lnTo>
                  <a:pt x="736" y="135"/>
                </a:lnTo>
                <a:lnTo>
                  <a:pt x="743" y="144"/>
                </a:lnTo>
                <a:lnTo>
                  <a:pt x="750" y="153"/>
                </a:lnTo>
                <a:lnTo>
                  <a:pt x="757" y="161"/>
                </a:lnTo>
                <a:lnTo>
                  <a:pt x="763" y="170"/>
                </a:lnTo>
                <a:lnTo>
                  <a:pt x="769" y="179"/>
                </a:lnTo>
                <a:lnTo>
                  <a:pt x="775" y="188"/>
                </a:lnTo>
                <a:lnTo>
                  <a:pt x="780" y="198"/>
                </a:lnTo>
                <a:lnTo>
                  <a:pt x="785" y="207"/>
                </a:lnTo>
                <a:lnTo>
                  <a:pt x="790" y="217"/>
                </a:lnTo>
                <a:lnTo>
                  <a:pt x="794" y="227"/>
                </a:lnTo>
                <a:lnTo>
                  <a:pt x="797" y="236"/>
                </a:lnTo>
                <a:lnTo>
                  <a:pt x="801" y="246"/>
                </a:lnTo>
                <a:lnTo>
                  <a:pt x="804" y="256"/>
                </a:lnTo>
                <a:lnTo>
                  <a:pt x="807" y="266"/>
                </a:lnTo>
                <a:lnTo>
                  <a:pt x="810" y="276"/>
                </a:lnTo>
                <a:lnTo>
                  <a:pt x="811" y="286"/>
                </a:lnTo>
                <a:lnTo>
                  <a:pt x="813" y="297"/>
                </a:lnTo>
                <a:lnTo>
                  <a:pt x="814" y="307"/>
                </a:lnTo>
                <a:lnTo>
                  <a:pt x="814" y="317"/>
                </a:lnTo>
                <a:lnTo>
                  <a:pt x="815" y="327"/>
                </a:lnTo>
                <a:close/>
              </a:path>
            </a:pathLst>
          </a:custGeom>
          <a:solidFill>
            <a:srgbClr val="ffb4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6" name=""/>
          <p:cNvSpPr/>
          <p:nvPr/>
        </p:nvSpPr>
        <p:spPr>
          <a:xfrm>
            <a:off x="4831560" y="1709640"/>
            <a:ext cx="294840" cy="236880"/>
          </a:xfrm>
          <a:custGeom>
            <a:avLst/>
            <a:gdLst/>
            <a:ahLst/>
            <a:rect l="0" t="0" r="r" b="b"/>
            <a:pathLst>
              <a:path w="819" h="658">
                <a:moveTo>
                  <a:pt x="817" y="329"/>
                </a:moveTo>
                <a:lnTo>
                  <a:pt x="816" y="319"/>
                </a:lnTo>
                <a:lnTo>
                  <a:pt x="816" y="309"/>
                </a:lnTo>
                <a:lnTo>
                  <a:pt x="815" y="299"/>
                </a:lnTo>
                <a:lnTo>
                  <a:pt x="813" y="288"/>
                </a:lnTo>
                <a:lnTo>
                  <a:pt x="812" y="278"/>
                </a:lnTo>
                <a:lnTo>
                  <a:pt x="809" y="268"/>
                </a:lnTo>
                <a:lnTo>
                  <a:pt x="807" y="258"/>
                </a:lnTo>
                <a:lnTo>
                  <a:pt x="804" y="248"/>
                </a:lnTo>
                <a:lnTo>
                  <a:pt x="800" y="238"/>
                </a:lnTo>
                <a:lnTo>
                  <a:pt x="797" y="229"/>
                </a:lnTo>
                <a:lnTo>
                  <a:pt x="793" y="219"/>
                </a:lnTo>
                <a:lnTo>
                  <a:pt x="788" y="209"/>
                </a:lnTo>
                <a:lnTo>
                  <a:pt x="783" y="200"/>
                </a:lnTo>
                <a:lnTo>
                  <a:pt x="778" y="190"/>
                </a:lnTo>
                <a:lnTo>
                  <a:pt x="772" y="181"/>
                </a:lnTo>
                <a:lnTo>
                  <a:pt x="766" y="172"/>
                </a:lnTo>
                <a:lnTo>
                  <a:pt x="760" y="162"/>
                </a:lnTo>
                <a:lnTo>
                  <a:pt x="753" y="154"/>
                </a:lnTo>
                <a:lnTo>
                  <a:pt x="746" y="145"/>
                </a:lnTo>
                <a:lnTo>
                  <a:pt x="739" y="137"/>
                </a:lnTo>
                <a:lnTo>
                  <a:pt x="731" y="128"/>
                </a:lnTo>
                <a:lnTo>
                  <a:pt x="723" y="120"/>
                </a:lnTo>
                <a:lnTo>
                  <a:pt x="715" y="113"/>
                </a:lnTo>
                <a:lnTo>
                  <a:pt x="706" y="105"/>
                </a:lnTo>
                <a:lnTo>
                  <a:pt x="697" y="98"/>
                </a:lnTo>
                <a:lnTo>
                  <a:pt x="688" y="90"/>
                </a:lnTo>
                <a:lnTo>
                  <a:pt x="679" y="84"/>
                </a:lnTo>
                <a:lnTo>
                  <a:pt x="669" y="77"/>
                </a:lnTo>
                <a:lnTo>
                  <a:pt x="659" y="71"/>
                </a:lnTo>
                <a:lnTo>
                  <a:pt x="649" y="64"/>
                </a:lnTo>
                <a:lnTo>
                  <a:pt x="638" y="58"/>
                </a:lnTo>
                <a:lnTo>
                  <a:pt x="628" y="53"/>
                </a:lnTo>
                <a:lnTo>
                  <a:pt x="617" y="47"/>
                </a:lnTo>
                <a:lnTo>
                  <a:pt x="606" y="42"/>
                </a:lnTo>
                <a:lnTo>
                  <a:pt x="595" y="38"/>
                </a:lnTo>
                <a:lnTo>
                  <a:pt x="583" y="33"/>
                </a:lnTo>
                <a:lnTo>
                  <a:pt x="571" y="29"/>
                </a:lnTo>
                <a:lnTo>
                  <a:pt x="560" y="25"/>
                </a:lnTo>
                <a:lnTo>
                  <a:pt x="548" y="21"/>
                </a:lnTo>
                <a:lnTo>
                  <a:pt x="536" y="18"/>
                </a:lnTo>
                <a:lnTo>
                  <a:pt x="523" y="15"/>
                </a:lnTo>
                <a:lnTo>
                  <a:pt x="511" y="12"/>
                </a:lnTo>
                <a:lnTo>
                  <a:pt x="499" y="10"/>
                </a:lnTo>
                <a:lnTo>
                  <a:pt x="486" y="8"/>
                </a:lnTo>
                <a:lnTo>
                  <a:pt x="473" y="6"/>
                </a:lnTo>
                <a:lnTo>
                  <a:pt x="461" y="5"/>
                </a:lnTo>
                <a:lnTo>
                  <a:pt x="448" y="3"/>
                </a:lnTo>
                <a:lnTo>
                  <a:pt x="435" y="3"/>
                </a:lnTo>
                <a:lnTo>
                  <a:pt x="423" y="2"/>
                </a:lnTo>
                <a:lnTo>
                  <a:pt x="410" y="2"/>
                </a:lnTo>
                <a:lnTo>
                  <a:pt x="397" y="2"/>
                </a:lnTo>
                <a:lnTo>
                  <a:pt x="384" y="3"/>
                </a:lnTo>
                <a:lnTo>
                  <a:pt x="372" y="3"/>
                </a:lnTo>
                <a:lnTo>
                  <a:pt x="359" y="5"/>
                </a:lnTo>
                <a:lnTo>
                  <a:pt x="346" y="6"/>
                </a:lnTo>
                <a:lnTo>
                  <a:pt x="334" y="8"/>
                </a:lnTo>
                <a:lnTo>
                  <a:pt x="321" y="10"/>
                </a:lnTo>
                <a:lnTo>
                  <a:pt x="309" y="12"/>
                </a:lnTo>
                <a:lnTo>
                  <a:pt x="296" y="15"/>
                </a:lnTo>
                <a:lnTo>
                  <a:pt x="284" y="18"/>
                </a:lnTo>
                <a:lnTo>
                  <a:pt x="272" y="21"/>
                </a:lnTo>
                <a:lnTo>
                  <a:pt x="260" y="25"/>
                </a:lnTo>
                <a:lnTo>
                  <a:pt x="248" y="29"/>
                </a:lnTo>
                <a:lnTo>
                  <a:pt x="237" y="33"/>
                </a:lnTo>
                <a:lnTo>
                  <a:pt x="225" y="38"/>
                </a:lnTo>
                <a:lnTo>
                  <a:pt x="214" y="42"/>
                </a:lnTo>
                <a:lnTo>
                  <a:pt x="203" y="47"/>
                </a:lnTo>
                <a:lnTo>
                  <a:pt x="192" y="53"/>
                </a:lnTo>
                <a:lnTo>
                  <a:pt x="181" y="58"/>
                </a:lnTo>
                <a:lnTo>
                  <a:pt x="171" y="64"/>
                </a:lnTo>
                <a:lnTo>
                  <a:pt x="160" y="71"/>
                </a:lnTo>
                <a:lnTo>
                  <a:pt x="150" y="77"/>
                </a:lnTo>
                <a:lnTo>
                  <a:pt x="141" y="84"/>
                </a:lnTo>
                <a:lnTo>
                  <a:pt x="131" y="90"/>
                </a:lnTo>
                <a:lnTo>
                  <a:pt x="122" y="98"/>
                </a:lnTo>
                <a:lnTo>
                  <a:pt x="113" y="105"/>
                </a:lnTo>
                <a:lnTo>
                  <a:pt x="105" y="113"/>
                </a:lnTo>
                <a:lnTo>
                  <a:pt x="96" y="120"/>
                </a:lnTo>
                <a:lnTo>
                  <a:pt x="88" y="128"/>
                </a:lnTo>
                <a:lnTo>
                  <a:pt x="81" y="137"/>
                </a:lnTo>
                <a:lnTo>
                  <a:pt x="72" y="145"/>
                </a:lnTo>
                <a:lnTo>
                  <a:pt x="65" y="154"/>
                </a:lnTo>
                <a:lnTo>
                  <a:pt x="59" y="162"/>
                </a:lnTo>
                <a:lnTo>
                  <a:pt x="52" y="172"/>
                </a:lnTo>
                <a:lnTo>
                  <a:pt x="46" y="181"/>
                </a:lnTo>
                <a:lnTo>
                  <a:pt x="41" y="190"/>
                </a:lnTo>
                <a:lnTo>
                  <a:pt x="35" y="200"/>
                </a:lnTo>
                <a:lnTo>
                  <a:pt x="31" y="209"/>
                </a:lnTo>
                <a:lnTo>
                  <a:pt x="26" y="219"/>
                </a:lnTo>
                <a:lnTo>
                  <a:pt x="22" y="229"/>
                </a:lnTo>
                <a:lnTo>
                  <a:pt x="18" y="238"/>
                </a:lnTo>
                <a:lnTo>
                  <a:pt x="15" y="248"/>
                </a:lnTo>
                <a:lnTo>
                  <a:pt x="12" y="258"/>
                </a:lnTo>
                <a:lnTo>
                  <a:pt x="9" y="268"/>
                </a:lnTo>
                <a:lnTo>
                  <a:pt x="7" y="278"/>
                </a:lnTo>
                <a:lnTo>
                  <a:pt x="5" y="288"/>
                </a:lnTo>
                <a:lnTo>
                  <a:pt x="4" y="299"/>
                </a:lnTo>
                <a:lnTo>
                  <a:pt x="3" y="309"/>
                </a:lnTo>
                <a:lnTo>
                  <a:pt x="2" y="319"/>
                </a:lnTo>
                <a:lnTo>
                  <a:pt x="2" y="329"/>
                </a:lnTo>
                <a:lnTo>
                  <a:pt x="2" y="340"/>
                </a:lnTo>
                <a:lnTo>
                  <a:pt x="3" y="350"/>
                </a:lnTo>
                <a:lnTo>
                  <a:pt x="4" y="360"/>
                </a:lnTo>
                <a:lnTo>
                  <a:pt x="5" y="370"/>
                </a:lnTo>
                <a:lnTo>
                  <a:pt x="7" y="380"/>
                </a:lnTo>
                <a:lnTo>
                  <a:pt x="9" y="391"/>
                </a:lnTo>
                <a:lnTo>
                  <a:pt x="12" y="401"/>
                </a:lnTo>
                <a:lnTo>
                  <a:pt x="15" y="411"/>
                </a:lnTo>
                <a:lnTo>
                  <a:pt x="18" y="420"/>
                </a:lnTo>
                <a:lnTo>
                  <a:pt x="22" y="430"/>
                </a:lnTo>
                <a:lnTo>
                  <a:pt x="26" y="440"/>
                </a:lnTo>
                <a:lnTo>
                  <a:pt x="31" y="450"/>
                </a:lnTo>
                <a:lnTo>
                  <a:pt x="35" y="459"/>
                </a:lnTo>
                <a:lnTo>
                  <a:pt x="41" y="468"/>
                </a:lnTo>
                <a:lnTo>
                  <a:pt x="46" y="478"/>
                </a:lnTo>
                <a:lnTo>
                  <a:pt x="52" y="487"/>
                </a:lnTo>
                <a:lnTo>
                  <a:pt x="59" y="496"/>
                </a:lnTo>
                <a:lnTo>
                  <a:pt x="65" y="504"/>
                </a:lnTo>
                <a:lnTo>
                  <a:pt x="72" y="513"/>
                </a:lnTo>
                <a:lnTo>
                  <a:pt x="81" y="521"/>
                </a:lnTo>
                <a:lnTo>
                  <a:pt x="88" y="529"/>
                </a:lnTo>
                <a:lnTo>
                  <a:pt x="96" y="537"/>
                </a:lnTo>
                <a:lnTo>
                  <a:pt x="105" y="545"/>
                </a:lnTo>
                <a:lnTo>
                  <a:pt x="113" y="553"/>
                </a:lnTo>
                <a:lnTo>
                  <a:pt x="122" y="560"/>
                </a:lnTo>
                <a:lnTo>
                  <a:pt x="131" y="567"/>
                </a:lnTo>
                <a:lnTo>
                  <a:pt x="141" y="574"/>
                </a:lnTo>
                <a:lnTo>
                  <a:pt x="150" y="581"/>
                </a:lnTo>
                <a:lnTo>
                  <a:pt x="160" y="587"/>
                </a:lnTo>
                <a:lnTo>
                  <a:pt x="171" y="593"/>
                </a:lnTo>
                <a:lnTo>
                  <a:pt x="181" y="599"/>
                </a:lnTo>
                <a:lnTo>
                  <a:pt x="192" y="605"/>
                </a:lnTo>
                <a:lnTo>
                  <a:pt x="203" y="610"/>
                </a:lnTo>
                <a:lnTo>
                  <a:pt x="214" y="615"/>
                </a:lnTo>
                <a:lnTo>
                  <a:pt x="225" y="620"/>
                </a:lnTo>
                <a:lnTo>
                  <a:pt x="237" y="625"/>
                </a:lnTo>
                <a:lnTo>
                  <a:pt x="248" y="629"/>
                </a:lnTo>
                <a:lnTo>
                  <a:pt x="260" y="633"/>
                </a:lnTo>
                <a:lnTo>
                  <a:pt x="272" y="636"/>
                </a:lnTo>
                <a:lnTo>
                  <a:pt x="284" y="640"/>
                </a:lnTo>
                <a:lnTo>
                  <a:pt x="296" y="643"/>
                </a:lnTo>
                <a:lnTo>
                  <a:pt x="309" y="645"/>
                </a:lnTo>
                <a:lnTo>
                  <a:pt x="321" y="648"/>
                </a:lnTo>
                <a:lnTo>
                  <a:pt x="334" y="650"/>
                </a:lnTo>
                <a:lnTo>
                  <a:pt x="346" y="652"/>
                </a:lnTo>
                <a:lnTo>
                  <a:pt x="359" y="653"/>
                </a:lnTo>
                <a:lnTo>
                  <a:pt x="372" y="654"/>
                </a:lnTo>
                <a:lnTo>
                  <a:pt x="384" y="655"/>
                </a:lnTo>
                <a:lnTo>
                  <a:pt x="397" y="656"/>
                </a:lnTo>
                <a:lnTo>
                  <a:pt x="410" y="656"/>
                </a:lnTo>
                <a:lnTo>
                  <a:pt x="423" y="656"/>
                </a:lnTo>
                <a:lnTo>
                  <a:pt x="435" y="655"/>
                </a:lnTo>
                <a:lnTo>
                  <a:pt x="448" y="654"/>
                </a:lnTo>
                <a:lnTo>
                  <a:pt x="461" y="653"/>
                </a:lnTo>
                <a:lnTo>
                  <a:pt x="473" y="652"/>
                </a:lnTo>
                <a:lnTo>
                  <a:pt x="486" y="650"/>
                </a:lnTo>
                <a:lnTo>
                  <a:pt x="499" y="648"/>
                </a:lnTo>
                <a:lnTo>
                  <a:pt x="511" y="645"/>
                </a:lnTo>
                <a:lnTo>
                  <a:pt x="523" y="643"/>
                </a:lnTo>
                <a:lnTo>
                  <a:pt x="536" y="640"/>
                </a:lnTo>
                <a:lnTo>
                  <a:pt x="548" y="636"/>
                </a:lnTo>
                <a:lnTo>
                  <a:pt x="560" y="633"/>
                </a:lnTo>
                <a:lnTo>
                  <a:pt x="571" y="629"/>
                </a:lnTo>
                <a:lnTo>
                  <a:pt x="583" y="625"/>
                </a:lnTo>
                <a:lnTo>
                  <a:pt x="595" y="620"/>
                </a:lnTo>
                <a:lnTo>
                  <a:pt x="606" y="615"/>
                </a:lnTo>
                <a:lnTo>
                  <a:pt x="617" y="610"/>
                </a:lnTo>
                <a:lnTo>
                  <a:pt x="628" y="605"/>
                </a:lnTo>
                <a:lnTo>
                  <a:pt x="638" y="599"/>
                </a:lnTo>
                <a:lnTo>
                  <a:pt x="649" y="593"/>
                </a:lnTo>
                <a:lnTo>
                  <a:pt x="659" y="587"/>
                </a:lnTo>
                <a:lnTo>
                  <a:pt x="669" y="581"/>
                </a:lnTo>
                <a:lnTo>
                  <a:pt x="679" y="574"/>
                </a:lnTo>
                <a:lnTo>
                  <a:pt x="688" y="567"/>
                </a:lnTo>
                <a:lnTo>
                  <a:pt x="697" y="560"/>
                </a:lnTo>
                <a:lnTo>
                  <a:pt x="706" y="553"/>
                </a:lnTo>
                <a:lnTo>
                  <a:pt x="715" y="545"/>
                </a:lnTo>
                <a:lnTo>
                  <a:pt x="723" y="537"/>
                </a:lnTo>
                <a:lnTo>
                  <a:pt x="731" y="529"/>
                </a:lnTo>
                <a:lnTo>
                  <a:pt x="739" y="521"/>
                </a:lnTo>
                <a:lnTo>
                  <a:pt x="746" y="513"/>
                </a:lnTo>
                <a:lnTo>
                  <a:pt x="753" y="504"/>
                </a:lnTo>
                <a:lnTo>
                  <a:pt x="760" y="496"/>
                </a:lnTo>
                <a:lnTo>
                  <a:pt x="766" y="487"/>
                </a:lnTo>
                <a:lnTo>
                  <a:pt x="772" y="478"/>
                </a:lnTo>
                <a:lnTo>
                  <a:pt x="778" y="468"/>
                </a:lnTo>
                <a:lnTo>
                  <a:pt x="783" y="459"/>
                </a:lnTo>
                <a:lnTo>
                  <a:pt x="788" y="450"/>
                </a:lnTo>
                <a:lnTo>
                  <a:pt x="793" y="440"/>
                </a:lnTo>
                <a:lnTo>
                  <a:pt x="797" y="430"/>
                </a:lnTo>
                <a:lnTo>
                  <a:pt x="800" y="420"/>
                </a:lnTo>
                <a:lnTo>
                  <a:pt x="804" y="411"/>
                </a:lnTo>
                <a:lnTo>
                  <a:pt x="807" y="401"/>
                </a:lnTo>
                <a:lnTo>
                  <a:pt x="809" y="391"/>
                </a:lnTo>
                <a:lnTo>
                  <a:pt x="812" y="380"/>
                </a:lnTo>
                <a:lnTo>
                  <a:pt x="813" y="370"/>
                </a:lnTo>
                <a:lnTo>
                  <a:pt x="815" y="360"/>
                </a:lnTo>
                <a:lnTo>
                  <a:pt x="816" y="350"/>
                </a:lnTo>
                <a:lnTo>
                  <a:pt x="816" y="340"/>
                </a:lnTo>
                <a:lnTo>
                  <a:pt x="817" y="329"/>
                </a:lnTo>
                <a:moveTo>
                  <a:pt x="819" y="329"/>
                </a:moveTo>
                <a:lnTo>
                  <a:pt x="819" y="340"/>
                </a:lnTo>
                <a:lnTo>
                  <a:pt x="818" y="350"/>
                </a:lnTo>
                <a:lnTo>
                  <a:pt x="817" y="360"/>
                </a:lnTo>
                <a:lnTo>
                  <a:pt x="816" y="371"/>
                </a:lnTo>
                <a:lnTo>
                  <a:pt x="814" y="381"/>
                </a:lnTo>
                <a:lnTo>
                  <a:pt x="812" y="391"/>
                </a:lnTo>
                <a:lnTo>
                  <a:pt x="809" y="401"/>
                </a:lnTo>
                <a:lnTo>
                  <a:pt x="806" y="411"/>
                </a:lnTo>
                <a:lnTo>
                  <a:pt x="803" y="421"/>
                </a:lnTo>
                <a:lnTo>
                  <a:pt x="799" y="431"/>
                </a:lnTo>
                <a:lnTo>
                  <a:pt x="795" y="441"/>
                </a:lnTo>
                <a:lnTo>
                  <a:pt x="790" y="450"/>
                </a:lnTo>
                <a:lnTo>
                  <a:pt x="785" y="460"/>
                </a:lnTo>
                <a:lnTo>
                  <a:pt x="780" y="469"/>
                </a:lnTo>
                <a:lnTo>
                  <a:pt x="774" y="478"/>
                </a:lnTo>
                <a:lnTo>
                  <a:pt x="768" y="487"/>
                </a:lnTo>
                <a:lnTo>
                  <a:pt x="762" y="496"/>
                </a:lnTo>
                <a:lnTo>
                  <a:pt x="755" y="505"/>
                </a:lnTo>
                <a:lnTo>
                  <a:pt x="748" y="514"/>
                </a:lnTo>
                <a:lnTo>
                  <a:pt x="741" y="522"/>
                </a:lnTo>
                <a:lnTo>
                  <a:pt x="733" y="531"/>
                </a:lnTo>
                <a:lnTo>
                  <a:pt x="725" y="539"/>
                </a:lnTo>
                <a:lnTo>
                  <a:pt x="717" y="546"/>
                </a:lnTo>
                <a:lnTo>
                  <a:pt x="708" y="554"/>
                </a:lnTo>
                <a:lnTo>
                  <a:pt x="699" y="561"/>
                </a:lnTo>
                <a:lnTo>
                  <a:pt x="690" y="569"/>
                </a:lnTo>
                <a:lnTo>
                  <a:pt x="680" y="576"/>
                </a:lnTo>
                <a:lnTo>
                  <a:pt x="671" y="582"/>
                </a:lnTo>
                <a:lnTo>
                  <a:pt x="661" y="589"/>
                </a:lnTo>
                <a:lnTo>
                  <a:pt x="650" y="595"/>
                </a:lnTo>
                <a:lnTo>
                  <a:pt x="640" y="601"/>
                </a:lnTo>
                <a:lnTo>
                  <a:pt x="629" y="606"/>
                </a:lnTo>
                <a:lnTo>
                  <a:pt x="618" y="612"/>
                </a:lnTo>
                <a:lnTo>
                  <a:pt x="607" y="617"/>
                </a:lnTo>
                <a:lnTo>
                  <a:pt x="596" y="622"/>
                </a:lnTo>
                <a:lnTo>
                  <a:pt x="584" y="626"/>
                </a:lnTo>
                <a:lnTo>
                  <a:pt x="572" y="631"/>
                </a:lnTo>
                <a:lnTo>
                  <a:pt x="560" y="635"/>
                </a:lnTo>
                <a:lnTo>
                  <a:pt x="548" y="638"/>
                </a:lnTo>
                <a:lnTo>
                  <a:pt x="536" y="642"/>
                </a:lnTo>
                <a:lnTo>
                  <a:pt x="524" y="645"/>
                </a:lnTo>
                <a:lnTo>
                  <a:pt x="512" y="647"/>
                </a:lnTo>
                <a:lnTo>
                  <a:pt x="499" y="650"/>
                </a:lnTo>
                <a:lnTo>
                  <a:pt x="486" y="652"/>
                </a:lnTo>
                <a:lnTo>
                  <a:pt x="474" y="654"/>
                </a:lnTo>
                <a:lnTo>
                  <a:pt x="461" y="655"/>
                </a:lnTo>
                <a:lnTo>
                  <a:pt x="448" y="656"/>
                </a:lnTo>
                <a:lnTo>
                  <a:pt x="435" y="657"/>
                </a:lnTo>
                <a:lnTo>
                  <a:pt x="423" y="657"/>
                </a:lnTo>
                <a:lnTo>
                  <a:pt x="410" y="658"/>
                </a:lnTo>
                <a:lnTo>
                  <a:pt x="397" y="657"/>
                </a:lnTo>
                <a:lnTo>
                  <a:pt x="384" y="657"/>
                </a:lnTo>
                <a:lnTo>
                  <a:pt x="371" y="656"/>
                </a:lnTo>
                <a:lnTo>
                  <a:pt x="359" y="655"/>
                </a:lnTo>
                <a:lnTo>
                  <a:pt x="346" y="654"/>
                </a:lnTo>
                <a:lnTo>
                  <a:pt x="333" y="652"/>
                </a:lnTo>
                <a:lnTo>
                  <a:pt x="321" y="650"/>
                </a:lnTo>
                <a:lnTo>
                  <a:pt x="308" y="647"/>
                </a:lnTo>
                <a:lnTo>
                  <a:pt x="296" y="645"/>
                </a:lnTo>
                <a:lnTo>
                  <a:pt x="283" y="642"/>
                </a:lnTo>
                <a:lnTo>
                  <a:pt x="271" y="638"/>
                </a:lnTo>
                <a:lnTo>
                  <a:pt x="259" y="635"/>
                </a:lnTo>
                <a:lnTo>
                  <a:pt x="247" y="631"/>
                </a:lnTo>
                <a:lnTo>
                  <a:pt x="236" y="626"/>
                </a:lnTo>
                <a:lnTo>
                  <a:pt x="224" y="622"/>
                </a:lnTo>
                <a:lnTo>
                  <a:pt x="213" y="617"/>
                </a:lnTo>
                <a:lnTo>
                  <a:pt x="202" y="612"/>
                </a:lnTo>
                <a:lnTo>
                  <a:pt x="191" y="606"/>
                </a:lnTo>
                <a:lnTo>
                  <a:pt x="180" y="601"/>
                </a:lnTo>
                <a:lnTo>
                  <a:pt x="169" y="595"/>
                </a:lnTo>
                <a:lnTo>
                  <a:pt x="159" y="589"/>
                </a:lnTo>
                <a:lnTo>
                  <a:pt x="149" y="582"/>
                </a:lnTo>
                <a:lnTo>
                  <a:pt x="139" y="576"/>
                </a:lnTo>
                <a:lnTo>
                  <a:pt x="130" y="569"/>
                </a:lnTo>
                <a:lnTo>
                  <a:pt x="120" y="561"/>
                </a:lnTo>
                <a:lnTo>
                  <a:pt x="112" y="554"/>
                </a:lnTo>
                <a:lnTo>
                  <a:pt x="103" y="546"/>
                </a:lnTo>
                <a:lnTo>
                  <a:pt x="95" y="539"/>
                </a:lnTo>
                <a:lnTo>
                  <a:pt x="87" y="531"/>
                </a:lnTo>
                <a:lnTo>
                  <a:pt x="79" y="522"/>
                </a:lnTo>
                <a:lnTo>
                  <a:pt x="70" y="514"/>
                </a:lnTo>
                <a:lnTo>
                  <a:pt x="63" y="505"/>
                </a:lnTo>
                <a:lnTo>
                  <a:pt x="57" y="496"/>
                </a:lnTo>
                <a:lnTo>
                  <a:pt x="50" y="487"/>
                </a:lnTo>
                <a:lnTo>
                  <a:pt x="44" y="478"/>
                </a:lnTo>
                <a:lnTo>
                  <a:pt x="39" y="469"/>
                </a:lnTo>
                <a:lnTo>
                  <a:pt x="33" y="460"/>
                </a:lnTo>
                <a:lnTo>
                  <a:pt x="28" y="450"/>
                </a:lnTo>
                <a:lnTo>
                  <a:pt x="24" y="441"/>
                </a:lnTo>
                <a:lnTo>
                  <a:pt x="20" y="431"/>
                </a:lnTo>
                <a:lnTo>
                  <a:pt x="16" y="421"/>
                </a:lnTo>
                <a:lnTo>
                  <a:pt x="13" y="411"/>
                </a:lnTo>
                <a:lnTo>
                  <a:pt x="10" y="401"/>
                </a:lnTo>
                <a:lnTo>
                  <a:pt x="7" y="391"/>
                </a:lnTo>
                <a:lnTo>
                  <a:pt x="5" y="381"/>
                </a:lnTo>
                <a:lnTo>
                  <a:pt x="3" y="371"/>
                </a:lnTo>
                <a:lnTo>
                  <a:pt x="1" y="360"/>
                </a:lnTo>
                <a:lnTo>
                  <a:pt x="0" y="350"/>
                </a:lnTo>
                <a:lnTo>
                  <a:pt x="0" y="340"/>
                </a:lnTo>
                <a:lnTo>
                  <a:pt x="0" y="329"/>
                </a:lnTo>
                <a:lnTo>
                  <a:pt x="0" y="319"/>
                </a:lnTo>
                <a:lnTo>
                  <a:pt x="0" y="309"/>
                </a:lnTo>
                <a:lnTo>
                  <a:pt x="1" y="298"/>
                </a:lnTo>
                <a:lnTo>
                  <a:pt x="3" y="288"/>
                </a:lnTo>
                <a:lnTo>
                  <a:pt x="5" y="278"/>
                </a:lnTo>
                <a:lnTo>
                  <a:pt x="7" y="268"/>
                </a:lnTo>
                <a:lnTo>
                  <a:pt x="10" y="258"/>
                </a:lnTo>
                <a:lnTo>
                  <a:pt x="13" y="248"/>
                </a:lnTo>
                <a:lnTo>
                  <a:pt x="16" y="238"/>
                </a:lnTo>
                <a:lnTo>
                  <a:pt x="20" y="228"/>
                </a:lnTo>
                <a:lnTo>
                  <a:pt x="24" y="218"/>
                </a:lnTo>
                <a:lnTo>
                  <a:pt x="28" y="209"/>
                </a:lnTo>
                <a:lnTo>
                  <a:pt x="33" y="199"/>
                </a:lnTo>
                <a:lnTo>
                  <a:pt x="39" y="190"/>
                </a:lnTo>
                <a:lnTo>
                  <a:pt x="44" y="180"/>
                </a:lnTo>
                <a:lnTo>
                  <a:pt x="50" y="170"/>
                </a:lnTo>
                <a:lnTo>
                  <a:pt x="57" y="161"/>
                </a:lnTo>
                <a:lnTo>
                  <a:pt x="63" y="153"/>
                </a:lnTo>
                <a:lnTo>
                  <a:pt x="70" y="144"/>
                </a:lnTo>
                <a:lnTo>
                  <a:pt x="79" y="135"/>
                </a:lnTo>
                <a:lnTo>
                  <a:pt x="87" y="127"/>
                </a:lnTo>
                <a:lnTo>
                  <a:pt x="95" y="119"/>
                </a:lnTo>
                <a:lnTo>
                  <a:pt x="103" y="111"/>
                </a:lnTo>
                <a:lnTo>
                  <a:pt x="112" y="104"/>
                </a:lnTo>
                <a:lnTo>
                  <a:pt x="120" y="96"/>
                </a:lnTo>
                <a:lnTo>
                  <a:pt x="130" y="89"/>
                </a:lnTo>
                <a:lnTo>
                  <a:pt x="139" y="82"/>
                </a:lnTo>
                <a:lnTo>
                  <a:pt x="149" y="76"/>
                </a:lnTo>
                <a:lnTo>
                  <a:pt x="159" y="69"/>
                </a:lnTo>
                <a:lnTo>
                  <a:pt x="169" y="63"/>
                </a:lnTo>
                <a:lnTo>
                  <a:pt x="180" y="57"/>
                </a:lnTo>
                <a:lnTo>
                  <a:pt x="191" y="51"/>
                </a:lnTo>
                <a:lnTo>
                  <a:pt x="202" y="46"/>
                </a:lnTo>
                <a:lnTo>
                  <a:pt x="213" y="41"/>
                </a:lnTo>
                <a:lnTo>
                  <a:pt x="224" y="36"/>
                </a:lnTo>
                <a:lnTo>
                  <a:pt x="236" y="31"/>
                </a:lnTo>
                <a:lnTo>
                  <a:pt x="247" y="27"/>
                </a:lnTo>
                <a:lnTo>
                  <a:pt x="259" y="23"/>
                </a:lnTo>
                <a:lnTo>
                  <a:pt x="271" y="20"/>
                </a:lnTo>
                <a:lnTo>
                  <a:pt x="283" y="16"/>
                </a:lnTo>
                <a:lnTo>
                  <a:pt x="296" y="13"/>
                </a:lnTo>
                <a:lnTo>
                  <a:pt x="308" y="10"/>
                </a:lnTo>
                <a:lnTo>
                  <a:pt x="321" y="8"/>
                </a:lnTo>
                <a:lnTo>
                  <a:pt x="333" y="6"/>
                </a:lnTo>
                <a:lnTo>
                  <a:pt x="346" y="4"/>
                </a:lnTo>
                <a:lnTo>
                  <a:pt x="359" y="3"/>
                </a:lnTo>
                <a:lnTo>
                  <a:pt x="371" y="2"/>
                </a:lnTo>
                <a:lnTo>
                  <a:pt x="384" y="1"/>
                </a:lnTo>
                <a:lnTo>
                  <a:pt x="397" y="0"/>
                </a:lnTo>
                <a:lnTo>
                  <a:pt x="410" y="0"/>
                </a:lnTo>
                <a:lnTo>
                  <a:pt x="423" y="0"/>
                </a:lnTo>
                <a:lnTo>
                  <a:pt x="435" y="1"/>
                </a:lnTo>
                <a:lnTo>
                  <a:pt x="448" y="2"/>
                </a:lnTo>
                <a:lnTo>
                  <a:pt x="461" y="3"/>
                </a:lnTo>
                <a:lnTo>
                  <a:pt x="474" y="4"/>
                </a:lnTo>
                <a:lnTo>
                  <a:pt x="486" y="6"/>
                </a:lnTo>
                <a:lnTo>
                  <a:pt x="499" y="8"/>
                </a:lnTo>
                <a:lnTo>
                  <a:pt x="512" y="10"/>
                </a:lnTo>
                <a:lnTo>
                  <a:pt x="524" y="13"/>
                </a:lnTo>
                <a:lnTo>
                  <a:pt x="536" y="16"/>
                </a:lnTo>
                <a:lnTo>
                  <a:pt x="548" y="20"/>
                </a:lnTo>
                <a:lnTo>
                  <a:pt x="560" y="23"/>
                </a:lnTo>
                <a:lnTo>
                  <a:pt x="572" y="27"/>
                </a:lnTo>
                <a:lnTo>
                  <a:pt x="584" y="31"/>
                </a:lnTo>
                <a:lnTo>
                  <a:pt x="596" y="36"/>
                </a:lnTo>
                <a:lnTo>
                  <a:pt x="607" y="41"/>
                </a:lnTo>
                <a:lnTo>
                  <a:pt x="618" y="46"/>
                </a:lnTo>
                <a:lnTo>
                  <a:pt x="629" y="51"/>
                </a:lnTo>
                <a:lnTo>
                  <a:pt x="640" y="57"/>
                </a:lnTo>
                <a:lnTo>
                  <a:pt x="650" y="63"/>
                </a:lnTo>
                <a:lnTo>
                  <a:pt x="661" y="69"/>
                </a:lnTo>
                <a:lnTo>
                  <a:pt x="671" y="76"/>
                </a:lnTo>
                <a:lnTo>
                  <a:pt x="680" y="82"/>
                </a:lnTo>
                <a:lnTo>
                  <a:pt x="690" y="89"/>
                </a:lnTo>
                <a:lnTo>
                  <a:pt x="699" y="96"/>
                </a:lnTo>
                <a:lnTo>
                  <a:pt x="708" y="104"/>
                </a:lnTo>
                <a:lnTo>
                  <a:pt x="717" y="111"/>
                </a:lnTo>
                <a:lnTo>
                  <a:pt x="725" y="119"/>
                </a:lnTo>
                <a:lnTo>
                  <a:pt x="733" y="127"/>
                </a:lnTo>
                <a:lnTo>
                  <a:pt x="741" y="135"/>
                </a:lnTo>
                <a:lnTo>
                  <a:pt x="748" y="144"/>
                </a:lnTo>
                <a:lnTo>
                  <a:pt x="755" y="153"/>
                </a:lnTo>
                <a:lnTo>
                  <a:pt x="762" y="161"/>
                </a:lnTo>
                <a:lnTo>
                  <a:pt x="768" y="170"/>
                </a:lnTo>
                <a:lnTo>
                  <a:pt x="774" y="180"/>
                </a:lnTo>
                <a:lnTo>
                  <a:pt x="780" y="190"/>
                </a:lnTo>
                <a:lnTo>
                  <a:pt x="785" y="199"/>
                </a:lnTo>
                <a:lnTo>
                  <a:pt x="790" y="209"/>
                </a:lnTo>
                <a:lnTo>
                  <a:pt x="795" y="218"/>
                </a:lnTo>
                <a:lnTo>
                  <a:pt x="799" y="228"/>
                </a:lnTo>
                <a:lnTo>
                  <a:pt x="803" y="238"/>
                </a:lnTo>
                <a:lnTo>
                  <a:pt x="806" y="248"/>
                </a:lnTo>
                <a:lnTo>
                  <a:pt x="809" y="258"/>
                </a:lnTo>
                <a:lnTo>
                  <a:pt x="812" y="268"/>
                </a:lnTo>
                <a:lnTo>
                  <a:pt x="814" y="278"/>
                </a:lnTo>
                <a:lnTo>
                  <a:pt x="816" y="288"/>
                </a:lnTo>
                <a:lnTo>
                  <a:pt x="817" y="298"/>
                </a:lnTo>
                <a:lnTo>
                  <a:pt x="818" y="309"/>
                </a:lnTo>
                <a:lnTo>
                  <a:pt x="819" y="319"/>
                </a:lnTo>
                <a:lnTo>
                  <a:pt x="819" y="329"/>
                </a:lnTo>
                <a:close/>
              </a:path>
            </a:pathLst>
          </a:custGeom>
          <a:solidFill>
            <a:srgbClr val="ffb4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7" name=""/>
          <p:cNvSpPr/>
          <p:nvPr/>
        </p:nvSpPr>
        <p:spPr>
          <a:xfrm>
            <a:off x="4830480" y="1708920"/>
            <a:ext cx="296640" cy="237960"/>
          </a:xfrm>
          <a:custGeom>
            <a:avLst/>
            <a:gdLst/>
            <a:ahLst/>
            <a:rect l="0" t="0" r="r" b="b"/>
            <a:pathLst>
              <a:path w="824" h="661">
                <a:moveTo>
                  <a:pt x="822" y="331"/>
                </a:moveTo>
                <a:lnTo>
                  <a:pt x="822" y="321"/>
                </a:lnTo>
                <a:lnTo>
                  <a:pt x="821" y="311"/>
                </a:lnTo>
                <a:lnTo>
                  <a:pt x="820" y="300"/>
                </a:lnTo>
                <a:lnTo>
                  <a:pt x="819" y="290"/>
                </a:lnTo>
                <a:lnTo>
                  <a:pt x="817" y="280"/>
                </a:lnTo>
                <a:lnTo>
                  <a:pt x="815" y="270"/>
                </a:lnTo>
                <a:lnTo>
                  <a:pt x="812" y="260"/>
                </a:lnTo>
                <a:lnTo>
                  <a:pt x="809" y="250"/>
                </a:lnTo>
                <a:lnTo>
                  <a:pt x="806" y="240"/>
                </a:lnTo>
                <a:lnTo>
                  <a:pt x="802" y="230"/>
                </a:lnTo>
                <a:lnTo>
                  <a:pt x="798" y="220"/>
                </a:lnTo>
                <a:lnTo>
                  <a:pt x="793" y="211"/>
                </a:lnTo>
                <a:lnTo>
                  <a:pt x="788" y="200"/>
                </a:lnTo>
                <a:lnTo>
                  <a:pt x="783" y="191"/>
                </a:lnTo>
                <a:lnTo>
                  <a:pt x="777" y="181"/>
                </a:lnTo>
                <a:lnTo>
                  <a:pt x="771" y="172"/>
                </a:lnTo>
                <a:lnTo>
                  <a:pt x="765" y="163"/>
                </a:lnTo>
                <a:lnTo>
                  <a:pt x="758" y="155"/>
                </a:lnTo>
                <a:lnTo>
                  <a:pt x="751" y="146"/>
                </a:lnTo>
                <a:lnTo>
                  <a:pt x="744" y="137"/>
                </a:lnTo>
                <a:lnTo>
                  <a:pt x="736" y="129"/>
                </a:lnTo>
                <a:lnTo>
                  <a:pt x="728" y="121"/>
                </a:lnTo>
                <a:lnTo>
                  <a:pt x="720" y="113"/>
                </a:lnTo>
                <a:lnTo>
                  <a:pt x="711" y="106"/>
                </a:lnTo>
                <a:lnTo>
                  <a:pt x="702" y="98"/>
                </a:lnTo>
                <a:lnTo>
                  <a:pt x="693" y="91"/>
                </a:lnTo>
                <a:lnTo>
                  <a:pt x="683" y="84"/>
                </a:lnTo>
                <a:lnTo>
                  <a:pt x="674" y="78"/>
                </a:lnTo>
                <a:lnTo>
                  <a:pt x="664" y="71"/>
                </a:lnTo>
                <a:lnTo>
                  <a:pt x="653" y="65"/>
                </a:lnTo>
                <a:lnTo>
                  <a:pt x="643" y="59"/>
                </a:lnTo>
                <a:lnTo>
                  <a:pt x="632" y="53"/>
                </a:lnTo>
                <a:lnTo>
                  <a:pt x="621" y="48"/>
                </a:lnTo>
                <a:lnTo>
                  <a:pt x="610" y="43"/>
                </a:lnTo>
                <a:lnTo>
                  <a:pt x="599" y="38"/>
                </a:lnTo>
                <a:lnTo>
                  <a:pt x="587" y="33"/>
                </a:lnTo>
                <a:lnTo>
                  <a:pt x="575" y="29"/>
                </a:lnTo>
                <a:lnTo>
                  <a:pt x="563" y="25"/>
                </a:lnTo>
                <a:lnTo>
                  <a:pt x="551" y="22"/>
                </a:lnTo>
                <a:lnTo>
                  <a:pt x="539" y="18"/>
                </a:lnTo>
                <a:lnTo>
                  <a:pt x="527" y="15"/>
                </a:lnTo>
                <a:lnTo>
                  <a:pt x="515" y="12"/>
                </a:lnTo>
                <a:lnTo>
                  <a:pt x="502" y="10"/>
                </a:lnTo>
                <a:lnTo>
                  <a:pt x="489" y="8"/>
                </a:lnTo>
                <a:lnTo>
                  <a:pt x="477" y="6"/>
                </a:lnTo>
                <a:lnTo>
                  <a:pt x="464" y="5"/>
                </a:lnTo>
                <a:lnTo>
                  <a:pt x="451" y="4"/>
                </a:lnTo>
                <a:lnTo>
                  <a:pt x="438" y="3"/>
                </a:lnTo>
                <a:lnTo>
                  <a:pt x="426" y="2"/>
                </a:lnTo>
                <a:lnTo>
                  <a:pt x="413" y="2"/>
                </a:lnTo>
                <a:lnTo>
                  <a:pt x="400" y="2"/>
                </a:lnTo>
                <a:lnTo>
                  <a:pt x="387" y="3"/>
                </a:lnTo>
                <a:lnTo>
                  <a:pt x="374" y="4"/>
                </a:lnTo>
                <a:lnTo>
                  <a:pt x="362" y="5"/>
                </a:lnTo>
                <a:lnTo>
                  <a:pt x="349" y="6"/>
                </a:lnTo>
                <a:lnTo>
                  <a:pt x="336" y="8"/>
                </a:lnTo>
                <a:lnTo>
                  <a:pt x="324" y="10"/>
                </a:lnTo>
                <a:lnTo>
                  <a:pt x="311" y="12"/>
                </a:lnTo>
                <a:lnTo>
                  <a:pt x="299" y="15"/>
                </a:lnTo>
                <a:lnTo>
                  <a:pt x="286" y="18"/>
                </a:lnTo>
                <a:lnTo>
                  <a:pt x="274" y="22"/>
                </a:lnTo>
                <a:lnTo>
                  <a:pt x="262" y="25"/>
                </a:lnTo>
                <a:lnTo>
                  <a:pt x="250" y="29"/>
                </a:lnTo>
                <a:lnTo>
                  <a:pt x="239" y="33"/>
                </a:lnTo>
                <a:lnTo>
                  <a:pt x="227" y="38"/>
                </a:lnTo>
                <a:lnTo>
                  <a:pt x="216" y="43"/>
                </a:lnTo>
                <a:lnTo>
                  <a:pt x="205" y="48"/>
                </a:lnTo>
                <a:lnTo>
                  <a:pt x="194" y="53"/>
                </a:lnTo>
                <a:lnTo>
                  <a:pt x="183" y="59"/>
                </a:lnTo>
                <a:lnTo>
                  <a:pt x="172" y="65"/>
                </a:lnTo>
                <a:lnTo>
                  <a:pt x="162" y="71"/>
                </a:lnTo>
                <a:lnTo>
                  <a:pt x="152" y="78"/>
                </a:lnTo>
                <a:lnTo>
                  <a:pt x="141" y="84"/>
                </a:lnTo>
                <a:lnTo>
                  <a:pt x="132" y="91"/>
                </a:lnTo>
                <a:lnTo>
                  <a:pt x="122" y="98"/>
                </a:lnTo>
                <a:lnTo>
                  <a:pt x="114" y="106"/>
                </a:lnTo>
                <a:lnTo>
                  <a:pt x="105" y="113"/>
                </a:lnTo>
                <a:lnTo>
                  <a:pt x="97" y="121"/>
                </a:lnTo>
                <a:lnTo>
                  <a:pt x="89" y="129"/>
                </a:lnTo>
                <a:lnTo>
                  <a:pt x="81" y="137"/>
                </a:lnTo>
                <a:lnTo>
                  <a:pt x="73" y="146"/>
                </a:lnTo>
                <a:lnTo>
                  <a:pt x="66" y="155"/>
                </a:lnTo>
                <a:lnTo>
                  <a:pt x="60" y="163"/>
                </a:lnTo>
                <a:lnTo>
                  <a:pt x="53" y="172"/>
                </a:lnTo>
                <a:lnTo>
                  <a:pt x="47" y="181"/>
                </a:lnTo>
                <a:lnTo>
                  <a:pt x="42" y="191"/>
                </a:lnTo>
                <a:lnTo>
                  <a:pt x="36" y="200"/>
                </a:lnTo>
                <a:lnTo>
                  <a:pt x="31" y="211"/>
                </a:lnTo>
                <a:lnTo>
                  <a:pt x="27" y="220"/>
                </a:lnTo>
                <a:lnTo>
                  <a:pt x="23" y="230"/>
                </a:lnTo>
                <a:lnTo>
                  <a:pt x="19" y="240"/>
                </a:lnTo>
                <a:lnTo>
                  <a:pt x="16" y="250"/>
                </a:lnTo>
                <a:lnTo>
                  <a:pt x="13" y="260"/>
                </a:lnTo>
                <a:lnTo>
                  <a:pt x="10" y="270"/>
                </a:lnTo>
                <a:lnTo>
                  <a:pt x="8" y="280"/>
                </a:lnTo>
                <a:lnTo>
                  <a:pt x="6" y="290"/>
                </a:lnTo>
                <a:lnTo>
                  <a:pt x="4" y="300"/>
                </a:lnTo>
                <a:lnTo>
                  <a:pt x="3" y="311"/>
                </a:lnTo>
                <a:lnTo>
                  <a:pt x="3" y="321"/>
                </a:lnTo>
                <a:lnTo>
                  <a:pt x="3" y="331"/>
                </a:lnTo>
                <a:lnTo>
                  <a:pt x="3" y="342"/>
                </a:lnTo>
                <a:lnTo>
                  <a:pt x="3" y="352"/>
                </a:lnTo>
                <a:lnTo>
                  <a:pt x="4" y="362"/>
                </a:lnTo>
                <a:lnTo>
                  <a:pt x="6" y="373"/>
                </a:lnTo>
                <a:lnTo>
                  <a:pt x="8" y="383"/>
                </a:lnTo>
                <a:lnTo>
                  <a:pt x="10" y="393"/>
                </a:lnTo>
                <a:lnTo>
                  <a:pt x="13" y="403"/>
                </a:lnTo>
                <a:lnTo>
                  <a:pt x="16" y="413"/>
                </a:lnTo>
                <a:lnTo>
                  <a:pt x="19" y="423"/>
                </a:lnTo>
                <a:lnTo>
                  <a:pt x="23" y="433"/>
                </a:lnTo>
                <a:lnTo>
                  <a:pt x="27" y="443"/>
                </a:lnTo>
                <a:lnTo>
                  <a:pt x="31" y="452"/>
                </a:lnTo>
                <a:lnTo>
                  <a:pt x="36" y="462"/>
                </a:lnTo>
                <a:lnTo>
                  <a:pt x="42" y="471"/>
                </a:lnTo>
                <a:lnTo>
                  <a:pt x="47" y="480"/>
                </a:lnTo>
                <a:lnTo>
                  <a:pt x="53" y="489"/>
                </a:lnTo>
                <a:lnTo>
                  <a:pt x="60" y="498"/>
                </a:lnTo>
                <a:lnTo>
                  <a:pt x="66" y="507"/>
                </a:lnTo>
                <a:lnTo>
                  <a:pt x="73" y="516"/>
                </a:lnTo>
                <a:lnTo>
                  <a:pt x="81" y="524"/>
                </a:lnTo>
                <a:lnTo>
                  <a:pt x="89" y="533"/>
                </a:lnTo>
                <a:lnTo>
                  <a:pt x="97" y="541"/>
                </a:lnTo>
                <a:lnTo>
                  <a:pt x="105" y="548"/>
                </a:lnTo>
                <a:lnTo>
                  <a:pt x="114" y="556"/>
                </a:lnTo>
                <a:lnTo>
                  <a:pt x="122" y="563"/>
                </a:lnTo>
                <a:lnTo>
                  <a:pt x="132" y="571"/>
                </a:lnTo>
                <a:lnTo>
                  <a:pt x="141" y="578"/>
                </a:lnTo>
                <a:lnTo>
                  <a:pt x="152" y="584"/>
                </a:lnTo>
                <a:lnTo>
                  <a:pt x="162" y="591"/>
                </a:lnTo>
                <a:lnTo>
                  <a:pt x="172" y="597"/>
                </a:lnTo>
                <a:lnTo>
                  <a:pt x="183" y="603"/>
                </a:lnTo>
                <a:lnTo>
                  <a:pt x="194" y="608"/>
                </a:lnTo>
                <a:lnTo>
                  <a:pt x="205" y="614"/>
                </a:lnTo>
                <a:lnTo>
                  <a:pt x="216" y="619"/>
                </a:lnTo>
                <a:lnTo>
                  <a:pt x="227" y="624"/>
                </a:lnTo>
                <a:lnTo>
                  <a:pt x="239" y="628"/>
                </a:lnTo>
                <a:lnTo>
                  <a:pt x="250" y="633"/>
                </a:lnTo>
                <a:lnTo>
                  <a:pt x="262" y="637"/>
                </a:lnTo>
                <a:lnTo>
                  <a:pt x="274" y="640"/>
                </a:lnTo>
                <a:lnTo>
                  <a:pt x="286" y="644"/>
                </a:lnTo>
                <a:lnTo>
                  <a:pt x="299" y="647"/>
                </a:lnTo>
                <a:lnTo>
                  <a:pt x="311" y="649"/>
                </a:lnTo>
                <a:lnTo>
                  <a:pt x="324" y="652"/>
                </a:lnTo>
                <a:lnTo>
                  <a:pt x="336" y="654"/>
                </a:lnTo>
                <a:lnTo>
                  <a:pt x="349" y="656"/>
                </a:lnTo>
                <a:lnTo>
                  <a:pt x="362" y="657"/>
                </a:lnTo>
                <a:lnTo>
                  <a:pt x="374" y="658"/>
                </a:lnTo>
                <a:lnTo>
                  <a:pt x="387" y="659"/>
                </a:lnTo>
                <a:lnTo>
                  <a:pt x="400" y="659"/>
                </a:lnTo>
                <a:lnTo>
                  <a:pt x="413" y="660"/>
                </a:lnTo>
                <a:lnTo>
                  <a:pt x="426" y="659"/>
                </a:lnTo>
                <a:lnTo>
                  <a:pt x="438" y="659"/>
                </a:lnTo>
                <a:lnTo>
                  <a:pt x="451" y="658"/>
                </a:lnTo>
                <a:lnTo>
                  <a:pt x="464" y="657"/>
                </a:lnTo>
                <a:lnTo>
                  <a:pt x="477" y="656"/>
                </a:lnTo>
                <a:lnTo>
                  <a:pt x="489" y="654"/>
                </a:lnTo>
                <a:lnTo>
                  <a:pt x="502" y="652"/>
                </a:lnTo>
                <a:lnTo>
                  <a:pt x="515" y="649"/>
                </a:lnTo>
                <a:lnTo>
                  <a:pt x="527" y="647"/>
                </a:lnTo>
                <a:lnTo>
                  <a:pt x="539" y="644"/>
                </a:lnTo>
                <a:lnTo>
                  <a:pt x="551" y="640"/>
                </a:lnTo>
                <a:lnTo>
                  <a:pt x="563" y="637"/>
                </a:lnTo>
                <a:lnTo>
                  <a:pt x="575" y="633"/>
                </a:lnTo>
                <a:lnTo>
                  <a:pt x="587" y="628"/>
                </a:lnTo>
                <a:lnTo>
                  <a:pt x="599" y="624"/>
                </a:lnTo>
                <a:lnTo>
                  <a:pt x="610" y="619"/>
                </a:lnTo>
                <a:lnTo>
                  <a:pt x="621" y="614"/>
                </a:lnTo>
                <a:lnTo>
                  <a:pt x="632" y="608"/>
                </a:lnTo>
                <a:lnTo>
                  <a:pt x="643" y="603"/>
                </a:lnTo>
                <a:lnTo>
                  <a:pt x="653" y="597"/>
                </a:lnTo>
                <a:lnTo>
                  <a:pt x="664" y="591"/>
                </a:lnTo>
                <a:lnTo>
                  <a:pt x="674" y="584"/>
                </a:lnTo>
                <a:lnTo>
                  <a:pt x="683" y="578"/>
                </a:lnTo>
                <a:lnTo>
                  <a:pt x="693" y="571"/>
                </a:lnTo>
                <a:lnTo>
                  <a:pt x="702" y="563"/>
                </a:lnTo>
                <a:lnTo>
                  <a:pt x="711" y="556"/>
                </a:lnTo>
                <a:lnTo>
                  <a:pt x="720" y="548"/>
                </a:lnTo>
                <a:lnTo>
                  <a:pt x="728" y="541"/>
                </a:lnTo>
                <a:lnTo>
                  <a:pt x="736" y="533"/>
                </a:lnTo>
                <a:lnTo>
                  <a:pt x="744" y="524"/>
                </a:lnTo>
                <a:lnTo>
                  <a:pt x="751" y="516"/>
                </a:lnTo>
                <a:lnTo>
                  <a:pt x="758" y="507"/>
                </a:lnTo>
                <a:lnTo>
                  <a:pt x="765" y="498"/>
                </a:lnTo>
                <a:lnTo>
                  <a:pt x="771" y="489"/>
                </a:lnTo>
                <a:lnTo>
                  <a:pt x="777" y="480"/>
                </a:lnTo>
                <a:lnTo>
                  <a:pt x="783" y="471"/>
                </a:lnTo>
                <a:lnTo>
                  <a:pt x="788" y="462"/>
                </a:lnTo>
                <a:lnTo>
                  <a:pt x="793" y="452"/>
                </a:lnTo>
                <a:lnTo>
                  <a:pt x="798" y="443"/>
                </a:lnTo>
                <a:lnTo>
                  <a:pt x="802" y="433"/>
                </a:lnTo>
                <a:lnTo>
                  <a:pt x="806" y="423"/>
                </a:lnTo>
                <a:lnTo>
                  <a:pt x="809" y="413"/>
                </a:lnTo>
                <a:lnTo>
                  <a:pt x="812" y="403"/>
                </a:lnTo>
                <a:lnTo>
                  <a:pt x="815" y="393"/>
                </a:lnTo>
                <a:lnTo>
                  <a:pt x="817" y="383"/>
                </a:lnTo>
                <a:lnTo>
                  <a:pt x="819" y="373"/>
                </a:lnTo>
                <a:lnTo>
                  <a:pt x="820" y="362"/>
                </a:lnTo>
                <a:lnTo>
                  <a:pt x="821" y="352"/>
                </a:lnTo>
                <a:lnTo>
                  <a:pt x="822" y="342"/>
                </a:lnTo>
                <a:lnTo>
                  <a:pt x="822" y="331"/>
                </a:lnTo>
                <a:moveTo>
                  <a:pt x="824" y="331"/>
                </a:moveTo>
                <a:lnTo>
                  <a:pt x="824" y="342"/>
                </a:lnTo>
                <a:lnTo>
                  <a:pt x="823" y="352"/>
                </a:lnTo>
                <a:lnTo>
                  <a:pt x="822" y="362"/>
                </a:lnTo>
                <a:lnTo>
                  <a:pt x="821" y="373"/>
                </a:lnTo>
                <a:lnTo>
                  <a:pt x="819" y="383"/>
                </a:lnTo>
                <a:lnTo>
                  <a:pt x="817" y="393"/>
                </a:lnTo>
                <a:lnTo>
                  <a:pt x="814" y="403"/>
                </a:lnTo>
                <a:lnTo>
                  <a:pt x="811" y="413"/>
                </a:lnTo>
                <a:lnTo>
                  <a:pt x="808" y="423"/>
                </a:lnTo>
                <a:lnTo>
                  <a:pt x="804" y="433"/>
                </a:lnTo>
                <a:lnTo>
                  <a:pt x="800" y="443"/>
                </a:lnTo>
                <a:lnTo>
                  <a:pt x="795" y="453"/>
                </a:lnTo>
                <a:lnTo>
                  <a:pt x="790" y="462"/>
                </a:lnTo>
                <a:lnTo>
                  <a:pt x="785" y="472"/>
                </a:lnTo>
                <a:lnTo>
                  <a:pt x="779" y="481"/>
                </a:lnTo>
                <a:lnTo>
                  <a:pt x="773" y="490"/>
                </a:lnTo>
                <a:lnTo>
                  <a:pt x="767" y="499"/>
                </a:lnTo>
                <a:lnTo>
                  <a:pt x="760" y="508"/>
                </a:lnTo>
                <a:lnTo>
                  <a:pt x="753" y="517"/>
                </a:lnTo>
                <a:lnTo>
                  <a:pt x="746" y="525"/>
                </a:lnTo>
                <a:lnTo>
                  <a:pt x="738" y="534"/>
                </a:lnTo>
                <a:lnTo>
                  <a:pt x="730" y="542"/>
                </a:lnTo>
                <a:lnTo>
                  <a:pt x="721" y="550"/>
                </a:lnTo>
                <a:lnTo>
                  <a:pt x="713" y="557"/>
                </a:lnTo>
                <a:lnTo>
                  <a:pt x="704" y="565"/>
                </a:lnTo>
                <a:lnTo>
                  <a:pt x="694" y="572"/>
                </a:lnTo>
                <a:lnTo>
                  <a:pt x="685" y="579"/>
                </a:lnTo>
                <a:lnTo>
                  <a:pt x="675" y="586"/>
                </a:lnTo>
                <a:lnTo>
                  <a:pt x="665" y="592"/>
                </a:lnTo>
                <a:lnTo>
                  <a:pt x="655" y="598"/>
                </a:lnTo>
                <a:lnTo>
                  <a:pt x="644" y="604"/>
                </a:lnTo>
                <a:lnTo>
                  <a:pt x="633" y="610"/>
                </a:lnTo>
                <a:lnTo>
                  <a:pt x="622" y="615"/>
                </a:lnTo>
                <a:lnTo>
                  <a:pt x="611" y="621"/>
                </a:lnTo>
                <a:lnTo>
                  <a:pt x="600" y="625"/>
                </a:lnTo>
                <a:lnTo>
                  <a:pt x="588" y="630"/>
                </a:lnTo>
                <a:lnTo>
                  <a:pt x="576" y="634"/>
                </a:lnTo>
                <a:lnTo>
                  <a:pt x="564" y="638"/>
                </a:lnTo>
                <a:lnTo>
                  <a:pt x="552" y="642"/>
                </a:lnTo>
                <a:lnTo>
                  <a:pt x="540" y="645"/>
                </a:lnTo>
                <a:lnTo>
                  <a:pt x="528" y="648"/>
                </a:lnTo>
                <a:lnTo>
                  <a:pt x="515" y="651"/>
                </a:lnTo>
                <a:lnTo>
                  <a:pt x="503" y="653"/>
                </a:lnTo>
                <a:lnTo>
                  <a:pt x="490" y="656"/>
                </a:lnTo>
                <a:lnTo>
                  <a:pt x="477" y="657"/>
                </a:lnTo>
                <a:lnTo>
                  <a:pt x="464" y="659"/>
                </a:lnTo>
                <a:lnTo>
                  <a:pt x="452" y="660"/>
                </a:lnTo>
                <a:lnTo>
                  <a:pt x="439" y="661"/>
                </a:lnTo>
                <a:lnTo>
                  <a:pt x="426" y="661"/>
                </a:lnTo>
                <a:lnTo>
                  <a:pt x="413" y="661"/>
                </a:lnTo>
                <a:lnTo>
                  <a:pt x="400" y="661"/>
                </a:lnTo>
                <a:lnTo>
                  <a:pt x="387" y="661"/>
                </a:lnTo>
                <a:lnTo>
                  <a:pt x="374" y="660"/>
                </a:lnTo>
                <a:lnTo>
                  <a:pt x="361" y="659"/>
                </a:lnTo>
                <a:lnTo>
                  <a:pt x="348" y="657"/>
                </a:lnTo>
                <a:lnTo>
                  <a:pt x="336" y="656"/>
                </a:lnTo>
                <a:lnTo>
                  <a:pt x="323" y="653"/>
                </a:lnTo>
                <a:lnTo>
                  <a:pt x="310" y="651"/>
                </a:lnTo>
                <a:lnTo>
                  <a:pt x="298" y="648"/>
                </a:lnTo>
                <a:lnTo>
                  <a:pt x="286" y="645"/>
                </a:lnTo>
                <a:lnTo>
                  <a:pt x="273" y="642"/>
                </a:lnTo>
                <a:lnTo>
                  <a:pt x="261" y="638"/>
                </a:lnTo>
                <a:lnTo>
                  <a:pt x="249" y="634"/>
                </a:lnTo>
                <a:lnTo>
                  <a:pt x="238" y="630"/>
                </a:lnTo>
                <a:lnTo>
                  <a:pt x="226" y="625"/>
                </a:lnTo>
                <a:lnTo>
                  <a:pt x="215" y="621"/>
                </a:lnTo>
                <a:lnTo>
                  <a:pt x="203" y="615"/>
                </a:lnTo>
                <a:lnTo>
                  <a:pt x="192" y="610"/>
                </a:lnTo>
                <a:lnTo>
                  <a:pt x="182" y="604"/>
                </a:lnTo>
                <a:lnTo>
                  <a:pt x="171" y="598"/>
                </a:lnTo>
                <a:lnTo>
                  <a:pt x="161" y="592"/>
                </a:lnTo>
                <a:lnTo>
                  <a:pt x="151" y="586"/>
                </a:lnTo>
                <a:lnTo>
                  <a:pt x="140" y="579"/>
                </a:lnTo>
                <a:lnTo>
                  <a:pt x="130" y="572"/>
                </a:lnTo>
                <a:lnTo>
                  <a:pt x="121" y="565"/>
                </a:lnTo>
                <a:lnTo>
                  <a:pt x="112" y="557"/>
                </a:lnTo>
                <a:lnTo>
                  <a:pt x="103" y="550"/>
                </a:lnTo>
                <a:lnTo>
                  <a:pt x="95" y="542"/>
                </a:lnTo>
                <a:lnTo>
                  <a:pt x="87" y="534"/>
                </a:lnTo>
                <a:lnTo>
                  <a:pt x="79" y="525"/>
                </a:lnTo>
                <a:lnTo>
                  <a:pt x="72" y="517"/>
                </a:lnTo>
                <a:lnTo>
                  <a:pt x="64" y="508"/>
                </a:lnTo>
                <a:lnTo>
                  <a:pt x="58" y="499"/>
                </a:lnTo>
                <a:lnTo>
                  <a:pt x="51" y="490"/>
                </a:lnTo>
                <a:lnTo>
                  <a:pt x="45" y="481"/>
                </a:lnTo>
                <a:lnTo>
                  <a:pt x="40" y="472"/>
                </a:lnTo>
                <a:lnTo>
                  <a:pt x="34" y="462"/>
                </a:lnTo>
                <a:lnTo>
                  <a:pt x="29" y="453"/>
                </a:lnTo>
                <a:lnTo>
                  <a:pt x="25" y="443"/>
                </a:lnTo>
                <a:lnTo>
                  <a:pt x="20" y="433"/>
                </a:lnTo>
                <a:lnTo>
                  <a:pt x="17" y="423"/>
                </a:lnTo>
                <a:lnTo>
                  <a:pt x="13" y="413"/>
                </a:lnTo>
                <a:lnTo>
                  <a:pt x="10" y="403"/>
                </a:lnTo>
                <a:lnTo>
                  <a:pt x="8" y="393"/>
                </a:lnTo>
                <a:lnTo>
                  <a:pt x="5" y="383"/>
                </a:lnTo>
                <a:lnTo>
                  <a:pt x="4" y="373"/>
                </a:lnTo>
                <a:lnTo>
                  <a:pt x="2" y="362"/>
                </a:lnTo>
                <a:lnTo>
                  <a:pt x="1" y="352"/>
                </a:lnTo>
                <a:lnTo>
                  <a:pt x="1" y="342"/>
                </a:lnTo>
                <a:lnTo>
                  <a:pt x="0" y="331"/>
                </a:lnTo>
                <a:lnTo>
                  <a:pt x="1" y="321"/>
                </a:lnTo>
                <a:lnTo>
                  <a:pt x="1" y="311"/>
                </a:lnTo>
                <a:lnTo>
                  <a:pt x="2" y="300"/>
                </a:lnTo>
                <a:lnTo>
                  <a:pt x="4" y="290"/>
                </a:lnTo>
                <a:lnTo>
                  <a:pt x="5" y="280"/>
                </a:lnTo>
                <a:lnTo>
                  <a:pt x="8" y="270"/>
                </a:lnTo>
                <a:lnTo>
                  <a:pt x="10" y="259"/>
                </a:lnTo>
                <a:lnTo>
                  <a:pt x="13" y="249"/>
                </a:lnTo>
                <a:lnTo>
                  <a:pt x="17" y="239"/>
                </a:lnTo>
                <a:lnTo>
                  <a:pt x="20" y="229"/>
                </a:lnTo>
                <a:lnTo>
                  <a:pt x="25" y="220"/>
                </a:lnTo>
                <a:lnTo>
                  <a:pt x="29" y="210"/>
                </a:lnTo>
                <a:lnTo>
                  <a:pt x="34" y="199"/>
                </a:lnTo>
                <a:lnTo>
                  <a:pt x="40" y="190"/>
                </a:lnTo>
                <a:lnTo>
                  <a:pt x="45" y="181"/>
                </a:lnTo>
                <a:lnTo>
                  <a:pt x="51" y="171"/>
                </a:lnTo>
                <a:lnTo>
                  <a:pt x="58" y="162"/>
                </a:lnTo>
                <a:lnTo>
                  <a:pt x="64" y="154"/>
                </a:lnTo>
                <a:lnTo>
                  <a:pt x="72" y="145"/>
                </a:lnTo>
                <a:lnTo>
                  <a:pt x="79" y="136"/>
                </a:lnTo>
                <a:lnTo>
                  <a:pt x="87" y="128"/>
                </a:lnTo>
                <a:lnTo>
                  <a:pt x="95" y="120"/>
                </a:lnTo>
                <a:lnTo>
                  <a:pt x="103" y="112"/>
                </a:lnTo>
                <a:lnTo>
                  <a:pt x="112" y="104"/>
                </a:lnTo>
                <a:lnTo>
                  <a:pt x="121" y="97"/>
                </a:lnTo>
                <a:lnTo>
                  <a:pt x="130" y="90"/>
                </a:lnTo>
                <a:lnTo>
                  <a:pt x="140" y="83"/>
                </a:lnTo>
                <a:lnTo>
                  <a:pt x="151" y="76"/>
                </a:lnTo>
                <a:lnTo>
                  <a:pt x="161" y="70"/>
                </a:lnTo>
                <a:lnTo>
                  <a:pt x="171" y="63"/>
                </a:lnTo>
                <a:lnTo>
                  <a:pt x="182" y="57"/>
                </a:lnTo>
                <a:lnTo>
                  <a:pt x="192" y="52"/>
                </a:lnTo>
                <a:lnTo>
                  <a:pt x="203" y="46"/>
                </a:lnTo>
                <a:lnTo>
                  <a:pt x="215" y="41"/>
                </a:lnTo>
                <a:lnTo>
                  <a:pt x="226" y="36"/>
                </a:lnTo>
                <a:lnTo>
                  <a:pt x="238" y="32"/>
                </a:lnTo>
                <a:lnTo>
                  <a:pt x="249" y="27"/>
                </a:lnTo>
                <a:lnTo>
                  <a:pt x="261" y="24"/>
                </a:lnTo>
                <a:lnTo>
                  <a:pt x="273" y="20"/>
                </a:lnTo>
                <a:lnTo>
                  <a:pt x="286" y="16"/>
                </a:lnTo>
                <a:lnTo>
                  <a:pt x="298" y="13"/>
                </a:lnTo>
                <a:lnTo>
                  <a:pt x="310" y="11"/>
                </a:lnTo>
                <a:lnTo>
                  <a:pt x="323" y="8"/>
                </a:lnTo>
                <a:lnTo>
                  <a:pt x="336" y="6"/>
                </a:lnTo>
                <a:lnTo>
                  <a:pt x="348" y="4"/>
                </a:lnTo>
                <a:lnTo>
                  <a:pt x="361" y="3"/>
                </a:lnTo>
                <a:lnTo>
                  <a:pt x="374" y="2"/>
                </a:lnTo>
                <a:lnTo>
                  <a:pt x="387" y="1"/>
                </a:lnTo>
                <a:lnTo>
                  <a:pt x="400" y="1"/>
                </a:lnTo>
                <a:lnTo>
                  <a:pt x="413" y="0"/>
                </a:lnTo>
                <a:lnTo>
                  <a:pt x="426" y="1"/>
                </a:lnTo>
                <a:lnTo>
                  <a:pt x="439" y="1"/>
                </a:lnTo>
                <a:lnTo>
                  <a:pt x="452" y="2"/>
                </a:lnTo>
                <a:lnTo>
                  <a:pt x="464" y="3"/>
                </a:lnTo>
                <a:lnTo>
                  <a:pt x="477" y="4"/>
                </a:lnTo>
                <a:lnTo>
                  <a:pt x="490" y="6"/>
                </a:lnTo>
                <a:lnTo>
                  <a:pt x="503" y="8"/>
                </a:lnTo>
                <a:lnTo>
                  <a:pt x="515" y="11"/>
                </a:lnTo>
                <a:lnTo>
                  <a:pt x="528" y="13"/>
                </a:lnTo>
                <a:lnTo>
                  <a:pt x="540" y="16"/>
                </a:lnTo>
                <a:lnTo>
                  <a:pt x="552" y="20"/>
                </a:lnTo>
                <a:lnTo>
                  <a:pt x="564" y="24"/>
                </a:lnTo>
                <a:lnTo>
                  <a:pt x="576" y="27"/>
                </a:lnTo>
                <a:lnTo>
                  <a:pt x="588" y="32"/>
                </a:lnTo>
                <a:lnTo>
                  <a:pt x="600" y="36"/>
                </a:lnTo>
                <a:lnTo>
                  <a:pt x="611" y="41"/>
                </a:lnTo>
                <a:lnTo>
                  <a:pt x="622" y="46"/>
                </a:lnTo>
                <a:lnTo>
                  <a:pt x="633" y="52"/>
                </a:lnTo>
                <a:lnTo>
                  <a:pt x="644" y="57"/>
                </a:lnTo>
                <a:lnTo>
                  <a:pt x="655" y="63"/>
                </a:lnTo>
                <a:lnTo>
                  <a:pt x="665" y="70"/>
                </a:lnTo>
                <a:lnTo>
                  <a:pt x="675" y="76"/>
                </a:lnTo>
                <a:lnTo>
                  <a:pt x="685" y="83"/>
                </a:lnTo>
                <a:lnTo>
                  <a:pt x="694" y="90"/>
                </a:lnTo>
                <a:lnTo>
                  <a:pt x="704" y="97"/>
                </a:lnTo>
                <a:lnTo>
                  <a:pt x="713" y="104"/>
                </a:lnTo>
                <a:lnTo>
                  <a:pt x="721" y="112"/>
                </a:lnTo>
                <a:lnTo>
                  <a:pt x="730" y="120"/>
                </a:lnTo>
                <a:lnTo>
                  <a:pt x="738" y="128"/>
                </a:lnTo>
                <a:lnTo>
                  <a:pt x="746" y="136"/>
                </a:lnTo>
                <a:lnTo>
                  <a:pt x="753" y="145"/>
                </a:lnTo>
                <a:lnTo>
                  <a:pt x="760" y="154"/>
                </a:lnTo>
                <a:lnTo>
                  <a:pt x="767" y="162"/>
                </a:lnTo>
                <a:lnTo>
                  <a:pt x="773" y="171"/>
                </a:lnTo>
                <a:lnTo>
                  <a:pt x="779" y="181"/>
                </a:lnTo>
                <a:lnTo>
                  <a:pt x="785" y="190"/>
                </a:lnTo>
                <a:lnTo>
                  <a:pt x="790" y="199"/>
                </a:lnTo>
                <a:lnTo>
                  <a:pt x="795" y="210"/>
                </a:lnTo>
                <a:lnTo>
                  <a:pt x="800" y="220"/>
                </a:lnTo>
                <a:lnTo>
                  <a:pt x="804" y="229"/>
                </a:lnTo>
                <a:lnTo>
                  <a:pt x="808" y="239"/>
                </a:lnTo>
                <a:lnTo>
                  <a:pt x="811" y="249"/>
                </a:lnTo>
                <a:lnTo>
                  <a:pt x="814" y="259"/>
                </a:lnTo>
                <a:lnTo>
                  <a:pt x="817" y="270"/>
                </a:lnTo>
                <a:lnTo>
                  <a:pt x="819" y="280"/>
                </a:lnTo>
                <a:lnTo>
                  <a:pt x="821" y="290"/>
                </a:lnTo>
                <a:lnTo>
                  <a:pt x="822" y="300"/>
                </a:lnTo>
                <a:lnTo>
                  <a:pt x="823" y="311"/>
                </a:lnTo>
                <a:lnTo>
                  <a:pt x="824" y="321"/>
                </a:lnTo>
                <a:lnTo>
                  <a:pt x="824" y="331"/>
                </a:lnTo>
                <a:close/>
              </a:path>
            </a:pathLst>
          </a:custGeom>
          <a:solidFill>
            <a:srgbClr val="ffb3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8" name=""/>
          <p:cNvSpPr/>
          <p:nvPr/>
        </p:nvSpPr>
        <p:spPr>
          <a:xfrm>
            <a:off x="4829760" y="1708200"/>
            <a:ext cx="298440" cy="239400"/>
          </a:xfrm>
          <a:custGeom>
            <a:avLst/>
            <a:gdLst/>
            <a:ahLst/>
            <a:rect l="0" t="0" r="r" b="b"/>
            <a:pathLst>
              <a:path w="829" h="665">
                <a:moveTo>
                  <a:pt x="826" y="333"/>
                </a:moveTo>
                <a:lnTo>
                  <a:pt x="826" y="323"/>
                </a:lnTo>
                <a:lnTo>
                  <a:pt x="825" y="313"/>
                </a:lnTo>
                <a:lnTo>
                  <a:pt x="824" y="302"/>
                </a:lnTo>
                <a:lnTo>
                  <a:pt x="823" y="292"/>
                </a:lnTo>
                <a:lnTo>
                  <a:pt x="821" y="282"/>
                </a:lnTo>
                <a:lnTo>
                  <a:pt x="819" y="272"/>
                </a:lnTo>
                <a:lnTo>
                  <a:pt x="816" y="261"/>
                </a:lnTo>
                <a:lnTo>
                  <a:pt x="813" y="251"/>
                </a:lnTo>
                <a:lnTo>
                  <a:pt x="810" y="241"/>
                </a:lnTo>
                <a:lnTo>
                  <a:pt x="806" y="231"/>
                </a:lnTo>
                <a:lnTo>
                  <a:pt x="802" y="221"/>
                </a:lnTo>
                <a:lnTo>
                  <a:pt x="797" y="211"/>
                </a:lnTo>
                <a:lnTo>
                  <a:pt x="792" y="201"/>
                </a:lnTo>
                <a:lnTo>
                  <a:pt x="787" y="192"/>
                </a:lnTo>
                <a:lnTo>
                  <a:pt x="781" y="183"/>
                </a:lnTo>
                <a:lnTo>
                  <a:pt x="775" y="173"/>
                </a:lnTo>
                <a:lnTo>
                  <a:pt x="769" y="164"/>
                </a:lnTo>
                <a:lnTo>
                  <a:pt x="762" y="156"/>
                </a:lnTo>
                <a:lnTo>
                  <a:pt x="755" y="147"/>
                </a:lnTo>
                <a:lnTo>
                  <a:pt x="748" y="138"/>
                </a:lnTo>
                <a:lnTo>
                  <a:pt x="740" y="130"/>
                </a:lnTo>
                <a:lnTo>
                  <a:pt x="732" y="122"/>
                </a:lnTo>
                <a:lnTo>
                  <a:pt x="723" y="114"/>
                </a:lnTo>
                <a:lnTo>
                  <a:pt x="715" y="106"/>
                </a:lnTo>
                <a:lnTo>
                  <a:pt x="706" y="99"/>
                </a:lnTo>
                <a:lnTo>
                  <a:pt x="696" y="92"/>
                </a:lnTo>
                <a:lnTo>
                  <a:pt x="687" y="85"/>
                </a:lnTo>
                <a:lnTo>
                  <a:pt x="677" y="78"/>
                </a:lnTo>
                <a:lnTo>
                  <a:pt x="667" y="72"/>
                </a:lnTo>
                <a:lnTo>
                  <a:pt x="657" y="65"/>
                </a:lnTo>
                <a:lnTo>
                  <a:pt x="646" y="59"/>
                </a:lnTo>
                <a:lnTo>
                  <a:pt x="635" y="54"/>
                </a:lnTo>
                <a:lnTo>
                  <a:pt x="624" y="48"/>
                </a:lnTo>
                <a:lnTo>
                  <a:pt x="613" y="43"/>
                </a:lnTo>
                <a:lnTo>
                  <a:pt x="602" y="38"/>
                </a:lnTo>
                <a:lnTo>
                  <a:pt x="590" y="34"/>
                </a:lnTo>
                <a:lnTo>
                  <a:pt x="578" y="29"/>
                </a:lnTo>
                <a:lnTo>
                  <a:pt x="566" y="26"/>
                </a:lnTo>
                <a:lnTo>
                  <a:pt x="554" y="22"/>
                </a:lnTo>
                <a:lnTo>
                  <a:pt x="542" y="18"/>
                </a:lnTo>
                <a:lnTo>
                  <a:pt x="530" y="15"/>
                </a:lnTo>
                <a:lnTo>
                  <a:pt x="517" y="13"/>
                </a:lnTo>
                <a:lnTo>
                  <a:pt x="505" y="10"/>
                </a:lnTo>
                <a:lnTo>
                  <a:pt x="492" y="8"/>
                </a:lnTo>
                <a:lnTo>
                  <a:pt x="479" y="6"/>
                </a:lnTo>
                <a:lnTo>
                  <a:pt x="466" y="5"/>
                </a:lnTo>
                <a:lnTo>
                  <a:pt x="454" y="4"/>
                </a:lnTo>
                <a:lnTo>
                  <a:pt x="441" y="3"/>
                </a:lnTo>
                <a:lnTo>
                  <a:pt x="428" y="3"/>
                </a:lnTo>
                <a:lnTo>
                  <a:pt x="415" y="2"/>
                </a:lnTo>
                <a:lnTo>
                  <a:pt x="402" y="3"/>
                </a:lnTo>
                <a:lnTo>
                  <a:pt x="389" y="3"/>
                </a:lnTo>
                <a:lnTo>
                  <a:pt x="376" y="4"/>
                </a:lnTo>
                <a:lnTo>
                  <a:pt x="363" y="5"/>
                </a:lnTo>
                <a:lnTo>
                  <a:pt x="350" y="6"/>
                </a:lnTo>
                <a:lnTo>
                  <a:pt x="338" y="8"/>
                </a:lnTo>
                <a:lnTo>
                  <a:pt x="325" y="10"/>
                </a:lnTo>
                <a:lnTo>
                  <a:pt x="312" y="13"/>
                </a:lnTo>
                <a:lnTo>
                  <a:pt x="300" y="15"/>
                </a:lnTo>
                <a:lnTo>
                  <a:pt x="288" y="18"/>
                </a:lnTo>
                <a:lnTo>
                  <a:pt x="275" y="22"/>
                </a:lnTo>
                <a:lnTo>
                  <a:pt x="263" y="26"/>
                </a:lnTo>
                <a:lnTo>
                  <a:pt x="251" y="29"/>
                </a:lnTo>
                <a:lnTo>
                  <a:pt x="240" y="34"/>
                </a:lnTo>
                <a:lnTo>
                  <a:pt x="227" y="38"/>
                </a:lnTo>
                <a:lnTo>
                  <a:pt x="216" y="43"/>
                </a:lnTo>
                <a:lnTo>
                  <a:pt x="204" y="48"/>
                </a:lnTo>
                <a:lnTo>
                  <a:pt x="193" y="54"/>
                </a:lnTo>
                <a:lnTo>
                  <a:pt x="183" y="59"/>
                </a:lnTo>
                <a:lnTo>
                  <a:pt x="172" y="65"/>
                </a:lnTo>
                <a:lnTo>
                  <a:pt x="162" y="72"/>
                </a:lnTo>
                <a:lnTo>
                  <a:pt x="152" y="78"/>
                </a:lnTo>
                <a:lnTo>
                  <a:pt x="142" y="85"/>
                </a:lnTo>
                <a:lnTo>
                  <a:pt x="132" y="92"/>
                </a:lnTo>
                <a:lnTo>
                  <a:pt x="123" y="99"/>
                </a:lnTo>
                <a:lnTo>
                  <a:pt x="114" y="106"/>
                </a:lnTo>
                <a:lnTo>
                  <a:pt x="105" y="114"/>
                </a:lnTo>
                <a:lnTo>
                  <a:pt x="97" y="122"/>
                </a:lnTo>
                <a:lnTo>
                  <a:pt x="89" y="130"/>
                </a:lnTo>
                <a:lnTo>
                  <a:pt x="81" y="138"/>
                </a:lnTo>
                <a:lnTo>
                  <a:pt x="74" y="147"/>
                </a:lnTo>
                <a:lnTo>
                  <a:pt x="66" y="156"/>
                </a:lnTo>
                <a:lnTo>
                  <a:pt x="60" y="164"/>
                </a:lnTo>
                <a:lnTo>
                  <a:pt x="53" y="173"/>
                </a:lnTo>
                <a:lnTo>
                  <a:pt x="47" y="183"/>
                </a:lnTo>
                <a:lnTo>
                  <a:pt x="42" y="192"/>
                </a:lnTo>
                <a:lnTo>
                  <a:pt x="36" y="201"/>
                </a:lnTo>
                <a:lnTo>
                  <a:pt x="31" y="211"/>
                </a:lnTo>
                <a:lnTo>
                  <a:pt x="27" y="221"/>
                </a:lnTo>
                <a:lnTo>
                  <a:pt x="22" y="231"/>
                </a:lnTo>
                <a:lnTo>
                  <a:pt x="19" y="241"/>
                </a:lnTo>
                <a:lnTo>
                  <a:pt x="15" y="251"/>
                </a:lnTo>
                <a:lnTo>
                  <a:pt x="12" y="261"/>
                </a:lnTo>
                <a:lnTo>
                  <a:pt x="10" y="272"/>
                </a:lnTo>
                <a:lnTo>
                  <a:pt x="7" y="282"/>
                </a:lnTo>
                <a:lnTo>
                  <a:pt x="6" y="292"/>
                </a:lnTo>
                <a:lnTo>
                  <a:pt x="4" y="302"/>
                </a:lnTo>
                <a:lnTo>
                  <a:pt x="3" y="313"/>
                </a:lnTo>
                <a:lnTo>
                  <a:pt x="3" y="323"/>
                </a:lnTo>
                <a:lnTo>
                  <a:pt x="2" y="333"/>
                </a:lnTo>
                <a:lnTo>
                  <a:pt x="3" y="344"/>
                </a:lnTo>
                <a:lnTo>
                  <a:pt x="3" y="354"/>
                </a:lnTo>
                <a:lnTo>
                  <a:pt x="4" y="364"/>
                </a:lnTo>
                <a:lnTo>
                  <a:pt x="6" y="375"/>
                </a:lnTo>
                <a:lnTo>
                  <a:pt x="7" y="385"/>
                </a:lnTo>
                <a:lnTo>
                  <a:pt x="10" y="395"/>
                </a:lnTo>
                <a:lnTo>
                  <a:pt x="12" y="405"/>
                </a:lnTo>
                <a:lnTo>
                  <a:pt x="15" y="415"/>
                </a:lnTo>
                <a:lnTo>
                  <a:pt x="19" y="425"/>
                </a:lnTo>
                <a:lnTo>
                  <a:pt x="22" y="435"/>
                </a:lnTo>
                <a:lnTo>
                  <a:pt x="27" y="445"/>
                </a:lnTo>
                <a:lnTo>
                  <a:pt x="31" y="455"/>
                </a:lnTo>
                <a:lnTo>
                  <a:pt x="36" y="464"/>
                </a:lnTo>
                <a:lnTo>
                  <a:pt x="42" y="474"/>
                </a:lnTo>
                <a:lnTo>
                  <a:pt x="47" y="483"/>
                </a:lnTo>
                <a:lnTo>
                  <a:pt x="53" y="492"/>
                </a:lnTo>
                <a:lnTo>
                  <a:pt x="60" y="501"/>
                </a:lnTo>
                <a:lnTo>
                  <a:pt x="66" y="510"/>
                </a:lnTo>
                <a:lnTo>
                  <a:pt x="74" y="519"/>
                </a:lnTo>
                <a:lnTo>
                  <a:pt x="81" y="527"/>
                </a:lnTo>
                <a:lnTo>
                  <a:pt x="89" y="536"/>
                </a:lnTo>
                <a:lnTo>
                  <a:pt x="97" y="544"/>
                </a:lnTo>
                <a:lnTo>
                  <a:pt x="105" y="552"/>
                </a:lnTo>
                <a:lnTo>
                  <a:pt x="114" y="559"/>
                </a:lnTo>
                <a:lnTo>
                  <a:pt x="123" y="567"/>
                </a:lnTo>
                <a:lnTo>
                  <a:pt x="132" y="574"/>
                </a:lnTo>
                <a:lnTo>
                  <a:pt x="142" y="581"/>
                </a:lnTo>
                <a:lnTo>
                  <a:pt x="152" y="588"/>
                </a:lnTo>
                <a:lnTo>
                  <a:pt x="162" y="594"/>
                </a:lnTo>
                <a:lnTo>
                  <a:pt x="172" y="600"/>
                </a:lnTo>
                <a:lnTo>
                  <a:pt x="183" y="606"/>
                </a:lnTo>
                <a:lnTo>
                  <a:pt x="193" y="612"/>
                </a:lnTo>
                <a:lnTo>
                  <a:pt x="204" y="617"/>
                </a:lnTo>
                <a:lnTo>
                  <a:pt x="216" y="623"/>
                </a:lnTo>
                <a:lnTo>
                  <a:pt x="227" y="627"/>
                </a:lnTo>
                <a:lnTo>
                  <a:pt x="240" y="632"/>
                </a:lnTo>
                <a:lnTo>
                  <a:pt x="251" y="636"/>
                </a:lnTo>
                <a:lnTo>
                  <a:pt x="263" y="640"/>
                </a:lnTo>
                <a:lnTo>
                  <a:pt x="275" y="644"/>
                </a:lnTo>
                <a:lnTo>
                  <a:pt x="288" y="647"/>
                </a:lnTo>
                <a:lnTo>
                  <a:pt x="300" y="650"/>
                </a:lnTo>
                <a:lnTo>
                  <a:pt x="312" y="653"/>
                </a:lnTo>
                <a:lnTo>
                  <a:pt x="325" y="655"/>
                </a:lnTo>
                <a:lnTo>
                  <a:pt x="338" y="658"/>
                </a:lnTo>
                <a:lnTo>
                  <a:pt x="350" y="659"/>
                </a:lnTo>
                <a:lnTo>
                  <a:pt x="363" y="661"/>
                </a:lnTo>
                <a:lnTo>
                  <a:pt x="376" y="662"/>
                </a:lnTo>
                <a:lnTo>
                  <a:pt x="389" y="663"/>
                </a:lnTo>
                <a:lnTo>
                  <a:pt x="402" y="663"/>
                </a:lnTo>
                <a:lnTo>
                  <a:pt x="415" y="663"/>
                </a:lnTo>
                <a:lnTo>
                  <a:pt x="428" y="663"/>
                </a:lnTo>
                <a:lnTo>
                  <a:pt x="441" y="663"/>
                </a:lnTo>
                <a:lnTo>
                  <a:pt x="454" y="662"/>
                </a:lnTo>
                <a:lnTo>
                  <a:pt x="466" y="661"/>
                </a:lnTo>
                <a:lnTo>
                  <a:pt x="479" y="659"/>
                </a:lnTo>
                <a:lnTo>
                  <a:pt x="492" y="658"/>
                </a:lnTo>
                <a:lnTo>
                  <a:pt x="505" y="655"/>
                </a:lnTo>
                <a:lnTo>
                  <a:pt x="517" y="653"/>
                </a:lnTo>
                <a:lnTo>
                  <a:pt x="530" y="650"/>
                </a:lnTo>
                <a:lnTo>
                  <a:pt x="542" y="647"/>
                </a:lnTo>
                <a:lnTo>
                  <a:pt x="554" y="644"/>
                </a:lnTo>
                <a:lnTo>
                  <a:pt x="566" y="640"/>
                </a:lnTo>
                <a:lnTo>
                  <a:pt x="578" y="636"/>
                </a:lnTo>
                <a:lnTo>
                  <a:pt x="590" y="632"/>
                </a:lnTo>
                <a:lnTo>
                  <a:pt x="602" y="627"/>
                </a:lnTo>
                <a:lnTo>
                  <a:pt x="613" y="623"/>
                </a:lnTo>
                <a:lnTo>
                  <a:pt x="624" y="617"/>
                </a:lnTo>
                <a:lnTo>
                  <a:pt x="635" y="612"/>
                </a:lnTo>
                <a:lnTo>
                  <a:pt x="646" y="606"/>
                </a:lnTo>
                <a:lnTo>
                  <a:pt x="657" y="600"/>
                </a:lnTo>
                <a:lnTo>
                  <a:pt x="667" y="594"/>
                </a:lnTo>
                <a:lnTo>
                  <a:pt x="677" y="588"/>
                </a:lnTo>
                <a:lnTo>
                  <a:pt x="687" y="581"/>
                </a:lnTo>
                <a:lnTo>
                  <a:pt x="696" y="574"/>
                </a:lnTo>
                <a:lnTo>
                  <a:pt x="706" y="567"/>
                </a:lnTo>
                <a:lnTo>
                  <a:pt x="715" y="559"/>
                </a:lnTo>
                <a:lnTo>
                  <a:pt x="723" y="552"/>
                </a:lnTo>
                <a:lnTo>
                  <a:pt x="732" y="544"/>
                </a:lnTo>
                <a:lnTo>
                  <a:pt x="740" y="536"/>
                </a:lnTo>
                <a:lnTo>
                  <a:pt x="748" y="527"/>
                </a:lnTo>
                <a:lnTo>
                  <a:pt x="755" y="519"/>
                </a:lnTo>
                <a:lnTo>
                  <a:pt x="762" y="510"/>
                </a:lnTo>
                <a:lnTo>
                  <a:pt x="769" y="501"/>
                </a:lnTo>
                <a:lnTo>
                  <a:pt x="775" y="492"/>
                </a:lnTo>
                <a:lnTo>
                  <a:pt x="781" y="483"/>
                </a:lnTo>
                <a:lnTo>
                  <a:pt x="787" y="474"/>
                </a:lnTo>
                <a:lnTo>
                  <a:pt x="792" y="464"/>
                </a:lnTo>
                <a:lnTo>
                  <a:pt x="797" y="455"/>
                </a:lnTo>
                <a:lnTo>
                  <a:pt x="802" y="445"/>
                </a:lnTo>
                <a:lnTo>
                  <a:pt x="806" y="435"/>
                </a:lnTo>
                <a:lnTo>
                  <a:pt x="810" y="425"/>
                </a:lnTo>
                <a:lnTo>
                  <a:pt x="813" y="415"/>
                </a:lnTo>
                <a:lnTo>
                  <a:pt x="816" y="405"/>
                </a:lnTo>
                <a:lnTo>
                  <a:pt x="819" y="395"/>
                </a:lnTo>
                <a:lnTo>
                  <a:pt x="821" y="385"/>
                </a:lnTo>
                <a:lnTo>
                  <a:pt x="823" y="375"/>
                </a:lnTo>
                <a:lnTo>
                  <a:pt x="824" y="364"/>
                </a:lnTo>
                <a:lnTo>
                  <a:pt x="825" y="354"/>
                </a:lnTo>
                <a:lnTo>
                  <a:pt x="826" y="344"/>
                </a:lnTo>
                <a:lnTo>
                  <a:pt x="826" y="333"/>
                </a:lnTo>
                <a:moveTo>
                  <a:pt x="829" y="333"/>
                </a:moveTo>
                <a:lnTo>
                  <a:pt x="828" y="344"/>
                </a:lnTo>
                <a:lnTo>
                  <a:pt x="828" y="354"/>
                </a:lnTo>
                <a:lnTo>
                  <a:pt x="827" y="365"/>
                </a:lnTo>
                <a:lnTo>
                  <a:pt x="825" y="375"/>
                </a:lnTo>
                <a:lnTo>
                  <a:pt x="823" y="385"/>
                </a:lnTo>
                <a:lnTo>
                  <a:pt x="821" y="396"/>
                </a:lnTo>
                <a:lnTo>
                  <a:pt x="819" y="406"/>
                </a:lnTo>
                <a:lnTo>
                  <a:pt x="816" y="416"/>
                </a:lnTo>
                <a:lnTo>
                  <a:pt x="812" y="426"/>
                </a:lnTo>
                <a:lnTo>
                  <a:pt x="808" y="436"/>
                </a:lnTo>
                <a:lnTo>
                  <a:pt x="804" y="446"/>
                </a:lnTo>
                <a:lnTo>
                  <a:pt x="799" y="456"/>
                </a:lnTo>
                <a:lnTo>
                  <a:pt x="795" y="465"/>
                </a:lnTo>
                <a:lnTo>
                  <a:pt x="789" y="475"/>
                </a:lnTo>
                <a:lnTo>
                  <a:pt x="783" y="484"/>
                </a:lnTo>
                <a:lnTo>
                  <a:pt x="777" y="493"/>
                </a:lnTo>
                <a:lnTo>
                  <a:pt x="771" y="502"/>
                </a:lnTo>
                <a:lnTo>
                  <a:pt x="764" y="511"/>
                </a:lnTo>
                <a:lnTo>
                  <a:pt x="757" y="520"/>
                </a:lnTo>
                <a:lnTo>
                  <a:pt x="750" y="528"/>
                </a:lnTo>
                <a:lnTo>
                  <a:pt x="742" y="537"/>
                </a:lnTo>
                <a:lnTo>
                  <a:pt x="734" y="545"/>
                </a:lnTo>
                <a:lnTo>
                  <a:pt x="725" y="553"/>
                </a:lnTo>
                <a:lnTo>
                  <a:pt x="716" y="561"/>
                </a:lnTo>
                <a:lnTo>
                  <a:pt x="707" y="568"/>
                </a:lnTo>
                <a:lnTo>
                  <a:pt x="698" y="575"/>
                </a:lnTo>
                <a:lnTo>
                  <a:pt x="688" y="582"/>
                </a:lnTo>
                <a:lnTo>
                  <a:pt x="679" y="589"/>
                </a:lnTo>
                <a:lnTo>
                  <a:pt x="668" y="596"/>
                </a:lnTo>
                <a:lnTo>
                  <a:pt x="658" y="602"/>
                </a:lnTo>
                <a:lnTo>
                  <a:pt x="647" y="608"/>
                </a:lnTo>
                <a:lnTo>
                  <a:pt x="636" y="614"/>
                </a:lnTo>
                <a:lnTo>
                  <a:pt x="625" y="619"/>
                </a:lnTo>
                <a:lnTo>
                  <a:pt x="614" y="624"/>
                </a:lnTo>
                <a:lnTo>
                  <a:pt x="603" y="629"/>
                </a:lnTo>
                <a:lnTo>
                  <a:pt x="591" y="634"/>
                </a:lnTo>
                <a:lnTo>
                  <a:pt x="579" y="638"/>
                </a:lnTo>
                <a:lnTo>
                  <a:pt x="567" y="642"/>
                </a:lnTo>
                <a:lnTo>
                  <a:pt x="555" y="646"/>
                </a:lnTo>
                <a:lnTo>
                  <a:pt x="543" y="649"/>
                </a:lnTo>
                <a:lnTo>
                  <a:pt x="530" y="652"/>
                </a:lnTo>
                <a:lnTo>
                  <a:pt x="518" y="655"/>
                </a:lnTo>
                <a:lnTo>
                  <a:pt x="505" y="657"/>
                </a:lnTo>
                <a:lnTo>
                  <a:pt x="492" y="659"/>
                </a:lnTo>
                <a:lnTo>
                  <a:pt x="480" y="661"/>
                </a:lnTo>
                <a:lnTo>
                  <a:pt x="467" y="663"/>
                </a:lnTo>
                <a:lnTo>
                  <a:pt x="454" y="664"/>
                </a:lnTo>
                <a:lnTo>
                  <a:pt x="441" y="665"/>
                </a:lnTo>
                <a:lnTo>
                  <a:pt x="428" y="665"/>
                </a:lnTo>
                <a:lnTo>
                  <a:pt x="415" y="665"/>
                </a:lnTo>
                <a:lnTo>
                  <a:pt x="402" y="665"/>
                </a:lnTo>
                <a:lnTo>
                  <a:pt x="389" y="665"/>
                </a:lnTo>
                <a:lnTo>
                  <a:pt x="376" y="664"/>
                </a:lnTo>
                <a:lnTo>
                  <a:pt x="363" y="663"/>
                </a:lnTo>
                <a:lnTo>
                  <a:pt x="350" y="661"/>
                </a:lnTo>
                <a:lnTo>
                  <a:pt x="337" y="659"/>
                </a:lnTo>
                <a:lnTo>
                  <a:pt x="325" y="657"/>
                </a:lnTo>
                <a:lnTo>
                  <a:pt x="312" y="655"/>
                </a:lnTo>
                <a:lnTo>
                  <a:pt x="299" y="652"/>
                </a:lnTo>
                <a:lnTo>
                  <a:pt x="287" y="649"/>
                </a:lnTo>
                <a:lnTo>
                  <a:pt x="275" y="646"/>
                </a:lnTo>
                <a:lnTo>
                  <a:pt x="262" y="642"/>
                </a:lnTo>
                <a:lnTo>
                  <a:pt x="250" y="638"/>
                </a:lnTo>
                <a:lnTo>
                  <a:pt x="239" y="634"/>
                </a:lnTo>
                <a:lnTo>
                  <a:pt x="226" y="629"/>
                </a:lnTo>
                <a:lnTo>
                  <a:pt x="214" y="624"/>
                </a:lnTo>
                <a:lnTo>
                  <a:pt x="203" y="619"/>
                </a:lnTo>
                <a:lnTo>
                  <a:pt x="192" y="614"/>
                </a:lnTo>
                <a:lnTo>
                  <a:pt x="181" y="608"/>
                </a:lnTo>
                <a:lnTo>
                  <a:pt x="171" y="602"/>
                </a:lnTo>
                <a:lnTo>
                  <a:pt x="160" y="596"/>
                </a:lnTo>
                <a:lnTo>
                  <a:pt x="150" y="589"/>
                </a:lnTo>
                <a:lnTo>
                  <a:pt x="140" y="582"/>
                </a:lnTo>
                <a:lnTo>
                  <a:pt x="131" y="575"/>
                </a:lnTo>
                <a:lnTo>
                  <a:pt x="121" y="568"/>
                </a:lnTo>
                <a:lnTo>
                  <a:pt x="112" y="561"/>
                </a:lnTo>
                <a:lnTo>
                  <a:pt x="103" y="553"/>
                </a:lnTo>
                <a:lnTo>
                  <a:pt x="95" y="545"/>
                </a:lnTo>
                <a:lnTo>
                  <a:pt x="87" y="537"/>
                </a:lnTo>
                <a:lnTo>
                  <a:pt x="79" y="528"/>
                </a:lnTo>
                <a:lnTo>
                  <a:pt x="72" y="520"/>
                </a:lnTo>
                <a:lnTo>
                  <a:pt x="64" y="511"/>
                </a:lnTo>
                <a:lnTo>
                  <a:pt x="58" y="502"/>
                </a:lnTo>
                <a:lnTo>
                  <a:pt x="51" y="493"/>
                </a:lnTo>
                <a:lnTo>
                  <a:pt x="45" y="484"/>
                </a:lnTo>
                <a:lnTo>
                  <a:pt x="39" y="475"/>
                </a:lnTo>
                <a:lnTo>
                  <a:pt x="34" y="465"/>
                </a:lnTo>
                <a:lnTo>
                  <a:pt x="29" y="456"/>
                </a:lnTo>
                <a:lnTo>
                  <a:pt x="25" y="446"/>
                </a:lnTo>
                <a:lnTo>
                  <a:pt x="20" y="436"/>
                </a:lnTo>
                <a:lnTo>
                  <a:pt x="16" y="426"/>
                </a:lnTo>
                <a:lnTo>
                  <a:pt x="13" y="416"/>
                </a:lnTo>
                <a:lnTo>
                  <a:pt x="10" y="406"/>
                </a:lnTo>
                <a:lnTo>
                  <a:pt x="7" y="396"/>
                </a:lnTo>
                <a:lnTo>
                  <a:pt x="5" y="385"/>
                </a:lnTo>
                <a:lnTo>
                  <a:pt x="3" y="375"/>
                </a:lnTo>
                <a:lnTo>
                  <a:pt x="2" y="365"/>
                </a:lnTo>
                <a:lnTo>
                  <a:pt x="1" y="354"/>
                </a:lnTo>
                <a:lnTo>
                  <a:pt x="0" y="344"/>
                </a:lnTo>
                <a:lnTo>
                  <a:pt x="0" y="333"/>
                </a:lnTo>
                <a:lnTo>
                  <a:pt x="0" y="323"/>
                </a:lnTo>
                <a:lnTo>
                  <a:pt x="1" y="313"/>
                </a:lnTo>
                <a:lnTo>
                  <a:pt x="2" y="302"/>
                </a:lnTo>
                <a:lnTo>
                  <a:pt x="3" y="292"/>
                </a:lnTo>
                <a:lnTo>
                  <a:pt x="5" y="281"/>
                </a:lnTo>
                <a:lnTo>
                  <a:pt x="7" y="271"/>
                </a:lnTo>
                <a:lnTo>
                  <a:pt x="10" y="261"/>
                </a:lnTo>
                <a:lnTo>
                  <a:pt x="13" y="251"/>
                </a:lnTo>
                <a:lnTo>
                  <a:pt x="16" y="241"/>
                </a:lnTo>
                <a:lnTo>
                  <a:pt x="20" y="231"/>
                </a:lnTo>
                <a:lnTo>
                  <a:pt x="25" y="220"/>
                </a:lnTo>
                <a:lnTo>
                  <a:pt x="29" y="210"/>
                </a:lnTo>
                <a:lnTo>
                  <a:pt x="34" y="201"/>
                </a:lnTo>
                <a:lnTo>
                  <a:pt x="39" y="191"/>
                </a:lnTo>
                <a:lnTo>
                  <a:pt x="45" y="182"/>
                </a:lnTo>
                <a:lnTo>
                  <a:pt x="51" y="172"/>
                </a:lnTo>
                <a:lnTo>
                  <a:pt x="58" y="163"/>
                </a:lnTo>
                <a:lnTo>
                  <a:pt x="64" y="155"/>
                </a:lnTo>
                <a:lnTo>
                  <a:pt x="72" y="146"/>
                </a:lnTo>
                <a:lnTo>
                  <a:pt x="79" y="137"/>
                </a:lnTo>
                <a:lnTo>
                  <a:pt x="87" y="129"/>
                </a:lnTo>
                <a:lnTo>
                  <a:pt x="95" y="121"/>
                </a:lnTo>
                <a:lnTo>
                  <a:pt x="103" y="113"/>
                </a:lnTo>
                <a:lnTo>
                  <a:pt x="112" y="105"/>
                </a:lnTo>
                <a:lnTo>
                  <a:pt x="121" y="98"/>
                </a:lnTo>
                <a:lnTo>
                  <a:pt x="131" y="90"/>
                </a:lnTo>
                <a:lnTo>
                  <a:pt x="140" y="83"/>
                </a:lnTo>
                <a:lnTo>
                  <a:pt x="150" y="77"/>
                </a:lnTo>
                <a:lnTo>
                  <a:pt x="160" y="70"/>
                </a:lnTo>
                <a:lnTo>
                  <a:pt x="171" y="64"/>
                </a:lnTo>
                <a:lnTo>
                  <a:pt x="181" y="58"/>
                </a:lnTo>
                <a:lnTo>
                  <a:pt x="192" y="52"/>
                </a:lnTo>
                <a:lnTo>
                  <a:pt x="203" y="47"/>
                </a:lnTo>
                <a:lnTo>
                  <a:pt x="214" y="42"/>
                </a:lnTo>
                <a:lnTo>
                  <a:pt x="226" y="37"/>
                </a:lnTo>
                <a:lnTo>
                  <a:pt x="239" y="32"/>
                </a:lnTo>
                <a:lnTo>
                  <a:pt x="250" y="28"/>
                </a:lnTo>
                <a:lnTo>
                  <a:pt x="262" y="24"/>
                </a:lnTo>
                <a:lnTo>
                  <a:pt x="275" y="20"/>
                </a:lnTo>
                <a:lnTo>
                  <a:pt x="287" y="17"/>
                </a:lnTo>
                <a:lnTo>
                  <a:pt x="299" y="14"/>
                </a:lnTo>
                <a:lnTo>
                  <a:pt x="312" y="11"/>
                </a:lnTo>
                <a:lnTo>
                  <a:pt x="325" y="8"/>
                </a:lnTo>
                <a:lnTo>
                  <a:pt x="337" y="6"/>
                </a:lnTo>
                <a:lnTo>
                  <a:pt x="350" y="5"/>
                </a:lnTo>
                <a:lnTo>
                  <a:pt x="363" y="3"/>
                </a:lnTo>
                <a:lnTo>
                  <a:pt x="376" y="2"/>
                </a:lnTo>
                <a:lnTo>
                  <a:pt x="389" y="1"/>
                </a:lnTo>
                <a:lnTo>
                  <a:pt x="402" y="1"/>
                </a:lnTo>
                <a:lnTo>
                  <a:pt x="415" y="0"/>
                </a:lnTo>
                <a:lnTo>
                  <a:pt x="428" y="1"/>
                </a:lnTo>
                <a:lnTo>
                  <a:pt x="441" y="1"/>
                </a:lnTo>
                <a:lnTo>
                  <a:pt x="454" y="2"/>
                </a:lnTo>
                <a:lnTo>
                  <a:pt x="467" y="3"/>
                </a:lnTo>
                <a:lnTo>
                  <a:pt x="480" y="5"/>
                </a:lnTo>
                <a:lnTo>
                  <a:pt x="492" y="6"/>
                </a:lnTo>
                <a:lnTo>
                  <a:pt x="505" y="8"/>
                </a:lnTo>
                <a:lnTo>
                  <a:pt x="518" y="11"/>
                </a:lnTo>
                <a:lnTo>
                  <a:pt x="530" y="14"/>
                </a:lnTo>
                <a:lnTo>
                  <a:pt x="543" y="17"/>
                </a:lnTo>
                <a:lnTo>
                  <a:pt x="555" y="20"/>
                </a:lnTo>
                <a:lnTo>
                  <a:pt x="567" y="24"/>
                </a:lnTo>
                <a:lnTo>
                  <a:pt x="579" y="28"/>
                </a:lnTo>
                <a:lnTo>
                  <a:pt x="591" y="32"/>
                </a:lnTo>
                <a:lnTo>
                  <a:pt x="603" y="37"/>
                </a:lnTo>
                <a:lnTo>
                  <a:pt x="614" y="42"/>
                </a:lnTo>
                <a:lnTo>
                  <a:pt x="625" y="47"/>
                </a:lnTo>
                <a:lnTo>
                  <a:pt x="636" y="52"/>
                </a:lnTo>
                <a:lnTo>
                  <a:pt x="647" y="58"/>
                </a:lnTo>
                <a:lnTo>
                  <a:pt x="658" y="64"/>
                </a:lnTo>
                <a:lnTo>
                  <a:pt x="668" y="70"/>
                </a:lnTo>
                <a:lnTo>
                  <a:pt x="679" y="77"/>
                </a:lnTo>
                <a:lnTo>
                  <a:pt x="688" y="83"/>
                </a:lnTo>
                <a:lnTo>
                  <a:pt x="698" y="90"/>
                </a:lnTo>
                <a:lnTo>
                  <a:pt x="707" y="98"/>
                </a:lnTo>
                <a:lnTo>
                  <a:pt x="716" y="105"/>
                </a:lnTo>
                <a:lnTo>
                  <a:pt x="725" y="113"/>
                </a:lnTo>
                <a:lnTo>
                  <a:pt x="734" y="121"/>
                </a:lnTo>
                <a:lnTo>
                  <a:pt x="742" y="129"/>
                </a:lnTo>
                <a:lnTo>
                  <a:pt x="750" y="137"/>
                </a:lnTo>
                <a:lnTo>
                  <a:pt x="757" y="146"/>
                </a:lnTo>
                <a:lnTo>
                  <a:pt x="764" y="155"/>
                </a:lnTo>
                <a:lnTo>
                  <a:pt x="771" y="163"/>
                </a:lnTo>
                <a:lnTo>
                  <a:pt x="777" y="172"/>
                </a:lnTo>
                <a:lnTo>
                  <a:pt x="783" y="182"/>
                </a:lnTo>
                <a:lnTo>
                  <a:pt x="789" y="191"/>
                </a:lnTo>
                <a:lnTo>
                  <a:pt x="795" y="201"/>
                </a:lnTo>
                <a:lnTo>
                  <a:pt x="799" y="210"/>
                </a:lnTo>
                <a:lnTo>
                  <a:pt x="804" y="220"/>
                </a:lnTo>
                <a:lnTo>
                  <a:pt x="808" y="231"/>
                </a:lnTo>
                <a:lnTo>
                  <a:pt x="812" y="241"/>
                </a:lnTo>
                <a:lnTo>
                  <a:pt x="816" y="251"/>
                </a:lnTo>
                <a:lnTo>
                  <a:pt x="819" y="261"/>
                </a:lnTo>
                <a:lnTo>
                  <a:pt x="821" y="271"/>
                </a:lnTo>
                <a:lnTo>
                  <a:pt x="823" y="281"/>
                </a:lnTo>
                <a:lnTo>
                  <a:pt x="825" y="292"/>
                </a:lnTo>
                <a:lnTo>
                  <a:pt x="827" y="302"/>
                </a:lnTo>
                <a:lnTo>
                  <a:pt x="828" y="313"/>
                </a:lnTo>
                <a:lnTo>
                  <a:pt x="828" y="323"/>
                </a:lnTo>
                <a:lnTo>
                  <a:pt x="829" y="333"/>
                </a:lnTo>
                <a:close/>
              </a:path>
            </a:pathLst>
          </a:custGeom>
          <a:solidFill>
            <a:srgbClr val="ffb3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89" name=""/>
          <p:cNvSpPr/>
          <p:nvPr/>
        </p:nvSpPr>
        <p:spPr>
          <a:xfrm>
            <a:off x="4829040" y="1707840"/>
            <a:ext cx="299880" cy="240480"/>
          </a:xfrm>
          <a:custGeom>
            <a:avLst/>
            <a:gdLst/>
            <a:ahLst/>
            <a:rect l="0" t="0" r="r" b="b"/>
            <a:pathLst>
              <a:path w="833" h="668">
                <a:moveTo>
                  <a:pt x="831" y="334"/>
                </a:moveTo>
                <a:lnTo>
                  <a:pt x="830" y="324"/>
                </a:lnTo>
                <a:lnTo>
                  <a:pt x="830" y="314"/>
                </a:lnTo>
                <a:lnTo>
                  <a:pt x="829" y="303"/>
                </a:lnTo>
                <a:lnTo>
                  <a:pt x="827" y="293"/>
                </a:lnTo>
                <a:lnTo>
                  <a:pt x="825" y="282"/>
                </a:lnTo>
                <a:lnTo>
                  <a:pt x="823" y="272"/>
                </a:lnTo>
                <a:lnTo>
                  <a:pt x="821" y="262"/>
                </a:lnTo>
                <a:lnTo>
                  <a:pt x="818" y="251"/>
                </a:lnTo>
                <a:lnTo>
                  <a:pt x="814" y="241"/>
                </a:lnTo>
                <a:lnTo>
                  <a:pt x="810" y="231"/>
                </a:lnTo>
                <a:lnTo>
                  <a:pt x="806" y="221"/>
                </a:lnTo>
                <a:lnTo>
                  <a:pt x="801" y="211"/>
                </a:lnTo>
                <a:lnTo>
                  <a:pt x="797" y="202"/>
                </a:lnTo>
                <a:lnTo>
                  <a:pt x="791" y="192"/>
                </a:lnTo>
                <a:lnTo>
                  <a:pt x="785" y="183"/>
                </a:lnTo>
                <a:lnTo>
                  <a:pt x="779" y="173"/>
                </a:lnTo>
                <a:lnTo>
                  <a:pt x="773" y="164"/>
                </a:lnTo>
                <a:lnTo>
                  <a:pt x="766" y="156"/>
                </a:lnTo>
                <a:lnTo>
                  <a:pt x="759" y="147"/>
                </a:lnTo>
                <a:lnTo>
                  <a:pt x="752" y="138"/>
                </a:lnTo>
                <a:lnTo>
                  <a:pt x="744" y="130"/>
                </a:lnTo>
                <a:lnTo>
                  <a:pt x="736" y="122"/>
                </a:lnTo>
                <a:lnTo>
                  <a:pt x="727" y="114"/>
                </a:lnTo>
                <a:lnTo>
                  <a:pt x="718" y="106"/>
                </a:lnTo>
                <a:lnTo>
                  <a:pt x="709" y="99"/>
                </a:lnTo>
                <a:lnTo>
                  <a:pt x="700" y="91"/>
                </a:lnTo>
                <a:lnTo>
                  <a:pt x="690" y="84"/>
                </a:lnTo>
                <a:lnTo>
                  <a:pt x="681" y="78"/>
                </a:lnTo>
                <a:lnTo>
                  <a:pt x="670" y="71"/>
                </a:lnTo>
                <a:lnTo>
                  <a:pt x="660" y="65"/>
                </a:lnTo>
                <a:lnTo>
                  <a:pt x="649" y="59"/>
                </a:lnTo>
                <a:lnTo>
                  <a:pt x="638" y="53"/>
                </a:lnTo>
                <a:lnTo>
                  <a:pt x="627" y="48"/>
                </a:lnTo>
                <a:lnTo>
                  <a:pt x="616" y="43"/>
                </a:lnTo>
                <a:lnTo>
                  <a:pt x="605" y="38"/>
                </a:lnTo>
                <a:lnTo>
                  <a:pt x="593" y="33"/>
                </a:lnTo>
                <a:lnTo>
                  <a:pt x="581" y="29"/>
                </a:lnTo>
                <a:lnTo>
                  <a:pt x="569" y="25"/>
                </a:lnTo>
                <a:lnTo>
                  <a:pt x="557" y="21"/>
                </a:lnTo>
                <a:lnTo>
                  <a:pt x="545" y="18"/>
                </a:lnTo>
                <a:lnTo>
                  <a:pt x="532" y="15"/>
                </a:lnTo>
                <a:lnTo>
                  <a:pt x="520" y="12"/>
                </a:lnTo>
                <a:lnTo>
                  <a:pt x="507" y="9"/>
                </a:lnTo>
                <a:lnTo>
                  <a:pt x="494" y="7"/>
                </a:lnTo>
                <a:lnTo>
                  <a:pt x="482" y="6"/>
                </a:lnTo>
                <a:lnTo>
                  <a:pt x="469" y="4"/>
                </a:lnTo>
                <a:lnTo>
                  <a:pt x="456" y="3"/>
                </a:lnTo>
                <a:lnTo>
                  <a:pt x="443" y="2"/>
                </a:lnTo>
                <a:lnTo>
                  <a:pt x="430" y="2"/>
                </a:lnTo>
                <a:lnTo>
                  <a:pt x="417" y="1"/>
                </a:lnTo>
                <a:lnTo>
                  <a:pt x="404" y="2"/>
                </a:lnTo>
                <a:lnTo>
                  <a:pt x="391" y="2"/>
                </a:lnTo>
                <a:lnTo>
                  <a:pt x="378" y="3"/>
                </a:lnTo>
                <a:lnTo>
                  <a:pt x="365" y="4"/>
                </a:lnTo>
                <a:lnTo>
                  <a:pt x="352" y="6"/>
                </a:lnTo>
                <a:lnTo>
                  <a:pt x="339" y="7"/>
                </a:lnTo>
                <a:lnTo>
                  <a:pt x="327" y="9"/>
                </a:lnTo>
                <a:lnTo>
                  <a:pt x="313" y="12"/>
                </a:lnTo>
                <a:lnTo>
                  <a:pt x="300" y="15"/>
                </a:lnTo>
                <a:lnTo>
                  <a:pt x="288" y="18"/>
                </a:lnTo>
                <a:lnTo>
                  <a:pt x="276" y="21"/>
                </a:lnTo>
                <a:lnTo>
                  <a:pt x="263" y="25"/>
                </a:lnTo>
                <a:lnTo>
                  <a:pt x="251" y="29"/>
                </a:lnTo>
                <a:lnTo>
                  <a:pt x="240" y="33"/>
                </a:lnTo>
                <a:lnTo>
                  <a:pt x="228" y="38"/>
                </a:lnTo>
                <a:lnTo>
                  <a:pt x="216" y="43"/>
                </a:lnTo>
                <a:lnTo>
                  <a:pt x="205" y="48"/>
                </a:lnTo>
                <a:lnTo>
                  <a:pt x="194" y="53"/>
                </a:lnTo>
                <a:lnTo>
                  <a:pt x="183" y="59"/>
                </a:lnTo>
                <a:lnTo>
                  <a:pt x="173" y="65"/>
                </a:lnTo>
                <a:lnTo>
                  <a:pt x="162" y="71"/>
                </a:lnTo>
                <a:lnTo>
                  <a:pt x="152" y="78"/>
                </a:lnTo>
                <a:lnTo>
                  <a:pt x="142" y="84"/>
                </a:lnTo>
                <a:lnTo>
                  <a:pt x="133" y="91"/>
                </a:lnTo>
                <a:lnTo>
                  <a:pt x="123" y="99"/>
                </a:lnTo>
                <a:lnTo>
                  <a:pt x="114" y="106"/>
                </a:lnTo>
                <a:lnTo>
                  <a:pt x="105" y="114"/>
                </a:lnTo>
                <a:lnTo>
                  <a:pt x="97" y="122"/>
                </a:lnTo>
                <a:lnTo>
                  <a:pt x="89" y="130"/>
                </a:lnTo>
                <a:lnTo>
                  <a:pt x="81" y="138"/>
                </a:lnTo>
                <a:lnTo>
                  <a:pt x="74" y="147"/>
                </a:lnTo>
                <a:lnTo>
                  <a:pt x="66" y="156"/>
                </a:lnTo>
                <a:lnTo>
                  <a:pt x="60" y="164"/>
                </a:lnTo>
                <a:lnTo>
                  <a:pt x="53" y="173"/>
                </a:lnTo>
                <a:lnTo>
                  <a:pt x="47" y="183"/>
                </a:lnTo>
                <a:lnTo>
                  <a:pt x="41" y="192"/>
                </a:lnTo>
                <a:lnTo>
                  <a:pt x="36" y="202"/>
                </a:lnTo>
                <a:lnTo>
                  <a:pt x="31" y="211"/>
                </a:lnTo>
                <a:lnTo>
                  <a:pt x="27" y="221"/>
                </a:lnTo>
                <a:lnTo>
                  <a:pt x="22" y="231"/>
                </a:lnTo>
                <a:lnTo>
                  <a:pt x="18" y="241"/>
                </a:lnTo>
                <a:lnTo>
                  <a:pt x="15" y="251"/>
                </a:lnTo>
                <a:lnTo>
                  <a:pt x="12" y="262"/>
                </a:lnTo>
                <a:lnTo>
                  <a:pt x="9" y="272"/>
                </a:lnTo>
                <a:lnTo>
                  <a:pt x="7" y="282"/>
                </a:lnTo>
                <a:lnTo>
                  <a:pt x="5" y="293"/>
                </a:lnTo>
                <a:lnTo>
                  <a:pt x="4" y="303"/>
                </a:lnTo>
                <a:lnTo>
                  <a:pt x="3" y="314"/>
                </a:lnTo>
                <a:lnTo>
                  <a:pt x="2" y="324"/>
                </a:lnTo>
                <a:lnTo>
                  <a:pt x="2" y="334"/>
                </a:lnTo>
                <a:lnTo>
                  <a:pt x="2" y="345"/>
                </a:lnTo>
                <a:lnTo>
                  <a:pt x="3" y="355"/>
                </a:lnTo>
                <a:lnTo>
                  <a:pt x="4" y="366"/>
                </a:lnTo>
                <a:lnTo>
                  <a:pt x="5" y="376"/>
                </a:lnTo>
                <a:lnTo>
                  <a:pt x="7" y="386"/>
                </a:lnTo>
                <a:lnTo>
                  <a:pt x="9" y="397"/>
                </a:lnTo>
                <a:lnTo>
                  <a:pt x="12" y="407"/>
                </a:lnTo>
                <a:lnTo>
                  <a:pt x="15" y="417"/>
                </a:lnTo>
                <a:lnTo>
                  <a:pt x="18" y="427"/>
                </a:lnTo>
                <a:lnTo>
                  <a:pt x="22" y="437"/>
                </a:lnTo>
                <a:lnTo>
                  <a:pt x="27" y="447"/>
                </a:lnTo>
                <a:lnTo>
                  <a:pt x="31" y="457"/>
                </a:lnTo>
                <a:lnTo>
                  <a:pt x="36" y="466"/>
                </a:lnTo>
                <a:lnTo>
                  <a:pt x="41" y="476"/>
                </a:lnTo>
                <a:lnTo>
                  <a:pt x="47" y="485"/>
                </a:lnTo>
                <a:lnTo>
                  <a:pt x="53" y="494"/>
                </a:lnTo>
                <a:lnTo>
                  <a:pt x="60" y="503"/>
                </a:lnTo>
                <a:lnTo>
                  <a:pt x="66" y="512"/>
                </a:lnTo>
                <a:lnTo>
                  <a:pt x="74" y="521"/>
                </a:lnTo>
                <a:lnTo>
                  <a:pt x="81" y="529"/>
                </a:lnTo>
                <a:lnTo>
                  <a:pt x="89" y="538"/>
                </a:lnTo>
                <a:lnTo>
                  <a:pt x="97" y="546"/>
                </a:lnTo>
                <a:lnTo>
                  <a:pt x="105" y="554"/>
                </a:lnTo>
                <a:lnTo>
                  <a:pt x="114" y="562"/>
                </a:lnTo>
                <a:lnTo>
                  <a:pt x="123" y="569"/>
                </a:lnTo>
                <a:lnTo>
                  <a:pt x="133" y="576"/>
                </a:lnTo>
                <a:lnTo>
                  <a:pt x="142" y="583"/>
                </a:lnTo>
                <a:lnTo>
                  <a:pt x="152" y="590"/>
                </a:lnTo>
                <a:lnTo>
                  <a:pt x="162" y="597"/>
                </a:lnTo>
                <a:lnTo>
                  <a:pt x="173" y="603"/>
                </a:lnTo>
                <a:lnTo>
                  <a:pt x="183" y="609"/>
                </a:lnTo>
                <a:lnTo>
                  <a:pt x="194" y="615"/>
                </a:lnTo>
                <a:lnTo>
                  <a:pt x="205" y="620"/>
                </a:lnTo>
                <a:lnTo>
                  <a:pt x="216" y="625"/>
                </a:lnTo>
                <a:lnTo>
                  <a:pt x="228" y="630"/>
                </a:lnTo>
                <a:lnTo>
                  <a:pt x="240" y="635"/>
                </a:lnTo>
                <a:lnTo>
                  <a:pt x="251" y="639"/>
                </a:lnTo>
                <a:lnTo>
                  <a:pt x="263" y="643"/>
                </a:lnTo>
                <a:lnTo>
                  <a:pt x="276" y="647"/>
                </a:lnTo>
                <a:lnTo>
                  <a:pt x="288" y="650"/>
                </a:lnTo>
                <a:lnTo>
                  <a:pt x="300" y="653"/>
                </a:lnTo>
                <a:lnTo>
                  <a:pt x="313" y="656"/>
                </a:lnTo>
                <a:lnTo>
                  <a:pt x="327" y="658"/>
                </a:lnTo>
                <a:lnTo>
                  <a:pt x="339" y="660"/>
                </a:lnTo>
                <a:lnTo>
                  <a:pt x="352" y="662"/>
                </a:lnTo>
                <a:lnTo>
                  <a:pt x="365" y="664"/>
                </a:lnTo>
                <a:lnTo>
                  <a:pt x="378" y="665"/>
                </a:lnTo>
                <a:lnTo>
                  <a:pt x="391" y="666"/>
                </a:lnTo>
                <a:lnTo>
                  <a:pt x="404" y="666"/>
                </a:lnTo>
                <a:lnTo>
                  <a:pt x="417" y="666"/>
                </a:lnTo>
                <a:lnTo>
                  <a:pt x="430" y="666"/>
                </a:lnTo>
                <a:lnTo>
                  <a:pt x="443" y="666"/>
                </a:lnTo>
                <a:lnTo>
                  <a:pt x="456" y="665"/>
                </a:lnTo>
                <a:lnTo>
                  <a:pt x="469" y="664"/>
                </a:lnTo>
                <a:lnTo>
                  <a:pt x="482" y="662"/>
                </a:lnTo>
                <a:lnTo>
                  <a:pt x="494" y="660"/>
                </a:lnTo>
                <a:lnTo>
                  <a:pt x="507" y="658"/>
                </a:lnTo>
                <a:lnTo>
                  <a:pt x="520" y="656"/>
                </a:lnTo>
                <a:lnTo>
                  <a:pt x="532" y="653"/>
                </a:lnTo>
                <a:lnTo>
                  <a:pt x="545" y="650"/>
                </a:lnTo>
                <a:lnTo>
                  <a:pt x="557" y="647"/>
                </a:lnTo>
                <a:lnTo>
                  <a:pt x="569" y="643"/>
                </a:lnTo>
                <a:lnTo>
                  <a:pt x="581" y="639"/>
                </a:lnTo>
                <a:lnTo>
                  <a:pt x="593" y="635"/>
                </a:lnTo>
                <a:lnTo>
                  <a:pt x="605" y="630"/>
                </a:lnTo>
                <a:lnTo>
                  <a:pt x="616" y="625"/>
                </a:lnTo>
                <a:lnTo>
                  <a:pt x="627" y="620"/>
                </a:lnTo>
                <a:lnTo>
                  <a:pt x="638" y="615"/>
                </a:lnTo>
                <a:lnTo>
                  <a:pt x="649" y="609"/>
                </a:lnTo>
                <a:lnTo>
                  <a:pt x="660" y="603"/>
                </a:lnTo>
                <a:lnTo>
                  <a:pt x="670" y="597"/>
                </a:lnTo>
                <a:lnTo>
                  <a:pt x="681" y="590"/>
                </a:lnTo>
                <a:lnTo>
                  <a:pt x="690" y="583"/>
                </a:lnTo>
                <a:lnTo>
                  <a:pt x="700" y="576"/>
                </a:lnTo>
                <a:lnTo>
                  <a:pt x="709" y="569"/>
                </a:lnTo>
                <a:lnTo>
                  <a:pt x="718" y="562"/>
                </a:lnTo>
                <a:lnTo>
                  <a:pt x="727" y="554"/>
                </a:lnTo>
                <a:lnTo>
                  <a:pt x="736" y="546"/>
                </a:lnTo>
                <a:lnTo>
                  <a:pt x="744" y="538"/>
                </a:lnTo>
                <a:lnTo>
                  <a:pt x="752" y="529"/>
                </a:lnTo>
                <a:lnTo>
                  <a:pt x="759" y="521"/>
                </a:lnTo>
                <a:lnTo>
                  <a:pt x="766" y="512"/>
                </a:lnTo>
                <a:lnTo>
                  <a:pt x="773" y="503"/>
                </a:lnTo>
                <a:lnTo>
                  <a:pt x="779" y="494"/>
                </a:lnTo>
                <a:lnTo>
                  <a:pt x="785" y="485"/>
                </a:lnTo>
                <a:lnTo>
                  <a:pt x="791" y="476"/>
                </a:lnTo>
                <a:lnTo>
                  <a:pt x="797" y="466"/>
                </a:lnTo>
                <a:lnTo>
                  <a:pt x="801" y="457"/>
                </a:lnTo>
                <a:lnTo>
                  <a:pt x="806" y="447"/>
                </a:lnTo>
                <a:lnTo>
                  <a:pt x="810" y="437"/>
                </a:lnTo>
                <a:lnTo>
                  <a:pt x="814" y="427"/>
                </a:lnTo>
                <a:lnTo>
                  <a:pt x="818" y="417"/>
                </a:lnTo>
                <a:lnTo>
                  <a:pt x="821" y="407"/>
                </a:lnTo>
                <a:lnTo>
                  <a:pt x="823" y="397"/>
                </a:lnTo>
                <a:lnTo>
                  <a:pt x="825" y="386"/>
                </a:lnTo>
                <a:lnTo>
                  <a:pt x="827" y="376"/>
                </a:lnTo>
                <a:lnTo>
                  <a:pt x="829" y="366"/>
                </a:lnTo>
                <a:lnTo>
                  <a:pt x="830" y="355"/>
                </a:lnTo>
                <a:lnTo>
                  <a:pt x="830" y="345"/>
                </a:lnTo>
                <a:lnTo>
                  <a:pt x="831" y="334"/>
                </a:lnTo>
                <a:moveTo>
                  <a:pt x="833" y="334"/>
                </a:moveTo>
                <a:lnTo>
                  <a:pt x="833" y="345"/>
                </a:lnTo>
                <a:lnTo>
                  <a:pt x="832" y="355"/>
                </a:lnTo>
                <a:lnTo>
                  <a:pt x="831" y="366"/>
                </a:lnTo>
                <a:lnTo>
                  <a:pt x="830" y="376"/>
                </a:lnTo>
                <a:lnTo>
                  <a:pt x="828" y="387"/>
                </a:lnTo>
                <a:lnTo>
                  <a:pt x="825" y="397"/>
                </a:lnTo>
                <a:lnTo>
                  <a:pt x="823" y="407"/>
                </a:lnTo>
                <a:lnTo>
                  <a:pt x="820" y="417"/>
                </a:lnTo>
                <a:lnTo>
                  <a:pt x="816" y="427"/>
                </a:lnTo>
                <a:lnTo>
                  <a:pt x="812" y="438"/>
                </a:lnTo>
                <a:lnTo>
                  <a:pt x="808" y="447"/>
                </a:lnTo>
                <a:lnTo>
                  <a:pt x="804" y="457"/>
                </a:lnTo>
                <a:lnTo>
                  <a:pt x="799" y="467"/>
                </a:lnTo>
                <a:lnTo>
                  <a:pt x="793" y="476"/>
                </a:lnTo>
                <a:lnTo>
                  <a:pt x="787" y="486"/>
                </a:lnTo>
                <a:lnTo>
                  <a:pt x="781" y="495"/>
                </a:lnTo>
                <a:lnTo>
                  <a:pt x="775" y="504"/>
                </a:lnTo>
                <a:lnTo>
                  <a:pt x="768" y="513"/>
                </a:lnTo>
                <a:lnTo>
                  <a:pt x="761" y="522"/>
                </a:lnTo>
                <a:lnTo>
                  <a:pt x="753" y="531"/>
                </a:lnTo>
                <a:lnTo>
                  <a:pt x="746" y="539"/>
                </a:lnTo>
                <a:lnTo>
                  <a:pt x="737" y="547"/>
                </a:lnTo>
                <a:lnTo>
                  <a:pt x="729" y="555"/>
                </a:lnTo>
                <a:lnTo>
                  <a:pt x="720" y="563"/>
                </a:lnTo>
                <a:lnTo>
                  <a:pt x="711" y="570"/>
                </a:lnTo>
                <a:lnTo>
                  <a:pt x="702" y="578"/>
                </a:lnTo>
                <a:lnTo>
                  <a:pt x="692" y="585"/>
                </a:lnTo>
                <a:lnTo>
                  <a:pt x="682" y="592"/>
                </a:lnTo>
                <a:lnTo>
                  <a:pt x="672" y="598"/>
                </a:lnTo>
                <a:lnTo>
                  <a:pt x="661" y="604"/>
                </a:lnTo>
                <a:lnTo>
                  <a:pt x="651" y="610"/>
                </a:lnTo>
                <a:lnTo>
                  <a:pt x="640" y="616"/>
                </a:lnTo>
                <a:lnTo>
                  <a:pt x="629" y="622"/>
                </a:lnTo>
                <a:lnTo>
                  <a:pt x="617" y="627"/>
                </a:lnTo>
                <a:lnTo>
                  <a:pt x="606" y="632"/>
                </a:lnTo>
                <a:lnTo>
                  <a:pt x="594" y="636"/>
                </a:lnTo>
                <a:lnTo>
                  <a:pt x="582" y="641"/>
                </a:lnTo>
                <a:lnTo>
                  <a:pt x="570" y="645"/>
                </a:lnTo>
                <a:lnTo>
                  <a:pt x="558" y="648"/>
                </a:lnTo>
                <a:lnTo>
                  <a:pt x="545" y="652"/>
                </a:lnTo>
                <a:lnTo>
                  <a:pt x="533" y="655"/>
                </a:lnTo>
                <a:lnTo>
                  <a:pt x="520" y="658"/>
                </a:lnTo>
                <a:lnTo>
                  <a:pt x="508" y="660"/>
                </a:lnTo>
                <a:lnTo>
                  <a:pt x="495" y="662"/>
                </a:lnTo>
                <a:lnTo>
                  <a:pt x="482" y="664"/>
                </a:lnTo>
                <a:lnTo>
                  <a:pt x="469" y="665"/>
                </a:lnTo>
                <a:lnTo>
                  <a:pt x="456" y="667"/>
                </a:lnTo>
                <a:lnTo>
                  <a:pt x="443" y="667"/>
                </a:lnTo>
                <a:lnTo>
                  <a:pt x="430" y="668"/>
                </a:lnTo>
                <a:lnTo>
                  <a:pt x="417" y="668"/>
                </a:lnTo>
                <a:lnTo>
                  <a:pt x="404" y="668"/>
                </a:lnTo>
                <a:lnTo>
                  <a:pt x="391" y="667"/>
                </a:lnTo>
                <a:lnTo>
                  <a:pt x="378" y="667"/>
                </a:lnTo>
                <a:lnTo>
                  <a:pt x="365" y="665"/>
                </a:lnTo>
                <a:lnTo>
                  <a:pt x="352" y="664"/>
                </a:lnTo>
                <a:lnTo>
                  <a:pt x="339" y="662"/>
                </a:lnTo>
                <a:lnTo>
                  <a:pt x="326" y="660"/>
                </a:lnTo>
                <a:lnTo>
                  <a:pt x="312" y="658"/>
                </a:lnTo>
                <a:lnTo>
                  <a:pt x="300" y="655"/>
                </a:lnTo>
                <a:lnTo>
                  <a:pt x="287" y="652"/>
                </a:lnTo>
                <a:lnTo>
                  <a:pt x="275" y="648"/>
                </a:lnTo>
                <a:lnTo>
                  <a:pt x="263" y="645"/>
                </a:lnTo>
                <a:lnTo>
                  <a:pt x="251" y="641"/>
                </a:lnTo>
                <a:lnTo>
                  <a:pt x="239" y="636"/>
                </a:lnTo>
                <a:lnTo>
                  <a:pt x="227" y="632"/>
                </a:lnTo>
                <a:lnTo>
                  <a:pt x="215" y="627"/>
                </a:lnTo>
                <a:lnTo>
                  <a:pt x="204" y="622"/>
                </a:lnTo>
                <a:lnTo>
                  <a:pt x="193" y="616"/>
                </a:lnTo>
                <a:lnTo>
                  <a:pt x="182" y="610"/>
                </a:lnTo>
                <a:lnTo>
                  <a:pt x="171" y="604"/>
                </a:lnTo>
                <a:lnTo>
                  <a:pt x="161" y="598"/>
                </a:lnTo>
                <a:lnTo>
                  <a:pt x="151" y="592"/>
                </a:lnTo>
                <a:lnTo>
                  <a:pt x="141" y="585"/>
                </a:lnTo>
                <a:lnTo>
                  <a:pt x="131" y="578"/>
                </a:lnTo>
                <a:lnTo>
                  <a:pt x="122" y="570"/>
                </a:lnTo>
                <a:lnTo>
                  <a:pt x="113" y="563"/>
                </a:lnTo>
                <a:lnTo>
                  <a:pt x="104" y="555"/>
                </a:lnTo>
                <a:lnTo>
                  <a:pt x="95" y="547"/>
                </a:lnTo>
                <a:lnTo>
                  <a:pt x="87" y="539"/>
                </a:lnTo>
                <a:lnTo>
                  <a:pt x="79" y="531"/>
                </a:lnTo>
                <a:lnTo>
                  <a:pt x="72" y="522"/>
                </a:lnTo>
                <a:lnTo>
                  <a:pt x="65" y="513"/>
                </a:lnTo>
                <a:lnTo>
                  <a:pt x="58" y="504"/>
                </a:lnTo>
                <a:lnTo>
                  <a:pt x="51" y="495"/>
                </a:lnTo>
                <a:lnTo>
                  <a:pt x="45" y="486"/>
                </a:lnTo>
                <a:lnTo>
                  <a:pt x="39" y="476"/>
                </a:lnTo>
                <a:lnTo>
                  <a:pt x="34" y="467"/>
                </a:lnTo>
                <a:lnTo>
                  <a:pt x="29" y="457"/>
                </a:lnTo>
                <a:lnTo>
                  <a:pt x="24" y="447"/>
                </a:lnTo>
                <a:lnTo>
                  <a:pt x="20" y="438"/>
                </a:lnTo>
                <a:lnTo>
                  <a:pt x="16" y="427"/>
                </a:lnTo>
                <a:lnTo>
                  <a:pt x="13" y="417"/>
                </a:lnTo>
                <a:lnTo>
                  <a:pt x="10" y="407"/>
                </a:lnTo>
                <a:lnTo>
                  <a:pt x="7" y="397"/>
                </a:lnTo>
                <a:lnTo>
                  <a:pt x="5" y="387"/>
                </a:lnTo>
                <a:lnTo>
                  <a:pt x="3" y="376"/>
                </a:lnTo>
                <a:lnTo>
                  <a:pt x="2" y="366"/>
                </a:lnTo>
                <a:lnTo>
                  <a:pt x="1" y="355"/>
                </a:lnTo>
                <a:lnTo>
                  <a:pt x="0" y="345"/>
                </a:lnTo>
                <a:lnTo>
                  <a:pt x="0" y="334"/>
                </a:lnTo>
                <a:lnTo>
                  <a:pt x="0" y="324"/>
                </a:lnTo>
                <a:lnTo>
                  <a:pt x="1" y="313"/>
                </a:lnTo>
                <a:lnTo>
                  <a:pt x="2" y="303"/>
                </a:lnTo>
                <a:lnTo>
                  <a:pt x="3" y="293"/>
                </a:lnTo>
                <a:lnTo>
                  <a:pt x="5" y="282"/>
                </a:lnTo>
                <a:lnTo>
                  <a:pt x="7" y="272"/>
                </a:lnTo>
                <a:lnTo>
                  <a:pt x="10" y="262"/>
                </a:lnTo>
                <a:lnTo>
                  <a:pt x="13" y="250"/>
                </a:lnTo>
                <a:lnTo>
                  <a:pt x="16" y="240"/>
                </a:lnTo>
                <a:lnTo>
                  <a:pt x="20" y="230"/>
                </a:lnTo>
                <a:lnTo>
                  <a:pt x="24" y="220"/>
                </a:lnTo>
                <a:lnTo>
                  <a:pt x="29" y="211"/>
                </a:lnTo>
                <a:lnTo>
                  <a:pt x="34" y="201"/>
                </a:lnTo>
                <a:lnTo>
                  <a:pt x="39" y="191"/>
                </a:lnTo>
                <a:lnTo>
                  <a:pt x="45" y="182"/>
                </a:lnTo>
                <a:lnTo>
                  <a:pt x="51" y="173"/>
                </a:lnTo>
                <a:lnTo>
                  <a:pt x="58" y="164"/>
                </a:lnTo>
                <a:lnTo>
                  <a:pt x="65" y="155"/>
                </a:lnTo>
                <a:lnTo>
                  <a:pt x="72" y="146"/>
                </a:lnTo>
                <a:lnTo>
                  <a:pt x="79" y="137"/>
                </a:lnTo>
                <a:lnTo>
                  <a:pt x="87" y="129"/>
                </a:lnTo>
                <a:lnTo>
                  <a:pt x="95" y="121"/>
                </a:lnTo>
                <a:lnTo>
                  <a:pt x="104" y="113"/>
                </a:lnTo>
                <a:lnTo>
                  <a:pt x="113" y="105"/>
                </a:lnTo>
                <a:lnTo>
                  <a:pt x="122" y="97"/>
                </a:lnTo>
                <a:lnTo>
                  <a:pt x="131" y="90"/>
                </a:lnTo>
                <a:lnTo>
                  <a:pt x="141" y="83"/>
                </a:lnTo>
                <a:lnTo>
                  <a:pt x="151" y="76"/>
                </a:lnTo>
                <a:lnTo>
                  <a:pt x="161" y="70"/>
                </a:lnTo>
                <a:lnTo>
                  <a:pt x="171" y="63"/>
                </a:lnTo>
                <a:lnTo>
                  <a:pt x="182" y="57"/>
                </a:lnTo>
                <a:lnTo>
                  <a:pt x="193" y="52"/>
                </a:lnTo>
                <a:lnTo>
                  <a:pt x="204" y="46"/>
                </a:lnTo>
                <a:lnTo>
                  <a:pt x="215" y="41"/>
                </a:lnTo>
                <a:lnTo>
                  <a:pt x="227" y="36"/>
                </a:lnTo>
                <a:lnTo>
                  <a:pt x="239" y="31"/>
                </a:lnTo>
                <a:lnTo>
                  <a:pt x="251" y="27"/>
                </a:lnTo>
                <a:lnTo>
                  <a:pt x="263" y="23"/>
                </a:lnTo>
                <a:lnTo>
                  <a:pt x="275" y="19"/>
                </a:lnTo>
                <a:lnTo>
                  <a:pt x="287" y="16"/>
                </a:lnTo>
                <a:lnTo>
                  <a:pt x="300" y="13"/>
                </a:lnTo>
                <a:lnTo>
                  <a:pt x="312" y="10"/>
                </a:lnTo>
                <a:lnTo>
                  <a:pt x="326" y="8"/>
                </a:lnTo>
                <a:lnTo>
                  <a:pt x="339" y="6"/>
                </a:lnTo>
                <a:lnTo>
                  <a:pt x="352" y="4"/>
                </a:lnTo>
                <a:lnTo>
                  <a:pt x="365" y="2"/>
                </a:lnTo>
                <a:lnTo>
                  <a:pt x="378" y="1"/>
                </a:lnTo>
                <a:lnTo>
                  <a:pt x="391" y="0"/>
                </a:lnTo>
                <a:lnTo>
                  <a:pt x="404" y="0"/>
                </a:lnTo>
                <a:lnTo>
                  <a:pt x="417" y="0"/>
                </a:lnTo>
                <a:lnTo>
                  <a:pt x="430" y="0"/>
                </a:lnTo>
                <a:lnTo>
                  <a:pt x="443" y="0"/>
                </a:lnTo>
                <a:lnTo>
                  <a:pt x="456" y="1"/>
                </a:lnTo>
                <a:lnTo>
                  <a:pt x="469" y="2"/>
                </a:lnTo>
                <a:lnTo>
                  <a:pt x="482" y="4"/>
                </a:lnTo>
                <a:lnTo>
                  <a:pt x="495" y="6"/>
                </a:lnTo>
                <a:lnTo>
                  <a:pt x="508" y="8"/>
                </a:lnTo>
                <a:lnTo>
                  <a:pt x="520" y="10"/>
                </a:lnTo>
                <a:lnTo>
                  <a:pt x="533" y="13"/>
                </a:lnTo>
                <a:lnTo>
                  <a:pt x="545" y="16"/>
                </a:lnTo>
                <a:lnTo>
                  <a:pt x="558" y="19"/>
                </a:lnTo>
                <a:lnTo>
                  <a:pt x="570" y="23"/>
                </a:lnTo>
                <a:lnTo>
                  <a:pt x="582" y="27"/>
                </a:lnTo>
                <a:lnTo>
                  <a:pt x="594" y="31"/>
                </a:lnTo>
                <a:lnTo>
                  <a:pt x="606" y="36"/>
                </a:lnTo>
                <a:lnTo>
                  <a:pt x="617" y="41"/>
                </a:lnTo>
                <a:lnTo>
                  <a:pt x="629" y="46"/>
                </a:lnTo>
                <a:lnTo>
                  <a:pt x="640" y="52"/>
                </a:lnTo>
                <a:lnTo>
                  <a:pt x="651" y="57"/>
                </a:lnTo>
                <a:lnTo>
                  <a:pt x="661" y="63"/>
                </a:lnTo>
                <a:lnTo>
                  <a:pt x="672" y="70"/>
                </a:lnTo>
                <a:lnTo>
                  <a:pt x="682" y="76"/>
                </a:lnTo>
                <a:lnTo>
                  <a:pt x="692" y="83"/>
                </a:lnTo>
                <a:lnTo>
                  <a:pt x="702" y="90"/>
                </a:lnTo>
                <a:lnTo>
                  <a:pt x="711" y="97"/>
                </a:lnTo>
                <a:lnTo>
                  <a:pt x="720" y="105"/>
                </a:lnTo>
                <a:lnTo>
                  <a:pt x="729" y="113"/>
                </a:lnTo>
                <a:lnTo>
                  <a:pt x="737" y="121"/>
                </a:lnTo>
                <a:lnTo>
                  <a:pt x="746" y="129"/>
                </a:lnTo>
                <a:lnTo>
                  <a:pt x="753" y="137"/>
                </a:lnTo>
                <a:lnTo>
                  <a:pt x="761" y="146"/>
                </a:lnTo>
                <a:lnTo>
                  <a:pt x="768" y="155"/>
                </a:lnTo>
                <a:lnTo>
                  <a:pt x="775" y="164"/>
                </a:lnTo>
                <a:lnTo>
                  <a:pt x="781" y="173"/>
                </a:lnTo>
                <a:lnTo>
                  <a:pt x="787" y="182"/>
                </a:lnTo>
                <a:lnTo>
                  <a:pt x="793" y="191"/>
                </a:lnTo>
                <a:lnTo>
                  <a:pt x="799" y="201"/>
                </a:lnTo>
                <a:lnTo>
                  <a:pt x="804" y="211"/>
                </a:lnTo>
                <a:lnTo>
                  <a:pt x="808" y="220"/>
                </a:lnTo>
                <a:lnTo>
                  <a:pt x="812" y="230"/>
                </a:lnTo>
                <a:lnTo>
                  <a:pt x="816" y="240"/>
                </a:lnTo>
                <a:lnTo>
                  <a:pt x="820" y="250"/>
                </a:lnTo>
                <a:lnTo>
                  <a:pt x="823" y="262"/>
                </a:lnTo>
                <a:lnTo>
                  <a:pt x="825" y="272"/>
                </a:lnTo>
                <a:lnTo>
                  <a:pt x="828" y="282"/>
                </a:lnTo>
                <a:lnTo>
                  <a:pt x="830" y="293"/>
                </a:lnTo>
                <a:lnTo>
                  <a:pt x="831" y="303"/>
                </a:lnTo>
                <a:lnTo>
                  <a:pt x="832" y="313"/>
                </a:lnTo>
                <a:lnTo>
                  <a:pt x="833" y="324"/>
                </a:lnTo>
                <a:lnTo>
                  <a:pt x="833" y="334"/>
                </a:lnTo>
                <a:close/>
              </a:path>
            </a:pathLst>
          </a:custGeom>
          <a:solidFill>
            <a:srgbClr val="ffb2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0" name=""/>
          <p:cNvSpPr/>
          <p:nvPr/>
        </p:nvSpPr>
        <p:spPr>
          <a:xfrm>
            <a:off x="4827960" y="1707120"/>
            <a:ext cx="301680" cy="241920"/>
          </a:xfrm>
          <a:custGeom>
            <a:avLst/>
            <a:gdLst/>
            <a:ahLst/>
            <a:rect l="0" t="0" r="r" b="b"/>
            <a:pathLst>
              <a:path w="838" h="672">
                <a:moveTo>
                  <a:pt x="836" y="336"/>
                </a:moveTo>
                <a:lnTo>
                  <a:pt x="836" y="326"/>
                </a:lnTo>
                <a:lnTo>
                  <a:pt x="835" y="315"/>
                </a:lnTo>
                <a:lnTo>
                  <a:pt x="834" y="305"/>
                </a:lnTo>
                <a:lnTo>
                  <a:pt x="833" y="295"/>
                </a:lnTo>
                <a:lnTo>
                  <a:pt x="831" y="283"/>
                </a:lnTo>
                <a:lnTo>
                  <a:pt x="828" y="273"/>
                </a:lnTo>
                <a:lnTo>
                  <a:pt x="826" y="263"/>
                </a:lnTo>
                <a:lnTo>
                  <a:pt x="823" y="252"/>
                </a:lnTo>
                <a:lnTo>
                  <a:pt x="819" y="242"/>
                </a:lnTo>
                <a:lnTo>
                  <a:pt x="815" y="232"/>
                </a:lnTo>
                <a:lnTo>
                  <a:pt x="811" y="222"/>
                </a:lnTo>
                <a:lnTo>
                  <a:pt x="807" y="213"/>
                </a:lnTo>
                <a:lnTo>
                  <a:pt x="802" y="203"/>
                </a:lnTo>
                <a:lnTo>
                  <a:pt x="796" y="193"/>
                </a:lnTo>
                <a:lnTo>
                  <a:pt x="790" y="184"/>
                </a:lnTo>
                <a:lnTo>
                  <a:pt x="784" y="175"/>
                </a:lnTo>
                <a:lnTo>
                  <a:pt x="778" y="166"/>
                </a:lnTo>
                <a:lnTo>
                  <a:pt x="771" y="157"/>
                </a:lnTo>
                <a:lnTo>
                  <a:pt x="764" y="148"/>
                </a:lnTo>
                <a:lnTo>
                  <a:pt x="756" y="139"/>
                </a:lnTo>
                <a:lnTo>
                  <a:pt x="749" y="131"/>
                </a:lnTo>
                <a:lnTo>
                  <a:pt x="740" y="123"/>
                </a:lnTo>
                <a:lnTo>
                  <a:pt x="732" y="115"/>
                </a:lnTo>
                <a:lnTo>
                  <a:pt x="723" y="107"/>
                </a:lnTo>
                <a:lnTo>
                  <a:pt x="714" y="99"/>
                </a:lnTo>
                <a:lnTo>
                  <a:pt x="705" y="92"/>
                </a:lnTo>
                <a:lnTo>
                  <a:pt x="695" y="85"/>
                </a:lnTo>
                <a:lnTo>
                  <a:pt x="685" y="78"/>
                </a:lnTo>
                <a:lnTo>
                  <a:pt x="675" y="72"/>
                </a:lnTo>
                <a:lnTo>
                  <a:pt x="664" y="65"/>
                </a:lnTo>
                <a:lnTo>
                  <a:pt x="654" y="59"/>
                </a:lnTo>
                <a:lnTo>
                  <a:pt x="643" y="54"/>
                </a:lnTo>
                <a:lnTo>
                  <a:pt x="632" y="48"/>
                </a:lnTo>
                <a:lnTo>
                  <a:pt x="620" y="43"/>
                </a:lnTo>
                <a:lnTo>
                  <a:pt x="609" y="38"/>
                </a:lnTo>
                <a:lnTo>
                  <a:pt x="597" y="33"/>
                </a:lnTo>
                <a:lnTo>
                  <a:pt x="585" y="29"/>
                </a:lnTo>
                <a:lnTo>
                  <a:pt x="573" y="25"/>
                </a:lnTo>
                <a:lnTo>
                  <a:pt x="561" y="21"/>
                </a:lnTo>
                <a:lnTo>
                  <a:pt x="548" y="18"/>
                </a:lnTo>
                <a:lnTo>
                  <a:pt x="536" y="15"/>
                </a:lnTo>
                <a:lnTo>
                  <a:pt x="523" y="12"/>
                </a:lnTo>
                <a:lnTo>
                  <a:pt x="511" y="10"/>
                </a:lnTo>
                <a:lnTo>
                  <a:pt x="498" y="8"/>
                </a:lnTo>
                <a:lnTo>
                  <a:pt x="485" y="6"/>
                </a:lnTo>
                <a:lnTo>
                  <a:pt x="472" y="4"/>
                </a:lnTo>
                <a:lnTo>
                  <a:pt x="459" y="3"/>
                </a:lnTo>
                <a:lnTo>
                  <a:pt x="446" y="2"/>
                </a:lnTo>
                <a:lnTo>
                  <a:pt x="433" y="2"/>
                </a:lnTo>
                <a:lnTo>
                  <a:pt x="420" y="2"/>
                </a:lnTo>
                <a:lnTo>
                  <a:pt x="407" y="2"/>
                </a:lnTo>
                <a:lnTo>
                  <a:pt x="394" y="2"/>
                </a:lnTo>
                <a:lnTo>
                  <a:pt x="380" y="3"/>
                </a:lnTo>
                <a:lnTo>
                  <a:pt x="367" y="4"/>
                </a:lnTo>
                <a:lnTo>
                  <a:pt x="354" y="6"/>
                </a:lnTo>
                <a:lnTo>
                  <a:pt x="341" y="8"/>
                </a:lnTo>
                <a:lnTo>
                  <a:pt x="328" y="10"/>
                </a:lnTo>
                <a:lnTo>
                  <a:pt x="315" y="12"/>
                </a:lnTo>
                <a:lnTo>
                  <a:pt x="303" y="15"/>
                </a:lnTo>
                <a:lnTo>
                  <a:pt x="290" y="18"/>
                </a:lnTo>
                <a:lnTo>
                  <a:pt x="278" y="21"/>
                </a:lnTo>
                <a:lnTo>
                  <a:pt x="266" y="25"/>
                </a:lnTo>
                <a:lnTo>
                  <a:pt x="254" y="29"/>
                </a:lnTo>
                <a:lnTo>
                  <a:pt x="242" y="33"/>
                </a:lnTo>
                <a:lnTo>
                  <a:pt x="230" y="38"/>
                </a:lnTo>
                <a:lnTo>
                  <a:pt x="218" y="43"/>
                </a:lnTo>
                <a:lnTo>
                  <a:pt x="207" y="48"/>
                </a:lnTo>
                <a:lnTo>
                  <a:pt x="196" y="54"/>
                </a:lnTo>
                <a:lnTo>
                  <a:pt x="185" y="59"/>
                </a:lnTo>
                <a:lnTo>
                  <a:pt x="174" y="65"/>
                </a:lnTo>
                <a:lnTo>
                  <a:pt x="164" y="72"/>
                </a:lnTo>
                <a:lnTo>
                  <a:pt x="154" y="78"/>
                </a:lnTo>
                <a:lnTo>
                  <a:pt x="144" y="85"/>
                </a:lnTo>
                <a:lnTo>
                  <a:pt x="134" y="92"/>
                </a:lnTo>
                <a:lnTo>
                  <a:pt x="125" y="99"/>
                </a:lnTo>
                <a:lnTo>
                  <a:pt x="116" y="107"/>
                </a:lnTo>
                <a:lnTo>
                  <a:pt x="107" y="115"/>
                </a:lnTo>
                <a:lnTo>
                  <a:pt x="98" y="123"/>
                </a:lnTo>
                <a:lnTo>
                  <a:pt x="90" y="131"/>
                </a:lnTo>
                <a:lnTo>
                  <a:pt x="82" y="139"/>
                </a:lnTo>
                <a:lnTo>
                  <a:pt x="75" y="148"/>
                </a:lnTo>
                <a:lnTo>
                  <a:pt x="68" y="157"/>
                </a:lnTo>
                <a:lnTo>
                  <a:pt x="61" y="166"/>
                </a:lnTo>
                <a:lnTo>
                  <a:pt x="54" y="175"/>
                </a:lnTo>
                <a:lnTo>
                  <a:pt x="48" y="184"/>
                </a:lnTo>
                <a:lnTo>
                  <a:pt x="42" y="193"/>
                </a:lnTo>
                <a:lnTo>
                  <a:pt x="37" y="203"/>
                </a:lnTo>
                <a:lnTo>
                  <a:pt x="32" y="213"/>
                </a:lnTo>
                <a:lnTo>
                  <a:pt x="27" y="222"/>
                </a:lnTo>
                <a:lnTo>
                  <a:pt x="23" y="232"/>
                </a:lnTo>
                <a:lnTo>
                  <a:pt x="19" y="242"/>
                </a:lnTo>
                <a:lnTo>
                  <a:pt x="16" y="252"/>
                </a:lnTo>
                <a:lnTo>
                  <a:pt x="13" y="263"/>
                </a:lnTo>
                <a:lnTo>
                  <a:pt x="10" y="273"/>
                </a:lnTo>
                <a:lnTo>
                  <a:pt x="8" y="283"/>
                </a:lnTo>
                <a:lnTo>
                  <a:pt x="6" y="295"/>
                </a:lnTo>
                <a:lnTo>
                  <a:pt x="5" y="305"/>
                </a:lnTo>
                <a:lnTo>
                  <a:pt x="4" y="315"/>
                </a:lnTo>
                <a:lnTo>
                  <a:pt x="3" y="326"/>
                </a:lnTo>
                <a:lnTo>
                  <a:pt x="3" y="336"/>
                </a:lnTo>
                <a:lnTo>
                  <a:pt x="3" y="347"/>
                </a:lnTo>
                <a:lnTo>
                  <a:pt x="4" y="357"/>
                </a:lnTo>
                <a:lnTo>
                  <a:pt x="5" y="368"/>
                </a:lnTo>
                <a:lnTo>
                  <a:pt x="6" y="378"/>
                </a:lnTo>
                <a:lnTo>
                  <a:pt x="8" y="389"/>
                </a:lnTo>
                <a:lnTo>
                  <a:pt x="10" y="399"/>
                </a:lnTo>
                <a:lnTo>
                  <a:pt x="13" y="409"/>
                </a:lnTo>
                <a:lnTo>
                  <a:pt x="16" y="419"/>
                </a:lnTo>
                <a:lnTo>
                  <a:pt x="19" y="429"/>
                </a:lnTo>
                <a:lnTo>
                  <a:pt x="23" y="440"/>
                </a:lnTo>
                <a:lnTo>
                  <a:pt x="27" y="449"/>
                </a:lnTo>
                <a:lnTo>
                  <a:pt x="32" y="459"/>
                </a:lnTo>
                <a:lnTo>
                  <a:pt x="37" y="469"/>
                </a:lnTo>
                <a:lnTo>
                  <a:pt x="42" y="478"/>
                </a:lnTo>
                <a:lnTo>
                  <a:pt x="48" y="488"/>
                </a:lnTo>
                <a:lnTo>
                  <a:pt x="54" y="497"/>
                </a:lnTo>
                <a:lnTo>
                  <a:pt x="61" y="506"/>
                </a:lnTo>
                <a:lnTo>
                  <a:pt x="68" y="515"/>
                </a:lnTo>
                <a:lnTo>
                  <a:pt x="75" y="524"/>
                </a:lnTo>
                <a:lnTo>
                  <a:pt x="82" y="533"/>
                </a:lnTo>
                <a:lnTo>
                  <a:pt x="90" y="541"/>
                </a:lnTo>
                <a:lnTo>
                  <a:pt x="98" y="549"/>
                </a:lnTo>
                <a:lnTo>
                  <a:pt x="107" y="557"/>
                </a:lnTo>
                <a:lnTo>
                  <a:pt x="116" y="565"/>
                </a:lnTo>
                <a:lnTo>
                  <a:pt x="125" y="572"/>
                </a:lnTo>
                <a:lnTo>
                  <a:pt x="134" y="580"/>
                </a:lnTo>
                <a:lnTo>
                  <a:pt x="144" y="587"/>
                </a:lnTo>
                <a:lnTo>
                  <a:pt x="154" y="594"/>
                </a:lnTo>
                <a:lnTo>
                  <a:pt x="164" y="600"/>
                </a:lnTo>
                <a:lnTo>
                  <a:pt x="174" y="606"/>
                </a:lnTo>
                <a:lnTo>
                  <a:pt x="185" y="612"/>
                </a:lnTo>
                <a:lnTo>
                  <a:pt x="196" y="618"/>
                </a:lnTo>
                <a:lnTo>
                  <a:pt x="207" y="624"/>
                </a:lnTo>
                <a:lnTo>
                  <a:pt x="218" y="629"/>
                </a:lnTo>
                <a:lnTo>
                  <a:pt x="230" y="634"/>
                </a:lnTo>
                <a:lnTo>
                  <a:pt x="242" y="638"/>
                </a:lnTo>
                <a:lnTo>
                  <a:pt x="254" y="643"/>
                </a:lnTo>
                <a:lnTo>
                  <a:pt x="266" y="647"/>
                </a:lnTo>
                <a:lnTo>
                  <a:pt x="278" y="650"/>
                </a:lnTo>
                <a:lnTo>
                  <a:pt x="290" y="654"/>
                </a:lnTo>
                <a:lnTo>
                  <a:pt x="303" y="657"/>
                </a:lnTo>
                <a:lnTo>
                  <a:pt x="315" y="660"/>
                </a:lnTo>
                <a:lnTo>
                  <a:pt x="328" y="662"/>
                </a:lnTo>
                <a:lnTo>
                  <a:pt x="341" y="664"/>
                </a:lnTo>
                <a:lnTo>
                  <a:pt x="354" y="666"/>
                </a:lnTo>
                <a:lnTo>
                  <a:pt x="367" y="667"/>
                </a:lnTo>
                <a:lnTo>
                  <a:pt x="380" y="669"/>
                </a:lnTo>
                <a:lnTo>
                  <a:pt x="394" y="669"/>
                </a:lnTo>
                <a:lnTo>
                  <a:pt x="407" y="670"/>
                </a:lnTo>
                <a:lnTo>
                  <a:pt x="420" y="670"/>
                </a:lnTo>
                <a:lnTo>
                  <a:pt x="433" y="670"/>
                </a:lnTo>
                <a:lnTo>
                  <a:pt x="446" y="669"/>
                </a:lnTo>
                <a:lnTo>
                  <a:pt x="459" y="669"/>
                </a:lnTo>
                <a:lnTo>
                  <a:pt x="472" y="667"/>
                </a:lnTo>
                <a:lnTo>
                  <a:pt x="485" y="666"/>
                </a:lnTo>
                <a:lnTo>
                  <a:pt x="498" y="664"/>
                </a:lnTo>
                <a:lnTo>
                  <a:pt x="511" y="662"/>
                </a:lnTo>
                <a:lnTo>
                  <a:pt x="523" y="660"/>
                </a:lnTo>
                <a:lnTo>
                  <a:pt x="536" y="657"/>
                </a:lnTo>
                <a:lnTo>
                  <a:pt x="548" y="654"/>
                </a:lnTo>
                <a:lnTo>
                  <a:pt x="561" y="650"/>
                </a:lnTo>
                <a:lnTo>
                  <a:pt x="573" y="647"/>
                </a:lnTo>
                <a:lnTo>
                  <a:pt x="585" y="643"/>
                </a:lnTo>
                <a:lnTo>
                  <a:pt x="597" y="638"/>
                </a:lnTo>
                <a:lnTo>
                  <a:pt x="609" y="634"/>
                </a:lnTo>
                <a:lnTo>
                  <a:pt x="620" y="629"/>
                </a:lnTo>
                <a:lnTo>
                  <a:pt x="632" y="624"/>
                </a:lnTo>
                <a:lnTo>
                  <a:pt x="643" y="618"/>
                </a:lnTo>
                <a:lnTo>
                  <a:pt x="654" y="612"/>
                </a:lnTo>
                <a:lnTo>
                  <a:pt x="664" y="606"/>
                </a:lnTo>
                <a:lnTo>
                  <a:pt x="675" y="600"/>
                </a:lnTo>
                <a:lnTo>
                  <a:pt x="685" y="594"/>
                </a:lnTo>
                <a:lnTo>
                  <a:pt x="695" y="587"/>
                </a:lnTo>
                <a:lnTo>
                  <a:pt x="705" y="580"/>
                </a:lnTo>
                <a:lnTo>
                  <a:pt x="714" y="572"/>
                </a:lnTo>
                <a:lnTo>
                  <a:pt x="723" y="565"/>
                </a:lnTo>
                <a:lnTo>
                  <a:pt x="732" y="557"/>
                </a:lnTo>
                <a:lnTo>
                  <a:pt x="740" y="549"/>
                </a:lnTo>
                <a:lnTo>
                  <a:pt x="749" y="541"/>
                </a:lnTo>
                <a:lnTo>
                  <a:pt x="756" y="533"/>
                </a:lnTo>
                <a:lnTo>
                  <a:pt x="764" y="524"/>
                </a:lnTo>
                <a:lnTo>
                  <a:pt x="771" y="515"/>
                </a:lnTo>
                <a:lnTo>
                  <a:pt x="778" y="506"/>
                </a:lnTo>
                <a:lnTo>
                  <a:pt x="784" y="497"/>
                </a:lnTo>
                <a:lnTo>
                  <a:pt x="790" y="488"/>
                </a:lnTo>
                <a:lnTo>
                  <a:pt x="796" y="478"/>
                </a:lnTo>
                <a:lnTo>
                  <a:pt x="802" y="469"/>
                </a:lnTo>
                <a:lnTo>
                  <a:pt x="807" y="459"/>
                </a:lnTo>
                <a:lnTo>
                  <a:pt x="811" y="449"/>
                </a:lnTo>
                <a:lnTo>
                  <a:pt x="815" y="440"/>
                </a:lnTo>
                <a:lnTo>
                  <a:pt x="819" y="429"/>
                </a:lnTo>
                <a:lnTo>
                  <a:pt x="823" y="419"/>
                </a:lnTo>
                <a:lnTo>
                  <a:pt x="826" y="409"/>
                </a:lnTo>
                <a:lnTo>
                  <a:pt x="828" y="399"/>
                </a:lnTo>
                <a:lnTo>
                  <a:pt x="831" y="389"/>
                </a:lnTo>
                <a:lnTo>
                  <a:pt x="833" y="378"/>
                </a:lnTo>
                <a:lnTo>
                  <a:pt x="834" y="368"/>
                </a:lnTo>
                <a:lnTo>
                  <a:pt x="835" y="357"/>
                </a:lnTo>
                <a:lnTo>
                  <a:pt x="836" y="347"/>
                </a:lnTo>
                <a:lnTo>
                  <a:pt x="836" y="336"/>
                </a:lnTo>
                <a:moveTo>
                  <a:pt x="838" y="336"/>
                </a:moveTo>
                <a:lnTo>
                  <a:pt x="838" y="347"/>
                </a:lnTo>
                <a:lnTo>
                  <a:pt x="837" y="357"/>
                </a:lnTo>
                <a:lnTo>
                  <a:pt x="836" y="368"/>
                </a:lnTo>
                <a:lnTo>
                  <a:pt x="835" y="378"/>
                </a:lnTo>
                <a:lnTo>
                  <a:pt x="833" y="389"/>
                </a:lnTo>
                <a:lnTo>
                  <a:pt x="831" y="399"/>
                </a:lnTo>
                <a:lnTo>
                  <a:pt x="828" y="410"/>
                </a:lnTo>
                <a:lnTo>
                  <a:pt x="825" y="420"/>
                </a:lnTo>
                <a:lnTo>
                  <a:pt x="822" y="430"/>
                </a:lnTo>
                <a:lnTo>
                  <a:pt x="818" y="440"/>
                </a:lnTo>
                <a:lnTo>
                  <a:pt x="813" y="450"/>
                </a:lnTo>
                <a:lnTo>
                  <a:pt x="809" y="460"/>
                </a:lnTo>
                <a:lnTo>
                  <a:pt x="804" y="470"/>
                </a:lnTo>
                <a:lnTo>
                  <a:pt x="798" y="479"/>
                </a:lnTo>
                <a:lnTo>
                  <a:pt x="793" y="489"/>
                </a:lnTo>
                <a:lnTo>
                  <a:pt x="786" y="498"/>
                </a:lnTo>
                <a:lnTo>
                  <a:pt x="780" y="507"/>
                </a:lnTo>
                <a:lnTo>
                  <a:pt x="773" y="516"/>
                </a:lnTo>
                <a:lnTo>
                  <a:pt x="766" y="525"/>
                </a:lnTo>
                <a:lnTo>
                  <a:pt x="758" y="534"/>
                </a:lnTo>
                <a:lnTo>
                  <a:pt x="750" y="542"/>
                </a:lnTo>
                <a:lnTo>
                  <a:pt x="742" y="550"/>
                </a:lnTo>
                <a:lnTo>
                  <a:pt x="734" y="558"/>
                </a:lnTo>
                <a:lnTo>
                  <a:pt x="725" y="566"/>
                </a:lnTo>
                <a:lnTo>
                  <a:pt x="716" y="574"/>
                </a:lnTo>
                <a:lnTo>
                  <a:pt x="706" y="581"/>
                </a:lnTo>
                <a:lnTo>
                  <a:pt x="696" y="588"/>
                </a:lnTo>
                <a:lnTo>
                  <a:pt x="686" y="595"/>
                </a:lnTo>
                <a:lnTo>
                  <a:pt x="676" y="602"/>
                </a:lnTo>
                <a:lnTo>
                  <a:pt x="666" y="608"/>
                </a:lnTo>
                <a:lnTo>
                  <a:pt x="655" y="614"/>
                </a:lnTo>
                <a:lnTo>
                  <a:pt x="644" y="620"/>
                </a:lnTo>
                <a:lnTo>
                  <a:pt x="633" y="625"/>
                </a:lnTo>
                <a:lnTo>
                  <a:pt x="621" y="630"/>
                </a:lnTo>
                <a:lnTo>
                  <a:pt x="610" y="635"/>
                </a:lnTo>
                <a:lnTo>
                  <a:pt x="598" y="640"/>
                </a:lnTo>
                <a:lnTo>
                  <a:pt x="586" y="644"/>
                </a:lnTo>
                <a:lnTo>
                  <a:pt x="574" y="648"/>
                </a:lnTo>
                <a:lnTo>
                  <a:pt x="562" y="652"/>
                </a:lnTo>
                <a:lnTo>
                  <a:pt x="549" y="656"/>
                </a:lnTo>
                <a:lnTo>
                  <a:pt x="537" y="659"/>
                </a:lnTo>
                <a:lnTo>
                  <a:pt x="524" y="661"/>
                </a:lnTo>
                <a:lnTo>
                  <a:pt x="511" y="664"/>
                </a:lnTo>
                <a:lnTo>
                  <a:pt x="498" y="666"/>
                </a:lnTo>
                <a:lnTo>
                  <a:pt x="485" y="668"/>
                </a:lnTo>
                <a:lnTo>
                  <a:pt x="472" y="669"/>
                </a:lnTo>
                <a:lnTo>
                  <a:pt x="459" y="670"/>
                </a:lnTo>
                <a:lnTo>
                  <a:pt x="446" y="671"/>
                </a:lnTo>
                <a:lnTo>
                  <a:pt x="433" y="672"/>
                </a:lnTo>
                <a:lnTo>
                  <a:pt x="420" y="672"/>
                </a:lnTo>
                <a:lnTo>
                  <a:pt x="407" y="672"/>
                </a:lnTo>
                <a:lnTo>
                  <a:pt x="394" y="671"/>
                </a:lnTo>
                <a:lnTo>
                  <a:pt x="379" y="670"/>
                </a:lnTo>
                <a:lnTo>
                  <a:pt x="366" y="669"/>
                </a:lnTo>
                <a:lnTo>
                  <a:pt x="353" y="668"/>
                </a:lnTo>
                <a:lnTo>
                  <a:pt x="340" y="666"/>
                </a:lnTo>
                <a:lnTo>
                  <a:pt x="328" y="664"/>
                </a:lnTo>
                <a:lnTo>
                  <a:pt x="315" y="661"/>
                </a:lnTo>
                <a:lnTo>
                  <a:pt x="302" y="659"/>
                </a:lnTo>
                <a:lnTo>
                  <a:pt x="290" y="656"/>
                </a:lnTo>
                <a:lnTo>
                  <a:pt x="277" y="652"/>
                </a:lnTo>
                <a:lnTo>
                  <a:pt x="265" y="648"/>
                </a:lnTo>
                <a:lnTo>
                  <a:pt x="253" y="644"/>
                </a:lnTo>
                <a:lnTo>
                  <a:pt x="241" y="640"/>
                </a:lnTo>
                <a:lnTo>
                  <a:pt x="229" y="635"/>
                </a:lnTo>
                <a:lnTo>
                  <a:pt x="217" y="630"/>
                </a:lnTo>
                <a:lnTo>
                  <a:pt x="206" y="625"/>
                </a:lnTo>
                <a:lnTo>
                  <a:pt x="195" y="620"/>
                </a:lnTo>
                <a:lnTo>
                  <a:pt x="184" y="614"/>
                </a:lnTo>
                <a:lnTo>
                  <a:pt x="173" y="608"/>
                </a:lnTo>
                <a:lnTo>
                  <a:pt x="162" y="602"/>
                </a:lnTo>
                <a:lnTo>
                  <a:pt x="152" y="595"/>
                </a:lnTo>
                <a:lnTo>
                  <a:pt x="142" y="588"/>
                </a:lnTo>
                <a:lnTo>
                  <a:pt x="132" y="581"/>
                </a:lnTo>
                <a:lnTo>
                  <a:pt x="123" y="574"/>
                </a:lnTo>
                <a:lnTo>
                  <a:pt x="114" y="566"/>
                </a:lnTo>
                <a:lnTo>
                  <a:pt x="105" y="558"/>
                </a:lnTo>
                <a:lnTo>
                  <a:pt x="96" y="550"/>
                </a:lnTo>
                <a:lnTo>
                  <a:pt x="88" y="542"/>
                </a:lnTo>
                <a:lnTo>
                  <a:pt x="80" y="534"/>
                </a:lnTo>
                <a:lnTo>
                  <a:pt x="73" y="525"/>
                </a:lnTo>
                <a:lnTo>
                  <a:pt x="66" y="516"/>
                </a:lnTo>
                <a:lnTo>
                  <a:pt x="59" y="507"/>
                </a:lnTo>
                <a:lnTo>
                  <a:pt x="52" y="498"/>
                </a:lnTo>
                <a:lnTo>
                  <a:pt x="46" y="489"/>
                </a:lnTo>
                <a:lnTo>
                  <a:pt x="40" y="479"/>
                </a:lnTo>
                <a:lnTo>
                  <a:pt x="35" y="470"/>
                </a:lnTo>
                <a:lnTo>
                  <a:pt x="30" y="460"/>
                </a:lnTo>
                <a:lnTo>
                  <a:pt x="25" y="450"/>
                </a:lnTo>
                <a:lnTo>
                  <a:pt x="21" y="440"/>
                </a:lnTo>
                <a:lnTo>
                  <a:pt x="17" y="430"/>
                </a:lnTo>
                <a:lnTo>
                  <a:pt x="14" y="420"/>
                </a:lnTo>
                <a:lnTo>
                  <a:pt x="11" y="410"/>
                </a:lnTo>
                <a:lnTo>
                  <a:pt x="8" y="399"/>
                </a:lnTo>
                <a:lnTo>
                  <a:pt x="6" y="389"/>
                </a:lnTo>
                <a:lnTo>
                  <a:pt x="4" y="378"/>
                </a:lnTo>
                <a:lnTo>
                  <a:pt x="2" y="368"/>
                </a:lnTo>
                <a:lnTo>
                  <a:pt x="1" y="357"/>
                </a:lnTo>
                <a:lnTo>
                  <a:pt x="1" y="347"/>
                </a:lnTo>
                <a:lnTo>
                  <a:pt x="0" y="336"/>
                </a:lnTo>
                <a:lnTo>
                  <a:pt x="1" y="326"/>
                </a:lnTo>
                <a:lnTo>
                  <a:pt x="1" y="315"/>
                </a:lnTo>
                <a:lnTo>
                  <a:pt x="2" y="305"/>
                </a:lnTo>
                <a:lnTo>
                  <a:pt x="4" y="294"/>
                </a:lnTo>
                <a:lnTo>
                  <a:pt x="6" y="283"/>
                </a:lnTo>
                <a:lnTo>
                  <a:pt x="8" y="273"/>
                </a:lnTo>
                <a:lnTo>
                  <a:pt x="11" y="262"/>
                </a:lnTo>
                <a:lnTo>
                  <a:pt x="14" y="252"/>
                </a:lnTo>
                <a:lnTo>
                  <a:pt x="17" y="242"/>
                </a:lnTo>
                <a:lnTo>
                  <a:pt x="21" y="232"/>
                </a:lnTo>
                <a:lnTo>
                  <a:pt x="25" y="222"/>
                </a:lnTo>
                <a:lnTo>
                  <a:pt x="30" y="212"/>
                </a:lnTo>
                <a:lnTo>
                  <a:pt x="35" y="202"/>
                </a:lnTo>
                <a:lnTo>
                  <a:pt x="40" y="193"/>
                </a:lnTo>
                <a:lnTo>
                  <a:pt x="46" y="183"/>
                </a:lnTo>
                <a:lnTo>
                  <a:pt x="52" y="174"/>
                </a:lnTo>
                <a:lnTo>
                  <a:pt x="59" y="165"/>
                </a:lnTo>
                <a:lnTo>
                  <a:pt x="66" y="156"/>
                </a:lnTo>
                <a:lnTo>
                  <a:pt x="73" y="147"/>
                </a:lnTo>
                <a:lnTo>
                  <a:pt x="80" y="138"/>
                </a:lnTo>
                <a:lnTo>
                  <a:pt x="88" y="130"/>
                </a:lnTo>
                <a:lnTo>
                  <a:pt x="96" y="121"/>
                </a:lnTo>
                <a:lnTo>
                  <a:pt x="105" y="113"/>
                </a:lnTo>
                <a:lnTo>
                  <a:pt x="114" y="106"/>
                </a:lnTo>
                <a:lnTo>
                  <a:pt x="123" y="98"/>
                </a:lnTo>
                <a:lnTo>
                  <a:pt x="132" y="91"/>
                </a:lnTo>
                <a:lnTo>
                  <a:pt x="142" y="84"/>
                </a:lnTo>
                <a:lnTo>
                  <a:pt x="152" y="77"/>
                </a:lnTo>
                <a:lnTo>
                  <a:pt x="162" y="70"/>
                </a:lnTo>
                <a:lnTo>
                  <a:pt x="173" y="64"/>
                </a:lnTo>
                <a:lnTo>
                  <a:pt x="184" y="58"/>
                </a:lnTo>
                <a:lnTo>
                  <a:pt x="195" y="52"/>
                </a:lnTo>
                <a:lnTo>
                  <a:pt x="206" y="47"/>
                </a:lnTo>
                <a:lnTo>
                  <a:pt x="217" y="41"/>
                </a:lnTo>
                <a:lnTo>
                  <a:pt x="229" y="36"/>
                </a:lnTo>
                <a:lnTo>
                  <a:pt x="241" y="32"/>
                </a:lnTo>
                <a:lnTo>
                  <a:pt x="253" y="27"/>
                </a:lnTo>
                <a:lnTo>
                  <a:pt x="265" y="23"/>
                </a:lnTo>
                <a:lnTo>
                  <a:pt x="277" y="20"/>
                </a:lnTo>
                <a:lnTo>
                  <a:pt x="290" y="16"/>
                </a:lnTo>
                <a:lnTo>
                  <a:pt x="302" y="13"/>
                </a:lnTo>
                <a:lnTo>
                  <a:pt x="315" y="10"/>
                </a:lnTo>
                <a:lnTo>
                  <a:pt x="328" y="8"/>
                </a:lnTo>
                <a:lnTo>
                  <a:pt x="340" y="6"/>
                </a:lnTo>
                <a:lnTo>
                  <a:pt x="353" y="4"/>
                </a:lnTo>
                <a:lnTo>
                  <a:pt x="366" y="2"/>
                </a:lnTo>
                <a:lnTo>
                  <a:pt x="379" y="1"/>
                </a:lnTo>
                <a:lnTo>
                  <a:pt x="394" y="0"/>
                </a:lnTo>
                <a:lnTo>
                  <a:pt x="407" y="0"/>
                </a:lnTo>
                <a:lnTo>
                  <a:pt x="420" y="0"/>
                </a:lnTo>
                <a:lnTo>
                  <a:pt x="433" y="0"/>
                </a:lnTo>
                <a:lnTo>
                  <a:pt x="446" y="0"/>
                </a:lnTo>
                <a:lnTo>
                  <a:pt x="459" y="1"/>
                </a:lnTo>
                <a:lnTo>
                  <a:pt x="472" y="2"/>
                </a:lnTo>
                <a:lnTo>
                  <a:pt x="485" y="4"/>
                </a:lnTo>
                <a:lnTo>
                  <a:pt x="498" y="6"/>
                </a:lnTo>
                <a:lnTo>
                  <a:pt x="511" y="8"/>
                </a:lnTo>
                <a:lnTo>
                  <a:pt x="524" y="10"/>
                </a:lnTo>
                <a:lnTo>
                  <a:pt x="537" y="13"/>
                </a:lnTo>
                <a:lnTo>
                  <a:pt x="549" y="16"/>
                </a:lnTo>
                <a:lnTo>
                  <a:pt x="562" y="20"/>
                </a:lnTo>
                <a:lnTo>
                  <a:pt x="574" y="23"/>
                </a:lnTo>
                <a:lnTo>
                  <a:pt x="586" y="27"/>
                </a:lnTo>
                <a:lnTo>
                  <a:pt x="598" y="32"/>
                </a:lnTo>
                <a:lnTo>
                  <a:pt x="610" y="36"/>
                </a:lnTo>
                <a:lnTo>
                  <a:pt x="621" y="41"/>
                </a:lnTo>
                <a:lnTo>
                  <a:pt x="633" y="47"/>
                </a:lnTo>
                <a:lnTo>
                  <a:pt x="644" y="52"/>
                </a:lnTo>
                <a:lnTo>
                  <a:pt x="655" y="58"/>
                </a:lnTo>
                <a:lnTo>
                  <a:pt x="666" y="64"/>
                </a:lnTo>
                <a:lnTo>
                  <a:pt x="676" y="70"/>
                </a:lnTo>
                <a:lnTo>
                  <a:pt x="686" y="77"/>
                </a:lnTo>
                <a:lnTo>
                  <a:pt x="696" y="84"/>
                </a:lnTo>
                <a:lnTo>
                  <a:pt x="706" y="91"/>
                </a:lnTo>
                <a:lnTo>
                  <a:pt x="716" y="98"/>
                </a:lnTo>
                <a:lnTo>
                  <a:pt x="725" y="106"/>
                </a:lnTo>
                <a:lnTo>
                  <a:pt x="734" y="113"/>
                </a:lnTo>
                <a:lnTo>
                  <a:pt x="742" y="121"/>
                </a:lnTo>
                <a:lnTo>
                  <a:pt x="750" y="130"/>
                </a:lnTo>
                <a:lnTo>
                  <a:pt x="758" y="138"/>
                </a:lnTo>
                <a:lnTo>
                  <a:pt x="766" y="147"/>
                </a:lnTo>
                <a:lnTo>
                  <a:pt x="773" y="156"/>
                </a:lnTo>
                <a:lnTo>
                  <a:pt x="780" y="165"/>
                </a:lnTo>
                <a:lnTo>
                  <a:pt x="786" y="174"/>
                </a:lnTo>
                <a:lnTo>
                  <a:pt x="793" y="183"/>
                </a:lnTo>
                <a:lnTo>
                  <a:pt x="798" y="193"/>
                </a:lnTo>
                <a:lnTo>
                  <a:pt x="804" y="202"/>
                </a:lnTo>
                <a:lnTo>
                  <a:pt x="809" y="212"/>
                </a:lnTo>
                <a:lnTo>
                  <a:pt x="813" y="222"/>
                </a:lnTo>
                <a:lnTo>
                  <a:pt x="818" y="232"/>
                </a:lnTo>
                <a:lnTo>
                  <a:pt x="822" y="242"/>
                </a:lnTo>
                <a:lnTo>
                  <a:pt x="825" y="252"/>
                </a:lnTo>
                <a:lnTo>
                  <a:pt x="828" y="262"/>
                </a:lnTo>
                <a:lnTo>
                  <a:pt x="831" y="273"/>
                </a:lnTo>
                <a:lnTo>
                  <a:pt x="833" y="283"/>
                </a:lnTo>
                <a:lnTo>
                  <a:pt x="835" y="294"/>
                </a:lnTo>
                <a:lnTo>
                  <a:pt x="836" y="305"/>
                </a:lnTo>
                <a:lnTo>
                  <a:pt x="837" y="315"/>
                </a:lnTo>
                <a:lnTo>
                  <a:pt x="838" y="326"/>
                </a:lnTo>
                <a:lnTo>
                  <a:pt x="838" y="336"/>
                </a:lnTo>
                <a:close/>
              </a:path>
            </a:pathLst>
          </a:custGeom>
          <a:solidFill>
            <a:srgbClr val="ffb1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1" name=""/>
          <p:cNvSpPr/>
          <p:nvPr/>
        </p:nvSpPr>
        <p:spPr>
          <a:xfrm>
            <a:off x="4827240" y="1706400"/>
            <a:ext cx="303120" cy="243360"/>
          </a:xfrm>
          <a:custGeom>
            <a:avLst/>
            <a:gdLst/>
            <a:ahLst/>
            <a:rect l="0" t="0" r="r" b="b"/>
            <a:pathLst>
              <a:path w="842" h="676">
                <a:moveTo>
                  <a:pt x="840" y="338"/>
                </a:moveTo>
                <a:lnTo>
                  <a:pt x="840" y="328"/>
                </a:lnTo>
                <a:lnTo>
                  <a:pt x="839" y="317"/>
                </a:lnTo>
                <a:lnTo>
                  <a:pt x="838" y="306"/>
                </a:lnTo>
                <a:lnTo>
                  <a:pt x="837" y="295"/>
                </a:lnTo>
                <a:lnTo>
                  <a:pt x="835" y="285"/>
                </a:lnTo>
                <a:lnTo>
                  <a:pt x="833" y="275"/>
                </a:lnTo>
                <a:lnTo>
                  <a:pt x="830" y="264"/>
                </a:lnTo>
                <a:lnTo>
                  <a:pt x="827" y="254"/>
                </a:lnTo>
                <a:lnTo>
                  <a:pt x="824" y="244"/>
                </a:lnTo>
                <a:lnTo>
                  <a:pt x="820" y="234"/>
                </a:lnTo>
                <a:lnTo>
                  <a:pt x="815" y="224"/>
                </a:lnTo>
                <a:lnTo>
                  <a:pt x="811" y="214"/>
                </a:lnTo>
                <a:lnTo>
                  <a:pt x="806" y="204"/>
                </a:lnTo>
                <a:lnTo>
                  <a:pt x="800" y="195"/>
                </a:lnTo>
                <a:lnTo>
                  <a:pt x="795" y="185"/>
                </a:lnTo>
                <a:lnTo>
                  <a:pt x="788" y="176"/>
                </a:lnTo>
                <a:lnTo>
                  <a:pt x="782" y="167"/>
                </a:lnTo>
                <a:lnTo>
                  <a:pt x="775" y="158"/>
                </a:lnTo>
                <a:lnTo>
                  <a:pt x="768" y="149"/>
                </a:lnTo>
                <a:lnTo>
                  <a:pt x="760" y="140"/>
                </a:lnTo>
                <a:lnTo>
                  <a:pt x="752" y="132"/>
                </a:lnTo>
                <a:lnTo>
                  <a:pt x="744" y="123"/>
                </a:lnTo>
                <a:lnTo>
                  <a:pt x="736" y="115"/>
                </a:lnTo>
                <a:lnTo>
                  <a:pt x="727" y="108"/>
                </a:lnTo>
                <a:lnTo>
                  <a:pt x="718" y="100"/>
                </a:lnTo>
                <a:lnTo>
                  <a:pt x="708" y="93"/>
                </a:lnTo>
                <a:lnTo>
                  <a:pt x="698" y="86"/>
                </a:lnTo>
                <a:lnTo>
                  <a:pt x="688" y="79"/>
                </a:lnTo>
                <a:lnTo>
                  <a:pt x="678" y="72"/>
                </a:lnTo>
                <a:lnTo>
                  <a:pt x="668" y="66"/>
                </a:lnTo>
                <a:lnTo>
                  <a:pt x="657" y="60"/>
                </a:lnTo>
                <a:lnTo>
                  <a:pt x="646" y="54"/>
                </a:lnTo>
                <a:lnTo>
                  <a:pt x="635" y="49"/>
                </a:lnTo>
                <a:lnTo>
                  <a:pt x="623" y="43"/>
                </a:lnTo>
                <a:lnTo>
                  <a:pt x="612" y="38"/>
                </a:lnTo>
                <a:lnTo>
                  <a:pt x="600" y="34"/>
                </a:lnTo>
                <a:lnTo>
                  <a:pt x="588" y="29"/>
                </a:lnTo>
                <a:lnTo>
                  <a:pt x="576" y="25"/>
                </a:lnTo>
                <a:lnTo>
                  <a:pt x="564" y="22"/>
                </a:lnTo>
                <a:lnTo>
                  <a:pt x="551" y="18"/>
                </a:lnTo>
                <a:lnTo>
                  <a:pt x="539" y="15"/>
                </a:lnTo>
                <a:lnTo>
                  <a:pt x="526" y="12"/>
                </a:lnTo>
                <a:lnTo>
                  <a:pt x="513" y="10"/>
                </a:lnTo>
                <a:lnTo>
                  <a:pt x="500" y="8"/>
                </a:lnTo>
                <a:lnTo>
                  <a:pt x="487" y="6"/>
                </a:lnTo>
                <a:lnTo>
                  <a:pt x="474" y="4"/>
                </a:lnTo>
                <a:lnTo>
                  <a:pt x="460" y="3"/>
                </a:lnTo>
                <a:lnTo>
                  <a:pt x="447" y="2"/>
                </a:lnTo>
                <a:lnTo>
                  <a:pt x="434" y="2"/>
                </a:lnTo>
                <a:lnTo>
                  <a:pt x="421" y="2"/>
                </a:lnTo>
                <a:lnTo>
                  <a:pt x="408" y="2"/>
                </a:lnTo>
                <a:lnTo>
                  <a:pt x="395" y="2"/>
                </a:lnTo>
                <a:lnTo>
                  <a:pt x="381" y="3"/>
                </a:lnTo>
                <a:lnTo>
                  <a:pt x="368" y="4"/>
                </a:lnTo>
                <a:lnTo>
                  <a:pt x="355" y="6"/>
                </a:lnTo>
                <a:lnTo>
                  <a:pt x="342" y="8"/>
                </a:lnTo>
                <a:lnTo>
                  <a:pt x="330" y="10"/>
                </a:lnTo>
                <a:lnTo>
                  <a:pt x="317" y="12"/>
                </a:lnTo>
                <a:lnTo>
                  <a:pt x="304" y="15"/>
                </a:lnTo>
                <a:lnTo>
                  <a:pt x="292" y="18"/>
                </a:lnTo>
                <a:lnTo>
                  <a:pt x="279" y="22"/>
                </a:lnTo>
                <a:lnTo>
                  <a:pt x="267" y="25"/>
                </a:lnTo>
                <a:lnTo>
                  <a:pt x="255" y="29"/>
                </a:lnTo>
                <a:lnTo>
                  <a:pt x="243" y="34"/>
                </a:lnTo>
                <a:lnTo>
                  <a:pt x="231" y="38"/>
                </a:lnTo>
                <a:lnTo>
                  <a:pt x="219" y="43"/>
                </a:lnTo>
                <a:lnTo>
                  <a:pt x="208" y="49"/>
                </a:lnTo>
                <a:lnTo>
                  <a:pt x="197" y="54"/>
                </a:lnTo>
                <a:lnTo>
                  <a:pt x="186" y="60"/>
                </a:lnTo>
                <a:lnTo>
                  <a:pt x="175" y="66"/>
                </a:lnTo>
                <a:lnTo>
                  <a:pt x="164" y="72"/>
                </a:lnTo>
                <a:lnTo>
                  <a:pt x="154" y="79"/>
                </a:lnTo>
                <a:lnTo>
                  <a:pt x="144" y="86"/>
                </a:lnTo>
                <a:lnTo>
                  <a:pt x="134" y="93"/>
                </a:lnTo>
                <a:lnTo>
                  <a:pt x="125" y="100"/>
                </a:lnTo>
                <a:lnTo>
                  <a:pt x="116" y="108"/>
                </a:lnTo>
                <a:lnTo>
                  <a:pt x="107" y="115"/>
                </a:lnTo>
                <a:lnTo>
                  <a:pt x="98" y="123"/>
                </a:lnTo>
                <a:lnTo>
                  <a:pt x="90" y="132"/>
                </a:lnTo>
                <a:lnTo>
                  <a:pt x="82" y="140"/>
                </a:lnTo>
                <a:lnTo>
                  <a:pt x="75" y="149"/>
                </a:lnTo>
                <a:lnTo>
                  <a:pt x="68" y="158"/>
                </a:lnTo>
                <a:lnTo>
                  <a:pt x="61" y="167"/>
                </a:lnTo>
                <a:lnTo>
                  <a:pt x="54" y="176"/>
                </a:lnTo>
                <a:lnTo>
                  <a:pt x="48" y="185"/>
                </a:lnTo>
                <a:lnTo>
                  <a:pt x="42" y="195"/>
                </a:lnTo>
                <a:lnTo>
                  <a:pt x="37" y="204"/>
                </a:lnTo>
                <a:lnTo>
                  <a:pt x="32" y="214"/>
                </a:lnTo>
                <a:lnTo>
                  <a:pt x="27" y="224"/>
                </a:lnTo>
                <a:lnTo>
                  <a:pt x="23" y="234"/>
                </a:lnTo>
                <a:lnTo>
                  <a:pt x="19" y="244"/>
                </a:lnTo>
                <a:lnTo>
                  <a:pt x="16" y="254"/>
                </a:lnTo>
                <a:lnTo>
                  <a:pt x="13" y="264"/>
                </a:lnTo>
                <a:lnTo>
                  <a:pt x="10" y="275"/>
                </a:lnTo>
                <a:lnTo>
                  <a:pt x="8" y="285"/>
                </a:lnTo>
                <a:lnTo>
                  <a:pt x="6" y="295"/>
                </a:lnTo>
                <a:lnTo>
                  <a:pt x="4" y="306"/>
                </a:lnTo>
                <a:lnTo>
                  <a:pt x="3" y="317"/>
                </a:lnTo>
                <a:lnTo>
                  <a:pt x="3" y="328"/>
                </a:lnTo>
                <a:lnTo>
                  <a:pt x="2" y="338"/>
                </a:lnTo>
                <a:lnTo>
                  <a:pt x="3" y="349"/>
                </a:lnTo>
                <a:lnTo>
                  <a:pt x="3" y="359"/>
                </a:lnTo>
                <a:lnTo>
                  <a:pt x="4" y="370"/>
                </a:lnTo>
                <a:lnTo>
                  <a:pt x="6" y="380"/>
                </a:lnTo>
                <a:lnTo>
                  <a:pt x="8" y="391"/>
                </a:lnTo>
                <a:lnTo>
                  <a:pt x="10" y="401"/>
                </a:lnTo>
                <a:lnTo>
                  <a:pt x="13" y="412"/>
                </a:lnTo>
                <a:lnTo>
                  <a:pt x="16" y="422"/>
                </a:lnTo>
                <a:lnTo>
                  <a:pt x="19" y="432"/>
                </a:lnTo>
                <a:lnTo>
                  <a:pt x="23" y="442"/>
                </a:lnTo>
                <a:lnTo>
                  <a:pt x="27" y="452"/>
                </a:lnTo>
                <a:lnTo>
                  <a:pt x="32" y="462"/>
                </a:lnTo>
                <a:lnTo>
                  <a:pt x="37" y="472"/>
                </a:lnTo>
                <a:lnTo>
                  <a:pt x="42" y="481"/>
                </a:lnTo>
                <a:lnTo>
                  <a:pt x="48" y="491"/>
                </a:lnTo>
                <a:lnTo>
                  <a:pt x="54" y="500"/>
                </a:lnTo>
                <a:lnTo>
                  <a:pt x="61" y="509"/>
                </a:lnTo>
                <a:lnTo>
                  <a:pt x="68" y="518"/>
                </a:lnTo>
                <a:lnTo>
                  <a:pt x="75" y="527"/>
                </a:lnTo>
                <a:lnTo>
                  <a:pt x="82" y="536"/>
                </a:lnTo>
                <a:lnTo>
                  <a:pt x="90" y="544"/>
                </a:lnTo>
                <a:lnTo>
                  <a:pt x="98" y="552"/>
                </a:lnTo>
                <a:lnTo>
                  <a:pt x="107" y="560"/>
                </a:lnTo>
                <a:lnTo>
                  <a:pt x="116" y="568"/>
                </a:lnTo>
                <a:lnTo>
                  <a:pt x="125" y="576"/>
                </a:lnTo>
                <a:lnTo>
                  <a:pt x="134" y="583"/>
                </a:lnTo>
                <a:lnTo>
                  <a:pt x="144" y="590"/>
                </a:lnTo>
                <a:lnTo>
                  <a:pt x="154" y="597"/>
                </a:lnTo>
                <a:lnTo>
                  <a:pt x="164" y="604"/>
                </a:lnTo>
                <a:lnTo>
                  <a:pt x="175" y="610"/>
                </a:lnTo>
                <a:lnTo>
                  <a:pt x="186" y="616"/>
                </a:lnTo>
                <a:lnTo>
                  <a:pt x="197" y="622"/>
                </a:lnTo>
                <a:lnTo>
                  <a:pt x="208" y="627"/>
                </a:lnTo>
                <a:lnTo>
                  <a:pt x="219" y="632"/>
                </a:lnTo>
                <a:lnTo>
                  <a:pt x="231" y="637"/>
                </a:lnTo>
                <a:lnTo>
                  <a:pt x="243" y="642"/>
                </a:lnTo>
                <a:lnTo>
                  <a:pt x="255" y="646"/>
                </a:lnTo>
                <a:lnTo>
                  <a:pt x="267" y="650"/>
                </a:lnTo>
                <a:lnTo>
                  <a:pt x="279" y="654"/>
                </a:lnTo>
                <a:lnTo>
                  <a:pt x="292" y="658"/>
                </a:lnTo>
                <a:lnTo>
                  <a:pt x="304" y="661"/>
                </a:lnTo>
                <a:lnTo>
                  <a:pt x="317" y="663"/>
                </a:lnTo>
                <a:lnTo>
                  <a:pt x="330" y="666"/>
                </a:lnTo>
                <a:lnTo>
                  <a:pt x="342" y="668"/>
                </a:lnTo>
                <a:lnTo>
                  <a:pt x="355" y="670"/>
                </a:lnTo>
                <a:lnTo>
                  <a:pt x="368" y="671"/>
                </a:lnTo>
                <a:lnTo>
                  <a:pt x="381" y="672"/>
                </a:lnTo>
                <a:lnTo>
                  <a:pt x="395" y="673"/>
                </a:lnTo>
                <a:lnTo>
                  <a:pt x="408" y="674"/>
                </a:lnTo>
                <a:lnTo>
                  <a:pt x="421" y="674"/>
                </a:lnTo>
                <a:lnTo>
                  <a:pt x="434" y="674"/>
                </a:lnTo>
                <a:lnTo>
                  <a:pt x="447" y="673"/>
                </a:lnTo>
                <a:lnTo>
                  <a:pt x="460" y="672"/>
                </a:lnTo>
                <a:lnTo>
                  <a:pt x="474" y="671"/>
                </a:lnTo>
                <a:lnTo>
                  <a:pt x="487" y="670"/>
                </a:lnTo>
                <a:lnTo>
                  <a:pt x="500" y="668"/>
                </a:lnTo>
                <a:lnTo>
                  <a:pt x="513" y="666"/>
                </a:lnTo>
                <a:lnTo>
                  <a:pt x="526" y="663"/>
                </a:lnTo>
                <a:lnTo>
                  <a:pt x="539" y="661"/>
                </a:lnTo>
                <a:lnTo>
                  <a:pt x="551" y="658"/>
                </a:lnTo>
                <a:lnTo>
                  <a:pt x="564" y="654"/>
                </a:lnTo>
                <a:lnTo>
                  <a:pt x="576" y="650"/>
                </a:lnTo>
                <a:lnTo>
                  <a:pt x="588" y="646"/>
                </a:lnTo>
                <a:lnTo>
                  <a:pt x="600" y="642"/>
                </a:lnTo>
                <a:lnTo>
                  <a:pt x="612" y="637"/>
                </a:lnTo>
                <a:lnTo>
                  <a:pt x="623" y="632"/>
                </a:lnTo>
                <a:lnTo>
                  <a:pt x="635" y="627"/>
                </a:lnTo>
                <a:lnTo>
                  <a:pt x="646" y="622"/>
                </a:lnTo>
                <a:lnTo>
                  <a:pt x="657" y="616"/>
                </a:lnTo>
                <a:lnTo>
                  <a:pt x="668" y="610"/>
                </a:lnTo>
                <a:lnTo>
                  <a:pt x="678" y="604"/>
                </a:lnTo>
                <a:lnTo>
                  <a:pt x="688" y="597"/>
                </a:lnTo>
                <a:lnTo>
                  <a:pt x="698" y="590"/>
                </a:lnTo>
                <a:lnTo>
                  <a:pt x="708" y="583"/>
                </a:lnTo>
                <a:lnTo>
                  <a:pt x="718" y="576"/>
                </a:lnTo>
                <a:lnTo>
                  <a:pt x="727" y="568"/>
                </a:lnTo>
                <a:lnTo>
                  <a:pt x="736" y="560"/>
                </a:lnTo>
                <a:lnTo>
                  <a:pt x="744" y="552"/>
                </a:lnTo>
                <a:lnTo>
                  <a:pt x="752" y="544"/>
                </a:lnTo>
                <a:lnTo>
                  <a:pt x="760" y="536"/>
                </a:lnTo>
                <a:lnTo>
                  <a:pt x="768" y="527"/>
                </a:lnTo>
                <a:lnTo>
                  <a:pt x="775" y="518"/>
                </a:lnTo>
                <a:lnTo>
                  <a:pt x="782" y="509"/>
                </a:lnTo>
                <a:lnTo>
                  <a:pt x="788" y="500"/>
                </a:lnTo>
                <a:lnTo>
                  <a:pt x="795" y="491"/>
                </a:lnTo>
                <a:lnTo>
                  <a:pt x="800" y="481"/>
                </a:lnTo>
                <a:lnTo>
                  <a:pt x="806" y="472"/>
                </a:lnTo>
                <a:lnTo>
                  <a:pt x="811" y="462"/>
                </a:lnTo>
                <a:lnTo>
                  <a:pt x="815" y="452"/>
                </a:lnTo>
                <a:lnTo>
                  <a:pt x="820" y="442"/>
                </a:lnTo>
                <a:lnTo>
                  <a:pt x="824" y="432"/>
                </a:lnTo>
                <a:lnTo>
                  <a:pt x="827" y="422"/>
                </a:lnTo>
                <a:lnTo>
                  <a:pt x="830" y="412"/>
                </a:lnTo>
                <a:lnTo>
                  <a:pt x="833" y="401"/>
                </a:lnTo>
                <a:lnTo>
                  <a:pt x="835" y="391"/>
                </a:lnTo>
                <a:lnTo>
                  <a:pt x="837" y="380"/>
                </a:lnTo>
                <a:lnTo>
                  <a:pt x="838" y="370"/>
                </a:lnTo>
                <a:lnTo>
                  <a:pt x="839" y="359"/>
                </a:lnTo>
                <a:lnTo>
                  <a:pt x="840" y="349"/>
                </a:lnTo>
                <a:lnTo>
                  <a:pt x="840" y="338"/>
                </a:lnTo>
                <a:moveTo>
                  <a:pt x="842" y="338"/>
                </a:moveTo>
                <a:lnTo>
                  <a:pt x="842" y="349"/>
                </a:lnTo>
                <a:lnTo>
                  <a:pt x="842" y="360"/>
                </a:lnTo>
                <a:lnTo>
                  <a:pt x="841" y="370"/>
                </a:lnTo>
                <a:lnTo>
                  <a:pt x="839" y="381"/>
                </a:lnTo>
                <a:lnTo>
                  <a:pt x="837" y="391"/>
                </a:lnTo>
                <a:lnTo>
                  <a:pt x="835" y="402"/>
                </a:lnTo>
                <a:lnTo>
                  <a:pt x="832" y="412"/>
                </a:lnTo>
                <a:lnTo>
                  <a:pt x="829" y="422"/>
                </a:lnTo>
                <a:lnTo>
                  <a:pt x="826" y="433"/>
                </a:lnTo>
                <a:lnTo>
                  <a:pt x="822" y="443"/>
                </a:lnTo>
                <a:lnTo>
                  <a:pt x="818" y="453"/>
                </a:lnTo>
                <a:lnTo>
                  <a:pt x="813" y="463"/>
                </a:lnTo>
                <a:lnTo>
                  <a:pt x="808" y="472"/>
                </a:lnTo>
                <a:lnTo>
                  <a:pt x="802" y="482"/>
                </a:lnTo>
                <a:lnTo>
                  <a:pt x="797" y="492"/>
                </a:lnTo>
                <a:lnTo>
                  <a:pt x="790" y="501"/>
                </a:lnTo>
                <a:lnTo>
                  <a:pt x="784" y="510"/>
                </a:lnTo>
                <a:lnTo>
                  <a:pt x="777" y="519"/>
                </a:lnTo>
                <a:lnTo>
                  <a:pt x="770" y="528"/>
                </a:lnTo>
                <a:lnTo>
                  <a:pt x="762" y="537"/>
                </a:lnTo>
                <a:lnTo>
                  <a:pt x="754" y="545"/>
                </a:lnTo>
                <a:lnTo>
                  <a:pt x="746" y="553"/>
                </a:lnTo>
                <a:lnTo>
                  <a:pt x="737" y="562"/>
                </a:lnTo>
                <a:lnTo>
                  <a:pt x="728" y="569"/>
                </a:lnTo>
                <a:lnTo>
                  <a:pt x="719" y="577"/>
                </a:lnTo>
                <a:lnTo>
                  <a:pt x="710" y="584"/>
                </a:lnTo>
                <a:lnTo>
                  <a:pt x="700" y="591"/>
                </a:lnTo>
                <a:lnTo>
                  <a:pt x="690" y="598"/>
                </a:lnTo>
                <a:lnTo>
                  <a:pt x="680" y="605"/>
                </a:lnTo>
                <a:lnTo>
                  <a:pt x="669" y="611"/>
                </a:lnTo>
                <a:lnTo>
                  <a:pt x="658" y="617"/>
                </a:lnTo>
                <a:lnTo>
                  <a:pt x="647" y="623"/>
                </a:lnTo>
                <a:lnTo>
                  <a:pt x="636" y="629"/>
                </a:lnTo>
                <a:lnTo>
                  <a:pt x="624" y="634"/>
                </a:lnTo>
                <a:lnTo>
                  <a:pt x="613" y="639"/>
                </a:lnTo>
                <a:lnTo>
                  <a:pt x="601" y="644"/>
                </a:lnTo>
                <a:lnTo>
                  <a:pt x="589" y="648"/>
                </a:lnTo>
                <a:lnTo>
                  <a:pt x="577" y="652"/>
                </a:lnTo>
                <a:lnTo>
                  <a:pt x="564" y="656"/>
                </a:lnTo>
                <a:lnTo>
                  <a:pt x="552" y="659"/>
                </a:lnTo>
                <a:lnTo>
                  <a:pt x="539" y="662"/>
                </a:lnTo>
                <a:lnTo>
                  <a:pt x="526" y="665"/>
                </a:lnTo>
                <a:lnTo>
                  <a:pt x="514" y="668"/>
                </a:lnTo>
                <a:lnTo>
                  <a:pt x="501" y="670"/>
                </a:lnTo>
                <a:lnTo>
                  <a:pt x="488" y="672"/>
                </a:lnTo>
                <a:lnTo>
                  <a:pt x="475" y="673"/>
                </a:lnTo>
                <a:lnTo>
                  <a:pt x="460" y="674"/>
                </a:lnTo>
                <a:lnTo>
                  <a:pt x="447" y="675"/>
                </a:lnTo>
                <a:lnTo>
                  <a:pt x="434" y="676"/>
                </a:lnTo>
                <a:lnTo>
                  <a:pt x="421" y="676"/>
                </a:lnTo>
                <a:lnTo>
                  <a:pt x="408" y="676"/>
                </a:lnTo>
                <a:lnTo>
                  <a:pt x="394" y="675"/>
                </a:lnTo>
                <a:lnTo>
                  <a:pt x="381" y="674"/>
                </a:lnTo>
                <a:lnTo>
                  <a:pt x="368" y="673"/>
                </a:lnTo>
                <a:lnTo>
                  <a:pt x="355" y="672"/>
                </a:lnTo>
                <a:lnTo>
                  <a:pt x="342" y="670"/>
                </a:lnTo>
                <a:lnTo>
                  <a:pt x="329" y="668"/>
                </a:lnTo>
                <a:lnTo>
                  <a:pt x="316" y="665"/>
                </a:lnTo>
                <a:lnTo>
                  <a:pt x="303" y="662"/>
                </a:lnTo>
                <a:lnTo>
                  <a:pt x="291" y="659"/>
                </a:lnTo>
                <a:lnTo>
                  <a:pt x="278" y="656"/>
                </a:lnTo>
                <a:lnTo>
                  <a:pt x="266" y="652"/>
                </a:lnTo>
                <a:lnTo>
                  <a:pt x="254" y="648"/>
                </a:lnTo>
                <a:lnTo>
                  <a:pt x="242" y="644"/>
                </a:lnTo>
                <a:lnTo>
                  <a:pt x="230" y="639"/>
                </a:lnTo>
                <a:lnTo>
                  <a:pt x="218" y="634"/>
                </a:lnTo>
                <a:lnTo>
                  <a:pt x="207" y="629"/>
                </a:lnTo>
                <a:lnTo>
                  <a:pt x="195" y="623"/>
                </a:lnTo>
                <a:lnTo>
                  <a:pt x="184" y="617"/>
                </a:lnTo>
                <a:lnTo>
                  <a:pt x="174" y="611"/>
                </a:lnTo>
                <a:lnTo>
                  <a:pt x="163" y="605"/>
                </a:lnTo>
                <a:lnTo>
                  <a:pt x="153" y="598"/>
                </a:lnTo>
                <a:lnTo>
                  <a:pt x="143" y="591"/>
                </a:lnTo>
                <a:lnTo>
                  <a:pt x="133" y="584"/>
                </a:lnTo>
                <a:lnTo>
                  <a:pt x="123" y="577"/>
                </a:lnTo>
                <a:lnTo>
                  <a:pt x="114" y="569"/>
                </a:lnTo>
                <a:lnTo>
                  <a:pt x="105" y="562"/>
                </a:lnTo>
                <a:lnTo>
                  <a:pt x="97" y="553"/>
                </a:lnTo>
                <a:lnTo>
                  <a:pt x="88" y="545"/>
                </a:lnTo>
                <a:lnTo>
                  <a:pt x="80" y="537"/>
                </a:lnTo>
                <a:lnTo>
                  <a:pt x="73" y="528"/>
                </a:lnTo>
                <a:lnTo>
                  <a:pt x="66" y="519"/>
                </a:lnTo>
                <a:lnTo>
                  <a:pt x="59" y="510"/>
                </a:lnTo>
                <a:lnTo>
                  <a:pt x="52" y="501"/>
                </a:lnTo>
                <a:lnTo>
                  <a:pt x="46" y="492"/>
                </a:lnTo>
                <a:lnTo>
                  <a:pt x="40" y="482"/>
                </a:lnTo>
                <a:lnTo>
                  <a:pt x="35" y="472"/>
                </a:lnTo>
                <a:lnTo>
                  <a:pt x="30" y="463"/>
                </a:lnTo>
                <a:lnTo>
                  <a:pt x="25" y="453"/>
                </a:lnTo>
                <a:lnTo>
                  <a:pt x="21" y="443"/>
                </a:lnTo>
                <a:lnTo>
                  <a:pt x="17" y="433"/>
                </a:lnTo>
                <a:lnTo>
                  <a:pt x="13" y="422"/>
                </a:lnTo>
                <a:lnTo>
                  <a:pt x="10" y="412"/>
                </a:lnTo>
                <a:lnTo>
                  <a:pt x="8" y="402"/>
                </a:lnTo>
                <a:lnTo>
                  <a:pt x="5" y="391"/>
                </a:lnTo>
                <a:lnTo>
                  <a:pt x="3" y="381"/>
                </a:lnTo>
                <a:lnTo>
                  <a:pt x="2" y="370"/>
                </a:lnTo>
                <a:lnTo>
                  <a:pt x="1" y="360"/>
                </a:lnTo>
                <a:lnTo>
                  <a:pt x="0" y="349"/>
                </a:lnTo>
                <a:lnTo>
                  <a:pt x="0" y="338"/>
                </a:lnTo>
                <a:lnTo>
                  <a:pt x="0" y="328"/>
                </a:lnTo>
                <a:lnTo>
                  <a:pt x="1" y="317"/>
                </a:lnTo>
                <a:lnTo>
                  <a:pt x="2" y="306"/>
                </a:lnTo>
                <a:lnTo>
                  <a:pt x="3" y="295"/>
                </a:lnTo>
                <a:lnTo>
                  <a:pt x="5" y="285"/>
                </a:lnTo>
                <a:lnTo>
                  <a:pt x="8" y="274"/>
                </a:lnTo>
                <a:lnTo>
                  <a:pt x="10" y="264"/>
                </a:lnTo>
                <a:lnTo>
                  <a:pt x="13" y="253"/>
                </a:lnTo>
                <a:lnTo>
                  <a:pt x="17" y="243"/>
                </a:lnTo>
                <a:lnTo>
                  <a:pt x="21" y="233"/>
                </a:lnTo>
                <a:lnTo>
                  <a:pt x="25" y="223"/>
                </a:lnTo>
                <a:lnTo>
                  <a:pt x="30" y="213"/>
                </a:lnTo>
                <a:lnTo>
                  <a:pt x="35" y="203"/>
                </a:lnTo>
                <a:lnTo>
                  <a:pt x="40" y="194"/>
                </a:lnTo>
                <a:lnTo>
                  <a:pt x="46" y="184"/>
                </a:lnTo>
                <a:lnTo>
                  <a:pt x="52" y="175"/>
                </a:lnTo>
                <a:lnTo>
                  <a:pt x="59" y="166"/>
                </a:lnTo>
                <a:lnTo>
                  <a:pt x="66" y="157"/>
                </a:lnTo>
                <a:lnTo>
                  <a:pt x="73" y="148"/>
                </a:lnTo>
                <a:lnTo>
                  <a:pt x="80" y="139"/>
                </a:lnTo>
                <a:lnTo>
                  <a:pt x="88" y="131"/>
                </a:lnTo>
                <a:lnTo>
                  <a:pt x="97" y="122"/>
                </a:lnTo>
                <a:lnTo>
                  <a:pt x="105" y="114"/>
                </a:lnTo>
                <a:lnTo>
                  <a:pt x="114" y="106"/>
                </a:lnTo>
                <a:lnTo>
                  <a:pt x="123" y="99"/>
                </a:lnTo>
                <a:lnTo>
                  <a:pt x="133" y="91"/>
                </a:lnTo>
                <a:lnTo>
                  <a:pt x="143" y="84"/>
                </a:lnTo>
                <a:lnTo>
                  <a:pt x="153" y="77"/>
                </a:lnTo>
                <a:lnTo>
                  <a:pt x="163" y="71"/>
                </a:lnTo>
                <a:lnTo>
                  <a:pt x="174" y="64"/>
                </a:lnTo>
                <a:lnTo>
                  <a:pt x="184" y="58"/>
                </a:lnTo>
                <a:lnTo>
                  <a:pt x="195" y="52"/>
                </a:lnTo>
                <a:lnTo>
                  <a:pt x="207" y="47"/>
                </a:lnTo>
                <a:lnTo>
                  <a:pt x="218" y="42"/>
                </a:lnTo>
                <a:lnTo>
                  <a:pt x="230" y="37"/>
                </a:lnTo>
                <a:lnTo>
                  <a:pt x="242" y="32"/>
                </a:lnTo>
                <a:lnTo>
                  <a:pt x="254" y="28"/>
                </a:lnTo>
                <a:lnTo>
                  <a:pt x="266" y="24"/>
                </a:lnTo>
                <a:lnTo>
                  <a:pt x="278" y="20"/>
                </a:lnTo>
                <a:lnTo>
                  <a:pt x="291" y="16"/>
                </a:lnTo>
                <a:lnTo>
                  <a:pt x="303" y="13"/>
                </a:lnTo>
                <a:lnTo>
                  <a:pt x="316" y="11"/>
                </a:lnTo>
                <a:lnTo>
                  <a:pt x="329" y="8"/>
                </a:lnTo>
                <a:lnTo>
                  <a:pt x="342" y="6"/>
                </a:lnTo>
                <a:lnTo>
                  <a:pt x="355" y="4"/>
                </a:lnTo>
                <a:lnTo>
                  <a:pt x="368" y="3"/>
                </a:lnTo>
                <a:lnTo>
                  <a:pt x="381" y="1"/>
                </a:lnTo>
                <a:lnTo>
                  <a:pt x="394" y="1"/>
                </a:lnTo>
                <a:lnTo>
                  <a:pt x="408" y="0"/>
                </a:lnTo>
                <a:lnTo>
                  <a:pt x="421" y="0"/>
                </a:lnTo>
                <a:lnTo>
                  <a:pt x="434" y="0"/>
                </a:lnTo>
                <a:lnTo>
                  <a:pt x="447" y="1"/>
                </a:lnTo>
                <a:lnTo>
                  <a:pt x="460" y="1"/>
                </a:lnTo>
                <a:lnTo>
                  <a:pt x="475" y="3"/>
                </a:lnTo>
                <a:lnTo>
                  <a:pt x="488" y="4"/>
                </a:lnTo>
                <a:lnTo>
                  <a:pt x="501" y="6"/>
                </a:lnTo>
                <a:lnTo>
                  <a:pt x="514" y="8"/>
                </a:lnTo>
                <a:lnTo>
                  <a:pt x="526" y="11"/>
                </a:lnTo>
                <a:lnTo>
                  <a:pt x="539" y="13"/>
                </a:lnTo>
                <a:lnTo>
                  <a:pt x="552" y="16"/>
                </a:lnTo>
                <a:lnTo>
                  <a:pt x="564" y="20"/>
                </a:lnTo>
                <a:lnTo>
                  <a:pt x="577" y="24"/>
                </a:lnTo>
                <a:lnTo>
                  <a:pt x="589" y="28"/>
                </a:lnTo>
                <a:lnTo>
                  <a:pt x="601" y="32"/>
                </a:lnTo>
                <a:lnTo>
                  <a:pt x="613" y="37"/>
                </a:lnTo>
                <a:lnTo>
                  <a:pt x="624" y="42"/>
                </a:lnTo>
                <a:lnTo>
                  <a:pt x="636" y="47"/>
                </a:lnTo>
                <a:lnTo>
                  <a:pt x="647" y="52"/>
                </a:lnTo>
                <a:lnTo>
                  <a:pt x="658" y="58"/>
                </a:lnTo>
                <a:lnTo>
                  <a:pt x="669" y="64"/>
                </a:lnTo>
                <a:lnTo>
                  <a:pt x="680" y="71"/>
                </a:lnTo>
                <a:lnTo>
                  <a:pt x="690" y="77"/>
                </a:lnTo>
                <a:lnTo>
                  <a:pt x="700" y="84"/>
                </a:lnTo>
                <a:lnTo>
                  <a:pt x="710" y="91"/>
                </a:lnTo>
                <a:lnTo>
                  <a:pt x="719" y="99"/>
                </a:lnTo>
                <a:lnTo>
                  <a:pt x="728" y="106"/>
                </a:lnTo>
                <a:lnTo>
                  <a:pt x="737" y="114"/>
                </a:lnTo>
                <a:lnTo>
                  <a:pt x="746" y="122"/>
                </a:lnTo>
                <a:lnTo>
                  <a:pt x="754" y="131"/>
                </a:lnTo>
                <a:lnTo>
                  <a:pt x="762" y="139"/>
                </a:lnTo>
                <a:lnTo>
                  <a:pt x="770" y="148"/>
                </a:lnTo>
                <a:lnTo>
                  <a:pt x="777" y="157"/>
                </a:lnTo>
                <a:lnTo>
                  <a:pt x="784" y="166"/>
                </a:lnTo>
                <a:lnTo>
                  <a:pt x="790" y="175"/>
                </a:lnTo>
                <a:lnTo>
                  <a:pt x="797" y="184"/>
                </a:lnTo>
                <a:lnTo>
                  <a:pt x="802" y="194"/>
                </a:lnTo>
                <a:lnTo>
                  <a:pt x="808" y="203"/>
                </a:lnTo>
                <a:lnTo>
                  <a:pt x="813" y="213"/>
                </a:lnTo>
                <a:lnTo>
                  <a:pt x="818" y="223"/>
                </a:lnTo>
                <a:lnTo>
                  <a:pt x="822" y="233"/>
                </a:lnTo>
                <a:lnTo>
                  <a:pt x="826" y="243"/>
                </a:lnTo>
                <a:lnTo>
                  <a:pt x="829" y="253"/>
                </a:lnTo>
                <a:lnTo>
                  <a:pt x="832" y="264"/>
                </a:lnTo>
                <a:lnTo>
                  <a:pt x="835" y="274"/>
                </a:lnTo>
                <a:lnTo>
                  <a:pt x="837" y="285"/>
                </a:lnTo>
                <a:lnTo>
                  <a:pt x="839" y="295"/>
                </a:lnTo>
                <a:lnTo>
                  <a:pt x="841" y="306"/>
                </a:lnTo>
                <a:lnTo>
                  <a:pt x="842" y="317"/>
                </a:lnTo>
                <a:lnTo>
                  <a:pt x="842" y="328"/>
                </a:lnTo>
                <a:lnTo>
                  <a:pt x="842" y="338"/>
                </a:lnTo>
                <a:close/>
              </a:path>
            </a:pathLst>
          </a:custGeom>
          <a:solidFill>
            <a:srgbClr val="ffb1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2" name=""/>
          <p:cNvSpPr/>
          <p:nvPr/>
        </p:nvSpPr>
        <p:spPr>
          <a:xfrm>
            <a:off x="4826520" y="1705680"/>
            <a:ext cx="304920" cy="244800"/>
          </a:xfrm>
          <a:custGeom>
            <a:avLst/>
            <a:gdLst/>
            <a:ahLst/>
            <a:rect l="0" t="0" r="r" b="b"/>
            <a:pathLst>
              <a:path w="847" h="680">
                <a:moveTo>
                  <a:pt x="844" y="339"/>
                </a:moveTo>
                <a:lnTo>
                  <a:pt x="844" y="329"/>
                </a:lnTo>
                <a:lnTo>
                  <a:pt x="844" y="318"/>
                </a:lnTo>
                <a:lnTo>
                  <a:pt x="843" y="308"/>
                </a:lnTo>
                <a:lnTo>
                  <a:pt x="841" y="297"/>
                </a:lnTo>
                <a:lnTo>
                  <a:pt x="839" y="287"/>
                </a:lnTo>
                <a:lnTo>
                  <a:pt x="837" y="276"/>
                </a:lnTo>
                <a:lnTo>
                  <a:pt x="834" y="266"/>
                </a:lnTo>
                <a:lnTo>
                  <a:pt x="831" y="255"/>
                </a:lnTo>
                <a:lnTo>
                  <a:pt x="828" y="245"/>
                </a:lnTo>
                <a:lnTo>
                  <a:pt x="824" y="235"/>
                </a:lnTo>
                <a:lnTo>
                  <a:pt x="820" y="225"/>
                </a:lnTo>
                <a:lnTo>
                  <a:pt x="815" y="215"/>
                </a:lnTo>
                <a:lnTo>
                  <a:pt x="810" y="205"/>
                </a:lnTo>
                <a:lnTo>
                  <a:pt x="804" y="196"/>
                </a:lnTo>
                <a:lnTo>
                  <a:pt x="799" y="186"/>
                </a:lnTo>
                <a:lnTo>
                  <a:pt x="792" y="177"/>
                </a:lnTo>
                <a:lnTo>
                  <a:pt x="786" y="168"/>
                </a:lnTo>
                <a:lnTo>
                  <a:pt x="779" y="159"/>
                </a:lnTo>
                <a:lnTo>
                  <a:pt x="772" y="150"/>
                </a:lnTo>
                <a:lnTo>
                  <a:pt x="764" y="141"/>
                </a:lnTo>
                <a:lnTo>
                  <a:pt x="756" y="133"/>
                </a:lnTo>
                <a:lnTo>
                  <a:pt x="748" y="124"/>
                </a:lnTo>
                <a:lnTo>
                  <a:pt x="739" y="116"/>
                </a:lnTo>
                <a:lnTo>
                  <a:pt x="730" y="108"/>
                </a:lnTo>
                <a:lnTo>
                  <a:pt x="721" y="101"/>
                </a:lnTo>
                <a:lnTo>
                  <a:pt x="712" y="93"/>
                </a:lnTo>
                <a:lnTo>
                  <a:pt x="702" y="86"/>
                </a:lnTo>
                <a:lnTo>
                  <a:pt x="692" y="79"/>
                </a:lnTo>
                <a:lnTo>
                  <a:pt x="682" y="73"/>
                </a:lnTo>
                <a:lnTo>
                  <a:pt x="671" y="66"/>
                </a:lnTo>
                <a:lnTo>
                  <a:pt x="660" y="60"/>
                </a:lnTo>
                <a:lnTo>
                  <a:pt x="649" y="54"/>
                </a:lnTo>
                <a:lnTo>
                  <a:pt x="638" y="49"/>
                </a:lnTo>
                <a:lnTo>
                  <a:pt x="626" y="44"/>
                </a:lnTo>
                <a:lnTo>
                  <a:pt x="615" y="39"/>
                </a:lnTo>
                <a:lnTo>
                  <a:pt x="603" y="34"/>
                </a:lnTo>
                <a:lnTo>
                  <a:pt x="591" y="30"/>
                </a:lnTo>
                <a:lnTo>
                  <a:pt x="579" y="26"/>
                </a:lnTo>
                <a:lnTo>
                  <a:pt x="566" y="22"/>
                </a:lnTo>
                <a:lnTo>
                  <a:pt x="554" y="18"/>
                </a:lnTo>
                <a:lnTo>
                  <a:pt x="541" y="15"/>
                </a:lnTo>
                <a:lnTo>
                  <a:pt x="527" y="13"/>
                </a:lnTo>
                <a:lnTo>
                  <a:pt x="515" y="10"/>
                </a:lnTo>
                <a:lnTo>
                  <a:pt x="502" y="8"/>
                </a:lnTo>
                <a:lnTo>
                  <a:pt x="489" y="6"/>
                </a:lnTo>
                <a:lnTo>
                  <a:pt x="476" y="5"/>
                </a:lnTo>
                <a:lnTo>
                  <a:pt x="462" y="3"/>
                </a:lnTo>
                <a:lnTo>
                  <a:pt x="449" y="3"/>
                </a:lnTo>
                <a:lnTo>
                  <a:pt x="436" y="2"/>
                </a:lnTo>
                <a:lnTo>
                  <a:pt x="423" y="2"/>
                </a:lnTo>
                <a:lnTo>
                  <a:pt x="410" y="2"/>
                </a:lnTo>
                <a:lnTo>
                  <a:pt x="396" y="3"/>
                </a:lnTo>
                <a:lnTo>
                  <a:pt x="383" y="3"/>
                </a:lnTo>
                <a:lnTo>
                  <a:pt x="370" y="5"/>
                </a:lnTo>
                <a:lnTo>
                  <a:pt x="357" y="6"/>
                </a:lnTo>
                <a:lnTo>
                  <a:pt x="344" y="8"/>
                </a:lnTo>
                <a:lnTo>
                  <a:pt x="331" y="10"/>
                </a:lnTo>
                <a:lnTo>
                  <a:pt x="318" y="13"/>
                </a:lnTo>
                <a:lnTo>
                  <a:pt x="305" y="15"/>
                </a:lnTo>
                <a:lnTo>
                  <a:pt x="293" y="18"/>
                </a:lnTo>
                <a:lnTo>
                  <a:pt x="280" y="22"/>
                </a:lnTo>
                <a:lnTo>
                  <a:pt x="268" y="26"/>
                </a:lnTo>
                <a:lnTo>
                  <a:pt x="256" y="30"/>
                </a:lnTo>
                <a:lnTo>
                  <a:pt x="244" y="34"/>
                </a:lnTo>
                <a:lnTo>
                  <a:pt x="232" y="39"/>
                </a:lnTo>
                <a:lnTo>
                  <a:pt x="220" y="44"/>
                </a:lnTo>
                <a:lnTo>
                  <a:pt x="209" y="49"/>
                </a:lnTo>
                <a:lnTo>
                  <a:pt x="197" y="54"/>
                </a:lnTo>
                <a:lnTo>
                  <a:pt x="186" y="60"/>
                </a:lnTo>
                <a:lnTo>
                  <a:pt x="176" y="66"/>
                </a:lnTo>
                <a:lnTo>
                  <a:pt x="165" y="73"/>
                </a:lnTo>
                <a:lnTo>
                  <a:pt x="155" y="79"/>
                </a:lnTo>
                <a:lnTo>
                  <a:pt x="145" y="86"/>
                </a:lnTo>
                <a:lnTo>
                  <a:pt x="135" y="93"/>
                </a:lnTo>
                <a:lnTo>
                  <a:pt x="125" y="101"/>
                </a:lnTo>
                <a:lnTo>
                  <a:pt x="116" y="108"/>
                </a:lnTo>
                <a:lnTo>
                  <a:pt x="107" y="116"/>
                </a:lnTo>
                <a:lnTo>
                  <a:pt x="99" y="124"/>
                </a:lnTo>
                <a:lnTo>
                  <a:pt x="90" y="133"/>
                </a:lnTo>
                <a:lnTo>
                  <a:pt x="82" y="141"/>
                </a:lnTo>
                <a:lnTo>
                  <a:pt x="75" y="150"/>
                </a:lnTo>
                <a:lnTo>
                  <a:pt x="68" y="159"/>
                </a:lnTo>
                <a:lnTo>
                  <a:pt x="61" y="168"/>
                </a:lnTo>
                <a:lnTo>
                  <a:pt x="54" y="177"/>
                </a:lnTo>
                <a:lnTo>
                  <a:pt x="48" y="186"/>
                </a:lnTo>
                <a:lnTo>
                  <a:pt x="42" y="196"/>
                </a:lnTo>
                <a:lnTo>
                  <a:pt x="37" y="205"/>
                </a:lnTo>
                <a:lnTo>
                  <a:pt x="32" y="215"/>
                </a:lnTo>
                <a:lnTo>
                  <a:pt x="27" y="225"/>
                </a:lnTo>
                <a:lnTo>
                  <a:pt x="23" y="235"/>
                </a:lnTo>
                <a:lnTo>
                  <a:pt x="19" y="245"/>
                </a:lnTo>
                <a:lnTo>
                  <a:pt x="15" y="255"/>
                </a:lnTo>
                <a:lnTo>
                  <a:pt x="12" y="266"/>
                </a:lnTo>
                <a:lnTo>
                  <a:pt x="10" y="276"/>
                </a:lnTo>
                <a:lnTo>
                  <a:pt x="7" y="287"/>
                </a:lnTo>
                <a:lnTo>
                  <a:pt x="5" y="297"/>
                </a:lnTo>
                <a:lnTo>
                  <a:pt x="4" y="308"/>
                </a:lnTo>
                <a:lnTo>
                  <a:pt x="3" y="318"/>
                </a:lnTo>
                <a:lnTo>
                  <a:pt x="2" y="329"/>
                </a:lnTo>
                <a:lnTo>
                  <a:pt x="2" y="339"/>
                </a:lnTo>
                <a:lnTo>
                  <a:pt x="2" y="351"/>
                </a:lnTo>
                <a:lnTo>
                  <a:pt x="3" y="362"/>
                </a:lnTo>
                <a:lnTo>
                  <a:pt x="4" y="372"/>
                </a:lnTo>
                <a:lnTo>
                  <a:pt x="5" y="383"/>
                </a:lnTo>
                <a:lnTo>
                  <a:pt x="7" y="393"/>
                </a:lnTo>
                <a:lnTo>
                  <a:pt x="10" y="404"/>
                </a:lnTo>
                <a:lnTo>
                  <a:pt x="12" y="414"/>
                </a:lnTo>
                <a:lnTo>
                  <a:pt x="15" y="424"/>
                </a:lnTo>
                <a:lnTo>
                  <a:pt x="19" y="435"/>
                </a:lnTo>
                <a:lnTo>
                  <a:pt x="23" y="445"/>
                </a:lnTo>
                <a:lnTo>
                  <a:pt x="27" y="455"/>
                </a:lnTo>
                <a:lnTo>
                  <a:pt x="32" y="465"/>
                </a:lnTo>
                <a:lnTo>
                  <a:pt x="37" y="474"/>
                </a:lnTo>
                <a:lnTo>
                  <a:pt x="42" y="484"/>
                </a:lnTo>
                <a:lnTo>
                  <a:pt x="48" y="494"/>
                </a:lnTo>
                <a:lnTo>
                  <a:pt x="54" y="503"/>
                </a:lnTo>
                <a:lnTo>
                  <a:pt x="61" y="512"/>
                </a:lnTo>
                <a:lnTo>
                  <a:pt x="68" y="521"/>
                </a:lnTo>
                <a:lnTo>
                  <a:pt x="75" y="530"/>
                </a:lnTo>
                <a:lnTo>
                  <a:pt x="82" y="539"/>
                </a:lnTo>
                <a:lnTo>
                  <a:pt x="90" y="547"/>
                </a:lnTo>
                <a:lnTo>
                  <a:pt x="99" y="555"/>
                </a:lnTo>
                <a:lnTo>
                  <a:pt x="107" y="564"/>
                </a:lnTo>
                <a:lnTo>
                  <a:pt x="116" y="571"/>
                </a:lnTo>
                <a:lnTo>
                  <a:pt x="125" y="579"/>
                </a:lnTo>
                <a:lnTo>
                  <a:pt x="135" y="586"/>
                </a:lnTo>
                <a:lnTo>
                  <a:pt x="145" y="593"/>
                </a:lnTo>
                <a:lnTo>
                  <a:pt x="155" y="600"/>
                </a:lnTo>
                <a:lnTo>
                  <a:pt x="165" y="607"/>
                </a:lnTo>
                <a:lnTo>
                  <a:pt x="176" y="613"/>
                </a:lnTo>
                <a:lnTo>
                  <a:pt x="186" y="619"/>
                </a:lnTo>
                <a:lnTo>
                  <a:pt x="197" y="625"/>
                </a:lnTo>
                <a:lnTo>
                  <a:pt x="209" y="631"/>
                </a:lnTo>
                <a:lnTo>
                  <a:pt x="220" y="636"/>
                </a:lnTo>
                <a:lnTo>
                  <a:pt x="232" y="641"/>
                </a:lnTo>
                <a:lnTo>
                  <a:pt x="244" y="646"/>
                </a:lnTo>
                <a:lnTo>
                  <a:pt x="256" y="650"/>
                </a:lnTo>
                <a:lnTo>
                  <a:pt x="268" y="654"/>
                </a:lnTo>
                <a:lnTo>
                  <a:pt x="280" y="658"/>
                </a:lnTo>
                <a:lnTo>
                  <a:pt x="293" y="661"/>
                </a:lnTo>
                <a:lnTo>
                  <a:pt x="305" y="664"/>
                </a:lnTo>
                <a:lnTo>
                  <a:pt x="318" y="667"/>
                </a:lnTo>
                <a:lnTo>
                  <a:pt x="331" y="670"/>
                </a:lnTo>
                <a:lnTo>
                  <a:pt x="344" y="672"/>
                </a:lnTo>
                <a:lnTo>
                  <a:pt x="357" y="674"/>
                </a:lnTo>
                <a:lnTo>
                  <a:pt x="370" y="675"/>
                </a:lnTo>
                <a:lnTo>
                  <a:pt x="383" y="676"/>
                </a:lnTo>
                <a:lnTo>
                  <a:pt x="396" y="677"/>
                </a:lnTo>
                <a:lnTo>
                  <a:pt x="410" y="678"/>
                </a:lnTo>
                <a:lnTo>
                  <a:pt x="423" y="678"/>
                </a:lnTo>
                <a:lnTo>
                  <a:pt x="436" y="678"/>
                </a:lnTo>
                <a:lnTo>
                  <a:pt x="449" y="677"/>
                </a:lnTo>
                <a:lnTo>
                  <a:pt x="462" y="676"/>
                </a:lnTo>
                <a:lnTo>
                  <a:pt x="476" y="675"/>
                </a:lnTo>
                <a:lnTo>
                  <a:pt x="489" y="674"/>
                </a:lnTo>
                <a:lnTo>
                  <a:pt x="502" y="672"/>
                </a:lnTo>
                <a:lnTo>
                  <a:pt x="515" y="670"/>
                </a:lnTo>
                <a:lnTo>
                  <a:pt x="527" y="667"/>
                </a:lnTo>
                <a:lnTo>
                  <a:pt x="541" y="664"/>
                </a:lnTo>
                <a:lnTo>
                  <a:pt x="554" y="661"/>
                </a:lnTo>
                <a:lnTo>
                  <a:pt x="566" y="658"/>
                </a:lnTo>
                <a:lnTo>
                  <a:pt x="579" y="654"/>
                </a:lnTo>
                <a:lnTo>
                  <a:pt x="591" y="650"/>
                </a:lnTo>
                <a:lnTo>
                  <a:pt x="603" y="646"/>
                </a:lnTo>
                <a:lnTo>
                  <a:pt x="615" y="641"/>
                </a:lnTo>
                <a:lnTo>
                  <a:pt x="626" y="636"/>
                </a:lnTo>
                <a:lnTo>
                  <a:pt x="638" y="631"/>
                </a:lnTo>
                <a:lnTo>
                  <a:pt x="649" y="625"/>
                </a:lnTo>
                <a:lnTo>
                  <a:pt x="660" y="619"/>
                </a:lnTo>
                <a:lnTo>
                  <a:pt x="671" y="613"/>
                </a:lnTo>
                <a:lnTo>
                  <a:pt x="682" y="607"/>
                </a:lnTo>
                <a:lnTo>
                  <a:pt x="692" y="600"/>
                </a:lnTo>
                <a:lnTo>
                  <a:pt x="702" y="593"/>
                </a:lnTo>
                <a:lnTo>
                  <a:pt x="712" y="586"/>
                </a:lnTo>
                <a:lnTo>
                  <a:pt x="721" y="579"/>
                </a:lnTo>
                <a:lnTo>
                  <a:pt x="730" y="571"/>
                </a:lnTo>
                <a:lnTo>
                  <a:pt x="739" y="564"/>
                </a:lnTo>
                <a:lnTo>
                  <a:pt x="748" y="555"/>
                </a:lnTo>
                <a:lnTo>
                  <a:pt x="756" y="547"/>
                </a:lnTo>
                <a:lnTo>
                  <a:pt x="764" y="539"/>
                </a:lnTo>
                <a:lnTo>
                  <a:pt x="772" y="530"/>
                </a:lnTo>
                <a:lnTo>
                  <a:pt x="779" y="521"/>
                </a:lnTo>
                <a:lnTo>
                  <a:pt x="786" y="512"/>
                </a:lnTo>
                <a:lnTo>
                  <a:pt x="792" y="503"/>
                </a:lnTo>
                <a:lnTo>
                  <a:pt x="799" y="494"/>
                </a:lnTo>
                <a:lnTo>
                  <a:pt x="804" y="484"/>
                </a:lnTo>
                <a:lnTo>
                  <a:pt x="810" y="474"/>
                </a:lnTo>
                <a:lnTo>
                  <a:pt x="815" y="465"/>
                </a:lnTo>
                <a:lnTo>
                  <a:pt x="820" y="455"/>
                </a:lnTo>
                <a:lnTo>
                  <a:pt x="824" y="445"/>
                </a:lnTo>
                <a:lnTo>
                  <a:pt x="828" y="435"/>
                </a:lnTo>
                <a:lnTo>
                  <a:pt x="831" y="424"/>
                </a:lnTo>
                <a:lnTo>
                  <a:pt x="834" y="414"/>
                </a:lnTo>
                <a:lnTo>
                  <a:pt x="837" y="404"/>
                </a:lnTo>
                <a:lnTo>
                  <a:pt x="839" y="393"/>
                </a:lnTo>
                <a:lnTo>
                  <a:pt x="841" y="383"/>
                </a:lnTo>
                <a:lnTo>
                  <a:pt x="843" y="372"/>
                </a:lnTo>
                <a:lnTo>
                  <a:pt x="844" y="362"/>
                </a:lnTo>
                <a:lnTo>
                  <a:pt x="844" y="351"/>
                </a:lnTo>
                <a:lnTo>
                  <a:pt x="844" y="339"/>
                </a:lnTo>
                <a:moveTo>
                  <a:pt x="847" y="339"/>
                </a:moveTo>
                <a:lnTo>
                  <a:pt x="847" y="351"/>
                </a:lnTo>
                <a:lnTo>
                  <a:pt x="846" y="362"/>
                </a:lnTo>
                <a:lnTo>
                  <a:pt x="845" y="372"/>
                </a:lnTo>
                <a:lnTo>
                  <a:pt x="843" y="383"/>
                </a:lnTo>
                <a:lnTo>
                  <a:pt x="842" y="393"/>
                </a:lnTo>
                <a:lnTo>
                  <a:pt x="839" y="404"/>
                </a:lnTo>
                <a:lnTo>
                  <a:pt x="837" y="414"/>
                </a:lnTo>
                <a:lnTo>
                  <a:pt x="833" y="425"/>
                </a:lnTo>
                <a:lnTo>
                  <a:pt x="830" y="435"/>
                </a:lnTo>
                <a:lnTo>
                  <a:pt x="826" y="445"/>
                </a:lnTo>
                <a:lnTo>
                  <a:pt x="822" y="455"/>
                </a:lnTo>
                <a:lnTo>
                  <a:pt x="817" y="465"/>
                </a:lnTo>
                <a:lnTo>
                  <a:pt x="812" y="475"/>
                </a:lnTo>
                <a:lnTo>
                  <a:pt x="806" y="485"/>
                </a:lnTo>
                <a:lnTo>
                  <a:pt x="801" y="494"/>
                </a:lnTo>
                <a:lnTo>
                  <a:pt x="794" y="504"/>
                </a:lnTo>
                <a:lnTo>
                  <a:pt x="788" y="513"/>
                </a:lnTo>
                <a:lnTo>
                  <a:pt x="781" y="522"/>
                </a:lnTo>
                <a:lnTo>
                  <a:pt x="774" y="531"/>
                </a:lnTo>
                <a:lnTo>
                  <a:pt x="766" y="540"/>
                </a:lnTo>
                <a:lnTo>
                  <a:pt x="758" y="548"/>
                </a:lnTo>
                <a:lnTo>
                  <a:pt x="750" y="557"/>
                </a:lnTo>
                <a:lnTo>
                  <a:pt x="741" y="565"/>
                </a:lnTo>
                <a:lnTo>
                  <a:pt x="732" y="573"/>
                </a:lnTo>
                <a:lnTo>
                  <a:pt x="723" y="580"/>
                </a:lnTo>
                <a:lnTo>
                  <a:pt x="713" y="588"/>
                </a:lnTo>
                <a:lnTo>
                  <a:pt x="703" y="595"/>
                </a:lnTo>
                <a:lnTo>
                  <a:pt x="693" y="602"/>
                </a:lnTo>
                <a:lnTo>
                  <a:pt x="683" y="608"/>
                </a:lnTo>
                <a:lnTo>
                  <a:pt x="672" y="615"/>
                </a:lnTo>
                <a:lnTo>
                  <a:pt x="662" y="621"/>
                </a:lnTo>
                <a:lnTo>
                  <a:pt x="650" y="627"/>
                </a:lnTo>
                <a:lnTo>
                  <a:pt x="639" y="632"/>
                </a:lnTo>
                <a:lnTo>
                  <a:pt x="628" y="638"/>
                </a:lnTo>
                <a:lnTo>
                  <a:pt x="616" y="643"/>
                </a:lnTo>
                <a:lnTo>
                  <a:pt x="604" y="647"/>
                </a:lnTo>
                <a:lnTo>
                  <a:pt x="592" y="652"/>
                </a:lnTo>
                <a:lnTo>
                  <a:pt x="579" y="656"/>
                </a:lnTo>
                <a:lnTo>
                  <a:pt x="567" y="660"/>
                </a:lnTo>
                <a:lnTo>
                  <a:pt x="554" y="663"/>
                </a:lnTo>
                <a:lnTo>
                  <a:pt x="542" y="666"/>
                </a:lnTo>
                <a:lnTo>
                  <a:pt x="528" y="669"/>
                </a:lnTo>
                <a:lnTo>
                  <a:pt x="515" y="671"/>
                </a:lnTo>
                <a:lnTo>
                  <a:pt x="502" y="674"/>
                </a:lnTo>
                <a:lnTo>
                  <a:pt x="489" y="675"/>
                </a:lnTo>
                <a:lnTo>
                  <a:pt x="476" y="677"/>
                </a:lnTo>
                <a:lnTo>
                  <a:pt x="463" y="678"/>
                </a:lnTo>
                <a:lnTo>
                  <a:pt x="449" y="679"/>
                </a:lnTo>
                <a:lnTo>
                  <a:pt x="436" y="679"/>
                </a:lnTo>
                <a:lnTo>
                  <a:pt x="423" y="680"/>
                </a:lnTo>
                <a:lnTo>
                  <a:pt x="410" y="679"/>
                </a:lnTo>
                <a:lnTo>
                  <a:pt x="396" y="679"/>
                </a:lnTo>
                <a:lnTo>
                  <a:pt x="383" y="678"/>
                </a:lnTo>
                <a:lnTo>
                  <a:pt x="370" y="677"/>
                </a:lnTo>
                <a:lnTo>
                  <a:pt x="357" y="675"/>
                </a:lnTo>
                <a:lnTo>
                  <a:pt x="344" y="674"/>
                </a:lnTo>
                <a:lnTo>
                  <a:pt x="331" y="671"/>
                </a:lnTo>
                <a:lnTo>
                  <a:pt x="318" y="669"/>
                </a:lnTo>
                <a:lnTo>
                  <a:pt x="305" y="666"/>
                </a:lnTo>
                <a:lnTo>
                  <a:pt x="292" y="663"/>
                </a:lnTo>
                <a:lnTo>
                  <a:pt x="280" y="660"/>
                </a:lnTo>
                <a:lnTo>
                  <a:pt x="267" y="656"/>
                </a:lnTo>
                <a:lnTo>
                  <a:pt x="255" y="652"/>
                </a:lnTo>
                <a:lnTo>
                  <a:pt x="243" y="647"/>
                </a:lnTo>
                <a:lnTo>
                  <a:pt x="231" y="643"/>
                </a:lnTo>
                <a:lnTo>
                  <a:pt x="219" y="638"/>
                </a:lnTo>
                <a:lnTo>
                  <a:pt x="208" y="632"/>
                </a:lnTo>
                <a:lnTo>
                  <a:pt x="196" y="627"/>
                </a:lnTo>
                <a:lnTo>
                  <a:pt x="185" y="621"/>
                </a:lnTo>
                <a:lnTo>
                  <a:pt x="174" y="615"/>
                </a:lnTo>
                <a:lnTo>
                  <a:pt x="164" y="608"/>
                </a:lnTo>
                <a:lnTo>
                  <a:pt x="153" y="602"/>
                </a:lnTo>
                <a:lnTo>
                  <a:pt x="143" y="595"/>
                </a:lnTo>
                <a:lnTo>
                  <a:pt x="133" y="588"/>
                </a:lnTo>
                <a:lnTo>
                  <a:pt x="124" y="580"/>
                </a:lnTo>
                <a:lnTo>
                  <a:pt x="114" y="573"/>
                </a:lnTo>
                <a:lnTo>
                  <a:pt x="106" y="565"/>
                </a:lnTo>
                <a:lnTo>
                  <a:pt x="97" y="557"/>
                </a:lnTo>
                <a:lnTo>
                  <a:pt x="89" y="548"/>
                </a:lnTo>
                <a:lnTo>
                  <a:pt x="81" y="540"/>
                </a:lnTo>
                <a:lnTo>
                  <a:pt x="73" y="531"/>
                </a:lnTo>
                <a:lnTo>
                  <a:pt x="66" y="522"/>
                </a:lnTo>
                <a:lnTo>
                  <a:pt x="59" y="513"/>
                </a:lnTo>
                <a:lnTo>
                  <a:pt x="52" y="504"/>
                </a:lnTo>
                <a:lnTo>
                  <a:pt x="46" y="494"/>
                </a:lnTo>
                <a:lnTo>
                  <a:pt x="40" y="485"/>
                </a:lnTo>
                <a:lnTo>
                  <a:pt x="35" y="475"/>
                </a:lnTo>
                <a:lnTo>
                  <a:pt x="30" y="465"/>
                </a:lnTo>
                <a:lnTo>
                  <a:pt x="25" y="455"/>
                </a:lnTo>
                <a:lnTo>
                  <a:pt x="21" y="445"/>
                </a:lnTo>
                <a:lnTo>
                  <a:pt x="17" y="435"/>
                </a:lnTo>
                <a:lnTo>
                  <a:pt x="13" y="425"/>
                </a:lnTo>
                <a:lnTo>
                  <a:pt x="10" y="414"/>
                </a:lnTo>
                <a:lnTo>
                  <a:pt x="7" y="404"/>
                </a:lnTo>
                <a:lnTo>
                  <a:pt x="5" y="393"/>
                </a:lnTo>
                <a:lnTo>
                  <a:pt x="3" y="383"/>
                </a:lnTo>
                <a:lnTo>
                  <a:pt x="2" y="372"/>
                </a:lnTo>
                <a:lnTo>
                  <a:pt x="1" y="362"/>
                </a:lnTo>
                <a:lnTo>
                  <a:pt x="0" y="351"/>
                </a:lnTo>
                <a:lnTo>
                  <a:pt x="0" y="339"/>
                </a:lnTo>
                <a:lnTo>
                  <a:pt x="0" y="329"/>
                </a:lnTo>
                <a:lnTo>
                  <a:pt x="1" y="318"/>
                </a:lnTo>
                <a:lnTo>
                  <a:pt x="2" y="307"/>
                </a:lnTo>
                <a:lnTo>
                  <a:pt x="3" y="297"/>
                </a:lnTo>
                <a:lnTo>
                  <a:pt x="5" y="286"/>
                </a:lnTo>
                <a:lnTo>
                  <a:pt x="7" y="276"/>
                </a:lnTo>
                <a:lnTo>
                  <a:pt x="10" y="265"/>
                </a:lnTo>
                <a:lnTo>
                  <a:pt x="13" y="255"/>
                </a:lnTo>
                <a:lnTo>
                  <a:pt x="17" y="245"/>
                </a:lnTo>
                <a:lnTo>
                  <a:pt x="21" y="235"/>
                </a:lnTo>
                <a:lnTo>
                  <a:pt x="25" y="224"/>
                </a:lnTo>
                <a:lnTo>
                  <a:pt x="30" y="214"/>
                </a:lnTo>
                <a:lnTo>
                  <a:pt x="35" y="205"/>
                </a:lnTo>
                <a:lnTo>
                  <a:pt x="40" y="195"/>
                </a:lnTo>
                <a:lnTo>
                  <a:pt x="46" y="185"/>
                </a:lnTo>
                <a:lnTo>
                  <a:pt x="52" y="176"/>
                </a:lnTo>
                <a:lnTo>
                  <a:pt x="59" y="167"/>
                </a:lnTo>
                <a:lnTo>
                  <a:pt x="66" y="158"/>
                </a:lnTo>
                <a:lnTo>
                  <a:pt x="73" y="149"/>
                </a:lnTo>
                <a:lnTo>
                  <a:pt x="81" y="140"/>
                </a:lnTo>
                <a:lnTo>
                  <a:pt x="89" y="131"/>
                </a:lnTo>
                <a:lnTo>
                  <a:pt x="97" y="123"/>
                </a:lnTo>
                <a:lnTo>
                  <a:pt x="106" y="115"/>
                </a:lnTo>
                <a:lnTo>
                  <a:pt x="114" y="107"/>
                </a:lnTo>
                <a:lnTo>
                  <a:pt x="124" y="99"/>
                </a:lnTo>
                <a:lnTo>
                  <a:pt x="133" y="92"/>
                </a:lnTo>
                <a:lnTo>
                  <a:pt x="143" y="85"/>
                </a:lnTo>
                <a:lnTo>
                  <a:pt x="153" y="78"/>
                </a:lnTo>
                <a:lnTo>
                  <a:pt x="164" y="71"/>
                </a:lnTo>
                <a:lnTo>
                  <a:pt x="174" y="65"/>
                </a:lnTo>
                <a:lnTo>
                  <a:pt x="185" y="59"/>
                </a:lnTo>
                <a:lnTo>
                  <a:pt x="196" y="53"/>
                </a:lnTo>
                <a:lnTo>
                  <a:pt x="208" y="47"/>
                </a:lnTo>
                <a:lnTo>
                  <a:pt x="219" y="42"/>
                </a:lnTo>
                <a:lnTo>
                  <a:pt x="231" y="37"/>
                </a:lnTo>
                <a:lnTo>
                  <a:pt x="243" y="32"/>
                </a:lnTo>
                <a:lnTo>
                  <a:pt x="255" y="28"/>
                </a:lnTo>
                <a:lnTo>
                  <a:pt x="267" y="24"/>
                </a:lnTo>
                <a:lnTo>
                  <a:pt x="280" y="20"/>
                </a:lnTo>
                <a:lnTo>
                  <a:pt x="292" y="17"/>
                </a:lnTo>
                <a:lnTo>
                  <a:pt x="305" y="14"/>
                </a:lnTo>
                <a:lnTo>
                  <a:pt x="318" y="11"/>
                </a:lnTo>
                <a:lnTo>
                  <a:pt x="331" y="8"/>
                </a:lnTo>
                <a:lnTo>
                  <a:pt x="344" y="6"/>
                </a:lnTo>
                <a:lnTo>
                  <a:pt x="357" y="4"/>
                </a:lnTo>
                <a:lnTo>
                  <a:pt x="370" y="3"/>
                </a:lnTo>
                <a:lnTo>
                  <a:pt x="383" y="2"/>
                </a:lnTo>
                <a:lnTo>
                  <a:pt x="396" y="1"/>
                </a:lnTo>
                <a:lnTo>
                  <a:pt x="410" y="0"/>
                </a:lnTo>
                <a:lnTo>
                  <a:pt x="423" y="0"/>
                </a:lnTo>
                <a:lnTo>
                  <a:pt x="436" y="0"/>
                </a:lnTo>
                <a:lnTo>
                  <a:pt x="449" y="1"/>
                </a:lnTo>
                <a:lnTo>
                  <a:pt x="463" y="2"/>
                </a:lnTo>
                <a:lnTo>
                  <a:pt x="476" y="3"/>
                </a:lnTo>
                <a:lnTo>
                  <a:pt x="489" y="4"/>
                </a:lnTo>
                <a:lnTo>
                  <a:pt x="502" y="6"/>
                </a:lnTo>
                <a:lnTo>
                  <a:pt x="515" y="8"/>
                </a:lnTo>
                <a:lnTo>
                  <a:pt x="528" y="11"/>
                </a:lnTo>
                <a:lnTo>
                  <a:pt x="542" y="14"/>
                </a:lnTo>
                <a:lnTo>
                  <a:pt x="554" y="17"/>
                </a:lnTo>
                <a:lnTo>
                  <a:pt x="567" y="20"/>
                </a:lnTo>
                <a:lnTo>
                  <a:pt x="579" y="24"/>
                </a:lnTo>
                <a:lnTo>
                  <a:pt x="592" y="28"/>
                </a:lnTo>
                <a:lnTo>
                  <a:pt x="604" y="32"/>
                </a:lnTo>
                <a:lnTo>
                  <a:pt x="616" y="37"/>
                </a:lnTo>
                <a:lnTo>
                  <a:pt x="628" y="42"/>
                </a:lnTo>
                <a:lnTo>
                  <a:pt x="639" y="47"/>
                </a:lnTo>
                <a:lnTo>
                  <a:pt x="650" y="53"/>
                </a:lnTo>
                <a:lnTo>
                  <a:pt x="662" y="59"/>
                </a:lnTo>
                <a:lnTo>
                  <a:pt x="672" y="65"/>
                </a:lnTo>
                <a:lnTo>
                  <a:pt x="683" y="71"/>
                </a:lnTo>
                <a:lnTo>
                  <a:pt x="693" y="78"/>
                </a:lnTo>
                <a:lnTo>
                  <a:pt x="703" y="85"/>
                </a:lnTo>
                <a:lnTo>
                  <a:pt x="713" y="92"/>
                </a:lnTo>
                <a:lnTo>
                  <a:pt x="723" y="99"/>
                </a:lnTo>
                <a:lnTo>
                  <a:pt x="732" y="107"/>
                </a:lnTo>
                <a:lnTo>
                  <a:pt x="741" y="115"/>
                </a:lnTo>
                <a:lnTo>
                  <a:pt x="750" y="123"/>
                </a:lnTo>
                <a:lnTo>
                  <a:pt x="758" y="131"/>
                </a:lnTo>
                <a:lnTo>
                  <a:pt x="766" y="140"/>
                </a:lnTo>
                <a:lnTo>
                  <a:pt x="774" y="149"/>
                </a:lnTo>
                <a:lnTo>
                  <a:pt x="781" y="158"/>
                </a:lnTo>
                <a:lnTo>
                  <a:pt x="788" y="167"/>
                </a:lnTo>
                <a:lnTo>
                  <a:pt x="794" y="176"/>
                </a:lnTo>
                <a:lnTo>
                  <a:pt x="801" y="185"/>
                </a:lnTo>
                <a:lnTo>
                  <a:pt x="806" y="195"/>
                </a:lnTo>
                <a:lnTo>
                  <a:pt x="812" y="205"/>
                </a:lnTo>
                <a:lnTo>
                  <a:pt x="817" y="214"/>
                </a:lnTo>
                <a:lnTo>
                  <a:pt x="822" y="224"/>
                </a:lnTo>
                <a:lnTo>
                  <a:pt x="826" y="235"/>
                </a:lnTo>
                <a:lnTo>
                  <a:pt x="830" y="245"/>
                </a:lnTo>
                <a:lnTo>
                  <a:pt x="833" y="255"/>
                </a:lnTo>
                <a:lnTo>
                  <a:pt x="837" y="265"/>
                </a:lnTo>
                <a:lnTo>
                  <a:pt x="839" y="276"/>
                </a:lnTo>
                <a:lnTo>
                  <a:pt x="842" y="286"/>
                </a:lnTo>
                <a:lnTo>
                  <a:pt x="843" y="297"/>
                </a:lnTo>
                <a:lnTo>
                  <a:pt x="845" y="307"/>
                </a:lnTo>
                <a:lnTo>
                  <a:pt x="846" y="318"/>
                </a:lnTo>
                <a:lnTo>
                  <a:pt x="847" y="329"/>
                </a:lnTo>
                <a:lnTo>
                  <a:pt x="847" y="339"/>
                </a:lnTo>
                <a:close/>
              </a:path>
            </a:pathLst>
          </a:custGeom>
          <a:solidFill>
            <a:srgbClr val="ffb0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3" name=""/>
          <p:cNvSpPr/>
          <p:nvPr/>
        </p:nvSpPr>
        <p:spPr>
          <a:xfrm>
            <a:off x="4825800" y="1704960"/>
            <a:ext cx="306360" cy="245880"/>
          </a:xfrm>
          <a:custGeom>
            <a:avLst/>
            <a:gdLst/>
            <a:ahLst/>
            <a:rect l="0" t="0" r="r" b="b"/>
            <a:pathLst>
              <a:path w="851" h="683">
                <a:moveTo>
                  <a:pt x="849" y="341"/>
                </a:moveTo>
                <a:lnTo>
                  <a:pt x="849" y="331"/>
                </a:lnTo>
                <a:lnTo>
                  <a:pt x="848" y="320"/>
                </a:lnTo>
                <a:lnTo>
                  <a:pt x="847" y="309"/>
                </a:lnTo>
                <a:lnTo>
                  <a:pt x="845" y="299"/>
                </a:lnTo>
                <a:lnTo>
                  <a:pt x="844" y="288"/>
                </a:lnTo>
                <a:lnTo>
                  <a:pt x="841" y="278"/>
                </a:lnTo>
                <a:lnTo>
                  <a:pt x="839" y="267"/>
                </a:lnTo>
                <a:lnTo>
                  <a:pt x="835" y="257"/>
                </a:lnTo>
                <a:lnTo>
                  <a:pt x="832" y="247"/>
                </a:lnTo>
                <a:lnTo>
                  <a:pt x="828" y="237"/>
                </a:lnTo>
                <a:lnTo>
                  <a:pt x="824" y="226"/>
                </a:lnTo>
                <a:lnTo>
                  <a:pt x="819" y="216"/>
                </a:lnTo>
                <a:lnTo>
                  <a:pt x="814" y="207"/>
                </a:lnTo>
                <a:lnTo>
                  <a:pt x="808" y="197"/>
                </a:lnTo>
                <a:lnTo>
                  <a:pt x="803" y="187"/>
                </a:lnTo>
                <a:lnTo>
                  <a:pt x="796" y="178"/>
                </a:lnTo>
                <a:lnTo>
                  <a:pt x="790" y="169"/>
                </a:lnTo>
                <a:lnTo>
                  <a:pt x="783" y="160"/>
                </a:lnTo>
                <a:lnTo>
                  <a:pt x="776" y="151"/>
                </a:lnTo>
                <a:lnTo>
                  <a:pt x="768" y="142"/>
                </a:lnTo>
                <a:lnTo>
                  <a:pt x="760" y="133"/>
                </a:lnTo>
                <a:lnTo>
                  <a:pt x="752" y="125"/>
                </a:lnTo>
                <a:lnTo>
                  <a:pt x="743" y="117"/>
                </a:lnTo>
                <a:lnTo>
                  <a:pt x="734" y="109"/>
                </a:lnTo>
                <a:lnTo>
                  <a:pt x="725" y="101"/>
                </a:lnTo>
                <a:lnTo>
                  <a:pt x="715" y="94"/>
                </a:lnTo>
                <a:lnTo>
                  <a:pt x="705" y="87"/>
                </a:lnTo>
                <a:lnTo>
                  <a:pt x="695" y="80"/>
                </a:lnTo>
                <a:lnTo>
                  <a:pt x="685" y="73"/>
                </a:lnTo>
                <a:lnTo>
                  <a:pt x="674" y="67"/>
                </a:lnTo>
                <a:lnTo>
                  <a:pt x="664" y="61"/>
                </a:lnTo>
                <a:lnTo>
                  <a:pt x="652" y="55"/>
                </a:lnTo>
                <a:lnTo>
                  <a:pt x="641" y="49"/>
                </a:lnTo>
                <a:lnTo>
                  <a:pt x="630" y="44"/>
                </a:lnTo>
                <a:lnTo>
                  <a:pt x="617" y="39"/>
                </a:lnTo>
                <a:lnTo>
                  <a:pt x="605" y="34"/>
                </a:lnTo>
                <a:lnTo>
                  <a:pt x="593" y="30"/>
                </a:lnTo>
                <a:lnTo>
                  <a:pt x="580" y="26"/>
                </a:lnTo>
                <a:lnTo>
                  <a:pt x="568" y="22"/>
                </a:lnTo>
                <a:lnTo>
                  <a:pt x="555" y="19"/>
                </a:lnTo>
                <a:lnTo>
                  <a:pt x="543" y="16"/>
                </a:lnTo>
                <a:lnTo>
                  <a:pt x="530" y="13"/>
                </a:lnTo>
                <a:lnTo>
                  <a:pt x="517" y="10"/>
                </a:lnTo>
                <a:lnTo>
                  <a:pt x="504" y="8"/>
                </a:lnTo>
                <a:lnTo>
                  <a:pt x="491" y="6"/>
                </a:lnTo>
                <a:lnTo>
                  <a:pt x="478" y="5"/>
                </a:lnTo>
                <a:lnTo>
                  <a:pt x="465" y="4"/>
                </a:lnTo>
                <a:lnTo>
                  <a:pt x="451" y="3"/>
                </a:lnTo>
                <a:lnTo>
                  <a:pt x="438" y="2"/>
                </a:lnTo>
                <a:lnTo>
                  <a:pt x="425" y="2"/>
                </a:lnTo>
                <a:lnTo>
                  <a:pt x="412" y="2"/>
                </a:lnTo>
                <a:lnTo>
                  <a:pt x="398" y="3"/>
                </a:lnTo>
                <a:lnTo>
                  <a:pt x="385" y="4"/>
                </a:lnTo>
                <a:lnTo>
                  <a:pt x="372" y="5"/>
                </a:lnTo>
                <a:lnTo>
                  <a:pt x="359" y="6"/>
                </a:lnTo>
                <a:lnTo>
                  <a:pt x="346" y="8"/>
                </a:lnTo>
                <a:lnTo>
                  <a:pt x="333" y="10"/>
                </a:lnTo>
                <a:lnTo>
                  <a:pt x="320" y="13"/>
                </a:lnTo>
                <a:lnTo>
                  <a:pt x="307" y="16"/>
                </a:lnTo>
                <a:lnTo>
                  <a:pt x="294" y="19"/>
                </a:lnTo>
                <a:lnTo>
                  <a:pt x="282" y="22"/>
                </a:lnTo>
                <a:lnTo>
                  <a:pt x="269" y="26"/>
                </a:lnTo>
                <a:lnTo>
                  <a:pt x="257" y="30"/>
                </a:lnTo>
                <a:lnTo>
                  <a:pt x="245" y="34"/>
                </a:lnTo>
                <a:lnTo>
                  <a:pt x="233" y="39"/>
                </a:lnTo>
                <a:lnTo>
                  <a:pt x="221" y="44"/>
                </a:lnTo>
                <a:lnTo>
                  <a:pt x="210" y="49"/>
                </a:lnTo>
                <a:lnTo>
                  <a:pt x="198" y="55"/>
                </a:lnTo>
                <a:lnTo>
                  <a:pt x="187" y="61"/>
                </a:lnTo>
                <a:lnTo>
                  <a:pt x="176" y="67"/>
                </a:lnTo>
                <a:lnTo>
                  <a:pt x="166" y="73"/>
                </a:lnTo>
                <a:lnTo>
                  <a:pt x="155" y="80"/>
                </a:lnTo>
                <a:lnTo>
                  <a:pt x="145" y="87"/>
                </a:lnTo>
                <a:lnTo>
                  <a:pt x="135" y="94"/>
                </a:lnTo>
                <a:lnTo>
                  <a:pt x="126" y="101"/>
                </a:lnTo>
                <a:lnTo>
                  <a:pt x="116" y="109"/>
                </a:lnTo>
                <a:lnTo>
                  <a:pt x="108" y="117"/>
                </a:lnTo>
                <a:lnTo>
                  <a:pt x="99" y="125"/>
                </a:lnTo>
                <a:lnTo>
                  <a:pt x="91" y="133"/>
                </a:lnTo>
                <a:lnTo>
                  <a:pt x="83" y="142"/>
                </a:lnTo>
                <a:lnTo>
                  <a:pt x="75" y="151"/>
                </a:lnTo>
                <a:lnTo>
                  <a:pt x="68" y="160"/>
                </a:lnTo>
                <a:lnTo>
                  <a:pt x="61" y="169"/>
                </a:lnTo>
                <a:lnTo>
                  <a:pt x="54" y="178"/>
                </a:lnTo>
                <a:lnTo>
                  <a:pt x="48" y="187"/>
                </a:lnTo>
                <a:lnTo>
                  <a:pt x="42" y="197"/>
                </a:lnTo>
                <a:lnTo>
                  <a:pt x="37" y="207"/>
                </a:lnTo>
                <a:lnTo>
                  <a:pt x="32" y="216"/>
                </a:lnTo>
                <a:lnTo>
                  <a:pt x="27" y="226"/>
                </a:lnTo>
                <a:lnTo>
                  <a:pt x="23" y="237"/>
                </a:lnTo>
                <a:lnTo>
                  <a:pt x="19" y="247"/>
                </a:lnTo>
                <a:lnTo>
                  <a:pt x="15" y="257"/>
                </a:lnTo>
                <a:lnTo>
                  <a:pt x="12" y="267"/>
                </a:lnTo>
                <a:lnTo>
                  <a:pt x="9" y="278"/>
                </a:lnTo>
                <a:lnTo>
                  <a:pt x="7" y="288"/>
                </a:lnTo>
                <a:lnTo>
                  <a:pt x="5" y="299"/>
                </a:lnTo>
                <a:lnTo>
                  <a:pt x="4" y="309"/>
                </a:lnTo>
                <a:lnTo>
                  <a:pt x="3" y="320"/>
                </a:lnTo>
                <a:lnTo>
                  <a:pt x="2" y="331"/>
                </a:lnTo>
                <a:lnTo>
                  <a:pt x="2" y="341"/>
                </a:lnTo>
                <a:lnTo>
                  <a:pt x="2" y="352"/>
                </a:lnTo>
                <a:lnTo>
                  <a:pt x="3" y="363"/>
                </a:lnTo>
                <a:lnTo>
                  <a:pt x="4" y="373"/>
                </a:lnTo>
                <a:lnTo>
                  <a:pt x="5" y="385"/>
                </a:lnTo>
                <a:lnTo>
                  <a:pt x="7" y="395"/>
                </a:lnTo>
                <a:lnTo>
                  <a:pt x="9" y="406"/>
                </a:lnTo>
                <a:lnTo>
                  <a:pt x="12" y="416"/>
                </a:lnTo>
                <a:lnTo>
                  <a:pt x="15" y="427"/>
                </a:lnTo>
                <a:lnTo>
                  <a:pt x="19" y="437"/>
                </a:lnTo>
                <a:lnTo>
                  <a:pt x="23" y="447"/>
                </a:lnTo>
                <a:lnTo>
                  <a:pt x="27" y="457"/>
                </a:lnTo>
                <a:lnTo>
                  <a:pt x="32" y="467"/>
                </a:lnTo>
                <a:lnTo>
                  <a:pt x="37" y="477"/>
                </a:lnTo>
                <a:lnTo>
                  <a:pt x="42" y="487"/>
                </a:lnTo>
                <a:lnTo>
                  <a:pt x="48" y="496"/>
                </a:lnTo>
                <a:lnTo>
                  <a:pt x="54" y="506"/>
                </a:lnTo>
                <a:lnTo>
                  <a:pt x="61" y="515"/>
                </a:lnTo>
                <a:lnTo>
                  <a:pt x="68" y="524"/>
                </a:lnTo>
                <a:lnTo>
                  <a:pt x="75" y="533"/>
                </a:lnTo>
                <a:lnTo>
                  <a:pt x="83" y="542"/>
                </a:lnTo>
                <a:lnTo>
                  <a:pt x="91" y="550"/>
                </a:lnTo>
                <a:lnTo>
                  <a:pt x="99" y="559"/>
                </a:lnTo>
                <a:lnTo>
                  <a:pt x="108" y="567"/>
                </a:lnTo>
                <a:lnTo>
                  <a:pt x="116" y="575"/>
                </a:lnTo>
                <a:lnTo>
                  <a:pt x="126" y="582"/>
                </a:lnTo>
                <a:lnTo>
                  <a:pt x="135" y="590"/>
                </a:lnTo>
                <a:lnTo>
                  <a:pt x="145" y="597"/>
                </a:lnTo>
                <a:lnTo>
                  <a:pt x="155" y="604"/>
                </a:lnTo>
                <a:lnTo>
                  <a:pt x="166" y="610"/>
                </a:lnTo>
                <a:lnTo>
                  <a:pt x="176" y="617"/>
                </a:lnTo>
                <a:lnTo>
                  <a:pt x="187" y="623"/>
                </a:lnTo>
                <a:lnTo>
                  <a:pt x="198" y="629"/>
                </a:lnTo>
                <a:lnTo>
                  <a:pt x="210" y="634"/>
                </a:lnTo>
                <a:lnTo>
                  <a:pt x="221" y="640"/>
                </a:lnTo>
                <a:lnTo>
                  <a:pt x="233" y="645"/>
                </a:lnTo>
                <a:lnTo>
                  <a:pt x="245" y="649"/>
                </a:lnTo>
                <a:lnTo>
                  <a:pt x="257" y="654"/>
                </a:lnTo>
                <a:lnTo>
                  <a:pt x="269" y="658"/>
                </a:lnTo>
                <a:lnTo>
                  <a:pt x="282" y="662"/>
                </a:lnTo>
                <a:lnTo>
                  <a:pt x="294" y="665"/>
                </a:lnTo>
                <a:lnTo>
                  <a:pt x="307" y="668"/>
                </a:lnTo>
                <a:lnTo>
                  <a:pt x="320" y="671"/>
                </a:lnTo>
                <a:lnTo>
                  <a:pt x="333" y="673"/>
                </a:lnTo>
                <a:lnTo>
                  <a:pt x="346" y="676"/>
                </a:lnTo>
                <a:lnTo>
                  <a:pt x="359" y="677"/>
                </a:lnTo>
                <a:lnTo>
                  <a:pt x="372" y="679"/>
                </a:lnTo>
                <a:lnTo>
                  <a:pt x="385" y="680"/>
                </a:lnTo>
                <a:lnTo>
                  <a:pt x="398" y="681"/>
                </a:lnTo>
                <a:lnTo>
                  <a:pt x="412" y="681"/>
                </a:lnTo>
                <a:lnTo>
                  <a:pt x="425" y="682"/>
                </a:lnTo>
                <a:lnTo>
                  <a:pt x="438" y="681"/>
                </a:lnTo>
                <a:lnTo>
                  <a:pt x="451" y="681"/>
                </a:lnTo>
                <a:lnTo>
                  <a:pt x="465" y="680"/>
                </a:lnTo>
                <a:lnTo>
                  <a:pt x="478" y="679"/>
                </a:lnTo>
                <a:lnTo>
                  <a:pt x="491" y="677"/>
                </a:lnTo>
                <a:lnTo>
                  <a:pt x="504" y="676"/>
                </a:lnTo>
                <a:lnTo>
                  <a:pt x="517" y="673"/>
                </a:lnTo>
                <a:lnTo>
                  <a:pt x="530" y="671"/>
                </a:lnTo>
                <a:lnTo>
                  <a:pt x="543" y="668"/>
                </a:lnTo>
                <a:lnTo>
                  <a:pt x="555" y="665"/>
                </a:lnTo>
                <a:lnTo>
                  <a:pt x="568" y="662"/>
                </a:lnTo>
                <a:lnTo>
                  <a:pt x="580" y="658"/>
                </a:lnTo>
                <a:lnTo>
                  <a:pt x="593" y="654"/>
                </a:lnTo>
                <a:lnTo>
                  <a:pt x="605" y="649"/>
                </a:lnTo>
                <a:lnTo>
                  <a:pt x="617" y="645"/>
                </a:lnTo>
                <a:lnTo>
                  <a:pt x="630" y="640"/>
                </a:lnTo>
                <a:lnTo>
                  <a:pt x="641" y="634"/>
                </a:lnTo>
                <a:lnTo>
                  <a:pt x="652" y="629"/>
                </a:lnTo>
                <a:lnTo>
                  <a:pt x="664" y="623"/>
                </a:lnTo>
                <a:lnTo>
                  <a:pt x="674" y="617"/>
                </a:lnTo>
                <a:lnTo>
                  <a:pt x="685" y="610"/>
                </a:lnTo>
                <a:lnTo>
                  <a:pt x="695" y="604"/>
                </a:lnTo>
                <a:lnTo>
                  <a:pt x="705" y="597"/>
                </a:lnTo>
                <a:lnTo>
                  <a:pt x="715" y="590"/>
                </a:lnTo>
                <a:lnTo>
                  <a:pt x="725" y="582"/>
                </a:lnTo>
                <a:lnTo>
                  <a:pt x="734" y="575"/>
                </a:lnTo>
                <a:lnTo>
                  <a:pt x="743" y="567"/>
                </a:lnTo>
                <a:lnTo>
                  <a:pt x="752" y="559"/>
                </a:lnTo>
                <a:lnTo>
                  <a:pt x="760" y="550"/>
                </a:lnTo>
                <a:lnTo>
                  <a:pt x="768" y="542"/>
                </a:lnTo>
                <a:lnTo>
                  <a:pt x="776" y="533"/>
                </a:lnTo>
                <a:lnTo>
                  <a:pt x="783" y="524"/>
                </a:lnTo>
                <a:lnTo>
                  <a:pt x="790" y="515"/>
                </a:lnTo>
                <a:lnTo>
                  <a:pt x="796" y="506"/>
                </a:lnTo>
                <a:lnTo>
                  <a:pt x="803" y="496"/>
                </a:lnTo>
                <a:lnTo>
                  <a:pt x="808" y="487"/>
                </a:lnTo>
                <a:lnTo>
                  <a:pt x="814" y="477"/>
                </a:lnTo>
                <a:lnTo>
                  <a:pt x="819" y="467"/>
                </a:lnTo>
                <a:lnTo>
                  <a:pt x="824" y="457"/>
                </a:lnTo>
                <a:lnTo>
                  <a:pt x="828" y="447"/>
                </a:lnTo>
                <a:lnTo>
                  <a:pt x="832" y="437"/>
                </a:lnTo>
                <a:lnTo>
                  <a:pt x="835" y="427"/>
                </a:lnTo>
                <a:lnTo>
                  <a:pt x="839" y="416"/>
                </a:lnTo>
                <a:lnTo>
                  <a:pt x="841" y="406"/>
                </a:lnTo>
                <a:lnTo>
                  <a:pt x="844" y="395"/>
                </a:lnTo>
                <a:lnTo>
                  <a:pt x="845" y="385"/>
                </a:lnTo>
                <a:lnTo>
                  <a:pt x="847" y="373"/>
                </a:lnTo>
                <a:lnTo>
                  <a:pt x="848" y="363"/>
                </a:lnTo>
                <a:lnTo>
                  <a:pt x="849" y="352"/>
                </a:lnTo>
                <a:lnTo>
                  <a:pt x="849" y="341"/>
                </a:lnTo>
                <a:moveTo>
                  <a:pt x="851" y="341"/>
                </a:moveTo>
                <a:lnTo>
                  <a:pt x="851" y="352"/>
                </a:lnTo>
                <a:lnTo>
                  <a:pt x="850" y="363"/>
                </a:lnTo>
                <a:lnTo>
                  <a:pt x="849" y="373"/>
                </a:lnTo>
                <a:lnTo>
                  <a:pt x="848" y="385"/>
                </a:lnTo>
                <a:lnTo>
                  <a:pt x="846" y="396"/>
                </a:lnTo>
                <a:lnTo>
                  <a:pt x="844" y="406"/>
                </a:lnTo>
                <a:lnTo>
                  <a:pt x="841" y="417"/>
                </a:lnTo>
                <a:lnTo>
                  <a:pt x="838" y="427"/>
                </a:lnTo>
                <a:lnTo>
                  <a:pt x="834" y="438"/>
                </a:lnTo>
                <a:lnTo>
                  <a:pt x="830" y="448"/>
                </a:lnTo>
                <a:lnTo>
                  <a:pt x="826" y="458"/>
                </a:lnTo>
                <a:lnTo>
                  <a:pt x="821" y="468"/>
                </a:lnTo>
                <a:lnTo>
                  <a:pt x="816" y="478"/>
                </a:lnTo>
                <a:lnTo>
                  <a:pt x="811" y="488"/>
                </a:lnTo>
                <a:lnTo>
                  <a:pt x="805" y="497"/>
                </a:lnTo>
                <a:lnTo>
                  <a:pt x="798" y="507"/>
                </a:lnTo>
                <a:lnTo>
                  <a:pt x="792" y="516"/>
                </a:lnTo>
                <a:lnTo>
                  <a:pt x="785" y="525"/>
                </a:lnTo>
                <a:lnTo>
                  <a:pt x="778" y="534"/>
                </a:lnTo>
                <a:lnTo>
                  <a:pt x="770" y="543"/>
                </a:lnTo>
                <a:lnTo>
                  <a:pt x="762" y="551"/>
                </a:lnTo>
                <a:lnTo>
                  <a:pt x="753" y="560"/>
                </a:lnTo>
                <a:lnTo>
                  <a:pt x="745" y="568"/>
                </a:lnTo>
                <a:lnTo>
                  <a:pt x="736" y="576"/>
                </a:lnTo>
                <a:lnTo>
                  <a:pt x="726" y="584"/>
                </a:lnTo>
                <a:lnTo>
                  <a:pt x="717" y="591"/>
                </a:lnTo>
                <a:lnTo>
                  <a:pt x="707" y="598"/>
                </a:lnTo>
                <a:lnTo>
                  <a:pt x="697" y="605"/>
                </a:lnTo>
                <a:lnTo>
                  <a:pt x="686" y="612"/>
                </a:lnTo>
                <a:lnTo>
                  <a:pt x="676" y="618"/>
                </a:lnTo>
                <a:lnTo>
                  <a:pt x="665" y="625"/>
                </a:lnTo>
                <a:lnTo>
                  <a:pt x="654" y="630"/>
                </a:lnTo>
                <a:lnTo>
                  <a:pt x="642" y="636"/>
                </a:lnTo>
                <a:lnTo>
                  <a:pt x="631" y="641"/>
                </a:lnTo>
                <a:lnTo>
                  <a:pt x="618" y="646"/>
                </a:lnTo>
                <a:lnTo>
                  <a:pt x="606" y="651"/>
                </a:lnTo>
                <a:lnTo>
                  <a:pt x="594" y="655"/>
                </a:lnTo>
                <a:lnTo>
                  <a:pt x="581" y="660"/>
                </a:lnTo>
                <a:lnTo>
                  <a:pt x="569" y="663"/>
                </a:lnTo>
                <a:lnTo>
                  <a:pt x="556" y="667"/>
                </a:lnTo>
                <a:lnTo>
                  <a:pt x="543" y="670"/>
                </a:lnTo>
                <a:lnTo>
                  <a:pt x="531" y="673"/>
                </a:lnTo>
                <a:lnTo>
                  <a:pt x="518" y="675"/>
                </a:lnTo>
                <a:lnTo>
                  <a:pt x="504" y="677"/>
                </a:lnTo>
                <a:lnTo>
                  <a:pt x="491" y="679"/>
                </a:lnTo>
                <a:lnTo>
                  <a:pt x="478" y="681"/>
                </a:lnTo>
                <a:lnTo>
                  <a:pt x="465" y="682"/>
                </a:lnTo>
                <a:lnTo>
                  <a:pt x="452" y="683"/>
                </a:lnTo>
                <a:lnTo>
                  <a:pt x="438" y="683"/>
                </a:lnTo>
                <a:lnTo>
                  <a:pt x="425" y="683"/>
                </a:lnTo>
                <a:lnTo>
                  <a:pt x="411" y="683"/>
                </a:lnTo>
                <a:lnTo>
                  <a:pt x="398" y="683"/>
                </a:lnTo>
                <a:lnTo>
                  <a:pt x="385" y="682"/>
                </a:lnTo>
                <a:lnTo>
                  <a:pt x="372" y="681"/>
                </a:lnTo>
                <a:lnTo>
                  <a:pt x="358" y="679"/>
                </a:lnTo>
                <a:lnTo>
                  <a:pt x="345" y="677"/>
                </a:lnTo>
                <a:lnTo>
                  <a:pt x="332" y="675"/>
                </a:lnTo>
                <a:lnTo>
                  <a:pt x="319" y="673"/>
                </a:lnTo>
                <a:lnTo>
                  <a:pt x="306" y="670"/>
                </a:lnTo>
                <a:lnTo>
                  <a:pt x="293" y="667"/>
                </a:lnTo>
                <a:lnTo>
                  <a:pt x="281" y="663"/>
                </a:lnTo>
                <a:lnTo>
                  <a:pt x="268" y="660"/>
                </a:lnTo>
                <a:lnTo>
                  <a:pt x="256" y="655"/>
                </a:lnTo>
                <a:lnTo>
                  <a:pt x="244" y="651"/>
                </a:lnTo>
                <a:lnTo>
                  <a:pt x="232" y="646"/>
                </a:lnTo>
                <a:lnTo>
                  <a:pt x="220" y="641"/>
                </a:lnTo>
                <a:lnTo>
                  <a:pt x="208" y="636"/>
                </a:lnTo>
                <a:lnTo>
                  <a:pt x="197" y="630"/>
                </a:lnTo>
                <a:lnTo>
                  <a:pt x="186" y="625"/>
                </a:lnTo>
                <a:lnTo>
                  <a:pt x="175" y="618"/>
                </a:lnTo>
                <a:lnTo>
                  <a:pt x="164" y="612"/>
                </a:lnTo>
                <a:lnTo>
                  <a:pt x="154" y="605"/>
                </a:lnTo>
                <a:lnTo>
                  <a:pt x="144" y="598"/>
                </a:lnTo>
                <a:lnTo>
                  <a:pt x="134" y="591"/>
                </a:lnTo>
                <a:lnTo>
                  <a:pt x="124" y="584"/>
                </a:lnTo>
                <a:lnTo>
                  <a:pt x="115" y="576"/>
                </a:lnTo>
                <a:lnTo>
                  <a:pt x="106" y="568"/>
                </a:lnTo>
                <a:lnTo>
                  <a:pt x="97" y="560"/>
                </a:lnTo>
                <a:lnTo>
                  <a:pt x="89" y="551"/>
                </a:lnTo>
                <a:lnTo>
                  <a:pt x="81" y="543"/>
                </a:lnTo>
                <a:lnTo>
                  <a:pt x="73" y="534"/>
                </a:lnTo>
                <a:lnTo>
                  <a:pt x="66" y="525"/>
                </a:lnTo>
                <a:lnTo>
                  <a:pt x="59" y="516"/>
                </a:lnTo>
                <a:lnTo>
                  <a:pt x="52" y="507"/>
                </a:lnTo>
                <a:lnTo>
                  <a:pt x="46" y="497"/>
                </a:lnTo>
                <a:lnTo>
                  <a:pt x="40" y="488"/>
                </a:lnTo>
                <a:lnTo>
                  <a:pt x="35" y="478"/>
                </a:lnTo>
                <a:lnTo>
                  <a:pt x="29" y="468"/>
                </a:lnTo>
                <a:lnTo>
                  <a:pt x="25" y="458"/>
                </a:lnTo>
                <a:lnTo>
                  <a:pt x="20" y="448"/>
                </a:lnTo>
                <a:lnTo>
                  <a:pt x="16" y="438"/>
                </a:lnTo>
                <a:lnTo>
                  <a:pt x="13" y="427"/>
                </a:lnTo>
                <a:lnTo>
                  <a:pt x="10" y="417"/>
                </a:lnTo>
                <a:lnTo>
                  <a:pt x="7" y="406"/>
                </a:lnTo>
                <a:lnTo>
                  <a:pt x="5" y="396"/>
                </a:lnTo>
                <a:lnTo>
                  <a:pt x="3" y="385"/>
                </a:lnTo>
                <a:lnTo>
                  <a:pt x="1" y="373"/>
                </a:lnTo>
                <a:lnTo>
                  <a:pt x="0" y="363"/>
                </a:lnTo>
                <a:lnTo>
                  <a:pt x="0" y="352"/>
                </a:lnTo>
                <a:lnTo>
                  <a:pt x="0" y="341"/>
                </a:lnTo>
                <a:lnTo>
                  <a:pt x="0" y="331"/>
                </a:lnTo>
                <a:lnTo>
                  <a:pt x="0" y="320"/>
                </a:lnTo>
                <a:lnTo>
                  <a:pt x="1" y="309"/>
                </a:lnTo>
                <a:lnTo>
                  <a:pt x="3" y="299"/>
                </a:lnTo>
                <a:lnTo>
                  <a:pt x="5" y="288"/>
                </a:lnTo>
                <a:lnTo>
                  <a:pt x="7" y="277"/>
                </a:lnTo>
                <a:lnTo>
                  <a:pt x="10" y="267"/>
                </a:lnTo>
                <a:lnTo>
                  <a:pt x="13" y="257"/>
                </a:lnTo>
                <a:lnTo>
                  <a:pt x="16" y="246"/>
                </a:lnTo>
                <a:lnTo>
                  <a:pt x="20" y="236"/>
                </a:lnTo>
                <a:lnTo>
                  <a:pt x="25" y="226"/>
                </a:lnTo>
                <a:lnTo>
                  <a:pt x="29" y="216"/>
                </a:lnTo>
                <a:lnTo>
                  <a:pt x="35" y="206"/>
                </a:lnTo>
                <a:lnTo>
                  <a:pt x="40" y="196"/>
                </a:lnTo>
                <a:lnTo>
                  <a:pt x="46" y="187"/>
                </a:lnTo>
                <a:lnTo>
                  <a:pt x="52" y="177"/>
                </a:lnTo>
                <a:lnTo>
                  <a:pt x="59" y="168"/>
                </a:lnTo>
                <a:lnTo>
                  <a:pt x="66" y="159"/>
                </a:lnTo>
                <a:lnTo>
                  <a:pt x="73" y="150"/>
                </a:lnTo>
                <a:lnTo>
                  <a:pt x="81" y="141"/>
                </a:lnTo>
                <a:lnTo>
                  <a:pt x="89" y="132"/>
                </a:lnTo>
                <a:lnTo>
                  <a:pt x="97" y="124"/>
                </a:lnTo>
                <a:lnTo>
                  <a:pt x="106" y="116"/>
                </a:lnTo>
                <a:lnTo>
                  <a:pt x="115" y="108"/>
                </a:lnTo>
                <a:lnTo>
                  <a:pt x="124" y="100"/>
                </a:lnTo>
                <a:lnTo>
                  <a:pt x="134" y="93"/>
                </a:lnTo>
                <a:lnTo>
                  <a:pt x="144" y="86"/>
                </a:lnTo>
                <a:lnTo>
                  <a:pt x="154" y="79"/>
                </a:lnTo>
                <a:lnTo>
                  <a:pt x="164" y="72"/>
                </a:lnTo>
                <a:lnTo>
                  <a:pt x="175" y="65"/>
                </a:lnTo>
                <a:lnTo>
                  <a:pt x="186" y="59"/>
                </a:lnTo>
                <a:lnTo>
                  <a:pt x="197" y="53"/>
                </a:lnTo>
                <a:lnTo>
                  <a:pt x="208" y="48"/>
                </a:lnTo>
                <a:lnTo>
                  <a:pt x="220" y="42"/>
                </a:lnTo>
                <a:lnTo>
                  <a:pt x="232" y="37"/>
                </a:lnTo>
                <a:lnTo>
                  <a:pt x="244" y="33"/>
                </a:lnTo>
                <a:lnTo>
                  <a:pt x="256" y="28"/>
                </a:lnTo>
                <a:lnTo>
                  <a:pt x="268" y="24"/>
                </a:lnTo>
                <a:lnTo>
                  <a:pt x="281" y="20"/>
                </a:lnTo>
                <a:lnTo>
                  <a:pt x="293" y="17"/>
                </a:lnTo>
                <a:lnTo>
                  <a:pt x="306" y="14"/>
                </a:lnTo>
                <a:lnTo>
                  <a:pt x="319" y="11"/>
                </a:lnTo>
                <a:lnTo>
                  <a:pt x="332" y="8"/>
                </a:lnTo>
                <a:lnTo>
                  <a:pt x="345" y="6"/>
                </a:lnTo>
                <a:lnTo>
                  <a:pt x="358" y="4"/>
                </a:lnTo>
                <a:lnTo>
                  <a:pt x="372" y="3"/>
                </a:lnTo>
                <a:lnTo>
                  <a:pt x="385" y="2"/>
                </a:lnTo>
                <a:lnTo>
                  <a:pt x="398" y="1"/>
                </a:lnTo>
                <a:lnTo>
                  <a:pt x="411" y="0"/>
                </a:lnTo>
                <a:lnTo>
                  <a:pt x="425" y="0"/>
                </a:lnTo>
                <a:lnTo>
                  <a:pt x="438" y="0"/>
                </a:lnTo>
                <a:lnTo>
                  <a:pt x="452" y="1"/>
                </a:lnTo>
                <a:lnTo>
                  <a:pt x="465" y="2"/>
                </a:lnTo>
                <a:lnTo>
                  <a:pt x="478" y="3"/>
                </a:lnTo>
                <a:lnTo>
                  <a:pt x="491" y="4"/>
                </a:lnTo>
                <a:lnTo>
                  <a:pt x="504" y="6"/>
                </a:lnTo>
                <a:lnTo>
                  <a:pt x="518" y="8"/>
                </a:lnTo>
                <a:lnTo>
                  <a:pt x="531" y="11"/>
                </a:lnTo>
                <a:lnTo>
                  <a:pt x="543" y="14"/>
                </a:lnTo>
                <a:lnTo>
                  <a:pt x="556" y="17"/>
                </a:lnTo>
                <a:lnTo>
                  <a:pt x="569" y="20"/>
                </a:lnTo>
                <a:lnTo>
                  <a:pt x="581" y="24"/>
                </a:lnTo>
                <a:lnTo>
                  <a:pt x="594" y="28"/>
                </a:lnTo>
                <a:lnTo>
                  <a:pt x="606" y="33"/>
                </a:lnTo>
                <a:lnTo>
                  <a:pt x="618" y="37"/>
                </a:lnTo>
                <a:lnTo>
                  <a:pt x="631" y="42"/>
                </a:lnTo>
                <a:lnTo>
                  <a:pt x="642" y="48"/>
                </a:lnTo>
                <a:lnTo>
                  <a:pt x="654" y="53"/>
                </a:lnTo>
                <a:lnTo>
                  <a:pt x="665" y="59"/>
                </a:lnTo>
                <a:lnTo>
                  <a:pt x="676" y="65"/>
                </a:lnTo>
                <a:lnTo>
                  <a:pt x="686" y="72"/>
                </a:lnTo>
                <a:lnTo>
                  <a:pt x="697" y="79"/>
                </a:lnTo>
                <a:lnTo>
                  <a:pt x="707" y="86"/>
                </a:lnTo>
                <a:lnTo>
                  <a:pt x="717" y="93"/>
                </a:lnTo>
                <a:lnTo>
                  <a:pt x="726" y="100"/>
                </a:lnTo>
                <a:lnTo>
                  <a:pt x="736" y="108"/>
                </a:lnTo>
                <a:lnTo>
                  <a:pt x="745" y="116"/>
                </a:lnTo>
                <a:lnTo>
                  <a:pt x="753" y="124"/>
                </a:lnTo>
                <a:lnTo>
                  <a:pt x="762" y="132"/>
                </a:lnTo>
                <a:lnTo>
                  <a:pt x="770" y="141"/>
                </a:lnTo>
                <a:lnTo>
                  <a:pt x="778" y="150"/>
                </a:lnTo>
                <a:lnTo>
                  <a:pt x="785" y="159"/>
                </a:lnTo>
                <a:lnTo>
                  <a:pt x="792" y="168"/>
                </a:lnTo>
                <a:lnTo>
                  <a:pt x="798" y="177"/>
                </a:lnTo>
                <a:lnTo>
                  <a:pt x="805" y="187"/>
                </a:lnTo>
                <a:lnTo>
                  <a:pt x="811" y="196"/>
                </a:lnTo>
                <a:lnTo>
                  <a:pt x="816" y="206"/>
                </a:lnTo>
                <a:lnTo>
                  <a:pt x="821" y="216"/>
                </a:lnTo>
                <a:lnTo>
                  <a:pt x="826" y="226"/>
                </a:lnTo>
                <a:lnTo>
                  <a:pt x="830" y="236"/>
                </a:lnTo>
                <a:lnTo>
                  <a:pt x="834" y="246"/>
                </a:lnTo>
                <a:lnTo>
                  <a:pt x="838" y="257"/>
                </a:lnTo>
                <a:lnTo>
                  <a:pt x="841" y="267"/>
                </a:lnTo>
                <a:lnTo>
                  <a:pt x="844" y="277"/>
                </a:lnTo>
                <a:lnTo>
                  <a:pt x="846" y="288"/>
                </a:lnTo>
                <a:lnTo>
                  <a:pt x="848" y="299"/>
                </a:lnTo>
                <a:lnTo>
                  <a:pt x="849" y="309"/>
                </a:lnTo>
                <a:lnTo>
                  <a:pt x="850" y="320"/>
                </a:lnTo>
                <a:lnTo>
                  <a:pt x="851" y="331"/>
                </a:lnTo>
                <a:lnTo>
                  <a:pt x="851" y="341"/>
                </a:lnTo>
                <a:close/>
              </a:path>
            </a:pathLst>
          </a:custGeom>
          <a:solidFill>
            <a:srgbClr val="ffb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4" name=""/>
          <p:cNvSpPr/>
          <p:nvPr/>
        </p:nvSpPr>
        <p:spPr>
          <a:xfrm>
            <a:off x="4824720" y="1704240"/>
            <a:ext cx="308160" cy="247320"/>
          </a:xfrm>
          <a:custGeom>
            <a:avLst/>
            <a:gdLst/>
            <a:ahLst/>
            <a:rect l="0" t="0" r="r" b="b"/>
            <a:pathLst>
              <a:path w="856" h="687">
                <a:moveTo>
                  <a:pt x="854" y="343"/>
                </a:moveTo>
                <a:lnTo>
                  <a:pt x="854" y="333"/>
                </a:lnTo>
                <a:lnTo>
                  <a:pt x="853" y="322"/>
                </a:lnTo>
                <a:lnTo>
                  <a:pt x="852" y="311"/>
                </a:lnTo>
                <a:lnTo>
                  <a:pt x="851" y="301"/>
                </a:lnTo>
                <a:lnTo>
                  <a:pt x="849" y="290"/>
                </a:lnTo>
                <a:lnTo>
                  <a:pt x="847" y="279"/>
                </a:lnTo>
                <a:lnTo>
                  <a:pt x="844" y="269"/>
                </a:lnTo>
                <a:lnTo>
                  <a:pt x="841" y="259"/>
                </a:lnTo>
                <a:lnTo>
                  <a:pt x="837" y="248"/>
                </a:lnTo>
                <a:lnTo>
                  <a:pt x="833" y="238"/>
                </a:lnTo>
                <a:lnTo>
                  <a:pt x="829" y="228"/>
                </a:lnTo>
                <a:lnTo>
                  <a:pt x="824" y="218"/>
                </a:lnTo>
                <a:lnTo>
                  <a:pt x="819" y="208"/>
                </a:lnTo>
                <a:lnTo>
                  <a:pt x="814" y="198"/>
                </a:lnTo>
                <a:lnTo>
                  <a:pt x="808" y="189"/>
                </a:lnTo>
                <a:lnTo>
                  <a:pt x="801" y="179"/>
                </a:lnTo>
                <a:lnTo>
                  <a:pt x="795" y="170"/>
                </a:lnTo>
                <a:lnTo>
                  <a:pt x="788" y="161"/>
                </a:lnTo>
                <a:lnTo>
                  <a:pt x="781" y="152"/>
                </a:lnTo>
                <a:lnTo>
                  <a:pt x="773" y="143"/>
                </a:lnTo>
                <a:lnTo>
                  <a:pt x="765" y="134"/>
                </a:lnTo>
                <a:lnTo>
                  <a:pt x="756" y="126"/>
                </a:lnTo>
                <a:lnTo>
                  <a:pt x="748" y="118"/>
                </a:lnTo>
                <a:lnTo>
                  <a:pt x="739" y="110"/>
                </a:lnTo>
                <a:lnTo>
                  <a:pt x="729" y="102"/>
                </a:lnTo>
                <a:lnTo>
                  <a:pt x="720" y="95"/>
                </a:lnTo>
                <a:lnTo>
                  <a:pt x="710" y="88"/>
                </a:lnTo>
                <a:lnTo>
                  <a:pt x="699" y="81"/>
                </a:lnTo>
                <a:lnTo>
                  <a:pt x="688" y="74"/>
                </a:lnTo>
                <a:lnTo>
                  <a:pt x="678" y="67"/>
                </a:lnTo>
                <a:lnTo>
                  <a:pt x="667" y="61"/>
                </a:lnTo>
                <a:lnTo>
                  <a:pt x="656" y="55"/>
                </a:lnTo>
                <a:lnTo>
                  <a:pt x="644" y="50"/>
                </a:lnTo>
                <a:lnTo>
                  <a:pt x="633" y="44"/>
                </a:lnTo>
                <a:lnTo>
                  <a:pt x="621" y="39"/>
                </a:lnTo>
                <a:lnTo>
                  <a:pt x="609" y="35"/>
                </a:lnTo>
                <a:lnTo>
                  <a:pt x="597" y="30"/>
                </a:lnTo>
                <a:lnTo>
                  <a:pt x="584" y="26"/>
                </a:lnTo>
                <a:lnTo>
                  <a:pt x="572" y="22"/>
                </a:lnTo>
                <a:lnTo>
                  <a:pt x="559" y="19"/>
                </a:lnTo>
                <a:lnTo>
                  <a:pt x="546" y="16"/>
                </a:lnTo>
                <a:lnTo>
                  <a:pt x="534" y="13"/>
                </a:lnTo>
                <a:lnTo>
                  <a:pt x="521" y="10"/>
                </a:lnTo>
                <a:lnTo>
                  <a:pt x="507" y="8"/>
                </a:lnTo>
                <a:lnTo>
                  <a:pt x="494" y="6"/>
                </a:lnTo>
                <a:lnTo>
                  <a:pt x="481" y="5"/>
                </a:lnTo>
                <a:lnTo>
                  <a:pt x="468" y="4"/>
                </a:lnTo>
                <a:lnTo>
                  <a:pt x="455" y="3"/>
                </a:lnTo>
                <a:lnTo>
                  <a:pt x="441" y="2"/>
                </a:lnTo>
                <a:lnTo>
                  <a:pt x="428" y="2"/>
                </a:lnTo>
                <a:lnTo>
                  <a:pt x="414" y="2"/>
                </a:lnTo>
                <a:lnTo>
                  <a:pt x="401" y="3"/>
                </a:lnTo>
                <a:lnTo>
                  <a:pt x="388" y="4"/>
                </a:lnTo>
                <a:lnTo>
                  <a:pt x="375" y="5"/>
                </a:lnTo>
                <a:lnTo>
                  <a:pt x="361" y="6"/>
                </a:lnTo>
                <a:lnTo>
                  <a:pt x="348" y="8"/>
                </a:lnTo>
                <a:lnTo>
                  <a:pt x="335" y="10"/>
                </a:lnTo>
                <a:lnTo>
                  <a:pt x="322" y="13"/>
                </a:lnTo>
                <a:lnTo>
                  <a:pt x="309" y="16"/>
                </a:lnTo>
                <a:lnTo>
                  <a:pt x="296" y="19"/>
                </a:lnTo>
                <a:lnTo>
                  <a:pt x="284" y="22"/>
                </a:lnTo>
                <a:lnTo>
                  <a:pt x="271" y="26"/>
                </a:lnTo>
                <a:lnTo>
                  <a:pt x="259" y="30"/>
                </a:lnTo>
                <a:lnTo>
                  <a:pt x="247" y="35"/>
                </a:lnTo>
                <a:lnTo>
                  <a:pt x="235" y="39"/>
                </a:lnTo>
                <a:lnTo>
                  <a:pt x="223" y="44"/>
                </a:lnTo>
                <a:lnTo>
                  <a:pt x="211" y="50"/>
                </a:lnTo>
                <a:lnTo>
                  <a:pt x="200" y="55"/>
                </a:lnTo>
                <a:lnTo>
                  <a:pt x="189" y="61"/>
                </a:lnTo>
                <a:lnTo>
                  <a:pt x="178" y="67"/>
                </a:lnTo>
                <a:lnTo>
                  <a:pt x="167" y="74"/>
                </a:lnTo>
                <a:lnTo>
                  <a:pt x="157" y="81"/>
                </a:lnTo>
                <a:lnTo>
                  <a:pt x="147" y="88"/>
                </a:lnTo>
                <a:lnTo>
                  <a:pt x="137" y="95"/>
                </a:lnTo>
                <a:lnTo>
                  <a:pt x="127" y="102"/>
                </a:lnTo>
                <a:lnTo>
                  <a:pt x="118" y="110"/>
                </a:lnTo>
                <a:lnTo>
                  <a:pt x="109" y="118"/>
                </a:lnTo>
                <a:lnTo>
                  <a:pt x="100" y="126"/>
                </a:lnTo>
                <a:lnTo>
                  <a:pt x="92" y="134"/>
                </a:lnTo>
                <a:lnTo>
                  <a:pt x="84" y="143"/>
                </a:lnTo>
                <a:lnTo>
                  <a:pt x="76" y="152"/>
                </a:lnTo>
                <a:lnTo>
                  <a:pt x="69" y="161"/>
                </a:lnTo>
                <a:lnTo>
                  <a:pt x="62" y="170"/>
                </a:lnTo>
                <a:lnTo>
                  <a:pt x="55" y="179"/>
                </a:lnTo>
                <a:lnTo>
                  <a:pt x="49" y="189"/>
                </a:lnTo>
                <a:lnTo>
                  <a:pt x="43" y="198"/>
                </a:lnTo>
                <a:lnTo>
                  <a:pt x="38" y="208"/>
                </a:lnTo>
                <a:lnTo>
                  <a:pt x="32" y="218"/>
                </a:lnTo>
                <a:lnTo>
                  <a:pt x="28" y="228"/>
                </a:lnTo>
                <a:lnTo>
                  <a:pt x="23" y="238"/>
                </a:lnTo>
                <a:lnTo>
                  <a:pt x="19" y="248"/>
                </a:lnTo>
                <a:lnTo>
                  <a:pt x="16" y="259"/>
                </a:lnTo>
                <a:lnTo>
                  <a:pt x="13" y="269"/>
                </a:lnTo>
                <a:lnTo>
                  <a:pt x="10" y="279"/>
                </a:lnTo>
                <a:lnTo>
                  <a:pt x="8" y="290"/>
                </a:lnTo>
                <a:lnTo>
                  <a:pt x="6" y="301"/>
                </a:lnTo>
                <a:lnTo>
                  <a:pt x="4" y="311"/>
                </a:lnTo>
                <a:lnTo>
                  <a:pt x="3" y="322"/>
                </a:lnTo>
                <a:lnTo>
                  <a:pt x="3" y="333"/>
                </a:lnTo>
                <a:lnTo>
                  <a:pt x="3" y="343"/>
                </a:lnTo>
                <a:lnTo>
                  <a:pt x="3" y="354"/>
                </a:lnTo>
                <a:lnTo>
                  <a:pt x="3" y="365"/>
                </a:lnTo>
                <a:lnTo>
                  <a:pt x="4" y="375"/>
                </a:lnTo>
                <a:lnTo>
                  <a:pt x="6" y="386"/>
                </a:lnTo>
                <a:lnTo>
                  <a:pt x="8" y="397"/>
                </a:lnTo>
                <a:lnTo>
                  <a:pt x="10" y="408"/>
                </a:lnTo>
                <a:lnTo>
                  <a:pt x="13" y="419"/>
                </a:lnTo>
                <a:lnTo>
                  <a:pt x="16" y="429"/>
                </a:lnTo>
                <a:lnTo>
                  <a:pt x="19" y="440"/>
                </a:lnTo>
                <a:lnTo>
                  <a:pt x="23" y="450"/>
                </a:lnTo>
                <a:lnTo>
                  <a:pt x="28" y="460"/>
                </a:lnTo>
                <a:lnTo>
                  <a:pt x="32" y="470"/>
                </a:lnTo>
                <a:lnTo>
                  <a:pt x="38" y="480"/>
                </a:lnTo>
                <a:lnTo>
                  <a:pt x="43" y="490"/>
                </a:lnTo>
                <a:lnTo>
                  <a:pt x="49" y="499"/>
                </a:lnTo>
                <a:lnTo>
                  <a:pt x="55" y="509"/>
                </a:lnTo>
                <a:lnTo>
                  <a:pt x="62" y="518"/>
                </a:lnTo>
                <a:lnTo>
                  <a:pt x="69" y="527"/>
                </a:lnTo>
                <a:lnTo>
                  <a:pt x="76" y="536"/>
                </a:lnTo>
                <a:lnTo>
                  <a:pt x="84" y="545"/>
                </a:lnTo>
                <a:lnTo>
                  <a:pt x="92" y="553"/>
                </a:lnTo>
                <a:lnTo>
                  <a:pt x="100" y="562"/>
                </a:lnTo>
                <a:lnTo>
                  <a:pt x="109" y="570"/>
                </a:lnTo>
                <a:lnTo>
                  <a:pt x="118" y="578"/>
                </a:lnTo>
                <a:lnTo>
                  <a:pt x="127" y="586"/>
                </a:lnTo>
                <a:lnTo>
                  <a:pt x="137" y="593"/>
                </a:lnTo>
                <a:lnTo>
                  <a:pt x="147" y="600"/>
                </a:lnTo>
                <a:lnTo>
                  <a:pt x="157" y="607"/>
                </a:lnTo>
                <a:lnTo>
                  <a:pt x="167" y="614"/>
                </a:lnTo>
                <a:lnTo>
                  <a:pt x="178" y="620"/>
                </a:lnTo>
                <a:lnTo>
                  <a:pt x="189" y="627"/>
                </a:lnTo>
                <a:lnTo>
                  <a:pt x="200" y="632"/>
                </a:lnTo>
                <a:lnTo>
                  <a:pt x="211" y="638"/>
                </a:lnTo>
                <a:lnTo>
                  <a:pt x="223" y="643"/>
                </a:lnTo>
                <a:lnTo>
                  <a:pt x="235" y="648"/>
                </a:lnTo>
                <a:lnTo>
                  <a:pt x="247" y="653"/>
                </a:lnTo>
                <a:lnTo>
                  <a:pt x="259" y="657"/>
                </a:lnTo>
                <a:lnTo>
                  <a:pt x="271" y="662"/>
                </a:lnTo>
                <a:lnTo>
                  <a:pt x="284" y="665"/>
                </a:lnTo>
                <a:lnTo>
                  <a:pt x="296" y="669"/>
                </a:lnTo>
                <a:lnTo>
                  <a:pt x="309" y="672"/>
                </a:lnTo>
                <a:lnTo>
                  <a:pt x="322" y="675"/>
                </a:lnTo>
                <a:lnTo>
                  <a:pt x="335" y="677"/>
                </a:lnTo>
                <a:lnTo>
                  <a:pt x="348" y="679"/>
                </a:lnTo>
                <a:lnTo>
                  <a:pt x="361" y="681"/>
                </a:lnTo>
                <a:lnTo>
                  <a:pt x="375" y="683"/>
                </a:lnTo>
                <a:lnTo>
                  <a:pt x="388" y="684"/>
                </a:lnTo>
                <a:lnTo>
                  <a:pt x="401" y="685"/>
                </a:lnTo>
                <a:lnTo>
                  <a:pt x="414" y="685"/>
                </a:lnTo>
                <a:lnTo>
                  <a:pt x="428" y="685"/>
                </a:lnTo>
                <a:lnTo>
                  <a:pt x="441" y="685"/>
                </a:lnTo>
                <a:lnTo>
                  <a:pt x="455" y="685"/>
                </a:lnTo>
                <a:lnTo>
                  <a:pt x="468" y="684"/>
                </a:lnTo>
                <a:lnTo>
                  <a:pt x="481" y="683"/>
                </a:lnTo>
                <a:lnTo>
                  <a:pt x="494" y="681"/>
                </a:lnTo>
                <a:lnTo>
                  <a:pt x="507" y="679"/>
                </a:lnTo>
                <a:lnTo>
                  <a:pt x="521" y="677"/>
                </a:lnTo>
                <a:lnTo>
                  <a:pt x="534" y="675"/>
                </a:lnTo>
                <a:lnTo>
                  <a:pt x="546" y="672"/>
                </a:lnTo>
                <a:lnTo>
                  <a:pt x="559" y="669"/>
                </a:lnTo>
                <a:lnTo>
                  <a:pt x="572" y="665"/>
                </a:lnTo>
                <a:lnTo>
                  <a:pt x="584" y="662"/>
                </a:lnTo>
                <a:lnTo>
                  <a:pt x="597" y="657"/>
                </a:lnTo>
                <a:lnTo>
                  <a:pt x="609" y="653"/>
                </a:lnTo>
                <a:lnTo>
                  <a:pt x="621" y="648"/>
                </a:lnTo>
                <a:lnTo>
                  <a:pt x="633" y="643"/>
                </a:lnTo>
                <a:lnTo>
                  <a:pt x="644" y="638"/>
                </a:lnTo>
                <a:lnTo>
                  <a:pt x="656" y="632"/>
                </a:lnTo>
                <a:lnTo>
                  <a:pt x="667" y="627"/>
                </a:lnTo>
                <a:lnTo>
                  <a:pt x="678" y="620"/>
                </a:lnTo>
                <a:lnTo>
                  <a:pt x="688" y="614"/>
                </a:lnTo>
                <a:lnTo>
                  <a:pt x="699" y="607"/>
                </a:lnTo>
                <a:lnTo>
                  <a:pt x="710" y="600"/>
                </a:lnTo>
                <a:lnTo>
                  <a:pt x="720" y="593"/>
                </a:lnTo>
                <a:lnTo>
                  <a:pt x="729" y="586"/>
                </a:lnTo>
                <a:lnTo>
                  <a:pt x="739" y="578"/>
                </a:lnTo>
                <a:lnTo>
                  <a:pt x="748" y="570"/>
                </a:lnTo>
                <a:lnTo>
                  <a:pt x="756" y="562"/>
                </a:lnTo>
                <a:lnTo>
                  <a:pt x="765" y="553"/>
                </a:lnTo>
                <a:lnTo>
                  <a:pt x="773" y="545"/>
                </a:lnTo>
                <a:lnTo>
                  <a:pt x="781" y="536"/>
                </a:lnTo>
                <a:lnTo>
                  <a:pt x="788" y="527"/>
                </a:lnTo>
                <a:lnTo>
                  <a:pt x="795" y="518"/>
                </a:lnTo>
                <a:lnTo>
                  <a:pt x="801" y="509"/>
                </a:lnTo>
                <a:lnTo>
                  <a:pt x="808" y="499"/>
                </a:lnTo>
                <a:lnTo>
                  <a:pt x="814" y="490"/>
                </a:lnTo>
                <a:lnTo>
                  <a:pt x="819" y="480"/>
                </a:lnTo>
                <a:lnTo>
                  <a:pt x="824" y="470"/>
                </a:lnTo>
                <a:lnTo>
                  <a:pt x="829" y="460"/>
                </a:lnTo>
                <a:lnTo>
                  <a:pt x="833" y="450"/>
                </a:lnTo>
                <a:lnTo>
                  <a:pt x="837" y="440"/>
                </a:lnTo>
                <a:lnTo>
                  <a:pt x="841" y="429"/>
                </a:lnTo>
                <a:lnTo>
                  <a:pt x="844" y="419"/>
                </a:lnTo>
                <a:lnTo>
                  <a:pt x="847" y="408"/>
                </a:lnTo>
                <a:lnTo>
                  <a:pt x="849" y="397"/>
                </a:lnTo>
                <a:lnTo>
                  <a:pt x="851" y="386"/>
                </a:lnTo>
                <a:lnTo>
                  <a:pt x="852" y="375"/>
                </a:lnTo>
                <a:lnTo>
                  <a:pt x="853" y="365"/>
                </a:lnTo>
                <a:lnTo>
                  <a:pt x="854" y="354"/>
                </a:lnTo>
                <a:lnTo>
                  <a:pt x="854" y="343"/>
                </a:lnTo>
                <a:moveTo>
                  <a:pt x="856" y="343"/>
                </a:moveTo>
                <a:lnTo>
                  <a:pt x="856" y="354"/>
                </a:lnTo>
                <a:lnTo>
                  <a:pt x="855" y="365"/>
                </a:lnTo>
                <a:lnTo>
                  <a:pt x="854" y="376"/>
                </a:lnTo>
                <a:lnTo>
                  <a:pt x="853" y="386"/>
                </a:lnTo>
                <a:lnTo>
                  <a:pt x="851" y="397"/>
                </a:lnTo>
                <a:lnTo>
                  <a:pt x="849" y="409"/>
                </a:lnTo>
                <a:lnTo>
                  <a:pt x="846" y="419"/>
                </a:lnTo>
                <a:lnTo>
                  <a:pt x="843" y="430"/>
                </a:lnTo>
                <a:lnTo>
                  <a:pt x="839" y="440"/>
                </a:lnTo>
                <a:lnTo>
                  <a:pt x="835" y="450"/>
                </a:lnTo>
                <a:lnTo>
                  <a:pt x="831" y="461"/>
                </a:lnTo>
                <a:lnTo>
                  <a:pt x="826" y="471"/>
                </a:lnTo>
                <a:lnTo>
                  <a:pt x="821" y="481"/>
                </a:lnTo>
                <a:lnTo>
                  <a:pt x="816" y="490"/>
                </a:lnTo>
                <a:lnTo>
                  <a:pt x="810" y="500"/>
                </a:lnTo>
                <a:lnTo>
                  <a:pt x="803" y="510"/>
                </a:lnTo>
                <a:lnTo>
                  <a:pt x="797" y="519"/>
                </a:lnTo>
                <a:lnTo>
                  <a:pt x="790" y="528"/>
                </a:lnTo>
                <a:lnTo>
                  <a:pt x="782" y="537"/>
                </a:lnTo>
                <a:lnTo>
                  <a:pt x="775" y="546"/>
                </a:lnTo>
                <a:lnTo>
                  <a:pt x="767" y="555"/>
                </a:lnTo>
                <a:lnTo>
                  <a:pt x="758" y="563"/>
                </a:lnTo>
                <a:lnTo>
                  <a:pt x="749" y="571"/>
                </a:lnTo>
                <a:lnTo>
                  <a:pt x="740" y="579"/>
                </a:lnTo>
                <a:lnTo>
                  <a:pt x="731" y="587"/>
                </a:lnTo>
                <a:lnTo>
                  <a:pt x="721" y="594"/>
                </a:lnTo>
                <a:lnTo>
                  <a:pt x="712" y="602"/>
                </a:lnTo>
                <a:lnTo>
                  <a:pt x="700" y="609"/>
                </a:lnTo>
                <a:lnTo>
                  <a:pt x="690" y="615"/>
                </a:lnTo>
                <a:lnTo>
                  <a:pt x="679" y="622"/>
                </a:lnTo>
                <a:lnTo>
                  <a:pt x="668" y="628"/>
                </a:lnTo>
                <a:lnTo>
                  <a:pt x="657" y="634"/>
                </a:lnTo>
                <a:lnTo>
                  <a:pt x="645" y="640"/>
                </a:lnTo>
                <a:lnTo>
                  <a:pt x="634" y="645"/>
                </a:lnTo>
                <a:lnTo>
                  <a:pt x="622" y="650"/>
                </a:lnTo>
                <a:lnTo>
                  <a:pt x="610" y="655"/>
                </a:lnTo>
                <a:lnTo>
                  <a:pt x="598" y="659"/>
                </a:lnTo>
                <a:lnTo>
                  <a:pt x="585" y="663"/>
                </a:lnTo>
                <a:lnTo>
                  <a:pt x="573" y="667"/>
                </a:lnTo>
                <a:lnTo>
                  <a:pt x="560" y="671"/>
                </a:lnTo>
                <a:lnTo>
                  <a:pt x="547" y="674"/>
                </a:lnTo>
                <a:lnTo>
                  <a:pt x="534" y="677"/>
                </a:lnTo>
                <a:lnTo>
                  <a:pt x="521" y="679"/>
                </a:lnTo>
                <a:lnTo>
                  <a:pt x="508" y="681"/>
                </a:lnTo>
                <a:lnTo>
                  <a:pt x="495" y="683"/>
                </a:lnTo>
                <a:lnTo>
                  <a:pt x="481" y="685"/>
                </a:lnTo>
                <a:lnTo>
                  <a:pt x="468" y="686"/>
                </a:lnTo>
                <a:lnTo>
                  <a:pt x="455" y="687"/>
                </a:lnTo>
                <a:lnTo>
                  <a:pt x="441" y="687"/>
                </a:lnTo>
                <a:lnTo>
                  <a:pt x="428" y="687"/>
                </a:lnTo>
                <a:lnTo>
                  <a:pt x="414" y="687"/>
                </a:lnTo>
                <a:lnTo>
                  <a:pt x="401" y="687"/>
                </a:lnTo>
                <a:lnTo>
                  <a:pt x="388" y="686"/>
                </a:lnTo>
                <a:lnTo>
                  <a:pt x="374" y="685"/>
                </a:lnTo>
                <a:lnTo>
                  <a:pt x="361" y="683"/>
                </a:lnTo>
                <a:lnTo>
                  <a:pt x="348" y="681"/>
                </a:lnTo>
                <a:lnTo>
                  <a:pt x="335" y="679"/>
                </a:lnTo>
                <a:lnTo>
                  <a:pt x="321" y="677"/>
                </a:lnTo>
                <a:lnTo>
                  <a:pt x="309" y="674"/>
                </a:lnTo>
                <a:lnTo>
                  <a:pt x="296" y="671"/>
                </a:lnTo>
                <a:lnTo>
                  <a:pt x="283" y="667"/>
                </a:lnTo>
                <a:lnTo>
                  <a:pt x="270" y="663"/>
                </a:lnTo>
                <a:lnTo>
                  <a:pt x="258" y="659"/>
                </a:lnTo>
                <a:lnTo>
                  <a:pt x="246" y="655"/>
                </a:lnTo>
                <a:lnTo>
                  <a:pt x="234" y="650"/>
                </a:lnTo>
                <a:lnTo>
                  <a:pt x="222" y="645"/>
                </a:lnTo>
                <a:lnTo>
                  <a:pt x="210" y="640"/>
                </a:lnTo>
                <a:lnTo>
                  <a:pt x="199" y="634"/>
                </a:lnTo>
                <a:lnTo>
                  <a:pt x="187" y="628"/>
                </a:lnTo>
                <a:lnTo>
                  <a:pt x="177" y="622"/>
                </a:lnTo>
                <a:lnTo>
                  <a:pt x="166" y="615"/>
                </a:lnTo>
                <a:lnTo>
                  <a:pt x="155" y="609"/>
                </a:lnTo>
                <a:lnTo>
                  <a:pt x="145" y="602"/>
                </a:lnTo>
                <a:lnTo>
                  <a:pt x="135" y="594"/>
                </a:lnTo>
                <a:lnTo>
                  <a:pt x="125" y="587"/>
                </a:lnTo>
                <a:lnTo>
                  <a:pt x="116" y="579"/>
                </a:lnTo>
                <a:lnTo>
                  <a:pt x="107" y="571"/>
                </a:lnTo>
                <a:lnTo>
                  <a:pt x="98" y="563"/>
                </a:lnTo>
                <a:lnTo>
                  <a:pt x="90" y="555"/>
                </a:lnTo>
                <a:lnTo>
                  <a:pt x="82" y="546"/>
                </a:lnTo>
                <a:lnTo>
                  <a:pt x="74" y="537"/>
                </a:lnTo>
                <a:lnTo>
                  <a:pt x="67" y="528"/>
                </a:lnTo>
                <a:lnTo>
                  <a:pt x="60" y="519"/>
                </a:lnTo>
                <a:lnTo>
                  <a:pt x="53" y="510"/>
                </a:lnTo>
                <a:lnTo>
                  <a:pt x="47" y="500"/>
                </a:lnTo>
                <a:lnTo>
                  <a:pt x="41" y="490"/>
                </a:lnTo>
                <a:lnTo>
                  <a:pt x="35" y="481"/>
                </a:lnTo>
                <a:lnTo>
                  <a:pt x="30" y="471"/>
                </a:lnTo>
                <a:lnTo>
                  <a:pt x="26" y="461"/>
                </a:lnTo>
                <a:lnTo>
                  <a:pt x="21" y="450"/>
                </a:lnTo>
                <a:lnTo>
                  <a:pt x="17" y="440"/>
                </a:lnTo>
                <a:lnTo>
                  <a:pt x="14" y="430"/>
                </a:lnTo>
                <a:lnTo>
                  <a:pt x="11" y="419"/>
                </a:lnTo>
                <a:lnTo>
                  <a:pt x="8" y="409"/>
                </a:lnTo>
                <a:lnTo>
                  <a:pt x="6" y="397"/>
                </a:lnTo>
                <a:lnTo>
                  <a:pt x="4" y="386"/>
                </a:lnTo>
                <a:lnTo>
                  <a:pt x="2" y="376"/>
                </a:lnTo>
                <a:lnTo>
                  <a:pt x="1" y="365"/>
                </a:lnTo>
                <a:lnTo>
                  <a:pt x="0" y="354"/>
                </a:lnTo>
                <a:lnTo>
                  <a:pt x="0" y="343"/>
                </a:lnTo>
                <a:lnTo>
                  <a:pt x="0" y="333"/>
                </a:lnTo>
                <a:lnTo>
                  <a:pt x="1" y="322"/>
                </a:lnTo>
                <a:lnTo>
                  <a:pt x="2" y="311"/>
                </a:lnTo>
                <a:lnTo>
                  <a:pt x="4" y="300"/>
                </a:lnTo>
                <a:lnTo>
                  <a:pt x="6" y="290"/>
                </a:lnTo>
                <a:lnTo>
                  <a:pt x="8" y="279"/>
                </a:lnTo>
                <a:lnTo>
                  <a:pt x="11" y="269"/>
                </a:lnTo>
                <a:lnTo>
                  <a:pt x="14" y="258"/>
                </a:lnTo>
                <a:lnTo>
                  <a:pt x="17" y="248"/>
                </a:lnTo>
                <a:lnTo>
                  <a:pt x="21" y="237"/>
                </a:lnTo>
                <a:lnTo>
                  <a:pt x="26" y="227"/>
                </a:lnTo>
                <a:lnTo>
                  <a:pt x="30" y="217"/>
                </a:lnTo>
                <a:lnTo>
                  <a:pt x="35" y="207"/>
                </a:lnTo>
                <a:lnTo>
                  <a:pt x="41" y="197"/>
                </a:lnTo>
                <a:lnTo>
                  <a:pt x="47" y="188"/>
                </a:lnTo>
                <a:lnTo>
                  <a:pt x="53" y="178"/>
                </a:lnTo>
                <a:lnTo>
                  <a:pt x="60" y="169"/>
                </a:lnTo>
                <a:lnTo>
                  <a:pt x="67" y="160"/>
                </a:lnTo>
                <a:lnTo>
                  <a:pt x="74" y="151"/>
                </a:lnTo>
                <a:lnTo>
                  <a:pt x="82" y="142"/>
                </a:lnTo>
                <a:lnTo>
                  <a:pt x="90" y="133"/>
                </a:lnTo>
                <a:lnTo>
                  <a:pt x="98" y="125"/>
                </a:lnTo>
                <a:lnTo>
                  <a:pt x="107" y="117"/>
                </a:lnTo>
                <a:lnTo>
                  <a:pt x="116" y="109"/>
                </a:lnTo>
                <a:lnTo>
                  <a:pt x="125" y="101"/>
                </a:lnTo>
                <a:lnTo>
                  <a:pt x="135" y="93"/>
                </a:lnTo>
                <a:lnTo>
                  <a:pt x="145" y="86"/>
                </a:lnTo>
                <a:lnTo>
                  <a:pt x="155" y="79"/>
                </a:lnTo>
                <a:lnTo>
                  <a:pt x="166" y="72"/>
                </a:lnTo>
                <a:lnTo>
                  <a:pt x="177" y="66"/>
                </a:lnTo>
                <a:lnTo>
                  <a:pt x="187" y="60"/>
                </a:lnTo>
                <a:lnTo>
                  <a:pt x="199" y="54"/>
                </a:lnTo>
                <a:lnTo>
                  <a:pt x="210" y="48"/>
                </a:lnTo>
                <a:lnTo>
                  <a:pt x="222" y="43"/>
                </a:lnTo>
                <a:lnTo>
                  <a:pt x="234" y="38"/>
                </a:lnTo>
                <a:lnTo>
                  <a:pt x="246" y="33"/>
                </a:lnTo>
                <a:lnTo>
                  <a:pt x="258" y="29"/>
                </a:lnTo>
                <a:lnTo>
                  <a:pt x="270" y="25"/>
                </a:lnTo>
                <a:lnTo>
                  <a:pt x="283" y="21"/>
                </a:lnTo>
                <a:lnTo>
                  <a:pt x="296" y="17"/>
                </a:lnTo>
                <a:lnTo>
                  <a:pt x="309" y="14"/>
                </a:lnTo>
                <a:lnTo>
                  <a:pt x="321" y="11"/>
                </a:lnTo>
                <a:lnTo>
                  <a:pt x="335" y="9"/>
                </a:lnTo>
                <a:lnTo>
                  <a:pt x="348" y="7"/>
                </a:lnTo>
                <a:lnTo>
                  <a:pt x="361" y="5"/>
                </a:lnTo>
                <a:lnTo>
                  <a:pt x="374" y="3"/>
                </a:lnTo>
                <a:lnTo>
                  <a:pt x="388" y="2"/>
                </a:lnTo>
                <a:lnTo>
                  <a:pt x="401" y="1"/>
                </a:lnTo>
                <a:lnTo>
                  <a:pt x="414" y="1"/>
                </a:lnTo>
                <a:lnTo>
                  <a:pt x="428" y="0"/>
                </a:lnTo>
                <a:lnTo>
                  <a:pt x="441" y="1"/>
                </a:lnTo>
                <a:lnTo>
                  <a:pt x="455" y="1"/>
                </a:lnTo>
                <a:lnTo>
                  <a:pt x="468" y="2"/>
                </a:lnTo>
                <a:lnTo>
                  <a:pt x="481" y="3"/>
                </a:lnTo>
                <a:lnTo>
                  <a:pt x="495" y="5"/>
                </a:lnTo>
                <a:lnTo>
                  <a:pt x="508" y="7"/>
                </a:lnTo>
                <a:lnTo>
                  <a:pt x="521" y="9"/>
                </a:lnTo>
                <a:lnTo>
                  <a:pt x="534" y="11"/>
                </a:lnTo>
                <a:lnTo>
                  <a:pt x="547" y="14"/>
                </a:lnTo>
                <a:lnTo>
                  <a:pt x="560" y="17"/>
                </a:lnTo>
                <a:lnTo>
                  <a:pt x="573" y="21"/>
                </a:lnTo>
                <a:lnTo>
                  <a:pt x="585" y="25"/>
                </a:lnTo>
                <a:lnTo>
                  <a:pt x="598" y="29"/>
                </a:lnTo>
                <a:lnTo>
                  <a:pt x="610" y="33"/>
                </a:lnTo>
                <a:lnTo>
                  <a:pt x="622" y="38"/>
                </a:lnTo>
                <a:lnTo>
                  <a:pt x="634" y="43"/>
                </a:lnTo>
                <a:lnTo>
                  <a:pt x="645" y="48"/>
                </a:lnTo>
                <a:lnTo>
                  <a:pt x="657" y="54"/>
                </a:lnTo>
                <a:lnTo>
                  <a:pt x="668" y="60"/>
                </a:lnTo>
                <a:lnTo>
                  <a:pt x="679" y="66"/>
                </a:lnTo>
                <a:lnTo>
                  <a:pt x="690" y="72"/>
                </a:lnTo>
                <a:lnTo>
                  <a:pt x="700" y="79"/>
                </a:lnTo>
                <a:lnTo>
                  <a:pt x="712" y="86"/>
                </a:lnTo>
                <a:lnTo>
                  <a:pt x="721" y="93"/>
                </a:lnTo>
                <a:lnTo>
                  <a:pt x="731" y="101"/>
                </a:lnTo>
                <a:lnTo>
                  <a:pt x="740" y="109"/>
                </a:lnTo>
                <a:lnTo>
                  <a:pt x="749" y="117"/>
                </a:lnTo>
                <a:lnTo>
                  <a:pt x="758" y="125"/>
                </a:lnTo>
                <a:lnTo>
                  <a:pt x="767" y="133"/>
                </a:lnTo>
                <a:lnTo>
                  <a:pt x="775" y="142"/>
                </a:lnTo>
                <a:lnTo>
                  <a:pt x="782" y="151"/>
                </a:lnTo>
                <a:lnTo>
                  <a:pt x="790" y="160"/>
                </a:lnTo>
                <a:lnTo>
                  <a:pt x="797" y="169"/>
                </a:lnTo>
                <a:lnTo>
                  <a:pt x="803" y="178"/>
                </a:lnTo>
                <a:lnTo>
                  <a:pt x="810" y="188"/>
                </a:lnTo>
                <a:lnTo>
                  <a:pt x="816" y="197"/>
                </a:lnTo>
                <a:lnTo>
                  <a:pt x="821" y="207"/>
                </a:lnTo>
                <a:lnTo>
                  <a:pt x="826" y="217"/>
                </a:lnTo>
                <a:lnTo>
                  <a:pt x="831" y="227"/>
                </a:lnTo>
                <a:lnTo>
                  <a:pt x="835" y="237"/>
                </a:lnTo>
                <a:lnTo>
                  <a:pt x="839" y="248"/>
                </a:lnTo>
                <a:lnTo>
                  <a:pt x="843" y="258"/>
                </a:lnTo>
                <a:lnTo>
                  <a:pt x="846" y="269"/>
                </a:lnTo>
                <a:lnTo>
                  <a:pt x="849" y="279"/>
                </a:lnTo>
                <a:lnTo>
                  <a:pt x="851" y="290"/>
                </a:lnTo>
                <a:lnTo>
                  <a:pt x="853" y="300"/>
                </a:lnTo>
                <a:lnTo>
                  <a:pt x="854" y="311"/>
                </a:lnTo>
                <a:lnTo>
                  <a:pt x="855" y="322"/>
                </a:lnTo>
                <a:lnTo>
                  <a:pt x="856" y="333"/>
                </a:lnTo>
                <a:lnTo>
                  <a:pt x="856" y="343"/>
                </a:lnTo>
                <a:close/>
              </a:path>
            </a:pathLst>
          </a:custGeom>
          <a:solidFill>
            <a:srgbClr val="ffa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5" name=""/>
          <p:cNvSpPr/>
          <p:nvPr/>
        </p:nvSpPr>
        <p:spPr>
          <a:xfrm>
            <a:off x="4824000" y="1703880"/>
            <a:ext cx="309960" cy="248400"/>
          </a:xfrm>
          <a:custGeom>
            <a:avLst/>
            <a:gdLst/>
            <a:ahLst/>
            <a:rect l="0" t="0" r="r" b="b"/>
            <a:pathLst>
              <a:path w="861" h="690">
                <a:moveTo>
                  <a:pt x="858" y="344"/>
                </a:moveTo>
                <a:lnTo>
                  <a:pt x="858" y="334"/>
                </a:lnTo>
                <a:lnTo>
                  <a:pt x="857" y="323"/>
                </a:lnTo>
                <a:lnTo>
                  <a:pt x="856" y="312"/>
                </a:lnTo>
                <a:lnTo>
                  <a:pt x="855" y="301"/>
                </a:lnTo>
                <a:lnTo>
                  <a:pt x="853" y="291"/>
                </a:lnTo>
                <a:lnTo>
                  <a:pt x="851" y="280"/>
                </a:lnTo>
                <a:lnTo>
                  <a:pt x="848" y="270"/>
                </a:lnTo>
                <a:lnTo>
                  <a:pt x="845" y="259"/>
                </a:lnTo>
                <a:lnTo>
                  <a:pt x="841" y="249"/>
                </a:lnTo>
                <a:lnTo>
                  <a:pt x="837" y="238"/>
                </a:lnTo>
                <a:lnTo>
                  <a:pt x="833" y="228"/>
                </a:lnTo>
                <a:lnTo>
                  <a:pt x="828" y="218"/>
                </a:lnTo>
                <a:lnTo>
                  <a:pt x="823" y="208"/>
                </a:lnTo>
                <a:lnTo>
                  <a:pt x="818" y="198"/>
                </a:lnTo>
                <a:lnTo>
                  <a:pt x="812" y="189"/>
                </a:lnTo>
                <a:lnTo>
                  <a:pt x="805" y="179"/>
                </a:lnTo>
                <a:lnTo>
                  <a:pt x="799" y="170"/>
                </a:lnTo>
                <a:lnTo>
                  <a:pt x="792" y="161"/>
                </a:lnTo>
                <a:lnTo>
                  <a:pt x="784" y="152"/>
                </a:lnTo>
                <a:lnTo>
                  <a:pt x="777" y="143"/>
                </a:lnTo>
                <a:lnTo>
                  <a:pt x="768" y="134"/>
                </a:lnTo>
                <a:lnTo>
                  <a:pt x="759" y="126"/>
                </a:lnTo>
                <a:lnTo>
                  <a:pt x="750" y="118"/>
                </a:lnTo>
                <a:lnTo>
                  <a:pt x="741" y="110"/>
                </a:lnTo>
                <a:lnTo>
                  <a:pt x="732" y="102"/>
                </a:lnTo>
                <a:lnTo>
                  <a:pt x="722" y="94"/>
                </a:lnTo>
                <a:lnTo>
                  <a:pt x="713" y="87"/>
                </a:lnTo>
                <a:lnTo>
                  <a:pt x="702" y="80"/>
                </a:lnTo>
                <a:lnTo>
                  <a:pt x="692" y="73"/>
                </a:lnTo>
                <a:lnTo>
                  <a:pt x="681" y="67"/>
                </a:lnTo>
                <a:lnTo>
                  <a:pt x="670" y="61"/>
                </a:lnTo>
                <a:lnTo>
                  <a:pt x="659" y="55"/>
                </a:lnTo>
                <a:lnTo>
                  <a:pt x="647" y="49"/>
                </a:lnTo>
                <a:lnTo>
                  <a:pt x="636" y="44"/>
                </a:lnTo>
                <a:lnTo>
                  <a:pt x="624" y="39"/>
                </a:lnTo>
                <a:lnTo>
                  <a:pt x="612" y="34"/>
                </a:lnTo>
                <a:lnTo>
                  <a:pt x="600" y="30"/>
                </a:lnTo>
                <a:lnTo>
                  <a:pt x="587" y="26"/>
                </a:lnTo>
                <a:lnTo>
                  <a:pt x="575" y="22"/>
                </a:lnTo>
                <a:lnTo>
                  <a:pt x="562" y="18"/>
                </a:lnTo>
                <a:lnTo>
                  <a:pt x="549" y="15"/>
                </a:lnTo>
                <a:lnTo>
                  <a:pt x="536" y="12"/>
                </a:lnTo>
                <a:lnTo>
                  <a:pt x="523" y="10"/>
                </a:lnTo>
                <a:lnTo>
                  <a:pt x="510" y="8"/>
                </a:lnTo>
                <a:lnTo>
                  <a:pt x="497" y="6"/>
                </a:lnTo>
                <a:lnTo>
                  <a:pt x="483" y="4"/>
                </a:lnTo>
                <a:lnTo>
                  <a:pt x="470" y="3"/>
                </a:lnTo>
                <a:lnTo>
                  <a:pt x="457" y="2"/>
                </a:lnTo>
                <a:lnTo>
                  <a:pt x="443" y="2"/>
                </a:lnTo>
                <a:lnTo>
                  <a:pt x="430" y="1"/>
                </a:lnTo>
                <a:lnTo>
                  <a:pt x="416" y="2"/>
                </a:lnTo>
                <a:lnTo>
                  <a:pt x="403" y="2"/>
                </a:lnTo>
                <a:lnTo>
                  <a:pt x="390" y="3"/>
                </a:lnTo>
                <a:lnTo>
                  <a:pt x="376" y="4"/>
                </a:lnTo>
                <a:lnTo>
                  <a:pt x="363" y="6"/>
                </a:lnTo>
                <a:lnTo>
                  <a:pt x="350" y="8"/>
                </a:lnTo>
                <a:lnTo>
                  <a:pt x="337" y="10"/>
                </a:lnTo>
                <a:lnTo>
                  <a:pt x="323" y="12"/>
                </a:lnTo>
                <a:lnTo>
                  <a:pt x="311" y="15"/>
                </a:lnTo>
                <a:lnTo>
                  <a:pt x="298" y="18"/>
                </a:lnTo>
                <a:lnTo>
                  <a:pt x="285" y="22"/>
                </a:lnTo>
                <a:lnTo>
                  <a:pt x="272" y="26"/>
                </a:lnTo>
                <a:lnTo>
                  <a:pt x="260" y="30"/>
                </a:lnTo>
                <a:lnTo>
                  <a:pt x="248" y="34"/>
                </a:lnTo>
                <a:lnTo>
                  <a:pt x="236" y="39"/>
                </a:lnTo>
                <a:lnTo>
                  <a:pt x="224" y="44"/>
                </a:lnTo>
                <a:lnTo>
                  <a:pt x="212" y="49"/>
                </a:lnTo>
                <a:lnTo>
                  <a:pt x="201" y="55"/>
                </a:lnTo>
                <a:lnTo>
                  <a:pt x="189" y="61"/>
                </a:lnTo>
                <a:lnTo>
                  <a:pt x="179" y="67"/>
                </a:lnTo>
                <a:lnTo>
                  <a:pt x="168" y="73"/>
                </a:lnTo>
                <a:lnTo>
                  <a:pt x="157" y="80"/>
                </a:lnTo>
                <a:lnTo>
                  <a:pt x="147" y="87"/>
                </a:lnTo>
                <a:lnTo>
                  <a:pt x="137" y="94"/>
                </a:lnTo>
                <a:lnTo>
                  <a:pt x="127" y="102"/>
                </a:lnTo>
                <a:lnTo>
                  <a:pt x="118" y="110"/>
                </a:lnTo>
                <a:lnTo>
                  <a:pt x="109" y="118"/>
                </a:lnTo>
                <a:lnTo>
                  <a:pt x="100" y="126"/>
                </a:lnTo>
                <a:lnTo>
                  <a:pt x="92" y="134"/>
                </a:lnTo>
                <a:lnTo>
                  <a:pt x="84" y="143"/>
                </a:lnTo>
                <a:lnTo>
                  <a:pt x="76" y="152"/>
                </a:lnTo>
                <a:lnTo>
                  <a:pt x="69" y="161"/>
                </a:lnTo>
                <a:lnTo>
                  <a:pt x="62" y="170"/>
                </a:lnTo>
                <a:lnTo>
                  <a:pt x="55" y="179"/>
                </a:lnTo>
                <a:lnTo>
                  <a:pt x="49" y="189"/>
                </a:lnTo>
                <a:lnTo>
                  <a:pt x="43" y="198"/>
                </a:lnTo>
                <a:lnTo>
                  <a:pt x="37" y="208"/>
                </a:lnTo>
                <a:lnTo>
                  <a:pt x="32" y="218"/>
                </a:lnTo>
                <a:lnTo>
                  <a:pt x="28" y="228"/>
                </a:lnTo>
                <a:lnTo>
                  <a:pt x="23" y="238"/>
                </a:lnTo>
                <a:lnTo>
                  <a:pt x="19" y="249"/>
                </a:lnTo>
                <a:lnTo>
                  <a:pt x="16" y="259"/>
                </a:lnTo>
                <a:lnTo>
                  <a:pt x="13" y="270"/>
                </a:lnTo>
                <a:lnTo>
                  <a:pt x="10" y="280"/>
                </a:lnTo>
                <a:lnTo>
                  <a:pt x="8" y="291"/>
                </a:lnTo>
                <a:lnTo>
                  <a:pt x="6" y="301"/>
                </a:lnTo>
                <a:lnTo>
                  <a:pt x="4" y="312"/>
                </a:lnTo>
                <a:lnTo>
                  <a:pt x="3" y="323"/>
                </a:lnTo>
                <a:lnTo>
                  <a:pt x="2" y="334"/>
                </a:lnTo>
                <a:lnTo>
                  <a:pt x="2" y="344"/>
                </a:lnTo>
                <a:lnTo>
                  <a:pt x="2" y="355"/>
                </a:lnTo>
                <a:lnTo>
                  <a:pt x="3" y="366"/>
                </a:lnTo>
                <a:lnTo>
                  <a:pt x="4" y="377"/>
                </a:lnTo>
                <a:lnTo>
                  <a:pt x="6" y="387"/>
                </a:lnTo>
                <a:lnTo>
                  <a:pt x="8" y="398"/>
                </a:lnTo>
                <a:lnTo>
                  <a:pt x="10" y="409"/>
                </a:lnTo>
                <a:lnTo>
                  <a:pt x="13" y="419"/>
                </a:lnTo>
                <a:lnTo>
                  <a:pt x="16" y="430"/>
                </a:lnTo>
                <a:lnTo>
                  <a:pt x="19" y="441"/>
                </a:lnTo>
                <a:lnTo>
                  <a:pt x="23" y="451"/>
                </a:lnTo>
                <a:lnTo>
                  <a:pt x="28" y="462"/>
                </a:lnTo>
                <a:lnTo>
                  <a:pt x="32" y="472"/>
                </a:lnTo>
                <a:lnTo>
                  <a:pt x="37" y="482"/>
                </a:lnTo>
                <a:lnTo>
                  <a:pt x="43" y="491"/>
                </a:lnTo>
                <a:lnTo>
                  <a:pt x="49" y="501"/>
                </a:lnTo>
                <a:lnTo>
                  <a:pt x="55" y="511"/>
                </a:lnTo>
                <a:lnTo>
                  <a:pt x="62" y="520"/>
                </a:lnTo>
                <a:lnTo>
                  <a:pt x="69" y="529"/>
                </a:lnTo>
                <a:lnTo>
                  <a:pt x="76" y="538"/>
                </a:lnTo>
                <a:lnTo>
                  <a:pt x="84" y="547"/>
                </a:lnTo>
                <a:lnTo>
                  <a:pt x="92" y="556"/>
                </a:lnTo>
                <a:lnTo>
                  <a:pt x="100" y="564"/>
                </a:lnTo>
                <a:lnTo>
                  <a:pt x="109" y="572"/>
                </a:lnTo>
                <a:lnTo>
                  <a:pt x="118" y="580"/>
                </a:lnTo>
                <a:lnTo>
                  <a:pt x="127" y="588"/>
                </a:lnTo>
                <a:lnTo>
                  <a:pt x="137" y="595"/>
                </a:lnTo>
                <a:lnTo>
                  <a:pt x="147" y="603"/>
                </a:lnTo>
                <a:lnTo>
                  <a:pt x="157" y="610"/>
                </a:lnTo>
                <a:lnTo>
                  <a:pt x="168" y="616"/>
                </a:lnTo>
                <a:lnTo>
                  <a:pt x="179" y="623"/>
                </a:lnTo>
                <a:lnTo>
                  <a:pt x="189" y="629"/>
                </a:lnTo>
                <a:lnTo>
                  <a:pt x="201" y="635"/>
                </a:lnTo>
                <a:lnTo>
                  <a:pt x="212" y="641"/>
                </a:lnTo>
                <a:lnTo>
                  <a:pt x="224" y="646"/>
                </a:lnTo>
                <a:lnTo>
                  <a:pt x="236" y="651"/>
                </a:lnTo>
                <a:lnTo>
                  <a:pt x="248" y="656"/>
                </a:lnTo>
                <a:lnTo>
                  <a:pt x="260" y="660"/>
                </a:lnTo>
                <a:lnTo>
                  <a:pt x="272" y="664"/>
                </a:lnTo>
                <a:lnTo>
                  <a:pt x="285" y="668"/>
                </a:lnTo>
                <a:lnTo>
                  <a:pt x="298" y="672"/>
                </a:lnTo>
                <a:lnTo>
                  <a:pt x="311" y="675"/>
                </a:lnTo>
                <a:lnTo>
                  <a:pt x="323" y="678"/>
                </a:lnTo>
                <a:lnTo>
                  <a:pt x="337" y="680"/>
                </a:lnTo>
                <a:lnTo>
                  <a:pt x="350" y="682"/>
                </a:lnTo>
                <a:lnTo>
                  <a:pt x="363" y="684"/>
                </a:lnTo>
                <a:lnTo>
                  <a:pt x="376" y="686"/>
                </a:lnTo>
                <a:lnTo>
                  <a:pt x="390" y="687"/>
                </a:lnTo>
                <a:lnTo>
                  <a:pt x="403" y="688"/>
                </a:lnTo>
                <a:lnTo>
                  <a:pt x="416" y="688"/>
                </a:lnTo>
                <a:lnTo>
                  <a:pt x="430" y="688"/>
                </a:lnTo>
                <a:lnTo>
                  <a:pt x="443" y="688"/>
                </a:lnTo>
                <a:lnTo>
                  <a:pt x="457" y="688"/>
                </a:lnTo>
                <a:lnTo>
                  <a:pt x="470" y="687"/>
                </a:lnTo>
                <a:lnTo>
                  <a:pt x="483" y="686"/>
                </a:lnTo>
                <a:lnTo>
                  <a:pt x="497" y="684"/>
                </a:lnTo>
                <a:lnTo>
                  <a:pt x="510" y="682"/>
                </a:lnTo>
                <a:lnTo>
                  <a:pt x="523" y="680"/>
                </a:lnTo>
                <a:lnTo>
                  <a:pt x="536" y="678"/>
                </a:lnTo>
                <a:lnTo>
                  <a:pt x="549" y="675"/>
                </a:lnTo>
                <a:lnTo>
                  <a:pt x="562" y="672"/>
                </a:lnTo>
                <a:lnTo>
                  <a:pt x="575" y="668"/>
                </a:lnTo>
                <a:lnTo>
                  <a:pt x="587" y="664"/>
                </a:lnTo>
                <a:lnTo>
                  <a:pt x="600" y="660"/>
                </a:lnTo>
                <a:lnTo>
                  <a:pt x="612" y="656"/>
                </a:lnTo>
                <a:lnTo>
                  <a:pt x="624" y="651"/>
                </a:lnTo>
                <a:lnTo>
                  <a:pt x="636" y="646"/>
                </a:lnTo>
                <a:lnTo>
                  <a:pt x="647" y="641"/>
                </a:lnTo>
                <a:lnTo>
                  <a:pt x="659" y="635"/>
                </a:lnTo>
                <a:lnTo>
                  <a:pt x="670" y="629"/>
                </a:lnTo>
                <a:lnTo>
                  <a:pt x="681" y="623"/>
                </a:lnTo>
                <a:lnTo>
                  <a:pt x="692" y="616"/>
                </a:lnTo>
                <a:lnTo>
                  <a:pt x="702" y="610"/>
                </a:lnTo>
                <a:lnTo>
                  <a:pt x="713" y="603"/>
                </a:lnTo>
                <a:lnTo>
                  <a:pt x="722" y="595"/>
                </a:lnTo>
                <a:lnTo>
                  <a:pt x="732" y="588"/>
                </a:lnTo>
                <a:lnTo>
                  <a:pt x="741" y="580"/>
                </a:lnTo>
                <a:lnTo>
                  <a:pt x="750" y="572"/>
                </a:lnTo>
                <a:lnTo>
                  <a:pt x="759" y="564"/>
                </a:lnTo>
                <a:lnTo>
                  <a:pt x="768" y="556"/>
                </a:lnTo>
                <a:lnTo>
                  <a:pt x="777" y="547"/>
                </a:lnTo>
                <a:lnTo>
                  <a:pt x="784" y="538"/>
                </a:lnTo>
                <a:lnTo>
                  <a:pt x="792" y="529"/>
                </a:lnTo>
                <a:lnTo>
                  <a:pt x="799" y="520"/>
                </a:lnTo>
                <a:lnTo>
                  <a:pt x="805" y="511"/>
                </a:lnTo>
                <a:lnTo>
                  <a:pt x="812" y="501"/>
                </a:lnTo>
                <a:lnTo>
                  <a:pt x="818" y="491"/>
                </a:lnTo>
                <a:lnTo>
                  <a:pt x="823" y="482"/>
                </a:lnTo>
                <a:lnTo>
                  <a:pt x="828" y="472"/>
                </a:lnTo>
                <a:lnTo>
                  <a:pt x="833" y="462"/>
                </a:lnTo>
                <a:lnTo>
                  <a:pt x="837" y="451"/>
                </a:lnTo>
                <a:lnTo>
                  <a:pt x="841" y="441"/>
                </a:lnTo>
                <a:lnTo>
                  <a:pt x="845" y="430"/>
                </a:lnTo>
                <a:lnTo>
                  <a:pt x="848" y="419"/>
                </a:lnTo>
                <a:lnTo>
                  <a:pt x="851" y="409"/>
                </a:lnTo>
                <a:lnTo>
                  <a:pt x="853" y="398"/>
                </a:lnTo>
                <a:lnTo>
                  <a:pt x="855" y="387"/>
                </a:lnTo>
                <a:lnTo>
                  <a:pt x="856" y="377"/>
                </a:lnTo>
                <a:lnTo>
                  <a:pt x="857" y="366"/>
                </a:lnTo>
                <a:lnTo>
                  <a:pt x="858" y="355"/>
                </a:lnTo>
                <a:lnTo>
                  <a:pt x="858" y="344"/>
                </a:lnTo>
                <a:moveTo>
                  <a:pt x="861" y="344"/>
                </a:moveTo>
                <a:lnTo>
                  <a:pt x="860" y="355"/>
                </a:lnTo>
                <a:lnTo>
                  <a:pt x="860" y="366"/>
                </a:lnTo>
                <a:lnTo>
                  <a:pt x="859" y="377"/>
                </a:lnTo>
                <a:lnTo>
                  <a:pt x="857" y="388"/>
                </a:lnTo>
                <a:lnTo>
                  <a:pt x="855" y="398"/>
                </a:lnTo>
                <a:lnTo>
                  <a:pt x="853" y="409"/>
                </a:lnTo>
                <a:lnTo>
                  <a:pt x="850" y="420"/>
                </a:lnTo>
                <a:lnTo>
                  <a:pt x="847" y="430"/>
                </a:lnTo>
                <a:lnTo>
                  <a:pt x="844" y="442"/>
                </a:lnTo>
                <a:lnTo>
                  <a:pt x="840" y="452"/>
                </a:lnTo>
                <a:lnTo>
                  <a:pt x="835" y="462"/>
                </a:lnTo>
                <a:lnTo>
                  <a:pt x="830" y="472"/>
                </a:lnTo>
                <a:lnTo>
                  <a:pt x="825" y="482"/>
                </a:lnTo>
                <a:lnTo>
                  <a:pt x="820" y="492"/>
                </a:lnTo>
                <a:lnTo>
                  <a:pt x="814" y="502"/>
                </a:lnTo>
                <a:lnTo>
                  <a:pt x="807" y="511"/>
                </a:lnTo>
                <a:lnTo>
                  <a:pt x="801" y="521"/>
                </a:lnTo>
                <a:lnTo>
                  <a:pt x="794" y="530"/>
                </a:lnTo>
                <a:lnTo>
                  <a:pt x="786" y="539"/>
                </a:lnTo>
                <a:lnTo>
                  <a:pt x="779" y="548"/>
                </a:lnTo>
                <a:lnTo>
                  <a:pt x="769" y="557"/>
                </a:lnTo>
                <a:lnTo>
                  <a:pt x="761" y="565"/>
                </a:lnTo>
                <a:lnTo>
                  <a:pt x="752" y="573"/>
                </a:lnTo>
                <a:lnTo>
                  <a:pt x="743" y="581"/>
                </a:lnTo>
                <a:lnTo>
                  <a:pt x="734" y="589"/>
                </a:lnTo>
                <a:lnTo>
                  <a:pt x="724" y="597"/>
                </a:lnTo>
                <a:lnTo>
                  <a:pt x="714" y="604"/>
                </a:lnTo>
                <a:lnTo>
                  <a:pt x="704" y="611"/>
                </a:lnTo>
                <a:lnTo>
                  <a:pt x="693" y="618"/>
                </a:lnTo>
                <a:lnTo>
                  <a:pt x="682" y="624"/>
                </a:lnTo>
                <a:lnTo>
                  <a:pt x="671" y="631"/>
                </a:lnTo>
                <a:lnTo>
                  <a:pt x="660" y="637"/>
                </a:lnTo>
                <a:lnTo>
                  <a:pt x="649" y="642"/>
                </a:lnTo>
                <a:lnTo>
                  <a:pt x="637" y="648"/>
                </a:lnTo>
                <a:lnTo>
                  <a:pt x="625" y="653"/>
                </a:lnTo>
                <a:lnTo>
                  <a:pt x="613" y="657"/>
                </a:lnTo>
                <a:lnTo>
                  <a:pt x="601" y="662"/>
                </a:lnTo>
                <a:lnTo>
                  <a:pt x="588" y="666"/>
                </a:lnTo>
                <a:lnTo>
                  <a:pt x="575" y="670"/>
                </a:lnTo>
                <a:lnTo>
                  <a:pt x="563" y="673"/>
                </a:lnTo>
                <a:lnTo>
                  <a:pt x="550" y="676"/>
                </a:lnTo>
                <a:lnTo>
                  <a:pt x="537" y="679"/>
                </a:lnTo>
                <a:lnTo>
                  <a:pt x="524" y="682"/>
                </a:lnTo>
                <a:lnTo>
                  <a:pt x="510" y="684"/>
                </a:lnTo>
                <a:lnTo>
                  <a:pt x="497" y="686"/>
                </a:lnTo>
                <a:lnTo>
                  <a:pt x="484" y="687"/>
                </a:lnTo>
                <a:lnTo>
                  <a:pt x="470" y="689"/>
                </a:lnTo>
                <a:lnTo>
                  <a:pt x="457" y="689"/>
                </a:lnTo>
                <a:lnTo>
                  <a:pt x="443" y="690"/>
                </a:lnTo>
                <a:lnTo>
                  <a:pt x="430" y="690"/>
                </a:lnTo>
                <a:lnTo>
                  <a:pt x="416" y="690"/>
                </a:lnTo>
                <a:lnTo>
                  <a:pt x="403" y="689"/>
                </a:lnTo>
                <a:lnTo>
                  <a:pt x="389" y="689"/>
                </a:lnTo>
                <a:lnTo>
                  <a:pt x="376" y="687"/>
                </a:lnTo>
                <a:lnTo>
                  <a:pt x="363" y="686"/>
                </a:lnTo>
                <a:lnTo>
                  <a:pt x="349" y="684"/>
                </a:lnTo>
                <a:lnTo>
                  <a:pt x="336" y="682"/>
                </a:lnTo>
                <a:lnTo>
                  <a:pt x="323" y="679"/>
                </a:lnTo>
                <a:lnTo>
                  <a:pt x="310" y="676"/>
                </a:lnTo>
                <a:lnTo>
                  <a:pt x="297" y="673"/>
                </a:lnTo>
                <a:lnTo>
                  <a:pt x="284" y="670"/>
                </a:lnTo>
                <a:lnTo>
                  <a:pt x="272" y="666"/>
                </a:lnTo>
                <a:lnTo>
                  <a:pt x="259" y="662"/>
                </a:lnTo>
                <a:lnTo>
                  <a:pt x="247" y="657"/>
                </a:lnTo>
                <a:lnTo>
                  <a:pt x="235" y="653"/>
                </a:lnTo>
                <a:lnTo>
                  <a:pt x="223" y="648"/>
                </a:lnTo>
                <a:lnTo>
                  <a:pt x="211" y="642"/>
                </a:lnTo>
                <a:lnTo>
                  <a:pt x="199" y="637"/>
                </a:lnTo>
                <a:lnTo>
                  <a:pt x="188" y="631"/>
                </a:lnTo>
                <a:lnTo>
                  <a:pt x="177" y="624"/>
                </a:lnTo>
                <a:lnTo>
                  <a:pt x="166" y="618"/>
                </a:lnTo>
                <a:lnTo>
                  <a:pt x="156" y="611"/>
                </a:lnTo>
                <a:lnTo>
                  <a:pt x="146" y="604"/>
                </a:lnTo>
                <a:lnTo>
                  <a:pt x="136" y="597"/>
                </a:lnTo>
                <a:lnTo>
                  <a:pt x="126" y="589"/>
                </a:lnTo>
                <a:lnTo>
                  <a:pt x="116" y="581"/>
                </a:lnTo>
                <a:lnTo>
                  <a:pt x="107" y="573"/>
                </a:lnTo>
                <a:lnTo>
                  <a:pt x="99" y="565"/>
                </a:lnTo>
                <a:lnTo>
                  <a:pt x="90" y="557"/>
                </a:lnTo>
                <a:lnTo>
                  <a:pt x="82" y="548"/>
                </a:lnTo>
                <a:lnTo>
                  <a:pt x="74" y="539"/>
                </a:lnTo>
                <a:lnTo>
                  <a:pt x="67" y="530"/>
                </a:lnTo>
                <a:lnTo>
                  <a:pt x="60" y="521"/>
                </a:lnTo>
                <a:lnTo>
                  <a:pt x="53" y="511"/>
                </a:lnTo>
                <a:lnTo>
                  <a:pt x="47" y="502"/>
                </a:lnTo>
                <a:lnTo>
                  <a:pt x="41" y="492"/>
                </a:lnTo>
                <a:lnTo>
                  <a:pt x="35" y="482"/>
                </a:lnTo>
                <a:lnTo>
                  <a:pt x="30" y="472"/>
                </a:lnTo>
                <a:lnTo>
                  <a:pt x="25" y="462"/>
                </a:lnTo>
                <a:lnTo>
                  <a:pt x="21" y="452"/>
                </a:lnTo>
                <a:lnTo>
                  <a:pt x="17" y="442"/>
                </a:lnTo>
                <a:lnTo>
                  <a:pt x="13" y="430"/>
                </a:lnTo>
                <a:lnTo>
                  <a:pt x="10" y="420"/>
                </a:lnTo>
                <a:lnTo>
                  <a:pt x="8" y="409"/>
                </a:lnTo>
                <a:lnTo>
                  <a:pt x="5" y="398"/>
                </a:lnTo>
                <a:lnTo>
                  <a:pt x="3" y="388"/>
                </a:lnTo>
                <a:lnTo>
                  <a:pt x="2" y="377"/>
                </a:lnTo>
                <a:lnTo>
                  <a:pt x="1" y="366"/>
                </a:lnTo>
                <a:lnTo>
                  <a:pt x="0" y="355"/>
                </a:lnTo>
                <a:lnTo>
                  <a:pt x="0" y="344"/>
                </a:lnTo>
                <a:lnTo>
                  <a:pt x="0" y="334"/>
                </a:lnTo>
                <a:lnTo>
                  <a:pt x="1" y="323"/>
                </a:lnTo>
                <a:lnTo>
                  <a:pt x="2" y="312"/>
                </a:lnTo>
                <a:lnTo>
                  <a:pt x="3" y="301"/>
                </a:lnTo>
                <a:lnTo>
                  <a:pt x="5" y="290"/>
                </a:lnTo>
                <a:lnTo>
                  <a:pt x="8" y="280"/>
                </a:lnTo>
                <a:lnTo>
                  <a:pt x="10" y="269"/>
                </a:lnTo>
                <a:lnTo>
                  <a:pt x="13" y="259"/>
                </a:lnTo>
                <a:lnTo>
                  <a:pt x="17" y="248"/>
                </a:lnTo>
                <a:lnTo>
                  <a:pt x="21" y="238"/>
                </a:lnTo>
                <a:lnTo>
                  <a:pt x="25" y="228"/>
                </a:lnTo>
                <a:lnTo>
                  <a:pt x="30" y="217"/>
                </a:lnTo>
                <a:lnTo>
                  <a:pt x="35" y="207"/>
                </a:lnTo>
                <a:lnTo>
                  <a:pt x="41" y="198"/>
                </a:lnTo>
                <a:lnTo>
                  <a:pt x="47" y="188"/>
                </a:lnTo>
                <a:lnTo>
                  <a:pt x="53" y="178"/>
                </a:lnTo>
                <a:lnTo>
                  <a:pt x="60" y="169"/>
                </a:lnTo>
                <a:lnTo>
                  <a:pt x="67" y="160"/>
                </a:lnTo>
                <a:lnTo>
                  <a:pt x="74" y="151"/>
                </a:lnTo>
                <a:lnTo>
                  <a:pt x="82" y="142"/>
                </a:lnTo>
                <a:lnTo>
                  <a:pt x="90" y="133"/>
                </a:lnTo>
                <a:lnTo>
                  <a:pt x="99" y="125"/>
                </a:lnTo>
                <a:lnTo>
                  <a:pt x="107" y="116"/>
                </a:lnTo>
                <a:lnTo>
                  <a:pt x="116" y="108"/>
                </a:lnTo>
                <a:lnTo>
                  <a:pt x="126" y="101"/>
                </a:lnTo>
                <a:lnTo>
                  <a:pt x="136" y="93"/>
                </a:lnTo>
                <a:lnTo>
                  <a:pt x="146" y="86"/>
                </a:lnTo>
                <a:lnTo>
                  <a:pt x="156" y="79"/>
                </a:lnTo>
                <a:lnTo>
                  <a:pt x="166" y="72"/>
                </a:lnTo>
                <a:lnTo>
                  <a:pt x="177" y="65"/>
                </a:lnTo>
                <a:lnTo>
                  <a:pt x="188" y="59"/>
                </a:lnTo>
                <a:lnTo>
                  <a:pt x="199" y="53"/>
                </a:lnTo>
                <a:lnTo>
                  <a:pt x="211" y="48"/>
                </a:lnTo>
                <a:lnTo>
                  <a:pt x="223" y="42"/>
                </a:lnTo>
                <a:lnTo>
                  <a:pt x="235" y="37"/>
                </a:lnTo>
                <a:lnTo>
                  <a:pt x="247" y="32"/>
                </a:lnTo>
                <a:lnTo>
                  <a:pt x="259" y="28"/>
                </a:lnTo>
                <a:lnTo>
                  <a:pt x="272" y="24"/>
                </a:lnTo>
                <a:lnTo>
                  <a:pt x="284" y="20"/>
                </a:lnTo>
                <a:lnTo>
                  <a:pt x="297" y="16"/>
                </a:lnTo>
                <a:lnTo>
                  <a:pt x="310" y="13"/>
                </a:lnTo>
                <a:lnTo>
                  <a:pt x="323" y="10"/>
                </a:lnTo>
                <a:lnTo>
                  <a:pt x="336" y="8"/>
                </a:lnTo>
                <a:lnTo>
                  <a:pt x="349" y="6"/>
                </a:lnTo>
                <a:lnTo>
                  <a:pt x="363" y="4"/>
                </a:lnTo>
                <a:lnTo>
                  <a:pt x="376" y="2"/>
                </a:lnTo>
                <a:lnTo>
                  <a:pt x="389" y="1"/>
                </a:lnTo>
                <a:lnTo>
                  <a:pt x="403" y="0"/>
                </a:lnTo>
                <a:lnTo>
                  <a:pt x="416" y="0"/>
                </a:lnTo>
                <a:lnTo>
                  <a:pt x="430" y="0"/>
                </a:lnTo>
                <a:lnTo>
                  <a:pt x="443" y="0"/>
                </a:lnTo>
                <a:lnTo>
                  <a:pt x="457" y="0"/>
                </a:lnTo>
                <a:lnTo>
                  <a:pt x="470" y="1"/>
                </a:lnTo>
                <a:lnTo>
                  <a:pt x="484" y="2"/>
                </a:lnTo>
                <a:lnTo>
                  <a:pt x="497" y="4"/>
                </a:lnTo>
                <a:lnTo>
                  <a:pt x="510" y="6"/>
                </a:lnTo>
                <a:lnTo>
                  <a:pt x="524" y="8"/>
                </a:lnTo>
                <a:lnTo>
                  <a:pt x="537" y="10"/>
                </a:lnTo>
                <a:lnTo>
                  <a:pt x="550" y="13"/>
                </a:lnTo>
                <a:lnTo>
                  <a:pt x="563" y="16"/>
                </a:lnTo>
                <a:lnTo>
                  <a:pt x="575" y="20"/>
                </a:lnTo>
                <a:lnTo>
                  <a:pt x="588" y="24"/>
                </a:lnTo>
                <a:lnTo>
                  <a:pt x="601" y="28"/>
                </a:lnTo>
                <a:lnTo>
                  <a:pt x="613" y="32"/>
                </a:lnTo>
                <a:lnTo>
                  <a:pt x="625" y="37"/>
                </a:lnTo>
                <a:lnTo>
                  <a:pt x="637" y="42"/>
                </a:lnTo>
                <a:lnTo>
                  <a:pt x="649" y="48"/>
                </a:lnTo>
                <a:lnTo>
                  <a:pt x="660" y="53"/>
                </a:lnTo>
                <a:lnTo>
                  <a:pt x="671" y="59"/>
                </a:lnTo>
                <a:lnTo>
                  <a:pt x="682" y="65"/>
                </a:lnTo>
                <a:lnTo>
                  <a:pt x="693" y="72"/>
                </a:lnTo>
                <a:lnTo>
                  <a:pt x="704" y="79"/>
                </a:lnTo>
                <a:lnTo>
                  <a:pt x="714" y="86"/>
                </a:lnTo>
                <a:lnTo>
                  <a:pt x="724" y="93"/>
                </a:lnTo>
                <a:lnTo>
                  <a:pt x="734" y="101"/>
                </a:lnTo>
                <a:lnTo>
                  <a:pt x="743" y="108"/>
                </a:lnTo>
                <a:lnTo>
                  <a:pt x="752" y="116"/>
                </a:lnTo>
                <a:lnTo>
                  <a:pt x="761" y="125"/>
                </a:lnTo>
                <a:lnTo>
                  <a:pt x="769" y="133"/>
                </a:lnTo>
                <a:lnTo>
                  <a:pt x="779" y="142"/>
                </a:lnTo>
                <a:lnTo>
                  <a:pt x="786" y="151"/>
                </a:lnTo>
                <a:lnTo>
                  <a:pt x="794" y="160"/>
                </a:lnTo>
                <a:lnTo>
                  <a:pt x="801" y="169"/>
                </a:lnTo>
                <a:lnTo>
                  <a:pt x="807" y="178"/>
                </a:lnTo>
                <a:lnTo>
                  <a:pt x="814" y="188"/>
                </a:lnTo>
                <a:lnTo>
                  <a:pt x="820" y="198"/>
                </a:lnTo>
                <a:lnTo>
                  <a:pt x="825" y="207"/>
                </a:lnTo>
                <a:lnTo>
                  <a:pt x="830" y="217"/>
                </a:lnTo>
                <a:lnTo>
                  <a:pt x="835" y="228"/>
                </a:lnTo>
                <a:lnTo>
                  <a:pt x="840" y="238"/>
                </a:lnTo>
                <a:lnTo>
                  <a:pt x="844" y="248"/>
                </a:lnTo>
                <a:lnTo>
                  <a:pt x="847" y="259"/>
                </a:lnTo>
                <a:lnTo>
                  <a:pt x="850" y="269"/>
                </a:lnTo>
                <a:lnTo>
                  <a:pt x="853" y="280"/>
                </a:lnTo>
                <a:lnTo>
                  <a:pt x="855" y="290"/>
                </a:lnTo>
                <a:lnTo>
                  <a:pt x="857" y="301"/>
                </a:lnTo>
                <a:lnTo>
                  <a:pt x="859" y="312"/>
                </a:lnTo>
                <a:lnTo>
                  <a:pt x="860" y="323"/>
                </a:lnTo>
                <a:lnTo>
                  <a:pt x="860" y="334"/>
                </a:lnTo>
                <a:lnTo>
                  <a:pt x="861" y="344"/>
                </a:lnTo>
                <a:close/>
              </a:path>
            </a:pathLst>
          </a:custGeom>
          <a:solidFill>
            <a:srgbClr val="ffaf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6" name=""/>
          <p:cNvSpPr/>
          <p:nvPr/>
        </p:nvSpPr>
        <p:spPr>
          <a:xfrm>
            <a:off x="4823280" y="1703160"/>
            <a:ext cx="311400" cy="249840"/>
          </a:xfrm>
          <a:custGeom>
            <a:avLst/>
            <a:gdLst/>
            <a:ahLst/>
            <a:rect l="0" t="0" r="r" b="b"/>
            <a:pathLst>
              <a:path w="865" h="694">
                <a:moveTo>
                  <a:pt x="863" y="346"/>
                </a:moveTo>
                <a:lnTo>
                  <a:pt x="862" y="336"/>
                </a:lnTo>
                <a:lnTo>
                  <a:pt x="862" y="325"/>
                </a:lnTo>
                <a:lnTo>
                  <a:pt x="861" y="314"/>
                </a:lnTo>
                <a:lnTo>
                  <a:pt x="859" y="303"/>
                </a:lnTo>
                <a:lnTo>
                  <a:pt x="856" y="292"/>
                </a:lnTo>
                <a:lnTo>
                  <a:pt x="854" y="282"/>
                </a:lnTo>
                <a:lnTo>
                  <a:pt x="851" y="271"/>
                </a:lnTo>
                <a:lnTo>
                  <a:pt x="848" y="261"/>
                </a:lnTo>
                <a:lnTo>
                  <a:pt x="845" y="250"/>
                </a:lnTo>
                <a:lnTo>
                  <a:pt x="841" y="240"/>
                </a:lnTo>
                <a:lnTo>
                  <a:pt x="836" y="230"/>
                </a:lnTo>
                <a:lnTo>
                  <a:pt x="831" y="219"/>
                </a:lnTo>
                <a:lnTo>
                  <a:pt x="826" y="209"/>
                </a:lnTo>
                <a:lnTo>
                  <a:pt x="821" y="200"/>
                </a:lnTo>
                <a:lnTo>
                  <a:pt x="815" y="190"/>
                </a:lnTo>
                <a:lnTo>
                  <a:pt x="808" y="180"/>
                </a:lnTo>
                <a:lnTo>
                  <a:pt x="802" y="171"/>
                </a:lnTo>
                <a:lnTo>
                  <a:pt x="795" y="162"/>
                </a:lnTo>
                <a:lnTo>
                  <a:pt x="787" y="153"/>
                </a:lnTo>
                <a:lnTo>
                  <a:pt x="780" y="144"/>
                </a:lnTo>
                <a:lnTo>
                  <a:pt x="771" y="135"/>
                </a:lnTo>
                <a:lnTo>
                  <a:pt x="763" y="127"/>
                </a:lnTo>
                <a:lnTo>
                  <a:pt x="754" y="118"/>
                </a:lnTo>
                <a:lnTo>
                  <a:pt x="745" y="110"/>
                </a:lnTo>
                <a:lnTo>
                  <a:pt x="736" y="103"/>
                </a:lnTo>
                <a:lnTo>
                  <a:pt x="726" y="95"/>
                </a:lnTo>
                <a:lnTo>
                  <a:pt x="716" y="88"/>
                </a:lnTo>
                <a:lnTo>
                  <a:pt x="706" y="81"/>
                </a:lnTo>
                <a:lnTo>
                  <a:pt x="695" y="74"/>
                </a:lnTo>
                <a:lnTo>
                  <a:pt x="684" y="67"/>
                </a:lnTo>
                <a:lnTo>
                  <a:pt x="673" y="61"/>
                </a:lnTo>
                <a:lnTo>
                  <a:pt x="662" y="55"/>
                </a:lnTo>
                <a:lnTo>
                  <a:pt x="651" y="50"/>
                </a:lnTo>
                <a:lnTo>
                  <a:pt x="639" y="44"/>
                </a:lnTo>
                <a:lnTo>
                  <a:pt x="627" y="39"/>
                </a:lnTo>
                <a:lnTo>
                  <a:pt x="615" y="34"/>
                </a:lnTo>
                <a:lnTo>
                  <a:pt x="603" y="30"/>
                </a:lnTo>
                <a:lnTo>
                  <a:pt x="590" y="26"/>
                </a:lnTo>
                <a:lnTo>
                  <a:pt x="577" y="22"/>
                </a:lnTo>
                <a:lnTo>
                  <a:pt x="565" y="18"/>
                </a:lnTo>
                <a:lnTo>
                  <a:pt x="552" y="15"/>
                </a:lnTo>
                <a:lnTo>
                  <a:pt x="539" y="12"/>
                </a:lnTo>
                <a:lnTo>
                  <a:pt x="526" y="10"/>
                </a:lnTo>
                <a:lnTo>
                  <a:pt x="512" y="8"/>
                </a:lnTo>
                <a:lnTo>
                  <a:pt x="499" y="6"/>
                </a:lnTo>
                <a:lnTo>
                  <a:pt x="486" y="4"/>
                </a:lnTo>
                <a:lnTo>
                  <a:pt x="472" y="3"/>
                </a:lnTo>
                <a:lnTo>
                  <a:pt x="459" y="2"/>
                </a:lnTo>
                <a:lnTo>
                  <a:pt x="445" y="2"/>
                </a:lnTo>
                <a:lnTo>
                  <a:pt x="432" y="2"/>
                </a:lnTo>
                <a:lnTo>
                  <a:pt x="418" y="2"/>
                </a:lnTo>
                <a:lnTo>
                  <a:pt x="405" y="2"/>
                </a:lnTo>
                <a:lnTo>
                  <a:pt x="391" y="3"/>
                </a:lnTo>
                <a:lnTo>
                  <a:pt x="378" y="4"/>
                </a:lnTo>
                <a:lnTo>
                  <a:pt x="365" y="6"/>
                </a:lnTo>
                <a:lnTo>
                  <a:pt x="351" y="8"/>
                </a:lnTo>
                <a:lnTo>
                  <a:pt x="338" y="10"/>
                </a:lnTo>
                <a:lnTo>
                  <a:pt x="325" y="12"/>
                </a:lnTo>
                <a:lnTo>
                  <a:pt x="312" y="15"/>
                </a:lnTo>
                <a:lnTo>
                  <a:pt x="299" y="18"/>
                </a:lnTo>
                <a:lnTo>
                  <a:pt x="286" y="22"/>
                </a:lnTo>
                <a:lnTo>
                  <a:pt x="274" y="26"/>
                </a:lnTo>
                <a:lnTo>
                  <a:pt x="261" y="30"/>
                </a:lnTo>
                <a:lnTo>
                  <a:pt x="249" y="34"/>
                </a:lnTo>
                <a:lnTo>
                  <a:pt x="237" y="39"/>
                </a:lnTo>
                <a:lnTo>
                  <a:pt x="225" y="44"/>
                </a:lnTo>
                <a:lnTo>
                  <a:pt x="213" y="50"/>
                </a:lnTo>
                <a:lnTo>
                  <a:pt x="201" y="55"/>
                </a:lnTo>
                <a:lnTo>
                  <a:pt x="190" y="61"/>
                </a:lnTo>
                <a:lnTo>
                  <a:pt x="179" y="67"/>
                </a:lnTo>
                <a:lnTo>
                  <a:pt x="168" y="74"/>
                </a:lnTo>
                <a:lnTo>
                  <a:pt x="158" y="81"/>
                </a:lnTo>
                <a:lnTo>
                  <a:pt x="148" y="88"/>
                </a:lnTo>
                <a:lnTo>
                  <a:pt x="138" y="95"/>
                </a:lnTo>
                <a:lnTo>
                  <a:pt x="128" y="103"/>
                </a:lnTo>
                <a:lnTo>
                  <a:pt x="118" y="110"/>
                </a:lnTo>
                <a:lnTo>
                  <a:pt x="109" y="118"/>
                </a:lnTo>
                <a:lnTo>
                  <a:pt x="101" y="127"/>
                </a:lnTo>
                <a:lnTo>
                  <a:pt x="92" y="135"/>
                </a:lnTo>
                <a:lnTo>
                  <a:pt x="84" y="144"/>
                </a:lnTo>
                <a:lnTo>
                  <a:pt x="76" y="153"/>
                </a:lnTo>
                <a:lnTo>
                  <a:pt x="69" y="162"/>
                </a:lnTo>
                <a:lnTo>
                  <a:pt x="62" y="171"/>
                </a:lnTo>
                <a:lnTo>
                  <a:pt x="55" y="180"/>
                </a:lnTo>
                <a:lnTo>
                  <a:pt x="49" y="190"/>
                </a:lnTo>
                <a:lnTo>
                  <a:pt x="43" y="200"/>
                </a:lnTo>
                <a:lnTo>
                  <a:pt x="37" y="209"/>
                </a:lnTo>
                <a:lnTo>
                  <a:pt x="32" y="219"/>
                </a:lnTo>
                <a:lnTo>
                  <a:pt x="27" y="230"/>
                </a:lnTo>
                <a:lnTo>
                  <a:pt x="23" y="240"/>
                </a:lnTo>
                <a:lnTo>
                  <a:pt x="19" y="250"/>
                </a:lnTo>
                <a:lnTo>
                  <a:pt x="15" y="261"/>
                </a:lnTo>
                <a:lnTo>
                  <a:pt x="12" y="271"/>
                </a:lnTo>
                <a:lnTo>
                  <a:pt x="10" y="282"/>
                </a:lnTo>
                <a:lnTo>
                  <a:pt x="7" y="292"/>
                </a:lnTo>
                <a:lnTo>
                  <a:pt x="5" y="303"/>
                </a:lnTo>
                <a:lnTo>
                  <a:pt x="4" y="314"/>
                </a:lnTo>
                <a:lnTo>
                  <a:pt x="3" y="325"/>
                </a:lnTo>
                <a:lnTo>
                  <a:pt x="2" y="336"/>
                </a:lnTo>
                <a:lnTo>
                  <a:pt x="2" y="346"/>
                </a:lnTo>
                <a:lnTo>
                  <a:pt x="2" y="357"/>
                </a:lnTo>
                <a:lnTo>
                  <a:pt x="3" y="368"/>
                </a:lnTo>
                <a:lnTo>
                  <a:pt x="4" y="379"/>
                </a:lnTo>
                <a:lnTo>
                  <a:pt x="5" y="390"/>
                </a:lnTo>
                <a:lnTo>
                  <a:pt x="7" y="400"/>
                </a:lnTo>
                <a:lnTo>
                  <a:pt x="10" y="411"/>
                </a:lnTo>
                <a:lnTo>
                  <a:pt x="12" y="422"/>
                </a:lnTo>
                <a:lnTo>
                  <a:pt x="15" y="432"/>
                </a:lnTo>
                <a:lnTo>
                  <a:pt x="19" y="443"/>
                </a:lnTo>
                <a:lnTo>
                  <a:pt x="23" y="453"/>
                </a:lnTo>
                <a:lnTo>
                  <a:pt x="27" y="463"/>
                </a:lnTo>
                <a:lnTo>
                  <a:pt x="32" y="474"/>
                </a:lnTo>
                <a:lnTo>
                  <a:pt x="37" y="484"/>
                </a:lnTo>
                <a:lnTo>
                  <a:pt x="43" y="494"/>
                </a:lnTo>
                <a:lnTo>
                  <a:pt x="49" y="504"/>
                </a:lnTo>
                <a:lnTo>
                  <a:pt x="55" y="513"/>
                </a:lnTo>
                <a:lnTo>
                  <a:pt x="62" y="523"/>
                </a:lnTo>
                <a:lnTo>
                  <a:pt x="69" y="532"/>
                </a:lnTo>
                <a:lnTo>
                  <a:pt x="76" y="541"/>
                </a:lnTo>
                <a:lnTo>
                  <a:pt x="84" y="550"/>
                </a:lnTo>
                <a:lnTo>
                  <a:pt x="92" y="559"/>
                </a:lnTo>
                <a:lnTo>
                  <a:pt x="101" y="567"/>
                </a:lnTo>
                <a:lnTo>
                  <a:pt x="109" y="575"/>
                </a:lnTo>
                <a:lnTo>
                  <a:pt x="118" y="583"/>
                </a:lnTo>
                <a:lnTo>
                  <a:pt x="128" y="591"/>
                </a:lnTo>
                <a:lnTo>
                  <a:pt x="138" y="599"/>
                </a:lnTo>
                <a:lnTo>
                  <a:pt x="148" y="606"/>
                </a:lnTo>
                <a:lnTo>
                  <a:pt x="158" y="613"/>
                </a:lnTo>
                <a:lnTo>
                  <a:pt x="168" y="620"/>
                </a:lnTo>
                <a:lnTo>
                  <a:pt x="179" y="626"/>
                </a:lnTo>
                <a:lnTo>
                  <a:pt x="190" y="633"/>
                </a:lnTo>
                <a:lnTo>
                  <a:pt x="201" y="639"/>
                </a:lnTo>
                <a:lnTo>
                  <a:pt x="213" y="644"/>
                </a:lnTo>
                <a:lnTo>
                  <a:pt x="225" y="650"/>
                </a:lnTo>
                <a:lnTo>
                  <a:pt x="237" y="655"/>
                </a:lnTo>
                <a:lnTo>
                  <a:pt x="249" y="659"/>
                </a:lnTo>
                <a:lnTo>
                  <a:pt x="261" y="664"/>
                </a:lnTo>
                <a:lnTo>
                  <a:pt x="274" y="668"/>
                </a:lnTo>
                <a:lnTo>
                  <a:pt x="286" y="672"/>
                </a:lnTo>
                <a:lnTo>
                  <a:pt x="299" y="675"/>
                </a:lnTo>
                <a:lnTo>
                  <a:pt x="312" y="678"/>
                </a:lnTo>
                <a:lnTo>
                  <a:pt x="325" y="681"/>
                </a:lnTo>
                <a:lnTo>
                  <a:pt x="338" y="684"/>
                </a:lnTo>
                <a:lnTo>
                  <a:pt x="351" y="686"/>
                </a:lnTo>
                <a:lnTo>
                  <a:pt x="365" y="688"/>
                </a:lnTo>
                <a:lnTo>
                  <a:pt x="378" y="689"/>
                </a:lnTo>
                <a:lnTo>
                  <a:pt x="391" y="691"/>
                </a:lnTo>
                <a:lnTo>
                  <a:pt x="405" y="691"/>
                </a:lnTo>
                <a:lnTo>
                  <a:pt x="418" y="692"/>
                </a:lnTo>
                <a:lnTo>
                  <a:pt x="432" y="692"/>
                </a:lnTo>
                <a:lnTo>
                  <a:pt x="445" y="692"/>
                </a:lnTo>
                <a:lnTo>
                  <a:pt x="459" y="691"/>
                </a:lnTo>
                <a:lnTo>
                  <a:pt x="472" y="691"/>
                </a:lnTo>
                <a:lnTo>
                  <a:pt x="486" y="689"/>
                </a:lnTo>
                <a:lnTo>
                  <a:pt x="499" y="688"/>
                </a:lnTo>
                <a:lnTo>
                  <a:pt x="512" y="686"/>
                </a:lnTo>
                <a:lnTo>
                  <a:pt x="526" y="684"/>
                </a:lnTo>
                <a:lnTo>
                  <a:pt x="539" y="681"/>
                </a:lnTo>
                <a:lnTo>
                  <a:pt x="552" y="678"/>
                </a:lnTo>
                <a:lnTo>
                  <a:pt x="565" y="675"/>
                </a:lnTo>
                <a:lnTo>
                  <a:pt x="577" y="672"/>
                </a:lnTo>
                <a:lnTo>
                  <a:pt x="590" y="668"/>
                </a:lnTo>
                <a:lnTo>
                  <a:pt x="603" y="664"/>
                </a:lnTo>
                <a:lnTo>
                  <a:pt x="615" y="659"/>
                </a:lnTo>
                <a:lnTo>
                  <a:pt x="627" y="655"/>
                </a:lnTo>
                <a:lnTo>
                  <a:pt x="639" y="650"/>
                </a:lnTo>
                <a:lnTo>
                  <a:pt x="651" y="644"/>
                </a:lnTo>
                <a:lnTo>
                  <a:pt x="662" y="639"/>
                </a:lnTo>
                <a:lnTo>
                  <a:pt x="673" y="633"/>
                </a:lnTo>
                <a:lnTo>
                  <a:pt x="684" y="626"/>
                </a:lnTo>
                <a:lnTo>
                  <a:pt x="695" y="620"/>
                </a:lnTo>
                <a:lnTo>
                  <a:pt x="706" y="613"/>
                </a:lnTo>
                <a:lnTo>
                  <a:pt x="716" y="606"/>
                </a:lnTo>
                <a:lnTo>
                  <a:pt x="726" y="599"/>
                </a:lnTo>
                <a:lnTo>
                  <a:pt x="736" y="591"/>
                </a:lnTo>
                <a:lnTo>
                  <a:pt x="745" y="583"/>
                </a:lnTo>
                <a:lnTo>
                  <a:pt x="754" y="575"/>
                </a:lnTo>
                <a:lnTo>
                  <a:pt x="763" y="567"/>
                </a:lnTo>
                <a:lnTo>
                  <a:pt x="771" y="559"/>
                </a:lnTo>
                <a:lnTo>
                  <a:pt x="780" y="550"/>
                </a:lnTo>
                <a:lnTo>
                  <a:pt x="787" y="541"/>
                </a:lnTo>
                <a:lnTo>
                  <a:pt x="795" y="532"/>
                </a:lnTo>
                <a:lnTo>
                  <a:pt x="802" y="523"/>
                </a:lnTo>
                <a:lnTo>
                  <a:pt x="808" y="513"/>
                </a:lnTo>
                <a:lnTo>
                  <a:pt x="815" y="504"/>
                </a:lnTo>
                <a:lnTo>
                  <a:pt x="821" y="494"/>
                </a:lnTo>
                <a:lnTo>
                  <a:pt x="826" y="484"/>
                </a:lnTo>
                <a:lnTo>
                  <a:pt x="831" y="474"/>
                </a:lnTo>
                <a:lnTo>
                  <a:pt x="836" y="463"/>
                </a:lnTo>
                <a:lnTo>
                  <a:pt x="841" y="453"/>
                </a:lnTo>
                <a:lnTo>
                  <a:pt x="845" y="443"/>
                </a:lnTo>
                <a:lnTo>
                  <a:pt x="848" y="432"/>
                </a:lnTo>
                <a:lnTo>
                  <a:pt x="851" y="422"/>
                </a:lnTo>
                <a:lnTo>
                  <a:pt x="854" y="411"/>
                </a:lnTo>
                <a:lnTo>
                  <a:pt x="856" y="400"/>
                </a:lnTo>
                <a:lnTo>
                  <a:pt x="859" y="390"/>
                </a:lnTo>
                <a:lnTo>
                  <a:pt x="861" y="379"/>
                </a:lnTo>
                <a:lnTo>
                  <a:pt x="862" y="368"/>
                </a:lnTo>
                <a:lnTo>
                  <a:pt x="862" y="357"/>
                </a:lnTo>
                <a:lnTo>
                  <a:pt x="863" y="346"/>
                </a:lnTo>
                <a:moveTo>
                  <a:pt x="865" y="346"/>
                </a:moveTo>
                <a:lnTo>
                  <a:pt x="865" y="357"/>
                </a:lnTo>
                <a:lnTo>
                  <a:pt x="864" y="368"/>
                </a:lnTo>
                <a:lnTo>
                  <a:pt x="863" y="379"/>
                </a:lnTo>
                <a:lnTo>
                  <a:pt x="862" y="390"/>
                </a:lnTo>
                <a:lnTo>
                  <a:pt x="860" y="401"/>
                </a:lnTo>
                <a:lnTo>
                  <a:pt x="856" y="411"/>
                </a:lnTo>
                <a:lnTo>
                  <a:pt x="854" y="422"/>
                </a:lnTo>
                <a:lnTo>
                  <a:pt x="850" y="433"/>
                </a:lnTo>
                <a:lnTo>
                  <a:pt x="847" y="443"/>
                </a:lnTo>
                <a:lnTo>
                  <a:pt x="843" y="453"/>
                </a:lnTo>
                <a:lnTo>
                  <a:pt x="838" y="464"/>
                </a:lnTo>
                <a:lnTo>
                  <a:pt x="834" y="475"/>
                </a:lnTo>
                <a:lnTo>
                  <a:pt x="828" y="485"/>
                </a:lnTo>
                <a:lnTo>
                  <a:pt x="823" y="495"/>
                </a:lnTo>
                <a:lnTo>
                  <a:pt x="817" y="505"/>
                </a:lnTo>
                <a:lnTo>
                  <a:pt x="810" y="514"/>
                </a:lnTo>
                <a:lnTo>
                  <a:pt x="804" y="524"/>
                </a:lnTo>
                <a:lnTo>
                  <a:pt x="797" y="533"/>
                </a:lnTo>
                <a:lnTo>
                  <a:pt x="789" y="542"/>
                </a:lnTo>
                <a:lnTo>
                  <a:pt x="781" y="551"/>
                </a:lnTo>
                <a:lnTo>
                  <a:pt x="773" y="560"/>
                </a:lnTo>
                <a:lnTo>
                  <a:pt x="765" y="568"/>
                </a:lnTo>
                <a:lnTo>
                  <a:pt x="756" y="577"/>
                </a:lnTo>
                <a:lnTo>
                  <a:pt x="747" y="585"/>
                </a:lnTo>
                <a:lnTo>
                  <a:pt x="737" y="592"/>
                </a:lnTo>
                <a:lnTo>
                  <a:pt x="728" y="600"/>
                </a:lnTo>
                <a:lnTo>
                  <a:pt x="718" y="607"/>
                </a:lnTo>
                <a:lnTo>
                  <a:pt x="707" y="614"/>
                </a:lnTo>
                <a:lnTo>
                  <a:pt x="697" y="621"/>
                </a:lnTo>
                <a:lnTo>
                  <a:pt x="686" y="628"/>
                </a:lnTo>
                <a:lnTo>
                  <a:pt x="675" y="634"/>
                </a:lnTo>
                <a:lnTo>
                  <a:pt x="663" y="640"/>
                </a:lnTo>
                <a:lnTo>
                  <a:pt x="652" y="646"/>
                </a:lnTo>
                <a:lnTo>
                  <a:pt x="640" y="651"/>
                </a:lnTo>
                <a:lnTo>
                  <a:pt x="628" y="656"/>
                </a:lnTo>
                <a:lnTo>
                  <a:pt x="616" y="661"/>
                </a:lnTo>
                <a:lnTo>
                  <a:pt x="603" y="666"/>
                </a:lnTo>
                <a:lnTo>
                  <a:pt x="591" y="670"/>
                </a:lnTo>
                <a:lnTo>
                  <a:pt x="578" y="674"/>
                </a:lnTo>
                <a:lnTo>
                  <a:pt x="565" y="677"/>
                </a:lnTo>
                <a:lnTo>
                  <a:pt x="552" y="680"/>
                </a:lnTo>
                <a:lnTo>
                  <a:pt x="539" y="683"/>
                </a:lnTo>
                <a:lnTo>
                  <a:pt x="526" y="686"/>
                </a:lnTo>
                <a:lnTo>
                  <a:pt x="513" y="688"/>
                </a:lnTo>
                <a:lnTo>
                  <a:pt x="499" y="690"/>
                </a:lnTo>
                <a:lnTo>
                  <a:pt x="486" y="691"/>
                </a:lnTo>
                <a:lnTo>
                  <a:pt x="472" y="692"/>
                </a:lnTo>
                <a:lnTo>
                  <a:pt x="459" y="693"/>
                </a:lnTo>
                <a:lnTo>
                  <a:pt x="445" y="694"/>
                </a:lnTo>
                <a:lnTo>
                  <a:pt x="432" y="694"/>
                </a:lnTo>
                <a:lnTo>
                  <a:pt x="418" y="694"/>
                </a:lnTo>
                <a:lnTo>
                  <a:pt x="405" y="693"/>
                </a:lnTo>
                <a:lnTo>
                  <a:pt x="391" y="692"/>
                </a:lnTo>
                <a:lnTo>
                  <a:pt x="378" y="691"/>
                </a:lnTo>
                <a:lnTo>
                  <a:pt x="364" y="690"/>
                </a:lnTo>
                <a:lnTo>
                  <a:pt x="351" y="688"/>
                </a:lnTo>
                <a:lnTo>
                  <a:pt x="338" y="686"/>
                </a:lnTo>
                <a:lnTo>
                  <a:pt x="324" y="683"/>
                </a:lnTo>
                <a:lnTo>
                  <a:pt x="311" y="680"/>
                </a:lnTo>
                <a:lnTo>
                  <a:pt x="298" y="677"/>
                </a:lnTo>
                <a:lnTo>
                  <a:pt x="285" y="674"/>
                </a:lnTo>
                <a:lnTo>
                  <a:pt x="273" y="670"/>
                </a:lnTo>
                <a:lnTo>
                  <a:pt x="260" y="666"/>
                </a:lnTo>
                <a:lnTo>
                  <a:pt x="248" y="661"/>
                </a:lnTo>
                <a:lnTo>
                  <a:pt x="236" y="656"/>
                </a:lnTo>
                <a:lnTo>
                  <a:pt x="224" y="651"/>
                </a:lnTo>
                <a:lnTo>
                  <a:pt x="212" y="646"/>
                </a:lnTo>
                <a:lnTo>
                  <a:pt x="200" y="640"/>
                </a:lnTo>
                <a:lnTo>
                  <a:pt x="189" y="634"/>
                </a:lnTo>
                <a:lnTo>
                  <a:pt x="178" y="628"/>
                </a:lnTo>
                <a:lnTo>
                  <a:pt x="167" y="621"/>
                </a:lnTo>
                <a:lnTo>
                  <a:pt x="156" y="614"/>
                </a:lnTo>
                <a:lnTo>
                  <a:pt x="146" y="607"/>
                </a:lnTo>
                <a:lnTo>
                  <a:pt x="136" y="600"/>
                </a:lnTo>
                <a:lnTo>
                  <a:pt x="126" y="592"/>
                </a:lnTo>
                <a:lnTo>
                  <a:pt x="117" y="585"/>
                </a:lnTo>
                <a:lnTo>
                  <a:pt x="108" y="577"/>
                </a:lnTo>
                <a:lnTo>
                  <a:pt x="99" y="568"/>
                </a:lnTo>
                <a:lnTo>
                  <a:pt x="90" y="560"/>
                </a:lnTo>
                <a:lnTo>
                  <a:pt x="82" y="551"/>
                </a:lnTo>
                <a:lnTo>
                  <a:pt x="74" y="542"/>
                </a:lnTo>
                <a:lnTo>
                  <a:pt x="67" y="533"/>
                </a:lnTo>
                <a:lnTo>
                  <a:pt x="60" y="524"/>
                </a:lnTo>
                <a:lnTo>
                  <a:pt x="53" y="514"/>
                </a:lnTo>
                <a:lnTo>
                  <a:pt x="47" y="505"/>
                </a:lnTo>
                <a:lnTo>
                  <a:pt x="41" y="495"/>
                </a:lnTo>
                <a:lnTo>
                  <a:pt x="35" y="485"/>
                </a:lnTo>
                <a:lnTo>
                  <a:pt x="30" y="475"/>
                </a:lnTo>
                <a:lnTo>
                  <a:pt x="25" y="464"/>
                </a:lnTo>
                <a:lnTo>
                  <a:pt x="21" y="453"/>
                </a:lnTo>
                <a:lnTo>
                  <a:pt x="17" y="443"/>
                </a:lnTo>
                <a:lnTo>
                  <a:pt x="13" y="433"/>
                </a:lnTo>
                <a:lnTo>
                  <a:pt x="10" y="422"/>
                </a:lnTo>
                <a:lnTo>
                  <a:pt x="7" y="411"/>
                </a:lnTo>
                <a:lnTo>
                  <a:pt x="5" y="401"/>
                </a:lnTo>
                <a:lnTo>
                  <a:pt x="3" y="390"/>
                </a:lnTo>
                <a:lnTo>
                  <a:pt x="2" y="379"/>
                </a:lnTo>
                <a:lnTo>
                  <a:pt x="1" y="368"/>
                </a:lnTo>
                <a:lnTo>
                  <a:pt x="0" y="357"/>
                </a:lnTo>
                <a:lnTo>
                  <a:pt x="0" y="346"/>
                </a:lnTo>
                <a:lnTo>
                  <a:pt x="0" y="335"/>
                </a:lnTo>
                <a:lnTo>
                  <a:pt x="1" y="325"/>
                </a:lnTo>
                <a:lnTo>
                  <a:pt x="2" y="314"/>
                </a:lnTo>
                <a:lnTo>
                  <a:pt x="3" y="303"/>
                </a:lnTo>
                <a:lnTo>
                  <a:pt x="5" y="292"/>
                </a:lnTo>
                <a:lnTo>
                  <a:pt x="7" y="281"/>
                </a:lnTo>
                <a:lnTo>
                  <a:pt x="10" y="271"/>
                </a:lnTo>
                <a:lnTo>
                  <a:pt x="13" y="260"/>
                </a:lnTo>
                <a:lnTo>
                  <a:pt x="17" y="250"/>
                </a:lnTo>
                <a:lnTo>
                  <a:pt x="21" y="239"/>
                </a:lnTo>
                <a:lnTo>
                  <a:pt x="25" y="229"/>
                </a:lnTo>
                <a:lnTo>
                  <a:pt x="30" y="219"/>
                </a:lnTo>
                <a:lnTo>
                  <a:pt x="35" y="209"/>
                </a:lnTo>
                <a:lnTo>
                  <a:pt x="41" y="199"/>
                </a:lnTo>
                <a:lnTo>
                  <a:pt x="47" y="189"/>
                </a:lnTo>
                <a:lnTo>
                  <a:pt x="53" y="179"/>
                </a:lnTo>
                <a:lnTo>
                  <a:pt x="60" y="170"/>
                </a:lnTo>
                <a:lnTo>
                  <a:pt x="67" y="161"/>
                </a:lnTo>
                <a:lnTo>
                  <a:pt x="74" y="152"/>
                </a:lnTo>
                <a:lnTo>
                  <a:pt x="82" y="143"/>
                </a:lnTo>
                <a:lnTo>
                  <a:pt x="90" y="134"/>
                </a:lnTo>
                <a:lnTo>
                  <a:pt x="99" y="125"/>
                </a:lnTo>
                <a:lnTo>
                  <a:pt x="108" y="117"/>
                </a:lnTo>
                <a:lnTo>
                  <a:pt x="117" y="109"/>
                </a:lnTo>
                <a:lnTo>
                  <a:pt x="126" y="101"/>
                </a:lnTo>
                <a:lnTo>
                  <a:pt x="136" y="94"/>
                </a:lnTo>
                <a:lnTo>
                  <a:pt x="146" y="86"/>
                </a:lnTo>
                <a:lnTo>
                  <a:pt x="156" y="79"/>
                </a:lnTo>
                <a:lnTo>
                  <a:pt x="167" y="72"/>
                </a:lnTo>
                <a:lnTo>
                  <a:pt x="178" y="66"/>
                </a:lnTo>
                <a:lnTo>
                  <a:pt x="189" y="60"/>
                </a:lnTo>
                <a:lnTo>
                  <a:pt x="200" y="54"/>
                </a:lnTo>
                <a:lnTo>
                  <a:pt x="212" y="48"/>
                </a:lnTo>
                <a:lnTo>
                  <a:pt x="224" y="43"/>
                </a:lnTo>
                <a:lnTo>
                  <a:pt x="236" y="38"/>
                </a:lnTo>
                <a:lnTo>
                  <a:pt x="248" y="33"/>
                </a:lnTo>
                <a:lnTo>
                  <a:pt x="260" y="28"/>
                </a:lnTo>
                <a:lnTo>
                  <a:pt x="273" y="24"/>
                </a:lnTo>
                <a:lnTo>
                  <a:pt x="285" y="20"/>
                </a:lnTo>
                <a:lnTo>
                  <a:pt x="298" y="17"/>
                </a:lnTo>
                <a:lnTo>
                  <a:pt x="311" y="14"/>
                </a:lnTo>
                <a:lnTo>
                  <a:pt x="324" y="11"/>
                </a:lnTo>
                <a:lnTo>
                  <a:pt x="338" y="8"/>
                </a:lnTo>
                <a:lnTo>
                  <a:pt x="351" y="6"/>
                </a:lnTo>
                <a:lnTo>
                  <a:pt x="364" y="4"/>
                </a:lnTo>
                <a:lnTo>
                  <a:pt x="378" y="2"/>
                </a:lnTo>
                <a:lnTo>
                  <a:pt x="391" y="1"/>
                </a:lnTo>
                <a:lnTo>
                  <a:pt x="405" y="0"/>
                </a:lnTo>
                <a:lnTo>
                  <a:pt x="418" y="0"/>
                </a:lnTo>
                <a:lnTo>
                  <a:pt x="432" y="0"/>
                </a:lnTo>
                <a:lnTo>
                  <a:pt x="445" y="0"/>
                </a:lnTo>
                <a:lnTo>
                  <a:pt x="459" y="0"/>
                </a:lnTo>
                <a:lnTo>
                  <a:pt x="472" y="1"/>
                </a:lnTo>
                <a:lnTo>
                  <a:pt x="486" y="2"/>
                </a:lnTo>
                <a:lnTo>
                  <a:pt x="499" y="4"/>
                </a:lnTo>
                <a:lnTo>
                  <a:pt x="513" y="6"/>
                </a:lnTo>
                <a:lnTo>
                  <a:pt x="526" y="8"/>
                </a:lnTo>
                <a:lnTo>
                  <a:pt x="539" y="11"/>
                </a:lnTo>
                <a:lnTo>
                  <a:pt x="552" y="14"/>
                </a:lnTo>
                <a:lnTo>
                  <a:pt x="565" y="17"/>
                </a:lnTo>
                <a:lnTo>
                  <a:pt x="578" y="20"/>
                </a:lnTo>
                <a:lnTo>
                  <a:pt x="591" y="24"/>
                </a:lnTo>
                <a:lnTo>
                  <a:pt x="603" y="28"/>
                </a:lnTo>
                <a:lnTo>
                  <a:pt x="616" y="33"/>
                </a:lnTo>
                <a:lnTo>
                  <a:pt x="628" y="38"/>
                </a:lnTo>
                <a:lnTo>
                  <a:pt x="640" y="43"/>
                </a:lnTo>
                <a:lnTo>
                  <a:pt x="652" y="48"/>
                </a:lnTo>
                <a:lnTo>
                  <a:pt x="663" y="54"/>
                </a:lnTo>
                <a:lnTo>
                  <a:pt x="675" y="60"/>
                </a:lnTo>
                <a:lnTo>
                  <a:pt x="686" y="66"/>
                </a:lnTo>
                <a:lnTo>
                  <a:pt x="697" y="72"/>
                </a:lnTo>
                <a:lnTo>
                  <a:pt x="707" y="79"/>
                </a:lnTo>
                <a:lnTo>
                  <a:pt x="718" y="86"/>
                </a:lnTo>
                <a:lnTo>
                  <a:pt x="728" y="94"/>
                </a:lnTo>
                <a:lnTo>
                  <a:pt x="737" y="101"/>
                </a:lnTo>
                <a:lnTo>
                  <a:pt x="747" y="109"/>
                </a:lnTo>
                <a:lnTo>
                  <a:pt x="756" y="117"/>
                </a:lnTo>
                <a:lnTo>
                  <a:pt x="765" y="125"/>
                </a:lnTo>
                <a:lnTo>
                  <a:pt x="773" y="134"/>
                </a:lnTo>
                <a:lnTo>
                  <a:pt x="781" y="143"/>
                </a:lnTo>
                <a:lnTo>
                  <a:pt x="789" y="152"/>
                </a:lnTo>
                <a:lnTo>
                  <a:pt x="797" y="161"/>
                </a:lnTo>
                <a:lnTo>
                  <a:pt x="804" y="170"/>
                </a:lnTo>
                <a:lnTo>
                  <a:pt x="810" y="179"/>
                </a:lnTo>
                <a:lnTo>
                  <a:pt x="817" y="189"/>
                </a:lnTo>
                <a:lnTo>
                  <a:pt x="823" y="199"/>
                </a:lnTo>
                <a:lnTo>
                  <a:pt x="828" y="209"/>
                </a:lnTo>
                <a:lnTo>
                  <a:pt x="834" y="219"/>
                </a:lnTo>
                <a:lnTo>
                  <a:pt x="838" y="229"/>
                </a:lnTo>
                <a:lnTo>
                  <a:pt x="843" y="239"/>
                </a:lnTo>
                <a:lnTo>
                  <a:pt x="847" y="250"/>
                </a:lnTo>
                <a:lnTo>
                  <a:pt x="850" y="260"/>
                </a:lnTo>
                <a:lnTo>
                  <a:pt x="854" y="271"/>
                </a:lnTo>
                <a:lnTo>
                  <a:pt x="856" y="281"/>
                </a:lnTo>
                <a:lnTo>
                  <a:pt x="860" y="292"/>
                </a:lnTo>
                <a:lnTo>
                  <a:pt x="862" y="303"/>
                </a:lnTo>
                <a:lnTo>
                  <a:pt x="863" y="314"/>
                </a:lnTo>
                <a:lnTo>
                  <a:pt x="864" y="325"/>
                </a:lnTo>
                <a:lnTo>
                  <a:pt x="865" y="335"/>
                </a:lnTo>
                <a:lnTo>
                  <a:pt x="865" y="346"/>
                </a:lnTo>
                <a:close/>
              </a:path>
            </a:pathLst>
          </a:custGeom>
          <a:solidFill>
            <a:srgbClr val="ffae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7" name=""/>
          <p:cNvSpPr/>
          <p:nvPr/>
        </p:nvSpPr>
        <p:spPr>
          <a:xfrm>
            <a:off x="4822200" y="1702440"/>
            <a:ext cx="313200" cy="251280"/>
          </a:xfrm>
          <a:custGeom>
            <a:avLst/>
            <a:gdLst/>
            <a:ahLst/>
            <a:rect l="0" t="0" r="r" b="b"/>
            <a:pathLst>
              <a:path w="870" h="698">
                <a:moveTo>
                  <a:pt x="868" y="348"/>
                </a:moveTo>
                <a:lnTo>
                  <a:pt x="868" y="337"/>
                </a:lnTo>
                <a:lnTo>
                  <a:pt x="867" y="327"/>
                </a:lnTo>
                <a:lnTo>
                  <a:pt x="866" y="316"/>
                </a:lnTo>
                <a:lnTo>
                  <a:pt x="865" y="305"/>
                </a:lnTo>
                <a:lnTo>
                  <a:pt x="863" y="294"/>
                </a:lnTo>
                <a:lnTo>
                  <a:pt x="860" y="283"/>
                </a:lnTo>
                <a:lnTo>
                  <a:pt x="858" y="273"/>
                </a:lnTo>
                <a:lnTo>
                  <a:pt x="854" y="262"/>
                </a:lnTo>
                <a:lnTo>
                  <a:pt x="851" y="252"/>
                </a:lnTo>
                <a:lnTo>
                  <a:pt x="847" y="241"/>
                </a:lnTo>
                <a:lnTo>
                  <a:pt x="842" y="231"/>
                </a:lnTo>
                <a:lnTo>
                  <a:pt x="838" y="221"/>
                </a:lnTo>
                <a:lnTo>
                  <a:pt x="832" y="211"/>
                </a:lnTo>
                <a:lnTo>
                  <a:pt x="827" y="201"/>
                </a:lnTo>
                <a:lnTo>
                  <a:pt x="821" y="191"/>
                </a:lnTo>
                <a:lnTo>
                  <a:pt x="814" y="181"/>
                </a:lnTo>
                <a:lnTo>
                  <a:pt x="808" y="172"/>
                </a:lnTo>
                <a:lnTo>
                  <a:pt x="801" y="163"/>
                </a:lnTo>
                <a:lnTo>
                  <a:pt x="793" y="154"/>
                </a:lnTo>
                <a:lnTo>
                  <a:pt x="785" y="145"/>
                </a:lnTo>
                <a:lnTo>
                  <a:pt x="777" y="136"/>
                </a:lnTo>
                <a:lnTo>
                  <a:pt x="769" y="127"/>
                </a:lnTo>
                <a:lnTo>
                  <a:pt x="760" y="119"/>
                </a:lnTo>
                <a:lnTo>
                  <a:pt x="751" y="111"/>
                </a:lnTo>
                <a:lnTo>
                  <a:pt x="741" y="103"/>
                </a:lnTo>
                <a:lnTo>
                  <a:pt x="732" y="96"/>
                </a:lnTo>
                <a:lnTo>
                  <a:pt x="722" y="88"/>
                </a:lnTo>
                <a:lnTo>
                  <a:pt x="711" y="81"/>
                </a:lnTo>
                <a:lnTo>
                  <a:pt x="701" y="74"/>
                </a:lnTo>
                <a:lnTo>
                  <a:pt x="690" y="68"/>
                </a:lnTo>
                <a:lnTo>
                  <a:pt x="679" y="62"/>
                </a:lnTo>
                <a:lnTo>
                  <a:pt x="667" y="56"/>
                </a:lnTo>
                <a:lnTo>
                  <a:pt x="656" y="50"/>
                </a:lnTo>
                <a:lnTo>
                  <a:pt x="644" y="45"/>
                </a:lnTo>
                <a:lnTo>
                  <a:pt x="632" y="40"/>
                </a:lnTo>
                <a:lnTo>
                  <a:pt x="620" y="35"/>
                </a:lnTo>
                <a:lnTo>
                  <a:pt x="607" y="30"/>
                </a:lnTo>
                <a:lnTo>
                  <a:pt x="595" y="26"/>
                </a:lnTo>
                <a:lnTo>
                  <a:pt x="582" y="22"/>
                </a:lnTo>
                <a:lnTo>
                  <a:pt x="569" y="19"/>
                </a:lnTo>
                <a:lnTo>
                  <a:pt x="556" y="16"/>
                </a:lnTo>
                <a:lnTo>
                  <a:pt x="543" y="13"/>
                </a:lnTo>
                <a:lnTo>
                  <a:pt x="530" y="10"/>
                </a:lnTo>
                <a:lnTo>
                  <a:pt x="517" y="8"/>
                </a:lnTo>
                <a:lnTo>
                  <a:pt x="503" y="6"/>
                </a:lnTo>
                <a:lnTo>
                  <a:pt x="490" y="4"/>
                </a:lnTo>
                <a:lnTo>
                  <a:pt x="476" y="3"/>
                </a:lnTo>
                <a:lnTo>
                  <a:pt x="463" y="2"/>
                </a:lnTo>
                <a:lnTo>
                  <a:pt x="449" y="2"/>
                </a:lnTo>
                <a:lnTo>
                  <a:pt x="436" y="2"/>
                </a:lnTo>
                <a:lnTo>
                  <a:pt x="422" y="2"/>
                </a:lnTo>
                <a:lnTo>
                  <a:pt x="409" y="2"/>
                </a:lnTo>
                <a:lnTo>
                  <a:pt x="395" y="3"/>
                </a:lnTo>
                <a:lnTo>
                  <a:pt x="382" y="4"/>
                </a:lnTo>
                <a:lnTo>
                  <a:pt x="368" y="6"/>
                </a:lnTo>
                <a:lnTo>
                  <a:pt x="355" y="8"/>
                </a:lnTo>
                <a:lnTo>
                  <a:pt x="342" y="10"/>
                </a:lnTo>
                <a:lnTo>
                  <a:pt x="328" y="13"/>
                </a:lnTo>
                <a:lnTo>
                  <a:pt x="315" y="16"/>
                </a:lnTo>
                <a:lnTo>
                  <a:pt x="302" y="19"/>
                </a:lnTo>
                <a:lnTo>
                  <a:pt x="289" y="22"/>
                </a:lnTo>
                <a:lnTo>
                  <a:pt x="277" y="26"/>
                </a:lnTo>
                <a:lnTo>
                  <a:pt x="264" y="30"/>
                </a:lnTo>
                <a:lnTo>
                  <a:pt x="252" y="35"/>
                </a:lnTo>
                <a:lnTo>
                  <a:pt x="240" y="40"/>
                </a:lnTo>
                <a:lnTo>
                  <a:pt x="228" y="45"/>
                </a:lnTo>
                <a:lnTo>
                  <a:pt x="216" y="50"/>
                </a:lnTo>
                <a:lnTo>
                  <a:pt x="204" y="56"/>
                </a:lnTo>
                <a:lnTo>
                  <a:pt x="193" y="62"/>
                </a:lnTo>
                <a:lnTo>
                  <a:pt x="182" y="68"/>
                </a:lnTo>
                <a:lnTo>
                  <a:pt x="171" y="74"/>
                </a:lnTo>
                <a:lnTo>
                  <a:pt x="160" y="81"/>
                </a:lnTo>
                <a:lnTo>
                  <a:pt x="150" y="88"/>
                </a:lnTo>
                <a:lnTo>
                  <a:pt x="140" y="96"/>
                </a:lnTo>
                <a:lnTo>
                  <a:pt x="130" y="103"/>
                </a:lnTo>
                <a:lnTo>
                  <a:pt x="121" y="111"/>
                </a:lnTo>
                <a:lnTo>
                  <a:pt x="112" y="119"/>
                </a:lnTo>
                <a:lnTo>
                  <a:pt x="103" y="127"/>
                </a:lnTo>
                <a:lnTo>
                  <a:pt x="94" y="136"/>
                </a:lnTo>
                <a:lnTo>
                  <a:pt x="86" y="145"/>
                </a:lnTo>
                <a:lnTo>
                  <a:pt x="78" y="154"/>
                </a:lnTo>
                <a:lnTo>
                  <a:pt x="71" y="163"/>
                </a:lnTo>
                <a:lnTo>
                  <a:pt x="64" y="172"/>
                </a:lnTo>
                <a:lnTo>
                  <a:pt x="56" y="181"/>
                </a:lnTo>
                <a:lnTo>
                  <a:pt x="50" y="191"/>
                </a:lnTo>
                <a:lnTo>
                  <a:pt x="44" y="201"/>
                </a:lnTo>
                <a:lnTo>
                  <a:pt x="38" y="211"/>
                </a:lnTo>
                <a:lnTo>
                  <a:pt x="33" y="221"/>
                </a:lnTo>
                <a:lnTo>
                  <a:pt x="28" y="231"/>
                </a:lnTo>
                <a:lnTo>
                  <a:pt x="24" y="241"/>
                </a:lnTo>
                <a:lnTo>
                  <a:pt x="20" y="252"/>
                </a:lnTo>
                <a:lnTo>
                  <a:pt x="16" y="262"/>
                </a:lnTo>
                <a:lnTo>
                  <a:pt x="13" y="273"/>
                </a:lnTo>
                <a:lnTo>
                  <a:pt x="10" y="283"/>
                </a:lnTo>
                <a:lnTo>
                  <a:pt x="8" y="294"/>
                </a:lnTo>
                <a:lnTo>
                  <a:pt x="6" y="305"/>
                </a:lnTo>
                <a:lnTo>
                  <a:pt x="5" y="316"/>
                </a:lnTo>
                <a:lnTo>
                  <a:pt x="4" y="327"/>
                </a:lnTo>
                <a:lnTo>
                  <a:pt x="3" y="337"/>
                </a:lnTo>
                <a:lnTo>
                  <a:pt x="3" y="348"/>
                </a:lnTo>
                <a:lnTo>
                  <a:pt x="3" y="359"/>
                </a:lnTo>
                <a:lnTo>
                  <a:pt x="4" y="370"/>
                </a:lnTo>
                <a:lnTo>
                  <a:pt x="5" y="381"/>
                </a:lnTo>
                <a:lnTo>
                  <a:pt x="6" y="392"/>
                </a:lnTo>
                <a:lnTo>
                  <a:pt x="8" y="403"/>
                </a:lnTo>
                <a:lnTo>
                  <a:pt x="10" y="413"/>
                </a:lnTo>
                <a:lnTo>
                  <a:pt x="13" y="424"/>
                </a:lnTo>
                <a:lnTo>
                  <a:pt x="16" y="435"/>
                </a:lnTo>
                <a:lnTo>
                  <a:pt x="20" y="445"/>
                </a:lnTo>
                <a:lnTo>
                  <a:pt x="24" y="455"/>
                </a:lnTo>
                <a:lnTo>
                  <a:pt x="28" y="466"/>
                </a:lnTo>
                <a:lnTo>
                  <a:pt x="33" y="476"/>
                </a:lnTo>
                <a:lnTo>
                  <a:pt x="38" y="486"/>
                </a:lnTo>
                <a:lnTo>
                  <a:pt x="44" y="497"/>
                </a:lnTo>
                <a:lnTo>
                  <a:pt x="50" y="507"/>
                </a:lnTo>
                <a:lnTo>
                  <a:pt x="56" y="516"/>
                </a:lnTo>
                <a:lnTo>
                  <a:pt x="64" y="526"/>
                </a:lnTo>
                <a:lnTo>
                  <a:pt x="71" y="535"/>
                </a:lnTo>
                <a:lnTo>
                  <a:pt x="78" y="544"/>
                </a:lnTo>
                <a:lnTo>
                  <a:pt x="86" y="553"/>
                </a:lnTo>
                <a:lnTo>
                  <a:pt x="94" y="562"/>
                </a:lnTo>
                <a:lnTo>
                  <a:pt x="103" y="570"/>
                </a:lnTo>
                <a:lnTo>
                  <a:pt x="112" y="579"/>
                </a:lnTo>
                <a:lnTo>
                  <a:pt x="121" y="587"/>
                </a:lnTo>
                <a:lnTo>
                  <a:pt x="130" y="594"/>
                </a:lnTo>
                <a:lnTo>
                  <a:pt x="140" y="602"/>
                </a:lnTo>
                <a:lnTo>
                  <a:pt x="150" y="609"/>
                </a:lnTo>
                <a:lnTo>
                  <a:pt x="160" y="616"/>
                </a:lnTo>
                <a:lnTo>
                  <a:pt x="171" y="623"/>
                </a:lnTo>
                <a:lnTo>
                  <a:pt x="182" y="630"/>
                </a:lnTo>
                <a:lnTo>
                  <a:pt x="193" y="636"/>
                </a:lnTo>
                <a:lnTo>
                  <a:pt x="204" y="642"/>
                </a:lnTo>
                <a:lnTo>
                  <a:pt x="216" y="648"/>
                </a:lnTo>
                <a:lnTo>
                  <a:pt x="228" y="653"/>
                </a:lnTo>
                <a:lnTo>
                  <a:pt x="240" y="658"/>
                </a:lnTo>
                <a:lnTo>
                  <a:pt x="252" y="663"/>
                </a:lnTo>
                <a:lnTo>
                  <a:pt x="264" y="668"/>
                </a:lnTo>
                <a:lnTo>
                  <a:pt x="277" y="672"/>
                </a:lnTo>
                <a:lnTo>
                  <a:pt x="289" y="676"/>
                </a:lnTo>
                <a:lnTo>
                  <a:pt x="302" y="679"/>
                </a:lnTo>
                <a:lnTo>
                  <a:pt x="315" y="682"/>
                </a:lnTo>
                <a:lnTo>
                  <a:pt x="328" y="685"/>
                </a:lnTo>
                <a:lnTo>
                  <a:pt x="342" y="688"/>
                </a:lnTo>
                <a:lnTo>
                  <a:pt x="355" y="690"/>
                </a:lnTo>
                <a:lnTo>
                  <a:pt x="368" y="692"/>
                </a:lnTo>
                <a:lnTo>
                  <a:pt x="382" y="693"/>
                </a:lnTo>
                <a:lnTo>
                  <a:pt x="395" y="694"/>
                </a:lnTo>
                <a:lnTo>
                  <a:pt x="409" y="695"/>
                </a:lnTo>
                <a:lnTo>
                  <a:pt x="422" y="696"/>
                </a:lnTo>
                <a:lnTo>
                  <a:pt x="436" y="696"/>
                </a:lnTo>
                <a:lnTo>
                  <a:pt x="449" y="696"/>
                </a:lnTo>
                <a:lnTo>
                  <a:pt x="463" y="695"/>
                </a:lnTo>
                <a:lnTo>
                  <a:pt x="476" y="694"/>
                </a:lnTo>
                <a:lnTo>
                  <a:pt x="490" y="693"/>
                </a:lnTo>
                <a:lnTo>
                  <a:pt x="503" y="692"/>
                </a:lnTo>
                <a:lnTo>
                  <a:pt x="517" y="690"/>
                </a:lnTo>
                <a:lnTo>
                  <a:pt x="530" y="688"/>
                </a:lnTo>
                <a:lnTo>
                  <a:pt x="543" y="685"/>
                </a:lnTo>
                <a:lnTo>
                  <a:pt x="556" y="682"/>
                </a:lnTo>
                <a:lnTo>
                  <a:pt x="569" y="679"/>
                </a:lnTo>
                <a:lnTo>
                  <a:pt x="582" y="676"/>
                </a:lnTo>
                <a:lnTo>
                  <a:pt x="595" y="672"/>
                </a:lnTo>
                <a:lnTo>
                  <a:pt x="607" y="668"/>
                </a:lnTo>
                <a:lnTo>
                  <a:pt x="620" y="663"/>
                </a:lnTo>
                <a:lnTo>
                  <a:pt x="632" y="658"/>
                </a:lnTo>
                <a:lnTo>
                  <a:pt x="644" y="653"/>
                </a:lnTo>
                <a:lnTo>
                  <a:pt x="656" y="648"/>
                </a:lnTo>
                <a:lnTo>
                  <a:pt x="667" y="642"/>
                </a:lnTo>
                <a:lnTo>
                  <a:pt x="679" y="636"/>
                </a:lnTo>
                <a:lnTo>
                  <a:pt x="690" y="630"/>
                </a:lnTo>
                <a:lnTo>
                  <a:pt x="701" y="623"/>
                </a:lnTo>
                <a:lnTo>
                  <a:pt x="711" y="616"/>
                </a:lnTo>
                <a:lnTo>
                  <a:pt x="722" y="609"/>
                </a:lnTo>
                <a:lnTo>
                  <a:pt x="732" y="602"/>
                </a:lnTo>
                <a:lnTo>
                  <a:pt x="741" y="594"/>
                </a:lnTo>
                <a:lnTo>
                  <a:pt x="751" y="587"/>
                </a:lnTo>
                <a:lnTo>
                  <a:pt x="760" y="579"/>
                </a:lnTo>
                <a:lnTo>
                  <a:pt x="769" y="570"/>
                </a:lnTo>
                <a:lnTo>
                  <a:pt x="777" y="562"/>
                </a:lnTo>
                <a:lnTo>
                  <a:pt x="785" y="553"/>
                </a:lnTo>
                <a:lnTo>
                  <a:pt x="793" y="544"/>
                </a:lnTo>
                <a:lnTo>
                  <a:pt x="801" y="535"/>
                </a:lnTo>
                <a:lnTo>
                  <a:pt x="808" y="526"/>
                </a:lnTo>
                <a:lnTo>
                  <a:pt x="814" y="516"/>
                </a:lnTo>
                <a:lnTo>
                  <a:pt x="821" y="507"/>
                </a:lnTo>
                <a:lnTo>
                  <a:pt x="827" y="497"/>
                </a:lnTo>
                <a:lnTo>
                  <a:pt x="832" y="486"/>
                </a:lnTo>
                <a:lnTo>
                  <a:pt x="838" y="476"/>
                </a:lnTo>
                <a:lnTo>
                  <a:pt x="842" y="466"/>
                </a:lnTo>
                <a:lnTo>
                  <a:pt x="847" y="455"/>
                </a:lnTo>
                <a:lnTo>
                  <a:pt x="851" y="445"/>
                </a:lnTo>
                <a:lnTo>
                  <a:pt x="854" y="435"/>
                </a:lnTo>
                <a:lnTo>
                  <a:pt x="858" y="424"/>
                </a:lnTo>
                <a:lnTo>
                  <a:pt x="860" y="413"/>
                </a:lnTo>
                <a:lnTo>
                  <a:pt x="863" y="403"/>
                </a:lnTo>
                <a:lnTo>
                  <a:pt x="865" y="392"/>
                </a:lnTo>
                <a:lnTo>
                  <a:pt x="866" y="381"/>
                </a:lnTo>
                <a:lnTo>
                  <a:pt x="867" y="370"/>
                </a:lnTo>
                <a:lnTo>
                  <a:pt x="868" y="359"/>
                </a:lnTo>
                <a:lnTo>
                  <a:pt x="868" y="348"/>
                </a:lnTo>
                <a:moveTo>
                  <a:pt x="870" y="348"/>
                </a:moveTo>
                <a:lnTo>
                  <a:pt x="870" y="359"/>
                </a:lnTo>
                <a:lnTo>
                  <a:pt x="869" y="370"/>
                </a:lnTo>
                <a:lnTo>
                  <a:pt x="868" y="381"/>
                </a:lnTo>
                <a:lnTo>
                  <a:pt x="867" y="392"/>
                </a:lnTo>
                <a:lnTo>
                  <a:pt x="865" y="403"/>
                </a:lnTo>
                <a:lnTo>
                  <a:pt x="863" y="414"/>
                </a:lnTo>
                <a:lnTo>
                  <a:pt x="860" y="424"/>
                </a:lnTo>
                <a:lnTo>
                  <a:pt x="857" y="435"/>
                </a:lnTo>
                <a:lnTo>
                  <a:pt x="853" y="446"/>
                </a:lnTo>
                <a:lnTo>
                  <a:pt x="849" y="456"/>
                </a:lnTo>
                <a:lnTo>
                  <a:pt x="845" y="466"/>
                </a:lnTo>
                <a:lnTo>
                  <a:pt x="840" y="477"/>
                </a:lnTo>
                <a:lnTo>
                  <a:pt x="834" y="487"/>
                </a:lnTo>
                <a:lnTo>
                  <a:pt x="829" y="498"/>
                </a:lnTo>
                <a:lnTo>
                  <a:pt x="823" y="508"/>
                </a:lnTo>
                <a:lnTo>
                  <a:pt x="816" y="517"/>
                </a:lnTo>
                <a:lnTo>
                  <a:pt x="810" y="527"/>
                </a:lnTo>
                <a:lnTo>
                  <a:pt x="803" y="536"/>
                </a:lnTo>
                <a:lnTo>
                  <a:pt x="795" y="545"/>
                </a:lnTo>
                <a:lnTo>
                  <a:pt x="787" y="554"/>
                </a:lnTo>
                <a:lnTo>
                  <a:pt x="779" y="563"/>
                </a:lnTo>
                <a:lnTo>
                  <a:pt x="771" y="572"/>
                </a:lnTo>
                <a:lnTo>
                  <a:pt x="762" y="580"/>
                </a:lnTo>
                <a:lnTo>
                  <a:pt x="752" y="588"/>
                </a:lnTo>
                <a:lnTo>
                  <a:pt x="743" y="596"/>
                </a:lnTo>
                <a:lnTo>
                  <a:pt x="733" y="603"/>
                </a:lnTo>
                <a:lnTo>
                  <a:pt x="723" y="611"/>
                </a:lnTo>
                <a:lnTo>
                  <a:pt x="713" y="618"/>
                </a:lnTo>
                <a:lnTo>
                  <a:pt x="702" y="625"/>
                </a:lnTo>
                <a:lnTo>
                  <a:pt x="691" y="631"/>
                </a:lnTo>
                <a:lnTo>
                  <a:pt x="680" y="638"/>
                </a:lnTo>
                <a:lnTo>
                  <a:pt x="669" y="644"/>
                </a:lnTo>
                <a:lnTo>
                  <a:pt x="657" y="649"/>
                </a:lnTo>
                <a:lnTo>
                  <a:pt x="645" y="655"/>
                </a:lnTo>
                <a:lnTo>
                  <a:pt x="633" y="660"/>
                </a:lnTo>
                <a:lnTo>
                  <a:pt x="621" y="665"/>
                </a:lnTo>
                <a:lnTo>
                  <a:pt x="608" y="669"/>
                </a:lnTo>
                <a:lnTo>
                  <a:pt x="596" y="673"/>
                </a:lnTo>
                <a:lnTo>
                  <a:pt x="583" y="677"/>
                </a:lnTo>
                <a:lnTo>
                  <a:pt x="570" y="681"/>
                </a:lnTo>
                <a:lnTo>
                  <a:pt x="557" y="684"/>
                </a:lnTo>
                <a:lnTo>
                  <a:pt x="544" y="687"/>
                </a:lnTo>
                <a:lnTo>
                  <a:pt x="531" y="689"/>
                </a:lnTo>
                <a:lnTo>
                  <a:pt x="517" y="692"/>
                </a:lnTo>
                <a:lnTo>
                  <a:pt x="504" y="694"/>
                </a:lnTo>
                <a:lnTo>
                  <a:pt x="490" y="695"/>
                </a:lnTo>
                <a:lnTo>
                  <a:pt x="477" y="696"/>
                </a:lnTo>
                <a:lnTo>
                  <a:pt x="463" y="697"/>
                </a:lnTo>
                <a:lnTo>
                  <a:pt x="449" y="698"/>
                </a:lnTo>
                <a:lnTo>
                  <a:pt x="436" y="698"/>
                </a:lnTo>
                <a:lnTo>
                  <a:pt x="422" y="698"/>
                </a:lnTo>
                <a:lnTo>
                  <a:pt x="409" y="697"/>
                </a:lnTo>
                <a:lnTo>
                  <a:pt x="395" y="696"/>
                </a:lnTo>
                <a:lnTo>
                  <a:pt x="381" y="695"/>
                </a:lnTo>
                <a:lnTo>
                  <a:pt x="368" y="694"/>
                </a:lnTo>
                <a:lnTo>
                  <a:pt x="354" y="692"/>
                </a:lnTo>
                <a:lnTo>
                  <a:pt x="341" y="689"/>
                </a:lnTo>
                <a:lnTo>
                  <a:pt x="328" y="687"/>
                </a:lnTo>
                <a:lnTo>
                  <a:pt x="315" y="684"/>
                </a:lnTo>
                <a:lnTo>
                  <a:pt x="302" y="681"/>
                </a:lnTo>
                <a:lnTo>
                  <a:pt x="289" y="677"/>
                </a:lnTo>
                <a:lnTo>
                  <a:pt x="276" y="673"/>
                </a:lnTo>
                <a:lnTo>
                  <a:pt x="263" y="669"/>
                </a:lnTo>
                <a:lnTo>
                  <a:pt x="251" y="665"/>
                </a:lnTo>
                <a:lnTo>
                  <a:pt x="239" y="660"/>
                </a:lnTo>
                <a:lnTo>
                  <a:pt x="227" y="655"/>
                </a:lnTo>
                <a:lnTo>
                  <a:pt x="215" y="649"/>
                </a:lnTo>
                <a:lnTo>
                  <a:pt x="203" y="644"/>
                </a:lnTo>
                <a:lnTo>
                  <a:pt x="192" y="638"/>
                </a:lnTo>
                <a:lnTo>
                  <a:pt x="180" y="631"/>
                </a:lnTo>
                <a:lnTo>
                  <a:pt x="170" y="625"/>
                </a:lnTo>
                <a:lnTo>
                  <a:pt x="159" y="618"/>
                </a:lnTo>
                <a:lnTo>
                  <a:pt x="149" y="611"/>
                </a:lnTo>
                <a:lnTo>
                  <a:pt x="138" y="603"/>
                </a:lnTo>
                <a:lnTo>
                  <a:pt x="129" y="596"/>
                </a:lnTo>
                <a:lnTo>
                  <a:pt x="119" y="588"/>
                </a:lnTo>
                <a:lnTo>
                  <a:pt x="110" y="580"/>
                </a:lnTo>
                <a:lnTo>
                  <a:pt x="101" y="572"/>
                </a:lnTo>
                <a:lnTo>
                  <a:pt x="93" y="563"/>
                </a:lnTo>
                <a:lnTo>
                  <a:pt x="84" y="554"/>
                </a:lnTo>
                <a:lnTo>
                  <a:pt x="76" y="545"/>
                </a:lnTo>
                <a:lnTo>
                  <a:pt x="69" y="536"/>
                </a:lnTo>
                <a:lnTo>
                  <a:pt x="62" y="527"/>
                </a:lnTo>
                <a:lnTo>
                  <a:pt x="54" y="517"/>
                </a:lnTo>
                <a:lnTo>
                  <a:pt x="48" y="508"/>
                </a:lnTo>
                <a:lnTo>
                  <a:pt x="42" y="498"/>
                </a:lnTo>
                <a:lnTo>
                  <a:pt x="36" y="487"/>
                </a:lnTo>
                <a:lnTo>
                  <a:pt x="31" y="477"/>
                </a:lnTo>
                <a:lnTo>
                  <a:pt x="26" y="466"/>
                </a:lnTo>
                <a:lnTo>
                  <a:pt x="22" y="456"/>
                </a:lnTo>
                <a:lnTo>
                  <a:pt x="18" y="446"/>
                </a:lnTo>
                <a:lnTo>
                  <a:pt x="14" y="435"/>
                </a:lnTo>
                <a:lnTo>
                  <a:pt x="11" y="424"/>
                </a:lnTo>
                <a:lnTo>
                  <a:pt x="8" y="414"/>
                </a:lnTo>
                <a:lnTo>
                  <a:pt x="6" y="403"/>
                </a:lnTo>
                <a:lnTo>
                  <a:pt x="4" y="392"/>
                </a:lnTo>
                <a:lnTo>
                  <a:pt x="2" y="381"/>
                </a:lnTo>
                <a:lnTo>
                  <a:pt x="1" y="370"/>
                </a:lnTo>
                <a:lnTo>
                  <a:pt x="1" y="359"/>
                </a:lnTo>
                <a:lnTo>
                  <a:pt x="0" y="348"/>
                </a:lnTo>
                <a:lnTo>
                  <a:pt x="1" y="337"/>
                </a:lnTo>
                <a:lnTo>
                  <a:pt x="1" y="327"/>
                </a:lnTo>
                <a:lnTo>
                  <a:pt x="2" y="316"/>
                </a:lnTo>
                <a:lnTo>
                  <a:pt x="4" y="305"/>
                </a:lnTo>
                <a:lnTo>
                  <a:pt x="6" y="294"/>
                </a:lnTo>
                <a:lnTo>
                  <a:pt x="8" y="283"/>
                </a:lnTo>
                <a:lnTo>
                  <a:pt x="11" y="272"/>
                </a:lnTo>
                <a:lnTo>
                  <a:pt x="14" y="262"/>
                </a:lnTo>
                <a:lnTo>
                  <a:pt x="18" y="251"/>
                </a:lnTo>
                <a:lnTo>
                  <a:pt x="22" y="241"/>
                </a:lnTo>
                <a:lnTo>
                  <a:pt x="26" y="230"/>
                </a:lnTo>
                <a:lnTo>
                  <a:pt x="31" y="220"/>
                </a:lnTo>
                <a:lnTo>
                  <a:pt x="36" y="210"/>
                </a:lnTo>
                <a:lnTo>
                  <a:pt x="42" y="200"/>
                </a:lnTo>
                <a:lnTo>
                  <a:pt x="48" y="190"/>
                </a:lnTo>
                <a:lnTo>
                  <a:pt x="54" y="181"/>
                </a:lnTo>
                <a:lnTo>
                  <a:pt x="62" y="171"/>
                </a:lnTo>
                <a:lnTo>
                  <a:pt x="69" y="162"/>
                </a:lnTo>
                <a:lnTo>
                  <a:pt x="76" y="153"/>
                </a:lnTo>
                <a:lnTo>
                  <a:pt x="84" y="144"/>
                </a:lnTo>
                <a:lnTo>
                  <a:pt x="93" y="135"/>
                </a:lnTo>
                <a:lnTo>
                  <a:pt x="101" y="126"/>
                </a:lnTo>
                <a:lnTo>
                  <a:pt x="110" y="118"/>
                </a:lnTo>
                <a:lnTo>
                  <a:pt x="119" y="110"/>
                </a:lnTo>
                <a:lnTo>
                  <a:pt x="129" y="102"/>
                </a:lnTo>
                <a:lnTo>
                  <a:pt x="138" y="94"/>
                </a:lnTo>
                <a:lnTo>
                  <a:pt x="149" y="87"/>
                </a:lnTo>
                <a:lnTo>
                  <a:pt x="159" y="80"/>
                </a:lnTo>
                <a:lnTo>
                  <a:pt x="170" y="73"/>
                </a:lnTo>
                <a:lnTo>
                  <a:pt x="180" y="66"/>
                </a:lnTo>
                <a:lnTo>
                  <a:pt x="192" y="60"/>
                </a:lnTo>
                <a:lnTo>
                  <a:pt x="203" y="54"/>
                </a:lnTo>
                <a:lnTo>
                  <a:pt x="215" y="48"/>
                </a:lnTo>
                <a:lnTo>
                  <a:pt x="227" y="43"/>
                </a:lnTo>
                <a:lnTo>
                  <a:pt x="239" y="38"/>
                </a:lnTo>
                <a:lnTo>
                  <a:pt x="251" y="33"/>
                </a:lnTo>
                <a:lnTo>
                  <a:pt x="263" y="29"/>
                </a:lnTo>
                <a:lnTo>
                  <a:pt x="276" y="24"/>
                </a:lnTo>
                <a:lnTo>
                  <a:pt x="289" y="21"/>
                </a:lnTo>
                <a:lnTo>
                  <a:pt x="302" y="17"/>
                </a:lnTo>
                <a:lnTo>
                  <a:pt x="315" y="14"/>
                </a:lnTo>
                <a:lnTo>
                  <a:pt x="328" y="11"/>
                </a:lnTo>
                <a:lnTo>
                  <a:pt x="341" y="8"/>
                </a:lnTo>
                <a:lnTo>
                  <a:pt x="354" y="6"/>
                </a:lnTo>
                <a:lnTo>
                  <a:pt x="368" y="4"/>
                </a:lnTo>
                <a:lnTo>
                  <a:pt x="381" y="3"/>
                </a:lnTo>
                <a:lnTo>
                  <a:pt x="395" y="1"/>
                </a:lnTo>
                <a:lnTo>
                  <a:pt x="409" y="1"/>
                </a:lnTo>
                <a:lnTo>
                  <a:pt x="422" y="0"/>
                </a:lnTo>
                <a:lnTo>
                  <a:pt x="436" y="0"/>
                </a:lnTo>
                <a:lnTo>
                  <a:pt x="449" y="0"/>
                </a:lnTo>
                <a:lnTo>
                  <a:pt x="463" y="1"/>
                </a:lnTo>
                <a:lnTo>
                  <a:pt x="477" y="1"/>
                </a:lnTo>
                <a:lnTo>
                  <a:pt x="490" y="3"/>
                </a:lnTo>
                <a:lnTo>
                  <a:pt x="504" y="4"/>
                </a:lnTo>
                <a:lnTo>
                  <a:pt x="517" y="6"/>
                </a:lnTo>
                <a:lnTo>
                  <a:pt x="531" y="8"/>
                </a:lnTo>
                <a:lnTo>
                  <a:pt x="544" y="11"/>
                </a:lnTo>
                <a:lnTo>
                  <a:pt x="557" y="14"/>
                </a:lnTo>
                <a:lnTo>
                  <a:pt x="570" y="17"/>
                </a:lnTo>
                <a:lnTo>
                  <a:pt x="583" y="21"/>
                </a:lnTo>
                <a:lnTo>
                  <a:pt x="596" y="24"/>
                </a:lnTo>
                <a:lnTo>
                  <a:pt x="608" y="29"/>
                </a:lnTo>
                <a:lnTo>
                  <a:pt x="621" y="33"/>
                </a:lnTo>
                <a:lnTo>
                  <a:pt x="633" y="38"/>
                </a:lnTo>
                <a:lnTo>
                  <a:pt x="645" y="43"/>
                </a:lnTo>
                <a:lnTo>
                  <a:pt x="657" y="48"/>
                </a:lnTo>
                <a:lnTo>
                  <a:pt x="669" y="54"/>
                </a:lnTo>
                <a:lnTo>
                  <a:pt x="680" y="60"/>
                </a:lnTo>
                <a:lnTo>
                  <a:pt x="691" y="66"/>
                </a:lnTo>
                <a:lnTo>
                  <a:pt x="702" y="73"/>
                </a:lnTo>
                <a:lnTo>
                  <a:pt x="713" y="80"/>
                </a:lnTo>
                <a:lnTo>
                  <a:pt x="723" y="87"/>
                </a:lnTo>
                <a:lnTo>
                  <a:pt x="733" y="94"/>
                </a:lnTo>
                <a:lnTo>
                  <a:pt x="743" y="102"/>
                </a:lnTo>
                <a:lnTo>
                  <a:pt x="752" y="110"/>
                </a:lnTo>
                <a:lnTo>
                  <a:pt x="762" y="118"/>
                </a:lnTo>
                <a:lnTo>
                  <a:pt x="771" y="126"/>
                </a:lnTo>
                <a:lnTo>
                  <a:pt x="779" y="135"/>
                </a:lnTo>
                <a:lnTo>
                  <a:pt x="787" y="144"/>
                </a:lnTo>
                <a:lnTo>
                  <a:pt x="795" y="153"/>
                </a:lnTo>
                <a:lnTo>
                  <a:pt x="803" y="162"/>
                </a:lnTo>
                <a:lnTo>
                  <a:pt x="810" y="171"/>
                </a:lnTo>
                <a:lnTo>
                  <a:pt x="816" y="181"/>
                </a:lnTo>
                <a:lnTo>
                  <a:pt x="823" y="190"/>
                </a:lnTo>
                <a:lnTo>
                  <a:pt x="829" y="200"/>
                </a:lnTo>
                <a:lnTo>
                  <a:pt x="834" y="210"/>
                </a:lnTo>
                <a:lnTo>
                  <a:pt x="840" y="220"/>
                </a:lnTo>
                <a:lnTo>
                  <a:pt x="845" y="230"/>
                </a:lnTo>
                <a:lnTo>
                  <a:pt x="849" y="241"/>
                </a:lnTo>
                <a:lnTo>
                  <a:pt x="853" y="251"/>
                </a:lnTo>
                <a:lnTo>
                  <a:pt x="857" y="262"/>
                </a:lnTo>
                <a:lnTo>
                  <a:pt x="860" y="272"/>
                </a:lnTo>
                <a:lnTo>
                  <a:pt x="863" y="283"/>
                </a:lnTo>
                <a:lnTo>
                  <a:pt x="865" y="294"/>
                </a:lnTo>
                <a:lnTo>
                  <a:pt x="867" y="305"/>
                </a:lnTo>
                <a:lnTo>
                  <a:pt x="868" y="316"/>
                </a:lnTo>
                <a:lnTo>
                  <a:pt x="869" y="327"/>
                </a:lnTo>
                <a:lnTo>
                  <a:pt x="870" y="337"/>
                </a:lnTo>
                <a:lnTo>
                  <a:pt x="870" y="348"/>
                </a:lnTo>
                <a:close/>
              </a:path>
            </a:pathLst>
          </a:custGeom>
          <a:solidFill>
            <a:srgbClr val="ffae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8" name=""/>
          <p:cNvSpPr/>
          <p:nvPr/>
        </p:nvSpPr>
        <p:spPr>
          <a:xfrm>
            <a:off x="4821480" y="1701720"/>
            <a:ext cx="315000" cy="252720"/>
          </a:xfrm>
          <a:custGeom>
            <a:avLst/>
            <a:gdLst/>
            <a:ahLst/>
            <a:rect l="0" t="0" r="r" b="b"/>
            <a:pathLst>
              <a:path w="875" h="702">
                <a:moveTo>
                  <a:pt x="872" y="350"/>
                </a:moveTo>
                <a:lnTo>
                  <a:pt x="872" y="339"/>
                </a:lnTo>
                <a:lnTo>
                  <a:pt x="871" y="329"/>
                </a:lnTo>
                <a:lnTo>
                  <a:pt x="870" y="318"/>
                </a:lnTo>
                <a:lnTo>
                  <a:pt x="869" y="307"/>
                </a:lnTo>
                <a:lnTo>
                  <a:pt x="867" y="296"/>
                </a:lnTo>
                <a:lnTo>
                  <a:pt x="865" y="285"/>
                </a:lnTo>
                <a:lnTo>
                  <a:pt x="862" y="274"/>
                </a:lnTo>
                <a:lnTo>
                  <a:pt x="859" y="264"/>
                </a:lnTo>
                <a:lnTo>
                  <a:pt x="855" y="253"/>
                </a:lnTo>
                <a:lnTo>
                  <a:pt x="851" y="243"/>
                </a:lnTo>
                <a:lnTo>
                  <a:pt x="847" y="232"/>
                </a:lnTo>
                <a:lnTo>
                  <a:pt x="842" y="222"/>
                </a:lnTo>
                <a:lnTo>
                  <a:pt x="836" y="212"/>
                </a:lnTo>
                <a:lnTo>
                  <a:pt x="831" y="202"/>
                </a:lnTo>
                <a:lnTo>
                  <a:pt x="825" y="192"/>
                </a:lnTo>
                <a:lnTo>
                  <a:pt x="818" y="183"/>
                </a:lnTo>
                <a:lnTo>
                  <a:pt x="812" y="173"/>
                </a:lnTo>
                <a:lnTo>
                  <a:pt x="805" y="164"/>
                </a:lnTo>
                <a:lnTo>
                  <a:pt x="797" y="155"/>
                </a:lnTo>
                <a:lnTo>
                  <a:pt x="789" y="146"/>
                </a:lnTo>
                <a:lnTo>
                  <a:pt x="781" y="137"/>
                </a:lnTo>
                <a:lnTo>
                  <a:pt x="773" y="128"/>
                </a:lnTo>
                <a:lnTo>
                  <a:pt x="764" y="120"/>
                </a:lnTo>
                <a:lnTo>
                  <a:pt x="754" y="112"/>
                </a:lnTo>
                <a:lnTo>
                  <a:pt x="745" y="104"/>
                </a:lnTo>
                <a:lnTo>
                  <a:pt x="735" y="96"/>
                </a:lnTo>
                <a:lnTo>
                  <a:pt x="725" y="89"/>
                </a:lnTo>
                <a:lnTo>
                  <a:pt x="715" y="82"/>
                </a:lnTo>
                <a:lnTo>
                  <a:pt x="704" y="75"/>
                </a:lnTo>
                <a:lnTo>
                  <a:pt x="693" y="68"/>
                </a:lnTo>
                <a:lnTo>
                  <a:pt x="682" y="62"/>
                </a:lnTo>
                <a:lnTo>
                  <a:pt x="671" y="56"/>
                </a:lnTo>
                <a:lnTo>
                  <a:pt x="659" y="50"/>
                </a:lnTo>
                <a:lnTo>
                  <a:pt x="647" y="45"/>
                </a:lnTo>
                <a:lnTo>
                  <a:pt x="635" y="40"/>
                </a:lnTo>
                <a:lnTo>
                  <a:pt x="623" y="35"/>
                </a:lnTo>
                <a:lnTo>
                  <a:pt x="610" y="31"/>
                </a:lnTo>
                <a:lnTo>
                  <a:pt x="598" y="26"/>
                </a:lnTo>
                <a:lnTo>
                  <a:pt x="585" y="23"/>
                </a:lnTo>
                <a:lnTo>
                  <a:pt x="572" y="19"/>
                </a:lnTo>
                <a:lnTo>
                  <a:pt x="559" y="16"/>
                </a:lnTo>
                <a:lnTo>
                  <a:pt x="546" y="13"/>
                </a:lnTo>
                <a:lnTo>
                  <a:pt x="533" y="10"/>
                </a:lnTo>
                <a:lnTo>
                  <a:pt x="519" y="8"/>
                </a:lnTo>
                <a:lnTo>
                  <a:pt x="506" y="6"/>
                </a:lnTo>
                <a:lnTo>
                  <a:pt x="492" y="5"/>
                </a:lnTo>
                <a:lnTo>
                  <a:pt x="479" y="3"/>
                </a:lnTo>
                <a:lnTo>
                  <a:pt x="465" y="3"/>
                </a:lnTo>
                <a:lnTo>
                  <a:pt x="451" y="2"/>
                </a:lnTo>
                <a:lnTo>
                  <a:pt x="438" y="2"/>
                </a:lnTo>
                <a:lnTo>
                  <a:pt x="424" y="2"/>
                </a:lnTo>
                <a:lnTo>
                  <a:pt x="411" y="3"/>
                </a:lnTo>
                <a:lnTo>
                  <a:pt x="397" y="3"/>
                </a:lnTo>
                <a:lnTo>
                  <a:pt x="383" y="5"/>
                </a:lnTo>
                <a:lnTo>
                  <a:pt x="370" y="6"/>
                </a:lnTo>
                <a:lnTo>
                  <a:pt x="356" y="8"/>
                </a:lnTo>
                <a:lnTo>
                  <a:pt x="343" y="10"/>
                </a:lnTo>
                <a:lnTo>
                  <a:pt x="330" y="13"/>
                </a:lnTo>
                <a:lnTo>
                  <a:pt x="317" y="16"/>
                </a:lnTo>
                <a:lnTo>
                  <a:pt x="304" y="19"/>
                </a:lnTo>
                <a:lnTo>
                  <a:pt x="291" y="23"/>
                </a:lnTo>
                <a:lnTo>
                  <a:pt x="278" y="26"/>
                </a:lnTo>
                <a:lnTo>
                  <a:pt x="265" y="31"/>
                </a:lnTo>
                <a:lnTo>
                  <a:pt x="253" y="35"/>
                </a:lnTo>
                <a:lnTo>
                  <a:pt x="241" y="40"/>
                </a:lnTo>
                <a:lnTo>
                  <a:pt x="229" y="45"/>
                </a:lnTo>
                <a:lnTo>
                  <a:pt x="217" y="50"/>
                </a:lnTo>
                <a:lnTo>
                  <a:pt x="205" y="56"/>
                </a:lnTo>
                <a:lnTo>
                  <a:pt x="194" y="62"/>
                </a:lnTo>
                <a:lnTo>
                  <a:pt x="182" y="68"/>
                </a:lnTo>
                <a:lnTo>
                  <a:pt x="172" y="75"/>
                </a:lnTo>
                <a:lnTo>
                  <a:pt x="161" y="82"/>
                </a:lnTo>
                <a:lnTo>
                  <a:pt x="151" y="89"/>
                </a:lnTo>
                <a:lnTo>
                  <a:pt x="140" y="96"/>
                </a:lnTo>
                <a:lnTo>
                  <a:pt x="130" y="104"/>
                </a:lnTo>
                <a:lnTo>
                  <a:pt x="120" y="112"/>
                </a:lnTo>
                <a:lnTo>
                  <a:pt x="111" y="120"/>
                </a:lnTo>
                <a:lnTo>
                  <a:pt x="102" y="128"/>
                </a:lnTo>
                <a:lnTo>
                  <a:pt x="94" y="137"/>
                </a:lnTo>
                <a:lnTo>
                  <a:pt x="85" y="146"/>
                </a:lnTo>
                <a:lnTo>
                  <a:pt x="77" y="155"/>
                </a:lnTo>
                <a:lnTo>
                  <a:pt x="70" y="164"/>
                </a:lnTo>
                <a:lnTo>
                  <a:pt x="63" y="173"/>
                </a:lnTo>
                <a:lnTo>
                  <a:pt x="56" y="183"/>
                </a:lnTo>
                <a:lnTo>
                  <a:pt x="50" y="192"/>
                </a:lnTo>
                <a:lnTo>
                  <a:pt x="44" y="202"/>
                </a:lnTo>
                <a:lnTo>
                  <a:pt x="38" y="212"/>
                </a:lnTo>
                <a:lnTo>
                  <a:pt x="33" y="222"/>
                </a:lnTo>
                <a:lnTo>
                  <a:pt x="28" y="232"/>
                </a:lnTo>
                <a:lnTo>
                  <a:pt x="24" y="243"/>
                </a:lnTo>
                <a:lnTo>
                  <a:pt x="20" y="253"/>
                </a:lnTo>
                <a:lnTo>
                  <a:pt x="16" y="264"/>
                </a:lnTo>
                <a:lnTo>
                  <a:pt x="13" y="274"/>
                </a:lnTo>
                <a:lnTo>
                  <a:pt x="10" y="285"/>
                </a:lnTo>
                <a:lnTo>
                  <a:pt x="8" y="296"/>
                </a:lnTo>
                <a:lnTo>
                  <a:pt x="6" y="307"/>
                </a:lnTo>
                <a:lnTo>
                  <a:pt x="4" y="318"/>
                </a:lnTo>
                <a:lnTo>
                  <a:pt x="3" y="329"/>
                </a:lnTo>
                <a:lnTo>
                  <a:pt x="3" y="339"/>
                </a:lnTo>
                <a:lnTo>
                  <a:pt x="2" y="350"/>
                </a:lnTo>
                <a:lnTo>
                  <a:pt x="3" y="361"/>
                </a:lnTo>
                <a:lnTo>
                  <a:pt x="3" y="372"/>
                </a:lnTo>
                <a:lnTo>
                  <a:pt x="4" y="383"/>
                </a:lnTo>
                <a:lnTo>
                  <a:pt x="6" y="394"/>
                </a:lnTo>
                <a:lnTo>
                  <a:pt x="8" y="405"/>
                </a:lnTo>
                <a:lnTo>
                  <a:pt x="10" y="416"/>
                </a:lnTo>
                <a:lnTo>
                  <a:pt x="13" y="426"/>
                </a:lnTo>
                <a:lnTo>
                  <a:pt x="16" y="437"/>
                </a:lnTo>
                <a:lnTo>
                  <a:pt x="20" y="448"/>
                </a:lnTo>
                <a:lnTo>
                  <a:pt x="24" y="458"/>
                </a:lnTo>
                <a:lnTo>
                  <a:pt x="28" y="468"/>
                </a:lnTo>
                <a:lnTo>
                  <a:pt x="33" y="479"/>
                </a:lnTo>
                <a:lnTo>
                  <a:pt x="38" y="489"/>
                </a:lnTo>
                <a:lnTo>
                  <a:pt x="44" y="499"/>
                </a:lnTo>
                <a:lnTo>
                  <a:pt x="50" y="509"/>
                </a:lnTo>
                <a:lnTo>
                  <a:pt x="56" y="518"/>
                </a:lnTo>
                <a:lnTo>
                  <a:pt x="63" y="529"/>
                </a:lnTo>
                <a:lnTo>
                  <a:pt x="70" y="538"/>
                </a:lnTo>
                <a:lnTo>
                  <a:pt x="77" y="547"/>
                </a:lnTo>
                <a:lnTo>
                  <a:pt x="85" y="556"/>
                </a:lnTo>
                <a:lnTo>
                  <a:pt x="94" y="565"/>
                </a:lnTo>
                <a:lnTo>
                  <a:pt x="102" y="574"/>
                </a:lnTo>
                <a:lnTo>
                  <a:pt x="111" y="582"/>
                </a:lnTo>
                <a:lnTo>
                  <a:pt x="120" y="590"/>
                </a:lnTo>
                <a:lnTo>
                  <a:pt x="130" y="598"/>
                </a:lnTo>
                <a:lnTo>
                  <a:pt x="140" y="605"/>
                </a:lnTo>
                <a:lnTo>
                  <a:pt x="151" y="613"/>
                </a:lnTo>
                <a:lnTo>
                  <a:pt x="161" y="620"/>
                </a:lnTo>
                <a:lnTo>
                  <a:pt x="172" y="627"/>
                </a:lnTo>
                <a:lnTo>
                  <a:pt x="182" y="633"/>
                </a:lnTo>
                <a:lnTo>
                  <a:pt x="194" y="640"/>
                </a:lnTo>
                <a:lnTo>
                  <a:pt x="205" y="646"/>
                </a:lnTo>
                <a:lnTo>
                  <a:pt x="217" y="651"/>
                </a:lnTo>
                <a:lnTo>
                  <a:pt x="229" y="657"/>
                </a:lnTo>
                <a:lnTo>
                  <a:pt x="241" y="662"/>
                </a:lnTo>
                <a:lnTo>
                  <a:pt x="253" y="667"/>
                </a:lnTo>
                <a:lnTo>
                  <a:pt x="265" y="671"/>
                </a:lnTo>
                <a:lnTo>
                  <a:pt x="278" y="675"/>
                </a:lnTo>
                <a:lnTo>
                  <a:pt x="291" y="679"/>
                </a:lnTo>
                <a:lnTo>
                  <a:pt x="304" y="683"/>
                </a:lnTo>
                <a:lnTo>
                  <a:pt x="317" y="686"/>
                </a:lnTo>
                <a:lnTo>
                  <a:pt x="330" y="689"/>
                </a:lnTo>
                <a:lnTo>
                  <a:pt x="343" y="691"/>
                </a:lnTo>
                <a:lnTo>
                  <a:pt x="356" y="694"/>
                </a:lnTo>
                <a:lnTo>
                  <a:pt x="370" y="696"/>
                </a:lnTo>
                <a:lnTo>
                  <a:pt x="383" y="697"/>
                </a:lnTo>
                <a:lnTo>
                  <a:pt x="397" y="698"/>
                </a:lnTo>
                <a:lnTo>
                  <a:pt x="411" y="699"/>
                </a:lnTo>
                <a:lnTo>
                  <a:pt x="424" y="700"/>
                </a:lnTo>
                <a:lnTo>
                  <a:pt x="438" y="700"/>
                </a:lnTo>
                <a:lnTo>
                  <a:pt x="451" y="700"/>
                </a:lnTo>
                <a:lnTo>
                  <a:pt x="465" y="699"/>
                </a:lnTo>
                <a:lnTo>
                  <a:pt x="479" y="698"/>
                </a:lnTo>
                <a:lnTo>
                  <a:pt x="492" y="697"/>
                </a:lnTo>
                <a:lnTo>
                  <a:pt x="506" y="696"/>
                </a:lnTo>
                <a:lnTo>
                  <a:pt x="519" y="694"/>
                </a:lnTo>
                <a:lnTo>
                  <a:pt x="533" y="691"/>
                </a:lnTo>
                <a:lnTo>
                  <a:pt x="546" y="689"/>
                </a:lnTo>
                <a:lnTo>
                  <a:pt x="559" y="686"/>
                </a:lnTo>
                <a:lnTo>
                  <a:pt x="572" y="683"/>
                </a:lnTo>
                <a:lnTo>
                  <a:pt x="585" y="679"/>
                </a:lnTo>
                <a:lnTo>
                  <a:pt x="598" y="675"/>
                </a:lnTo>
                <a:lnTo>
                  <a:pt x="610" y="671"/>
                </a:lnTo>
                <a:lnTo>
                  <a:pt x="623" y="667"/>
                </a:lnTo>
                <a:lnTo>
                  <a:pt x="635" y="662"/>
                </a:lnTo>
                <a:lnTo>
                  <a:pt x="647" y="657"/>
                </a:lnTo>
                <a:lnTo>
                  <a:pt x="659" y="651"/>
                </a:lnTo>
                <a:lnTo>
                  <a:pt x="671" y="646"/>
                </a:lnTo>
                <a:lnTo>
                  <a:pt x="682" y="640"/>
                </a:lnTo>
                <a:lnTo>
                  <a:pt x="693" y="633"/>
                </a:lnTo>
                <a:lnTo>
                  <a:pt x="704" y="627"/>
                </a:lnTo>
                <a:lnTo>
                  <a:pt x="715" y="620"/>
                </a:lnTo>
                <a:lnTo>
                  <a:pt x="725" y="613"/>
                </a:lnTo>
                <a:lnTo>
                  <a:pt x="735" y="605"/>
                </a:lnTo>
                <a:lnTo>
                  <a:pt x="745" y="598"/>
                </a:lnTo>
                <a:lnTo>
                  <a:pt x="754" y="590"/>
                </a:lnTo>
                <a:lnTo>
                  <a:pt x="764" y="582"/>
                </a:lnTo>
                <a:lnTo>
                  <a:pt x="773" y="574"/>
                </a:lnTo>
                <a:lnTo>
                  <a:pt x="781" y="565"/>
                </a:lnTo>
                <a:lnTo>
                  <a:pt x="789" y="556"/>
                </a:lnTo>
                <a:lnTo>
                  <a:pt x="797" y="547"/>
                </a:lnTo>
                <a:lnTo>
                  <a:pt x="805" y="538"/>
                </a:lnTo>
                <a:lnTo>
                  <a:pt x="812" y="529"/>
                </a:lnTo>
                <a:lnTo>
                  <a:pt x="818" y="518"/>
                </a:lnTo>
                <a:lnTo>
                  <a:pt x="825" y="509"/>
                </a:lnTo>
                <a:lnTo>
                  <a:pt x="831" y="499"/>
                </a:lnTo>
                <a:lnTo>
                  <a:pt x="836" y="489"/>
                </a:lnTo>
                <a:lnTo>
                  <a:pt x="842" y="479"/>
                </a:lnTo>
                <a:lnTo>
                  <a:pt x="847" y="468"/>
                </a:lnTo>
                <a:lnTo>
                  <a:pt x="851" y="458"/>
                </a:lnTo>
                <a:lnTo>
                  <a:pt x="855" y="448"/>
                </a:lnTo>
                <a:lnTo>
                  <a:pt x="859" y="437"/>
                </a:lnTo>
                <a:lnTo>
                  <a:pt x="862" y="426"/>
                </a:lnTo>
                <a:lnTo>
                  <a:pt x="865" y="416"/>
                </a:lnTo>
                <a:lnTo>
                  <a:pt x="867" y="405"/>
                </a:lnTo>
                <a:lnTo>
                  <a:pt x="869" y="394"/>
                </a:lnTo>
                <a:lnTo>
                  <a:pt x="870" y="383"/>
                </a:lnTo>
                <a:lnTo>
                  <a:pt x="871" y="372"/>
                </a:lnTo>
                <a:lnTo>
                  <a:pt x="872" y="361"/>
                </a:lnTo>
                <a:lnTo>
                  <a:pt x="872" y="350"/>
                </a:lnTo>
                <a:moveTo>
                  <a:pt x="875" y="350"/>
                </a:moveTo>
                <a:lnTo>
                  <a:pt x="874" y="361"/>
                </a:lnTo>
                <a:lnTo>
                  <a:pt x="874" y="372"/>
                </a:lnTo>
                <a:lnTo>
                  <a:pt x="873" y="383"/>
                </a:lnTo>
                <a:lnTo>
                  <a:pt x="871" y="394"/>
                </a:lnTo>
                <a:lnTo>
                  <a:pt x="869" y="405"/>
                </a:lnTo>
                <a:lnTo>
                  <a:pt x="867" y="416"/>
                </a:lnTo>
                <a:lnTo>
                  <a:pt x="864" y="427"/>
                </a:lnTo>
                <a:lnTo>
                  <a:pt x="861" y="438"/>
                </a:lnTo>
                <a:lnTo>
                  <a:pt x="857" y="448"/>
                </a:lnTo>
                <a:lnTo>
                  <a:pt x="853" y="459"/>
                </a:lnTo>
                <a:lnTo>
                  <a:pt x="849" y="469"/>
                </a:lnTo>
                <a:lnTo>
                  <a:pt x="844" y="479"/>
                </a:lnTo>
                <a:lnTo>
                  <a:pt x="839" y="490"/>
                </a:lnTo>
                <a:lnTo>
                  <a:pt x="833" y="500"/>
                </a:lnTo>
                <a:lnTo>
                  <a:pt x="827" y="509"/>
                </a:lnTo>
                <a:lnTo>
                  <a:pt x="821" y="519"/>
                </a:lnTo>
                <a:lnTo>
                  <a:pt x="814" y="530"/>
                </a:lnTo>
                <a:lnTo>
                  <a:pt x="807" y="539"/>
                </a:lnTo>
                <a:lnTo>
                  <a:pt x="799" y="548"/>
                </a:lnTo>
                <a:lnTo>
                  <a:pt x="791" y="557"/>
                </a:lnTo>
                <a:lnTo>
                  <a:pt x="783" y="566"/>
                </a:lnTo>
                <a:lnTo>
                  <a:pt x="774" y="575"/>
                </a:lnTo>
                <a:lnTo>
                  <a:pt x="765" y="583"/>
                </a:lnTo>
                <a:lnTo>
                  <a:pt x="756" y="591"/>
                </a:lnTo>
                <a:lnTo>
                  <a:pt x="747" y="599"/>
                </a:lnTo>
                <a:lnTo>
                  <a:pt x="737" y="607"/>
                </a:lnTo>
                <a:lnTo>
                  <a:pt x="727" y="614"/>
                </a:lnTo>
                <a:lnTo>
                  <a:pt x="716" y="621"/>
                </a:lnTo>
                <a:lnTo>
                  <a:pt x="705" y="628"/>
                </a:lnTo>
                <a:lnTo>
                  <a:pt x="695" y="635"/>
                </a:lnTo>
                <a:lnTo>
                  <a:pt x="683" y="641"/>
                </a:lnTo>
                <a:lnTo>
                  <a:pt x="672" y="647"/>
                </a:lnTo>
                <a:lnTo>
                  <a:pt x="660" y="653"/>
                </a:lnTo>
                <a:lnTo>
                  <a:pt x="648" y="658"/>
                </a:lnTo>
                <a:lnTo>
                  <a:pt x="636" y="664"/>
                </a:lnTo>
                <a:lnTo>
                  <a:pt x="624" y="668"/>
                </a:lnTo>
                <a:lnTo>
                  <a:pt x="611" y="673"/>
                </a:lnTo>
                <a:lnTo>
                  <a:pt x="599" y="677"/>
                </a:lnTo>
                <a:lnTo>
                  <a:pt x="586" y="681"/>
                </a:lnTo>
                <a:lnTo>
                  <a:pt x="573" y="685"/>
                </a:lnTo>
                <a:lnTo>
                  <a:pt x="560" y="688"/>
                </a:lnTo>
                <a:lnTo>
                  <a:pt x="546" y="691"/>
                </a:lnTo>
                <a:lnTo>
                  <a:pt x="533" y="693"/>
                </a:lnTo>
                <a:lnTo>
                  <a:pt x="520" y="696"/>
                </a:lnTo>
                <a:lnTo>
                  <a:pt x="506" y="697"/>
                </a:lnTo>
                <a:lnTo>
                  <a:pt x="493" y="699"/>
                </a:lnTo>
                <a:lnTo>
                  <a:pt x="479" y="700"/>
                </a:lnTo>
                <a:lnTo>
                  <a:pt x="465" y="701"/>
                </a:lnTo>
                <a:lnTo>
                  <a:pt x="452" y="702"/>
                </a:lnTo>
                <a:lnTo>
                  <a:pt x="438" y="702"/>
                </a:lnTo>
                <a:lnTo>
                  <a:pt x="424" y="702"/>
                </a:lnTo>
                <a:lnTo>
                  <a:pt x="410" y="701"/>
                </a:lnTo>
                <a:lnTo>
                  <a:pt x="397" y="700"/>
                </a:lnTo>
                <a:lnTo>
                  <a:pt x="383" y="699"/>
                </a:lnTo>
                <a:lnTo>
                  <a:pt x="369" y="697"/>
                </a:lnTo>
                <a:lnTo>
                  <a:pt x="356" y="696"/>
                </a:lnTo>
                <a:lnTo>
                  <a:pt x="343" y="693"/>
                </a:lnTo>
                <a:lnTo>
                  <a:pt x="329" y="691"/>
                </a:lnTo>
                <a:lnTo>
                  <a:pt x="316" y="688"/>
                </a:lnTo>
                <a:lnTo>
                  <a:pt x="303" y="685"/>
                </a:lnTo>
                <a:lnTo>
                  <a:pt x="290" y="681"/>
                </a:lnTo>
                <a:lnTo>
                  <a:pt x="277" y="677"/>
                </a:lnTo>
                <a:lnTo>
                  <a:pt x="264" y="673"/>
                </a:lnTo>
                <a:lnTo>
                  <a:pt x="252" y="668"/>
                </a:lnTo>
                <a:lnTo>
                  <a:pt x="240" y="664"/>
                </a:lnTo>
                <a:lnTo>
                  <a:pt x="227" y="658"/>
                </a:lnTo>
                <a:lnTo>
                  <a:pt x="215" y="653"/>
                </a:lnTo>
                <a:lnTo>
                  <a:pt x="204" y="647"/>
                </a:lnTo>
                <a:lnTo>
                  <a:pt x="192" y="641"/>
                </a:lnTo>
                <a:lnTo>
                  <a:pt x="181" y="635"/>
                </a:lnTo>
                <a:lnTo>
                  <a:pt x="170" y="628"/>
                </a:lnTo>
                <a:lnTo>
                  <a:pt x="159" y="621"/>
                </a:lnTo>
                <a:lnTo>
                  <a:pt x="149" y="614"/>
                </a:lnTo>
                <a:lnTo>
                  <a:pt x="138" y="607"/>
                </a:lnTo>
                <a:lnTo>
                  <a:pt x="128" y="599"/>
                </a:lnTo>
                <a:lnTo>
                  <a:pt x="118" y="591"/>
                </a:lnTo>
                <a:lnTo>
                  <a:pt x="109" y="583"/>
                </a:lnTo>
                <a:lnTo>
                  <a:pt x="100" y="575"/>
                </a:lnTo>
                <a:lnTo>
                  <a:pt x="92" y="566"/>
                </a:lnTo>
                <a:lnTo>
                  <a:pt x="83" y="557"/>
                </a:lnTo>
                <a:lnTo>
                  <a:pt x="76" y="548"/>
                </a:lnTo>
                <a:lnTo>
                  <a:pt x="68" y="539"/>
                </a:lnTo>
                <a:lnTo>
                  <a:pt x="61" y="530"/>
                </a:lnTo>
                <a:lnTo>
                  <a:pt x="54" y="519"/>
                </a:lnTo>
                <a:lnTo>
                  <a:pt x="48" y="509"/>
                </a:lnTo>
                <a:lnTo>
                  <a:pt x="42" y="500"/>
                </a:lnTo>
                <a:lnTo>
                  <a:pt x="36" y="490"/>
                </a:lnTo>
                <a:lnTo>
                  <a:pt x="31" y="479"/>
                </a:lnTo>
                <a:lnTo>
                  <a:pt x="26" y="469"/>
                </a:lnTo>
                <a:lnTo>
                  <a:pt x="21" y="459"/>
                </a:lnTo>
                <a:lnTo>
                  <a:pt x="17" y="448"/>
                </a:lnTo>
                <a:lnTo>
                  <a:pt x="14" y="438"/>
                </a:lnTo>
                <a:lnTo>
                  <a:pt x="11" y="427"/>
                </a:lnTo>
                <a:lnTo>
                  <a:pt x="8" y="416"/>
                </a:lnTo>
                <a:lnTo>
                  <a:pt x="5" y="405"/>
                </a:lnTo>
                <a:lnTo>
                  <a:pt x="4" y="394"/>
                </a:lnTo>
                <a:lnTo>
                  <a:pt x="2" y="383"/>
                </a:lnTo>
                <a:lnTo>
                  <a:pt x="1" y="372"/>
                </a:lnTo>
                <a:lnTo>
                  <a:pt x="0" y="361"/>
                </a:lnTo>
                <a:lnTo>
                  <a:pt x="0" y="350"/>
                </a:lnTo>
                <a:lnTo>
                  <a:pt x="0" y="339"/>
                </a:lnTo>
                <a:lnTo>
                  <a:pt x="1" y="328"/>
                </a:lnTo>
                <a:lnTo>
                  <a:pt x="2" y="317"/>
                </a:lnTo>
                <a:lnTo>
                  <a:pt x="4" y="306"/>
                </a:lnTo>
                <a:lnTo>
                  <a:pt x="5" y="296"/>
                </a:lnTo>
                <a:lnTo>
                  <a:pt x="8" y="285"/>
                </a:lnTo>
                <a:lnTo>
                  <a:pt x="11" y="274"/>
                </a:lnTo>
                <a:lnTo>
                  <a:pt x="14" y="263"/>
                </a:lnTo>
                <a:lnTo>
                  <a:pt x="17" y="253"/>
                </a:lnTo>
                <a:lnTo>
                  <a:pt x="21" y="242"/>
                </a:lnTo>
                <a:lnTo>
                  <a:pt x="26" y="232"/>
                </a:lnTo>
                <a:lnTo>
                  <a:pt x="31" y="221"/>
                </a:lnTo>
                <a:lnTo>
                  <a:pt x="36" y="211"/>
                </a:lnTo>
                <a:lnTo>
                  <a:pt x="42" y="201"/>
                </a:lnTo>
                <a:lnTo>
                  <a:pt x="48" y="191"/>
                </a:lnTo>
                <a:lnTo>
                  <a:pt x="54" y="182"/>
                </a:lnTo>
                <a:lnTo>
                  <a:pt x="61" y="172"/>
                </a:lnTo>
                <a:lnTo>
                  <a:pt x="68" y="163"/>
                </a:lnTo>
                <a:lnTo>
                  <a:pt x="76" y="153"/>
                </a:lnTo>
                <a:lnTo>
                  <a:pt x="83" y="144"/>
                </a:lnTo>
                <a:lnTo>
                  <a:pt x="92" y="136"/>
                </a:lnTo>
                <a:lnTo>
                  <a:pt x="100" y="127"/>
                </a:lnTo>
                <a:lnTo>
                  <a:pt x="109" y="119"/>
                </a:lnTo>
                <a:lnTo>
                  <a:pt x="118" y="111"/>
                </a:lnTo>
                <a:lnTo>
                  <a:pt x="128" y="103"/>
                </a:lnTo>
                <a:lnTo>
                  <a:pt x="138" y="95"/>
                </a:lnTo>
                <a:lnTo>
                  <a:pt x="149" y="88"/>
                </a:lnTo>
                <a:lnTo>
                  <a:pt x="159" y="80"/>
                </a:lnTo>
                <a:lnTo>
                  <a:pt x="170" y="74"/>
                </a:lnTo>
                <a:lnTo>
                  <a:pt x="181" y="67"/>
                </a:lnTo>
                <a:lnTo>
                  <a:pt x="192" y="61"/>
                </a:lnTo>
                <a:lnTo>
                  <a:pt x="204" y="55"/>
                </a:lnTo>
                <a:lnTo>
                  <a:pt x="215" y="49"/>
                </a:lnTo>
                <a:lnTo>
                  <a:pt x="227" y="43"/>
                </a:lnTo>
                <a:lnTo>
                  <a:pt x="240" y="38"/>
                </a:lnTo>
                <a:lnTo>
                  <a:pt x="252" y="33"/>
                </a:lnTo>
                <a:lnTo>
                  <a:pt x="264" y="29"/>
                </a:lnTo>
                <a:lnTo>
                  <a:pt x="277" y="25"/>
                </a:lnTo>
                <a:lnTo>
                  <a:pt x="290" y="21"/>
                </a:lnTo>
                <a:lnTo>
                  <a:pt x="303" y="17"/>
                </a:lnTo>
                <a:lnTo>
                  <a:pt x="316" y="14"/>
                </a:lnTo>
                <a:lnTo>
                  <a:pt x="329" y="11"/>
                </a:lnTo>
                <a:lnTo>
                  <a:pt x="343" y="8"/>
                </a:lnTo>
                <a:lnTo>
                  <a:pt x="356" y="6"/>
                </a:lnTo>
                <a:lnTo>
                  <a:pt x="369" y="4"/>
                </a:lnTo>
                <a:lnTo>
                  <a:pt x="383" y="3"/>
                </a:lnTo>
                <a:lnTo>
                  <a:pt x="397" y="2"/>
                </a:lnTo>
                <a:lnTo>
                  <a:pt x="410" y="1"/>
                </a:lnTo>
                <a:lnTo>
                  <a:pt x="424" y="0"/>
                </a:lnTo>
                <a:lnTo>
                  <a:pt x="438" y="0"/>
                </a:lnTo>
                <a:lnTo>
                  <a:pt x="452" y="0"/>
                </a:lnTo>
                <a:lnTo>
                  <a:pt x="465" y="1"/>
                </a:lnTo>
                <a:lnTo>
                  <a:pt x="479" y="2"/>
                </a:lnTo>
                <a:lnTo>
                  <a:pt x="493" y="3"/>
                </a:lnTo>
                <a:lnTo>
                  <a:pt x="506" y="4"/>
                </a:lnTo>
                <a:lnTo>
                  <a:pt x="520" y="6"/>
                </a:lnTo>
                <a:lnTo>
                  <a:pt x="533" y="8"/>
                </a:lnTo>
                <a:lnTo>
                  <a:pt x="546" y="11"/>
                </a:lnTo>
                <a:lnTo>
                  <a:pt x="560" y="14"/>
                </a:lnTo>
                <a:lnTo>
                  <a:pt x="573" y="17"/>
                </a:lnTo>
                <a:lnTo>
                  <a:pt x="586" y="21"/>
                </a:lnTo>
                <a:lnTo>
                  <a:pt x="599" y="25"/>
                </a:lnTo>
                <a:lnTo>
                  <a:pt x="611" y="29"/>
                </a:lnTo>
                <a:lnTo>
                  <a:pt x="624" y="33"/>
                </a:lnTo>
                <a:lnTo>
                  <a:pt x="636" y="38"/>
                </a:lnTo>
                <a:lnTo>
                  <a:pt x="648" y="43"/>
                </a:lnTo>
                <a:lnTo>
                  <a:pt x="660" y="49"/>
                </a:lnTo>
                <a:lnTo>
                  <a:pt x="672" y="55"/>
                </a:lnTo>
                <a:lnTo>
                  <a:pt x="683" y="61"/>
                </a:lnTo>
                <a:lnTo>
                  <a:pt x="695" y="67"/>
                </a:lnTo>
                <a:lnTo>
                  <a:pt x="705" y="74"/>
                </a:lnTo>
                <a:lnTo>
                  <a:pt x="716" y="80"/>
                </a:lnTo>
                <a:lnTo>
                  <a:pt x="727" y="88"/>
                </a:lnTo>
                <a:lnTo>
                  <a:pt x="737" y="95"/>
                </a:lnTo>
                <a:lnTo>
                  <a:pt x="747" y="103"/>
                </a:lnTo>
                <a:lnTo>
                  <a:pt x="756" y="111"/>
                </a:lnTo>
                <a:lnTo>
                  <a:pt x="765" y="119"/>
                </a:lnTo>
                <a:lnTo>
                  <a:pt x="774" y="127"/>
                </a:lnTo>
                <a:lnTo>
                  <a:pt x="783" y="136"/>
                </a:lnTo>
                <a:lnTo>
                  <a:pt x="791" y="144"/>
                </a:lnTo>
                <a:lnTo>
                  <a:pt x="799" y="153"/>
                </a:lnTo>
                <a:lnTo>
                  <a:pt x="807" y="163"/>
                </a:lnTo>
                <a:lnTo>
                  <a:pt x="814" y="172"/>
                </a:lnTo>
                <a:lnTo>
                  <a:pt x="821" y="182"/>
                </a:lnTo>
                <a:lnTo>
                  <a:pt x="827" y="191"/>
                </a:lnTo>
                <a:lnTo>
                  <a:pt x="833" y="201"/>
                </a:lnTo>
                <a:lnTo>
                  <a:pt x="839" y="211"/>
                </a:lnTo>
                <a:lnTo>
                  <a:pt x="844" y="221"/>
                </a:lnTo>
                <a:lnTo>
                  <a:pt x="849" y="232"/>
                </a:lnTo>
                <a:lnTo>
                  <a:pt x="853" y="242"/>
                </a:lnTo>
                <a:lnTo>
                  <a:pt x="857" y="253"/>
                </a:lnTo>
                <a:lnTo>
                  <a:pt x="861" y="263"/>
                </a:lnTo>
                <a:lnTo>
                  <a:pt x="864" y="274"/>
                </a:lnTo>
                <a:lnTo>
                  <a:pt x="867" y="285"/>
                </a:lnTo>
                <a:lnTo>
                  <a:pt x="869" y="296"/>
                </a:lnTo>
                <a:lnTo>
                  <a:pt x="871" y="306"/>
                </a:lnTo>
                <a:lnTo>
                  <a:pt x="873" y="317"/>
                </a:lnTo>
                <a:lnTo>
                  <a:pt x="874" y="328"/>
                </a:lnTo>
                <a:lnTo>
                  <a:pt x="874" y="339"/>
                </a:lnTo>
                <a:lnTo>
                  <a:pt x="875" y="350"/>
                </a:lnTo>
                <a:close/>
              </a:path>
            </a:pathLst>
          </a:custGeom>
          <a:solidFill>
            <a:srgbClr val="ffad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299" name=""/>
          <p:cNvSpPr/>
          <p:nvPr/>
        </p:nvSpPr>
        <p:spPr>
          <a:xfrm>
            <a:off x="4820760" y="1701000"/>
            <a:ext cx="316440" cy="254160"/>
          </a:xfrm>
          <a:custGeom>
            <a:avLst/>
            <a:gdLst/>
            <a:ahLst/>
            <a:rect l="0" t="0" r="r" b="b"/>
            <a:pathLst>
              <a:path w="879" h="706">
                <a:moveTo>
                  <a:pt x="877" y="352"/>
                </a:moveTo>
                <a:lnTo>
                  <a:pt x="876" y="341"/>
                </a:lnTo>
                <a:lnTo>
                  <a:pt x="876" y="330"/>
                </a:lnTo>
                <a:lnTo>
                  <a:pt x="875" y="319"/>
                </a:lnTo>
                <a:lnTo>
                  <a:pt x="873" y="308"/>
                </a:lnTo>
                <a:lnTo>
                  <a:pt x="871" y="298"/>
                </a:lnTo>
                <a:lnTo>
                  <a:pt x="869" y="287"/>
                </a:lnTo>
                <a:lnTo>
                  <a:pt x="866" y="276"/>
                </a:lnTo>
                <a:lnTo>
                  <a:pt x="863" y="265"/>
                </a:lnTo>
                <a:lnTo>
                  <a:pt x="859" y="255"/>
                </a:lnTo>
                <a:lnTo>
                  <a:pt x="855" y="244"/>
                </a:lnTo>
                <a:lnTo>
                  <a:pt x="851" y="234"/>
                </a:lnTo>
                <a:lnTo>
                  <a:pt x="846" y="223"/>
                </a:lnTo>
                <a:lnTo>
                  <a:pt x="841" y="213"/>
                </a:lnTo>
                <a:lnTo>
                  <a:pt x="835" y="203"/>
                </a:lnTo>
                <a:lnTo>
                  <a:pt x="829" y="193"/>
                </a:lnTo>
                <a:lnTo>
                  <a:pt x="823" y="184"/>
                </a:lnTo>
                <a:lnTo>
                  <a:pt x="816" y="174"/>
                </a:lnTo>
                <a:lnTo>
                  <a:pt x="809" y="165"/>
                </a:lnTo>
                <a:lnTo>
                  <a:pt x="801" y="155"/>
                </a:lnTo>
                <a:lnTo>
                  <a:pt x="793" y="146"/>
                </a:lnTo>
                <a:lnTo>
                  <a:pt x="785" y="138"/>
                </a:lnTo>
                <a:lnTo>
                  <a:pt x="776" y="129"/>
                </a:lnTo>
                <a:lnTo>
                  <a:pt x="767" y="121"/>
                </a:lnTo>
                <a:lnTo>
                  <a:pt x="758" y="113"/>
                </a:lnTo>
                <a:lnTo>
                  <a:pt x="749" y="105"/>
                </a:lnTo>
                <a:lnTo>
                  <a:pt x="739" y="97"/>
                </a:lnTo>
                <a:lnTo>
                  <a:pt x="729" y="90"/>
                </a:lnTo>
                <a:lnTo>
                  <a:pt x="718" y="82"/>
                </a:lnTo>
                <a:lnTo>
                  <a:pt x="707" y="76"/>
                </a:lnTo>
                <a:lnTo>
                  <a:pt x="697" y="69"/>
                </a:lnTo>
                <a:lnTo>
                  <a:pt x="685" y="63"/>
                </a:lnTo>
                <a:lnTo>
                  <a:pt x="674" y="57"/>
                </a:lnTo>
                <a:lnTo>
                  <a:pt x="662" y="51"/>
                </a:lnTo>
                <a:lnTo>
                  <a:pt x="650" y="45"/>
                </a:lnTo>
                <a:lnTo>
                  <a:pt x="638" y="40"/>
                </a:lnTo>
                <a:lnTo>
                  <a:pt x="626" y="35"/>
                </a:lnTo>
                <a:lnTo>
                  <a:pt x="613" y="31"/>
                </a:lnTo>
                <a:lnTo>
                  <a:pt x="601" y="27"/>
                </a:lnTo>
                <a:lnTo>
                  <a:pt x="588" y="23"/>
                </a:lnTo>
                <a:lnTo>
                  <a:pt x="575" y="19"/>
                </a:lnTo>
                <a:lnTo>
                  <a:pt x="562" y="16"/>
                </a:lnTo>
                <a:lnTo>
                  <a:pt x="548" y="13"/>
                </a:lnTo>
                <a:lnTo>
                  <a:pt x="535" y="10"/>
                </a:lnTo>
                <a:lnTo>
                  <a:pt x="522" y="8"/>
                </a:lnTo>
                <a:lnTo>
                  <a:pt x="508" y="6"/>
                </a:lnTo>
                <a:lnTo>
                  <a:pt x="495" y="5"/>
                </a:lnTo>
                <a:lnTo>
                  <a:pt x="481" y="4"/>
                </a:lnTo>
                <a:lnTo>
                  <a:pt x="467" y="3"/>
                </a:lnTo>
                <a:lnTo>
                  <a:pt x="454" y="2"/>
                </a:lnTo>
                <a:lnTo>
                  <a:pt x="440" y="2"/>
                </a:lnTo>
                <a:lnTo>
                  <a:pt x="426" y="2"/>
                </a:lnTo>
                <a:lnTo>
                  <a:pt x="412" y="3"/>
                </a:lnTo>
                <a:lnTo>
                  <a:pt x="399" y="4"/>
                </a:lnTo>
                <a:lnTo>
                  <a:pt x="385" y="5"/>
                </a:lnTo>
                <a:lnTo>
                  <a:pt x="371" y="6"/>
                </a:lnTo>
                <a:lnTo>
                  <a:pt x="358" y="8"/>
                </a:lnTo>
                <a:lnTo>
                  <a:pt x="345" y="10"/>
                </a:lnTo>
                <a:lnTo>
                  <a:pt x="331" y="13"/>
                </a:lnTo>
                <a:lnTo>
                  <a:pt x="318" y="16"/>
                </a:lnTo>
                <a:lnTo>
                  <a:pt x="305" y="19"/>
                </a:lnTo>
                <a:lnTo>
                  <a:pt x="292" y="23"/>
                </a:lnTo>
                <a:lnTo>
                  <a:pt x="279" y="27"/>
                </a:lnTo>
                <a:lnTo>
                  <a:pt x="266" y="31"/>
                </a:lnTo>
                <a:lnTo>
                  <a:pt x="254" y="35"/>
                </a:lnTo>
                <a:lnTo>
                  <a:pt x="242" y="40"/>
                </a:lnTo>
                <a:lnTo>
                  <a:pt x="229" y="45"/>
                </a:lnTo>
                <a:lnTo>
                  <a:pt x="216" y="51"/>
                </a:lnTo>
                <a:lnTo>
                  <a:pt x="205" y="57"/>
                </a:lnTo>
                <a:lnTo>
                  <a:pt x="193" y="63"/>
                </a:lnTo>
                <a:lnTo>
                  <a:pt x="182" y="69"/>
                </a:lnTo>
                <a:lnTo>
                  <a:pt x="171" y="76"/>
                </a:lnTo>
                <a:lnTo>
                  <a:pt x="160" y="82"/>
                </a:lnTo>
                <a:lnTo>
                  <a:pt x="150" y="90"/>
                </a:lnTo>
                <a:lnTo>
                  <a:pt x="140" y="97"/>
                </a:lnTo>
                <a:lnTo>
                  <a:pt x="130" y="105"/>
                </a:lnTo>
                <a:lnTo>
                  <a:pt x="120" y="113"/>
                </a:lnTo>
                <a:lnTo>
                  <a:pt x="111" y="121"/>
                </a:lnTo>
                <a:lnTo>
                  <a:pt x="102" y="129"/>
                </a:lnTo>
                <a:lnTo>
                  <a:pt x="94" y="138"/>
                </a:lnTo>
                <a:lnTo>
                  <a:pt x="85" y="146"/>
                </a:lnTo>
                <a:lnTo>
                  <a:pt x="78" y="155"/>
                </a:lnTo>
                <a:lnTo>
                  <a:pt x="70" y="165"/>
                </a:lnTo>
                <a:lnTo>
                  <a:pt x="63" y="174"/>
                </a:lnTo>
                <a:lnTo>
                  <a:pt x="56" y="184"/>
                </a:lnTo>
                <a:lnTo>
                  <a:pt x="50" y="193"/>
                </a:lnTo>
                <a:lnTo>
                  <a:pt x="44" y="203"/>
                </a:lnTo>
                <a:lnTo>
                  <a:pt x="38" y="213"/>
                </a:lnTo>
                <a:lnTo>
                  <a:pt x="33" y="223"/>
                </a:lnTo>
                <a:lnTo>
                  <a:pt x="28" y="234"/>
                </a:lnTo>
                <a:lnTo>
                  <a:pt x="23" y="244"/>
                </a:lnTo>
                <a:lnTo>
                  <a:pt x="19" y="255"/>
                </a:lnTo>
                <a:lnTo>
                  <a:pt x="16" y="265"/>
                </a:lnTo>
                <a:lnTo>
                  <a:pt x="13" y="276"/>
                </a:lnTo>
                <a:lnTo>
                  <a:pt x="10" y="287"/>
                </a:lnTo>
                <a:lnTo>
                  <a:pt x="7" y="298"/>
                </a:lnTo>
                <a:lnTo>
                  <a:pt x="6" y="308"/>
                </a:lnTo>
                <a:lnTo>
                  <a:pt x="4" y="319"/>
                </a:lnTo>
                <a:lnTo>
                  <a:pt x="3" y="330"/>
                </a:lnTo>
                <a:lnTo>
                  <a:pt x="2" y="341"/>
                </a:lnTo>
                <a:lnTo>
                  <a:pt x="2" y="352"/>
                </a:lnTo>
                <a:lnTo>
                  <a:pt x="2" y="363"/>
                </a:lnTo>
                <a:lnTo>
                  <a:pt x="3" y="374"/>
                </a:lnTo>
                <a:lnTo>
                  <a:pt x="4" y="385"/>
                </a:lnTo>
                <a:lnTo>
                  <a:pt x="6" y="396"/>
                </a:lnTo>
                <a:lnTo>
                  <a:pt x="7" y="407"/>
                </a:lnTo>
                <a:lnTo>
                  <a:pt x="10" y="418"/>
                </a:lnTo>
                <a:lnTo>
                  <a:pt x="13" y="429"/>
                </a:lnTo>
                <a:lnTo>
                  <a:pt x="16" y="440"/>
                </a:lnTo>
                <a:lnTo>
                  <a:pt x="19" y="450"/>
                </a:lnTo>
                <a:lnTo>
                  <a:pt x="23" y="461"/>
                </a:lnTo>
                <a:lnTo>
                  <a:pt x="28" y="471"/>
                </a:lnTo>
                <a:lnTo>
                  <a:pt x="33" y="481"/>
                </a:lnTo>
                <a:lnTo>
                  <a:pt x="38" y="492"/>
                </a:lnTo>
                <a:lnTo>
                  <a:pt x="44" y="502"/>
                </a:lnTo>
                <a:lnTo>
                  <a:pt x="50" y="511"/>
                </a:lnTo>
                <a:lnTo>
                  <a:pt x="56" y="521"/>
                </a:lnTo>
                <a:lnTo>
                  <a:pt x="63" y="531"/>
                </a:lnTo>
                <a:lnTo>
                  <a:pt x="70" y="540"/>
                </a:lnTo>
                <a:lnTo>
                  <a:pt x="78" y="549"/>
                </a:lnTo>
                <a:lnTo>
                  <a:pt x="85" y="559"/>
                </a:lnTo>
                <a:lnTo>
                  <a:pt x="94" y="568"/>
                </a:lnTo>
                <a:lnTo>
                  <a:pt x="102" y="577"/>
                </a:lnTo>
                <a:lnTo>
                  <a:pt x="111" y="585"/>
                </a:lnTo>
                <a:lnTo>
                  <a:pt x="120" y="593"/>
                </a:lnTo>
                <a:lnTo>
                  <a:pt x="130" y="601"/>
                </a:lnTo>
                <a:lnTo>
                  <a:pt x="140" y="609"/>
                </a:lnTo>
                <a:lnTo>
                  <a:pt x="150" y="616"/>
                </a:lnTo>
                <a:lnTo>
                  <a:pt x="160" y="623"/>
                </a:lnTo>
                <a:lnTo>
                  <a:pt x="171" y="630"/>
                </a:lnTo>
                <a:lnTo>
                  <a:pt x="182" y="637"/>
                </a:lnTo>
                <a:lnTo>
                  <a:pt x="193" y="643"/>
                </a:lnTo>
                <a:lnTo>
                  <a:pt x="205" y="649"/>
                </a:lnTo>
                <a:lnTo>
                  <a:pt x="216" y="655"/>
                </a:lnTo>
                <a:lnTo>
                  <a:pt x="229" y="660"/>
                </a:lnTo>
                <a:lnTo>
                  <a:pt x="242" y="666"/>
                </a:lnTo>
                <a:lnTo>
                  <a:pt x="254" y="670"/>
                </a:lnTo>
                <a:lnTo>
                  <a:pt x="266" y="675"/>
                </a:lnTo>
                <a:lnTo>
                  <a:pt x="279" y="679"/>
                </a:lnTo>
                <a:lnTo>
                  <a:pt x="292" y="683"/>
                </a:lnTo>
                <a:lnTo>
                  <a:pt x="305" y="687"/>
                </a:lnTo>
                <a:lnTo>
                  <a:pt x="318" y="690"/>
                </a:lnTo>
                <a:lnTo>
                  <a:pt x="331" y="693"/>
                </a:lnTo>
                <a:lnTo>
                  <a:pt x="345" y="695"/>
                </a:lnTo>
                <a:lnTo>
                  <a:pt x="358" y="698"/>
                </a:lnTo>
                <a:lnTo>
                  <a:pt x="371" y="699"/>
                </a:lnTo>
                <a:lnTo>
                  <a:pt x="385" y="701"/>
                </a:lnTo>
                <a:lnTo>
                  <a:pt x="399" y="702"/>
                </a:lnTo>
                <a:lnTo>
                  <a:pt x="412" y="703"/>
                </a:lnTo>
                <a:lnTo>
                  <a:pt x="426" y="704"/>
                </a:lnTo>
                <a:lnTo>
                  <a:pt x="440" y="704"/>
                </a:lnTo>
                <a:lnTo>
                  <a:pt x="454" y="704"/>
                </a:lnTo>
                <a:lnTo>
                  <a:pt x="467" y="703"/>
                </a:lnTo>
                <a:lnTo>
                  <a:pt x="481" y="702"/>
                </a:lnTo>
                <a:lnTo>
                  <a:pt x="495" y="701"/>
                </a:lnTo>
                <a:lnTo>
                  <a:pt x="508" y="699"/>
                </a:lnTo>
                <a:lnTo>
                  <a:pt x="522" y="698"/>
                </a:lnTo>
                <a:lnTo>
                  <a:pt x="535" y="695"/>
                </a:lnTo>
                <a:lnTo>
                  <a:pt x="548" y="693"/>
                </a:lnTo>
                <a:lnTo>
                  <a:pt x="562" y="690"/>
                </a:lnTo>
                <a:lnTo>
                  <a:pt x="575" y="687"/>
                </a:lnTo>
                <a:lnTo>
                  <a:pt x="588" y="683"/>
                </a:lnTo>
                <a:lnTo>
                  <a:pt x="601" y="679"/>
                </a:lnTo>
                <a:lnTo>
                  <a:pt x="613" y="675"/>
                </a:lnTo>
                <a:lnTo>
                  <a:pt x="626" y="670"/>
                </a:lnTo>
                <a:lnTo>
                  <a:pt x="638" y="666"/>
                </a:lnTo>
                <a:lnTo>
                  <a:pt x="650" y="660"/>
                </a:lnTo>
                <a:lnTo>
                  <a:pt x="662" y="655"/>
                </a:lnTo>
                <a:lnTo>
                  <a:pt x="674" y="649"/>
                </a:lnTo>
                <a:lnTo>
                  <a:pt x="685" y="643"/>
                </a:lnTo>
                <a:lnTo>
                  <a:pt x="697" y="637"/>
                </a:lnTo>
                <a:lnTo>
                  <a:pt x="707" y="630"/>
                </a:lnTo>
                <a:lnTo>
                  <a:pt x="718" y="623"/>
                </a:lnTo>
                <a:lnTo>
                  <a:pt x="729" y="616"/>
                </a:lnTo>
                <a:lnTo>
                  <a:pt x="739" y="609"/>
                </a:lnTo>
                <a:lnTo>
                  <a:pt x="749" y="601"/>
                </a:lnTo>
                <a:lnTo>
                  <a:pt x="758" y="593"/>
                </a:lnTo>
                <a:lnTo>
                  <a:pt x="767" y="585"/>
                </a:lnTo>
                <a:lnTo>
                  <a:pt x="776" y="577"/>
                </a:lnTo>
                <a:lnTo>
                  <a:pt x="785" y="568"/>
                </a:lnTo>
                <a:lnTo>
                  <a:pt x="793" y="559"/>
                </a:lnTo>
                <a:lnTo>
                  <a:pt x="801" y="549"/>
                </a:lnTo>
                <a:lnTo>
                  <a:pt x="809" y="540"/>
                </a:lnTo>
                <a:lnTo>
                  <a:pt x="816" y="531"/>
                </a:lnTo>
                <a:lnTo>
                  <a:pt x="823" y="521"/>
                </a:lnTo>
                <a:lnTo>
                  <a:pt x="829" y="511"/>
                </a:lnTo>
                <a:lnTo>
                  <a:pt x="835" y="502"/>
                </a:lnTo>
                <a:lnTo>
                  <a:pt x="841" y="492"/>
                </a:lnTo>
                <a:lnTo>
                  <a:pt x="846" y="481"/>
                </a:lnTo>
                <a:lnTo>
                  <a:pt x="851" y="471"/>
                </a:lnTo>
                <a:lnTo>
                  <a:pt x="855" y="461"/>
                </a:lnTo>
                <a:lnTo>
                  <a:pt x="859" y="450"/>
                </a:lnTo>
                <a:lnTo>
                  <a:pt x="863" y="440"/>
                </a:lnTo>
                <a:lnTo>
                  <a:pt x="866" y="429"/>
                </a:lnTo>
                <a:lnTo>
                  <a:pt x="869" y="418"/>
                </a:lnTo>
                <a:lnTo>
                  <a:pt x="871" y="407"/>
                </a:lnTo>
                <a:lnTo>
                  <a:pt x="873" y="396"/>
                </a:lnTo>
                <a:lnTo>
                  <a:pt x="875" y="385"/>
                </a:lnTo>
                <a:lnTo>
                  <a:pt x="876" y="374"/>
                </a:lnTo>
                <a:lnTo>
                  <a:pt x="876" y="363"/>
                </a:lnTo>
                <a:lnTo>
                  <a:pt x="877" y="352"/>
                </a:lnTo>
                <a:moveTo>
                  <a:pt x="879" y="352"/>
                </a:moveTo>
                <a:lnTo>
                  <a:pt x="879" y="363"/>
                </a:lnTo>
                <a:lnTo>
                  <a:pt x="878" y="374"/>
                </a:lnTo>
                <a:lnTo>
                  <a:pt x="877" y="386"/>
                </a:lnTo>
                <a:lnTo>
                  <a:pt x="875" y="397"/>
                </a:lnTo>
                <a:lnTo>
                  <a:pt x="873" y="407"/>
                </a:lnTo>
                <a:lnTo>
                  <a:pt x="871" y="418"/>
                </a:lnTo>
                <a:lnTo>
                  <a:pt x="868" y="429"/>
                </a:lnTo>
                <a:lnTo>
                  <a:pt x="865" y="440"/>
                </a:lnTo>
                <a:lnTo>
                  <a:pt x="861" y="451"/>
                </a:lnTo>
                <a:lnTo>
                  <a:pt x="857" y="461"/>
                </a:lnTo>
                <a:lnTo>
                  <a:pt x="853" y="472"/>
                </a:lnTo>
                <a:lnTo>
                  <a:pt x="848" y="482"/>
                </a:lnTo>
                <a:lnTo>
                  <a:pt x="843" y="492"/>
                </a:lnTo>
                <a:lnTo>
                  <a:pt x="837" y="502"/>
                </a:lnTo>
                <a:lnTo>
                  <a:pt x="831" y="512"/>
                </a:lnTo>
                <a:lnTo>
                  <a:pt x="825" y="522"/>
                </a:lnTo>
                <a:lnTo>
                  <a:pt x="818" y="532"/>
                </a:lnTo>
                <a:lnTo>
                  <a:pt x="810" y="541"/>
                </a:lnTo>
                <a:lnTo>
                  <a:pt x="803" y="550"/>
                </a:lnTo>
                <a:lnTo>
                  <a:pt x="795" y="560"/>
                </a:lnTo>
                <a:lnTo>
                  <a:pt x="787" y="569"/>
                </a:lnTo>
                <a:lnTo>
                  <a:pt x="778" y="578"/>
                </a:lnTo>
                <a:lnTo>
                  <a:pt x="769" y="586"/>
                </a:lnTo>
                <a:lnTo>
                  <a:pt x="760" y="594"/>
                </a:lnTo>
                <a:lnTo>
                  <a:pt x="750" y="602"/>
                </a:lnTo>
                <a:lnTo>
                  <a:pt x="740" y="610"/>
                </a:lnTo>
                <a:lnTo>
                  <a:pt x="730" y="618"/>
                </a:lnTo>
                <a:lnTo>
                  <a:pt x="720" y="625"/>
                </a:lnTo>
                <a:lnTo>
                  <a:pt x="709" y="632"/>
                </a:lnTo>
                <a:lnTo>
                  <a:pt x="698" y="638"/>
                </a:lnTo>
                <a:lnTo>
                  <a:pt x="687" y="645"/>
                </a:lnTo>
                <a:lnTo>
                  <a:pt x="675" y="651"/>
                </a:lnTo>
                <a:lnTo>
                  <a:pt x="663" y="657"/>
                </a:lnTo>
                <a:lnTo>
                  <a:pt x="651" y="662"/>
                </a:lnTo>
                <a:lnTo>
                  <a:pt x="639" y="667"/>
                </a:lnTo>
                <a:lnTo>
                  <a:pt x="627" y="672"/>
                </a:lnTo>
                <a:lnTo>
                  <a:pt x="614" y="677"/>
                </a:lnTo>
                <a:lnTo>
                  <a:pt x="601" y="681"/>
                </a:lnTo>
                <a:lnTo>
                  <a:pt x="589" y="685"/>
                </a:lnTo>
                <a:lnTo>
                  <a:pt x="575" y="688"/>
                </a:lnTo>
                <a:lnTo>
                  <a:pt x="562" y="692"/>
                </a:lnTo>
                <a:lnTo>
                  <a:pt x="549" y="694"/>
                </a:lnTo>
                <a:lnTo>
                  <a:pt x="536" y="697"/>
                </a:lnTo>
                <a:lnTo>
                  <a:pt x="522" y="699"/>
                </a:lnTo>
                <a:lnTo>
                  <a:pt x="508" y="701"/>
                </a:lnTo>
                <a:lnTo>
                  <a:pt x="495" y="703"/>
                </a:lnTo>
                <a:lnTo>
                  <a:pt x="481" y="704"/>
                </a:lnTo>
                <a:lnTo>
                  <a:pt x="467" y="705"/>
                </a:lnTo>
                <a:lnTo>
                  <a:pt x="454" y="705"/>
                </a:lnTo>
                <a:lnTo>
                  <a:pt x="440" y="706"/>
                </a:lnTo>
                <a:lnTo>
                  <a:pt x="426" y="705"/>
                </a:lnTo>
                <a:lnTo>
                  <a:pt x="412" y="705"/>
                </a:lnTo>
                <a:lnTo>
                  <a:pt x="398" y="704"/>
                </a:lnTo>
                <a:lnTo>
                  <a:pt x="385" y="703"/>
                </a:lnTo>
                <a:lnTo>
                  <a:pt x="371" y="701"/>
                </a:lnTo>
                <a:lnTo>
                  <a:pt x="358" y="699"/>
                </a:lnTo>
                <a:lnTo>
                  <a:pt x="344" y="697"/>
                </a:lnTo>
                <a:lnTo>
                  <a:pt x="331" y="694"/>
                </a:lnTo>
                <a:lnTo>
                  <a:pt x="317" y="692"/>
                </a:lnTo>
                <a:lnTo>
                  <a:pt x="304" y="688"/>
                </a:lnTo>
                <a:lnTo>
                  <a:pt x="291" y="685"/>
                </a:lnTo>
                <a:lnTo>
                  <a:pt x="278" y="681"/>
                </a:lnTo>
                <a:lnTo>
                  <a:pt x="265" y="677"/>
                </a:lnTo>
                <a:lnTo>
                  <a:pt x="253" y="672"/>
                </a:lnTo>
                <a:lnTo>
                  <a:pt x="240" y="667"/>
                </a:lnTo>
                <a:lnTo>
                  <a:pt x="228" y="662"/>
                </a:lnTo>
                <a:lnTo>
                  <a:pt x="215" y="657"/>
                </a:lnTo>
                <a:lnTo>
                  <a:pt x="204" y="651"/>
                </a:lnTo>
                <a:lnTo>
                  <a:pt x="192" y="645"/>
                </a:lnTo>
                <a:lnTo>
                  <a:pt x="181" y="638"/>
                </a:lnTo>
                <a:lnTo>
                  <a:pt x="170" y="632"/>
                </a:lnTo>
                <a:lnTo>
                  <a:pt x="159" y="625"/>
                </a:lnTo>
                <a:lnTo>
                  <a:pt x="148" y="618"/>
                </a:lnTo>
                <a:lnTo>
                  <a:pt x="138" y="610"/>
                </a:lnTo>
                <a:lnTo>
                  <a:pt x="128" y="602"/>
                </a:lnTo>
                <a:lnTo>
                  <a:pt x="119" y="594"/>
                </a:lnTo>
                <a:lnTo>
                  <a:pt x="109" y="586"/>
                </a:lnTo>
                <a:lnTo>
                  <a:pt x="101" y="578"/>
                </a:lnTo>
                <a:lnTo>
                  <a:pt x="92" y="569"/>
                </a:lnTo>
                <a:lnTo>
                  <a:pt x="84" y="560"/>
                </a:lnTo>
                <a:lnTo>
                  <a:pt x="76" y="550"/>
                </a:lnTo>
                <a:lnTo>
                  <a:pt x="68" y="541"/>
                </a:lnTo>
                <a:lnTo>
                  <a:pt x="61" y="532"/>
                </a:lnTo>
                <a:lnTo>
                  <a:pt x="54" y="522"/>
                </a:lnTo>
                <a:lnTo>
                  <a:pt x="48" y="512"/>
                </a:lnTo>
                <a:lnTo>
                  <a:pt x="42" y="502"/>
                </a:lnTo>
                <a:lnTo>
                  <a:pt x="36" y="492"/>
                </a:lnTo>
                <a:lnTo>
                  <a:pt x="31" y="482"/>
                </a:lnTo>
                <a:lnTo>
                  <a:pt x="26" y="472"/>
                </a:lnTo>
                <a:lnTo>
                  <a:pt x="21" y="461"/>
                </a:lnTo>
                <a:lnTo>
                  <a:pt x="17" y="451"/>
                </a:lnTo>
                <a:lnTo>
                  <a:pt x="14" y="440"/>
                </a:lnTo>
                <a:lnTo>
                  <a:pt x="10" y="429"/>
                </a:lnTo>
                <a:lnTo>
                  <a:pt x="8" y="418"/>
                </a:lnTo>
                <a:lnTo>
                  <a:pt x="5" y="407"/>
                </a:lnTo>
                <a:lnTo>
                  <a:pt x="3" y="397"/>
                </a:lnTo>
                <a:lnTo>
                  <a:pt x="2" y="386"/>
                </a:lnTo>
                <a:lnTo>
                  <a:pt x="1" y="374"/>
                </a:lnTo>
                <a:lnTo>
                  <a:pt x="0" y="363"/>
                </a:lnTo>
                <a:lnTo>
                  <a:pt x="0" y="352"/>
                </a:lnTo>
                <a:lnTo>
                  <a:pt x="0" y="341"/>
                </a:lnTo>
                <a:lnTo>
                  <a:pt x="1" y="330"/>
                </a:lnTo>
                <a:lnTo>
                  <a:pt x="2" y="319"/>
                </a:lnTo>
                <a:lnTo>
                  <a:pt x="3" y="308"/>
                </a:lnTo>
                <a:lnTo>
                  <a:pt x="5" y="297"/>
                </a:lnTo>
                <a:lnTo>
                  <a:pt x="8" y="286"/>
                </a:lnTo>
                <a:lnTo>
                  <a:pt x="10" y="276"/>
                </a:lnTo>
                <a:lnTo>
                  <a:pt x="14" y="265"/>
                </a:lnTo>
                <a:lnTo>
                  <a:pt x="17" y="254"/>
                </a:lnTo>
                <a:lnTo>
                  <a:pt x="21" y="244"/>
                </a:lnTo>
                <a:lnTo>
                  <a:pt x="26" y="233"/>
                </a:lnTo>
                <a:lnTo>
                  <a:pt x="31" y="223"/>
                </a:lnTo>
                <a:lnTo>
                  <a:pt x="36" y="213"/>
                </a:lnTo>
                <a:lnTo>
                  <a:pt x="42" y="202"/>
                </a:lnTo>
                <a:lnTo>
                  <a:pt x="48" y="193"/>
                </a:lnTo>
                <a:lnTo>
                  <a:pt x="54" y="183"/>
                </a:lnTo>
                <a:lnTo>
                  <a:pt x="61" y="173"/>
                </a:lnTo>
                <a:lnTo>
                  <a:pt x="68" y="164"/>
                </a:lnTo>
                <a:lnTo>
                  <a:pt x="76" y="154"/>
                </a:lnTo>
                <a:lnTo>
                  <a:pt x="84" y="145"/>
                </a:lnTo>
                <a:lnTo>
                  <a:pt x="92" y="137"/>
                </a:lnTo>
                <a:lnTo>
                  <a:pt x="101" y="128"/>
                </a:lnTo>
                <a:lnTo>
                  <a:pt x="109" y="119"/>
                </a:lnTo>
                <a:lnTo>
                  <a:pt x="119" y="111"/>
                </a:lnTo>
                <a:lnTo>
                  <a:pt x="128" y="103"/>
                </a:lnTo>
                <a:lnTo>
                  <a:pt x="138" y="96"/>
                </a:lnTo>
                <a:lnTo>
                  <a:pt x="148" y="88"/>
                </a:lnTo>
                <a:lnTo>
                  <a:pt x="159" y="81"/>
                </a:lnTo>
                <a:lnTo>
                  <a:pt x="170" y="74"/>
                </a:lnTo>
                <a:lnTo>
                  <a:pt x="181" y="67"/>
                </a:lnTo>
                <a:lnTo>
                  <a:pt x="192" y="61"/>
                </a:lnTo>
                <a:lnTo>
                  <a:pt x="204" y="55"/>
                </a:lnTo>
                <a:lnTo>
                  <a:pt x="215" y="49"/>
                </a:lnTo>
                <a:lnTo>
                  <a:pt x="228" y="44"/>
                </a:lnTo>
                <a:lnTo>
                  <a:pt x="240" y="39"/>
                </a:lnTo>
                <a:lnTo>
                  <a:pt x="253" y="34"/>
                </a:lnTo>
                <a:lnTo>
                  <a:pt x="265" y="29"/>
                </a:lnTo>
                <a:lnTo>
                  <a:pt x="278" y="25"/>
                </a:lnTo>
                <a:lnTo>
                  <a:pt x="291" y="21"/>
                </a:lnTo>
                <a:lnTo>
                  <a:pt x="304" y="17"/>
                </a:lnTo>
                <a:lnTo>
                  <a:pt x="317" y="14"/>
                </a:lnTo>
                <a:lnTo>
                  <a:pt x="331" y="11"/>
                </a:lnTo>
                <a:lnTo>
                  <a:pt x="344" y="9"/>
                </a:lnTo>
                <a:lnTo>
                  <a:pt x="358" y="6"/>
                </a:lnTo>
                <a:lnTo>
                  <a:pt x="371" y="5"/>
                </a:lnTo>
                <a:lnTo>
                  <a:pt x="385" y="3"/>
                </a:lnTo>
                <a:lnTo>
                  <a:pt x="398" y="2"/>
                </a:lnTo>
                <a:lnTo>
                  <a:pt x="412" y="1"/>
                </a:lnTo>
                <a:lnTo>
                  <a:pt x="426" y="0"/>
                </a:lnTo>
                <a:lnTo>
                  <a:pt x="440" y="0"/>
                </a:lnTo>
                <a:lnTo>
                  <a:pt x="454" y="0"/>
                </a:lnTo>
                <a:lnTo>
                  <a:pt x="467" y="1"/>
                </a:lnTo>
                <a:lnTo>
                  <a:pt x="481" y="2"/>
                </a:lnTo>
                <a:lnTo>
                  <a:pt x="495" y="3"/>
                </a:lnTo>
                <a:lnTo>
                  <a:pt x="508" y="5"/>
                </a:lnTo>
                <a:lnTo>
                  <a:pt x="522" y="6"/>
                </a:lnTo>
                <a:lnTo>
                  <a:pt x="536" y="9"/>
                </a:lnTo>
                <a:lnTo>
                  <a:pt x="549" y="11"/>
                </a:lnTo>
                <a:lnTo>
                  <a:pt x="562" y="14"/>
                </a:lnTo>
                <a:lnTo>
                  <a:pt x="575" y="17"/>
                </a:lnTo>
                <a:lnTo>
                  <a:pt x="589" y="21"/>
                </a:lnTo>
                <a:lnTo>
                  <a:pt x="601" y="25"/>
                </a:lnTo>
                <a:lnTo>
                  <a:pt x="614" y="29"/>
                </a:lnTo>
                <a:lnTo>
                  <a:pt x="627" y="34"/>
                </a:lnTo>
                <a:lnTo>
                  <a:pt x="639" y="39"/>
                </a:lnTo>
                <a:lnTo>
                  <a:pt x="651" y="44"/>
                </a:lnTo>
                <a:lnTo>
                  <a:pt x="663" y="49"/>
                </a:lnTo>
                <a:lnTo>
                  <a:pt x="675" y="55"/>
                </a:lnTo>
                <a:lnTo>
                  <a:pt x="687" y="61"/>
                </a:lnTo>
                <a:lnTo>
                  <a:pt x="698" y="67"/>
                </a:lnTo>
                <a:lnTo>
                  <a:pt x="709" y="74"/>
                </a:lnTo>
                <a:lnTo>
                  <a:pt x="720" y="81"/>
                </a:lnTo>
                <a:lnTo>
                  <a:pt x="730" y="88"/>
                </a:lnTo>
                <a:lnTo>
                  <a:pt x="740" y="96"/>
                </a:lnTo>
                <a:lnTo>
                  <a:pt x="750" y="103"/>
                </a:lnTo>
                <a:lnTo>
                  <a:pt x="760" y="111"/>
                </a:lnTo>
                <a:lnTo>
                  <a:pt x="769" y="119"/>
                </a:lnTo>
                <a:lnTo>
                  <a:pt x="778" y="128"/>
                </a:lnTo>
                <a:lnTo>
                  <a:pt x="787" y="137"/>
                </a:lnTo>
                <a:lnTo>
                  <a:pt x="795" y="145"/>
                </a:lnTo>
                <a:lnTo>
                  <a:pt x="803" y="154"/>
                </a:lnTo>
                <a:lnTo>
                  <a:pt x="810" y="164"/>
                </a:lnTo>
                <a:lnTo>
                  <a:pt x="818" y="173"/>
                </a:lnTo>
                <a:lnTo>
                  <a:pt x="825" y="183"/>
                </a:lnTo>
                <a:lnTo>
                  <a:pt x="831" y="193"/>
                </a:lnTo>
                <a:lnTo>
                  <a:pt x="837" y="202"/>
                </a:lnTo>
                <a:lnTo>
                  <a:pt x="843" y="213"/>
                </a:lnTo>
                <a:lnTo>
                  <a:pt x="848" y="223"/>
                </a:lnTo>
                <a:lnTo>
                  <a:pt x="853" y="233"/>
                </a:lnTo>
                <a:lnTo>
                  <a:pt x="857" y="244"/>
                </a:lnTo>
                <a:lnTo>
                  <a:pt x="861" y="254"/>
                </a:lnTo>
                <a:lnTo>
                  <a:pt x="865" y="265"/>
                </a:lnTo>
                <a:lnTo>
                  <a:pt x="868" y="276"/>
                </a:lnTo>
                <a:lnTo>
                  <a:pt x="871" y="286"/>
                </a:lnTo>
                <a:lnTo>
                  <a:pt x="873" y="297"/>
                </a:lnTo>
                <a:lnTo>
                  <a:pt x="875" y="308"/>
                </a:lnTo>
                <a:lnTo>
                  <a:pt x="877" y="319"/>
                </a:lnTo>
                <a:lnTo>
                  <a:pt x="878" y="330"/>
                </a:lnTo>
                <a:lnTo>
                  <a:pt x="879" y="341"/>
                </a:lnTo>
                <a:lnTo>
                  <a:pt x="879" y="352"/>
                </a:lnTo>
                <a:close/>
              </a:path>
            </a:pathLst>
          </a:custGeom>
          <a:solidFill>
            <a:srgbClr val="ffad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0" name=""/>
          <p:cNvSpPr/>
          <p:nvPr/>
        </p:nvSpPr>
        <p:spPr>
          <a:xfrm>
            <a:off x="4819680" y="1700280"/>
            <a:ext cx="318240" cy="255240"/>
          </a:xfrm>
          <a:custGeom>
            <a:avLst/>
            <a:gdLst/>
            <a:ahLst/>
            <a:rect l="0" t="0" r="r" b="b"/>
            <a:pathLst>
              <a:path w="884" h="709">
                <a:moveTo>
                  <a:pt x="882" y="354"/>
                </a:moveTo>
                <a:lnTo>
                  <a:pt x="882" y="343"/>
                </a:lnTo>
                <a:lnTo>
                  <a:pt x="881" y="332"/>
                </a:lnTo>
                <a:lnTo>
                  <a:pt x="880" y="321"/>
                </a:lnTo>
                <a:lnTo>
                  <a:pt x="878" y="310"/>
                </a:lnTo>
                <a:lnTo>
                  <a:pt x="876" y="299"/>
                </a:lnTo>
                <a:lnTo>
                  <a:pt x="874" y="288"/>
                </a:lnTo>
                <a:lnTo>
                  <a:pt x="871" y="278"/>
                </a:lnTo>
                <a:lnTo>
                  <a:pt x="868" y="267"/>
                </a:lnTo>
                <a:lnTo>
                  <a:pt x="864" y="256"/>
                </a:lnTo>
                <a:lnTo>
                  <a:pt x="860" y="246"/>
                </a:lnTo>
                <a:lnTo>
                  <a:pt x="856" y="235"/>
                </a:lnTo>
                <a:lnTo>
                  <a:pt x="851" y="225"/>
                </a:lnTo>
                <a:lnTo>
                  <a:pt x="846" y="215"/>
                </a:lnTo>
                <a:lnTo>
                  <a:pt x="840" y="204"/>
                </a:lnTo>
                <a:lnTo>
                  <a:pt x="834" y="195"/>
                </a:lnTo>
                <a:lnTo>
                  <a:pt x="828" y="185"/>
                </a:lnTo>
                <a:lnTo>
                  <a:pt x="821" y="175"/>
                </a:lnTo>
                <a:lnTo>
                  <a:pt x="813" y="166"/>
                </a:lnTo>
                <a:lnTo>
                  <a:pt x="806" y="156"/>
                </a:lnTo>
                <a:lnTo>
                  <a:pt x="798" y="147"/>
                </a:lnTo>
                <a:lnTo>
                  <a:pt x="790" y="139"/>
                </a:lnTo>
                <a:lnTo>
                  <a:pt x="781" y="130"/>
                </a:lnTo>
                <a:lnTo>
                  <a:pt x="772" y="121"/>
                </a:lnTo>
                <a:lnTo>
                  <a:pt x="763" y="113"/>
                </a:lnTo>
                <a:lnTo>
                  <a:pt x="753" y="105"/>
                </a:lnTo>
                <a:lnTo>
                  <a:pt x="743" y="98"/>
                </a:lnTo>
                <a:lnTo>
                  <a:pt x="733" y="90"/>
                </a:lnTo>
                <a:lnTo>
                  <a:pt x="723" y="83"/>
                </a:lnTo>
                <a:lnTo>
                  <a:pt x="712" y="76"/>
                </a:lnTo>
                <a:lnTo>
                  <a:pt x="701" y="69"/>
                </a:lnTo>
                <a:lnTo>
                  <a:pt x="690" y="63"/>
                </a:lnTo>
                <a:lnTo>
                  <a:pt x="678" y="57"/>
                </a:lnTo>
                <a:lnTo>
                  <a:pt x="666" y="51"/>
                </a:lnTo>
                <a:lnTo>
                  <a:pt x="654" y="46"/>
                </a:lnTo>
                <a:lnTo>
                  <a:pt x="642" y="41"/>
                </a:lnTo>
                <a:lnTo>
                  <a:pt x="630" y="36"/>
                </a:lnTo>
                <a:lnTo>
                  <a:pt x="617" y="31"/>
                </a:lnTo>
                <a:lnTo>
                  <a:pt x="604" y="27"/>
                </a:lnTo>
                <a:lnTo>
                  <a:pt x="592" y="23"/>
                </a:lnTo>
                <a:lnTo>
                  <a:pt x="578" y="19"/>
                </a:lnTo>
                <a:lnTo>
                  <a:pt x="565" y="16"/>
                </a:lnTo>
                <a:lnTo>
                  <a:pt x="552" y="13"/>
                </a:lnTo>
                <a:lnTo>
                  <a:pt x="539" y="11"/>
                </a:lnTo>
                <a:lnTo>
                  <a:pt x="525" y="8"/>
                </a:lnTo>
                <a:lnTo>
                  <a:pt x="511" y="7"/>
                </a:lnTo>
                <a:lnTo>
                  <a:pt x="498" y="5"/>
                </a:lnTo>
                <a:lnTo>
                  <a:pt x="484" y="4"/>
                </a:lnTo>
                <a:lnTo>
                  <a:pt x="470" y="3"/>
                </a:lnTo>
                <a:lnTo>
                  <a:pt x="457" y="2"/>
                </a:lnTo>
                <a:lnTo>
                  <a:pt x="443" y="2"/>
                </a:lnTo>
                <a:lnTo>
                  <a:pt x="429" y="2"/>
                </a:lnTo>
                <a:lnTo>
                  <a:pt x="415" y="3"/>
                </a:lnTo>
                <a:lnTo>
                  <a:pt x="401" y="4"/>
                </a:lnTo>
                <a:lnTo>
                  <a:pt x="388" y="5"/>
                </a:lnTo>
                <a:lnTo>
                  <a:pt x="374" y="7"/>
                </a:lnTo>
                <a:lnTo>
                  <a:pt x="361" y="8"/>
                </a:lnTo>
                <a:lnTo>
                  <a:pt x="347" y="11"/>
                </a:lnTo>
                <a:lnTo>
                  <a:pt x="334" y="13"/>
                </a:lnTo>
                <a:lnTo>
                  <a:pt x="320" y="16"/>
                </a:lnTo>
                <a:lnTo>
                  <a:pt x="307" y="19"/>
                </a:lnTo>
                <a:lnTo>
                  <a:pt x="294" y="23"/>
                </a:lnTo>
                <a:lnTo>
                  <a:pt x="280" y="27"/>
                </a:lnTo>
                <a:lnTo>
                  <a:pt x="267" y="31"/>
                </a:lnTo>
                <a:lnTo>
                  <a:pt x="255" y="36"/>
                </a:lnTo>
                <a:lnTo>
                  <a:pt x="242" y="41"/>
                </a:lnTo>
                <a:lnTo>
                  <a:pt x="230" y="46"/>
                </a:lnTo>
                <a:lnTo>
                  <a:pt x="218" y="51"/>
                </a:lnTo>
                <a:lnTo>
                  <a:pt x="207" y="57"/>
                </a:lnTo>
                <a:lnTo>
                  <a:pt x="195" y="63"/>
                </a:lnTo>
                <a:lnTo>
                  <a:pt x="184" y="69"/>
                </a:lnTo>
                <a:lnTo>
                  <a:pt x="173" y="76"/>
                </a:lnTo>
                <a:lnTo>
                  <a:pt x="162" y="83"/>
                </a:lnTo>
                <a:lnTo>
                  <a:pt x="151" y="90"/>
                </a:lnTo>
                <a:lnTo>
                  <a:pt x="141" y="98"/>
                </a:lnTo>
                <a:lnTo>
                  <a:pt x="131" y="105"/>
                </a:lnTo>
                <a:lnTo>
                  <a:pt x="122" y="113"/>
                </a:lnTo>
                <a:lnTo>
                  <a:pt x="112" y="121"/>
                </a:lnTo>
                <a:lnTo>
                  <a:pt x="104" y="130"/>
                </a:lnTo>
                <a:lnTo>
                  <a:pt x="95" y="139"/>
                </a:lnTo>
                <a:lnTo>
                  <a:pt x="87" y="147"/>
                </a:lnTo>
                <a:lnTo>
                  <a:pt x="79" y="156"/>
                </a:lnTo>
                <a:lnTo>
                  <a:pt x="71" y="166"/>
                </a:lnTo>
                <a:lnTo>
                  <a:pt x="64" y="175"/>
                </a:lnTo>
                <a:lnTo>
                  <a:pt x="57" y="185"/>
                </a:lnTo>
                <a:lnTo>
                  <a:pt x="51" y="195"/>
                </a:lnTo>
                <a:lnTo>
                  <a:pt x="45" y="204"/>
                </a:lnTo>
                <a:lnTo>
                  <a:pt x="39" y="215"/>
                </a:lnTo>
                <a:lnTo>
                  <a:pt x="34" y="225"/>
                </a:lnTo>
                <a:lnTo>
                  <a:pt x="29" y="235"/>
                </a:lnTo>
                <a:lnTo>
                  <a:pt x="24" y="246"/>
                </a:lnTo>
                <a:lnTo>
                  <a:pt x="20" y="256"/>
                </a:lnTo>
                <a:lnTo>
                  <a:pt x="17" y="267"/>
                </a:lnTo>
                <a:lnTo>
                  <a:pt x="13" y="278"/>
                </a:lnTo>
                <a:lnTo>
                  <a:pt x="11" y="288"/>
                </a:lnTo>
                <a:lnTo>
                  <a:pt x="8" y="299"/>
                </a:lnTo>
                <a:lnTo>
                  <a:pt x="6" y="310"/>
                </a:lnTo>
                <a:lnTo>
                  <a:pt x="5" y="321"/>
                </a:lnTo>
                <a:lnTo>
                  <a:pt x="4" y="332"/>
                </a:lnTo>
                <a:lnTo>
                  <a:pt x="3" y="343"/>
                </a:lnTo>
                <a:lnTo>
                  <a:pt x="3" y="354"/>
                </a:lnTo>
                <a:lnTo>
                  <a:pt x="3" y="365"/>
                </a:lnTo>
                <a:lnTo>
                  <a:pt x="4" y="376"/>
                </a:lnTo>
                <a:lnTo>
                  <a:pt x="5" y="388"/>
                </a:lnTo>
                <a:lnTo>
                  <a:pt x="6" y="399"/>
                </a:lnTo>
                <a:lnTo>
                  <a:pt x="8" y="409"/>
                </a:lnTo>
                <a:lnTo>
                  <a:pt x="11" y="420"/>
                </a:lnTo>
                <a:lnTo>
                  <a:pt x="13" y="431"/>
                </a:lnTo>
                <a:lnTo>
                  <a:pt x="17" y="442"/>
                </a:lnTo>
                <a:lnTo>
                  <a:pt x="20" y="453"/>
                </a:lnTo>
                <a:lnTo>
                  <a:pt x="24" y="463"/>
                </a:lnTo>
                <a:lnTo>
                  <a:pt x="29" y="474"/>
                </a:lnTo>
                <a:lnTo>
                  <a:pt x="34" y="484"/>
                </a:lnTo>
                <a:lnTo>
                  <a:pt x="39" y="494"/>
                </a:lnTo>
                <a:lnTo>
                  <a:pt x="45" y="504"/>
                </a:lnTo>
                <a:lnTo>
                  <a:pt x="51" y="514"/>
                </a:lnTo>
                <a:lnTo>
                  <a:pt x="57" y="524"/>
                </a:lnTo>
                <a:lnTo>
                  <a:pt x="64" y="534"/>
                </a:lnTo>
                <a:lnTo>
                  <a:pt x="71" y="543"/>
                </a:lnTo>
                <a:lnTo>
                  <a:pt x="79" y="552"/>
                </a:lnTo>
                <a:lnTo>
                  <a:pt x="87" y="561"/>
                </a:lnTo>
                <a:lnTo>
                  <a:pt x="95" y="570"/>
                </a:lnTo>
                <a:lnTo>
                  <a:pt x="104" y="579"/>
                </a:lnTo>
                <a:lnTo>
                  <a:pt x="112" y="588"/>
                </a:lnTo>
                <a:lnTo>
                  <a:pt x="122" y="596"/>
                </a:lnTo>
                <a:lnTo>
                  <a:pt x="131" y="604"/>
                </a:lnTo>
                <a:lnTo>
                  <a:pt x="141" y="612"/>
                </a:lnTo>
                <a:lnTo>
                  <a:pt x="151" y="620"/>
                </a:lnTo>
                <a:lnTo>
                  <a:pt x="162" y="627"/>
                </a:lnTo>
                <a:lnTo>
                  <a:pt x="173" y="634"/>
                </a:lnTo>
                <a:lnTo>
                  <a:pt x="184" y="640"/>
                </a:lnTo>
                <a:lnTo>
                  <a:pt x="195" y="647"/>
                </a:lnTo>
                <a:lnTo>
                  <a:pt x="207" y="653"/>
                </a:lnTo>
                <a:lnTo>
                  <a:pt x="218" y="659"/>
                </a:lnTo>
                <a:lnTo>
                  <a:pt x="230" y="664"/>
                </a:lnTo>
                <a:lnTo>
                  <a:pt x="242" y="669"/>
                </a:lnTo>
                <a:lnTo>
                  <a:pt x="255" y="674"/>
                </a:lnTo>
                <a:lnTo>
                  <a:pt x="267" y="679"/>
                </a:lnTo>
                <a:lnTo>
                  <a:pt x="280" y="683"/>
                </a:lnTo>
                <a:lnTo>
                  <a:pt x="294" y="687"/>
                </a:lnTo>
                <a:lnTo>
                  <a:pt x="307" y="690"/>
                </a:lnTo>
                <a:lnTo>
                  <a:pt x="320" y="694"/>
                </a:lnTo>
                <a:lnTo>
                  <a:pt x="334" y="696"/>
                </a:lnTo>
                <a:lnTo>
                  <a:pt x="347" y="699"/>
                </a:lnTo>
                <a:lnTo>
                  <a:pt x="361" y="701"/>
                </a:lnTo>
                <a:lnTo>
                  <a:pt x="374" y="703"/>
                </a:lnTo>
                <a:lnTo>
                  <a:pt x="388" y="705"/>
                </a:lnTo>
                <a:lnTo>
                  <a:pt x="401" y="706"/>
                </a:lnTo>
                <a:lnTo>
                  <a:pt x="415" y="707"/>
                </a:lnTo>
                <a:lnTo>
                  <a:pt x="429" y="707"/>
                </a:lnTo>
                <a:lnTo>
                  <a:pt x="443" y="708"/>
                </a:lnTo>
                <a:lnTo>
                  <a:pt x="457" y="707"/>
                </a:lnTo>
                <a:lnTo>
                  <a:pt x="470" y="707"/>
                </a:lnTo>
                <a:lnTo>
                  <a:pt x="484" y="706"/>
                </a:lnTo>
                <a:lnTo>
                  <a:pt x="498" y="705"/>
                </a:lnTo>
                <a:lnTo>
                  <a:pt x="511" y="703"/>
                </a:lnTo>
                <a:lnTo>
                  <a:pt x="525" y="701"/>
                </a:lnTo>
                <a:lnTo>
                  <a:pt x="539" y="699"/>
                </a:lnTo>
                <a:lnTo>
                  <a:pt x="552" y="696"/>
                </a:lnTo>
                <a:lnTo>
                  <a:pt x="565" y="694"/>
                </a:lnTo>
                <a:lnTo>
                  <a:pt x="578" y="690"/>
                </a:lnTo>
                <a:lnTo>
                  <a:pt x="592" y="687"/>
                </a:lnTo>
                <a:lnTo>
                  <a:pt x="604" y="683"/>
                </a:lnTo>
                <a:lnTo>
                  <a:pt x="617" y="679"/>
                </a:lnTo>
                <a:lnTo>
                  <a:pt x="630" y="674"/>
                </a:lnTo>
                <a:lnTo>
                  <a:pt x="642" y="669"/>
                </a:lnTo>
                <a:lnTo>
                  <a:pt x="654" y="664"/>
                </a:lnTo>
                <a:lnTo>
                  <a:pt x="666" y="659"/>
                </a:lnTo>
                <a:lnTo>
                  <a:pt x="678" y="653"/>
                </a:lnTo>
                <a:lnTo>
                  <a:pt x="690" y="647"/>
                </a:lnTo>
                <a:lnTo>
                  <a:pt x="701" y="640"/>
                </a:lnTo>
                <a:lnTo>
                  <a:pt x="712" y="634"/>
                </a:lnTo>
                <a:lnTo>
                  <a:pt x="723" y="627"/>
                </a:lnTo>
                <a:lnTo>
                  <a:pt x="733" y="620"/>
                </a:lnTo>
                <a:lnTo>
                  <a:pt x="743" y="612"/>
                </a:lnTo>
                <a:lnTo>
                  <a:pt x="753" y="604"/>
                </a:lnTo>
                <a:lnTo>
                  <a:pt x="763" y="596"/>
                </a:lnTo>
                <a:lnTo>
                  <a:pt x="772" y="588"/>
                </a:lnTo>
                <a:lnTo>
                  <a:pt x="781" y="579"/>
                </a:lnTo>
                <a:lnTo>
                  <a:pt x="790" y="570"/>
                </a:lnTo>
                <a:lnTo>
                  <a:pt x="798" y="561"/>
                </a:lnTo>
                <a:lnTo>
                  <a:pt x="806" y="552"/>
                </a:lnTo>
                <a:lnTo>
                  <a:pt x="813" y="543"/>
                </a:lnTo>
                <a:lnTo>
                  <a:pt x="821" y="534"/>
                </a:lnTo>
                <a:lnTo>
                  <a:pt x="828" y="524"/>
                </a:lnTo>
                <a:lnTo>
                  <a:pt x="834" y="514"/>
                </a:lnTo>
                <a:lnTo>
                  <a:pt x="840" y="504"/>
                </a:lnTo>
                <a:lnTo>
                  <a:pt x="846" y="494"/>
                </a:lnTo>
                <a:lnTo>
                  <a:pt x="851" y="484"/>
                </a:lnTo>
                <a:lnTo>
                  <a:pt x="856" y="474"/>
                </a:lnTo>
                <a:lnTo>
                  <a:pt x="860" y="463"/>
                </a:lnTo>
                <a:lnTo>
                  <a:pt x="864" y="453"/>
                </a:lnTo>
                <a:lnTo>
                  <a:pt x="868" y="442"/>
                </a:lnTo>
                <a:lnTo>
                  <a:pt x="871" y="431"/>
                </a:lnTo>
                <a:lnTo>
                  <a:pt x="874" y="420"/>
                </a:lnTo>
                <a:lnTo>
                  <a:pt x="876" y="409"/>
                </a:lnTo>
                <a:lnTo>
                  <a:pt x="878" y="399"/>
                </a:lnTo>
                <a:lnTo>
                  <a:pt x="880" y="388"/>
                </a:lnTo>
                <a:lnTo>
                  <a:pt x="881" y="376"/>
                </a:lnTo>
                <a:lnTo>
                  <a:pt x="882" y="365"/>
                </a:lnTo>
                <a:lnTo>
                  <a:pt x="882" y="354"/>
                </a:lnTo>
                <a:moveTo>
                  <a:pt x="884" y="354"/>
                </a:moveTo>
                <a:lnTo>
                  <a:pt x="884" y="366"/>
                </a:lnTo>
                <a:lnTo>
                  <a:pt x="883" y="377"/>
                </a:lnTo>
                <a:lnTo>
                  <a:pt x="882" y="388"/>
                </a:lnTo>
                <a:lnTo>
                  <a:pt x="881" y="399"/>
                </a:lnTo>
                <a:lnTo>
                  <a:pt x="879" y="410"/>
                </a:lnTo>
                <a:lnTo>
                  <a:pt x="876" y="421"/>
                </a:lnTo>
                <a:lnTo>
                  <a:pt x="873" y="432"/>
                </a:lnTo>
                <a:lnTo>
                  <a:pt x="870" y="442"/>
                </a:lnTo>
                <a:lnTo>
                  <a:pt x="867" y="453"/>
                </a:lnTo>
                <a:lnTo>
                  <a:pt x="863" y="464"/>
                </a:lnTo>
                <a:lnTo>
                  <a:pt x="858" y="474"/>
                </a:lnTo>
                <a:lnTo>
                  <a:pt x="853" y="485"/>
                </a:lnTo>
                <a:lnTo>
                  <a:pt x="848" y="495"/>
                </a:lnTo>
                <a:lnTo>
                  <a:pt x="842" y="505"/>
                </a:lnTo>
                <a:lnTo>
                  <a:pt x="836" y="515"/>
                </a:lnTo>
                <a:lnTo>
                  <a:pt x="830" y="525"/>
                </a:lnTo>
                <a:lnTo>
                  <a:pt x="823" y="535"/>
                </a:lnTo>
                <a:lnTo>
                  <a:pt x="815" y="544"/>
                </a:lnTo>
                <a:lnTo>
                  <a:pt x="808" y="553"/>
                </a:lnTo>
                <a:lnTo>
                  <a:pt x="800" y="562"/>
                </a:lnTo>
                <a:lnTo>
                  <a:pt x="792" y="571"/>
                </a:lnTo>
                <a:lnTo>
                  <a:pt x="783" y="580"/>
                </a:lnTo>
                <a:lnTo>
                  <a:pt x="774" y="589"/>
                </a:lnTo>
                <a:lnTo>
                  <a:pt x="765" y="598"/>
                </a:lnTo>
                <a:lnTo>
                  <a:pt x="755" y="606"/>
                </a:lnTo>
                <a:lnTo>
                  <a:pt x="745" y="613"/>
                </a:lnTo>
                <a:lnTo>
                  <a:pt x="735" y="621"/>
                </a:lnTo>
                <a:lnTo>
                  <a:pt x="724" y="628"/>
                </a:lnTo>
                <a:lnTo>
                  <a:pt x="713" y="635"/>
                </a:lnTo>
                <a:lnTo>
                  <a:pt x="702" y="642"/>
                </a:lnTo>
                <a:lnTo>
                  <a:pt x="691" y="648"/>
                </a:lnTo>
                <a:lnTo>
                  <a:pt x="679" y="654"/>
                </a:lnTo>
                <a:lnTo>
                  <a:pt x="667" y="660"/>
                </a:lnTo>
                <a:lnTo>
                  <a:pt x="655" y="666"/>
                </a:lnTo>
                <a:lnTo>
                  <a:pt x="643" y="671"/>
                </a:lnTo>
                <a:lnTo>
                  <a:pt x="631" y="676"/>
                </a:lnTo>
                <a:lnTo>
                  <a:pt x="618" y="680"/>
                </a:lnTo>
                <a:lnTo>
                  <a:pt x="605" y="685"/>
                </a:lnTo>
                <a:lnTo>
                  <a:pt x="592" y="688"/>
                </a:lnTo>
                <a:lnTo>
                  <a:pt x="579" y="692"/>
                </a:lnTo>
                <a:lnTo>
                  <a:pt x="566" y="695"/>
                </a:lnTo>
                <a:lnTo>
                  <a:pt x="553" y="698"/>
                </a:lnTo>
                <a:lnTo>
                  <a:pt x="539" y="701"/>
                </a:lnTo>
                <a:lnTo>
                  <a:pt x="525" y="703"/>
                </a:lnTo>
                <a:lnTo>
                  <a:pt x="512" y="705"/>
                </a:lnTo>
                <a:lnTo>
                  <a:pt x="498" y="707"/>
                </a:lnTo>
                <a:lnTo>
                  <a:pt x="484" y="708"/>
                </a:lnTo>
                <a:lnTo>
                  <a:pt x="471" y="709"/>
                </a:lnTo>
                <a:lnTo>
                  <a:pt x="457" y="709"/>
                </a:lnTo>
                <a:lnTo>
                  <a:pt x="443" y="709"/>
                </a:lnTo>
                <a:lnTo>
                  <a:pt x="429" y="709"/>
                </a:lnTo>
                <a:lnTo>
                  <a:pt x="415" y="709"/>
                </a:lnTo>
                <a:lnTo>
                  <a:pt x="401" y="708"/>
                </a:lnTo>
                <a:lnTo>
                  <a:pt x="387" y="707"/>
                </a:lnTo>
                <a:lnTo>
                  <a:pt x="374" y="705"/>
                </a:lnTo>
                <a:lnTo>
                  <a:pt x="360" y="703"/>
                </a:lnTo>
                <a:lnTo>
                  <a:pt x="347" y="701"/>
                </a:lnTo>
                <a:lnTo>
                  <a:pt x="333" y="698"/>
                </a:lnTo>
                <a:lnTo>
                  <a:pt x="320" y="695"/>
                </a:lnTo>
                <a:lnTo>
                  <a:pt x="306" y="692"/>
                </a:lnTo>
                <a:lnTo>
                  <a:pt x="293" y="688"/>
                </a:lnTo>
                <a:lnTo>
                  <a:pt x="279" y="685"/>
                </a:lnTo>
                <a:lnTo>
                  <a:pt x="267" y="680"/>
                </a:lnTo>
                <a:lnTo>
                  <a:pt x="254" y="676"/>
                </a:lnTo>
                <a:lnTo>
                  <a:pt x="241" y="671"/>
                </a:lnTo>
                <a:lnTo>
                  <a:pt x="229" y="666"/>
                </a:lnTo>
                <a:lnTo>
                  <a:pt x="217" y="660"/>
                </a:lnTo>
                <a:lnTo>
                  <a:pt x="205" y="654"/>
                </a:lnTo>
                <a:lnTo>
                  <a:pt x="194" y="648"/>
                </a:lnTo>
                <a:lnTo>
                  <a:pt x="182" y="642"/>
                </a:lnTo>
                <a:lnTo>
                  <a:pt x="171" y="635"/>
                </a:lnTo>
                <a:lnTo>
                  <a:pt x="160" y="628"/>
                </a:lnTo>
                <a:lnTo>
                  <a:pt x="150" y="621"/>
                </a:lnTo>
                <a:lnTo>
                  <a:pt x="140" y="613"/>
                </a:lnTo>
                <a:lnTo>
                  <a:pt x="130" y="606"/>
                </a:lnTo>
                <a:lnTo>
                  <a:pt x="120" y="598"/>
                </a:lnTo>
                <a:lnTo>
                  <a:pt x="111" y="589"/>
                </a:lnTo>
                <a:lnTo>
                  <a:pt x="102" y="580"/>
                </a:lnTo>
                <a:lnTo>
                  <a:pt x="93" y="571"/>
                </a:lnTo>
                <a:lnTo>
                  <a:pt x="85" y="562"/>
                </a:lnTo>
                <a:lnTo>
                  <a:pt x="77" y="553"/>
                </a:lnTo>
                <a:lnTo>
                  <a:pt x="69" y="544"/>
                </a:lnTo>
                <a:lnTo>
                  <a:pt x="62" y="535"/>
                </a:lnTo>
                <a:lnTo>
                  <a:pt x="55" y="525"/>
                </a:lnTo>
                <a:lnTo>
                  <a:pt x="49" y="515"/>
                </a:lnTo>
                <a:lnTo>
                  <a:pt x="42" y="505"/>
                </a:lnTo>
                <a:lnTo>
                  <a:pt x="37" y="495"/>
                </a:lnTo>
                <a:lnTo>
                  <a:pt x="31" y="485"/>
                </a:lnTo>
                <a:lnTo>
                  <a:pt x="27" y="474"/>
                </a:lnTo>
                <a:lnTo>
                  <a:pt x="22" y="464"/>
                </a:lnTo>
                <a:lnTo>
                  <a:pt x="18" y="453"/>
                </a:lnTo>
                <a:lnTo>
                  <a:pt x="14" y="442"/>
                </a:lnTo>
                <a:lnTo>
                  <a:pt x="11" y="432"/>
                </a:lnTo>
                <a:lnTo>
                  <a:pt x="8" y="421"/>
                </a:lnTo>
                <a:lnTo>
                  <a:pt x="6" y="410"/>
                </a:lnTo>
                <a:lnTo>
                  <a:pt x="4" y="399"/>
                </a:lnTo>
                <a:lnTo>
                  <a:pt x="2" y="388"/>
                </a:lnTo>
                <a:lnTo>
                  <a:pt x="1" y="377"/>
                </a:lnTo>
                <a:lnTo>
                  <a:pt x="1" y="366"/>
                </a:lnTo>
                <a:lnTo>
                  <a:pt x="0" y="354"/>
                </a:lnTo>
                <a:lnTo>
                  <a:pt x="1" y="343"/>
                </a:lnTo>
                <a:lnTo>
                  <a:pt x="1" y="332"/>
                </a:lnTo>
                <a:lnTo>
                  <a:pt x="2" y="321"/>
                </a:lnTo>
                <a:lnTo>
                  <a:pt x="4" y="310"/>
                </a:lnTo>
                <a:lnTo>
                  <a:pt x="6" y="299"/>
                </a:lnTo>
                <a:lnTo>
                  <a:pt x="8" y="288"/>
                </a:lnTo>
                <a:lnTo>
                  <a:pt x="11" y="277"/>
                </a:lnTo>
                <a:lnTo>
                  <a:pt x="14" y="266"/>
                </a:lnTo>
                <a:lnTo>
                  <a:pt x="18" y="256"/>
                </a:lnTo>
                <a:lnTo>
                  <a:pt x="22" y="245"/>
                </a:lnTo>
                <a:lnTo>
                  <a:pt x="27" y="234"/>
                </a:lnTo>
                <a:lnTo>
                  <a:pt x="31" y="224"/>
                </a:lnTo>
                <a:lnTo>
                  <a:pt x="37" y="214"/>
                </a:lnTo>
                <a:lnTo>
                  <a:pt x="42" y="204"/>
                </a:lnTo>
                <a:lnTo>
                  <a:pt x="49" y="194"/>
                </a:lnTo>
                <a:lnTo>
                  <a:pt x="55" y="184"/>
                </a:lnTo>
                <a:lnTo>
                  <a:pt x="62" y="174"/>
                </a:lnTo>
                <a:lnTo>
                  <a:pt x="69" y="165"/>
                </a:lnTo>
                <a:lnTo>
                  <a:pt x="77" y="155"/>
                </a:lnTo>
                <a:lnTo>
                  <a:pt x="85" y="146"/>
                </a:lnTo>
                <a:lnTo>
                  <a:pt x="93" y="137"/>
                </a:lnTo>
                <a:lnTo>
                  <a:pt x="102" y="129"/>
                </a:lnTo>
                <a:lnTo>
                  <a:pt x="111" y="120"/>
                </a:lnTo>
                <a:lnTo>
                  <a:pt x="120" y="112"/>
                </a:lnTo>
                <a:lnTo>
                  <a:pt x="130" y="104"/>
                </a:lnTo>
                <a:lnTo>
                  <a:pt x="140" y="96"/>
                </a:lnTo>
                <a:lnTo>
                  <a:pt x="150" y="89"/>
                </a:lnTo>
                <a:lnTo>
                  <a:pt x="160" y="82"/>
                </a:lnTo>
                <a:lnTo>
                  <a:pt x="171" y="75"/>
                </a:lnTo>
                <a:lnTo>
                  <a:pt x="182" y="68"/>
                </a:lnTo>
                <a:lnTo>
                  <a:pt x="194" y="62"/>
                </a:lnTo>
                <a:lnTo>
                  <a:pt x="205" y="55"/>
                </a:lnTo>
                <a:lnTo>
                  <a:pt x="217" y="50"/>
                </a:lnTo>
                <a:lnTo>
                  <a:pt x="229" y="44"/>
                </a:lnTo>
                <a:lnTo>
                  <a:pt x="241" y="39"/>
                </a:lnTo>
                <a:lnTo>
                  <a:pt x="254" y="34"/>
                </a:lnTo>
                <a:lnTo>
                  <a:pt x="267" y="29"/>
                </a:lnTo>
                <a:lnTo>
                  <a:pt x="279" y="25"/>
                </a:lnTo>
                <a:lnTo>
                  <a:pt x="293" y="21"/>
                </a:lnTo>
                <a:lnTo>
                  <a:pt x="306" y="18"/>
                </a:lnTo>
                <a:lnTo>
                  <a:pt x="320" y="14"/>
                </a:lnTo>
                <a:lnTo>
                  <a:pt x="333" y="11"/>
                </a:lnTo>
                <a:lnTo>
                  <a:pt x="347" y="9"/>
                </a:lnTo>
                <a:lnTo>
                  <a:pt x="360" y="7"/>
                </a:lnTo>
                <a:lnTo>
                  <a:pt x="374" y="5"/>
                </a:lnTo>
                <a:lnTo>
                  <a:pt x="387" y="3"/>
                </a:lnTo>
                <a:lnTo>
                  <a:pt x="401" y="2"/>
                </a:lnTo>
                <a:lnTo>
                  <a:pt x="415" y="1"/>
                </a:lnTo>
                <a:lnTo>
                  <a:pt x="429" y="1"/>
                </a:lnTo>
                <a:lnTo>
                  <a:pt x="443" y="0"/>
                </a:lnTo>
                <a:lnTo>
                  <a:pt x="457" y="1"/>
                </a:lnTo>
                <a:lnTo>
                  <a:pt x="471" y="1"/>
                </a:lnTo>
                <a:lnTo>
                  <a:pt x="484" y="2"/>
                </a:lnTo>
                <a:lnTo>
                  <a:pt x="498" y="3"/>
                </a:lnTo>
                <a:lnTo>
                  <a:pt x="512" y="5"/>
                </a:lnTo>
                <a:lnTo>
                  <a:pt x="525" y="7"/>
                </a:lnTo>
                <a:lnTo>
                  <a:pt x="539" y="9"/>
                </a:lnTo>
                <a:lnTo>
                  <a:pt x="553" y="11"/>
                </a:lnTo>
                <a:lnTo>
                  <a:pt x="566" y="14"/>
                </a:lnTo>
                <a:lnTo>
                  <a:pt x="579" y="18"/>
                </a:lnTo>
                <a:lnTo>
                  <a:pt x="592" y="21"/>
                </a:lnTo>
                <a:lnTo>
                  <a:pt x="605" y="25"/>
                </a:lnTo>
                <a:lnTo>
                  <a:pt x="618" y="29"/>
                </a:lnTo>
                <a:lnTo>
                  <a:pt x="631" y="34"/>
                </a:lnTo>
                <a:lnTo>
                  <a:pt x="643" y="39"/>
                </a:lnTo>
                <a:lnTo>
                  <a:pt x="655" y="44"/>
                </a:lnTo>
                <a:lnTo>
                  <a:pt x="667" y="50"/>
                </a:lnTo>
                <a:lnTo>
                  <a:pt x="679" y="55"/>
                </a:lnTo>
                <a:lnTo>
                  <a:pt x="691" y="62"/>
                </a:lnTo>
                <a:lnTo>
                  <a:pt x="702" y="68"/>
                </a:lnTo>
                <a:lnTo>
                  <a:pt x="713" y="75"/>
                </a:lnTo>
                <a:lnTo>
                  <a:pt x="724" y="82"/>
                </a:lnTo>
                <a:lnTo>
                  <a:pt x="735" y="89"/>
                </a:lnTo>
                <a:lnTo>
                  <a:pt x="745" y="96"/>
                </a:lnTo>
                <a:lnTo>
                  <a:pt x="755" y="104"/>
                </a:lnTo>
                <a:lnTo>
                  <a:pt x="765" y="112"/>
                </a:lnTo>
                <a:lnTo>
                  <a:pt x="774" y="120"/>
                </a:lnTo>
                <a:lnTo>
                  <a:pt x="783" y="129"/>
                </a:lnTo>
                <a:lnTo>
                  <a:pt x="792" y="137"/>
                </a:lnTo>
                <a:lnTo>
                  <a:pt x="800" y="146"/>
                </a:lnTo>
                <a:lnTo>
                  <a:pt x="808" y="155"/>
                </a:lnTo>
                <a:lnTo>
                  <a:pt x="815" y="165"/>
                </a:lnTo>
                <a:lnTo>
                  <a:pt x="823" y="174"/>
                </a:lnTo>
                <a:lnTo>
                  <a:pt x="830" y="184"/>
                </a:lnTo>
                <a:lnTo>
                  <a:pt x="836" y="194"/>
                </a:lnTo>
                <a:lnTo>
                  <a:pt x="842" y="204"/>
                </a:lnTo>
                <a:lnTo>
                  <a:pt x="848" y="214"/>
                </a:lnTo>
                <a:lnTo>
                  <a:pt x="853" y="224"/>
                </a:lnTo>
                <a:lnTo>
                  <a:pt x="858" y="234"/>
                </a:lnTo>
                <a:lnTo>
                  <a:pt x="863" y="245"/>
                </a:lnTo>
                <a:lnTo>
                  <a:pt x="867" y="256"/>
                </a:lnTo>
                <a:lnTo>
                  <a:pt x="870" y="266"/>
                </a:lnTo>
                <a:lnTo>
                  <a:pt x="873" y="277"/>
                </a:lnTo>
                <a:lnTo>
                  <a:pt x="876" y="288"/>
                </a:lnTo>
                <a:lnTo>
                  <a:pt x="879" y="299"/>
                </a:lnTo>
                <a:lnTo>
                  <a:pt x="881" y="310"/>
                </a:lnTo>
                <a:lnTo>
                  <a:pt x="882" y="321"/>
                </a:lnTo>
                <a:lnTo>
                  <a:pt x="883" y="332"/>
                </a:lnTo>
                <a:lnTo>
                  <a:pt x="884" y="343"/>
                </a:lnTo>
                <a:lnTo>
                  <a:pt x="884" y="354"/>
                </a:lnTo>
                <a:close/>
              </a:path>
            </a:pathLst>
          </a:custGeom>
          <a:solidFill>
            <a:srgbClr val="ffac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1" name=""/>
          <p:cNvSpPr/>
          <p:nvPr/>
        </p:nvSpPr>
        <p:spPr>
          <a:xfrm>
            <a:off x="4818960" y="1699920"/>
            <a:ext cx="319680" cy="256320"/>
          </a:xfrm>
          <a:custGeom>
            <a:avLst/>
            <a:gdLst/>
            <a:ahLst/>
            <a:rect l="0" t="0" r="r" b="b"/>
            <a:pathLst>
              <a:path w="888" h="712">
                <a:moveTo>
                  <a:pt x="886" y="355"/>
                </a:moveTo>
                <a:lnTo>
                  <a:pt x="886" y="344"/>
                </a:lnTo>
                <a:lnTo>
                  <a:pt x="885" y="333"/>
                </a:lnTo>
                <a:lnTo>
                  <a:pt x="884" y="322"/>
                </a:lnTo>
                <a:lnTo>
                  <a:pt x="883" y="311"/>
                </a:lnTo>
                <a:lnTo>
                  <a:pt x="881" y="300"/>
                </a:lnTo>
                <a:lnTo>
                  <a:pt x="878" y="289"/>
                </a:lnTo>
                <a:lnTo>
                  <a:pt x="875" y="278"/>
                </a:lnTo>
                <a:lnTo>
                  <a:pt x="872" y="267"/>
                </a:lnTo>
                <a:lnTo>
                  <a:pt x="869" y="257"/>
                </a:lnTo>
                <a:lnTo>
                  <a:pt x="865" y="246"/>
                </a:lnTo>
                <a:lnTo>
                  <a:pt x="860" y="235"/>
                </a:lnTo>
                <a:lnTo>
                  <a:pt x="855" y="225"/>
                </a:lnTo>
                <a:lnTo>
                  <a:pt x="850" y="215"/>
                </a:lnTo>
                <a:lnTo>
                  <a:pt x="844" y="205"/>
                </a:lnTo>
                <a:lnTo>
                  <a:pt x="838" y="195"/>
                </a:lnTo>
                <a:lnTo>
                  <a:pt x="832" y="185"/>
                </a:lnTo>
                <a:lnTo>
                  <a:pt x="825" y="175"/>
                </a:lnTo>
                <a:lnTo>
                  <a:pt x="817" y="166"/>
                </a:lnTo>
                <a:lnTo>
                  <a:pt x="810" y="156"/>
                </a:lnTo>
                <a:lnTo>
                  <a:pt x="802" y="147"/>
                </a:lnTo>
                <a:lnTo>
                  <a:pt x="794" y="138"/>
                </a:lnTo>
                <a:lnTo>
                  <a:pt x="785" y="130"/>
                </a:lnTo>
                <a:lnTo>
                  <a:pt x="776" y="121"/>
                </a:lnTo>
                <a:lnTo>
                  <a:pt x="767" y="113"/>
                </a:lnTo>
                <a:lnTo>
                  <a:pt x="757" y="105"/>
                </a:lnTo>
                <a:lnTo>
                  <a:pt x="747" y="97"/>
                </a:lnTo>
                <a:lnTo>
                  <a:pt x="737" y="90"/>
                </a:lnTo>
                <a:lnTo>
                  <a:pt x="726" y="83"/>
                </a:lnTo>
                <a:lnTo>
                  <a:pt x="715" y="76"/>
                </a:lnTo>
                <a:lnTo>
                  <a:pt x="704" y="69"/>
                </a:lnTo>
                <a:lnTo>
                  <a:pt x="693" y="63"/>
                </a:lnTo>
                <a:lnTo>
                  <a:pt x="681" y="56"/>
                </a:lnTo>
                <a:lnTo>
                  <a:pt x="669" y="51"/>
                </a:lnTo>
                <a:lnTo>
                  <a:pt x="657" y="45"/>
                </a:lnTo>
                <a:lnTo>
                  <a:pt x="645" y="40"/>
                </a:lnTo>
                <a:lnTo>
                  <a:pt x="633" y="35"/>
                </a:lnTo>
                <a:lnTo>
                  <a:pt x="620" y="30"/>
                </a:lnTo>
                <a:lnTo>
                  <a:pt x="607" y="26"/>
                </a:lnTo>
                <a:lnTo>
                  <a:pt x="594" y="22"/>
                </a:lnTo>
                <a:lnTo>
                  <a:pt x="581" y="19"/>
                </a:lnTo>
                <a:lnTo>
                  <a:pt x="568" y="15"/>
                </a:lnTo>
                <a:lnTo>
                  <a:pt x="555" y="12"/>
                </a:lnTo>
                <a:lnTo>
                  <a:pt x="541" y="10"/>
                </a:lnTo>
                <a:lnTo>
                  <a:pt x="527" y="8"/>
                </a:lnTo>
                <a:lnTo>
                  <a:pt x="514" y="6"/>
                </a:lnTo>
                <a:lnTo>
                  <a:pt x="500" y="4"/>
                </a:lnTo>
                <a:lnTo>
                  <a:pt x="486" y="3"/>
                </a:lnTo>
                <a:lnTo>
                  <a:pt x="473" y="2"/>
                </a:lnTo>
                <a:lnTo>
                  <a:pt x="459" y="2"/>
                </a:lnTo>
                <a:lnTo>
                  <a:pt x="445" y="1"/>
                </a:lnTo>
                <a:lnTo>
                  <a:pt x="431" y="2"/>
                </a:lnTo>
                <a:lnTo>
                  <a:pt x="417" y="2"/>
                </a:lnTo>
                <a:lnTo>
                  <a:pt x="403" y="3"/>
                </a:lnTo>
                <a:lnTo>
                  <a:pt x="389" y="4"/>
                </a:lnTo>
                <a:lnTo>
                  <a:pt x="376" y="6"/>
                </a:lnTo>
                <a:lnTo>
                  <a:pt x="361" y="8"/>
                </a:lnTo>
                <a:lnTo>
                  <a:pt x="348" y="10"/>
                </a:lnTo>
                <a:lnTo>
                  <a:pt x="334" y="12"/>
                </a:lnTo>
                <a:lnTo>
                  <a:pt x="321" y="15"/>
                </a:lnTo>
                <a:lnTo>
                  <a:pt x="307" y="19"/>
                </a:lnTo>
                <a:lnTo>
                  <a:pt x="294" y="22"/>
                </a:lnTo>
                <a:lnTo>
                  <a:pt x="281" y="26"/>
                </a:lnTo>
                <a:lnTo>
                  <a:pt x="269" y="30"/>
                </a:lnTo>
                <a:lnTo>
                  <a:pt x="256" y="35"/>
                </a:lnTo>
                <a:lnTo>
                  <a:pt x="243" y="40"/>
                </a:lnTo>
                <a:lnTo>
                  <a:pt x="231" y="45"/>
                </a:lnTo>
                <a:lnTo>
                  <a:pt x="219" y="51"/>
                </a:lnTo>
                <a:lnTo>
                  <a:pt x="207" y="56"/>
                </a:lnTo>
                <a:lnTo>
                  <a:pt x="196" y="63"/>
                </a:lnTo>
                <a:lnTo>
                  <a:pt x="184" y="69"/>
                </a:lnTo>
                <a:lnTo>
                  <a:pt x="173" y="76"/>
                </a:lnTo>
                <a:lnTo>
                  <a:pt x="162" y="83"/>
                </a:lnTo>
                <a:lnTo>
                  <a:pt x="152" y="90"/>
                </a:lnTo>
                <a:lnTo>
                  <a:pt x="142" y="97"/>
                </a:lnTo>
                <a:lnTo>
                  <a:pt x="132" y="105"/>
                </a:lnTo>
                <a:lnTo>
                  <a:pt x="122" y="113"/>
                </a:lnTo>
                <a:lnTo>
                  <a:pt x="113" y="121"/>
                </a:lnTo>
                <a:lnTo>
                  <a:pt x="104" y="130"/>
                </a:lnTo>
                <a:lnTo>
                  <a:pt x="95" y="138"/>
                </a:lnTo>
                <a:lnTo>
                  <a:pt x="87" y="147"/>
                </a:lnTo>
                <a:lnTo>
                  <a:pt x="79" y="156"/>
                </a:lnTo>
                <a:lnTo>
                  <a:pt x="71" y="166"/>
                </a:lnTo>
                <a:lnTo>
                  <a:pt x="64" y="175"/>
                </a:lnTo>
                <a:lnTo>
                  <a:pt x="57" y="185"/>
                </a:lnTo>
                <a:lnTo>
                  <a:pt x="51" y="195"/>
                </a:lnTo>
                <a:lnTo>
                  <a:pt x="44" y="205"/>
                </a:lnTo>
                <a:lnTo>
                  <a:pt x="39" y="215"/>
                </a:lnTo>
                <a:lnTo>
                  <a:pt x="33" y="225"/>
                </a:lnTo>
                <a:lnTo>
                  <a:pt x="29" y="235"/>
                </a:lnTo>
                <a:lnTo>
                  <a:pt x="24" y="246"/>
                </a:lnTo>
                <a:lnTo>
                  <a:pt x="20" y="257"/>
                </a:lnTo>
                <a:lnTo>
                  <a:pt x="16" y="267"/>
                </a:lnTo>
                <a:lnTo>
                  <a:pt x="13" y="278"/>
                </a:lnTo>
                <a:lnTo>
                  <a:pt x="10" y="289"/>
                </a:lnTo>
                <a:lnTo>
                  <a:pt x="8" y="300"/>
                </a:lnTo>
                <a:lnTo>
                  <a:pt x="6" y="311"/>
                </a:lnTo>
                <a:lnTo>
                  <a:pt x="4" y="322"/>
                </a:lnTo>
                <a:lnTo>
                  <a:pt x="3" y="333"/>
                </a:lnTo>
                <a:lnTo>
                  <a:pt x="3" y="344"/>
                </a:lnTo>
                <a:lnTo>
                  <a:pt x="2" y="355"/>
                </a:lnTo>
                <a:lnTo>
                  <a:pt x="3" y="367"/>
                </a:lnTo>
                <a:lnTo>
                  <a:pt x="3" y="378"/>
                </a:lnTo>
                <a:lnTo>
                  <a:pt x="4" y="389"/>
                </a:lnTo>
                <a:lnTo>
                  <a:pt x="6" y="400"/>
                </a:lnTo>
                <a:lnTo>
                  <a:pt x="8" y="411"/>
                </a:lnTo>
                <a:lnTo>
                  <a:pt x="10" y="422"/>
                </a:lnTo>
                <a:lnTo>
                  <a:pt x="13" y="433"/>
                </a:lnTo>
                <a:lnTo>
                  <a:pt x="16" y="443"/>
                </a:lnTo>
                <a:lnTo>
                  <a:pt x="20" y="454"/>
                </a:lnTo>
                <a:lnTo>
                  <a:pt x="24" y="465"/>
                </a:lnTo>
                <a:lnTo>
                  <a:pt x="29" y="475"/>
                </a:lnTo>
                <a:lnTo>
                  <a:pt x="33" y="486"/>
                </a:lnTo>
                <a:lnTo>
                  <a:pt x="39" y="496"/>
                </a:lnTo>
                <a:lnTo>
                  <a:pt x="44" y="506"/>
                </a:lnTo>
                <a:lnTo>
                  <a:pt x="51" y="516"/>
                </a:lnTo>
                <a:lnTo>
                  <a:pt x="57" y="526"/>
                </a:lnTo>
                <a:lnTo>
                  <a:pt x="64" y="536"/>
                </a:lnTo>
                <a:lnTo>
                  <a:pt x="71" y="545"/>
                </a:lnTo>
                <a:lnTo>
                  <a:pt x="79" y="554"/>
                </a:lnTo>
                <a:lnTo>
                  <a:pt x="87" y="563"/>
                </a:lnTo>
                <a:lnTo>
                  <a:pt x="95" y="572"/>
                </a:lnTo>
                <a:lnTo>
                  <a:pt x="104" y="581"/>
                </a:lnTo>
                <a:lnTo>
                  <a:pt x="113" y="589"/>
                </a:lnTo>
                <a:lnTo>
                  <a:pt x="122" y="598"/>
                </a:lnTo>
                <a:lnTo>
                  <a:pt x="132" y="606"/>
                </a:lnTo>
                <a:lnTo>
                  <a:pt x="142" y="614"/>
                </a:lnTo>
                <a:lnTo>
                  <a:pt x="152" y="622"/>
                </a:lnTo>
                <a:lnTo>
                  <a:pt x="162" y="629"/>
                </a:lnTo>
                <a:lnTo>
                  <a:pt x="173" y="636"/>
                </a:lnTo>
                <a:lnTo>
                  <a:pt x="184" y="643"/>
                </a:lnTo>
                <a:lnTo>
                  <a:pt x="196" y="649"/>
                </a:lnTo>
                <a:lnTo>
                  <a:pt x="207" y="655"/>
                </a:lnTo>
                <a:lnTo>
                  <a:pt x="219" y="661"/>
                </a:lnTo>
                <a:lnTo>
                  <a:pt x="231" y="667"/>
                </a:lnTo>
                <a:lnTo>
                  <a:pt x="243" y="672"/>
                </a:lnTo>
                <a:lnTo>
                  <a:pt x="256" y="677"/>
                </a:lnTo>
                <a:lnTo>
                  <a:pt x="269" y="681"/>
                </a:lnTo>
                <a:lnTo>
                  <a:pt x="281" y="686"/>
                </a:lnTo>
                <a:lnTo>
                  <a:pt x="294" y="689"/>
                </a:lnTo>
                <a:lnTo>
                  <a:pt x="307" y="693"/>
                </a:lnTo>
                <a:lnTo>
                  <a:pt x="321" y="696"/>
                </a:lnTo>
                <a:lnTo>
                  <a:pt x="334" y="699"/>
                </a:lnTo>
                <a:lnTo>
                  <a:pt x="348" y="702"/>
                </a:lnTo>
                <a:lnTo>
                  <a:pt x="361" y="704"/>
                </a:lnTo>
                <a:lnTo>
                  <a:pt x="376" y="706"/>
                </a:lnTo>
                <a:lnTo>
                  <a:pt x="389" y="708"/>
                </a:lnTo>
                <a:lnTo>
                  <a:pt x="403" y="709"/>
                </a:lnTo>
                <a:lnTo>
                  <a:pt x="417" y="710"/>
                </a:lnTo>
                <a:lnTo>
                  <a:pt x="431" y="710"/>
                </a:lnTo>
                <a:lnTo>
                  <a:pt x="445" y="710"/>
                </a:lnTo>
                <a:lnTo>
                  <a:pt x="459" y="710"/>
                </a:lnTo>
                <a:lnTo>
                  <a:pt x="473" y="710"/>
                </a:lnTo>
                <a:lnTo>
                  <a:pt x="486" y="709"/>
                </a:lnTo>
                <a:lnTo>
                  <a:pt x="500" y="708"/>
                </a:lnTo>
                <a:lnTo>
                  <a:pt x="514" y="706"/>
                </a:lnTo>
                <a:lnTo>
                  <a:pt x="527" y="704"/>
                </a:lnTo>
                <a:lnTo>
                  <a:pt x="541" y="702"/>
                </a:lnTo>
                <a:lnTo>
                  <a:pt x="555" y="699"/>
                </a:lnTo>
                <a:lnTo>
                  <a:pt x="568" y="696"/>
                </a:lnTo>
                <a:lnTo>
                  <a:pt x="581" y="693"/>
                </a:lnTo>
                <a:lnTo>
                  <a:pt x="594" y="689"/>
                </a:lnTo>
                <a:lnTo>
                  <a:pt x="607" y="686"/>
                </a:lnTo>
                <a:lnTo>
                  <a:pt x="620" y="681"/>
                </a:lnTo>
                <a:lnTo>
                  <a:pt x="633" y="677"/>
                </a:lnTo>
                <a:lnTo>
                  <a:pt x="645" y="672"/>
                </a:lnTo>
                <a:lnTo>
                  <a:pt x="657" y="667"/>
                </a:lnTo>
                <a:lnTo>
                  <a:pt x="669" y="661"/>
                </a:lnTo>
                <a:lnTo>
                  <a:pt x="681" y="655"/>
                </a:lnTo>
                <a:lnTo>
                  <a:pt x="693" y="649"/>
                </a:lnTo>
                <a:lnTo>
                  <a:pt x="704" y="643"/>
                </a:lnTo>
                <a:lnTo>
                  <a:pt x="715" y="636"/>
                </a:lnTo>
                <a:lnTo>
                  <a:pt x="726" y="629"/>
                </a:lnTo>
                <a:lnTo>
                  <a:pt x="737" y="622"/>
                </a:lnTo>
                <a:lnTo>
                  <a:pt x="747" y="614"/>
                </a:lnTo>
                <a:lnTo>
                  <a:pt x="757" y="606"/>
                </a:lnTo>
                <a:lnTo>
                  <a:pt x="767" y="598"/>
                </a:lnTo>
                <a:lnTo>
                  <a:pt x="776" y="589"/>
                </a:lnTo>
                <a:lnTo>
                  <a:pt x="785" y="581"/>
                </a:lnTo>
                <a:lnTo>
                  <a:pt x="794" y="572"/>
                </a:lnTo>
                <a:lnTo>
                  <a:pt x="802" y="563"/>
                </a:lnTo>
                <a:lnTo>
                  <a:pt x="810" y="554"/>
                </a:lnTo>
                <a:lnTo>
                  <a:pt x="817" y="545"/>
                </a:lnTo>
                <a:lnTo>
                  <a:pt x="825" y="536"/>
                </a:lnTo>
                <a:lnTo>
                  <a:pt x="832" y="526"/>
                </a:lnTo>
                <a:lnTo>
                  <a:pt x="838" y="516"/>
                </a:lnTo>
                <a:lnTo>
                  <a:pt x="844" y="506"/>
                </a:lnTo>
                <a:lnTo>
                  <a:pt x="850" y="496"/>
                </a:lnTo>
                <a:lnTo>
                  <a:pt x="855" y="486"/>
                </a:lnTo>
                <a:lnTo>
                  <a:pt x="860" y="475"/>
                </a:lnTo>
                <a:lnTo>
                  <a:pt x="865" y="465"/>
                </a:lnTo>
                <a:lnTo>
                  <a:pt x="869" y="454"/>
                </a:lnTo>
                <a:lnTo>
                  <a:pt x="872" y="443"/>
                </a:lnTo>
                <a:lnTo>
                  <a:pt x="875" y="433"/>
                </a:lnTo>
                <a:lnTo>
                  <a:pt x="878" y="422"/>
                </a:lnTo>
                <a:lnTo>
                  <a:pt x="881" y="411"/>
                </a:lnTo>
                <a:lnTo>
                  <a:pt x="883" y="400"/>
                </a:lnTo>
                <a:lnTo>
                  <a:pt x="884" y="389"/>
                </a:lnTo>
                <a:lnTo>
                  <a:pt x="885" y="378"/>
                </a:lnTo>
                <a:lnTo>
                  <a:pt x="886" y="367"/>
                </a:lnTo>
                <a:lnTo>
                  <a:pt x="886" y="355"/>
                </a:lnTo>
                <a:moveTo>
                  <a:pt x="888" y="355"/>
                </a:moveTo>
                <a:lnTo>
                  <a:pt x="888" y="367"/>
                </a:lnTo>
                <a:lnTo>
                  <a:pt x="888" y="378"/>
                </a:lnTo>
                <a:lnTo>
                  <a:pt x="886" y="389"/>
                </a:lnTo>
                <a:lnTo>
                  <a:pt x="885" y="400"/>
                </a:lnTo>
                <a:lnTo>
                  <a:pt x="883" y="411"/>
                </a:lnTo>
                <a:lnTo>
                  <a:pt x="881" y="422"/>
                </a:lnTo>
                <a:lnTo>
                  <a:pt x="878" y="433"/>
                </a:lnTo>
                <a:lnTo>
                  <a:pt x="874" y="444"/>
                </a:lnTo>
                <a:lnTo>
                  <a:pt x="871" y="455"/>
                </a:lnTo>
                <a:lnTo>
                  <a:pt x="867" y="465"/>
                </a:lnTo>
                <a:lnTo>
                  <a:pt x="862" y="476"/>
                </a:lnTo>
                <a:lnTo>
                  <a:pt x="857" y="486"/>
                </a:lnTo>
                <a:lnTo>
                  <a:pt x="852" y="497"/>
                </a:lnTo>
                <a:lnTo>
                  <a:pt x="846" y="507"/>
                </a:lnTo>
                <a:lnTo>
                  <a:pt x="840" y="517"/>
                </a:lnTo>
                <a:lnTo>
                  <a:pt x="834" y="527"/>
                </a:lnTo>
                <a:lnTo>
                  <a:pt x="827" y="537"/>
                </a:lnTo>
                <a:lnTo>
                  <a:pt x="819" y="546"/>
                </a:lnTo>
                <a:lnTo>
                  <a:pt x="812" y="555"/>
                </a:lnTo>
                <a:lnTo>
                  <a:pt x="804" y="565"/>
                </a:lnTo>
                <a:lnTo>
                  <a:pt x="795" y="573"/>
                </a:lnTo>
                <a:lnTo>
                  <a:pt x="787" y="582"/>
                </a:lnTo>
                <a:lnTo>
                  <a:pt x="778" y="591"/>
                </a:lnTo>
                <a:lnTo>
                  <a:pt x="768" y="599"/>
                </a:lnTo>
                <a:lnTo>
                  <a:pt x="758" y="607"/>
                </a:lnTo>
                <a:lnTo>
                  <a:pt x="748" y="616"/>
                </a:lnTo>
                <a:lnTo>
                  <a:pt x="738" y="623"/>
                </a:lnTo>
                <a:lnTo>
                  <a:pt x="728" y="631"/>
                </a:lnTo>
                <a:lnTo>
                  <a:pt x="717" y="638"/>
                </a:lnTo>
                <a:lnTo>
                  <a:pt x="706" y="644"/>
                </a:lnTo>
                <a:lnTo>
                  <a:pt x="694" y="651"/>
                </a:lnTo>
                <a:lnTo>
                  <a:pt x="683" y="657"/>
                </a:lnTo>
                <a:lnTo>
                  <a:pt x="671" y="663"/>
                </a:lnTo>
                <a:lnTo>
                  <a:pt x="659" y="668"/>
                </a:lnTo>
                <a:lnTo>
                  <a:pt x="646" y="673"/>
                </a:lnTo>
                <a:lnTo>
                  <a:pt x="634" y="678"/>
                </a:lnTo>
                <a:lnTo>
                  <a:pt x="621" y="683"/>
                </a:lnTo>
                <a:lnTo>
                  <a:pt x="608" y="687"/>
                </a:lnTo>
                <a:lnTo>
                  <a:pt x="595" y="691"/>
                </a:lnTo>
                <a:lnTo>
                  <a:pt x="582" y="695"/>
                </a:lnTo>
                <a:lnTo>
                  <a:pt x="569" y="698"/>
                </a:lnTo>
                <a:lnTo>
                  <a:pt x="555" y="701"/>
                </a:lnTo>
                <a:lnTo>
                  <a:pt x="542" y="704"/>
                </a:lnTo>
                <a:lnTo>
                  <a:pt x="528" y="706"/>
                </a:lnTo>
                <a:lnTo>
                  <a:pt x="514" y="708"/>
                </a:lnTo>
                <a:lnTo>
                  <a:pt x="500" y="709"/>
                </a:lnTo>
                <a:lnTo>
                  <a:pt x="487" y="711"/>
                </a:lnTo>
                <a:lnTo>
                  <a:pt x="473" y="712"/>
                </a:lnTo>
                <a:lnTo>
                  <a:pt x="459" y="712"/>
                </a:lnTo>
                <a:lnTo>
                  <a:pt x="445" y="712"/>
                </a:lnTo>
                <a:lnTo>
                  <a:pt x="431" y="712"/>
                </a:lnTo>
                <a:lnTo>
                  <a:pt x="417" y="712"/>
                </a:lnTo>
                <a:lnTo>
                  <a:pt x="403" y="711"/>
                </a:lnTo>
                <a:lnTo>
                  <a:pt x="389" y="709"/>
                </a:lnTo>
                <a:lnTo>
                  <a:pt x="375" y="708"/>
                </a:lnTo>
                <a:lnTo>
                  <a:pt x="361" y="706"/>
                </a:lnTo>
                <a:lnTo>
                  <a:pt x="347" y="704"/>
                </a:lnTo>
                <a:lnTo>
                  <a:pt x="333" y="701"/>
                </a:lnTo>
                <a:lnTo>
                  <a:pt x="320" y="698"/>
                </a:lnTo>
                <a:lnTo>
                  <a:pt x="307" y="695"/>
                </a:lnTo>
                <a:lnTo>
                  <a:pt x="294" y="691"/>
                </a:lnTo>
                <a:lnTo>
                  <a:pt x="280" y="687"/>
                </a:lnTo>
                <a:lnTo>
                  <a:pt x="268" y="683"/>
                </a:lnTo>
                <a:lnTo>
                  <a:pt x="255" y="678"/>
                </a:lnTo>
                <a:lnTo>
                  <a:pt x="242" y="673"/>
                </a:lnTo>
                <a:lnTo>
                  <a:pt x="230" y="668"/>
                </a:lnTo>
                <a:lnTo>
                  <a:pt x="218" y="663"/>
                </a:lnTo>
                <a:lnTo>
                  <a:pt x="206" y="657"/>
                </a:lnTo>
                <a:lnTo>
                  <a:pt x="194" y="651"/>
                </a:lnTo>
                <a:lnTo>
                  <a:pt x="183" y="644"/>
                </a:lnTo>
                <a:lnTo>
                  <a:pt x="172" y="638"/>
                </a:lnTo>
                <a:lnTo>
                  <a:pt x="161" y="631"/>
                </a:lnTo>
                <a:lnTo>
                  <a:pt x="150" y="623"/>
                </a:lnTo>
                <a:lnTo>
                  <a:pt x="140" y="616"/>
                </a:lnTo>
                <a:lnTo>
                  <a:pt x="130" y="607"/>
                </a:lnTo>
                <a:lnTo>
                  <a:pt x="120" y="599"/>
                </a:lnTo>
                <a:lnTo>
                  <a:pt x="111" y="591"/>
                </a:lnTo>
                <a:lnTo>
                  <a:pt x="102" y="582"/>
                </a:lnTo>
                <a:lnTo>
                  <a:pt x="93" y="573"/>
                </a:lnTo>
                <a:lnTo>
                  <a:pt x="85" y="565"/>
                </a:lnTo>
                <a:lnTo>
                  <a:pt x="77" y="555"/>
                </a:lnTo>
                <a:lnTo>
                  <a:pt x="69" y="546"/>
                </a:lnTo>
                <a:lnTo>
                  <a:pt x="62" y="537"/>
                </a:lnTo>
                <a:lnTo>
                  <a:pt x="55" y="527"/>
                </a:lnTo>
                <a:lnTo>
                  <a:pt x="49" y="517"/>
                </a:lnTo>
                <a:lnTo>
                  <a:pt x="42" y="507"/>
                </a:lnTo>
                <a:lnTo>
                  <a:pt x="37" y="497"/>
                </a:lnTo>
                <a:lnTo>
                  <a:pt x="31" y="486"/>
                </a:lnTo>
                <a:lnTo>
                  <a:pt x="26" y="476"/>
                </a:lnTo>
                <a:lnTo>
                  <a:pt x="22" y="465"/>
                </a:lnTo>
                <a:lnTo>
                  <a:pt x="18" y="455"/>
                </a:lnTo>
                <a:lnTo>
                  <a:pt x="14" y="444"/>
                </a:lnTo>
                <a:lnTo>
                  <a:pt x="11" y="433"/>
                </a:lnTo>
                <a:lnTo>
                  <a:pt x="8" y="422"/>
                </a:lnTo>
                <a:lnTo>
                  <a:pt x="6" y="411"/>
                </a:lnTo>
                <a:lnTo>
                  <a:pt x="4" y="400"/>
                </a:lnTo>
                <a:lnTo>
                  <a:pt x="2" y="389"/>
                </a:lnTo>
                <a:lnTo>
                  <a:pt x="1" y="378"/>
                </a:lnTo>
                <a:lnTo>
                  <a:pt x="0" y="367"/>
                </a:lnTo>
                <a:lnTo>
                  <a:pt x="0" y="355"/>
                </a:lnTo>
                <a:lnTo>
                  <a:pt x="0" y="344"/>
                </a:lnTo>
                <a:lnTo>
                  <a:pt x="1" y="333"/>
                </a:lnTo>
                <a:lnTo>
                  <a:pt x="2" y="322"/>
                </a:lnTo>
                <a:lnTo>
                  <a:pt x="4" y="311"/>
                </a:lnTo>
                <a:lnTo>
                  <a:pt x="6" y="300"/>
                </a:lnTo>
                <a:lnTo>
                  <a:pt x="8" y="289"/>
                </a:lnTo>
                <a:lnTo>
                  <a:pt x="11" y="278"/>
                </a:lnTo>
                <a:lnTo>
                  <a:pt x="14" y="267"/>
                </a:lnTo>
                <a:lnTo>
                  <a:pt x="18" y="256"/>
                </a:lnTo>
                <a:lnTo>
                  <a:pt x="22" y="245"/>
                </a:lnTo>
                <a:lnTo>
                  <a:pt x="26" y="235"/>
                </a:lnTo>
                <a:lnTo>
                  <a:pt x="31" y="224"/>
                </a:lnTo>
                <a:lnTo>
                  <a:pt x="37" y="214"/>
                </a:lnTo>
                <a:lnTo>
                  <a:pt x="42" y="204"/>
                </a:lnTo>
                <a:lnTo>
                  <a:pt x="49" y="194"/>
                </a:lnTo>
                <a:lnTo>
                  <a:pt x="55" y="184"/>
                </a:lnTo>
                <a:lnTo>
                  <a:pt x="62" y="174"/>
                </a:lnTo>
                <a:lnTo>
                  <a:pt x="69" y="165"/>
                </a:lnTo>
                <a:lnTo>
                  <a:pt x="77" y="155"/>
                </a:lnTo>
                <a:lnTo>
                  <a:pt x="85" y="146"/>
                </a:lnTo>
                <a:lnTo>
                  <a:pt x="93" y="137"/>
                </a:lnTo>
                <a:lnTo>
                  <a:pt x="102" y="129"/>
                </a:lnTo>
                <a:lnTo>
                  <a:pt x="111" y="120"/>
                </a:lnTo>
                <a:lnTo>
                  <a:pt x="120" y="112"/>
                </a:lnTo>
                <a:lnTo>
                  <a:pt x="130" y="104"/>
                </a:lnTo>
                <a:lnTo>
                  <a:pt x="140" y="96"/>
                </a:lnTo>
                <a:lnTo>
                  <a:pt x="150" y="88"/>
                </a:lnTo>
                <a:lnTo>
                  <a:pt x="161" y="81"/>
                </a:lnTo>
                <a:lnTo>
                  <a:pt x="172" y="74"/>
                </a:lnTo>
                <a:lnTo>
                  <a:pt x="183" y="67"/>
                </a:lnTo>
                <a:lnTo>
                  <a:pt x="194" y="61"/>
                </a:lnTo>
                <a:lnTo>
                  <a:pt x="206" y="55"/>
                </a:lnTo>
                <a:lnTo>
                  <a:pt x="218" y="49"/>
                </a:lnTo>
                <a:lnTo>
                  <a:pt x="230" y="44"/>
                </a:lnTo>
                <a:lnTo>
                  <a:pt x="242" y="38"/>
                </a:lnTo>
                <a:lnTo>
                  <a:pt x="255" y="33"/>
                </a:lnTo>
                <a:lnTo>
                  <a:pt x="268" y="29"/>
                </a:lnTo>
                <a:lnTo>
                  <a:pt x="280" y="25"/>
                </a:lnTo>
                <a:lnTo>
                  <a:pt x="294" y="21"/>
                </a:lnTo>
                <a:lnTo>
                  <a:pt x="307" y="17"/>
                </a:lnTo>
                <a:lnTo>
                  <a:pt x="320" y="14"/>
                </a:lnTo>
                <a:lnTo>
                  <a:pt x="333" y="11"/>
                </a:lnTo>
                <a:lnTo>
                  <a:pt x="347" y="8"/>
                </a:lnTo>
                <a:lnTo>
                  <a:pt x="361" y="6"/>
                </a:lnTo>
                <a:lnTo>
                  <a:pt x="375" y="4"/>
                </a:lnTo>
                <a:lnTo>
                  <a:pt x="389" y="2"/>
                </a:lnTo>
                <a:lnTo>
                  <a:pt x="403" y="1"/>
                </a:lnTo>
                <a:lnTo>
                  <a:pt x="417" y="0"/>
                </a:lnTo>
                <a:lnTo>
                  <a:pt x="431" y="0"/>
                </a:lnTo>
                <a:lnTo>
                  <a:pt x="445" y="0"/>
                </a:lnTo>
                <a:lnTo>
                  <a:pt x="459" y="0"/>
                </a:lnTo>
                <a:lnTo>
                  <a:pt x="473" y="0"/>
                </a:lnTo>
                <a:lnTo>
                  <a:pt x="487" y="1"/>
                </a:lnTo>
                <a:lnTo>
                  <a:pt x="500" y="2"/>
                </a:lnTo>
                <a:lnTo>
                  <a:pt x="514" y="4"/>
                </a:lnTo>
                <a:lnTo>
                  <a:pt x="528" y="6"/>
                </a:lnTo>
                <a:lnTo>
                  <a:pt x="542" y="8"/>
                </a:lnTo>
                <a:lnTo>
                  <a:pt x="555" y="11"/>
                </a:lnTo>
                <a:lnTo>
                  <a:pt x="569" y="14"/>
                </a:lnTo>
                <a:lnTo>
                  <a:pt x="582" y="17"/>
                </a:lnTo>
                <a:lnTo>
                  <a:pt x="595" y="21"/>
                </a:lnTo>
                <a:lnTo>
                  <a:pt x="608" y="25"/>
                </a:lnTo>
                <a:lnTo>
                  <a:pt x="621" y="29"/>
                </a:lnTo>
                <a:lnTo>
                  <a:pt x="634" y="33"/>
                </a:lnTo>
                <a:lnTo>
                  <a:pt x="646" y="38"/>
                </a:lnTo>
                <a:lnTo>
                  <a:pt x="659" y="44"/>
                </a:lnTo>
                <a:lnTo>
                  <a:pt x="671" y="49"/>
                </a:lnTo>
                <a:lnTo>
                  <a:pt x="683" y="55"/>
                </a:lnTo>
                <a:lnTo>
                  <a:pt x="694" y="61"/>
                </a:lnTo>
                <a:lnTo>
                  <a:pt x="706" y="67"/>
                </a:lnTo>
                <a:lnTo>
                  <a:pt x="717" y="74"/>
                </a:lnTo>
                <a:lnTo>
                  <a:pt x="728" y="81"/>
                </a:lnTo>
                <a:lnTo>
                  <a:pt x="738" y="88"/>
                </a:lnTo>
                <a:lnTo>
                  <a:pt x="748" y="96"/>
                </a:lnTo>
                <a:lnTo>
                  <a:pt x="758" y="104"/>
                </a:lnTo>
                <a:lnTo>
                  <a:pt x="768" y="112"/>
                </a:lnTo>
                <a:lnTo>
                  <a:pt x="778" y="120"/>
                </a:lnTo>
                <a:lnTo>
                  <a:pt x="787" y="129"/>
                </a:lnTo>
                <a:lnTo>
                  <a:pt x="795" y="137"/>
                </a:lnTo>
                <a:lnTo>
                  <a:pt x="804" y="146"/>
                </a:lnTo>
                <a:lnTo>
                  <a:pt x="812" y="155"/>
                </a:lnTo>
                <a:lnTo>
                  <a:pt x="819" y="165"/>
                </a:lnTo>
                <a:lnTo>
                  <a:pt x="827" y="174"/>
                </a:lnTo>
                <a:lnTo>
                  <a:pt x="834" y="184"/>
                </a:lnTo>
                <a:lnTo>
                  <a:pt x="840" y="194"/>
                </a:lnTo>
                <a:lnTo>
                  <a:pt x="846" y="204"/>
                </a:lnTo>
                <a:lnTo>
                  <a:pt x="852" y="214"/>
                </a:lnTo>
                <a:lnTo>
                  <a:pt x="857" y="224"/>
                </a:lnTo>
                <a:lnTo>
                  <a:pt x="862" y="235"/>
                </a:lnTo>
                <a:lnTo>
                  <a:pt x="867" y="245"/>
                </a:lnTo>
                <a:lnTo>
                  <a:pt x="871" y="256"/>
                </a:lnTo>
                <a:lnTo>
                  <a:pt x="874" y="267"/>
                </a:lnTo>
                <a:lnTo>
                  <a:pt x="878" y="278"/>
                </a:lnTo>
                <a:lnTo>
                  <a:pt x="881" y="289"/>
                </a:lnTo>
                <a:lnTo>
                  <a:pt x="883" y="300"/>
                </a:lnTo>
                <a:lnTo>
                  <a:pt x="885" y="311"/>
                </a:lnTo>
                <a:lnTo>
                  <a:pt x="886" y="322"/>
                </a:lnTo>
                <a:lnTo>
                  <a:pt x="888" y="333"/>
                </a:lnTo>
                <a:lnTo>
                  <a:pt x="888" y="344"/>
                </a:lnTo>
                <a:lnTo>
                  <a:pt x="888" y="355"/>
                </a:lnTo>
                <a:close/>
              </a:path>
            </a:pathLst>
          </a:custGeom>
          <a:solidFill>
            <a:srgbClr val="ffac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2" name=""/>
          <p:cNvSpPr/>
          <p:nvPr/>
        </p:nvSpPr>
        <p:spPr>
          <a:xfrm>
            <a:off x="4818240" y="1699200"/>
            <a:ext cx="321480" cy="257760"/>
          </a:xfrm>
          <a:custGeom>
            <a:avLst/>
            <a:gdLst/>
            <a:ahLst/>
            <a:rect l="0" t="0" r="r" b="b"/>
            <a:pathLst>
              <a:path w="893" h="716">
                <a:moveTo>
                  <a:pt x="890" y="357"/>
                </a:moveTo>
                <a:lnTo>
                  <a:pt x="890" y="346"/>
                </a:lnTo>
                <a:lnTo>
                  <a:pt x="890" y="335"/>
                </a:lnTo>
                <a:lnTo>
                  <a:pt x="888" y="324"/>
                </a:lnTo>
                <a:lnTo>
                  <a:pt x="887" y="313"/>
                </a:lnTo>
                <a:lnTo>
                  <a:pt x="885" y="302"/>
                </a:lnTo>
                <a:lnTo>
                  <a:pt x="883" y="291"/>
                </a:lnTo>
                <a:lnTo>
                  <a:pt x="880" y="280"/>
                </a:lnTo>
                <a:lnTo>
                  <a:pt x="876" y="269"/>
                </a:lnTo>
                <a:lnTo>
                  <a:pt x="873" y="258"/>
                </a:lnTo>
                <a:lnTo>
                  <a:pt x="869" y="247"/>
                </a:lnTo>
                <a:lnTo>
                  <a:pt x="864" y="237"/>
                </a:lnTo>
                <a:lnTo>
                  <a:pt x="859" y="226"/>
                </a:lnTo>
                <a:lnTo>
                  <a:pt x="854" y="216"/>
                </a:lnTo>
                <a:lnTo>
                  <a:pt x="848" y="206"/>
                </a:lnTo>
                <a:lnTo>
                  <a:pt x="842" y="196"/>
                </a:lnTo>
                <a:lnTo>
                  <a:pt x="836" y="186"/>
                </a:lnTo>
                <a:lnTo>
                  <a:pt x="829" y="176"/>
                </a:lnTo>
                <a:lnTo>
                  <a:pt x="821" y="167"/>
                </a:lnTo>
                <a:lnTo>
                  <a:pt x="814" y="157"/>
                </a:lnTo>
                <a:lnTo>
                  <a:pt x="806" y="148"/>
                </a:lnTo>
                <a:lnTo>
                  <a:pt x="797" y="139"/>
                </a:lnTo>
                <a:lnTo>
                  <a:pt x="789" y="131"/>
                </a:lnTo>
                <a:lnTo>
                  <a:pt x="780" y="122"/>
                </a:lnTo>
                <a:lnTo>
                  <a:pt x="770" y="114"/>
                </a:lnTo>
                <a:lnTo>
                  <a:pt x="760" y="106"/>
                </a:lnTo>
                <a:lnTo>
                  <a:pt x="750" y="98"/>
                </a:lnTo>
                <a:lnTo>
                  <a:pt x="740" y="90"/>
                </a:lnTo>
                <a:lnTo>
                  <a:pt x="730" y="83"/>
                </a:lnTo>
                <a:lnTo>
                  <a:pt x="719" y="76"/>
                </a:lnTo>
                <a:lnTo>
                  <a:pt x="708" y="69"/>
                </a:lnTo>
                <a:lnTo>
                  <a:pt x="696" y="63"/>
                </a:lnTo>
                <a:lnTo>
                  <a:pt x="685" y="57"/>
                </a:lnTo>
                <a:lnTo>
                  <a:pt x="673" y="51"/>
                </a:lnTo>
                <a:lnTo>
                  <a:pt x="661" y="46"/>
                </a:lnTo>
                <a:lnTo>
                  <a:pt x="648" y="40"/>
                </a:lnTo>
                <a:lnTo>
                  <a:pt x="636" y="35"/>
                </a:lnTo>
                <a:lnTo>
                  <a:pt x="623" y="31"/>
                </a:lnTo>
                <a:lnTo>
                  <a:pt x="610" y="27"/>
                </a:lnTo>
                <a:lnTo>
                  <a:pt x="597" y="23"/>
                </a:lnTo>
                <a:lnTo>
                  <a:pt x="584" y="19"/>
                </a:lnTo>
                <a:lnTo>
                  <a:pt x="571" y="16"/>
                </a:lnTo>
                <a:lnTo>
                  <a:pt x="557" y="13"/>
                </a:lnTo>
                <a:lnTo>
                  <a:pt x="544" y="10"/>
                </a:lnTo>
                <a:lnTo>
                  <a:pt x="530" y="8"/>
                </a:lnTo>
                <a:lnTo>
                  <a:pt x="516" y="6"/>
                </a:lnTo>
                <a:lnTo>
                  <a:pt x="502" y="4"/>
                </a:lnTo>
                <a:lnTo>
                  <a:pt x="489" y="3"/>
                </a:lnTo>
                <a:lnTo>
                  <a:pt x="475" y="2"/>
                </a:lnTo>
                <a:lnTo>
                  <a:pt x="461" y="2"/>
                </a:lnTo>
                <a:lnTo>
                  <a:pt x="447" y="2"/>
                </a:lnTo>
                <a:lnTo>
                  <a:pt x="433" y="2"/>
                </a:lnTo>
                <a:lnTo>
                  <a:pt x="418" y="2"/>
                </a:lnTo>
                <a:lnTo>
                  <a:pt x="404" y="3"/>
                </a:lnTo>
                <a:lnTo>
                  <a:pt x="390" y="4"/>
                </a:lnTo>
                <a:lnTo>
                  <a:pt x="376" y="6"/>
                </a:lnTo>
                <a:lnTo>
                  <a:pt x="363" y="8"/>
                </a:lnTo>
                <a:lnTo>
                  <a:pt x="349" y="10"/>
                </a:lnTo>
                <a:lnTo>
                  <a:pt x="335" y="13"/>
                </a:lnTo>
                <a:lnTo>
                  <a:pt x="322" y="16"/>
                </a:lnTo>
                <a:lnTo>
                  <a:pt x="309" y="19"/>
                </a:lnTo>
                <a:lnTo>
                  <a:pt x="296" y="23"/>
                </a:lnTo>
                <a:lnTo>
                  <a:pt x="282" y="27"/>
                </a:lnTo>
                <a:lnTo>
                  <a:pt x="270" y="31"/>
                </a:lnTo>
                <a:lnTo>
                  <a:pt x="257" y="35"/>
                </a:lnTo>
                <a:lnTo>
                  <a:pt x="244" y="40"/>
                </a:lnTo>
                <a:lnTo>
                  <a:pt x="232" y="46"/>
                </a:lnTo>
                <a:lnTo>
                  <a:pt x="220" y="51"/>
                </a:lnTo>
                <a:lnTo>
                  <a:pt x="208" y="57"/>
                </a:lnTo>
                <a:lnTo>
                  <a:pt x="196" y="63"/>
                </a:lnTo>
                <a:lnTo>
                  <a:pt x="185" y="69"/>
                </a:lnTo>
                <a:lnTo>
                  <a:pt x="174" y="76"/>
                </a:lnTo>
                <a:lnTo>
                  <a:pt x="163" y="83"/>
                </a:lnTo>
                <a:lnTo>
                  <a:pt x="152" y="90"/>
                </a:lnTo>
                <a:lnTo>
                  <a:pt x="142" y="98"/>
                </a:lnTo>
                <a:lnTo>
                  <a:pt x="132" y="106"/>
                </a:lnTo>
                <a:lnTo>
                  <a:pt x="122" y="114"/>
                </a:lnTo>
                <a:lnTo>
                  <a:pt x="113" y="122"/>
                </a:lnTo>
                <a:lnTo>
                  <a:pt x="104" y="131"/>
                </a:lnTo>
                <a:lnTo>
                  <a:pt x="95" y="139"/>
                </a:lnTo>
                <a:lnTo>
                  <a:pt x="87" y="148"/>
                </a:lnTo>
                <a:lnTo>
                  <a:pt x="79" y="157"/>
                </a:lnTo>
                <a:lnTo>
                  <a:pt x="71" y="167"/>
                </a:lnTo>
                <a:lnTo>
                  <a:pt x="64" y="176"/>
                </a:lnTo>
                <a:lnTo>
                  <a:pt x="57" y="186"/>
                </a:lnTo>
                <a:lnTo>
                  <a:pt x="51" y="196"/>
                </a:lnTo>
                <a:lnTo>
                  <a:pt x="44" y="206"/>
                </a:lnTo>
                <a:lnTo>
                  <a:pt x="39" y="216"/>
                </a:lnTo>
                <a:lnTo>
                  <a:pt x="33" y="226"/>
                </a:lnTo>
                <a:lnTo>
                  <a:pt x="28" y="237"/>
                </a:lnTo>
                <a:lnTo>
                  <a:pt x="24" y="247"/>
                </a:lnTo>
                <a:lnTo>
                  <a:pt x="20" y="258"/>
                </a:lnTo>
                <a:lnTo>
                  <a:pt x="16" y="269"/>
                </a:lnTo>
                <a:lnTo>
                  <a:pt x="13" y="280"/>
                </a:lnTo>
                <a:lnTo>
                  <a:pt x="10" y="291"/>
                </a:lnTo>
                <a:lnTo>
                  <a:pt x="8" y="302"/>
                </a:lnTo>
                <a:lnTo>
                  <a:pt x="6" y="313"/>
                </a:lnTo>
                <a:lnTo>
                  <a:pt x="4" y="324"/>
                </a:lnTo>
                <a:lnTo>
                  <a:pt x="3" y="335"/>
                </a:lnTo>
                <a:lnTo>
                  <a:pt x="2" y="346"/>
                </a:lnTo>
                <a:lnTo>
                  <a:pt x="2" y="357"/>
                </a:lnTo>
                <a:lnTo>
                  <a:pt x="2" y="369"/>
                </a:lnTo>
                <a:lnTo>
                  <a:pt x="3" y="380"/>
                </a:lnTo>
                <a:lnTo>
                  <a:pt x="4" y="391"/>
                </a:lnTo>
                <a:lnTo>
                  <a:pt x="6" y="402"/>
                </a:lnTo>
                <a:lnTo>
                  <a:pt x="8" y="413"/>
                </a:lnTo>
                <a:lnTo>
                  <a:pt x="10" y="424"/>
                </a:lnTo>
                <a:lnTo>
                  <a:pt x="13" y="435"/>
                </a:lnTo>
                <a:lnTo>
                  <a:pt x="16" y="446"/>
                </a:lnTo>
                <a:lnTo>
                  <a:pt x="20" y="457"/>
                </a:lnTo>
                <a:lnTo>
                  <a:pt x="24" y="467"/>
                </a:lnTo>
                <a:lnTo>
                  <a:pt x="28" y="478"/>
                </a:lnTo>
                <a:lnTo>
                  <a:pt x="33" y="488"/>
                </a:lnTo>
                <a:lnTo>
                  <a:pt x="39" y="499"/>
                </a:lnTo>
                <a:lnTo>
                  <a:pt x="44" y="509"/>
                </a:lnTo>
                <a:lnTo>
                  <a:pt x="51" y="519"/>
                </a:lnTo>
                <a:lnTo>
                  <a:pt x="57" y="529"/>
                </a:lnTo>
                <a:lnTo>
                  <a:pt x="64" y="539"/>
                </a:lnTo>
                <a:lnTo>
                  <a:pt x="71" y="548"/>
                </a:lnTo>
                <a:lnTo>
                  <a:pt x="79" y="557"/>
                </a:lnTo>
                <a:lnTo>
                  <a:pt x="87" y="567"/>
                </a:lnTo>
                <a:lnTo>
                  <a:pt x="95" y="575"/>
                </a:lnTo>
                <a:lnTo>
                  <a:pt x="104" y="584"/>
                </a:lnTo>
                <a:lnTo>
                  <a:pt x="113" y="593"/>
                </a:lnTo>
                <a:lnTo>
                  <a:pt x="122" y="601"/>
                </a:lnTo>
                <a:lnTo>
                  <a:pt x="132" y="609"/>
                </a:lnTo>
                <a:lnTo>
                  <a:pt x="142" y="617"/>
                </a:lnTo>
                <a:lnTo>
                  <a:pt x="152" y="624"/>
                </a:lnTo>
                <a:lnTo>
                  <a:pt x="163" y="632"/>
                </a:lnTo>
                <a:lnTo>
                  <a:pt x="174" y="639"/>
                </a:lnTo>
                <a:lnTo>
                  <a:pt x="185" y="646"/>
                </a:lnTo>
                <a:lnTo>
                  <a:pt x="196" y="653"/>
                </a:lnTo>
                <a:lnTo>
                  <a:pt x="208" y="659"/>
                </a:lnTo>
                <a:lnTo>
                  <a:pt x="220" y="665"/>
                </a:lnTo>
                <a:lnTo>
                  <a:pt x="232" y="670"/>
                </a:lnTo>
                <a:lnTo>
                  <a:pt x="244" y="675"/>
                </a:lnTo>
                <a:lnTo>
                  <a:pt x="257" y="680"/>
                </a:lnTo>
                <a:lnTo>
                  <a:pt x="270" y="685"/>
                </a:lnTo>
                <a:lnTo>
                  <a:pt x="282" y="689"/>
                </a:lnTo>
                <a:lnTo>
                  <a:pt x="296" y="693"/>
                </a:lnTo>
                <a:lnTo>
                  <a:pt x="309" y="697"/>
                </a:lnTo>
                <a:lnTo>
                  <a:pt x="322" y="700"/>
                </a:lnTo>
                <a:lnTo>
                  <a:pt x="335" y="703"/>
                </a:lnTo>
                <a:lnTo>
                  <a:pt x="349" y="706"/>
                </a:lnTo>
                <a:lnTo>
                  <a:pt x="363" y="708"/>
                </a:lnTo>
                <a:lnTo>
                  <a:pt x="376" y="710"/>
                </a:lnTo>
                <a:lnTo>
                  <a:pt x="390" y="711"/>
                </a:lnTo>
                <a:lnTo>
                  <a:pt x="404" y="713"/>
                </a:lnTo>
                <a:lnTo>
                  <a:pt x="418" y="714"/>
                </a:lnTo>
                <a:lnTo>
                  <a:pt x="433" y="714"/>
                </a:lnTo>
                <a:lnTo>
                  <a:pt x="447" y="714"/>
                </a:lnTo>
                <a:lnTo>
                  <a:pt x="461" y="714"/>
                </a:lnTo>
                <a:lnTo>
                  <a:pt x="475" y="714"/>
                </a:lnTo>
                <a:lnTo>
                  <a:pt x="489" y="713"/>
                </a:lnTo>
                <a:lnTo>
                  <a:pt x="502" y="711"/>
                </a:lnTo>
                <a:lnTo>
                  <a:pt x="516" y="710"/>
                </a:lnTo>
                <a:lnTo>
                  <a:pt x="530" y="708"/>
                </a:lnTo>
                <a:lnTo>
                  <a:pt x="544" y="706"/>
                </a:lnTo>
                <a:lnTo>
                  <a:pt x="557" y="703"/>
                </a:lnTo>
                <a:lnTo>
                  <a:pt x="571" y="700"/>
                </a:lnTo>
                <a:lnTo>
                  <a:pt x="584" y="697"/>
                </a:lnTo>
                <a:lnTo>
                  <a:pt x="597" y="693"/>
                </a:lnTo>
                <a:lnTo>
                  <a:pt x="610" y="689"/>
                </a:lnTo>
                <a:lnTo>
                  <a:pt x="623" y="685"/>
                </a:lnTo>
                <a:lnTo>
                  <a:pt x="636" y="680"/>
                </a:lnTo>
                <a:lnTo>
                  <a:pt x="648" y="675"/>
                </a:lnTo>
                <a:lnTo>
                  <a:pt x="661" y="670"/>
                </a:lnTo>
                <a:lnTo>
                  <a:pt x="673" y="665"/>
                </a:lnTo>
                <a:lnTo>
                  <a:pt x="685" y="659"/>
                </a:lnTo>
                <a:lnTo>
                  <a:pt x="696" y="653"/>
                </a:lnTo>
                <a:lnTo>
                  <a:pt x="708" y="646"/>
                </a:lnTo>
                <a:lnTo>
                  <a:pt x="719" y="639"/>
                </a:lnTo>
                <a:lnTo>
                  <a:pt x="730" y="632"/>
                </a:lnTo>
                <a:lnTo>
                  <a:pt x="740" y="624"/>
                </a:lnTo>
                <a:lnTo>
                  <a:pt x="750" y="617"/>
                </a:lnTo>
                <a:lnTo>
                  <a:pt x="760" y="609"/>
                </a:lnTo>
                <a:lnTo>
                  <a:pt x="770" y="601"/>
                </a:lnTo>
                <a:lnTo>
                  <a:pt x="780" y="593"/>
                </a:lnTo>
                <a:lnTo>
                  <a:pt x="789" y="584"/>
                </a:lnTo>
                <a:lnTo>
                  <a:pt x="797" y="575"/>
                </a:lnTo>
                <a:lnTo>
                  <a:pt x="806" y="567"/>
                </a:lnTo>
                <a:lnTo>
                  <a:pt x="814" y="557"/>
                </a:lnTo>
                <a:lnTo>
                  <a:pt x="821" y="548"/>
                </a:lnTo>
                <a:lnTo>
                  <a:pt x="829" y="539"/>
                </a:lnTo>
                <a:lnTo>
                  <a:pt x="836" y="529"/>
                </a:lnTo>
                <a:lnTo>
                  <a:pt x="842" y="519"/>
                </a:lnTo>
                <a:lnTo>
                  <a:pt x="848" y="509"/>
                </a:lnTo>
                <a:lnTo>
                  <a:pt x="854" y="499"/>
                </a:lnTo>
                <a:lnTo>
                  <a:pt x="859" y="488"/>
                </a:lnTo>
                <a:lnTo>
                  <a:pt x="864" y="478"/>
                </a:lnTo>
                <a:lnTo>
                  <a:pt x="869" y="467"/>
                </a:lnTo>
                <a:lnTo>
                  <a:pt x="873" y="457"/>
                </a:lnTo>
                <a:lnTo>
                  <a:pt x="876" y="446"/>
                </a:lnTo>
                <a:lnTo>
                  <a:pt x="880" y="435"/>
                </a:lnTo>
                <a:lnTo>
                  <a:pt x="883" y="424"/>
                </a:lnTo>
                <a:lnTo>
                  <a:pt x="885" y="413"/>
                </a:lnTo>
                <a:lnTo>
                  <a:pt x="887" y="402"/>
                </a:lnTo>
                <a:lnTo>
                  <a:pt x="888" y="391"/>
                </a:lnTo>
                <a:lnTo>
                  <a:pt x="890" y="380"/>
                </a:lnTo>
                <a:lnTo>
                  <a:pt x="890" y="369"/>
                </a:lnTo>
                <a:lnTo>
                  <a:pt x="890" y="357"/>
                </a:lnTo>
                <a:moveTo>
                  <a:pt x="893" y="357"/>
                </a:moveTo>
                <a:lnTo>
                  <a:pt x="893" y="369"/>
                </a:lnTo>
                <a:lnTo>
                  <a:pt x="892" y="380"/>
                </a:lnTo>
                <a:lnTo>
                  <a:pt x="891" y="391"/>
                </a:lnTo>
                <a:lnTo>
                  <a:pt x="889" y="402"/>
                </a:lnTo>
                <a:lnTo>
                  <a:pt x="887" y="413"/>
                </a:lnTo>
                <a:lnTo>
                  <a:pt x="885" y="424"/>
                </a:lnTo>
                <a:lnTo>
                  <a:pt x="882" y="435"/>
                </a:lnTo>
                <a:lnTo>
                  <a:pt x="879" y="446"/>
                </a:lnTo>
                <a:lnTo>
                  <a:pt x="875" y="457"/>
                </a:lnTo>
                <a:lnTo>
                  <a:pt x="871" y="468"/>
                </a:lnTo>
                <a:lnTo>
                  <a:pt x="866" y="479"/>
                </a:lnTo>
                <a:lnTo>
                  <a:pt x="861" y="489"/>
                </a:lnTo>
                <a:lnTo>
                  <a:pt x="856" y="499"/>
                </a:lnTo>
                <a:lnTo>
                  <a:pt x="850" y="510"/>
                </a:lnTo>
                <a:lnTo>
                  <a:pt x="844" y="520"/>
                </a:lnTo>
                <a:lnTo>
                  <a:pt x="838" y="530"/>
                </a:lnTo>
                <a:lnTo>
                  <a:pt x="831" y="539"/>
                </a:lnTo>
                <a:lnTo>
                  <a:pt x="823" y="549"/>
                </a:lnTo>
                <a:lnTo>
                  <a:pt x="816" y="558"/>
                </a:lnTo>
                <a:lnTo>
                  <a:pt x="808" y="568"/>
                </a:lnTo>
                <a:lnTo>
                  <a:pt x="799" y="577"/>
                </a:lnTo>
                <a:lnTo>
                  <a:pt x="790" y="585"/>
                </a:lnTo>
                <a:lnTo>
                  <a:pt x="781" y="594"/>
                </a:lnTo>
                <a:lnTo>
                  <a:pt x="772" y="602"/>
                </a:lnTo>
                <a:lnTo>
                  <a:pt x="762" y="610"/>
                </a:lnTo>
                <a:lnTo>
                  <a:pt x="752" y="618"/>
                </a:lnTo>
                <a:lnTo>
                  <a:pt x="742" y="626"/>
                </a:lnTo>
                <a:lnTo>
                  <a:pt x="731" y="633"/>
                </a:lnTo>
                <a:lnTo>
                  <a:pt x="720" y="640"/>
                </a:lnTo>
                <a:lnTo>
                  <a:pt x="709" y="648"/>
                </a:lnTo>
                <a:lnTo>
                  <a:pt x="697" y="654"/>
                </a:lnTo>
                <a:lnTo>
                  <a:pt x="686" y="660"/>
                </a:lnTo>
                <a:lnTo>
                  <a:pt x="674" y="666"/>
                </a:lnTo>
                <a:lnTo>
                  <a:pt x="662" y="672"/>
                </a:lnTo>
                <a:lnTo>
                  <a:pt x="649" y="677"/>
                </a:lnTo>
                <a:lnTo>
                  <a:pt x="637" y="682"/>
                </a:lnTo>
                <a:lnTo>
                  <a:pt x="624" y="687"/>
                </a:lnTo>
                <a:lnTo>
                  <a:pt x="611" y="691"/>
                </a:lnTo>
                <a:lnTo>
                  <a:pt x="598" y="695"/>
                </a:lnTo>
                <a:lnTo>
                  <a:pt x="585" y="699"/>
                </a:lnTo>
                <a:lnTo>
                  <a:pt x="571" y="702"/>
                </a:lnTo>
                <a:lnTo>
                  <a:pt x="558" y="705"/>
                </a:lnTo>
                <a:lnTo>
                  <a:pt x="544" y="707"/>
                </a:lnTo>
                <a:lnTo>
                  <a:pt x="530" y="710"/>
                </a:lnTo>
                <a:lnTo>
                  <a:pt x="517" y="712"/>
                </a:lnTo>
                <a:lnTo>
                  <a:pt x="503" y="713"/>
                </a:lnTo>
                <a:lnTo>
                  <a:pt x="489" y="714"/>
                </a:lnTo>
                <a:lnTo>
                  <a:pt x="475" y="715"/>
                </a:lnTo>
                <a:lnTo>
                  <a:pt x="461" y="716"/>
                </a:lnTo>
                <a:lnTo>
                  <a:pt x="447" y="716"/>
                </a:lnTo>
                <a:lnTo>
                  <a:pt x="433" y="716"/>
                </a:lnTo>
                <a:lnTo>
                  <a:pt x="418" y="715"/>
                </a:lnTo>
                <a:lnTo>
                  <a:pt x="404" y="714"/>
                </a:lnTo>
                <a:lnTo>
                  <a:pt x="390" y="713"/>
                </a:lnTo>
                <a:lnTo>
                  <a:pt x="376" y="712"/>
                </a:lnTo>
                <a:lnTo>
                  <a:pt x="362" y="710"/>
                </a:lnTo>
                <a:lnTo>
                  <a:pt x="349" y="707"/>
                </a:lnTo>
                <a:lnTo>
                  <a:pt x="335" y="705"/>
                </a:lnTo>
                <a:lnTo>
                  <a:pt x="321" y="702"/>
                </a:lnTo>
                <a:lnTo>
                  <a:pt x="308" y="699"/>
                </a:lnTo>
                <a:lnTo>
                  <a:pt x="295" y="695"/>
                </a:lnTo>
                <a:lnTo>
                  <a:pt x="282" y="691"/>
                </a:lnTo>
                <a:lnTo>
                  <a:pt x="269" y="687"/>
                </a:lnTo>
                <a:lnTo>
                  <a:pt x="256" y="682"/>
                </a:lnTo>
                <a:lnTo>
                  <a:pt x="243" y="677"/>
                </a:lnTo>
                <a:lnTo>
                  <a:pt x="231" y="672"/>
                </a:lnTo>
                <a:lnTo>
                  <a:pt x="219" y="666"/>
                </a:lnTo>
                <a:lnTo>
                  <a:pt x="207" y="660"/>
                </a:lnTo>
                <a:lnTo>
                  <a:pt x="195" y="654"/>
                </a:lnTo>
                <a:lnTo>
                  <a:pt x="184" y="648"/>
                </a:lnTo>
                <a:lnTo>
                  <a:pt x="172" y="640"/>
                </a:lnTo>
                <a:lnTo>
                  <a:pt x="162" y="633"/>
                </a:lnTo>
                <a:lnTo>
                  <a:pt x="151" y="626"/>
                </a:lnTo>
                <a:lnTo>
                  <a:pt x="141" y="618"/>
                </a:lnTo>
                <a:lnTo>
                  <a:pt x="130" y="610"/>
                </a:lnTo>
                <a:lnTo>
                  <a:pt x="121" y="602"/>
                </a:lnTo>
                <a:lnTo>
                  <a:pt x="111" y="594"/>
                </a:lnTo>
                <a:lnTo>
                  <a:pt x="102" y="585"/>
                </a:lnTo>
                <a:lnTo>
                  <a:pt x="93" y="577"/>
                </a:lnTo>
                <a:lnTo>
                  <a:pt x="85" y="568"/>
                </a:lnTo>
                <a:lnTo>
                  <a:pt x="77" y="558"/>
                </a:lnTo>
                <a:lnTo>
                  <a:pt x="69" y="549"/>
                </a:lnTo>
                <a:lnTo>
                  <a:pt x="62" y="539"/>
                </a:lnTo>
                <a:lnTo>
                  <a:pt x="55" y="530"/>
                </a:lnTo>
                <a:lnTo>
                  <a:pt x="48" y="520"/>
                </a:lnTo>
                <a:lnTo>
                  <a:pt x="42" y="510"/>
                </a:lnTo>
                <a:lnTo>
                  <a:pt x="37" y="499"/>
                </a:lnTo>
                <a:lnTo>
                  <a:pt x="31" y="489"/>
                </a:lnTo>
                <a:lnTo>
                  <a:pt x="26" y="479"/>
                </a:lnTo>
                <a:lnTo>
                  <a:pt x="22" y="468"/>
                </a:lnTo>
                <a:lnTo>
                  <a:pt x="18" y="457"/>
                </a:lnTo>
                <a:lnTo>
                  <a:pt x="14" y="446"/>
                </a:lnTo>
                <a:lnTo>
                  <a:pt x="11" y="435"/>
                </a:lnTo>
                <a:lnTo>
                  <a:pt x="8" y="424"/>
                </a:lnTo>
                <a:lnTo>
                  <a:pt x="5" y="413"/>
                </a:lnTo>
                <a:lnTo>
                  <a:pt x="3" y="402"/>
                </a:lnTo>
                <a:lnTo>
                  <a:pt x="2" y="391"/>
                </a:lnTo>
                <a:lnTo>
                  <a:pt x="1" y="380"/>
                </a:lnTo>
                <a:lnTo>
                  <a:pt x="0" y="369"/>
                </a:lnTo>
                <a:lnTo>
                  <a:pt x="0" y="357"/>
                </a:lnTo>
                <a:lnTo>
                  <a:pt x="0" y="346"/>
                </a:lnTo>
                <a:lnTo>
                  <a:pt x="1" y="335"/>
                </a:lnTo>
                <a:lnTo>
                  <a:pt x="2" y="324"/>
                </a:lnTo>
                <a:lnTo>
                  <a:pt x="3" y="313"/>
                </a:lnTo>
                <a:lnTo>
                  <a:pt x="5" y="301"/>
                </a:lnTo>
                <a:lnTo>
                  <a:pt x="8" y="290"/>
                </a:lnTo>
                <a:lnTo>
                  <a:pt x="11" y="279"/>
                </a:lnTo>
                <a:lnTo>
                  <a:pt x="14" y="268"/>
                </a:lnTo>
                <a:lnTo>
                  <a:pt x="18" y="258"/>
                </a:lnTo>
                <a:lnTo>
                  <a:pt x="22" y="247"/>
                </a:lnTo>
                <a:lnTo>
                  <a:pt x="26" y="236"/>
                </a:lnTo>
                <a:lnTo>
                  <a:pt x="31" y="226"/>
                </a:lnTo>
                <a:lnTo>
                  <a:pt x="37" y="215"/>
                </a:lnTo>
                <a:lnTo>
                  <a:pt x="42" y="205"/>
                </a:lnTo>
                <a:lnTo>
                  <a:pt x="48" y="195"/>
                </a:lnTo>
                <a:lnTo>
                  <a:pt x="55" y="185"/>
                </a:lnTo>
                <a:lnTo>
                  <a:pt x="62" y="175"/>
                </a:lnTo>
                <a:lnTo>
                  <a:pt x="69" y="166"/>
                </a:lnTo>
                <a:lnTo>
                  <a:pt x="77" y="156"/>
                </a:lnTo>
                <a:lnTo>
                  <a:pt x="85" y="147"/>
                </a:lnTo>
                <a:lnTo>
                  <a:pt x="93" y="138"/>
                </a:lnTo>
                <a:lnTo>
                  <a:pt x="102" y="129"/>
                </a:lnTo>
                <a:lnTo>
                  <a:pt x="111" y="121"/>
                </a:lnTo>
                <a:lnTo>
                  <a:pt x="121" y="113"/>
                </a:lnTo>
                <a:lnTo>
                  <a:pt x="130" y="104"/>
                </a:lnTo>
                <a:lnTo>
                  <a:pt x="141" y="97"/>
                </a:lnTo>
                <a:lnTo>
                  <a:pt x="151" y="89"/>
                </a:lnTo>
                <a:lnTo>
                  <a:pt x="162" y="82"/>
                </a:lnTo>
                <a:lnTo>
                  <a:pt x="172" y="75"/>
                </a:lnTo>
                <a:lnTo>
                  <a:pt x="184" y="68"/>
                </a:lnTo>
                <a:lnTo>
                  <a:pt x="195" y="62"/>
                </a:lnTo>
                <a:lnTo>
                  <a:pt x="207" y="55"/>
                </a:lnTo>
                <a:lnTo>
                  <a:pt x="219" y="49"/>
                </a:lnTo>
                <a:lnTo>
                  <a:pt x="231" y="44"/>
                </a:lnTo>
                <a:lnTo>
                  <a:pt x="243" y="39"/>
                </a:lnTo>
                <a:lnTo>
                  <a:pt x="256" y="34"/>
                </a:lnTo>
                <a:lnTo>
                  <a:pt x="269" y="29"/>
                </a:lnTo>
                <a:lnTo>
                  <a:pt x="282" y="25"/>
                </a:lnTo>
                <a:lnTo>
                  <a:pt x="295" y="21"/>
                </a:lnTo>
                <a:lnTo>
                  <a:pt x="308" y="17"/>
                </a:lnTo>
                <a:lnTo>
                  <a:pt x="321" y="14"/>
                </a:lnTo>
                <a:lnTo>
                  <a:pt x="335" y="11"/>
                </a:lnTo>
                <a:lnTo>
                  <a:pt x="349" y="8"/>
                </a:lnTo>
                <a:lnTo>
                  <a:pt x="362" y="6"/>
                </a:lnTo>
                <a:lnTo>
                  <a:pt x="376" y="4"/>
                </a:lnTo>
                <a:lnTo>
                  <a:pt x="390" y="3"/>
                </a:lnTo>
                <a:lnTo>
                  <a:pt x="404" y="1"/>
                </a:lnTo>
                <a:lnTo>
                  <a:pt x="418" y="0"/>
                </a:lnTo>
                <a:lnTo>
                  <a:pt x="433" y="0"/>
                </a:lnTo>
                <a:lnTo>
                  <a:pt x="447" y="0"/>
                </a:lnTo>
                <a:lnTo>
                  <a:pt x="461" y="0"/>
                </a:lnTo>
                <a:lnTo>
                  <a:pt x="475" y="0"/>
                </a:lnTo>
                <a:lnTo>
                  <a:pt x="489" y="1"/>
                </a:lnTo>
                <a:lnTo>
                  <a:pt x="503" y="3"/>
                </a:lnTo>
                <a:lnTo>
                  <a:pt x="517" y="4"/>
                </a:lnTo>
                <a:lnTo>
                  <a:pt x="530" y="6"/>
                </a:lnTo>
                <a:lnTo>
                  <a:pt x="544" y="8"/>
                </a:lnTo>
                <a:lnTo>
                  <a:pt x="558" y="11"/>
                </a:lnTo>
                <a:lnTo>
                  <a:pt x="571" y="14"/>
                </a:lnTo>
                <a:lnTo>
                  <a:pt x="585" y="17"/>
                </a:lnTo>
                <a:lnTo>
                  <a:pt x="598" y="21"/>
                </a:lnTo>
                <a:lnTo>
                  <a:pt x="611" y="25"/>
                </a:lnTo>
                <a:lnTo>
                  <a:pt x="624" y="29"/>
                </a:lnTo>
                <a:lnTo>
                  <a:pt x="637" y="34"/>
                </a:lnTo>
                <a:lnTo>
                  <a:pt x="649" y="39"/>
                </a:lnTo>
                <a:lnTo>
                  <a:pt x="662" y="44"/>
                </a:lnTo>
                <a:lnTo>
                  <a:pt x="674" y="49"/>
                </a:lnTo>
                <a:lnTo>
                  <a:pt x="686" y="55"/>
                </a:lnTo>
                <a:lnTo>
                  <a:pt x="697" y="62"/>
                </a:lnTo>
                <a:lnTo>
                  <a:pt x="709" y="68"/>
                </a:lnTo>
                <a:lnTo>
                  <a:pt x="720" y="75"/>
                </a:lnTo>
                <a:lnTo>
                  <a:pt x="731" y="82"/>
                </a:lnTo>
                <a:lnTo>
                  <a:pt x="742" y="89"/>
                </a:lnTo>
                <a:lnTo>
                  <a:pt x="752" y="97"/>
                </a:lnTo>
                <a:lnTo>
                  <a:pt x="762" y="104"/>
                </a:lnTo>
                <a:lnTo>
                  <a:pt x="772" y="113"/>
                </a:lnTo>
                <a:lnTo>
                  <a:pt x="781" y="121"/>
                </a:lnTo>
                <a:lnTo>
                  <a:pt x="790" y="129"/>
                </a:lnTo>
                <a:lnTo>
                  <a:pt x="799" y="138"/>
                </a:lnTo>
                <a:lnTo>
                  <a:pt x="808" y="147"/>
                </a:lnTo>
                <a:lnTo>
                  <a:pt x="816" y="156"/>
                </a:lnTo>
                <a:lnTo>
                  <a:pt x="823" y="166"/>
                </a:lnTo>
                <a:lnTo>
                  <a:pt x="831" y="175"/>
                </a:lnTo>
                <a:lnTo>
                  <a:pt x="838" y="185"/>
                </a:lnTo>
                <a:lnTo>
                  <a:pt x="844" y="195"/>
                </a:lnTo>
                <a:lnTo>
                  <a:pt x="850" y="205"/>
                </a:lnTo>
                <a:lnTo>
                  <a:pt x="856" y="215"/>
                </a:lnTo>
                <a:lnTo>
                  <a:pt x="861" y="226"/>
                </a:lnTo>
                <a:lnTo>
                  <a:pt x="866" y="236"/>
                </a:lnTo>
                <a:lnTo>
                  <a:pt x="871" y="247"/>
                </a:lnTo>
                <a:lnTo>
                  <a:pt x="875" y="258"/>
                </a:lnTo>
                <a:lnTo>
                  <a:pt x="879" y="268"/>
                </a:lnTo>
                <a:lnTo>
                  <a:pt x="882" y="279"/>
                </a:lnTo>
                <a:lnTo>
                  <a:pt x="885" y="290"/>
                </a:lnTo>
                <a:lnTo>
                  <a:pt x="887" y="301"/>
                </a:lnTo>
                <a:lnTo>
                  <a:pt x="889" y="313"/>
                </a:lnTo>
                <a:lnTo>
                  <a:pt x="891" y="324"/>
                </a:lnTo>
                <a:lnTo>
                  <a:pt x="892" y="335"/>
                </a:lnTo>
                <a:lnTo>
                  <a:pt x="893" y="346"/>
                </a:lnTo>
                <a:lnTo>
                  <a:pt x="893" y="357"/>
                </a:lnTo>
                <a:close/>
              </a:path>
            </a:pathLst>
          </a:custGeom>
          <a:solidFill>
            <a:srgbClr val="ffab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3" name=""/>
          <p:cNvSpPr/>
          <p:nvPr/>
        </p:nvSpPr>
        <p:spPr>
          <a:xfrm>
            <a:off x="4817520" y="1698480"/>
            <a:ext cx="322920" cy="259200"/>
          </a:xfrm>
          <a:custGeom>
            <a:avLst/>
            <a:gdLst/>
            <a:ahLst/>
            <a:rect l="0" t="0" r="r" b="b"/>
            <a:pathLst>
              <a:path w="897" h="720">
                <a:moveTo>
                  <a:pt x="895" y="359"/>
                </a:moveTo>
                <a:lnTo>
                  <a:pt x="895" y="348"/>
                </a:lnTo>
                <a:lnTo>
                  <a:pt x="894" y="337"/>
                </a:lnTo>
                <a:lnTo>
                  <a:pt x="893" y="326"/>
                </a:lnTo>
                <a:lnTo>
                  <a:pt x="891" y="315"/>
                </a:lnTo>
                <a:lnTo>
                  <a:pt x="889" y="303"/>
                </a:lnTo>
                <a:lnTo>
                  <a:pt x="887" y="292"/>
                </a:lnTo>
                <a:lnTo>
                  <a:pt x="884" y="281"/>
                </a:lnTo>
                <a:lnTo>
                  <a:pt x="881" y="270"/>
                </a:lnTo>
                <a:lnTo>
                  <a:pt x="877" y="260"/>
                </a:lnTo>
                <a:lnTo>
                  <a:pt x="873" y="249"/>
                </a:lnTo>
                <a:lnTo>
                  <a:pt x="868" y="238"/>
                </a:lnTo>
                <a:lnTo>
                  <a:pt x="863" y="228"/>
                </a:lnTo>
                <a:lnTo>
                  <a:pt x="858" y="217"/>
                </a:lnTo>
                <a:lnTo>
                  <a:pt x="852" y="207"/>
                </a:lnTo>
                <a:lnTo>
                  <a:pt x="846" y="197"/>
                </a:lnTo>
                <a:lnTo>
                  <a:pt x="840" y="187"/>
                </a:lnTo>
                <a:lnTo>
                  <a:pt x="833" y="177"/>
                </a:lnTo>
                <a:lnTo>
                  <a:pt x="825" y="168"/>
                </a:lnTo>
                <a:lnTo>
                  <a:pt x="818" y="158"/>
                </a:lnTo>
                <a:lnTo>
                  <a:pt x="810" y="149"/>
                </a:lnTo>
                <a:lnTo>
                  <a:pt x="801" y="140"/>
                </a:lnTo>
                <a:lnTo>
                  <a:pt x="792" y="131"/>
                </a:lnTo>
                <a:lnTo>
                  <a:pt x="783" y="123"/>
                </a:lnTo>
                <a:lnTo>
                  <a:pt x="774" y="115"/>
                </a:lnTo>
                <a:lnTo>
                  <a:pt x="764" y="106"/>
                </a:lnTo>
                <a:lnTo>
                  <a:pt x="754" y="99"/>
                </a:lnTo>
                <a:lnTo>
                  <a:pt x="744" y="91"/>
                </a:lnTo>
                <a:lnTo>
                  <a:pt x="733" y="84"/>
                </a:lnTo>
                <a:lnTo>
                  <a:pt x="722" y="77"/>
                </a:lnTo>
                <a:lnTo>
                  <a:pt x="711" y="70"/>
                </a:lnTo>
                <a:lnTo>
                  <a:pt x="699" y="64"/>
                </a:lnTo>
                <a:lnTo>
                  <a:pt x="688" y="57"/>
                </a:lnTo>
                <a:lnTo>
                  <a:pt x="676" y="51"/>
                </a:lnTo>
                <a:lnTo>
                  <a:pt x="664" y="46"/>
                </a:lnTo>
                <a:lnTo>
                  <a:pt x="651" y="41"/>
                </a:lnTo>
                <a:lnTo>
                  <a:pt x="639" y="36"/>
                </a:lnTo>
                <a:lnTo>
                  <a:pt x="626" y="31"/>
                </a:lnTo>
                <a:lnTo>
                  <a:pt x="613" y="27"/>
                </a:lnTo>
                <a:lnTo>
                  <a:pt x="600" y="23"/>
                </a:lnTo>
                <a:lnTo>
                  <a:pt x="587" y="19"/>
                </a:lnTo>
                <a:lnTo>
                  <a:pt x="573" y="16"/>
                </a:lnTo>
                <a:lnTo>
                  <a:pt x="560" y="13"/>
                </a:lnTo>
                <a:lnTo>
                  <a:pt x="546" y="10"/>
                </a:lnTo>
                <a:lnTo>
                  <a:pt x="532" y="8"/>
                </a:lnTo>
                <a:lnTo>
                  <a:pt x="519" y="6"/>
                </a:lnTo>
                <a:lnTo>
                  <a:pt x="504" y="5"/>
                </a:lnTo>
                <a:lnTo>
                  <a:pt x="490" y="3"/>
                </a:lnTo>
                <a:lnTo>
                  <a:pt x="476" y="2"/>
                </a:lnTo>
                <a:lnTo>
                  <a:pt x="462" y="2"/>
                </a:lnTo>
                <a:lnTo>
                  <a:pt x="448" y="2"/>
                </a:lnTo>
                <a:lnTo>
                  <a:pt x="434" y="2"/>
                </a:lnTo>
                <a:lnTo>
                  <a:pt x="420" y="2"/>
                </a:lnTo>
                <a:lnTo>
                  <a:pt x="406" y="3"/>
                </a:lnTo>
                <a:lnTo>
                  <a:pt x="392" y="5"/>
                </a:lnTo>
                <a:lnTo>
                  <a:pt x="378" y="6"/>
                </a:lnTo>
                <a:lnTo>
                  <a:pt x="364" y="8"/>
                </a:lnTo>
                <a:lnTo>
                  <a:pt x="351" y="10"/>
                </a:lnTo>
                <a:lnTo>
                  <a:pt x="337" y="13"/>
                </a:lnTo>
                <a:lnTo>
                  <a:pt x="323" y="16"/>
                </a:lnTo>
                <a:lnTo>
                  <a:pt x="310" y="19"/>
                </a:lnTo>
                <a:lnTo>
                  <a:pt x="297" y="23"/>
                </a:lnTo>
                <a:lnTo>
                  <a:pt x="284" y="27"/>
                </a:lnTo>
                <a:lnTo>
                  <a:pt x="271" y="31"/>
                </a:lnTo>
                <a:lnTo>
                  <a:pt x="258" y="36"/>
                </a:lnTo>
                <a:lnTo>
                  <a:pt x="245" y="41"/>
                </a:lnTo>
                <a:lnTo>
                  <a:pt x="233" y="46"/>
                </a:lnTo>
                <a:lnTo>
                  <a:pt x="221" y="51"/>
                </a:lnTo>
                <a:lnTo>
                  <a:pt x="209" y="57"/>
                </a:lnTo>
                <a:lnTo>
                  <a:pt x="197" y="64"/>
                </a:lnTo>
                <a:lnTo>
                  <a:pt x="186" y="70"/>
                </a:lnTo>
                <a:lnTo>
                  <a:pt x="174" y="77"/>
                </a:lnTo>
                <a:lnTo>
                  <a:pt x="164" y="84"/>
                </a:lnTo>
                <a:lnTo>
                  <a:pt x="153" y="91"/>
                </a:lnTo>
                <a:lnTo>
                  <a:pt x="143" y="99"/>
                </a:lnTo>
                <a:lnTo>
                  <a:pt x="132" y="106"/>
                </a:lnTo>
                <a:lnTo>
                  <a:pt x="123" y="115"/>
                </a:lnTo>
                <a:lnTo>
                  <a:pt x="113" y="123"/>
                </a:lnTo>
                <a:lnTo>
                  <a:pt x="104" y="131"/>
                </a:lnTo>
                <a:lnTo>
                  <a:pt x="95" y="140"/>
                </a:lnTo>
                <a:lnTo>
                  <a:pt x="87" y="149"/>
                </a:lnTo>
                <a:lnTo>
                  <a:pt x="79" y="158"/>
                </a:lnTo>
                <a:lnTo>
                  <a:pt x="71" y="168"/>
                </a:lnTo>
                <a:lnTo>
                  <a:pt x="64" y="177"/>
                </a:lnTo>
                <a:lnTo>
                  <a:pt x="57" y="187"/>
                </a:lnTo>
                <a:lnTo>
                  <a:pt x="50" y="197"/>
                </a:lnTo>
                <a:lnTo>
                  <a:pt x="44" y="207"/>
                </a:lnTo>
                <a:lnTo>
                  <a:pt x="39" y="217"/>
                </a:lnTo>
                <a:lnTo>
                  <a:pt x="33" y="228"/>
                </a:lnTo>
                <a:lnTo>
                  <a:pt x="28" y="238"/>
                </a:lnTo>
                <a:lnTo>
                  <a:pt x="24" y="249"/>
                </a:lnTo>
                <a:lnTo>
                  <a:pt x="20" y="260"/>
                </a:lnTo>
                <a:lnTo>
                  <a:pt x="16" y="270"/>
                </a:lnTo>
                <a:lnTo>
                  <a:pt x="13" y="281"/>
                </a:lnTo>
                <a:lnTo>
                  <a:pt x="10" y="292"/>
                </a:lnTo>
                <a:lnTo>
                  <a:pt x="7" y="303"/>
                </a:lnTo>
                <a:lnTo>
                  <a:pt x="5" y="315"/>
                </a:lnTo>
                <a:lnTo>
                  <a:pt x="4" y="326"/>
                </a:lnTo>
                <a:lnTo>
                  <a:pt x="3" y="337"/>
                </a:lnTo>
                <a:lnTo>
                  <a:pt x="2" y="348"/>
                </a:lnTo>
                <a:lnTo>
                  <a:pt x="2" y="359"/>
                </a:lnTo>
                <a:lnTo>
                  <a:pt x="2" y="371"/>
                </a:lnTo>
                <a:lnTo>
                  <a:pt x="3" y="382"/>
                </a:lnTo>
                <a:lnTo>
                  <a:pt x="4" y="393"/>
                </a:lnTo>
                <a:lnTo>
                  <a:pt x="5" y="404"/>
                </a:lnTo>
                <a:lnTo>
                  <a:pt x="7" y="415"/>
                </a:lnTo>
                <a:lnTo>
                  <a:pt x="10" y="426"/>
                </a:lnTo>
                <a:lnTo>
                  <a:pt x="13" y="437"/>
                </a:lnTo>
                <a:lnTo>
                  <a:pt x="16" y="448"/>
                </a:lnTo>
                <a:lnTo>
                  <a:pt x="20" y="459"/>
                </a:lnTo>
                <a:lnTo>
                  <a:pt x="24" y="470"/>
                </a:lnTo>
                <a:lnTo>
                  <a:pt x="28" y="481"/>
                </a:lnTo>
                <a:lnTo>
                  <a:pt x="33" y="491"/>
                </a:lnTo>
                <a:lnTo>
                  <a:pt x="39" y="501"/>
                </a:lnTo>
                <a:lnTo>
                  <a:pt x="44" y="512"/>
                </a:lnTo>
                <a:lnTo>
                  <a:pt x="50" y="522"/>
                </a:lnTo>
                <a:lnTo>
                  <a:pt x="57" y="532"/>
                </a:lnTo>
                <a:lnTo>
                  <a:pt x="64" y="541"/>
                </a:lnTo>
                <a:lnTo>
                  <a:pt x="71" y="551"/>
                </a:lnTo>
                <a:lnTo>
                  <a:pt x="79" y="560"/>
                </a:lnTo>
                <a:lnTo>
                  <a:pt x="87" y="570"/>
                </a:lnTo>
                <a:lnTo>
                  <a:pt x="95" y="579"/>
                </a:lnTo>
                <a:lnTo>
                  <a:pt x="104" y="587"/>
                </a:lnTo>
                <a:lnTo>
                  <a:pt x="113" y="596"/>
                </a:lnTo>
                <a:lnTo>
                  <a:pt x="123" y="604"/>
                </a:lnTo>
                <a:lnTo>
                  <a:pt x="132" y="612"/>
                </a:lnTo>
                <a:lnTo>
                  <a:pt x="143" y="620"/>
                </a:lnTo>
                <a:lnTo>
                  <a:pt x="153" y="628"/>
                </a:lnTo>
                <a:lnTo>
                  <a:pt x="164" y="635"/>
                </a:lnTo>
                <a:lnTo>
                  <a:pt x="174" y="642"/>
                </a:lnTo>
                <a:lnTo>
                  <a:pt x="186" y="649"/>
                </a:lnTo>
                <a:lnTo>
                  <a:pt x="197" y="655"/>
                </a:lnTo>
                <a:lnTo>
                  <a:pt x="209" y="661"/>
                </a:lnTo>
                <a:lnTo>
                  <a:pt x="221" y="667"/>
                </a:lnTo>
                <a:lnTo>
                  <a:pt x="233" y="673"/>
                </a:lnTo>
                <a:lnTo>
                  <a:pt x="245" y="679"/>
                </a:lnTo>
                <a:lnTo>
                  <a:pt x="258" y="684"/>
                </a:lnTo>
                <a:lnTo>
                  <a:pt x="271" y="689"/>
                </a:lnTo>
                <a:lnTo>
                  <a:pt x="284" y="693"/>
                </a:lnTo>
                <a:lnTo>
                  <a:pt x="297" y="697"/>
                </a:lnTo>
                <a:lnTo>
                  <a:pt x="310" y="701"/>
                </a:lnTo>
                <a:lnTo>
                  <a:pt x="323" y="704"/>
                </a:lnTo>
                <a:lnTo>
                  <a:pt x="337" y="707"/>
                </a:lnTo>
                <a:lnTo>
                  <a:pt x="351" y="709"/>
                </a:lnTo>
                <a:lnTo>
                  <a:pt x="364" y="712"/>
                </a:lnTo>
                <a:lnTo>
                  <a:pt x="378" y="714"/>
                </a:lnTo>
                <a:lnTo>
                  <a:pt x="392" y="715"/>
                </a:lnTo>
                <a:lnTo>
                  <a:pt x="406" y="716"/>
                </a:lnTo>
                <a:lnTo>
                  <a:pt x="420" y="717"/>
                </a:lnTo>
                <a:lnTo>
                  <a:pt x="434" y="718"/>
                </a:lnTo>
                <a:lnTo>
                  <a:pt x="448" y="718"/>
                </a:lnTo>
                <a:lnTo>
                  <a:pt x="462" y="718"/>
                </a:lnTo>
                <a:lnTo>
                  <a:pt x="476" y="717"/>
                </a:lnTo>
                <a:lnTo>
                  <a:pt x="490" y="716"/>
                </a:lnTo>
                <a:lnTo>
                  <a:pt x="504" y="715"/>
                </a:lnTo>
                <a:lnTo>
                  <a:pt x="519" y="714"/>
                </a:lnTo>
                <a:lnTo>
                  <a:pt x="532" y="712"/>
                </a:lnTo>
                <a:lnTo>
                  <a:pt x="546" y="709"/>
                </a:lnTo>
                <a:lnTo>
                  <a:pt x="560" y="707"/>
                </a:lnTo>
                <a:lnTo>
                  <a:pt x="573" y="704"/>
                </a:lnTo>
                <a:lnTo>
                  <a:pt x="587" y="701"/>
                </a:lnTo>
                <a:lnTo>
                  <a:pt x="600" y="697"/>
                </a:lnTo>
                <a:lnTo>
                  <a:pt x="613" y="693"/>
                </a:lnTo>
                <a:lnTo>
                  <a:pt x="626" y="689"/>
                </a:lnTo>
                <a:lnTo>
                  <a:pt x="639" y="684"/>
                </a:lnTo>
                <a:lnTo>
                  <a:pt x="651" y="679"/>
                </a:lnTo>
                <a:lnTo>
                  <a:pt x="664" y="673"/>
                </a:lnTo>
                <a:lnTo>
                  <a:pt x="676" y="667"/>
                </a:lnTo>
                <a:lnTo>
                  <a:pt x="688" y="661"/>
                </a:lnTo>
                <a:lnTo>
                  <a:pt x="699" y="655"/>
                </a:lnTo>
                <a:lnTo>
                  <a:pt x="711" y="649"/>
                </a:lnTo>
                <a:lnTo>
                  <a:pt x="722" y="642"/>
                </a:lnTo>
                <a:lnTo>
                  <a:pt x="733" y="635"/>
                </a:lnTo>
                <a:lnTo>
                  <a:pt x="744" y="628"/>
                </a:lnTo>
                <a:lnTo>
                  <a:pt x="754" y="620"/>
                </a:lnTo>
                <a:lnTo>
                  <a:pt x="764" y="612"/>
                </a:lnTo>
                <a:lnTo>
                  <a:pt x="774" y="604"/>
                </a:lnTo>
                <a:lnTo>
                  <a:pt x="783" y="596"/>
                </a:lnTo>
                <a:lnTo>
                  <a:pt x="792" y="587"/>
                </a:lnTo>
                <a:lnTo>
                  <a:pt x="801" y="579"/>
                </a:lnTo>
                <a:lnTo>
                  <a:pt x="810" y="570"/>
                </a:lnTo>
                <a:lnTo>
                  <a:pt x="818" y="560"/>
                </a:lnTo>
                <a:lnTo>
                  <a:pt x="825" y="551"/>
                </a:lnTo>
                <a:lnTo>
                  <a:pt x="833" y="541"/>
                </a:lnTo>
                <a:lnTo>
                  <a:pt x="840" y="532"/>
                </a:lnTo>
                <a:lnTo>
                  <a:pt x="846" y="522"/>
                </a:lnTo>
                <a:lnTo>
                  <a:pt x="852" y="512"/>
                </a:lnTo>
                <a:lnTo>
                  <a:pt x="858" y="501"/>
                </a:lnTo>
                <a:lnTo>
                  <a:pt x="863" y="491"/>
                </a:lnTo>
                <a:lnTo>
                  <a:pt x="868" y="481"/>
                </a:lnTo>
                <a:lnTo>
                  <a:pt x="873" y="470"/>
                </a:lnTo>
                <a:lnTo>
                  <a:pt x="877" y="459"/>
                </a:lnTo>
                <a:lnTo>
                  <a:pt x="881" y="448"/>
                </a:lnTo>
                <a:lnTo>
                  <a:pt x="884" y="437"/>
                </a:lnTo>
                <a:lnTo>
                  <a:pt x="887" y="426"/>
                </a:lnTo>
                <a:lnTo>
                  <a:pt x="889" y="415"/>
                </a:lnTo>
                <a:lnTo>
                  <a:pt x="891" y="404"/>
                </a:lnTo>
                <a:lnTo>
                  <a:pt x="893" y="393"/>
                </a:lnTo>
                <a:lnTo>
                  <a:pt x="894" y="382"/>
                </a:lnTo>
                <a:lnTo>
                  <a:pt x="895" y="371"/>
                </a:lnTo>
                <a:lnTo>
                  <a:pt x="895" y="359"/>
                </a:lnTo>
                <a:moveTo>
                  <a:pt x="897" y="359"/>
                </a:moveTo>
                <a:lnTo>
                  <a:pt x="897" y="371"/>
                </a:lnTo>
                <a:lnTo>
                  <a:pt x="896" y="382"/>
                </a:lnTo>
                <a:lnTo>
                  <a:pt x="895" y="393"/>
                </a:lnTo>
                <a:lnTo>
                  <a:pt x="893" y="404"/>
                </a:lnTo>
                <a:lnTo>
                  <a:pt x="892" y="416"/>
                </a:lnTo>
                <a:lnTo>
                  <a:pt x="889" y="427"/>
                </a:lnTo>
                <a:lnTo>
                  <a:pt x="886" y="438"/>
                </a:lnTo>
                <a:lnTo>
                  <a:pt x="883" y="449"/>
                </a:lnTo>
                <a:lnTo>
                  <a:pt x="879" y="460"/>
                </a:lnTo>
                <a:lnTo>
                  <a:pt x="875" y="470"/>
                </a:lnTo>
                <a:lnTo>
                  <a:pt x="871" y="481"/>
                </a:lnTo>
                <a:lnTo>
                  <a:pt x="866" y="492"/>
                </a:lnTo>
                <a:lnTo>
                  <a:pt x="860" y="502"/>
                </a:lnTo>
                <a:lnTo>
                  <a:pt x="854" y="512"/>
                </a:lnTo>
                <a:lnTo>
                  <a:pt x="848" y="523"/>
                </a:lnTo>
                <a:lnTo>
                  <a:pt x="842" y="533"/>
                </a:lnTo>
                <a:lnTo>
                  <a:pt x="835" y="542"/>
                </a:lnTo>
                <a:lnTo>
                  <a:pt x="827" y="552"/>
                </a:lnTo>
                <a:lnTo>
                  <a:pt x="820" y="561"/>
                </a:lnTo>
                <a:lnTo>
                  <a:pt x="811" y="571"/>
                </a:lnTo>
                <a:lnTo>
                  <a:pt x="803" y="580"/>
                </a:lnTo>
                <a:lnTo>
                  <a:pt x="794" y="589"/>
                </a:lnTo>
                <a:lnTo>
                  <a:pt x="785" y="597"/>
                </a:lnTo>
                <a:lnTo>
                  <a:pt x="776" y="606"/>
                </a:lnTo>
                <a:lnTo>
                  <a:pt x="766" y="614"/>
                </a:lnTo>
                <a:lnTo>
                  <a:pt x="756" y="621"/>
                </a:lnTo>
                <a:lnTo>
                  <a:pt x="745" y="629"/>
                </a:lnTo>
                <a:lnTo>
                  <a:pt x="735" y="636"/>
                </a:lnTo>
                <a:lnTo>
                  <a:pt x="724" y="643"/>
                </a:lnTo>
                <a:lnTo>
                  <a:pt x="712" y="650"/>
                </a:lnTo>
                <a:lnTo>
                  <a:pt x="701" y="657"/>
                </a:lnTo>
                <a:lnTo>
                  <a:pt x="689" y="663"/>
                </a:lnTo>
                <a:lnTo>
                  <a:pt x="677" y="669"/>
                </a:lnTo>
                <a:lnTo>
                  <a:pt x="665" y="674"/>
                </a:lnTo>
                <a:lnTo>
                  <a:pt x="652" y="681"/>
                </a:lnTo>
                <a:lnTo>
                  <a:pt x="640" y="686"/>
                </a:lnTo>
                <a:lnTo>
                  <a:pt x="627" y="690"/>
                </a:lnTo>
                <a:lnTo>
                  <a:pt x="614" y="695"/>
                </a:lnTo>
                <a:lnTo>
                  <a:pt x="601" y="699"/>
                </a:lnTo>
                <a:lnTo>
                  <a:pt x="587" y="702"/>
                </a:lnTo>
                <a:lnTo>
                  <a:pt x="574" y="706"/>
                </a:lnTo>
                <a:lnTo>
                  <a:pt x="560" y="709"/>
                </a:lnTo>
                <a:lnTo>
                  <a:pt x="547" y="711"/>
                </a:lnTo>
                <a:lnTo>
                  <a:pt x="533" y="714"/>
                </a:lnTo>
                <a:lnTo>
                  <a:pt x="519" y="716"/>
                </a:lnTo>
                <a:lnTo>
                  <a:pt x="504" y="717"/>
                </a:lnTo>
                <a:lnTo>
                  <a:pt x="490" y="718"/>
                </a:lnTo>
                <a:lnTo>
                  <a:pt x="476" y="719"/>
                </a:lnTo>
                <a:lnTo>
                  <a:pt x="462" y="720"/>
                </a:lnTo>
                <a:lnTo>
                  <a:pt x="448" y="720"/>
                </a:lnTo>
                <a:lnTo>
                  <a:pt x="434" y="720"/>
                </a:lnTo>
                <a:lnTo>
                  <a:pt x="420" y="719"/>
                </a:lnTo>
                <a:lnTo>
                  <a:pt x="406" y="718"/>
                </a:lnTo>
                <a:lnTo>
                  <a:pt x="392" y="717"/>
                </a:lnTo>
                <a:lnTo>
                  <a:pt x="378" y="716"/>
                </a:lnTo>
                <a:lnTo>
                  <a:pt x="364" y="714"/>
                </a:lnTo>
                <a:lnTo>
                  <a:pt x="350" y="711"/>
                </a:lnTo>
                <a:lnTo>
                  <a:pt x="336" y="709"/>
                </a:lnTo>
                <a:lnTo>
                  <a:pt x="323" y="706"/>
                </a:lnTo>
                <a:lnTo>
                  <a:pt x="309" y="702"/>
                </a:lnTo>
                <a:lnTo>
                  <a:pt x="296" y="699"/>
                </a:lnTo>
                <a:lnTo>
                  <a:pt x="283" y="695"/>
                </a:lnTo>
                <a:lnTo>
                  <a:pt x="270" y="690"/>
                </a:lnTo>
                <a:lnTo>
                  <a:pt x="257" y="686"/>
                </a:lnTo>
                <a:lnTo>
                  <a:pt x="244" y="681"/>
                </a:lnTo>
                <a:lnTo>
                  <a:pt x="232" y="674"/>
                </a:lnTo>
                <a:lnTo>
                  <a:pt x="220" y="669"/>
                </a:lnTo>
                <a:lnTo>
                  <a:pt x="208" y="663"/>
                </a:lnTo>
                <a:lnTo>
                  <a:pt x="196" y="657"/>
                </a:lnTo>
                <a:lnTo>
                  <a:pt x="184" y="650"/>
                </a:lnTo>
                <a:lnTo>
                  <a:pt x="173" y="643"/>
                </a:lnTo>
                <a:lnTo>
                  <a:pt x="162" y="636"/>
                </a:lnTo>
                <a:lnTo>
                  <a:pt x="151" y="629"/>
                </a:lnTo>
                <a:lnTo>
                  <a:pt x="141" y="621"/>
                </a:lnTo>
                <a:lnTo>
                  <a:pt x="131" y="614"/>
                </a:lnTo>
                <a:lnTo>
                  <a:pt x="121" y="606"/>
                </a:lnTo>
                <a:lnTo>
                  <a:pt x="112" y="597"/>
                </a:lnTo>
                <a:lnTo>
                  <a:pt x="102" y="589"/>
                </a:lnTo>
                <a:lnTo>
                  <a:pt x="94" y="580"/>
                </a:lnTo>
                <a:lnTo>
                  <a:pt x="85" y="571"/>
                </a:lnTo>
                <a:lnTo>
                  <a:pt x="77" y="561"/>
                </a:lnTo>
                <a:lnTo>
                  <a:pt x="69" y="552"/>
                </a:lnTo>
                <a:lnTo>
                  <a:pt x="62" y="542"/>
                </a:lnTo>
                <a:lnTo>
                  <a:pt x="55" y="533"/>
                </a:lnTo>
                <a:lnTo>
                  <a:pt x="48" y="523"/>
                </a:lnTo>
                <a:lnTo>
                  <a:pt x="42" y="512"/>
                </a:lnTo>
                <a:lnTo>
                  <a:pt x="36" y="502"/>
                </a:lnTo>
                <a:lnTo>
                  <a:pt x="31" y="492"/>
                </a:lnTo>
                <a:lnTo>
                  <a:pt x="26" y="481"/>
                </a:lnTo>
                <a:lnTo>
                  <a:pt x="22" y="470"/>
                </a:lnTo>
                <a:lnTo>
                  <a:pt x="17" y="460"/>
                </a:lnTo>
                <a:lnTo>
                  <a:pt x="14" y="449"/>
                </a:lnTo>
                <a:lnTo>
                  <a:pt x="10" y="438"/>
                </a:lnTo>
                <a:lnTo>
                  <a:pt x="8" y="427"/>
                </a:lnTo>
                <a:lnTo>
                  <a:pt x="5" y="416"/>
                </a:lnTo>
                <a:lnTo>
                  <a:pt x="3" y="404"/>
                </a:lnTo>
                <a:lnTo>
                  <a:pt x="2" y="393"/>
                </a:lnTo>
                <a:lnTo>
                  <a:pt x="0" y="382"/>
                </a:lnTo>
                <a:lnTo>
                  <a:pt x="0" y="371"/>
                </a:lnTo>
                <a:lnTo>
                  <a:pt x="0" y="359"/>
                </a:lnTo>
                <a:lnTo>
                  <a:pt x="0" y="348"/>
                </a:lnTo>
                <a:lnTo>
                  <a:pt x="0" y="337"/>
                </a:lnTo>
                <a:lnTo>
                  <a:pt x="2" y="326"/>
                </a:lnTo>
                <a:lnTo>
                  <a:pt x="3" y="314"/>
                </a:lnTo>
                <a:lnTo>
                  <a:pt x="5" y="303"/>
                </a:lnTo>
                <a:lnTo>
                  <a:pt x="8" y="292"/>
                </a:lnTo>
                <a:lnTo>
                  <a:pt x="10" y="281"/>
                </a:lnTo>
                <a:lnTo>
                  <a:pt x="14" y="270"/>
                </a:lnTo>
                <a:lnTo>
                  <a:pt x="17" y="259"/>
                </a:lnTo>
                <a:lnTo>
                  <a:pt x="22" y="248"/>
                </a:lnTo>
                <a:lnTo>
                  <a:pt x="26" y="238"/>
                </a:lnTo>
                <a:lnTo>
                  <a:pt x="31" y="227"/>
                </a:lnTo>
                <a:lnTo>
                  <a:pt x="36" y="217"/>
                </a:lnTo>
                <a:lnTo>
                  <a:pt x="42" y="206"/>
                </a:lnTo>
                <a:lnTo>
                  <a:pt x="48" y="196"/>
                </a:lnTo>
                <a:lnTo>
                  <a:pt x="55" y="186"/>
                </a:lnTo>
                <a:lnTo>
                  <a:pt x="62" y="176"/>
                </a:lnTo>
                <a:lnTo>
                  <a:pt x="69" y="167"/>
                </a:lnTo>
                <a:lnTo>
                  <a:pt x="77" y="157"/>
                </a:lnTo>
                <a:lnTo>
                  <a:pt x="85" y="148"/>
                </a:lnTo>
                <a:lnTo>
                  <a:pt x="94" y="139"/>
                </a:lnTo>
                <a:lnTo>
                  <a:pt x="102" y="130"/>
                </a:lnTo>
                <a:lnTo>
                  <a:pt x="112" y="122"/>
                </a:lnTo>
                <a:lnTo>
                  <a:pt x="121" y="113"/>
                </a:lnTo>
                <a:lnTo>
                  <a:pt x="131" y="105"/>
                </a:lnTo>
                <a:lnTo>
                  <a:pt x="141" y="97"/>
                </a:lnTo>
                <a:lnTo>
                  <a:pt x="151" y="90"/>
                </a:lnTo>
                <a:lnTo>
                  <a:pt x="162" y="82"/>
                </a:lnTo>
                <a:lnTo>
                  <a:pt x="173" y="75"/>
                </a:lnTo>
                <a:lnTo>
                  <a:pt x="184" y="69"/>
                </a:lnTo>
                <a:lnTo>
                  <a:pt x="196" y="62"/>
                </a:lnTo>
                <a:lnTo>
                  <a:pt x="208" y="56"/>
                </a:lnTo>
                <a:lnTo>
                  <a:pt x="220" y="50"/>
                </a:lnTo>
                <a:lnTo>
                  <a:pt x="232" y="44"/>
                </a:lnTo>
                <a:lnTo>
                  <a:pt x="244" y="39"/>
                </a:lnTo>
                <a:lnTo>
                  <a:pt x="257" y="34"/>
                </a:lnTo>
                <a:lnTo>
                  <a:pt x="270" y="29"/>
                </a:lnTo>
                <a:lnTo>
                  <a:pt x="283" y="25"/>
                </a:lnTo>
                <a:lnTo>
                  <a:pt x="296" y="21"/>
                </a:lnTo>
                <a:lnTo>
                  <a:pt x="309" y="17"/>
                </a:lnTo>
                <a:lnTo>
                  <a:pt x="323" y="14"/>
                </a:lnTo>
                <a:lnTo>
                  <a:pt x="336" y="11"/>
                </a:lnTo>
                <a:lnTo>
                  <a:pt x="350" y="8"/>
                </a:lnTo>
                <a:lnTo>
                  <a:pt x="364" y="6"/>
                </a:lnTo>
                <a:lnTo>
                  <a:pt x="378" y="4"/>
                </a:lnTo>
                <a:lnTo>
                  <a:pt x="392" y="3"/>
                </a:lnTo>
                <a:lnTo>
                  <a:pt x="406" y="1"/>
                </a:lnTo>
                <a:lnTo>
                  <a:pt x="420" y="1"/>
                </a:lnTo>
                <a:lnTo>
                  <a:pt x="434" y="0"/>
                </a:lnTo>
                <a:lnTo>
                  <a:pt x="448" y="0"/>
                </a:lnTo>
                <a:lnTo>
                  <a:pt x="462" y="0"/>
                </a:lnTo>
                <a:lnTo>
                  <a:pt x="476" y="1"/>
                </a:lnTo>
                <a:lnTo>
                  <a:pt x="490" y="1"/>
                </a:lnTo>
                <a:lnTo>
                  <a:pt x="504" y="3"/>
                </a:lnTo>
                <a:lnTo>
                  <a:pt x="519" y="4"/>
                </a:lnTo>
                <a:lnTo>
                  <a:pt x="533" y="6"/>
                </a:lnTo>
                <a:lnTo>
                  <a:pt x="547" y="8"/>
                </a:lnTo>
                <a:lnTo>
                  <a:pt x="560" y="11"/>
                </a:lnTo>
                <a:lnTo>
                  <a:pt x="574" y="14"/>
                </a:lnTo>
                <a:lnTo>
                  <a:pt x="587" y="17"/>
                </a:lnTo>
                <a:lnTo>
                  <a:pt x="601" y="21"/>
                </a:lnTo>
                <a:lnTo>
                  <a:pt x="614" y="25"/>
                </a:lnTo>
                <a:lnTo>
                  <a:pt x="627" y="29"/>
                </a:lnTo>
                <a:lnTo>
                  <a:pt x="640" y="34"/>
                </a:lnTo>
                <a:lnTo>
                  <a:pt x="652" y="39"/>
                </a:lnTo>
                <a:lnTo>
                  <a:pt x="665" y="44"/>
                </a:lnTo>
                <a:lnTo>
                  <a:pt x="677" y="50"/>
                </a:lnTo>
                <a:lnTo>
                  <a:pt x="689" y="56"/>
                </a:lnTo>
                <a:lnTo>
                  <a:pt x="701" y="62"/>
                </a:lnTo>
                <a:lnTo>
                  <a:pt x="712" y="69"/>
                </a:lnTo>
                <a:lnTo>
                  <a:pt x="724" y="75"/>
                </a:lnTo>
                <a:lnTo>
                  <a:pt x="735" y="82"/>
                </a:lnTo>
                <a:lnTo>
                  <a:pt x="745" y="90"/>
                </a:lnTo>
                <a:lnTo>
                  <a:pt x="756" y="97"/>
                </a:lnTo>
                <a:lnTo>
                  <a:pt x="766" y="105"/>
                </a:lnTo>
                <a:lnTo>
                  <a:pt x="776" y="113"/>
                </a:lnTo>
                <a:lnTo>
                  <a:pt x="785" y="122"/>
                </a:lnTo>
                <a:lnTo>
                  <a:pt x="794" y="130"/>
                </a:lnTo>
                <a:lnTo>
                  <a:pt x="803" y="139"/>
                </a:lnTo>
                <a:lnTo>
                  <a:pt x="811" y="148"/>
                </a:lnTo>
                <a:lnTo>
                  <a:pt x="820" y="157"/>
                </a:lnTo>
                <a:lnTo>
                  <a:pt x="827" y="167"/>
                </a:lnTo>
                <a:lnTo>
                  <a:pt x="835" y="176"/>
                </a:lnTo>
                <a:lnTo>
                  <a:pt x="842" y="186"/>
                </a:lnTo>
                <a:lnTo>
                  <a:pt x="848" y="196"/>
                </a:lnTo>
                <a:lnTo>
                  <a:pt x="854" y="206"/>
                </a:lnTo>
                <a:lnTo>
                  <a:pt x="860" y="217"/>
                </a:lnTo>
                <a:lnTo>
                  <a:pt x="866" y="227"/>
                </a:lnTo>
                <a:lnTo>
                  <a:pt x="871" y="238"/>
                </a:lnTo>
                <a:lnTo>
                  <a:pt x="875" y="248"/>
                </a:lnTo>
                <a:lnTo>
                  <a:pt x="879" y="259"/>
                </a:lnTo>
                <a:lnTo>
                  <a:pt x="883" y="270"/>
                </a:lnTo>
                <a:lnTo>
                  <a:pt x="886" y="281"/>
                </a:lnTo>
                <a:lnTo>
                  <a:pt x="889" y="292"/>
                </a:lnTo>
                <a:lnTo>
                  <a:pt x="892" y="303"/>
                </a:lnTo>
                <a:lnTo>
                  <a:pt x="893" y="314"/>
                </a:lnTo>
                <a:lnTo>
                  <a:pt x="895" y="326"/>
                </a:lnTo>
                <a:lnTo>
                  <a:pt x="896" y="337"/>
                </a:lnTo>
                <a:lnTo>
                  <a:pt x="897" y="348"/>
                </a:lnTo>
                <a:lnTo>
                  <a:pt x="897" y="359"/>
                </a:lnTo>
                <a:close/>
              </a:path>
            </a:pathLst>
          </a:custGeom>
          <a:solidFill>
            <a:srgbClr val="ffab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4" name=""/>
          <p:cNvSpPr/>
          <p:nvPr/>
        </p:nvSpPr>
        <p:spPr>
          <a:xfrm>
            <a:off x="4816440" y="1697760"/>
            <a:ext cx="324720" cy="260640"/>
          </a:xfrm>
          <a:custGeom>
            <a:avLst/>
            <a:gdLst/>
            <a:ahLst/>
            <a:rect l="0" t="0" r="r" b="b"/>
            <a:pathLst>
              <a:path w="902" h="724">
                <a:moveTo>
                  <a:pt x="900" y="361"/>
                </a:moveTo>
                <a:lnTo>
                  <a:pt x="900" y="350"/>
                </a:lnTo>
                <a:lnTo>
                  <a:pt x="899" y="339"/>
                </a:lnTo>
                <a:lnTo>
                  <a:pt x="898" y="328"/>
                </a:lnTo>
                <a:lnTo>
                  <a:pt x="896" y="316"/>
                </a:lnTo>
                <a:lnTo>
                  <a:pt x="895" y="305"/>
                </a:lnTo>
                <a:lnTo>
                  <a:pt x="892" y="294"/>
                </a:lnTo>
                <a:lnTo>
                  <a:pt x="889" y="283"/>
                </a:lnTo>
                <a:lnTo>
                  <a:pt x="886" y="272"/>
                </a:lnTo>
                <a:lnTo>
                  <a:pt x="882" y="261"/>
                </a:lnTo>
                <a:lnTo>
                  <a:pt x="878" y="250"/>
                </a:lnTo>
                <a:lnTo>
                  <a:pt x="874" y="240"/>
                </a:lnTo>
                <a:lnTo>
                  <a:pt x="869" y="229"/>
                </a:lnTo>
                <a:lnTo>
                  <a:pt x="863" y="219"/>
                </a:lnTo>
                <a:lnTo>
                  <a:pt x="857" y="208"/>
                </a:lnTo>
                <a:lnTo>
                  <a:pt x="851" y="198"/>
                </a:lnTo>
                <a:lnTo>
                  <a:pt x="845" y="188"/>
                </a:lnTo>
                <a:lnTo>
                  <a:pt x="838" y="178"/>
                </a:lnTo>
                <a:lnTo>
                  <a:pt x="830" y="169"/>
                </a:lnTo>
                <a:lnTo>
                  <a:pt x="823" y="159"/>
                </a:lnTo>
                <a:lnTo>
                  <a:pt x="814" y="150"/>
                </a:lnTo>
                <a:lnTo>
                  <a:pt x="806" y="141"/>
                </a:lnTo>
                <a:lnTo>
                  <a:pt x="797" y="132"/>
                </a:lnTo>
                <a:lnTo>
                  <a:pt x="788" y="124"/>
                </a:lnTo>
                <a:lnTo>
                  <a:pt x="779" y="115"/>
                </a:lnTo>
                <a:lnTo>
                  <a:pt x="769" y="107"/>
                </a:lnTo>
                <a:lnTo>
                  <a:pt x="759" y="99"/>
                </a:lnTo>
                <a:lnTo>
                  <a:pt x="748" y="92"/>
                </a:lnTo>
                <a:lnTo>
                  <a:pt x="738" y="84"/>
                </a:lnTo>
                <a:lnTo>
                  <a:pt x="727" y="77"/>
                </a:lnTo>
                <a:lnTo>
                  <a:pt x="715" y="71"/>
                </a:lnTo>
                <a:lnTo>
                  <a:pt x="704" y="64"/>
                </a:lnTo>
                <a:lnTo>
                  <a:pt x="692" y="58"/>
                </a:lnTo>
                <a:lnTo>
                  <a:pt x="680" y="52"/>
                </a:lnTo>
                <a:lnTo>
                  <a:pt x="668" y="46"/>
                </a:lnTo>
                <a:lnTo>
                  <a:pt x="655" y="41"/>
                </a:lnTo>
                <a:lnTo>
                  <a:pt x="643" y="36"/>
                </a:lnTo>
                <a:lnTo>
                  <a:pt x="630" y="31"/>
                </a:lnTo>
                <a:lnTo>
                  <a:pt x="617" y="27"/>
                </a:lnTo>
                <a:lnTo>
                  <a:pt x="604" y="23"/>
                </a:lnTo>
                <a:lnTo>
                  <a:pt x="590" y="19"/>
                </a:lnTo>
                <a:lnTo>
                  <a:pt x="576" y="16"/>
                </a:lnTo>
                <a:lnTo>
                  <a:pt x="562" y="13"/>
                </a:lnTo>
                <a:lnTo>
                  <a:pt x="549" y="10"/>
                </a:lnTo>
                <a:lnTo>
                  <a:pt x="535" y="8"/>
                </a:lnTo>
                <a:lnTo>
                  <a:pt x="521" y="6"/>
                </a:lnTo>
                <a:lnTo>
                  <a:pt x="507" y="5"/>
                </a:lnTo>
                <a:lnTo>
                  <a:pt x="493" y="3"/>
                </a:lnTo>
                <a:lnTo>
                  <a:pt x="479" y="3"/>
                </a:lnTo>
                <a:lnTo>
                  <a:pt x="465" y="2"/>
                </a:lnTo>
                <a:lnTo>
                  <a:pt x="451" y="2"/>
                </a:lnTo>
                <a:lnTo>
                  <a:pt x="437" y="2"/>
                </a:lnTo>
                <a:lnTo>
                  <a:pt x="423" y="3"/>
                </a:lnTo>
                <a:lnTo>
                  <a:pt x="409" y="3"/>
                </a:lnTo>
                <a:lnTo>
                  <a:pt x="395" y="5"/>
                </a:lnTo>
                <a:lnTo>
                  <a:pt x="381" y="6"/>
                </a:lnTo>
                <a:lnTo>
                  <a:pt x="367" y="8"/>
                </a:lnTo>
                <a:lnTo>
                  <a:pt x="353" y="10"/>
                </a:lnTo>
                <a:lnTo>
                  <a:pt x="339" y="13"/>
                </a:lnTo>
                <a:lnTo>
                  <a:pt x="326" y="16"/>
                </a:lnTo>
                <a:lnTo>
                  <a:pt x="312" y="19"/>
                </a:lnTo>
                <a:lnTo>
                  <a:pt x="299" y="23"/>
                </a:lnTo>
                <a:lnTo>
                  <a:pt x="286" y="27"/>
                </a:lnTo>
                <a:lnTo>
                  <a:pt x="273" y="31"/>
                </a:lnTo>
                <a:lnTo>
                  <a:pt x="260" y="36"/>
                </a:lnTo>
                <a:lnTo>
                  <a:pt x="247" y="41"/>
                </a:lnTo>
                <a:lnTo>
                  <a:pt x="235" y="46"/>
                </a:lnTo>
                <a:lnTo>
                  <a:pt x="223" y="52"/>
                </a:lnTo>
                <a:lnTo>
                  <a:pt x="211" y="58"/>
                </a:lnTo>
                <a:lnTo>
                  <a:pt x="199" y="64"/>
                </a:lnTo>
                <a:lnTo>
                  <a:pt x="187" y="71"/>
                </a:lnTo>
                <a:lnTo>
                  <a:pt x="176" y="77"/>
                </a:lnTo>
                <a:lnTo>
                  <a:pt x="165" y="84"/>
                </a:lnTo>
                <a:lnTo>
                  <a:pt x="154" y="92"/>
                </a:lnTo>
                <a:lnTo>
                  <a:pt x="144" y="99"/>
                </a:lnTo>
                <a:lnTo>
                  <a:pt x="134" y="107"/>
                </a:lnTo>
                <a:lnTo>
                  <a:pt x="124" y="115"/>
                </a:lnTo>
                <a:lnTo>
                  <a:pt x="115" y="124"/>
                </a:lnTo>
                <a:lnTo>
                  <a:pt x="105" y="132"/>
                </a:lnTo>
                <a:lnTo>
                  <a:pt x="97" y="141"/>
                </a:lnTo>
                <a:lnTo>
                  <a:pt x="88" y="150"/>
                </a:lnTo>
                <a:lnTo>
                  <a:pt x="80" y="159"/>
                </a:lnTo>
                <a:lnTo>
                  <a:pt x="72" y="169"/>
                </a:lnTo>
                <a:lnTo>
                  <a:pt x="65" y="178"/>
                </a:lnTo>
                <a:lnTo>
                  <a:pt x="58" y="188"/>
                </a:lnTo>
                <a:lnTo>
                  <a:pt x="51" y="198"/>
                </a:lnTo>
                <a:lnTo>
                  <a:pt x="45" y="208"/>
                </a:lnTo>
                <a:lnTo>
                  <a:pt x="39" y="219"/>
                </a:lnTo>
                <a:lnTo>
                  <a:pt x="34" y="229"/>
                </a:lnTo>
                <a:lnTo>
                  <a:pt x="29" y="240"/>
                </a:lnTo>
                <a:lnTo>
                  <a:pt x="25" y="250"/>
                </a:lnTo>
                <a:lnTo>
                  <a:pt x="20" y="261"/>
                </a:lnTo>
                <a:lnTo>
                  <a:pt x="17" y="272"/>
                </a:lnTo>
                <a:lnTo>
                  <a:pt x="13" y="283"/>
                </a:lnTo>
                <a:lnTo>
                  <a:pt x="11" y="294"/>
                </a:lnTo>
                <a:lnTo>
                  <a:pt x="8" y="305"/>
                </a:lnTo>
                <a:lnTo>
                  <a:pt x="6" y="316"/>
                </a:lnTo>
                <a:lnTo>
                  <a:pt x="5" y="328"/>
                </a:lnTo>
                <a:lnTo>
                  <a:pt x="3" y="339"/>
                </a:lnTo>
                <a:lnTo>
                  <a:pt x="3" y="350"/>
                </a:lnTo>
                <a:lnTo>
                  <a:pt x="3" y="361"/>
                </a:lnTo>
                <a:lnTo>
                  <a:pt x="3" y="373"/>
                </a:lnTo>
                <a:lnTo>
                  <a:pt x="3" y="384"/>
                </a:lnTo>
                <a:lnTo>
                  <a:pt x="5" y="395"/>
                </a:lnTo>
                <a:lnTo>
                  <a:pt x="6" y="406"/>
                </a:lnTo>
                <a:lnTo>
                  <a:pt x="8" y="418"/>
                </a:lnTo>
                <a:lnTo>
                  <a:pt x="11" y="429"/>
                </a:lnTo>
                <a:lnTo>
                  <a:pt x="13" y="440"/>
                </a:lnTo>
                <a:lnTo>
                  <a:pt x="17" y="451"/>
                </a:lnTo>
                <a:lnTo>
                  <a:pt x="20" y="462"/>
                </a:lnTo>
                <a:lnTo>
                  <a:pt x="25" y="472"/>
                </a:lnTo>
                <a:lnTo>
                  <a:pt x="29" y="483"/>
                </a:lnTo>
                <a:lnTo>
                  <a:pt x="34" y="494"/>
                </a:lnTo>
                <a:lnTo>
                  <a:pt x="39" y="504"/>
                </a:lnTo>
                <a:lnTo>
                  <a:pt x="45" y="514"/>
                </a:lnTo>
                <a:lnTo>
                  <a:pt x="51" y="525"/>
                </a:lnTo>
                <a:lnTo>
                  <a:pt x="58" y="535"/>
                </a:lnTo>
                <a:lnTo>
                  <a:pt x="65" y="544"/>
                </a:lnTo>
                <a:lnTo>
                  <a:pt x="72" y="554"/>
                </a:lnTo>
                <a:lnTo>
                  <a:pt x="80" y="563"/>
                </a:lnTo>
                <a:lnTo>
                  <a:pt x="88" y="573"/>
                </a:lnTo>
                <a:lnTo>
                  <a:pt x="97" y="582"/>
                </a:lnTo>
                <a:lnTo>
                  <a:pt x="105" y="591"/>
                </a:lnTo>
                <a:lnTo>
                  <a:pt x="115" y="599"/>
                </a:lnTo>
                <a:lnTo>
                  <a:pt x="124" y="608"/>
                </a:lnTo>
                <a:lnTo>
                  <a:pt x="134" y="616"/>
                </a:lnTo>
                <a:lnTo>
                  <a:pt x="144" y="623"/>
                </a:lnTo>
                <a:lnTo>
                  <a:pt x="154" y="631"/>
                </a:lnTo>
                <a:lnTo>
                  <a:pt x="165" y="638"/>
                </a:lnTo>
                <a:lnTo>
                  <a:pt x="176" y="645"/>
                </a:lnTo>
                <a:lnTo>
                  <a:pt x="187" y="652"/>
                </a:lnTo>
                <a:lnTo>
                  <a:pt x="199" y="659"/>
                </a:lnTo>
                <a:lnTo>
                  <a:pt x="211" y="665"/>
                </a:lnTo>
                <a:lnTo>
                  <a:pt x="223" y="671"/>
                </a:lnTo>
                <a:lnTo>
                  <a:pt x="235" y="676"/>
                </a:lnTo>
                <a:lnTo>
                  <a:pt x="247" y="682"/>
                </a:lnTo>
                <a:lnTo>
                  <a:pt x="260" y="687"/>
                </a:lnTo>
                <a:lnTo>
                  <a:pt x="273" y="691"/>
                </a:lnTo>
                <a:lnTo>
                  <a:pt x="286" y="696"/>
                </a:lnTo>
                <a:lnTo>
                  <a:pt x="299" y="701"/>
                </a:lnTo>
                <a:lnTo>
                  <a:pt x="312" y="704"/>
                </a:lnTo>
                <a:lnTo>
                  <a:pt x="326" y="708"/>
                </a:lnTo>
                <a:lnTo>
                  <a:pt x="339" y="711"/>
                </a:lnTo>
                <a:lnTo>
                  <a:pt x="353" y="713"/>
                </a:lnTo>
                <a:lnTo>
                  <a:pt x="367" y="716"/>
                </a:lnTo>
                <a:lnTo>
                  <a:pt x="381" y="718"/>
                </a:lnTo>
                <a:lnTo>
                  <a:pt x="395" y="719"/>
                </a:lnTo>
                <a:lnTo>
                  <a:pt x="409" y="720"/>
                </a:lnTo>
                <a:lnTo>
                  <a:pt x="423" y="721"/>
                </a:lnTo>
                <a:lnTo>
                  <a:pt x="437" y="722"/>
                </a:lnTo>
                <a:lnTo>
                  <a:pt x="451" y="722"/>
                </a:lnTo>
                <a:lnTo>
                  <a:pt x="465" y="722"/>
                </a:lnTo>
                <a:lnTo>
                  <a:pt x="479" y="721"/>
                </a:lnTo>
                <a:lnTo>
                  <a:pt x="493" y="720"/>
                </a:lnTo>
                <a:lnTo>
                  <a:pt x="507" y="719"/>
                </a:lnTo>
                <a:lnTo>
                  <a:pt x="521" y="718"/>
                </a:lnTo>
                <a:lnTo>
                  <a:pt x="535" y="716"/>
                </a:lnTo>
                <a:lnTo>
                  <a:pt x="549" y="713"/>
                </a:lnTo>
                <a:lnTo>
                  <a:pt x="562" y="711"/>
                </a:lnTo>
                <a:lnTo>
                  <a:pt x="576" y="708"/>
                </a:lnTo>
                <a:lnTo>
                  <a:pt x="590" y="704"/>
                </a:lnTo>
                <a:lnTo>
                  <a:pt x="604" y="701"/>
                </a:lnTo>
                <a:lnTo>
                  <a:pt x="617" y="696"/>
                </a:lnTo>
                <a:lnTo>
                  <a:pt x="630" y="691"/>
                </a:lnTo>
                <a:lnTo>
                  <a:pt x="643" y="687"/>
                </a:lnTo>
                <a:lnTo>
                  <a:pt x="655" y="682"/>
                </a:lnTo>
                <a:lnTo>
                  <a:pt x="668" y="676"/>
                </a:lnTo>
                <a:lnTo>
                  <a:pt x="680" y="671"/>
                </a:lnTo>
                <a:lnTo>
                  <a:pt x="692" y="665"/>
                </a:lnTo>
                <a:lnTo>
                  <a:pt x="704" y="659"/>
                </a:lnTo>
                <a:lnTo>
                  <a:pt x="715" y="652"/>
                </a:lnTo>
                <a:lnTo>
                  <a:pt x="727" y="645"/>
                </a:lnTo>
                <a:lnTo>
                  <a:pt x="738" y="638"/>
                </a:lnTo>
                <a:lnTo>
                  <a:pt x="748" y="631"/>
                </a:lnTo>
                <a:lnTo>
                  <a:pt x="759" y="623"/>
                </a:lnTo>
                <a:lnTo>
                  <a:pt x="769" y="616"/>
                </a:lnTo>
                <a:lnTo>
                  <a:pt x="779" y="608"/>
                </a:lnTo>
                <a:lnTo>
                  <a:pt x="788" y="599"/>
                </a:lnTo>
                <a:lnTo>
                  <a:pt x="797" y="591"/>
                </a:lnTo>
                <a:lnTo>
                  <a:pt x="806" y="582"/>
                </a:lnTo>
                <a:lnTo>
                  <a:pt x="814" y="573"/>
                </a:lnTo>
                <a:lnTo>
                  <a:pt x="823" y="563"/>
                </a:lnTo>
                <a:lnTo>
                  <a:pt x="830" y="554"/>
                </a:lnTo>
                <a:lnTo>
                  <a:pt x="838" y="544"/>
                </a:lnTo>
                <a:lnTo>
                  <a:pt x="845" y="535"/>
                </a:lnTo>
                <a:lnTo>
                  <a:pt x="851" y="525"/>
                </a:lnTo>
                <a:lnTo>
                  <a:pt x="857" y="514"/>
                </a:lnTo>
                <a:lnTo>
                  <a:pt x="863" y="504"/>
                </a:lnTo>
                <a:lnTo>
                  <a:pt x="869" y="494"/>
                </a:lnTo>
                <a:lnTo>
                  <a:pt x="874" y="483"/>
                </a:lnTo>
                <a:lnTo>
                  <a:pt x="878" y="472"/>
                </a:lnTo>
                <a:lnTo>
                  <a:pt x="882" y="462"/>
                </a:lnTo>
                <a:lnTo>
                  <a:pt x="886" y="451"/>
                </a:lnTo>
                <a:lnTo>
                  <a:pt x="889" y="440"/>
                </a:lnTo>
                <a:lnTo>
                  <a:pt x="892" y="429"/>
                </a:lnTo>
                <a:lnTo>
                  <a:pt x="895" y="418"/>
                </a:lnTo>
                <a:lnTo>
                  <a:pt x="896" y="406"/>
                </a:lnTo>
                <a:lnTo>
                  <a:pt x="898" y="395"/>
                </a:lnTo>
                <a:lnTo>
                  <a:pt x="899" y="384"/>
                </a:lnTo>
                <a:lnTo>
                  <a:pt x="900" y="373"/>
                </a:lnTo>
                <a:lnTo>
                  <a:pt x="900" y="361"/>
                </a:lnTo>
                <a:moveTo>
                  <a:pt x="902" y="361"/>
                </a:moveTo>
                <a:lnTo>
                  <a:pt x="902" y="373"/>
                </a:lnTo>
                <a:lnTo>
                  <a:pt x="901" y="384"/>
                </a:lnTo>
                <a:lnTo>
                  <a:pt x="900" y="395"/>
                </a:lnTo>
                <a:lnTo>
                  <a:pt x="899" y="407"/>
                </a:lnTo>
                <a:lnTo>
                  <a:pt x="897" y="418"/>
                </a:lnTo>
                <a:lnTo>
                  <a:pt x="894" y="429"/>
                </a:lnTo>
                <a:lnTo>
                  <a:pt x="891" y="440"/>
                </a:lnTo>
                <a:lnTo>
                  <a:pt x="888" y="451"/>
                </a:lnTo>
                <a:lnTo>
                  <a:pt x="884" y="462"/>
                </a:lnTo>
                <a:lnTo>
                  <a:pt x="880" y="473"/>
                </a:lnTo>
                <a:lnTo>
                  <a:pt x="876" y="484"/>
                </a:lnTo>
                <a:lnTo>
                  <a:pt x="871" y="494"/>
                </a:lnTo>
                <a:lnTo>
                  <a:pt x="865" y="505"/>
                </a:lnTo>
                <a:lnTo>
                  <a:pt x="859" y="515"/>
                </a:lnTo>
                <a:lnTo>
                  <a:pt x="853" y="525"/>
                </a:lnTo>
                <a:lnTo>
                  <a:pt x="847" y="535"/>
                </a:lnTo>
                <a:lnTo>
                  <a:pt x="840" y="545"/>
                </a:lnTo>
                <a:lnTo>
                  <a:pt x="832" y="555"/>
                </a:lnTo>
                <a:lnTo>
                  <a:pt x="824" y="565"/>
                </a:lnTo>
                <a:lnTo>
                  <a:pt x="816" y="574"/>
                </a:lnTo>
                <a:lnTo>
                  <a:pt x="808" y="583"/>
                </a:lnTo>
                <a:lnTo>
                  <a:pt x="799" y="592"/>
                </a:lnTo>
                <a:lnTo>
                  <a:pt x="790" y="600"/>
                </a:lnTo>
                <a:lnTo>
                  <a:pt x="780" y="609"/>
                </a:lnTo>
                <a:lnTo>
                  <a:pt x="770" y="617"/>
                </a:lnTo>
                <a:lnTo>
                  <a:pt x="760" y="625"/>
                </a:lnTo>
                <a:lnTo>
                  <a:pt x="750" y="632"/>
                </a:lnTo>
                <a:lnTo>
                  <a:pt x="739" y="640"/>
                </a:lnTo>
                <a:lnTo>
                  <a:pt x="728" y="647"/>
                </a:lnTo>
                <a:lnTo>
                  <a:pt x="717" y="654"/>
                </a:lnTo>
                <a:lnTo>
                  <a:pt x="705" y="660"/>
                </a:lnTo>
                <a:lnTo>
                  <a:pt x="693" y="667"/>
                </a:lnTo>
                <a:lnTo>
                  <a:pt x="681" y="672"/>
                </a:lnTo>
                <a:lnTo>
                  <a:pt x="669" y="678"/>
                </a:lnTo>
                <a:lnTo>
                  <a:pt x="656" y="683"/>
                </a:lnTo>
                <a:lnTo>
                  <a:pt x="644" y="688"/>
                </a:lnTo>
                <a:lnTo>
                  <a:pt x="631" y="693"/>
                </a:lnTo>
                <a:lnTo>
                  <a:pt x="618" y="697"/>
                </a:lnTo>
                <a:lnTo>
                  <a:pt x="604" y="702"/>
                </a:lnTo>
                <a:lnTo>
                  <a:pt x="591" y="706"/>
                </a:lnTo>
                <a:lnTo>
                  <a:pt x="576" y="709"/>
                </a:lnTo>
                <a:lnTo>
                  <a:pt x="563" y="712"/>
                </a:lnTo>
                <a:lnTo>
                  <a:pt x="549" y="715"/>
                </a:lnTo>
                <a:lnTo>
                  <a:pt x="535" y="717"/>
                </a:lnTo>
                <a:lnTo>
                  <a:pt x="521" y="719"/>
                </a:lnTo>
                <a:lnTo>
                  <a:pt x="507" y="721"/>
                </a:lnTo>
                <a:lnTo>
                  <a:pt x="493" y="722"/>
                </a:lnTo>
                <a:lnTo>
                  <a:pt x="479" y="723"/>
                </a:lnTo>
                <a:lnTo>
                  <a:pt x="465" y="724"/>
                </a:lnTo>
                <a:lnTo>
                  <a:pt x="451" y="724"/>
                </a:lnTo>
                <a:lnTo>
                  <a:pt x="437" y="724"/>
                </a:lnTo>
                <a:lnTo>
                  <a:pt x="423" y="723"/>
                </a:lnTo>
                <a:lnTo>
                  <a:pt x="408" y="722"/>
                </a:lnTo>
                <a:lnTo>
                  <a:pt x="394" y="721"/>
                </a:lnTo>
                <a:lnTo>
                  <a:pt x="380" y="719"/>
                </a:lnTo>
                <a:lnTo>
                  <a:pt x="366" y="717"/>
                </a:lnTo>
                <a:lnTo>
                  <a:pt x="353" y="715"/>
                </a:lnTo>
                <a:lnTo>
                  <a:pt x="339" y="712"/>
                </a:lnTo>
                <a:lnTo>
                  <a:pt x="325" y="709"/>
                </a:lnTo>
                <a:lnTo>
                  <a:pt x="312" y="706"/>
                </a:lnTo>
                <a:lnTo>
                  <a:pt x="298" y="702"/>
                </a:lnTo>
                <a:lnTo>
                  <a:pt x="285" y="697"/>
                </a:lnTo>
                <a:lnTo>
                  <a:pt x="272" y="693"/>
                </a:lnTo>
                <a:lnTo>
                  <a:pt x="259" y="688"/>
                </a:lnTo>
                <a:lnTo>
                  <a:pt x="246" y="683"/>
                </a:lnTo>
                <a:lnTo>
                  <a:pt x="234" y="678"/>
                </a:lnTo>
                <a:lnTo>
                  <a:pt x="221" y="672"/>
                </a:lnTo>
                <a:lnTo>
                  <a:pt x="209" y="667"/>
                </a:lnTo>
                <a:lnTo>
                  <a:pt x="198" y="660"/>
                </a:lnTo>
                <a:lnTo>
                  <a:pt x="186" y="654"/>
                </a:lnTo>
                <a:lnTo>
                  <a:pt x="175" y="647"/>
                </a:lnTo>
                <a:lnTo>
                  <a:pt x="164" y="640"/>
                </a:lnTo>
                <a:lnTo>
                  <a:pt x="153" y="632"/>
                </a:lnTo>
                <a:lnTo>
                  <a:pt x="142" y="625"/>
                </a:lnTo>
                <a:lnTo>
                  <a:pt x="132" y="617"/>
                </a:lnTo>
                <a:lnTo>
                  <a:pt x="122" y="609"/>
                </a:lnTo>
                <a:lnTo>
                  <a:pt x="113" y="600"/>
                </a:lnTo>
                <a:lnTo>
                  <a:pt x="104" y="592"/>
                </a:lnTo>
                <a:lnTo>
                  <a:pt x="95" y="583"/>
                </a:lnTo>
                <a:lnTo>
                  <a:pt x="86" y="574"/>
                </a:lnTo>
                <a:lnTo>
                  <a:pt x="78" y="565"/>
                </a:lnTo>
                <a:lnTo>
                  <a:pt x="70" y="555"/>
                </a:lnTo>
                <a:lnTo>
                  <a:pt x="63" y="545"/>
                </a:lnTo>
                <a:lnTo>
                  <a:pt x="56" y="535"/>
                </a:lnTo>
                <a:lnTo>
                  <a:pt x="49" y="525"/>
                </a:lnTo>
                <a:lnTo>
                  <a:pt x="43" y="515"/>
                </a:lnTo>
                <a:lnTo>
                  <a:pt x="37" y="505"/>
                </a:lnTo>
                <a:lnTo>
                  <a:pt x="32" y="494"/>
                </a:lnTo>
                <a:lnTo>
                  <a:pt x="27" y="484"/>
                </a:lnTo>
                <a:lnTo>
                  <a:pt x="22" y="473"/>
                </a:lnTo>
                <a:lnTo>
                  <a:pt x="18" y="462"/>
                </a:lnTo>
                <a:lnTo>
                  <a:pt x="14" y="451"/>
                </a:lnTo>
                <a:lnTo>
                  <a:pt x="11" y="440"/>
                </a:lnTo>
                <a:lnTo>
                  <a:pt x="8" y="429"/>
                </a:lnTo>
                <a:lnTo>
                  <a:pt x="6" y="418"/>
                </a:lnTo>
                <a:lnTo>
                  <a:pt x="4" y="407"/>
                </a:lnTo>
                <a:lnTo>
                  <a:pt x="2" y="395"/>
                </a:lnTo>
                <a:lnTo>
                  <a:pt x="1" y="384"/>
                </a:lnTo>
                <a:lnTo>
                  <a:pt x="1" y="373"/>
                </a:lnTo>
                <a:lnTo>
                  <a:pt x="0" y="361"/>
                </a:lnTo>
                <a:lnTo>
                  <a:pt x="1" y="350"/>
                </a:lnTo>
                <a:lnTo>
                  <a:pt x="1" y="339"/>
                </a:lnTo>
                <a:lnTo>
                  <a:pt x="2" y="327"/>
                </a:lnTo>
                <a:lnTo>
                  <a:pt x="4" y="316"/>
                </a:lnTo>
                <a:lnTo>
                  <a:pt x="6" y="305"/>
                </a:lnTo>
                <a:lnTo>
                  <a:pt x="8" y="294"/>
                </a:lnTo>
                <a:lnTo>
                  <a:pt x="11" y="283"/>
                </a:lnTo>
                <a:lnTo>
                  <a:pt x="14" y="272"/>
                </a:lnTo>
                <a:lnTo>
                  <a:pt x="18" y="261"/>
                </a:lnTo>
                <a:lnTo>
                  <a:pt x="22" y="250"/>
                </a:lnTo>
                <a:lnTo>
                  <a:pt x="27" y="239"/>
                </a:lnTo>
                <a:lnTo>
                  <a:pt x="32" y="228"/>
                </a:lnTo>
                <a:lnTo>
                  <a:pt x="37" y="218"/>
                </a:lnTo>
                <a:lnTo>
                  <a:pt x="43" y="208"/>
                </a:lnTo>
                <a:lnTo>
                  <a:pt x="49" y="197"/>
                </a:lnTo>
                <a:lnTo>
                  <a:pt x="56" y="187"/>
                </a:lnTo>
                <a:lnTo>
                  <a:pt x="63" y="177"/>
                </a:lnTo>
                <a:lnTo>
                  <a:pt x="70" y="168"/>
                </a:lnTo>
                <a:lnTo>
                  <a:pt x="78" y="158"/>
                </a:lnTo>
                <a:lnTo>
                  <a:pt x="86" y="149"/>
                </a:lnTo>
                <a:lnTo>
                  <a:pt x="95" y="140"/>
                </a:lnTo>
                <a:lnTo>
                  <a:pt x="104" y="131"/>
                </a:lnTo>
                <a:lnTo>
                  <a:pt x="113" y="122"/>
                </a:lnTo>
                <a:lnTo>
                  <a:pt x="122" y="114"/>
                </a:lnTo>
                <a:lnTo>
                  <a:pt x="132" y="106"/>
                </a:lnTo>
                <a:lnTo>
                  <a:pt x="142" y="98"/>
                </a:lnTo>
                <a:lnTo>
                  <a:pt x="153" y="90"/>
                </a:lnTo>
                <a:lnTo>
                  <a:pt x="164" y="83"/>
                </a:lnTo>
                <a:lnTo>
                  <a:pt x="175" y="76"/>
                </a:lnTo>
                <a:lnTo>
                  <a:pt x="186" y="69"/>
                </a:lnTo>
                <a:lnTo>
                  <a:pt x="198" y="62"/>
                </a:lnTo>
                <a:lnTo>
                  <a:pt x="209" y="56"/>
                </a:lnTo>
                <a:lnTo>
                  <a:pt x="221" y="50"/>
                </a:lnTo>
                <a:lnTo>
                  <a:pt x="234" y="45"/>
                </a:lnTo>
                <a:lnTo>
                  <a:pt x="246" y="39"/>
                </a:lnTo>
                <a:lnTo>
                  <a:pt x="259" y="34"/>
                </a:lnTo>
                <a:lnTo>
                  <a:pt x="272" y="30"/>
                </a:lnTo>
                <a:lnTo>
                  <a:pt x="285" y="25"/>
                </a:lnTo>
                <a:lnTo>
                  <a:pt x="298" y="21"/>
                </a:lnTo>
                <a:lnTo>
                  <a:pt x="312" y="18"/>
                </a:lnTo>
                <a:lnTo>
                  <a:pt x="325" y="14"/>
                </a:lnTo>
                <a:lnTo>
                  <a:pt x="339" y="11"/>
                </a:lnTo>
                <a:lnTo>
                  <a:pt x="353" y="9"/>
                </a:lnTo>
                <a:lnTo>
                  <a:pt x="366" y="6"/>
                </a:lnTo>
                <a:lnTo>
                  <a:pt x="380" y="4"/>
                </a:lnTo>
                <a:lnTo>
                  <a:pt x="394" y="3"/>
                </a:lnTo>
                <a:lnTo>
                  <a:pt x="408" y="2"/>
                </a:lnTo>
                <a:lnTo>
                  <a:pt x="423" y="1"/>
                </a:lnTo>
                <a:lnTo>
                  <a:pt x="437" y="0"/>
                </a:lnTo>
                <a:lnTo>
                  <a:pt x="451" y="0"/>
                </a:lnTo>
                <a:lnTo>
                  <a:pt x="465" y="0"/>
                </a:lnTo>
                <a:lnTo>
                  <a:pt x="479" y="1"/>
                </a:lnTo>
                <a:lnTo>
                  <a:pt x="493" y="2"/>
                </a:lnTo>
                <a:lnTo>
                  <a:pt x="507" y="3"/>
                </a:lnTo>
                <a:lnTo>
                  <a:pt x="521" y="4"/>
                </a:lnTo>
                <a:lnTo>
                  <a:pt x="535" y="6"/>
                </a:lnTo>
                <a:lnTo>
                  <a:pt x="549" y="9"/>
                </a:lnTo>
                <a:lnTo>
                  <a:pt x="563" y="11"/>
                </a:lnTo>
                <a:lnTo>
                  <a:pt x="576" y="14"/>
                </a:lnTo>
                <a:lnTo>
                  <a:pt x="591" y="18"/>
                </a:lnTo>
                <a:lnTo>
                  <a:pt x="604" y="21"/>
                </a:lnTo>
                <a:lnTo>
                  <a:pt x="618" y="25"/>
                </a:lnTo>
                <a:lnTo>
                  <a:pt x="631" y="30"/>
                </a:lnTo>
                <a:lnTo>
                  <a:pt x="644" y="34"/>
                </a:lnTo>
                <a:lnTo>
                  <a:pt x="656" y="39"/>
                </a:lnTo>
                <a:lnTo>
                  <a:pt x="669" y="45"/>
                </a:lnTo>
                <a:lnTo>
                  <a:pt x="681" y="50"/>
                </a:lnTo>
                <a:lnTo>
                  <a:pt x="693" y="56"/>
                </a:lnTo>
                <a:lnTo>
                  <a:pt x="705" y="62"/>
                </a:lnTo>
                <a:lnTo>
                  <a:pt x="717" y="69"/>
                </a:lnTo>
                <a:lnTo>
                  <a:pt x="728" y="76"/>
                </a:lnTo>
                <a:lnTo>
                  <a:pt x="739" y="83"/>
                </a:lnTo>
                <a:lnTo>
                  <a:pt x="750" y="90"/>
                </a:lnTo>
                <a:lnTo>
                  <a:pt x="760" y="98"/>
                </a:lnTo>
                <a:lnTo>
                  <a:pt x="770" y="106"/>
                </a:lnTo>
                <a:lnTo>
                  <a:pt x="780" y="114"/>
                </a:lnTo>
                <a:lnTo>
                  <a:pt x="790" y="122"/>
                </a:lnTo>
                <a:lnTo>
                  <a:pt x="799" y="131"/>
                </a:lnTo>
                <a:lnTo>
                  <a:pt x="808" y="140"/>
                </a:lnTo>
                <a:lnTo>
                  <a:pt x="816" y="149"/>
                </a:lnTo>
                <a:lnTo>
                  <a:pt x="824" y="158"/>
                </a:lnTo>
                <a:lnTo>
                  <a:pt x="832" y="168"/>
                </a:lnTo>
                <a:lnTo>
                  <a:pt x="840" y="177"/>
                </a:lnTo>
                <a:lnTo>
                  <a:pt x="847" y="187"/>
                </a:lnTo>
                <a:lnTo>
                  <a:pt x="853" y="197"/>
                </a:lnTo>
                <a:lnTo>
                  <a:pt x="859" y="208"/>
                </a:lnTo>
                <a:lnTo>
                  <a:pt x="865" y="218"/>
                </a:lnTo>
                <a:lnTo>
                  <a:pt x="871" y="228"/>
                </a:lnTo>
                <a:lnTo>
                  <a:pt x="876" y="239"/>
                </a:lnTo>
                <a:lnTo>
                  <a:pt x="880" y="250"/>
                </a:lnTo>
                <a:lnTo>
                  <a:pt x="884" y="261"/>
                </a:lnTo>
                <a:lnTo>
                  <a:pt x="888" y="272"/>
                </a:lnTo>
                <a:lnTo>
                  <a:pt x="891" y="283"/>
                </a:lnTo>
                <a:lnTo>
                  <a:pt x="894" y="294"/>
                </a:lnTo>
                <a:lnTo>
                  <a:pt x="897" y="305"/>
                </a:lnTo>
                <a:lnTo>
                  <a:pt x="899" y="316"/>
                </a:lnTo>
                <a:lnTo>
                  <a:pt x="900" y="327"/>
                </a:lnTo>
                <a:lnTo>
                  <a:pt x="901" y="339"/>
                </a:lnTo>
                <a:lnTo>
                  <a:pt x="902" y="350"/>
                </a:lnTo>
                <a:lnTo>
                  <a:pt x="902" y="361"/>
                </a:lnTo>
                <a:close/>
              </a:path>
            </a:pathLst>
          </a:custGeom>
          <a:solidFill>
            <a:srgbClr val="ffaa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5" name=""/>
          <p:cNvSpPr/>
          <p:nvPr/>
        </p:nvSpPr>
        <p:spPr>
          <a:xfrm>
            <a:off x="4815720" y="1697040"/>
            <a:ext cx="326520" cy="262080"/>
          </a:xfrm>
          <a:custGeom>
            <a:avLst/>
            <a:gdLst/>
            <a:ahLst/>
            <a:rect l="0" t="0" r="r" b="b"/>
            <a:pathLst>
              <a:path w="907" h="728">
                <a:moveTo>
                  <a:pt x="904" y="364"/>
                </a:moveTo>
                <a:lnTo>
                  <a:pt x="904" y="353"/>
                </a:lnTo>
                <a:lnTo>
                  <a:pt x="903" y="342"/>
                </a:lnTo>
                <a:lnTo>
                  <a:pt x="902" y="330"/>
                </a:lnTo>
                <a:lnTo>
                  <a:pt x="901" y="319"/>
                </a:lnTo>
                <a:lnTo>
                  <a:pt x="899" y="308"/>
                </a:lnTo>
                <a:lnTo>
                  <a:pt x="896" y="297"/>
                </a:lnTo>
                <a:lnTo>
                  <a:pt x="893" y="286"/>
                </a:lnTo>
                <a:lnTo>
                  <a:pt x="890" y="275"/>
                </a:lnTo>
                <a:lnTo>
                  <a:pt x="886" y="264"/>
                </a:lnTo>
                <a:lnTo>
                  <a:pt x="882" y="253"/>
                </a:lnTo>
                <a:lnTo>
                  <a:pt x="878" y="242"/>
                </a:lnTo>
                <a:lnTo>
                  <a:pt x="873" y="231"/>
                </a:lnTo>
                <a:lnTo>
                  <a:pt x="867" y="221"/>
                </a:lnTo>
                <a:lnTo>
                  <a:pt x="861" y="211"/>
                </a:lnTo>
                <a:lnTo>
                  <a:pt x="855" y="200"/>
                </a:lnTo>
                <a:lnTo>
                  <a:pt x="849" y="190"/>
                </a:lnTo>
                <a:lnTo>
                  <a:pt x="842" y="180"/>
                </a:lnTo>
                <a:lnTo>
                  <a:pt x="834" y="171"/>
                </a:lnTo>
                <a:lnTo>
                  <a:pt x="826" y="161"/>
                </a:lnTo>
                <a:lnTo>
                  <a:pt x="818" y="152"/>
                </a:lnTo>
                <a:lnTo>
                  <a:pt x="810" y="143"/>
                </a:lnTo>
                <a:lnTo>
                  <a:pt x="801" y="134"/>
                </a:lnTo>
                <a:lnTo>
                  <a:pt x="792" y="125"/>
                </a:lnTo>
                <a:lnTo>
                  <a:pt x="782" y="117"/>
                </a:lnTo>
                <a:lnTo>
                  <a:pt x="772" y="109"/>
                </a:lnTo>
                <a:lnTo>
                  <a:pt x="762" y="101"/>
                </a:lnTo>
                <a:lnTo>
                  <a:pt x="752" y="93"/>
                </a:lnTo>
                <a:lnTo>
                  <a:pt x="741" y="86"/>
                </a:lnTo>
                <a:lnTo>
                  <a:pt x="730" y="79"/>
                </a:lnTo>
                <a:lnTo>
                  <a:pt x="719" y="72"/>
                </a:lnTo>
                <a:lnTo>
                  <a:pt x="707" y="65"/>
                </a:lnTo>
                <a:lnTo>
                  <a:pt x="695" y="59"/>
                </a:lnTo>
                <a:lnTo>
                  <a:pt x="683" y="53"/>
                </a:lnTo>
                <a:lnTo>
                  <a:pt x="671" y="48"/>
                </a:lnTo>
                <a:lnTo>
                  <a:pt x="658" y="42"/>
                </a:lnTo>
                <a:lnTo>
                  <a:pt x="645" y="37"/>
                </a:lnTo>
                <a:lnTo>
                  <a:pt x="632" y="33"/>
                </a:lnTo>
                <a:lnTo>
                  <a:pt x="619" y="28"/>
                </a:lnTo>
                <a:lnTo>
                  <a:pt x="605" y="24"/>
                </a:lnTo>
                <a:lnTo>
                  <a:pt x="592" y="21"/>
                </a:lnTo>
                <a:lnTo>
                  <a:pt x="578" y="17"/>
                </a:lnTo>
                <a:lnTo>
                  <a:pt x="565" y="14"/>
                </a:lnTo>
                <a:lnTo>
                  <a:pt x="551" y="12"/>
                </a:lnTo>
                <a:lnTo>
                  <a:pt x="537" y="9"/>
                </a:lnTo>
                <a:lnTo>
                  <a:pt x="523" y="7"/>
                </a:lnTo>
                <a:lnTo>
                  <a:pt x="509" y="6"/>
                </a:lnTo>
                <a:lnTo>
                  <a:pt x="495" y="4"/>
                </a:lnTo>
                <a:lnTo>
                  <a:pt x="481" y="3"/>
                </a:lnTo>
                <a:lnTo>
                  <a:pt x="467" y="2"/>
                </a:lnTo>
                <a:lnTo>
                  <a:pt x="453" y="2"/>
                </a:lnTo>
                <a:lnTo>
                  <a:pt x="439" y="2"/>
                </a:lnTo>
                <a:lnTo>
                  <a:pt x="425" y="3"/>
                </a:lnTo>
                <a:lnTo>
                  <a:pt x="410" y="4"/>
                </a:lnTo>
                <a:lnTo>
                  <a:pt x="396" y="6"/>
                </a:lnTo>
                <a:lnTo>
                  <a:pt x="382" y="7"/>
                </a:lnTo>
                <a:lnTo>
                  <a:pt x="368" y="9"/>
                </a:lnTo>
                <a:lnTo>
                  <a:pt x="355" y="12"/>
                </a:lnTo>
                <a:lnTo>
                  <a:pt x="341" y="14"/>
                </a:lnTo>
                <a:lnTo>
                  <a:pt x="327" y="17"/>
                </a:lnTo>
                <a:lnTo>
                  <a:pt x="314" y="21"/>
                </a:lnTo>
                <a:lnTo>
                  <a:pt x="300" y="24"/>
                </a:lnTo>
                <a:lnTo>
                  <a:pt x="287" y="28"/>
                </a:lnTo>
                <a:lnTo>
                  <a:pt x="274" y="33"/>
                </a:lnTo>
                <a:lnTo>
                  <a:pt x="261" y="37"/>
                </a:lnTo>
                <a:lnTo>
                  <a:pt x="248" y="42"/>
                </a:lnTo>
                <a:lnTo>
                  <a:pt x="236" y="48"/>
                </a:lnTo>
                <a:lnTo>
                  <a:pt x="223" y="53"/>
                </a:lnTo>
                <a:lnTo>
                  <a:pt x="211" y="59"/>
                </a:lnTo>
                <a:lnTo>
                  <a:pt x="200" y="65"/>
                </a:lnTo>
                <a:lnTo>
                  <a:pt x="188" y="72"/>
                </a:lnTo>
                <a:lnTo>
                  <a:pt x="177" y="79"/>
                </a:lnTo>
                <a:lnTo>
                  <a:pt x="166" y="86"/>
                </a:lnTo>
                <a:lnTo>
                  <a:pt x="155" y="93"/>
                </a:lnTo>
                <a:lnTo>
                  <a:pt x="144" y="101"/>
                </a:lnTo>
                <a:lnTo>
                  <a:pt x="134" y="109"/>
                </a:lnTo>
                <a:lnTo>
                  <a:pt x="124" y="117"/>
                </a:lnTo>
                <a:lnTo>
                  <a:pt x="115" y="125"/>
                </a:lnTo>
                <a:lnTo>
                  <a:pt x="106" y="134"/>
                </a:lnTo>
                <a:lnTo>
                  <a:pt x="97" y="143"/>
                </a:lnTo>
                <a:lnTo>
                  <a:pt x="88" y="152"/>
                </a:lnTo>
                <a:lnTo>
                  <a:pt x="80" y="161"/>
                </a:lnTo>
                <a:lnTo>
                  <a:pt x="72" y="171"/>
                </a:lnTo>
                <a:lnTo>
                  <a:pt x="65" y="180"/>
                </a:lnTo>
                <a:lnTo>
                  <a:pt x="58" y="190"/>
                </a:lnTo>
                <a:lnTo>
                  <a:pt x="51" y="200"/>
                </a:lnTo>
                <a:lnTo>
                  <a:pt x="45" y="211"/>
                </a:lnTo>
                <a:lnTo>
                  <a:pt x="39" y="221"/>
                </a:lnTo>
                <a:lnTo>
                  <a:pt x="34" y="231"/>
                </a:lnTo>
                <a:lnTo>
                  <a:pt x="29" y="242"/>
                </a:lnTo>
                <a:lnTo>
                  <a:pt x="24" y="253"/>
                </a:lnTo>
                <a:lnTo>
                  <a:pt x="20" y="264"/>
                </a:lnTo>
                <a:lnTo>
                  <a:pt x="16" y="275"/>
                </a:lnTo>
                <a:lnTo>
                  <a:pt x="13" y="286"/>
                </a:lnTo>
                <a:lnTo>
                  <a:pt x="10" y="297"/>
                </a:lnTo>
                <a:lnTo>
                  <a:pt x="8" y="308"/>
                </a:lnTo>
                <a:lnTo>
                  <a:pt x="6" y="319"/>
                </a:lnTo>
                <a:lnTo>
                  <a:pt x="4" y="330"/>
                </a:lnTo>
                <a:lnTo>
                  <a:pt x="3" y="342"/>
                </a:lnTo>
                <a:lnTo>
                  <a:pt x="3" y="353"/>
                </a:lnTo>
                <a:lnTo>
                  <a:pt x="2" y="364"/>
                </a:lnTo>
                <a:lnTo>
                  <a:pt x="3" y="376"/>
                </a:lnTo>
                <a:lnTo>
                  <a:pt x="3" y="387"/>
                </a:lnTo>
                <a:lnTo>
                  <a:pt x="4" y="398"/>
                </a:lnTo>
                <a:lnTo>
                  <a:pt x="6" y="410"/>
                </a:lnTo>
                <a:lnTo>
                  <a:pt x="8" y="421"/>
                </a:lnTo>
                <a:lnTo>
                  <a:pt x="10" y="432"/>
                </a:lnTo>
                <a:lnTo>
                  <a:pt x="13" y="443"/>
                </a:lnTo>
                <a:lnTo>
                  <a:pt x="16" y="454"/>
                </a:lnTo>
                <a:lnTo>
                  <a:pt x="20" y="465"/>
                </a:lnTo>
                <a:lnTo>
                  <a:pt x="24" y="476"/>
                </a:lnTo>
                <a:lnTo>
                  <a:pt x="29" y="487"/>
                </a:lnTo>
                <a:lnTo>
                  <a:pt x="34" y="497"/>
                </a:lnTo>
                <a:lnTo>
                  <a:pt x="39" y="508"/>
                </a:lnTo>
                <a:lnTo>
                  <a:pt x="45" y="518"/>
                </a:lnTo>
                <a:lnTo>
                  <a:pt x="51" y="528"/>
                </a:lnTo>
                <a:lnTo>
                  <a:pt x="58" y="538"/>
                </a:lnTo>
                <a:lnTo>
                  <a:pt x="65" y="548"/>
                </a:lnTo>
                <a:lnTo>
                  <a:pt x="72" y="558"/>
                </a:lnTo>
                <a:lnTo>
                  <a:pt x="80" y="568"/>
                </a:lnTo>
                <a:lnTo>
                  <a:pt x="88" y="577"/>
                </a:lnTo>
                <a:lnTo>
                  <a:pt x="97" y="586"/>
                </a:lnTo>
                <a:lnTo>
                  <a:pt x="106" y="595"/>
                </a:lnTo>
                <a:lnTo>
                  <a:pt x="115" y="603"/>
                </a:lnTo>
                <a:lnTo>
                  <a:pt x="124" y="612"/>
                </a:lnTo>
                <a:lnTo>
                  <a:pt x="134" y="620"/>
                </a:lnTo>
                <a:lnTo>
                  <a:pt x="144" y="628"/>
                </a:lnTo>
                <a:lnTo>
                  <a:pt x="155" y="635"/>
                </a:lnTo>
                <a:lnTo>
                  <a:pt x="166" y="643"/>
                </a:lnTo>
                <a:lnTo>
                  <a:pt x="177" y="650"/>
                </a:lnTo>
                <a:lnTo>
                  <a:pt x="188" y="657"/>
                </a:lnTo>
                <a:lnTo>
                  <a:pt x="200" y="663"/>
                </a:lnTo>
                <a:lnTo>
                  <a:pt x="211" y="670"/>
                </a:lnTo>
                <a:lnTo>
                  <a:pt x="223" y="675"/>
                </a:lnTo>
                <a:lnTo>
                  <a:pt x="236" y="681"/>
                </a:lnTo>
                <a:lnTo>
                  <a:pt x="248" y="686"/>
                </a:lnTo>
                <a:lnTo>
                  <a:pt x="261" y="691"/>
                </a:lnTo>
                <a:lnTo>
                  <a:pt x="274" y="696"/>
                </a:lnTo>
                <a:lnTo>
                  <a:pt x="287" y="700"/>
                </a:lnTo>
                <a:lnTo>
                  <a:pt x="300" y="704"/>
                </a:lnTo>
                <a:lnTo>
                  <a:pt x="314" y="708"/>
                </a:lnTo>
                <a:lnTo>
                  <a:pt x="327" y="711"/>
                </a:lnTo>
                <a:lnTo>
                  <a:pt x="341" y="714"/>
                </a:lnTo>
                <a:lnTo>
                  <a:pt x="355" y="717"/>
                </a:lnTo>
                <a:lnTo>
                  <a:pt x="368" y="719"/>
                </a:lnTo>
                <a:lnTo>
                  <a:pt x="382" y="721"/>
                </a:lnTo>
                <a:lnTo>
                  <a:pt x="396" y="723"/>
                </a:lnTo>
                <a:lnTo>
                  <a:pt x="410" y="724"/>
                </a:lnTo>
                <a:lnTo>
                  <a:pt x="425" y="725"/>
                </a:lnTo>
                <a:lnTo>
                  <a:pt x="439" y="726"/>
                </a:lnTo>
                <a:lnTo>
                  <a:pt x="453" y="726"/>
                </a:lnTo>
                <a:lnTo>
                  <a:pt x="467" y="726"/>
                </a:lnTo>
                <a:lnTo>
                  <a:pt x="481" y="725"/>
                </a:lnTo>
                <a:lnTo>
                  <a:pt x="495" y="724"/>
                </a:lnTo>
                <a:lnTo>
                  <a:pt x="509" y="723"/>
                </a:lnTo>
                <a:lnTo>
                  <a:pt x="523" y="721"/>
                </a:lnTo>
                <a:lnTo>
                  <a:pt x="537" y="719"/>
                </a:lnTo>
                <a:lnTo>
                  <a:pt x="551" y="717"/>
                </a:lnTo>
                <a:lnTo>
                  <a:pt x="565" y="714"/>
                </a:lnTo>
                <a:lnTo>
                  <a:pt x="578" y="711"/>
                </a:lnTo>
                <a:lnTo>
                  <a:pt x="592" y="708"/>
                </a:lnTo>
                <a:lnTo>
                  <a:pt x="605" y="704"/>
                </a:lnTo>
                <a:lnTo>
                  <a:pt x="619" y="700"/>
                </a:lnTo>
                <a:lnTo>
                  <a:pt x="632" y="696"/>
                </a:lnTo>
                <a:lnTo>
                  <a:pt x="645" y="691"/>
                </a:lnTo>
                <a:lnTo>
                  <a:pt x="658" y="686"/>
                </a:lnTo>
                <a:lnTo>
                  <a:pt x="671" y="681"/>
                </a:lnTo>
                <a:lnTo>
                  <a:pt x="683" y="675"/>
                </a:lnTo>
                <a:lnTo>
                  <a:pt x="695" y="670"/>
                </a:lnTo>
                <a:lnTo>
                  <a:pt x="707" y="663"/>
                </a:lnTo>
                <a:lnTo>
                  <a:pt x="719" y="657"/>
                </a:lnTo>
                <a:lnTo>
                  <a:pt x="730" y="650"/>
                </a:lnTo>
                <a:lnTo>
                  <a:pt x="741" y="643"/>
                </a:lnTo>
                <a:lnTo>
                  <a:pt x="752" y="635"/>
                </a:lnTo>
                <a:lnTo>
                  <a:pt x="762" y="628"/>
                </a:lnTo>
                <a:lnTo>
                  <a:pt x="772" y="620"/>
                </a:lnTo>
                <a:lnTo>
                  <a:pt x="782" y="612"/>
                </a:lnTo>
                <a:lnTo>
                  <a:pt x="792" y="603"/>
                </a:lnTo>
                <a:lnTo>
                  <a:pt x="801" y="595"/>
                </a:lnTo>
                <a:lnTo>
                  <a:pt x="810" y="586"/>
                </a:lnTo>
                <a:lnTo>
                  <a:pt x="818" y="577"/>
                </a:lnTo>
                <a:lnTo>
                  <a:pt x="826" y="568"/>
                </a:lnTo>
                <a:lnTo>
                  <a:pt x="834" y="558"/>
                </a:lnTo>
                <a:lnTo>
                  <a:pt x="842" y="548"/>
                </a:lnTo>
                <a:lnTo>
                  <a:pt x="849" y="538"/>
                </a:lnTo>
                <a:lnTo>
                  <a:pt x="855" y="528"/>
                </a:lnTo>
                <a:lnTo>
                  <a:pt x="861" y="518"/>
                </a:lnTo>
                <a:lnTo>
                  <a:pt x="867" y="508"/>
                </a:lnTo>
                <a:lnTo>
                  <a:pt x="873" y="497"/>
                </a:lnTo>
                <a:lnTo>
                  <a:pt x="878" y="487"/>
                </a:lnTo>
                <a:lnTo>
                  <a:pt x="882" y="476"/>
                </a:lnTo>
                <a:lnTo>
                  <a:pt x="886" y="465"/>
                </a:lnTo>
                <a:lnTo>
                  <a:pt x="890" y="454"/>
                </a:lnTo>
                <a:lnTo>
                  <a:pt x="893" y="443"/>
                </a:lnTo>
                <a:lnTo>
                  <a:pt x="896" y="432"/>
                </a:lnTo>
                <a:lnTo>
                  <a:pt x="899" y="421"/>
                </a:lnTo>
                <a:lnTo>
                  <a:pt x="901" y="410"/>
                </a:lnTo>
                <a:lnTo>
                  <a:pt x="902" y="398"/>
                </a:lnTo>
                <a:lnTo>
                  <a:pt x="903" y="387"/>
                </a:lnTo>
                <a:lnTo>
                  <a:pt x="904" y="376"/>
                </a:lnTo>
                <a:lnTo>
                  <a:pt x="904" y="364"/>
                </a:lnTo>
                <a:moveTo>
                  <a:pt x="907" y="364"/>
                </a:moveTo>
                <a:lnTo>
                  <a:pt x="906" y="376"/>
                </a:lnTo>
                <a:lnTo>
                  <a:pt x="906" y="387"/>
                </a:lnTo>
                <a:lnTo>
                  <a:pt x="905" y="399"/>
                </a:lnTo>
                <a:lnTo>
                  <a:pt x="903" y="410"/>
                </a:lnTo>
                <a:lnTo>
                  <a:pt x="901" y="421"/>
                </a:lnTo>
                <a:lnTo>
                  <a:pt x="899" y="432"/>
                </a:lnTo>
                <a:lnTo>
                  <a:pt x="896" y="444"/>
                </a:lnTo>
                <a:lnTo>
                  <a:pt x="892" y="455"/>
                </a:lnTo>
                <a:lnTo>
                  <a:pt x="889" y="466"/>
                </a:lnTo>
                <a:lnTo>
                  <a:pt x="884" y="477"/>
                </a:lnTo>
                <a:lnTo>
                  <a:pt x="880" y="487"/>
                </a:lnTo>
                <a:lnTo>
                  <a:pt x="875" y="498"/>
                </a:lnTo>
                <a:lnTo>
                  <a:pt x="869" y="509"/>
                </a:lnTo>
                <a:lnTo>
                  <a:pt x="864" y="519"/>
                </a:lnTo>
                <a:lnTo>
                  <a:pt x="857" y="529"/>
                </a:lnTo>
                <a:lnTo>
                  <a:pt x="851" y="539"/>
                </a:lnTo>
                <a:lnTo>
                  <a:pt x="844" y="549"/>
                </a:lnTo>
                <a:lnTo>
                  <a:pt x="836" y="559"/>
                </a:lnTo>
                <a:lnTo>
                  <a:pt x="828" y="569"/>
                </a:lnTo>
                <a:lnTo>
                  <a:pt x="820" y="578"/>
                </a:lnTo>
                <a:lnTo>
                  <a:pt x="812" y="587"/>
                </a:lnTo>
                <a:lnTo>
                  <a:pt x="803" y="596"/>
                </a:lnTo>
                <a:lnTo>
                  <a:pt x="793" y="605"/>
                </a:lnTo>
                <a:lnTo>
                  <a:pt x="784" y="613"/>
                </a:lnTo>
                <a:lnTo>
                  <a:pt x="774" y="621"/>
                </a:lnTo>
                <a:lnTo>
                  <a:pt x="764" y="629"/>
                </a:lnTo>
                <a:lnTo>
                  <a:pt x="753" y="637"/>
                </a:lnTo>
                <a:lnTo>
                  <a:pt x="742" y="644"/>
                </a:lnTo>
                <a:lnTo>
                  <a:pt x="731" y="651"/>
                </a:lnTo>
                <a:lnTo>
                  <a:pt x="720" y="658"/>
                </a:lnTo>
                <a:lnTo>
                  <a:pt x="708" y="665"/>
                </a:lnTo>
                <a:lnTo>
                  <a:pt x="696" y="671"/>
                </a:lnTo>
                <a:lnTo>
                  <a:pt x="684" y="677"/>
                </a:lnTo>
                <a:lnTo>
                  <a:pt x="672" y="683"/>
                </a:lnTo>
                <a:lnTo>
                  <a:pt x="659" y="688"/>
                </a:lnTo>
                <a:lnTo>
                  <a:pt x="646" y="693"/>
                </a:lnTo>
                <a:lnTo>
                  <a:pt x="633" y="698"/>
                </a:lnTo>
                <a:lnTo>
                  <a:pt x="619" y="702"/>
                </a:lnTo>
                <a:lnTo>
                  <a:pt x="606" y="706"/>
                </a:lnTo>
                <a:lnTo>
                  <a:pt x="593" y="710"/>
                </a:lnTo>
                <a:lnTo>
                  <a:pt x="579" y="713"/>
                </a:lnTo>
                <a:lnTo>
                  <a:pt x="565" y="716"/>
                </a:lnTo>
                <a:lnTo>
                  <a:pt x="552" y="719"/>
                </a:lnTo>
                <a:lnTo>
                  <a:pt x="538" y="721"/>
                </a:lnTo>
                <a:lnTo>
                  <a:pt x="524" y="723"/>
                </a:lnTo>
                <a:lnTo>
                  <a:pt x="510" y="725"/>
                </a:lnTo>
                <a:lnTo>
                  <a:pt x="495" y="726"/>
                </a:lnTo>
                <a:lnTo>
                  <a:pt x="481" y="727"/>
                </a:lnTo>
                <a:lnTo>
                  <a:pt x="467" y="727"/>
                </a:lnTo>
                <a:lnTo>
                  <a:pt x="453" y="728"/>
                </a:lnTo>
                <a:lnTo>
                  <a:pt x="439" y="727"/>
                </a:lnTo>
                <a:lnTo>
                  <a:pt x="424" y="727"/>
                </a:lnTo>
                <a:lnTo>
                  <a:pt x="410" y="726"/>
                </a:lnTo>
                <a:lnTo>
                  <a:pt x="396" y="725"/>
                </a:lnTo>
                <a:lnTo>
                  <a:pt x="382" y="723"/>
                </a:lnTo>
                <a:lnTo>
                  <a:pt x="368" y="721"/>
                </a:lnTo>
                <a:lnTo>
                  <a:pt x="354" y="719"/>
                </a:lnTo>
                <a:lnTo>
                  <a:pt x="340" y="716"/>
                </a:lnTo>
                <a:lnTo>
                  <a:pt x="326" y="713"/>
                </a:lnTo>
                <a:lnTo>
                  <a:pt x="313" y="710"/>
                </a:lnTo>
                <a:lnTo>
                  <a:pt x="299" y="706"/>
                </a:lnTo>
                <a:lnTo>
                  <a:pt x="286" y="702"/>
                </a:lnTo>
                <a:lnTo>
                  <a:pt x="273" y="698"/>
                </a:lnTo>
                <a:lnTo>
                  <a:pt x="260" y="693"/>
                </a:lnTo>
                <a:lnTo>
                  <a:pt x="247" y="688"/>
                </a:lnTo>
                <a:lnTo>
                  <a:pt x="235" y="683"/>
                </a:lnTo>
                <a:lnTo>
                  <a:pt x="222" y="677"/>
                </a:lnTo>
                <a:lnTo>
                  <a:pt x="210" y="671"/>
                </a:lnTo>
                <a:lnTo>
                  <a:pt x="198" y="665"/>
                </a:lnTo>
                <a:lnTo>
                  <a:pt x="187" y="658"/>
                </a:lnTo>
                <a:lnTo>
                  <a:pt x="175" y="651"/>
                </a:lnTo>
                <a:lnTo>
                  <a:pt x="164" y="644"/>
                </a:lnTo>
                <a:lnTo>
                  <a:pt x="153" y="637"/>
                </a:lnTo>
                <a:lnTo>
                  <a:pt x="143" y="629"/>
                </a:lnTo>
                <a:lnTo>
                  <a:pt x="133" y="621"/>
                </a:lnTo>
                <a:lnTo>
                  <a:pt x="123" y="613"/>
                </a:lnTo>
                <a:lnTo>
                  <a:pt x="113" y="605"/>
                </a:lnTo>
                <a:lnTo>
                  <a:pt x="104" y="596"/>
                </a:lnTo>
                <a:lnTo>
                  <a:pt x="95" y="587"/>
                </a:lnTo>
                <a:lnTo>
                  <a:pt x="86" y="578"/>
                </a:lnTo>
                <a:lnTo>
                  <a:pt x="78" y="569"/>
                </a:lnTo>
                <a:lnTo>
                  <a:pt x="70" y="559"/>
                </a:lnTo>
                <a:lnTo>
                  <a:pt x="63" y="549"/>
                </a:lnTo>
                <a:lnTo>
                  <a:pt x="56" y="539"/>
                </a:lnTo>
                <a:lnTo>
                  <a:pt x="49" y="529"/>
                </a:lnTo>
                <a:lnTo>
                  <a:pt x="43" y="519"/>
                </a:lnTo>
                <a:lnTo>
                  <a:pt x="37" y="509"/>
                </a:lnTo>
                <a:lnTo>
                  <a:pt x="32" y="498"/>
                </a:lnTo>
                <a:lnTo>
                  <a:pt x="27" y="487"/>
                </a:lnTo>
                <a:lnTo>
                  <a:pt x="22" y="477"/>
                </a:lnTo>
                <a:lnTo>
                  <a:pt x="18" y="466"/>
                </a:lnTo>
                <a:lnTo>
                  <a:pt x="14" y="455"/>
                </a:lnTo>
                <a:lnTo>
                  <a:pt x="11" y="444"/>
                </a:lnTo>
                <a:lnTo>
                  <a:pt x="8" y="432"/>
                </a:lnTo>
                <a:lnTo>
                  <a:pt x="6" y="421"/>
                </a:lnTo>
                <a:lnTo>
                  <a:pt x="4" y="410"/>
                </a:lnTo>
                <a:lnTo>
                  <a:pt x="2" y="399"/>
                </a:lnTo>
                <a:lnTo>
                  <a:pt x="1" y="387"/>
                </a:lnTo>
                <a:lnTo>
                  <a:pt x="0" y="376"/>
                </a:lnTo>
                <a:lnTo>
                  <a:pt x="0" y="364"/>
                </a:lnTo>
                <a:lnTo>
                  <a:pt x="0" y="353"/>
                </a:lnTo>
                <a:lnTo>
                  <a:pt x="1" y="342"/>
                </a:lnTo>
                <a:lnTo>
                  <a:pt x="2" y="330"/>
                </a:lnTo>
                <a:lnTo>
                  <a:pt x="4" y="319"/>
                </a:lnTo>
                <a:lnTo>
                  <a:pt x="6" y="308"/>
                </a:lnTo>
                <a:lnTo>
                  <a:pt x="8" y="296"/>
                </a:lnTo>
                <a:lnTo>
                  <a:pt x="11" y="285"/>
                </a:lnTo>
                <a:lnTo>
                  <a:pt x="14" y="274"/>
                </a:lnTo>
                <a:lnTo>
                  <a:pt x="18" y="263"/>
                </a:lnTo>
                <a:lnTo>
                  <a:pt x="22" y="252"/>
                </a:lnTo>
                <a:lnTo>
                  <a:pt x="27" y="241"/>
                </a:lnTo>
                <a:lnTo>
                  <a:pt x="32" y="231"/>
                </a:lnTo>
                <a:lnTo>
                  <a:pt x="37" y="220"/>
                </a:lnTo>
                <a:lnTo>
                  <a:pt x="43" y="210"/>
                </a:lnTo>
                <a:lnTo>
                  <a:pt x="49" y="199"/>
                </a:lnTo>
                <a:lnTo>
                  <a:pt x="56" y="189"/>
                </a:lnTo>
                <a:lnTo>
                  <a:pt x="63" y="179"/>
                </a:lnTo>
                <a:lnTo>
                  <a:pt x="70" y="170"/>
                </a:lnTo>
                <a:lnTo>
                  <a:pt x="78" y="160"/>
                </a:lnTo>
                <a:lnTo>
                  <a:pt x="86" y="151"/>
                </a:lnTo>
                <a:lnTo>
                  <a:pt x="95" y="142"/>
                </a:lnTo>
                <a:lnTo>
                  <a:pt x="104" y="133"/>
                </a:lnTo>
                <a:lnTo>
                  <a:pt x="113" y="124"/>
                </a:lnTo>
                <a:lnTo>
                  <a:pt x="123" y="116"/>
                </a:lnTo>
                <a:lnTo>
                  <a:pt x="133" y="108"/>
                </a:lnTo>
                <a:lnTo>
                  <a:pt x="143" y="100"/>
                </a:lnTo>
                <a:lnTo>
                  <a:pt x="153" y="92"/>
                </a:lnTo>
                <a:lnTo>
                  <a:pt x="164" y="85"/>
                </a:lnTo>
                <a:lnTo>
                  <a:pt x="175" y="77"/>
                </a:lnTo>
                <a:lnTo>
                  <a:pt x="187" y="71"/>
                </a:lnTo>
                <a:lnTo>
                  <a:pt x="198" y="64"/>
                </a:lnTo>
                <a:lnTo>
                  <a:pt x="210" y="58"/>
                </a:lnTo>
                <a:lnTo>
                  <a:pt x="222" y="52"/>
                </a:lnTo>
                <a:lnTo>
                  <a:pt x="235" y="46"/>
                </a:lnTo>
                <a:lnTo>
                  <a:pt x="247" y="41"/>
                </a:lnTo>
                <a:lnTo>
                  <a:pt x="260" y="36"/>
                </a:lnTo>
                <a:lnTo>
                  <a:pt x="273" y="31"/>
                </a:lnTo>
                <a:lnTo>
                  <a:pt x="286" y="27"/>
                </a:lnTo>
                <a:lnTo>
                  <a:pt x="299" y="23"/>
                </a:lnTo>
                <a:lnTo>
                  <a:pt x="313" y="19"/>
                </a:lnTo>
                <a:lnTo>
                  <a:pt x="326" y="16"/>
                </a:lnTo>
                <a:lnTo>
                  <a:pt x="340" y="13"/>
                </a:lnTo>
                <a:lnTo>
                  <a:pt x="354" y="10"/>
                </a:lnTo>
                <a:lnTo>
                  <a:pt x="368" y="8"/>
                </a:lnTo>
                <a:lnTo>
                  <a:pt x="382" y="6"/>
                </a:lnTo>
                <a:lnTo>
                  <a:pt x="396" y="3"/>
                </a:lnTo>
                <a:lnTo>
                  <a:pt x="410" y="2"/>
                </a:lnTo>
                <a:lnTo>
                  <a:pt x="424" y="1"/>
                </a:lnTo>
                <a:lnTo>
                  <a:pt x="439" y="0"/>
                </a:lnTo>
                <a:lnTo>
                  <a:pt x="453" y="0"/>
                </a:lnTo>
                <a:lnTo>
                  <a:pt x="467" y="0"/>
                </a:lnTo>
                <a:lnTo>
                  <a:pt x="481" y="1"/>
                </a:lnTo>
                <a:lnTo>
                  <a:pt x="495" y="2"/>
                </a:lnTo>
                <a:lnTo>
                  <a:pt x="510" y="3"/>
                </a:lnTo>
                <a:lnTo>
                  <a:pt x="524" y="6"/>
                </a:lnTo>
                <a:lnTo>
                  <a:pt x="538" y="8"/>
                </a:lnTo>
                <a:lnTo>
                  <a:pt x="552" y="10"/>
                </a:lnTo>
                <a:lnTo>
                  <a:pt x="565" y="13"/>
                </a:lnTo>
                <a:lnTo>
                  <a:pt x="579" y="16"/>
                </a:lnTo>
                <a:lnTo>
                  <a:pt x="593" y="19"/>
                </a:lnTo>
                <a:lnTo>
                  <a:pt x="606" y="23"/>
                </a:lnTo>
                <a:lnTo>
                  <a:pt x="619" y="27"/>
                </a:lnTo>
                <a:lnTo>
                  <a:pt x="633" y="31"/>
                </a:lnTo>
                <a:lnTo>
                  <a:pt x="646" y="36"/>
                </a:lnTo>
                <a:lnTo>
                  <a:pt x="659" y="41"/>
                </a:lnTo>
                <a:lnTo>
                  <a:pt x="672" y="46"/>
                </a:lnTo>
                <a:lnTo>
                  <a:pt x="684" y="52"/>
                </a:lnTo>
                <a:lnTo>
                  <a:pt x="696" y="58"/>
                </a:lnTo>
                <a:lnTo>
                  <a:pt x="708" y="64"/>
                </a:lnTo>
                <a:lnTo>
                  <a:pt x="720" y="71"/>
                </a:lnTo>
                <a:lnTo>
                  <a:pt x="731" y="77"/>
                </a:lnTo>
                <a:lnTo>
                  <a:pt x="742" y="85"/>
                </a:lnTo>
                <a:lnTo>
                  <a:pt x="753" y="92"/>
                </a:lnTo>
                <a:lnTo>
                  <a:pt x="764" y="100"/>
                </a:lnTo>
                <a:lnTo>
                  <a:pt x="774" y="108"/>
                </a:lnTo>
                <a:lnTo>
                  <a:pt x="784" y="116"/>
                </a:lnTo>
                <a:lnTo>
                  <a:pt x="793" y="124"/>
                </a:lnTo>
                <a:lnTo>
                  <a:pt x="803" y="133"/>
                </a:lnTo>
                <a:lnTo>
                  <a:pt x="812" y="142"/>
                </a:lnTo>
                <a:lnTo>
                  <a:pt x="820" y="151"/>
                </a:lnTo>
                <a:lnTo>
                  <a:pt x="828" y="160"/>
                </a:lnTo>
                <a:lnTo>
                  <a:pt x="836" y="170"/>
                </a:lnTo>
                <a:lnTo>
                  <a:pt x="844" y="179"/>
                </a:lnTo>
                <a:lnTo>
                  <a:pt x="851" y="189"/>
                </a:lnTo>
                <a:lnTo>
                  <a:pt x="857" y="199"/>
                </a:lnTo>
                <a:lnTo>
                  <a:pt x="864" y="210"/>
                </a:lnTo>
                <a:lnTo>
                  <a:pt x="869" y="220"/>
                </a:lnTo>
                <a:lnTo>
                  <a:pt x="875" y="231"/>
                </a:lnTo>
                <a:lnTo>
                  <a:pt x="880" y="241"/>
                </a:lnTo>
                <a:lnTo>
                  <a:pt x="884" y="252"/>
                </a:lnTo>
                <a:lnTo>
                  <a:pt x="889" y="263"/>
                </a:lnTo>
                <a:lnTo>
                  <a:pt x="892" y="274"/>
                </a:lnTo>
                <a:lnTo>
                  <a:pt x="896" y="285"/>
                </a:lnTo>
                <a:lnTo>
                  <a:pt x="899" y="296"/>
                </a:lnTo>
                <a:lnTo>
                  <a:pt x="901" y="308"/>
                </a:lnTo>
                <a:lnTo>
                  <a:pt x="903" y="319"/>
                </a:lnTo>
                <a:lnTo>
                  <a:pt x="905" y="330"/>
                </a:lnTo>
                <a:lnTo>
                  <a:pt x="906" y="342"/>
                </a:lnTo>
                <a:lnTo>
                  <a:pt x="906" y="353"/>
                </a:lnTo>
                <a:lnTo>
                  <a:pt x="907" y="364"/>
                </a:lnTo>
                <a:close/>
              </a:path>
            </a:pathLst>
          </a:custGeom>
          <a:solidFill>
            <a:srgbClr val="ffaa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6" name=""/>
          <p:cNvSpPr/>
          <p:nvPr/>
        </p:nvSpPr>
        <p:spPr>
          <a:xfrm>
            <a:off x="4815000" y="1696320"/>
            <a:ext cx="327960" cy="263160"/>
          </a:xfrm>
          <a:custGeom>
            <a:avLst/>
            <a:gdLst/>
            <a:ahLst/>
            <a:rect l="0" t="0" r="r" b="b"/>
            <a:pathLst>
              <a:path w="911" h="731">
                <a:moveTo>
                  <a:pt x="909" y="366"/>
                </a:moveTo>
                <a:lnTo>
                  <a:pt x="908" y="355"/>
                </a:lnTo>
                <a:lnTo>
                  <a:pt x="908" y="344"/>
                </a:lnTo>
                <a:lnTo>
                  <a:pt x="907" y="332"/>
                </a:lnTo>
                <a:lnTo>
                  <a:pt x="905" y="321"/>
                </a:lnTo>
                <a:lnTo>
                  <a:pt x="903" y="310"/>
                </a:lnTo>
                <a:lnTo>
                  <a:pt x="901" y="298"/>
                </a:lnTo>
                <a:lnTo>
                  <a:pt x="898" y="287"/>
                </a:lnTo>
                <a:lnTo>
                  <a:pt x="894" y="276"/>
                </a:lnTo>
                <a:lnTo>
                  <a:pt x="891" y="265"/>
                </a:lnTo>
                <a:lnTo>
                  <a:pt x="886" y="254"/>
                </a:lnTo>
                <a:lnTo>
                  <a:pt x="882" y="243"/>
                </a:lnTo>
                <a:lnTo>
                  <a:pt x="877" y="233"/>
                </a:lnTo>
                <a:lnTo>
                  <a:pt x="871" y="222"/>
                </a:lnTo>
                <a:lnTo>
                  <a:pt x="866" y="212"/>
                </a:lnTo>
                <a:lnTo>
                  <a:pt x="859" y="201"/>
                </a:lnTo>
                <a:lnTo>
                  <a:pt x="853" y="191"/>
                </a:lnTo>
                <a:lnTo>
                  <a:pt x="846" y="181"/>
                </a:lnTo>
                <a:lnTo>
                  <a:pt x="838" y="172"/>
                </a:lnTo>
                <a:lnTo>
                  <a:pt x="830" y="162"/>
                </a:lnTo>
                <a:lnTo>
                  <a:pt x="822" y="153"/>
                </a:lnTo>
                <a:lnTo>
                  <a:pt x="814" y="144"/>
                </a:lnTo>
                <a:lnTo>
                  <a:pt x="805" y="135"/>
                </a:lnTo>
                <a:lnTo>
                  <a:pt x="795" y="126"/>
                </a:lnTo>
                <a:lnTo>
                  <a:pt x="786" y="118"/>
                </a:lnTo>
                <a:lnTo>
                  <a:pt x="776" y="110"/>
                </a:lnTo>
                <a:lnTo>
                  <a:pt x="766" y="102"/>
                </a:lnTo>
                <a:lnTo>
                  <a:pt x="755" y="94"/>
                </a:lnTo>
                <a:lnTo>
                  <a:pt x="744" y="87"/>
                </a:lnTo>
                <a:lnTo>
                  <a:pt x="733" y="79"/>
                </a:lnTo>
                <a:lnTo>
                  <a:pt x="721" y="73"/>
                </a:lnTo>
                <a:lnTo>
                  <a:pt x="709" y="66"/>
                </a:lnTo>
                <a:lnTo>
                  <a:pt x="697" y="60"/>
                </a:lnTo>
                <a:lnTo>
                  <a:pt x="685" y="54"/>
                </a:lnTo>
                <a:lnTo>
                  <a:pt x="673" y="48"/>
                </a:lnTo>
                <a:lnTo>
                  <a:pt x="660" y="43"/>
                </a:lnTo>
                <a:lnTo>
                  <a:pt x="648" y="38"/>
                </a:lnTo>
                <a:lnTo>
                  <a:pt x="635" y="32"/>
                </a:lnTo>
                <a:lnTo>
                  <a:pt x="621" y="28"/>
                </a:lnTo>
                <a:lnTo>
                  <a:pt x="608" y="24"/>
                </a:lnTo>
                <a:lnTo>
                  <a:pt x="595" y="20"/>
                </a:lnTo>
                <a:lnTo>
                  <a:pt x="581" y="17"/>
                </a:lnTo>
                <a:lnTo>
                  <a:pt x="567" y="14"/>
                </a:lnTo>
                <a:lnTo>
                  <a:pt x="554" y="11"/>
                </a:lnTo>
                <a:lnTo>
                  <a:pt x="540" y="9"/>
                </a:lnTo>
                <a:lnTo>
                  <a:pt x="526" y="7"/>
                </a:lnTo>
                <a:lnTo>
                  <a:pt x="512" y="5"/>
                </a:lnTo>
                <a:lnTo>
                  <a:pt x="497" y="4"/>
                </a:lnTo>
                <a:lnTo>
                  <a:pt x="483" y="3"/>
                </a:lnTo>
                <a:lnTo>
                  <a:pt x="469" y="2"/>
                </a:lnTo>
                <a:lnTo>
                  <a:pt x="455" y="2"/>
                </a:lnTo>
                <a:lnTo>
                  <a:pt x="441" y="2"/>
                </a:lnTo>
                <a:lnTo>
                  <a:pt x="426" y="3"/>
                </a:lnTo>
                <a:lnTo>
                  <a:pt x="412" y="4"/>
                </a:lnTo>
                <a:lnTo>
                  <a:pt x="398" y="5"/>
                </a:lnTo>
                <a:lnTo>
                  <a:pt x="384" y="7"/>
                </a:lnTo>
                <a:lnTo>
                  <a:pt x="370" y="9"/>
                </a:lnTo>
                <a:lnTo>
                  <a:pt x="356" y="11"/>
                </a:lnTo>
                <a:lnTo>
                  <a:pt x="342" y="14"/>
                </a:lnTo>
                <a:lnTo>
                  <a:pt x="328" y="17"/>
                </a:lnTo>
                <a:lnTo>
                  <a:pt x="315" y="20"/>
                </a:lnTo>
                <a:lnTo>
                  <a:pt x="301" y="24"/>
                </a:lnTo>
                <a:lnTo>
                  <a:pt x="288" y="28"/>
                </a:lnTo>
                <a:lnTo>
                  <a:pt x="275" y="32"/>
                </a:lnTo>
                <a:lnTo>
                  <a:pt x="262" y="38"/>
                </a:lnTo>
                <a:lnTo>
                  <a:pt x="249" y="43"/>
                </a:lnTo>
                <a:lnTo>
                  <a:pt x="237" y="48"/>
                </a:lnTo>
                <a:lnTo>
                  <a:pt x="224" y="54"/>
                </a:lnTo>
                <a:lnTo>
                  <a:pt x="212" y="60"/>
                </a:lnTo>
                <a:lnTo>
                  <a:pt x="200" y="66"/>
                </a:lnTo>
                <a:lnTo>
                  <a:pt x="189" y="73"/>
                </a:lnTo>
                <a:lnTo>
                  <a:pt x="177" y="79"/>
                </a:lnTo>
                <a:lnTo>
                  <a:pt x="166" y="87"/>
                </a:lnTo>
                <a:lnTo>
                  <a:pt x="155" y="94"/>
                </a:lnTo>
                <a:lnTo>
                  <a:pt x="145" y="102"/>
                </a:lnTo>
                <a:lnTo>
                  <a:pt x="135" y="110"/>
                </a:lnTo>
                <a:lnTo>
                  <a:pt x="125" y="118"/>
                </a:lnTo>
                <a:lnTo>
                  <a:pt x="115" y="126"/>
                </a:lnTo>
                <a:lnTo>
                  <a:pt x="106" y="135"/>
                </a:lnTo>
                <a:lnTo>
                  <a:pt x="97" y="144"/>
                </a:lnTo>
                <a:lnTo>
                  <a:pt x="88" y="153"/>
                </a:lnTo>
                <a:lnTo>
                  <a:pt x="80" y="162"/>
                </a:lnTo>
                <a:lnTo>
                  <a:pt x="72" y="172"/>
                </a:lnTo>
                <a:lnTo>
                  <a:pt x="65" y="181"/>
                </a:lnTo>
                <a:lnTo>
                  <a:pt x="58" y="191"/>
                </a:lnTo>
                <a:lnTo>
                  <a:pt x="51" y="201"/>
                </a:lnTo>
                <a:lnTo>
                  <a:pt x="45" y="212"/>
                </a:lnTo>
                <a:lnTo>
                  <a:pt x="39" y="222"/>
                </a:lnTo>
                <a:lnTo>
                  <a:pt x="34" y="233"/>
                </a:lnTo>
                <a:lnTo>
                  <a:pt x="29" y="243"/>
                </a:lnTo>
                <a:lnTo>
                  <a:pt x="24" y="254"/>
                </a:lnTo>
                <a:lnTo>
                  <a:pt x="20" y="265"/>
                </a:lnTo>
                <a:lnTo>
                  <a:pt x="16" y="276"/>
                </a:lnTo>
                <a:lnTo>
                  <a:pt x="13" y="287"/>
                </a:lnTo>
                <a:lnTo>
                  <a:pt x="10" y="298"/>
                </a:lnTo>
                <a:lnTo>
                  <a:pt x="8" y="310"/>
                </a:lnTo>
                <a:lnTo>
                  <a:pt x="6" y="321"/>
                </a:lnTo>
                <a:lnTo>
                  <a:pt x="4" y="332"/>
                </a:lnTo>
                <a:lnTo>
                  <a:pt x="3" y="344"/>
                </a:lnTo>
                <a:lnTo>
                  <a:pt x="2" y="355"/>
                </a:lnTo>
                <a:lnTo>
                  <a:pt x="2" y="366"/>
                </a:lnTo>
                <a:lnTo>
                  <a:pt x="2" y="378"/>
                </a:lnTo>
                <a:lnTo>
                  <a:pt x="3" y="389"/>
                </a:lnTo>
                <a:lnTo>
                  <a:pt x="4" y="401"/>
                </a:lnTo>
                <a:lnTo>
                  <a:pt x="6" y="412"/>
                </a:lnTo>
                <a:lnTo>
                  <a:pt x="8" y="423"/>
                </a:lnTo>
                <a:lnTo>
                  <a:pt x="10" y="434"/>
                </a:lnTo>
                <a:lnTo>
                  <a:pt x="13" y="446"/>
                </a:lnTo>
                <a:lnTo>
                  <a:pt x="16" y="457"/>
                </a:lnTo>
                <a:lnTo>
                  <a:pt x="20" y="468"/>
                </a:lnTo>
                <a:lnTo>
                  <a:pt x="24" y="479"/>
                </a:lnTo>
                <a:lnTo>
                  <a:pt x="29" y="489"/>
                </a:lnTo>
                <a:lnTo>
                  <a:pt x="34" y="500"/>
                </a:lnTo>
                <a:lnTo>
                  <a:pt x="39" y="511"/>
                </a:lnTo>
                <a:lnTo>
                  <a:pt x="45" y="521"/>
                </a:lnTo>
                <a:lnTo>
                  <a:pt x="51" y="531"/>
                </a:lnTo>
                <a:lnTo>
                  <a:pt x="58" y="541"/>
                </a:lnTo>
                <a:lnTo>
                  <a:pt x="65" y="551"/>
                </a:lnTo>
                <a:lnTo>
                  <a:pt x="72" y="561"/>
                </a:lnTo>
                <a:lnTo>
                  <a:pt x="80" y="571"/>
                </a:lnTo>
                <a:lnTo>
                  <a:pt x="88" y="580"/>
                </a:lnTo>
                <a:lnTo>
                  <a:pt x="97" y="589"/>
                </a:lnTo>
                <a:lnTo>
                  <a:pt x="106" y="598"/>
                </a:lnTo>
                <a:lnTo>
                  <a:pt x="115" y="607"/>
                </a:lnTo>
                <a:lnTo>
                  <a:pt x="125" y="615"/>
                </a:lnTo>
                <a:lnTo>
                  <a:pt x="135" y="623"/>
                </a:lnTo>
                <a:lnTo>
                  <a:pt x="145" y="631"/>
                </a:lnTo>
                <a:lnTo>
                  <a:pt x="155" y="639"/>
                </a:lnTo>
                <a:lnTo>
                  <a:pt x="166" y="646"/>
                </a:lnTo>
                <a:lnTo>
                  <a:pt x="177" y="653"/>
                </a:lnTo>
                <a:lnTo>
                  <a:pt x="189" y="660"/>
                </a:lnTo>
                <a:lnTo>
                  <a:pt x="200" y="667"/>
                </a:lnTo>
                <a:lnTo>
                  <a:pt x="212" y="673"/>
                </a:lnTo>
                <a:lnTo>
                  <a:pt x="224" y="679"/>
                </a:lnTo>
                <a:lnTo>
                  <a:pt x="237" y="685"/>
                </a:lnTo>
                <a:lnTo>
                  <a:pt x="249" y="690"/>
                </a:lnTo>
                <a:lnTo>
                  <a:pt x="262" y="695"/>
                </a:lnTo>
                <a:lnTo>
                  <a:pt x="275" y="700"/>
                </a:lnTo>
                <a:lnTo>
                  <a:pt x="288" y="704"/>
                </a:lnTo>
                <a:lnTo>
                  <a:pt x="301" y="708"/>
                </a:lnTo>
                <a:lnTo>
                  <a:pt x="315" y="712"/>
                </a:lnTo>
                <a:lnTo>
                  <a:pt x="328" y="715"/>
                </a:lnTo>
                <a:lnTo>
                  <a:pt x="342" y="718"/>
                </a:lnTo>
                <a:lnTo>
                  <a:pt x="356" y="721"/>
                </a:lnTo>
                <a:lnTo>
                  <a:pt x="370" y="723"/>
                </a:lnTo>
                <a:lnTo>
                  <a:pt x="384" y="725"/>
                </a:lnTo>
                <a:lnTo>
                  <a:pt x="398" y="727"/>
                </a:lnTo>
                <a:lnTo>
                  <a:pt x="412" y="728"/>
                </a:lnTo>
                <a:lnTo>
                  <a:pt x="426" y="729"/>
                </a:lnTo>
                <a:lnTo>
                  <a:pt x="441" y="729"/>
                </a:lnTo>
                <a:lnTo>
                  <a:pt x="455" y="730"/>
                </a:lnTo>
                <a:lnTo>
                  <a:pt x="469" y="729"/>
                </a:lnTo>
                <a:lnTo>
                  <a:pt x="483" y="729"/>
                </a:lnTo>
                <a:lnTo>
                  <a:pt x="497" y="728"/>
                </a:lnTo>
                <a:lnTo>
                  <a:pt x="512" y="727"/>
                </a:lnTo>
                <a:lnTo>
                  <a:pt x="526" y="725"/>
                </a:lnTo>
                <a:lnTo>
                  <a:pt x="540" y="723"/>
                </a:lnTo>
                <a:lnTo>
                  <a:pt x="554" y="721"/>
                </a:lnTo>
                <a:lnTo>
                  <a:pt x="567" y="718"/>
                </a:lnTo>
                <a:lnTo>
                  <a:pt x="581" y="715"/>
                </a:lnTo>
                <a:lnTo>
                  <a:pt x="595" y="712"/>
                </a:lnTo>
                <a:lnTo>
                  <a:pt x="608" y="708"/>
                </a:lnTo>
                <a:lnTo>
                  <a:pt x="621" y="704"/>
                </a:lnTo>
                <a:lnTo>
                  <a:pt x="635" y="700"/>
                </a:lnTo>
                <a:lnTo>
                  <a:pt x="648" y="695"/>
                </a:lnTo>
                <a:lnTo>
                  <a:pt x="660" y="690"/>
                </a:lnTo>
                <a:lnTo>
                  <a:pt x="673" y="685"/>
                </a:lnTo>
                <a:lnTo>
                  <a:pt x="685" y="679"/>
                </a:lnTo>
                <a:lnTo>
                  <a:pt x="697" y="673"/>
                </a:lnTo>
                <a:lnTo>
                  <a:pt x="709" y="667"/>
                </a:lnTo>
                <a:lnTo>
                  <a:pt x="721" y="660"/>
                </a:lnTo>
                <a:lnTo>
                  <a:pt x="733" y="653"/>
                </a:lnTo>
                <a:lnTo>
                  <a:pt x="744" y="646"/>
                </a:lnTo>
                <a:lnTo>
                  <a:pt x="755" y="639"/>
                </a:lnTo>
                <a:lnTo>
                  <a:pt x="766" y="631"/>
                </a:lnTo>
                <a:lnTo>
                  <a:pt x="776" y="623"/>
                </a:lnTo>
                <a:lnTo>
                  <a:pt x="786" y="615"/>
                </a:lnTo>
                <a:lnTo>
                  <a:pt x="795" y="607"/>
                </a:lnTo>
                <a:lnTo>
                  <a:pt x="805" y="598"/>
                </a:lnTo>
                <a:lnTo>
                  <a:pt x="814" y="589"/>
                </a:lnTo>
                <a:lnTo>
                  <a:pt x="822" y="580"/>
                </a:lnTo>
                <a:lnTo>
                  <a:pt x="830" y="571"/>
                </a:lnTo>
                <a:lnTo>
                  <a:pt x="838" y="561"/>
                </a:lnTo>
                <a:lnTo>
                  <a:pt x="846" y="551"/>
                </a:lnTo>
                <a:lnTo>
                  <a:pt x="853" y="541"/>
                </a:lnTo>
                <a:lnTo>
                  <a:pt x="859" y="531"/>
                </a:lnTo>
                <a:lnTo>
                  <a:pt x="866" y="521"/>
                </a:lnTo>
                <a:lnTo>
                  <a:pt x="871" y="511"/>
                </a:lnTo>
                <a:lnTo>
                  <a:pt x="877" y="500"/>
                </a:lnTo>
                <a:lnTo>
                  <a:pt x="882" y="489"/>
                </a:lnTo>
                <a:lnTo>
                  <a:pt x="886" y="479"/>
                </a:lnTo>
                <a:lnTo>
                  <a:pt x="891" y="468"/>
                </a:lnTo>
                <a:lnTo>
                  <a:pt x="894" y="457"/>
                </a:lnTo>
                <a:lnTo>
                  <a:pt x="898" y="446"/>
                </a:lnTo>
                <a:lnTo>
                  <a:pt x="901" y="434"/>
                </a:lnTo>
                <a:lnTo>
                  <a:pt x="903" y="423"/>
                </a:lnTo>
                <a:lnTo>
                  <a:pt x="905" y="412"/>
                </a:lnTo>
                <a:lnTo>
                  <a:pt x="907" y="401"/>
                </a:lnTo>
                <a:lnTo>
                  <a:pt x="908" y="389"/>
                </a:lnTo>
                <a:lnTo>
                  <a:pt x="908" y="378"/>
                </a:lnTo>
                <a:lnTo>
                  <a:pt x="909" y="366"/>
                </a:lnTo>
                <a:moveTo>
                  <a:pt x="911" y="366"/>
                </a:moveTo>
                <a:lnTo>
                  <a:pt x="911" y="378"/>
                </a:lnTo>
                <a:lnTo>
                  <a:pt x="910" y="389"/>
                </a:lnTo>
                <a:lnTo>
                  <a:pt x="909" y="401"/>
                </a:lnTo>
                <a:lnTo>
                  <a:pt x="907" y="412"/>
                </a:lnTo>
                <a:lnTo>
                  <a:pt x="905" y="423"/>
                </a:lnTo>
                <a:lnTo>
                  <a:pt x="903" y="435"/>
                </a:lnTo>
                <a:lnTo>
                  <a:pt x="900" y="446"/>
                </a:lnTo>
                <a:lnTo>
                  <a:pt x="897" y="457"/>
                </a:lnTo>
                <a:lnTo>
                  <a:pt x="893" y="468"/>
                </a:lnTo>
                <a:lnTo>
                  <a:pt x="889" y="479"/>
                </a:lnTo>
                <a:lnTo>
                  <a:pt x="884" y="490"/>
                </a:lnTo>
                <a:lnTo>
                  <a:pt x="879" y="501"/>
                </a:lnTo>
                <a:lnTo>
                  <a:pt x="873" y="511"/>
                </a:lnTo>
                <a:lnTo>
                  <a:pt x="868" y="522"/>
                </a:lnTo>
                <a:lnTo>
                  <a:pt x="861" y="532"/>
                </a:lnTo>
                <a:lnTo>
                  <a:pt x="855" y="542"/>
                </a:lnTo>
                <a:lnTo>
                  <a:pt x="848" y="552"/>
                </a:lnTo>
                <a:lnTo>
                  <a:pt x="840" y="562"/>
                </a:lnTo>
                <a:lnTo>
                  <a:pt x="832" y="572"/>
                </a:lnTo>
                <a:lnTo>
                  <a:pt x="824" y="581"/>
                </a:lnTo>
                <a:lnTo>
                  <a:pt x="815" y="590"/>
                </a:lnTo>
                <a:lnTo>
                  <a:pt x="806" y="599"/>
                </a:lnTo>
                <a:lnTo>
                  <a:pt x="797" y="608"/>
                </a:lnTo>
                <a:lnTo>
                  <a:pt x="788" y="616"/>
                </a:lnTo>
                <a:lnTo>
                  <a:pt x="778" y="625"/>
                </a:lnTo>
                <a:lnTo>
                  <a:pt x="767" y="633"/>
                </a:lnTo>
                <a:lnTo>
                  <a:pt x="757" y="640"/>
                </a:lnTo>
                <a:lnTo>
                  <a:pt x="746" y="648"/>
                </a:lnTo>
                <a:lnTo>
                  <a:pt x="735" y="655"/>
                </a:lnTo>
                <a:lnTo>
                  <a:pt x="722" y="662"/>
                </a:lnTo>
                <a:lnTo>
                  <a:pt x="711" y="668"/>
                </a:lnTo>
                <a:lnTo>
                  <a:pt x="699" y="675"/>
                </a:lnTo>
                <a:lnTo>
                  <a:pt x="686" y="681"/>
                </a:lnTo>
                <a:lnTo>
                  <a:pt x="674" y="686"/>
                </a:lnTo>
                <a:lnTo>
                  <a:pt x="661" y="692"/>
                </a:lnTo>
                <a:lnTo>
                  <a:pt x="649" y="697"/>
                </a:lnTo>
                <a:lnTo>
                  <a:pt x="636" y="701"/>
                </a:lnTo>
                <a:lnTo>
                  <a:pt x="622" y="706"/>
                </a:lnTo>
                <a:lnTo>
                  <a:pt x="609" y="710"/>
                </a:lnTo>
                <a:lnTo>
                  <a:pt x="595" y="714"/>
                </a:lnTo>
                <a:lnTo>
                  <a:pt x="582" y="717"/>
                </a:lnTo>
                <a:lnTo>
                  <a:pt x="568" y="720"/>
                </a:lnTo>
                <a:lnTo>
                  <a:pt x="554" y="723"/>
                </a:lnTo>
                <a:lnTo>
                  <a:pt x="540" y="725"/>
                </a:lnTo>
                <a:lnTo>
                  <a:pt x="526" y="727"/>
                </a:lnTo>
                <a:lnTo>
                  <a:pt x="512" y="729"/>
                </a:lnTo>
                <a:lnTo>
                  <a:pt x="498" y="730"/>
                </a:lnTo>
                <a:lnTo>
                  <a:pt x="483" y="731"/>
                </a:lnTo>
                <a:lnTo>
                  <a:pt x="469" y="731"/>
                </a:lnTo>
                <a:lnTo>
                  <a:pt x="455" y="731"/>
                </a:lnTo>
                <a:lnTo>
                  <a:pt x="441" y="731"/>
                </a:lnTo>
                <a:lnTo>
                  <a:pt x="426" y="731"/>
                </a:lnTo>
                <a:lnTo>
                  <a:pt x="412" y="730"/>
                </a:lnTo>
                <a:lnTo>
                  <a:pt x="398" y="729"/>
                </a:lnTo>
                <a:lnTo>
                  <a:pt x="384" y="727"/>
                </a:lnTo>
                <a:lnTo>
                  <a:pt x="370" y="725"/>
                </a:lnTo>
                <a:lnTo>
                  <a:pt x="356" y="723"/>
                </a:lnTo>
                <a:lnTo>
                  <a:pt x="342" y="720"/>
                </a:lnTo>
                <a:lnTo>
                  <a:pt x="328" y="717"/>
                </a:lnTo>
                <a:lnTo>
                  <a:pt x="314" y="714"/>
                </a:lnTo>
                <a:lnTo>
                  <a:pt x="301" y="710"/>
                </a:lnTo>
                <a:lnTo>
                  <a:pt x="287" y="706"/>
                </a:lnTo>
                <a:lnTo>
                  <a:pt x="274" y="701"/>
                </a:lnTo>
                <a:lnTo>
                  <a:pt x="261" y="697"/>
                </a:lnTo>
                <a:lnTo>
                  <a:pt x="248" y="692"/>
                </a:lnTo>
                <a:lnTo>
                  <a:pt x="236" y="686"/>
                </a:lnTo>
                <a:lnTo>
                  <a:pt x="223" y="681"/>
                </a:lnTo>
                <a:lnTo>
                  <a:pt x="211" y="675"/>
                </a:lnTo>
                <a:lnTo>
                  <a:pt x="199" y="668"/>
                </a:lnTo>
                <a:lnTo>
                  <a:pt x="187" y="662"/>
                </a:lnTo>
                <a:lnTo>
                  <a:pt x="176" y="655"/>
                </a:lnTo>
                <a:lnTo>
                  <a:pt x="165" y="648"/>
                </a:lnTo>
                <a:lnTo>
                  <a:pt x="154" y="640"/>
                </a:lnTo>
                <a:lnTo>
                  <a:pt x="143" y="633"/>
                </a:lnTo>
                <a:lnTo>
                  <a:pt x="133" y="625"/>
                </a:lnTo>
                <a:lnTo>
                  <a:pt x="123" y="616"/>
                </a:lnTo>
                <a:lnTo>
                  <a:pt x="113" y="608"/>
                </a:lnTo>
                <a:lnTo>
                  <a:pt x="104" y="599"/>
                </a:lnTo>
                <a:lnTo>
                  <a:pt x="95" y="590"/>
                </a:lnTo>
                <a:lnTo>
                  <a:pt x="87" y="581"/>
                </a:lnTo>
                <a:lnTo>
                  <a:pt x="78" y="572"/>
                </a:lnTo>
                <a:lnTo>
                  <a:pt x="71" y="562"/>
                </a:lnTo>
                <a:lnTo>
                  <a:pt x="63" y="552"/>
                </a:lnTo>
                <a:lnTo>
                  <a:pt x="56" y="542"/>
                </a:lnTo>
                <a:lnTo>
                  <a:pt x="49" y="532"/>
                </a:lnTo>
                <a:lnTo>
                  <a:pt x="43" y="522"/>
                </a:lnTo>
                <a:lnTo>
                  <a:pt x="37" y="511"/>
                </a:lnTo>
                <a:lnTo>
                  <a:pt x="32" y="501"/>
                </a:lnTo>
                <a:lnTo>
                  <a:pt x="27" y="490"/>
                </a:lnTo>
                <a:lnTo>
                  <a:pt x="22" y="479"/>
                </a:lnTo>
                <a:lnTo>
                  <a:pt x="18" y="468"/>
                </a:lnTo>
                <a:lnTo>
                  <a:pt x="14" y="457"/>
                </a:lnTo>
                <a:lnTo>
                  <a:pt x="11" y="446"/>
                </a:lnTo>
                <a:lnTo>
                  <a:pt x="8" y="435"/>
                </a:lnTo>
                <a:lnTo>
                  <a:pt x="5" y="423"/>
                </a:lnTo>
                <a:lnTo>
                  <a:pt x="3" y="412"/>
                </a:lnTo>
                <a:lnTo>
                  <a:pt x="2" y="401"/>
                </a:lnTo>
                <a:lnTo>
                  <a:pt x="1" y="389"/>
                </a:lnTo>
                <a:lnTo>
                  <a:pt x="0" y="378"/>
                </a:lnTo>
                <a:lnTo>
                  <a:pt x="0" y="366"/>
                </a:lnTo>
                <a:lnTo>
                  <a:pt x="0" y="355"/>
                </a:lnTo>
                <a:lnTo>
                  <a:pt x="1" y="343"/>
                </a:lnTo>
                <a:lnTo>
                  <a:pt x="2" y="332"/>
                </a:lnTo>
                <a:lnTo>
                  <a:pt x="3" y="321"/>
                </a:lnTo>
                <a:lnTo>
                  <a:pt x="5" y="309"/>
                </a:lnTo>
                <a:lnTo>
                  <a:pt x="8" y="298"/>
                </a:lnTo>
                <a:lnTo>
                  <a:pt x="11" y="287"/>
                </a:lnTo>
                <a:lnTo>
                  <a:pt x="14" y="276"/>
                </a:lnTo>
                <a:lnTo>
                  <a:pt x="18" y="265"/>
                </a:lnTo>
                <a:lnTo>
                  <a:pt x="22" y="254"/>
                </a:lnTo>
                <a:lnTo>
                  <a:pt x="27" y="243"/>
                </a:lnTo>
                <a:lnTo>
                  <a:pt x="32" y="232"/>
                </a:lnTo>
                <a:lnTo>
                  <a:pt x="37" y="221"/>
                </a:lnTo>
                <a:lnTo>
                  <a:pt x="43" y="211"/>
                </a:lnTo>
                <a:lnTo>
                  <a:pt x="49" y="201"/>
                </a:lnTo>
                <a:lnTo>
                  <a:pt x="56" y="191"/>
                </a:lnTo>
                <a:lnTo>
                  <a:pt x="63" y="181"/>
                </a:lnTo>
                <a:lnTo>
                  <a:pt x="71" y="171"/>
                </a:lnTo>
                <a:lnTo>
                  <a:pt x="78" y="161"/>
                </a:lnTo>
                <a:lnTo>
                  <a:pt x="87" y="152"/>
                </a:lnTo>
                <a:lnTo>
                  <a:pt x="95" y="143"/>
                </a:lnTo>
                <a:lnTo>
                  <a:pt x="104" y="134"/>
                </a:lnTo>
                <a:lnTo>
                  <a:pt x="113" y="125"/>
                </a:lnTo>
                <a:lnTo>
                  <a:pt x="123" y="116"/>
                </a:lnTo>
                <a:lnTo>
                  <a:pt x="133" y="108"/>
                </a:lnTo>
                <a:lnTo>
                  <a:pt x="143" y="100"/>
                </a:lnTo>
                <a:lnTo>
                  <a:pt x="154" y="93"/>
                </a:lnTo>
                <a:lnTo>
                  <a:pt x="165" y="85"/>
                </a:lnTo>
                <a:lnTo>
                  <a:pt x="176" y="78"/>
                </a:lnTo>
                <a:lnTo>
                  <a:pt x="187" y="71"/>
                </a:lnTo>
                <a:lnTo>
                  <a:pt x="199" y="64"/>
                </a:lnTo>
                <a:lnTo>
                  <a:pt x="211" y="58"/>
                </a:lnTo>
                <a:lnTo>
                  <a:pt x="223" y="52"/>
                </a:lnTo>
                <a:lnTo>
                  <a:pt x="236" y="46"/>
                </a:lnTo>
                <a:lnTo>
                  <a:pt x="248" y="41"/>
                </a:lnTo>
                <a:lnTo>
                  <a:pt x="261" y="36"/>
                </a:lnTo>
                <a:lnTo>
                  <a:pt x="274" y="30"/>
                </a:lnTo>
                <a:lnTo>
                  <a:pt x="287" y="26"/>
                </a:lnTo>
                <a:lnTo>
                  <a:pt x="301" y="22"/>
                </a:lnTo>
                <a:lnTo>
                  <a:pt x="314" y="18"/>
                </a:lnTo>
                <a:lnTo>
                  <a:pt x="328" y="15"/>
                </a:lnTo>
                <a:lnTo>
                  <a:pt x="342" y="12"/>
                </a:lnTo>
                <a:lnTo>
                  <a:pt x="356" y="9"/>
                </a:lnTo>
                <a:lnTo>
                  <a:pt x="370" y="7"/>
                </a:lnTo>
                <a:lnTo>
                  <a:pt x="384" y="5"/>
                </a:lnTo>
                <a:lnTo>
                  <a:pt x="398" y="3"/>
                </a:lnTo>
                <a:lnTo>
                  <a:pt x="412" y="2"/>
                </a:lnTo>
                <a:lnTo>
                  <a:pt x="426" y="1"/>
                </a:lnTo>
                <a:lnTo>
                  <a:pt x="441" y="0"/>
                </a:lnTo>
                <a:lnTo>
                  <a:pt x="455" y="0"/>
                </a:lnTo>
                <a:lnTo>
                  <a:pt x="469" y="0"/>
                </a:lnTo>
                <a:lnTo>
                  <a:pt x="483" y="1"/>
                </a:lnTo>
                <a:lnTo>
                  <a:pt x="498" y="2"/>
                </a:lnTo>
                <a:lnTo>
                  <a:pt x="512" y="3"/>
                </a:lnTo>
                <a:lnTo>
                  <a:pt x="526" y="5"/>
                </a:lnTo>
                <a:lnTo>
                  <a:pt x="540" y="7"/>
                </a:lnTo>
                <a:lnTo>
                  <a:pt x="554" y="9"/>
                </a:lnTo>
                <a:lnTo>
                  <a:pt x="568" y="12"/>
                </a:lnTo>
                <a:lnTo>
                  <a:pt x="582" y="15"/>
                </a:lnTo>
                <a:lnTo>
                  <a:pt x="595" y="18"/>
                </a:lnTo>
                <a:lnTo>
                  <a:pt x="609" y="22"/>
                </a:lnTo>
                <a:lnTo>
                  <a:pt x="622" y="26"/>
                </a:lnTo>
                <a:lnTo>
                  <a:pt x="636" y="30"/>
                </a:lnTo>
                <a:lnTo>
                  <a:pt x="649" y="36"/>
                </a:lnTo>
                <a:lnTo>
                  <a:pt x="661" y="41"/>
                </a:lnTo>
                <a:lnTo>
                  <a:pt x="674" y="46"/>
                </a:lnTo>
                <a:lnTo>
                  <a:pt x="686" y="52"/>
                </a:lnTo>
                <a:lnTo>
                  <a:pt x="699" y="58"/>
                </a:lnTo>
                <a:lnTo>
                  <a:pt x="711" y="64"/>
                </a:lnTo>
                <a:lnTo>
                  <a:pt x="722" y="71"/>
                </a:lnTo>
                <a:lnTo>
                  <a:pt x="735" y="78"/>
                </a:lnTo>
                <a:lnTo>
                  <a:pt x="746" y="85"/>
                </a:lnTo>
                <a:lnTo>
                  <a:pt x="757" y="93"/>
                </a:lnTo>
                <a:lnTo>
                  <a:pt x="767" y="100"/>
                </a:lnTo>
                <a:lnTo>
                  <a:pt x="778" y="108"/>
                </a:lnTo>
                <a:lnTo>
                  <a:pt x="788" y="116"/>
                </a:lnTo>
                <a:lnTo>
                  <a:pt x="797" y="125"/>
                </a:lnTo>
                <a:lnTo>
                  <a:pt x="806" y="134"/>
                </a:lnTo>
                <a:lnTo>
                  <a:pt x="815" y="143"/>
                </a:lnTo>
                <a:lnTo>
                  <a:pt x="824" y="152"/>
                </a:lnTo>
                <a:lnTo>
                  <a:pt x="832" y="161"/>
                </a:lnTo>
                <a:lnTo>
                  <a:pt x="840" y="171"/>
                </a:lnTo>
                <a:lnTo>
                  <a:pt x="848" y="181"/>
                </a:lnTo>
                <a:lnTo>
                  <a:pt x="855" y="191"/>
                </a:lnTo>
                <a:lnTo>
                  <a:pt x="861" y="201"/>
                </a:lnTo>
                <a:lnTo>
                  <a:pt x="868" y="211"/>
                </a:lnTo>
                <a:lnTo>
                  <a:pt x="873" y="221"/>
                </a:lnTo>
                <a:lnTo>
                  <a:pt x="879" y="232"/>
                </a:lnTo>
                <a:lnTo>
                  <a:pt x="884" y="243"/>
                </a:lnTo>
                <a:lnTo>
                  <a:pt x="889" y="254"/>
                </a:lnTo>
                <a:lnTo>
                  <a:pt x="893" y="265"/>
                </a:lnTo>
                <a:lnTo>
                  <a:pt x="897" y="276"/>
                </a:lnTo>
                <a:lnTo>
                  <a:pt x="900" y="287"/>
                </a:lnTo>
                <a:lnTo>
                  <a:pt x="903" y="298"/>
                </a:lnTo>
                <a:lnTo>
                  <a:pt x="905" y="309"/>
                </a:lnTo>
                <a:lnTo>
                  <a:pt x="907" y="321"/>
                </a:lnTo>
                <a:lnTo>
                  <a:pt x="909" y="332"/>
                </a:lnTo>
                <a:lnTo>
                  <a:pt x="910" y="343"/>
                </a:lnTo>
                <a:lnTo>
                  <a:pt x="911" y="355"/>
                </a:lnTo>
                <a:lnTo>
                  <a:pt x="911" y="366"/>
                </a:lnTo>
                <a:close/>
              </a:path>
            </a:pathLst>
          </a:custGeom>
          <a:solidFill>
            <a:srgbClr val="ffa9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7" name=""/>
          <p:cNvSpPr/>
          <p:nvPr/>
        </p:nvSpPr>
        <p:spPr>
          <a:xfrm>
            <a:off x="4813920" y="1695600"/>
            <a:ext cx="329760" cy="264600"/>
          </a:xfrm>
          <a:custGeom>
            <a:avLst/>
            <a:gdLst/>
            <a:ahLst/>
            <a:rect l="0" t="0" r="r" b="b"/>
            <a:pathLst>
              <a:path w="916" h="735">
                <a:moveTo>
                  <a:pt x="914" y="368"/>
                </a:moveTo>
                <a:lnTo>
                  <a:pt x="914" y="357"/>
                </a:lnTo>
                <a:lnTo>
                  <a:pt x="913" y="345"/>
                </a:lnTo>
                <a:lnTo>
                  <a:pt x="912" y="334"/>
                </a:lnTo>
                <a:lnTo>
                  <a:pt x="910" y="323"/>
                </a:lnTo>
                <a:lnTo>
                  <a:pt x="908" y="311"/>
                </a:lnTo>
                <a:lnTo>
                  <a:pt x="906" y="300"/>
                </a:lnTo>
                <a:lnTo>
                  <a:pt x="903" y="289"/>
                </a:lnTo>
                <a:lnTo>
                  <a:pt x="900" y="278"/>
                </a:lnTo>
                <a:lnTo>
                  <a:pt x="896" y="267"/>
                </a:lnTo>
                <a:lnTo>
                  <a:pt x="892" y="256"/>
                </a:lnTo>
                <a:lnTo>
                  <a:pt x="887" y="245"/>
                </a:lnTo>
                <a:lnTo>
                  <a:pt x="882" y="234"/>
                </a:lnTo>
                <a:lnTo>
                  <a:pt x="876" y="223"/>
                </a:lnTo>
                <a:lnTo>
                  <a:pt x="871" y="213"/>
                </a:lnTo>
                <a:lnTo>
                  <a:pt x="864" y="203"/>
                </a:lnTo>
                <a:lnTo>
                  <a:pt x="858" y="193"/>
                </a:lnTo>
                <a:lnTo>
                  <a:pt x="851" y="183"/>
                </a:lnTo>
                <a:lnTo>
                  <a:pt x="843" y="173"/>
                </a:lnTo>
                <a:lnTo>
                  <a:pt x="835" y="163"/>
                </a:lnTo>
                <a:lnTo>
                  <a:pt x="827" y="154"/>
                </a:lnTo>
                <a:lnTo>
                  <a:pt x="818" y="145"/>
                </a:lnTo>
                <a:lnTo>
                  <a:pt x="809" y="136"/>
                </a:lnTo>
                <a:lnTo>
                  <a:pt x="800" y="127"/>
                </a:lnTo>
                <a:lnTo>
                  <a:pt x="790" y="118"/>
                </a:lnTo>
                <a:lnTo>
                  <a:pt x="780" y="110"/>
                </a:lnTo>
                <a:lnTo>
                  <a:pt x="769" y="102"/>
                </a:lnTo>
                <a:lnTo>
                  <a:pt x="759" y="95"/>
                </a:lnTo>
                <a:lnTo>
                  <a:pt x="748" y="87"/>
                </a:lnTo>
                <a:lnTo>
                  <a:pt x="737" y="80"/>
                </a:lnTo>
                <a:lnTo>
                  <a:pt x="725" y="73"/>
                </a:lnTo>
                <a:lnTo>
                  <a:pt x="714" y="66"/>
                </a:lnTo>
                <a:lnTo>
                  <a:pt x="702" y="60"/>
                </a:lnTo>
                <a:lnTo>
                  <a:pt x="689" y="53"/>
                </a:lnTo>
                <a:lnTo>
                  <a:pt x="677" y="47"/>
                </a:lnTo>
                <a:lnTo>
                  <a:pt x="664" y="42"/>
                </a:lnTo>
                <a:lnTo>
                  <a:pt x="652" y="37"/>
                </a:lnTo>
                <a:lnTo>
                  <a:pt x="639" y="32"/>
                </a:lnTo>
                <a:lnTo>
                  <a:pt x="625" y="28"/>
                </a:lnTo>
                <a:lnTo>
                  <a:pt x="612" y="24"/>
                </a:lnTo>
                <a:lnTo>
                  <a:pt x="598" y="20"/>
                </a:lnTo>
                <a:lnTo>
                  <a:pt x="585" y="17"/>
                </a:lnTo>
                <a:lnTo>
                  <a:pt x="571" y="14"/>
                </a:lnTo>
                <a:lnTo>
                  <a:pt x="557" y="11"/>
                </a:lnTo>
                <a:lnTo>
                  <a:pt x="543" y="9"/>
                </a:lnTo>
                <a:lnTo>
                  <a:pt x="529" y="7"/>
                </a:lnTo>
                <a:lnTo>
                  <a:pt x="515" y="5"/>
                </a:lnTo>
                <a:lnTo>
                  <a:pt x="501" y="4"/>
                </a:lnTo>
                <a:lnTo>
                  <a:pt x="486" y="3"/>
                </a:lnTo>
                <a:lnTo>
                  <a:pt x="472" y="2"/>
                </a:lnTo>
                <a:lnTo>
                  <a:pt x="458" y="2"/>
                </a:lnTo>
                <a:lnTo>
                  <a:pt x="444" y="2"/>
                </a:lnTo>
                <a:lnTo>
                  <a:pt x="429" y="3"/>
                </a:lnTo>
                <a:lnTo>
                  <a:pt x="415" y="4"/>
                </a:lnTo>
                <a:lnTo>
                  <a:pt x="401" y="5"/>
                </a:lnTo>
                <a:lnTo>
                  <a:pt x="387" y="7"/>
                </a:lnTo>
                <a:lnTo>
                  <a:pt x="373" y="9"/>
                </a:lnTo>
                <a:lnTo>
                  <a:pt x="359" y="11"/>
                </a:lnTo>
                <a:lnTo>
                  <a:pt x="345" y="14"/>
                </a:lnTo>
                <a:lnTo>
                  <a:pt x="331" y="17"/>
                </a:lnTo>
                <a:lnTo>
                  <a:pt x="317" y="20"/>
                </a:lnTo>
                <a:lnTo>
                  <a:pt x="304" y="24"/>
                </a:lnTo>
                <a:lnTo>
                  <a:pt x="290" y="28"/>
                </a:lnTo>
                <a:lnTo>
                  <a:pt x="277" y="32"/>
                </a:lnTo>
                <a:lnTo>
                  <a:pt x="264" y="37"/>
                </a:lnTo>
                <a:lnTo>
                  <a:pt x="251" y="42"/>
                </a:lnTo>
                <a:lnTo>
                  <a:pt x="239" y="47"/>
                </a:lnTo>
                <a:lnTo>
                  <a:pt x="226" y="53"/>
                </a:lnTo>
                <a:lnTo>
                  <a:pt x="214" y="60"/>
                </a:lnTo>
                <a:lnTo>
                  <a:pt x="202" y="66"/>
                </a:lnTo>
                <a:lnTo>
                  <a:pt x="190" y="73"/>
                </a:lnTo>
                <a:lnTo>
                  <a:pt x="179" y="80"/>
                </a:lnTo>
                <a:lnTo>
                  <a:pt x="168" y="87"/>
                </a:lnTo>
                <a:lnTo>
                  <a:pt x="157" y="95"/>
                </a:lnTo>
                <a:lnTo>
                  <a:pt x="146" y="102"/>
                </a:lnTo>
                <a:lnTo>
                  <a:pt x="136" y="110"/>
                </a:lnTo>
                <a:lnTo>
                  <a:pt x="126" y="118"/>
                </a:lnTo>
                <a:lnTo>
                  <a:pt x="116" y="127"/>
                </a:lnTo>
                <a:lnTo>
                  <a:pt x="107" y="136"/>
                </a:lnTo>
                <a:lnTo>
                  <a:pt x="98" y="145"/>
                </a:lnTo>
                <a:lnTo>
                  <a:pt x="90" y="154"/>
                </a:lnTo>
                <a:lnTo>
                  <a:pt x="81" y="163"/>
                </a:lnTo>
                <a:lnTo>
                  <a:pt x="74" y="173"/>
                </a:lnTo>
                <a:lnTo>
                  <a:pt x="66" y="183"/>
                </a:lnTo>
                <a:lnTo>
                  <a:pt x="59" y="193"/>
                </a:lnTo>
                <a:lnTo>
                  <a:pt x="52" y="203"/>
                </a:lnTo>
                <a:lnTo>
                  <a:pt x="46" y="213"/>
                </a:lnTo>
                <a:lnTo>
                  <a:pt x="40" y="223"/>
                </a:lnTo>
                <a:lnTo>
                  <a:pt x="35" y="234"/>
                </a:lnTo>
                <a:lnTo>
                  <a:pt x="30" y="245"/>
                </a:lnTo>
                <a:lnTo>
                  <a:pt x="25" y="256"/>
                </a:lnTo>
                <a:lnTo>
                  <a:pt x="21" y="267"/>
                </a:lnTo>
                <a:lnTo>
                  <a:pt x="17" y="278"/>
                </a:lnTo>
                <a:lnTo>
                  <a:pt x="14" y="289"/>
                </a:lnTo>
                <a:lnTo>
                  <a:pt x="11" y="300"/>
                </a:lnTo>
                <a:lnTo>
                  <a:pt x="8" y="311"/>
                </a:lnTo>
                <a:lnTo>
                  <a:pt x="6" y="323"/>
                </a:lnTo>
                <a:lnTo>
                  <a:pt x="5" y="334"/>
                </a:lnTo>
                <a:lnTo>
                  <a:pt x="4" y="345"/>
                </a:lnTo>
                <a:lnTo>
                  <a:pt x="3" y="357"/>
                </a:lnTo>
                <a:lnTo>
                  <a:pt x="3" y="368"/>
                </a:lnTo>
                <a:lnTo>
                  <a:pt x="3" y="380"/>
                </a:lnTo>
                <a:lnTo>
                  <a:pt x="4" y="391"/>
                </a:lnTo>
                <a:lnTo>
                  <a:pt x="5" y="403"/>
                </a:lnTo>
                <a:lnTo>
                  <a:pt x="6" y="414"/>
                </a:lnTo>
                <a:lnTo>
                  <a:pt x="8" y="425"/>
                </a:lnTo>
                <a:lnTo>
                  <a:pt x="11" y="437"/>
                </a:lnTo>
                <a:lnTo>
                  <a:pt x="14" y="448"/>
                </a:lnTo>
                <a:lnTo>
                  <a:pt x="17" y="459"/>
                </a:lnTo>
                <a:lnTo>
                  <a:pt x="21" y="470"/>
                </a:lnTo>
                <a:lnTo>
                  <a:pt x="25" y="481"/>
                </a:lnTo>
                <a:lnTo>
                  <a:pt x="30" y="492"/>
                </a:lnTo>
                <a:lnTo>
                  <a:pt x="35" y="503"/>
                </a:lnTo>
                <a:lnTo>
                  <a:pt x="40" y="513"/>
                </a:lnTo>
                <a:lnTo>
                  <a:pt x="46" y="524"/>
                </a:lnTo>
                <a:lnTo>
                  <a:pt x="52" y="534"/>
                </a:lnTo>
                <a:lnTo>
                  <a:pt x="59" y="544"/>
                </a:lnTo>
                <a:lnTo>
                  <a:pt x="66" y="554"/>
                </a:lnTo>
                <a:lnTo>
                  <a:pt x="74" y="564"/>
                </a:lnTo>
                <a:lnTo>
                  <a:pt x="81" y="574"/>
                </a:lnTo>
                <a:lnTo>
                  <a:pt x="90" y="583"/>
                </a:lnTo>
                <a:lnTo>
                  <a:pt x="98" y="592"/>
                </a:lnTo>
                <a:lnTo>
                  <a:pt x="107" y="601"/>
                </a:lnTo>
                <a:lnTo>
                  <a:pt x="116" y="610"/>
                </a:lnTo>
                <a:lnTo>
                  <a:pt x="126" y="618"/>
                </a:lnTo>
                <a:lnTo>
                  <a:pt x="136" y="627"/>
                </a:lnTo>
                <a:lnTo>
                  <a:pt x="146" y="635"/>
                </a:lnTo>
                <a:lnTo>
                  <a:pt x="157" y="642"/>
                </a:lnTo>
                <a:lnTo>
                  <a:pt x="168" y="650"/>
                </a:lnTo>
                <a:lnTo>
                  <a:pt x="179" y="657"/>
                </a:lnTo>
                <a:lnTo>
                  <a:pt x="190" y="664"/>
                </a:lnTo>
                <a:lnTo>
                  <a:pt x="202" y="670"/>
                </a:lnTo>
                <a:lnTo>
                  <a:pt x="214" y="677"/>
                </a:lnTo>
                <a:lnTo>
                  <a:pt x="226" y="683"/>
                </a:lnTo>
                <a:lnTo>
                  <a:pt x="239" y="688"/>
                </a:lnTo>
                <a:lnTo>
                  <a:pt x="251" y="694"/>
                </a:lnTo>
                <a:lnTo>
                  <a:pt x="264" y="699"/>
                </a:lnTo>
                <a:lnTo>
                  <a:pt x="277" y="703"/>
                </a:lnTo>
                <a:lnTo>
                  <a:pt x="290" y="708"/>
                </a:lnTo>
                <a:lnTo>
                  <a:pt x="304" y="712"/>
                </a:lnTo>
                <a:lnTo>
                  <a:pt x="317" y="716"/>
                </a:lnTo>
                <a:lnTo>
                  <a:pt x="331" y="719"/>
                </a:lnTo>
                <a:lnTo>
                  <a:pt x="345" y="722"/>
                </a:lnTo>
                <a:lnTo>
                  <a:pt x="359" y="725"/>
                </a:lnTo>
                <a:lnTo>
                  <a:pt x="373" y="727"/>
                </a:lnTo>
                <a:lnTo>
                  <a:pt x="387" y="729"/>
                </a:lnTo>
                <a:lnTo>
                  <a:pt x="401" y="731"/>
                </a:lnTo>
                <a:lnTo>
                  <a:pt x="415" y="732"/>
                </a:lnTo>
                <a:lnTo>
                  <a:pt x="429" y="733"/>
                </a:lnTo>
                <a:lnTo>
                  <a:pt x="444" y="733"/>
                </a:lnTo>
                <a:lnTo>
                  <a:pt x="458" y="733"/>
                </a:lnTo>
                <a:lnTo>
                  <a:pt x="472" y="733"/>
                </a:lnTo>
                <a:lnTo>
                  <a:pt x="486" y="733"/>
                </a:lnTo>
                <a:lnTo>
                  <a:pt x="501" y="732"/>
                </a:lnTo>
                <a:lnTo>
                  <a:pt x="515" y="731"/>
                </a:lnTo>
                <a:lnTo>
                  <a:pt x="529" y="729"/>
                </a:lnTo>
                <a:lnTo>
                  <a:pt x="543" y="727"/>
                </a:lnTo>
                <a:lnTo>
                  <a:pt x="557" y="725"/>
                </a:lnTo>
                <a:lnTo>
                  <a:pt x="571" y="722"/>
                </a:lnTo>
                <a:lnTo>
                  <a:pt x="585" y="719"/>
                </a:lnTo>
                <a:lnTo>
                  <a:pt x="598" y="716"/>
                </a:lnTo>
                <a:lnTo>
                  <a:pt x="612" y="712"/>
                </a:lnTo>
                <a:lnTo>
                  <a:pt x="625" y="708"/>
                </a:lnTo>
                <a:lnTo>
                  <a:pt x="639" y="703"/>
                </a:lnTo>
                <a:lnTo>
                  <a:pt x="652" y="699"/>
                </a:lnTo>
                <a:lnTo>
                  <a:pt x="664" y="694"/>
                </a:lnTo>
                <a:lnTo>
                  <a:pt x="677" y="688"/>
                </a:lnTo>
                <a:lnTo>
                  <a:pt x="689" y="683"/>
                </a:lnTo>
                <a:lnTo>
                  <a:pt x="702" y="677"/>
                </a:lnTo>
                <a:lnTo>
                  <a:pt x="714" y="670"/>
                </a:lnTo>
                <a:lnTo>
                  <a:pt x="725" y="664"/>
                </a:lnTo>
                <a:lnTo>
                  <a:pt x="737" y="657"/>
                </a:lnTo>
                <a:lnTo>
                  <a:pt x="748" y="650"/>
                </a:lnTo>
                <a:lnTo>
                  <a:pt x="759" y="642"/>
                </a:lnTo>
                <a:lnTo>
                  <a:pt x="769" y="635"/>
                </a:lnTo>
                <a:lnTo>
                  <a:pt x="780" y="627"/>
                </a:lnTo>
                <a:lnTo>
                  <a:pt x="790" y="618"/>
                </a:lnTo>
                <a:lnTo>
                  <a:pt x="800" y="610"/>
                </a:lnTo>
                <a:lnTo>
                  <a:pt x="809" y="601"/>
                </a:lnTo>
                <a:lnTo>
                  <a:pt x="818" y="592"/>
                </a:lnTo>
                <a:lnTo>
                  <a:pt x="827" y="583"/>
                </a:lnTo>
                <a:lnTo>
                  <a:pt x="835" y="574"/>
                </a:lnTo>
                <a:lnTo>
                  <a:pt x="843" y="564"/>
                </a:lnTo>
                <a:lnTo>
                  <a:pt x="851" y="554"/>
                </a:lnTo>
                <a:lnTo>
                  <a:pt x="858" y="544"/>
                </a:lnTo>
                <a:lnTo>
                  <a:pt x="864" y="534"/>
                </a:lnTo>
                <a:lnTo>
                  <a:pt x="871" y="524"/>
                </a:lnTo>
                <a:lnTo>
                  <a:pt x="876" y="513"/>
                </a:lnTo>
                <a:lnTo>
                  <a:pt x="882" y="503"/>
                </a:lnTo>
                <a:lnTo>
                  <a:pt x="887" y="492"/>
                </a:lnTo>
                <a:lnTo>
                  <a:pt x="892" y="481"/>
                </a:lnTo>
                <a:lnTo>
                  <a:pt x="896" y="470"/>
                </a:lnTo>
                <a:lnTo>
                  <a:pt x="900" y="459"/>
                </a:lnTo>
                <a:lnTo>
                  <a:pt x="903" y="448"/>
                </a:lnTo>
                <a:lnTo>
                  <a:pt x="906" y="437"/>
                </a:lnTo>
                <a:lnTo>
                  <a:pt x="908" y="425"/>
                </a:lnTo>
                <a:lnTo>
                  <a:pt x="910" y="414"/>
                </a:lnTo>
                <a:lnTo>
                  <a:pt x="912" y="403"/>
                </a:lnTo>
                <a:lnTo>
                  <a:pt x="913" y="391"/>
                </a:lnTo>
                <a:lnTo>
                  <a:pt x="914" y="380"/>
                </a:lnTo>
                <a:lnTo>
                  <a:pt x="914" y="368"/>
                </a:lnTo>
                <a:moveTo>
                  <a:pt x="916" y="368"/>
                </a:moveTo>
                <a:lnTo>
                  <a:pt x="916" y="380"/>
                </a:lnTo>
                <a:lnTo>
                  <a:pt x="915" y="391"/>
                </a:lnTo>
                <a:lnTo>
                  <a:pt x="914" y="403"/>
                </a:lnTo>
                <a:lnTo>
                  <a:pt x="913" y="414"/>
                </a:lnTo>
                <a:lnTo>
                  <a:pt x="911" y="426"/>
                </a:lnTo>
                <a:lnTo>
                  <a:pt x="908" y="437"/>
                </a:lnTo>
                <a:lnTo>
                  <a:pt x="905" y="448"/>
                </a:lnTo>
                <a:lnTo>
                  <a:pt x="902" y="460"/>
                </a:lnTo>
                <a:lnTo>
                  <a:pt x="898" y="471"/>
                </a:lnTo>
                <a:lnTo>
                  <a:pt x="894" y="482"/>
                </a:lnTo>
                <a:lnTo>
                  <a:pt x="889" y="493"/>
                </a:lnTo>
                <a:lnTo>
                  <a:pt x="884" y="503"/>
                </a:lnTo>
                <a:lnTo>
                  <a:pt x="879" y="514"/>
                </a:lnTo>
                <a:lnTo>
                  <a:pt x="873" y="525"/>
                </a:lnTo>
                <a:lnTo>
                  <a:pt x="866" y="535"/>
                </a:lnTo>
                <a:lnTo>
                  <a:pt x="860" y="545"/>
                </a:lnTo>
                <a:lnTo>
                  <a:pt x="853" y="555"/>
                </a:lnTo>
                <a:lnTo>
                  <a:pt x="845" y="565"/>
                </a:lnTo>
                <a:lnTo>
                  <a:pt x="837" y="575"/>
                </a:lnTo>
                <a:lnTo>
                  <a:pt x="829" y="584"/>
                </a:lnTo>
                <a:lnTo>
                  <a:pt x="820" y="593"/>
                </a:lnTo>
                <a:lnTo>
                  <a:pt x="811" y="602"/>
                </a:lnTo>
                <a:lnTo>
                  <a:pt x="802" y="611"/>
                </a:lnTo>
                <a:lnTo>
                  <a:pt x="791" y="620"/>
                </a:lnTo>
                <a:lnTo>
                  <a:pt x="781" y="628"/>
                </a:lnTo>
                <a:lnTo>
                  <a:pt x="771" y="636"/>
                </a:lnTo>
                <a:lnTo>
                  <a:pt x="760" y="644"/>
                </a:lnTo>
                <a:lnTo>
                  <a:pt x="749" y="651"/>
                </a:lnTo>
                <a:lnTo>
                  <a:pt x="738" y="658"/>
                </a:lnTo>
                <a:lnTo>
                  <a:pt x="727" y="665"/>
                </a:lnTo>
                <a:lnTo>
                  <a:pt x="715" y="672"/>
                </a:lnTo>
                <a:lnTo>
                  <a:pt x="703" y="678"/>
                </a:lnTo>
                <a:lnTo>
                  <a:pt x="691" y="684"/>
                </a:lnTo>
                <a:lnTo>
                  <a:pt x="678" y="690"/>
                </a:lnTo>
                <a:lnTo>
                  <a:pt x="665" y="695"/>
                </a:lnTo>
                <a:lnTo>
                  <a:pt x="653" y="700"/>
                </a:lnTo>
                <a:lnTo>
                  <a:pt x="639" y="705"/>
                </a:lnTo>
                <a:lnTo>
                  <a:pt x="626" y="710"/>
                </a:lnTo>
                <a:lnTo>
                  <a:pt x="613" y="714"/>
                </a:lnTo>
                <a:lnTo>
                  <a:pt x="599" y="717"/>
                </a:lnTo>
                <a:lnTo>
                  <a:pt x="585" y="721"/>
                </a:lnTo>
                <a:lnTo>
                  <a:pt x="572" y="724"/>
                </a:lnTo>
                <a:lnTo>
                  <a:pt x="558" y="726"/>
                </a:lnTo>
                <a:lnTo>
                  <a:pt x="544" y="729"/>
                </a:lnTo>
                <a:lnTo>
                  <a:pt x="529" y="731"/>
                </a:lnTo>
                <a:lnTo>
                  <a:pt x="515" y="732"/>
                </a:lnTo>
                <a:lnTo>
                  <a:pt x="501" y="734"/>
                </a:lnTo>
                <a:lnTo>
                  <a:pt x="487" y="735"/>
                </a:lnTo>
                <a:lnTo>
                  <a:pt x="472" y="735"/>
                </a:lnTo>
                <a:lnTo>
                  <a:pt x="458" y="735"/>
                </a:lnTo>
                <a:lnTo>
                  <a:pt x="443" y="735"/>
                </a:lnTo>
                <a:lnTo>
                  <a:pt x="429" y="735"/>
                </a:lnTo>
                <a:lnTo>
                  <a:pt x="415" y="734"/>
                </a:lnTo>
                <a:lnTo>
                  <a:pt x="400" y="732"/>
                </a:lnTo>
                <a:lnTo>
                  <a:pt x="386" y="731"/>
                </a:lnTo>
                <a:lnTo>
                  <a:pt x="372" y="729"/>
                </a:lnTo>
                <a:lnTo>
                  <a:pt x="358" y="726"/>
                </a:lnTo>
                <a:lnTo>
                  <a:pt x="344" y="724"/>
                </a:lnTo>
                <a:lnTo>
                  <a:pt x="330" y="721"/>
                </a:lnTo>
                <a:lnTo>
                  <a:pt x="316" y="717"/>
                </a:lnTo>
                <a:lnTo>
                  <a:pt x="303" y="714"/>
                </a:lnTo>
                <a:lnTo>
                  <a:pt x="289" y="710"/>
                </a:lnTo>
                <a:lnTo>
                  <a:pt x="276" y="705"/>
                </a:lnTo>
                <a:lnTo>
                  <a:pt x="263" y="700"/>
                </a:lnTo>
                <a:lnTo>
                  <a:pt x="250" y="695"/>
                </a:lnTo>
                <a:lnTo>
                  <a:pt x="237" y="690"/>
                </a:lnTo>
                <a:lnTo>
                  <a:pt x="225" y="684"/>
                </a:lnTo>
                <a:lnTo>
                  <a:pt x="213" y="678"/>
                </a:lnTo>
                <a:lnTo>
                  <a:pt x="201" y="672"/>
                </a:lnTo>
                <a:lnTo>
                  <a:pt x="189" y="665"/>
                </a:lnTo>
                <a:lnTo>
                  <a:pt x="177" y="658"/>
                </a:lnTo>
                <a:lnTo>
                  <a:pt x="166" y="651"/>
                </a:lnTo>
                <a:lnTo>
                  <a:pt x="155" y="644"/>
                </a:lnTo>
                <a:lnTo>
                  <a:pt x="145" y="636"/>
                </a:lnTo>
                <a:lnTo>
                  <a:pt x="134" y="628"/>
                </a:lnTo>
                <a:lnTo>
                  <a:pt x="124" y="620"/>
                </a:lnTo>
                <a:lnTo>
                  <a:pt x="115" y="611"/>
                </a:lnTo>
                <a:lnTo>
                  <a:pt x="105" y="602"/>
                </a:lnTo>
                <a:lnTo>
                  <a:pt x="96" y="593"/>
                </a:lnTo>
                <a:lnTo>
                  <a:pt x="88" y="584"/>
                </a:lnTo>
                <a:lnTo>
                  <a:pt x="79" y="575"/>
                </a:lnTo>
                <a:lnTo>
                  <a:pt x="72" y="565"/>
                </a:lnTo>
                <a:lnTo>
                  <a:pt x="64" y="555"/>
                </a:lnTo>
                <a:lnTo>
                  <a:pt x="57" y="545"/>
                </a:lnTo>
                <a:lnTo>
                  <a:pt x="50" y="535"/>
                </a:lnTo>
                <a:lnTo>
                  <a:pt x="44" y="525"/>
                </a:lnTo>
                <a:lnTo>
                  <a:pt x="38" y="514"/>
                </a:lnTo>
                <a:lnTo>
                  <a:pt x="33" y="503"/>
                </a:lnTo>
                <a:lnTo>
                  <a:pt x="27" y="493"/>
                </a:lnTo>
                <a:lnTo>
                  <a:pt x="23" y="482"/>
                </a:lnTo>
                <a:lnTo>
                  <a:pt x="19" y="471"/>
                </a:lnTo>
                <a:lnTo>
                  <a:pt x="15" y="460"/>
                </a:lnTo>
                <a:lnTo>
                  <a:pt x="11" y="448"/>
                </a:lnTo>
                <a:lnTo>
                  <a:pt x="8" y="437"/>
                </a:lnTo>
                <a:lnTo>
                  <a:pt x="6" y="426"/>
                </a:lnTo>
                <a:lnTo>
                  <a:pt x="4" y="414"/>
                </a:lnTo>
                <a:lnTo>
                  <a:pt x="2" y="403"/>
                </a:lnTo>
                <a:lnTo>
                  <a:pt x="1" y="391"/>
                </a:lnTo>
                <a:lnTo>
                  <a:pt x="1" y="380"/>
                </a:lnTo>
                <a:lnTo>
                  <a:pt x="0" y="368"/>
                </a:lnTo>
                <a:lnTo>
                  <a:pt x="1" y="357"/>
                </a:lnTo>
                <a:lnTo>
                  <a:pt x="1" y="345"/>
                </a:lnTo>
                <a:lnTo>
                  <a:pt x="2" y="334"/>
                </a:lnTo>
                <a:lnTo>
                  <a:pt x="4" y="322"/>
                </a:lnTo>
                <a:lnTo>
                  <a:pt x="6" y="311"/>
                </a:lnTo>
                <a:lnTo>
                  <a:pt x="8" y="300"/>
                </a:lnTo>
                <a:lnTo>
                  <a:pt x="11" y="288"/>
                </a:lnTo>
                <a:lnTo>
                  <a:pt x="15" y="277"/>
                </a:lnTo>
                <a:lnTo>
                  <a:pt x="19" y="266"/>
                </a:lnTo>
                <a:lnTo>
                  <a:pt x="23" y="255"/>
                </a:lnTo>
                <a:lnTo>
                  <a:pt x="27" y="244"/>
                </a:lnTo>
                <a:lnTo>
                  <a:pt x="33" y="233"/>
                </a:lnTo>
                <a:lnTo>
                  <a:pt x="38" y="223"/>
                </a:lnTo>
                <a:lnTo>
                  <a:pt x="44" y="212"/>
                </a:lnTo>
                <a:lnTo>
                  <a:pt x="50" y="202"/>
                </a:lnTo>
                <a:lnTo>
                  <a:pt x="57" y="192"/>
                </a:lnTo>
                <a:lnTo>
                  <a:pt x="64" y="182"/>
                </a:lnTo>
                <a:lnTo>
                  <a:pt x="72" y="172"/>
                </a:lnTo>
                <a:lnTo>
                  <a:pt x="79" y="162"/>
                </a:lnTo>
                <a:lnTo>
                  <a:pt x="88" y="153"/>
                </a:lnTo>
                <a:lnTo>
                  <a:pt x="96" y="143"/>
                </a:lnTo>
                <a:lnTo>
                  <a:pt x="105" y="135"/>
                </a:lnTo>
                <a:lnTo>
                  <a:pt x="115" y="126"/>
                </a:lnTo>
                <a:lnTo>
                  <a:pt x="124" y="117"/>
                </a:lnTo>
                <a:lnTo>
                  <a:pt x="134" y="109"/>
                </a:lnTo>
                <a:lnTo>
                  <a:pt x="145" y="101"/>
                </a:lnTo>
                <a:lnTo>
                  <a:pt x="155" y="93"/>
                </a:lnTo>
                <a:lnTo>
                  <a:pt x="166" y="86"/>
                </a:lnTo>
                <a:lnTo>
                  <a:pt x="177" y="78"/>
                </a:lnTo>
                <a:lnTo>
                  <a:pt x="189" y="72"/>
                </a:lnTo>
                <a:lnTo>
                  <a:pt x="201" y="65"/>
                </a:lnTo>
                <a:lnTo>
                  <a:pt x="213" y="59"/>
                </a:lnTo>
                <a:lnTo>
                  <a:pt x="225" y="52"/>
                </a:lnTo>
                <a:lnTo>
                  <a:pt x="237" y="46"/>
                </a:lnTo>
                <a:lnTo>
                  <a:pt x="250" y="40"/>
                </a:lnTo>
                <a:lnTo>
                  <a:pt x="263" y="35"/>
                </a:lnTo>
                <a:lnTo>
                  <a:pt x="276" y="31"/>
                </a:lnTo>
                <a:lnTo>
                  <a:pt x="289" y="26"/>
                </a:lnTo>
                <a:lnTo>
                  <a:pt x="303" y="22"/>
                </a:lnTo>
                <a:lnTo>
                  <a:pt x="316" y="18"/>
                </a:lnTo>
                <a:lnTo>
                  <a:pt x="330" y="15"/>
                </a:lnTo>
                <a:lnTo>
                  <a:pt x="344" y="12"/>
                </a:lnTo>
                <a:lnTo>
                  <a:pt x="358" y="9"/>
                </a:lnTo>
                <a:lnTo>
                  <a:pt x="372" y="7"/>
                </a:lnTo>
                <a:lnTo>
                  <a:pt x="386" y="5"/>
                </a:lnTo>
                <a:lnTo>
                  <a:pt x="400" y="3"/>
                </a:lnTo>
                <a:lnTo>
                  <a:pt x="415" y="2"/>
                </a:lnTo>
                <a:lnTo>
                  <a:pt x="429" y="1"/>
                </a:lnTo>
                <a:lnTo>
                  <a:pt x="443" y="1"/>
                </a:lnTo>
                <a:lnTo>
                  <a:pt x="458" y="0"/>
                </a:lnTo>
                <a:lnTo>
                  <a:pt x="472" y="1"/>
                </a:lnTo>
                <a:lnTo>
                  <a:pt x="487" y="1"/>
                </a:lnTo>
                <a:lnTo>
                  <a:pt x="501" y="2"/>
                </a:lnTo>
                <a:lnTo>
                  <a:pt x="515" y="3"/>
                </a:lnTo>
                <a:lnTo>
                  <a:pt x="529" y="5"/>
                </a:lnTo>
                <a:lnTo>
                  <a:pt x="544" y="7"/>
                </a:lnTo>
                <a:lnTo>
                  <a:pt x="558" y="9"/>
                </a:lnTo>
                <a:lnTo>
                  <a:pt x="572" y="12"/>
                </a:lnTo>
                <a:lnTo>
                  <a:pt x="585" y="15"/>
                </a:lnTo>
                <a:lnTo>
                  <a:pt x="599" y="18"/>
                </a:lnTo>
                <a:lnTo>
                  <a:pt x="613" y="22"/>
                </a:lnTo>
                <a:lnTo>
                  <a:pt x="626" y="26"/>
                </a:lnTo>
                <a:lnTo>
                  <a:pt x="639" y="31"/>
                </a:lnTo>
                <a:lnTo>
                  <a:pt x="653" y="35"/>
                </a:lnTo>
                <a:lnTo>
                  <a:pt x="665" y="40"/>
                </a:lnTo>
                <a:lnTo>
                  <a:pt x="678" y="46"/>
                </a:lnTo>
                <a:lnTo>
                  <a:pt x="691" y="52"/>
                </a:lnTo>
                <a:lnTo>
                  <a:pt x="703" y="59"/>
                </a:lnTo>
                <a:lnTo>
                  <a:pt x="715" y="65"/>
                </a:lnTo>
                <a:lnTo>
                  <a:pt x="727" y="72"/>
                </a:lnTo>
                <a:lnTo>
                  <a:pt x="738" y="78"/>
                </a:lnTo>
                <a:lnTo>
                  <a:pt x="749" y="86"/>
                </a:lnTo>
                <a:lnTo>
                  <a:pt x="760" y="93"/>
                </a:lnTo>
                <a:lnTo>
                  <a:pt x="771" y="101"/>
                </a:lnTo>
                <a:lnTo>
                  <a:pt x="781" y="109"/>
                </a:lnTo>
                <a:lnTo>
                  <a:pt x="791" y="117"/>
                </a:lnTo>
                <a:lnTo>
                  <a:pt x="802" y="126"/>
                </a:lnTo>
                <a:lnTo>
                  <a:pt x="811" y="135"/>
                </a:lnTo>
                <a:lnTo>
                  <a:pt x="820" y="143"/>
                </a:lnTo>
                <a:lnTo>
                  <a:pt x="829" y="153"/>
                </a:lnTo>
                <a:lnTo>
                  <a:pt x="837" y="162"/>
                </a:lnTo>
                <a:lnTo>
                  <a:pt x="845" y="172"/>
                </a:lnTo>
                <a:lnTo>
                  <a:pt x="853" y="182"/>
                </a:lnTo>
                <a:lnTo>
                  <a:pt x="860" y="192"/>
                </a:lnTo>
                <a:lnTo>
                  <a:pt x="866" y="202"/>
                </a:lnTo>
                <a:lnTo>
                  <a:pt x="873" y="212"/>
                </a:lnTo>
                <a:lnTo>
                  <a:pt x="879" y="223"/>
                </a:lnTo>
                <a:lnTo>
                  <a:pt x="884" y="233"/>
                </a:lnTo>
                <a:lnTo>
                  <a:pt x="889" y="244"/>
                </a:lnTo>
                <a:lnTo>
                  <a:pt x="894" y="255"/>
                </a:lnTo>
                <a:lnTo>
                  <a:pt x="898" y="266"/>
                </a:lnTo>
                <a:lnTo>
                  <a:pt x="902" y="277"/>
                </a:lnTo>
                <a:lnTo>
                  <a:pt x="905" y="288"/>
                </a:lnTo>
                <a:lnTo>
                  <a:pt x="908" y="300"/>
                </a:lnTo>
                <a:lnTo>
                  <a:pt x="911" y="311"/>
                </a:lnTo>
                <a:lnTo>
                  <a:pt x="913" y="322"/>
                </a:lnTo>
                <a:lnTo>
                  <a:pt x="914" y="334"/>
                </a:lnTo>
                <a:lnTo>
                  <a:pt x="915" y="345"/>
                </a:lnTo>
                <a:lnTo>
                  <a:pt x="916" y="357"/>
                </a:lnTo>
                <a:lnTo>
                  <a:pt x="916" y="368"/>
                </a:lnTo>
                <a:close/>
              </a:path>
            </a:pathLst>
          </a:custGeom>
          <a:solidFill>
            <a:srgbClr val="ffa9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8" name=""/>
          <p:cNvSpPr/>
          <p:nvPr/>
        </p:nvSpPr>
        <p:spPr>
          <a:xfrm>
            <a:off x="4813200" y="1695240"/>
            <a:ext cx="331560" cy="265680"/>
          </a:xfrm>
          <a:custGeom>
            <a:avLst/>
            <a:gdLst/>
            <a:ahLst/>
            <a:rect l="0" t="0" r="r" b="b"/>
            <a:pathLst>
              <a:path w="921" h="738">
                <a:moveTo>
                  <a:pt x="918" y="369"/>
                </a:moveTo>
                <a:lnTo>
                  <a:pt x="918" y="358"/>
                </a:lnTo>
                <a:lnTo>
                  <a:pt x="917" y="346"/>
                </a:lnTo>
                <a:lnTo>
                  <a:pt x="916" y="335"/>
                </a:lnTo>
                <a:lnTo>
                  <a:pt x="915" y="323"/>
                </a:lnTo>
                <a:lnTo>
                  <a:pt x="913" y="312"/>
                </a:lnTo>
                <a:lnTo>
                  <a:pt x="910" y="301"/>
                </a:lnTo>
                <a:lnTo>
                  <a:pt x="907" y="289"/>
                </a:lnTo>
                <a:lnTo>
                  <a:pt x="904" y="278"/>
                </a:lnTo>
                <a:lnTo>
                  <a:pt x="900" y="267"/>
                </a:lnTo>
                <a:lnTo>
                  <a:pt x="896" y="256"/>
                </a:lnTo>
                <a:lnTo>
                  <a:pt x="891" y="245"/>
                </a:lnTo>
                <a:lnTo>
                  <a:pt x="886" y="234"/>
                </a:lnTo>
                <a:lnTo>
                  <a:pt x="881" y="224"/>
                </a:lnTo>
                <a:lnTo>
                  <a:pt x="874" y="213"/>
                </a:lnTo>
                <a:lnTo>
                  <a:pt x="867" y="203"/>
                </a:lnTo>
                <a:lnTo>
                  <a:pt x="861" y="193"/>
                </a:lnTo>
                <a:lnTo>
                  <a:pt x="854" y="183"/>
                </a:lnTo>
                <a:lnTo>
                  <a:pt x="846" y="173"/>
                </a:lnTo>
                <a:lnTo>
                  <a:pt x="838" y="163"/>
                </a:lnTo>
                <a:lnTo>
                  <a:pt x="830" y="154"/>
                </a:lnTo>
                <a:lnTo>
                  <a:pt x="821" y="144"/>
                </a:lnTo>
                <a:lnTo>
                  <a:pt x="812" y="136"/>
                </a:lnTo>
                <a:lnTo>
                  <a:pt x="803" y="127"/>
                </a:lnTo>
                <a:lnTo>
                  <a:pt x="793" y="118"/>
                </a:lnTo>
                <a:lnTo>
                  <a:pt x="783" y="110"/>
                </a:lnTo>
                <a:lnTo>
                  <a:pt x="773" y="102"/>
                </a:lnTo>
                <a:lnTo>
                  <a:pt x="762" y="94"/>
                </a:lnTo>
                <a:lnTo>
                  <a:pt x="751" y="87"/>
                </a:lnTo>
                <a:lnTo>
                  <a:pt x="740" y="78"/>
                </a:lnTo>
                <a:lnTo>
                  <a:pt x="729" y="72"/>
                </a:lnTo>
                <a:lnTo>
                  <a:pt x="717" y="65"/>
                </a:lnTo>
                <a:lnTo>
                  <a:pt x="705" y="59"/>
                </a:lnTo>
                <a:lnTo>
                  <a:pt x="693" y="53"/>
                </a:lnTo>
                <a:lnTo>
                  <a:pt x="680" y="47"/>
                </a:lnTo>
                <a:lnTo>
                  <a:pt x="667" y="41"/>
                </a:lnTo>
                <a:lnTo>
                  <a:pt x="655" y="36"/>
                </a:lnTo>
                <a:lnTo>
                  <a:pt x="641" y="32"/>
                </a:lnTo>
                <a:lnTo>
                  <a:pt x="628" y="27"/>
                </a:lnTo>
                <a:lnTo>
                  <a:pt x="615" y="23"/>
                </a:lnTo>
                <a:lnTo>
                  <a:pt x="601" y="19"/>
                </a:lnTo>
                <a:lnTo>
                  <a:pt x="587" y="16"/>
                </a:lnTo>
                <a:lnTo>
                  <a:pt x="574" y="13"/>
                </a:lnTo>
                <a:lnTo>
                  <a:pt x="560" y="10"/>
                </a:lnTo>
                <a:lnTo>
                  <a:pt x="546" y="8"/>
                </a:lnTo>
                <a:lnTo>
                  <a:pt x="531" y="6"/>
                </a:lnTo>
                <a:lnTo>
                  <a:pt x="517" y="4"/>
                </a:lnTo>
                <a:lnTo>
                  <a:pt x="503" y="3"/>
                </a:lnTo>
                <a:lnTo>
                  <a:pt x="489" y="2"/>
                </a:lnTo>
                <a:lnTo>
                  <a:pt x="474" y="2"/>
                </a:lnTo>
                <a:lnTo>
                  <a:pt x="460" y="1"/>
                </a:lnTo>
                <a:lnTo>
                  <a:pt x="445" y="2"/>
                </a:lnTo>
                <a:lnTo>
                  <a:pt x="431" y="2"/>
                </a:lnTo>
                <a:lnTo>
                  <a:pt x="417" y="3"/>
                </a:lnTo>
                <a:lnTo>
                  <a:pt x="402" y="4"/>
                </a:lnTo>
                <a:lnTo>
                  <a:pt x="388" y="6"/>
                </a:lnTo>
                <a:lnTo>
                  <a:pt x="374" y="8"/>
                </a:lnTo>
                <a:lnTo>
                  <a:pt x="360" y="10"/>
                </a:lnTo>
                <a:lnTo>
                  <a:pt x="346" y="13"/>
                </a:lnTo>
                <a:lnTo>
                  <a:pt x="332" y="16"/>
                </a:lnTo>
                <a:lnTo>
                  <a:pt x="318" y="19"/>
                </a:lnTo>
                <a:lnTo>
                  <a:pt x="305" y="23"/>
                </a:lnTo>
                <a:lnTo>
                  <a:pt x="291" y="27"/>
                </a:lnTo>
                <a:lnTo>
                  <a:pt x="278" y="32"/>
                </a:lnTo>
                <a:lnTo>
                  <a:pt x="265" y="36"/>
                </a:lnTo>
                <a:lnTo>
                  <a:pt x="252" y="41"/>
                </a:lnTo>
                <a:lnTo>
                  <a:pt x="239" y="47"/>
                </a:lnTo>
                <a:lnTo>
                  <a:pt x="227" y="53"/>
                </a:lnTo>
                <a:lnTo>
                  <a:pt x="215" y="59"/>
                </a:lnTo>
                <a:lnTo>
                  <a:pt x="203" y="65"/>
                </a:lnTo>
                <a:lnTo>
                  <a:pt x="191" y="72"/>
                </a:lnTo>
                <a:lnTo>
                  <a:pt x="179" y="78"/>
                </a:lnTo>
                <a:lnTo>
                  <a:pt x="168" y="87"/>
                </a:lnTo>
                <a:lnTo>
                  <a:pt x="157" y="94"/>
                </a:lnTo>
                <a:lnTo>
                  <a:pt x="147" y="102"/>
                </a:lnTo>
                <a:lnTo>
                  <a:pt x="136" y="110"/>
                </a:lnTo>
                <a:lnTo>
                  <a:pt x="126" y="118"/>
                </a:lnTo>
                <a:lnTo>
                  <a:pt x="117" y="127"/>
                </a:lnTo>
                <a:lnTo>
                  <a:pt x="107" y="136"/>
                </a:lnTo>
                <a:lnTo>
                  <a:pt x="98" y="144"/>
                </a:lnTo>
                <a:lnTo>
                  <a:pt x="90" y="154"/>
                </a:lnTo>
                <a:lnTo>
                  <a:pt x="81" y="163"/>
                </a:lnTo>
                <a:lnTo>
                  <a:pt x="74" y="173"/>
                </a:lnTo>
                <a:lnTo>
                  <a:pt x="66" y="183"/>
                </a:lnTo>
                <a:lnTo>
                  <a:pt x="59" y="193"/>
                </a:lnTo>
                <a:lnTo>
                  <a:pt x="52" y="203"/>
                </a:lnTo>
                <a:lnTo>
                  <a:pt x="46" y="213"/>
                </a:lnTo>
                <a:lnTo>
                  <a:pt x="40" y="224"/>
                </a:lnTo>
                <a:lnTo>
                  <a:pt x="35" y="234"/>
                </a:lnTo>
                <a:lnTo>
                  <a:pt x="29" y="245"/>
                </a:lnTo>
                <a:lnTo>
                  <a:pt x="25" y="256"/>
                </a:lnTo>
                <a:lnTo>
                  <a:pt x="21" y="267"/>
                </a:lnTo>
                <a:lnTo>
                  <a:pt x="17" y="278"/>
                </a:lnTo>
                <a:lnTo>
                  <a:pt x="13" y="289"/>
                </a:lnTo>
                <a:lnTo>
                  <a:pt x="10" y="301"/>
                </a:lnTo>
                <a:lnTo>
                  <a:pt x="8" y="312"/>
                </a:lnTo>
                <a:lnTo>
                  <a:pt x="6" y="323"/>
                </a:lnTo>
                <a:lnTo>
                  <a:pt x="4" y="335"/>
                </a:lnTo>
                <a:lnTo>
                  <a:pt x="3" y="346"/>
                </a:lnTo>
                <a:lnTo>
                  <a:pt x="3" y="358"/>
                </a:lnTo>
                <a:lnTo>
                  <a:pt x="2" y="369"/>
                </a:lnTo>
                <a:lnTo>
                  <a:pt x="3" y="381"/>
                </a:lnTo>
                <a:lnTo>
                  <a:pt x="3" y="392"/>
                </a:lnTo>
                <a:lnTo>
                  <a:pt x="4" y="404"/>
                </a:lnTo>
                <a:lnTo>
                  <a:pt x="6" y="415"/>
                </a:lnTo>
                <a:lnTo>
                  <a:pt x="8" y="427"/>
                </a:lnTo>
                <a:lnTo>
                  <a:pt x="10" y="438"/>
                </a:lnTo>
                <a:lnTo>
                  <a:pt x="13" y="449"/>
                </a:lnTo>
                <a:lnTo>
                  <a:pt x="17" y="461"/>
                </a:lnTo>
                <a:lnTo>
                  <a:pt x="21" y="472"/>
                </a:lnTo>
                <a:lnTo>
                  <a:pt x="25" y="483"/>
                </a:lnTo>
                <a:lnTo>
                  <a:pt x="29" y="494"/>
                </a:lnTo>
                <a:lnTo>
                  <a:pt x="35" y="504"/>
                </a:lnTo>
                <a:lnTo>
                  <a:pt x="40" y="515"/>
                </a:lnTo>
                <a:lnTo>
                  <a:pt x="46" y="526"/>
                </a:lnTo>
                <a:lnTo>
                  <a:pt x="52" y="536"/>
                </a:lnTo>
                <a:lnTo>
                  <a:pt x="59" y="546"/>
                </a:lnTo>
                <a:lnTo>
                  <a:pt x="66" y="556"/>
                </a:lnTo>
                <a:lnTo>
                  <a:pt x="74" y="566"/>
                </a:lnTo>
                <a:lnTo>
                  <a:pt x="81" y="576"/>
                </a:lnTo>
                <a:lnTo>
                  <a:pt x="90" y="585"/>
                </a:lnTo>
                <a:lnTo>
                  <a:pt x="98" y="594"/>
                </a:lnTo>
                <a:lnTo>
                  <a:pt x="107" y="603"/>
                </a:lnTo>
                <a:lnTo>
                  <a:pt x="117" y="612"/>
                </a:lnTo>
                <a:lnTo>
                  <a:pt x="126" y="621"/>
                </a:lnTo>
                <a:lnTo>
                  <a:pt x="136" y="629"/>
                </a:lnTo>
                <a:lnTo>
                  <a:pt x="147" y="637"/>
                </a:lnTo>
                <a:lnTo>
                  <a:pt x="157" y="645"/>
                </a:lnTo>
                <a:lnTo>
                  <a:pt x="168" y="652"/>
                </a:lnTo>
                <a:lnTo>
                  <a:pt x="179" y="659"/>
                </a:lnTo>
                <a:lnTo>
                  <a:pt x="191" y="666"/>
                </a:lnTo>
                <a:lnTo>
                  <a:pt x="203" y="673"/>
                </a:lnTo>
                <a:lnTo>
                  <a:pt x="215" y="679"/>
                </a:lnTo>
                <a:lnTo>
                  <a:pt x="227" y="685"/>
                </a:lnTo>
                <a:lnTo>
                  <a:pt x="239" y="691"/>
                </a:lnTo>
                <a:lnTo>
                  <a:pt x="252" y="696"/>
                </a:lnTo>
                <a:lnTo>
                  <a:pt x="265" y="701"/>
                </a:lnTo>
                <a:lnTo>
                  <a:pt x="278" y="706"/>
                </a:lnTo>
                <a:lnTo>
                  <a:pt x="291" y="711"/>
                </a:lnTo>
                <a:lnTo>
                  <a:pt x="305" y="715"/>
                </a:lnTo>
                <a:lnTo>
                  <a:pt x="318" y="718"/>
                </a:lnTo>
                <a:lnTo>
                  <a:pt x="332" y="722"/>
                </a:lnTo>
                <a:lnTo>
                  <a:pt x="346" y="725"/>
                </a:lnTo>
                <a:lnTo>
                  <a:pt x="360" y="727"/>
                </a:lnTo>
                <a:lnTo>
                  <a:pt x="374" y="730"/>
                </a:lnTo>
                <a:lnTo>
                  <a:pt x="388" y="732"/>
                </a:lnTo>
                <a:lnTo>
                  <a:pt x="402" y="733"/>
                </a:lnTo>
                <a:lnTo>
                  <a:pt x="417" y="735"/>
                </a:lnTo>
                <a:lnTo>
                  <a:pt x="431" y="736"/>
                </a:lnTo>
                <a:lnTo>
                  <a:pt x="445" y="736"/>
                </a:lnTo>
                <a:lnTo>
                  <a:pt x="460" y="736"/>
                </a:lnTo>
                <a:lnTo>
                  <a:pt x="474" y="736"/>
                </a:lnTo>
                <a:lnTo>
                  <a:pt x="489" y="736"/>
                </a:lnTo>
                <a:lnTo>
                  <a:pt x="503" y="735"/>
                </a:lnTo>
                <a:lnTo>
                  <a:pt x="517" y="733"/>
                </a:lnTo>
                <a:lnTo>
                  <a:pt x="531" y="732"/>
                </a:lnTo>
                <a:lnTo>
                  <a:pt x="546" y="730"/>
                </a:lnTo>
                <a:lnTo>
                  <a:pt x="560" y="727"/>
                </a:lnTo>
                <a:lnTo>
                  <a:pt x="574" y="725"/>
                </a:lnTo>
                <a:lnTo>
                  <a:pt x="587" y="722"/>
                </a:lnTo>
                <a:lnTo>
                  <a:pt x="601" y="718"/>
                </a:lnTo>
                <a:lnTo>
                  <a:pt x="615" y="715"/>
                </a:lnTo>
                <a:lnTo>
                  <a:pt x="628" y="711"/>
                </a:lnTo>
                <a:lnTo>
                  <a:pt x="641" y="706"/>
                </a:lnTo>
                <a:lnTo>
                  <a:pt x="655" y="701"/>
                </a:lnTo>
                <a:lnTo>
                  <a:pt x="667" y="696"/>
                </a:lnTo>
                <a:lnTo>
                  <a:pt x="680" y="691"/>
                </a:lnTo>
                <a:lnTo>
                  <a:pt x="693" y="685"/>
                </a:lnTo>
                <a:lnTo>
                  <a:pt x="705" y="679"/>
                </a:lnTo>
                <a:lnTo>
                  <a:pt x="717" y="673"/>
                </a:lnTo>
                <a:lnTo>
                  <a:pt x="729" y="666"/>
                </a:lnTo>
                <a:lnTo>
                  <a:pt x="740" y="659"/>
                </a:lnTo>
                <a:lnTo>
                  <a:pt x="751" y="652"/>
                </a:lnTo>
                <a:lnTo>
                  <a:pt x="762" y="645"/>
                </a:lnTo>
                <a:lnTo>
                  <a:pt x="773" y="637"/>
                </a:lnTo>
                <a:lnTo>
                  <a:pt x="783" y="629"/>
                </a:lnTo>
                <a:lnTo>
                  <a:pt x="793" y="621"/>
                </a:lnTo>
                <a:lnTo>
                  <a:pt x="803" y="612"/>
                </a:lnTo>
                <a:lnTo>
                  <a:pt x="812" y="603"/>
                </a:lnTo>
                <a:lnTo>
                  <a:pt x="821" y="594"/>
                </a:lnTo>
                <a:lnTo>
                  <a:pt x="830" y="585"/>
                </a:lnTo>
                <a:lnTo>
                  <a:pt x="838" y="576"/>
                </a:lnTo>
                <a:lnTo>
                  <a:pt x="846" y="566"/>
                </a:lnTo>
                <a:lnTo>
                  <a:pt x="854" y="556"/>
                </a:lnTo>
                <a:lnTo>
                  <a:pt x="861" y="546"/>
                </a:lnTo>
                <a:lnTo>
                  <a:pt x="867" y="536"/>
                </a:lnTo>
                <a:lnTo>
                  <a:pt x="874" y="526"/>
                </a:lnTo>
                <a:lnTo>
                  <a:pt x="881" y="515"/>
                </a:lnTo>
                <a:lnTo>
                  <a:pt x="886" y="504"/>
                </a:lnTo>
                <a:lnTo>
                  <a:pt x="891" y="494"/>
                </a:lnTo>
                <a:lnTo>
                  <a:pt x="896" y="483"/>
                </a:lnTo>
                <a:lnTo>
                  <a:pt x="900" y="472"/>
                </a:lnTo>
                <a:lnTo>
                  <a:pt x="904" y="461"/>
                </a:lnTo>
                <a:lnTo>
                  <a:pt x="907" y="449"/>
                </a:lnTo>
                <a:lnTo>
                  <a:pt x="910" y="438"/>
                </a:lnTo>
                <a:lnTo>
                  <a:pt x="913" y="427"/>
                </a:lnTo>
                <a:lnTo>
                  <a:pt x="915" y="415"/>
                </a:lnTo>
                <a:lnTo>
                  <a:pt x="916" y="404"/>
                </a:lnTo>
                <a:lnTo>
                  <a:pt x="917" y="392"/>
                </a:lnTo>
                <a:lnTo>
                  <a:pt x="918" y="381"/>
                </a:lnTo>
                <a:lnTo>
                  <a:pt x="918" y="369"/>
                </a:lnTo>
                <a:moveTo>
                  <a:pt x="921" y="369"/>
                </a:moveTo>
                <a:lnTo>
                  <a:pt x="920" y="381"/>
                </a:lnTo>
                <a:lnTo>
                  <a:pt x="920" y="393"/>
                </a:lnTo>
                <a:lnTo>
                  <a:pt x="918" y="404"/>
                </a:lnTo>
                <a:lnTo>
                  <a:pt x="917" y="416"/>
                </a:lnTo>
                <a:lnTo>
                  <a:pt x="915" y="427"/>
                </a:lnTo>
                <a:lnTo>
                  <a:pt x="912" y="438"/>
                </a:lnTo>
                <a:lnTo>
                  <a:pt x="909" y="450"/>
                </a:lnTo>
                <a:lnTo>
                  <a:pt x="906" y="461"/>
                </a:lnTo>
                <a:lnTo>
                  <a:pt x="902" y="472"/>
                </a:lnTo>
                <a:lnTo>
                  <a:pt x="898" y="483"/>
                </a:lnTo>
                <a:lnTo>
                  <a:pt x="893" y="494"/>
                </a:lnTo>
                <a:lnTo>
                  <a:pt x="888" y="505"/>
                </a:lnTo>
                <a:lnTo>
                  <a:pt x="883" y="516"/>
                </a:lnTo>
                <a:lnTo>
                  <a:pt x="877" y="526"/>
                </a:lnTo>
                <a:lnTo>
                  <a:pt x="869" y="537"/>
                </a:lnTo>
                <a:lnTo>
                  <a:pt x="863" y="547"/>
                </a:lnTo>
                <a:lnTo>
                  <a:pt x="855" y="557"/>
                </a:lnTo>
                <a:lnTo>
                  <a:pt x="848" y="567"/>
                </a:lnTo>
                <a:lnTo>
                  <a:pt x="840" y="577"/>
                </a:lnTo>
                <a:lnTo>
                  <a:pt x="832" y="586"/>
                </a:lnTo>
                <a:lnTo>
                  <a:pt x="823" y="595"/>
                </a:lnTo>
                <a:lnTo>
                  <a:pt x="814" y="604"/>
                </a:lnTo>
                <a:lnTo>
                  <a:pt x="805" y="613"/>
                </a:lnTo>
                <a:lnTo>
                  <a:pt x="795" y="622"/>
                </a:lnTo>
                <a:lnTo>
                  <a:pt x="785" y="630"/>
                </a:lnTo>
                <a:lnTo>
                  <a:pt x="774" y="638"/>
                </a:lnTo>
                <a:lnTo>
                  <a:pt x="764" y="646"/>
                </a:lnTo>
                <a:lnTo>
                  <a:pt x="753" y="654"/>
                </a:lnTo>
                <a:lnTo>
                  <a:pt x="742" y="661"/>
                </a:lnTo>
                <a:lnTo>
                  <a:pt x="730" y="668"/>
                </a:lnTo>
                <a:lnTo>
                  <a:pt x="718" y="674"/>
                </a:lnTo>
                <a:lnTo>
                  <a:pt x="706" y="681"/>
                </a:lnTo>
                <a:lnTo>
                  <a:pt x="694" y="687"/>
                </a:lnTo>
                <a:lnTo>
                  <a:pt x="681" y="693"/>
                </a:lnTo>
                <a:lnTo>
                  <a:pt x="669" y="698"/>
                </a:lnTo>
                <a:lnTo>
                  <a:pt x="656" y="703"/>
                </a:lnTo>
                <a:lnTo>
                  <a:pt x="642" y="708"/>
                </a:lnTo>
                <a:lnTo>
                  <a:pt x="629" y="712"/>
                </a:lnTo>
                <a:lnTo>
                  <a:pt x="616" y="716"/>
                </a:lnTo>
                <a:lnTo>
                  <a:pt x="602" y="720"/>
                </a:lnTo>
                <a:lnTo>
                  <a:pt x="588" y="724"/>
                </a:lnTo>
                <a:lnTo>
                  <a:pt x="574" y="727"/>
                </a:lnTo>
                <a:lnTo>
                  <a:pt x="560" y="729"/>
                </a:lnTo>
                <a:lnTo>
                  <a:pt x="546" y="732"/>
                </a:lnTo>
                <a:lnTo>
                  <a:pt x="532" y="734"/>
                </a:lnTo>
                <a:lnTo>
                  <a:pt x="517" y="735"/>
                </a:lnTo>
                <a:lnTo>
                  <a:pt x="503" y="737"/>
                </a:lnTo>
                <a:lnTo>
                  <a:pt x="489" y="737"/>
                </a:lnTo>
                <a:lnTo>
                  <a:pt x="474" y="738"/>
                </a:lnTo>
                <a:lnTo>
                  <a:pt x="460" y="738"/>
                </a:lnTo>
                <a:lnTo>
                  <a:pt x="445" y="738"/>
                </a:lnTo>
                <a:lnTo>
                  <a:pt x="431" y="737"/>
                </a:lnTo>
                <a:lnTo>
                  <a:pt x="417" y="737"/>
                </a:lnTo>
                <a:lnTo>
                  <a:pt x="402" y="735"/>
                </a:lnTo>
                <a:lnTo>
                  <a:pt x="388" y="734"/>
                </a:lnTo>
                <a:lnTo>
                  <a:pt x="374" y="732"/>
                </a:lnTo>
                <a:lnTo>
                  <a:pt x="360" y="729"/>
                </a:lnTo>
                <a:lnTo>
                  <a:pt x="345" y="727"/>
                </a:lnTo>
                <a:lnTo>
                  <a:pt x="332" y="724"/>
                </a:lnTo>
                <a:lnTo>
                  <a:pt x="318" y="720"/>
                </a:lnTo>
                <a:lnTo>
                  <a:pt x="304" y="716"/>
                </a:lnTo>
                <a:lnTo>
                  <a:pt x="291" y="712"/>
                </a:lnTo>
                <a:lnTo>
                  <a:pt x="277" y="708"/>
                </a:lnTo>
                <a:lnTo>
                  <a:pt x="264" y="703"/>
                </a:lnTo>
                <a:lnTo>
                  <a:pt x="251" y="698"/>
                </a:lnTo>
                <a:lnTo>
                  <a:pt x="238" y="693"/>
                </a:lnTo>
                <a:lnTo>
                  <a:pt x="226" y="687"/>
                </a:lnTo>
                <a:lnTo>
                  <a:pt x="213" y="681"/>
                </a:lnTo>
                <a:lnTo>
                  <a:pt x="201" y="674"/>
                </a:lnTo>
                <a:lnTo>
                  <a:pt x="190" y="668"/>
                </a:lnTo>
                <a:lnTo>
                  <a:pt x="178" y="661"/>
                </a:lnTo>
                <a:lnTo>
                  <a:pt x="167" y="654"/>
                </a:lnTo>
                <a:lnTo>
                  <a:pt x="156" y="646"/>
                </a:lnTo>
                <a:lnTo>
                  <a:pt x="145" y="638"/>
                </a:lnTo>
                <a:lnTo>
                  <a:pt x="135" y="630"/>
                </a:lnTo>
                <a:lnTo>
                  <a:pt x="125" y="622"/>
                </a:lnTo>
                <a:lnTo>
                  <a:pt x="115" y="613"/>
                </a:lnTo>
                <a:lnTo>
                  <a:pt x="106" y="604"/>
                </a:lnTo>
                <a:lnTo>
                  <a:pt x="97" y="595"/>
                </a:lnTo>
                <a:lnTo>
                  <a:pt x="88" y="586"/>
                </a:lnTo>
                <a:lnTo>
                  <a:pt x="80" y="577"/>
                </a:lnTo>
                <a:lnTo>
                  <a:pt x="72" y="567"/>
                </a:lnTo>
                <a:lnTo>
                  <a:pt x="64" y="557"/>
                </a:lnTo>
                <a:lnTo>
                  <a:pt x="57" y="547"/>
                </a:lnTo>
                <a:lnTo>
                  <a:pt x="50" y="537"/>
                </a:lnTo>
                <a:lnTo>
                  <a:pt x="44" y="526"/>
                </a:lnTo>
                <a:lnTo>
                  <a:pt x="38" y="516"/>
                </a:lnTo>
                <a:lnTo>
                  <a:pt x="32" y="505"/>
                </a:lnTo>
                <a:lnTo>
                  <a:pt x="27" y="494"/>
                </a:lnTo>
                <a:lnTo>
                  <a:pt x="23" y="483"/>
                </a:lnTo>
                <a:lnTo>
                  <a:pt x="18" y="472"/>
                </a:lnTo>
                <a:lnTo>
                  <a:pt x="15" y="461"/>
                </a:lnTo>
                <a:lnTo>
                  <a:pt x="11" y="450"/>
                </a:lnTo>
                <a:lnTo>
                  <a:pt x="8" y="438"/>
                </a:lnTo>
                <a:lnTo>
                  <a:pt x="6" y="427"/>
                </a:lnTo>
                <a:lnTo>
                  <a:pt x="4" y="416"/>
                </a:lnTo>
                <a:lnTo>
                  <a:pt x="2" y="404"/>
                </a:lnTo>
                <a:lnTo>
                  <a:pt x="1" y="393"/>
                </a:lnTo>
                <a:lnTo>
                  <a:pt x="0" y="381"/>
                </a:lnTo>
                <a:lnTo>
                  <a:pt x="0" y="369"/>
                </a:lnTo>
                <a:lnTo>
                  <a:pt x="0" y="358"/>
                </a:lnTo>
                <a:lnTo>
                  <a:pt x="1" y="346"/>
                </a:lnTo>
                <a:lnTo>
                  <a:pt x="2" y="335"/>
                </a:lnTo>
                <a:lnTo>
                  <a:pt x="4" y="323"/>
                </a:lnTo>
                <a:lnTo>
                  <a:pt x="6" y="312"/>
                </a:lnTo>
                <a:lnTo>
                  <a:pt x="8" y="300"/>
                </a:lnTo>
                <a:lnTo>
                  <a:pt x="11" y="289"/>
                </a:lnTo>
                <a:lnTo>
                  <a:pt x="15" y="278"/>
                </a:lnTo>
                <a:lnTo>
                  <a:pt x="18" y="267"/>
                </a:lnTo>
                <a:lnTo>
                  <a:pt x="23" y="255"/>
                </a:lnTo>
                <a:lnTo>
                  <a:pt x="27" y="244"/>
                </a:lnTo>
                <a:lnTo>
                  <a:pt x="32" y="234"/>
                </a:lnTo>
                <a:lnTo>
                  <a:pt x="38" y="223"/>
                </a:lnTo>
                <a:lnTo>
                  <a:pt x="44" y="212"/>
                </a:lnTo>
                <a:lnTo>
                  <a:pt x="50" y="202"/>
                </a:lnTo>
                <a:lnTo>
                  <a:pt x="57" y="192"/>
                </a:lnTo>
                <a:lnTo>
                  <a:pt x="64" y="182"/>
                </a:lnTo>
                <a:lnTo>
                  <a:pt x="72" y="172"/>
                </a:lnTo>
                <a:lnTo>
                  <a:pt x="80" y="162"/>
                </a:lnTo>
                <a:lnTo>
                  <a:pt x="88" y="153"/>
                </a:lnTo>
                <a:lnTo>
                  <a:pt x="97" y="143"/>
                </a:lnTo>
                <a:lnTo>
                  <a:pt x="106" y="134"/>
                </a:lnTo>
                <a:lnTo>
                  <a:pt x="115" y="126"/>
                </a:lnTo>
                <a:lnTo>
                  <a:pt x="125" y="117"/>
                </a:lnTo>
                <a:lnTo>
                  <a:pt x="135" y="109"/>
                </a:lnTo>
                <a:lnTo>
                  <a:pt x="145" y="101"/>
                </a:lnTo>
                <a:lnTo>
                  <a:pt x="156" y="93"/>
                </a:lnTo>
                <a:lnTo>
                  <a:pt x="167" y="85"/>
                </a:lnTo>
                <a:lnTo>
                  <a:pt x="178" y="77"/>
                </a:lnTo>
                <a:lnTo>
                  <a:pt x="190" y="70"/>
                </a:lnTo>
                <a:lnTo>
                  <a:pt x="201" y="63"/>
                </a:lnTo>
                <a:lnTo>
                  <a:pt x="213" y="57"/>
                </a:lnTo>
                <a:lnTo>
                  <a:pt x="226" y="51"/>
                </a:lnTo>
                <a:lnTo>
                  <a:pt x="238" y="45"/>
                </a:lnTo>
                <a:lnTo>
                  <a:pt x="251" y="40"/>
                </a:lnTo>
                <a:lnTo>
                  <a:pt x="264" y="35"/>
                </a:lnTo>
                <a:lnTo>
                  <a:pt x="277" y="30"/>
                </a:lnTo>
                <a:lnTo>
                  <a:pt x="291" y="26"/>
                </a:lnTo>
                <a:lnTo>
                  <a:pt x="304" y="21"/>
                </a:lnTo>
                <a:lnTo>
                  <a:pt x="318" y="18"/>
                </a:lnTo>
                <a:lnTo>
                  <a:pt x="332" y="14"/>
                </a:lnTo>
                <a:lnTo>
                  <a:pt x="345" y="11"/>
                </a:lnTo>
                <a:lnTo>
                  <a:pt x="360" y="9"/>
                </a:lnTo>
                <a:lnTo>
                  <a:pt x="374" y="6"/>
                </a:lnTo>
                <a:lnTo>
                  <a:pt x="388" y="4"/>
                </a:lnTo>
                <a:lnTo>
                  <a:pt x="402" y="3"/>
                </a:lnTo>
                <a:lnTo>
                  <a:pt x="417" y="1"/>
                </a:lnTo>
                <a:lnTo>
                  <a:pt x="431" y="0"/>
                </a:lnTo>
                <a:lnTo>
                  <a:pt x="445" y="0"/>
                </a:lnTo>
                <a:lnTo>
                  <a:pt x="460" y="0"/>
                </a:lnTo>
                <a:lnTo>
                  <a:pt x="474" y="0"/>
                </a:lnTo>
                <a:lnTo>
                  <a:pt x="489" y="0"/>
                </a:lnTo>
                <a:lnTo>
                  <a:pt x="503" y="1"/>
                </a:lnTo>
                <a:lnTo>
                  <a:pt x="517" y="3"/>
                </a:lnTo>
                <a:lnTo>
                  <a:pt x="532" y="4"/>
                </a:lnTo>
                <a:lnTo>
                  <a:pt x="546" y="6"/>
                </a:lnTo>
                <a:lnTo>
                  <a:pt x="560" y="9"/>
                </a:lnTo>
                <a:lnTo>
                  <a:pt x="574" y="11"/>
                </a:lnTo>
                <a:lnTo>
                  <a:pt x="588" y="14"/>
                </a:lnTo>
                <a:lnTo>
                  <a:pt x="602" y="18"/>
                </a:lnTo>
                <a:lnTo>
                  <a:pt x="616" y="21"/>
                </a:lnTo>
                <a:lnTo>
                  <a:pt x="629" y="26"/>
                </a:lnTo>
                <a:lnTo>
                  <a:pt x="642" y="30"/>
                </a:lnTo>
                <a:lnTo>
                  <a:pt x="656" y="35"/>
                </a:lnTo>
                <a:lnTo>
                  <a:pt x="669" y="40"/>
                </a:lnTo>
                <a:lnTo>
                  <a:pt x="681" y="45"/>
                </a:lnTo>
                <a:lnTo>
                  <a:pt x="694" y="51"/>
                </a:lnTo>
                <a:lnTo>
                  <a:pt x="706" y="57"/>
                </a:lnTo>
                <a:lnTo>
                  <a:pt x="718" y="63"/>
                </a:lnTo>
                <a:lnTo>
                  <a:pt x="730" y="70"/>
                </a:lnTo>
                <a:lnTo>
                  <a:pt x="742" y="77"/>
                </a:lnTo>
                <a:lnTo>
                  <a:pt x="753" y="85"/>
                </a:lnTo>
                <a:lnTo>
                  <a:pt x="764" y="93"/>
                </a:lnTo>
                <a:lnTo>
                  <a:pt x="774" y="101"/>
                </a:lnTo>
                <a:lnTo>
                  <a:pt x="785" y="109"/>
                </a:lnTo>
                <a:lnTo>
                  <a:pt x="795" y="117"/>
                </a:lnTo>
                <a:lnTo>
                  <a:pt x="805" y="126"/>
                </a:lnTo>
                <a:lnTo>
                  <a:pt x="814" y="134"/>
                </a:lnTo>
                <a:lnTo>
                  <a:pt x="823" y="143"/>
                </a:lnTo>
                <a:lnTo>
                  <a:pt x="832" y="153"/>
                </a:lnTo>
                <a:lnTo>
                  <a:pt x="840" y="162"/>
                </a:lnTo>
                <a:lnTo>
                  <a:pt x="848" y="172"/>
                </a:lnTo>
                <a:lnTo>
                  <a:pt x="855" y="182"/>
                </a:lnTo>
                <a:lnTo>
                  <a:pt x="863" y="192"/>
                </a:lnTo>
                <a:lnTo>
                  <a:pt x="869" y="202"/>
                </a:lnTo>
                <a:lnTo>
                  <a:pt x="877" y="212"/>
                </a:lnTo>
                <a:lnTo>
                  <a:pt x="883" y="223"/>
                </a:lnTo>
                <a:lnTo>
                  <a:pt x="888" y="234"/>
                </a:lnTo>
                <a:lnTo>
                  <a:pt x="893" y="244"/>
                </a:lnTo>
                <a:lnTo>
                  <a:pt x="898" y="255"/>
                </a:lnTo>
                <a:lnTo>
                  <a:pt x="902" y="267"/>
                </a:lnTo>
                <a:lnTo>
                  <a:pt x="906" y="278"/>
                </a:lnTo>
                <a:lnTo>
                  <a:pt x="909" y="289"/>
                </a:lnTo>
                <a:lnTo>
                  <a:pt x="912" y="300"/>
                </a:lnTo>
                <a:lnTo>
                  <a:pt x="915" y="312"/>
                </a:lnTo>
                <a:lnTo>
                  <a:pt x="917" y="323"/>
                </a:lnTo>
                <a:lnTo>
                  <a:pt x="918" y="335"/>
                </a:lnTo>
                <a:lnTo>
                  <a:pt x="920" y="346"/>
                </a:lnTo>
                <a:lnTo>
                  <a:pt x="920" y="358"/>
                </a:lnTo>
                <a:lnTo>
                  <a:pt x="921" y="369"/>
                </a:lnTo>
                <a:close/>
              </a:path>
            </a:pathLst>
          </a:custGeom>
          <a:solidFill>
            <a:srgbClr val="ffa8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09" name=""/>
          <p:cNvSpPr/>
          <p:nvPr/>
        </p:nvSpPr>
        <p:spPr>
          <a:xfrm>
            <a:off x="4812480" y="1694520"/>
            <a:ext cx="333000" cy="267120"/>
          </a:xfrm>
          <a:custGeom>
            <a:avLst/>
            <a:gdLst/>
            <a:ahLst/>
            <a:rect l="0" t="0" r="r" b="b"/>
            <a:pathLst>
              <a:path w="925" h="742">
                <a:moveTo>
                  <a:pt x="923" y="371"/>
                </a:moveTo>
                <a:lnTo>
                  <a:pt x="922" y="360"/>
                </a:lnTo>
                <a:lnTo>
                  <a:pt x="922" y="348"/>
                </a:lnTo>
                <a:lnTo>
                  <a:pt x="920" y="337"/>
                </a:lnTo>
                <a:lnTo>
                  <a:pt x="919" y="325"/>
                </a:lnTo>
                <a:lnTo>
                  <a:pt x="917" y="314"/>
                </a:lnTo>
                <a:lnTo>
                  <a:pt x="914" y="302"/>
                </a:lnTo>
                <a:lnTo>
                  <a:pt x="911" y="291"/>
                </a:lnTo>
                <a:lnTo>
                  <a:pt x="908" y="280"/>
                </a:lnTo>
                <a:lnTo>
                  <a:pt x="904" y="269"/>
                </a:lnTo>
                <a:lnTo>
                  <a:pt x="900" y="257"/>
                </a:lnTo>
                <a:lnTo>
                  <a:pt x="895" y="246"/>
                </a:lnTo>
                <a:lnTo>
                  <a:pt x="890" y="236"/>
                </a:lnTo>
                <a:lnTo>
                  <a:pt x="885" y="225"/>
                </a:lnTo>
                <a:lnTo>
                  <a:pt x="879" y="214"/>
                </a:lnTo>
                <a:lnTo>
                  <a:pt x="872" y="204"/>
                </a:lnTo>
                <a:lnTo>
                  <a:pt x="866" y="194"/>
                </a:lnTo>
                <a:lnTo>
                  <a:pt x="858" y="184"/>
                </a:lnTo>
                <a:lnTo>
                  <a:pt x="851" y="174"/>
                </a:lnTo>
                <a:lnTo>
                  <a:pt x="843" y="164"/>
                </a:lnTo>
                <a:lnTo>
                  <a:pt x="835" y="155"/>
                </a:lnTo>
                <a:lnTo>
                  <a:pt x="826" y="145"/>
                </a:lnTo>
                <a:lnTo>
                  <a:pt x="817" y="136"/>
                </a:lnTo>
                <a:lnTo>
                  <a:pt x="808" y="128"/>
                </a:lnTo>
                <a:lnTo>
                  <a:pt x="798" y="119"/>
                </a:lnTo>
                <a:lnTo>
                  <a:pt x="788" y="111"/>
                </a:lnTo>
                <a:lnTo>
                  <a:pt x="777" y="102"/>
                </a:lnTo>
                <a:lnTo>
                  <a:pt x="767" y="94"/>
                </a:lnTo>
                <a:lnTo>
                  <a:pt x="756" y="86"/>
                </a:lnTo>
                <a:lnTo>
                  <a:pt x="745" y="79"/>
                </a:lnTo>
                <a:lnTo>
                  <a:pt x="733" y="72"/>
                </a:lnTo>
                <a:lnTo>
                  <a:pt x="721" y="65"/>
                </a:lnTo>
                <a:lnTo>
                  <a:pt x="709" y="59"/>
                </a:lnTo>
                <a:lnTo>
                  <a:pt x="697" y="53"/>
                </a:lnTo>
                <a:lnTo>
                  <a:pt x="684" y="47"/>
                </a:lnTo>
                <a:lnTo>
                  <a:pt x="672" y="42"/>
                </a:lnTo>
                <a:lnTo>
                  <a:pt x="659" y="37"/>
                </a:lnTo>
                <a:lnTo>
                  <a:pt x="645" y="32"/>
                </a:lnTo>
                <a:lnTo>
                  <a:pt x="632" y="28"/>
                </a:lnTo>
                <a:lnTo>
                  <a:pt x="619" y="23"/>
                </a:lnTo>
                <a:lnTo>
                  <a:pt x="605" y="20"/>
                </a:lnTo>
                <a:lnTo>
                  <a:pt x="591" y="16"/>
                </a:lnTo>
                <a:lnTo>
                  <a:pt x="577" y="13"/>
                </a:lnTo>
                <a:lnTo>
                  <a:pt x="563" y="11"/>
                </a:lnTo>
                <a:lnTo>
                  <a:pt x="549" y="8"/>
                </a:lnTo>
                <a:lnTo>
                  <a:pt x="535" y="6"/>
                </a:lnTo>
                <a:lnTo>
                  <a:pt x="520" y="5"/>
                </a:lnTo>
                <a:lnTo>
                  <a:pt x="506" y="3"/>
                </a:lnTo>
                <a:lnTo>
                  <a:pt x="492" y="2"/>
                </a:lnTo>
                <a:lnTo>
                  <a:pt x="477" y="2"/>
                </a:lnTo>
                <a:lnTo>
                  <a:pt x="463" y="2"/>
                </a:lnTo>
                <a:lnTo>
                  <a:pt x="448" y="2"/>
                </a:lnTo>
                <a:lnTo>
                  <a:pt x="434" y="2"/>
                </a:lnTo>
                <a:lnTo>
                  <a:pt x="420" y="3"/>
                </a:lnTo>
                <a:lnTo>
                  <a:pt x="405" y="5"/>
                </a:lnTo>
                <a:lnTo>
                  <a:pt x="391" y="6"/>
                </a:lnTo>
                <a:lnTo>
                  <a:pt x="377" y="8"/>
                </a:lnTo>
                <a:lnTo>
                  <a:pt x="363" y="11"/>
                </a:lnTo>
                <a:lnTo>
                  <a:pt x="348" y="13"/>
                </a:lnTo>
                <a:lnTo>
                  <a:pt x="335" y="16"/>
                </a:lnTo>
                <a:lnTo>
                  <a:pt x="321" y="20"/>
                </a:lnTo>
                <a:lnTo>
                  <a:pt x="307" y="23"/>
                </a:lnTo>
                <a:lnTo>
                  <a:pt x="294" y="28"/>
                </a:lnTo>
                <a:lnTo>
                  <a:pt x="280" y="32"/>
                </a:lnTo>
                <a:lnTo>
                  <a:pt x="267" y="37"/>
                </a:lnTo>
                <a:lnTo>
                  <a:pt x="254" y="42"/>
                </a:lnTo>
                <a:lnTo>
                  <a:pt x="241" y="47"/>
                </a:lnTo>
                <a:lnTo>
                  <a:pt x="229" y="53"/>
                </a:lnTo>
                <a:lnTo>
                  <a:pt x="216" y="59"/>
                </a:lnTo>
                <a:lnTo>
                  <a:pt x="204" y="65"/>
                </a:lnTo>
                <a:lnTo>
                  <a:pt x="193" y="72"/>
                </a:lnTo>
                <a:lnTo>
                  <a:pt x="181" y="79"/>
                </a:lnTo>
                <a:lnTo>
                  <a:pt x="170" y="86"/>
                </a:lnTo>
                <a:lnTo>
                  <a:pt x="159" y="94"/>
                </a:lnTo>
                <a:lnTo>
                  <a:pt x="148" y="102"/>
                </a:lnTo>
                <a:lnTo>
                  <a:pt x="138" y="111"/>
                </a:lnTo>
                <a:lnTo>
                  <a:pt x="128" y="119"/>
                </a:lnTo>
                <a:lnTo>
                  <a:pt x="118" y="128"/>
                </a:lnTo>
                <a:lnTo>
                  <a:pt x="109" y="136"/>
                </a:lnTo>
                <a:lnTo>
                  <a:pt x="100" y="145"/>
                </a:lnTo>
                <a:lnTo>
                  <a:pt x="91" y="155"/>
                </a:lnTo>
                <a:lnTo>
                  <a:pt x="83" y="164"/>
                </a:lnTo>
                <a:lnTo>
                  <a:pt x="75" y="174"/>
                </a:lnTo>
                <a:lnTo>
                  <a:pt x="67" y="184"/>
                </a:lnTo>
                <a:lnTo>
                  <a:pt x="60" y="194"/>
                </a:lnTo>
                <a:lnTo>
                  <a:pt x="53" y="204"/>
                </a:lnTo>
                <a:lnTo>
                  <a:pt x="47" y="214"/>
                </a:lnTo>
                <a:lnTo>
                  <a:pt x="41" y="225"/>
                </a:lnTo>
                <a:lnTo>
                  <a:pt x="35" y="236"/>
                </a:lnTo>
                <a:lnTo>
                  <a:pt x="29" y="246"/>
                </a:lnTo>
                <a:lnTo>
                  <a:pt x="25" y="257"/>
                </a:lnTo>
                <a:lnTo>
                  <a:pt x="20" y="269"/>
                </a:lnTo>
                <a:lnTo>
                  <a:pt x="17" y="280"/>
                </a:lnTo>
                <a:lnTo>
                  <a:pt x="13" y="291"/>
                </a:lnTo>
                <a:lnTo>
                  <a:pt x="10" y="302"/>
                </a:lnTo>
                <a:lnTo>
                  <a:pt x="8" y="314"/>
                </a:lnTo>
                <a:lnTo>
                  <a:pt x="6" y="325"/>
                </a:lnTo>
                <a:lnTo>
                  <a:pt x="4" y="337"/>
                </a:lnTo>
                <a:lnTo>
                  <a:pt x="3" y="348"/>
                </a:lnTo>
                <a:lnTo>
                  <a:pt x="2" y="360"/>
                </a:lnTo>
                <a:lnTo>
                  <a:pt x="2" y="371"/>
                </a:lnTo>
                <a:lnTo>
                  <a:pt x="2" y="383"/>
                </a:lnTo>
                <a:lnTo>
                  <a:pt x="3" y="395"/>
                </a:lnTo>
                <a:lnTo>
                  <a:pt x="4" y="406"/>
                </a:lnTo>
                <a:lnTo>
                  <a:pt x="6" y="418"/>
                </a:lnTo>
                <a:lnTo>
                  <a:pt x="8" y="429"/>
                </a:lnTo>
                <a:lnTo>
                  <a:pt x="10" y="440"/>
                </a:lnTo>
                <a:lnTo>
                  <a:pt x="13" y="452"/>
                </a:lnTo>
                <a:lnTo>
                  <a:pt x="17" y="463"/>
                </a:lnTo>
                <a:lnTo>
                  <a:pt x="20" y="474"/>
                </a:lnTo>
                <a:lnTo>
                  <a:pt x="25" y="485"/>
                </a:lnTo>
                <a:lnTo>
                  <a:pt x="29" y="496"/>
                </a:lnTo>
                <a:lnTo>
                  <a:pt x="35" y="507"/>
                </a:lnTo>
                <a:lnTo>
                  <a:pt x="41" y="518"/>
                </a:lnTo>
                <a:lnTo>
                  <a:pt x="47" y="528"/>
                </a:lnTo>
                <a:lnTo>
                  <a:pt x="53" y="539"/>
                </a:lnTo>
                <a:lnTo>
                  <a:pt x="60" y="549"/>
                </a:lnTo>
                <a:lnTo>
                  <a:pt x="67" y="559"/>
                </a:lnTo>
                <a:lnTo>
                  <a:pt x="75" y="569"/>
                </a:lnTo>
                <a:lnTo>
                  <a:pt x="83" y="579"/>
                </a:lnTo>
                <a:lnTo>
                  <a:pt x="91" y="588"/>
                </a:lnTo>
                <a:lnTo>
                  <a:pt x="100" y="597"/>
                </a:lnTo>
                <a:lnTo>
                  <a:pt x="109" y="606"/>
                </a:lnTo>
                <a:lnTo>
                  <a:pt x="118" y="615"/>
                </a:lnTo>
                <a:lnTo>
                  <a:pt x="128" y="624"/>
                </a:lnTo>
                <a:lnTo>
                  <a:pt x="138" y="632"/>
                </a:lnTo>
                <a:lnTo>
                  <a:pt x="148" y="640"/>
                </a:lnTo>
                <a:lnTo>
                  <a:pt x="159" y="648"/>
                </a:lnTo>
                <a:lnTo>
                  <a:pt x="170" y="656"/>
                </a:lnTo>
                <a:lnTo>
                  <a:pt x="181" y="663"/>
                </a:lnTo>
                <a:lnTo>
                  <a:pt x="193" y="670"/>
                </a:lnTo>
                <a:lnTo>
                  <a:pt x="204" y="676"/>
                </a:lnTo>
                <a:lnTo>
                  <a:pt x="216" y="683"/>
                </a:lnTo>
                <a:lnTo>
                  <a:pt x="229" y="689"/>
                </a:lnTo>
                <a:lnTo>
                  <a:pt x="241" y="695"/>
                </a:lnTo>
                <a:lnTo>
                  <a:pt x="254" y="700"/>
                </a:lnTo>
                <a:lnTo>
                  <a:pt x="267" y="705"/>
                </a:lnTo>
                <a:lnTo>
                  <a:pt x="280" y="710"/>
                </a:lnTo>
                <a:lnTo>
                  <a:pt x="294" y="714"/>
                </a:lnTo>
                <a:lnTo>
                  <a:pt x="307" y="718"/>
                </a:lnTo>
                <a:lnTo>
                  <a:pt x="321" y="722"/>
                </a:lnTo>
                <a:lnTo>
                  <a:pt x="335" y="726"/>
                </a:lnTo>
                <a:lnTo>
                  <a:pt x="348" y="729"/>
                </a:lnTo>
                <a:lnTo>
                  <a:pt x="363" y="731"/>
                </a:lnTo>
                <a:lnTo>
                  <a:pt x="377" y="734"/>
                </a:lnTo>
                <a:lnTo>
                  <a:pt x="391" y="736"/>
                </a:lnTo>
                <a:lnTo>
                  <a:pt x="405" y="737"/>
                </a:lnTo>
                <a:lnTo>
                  <a:pt x="420" y="739"/>
                </a:lnTo>
                <a:lnTo>
                  <a:pt x="434" y="739"/>
                </a:lnTo>
                <a:lnTo>
                  <a:pt x="448" y="740"/>
                </a:lnTo>
                <a:lnTo>
                  <a:pt x="463" y="740"/>
                </a:lnTo>
                <a:lnTo>
                  <a:pt x="477" y="740"/>
                </a:lnTo>
                <a:lnTo>
                  <a:pt x="492" y="739"/>
                </a:lnTo>
                <a:lnTo>
                  <a:pt x="506" y="739"/>
                </a:lnTo>
                <a:lnTo>
                  <a:pt x="520" y="737"/>
                </a:lnTo>
                <a:lnTo>
                  <a:pt x="535" y="736"/>
                </a:lnTo>
                <a:lnTo>
                  <a:pt x="549" y="734"/>
                </a:lnTo>
                <a:lnTo>
                  <a:pt x="563" y="731"/>
                </a:lnTo>
                <a:lnTo>
                  <a:pt x="577" y="729"/>
                </a:lnTo>
                <a:lnTo>
                  <a:pt x="591" y="726"/>
                </a:lnTo>
                <a:lnTo>
                  <a:pt x="605" y="722"/>
                </a:lnTo>
                <a:lnTo>
                  <a:pt x="619" y="718"/>
                </a:lnTo>
                <a:lnTo>
                  <a:pt x="632" y="714"/>
                </a:lnTo>
                <a:lnTo>
                  <a:pt x="645" y="710"/>
                </a:lnTo>
                <a:lnTo>
                  <a:pt x="659" y="705"/>
                </a:lnTo>
                <a:lnTo>
                  <a:pt x="672" y="700"/>
                </a:lnTo>
                <a:lnTo>
                  <a:pt x="684" y="695"/>
                </a:lnTo>
                <a:lnTo>
                  <a:pt x="697" y="689"/>
                </a:lnTo>
                <a:lnTo>
                  <a:pt x="709" y="683"/>
                </a:lnTo>
                <a:lnTo>
                  <a:pt x="721" y="676"/>
                </a:lnTo>
                <a:lnTo>
                  <a:pt x="733" y="670"/>
                </a:lnTo>
                <a:lnTo>
                  <a:pt x="745" y="663"/>
                </a:lnTo>
                <a:lnTo>
                  <a:pt x="756" y="656"/>
                </a:lnTo>
                <a:lnTo>
                  <a:pt x="767" y="648"/>
                </a:lnTo>
                <a:lnTo>
                  <a:pt x="777" y="640"/>
                </a:lnTo>
                <a:lnTo>
                  <a:pt x="788" y="632"/>
                </a:lnTo>
                <a:lnTo>
                  <a:pt x="798" y="624"/>
                </a:lnTo>
                <a:lnTo>
                  <a:pt x="808" y="615"/>
                </a:lnTo>
                <a:lnTo>
                  <a:pt x="817" y="606"/>
                </a:lnTo>
                <a:lnTo>
                  <a:pt x="826" y="597"/>
                </a:lnTo>
                <a:lnTo>
                  <a:pt x="835" y="588"/>
                </a:lnTo>
                <a:lnTo>
                  <a:pt x="843" y="579"/>
                </a:lnTo>
                <a:lnTo>
                  <a:pt x="851" y="569"/>
                </a:lnTo>
                <a:lnTo>
                  <a:pt x="858" y="559"/>
                </a:lnTo>
                <a:lnTo>
                  <a:pt x="866" y="549"/>
                </a:lnTo>
                <a:lnTo>
                  <a:pt x="872" y="539"/>
                </a:lnTo>
                <a:lnTo>
                  <a:pt x="879" y="528"/>
                </a:lnTo>
                <a:lnTo>
                  <a:pt x="885" y="518"/>
                </a:lnTo>
                <a:lnTo>
                  <a:pt x="890" y="507"/>
                </a:lnTo>
                <a:lnTo>
                  <a:pt x="895" y="496"/>
                </a:lnTo>
                <a:lnTo>
                  <a:pt x="900" y="485"/>
                </a:lnTo>
                <a:lnTo>
                  <a:pt x="904" y="474"/>
                </a:lnTo>
                <a:lnTo>
                  <a:pt x="908" y="463"/>
                </a:lnTo>
                <a:lnTo>
                  <a:pt x="911" y="452"/>
                </a:lnTo>
                <a:lnTo>
                  <a:pt x="914" y="440"/>
                </a:lnTo>
                <a:lnTo>
                  <a:pt x="917" y="429"/>
                </a:lnTo>
                <a:lnTo>
                  <a:pt x="919" y="418"/>
                </a:lnTo>
                <a:lnTo>
                  <a:pt x="920" y="406"/>
                </a:lnTo>
                <a:lnTo>
                  <a:pt x="922" y="395"/>
                </a:lnTo>
                <a:lnTo>
                  <a:pt x="922" y="383"/>
                </a:lnTo>
                <a:lnTo>
                  <a:pt x="923" y="371"/>
                </a:lnTo>
                <a:moveTo>
                  <a:pt x="925" y="371"/>
                </a:moveTo>
                <a:lnTo>
                  <a:pt x="925" y="383"/>
                </a:lnTo>
                <a:lnTo>
                  <a:pt x="924" y="395"/>
                </a:lnTo>
                <a:lnTo>
                  <a:pt x="923" y="406"/>
                </a:lnTo>
                <a:lnTo>
                  <a:pt x="921" y="418"/>
                </a:lnTo>
                <a:lnTo>
                  <a:pt x="919" y="429"/>
                </a:lnTo>
                <a:lnTo>
                  <a:pt x="917" y="441"/>
                </a:lnTo>
                <a:lnTo>
                  <a:pt x="914" y="452"/>
                </a:lnTo>
                <a:lnTo>
                  <a:pt x="910" y="464"/>
                </a:lnTo>
                <a:lnTo>
                  <a:pt x="906" y="475"/>
                </a:lnTo>
                <a:lnTo>
                  <a:pt x="902" y="486"/>
                </a:lnTo>
                <a:lnTo>
                  <a:pt x="897" y="497"/>
                </a:lnTo>
                <a:lnTo>
                  <a:pt x="892" y="508"/>
                </a:lnTo>
                <a:lnTo>
                  <a:pt x="887" y="519"/>
                </a:lnTo>
                <a:lnTo>
                  <a:pt x="881" y="529"/>
                </a:lnTo>
                <a:lnTo>
                  <a:pt x="874" y="540"/>
                </a:lnTo>
                <a:lnTo>
                  <a:pt x="868" y="550"/>
                </a:lnTo>
                <a:lnTo>
                  <a:pt x="860" y="560"/>
                </a:lnTo>
                <a:lnTo>
                  <a:pt x="853" y="570"/>
                </a:lnTo>
                <a:lnTo>
                  <a:pt x="845" y="580"/>
                </a:lnTo>
                <a:lnTo>
                  <a:pt x="837" y="589"/>
                </a:lnTo>
                <a:lnTo>
                  <a:pt x="828" y="599"/>
                </a:lnTo>
                <a:lnTo>
                  <a:pt x="819" y="608"/>
                </a:lnTo>
                <a:lnTo>
                  <a:pt x="809" y="616"/>
                </a:lnTo>
                <a:lnTo>
                  <a:pt x="800" y="625"/>
                </a:lnTo>
                <a:lnTo>
                  <a:pt x="789" y="633"/>
                </a:lnTo>
                <a:lnTo>
                  <a:pt x="779" y="642"/>
                </a:lnTo>
                <a:lnTo>
                  <a:pt x="768" y="649"/>
                </a:lnTo>
                <a:lnTo>
                  <a:pt x="757" y="657"/>
                </a:lnTo>
                <a:lnTo>
                  <a:pt x="746" y="664"/>
                </a:lnTo>
                <a:lnTo>
                  <a:pt x="734" y="671"/>
                </a:lnTo>
                <a:lnTo>
                  <a:pt x="722" y="678"/>
                </a:lnTo>
                <a:lnTo>
                  <a:pt x="710" y="684"/>
                </a:lnTo>
                <a:lnTo>
                  <a:pt x="698" y="690"/>
                </a:lnTo>
                <a:lnTo>
                  <a:pt x="685" y="696"/>
                </a:lnTo>
                <a:lnTo>
                  <a:pt x="673" y="702"/>
                </a:lnTo>
                <a:lnTo>
                  <a:pt x="660" y="707"/>
                </a:lnTo>
                <a:lnTo>
                  <a:pt x="646" y="712"/>
                </a:lnTo>
                <a:lnTo>
                  <a:pt x="633" y="716"/>
                </a:lnTo>
                <a:lnTo>
                  <a:pt x="619" y="720"/>
                </a:lnTo>
                <a:lnTo>
                  <a:pt x="606" y="724"/>
                </a:lnTo>
                <a:lnTo>
                  <a:pt x="592" y="727"/>
                </a:lnTo>
                <a:lnTo>
                  <a:pt x="578" y="730"/>
                </a:lnTo>
                <a:lnTo>
                  <a:pt x="564" y="733"/>
                </a:lnTo>
                <a:lnTo>
                  <a:pt x="549" y="735"/>
                </a:lnTo>
                <a:lnTo>
                  <a:pt x="535" y="737"/>
                </a:lnTo>
                <a:lnTo>
                  <a:pt x="521" y="739"/>
                </a:lnTo>
                <a:lnTo>
                  <a:pt x="506" y="740"/>
                </a:lnTo>
                <a:lnTo>
                  <a:pt x="492" y="741"/>
                </a:lnTo>
                <a:lnTo>
                  <a:pt x="477" y="742"/>
                </a:lnTo>
                <a:lnTo>
                  <a:pt x="463" y="742"/>
                </a:lnTo>
                <a:lnTo>
                  <a:pt x="448" y="742"/>
                </a:lnTo>
                <a:lnTo>
                  <a:pt x="434" y="741"/>
                </a:lnTo>
                <a:lnTo>
                  <a:pt x="419" y="740"/>
                </a:lnTo>
                <a:lnTo>
                  <a:pt x="405" y="739"/>
                </a:lnTo>
                <a:lnTo>
                  <a:pt x="391" y="737"/>
                </a:lnTo>
                <a:lnTo>
                  <a:pt x="376" y="735"/>
                </a:lnTo>
                <a:lnTo>
                  <a:pt x="362" y="733"/>
                </a:lnTo>
                <a:lnTo>
                  <a:pt x="348" y="730"/>
                </a:lnTo>
                <a:lnTo>
                  <a:pt x="334" y="727"/>
                </a:lnTo>
                <a:lnTo>
                  <a:pt x="320" y="724"/>
                </a:lnTo>
                <a:lnTo>
                  <a:pt x="306" y="720"/>
                </a:lnTo>
                <a:lnTo>
                  <a:pt x="293" y="716"/>
                </a:lnTo>
                <a:lnTo>
                  <a:pt x="279" y="712"/>
                </a:lnTo>
                <a:lnTo>
                  <a:pt x="266" y="707"/>
                </a:lnTo>
                <a:lnTo>
                  <a:pt x="253" y="702"/>
                </a:lnTo>
                <a:lnTo>
                  <a:pt x="240" y="696"/>
                </a:lnTo>
                <a:lnTo>
                  <a:pt x="228" y="690"/>
                </a:lnTo>
                <a:lnTo>
                  <a:pt x="215" y="684"/>
                </a:lnTo>
                <a:lnTo>
                  <a:pt x="203" y="678"/>
                </a:lnTo>
                <a:lnTo>
                  <a:pt x="191" y="671"/>
                </a:lnTo>
                <a:lnTo>
                  <a:pt x="180" y="664"/>
                </a:lnTo>
                <a:lnTo>
                  <a:pt x="168" y="657"/>
                </a:lnTo>
                <a:lnTo>
                  <a:pt x="157" y="649"/>
                </a:lnTo>
                <a:lnTo>
                  <a:pt x="147" y="642"/>
                </a:lnTo>
                <a:lnTo>
                  <a:pt x="136" y="633"/>
                </a:lnTo>
                <a:lnTo>
                  <a:pt x="126" y="625"/>
                </a:lnTo>
                <a:lnTo>
                  <a:pt x="116" y="616"/>
                </a:lnTo>
                <a:lnTo>
                  <a:pt x="107" y="608"/>
                </a:lnTo>
                <a:lnTo>
                  <a:pt x="98" y="599"/>
                </a:lnTo>
                <a:lnTo>
                  <a:pt x="89" y="589"/>
                </a:lnTo>
                <a:lnTo>
                  <a:pt x="81" y="580"/>
                </a:lnTo>
                <a:lnTo>
                  <a:pt x="73" y="570"/>
                </a:lnTo>
                <a:lnTo>
                  <a:pt x="65" y="560"/>
                </a:lnTo>
                <a:lnTo>
                  <a:pt x="58" y="550"/>
                </a:lnTo>
                <a:lnTo>
                  <a:pt x="51" y="540"/>
                </a:lnTo>
                <a:lnTo>
                  <a:pt x="45" y="529"/>
                </a:lnTo>
                <a:lnTo>
                  <a:pt x="39" y="519"/>
                </a:lnTo>
                <a:lnTo>
                  <a:pt x="33" y="508"/>
                </a:lnTo>
                <a:lnTo>
                  <a:pt x="27" y="497"/>
                </a:lnTo>
                <a:lnTo>
                  <a:pt x="22" y="486"/>
                </a:lnTo>
                <a:lnTo>
                  <a:pt x="18" y="475"/>
                </a:lnTo>
                <a:lnTo>
                  <a:pt x="14" y="464"/>
                </a:lnTo>
                <a:lnTo>
                  <a:pt x="11" y="452"/>
                </a:lnTo>
                <a:lnTo>
                  <a:pt x="8" y="441"/>
                </a:lnTo>
                <a:lnTo>
                  <a:pt x="5" y="429"/>
                </a:lnTo>
                <a:lnTo>
                  <a:pt x="3" y="418"/>
                </a:lnTo>
                <a:lnTo>
                  <a:pt x="2" y="406"/>
                </a:lnTo>
                <a:lnTo>
                  <a:pt x="1" y="395"/>
                </a:lnTo>
                <a:lnTo>
                  <a:pt x="0" y="383"/>
                </a:lnTo>
                <a:lnTo>
                  <a:pt x="0" y="371"/>
                </a:lnTo>
                <a:lnTo>
                  <a:pt x="0" y="360"/>
                </a:lnTo>
                <a:lnTo>
                  <a:pt x="1" y="348"/>
                </a:lnTo>
                <a:lnTo>
                  <a:pt x="2" y="337"/>
                </a:lnTo>
                <a:lnTo>
                  <a:pt x="3" y="325"/>
                </a:lnTo>
                <a:lnTo>
                  <a:pt x="5" y="313"/>
                </a:lnTo>
                <a:lnTo>
                  <a:pt x="8" y="302"/>
                </a:lnTo>
                <a:lnTo>
                  <a:pt x="11" y="291"/>
                </a:lnTo>
                <a:lnTo>
                  <a:pt x="14" y="279"/>
                </a:lnTo>
                <a:lnTo>
                  <a:pt x="18" y="268"/>
                </a:lnTo>
                <a:lnTo>
                  <a:pt x="22" y="257"/>
                </a:lnTo>
                <a:lnTo>
                  <a:pt x="27" y="246"/>
                </a:lnTo>
                <a:lnTo>
                  <a:pt x="33" y="235"/>
                </a:lnTo>
                <a:lnTo>
                  <a:pt x="39" y="224"/>
                </a:lnTo>
                <a:lnTo>
                  <a:pt x="45" y="214"/>
                </a:lnTo>
                <a:lnTo>
                  <a:pt x="51" y="203"/>
                </a:lnTo>
                <a:lnTo>
                  <a:pt x="58" y="193"/>
                </a:lnTo>
                <a:lnTo>
                  <a:pt x="65" y="183"/>
                </a:lnTo>
                <a:lnTo>
                  <a:pt x="73" y="173"/>
                </a:lnTo>
                <a:lnTo>
                  <a:pt x="81" y="163"/>
                </a:lnTo>
                <a:lnTo>
                  <a:pt x="89" y="154"/>
                </a:lnTo>
                <a:lnTo>
                  <a:pt x="98" y="144"/>
                </a:lnTo>
                <a:lnTo>
                  <a:pt x="107" y="135"/>
                </a:lnTo>
                <a:lnTo>
                  <a:pt x="116" y="126"/>
                </a:lnTo>
                <a:lnTo>
                  <a:pt x="126" y="118"/>
                </a:lnTo>
                <a:lnTo>
                  <a:pt x="136" y="108"/>
                </a:lnTo>
                <a:lnTo>
                  <a:pt x="147" y="100"/>
                </a:lnTo>
                <a:lnTo>
                  <a:pt x="157" y="92"/>
                </a:lnTo>
                <a:lnTo>
                  <a:pt x="168" y="85"/>
                </a:lnTo>
                <a:lnTo>
                  <a:pt x="180" y="78"/>
                </a:lnTo>
                <a:lnTo>
                  <a:pt x="191" y="71"/>
                </a:lnTo>
                <a:lnTo>
                  <a:pt x="203" y="64"/>
                </a:lnTo>
                <a:lnTo>
                  <a:pt x="215" y="57"/>
                </a:lnTo>
                <a:lnTo>
                  <a:pt x="228" y="51"/>
                </a:lnTo>
                <a:lnTo>
                  <a:pt x="240" y="46"/>
                </a:lnTo>
                <a:lnTo>
                  <a:pt x="253" y="40"/>
                </a:lnTo>
                <a:lnTo>
                  <a:pt x="266" y="35"/>
                </a:lnTo>
                <a:lnTo>
                  <a:pt x="279" y="30"/>
                </a:lnTo>
                <a:lnTo>
                  <a:pt x="293" y="26"/>
                </a:lnTo>
                <a:lnTo>
                  <a:pt x="306" y="22"/>
                </a:lnTo>
                <a:lnTo>
                  <a:pt x="320" y="18"/>
                </a:lnTo>
                <a:lnTo>
                  <a:pt x="334" y="14"/>
                </a:lnTo>
                <a:lnTo>
                  <a:pt x="348" y="11"/>
                </a:lnTo>
                <a:lnTo>
                  <a:pt x="362" y="9"/>
                </a:lnTo>
                <a:lnTo>
                  <a:pt x="376" y="6"/>
                </a:lnTo>
                <a:lnTo>
                  <a:pt x="391" y="4"/>
                </a:lnTo>
                <a:lnTo>
                  <a:pt x="405" y="3"/>
                </a:lnTo>
                <a:lnTo>
                  <a:pt x="419" y="1"/>
                </a:lnTo>
                <a:lnTo>
                  <a:pt x="434" y="1"/>
                </a:lnTo>
                <a:lnTo>
                  <a:pt x="448" y="0"/>
                </a:lnTo>
                <a:lnTo>
                  <a:pt x="463" y="0"/>
                </a:lnTo>
                <a:lnTo>
                  <a:pt x="477" y="0"/>
                </a:lnTo>
                <a:lnTo>
                  <a:pt x="492" y="1"/>
                </a:lnTo>
                <a:lnTo>
                  <a:pt x="506" y="1"/>
                </a:lnTo>
                <a:lnTo>
                  <a:pt x="521" y="3"/>
                </a:lnTo>
                <a:lnTo>
                  <a:pt x="535" y="4"/>
                </a:lnTo>
                <a:lnTo>
                  <a:pt x="549" y="6"/>
                </a:lnTo>
                <a:lnTo>
                  <a:pt x="564" y="9"/>
                </a:lnTo>
                <a:lnTo>
                  <a:pt x="578" y="11"/>
                </a:lnTo>
                <a:lnTo>
                  <a:pt x="592" y="14"/>
                </a:lnTo>
                <a:lnTo>
                  <a:pt x="606" y="18"/>
                </a:lnTo>
                <a:lnTo>
                  <a:pt x="619" y="22"/>
                </a:lnTo>
                <a:lnTo>
                  <a:pt x="633" y="26"/>
                </a:lnTo>
                <a:lnTo>
                  <a:pt x="646" y="30"/>
                </a:lnTo>
                <a:lnTo>
                  <a:pt x="660" y="35"/>
                </a:lnTo>
                <a:lnTo>
                  <a:pt x="673" y="40"/>
                </a:lnTo>
                <a:lnTo>
                  <a:pt x="685" y="46"/>
                </a:lnTo>
                <a:lnTo>
                  <a:pt x="698" y="51"/>
                </a:lnTo>
                <a:lnTo>
                  <a:pt x="710" y="57"/>
                </a:lnTo>
                <a:lnTo>
                  <a:pt x="722" y="64"/>
                </a:lnTo>
                <a:lnTo>
                  <a:pt x="734" y="71"/>
                </a:lnTo>
                <a:lnTo>
                  <a:pt x="746" y="78"/>
                </a:lnTo>
                <a:lnTo>
                  <a:pt x="757" y="85"/>
                </a:lnTo>
                <a:lnTo>
                  <a:pt x="768" y="92"/>
                </a:lnTo>
                <a:lnTo>
                  <a:pt x="779" y="100"/>
                </a:lnTo>
                <a:lnTo>
                  <a:pt x="789" y="108"/>
                </a:lnTo>
                <a:lnTo>
                  <a:pt x="800" y="118"/>
                </a:lnTo>
                <a:lnTo>
                  <a:pt x="809" y="126"/>
                </a:lnTo>
                <a:lnTo>
                  <a:pt x="819" y="135"/>
                </a:lnTo>
                <a:lnTo>
                  <a:pt x="828" y="144"/>
                </a:lnTo>
                <a:lnTo>
                  <a:pt x="837" y="154"/>
                </a:lnTo>
                <a:lnTo>
                  <a:pt x="845" y="163"/>
                </a:lnTo>
                <a:lnTo>
                  <a:pt x="853" y="173"/>
                </a:lnTo>
                <a:lnTo>
                  <a:pt x="860" y="183"/>
                </a:lnTo>
                <a:lnTo>
                  <a:pt x="868" y="193"/>
                </a:lnTo>
                <a:lnTo>
                  <a:pt x="874" y="203"/>
                </a:lnTo>
                <a:lnTo>
                  <a:pt x="881" y="214"/>
                </a:lnTo>
                <a:lnTo>
                  <a:pt x="887" y="224"/>
                </a:lnTo>
                <a:lnTo>
                  <a:pt x="892" y="235"/>
                </a:lnTo>
                <a:lnTo>
                  <a:pt x="897" y="246"/>
                </a:lnTo>
                <a:lnTo>
                  <a:pt x="902" y="257"/>
                </a:lnTo>
                <a:lnTo>
                  <a:pt x="906" y="268"/>
                </a:lnTo>
                <a:lnTo>
                  <a:pt x="910" y="279"/>
                </a:lnTo>
                <a:lnTo>
                  <a:pt x="914" y="291"/>
                </a:lnTo>
                <a:lnTo>
                  <a:pt x="917" y="302"/>
                </a:lnTo>
                <a:lnTo>
                  <a:pt x="919" y="313"/>
                </a:lnTo>
                <a:lnTo>
                  <a:pt x="921" y="325"/>
                </a:lnTo>
                <a:lnTo>
                  <a:pt x="923" y="337"/>
                </a:lnTo>
                <a:lnTo>
                  <a:pt x="924" y="348"/>
                </a:lnTo>
                <a:lnTo>
                  <a:pt x="925" y="360"/>
                </a:lnTo>
                <a:lnTo>
                  <a:pt x="925" y="371"/>
                </a:lnTo>
                <a:close/>
              </a:path>
            </a:pathLst>
          </a:custGeom>
          <a:solidFill>
            <a:srgbClr val="ffa8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0" name=""/>
          <p:cNvSpPr/>
          <p:nvPr/>
        </p:nvSpPr>
        <p:spPr>
          <a:xfrm>
            <a:off x="4811400" y="1693800"/>
            <a:ext cx="334800" cy="268560"/>
          </a:xfrm>
          <a:custGeom>
            <a:avLst/>
            <a:gdLst/>
            <a:ahLst/>
            <a:rect l="0" t="0" r="r" b="b"/>
            <a:pathLst>
              <a:path w="930" h="746">
                <a:moveTo>
                  <a:pt x="928" y="373"/>
                </a:moveTo>
                <a:lnTo>
                  <a:pt x="928" y="362"/>
                </a:lnTo>
                <a:lnTo>
                  <a:pt x="927" y="350"/>
                </a:lnTo>
                <a:lnTo>
                  <a:pt x="926" y="339"/>
                </a:lnTo>
                <a:lnTo>
                  <a:pt x="924" y="327"/>
                </a:lnTo>
                <a:lnTo>
                  <a:pt x="922" y="315"/>
                </a:lnTo>
                <a:lnTo>
                  <a:pt x="920" y="304"/>
                </a:lnTo>
                <a:lnTo>
                  <a:pt x="917" y="293"/>
                </a:lnTo>
                <a:lnTo>
                  <a:pt x="913" y="281"/>
                </a:lnTo>
                <a:lnTo>
                  <a:pt x="909" y="270"/>
                </a:lnTo>
                <a:lnTo>
                  <a:pt x="905" y="259"/>
                </a:lnTo>
                <a:lnTo>
                  <a:pt x="900" y="248"/>
                </a:lnTo>
                <a:lnTo>
                  <a:pt x="895" y="237"/>
                </a:lnTo>
                <a:lnTo>
                  <a:pt x="890" y="226"/>
                </a:lnTo>
                <a:lnTo>
                  <a:pt x="884" y="216"/>
                </a:lnTo>
                <a:lnTo>
                  <a:pt x="877" y="205"/>
                </a:lnTo>
                <a:lnTo>
                  <a:pt x="871" y="195"/>
                </a:lnTo>
                <a:lnTo>
                  <a:pt x="863" y="185"/>
                </a:lnTo>
                <a:lnTo>
                  <a:pt x="856" y="175"/>
                </a:lnTo>
                <a:lnTo>
                  <a:pt x="848" y="165"/>
                </a:lnTo>
                <a:lnTo>
                  <a:pt x="840" y="156"/>
                </a:lnTo>
                <a:lnTo>
                  <a:pt x="831" y="146"/>
                </a:lnTo>
                <a:lnTo>
                  <a:pt x="822" y="137"/>
                </a:lnTo>
                <a:lnTo>
                  <a:pt x="812" y="127"/>
                </a:lnTo>
                <a:lnTo>
                  <a:pt x="803" y="119"/>
                </a:lnTo>
                <a:lnTo>
                  <a:pt x="792" y="110"/>
                </a:lnTo>
                <a:lnTo>
                  <a:pt x="782" y="102"/>
                </a:lnTo>
                <a:lnTo>
                  <a:pt x="771" y="94"/>
                </a:lnTo>
                <a:lnTo>
                  <a:pt x="760" y="87"/>
                </a:lnTo>
                <a:lnTo>
                  <a:pt x="749" y="80"/>
                </a:lnTo>
                <a:lnTo>
                  <a:pt x="737" y="73"/>
                </a:lnTo>
                <a:lnTo>
                  <a:pt x="725" y="66"/>
                </a:lnTo>
                <a:lnTo>
                  <a:pt x="713" y="59"/>
                </a:lnTo>
                <a:lnTo>
                  <a:pt x="701" y="53"/>
                </a:lnTo>
                <a:lnTo>
                  <a:pt x="688" y="48"/>
                </a:lnTo>
                <a:lnTo>
                  <a:pt x="676" y="42"/>
                </a:lnTo>
                <a:lnTo>
                  <a:pt x="663" y="37"/>
                </a:lnTo>
                <a:lnTo>
                  <a:pt x="649" y="32"/>
                </a:lnTo>
                <a:lnTo>
                  <a:pt x="636" y="28"/>
                </a:lnTo>
                <a:lnTo>
                  <a:pt x="622" y="24"/>
                </a:lnTo>
                <a:lnTo>
                  <a:pt x="609" y="20"/>
                </a:lnTo>
                <a:lnTo>
                  <a:pt x="595" y="16"/>
                </a:lnTo>
                <a:lnTo>
                  <a:pt x="581" y="13"/>
                </a:lnTo>
                <a:lnTo>
                  <a:pt x="567" y="11"/>
                </a:lnTo>
                <a:lnTo>
                  <a:pt x="552" y="8"/>
                </a:lnTo>
                <a:lnTo>
                  <a:pt x="538" y="6"/>
                </a:lnTo>
                <a:lnTo>
                  <a:pt x="524" y="5"/>
                </a:lnTo>
                <a:lnTo>
                  <a:pt x="509" y="3"/>
                </a:lnTo>
                <a:lnTo>
                  <a:pt x="495" y="3"/>
                </a:lnTo>
                <a:lnTo>
                  <a:pt x="480" y="2"/>
                </a:lnTo>
                <a:lnTo>
                  <a:pt x="466" y="2"/>
                </a:lnTo>
                <a:lnTo>
                  <a:pt x="451" y="2"/>
                </a:lnTo>
                <a:lnTo>
                  <a:pt x="437" y="3"/>
                </a:lnTo>
                <a:lnTo>
                  <a:pt x="422" y="3"/>
                </a:lnTo>
                <a:lnTo>
                  <a:pt x="408" y="5"/>
                </a:lnTo>
                <a:lnTo>
                  <a:pt x="394" y="6"/>
                </a:lnTo>
                <a:lnTo>
                  <a:pt x="379" y="8"/>
                </a:lnTo>
                <a:lnTo>
                  <a:pt x="365" y="11"/>
                </a:lnTo>
                <a:lnTo>
                  <a:pt x="351" y="13"/>
                </a:lnTo>
                <a:lnTo>
                  <a:pt x="337" y="16"/>
                </a:lnTo>
                <a:lnTo>
                  <a:pt x="323" y="20"/>
                </a:lnTo>
                <a:lnTo>
                  <a:pt x="309" y="24"/>
                </a:lnTo>
                <a:lnTo>
                  <a:pt x="296" y="28"/>
                </a:lnTo>
                <a:lnTo>
                  <a:pt x="282" y="32"/>
                </a:lnTo>
                <a:lnTo>
                  <a:pt x="269" y="37"/>
                </a:lnTo>
                <a:lnTo>
                  <a:pt x="256" y="42"/>
                </a:lnTo>
                <a:lnTo>
                  <a:pt x="243" y="48"/>
                </a:lnTo>
                <a:lnTo>
                  <a:pt x="231" y="53"/>
                </a:lnTo>
                <a:lnTo>
                  <a:pt x="218" y="59"/>
                </a:lnTo>
                <a:lnTo>
                  <a:pt x="206" y="66"/>
                </a:lnTo>
                <a:lnTo>
                  <a:pt x="194" y="73"/>
                </a:lnTo>
                <a:lnTo>
                  <a:pt x="183" y="80"/>
                </a:lnTo>
                <a:lnTo>
                  <a:pt x="171" y="87"/>
                </a:lnTo>
                <a:lnTo>
                  <a:pt x="160" y="94"/>
                </a:lnTo>
                <a:lnTo>
                  <a:pt x="150" y="102"/>
                </a:lnTo>
                <a:lnTo>
                  <a:pt x="139" y="110"/>
                </a:lnTo>
                <a:lnTo>
                  <a:pt x="129" y="119"/>
                </a:lnTo>
                <a:lnTo>
                  <a:pt x="119" y="127"/>
                </a:lnTo>
                <a:lnTo>
                  <a:pt x="110" y="137"/>
                </a:lnTo>
                <a:lnTo>
                  <a:pt x="101" y="146"/>
                </a:lnTo>
                <a:lnTo>
                  <a:pt x="92" y="156"/>
                </a:lnTo>
                <a:lnTo>
                  <a:pt x="83" y="165"/>
                </a:lnTo>
                <a:lnTo>
                  <a:pt x="75" y="175"/>
                </a:lnTo>
                <a:lnTo>
                  <a:pt x="67" y="185"/>
                </a:lnTo>
                <a:lnTo>
                  <a:pt x="60" y="195"/>
                </a:lnTo>
                <a:lnTo>
                  <a:pt x="53" y="205"/>
                </a:lnTo>
                <a:lnTo>
                  <a:pt x="47" y="216"/>
                </a:lnTo>
                <a:lnTo>
                  <a:pt x="41" y="226"/>
                </a:lnTo>
                <a:lnTo>
                  <a:pt x="35" y="237"/>
                </a:lnTo>
                <a:lnTo>
                  <a:pt x="30" y="248"/>
                </a:lnTo>
                <a:lnTo>
                  <a:pt x="25" y="259"/>
                </a:lnTo>
                <a:lnTo>
                  <a:pt x="21" y="270"/>
                </a:lnTo>
                <a:lnTo>
                  <a:pt x="17" y="281"/>
                </a:lnTo>
                <a:lnTo>
                  <a:pt x="14" y="293"/>
                </a:lnTo>
                <a:lnTo>
                  <a:pt x="11" y="304"/>
                </a:lnTo>
                <a:lnTo>
                  <a:pt x="8" y="315"/>
                </a:lnTo>
                <a:lnTo>
                  <a:pt x="6" y="327"/>
                </a:lnTo>
                <a:lnTo>
                  <a:pt x="5" y="339"/>
                </a:lnTo>
                <a:lnTo>
                  <a:pt x="4" y="350"/>
                </a:lnTo>
                <a:lnTo>
                  <a:pt x="3" y="362"/>
                </a:lnTo>
                <a:lnTo>
                  <a:pt x="3" y="373"/>
                </a:lnTo>
                <a:lnTo>
                  <a:pt x="3" y="385"/>
                </a:lnTo>
                <a:lnTo>
                  <a:pt x="4" y="397"/>
                </a:lnTo>
                <a:lnTo>
                  <a:pt x="5" y="408"/>
                </a:lnTo>
                <a:lnTo>
                  <a:pt x="6" y="420"/>
                </a:lnTo>
                <a:lnTo>
                  <a:pt x="8" y="431"/>
                </a:lnTo>
                <a:lnTo>
                  <a:pt x="11" y="443"/>
                </a:lnTo>
                <a:lnTo>
                  <a:pt x="14" y="454"/>
                </a:lnTo>
                <a:lnTo>
                  <a:pt x="17" y="466"/>
                </a:lnTo>
                <a:lnTo>
                  <a:pt x="21" y="477"/>
                </a:lnTo>
                <a:lnTo>
                  <a:pt x="25" y="488"/>
                </a:lnTo>
                <a:lnTo>
                  <a:pt x="30" y="499"/>
                </a:lnTo>
                <a:lnTo>
                  <a:pt x="35" y="510"/>
                </a:lnTo>
                <a:lnTo>
                  <a:pt x="41" y="521"/>
                </a:lnTo>
                <a:lnTo>
                  <a:pt x="47" y="531"/>
                </a:lnTo>
                <a:lnTo>
                  <a:pt x="53" y="542"/>
                </a:lnTo>
                <a:lnTo>
                  <a:pt x="60" y="552"/>
                </a:lnTo>
                <a:lnTo>
                  <a:pt x="67" y="562"/>
                </a:lnTo>
                <a:lnTo>
                  <a:pt x="75" y="572"/>
                </a:lnTo>
                <a:lnTo>
                  <a:pt x="83" y="582"/>
                </a:lnTo>
                <a:lnTo>
                  <a:pt x="92" y="591"/>
                </a:lnTo>
                <a:lnTo>
                  <a:pt x="101" y="601"/>
                </a:lnTo>
                <a:lnTo>
                  <a:pt x="110" y="610"/>
                </a:lnTo>
                <a:lnTo>
                  <a:pt x="119" y="618"/>
                </a:lnTo>
                <a:lnTo>
                  <a:pt x="129" y="627"/>
                </a:lnTo>
                <a:lnTo>
                  <a:pt x="139" y="635"/>
                </a:lnTo>
                <a:lnTo>
                  <a:pt x="150" y="644"/>
                </a:lnTo>
                <a:lnTo>
                  <a:pt x="160" y="651"/>
                </a:lnTo>
                <a:lnTo>
                  <a:pt x="171" y="659"/>
                </a:lnTo>
                <a:lnTo>
                  <a:pt x="183" y="666"/>
                </a:lnTo>
                <a:lnTo>
                  <a:pt x="194" y="673"/>
                </a:lnTo>
                <a:lnTo>
                  <a:pt x="206" y="680"/>
                </a:lnTo>
                <a:lnTo>
                  <a:pt x="218" y="686"/>
                </a:lnTo>
                <a:lnTo>
                  <a:pt x="231" y="692"/>
                </a:lnTo>
                <a:lnTo>
                  <a:pt x="243" y="698"/>
                </a:lnTo>
                <a:lnTo>
                  <a:pt x="256" y="704"/>
                </a:lnTo>
                <a:lnTo>
                  <a:pt x="269" y="709"/>
                </a:lnTo>
                <a:lnTo>
                  <a:pt x="282" y="714"/>
                </a:lnTo>
                <a:lnTo>
                  <a:pt x="296" y="718"/>
                </a:lnTo>
                <a:lnTo>
                  <a:pt x="309" y="722"/>
                </a:lnTo>
                <a:lnTo>
                  <a:pt x="323" y="726"/>
                </a:lnTo>
                <a:lnTo>
                  <a:pt x="337" y="729"/>
                </a:lnTo>
                <a:lnTo>
                  <a:pt x="351" y="732"/>
                </a:lnTo>
                <a:lnTo>
                  <a:pt x="365" y="735"/>
                </a:lnTo>
                <a:lnTo>
                  <a:pt x="379" y="737"/>
                </a:lnTo>
                <a:lnTo>
                  <a:pt x="394" y="739"/>
                </a:lnTo>
                <a:lnTo>
                  <a:pt x="408" y="741"/>
                </a:lnTo>
                <a:lnTo>
                  <a:pt x="422" y="742"/>
                </a:lnTo>
                <a:lnTo>
                  <a:pt x="437" y="743"/>
                </a:lnTo>
                <a:lnTo>
                  <a:pt x="451" y="744"/>
                </a:lnTo>
                <a:lnTo>
                  <a:pt x="466" y="744"/>
                </a:lnTo>
                <a:lnTo>
                  <a:pt x="480" y="744"/>
                </a:lnTo>
                <a:lnTo>
                  <a:pt x="495" y="743"/>
                </a:lnTo>
                <a:lnTo>
                  <a:pt x="509" y="742"/>
                </a:lnTo>
                <a:lnTo>
                  <a:pt x="524" y="741"/>
                </a:lnTo>
                <a:lnTo>
                  <a:pt x="538" y="739"/>
                </a:lnTo>
                <a:lnTo>
                  <a:pt x="552" y="737"/>
                </a:lnTo>
                <a:lnTo>
                  <a:pt x="567" y="735"/>
                </a:lnTo>
                <a:lnTo>
                  <a:pt x="581" y="732"/>
                </a:lnTo>
                <a:lnTo>
                  <a:pt x="595" y="729"/>
                </a:lnTo>
                <a:lnTo>
                  <a:pt x="609" y="726"/>
                </a:lnTo>
                <a:lnTo>
                  <a:pt x="622" y="722"/>
                </a:lnTo>
                <a:lnTo>
                  <a:pt x="636" y="718"/>
                </a:lnTo>
                <a:lnTo>
                  <a:pt x="649" y="714"/>
                </a:lnTo>
                <a:lnTo>
                  <a:pt x="663" y="709"/>
                </a:lnTo>
                <a:lnTo>
                  <a:pt x="676" y="704"/>
                </a:lnTo>
                <a:lnTo>
                  <a:pt x="688" y="698"/>
                </a:lnTo>
                <a:lnTo>
                  <a:pt x="701" y="692"/>
                </a:lnTo>
                <a:lnTo>
                  <a:pt x="713" y="686"/>
                </a:lnTo>
                <a:lnTo>
                  <a:pt x="725" y="680"/>
                </a:lnTo>
                <a:lnTo>
                  <a:pt x="737" y="673"/>
                </a:lnTo>
                <a:lnTo>
                  <a:pt x="749" y="666"/>
                </a:lnTo>
                <a:lnTo>
                  <a:pt x="760" y="659"/>
                </a:lnTo>
                <a:lnTo>
                  <a:pt x="771" y="651"/>
                </a:lnTo>
                <a:lnTo>
                  <a:pt x="782" y="644"/>
                </a:lnTo>
                <a:lnTo>
                  <a:pt x="792" y="635"/>
                </a:lnTo>
                <a:lnTo>
                  <a:pt x="803" y="627"/>
                </a:lnTo>
                <a:lnTo>
                  <a:pt x="812" y="618"/>
                </a:lnTo>
                <a:lnTo>
                  <a:pt x="822" y="610"/>
                </a:lnTo>
                <a:lnTo>
                  <a:pt x="831" y="601"/>
                </a:lnTo>
                <a:lnTo>
                  <a:pt x="840" y="591"/>
                </a:lnTo>
                <a:lnTo>
                  <a:pt x="848" y="582"/>
                </a:lnTo>
                <a:lnTo>
                  <a:pt x="856" y="572"/>
                </a:lnTo>
                <a:lnTo>
                  <a:pt x="863" y="562"/>
                </a:lnTo>
                <a:lnTo>
                  <a:pt x="871" y="552"/>
                </a:lnTo>
                <a:lnTo>
                  <a:pt x="877" y="542"/>
                </a:lnTo>
                <a:lnTo>
                  <a:pt x="884" y="531"/>
                </a:lnTo>
                <a:lnTo>
                  <a:pt x="890" y="521"/>
                </a:lnTo>
                <a:lnTo>
                  <a:pt x="895" y="510"/>
                </a:lnTo>
                <a:lnTo>
                  <a:pt x="900" y="499"/>
                </a:lnTo>
                <a:lnTo>
                  <a:pt x="905" y="488"/>
                </a:lnTo>
                <a:lnTo>
                  <a:pt x="909" y="477"/>
                </a:lnTo>
                <a:lnTo>
                  <a:pt x="913" y="466"/>
                </a:lnTo>
                <a:lnTo>
                  <a:pt x="917" y="454"/>
                </a:lnTo>
                <a:lnTo>
                  <a:pt x="920" y="443"/>
                </a:lnTo>
                <a:lnTo>
                  <a:pt x="922" y="431"/>
                </a:lnTo>
                <a:lnTo>
                  <a:pt x="924" y="420"/>
                </a:lnTo>
                <a:lnTo>
                  <a:pt x="926" y="408"/>
                </a:lnTo>
                <a:lnTo>
                  <a:pt x="927" y="397"/>
                </a:lnTo>
                <a:lnTo>
                  <a:pt x="928" y="385"/>
                </a:lnTo>
                <a:lnTo>
                  <a:pt x="928" y="373"/>
                </a:lnTo>
                <a:moveTo>
                  <a:pt x="930" y="373"/>
                </a:moveTo>
                <a:lnTo>
                  <a:pt x="930" y="385"/>
                </a:lnTo>
                <a:lnTo>
                  <a:pt x="929" y="397"/>
                </a:lnTo>
                <a:lnTo>
                  <a:pt x="928" y="408"/>
                </a:lnTo>
                <a:lnTo>
                  <a:pt x="926" y="420"/>
                </a:lnTo>
                <a:lnTo>
                  <a:pt x="924" y="432"/>
                </a:lnTo>
                <a:lnTo>
                  <a:pt x="922" y="443"/>
                </a:lnTo>
                <a:lnTo>
                  <a:pt x="919" y="455"/>
                </a:lnTo>
                <a:lnTo>
                  <a:pt x="916" y="466"/>
                </a:lnTo>
                <a:lnTo>
                  <a:pt x="912" y="477"/>
                </a:lnTo>
                <a:lnTo>
                  <a:pt x="907" y="488"/>
                </a:lnTo>
                <a:lnTo>
                  <a:pt x="903" y="500"/>
                </a:lnTo>
                <a:lnTo>
                  <a:pt x="898" y="510"/>
                </a:lnTo>
                <a:lnTo>
                  <a:pt x="892" y="521"/>
                </a:lnTo>
                <a:lnTo>
                  <a:pt x="886" y="532"/>
                </a:lnTo>
                <a:lnTo>
                  <a:pt x="880" y="542"/>
                </a:lnTo>
                <a:lnTo>
                  <a:pt x="873" y="553"/>
                </a:lnTo>
                <a:lnTo>
                  <a:pt x="865" y="563"/>
                </a:lnTo>
                <a:lnTo>
                  <a:pt x="858" y="573"/>
                </a:lnTo>
                <a:lnTo>
                  <a:pt x="850" y="583"/>
                </a:lnTo>
                <a:lnTo>
                  <a:pt x="841" y="592"/>
                </a:lnTo>
                <a:lnTo>
                  <a:pt x="833" y="602"/>
                </a:lnTo>
                <a:lnTo>
                  <a:pt x="824" y="611"/>
                </a:lnTo>
                <a:lnTo>
                  <a:pt x="814" y="620"/>
                </a:lnTo>
                <a:lnTo>
                  <a:pt x="804" y="628"/>
                </a:lnTo>
                <a:lnTo>
                  <a:pt x="794" y="637"/>
                </a:lnTo>
                <a:lnTo>
                  <a:pt x="784" y="645"/>
                </a:lnTo>
                <a:lnTo>
                  <a:pt x="773" y="653"/>
                </a:lnTo>
                <a:lnTo>
                  <a:pt x="762" y="660"/>
                </a:lnTo>
                <a:lnTo>
                  <a:pt x="750" y="668"/>
                </a:lnTo>
                <a:lnTo>
                  <a:pt x="739" y="675"/>
                </a:lnTo>
                <a:lnTo>
                  <a:pt x="727" y="681"/>
                </a:lnTo>
                <a:lnTo>
                  <a:pt x="715" y="688"/>
                </a:lnTo>
                <a:lnTo>
                  <a:pt x="702" y="694"/>
                </a:lnTo>
                <a:lnTo>
                  <a:pt x="689" y="700"/>
                </a:lnTo>
                <a:lnTo>
                  <a:pt x="677" y="705"/>
                </a:lnTo>
                <a:lnTo>
                  <a:pt x="663" y="710"/>
                </a:lnTo>
                <a:lnTo>
                  <a:pt x="650" y="715"/>
                </a:lnTo>
                <a:lnTo>
                  <a:pt x="637" y="720"/>
                </a:lnTo>
                <a:lnTo>
                  <a:pt x="623" y="724"/>
                </a:lnTo>
                <a:lnTo>
                  <a:pt x="609" y="728"/>
                </a:lnTo>
                <a:lnTo>
                  <a:pt x="595" y="731"/>
                </a:lnTo>
                <a:lnTo>
                  <a:pt x="581" y="734"/>
                </a:lnTo>
                <a:lnTo>
                  <a:pt x="567" y="737"/>
                </a:lnTo>
                <a:lnTo>
                  <a:pt x="553" y="739"/>
                </a:lnTo>
                <a:lnTo>
                  <a:pt x="538" y="741"/>
                </a:lnTo>
                <a:lnTo>
                  <a:pt x="524" y="743"/>
                </a:lnTo>
                <a:lnTo>
                  <a:pt x="509" y="744"/>
                </a:lnTo>
                <a:lnTo>
                  <a:pt x="495" y="745"/>
                </a:lnTo>
                <a:lnTo>
                  <a:pt x="480" y="746"/>
                </a:lnTo>
                <a:lnTo>
                  <a:pt x="466" y="746"/>
                </a:lnTo>
                <a:lnTo>
                  <a:pt x="451" y="746"/>
                </a:lnTo>
                <a:lnTo>
                  <a:pt x="437" y="745"/>
                </a:lnTo>
                <a:lnTo>
                  <a:pt x="422" y="744"/>
                </a:lnTo>
                <a:lnTo>
                  <a:pt x="408" y="743"/>
                </a:lnTo>
                <a:lnTo>
                  <a:pt x="393" y="741"/>
                </a:lnTo>
                <a:lnTo>
                  <a:pt x="379" y="739"/>
                </a:lnTo>
                <a:lnTo>
                  <a:pt x="365" y="737"/>
                </a:lnTo>
                <a:lnTo>
                  <a:pt x="350" y="734"/>
                </a:lnTo>
                <a:lnTo>
                  <a:pt x="336" y="731"/>
                </a:lnTo>
                <a:lnTo>
                  <a:pt x="322" y="728"/>
                </a:lnTo>
                <a:lnTo>
                  <a:pt x="309" y="724"/>
                </a:lnTo>
                <a:lnTo>
                  <a:pt x="295" y="720"/>
                </a:lnTo>
                <a:lnTo>
                  <a:pt x="281" y="715"/>
                </a:lnTo>
                <a:lnTo>
                  <a:pt x="268" y="710"/>
                </a:lnTo>
                <a:lnTo>
                  <a:pt x="255" y="705"/>
                </a:lnTo>
                <a:lnTo>
                  <a:pt x="242" y="700"/>
                </a:lnTo>
                <a:lnTo>
                  <a:pt x="229" y="694"/>
                </a:lnTo>
                <a:lnTo>
                  <a:pt x="217" y="688"/>
                </a:lnTo>
                <a:lnTo>
                  <a:pt x="205" y="681"/>
                </a:lnTo>
                <a:lnTo>
                  <a:pt x="193" y="675"/>
                </a:lnTo>
                <a:lnTo>
                  <a:pt x="181" y="668"/>
                </a:lnTo>
                <a:lnTo>
                  <a:pt x="170" y="660"/>
                </a:lnTo>
                <a:lnTo>
                  <a:pt x="159" y="653"/>
                </a:lnTo>
                <a:lnTo>
                  <a:pt x="148" y="645"/>
                </a:lnTo>
                <a:lnTo>
                  <a:pt x="137" y="637"/>
                </a:lnTo>
                <a:lnTo>
                  <a:pt x="127" y="628"/>
                </a:lnTo>
                <a:lnTo>
                  <a:pt x="118" y="620"/>
                </a:lnTo>
                <a:lnTo>
                  <a:pt x="108" y="611"/>
                </a:lnTo>
                <a:lnTo>
                  <a:pt x="99" y="602"/>
                </a:lnTo>
                <a:lnTo>
                  <a:pt x="89" y="592"/>
                </a:lnTo>
                <a:lnTo>
                  <a:pt x="81" y="583"/>
                </a:lnTo>
                <a:lnTo>
                  <a:pt x="73" y="573"/>
                </a:lnTo>
                <a:lnTo>
                  <a:pt x="65" y="563"/>
                </a:lnTo>
                <a:lnTo>
                  <a:pt x="58" y="553"/>
                </a:lnTo>
                <a:lnTo>
                  <a:pt x="51" y="542"/>
                </a:lnTo>
                <a:lnTo>
                  <a:pt x="45" y="532"/>
                </a:lnTo>
                <a:lnTo>
                  <a:pt x="39" y="521"/>
                </a:lnTo>
                <a:lnTo>
                  <a:pt x="33" y="510"/>
                </a:lnTo>
                <a:lnTo>
                  <a:pt x="28" y="500"/>
                </a:lnTo>
                <a:lnTo>
                  <a:pt x="23" y="488"/>
                </a:lnTo>
                <a:lnTo>
                  <a:pt x="19" y="477"/>
                </a:lnTo>
                <a:lnTo>
                  <a:pt x="15" y="466"/>
                </a:lnTo>
                <a:lnTo>
                  <a:pt x="12" y="455"/>
                </a:lnTo>
                <a:lnTo>
                  <a:pt x="9" y="443"/>
                </a:lnTo>
                <a:lnTo>
                  <a:pt x="6" y="432"/>
                </a:lnTo>
                <a:lnTo>
                  <a:pt x="4" y="420"/>
                </a:lnTo>
                <a:lnTo>
                  <a:pt x="3" y="408"/>
                </a:lnTo>
                <a:lnTo>
                  <a:pt x="1" y="397"/>
                </a:lnTo>
                <a:lnTo>
                  <a:pt x="1" y="385"/>
                </a:lnTo>
                <a:lnTo>
                  <a:pt x="0" y="373"/>
                </a:lnTo>
                <a:lnTo>
                  <a:pt x="1" y="362"/>
                </a:lnTo>
                <a:lnTo>
                  <a:pt x="1" y="350"/>
                </a:lnTo>
                <a:lnTo>
                  <a:pt x="3" y="338"/>
                </a:lnTo>
                <a:lnTo>
                  <a:pt x="4" y="327"/>
                </a:lnTo>
                <a:lnTo>
                  <a:pt x="6" y="315"/>
                </a:lnTo>
                <a:lnTo>
                  <a:pt x="9" y="304"/>
                </a:lnTo>
                <a:lnTo>
                  <a:pt x="12" y="292"/>
                </a:lnTo>
                <a:lnTo>
                  <a:pt x="15" y="281"/>
                </a:lnTo>
                <a:lnTo>
                  <a:pt x="19" y="269"/>
                </a:lnTo>
                <a:lnTo>
                  <a:pt x="23" y="258"/>
                </a:lnTo>
                <a:lnTo>
                  <a:pt x="28" y="247"/>
                </a:lnTo>
                <a:lnTo>
                  <a:pt x="33" y="236"/>
                </a:lnTo>
                <a:lnTo>
                  <a:pt x="39" y="225"/>
                </a:lnTo>
                <a:lnTo>
                  <a:pt x="45" y="215"/>
                </a:lnTo>
                <a:lnTo>
                  <a:pt x="51" y="204"/>
                </a:lnTo>
                <a:lnTo>
                  <a:pt x="58" y="194"/>
                </a:lnTo>
                <a:lnTo>
                  <a:pt x="65" y="184"/>
                </a:lnTo>
                <a:lnTo>
                  <a:pt x="73" y="174"/>
                </a:lnTo>
                <a:lnTo>
                  <a:pt x="81" y="164"/>
                </a:lnTo>
                <a:lnTo>
                  <a:pt x="89" y="154"/>
                </a:lnTo>
                <a:lnTo>
                  <a:pt x="99" y="145"/>
                </a:lnTo>
                <a:lnTo>
                  <a:pt x="108" y="136"/>
                </a:lnTo>
                <a:lnTo>
                  <a:pt x="118" y="126"/>
                </a:lnTo>
                <a:lnTo>
                  <a:pt x="127" y="117"/>
                </a:lnTo>
                <a:lnTo>
                  <a:pt x="137" y="109"/>
                </a:lnTo>
                <a:lnTo>
                  <a:pt x="148" y="101"/>
                </a:lnTo>
                <a:lnTo>
                  <a:pt x="159" y="93"/>
                </a:lnTo>
                <a:lnTo>
                  <a:pt x="170" y="85"/>
                </a:lnTo>
                <a:lnTo>
                  <a:pt x="181" y="78"/>
                </a:lnTo>
                <a:lnTo>
                  <a:pt x="193" y="71"/>
                </a:lnTo>
                <a:lnTo>
                  <a:pt x="205" y="64"/>
                </a:lnTo>
                <a:lnTo>
                  <a:pt x="217" y="58"/>
                </a:lnTo>
                <a:lnTo>
                  <a:pt x="229" y="52"/>
                </a:lnTo>
                <a:lnTo>
                  <a:pt x="242" y="46"/>
                </a:lnTo>
                <a:lnTo>
                  <a:pt x="255" y="41"/>
                </a:lnTo>
                <a:lnTo>
                  <a:pt x="268" y="35"/>
                </a:lnTo>
                <a:lnTo>
                  <a:pt x="281" y="31"/>
                </a:lnTo>
                <a:lnTo>
                  <a:pt x="295" y="26"/>
                </a:lnTo>
                <a:lnTo>
                  <a:pt x="309" y="22"/>
                </a:lnTo>
                <a:lnTo>
                  <a:pt x="322" y="18"/>
                </a:lnTo>
                <a:lnTo>
                  <a:pt x="336" y="15"/>
                </a:lnTo>
                <a:lnTo>
                  <a:pt x="350" y="12"/>
                </a:lnTo>
                <a:lnTo>
                  <a:pt x="365" y="9"/>
                </a:lnTo>
                <a:lnTo>
                  <a:pt x="379" y="7"/>
                </a:lnTo>
                <a:lnTo>
                  <a:pt x="393" y="5"/>
                </a:lnTo>
                <a:lnTo>
                  <a:pt x="408" y="3"/>
                </a:lnTo>
                <a:lnTo>
                  <a:pt x="422" y="2"/>
                </a:lnTo>
                <a:lnTo>
                  <a:pt x="437" y="1"/>
                </a:lnTo>
                <a:lnTo>
                  <a:pt x="451" y="0"/>
                </a:lnTo>
                <a:lnTo>
                  <a:pt x="466" y="0"/>
                </a:lnTo>
                <a:lnTo>
                  <a:pt x="480" y="0"/>
                </a:lnTo>
                <a:lnTo>
                  <a:pt x="495" y="1"/>
                </a:lnTo>
                <a:lnTo>
                  <a:pt x="509" y="2"/>
                </a:lnTo>
                <a:lnTo>
                  <a:pt x="524" y="3"/>
                </a:lnTo>
                <a:lnTo>
                  <a:pt x="538" y="5"/>
                </a:lnTo>
                <a:lnTo>
                  <a:pt x="553" y="7"/>
                </a:lnTo>
                <a:lnTo>
                  <a:pt x="567" y="9"/>
                </a:lnTo>
                <a:lnTo>
                  <a:pt x="581" y="12"/>
                </a:lnTo>
                <a:lnTo>
                  <a:pt x="595" y="15"/>
                </a:lnTo>
                <a:lnTo>
                  <a:pt x="609" y="18"/>
                </a:lnTo>
                <a:lnTo>
                  <a:pt x="623" y="22"/>
                </a:lnTo>
                <a:lnTo>
                  <a:pt x="637" y="26"/>
                </a:lnTo>
                <a:lnTo>
                  <a:pt x="650" y="31"/>
                </a:lnTo>
                <a:lnTo>
                  <a:pt x="663" y="35"/>
                </a:lnTo>
                <a:lnTo>
                  <a:pt x="677" y="41"/>
                </a:lnTo>
                <a:lnTo>
                  <a:pt x="689" y="46"/>
                </a:lnTo>
                <a:lnTo>
                  <a:pt x="702" y="52"/>
                </a:lnTo>
                <a:lnTo>
                  <a:pt x="715" y="58"/>
                </a:lnTo>
                <a:lnTo>
                  <a:pt x="727" y="64"/>
                </a:lnTo>
                <a:lnTo>
                  <a:pt x="739" y="71"/>
                </a:lnTo>
                <a:lnTo>
                  <a:pt x="750" y="78"/>
                </a:lnTo>
                <a:lnTo>
                  <a:pt x="762" y="85"/>
                </a:lnTo>
                <a:lnTo>
                  <a:pt x="773" y="93"/>
                </a:lnTo>
                <a:lnTo>
                  <a:pt x="784" y="101"/>
                </a:lnTo>
                <a:lnTo>
                  <a:pt x="794" y="109"/>
                </a:lnTo>
                <a:lnTo>
                  <a:pt x="804" y="117"/>
                </a:lnTo>
                <a:lnTo>
                  <a:pt x="814" y="126"/>
                </a:lnTo>
                <a:lnTo>
                  <a:pt x="824" y="136"/>
                </a:lnTo>
                <a:lnTo>
                  <a:pt x="833" y="145"/>
                </a:lnTo>
                <a:lnTo>
                  <a:pt x="841" y="154"/>
                </a:lnTo>
                <a:lnTo>
                  <a:pt x="850" y="164"/>
                </a:lnTo>
                <a:lnTo>
                  <a:pt x="858" y="174"/>
                </a:lnTo>
                <a:lnTo>
                  <a:pt x="865" y="184"/>
                </a:lnTo>
                <a:lnTo>
                  <a:pt x="873" y="194"/>
                </a:lnTo>
                <a:lnTo>
                  <a:pt x="880" y="204"/>
                </a:lnTo>
                <a:lnTo>
                  <a:pt x="886" y="215"/>
                </a:lnTo>
                <a:lnTo>
                  <a:pt x="892" y="225"/>
                </a:lnTo>
                <a:lnTo>
                  <a:pt x="898" y="236"/>
                </a:lnTo>
                <a:lnTo>
                  <a:pt x="903" y="247"/>
                </a:lnTo>
                <a:lnTo>
                  <a:pt x="907" y="258"/>
                </a:lnTo>
                <a:lnTo>
                  <a:pt x="912" y="269"/>
                </a:lnTo>
                <a:lnTo>
                  <a:pt x="916" y="281"/>
                </a:lnTo>
                <a:lnTo>
                  <a:pt x="919" y="292"/>
                </a:lnTo>
                <a:lnTo>
                  <a:pt x="922" y="304"/>
                </a:lnTo>
                <a:lnTo>
                  <a:pt x="924" y="315"/>
                </a:lnTo>
                <a:lnTo>
                  <a:pt x="926" y="327"/>
                </a:lnTo>
                <a:lnTo>
                  <a:pt x="928" y="338"/>
                </a:lnTo>
                <a:lnTo>
                  <a:pt x="929" y="350"/>
                </a:lnTo>
                <a:lnTo>
                  <a:pt x="930" y="362"/>
                </a:lnTo>
                <a:lnTo>
                  <a:pt x="930" y="373"/>
                </a:lnTo>
                <a:close/>
              </a:path>
            </a:pathLst>
          </a:custGeom>
          <a:solidFill>
            <a:srgbClr val="ffa8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1" name=""/>
          <p:cNvSpPr/>
          <p:nvPr/>
        </p:nvSpPr>
        <p:spPr>
          <a:xfrm>
            <a:off x="4810680" y="1693080"/>
            <a:ext cx="336240" cy="270000"/>
          </a:xfrm>
          <a:custGeom>
            <a:avLst/>
            <a:gdLst/>
            <a:ahLst/>
            <a:rect l="0" t="0" r="r" b="b"/>
            <a:pathLst>
              <a:path w="934" h="750">
                <a:moveTo>
                  <a:pt x="932" y="375"/>
                </a:moveTo>
                <a:lnTo>
                  <a:pt x="932" y="364"/>
                </a:lnTo>
                <a:lnTo>
                  <a:pt x="931" y="352"/>
                </a:lnTo>
                <a:lnTo>
                  <a:pt x="930" y="340"/>
                </a:lnTo>
                <a:lnTo>
                  <a:pt x="928" y="329"/>
                </a:lnTo>
                <a:lnTo>
                  <a:pt x="926" y="317"/>
                </a:lnTo>
                <a:lnTo>
                  <a:pt x="924" y="306"/>
                </a:lnTo>
                <a:lnTo>
                  <a:pt x="921" y="294"/>
                </a:lnTo>
                <a:lnTo>
                  <a:pt x="918" y="283"/>
                </a:lnTo>
                <a:lnTo>
                  <a:pt x="914" y="271"/>
                </a:lnTo>
                <a:lnTo>
                  <a:pt x="909" y="260"/>
                </a:lnTo>
                <a:lnTo>
                  <a:pt x="905" y="249"/>
                </a:lnTo>
                <a:lnTo>
                  <a:pt x="900" y="238"/>
                </a:lnTo>
                <a:lnTo>
                  <a:pt x="894" y="227"/>
                </a:lnTo>
                <a:lnTo>
                  <a:pt x="888" y="217"/>
                </a:lnTo>
                <a:lnTo>
                  <a:pt x="882" y="206"/>
                </a:lnTo>
                <a:lnTo>
                  <a:pt x="875" y="196"/>
                </a:lnTo>
                <a:lnTo>
                  <a:pt x="867" y="186"/>
                </a:lnTo>
                <a:lnTo>
                  <a:pt x="860" y="176"/>
                </a:lnTo>
                <a:lnTo>
                  <a:pt x="852" y="166"/>
                </a:lnTo>
                <a:lnTo>
                  <a:pt x="843" y="155"/>
                </a:lnTo>
                <a:lnTo>
                  <a:pt x="835" y="146"/>
                </a:lnTo>
                <a:lnTo>
                  <a:pt x="826" y="137"/>
                </a:lnTo>
                <a:lnTo>
                  <a:pt x="816" y="128"/>
                </a:lnTo>
                <a:lnTo>
                  <a:pt x="806" y="119"/>
                </a:lnTo>
                <a:lnTo>
                  <a:pt x="796" y="111"/>
                </a:lnTo>
                <a:lnTo>
                  <a:pt x="786" y="103"/>
                </a:lnTo>
                <a:lnTo>
                  <a:pt x="775" y="95"/>
                </a:lnTo>
                <a:lnTo>
                  <a:pt x="764" y="87"/>
                </a:lnTo>
                <a:lnTo>
                  <a:pt x="752" y="80"/>
                </a:lnTo>
                <a:lnTo>
                  <a:pt x="741" y="73"/>
                </a:lnTo>
                <a:lnTo>
                  <a:pt x="729" y="66"/>
                </a:lnTo>
                <a:lnTo>
                  <a:pt x="717" y="60"/>
                </a:lnTo>
                <a:lnTo>
                  <a:pt x="704" y="54"/>
                </a:lnTo>
                <a:lnTo>
                  <a:pt x="691" y="48"/>
                </a:lnTo>
                <a:lnTo>
                  <a:pt x="679" y="43"/>
                </a:lnTo>
                <a:lnTo>
                  <a:pt x="665" y="37"/>
                </a:lnTo>
                <a:lnTo>
                  <a:pt x="652" y="33"/>
                </a:lnTo>
                <a:lnTo>
                  <a:pt x="639" y="28"/>
                </a:lnTo>
                <a:lnTo>
                  <a:pt x="625" y="24"/>
                </a:lnTo>
                <a:lnTo>
                  <a:pt x="611" y="20"/>
                </a:lnTo>
                <a:lnTo>
                  <a:pt x="597" y="17"/>
                </a:lnTo>
                <a:lnTo>
                  <a:pt x="583" y="14"/>
                </a:lnTo>
                <a:lnTo>
                  <a:pt x="569" y="11"/>
                </a:lnTo>
                <a:lnTo>
                  <a:pt x="555" y="9"/>
                </a:lnTo>
                <a:lnTo>
                  <a:pt x="540" y="7"/>
                </a:lnTo>
                <a:lnTo>
                  <a:pt x="526" y="5"/>
                </a:lnTo>
                <a:lnTo>
                  <a:pt x="511" y="4"/>
                </a:lnTo>
                <a:lnTo>
                  <a:pt x="497" y="3"/>
                </a:lnTo>
                <a:lnTo>
                  <a:pt x="482" y="2"/>
                </a:lnTo>
                <a:lnTo>
                  <a:pt x="468" y="2"/>
                </a:lnTo>
                <a:lnTo>
                  <a:pt x="453" y="2"/>
                </a:lnTo>
                <a:lnTo>
                  <a:pt x="439" y="3"/>
                </a:lnTo>
                <a:lnTo>
                  <a:pt x="424" y="4"/>
                </a:lnTo>
                <a:lnTo>
                  <a:pt x="410" y="5"/>
                </a:lnTo>
                <a:lnTo>
                  <a:pt x="395" y="7"/>
                </a:lnTo>
                <a:lnTo>
                  <a:pt x="381" y="9"/>
                </a:lnTo>
                <a:lnTo>
                  <a:pt x="367" y="11"/>
                </a:lnTo>
                <a:lnTo>
                  <a:pt x="352" y="14"/>
                </a:lnTo>
                <a:lnTo>
                  <a:pt x="338" y="17"/>
                </a:lnTo>
                <a:lnTo>
                  <a:pt x="324" y="20"/>
                </a:lnTo>
                <a:lnTo>
                  <a:pt x="311" y="24"/>
                </a:lnTo>
                <a:lnTo>
                  <a:pt x="297" y="28"/>
                </a:lnTo>
                <a:lnTo>
                  <a:pt x="283" y="33"/>
                </a:lnTo>
                <a:lnTo>
                  <a:pt x="270" y="37"/>
                </a:lnTo>
                <a:lnTo>
                  <a:pt x="257" y="43"/>
                </a:lnTo>
                <a:lnTo>
                  <a:pt x="244" y="48"/>
                </a:lnTo>
                <a:lnTo>
                  <a:pt x="231" y="54"/>
                </a:lnTo>
                <a:lnTo>
                  <a:pt x="219" y="60"/>
                </a:lnTo>
                <a:lnTo>
                  <a:pt x="207" y="66"/>
                </a:lnTo>
                <a:lnTo>
                  <a:pt x="195" y="73"/>
                </a:lnTo>
                <a:lnTo>
                  <a:pt x="183" y="80"/>
                </a:lnTo>
                <a:lnTo>
                  <a:pt x="172" y="87"/>
                </a:lnTo>
                <a:lnTo>
                  <a:pt x="160" y="95"/>
                </a:lnTo>
                <a:lnTo>
                  <a:pt x="149" y="103"/>
                </a:lnTo>
                <a:lnTo>
                  <a:pt x="138" y="111"/>
                </a:lnTo>
                <a:lnTo>
                  <a:pt x="128" y="119"/>
                </a:lnTo>
                <a:lnTo>
                  <a:pt x="119" y="128"/>
                </a:lnTo>
                <a:lnTo>
                  <a:pt x="109" y="137"/>
                </a:lnTo>
                <a:lnTo>
                  <a:pt x="100" y="146"/>
                </a:lnTo>
                <a:lnTo>
                  <a:pt x="91" y="155"/>
                </a:lnTo>
                <a:lnTo>
                  <a:pt x="83" y="166"/>
                </a:lnTo>
                <a:lnTo>
                  <a:pt x="75" y="176"/>
                </a:lnTo>
                <a:lnTo>
                  <a:pt x="67" y="186"/>
                </a:lnTo>
                <a:lnTo>
                  <a:pt x="60" y="196"/>
                </a:lnTo>
                <a:lnTo>
                  <a:pt x="53" y="206"/>
                </a:lnTo>
                <a:lnTo>
                  <a:pt x="47" y="217"/>
                </a:lnTo>
                <a:lnTo>
                  <a:pt x="41" y="227"/>
                </a:lnTo>
                <a:lnTo>
                  <a:pt x="35" y="238"/>
                </a:lnTo>
                <a:lnTo>
                  <a:pt x="30" y="249"/>
                </a:lnTo>
                <a:lnTo>
                  <a:pt x="25" y="260"/>
                </a:lnTo>
                <a:lnTo>
                  <a:pt x="21" y="271"/>
                </a:lnTo>
                <a:lnTo>
                  <a:pt x="17" y="283"/>
                </a:lnTo>
                <a:lnTo>
                  <a:pt x="14" y="294"/>
                </a:lnTo>
                <a:lnTo>
                  <a:pt x="11" y="306"/>
                </a:lnTo>
                <a:lnTo>
                  <a:pt x="8" y="317"/>
                </a:lnTo>
                <a:lnTo>
                  <a:pt x="6" y="329"/>
                </a:lnTo>
                <a:lnTo>
                  <a:pt x="5" y="340"/>
                </a:lnTo>
                <a:lnTo>
                  <a:pt x="3" y="352"/>
                </a:lnTo>
                <a:lnTo>
                  <a:pt x="3" y="364"/>
                </a:lnTo>
                <a:lnTo>
                  <a:pt x="2" y="375"/>
                </a:lnTo>
                <a:lnTo>
                  <a:pt x="3" y="387"/>
                </a:lnTo>
                <a:lnTo>
                  <a:pt x="3" y="399"/>
                </a:lnTo>
                <a:lnTo>
                  <a:pt x="5" y="410"/>
                </a:lnTo>
                <a:lnTo>
                  <a:pt x="6" y="422"/>
                </a:lnTo>
                <a:lnTo>
                  <a:pt x="8" y="434"/>
                </a:lnTo>
                <a:lnTo>
                  <a:pt x="11" y="445"/>
                </a:lnTo>
                <a:lnTo>
                  <a:pt x="14" y="457"/>
                </a:lnTo>
                <a:lnTo>
                  <a:pt x="17" y="468"/>
                </a:lnTo>
                <a:lnTo>
                  <a:pt x="21" y="479"/>
                </a:lnTo>
                <a:lnTo>
                  <a:pt x="25" y="490"/>
                </a:lnTo>
                <a:lnTo>
                  <a:pt x="30" y="502"/>
                </a:lnTo>
                <a:lnTo>
                  <a:pt x="35" y="512"/>
                </a:lnTo>
                <a:lnTo>
                  <a:pt x="41" y="523"/>
                </a:lnTo>
                <a:lnTo>
                  <a:pt x="47" y="534"/>
                </a:lnTo>
                <a:lnTo>
                  <a:pt x="53" y="544"/>
                </a:lnTo>
                <a:lnTo>
                  <a:pt x="60" y="555"/>
                </a:lnTo>
                <a:lnTo>
                  <a:pt x="67" y="565"/>
                </a:lnTo>
                <a:lnTo>
                  <a:pt x="75" y="575"/>
                </a:lnTo>
                <a:lnTo>
                  <a:pt x="83" y="585"/>
                </a:lnTo>
                <a:lnTo>
                  <a:pt x="91" y="594"/>
                </a:lnTo>
                <a:lnTo>
                  <a:pt x="100" y="604"/>
                </a:lnTo>
                <a:lnTo>
                  <a:pt x="109" y="613"/>
                </a:lnTo>
                <a:lnTo>
                  <a:pt x="119" y="622"/>
                </a:lnTo>
                <a:lnTo>
                  <a:pt x="128" y="630"/>
                </a:lnTo>
                <a:lnTo>
                  <a:pt x="138" y="639"/>
                </a:lnTo>
                <a:lnTo>
                  <a:pt x="149" y="647"/>
                </a:lnTo>
                <a:lnTo>
                  <a:pt x="160" y="655"/>
                </a:lnTo>
                <a:lnTo>
                  <a:pt x="172" y="662"/>
                </a:lnTo>
                <a:lnTo>
                  <a:pt x="183" y="670"/>
                </a:lnTo>
                <a:lnTo>
                  <a:pt x="195" y="677"/>
                </a:lnTo>
                <a:lnTo>
                  <a:pt x="207" y="683"/>
                </a:lnTo>
                <a:lnTo>
                  <a:pt x="219" y="690"/>
                </a:lnTo>
                <a:lnTo>
                  <a:pt x="231" y="696"/>
                </a:lnTo>
                <a:lnTo>
                  <a:pt x="244" y="702"/>
                </a:lnTo>
                <a:lnTo>
                  <a:pt x="257" y="707"/>
                </a:lnTo>
                <a:lnTo>
                  <a:pt x="270" y="712"/>
                </a:lnTo>
                <a:lnTo>
                  <a:pt x="283" y="717"/>
                </a:lnTo>
                <a:lnTo>
                  <a:pt x="297" y="722"/>
                </a:lnTo>
                <a:lnTo>
                  <a:pt x="311" y="726"/>
                </a:lnTo>
                <a:lnTo>
                  <a:pt x="324" y="730"/>
                </a:lnTo>
                <a:lnTo>
                  <a:pt x="338" y="733"/>
                </a:lnTo>
                <a:lnTo>
                  <a:pt x="352" y="736"/>
                </a:lnTo>
                <a:lnTo>
                  <a:pt x="367" y="739"/>
                </a:lnTo>
                <a:lnTo>
                  <a:pt x="381" y="741"/>
                </a:lnTo>
                <a:lnTo>
                  <a:pt x="395" y="743"/>
                </a:lnTo>
                <a:lnTo>
                  <a:pt x="410" y="745"/>
                </a:lnTo>
                <a:lnTo>
                  <a:pt x="424" y="746"/>
                </a:lnTo>
                <a:lnTo>
                  <a:pt x="439" y="747"/>
                </a:lnTo>
                <a:lnTo>
                  <a:pt x="453" y="748"/>
                </a:lnTo>
                <a:lnTo>
                  <a:pt x="468" y="748"/>
                </a:lnTo>
                <a:lnTo>
                  <a:pt x="482" y="748"/>
                </a:lnTo>
                <a:lnTo>
                  <a:pt x="497" y="747"/>
                </a:lnTo>
                <a:lnTo>
                  <a:pt x="511" y="746"/>
                </a:lnTo>
                <a:lnTo>
                  <a:pt x="526" y="745"/>
                </a:lnTo>
                <a:lnTo>
                  <a:pt x="540" y="743"/>
                </a:lnTo>
                <a:lnTo>
                  <a:pt x="555" y="741"/>
                </a:lnTo>
                <a:lnTo>
                  <a:pt x="569" y="739"/>
                </a:lnTo>
                <a:lnTo>
                  <a:pt x="583" y="736"/>
                </a:lnTo>
                <a:lnTo>
                  <a:pt x="597" y="733"/>
                </a:lnTo>
                <a:lnTo>
                  <a:pt x="611" y="730"/>
                </a:lnTo>
                <a:lnTo>
                  <a:pt x="625" y="726"/>
                </a:lnTo>
                <a:lnTo>
                  <a:pt x="639" y="722"/>
                </a:lnTo>
                <a:lnTo>
                  <a:pt x="652" y="717"/>
                </a:lnTo>
                <a:lnTo>
                  <a:pt x="665" y="712"/>
                </a:lnTo>
                <a:lnTo>
                  <a:pt x="679" y="707"/>
                </a:lnTo>
                <a:lnTo>
                  <a:pt x="691" y="702"/>
                </a:lnTo>
                <a:lnTo>
                  <a:pt x="704" y="696"/>
                </a:lnTo>
                <a:lnTo>
                  <a:pt x="717" y="690"/>
                </a:lnTo>
                <a:lnTo>
                  <a:pt x="729" y="683"/>
                </a:lnTo>
                <a:lnTo>
                  <a:pt x="741" y="677"/>
                </a:lnTo>
                <a:lnTo>
                  <a:pt x="752" y="670"/>
                </a:lnTo>
                <a:lnTo>
                  <a:pt x="764" y="662"/>
                </a:lnTo>
                <a:lnTo>
                  <a:pt x="775" y="655"/>
                </a:lnTo>
                <a:lnTo>
                  <a:pt x="786" y="647"/>
                </a:lnTo>
                <a:lnTo>
                  <a:pt x="796" y="639"/>
                </a:lnTo>
                <a:lnTo>
                  <a:pt x="806" y="630"/>
                </a:lnTo>
                <a:lnTo>
                  <a:pt x="816" y="622"/>
                </a:lnTo>
                <a:lnTo>
                  <a:pt x="826" y="613"/>
                </a:lnTo>
                <a:lnTo>
                  <a:pt x="835" y="604"/>
                </a:lnTo>
                <a:lnTo>
                  <a:pt x="843" y="594"/>
                </a:lnTo>
                <a:lnTo>
                  <a:pt x="852" y="585"/>
                </a:lnTo>
                <a:lnTo>
                  <a:pt x="860" y="575"/>
                </a:lnTo>
                <a:lnTo>
                  <a:pt x="867" y="565"/>
                </a:lnTo>
                <a:lnTo>
                  <a:pt x="875" y="555"/>
                </a:lnTo>
                <a:lnTo>
                  <a:pt x="882" y="544"/>
                </a:lnTo>
                <a:lnTo>
                  <a:pt x="888" y="534"/>
                </a:lnTo>
                <a:lnTo>
                  <a:pt x="894" y="523"/>
                </a:lnTo>
                <a:lnTo>
                  <a:pt x="900" y="512"/>
                </a:lnTo>
                <a:lnTo>
                  <a:pt x="905" y="502"/>
                </a:lnTo>
                <a:lnTo>
                  <a:pt x="909" y="490"/>
                </a:lnTo>
                <a:lnTo>
                  <a:pt x="914" y="479"/>
                </a:lnTo>
                <a:lnTo>
                  <a:pt x="918" y="468"/>
                </a:lnTo>
                <a:lnTo>
                  <a:pt x="921" y="457"/>
                </a:lnTo>
                <a:lnTo>
                  <a:pt x="924" y="445"/>
                </a:lnTo>
                <a:lnTo>
                  <a:pt x="926" y="434"/>
                </a:lnTo>
                <a:lnTo>
                  <a:pt x="928" y="422"/>
                </a:lnTo>
                <a:lnTo>
                  <a:pt x="930" y="410"/>
                </a:lnTo>
                <a:lnTo>
                  <a:pt x="931" y="399"/>
                </a:lnTo>
                <a:lnTo>
                  <a:pt x="932" y="387"/>
                </a:lnTo>
                <a:lnTo>
                  <a:pt x="932" y="375"/>
                </a:lnTo>
                <a:moveTo>
                  <a:pt x="934" y="375"/>
                </a:moveTo>
                <a:lnTo>
                  <a:pt x="934" y="387"/>
                </a:lnTo>
                <a:lnTo>
                  <a:pt x="933" y="399"/>
                </a:lnTo>
                <a:lnTo>
                  <a:pt x="932" y="411"/>
                </a:lnTo>
                <a:lnTo>
                  <a:pt x="931" y="422"/>
                </a:lnTo>
                <a:lnTo>
                  <a:pt x="929" y="434"/>
                </a:lnTo>
                <a:lnTo>
                  <a:pt x="926" y="446"/>
                </a:lnTo>
                <a:lnTo>
                  <a:pt x="923" y="457"/>
                </a:lnTo>
                <a:lnTo>
                  <a:pt x="920" y="468"/>
                </a:lnTo>
                <a:lnTo>
                  <a:pt x="916" y="480"/>
                </a:lnTo>
                <a:lnTo>
                  <a:pt x="912" y="491"/>
                </a:lnTo>
                <a:lnTo>
                  <a:pt x="907" y="502"/>
                </a:lnTo>
                <a:lnTo>
                  <a:pt x="902" y="513"/>
                </a:lnTo>
                <a:lnTo>
                  <a:pt x="896" y="524"/>
                </a:lnTo>
                <a:lnTo>
                  <a:pt x="890" y="535"/>
                </a:lnTo>
                <a:lnTo>
                  <a:pt x="884" y="545"/>
                </a:lnTo>
                <a:lnTo>
                  <a:pt x="877" y="556"/>
                </a:lnTo>
                <a:lnTo>
                  <a:pt x="869" y="566"/>
                </a:lnTo>
                <a:lnTo>
                  <a:pt x="862" y="576"/>
                </a:lnTo>
                <a:lnTo>
                  <a:pt x="854" y="586"/>
                </a:lnTo>
                <a:lnTo>
                  <a:pt x="845" y="595"/>
                </a:lnTo>
                <a:lnTo>
                  <a:pt x="836" y="605"/>
                </a:lnTo>
                <a:lnTo>
                  <a:pt x="827" y="614"/>
                </a:lnTo>
                <a:lnTo>
                  <a:pt x="818" y="623"/>
                </a:lnTo>
                <a:lnTo>
                  <a:pt x="808" y="632"/>
                </a:lnTo>
                <a:lnTo>
                  <a:pt x="798" y="640"/>
                </a:lnTo>
                <a:lnTo>
                  <a:pt x="787" y="648"/>
                </a:lnTo>
                <a:lnTo>
                  <a:pt x="776" y="656"/>
                </a:lnTo>
                <a:lnTo>
                  <a:pt x="765" y="664"/>
                </a:lnTo>
                <a:lnTo>
                  <a:pt x="754" y="671"/>
                </a:lnTo>
                <a:lnTo>
                  <a:pt x="742" y="678"/>
                </a:lnTo>
                <a:lnTo>
                  <a:pt x="730" y="685"/>
                </a:lnTo>
                <a:lnTo>
                  <a:pt x="718" y="691"/>
                </a:lnTo>
                <a:lnTo>
                  <a:pt x="705" y="698"/>
                </a:lnTo>
                <a:lnTo>
                  <a:pt x="693" y="703"/>
                </a:lnTo>
                <a:lnTo>
                  <a:pt x="680" y="709"/>
                </a:lnTo>
                <a:lnTo>
                  <a:pt x="666" y="714"/>
                </a:lnTo>
                <a:lnTo>
                  <a:pt x="653" y="719"/>
                </a:lnTo>
                <a:lnTo>
                  <a:pt x="640" y="723"/>
                </a:lnTo>
                <a:lnTo>
                  <a:pt x="626" y="728"/>
                </a:lnTo>
                <a:lnTo>
                  <a:pt x="612" y="731"/>
                </a:lnTo>
                <a:lnTo>
                  <a:pt x="598" y="735"/>
                </a:lnTo>
                <a:lnTo>
                  <a:pt x="584" y="738"/>
                </a:lnTo>
                <a:lnTo>
                  <a:pt x="570" y="741"/>
                </a:lnTo>
                <a:lnTo>
                  <a:pt x="555" y="743"/>
                </a:lnTo>
                <a:lnTo>
                  <a:pt x="541" y="745"/>
                </a:lnTo>
                <a:lnTo>
                  <a:pt x="526" y="747"/>
                </a:lnTo>
                <a:lnTo>
                  <a:pt x="512" y="748"/>
                </a:lnTo>
                <a:lnTo>
                  <a:pt x="497" y="749"/>
                </a:lnTo>
                <a:lnTo>
                  <a:pt x="482" y="749"/>
                </a:lnTo>
                <a:lnTo>
                  <a:pt x="468" y="750"/>
                </a:lnTo>
                <a:lnTo>
                  <a:pt x="453" y="749"/>
                </a:lnTo>
                <a:lnTo>
                  <a:pt x="439" y="749"/>
                </a:lnTo>
                <a:lnTo>
                  <a:pt x="424" y="748"/>
                </a:lnTo>
                <a:lnTo>
                  <a:pt x="409" y="747"/>
                </a:lnTo>
                <a:lnTo>
                  <a:pt x="395" y="745"/>
                </a:lnTo>
                <a:lnTo>
                  <a:pt x="380" y="743"/>
                </a:lnTo>
                <a:lnTo>
                  <a:pt x="366" y="741"/>
                </a:lnTo>
                <a:lnTo>
                  <a:pt x="352" y="738"/>
                </a:lnTo>
                <a:lnTo>
                  <a:pt x="338" y="735"/>
                </a:lnTo>
                <a:lnTo>
                  <a:pt x="324" y="731"/>
                </a:lnTo>
                <a:lnTo>
                  <a:pt x="310" y="728"/>
                </a:lnTo>
                <a:lnTo>
                  <a:pt x="296" y="723"/>
                </a:lnTo>
                <a:lnTo>
                  <a:pt x="282" y="719"/>
                </a:lnTo>
                <a:lnTo>
                  <a:pt x="269" y="714"/>
                </a:lnTo>
                <a:lnTo>
                  <a:pt x="256" y="709"/>
                </a:lnTo>
                <a:lnTo>
                  <a:pt x="243" y="703"/>
                </a:lnTo>
                <a:lnTo>
                  <a:pt x="230" y="698"/>
                </a:lnTo>
                <a:lnTo>
                  <a:pt x="218" y="691"/>
                </a:lnTo>
                <a:lnTo>
                  <a:pt x="206" y="685"/>
                </a:lnTo>
                <a:lnTo>
                  <a:pt x="194" y="678"/>
                </a:lnTo>
                <a:lnTo>
                  <a:pt x="182" y="671"/>
                </a:lnTo>
                <a:lnTo>
                  <a:pt x="170" y="664"/>
                </a:lnTo>
                <a:lnTo>
                  <a:pt x="158" y="656"/>
                </a:lnTo>
                <a:lnTo>
                  <a:pt x="147" y="648"/>
                </a:lnTo>
                <a:lnTo>
                  <a:pt x="137" y="640"/>
                </a:lnTo>
                <a:lnTo>
                  <a:pt x="127" y="632"/>
                </a:lnTo>
                <a:lnTo>
                  <a:pt x="117" y="623"/>
                </a:lnTo>
                <a:lnTo>
                  <a:pt x="107" y="614"/>
                </a:lnTo>
                <a:lnTo>
                  <a:pt x="98" y="605"/>
                </a:lnTo>
                <a:lnTo>
                  <a:pt x="89" y="595"/>
                </a:lnTo>
                <a:lnTo>
                  <a:pt x="81" y="586"/>
                </a:lnTo>
                <a:lnTo>
                  <a:pt x="73" y="576"/>
                </a:lnTo>
                <a:lnTo>
                  <a:pt x="65" y="566"/>
                </a:lnTo>
                <a:lnTo>
                  <a:pt x="58" y="556"/>
                </a:lnTo>
                <a:lnTo>
                  <a:pt x="51" y="545"/>
                </a:lnTo>
                <a:lnTo>
                  <a:pt x="45" y="535"/>
                </a:lnTo>
                <a:lnTo>
                  <a:pt x="39" y="524"/>
                </a:lnTo>
                <a:lnTo>
                  <a:pt x="33" y="513"/>
                </a:lnTo>
                <a:lnTo>
                  <a:pt x="28" y="502"/>
                </a:lnTo>
                <a:lnTo>
                  <a:pt x="23" y="491"/>
                </a:lnTo>
                <a:lnTo>
                  <a:pt x="19" y="480"/>
                </a:lnTo>
                <a:lnTo>
                  <a:pt x="15" y="468"/>
                </a:lnTo>
                <a:lnTo>
                  <a:pt x="11" y="457"/>
                </a:lnTo>
                <a:lnTo>
                  <a:pt x="8" y="446"/>
                </a:lnTo>
                <a:lnTo>
                  <a:pt x="6" y="434"/>
                </a:lnTo>
                <a:lnTo>
                  <a:pt x="4" y="422"/>
                </a:lnTo>
                <a:lnTo>
                  <a:pt x="2" y="411"/>
                </a:lnTo>
                <a:lnTo>
                  <a:pt x="1" y="399"/>
                </a:lnTo>
                <a:lnTo>
                  <a:pt x="0" y="387"/>
                </a:lnTo>
                <a:lnTo>
                  <a:pt x="0" y="375"/>
                </a:lnTo>
                <a:lnTo>
                  <a:pt x="0" y="364"/>
                </a:lnTo>
                <a:lnTo>
                  <a:pt x="1" y="352"/>
                </a:lnTo>
                <a:lnTo>
                  <a:pt x="2" y="340"/>
                </a:lnTo>
                <a:lnTo>
                  <a:pt x="4" y="328"/>
                </a:lnTo>
                <a:lnTo>
                  <a:pt x="6" y="317"/>
                </a:lnTo>
                <a:lnTo>
                  <a:pt x="8" y="305"/>
                </a:lnTo>
                <a:lnTo>
                  <a:pt x="11" y="294"/>
                </a:lnTo>
                <a:lnTo>
                  <a:pt x="15" y="282"/>
                </a:lnTo>
                <a:lnTo>
                  <a:pt x="19" y="271"/>
                </a:lnTo>
                <a:lnTo>
                  <a:pt x="23" y="260"/>
                </a:lnTo>
                <a:lnTo>
                  <a:pt x="28" y="249"/>
                </a:lnTo>
                <a:lnTo>
                  <a:pt x="33" y="238"/>
                </a:lnTo>
                <a:lnTo>
                  <a:pt x="39" y="227"/>
                </a:lnTo>
                <a:lnTo>
                  <a:pt x="45" y="216"/>
                </a:lnTo>
                <a:lnTo>
                  <a:pt x="51" y="205"/>
                </a:lnTo>
                <a:lnTo>
                  <a:pt x="58" y="195"/>
                </a:lnTo>
                <a:lnTo>
                  <a:pt x="65" y="185"/>
                </a:lnTo>
                <a:lnTo>
                  <a:pt x="73" y="175"/>
                </a:lnTo>
                <a:lnTo>
                  <a:pt x="81" y="165"/>
                </a:lnTo>
                <a:lnTo>
                  <a:pt x="89" y="154"/>
                </a:lnTo>
                <a:lnTo>
                  <a:pt x="98" y="145"/>
                </a:lnTo>
                <a:lnTo>
                  <a:pt x="107" y="136"/>
                </a:lnTo>
                <a:lnTo>
                  <a:pt x="117" y="127"/>
                </a:lnTo>
                <a:lnTo>
                  <a:pt x="127" y="118"/>
                </a:lnTo>
                <a:lnTo>
                  <a:pt x="137" y="110"/>
                </a:lnTo>
                <a:lnTo>
                  <a:pt x="147" y="102"/>
                </a:lnTo>
                <a:lnTo>
                  <a:pt x="158" y="94"/>
                </a:lnTo>
                <a:lnTo>
                  <a:pt x="170" y="86"/>
                </a:lnTo>
                <a:lnTo>
                  <a:pt x="182" y="79"/>
                </a:lnTo>
                <a:lnTo>
                  <a:pt x="194" y="72"/>
                </a:lnTo>
                <a:lnTo>
                  <a:pt x="206" y="65"/>
                </a:lnTo>
                <a:lnTo>
                  <a:pt x="218" y="58"/>
                </a:lnTo>
                <a:lnTo>
                  <a:pt x="230" y="52"/>
                </a:lnTo>
                <a:lnTo>
                  <a:pt x="243" y="46"/>
                </a:lnTo>
                <a:lnTo>
                  <a:pt x="256" y="41"/>
                </a:lnTo>
                <a:lnTo>
                  <a:pt x="269" y="36"/>
                </a:lnTo>
                <a:lnTo>
                  <a:pt x="282" y="31"/>
                </a:lnTo>
                <a:lnTo>
                  <a:pt x="296" y="26"/>
                </a:lnTo>
                <a:lnTo>
                  <a:pt x="310" y="22"/>
                </a:lnTo>
                <a:lnTo>
                  <a:pt x="324" y="18"/>
                </a:lnTo>
                <a:lnTo>
                  <a:pt x="338" y="15"/>
                </a:lnTo>
                <a:lnTo>
                  <a:pt x="352" y="12"/>
                </a:lnTo>
                <a:lnTo>
                  <a:pt x="366" y="9"/>
                </a:lnTo>
                <a:lnTo>
                  <a:pt x="380" y="7"/>
                </a:lnTo>
                <a:lnTo>
                  <a:pt x="395" y="5"/>
                </a:lnTo>
                <a:lnTo>
                  <a:pt x="409" y="3"/>
                </a:lnTo>
                <a:lnTo>
                  <a:pt x="424" y="2"/>
                </a:lnTo>
                <a:lnTo>
                  <a:pt x="439" y="1"/>
                </a:lnTo>
                <a:lnTo>
                  <a:pt x="453" y="0"/>
                </a:lnTo>
                <a:lnTo>
                  <a:pt x="468" y="0"/>
                </a:lnTo>
                <a:lnTo>
                  <a:pt x="482" y="0"/>
                </a:lnTo>
                <a:lnTo>
                  <a:pt x="497" y="1"/>
                </a:lnTo>
                <a:lnTo>
                  <a:pt x="512" y="2"/>
                </a:lnTo>
                <a:lnTo>
                  <a:pt x="526" y="3"/>
                </a:lnTo>
                <a:lnTo>
                  <a:pt x="541" y="5"/>
                </a:lnTo>
                <a:lnTo>
                  <a:pt x="555" y="7"/>
                </a:lnTo>
                <a:lnTo>
                  <a:pt x="570" y="9"/>
                </a:lnTo>
                <a:lnTo>
                  <a:pt x="584" y="12"/>
                </a:lnTo>
                <a:lnTo>
                  <a:pt x="598" y="15"/>
                </a:lnTo>
                <a:lnTo>
                  <a:pt x="612" y="18"/>
                </a:lnTo>
                <a:lnTo>
                  <a:pt x="626" y="22"/>
                </a:lnTo>
                <a:lnTo>
                  <a:pt x="640" y="26"/>
                </a:lnTo>
                <a:lnTo>
                  <a:pt x="653" y="31"/>
                </a:lnTo>
                <a:lnTo>
                  <a:pt x="666" y="36"/>
                </a:lnTo>
                <a:lnTo>
                  <a:pt x="680" y="41"/>
                </a:lnTo>
                <a:lnTo>
                  <a:pt x="693" y="46"/>
                </a:lnTo>
                <a:lnTo>
                  <a:pt x="705" y="52"/>
                </a:lnTo>
                <a:lnTo>
                  <a:pt x="718" y="58"/>
                </a:lnTo>
                <a:lnTo>
                  <a:pt x="730" y="65"/>
                </a:lnTo>
                <a:lnTo>
                  <a:pt x="742" y="72"/>
                </a:lnTo>
                <a:lnTo>
                  <a:pt x="754" y="79"/>
                </a:lnTo>
                <a:lnTo>
                  <a:pt x="765" y="86"/>
                </a:lnTo>
                <a:lnTo>
                  <a:pt x="776" y="94"/>
                </a:lnTo>
                <a:lnTo>
                  <a:pt x="787" y="102"/>
                </a:lnTo>
                <a:lnTo>
                  <a:pt x="798" y="110"/>
                </a:lnTo>
                <a:lnTo>
                  <a:pt x="808" y="118"/>
                </a:lnTo>
                <a:lnTo>
                  <a:pt x="818" y="127"/>
                </a:lnTo>
                <a:lnTo>
                  <a:pt x="827" y="136"/>
                </a:lnTo>
                <a:lnTo>
                  <a:pt x="836" y="145"/>
                </a:lnTo>
                <a:lnTo>
                  <a:pt x="845" y="154"/>
                </a:lnTo>
                <a:lnTo>
                  <a:pt x="854" y="165"/>
                </a:lnTo>
                <a:lnTo>
                  <a:pt x="862" y="175"/>
                </a:lnTo>
                <a:lnTo>
                  <a:pt x="869" y="185"/>
                </a:lnTo>
                <a:lnTo>
                  <a:pt x="877" y="195"/>
                </a:lnTo>
                <a:lnTo>
                  <a:pt x="884" y="205"/>
                </a:lnTo>
                <a:lnTo>
                  <a:pt x="890" y="216"/>
                </a:lnTo>
                <a:lnTo>
                  <a:pt x="896" y="227"/>
                </a:lnTo>
                <a:lnTo>
                  <a:pt x="902" y="238"/>
                </a:lnTo>
                <a:lnTo>
                  <a:pt x="907" y="249"/>
                </a:lnTo>
                <a:lnTo>
                  <a:pt x="912" y="260"/>
                </a:lnTo>
                <a:lnTo>
                  <a:pt x="916" y="271"/>
                </a:lnTo>
                <a:lnTo>
                  <a:pt x="920" y="282"/>
                </a:lnTo>
                <a:lnTo>
                  <a:pt x="923" y="294"/>
                </a:lnTo>
                <a:lnTo>
                  <a:pt x="926" y="305"/>
                </a:lnTo>
                <a:lnTo>
                  <a:pt x="929" y="317"/>
                </a:lnTo>
                <a:lnTo>
                  <a:pt x="931" y="328"/>
                </a:lnTo>
                <a:lnTo>
                  <a:pt x="932" y="340"/>
                </a:lnTo>
                <a:lnTo>
                  <a:pt x="933" y="352"/>
                </a:lnTo>
                <a:lnTo>
                  <a:pt x="934" y="364"/>
                </a:lnTo>
                <a:lnTo>
                  <a:pt x="934" y="375"/>
                </a:lnTo>
                <a:close/>
              </a:path>
            </a:pathLst>
          </a:custGeom>
          <a:solidFill>
            <a:srgbClr val="ffa7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2" name=""/>
          <p:cNvSpPr/>
          <p:nvPr/>
        </p:nvSpPr>
        <p:spPr>
          <a:xfrm>
            <a:off x="4809960" y="1692360"/>
            <a:ext cx="338040" cy="271440"/>
          </a:xfrm>
          <a:custGeom>
            <a:avLst/>
            <a:gdLst/>
            <a:ahLst/>
            <a:rect l="0" t="0" r="r" b="b"/>
            <a:pathLst>
              <a:path w="939" h="754">
                <a:moveTo>
                  <a:pt x="936" y="377"/>
                </a:moveTo>
                <a:lnTo>
                  <a:pt x="936" y="366"/>
                </a:lnTo>
                <a:lnTo>
                  <a:pt x="935" y="354"/>
                </a:lnTo>
                <a:lnTo>
                  <a:pt x="934" y="342"/>
                </a:lnTo>
                <a:lnTo>
                  <a:pt x="933" y="330"/>
                </a:lnTo>
                <a:lnTo>
                  <a:pt x="931" y="319"/>
                </a:lnTo>
                <a:lnTo>
                  <a:pt x="928" y="307"/>
                </a:lnTo>
                <a:lnTo>
                  <a:pt x="925" y="296"/>
                </a:lnTo>
                <a:lnTo>
                  <a:pt x="922" y="284"/>
                </a:lnTo>
                <a:lnTo>
                  <a:pt x="918" y="273"/>
                </a:lnTo>
                <a:lnTo>
                  <a:pt x="914" y="262"/>
                </a:lnTo>
                <a:lnTo>
                  <a:pt x="909" y="251"/>
                </a:lnTo>
                <a:lnTo>
                  <a:pt x="904" y="240"/>
                </a:lnTo>
                <a:lnTo>
                  <a:pt x="898" y="229"/>
                </a:lnTo>
                <a:lnTo>
                  <a:pt x="892" y="218"/>
                </a:lnTo>
                <a:lnTo>
                  <a:pt x="886" y="207"/>
                </a:lnTo>
                <a:lnTo>
                  <a:pt x="879" y="197"/>
                </a:lnTo>
                <a:lnTo>
                  <a:pt x="871" y="186"/>
                </a:lnTo>
                <a:lnTo>
                  <a:pt x="864" y="176"/>
                </a:lnTo>
                <a:lnTo>
                  <a:pt x="856" y="166"/>
                </a:lnTo>
                <a:lnTo>
                  <a:pt x="847" y="156"/>
                </a:lnTo>
                <a:lnTo>
                  <a:pt x="838" y="147"/>
                </a:lnTo>
                <a:lnTo>
                  <a:pt x="829" y="138"/>
                </a:lnTo>
                <a:lnTo>
                  <a:pt x="820" y="129"/>
                </a:lnTo>
                <a:lnTo>
                  <a:pt x="810" y="120"/>
                </a:lnTo>
                <a:lnTo>
                  <a:pt x="800" y="112"/>
                </a:lnTo>
                <a:lnTo>
                  <a:pt x="789" y="104"/>
                </a:lnTo>
                <a:lnTo>
                  <a:pt x="778" y="96"/>
                </a:lnTo>
                <a:lnTo>
                  <a:pt x="767" y="88"/>
                </a:lnTo>
                <a:lnTo>
                  <a:pt x="756" y="81"/>
                </a:lnTo>
                <a:lnTo>
                  <a:pt x="744" y="74"/>
                </a:lnTo>
                <a:lnTo>
                  <a:pt x="732" y="67"/>
                </a:lnTo>
                <a:lnTo>
                  <a:pt x="720" y="60"/>
                </a:lnTo>
                <a:lnTo>
                  <a:pt x="707" y="54"/>
                </a:lnTo>
                <a:lnTo>
                  <a:pt x="695" y="48"/>
                </a:lnTo>
                <a:lnTo>
                  <a:pt x="682" y="43"/>
                </a:lnTo>
                <a:lnTo>
                  <a:pt x="668" y="38"/>
                </a:lnTo>
                <a:lnTo>
                  <a:pt x="655" y="33"/>
                </a:lnTo>
                <a:lnTo>
                  <a:pt x="642" y="28"/>
                </a:lnTo>
                <a:lnTo>
                  <a:pt x="628" y="24"/>
                </a:lnTo>
                <a:lnTo>
                  <a:pt x="614" y="20"/>
                </a:lnTo>
                <a:lnTo>
                  <a:pt x="600" y="17"/>
                </a:lnTo>
                <a:lnTo>
                  <a:pt x="586" y="14"/>
                </a:lnTo>
                <a:lnTo>
                  <a:pt x="572" y="11"/>
                </a:lnTo>
                <a:lnTo>
                  <a:pt x="557" y="9"/>
                </a:lnTo>
                <a:lnTo>
                  <a:pt x="543" y="7"/>
                </a:lnTo>
                <a:lnTo>
                  <a:pt x="528" y="5"/>
                </a:lnTo>
                <a:lnTo>
                  <a:pt x="514" y="4"/>
                </a:lnTo>
                <a:lnTo>
                  <a:pt x="499" y="3"/>
                </a:lnTo>
                <a:lnTo>
                  <a:pt x="484" y="2"/>
                </a:lnTo>
                <a:lnTo>
                  <a:pt x="470" y="2"/>
                </a:lnTo>
                <a:lnTo>
                  <a:pt x="455" y="2"/>
                </a:lnTo>
                <a:lnTo>
                  <a:pt x="441" y="3"/>
                </a:lnTo>
                <a:lnTo>
                  <a:pt x="426" y="4"/>
                </a:lnTo>
                <a:lnTo>
                  <a:pt x="411" y="5"/>
                </a:lnTo>
                <a:lnTo>
                  <a:pt x="397" y="7"/>
                </a:lnTo>
                <a:lnTo>
                  <a:pt x="382" y="9"/>
                </a:lnTo>
                <a:lnTo>
                  <a:pt x="368" y="11"/>
                </a:lnTo>
                <a:lnTo>
                  <a:pt x="354" y="14"/>
                </a:lnTo>
                <a:lnTo>
                  <a:pt x="340" y="17"/>
                </a:lnTo>
                <a:lnTo>
                  <a:pt x="326" y="20"/>
                </a:lnTo>
                <a:lnTo>
                  <a:pt x="312" y="24"/>
                </a:lnTo>
                <a:lnTo>
                  <a:pt x="298" y="28"/>
                </a:lnTo>
                <a:lnTo>
                  <a:pt x="284" y="33"/>
                </a:lnTo>
                <a:lnTo>
                  <a:pt x="271" y="38"/>
                </a:lnTo>
                <a:lnTo>
                  <a:pt x="258" y="43"/>
                </a:lnTo>
                <a:lnTo>
                  <a:pt x="245" y="48"/>
                </a:lnTo>
                <a:lnTo>
                  <a:pt x="232" y="54"/>
                </a:lnTo>
                <a:lnTo>
                  <a:pt x="219" y="60"/>
                </a:lnTo>
                <a:lnTo>
                  <a:pt x="207" y="67"/>
                </a:lnTo>
                <a:lnTo>
                  <a:pt x="195" y="74"/>
                </a:lnTo>
                <a:lnTo>
                  <a:pt x="183" y="81"/>
                </a:lnTo>
                <a:lnTo>
                  <a:pt x="171" y="88"/>
                </a:lnTo>
                <a:lnTo>
                  <a:pt x="160" y="96"/>
                </a:lnTo>
                <a:lnTo>
                  <a:pt x="149" y="104"/>
                </a:lnTo>
                <a:lnTo>
                  <a:pt x="139" y="112"/>
                </a:lnTo>
                <a:lnTo>
                  <a:pt x="129" y="120"/>
                </a:lnTo>
                <a:lnTo>
                  <a:pt x="119" y="129"/>
                </a:lnTo>
                <a:lnTo>
                  <a:pt x="109" y="138"/>
                </a:lnTo>
                <a:lnTo>
                  <a:pt x="100" y="147"/>
                </a:lnTo>
                <a:lnTo>
                  <a:pt x="91" y="156"/>
                </a:lnTo>
                <a:lnTo>
                  <a:pt x="83" y="166"/>
                </a:lnTo>
                <a:lnTo>
                  <a:pt x="75" y="176"/>
                </a:lnTo>
                <a:lnTo>
                  <a:pt x="67" y="186"/>
                </a:lnTo>
                <a:lnTo>
                  <a:pt x="60" y="197"/>
                </a:lnTo>
                <a:lnTo>
                  <a:pt x="53" y="207"/>
                </a:lnTo>
                <a:lnTo>
                  <a:pt x="47" y="218"/>
                </a:lnTo>
                <a:lnTo>
                  <a:pt x="41" y="229"/>
                </a:lnTo>
                <a:lnTo>
                  <a:pt x="35" y="240"/>
                </a:lnTo>
                <a:lnTo>
                  <a:pt x="30" y="251"/>
                </a:lnTo>
                <a:lnTo>
                  <a:pt x="25" y="262"/>
                </a:lnTo>
                <a:lnTo>
                  <a:pt x="21" y="273"/>
                </a:lnTo>
                <a:lnTo>
                  <a:pt x="17" y="284"/>
                </a:lnTo>
                <a:lnTo>
                  <a:pt x="13" y="296"/>
                </a:lnTo>
                <a:lnTo>
                  <a:pt x="10" y="307"/>
                </a:lnTo>
                <a:lnTo>
                  <a:pt x="8" y="319"/>
                </a:lnTo>
                <a:lnTo>
                  <a:pt x="6" y="330"/>
                </a:lnTo>
                <a:lnTo>
                  <a:pt x="4" y="342"/>
                </a:lnTo>
                <a:lnTo>
                  <a:pt x="3" y="354"/>
                </a:lnTo>
                <a:lnTo>
                  <a:pt x="2" y="366"/>
                </a:lnTo>
                <a:lnTo>
                  <a:pt x="2" y="377"/>
                </a:lnTo>
                <a:lnTo>
                  <a:pt x="2" y="389"/>
                </a:lnTo>
                <a:lnTo>
                  <a:pt x="3" y="401"/>
                </a:lnTo>
                <a:lnTo>
                  <a:pt x="4" y="413"/>
                </a:lnTo>
                <a:lnTo>
                  <a:pt x="6" y="424"/>
                </a:lnTo>
                <a:lnTo>
                  <a:pt x="8" y="436"/>
                </a:lnTo>
                <a:lnTo>
                  <a:pt x="10" y="448"/>
                </a:lnTo>
                <a:lnTo>
                  <a:pt x="13" y="459"/>
                </a:lnTo>
                <a:lnTo>
                  <a:pt x="17" y="470"/>
                </a:lnTo>
                <a:lnTo>
                  <a:pt x="21" y="482"/>
                </a:lnTo>
                <a:lnTo>
                  <a:pt x="25" y="493"/>
                </a:lnTo>
                <a:lnTo>
                  <a:pt x="30" y="504"/>
                </a:lnTo>
                <a:lnTo>
                  <a:pt x="35" y="515"/>
                </a:lnTo>
                <a:lnTo>
                  <a:pt x="41" y="526"/>
                </a:lnTo>
                <a:lnTo>
                  <a:pt x="47" y="537"/>
                </a:lnTo>
                <a:lnTo>
                  <a:pt x="53" y="547"/>
                </a:lnTo>
                <a:lnTo>
                  <a:pt x="60" y="558"/>
                </a:lnTo>
                <a:lnTo>
                  <a:pt x="67" y="568"/>
                </a:lnTo>
                <a:lnTo>
                  <a:pt x="75" y="578"/>
                </a:lnTo>
                <a:lnTo>
                  <a:pt x="83" y="588"/>
                </a:lnTo>
                <a:lnTo>
                  <a:pt x="91" y="597"/>
                </a:lnTo>
                <a:lnTo>
                  <a:pt x="100" y="607"/>
                </a:lnTo>
                <a:lnTo>
                  <a:pt x="109" y="616"/>
                </a:lnTo>
                <a:lnTo>
                  <a:pt x="119" y="625"/>
                </a:lnTo>
                <a:lnTo>
                  <a:pt x="129" y="634"/>
                </a:lnTo>
                <a:lnTo>
                  <a:pt x="139" y="642"/>
                </a:lnTo>
                <a:lnTo>
                  <a:pt x="149" y="650"/>
                </a:lnTo>
                <a:lnTo>
                  <a:pt x="160" y="658"/>
                </a:lnTo>
                <a:lnTo>
                  <a:pt x="171" y="666"/>
                </a:lnTo>
                <a:lnTo>
                  <a:pt x="183" y="673"/>
                </a:lnTo>
                <a:lnTo>
                  <a:pt x="195" y="680"/>
                </a:lnTo>
                <a:lnTo>
                  <a:pt x="207" y="687"/>
                </a:lnTo>
                <a:lnTo>
                  <a:pt x="219" y="693"/>
                </a:lnTo>
                <a:lnTo>
                  <a:pt x="232" y="700"/>
                </a:lnTo>
                <a:lnTo>
                  <a:pt x="245" y="705"/>
                </a:lnTo>
                <a:lnTo>
                  <a:pt x="258" y="711"/>
                </a:lnTo>
                <a:lnTo>
                  <a:pt x="271" y="716"/>
                </a:lnTo>
                <a:lnTo>
                  <a:pt x="284" y="721"/>
                </a:lnTo>
                <a:lnTo>
                  <a:pt x="298" y="725"/>
                </a:lnTo>
                <a:lnTo>
                  <a:pt x="312" y="730"/>
                </a:lnTo>
                <a:lnTo>
                  <a:pt x="326" y="733"/>
                </a:lnTo>
                <a:lnTo>
                  <a:pt x="340" y="737"/>
                </a:lnTo>
                <a:lnTo>
                  <a:pt x="354" y="740"/>
                </a:lnTo>
                <a:lnTo>
                  <a:pt x="368" y="743"/>
                </a:lnTo>
                <a:lnTo>
                  <a:pt x="382" y="745"/>
                </a:lnTo>
                <a:lnTo>
                  <a:pt x="397" y="747"/>
                </a:lnTo>
                <a:lnTo>
                  <a:pt x="411" y="749"/>
                </a:lnTo>
                <a:lnTo>
                  <a:pt x="426" y="750"/>
                </a:lnTo>
                <a:lnTo>
                  <a:pt x="441" y="751"/>
                </a:lnTo>
                <a:lnTo>
                  <a:pt x="455" y="751"/>
                </a:lnTo>
                <a:lnTo>
                  <a:pt x="470" y="752"/>
                </a:lnTo>
                <a:lnTo>
                  <a:pt x="484" y="751"/>
                </a:lnTo>
                <a:lnTo>
                  <a:pt x="499" y="751"/>
                </a:lnTo>
                <a:lnTo>
                  <a:pt x="514" y="750"/>
                </a:lnTo>
                <a:lnTo>
                  <a:pt x="528" y="749"/>
                </a:lnTo>
                <a:lnTo>
                  <a:pt x="543" y="747"/>
                </a:lnTo>
                <a:lnTo>
                  <a:pt x="557" y="745"/>
                </a:lnTo>
                <a:lnTo>
                  <a:pt x="572" y="743"/>
                </a:lnTo>
                <a:lnTo>
                  <a:pt x="586" y="740"/>
                </a:lnTo>
                <a:lnTo>
                  <a:pt x="600" y="737"/>
                </a:lnTo>
                <a:lnTo>
                  <a:pt x="614" y="733"/>
                </a:lnTo>
                <a:lnTo>
                  <a:pt x="628" y="730"/>
                </a:lnTo>
                <a:lnTo>
                  <a:pt x="642" y="725"/>
                </a:lnTo>
                <a:lnTo>
                  <a:pt x="655" y="721"/>
                </a:lnTo>
                <a:lnTo>
                  <a:pt x="668" y="716"/>
                </a:lnTo>
                <a:lnTo>
                  <a:pt x="682" y="711"/>
                </a:lnTo>
                <a:lnTo>
                  <a:pt x="695" y="705"/>
                </a:lnTo>
                <a:lnTo>
                  <a:pt x="707" y="700"/>
                </a:lnTo>
                <a:lnTo>
                  <a:pt x="720" y="693"/>
                </a:lnTo>
                <a:lnTo>
                  <a:pt x="732" y="687"/>
                </a:lnTo>
                <a:lnTo>
                  <a:pt x="744" y="680"/>
                </a:lnTo>
                <a:lnTo>
                  <a:pt x="756" y="673"/>
                </a:lnTo>
                <a:lnTo>
                  <a:pt x="767" y="666"/>
                </a:lnTo>
                <a:lnTo>
                  <a:pt x="778" y="658"/>
                </a:lnTo>
                <a:lnTo>
                  <a:pt x="789" y="650"/>
                </a:lnTo>
                <a:lnTo>
                  <a:pt x="800" y="642"/>
                </a:lnTo>
                <a:lnTo>
                  <a:pt x="810" y="634"/>
                </a:lnTo>
                <a:lnTo>
                  <a:pt x="820" y="625"/>
                </a:lnTo>
                <a:lnTo>
                  <a:pt x="829" y="616"/>
                </a:lnTo>
                <a:lnTo>
                  <a:pt x="838" y="607"/>
                </a:lnTo>
                <a:lnTo>
                  <a:pt x="847" y="597"/>
                </a:lnTo>
                <a:lnTo>
                  <a:pt x="856" y="588"/>
                </a:lnTo>
                <a:lnTo>
                  <a:pt x="864" y="578"/>
                </a:lnTo>
                <a:lnTo>
                  <a:pt x="871" y="568"/>
                </a:lnTo>
                <a:lnTo>
                  <a:pt x="879" y="558"/>
                </a:lnTo>
                <a:lnTo>
                  <a:pt x="886" y="547"/>
                </a:lnTo>
                <a:lnTo>
                  <a:pt x="892" y="537"/>
                </a:lnTo>
                <a:lnTo>
                  <a:pt x="898" y="526"/>
                </a:lnTo>
                <a:lnTo>
                  <a:pt x="904" y="515"/>
                </a:lnTo>
                <a:lnTo>
                  <a:pt x="909" y="504"/>
                </a:lnTo>
                <a:lnTo>
                  <a:pt x="914" y="493"/>
                </a:lnTo>
                <a:lnTo>
                  <a:pt x="918" y="482"/>
                </a:lnTo>
                <a:lnTo>
                  <a:pt x="922" y="470"/>
                </a:lnTo>
                <a:lnTo>
                  <a:pt x="925" y="459"/>
                </a:lnTo>
                <a:lnTo>
                  <a:pt x="928" y="448"/>
                </a:lnTo>
                <a:lnTo>
                  <a:pt x="931" y="436"/>
                </a:lnTo>
                <a:lnTo>
                  <a:pt x="933" y="424"/>
                </a:lnTo>
                <a:lnTo>
                  <a:pt x="934" y="413"/>
                </a:lnTo>
                <a:lnTo>
                  <a:pt x="935" y="401"/>
                </a:lnTo>
                <a:lnTo>
                  <a:pt x="936" y="389"/>
                </a:lnTo>
                <a:lnTo>
                  <a:pt x="936" y="377"/>
                </a:lnTo>
                <a:moveTo>
                  <a:pt x="939" y="377"/>
                </a:moveTo>
                <a:lnTo>
                  <a:pt x="938" y="389"/>
                </a:lnTo>
                <a:lnTo>
                  <a:pt x="938" y="401"/>
                </a:lnTo>
                <a:lnTo>
                  <a:pt x="937" y="413"/>
                </a:lnTo>
                <a:lnTo>
                  <a:pt x="935" y="425"/>
                </a:lnTo>
                <a:lnTo>
                  <a:pt x="933" y="436"/>
                </a:lnTo>
                <a:lnTo>
                  <a:pt x="930" y="448"/>
                </a:lnTo>
                <a:lnTo>
                  <a:pt x="927" y="459"/>
                </a:lnTo>
                <a:lnTo>
                  <a:pt x="924" y="471"/>
                </a:lnTo>
                <a:lnTo>
                  <a:pt x="920" y="482"/>
                </a:lnTo>
                <a:lnTo>
                  <a:pt x="916" y="494"/>
                </a:lnTo>
                <a:lnTo>
                  <a:pt x="911" y="505"/>
                </a:lnTo>
                <a:lnTo>
                  <a:pt x="906" y="516"/>
                </a:lnTo>
                <a:lnTo>
                  <a:pt x="900" y="527"/>
                </a:lnTo>
                <a:lnTo>
                  <a:pt x="894" y="538"/>
                </a:lnTo>
                <a:lnTo>
                  <a:pt x="888" y="548"/>
                </a:lnTo>
                <a:lnTo>
                  <a:pt x="881" y="559"/>
                </a:lnTo>
                <a:lnTo>
                  <a:pt x="873" y="569"/>
                </a:lnTo>
                <a:lnTo>
                  <a:pt x="866" y="579"/>
                </a:lnTo>
                <a:lnTo>
                  <a:pt x="858" y="589"/>
                </a:lnTo>
                <a:lnTo>
                  <a:pt x="849" y="598"/>
                </a:lnTo>
                <a:lnTo>
                  <a:pt x="840" y="608"/>
                </a:lnTo>
                <a:lnTo>
                  <a:pt x="831" y="617"/>
                </a:lnTo>
                <a:lnTo>
                  <a:pt x="822" y="626"/>
                </a:lnTo>
                <a:lnTo>
                  <a:pt x="812" y="635"/>
                </a:lnTo>
                <a:lnTo>
                  <a:pt x="801" y="643"/>
                </a:lnTo>
                <a:lnTo>
                  <a:pt x="791" y="652"/>
                </a:lnTo>
                <a:lnTo>
                  <a:pt x="780" y="660"/>
                </a:lnTo>
                <a:lnTo>
                  <a:pt x="769" y="667"/>
                </a:lnTo>
                <a:lnTo>
                  <a:pt x="757" y="675"/>
                </a:lnTo>
                <a:lnTo>
                  <a:pt x="745" y="682"/>
                </a:lnTo>
                <a:lnTo>
                  <a:pt x="733" y="688"/>
                </a:lnTo>
                <a:lnTo>
                  <a:pt x="721" y="695"/>
                </a:lnTo>
                <a:lnTo>
                  <a:pt x="708" y="701"/>
                </a:lnTo>
                <a:lnTo>
                  <a:pt x="696" y="707"/>
                </a:lnTo>
                <a:lnTo>
                  <a:pt x="683" y="713"/>
                </a:lnTo>
                <a:lnTo>
                  <a:pt x="669" y="718"/>
                </a:lnTo>
                <a:lnTo>
                  <a:pt x="656" y="723"/>
                </a:lnTo>
                <a:lnTo>
                  <a:pt x="642" y="727"/>
                </a:lnTo>
                <a:lnTo>
                  <a:pt x="629" y="731"/>
                </a:lnTo>
                <a:lnTo>
                  <a:pt x="615" y="735"/>
                </a:lnTo>
                <a:lnTo>
                  <a:pt x="601" y="739"/>
                </a:lnTo>
                <a:lnTo>
                  <a:pt x="586" y="742"/>
                </a:lnTo>
                <a:lnTo>
                  <a:pt x="572" y="744"/>
                </a:lnTo>
                <a:lnTo>
                  <a:pt x="558" y="747"/>
                </a:lnTo>
                <a:lnTo>
                  <a:pt x="543" y="749"/>
                </a:lnTo>
                <a:lnTo>
                  <a:pt x="529" y="751"/>
                </a:lnTo>
                <a:lnTo>
                  <a:pt x="514" y="752"/>
                </a:lnTo>
                <a:lnTo>
                  <a:pt x="499" y="753"/>
                </a:lnTo>
                <a:lnTo>
                  <a:pt x="485" y="753"/>
                </a:lnTo>
                <a:lnTo>
                  <a:pt x="470" y="754"/>
                </a:lnTo>
                <a:lnTo>
                  <a:pt x="455" y="753"/>
                </a:lnTo>
                <a:lnTo>
                  <a:pt x="440" y="753"/>
                </a:lnTo>
                <a:lnTo>
                  <a:pt x="426" y="752"/>
                </a:lnTo>
                <a:lnTo>
                  <a:pt x="411" y="751"/>
                </a:lnTo>
                <a:lnTo>
                  <a:pt x="396" y="749"/>
                </a:lnTo>
                <a:lnTo>
                  <a:pt x="382" y="747"/>
                </a:lnTo>
                <a:lnTo>
                  <a:pt x="368" y="744"/>
                </a:lnTo>
                <a:lnTo>
                  <a:pt x="353" y="742"/>
                </a:lnTo>
                <a:lnTo>
                  <a:pt x="339" y="739"/>
                </a:lnTo>
                <a:lnTo>
                  <a:pt x="325" y="735"/>
                </a:lnTo>
                <a:lnTo>
                  <a:pt x="311" y="731"/>
                </a:lnTo>
                <a:lnTo>
                  <a:pt x="297" y="727"/>
                </a:lnTo>
                <a:lnTo>
                  <a:pt x="284" y="723"/>
                </a:lnTo>
                <a:lnTo>
                  <a:pt x="270" y="718"/>
                </a:lnTo>
                <a:lnTo>
                  <a:pt x="257" y="713"/>
                </a:lnTo>
                <a:lnTo>
                  <a:pt x="244" y="707"/>
                </a:lnTo>
                <a:lnTo>
                  <a:pt x="231" y="701"/>
                </a:lnTo>
                <a:lnTo>
                  <a:pt x="218" y="695"/>
                </a:lnTo>
                <a:lnTo>
                  <a:pt x="205" y="688"/>
                </a:lnTo>
                <a:lnTo>
                  <a:pt x="193" y="682"/>
                </a:lnTo>
                <a:lnTo>
                  <a:pt x="181" y="675"/>
                </a:lnTo>
                <a:lnTo>
                  <a:pt x="170" y="667"/>
                </a:lnTo>
                <a:lnTo>
                  <a:pt x="159" y="660"/>
                </a:lnTo>
                <a:lnTo>
                  <a:pt x="148" y="652"/>
                </a:lnTo>
                <a:lnTo>
                  <a:pt x="137" y="643"/>
                </a:lnTo>
                <a:lnTo>
                  <a:pt x="127" y="635"/>
                </a:lnTo>
                <a:lnTo>
                  <a:pt x="117" y="626"/>
                </a:lnTo>
                <a:lnTo>
                  <a:pt x="108" y="617"/>
                </a:lnTo>
                <a:lnTo>
                  <a:pt x="98" y="608"/>
                </a:lnTo>
                <a:lnTo>
                  <a:pt x="89" y="598"/>
                </a:lnTo>
                <a:lnTo>
                  <a:pt x="81" y="589"/>
                </a:lnTo>
                <a:lnTo>
                  <a:pt x="73" y="579"/>
                </a:lnTo>
                <a:lnTo>
                  <a:pt x="65" y="569"/>
                </a:lnTo>
                <a:lnTo>
                  <a:pt x="58" y="559"/>
                </a:lnTo>
                <a:lnTo>
                  <a:pt x="51" y="548"/>
                </a:lnTo>
                <a:lnTo>
                  <a:pt x="45" y="538"/>
                </a:lnTo>
                <a:lnTo>
                  <a:pt x="38" y="527"/>
                </a:lnTo>
                <a:lnTo>
                  <a:pt x="33" y="516"/>
                </a:lnTo>
                <a:lnTo>
                  <a:pt x="28" y="505"/>
                </a:lnTo>
                <a:lnTo>
                  <a:pt x="23" y="494"/>
                </a:lnTo>
                <a:lnTo>
                  <a:pt x="19" y="482"/>
                </a:lnTo>
                <a:lnTo>
                  <a:pt x="15" y="471"/>
                </a:lnTo>
                <a:lnTo>
                  <a:pt x="11" y="459"/>
                </a:lnTo>
                <a:lnTo>
                  <a:pt x="8" y="448"/>
                </a:lnTo>
                <a:lnTo>
                  <a:pt x="6" y="436"/>
                </a:lnTo>
                <a:lnTo>
                  <a:pt x="4" y="425"/>
                </a:lnTo>
                <a:lnTo>
                  <a:pt x="2" y="413"/>
                </a:lnTo>
                <a:lnTo>
                  <a:pt x="1" y="401"/>
                </a:lnTo>
                <a:lnTo>
                  <a:pt x="0" y="389"/>
                </a:lnTo>
                <a:lnTo>
                  <a:pt x="0" y="377"/>
                </a:lnTo>
                <a:lnTo>
                  <a:pt x="0" y="366"/>
                </a:lnTo>
                <a:lnTo>
                  <a:pt x="1" y="354"/>
                </a:lnTo>
                <a:lnTo>
                  <a:pt x="2" y="342"/>
                </a:lnTo>
                <a:lnTo>
                  <a:pt x="4" y="330"/>
                </a:lnTo>
                <a:lnTo>
                  <a:pt x="6" y="319"/>
                </a:lnTo>
                <a:lnTo>
                  <a:pt x="8" y="307"/>
                </a:lnTo>
                <a:lnTo>
                  <a:pt x="11" y="295"/>
                </a:lnTo>
                <a:lnTo>
                  <a:pt x="15" y="284"/>
                </a:lnTo>
                <a:lnTo>
                  <a:pt x="19" y="272"/>
                </a:lnTo>
                <a:lnTo>
                  <a:pt x="23" y="261"/>
                </a:lnTo>
                <a:lnTo>
                  <a:pt x="28" y="250"/>
                </a:lnTo>
                <a:lnTo>
                  <a:pt x="33" y="239"/>
                </a:lnTo>
                <a:lnTo>
                  <a:pt x="38" y="228"/>
                </a:lnTo>
                <a:lnTo>
                  <a:pt x="45" y="217"/>
                </a:lnTo>
                <a:lnTo>
                  <a:pt x="51" y="207"/>
                </a:lnTo>
                <a:lnTo>
                  <a:pt x="58" y="196"/>
                </a:lnTo>
                <a:lnTo>
                  <a:pt x="65" y="185"/>
                </a:lnTo>
                <a:lnTo>
                  <a:pt x="73" y="175"/>
                </a:lnTo>
                <a:lnTo>
                  <a:pt x="81" y="165"/>
                </a:lnTo>
                <a:lnTo>
                  <a:pt x="89" y="155"/>
                </a:lnTo>
                <a:lnTo>
                  <a:pt x="98" y="146"/>
                </a:lnTo>
                <a:lnTo>
                  <a:pt x="108" y="137"/>
                </a:lnTo>
                <a:lnTo>
                  <a:pt x="117" y="128"/>
                </a:lnTo>
                <a:lnTo>
                  <a:pt x="127" y="119"/>
                </a:lnTo>
                <a:lnTo>
                  <a:pt x="137" y="110"/>
                </a:lnTo>
                <a:lnTo>
                  <a:pt x="148" y="102"/>
                </a:lnTo>
                <a:lnTo>
                  <a:pt x="159" y="94"/>
                </a:lnTo>
                <a:lnTo>
                  <a:pt x="170" y="87"/>
                </a:lnTo>
                <a:lnTo>
                  <a:pt x="181" y="79"/>
                </a:lnTo>
                <a:lnTo>
                  <a:pt x="193" y="72"/>
                </a:lnTo>
                <a:lnTo>
                  <a:pt x="205" y="65"/>
                </a:lnTo>
                <a:lnTo>
                  <a:pt x="218" y="59"/>
                </a:lnTo>
                <a:lnTo>
                  <a:pt x="231" y="53"/>
                </a:lnTo>
                <a:lnTo>
                  <a:pt x="244" y="47"/>
                </a:lnTo>
                <a:lnTo>
                  <a:pt x="257" y="41"/>
                </a:lnTo>
                <a:lnTo>
                  <a:pt x="270" y="36"/>
                </a:lnTo>
                <a:lnTo>
                  <a:pt x="284" y="31"/>
                </a:lnTo>
                <a:lnTo>
                  <a:pt x="297" y="27"/>
                </a:lnTo>
                <a:lnTo>
                  <a:pt x="311" y="22"/>
                </a:lnTo>
                <a:lnTo>
                  <a:pt x="325" y="19"/>
                </a:lnTo>
                <a:lnTo>
                  <a:pt x="339" y="15"/>
                </a:lnTo>
                <a:lnTo>
                  <a:pt x="353" y="12"/>
                </a:lnTo>
                <a:lnTo>
                  <a:pt x="368" y="9"/>
                </a:lnTo>
                <a:lnTo>
                  <a:pt x="382" y="7"/>
                </a:lnTo>
                <a:lnTo>
                  <a:pt x="396" y="5"/>
                </a:lnTo>
                <a:lnTo>
                  <a:pt x="411" y="3"/>
                </a:lnTo>
                <a:lnTo>
                  <a:pt x="426" y="2"/>
                </a:lnTo>
                <a:lnTo>
                  <a:pt x="440" y="1"/>
                </a:lnTo>
                <a:lnTo>
                  <a:pt x="455" y="0"/>
                </a:lnTo>
                <a:lnTo>
                  <a:pt x="470" y="0"/>
                </a:lnTo>
                <a:lnTo>
                  <a:pt x="485" y="0"/>
                </a:lnTo>
                <a:lnTo>
                  <a:pt x="499" y="1"/>
                </a:lnTo>
                <a:lnTo>
                  <a:pt x="514" y="2"/>
                </a:lnTo>
                <a:lnTo>
                  <a:pt x="529" y="3"/>
                </a:lnTo>
                <a:lnTo>
                  <a:pt x="543" y="5"/>
                </a:lnTo>
                <a:lnTo>
                  <a:pt x="558" y="7"/>
                </a:lnTo>
                <a:lnTo>
                  <a:pt x="572" y="9"/>
                </a:lnTo>
                <a:lnTo>
                  <a:pt x="586" y="12"/>
                </a:lnTo>
                <a:lnTo>
                  <a:pt x="601" y="15"/>
                </a:lnTo>
                <a:lnTo>
                  <a:pt x="615" y="19"/>
                </a:lnTo>
                <a:lnTo>
                  <a:pt x="629" y="22"/>
                </a:lnTo>
                <a:lnTo>
                  <a:pt x="642" y="27"/>
                </a:lnTo>
                <a:lnTo>
                  <a:pt x="656" y="31"/>
                </a:lnTo>
                <a:lnTo>
                  <a:pt x="669" y="36"/>
                </a:lnTo>
                <a:lnTo>
                  <a:pt x="683" y="41"/>
                </a:lnTo>
                <a:lnTo>
                  <a:pt x="696" y="47"/>
                </a:lnTo>
                <a:lnTo>
                  <a:pt x="708" y="53"/>
                </a:lnTo>
                <a:lnTo>
                  <a:pt x="721" y="59"/>
                </a:lnTo>
                <a:lnTo>
                  <a:pt x="733" y="65"/>
                </a:lnTo>
                <a:lnTo>
                  <a:pt x="745" y="72"/>
                </a:lnTo>
                <a:lnTo>
                  <a:pt x="757" y="79"/>
                </a:lnTo>
                <a:lnTo>
                  <a:pt x="769" y="87"/>
                </a:lnTo>
                <a:lnTo>
                  <a:pt x="780" y="94"/>
                </a:lnTo>
                <a:lnTo>
                  <a:pt x="791" y="102"/>
                </a:lnTo>
                <a:lnTo>
                  <a:pt x="801" y="110"/>
                </a:lnTo>
                <a:lnTo>
                  <a:pt x="812" y="119"/>
                </a:lnTo>
                <a:lnTo>
                  <a:pt x="822" y="128"/>
                </a:lnTo>
                <a:lnTo>
                  <a:pt x="831" y="137"/>
                </a:lnTo>
                <a:lnTo>
                  <a:pt x="840" y="146"/>
                </a:lnTo>
                <a:lnTo>
                  <a:pt x="849" y="155"/>
                </a:lnTo>
                <a:lnTo>
                  <a:pt x="858" y="165"/>
                </a:lnTo>
                <a:lnTo>
                  <a:pt x="866" y="175"/>
                </a:lnTo>
                <a:lnTo>
                  <a:pt x="873" y="185"/>
                </a:lnTo>
                <a:lnTo>
                  <a:pt x="881" y="196"/>
                </a:lnTo>
                <a:lnTo>
                  <a:pt x="888" y="207"/>
                </a:lnTo>
                <a:lnTo>
                  <a:pt x="894" y="217"/>
                </a:lnTo>
                <a:lnTo>
                  <a:pt x="900" y="228"/>
                </a:lnTo>
                <a:lnTo>
                  <a:pt x="906" y="239"/>
                </a:lnTo>
                <a:lnTo>
                  <a:pt x="911" y="250"/>
                </a:lnTo>
                <a:lnTo>
                  <a:pt x="916" y="261"/>
                </a:lnTo>
                <a:lnTo>
                  <a:pt x="920" y="272"/>
                </a:lnTo>
                <a:lnTo>
                  <a:pt x="924" y="284"/>
                </a:lnTo>
                <a:lnTo>
                  <a:pt x="927" y="295"/>
                </a:lnTo>
                <a:lnTo>
                  <a:pt x="930" y="307"/>
                </a:lnTo>
                <a:lnTo>
                  <a:pt x="933" y="319"/>
                </a:lnTo>
                <a:lnTo>
                  <a:pt x="935" y="330"/>
                </a:lnTo>
                <a:lnTo>
                  <a:pt x="937" y="342"/>
                </a:lnTo>
                <a:lnTo>
                  <a:pt x="938" y="354"/>
                </a:lnTo>
                <a:lnTo>
                  <a:pt x="938" y="366"/>
                </a:lnTo>
                <a:lnTo>
                  <a:pt x="939" y="377"/>
                </a:lnTo>
                <a:close/>
              </a:path>
            </a:pathLst>
          </a:custGeom>
          <a:solidFill>
            <a:srgbClr val="ffa7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3" name=""/>
          <p:cNvSpPr/>
          <p:nvPr/>
        </p:nvSpPr>
        <p:spPr>
          <a:xfrm>
            <a:off x="4809240" y="1691640"/>
            <a:ext cx="339480" cy="272520"/>
          </a:xfrm>
          <a:custGeom>
            <a:avLst/>
            <a:gdLst/>
            <a:ahLst/>
            <a:rect l="0" t="0" r="r" b="b"/>
            <a:pathLst>
              <a:path w="943" h="757">
                <a:moveTo>
                  <a:pt x="941" y="379"/>
                </a:moveTo>
                <a:lnTo>
                  <a:pt x="940" y="368"/>
                </a:lnTo>
                <a:lnTo>
                  <a:pt x="940" y="356"/>
                </a:lnTo>
                <a:lnTo>
                  <a:pt x="939" y="344"/>
                </a:lnTo>
                <a:lnTo>
                  <a:pt x="937" y="332"/>
                </a:lnTo>
                <a:lnTo>
                  <a:pt x="935" y="321"/>
                </a:lnTo>
                <a:lnTo>
                  <a:pt x="932" y="309"/>
                </a:lnTo>
                <a:lnTo>
                  <a:pt x="929" y="297"/>
                </a:lnTo>
                <a:lnTo>
                  <a:pt x="926" y="286"/>
                </a:lnTo>
                <a:lnTo>
                  <a:pt x="922" y="274"/>
                </a:lnTo>
                <a:lnTo>
                  <a:pt x="918" y="263"/>
                </a:lnTo>
                <a:lnTo>
                  <a:pt x="913" y="252"/>
                </a:lnTo>
                <a:lnTo>
                  <a:pt x="908" y="241"/>
                </a:lnTo>
                <a:lnTo>
                  <a:pt x="902" y="230"/>
                </a:lnTo>
                <a:lnTo>
                  <a:pt x="896" y="219"/>
                </a:lnTo>
                <a:lnTo>
                  <a:pt x="890" y="208"/>
                </a:lnTo>
                <a:lnTo>
                  <a:pt x="883" y="197"/>
                </a:lnTo>
                <a:lnTo>
                  <a:pt x="875" y="187"/>
                </a:lnTo>
                <a:lnTo>
                  <a:pt x="868" y="177"/>
                </a:lnTo>
                <a:lnTo>
                  <a:pt x="860" y="167"/>
                </a:lnTo>
                <a:lnTo>
                  <a:pt x="851" y="157"/>
                </a:lnTo>
                <a:lnTo>
                  <a:pt x="842" y="148"/>
                </a:lnTo>
                <a:lnTo>
                  <a:pt x="833" y="139"/>
                </a:lnTo>
                <a:lnTo>
                  <a:pt x="824" y="130"/>
                </a:lnTo>
                <a:lnTo>
                  <a:pt x="814" y="121"/>
                </a:lnTo>
                <a:lnTo>
                  <a:pt x="803" y="112"/>
                </a:lnTo>
                <a:lnTo>
                  <a:pt x="793" y="104"/>
                </a:lnTo>
                <a:lnTo>
                  <a:pt x="782" y="96"/>
                </a:lnTo>
                <a:lnTo>
                  <a:pt x="771" y="89"/>
                </a:lnTo>
                <a:lnTo>
                  <a:pt x="759" y="81"/>
                </a:lnTo>
                <a:lnTo>
                  <a:pt x="747" y="74"/>
                </a:lnTo>
                <a:lnTo>
                  <a:pt x="735" y="67"/>
                </a:lnTo>
                <a:lnTo>
                  <a:pt x="723" y="61"/>
                </a:lnTo>
                <a:lnTo>
                  <a:pt x="710" y="55"/>
                </a:lnTo>
                <a:lnTo>
                  <a:pt x="698" y="49"/>
                </a:lnTo>
                <a:lnTo>
                  <a:pt x="685" y="43"/>
                </a:lnTo>
                <a:lnTo>
                  <a:pt x="671" y="38"/>
                </a:lnTo>
                <a:lnTo>
                  <a:pt x="658" y="33"/>
                </a:lnTo>
                <a:lnTo>
                  <a:pt x="644" y="29"/>
                </a:lnTo>
                <a:lnTo>
                  <a:pt x="631" y="24"/>
                </a:lnTo>
                <a:lnTo>
                  <a:pt x="617" y="21"/>
                </a:lnTo>
                <a:lnTo>
                  <a:pt x="603" y="17"/>
                </a:lnTo>
                <a:lnTo>
                  <a:pt x="588" y="14"/>
                </a:lnTo>
                <a:lnTo>
                  <a:pt x="574" y="11"/>
                </a:lnTo>
                <a:lnTo>
                  <a:pt x="560" y="9"/>
                </a:lnTo>
                <a:lnTo>
                  <a:pt x="545" y="7"/>
                </a:lnTo>
                <a:lnTo>
                  <a:pt x="531" y="5"/>
                </a:lnTo>
                <a:lnTo>
                  <a:pt x="516" y="4"/>
                </a:lnTo>
                <a:lnTo>
                  <a:pt x="501" y="3"/>
                </a:lnTo>
                <a:lnTo>
                  <a:pt x="487" y="2"/>
                </a:lnTo>
                <a:lnTo>
                  <a:pt x="472" y="2"/>
                </a:lnTo>
                <a:lnTo>
                  <a:pt x="457" y="2"/>
                </a:lnTo>
                <a:lnTo>
                  <a:pt x="442" y="3"/>
                </a:lnTo>
                <a:lnTo>
                  <a:pt x="428" y="4"/>
                </a:lnTo>
                <a:lnTo>
                  <a:pt x="413" y="5"/>
                </a:lnTo>
                <a:lnTo>
                  <a:pt x="398" y="7"/>
                </a:lnTo>
                <a:lnTo>
                  <a:pt x="384" y="9"/>
                </a:lnTo>
                <a:lnTo>
                  <a:pt x="370" y="11"/>
                </a:lnTo>
                <a:lnTo>
                  <a:pt x="355" y="14"/>
                </a:lnTo>
                <a:lnTo>
                  <a:pt x="341" y="17"/>
                </a:lnTo>
                <a:lnTo>
                  <a:pt x="327" y="21"/>
                </a:lnTo>
                <a:lnTo>
                  <a:pt x="313" y="24"/>
                </a:lnTo>
                <a:lnTo>
                  <a:pt x="298" y="29"/>
                </a:lnTo>
                <a:lnTo>
                  <a:pt x="285" y="33"/>
                </a:lnTo>
                <a:lnTo>
                  <a:pt x="271" y="38"/>
                </a:lnTo>
                <a:lnTo>
                  <a:pt x="258" y="43"/>
                </a:lnTo>
                <a:lnTo>
                  <a:pt x="245" y="49"/>
                </a:lnTo>
                <a:lnTo>
                  <a:pt x="232" y="55"/>
                </a:lnTo>
                <a:lnTo>
                  <a:pt x="220" y="61"/>
                </a:lnTo>
                <a:lnTo>
                  <a:pt x="207" y="67"/>
                </a:lnTo>
                <a:lnTo>
                  <a:pt x="195" y="74"/>
                </a:lnTo>
                <a:lnTo>
                  <a:pt x="183" y="81"/>
                </a:lnTo>
                <a:lnTo>
                  <a:pt x="172" y="89"/>
                </a:lnTo>
                <a:lnTo>
                  <a:pt x="161" y="96"/>
                </a:lnTo>
                <a:lnTo>
                  <a:pt x="150" y="104"/>
                </a:lnTo>
                <a:lnTo>
                  <a:pt x="139" y="112"/>
                </a:lnTo>
                <a:lnTo>
                  <a:pt x="129" y="121"/>
                </a:lnTo>
                <a:lnTo>
                  <a:pt x="119" y="130"/>
                </a:lnTo>
                <a:lnTo>
                  <a:pt x="110" y="139"/>
                </a:lnTo>
                <a:lnTo>
                  <a:pt x="100" y="148"/>
                </a:lnTo>
                <a:lnTo>
                  <a:pt x="91" y="157"/>
                </a:lnTo>
                <a:lnTo>
                  <a:pt x="83" y="167"/>
                </a:lnTo>
                <a:lnTo>
                  <a:pt x="75" y="177"/>
                </a:lnTo>
                <a:lnTo>
                  <a:pt x="67" y="187"/>
                </a:lnTo>
                <a:lnTo>
                  <a:pt x="60" y="197"/>
                </a:lnTo>
                <a:lnTo>
                  <a:pt x="53" y="208"/>
                </a:lnTo>
                <a:lnTo>
                  <a:pt x="47" y="219"/>
                </a:lnTo>
                <a:lnTo>
                  <a:pt x="40" y="230"/>
                </a:lnTo>
                <a:lnTo>
                  <a:pt x="35" y="241"/>
                </a:lnTo>
                <a:lnTo>
                  <a:pt x="30" y="252"/>
                </a:lnTo>
                <a:lnTo>
                  <a:pt x="25" y="263"/>
                </a:lnTo>
                <a:lnTo>
                  <a:pt x="21" y="274"/>
                </a:lnTo>
                <a:lnTo>
                  <a:pt x="17" y="286"/>
                </a:lnTo>
                <a:lnTo>
                  <a:pt x="13" y="297"/>
                </a:lnTo>
                <a:lnTo>
                  <a:pt x="10" y="309"/>
                </a:lnTo>
                <a:lnTo>
                  <a:pt x="8" y="321"/>
                </a:lnTo>
                <a:lnTo>
                  <a:pt x="6" y="332"/>
                </a:lnTo>
                <a:lnTo>
                  <a:pt x="4" y="344"/>
                </a:lnTo>
                <a:lnTo>
                  <a:pt x="3" y="356"/>
                </a:lnTo>
                <a:lnTo>
                  <a:pt x="2" y="368"/>
                </a:lnTo>
                <a:lnTo>
                  <a:pt x="2" y="379"/>
                </a:lnTo>
                <a:lnTo>
                  <a:pt x="2" y="391"/>
                </a:lnTo>
                <a:lnTo>
                  <a:pt x="3" y="403"/>
                </a:lnTo>
                <a:lnTo>
                  <a:pt x="4" y="415"/>
                </a:lnTo>
                <a:lnTo>
                  <a:pt x="6" y="427"/>
                </a:lnTo>
                <a:lnTo>
                  <a:pt x="8" y="438"/>
                </a:lnTo>
                <a:lnTo>
                  <a:pt x="10" y="450"/>
                </a:lnTo>
                <a:lnTo>
                  <a:pt x="13" y="461"/>
                </a:lnTo>
                <a:lnTo>
                  <a:pt x="17" y="473"/>
                </a:lnTo>
                <a:lnTo>
                  <a:pt x="21" y="484"/>
                </a:lnTo>
                <a:lnTo>
                  <a:pt x="25" y="496"/>
                </a:lnTo>
                <a:lnTo>
                  <a:pt x="30" y="507"/>
                </a:lnTo>
                <a:lnTo>
                  <a:pt x="35" y="518"/>
                </a:lnTo>
                <a:lnTo>
                  <a:pt x="40" y="529"/>
                </a:lnTo>
                <a:lnTo>
                  <a:pt x="47" y="540"/>
                </a:lnTo>
                <a:lnTo>
                  <a:pt x="53" y="550"/>
                </a:lnTo>
                <a:lnTo>
                  <a:pt x="60" y="561"/>
                </a:lnTo>
                <a:lnTo>
                  <a:pt x="67" y="571"/>
                </a:lnTo>
                <a:lnTo>
                  <a:pt x="75" y="581"/>
                </a:lnTo>
                <a:lnTo>
                  <a:pt x="83" y="591"/>
                </a:lnTo>
                <a:lnTo>
                  <a:pt x="91" y="600"/>
                </a:lnTo>
                <a:lnTo>
                  <a:pt x="100" y="610"/>
                </a:lnTo>
                <a:lnTo>
                  <a:pt x="110" y="619"/>
                </a:lnTo>
                <a:lnTo>
                  <a:pt x="119" y="628"/>
                </a:lnTo>
                <a:lnTo>
                  <a:pt x="129" y="637"/>
                </a:lnTo>
                <a:lnTo>
                  <a:pt x="139" y="645"/>
                </a:lnTo>
                <a:lnTo>
                  <a:pt x="150" y="654"/>
                </a:lnTo>
                <a:lnTo>
                  <a:pt x="161" y="662"/>
                </a:lnTo>
                <a:lnTo>
                  <a:pt x="172" y="669"/>
                </a:lnTo>
                <a:lnTo>
                  <a:pt x="183" y="677"/>
                </a:lnTo>
                <a:lnTo>
                  <a:pt x="195" y="684"/>
                </a:lnTo>
                <a:lnTo>
                  <a:pt x="207" y="690"/>
                </a:lnTo>
                <a:lnTo>
                  <a:pt x="220" y="697"/>
                </a:lnTo>
                <a:lnTo>
                  <a:pt x="232" y="703"/>
                </a:lnTo>
                <a:lnTo>
                  <a:pt x="245" y="709"/>
                </a:lnTo>
                <a:lnTo>
                  <a:pt x="258" y="715"/>
                </a:lnTo>
                <a:lnTo>
                  <a:pt x="271" y="720"/>
                </a:lnTo>
                <a:lnTo>
                  <a:pt x="285" y="725"/>
                </a:lnTo>
                <a:lnTo>
                  <a:pt x="298" y="729"/>
                </a:lnTo>
                <a:lnTo>
                  <a:pt x="313" y="733"/>
                </a:lnTo>
                <a:lnTo>
                  <a:pt x="327" y="737"/>
                </a:lnTo>
                <a:lnTo>
                  <a:pt x="341" y="741"/>
                </a:lnTo>
                <a:lnTo>
                  <a:pt x="355" y="744"/>
                </a:lnTo>
                <a:lnTo>
                  <a:pt x="370" y="746"/>
                </a:lnTo>
                <a:lnTo>
                  <a:pt x="384" y="749"/>
                </a:lnTo>
                <a:lnTo>
                  <a:pt x="398" y="751"/>
                </a:lnTo>
                <a:lnTo>
                  <a:pt x="413" y="753"/>
                </a:lnTo>
                <a:lnTo>
                  <a:pt x="428" y="754"/>
                </a:lnTo>
                <a:lnTo>
                  <a:pt x="442" y="755"/>
                </a:lnTo>
                <a:lnTo>
                  <a:pt x="457" y="755"/>
                </a:lnTo>
                <a:lnTo>
                  <a:pt x="472" y="756"/>
                </a:lnTo>
                <a:lnTo>
                  <a:pt x="487" y="755"/>
                </a:lnTo>
                <a:lnTo>
                  <a:pt x="501" y="755"/>
                </a:lnTo>
                <a:lnTo>
                  <a:pt x="516" y="754"/>
                </a:lnTo>
                <a:lnTo>
                  <a:pt x="531" y="753"/>
                </a:lnTo>
                <a:lnTo>
                  <a:pt x="545" y="751"/>
                </a:lnTo>
                <a:lnTo>
                  <a:pt x="560" y="749"/>
                </a:lnTo>
                <a:lnTo>
                  <a:pt x="574" y="746"/>
                </a:lnTo>
                <a:lnTo>
                  <a:pt x="588" y="744"/>
                </a:lnTo>
                <a:lnTo>
                  <a:pt x="603" y="741"/>
                </a:lnTo>
                <a:lnTo>
                  <a:pt x="617" y="737"/>
                </a:lnTo>
                <a:lnTo>
                  <a:pt x="631" y="733"/>
                </a:lnTo>
                <a:lnTo>
                  <a:pt x="644" y="729"/>
                </a:lnTo>
                <a:lnTo>
                  <a:pt x="658" y="725"/>
                </a:lnTo>
                <a:lnTo>
                  <a:pt x="671" y="720"/>
                </a:lnTo>
                <a:lnTo>
                  <a:pt x="685" y="715"/>
                </a:lnTo>
                <a:lnTo>
                  <a:pt x="698" y="709"/>
                </a:lnTo>
                <a:lnTo>
                  <a:pt x="710" y="703"/>
                </a:lnTo>
                <a:lnTo>
                  <a:pt x="723" y="697"/>
                </a:lnTo>
                <a:lnTo>
                  <a:pt x="735" y="690"/>
                </a:lnTo>
                <a:lnTo>
                  <a:pt x="747" y="684"/>
                </a:lnTo>
                <a:lnTo>
                  <a:pt x="759" y="677"/>
                </a:lnTo>
                <a:lnTo>
                  <a:pt x="771" y="669"/>
                </a:lnTo>
                <a:lnTo>
                  <a:pt x="782" y="662"/>
                </a:lnTo>
                <a:lnTo>
                  <a:pt x="793" y="654"/>
                </a:lnTo>
                <a:lnTo>
                  <a:pt x="803" y="645"/>
                </a:lnTo>
                <a:lnTo>
                  <a:pt x="814" y="637"/>
                </a:lnTo>
                <a:lnTo>
                  <a:pt x="824" y="628"/>
                </a:lnTo>
                <a:lnTo>
                  <a:pt x="833" y="619"/>
                </a:lnTo>
                <a:lnTo>
                  <a:pt x="842" y="610"/>
                </a:lnTo>
                <a:lnTo>
                  <a:pt x="851" y="600"/>
                </a:lnTo>
                <a:lnTo>
                  <a:pt x="860" y="591"/>
                </a:lnTo>
                <a:lnTo>
                  <a:pt x="868" y="581"/>
                </a:lnTo>
                <a:lnTo>
                  <a:pt x="875" y="571"/>
                </a:lnTo>
                <a:lnTo>
                  <a:pt x="883" y="561"/>
                </a:lnTo>
                <a:lnTo>
                  <a:pt x="890" y="550"/>
                </a:lnTo>
                <a:lnTo>
                  <a:pt x="896" y="540"/>
                </a:lnTo>
                <a:lnTo>
                  <a:pt x="902" y="529"/>
                </a:lnTo>
                <a:lnTo>
                  <a:pt x="908" y="518"/>
                </a:lnTo>
                <a:lnTo>
                  <a:pt x="913" y="507"/>
                </a:lnTo>
                <a:lnTo>
                  <a:pt x="918" y="496"/>
                </a:lnTo>
                <a:lnTo>
                  <a:pt x="922" y="484"/>
                </a:lnTo>
                <a:lnTo>
                  <a:pt x="926" y="473"/>
                </a:lnTo>
                <a:lnTo>
                  <a:pt x="929" y="461"/>
                </a:lnTo>
                <a:lnTo>
                  <a:pt x="932" y="450"/>
                </a:lnTo>
                <a:lnTo>
                  <a:pt x="935" y="438"/>
                </a:lnTo>
                <a:lnTo>
                  <a:pt x="937" y="427"/>
                </a:lnTo>
                <a:lnTo>
                  <a:pt x="939" y="415"/>
                </a:lnTo>
                <a:lnTo>
                  <a:pt x="940" y="403"/>
                </a:lnTo>
                <a:lnTo>
                  <a:pt x="940" y="391"/>
                </a:lnTo>
                <a:lnTo>
                  <a:pt x="941" y="379"/>
                </a:lnTo>
                <a:moveTo>
                  <a:pt x="943" y="379"/>
                </a:moveTo>
                <a:lnTo>
                  <a:pt x="943" y="391"/>
                </a:lnTo>
                <a:lnTo>
                  <a:pt x="942" y="403"/>
                </a:lnTo>
                <a:lnTo>
                  <a:pt x="941" y="415"/>
                </a:lnTo>
                <a:lnTo>
                  <a:pt x="939" y="427"/>
                </a:lnTo>
                <a:lnTo>
                  <a:pt x="937" y="439"/>
                </a:lnTo>
                <a:lnTo>
                  <a:pt x="935" y="450"/>
                </a:lnTo>
                <a:lnTo>
                  <a:pt x="932" y="462"/>
                </a:lnTo>
                <a:lnTo>
                  <a:pt x="928" y="473"/>
                </a:lnTo>
                <a:lnTo>
                  <a:pt x="924" y="485"/>
                </a:lnTo>
                <a:lnTo>
                  <a:pt x="920" y="496"/>
                </a:lnTo>
                <a:lnTo>
                  <a:pt x="915" y="507"/>
                </a:lnTo>
                <a:lnTo>
                  <a:pt x="910" y="519"/>
                </a:lnTo>
                <a:lnTo>
                  <a:pt x="904" y="529"/>
                </a:lnTo>
                <a:lnTo>
                  <a:pt x="898" y="540"/>
                </a:lnTo>
                <a:lnTo>
                  <a:pt x="892" y="551"/>
                </a:lnTo>
                <a:lnTo>
                  <a:pt x="885" y="561"/>
                </a:lnTo>
                <a:lnTo>
                  <a:pt x="877" y="572"/>
                </a:lnTo>
                <a:lnTo>
                  <a:pt x="870" y="582"/>
                </a:lnTo>
                <a:lnTo>
                  <a:pt x="862" y="592"/>
                </a:lnTo>
                <a:lnTo>
                  <a:pt x="853" y="602"/>
                </a:lnTo>
                <a:lnTo>
                  <a:pt x="844" y="611"/>
                </a:lnTo>
                <a:lnTo>
                  <a:pt x="835" y="620"/>
                </a:lnTo>
                <a:lnTo>
                  <a:pt x="825" y="629"/>
                </a:lnTo>
                <a:lnTo>
                  <a:pt x="815" y="638"/>
                </a:lnTo>
                <a:lnTo>
                  <a:pt x="805" y="647"/>
                </a:lnTo>
                <a:lnTo>
                  <a:pt x="794" y="655"/>
                </a:lnTo>
                <a:lnTo>
                  <a:pt x="783" y="663"/>
                </a:lnTo>
                <a:lnTo>
                  <a:pt x="772" y="671"/>
                </a:lnTo>
                <a:lnTo>
                  <a:pt x="761" y="678"/>
                </a:lnTo>
                <a:lnTo>
                  <a:pt x="749" y="685"/>
                </a:lnTo>
                <a:lnTo>
                  <a:pt x="737" y="692"/>
                </a:lnTo>
                <a:lnTo>
                  <a:pt x="724" y="699"/>
                </a:lnTo>
                <a:lnTo>
                  <a:pt x="712" y="705"/>
                </a:lnTo>
                <a:lnTo>
                  <a:pt x="699" y="711"/>
                </a:lnTo>
                <a:lnTo>
                  <a:pt x="686" y="716"/>
                </a:lnTo>
                <a:lnTo>
                  <a:pt x="672" y="721"/>
                </a:lnTo>
                <a:lnTo>
                  <a:pt x="659" y="726"/>
                </a:lnTo>
                <a:lnTo>
                  <a:pt x="645" y="731"/>
                </a:lnTo>
                <a:lnTo>
                  <a:pt x="631" y="735"/>
                </a:lnTo>
                <a:lnTo>
                  <a:pt x="617" y="739"/>
                </a:lnTo>
                <a:lnTo>
                  <a:pt x="603" y="742"/>
                </a:lnTo>
                <a:lnTo>
                  <a:pt x="589" y="745"/>
                </a:lnTo>
                <a:lnTo>
                  <a:pt x="575" y="748"/>
                </a:lnTo>
                <a:lnTo>
                  <a:pt x="560" y="751"/>
                </a:lnTo>
                <a:lnTo>
                  <a:pt x="546" y="753"/>
                </a:lnTo>
                <a:lnTo>
                  <a:pt x="531" y="754"/>
                </a:lnTo>
                <a:lnTo>
                  <a:pt x="516" y="756"/>
                </a:lnTo>
                <a:lnTo>
                  <a:pt x="501" y="757"/>
                </a:lnTo>
                <a:lnTo>
                  <a:pt x="487" y="757"/>
                </a:lnTo>
                <a:lnTo>
                  <a:pt x="472" y="757"/>
                </a:lnTo>
                <a:lnTo>
                  <a:pt x="457" y="757"/>
                </a:lnTo>
                <a:lnTo>
                  <a:pt x="442" y="757"/>
                </a:lnTo>
                <a:lnTo>
                  <a:pt x="427" y="756"/>
                </a:lnTo>
                <a:lnTo>
                  <a:pt x="413" y="754"/>
                </a:lnTo>
                <a:lnTo>
                  <a:pt x="398" y="753"/>
                </a:lnTo>
                <a:lnTo>
                  <a:pt x="384" y="751"/>
                </a:lnTo>
                <a:lnTo>
                  <a:pt x="369" y="748"/>
                </a:lnTo>
                <a:lnTo>
                  <a:pt x="355" y="745"/>
                </a:lnTo>
                <a:lnTo>
                  <a:pt x="340" y="742"/>
                </a:lnTo>
                <a:lnTo>
                  <a:pt x="326" y="739"/>
                </a:lnTo>
                <a:lnTo>
                  <a:pt x="312" y="735"/>
                </a:lnTo>
                <a:lnTo>
                  <a:pt x="297" y="731"/>
                </a:lnTo>
                <a:lnTo>
                  <a:pt x="284" y="726"/>
                </a:lnTo>
                <a:lnTo>
                  <a:pt x="270" y="721"/>
                </a:lnTo>
                <a:lnTo>
                  <a:pt x="257" y="716"/>
                </a:lnTo>
                <a:lnTo>
                  <a:pt x="244" y="711"/>
                </a:lnTo>
                <a:lnTo>
                  <a:pt x="231" y="705"/>
                </a:lnTo>
                <a:lnTo>
                  <a:pt x="218" y="699"/>
                </a:lnTo>
                <a:lnTo>
                  <a:pt x="206" y="692"/>
                </a:lnTo>
                <a:lnTo>
                  <a:pt x="194" y="685"/>
                </a:lnTo>
                <a:lnTo>
                  <a:pt x="182" y="678"/>
                </a:lnTo>
                <a:lnTo>
                  <a:pt x="170" y="671"/>
                </a:lnTo>
                <a:lnTo>
                  <a:pt x="159" y="663"/>
                </a:lnTo>
                <a:lnTo>
                  <a:pt x="148" y="655"/>
                </a:lnTo>
                <a:lnTo>
                  <a:pt x="138" y="647"/>
                </a:lnTo>
                <a:lnTo>
                  <a:pt x="127" y="638"/>
                </a:lnTo>
                <a:lnTo>
                  <a:pt x="117" y="629"/>
                </a:lnTo>
                <a:lnTo>
                  <a:pt x="108" y="620"/>
                </a:lnTo>
                <a:lnTo>
                  <a:pt x="98" y="611"/>
                </a:lnTo>
                <a:lnTo>
                  <a:pt x="90" y="602"/>
                </a:lnTo>
                <a:lnTo>
                  <a:pt x="81" y="592"/>
                </a:lnTo>
                <a:lnTo>
                  <a:pt x="73" y="582"/>
                </a:lnTo>
                <a:lnTo>
                  <a:pt x="65" y="572"/>
                </a:lnTo>
                <a:lnTo>
                  <a:pt x="58" y="561"/>
                </a:lnTo>
                <a:lnTo>
                  <a:pt x="51" y="551"/>
                </a:lnTo>
                <a:lnTo>
                  <a:pt x="44" y="540"/>
                </a:lnTo>
                <a:lnTo>
                  <a:pt x="38" y="529"/>
                </a:lnTo>
                <a:lnTo>
                  <a:pt x="33" y="519"/>
                </a:lnTo>
                <a:lnTo>
                  <a:pt x="27" y="507"/>
                </a:lnTo>
                <a:lnTo>
                  <a:pt x="23" y="496"/>
                </a:lnTo>
                <a:lnTo>
                  <a:pt x="18" y="485"/>
                </a:lnTo>
                <a:lnTo>
                  <a:pt x="14" y="473"/>
                </a:lnTo>
                <a:lnTo>
                  <a:pt x="11" y="462"/>
                </a:lnTo>
                <a:lnTo>
                  <a:pt x="8" y="450"/>
                </a:lnTo>
                <a:lnTo>
                  <a:pt x="5" y="439"/>
                </a:lnTo>
                <a:lnTo>
                  <a:pt x="3" y="427"/>
                </a:lnTo>
                <a:lnTo>
                  <a:pt x="2" y="415"/>
                </a:lnTo>
                <a:lnTo>
                  <a:pt x="1" y="403"/>
                </a:lnTo>
                <a:lnTo>
                  <a:pt x="0" y="391"/>
                </a:lnTo>
                <a:lnTo>
                  <a:pt x="0" y="379"/>
                </a:lnTo>
                <a:lnTo>
                  <a:pt x="0" y="368"/>
                </a:lnTo>
                <a:lnTo>
                  <a:pt x="1" y="356"/>
                </a:lnTo>
                <a:lnTo>
                  <a:pt x="2" y="344"/>
                </a:lnTo>
                <a:lnTo>
                  <a:pt x="3" y="332"/>
                </a:lnTo>
                <a:lnTo>
                  <a:pt x="5" y="320"/>
                </a:lnTo>
                <a:lnTo>
                  <a:pt x="8" y="309"/>
                </a:lnTo>
                <a:lnTo>
                  <a:pt x="11" y="297"/>
                </a:lnTo>
                <a:lnTo>
                  <a:pt x="14" y="285"/>
                </a:lnTo>
                <a:lnTo>
                  <a:pt x="18" y="274"/>
                </a:lnTo>
                <a:lnTo>
                  <a:pt x="23" y="263"/>
                </a:lnTo>
                <a:lnTo>
                  <a:pt x="27" y="251"/>
                </a:lnTo>
                <a:lnTo>
                  <a:pt x="33" y="240"/>
                </a:lnTo>
                <a:lnTo>
                  <a:pt x="38" y="229"/>
                </a:lnTo>
                <a:lnTo>
                  <a:pt x="44" y="218"/>
                </a:lnTo>
                <a:lnTo>
                  <a:pt x="51" y="207"/>
                </a:lnTo>
                <a:lnTo>
                  <a:pt x="58" y="196"/>
                </a:lnTo>
                <a:lnTo>
                  <a:pt x="65" y="186"/>
                </a:lnTo>
                <a:lnTo>
                  <a:pt x="73" y="176"/>
                </a:lnTo>
                <a:lnTo>
                  <a:pt x="81" y="166"/>
                </a:lnTo>
                <a:lnTo>
                  <a:pt x="90" y="156"/>
                </a:lnTo>
                <a:lnTo>
                  <a:pt x="98" y="147"/>
                </a:lnTo>
                <a:lnTo>
                  <a:pt x="108" y="137"/>
                </a:lnTo>
                <a:lnTo>
                  <a:pt x="117" y="128"/>
                </a:lnTo>
                <a:lnTo>
                  <a:pt x="127" y="120"/>
                </a:lnTo>
                <a:lnTo>
                  <a:pt x="138" y="111"/>
                </a:lnTo>
                <a:lnTo>
                  <a:pt x="148" y="103"/>
                </a:lnTo>
                <a:lnTo>
                  <a:pt x="159" y="95"/>
                </a:lnTo>
                <a:lnTo>
                  <a:pt x="170" y="87"/>
                </a:lnTo>
                <a:lnTo>
                  <a:pt x="182" y="80"/>
                </a:lnTo>
                <a:lnTo>
                  <a:pt x="194" y="73"/>
                </a:lnTo>
                <a:lnTo>
                  <a:pt x="206" y="66"/>
                </a:lnTo>
                <a:lnTo>
                  <a:pt x="218" y="59"/>
                </a:lnTo>
                <a:lnTo>
                  <a:pt x="231" y="53"/>
                </a:lnTo>
                <a:lnTo>
                  <a:pt x="244" y="47"/>
                </a:lnTo>
                <a:lnTo>
                  <a:pt x="257" y="42"/>
                </a:lnTo>
                <a:lnTo>
                  <a:pt x="270" y="36"/>
                </a:lnTo>
                <a:lnTo>
                  <a:pt x="284" y="31"/>
                </a:lnTo>
                <a:lnTo>
                  <a:pt x="297" y="27"/>
                </a:lnTo>
                <a:lnTo>
                  <a:pt x="312" y="23"/>
                </a:lnTo>
                <a:lnTo>
                  <a:pt x="326" y="19"/>
                </a:lnTo>
                <a:lnTo>
                  <a:pt x="340" y="15"/>
                </a:lnTo>
                <a:lnTo>
                  <a:pt x="355" y="12"/>
                </a:lnTo>
                <a:lnTo>
                  <a:pt x="369" y="10"/>
                </a:lnTo>
                <a:lnTo>
                  <a:pt x="384" y="7"/>
                </a:lnTo>
                <a:lnTo>
                  <a:pt x="398" y="5"/>
                </a:lnTo>
                <a:lnTo>
                  <a:pt x="413" y="3"/>
                </a:lnTo>
                <a:lnTo>
                  <a:pt x="427" y="2"/>
                </a:lnTo>
                <a:lnTo>
                  <a:pt x="442" y="1"/>
                </a:lnTo>
                <a:lnTo>
                  <a:pt x="457" y="1"/>
                </a:lnTo>
                <a:lnTo>
                  <a:pt x="472" y="0"/>
                </a:lnTo>
                <a:lnTo>
                  <a:pt x="487" y="1"/>
                </a:lnTo>
                <a:lnTo>
                  <a:pt x="501" y="1"/>
                </a:lnTo>
                <a:lnTo>
                  <a:pt x="516" y="2"/>
                </a:lnTo>
                <a:lnTo>
                  <a:pt x="531" y="3"/>
                </a:lnTo>
                <a:lnTo>
                  <a:pt x="546" y="5"/>
                </a:lnTo>
                <a:lnTo>
                  <a:pt x="560" y="7"/>
                </a:lnTo>
                <a:lnTo>
                  <a:pt x="575" y="10"/>
                </a:lnTo>
                <a:lnTo>
                  <a:pt x="589" y="12"/>
                </a:lnTo>
                <a:lnTo>
                  <a:pt x="603" y="15"/>
                </a:lnTo>
                <a:lnTo>
                  <a:pt x="617" y="19"/>
                </a:lnTo>
                <a:lnTo>
                  <a:pt x="631" y="23"/>
                </a:lnTo>
                <a:lnTo>
                  <a:pt x="645" y="27"/>
                </a:lnTo>
                <a:lnTo>
                  <a:pt x="659" y="31"/>
                </a:lnTo>
                <a:lnTo>
                  <a:pt x="672" y="36"/>
                </a:lnTo>
                <a:lnTo>
                  <a:pt x="686" y="42"/>
                </a:lnTo>
                <a:lnTo>
                  <a:pt x="699" y="47"/>
                </a:lnTo>
                <a:lnTo>
                  <a:pt x="712" y="53"/>
                </a:lnTo>
                <a:lnTo>
                  <a:pt x="724" y="59"/>
                </a:lnTo>
                <a:lnTo>
                  <a:pt x="737" y="66"/>
                </a:lnTo>
                <a:lnTo>
                  <a:pt x="749" y="73"/>
                </a:lnTo>
                <a:lnTo>
                  <a:pt x="761" y="80"/>
                </a:lnTo>
                <a:lnTo>
                  <a:pt x="772" y="87"/>
                </a:lnTo>
                <a:lnTo>
                  <a:pt x="783" y="95"/>
                </a:lnTo>
                <a:lnTo>
                  <a:pt x="794" y="103"/>
                </a:lnTo>
                <a:lnTo>
                  <a:pt x="805" y="111"/>
                </a:lnTo>
                <a:lnTo>
                  <a:pt x="815" y="120"/>
                </a:lnTo>
                <a:lnTo>
                  <a:pt x="825" y="128"/>
                </a:lnTo>
                <a:lnTo>
                  <a:pt x="835" y="137"/>
                </a:lnTo>
                <a:lnTo>
                  <a:pt x="844" y="147"/>
                </a:lnTo>
                <a:lnTo>
                  <a:pt x="853" y="156"/>
                </a:lnTo>
                <a:lnTo>
                  <a:pt x="862" y="166"/>
                </a:lnTo>
                <a:lnTo>
                  <a:pt x="870" y="176"/>
                </a:lnTo>
                <a:lnTo>
                  <a:pt x="877" y="186"/>
                </a:lnTo>
                <a:lnTo>
                  <a:pt x="885" y="196"/>
                </a:lnTo>
                <a:lnTo>
                  <a:pt x="892" y="207"/>
                </a:lnTo>
                <a:lnTo>
                  <a:pt x="898" y="218"/>
                </a:lnTo>
                <a:lnTo>
                  <a:pt x="904" y="229"/>
                </a:lnTo>
                <a:lnTo>
                  <a:pt x="910" y="240"/>
                </a:lnTo>
                <a:lnTo>
                  <a:pt x="915" y="251"/>
                </a:lnTo>
                <a:lnTo>
                  <a:pt x="920" y="263"/>
                </a:lnTo>
                <a:lnTo>
                  <a:pt x="924" y="274"/>
                </a:lnTo>
                <a:lnTo>
                  <a:pt x="928" y="285"/>
                </a:lnTo>
                <a:lnTo>
                  <a:pt x="932" y="297"/>
                </a:lnTo>
                <a:lnTo>
                  <a:pt x="935" y="309"/>
                </a:lnTo>
                <a:lnTo>
                  <a:pt x="937" y="320"/>
                </a:lnTo>
                <a:lnTo>
                  <a:pt x="939" y="332"/>
                </a:lnTo>
                <a:lnTo>
                  <a:pt x="941" y="344"/>
                </a:lnTo>
                <a:lnTo>
                  <a:pt x="942" y="356"/>
                </a:lnTo>
                <a:lnTo>
                  <a:pt x="943" y="368"/>
                </a:lnTo>
                <a:lnTo>
                  <a:pt x="943" y="379"/>
                </a:lnTo>
                <a:close/>
              </a:path>
            </a:pathLst>
          </a:custGeom>
          <a:solidFill>
            <a:srgbClr val="ffa6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4" name=""/>
          <p:cNvSpPr/>
          <p:nvPr/>
        </p:nvSpPr>
        <p:spPr>
          <a:xfrm>
            <a:off x="4808160" y="1691280"/>
            <a:ext cx="341280" cy="273600"/>
          </a:xfrm>
          <a:custGeom>
            <a:avLst/>
            <a:gdLst/>
            <a:ahLst/>
            <a:rect l="0" t="0" r="r" b="b"/>
            <a:pathLst>
              <a:path w="948" h="760">
                <a:moveTo>
                  <a:pt x="946" y="380"/>
                </a:moveTo>
                <a:lnTo>
                  <a:pt x="946" y="369"/>
                </a:lnTo>
                <a:lnTo>
                  <a:pt x="945" y="357"/>
                </a:lnTo>
                <a:lnTo>
                  <a:pt x="944" y="345"/>
                </a:lnTo>
                <a:lnTo>
                  <a:pt x="942" y="333"/>
                </a:lnTo>
                <a:lnTo>
                  <a:pt x="940" y="321"/>
                </a:lnTo>
                <a:lnTo>
                  <a:pt x="938" y="310"/>
                </a:lnTo>
                <a:lnTo>
                  <a:pt x="935" y="298"/>
                </a:lnTo>
                <a:lnTo>
                  <a:pt x="931" y="286"/>
                </a:lnTo>
                <a:lnTo>
                  <a:pt x="927" y="275"/>
                </a:lnTo>
                <a:lnTo>
                  <a:pt x="923" y="264"/>
                </a:lnTo>
                <a:lnTo>
                  <a:pt x="918" y="252"/>
                </a:lnTo>
                <a:lnTo>
                  <a:pt x="913" y="241"/>
                </a:lnTo>
                <a:lnTo>
                  <a:pt x="907" y="229"/>
                </a:lnTo>
                <a:lnTo>
                  <a:pt x="901" y="218"/>
                </a:lnTo>
                <a:lnTo>
                  <a:pt x="895" y="208"/>
                </a:lnTo>
                <a:lnTo>
                  <a:pt x="888" y="197"/>
                </a:lnTo>
                <a:lnTo>
                  <a:pt x="880" y="187"/>
                </a:lnTo>
                <a:lnTo>
                  <a:pt x="873" y="177"/>
                </a:lnTo>
                <a:lnTo>
                  <a:pt x="865" y="167"/>
                </a:lnTo>
                <a:lnTo>
                  <a:pt x="856" y="157"/>
                </a:lnTo>
                <a:lnTo>
                  <a:pt x="847" y="148"/>
                </a:lnTo>
                <a:lnTo>
                  <a:pt x="838" y="138"/>
                </a:lnTo>
                <a:lnTo>
                  <a:pt x="828" y="129"/>
                </a:lnTo>
                <a:lnTo>
                  <a:pt x="818" y="121"/>
                </a:lnTo>
                <a:lnTo>
                  <a:pt x="808" y="112"/>
                </a:lnTo>
                <a:lnTo>
                  <a:pt x="797" y="104"/>
                </a:lnTo>
                <a:lnTo>
                  <a:pt x="786" y="96"/>
                </a:lnTo>
                <a:lnTo>
                  <a:pt x="775" y="88"/>
                </a:lnTo>
                <a:lnTo>
                  <a:pt x="764" y="81"/>
                </a:lnTo>
                <a:lnTo>
                  <a:pt x="752" y="74"/>
                </a:lnTo>
                <a:lnTo>
                  <a:pt x="740" y="67"/>
                </a:lnTo>
                <a:lnTo>
                  <a:pt x="727" y="60"/>
                </a:lnTo>
                <a:lnTo>
                  <a:pt x="715" y="54"/>
                </a:lnTo>
                <a:lnTo>
                  <a:pt x="702" y="48"/>
                </a:lnTo>
                <a:lnTo>
                  <a:pt x="689" y="43"/>
                </a:lnTo>
                <a:lnTo>
                  <a:pt x="675" y="37"/>
                </a:lnTo>
                <a:lnTo>
                  <a:pt x="662" y="32"/>
                </a:lnTo>
                <a:lnTo>
                  <a:pt x="648" y="28"/>
                </a:lnTo>
                <a:lnTo>
                  <a:pt x="634" y="24"/>
                </a:lnTo>
                <a:lnTo>
                  <a:pt x="620" y="20"/>
                </a:lnTo>
                <a:lnTo>
                  <a:pt x="606" y="16"/>
                </a:lnTo>
                <a:lnTo>
                  <a:pt x="592" y="13"/>
                </a:lnTo>
                <a:lnTo>
                  <a:pt x="578" y="11"/>
                </a:lnTo>
                <a:lnTo>
                  <a:pt x="563" y="8"/>
                </a:lnTo>
                <a:lnTo>
                  <a:pt x="549" y="6"/>
                </a:lnTo>
                <a:lnTo>
                  <a:pt x="534" y="4"/>
                </a:lnTo>
                <a:lnTo>
                  <a:pt x="519" y="3"/>
                </a:lnTo>
                <a:lnTo>
                  <a:pt x="504" y="2"/>
                </a:lnTo>
                <a:lnTo>
                  <a:pt x="490" y="2"/>
                </a:lnTo>
                <a:lnTo>
                  <a:pt x="475" y="1"/>
                </a:lnTo>
                <a:lnTo>
                  <a:pt x="460" y="2"/>
                </a:lnTo>
                <a:lnTo>
                  <a:pt x="445" y="2"/>
                </a:lnTo>
                <a:lnTo>
                  <a:pt x="430" y="3"/>
                </a:lnTo>
                <a:lnTo>
                  <a:pt x="416" y="4"/>
                </a:lnTo>
                <a:lnTo>
                  <a:pt x="401" y="6"/>
                </a:lnTo>
                <a:lnTo>
                  <a:pt x="387" y="8"/>
                </a:lnTo>
                <a:lnTo>
                  <a:pt x="371" y="11"/>
                </a:lnTo>
                <a:lnTo>
                  <a:pt x="357" y="13"/>
                </a:lnTo>
                <a:lnTo>
                  <a:pt x="342" y="16"/>
                </a:lnTo>
                <a:lnTo>
                  <a:pt x="328" y="20"/>
                </a:lnTo>
                <a:lnTo>
                  <a:pt x="314" y="24"/>
                </a:lnTo>
                <a:lnTo>
                  <a:pt x="300" y="28"/>
                </a:lnTo>
                <a:lnTo>
                  <a:pt x="287" y="32"/>
                </a:lnTo>
                <a:lnTo>
                  <a:pt x="273" y="37"/>
                </a:lnTo>
                <a:lnTo>
                  <a:pt x="260" y="43"/>
                </a:lnTo>
                <a:lnTo>
                  <a:pt x="247" y="48"/>
                </a:lnTo>
                <a:lnTo>
                  <a:pt x="234" y="54"/>
                </a:lnTo>
                <a:lnTo>
                  <a:pt x="221" y="60"/>
                </a:lnTo>
                <a:lnTo>
                  <a:pt x="209" y="67"/>
                </a:lnTo>
                <a:lnTo>
                  <a:pt x="197" y="74"/>
                </a:lnTo>
                <a:lnTo>
                  <a:pt x="185" y="81"/>
                </a:lnTo>
                <a:lnTo>
                  <a:pt x="173" y="88"/>
                </a:lnTo>
                <a:lnTo>
                  <a:pt x="162" y="96"/>
                </a:lnTo>
                <a:lnTo>
                  <a:pt x="151" y="104"/>
                </a:lnTo>
                <a:lnTo>
                  <a:pt x="141" y="112"/>
                </a:lnTo>
                <a:lnTo>
                  <a:pt x="130" y="121"/>
                </a:lnTo>
                <a:lnTo>
                  <a:pt x="120" y="129"/>
                </a:lnTo>
                <a:lnTo>
                  <a:pt x="111" y="138"/>
                </a:lnTo>
                <a:lnTo>
                  <a:pt x="101" y="148"/>
                </a:lnTo>
                <a:lnTo>
                  <a:pt x="93" y="157"/>
                </a:lnTo>
                <a:lnTo>
                  <a:pt x="84" y="167"/>
                </a:lnTo>
                <a:lnTo>
                  <a:pt x="76" y="177"/>
                </a:lnTo>
                <a:lnTo>
                  <a:pt x="68" y="187"/>
                </a:lnTo>
                <a:lnTo>
                  <a:pt x="61" y="197"/>
                </a:lnTo>
                <a:lnTo>
                  <a:pt x="54" y="208"/>
                </a:lnTo>
                <a:lnTo>
                  <a:pt x="47" y="218"/>
                </a:lnTo>
                <a:lnTo>
                  <a:pt x="41" y="229"/>
                </a:lnTo>
                <a:lnTo>
                  <a:pt x="36" y="241"/>
                </a:lnTo>
                <a:lnTo>
                  <a:pt x="30" y="252"/>
                </a:lnTo>
                <a:lnTo>
                  <a:pt x="26" y="264"/>
                </a:lnTo>
                <a:lnTo>
                  <a:pt x="21" y="275"/>
                </a:lnTo>
                <a:lnTo>
                  <a:pt x="17" y="286"/>
                </a:lnTo>
                <a:lnTo>
                  <a:pt x="14" y="298"/>
                </a:lnTo>
                <a:lnTo>
                  <a:pt x="11" y="310"/>
                </a:lnTo>
                <a:lnTo>
                  <a:pt x="8" y="321"/>
                </a:lnTo>
                <a:lnTo>
                  <a:pt x="6" y="333"/>
                </a:lnTo>
                <a:lnTo>
                  <a:pt x="5" y="345"/>
                </a:lnTo>
                <a:lnTo>
                  <a:pt x="4" y="357"/>
                </a:lnTo>
                <a:lnTo>
                  <a:pt x="3" y="369"/>
                </a:lnTo>
                <a:lnTo>
                  <a:pt x="3" y="380"/>
                </a:lnTo>
                <a:lnTo>
                  <a:pt x="3" y="392"/>
                </a:lnTo>
                <a:lnTo>
                  <a:pt x="4" y="404"/>
                </a:lnTo>
                <a:lnTo>
                  <a:pt x="5" y="416"/>
                </a:lnTo>
                <a:lnTo>
                  <a:pt x="6" y="428"/>
                </a:lnTo>
                <a:lnTo>
                  <a:pt x="8" y="440"/>
                </a:lnTo>
                <a:lnTo>
                  <a:pt x="11" y="451"/>
                </a:lnTo>
                <a:lnTo>
                  <a:pt x="14" y="463"/>
                </a:lnTo>
                <a:lnTo>
                  <a:pt x="17" y="474"/>
                </a:lnTo>
                <a:lnTo>
                  <a:pt x="21" y="486"/>
                </a:lnTo>
                <a:lnTo>
                  <a:pt x="26" y="497"/>
                </a:lnTo>
                <a:lnTo>
                  <a:pt x="30" y="508"/>
                </a:lnTo>
                <a:lnTo>
                  <a:pt x="36" y="520"/>
                </a:lnTo>
                <a:lnTo>
                  <a:pt x="41" y="530"/>
                </a:lnTo>
                <a:lnTo>
                  <a:pt x="47" y="541"/>
                </a:lnTo>
                <a:lnTo>
                  <a:pt x="54" y="552"/>
                </a:lnTo>
                <a:lnTo>
                  <a:pt x="61" y="562"/>
                </a:lnTo>
                <a:lnTo>
                  <a:pt x="68" y="573"/>
                </a:lnTo>
                <a:lnTo>
                  <a:pt x="76" y="583"/>
                </a:lnTo>
                <a:lnTo>
                  <a:pt x="84" y="593"/>
                </a:lnTo>
                <a:lnTo>
                  <a:pt x="93" y="603"/>
                </a:lnTo>
                <a:lnTo>
                  <a:pt x="101" y="612"/>
                </a:lnTo>
                <a:lnTo>
                  <a:pt x="111" y="621"/>
                </a:lnTo>
                <a:lnTo>
                  <a:pt x="120" y="630"/>
                </a:lnTo>
                <a:lnTo>
                  <a:pt x="130" y="639"/>
                </a:lnTo>
                <a:lnTo>
                  <a:pt x="141" y="648"/>
                </a:lnTo>
                <a:lnTo>
                  <a:pt x="151" y="656"/>
                </a:lnTo>
                <a:lnTo>
                  <a:pt x="162" y="664"/>
                </a:lnTo>
                <a:lnTo>
                  <a:pt x="173" y="672"/>
                </a:lnTo>
                <a:lnTo>
                  <a:pt x="185" y="679"/>
                </a:lnTo>
                <a:lnTo>
                  <a:pt x="197" y="686"/>
                </a:lnTo>
                <a:lnTo>
                  <a:pt x="209" y="693"/>
                </a:lnTo>
                <a:lnTo>
                  <a:pt x="221" y="700"/>
                </a:lnTo>
                <a:lnTo>
                  <a:pt x="234" y="706"/>
                </a:lnTo>
                <a:lnTo>
                  <a:pt x="247" y="712"/>
                </a:lnTo>
                <a:lnTo>
                  <a:pt x="260" y="717"/>
                </a:lnTo>
                <a:lnTo>
                  <a:pt x="273" y="722"/>
                </a:lnTo>
                <a:lnTo>
                  <a:pt x="287" y="727"/>
                </a:lnTo>
                <a:lnTo>
                  <a:pt x="300" y="732"/>
                </a:lnTo>
                <a:lnTo>
                  <a:pt x="314" y="736"/>
                </a:lnTo>
                <a:lnTo>
                  <a:pt x="328" y="740"/>
                </a:lnTo>
                <a:lnTo>
                  <a:pt x="342" y="743"/>
                </a:lnTo>
                <a:lnTo>
                  <a:pt x="357" y="746"/>
                </a:lnTo>
                <a:lnTo>
                  <a:pt x="371" y="749"/>
                </a:lnTo>
                <a:lnTo>
                  <a:pt x="387" y="752"/>
                </a:lnTo>
                <a:lnTo>
                  <a:pt x="401" y="754"/>
                </a:lnTo>
                <a:lnTo>
                  <a:pt x="416" y="755"/>
                </a:lnTo>
                <a:lnTo>
                  <a:pt x="430" y="757"/>
                </a:lnTo>
                <a:lnTo>
                  <a:pt x="445" y="758"/>
                </a:lnTo>
                <a:lnTo>
                  <a:pt x="460" y="758"/>
                </a:lnTo>
                <a:lnTo>
                  <a:pt x="475" y="758"/>
                </a:lnTo>
                <a:lnTo>
                  <a:pt x="490" y="758"/>
                </a:lnTo>
                <a:lnTo>
                  <a:pt x="504" y="758"/>
                </a:lnTo>
                <a:lnTo>
                  <a:pt x="519" y="757"/>
                </a:lnTo>
                <a:lnTo>
                  <a:pt x="534" y="755"/>
                </a:lnTo>
                <a:lnTo>
                  <a:pt x="549" y="754"/>
                </a:lnTo>
                <a:lnTo>
                  <a:pt x="563" y="752"/>
                </a:lnTo>
                <a:lnTo>
                  <a:pt x="578" y="749"/>
                </a:lnTo>
                <a:lnTo>
                  <a:pt x="592" y="746"/>
                </a:lnTo>
                <a:lnTo>
                  <a:pt x="606" y="743"/>
                </a:lnTo>
                <a:lnTo>
                  <a:pt x="620" y="740"/>
                </a:lnTo>
                <a:lnTo>
                  <a:pt x="634" y="736"/>
                </a:lnTo>
                <a:lnTo>
                  <a:pt x="648" y="732"/>
                </a:lnTo>
                <a:lnTo>
                  <a:pt x="662" y="727"/>
                </a:lnTo>
                <a:lnTo>
                  <a:pt x="675" y="722"/>
                </a:lnTo>
                <a:lnTo>
                  <a:pt x="689" y="717"/>
                </a:lnTo>
                <a:lnTo>
                  <a:pt x="702" y="712"/>
                </a:lnTo>
                <a:lnTo>
                  <a:pt x="715" y="706"/>
                </a:lnTo>
                <a:lnTo>
                  <a:pt x="727" y="700"/>
                </a:lnTo>
                <a:lnTo>
                  <a:pt x="740" y="693"/>
                </a:lnTo>
                <a:lnTo>
                  <a:pt x="752" y="686"/>
                </a:lnTo>
                <a:lnTo>
                  <a:pt x="764" y="679"/>
                </a:lnTo>
                <a:lnTo>
                  <a:pt x="775" y="672"/>
                </a:lnTo>
                <a:lnTo>
                  <a:pt x="786" y="664"/>
                </a:lnTo>
                <a:lnTo>
                  <a:pt x="797" y="656"/>
                </a:lnTo>
                <a:lnTo>
                  <a:pt x="808" y="648"/>
                </a:lnTo>
                <a:lnTo>
                  <a:pt x="818" y="639"/>
                </a:lnTo>
                <a:lnTo>
                  <a:pt x="828" y="630"/>
                </a:lnTo>
                <a:lnTo>
                  <a:pt x="838" y="621"/>
                </a:lnTo>
                <a:lnTo>
                  <a:pt x="847" y="612"/>
                </a:lnTo>
                <a:lnTo>
                  <a:pt x="856" y="603"/>
                </a:lnTo>
                <a:lnTo>
                  <a:pt x="865" y="593"/>
                </a:lnTo>
                <a:lnTo>
                  <a:pt x="873" y="583"/>
                </a:lnTo>
                <a:lnTo>
                  <a:pt x="880" y="573"/>
                </a:lnTo>
                <a:lnTo>
                  <a:pt x="888" y="562"/>
                </a:lnTo>
                <a:lnTo>
                  <a:pt x="895" y="552"/>
                </a:lnTo>
                <a:lnTo>
                  <a:pt x="901" y="541"/>
                </a:lnTo>
                <a:lnTo>
                  <a:pt x="907" y="530"/>
                </a:lnTo>
                <a:lnTo>
                  <a:pt x="913" y="520"/>
                </a:lnTo>
                <a:lnTo>
                  <a:pt x="918" y="508"/>
                </a:lnTo>
                <a:lnTo>
                  <a:pt x="923" y="497"/>
                </a:lnTo>
                <a:lnTo>
                  <a:pt x="927" y="486"/>
                </a:lnTo>
                <a:lnTo>
                  <a:pt x="931" y="474"/>
                </a:lnTo>
                <a:lnTo>
                  <a:pt x="935" y="463"/>
                </a:lnTo>
                <a:lnTo>
                  <a:pt x="938" y="451"/>
                </a:lnTo>
                <a:lnTo>
                  <a:pt x="940" y="440"/>
                </a:lnTo>
                <a:lnTo>
                  <a:pt x="942" y="428"/>
                </a:lnTo>
                <a:lnTo>
                  <a:pt x="944" y="416"/>
                </a:lnTo>
                <a:lnTo>
                  <a:pt x="945" y="404"/>
                </a:lnTo>
                <a:lnTo>
                  <a:pt x="946" y="392"/>
                </a:lnTo>
                <a:lnTo>
                  <a:pt x="946" y="380"/>
                </a:lnTo>
                <a:moveTo>
                  <a:pt x="948" y="380"/>
                </a:moveTo>
                <a:lnTo>
                  <a:pt x="948" y="392"/>
                </a:lnTo>
                <a:lnTo>
                  <a:pt x="947" y="404"/>
                </a:lnTo>
                <a:lnTo>
                  <a:pt x="946" y="416"/>
                </a:lnTo>
                <a:lnTo>
                  <a:pt x="945" y="428"/>
                </a:lnTo>
                <a:lnTo>
                  <a:pt x="942" y="440"/>
                </a:lnTo>
                <a:lnTo>
                  <a:pt x="940" y="452"/>
                </a:lnTo>
                <a:lnTo>
                  <a:pt x="937" y="463"/>
                </a:lnTo>
                <a:lnTo>
                  <a:pt x="933" y="475"/>
                </a:lnTo>
                <a:lnTo>
                  <a:pt x="930" y="486"/>
                </a:lnTo>
                <a:lnTo>
                  <a:pt x="925" y="498"/>
                </a:lnTo>
                <a:lnTo>
                  <a:pt x="920" y="509"/>
                </a:lnTo>
                <a:lnTo>
                  <a:pt x="915" y="520"/>
                </a:lnTo>
                <a:lnTo>
                  <a:pt x="909" y="531"/>
                </a:lnTo>
                <a:lnTo>
                  <a:pt x="903" y="542"/>
                </a:lnTo>
                <a:lnTo>
                  <a:pt x="897" y="553"/>
                </a:lnTo>
                <a:lnTo>
                  <a:pt x="890" y="563"/>
                </a:lnTo>
                <a:lnTo>
                  <a:pt x="882" y="574"/>
                </a:lnTo>
                <a:lnTo>
                  <a:pt x="875" y="584"/>
                </a:lnTo>
                <a:lnTo>
                  <a:pt x="866" y="594"/>
                </a:lnTo>
                <a:lnTo>
                  <a:pt x="858" y="604"/>
                </a:lnTo>
                <a:lnTo>
                  <a:pt x="849" y="613"/>
                </a:lnTo>
                <a:lnTo>
                  <a:pt x="840" y="622"/>
                </a:lnTo>
                <a:lnTo>
                  <a:pt x="830" y="632"/>
                </a:lnTo>
                <a:lnTo>
                  <a:pt x="820" y="640"/>
                </a:lnTo>
                <a:lnTo>
                  <a:pt x="810" y="649"/>
                </a:lnTo>
                <a:lnTo>
                  <a:pt x="799" y="657"/>
                </a:lnTo>
                <a:lnTo>
                  <a:pt x="788" y="665"/>
                </a:lnTo>
                <a:lnTo>
                  <a:pt x="777" y="673"/>
                </a:lnTo>
                <a:lnTo>
                  <a:pt x="765" y="681"/>
                </a:lnTo>
                <a:lnTo>
                  <a:pt x="753" y="688"/>
                </a:lnTo>
                <a:lnTo>
                  <a:pt x="741" y="695"/>
                </a:lnTo>
                <a:lnTo>
                  <a:pt x="729" y="701"/>
                </a:lnTo>
                <a:lnTo>
                  <a:pt x="716" y="707"/>
                </a:lnTo>
                <a:lnTo>
                  <a:pt x="703" y="713"/>
                </a:lnTo>
                <a:lnTo>
                  <a:pt x="690" y="719"/>
                </a:lnTo>
                <a:lnTo>
                  <a:pt x="676" y="724"/>
                </a:lnTo>
                <a:lnTo>
                  <a:pt x="663" y="729"/>
                </a:lnTo>
                <a:lnTo>
                  <a:pt x="649" y="734"/>
                </a:lnTo>
                <a:lnTo>
                  <a:pt x="635" y="738"/>
                </a:lnTo>
                <a:lnTo>
                  <a:pt x="621" y="742"/>
                </a:lnTo>
                <a:lnTo>
                  <a:pt x="607" y="745"/>
                </a:lnTo>
                <a:lnTo>
                  <a:pt x="593" y="748"/>
                </a:lnTo>
                <a:lnTo>
                  <a:pt x="578" y="751"/>
                </a:lnTo>
                <a:lnTo>
                  <a:pt x="564" y="753"/>
                </a:lnTo>
                <a:lnTo>
                  <a:pt x="549" y="756"/>
                </a:lnTo>
                <a:lnTo>
                  <a:pt x="534" y="757"/>
                </a:lnTo>
                <a:lnTo>
                  <a:pt x="519" y="759"/>
                </a:lnTo>
                <a:lnTo>
                  <a:pt x="505" y="759"/>
                </a:lnTo>
                <a:lnTo>
                  <a:pt x="490" y="760"/>
                </a:lnTo>
                <a:lnTo>
                  <a:pt x="475" y="760"/>
                </a:lnTo>
                <a:lnTo>
                  <a:pt x="460" y="760"/>
                </a:lnTo>
                <a:lnTo>
                  <a:pt x="445" y="759"/>
                </a:lnTo>
                <a:lnTo>
                  <a:pt x="430" y="759"/>
                </a:lnTo>
                <a:lnTo>
                  <a:pt x="415" y="757"/>
                </a:lnTo>
                <a:lnTo>
                  <a:pt x="401" y="756"/>
                </a:lnTo>
                <a:lnTo>
                  <a:pt x="386" y="753"/>
                </a:lnTo>
                <a:lnTo>
                  <a:pt x="371" y="751"/>
                </a:lnTo>
                <a:lnTo>
                  <a:pt x="356" y="748"/>
                </a:lnTo>
                <a:lnTo>
                  <a:pt x="342" y="745"/>
                </a:lnTo>
                <a:lnTo>
                  <a:pt x="327" y="742"/>
                </a:lnTo>
                <a:lnTo>
                  <a:pt x="313" y="738"/>
                </a:lnTo>
                <a:lnTo>
                  <a:pt x="299" y="734"/>
                </a:lnTo>
                <a:lnTo>
                  <a:pt x="286" y="729"/>
                </a:lnTo>
                <a:lnTo>
                  <a:pt x="272" y="724"/>
                </a:lnTo>
                <a:lnTo>
                  <a:pt x="259" y="719"/>
                </a:lnTo>
                <a:lnTo>
                  <a:pt x="246" y="713"/>
                </a:lnTo>
                <a:lnTo>
                  <a:pt x="233" y="707"/>
                </a:lnTo>
                <a:lnTo>
                  <a:pt x="220" y="701"/>
                </a:lnTo>
                <a:lnTo>
                  <a:pt x="208" y="695"/>
                </a:lnTo>
                <a:lnTo>
                  <a:pt x="195" y="688"/>
                </a:lnTo>
                <a:lnTo>
                  <a:pt x="184" y="681"/>
                </a:lnTo>
                <a:lnTo>
                  <a:pt x="172" y="673"/>
                </a:lnTo>
                <a:lnTo>
                  <a:pt x="161" y="665"/>
                </a:lnTo>
                <a:lnTo>
                  <a:pt x="150" y="657"/>
                </a:lnTo>
                <a:lnTo>
                  <a:pt x="139" y="649"/>
                </a:lnTo>
                <a:lnTo>
                  <a:pt x="129" y="640"/>
                </a:lnTo>
                <a:lnTo>
                  <a:pt x="119" y="632"/>
                </a:lnTo>
                <a:lnTo>
                  <a:pt x="109" y="622"/>
                </a:lnTo>
                <a:lnTo>
                  <a:pt x="100" y="613"/>
                </a:lnTo>
                <a:lnTo>
                  <a:pt x="91" y="604"/>
                </a:lnTo>
                <a:lnTo>
                  <a:pt x="82" y="594"/>
                </a:lnTo>
                <a:lnTo>
                  <a:pt x="74" y="584"/>
                </a:lnTo>
                <a:lnTo>
                  <a:pt x="66" y="574"/>
                </a:lnTo>
                <a:lnTo>
                  <a:pt x="59" y="563"/>
                </a:lnTo>
                <a:lnTo>
                  <a:pt x="52" y="553"/>
                </a:lnTo>
                <a:lnTo>
                  <a:pt x="45" y="542"/>
                </a:lnTo>
                <a:lnTo>
                  <a:pt x="39" y="531"/>
                </a:lnTo>
                <a:lnTo>
                  <a:pt x="34" y="520"/>
                </a:lnTo>
                <a:lnTo>
                  <a:pt x="28" y="509"/>
                </a:lnTo>
                <a:lnTo>
                  <a:pt x="23" y="498"/>
                </a:lnTo>
                <a:lnTo>
                  <a:pt x="19" y="486"/>
                </a:lnTo>
                <a:lnTo>
                  <a:pt x="15" y="475"/>
                </a:lnTo>
                <a:lnTo>
                  <a:pt x="12" y="463"/>
                </a:lnTo>
                <a:lnTo>
                  <a:pt x="9" y="452"/>
                </a:lnTo>
                <a:lnTo>
                  <a:pt x="6" y="440"/>
                </a:lnTo>
                <a:lnTo>
                  <a:pt x="4" y="428"/>
                </a:lnTo>
                <a:lnTo>
                  <a:pt x="2" y="416"/>
                </a:lnTo>
                <a:lnTo>
                  <a:pt x="1" y="404"/>
                </a:lnTo>
                <a:lnTo>
                  <a:pt x="1" y="392"/>
                </a:lnTo>
                <a:lnTo>
                  <a:pt x="0" y="380"/>
                </a:lnTo>
                <a:lnTo>
                  <a:pt x="1" y="368"/>
                </a:lnTo>
                <a:lnTo>
                  <a:pt x="1" y="357"/>
                </a:lnTo>
                <a:lnTo>
                  <a:pt x="2" y="345"/>
                </a:lnTo>
                <a:lnTo>
                  <a:pt x="4" y="333"/>
                </a:lnTo>
                <a:lnTo>
                  <a:pt x="6" y="321"/>
                </a:lnTo>
                <a:lnTo>
                  <a:pt x="9" y="309"/>
                </a:lnTo>
                <a:lnTo>
                  <a:pt x="12" y="298"/>
                </a:lnTo>
                <a:lnTo>
                  <a:pt x="15" y="286"/>
                </a:lnTo>
                <a:lnTo>
                  <a:pt x="19" y="274"/>
                </a:lnTo>
                <a:lnTo>
                  <a:pt x="23" y="263"/>
                </a:lnTo>
                <a:lnTo>
                  <a:pt x="28" y="252"/>
                </a:lnTo>
                <a:lnTo>
                  <a:pt x="34" y="241"/>
                </a:lnTo>
                <a:lnTo>
                  <a:pt x="39" y="229"/>
                </a:lnTo>
                <a:lnTo>
                  <a:pt x="45" y="218"/>
                </a:lnTo>
                <a:lnTo>
                  <a:pt x="52" y="207"/>
                </a:lnTo>
                <a:lnTo>
                  <a:pt x="59" y="196"/>
                </a:lnTo>
                <a:lnTo>
                  <a:pt x="66" y="186"/>
                </a:lnTo>
                <a:lnTo>
                  <a:pt x="74" y="176"/>
                </a:lnTo>
                <a:lnTo>
                  <a:pt x="82" y="166"/>
                </a:lnTo>
                <a:lnTo>
                  <a:pt x="91" y="156"/>
                </a:lnTo>
                <a:lnTo>
                  <a:pt x="100" y="147"/>
                </a:lnTo>
                <a:lnTo>
                  <a:pt x="109" y="137"/>
                </a:lnTo>
                <a:lnTo>
                  <a:pt x="119" y="128"/>
                </a:lnTo>
                <a:lnTo>
                  <a:pt x="129" y="119"/>
                </a:lnTo>
                <a:lnTo>
                  <a:pt x="139" y="111"/>
                </a:lnTo>
                <a:lnTo>
                  <a:pt x="150" y="103"/>
                </a:lnTo>
                <a:lnTo>
                  <a:pt x="161" y="94"/>
                </a:lnTo>
                <a:lnTo>
                  <a:pt x="172" y="87"/>
                </a:lnTo>
                <a:lnTo>
                  <a:pt x="184" y="79"/>
                </a:lnTo>
                <a:lnTo>
                  <a:pt x="195" y="72"/>
                </a:lnTo>
                <a:lnTo>
                  <a:pt x="208" y="65"/>
                </a:lnTo>
                <a:lnTo>
                  <a:pt x="220" y="59"/>
                </a:lnTo>
                <a:lnTo>
                  <a:pt x="233" y="52"/>
                </a:lnTo>
                <a:lnTo>
                  <a:pt x="246" y="47"/>
                </a:lnTo>
                <a:lnTo>
                  <a:pt x="259" y="41"/>
                </a:lnTo>
                <a:lnTo>
                  <a:pt x="272" y="36"/>
                </a:lnTo>
                <a:lnTo>
                  <a:pt x="286" y="31"/>
                </a:lnTo>
                <a:lnTo>
                  <a:pt x="299" y="26"/>
                </a:lnTo>
                <a:lnTo>
                  <a:pt x="313" y="22"/>
                </a:lnTo>
                <a:lnTo>
                  <a:pt x="327" y="18"/>
                </a:lnTo>
                <a:lnTo>
                  <a:pt x="342" y="15"/>
                </a:lnTo>
                <a:lnTo>
                  <a:pt x="356" y="11"/>
                </a:lnTo>
                <a:lnTo>
                  <a:pt x="371" y="9"/>
                </a:lnTo>
                <a:lnTo>
                  <a:pt x="386" y="6"/>
                </a:lnTo>
                <a:lnTo>
                  <a:pt x="401" y="4"/>
                </a:lnTo>
                <a:lnTo>
                  <a:pt x="415" y="3"/>
                </a:lnTo>
                <a:lnTo>
                  <a:pt x="430" y="1"/>
                </a:lnTo>
                <a:lnTo>
                  <a:pt x="445" y="0"/>
                </a:lnTo>
                <a:lnTo>
                  <a:pt x="460" y="0"/>
                </a:lnTo>
                <a:lnTo>
                  <a:pt x="475" y="0"/>
                </a:lnTo>
                <a:lnTo>
                  <a:pt x="490" y="0"/>
                </a:lnTo>
                <a:lnTo>
                  <a:pt x="505" y="0"/>
                </a:lnTo>
                <a:lnTo>
                  <a:pt x="519" y="1"/>
                </a:lnTo>
                <a:lnTo>
                  <a:pt x="534" y="3"/>
                </a:lnTo>
                <a:lnTo>
                  <a:pt x="549" y="4"/>
                </a:lnTo>
                <a:lnTo>
                  <a:pt x="564" y="6"/>
                </a:lnTo>
                <a:lnTo>
                  <a:pt x="578" y="9"/>
                </a:lnTo>
                <a:lnTo>
                  <a:pt x="593" y="11"/>
                </a:lnTo>
                <a:lnTo>
                  <a:pt x="607" y="15"/>
                </a:lnTo>
                <a:lnTo>
                  <a:pt x="621" y="18"/>
                </a:lnTo>
                <a:lnTo>
                  <a:pt x="635" y="22"/>
                </a:lnTo>
                <a:lnTo>
                  <a:pt x="649" y="26"/>
                </a:lnTo>
                <a:lnTo>
                  <a:pt x="663" y="31"/>
                </a:lnTo>
                <a:lnTo>
                  <a:pt x="676" y="36"/>
                </a:lnTo>
                <a:lnTo>
                  <a:pt x="690" y="41"/>
                </a:lnTo>
                <a:lnTo>
                  <a:pt x="703" y="47"/>
                </a:lnTo>
                <a:lnTo>
                  <a:pt x="716" y="52"/>
                </a:lnTo>
                <a:lnTo>
                  <a:pt x="729" y="59"/>
                </a:lnTo>
                <a:lnTo>
                  <a:pt x="741" y="65"/>
                </a:lnTo>
                <a:lnTo>
                  <a:pt x="753" y="72"/>
                </a:lnTo>
                <a:lnTo>
                  <a:pt x="765" y="79"/>
                </a:lnTo>
                <a:lnTo>
                  <a:pt x="777" y="87"/>
                </a:lnTo>
                <a:lnTo>
                  <a:pt x="788" y="94"/>
                </a:lnTo>
                <a:lnTo>
                  <a:pt x="799" y="103"/>
                </a:lnTo>
                <a:lnTo>
                  <a:pt x="810" y="111"/>
                </a:lnTo>
                <a:lnTo>
                  <a:pt x="820" y="119"/>
                </a:lnTo>
                <a:lnTo>
                  <a:pt x="830" y="128"/>
                </a:lnTo>
                <a:lnTo>
                  <a:pt x="840" y="137"/>
                </a:lnTo>
                <a:lnTo>
                  <a:pt x="849" y="147"/>
                </a:lnTo>
                <a:lnTo>
                  <a:pt x="858" y="156"/>
                </a:lnTo>
                <a:lnTo>
                  <a:pt x="866" y="166"/>
                </a:lnTo>
                <a:lnTo>
                  <a:pt x="875" y="176"/>
                </a:lnTo>
                <a:lnTo>
                  <a:pt x="882" y="186"/>
                </a:lnTo>
                <a:lnTo>
                  <a:pt x="890" y="196"/>
                </a:lnTo>
                <a:lnTo>
                  <a:pt x="897" y="207"/>
                </a:lnTo>
                <a:lnTo>
                  <a:pt x="903" y="218"/>
                </a:lnTo>
                <a:lnTo>
                  <a:pt x="909" y="229"/>
                </a:lnTo>
                <a:lnTo>
                  <a:pt x="915" y="241"/>
                </a:lnTo>
                <a:lnTo>
                  <a:pt x="920" y="252"/>
                </a:lnTo>
                <a:lnTo>
                  <a:pt x="925" y="263"/>
                </a:lnTo>
                <a:lnTo>
                  <a:pt x="930" y="274"/>
                </a:lnTo>
                <a:lnTo>
                  <a:pt x="933" y="286"/>
                </a:lnTo>
                <a:lnTo>
                  <a:pt x="937" y="298"/>
                </a:lnTo>
                <a:lnTo>
                  <a:pt x="940" y="309"/>
                </a:lnTo>
                <a:lnTo>
                  <a:pt x="942" y="321"/>
                </a:lnTo>
                <a:lnTo>
                  <a:pt x="945" y="333"/>
                </a:lnTo>
                <a:lnTo>
                  <a:pt x="946" y="345"/>
                </a:lnTo>
                <a:lnTo>
                  <a:pt x="947" y="357"/>
                </a:lnTo>
                <a:lnTo>
                  <a:pt x="948" y="368"/>
                </a:lnTo>
                <a:lnTo>
                  <a:pt x="948" y="380"/>
                </a:lnTo>
                <a:close/>
              </a:path>
            </a:pathLst>
          </a:custGeom>
          <a:solidFill>
            <a:srgbClr val="ffa6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5" name=""/>
          <p:cNvSpPr/>
          <p:nvPr/>
        </p:nvSpPr>
        <p:spPr>
          <a:xfrm>
            <a:off x="4807440" y="1690560"/>
            <a:ext cx="343080" cy="275040"/>
          </a:xfrm>
          <a:custGeom>
            <a:avLst/>
            <a:gdLst/>
            <a:ahLst/>
            <a:rect l="0" t="0" r="r" b="b"/>
            <a:pathLst>
              <a:path w="953" h="764">
                <a:moveTo>
                  <a:pt x="950" y="382"/>
                </a:moveTo>
                <a:lnTo>
                  <a:pt x="950" y="370"/>
                </a:lnTo>
                <a:lnTo>
                  <a:pt x="949" y="359"/>
                </a:lnTo>
                <a:lnTo>
                  <a:pt x="948" y="347"/>
                </a:lnTo>
                <a:lnTo>
                  <a:pt x="947" y="335"/>
                </a:lnTo>
                <a:lnTo>
                  <a:pt x="944" y="323"/>
                </a:lnTo>
                <a:lnTo>
                  <a:pt x="942" y="311"/>
                </a:lnTo>
                <a:lnTo>
                  <a:pt x="939" y="300"/>
                </a:lnTo>
                <a:lnTo>
                  <a:pt x="935" y="288"/>
                </a:lnTo>
                <a:lnTo>
                  <a:pt x="932" y="276"/>
                </a:lnTo>
                <a:lnTo>
                  <a:pt x="927" y="265"/>
                </a:lnTo>
                <a:lnTo>
                  <a:pt x="922" y="253"/>
                </a:lnTo>
                <a:lnTo>
                  <a:pt x="917" y="242"/>
                </a:lnTo>
                <a:lnTo>
                  <a:pt x="911" y="231"/>
                </a:lnTo>
                <a:lnTo>
                  <a:pt x="905" y="220"/>
                </a:lnTo>
                <a:lnTo>
                  <a:pt x="899" y="209"/>
                </a:lnTo>
                <a:lnTo>
                  <a:pt x="892" y="198"/>
                </a:lnTo>
                <a:lnTo>
                  <a:pt x="884" y="188"/>
                </a:lnTo>
                <a:lnTo>
                  <a:pt x="877" y="178"/>
                </a:lnTo>
                <a:lnTo>
                  <a:pt x="868" y="168"/>
                </a:lnTo>
                <a:lnTo>
                  <a:pt x="860" y="158"/>
                </a:lnTo>
                <a:lnTo>
                  <a:pt x="851" y="149"/>
                </a:lnTo>
                <a:lnTo>
                  <a:pt x="842" y="139"/>
                </a:lnTo>
                <a:lnTo>
                  <a:pt x="832" y="130"/>
                </a:lnTo>
                <a:lnTo>
                  <a:pt x="822" y="121"/>
                </a:lnTo>
                <a:lnTo>
                  <a:pt x="812" y="113"/>
                </a:lnTo>
                <a:lnTo>
                  <a:pt x="801" y="105"/>
                </a:lnTo>
                <a:lnTo>
                  <a:pt x="790" y="96"/>
                </a:lnTo>
                <a:lnTo>
                  <a:pt x="779" y="89"/>
                </a:lnTo>
                <a:lnTo>
                  <a:pt x="767" y="81"/>
                </a:lnTo>
                <a:lnTo>
                  <a:pt x="755" y="74"/>
                </a:lnTo>
                <a:lnTo>
                  <a:pt x="743" y="67"/>
                </a:lnTo>
                <a:lnTo>
                  <a:pt x="731" y="61"/>
                </a:lnTo>
                <a:lnTo>
                  <a:pt x="718" y="54"/>
                </a:lnTo>
                <a:lnTo>
                  <a:pt x="705" y="49"/>
                </a:lnTo>
                <a:lnTo>
                  <a:pt x="692" y="43"/>
                </a:lnTo>
                <a:lnTo>
                  <a:pt x="678" y="38"/>
                </a:lnTo>
                <a:lnTo>
                  <a:pt x="665" y="33"/>
                </a:lnTo>
                <a:lnTo>
                  <a:pt x="651" y="28"/>
                </a:lnTo>
                <a:lnTo>
                  <a:pt x="637" y="24"/>
                </a:lnTo>
                <a:lnTo>
                  <a:pt x="623" y="20"/>
                </a:lnTo>
                <a:lnTo>
                  <a:pt x="609" y="17"/>
                </a:lnTo>
                <a:lnTo>
                  <a:pt x="595" y="13"/>
                </a:lnTo>
                <a:lnTo>
                  <a:pt x="580" y="11"/>
                </a:lnTo>
                <a:lnTo>
                  <a:pt x="566" y="8"/>
                </a:lnTo>
                <a:lnTo>
                  <a:pt x="551" y="6"/>
                </a:lnTo>
                <a:lnTo>
                  <a:pt x="536" y="5"/>
                </a:lnTo>
                <a:lnTo>
                  <a:pt x="521" y="3"/>
                </a:lnTo>
                <a:lnTo>
                  <a:pt x="507" y="2"/>
                </a:lnTo>
                <a:lnTo>
                  <a:pt x="492" y="2"/>
                </a:lnTo>
                <a:lnTo>
                  <a:pt x="477" y="2"/>
                </a:lnTo>
                <a:lnTo>
                  <a:pt x="462" y="2"/>
                </a:lnTo>
                <a:lnTo>
                  <a:pt x="447" y="2"/>
                </a:lnTo>
                <a:lnTo>
                  <a:pt x="431" y="3"/>
                </a:lnTo>
                <a:lnTo>
                  <a:pt x="416" y="5"/>
                </a:lnTo>
                <a:lnTo>
                  <a:pt x="402" y="6"/>
                </a:lnTo>
                <a:lnTo>
                  <a:pt x="387" y="8"/>
                </a:lnTo>
                <a:lnTo>
                  <a:pt x="373" y="11"/>
                </a:lnTo>
                <a:lnTo>
                  <a:pt x="358" y="13"/>
                </a:lnTo>
                <a:lnTo>
                  <a:pt x="344" y="17"/>
                </a:lnTo>
                <a:lnTo>
                  <a:pt x="329" y="20"/>
                </a:lnTo>
                <a:lnTo>
                  <a:pt x="315" y="24"/>
                </a:lnTo>
                <a:lnTo>
                  <a:pt x="301" y="28"/>
                </a:lnTo>
                <a:lnTo>
                  <a:pt x="288" y="33"/>
                </a:lnTo>
                <a:lnTo>
                  <a:pt x="274" y="38"/>
                </a:lnTo>
                <a:lnTo>
                  <a:pt x="261" y="43"/>
                </a:lnTo>
                <a:lnTo>
                  <a:pt x="248" y="49"/>
                </a:lnTo>
                <a:lnTo>
                  <a:pt x="235" y="54"/>
                </a:lnTo>
                <a:lnTo>
                  <a:pt x="222" y="61"/>
                </a:lnTo>
                <a:lnTo>
                  <a:pt x="210" y="67"/>
                </a:lnTo>
                <a:lnTo>
                  <a:pt x="197" y="74"/>
                </a:lnTo>
                <a:lnTo>
                  <a:pt x="186" y="81"/>
                </a:lnTo>
                <a:lnTo>
                  <a:pt x="174" y="89"/>
                </a:lnTo>
                <a:lnTo>
                  <a:pt x="163" y="96"/>
                </a:lnTo>
                <a:lnTo>
                  <a:pt x="152" y="105"/>
                </a:lnTo>
                <a:lnTo>
                  <a:pt x="141" y="113"/>
                </a:lnTo>
                <a:lnTo>
                  <a:pt x="131" y="121"/>
                </a:lnTo>
                <a:lnTo>
                  <a:pt x="121" y="130"/>
                </a:lnTo>
                <a:lnTo>
                  <a:pt x="111" y="139"/>
                </a:lnTo>
                <a:lnTo>
                  <a:pt x="102" y="149"/>
                </a:lnTo>
                <a:lnTo>
                  <a:pt x="93" y="158"/>
                </a:lnTo>
                <a:lnTo>
                  <a:pt x="84" y="168"/>
                </a:lnTo>
                <a:lnTo>
                  <a:pt x="76" y="178"/>
                </a:lnTo>
                <a:lnTo>
                  <a:pt x="68" y="188"/>
                </a:lnTo>
                <a:lnTo>
                  <a:pt x="61" y="198"/>
                </a:lnTo>
                <a:lnTo>
                  <a:pt x="54" y="209"/>
                </a:lnTo>
                <a:lnTo>
                  <a:pt x="47" y="220"/>
                </a:lnTo>
                <a:lnTo>
                  <a:pt x="41" y="231"/>
                </a:lnTo>
                <a:lnTo>
                  <a:pt x="36" y="242"/>
                </a:lnTo>
                <a:lnTo>
                  <a:pt x="30" y="253"/>
                </a:lnTo>
                <a:lnTo>
                  <a:pt x="25" y="265"/>
                </a:lnTo>
                <a:lnTo>
                  <a:pt x="21" y="276"/>
                </a:lnTo>
                <a:lnTo>
                  <a:pt x="17" y="288"/>
                </a:lnTo>
                <a:lnTo>
                  <a:pt x="14" y="300"/>
                </a:lnTo>
                <a:lnTo>
                  <a:pt x="11" y="311"/>
                </a:lnTo>
                <a:lnTo>
                  <a:pt x="8" y="323"/>
                </a:lnTo>
                <a:lnTo>
                  <a:pt x="6" y="335"/>
                </a:lnTo>
                <a:lnTo>
                  <a:pt x="4" y="347"/>
                </a:lnTo>
                <a:lnTo>
                  <a:pt x="3" y="359"/>
                </a:lnTo>
                <a:lnTo>
                  <a:pt x="3" y="370"/>
                </a:lnTo>
                <a:lnTo>
                  <a:pt x="2" y="382"/>
                </a:lnTo>
                <a:lnTo>
                  <a:pt x="3" y="394"/>
                </a:lnTo>
                <a:lnTo>
                  <a:pt x="3" y="406"/>
                </a:lnTo>
                <a:lnTo>
                  <a:pt x="4" y="418"/>
                </a:lnTo>
                <a:lnTo>
                  <a:pt x="6" y="430"/>
                </a:lnTo>
                <a:lnTo>
                  <a:pt x="8" y="442"/>
                </a:lnTo>
                <a:lnTo>
                  <a:pt x="11" y="454"/>
                </a:lnTo>
                <a:lnTo>
                  <a:pt x="14" y="465"/>
                </a:lnTo>
                <a:lnTo>
                  <a:pt x="17" y="477"/>
                </a:lnTo>
                <a:lnTo>
                  <a:pt x="21" y="488"/>
                </a:lnTo>
                <a:lnTo>
                  <a:pt x="25" y="500"/>
                </a:lnTo>
                <a:lnTo>
                  <a:pt x="30" y="511"/>
                </a:lnTo>
                <a:lnTo>
                  <a:pt x="36" y="522"/>
                </a:lnTo>
                <a:lnTo>
                  <a:pt x="41" y="533"/>
                </a:lnTo>
                <a:lnTo>
                  <a:pt x="47" y="544"/>
                </a:lnTo>
                <a:lnTo>
                  <a:pt x="54" y="555"/>
                </a:lnTo>
                <a:lnTo>
                  <a:pt x="61" y="565"/>
                </a:lnTo>
                <a:lnTo>
                  <a:pt x="68" y="576"/>
                </a:lnTo>
                <a:lnTo>
                  <a:pt x="76" y="586"/>
                </a:lnTo>
                <a:lnTo>
                  <a:pt x="84" y="596"/>
                </a:lnTo>
                <a:lnTo>
                  <a:pt x="93" y="606"/>
                </a:lnTo>
                <a:lnTo>
                  <a:pt x="102" y="615"/>
                </a:lnTo>
                <a:lnTo>
                  <a:pt x="111" y="624"/>
                </a:lnTo>
                <a:lnTo>
                  <a:pt x="121" y="634"/>
                </a:lnTo>
                <a:lnTo>
                  <a:pt x="131" y="642"/>
                </a:lnTo>
                <a:lnTo>
                  <a:pt x="141" y="651"/>
                </a:lnTo>
                <a:lnTo>
                  <a:pt x="152" y="659"/>
                </a:lnTo>
                <a:lnTo>
                  <a:pt x="163" y="667"/>
                </a:lnTo>
                <a:lnTo>
                  <a:pt x="174" y="675"/>
                </a:lnTo>
                <a:lnTo>
                  <a:pt x="186" y="683"/>
                </a:lnTo>
                <a:lnTo>
                  <a:pt x="197" y="690"/>
                </a:lnTo>
                <a:lnTo>
                  <a:pt x="210" y="697"/>
                </a:lnTo>
                <a:lnTo>
                  <a:pt x="222" y="703"/>
                </a:lnTo>
                <a:lnTo>
                  <a:pt x="235" y="709"/>
                </a:lnTo>
                <a:lnTo>
                  <a:pt x="248" y="715"/>
                </a:lnTo>
                <a:lnTo>
                  <a:pt x="261" y="721"/>
                </a:lnTo>
                <a:lnTo>
                  <a:pt x="274" y="726"/>
                </a:lnTo>
                <a:lnTo>
                  <a:pt x="288" y="731"/>
                </a:lnTo>
                <a:lnTo>
                  <a:pt x="301" y="736"/>
                </a:lnTo>
                <a:lnTo>
                  <a:pt x="315" y="740"/>
                </a:lnTo>
                <a:lnTo>
                  <a:pt x="329" y="744"/>
                </a:lnTo>
                <a:lnTo>
                  <a:pt x="344" y="747"/>
                </a:lnTo>
                <a:lnTo>
                  <a:pt x="358" y="750"/>
                </a:lnTo>
                <a:lnTo>
                  <a:pt x="373" y="753"/>
                </a:lnTo>
                <a:lnTo>
                  <a:pt x="387" y="755"/>
                </a:lnTo>
                <a:lnTo>
                  <a:pt x="402" y="758"/>
                </a:lnTo>
                <a:lnTo>
                  <a:pt x="416" y="759"/>
                </a:lnTo>
                <a:lnTo>
                  <a:pt x="431" y="761"/>
                </a:lnTo>
                <a:lnTo>
                  <a:pt x="447" y="761"/>
                </a:lnTo>
                <a:lnTo>
                  <a:pt x="462" y="762"/>
                </a:lnTo>
                <a:lnTo>
                  <a:pt x="477" y="762"/>
                </a:lnTo>
                <a:lnTo>
                  <a:pt x="492" y="762"/>
                </a:lnTo>
                <a:lnTo>
                  <a:pt x="507" y="761"/>
                </a:lnTo>
                <a:lnTo>
                  <a:pt x="521" y="761"/>
                </a:lnTo>
                <a:lnTo>
                  <a:pt x="536" y="759"/>
                </a:lnTo>
                <a:lnTo>
                  <a:pt x="551" y="758"/>
                </a:lnTo>
                <a:lnTo>
                  <a:pt x="566" y="755"/>
                </a:lnTo>
                <a:lnTo>
                  <a:pt x="580" y="753"/>
                </a:lnTo>
                <a:lnTo>
                  <a:pt x="595" y="750"/>
                </a:lnTo>
                <a:lnTo>
                  <a:pt x="609" y="747"/>
                </a:lnTo>
                <a:lnTo>
                  <a:pt x="623" y="744"/>
                </a:lnTo>
                <a:lnTo>
                  <a:pt x="637" y="740"/>
                </a:lnTo>
                <a:lnTo>
                  <a:pt x="651" y="736"/>
                </a:lnTo>
                <a:lnTo>
                  <a:pt x="665" y="731"/>
                </a:lnTo>
                <a:lnTo>
                  <a:pt x="678" y="726"/>
                </a:lnTo>
                <a:lnTo>
                  <a:pt x="692" y="721"/>
                </a:lnTo>
                <a:lnTo>
                  <a:pt x="705" y="715"/>
                </a:lnTo>
                <a:lnTo>
                  <a:pt x="718" y="709"/>
                </a:lnTo>
                <a:lnTo>
                  <a:pt x="731" y="703"/>
                </a:lnTo>
                <a:lnTo>
                  <a:pt x="743" y="697"/>
                </a:lnTo>
                <a:lnTo>
                  <a:pt x="755" y="690"/>
                </a:lnTo>
                <a:lnTo>
                  <a:pt x="767" y="683"/>
                </a:lnTo>
                <a:lnTo>
                  <a:pt x="779" y="675"/>
                </a:lnTo>
                <a:lnTo>
                  <a:pt x="790" y="667"/>
                </a:lnTo>
                <a:lnTo>
                  <a:pt x="801" y="659"/>
                </a:lnTo>
                <a:lnTo>
                  <a:pt x="812" y="651"/>
                </a:lnTo>
                <a:lnTo>
                  <a:pt x="822" y="642"/>
                </a:lnTo>
                <a:lnTo>
                  <a:pt x="832" y="634"/>
                </a:lnTo>
                <a:lnTo>
                  <a:pt x="842" y="624"/>
                </a:lnTo>
                <a:lnTo>
                  <a:pt x="851" y="615"/>
                </a:lnTo>
                <a:lnTo>
                  <a:pt x="860" y="606"/>
                </a:lnTo>
                <a:lnTo>
                  <a:pt x="868" y="596"/>
                </a:lnTo>
                <a:lnTo>
                  <a:pt x="877" y="586"/>
                </a:lnTo>
                <a:lnTo>
                  <a:pt x="884" y="576"/>
                </a:lnTo>
                <a:lnTo>
                  <a:pt x="892" y="565"/>
                </a:lnTo>
                <a:lnTo>
                  <a:pt x="899" y="555"/>
                </a:lnTo>
                <a:lnTo>
                  <a:pt x="905" y="544"/>
                </a:lnTo>
                <a:lnTo>
                  <a:pt x="911" y="533"/>
                </a:lnTo>
                <a:lnTo>
                  <a:pt x="917" y="522"/>
                </a:lnTo>
                <a:lnTo>
                  <a:pt x="922" y="511"/>
                </a:lnTo>
                <a:lnTo>
                  <a:pt x="927" y="500"/>
                </a:lnTo>
                <a:lnTo>
                  <a:pt x="932" y="488"/>
                </a:lnTo>
                <a:lnTo>
                  <a:pt x="935" y="477"/>
                </a:lnTo>
                <a:lnTo>
                  <a:pt x="939" y="465"/>
                </a:lnTo>
                <a:lnTo>
                  <a:pt x="942" y="454"/>
                </a:lnTo>
                <a:lnTo>
                  <a:pt x="944" y="442"/>
                </a:lnTo>
                <a:lnTo>
                  <a:pt x="947" y="430"/>
                </a:lnTo>
                <a:lnTo>
                  <a:pt x="948" y="418"/>
                </a:lnTo>
                <a:lnTo>
                  <a:pt x="949" y="406"/>
                </a:lnTo>
                <a:lnTo>
                  <a:pt x="950" y="394"/>
                </a:lnTo>
                <a:lnTo>
                  <a:pt x="950" y="382"/>
                </a:lnTo>
                <a:moveTo>
                  <a:pt x="953" y="382"/>
                </a:moveTo>
                <a:lnTo>
                  <a:pt x="952" y="394"/>
                </a:lnTo>
                <a:lnTo>
                  <a:pt x="952" y="406"/>
                </a:lnTo>
                <a:lnTo>
                  <a:pt x="950" y="418"/>
                </a:lnTo>
                <a:lnTo>
                  <a:pt x="949" y="430"/>
                </a:lnTo>
                <a:lnTo>
                  <a:pt x="947" y="442"/>
                </a:lnTo>
                <a:lnTo>
                  <a:pt x="944" y="454"/>
                </a:lnTo>
                <a:lnTo>
                  <a:pt x="941" y="466"/>
                </a:lnTo>
                <a:lnTo>
                  <a:pt x="938" y="477"/>
                </a:lnTo>
                <a:lnTo>
                  <a:pt x="934" y="489"/>
                </a:lnTo>
                <a:lnTo>
                  <a:pt x="929" y="500"/>
                </a:lnTo>
                <a:lnTo>
                  <a:pt x="924" y="512"/>
                </a:lnTo>
                <a:lnTo>
                  <a:pt x="919" y="523"/>
                </a:lnTo>
                <a:lnTo>
                  <a:pt x="913" y="534"/>
                </a:lnTo>
                <a:lnTo>
                  <a:pt x="907" y="545"/>
                </a:lnTo>
                <a:lnTo>
                  <a:pt x="901" y="556"/>
                </a:lnTo>
                <a:lnTo>
                  <a:pt x="894" y="566"/>
                </a:lnTo>
                <a:lnTo>
                  <a:pt x="886" y="577"/>
                </a:lnTo>
                <a:lnTo>
                  <a:pt x="879" y="587"/>
                </a:lnTo>
                <a:lnTo>
                  <a:pt x="870" y="597"/>
                </a:lnTo>
                <a:lnTo>
                  <a:pt x="862" y="607"/>
                </a:lnTo>
                <a:lnTo>
                  <a:pt x="853" y="616"/>
                </a:lnTo>
                <a:lnTo>
                  <a:pt x="843" y="626"/>
                </a:lnTo>
                <a:lnTo>
                  <a:pt x="834" y="635"/>
                </a:lnTo>
                <a:lnTo>
                  <a:pt x="824" y="644"/>
                </a:lnTo>
                <a:lnTo>
                  <a:pt x="813" y="652"/>
                </a:lnTo>
                <a:lnTo>
                  <a:pt x="803" y="661"/>
                </a:lnTo>
                <a:lnTo>
                  <a:pt x="791" y="669"/>
                </a:lnTo>
                <a:lnTo>
                  <a:pt x="780" y="676"/>
                </a:lnTo>
                <a:lnTo>
                  <a:pt x="768" y="684"/>
                </a:lnTo>
                <a:lnTo>
                  <a:pt x="756" y="691"/>
                </a:lnTo>
                <a:lnTo>
                  <a:pt x="744" y="698"/>
                </a:lnTo>
                <a:lnTo>
                  <a:pt x="732" y="705"/>
                </a:lnTo>
                <a:lnTo>
                  <a:pt x="719" y="711"/>
                </a:lnTo>
                <a:lnTo>
                  <a:pt x="706" y="717"/>
                </a:lnTo>
                <a:lnTo>
                  <a:pt x="693" y="722"/>
                </a:lnTo>
                <a:lnTo>
                  <a:pt x="679" y="728"/>
                </a:lnTo>
                <a:lnTo>
                  <a:pt x="666" y="733"/>
                </a:lnTo>
                <a:lnTo>
                  <a:pt x="652" y="737"/>
                </a:lnTo>
                <a:lnTo>
                  <a:pt x="638" y="741"/>
                </a:lnTo>
                <a:lnTo>
                  <a:pt x="624" y="745"/>
                </a:lnTo>
                <a:lnTo>
                  <a:pt x="610" y="749"/>
                </a:lnTo>
                <a:lnTo>
                  <a:pt x="595" y="752"/>
                </a:lnTo>
                <a:lnTo>
                  <a:pt x="581" y="755"/>
                </a:lnTo>
                <a:lnTo>
                  <a:pt x="566" y="757"/>
                </a:lnTo>
                <a:lnTo>
                  <a:pt x="551" y="759"/>
                </a:lnTo>
                <a:lnTo>
                  <a:pt x="536" y="761"/>
                </a:lnTo>
                <a:lnTo>
                  <a:pt x="522" y="762"/>
                </a:lnTo>
                <a:lnTo>
                  <a:pt x="507" y="763"/>
                </a:lnTo>
                <a:lnTo>
                  <a:pt x="492" y="764"/>
                </a:lnTo>
                <a:lnTo>
                  <a:pt x="477" y="764"/>
                </a:lnTo>
                <a:lnTo>
                  <a:pt x="462" y="764"/>
                </a:lnTo>
                <a:lnTo>
                  <a:pt x="447" y="763"/>
                </a:lnTo>
                <a:lnTo>
                  <a:pt x="431" y="762"/>
                </a:lnTo>
                <a:lnTo>
                  <a:pt x="416" y="761"/>
                </a:lnTo>
                <a:lnTo>
                  <a:pt x="401" y="759"/>
                </a:lnTo>
                <a:lnTo>
                  <a:pt x="387" y="757"/>
                </a:lnTo>
                <a:lnTo>
                  <a:pt x="372" y="755"/>
                </a:lnTo>
                <a:lnTo>
                  <a:pt x="357" y="752"/>
                </a:lnTo>
                <a:lnTo>
                  <a:pt x="343" y="749"/>
                </a:lnTo>
                <a:lnTo>
                  <a:pt x="329" y="745"/>
                </a:lnTo>
                <a:lnTo>
                  <a:pt x="315" y="741"/>
                </a:lnTo>
                <a:lnTo>
                  <a:pt x="301" y="737"/>
                </a:lnTo>
                <a:lnTo>
                  <a:pt x="287" y="733"/>
                </a:lnTo>
                <a:lnTo>
                  <a:pt x="273" y="728"/>
                </a:lnTo>
                <a:lnTo>
                  <a:pt x="260" y="722"/>
                </a:lnTo>
                <a:lnTo>
                  <a:pt x="247" y="717"/>
                </a:lnTo>
                <a:lnTo>
                  <a:pt x="234" y="711"/>
                </a:lnTo>
                <a:lnTo>
                  <a:pt x="221" y="705"/>
                </a:lnTo>
                <a:lnTo>
                  <a:pt x="208" y="698"/>
                </a:lnTo>
                <a:lnTo>
                  <a:pt x="196" y="691"/>
                </a:lnTo>
                <a:lnTo>
                  <a:pt x="184" y="684"/>
                </a:lnTo>
                <a:lnTo>
                  <a:pt x="173" y="676"/>
                </a:lnTo>
                <a:lnTo>
                  <a:pt x="161" y="669"/>
                </a:lnTo>
                <a:lnTo>
                  <a:pt x="150" y="661"/>
                </a:lnTo>
                <a:lnTo>
                  <a:pt x="139" y="652"/>
                </a:lnTo>
                <a:lnTo>
                  <a:pt x="129" y="644"/>
                </a:lnTo>
                <a:lnTo>
                  <a:pt x="119" y="635"/>
                </a:lnTo>
                <a:lnTo>
                  <a:pt x="109" y="626"/>
                </a:lnTo>
                <a:lnTo>
                  <a:pt x="100" y="616"/>
                </a:lnTo>
                <a:lnTo>
                  <a:pt x="91" y="607"/>
                </a:lnTo>
                <a:lnTo>
                  <a:pt x="82" y="597"/>
                </a:lnTo>
                <a:lnTo>
                  <a:pt x="74" y="587"/>
                </a:lnTo>
                <a:lnTo>
                  <a:pt x="66" y="577"/>
                </a:lnTo>
                <a:lnTo>
                  <a:pt x="59" y="566"/>
                </a:lnTo>
                <a:lnTo>
                  <a:pt x="52" y="556"/>
                </a:lnTo>
                <a:lnTo>
                  <a:pt x="45" y="545"/>
                </a:lnTo>
                <a:lnTo>
                  <a:pt x="39" y="534"/>
                </a:lnTo>
                <a:lnTo>
                  <a:pt x="33" y="523"/>
                </a:lnTo>
                <a:lnTo>
                  <a:pt x="28" y="512"/>
                </a:lnTo>
                <a:lnTo>
                  <a:pt x="23" y="500"/>
                </a:lnTo>
                <a:lnTo>
                  <a:pt x="19" y="489"/>
                </a:lnTo>
                <a:lnTo>
                  <a:pt x="15" y="477"/>
                </a:lnTo>
                <a:lnTo>
                  <a:pt x="11" y="466"/>
                </a:lnTo>
                <a:lnTo>
                  <a:pt x="8" y="454"/>
                </a:lnTo>
                <a:lnTo>
                  <a:pt x="6" y="442"/>
                </a:lnTo>
                <a:lnTo>
                  <a:pt x="4" y="430"/>
                </a:lnTo>
                <a:lnTo>
                  <a:pt x="2" y="418"/>
                </a:lnTo>
                <a:lnTo>
                  <a:pt x="1" y="406"/>
                </a:lnTo>
                <a:lnTo>
                  <a:pt x="0" y="394"/>
                </a:lnTo>
                <a:lnTo>
                  <a:pt x="0" y="382"/>
                </a:lnTo>
                <a:lnTo>
                  <a:pt x="0" y="370"/>
                </a:lnTo>
                <a:lnTo>
                  <a:pt x="1" y="358"/>
                </a:lnTo>
                <a:lnTo>
                  <a:pt x="2" y="346"/>
                </a:lnTo>
                <a:lnTo>
                  <a:pt x="4" y="335"/>
                </a:lnTo>
                <a:lnTo>
                  <a:pt x="6" y="323"/>
                </a:lnTo>
                <a:lnTo>
                  <a:pt x="8" y="311"/>
                </a:lnTo>
                <a:lnTo>
                  <a:pt x="11" y="299"/>
                </a:lnTo>
                <a:lnTo>
                  <a:pt x="15" y="287"/>
                </a:lnTo>
                <a:lnTo>
                  <a:pt x="19" y="276"/>
                </a:lnTo>
                <a:lnTo>
                  <a:pt x="23" y="263"/>
                </a:lnTo>
                <a:lnTo>
                  <a:pt x="28" y="252"/>
                </a:lnTo>
                <a:lnTo>
                  <a:pt x="33" y="241"/>
                </a:lnTo>
                <a:lnTo>
                  <a:pt x="39" y="230"/>
                </a:lnTo>
                <a:lnTo>
                  <a:pt x="45" y="219"/>
                </a:lnTo>
                <a:lnTo>
                  <a:pt x="52" y="208"/>
                </a:lnTo>
                <a:lnTo>
                  <a:pt x="59" y="198"/>
                </a:lnTo>
                <a:lnTo>
                  <a:pt x="66" y="187"/>
                </a:lnTo>
                <a:lnTo>
                  <a:pt x="74" y="177"/>
                </a:lnTo>
                <a:lnTo>
                  <a:pt x="82" y="167"/>
                </a:lnTo>
                <a:lnTo>
                  <a:pt x="91" y="157"/>
                </a:lnTo>
                <a:lnTo>
                  <a:pt x="100" y="147"/>
                </a:lnTo>
                <a:lnTo>
                  <a:pt x="109" y="138"/>
                </a:lnTo>
                <a:lnTo>
                  <a:pt x="119" y="129"/>
                </a:lnTo>
                <a:lnTo>
                  <a:pt x="129" y="120"/>
                </a:lnTo>
                <a:lnTo>
                  <a:pt x="139" y="112"/>
                </a:lnTo>
                <a:lnTo>
                  <a:pt x="150" y="103"/>
                </a:lnTo>
                <a:lnTo>
                  <a:pt x="161" y="95"/>
                </a:lnTo>
                <a:lnTo>
                  <a:pt x="173" y="87"/>
                </a:lnTo>
                <a:lnTo>
                  <a:pt x="184" y="80"/>
                </a:lnTo>
                <a:lnTo>
                  <a:pt x="196" y="73"/>
                </a:lnTo>
                <a:lnTo>
                  <a:pt x="208" y="66"/>
                </a:lnTo>
                <a:lnTo>
                  <a:pt x="221" y="59"/>
                </a:lnTo>
                <a:lnTo>
                  <a:pt x="234" y="53"/>
                </a:lnTo>
                <a:lnTo>
                  <a:pt x="247" y="47"/>
                </a:lnTo>
                <a:lnTo>
                  <a:pt x="260" y="41"/>
                </a:lnTo>
                <a:lnTo>
                  <a:pt x="273" y="36"/>
                </a:lnTo>
                <a:lnTo>
                  <a:pt x="287" y="31"/>
                </a:lnTo>
                <a:lnTo>
                  <a:pt x="301" y="27"/>
                </a:lnTo>
                <a:lnTo>
                  <a:pt x="315" y="22"/>
                </a:lnTo>
                <a:lnTo>
                  <a:pt x="329" y="18"/>
                </a:lnTo>
                <a:lnTo>
                  <a:pt x="343" y="15"/>
                </a:lnTo>
                <a:lnTo>
                  <a:pt x="357" y="12"/>
                </a:lnTo>
                <a:lnTo>
                  <a:pt x="372" y="9"/>
                </a:lnTo>
                <a:lnTo>
                  <a:pt x="387" y="6"/>
                </a:lnTo>
                <a:lnTo>
                  <a:pt x="401" y="4"/>
                </a:lnTo>
                <a:lnTo>
                  <a:pt x="416" y="3"/>
                </a:lnTo>
                <a:lnTo>
                  <a:pt x="431" y="1"/>
                </a:lnTo>
                <a:lnTo>
                  <a:pt x="447" y="0"/>
                </a:lnTo>
                <a:lnTo>
                  <a:pt x="462" y="0"/>
                </a:lnTo>
                <a:lnTo>
                  <a:pt x="477" y="0"/>
                </a:lnTo>
                <a:lnTo>
                  <a:pt x="492" y="0"/>
                </a:lnTo>
                <a:lnTo>
                  <a:pt x="507" y="0"/>
                </a:lnTo>
                <a:lnTo>
                  <a:pt x="522" y="1"/>
                </a:lnTo>
                <a:lnTo>
                  <a:pt x="536" y="3"/>
                </a:lnTo>
                <a:lnTo>
                  <a:pt x="551" y="4"/>
                </a:lnTo>
                <a:lnTo>
                  <a:pt x="566" y="6"/>
                </a:lnTo>
                <a:lnTo>
                  <a:pt x="581" y="9"/>
                </a:lnTo>
                <a:lnTo>
                  <a:pt x="595" y="12"/>
                </a:lnTo>
                <a:lnTo>
                  <a:pt x="610" y="15"/>
                </a:lnTo>
                <a:lnTo>
                  <a:pt x="624" y="18"/>
                </a:lnTo>
                <a:lnTo>
                  <a:pt x="638" y="22"/>
                </a:lnTo>
                <a:lnTo>
                  <a:pt x="652" y="27"/>
                </a:lnTo>
                <a:lnTo>
                  <a:pt x="666" y="31"/>
                </a:lnTo>
                <a:lnTo>
                  <a:pt x="679" y="36"/>
                </a:lnTo>
                <a:lnTo>
                  <a:pt x="693" y="41"/>
                </a:lnTo>
                <a:lnTo>
                  <a:pt x="706" y="47"/>
                </a:lnTo>
                <a:lnTo>
                  <a:pt x="719" y="53"/>
                </a:lnTo>
                <a:lnTo>
                  <a:pt x="732" y="59"/>
                </a:lnTo>
                <a:lnTo>
                  <a:pt x="744" y="66"/>
                </a:lnTo>
                <a:lnTo>
                  <a:pt x="756" y="73"/>
                </a:lnTo>
                <a:lnTo>
                  <a:pt x="768" y="80"/>
                </a:lnTo>
                <a:lnTo>
                  <a:pt x="780" y="87"/>
                </a:lnTo>
                <a:lnTo>
                  <a:pt x="791" y="95"/>
                </a:lnTo>
                <a:lnTo>
                  <a:pt x="803" y="103"/>
                </a:lnTo>
                <a:lnTo>
                  <a:pt x="813" y="112"/>
                </a:lnTo>
                <a:lnTo>
                  <a:pt x="824" y="120"/>
                </a:lnTo>
                <a:lnTo>
                  <a:pt x="834" y="129"/>
                </a:lnTo>
                <a:lnTo>
                  <a:pt x="843" y="138"/>
                </a:lnTo>
                <a:lnTo>
                  <a:pt x="853" y="147"/>
                </a:lnTo>
                <a:lnTo>
                  <a:pt x="862" y="157"/>
                </a:lnTo>
                <a:lnTo>
                  <a:pt x="870" y="167"/>
                </a:lnTo>
                <a:lnTo>
                  <a:pt x="879" y="177"/>
                </a:lnTo>
                <a:lnTo>
                  <a:pt x="886" y="187"/>
                </a:lnTo>
                <a:lnTo>
                  <a:pt x="894" y="198"/>
                </a:lnTo>
                <a:lnTo>
                  <a:pt x="901" y="208"/>
                </a:lnTo>
                <a:lnTo>
                  <a:pt x="907" y="219"/>
                </a:lnTo>
                <a:lnTo>
                  <a:pt x="913" y="230"/>
                </a:lnTo>
                <a:lnTo>
                  <a:pt x="919" y="241"/>
                </a:lnTo>
                <a:lnTo>
                  <a:pt x="924" y="252"/>
                </a:lnTo>
                <a:lnTo>
                  <a:pt x="929" y="263"/>
                </a:lnTo>
                <a:lnTo>
                  <a:pt x="934" y="276"/>
                </a:lnTo>
                <a:lnTo>
                  <a:pt x="938" y="287"/>
                </a:lnTo>
                <a:lnTo>
                  <a:pt x="941" y="299"/>
                </a:lnTo>
                <a:lnTo>
                  <a:pt x="944" y="311"/>
                </a:lnTo>
                <a:lnTo>
                  <a:pt x="947" y="323"/>
                </a:lnTo>
                <a:lnTo>
                  <a:pt x="949" y="335"/>
                </a:lnTo>
                <a:lnTo>
                  <a:pt x="950" y="346"/>
                </a:lnTo>
                <a:lnTo>
                  <a:pt x="952" y="358"/>
                </a:lnTo>
                <a:lnTo>
                  <a:pt x="952" y="370"/>
                </a:lnTo>
                <a:lnTo>
                  <a:pt x="953" y="382"/>
                </a:lnTo>
                <a:close/>
              </a:path>
            </a:pathLst>
          </a:custGeom>
          <a:solidFill>
            <a:srgbClr val="ffa5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6" name=""/>
          <p:cNvSpPr/>
          <p:nvPr/>
        </p:nvSpPr>
        <p:spPr>
          <a:xfrm>
            <a:off x="4806720" y="1689840"/>
            <a:ext cx="344520" cy="276480"/>
          </a:xfrm>
          <a:custGeom>
            <a:avLst/>
            <a:gdLst/>
            <a:ahLst/>
            <a:rect l="0" t="0" r="r" b="b"/>
            <a:pathLst>
              <a:path w="957" h="768">
                <a:moveTo>
                  <a:pt x="955" y="384"/>
                </a:moveTo>
                <a:lnTo>
                  <a:pt x="954" y="372"/>
                </a:lnTo>
                <a:lnTo>
                  <a:pt x="954" y="360"/>
                </a:lnTo>
                <a:lnTo>
                  <a:pt x="952" y="348"/>
                </a:lnTo>
                <a:lnTo>
                  <a:pt x="951" y="337"/>
                </a:lnTo>
                <a:lnTo>
                  <a:pt x="949" y="325"/>
                </a:lnTo>
                <a:lnTo>
                  <a:pt x="946" y="313"/>
                </a:lnTo>
                <a:lnTo>
                  <a:pt x="943" y="301"/>
                </a:lnTo>
                <a:lnTo>
                  <a:pt x="940" y="288"/>
                </a:lnTo>
                <a:lnTo>
                  <a:pt x="936" y="277"/>
                </a:lnTo>
                <a:lnTo>
                  <a:pt x="931" y="265"/>
                </a:lnTo>
                <a:lnTo>
                  <a:pt x="926" y="254"/>
                </a:lnTo>
                <a:lnTo>
                  <a:pt x="921" y="243"/>
                </a:lnTo>
                <a:lnTo>
                  <a:pt x="915" y="232"/>
                </a:lnTo>
                <a:lnTo>
                  <a:pt x="909" y="221"/>
                </a:lnTo>
                <a:lnTo>
                  <a:pt x="903" y="210"/>
                </a:lnTo>
                <a:lnTo>
                  <a:pt x="896" y="200"/>
                </a:lnTo>
                <a:lnTo>
                  <a:pt x="888" y="189"/>
                </a:lnTo>
                <a:lnTo>
                  <a:pt x="881" y="179"/>
                </a:lnTo>
                <a:lnTo>
                  <a:pt x="872" y="169"/>
                </a:lnTo>
                <a:lnTo>
                  <a:pt x="864" y="159"/>
                </a:lnTo>
                <a:lnTo>
                  <a:pt x="855" y="149"/>
                </a:lnTo>
                <a:lnTo>
                  <a:pt x="845" y="140"/>
                </a:lnTo>
                <a:lnTo>
                  <a:pt x="836" y="131"/>
                </a:lnTo>
                <a:lnTo>
                  <a:pt x="826" y="122"/>
                </a:lnTo>
                <a:lnTo>
                  <a:pt x="815" y="114"/>
                </a:lnTo>
                <a:lnTo>
                  <a:pt x="805" y="105"/>
                </a:lnTo>
                <a:lnTo>
                  <a:pt x="793" y="97"/>
                </a:lnTo>
                <a:lnTo>
                  <a:pt x="782" y="89"/>
                </a:lnTo>
                <a:lnTo>
                  <a:pt x="770" y="82"/>
                </a:lnTo>
                <a:lnTo>
                  <a:pt x="758" y="75"/>
                </a:lnTo>
                <a:lnTo>
                  <a:pt x="746" y="68"/>
                </a:lnTo>
                <a:lnTo>
                  <a:pt x="734" y="61"/>
                </a:lnTo>
                <a:lnTo>
                  <a:pt x="721" y="55"/>
                </a:lnTo>
                <a:lnTo>
                  <a:pt x="708" y="49"/>
                </a:lnTo>
                <a:lnTo>
                  <a:pt x="695" y="43"/>
                </a:lnTo>
                <a:lnTo>
                  <a:pt x="681" y="38"/>
                </a:lnTo>
                <a:lnTo>
                  <a:pt x="668" y="33"/>
                </a:lnTo>
                <a:lnTo>
                  <a:pt x="654" y="29"/>
                </a:lnTo>
                <a:lnTo>
                  <a:pt x="640" y="24"/>
                </a:lnTo>
                <a:lnTo>
                  <a:pt x="626" y="20"/>
                </a:lnTo>
                <a:lnTo>
                  <a:pt x="612" y="17"/>
                </a:lnTo>
                <a:lnTo>
                  <a:pt x="597" y="14"/>
                </a:lnTo>
                <a:lnTo>
                  <a:pt x="583" y="11"/>
                </a:lnTo>
                <a:lnTo>
                  <a:pt x="568" y="8"/>
                </a:lnTo>
                <a:lnTo>
                  <a:pt x="553" y="6"/>
                </a:lnTo>
                <a:lnTo>
                  <a:pt x="538" y="5"/>
                </a:lnTo>
                <a:lnTo>
                  <a:pt x="524" y="3"/>
                </a:lnTo>
                <a:lnTo>
                  <a:pt x="508" y="2"/>
                </a:lnTo>
                <a:lnTo>
                  <a:pt x="493" y="2"/>
                </a:lnTo>
                <a:lnTo>
                  <a:pt x="478" y="2"/>
                </a:lnTo>
                <a:lnTo>
                  <a:pt x="463" y="2"/>
                </a:lnTo>
                <a:lnTo>
                  <a:pt x="448" y="2"/>
                </a:lnTo>
                <a:lnTo>
                  <a:pt x="433" y="3"/>
                </a:lnTo>
                <a:lnTo>
                  <a:pt x="418" y="5"/>
                </a:lnTo>
                <a:lnTo>
                  <a:pt x="403" y="6"/>
                </a:lnTo>
                <a:lnTo>
                  <a:pt x="389" y="8"/>
                </a:lnTo>
                <a:lnTo>
                  <a:pt x="374" y="11"/>
                </a:lnTo>
                <a:lnTo>
                  <a:pt x="359" y="14"/>
                </a:lnTo>
                <a:lnTo>
                  <a:pt x="345" y="17"/>
                </a:lnTo>
                <a:lnTo>
                  <a:pt x="331" y="20"/>
                </a:lnTo>
                <a:lnTo>
                  <a:pt x="317" y="24"/>
                </a:lnTo>
                <a:lnTo>
                  <a:pt x="303" y="29"/>
                </a:lnTo>
                <a:lnTo>
                  <a:pt x="289" y="33"/>
                </a:lnTo>
                <a:lnTo>
                  <a:pt x="275" y="38"/>
                </a:lnTo>
                <a:lnTo>
                  <a:pt x="262" y="43"/>
                </a:lnTo>
                <a:lnTo>
                  <a:pt x="249" y="49"/>
                </a:lnTo>
                <a:lnTo>
                  <a:pt x="236" y="55"/>
                </a:lnTo>
                <a:lnTo>
                  <a:pt x="223" y="61"/>
                </a:lnTo>
                <a:lnTo>
                  <a:pt x="210" y="68"/>
                </a:lnTo>
                <a:lnTo>
                  <a:pt x="198" y="75"/>
                </a:lnTo>
                <a:lnTo>
                  <a:pt x="186" y="82"/>
                </a:lnTo>
                <a:lnTo>
                  <a:pt x="175" y="89"/>
                </a:lnTo>
                <a:lnTo>
                  <a:pt x="163" y="97"/>
                </a:lnTo>
                <a:lnTo>
                  <a:pt x="152" y="105"/>
                </a:lnTo>
                <a:lnTo>
                  <a:pt x="141" y="114"/>
                </a:lnTo>
                <a:lnTo>
                  <a:pt x="131" y="122"/>
                </a:lnTo>
                <a:lnTo>
                  <a:pt x="121" y="131"/>
                </a:lnTo>
                <a:lnTo>
                  <a:pt x="111" y="140"/>
                </a:lnTo>
                <a:lnTo>
                  <a:pt x="102" y="149"/>
                </a:lnTo>
                <a:lnTo>
                  <a:pt x="93" y="159"/>
                </a:lnTo>
                <a:lnTo>
                  <a:pt x="84" y="169"/>
                </a:lnTo>
                <a:lnTo>
                  <a:pt x="76" y="179"/>
                </a:lnTo>
                <a:lnTo>
                  <a:pt x="68" y="189"/>
                </a:lnTo>
                <a:lnTo>
                  <a:pt x="61" y="200"/>
                </a:lnTo>
                <a:lnTo>
                  <a:pt x="54" y="210"/>
                </a:lnTo>
                <a:lnTo>
                  <a:pt x="47" y="221"/>
                </a:lnTo>
                <a:lnTo>
                  <a:pt x="41" y="232"/>
                </a:lnTo>
                <a:lnTo>
                  <a:pt x="35" y="243"/>
                </a:lnTo>
                <a:lnTo>
                  <a:pt x="30" y="254"/>
                </a:lnTo>
                <a:lnTo>
                  <a:pt x="25" y="265"/>
                </a:lnTo>
                <a:lnTo>
                  <a:pt x="21" y="277"/>
                </a:lnTo>
                <a:lnTo>
                  <a:pt x="17" y="288"/>
                </a:lnTo>
                <a:lnTo>
                  <a:pt x="13" y="301"/>
                </a:lnTo>
                <a:lnTo>
                  <a:pt x="10" y="313"/>
                </a:lnTo>
                <a:lnTo>
                  <a:pt x="8" y="325"/>
                </a:lnTo>
                <a:lnTo>
                  <a:pt x="6" y="337"/>
                </a:lnTo>
                <a:lnTo>
                  <a:pt x="4" y="348"/>
                </a:lnTo>
                <a:lnTo>
                  <a:pt x="3" y="360"/>
                </a:lnTo>
                <a:lnTo>
                  <a:pt x="2" y="372"/>
                </a:lnTo>
                <a:lnTo>
                  <a:pt x="2" y="384"/>
                </a:lnTo>
                <a:lnTo>
                  <a:pt x="2" y="396"/>
                </a:lnTo>
                <a:lnTo>
                  <a:pt x="3" y="408"/>
                </a:lnTo>
                <a:lnTo>
                  <a:pt x="4" y="420"/>
                </a:lnTo>
                <a:lnTo>
                  <a:pt x="6" y="432"/>
                </a:lnTo>
                <a:lnTo>
                  <a:pt x="8" y="444"/>
                </a:lnTo>
                <a:lnTo>
                  <a:pt x="10" y="456"/>
                </a:lnTo>
                <a:lnTo>
                  <a:pt x="13" y="468"/>
                </a:lnTo>
                <a:lnTo>
                  <a:pt x="17" y="479"/>
                </a:lnTo>
                <a:lnTo>
                  <a:pt x="21" y="491"/>
                </a:lnTo>
                <a:lnTo>
                  <a:pt x="25" y="502"/>
                </a:lnTo>
                <a:lnTo>
                  <a:pt x="30" y="514"/>
                </a:lnTo>
                <a:lnTo>
                  <a:pt x="35" y="525"/>
                </a:lnTo>
                <a:lnTo>
                  <a:pt x="41" y="536"/>
                </a:lnTo>
                <a:lnTo>
                  <a:pt x="47" y="547"/>
                </a:lnTo>
                <a:lnTo>
                  <a:pt x="54" y="558"/>
                </a:lnTo>
                <a:lnTo>
                  <a:pt x="61" y="568"/>
                </a:lnTo>
                <a:lnTo>
                  <a:pt x="68" y="579"/>
                </a:lnTo>
                <a:lnTo>
                  <a:pt x="76" y="589"/>
                </a:lnTo>
                <a:lnTo>
                  <a:pt x="84" y="599"/>
                </a:lnTo>
                <a:lnTo>
                  <a:pt x="93" y="609"/>
                </a:lnTo>
                <a:lnTo>
                  <a:pt x="102" y="618"/>
                </a:lnTo>
                <a:lnTo>
                  <a:pt x="111" y="628"/>
                </a:lnTo>
                <a:lnTo>
                  <a:pt x="121" y="637"/>
                </a:lnTo>
                <a:lnTo>
                  <a:pt x="131" y="646"/>
                </a:lnTo>
                <a:lnTo>
                  <a:pt x="141" y="654"/>
                </a:lnTo>
                <a:lnTo>
                  <a:pt x="152" y="663"/>
                </a:lnTo>
                <a:lnTo>
                  <a:pt x="163" y="671"/>
                </a:lnTo>
                <a:lnTo>
                  <a:pt x="175" y="678"/>
                </a:lnTo>
                <a:lnTo>
                  <a:pt x="186" y="686"/>
                </a:lnTo>
                <a:lnTo>
                  <a:pt x="198" y="693"/>
                </a:lnTo>
                <a:lnTo>
                  <a:pt x="210" y="700"/>
                </a:lnTo>
                <a:lnTo>
                  <a:pt x="223" y="707"/>
                </a:lnTo>
                <a:lnTo>
                  <a:pt x="236" y="713"/>
                </a:lnTo>
                <a:lnTo>
                  <a:pt x="249" y="719"/>
                </a:lnTo>
                <a:lnTo>
                  <a:pt x="262" y="724"/>
                </a:lnTo>
                <a:lnTo>
                  <a:pt x="275" y="730"/>
                </a:lnTo>
                <a:lnTo>
                  <a:pt x="289" y="735"/>
                </a:lnTo>
                <a:lnTo>
                  <a:pt x="303" y="739"/>
                </a:lnTo>
                <a:lnTo>
                  <a:pt x="317" y="743"/>
                </a:lnTo>
                <a:lnTo>
                  <a:pt x="331" y="747"/>
                </a:lnTo>
                <a:lnTo>
                  <a:pt x="345" y="751"/>
                </a:lnTo>
                <a:lnTo>
                  <a:pt x="359" y="754"/>
                </a:lnTo>
                <a:lnTo>
                  <a:pt x="374" y="757"/>
                </a:lnTo>
                <a:lnTo>
                  <a:pt x="389" y="759"/>
                </a:lnTo>
                <a:lnTo>
                  <a:pt x="403" y="761"/>
                </a:lnTo>
                <a:lnTo>
                  <a:pt x="418" y="763"/>
                </a:lnTo>
                <a:lnTo>
                  <a:pt x="433" y="764"/>
                </a:lnTo>
                <a:lnTo>
                  <a:pt x="448" y="765"/>
                </a:lnTo>
                <a:lnTo>
                  <a:pt x="463" y="766"/>
                </a:lnTo>
                <a:lnTo>
                  <a:pt x="478" y="766"/>
                </a:lnTo>
                <a:lnTo>
                  <a:pt x="493" y="766"/>
                </a:lnTo>
                <a:lnTo>
                  <a:pt x="508" y="765"/>
                </a:lnTo>
                <a:lnTo>
                  <a:pt x="524" y="764"/>
                </a:lnTo>
                <a:lnTo>
                  <a:pt x="538" y="763"/>
                </a:lnTo>
                <a:lnTo>
                  <a:pt x="553" y="761"/>
                </a:lnTo>
                <a:lnTo>
                  <a:pt x="568" y="759"/>
                </a:lnTo>
                <a:lnTo>
                  <a:pt x="583" y="757"/>
                </a:lnTo>
                <a:lnTo>
                  <a:pt x="597" y="754"/>
                </a:lnTo>
                <a:lnTo>
                  <a:pt x="612" y="751"/>
                </a:lnTo>
                <a:lnTo>
                  <a:pt x="626" y="747"/>
                </a:lnTo>
                <a:lnTo>
                  <a:pt x="640" y="743"/>
                </a:lnTo>
                <a:lnTo>
                  <a:pt x="654" y="739"/>
                </a:lnTo>
                <a:lnTo>
                  <a:pt x="668" y="735"/>
                </a:lnTo>
                <a:lnTo>
                  <a:pt x="681" y="730"/>
                </a:lnTo>
                <a:lnTo>
                  <a:pt x="695" y="724"/>
                </a:lnTo>
                <a:lnTo>
                  <a:pt x="708" y="719"/>
                </a:lnTo>
                <a:lnTo>
                  <a:pt x="721" y="713"/>
                </a:lnTo>
                <a:lnTo>
                  <a:pt x="734" y="707"/>
                </a:lnTo>
                <a:lnTo>
                  <a:pt x="746" y="700"/>
                </a:lnTo>
                <a:lnTo>
                  <a:pt x="758" y="693"/>
                </a:lnTo>
                <a:lnTo>
                  <a:pt x="770" y="686"/>
                </a:lnTo>
                <a:lnTo>
                  <a:pt x="782" y="678"/>
                </a:lnTo>
                <a:lnTo>
                  <a:pt x="793" y="671"/>
                </a:lnTo>
                <a:lnTo>
                  <a:pt x="805" y="663"/>
                </a:lnTo>
                <a:lnTo>
                  <a:pt x="815" y="654"/>
                </a:lnTo>
                <a:lnTo>
                  <a:pt x="826" y="646"/>
                </a:lnTo>
                <a:lnTo>
                  <a:pt x="836" y="637"/>
                </a:lnTo>
                <a:lnTo>
                  <a:pt x="845" y="628"/>
                </a:lnTo>
                <a:lnTo>
                  <a:pt x="855" y="618"/>
                </a:lnTo>
                <a:lnTo>
                  <a:pt x="864" y="609"/>
                </a:lnTo>
                <a:lnTo>
                  <a:pt x="872" y="599"/>
                </a:lnTo>
                <a:lnTo>
                  <a:pt x="881" y="589"/>
                </a:lnTo>
                <a:lnTo>
                  <a:pt x="888" y="579"/>
                </a:lnTo>
                <a:lnTo>
                  <a:pt x="896" y="568"/>
                </a:lnTo>
                <a:lnTo>
                  <a:pt x="903" y="558"/>
                </a:lnTo>
                <a:lnTo>
                  <a:pt x="909" y="547"/>
                </a:lnTo>
                <a:lnTo>
                  <a:pt x="915" y="536"/>
                </a:lnTo>
                <a:lnTo>
                  <a:pt x="921" y="525"/>
                </a:lnTo>
                <a:lnTo>
                  <a:pt x="926" y="514"/>
                </a:lnTo>
                <a:lnTo>
                  <a:pt x="931" y="502"/>
                </a:lnTo>
                <a:lnTo>
                  <a:pt x="936" y="491"/>
                </a:lnTo>
                <a:lnTo>
                  <a:pt x="940" y="479"/>
                </a:lnTo>
                <a:lnTo>
                  <a:pt x="943" y="468"/>
                </a:lnTo>
                <a:lnTo>
                  <a:pt x="946" y="456"/>
                </a:lnTo>
                <a:lnTo>
                  <a:pt x="949" y="444"/>
                </a:lnTo>
                <a:lnTo>
                  <a:pt x="951" y="432"/>
                </a:lnTo>
                <a:lnTo>
                  <a:pt x="952" y="420"/>
                </a:lnTo>
                <a:lnTo>
                  <a:pt x="954" y="408"/>
                </a:lnTo>
                <a:lnTo>
                  <a:pt x="954" y="396"/>
                </a:lnTo>
                <a:lnTo>
                  <a:pt x="955" y="384"/>
                </a:lnTo>
                <a:moveTo>
                  <a:pt x="957" y="384"/>
                </a:moveTo>
                <a:lnTo>
                  <a:pt x="957" y="396"/>
                </a:lnTo>
                <a:lnTo>
                  <a:pt x="956" y="408"/>
                </a:lnTo>
                <a:lnTo>
                  <a:pt x="955" y="420"/>
                </a:lnTo>
                <a:lnTo>
                  <a:pt x="953" y="432"/>
                </a:lnTo>
                <a:lnTo>
                  <a:pt x="951" y="444"/>
                </a:lnTo>
                <a:lnTo>
                  <a:pt x="948" y="456"/>
                </a:lnTo>
                <a:lnTo>
                  <a:pt x="945" y="468"/>
                </a:lnTo>
                <a:lnTo>
                  <a:pt x="942" y="480"/>
                </a:lnTo>
                <a:lnTo>
                  <a:pt x="938" y="491"/>
                </a:lnTo>
                <a:lnTo>
                  <a:pt x="934" y="503"/>
                </a:lnTo>
                <a:lnTo>
                  <a:pt x="929" y="514"/>
                </a:lnTo>
                <a:lnTo>
                  <a:pt x="923" y="526"/>
                </a:lnTo>
                <a:lnTo>
                  <a:pt x="918" y="537"/>
                </a:lnTo>
                <a:lnTo>
                  <a:pt x="911" y="548"/>
                </a:lnTo>
                <a:lnTo>
                  <a:pt x="905" y="558"/>
                </a:lnTo>
                <a:lnTo>
                  <a:pt x="898" y="569"/>
                </a:lnTo>
                <a:lnTo>
                  <a:pt x="890" y="580"/>
                </a:lnTo>
                <a:lnTo>
                  <a:pt x="882" y="590"/>
                </a:lnTo>
                <a:lnTo>
                  <a:pt x="874" y="600"/>
                </a:lnTo>
                <a:lnTo>
                  <a:pt x="866" y="610"/>
                </a:lnTo>
                <a:lnTo>
                  <a:pt x="857" y="619"/>
                </a:lnTo>
                <a:lnTo>
                  <a:pt x="847" y="629"/>
                </a:lnTo>
                <a:lnTo>
                  <a:pt x="837" y="638"/>
                </a:lnTo>
                <a:lnTo>
                  <a:pt x="827" y="647"/>
                </a:lnTo>
                <a:lnTo>
                  <a:pt x="817" y="656"/>
                </a:lnTo>
                <a:lnTo>
                  <a:pt x="806" y="664"/>
                </a:lnTo>
                <a:lnTo>
                  <a:pt x="795" y="672"/>
                </a:lnTo>
                <a:lnTo>
                  <a:pt x="784" y="680"/>
                </a:lnTo>
                <a:lnTo>
                  <a:pt x="772" y="687"/>
                </a:lnTo>
                <a:lnTo>
                  <a:pt x="760" y="695"/>
                </a:lnTo>
                <a:lnTo>
                  <a:pt x="748" y="702"/>
                </a:lnTo>
                <a:lnTo>
                  <a:pt x="735" y="708"/>
                </a:lnTo>
                <a:lnTo>
                  <a:pt x="722" y="714"/>
                </a:lnTo>
                <a:lnTo>
                  <a:pt x="709" y="720"/>
                </a:lnTo>
                <a:lnTo>
                  <a:pt x="696" y="726"/>
                </a:lnTo>
                <a:lnTo>
                  <a:pt x="682" y="731"/>
                </a:lnTo>
                <a:lnTo>
                  <a:pt x="669" y="736"/>
                </a:lnTo>
                <a:lnTo>
                  <a:pt x="655" y="741"/>
                </a:lnTo>
                <a:lnTo>
                  <a:pt x="641" y="745"/>
                </a:lnTo>
                <a:lnTo>
                  <a:pt x="627" y="749"/>
                </a:lnTo>
                <a:lnTo>
                  <a:pt x="612" y="753"/>
                </a:lnTo>
                <a:lnTo>
                  <a:pt x="598" y="756"/>
                </a:lnTo>
                <a:lnTo>
                  <a:pt x="583" y="759"/>
                </a:lnTo>
                <a:lnTo>
                  <a:pt x="568" y="761"/>
                </a:lnTo>
                <a:lnTo>
                  <a:pt x="554" y="763"/>
                </a:lnTo>
                <a:lnTo>
                  <a:pt x="539" y="765"/>
                </a:lnTo>
                <a:lnTo>
                  <a:pt x="524" y="766"/>
                </a:lnTo>
                <a:lnTo>
                  <a:pt x="508" y="767"/>
                </a:lnTo>
                <a:lnTo>
                  <a:pt x="493" y="768"/>
                </a:lnTo>
                <a:lnTo>
                  <a:pt x="478" y="768"/>
                </a:lnTo>
                <a:lnTo>
                  <a:pt x="463" y="768"/>
                </a:lnTo>
                <a:lnTo>
                  <a:pt x="448" y="767"/>
                </a:lnTo>
                <a:lnTo>
                  <a:pt x="433" y="766"/>
                </a:lnTo>
                <a:lnTo>
                  <a:pt x="418" y="765"/>
                </a:lnTo>
                <a:lnTo>
                  <a:pt x="403" y="763"/>
                </a:lnTo>
                <a:lnTo>
                  <a:pt x="388" y="761"/>
                </a:lnTo>
                <a:lnTo>
                  <a:pt x="374" y="759"/>
                </a:lnTo>
                <a:lnTo>
                  <a:pt x="359" y="756"/>
                </a:lnTo>
                <a:lnTo>
                  <a:pt x="344" y="753"/>
                </a:lnTo>
                <a:lnTo>
                  <a:pt x="330" y="749"/>
                </a:lnTo>
                <a:lnTo>
                  <a:pt x="316" y="745"/>
                </a:lnTo>
                <a:lnTo>
                  <a:pt x="302" y="741"/>
                </a:lnTo>
                <a:lnTo>
                  <a:pt x="288" y="736"/>
                </a:lnTo>
                <a:lnTo>
                  <a:pt x="274" y="731"/>
                </a:lnTo>
                <a:lnTo>
                  <a:pt x="261" y="726"/>
                </a:lnTo>
                <a:lnTo>
                  <a:pt x="247" y="720"/>
                </a:lnTo>
                <a:lnTo>
                  <a:pt x="234" y="714"/>
                </a:lnTo>
                <a:lnTo>
                  <a:pt x="222" y="708"/>
                </a:lnTo>
                <a:lnTo>
                  <a:pt x="209" y="702"/>
                </a:lnTo>
                <a:lnTo>
                  <a:pt x="197" y="695"/>
                </a:lnTo>
                <a:lnTo>
                  <a:pt x="185" y="687"/>
                </a:lnTo>
                <a:lnTo>
                  <a:pt x="173" y="680"/>
                </a:lnTo>
                <a:lnTo>
                  <a:pt x="162" y="672"/>
                </a:lnTo>
                <a:lnTo>
                  <a:pt x="151" y="664"/>
                </a:lnTo>
                <a:lnTo>
                  <a:pt x="140" y="656"/>
                </a:lnTo>
                <a:lnTo>
                  <a:pt x="129" y="647"/>
                </a:lnTo>
                <a:lnTo>
                  <a:pt x="119" y="638"/>
                </a:lnTo>
                <a:lnTo>
                  <a:pt x="109" y="629"/>
                </a:lnTo>
                <a:lnTo>
                  <a:pt x="100" y="619"/>
                </a:lnTo>
                <a:lnTo>
                  <a:pt x="91" y="610"/>
                </a:lnTo>
                <a:lnTo>
                  <a:pt x="82" y="600"/>
                </a:lnTo>
                <a:lnTo>
                  <a:pt x="74" y="590"/>
                </a:lnTo>
                <a:lnTo>
                  <a:pt x="66" y="580"/>
                </a:lnTo>
                <a:lnTo>
                  <a:pt x="59" y="569"/>
                </a:lnTo>
                <a:lnTo>
                  <a:pt x="52" y="558"/>
                </a:lnTo>
                <a:lnTo>
                  <a:pt x="45" y="548"/>
                </a:lnTo>
                <a:lnTo>
                  <a:pt x="39" y="537"/>
                </a:lnTo>
                <a:lnTo>
                  <a:pt x="33" y="526"/>
                </a:lnTo>
                <a:lnTo>
                  <a:pt x="28" y="514"/>
                </a:lnTo>
                <a:lnTo>
                  <a:pt x="23" y="503"/>
                </a:lnTo>
                <a:lnTo>
                  <a:pt x="19" y="491"/>
                </a:lnTo>
                <a:lnTo>
                  <a:pt x="15" y="480"/>
                </a:lnTo>
                <a:lnTo>
                  <a:pt x="11" y="468"/>
                </a:lnTo>
                <a:lnTo>
                  <a:pt x="8" y="456"/>
                </a:lnTo>
                <a:lnTo>
                  <a:pt x="6" y="444"/>
                </a:lnTo>
                <a:lnTo>
                  <a:pt x="3" y="432"/>
                </a:lnTo>
                <a:lnTo>
                  <a:pt x="2" y="420"/>
                </a:lnTo>
                <a:lnTo>
                  <a:pt x="1" y="408"/>
                </a:lnTo>
                <a:lnTo>
                  <a:pt x="0" y="396"/>
                </a:lnTo>
                <a:lnTo>
                  <a:pt x="0" y="384"/>
                </a:lnTo>
                <a:lnTo>
                  <a:pt x="0" y="372"/>
                </a:lnTo>
                <a:lnTo>
                  <a:pt x="1" y="360"/>
                </a:lnTo>
                <a:lnTo>
                  <a:pt x="2" y="348"/>
                </a:lnTo>
                <a:lnTo>
                  <a:pt x="3" y="336"/>
                </a:lnTo>
                <a:lnTo>
                  <a:pt x="6" y="324"/>
                </a:lnTo>
                <a:lnTo>
                  <a:pt x="8" y="313"/>
                </a:lnTo>
                <a:lnTo>
                  <a:pt x="11" y="301"/>
                </a:lnTo>
                <a:lnTo>
                  <a:pt x="15" y="288"/>
                </a:lnTo>
                <a:lnTo>
                  <a:pt x="19" y="276"/>
                </a:lnTo>
                <a:lnTo>
                  <a:pt x="23" y="265"/>
                </a:lnTo>
                <a:lnTo>
                  <a:pt x="28" y="253"/>
                </a:lnTo>
                <a:lnTo>
                  <a:pt x="33" y="242"/>
                </a:lnTo>
                <a:lnTo>
                  <a:pt x="39" y="231"/>
                </a:lnTo>
                <a:lnTo>
                  <a:pt x="45" y="220"/>
                </a:lnTo>
                <a:lnTo>
                  <a:pt x="52" y="209"/>
                </a:lnTo>
                <a:lnTo>
                  <a:pt x="59" y="199"/>
                </a:lnTo>
                <a:lnTo>
                  <a:pt x="66" y="188"/>
                </a:lnTo>
                <a:lnTo>
                  <a:pt x="74" y="178"/>
                </a:lnTo>
                <a:lnTo>
                  <a:pt x="82" y="168"/>
                </a:lnTo>
                <a:lnTo>
                  <a:pt x="91" y="158"/>
                </a:lnTo>
                <a:lnTo>
                  <a:pt x="100" y="148"/>
                </a:lnTo>
                <a:lnTo>
                  <a:pt x="109" y="139"/>
                </a:lnTo>
                <a:lnTo>
                  <a:pt x="119" y="130"/>
                </a:lnTo>
                <a:lnTo>
                  <a:pt x="129" y="121"/>
                </a:lnTo>
                <a:lnTo>
                  <a:pt x="140" y="112"/>
                </a:lnTo>
                <a:lnTo>
                  <a:pt x="151" y="104"/>
                </a:lnTo>
                <a:lnTo>
                  <a:pt x="162" y="96"/>
                </a:lnTo>
                <a:lnTo>
                  <a:pt x="173" y="88"/>
                </a:lnTo>
                <a:lnTo>
                  <a:pt x="185" y="80"/>
                </a:lnTo>
                <a:lnTo>
                  <a:pt x="197" y="73"/>
                </a:lnTo>
                <a:lnTo>
                  <a:pt x="209" y="66"/>
                </a:lnTo>
                <a:lnTo>
                  <a:pt x="222" y="60"/>
                </a:lnTo>
                <a:lnTo>
                  <a:pt x="234" y="53"/>
                </a:lnTo>
                <a:lnTo>
                  <a:pt x="247" y="47"/>
                </a:lnTo>
                <a:lnTo>
                  <a:pt x="261" y="42"/>
                </a:lnTo>
                <a:lnTo>
                  <a:pt x="274" y="36"/>
                </a:lnTo>
                <a:lnTo>
                  <a:pt x="288" y="31"/>
                </a:lnTo>
                <a:lnTo>
                  <a:pt x="302" y="27"/>
                </a:lnTo>
                <a:lnTo>
                  <a:pt x="316" y="23"/>
                </a:lnTo>
                <a:lnTo>
                  <a:pt x="330" y="19"/>
                </a:lnTo>
                <a:lnTo>
                  <a:pt x="344" y="15"/>
                </a:lnTo>
                <a:lnTo>
                  <a:pt x="359" y="12"/>
                </a:lnTo>
                <a:lnTo>
                  <a:pt x="374" y="9"/>
                </a:lnTo>
                <a:lnTo>
                  <a:pt x="388" y="7"/>
                </a:lnTo>
                <a:lnTo>
                  <a:pt x="403" y="5"/>
                </a:lnTo>
                <a:lnTo>
                  <a:pt x="418" y="3"/>
                </a:lnTo>
                <a:lnTo>
                  <a:pt x="433" y="2"/>
                </a:lnTo>
                <a:lnTo>
                  <a:pt x="448" y="1"/>
                </a:lnTo>
                <a:lnTo>
                  <a:pt x="463" y="0"/>
                </a:lnTo>
                <a:lnTo>
                  <a:pt x="478" y="0"/>
                </a:lnTo>
                <a:lnTo>
                  <a:pt x="493" y="0"/>
                </a:lnTo>
                <a:lnTo>
                  <a:pt x="508" y="1"/>
                </a:lnTo>
                <a:lnTo>
                  <a:pt x="524" y="2"/>
                </a:lnTo>
                <a:lnTo>
                  <a:pt x="539" y="3"/>
                </a:lnTo>
                <a:lnTo>
                  <a:pt x="554" y="5"/>
                </a:lnTo>
                <a:lnTo>
                  <a:pt x="568" y="7"/>
                </a:lnTo>
                <a:lnTo>
                  <a:pt x="583" y="9"/>
                </a:lnTo>
                <a:lnTo>
                  <a:pt x="598" y="12"/>
                </a:lnTo>
                <a:lnTo>
                  <a:pt x="612" y="15"/>
                </a:lnTo>
                <a:lnTo>
                  <a:pt x="627" y="19"/>
                </a:lnTo>
                <a:lnTo>
                  <a:pt x="641" y="23"/>
                </a:lnTo>
                <a:lnTo>
                  <a:pt x="655" y="27"/>
                </a:lnTo>
                <a:lnTo>
                  <a:pt x="669" y="31"/>
                </a:lnTo>
                <a:lnTo>
                  <a:pt x="682" y="36"/>
                </a:lnTo>
                <a:lnTo>
                  <a:pt x="696" y="42"/>
                </a:lnTo>
                <a:lnTo>
                  <a:pt x="709" y="47"/>
                </a:lnTo>
                <a:lnTo>
                  <a:pt x="722" y="53"/>
                </a:lnTo>
                <a:lnTo>
                  <a:pt x="735" y="60"/>
                </a:lnTo>
                <a:lnTo>
                  <a:pt x="748" y="66"/>
                </a:lnTo>
                <a:lnTo>
                  <a:pt x="760" y="73"/>
                </a:lnTo>
                <a:lnTo>
                  <a:pt x="772" y="80"/>
                </a:lnTo>
                <a:lnTo>
                  <a:pt x="784" y="88"/>
                </a:lnTo>
                <a:lnTo>
                  <a:pt x="795" y="96"/>
                </a:lnTo>
                <a:lnTo>
                  <a:pt x="806" y="104"/>
                </a:lnTo>
                <a:lnTo>
                  <a:pt x="817" y="112"/>
                </a:lnTo>
                <a:lnTo>
                  <a:pt x="827" y="121"/>
                </a:lnTo>
                <a:lnTo>
                  <a:pt x="837" y="130"/>
                </a:lnTo>
                <a:lnTo>
                  <a:pt x="847" y="139"/>
                </a:lnTo>
                <a:lnTo>
                  <a:pt x="857" y="148"/>
                </a:lnTo>
                <a:lnTo>
                  <a:pt x="866" y="158"/>
                </a:lnTo>
                <a:lnTo>
                  <a:pt x="874" y="168"/>
                </a:lnTo>
                <a:lnTo>
                  <a:pt x="882" y="178"/>
                </a:lnTo>
                <a:lnTo>
                  <a:pt x="890" y="188"/>
                </a:lnTo>
                <a:lnTo>
                  <a:pt x="898" y="199"/>
                </a:lnTo>
                <a:lnTo>
                  <a:pt x="905" y="209"/>
                </a:lnTo>
                <a:lnTo>
                  <a:pt x="911" y="220"/>
                </a:lnTo>
                <a:lnTo>
                  <a:pt x="918" y="231"/>
                </a:lnTo>
                <a:lnTo>
                  <a:pt x="923" y="242"/>
                </a:lnTo>
                <a:lnTo>
                  <a:pt x="929" y="253"/>
                </a:lnTo>
                <a:lnTo>
                  <a:pt x="934" y="265"/>
                </a:lnTo>
                <a:lnTo>
                  <a:pt x="938" y="276"/>
                </a:lnTo>
                <a:lnTo>
                  <a:pt x="942" y="288"/>
                </a:lnTo>
                <a:lnTo>
                  <a:pt x="945" y="301"/>
                </a:lnTo>
                <a:lnTo>
                  <a:pt x="948" y="313"/>
                </a:lnTo>
                <a:lnTo>
                  <a:pt x="951" y="324"/>
                </a:lnTo>
                <a:lnTo>
                  <a:pt x="953" y="336"/>
                </a:lnTo>
                <a:lnTo>
                  <a:pt x="955" y="348"/>
                </a:lnTo>
                <a:lnTo>
                  <a:pt x="956" y="360"/>
                </a:lnTo>
                <a:lnTo>
                  <a:pt x="957" y="372"/>
                </a:lnTo>
                <a:lnTo>
                  <a:pt x="957" y="384"/>
                </a:lnTo>
                <a:close/>
              </a:path>
            </a:pathLst>
          </a:custGeom>
          <a:solidFill>
            <a:srgbClr val="ffa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7" name=""/>
          <p:cNvSpPr/>
          <p:nvPr/>
        </p:nvSpPr>
        <p:spPr>
          <a:xfrm>
            <a:off x="4805640" y="1689120"/>
            <a:ext cx="346320" cy="277920"/>
          </a:xfrm>
          <a:custGeom>
            <a:avLst/>
            <a:gdLst/>
            <a:ahLst/>
            <a:rect l="0" t="0" r="r" b="b"/>
            <a:pathLst>
              <a:path w="962" h="772">
                <a:moveTo>
                  <a:pt x="960" y="386"/>
                </a:moveTo>
                <a:lnTo>
                  <a:pt x="960" y="374"/>
                </a:lnTo>
                <a:lnTo>
                  <a:pt x="959" y="362"/>
                </a:lnTo>
                <a:lnTo>
                  <a:pt x="958" y="350"/>
                </a:lnTo>
                <a:lnTo>
                  <a:pt x="956" y="338"/>
                </a:lnTo>
                <a:lnTo>
                  <a:pt x="954" y="326"/>
                </a:lnTo>
                <a:lnTo>
                  <a:pt x="951" y="315"/>
                </a:lnTo>
                <a:lnTo>
                  <a:pt x="948" y="302"/>
                </a:lnTo>
                <a:lnTo>
                  <a:pt x="945" y="290"/>
                </a:lnTo>
                <a:lnTo>
                  <a:pt x="941" y="278"/>
                </a:lnTo>
                <a:lnTo>
                  <a:pt x="937" y="267"/>
                </a:lnTo>
                <a:lnTo>
                  <a:pt x="932" y="255"/>
                </a:lnTo>
                <a:lnTo>
                  <a:pt x="926" y="244"/>
                </a:lnTo>
                <a:lnTo>
                  <a:pt x="921" y="233"/>
                </a:lnTo>
                <a:lnTo>
                  <a:pt x="914" y="222"/>
                </a:lnTo>
                <a:lnTo>
                  <a:pt x="908" y="211"/>
                </a:lnTo>
                <a:lnTo>
                  <a:pt x="901" y="201"/>
                </a:lnTo>
                <a:lnTo>
                  <a:pt x="893" y="190"/>
                </a:lnTo>
                <a:lnTo>
                  <a:pt x="885" y="180"/>
                </a:lnTo>
                <a:lnTo>
                  <a:pt x="877" y="170"/>
                </a:lnTo>
                <a:lnTo>
                  <a:pt x="869" y="160"/>
                </a:lnTo>
                <a:lnTo>
                  <a:pt x="860" y="150"/>
                </a:lnTo>
                <a:lnTo>
                  <a:pt x="850" y="141"/>
                </a:lnTo>
                <a:lnTo>
                  <a:pt x="840" y="132"/>
                </a:lnTo>
                <a:lnTo>
                  <a:pt x="830" y="123"/>
                </a:lnTo>
                <a:lnTo>
                  <a:pt x="820" y="114"/>
                </a:lnTo>
                <a:lnTo>
                  <a:pt x="809" y="106"/>
                </a:lnTo>
                <a:lnTo>
                  <a:pt x="798" y="98"/>
                </a:lnTo>
                <a:lnTo>
                  <a:pt x="787" y="90"/>
                </a:lnTo>
                <a:lnTo>
                  <a:pt x="775" y="82"/>
                </a:lnTo>
                <a:lnTo>
                  <a:pt x="763" y="75"/>
                </a:lnTo>
                <a:lnTo>
                  <a:pt x="751" y="68"/>
                </a:lnTo>
                <a:lnTo>
                  <a:pt x="738" y="62"/>
                </a:lnTo>
                <a:lnTo>
                  <a:pt x="725" y="55"/>
                </a:lnTo>
                <a:lnTo>
                  <a:pt x="712" y="49"/>
                </a:lnTo>
                <a:lnTo>
                  <a:pt x="699" y="44"/>
                </a:lnTo>
                <a:lnTo>
                  <a:pt x="685" y="38"/>
                </a:lnTo>
                <a:lnTo>
                  <a:pt x="672" y="33"/>
                </a:lnTo>
                <a:lnTo>
                  <a:pt x="658" y="29"/>
                </a:lnTo>
                <a:lnTo>
                  <a:pt x="644" y="25"/>
                </a:lnTo>
                <a:lnTo>
                  <a:pt x="630" y="21"/>
                </a:lnTo>
                <a:lnTo>
                  <a:pt x="615" y="17"/>
                </a:lnTo>
                <a:lnTo>
                  <a:pt x="601" y="14"/>
                </a:lnTo>
                <a:lnTo>
                  <a:pt x="586" y="11"/>
                </a:lnTo>
                <a:lnTo>
                  <a:pt x="570" y="9"/>
                </a:lnTo>
                <a:lnTo>
                  <a:pt x="556" y="7"/>
                </a:lnTo>
                <a:lnTo>
                  <a:pt x="541" y="5"/>
                </a:lnTo>
                <a:lnTo>
                  <a:pt x="526" y="4"/>
                </a:lnTo>
                <a:lnTo>
                  <a:pt x="511" y="3"/>
                </a:lnTo>
                <a:lnTo>
                  <a:pt x="496" y="2"/>
                </a:lnTo>
                <a:lnTo>
                  <a:pt x="481" y="2"/>
                </a:lnTo>
                <a:lnTo>
                  <a:pt x="466" y="2"/>
                </a:lnTo>
                <a:lnTo>
                  <a:pt x="451" y="3"/>
                </a:lnTo>
                <a:lnTo>
                  <a:pt x="436" y="4"/>
                </a:lnTo>
                <a:lnTo>
                  <a:pt x="421" y="5"/>
                </a:lnTo>
                <a:lnTo>
                  <a:pt x="406" y="7"/>
                </a:lnTo>
                <a:lnTo>
                  <a:pt x="391" y="9"/>
                </a:lnTo>
                <a:lnTo>
                  <a:pt x="377" y="11"/>
                </a:lnTo>
                <a:lnTo>
                  <a:pt x="362" y="14"/>
                </a:lnTo>
                <a:lnTo>
                  <a:pt x="347" y="17"/>
                </a:lnTo>
                <a:lnTo>
                  <a:pt x="333" y="21"/>
                </a:lnTo>
                <a:lnTo>
                  <a:pt x="319" y="25"/>
                </a:lnTo>
                <a:lnTo>
                  <a:pt x="305" y="29"/>
                </a:lnTo>
                <a:lnTo>
                  <a:pt x="291" y="33"/>
                </a:lnTo>
                <a:lnTo>
                  <a:pt x="277" y="38"/>
                </a:lnTo>
                <a:lnTo>
                  <a:pt x="264" y="44"/>
                </a:lnTo>
                <a:lnTo>
                  <a:pt x="250" y="49"/>
                </a:lnTo>
                <a:lnTo>
                  <a:pt x="237" y="55"/>
                </a:lnTo>
                <a:lnTo>
                  <a:pt x="225" y="62"/>
                </a:lnTo>
                <a:lnTo>
                  <a:pt x="212" y="68"/>
                </a:lnTo>
                <a:lnTo>
                  <a:pt x="200" y="75"/>
                </a:lnTo>
                <a:lnTo>
                  <a:pt x="188" y="82"/>
                </a:lnTo>
                <a:lnTo>
                  <a:pt x="176" y="90"/>
                </a:lnTo>
                <a:lnTo>
                  <a:pt x="165" y="98"/>
                </a:lnTo>
                <a:lnTo>
                  <a:pt x="154" y="106"/>
                </a:lnTo>
                <a:lnTo>
                  <a:pt x="143" y="114"/>
                </a:lnTo>
                <a:lnTo>
                  <a:pt x="132" y="123"/>
                </a:lnTo>
                <a:lnTo>
                  <a:pt x="122" y="132"/>
                </a:lnTo>
                <a:lnTo>
                  <a:pt x="112" y="141"/>
                </a:lnTo>
                <a:lnTo>
                  <a:pt x="103" y="150"/>
                </a:lnTo>
                <a:lnTo>
                  <a:pt x="94" y="160"/>
                </a:lnTo>
                <a:lnTo>
                  <a:pt x="85" y="170"/>
                </a:lnTo>
                <a:lnTo>
                  <a:pt x="77" y="180"/>
                </a:lnTo>
                <a:lnTo>
                  <a:pt x="69" y="190"/>
                </a:lnTo>
                <a:lnTo>
                  <a:pt x="62" y="201"/>
                </a:lnTo>
                <a:lnTo>
                  <a:pt x="55" y="211"/>
                </a:lnTo>
                <a:lnTo>
                  <a:pt x="48" y="222"/>
                </a:lnTo>
                <a:lnTo>
                  <a:pt x="42" y="233"/>
                </a:lnTo>
                <a:lnTo>
                  <a:pt x="36" y="244"/>
                </a:lnTo>
                <a:lnTo>
                  <a:pt x="31" y="255"/>
                </a:lnTo>
                <a:lnTo>
                  <a:pt x="26" y="267"/>
                </a:lnTo>
                <a:lnTo>
                  <a:pt x="22" y="278"/>
                </a:lnTo>
                <a:lnTo>
                  <a:pt x="18" y="290"/>
                </a:lnTo>
                <a:lnTo>
                  <a:pt x="14" y="302"/>
                </a:lnTo>
                <a:lnTo>
                  <a:pt x="11" y="315"/>
                </a:lnTo>
                <a:lnTo>
                  <a:pt x="9" y="326"/>
                </a:lnTo>
                <a:lnTo>
                  <a:pt x="6" y="338"/>
                </a:lnTo>
                <a:lnTo>
                  <a:pt x="5" y="350"/>
                </a:lnTo>
                <a:lnTo>
                  <a:pt x="4" y="362"/>
                </a:lnTo>
                <a:lnTo>
                  <a:pt x="3" y="374"/>
                </a:lnTo>
                <a:lnTo>
                  <a:pt x="3" y="386"/>
                </a:lnTo>
                <a:lnTo>
                  <a:pt x="3" y="398"/>
                </a:lnTo>
                <a:lnTo>
                  <a:pt x="4" y="410"/>
                </a:lnTo>
                <a:lnTo>
                  <a:pt x="5" y="422"/>
                </a:lnTo>
                <a:lnTo>
                  <a:pt x="6" y="434"/>
                </a:lnTo>
                <a:lnTo>
                  <a:pt x="9" y="446"/>
                </a:lnTo>
                <a:lnTo>
                  <a:pt x="11" y="458"/>
                </a:lnTo>
                <a:lnTo>
                  <a:pt x="14" y="470"/>
                </a:lnTo>
                <a:lnTo>
                  <a:pt x="18" y="482"/>
                </a:lnTo>
                <a:lnTo>
                  <a:pt x="22" y="493"/>
                </a:lnTo>
                <a:lnTo>
                  <a:pt x="26" y="505"/>
                </a:lnTo>
                <a:lnTo>
                  <a:pt x="31" y="516"/>
                </a:lnTo>
                <a:lnTo>
                  <a:pt x="36" y="528"/>
                </a:lnTo>
                <a:lnTo>
                  <a:pt x="42" y="539"/>
                </a:lnTo>
                <a:lnTo>
                  <a:pt x="48" y="550"/>
                </a:lnTo>
                <a:lnTo>
                  <a:pt x="55" y="560"/>
                </a:lnTo>
                <a:lnTo>
                  <a:pt x="62" y="571"/>
                </a:lnTo>
                <a:lnTo>
                  <a:pt x="69" y="582"/>
                </a:lnTo>
                <a:lnTo>
                  <a:pt x="77" y="592"/>
                </a:lnTo>
                <a:lnTo>
                  <a:pt x="85" y="602"/>
                </a:lnTo>
                <a:lnTo>
                  <a:pt x="94" y="612"/>
                </a:lnTo>
                <a:lnTo>
                  <a:pt x="103" y="621"/>
                </a:lnTo>
                <a:lnTo>
                  <a:pt x="112" y="631"/>
                </a:lnTo>
                <a:lnTo>
                  <a:pt x="122" y="640"/>
                </a:lnTo>
                <a:lnTo>
                  <a:pt x="132" y="649"/>
                </a:lnTo>
                <a:lnTo>
                  <a:pt x="143" y="658"/>
                </a:lnTo>
                <a:lnTo>
                  <a:pt x="154" y="666"/>
                </a:lnTo>
                <a:lnTo>
                  <a:pt x="165" y="674"/>
                </a:lnTo>
                <a:lnTo>
                  <a:pt x="176" y="682"/>
                </a:lnTo>
                <a:lnTo>
                  <a:pt x="188" y="689"/>
                </a:lnTo>
                <a:lnTo>
                  <a:pt x="200" y="697"/>
                </a:lnTo>
                <a:lnTo>
                  <a:pt x="212" y="704"/>
                </a:lnTo>
                <a:lnTo>
                  <a:pt x="225" y="710"/>
                </a:lnTo>
                <a:lnTo>
                  <a:pt x="237" y="716"/>
                </a:lnTo>
                <a:lnTo>
                  <a:pt x="250" y="722"/>
                </a:lnTo>
                <a:lnTo>
                  <a:pt x="264" y="728"/>
                </a:lnTo>
                <a:lnTo>
                  <a:pt x="277" y="733"/>
                </a:lnTo>
                <a:lnTo>
                  <a:pt x="291" y="738"/>
                </a:lnTo>
                <a:lnTo>
                  <a:pt x="305" y="743"/>
                </a:lnTo>
                <a:lnTo>
                  <a:pt x="319" y="747"/>
                </a:lnTo>
                <a:lnTo>
                  <a:pt x="333" y="751"/>
                </a:lnTo>
                <a:lnTo>
                  <a:pt x="347" y="755"/>
                </a:lnTo>
                <a:lnTo>
                  <a:pt x="362" y="758"/>
                </a:lnTo>
                <a:lnTo>
                  <a:pt x="377" y="761"/>
                </a:lnTo>
                <a:lnTo>
                  <a:pt x="391" y="763"/>
                </a:lnTo>
                <a:lnTo>
                  <a:pt x="406" y="765"/>
                </a:lnTo>
                <a:lnTo>
                  <a:pt x="421" y="767"/>
                </a:lnTo>
                <a:lnTo>
                  <a:pt x="436" y="768"/>
                </a:lnTo>
                <a:lnTo>
                  <a:pt x="451" y="769"/>
                </a:lnTo>
                <a:lnTo>
                  <a:pt x="466" y="770"/>
                </a:lnTo>
                <a:lnTo>
                  <a:pt x="481" y="770"/>
                </a:lnTo>
                <a:lnTo>
                  <a:pt x="496" y="770"/>
                </a:lnTo>
                <a:lnTo>
                  <a:pt x="511" y="769"/>
                </a:lnTo>
                <a:lnTo>
                  <a:pt x="526" y="768"/>
                </a:lnTo>
                <a:lnTo>
                  <a:pt x="541" y="767"/>
                </a:lnTo>
                <a:lnTo>
                  <a:pt x="556" y="765"/>
                </a:lnTo>
                <a:lnTo>
                  <a:pt x="570" y="763"/>
                </a:lnTo>
                <a:lnTo>
                  <a:pt x="586" y="761"/>
                </a:lnTo>
                <a:lnTo>
                  <a:pt x="601" y="758"/>
                </a:lnTo>
                <a:lnTo>
                  <a:pt x="615" y="755"/>
                </a:lnTo>
                <a:lnTo>
                  <a:pt x="630" y="751"/>
                </a:lnTo>
                <a:lnTo>
                  <a:pt x="644" y="747"/>
                </a:lnTo>
                <a:lnTo>
                  <a:pt x="658" y="743"/>
                </a:lnTo>
                <a:lnTo>
                  <a:pt x="672" y="738"/>
                </a:lnTo>
                <a:lnTo>
                  <a:pt x="685" y="733"/>
                </a:lnTo>
                <a:lnTo>
                  <a:pt x="699" y="728"/>
                </a:lnTo>
                <a:lnTo>
                  <a:pt x="712" y="722"/>
                </a:lnTo>
                <a:lnTo>
                  <a:pt x="725" y="716"/>
                </a:lnTo>
                <a:lnTo>
                  <a:pt x="738" y="710"/>
                </a:lnTo>
                <a:lnTo>
                  <a:pt x="751" y="704"/>
                </a:lnTo>
                <a:lnTo>
                  <a:pt x="763" y="697"/>
                </a:lnTo>
                <a:lnTo>
                  <a:pt x="775" y="689"/>
                </a:lnTo>
                <a:lnTo>
                  <a:pt x="787" y="682"/>
                </a:lnTo>
                <a:lnTo>
                  <a:pt x="798" y="674"/>
                </a:lnTo>
                <a:lnTo>
                  <a:pt x="809" y="666"/>
                </a:lnTo>
                <a:lnTo>
                  <a:pt x="820" y="658"/>
                </a:lnTo>
                <a:lnTo>
                  <a:pt x="830" y="649"/>
                </a:lnTo>
                <a:lnTo>
                  <a:pt x="840" y="640"/>
                </a:lnTo>
                <a:lnTo>
                  <a:pt x="850" y="631"/>
                </a:lnTo>
                <a:lnTo>
                  <a:pt x="860" y="621"/>
                </a:lnTo>
                <a:lnTo>
                  <a:pt x="869" y="612"/>
                </a:lnTo>
                <a:lnTo>
                  <a:pt x="877" y="602"/>
                </a:lnTo>
                <a:lnTo>
                  <a:pt x="885" y="592"/>
                </a:lnTo>
                <a:lnTo>
                  <a:pt x="893" y="582"/>
                </a:lnTo>
                <a:lnTo>
                  <a:pt x="901" y="571"/>
                </a:lnTo>
                <a:lnTo>
                  <a:pt x="908" y="560"/>
                </a:lnTo>
                <a:lnTo>
                  <a:pt x="914" y="550"/>
                </a:lnTo>
                <a:lnTo>
                  <a:pt x="921" y="539"/>
                </a:lnTo>
                <a:lnTo>
                  <a:pt x="926" y="528"/>
                </a:lnTo>
                <a:lnTo>
                  <a:pt x="932" y="516"/>
                </a:lnTo>
                <a:lnTo>
                  <a:pt x="937" y="505"/>
                </a:lnTo>
                <a:lnTo>
                  <a:pt x="941" y="493"/>
                </a:lnTo>
                <a:lnTo>
                  <a:pt x="945" y="482"/>
                </a:lnTo>
                <a:lnTo>
                  <a:pt x="948" y="470"/>
                </a:lnTo>
                <a:lnTo>
                  <a:pt x="951" y="458"/>
                </a:lnTo>
                <a:lnTo>
                  <a:pt x="954" y="446"/>
                </a:lnTo>
                <a:lnTo>
                  <a:pt x="956" y="434"/>
                </a:lnTo>
                <a:lnTo>
                  <a:pt x="958" y="422"/>
                </a:lnTo>
                <a:lnTo>
                  <a:pt x="959" y="410"/>
                </a:lnTo>
                <a:lnTo>
                  <a:pt x="960" y="398"/>
                </a:lnTo>
                <a:lnTo>
                  <a:pt x="960" y="386"/>
                </a:lnTo>
                <a:moveTo>
                  <a:pt x="962" y="386"/>
                </a:moveTo>
                <a:lnTo>
                  <a:pt x="962" y="398"/>
                </a:lnTo>
                <a:lnTo>
                  <a:pt x="961" y="411"/>
                </a:lnTo>
                <a:lnTo>
                  <a:pt x="960" y="423"/>
                </a:lnTo>
                <a:lnTo>
                  <a:pt x="958" y="435"/>
                </a:lnTo>
                <a:lnTo>
                  <a:pt x="956" y="447"/>
                </a:lnTo>
                <a:lnTo>
                  <a:pt x="954" y="459"/>
                </a:lnTo>
                <a:lnTo>
                  <a:pt x="951" y="470"/>
                </a:lnTo>
                <a:lnTo>
                  <a:pt x="947" y="482"/>
                </a:lnTo>
                <a:lnTo>
                  <a:pt x="943" y="494"/>
                </a:lnTo>
                <a:lnTo>
                  <a:pt x="939" y="505"/>
                </a:lnTo>
                <a:lnTo>
                  <a:pt x="934" y="517"/>
                </a:lnTo>
                <a:lnTo>
                  <a:pt x="928" y="528"/>
                </a:lnTo>
                <a:lnTo>
                  <a:pt x="923" y="539"/>
                </a:lnTo>
                <a:lnTo>
                  <a:pt x="916" y="550"/>
                </a:lnTo>
                <a:lnTo>
                  <a:pt x="910" y="561"/>
                </a:lnTo>
                <a:lnTo>
                  <a:pt x="903" y="572"/>
                </a:lnTo>
                <a:lnTo>
                  <a:pt x="895" y="583"/>
                </a:lnTo>
                <a:lnTo>
                  <a:pt x="887" y="593"/>
                </a:lnTo>
                <a:lnTo>
                  <a:pt x="879" y="603"/>
                </a:lnTo>
                <a:lnTo>
                  <a:pt x="870" y="613"/>
                </a:lnTo>
                <a:lnTo>
                  <a:pt x="861" y="623"/>
                </a:lnTo>
                <a:lnTo>
                  <a:pt x="852" y="632"/>
                </a:lnTo>
                <a:lnTo>
                  <a:pt x="842" y="641"/>
                </a:lnTo>
                <a:lnTo>
                  <a:pt x="832" y="650"/>
                </a:lnTo>
                <a:lnTo>
                  <a:pt x="821" y="659"/>
                </a:lnTo>
                <a:lnTo>
                  <a:pt x="811" y="667"/>
                </a:lnTo>
                <a:lnTo>
                  <a:pt x="799" y="675"/>
                </a:lnTo>
                <a:lnTo>
                  <a:pt x="788" y="683"/>
                </a:lnTo>
                <a:lnTo>
                  <a:pt x="776" y="691"/>
                </a:lnTo>
                <a:lnTo>
                  <a:pt x="764" y="698"/>
                </a:lnTo>
                <a:lnTo>
                  <a:pt x="752" y="705"/>
                </a:lnTo>
                <a:lnTo>
                  <a:pt x="739" y="712"/>
                </a:lnTo>
                <a:lnTo>
                  <a:pt x="726" y="718"/>
                </a:lnTo>
                <a:lnTo>
                  <a:pt x="713" y="724"/>
                </a:lnTo>
                <a:lnTo>
                  <a:pt x="700" y="730"/>
                </a:lnTo>
                <a:lnTo>
                  <a:pt x="686" y="735"/>
                </a:lnTo>
                <a:lnTo>
                  <a:pt x="673" y="740"/>
                </a:lnTo>
                <a:lnTo>
                  <a:pt x="659" y="745"/>
                </a:lnTo>
                <a:lnTo>
                  <a:pt x="645" y="749"/>
                </a:lnTo>
                <a:lnTo>
                  <a:pt x="630" y="753"/>
                </a:lnTo>
                <a:lnTo>
                  <a:pt x="616" y="756"/>
                </a:lnTo>
                <a:lnTo>
                  <a:pt x="601" y="760"/>
                </a:lnTo>
                <a:lnTo>
                  <a:pt x="587" y="762"/>
                </a:lnTo>
                <a:lnTo>
                  <a:pt x="572" y="765"/>
                </a:lnTo>
                <a:lnTo>
                  <a:pt x="556" y="767"/>
                </a:lnTo>
                <a:lnTo>
                  <a:pt x="541" y="769"/>
                </a:lnTo>
                <a:lnTo>
                  <a:pt x="526" y="770"/>
                </a:lnTo>
                <a:lnTo>
                  <a:pt x="511" y="771"/>
                </a:lnTo>
                <a:lnTo>
                  <a:pt x="496" y="772"/>
                </a:lnTo>
                <a:lnTo>
                  <a:pt x="481" y="772"/>
                </a:lnTo>
                <a:lnTo>
                  <a:pt x="466" y="772"/>
                </a:lnTo>
                <a:lnTo>
                  <a:pt x="451" y="771"/>
                </a:lnTo>
                <a:lnTo>
                  <a:pt x="436" y="770"/>
                </a:lnTo>
                <a:lnTo>
                  <a:pt x="421" y="769"/>
                </a:lnTo>
                <a:lnTo>
                  <a:pt x="406" y="767"/>
                </a:lnTo>
                <a:lnTo>
                  <a:pt x="391" y="765"/>
                </a:lnTo>
                <a:lnTo>
                  <a:pt x="376" y="762"/>
                </a:lnTo>
                <a:lnTo>
                  <a:pt x="361" y="760"/>
                </a:lnTo>
                <a:lnTo>
                  <a:pt x="347" y="756"/>
                </a:lnTo>
                <a:lnTo>
                  <a:pt x="332" y="753"/>
                </a:lnTo>
                <a:lnTo>
                  <a:pt x="318" y="749"/>
                </a:lnTo>
                <a:lnTo>
                  <a:pt x="304" y="745"/>
                </a:lnTo>
                <a:lnTo>
                  <a:pt x="290" y="740"/>
                </a:lnTo>
                <a:lnTo>
                  <a:pt x="276" y="735"/>
                </a:lnTo>
                <a:lnTo>
                  <a:pt x="263" y="730"/>
                </a:lnTo>
                <a:lnTo>
                  <a:pt x="249" y="724"/>
                </a:lnTo>
                <a:lnTo>
                  <a:pt x="236" y="718"/>
                </a:lnTo>
                <a:lnTo>
                  <a:pt x="223" y="712"/>
                </a:lnTo>
                <a:lnTo>
                  <a:pt x="211" y="705"/>
                </a:lnTo>
                <a:lnTo>
                  <a:pt x="198" y="698"/>
                </a:lnTo>
                <a:lnTo>
                  <a:pt x="186" y="691"/>
                </a:lnTo>
                <a:lnTo>
                  <a:pt x="175" y="683"/>
                </a:lnTo>
                <a:lnTo>
                  <a:pt x="163" y="675"/>
                </a:lnTo>
                <a:lnTo>
                  <a:pt x="152" y="667"/>
                </a:lnTo>
                <a:lnTo>
                  <a:pt x="141" y="659"/>
                </a:lnTo>
                <a:lnTo>
                  <a:pt x="131" y="650"/>
                </a:lnTo>
                <a:lnTo>
                  <a:pt x="120" y="641"/>
                </a:lnTo>
                <a:lnTo>
                  <a:pt x="111" y="632"/>
                </a:lnTo>
                <a:lnTo>
                  <a:pt x="101" y="623"/>
                </a:lnTo>
                <a:lnTo>
                  <a:pt x="92" y="613"/>
                </a:lnTo>
                <a:lnTo>
                  <a:pt x="83" y="603"/>
                </a:lnTo>
                <a:lnTo>
                  <a:pt x="75" y="593"/>
                </a:lnTo>
                <a:lnTo>
                  <a:pt x="67" y="583"/>
                </a:lnTo>
                <a:lnTo>
                  <a:pt x="60" y="572"/>
                </a:lnTo>
                <a:lnTo>
                  <a:pt x="53" y="561"/>
                </a:lnTo>
                <a:lnTo>
                  <a:pt x="46" y="550"/>
                </a:lnTo>
                <a:lnTo>
                  <a:pt x="40" y="539"/>
                </a:lnTo>
                <a:lnTo>
                  <a:pt x="34" y="528"/>
                </a:lnTo>
                <a:lnTo>
                  <a:pt x="29" y="517"/>
                </a:lnTo>
                <a:lnTo>
                  <a:pt x="24" y="505"/>
                </a:lnTo>
                <a:lnTo>
                  <a:pt x="19" y="494"/>
                </a:lnTo>
                <a:lnTo>
                  <a:pt x="15" y="482"/>
                </a:lnTo>
                <a:lnTo>
                  <a:pt x="12" y="470"/>
                </a:lnTo>
                <a:lnTo>
                  <a:pt x="9" y="459"/>
                </a:lnTo>
                <a:lnTo>
                  <a:pt x="6" y="447"/>
                </a:lnTo>
                <a:lnTo>
                  <a:pt x="4" y="435"/>
                </a:lnTo>
                <a:lnTo>
                  <a:pt x="3" y="423"/>
                </a:lnTo>
                <a:lnTo>
                  <a:pt x="1" y="411"/>
                </a:lnTo>
                <a:lnTo>
                  <a:pt x="1" y="398"/>
                </a:lnTo>
                <a:lnTo>
                  <a:pt x="0" y="386"/>
                </a:lnTo>
                <a:lnTo>
                  <a:pt x="1" y="374"/>
                </a:lnTo>
                <a:lnTo>
                  <a:pt x="1" y="362"/>
                </a:lnTo>
                <a:lnTo>
                  <a:pt x="3" y="350"/>
                </a:lnTo>
                <a:lnTo>
                  <a:pt x="4" y="338"/>
                </a:lnTo>
                <a:lnTo>
                  <a:pt x="6" y="326"/>
                </a:lnTo>
                <a:lnTo>
                  <a:pt x="9" y="314"/>
                </a:lnTo>
                <a:lnTo>
                  <a:pt x="12" y="301"/>
                </a:lnTo>
                <a:lnTo>
                  <a:pt x="15" y="290"/>
                </a:lnTo>
                <a:lnTo>
                  <a:pt x="19" y="278"/>
                </a:lnTo>
                <a:lnTo>
                  <a:pt x="24" y="266"/>
                </a:lnTo>
                <a:lnTo>
                  <a:pt x="29" y="255"/>
                </a:lnTo>
                <a:lnTo>
                  <a:pt x="34" y="244"/>
                </a:lnTo>
                <a:lnTo>
                  <a:pt x="40" y="232"/>
                </a:lnTo>
                <a:lnTo>
                  <a:pt x="46" y="221"/>
                </a:lnTo>
                <a:lnTo>
                  <a:pt x="53" y="210"/>
                </a:lnTo>
                <a:lnTo>
                  <a:pt x="60" y="200"/>
                </a:lnTo>
                <a:lnTo>
                  <a:pt x="67" y="189"/>
                </a:lnTo>
                <a:lnTo>
                  <a:pt x="75" y="179"/>
                </a:lnTo>
                <a:lnTo>
                  <a:pt x="83" y="169"/>
                </a:lnTo>
                <a:lnTo>
                  <a:pt x="92" y="159"/>
                </a:lnTo>
                <a:lnTo>
                  <a:pt x="101" y="149"/>
                </a:lnTo>
                <a:lnTo>
                  <a:pt x="111" y="140"/>
                </a:lnTo>
                <a:lnTo>
                  <a:pt x="120" y="131"/>
                </a:lnTo>
                <a:lnTo>
                  <a:pt x="131" y="122"/>
                </a:lnTo>
                <a:lnTo>
                  <a:pt x="141" y="113"/>
                </a:lnTo>
                <a:lnTo>
                  <a:pt x="152" y="104"/>
                </a:lnTo>
                <a:lnTo>
                  <a:pt x="163" y="96"/>
                </a:lnTo>
                <a:lnTo>
                  <a:pt x="175" y="88"/>
                </a:lnTo>
                <a:lnTo>
                  <a:pt x="186" y="81"/>
                </a:lnTo>
                <a:lnTo>
                  <a:pt x="198" y="74"/>
                </a:lnTo>
                <a:lnTo>
                  <a:pt x="211" y="67"/>
                </a:lnTo>
                <a:lnTo>
                  <a:pt x="223" y="60"/>
                </a:lnTo>
                <a:lnTo>
                  <a:pt x="236" y="54"/>
                </a:lnTo>
                <a:lnTo>
                  <a:pt x="249" y="48"/>
                </a:lnTo>
                <a:lnTo>
                  <a:pt x="263" y="42"/>
                </a:lnTo>
                <a:lnTo>
                  <a:pt x="276" y="37"/>
                </a:lnTo>
                <a:lnTo>
                  <a:pt x="290" y="32"/>
                </a:lnTo>
                <a:lnTo>
                  <a:pt x="304" y="27"/>
                </a:lnTo>
                <a:lnTo>
                  <a:pt x="318" y="23"/>
                </a:lnTo>
                <a:lnTo>
                  <a:pt x="332" y="19"/>
                </a:lnTo>
                <a:lnTo>
                  <a:pt x="347" y="15"/>
                </a:lnTo>
                <a:lnTo>
                  <a:pt x="361" y="12"/>
                </a:lnTo>
                <a:lnTo>
                  <a:pt x="376" y="9"/>
                </a:lnTo>
                <a:lnTo>
                  <a:pt x="391" y="7"/>
                </a:lnTo>
                <a:lnTo>
                  <a:pt x="406" y="5"/>
                </a:lnTo>
                <a:lnTo>
                  <a:pt x="421" y="3"/>
                </a:lnTo>
                <a:lnTo>
                  <a:pt x="436" y="2"/>
                </a:lnTo>
                <a:lnTo>
                  <a:pt x="451" y="1"/>
                </a:lnTo>
                <a:lnTo>
                  <a:pt x="466" y="0"/>
                </a:lnTo>
                <a:lnTo>
                  <a:pt x="481" y="0"/>
                </a:lnTo>
                <a:lnTo>
                  <a:pt x="496" y="0"/>
                </a:lnTo>
                <a:lnTo>
                  <a:pt x="511" y="1"/>
                </a:lnTo>
                <a:lnTo>
                  <a:pt x="526" y="2"/>
                </a:lnTo>
                <a:lnTo>
                  <a:pt x="541" y="3"/>
                </a:lnTo>
                <a:lnTo>
                  <a:pt x="556" y="5"/>
                </a:lnTo>
                <a:lnTo>
                  <a:pt x="572" y="7"/>
                </a:lnTo>
                <a:lnTo>
                  <a:pt x="587" y="9"/>
                </a:lnTo>
                <a:lnTo>
                  <a:pt x="601" y="12"/>
                </a:lnTo>
                <a:lnTo>
                  <a:pt x="616" y="15"/>
                </a:lnTo>
                <a:lnTo>
                  <a:pt x="630" y="19"/>
                </a:lnTo>
                <a:lnTo>
                  <a:pt x="645" y="23"/>
                </a:lnTo>
                <a:lnTo>
                  <a:pt x="659" y="27"/>
                </a:lnTo>
                <a:lnTo>
                  <a:pt x="673" y="32"/>
                </a:lnTo>
                <a:lnTo>
                  <a:pt x="686" y="37"/>
                </a:lnTo>
                <a:lnTo>
                  <a:pt x="700" y="42"/>
                </a:lnTo>
                <a:lnTo>
                  <a:pt x="713" y="48"/>
                </a:lnTo>
                <a:lnTo>
                  <a:pt x="726" y="54"/>
                </a:lnTo>
                <a:lnTo>
                  <a:pt x="739" y="60"/>
                </a:lnTo>
                <a:lnTo>
                  <a:pt x="752" y="67"/>
                </a:lnTo>
                <a:lnTo>
                  <a:pt x="764" y="74"/>
                </a:lnTo>
                <a:lnTo>
                  <a:pt x="776" y="81"/>
                </a:lnTo>
                <a:lnTo>
                  <a:pt x="788" y="88"/>
                </a:lnTo>
                <a:lnTo>
                  <a:pt x="799" y="96"/>
                </a:lnTo>
                <a:lnTo>
                  <a:pt x="811" y="104"/>
                </a:lnTo>
                <a:lnTo>
                  <a:pt x="821" y="113"/>
                </a:lnTo>
                <a:lnTo>
                  <a:pt x="832" y="122"/>
                </a:lnTo>
                <a:lnTo>
                  <a:pt x="842" y="131"/>
                </a:lnTo>
                <a:lnTo>
                  <a:pt x="852" y="140"/>
                </a:lnTo>
                <a:lnTo>
                  <a:pt x="861" y="149"/>
                </a:lnTo>
                <a:lnTo>
                  <a:pt x="870" y="159"/>
                </a:lnTo>
                <a:lnTo>
                  <a:pt x="879" y="169"/>
                </a:lnTo>
                <a:lnTo>
                  <a:pt x="887" y="179"/>
                </a:lnTo>
                <a:lnTo>
                  <a:pt x="895" y="189"/>
                </a:lnTo>
                <a:lnTo>
                  <a:pt x="903" y="200"/>
                </a:lnTo>
                <a:lnTo>
                  <a:pt x="910" y="210"/>
                </a:lnTo>
                <a:lnTo>
                  <a:pt x="916" y="221"/>
                </a:lnTo>
                <a:lnTo>
                  <a:pt x="923" y="232"/>
                </a:lnTo>
                <a:lnTo>
                  <a:pt x="928" y="244"/>
                </a:lnTo>
                <a:lnTo>
                  <a:pt x="934" y="255"/>
                </a:lnTo>
                <a:lnTo>
                  <a:pt x="939" y="266"/>
                </a:lnTo>
                <a:lnTo>
                  <a:pt x="943" y="278"/>
                </a:lnTo>
                <a:lnTo>
                  <a:pt x="947" y="290"/>
                </a:lnTo>
                <a:lnTo>
                  <a:pt x="951" y="301"/>
                </a:lnTo>
                <a:lnTo>
                  <a:pt x="954" y="314"/>
                </a:lnTo>
                <a:lnTo>
                  <a:pt x="956" y="326"/>
                </a:lnTo>
                <a:lnTo>
                  <a:pt x="958" y="338"/>
                </a:lnTo>
                <a:lnTo>
                  <a:pt x="960" y="350"/>
                </a:lnTo>
                <a:lnTo>
                  <a:pt x="961" y="362"/>
                </a:lnTo>
                <a:lnTo>
                  <a:pt x="962" y="374"/>
                </a:lnTo>
                <a:lnTo>
                  <a:pt x="962" y="386"/>
                </a:lnTo>
                <a:close/>
              </a:path>
            </a:pathLst>
          </a:custGeom>
          <a:solidFill>
            <a:srgbClr val="ffa5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8" name=""/>
          <p:cNvSpPr/>
          <p:nvPr/>
        </p:nvSpPr>
        <p:spPr>
          <a:xfrm>
            <a:off x="4804920" y="1688400"/>
            <a:ext cx="347760" cy="279360"/>
          </a:xfrm>
          <a:custGeom>
            <a:avLst/>
            <a:gdLst/>
            <a:ahLst/>
            <a:rect l="0" t="0" r="r" b="b"/>
            <a:pathLst>
              <a:path w="966" h="776">
                <a:moveTo>
                  <a:pt x="964" y="388"/>
                </a:moveTo>
                <a:lnTo>
                  <a:pt x="964" y="376"/>
                </a:lnTo>
                <a:lnTo>
                  <a:pt x="963" y="364"/>
                </a:lnTo>
                <a:lnTo>
                  <a:pt x="962" y="352"/>
                </a:lnTo>
                <a:lnTo>
                  <a:pt x="960" y="339"/>
                </a:lnTo>
                <a:lnTo>
                  <a:pt x="958" y="327"/>
                </a:lnTo>
                <a:lnTo>
                  <a:pt x="956" y="315"/>
                </a:lnTo>
                <a:lnTo>
                  <a:pt x="953" y="303"/>
                </a:lnTo>
                <a:lnTo>
                  <a:pt x="949" y="292"/>
                </a:lnTo>
                <a:lnTo>
                  <a:pt x="945" y="280"/>
                </a:lnTo>
                <a:lnTo>
                  <a:pt x="941" y="268"/>
                </a:lnTo>
                <a:lnTo>
                  <a:pt x="936" y="257"/>
                </a:lnTo>
                <a:lnTo>
                  <a:pt x="930" y="246"/>
                </a:lnTo>
                <a:lnTo>
                  <a:pt x="925" y="234"/>
                </a:lnTo>
                <a:lnTo>
                  <a:pt x="918" y="223"/>
                </a:lnTo>
                <a:lnTo>
                  <a:pt x="912" y="212"/>
                </a:lnTo>
                <a:lnTo>
                  <a:pt x="905" y="202"/>
                </a:lnTo>
                <a:lnTo>
                  <a:pt x="897" y="191"/>
                </a:lnTo>
                <a:lnTo>
                  <a:pt x="889" y="181"/>
                </a:lnTo>
                <a:lnTo>
                  <a:pt x="881" y="171"/>
                </a:lnTo>
                <a:lnTo>
                  <a:pt x="872" y="161"/>
                </a:lnTo>
                <a:lnTo>
                  <a:pt x="863" y="151"/>
                </a:lnTo>
                <a:lnTo>
                  <a:pt x="854" y="142"/>
                </a:lnTo>
                <a:lnTo>
                  <a:pt x="844" y="133"/>
                </a:lnTo>
                <a:lnTo>
                  <a:pt x="834" y="124"/>
                </a:lnTo>
                <a:lnTo>
                  <a:pt x="823" y="115"/>
                </a:lnTo>
                <a:lnTo>
                  <a:pt x="813" y="106"/>
                </a:lnTo>
                <a:lnTo>
                  <a:pt x="801" y="98"/>
                </a:lnTo>
                <a:lnTo>
                  <a:pt x="790" y="90"/>
                </a:lnTo>
                <a:lnTo>
                  <a:pt x="778" y="83"/>
                </a:lnTo>
                <a:lnTo>
                  <a:pt x="766" y="76"/>
                </a:lnTo>
                <a:lnTo>
                  <a:pt x="754" y="69"/>
                </a:lnTo>
                <a:lnTo>
                  <a:pt x="741" y="62"/>
                </a:lnTo>
                <a:lnTo>
                  <a:pt x="728" y="56"/>
                </a:lnTo>
                <a:lnTo>
                  <a:pt x="715" y="50"/>
                </a:lnTo>
                <a:lnTo>
                  <a:pt x="702" y="44"/>
                </a:lnTo>
                <a:lnTo>
                  <a:pt x="688" y="39"/>
                </a:lnTo>
                <a:lnTo>
                  <a:pt x="675" y="34"/>
                </a:lnTo>
                <a:lnTo>
                  <a:pt x="661" y="29"/>
                </a:lnTo>
                <a:lnTo>
                  <a:pt x="647" y="25"/>
                </a:lnTo>
                <a:lnTo>
                  <a:pt x="631" y="21"/>
                </a:lnTo>
                <a:lnTo>
                  <a:pt x="617" y="17"/>
                </a:lnTo>
                <a:lnTo>
                  <a:pt x="602" y="14"/>
                </a:lnTo>
                <a:lnTo>
                  <a:pt x="588" y="11"/>
                </a:lnTo>
                <a:lnTo>
                  <a:pt x="573" y="9"/>
                </a:lnTo>
                <a:lnTo>
                  <a:pt x="558" y="7"/>
                </a:lnTo>
                <a:lnTo>
                  <a:pt x="543" y="5"/>
                </a:lnTo>
                <a:lnTo>
                  <a:pt x="528" y="4"/>
                </a:lnTo>
                <a:lnTo>
                  <a:pt x="513" y="3"/>
                </a:lnTo>
                <a:lnTo>
                  <a:pt x="498" y="2"/>
                </a:lnTo>
                <a:lnTo>
                  <a:pt x="483" y="2"/>
                </a:lnTo>
                <a:lnTo>
                  <a:pt x="468" y="2"/>
                </a:lnTo>
                <a:lnTo>
                  <a:pt x="453" y="3"/>
                </a:lnTo>
                <a:lnTo>
                  <a:pt x="438" y="4"/>
                </a:lnTo>
                <a:lnTo>
                  <a:pt x="423" y="5"/>
                </a:lnTo>
                <a:lnTo>
                  <a:pt x="408" y="7"/>
                </a:lnTo>
                <a:lnTo>
                  <a:pt x="393" y="9"/>
                </a:lnTo>
                <a:lnTo>
                  <a:pt x="378" y="11"/>
                </a:lnTo>
                <a:lnTo>
                  <a:pt x="363" y="14"/>
                </a:lnTo>
                <a:lnTo>
                  <a:pt x="349" y="17"/>
                </a:lnTo>
                <a:lnTo>
                  <a:pt x="334" y="21"/>
                </a:lnTo>
                <a:lnTo>
                  <a:pt x="320" y="25"/>
                </a:lnTo>
                <a:lnTo>
                  <a:pt x="306" y="29"/>
                </a:lnTo>
                <a:lnTo>
                  <a:pt x="292" y="34"/>
                </a:lnTo>
                <a:lnTo>
                  <a:pt x="278" y="39"/>
                </a:lnTo>
                <a:lnTo>
                  <a:pt x="265" y="44"/>
                </a:lnTo>
                <a:lnTo>
                  <a:pt x="251" y="50"/>
                </a:lnTo>
                <a:lnTo>
                  <a:pt x="238" y="56"/>
                </a:lnTo>
                <a:lnTo>
                  <a:pt x="225" y="62"/>
                </a:lnTo>
                <a:lnTo>
                  <a:pt x="213" y="69"/>
                </a:lnTo>
                <a:lnTo>
                  <a:pt x="200" y="76"/>
                </a:lnTo>
                <a:lnTo>
                  <a:pt x="188" y="83"/>
                </a:lnTo>
                <a:lnTo>
                  <a:pt x="177" y="90"/>
                </a:lnTo>
                <a:lnTo>
                  <a:pt x="165" y="98"/>
                </a:lnTo>
                <a:lnTo>
                  <a:pt x="154" y="106"/>
                </a:lnTo>
                <a:lnTo>
                  <a:pt x="143" y="115"/>
                </a:lnTo>
                <a:lnTo>
                  <a:pt x="133" y="124"/>
                </a:lnTo>
                <a:lnTo>
                  <a:pt x="122" y="133"/>
                </a:lnTo>
                <a:lnTo>
                  <a:pt x="113" y="142"/>
                </a:lnTo>
                <a:lnTo>
                  <a:pt x="103" y="151"/>
                </a:lnTo>
                <a:lnTo>
                  <a:pt x="94" y="161"/>
                </a:lnTo>
                <a:lnTo>
                  <a:pt x="85" y="171"/>
                </a:lnTo>
                <a:lnTo>
                  <a:pt x="77" y="181"/>
                </a:lnTo>
                <a:lnTo>
                  <a:pt x="69" y="191"/>
                </a:lnTo>
                <a:lnTo>
                  <a:pt x="62" y="202"/>
                </a:lnTo>
                <a:lnTo>
                  <a:pt x="55" y="212"/>
                </a:lnTo>
                <a:lnTo>
                  <a:pt x="48" y="223"/>
                </a:lnTo>
                <a:lnTo>
                  <a:pt x="42" y="234"/>
                </a:lnTo>
                <a:lnTo>
                  <a:pt x="36" y="246"/>
                </a:lnTo>
                <a:lnTo>
                  <a:pt x="31" y="257"/>
                </a:lnTo>
                <a:lnTo>
                  <a:pt x="26" y="268"/>
                </a:lnTo>
                <a:lnTo>
                  <a:pt x="21" y="280"/>
                </a:lnTo>
                <a:lnTo>
                  <a:pt x="17" y="292"/>
                </a:lnTo>
                <a:lnTo>
                  <a:pt x="14" y="303"/>
                </a:lnTo>
                <a:lnTo>
                  <a:pt x="11" y="315"/>
                </a:lnTo>
                <a:lnTo>
                  <a:pt x="8" y="327"/>
                </a:lnTo>
                <a:lnTo>
                  <a:pt x="6" y="339"/>
                </a:lnTo>
                <a:lnTo>
                  <a:pt x="5" y="352"/>
                </a:lnTo>
                <a:lnTo>
                  <a:pt x="3" y="364"/>
                </a:lnTo>
                <a:lnTo>
                  <a:pt x="3" y="376"/>
                </a:lnTo>
                <a:lnTo>
                  <a:pt x="2" y="388"/>
                </a:lnTo>
                <a:lnTo>
                  <a:pt x="3" y="400"/>
                </a:lnTo>
                <a:lnTo>
                  <a:pt x="3" y="413"/>
                </a:lnTo>
                <a:lnTo>
                  <a:pt x="5" y="425"/>
                </a:lnTo>
                <a:lnTo>
                  <a:pt x="6" y="437"/>
                </a:lnTo>
                <a:lnTo>
                  <a:pt x="8" y="449"/>
                </a:lnTo>
                <a:lnTo>
                  <a:pt x="11" y="461"/>
                </a:lnTo>
                <a:lnTo>
                  <a:pt x="14" y="472"/>
                </a:lnTo>
                <a:lnTo>
                  <a:pt x="17" y="484"/>
                </a:lnTo>
                <a:lnTo>
                  <a:pt x="21" y="496"/>
                </a:lnTo>
                <a:lnTo>
                  <a:pt x="26" y="507"/>
                </a:lnTo>
                <a:lnTo>
                  <a:pt x="31" y="519"/>
                </a:lnTo>
                <a:lnTo>
                  <a:pt x="36" y="530"/>
                </a:lnTo>
                <a:lnTo>
                  <a:pt x="42" y="541"/>
                </a:lnTo>
                <a:lnTo>
                  <a:pt x="48" y="552"/>
                </a:lnTo>
                <a:lnTo>
                  <a:pt x="55" y="563"/>
                </a:lnTo>
                <a:lnTo>
                  <a:pt x="62" y="574"/>
                </a:lnTo>
                <a:lnTo>
                  <a:pt x="69" y="585"/>
                </a:lnTo>
                <a:lnTo>
                  <a:pt x="77" y="595"/>
                </a:lnTo>
                <a:lnTo>
                  <a:pt x="85" y="605"/>
                </a:lnTo>
                <a:lnTo>
                  <a:pt x="94" y="615"/>
                </a:lnTo>
                <a:lnTo>
                  <a:pt x="103" y="625"/>
                </a:lnTo>
                <a:lnTo>
                  <a:pt x="113" y="634"/>
                </a:lnTo>
                <a:lnTo>
                  <a:pt x="122" y="643"/>
                </a:lnTo>
                <a:lnTo>
                  <a:pt x="133" y="652"/>
                </a:lnTo>
                <a:lnTo>
                  <a:pt x="143" y="661"/>
                </a:lnTo>
                <a:lnTo>
                  <a:pt x="154" y="669"/>
                </a:lnTo>
                <a:lnTo>
                  <a:pt x="165" y="677"/>
                </a:lnTo>
                <a:lnTo>
                  <a:pt x="177" y="685"/>
                </a:lnTo>
                <a:lnTo>
                  <a:pt x="188" y="693"/>
                </a:lnTo>
                <a:lnTo>
                  <a:pt x="200" y="700"/>
                </a:lnTo>
                <a:lnTo>
                  <a:pt x="213" y="707"/>
                </a:lnTo>
                <a:lnTo>
                  <a:pt x="225" y="714"/>
                </a:lnTo>
                <a:lnTo>
                  <a:pt x="238" y="720"/>
                </a:lnTo>
                <a:lnTo>
                  <a:pt x="251" y="726"/>
                </a:lnTo>
                <a:lnTo>
                  <a:pt x="265" y="732"/>
                </a:lnTo>
                <a:lnTo>
                  <a:pt x="278" y="737"/>
                </a:lnTo>
                <a:lnTo>
                  <a:pt x="292" y="742"/>
                </a:lnTo>
                <a:lnTo>
                  <a:pt x="306" y="747"/>
                </a:lnTo>
                <a:lnTo>
                  <a:pt x="320" y="751"/>
                </a:lnTo>
                <a:lnTo>
                  <a:pt x="334" y="755"/>
                </a:lnTo>
                <a:lnTo>
                  <a:pt x="349" y="758"/>
                </a:lnTo>
                <a:lnTo>
                  <a:pt x="363" y="762"/>
                </a:lnTo>
                <a:lnTo>
                  <a:pt x="378" y="764"/>
                </a:lnTo>
                <a:lnTo>
                  <a:pt x="393" y="767"/>
                </a:lnTo>
                <a:lnTo>
                  <a:pt x="408" y="769"/>
                </a:lnTo>
                <a:lnTo>
                  <a:pt x="423" y="771"/>
                </a:lnTo>
                <a:lnTo>
                  <a:pt x="438" y="772"/>
                </a:lnTo>
                <a:lnTo>
                  <a:pt x="453" y="773"/>
                </a:lnTo>
                <a:lnTo>
                  <a:pt x="468" y="774"/>
                </a:lnTo>
                <a:lnTo>
                  <a:pt x="483" y="774"/>
                </a:lnTo>
                <a:lnTo>
                  <a:pt x="498" y="774"/>
                </a:lnTo>
                <a:lnTo>
                  <a:pt x="513" y="773"/>
                </a:lnTo>
                <a:lnTo>
                  <a:pt x="528" y="772"/>
                </a:lnTo>
                <a:lnTo>
                  <a:pt x="543" y="771"/>
                </a:lnTo>
                <a:lnTo>
                  <a:pt x="558" y="769"/>
                </a:lnTo>
                <a:lnTo>
                  <a:pt x="573" y="767"/>
                </a:lnTo>
                <a:lnTo>
                  <a:pt x="588" y="764"/>
                </a:lnTo>
                <a:lnTo>
                  <a:pt x="602" y="762"/>
                </a:lnTo>
                <a:lnTo>
                  <a:pt x="617" y="758"/>
                </a:lnTo>
                <a:lnTo>
                  <a:pt x="631" y="755"/>
                </a:lnTo>
                <a:lnTo>
                  <a:pt x="647" y="751"/>
                </a:lnTo>
                <a:lnTo>
                  <a:pt x="661" y="747"/>
                </a:lnTo>
                <a:lnTo>
                  <a:pt x="675" y="742"/>
                </a:lnTo>
                <a:lnTo>
                  <a:pt x="688" y="737"/>
                </a:lnTo>
                <a:lnTo>
                  <a:pt x="702" y="732"/>
                </a:lnTo>
                <a:lnTo>
                  <a:pt x="715" y="726"/>
                </a:lnTo>
                <a:lnTo>
                  <a:pt x="728" y="720"/>
                </a:lnTo>
                <a:lnTo>
                  <a:pt x="741" y="714"/>
                </a:lnTo>
                <a:lnTo>
                  <a:pt x="754" y="707"/>
                </a:lnTo>
                <a:lnTo>
                  <a:pt x="766" y="700"/>
                </a:lnTo>
                <a:lnTo>
                  <a:pt x="778" y="693"/>
                </a:lnTo>
                <a:lnTo>
                  <a:pt x="790" y="685"/>
                </a:lnTo>
                <a:lnTo>
                  <a:pt x="801" y="677"/>
                </a:lnTo>
                <a:lnTo>
                  <a:pt x="813" y="669"/>
                </a:lnTo>
                <a:lnTo>
                  <a:pt x="823" y="661"/>
                </a:lnTo>
                <a:lnTo>
                  <a:pt x="834" y="652"/>
                </a:lnTo>
                <a:lnTo>
                  <a:pt x="844" y="643"/>
                </a:lnTo>
                <a:lnTo>
                  <a:pt x="854" y="634"/>
                </a:lnTo>
                <a:lnTo>
                  <a:pt x="863" y="625"/>
                </a:lnTo>
                <a:lnTo>
                  <a:pt x="872" y="615"/>
                </a:lnTo>
                <a:lnTo>
                  <a:pt x="881" y="605"/>
                </a:lnTo>
                <a:lnTo>
                  <a:pt x="889" y="595"/>
                </a:lnTo>
                <a:lnTo>
                  <a:pt x="897" y="585"/>
                </a:lnTo>
                <a:lnTo>
                  <a:pt x="905" y="574"/>
                </a:lnTo>
                <a:lnTo>
                  <a:pt x="912" y="563"/>
                </a:lnTo>
                <a:lnTo>
                  <a:pt x="918" y="552"/>
                </a:lnTo>
                <a:lnTo>
                  <a:pt x="925" y="541"/>
                </a:lnTo>
                <a:lnTo>
                  <a:pt x="930" y="530"/>
                </a:lnTo>
                <a:lnTo>
                  <a:pt x="936" y="519"/>
                </a:lnTo>
                <a:lnTo>
                  <a:pt x="941" y="507"/>
                </a:lnTo>
                <a:lnTo>
                  <a:pt x="945" y="496"/>
                </a:lnTo>
                <a:lnTo>
                  <a:pt x="949" y="484"/>
                </a:lnTo>
                <a:lnTo>
                  <a:pt x="953" y="472"/>
                </a:lnTo>
                <a:lnTo>
                  <a:pt x="956" y="461"/>
                </a:lnTo>
                <a:lnTo>
                  <a:pt x="958" y="449"/>
                </a:lnTo>
                <a:lnTo>
                  <a:pt x="960" y="437"/>
                </a:lnTo>
                <a:lnTo>
                  <a:pt x="962" y="425"/>
                </a:lnTo>
                <a:lnTo>
                  <a:pt x="963" y="413"/>
                </a:lnTo>
                <a:lnTo>
                  <a:pt x="964" y="400"/>
                </a:lnTo>
                <a:lnTo>
                  <a:pt x="964" y="388"/>
                </a:lnTo>
                <a:moveTo>
                  <a:pt x="966" y="388"/>
                </a:moveTo>
                <a:lnTo>
                  <a:pt x="966" y="401"/>
                </a:lnTo>
                <a:lnTo>
                  <a:pt x="966" y="413"/>
                </a:lnTo>
                <a:lnTo>
                  <a:pt x="964" y="425"/>
                </a:lnTo>
                <a:lnTo>
                  <a:pt x="963" y="437"/>
                </a:lnTo>
                <a:lnTo>
                  <a:pt x="961" y="449"/>
                </a:lnTo>
                <a:lnTo>
                  <a:pt x="958" y="461"/>
                </a:lnTo>
                <a:lnTo>
                  <a:pt x="955" y="473"/>
                </a:lnTo>
                <a:lnTo>
                  <a:pt x="951" y="485"/>
                </a:lnTo>
                <a:lnTo>
                  <a:pt x="947" y="496"/>
                </a:lnTo>
                <a:lnTo>
                  <a:pt x="943" y="508"/>
                </a:lnTo>
                <a:lnTo>
                  <a:pt x="938" y="520"/>
                </a:lnTo>
                <a:lnTo>
                  <a:pt x="933" y="531"/>
                </a:lnTo>
                <a:lnTo>
                  <a:pt x="927" y="542"/>
                </a:lnTo>
                <a:lnTo>
                  <a:pt x="921" y="553"/>
                </a:lnTo>
                <a:lnTo>
                  <a:pt x="914" y="564"/>
                </a:lnTo>
                <a:lnTo>
                  <a:pt x="907" y="575"/>
                </a:lnTo>
                <a:lnTo>
                  <a:pt x="899" y="585"/>
                </a:lnTo>
                <a:lnTo>
                  <a:pt x="891" y="596"/>
                </a:lnTo>
                <a:lnTo>
                  <a:pt x="883" y="606"/>
                </a:lnTo>
                <a:lnTo>
                  <a:pt x="874" y="616"/>
                </a:lnTo>
                <a:lnTo>
                  <a:pt x="865" y="626"/>
                </a:lnTo>
                <a:lnTo>
                  <a:pt x="856" y="635"/>
                </a:lnTo>
                <a:lnTo>
                  <a:pt x="846" y="644"/>
                </a:lnTo>
                <a:lnTo>
                  <a:pt x="836" y="653"/>
                </a:lnTo>
                <a:lnTo>
                  <a:pt x="825" y="662"/>
                </a:lnTo>
                <a:lnTo>
                  <a:pt x="814" y="671"/>
                </a:lnTo>
                <a:lnTo>
                  <a:pt x="803" y="679"/>
                </a:lnTo>
                <a:lnTo>
                  <a:pt x="791" y="687"/>
                </a:lnTo>
                <a:lnTo>
                  <a:pt x="780" y="694"/>
                </a:lnTo>
                <a:lnTo>
                  <a:pt x="768" y="702"/>
                </a:lnTo>
                <a:lnTo>
                  <a:pt x="755" y="709"/>
                </a:lnTo>
                <a:lnTo>
                  <a:pt x="742" y="715"/>
                </a:lnTo>
                <a:lnTo>
                  <a:pt x="730" y="722"/>
                </a:lnTo>
                <a:lnTo>
                  <a:pt x="716" y="728"/>
                </a:lnTo>
                <a:lnTo>
                  <a:pt x="703" y="733"/>
                </a:lnTo>
                <a:lnTo>
                  <a:pt x="689" y="739"/>
                </a:lnTo>
                <a:lnTo>
                  <a:pt x="676" y="744"/>
                </a:lnTo>
                <a:lnTo>
                  <a:pt x="661" y="748"/>
                </a:lnTo>
                <a:lnTo>
                  <a:pt x="647" y="753"/>
                </a:lnTo>
                <a:lnTo>
                  <a:pt x="632" y="757"/>
                </a:lnTo>
                <a:lnTo>
                  <a:pt x="617" y="760"/>
                </a:lnTo>
                <a:lnTo>
                  <a:pt x="603" y="763"/>
                </a:lnTo>
                <a:lnTo>
                  <a:pt x="588" y="766"/>
                </a:lnTo>
                <a:lnTo>
                  <a:pt x="573" y="769"/>
                </a:lnTo>
                <a:lnTo>
                  <a:pt x="558" y="771"/>
                </a:lnTo>
                <a:lnTo>
                  <a:pt x="543" y="773"/>
                </a:lnTo>
                <a:lnTo>
                  <a:pt x="528" y="774"/>
                </a:lnTo>
                <a:lnTo>
                  <a:pt x="513" y="775"/>
                </a:lnTo>
                <a:lnTo>
                  <a:pt x="498" y="775"/>
                </a:lnTo>
                <a:lnTo>
                  <a:pt x="483" y="776"/>
                </a:lnTo>
                <a:lnTo>
                  <a:pt x="468" y="775"/>
                </a:lnTo>
                <a:lnTo>
                  <a:pt x="452" y="775"/>
                </a:lnTo>
                <a:lnTo>
                  <a:pt x="437" y="774"/>
                </a:lnTo>
                <a:lnTo>
                  <a:pt x="422" y="773"/>
                </a:lnTo>
                <a:lnTo>
                  <a:pt x="407" y="771"/>
                </a:lnTo>
                <a:lnTo>
                  <a:pt x="392" y="769"/>
                </a:lnTo>
                <a:lnTo>
                  <a:pt x="378" y="766"/>
                </a:lnTo>
                <a:lnTo>
                  <a:pt x="363" y="763"/>
                </a:lnTo>
                <a:lnTo>
                  <a:pt x="348" y="760"/>
                </a:lnTo>
                <a:lnTo>
                  <a:pt x="334" y="757"/>
                </a:lnTo>
                <a:lnTo>
                  <a:pt x="319" y="753"/>
                </a:lnTo>
                <a:lnTo>
                  <a:pt x="305" y="748"/>
                </a:lnTo>
                <a:lnTo>
                  <a:pt x="291" y="744"/>
                </a:lnTo>
                <a:lnTo>
                  <a:pt x="277" y="739"/>
                </a:lnTo>
                <a:lnTo>
                  <a:pt x="264" y="733"/>
                </a:lnTo>
                <a:lnTo>
                  <a:pt x="250" y="728"/>
                </a:lnTo>
                <a:lnTo>
                  <a:pt x="237" y="722"/>
                </a:lnTo>
                <a:lnTo>
                  <a:pt x="224" y="715"/>
                </a:lnTo>
                <a:lnTo>
                  <a:pt x="211" y="709"/>
                </a:lnTo>
                <a:lnTo>
                  <a:pt x="199" y="702"/>
                </a:lnTo>
                <a:lnTo>
                  <a:pt x="187" y="694"/>
                </a:lnTo>
                <a:lnTo>
                  <a:pt x="175" y="687"/>
                </a:lnTo>
                <a:lnTo>
                  <a:pt x="164" y="679"/>
                </a:lnTo>
                <a:lnTo>
                  <a:pt x="152" y="671"/>
                </a:lnTo>
                <a:lnTo>
                  <a:pt x="141" y="662"/>
                </a:lnTo>
                <a:lnTo>
                  <a:pt x="131" y="653"/>
                </a:lnTo>
                <a:lnTo>
                  <a:pt x="121" y="644"/>
                </a:lnTo>
                <a:lnTo>
                  <a:pt x="111" y="635"/>
                </a:lnTo>
                <a:lnTo>
                  <a:pt x="101" y="626"/>
                </a:lnTo>
                <a:lnTo>
                  <a:pt x="92" y="616"/>
                </a:lnTo>
                <a:lnTo>
                  <a:pt x="84" y="606"/>
                </a:lnTo>
                <a:lnTo>
                  <a:pt x="75" y="596"/>
                </a:lnTo>
                <a:lnTo>
                  <a:pt x="67" y="585"/>
                </a:lnTo>
                <a:lnTo>
                  <a:pt x="60" y="575"/>
                </a:lnTo>
                <a:lnTo>
                  <a:pt x="53" y="564"/>
                </a:lnTo>
                <a:lnTo>
                  <a:pt x="46" y="553"/>
                </a:lnTo>
                <a:lnTo>
                  <a:pt x="40" y="542"/>
                </a:lnTo>
                <a:lnTo>
                  <a:pt x="34" y="531"/>
                </a:lnTo>
                <a:lnTo>
                  <a:pt x="29" y="520"/>
                </a:lnTo>
                <a:lnTo>
                  <a:pt x="24" y="508"/>
                </a:lnTo>
                <a:lnTo>
                  <a:pt x="19" y="496"/>
                </a:lnTo>
                <a:lnTo>
                  <a:pt x="15" y="485"/>
                </a:lnTo>
                <a:lnTo>
                  <a:pt x="12" y="473"/>
                </a:lnTo>
                <a:lnTo>
                  <a:pt x="9" y="461"/>
                </a:lnTo>
                <a:lnTo>
                  <a:pt x="6" y="449"/>
                </a:lnTo>
                <a:lnTo>
                  <a:pt x="4" y="437"/>
                </a:lnTo>
                <a:lnTo>
                  <a:pt x="2" y="425"/>
                </a:lnTo>
                <a:lnTo>
                  <a:pt x="1" y="413"/>
                </a:lnTo>
                <a:lnTo>
                  <a:pt x="0" y="401"/>
                </a:lnTo>
                <a:lnTo>
                  <a:pt x="0" y="388"/>
                </a:lnTo>
                <a:lnTo>
                  <a:pt x="0" y="376"/>
                </a:lnTo>
                <a:lnTo>
                  <a:pt x="1" y="364"/>
                </a:lnTo>
                <a:lnTo>
                  <a:pt x="2" y="352"/>
                </a:lnTo>
                <a:lnTo>
                  <a:pt x="4" y="339"/>
                </a:lnTo>
                <a:lnTo>
                  <a:pt x="6" y="327"/>
                </a:lnTo>
                <a:lnTo>
                  <a:pt x="9" y="315"/>
                </a:lnTo>
                <a:lnTo>
                  <a:pt x="12" y="303"/>
                </a:lnTo>
                <a:lnTo>
                  <a:pt x="15" y="291"/>
                </a:lnTo>
                <a:lnTo>
                  <a:pt x="19" y="279"/>
                </a:lnTo>
                <a:lnTo>
                  <a:pt x="24" y="268"/>
                </a:lnTo>
                <a:lnTo>
                  <a:pt x="29" y="256"/>
                </a:lnTo>
                <a:lnTo>
                  <a:pt x="34" y="245"/>
                </a:lnTo>
                <a:lnTo>
                  <a:pt x="40" y="234"/>
                </a:lnTo>
                <a:lnTo>
                  <a:pt x="46" y="223"/>
                </a:lnTo>
                <a:lnTo>
                  <a:pt x="53" y="212"/>
                </a:lnTo>
                <a:lnTo>
                  <a:pt x="60" y="201"/>
                </a:lnTo>
                <a:lnTo>
                  <a:pt x="67" y="190"/>
                </a:lnTo>
                <a:lnTo>
                  <a:pt x="75" y="180"/>
                </a:lnTo>
                <a:lnTo>
                  <a:pt x="84" y="170"/>
                </a:lnTo>
                <a:lnTo>
                  <a:pt x="92" y="160"/>
                </a:lnTo>
                <a:lnTo>
                  <a:pt x="101" y="150"/>
                </a:lnTo>
                <a:lnTo>
                  <a:pt x="111" y="141"/>
                </a:lnTo>
                <a:lnTo>
                  <a:pt x="121" y="131"/>
                </a:lnTo>
                <a:lnTo>
                  <a:pt x="131" y="122"/>
                </a:lnTo>
                <a:lnTo>
                  <a:pt x="141" y="114"/>
                </a:lnTo>
                <a:lnTo>
                  <a:pt x="152" y="105"/>
                </a:lnTo>
                <a:lnTo>
                  <a:pt x="164" y="97"/>
                </a:lnTo>
                <a:lnTo>
                  <a:pt x="175" y="89"/>
                </a:lnTo>
                <a:lnTo>
                  <a:pt x="187" y="81"/>
                </a:lnTo>
                <a:lnTo>
                  <a:pt x="199" y="74"/>
                </a:lnTo>
                <a:lnTo>
                  <a:pt x="211" y="67"/>
                </a:lnTo>
                <a:lnTo>
                  <a:pt x="224" y="60"/>
                </a:lnTo>
                <a:lnTo>
                  <a:pt x="237" y="54"/>
                </a:lnTo>
                <a:lnTo>
                  <a:pt x="250" y="48"/>
                </a:lnTo>
                <a:lnTo>
                  <a:pt x="264" y="42"/>
                </a:lnTo>
                <a:lnTo>
                  <a:pt x="277" y="37"/>
                </a:lnTo>
                <a:lnTo>
                  <a:pt x="291" y="32"/>
                </a:lnTo>
                <a:lnTo>
                  <a:pt x="305" y="27"/>
                </a:lnTo>
                <a:lnTo>
                  <a:pt x="319" y="23"/>
                </a:lnTo>
                <a:lnTo>
                  <a:pt x="334" y="19"/>
                </a:lnTo>
                <a:lnTo>
                  <a:pt x="348" y="16"/>
                </a:lnTo>
                <a:lnTo>
                  <a:pt x="363" y="12"/>
                </a:lnTo>
                <a:lnTo>
                  <a:pt x="378" y="10"/>
                </a:lnTo>
                <a:lnTo>
                  <a:pt x="392" y="7"/>
                </a:lnTo>
                <a:lnTo>
                  <a:pt x="407" y="5"/>
                </a:lnTo>
                <a:lnTo>
                  <a:pt x="422" y="3"/>
                </a:lnTo>
                <a:lnTo>
                  <a:pt x="437" y="2"/>
                </a:lnTo>
                <a:lnTo>
                  <a:pt x="452" y="1"/>
                </a:lnTo>
                <a:lnTo>
                  <a:pt x="468" y="0"/>
                </a:lnTo>
                <a:lnTo>
                  <a:pt x="483" y="0"/>
                </a:lnTo>
                <a:lnTo>
                  <a:pt x="498" y="0"/>
                </a:lnTo>
                <a:lnTo>
                  <a:pt x="513" y="1"/>
                </a:lnTo>
                <a:lnTo>
                  <a:pt x="528" y="2"/>
                </a:lnTo>
                <a:lnTo>
                  <a:pt x="543" y="3"/>
                </a:lnTo>
                <a:lnTo>
                  <a:pt x="558" y="5"/>
                </a:lnTo>
                <a:lnTo>
                  <a:pt x="573" y="7"/>
                </a:lnTo>
                <a:lnTo>
                  <a:pt x="588" y="10"/>
                </a:lnTo>
                <a:lnTo>
                  <a:pt x="603" y="12"/>
                </a:lnTo>
                <a:lnTo>
                  <a:pt x="617" y="16"/>
                </a:lnTo>
                <a:lnTo>
                  <a:pt x="632" y="19"/>
                </a:lnTo>
                <a:lnTo>
                  <a:pt x="647" y="23"/>
                </a:lnTo>
                <a:lnTo>
                  <a:pt x="661" y="27"/>
                </a:lnTo>
                <a:lnTo>
                  <a:pt x="676" y="32"/>
                </a:lnTo>
                <a:lnTo>
                  <a:pt x="689" y="37"/>
                </a:lnTo>
                <a:lnTo>
                  <a:pt x="703" y="42"/>
                </a:lnTo>
                <a:lnTo>
                  <a:pt x="716" y="48"/>
                </a:lnTo>
                <a:lnTo>
                  <a:pt x="730" y="54"/>
                </a:lnTo>
                <a:lnTo>
                  <a:pt x="742" y="60"/>
                </a:lnTo>
                <a:lnTo>
                  <a:pt x="755" y="67"/>
                </a:lnTo>
                <a:lnTo>
                  <a:pt x="768" y="74"/>
                </a:lnTo>
                <a:lnTo>
                  <a:pt x="780" y="81"/>
                </a:lnTo>
                <a:lnTo>
                  <a:pt x="791" y="89"/>
                </a:lnTo>
                <a:lnTo>
                  <a:pt x="803" y="97"/>
                </a:lnTo>
                <a:lnTo>
                  <a:pt x="814" y="105"/>
                </a:lnTo>
                <a:lnTo>
                  <a:pt x="825" y="114"/>
                </a:lnTo>
                <a:lnTo>
                  <a:pt x="836" y="122"/>
                </a:lnTo>
                <a:lnTo>
                  <a:pt x="846" y="131"/>
                </a:lnTo>
                <a:lnTo>
                  <a:pt x="856" y="141"/>
                </a:lnTo>
                <a:lnTo>
                  <a:pt x="865" y="150"/>
                </a:lnTo>
                <a:lnTo>
                  <a:pt x="874" y="160"/>
                </a:lnTo>
                <a:lnTo>
                  <a:pt x="883" y="170"/>
                </a:lnTo>
                <a:lnTo>
                  <a:pt x="891" y="180"/>
                </a:lnTo>
                <a:lnTo>
                  <a:pt x="899" y="190"/>
                </a:lnTo>
                <a:lnTo>
                  <a:pt x="907" y="201"/>
                </a:lnTo>
                <a:lnTo>
                  <a:pt x="914" y="212"/>
                </a:lnTo>
                <a:lnTo>
                  <a:pt x="921" y="223"/>
                </a:lnTo>
                <a:lnTo>
                  <a:pt x="927" y="234"/>
                </a:lnTo>
                <a:lnTo>
                  <a:pt x="933" y="245"/>
                </a:lnTo>
                <a:lnTo>
                  <a:pt x="938" y="256"/>
                </a:lnTo>
                <a:lnTo>
                  <a:pt x="943" y="268"/>
                </a:lnTo>
                <a:lnTo>
                  <a:pt x="947" y="279"/>
                </a:lnTo>
                <a:lnTo>
                  <a:pt x="951" y="291"/>
                </a:lnTo>
                <a:lnTo>
                  <a:pt x="955" y="303"/>
                </a:lnTo>
                <a:lnTo>
                  <a:pt x="958" y="315"/>
                </a:lnTo>
                <a:lnTo>
                  <a:pt x="961" y="327"/>
                </a:lnTo>
                <a:lnTo>
                  <a:pt x="963" y="339"/>
                </a:lnTo>
                <a:lnTo>
                  <a:pt x="964" y="352"/>
                </a:lnTo>
                <a:lnTo>
                  <a:pt x="966" y="364"/>
                </a:lnTo>
                <a:lnTo>
                  <a:pt x="966" y="376"/>
                </a:lnTo>
                <a:lnTo>
                  <a:pt x="966" y="388"/>
                </a:lnTo>
                <a:close/>
              </a:path>
            </a:pathLst>
          </a:custGeom>
          <a:solidFill>
            <a:srgbClr val="ffa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19" name=""/>
          <p:cNvSpPr/>
          <p:nvPr/>
        </p:nvSpPr>
        <p:spPr>
          <a:xfrm>
            <a:off x="4803480" y="1686960"/>
            <a:ext cx="351000" cy="281880"/>
          </a:xfrm>
          <a:custGeom>
            <a:avLst/>
            <a:gdLst/>
            <a:ahLst/>
            <a:rect l="0" t="0" r="r" b="b"/>
            <a:pathLst>
              <a:path w="975" h="783">
                <a:moveTo>
                  <a:pt x="970" y="392"/>
                </a:moveTo>
                <a:lnTo>
                  <a:pt x="970" y="379"/>
                </a:lnTo>
                <a:lnTo>
                  <a:pt x="970" y="367"/>
                </a:lnTo>
                <a:lnTo>
                  <a:pt x="968" y="355"/>
                </a:lnTo>
                <a:lnTo>
                  <a:pt x="967" y="343"/>
                </a:lnTo>
                <a:lnTo>
                  <a:pt x="965" y="331"/>
                </a:lnTo>
                <a:lnTo>
                  <a:pt x="962" y="319"/>
                </a:lnTo>
                <a:lnTo>
                  <a:pt x="959" y="307"/>
                </a:lnTo>
                <a:lnTo>
                  <a:pt x="955" y="295"/>
                </a:lnTo>
                <a:lnTo>
                  <a:pt x="951" y="283"/>
                </a:lnTo>
                <a:lnTo>
                  <a:pt x="947" y="272"/>
                </a:lnTo>
                <a:lnTo>
                  <a:pt x="942" y="260"/>
                </a:lnTo>
                <a:lnTo>
                  <a:pt x="937" y="249"/>
                </a:lnTo>
                <a:lnTo>
                  <a:pt x="931" y="238"/>
                </a:lnTo>
                <a:lnTo>
                  <a:pt x="925" y="227"/>
                </a:lnTo>
                <a:lnTo>
                  <a:pt x="918" y="216"/>
                </a:lnTo>
                <a:lnTo>
                  <a:pt x="911" y="205"/>
                </a:lnTo>
                <a:lnTo>
                  <a:pt x="903" y="194"/>
                </a:lnTo>
                <a:lnTo>
                  <a:pt x="895" y="184"/>
                </a:lnTo>
                <a:lnTo>
                  <a:pt x="887" y="174"/>
                </a:lnTo>
                <a:lnTo>
                  <a:pt x="878" y="164"/>
                </a:lnTo>
                <a:lnTo>
                  <a:pt x="869" y="154"/>
                </a:lnTo>
                <a:lnTo>
                  <a:pt x="860" y="145"/>
                </a:lnTo>
                <a:lnTo>
                  <a:pt x="850" y="135"/>
                </a:lnTo>
                <a:lnTo>
                  <a:pt x="840" y="126"/>
                </a:lnTo>
                <a:lnTo>
                  <a:pt x="829" y="118"/>
                </a:lnTo>
                <a:lnTo>
                  <a:pt x="818" y="109"/>
                </a:lnTo>
                <a:lnTo>
                  <a:pt x="807" y="101"/>
                </a:lnTo>
                <a:lnTo>
                  <a:pt x="795" y="93"/>
                </a:lnTo>
                <a:lnTo>
                  <a:pt x="784" y="85"/>
                </a:lnTo>
                <a:lnTo>
                  <a:pt x="771" y="78"/>
                </a:lnTo>
                <a:lnTo>
                  <a:pt x="758" y="71"/>
                </a:lnTo>
                <a:lnTo>
                  <a:pt x="745" y="64"/>
                </a:lnTo>
                <a:lnTo>
                  <a:pt x="733" y="58"/>
                </a:lnTo>
                <a:lnTo>
                  <a:pt x="719" y="52"/>
                </a:lnTo>
                <a:lnTo>
                  <a:pt x="706" y="46"/>
                </a:lnTo>
                <a:lnTo>
                  <a:pt x="692" y="41"/>
                </a:lnTo>
                <a:lnTo>
                  <a:pt x="679" y="36"/>
                </a:lnTo>
                <a:lnTo>
                  <a:pt x="664" y="31"/>
                </a:lnTo>
                <a:lnTo>
                  <a:pt x="650" y="27"/>
                </a:lnTo>
                <a:lnTo>
                  <a:pt x="636" y="23"/>
                </a:lnTo>
                <a:lnTo>
                  <a:pt x="621" y="20"/>
                </a:lnTo>
                <a:lnTo>
                  <a:pt x="607" y="16"/>
                </a:lnTo>
                <a:lnTo>
                  <a:pt x="592" y="14"/>
                </a:lnTo>
                <a:lnTo>
                  <a:pt x="577" y="11"/>
                </a:lnTo>
                <a:lnTo>
                  <a:pt x="562" y="9"/>
                </a:lnTo>
                <a:lnTo>
                  <a:pt x="547" y="7"/>
                </a:lnTo>
                <a:lnTo>
                  <a:pt x="532" y="6"/>
                </a:lnTo>
                <a:lnTo>
                  <a:pt x="517" y="5"/>
                </a:lnTo>
                <a:lnTo>
                  <a:pt x="502" y="4"/>
                </a:lnTo>
                <a:lnTo>
                  <a:pt x="487" y="4"/>
                </a:lnTo>
                <a:lnTo>
                  <a:pt x="472" y="4"/>
                </a:lnTo>
                <a:lnTo>
                  <a:pt x="456" y="5"/>
                </a:lnTo>
                <a:lnTo>
                  <a:pt x="441" y="6"/>
                </a:lnTo>
                <a:lnTo>
                  <a:pt x="426" y="7"/>
                </a:lnTo>
                <a:lnTo>
                  <a:pt x="411" y="9"/>
                </a:lnTo>
                <a:lnTo>
                  <a:pt x="396" y="11"/>
                </a:lnTo>
                <a:lnTo>
                  <a:pt x="382" y="14"/>
                </a:lnTo>
                <a:lnTo>
                  <a:pt x="367" y="16"/>
                </a:lnTo>
                <a:lnTo>
                  <a:pt x="352" y="20"/>
                </a:lnTo>
                <a:lnTo>
                  <a:pt x="338" y="23"/>
                </a:lnTo>
                <a:lnTo>
                  <a:pt x="323" y="27"/>
                </a:lnTo>
                <a:lnTo>
                  <a:pt x="309" y="31"/>
                </a:lnTo>
                <a:lnTo>
                  <a:pt x="295" y="36"/>
                </a:lnTo>
                <a:lnTo>
                  <a:pt x="281" y="41"/>
                </a:lnTo>
                <a:lnTo>
                  <a:pt x="268" y="46"/>
                </a:lnTo>
                <a:lnTo>
                  <a:pt x="254" y="52"/>
                </a:lnTo>
                <a:lnTo>
                  <a:pt x="241" y="58"/>
                </a:lnTo>
                <a:lnTo>
                  <a:pt x="228" y="64"/>
                </a:lnTo>
                <a:lnTo>
                  <a:pt x="215" y="71"/>
                </a:lnTo>
                <a:lnTo>
                  <a:pt x="203" y="78"/>
                </a:lnTo>
                <a:lnTo>
                  <a:pt x="191" y="85"/>
                </a:lnTo>
                <a:lnTo>
                  <a:pt x="179" y="93"/>
                </a:lnTo>
                <a:lnTo>
                  <a:pt x="168" y="101"/>
                </a:lnTo>
                <a:lnTo>
                  <a:pt x="156" y="109"/>
                </a:lnTo>
                <a:lnTo>
                  <a:pt x="145" y="118"/>
                </a:lnTo>
                <a:lnTo>
                  <a:pt x="135" y="126"/>
                </a:lnTo>
                <a:lnTo>
                  <a:pt x="125" y="135"/>
                </a:lnTo>
                <a:lnTo>
                  <a:pt x="115" y="145"/>
                </a:lnTo>
                <a:lnTo>
                  <a:pt x="105" y="154"/>
                </a:lnTo>
                <a:lnTo>
                  <a:pt x="96" y="164"/>
                </a:lnTo>
                <a:lnTo>
                  <a:pt x="88" y="174"/>
                </a:lnTo>
                <a:lnTo>
                  <a:pt x="79" y="184"/>
                </a:lnTo>
                <a:lnTo>
                  <a:pt x="71" y="194"/>
                </a:lnTo>
                <a:lnTo>
                  <a:pt x="64" y="205"/>
                </a:lnTo>
                <a:lnTo>
                  <a:pt x="57" y="216"/>
                </a:lnTo>
                <a:lnTo>
                  <a:pt x="50" y="227"/>
                </a:lnTo>
                <a:lnTo>
                  <a:pt x="44" y="238"/>
                </a:lnTo>
                <a:lnTo>
                  <a:pt x="38" y="249"/>
                </a:lnTo>
                <a:lnTo>
                  <a:pt x="33" y="260"/>
                </a:lnTo>
                <a:lnTo>
                  <a:pt x="28" y="272"/>
                </a:lnTo>
                <a:lnTo>
                  <a:pt x="23" y="283"/>
                </a:lnTo>
                <a:lnTo>
                  <a:pt x="19" y="295"/>
                </a:lnTo>
                <a:lnTo>
                  <a:pt x="16" y="307"/>
                </a:lnTo>
                <a:lnTo>
                  <a:pt x="13" y="319"/>
                </a:lnTo>
                <a:lnTo>
                  <a:pt x="10" y="331"/>
                </a:lnTo>
                <a:lnTo>
                  <a:pt x="8" y="343"/>
                </a:lnTo>
                <a:lnTo>
                  <a:pt x="6" y="355"/>
                </a:lnTo>
                <a:lnTo>
                  <a:pt x="5" y="367"/>
                </a:lnTo>
                <a:lnTo>
                  <a:pt x="4" y="379"/>
                </a:lnTo>
                <a:lnTo>
                  <a:pt x="4" y="392"/>
                </a:lnTo>
                <a:lnTo>
                  <a:pt x="4" y="405"/>
                </a:lnTo>
                <a:lnTo>
                  <a:pt x="5" y="417"/>
                </a:lnTo>
                <a:lnTo>
                  <a:pt x="6" y="429"/>
                </a:lnTo>
                <a:lnTo>
                  <a:pt x="8" y="441"/>
                </a:lnTo>
                <a:lnTo>
                  <a:pt x="10" y="453"/>
                </a:lnTo>
                <a:lnTo>
                  <a:pt x="13" y="465"/>
                </a:lnTo>
                <a:lnTo>
                  <a:pt x="16" y="477"/>
                </a:lnTo>
                <a:lnTo>
                  <a:pt x="19" y="489"/>
                </a:lnTo>
                <a:lnTo>
                  <a:pt x="23" y="500"/>
                </a:lnTo>
                <a:lnTo>
                  <a:pt x="28" y="512"/>
                </a:lnTo>
                <a:lnTo>
                  <a:pt x="33" y="524"/>
                </a:lnTo>
                <a:lnTo>
                  <a:pt x="38" y="535"/>
                </a:lnTo>
                <a:lnTo>
                  <a:pt x="44" y="546"/>
                </a:lnTo>
                <a:lnTo>
                  <a:pt x="50" y="557"/>
                </a:lnTo>
                <a:lnTo>
                  <a:pt x="57" y="568"/>
                </a:lnTo>
                <a:lnTo>
                  <a:pt x="64" y="579"/>
                </a:lnTo>
                <a:lnTo>
                  <a:pt x="71" y="589"/>
                </a:lnTo>
                <a:lnTo>
                  <a:pt x="79" y="600"/>
                </a:lnTo>
                <a:lnTo>
                  <a:pt x="88" y="610"/>
                </a:lnTo>
                <a:lnTo>
                  <a:pt x="96" y="620"/>
                </a:lnTo>
                <a:lnTo>
                  <a:pt x="105" y="630"/>
                </a:lnTo>
                <a:lnTo>
                  <a:pt x="115" y="639"/>
                </a:lnTo>
                <a:lnTo>
                  <a:pt x="125" y="648"/>
                </a:lnTo>
                <a:lnTo>
                  <a:pt x="135" y="657"/>
                </a:lnTo>
                <a:lnTo>
                  <a:pt x="145" y="666"/>
                </a:lnTo>
                <a:lnTo>
                  <a:pt x="156" y="675"/>
                </a:lnTo>
                <a:lnTo>
                  <a:pt x="168" y="683"/>
                </a:lnTo>
                <a:lnTo>
                  <a:pt x="179" y="691"/>
                </a:lnTo>
                <a:lnTo>
                  <a:pt x="191" y="698"/>
                </a:lnTo>
                <a:lnTo>
                  <a:pt x="203" y="706"/>
                </a:lnTo>
                <a:lnTo>
                  <a:pt x="215" y="713"/>
                </a:lnTo>
                <a:lnTo>
                  <a:pt x="228" y="719"/>
                </a:lnTo>
                <a:lnTo>
                  <a:pt x="241" y="726"/>
                </a:lnTo>
                <a:lnTo>
                  <a:pt x="254" y="732"/>
                </a:lnTo>
                <a:lnTo>
                  <a:pt x="268" y="737"/>
                </a:lnTo>
                <a:lnTo>
                  <a:pt x="281" y="743"/>
                </a:lnTo>
                <a:lnTo>
                  <a:pt x="295" y="748"/>
                </a:lnTo>
                <a:lnTo>
                  <a:pt x="309" y="752"/>
                </a:lnTo>
                <a:lnTo>
                  <a:pt x="323" y="757"/>
                </a:lnTo>
                <a:lnTo>
                  <a:pt x="338" y="761"/>
                </a:lnTo>
                <a:lnTo>
                  <a:pt x="352" y="764"/>
                </a:lnTo>
                <a:lnTo>
                  <a:pt x="367" y="767"/>
                </a:lnTo>
                <a:lnTo>
                  <a:pt x="382" y="770"/>
                </a:lnTo>
                <a:lnTo>
                  <a:pt x="396" y="773"/>
                </a:lnTo>
                <a:lnTo>
                  <a:pt x="411" y="775"/>
                </a:lnTo>
                <a:lnTo>
                  <a:pt x="426" y="777"/>
                </a:lnTo>
                <a:lnTo>
                  <a:pt x="441" y="778"/>
                </a:lnTo>
                <a:lnTo>
                  <a:pt x="456" y="779"/>
                </a:lnTo>
                <a:lnTo>
                  <a:pt x="472" y="779"/>
                </a:lnTo>
                <a:lnTo>
                  <a:pt x="487" y="780"/>
                </a:lnTo>
                <a:lnTo>
                  <a:pt x="502" y="779"/>
                </a:lnTo>
                <a:lnTo>
                  <a:pt x="517" y="779"/>
                </a:lnTo>
                <a:lnTo>
                  <a:pt x="532" y="778"/>
                </a:lnTo>
                <a:lnTo>
                  <a:pt x="547" y="777"/>
                </a:lnTo>
                <a:lnTo>
                  <a:pt x="562" y="775"/>
                </a:lnTo>
                <a:lnTo>
                  <a:pt x="577" y="773"/>
                </a:lnTo>
                <a:lnTo>
                  <a:pt x="592" y="770"/>
                </a:lnTo>
                <a:lnTo>
                  <a:pt x="607" y="767"/>
                </a:lnTo>
                <a:lnTo>
                  <a:pt x="621" y="764"/>
                </a:lnTo>
                <a:lnTo>
                  <a:pt x="636" y="761"/>
                </a:lnTo>
                <a:lnTo>
                  <a:pt x="650" y="757"/>
                </a:lnTo>
                <a:lnTo>
                  <a:pt x="664" y="752"/>
                </a:lnTo>
                <a:lnTo>
                  <a:pt x="679" y="748"/>
                </a:lnTo>
                <a:lnTo>
                  <a:pt x="692" y="743"/>
                </a:lnTo>
                <a:lnTo>
                  <a:pt x="706" y="737"/>
                </a:lnTo>
                <a:lnTo>
                  <a:pt x="719" y="732"/>
                </a:lnTo>
                <a:lnTo>
                  <a:pt x="733" y="726"/>
                </a:lnTo>
                <a:lnTo>
                  <a:pt x="745" y="719"/>
                </a:lnTo>
                <a:lnTo>
                  <a:pt x="758" y="713"/>
                </a:lnTo>
                <a:lnTo>
                  <a:pt x="771" y="706"/>
                </a:lnTo>
                <a:lnTo>
                  <a:pt x="784" y="698"/>
                </a:lnTo>
                <a:lnTo>
                  <a:pt x="795" y="691"/>
                </a:lnTo>
                <a:lnTo>
                  <a:pt x="807" y="683"/>
                </a:lnTo>
                <a:lnTo>
                  <a:pt x="818" y="675"/>
                </a:lnTo>
                <a:lnTo>
                  <a:pt x="829" y="666"/>
                </a:lnTo>
                <a:lnTo>
                  <a:pt x="840" y="657"/>
                </a:lnTo>
                <a:lnTo>
                  <a:pt x="850" y="648"/>
                </a:lnTo>
                <a:lnTo>
                  <a:pt x="860" y="639"/>
                </a:lnTo>
                <a:lnTo>
                  <a:pt x="869" y="630"/>
                </a:lnTo>
                <a:lnTo>
                  <a:pt x="878" y="620"/>
                </a:lnTo>
                <a:lnTo>
                  <a:pt x="887" y="610"/>
                </a:lnTo>
                <a:lnTo>
                  <a:pt x="895" y="600"/>
                </a:lnTo>
                <a:lnTo>
                  <a:pt x="903" y="589"/>
                </a:lnTo>
                <a:lnTo>
                  <a:pt x="911" y="579"/>
                </a:lnTo>
                <a:lnTo>
                  <a:pt x="918" y="568"/>
                </a:lnTo>
                <a:lnTo>
                  <a:pt x="925" y="557"/>
                </a:lnTo>
                <a:lnTo>
                  <a:pt x="931" y="546"/>
                </a:lnTo>
                <a:lnTo>
                  <a:pt x="937" y="535"/>
                </a:lnTo>
                <a:lnTo>
                  <a:pt x="942" y="524"/>
                </a:lnTo>
                <a:lnTo>
                  <a:pt x="947" y="512"/>
                </a:lnTo>
                <a:lnTo>
                  <a:pt x="951" y="500"/>
                </a:lnTo>
                <a:lnTo>
                  <a:pt x="955" y="489"/>
                </a:lnTo>
                <a:lnTo>
                  <a:pt x="959" y="477"/>
                </a:lnTo>
                <a:lnTo>
                  <a:pt x="962" y="465"/>
                </a:lnTo>
                <a:lnTo>
                  <a:pt x="965" y="453"/>
                </a:lnTo>
                <a:lnTo>
                  <a:pt x="967" y="441"/>
                </a:lnTo>
                <a:lnTo>
                  <a:pt x="968" y="429"/>
                </a:lnTo>
                <a:lnTo>
                  <a:pt x="970" y="417"/>
                </a:lnTo>
                <a:lnTo>
                  <a:pt x="970" y="405"/>
                </a:lnTo>
                <a:lnTo>
                  <a:pt x="970" y="392"/>
                </a:lnTo>
                <a:moveTo>
                  <a:pt x="975" y="392"/>
                </a:moveTo>
                <a:lnTo>
                  <a:pt x="975" y="405"/>
                </a:lnTo>
                <a:lnTo>
                  <a:pt x="974" y="417"/>
                </a:lnTo>
                <a:lnTo>
                  <a:pt x="973" y="429"/>
                </a:lnTo>
                <a:lnTo>
                  <a:pt x="971" y="441"/>
                </a:lnTo>
                <a:lnTo>
                  <a:pt x="969" y="454"/>
                </a:lnTo>
                <a:lnTo>
                  <a:pt x="966" y="466"/>
                </a:lnTo>
                <a:lnTo>
                  <a:pt x="963" y="478"/>
                </a:lnTo>
                <a:lnTo>
                  <a:pt x="960" y="490"/>
                </a:lnTo>
                <a:lnTo>
                  <a:pt x="956" y="501"/>
                </a:lnTo>
                <a:lnTo>
                  <a:pt x="951" y="513"/>
                </a:lnTo>
                <a:lnTo>
                  <a:pt x="946" y="525"/>
                </a:lnTo>
                <a:lnTo>
                  <a:pt x="941" y="536"/>
                </a:lnTo>
                <a:lnTo>
                  <a:pt x="935" y="548"/>
                </a:lnTo>
                <a:lnTo>
                  <a:pt x="929" y="559"/>
                </a:lnTo>
                <a:lnTo>
                  <a:pt x="922" y="570"/>
                </a:lnTo>
                <a:lnTo>
                  <a:pt x="915" y="581"/>
                </a:lnTo>
                <a:lnTo>
                  <a:pt x="907" y="591"/>
                </a:lnTo>
                <a:lnTo>
                  <a:pt x="899" y="602"/>
                </a:lnTo>
                <a:lnTo>
                  <a:pt x="891" y="612"/>
                </a:lnTo>
                <a:lnTo>
                  <a:pt x="882" y="622"/>
                </a:lnTo>
                <a:lnTo>
                  <a:pt x="873" y="632"/>
                </a:lnTo>
                <a:lnTo>
                  <a:pt x="863" y="642"/>
                </a:lnTo>
                <a:lnTo>
                  <a:pt x="853" y="651"/>
                </a:lnTo>
                <a:lnTo>
                  <a:pt x="843" y="660"/>
                </a:lnTo>
                <a:lnTo>
                  <a:pt x="832" y="669"/>
                </a:lnTo>
                <a:lnTo>
                  <a:pt x="821" y="677"/>
                </a:lnTo>
                <a:lnTo>
                  <a:pt x="810" y="686"/>
                </a:lnTo>
                <a:lnTo>
                  <a:pt x="798" y="694"/>
                </a:lnTo>
                <a:lnTo>
                  <a:pt x="786" y="701"/>
                </a:lnTo>
                <a:lnTo>
                  <a:pt x="773" y="709"/>
                </a:lnTo>
                <a:lnTo>
                  <a:pt x="761" y="716"/>
                </a:lnTo>
                <a:lnTo>
                  <a:pt x="748" y="722"/>
                </a:lnTo>
                <a:lnTo>
                  <a:pt x="735" y="729"/>
                </a:lnTo>
                <a:lnTo>
                  <a:pt x="722" y="735"/>
                </a:lnTo>
                <a:lnTo>
                  <a:pt x="708" y="741"/>
                </a:lnTo>
                <a:lnTo>
                  <a:pt x="694" y="746"/>
                </a:lnTo>
                <a:lnTo>
                  <a:pt x="680" y="751"/>
                </a:lnTo>
                <a:lnTo>
                  <a:pt x="666" y="756"/>
                </a:lnTo>
                <a:lnTo>
                  <a:pt x="652" y="760"/>
                </a:lnTo>
                <a:lnTo>
                  <a:pt x="637" y="764"/>
                </a:lnTo>
                <a:lnTo>
                  <a:pt x="623" y="768"/>
                </a:lnTo>
                <a:lnTo>
                  <a:pt x="608" y="771"/>
                </a:lnTo>
                <a:lnTo>
                  <a:pt x="593" y="774"/>
                </a:lnTo>
                <a:lnTo>
                  <a:pt x="578" y="776"/>
                </a:lnTo>
                <a:lnTo>
                  <a:pt x="563" y="778"/>
                </a:lnTo>
                <a:lnTo>
                  <a:pt x="548" y="780"/>
                </a:lnTo>
                <a:lnTo>
                  <a:pt x="533" y="782"/>
                </a:lnTo>
                <a:lnTo>
                  <a:pt x="517" y="783"/>
                </a:lnTo>
                <a:lnTo>
                  <a:pt x="502" y="783"/>
                </a:lnTo>
                <a:lnTo>
                  <a:pt x="487" y="783"/>
                </a:lnTo>
                <a:lnTo>
                  <a:pt x="471" y="783"/>
                </a:lnTo>
                <a:lnTo>
                  <a:pt x="456" y="783"/>
                </a:lnTo>
                <a:lnTo>
                  <a:pt x="441" y="782"/>
                </a:lnTo>
                <a:lnTo>
                  <a:pt x="426" y="780"/>
                </a:lnTo>
                <a:lnTo>
                  <a:pt x="411" y="778"/>
                </a:lnTo>
                <a:lnTo>
                  <a:pt x="395" y="776"/>
                </a:lnTo>
                <a:lnTo>
                  <a:pt x="380" y="774"/>
                </a:lnTo>
                <a:lnTo>
                  <a:pt x="366" y="771"/>
                </a:lnTo>
                <a:lnTo>
                  <a:pt x="351" y="768"/>
                </a:lnTo>
                <a:lnTo>
                  <a:pt x="336" y="764"/>
                </a:lnTo>
                <a:lnTo>
                  <a:pt x="322" y="760"/>
                </a:lnTo>
                <a:lnTo>
                  <a:pt x="307" y="756"/>
                </a:lnTo>
                <a:lnTo>
                  <a:pt x="293" y="751"/>
                </a:lnTo>
                <a:lnTo>
                  <a:pt x="279" y="746"/>
                </a:lnTo>
                <a:lnTo>
                  <a:pt x="266" y="741"/>
                </a:lnTo>
                <a:lnTo>
                  <a:pt x="252" y="735"/>
                </a:lnTo>
                <a:lnTo>
                  <a:pt x="239" y="729"/>
                </a:lnTo>
                <a:lnTo>
                  <a:pt x="226" y="722"/>
                </a:lnTo>
                <a:lnTo>
                  <a:pt x="213" y="716"/>
                </a:lnTo>
                <a:lnTo>
                  <a:pt x="200" y="709"/>
                </a:lnTo>
                <a:lnTo>
                  <a:pt x="188" y="701"/>
                </a:lnTo>
                <a:lnTo>
                  <a:pt x="176" y="694"/>
                </a:lnTo>
                <a:lnTo>
                  <a:pt x="165" y="686"/>
                </a:lnTo>
                <a:lnTo>
                  <a:pt x="153" y="677"/>
                </a:lnTo>
                <a:lnTo>
                  <a:pt x="142" y="669"/>
                </a:lnTo>
                <a:lnTo>
                  <a:pt x="132" y="660"/>
                </a:lnTo>
                <a:lnTo>
                  <a:pt x="121" y="651"/>
                </a:lnTo>
                <a:lnTo>
                  <a:pt x="111" y="642"/>
                </a:lnTo>
                <a:lnTo>
                  <a:pt x="102" y="632"/>
                </a:lnTo>
                <a:lnTo>
                  <a:pt x="93" y="622"/>
                </a:lnTo>
                <a:lnTo>
                  <a:pt x="84" y="612"/>
                </a:lnTo>
                <a:lnTo>
                  <a:pt x="75" y="602"/>
                </a:lnTo>
                <a:lnTo>
                  <a:pt x="67" y="591"/>
                </a:lnTo>
                <a:lnTo>
                  <a:pt x="60" y="581"/>
                </a:lnTo>
                <a:lnTo>
                  <a:pt x="53" y="570"/>
                </a:lnTo>
                <a:lnTo>
                  <a:pt x="46" y="559"/>
                </a:lnTo>
                <a:lnTo>
                  <a:pt x="40" y="548"/>
                </a:lnTo>
                <a:lnTo>
                  <a:pt x="34" y="536"/>
                </a:lnTo>
                <a:lnTo>
                  <a:pt x="28" y="525"/>
                </a:lnTo>
                <a:lnTo>
                  <a:pt x="23" y="513"/>
                </a:lnTo>
                <a:lnTo>
                  <a:pt x="19" y="501"/>
                </a:lnTo>
                <a:lnTo>
                  <a:pt x="15" y="490"/>
                </a:lnTo>
                <a:lnTo>
                  <a:pt x="11" y="478"/>
                </a:lnTo>
                <a:lnTo>
                  <a:pt x="8" y="466"/>
                </a:lnTo>
                <a:lnTo>
                  <a:pt x="6" y="454"/>
                </a:lnTo>
                <a:lnTo>
                  <a:pt x="3" y="441"/>
                </a:lnTo>
                <a:lnTo>
                  <a:pt x="2" y="429"/>
                </a:lnTo>
                <a:lnTo>
                  <a:pt x="0" y="417"/>
                </a:lnTo>
                <a:lnTo>
                  <a:pt x="0" y="405"/>
                </a:lnTo>
                <a:lnTo>
                  <a:pt x="0" y="392"/>
                </a:lnTo>
                <a:lnTo>
                  <a:pt x="0" y="379"/>
                </a:lnTo>
                <a:lnTo>
                  <a:pt x="0" y="367"/>
                </a:lnTo>
                <a:lnTo>
                  <a:pt x="2" y="355"/>
                </a:lnTo>
                <a:lnTo>
                  <a:pt x="3" y="342"/>
                </a:lnTo>
                <a:lnTo>
                  <a:pt x="6" y="330"/>
                </a:lnTo>
                <a:lnTo>
                  <a:pt x="8" y="318"/>
                </a:lnTo>
                <a:lnTo>
                  <a:pt x="11" y="306"/>
                </a:lnTo>
                <a:lnTo>
                  <a:pt x="15" y="294"/>
                </a:lnTo>
                <a:lnTo>
                  <a:pt x="19" y="282"/>
                </a:lnTo>
                <a:lnTo>
                  <a:pt x="23" y="271"/>
                </a:lnTo>
                <a:lnTo>
                  <a:pt x="28" y="259"/>
                </a:lnTo>
                <a:lnTo>
                  <a:pt x="34" y="247"/>
                </a:lnTo>
                <a:lnTo>
                  <a:pt x="40" y="236"/>
                </a:lnTo>
                <a:lnTo>
                  <a:pt x="46" y="225"/>
                </a:lnTo>
                <a:lnTo>
                  <a:pt x="53" y="214"/>
                </a:lnTo>
                <a:lnTo>
                  <a:pt x="60" y="203"/>
                </a:lnTo>
                <a:lnTo>
                  <a:pt x="67" y="192"/>
                </a:lnTo>
                <a:lnTo>
                  <a:pt x="75" y="182"/>
                </a:lnTo>
                <a:lnTo>
                  <a:pt x="84" y="172"/>
                </a:lnTo>
                <a:lnTo>
                  <a:pt x="93" y="162"/>
                </a:lnTo>
                <a:lnTo>
                  <a:pt x="102" y="152"/>
                </a:lnTo>
                <a:lnTo>
                  <a:pt x="111" y="142"/>
                </a:lnTo>
                <a:lnTo>
                  <a:pt x="121" y="133"/>
                </a:lnTo>
                <a:lnTo>
                  <a:pt x="132" y="124"/>
                </a:lnTo>
                <a:lnTo>
                  <a:pt x="142" y="115"/>
                </a:lnTo>
                <a:lnTo>
                  <a:pt x="153" y="106"/>
                </a:lnTo>
                <a:lnTo>
                  <a:pt x="165" y="98"/>
                </a:lnTo>
                <a:lnTo>
                  <a:pt x="176" y="90"/>
                </a:lnTo>
                <a:lnTo>
                  <a:pt x="188" y="83"/>
                </a:lnTo>
                <a:lnTo>
                  <a:pt x="200" y="75"/>
                </a:lnTo>
                <a:lnTo>
                  <a:pt x="213" y="68"/>
                </a:lnTo>
                <a:lnTo>
                  <a:pt x="226" y="61"/>
                </a:lnTo>
                <a:lnTo>
                  <a:pt x="239" y="55"/>
                </a:lnTo>
                <a:lnTo>
                  <a:pt x="252" y="49"/>
                </a:lnTo>
                <a:lnTo>
                  <a:pt x="266" y="43"/>
                </a:lnTo>
                <a:lnTo>
                  <a:pt x="279" y="38"/>
                </a:lnTo>
                <a:lnTo>
                  <a:pt x="293" y="33"/>
                </a:lnTo>
                <a:lnTo>
                  <a:pt x="307" y="28"/>
                </a:lnTo>
                <a:lnTo>
                  <a:pt x="322" y="24"/>
                </a:lnTo>
                <a:lnTo>
                  <a:pt x="336" y="20"/>
                </a:lnTo>
                <a:lnTo>
                  <a:pt x="351" y="16"/>
                </a:lnTo>
                <a:lnTo>
                  <a:pt x="366" y="13"/>
                </a:lnTo>
                <a:lnTo>
                  <a:pt x="380" y="10"/>
                </a:lnTo>
                <a:lnTo>
                  <a:pt x="395" y="7"/>
                </a:lnTo>
                <a:lnTo>
                  <a:pt x="411" y="5"/>
                </a:lnTo>
                <a:lnTo>
                  <a:pt x="426" y="4"/>
                </a:lnTo>
                <a:lnTo>
                  <a:pt x="441" y="2"/>
                </a:lnTo>
                <a:lnTo>
                  <a:pt x="456" y="1"/>
                </a:lnTo>
                <a:lnTo>
                  <a:pt x="471" y="1"/>
                </a:lnTo>
                <a:lnTo>
                  <a:pt x="487" y="0"/>
                </a:lnTo>
                <a:lnTo>
                  <a:pt x="502" y="1"/>
                </a:lnTo>
                <a:lnTo>
                  <a:pt x="517" y="1"/>
                </a:lnTo>
                <a:lnTo>
                  <a:pt x="533" y="2"/>
                </a:lnTo>
                <a:lnTo>
                  <a:pt x="548" y="4"/>
                </a:lnTo>
                <a:lnTo>
                  <a:pt x="563" y="5"/>
                </a:lnTo>
                <a:lnTo>
                  <a:pt x="578" y="7"/>
                </a:lnTo>
                <a:lnTo>
                  <a:pt x="593" y="10"/>
                </a:lnTo>
                <a:lnTo>
                  <a:pt x="608" y="13"/>
                </a:lnTo>
                <a:lnTo>
                  <a:pt x="623" y="16"/>
                </a:lnTo>
                <a:lnTo>
                  <a:pt x="637" y="20"/>
                </a:lnTo>
                <a:lnTo>
                  <a:pt x="652" y="24"/>
                </a:lnTo>
                <a:lnTo>
                  <a:pt x="666" y="28"/>
                </a:lnTo>
                <a:lnTo>
                  <a:pt x="680" y="33"/>
                </a:lnTo>
                <a:lnTo>
                  <a:pt x="694" y="38"/>
                </a:lnTo>
                <a:lnTo>
                  <a:pt x="708" y="43"/>
                </a:lnTo>
                <a:lnTo>
                  <a:pt x="722" y="49"/>
                </a:lnTo>
                <a:lnTo>
                  <a:pt x="735" y="55"/>
                </a:lnTo>
                <a:lnTo>
                  <a:pt x="748" y="61"/>
                </a:lnTo>
                <a:lnTo>
                  <a:pt x="761" y="68"/>
                </a:lnTo>
                <a:lnTo>
                  <a:pt x="773" y="75"/>
                </a:lnTo>
                <a:lnTo>
                  <a:pt x="786" y="83"/>
                </a:lnTo>
                <a:lnTo>
                  <a:pt x="798" y="90"/>
                </a:lnTo>
                <a:lnTo>
                  <a:pt x="810" y="98"/>
                </a:lnTo>
                <a:lnTo>
                  <a:pt x="821" y="106"/>
                </a:lnTo>
                <a:lnTo>
                  <a:pt x="832" y="115"/>
                </a:lnTo>
                <a:lnTo>
                  <a:pt x="843" y="124"/>
                </a:lnTo>
                <a:lnTo>
                  <a:pt x="853" y="133"/>
                </a:lnTo>
                <a:lnTo>
                  <a:pt x="863" y="142"/>
                </a:lnTo>
                <a:lnTo>
                  <a:pt x="873" y="152"/>
                </a:lnTo>
                <a:lnTo>
                  <a:pt x="882" y="162"/>
                </a:lnTo>
                <a:lnTo>
                  <a:pt x="891" y="172"/>
                </a:lnTo>
                <a:lnTo>
                  <a:pt x="899" y="182"/>
                </a:lnTo>
                <a:lnTo>
                  <a:pt x="907" y="192"/>
                </a:lnTo>
                <a:lnTo>
                  <a:pt x="915" y="203"/>
                </a:lnTo>
                <a:lnTo>
                  <a:pt x="922" y="214"/>
                </a:lnTo>
                <a:lnTo>
                  <a:pt x="929" y="225"/>
                </a:lnTo>
                <a:lnTo>
                  <a:pt x="935" y="236"/>
                </a:lnTo>
                <a:lnTo>
                  <a:pt x="941" y="247"/>
                </a:lnTo>
                <a:lnTo>
                  <a:pt x="946" y="259"/>
                </a:lnTo>
                <a:lnTo>
                  <a:pt x="951" y="271"/>
                </a:lnTo>
                <a:lnTo>
                  <a:pt x="956" y="282"/>
                </a:lnTo>
                <a:lnTo>
                  <a:pt x="960" y="294"/>
                </a:lnTo>
                <a:lnTo>
                  <a:pt x="963" y="306"/>
                </a:lnTo>
                <a:lnTo>
                  <a:pt x="966" y="318"/>
                </a:lnTo>
                <a:lnTo>
                  <a:pt x="969" y="330"/>
                </a:lnTo>
                <a:lnTo>
                  <a:pt x="971" y="342"/>
                </a:lnTo>
                <a:lnTo>
                  <a:pt x="973" y="355"/>
                </a:lnTo>
                <a:lnTo>
                  <a:pt x="974" y="367"/>
                </a:lnTo>
                <a:lnTo>
                  <a:pt x="975" y="379"/>
                </a:lnTo>
                <a:lnTo>
                  <a:pt x="975" y="392"/>
                </a:lnTo>
                <a:close/>
              </a:path>
            </a:pathLst>
          </a:custGeom>
          <a:solidFill>
            <a:srgbClr val="ffa4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0" name=""/>
          <p:cNvSpPr/>
          <p:nvPr/>
        </p:nvSpPr>
        <p:spPr>
          <a:xfrm>
            <a:off x="4802400" y="1686600"/>
            <a:ext cx="352800" cy="282960"/>
          </a:xfrm>
          <a:custGeom>
            <a:avLst/>
            <a:gdLst/>
            <a:ahLst/>
            <a:rect l="0" t="0" r="r" b="b"/>
            <a:pathLst>
              <a:path w="980" h="786">
                <a:moveTo>
                  <a:pt x="978" y="392"/>
                </a:moveTo>
                <a:lnTo>
                  <a:pt x="978" y="380"/>
                </a:lnTo>
                <a:lnTo>
                  <a:pt x="977" y="368"/>
                </a:lnTo>
                <a:lnTo>
                  <a:pt x="976" y="356"/>
                </a:lnTo>
                <a:lnTo>
                  <a:pt x="974" y="343"/>
                </a:lnTo>
                <a:lnTo>
                  <a:pt x="972" y="331"/>
                </a:lnTo>
                <a:lnTo>
                  <a:pt x="969" y="319"/>
                </a:lnTo>
                <a:lnTo>
                  <a:pt x="966" y="307"/>
                </a:lnTo>
                <a:lnTo>
                  <a:pt x="963" y="295"/>
                </a:lnTo>
                <a:lnTo>
                  <a:pt x="959" y="283"/>
                </a:lnTo>
                <a:lnTo>
                  <a:pt x="954" y="272"/>
                </a:lnTo>
                <a:lnTo>
                  <a:pt x="949" y="260"/>
                </a:lnTo>
                <a:lnTo>
                  <a:pt x="944" y="248"/>
                </a:lnTo>
                <a:lnTo>
                  <a:pt x="938" y="237"/>
                </a:lnTo>
                <a:lnTo>
                  <a:pt x="932" y="226"/>
                </a:lnTo>
                <a:lnTo>
                  <a:pt x="925" y="215"/>
                </a:lnTo>
                <a:lnTo>
                  <a:pt x="918" y="204"/>
                </a:lnTo>
                <a:lnTo>
                  <a:pt x="910" y="193"/>
                </a:lnTo>
                <a:lnTo>
                  <a:pt x="902" y="183"/>
                </a:lnTo>
                <a:lnTo>
                  <a:pt x="894" y="173"/>
                </a:lnTo>
                <a:lnTo>
                  <a:pt x="885" y="163"/>
                </a:lnTo>
                <a:lnTo>
                  <a:pt x="876" y="153"/>
                </a:lnTo>
                <a:lnTo>
                  <a:pt x="866" y="143"/>
                </a:lnTo>
                <a:lnTo>
                  <a:pt x="855" y="134"/>
                </a:lnTo>
                <a:lnTo>
                  <a:pt x="845" y="125"/>
                </a:lnTo>
                <a:lnTo>
                  <a:pt x="834" y="116"/>
                </a:lnTo>
                <a:lnTo>
                  <a:pt x="823" y="107"/>
                </a:lnTo>
                <a:lnTo>
                  <a:pt x="812" y="99"/>
                </a:lnTo>
                <a:lnTo>
                  <a:pt x="800" y="91"/>
                </a:lnTo>
                <a:lnTo>
                  <a:pt x="788" y="84"/>
                </a:lnTo>
                <a:lnTo>
                  <a:pt x="776" y="76"/>
                </a:lnTo>
                <a:lnTo>
                  <a:pt x="764" y="69"/>
                </a:lnTo>
                <a:lnTo>
                  <a:pt x="751" y="62"/>
                </a:lnTo>
                <a:lnTo>
                  <a:pt x="738" y="56"/>
                </a:lnTo>
                <a:lnTo>
                  <a:pt x="725" y="50"/>
                </a:lnTo>
                <a:lnTo>
                  <a:pt x="711" y="44"/>
                </a:lnTo>
                <a:lnTo>
                  <a:pt x="697" y="39"/>
                </a:lnTo>
                <a:lnTo>
                  <a:pt x="683" y="34"/>
                </a:lnTo>
                <a:lnTo>
                  <a:pt x="669" y="29"/>
                </a:lnTo>
                <a:lnTo>
                  <a:pt x="655" y="25"/>
                </a:lnTo>
                <a:lnTo>
                  <a:pt x="640" y="21"/>
                </a:lnTo>
                <a:lnTo>
                  <a:pt x="626" y="17"/>
                </a:lnTo>
                <a:lnTo>
                  <a:pt x="611" y="14"/>
                </a:lnTo>
                <a:lnTo>
                  <a:pt x="596" y="11"/>
                </a:lnTo>
                <a:lnTo>
                  <a:pt x="581" y="8"/>
                </a:lnTo>
                <a:lnTo>
                  <a:pt x="566" y="6"/>
                </a:lnTo>
                <a:lnTo>
                  <a:pt x="551" y="5"/>
                </a:lnTo>
                <a:lnTo>
                  <a:pt x="536" y="3"/>
                </a:lnTo>
                <a:lnTo>
                  <a:pt x="520" y="2"/>
                </a:lnTo>
                <a:lnTo>
                  <a:pt x="505" y="2"/>
                </a:lnTo>
                <a:lnTo>
                  <a:pt x="490" y="1"/>
                </a:lnTo>
                <a:lnTo>
                  <a:pt x="474" y="2"/>
                </a:lnTo>
                <a:lnTo>
                  <a:pt x="459" y="2"/>
                </a:lnTo>
                <a:lnTo>
                  <a:pt x="444" y="3"/>
                </a:lnTo>
                <a:lnTo>
                  <a:pt x="429" y="5"/>
                </a:lnTo>
                <a:lnTo>
                  <a:pt x="414" y="6"/>
                </a:lnTo>
                <a:lnTo>
                  <a:pt x="398" y="8"/>
                </a:lnTo>
                <a:lnTo>
                  <a:pt x="383" y="11"/>
                </a:lnTo>
                <a:lnTo>
                  <a:pt x="369" y="14"/>
                </a:lnTo>
                <a:lnTo>
                  <a:pt x="354" y="17"/>
                </a:lnTo>
                <a:lnTo>
                  <a:pt x="339" y="21"/>
                </a:lnTo>
                <a:lnTo>
                  <a:pt x="325" y="25"/>
                </a:lnTo>
                <a:lnTo>
                  <a:pt x="310" y="29"/>
                </a:lnTo>
                <a:lnTo>
                  <a:pt x="296" y="34"/>
                </a:lnTo>
                <a:lnTo>
                  <a:pt x="282" y="39"/>
                </a:lnTo>
                <a:lnTo>
                  <a:pt x="269" y="44"/>
                </a:lnTo>
                <a:lnTo>
                  <a:pt x="255" y="50"/>
                </a:lnTo>
                <a:lnTo>
                  <a:pt x="242" y="56"/>
                </a:lnTo>
                <a:lnTo>
                  <a:pt x="229" y="62"/>
                </a:lnTo>
                <a:lnTo>
                  <a:pt x="216" y="69"/>
                </a:lnTo>
                <a:lnTo>
                  <a:pt x="203" y="76"/>
                </a:lnTo>
                <a:lnTo>
                  <a:pt x="191" y="84"/>
                </a:lnTo>
                <a:lnTo>
                  <a:pt x="179" y="91"/>
                </a:lnTo>
                <a:lnTo>
                  <a:pt x="168" y="99"/>
                </a:lnTo>
                <a:lnTo>
                  <a:pt x="156" y="107"/>
                </a:lnTo>
                <a:lnTo>
                  <a:pt x="145" y="116"/>
                </a:lnTo>
                <a:lnTo>
                  <a:pt x="135" y="125"/>
                </a:lnTo>
                <a:lnTo>
                  <a:pt x="124" y="134"/>
                </a:lnTo>
                <a:lnTo>
                  <a:pt x="114" y="143"/>
                </a:lnTo>
                <a:lnTo>
                  <a:pt x="105" y="153"/>
                </a:lnTo>
                <a:lnTo>
                  <a:pt x="96" y="163"/>
                </a:lnTo>
                <a:lnTo>
                  <a:pt x="87" y="173"/>
                </a:lnTo>
                <a:lnTo>
                  <a:pt x="78" y="183"/>
                </a:lnTo>
                <a:lnTo>
                  <a:pt x="70" y="193"/>
                </a:lnTo>
                <a:lnTo>
                  <a:pt x="63" y="204"/>
                </a:lnTo>
                <a:lnTo>
                  <a:pt x="56" y="215"/>
                </a:lnTo>
                <a:lnTo>
                  <a:pt x="49" y="226"/>
                </a:lnTo>
                <a:lnTo>
                  <a:pt x="43" y="237"/>
                </a:lnTo>
                <a:lnTo>
                  <a:pt x="37" y="248"/>
                </a:lnTo>
                <a:lnTo>
                  <a:pt x="31" y="260"/>
                </a:lnTo>
                <a:lnTo>
                  <a:pt x="26" y="272"/>
                </a:lnTo>
                <a:lnTo>
                  <a:pt x="22" y="283"/>
                </a:lnTo>
                <a:lnTo>
                  <a:pt x="18" y="295"/>
                </a:lnTo>
                <a:lnTo>
                  <a:pt x="14" y="307"/>
                </a:lnTo>
                <a:lnTo>
                  <a:pt x="11" y="319"/>
                </a:lnTo>
                <a:lnTo>
                  <a:pt x="9" y="331"/>
                </a:lnTo>
                <a:lnTo>
                  <a:pt x="6" y="343"/>
                </a:lnTo>
                <a:lnTo>
                  <a:pt x="5" y="356"/>
                </a:lnTo>
                <a:lnTo>
                  <a:pt x="3" y="368"/>
                </a:lnTo>
                <a:lnTo>
                  <a:pt x="3" y="380"/>
                </a:lnTo>
                <a:lnTo>
                  <a:pt x="3" y="392"/>
                </a:lnTo>
                <a:lnTo>
                  <a:pt x="3" y="405"/>
                </a:lnTo>
                <a:lnTo>
                  <a:pt x="3" y="417"/>
                </a:lnTo>
                <a:lnTo>
                  <a:pt x="5" y="430"/>
                </a:lnTo>
                <a:lnTo>
                  <a:pt x="6" y="442"/>
                </a:lnTo>
                <a:lnTo>
                  <a:pt x="9" y="455"/>
                </a:lnTo>
                <a:lnTo>
                  <a:pt x="11" y="467"/>
                </a:lnTo>
                <a:lnTo>
                  <a:pt x="14" y="479"/>
                </a:lnTo>
                <a:lnTo>
                  <a:pt x="18" y="491"/>
                </a:lnTo>
                <a:lnTo>
                  <a:pt x="22" y="502"/>
                </a:lnTo>
                <a:lnTo>
                  <a:pt x="26" y="514"/>
                </a:lnTo>
                <a:lnTo>
                  <a:pt x="31" y="526"/>
                </a:lnTo>
                <a:lnTo>
                  <a:pt x="37" y="537"/>
                </a:lnTo>
                <a:lnTo>
                  <a:pt x="43" y="549"/>
                </a:lnTo>
                <a:lnTo>
                  <a:pt x="49" y="560"/>
                </a:lnTo>
                <a:lnTo>
                  <a:pt x="56" y="571"/>
                </a:lnTo>
                <a:lnTo>
                  <a:pt x="63" y="582"/>
                </a:lnTo>
                <a:lnTo>
                  <a:pt x="70" y="592"/>
                </a:lnTo>
                <a:lnTo>
                  <a:pt x="78" y="603"/>
                </a:lnTo>
                <a:lnTo>
                  <a:pt x="87" y="613"/>
                </a:lnTo>
                <a:lnTo>
                  <a:pt x="96" y="623"/>
                </a:lnTo>
                <a:lnTo>
                  <a:pt x="105" y="633"/>
                </a:lnTo>
                <a:lnTo>
                  <a:pt x="114" y="643"/>
                </a:lnTo>
                <a:lnTo>
                  <a:pt x="124" y="652"/>
                </a:lnTo>
                <a:lnTo>
                  <a:pt x="135" y="661"/>
                </a:lnTo>
                <a:lnTo>
                  <a:pt x="145" y="670"/>
                </a:lnTo>
                <a:lnTo>
                  <a:pt x="156" y="678"/>
                </a:lnTo>
                <a:lnTo>
                  <a:pt x="168" y="687"/>
                </a:lnTo>
                <a:lnTo>
                  <a:pt x="179" y="695"/>
                </a:lnTo>
                <a:lnTo>
                  <a:pt x="191" y="702"/>
                </a:lnTo>
                <a:lnTo>
                  <a:pt x="203" y="710"/>
                </a:lnTo>
                <a:lnTo>
                  <a:pt x="216" y="717"/>
                </a:lnTo>
                <a:lnTo>
                  <a:pt x="229" y="723"/>
                </a:lnTo>
                <a:lnTo>
                  <a:pt x="242" y="730"/>
                </a:lnTo>
                <a:lnTo>
                  <a:pt x="255" y="736"/>
                </a:lnTo>
                <a:lnTo>
                  <a:pt x="269" y="742"/>
                </a:lnTo>
                <a:lnTo>
                  <a:pt x="282" y="747"/>
                </a:lnTo>
                <a:lnTo>
                  <a:pt x="296" y="752"/>
                </a:lnTo>
                <a:lnTo>
                  <a:pt x="310" y="757"/>
                </a:lnTo>
                <a:lnTo>
                  <a:pt x="325" y="761"/>
                </a:lnTo>
                <a:lnTo>
                  <a:pt x="339" y="765"/>
                </a:lnTo>
                <a:lnTo>
                  <a:pt x="354" y="769"/>
                </a:lnTo>
                <a:lnTo>
                  <a:pt x="369" y="772"/>
                </a:lnTo>
                <a:lnTo>
                  <a:pt x="383" y="775"/>
                </a:lnTo>
                <a:lnTo>
                  <a:pt x="398" y="777"/>
                </a:lnTo>
                <a:lnTo>
                  <a:pt x="414" y="779"/>
                </a:lnTo>
                <a:lnTo>
                  <a:pt x="429" y="781"/>
                </a:lnTo>
                <a:lnTo>
                  <a:pt x="444" y="783"/>
                </a:lnTo>
                <a:lnTo>
                  <a:pt x="459" y="784"/>
                </a:lnTo>
                <a:lnTo>
                  <a:pt x="474" y="784"/>
                </a:lnTo>
                <a:lnTo>
                  <a:pt x="490" y="784"/>
                </a:lnTo>
                <a:lnTo>
                  <a:pt x="505" y="784"/>
                </a:lnTo>
                <a:lnTo>
                  <a:pt x="520" y="784"/>
                </a:lnTo>
                <a:lnTo>
                  <a:pt x="536" y="783"/>
                </a:lnTo>
                <a:lnTo>
                  <a:pt x="551" y="781"/>
                </a:lnTo>
                <a:lnTo>
                  <a:pt x="566" y="779"/>
                </a:lnTo>
                <a:lnTo>
                  <a:pt x="581" y="777"/>
                </a:lnTo>
                <a:lnTo>
                  <a:pt x="596" y="775"/>
                </a:lnTo>
                <a:lnTo>
                  <a:pt x="611" y="772"/>
                </a:lnTo>
                <a:lnTo>
                  <a:pt x="626" y="769"/>
                </a:lnTo>
                <a:lnTo>
                  <a:pt x="640" y="765"/>
                </a:lnTo>
                <a:lnTo>
                  <a:pt x="655" y="761"/>
                </a:lnTo>
                <a:lnTo>
                  <a:pt x="669" y="757"/>
                </a:lnTo>
                <a:lnTo>
                  <a:pt x="683" y="752"/>
                </a:lnTo>
                <a:lnTo>
                  <a:pt x="697" y="747"/>
                </a:lnTo>
                <a:lnTo>
                  <a:pt x="711" y="742"/>
                </a:lnTo>
                <a:lnTo>
                  <a:pt x="725" y="736"/>
                </a:lnTo>
                <a:lnTo>
                  <a:pt x="738" y="730"/>
                </a:lnTo>
                <a:lnTo>
                  <a:pt x="751" y="723"/>
                </a:lnTo>
                <a:lnTo>
                  <a:pt x="764" y="717"/>
                </a:lnTo>
                <a:lnTo>
                  <a:pt x="776" y="710"/>
                </a:lnTo>
                <a:lnTo>
                  <a:pt x="788" y="702"/>
                </a:lnTo>
                <a:lnTo>
                  <a:pt x="800" y="695"/>
                </a:lnTo>
                <a:lnTo>
                  <a:pt x="812" y="687"/>
                </a:lnTo>
                <a:lnTo>
                  <a:pt x="823" y="678"/>
                </a:lnTo>
                <a:lnTo>
                  <a:pt x="834" y="670"/>
                </a:lnTo>
                <a:lnTo>
                  <a:pt x="845" y="661"/>
                </a:lnTo>
                <a:lnTo>
                  <a:pt x="855" y="652"/>
                </a:lnTo>
                <a:lnTo>
                  <a:pt x="866" y="643"/>
                </a:lnTo>
                <a:lnTo>
                  <a:pt x="876" y="633"/>
                </a:lnTo>
                <a:lnTo>
                  <a:pt x="885" y="623"/>
                </a:lnTo>
                <a:lnTo>
                  <a:pt x="894" y="613"/>
                </a:lnTo>
                <a:lnTo>
                  <a:pt x="902" y="603"/>
                </a:lnTo>
                <a:lnTo>
                  <a:pt x="910" y="592"/>
                </a:lnTo>
                <a:lnTo>
                  <a:pt x="918" y="582"/>
                </a:lnTo>
                <a:lnTo>
                  <a:pt x="925" y="571"/>
                </a:lnTo>
                <a:lnTo>
                  <a:pt x="932" y="560"/>
                </a:lnTo>
                <a:lnTo>
                  <a:pt x="938" y="549"/>
                </a:lnTo>
                <a:lnTo>
                  <a:pt x="944" y="537"/>
                </a:lnTo>
                <a:lnTo>
                  <a:pt x="949" y="526"/>
                </a:lnTo>
                <a:lnTo>
                  <a:pt x="954" y="514"/>
                </a:lnTo>
                <a:lnTo>
                  <a:pt x="959" y="502"/>
                </a:lnTo>
                <a:lnTo>
                  <a:pt x="963" y="491"/>
                </a:lnTo>
                <a:lnTo>
                  <a:pt x="966" y="479"/>
                </a:lnTo>
                <a:lnTo>
                  <a:pt x="969" y="467"/>
                </a:lnTo>
                <a:lnTo>
                  <a:pt x="972" y="455"/>
                </a:lnTo>
                <a:lnTo>
                  <a:pt x="974" y="442"/>
                </a:lnTo>
                <a:lnTo>
                  <a:pt x="976" y="430"/>
                </a:lnTo>
                <a:lnTo>
                  <a:pt x="977" y="417"/>
                </a:lnTo>
                <a:lnTo>
                  <a:pt x="978" y="405"/>
                </a:lnTo>
                <a:lnTo>
                  <a:pt x="978" y="392"/>
                </a:lnTo>
                <a:moveTo>
                  <a:pt x="980" y="392"/>
                </a:moveTo>
                <a:lnTo>
                  <a:pt x="980" y="405"/>
                </a:lnTo>
                <a:lnTo>
                  <a:pt x="979" y="417"/>
                </a:lnTo>
                <a:lnTo>
                  <a:pt x="978" y="430"/>
                </a:lnTo>
                <a:lnTo>
                  <a:pt x="977" y="443"/>
                </a:lnTo>
                <a:lnTo>
                  <a:pt x="974" y="455"/>
                </a:lnTo>
                <a:lnTo>
                  <a:pt x="972" y="467"/>
                </a:lnTo>
                <a:lnTo>
                  <a:pt x="969" y="479"/>
                </a:lnTo>
                <a:lnTo>
                  <a:pt x="965" y="491"/>
                </a:lnTo>
                <a:lnTo>
                  <a:pt x="961" y="503"/>
                </a:lnTo>
                <a:lnTo>
                  <a:pt x="956" y="515"/>
                </a:lnTo>
                <a:lnTo>
                  <a:pt x="951" y="526"/>
                </a:lnTo>
                <a:lnTo>
                  <a:pt x="946" y="538"/>
                </a:lnTo>
                <a:lnTo>
                  <a:pt x="940" y="549"/>
                </a:lnTo>
                <a:lnTo>
                  <a:pt x="934" y="561"/>
                </a:lnTo>
                <a:lnTo>
                  <a:pt x="927" y="572"/>
                </a:lnTo>
                <a:lnTo>
                  <a:pt x="920" y="583"/>
                </a:lnTo>
                <a:lnTo>
                  <a:pt x="912" y="593"/>
                </a:lnTo>
                <a:lnTo>
                  <a:pt x="904" y="604"/>
                </a:lnTo>
                <a:lnTo>
                  <a:pt x="896" y="614"/>
                </a:lnTo>
                <a:lnTo>
                  <a:pt x="887" y="624"/>
                </a:lnTo>
                <a:lnTo>
                  <a:pt x="878" y="634"/>
                </a:lnTo>
                <a:lnTo>
                  <a:pt x="868" y="644"/>
                </a:lnTo>
                <a:lnTo>
                  <a:pt x="858" y="653"/>
                </a:lnTo>
                <a:lnTo>
                  <a:pt x="847" y="662"/>
                </a:lnTo>
                <a:lnTo>
                  <a:pt x="836" y="671"/>
                </a:lnTo>
                <a:lnTo>
                  <a:pt x="825" y="680"/>
                </a:lnTo>
                <a:lnTo>
                  <a:pt x="814" y="688"/>
                </a:lnTo>
                <a:lnTo>
                  <a:pt x="802" y="696"/>
                </a:lnTo>
                <a:lnTo>
                  <a:pt x="790" y="704"/>
                </a:lnTo>
                <a:lnTo>
                  <a:pt x="778" y="711"/>
                </a:lnTo>
                <a:lnTo>
                  <a:pt x="765" y="718"/>
                </a:lnTo>
                <a:lnTo>
                  <a:pt x="752" y="725"/>
                </a:lnTo>
                <a:lnTo>
                  <a:pt x="739" y="731"/>
                </a:lnTo>
                <a:lnTo>
                  <a:pt x="726" y="738"/>
                </a:lnTo>
                <a:lnTo>
                  <a:pt x="712" y="743"/>
                </a:lnTo>
                <a:lnTo>
                  <a:pt x="698" y="749"/>
                </a:lnTo>
                <a:lnTo>
                  <a:pt x="684" y="754"/>
                </a:lnTo>
                <a:lnTo>
                  <a:pt x="670" y="759"/>
                </a:lnTo>
                <a:lnTo>
                  <a:pt x="656" y="763"/>
                </a:lnTo>
                <a:lnTo>
                  <a:pt x="641" y="767"/>
                </a:lnTo>
                <a:lnTo>
                  <a:pt x="626" y="771"/>
                </a:lnTo>
                <a:lnTo>
                  <a:pt x="612" y="774"/>
                </a:lnTo>
                <a:lnTo>
                  <a:pt x="597" y="777"/>
                </a:lnTo>
                <a:lnTo>
                  <a:pt x="582" y="779"/>
                </a:lnTo>
                <a:lnTo>
                  <a:pt x="566" y="781"/>
                </a:lnTo>
                <a:lnTo>
                  <a:pt x="551" y="783"/>
                </a:lnTo>
                <a:lnTo>
                  <a:pt x="536" y="784"/>
                </a:lnTo>
                <a:lnTo>
                  <a:pt x="521" y="785"/>
                </a:lnTo>
                <a:lnTo>
                  <a:pt x="505" y="786"/>
                </a:lnTo>
                <a:lnTo>
                  <a:pt x="490" y="786"/>
                </a:lnTo>
                <a:lnTo>
                  <a:pt x="474" y="786"/>
                </a:lnTo>
                <a:lnTo>
                  <a:pt x="459" y="785"/>
                </a:lnTo>
                <a:lnTo>
                  <a:pt x="444" y="784"/>
                </a:lnTo>
                <a:lnTo>
                  <a:pt x="428" y="783"/>
                </a:lnTo>
                <a:lnTo>
                  <a:pt x="413" y="781"/>
                </a:lnTo>
                <a:lnTo>
                  <a:pt x="398" y="779"/>
                </a:lnTo>
                <a:lnTo>
                  <a:pt x="383" y="777"/>
                </a:lnTo>
                <a:lnTo>
                  <a:pt x="368" y="774"/>
                </a:lnTo>
                <a:lnTo>
                  <a:pt x="353" y="771"/>
                </a:lnTo>
                <a:lnTo>
                  <a:pt x="339" y="767"/>
                </a:lnTo>
                <a:lnTo>
                  <a:pt x="324" y="763"/>
                </a:lnTo>
                <a:lnTo>
                  <a:pt x="310" y="759"/>
                </a:lnTo>
                <a:lnTo>
                  <a:pt x="295" y="754"/>
                </a:lnTo>
                <a:lnTo>
                  <a:pt x="281" y="749"/>
                </a:lnTo>
                <a:lnTo>
                  <a:pt x="268" y="743"/>
                </a:lnTo>
                <a:lnTo>
                  <a:pt x="254" y="738"/>
                </a:lnTo>
                <a:lnTo>
                  <a:pt x="241" y="731"/>
                </a:lnTo>
                <a:lnTo>
                  <a:pt x="227" y="725"/>
                </a:lnTo>
                <a:lnTo>
                  <a:pt x="215" y="718"/>
                </a:lnTo>
                <a:lnTo>
                  <a:pt x="202" y="711"/>
                </a:lnTo>
                <a:lnTo>
                  <a:pt x="190" y="704"/>
                </a:lnTo>
                <a:lnTo>
                  <a:pt x="178" y="696"/>
                </a:lnTo>
                <a:lnTo>
                  <a:pt x="166" y="688"/>
                </a:lnTo>
                <a:lnTo>
                  <a:pt x="155" y="680"/>
                </a:lnTo>
                <a:lnTo>
                  <a:pt x="144" y="671"/>
                </a:lnTo>
                <a:lnTo>
                  <a:pt x="133" y="662"/>
                </a:lnTo>
                <a:lnTo>
                  <a:pt x="123" y="653"/>
                </a:lnTo>
                <a:lnTo>
                  <a:pt x="113" y="644"/>
                </a:lnTo>
                <a:lnTo>
                  <a:pt x="103" y="634"/>
                </a:lnTo>
                <a:lnTo>
                  <a:pt x="94" y="624"/>
                </a:lnTo>
                <a:lnTo>
                  <a:pt x="85" y="614"/>
                </a:lnTo>
                <a:lnTo>
                  <a:pt x="76" y="604"/>
                </a:lnTo>
                <a:lnTo>
                  <a:pt x="68" y="593"/>
                </a:lnTo>
                <a:lnTo>
                  <a:pt x="61" y="583"/>
                </a:lnTo>
                <a:lnTo>
                  <a:pt x="54" y="572"/>
                </a:lnTo>
                <a:lnTo>
                  <a:pt x="47" y="561"/>
                </a:lnTo>
                <a:lnTo>
                  <a:pt x="40" y="549"/>
                </a:lnTo>
                <a:lnTo>
                  <a:pt x="35" y="538"/>
                </a:lnTo>
                <a:lnTo>
                  <a:pt x="29" y="526"/>
                </a:lnTo>
                <a:lnTo>
                  <a:pt x="24" y="515"/>
                </a:lnTo>
                <a:lnTo>
                  <a:pt x="20" y="503"/>
                </a:lnTo>
                <a:lnTo>
                  <a:pt x="16" y="491"/>
                </a:lnTo>
                <a:lnTo>
                  <a:pt x="12" y="479"/>
                </a:lnTo>
                <a:lnTo>
                  <a:pt x="9" y="467"/>
                </a:lnTo>
                <a:lnTo>
                  <a:pt x="6" y="455"/>
                </a:lnTo>
                <a:lnTo>
                  <a:pt x="4" y="443"/>
                </a:lnTo>
                <a:lnTo>
                  <a:pt x="2" y="430"/>
                </a:lnTo>
                <a:lnTo>
                  <a:pt x="1" y="417"/>
                </a:lnTo>
                <a:lnTo>
                  <a:pt x="0" y="405"/>
                </a:lnTo>
                <a:lnTo>
                  <a:pt x="0" y="392"/>
                </a:lnTo>
                <a:lnTo>
                  <a:pt x="0" y="380"/>
                </a:lnTo>
                <a:lnTo>
                  <a:pt x="1" y="368"/>
                </a:lnTo>
                <a:lnTo>
                  <a:pt x="2" y="355"/>
                </a:lnTo>
                <a:lnTo>
                  <a:pt x="4" y="343"/>
                </a:lnTo>
                <a:lnTo>
                  <a:pt x="6" y="331"/>
                </a:lnTo>
                <a:lnTo>
                  <a:pt x="9" y="319"/>
                </a:lnTo>
                <a:lnTo>
                  <a:pt x="12" y="307"/>
                </a:lnTo>
                <a:lnTo>
                  <a:pt x="16" y="295"/>
                </a:lnTo>
                <a:lnTo>
                  <a:pt x="20" y="283"/>
                </a:lnTo>
                <a:lnTo>
                  <a:pt x="24" y="271"/>
                </a:lnTo>
                <a:lnTo>
                  <a:pt x="29" y="259"/>
                </a:lnTo>
                <a:lnTo>
                  <a:pt x="35" y="248"/>
                </a:lnTo>
                <a:lnTo>
                  <a:pt x="40" y="236"/>
                </a:lnTo>
                <a:lnTo>
                  <a:pt x="47" y="225"/>
                </a:lnTo>
                <a:lnTo>
                  <a:pt x="54" y="214"/>
                </a:lnTo>
                <a:lnTo>
                  <a:pt x="61" y="203"/>
                </a:lnTo>
                <a:lnTo>
                  <a:pt x="68" y="192"/>
                </a:lnTo>
                <a:lnTo>
                  <a:pt x="76" y="182"/>
                </a:lnTo>
                <a:lnTo>
                  <a:pt x="85" y="172"/>
                </a:lnTo>
                <a:lnTo>
                  <a:pt x="94" y="162"/>
                </a:lnTo>
                <a:lnTo>
                  <a:pt x="103" y="152"/>
                </a:lnTo>
                <a:lnTo>
                  <a:pt x="113" y="142"/>
                </a:lnTo>
                <a:lnTo>
                  <a:pt x="123" y="133"/>
                </a:lnTo>
                <a:lnTo>
                  <a:pt x="133" y="124"/>
                </a:lnTo>
                <a:lnTo>
                  <a:pt x="144" y="115"/>
                </a:lnTo>
                <a:lnTo>
                  <a:pt x="155" y="106"/>
                </a:lnTo>
                <a:lnTo>
                  <a:pt x="166" y="98"/>
                </a:lnTo>
                <a:lnTo>
                  <a:pt x="178" y="90"/>
                </a:lnTo>
                <a:lnTo>
                  <a:pt x="190" y="82"/>
                </a:lnTo>
                <a:lnTo>
                  <a:pt x="202" y="75"/>
                </a:lnTo>
                <a:lnTo>
                  <a:pt x="215" y="68"/>
                </a:lnTo>
                <a:lnTo>
                  <a:pt x="227" y="61"/>
                </a:lnTo>
                <a:lnTo>
                  <a:pt x="241" y="54"/>
                </a:lnTo>
                <a:lnTo>
                  <a:pt x="254" y="48"/>
                </a:lnTo>
                <a:lnTo>
                  <a:pt x="268" y="42"/>
                </a:lnTo>
                <a:lnTo>
                  <a:pt x="281" y="37"/>
                </a:lnTo>
                <a:lnTo>
                  <a:pt x="295" y="32"/>
                </a:lnTo>
                <a:lnTo>
                  <a:pt x="310" y="27"/>
                </a:lnTo>
                <a:lnTo>
                  <a:pt x="324" y="23"/>
                </a:lnTo>
                <a:lnTo>
                  <a:pt x="339" y="19"/>
                </a:lnTo>
                <a:lnTo>
                  <a:pt x="353" y="15"/>
                </a:lnTo>
                <a:lnTo>
                  <a:pt x="368" y="12"/>
                </a:lnTo>
                <a:lnTo>
                  <a:pt x="383" y="9"/>
                </a:lnTo>
                <a:lnTo>
                  <a:pt x="398" y="7"/>
                </a:lnTo>
                <a:lnTo>
                  <a:pt x="413" y="4"/>
                </a:lnTo>
                <a:lnTo>
                  <a:pt x="428" y="3"/>
                </a:lnTo>
                <a:lnTo>
                  <a:pt x="444" y="1"/>
                </a:lnTo>
                <a:lnTo>
                  <a:pt x="459" y="0"/>
                </a:lnTo>
                <a:lnTo>
                  <a:pt x="474" y="0"/>
                </a:lnTo>
                <a:lnTo>
                  <a:pt x="490" y="0"/>
                </a:lnTo>
                <a:lnTo>
                  <a:pt x="505" y="0"/>
                </a:lnTo>
                <a:lnTo>
                  <a:pt x="521" y="0"/>
                </a:lnTo>
                <a:lnTo>
                  <a:pt x="536" y="1"/>
                </a:lnTo>
                <a:lnTo>
                  <a:pt x="551" y="3"/>
                </a:lnTo>
                <a:lnTo>
                  <a:pt x="566" y="4"/>
                </a:lnTo>
                <a:lnTo>
                  <a:pt x="582" y="7"/>
                </a:lnTo>
                <a:lnTo>
                  <a:pt x="597" y="9"/>
                </a:lnTo>
                <a:lnTo>
                  <a:pt x="612" y="12"/>
                </a:lnTo>
                <a:lnTo>
                  <a:pt x="626" y="15"/>
                </a:lnTo>
                <a:lnTo>
                  <a:pt x="641" y="19"/>
                </a:lnTo>
                <a:lnTo>
                  <a:pt x="656" y="23"/>
                </a:lnTo>
                <a:lnTo>
                  <a:pt x="670" y="27"/>
                </a:lnTo>
                <a:lnTo>
                  <a:pt x="684" y="32"/>
                </a:lnTo>
                <a:lnTo>
                  <a:pt x="698" y="37"/>
                </a:lnTo>
                <a:lnTo>
                  <a:pt x="712" y="42"/>
                </a:lnTo>
                <a:lnTo>
                  <a:pt x="726" y="48"/>
                </a:lnTo>
                <a:lnTo>
                  <a:pt x="739" y="54"/>
                </a:lnTo>
                <a:lnTo>
                  <a:pt x="752" y="61"/>
                </a:lnTo>
                <a:lnTo>
                  <a:pt x="765" y="68"/>
                </a:lnTo>
                <a:lnTo>
                  <a:pt x="778" y="75"/>
                </a:lnTo>
                <a:lnTo>
                  <a:pt x="790" y="82"/>
                </a:lnTo>
                <a:lnTo>
                  <a:pt x="802" y="90"/>
                </a:lnTo>
                <a:lnTo>
                  <a:pt x="814" y="98"/>
                </a:lnTo>
                <a:lnTo>
                  <a:pt x="825" y="106"/>
                </a:lnTo>
                <a:lnTo>
                  <a:pt x="836" y="115"/>
                </a:lnTo>
                <a:lnTo>
                  <a:pt x="847" y="124"/>
                </a:lnTo>
                <a:lnTo>
                  <a:pt x="858" y="133"/>
                </a:lnTo>
                <a:lnTo>
                  <a:pt x="868" y="142"/>
                </a:lnTo>
                <a:lnTo>
                  <a:pt x="878" y="152"/>
                </a:lnTo>
                <a:lnTo>
                  <a:pt x="887" y="162"/>
                </a:lnTo>
                <a:lnTo>
                  <a:pt x="896" y="172"/>
                </a:lnTo>
                <a:lnTo>
                  <a:pt x="904" y="182"/>
                </a:lnTo>
                <a:lnTo>
                  <a:pt x="912" y="192"/>
                </a:lnTo>
                <a:lnTo>
                  <a:pt x="920" y="203"/>
                </a:lnTo>
                <a:lnTo>
                  <a:pt x="927" y="214"/>
                </a:lnTo>
                <a:lnTo>
                  <a:pt x="934" y="225"/>
                </a:lnTo>
                <a:lnTo>
                  <a:pt x="940" y="236"/>
                </a:lnTo>
                <a:lnTo>
                  <a:pt x="946" y="248"/>
                </a:lnTo>
                <a:lnTo>
                  <a:pt x="951" y="259"/>
                </a:lnTo>
                <a:lnTo>
                  <a:pt x="956" y="271"/>
                </a:lnTo>
                <a:lnTo>
                  <a:pt x="961" y="283"/>
                </a:lnTo>
                <a:lnTo>
                  <a:pt x="965" y="295"/>
                </a:lnTo>
                <a:lnTo>
                  <a:pt x="969" y="307"/>
                </a:lnTo>
                <a:lnTo>
                  <a:pt x="972" y="319"/>
                </a:lnTo>
                <a:lnTo>
                  <a:pt x="974" y="331"/>
                </a:lnTo>
                <a:lnTo>
                  <a:pt x="977" y="343"/>
                </a:lnTo>
                <a:lnTo>
                  <a:pt x="978" y="355"/>
                </a:lnTo>
                <a:lnTo>
                  <a:pt x="979" y="368"/>
                </a:lnTo>
                <a:lnTo>
                  <a:pt x="980" y="380"/>
                </a:lnTo>
                <a:lnTo>
                  <a:pt x="980" y="392"/>
                </a:lnTo>
                <a:close/>
              </a:path>
            </a:pathLst>
          </a:custGeom>
          <a:solidFill>
            <a:srgbClr val="ffa3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1" name=""/>
          <p:cNvSpPr/>
          <p:nvPr/>
        </p:nvSpPr>
        <p:spPr>
          <a:xfrm>
            <a:off x="4801680" y="1685880"/>
            <a:ext cx="354600" cy="284400"/>
          </a:xfrm>
          <a:custGeom>
            <a:avLst/>
            <a:gdLst/>
            <a:ahLst/>
            <a:rect l="0" t="0" r="r" b="b"/>
            <a:pathLst>
              <a:path w="985" h="790">
                <a:moveTo>
                  <a:pt x="982" y="394"/>
                </a:moveTo>
                <a:lnTo>
                  <a:pt x="982" y="382"/>
                </a:lnTo>
                <a:lnTo>
                  <a:pt x="981" y="370"/>
                </a:lnTo>
                <a:lnTo>
                  <a:pt x="980" y="357"/>
                </a:lnTo>
                <a:lnTo>
                  <a:pt x="979" y="345"/>
                </a:lnTo>
                <a:lnTo>
                  <a:pt x="976" y="333"/>
                </a:lnTo>
                <a:lnTo>
                  <a:pt x="974" y="321"/>
                </a:lnTo>
                <a:lnTo>
                  <a:pt x="971" y="309"/>
                </a:lnTo>
                <a:lnTo>
                  <a:pt x="967" y="297"/>
                </a:lnTo>
                <a:lnTo>
                  <a:pt x="963" y="285"/>
                </a:lnTo>
                <a:lnTo>
                  <a:pt x="958" y="273"/>
                </a:lnTo>
                <a:lnTo>
                  <a:pt x="953" y="261"/>
                </a:lnTo>
                <a:lnTo>
                  <a:pt x="948" y="250"/>
                </a:lnTo>
                <a:lnTo>
                  <a:pt x="942" y="238"/>
                </a:lnTo>
                <a:lnTo>
                  <a:pt x="936" y="227"/>
                </a:lnTo>
                <a:lnTo>
                  <a:pt x="929" y="216"/>
                </a:lnTo>
                <a:lnTo>
                  <a:pt x="922" y="205"/>
                </a:lnTo>
                <a:lnTo>
                  <a:pt x="913" y="194"/>
                </a:lnTo>
                <a:lnTo>
                  <a:pt x="905" y="184"/>
                </a:lnTo>
                <a:lnTo>
                  <a:pt x="897" y="174"/>
                </a:lnTo>
                <a:lnTo>
                  <a:pt x="888" y="164"/>
                </a:lnTo>
                <a:lnTo>
                  <a:pt x="879" y="154"/>
                </a:lnTo>
                <a:lnTo>
                  <a:pt x="869" y="144"/>
                </a:lnTo>
                <a:lnTo>
                  <a:pt x="859" y="135"/>
                </a:lnTo>
                <a:lnTo>
                  <a:pt x="849" y="126"/>
                </a:lnTo>
                <a:lnTo>
                  <a:pt x="838" y="117"/>
                </a:lnTo>
                <a:lnTo>
                  <a:pt x="827" y="108"/>
                </a:lnTo>
                <a:lnTo>
                  <a:pt x="816" y="100"/>
                </a:lnTo>
                <a:lnTo>
                  <a:pt x="804" y="92"/>
                </a:lnTo>
                <a:lnTo>
                  <a:pt x="792" y="84"/>
                </a:lnTo>
                <a:lnTo>
                  <a:pt x="780" y="77"/>
                </a:lnTo>
                <a:lnTo>
                  <a:pt x="767" y="70"/>
                </a:lnTo>
                <a:lnTo>
                  <a:pt x="754" y="63"/>
                </a:lnTo>
                <a:lnTo>
                  <a:pt x="741" y="56"/>
                </a:lnTo>
                <a:lnTo>
                  <a:pt x="728" y="50"/>
                </a:lnTo>
                <a:lnTo>
                  <a:pt x="714" y="44"/>
                </a:lnTo>
                <a:lnTo>
                  <a:pt x="700" y="39"/>
                </a:lnTo>
                <a:lnTo>
                  <a:pt x="686" y="34"/>
                </a:lnTo>
                <a:lnTo>
                  <a:pt x="672" y="29"/>
                </a:lnTo>
                <a:lnTo>
                  <a:pt x="658" y="25"/>
                </a:lnTo>
                <a:lnTo>
                  <a:pt x="643" y="21"/>
                </a:lnTo>
                <a:lnTo>
                  <a:pt x="628" y="17"/>
                </a:lnTo>
                <a:lnTo>
                  <a:pt x="614" y="14"/>
                </a:lnTo>
                <a:lnTo>
                  <a:pt x="599" y="11"/>
                </a:lnTo>
                <a:lnTo>
                  <a:pt x="584" y="9"/>
                </a:lnTo>
                <a:lnTo>
                  <a:pt x="568" y="6"/>
                </a:lnTo>
                <a:lnTo>
                  <a:pt x="553" y="5"/>
                </a:lnTo>
                <a:lnTo>
                  <a:pt x="538" y="3"/>
                </a:lnTo>
                <a:lnTo>
                  <a:pt x="523" y="2"/>
                </a:lnTo>
                <a:lnTo>
                  <a:pt x="507" y="2"/>
                </a:lnTo>
                <a:lnTo>
                  <a:pt x="492" y="2"/>
                </a:lnTo>
                <a:lnTo>
                  <a:pt x="476" y="2"/>
                </a:lnTo>
                <a:lnTo>
                  <a:pt x="461" y="2"/>
                </a:lnTo>
                <a:lnTo>
                  <a:pt x="446" y="3"/>
                </a:lnTo>
                <a:lnTo>
                  <a:pt x="430" y="5"/>
                </a:lnTo>
                <a:lnTo>
                  <a:pt x="415" y="6"/>
                </a:lnTo>
                <a:lnTo>
                  <a:pt x="400" y="9"/>
                </a:lnTo>
                <a:lnTo>
                  <a:pt x="385" y="11"/>
                </a:lnTo>
                <a:lnTo>
                  <a:pt x="370" y="14"/>
                </a:lnTo>
                <a:lnTo>
                  <a:pt x="355" y="17"/>
                </a:lnTo>
                <a:lnTo>
                  <a:pt x="341" y="21"/>
                </a:lnTo>
                <a:lnTo>
                  <a:pt x="326" y="25"/>
                </a:lnTo>
                <a:lnTo>
                  <a:pt x="312" y="29"/>
                </a:lnTo>
                <a:lnTo>
                  <a:pt x="297" y="34"/>
                </a:lnTo>
                <a:lnTo>
                  <a:pt x="283" y="39"/>
                </a:lnTo>
                <a:lnTo>
                  <a:pt x="270" y="44"/>
                </a:lnTo>
                <a:lnTo>
                  <a:pt x="256" y="50"/>
                </a:lnTo>
                <a:lnTo>
                  <a:pt x="243" y="56"/>
                </a:lnTo>
                <a:lnTo>
                  <a:pt x="229" y="63"/>
                </a:lnTo>
                <a:lnTo>
                  <a:pt x="217" y="70"/>
                </a:lnTo>
                <a:lnTo>
                  <a:pt x="204" y="77"/>
                </a:lnTo>
                <a:lnTo>
                  <a:pt x="192" y="84"/>
                </a:lnTo>
                <a:lnTo>
                  <a:pt x="180" y="92"/>
                </a:lnTo>
                <a:lnTo>
                  <a:pt x="168" y="100"/>
                </a:lnTo>
                <a:lnTo>
                  <a:pt x="157" y="108"/>
                </a:lnTo>
                <a:lnTo>
                  <a:pt x="146" y="117"/>
                </a:lnTo>
                <a:lnTo>
                  <a:pt x="135" y="126"/>
                </a:lnTo>
                <a:lnTo>
                  <a:pt x="125" y="135"/>
                </a:lnTo>
                <a:lnTo>
                  <a:pt x="115" y="144"/>
                </a:lnTo>
                <a:lnTo>
                  <a:pt x="105" y="154"/>
                </a:lnTo>
                <a:lnTo>
                  <a:pt x="96" y="164"/>
                </a:lnTo>
                <a:lnTo>
                  <a:pt x="87" y="174"/>
                </a:lnTo>
                <a:lnTo>
                  <a:pt x="78" y="184"/>
                </a:lnTo>
                <a:lnTo>
                  <a:pt x="70" y="194"/>
                </a:lnTo>
                <a:lnTo>
                  <a:pt x="63" y="205"/>
                </a:lnTo>
                <a:lnTo>
                  <a:pt x="56" y="216"/>
                </a:lnTo>
                <a:lnTo>
                  <a:pt x="49" y="227"/>
                </a:lnTo>
                <a:lnTo>
                  <a:pt x="42" y="238"/>
                </a:lnTo>
                <a:lnTo>
                  <a:pt x="37" y="250"/>
                </a:lnTo>
                <a:lnTo>
                  <a:pt x="31" y="261"/>
                </a:lnTo>
                <a:lnTo>
                  <a:pt x="26" y="273"/>
                </a:lnTo>
                <a:lnTo>
                  <a:pt x="22" y="285"/>
                </a:lnTo>
                <a:lnTo>
                  <a:pt x="18" y="297"/>
                </a:lnTo>
                <a:lnTo>
                  <a:pt x="14" y="309"/>
                </a:lnTo>
                <a:lnTo>
                  <a:pt x="11" y="321"/>
                </a:lnTo>
                <a:lnTo>
                  <a:pt x="8" y="333"/>
                </a:lnTo>
                <a:lnTo>
                  <a:pt x="6" y="345"/>
                </a:lnTo>
                <a:lnTo>
                  <a:pt x="4" y="357"/>
                </a:lnTo>
                <a:lnTo>
                  <a:pt x="3" y="370"/>
                </a:lnTo>
                <a:lnTo>
                  <a:pt x="2" y="382"/>
                </a:lnTo>
                <a:lnTo>
                  <a:pt x="2" y="394"/>
                </a:lnTo>
                <a:lnTo>
                  <a:pt x="2" y="407"/>
                </a:lnTo>
                <a:lnTo>
                  <a:pt x="3" y="419"/>
                </a:lnTo>
                <a:lnTo>
                  <a:pt x="4" y="431"/>
                </a:lnTo>
                <a:lnTo>
                  <a:pt x="6" y="444"/>
                </a:lnTo>
                <a:lnTo>
                  <a:pt x="8" y="457"/>
                </a:lnTo>
                <a:lnTo>
                  <a:pt x="11" y="469"/>
                </a:lnTo>
                <a:lnTo>
                  <a:pt x="14" y="481"/>
                </a:lnTo>
                <a:lnTo>
                  <a:pt x="18" y="493"/>
                </a:lnTo>
                <a:lnTo>
                  <a:pt x="22" y="505"/>
                </a:lnTo>
                <a:lnTo>
                  <a:pt x="26" y="517"/>
                </a:lnTo>
                <a:lnTo>
                  <a:pt x="31" y="528"/>
                </a:lnTo>
                <a:lnTo>
                  <a:pt x="37" y="540"/>
                </a:lnTo>
                <a:lnTo>
                  <a:pt x="42" y="551"/>
                </a:lnTo>
                <a:lnTo>
                  <a:pt x="49" y="563"/>
                </a:lnTo>
                <a:lnTo>
                  <a:pt x="56" y="574"/>
                </a:lnTo>
                <a:lnTo>
                  <a:pt x="63" y="585"/>
                </a:lnTo>
                <a:lnTo>
                  <a:pt x="70" y="595"/>
                </a:lnTo>
                <a:lnTo>
                  <a:pt x="78" y="606"/>
                </a:lnTo>
                <a:lnTo>
                  <a:pt x="87" y="616"/>
                </a:lnTo>
                <a:lnTo>
                  <a:pt x="96" y="626"/>
                </a:lnTo>
                <a:lnTo>
                  <a:pt x="105" y="636"/>
                </a:lnTo>
                <a:lnTo>
                  <a:pt x="115" y="646"/>
                </a:lnTo>
                <a:lnTo>
                  <a:pt x="125" y="655"/>
                </a:lnTo>
                <a:lnTo>
                  <a:pt x="135" y="664"/>
                </a:lnTo>
                <a:lnTo>
                  <a:pt x="146" y="673"/>
                </a:lnTo>
                <a:lnTo>
                  <a:pt x="157" y="682"/>
                </a:lnTo>
                <a:lnTo>
                  <a:pt x="168" y="690"/>
                </a:lnTo>
                <a:lnTo>
                  <a:pt x="180" y="698"/>
                </a:lnTo>
                <a:lnTo>
                  <a:pt x="192" y="706"/>
                </a:lnTo>
                <a:lnTo>
                  <a:pt x="204" y="713"/>
                </a:lnTo>
                <a:lnTo>
                  <a:pt x="217" y="720"/>
                </a:lnTo>
                <a:lnTo>
                  <a:pt x="229" y="727"/>
                </a:lnTo>
                <a:lnTo>
                  <a:pt x="243" y="733"/>
                </a:lnTo>
                <a:lnTo>
                  <a:pt x="256" y="740"/>
                </a:lnTo>
                <a:lnTo>
                  <a:pt x="270" y="745"/>
                </a:lnTo>
                <a:lnTo>
                  <a:pt x="283" y="751"/>
                </a:lnTo>
                <a:lnTo>
                  <a:pt x="297" y="756"/>
                </a:lnTo>
                <a:lnTo>
                  <a:pt x="312" y="761"/>
                </a:lnTo>
                <a:lnTo>
                  <a:pt x="326" y="765"/>
                </a:lnTo>
                <a:lnTo>
                  <a:pt x="341" y="769"/>
                </a:lnTo>
                <a:lnTo>
                  <a:pt x="355" y="773"/>
                </a:lnTo>
                <a:lnTo>
                  <a:pt x="370" y="776"/>
                </a:lnTo>
                <a:lnTo>
                  <a:pt x="385" y="779"/>
                </a:lnTo>
                <a:lnTo>
                  <a:pt x="400" y="781"/>
                </a:lnTo>
                <a:lnTo>
                  <a:pt x="415" y="783"/>
                </a:lnTo>
                <a:lnTo>
                  <a:pt x="430" y="785"/>
                </a:lnTo>
                <a:lnTo>
                  <a:pt x="446" y="786"/>
                </a:lnTo>
                <a:lnTo>
                  <a:pt x="461" y="787"/>
                </a:lnTo>
                <a:lnTo>
                  <a:pt x="476" y="788"/>
                </a:lnTo>
                <a:lnTo>
                  <a:pt x="492" y="788"/>
                </a:lnTo>
                <a:lnTo>
                  <a:pt x="507" y="788"/>
                </a:lnTo>
                <a:lnTo>
                  <a:pt x="523" y="787"/>
                </a:lnTo>
                <a:lnTo>
                  <a:pt x="538" y="786"/>
                </a:lnTo>
                <a:lnTo>
                  <a:pt x="553" y="785"/>
                </a:lnTo>
                <a:lnTo>
                  <a:pt x="568" y="783"/>
                </a:lnTo>
                <a:lnTo>
                  <a:pt x="584" y="781"/>
                </a:lnTo>
                <a:lnTo>
                  <a:pt x="599" y="779"/>
                </a:lnTo>
                <a:lnTo>
                  <a:pt x="614" y="776"/>
                </a:lnTo>
                <a:lnTo>
                  <a:pt x="628" y="773"/>
                </a:lnTo>
                <a:lnTo>
                  <a:pt x="643" y="769"/>
                </a:lnTo>
                <a:lnTo>
                  <a:pt x="658" y="765"/>
                </a:lnTo>
                <a:lnTo>
                  <a:pt x="672" y="761"/>
                </a:lnTo>
                <a:lnTo>
                  <a:pt x="686" y="756"/>
                </a:lnTo>
                <a:lnTo>
                  <a:pt x="700" y="751"/>
                </a:lnTo>
                <a:lnTo>
                  <a:pt x="714" y="745"/>
                </a:lnTo>
                <a:lnTo>
                  <a:pt x="728" y="740"/>
                </a:lnTo>
                <a:lnTo>
                  <a:pt x="741" y="733"/>
                </a:lnTo>
                <a:lnTo>
                  <a:pt x="754" y="727"/>
                </a:lnTo>
                <a:lnTo>
                  <a:pt x="767" y="720"/>
                </a:lnTo>
                <a:lnTo>
                  <a:pt x="780" y="713"/>
                </a:lnTo>
                <a:lnTo>
                  <a:pt x="792" y="706"/>
                </a:lnTo>
                <a:lnTo>
                  <a:pt x="804" y="698"/>
                </a:lnTo>
                <a:lnTo>
                  <a:pt x="816" y="690"/>
                </a:lnTo>
                <a:lnTo>
                  <a:pt x="827" y="682"/>
                </a:lnTo>
                <a:lnTo>
                  <a:pt x="838" y="673"/>
                </a:lnTo>
                <a:lnTo>
                  <a:pt x="849" y="664"/>
                </a:lnTo>
                <a:lnTo>
                  <a:pt x="859" y="655"/>
                </a:lnTo>
                <a:lnTo>
                  <a:pt x="869" y="646"/>
                </a:lnTo>
                <a:lnTo>
                  <a:pt x="879" y="636"/>
                </a:lnTo>
                <a:lnTo>
                  <a:pt x="888" y="626"/>
                </a:lnTo>
                <a:lnTo>
                  <a:pt x="897" y="616"/>
                </a:lnTo>
                <a:lnTo>
                  <a:pt x="905" y="606"/>
                </a:lnTo>
                <a:lnTo>
                  <a:pt x="913" y="595"/>
                </a:lnTo>
                <a:lnTo>
                  <a:pt x="922" y="585"/>
                </a:lnTo>
                <a:lnTo>
                  <a:pt x="929" y="574"/>
                </a:lnTo>
                <a:lnTo>
                  <a:pt x="936" y="563"/>
                </a:lnTo>
                <a:lnTo>
                  <a:pt x="942" y="551"/>
                </a:lnTo>
                <a:lnTo>
                  <a:pt x="948" y="540"/>
                </a:lnTo>
                <a:lnTo>
                  <a:pt x="953" y="528"/>
                </a:lnTo>
                <a:lnTo>
                  <a:pt x="958" y="517"/>
                </a:lnTo>
                <a:lnTo>
                  <a:pt x="963" y="505"/>
                </a:lnTo>
                <a:lnTo>
                  <a:pt x="967" y="493"/>
                </a:lnTo>
                <a:lnTo>
                  <a:pt x="971" y="481"/>
                </a:lnTo>
                <a:lnTo>
                  <a:pt x="974" y="469"/>
                </a:lnTo>
                <a:lnTo>
                  <a:pt x="976" y="457"/>
                </a:lnTo>
                <a:lnTo>
                  <a:pt x="979" y="444"/>
                </a:lnTo>
                <a:lnTo>
                  <a:pt x="980" y="431"/>
                </a:lnTo>
                <a:lnTo>
                  <a:pt x="981" y="419"/>
                </a:lnTo>
                <a:lnTo>
                  <a:pt x="982" y="407"/>
                </a:lnTo>
                <a:lnTo>
                  <a:pt x="982" y="394"/>
                </a:lnTo>
                <a:moveTo>
                  <a:pt x="985" y="394"/>
                </a:moveTo>
                <a:lnTo>
                  <a:pt x="984" y="407"/>
                </a:lnTo>
                <a:lnTo>
                  <a:pt x="984" y="419"/>
                </a:lnTo>
                <a:lnTo>
                  <a:pt x="983" y="432"/>
                </a:lnTo>
                <a:lnTo>
                  <a:pt x="981" y="444"/>
                </a:lnTo>
                <a:lnTo>
                  <a:pt x="979" y="457"/>
                </a:lnTo>
                <a:lnTo>
                  <a:pt x="976" y="469"/>
                </a:lnTo>
                <a:lnTo>
                  <a:pt x="973" y="481"/>
                </a:lnTo>
                <a:lnTo>
                  <a:pt x="969" y="494"/>
                </a:lnTo>
                <a:lnTo>
                  <a:pt x="965" y="505"/>
                </a:lnTo>
                <a:lnTo>
                  <a:pt x="961" y="517"/>
                </a:lnTo>
                <a:lnTo>
                  <a:pt x="956" y="529"/>
                </a:lnTo>
                <a:lnTo>
                  <a:pt x="950" y="541"/>
                </a:lnTo>
                <a:lnTo>
                  <a:pt x="944" y="552"/>
                </a:lnTo>
                <a:lnTo>
                  <a:pt x="938" y="563"/>
                </a:lnTo>
                <a:lnTo>
                  <a:pt x="931" y="575"/>
                </a:lnTo>
                <a:lnTo>
                  <a:pt x="924" y="585"/>
                </a:lnTo>
                <a:lnTo>
                  <a:pt x="915" y="596"/>
                </a:lnTo>
                <a:lnTo>
                  <a:pt x="907" y="607"/>
                </a:lnTo>
                <a:lnTo>
                  <a:pt x="899" y="617"/>
                </a:lnTo>
                <a:lnTo>
                  <a:pt x="890" y="627"/>
                </a:lnTo>
                <a:lnTo>
                  <a:pt x="880" y="637"/>
                </a:lnTo>
                <a:lnTo>
                  <a:pt x="871" y="647"/>
                </a:lnTo>
                <a:lnTo>
                  <a:pt x="861" y="656"/>
                </a:lnTo>
                <a:lnTo>
                  <a:pt x="850" y="665"/>
                </a:lnTo>
                <a:lnTo>
                  <a:pt x="840" y="674"/>
                </a:lnTo>
                <a:lnTo>
                  <a:pt x="829" y="683"/>
                </a:lnTo>
                <a:lnTo>
                  <a:pt x="817" y="691"/>
                </a:lnTo>
                <a:lnTo>
                  <a:pt x="805" y="699"/>
                </a:lnTo>
                <a:lnTo>
                  <a:pt x="793" y="707"/>
                </a:lnTo>
                <a:lnTo>
                  <a:pt x="781" y="715"/>
                </a:lnTo>
                <a:lnTo>
                  <a:pt x="768" y="722"/>
                </a:lnTo>
                <a:lnTo>
                  <a:pt x="755" y="729"/>
                </a:lnTo>
                <a:lnTo>
                  <a:pt x="742" y="735"/>
                </a:lnTo>
                <a:lnTo>
                  <a:pt x="729" y="741"/>
                </a:lnTo>
                <a:lnTo>
                  <a:pt x="715" y="747"/>
                </a:lnTo>
                <a:lnTo>
                  <a:pt x="701" y="752"/>
                </a:lnTo>
                <a:lnTo>
                  <a:pt x="687" y="758"/>
                </a:lnTo>
                <a:lnTo>
                  <a:pt x="673" y="762"/>
                </a:lnTo>
                <a:lnTo>
                  <a:pt x="658" y="767"/>
                </a:lnTo>
                <a:lnTo>
                  <a:pt x="644" y="771"/>
                </a:lnTo>
                <a:lnTo>
                  <a:pt x="629" y="774"/>
                </a:lnTo>
                <a:lnTo>
                  <a:pt x="614" y="778"/>
                </a:lnTo>
                <a:lnTo>
                  <a:pt x="599" y="780"/>
                </a:lnTo>
                <a:lnTo>
                  <a:pt x="584" y="783"/>
                </a:lnTo>
                <a:lnTo>
                  <a:pt x="569" y="785"/>
                </a:lnTo>
                <a:lnTo>
                  <a:pt x="553" y="787"/>
                </a:lnTo>
                <a:lnTo>
                  <a:pt x="538" y="788"/>
                </a:lnTo>
                <a:lnTo>
                  <a:pt x="523" y="789"/>
                </a:lnTo>
                <a:lnTo>
                  <a:pt x="507" y="790"/>
                </a:lnTo>
                <a:lnTo>
                  <a:pt x="492" y="790"/>
                </a:lnTo>
                <a:lnTo>
                  <a:pt x="476" y="790"/>
                </a:lnTo>
                <a:lnTo>
                  <a:pt x="461" y="789"/>
                </a:lnTo>
                <a:lnTo>
                  <a:pt x="446" y="788"/>
                </a:lnTo>
                <a:lnTo>
                  <a:pt x="430" y="787"/>
                </a:lnTo>
                <a:lnTo>
                  <a:pt x="415" y="785"/>
                </a:lnTo>
                <a:lnTo>
                  <a:pt x="400" y="783"/>
                </a:lnTo>
                <a:lnTo>
                  <a:pt x="384" y="780"/>
                </a:lnTo>
                <a:lnTo>
                  <a:pt x="369" y="778"/>
                </a:lnTo>
                <a:lnTo>
                  <a:pt x="355" y="774"/>
                </a:lnTo>
                <a:lnTo>
                  <a:pt x="340" y="771"/>
                </a:lnTo>
                <a:lnTo>
                  <a:pt x="325" y="767"/>
                </a:lnTo>
                <a:lnTo>
                  <a:pt x="311" y="762"/>
                </a:lnTo>
                <a:lnTo>
                  <a:pt x="296" y="758"/>
                </a:lnTo>
                <a:lnTo>
                  <a:pt x="282" y="752"/>
                </a:lnTo>
                <a:lnTo>
                  <a:pt x="268" y="747"/>
                </a:lnTo>
                <a:lnTo>
                  <a:pt x="255" y="741"/>
                </a:lnTo>
                <a:lnTo>
                  <a:pt x="241" y="735"/>
                </a:lnTo>
                <a:lnTo>
                  <a:pt x="228" y="729"/>
                </a:lnTo>
                <a:lnTo>
                  <a:pt x="215" y="722"/>
                </a:lnTo>
                <a:lnTo>
                  <a:pt x="203" y="715"/>
                </a:lnTo>
                <a:lnTo>
                  <a:pt x="190" y="707"/>
                </a:lnTo>
                <a:lnTo>
                  <a:pt x="178" y="699"/>
                </a:lnTo>
                <a:lnTo>
                  <a:pt x="167" y="691"/>
                </a:lnTo>
                <a:lnTo>
                  <a:pt x="155" y="683"/>
                </a:lnTo>
                <a:lnTo>
                  <a:pt x="144" y="674"/>
                </a:lnTo>
                <a:lnTo>
                  <a:pt x="133" y="665"/>
                </a:lnTo>
                <a:lnTo>
                  <a:pt x="123" y="656"/>
                </a:lnTo>
                <a:lnTo>
                  <a:pt x="113" y="647"/>
                </a:lnTo>
                <a:lnTo>
                  <a:pt x="103" y="637"/>
                </a:lnTo>
                <a:lnTo>
                  <a:pt x="94" y="627"/>
                </a:lnTo>
                <a:lnTo>
                  <a:pt x="85" y="617"/>
                </a:lnTo>
                <a:lnTo>
                  <a:pt x="76" y="607"/>
                </a:lnTo>
                <a:lnTo>
                  <a:pt x="68" y="596"/>
                </a:lnTo>
                <a:lnTo>
                  <a:pt x="61" y="585"/>
                </a:lnTo>
                <a:lnTo>
                  <a:pt x="54" y="575"/>
                </a:lnTo>
                <a:lnTo>
                  <a:pt x="47" y="563"/>
                </a:lnTo>
                <a:lnTo>
                  <a:pt x="40" y="552"/>
                </a:lnTo>
                <a:lnTo>
                  <a:pt x="34" y="541"/>
                </a:lnTo>
                <a:lnTo>
                  <a:pt x="29" y="529"/>
                </a:lnTo>
                <a:lnTo>
                  <a:pt x="24" y="517"/>
                </a:lnTo>
                <a:lnTo>
                  <a:pt x="19" y="505"/>
                </a:lnTo>
                <a:lnTo>
                  <a:pt x="15" y="494"/>
                </a:lnTo>
                <a:lnTo>
                  <a:pt x="12" y="481"/>
                </a:lnTo>
                <a:lnTo>
                  <a:pt x="9" y="469"/>
                </a:lnTo>
                <a:lnTo>
                  <a:pt x="6" y="457"/>
                </a:lnTo>
                <a:lnTo>
                  <a:pt x="4" y="444"/>
                </a:lnTo>
                <a:lnTo>
                  <a:pt x="2" y="432"/>
                </a:lnTo>
                <a:lnTo>
                  <a:pt x="1" y="419"/>
                </a:lnTo>
                <a:lnTo>
                  <a:pt x="0" y="407"/>
                </a:lnTo>
                <a:lnTo>
                  <a:pt x="0" y="394"/>
                </a:lnTo>
                <a:lnTo>
                  <a:pt x="0" y="382"/>
                </a:lnTo>
                <a:lnTo>
                  <a:pt x="1" y="370"/>
                </a:lnTo>
                <a:lnTo>
                  <a:pt x="2" y="357"/>
                </a:lnTo>
                <a:lnTo>
                  <a:pt x="4" y="345"/>
                </a:lnTo>
                <a:lnTo>
                  <a:pt x="6" y="333"/>
                </a:lnTo>
                <a:lnTo>
                  <a:pt x="9" y="320"/>
                </a:lnTo>
                <a:lnTo>
                  <a:pt x="12" y="308"/>
                </a:lnTo>
                <a:lnTo>
                  <a:pt x="15" y="296"/>
                </a:lnTo>
                <a:lnTo>
                  <a:pt x="19" y="284"/>
                </a:lnTo>
                <a:lnTo>
                  <a:pt x="24" y="272"/>
                </a:lnTo>
                <a:lnTo>
                  <a:pt x="29" y="261"/>
                </a:lnTo>
                <a:lnTo>
                  <a:pt x="34" y="249"/>
                </a:lnTo>
                <a:lnTo>
                  <a:pt x="40" y="238"/>
                </a:lnTo>
                <a:lnTo>
                  <a:pt x="47" y="226"/>
                </a:lnTo>
                <a:lnTo>
                  <a:pt x="54" y="215"/>
                </a:lnTo>
                <a:lnTo>
                  <a:pt x="61" y="204"/>
                </a:lnTo>
                <a:lnTo>
                  <a:pt x="68" y="194"/>
                </a:lnTo>
                <a:lnTo>
                  <a:pt x="76" y="183"/>
                </a:lnTo>
                <a:lnTo>
                  <a:pt x="85" y="173"/>
                </a:lnTo>
                <a:lnTo>
                  <a:pt x="94" y="162"/>
                </a:lnTo>
                <a:lnTo>
                  <a:pt x="103" y="153"/>
                </a:lnTo>
                <a:lnTo>
                  <a:pt x="113" y="143"/>
                </a:lnTo>
                <a:lnTo>
                  <a:pt x="123" y="133"/>
                </a:lnTo>
                <a:lnTo>
                  <a:pt x="133" y="124"/>
                </a:lnTo>
                <a:lnTo>
                  <a:pt x="144" y="115"/>
                </a:lnTo>
                <a:lnTo>
                  <a:pt x="155" y="107"/>
                </a:lnTo>
                <a:lnTo>
                  <a:pt x="167" y="98"/>
                </a:lnTo>
                <a:lnTo>
                  <a:pt x="178" y="90"/>
                </a:lnTo>
                <a:lnTo>
                  <a:pt x="190" y="83"/>
                </a:lnTo>
                <a:lnTo>
                  <a:pt x="203" y="75"/>
                </a:lnTo>
                <a:lnTo>
                  <a:pt x="215" y="68"/>
                </a:lnTo>
                <a:lnTo>
                  <a:pt x="228" y="61"/>
                </a:lnTo>
                <a:lnTo>
                  <a:pt x="241" y="55"/>
                </a:lnTo>
                <a:lnTo>
                  <a:pt x="255" y="49"/>
                </a:lnTo>
                <a:lnTo>
                  <a:pt x="268" y="43"/>
                </a:lnTo>
                <a:lnTo>
                  <a:pt x="282" y="37"/>
                </a:lnTo>
                <a:lnTo>
                  <a:pt x="296" y="32"/>
                </a:lnTo>
                <a:lnTo>
                  <a:pt x="311" y="28"/>
                </a:lnTo>
                <a:lnTo>
                  <a:pt x="325" y="23"/>
                </a:lnTo>
                <a:lnTo>
                  <a:pt x="340" y="19"/>
                </a:lnTo>
                <a:lnTo>
                  <a:pt x="355" y="15"/>
                </a:lnTo>
                <a:lnTo>
                  <a:pt x="369" y="12"/>
                </a:lnTo>
                <a:lnTo>
                  <a:pt x="384" y="9"/>
                </a:lnTo>
                <a:lnTo>
                  <a:pt x="400" y="7"/>
                </a:lnTo>
                <a:lnTo>
                  <a:pt x="415" y="5"/>
                </a:lnTo>
                <a:lnTo>
                  <a:pt x="430" y="3"/>
                </a:lnTo>
                <a:lnTo>
                  <a:pt x="446" y="2"/>
                </a:lnTo>
                <a:lnTo>
                  <a:pt x="461" y="1"/>
                </a:lnTo>
                <a:lnTo>
                  <a:pt x="476" y="0"/>
                </a:lnTo>
                <a:lnTo>
                  <a:pt x="492" y="0"/>
                </a:lnTo>
                <a:lnTo>
                  <a:pt x="507" y="0"/>
                </a:lnTo>
                <a:lnTo>
                  <a:pt x="523" y="1"/>
                </a:lnTo>
                <a:lnTo>
                  <a:pt x="538" y="2"/>
                </a:lnTo>
                <a:lnTo>
                  <a:pt x="553" y="3"/>
                </a:lnTo>
                <a:lnTo>
                  <a:pt x="569" y="5"/>
                </a:lnTo>
                <a:lnTo>
                  <a:pt x="584" y="7"/>
                </a:lnTo>
                <a:lnTo>
                  <a:pt x="599" y="9"/>
                </a:lnTo>
                <a:lnTo>
                  <a:pt x="614" y="12"/>
                </a:lnTo>
                <a:lnTo>
                  <a:pt x="629" y="15"/>
                </a:lnTo>
                <a:lnTo>
                  <a:pt x="644" y="19"/>
                </a:lnTo>
                <a:lnTo>
                  <a:pt x="658" y="23"/>
                </a:lnTo>
                <a:lnTo>
                  <a:pt x="673" y="28"/>
                </a:lnTo>
                <a:lnTo>
                  <a:pt x="687" y="32"/>
                </a:lnTo>
                <a:lnTo>
                  <a:pt x="701" y="37"/>
                </a:lnTo>
                <a:lnTo>
                  <a:pt x="715" y="43"/>
                </a:lnTo>
                <a:lnTo>
                  <a:pt x="729" y="49"/>
                </a:lnTo>
                <a:lnTo>
                  <a:pt x="742" y="55"/>
                </a:lnTo>
                <a:lnTo>
                  <a:pt x="755" y="61"/>
                </a:lnTo>
                <a:lnTo>
                  <a:pt x="768" y="68"/>
                </a:lnTo>
                <a:lnTo>
                  <a:pt x="781" y="75"/>
                </a:lnTo>
                <a:lnTo>
                  <a:pt x="793" y="83"/>
                </a:lnTo>
                <a:lnTo>
                  <a:pt x="805" y="90"/>
                </a:lnTo>
                <a:lnTo>
                  <a:pt x="817" y="98"/>
                </a:lnTo>
                <a:lnTo>
                  <a:pt x="829" y="107"/>
                </a:lnTo>
                <a:lnTo>
                  <a:pt x="840" y="115"/>
                </a:lnTo>
                <a:lnTo>
                  <a:pt x="850" y="124"/>
                </a:lnTo>
                <a:lnTo>
                  <a:pt x="861" y="133"/>
                </a:lnTo>
                <a:lnTo>
                  <a:pt x="871" y="143"/>
                </a:lnTo>
                <a:lnTo>
                  <a:pt x="880" y="153"/>
                </a:lnTo>
                <a:lnTo>
                  <a:pt x="890" y="162"/>
                </a:lnTo>
                <a:lnTo>
                  <a:pt x="899" y="173"/>
                </a:lnTo>
                <a:lnTo>
                  <a:pt x="907" y="183"/>
                </a:lnTo>
                <a:lnTo>
                  <a:pt x="915" y="194"/>
                </a:lnTo>
                <a:lnTo>
                  <a:pt x="924" y="204"/>
                </a:lnTo>
                <a:lnTo>
                  <a:pt x="931" y="215"/>
                </a:lnTo>
                <a:lnTo>
                  <a:pt x="938" y="226"/>
                </a:lnTo>
                <a:lnTo>
                  <a:pt x="944" y="238"/>
                </a:lnTo>
                <a:lnTo>
                  <a:pt x="950" y="249"/>
                </a:lnTo>
                <a:lnTo>
                  <a:pt x="956" y="261"/>
                </a:lnTo>
                <a:lnTo>
                  <a:pt x="961" y="272"/>
                </a:lnTo>
                <a:lnTo>
                  <a:pt x="965" y="284"/>
                </a:lnTo>
                <a:lnTo>
                  <a:pt x="969" y="296"/>
                </a:lnTo>
                <a:lnTo>
                  <a:pt x="973" y="308"/>
                </a:lnTo>
                <a:lnTo>
                  <a:pt x="976" y="320"/>
                </a:lnTo>
                <a:lnTo>
                  <a:pt x="979" y="333"/>
                </a:lnTo>
                <a:lnTo>
                  <a:pt x="981" y="345"/>
                </a:lnTo>
                <a:lnTo>
                  <a:pt x="983" y="357"/>
                </a:lnTo>
                <a:lnTo>
                  <a:pt x="984" y="370"/>
                </a:lnTo>
                <a:lnTo>
                  <a:pt x="984" y="382"/>
                </a:lnTo>
                <a:lnTo>
                  <a:pt x="985" y="394"/>
                </a:lnTo>
                <a:close/>
              </a:path>
            </a:pathLst>
          </a:custGeom>
          <a:solidFill>
            <a:srgbClr val="ffa3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2" name=""/>
          <p:cNvSpPr/>
          <p:nvPr/>
        </p:nvSpPr>
        <p:spPr>
          <a:xfrm>
            <a:off x="4799880" y="1684440"/>
            <a:ext cx="357840" cy="287280"/>
          </a:xfrm>
          <a:custGeom>
            <a:avLst/>
            <a:gdLst/>
            <a:ahLst/>
            <a:rect l="0" t="0" r="r" b="b"/>
            <a:pathLst>
              <a:path w="994" h="798">
                <a:moveTo>
                  <a:pt x="990" y="398"/>
                </a:moveTo>
                <a:lnTo>
                  <a:pt x="989" y="386"/>
                </a:lnTo>
                <a:lnTo>
                  <a:pt x="989" y="374"/>
                </a:lnTo>
                <a:lnTo>
                  <a:pt x="988" y="361"/>
                </a:lnTo>
                <a:lnTo>
                  <a:pt x="986" y="349"/>
                </a:lnTo>
                <a:lnTo>
                  <a:pt x="984" y="337"/>
                </a:lnTo>
                <a:lnTo>
                  <a:pt x="981" y="324"/>
                </a:lnTo>
                <a:lnTo>
                  <a:pt x="978" y="312"/>
                </a:lnTo>
                <a:lnTo>
                  <a:pt x="974" y="300"/>
                </a:lnTo>
                <a:lnTo>
                  <a:pt x="970" y="288"/>
                </a:lnTo>
                <a:lnTo>
                  <a:pt x="966" y="276"/>
                </a:lnTo>
                <a:lnTo>
                  <a:pt x="961" y="265"/>
                </a:lnTo>
                <a:lnTo>
                  <a:pt x="955" y="253"/>
                </a:lnTo>
                <a:lnTo>
                  <a:pt x="949" y="242"/>
                </a:lnTo>
                <a:lnTo>
                  <a:pt x="943" y="230"/>
                </a:lnTo>
                <a:lnTo>
                  <a:pt x="936" y="219"/>
                </a:lnTo>
                <a:lnTo>
                  <a:pt x="929" y="208"/>
                </a:lnTo>
                <a:lnTo>
                  <a:pt x="921" y="198"/>
                </a:lnTo>
                <a:lnTo>
                  <a:pt x="913" y="187"/>
                </a:lnTo>
                <a:lnTo>
                  <a:pt x="905" y="177"/>
                </a:lnTo>
                <a:lnTo>
                  <a:pt x="896" y="166"/>
                </a:lnTo>
                <a:lnTo>
                  <a:pt x="886" y="157"/>
                </a:lnTo>
                <a:lnTo>
                  <a:pt x="877" y="147"/>
                </a:lnTo>
                <a:lnTo>
                  <a:pt x="867" y="137"/>
                </a:lnTo>
                <a:lnTo>
                  <a:pt x="856" y="128"/>
                </a:lnTo>
                <a:lnTo>
                  <a:pt x="846" y="119"/>
                </a:lnTo>
                <a:lnTo>
                  <a:pt x="835" y="111"/>
                </a:lnTo>
                <a:lnTo>
                  <a:pt x="823" y="102"/>
                </a:lnTo>
                <a:lnTo>
                  <a:pt x="811" y="94"/>
                </a:lnTo>
                <a:lnTo>
                  <a:pt x="799" y="87"/>
                </a:lnTo>
                <a:lnTo>
                  <a:pt x="787" y="79"/>
                </a:lnTo>
                <a:lnTo>
                  <a:pt x="774" y="72"/>
                </a:lnTo>
                <a:lnTo>
                  <a:pt x="761" y="65"/>
                </a:lnTo>
                <a:lnTo>
                  <a:pt x="748" y="59"/>
                </a:lnTo>
                <a:lnTo>
                  <a:pt x="735" y="53"/>
                </a:lnTo>
                <a:lnTo>
                  <a:pt x="721" y="47"/>
                </a:lnTo>
                <a:lnTo>
                  <a:pt x="707" y="41"/>
                </a:lnTo>
                <a:lnTo>
                  <a:pt x="693" y="36"/>
                </a:lnTo>
                <a:lnTo>
                  <a:pt x="679" y="32"/>
                </a:lnTo>
                <a:lnTo>
                  <a:pt x="664" y="27"/>
                </a:lnTo>
                <a:lnTo>
                  <a:pt x="650" y="23"/>
                </a:lnTo>
                <a:lnTo>
                  <a:pt x="635" y="19"/>
                </a:lnTo>
                <a:lnTo>
                  <a:pt x="620" y="16"/>
                </a:lnTo>
                <a:lnTo>
                  <a:pt x="605" y="13"/>
                </a:lnTo>
                <a:lnTo>
                  <a:pt x="590" y="11"/>
                </a:lnTo>
                <a:lnTo>
                  <a:pt x="575" y="9"/>
                </a:lnTo>
                <a:lnTo>
                  <a:pt x="559" y="7"/>
                </a:lnTo>
                <a:lnTo>
                  <a:pt x="544" y="6"/>
                </a:lnTo>
                <a:lnTo>
                  <a:pt x="529" y="5"/>
                </a:lnTo>
                <a:lnTo>
                  <a:pt x="513" y="4"/>
                </a:lnTo>
                <a:lnTo>
                  <a:pt x="498" y="4"/>
                </a:lnTo>
                <a:lnTo>
                  <a:pt x="482" y="4"/>
                </a:lnTo>
                <a:lnTo>
                  <a:pt x="467" y="5"/>
                </a:lnTo>
                <a:lnTo>
                  <a:pt x="452" y="6"/>
                </a:lnTo>
                <a:lnTo>
                  <a:pt x="436" y="7"/>
                </a:lnTo>
                <a:lnTo>
                  <a:pt x="421" y="9"/>
                </a:lnTo>
                <a:lnTo>
                  <a:pt x="406" y="11"/>
                </a:lnTo>
                <a:lnTo>
                  <a:pt x="390" y="13"/>
                </a:lnTo>
                <a:lnTo>
                  <a:pt x="375" y="16"/>
                </a:lnTo>
                <a:lnTo>
                  <a:pt x="361" y="19"/>
                </a:lnTo>
                <a:lnTo>
                  <a:pt x="346" y="23"/>
                </a:lnTo>
                <a:lnTo>
                  <a:pt x="331" y="27"/>
                </a:lnTo>
                <a:lnTo>
                  <a:pt x="317" y="32"/>
                </a:lnTo>
                <a:lnTo>
                  <a:pt x="302" y="36"/>
                </a:lnTo>
                <a:lnTo>
                  <a:pt x="288" y="41"/>
                </a:lnTo>
                <a:lnTo>
                  <a:pt x="274" y="47"/>
                </a:lnTo>
                <a:lnTo>
                  <a:pt x="261" y="53"/>
                </a:lnTo>
                <a:lnTo>
                  <a:pt x="247" y="59"/>
                </a:lnTo>
                <a:lnTo>
                  <a:pt x="234" y="65"/>
                </a:lnTo>
                <a:lnTo>
                  <a:pt x="221" y="72"/>
                </a:lnTo>
                <a:lnTo>
                  <a:pt x="209" y="79"/>
                </a:lnTo>
                <a:lnTo>
                  <a:pt x="196" y="87"/>
                </a:lnTo>
                <a:lnTo>
                  <a:pt x="184" y="94"/>
                </a:lnTo>
                <a:lnTo>
                  <a:pt x="173" y="102"/>
                </a:lnTo>
                <a:lnTo>
                  <a:pt x="161" y="111"/>
                </a:lnTo>
                <a:lnTo>
                  <a:pt x="150" y="119"/>
                </a:lnTo>
                <a:lnTo>
                  <a:pt x="139" y="128"/>
                </a:lnTo>
                <a:lnTo>
                  <a:pt x="129" y="137"/>
                </a:lnTo>
                <a:lnTo>
                  <a:pt x="119" y="147"/>
                </a:lnTo>
                <a:lnTo>
                  <a:pt x="109" y="157"/>
                </a:lnTo>
                <a:lnTo>
                  <a:pt x="100" y="166"/>
                </a:lnTo>
                <a:lnTo>
                  <a:pt x="91" y="177"/>
                </a:lnTo>
                <a:lnTo>
                  <a:pt x="82" y="187"/>
                </a:lnTo>
                <a:lnTo>
                  <a:pt x="74" y="198"/>
                </a:lnTo>
                <a:lnTo>
                  <a:pt x="67" y="208"/>
                </a:lnTo>
                <a:lnTo>
                  <a:pt x="60" y="219"/>
                </a:lnTo>
                <a:lnTo>
                  <a:pt x="52" y="230"/>
                </a:lnTo>
                <a:lnTo>
                  <a:pt x="45" y="242"/>
                </a:lnTo>
                <a:lnTo>
                  <a:pt x="39" y="253"/>
                </a:lnTo>
                <a:lnTo>
                  <a:pt x="34" y="265"/>
                </a:lnTo>
                <a:lnTo>
                  <a:pt x="29" y="276"/>
                </a:lnTo>
                <a:lnTo>
                  <a:pt x="24" y="288"/>
                </a:lnTo>
                <a:lnTo>
                  <a:pt x="20" y="300"/>
                </a:lnTo>
                <a:lnTo>
                  <a:pt x="17" y="312"/>
                </a:lnTo>
                <a:lnTo>
                  <a:pt x="14" y="324"/>
                </a:lnTo>
                <a:lnTo>
                  <a:pt x="11" y="337"/>
                </a:lnTo>
                <a:lnTo>
                  <a:pt x="9" y="349"/>
                </a:lnTo>
                <a:lnTo>
                  <a:pt x="7" y="361"/>
                </a:lnTo>
                <a:lnTo>
                  <a:pt x="6" y="374"/>
                </a:lnTo>
                <a:lnTo>
                  <a:pt x="5" y="386"/>
                </a:lnTo>
                <a:lnTo>
                  <a:pt x="5" y="398"/>
                </a:lnTo>
                <a:lnTo>
                  <a:pt x="5" y="411"/>
                </a:lnTo>
                <a:lnTo>
                  <a:pt x="6" y="423"/>
                </a:lnTo>
                <a:lnTo>
                  <a:pt x="7" y="436"/>
                </a:lnTo>
                <a:lnTo>
                  <a:pt x="9" y="448"/>
                </a:lnTo>
                <a:lnTo>
                  <a:pt x="11" y="460"/>
                </a:lnTo>
                <a:lnTo>
                  <a:pt x="14" y="472"/>
                </a:lnTo>
                <a:lnTo>
                  <a:pt x="17" y="484"/>
                </a:lnTo>
                <a:lnTo>
                  <a:pt x="20" y="498"/>
                </a:lnTo>
                <a:lnTo>
                  <a:pt x="24" y="509"/>
                </a:lnTo>
                <a:lnTo>
                  <a:pt x="29" y="521"/>
                </a:lnTo>
                <a:lnTo>
                  <a:pt x="34" y="533"/>
                </a:lnTo>
                <a:lnTo>
                  <a:pt x="39" y="545"/>
                </a:lnTo>
                <a:lnTo>
                  <a:pt x="45" y="556"/>
                </a:lnTo>
                <a:lnTo>
                  <a:pt x="52" y="567"/>
                </a:lnTo>
                <a:lnTo>
                  <a:pt x="60" y="579"/>
                </a:lnTo>
                <a:lnTo>
                  <a:pt x="67" y="589"/>
                </a:lnTo>
                <a:lnTo>
                  <a:pt x="74" y="600"/>
                </a:lnTo>
                <a:lnTo>
                  <a:pt x="82" y="611"/>
                </a:lnTo>
                <a:lnTo>
                  <a:pt x="91" y="621"/>
                </a:lnTo>
                <a:lnTo>
                  <a:pt x="100" y="631"/>
                </a:lnTo>
                <a:lnTo>
                  <a:pt x="109" y="641"/>
                </a:lnTo>
                <a:lnTo>
                  <a:pt x="119" y="651"/>
                </a:lnTo>
                <a:lnTo>
                  <a:pt x="129" y="660"/>
                </a:lnTo>
                <a:lnTo>
                  <a:pt x="139" y="669"/>
                </a:lnTo>
                <a:lnTo>
                  <a:pt x="150" y="678"/>
                </a:lnTo>
                <a:lnTo>
                  <a:pt x="161" y="687"/>
                </a:lnTo>
                <a:lnTo>
                  <a:pt x="173" y="695"/>
                </a:lnTo>
                <a:lnTo>
                  <a:pt x="184" y="703"/>
                </a:lnTo>
                <a:lnTo>
                  <a:pt x="196" y="711"/>
                </a:lnTo>
                <a:lnTo>
                  <a:pt x="209" y="719"/>
                </a:lnTo>
                <a:lnTo>
                  <a:pt x="221" y="726"/>
                </a:lnTo>
                <a:lnTo>
                  <a:pt x="234" y="733"/>
                </a:lnTo>
                <a:lnTo>
                  <a:pt x="247" y="739"/>
                </a:lnTo>
                <a:lnTo>
                  <a:pt x="261" y="745"/>
                </a:lnTo>
                <a:lnTo>
                  <a:pt x="274" y="751"/>
                </a:lnTo>
                <a:lnTo>
                  <a:pt x="288" y="756"/>
                </a:lnTo>
                <a:lnTo>
                  <a:pt x="302" y="762"/>
                </a:lnTo>
                <a:lnTo>
                  <a:pt x="317" y="766"/>
                </a:lnTo>
                <a:lnTo>
                  <a:pt x="331" y="771"/>
                </a:lnTo>
                <a:lnTo>
                  <a:pt x="346" y="775"/>
                </a:lnTo>
                <a:lnTo>
                  <a:pt x="361" y="778"/>
                </a:lnTo>
                <a:lnTo>
                  <a:pt x="375" y="782"/>
                </a:lnTo>
                <a:lnTo>
                  <a:pt x="390" y="784"/>
                </a:lnTo>
                <a:lnTo>
                  <a:pt x="406" y="787"/>
                </a:lnTo>
                <a:lnTo>
                  <a:pt x="421" y="789"/>
                </a:lnTo>
                <a:lnTo>
                  <a:pt x="436" y="791"/>
                </a:lnTo>
                <a:lnTo>
                  <a:pt x="452" y="792"/>
                </a:lnTo>
                <a:lnTo>
                  <a:pt x="467" y="793"/>
                </a:lnTo>
                <a:lnTo>
                  <a:pt x="482" y="794"/>
                </a:lnTo>
                <a:lnTo>
                  <a:pt x="498" y="794"/>
                </a:lnTo>
                <a:lnTo>
                  <a:pt x="513" y="794"/>
                </a:lnTo>
                <a:lnTo>
                  <a:pt x="529" y="793"/>
                </a:lnTo>
                <a:lnTo>
                  <a:pt x="544" y="792"/>
                </a:lnTo>
                <a:lnTo>
                  <a:pt x="559" y="791"/>
                </a:lnTo>
                <a:lnTo>
                  <a:pt x="575" y="789"/>
                </a:lnTo>
                <a:lnTo>
                  <a:pt x="590" y="787"/>
                </a:lnTo>
                <a:lnTo>
                  <a:pt x="605" y="784"/>
                </a:lnTo>
                <a:lnTo>
                  <a:pt x="620" y="782"/>
                </a:lnTo>
                <a:lnTo>
                  <a:pt x="635" y="778"/>
                </a:lnTo>
                <a:lnTo>
                  <a:pt x="650" y="775"/>
                </a:lnTo>
                <a:lnTo>
                  <a:pt x="664" y="771"/>
                </a:lnTo>
                <a:lnTo>
                  <a:pt x="679" y="766"/>
                </a:lnTo>
                <a:lnTo>
                  <a:pt x="693" y="762"/>
                </a:lnTo>
                <a:lnTo>
                  <a:pt x="707" y="756"/>
                </a:lnTo>
                <a:lnTo>
                  <a:pt x="721" y="751"/>
                </a:lnTo>
                <a:lnTo>
                  <a:pt x="735" y="745"/>
                </a:lnTo>
                <a:lnTo>
                  <a:pt x="748" y="739"/>
                </a:lnTo>
                <a:lnTo>
                  <a:pt x="761" y="733"/>
                </a:lnTo>
                <a:lnTo>
                  <a:pt x="774" y="726"/>
                </a:lnTo>
                <a:lnTo>
                  <a:pt x="787" y="719"/>
                </a:lnTo>
                <a:lnTo>
                  <a:pt x="799" y="711"/>
                </a:lnTo>
                <a:lnTo>
                  <a:pt x="811" y="703"/>
                </a:lnTo>
                <a:lnTo>
                  <a:pt x="823" y="695"/>
                </a:lnTo>
                <a:lnTo>
                  <a:pt x="835" y="687"/>
                </a:lnTo>
                <a:lnTo>
                  <a:pt x="846" y="678"/>
                </a:lnTo>
                <a:lnTo>
                  <a:pt x="856" y="669"/>
                </a:lnTo>
                <a:lnTo>
                  <a:pt x="867" y="660"/>
                </a:lnTo>
                <a:lnTo>
                  <a:pt x="877" y="651"/>
                </a:lnTo>
                <a:lnTo>
                  <a:pt x="886" y="641"/>
                </a:lnTo>
                <a:lnTo>
                  <a:pt x="896" y="631"/>
                </a:lnTo>
                <a:lnTo>
                  <a:pt x="905" y="621"/>
                </a:lnTo>
                <a:lnTo>
                  <a:pt x="913" y="611"/>
                </a:lnTo>
                <a:lnTo>
                  <a:pt x="921" y="600"/>
                </a:lnTo>
                <a:lnTo>
                  <a:pt x="929" y="589"/>
                </a:lnTo>
                <a:lnTo>
                  <a:pt x="936" y="579"/>
                </a:lnTo>
                <a:lnTo>
                  <a:pt x="943" y="567"/>
                </a:lnTo>
                <a:lnTo>
                  <a:pt x="949" y="556"/>
                </a:lnTo>
                <a:lnTo>
                  <a:pt x="955" y="545"/>
                </a:lnTo>
                <a:lnTo>
                  <a:pt x="961" y="533"/>
                </a:lnTo>
                <a:lnTo>
                  <a:pt x="966" y="521"/>
                </a:lnTo>
                <a:lnTo>
                  <a:pt x="970" y="509"/>
                </a:lnTo>
                <a:lnTo>
                  <a:pt x="974" y="498"/>
                </a:lnTo>
                <a:lnTo>
                  <a:pt x="978" y="484"/>
                </a:lnTo>
                <a:lnTo>
                  <a:pt x="981" y="472"/>
                </a:lnTo>
                <a:lnTo>
                  <a:pt x="984" y="460"/>
                </a:lnTo>
                <a:lnTo>
                  <a:pt x="986" y="448"/>
                </a:lnTo>
                <a:lnTo>
                  <a:pt x="988" y="436"/>
                </a:lnTo>
                <a:lnTo>
                  <a:pt x="989" y="423"/>
                </a:lnTo>
                <a:lnTo>
                  <a:pt x="989" y="411"/>
                </a:lnTo>
                <a:lnTo>
                  <a:pt x="990" y="398"/>
                </a:lnTo>
                <a:moveTo>
                  <a:pt x="994" y="398"/>
                </a:moveTo>
                <a:lnTo>
                  <a:pt x="994" y="411"/>
                </a:lnTo>
                <a:lnTo>
                  <a:pt x="993" y="423"/>
                </a:lnTo>
                <a:lnTo>
                  <a:pt x="992" y="436"/>
                </a:lnTo>
                <a:lnTo>
                  <a:pt x="990" y="448"/>
                </a:lnTo>
                <a:lnTo>
                  <a:pt x="988" y="461"/>
                </a:lnTo>
                <a:lnTo>
                  <a:pt x="985" y="473"/>
                </a:lnTo>
                <a:lnTo>
                  <a:pt x="982" y="485"/>
                </a:lnTo>
                <a:lnTo>
                  <a:pt x="979" y="498"/>
                </a:lnTo>
                <a:lnTo>
                  <a:pt x="975" y="510"/>
                </a:lnTo>
                <a:lnTo>
                  <a:pt x="970" y="522"/>
                </a:lnTo>
                <a:lnTo>
                  <a:pt x="965" y="534"/>
                </a:lnTo>
                <a:lnTo>
                  <a:pt x="959" y="546"/>
                </a:lnTo>
                <a:lnTo>
                  <a:pt x="953" y="558"/>
                </a:lnTo>
                <a:lnTo>
                  <a:pt x="947" y="569"/>
                </a:lnTo>
                <a:lnTo>
                  <a:pt x="940" y="580"/>
                </a:lnTo>
                <a:lnTo>
                  <a:pt x="933" y="591"/>
                </a:lnTo>
                <a:lnTo>
                  <a:pt x="925" y="602"/>
                </a:lnTo>
                <a:lnTo>
                  <a:pt x="917" y="613"/>
                </a:lnTo>
                <a:lnTo>
                  <a:pt x="908" y="623"/>
                </a:lnTo>
                <a:lnTo>
                  <a:pt x="899" y="633"/>
                </a:lnTo>
                <a:lnTo>
                  <a:pt x="890" y="643"/>
                </a:lnTo>
                <a:lnTo>
                  <a:pt x="880" y="653"/>
                </a:lnTo>
                <a:lnTo>
                  <a:pt x="870" y="663"/>
                </a:lnTo>
                <a:lnTo>
                  <a:pt x="860" y="672"/>
                </a:lnTo>
                <a:lnTo>
                  <a:pt x="849" y="681"/>
                </a:lnTo>
                <a:lnTo>
                  <a:pt x="838" y="690"/>
                </a:lnTo>
                <a:lnTo>
                  <a:pt x="826" y="698"/>
                </a:lnTo>
                <a:lnTo>
                  <a:pt x="814" y="706"/>
                </a:lnTo>
                <a:lnTo>
                  <a:pt x="802" y="714"/>
                </a:lnTo>
                <a:lnTo>
                  <a:pt x="790" y="722"/>
                </a:lnTo>
                <a:lnTo>
                  <a:pt x="777" y="729"/>
                </a:lnTo>
                <a:lnTo>
                  <a:pt x="764" y="736"/>
                </a:lnTo>
                <a:lnTo>
                  <a:pt x="751" y="742"/>
                </a:lnTo>
                <a:lnTo>
                  <a:pt x="737" y="748"/>
                </a:lnTo>
                <a:lnTo>
                  <a:pt x="723" y="754"/>
                </a:lnTo>
                <a:lnTo>
                  <a:pt x="709" y="760"/>
                </a:lnTo>
                <a:lnTo>
                  <a:pt x="695" y="765"/>
                </a:lnTo>
                <a:lnTo>
                  <a:pt x="681" y="770"/>
                </a:lnTo>
                <a:lnTo>
                  <a:pt x="666" y="774"/>
                </a:lnTo>
                <a:lnTo>
                  <a:pt x="651" y="778"/>
                </a:lnTo>
                <a:lnTo>
                  <a:pt x="636" y="782"/>
                </a:lnTo>
                <a:lnTo>
                  <a:pt x="621" y="785"/>
                </a:lnTo>
                <a:lnTo>
                  <a:pt x="606" y="788"/>
                </a:lnTo>
                <a:lnTo>
                  <a:pt x="591" y="791"/>
                </a:lnTo>
                <a:lnTo>
                  <a:pt x="575" y="793"/>
                </a:lnTo>
                <a:lnTo>
                  <a:pt x="560" y="795"/>
                </a:lnTo>
                <a:lnTo>
                  <a:pt x="545" y="796"/>
                </a:lnTo>
                <a:lnTo>
                  <a:pt x="529" y="797"/>
                </a:lnTo>
                <a:lnTo>
                  <a:pt x="513" y="797"/>
                </a:lnTo>
                <a:lnTo>
                  <a:pt x="498" y="798"/>
                </a:lnTo>
                <a:lnTo>
                  <a:pt x="482" y="797"/>
                </a:lnTo>
                <a:lnTo>
                  <a:pt x="467" y="797"/>
                </a:lnTo>
                <a:lnTo>
                  <a:pt x="451" y="796"/>
                </a:lnTo>
                <a:lnTo>
                  <a:pt x="436" y="795"/>
                </a:lnTo>
                <a:lnTo>
                  <a:pt x="420" y="793"/>
                </a:lnTo>
                <a:lnTo>
                  <a:pt x="405" y="791"/>
                </a:lnTo>
                <a:lnTo>
                  <a:pt x="389" y="788"/>
                </a:lnTo>
                <a:lnTo>
                  <a:pt x="374" y="785"/>
                </a:lnTo>
                <a:lnTo>
                  <a:pt x="359" y="782"/>
                </a:lnTo>
                <a:lnTo>
                  <a:pt x="344" y="778"/>
                </a:lnTo>
                <a:lnTo>
                  <a:pt x="330" y="774"/>
                </a:lnTo>
                <a:lnTo>
                  <a:pt x="315" y="770"/>
                </a:lnTo>
                <a:lnTo>
                  <a:pt x="301" y="765"/>
                </a:lnTo>
                <a:lnTo>
                  <a:pt x="286" y="760"/>
                </a:lnTo>
                <a:lnTo>
                  <a:pt x="272" y="754"/>
                </a:lnTo>
                <a:lnTo>
                  <a:pt x="259" y="748"/>
                </a:lnTo>
                <a:lnTo>
                  <a:pt x="245" y="742"/>
                </a:lnTo>
                <a:lnTo>
                  <a:pt x="232" y="736"/>
                </a:lnTo>
                <a:lnTo>
                  <a:pt x="219" y="729"/>
                </a:lnTo>
                <a:lnTo>
                  <a:pt x="206" y="722"/>
                </a:lnTo>
                <a:lnTo>
                  <a:pt x="193" y="714"/>
                </a:lnTo>
                <a:lnTo>
                  <a:pt x="181" y="706"/>
                </a:lnTo>
                <a:lnTo>
                  <a:pt x="169" y="698"/>
                </a:lnTo>
                <a:lnTo>
                  <a:pt x="158" y="690"/>
                </a:lnTo>
                <a:lnTo>
                  <a:pt x="147" y="681"/>
                </a:lnTo>
                <a:lnTo>
                  <a:pt x="136" y="672"/>
                </a:lnTo>
                <a:lnTo>
                  <a:pt x="125" y="663"/>
                </a:lnTo>
                <a:lnTo>
                  <a:pt x="115" y="653"/>
                </a:lnTo>
                <a:lnTo>
                  <a:pt x="105" y="643"/>
                </a:lnTo>
                <a:lnTo>
                  <a:pt x="96" y="633"/>
                </a:lnTo>
                <a:lnTo>
                  <a:pt x="87" y="623"/>
                </a:lnTo>
                <a:lnTo>
                  <a:pt x="79" y="613"/>
                </a:lnTo>
                <a:lnTo>
                  <a:pt x="70" y="602"/>
                </a:lnTo>
                <a:lnTo>
                  <a:pt x="63" y="591"/>
                </a:lnTo>
                <a:lnTo>
                  <a:pt x="54" y="580"/>
                </a:lnTo>
                <a:lnTo>
                  <a:pt x="48" y="569"/>
                </a:lnTo>
                <a:lnTo>
                  <a:pt x="41" y="558"/>
                </a:lnTo>
                <a:lnTo>
                  <a:pt x="35" y="546"/>
                </a:lnTo>
                <a:lnTo>
                  <a:pt x="30" y="534"/>
                </a:lnTo>
                <a:lnTo>
                  <a:pt x="25" y="522"/>
                </a:lnTo>
                <a:lnTo>
                  <a:pt x="20" y="510"/>
                </a:lnTo>
                <a:lnTo>
                  <a:pt x="16" y="498"/>
                </a:lnTo>
                <a:lnTo>
                  <a:pt x="12" y="485"/>
                </a:lnTo>
                <a:lnTo>
                  <a:pt x="9" y="473"/>
                </a:lnTo>
                <a:lnTo>
                  <a:pt x="6" y="461"/>
                </a:lnTo>
                <a:lnTo>
                  <a:pt x="4" y="448"/>
                </a:lnTo>
                <a:lnTo>
                  <a:pt x="3" y="436"/>
                </a:lnTo>
                <a:lnTo>
                  <a:pt x="1" y="423"/>
                </a:lnTo>
                <a:lnTo>
                  <a:pt x="1" y="411"/>
                </a:lnTo>
                <a:lnTo>
                  <a:pt x="0" y="398"/>
                </a:lnTo>
                <a:lnTo>
                  <a:pt x="1" y="386"/>
                </a:lnTo>
                <a:lnTo>
                  <a:pt x="1" y="373"/>
                </a:lnTo>
                <a:lnTo>
                  <a:pt x="3" y="361"/>
                </a:lnTo>
                <a:lnTo>
                  <a:pt x="4" y="348"/>
                </a:lnTo>
                <a:lnTo>
                  <a:pt x="6" y="336"/>
                </a:lnTo>
                <a:lnTo>
                  <a:pt x="9" y="324"/>
                </a:lnTo>
                <a:lnTo>
                  <a:pt x="12" y="312"/>
                </a:lnTo>
                <a:lnTo>
                  <a:pt x="16" y="299"/>
                </a:lnTo>
                <a:lnTo>
                  <a:pt x="20" y="287"/>
                </a:lnTo>
                <a:lnTo>
                  <a:pt x="25" y="275"/>
                </a:lnTo>
                <a:lnTo>
                  <a:pt x="30" y="263"/>
                </a:lnTo>
                <a:lnTo>
                  <a:pt x="35" y="252"/>
                </a:lnTo>
                <a:lnTo>
                  <a:pt x="41" y="240"/>
                </a:lnTo>
                <a:lnTo>
                  <a:pt x="48" y="229"/>
                </a:lnTo>
                <a:lnTo>
                  <a:pt x="54" y="218"/>
                </a:lnTo>
                <a:lnTo>
                  <a:pt x="63" y="207"/>
                </a:lnTo>
                <a:lnTo>
                  <a:pt x="70" y="196"/>
                </a:lnTo>
                <a:lnTo>
                  <a:pt x="79" y="185"/>
                </a:lnTo>
                <a:lnTo>
                  <a:pt x="87" y="175"/>
                </a:lnTo>
                <a:lnTo>
                  <a:pt x="96" y="164"/>
                </a:lnTo>
                <a:lnTo>
                  <a:pt x="105" y="154"/>
                </a:lnTo>
                <a:lnTo>
                  <a:pt x="115" y="145"/>
                </a:lnTo>
                <a:lnTo>
                  <a:pt x="125" y="135"/>
                </a:lnTo>
                <a:lnTo>
                  <a:pt x="136" y="126"/>
                </a:lnTo>
                <a:lnTo>
                  <a:pt x="147" y="117"/>
                </a:lnTo>
                <a:lnTo>
                  <a:pt x="158" y="108"/>
                </a:lnTo>
                <a:lnTo>
                  <a:pt x="169" y="100"/>
                </a:lnTo>
                <a:lnTo>
                  <a:pt x="181" y="92"/>
                </a:lnTo>
                <a:lnTo>
                  <a:pt x="193" y="84"/>
                </a:lnTo>
                <a:lnTo>
                  <a:pt x="206" y="76"/>
                </a:lnTo>
                <a:lnTo>
                  <a:pt x="219" y="69"/>
                </a:lnTo>
                <a:lnTo>
                  <a:pt x="232" y="62"/>
                </a:lnTo>
                <a:lnTo>
                  <a:pt x="245" y="56"/>
                </a:lnTo>
                <a:lnTo>
                  <a:pt x="259" y="49"/>
                </a:lnTo>
                <a:lnTo>
                  <a:pt x="272" y="44"/>
                </a:lnTo>
                <a:lnTo>
                  <a:pt x="286" y="38"/>
                </a:lnTo>
                <a:lnTo>
                  <a:pt x="301" y="33"/>
                </a:lnTo>
                <a:lnTo>
                  <a:pt x="315" y="28"/>
                </a:lnTo>
                <a:lnTo>
                  <a:pt x="330" y="24"/>
                </a:lnTo>
                <a:lnTo>
                  <a:pt x="344" y="20"/>
                </a:lnTo>
                <a:lnTo>
                  <a:pt x="359" y="16"/>
                </a:lnTo>
                <a:lnTo>
                  <a:pt x="374" y="13"/>
                </a:lnTo>
                <a:lnTo>
                  <a:pt x="389" y="10"/>
                </a:lnTo>
                <a:lnTo>
                  <a:pt x="405" y="7"/>
                </a:lnTo>
                <a:lnTo>
                  <a:pt x="420" y="5"/>
                </a:lnTo>
                <a:lnTo>
                  <a:pt x="436" y="3"/>
                </a:lnTo>
                <a:lnTo>
                  <a:pt x="451" y="2"/>
                </a:lnTo>
                <a:lnTo>
                  <a:pt x="467" y="1"/>
                </a:lnTo>
                <a:lnTo>
                  <a:pt x="482" y="0"/>
                </a:lnTo>
                <a:lnTo>
                  <a:pt x="498" y="0"/>
                </a:lnTo>
                <a:lnTo>
                  <a:pt x="513" y="0"/>
                </a:lnTo>
                <a:lnTo>
                  <a:pt x="529" y="1"/>
                </a:lnTo>
                <a:lnTo>
                  <a:pt x="545" y="2"/>
                </a:lnTo>
                <a:lnTo>
                  <a:pt x="560" y="3"/>
                </a:lnTo>
                <a:lnTo>
                  <a:pt x="575" y="5"/>
                </a:lnTo>
                <a:lnTo>
                  <a:pt x="591" y="7"/>
                </a:lnTo>
                <a:lnTo>
                  <a:pt x="606" y="10"/>
                </a:lnTo>
                <a:lnTo>
                  <a:pt x="621" y="13"/>
                </a:lnTo>
                <a:lnTo>
                  <a:pt x="636" y="16"/>
                </a:lnTo>
                <a:lnTo>
                  <a:pt x="651" y="20"/>
                </a:lnTo>
                <a:lnTo>
                  <a:pt x="666" y="24"/>
                </a:lnTo>
                <a:lnTo>
                  <a:pt x="681" y="28"/>
                </a:lnTo>
                <a:lnTo>
                  <a:pt x="695" y="33"/>
                </a:lnTo>
                <a:lnTo>
                  <a:pt x="709" y="38"/>
                </a:lnTo>
                <a:lnTo>
                  <a:pt x="723" y="44"/>
                </a:lnTo>
                <a:lnTo>
                  <a:pt x="737" y="49"/>
                </a:lnTo>
                <a:lnTo>
                  <a:pt x="751" y="56"/>
                </a:lnTo>
                <a:lnTo>
                  <a:pt x="764" y="62"/>
                </a:lnTo>
                <a:lnTo>
                  <a:pt x="777" y="69"/>
                </a:lnTo>
                <a:lnTo>
                  <a:pt x="790" y="76"/>
                </a:lnTo>
                <a:lnTo>
                  <a:pt x="802" y="84"/>
                </a:lnTo>
                <a:lnTo>
                  <a:pt x="814" y="92"/>
                </a:lnTo>
                <a:lnTo>
                  <a:pt x="826" y="100"/>
                </a:lnTo>
                <a:lnTo>
                  <a:pt x="838" y="108"/>
                </a:lnTo>
                <a:lnTo>
                  <a:pt x="849" y="117"/>
                </a:lnTo>
                <a:lnTo>
                  <a:pt x="860" y="126"/>
                </a:lnTo>
                <a:lnTo>
                  <a:pt x="870" y="135"/>
                </a:lnTo>
                <a:lnTo>
                  <a:pt x="880" y="145"/>
                </a:lnTo>
                <a:lnTo>
                  <a:pt x="890" y="154"/>
                </a:lnTo>
                <a:lnTo>
                  <a:pt x="899" y="164"/>
                </a:lnTo>
                <a:lnTo>
                  <a:pt x="908" y="175"/>
                </a:lnTo>
                <a:lnTo>
                  <a:pt x="917" y="185"/>
                </a:lnTo>
                <a:lnTo>
                  <a:pt x="925" y="196"/>
                </a:lnTo>
                <a:lnTo>
                  <a:pt x="933" y="207"/>
                </a:lnTo>
                <a:lnTo>
                  <a:pt x="940" y="218"/>
                </a:lnTo>
                <a:lnTo>
                  <a:pt x="947" y="229"/>
                </a:lnTo>
                <a:lnTo>
                  <a:pt x="953" y="240"/>
                </a:lnTo>
                <a:lnTo>
                  <a:pt x="959" y="252"/>
                </a:lnTo>
                <a:lnTo>
                  <a:pt x="965" y="263"/>
                </a:lnTo>
                <a:lnTo>
                  <a:pt x="970" y="275"/>
                </a:lnTo>
                <a:lnTo>
                  <a:pt x="975" y="287"/>
                </a:lnTo>
                <a:lnTo>
                  <a:pt x="979" y="299"/>
                </a:lnTo>
                <a:lnTo>
                  <a:pt x="982" y="312"/>
                </a:lnTo>
                <a:lnTo>
                  <a:pt x="985" y="324"/>
                </a:lnTo>
                <a:lnTo>
                  <a:pt x="988" y="336"/>
                </a:lnTo>
                <a:lnTo>
                  <a:pt x="990" y="348"/>
                </a:lnTo>
                <a:lnTo>
                  <a:pt x="992" y="361"/>
                </a:lnTo>
                <a:lnTo>
                  <a:pt x="993" y="373"/>
                </a:lnTo>
                <a:lnTo>
                  <a:pt x="994" y="386"/>
                </a:lnTo>
                <a:lnTo>
                  <a:pt x="994" y="398"/>
                </a:lnTo>
                <a:close/>
              </a:path>
            </a:pathLst>
          </a:custGeom>
          <a:solidFill>
            <a:srgbClr val="ffa2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3" name=""/>
          <p:cNvSpPr/>
          <p:nvPr/>
        </p:nvSpPr>
        <p:spPr>
          <a:xfrm>
            <a:off x="4799160" y="1683720"/>
            <a:ext cx="359640" cy="288360"/>
          </a:xfrm>
          <a:custGeom>
            <a:avLst/>
            <a:gdLst/>
            <a:ahLst/>
            <a:rect l="0" t="0" r="r" b="b"/>
            <a:pathLst>
              <a:path w="999" h="801">
                <a:moveTo>
                  <a:pt x="996" y="400"/>
                </a:moveTo>
                <a:lnTo>
                  <a:pt x="996" y="388"/>
                </a:lnTo>
                <a:lnTo>
                  <a:pt x="995" y="375"/>
                </a:lnTo>
                <a:lnTo>
                  <a:pt x="994" y="363"/>
                </a:lnTo>
                <a:lnTo>
                  <a:pt x="992" y="350"/>
                </a:lnTo>
                <a:lnTo>
                  <a:pt x="990" y="338"/>
                </a:lnTo>
                <a:lnTo>
                  <a:pt x="987" y="326"/>
                </a:lnTo>
                <a:lnTo>
                  <a:pt x="984" y="314"/>
                </a:lnTo>
                <a:lnTo>
                  <a:pt x="981" y="301"/>
                </a:lnTo>
                <a:lnTo>
                  <a:pt x="977" y="289"/>
                </a:lnTo>
                <a:lnTo>
                  <a:pt x="972" y="277"/>
                </a:lnTo>
                <a:lnTo>
                  <a:pt x="967" y="265"/>
                </a:lnTo>
                <a:lnTo>
                  <a:pt x="961" y="254"/>
                </a:lnTo>
                <a:lnTo>
                  <a:pt x="955" y="242"/>
                </a:lnTo>
                <a:lnTo>
                  <a:pt x="949" y="231"/>
                </a:lnTo>
                <a:lnTo>
                  <a:pt x="942" y="220"/>
                </a:lnTo>
                <a:lnTo>
                  <a:pt x="935" y="209"/>
                </a:lnTo>
                <a:lnTo>
                  <a:pt x="927" y="198"/>
                </a:lnTo>
                <a:lnTo>
                  <a:pt x="919" y="187"/>
                </a:lnTo>
                <a:lnTo>
                  <a:pt x="910" y="177"/>
                </a:lnTo>
                <a:lnTo>
                  <a:pt x="901" y="166"/>
                </a:lnTo>
                <a:lnTo>
                  <a:pt x="892" y="156"/>
                </a:lnTo>
                <a:lnTo>
                  <a:pt x="882" y="147"/>
                </a:lnTo>
                <a:lnTo>
                  <a:pt x="872" y="137"/>
                </a:lnTo>
                <a:lnTo>
                  <a:pt x="862" y="128"/>
                </a:lnTo>
                <a:lnTo>
                  <a:pt x="851" y="119"/>
                </a:lnTo>
                <a:lnTo>
                  <a:pt x="840" y="110"/>
                </a:lnTo>
                <a:lnTo>
                  <a:pt x="828" y="102"/>
                </a:lnTo>
                <a:lnTo>
                  <a:pt x="816" y="94"/>
                </a:lnTo>
                <a:lnTo>
                  <a:pt x="804" y="86"/>
                </a:lnTo>
                <a:lnTo>
                  <a:pt x="792" y="78"/>
                </a:lnTo>
                <a:lnTo>
                  <a:pt x="779" y="71"/>
                </a:lnTo>
                <a:lnTo>
                  <a:pt x="766" y="64"/>
                </a:lnTo>
                <a:lnTo>
                  <a:pt x="753" y="58"/>
                </a:lnTo>
                <a:lnTo>
                  <a:pt x="739" y="51"/>
                </a:lnTo>
                <a:lnTo>
                  <a:pt x="725" y="46"/>
                </a:lnTo>
                <a:lnTo>
                  <a:pt x="711" y="40"/>
                </a:lnTo>
                <a:lnTo>
                  <a:pt x="697" y="35"/>
                </a:lnTo>
                <a:lnTo>
                  <a:pt x="683" y="30"/>
                </a:lnTo>
                <a:lnTo>
                  <a:pt x="668" y="26"/>
                </a:lnTo>
                <a:lnTo>
                  <a:pt x="653" y="22"/>
                </a:lnTo>
                <a:lnTo>
                  <a:pt x="638" y="18"/>
                </a:lnTo>
                <a:lnTo>
                  <a:pt x="623" y="15"/>
                </a:lnTo>
                <a:lnTo>
                  <a:pt x="608" y="12"/>
                </a:lnTo>
                <a:lnTo>
                  <a:pt x="593" y="9"/>
                </a:lnTo>
                <a:lnTo>
                  <a:pt x="577" y="7"/>
                </a:lnTo>
                <a:lnTo>
                  <a:pt x="562" y="5"/>
                </a:lnTo>
                <a:lnTo>
                  <a:pt x="547" y="4"/>
                </a:lnTo>
                <a:lnTo>
                  <a:pt x="531" y="3"/>
                </a:lnTo>
                <a:lnTo>
                  <a:pt x="515" y="2"/>
                </a:lnTo>
                <a:lnTo>
                  <a:pt x="500" y="2"/>
                </a:lnTo>
                <a:lnTo>
                  <a:pt x="484" y="2"/>
                </a:lnTo>
                <a:lnTo>
                  <a:pt x="469" y="3"/>
                </a:lnTo>
                <a:lnTo>
                  <a:pt x="453" y="4"/>
                </a:lnTo>
                <a:lnTo>
                  <a:pt x="438" y="5"/>
                </a:lnTo>
                <a:lnTo>
                  <a:pt x="422" y="7"/>
                </a:lnTo>
                <a:lnTo>
                  <a:pt x="407" y="9"/>
                </a:lnTo>
                <a:lnTo>
                  <a:pt x="391" y="12"/>
                </a:lnTo>
                <a:lnTo>
                  <a:pt x="376" y="15"/>
                </a:lnTo>
                <a:lnTo>
                  <a:pt x="361" y="18"/>
                </a:lnTo>
                <a:lnTo>
                  <a:pt x="346" y="22"/>
                </a:lnTo>
                <a:lnTo>
                  <a:pt x="332" y="26"/>
                </a:lnTo>
                <a:lnTo>
                  <a:pt x="317" y="30"/>
                </a:lnTo>
                <a:lnTo>
                  <a:pt x="303" y="35"/>
                </a:lnTo>
                <a:lnTo>
                  <a:pt x="288" y="40"/>
                </a:lnTo>
                <a:lnTo>
                  <a:pt x="274" y="46"/>
                </a:lnTo>
                <a:lnTo>
                  <a:pt x="261" y="51"/>
                </a:lnTo>
                <a:lnTo>
                  <a:pt x="247" y="58"/>
                </a:lnTo>
                <a:lnTo>
                  <a:pt x="234" y="64"/>
                </a:lnTo>
                <a:lnTo>
                  <a:pt x="221" y="71"/>
                </a:lnTo>
                <a:lnTo>
                  <a:pt x="208" y="78"/>
                </a:lnTo>
                <a:lnTo>
                  <a:pt x="195" y="86"/>
                </a:lnTo>
                <a:lnTo>
                  <a:pt x="183" y="94"/>
                </a:lnTo>
                <a:lnTo>
                  <a:pt x="171" y="102"/>
                </a:lnTo>
                <a:lnTo>
                  <a:pt x="160" y="110"/>
                </a:lnTo>
                <a:lnTo>
                  <a:pt x="149" y="119"/>
                </a:lnTo>
                <a:lnTo>
                  <a:pt x="138" y="128"/>
                </a:lnTo>
                <a:lnTo>
                  <a:pt x="126" y="137"/>
                </a:lnTo>
                <a:lnTo>
                  <a:pt x="116" y="147"/>
                </a:lnTo>
                <a:lnTo>
                  <a:pt x="106" y="156"/>
                </a:lnTo>
                <a:lnTo>
                  <a:pt x="97" y="166"/>
                </a:lnTo>
                <a:lnTo>
                  <a:pt x="88" y="177"/>
                </a:lnTo>
                <a:lnTo>
                  <a:pt x="80" y="187"/>
                </a:lnTo>
                <a:lnTo>
                  <a:pt x="71" y="198"/>
                </a:lnTo>
                <a:lnTo>
                  <a:pt x="64" y="209"/>
                </a:lnTo>
                <a:lnTo>
                  <a:pt x="56" y="220"/>
                </a:lnTo>
                <a:lnTo>
                  <a:pt x="50" y="231"/>
                </a:lnTo>
                <a:lnTo>
                  <a:pt x="43" y="242"/>
                </a:lnTo>
                <a:lnTo>
                  <a:pt x="37" y="254"/>
                </a:lnTo>
                <a:lnTo>
                  <a:pt x="32" y="265"/>
                </a:lnTo>
                <a:lnTo>
                  <a:pt x="27" y="277"/>
                </a:lnTo>
                <a:lnTo>
                  <a:pt x="22" y="289"/>
                </a:lnTo>
                <a:lnTo>
                  <a:pt x="18" y="301"/>
                </a:lnTo>
                <a:lnTo>
                  <a:pt x="14" y="314"/>
                </a:lnTo>
                <a:lnTo>
                  <a:pt x="11" y="326"/>
                </a:lnTo>
                <a:lnTo>
                  <a:pt x="8" y="338"/>
                </a:lnTo>
                <a:lnTo>
                  <a:pt x="6" y="350"/>
                </a:lnTo>
                <a:lnTo>
                  <a:pt x="5" y="363"/>
                </a:lnTo>
                <a:lnTo>
                  <a:pt x="3" y="375"/>
                </a:lnTo>
                <a:lnTo>
                  <a:pt x="3" y="388"/>
                </a:lnTo>
                <a:lnTo>
                  <a:pt x="2" y="400"/>
                </a:lnTo>
                <a:lnTo>
                  <a:pt x="3" y="413"/>
                </a:lnTo>
                <a:lnTo>
                  <a:pt x="3" y="425"/>
                </a:lnTo>
                <a:lnTo>
                  <a:pt x="5" y="438"/>
                </a:lnTo>
                <a:lnTo>
                  <a:pt x="6" y="450"/>
                </a:lnTo>
                <a:lnTo>
                  <a:pt x="8" y="463"/>
                </a:lnTo>
                <a:lnTo>
                  <a:pt x="11" y="475"/>
                </a:lnTo>
                <a:lnTo>
                  <a:pt x="14" y="487"/>
                </a:lnTo>
                <a:lnTo>
                  <a:pt x="18" y="499"/>
                </a:lnTo>
                <a:lnTo>
                  <a:pt x="22" y="511"/>
                </a:lnTo>
                <a:lnTo>
                  <a:pt x="27" y="524"/>
                </a:lnTo>
                <a:lnTo>
                  <a:pt x="32" y="536"/>
                </a:lnTo>
                <a:lnTo>
                  <a:pt x="37" y="548"/>
                </a:lnTo>
                <a:lnTo>
                  <a:pt x="43" y="560"/>
                </a:lnTo>
                <a:lnTo>
                  <a:pt x="50" y="571"/>
                </a:lnTo>
                <a:lnTo>
                  <a:pt x="56" y="582"/>
                </a:lnTo>
                <a:lnTo>
                  <a:pt x="64" y="593"/>
                </a:lnTo>
                <a:lnTo>
                  <a:pt x="71" y="604"/>
                </a:lnTo>
                <a:lnTo>
                  <a:pt x="80" y="615"/>
                </a:lnTo>
                <a:lnTo>
                  <a:pt x="88" y="625"/>
                </a:lnTo>
                <a:lnTo>
                  <a:pt x="97" y="635"/>
                </a:lnTo>
                <a:lnTo>
                  <a:pt x="106" y="645"/>
                </a:lnTo>
                <a:lnTo>
                  <a:pt x="116" y="655"/>
                </a:lnTo>
                <a:lnTo>
                  <a:pt x="126" y="665"/>
                </a:lnTo>
                <a:lnTo>
                  <a:pt x="138" y="674"/>
                </a:lnTo>
                <a:lnTo>
                  <a:pt x="149" y="683"/>
                </a:lnTo>
                <a:lnTo>
                  <a:pt x="160" y="692"/>
                </a:lnTo>
                <a:lnTo>
                  <a:pt x="171" y="700"/>
                </a:lnTo>
                <a:lnTo>
                  <a:pt x="183" y="708"/>
                </a:lnTo>
                <a:lnTo>
                  <a:pt x="195" y="716"/>
                </a:lnTo>
                <a:lnTo>
                  <a:pt x="208" y="724"/>
                </a:lnTo>
                <a:lnTo>
                  <a:pt x="221" y="731"/>
                </a:lnTo>
                <a:lnTo>
                  <a:pt x="234" y="738"/>
                </a:lnTo>
                <a:lnTo>
                  <a:pt x="247" y="744"/>
                </a:lnTo>
                <a:lnTo>
                  <a:pt x="261" y="750"/>
                </a:lnTo>
                <a:lnTo>
                  <a:pt x="274" y="756"/>
                </a:lnTo>
                <a:lnTo>
                  <a:pt x="288" y="762"/>
                </a:lnTo>
                <a:lnTo>
                  <a:pt x="303" y="767"/>
                </a:lnTo>
                <a:lnTo>
                  <a:pt x="317" y="772"/>
                </a:lnTo>
                <a:lnTo>
                  <a:pt x="332" y="776"/>
                </a:lnTo>
                <a:lnTo>
                  <a:pt x="346" y="780"/>
                </a:lnTo>
                <a:lnTo>
                  <a:pt x="361" y="784"/>
                </a:lnTo>
                <a:lnTo>
                  <a:pt x="376" y="787"/>
                </a:lnTo>
                <a:lnTo>
                  <a:pt x="391" y="790"/>
                </a:lnTo>
                <a:lnTo>
                  <a:pt x="407" y="793"/>
                </a:lnTo>
                <a:lnTo>
                  <a:pt x="422" y="795"/>
                </a:lnTo>
                <a:lnTo>
                  <a:pt x="438" y="797"/>
                </a:lnTo>
                <a:lnTo>
                  <a:pt x="453" y="798"/>
                </a:lnTo>
                <a:lnTo>
                  <a:pt x="469" y="799"/>
                </a:lnTo>
                <a:lnTo>
                  <a:pt x="484" y="799"/>
                </a:lnTo>
                <a:lnTo>
                  <a:pt x="500" y="800"/>
                </a:lnTo>
                <a:lnTo>
                  <a:pt x="515" y="799"/>
                </a:lnTo>
                <a:lnTo>
                  <a:pt x="531" y="799"/>
                </a:lnTo>
                <a:lnTo>
                  <a:pt x="547" y="798"/>
                </a:lnTo>
                <a:lnTo>
                  <a:pt x="562" y="797"/>
                </a:lnTo>
                <a:lnTo>
                  <a:pt x="577" y="795"/>
                </a:lnTo>
                <a:lnTo>
                  <a:pt x="593" y="793"/>
                </a:lnTo>
                <a:lnTo>
                  <a:pt x="608" y="790"/>
                </a:lnTo>
                <a:lnTo>
                  <a:pt x="623" y="787"/>
                </a:lnTo>
                <a:lnTo>
                  <a:pt x="638" y="784"/>
                </a:lnTo>
                <a:lnTo>
                  <a:pt x="653" y="780"/>
                </a:lnTo>
                <a:lnTo>
                  <a:pt x="668" y="776"/>
                </a:lnTo>
                <a:lnTo>
                  <a:pt x="683" y="772"/>
                </a:lnTo>
                <a:lnTo>
                  <a:pt x="697" y="767"/>
                </a:lnTo>
                <a:lnTo>
                  <a:pt x="711" y="762"/>
                </a:lnTo>
                <a:lnTo>
                  <a:pt x="725" y="756"/>
                </a:lnTo>
                <a:lnTo>
                  <a:pt x="739" y="750"/>
                </a:lnTo>
                <a:lnTo>
                  <a:pt x="753" y="744"/>
                </a:lnTo>
                <a:lnTo>
                  <a:pt x="766" y="738"/>
                </a:lnTo>
                <a:lnTo>
                  <a:pt x="779" y="731"/>
                </a:lnTo>
                <a:lnTo>
                  <a:pt x="792" y="724"/>
                </a:lnTo>
                <a:lnTo>
                  <a:pt x="804" y="716"/>
                </a:lnTo>
                <a:lnTo>
                  <a:pt x="816" y="708"/>
                </a:lnTo>
                <a:lnTo>
                  <a:pt x="828" y="700"/>
                </a:lnTo>
                <a:lnTo>
                  <a:pt x="840" y="692"/>
                </a:lnTo>
                <a:lnTo>
                  <a:pt x="851" y="683"/>
                </a:lnTo>
                <a:lnTo>
                  <a:pt x="862" y="674"/>
                </a:lnTo>
                <a:lnTo>
                  <a:pt x="872" y="665"/>
                </a:lnTo>
                <a:lnTo>
                  <a:pt x="882" y="655"/>
                </a:lnTo>
                <a:lnTo>
                  <a:pt x="892" y="645"/>
                </a:lnTo>
                <a:lnTo>
                  <a:pt x="901" y="635"/>
                </a:lnTo>
                <a:lnTo>
                  <a:pt x="910" y="625"/>
                </a:lnTo>
                <a:lnTo>
                  <a:pt x="919" y="615"/>
                </a:lnTo>
                <a:lnTo>
                  <a:pt x="927" y="604"/>
                </a:lnTo>
                <a:lnTo>
                  <a:pt x="935" y="593"/>
                </a:lnTo>
                <a:lnTo>
                  <a:pt x="942" y="582"/>
                </a:lnTo>
                <a:lnTo>
                  <a:pt x="949" y="571"/>
                </a:lnTo>
                <a:lnTo>
                  <a:pt x="955" y="560"/>
                </a:lnTo>
                <a:lnTo>
                  <a:pt x="961" y="548"/>
                </a:lnTo>
                <a:lnTo>
                  <a:pt x="967" y="536"/>
                </a:lnTo>
                <a:lnTo>
                  <a:pt x="972" y="524"/>
                </a:lnTo>
                <a:lnTo>
                  <a:pt x="977" y="511"/>
                </a:lnTo>
                <a:lnTo>
                  <a:pt x="981" y="499"/>
                </a:lnTo>
                <a:lnTo>
                  <a:pt x="984" y="487"/>
                </a:lnTo>
                <a:lnTo>
                  <a:pt x="987" y="475"/>
                </a:lnTo>
                <a:lnTo>
                  <a:pt x="990" y="463"/>
                </a:lnTo>
                <a:lnTo>
                  <a:pt x="992" y="450"/>
                </a:lnTo>
                <a:lnTo>
                  <a:pt x="994" y="438"/>
                </a:lnTo>
                <a:lnTo>
                  <a:pt x="995" y="425"/>
                </a:lnTo>
                <a:lnTo>
                  <a:pt x="996" y="413"/>
                </a:lnTo>
                <a:lnTo>
                  <a:pt x="996" y="400"/>
                </a:lnTo>
                <a:moveTo>
                  <a:pt x="999" y="400"/>
                </a:moveTo>
                <a:lnTo>
                  <a:pt x="998" y="413"/>
                </a:lnTo>
                <a:lnTo>
                  <a:pt x="998" y="426"/>
                </a:lnTo>
                <a:lnTo>
                  <a:pt x="996" y="438"/>
                </a:lnTo>
                <a:lnTo>
                  <a:pt x="995" y="451"/>
                </a:lnTo>
                <a:lnTo>
                  <a:pt x="992" y="463"/>
                </a:lnTo>
                <a:lnTo>
                  <a:pt x="990" y="475"/>
                </a:lnTo>
                <a:lnTo>
                  <a:pt x="987" y="488"/>
                </a:lnTo>
                <a:lnTo>
                  <a:pt x="983" y="500"/>
                </a:lnTo>
                <a:lnTo>
                  <a:pt x="979" y="512"/>
                </a:lnTo>
                <a:lnTo>
                  <a:pt x="974" y="525"/>
                </a:lnTo>
                <a:lnTo>
                  <a:pt x="969" y="537"/>
                </a:lnTo>
                <a:lnTo>
                  <a:pt x="964" y="549"/>
                </a:lnTo>
                <a:lnTo>
                  <a:pt x="958" y="560"/>
                </a:lnTo>
                <a:lnTo>
                  <a:pt x="951" y="572"/>
                </a:lnTo>
                <a:lnTo>
                  <a:pt x="944" y="583"/>
                </a:lnTo>
                <a:lnTo>
                  <a:pt x="937" y="594"/>
                </a:lnTo>
                <a:lnTo>
                  <a:pt x="929" y="605"/>
                </a:lnTo>
                <a:lnTo>
                  <a:pt x="921" y="616"/>
                </a:lnTo>
                <a:lnTo>
                  <a:pt x="912" y="626"/>
                </a:lnTo>
                <a:lnTo>
                  <a:pt x="903" y="637"/>
                </a:lnTo>
                <a:lnTo>
                  <a:pt x="894" y="647"/>
                </a:lnTo>
                <a:lnTo>
                  <a:pt x="884" y="656"/>
                </a:lnTo>
                <a:lnTo>
                  <a:pt x="874" y="666"/>
                </a:lnTo>
                <a:lnTo>
                  <a:pt x="863" y="675"/>
                </a:lnTo>
                <a:lnTo>
                  <a:pt x="852" y="684"/>
                </a:lnTo>
                <a:lnTo>
                  <a:pt x="841" y="693"/>
                </a:lnTo>
                <a:lnTo>
                  <a:pt x="830" y="702"/>
                </a:lnTo>
                <a:lnTo>
                  <a:pt x="818" y="710"/>
                </a:lnTo>
                <a:lnTo>
                  <a:pt x="806" y="718"/>
                </a:lnTo>
                <a:lnTo>
                  <a:pt x="793" y="725"/>
                </a:lnTo>
                <a:lnTo>
                  <a:pt x="780" y="732"/>
                </a:lnTo>
                <a:lnTo>
                  <a:pt x="767" y="739"/>
                </a:lnTo>
                <a:lnTo>
                  <a:pt x="754" y="746"/>
                </a:lnTo>
                <a:lnTo>
                  <a:pt x="740" y="752"/>
                </a:lnTo>
                <a:lnTo>
                  <a:pt x="726" y="758"/>
                </a:lnTo>
                <a:lnTo>
                  <a:pt x="712" y="763"/>
                </a:lnTo>
                <a:lnTo>
                  <a:pt x="698" y="769"/>
                </a:lnTo>
                <a:lnTo>
                  <a:pt x="683" y="773"/>
                </a:lnTo>
                <a:lnTo>
                  <a:pt x="669" y="778"/>
                </a:lnTo>
                <a:lnTo>
                  <a:pt x="654" y="782"/>
                </a:lnTo>
                <a:lnTo>
                  <a:pt x="639" y="786"/>
                </a:lnTo>
                <a:lnTo>
                  <a:pt x="624" y="789"/>
                </a:lnTo>
                <a:lnTo>
                  <a:pt x="609" y="792"/>
                </a:lnTo>
                <a:lnTo>
                  <a:pt x="593" y="794"/>
                </a:lnTo>
                <a:lnTo>
                  <a:pt x="578" y="797"/>
                </a:lnTo>
                <a:lnTo>
                  <a:pt x="562" y="798"/>
                </a:lnTo>
                <a:lnTo>
                  <a:pt x="547" y="800"/>
                </a:lnTo>
                <a:lnTo>
                  <a:pt x="531" y="801"/>
                </a:lnTo>
                <a:lnTo>
                  <a:pt x="515" y="801"/>
                </a:lnTo>
                <a:lnTo>
                  <a:pt x="500" y="801"/>
                </a:lnTo>
                <a:lnTo>
                  <a:pt x="484" y="801"/>
                </a:lnTo>
                <a:lnTo>
                  <a:pt x="468" y="801"/>
                </a:lnTo>
                <a:lnTo>
                  <a:pt x="453" y="800"/>
                </a:lnTo>
                <a:lnTo>
                  <a:pt x="437" y="798"/>
                </a:lnTo>
                <a:lnTo>
                  <a:pt x="422" y="797"/>
                </a:lnTo>
                <a:lnTo>
                  <a:pt x="406" y="794"/>
                </a:lnTo>
                <a:lnTo>
                  <a:pt x="391" y="792"/>
                </a:lnTo>
                <a:lnTo>
                  <a:pt x="376" y="789"/>
                </a:lnTo>
                <a:lnTo>
                  <a:pt x="361" y="786"/>
                </a:lnTo>
                <a:lnTo>
                  <a:pt x="346" y="782"/>
                </a:lnTo>
                <a:lnTo>
                  <a:pt x="331" y="778"/>
                </a:lnTo>
                <a:lnTo>
                  <a:pt x="316" y="773"/>
                </a:lnTo>
                <a:lnTo>
                  <a:pt x="302" y="769"/>
                </a:lnTo>
                <a:lnTo>
                  <a:pt x="287" y="763"/>
                </a:lnTo>
                <a:lnTo>
                  <a:pt x="273" y="758"/>
                </a:lnTo>
                <a:lnTo>
                  <a:pt x="260" y="752"/>
                </a:lnTo>
                <a:lnTo>
                  <a:pt x="246" y="746"/>
                </a:lnTo>
                <a:lnTo>
                  <a:pt x="233" y="739"/>
                </a:lnTo>
                <a:lnTo>
                  <a:pt x="219" y="732"/>
                </a:lnTo>
                <a:lnTo>
                  <a:pt x="207" y="725"/>
                </a:lnTo>
                <a:lnTo>
                  <a:pt x="194" y="718"/>
                </a:lnTo>
                <a:lnTo>
                  <a:pt x="182" y="710"/>
                </a:lnTo>
                <a:lnTo>
                  <a:pt x="170" y="702"/>
                </a:lnTo>
                <a:lnTo>
                  <a:pt x="158" y="693"/>
                </a:lnTo>
                <a:lnTo>
                  <a:pt x="147" y="684"/>
                </a:lnTo>
                <a:lnTo>
                  <a:pt x="136" y="675"/>
                </a:lnTo>
                <a:lnTo>
                  <a:pt x="125" y="666"/>
                </a:lnTo>
                <a:lnTo>
                  <a:pt x="114" y="656"/>
                </a:lnTo>
                <a:lnTo>
                  <a:pt x="105" y="647"/>
                </a:lnTo>
                <a:lnTo>
                  <a:pt x="95" y="637"/>
                </a:lnTo>
                <a:lnTo>
                  <a:pt x="86" y="626"/>
                </a:lnTo>
                <a:lnTo>
                  <a:pt x="78" y="616"/>
                </a:lnTo>
                <a:lnTo>
                  <a:pt x="69" y="605"/>
                </a:lnTo>
                <a:lnTo>
                  <a:pt x="62" y="594"/>
                </a:lnTo>
                <a:lnTo>
                  <a:pt x="54" y="583"/>
                </a:lnTo>
                <a:lnTo>
                  <a:pt x="47" y="572"/>
                </a:lnTo>
                <a:lnTo>
                  <a:pt x="41" y="560"/>
                </a:lnTo>
                <a:lnTo>
                  <a:pt x="35" y="549"/>
                </a:lnTo>
                <a:lnTo>
                  <a:pt x="29" y="537"/>
                </a:lnTo>
                <a:lnTo>
                  <a:pt x="24" y="525"/>
                </a:lnTo>
                <a:lnTo>
                  <a:pt x="20" y="512"/>
                </a:lnTo>
                <a:lnTo>
                  <a:pt x="16" y="500"/>
                </a:lnTo>
                <a:lnTo>
                  <a:pt x="12" y="488"/>
                </a:lnTo>
                <a:lnTo>
                  <a:pt x="9" y="475"/>
                </a:lnTo>
                <a:lnTo>
                  <a:pt x="6" y="463"/>
                </a:lnTo>
                <a:lnTo>
                  <a:pt x="4" y="451"/>
                </a:lnTo>
                <a:lnTo>
                  <a:pt x="2" y="438"/>
                </a:lnTo>
                <a:lnTo>
                  <a:pt x="1" y="426"/>
                </a:lnTo>
                <a:lnTo>
                  <a:pt x="0" y="413"/>
                </a:lnTo>
                <a:lnTo>
                  <a:pt x="0" y="400"/>
                </a:lnTo>
                <a:lnTo>
                  <a:pt x="0" y="388"/>
                </a:lnTo>
                <a:lnTo>
                  <a:pt x="1" y="375"/>
                </a:lnTo>
                <a:lnTo>
                  <a:pt x="2" y="363"/>
                </a:lnTo>
                <a:lnTo>
                  <a:pt x="4" y="350"/>
                </a:lnTo>
                <a:lnTo>
                  <a:pt x="6" y="338"/>
                </a:lnTo>
                <a:lnTo>
                  <a:pt x="9" y="325"/>
                </a:lnTo>
                <a:lnTo>
                  <a:pt x="12" y="313"/>
                </a:lnTo>
                <a:lnTo>
                  <a:pt x="16" y="301"/>
                </a:lnTo>
                <a:lnTo>
                  <a:pt x="20" y="289"/>
                </a:lnTo>
                <a:lnTo>
                  <a:pt x="24" y="277"/>
                </a:lnTo>
                <a:lnTo>
                  <a:pt x="29" y="265"/>
                </a:lnTo>
                <a:lnTo>
                  <a:pt x="35" y="253"/>
                </a:lnTo>
                <a:lnTo>
                  <a:pt x="41" y="241"/>
                </a:lnTo>
                <a:lnTo>
                  <a:pt x="47" y="230"/>
                </a:lnTo>
                <a:lnTo>
                  <a:pt x="54" y="219"/>
                </a:lnTo>
                <a:lnTo>
                  <a:pt x="62" y="208"/>
                </a:lnTo>
                <a:lnTo>
                  <a:pt x="69" y="197"/>
                </a:lnTo>
                <a:lnTo>
                  <a:pt x="78" y="186"/>
                </a:lnTo>
                <a:lnTo>
                  <a:pt x="86" y="175"/>
                </a:lnTo>
                <a:lnTo>
                  <a:pt x="95" y="165"/>
                </a:lnTo>
                <a:lnTo>
                  <a:pt x="105" y="155"/>
                </a:lnTo>
                <a:lnTo>
                  <a:pt x="114" y="145"/>
                </a:lnTo>
                <a:lnTo>
                  <a:pt x="125" y="136"/>
                </a:lnTo>
                <a:lnTo>
                  <a:pt x="136" y="126"/>
                </a:lnTo>
                <a:lnTo>
                  <a:pt x="147" y="117"/>
                </a:lnTo>
                <a:lnTo>
                  <a:pt x="158" y="109"/>
                </a:lnTo>
                <a:lnTo>
                  <a:pt x="170" y="100"/>
                </a:lnTo>
                <a:lnTo>
                  <a:pt x="182" y="92"/>
                </a:lnTo>
                <a:lnTo>
                  <a:pt x="194" y="84"/>
                </a:lnTo>
                <a:lnTo>
                  <a:pt x="207" y="77"/>
                </a:lnTo>
                <a:lnTo>
                  <a:pt x="219" y="69"/>
                </a:lnTo>
                <a:lnTo>
                  <a:pt x="233" y="63"/>
                </a:lnTo>
                <a:lnTo>
                  <a:pt x="246" y="56"/>
                </a:lnTo>
                <a:lnTo>
                  <a:pt x="260" y="50"/>
                </a:lnTo>
                <a:lnTo>
                  <a:pt x="273" y="44"/>
                </a:lnTo>
                <a:lnTo>
                  <a:pt x="287" y="38"/>
                </a:lnTo>
                <a:lnTo>
                  <a:pt x="302" y="33"/>
                </a:lnTo>
                <a:lnTo>
                  <a:pt x="316" y="28"/>
                </a:lnTo>
                <a:lnTo>
                  <a:pt x="331" y="24"/>
                </a:lnTo>
                <a:lnTo>
                  <a:pt x="346" y="20"/>
                </a:lnTo>
                <a:lnTo>
                  <a:pt x="361" y="16"/>
                </a:lnTo>
                <a:lnTo>
                  <a:pt x="376" y="13"/>
                </a:lnTo>
                <a:lnTo>
                  <a:pt x="391" y="10"/>
                </a:lnTo>
                <a:lnTo>
                  <a:pt x="406" y="7"/>
                </a:lnTo>
                <a:lnTo>
                  <a:pt x="422" y="5"/>
                </a:lnTo>
                <a:lnTo>
                  <a:pt x="437" y="3"/>
                </a:lnTo>
                <a:lnTo>
                  <a:pt x="453" y="2"/>
                </a:lnTo>
                <a:lnTo>
                  <a:pt x="468" y="1"/>
                </a:lnTo>
                <a:lnTo>
                  <a:pt x="484" y="0"/>
                </a:lnTo>
                <a:lnTo>
                  <a:pt x="500" y="0"/>
                </a:lnTo>
                <a:lnTo>
                  <a:pt x="515" y="0"/>
                </a:lnTo>
                <a:lnTo>
                  <a:pt x="531" y="1"/>
                </a:lnTo>
                <a:lnTo>
                  <a:pt x="547" y="2"/>
                </a:lnTo>
                <a:lnTo>
                  <a:pt x="562" y="3"/>
                </a:lnTo>
                <a:lnTo>
                  <a:pt x="578" y="5"/>
                </a:lnTo>
                <a:lnTo>
                  <a:pt x="593" y="7"/>
                </a:lnTo>
                <a:lnTo>
                  <a:pt x="609" y="10"/>
                </a:lnTo>
                <a:lnTo>
                  <a:pt x="624" y="13"/>
                </a:lnTo>
                <a:lnTo>
                  <a:pt x="639" y="16"/>
                </a:lnTo>
                <a:lnTo>
                  <a:pt x="654" y="20"/>
                </a:lnTo>
                <a:lnTo>
                  <a:pt x="669" y="24"/>
                </a:lnTo>
                <a:lnTo>
                  <a:pt x="683" y="28"/>
                </a:lnTo>
                <a:lnTo>
                  <a:pt x="698" y="33"/>
                </a:lnTo>
                <a:lnTo>
                  <a:pt x="712" y="38"/>
                </a:lnTo>
                <a:lnTo>
                  <a:pt x="726" y="44"/>
                </a:lnTo>
                <a:lnTo>
                  <a:pt x="740" y="50"/>
                </a:lnTo>
                <a:lnTo>
                  <a:pt x="754" y="56"/>
                </a:lnTo>
                <a:lnTo>
                  <a:pt x="767" y="63"/>
                </a:lnTo>
                <a:lnTo>
                  <a:pt x="780" y="69"/>
                </a:lnTo>
                <a:lnTo>
                  <a:pt x="793" y="77"/>
                </a:lnTo>
                <a:lnTo>
                  <a:pt x="806" y="84"/>
                </a:lnTo>
                <a:lnTo>
                  <a:pt x="818" y="92"/>
                </a:lnTo>
                <a:lnTo>
                  <a:pt x="830" y="100"/>
                </a:lnTo>
                <a:lnTo>
                  <a:pt x="841" y="109"/>
                </a:lnTo>
                <a:lnTo>
                  <a:pt x="852" y="117"/>
                </a:lnTo>
                <a:lnTo>
                  <a:pt x="863" y="126"/>
                </a:lnTo>
                <a:lnTo>
                  <a:pt x="874" y="136"/>
                </a:lnTo>
                <a:lnTo>
                  <a:pt x="884" y="145"/>
                </a:lnTo>
                <a:lnTo>
                  <a:pt x="894" y="155"/>
                </a:lnTo>
                <a:lnTo>
                  <a:pt x="903" y="165"/>
                </a:lnTo>
                <a:lnTo>
                  <a:pt x="912" y="175"/>
                </a:lnTo>
                <a:lnTo>
                  <a:pt x="921" y="186"/>
                </a:lnTo>
                <a:lnTo>
                  <a:pt x="929" y="197"/>
                </a:lnTo>
                <a:lnTo>
                  <a:pt x="937" y="208"/>
                </a:lnTo>
                <a:lnTo>
                  <a:pt x="944" y="219"/>
                </a:lnTo>
                <a:lnTo>
                  <a:pt x="951" y="230"/>
                </a:lnTo>
                <a:lnTo>
                  <a:pt x="958" y="241"/>
                </a:lnTo>
                <a:lnTo>
                  <a:pt x="964" y="253"/>
                </a:lnTo>
                <a:lnTo>
                  <a:pt x="969" y="265"/>
                </a:lnTo>
                <a:lnTo>
                  <a:pt x="974" y="277"/>
                </a:lnTo>
                <a:lnTo>
                  <a:pt x="979" y="289"/>
                </a:lnTo>
                <a:lnTo>
                  <a:pt x="983" y="301"/>
                </a:lnTo>
                <a:lnTo>
                  <a:pt x="987" y="313"/>
                </a:lnTo>
                <a:lnTo>
                  <a:pt x="990" y="325"/>
                </a:lnTo>
                <a:lnTo>
                  <a:pt x="992" y="338"/>
                </a:lnTo>
                <a:lnTo>
                  <a:pt x="995" y="350"/>
                </a:lnTo>
                <a:lnTo>
                  <a:pt x="996" y="363"/>
                </a:lnTo>
                <a:lnTo>
                  <a:pt x="998" y="375"/>
                </a:lnTo>
                <a:lnTo>
                  <a:pt x="998" y="388"/>
                </a:lnTo>
                <a:lnTo>
                  <a:pt x="999" y="400"/>
                </a:lnTo>
                <a:close/>
              </a:path>
            </a:pathLst>
          </a:custGeom>
          <a:solidFill>
            <a:srgbClr val="ffa2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4" name=""/>
          <p:cNvSpPr/>
          <p:nvPr/>
        </p:nvSpPr>
        <p:spPr>
          <a:xfrm>
            <a:off x="4798440" y="1683000"/>
            <a:ext cx="361080" cy="289800"/>
          </a:xfrm>
          <a:custGeom>
            <a:avLst/>
            <a:gdLst/>
            <a:ahLst/>
            <a:rect l="0" t="0" r="r" b="b"/>
            <a:pathLst>
              <a:path w="1003" h="805">
                <a:moveTo>
                  <a:pt x="1001" y="402"/>
                </a:moveTo>
                <a:lnTo>
                  <a:pt x="1000" y="390"/>
                </a:lnTo>
                <a:lnTo>
                  <a:pt x="1000" y="377"/>
                </a:lnTo>
                <a:lnTo>
                  <a:pt x="998" y="365"/>
                </a:lnTo>
                <a:lnTo>
                  <a:pt x="997" y="352"/>
                </a:lnTo>
                <a:lnTo>
                  <a:pt x="994" y="340"/>
                </a:lnTo>
                <a:lnTo>
                  <a:pt x="992" y="327"/>
                </a:lnTo>
                <a:lnTo>
                  <a:pt x="989" y="315"/>
                </a:lnTo>
                <a:lnTo>
                  <a:pt x="985" y="303"/>
                </a:lnTo>
                <a:lnTo>
                  <a:pt x="981" y="291"/>
                </a:lnTo>
                <a:lnTo>
                  <a:pt x="976" y="279"/>
                </a:lnTo>
                <a:lnTo>
                  <a:pt x="971" y="267"/>
                </a:lnTo>
                <a:lnTo>
                  <a:pt x="966" y="255"/>
                </a:lnTo>
                <a:lnTo>
                  <a:pt x="960" y="243"/>
                </a:lnTo>
                <a:lnTo>
                  <a:pt x="953" y="232"/>
                </a:lnTo>
                <a:lnTo>
                  <a:pt x="946" y="221"/>
                </a:lnTo>
                <a:lnTo>
                  <a:pt x="939" y="210"/>
                </a:lnTo>
                <a:lnTo>
                  <a:pt x="931" y="199"/>
                </a:lnTo>
                <a:lnTo>
                  <a:pt x="923" y="188"/>
                </a:lnTo>
                <a:lnTo>
                  <a:pt x="914" y="177"/>
                </a:lnTo>
                <a:lnTo>
                  <a:pt x="905" y="167"/>
                </a:lnTo>
                <a:lnTo>
                  <a:pt x="896" y="157"/>
                </a:lnTo>
                <a:lnTo>
                  <a:pt x="886" y="147"/>
                </a:lnTo>
                <a:lnTo>
                  <a:pt x="876" y="138"/>
                </a:lnTo>
                <a:lnTo>
                  <a:pt x="865" y="128"/>
                </a:lnTo>
                <a:lnTo>
                  <a:pt x="854" y="119"/>
                </a:lnTo>
                <a:lnTo>
                  <a:pt x="843" y="111"/>
                </a:lnTo>
                <a:lnTo>
                  <a:pt x="832" y="102"/>
                </a:lnTo>
                <a:lnTo>
                  <a:pt x="820" y="94"/>
                </a:lnTo>
                <a:lnTo>
                  <a:pt x="808" y="86"/>
                </a:lnTo>
                <a:lnTo>
                  <a:pt x="795" y="79"/>
                </a:lnTo>
                <a:lnTo>
                  <a:pt x="782" y="71"/>
                </a:lnTo>
                <a:lnTo>
                  <a:pt x="769" y="65"/>
                </a:lnTo>
                <a:lnTo>
                  <a:pt x="756" y="58"/>
                </a:lnTo>
                <a:lnTo>
                  <a:pt x="742" y="52"/>
                </a:lnTo>
                <a:lnTo>
                  <a:pt x="728" y="46"/>
                </a:lnTo>
                <a:lnTo>
                  <a:pt x="714" y="40"/>
                </a:lnTo>
                <a:lnTo>
                  <a:pt x="700" y="35"/>
                </a:lnTo>
                <a:lnTo>
                  <a:pt x="685" y="30"/>
                </a:lnTo>
                <a:lnTo>
                  <a:pt x="671" y="26"/>
                </a:lnTo>
                <a:lnTo>
                  <a:pt x="656" y="22"/>
                </a:lnTo>
                <a:lnTo>
                  <a:pt x="641" y="18"/>
                </a:lnTo>
                <a:lnTo>
                  <a:pt x="626" y="15"/>
                </a:lnTo>
                <a:lnTo>
                  <a:pt x="611" y="12"/>
                </a:lnTo>
                <a:lnTo>
                  <a:pt x="595" y="9"/>
                </a:lnTo>
                <a:lnTo>
                  <a:pt x="580" y="7"/>
                </a:lnTo>
                <a:lnTo>
                  <a:pt x="564" y="5"/>
                </a:lnTo>
                <a:lnTo>
                  <a:pt x="549" y="4"/>
                </a:lnTo>
                <a:lnTo>
                  <a:pt x="533" y="3"/>
                </a:lnTo>
                <a:lnTo>
                  <a:pt x="517" y="2"/>
                </a:lnTo>
                <a:lnTo>
                  <a:pt x="502" y="2"/>
                </a:lnTo>
                <a:lnTo>
                  <a:pt x="486" y="2"/>
                </a:lnTo>
                <a:lnTo>
                  <a:pt x="470" y="3"/>
                </a:lnTo>
                <a:lnTo>
                  <a:pt x="455" y="4"/>
                </a:lnTo>
                <a:lnTo>
                  <a:pt x="439" y="5"/>
                </a:lnTo>
                <a:lnTo>
                  <a:pt x="424" y="7"/>
                </a:lnTo>
                <a:lnTo>
                  <a:pt x="408" y="9"/>
                </a:lnTo>
                <a:lnTo>
                  <a:pt x="393" y="12"/>
                </a:lnTo>
                <a:lnTo>
                  <a:pt x="378" y="15"/>
                </a:lnTo>
                <a:lnTo>
                  <a:pt x="363" y="18"/>
                </a:lnTo>
                <a:lnTo>
                  <a:pt x="348" y="22"/>
                </a:lnTo>
                <a:lnTo>
                  <a:pt x="333" y="26"/>
                </a:lnTo>
                <a:lnTo>
                  <a:pt x="318" y="30"/>
                </a:lnTo>
                <a:lnTo>
                  <a:pt x="304" y="35"/>
                </a:lnTo>
                <a:lnTo>
                  <a:pt x="289" y="40"/>
                </a:lnTo>
                <a:lnTo>
                  <a:pt x="275" y="46"/>
                </a:lnTo>
                <a:lnTo>
                  <a:pt x="262" y="52"/>
                </a:lnTo>
                <a:lnTo>
                  <a:pt x="248" y="58"/>
                </a:lnTo>
                <a:lnTo>
                  <a:pt x="235" y="65"/>
                </a:lnTo>
                <a:lnTo>
                  <a:pt x="221" y="71"/>
                </a:lnTo>
                <a:lnTo>
                  <a:pt x="209" y="79"/>
                </a:lnTo>
                <a:lnTo>
                  <a:pt x="195" y="86"/>
                </a:lnTo>
                <a:lnTo>
                  <a:pt x="183" y="94"/>
                </a:lnTo>
                <a:lnTo>
                  <a:pt x="171" y="102"/>
                </a:lnTo>
                <a:lnTo>
                  <a:pt x="159" y="111"/>
                </a:lnTo>
                <a:lnTo>
                  <a:pt x="148" y="119"/>
                </a:lnTo>
                <a:lnTo>
                  <a:pt x="137" y="128"/>
                </a:lnTo>
                <a:lnTo>
                  <a:pt x="127" y="138"/>
                </a:lnTo>
                <a:lnTo>
                  <a:pt x="116" y="147"/>
                </a:lnTo>
                <a:lnTo>
                  <a:pt x="107" y="157"/>
                </a:lnTo>
                <a:lnTo>
                  <a:pt x="97" y="167"/>
                </a:lnTo>
                <a:lnTo>
                  <a:pt x="88" y="177"/>
                </a:lnTo>
                <a:lnTo>
                  <a:pt x="80" y="188"/>
                </a:lnTo>
                <a:lnTo>
                  <a:pt x="71" y="199"/>
                </a:lnTo>
                <a:lnTo>
                  <a:pt x="64" y="210"/>
                </a:lnTo>
                <a:lnTo>
                  <a:pt x="56" y="221"/>
                </a:lnTo>
                <a:lnTo>
                  <a:pt x="49" y="232"/>
                </a:lnTo>
                <a:lnTo>
                  <a:pt x="43" y="243"/>
                </a:lnTo>
                <a:lnTo>
                  <a:pt x="37" y="255"/>
                </a:lnTo>
                <a:lnTo>
                  <a:pt x="31" y="267"/>
                </a:lnTo>
                <a:lnTo>
                  <a:pt x="26" y="279"/>
                </a:lnTo>
                <a:lnTo>
                  <a:pt x="22" y="291"/>
                </a:lnTo>
                <a:lnTo>
                  <a:pt x="18" y="303"/>
                </a:lnTo>
                <a:lnTo>
                  <a:pt x="14" y="315"/>
                </a:lnTo>
                <a:lnTo>
                  <a:pt x="11" y="327"/>
                </a:lnTo>
                <a:lnTo>
                  <a:pt x="8" y="340"/>
                </a:lnTo>
                <a:lnTo>
                  <a:pt x="6" y="352"/>
                </a:lnTo>
                <a:lnTo>
                  <a:pt x="4" y="365"/>
                </a:lnTo>
                <a:lnTo>
                  <a:pt x="3" y="377"/>
                </a:lnTo>
                <a:lnTo>
                  <a:pt x="2" y="390"/>
                </a:lnTo>
                <a:lnTo>
                  <a:pt x="2" y="402"/>
                </a:lnTo>
                <a:lnTo>
                  <a:pt x="2" y="415"/>
                </a:lnTo>
                <a:lnTo>
                  <a:pt x="3" y="428"/>
                </a:lnTo>
                <a:lnTo>
                  <a:pt x="4" y="440"/>
                </a:lnTo>
                <a:lnTo>
                  <a:pt x="6" y="453"/>
                </a:lnTo>
                <a:lnTo>
                  <a:pt x="8" y="465"/>
                </a:lnTo>
                <a:lnTo>
                  <a:pt x="11" y="477"/>
                </a:lnTo>
                <a:lnTo>
                  <a:pt x="14" y="490"/>
                </a:lnTo>
                <a:lnTo>
                  <a:pt x="18" y="502"/>
                </a:lnTo>
                <a:lnTo>
                  <a:pt x="22" y="514"/>
                </a:lnTo>
                <a:lnTo>
                  <a:pt x="26" y="526"/>
                </a:lnTo>
                <a:lnTo>
                  <a:pt x="31" y="538"/>
                </a:lnTo>
                <a:lnTo>
                  <a:pt x="37" y="551"/>
                </a:lnTo>
                <a:lnTo>
                  <a:pt x="43" y="562"/>
                </a:lnTo>
                <a:lnTo>
                  <a:pt x="49" y="574"/>
                </a:lnTo>
                <a:lnTo>
                  <a:pt x="56" y="585"/>
                </a:lnTo>
                <a:lnTo>
                  <a:pt x="64" y="596"/>
                </a:lnTo>
                <a:lnTo>
                  <a:pt x="71" y="607"/>
                </a:lnTo>
                <a:lnTo>
                  <a:pt x="80" y="618"/>
                </a:lnTo>
                <a:lnTo>
                  <a:pt x="88" y="628"/>
                </a:lnTo>
                <a:lnTo>
                  <a:pt x="97" y="639"/>
                </a:lnTo>
                <a:lnTo>
                  <a:pt x="107" y="649"/>
                </a:lnTo>
                <a:lnTo>
                  <a:pt x="116" y="658"/>
                </a:lnTo>
                <a:lnTo>
                  <a:pt x="127" y="668"/>
                </a:lnTo>
                <a:lnTo>
                  <a:pt x="137" y="677"/>
                </a:lnTo>
                <a:lnTo>
                  <a:pt x="148" y="686"/>
                </a:lnTo>
                <a:lnTo>
                  <a:pt x="159" y="695"/>
                </a:lnTo>
                <a:lnTo>
                  <a:pt x="171" y="704"/>
                </a:lnTo>
                <a:lnTo>
                  <a:pt x="183" y="712"/>
                </a:lnTo>
                <a:lnTo>
                  <a:pt x="195" y="720"/>
                </a:lnTo>
                <a:lnTo>
                  <a:pt x="209" y="727"/>
                </a:lnTo>
                <a:lnTo>
                  <a:pt x="221" y="734"/>
                </a:lnTo>
                <a:lnTo>
                  <a:pt x="235" y="741"/>
                </a:lnTo>
                <a:lnTo>
                  <a:pt x="248" y="748"/>
                </a:lnTo>
                <a:lnTo>
                  <a:pt x="262" y="754"/>
                </a:lnTo>
                <a:lnTo>
                  <a:pt x="275" y="760"/>
                </a:lnTo>
                <a:lnTo>
                  <a:pt x="289" y="765"/>
                </a:lnTo>
                <a:lnTo>
                  <a:pt x="304" y="771"/>
                </a:lnTo>
                <a:lnTo>
                  <a:pt x="318" y="775"/>
                </a:lnTo>
                <a:lnTo>
                  <a:pt x="333" y="780"/>
                </a:lnTo>
                <a:lnTo>
                  <a:pt x="348" y="784"/>
                </a:lnTo>
                <a:lnTo>
                  <a:pt x="363" y="788"/>
                </a:lnTo>
                <a:lnTo>
                  <a:pt x="378" y="791"/>
                </a:lnTo>
                <a:lnTo>
                  <a:pt x="393" y="794"/>
                </a:lnTo>
                <a:lnTo>
                  <a:pt x="408" y="796"/>
                </a:lnTo>
                <a:lnTo>
                  <a:pt x="424" y="799"/>
                </a:lnTo>
                <a:lnTo>
                  <a:pt x="439" y="800"/>
                </a:lnTo>
                <a:lnTo>
                  <a:pt x="455" y="802"/>
                </a:lnTo>
                <a:lnTo>
                  <a:pt x="470" y="803"/>
                </a:lnTo>
                <a:lnTo>
                  <a:pt x="486" y="803"/>
                </a:lnTo>
                <a:lnTo>
                  <a:pt x="502" y="803"/>
                </a:lnTo>
                <a:lnTo>
                  <a:pt x="517" y="803"/>
                </a:lnTo>
                <a:lnTo>
                  <a:pt x="533" y="803"/>
                </a:lnTo>
                <a:lnTo>
                  <a:pt x="549" y="802"/>
                </a:lnTo>
                <a:lnTo>
                  <a:pt x="564" y="800"/>
                </a:lnTo>
                <a:lnTo>
                  <a:pt x="580" y="799"/>
                </a:lnTo>
                <a:lnTo>
                  <a:pt x="595" y="796"/>
                </a:lnTo>
                <a:lnTo>
                  <a:pt x="611" y="794"/>
                </a:lnTo>
                <a:lnTo>
                  <a:pt x="626" y="791"/>
                </a:lnTo>
                <a:lnTo>
                  <a:pt x="641" y="788"/>
                </a:lnTo>
                <a:lnTo>
                  <a:pt x="656" y="784"/>
                </a:lnTo>
                <a:lnTo>
                  <a:pt x="671" y="780"/>
                </a:lnTo>
                <a:lnTo>
                  <a:pt x="685" y="775"/>
                </a:lnTo>
                <a:lnTo>
                  <a:pt x="700" y="771"/>
                </a:lnTo>
                <a:lnTo>
                  <a:pt x="714" y="765"/>
                </a:lnTo>
                <a:lnTo>
                  <a:pt x="728" y="760"/>
                </a:lnTo>
                <a:lnTo>
                  <a:pt x="742" y="754"/>
                </a:lnTo>
                <a:lnTo>
                  <a:pt x="756" y="748"/>
                </a:lnTo>
                <a:lnTo>
                  <a:pt x="769" y="741"/>
                </a:lnTo>
                <a:lnTo>
                  <a:pt x="782" y="734"/>
                </a:lnTo>
                <a:lnTo>
                  <a:pt x="795" y="727"/>
                </a:lnTo>
                <a:lnTo>
                  <a:pt x="808" y="720"/>
                </a:lnTo>
                <a:lnTo>
                  <a:pt x="820" y="712"/>
                </a:lnTo>
                <a:lnTo>
                  <a:pt x="832" y="704"/>
                </a:lnTo>
                <a:lnTo>
                  <a:pt x="843" y="695"/>
                </a:lnTo>
                <a:lnTo>
                  <a:pt x="854" y="686"/>
                </a:lnTo>
                <a:lnTo>
                  <a:pt x="865" y="677"/>
                </a:lnTo>
                <a:lnTo>
                  <a:pt x="876" y="668"/>
                </a:lnTo>
                <a:lnTo>
                  <a:pt x="886" y="658"/>
                </a:lnTo>
                <a:lnTo>
                  <a:pt x="896" y="649"/>
                </a:lnTo>
                <a:lnTo>
                  <a:pt x="905" y="639"/>
                </a:lnTo>
                <a:lnTo>
                  <a:pt x="914" y="628"/>
                </a:lnTo>
                <a:lnTo>
                  <a:pt x="923" y="618"/>
                </a:lnTo>
                <a:lnTo>
                  <a:pt x="931" y="607"/>
                </a:lnTo>
                <a:lnTo>
                  <a:pt x="939" y="596"/>
                </a:lnTo>
                <a:lnTo>
                  <a:pt x="946" y="585"/>
                </a:lnTo>
                <a:lnTo>
                  <a:pt x="953" y="574"/>
                </a:lnTo>
                <a:lnTo>
                  <a:pt x="960" y="562"/>
                </a:lnTo>
                <a:lnTo>
                  <a:pt x="966" y="551"/>
                </a:lnTo>
                <a:lnTo>
                  <a:pt x="971" y="538"/>
                </a:lnTo>
                <a:lnTo>
                  <a:pt x="976" y="526"/>
                </a:lnTo>
                <a:lnTo>
                  <a:pt x="981" y="514"/>
                </a:lnTo>
                <a:lnTo>
                  <a:pt x="985" y="502"/>
                </a:lnTo>
                <a:lnTo>
                  <a:pt x="989" y="490"/>
                </a:lnTo>
                <a:lnTo>
                  <a:pt x="992" y="477"/>
                </a:lnTo>
                <a:lnTo>
                  <a:pt x="994" y="465"/>
                </a:lnTo>
                <a:lnTo>
                  <a:pt x="997" y="453"/>
                </a:lnTo>
                <a:lnTo>
                  <a:pt x="998" y="440"/>
                </a:lnTo>
                <a:lnTo>
                  <a:pt x="1000" y="428"/>
                </a:lnTo>
                <a:lnTo>
                  <a:pt x="1000" y="415"/>
                </a:lnTo>
                <a:lnTo>
                  <a:pt x="1001" y="402"/>
                </a:lnTo>
                <a:moveTo>
                  <a:pt x="1003" y="402"/>
                </a:moveTo>
                <a:lnTo>
                  <a:pt x="1003" y="415"/>
                </a:lnTo>
                <a:lnTo>
                  <a:pt x="1002" y="428"/>
                </a:lnTo>
                <a:lnTo>
                  <a:pt x="1001" y="440"/>
                </a:lnTo>
                <a:lnTo>
                  <a:pt x="999" y="453"/>
                </a:lnTo>
                <a:lnTo>
                  <a:pt x="997" y="465"/>
                </a:lnTo>
                <a:lnTo>
                  <a:pt x="994" y="478"/>
                </a:lnTo>
                <a:lnTo>
                  <a:pt x="991" y="490"/>
                </a:lnTo>
                <a:lnTo>
                  <a:pt x="987" y="502"/>
                </a:lnTo>
                <a:lnTo>
                  <a:pt x="983" y="515"/>
                </a:lnTo>
                <a:lnTo>
                  <a:pt x="978" y="527"/>
                </a:lnTo>
                <a:lnTo>
                  <a:pt x="973" y="539"/>
                </a:lnTo>
                <a:lnTo>
                  <a:pt x="968" y="551"/>
                </a:lnTo>
                <a:lnTo>
                  <a:pt x="962" y="563"/>
                </a:lnTo>
                <a:lnTo>
                  <a:pt x="955" y="575"/>
                </a:lnTo>
                <a:lnTo>
                  <a:pt x="948" y="586"/>
                </a:lnTo>
                <a:lnTo>
                  <a:pt x="941" y="597"/>
                </a:lnTo>
                <a:lnTo>
                  <a:pt x="933" y="608"/>
                </a:lnTo>
                <a:lnTo>
                  <a:pt x="925" y="619"/>
                </a:lnTo>
                <a:lnTo>
                  <a:pt x="916" y="629"/>
                </a:lnTo>
                <a:lnTo>
                  <a:pt x="907" y="640"/>
                </a:lnTo>
                <a:lnTo>
                  <a:pt x="898" y="650"/>
                </a:lnTo>
                <a:lnTo>
                  <a:pt x="888" y="660"/>
                </a:lnTo>
                <a:lnTo>
                  <a:pt x="878" y="669"/>
                </a:lnTo>
                <a:lnTo>
                  <a:pt x="867" y="679"/>
                </a:lnTo>
                <a:lnTo>
                  <a:pt x="856" y="688"/>
                </a:lnTo>
                <a:lnTo>
                  <a:pt x="845" y="696"/>
                </a:lnTo>
                <a:lnTo>
                  <a:pt x="833" y="705"/>
                </a:lnTo>
                <a:lnTo>
                  <a:pt x="821" y="713"/>
                </a:lnTo>
                <a:lnTo>
                  <a:pt x="809" y="721"/>
                </a:lnTo>
                <a:lnTo>
                  <a:pt x="796" y="729"/>
                </a:lnTo>
                <a:lnTo>
                  <a:pt x="783" y="736"/>
                </a:lnTo>
                <a:lnTo>
                  <a:pt x="770" y="743"/>
                </a:lnTo>
                <a:lnTo>
                  <a:pt x="757" y="749"/>
                </a:lnTo>
                <a:lnTo>
                  <a:pt x="743" y="756"/>
                </a:lnTo>
                <a:lnTo>
                  <a:pt x="729" y="762"/>
                </a:lnTo>
                <a:lnTo>
                  <a:pt x="715" y="767"/>
                </a:lnTo>
                <a:lnTo>
                  <a:pt x="701" y="772"/>
                </a:lnTo>
                <a:lnTo>
                  <a:pt x="686" y="777"/>
                </a:lnTo>
                <a:lnTo>
                  <a:pt x="672" y="782"/>
                </a:lnTo>
                <a:lnTo>
                  <a:pt x="657" y="786"/>
                </a:lnTo>
                <a:lnTo>
                  <a:pt x="642" y="789"/>
                </a:lnTo>
                <a:lnTo>
                  <a:pt x="626" y="793"/>
                </a:lnTo>
                <a:lnTo>
                  <a:pt x="611" y="796"/>
                </a:lnTo>
                <a:lnTo>
                  <a:pt x="596" y="798"/>
                </a:lnTo>
                <a:lnTo>
                  <a:pt x="580" y="800"/>
                </a:lnTo>
                <a:lnTo>
                  <a:pt x="565" y="802"/>
                </a:lnTo>
                <a:lnTo>
                  <a:pt x="549" y="804"/>
                </a:lnTo>
                <a:lnTo>
                  <a:pt x="533" y="805"/>
                </a:lnTo>
                <a:lnTo>
                  <a:pt x="518" y="805"/>
                </a:lnTo>
                <a:lnTo>
                  <a:pt x="502" y="805"/>
                </a:lnTo>
                <a:lnTo>
                  <a:pt x="486" y="805"/>
                </a:lnTo>
                <a:lnTo>
                  <a:pt x="470" y="805"/>
                </a:lnTo>
                <a:lnTo>
                  <a:pt x="455" y="804"/>
                </a:lnTo>
                <a:lnTo>
                  <a:pt x="439" y="802"/>
                </a:lnTo>
                <a:lnTo>
                  <a:pt x="423" y="800"/>
                </a:lnTo>
                <a:lnTo>
                  <a:pt x="408" y="798"/>
                </a:lnTo>
                <a:lnTo>
                  <a:pt x="392" y="796"/>
                </a:lnTo>
                <a:lnTo>
                  <a:pt x="377" y="793"/>
                </a:lnTo>
                <a:lnTo>
                  <a:pt x="362" y="789"/>
                </a:lnTo>
                <a:lnTo>
                  <a:pt x="347" y="786"/>
                </a:lnTo>
                <a:lnTo>
                  <a:pt x="332" y="782"/>
                </a:lnTo>
                <a:lnTo>
                  <a:pt x="317" y="777"/>
                </a:lnTo>
                <a:lnTo>
                  <a:pt x="303" y="772"/>
                </a:lnTo>
                <a:lnTo>
                  <a:pt x="288" y="767"/>
                </a:lnTo>
                <a:lnTo>
                  <a:pt x="274" y="762"/>
                </a:lnTo>
                <a:lnTo>
                  <a:pt x="260" y="756"/>
                </a:lnTo>
                <a:lnTo>
                  <a:pt x="247" y="749"/>
                </a:lnTo>
                <a:lnTo>
                  <a:pt x="233" y="743"/>
                </a:lnTo>
                <a:lnTo>
                  <a:pt x="220" y="736"/>
                </a:lnTo>
                <a:lnTo>
                  <a:pt x="207" y="729"/>
                </a:lnTo>
                <a:lnTo>
                  <a:pt x="194" y="721"/>
                </a:lnTo>
                <a:lnTo>
                  <a:pt x="181" y="713"/>
                </a:lnTo>
                <a:lnTo>
                  <a:pt x="169" y="705"/>
                </a:lnTo>
                <a:lnTo>
                  <a:pt x="158" y="696"/>
                </a:lnTo>
                <a:lnTo>
                  <a:pt x="146" y="688"/>
                </a:lnTo>
                <a:lnTo>
                  <a:pt x="136" y="679"/>
                </a:lnTo>
                <a:lnTo>
                  <a:pt x="125" y="669"/>
                </a:lnTo>
                <a:lnTo>
                  <a:pt x="115" y="660"/>
                </a:lnTo>
                <a:lnTo>
                  <a:pt x="105" y="650"/>
                </a:lnTo>
                <a:lnTo>
                  <a:pt x="95" y="640"/>
                </a:lnTo>
                <a:lnTo>
                  <a:pt x="86" y="629"/>
                </a:lnTo>
                <a:lnTo>
                  <a:pt x="78" y="619"/>
                </a:lnTo>
                <a:lnTo>
                  <a:pt x="69" y="608"/>
                </a:lnTo>
                <a:lnTo>
                  <a:pt x="62" y="597"/>
                </a:lnTo>
                <a:lnTo>
                  <a:pt x="54" y="586"/>
                </a:lnTo>
                <a:lnTo>
                  <a:pt x="47" y="575"/>
                </a:lnTo>
                <a:lnTo>
                  <a:pt x="41" y="563"/>
                </a:lnTo>
                <a:lnTo>
                  <a:pt x="35" y="551"/>
                </a:lnTo>
                <a:lnTo>
                  <a:pt x="29" y="539"/>
                </a:lnTo>
                <a:lnTo>
                  <a:pt x="24" y="527"/>
                </a:lnTo>
                <a:lnTo>
                  <a:pt x="20" y="515"/>
                </a:lnTo>
                <a:lnTo>
                  <a:pt x="15" y="502"/>
                </a:lnTo>
                <a:lnTo>
                  <a:pt x="12" y="490"/>
                </a:lnTo>
                <a:lnTo>
                  <a:pt x="9" y="478"/>
                </a:lnTo>
                <a:lnTo>
                  <a:pt x="6" y="465"/>
                </a:lnTo>
                <a:lnTo>
                  <a:pt x="4" y="453"/>
                </a:lnTo>
                <a:lnTo>
                  <a:pt x="2" y="440"/>
                </a:lnTo>
                <a:lnTo>
                  <a:pt x="1" y="428"/>
                </a:lnTo>
                <a:lnTo>
                  <a:pt x="0" y="415"/>
                </a:lnTo>
                <a:lnTo>
                  <a:pt x="0" y="402"/>
                </a:lnTo>
                <a:lnTo>
                  <a:pt x="0" y="390"/>
                </a:lnTo>
                <a:lnTo>
                  <a:pt x="1" y="377"/>
                </a:lnTo>
                <a:lnTo>
                  <a:pt x="2" y="365"/>
                </a:lnTo>
                <a:lnTo>
                  <a:pt x="4" y="352"/>
                </a:lnTo>
                <a:lnTo>
                  <a:pt x="6" y="340"/>
                </a:lnTo>
                <a:lnTo>
                  <a:pt x="9" y="327"/>
                </a:lnTo>
                <a:lnTo>
                  <a:pt x="12" y="315"/>
                </a:lnTo>
                <a:lnTo>
                  <a:pt x="15" y="302"/>
                </a:lnTo>
                <a:lnTo>
                  <a:pt x="20" y="290"/>
                </a:lnTo>
                <a:lnTo>
                  <a:pt x="24" y="278"/>
                </a:lnTo>
                <a:lnTo>
                  <a:pt x="29" y="266"/>
                </a:lnTo>
                <a:lnTo>
                  <a:pt x="35" y="254"/>
                </a:lnTo>
                <a:lnTo>
                  <a:pt x="41" y="243"/>
                </a:lnTo>
                <a:lnTo>
                  <a:pt x="47" y="231"/>
                </a:lnTo>
                <a:lnTo>
                  <a:pt x="54" y="220"/>
                </a:lnTo>
                <a:lnTo>
                  <a:pt x="62" y="209"/>
                </a:lnTo>
                <a:lnTo>
                  <a:pt x="69" y="198"/>
                </a:lnTo>
                <a:lnTo>
                  <a:pt x="78" y="187"/>
                </a:lnTo>
                <a:lnTo>
                  <a:pt x="86" y="176"/>
                </a:lnTo>
                <a:lnTo>
                  <a:pt x="95" y="166"/>
                </a:lnTo>
                <a:lnTo>
                  <a:pt x="105" y="156"/>
                </a:lnTo>
                <a:lnTo>
                  <a:pt x="115" y="146"/>
                </a:lnTo>
                <a:lnTo>
                  <a:pt x="125" y="137"/>
                </a:lnTo>
                <a:lnTo>
                  <a:pt x="136" y="127"/>
                </a:lnTo>
                <a:lnTo>
                  <a:pt x="146" y="118"/>
                </a:lnTo>
                <a:lnTo>
                  <a:pt x="158" y="109"/>
                </a:lnTo>
                <a:lnTo>
                  <a:pt x="169" y="101"/>
                </a:lnTo>
                <a:lnTo>
                  <a:pt x="181" y="93"/>
                </a:lnTo>
                <a:lnTo>
                  <a:pt x="194" y="85"/>
                </a:lnTo>
                <a:lnTo>
                  <a:pt x="207" y="77"/>
                </a:lnTo>
                <a:lnTo>
                  <a:pt x="220" y="70"/>
                </a:lnTo>
                <a:lnTo>
                  <a:pt x="233" y="63"/>
                </a:lnTo>
                <a:lnTo>
                  <a:pt x="247" y="56"/>
                </a:lnTo>
                <a:lnTo>
                  <a:pt x="260" y="50"/>
                </a:lnTo>
                <a:lnTo>
                  <a:pt x="274" y="44"/>
                </a:lnTo>
                <a:lnTo>
                  <a:pt x="288" y="39"/>
                </a:lnTo>
                <a:lnTo>
                  <a:pt x="303" y="33"/>
                </a:lnTo>
                <a:lnTo>
                  <a:pt x="317" y="29"/>
                </a:lnTo>
                <a:lnTo>
                  <a:pt x="332" y="24"/>
                </a:lnTo>
                <a:lnTo>
                  <a:pt x="347" y="20"/>
                </a:lnTo>
                <a:lnTo>
                  <a:pt x="362" y="16"/>
                </a:lnTo>
                <a:lnTo>
                  <a:pt x="377" y="13"/>
                </a:lnTo>
                <a:lnTo>
                  <a:pt x="392" y="10"/>
                </a:lnTo>
                <a:lnTo>
                  <a:pt x="408" y="8"/>
                </a:lnTo>
                <a:lnTo>
                  <a:pt x="423" y="5"/>
                </a:lnTo>
                <a:lnTo>
                  <a:pt x="439" y="4"/>
                </a:lnTo>
                <a:lnTo>
                  <a:pt x="455" y="2"/>
                </a:lnTo>
                <a:lnTo>
                  <a:pt x="470" y="1"/>
                </a:lnTo>
                <a:lnTo>
                  <a:pt x="486" y="1"/>
                </a:lnTo>
                <a:lnTo>
                  <a:pt x="502" y="0"/>
                </a:lnTo>
                <a:lnTo>
                  <a:pt x="518" y="1"/>
                </a:lnTo>
                <a:lnTo>
                  <a:pt x="533" y="1"/>
                </a:lnTo>
                <a:lnTo>
                  <a:pt x="549" y="2"/>
                </a:lnTo>
                <a:lnTo>
                  <a:pt x="565" y="4"/>
                </a:lnTo>
                <a:lnTo>
                  <a:pt x="580" y="5"/>
                </a:lnTo>
                <a:lnTo>
                  <a:pt x="596" y="8"/>
                </a:lnTo>
                <a:lnTo>
                  <a:pt x="611" y="10"/>
                </a:lnTo>
                <a:lnTo>
                  <a:pt x="626" y="13"/>
                </a:lnTo>
                <a:lnTo>
                  <a:pt x="642" y="16"/>
                </a:lnTo>
                <a:lnTo>
                  <a:pt x="657" y="20"/>
                </a:lnTo>
                <a:lnTo>
                  <a:pt x="672" y="24"/>
                </a:lnTo>
                <a:lnTo>
                  <a:pt x="686" y="29"/>
                </a:lnTo>
                <a:lnTo>
                  <a:pt x="701" y="33"/>
                </a:lnTo>
                <a:lnTo>
                  <a:pt x="715" y="39"/>
                </a:lnTo>
                <a:lnTo>
                  <a:pt x="729" y="44"/>
                </a:lnTo>
                <a:lnTo>
                  <a:pt x="743" y="50"/>
                </a:lnTo>
                <a:lnTo>
                  <a:pt x="757" y="56"/>
                </a:lnTo>
                <a:lnTo>
                  <a:pt x="770" y="63"/>
                </a:lnTo>
                <a:lnTo>
                  <a:pt x="783" y="70"/>
                </a:lnTo>
                <a:lnTo>
                  <a:pt x="796" y="77"/>
                </a:lnTo>
                <a:lnTo>
                  <a:pt x="809" y="85"/>
                </a:lnTo>
                <a:lnTo>
                  <a:pt x="821" y="93"/>
                </a:lnTo>
                <a:lnTo>
                  <a:pt x="833" y="101"/>
                </a:lnTo>
                <a:lnTo>
                  <a:pt x="845" y="109"/>
                </a:lnTo>
                <a:lnTo>
                  <a:pt x="856" y="118"/>
                </a:lnTo>
                <a:lnTo>
                  <a:pt x="867" y="127"/>
                </a:lnTo>
                <a:lnTo>
                  <a:pt x="878" y="137"/>
                </a:lnTo>
                <a:lnTo>
                  <a:pt x="888" y="146"/>
                </a:lnTo>
                <a:lnTo>
                  <a:pt x="898" y="156"/>
                </a:lnTo>
                <a:lnTo>
                  <a:pt x="907" y="166"/>
                </a:lnTo>
                <a:lnTo>
                  <a:pt x="916" y="176"/>
                </a:lnTo>
                <a:lnTo>
                  <a:pt x="925" y="187"/>
                </a:lnTo>
                <a:lnTo>
                  <a:pt x="933" y="198"/>
                </a:lnTo>
                <a:lnTo>
                  <a:pt x="941" y="209"/>
                </a:lnTo>
                <a:lnTo>
                  <a:pt x="948" y="220"/>
                </a:lnTo>
                <a:lnTo>
                  <a:pt x="955" y="231"/>
                </a:lnTo>
                <a:lnTo>
                  <a:pt x="962" y="243"/>
                </a:lnTo>
                <a:lnTo>
                  <a:pt x="968" y="254"/>
                </a:lnTo>
                <a:lnTo>
                  <a:pt x="973" y="266"/>
                </a:lnTo>
                <a:lnTo>
                  <a:pt x="978" y="278"/>
                </a:lnTo>
                <a:lnTo>
                  <a:pt x="983" y="290"/>
                </a:lnTo>
                <a:lnTo>
                  <a:pt x="987" y="302"/>
                </a:lnTo>
                <a:lnTo>
                  <a:pt x="991" y="315"/>
                </a:lnTo>
                <a:lnTo>
                  <a:pt x="994" y="327"/>
                </a:lnTo>
                <a:lnTo>
                  <a:pt x="997" y="340"/>
                </a:lnTo>
                <a:lnTo>
                  <a:pt x="999" y="352"/>
                </a:lnTo>
                <a:lnTo>
                  <a:pt x="1001" y="365"/>
                </a:lnTo>
                <a:lnTo>
                  <a:pt x="1002" y="377"/>
                </a:lnTo>
                <a:lnTo>
                  <a:pt x="1003" y="390"/>
                </a:lnTo>
                <a:lnTo>
                  <a:pt x="1003" y="402"/>
                </a:lnTo>
                <a:close/>
              </a:path>
            </a:pathLst>
          </a:custGeom>
          <a:solidFill>
            <a:srgbClr val="ffa1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5" name=""/>
          <p:cNvSpPr/>
          <p:nvPr/>
        </p:nvSpPr>
        <p:spPr>
          <a:xfrm>
            <a:off x="4797360" y="1682640"/>
            <a:ext cx="362880" cy="290880"/>
          </a:xfrm>
          <a:custGeom>
            <a:avLst/>
            <a:gdLst/>
            <a:ahLst/>
            <a:rect l="0" t="0" r="r" b="b"/>
            <a:pathLst>
              <a:path w="1008" h="808">
                <a:moveTo>
                  <a:pt x="1006" y="403"/>
                </a:moveTo>
                <a:lnTo>
                  <a:pt x="1006" y="391"/>
                </a:lnTo>
                <a:lnTo>
                  <a:pt x="1005" y="378"/>
                </a:lnTo>
                <a:lnTo>
                  <a:pt x="1004" y="366"/>
                </a:lnTo>
                <a:lnTo>
                  <a:pt x="1002" y="353"/>
                </a:lnTo>
                <a:lnTo>
                  <a:pt x="1000" y="341"/>
                </a:lnTo>
                <a:lnTo>
                  <a:pt x="997" y="328"/>
                </a:lnTo>
                <a:lnTo>
                  <a:pt x="994" y="316"/>
                </a:lnTo>
                <a:lnTo>
                  <a:pt x="990" y="303"/>
                </a:lnTo>
                <a:lnTo>
                  <a:pt x="986" y="291"/>
                </a:lnTo>
                <a:lnTo>
                  <a:pt x="981" y="279"/>
                </a:lnTo>
                <a:lnTo>
                  <a:pt x="976" y="267"/>
                </a:lnTo>
                <a:lnTo>
                  <a:pt x="971" y="255"/>
                </a:lnTo>
                <a:lnTo>
                  <a:pt x="965" y="244"/>
                </a:lnTo>
                <a:lnTo>
                  <a:pt x="958" y="232"/>
                </a:lnTo>
                <a:lnTo>
                  <a:pt x="951" y="221"/>
                </a:lnTo>
                <a:lnTo>
                  <a:pt x="944" y="210"/>
                </a:lnTo>
                <a:lnTo>
                  <a:pt x="936" y="199"/>
                </a:lnTo>
                <a:lnTo>
                  <a:pt x="928" y="188"/>
                </a:lnTo>
                <a:lnTo>
                  <a:pt x="919" y="177"/>
                </a:lnTo>
                <a:lnTo>
                  <a:pt x="910" y="167"/>
                </a:lnTo>
                <a:lnTo>
                  <a:pt x="901" y="157"/>
                </a:lnTo>
                <a:lnTo>
                  <a:pt x="891" y="147"/>
                </a:lnTo>
                <a:lnTo>
                  <a:pt x="881" y="138"/>
                </a:lnTo>
                <a:lnTo>
                  <a:pt x="870" y="128"/>
                </a:lnTo>
                <a:lnTo>
                  <a:pt x="859" y="119"/>
                </a:lnTo>
                <a:lnTo>
                  <a:pt x="848" y="110"/>
                </a:lnTo>
                <a:lnTo>
                  <a:pt x="836" y="102"/>
                </a:lnTo>
                <a:lnTo>
                  <a:pt x="824" y="94"/>
                </a:lnTo>
                <a:lnTo>
                  <a:pt x="812" y="86"/>
                </a:lnTo>
                <a:lnTo>
                  <a:pt x="799" y="78"/>
                </a:lnTo>
                <a:lnTo>
                  <a:pt x="786" y="71"/>
                </a:lnTo>
                <a:lnTo>
                  <a:pt x="773" y="64"/>
                </a:lnTo>
                <a:lnTo>
                  <a:pt x="760" y="57"/>
                </a:lnTo>
                <a:lnTo>
                  <a:pt x="746" y="51"/>
                </a:lnTo>
                <a:lnTo>
                  <a:pt x="732" y="45"/>
                </a:lnTo>
                <a:lnTo>
                  <a:pt x="718" y="40"/>
                </a:lnTo>
                <a:lnTo>
                  <a:pt x="704" y="34"/>
                </a:lnTo>
                <a:lnTo>
                  <a:pt x="689" y="30"/>
                </a:lnTo>
                <a:lnTo>
                  <a:pt x="675" y="25"/>
                </a:lnTo>
                <a:lnTo>
                  <a:pt x="660" y="21"/>
                </a:lnTo>
                <a:lnTo>
                  <a:pt x="645" y="17"/>
                </a:lnTo>
                <a:lnTo>
                  <a:pt x="629" y="14"/>
                </a:lnTo>
                <a:lnTo>
                  <a:pt x="614" y="11"/>
                </a:lnTo>
                <a:lnTo>
                  <a:pt x="599" y="9"/>
                </a:lnTo>
                <a:lnTo>
                  <a:pt x="583" y="6"/>
                </a:lnTo>
                <a:lnTo>
                  <a:pt x="568" y="5"/>
                </a:lnTo>
                <a:lnTo>
                  <a:pt x="552" y="3"/>
                </a:lnTo>
                <a:lnTo>
                  <a:pt x="536" y="2"/>
                </a:lnTo>
                <a:lnTo>
                  <a:pt x="521" y="2"/>
                </a:lnTo>
                <a:lnTo>
                  <a:pt x="505" y="1"/>
                </a:lnTo>
                <a:lnTo>
                  <a:pt x="489" y="2"/>
                </a:lnTo>
                <a:lnTo>
                  <a:pt x="473" y="2"/>
                </a:lnTo>
                <a:lnTo>
                  <a:pt x="458" y="3"/>
                </a:lnTo>
                <a:lnTo>
                  <a:pt x="442" y="5"/>
                </a:lnTo>
                <a:lnTo>
                  <a:pt x="426" y="6"/>
                </a:lnTo>
                <a:lnTo>
                  <a:pt x="411" y="9"/>
                </a:lnTo>
                <a:lnTo>
                  <a:pt x="395" y="11"/>
                </a:lnTo>
                <a:lnTo>
                  <a:pt x="380" y="14"/>
                </a:lnTo>
                <a:lnTo>
                  <a:pt x="365" y="17"/>
                </a:lnTo>
                <a:lnTo>
                  <a:pt x="350" y="21"/>
                </a:lnTo>
                <a:lnTo>
                  <a:pt x="335" y="25"/>
                </a:lnTo>
                <a:lnTo>
                  <a:pt x="320" y="30"/>
                </a:lnTo>
                <a:lnTo>
                  <a:pt x="306" y="34"/>
                </a:lnTo>
                <a:lnTo>
                  <a:pt x="291" y="40"/>
                </a:lnTo>
                <a:lnTo>
                  <a:pt x="277" y="45"/>
                </a:lnTo>
                <a:lnTo>
                  <a:pt x="263" y="51"/>
                </a:lnTo>
                <a:lnTo>
                  <a:pt x="249" y="57"/>
                </a:lnTo>
                <a:lnTo>
                  <a:pt x="235" y="64"/>
                </a:lnTo>
                <a:lnTo>
                  <a:pt x="222" y="71"/>
                </a:lnTo>
                <a:lnTo>
                  <a:pt x="209" y="78"/>
                </a:lnTo>
                <a:lnTo>
                  <a:pt x="197" y="86"/>
                </a:lnTo>
                <a:lnTo>
                  <a:pt x="184" y="94"/>
                </a:lnTo>
                <a:lnTo>
                  <a:pt x="172" y="102"/>
                </a:lnTo>
                <a:lnTo>
                  <a:pt x="161" y="110"/>
                </a:lnTo>
                <a:lnTo>
                  <a:pt x="149" y="119"/>
                </a:lnTo>
                <a:lnTo>
                  <a:pt x="139" y="128"/>
                </a:lnTo>
                <a:lnTo>
                  <a:pt x="128" y="138"/>
                </a:lnTo>
                <a:lnTo>
                  <a:pt x="118" y="147"/>
                </a:lnTo>
                <a:lnTo>
                  <a:pt x="108" y="157"/>
                </a:lnTo>
                <a:lnTo>
                  <a:pt x="98" y="167"/>
                </a:lnTo>
                <a:lnTo>
                  <a:pt x="89" y="177"/>
                </a:lnTo>
                <a:lnTo>
                  <a:pt x="81" y="188"/>
                </a:lnTo>
                <a:lnTo>
                  <a:pt x="72" y="199"/>
                </a:lnTo>
                <a:lnTo>
                  <a:pt x="65" y="210"/>
                </a:lnTo>
                <a:lnTo>
                  <a:pt x="57" y="221"/>
                </a:lnTo>
                <a:lnTo>
                  <a:pt x="50" y="232"/>
                </a:lnTo>
                <a:lnTo>
                  <a:pt x="44" y="244"/>
                </a:lnTo>
                <a:lnTo>
                  <a:pt x="38" y="255"/>
                </a:lnTo>
                <a:lnTo>
                  <a:pt x="32" y="267"/>
                </a:lnTo>
                <a:lnTo>
                  <a:pt x="27" y="279"/>
                </a:lnTo>
                <a:lnTo>
                  <a:pt x="23" y="291"/>
                </a:lnTo>
                <a:lnTo>
                  <a:pt x="18" y="303"/>
                </a:lnTo>
                <a:lnTo>
                  <a:pt x="15" y="316"/>
                </a:lnTo>
                <a:lnTo>
                  <a:pt x="12" y="328"/>
                </a:lnTo>
                <a:lnTo>
                  <a:pt x="9" y="341"/>
                </a:lnTo>
                <a:lnTo>
                  <a:pt x="7" y="353"/>
                </a:lnTo>
                <a:lnTo>
                  <a:pt x="5" y="366"/>
                </a:lnTo>
                <a:lnTo>
                  <a:pt x="4" y="378"/>
                </a:lnTo>
                <a:lnTo>
                  <a:pt x="3" y="391"/>
                </a:lnTo>
                <a:lnTo>
                  <a:pt x="3" y="403"/>
                </a:lnTo>
                <a:lnTo>
                  <a:pt x="3" y="416"/>
                </a:lnTo>
                <a:lnTo>
                  <a:pt x="4" y="429"/>
                </a:lnTo>
                <a:lnTo>
                  <a:pt x="5" y="441"/>
                </a:lnTo>
                <a:lnTo>
                  <a:pt x="7" y="454"/>
                </a:lnTo>
                <a:lnTo>
                  <a:pt x="9" y="466"/>
                </a:lnTo>
                <a:lnTo>
                  <a:pt x="12" y="479"/>
                </a:lnTo>
                <a:lnTo>
                  <a:pt x="15" y="491"/>
                </a:lnTo>
                <a:lnTo>
                  <a:pt x="18" y="503"/>
                </a:lnTo>
                <a:lnTo>
                  <a:pt x="23" y="516"/>
                </a:lnTo>
                <a:lnTo>
                  <a:pt x="27" y="528"/>
                </a:lnTo>
                <a:lnTo>
                  <a:pt x="32" y="540"/>
                </a:lnTo>
                <a:lnTo>
                  <a:pt x="38" y="551"/>
                </a:lnTo>
                <a:lnTo>
                  <a:pt x="44" y="563"/>
                </a:lnTo>
                <a:lnTo>
                  <a:pt x="50" y="576"/>
                </a:lnTo>
                <a:lnTo>
                  <a:pt x="57" y="587"/>
                </a:lnTo>
                <a:lnTo>
                  <a:pt x="65" y="598"/>
                </a:lnTo>
                <a:lnTo>
                  <a:pt x="72" y="609"/>
                </a:lnTo>
                <a:lnTo>
                  <a:pt x="81" y="620"/>
                </a:lnTo>
                <a:lnTo>
                  <a:pt x="89" y="630"/>
                </a:lnTo>
                <a:lnTo>
                  <a:pt x="98" y="641"/>
                </a:lnTo>
                <a:lnTo>
                  <a:pt x="108" y="651"/>
                </a:lnTo>
                <a:lnTo>
                  <a:pt x="118" y="661"/>
                </a:lnTo>
                <a:lnTo>
                  <a:pt x="128" y="670"/>
                </a:lnTo>
                <a:lnTo>
                  <a:pt x="139" y="680"/>
                </a:lnTo>
                <a:lnTo>
                  <a:pt x="149" y="689"/>
                </a:lnTo>
                <a:lnTo>
                  <a:pt x="161" y="697"/>
                </a:lnTo>
                <a:lnTo>
                  <a:pt x="172" y="706"/>
                </a:lnTo>
                <a:lnTo>
                  <a:pt x="184" y="714"/>
                </a:lnTo>
                <a:lnTo>
                  <a:pt x="197" y="722"/>
                </a:lnTo>
                <a:lnTo>
                  <a:pt x="209" y="730"/>
                </a:lnTo>
                <a:lnTo>
                  <a:pt x="222" y="737"/>
                </a:lnTo>
                <a:lnTo>
                  <a:pt x="235" y="744"/>
                </a:lnTo>
                <a:lnTo>
                  <a:pt x="249" y="750"/>
                </a:lnTo>
                <a:lnTo>
                  <a:pt x="263" y="757"/>
                </a:lnTo>
                <a:lnTo>
                  <a:pt x="277" y="763"/>
                </a:lnTo>
                <a:lnTo>
                  <a:pt x="291" y="768"/>
                </a:lnTo>
                <a:lnTo>
                  <a:pt x="306" y="773"/>
                </a:lnTo>
                <a:lnTo>
                  <a:pt x="320" y="778"/>
                </a:lnTo>
                <a:lnTo>
                  <a:pt x="335" y="783"/>
                </a:lnTo>
                <a:lnTo>
                  <a:pt x="350" y="787"/>
                </a:lnTo>
                <a:lnTo>
                  <a:pt x="365" y="790"/>
                </a:lnTo>
                <a:lnTo>
                  <a:pt x="380" y="794"/>
                </a:lnTo>
                <a:lnTo>
                  <a:pt x="395" y="797"/>
                </a:lnTo>
                <a:lnTo>
                  <a:pt x="411" y="799"/>
                </a:lnTo>
                <a:lnTo>
                  <a:pt x="426" y="801"/>
                </a:lnTo>
                <a:lnTo>
                  <a:pt x="442" y="803"/>
                </a:lnTo>
                <a:lnTo>
                  <a:pt x="458" y="805"/>
                </a:lnTo>
                <a:lnTo>
                  <a:pt x="473" y="806"/>
                </a:lnTo>
                <a:lnTo>
                  <a:pt x="489" y="806"/>
                </a:lnTo>
                <a:lnTo>
                  <a:pt x="505" y="806"/>
                </a:lnTo>
                <a:lnTo>
                  <a:pt x="521" y="806"/>
                </a:lnTo>
                <a:lnTo>
                  <a:pt x="536" y="806"/>
                </a:lnTo>
                <a:lnTo>
                  <a:pt x="552" y="805"/>
                </a:lnTo>
                <a:lnTo>
                  <a:pt x="568" y="803"/>
                </a:lnTo>
                <a:lnTo>
                  <a:pt x="583" y="801"/>
                </a:lnTo>
                <a:lnTo>
                  <a:pt x="599" y="799"/>
                </a:lnTo>
                <a:lnTo>
                  <a:pt x="614" y="797"/>
                </a:lnTo>
                <a:lnTo>
                  <a:pt x="629" y="794"/>
                </a:lnTo>
                <a:lnTo>
                  <a:pt x="645" y="790"/>
                </a:lnTo>
                <a:lnTo>
                  <a:pt x="660" y="787"/>
                </a:lnTo>
                <a:lnTo>
                  <a:pt x="675" y="783"/>
                </a:lnTo>
                <a:lnTo>
                  <a:pt x="689" y="778"/>
                </a:lnTo>
                <a:lnTo>
                  <a:pt x="704" y="773"/>
                </a:lnTo>
                <a:lnTo>
                  <a:pt x="718" y="768"/>
                </a:lnTo>
                <a:lnTo>
                  <a:pt x="732" y="763"/>
                </a:lnTo>
                <a:lnTo>
                  <a:pt x="746" y="757"/>
                </a:lnTo>
                <a:lnTo>
                  <a:pt x="760" y="750"/>
                </a:lnTo>
                <a:lnTo>
                  <a:pt x="773" y="744"/>
                </a:lnTo>
                <a:lnTo>
                  <a:pt x="786" y="737"/>
                </a:lnTo>
                <a:lnTo>
                  <a:pt x="799" y="730"/>
                </a:lnTo>
                <a:lnTo>
                  <a:pt x="812" y="722"/>
                </a:lnTo>
                <a:lnTo>
                  <a:pt x="824" y="714"/>
                </a:lnTo>
                <a:lnTo>
                  <a:pt x="836" y="706"/>
                </a:lnTo>
                <a:lnTo>
                  <a:pt x="848" y="697"/>
                </a:lnTo>
                <a:lnTo>
                  <a:pt x="859" y="689"/>
                </a:lnTo>
                <a:lnTo>
                  <a:pt x="870" y="680"/>
                </a:lnTo>
                <a:lnTo>
                  <a:pt x="881" y="670"/>
                </a:lnTo>
                <a:lnTo>
                  <a:pt x="891" y="661"/>
                </a:lnTo>
                <a:lnTo>
                  <a:pt x="901" y="651"/>
                </a:lnTo>
                <a:lnTo>
                  <a:pt x="910" y="641"/>
                </a:lnTo>
                <a:lnTo>
                  <a:pt x="919" y="630"/>
                </a:lnTo>
                <a:lnTo>
                  <a:pt x="928" y="620"/>
                </a:lnTo>
                <a:lnTo>
                  <a:pt x="936" y="609"/>
                </a:lnTo>
                <a:lnTo>
                  <a:pt x="944" y="598"/>
                </a:lnTo>
                <a:lnTo>
                  <a:pt x="951" y="587"/>
                </a:lnTo>
                <a:lnTo>
                  <a:pt x="958" y="576"/>
                </a:lnTo>
                <a:lnTo>
                  <a:pt x="965" y="563"/>
                </a:lnTo>
                <a:lnTo>
                  <a:pt x="971" y="551"/>
                </a:lnTo>
                <a:lnTo>
                  <a:pt x="976" y="540"/>
                </a:lnTo>
                <a:lnTo>
                  <a:pt x="981" y="528"/>
                </a:lnTo>
                <a:lnTo>
                  <a:pt x="986" y="516"/>
                </a:lnTo>
                <a:lnTo>
                  <a:pt x="990" y="503"/>
                </a:lnTo>
                <a:lnTo>
                  <a:pt x="994" y="491"/>
                </a:lnTo>
                <a:lnTo>
                  <a:pt x="997" y="479"/>
                </a:lnTo>
                <a:lnTo>
                  <a:pt x="1000" y="466"/>
                </a:lnTo>
                <a:lnTo>
                  <a:pt x="1002" y="454"/>
                </a:lnTo>
                <a:lnTo>
                  <a:pt x="1004" y="441"/>
                </a:lnTo>
                <a:lnTo>
                  <a:pt x="1005" y="429"/>
                </a:lnTo>
                <a:lnTo>
                  <a:pt x="1006" y="416"/>
                </a:lnTo>
                <a:lnTo>
                  <a:pt x="1006" y="403"/>
                </a:lnTo>
                <a:moveTo>
                  <a:pt x="1008" y="403"/>
                </a:moveTo>
                <a:lnTo>
                  <a:pt x="1008" y="416"/>
                </a:lnTo>
                <a:lnTo>
                  <a:pt x="1007" y="429"/>
                </a:lnTo>
                <a:lnTo>
                  <a:pt x="1006" y="441"/>
                </a:lnTo>
                <a:lnTo>
                  <a:pt x="1004" y="454"/>
                </a:lnTo>
                <a:lnTo>
                  <a:pt x="1002" y="467"/>
                </a:lnTo>
                <a:lnTo>
                  <a:pt x="999" y="479"/>
                </a:lnTo>
                <a:lnTo>
                  <a:pt x="996" y="491"/>
                </a:lnTo>
                <a:lnTo>
                  <a:pt x="992" y="504"/>
                </a:lnTo>
                <a:lnTo>
                  <a:pt x="988" y="516"/>
                </a:lnTo>
                <a:lnTo>
                  <a:pt x="984" y="528"/>
                </a:lnTo>
                <a:lnTo>
                  <a:pt x="978" y="540"/>
                </a:lnTo>
                <a:lnTo>
                  <a:pt x="973" y="552"/>
                </a:lnTo>
                <a:lnTo>
                  <a:pt x="967" y="564"/>
                </a:lnTo>
                <a:lnTo>
                  <a:pt x="960" y="576"/>
                </a:lnTo>
                <a:lnTo>
                  <a:pt x="953" y="588"/>
                </a:lnTo>
                <a:lnTo>
                  <a:pt x="946" y="599"/>
                </a:lnTo>
                <a:lnTo>
                  <a:pt x="938" y="610"/>
                </a:lnTo>
                <a:lnTo>
                  <a:pt x="930" y="621"/>
                </a:lnTo>
                <a:lnTo>
                  <a:pt x="921" y="631"/>
                </a:lnTo>
                <a:lnTo>
                  <a:pt x="912" y="642"/>
                </a:lnTo>
                <a:lnTo>
                  <a:pt x="903" y="652"/>
                </a:lnTo>
                <a:lnTo>
                  <a:pt x="893" y="662"/>
                </a:lnTo>
                <a:lnTo>
                  <a:pt x="882" y="671"/>
                </a:lnTo>
                <a:lnTo>
                  <a:pt x="872" y="681"/>
                </a:lnTo>
                <a:lnTo>
                  <a:pt x="861" y="690"/>
                </a:lnTo>
                <a:lnTo>
                  <a:pt x="849" y="699"/>
                </a:lnTo>
                <a:lnTo>
                  <a:pt x="838" y="707"/>
                </a:lnTo>
                <a:lnTo>
                  <a:pt x="826" y="716"/>
                </a:lnTo>
                <a:lnTo>
                  <a:pt x="813" y="723"/>
                </a:lnTo>
                <a:lnTo>
                  <a:pt x="801" y="731"/>
                </a:lnTo>
                <a:lnTo>
                  <a:pt x="788" y="738"/>
                </a:lnTo>
                <a:lnTo>
                  <a:pt x="775" y="745"/>
                </a:lnTo>
                <a:lnTo>
                  <a:pt x="761" y="752"/>
                </a:lnTo>
                <a:lnTo>
                  <a:pt x="747" y="758"/>
                </a:lnTo>
                <a:lnTo>
                  <a:pt x="733" y="764"/>
                </a:lnTo>
                <a:lnTo>
                  <a:pt x="719" y="770"/>
                </a:lnTo>
                <a:lnTo>
                  <a:pt x="705" y="775"/>
                </a:lnTo>
                <a:lnTo>
                  <a:pt x="690" y="780"/>
                </a:lnTo>
                <a:lnTo>
                  <a:pt x="675" y="784"/>
                </a:lnTo>
                <a:lnTo>
                  <a:pt x="660" y="788"/>
                </a:lnTo>
                <a:lnTo>
                  <a:pt x="645" y="792"/>
                </a:lnTo>
                <a:lnTo>
                  <a:pt x="630" y="795"/>
                </a:lnTo>
                <a:lnTo>
                  <a:pt x="615" y="798"/>
                </a:lnTo>
                <a:lnTo>
                  <a:pt x="599" y="801"/>
                </a:lnTo>
                <a:lnTo>
                  <a:pt x="584" y="803"/>
                </a:lnTo>
                <a:lnTo>
                  <a:pt x="568" y="805"/>
                </a:lnTo>
                <a:lnTo>
                  <a:pt x="552" y="806"/>
                </a:lnTo>
                <a:lnTo>
                  <a:pt x="536" y="807"/>
                </a:lnTo>
                <a:lnTo>
                  <a:pt x="521" y="808"/>
                </a:lnTo>
                <a:lnTo>
                  <a:pt x="505" y="808"/>
                </a:lnTo>
                <a:lnTo>
                  <a:pt x="489" y="808"/>
                </a:lnTo>
                <a:lnTo>
                  <a:pt x="473" y="807"/>
                </a:lnTo>
                <a:lnTo>
                  <a:pt x="457" y="806"/>
                </a:lnTo>
                <a:lnTo>
                  <a:pt x="442" y="805"/>
                </a:lnTo>
                <a:lnTo>
                  <a:pt x="426" y="803"/>
                </a:lnTo>
                <a:lnTo>
                  <a:pt x="410" y="801"/>
                </a:lnTo>
                <a:lnTo>
                  <a:pt x="395" y="798"/>
                </a:lnTo>
                <a:lnTo>
                  <a:pt x="380" y="795"/>
                </a:lnTo>
                <a:lnTo>
                  <a:pt x="364" y="792"/>
                </a:lnTo>
                <a:lnTo>
                  <a:pt x="349" y="788"/>
                </a:lnTo>
                <a:lnTo>
                  <a:pt x="334" y="784"/>
                </a:lnTo>
                <a:lnTo>
                  <a:pt x="319" y="780"/>
                </a:lnTo>
                <a:lnTo>
                  <a:pt x="305" y="775"/>
                </a:lnTo>
                <a:lnTo>
                  <a:pt x="290" y="770"/>
                </a:lnTo>
                <a:lnTo>
                  <a:pt x="276" y="764"/>
                </a:lnTo>
                <a:lnTo>
                  <a:pt x="262" y="758"/>
                </a:lnTo>
                <a:lnTo>
                  <a:pt x="248" y="752"/>
                </a:lnTo>
                <a:lnTo>
                  <a:pt x="234" y="745"/>
                </a:lnTo>
                <a:lnTo>
                  <a:pt x="221" y="738"/>
                </a:lnTo>
                <a:lnTo>
                  <a:pt x="208" y="731"/>
                </a:lnTo>
                <a:lnTo>
                  <a:pt x="195" y="723"/>
                </a:lnTo>
                <a:lnTo>
                  <a:pt x="183" y="716"/>
                </a:lnTo>
                <a:lnTo>
                  <a:pt x="171" y="707"/>
                </a:lnTo>
                <a:lnTo>
                  <a:pt x="159" y="699"/>
                </a:lnTo>
                <a:lnTo>
                  <a:pt x="148" y="690"/>
                </a:lnTo>
                <a:lnTo>
                  <a:pt x="137" y="681"/>
                </a:lnTo>
                <a:lnTo>
                  <a:pt x="126" y="671"/>
                </a:lnTo>
                <a:lnTo>
                  <a:pt x="116" y="662"/>
                </a:lnTo>
                <a:lnTo>
                  <a:pt x="106" y="652"/>
                </a:lnTo>
                <a:lnTo>
                  <a:pt x="97" y="642"/>
                </a:lnTo>
                <a:lnTo>
                  <a:pt x="87" y="631"/>
                </a:lnTo>
                <a:lnTo>
                  <a:pt x="79" y="621"/>
                </a:lnTo>
                <a:lnTo>
                  <a:pt x="71" y="610"/>
                </a:lnTo>
                <a:lnTo>
                  <a:pt x="63" y="599"/>
                </a:lnTo>
                <a:lnTo>
                  <a:pt x="55" y="588"/>
                </a:lnTo>
                <a:lnTo>
                  <a:pt x="48" y="576"/>
                </a:lnTo>
                <a:lnTo>
                  <a:pt x="42" y="564"/>
                </a:lnTo>
                <a:lnTo>
                  <a:pt x="36" y="552"/>
                </a:lnTo>
                <a:lnTo>
                  <a:pt x="30" y="540"/>
                </a:lnTo>
                <a:lnTo>
                  <a:pt x="25" y="528"/>
                </a:lnTo>
                <a:lnTo>
                  <a:pt x="20" y="516"/>
                </a:lnTo>
                <a:lnTo>
                  <a:pt x="16" y="504"/>
                </a:lnTo>
                <a:lnTo>
                  <a:pt x="13" y="491"/>
                </a:lnTo>
                <a:lnTo>
                  <a:pt x="9" y="479"/>
                </a:lnTo>
                <a:lnTo>
                  <a:pt x="7" y="467"/>
                </a:lnTo>
                <a:lnTo>
                  <a:pt x="4" y="454"/>
                </a:lnTo>
                <a:lnTo>
                  <a:pt x="3" y="441"/>
                </a:lnTo>
                <a:lnTo>
                  <a:pt x="1" y="429"/>
                </a:lnTo>
                <a:lnTo>
                  <a:pt x="1" y="416"/>
                </a:lnTo>
                <a:lnTo>
                  <a:pt x="0" y="403"/>
                </a:lnTo>
                <a:lnTo>
                  <a:pt x="1" y="391"/>
                </a:lnTo>
                <a:lnTo>
                  <a:pt x="1" y="378"/>
                </a:lnTo>
                <a:lnTo>
                  <a:pt x="3" y="365"/>
                </a:lnTo>
                <a:lnTo>
                  <a:pt x="4" y="353"/>
                </a:lnTo>
                <a:lnTo>
                  <a:pt x="7" y="340"/>
                </a:lnTo>
                <a:lnTo>
                  <a:pt x="9" y="328"/>
                </a:lnTo>
                <a:lnTo>
                  <a:pt x="13" y="315"/>
                </a:lnTo>
                <a:lnTo>
                  <a:pt x="16" y="303"/>
                </a:lnTo>
                <a:lnTo>
                  <a:pt x="20" y="291"/>
                </a:lnTo>
                <a:lnTo>
                  <a:pt x="25" y="279"/>
                </a:lnTo>
                <a:lnTo>
                  <a:pt x="30" y="267"/>
                </a:lnTo>
                <a:lnTo>
                  <a:pt x="36" y="255"/>
                </a:lnTo>
                <a:lnTo>
                  <a:pt x="42" y="243"/>
                </a:lnTo>
                <a:lnTo>
                  <a:pt x="48" y="231"/>
                </a:lnTo>
                <a:lnTo>
                  <a:pt x="55" y="220"/>
                </a:lnTo>
                <a:lnTo>
                  <a:pt x="63" y="209"/>
                </a:lnTo>
                <a:lnTo>
                  <a:pt x="71" y="198"/>
                </a:lnTo>
                <a:lnTo>
                  <a:pt x="79" y="187"/>
                </a:lnTo>
                <a:lnTo>
                  <a:pt x="87" y="176"/>
                </a:lnTo>
                <a:lnTo>
                  <a:pt x="97" y="166"/>
                </a:lnTo>
                <a:lnTo>
                  <a:pt x="106" y="156"/>
                </a:lnTo>
                <a:lnTo>
                  <a:pt x="116" y="146"/>
                </a:lnTo>
                <a:lnTo>
                  <a:pt x="126" y="136"/>
                </a:lnTo>
                <a:lnTo>
                  <a:pt x="137" y="127"/>
                </a:lnTo>
                <a:lnTo>
                  <a:pt x="148" y="118"/>
                </a:lnTo>
                <a:lnTo>
                  <a:pt x="159" y="109"/>
                </a:lnTo>
                <a:lnTo>
                  <a:pt x="171" y="100"/>
                </a:lnTo>
                <a:lnTo>
                  <a:pt x="183" y="92"/>
                </a:lnTo>
                <a:lnTo>
                  <a:pt x="195" y="84"/>
                </a:lnTo>
                <a:lnTo>
                  <a:pt x="208" y="77"/>
                </a:lnTo>
                <a:lnTo>
                  <a:pt x="221" y="69"/>
                </a:lnTo>
                <a:lnTo>
                  <a:pt x="234" y="62"/>
                </a:lnTo>
                <a:lnTo>
                  <a:pt x="248" y="56"/>
                </a:lnTo>
                <a:lnTo>
                  <a:pt x="262" y="50"/>
                </a:lnTo>
                <a:lnTo>
                  <a:pt x="276" y="44"/>
                </a:lnTo>
                <a:lnTo>
                  <a:pt x="290" y="38"/>
                </a:lnTo>
                <a:lnTo>
                  <a:pt x="305" y="33"/>
                </a:lnTo>
                <a:lnTo>
                  <a:pt x="319" y="28"/>
                </a:lnTo>
                <a:lnTo>
                  <a:pt x="334" y="23"/>
                </a:lnTo>
                <a:lnTo>
                  <a:pt x="349" y="19"/>
                </a:lnTo>
                <a:lnTo>
                  <a:pt x="364" y="16"/>
                </a:lnTo>
                <a:lnTo>
                  <a:pt x="380" y="12"/>
                </a:lnTo>
                <a:lnTo>
                  <a:pt x="395" y="9"/>
                </a:lnTo>
                <a:lnTo>
                  <a:pt x="410" y="7"/>
                </a:lnTo>
                <a:lnTo>
                  <a:pt x="426" y="5"/>
                </a:lnTo>
                <a:lnTo>
                  <a:pt x="442" y="3"/>
                </a:lnTo>
                <a:lnTo>
                  <a:pt x="457" y="1"/>
                </a:lnTo>
                <a:lnTo>
                  <a:pt x="473" y="0"/>
                </a:lnTo>
                <a:lnTo>
                  <a:pt x="489" y="0"/>
                </a:lnTo>
                <a:lnTo>
                  <a:pt x="505" y="0"/>
                </a:lnTo>
                <a:lnTo>
                  <a:pt x="521" y="0"/>
                </a:lnTo>
                <a:lnTo>
                  <a:pt x="536" y="0"/>
                </a:lnTo>
                <a:lnTo>
                  <a:pt x="552" y="1"/>
                </a:lnTo>
                <a:lnTo>
                  <a:pt x="568" y="3"/>
                </a:lnTo>
                <a:lnTo>
                  <a:pt x="584" y="5"/>
                </a:lnTo>
                <a:lnTo>
                  <a:pt x="599" y="7"/>
                </a:lnTo>
                <a:lnTo>
                  <a:pt x="615" y="9"/>
                </a:lnTo>
                <a:lnTo>
                  <a:pt x="630" y="12"/>
                </a:lnTo>
                <a:lnTo>
                  <a:pt x="645" y="16"/>
                </a:lnTo>
                <a:lnTo>
                  <a:pt x="660" y="19"/>
                </a:lnTo>
                <a:lnTo>
                  <a:pt x="675" y="23"/>
                </a:lnTo>
                <a:lnTo>
                  <a:pt x="690" y="28"/>
                </a:lnTo>
                <a:lnTo>
                  <a:pt x="705" y="33"/>
                </a:lnTo>
                <a:lnTo>
                  <a:pt x="719" y="38"/>
                </a:lnTo>
                <a:lnTo>
                  <a:pt x="733" y="44"/>
                </a:lnTo>
                <a:lnTo>
                  <a:pt x="747" y="50"/>
                </a:lnTo>
                <a:lnTo>
                  <a:pt x="761" y="56"/>
                </a:lnTo>
                <a:lnTo>
                  <a:pt x="775" y="62"/>
                </a:lnTo>
                <a:lnTo>
                  <a:pt x="788" y="69"/>
                </a:lnTo>
                <a:lnTo>
                  <a:pt x="801" y="77"/>
                </a:lnTo>
                <a:lnTo>
                  <a:pt x="813" y="84"/>
                </a:lnTo>
                <a:lnTo>
                  <a:pt x="826" y="92"/>
                </a:lnTo>
                <a:lnTo>
                  <a:pt x="838" y="100"/>
                </a:lnTo>
                <a:lnTo>
                  <a:pt x="849" y="109"/>
                </a:lnTo>
                <a:lnTo>
                  <a:pt x="861" y="118"/>
                </a:lnTo>
                <a:lnTo>
                  <a:pt x="872" y="127"/>
                </a:lnTo>
                <a:lnTo>
                  <a:pt x="882" y="136"/>
                </a:lnTo>
                <a:lnTo>
                  <a:pt x="893" y="146"/>
                </a:lnTo>
                <a:lnTo>
                  <a:pt x="903" y="156"/>
                </a:lnTo>
                <a:lnTo>
                  <a:pt x="912" y="166"/>
                </a:lnTo>
                <a:lnTo>
                  <a:pt x="921" y="176"/>
                </a:lnTo>
                <a:lnTo>
                  <a:pt x="930" y="187"/>
                </a:lnTo>
                <a:lnTo>
                  <a:pt x="938" y="198"/>
                </a:lnTo>
                <a:lnTo>
                  <a:pt x="946" y="209"/>
                </a:lnTo>
                <a:lnTo>
                  <a:pt x="953" y="220"/>
                </a:lnTo>
                <a:lnTo>
                  <a:pt x="960" y="231"/>
                </a:lnTo>
                <a:lnTo>
                  <a:pt x="967" y="243"/>
                </a:lnTo>
                <a:lnTo>
                  <a:pt x="973" y="255"/>
                </a:lnTo>
                <a:lnTo>
                  <a:pt x="978" y="267"/>
                </a:lnTo>
                <a:lnTo>
                  <a:pt x="984" y="279"/>
                </a:lnTo>
                <a:lnTo>
                  <a:pt x="988" y="291"/>
                </a:lnTo>
                <a:lnTo>
                  <a:pt x="992" y="303"/>
                </a:lnTo>
                <a:lnTo>
                  <a:pt x="996" y="315"/>
                </a:lnTo>
                <a:lnTo>
                  <a:pt x="999" y="328"/>
                </a:lnTo>
                <a:lnTo>
                  <a:pt x="1002" y="340"/>
                </a:lnTo>
                <a:lnTo>
                  <a:pt x="1004" y="353"/>
                </a:lnTo>
                <a:lnTo>
                  <a:pt x="1006" y="365"/>
                </a:lnTo>
                <a:lnTo>
                  <a:pt x="1007" y="378"/>
                </a:lnTo>
                <a:lnTo>
                  <a:pt x="1008" y="391"/>
                </a:lnTo>
                <a:lnTo>
                  <a:pt x="1008" y="403"/>
                </a:lnTo>
                <a:close/>
              </a:path>
            </a:pathLst>
          </a:custGeom>
          <a:solidFill>
            <a:srgbClr val="ffa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6" name=""/>
          <p:cNvSpPr/>
          <p:nvPr/>
        </p:nvSpPr>
        <p:spPr>
          <a:xfrm>
            <a:off x="4796640" y="1681920"/>
            <a:ext cx="364320" cy="292320"/>
          </a:xfrm>
          <a:custGeom>
            <a:avLst/>
            <a:gdLst/>
            <a:ahLst/>
            <a:rect l="0" t="0" r="r" b="b"/>
            <a:pathLst>
              <a:path w="1012" h="812">
                <a:moveTo>
                  <a:pt x="1010" y="405"/>
                </a:moveTo>
                <a:lnTo>
                  <a:pt x="1010" y="393"/>
                </a:lnTo>
                <a:lnTo>
                  <a:pt x="1009" y="380"/>
                </a:lnTo>
                <a:lnTo>
                  <a:pt x="1008" y="367"/>
                </a:lnTo>
                <a:lnTo>
                  <a:pt x="1006" y="355"/>
                </a:lnTo>
                <a:lnTo>
                  <a:pt x="1004" y="342"/>
                </a:lnTo>
                <a:lnTo>
                  <a:pt x="1001" y="330"/>
                </a:lnTo>
                <a:lnTo>
                  <a:pt x="998" y="317"/>
                </a:lnTo>
                <a:lnTo>
                  <a:pt x="994" y="305"/>
                </a:lnTo>
                <a:lnTo>
                  <a:pt x="990" y="293"/>
                </a:lnTo>
                <a:lnTo>
                  <a:pt x="986" y="281"/>
                </a:lnTo>
                <a:lnTo>
                  <a:pt x="980" y="269"/>
                </a:lnTo>
                <a:lnTo>
                  <a:pt x="975" y="257"/>
                </a:lnTo>
                <a:lnTo>
                  <a:pt x="969" y="245"/>
                </a:lnTo>
                <a:lnTo>
                  <a:pt x="962" y="233"/>
                </a:lnTo>
                <a:lnTo>
                  <a:pt x="955" y="222"/>
                </a:lnTo>
                <a:lnTo>
                  <a:pt x="948" y="211"/>
                </a:lnTo>
                <a:lnTo>
                  <a:pt x="940" y="200"/>
                </a:lnTo>
                <a:lnTo>
                  <a:pt x="932" y="189"/>
                </a:lnTo>
                <a:lnTo>
                  <a:pt x="923" y="178"/>
                </a:lnTo>
                <a:lnTo>
                  <a:pt x="914" y="168"/>
                </a:lnTo>
                <a:lnTo>
                  <a:pt x="905" y="158"/>
                </a:lnTo>
                <a:lnTo>
                  <a:pt x="895" y="148"/>
                </a:lnTo>
                <a:lnTo>
                  <a:pt x="884" y="138"/>
                </a:lnTo>
                <a:lnTo>
                  <a:pt x="874" y="129"/>
                </a:lnTo>
                <a:lnTo>
                  <a:pt x="863" y="120"/>
                </a:lnTo>
                <a:lnTo>
                  <a:pt x="851" y="111"/>
                </a:lnTo>
                <a:lnTo>
                  <a:pt x="840" y="102"/>
                </a:lnTo>
                <a:lnTo>
                  <a:pt x="828" y="94"/>
                </a:lnTo>
                <a:lnTo>
                  <a:pt x="815" y="86"/>
                </a:lnTo>
                <a:lnTo>
                  <a:pt x="803" y="79"/>
                </a:lnTo>
                <a:lnTo>
                  <a:pt x="790" y="71"/>
                </a:lnTo>
                <a:lnTo>
                  <a:pt x="777" y="64"/>
                </a:lnTo>
                <a:lnTo>
                  <a:pt x="763" y="58"/>
                </a:lnTo>
                <a:lnTo>
                  <a:pt x="749" y="52"/>
                </a:lnTo>
                <a:lnTo>
                  <a:pt x="735" y="46"/>
                </a:lnTo>
                <a:lnTo>
                  <a:pt x="721" y="40"/>
                </a:lnTo>
                <a:lnTo>
                  <a:pt x="707" y="35"/>
                </a:lnTo>
                <a:lnTo>
                  <a:pt x="692" y="30"/>
                </a:lnTo>
                <a:lnTo>
                  <a:pt x="677" y="25"/>
                </a:lnTo>
                <a:lnTo>
                  <a:pt x="662" y="21"/>
                </a:lnTo>
                <a:lnTo>
                  <a:pt x="647" y="18"/>
                </a:lnTo>
                <a:lnTo>
                  <a:pt x="632" y="14"/>
                </a:lnTo>
                <a:lnTo>
                  <a:pt x="617" y="11"/>
                </a:lnTo>
                <a:lnTo>
                  <a:pt x="601" y="9"/>
                </a:lnTo>
                <a:lnTo>
                  <a:pt x="586" y="7"/>
                </a:lnTo>
                <a:lnTo>
                  <a:pt x="570" y="5"/>
                </a:lnTo>
                <a:lnTo>
                  <a:pt x="554" y="3"/>
                </a:lnTo>
                <a:lnTo>
                  <a:pt x="538" y="2"/>
                </a:lnTo>
                <a:lnTo>
                  <a:pt x="523" y="2"/>
                </a:lnTo>
                <a:lnTo>
                  <a:pt x="507" y="2"/>
                </a:lnTo>
                <a:lnTo>
                  <a:pt x="491" y="2"/>
                </a:lnTo>
                <a:lnTo>
                  <a:pt x="475" y="2"/>
                </a:lnTo>
                <a:lnTo>
                  <a:pt x="459" y="3"/>
                </a:lnTo>
                <a:lnTo>
                  <a:pt x="444" y="5"/>
                </a:lnTo>
                <a:lnTo>
                  <a:pt x="428" y="7"/>
                </a:lnTo>
                <a:lnTo>
                  <a:pt x="412" y="9"/>
                </a:lnTo>
                <a:lnTo>
                  <a:pt x="397" y="11"/>
                </a:lnTo>
                <a:lnTo>
                  <a:pt x="382" y="14"/>
                </a:lnTo>
                <a:lnTo>
                  <a:pt x="366" y="18"/>
                </a:lnTo>
                <a:lnTo>
                  <a:pt x="351" y="21"/>
                </a:lnTo>
                <a:lnTo>
                  <a:pt x="336" y="25"/>
                </a:lnTo>
                <a:lnTo>
                  <a:pt x="320" y="30"/>
                </a:lnTo>
                <a:lnTo>
                  <a:pt x="306" y="35"/>
                </a:lnTo>
                <a:lnTo>
                  <a:pt x="291" y="40"/>
                </a:lnTo>
                <a:lnTo>
                  <a:pt x="277" y="46"/>
                </a:lnTo>
                <a:lnTo>
                  <a:pt x="263" y="52"/>
                </a:lnTo>
                <a:lnTo>
                  <a:pt x="250" y="58"/>
                </a:lnTo>
                <a:lnTo>
                  <a:pt x="236" y="64"/>
                </a:lnTo>
                <a:lnTo>
                  <a:pt x="223" y="71"/>
                </a:lnTo>
                <a:lnTo>
                  <a:pt x="210" y="79"/>
                </a:lnTo>
                <a:lnTo>
                  <a:pt x="197" y="86"/>
                </a:lnTo>
                <a:lnTo>
                  <a:pt x="185" y="94"/>
                </a:lnTo>
                <a:lnTo>
                  <a:pt x="173" y="102"/>
                </a:lnTo>
                <a:lnTo>
                  <a:pt x="161" y="111"/>
                </a:lnTo>
                <a:lnTo>
                  <a:pt x="150" y="120"/>
                </a:lnTo>
                <a:lnTo>
                  <a:pt x="139" y="129"/>
                </a:lnTo>
                <a:lnTo>
                  <a:pt x="128" y="138"/>
                </a:lnTo>
                <a:lnTo>
                  <a:pt x="118" y="148"/>
                </a:lnTo>
                <a:lnTo>
                  <a:pt x="108" y="158"/>
                </a:lnTo>
                <a:lnTo>
                  <a:pt x="99" y="168"/>
                </a:lnTo>
                <a:lnTo>
                  <a:pt x="89" y="178"/>
                </a:lnTo>
                <a:lnTo>
                  <a:pt x="81" y="189"/>
                </a:lnTo>
                <a:lnTo>
                  <a:pt x="73" y="200"/>
                </a:lnTo>
                <a:lnTo>
                  <a:pt x="65" y="211"/>
                </a:lnTo>
                <a:lnTo>
                  <a:pt x="57" y="222"/>
                </a:lnTo>
                <a:lnTo>
                  <a:pt x="50" y="233"/>
                </a:lnTo>
                <a:lnTo>
                  <a:pt x="44" y="245"/>
                </a:lnTo>
                <a:lnTo>
                  <a:pt x="38" y="257"/>
                </a:lnTo>
                <a:lnTo>
                  <a:pt x="32" y="269"/>
                </a:lnTo>
                <a:lnTo>
                  <a:pt x="27" y="281"/>
                </a:lnTo>
                <a:lnTo>
                  <a:pt x="22" y="293"/>
                </a:lnTo>
                <a:lnTo>
                  <a:pt x="18" y="305"/>
                </a:lnTo>
                <a:lnTo>
                  <a:pt x="15" y="317"/>
                </a:lnTo>
                <a:lnTo>
                  <a:pt x="11" y="330"/>
                </a:lnTo>
                <a:lnTo>
                  <a:pt x="9" y="342"/>
                </a:lnTo>
                <a:lnTo>
                  <a:pt x="6" y="355"/>
                </a:lnTo>
                <a:lnTo>
                  <a:pt x="5" y="367"/>
                </a:lnTo>
                <a:lnTo>
                  <a:pt x="3" y="380"/>
                </a:lnTo>
                <a:lnTo>
                  <a:pt x="3" y="393"/>
                </a:lnTo>
                <a:lnTo>
                  <a:pt x="2" y="405"/>
                </a:lnTo>
                <a:lnTo>
                  <a:pt x="3" y="418"/>
                </a:lnTo>
                <a:lnTo>
                  <a:pt x="3" y="431"/>
                </a:lnTo>
                <a:lnTo>
                  <a:pt x="5" y="443"/>
                </a:lnTo>
                <a:lnTo>
                  <a:pt x="6" y="456"/>
                </a:lnTo>
                <a:lnTo>
                  <a:pt x="9" y="469"/>
                </a:lnTo>
                <a:lnTo>
                  <a:pt x="11" y="481"/>
                </a:lnTo>
                <a:lnTo>
                  <a:pt x="15" y="493"/>
                </a:lnTo>
                <a:lnTo>
                  <a:pt x="18" y="506"/>
                </a:lnTo>
                <a:lnTo>
                  <a:pt x="22" y="518"/>
                </a:lnTo>
                <a:lnTo>
                  <a:pt x="27" y="530"/>
                </a:lnTo>
                <a:lnTo>
                  <a:pt x="32" y="542"/>
                </a:lnTo>
                <a:lnTo>
                  <a:pt x="38" y="554"/>
                </a:lnTo>
                <a:lnTo>
                  <a:pt x="44" y="566"/>
                </a:lnTo>
                <a:lnTo>
                  <a:pt x="50" y="577"/>
                </a:lnTo>
                <a:lnTo>
                  <a:pt x="57" y="589"/>
                </a:lnTo>
                <a:lnTo>
                  <a:pt x="65" y="601"/>
                </a:lnTo>
                <a:lnTo>
                  <a:pt x="73" y="612"/>
                </a:lnTo>
                <a:lnTo>
                  <a:pt x="81" y="623"/>
                </a:lnTo>
                <a:lnTo>
                  <a:pt x="89" y="633"/>
                </a:lnTo>
                <a:lnTo>
                  <a:pt x="99" y="644"/>
                </a:lnTo>
                <a:lnTo>
                  <a:pt x="108" y="654"/>
                </a:lnTo>
                <a:lnTo>
                  <a:pt x="118" y="664"/>
                </a:lnTo>
                <a:lnTo>
                  <a:pt x="128" y="673"/>
                </a:lnTo>
                <a:lnTo>
                  <a:pt x="139" y="683"/>
                </a:lnTo>
                <a:lnTo>
                  <a:pt x="150" y="692"/>
                </a:lnTo>
                <a:lnTo>
                  <a:pt x="161" y="701"/>
                </a:lnTo>
                <a:lnTo>
                  <a:pt x="173" y="709"/>
                </a:lnTo>
                <a:lnTo>
                  <a:pt x="185" y="718"/>
                </a:lnTo>
                <a:lnTo>
                  <a:pt x="197" y="725"/>
                </a:lnTo>
                <a:lnTo>
                  <a:pt x="210" y="733"/>
                </a:lnTo>
                <a:lnTo>
                  <a:pt x="223" y="740"/>
                </a:lnTo>
                <a:lnTo>
                  <a:pt x="236" y="747"/>
                </a:lnTo>
                <a:lnTo>
                  <a:pt x="250" y="754"/>
                </a:lnTo>
                <a:lnTo>
                  <a:pt x="263" y="760"/>
                </a:lnTo>
                <a:lnTo>
                  <a:pt x="277" y="766"/>
                </a:lnTo>
                <a:lnTo>
                  <a:pt x="291" y="772"/>
                </a:lnTo>
                <a:lnTo>
                  <a:pt x="306" y="777"/>
                </a:lnTo>
                <a:lnTo>
                  <a:pt x="320" y="782"/>
                </a:lnTo>
                <a:lnTo>
                  <a:pt x="336" y="786"/>
                </a:lnTo>
                <a:lnTo>
                  <a:pt x="351" y="790"/>
                </a:lnTo>
                <a:lnTo>
                  <a:pt x="366" y="794"/>
                </a:lnTo>
                <a:lnTo>
                  <a:pt x="382" y="797"/>
                </a:lnTo>
                <a:lnTo>
                  <a:pt x="397" y="800"/>
                </a:lnTo>
                <a:lnTo>
                  <a:pt x="412" y="803"/>
                </a:lnTo>
                <a:lnTo>
                  <a:pt x="428" y="805"/>
                </a:lnTo>
                <a:lnTo>
                  <a:pt x="444" y="807"/>
                </a:lnTo>
                <a:lnTo>
                  <a:pt x="459" y="808"/>
                </a:lnTo>
                <a:lnTo>
                  <a:pt x="475" y="809"/>
                </a:lnTo>
                <a:lnTo>
                  <a:pt x="491" y="810"/>
                </a:lnTo>
                <a:lnTo>
                  <a:pt x="507" y="810"/>
                </a:lnTo>
                <a:lnTo>
                  <a:pt x="523" y="810"/>
                </a:lnTo>
                <a:lnTo>
                  <a:pt x="538" y="809"/>
                </a:lnTo>
                <a:lnTo>
                  <a:pt x="554" y="808"/>
                </a:lnTo>
                <a:lnTo>
                  <a:pt x="570" y="807"/>
                </a:lnTo>
                <a:lnTo>
                  <a:pt x="586" y="805"/>
                </a:lnTo>
                <a:lnTo>
                  <a:pt x="601" y="803"/>
                </a:lnTo>
                <a:lnTo>
                  <a:pt x="617" y="800"/>
                </a:lnTo>
                <a:lnTo>
                  <a:pt x="632" y="797"/>
                </a:lnTo>
                <a:lnTo>
                  <a:pt x="647" y="794"/>
                </a:lnTo>
                <a:lnTo>
                  <a:pt x="662" y="790"/>
                </a:lnTo>
                <a:lnTo>
                  <a:pt x="677" y="786"/>
                </a:lnTo>
                <a:lnTo>
                  <a:pt x="692" y="782"/>
                </a:lnTo>
                <a:lnTo>
                  <a:pt x="707" y="777"/>
                </a:lnTo>
                <a:lnTo>
                  <a:pt x="721" y="772"/>
                </a:lnTo>
                <a:lnTo>
                  <a:pt x="735" y="766"/>
                </a:lnTo>
                <a:lnTo>
                  <a:pt x="749" y="760"/>
                </a:lnTo>
                <a:lnTo>
                  <a:pt x="763" y="754"/>
                </a:lnTo>
                <a:lnTo>
                  <a:pt x="777" y="747"/>
                </a:lnTo>
                <a:lnTo>
                  <a:pt x="790" y="740"/>
                </a:lnTo>
                <a:lnTo>
                  <a:pt x="803" y="733"/>
                </a:lnTo>
                <a:lnTo>
                  <a:pt x="815" y="725"/>
                </a:lnTo>
                <a:lnTo>
                  <a:pt x="828" y="718"/>
                </a:lnTo>
                <a:lnTo>
                  <a:pt x="840" y="709"/>
                </a:lnTo>
                <a:lnTo>
                  <a:pt x="851" y="701"/>
                </a:lnTo>
                <a:lnTo>
                  <a:pt x="863" y="692"/>
                </a:lnTo>
                <a:lnTo>
                  <a:pt x="874" y="683"/>
                </a:lnTo>
                <a:lnTo>
                  <a:pt x="884" y="673"/>
                </a:lnTo>
                <a:lnTo>
                  <a:pt x="895" y="664"/>
                </a:lnTo>
                <a:lnTo>
                  <a:pt x="905" y="654"/>
                </a:lnTo>
                <a:lnTo>
                  <a:pt x="914" y="644"/>
                </a:lnTo>
                <a:lnTo>
                  <a:pt x="923" y="633"/>
                </a:lnTo>
                <a:lnTo>
                  <a:pt x="932" y="623"/>
                </a:lnTo>
                <a:lnTo>
                  <a:pt x="940" y="612"/>
                </a:lnTo>
                <a:lnTo>
                  <a:pt x="948" y="601"/>
                </a:lnTo>
                <a:lnTo>
                  <a:pt x="955" y="589"/>
                </a:lnTo>
                <a:lnTo>
                  <a:pt x="962" y="577"/>
                </a:lnTo>
                <a:lnTo>
                  <a:pt x="969" y="566"/>
                </a:lnTo>
                <a:lnTo>
                  <a:pt x="975" y="554"/>
                </a:lnTo>
                <a:lnTo>
                  <a:pt x="980" y="542"/>
                </a:lnTo>
                <a:lnTo>
                  <a:pt x="986" y="530"/>
                </a:lnTo>
                <a:lnTo>
                  <a:pt x="990" y="518"/>
                </a:lnTo>
                <a:lnTo>
                  <a:pt x="994" y="506"/>
                </a:lnTo>
                <a:lnTo>
                  <a:pt x="998" y="493"/>
                </a:lnTo>
                <a:lnTo>
                  <a:pt x="1001" y="481"/>
                </a:lnTo>
                <a:lnTo>
                  <a:pt x="1004" y="469"/>
                </a:lnTo>
                <a:lnTo>
                  <a:pt x="1006" y="456"/>
                </a:lnTo>
                <a:lnTo>
                  <a:pt x="1008" y="443"/>
                </a:lnTo>
                <a:lnTo>
                  <a:pt x="1009" y="431"/>
                </a:lnTo>
                <a:lnTo>
                  <a:pt x="1010" y="418"/>
                </a:lnTo>
                <a:lnTo>
                  <a:pt x="1010" y="405"/>
                </a:lnTo>
                <a:moveTo>
                  <a:pt x="1012" y="405"/>
                </a:moveTo>
                <a:lnTo>
                  <a:pt x="1012" y="418"/>
                </a:lnTo>
                <a:lnTo>
                  <a:pt x="1011" y="431"/>
                </a:lnTo>
                <a:lnTo>
                  <a:pt x="1010" y="444"/>
                </a:lnTo>
                <a:lnTo>
                  <a:pt x="1008" y="456"/>
                </a:lnTo>
                <a:lnTo>
                  <a:pt x="1006" y="469"/>
                </a:lnTo>
                <a:lnTo>
                  <a:pt x="1004" y="481"/>
                </a:lnTo>
                <a:lnTo>
                  <a:pt x="1000" y="494"/>
                </a:lnTo>
                <a:lnTo>
                  <a:pt x="997" y="506"/>
                </a:lnTo>
                <a:lnTo>
                  <a:pt x="992" y="519"/>
                </a:lnTo>
                <a:lnTo>
                  <a:pt x="988" y="531"/>
                </a:lnTo>
                <a:lnTo>
                  <a:pt x="983" y="543"/>
                </a:lnTo>
                <a:lnTo>
                  <a:pt x="977" y="555"/>
                </a:lnTo>
                <a:lnTo>
                  <a:pt x="971" y="566"/>
                </a:lnTo>
                <a:lnTo>
                  <a:pt x="964" y="578"/>
                </a:lnTo>
                <a:lnTo>
                  <a:pt x="957" y="590"/>
                </a:lnTo>
                <a:lnTo>
                  <a:pt x="950" y="602"/>
                </a:lnTo>
                <a:lnTo>
                  <a:pt x="942" y="613"/>
                </a:lnTo>
                <a:lnTo>
                  <a:pt x="934" y="624"/>
                </a:lnTo>
                <a:lnTo>
                  <a:pt x="925" y="634"/>
                </a:lnTo>
                <a:lnTo>
                  <a:pt x="916" y="645"/>
                </a:lnTo>
                <a:lnTo>
                  <a:pt x="906" y="655"/>
                </a:lnTo>
                <a:lnTo>
                  <a:pt x="896" y="665"/>
                </a:lnTo>
                <a:lnTo>
                  <a:pt x="886" y="675"/>
                </a:lnTo>
                <a:lnTo>
                  <a:pt x="875" y="684"/>
                </a:lnTo>
                <a:lnTo>
                  <a:pt x="864" y="693"/>
                </a:lnTo>
                <a:lnTo>
                  <a:pt x="853" y="702"/>
                </a:lnTo>
                <a:lnTo>
                  <a:pt x="841" y="711"/>
                </a:lnTo>
                <a:lnTo>
                  <a:pt x="829" y="719"/>
                </a:lnTo>
                <a:lnTo>
                  <a:pt x="817" y="727"/>
                </a:lnTo>
                <a:lnTo>
                  <a:pt x="804" y="735"/>
                </a:lnTo>
                <a:lnTo>
                  <a:pt x="791" y="742"/>
                </a:lnTo>
                <a:lnTo>
                  <a:pt x="778" y="749"/>
                </a:lnTo>
                <a:lnTo>
                  <a:pt x="764" y="756"/>
                </a:lnTo>
                <a:lnTo>
                  <a:pt x="750" y="762"/>
                </a:lnTo>
                <a:lnTo>
                  <a:pt x="736" y="768"/>
                </a:lnTo>
                <a:lnTo>
                  <a:pt x="722" y="773"/>
                </a:lnTo>
                <a:lnTo>
                  <a:pt x="708" y="779"/>
                </a:lnTo>
                <a:lnTo>
                  <a:pt x="693" y="784"/>
                </a:lnTo>
                <a:lnTo>
                  <a:pt x="678" y="788"/>
                </a:lnTo>
                <a:lnTo>
                  <a:pt x="663" y="792"/>
                </a:lnTo>
                <a:lnTo>
                  <a:pt x="648" y="796"/>
                </a:lnTo>
                <a:lnTo>
                  <a:pt x="633" y="799"/>
                </a:lnTo>
                <a:lnTo>
                  <a:pt x="617" y="802"/>
                </a:lnTo>
                <a:lnTo>
                  <a:pt x="602" y="805"/>
                </a:lnTo>
                <a:lnTo>
                  <a:pt x="586" y="807"/>
                </a:lnTo>
                <a:lnTo>
                  <a:pt x="570" y="809"/>
                </a:lnTo>
                <a:lnTo>
                  <a:pt x="554" y="810"/>
                </a:lnTo>
                <a:lnTo>
                  <a:pt x="539" y="811"/>
                </a:lnTo>
                <a:lnTo>
                  <a:pt x="523" y="812"/>
                </a:lnTo>
                <a:lnTo>
                  <a:pt x="507" y="812"/>
                </a:lnTo>
                <a:lnTo>
                  <a:pt x="491" y="812"/>
                </a:lnTo>
                <a:lnTo>
                  <a:pt x="475" y="811"/>
                </a:lnTo>
                <a:lnTo>
                  <a:pt x="459" y="810"/>
                </a:lnTo>
                <a:lnTo>
                  <a:pt x="443" y="809"/>
                </a:lnTo>
                <a:lnTo>
                  <a:pt x="428" y="807"/>
                </a:lnTo>
                <a:lnTo>
                  <a:pt x="412" y="805"/>
                </a:lnTo>
                <a:lnTo>
                  <a:pt x="396" y="802"/>
                </a:lnTo>
                <a:lnTo>
                  <a:pt x="381" y="799"/>
                </a:lnTo>
                <a:lnTo>
                  <a:pt x="366" y="796"/>
                </a:lnTo>
                <a:lnTo>
                  <a:pt x="351" y="792"/>
                </a:lnTo>
                <a:lnTo>
                  <a:pt x="336" y="788"/>
                </a:lnTo>
                <a:lnTo>
                  <a:pt x="320" y="784"/>
                </a:lnTo>
                <a:lnTo>
                  <a:pt x="305" y="779"/>
                </a:lnTo>
                <a:lnTo>
                  <a:pt x="290" y="773"/>
                </a:lnTo>
                <a:lnTo>
                  <a:pt x="276" y="768"/>
                </a:lnTo>
                <a:lnTo>
                  <a:pt x="262" y="762"/>
                </a:lnTo>
                <a:lnTo>
                  <a:pt x="248" y="756"/>
                </a:lnTo>
                <a:lnTo>
                  <a:pt x="235" y="749"/>
                </a:lnTo>
                <a:lnTo>
                  <a:pt x="222" y="742"/>
                </a:lnTo>
                <a:lnTo>
                  <a:pt x="209" y="735"/>
                </a:lnTo>
                <a:lnTo>
                  <a:pt x="196" y="727"/>
                </a:lnTo>
                <a:lnTo>
                  <a:pt x="183" y="719"/>
                </a:lnTo>
                <a:lnTo>
                  <a:pt x="171" y="711"/>
                </a:lnTo>
                <a:lnTo>
                  <a:pt x="160" y="702"/>
                </a:lnTo>
                <a:lnTo>
                  <a:pt x="148" y="693"/>
                </a:lnTo>
                <a:lnTo>
                  <a:pt x="137" y="684"/>
                </a:lnTo>
                <a:lnTo>
                  <a:pt x="126" y="675"/>
                </a:lnTo>
                <a:lnTo>
                  <a:pt x="116" y="665"/>
                </a:lnTo>
                <a:lnTo>
                  <a:pt x="106" y="655"/>
                </a:lnTo>
                <a:lnTo>
                  <a:pt x="97" y="645"/>
                </a:lnTo>
                <a:lnTo>
                  <a:pt x="88" y="634"/>
                </a:lnTo>
                <a:lnTo>
                  <a:pt x="79" y="624"/>
                </a:lnTo>
                <a:lnTo>
                  <a:pt x="71" y="613"/>
                </a:lnTo>
                <a:lnTo>
                  <a:pt x="63" y="602"/>
                </a:lnTo>
                <a:lnTo>
                  <a:pt x="55" y="590"/>
                </a:lnTo>
                <a:lnTo>
                  <a:pt x="48" y="578"/>
                </a:lnTo>
                <a:lnTo>
                  <a:pt x="42" y="566"/>
                </a:lnTo>
                <a:lnTo>
                  <a:pt x="36" y="555"/>
                </a:lnTo>
                <a:lnTo>
                  <a:pt x="30" y="543"/>
                </a:lnTo>
                <a:lnTo>
                  <a:pt x="25" y="531"/>
                </a:lnTo>
                <a:lnTo>
                  <a:pt x="20" y="519"/>
                </a:lnTo>
                <a:lnTo>
                  <a:pt x="16" y="506"/>
                </a:lnTo>
                <a:lnTo>
                  <a:pt x="12" y="494"/>
                </a:lnTo>
                <a:lnTo>
                  <a:pt x="9" y="481"/>
                </a:lnTo>
                <a:lnTo>
                  <a:pt x="6" y="469"/>
                </a:lnTo>
                <a:lnTo>
                  <a:pt x="4" y="456"/>
                </a:lnTo>
                <a:lnTo>
                  <a:pt x="2" y="444"/>
                </a:lnTo>
                <a:lnTo>
                  <a:pt x="1" y="431"/>
                </a:lnTo>
                <a:lnTo>
                  <a:pt x="0" y="418"/>
                </a:lnTo>
                <a:lnTo>
                  <a:pt x="0" y="405"/>
                </a:lnTo>
                <a:lnTo>
                  <a:pt x="0" y="393"/>
                </a:lnTo>
                <a:lnTo>
                  <a:pt x="1" y="380"/>
                </a:lnTo>
                <a:lnTo>
                  <a:pt x="2" y="367"/>
                </a:lnTo>
                <a:lnTo>
                  <a:pt x="4" y="355"/>
                </a:lnTo>
                <a:lnTo>
                  <a:pt x="6" y="342"/>
                </a:lnTo>
                <a:lnTo>
                  <a:pt x="9" y="329"/>
                </a:lnTo>
                <a:lnTo>
                  <a:pt x="12" y="317"/>
                </a:lnTo>
                <a:lnTo>
                  <a:pt x="16" y="305"/>
                </a:lnTo>
                <a:lnTo>
                  <a:pt x="20" y="292"/>
                </a:lnTo>
                <a:lnTo>
                  <a:pt x="25" y="280"/>
                </a:lnTo>
                <a:lnTo>
                  <a:pt x="30" y="268"/>
                </a:lnTo>
                <a:lnTo>
                  <a:pt x="36" y="256"/>
                </a:lnTo>
                <a:lnTo>
                  <a:pt x="42" y="244"/>
                </a:lnTo>
                <a:lnTo>
                  <a:pt x="48" y="233"/>
                </a:lnTo>
                <a:lnTo>
                  <a:pt x="55" y="221"/>
                </a:lnTo>
                <a:lnTo>
                  <a:pt x="63" y="210"/>
                </a:lnTo>
                <a:lnTo>
                  <a:pt x="71" y="199"/>
                </a:lnTo>
                <a:lnTo>
                  <a:pt x="79" y="188"/>
                </a:lnTo>
                <a:lnTo>
                  <a:pt x="88" y="177"/>
                </a:lnTo>
                <a:lnTo>
                  <a:pt x="97" y="167"/>
                </a:lnTo>
                <a:lnTo>
                  <a:pt x="106" y="157"/>
                </a:lnTo>
                <a:lnTo>
                  <a:pt x="116" y="147"/>
                </a:lnTo>
                <a:lnTo>
                  <a:pt x="126" y="137"/>
                </a:lnTo>
                <a:lnTo>
                  <a:pt x="137" y="128"/>
                </a:lnTo>
                <a:lnTo>
                  <a:pt x="148" y="119"/>
                </a:lnTo>
                <a:lnTo>
                  <a:pt x="160" y="110"/>
                </a:lnTo>
                <a:lnTo>
                  <a:pt x="171" y="101"/>
                </a:lnTo>
                <a:lnTo>
                  <a:pt x="183" y="93"/>
                </a:lnTo>
                <a:lnTo>
                  <a:pt x="196" y="85"/>
                </a:lnTo>
                <a:lnTo>
                  <a:pt x="209" y="77"/>
                </a:lnTo>
                <a:lnTo>
                  <a:pt x="222" y="70"/>
                </a:lnTo>
                <a:lnTo>
                  <a:pt x="235" y="63"/>
                </a:lnTo>
                <a:lnTo>
                  <a:pt x="248" y="56"/>
                </a:lnTo>
                <a:lnTo>
                  <a:pt x="262" y="50"/>
                </a:lnTo>
                <a:lnTo>
                  <a:pt x="276" y="44"/>
                </a:lnTo>
                <a:lnTo>
                  <a:pt x="290" y="38"/>
                </a:lnTo>
                <a:lnTo>
                  <a:pt x="305" y="33"/>
                </a:lnTo>
                <a:lnTo>
                  <a:pt x="320" y="28"/>
                </a:lnTo>
                <a:lnTo>
                  <a:pt x="336" y="24"/>
                </a:lnTo>
                <a:lnTo>
                  <a:pt x="351" y="20"/>
                </a:lnTo>
                <a:lnTo>
                  <a:pt x="366" y="16"/>
                </a:lnTo>
                <a:lnTo>
                  <a:pt x="381" y="12"/>
                </a:lnTo>
                <a:lnTo>
                  <a:pt x="396" y="10"/>
                </a:lnTo>
                <a:lnTo>
                  <a:pt x="412" y="7"/>
                </a:lnTo>
                <a:lnTo>
                  <a:pt x="428" y="5"/>
                </a:lnTo>
                <a:lnTo>
                  <a:pt x="443" y="3"/>
                </a:lnTo>
                <a:lnTo>
                  <a:pt x="459" y="2"/>
                </a:lnTo>
                <a:lnTo>
                  <a:pt x="475" y="1"/>
                </a:lnTo>
                <a:lnTo>
                  <a:pt x="491" y="0"/>
                </a:lnTo>
                <a:lnTo>
                  <a:pt x="507" y="0"/>
                </a:lnTo>
                <a:lnTo>
                  <a:pt x="523" y="0"/>
                </a:lnTo>
                <a:lnTo>
                  <a:pt x="539" y="1"/>
                </a:lnTo>
                <a:lnTo>
                  <a:pt x="554" y="2"/>
                </a:lnTo>
                <a:lnTo>
                  <a:pt x="570" y="3"/>
                </a:lnTo>
                <a:lnTo>
                  <a:pt x="586" y="5"/>
                </a:lnTo>
                <a:lnTo>
                  <a:pt x="602" y="7"/>
                </a:lnTo>
                <a:lnTo>
                  <a:pt x="617" y="10"/>
                </a:lnTo>
                <a:lnTo>
                  <a:pt x="633" y="12"/>
                </a:lnTo>
                <a:lnTo>
                  <a:pt x="648" y="16"/>
                </a:lnTo>
                <a:lnTo>
                  <a:pt x="663" y="20"/>
                </a:lnTo>
                <a:lnTo>
                  <a:pt x="678" y="24"/>
                </a:lnTo>
                <a:lnTo>
                  <a:pt x="693" y="28"/>
                </a:lnTo>
                <a:lnTo>
                  <a:pt x="708" y="33"/>
                </a:lnTo>
                <a:lnTo>
                  <a:pt x="722" y="38"/>
                </a:lnTo>
                <a:lnTo>
                  <a:pt x="736" y="44"/>
                </a:lnTo>
                <a:lnTo>
                  <a:pt x="750" y="50"/>
                </a:lnTo>
                <a:lnTo>
                  <a:pt x="764" y="56"/>
                </a:lnTo>
                <a:lnTo>
                  <a:pt x="778" y="63"/>
                </a:lnTo>
                <a:lnTo>
                  <a:pt x="791" y="70"/>
                </a:lnTo>
                <a:lnTo>
                  <a:pt x="804" y="77"/>
                </a:lnTo>
                <a:lnTo>
                  <a:pt x="817" y="85"/>
                </a:lnTo>
                <a:lnTo>
                  <a:pt x="829" y="93"/>
                </a:lnTo>
                <a:lnTo>
                  <a:pt x="841" y="101"/>
                </a:lnTo>
                <a:lnTo>
                  <a:pt x="853" y="110"/>
                </a:lnTo>
                <a:lnTo>
                  <a:pt x="864" y="119"/>
                </a:lnTo>
                <a:lnTo>
                  <a:pt x="875" y="128"/>
                </a:lnTo>
                <a:lnTo>
                  <a:pt x="886" y="137"/>
                </a:lnTo>
                <a:lnTo>
                  <a:pt x="896" y="147"/>
                </a:lnTo>
                <a:lnTo>
                  <a:pt x="906" y="157"/>
                </a:lnTo>
                <a:lnTo>
                  <a:pt x="916" y="167"/>
                </a:lnTo>
                <a:lnTo>
                  <a:pt x="925" y="177"/>
                </a:lnTo>
                <a:lnTo>
                  <a:pt x="934" y="188"/>
                </a:lnTo>
                <a:lnTo>
                  <a:pt x="942" y="199"/>
                </a:lnTo>
                <a:lnTo>
                  <a:pt x="950" y="210"/>
                </a:lnTo>
                <a:lnTo>
                  <a:pt x="957" y="221"/>
                </a:lnTo>
                <a:lnTo>
                  <a:pt x="964" y="233"/>
                </a:lnTo>
                <a:lnTo>
                  <a:pt x="971" y="244"/>
                </a:lnTo>
                <a:lnTo>
                  <a:pt x="977" y="256"/>
                </a:lnTo>
                <a:lnTo>
                  <a:pt x="983" y="268"/>
                </a:lnTo>
                <a:lnTo>
                  <a:pt x="988" y="280"/>
                </a:lnTo>
                <a:lnTo>
                  <a:pt x="992" y="292"/>
                </a:lnTo>
                <a:lnTo>
                  <a:pt x="997" y="305"/>
                </a:lnTo>
                <a:lnTo>
                  <a:pt x="1000" y="317"/>
                </a:lnTo>
                <a:lnTo>
                  <a:pt x="1004" y="329"/>
                </a:lnTo>
                <a:lnTo>
                  <a:pt x="1006" y="342"/>
                </a:lnTo>
                <a:lnTo>
                  <a:pt x="1008" y="355"/>
                </a:lnTo>
                <a:lnTo>
                  <a:pt x="1010" y="367"/>
                </a:lnTo>
                <a:lnTo>
                  <a:pt x="1011" y="380"/>
                </a:lnTo>
                <a:lnTo>
                  <a:pt x="1012" y="393"/>
                </a:lnTo>
                <a:lnTo>
                  <a:pt x="1012" y="405"/>
                </a:lnTo>
                <a:close/>
              </a:path>
            </a:pathLst>
          </a:custGeom>
          <a:solidFill>
            <a:srgbClr val="ffa1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7" name=""/>
          <p:cNvSpPr/>
          <p:nvPr/>
        </p:nvSpPr>
        <p:spPr>
          <a:xfrm>
            <a:off x="4795920" y="1681200"/>
            <a:ext cx="366120" cy="293760"/>
          </a:xfrm>
          <a:custGeom>
            <a:avLst/>
            <a:gdLst/>
            <a:ahLst/>
            <a:rect l="0" t="0" r="r" b="b"/>
            <a:pathLst>
              <a:path w="1017" h="816">
                <a:moveTo>
                  <a:pt x="1014" y="407"/>
                </a:moveTo>
                <a:lnTo>
                  <a:pt x="1014" y="395"/>
                </a:lnTo>
                <a:lnTo>
                  <a:pt x="1013" y="382"/>
                </a:lnTo>
                <a:lnTo>
                  <a:pt x="1012" y="369"/>
                </a:lnTo>
                <a:lnTo>
                  <a:pt x="1010" y="357"/>
                </a:lnTo>
                <a:lnTo>
                  <a:pt x="1008" y="344"/>
                </a:lnTo>
                <a:lnTo>
                  <a:pt x="1006" y="331"/>
                </a:lnTo>
                <a:lnTo>
                  <a:pt x="1002" y="319"/>
                </a:lnTo>
                <a:lnTo>
                  <a:pt x="999" y="307"/>
                </a:lnTo>
                <a:lnTo>
                  <a:pt x="994" y="294"/>
                </a:lnTo>
                <a:lnTo>
                  <a:pt x="990" y="282"/>
                </a:lnTo>
                <a:lnTo>
                  <a:pt x="985" y="270"/>
                </a:lnTo>
                <a:lnTo>
                  <a:pt x="979" y="258"/>
                </a:lnTo>
                <a:lnTo>
                  <a:pt x="973" y="246"/>
                </a:lnTo>
                <a:lnTo>
                  <a:pt x="966" y="235"/>
                </a:lnTo>
                <a:lnTo>
                  <a:pt x="959" y="223"/>
                </a:lnTo>
                <a:lnTo>
                  <a:pt x="952" y="212"/>
                </a:lnTo>
                <a:lnTo>
                  <a:pt x="944" y="201"/>
                </a:lnTo>
                <a:lnTo>
                  <a:pt x="936" y="190"/>
                </a:lnTo>
                <a:lnTo>
                  <a:pt x="927" y="179"/>
                </a:lnTo>
                <a:lnTo>
                  <a:pt x="918" y="169"/>
                </a:lnTo>
                <a:lnTo>
                  <a:pt x="908" y="159"/>
                </a:lnTo>
                <a:lnTo>
                  <a:pt x="898" y="149"/>
                </a:lnTo>
                <a:lnTo>
                  <a:pt x="888" y="139"/>
                </a:lnTo>
                <a:lnTo>
                  <a:pt x="877" y="130"/>
                </a:lnTo>
                <a:lnTo>
                  <a:pt x="866" y="121"/>
                </a:lnTo>
                <a:lnTo>
                  <a:pt x="855" y="112"/>
                </a:lnTo>
                <a:lnTo>
                  <a:pt x="843" y="103"/>
                </a:lnTo>
                <a:lnTo>
                  <a:pt x="831" y="95"/>
                </a:lnTo>
                <a:lnTo>
                  <a:pt x="819" y="87"/>
                </a:lnTo>
                <a:lnTo>
                  <a:pt x="806" y="79"/>
                </a:lnTo>
                <a:lnTo>
                  <a:pt x="793" y="72"/>
                </a:lnTo>
                <a:lnTo>
                  <a:pt x="780" y="65"/>
                </a:lnTo>
                <a:lnTo>
                  <a:pt x="766" y="58"/>
                </a:lnTo>
                <a:lnTo>
                  <a:pt x="752" y="52"/>
                </a:lnTo>
                <a:lnTo>
                  <a:pt x="738" y="46"/>
                </a:lnTo>
                <a:lnTo>
                  <a:pt x="724" y="40"/>
                </a:lnTo>
                <a:lnTo>
                  <a:pt x="710" y="35"/>
                </a:lnTo>
                <a:lnTo>
                  <a:pt x="695" y="30"/>
                </a:lnTo>
                <a:lnTo>
                  <a:pt x="680" y="26"/>
                </a:lnTo>
                <a:lnTo>
                  <a:pt x="665" y="22"/>
                </a:lnTo>
                <a:lnTo>
                  <a:pt x="650" y="18"/>
                </a:lnTo>
                <a:lnTo>
                  <a:pt x="635" y="14"/>
                </a:lnTo>
                <a:lnTo>
                  <a:pt x="619" y="12"/>
                </a:lnTo>
                <a:lnTo>
                  <a:pt x="604" y="9"/>
                </a:lnTo>
                <a:lnTo>
                  <a:pt x="588" y="7"/>
                </a:lnTo>
                <a:lnTo>
                  <a:pt x="572" y="5"/>
                </a:lnTo>
                <a:lnTo>
                  <a:pt x="556" y="4"/>
                </a:lnTo>
                <a:lnTo>
                  <a:pt x="541" y="3"/>
                </a:lnTo>
                <a:lnTo>
                  <a:pt x="525" y="2"/>
                </a:lnTo>
                <a:lnTo>
                  <a:pt x="509" y="2"/>
                </a:lnTo>
                <a:lnTo>
                  <a:pt x="493" y="2"/>
                </a:lnTo>
                <a:lnTo>
                  <a:pt x="477" y="3"/>
                </a:lnTo>
                <a:lnTo>
                  <a:pt x="461" y="4"/>
                </a:lnTo>
                <a:lnTo>
                  <a:pt x="445" y="5"/>
                </a:lnTo>
                <a:lnTo>
                  <a:pt x="430" y="7"/>
                </a:lnTo>
                <a:lnTo>
                  <a:pt x="414" y="9"/>
                </a:lnTo>
                <a:lnTo>
                  <a:pt x="398" y="12"/>
                </a:lnTo>
                <a:lnTo>
                  <a:pt x="383" y="14"/>
                </a:lnTo>
                <a:lnTo>
                  <a:pt x="367" y="18"/>
                </a:lnTo>
                <a:lnTo>
                  <a:pt x="352" y="22"/>
                </a:lnTo>
                <a:lnTo>
                  <a:pt x="337" y="26"/>
                </a:lnTo>
                <a:lnTo>
                  <a:pt x="322" y="30"/>
                </a:lnTo>
                <a:lnTo>
                  <a:pt x="307" y="35"/>
                </a:lnTo>
                <a:lnTo>
                  <a:pt x="292" y="40"/>
                </a:lnTo>
                <a:lnTo>
                  <a:pt x="278" y="46"/>
                </a:lnTo>
                <a:lnTo>
                  <a:pt x="264" y="52"/>
                </a:lnTo>
                <a:lnTo>
                  <a:pt x="250" y="58"/>
                </a:lnTo>
                <a:lnTo>
                  <a:pt x="237" y="65"/>
                </a:lnTo>
                <a:lnTo>
                  <a:pt x="224" y="72"/>
                </a:lnTo>
                <a:lnTo>
                  <a:pt x="211" y="79"/>
                </a:lnTo>
                <a:lnTo>
                  <a:pt x="198" y="87"/>
                </a:lnTo>
                <a:lnTo>
                  <a:pt x="185" y="95"/>
                </a:lnTo>
                <a:lnTo>
                  <a:pt x="173" y="103"/>
                </a:lnTo>
                <a:lnTo>
                  <a:pt x="162" y="112"/>
                </a:lnTo>
                <a:lnTo>
                  <a:pt x="150" y="121"/>
                </a:lnTo>
                <a:lnTo>
                  <a:pt x="139" y="130"/>
                </a:lnTo>
                <a:lnTo>
                  <a:pt x="128" y="139"/>
                </a:lnTo>
                <a:lnTo>
                  <a:pt x="118" y="149"/>
                </a:lnTo>
                <a:lnTo>
                  <a:pt x="108" y="159"/>
                </a:lnTo>
                <a:lnTo>
                  <a:pt x="99" y="169"/>
                </a:lnTo>
                <a:lnTo>
                  <a:pt x="90" y="179"/>
                </a:lnTo>
                <a:lnTo>
                  <a:pt x="81" y="190"/>
                </a:lnTo>
                <a:lnTo>
                  <a:pt x="73" y="201"/>
                </a:lnTo>
                <a:lnTo>
                  <a:pt x="65" y="212"/>
                </a:lnTo>
                <a:lnTo>
                  <a:pt x="57" y="223"/>
                </a:lnTo>
                <a:lnTo>
                  <a:pt x="50" y="235"/>
                </a:lnTo>
                <a:lnTo>
                  <a:pt x="44" y="246"/>
                </a:lnTo>
                <a:lnTo>
                  <a:pt x="38" y="258"/>
                </a:lnTo>
                <a:lnTo>
                  <a:pt x="32" y="270"/>
                </a:lnTo>
                <a:lnTo>
                  <a:pt x="27" y="282"/>
                </a:lnTo>
                <a:lnTo>
                  <a:pt x="22" y="294"/>
                </a:lnTo>
                <a:lnTo>
                  <a:pt x="18" y="307"/>
                </a:lnTo>
                <a:lnTo>
                  <a:pt x="14" y="319"/>
                </a:lnTo>
                <a:lnTo>
                  <a:pt x="11" y="331"/>
                </a:lnTo>
                <a:lnTo>
                  <a:pt x="8" y="344"/>
                </a:lnTo>
                <a:lnTo>
                  <a:pt x="6" y="357"/>
                </a:lnTo>
                <a:lnTo>
                  <a:pt x="4" y="369"/>
                </a:lnTo>
                <a:lnTo>
                  <a:pt x="3" y="382"/>
                </a:lnTo>
                <a:lnTo>
                  <a:pt x="2" y="395"/>
                </a:lnTo>
                <a:lnTo>
                  <a:pt x="2" y="407"/>
                </a:lnTo>
                <a:lnTo>
                  <a:pt x="2" y="420"/>
                </a:lnTo>
                <a:lnTo>
                  <a:pt x="3" y="433"/>
                </a:lnTo>
                <a:lnTo>
                  <a:pt x="4" y="446"/>
                </a:lnTo>
                <a:lnTo>
                  <a:pt x="6" y="458"/>
                </a:lnTo>
                <a:lnTo>
                  <a:pt x="8" y="471"/>
                </a:lnTo>
                <a:lnTo>
                  <a:pt x="11" y="483"/>
                </a:lnTo>
                <a:lnTo>
                  <a:pt x="14" y="496"/>
                </a:lnTo>
                <a:lnTo>
                  <a:pt x="18" y="508"/>
                </a:lnTo>
                <a:lnTo>
                  <a:pt x="22" y="521"/>
                </a:lnTo>
                <a:lnTo>
                  <a:pt x="27" y="533"/>
                </a:lnTo>
                <a:lnTo>
                  <a:pt x="32" y="545"/>
                </a:lnTo>
                <a:lnTo>
                  <a:pt x="38" y="557"/>
                </a:lnTo>
                <a:lnTo>
                  <a:pt x="44" y="568"/>
                </a:lnTo>
                <a:lnTo>
                  <a:pt x="50" y="580"/>
                </a:lnTo>
                <a:lnTo>
                  <a:pt x="57" y="592"/>
                </a:lnTo>
                <a:lnTo>
                  <a:pt x="65" y="603"/>
                </a:lnTo>
                <a:lnTo>
                  <a:pt x="73" y="614"/>
                </a:lnTo>
                <a:lnTo>
                  <a:pt x="81" y="626"/>
                </a:lnTo>
                <a:lnTo>
                  <a:pt x="90" y="636"/>
                </a:lnTo>
                <a:lnTo>
                  <a:pt x="99" y="647"/>
                </a:lnTo>
                <a:lnTo>
                  <a:pt x="108" y="657"/>
                </a:lnTo>
                <a:lnTo>
                  <a:pt x="118" y="667"/>
                </a:lnTo>
                <a:lnTo>
                  <a:pt x="128" y="677"/>
                </a:lnTo>
                <a:lnTo>
                  <a:pt x="139" y="686"/>
                </a:lnTo>
                <a:lnTo>
                  <a:pt x="150" y="695"/>
                </a:lnTo>
                <a:lnTo>
                  <a:pt x="162" y="704"/>
                </a:lnTo>
                <a:lnTo>
                  <a:pt x="173" y="713"/>
                </a:lnTo>
                <a:lnTo>
                  <a:pt x="185" y="721"/>
                </a:lnTo>
                <a:lnTo>
                  <a:pt x="198" y="729"/>
                </a:lnTo>
                <a:lnTo>
                  <a:pt x="211" y="737"/>
                </a:lnTo>
                <a:lnTo>
                  <a:pt x="224" y="744"/>
                </a:lnTo>
                <a:lnTo>
                  <a:pt x="237" y="751"/>
                </a:lnTo>
                <a:lnTo>
                  <a:pt x="250" y="758"/>
                </a:lnTo>
                <a:lnTo>
                  <a:pt x="264" y="764"/>
                </a:lnTo>
                <a:lnTo>
                  <a:pt x="278" y="770"/>
                </a:lnTo>
                <a:lnTo>
                  <a:pt x="292" y="775"/>
                </a:lnTo>
                <a:lnTo>
                  <a:pt x="307" y="781"/>
                </a:lnTo>
                <a:lnTo>
                  <a:pt x="322" y="786"/>
                </a:lnTo>
                <a:lnTo>
                  <a:pt x="337" y="790"/>
                </a:lnTo>
                <a:lnTo>
                  <a:pt x="352" y="794"/>
                </a:lnTo>
                <a:lnTo>
                  <a:pt x="367" y="798"/>
                </a:lnTo>
                <a:lnTo>
                  <a:pt x="383" y="801"/>
                </a:lnTo>
                <a:lnTo>
                  <a:pt x="398" y="804"/>
                </a:lnTo>
                <a:lnTo>
                  <a:pt x="414" y="807"/>
                </a:lnTo>
                <a:lnTo>
                  <a:pt x="430" y="809"/>
                </a:lnTo>
                <a:lnTo>
                  <a:pt x="445" y="811"/>
                </a:lnTo>
                <a:lnTo>
                  <a:pt x="461" y="812"/>
                </a:lnTo>
                <a:lnTo>
                  <a:pt x="477" y="813"/>
                </a:lnTo>
                <a:lnTo>
                  <a:pt x="493" y="814"/>
                </a:lnTo>
                <a:lnTo>
                  <a:pt x="509" y="814"/>
                </a:lnTo>
                <a:lnTo>
                  <a:pt x="525" y="814"/>
                </a:lnTo>
                <a:lnTo>
                  <a:pt x="541" y="813"/>
                </a:lnTo>
                <a:lnTo>
                  <a:pt x="556" y="812"/>
                </a:lnTo>
                <a:lnTo>
                  <a:pt x="572" y="811"/>
                </a:lnTo>
                <a:lnTo>
                  <a:pt x="588" y="809"/>
                </a:lnTo>
                <a:lnTo>
                  <a:pt x="604" y="807"/>
                </a:lnTo>
                <a:lnTo>
                  <a:pt x="619" y="804"/>
                </a:lnTo>
                <a:lnTo>
                  <a:pt x="635" y="801"/>
                </a:lnTo>
                <a:lnTo>
                  <a:pt x="650" y="798"/>
                </a:lnTo>
                <a:lnTo>
                  <a:pt x="665" y="794"/>
                </a:lnTo>
                <a:lnTo>
                  <a:pt x="680" y="790"/>
                </a:lnTo>
                <a:lnTo>
                  <a:pt x="695" y="786"/>
                </a:lnTo>
                <a:lnTo>
                  <a:pt x="710" y="781"/>
                </a:lnTo>
                <a:lnTo>
                  <a:pt x="724" y="775"/>
                </a:lnTo>
                <a:lnTo>
                  <a:pt x="738" y="770"/>
                </a:lnTo>
                <a:lnTo>
                  <a:pt x="752" y="764"/>
                </a:lnTo>
                <a:lnTo>
                  <a:pt x="766" y="758"/>
                </a:lnTo>
                <a:lnTo>
                  <a:pt x="780" y="751"/>
                </a:lnTo>
                <a:lnTo>
                  <a:pt x="793" y="744"/>
                </a:lnTo>
                <a:lnTo>
                  <a:pt x="806" y="737"/>
                </a:lnTo>
                <a:lnTo>
                  <a:pt x="819" y="729"/>
                </a:lnTo>
                <a:lnTo>
                  <a:pt x="831" y="721"/>
                </a:lnTo>
                <a:lnTo>
                  <a:pt x="843" y="713"/>
                </a:lnTo>
                <a:lnTo>
                  <a:pt x="855" y="704"/>
                </a:lnTo>
                <a:lnTo>
                  <a:pt x="866" y="695"/>
                </a:lnTo>
                <a:lnTo>
                  <a:pt x="877" y="686"/>
                </a:lnTo>
                <a:lnTo>
                  <a:pt x="888" y="677"/>
                </a:lnTo>
                <a:lnTo>
                  <a:pt x="898" y="667"/>
                </a:lnTo>
                <a:lnTo>
                  <a:pt x="908" y="657"/>
                </a:lnTo>
                <a:lnTo>
                  <a:pt x="918" y="647"/>
                </a:lnTo>
                <a:lnTo>
                  <a:pt x="927" y="636"/>
                </a:lnTo>
                <a:lnTo>
                  <a:pt x="936" y="626"/>
                </a:lnTo>
                <a:lnTo>
                  <a:pt x="944" y="614"/>
                </a:lnTo>
                <a:lnTo>
                  <a:pt x="952" y="603"/>
                </a:lnTo>
                <a:lnTo>
                  <a:pt x="959" y="592"/>
                </a:lnTo>
                <a:lnTo>
                  <a:pt x="966" y="580"/>
                </a:lnTo>
                <a:lnTo>
                  <a:pt x="973" y="568"/>
                </a:lnTo>
                <a:lnTo>
                  <a:pt x="979" y="557"/>
                </a:lnTo>
                <a:lnTo>
                  <a:pt x="985" y="545"/>
                </a:lnTo>
                <a:lnTo>
                  <a:pt x="990" y="533"/>
                </a:lnTo>
                <a:lnTo>
                  <a:pt x="994" y="521"/>
                </a:lnTo>
                <a:lnTo>
                  <a:pt x="999" y="508"/>
                </a:lnTo>
                <a:lnTo>
                  <a:pt x="1002" y="496"/>
                </a:lnTo>
                <a:lnTo>
                  <a:pt x="1006" y="483"/>
                </a:lnTo>
                <a:lnTo>
                  <a:pt x="1008" y="471"/>
                </a:lnTo>
                <a:lnTo>
                  <a:pt x="1010" y="458"/>
                </a:lnTo>
                <a:lnTo>
                  <a:pt x="1012" y="446"/>
                </a:lnTo>
                <a:lnTo>
                  <a:pt x="1013" y="433"/>
                </a:lnTo>
                <a:lnTo>
                  <a:pt x="1014" y="420"/>
                </a:lnTo>
                <a:lnTo>
                  <a:pt x="1014" y="407"/>
                </a:lnTo>
                <a:moveTo>
                  <a:pt x="1017" y="407"/>
                </a:moveTo>
                <a:lnTo>
                  <a:pt x="1017" y="420"/>
                </a:lnTo>
                <a:lnTo>
                  <a:pt x="1016" y="433"/>
                </a:lnTo>
                <a:lnTo>
                  <a:pt x="1015" y="446"/>
                </a:lnTo>
                <a:lnTo>
                  <a:pt x="1013" y="458"/>
                </a:lnTo>
                <a:lnTo>
                  <a:pt x="1011" y="471"/>
                </a:lnTo>
                <a:lnTo>
                  <a:pt x="1008" y="484"/>
                </a:lnTo>
                <a:lnTo>
                  <a:pt x="1005" y="496"/>
                </a:lnTo>
                <a:lnTo>
                  <a:pt x="1001" y="509"/>
                </a:lnTo>
                <a:lnTo>
                  <a:pt x="997" y="521"/>
                </a:lnTo>
                <a:lnTo>
                  <a:pt x="992" y="533"/>
                </a:lnTo>
                <a:lnTo>
                  <a:pt x="987" y="545"/>
                </a:lnTo>
                <a:lnTo>
                  <a:pt x="981" y="557"/>
                </a:lnTo>
                <a:lnTo>
                  <a:pt x="975" y="569"/>
                </a:lnTo>
                <a:lnTo>
                  <a:pt x="968" y="581"/>
                </a:lnTo>
                <a:lnTo>
                  <a:pt x="961" y="592"/>
                </a:lnTo>
                <a:lnTo>
                  <a:pt x="954" y="604"/>
                </a:lnTo>
                <a:lnTo>
                  <a:pt x="946" y="615"/>
                </a:lnTo>
                <a:lnTo>
                  <a:pt x="938" y="627"/>
                </a:lnTo>
                <a:lnTo>
                  <a:pt x="929" y="637"/>
                </a:lnTo>
                <a:lnTo>
                  <a:pt x="920" y="648"/>
                </a:lnTo>
                <a:lnTo>
                  <a:pt x="910" y="658"/>
                </a:lnTo>
                <a:lnTo>
                  <a:pt x="900" y="668"/>
                </a:lnTo>
                <a:lnTo>
                  <a:pt x="890" y="678"/>
                </a:lnTo>
                <a:lnTo>
                  <a:pt x="879" y="687"/>
                </a:lnTo>
                <a:lnTo>
                  <a:pt x="868" y="697"/>
                </a:lnTo>
                <a:lnTo>
                  <a:pt x="857" y="705"/>
                </a:lnTo>
                <a:lnTo>
                  <a:pt x="845" y="714"/>
                </a:lnTo>
                <a:lnTo>
                  <a:pt x="833" y="722"/>
                </a:lnTo>
                <a:lnTo>
                  <a:pt x="820" y="730"/>
                </a:lnTo>
                <a:lnTo>
                  <a:pt x="807" y="738"/>
                </a:lnTo>
                <a:lnTo>
                  <a:pt x="794" y="745"/>
                </a:lnTo>
                <a:lnTo>
                  <a:pt x="781" y="752"/>
                </a:lnTo>
                <a:lnTo>
                  <a:pt x="767" y="759"/>
                </a:lnTo>
                <a:lnTo>
                  <a:pt x="754" y="765"/>
                </a:lnTo>
                <a:lnTo>
                  <a:pt x="739" y="771"/>
                </a:lnTo>
                <a:lnTo>
                  <a:pt x="725" y="777"/>
                </a:lnTo>
                <a:lnTo>
                  <a:pt x="711" y="782"/>
                </a:lnTo>
                <a:lnTo>
                  <a:pt x="696" y="787"/>
                </a:lnTo>
                <a:lnTo>
                  <a:pt x="681" y="792"/>
                </a:lnTo>
                <a:lnTo>
                  <a:pt x="666" y="796"/>
                </a:lnTo>
                <a:lnTo>
                  <a:pt x="651" y="800"/>
                </a:lnTo>
                <a:lnTo>
                  <a:pt x="635" y="803"/>
                </a:lnTo>
                <a:lnTo>
                  <a:pt x="620" y="806"/>
                </a:lnTo>
                <a:lnTo>
                  <a:pt x="604" y="809"/>
                </a:lnTo>
                <a:lnTo>
                  <a:pt x="588" y="811"/>
                </a:lnTo>
                <a:lnTo>
                  <a:pt x="572" y="813"/>
                </a:lnTo>
                <a:lnTo>
                  <a:pt x="557" y="814"/>
                </a:lnTo>
                <a:lnTo>
                  <a:pt x="541" y="815"/>
                </a:lnTo>
                <a:lnTo>
                  <a:pt x="525" y="816"/>
                </a:lnTo>
                <a:lnTo>
                  <a:pt x="509" y="816"/>
                </a:lnTo>
                <a:lnTo>
                  <a:pt x="493" y="816"/>
                </a:lnTo>
                <a:lnTo>
                  <a:pt x="477" y="815"/>
                </a:lnTo>
                <a:lnTo>
                  <a:pt x="461" y="814"/>
                </a:lnTo>
                <a:lnTo>
                  <a:pt x="445" y="813"/>
                </a:lnTo>
                <a:lnTo>
                  <a:pt x="429" y="811"/>
                </a:lnTo>
                <a:lnTo>
                  <a:pt x="414" y="809"/>
                </a:lnTo>
                <a:lnTo>
                  <a:pt x="398" y="806"/>
                </a:lnTo>
                <a:lnTo>
                  <a:pt x="382" y="803"/>
                </a:lnTo>
                <a:lnTo>
                  <a:pt x="366" y="800"/>
                </a:lnTo>
                <a:lnTo>
                  <a:pt x="351" y="796"/>
                </a:lnTo>
                <a:lnTo>
                  <a:pt x="336" y="792"/>
                </a:lnTo>
                <a:lnTo>
                  <a:pt x="321" y="787"/>
                </a:lnTo>
                <a:lnTo>
                  <a:pt x="306" y="782"/>
                </a:lnTo>
                <a:lnTo>
                  <a:pt x="292" y="777"/>
                </a:lnTo>
                <a:lnTo>
                  <a:pt x="277" y="771"/>
                </a:lnTo>
                <a:lnTo>
                  <a:pt x="263" y="765"/>
                </a:lnTo>
                <a:lnTo>
                  <a:pt x="249" y="759"/>
                </a:lnTo>
                <a:lnTo>
                  <a:pt x="236" y="752"/>
                </a:lnTo>
                <a:lnTo>
                  <a:pt x="222" y="745"/>
                </a:lnTo>
                <a:lnTo>
                  <a:pt x="209" y="738"/>
                </a:lnTo>
                <a:lnTo>
                  <a:pt x="196" y="730"/>
                </a:lnTo>
                <a:lnTo>
                  <a:pt x="184" y="722"/>
                </a:lnTo>
                <a:lnTo>
                  <a:pt x="172" y="714"/>
                </a:lnTo>
                <a:lnTo>
                  <a:pt x="160" y="705"/>
                </a:lnTo>
                <a:lnTo>
                  <a:pt x="149" y="697"/>
                </a:lnTo>
                <a:lnTo>
                  <a:pt x="137" y="687"/>
                </a:lnTo>
                <a:lnTo>
                  <a:pt x="127" y="678"/>
                </a:lnTo>
                <a:lnTo>
                  <a:pt x="116" y="668"/>
                </a:lnTo>
                <a:lnTo>
                  <a:pt x="106" y="658"/>
                </a:lnTo>
                <a:lnTo>
                  <a:pt x="97" y="648"/>
                </a:lnTo>
                <a:lnTo>
                  <a:pt x="88" y="637"/>
                </a:lnTo>
                <a:lnTo>
                  <a:pt x="79" y="627"/>
                </a:lnTo>
                <a:lnTo>
                  <a:pt x="71" y="615"/>
                </a:lnTo>
                <a:lnTo>
                  <a:pt x="63" y="604"/>
                </a:lnTo>
                <a:lnTo>
                  <a:pt x="55" y="592"/>
                </a:lnTo>
                <a:lnTo>
                  <a:pt x="48" y="581"/>
                </a:lnTo>
                <a:lnTo>
                  <a:pt x="42" y="569"/>
                </a:lnTo>
                <a:lnTo>
                  <a:pt x="35" y="557"/>
                </a:lnTo>
                <a:lnTo>
                  <a:pt x="30" y="545"/>
                </a:lnTo>
                <a:lnTo>
                  <a:pt x="25" y="533"/>
                </a:lnTo>
                <a:lnTo>
                  <a:pt x="20" y="521"/>
                </a:lnTo>
                <a:lnTo>
                  <a:pt x="16" y="509"/>
                </a:lnTo>
                <a:lnTo>
                  <a:pt x="12" y="496"/>
                </a:lnTo>
                <a:lnTo>
                  <a:pt x="9" y="484"/>
                </a:lnTo>
                <a:lnTo>
                  <a:pt x="6" y="471"/>
                </a:lnTo>
                <a:lnTo>
                  <a:pt x="4" y="458"/>
                </a:lnTo>
                <a:lnTo>
                  <a:pt x="2" y="446"/>
                </a:lnTo>
                <a:lnTo>
                  <a:pt x="1" y="433"/>
                </a:lnTo>
                <a:lnTo>
                  <a:pt x="0" y="420"/>
                </a:lnTo>
                <a:lnTo>
                  <a:pt x="0" y="407"/>
                </a:lnTo>
                <a:lnTo>
                  <a:pt x="0" y="395"/>
                </a:lnTo>
                <a:lnTo>
                  <a:pt x="1" y="382"/>
                </a:lnTo>
                <a:lnTo>
                  <a:pt x="2" y="369"/>
                </a:lnTo>
                <a:lnTo>
                  <a:pt x="4" y="356"/>
                </a:lnTo>
                <a:lnTo>
                  <a:pt x="6" y="344"/>
                </a:lnTo>
                <a:lnTo>
                  <a:pt x="9" y="331"/>
                </a:lnTo>
                <a:lnTo>
                  <a:pt x="12" y="318"/>
                </a:lnTo>
                <a:lnTo>
                  <a:pt x="16" y="306"/>
                </a:lnTo>
                <a:lnTo>
                  <a:pt x="20" y="294"/>
                </a:lnTo>
                <a:lnTo>
                  <a:pt x="25" y="281"/>
                </a:lnTo>
                <a:lnTo>
                  <a:pt x="30" y="269"/>
                </a:lnTo>
                <a:lnTo>
                  <a:pt x="35" y="257"/>
                </a:lnTo>
                <a:lnTo>
                  <a:pt x="42" y="246"/>
                </a:lnTo>
                <a:lnTo>
                  <a:pt x="48" y="234"/>
                </a:lnTo>
                <a:lnTo>
                  <a:pt x="55" y="222"/>
                </a:lnTo>
                <a:lnTo>
                  <a:pt x="63" y="211"/>
                </a:lnTo>
                <a:lnTo>
                  <a:pt x="71" y="200"/>
                </a:lnTo>
                <a:lnTo>
                  <a:pt x="79" y="189"/>
                </a:lnTo>
                <a:lnTo>
                  <a:pt x="88" y="178"/>
                </a:lnTo>
                <a:lnTo>
                  <a:pt x="97" y="168"/>
                </a:lnTo>
                <a:lnTo>
                  <a:pt x="106" y="158"/>
                </a:lnTo>
                <a:lnTo>
                  <a:pt x="116" y="148"/>
                </a:lnTo>
                <a:lnTo>
                  <a:pt x="127" y="138"/>
                </a:lnTo>
                <a:lnTo>
                  <a:pt x="137" y="128"/>
                </a:lnTo>
                <a:lnTo>
                  <a:pt x="149" y="119"/>
                </a:lnTo>
                <a:lnTo>
                  <a:pt x="160" y="110"/>
                </a:lnTo>
                <a:lnTo>
                  <a:pt x="172" y="102"/>
                </a:lnTo>
                <a:lnTo>
                  <a:pt x="184" y="93"/>
                </a:lnTo>
                <a:lnTo>
                  <a:pt x="196" y="85"/>
                </a:lnTo>
                <a:lnTo>
                  <a:pt x="209" y="78"/>
                </a:lnTo>
                <a:lnTo>
                  <a:pt x="222" y="70"/>
                </a:lnTo>
                <a:lnTo>
                  <a:pt x="236" y="63"/>
                </a:lnTo>
                <a:lnTo>
                  <a:pt x="249" y="57"/>
                </a:lnTo>
                <a:lnTo>
                  <a:pt x="263" y="50"/>
                </a:lnTo>
                <a:lnTo>
                  <a:pt x="277" y="44"/>
                </a:lnTo>
                <a:lnTo>
                  <a:pt x="292" y="39"/>
                </a:lnTo>
                <a:lnTo>
                  <a:pt x="306" y="33"/>
                </a:lnTo>
                <a:lnTo>
                  <a:pt x="321" y="29"/>
                </a:lnTo>
                <a:lnTo>
                  <a:pt x="336" y="24"/>
                </a:lnTo>
                <a:lnTo>
                  <a:pt x="351" y="20"/>
                </a:lnTo>
                <a:lnTo>
                  <a:pt x="366" y="16"/>
                </a:lnTo>
                <a:lnTo>
                  <a:pt x="382" y="13"/>
                </a:lnTo>
                <a:lnTo>
                  <a:pt x="398" y="10"/>
                </a:lnTo>
                <a:lnTo>
                  <a:pt x="414" y="7"/>
                </a:lnTo>
                <a:lnTo>
                  <a:pt x="429" y="5"/>
                </a:lnTo>
                <a:lnTo>
                  <a:pt x="445" y="3"/>
                </a:lnTo>
                <a:lnTo>
                  <a:pt x="461" y="2"/>
                </a:lnTo>
                <a:lnTo>
                  <a:pt x="477" y="1"/>
                </a:lnTo>
                <a:lnTo>
                  <a:pt x="493" y="0"/>
                </a:lnTo>
                <a:lnTo>
                  <a:pt x="509" y="0"/>
                </a:lnTo>
                <a:lnTo>
                  <a:pt x="525" y="0"/>
                </a:lnTo>
                <a:lnTo>
                  <a:pt x="541" y="1"/>
                </a:lnTo>
                <a:lnTo>
                  <a:pt x="557" y="2"/>
                </a:lnTo>
                <a:lnTo>
                  <a:pt x="572" y="3"/>
                </a:lnTo>
                <a:lnTo>
                  <a:pt x="588" y="5"/>
                </a:lnTo>
                <a:lnTo>
                  <a:pt x="604" y="7"/>
                </a:lnTo>
                <a:lnTo>
                  <a:pt x="620" y="10"/>
                </a:lnTo>
                <a:lnTo>
                  <a:pt x="635" y="13"/>
                </a:lnTo>
                <a:lnTo>
                  <a:pt x="651" y="16"/>
                </a:lnTo>
                <a:lnTo>
                  <a:pt x="666" y="20"/>
                </a:lnTo>
                <a:lnTo>
                  <a:pt x="681" y="24"/>
                </a:lnTo>
                <a:lnTo>
                  <a:pt x="696" y="29"/>
                </a:lnTo>
                <a:lnTo>
                  <a:pt x="711" y="33"/>
                </a:lnTo>
                <a:lnTo>
                  <a:pt x="725" y="39"/>
                </a:lnTo>
                <a:lnTo>
                  <a:pt x="739" y="44"/>
                </a:lnTo>
                <a:lnTo>
                  <a:pt x="754" y="50"/>
                </a:lnTo>
                <a:lnTo>
                  <a:pt x="767" y="57"/>
                </a:lnTo>
                <a:lnTo>
                  <a:pt x="781" y="63"/>
                </a:lnTo>
                <a:lnTo>
                  <a:pt x="794" y="70"/>
                </a:lnTo>
                <a:lnTo>
                  <a:pt x="807" y="78"/>
                </a:lnTo>
                <a:lnTo>
                  <a:pt x="820" y="85"/>
                </a:lnTo>
                <a:lnTo>
                  <a:pt x="833" y="93"/>
                </a:lnTo>
                <a:lnTo>
                  <a:pt x="845" y="102"/>
                </a:lnTo>
                <a:lnTo>
                  <a:pt x="857" y="110"/>
                </a:lnTo>
                <a:lnTo>
                  <a:pt x="868" y="119"/>
                </a:lnTo>
                <a:lnTo>
                  <a:pt x="879" y="128"/>
                </a:lnTo>
                <a:lnTo>
                  <a:pt x="890" y="138"/>
                </a:lnTo>
                <a:lnTo>
                  <a:pt x="900" y="148"/>
                </a:lnTo>
                <a:lnTo>
                  <a:pt x="910" y="158"/>
                </a:lnTo>
                <a:lnTo>
                  <a:pt x="920" y="168"/>
                </a:lnTo>
                <a:lnTo>
                  <a:pt x="929" y="178"/>
                </a:lnTo>
                <a:lnTo>
                  <a:pt x="938" y="189"/>
                </a:lnTo>
                <a:lnTo>
                  <a:pt x="946" y="200"/>
                </a:lnTo>
                <a:lnTo>
                  <a:pt x="954" y="211"/>
                </a:lnTo>
                <a:lnTo>
                  <a:pt x="961" y="222"/>
                </a:lnTo>
                <a:lnTo>
                  <a:pt x="968" y="234"/>
                </a:lnTo>
                <a:lnTo>
                  <a:pt x="975" y="246"/>
                </a:lnTo>
                <a:lnTo>
                  <a:pt x="981" y="257"/>
                </a:lnTo>
                <a:lnTo>
                  <a:pt x="987" y="269"/>
                </a:lnTo>
                <a:lnTo>
                  <a:pt x="992" y="281"/>
                </a:lnTo>
                <a:lnTo>
                  <a:pt x="997" y="294"/>
                </a:lnTo>
                <a:lnTo>
                  <a:pt x="1001" y="306"/>
                </a:lnTo>
                <a:lnTo>
                  <a:pt x="1005" y="318"/>
                </a:lnTo>
                <a:lnTo>
                  <a:pt x="1008" y="331"/>
                </a:lnTo>
                <a:lnTo>
                  <a:pt x="1011" y="344"/>
                </a:lnTo>
                <a:lnTo>
                  <a:pt x="1013" y="356"/>
                </a:lnTo>
                <a:lnTo>
                  <a:pt x="1015" y="369"/>
                </a:lnTo>
                <a:lnTo>
                  <a:pt x="1016" y="382"/>
                </a:lnTo>
                <a:lnTo>
                  <a:pt x="1017" y="395"/>
                </a:lnTo>
                <a:lnTo>
                  <a:pt x="1017" y="407"/>
                </a:lnTo>
                <a:close/>
              </a:path>
            </a:pathLst>
          </a:custGeom>
          <a:solidFill>
            <a:srgbClr val="ffa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8" name=""/>
          <p:cNvSpPr/>
          <p:nvPr/>
        </p:nvSpPr>
        <p:spPr>
          <a:xfrm>
            <a:off x="4795200" y="1680480"/>
            <a:ext cx="367560" cy="295200"/>
          </a:xfrm>
          <a:custGeom>
            <a:avLst/>
            <a:gdLst/>
            <a:ahLst/>
            <a:rect l="0" t="0" r="r" b="b"/>
            <a:pathLst>
              <a:path w="1021" h="820">
                <a:moveTo>
                  <a:pt x="1019" y="409"/>
                </a:moveTo>
                <a:lnTo>
                  <a:pt x="1019" y="397"/>
                </a:lnTo>
                <a:lnTo>
                  <a:pt x="1018" y="384"/>
                </a:lnTo>
                <a:lnTo>
                  <a:pt x="1017" y="371"/>
                </a:lnTo>
                <a:lnTo>
                  <a:pt x="1015" y="358"/>
                </a:lnTo>
                <a:lnTo>
                  <a:pt x="1013" y="346"/>
                </a:lnTo>
                <a:lnTo>
                  <a:pt x="1010" y="333"/>
                </a:lnTo>
                <a:lnTo>
                  <a:pt x="1007" y="320"/>
                </a:lnTo>
                <a:lnTo>
                  <a:pt x="1003" y="308"/>
                </a:lnTo>
                <a:lnTo>
                  <a:pt x="999" y="296"/>
                </a:lnTo>
                <a:lnTo>
                  <a:pt x="994" y="283"/>
                </a:lnTo>
                <a:lnTo>
                  <a:pt x="989" y="271"/>
                </a:lnTo>
                <a:lnTo>
                  <a:pt x="983" y="259"/>
                </a:lnTo>
                <a:lnTo>
                  <a:pt x="977" y="248"/>
                </a:lnTo>
                <a:lnTo>
                  <a:pt x="970" y="236"/>
                </a:lnTo>
                <a:lnTo>
                  <a:pt x="963" y="224"/>
                </a:lnTo>
                <a:lnTo>
                  <a:pt x="956" y="213"/>
                </a:lnTo>
                <a:lnTo>
                  <a:pt x="948" y="202"/>
                </a:lnTo>
                <a:lnTo>
                  <a:pt x="940" y="191"/>
                </a:lnTo>
                <a:lnTo>
                  <a:pt x="931" y="180"/>
                </a:lnTo>
                <a:lnTo>
                  <a:pt x="922" y="170"/>
                </a:lnTo>
                <a:lnTo>
                  <a:pt x="912" y="160"/>
                </a:lnTo>
                <a:lnTo>
                  <a:pt x="902" y="150"/>
                </a:lnTo>
                <a:lnTo>
                  <a:pt x="892" y="140"/>
                </a:lnTo>
                <a:lnTo>
                  <a:pt x="881" y="130"/>
                </a:lnTo>
                <a:lnTo>
                  <a:pt x="870" y="121"/>
                </a:lnTo>
                <a:lnTo>
                  <a:pt x="859" y="112"/>
                </a:lnTo>
                <a:lnTo>
                  <a:pt x="847" y="104"/>
                </a:lnTo>
                <a:lnTo>
                  <a:pt x="835" y="95"/>
                </a:lnTo>
                <a:lnTo>
                  <a:pt x="822" y="87"/>
                </a:lnTo>
                <a:lnTo>
                  <a:pt x="809" y="80"/>
                </a:lnTo>
                <a:lnTo>
                  <a:pt x="796" y="72"/>
                </a:lnTo>
                <a:lnTo>
                  <a:pt x="783" y="65"/>
                </a:lnTo>
                <a:lnTo>
                  <a:pt x="769" y="59"/>
                </a:lnTo>
                <a:lnTo>
                  <a:pt x="756" y="52"/>
                </a:lnTo>
                <a:lnTo>
                  <a:pt x="741" y="46"/>
                </a:lnTo>
                <a:lnTo>
                  <a:pt x="727" y="41"/>
                </a:lnTo>
                <a:lnTo>
                  <a:pt x="713" y="35"/>
                </a:lnTo>
                <a:lnTo>
                  <a:pt x="698" y="31"/>
                </a:lnTo>
                <a:lnTo>
                  <a:pt x="683" y="26"/>
                </a:lnTo>
                <a:lnTo>
                  <a:pt x="668" y="22"/>
                </a:lnTo>
                <a:lnTo>
                  <a:pt x="653" y="18"/>
                </a:lnTo>
                <a:lnTo>
                  <a:pt x="637" y="15"/>
                </a:lnTo>
                <a:lnTo>
                  <a:pt x="622" y="12"/>
                </a:lnTo>
                <a:lnTo>
                  <a:pt x="606" y="9"/>
                </a:lnTo>
                <a:lnTo>
                  <a:pt x="590" y="7"/>
                </a:lnTo>
                <a:lnTo>
                  <a:pt x="574" y="5"/>
                </a:lnTo>
                <a:lnTo>
                  <a:pt x="559" y="4"/>
                </a:lnTo>
                <a:lnTo>
                  <a:pt x="543" y="3"/>
                </a:lnTo>
                <a:lnTo>
                  <a:pt x="527" y="2"/>
                </a:lnTo>
                <a:lnTo>
                  <a:pt x="511" y="2"/>
                </a:lnTo>
                <a:lnTo>
                  <a:pt x="495" y="2"/>
                </a:lnTo>
                <a:lnTo>
                  <a:pt x="479" y="3"/>
                </a:lnTo>
                <a:lnTo>
                  <a:pt x="463" y="4"/>
                </a:lnTo>
                <a:lnTo>
                  <a:pt x="446" y="5"/>
                </a:lnTo>
                <a:lnTo>
                  <a:pt x="430" y="7"/>
                </a:lnTo>
                <a:lnTo>
                  <a:pt x="415" y="9"/>
                </a:lnTo>
                <a:lnTo>
                  <a:pt x="399" y="12"/>
                </a:lnTo>
                <a:lnTo>
                  <a:pt x="383" y="15"/>
                </a:lnTo>
                <a:lnTo>
                  <a:pt x="368" y="18"/>
                </a:lnTo>
                <a:lnTo>
                  <a:pt x="353" y="22"/>
                </a:lnTo>
                <a:lnTo>
                  <a:pt x="338" y="26"/>
                </a:lnTo>
                <a:lnTo>
                  <a:pt x="323" y="31"/>
                </a:lnTo>
                <a:lnTo>
                  <a:pt x="308" y="35"/>
                </a:lnTo>
                <a:lnTo>
                  <a:pt x="294" y="41"/>
                </a:lnTo>
                <a:lnTo>
                  <a:pt x="279" y="46"/>
                </a:lnTo>
                <a:lnTo>
                  <a:pt x="265" y="52"/>
                </a:lnTo>
                <a:lnTo>
                  <a:pt x="251" y="59"/>
                </a:lnTo>
                <a:lnTo>
                  <a:pt x="238" y="65"/>
                </a:lnTo>
                <a:lnTo>
                  <a:pt x="224" y="72"/>
                </a:lnTo>
                <a:lnTo>
                  <a:pt x="211" y="80"/>
                </a:lnTo>
                <a:lnTo>
                  <a:pt x="198" y="87"/>
                </a:lnTo>
                <a:lnTo>
                  <a:pt x="186" y="95"/>
                </a:lnTo>
                <a:lnTo>
                  <a:pt x="174" y="104"/>
                </a:lnTo>
                <a:lnTo>
                  <a:pt x="162" y="112"/>
                </a:lnTo>
                <a:lnTo>
                  <a:pt x="151" y="121"/>
                </a:lnTo>
                <a:lnTo>
                  <a:pt x="139" y="130"/>
                </a:lnTo>
                <a:lnTo>
                  <a:pt x="129" y="140"/>
                </a:lnTo>
                <a:lnTo>
                  <a:pt x="118" y="150"/>
                </a:lnTo>
                <a:lnTo>
                  <a:pt x="108" y="160"/>
                </a:lnTo>
                <a:lnTo>
                  <a:pt x="99" y="170"/>
                </a:lnTo>
                <a:lnTo>
                  <a:pt x="90" y="180"/>
                </a:lnTo>
                <a:lnTo>
                  <a:pt x="81" y="191"/>
                </a:lnTo>
                <a:lnTo>
                  <a:pt x="73" y="202"/>
                </a:lnTo>
                <a:lnTo>
                  <a:pt x="65" y="213"/>
                </a:lnTo>
                <a:lnTo>
                  <a:pt x="57" y="224"/>
                </a:lnTo>
                <a:lnTo>
                  <a:pt x="50" y="236"/>
                </a:lnTo>
                <a:lnTo>
                  <a:pt x="44" y="248"/>
                </a:lnTo>
                <a:lnTo>
                  <a:pt x="37" y="259"/>
                </a:lnTo>
                <a:lnTo>
                  <a:pt x="32" y="271"/>
                </a:lnTo>
                <a:lnTo>
                  <a:pt x="27" y="283"/>
                </a:lnTo>
                <a:lnTo>
                  <a:pt x="22" y="296"/>
                </a:lnTo>
                <a:lnTo>
                  <a:pt x="18" y="308"/>
                </a:lnTo>
                <a:lnTo>
                  <a:pt x="14" y="320"/>
                </a:lnTo>
                <a:lnTo>
                  <a:pt x="11" y="333"/>
                </a:lnTo>
                <a:lnTo>
                  <a:pt x="8" y="346"/>
                </a:lnTo>
                <a:lnTo>
                  <a:pt x="6" y="358"/>
                </a:lnTo>
                <a:lnTo>
                  <a:pt x="4" y="371"/>
                </a:lnTo>
                <a:lnTo>
                  <a:pt x="3" y="384"/>
                </a:lnTo>
                <a:lnTo>
                  <a:pt x="2" y="397"/>
                </a:lnTo>
                <a:lnTo>
                  <a:pt x="2" y="409"/>
                </a:lnTo>
                <a:lnTo>
                  <a:pt x="2" y="422"/>
                </a:lnTo>
                <a:lnTo>
                  <a:pt x="3" y="435"/>
                </a:lnTo>
                <a:lnTo>
                  <a:pt x="4" y="448"/>
                </a:lnTo>
                <a:lnTo>
                  <a:pt x="6" y="460"/>
                </a:lnTo>
                <a:lnTo>
                  <a:pt x="8" y="473"/>
                </a:lnTo>
                <a:lnTo>
                  <a:pt x="11" y="486"/>
                </a:lnTo>
                <a:lnTo>
                  <a:pt x="14" y="498"/>
                </a:lnTo>
                <a:lnTo>
                  <a:pt x="18" y="511"/>
                </a:lnTo>
                <a:lnTo>
                  <a:pt x="22" y="523"/>
                </a:lnTo>
                <a:lnTo>
                  <a:pt x="27" y="535"/>
                </a:lnTo>
                <a:lnTo>
                  <a:pt x="32" y="547"/>
                </a:lnTo>
                <a:lnTo>
                  <a:pt x="37" y="559"/>
                </a:lnTo>
                <a:lnTo>
                  <a:pt x="44" y="571"/>
                </a:lnTo>
                <a:lnTo>
                  <a:pt x="50" y="583"/>
                </a:lnTo>
                <a:lnTo>
                  <a:pt x="57" y="594"/>
                </a:lnTo>
                <a:lnTo>
                  <a:pt x="65" y="606"/>
                </a:lnTo>
                <a:lnTo>
                  <a:pt x="73" y="617"/>
                </a:lnTo>
                <a:lnTo>
                  <a:pt x="81" y="628"/>
                </a:lnTo>
                <a:lnTo>
                  <a:pt x="90" y="638"/>
                </a:lnTo>
                <a:lnTo>
                  <a:pt x="99" y="650"/>
                </a:lnTo>
                <a:lnTo>
                  <a:pt x="108" y="660"/>
                </a:lnTo>
                <a:lnTo>
                  <a:pt x="118" y="670"/>
                </a:lnTo>
                <a:lnTo>
                  <a:pt x="129" y="680"/>
                </a:lnTo>
                <a:lnTo>
                  <a:pt x="139" y="689"/>
                </a:lnTo>
                <a:lnTo>
                  <a:pt x="151" y="699"/>
                </a:lnTo>
                <a:lnTo>
                  <a:pt x="162" y="707"/>
                </a:lnTo>
                <a:lnTo>
                  <a:pt x="174" y="716"/>
                </a:lnTo>
                <a:lnTo>
                  <a:pt x="186" y="724"/>
                </a:lnTo>
                <a:lnTo>
                  <a:pt x="198" y="732"/>
                </a:lnTo>
                <a:lnTo>
                  <a:pt x="211" y="740"/>
                </a:lnTo>
                <a:lnTo>
                  <a:pt x="224" y="747"/>
                </a:lnTo>
                <a:lnTo>
                  <a:pt x="238" y="754"/>
                </a:lnTo>
                <a:lnTo>
                  <a:pt x="251" y="761"/>
                </a:lnTo>
                <a:lnTo>
                  <a:pt x="265" y="767"/>
                </a:lnTo>
                <a:lnTo>
                  <a:pt x="279" y="773"/>
                </a:lnTo>
                <a:lnTo>
                  <a:pt x="294" y="779"/>
                </a:lnTo>
                <a:lnTo>
                  <a:pt x="308" y="784"/>
                </a:lnTo>
                <a:lnTo>
                  <a:pt x="323" y="789"/>
                </a:lnTo>
                <a:lnTo>
                  <a:pt x="338" y="794"/>
                </a:lnTo>
                <a:lnTo>
                  <a:pt x="353" y="798"/>
                </a:lnTo>
                <a:lnTo>
                  <a:pt x="368" y="802"/>
                </a:lnTo>
                <a:lnTo>
                  <a:pt x="383" y="805"/>
                </a:lnTo>
                <a:lnTo>
                  <a:pt x="399" y="808"/>
                </a:lnTo>
                <a:lnTo>
                  <a:pt x="415" y="811"/>
                </a:lnTo>
                <a:lnTo>
                  <a:pt x="430" y="813"/>
                </a:lnTo>
                <a:lnTo>
                  <a:pt x="446" y="815"/>
                </a:lnTo>
                <a:lnTo>
                  <a:pt x="463" y="816"/>
                </a:lnTo>
                <a:lnTo>
                  <a:pt x="479" y="817"/>
                </a:lnTo>
                <a:lnTo>
                  <a:pt x="495" y="818"/>
                </a:lnTo>
                <a:lnTo>
                  <a:pt x="511" y="818"/>
                </a:lnTo>
                <a:lnTo>
                  <a:pt x="527" y="818"/>
                </a:lnTo>
                <a:lnTo>
                  <a:pt x="543" y="817"/>
                </a:lnTo>
                <a:lnTo>
                  <a:pt x="559" y="816"/>
                </a:lnTo>
                <a:lnTo>
                  <a:pt x="574" y="815"/>
                </a:lnTo>
                <a:lnTo>
                  <a:pt x="590" y="813"/>
                </a:lnTo>
                <a:lnTo>
                  <a:pt x="606" y="811"/>
                </a:lnTo>
                <a:lnTo>
                  <a:pt x="622" y="808"/>
                </a:lnTo>
                <a:lnTo>
                  <a:pt x="637" y="805"/>
                </a:lnTo>
                <a:lnTo>
                  <a:pt x="653" y="802"/>
                </a:lnTo>
                <a:lnTo>
                  <a:pt x="668" y="798"/>
                </a:lnTo>
                <a:lnTo>
                  <a:pt x="683" y="794"/>
                </a:lnTo>
                <a:lnTo>
                  <a:pt x="698" y="789"/>
                </a:lnTo>
                <a:lnTo>
                  <a:pt x="713" y="784"/>
                </a:lnTo>
                <a:lnTo>
                  <a:pt x="727" y="779"/>
                </a:lnTo>
                <a:lnTo>
                  <a:pt x="741" y="773"/>
                </a:lnTo>
                <a:lnTo>
                  <a:pt x="756" y="767"/>
                </a:lnTo>
                <a:lnTo>
                  <a:pt x="769" y="761"/>
                </a:lnTo>
                <a:lnTo>
                  <a:pt x="783" y="754"/>
                </a:lnTo>
                <a:lnTo>
                  <a:pt x="796" y="747"/>
                </a:lnTo>
                <a:lnTo>
                  <a:pt x="809" y="740"/>
                </a:lnTo>
                <a:lnTo>
                  <a:pt x="822" y="732"/>
                </a:lnTo>
                <a:lnTo>
                  <a:pt x="835" y="724"/>
                </a:lnTo>
                <a:lnTo>
                  <a:pt x="847" y="716"/>
                </a:lnTo>
                <a:lnTo>
                  <a:pt x="859" y="707"/>
                </a:lnTo>
                <a:lnTo>
                  <a:pt x="870" y="699"/>
                </a:lnTo>
                <a:lnTo>
                  <a:pt x="881" y="689"/>
                </a:lnTo>
                <a:lnTo>
                  <a:pt x="892" y="680"/>
                </a:lnTo>
                <a:lnTo>
                  <a:pt x="902" y="670"/>
                </a:lnTo>
                <a:lnTo>
                  <a:pt x="912" y="660"/>
                </a:lnTo>
                <a:lnTo>
                  <a:pt x="922" y="650"/>
                </a:lnTo>
                <a:lnTo>
                  <a:pt x="931" y="638"/>
                </a:lnTo>
                <a:lnTo>
                  <a:pt x="940" y="628"/>
                </a:lnTo>
                <a:lnTo>
                  <a:pt x="948" y="617"/>
                </a:lnTo>
                <a:lnTo>
                  <a:pt x="956" y="606"/>
                </a:lnTo>
                <a:lnTo>
                  <a:pt x="963" y="594"/>
                </a:lnTo>
                <a:lnTo>
                  <a:pt x="970" y="583"/>
                </a:lnTo>
                <a:lnTo>
                  <a:pt x="977" y="571"/>
                </a:lnTo>
                <a:lnTo>
                  <a:pt x="983" y="559"/>
                </a:lnTo>
                <a:lnTo>
                  <a:pt x="989" y="547"/>
                </a:lnTo>
                <a:lnTo>
                  <a:pt x="994" y="535"/>
                </a:lnTo>
                <a:lnTo>
                  <a:pt x="999" y="523"/>
                </a:lnTo>
                <a:lnTo>
                  <a:pt x="1003" y="511"/>
                </a:lnTo>
                <a:lnTo>
                  <a:pt x="1007" y="498"/>
                </a:lnTo>
                <a:lnTo>
                  <a:pt x="1010" y="486"/>
                </a:lnTo>
                <a:lnTo>
                  <a:pt x="1013" y="473"/>
                </a:lnTo>
                <a:lnTo>
                  <a:pt x="1015" y="460"/>
                </a:lnTo>
                <a:lnTo>
                  <a:pt x="1017" y="448"/>
                </a:lnTo>
                <a:lnTo>
                  <a:pt x="1018" y="435"/>
                </a:lnTo>
                <a:lnTo>
                  <a:pt x="1019" y="422"/>
                </a:lnTo>
                <a:lnTo>
                  <a:pt x="1019" y="409"/>
                </a:lnTo>
                <a:moveTo>
                  <a:pt x="1021" y="409"/>
                </a:moveTo>
                <a:lnTo>
                  <a:pt x="1021" y="422"/>
                </a:lnTo>
                <a:lnTo>
                  <a:pt x="1020" y="435"/>
                </a:lnTo>
                <a:lnTo>
                  <a:pt x="1019" y="448"/>
                </a:lnTo>
                <a:lnTo>
                  <a:pt x="1017" y="461"/>
                </a:lnTo>
                <a:lnTo>
                  <a:pt x="1015" y="473"/>
                </a:lnTo>
                <a:lnTo>
                  <a:pt x="1012" y="486"/>
                </a:lnTo>
                <a:lnTo>
                  <a:pt x="1009" y="499"/>
                </a:lnTo>
                <a:lnTo>
                  <a:pt x="1005" y="511"/>
                </a:lnTo>
                <a:lnTo>
                  <a:pt x="1001" y="524"/>
                </a:lnTo>
                <a:lnTo>
                  <a:pt x="996" y="536"/>
                </a:lnTo>
                <a:lnTo>
                  <a:pt x="991" y="548"/>
                </a:lnTo>
                <a:lnTo>
                  <a:pt x="985" y="560"/>
                </a:lnTo>
                <a:lnTo>
                  <a:pt x="979" y="572"/>
                </a:lnTo>
                <a:lnTo>
                  <a:pt x="973" y="584"/>
                </a:lnTo>
                <a:lnTo>
                  <a:pt x="965" y="595"/>
                </a:lnTo>
                <a:lnTo>
                  <a:pt x="958" y="607"/>
                </a:lnTo>
                <a:lnTo>
                  <a:pt x="950" y="618"/>
                </a:lnTo>
                <a:lnTo>
                  <a:pt x="942" y="629"/>
                </a:lnTo>
                <a:lnTo>
                  <a:pt x="933" y="639"/>
                </a:lnTo>
                <a:lnTo>
                  <a:pt x="924" y="651"/>
                </a:lnTo>
                <a:lnTo>
                  <a:pt x="914" y="661"/>
                </a:lnTo>
                <a:lnTo>
                  <a:pt x="904" y="671"/>
                </a:lnTo>
                <a:lnTo>
                  <a:pt x="894" y="681"/>
                </a:lnTo>
                <a:lnTo>
                  <a:pt x="883" y="691"/>
                </a:lnTo>
                <a:lnTo>
                  <a:pt x="872" y="700"/>
                </a:lnTo>
                <a:lnTo>
                  <a:pt x="860" y="709"/>
                </a:lnTo>
                <a:lnTo>
                  <a:pt x="848" y="717"/>
                </a:lnTo>
                <a:lnTo>
                  <a:pt x="836" y="726"/>
                </a:lnTo>
                <a:lnTo>
                  <a:pt x="824" y="734"/>
                </a:lnTo>
                <a:lnTo>
                  <a:pt x="811" y="742"/>
                </a:lnTo>
                <a:lnTo>
                  <a:pt x="798" y="749"/>
                </a:lnTo>
                <a:lnTo>
                  <a:pt x="784" y="756"/>
                </a:lnTo>
                <a:lnTo>
                  <a:pt x="771" y="763"/>
                </a:lnTo>
                <a:lnTo>
                  <a:pt x="757" y="769"/>
                </a:lnTo>
                <a:lnTo>
                  <a:pt x="742" y="775"/>
                </a:lnTo>
                <a:lnTo>
                  <a:pt x="728" y="781"/>
                </a:lnTo>
                <a:lnTo>
                  <a:pt x="713" y="786"/>
                </a:lnTo>
                <a:lnTo>
                  <a:pt x="699" y="791"/>
                </a:lnTo>
                <a:lnTo>
                  <a:pt x="684" y="796"/>
                </a:lnTo>
                <a:lnTo>
                  <a:pt x="668" y="800"/>
                </a:lnTo>
                <a:lnTo>
                  <a:pt x="653" y="803"/>
                </a:lnTo>
                <a:lnTo>
                  <a:pt x="638" y="807"/>
                </a:lnTo>
                <a:lnTo>
                  <a:pt x="622" y="810"/>
                </a:lnTo>
                <a:lnTo>
                  <a:pt x="606" y="812"/>
                </a:lnTo>
                <a:lnTo>
                  <a:pt x="591" y="815"/>
                </a:lnTo>
                <a:lnTo>
                  <a:pt x="575" y="816"/>
                </a:lnTo>
                <a:lnTo>
                  <a:pt x="559" y="818"/>
                </a:lnTo>
                <a:lnTo>
                  <a:pt x="543" y="819"/>
                </a:lnTo>
                <a:lnTo>
                  <a:pt x="527" y="820"/>
                </a:lnTo>
                <a:lnTo>
                  <a:pt x="511" y="820"/>
                </a:lnTo>
                <a:lnTo>
                  <a:pt x="495" y="820"/>
                </a:lnTo>
                <a:lnTo>
                  <a:pt x="479" y="819"/>
                </a:lnTo>
                <a:lnTo>
                  <a:pt x="463" y="818"/>
                </a:lnTo>
                <a:lnTo>
                  <a:pt x="446" y="816"/>
                </a:lnTo>
                <a:lnTo>
                  <a:pt x="430" y="815"/>
                </a:lnTo>
                <a:lnTo>
                  <a:pt x="414" y="812"/>
                </a:lnTo>
                <a:lnTo>
                  <a:pt x="398" y="810"/>
                </a:lnTo>
                <a:lnTo>
                  <a:pt x="383" y="807"/>
                </a:lnTo>
                <a:lnTo>
                  <a:pt x="367" y="803"/>
                </a:lnTo>
                <a:lnTo>
                  <a:pt x="352" y="800"/>
                </a:lnTo>
                <a:lnTo>
                  <a:pt x="337" y="796"/>
                </a:lnTo>
                <a:lnTo>
                  <a:pt x="322" y="791"/>
                </a:lnTo>
                <a:lnTo>
                  <a:pt x="307" y="786"/>
                </a:lnTo>
                <a:lnTo>
                  <a:pt x="293" y="781"/>
                </a:lnTo>
                <a:lnTo>
                  <a:pt x="278" y="775"/>
                </a:lnTo>
                <a:lnTo>
                  <a:pt x="264" y="769"/>
                </a:lnTo>
                <a:lnTo>
                  <a:pt x="250" y="763"/>
                </a:lnTo>
                <a:lnTo>
                  <a:pt x="236" y="756"/>
                </a:lnTo>
                <a:lnTo>
                  <a:pt x="223" y="749"/>
                </a:lnTo>
                <a:lnTo>
                  <a:pt x="210" y="742"/>
                </a:lnTo>
                <a:lnTo>
                  <a:pt x="197" y="734"/>
                </a:lnTo>
                <a:lnTo>
                  <a:pt x="185" y="726"/>
                </a:lnTo>
                <a:lnTo>
                  <a:pt x="172" y="717"/>
                </a:lnTo>
                <a:lnTo>
                  <a:pt x="160" y="709"/>
                </a:lnTo>
                <a:lnTo>
                  <a:pt x="149" y="700"/>
                </a:lnTo>
                <a:lnTo>
                  <a:pt x="138" y="691"/>
                </a:lnTo>
                <a:lnTo>
                  <a:pt x="127" y="681"/>
                </a:lnTo>
                <a:lnTo>
                  <a:pt x="117" y="671"/>
                </a:lnTo>
                <a:lnTo>
                  <a:pt x="107" y="661"/>
                </a:lnTo>
                <a:lnTo>
                  <a:pt x="97" y="651"/>
                </a:lnTo>
                <a:lnTo>
                  <a:pt x="88" y="639"/>
                </a:lnTo>
                <a:lnTo>
                  <a:pt x="79" y="629"/>
                </a:lnTo>
                <a:lnTo>
                  <a:pt x="71" y="618"/>
                </a:lnTo>
                <a:lnTo>
                  <a:pt x="63" y="607"/>
                </a:lnTo>
                <a:lnTo>
                  <a:pt x="55" y="595"/>
                </a:lnTo>
                <a:lnTo>
                  <a:pt x="48" y="584"/>
                </a:lnTo>
                <a:lnTo>
                  <a:pt x="41" y="572"/>
                </a:lnTo>
                <a:lnTo>
                  <a:pt x="35" y="560"/>
                </a:lnTo>
                <a:lnTo>
                  <a:pt x="30" y="548"/>
                </a:lnTo>
                <a:lnTo>
                  <a:pt x="24" y="536"/>
                </a:lnTo>
                <a:lnTo>
                  <a:pt x="20" y="524"/>
                </a:lnTo>
                <a:lnTo>
                  <a:pt x="16" y="511"/>
                </a:lnTo>
                <a:lnTo>
                  <a:pt x="12" y="499"/>
                </a:lnTo>
                <a:lnTo>
                  <a:pt x="9" y="486"/>
                </a:lnTo>
                <a:lnTo>
                  <a:pt x="6" y="473"/>
                </a:lnTo>
                <a:lnTo>
                  <a:pt x="4" y="461"/>
                </a:lnTo>
                <a:lnTo>
                  <a:pt x="2" y="448"/>
                </a:lnTo>
                <a:lnTo>
                  <a:pt x="1" y="435"/>
                </a:lnTo>
                <a:lnTo>
                  <a:pt x="0" y="422"/>
                </a:lnTo>
                <a:lnTo>
                  <a:pt x="0" y="409"/>
                </a:lnTo>
                <a:lnTo>
                  <a:pt x="0" y="397"/>
                </a:lnTo>
                <a:lnTo>
                  <a:pt x="1" y="384"/>
                </a:lnTo>
                <a:lnTo>
                  <a:pt x="2" y="371"/>
                </a:lnTo>
                <a:lnTo>
                  <a:pt x="4" y="358"/>
                </a:lnTo>
                <a:lnTo>
                  <a:pt x="6" y="345"/>
                </a:lnTo>
                <a:lnTo>
                  <a:pt x="9" y="333"/>
                </a:lnTo>
                <a:lnTo>
                  <a:pt x="12" y="320"/>
                </a:lnTo>
                <a:lnTo>
                  <a:pt x="16" y="308"/>
                </a:lnTo>
                <a:lnTo>
                  <a:pt x="20" y="295"/>
                </a:lnTo>
                <a:lnTo>
                  <a:pt x="24" y="283"/>
                </a:lnTo>
                <a:lnTo>
                  <a:pt x="30" y="271"/>
                </a:lnTo>
                <a:lnTo>
                  <a:pt x="35" y="259"/>
                </a:lnTo>
                <a:lnTo>
                  <a:pt x="41" y="247"/>
                </a:lnTo>
                <a:lnTo>
                  <a:pt x="48" y="235"/>
                </a:lnTo>
                <a:lnTo>
                  <a:pt x="55" y="224"/>
                </a:lnTo>
                <a:lnTo>
                  <a:pt x="63" y="212"/>
                </a:lnTo>
                <a:lnTo>
                  <a:pt x="71" y="201"/>
                </a:lnTo>
                <a:lnTo>
                  <a:pt x="79" y="190"/>
                </a:lnTo>
                <a:lnTo>
                  <a:pt x="88" y="179"/>
                </a:lnTo>
                <a:lnTo>
                  <a:pt x="97" y="169"/>
                </a:lnTo>
                <a:lnTo>
                  <a:pt x="107" y="159"/>
                </a:lnTo>
                <a:lnTo>
                  <a:pt x="117" y="148"/>
                </a:lnTo>
                <a:lnTo>
                  <a:pt x="127" y="139"/>
                </a:lnTo>
                <a:lnTo>
                  <a:pt x="138" y="129"/>
                </a:lnTo>
                <a:lnTo>
                  <a:pt x="149" y="120"/>
                </a:lnTo>
                <a:lnTo>
                  <a:pt x="160" y="111"/>
                </a:lnTo>
                <a:lnTo>
                  <a:pt x="172" y="102"/>
                </a:lnTo>
                <a:lnTo>
                  <a:pt x="185" y="94"/>
                </a:lnTo>
                <a:lnTo>
                  <a:pt x="197" y="86"/>
                </a:lnTo>
                <a:lnTo>
                  <a:pt x="210" y="78"/>
                </a:lnTo>
                <a:lnTo>
                  <a:pt x="223" y="71"/>
                </a:lnTo>
                <a:lnTo>
                  <a:pt x="236" y="64"/>
                </a:lnTo>
                <a:lnTo>
                  <a:pt x="250" y="57"/>
                </a:lnTo>
                <a:lnTo>
                  <a:pt x="264" y="51"/>
                </a:lnTo>
                <a:lnTo>
                  <a:pt x="278" y="45"/>
                </a:lnTo>
                <a:lnTo>
                  <a:pt x="293" y="39"/>
                </a:lnTo>
                <a:lnTo>
                  <a:pt x="307" y="34"/>
                </a:lnTo>
                <a:lnTo>
                  <a:pt x="322" y="29"/>
                </a:lnTo>
                <a:lnTo>
                  <a:pt x="337" y="24"/>
                </a:lnTo>
                <a:lnTo>
                  <a:pt x="352" y="20"/>
                </a:lnTo>
                <a:lnTo>
                  <a:pt x="367" y="16"/>
                </a:lnTo>
                <a:lnTo>
                  <a:pt x="383" y="13"/>
                </a:lnTo>
                <a:lnTo>
                  <a:pt x="398" y="10"/>
                </a:lnTo>
                <a:lnTo>
                  <a:pt x="414" y="7"/>
                </a:lnTo>
                <a:lnTo>
                  <a:pt x="430" y="5"/>
                </a:lnTo>
                <a:lnTo>
                  <a:pt x="446" y="3"/>
                </a:lnTo>
                <a:lnTo>
                  <a:pt x="463" y="2"/>
                </a:lnTo>
                <a:lnTo>
                  <a:pt x="479" y="1"/>
                </a:lnTo>
                <a:lnTo>
                  <a:pt x="495" y="0"/>
                </a:lnTo>
                <a:lnTo>
                  <a:pt x="511" y="0"/>
                </a:lnTo>
                <a:lnTo>
                  <a:pt x="527" y="0"/>
                </a:lnTo>
                <a:lnTo>
                  <a:pt x="543" y="1"/>
                </a:lnTo>
                <a:lnTo>
                  <a:pt x="559" y="2"/>
                </a:lnTo>
                <a:lnTo>
                  <a:pt x="575" y="3"/>
                </a:lnTo>
                <a:lnTo>
                  <a:pt x="591" y="5"/>
                </a:lnTo>
                <a:lnTo>
                  <a:pt x="606" y="7"/>
                </a:lnTo>
                <a:lnTo>
                  <a:pt x="622" y="10"/>
                </a:lnTo>
                <a:lnTo>
                  <a:pt x="638" y="13"/>
                </a:lnTo>
                <a:lnTo>
                  <a:pt x="653" y="16"/>
                </a:lnTo>
                <a:lnTo>
                  <a:pt x="668" y="20"/>
                </a:lnTo>
                <a:lnTo>
                  <a:pt x="684" y="24"/>
                </a:lnTo>
                <a:lnTo>
                  <a:pt x="699" y="29"/>
                </a:lnTo>
                <a:lnTo>
                  <a:pt x="713" y="34"/>
                </a:lnTo>
                <a:lnTo>
                  <a:pt x="728" y="39"/>
                </a:lnTo>
                <a:lnTo>
                  <a:pt x="742" y="45"/>
                </a:lnTo>
                <a:lnTo>
                  <a:pt x="757" y="51"/>
                </a:lnTo>
                <a:lnTo>
                  <a:pt x="771" y="57"/>
                </a:lnTo>
                <a:lnTo>
                  <a:pt x="784" y="64"/>
                </a:lnTo>
                <a:lnTo>
                  <a:pt x="798" y="71"/>
                </a:lnTo>
                <a:lnTo>
                  <a:pt x="811" y="78"/>
                </a:lnTo>
                <a:lnTo>
                  <a:pt x="824" y="86"/>
                </a:lnTo>
                <a:lnTo>
                  <a:pt x="836" y="94"/>
                </a:lnTo>
                <a:lnTo>
                  <a:pt x="848" y="102"/>
                </a:lnTo>
                <a:lnTo>
                  <a:pt x="860" y="111"/>
                </a:lnTo>
                <a:lnTo>
                  <a:pt x="872" y="120"/>
                </a:lnTo>
                <a:lnTo>
                  <a:pt x="883" y="129"/>
                </a:lnTo>
                <a:lnTo>
                  <a:pt x="894" y="139"/>
                </a:lnTo>
                <a:lnTo>
                  <a:pt x="904" y="148"/>
                </a:lnTo>
                <a:lnTo>
                  <a:pt x="914" y="159"/>
                </a:lnTo>
                <a:lnTo>
                  <a:pt x="924" y="169"/>
                </a:lnTo>
                <a:lnTo>
                  <a:pt x="933" y="179"/>
                </a:lnTo>
                <a:lnTo>
                  <a:pt x="942" y="190"/>
                </a:lnTo>
                <a:lnTo>
                  <a:pt x="950" y="201"/>
                </a:lnTo>
                <a:lnTo>
                  <a:pt x="958" y="212"/>
                </a:lnTo>
                <a:lnTo>
                  <a:pt x="965" y="224"/>
                </a:lnTo>
                <a:lnTo>
                  <a:pt x="973" y="235"/>
                </a:lnTo>
                <a:lnTo>
                  <a:pt x="979" y="247"/>
                </a:lnTo>
                <a:lnTo>
                  <a:pt x="985" y="259"/>
                </a:lnTo>
                <a:lnTo>
                  <a:pt x="991" y="271"/>
                </a:lnTo>
                <a:lnTo>
                  <a:pt x="996" y="283"/>
                </a:lnTo>
                <a:lnTo>
                  <a:pt x="1001" y="295"/>
                </a:lnTo>
                <a:lnTo>
                  <a:pt x="1005" y="308"/>
                </a:lnTo>
                <a:lnTo>
                  <a:pt x="1009" y="320"/>
                </a:lnTo>
                <a:lnTo>
                  <a:pt x="1012" y="333"/>
                </a:lnTo>
                <a:lnTo>
                  <a:pt x="1015" y="345"/>
                </a:lnTo>
                <a:lnTo>
                  <a:pt x="1017" y="358"/>
                </a:lnTo>
                <a:lnTo>
                  <a:pt x="1019" y="371"/>
                </a:lnTo>
                <a:lnTo>
                  <a:pt x="1020" y="384"/>
                </a:lnTo>
                <a:lnTo>
                  <a:pt x="1021" y="397"/>
                </a:lnTo>
                <a:lnTo>
                  <a:pt x="1021" y="409"/>
                </a:lnTo>
                <a:close/>
              </a:path>
            </a:pathLst>
          </a:custGeom>
          <a:solidFill>
            <a:srgbClr val="ffa0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29" name=""/>
          <p:cNvSpPr/>
          <p:nvPr/>
        </p:nvSpPr>
        <p:spPr>
          <a:xfrm>
            <a:off x="4793400" y="1679040"/>
            <a:ext cx="371160" cy="297720"/>
          </a:xfrm>
          <a:custGeom>
            <a:avLst/>
            <a:gdLst/>
            <a:ahLst/>
            <a:rect l="0" t="0" r="r" b="b"/>
            <a:pathLst>
              <a:path w="1031" h="827">
                <a:moveTo>
                  <a:pt x="1026" y="413"/>
                </a:moveTo>
                <a:lnTo>
                  <a:pt x="1026" y="401"/>
                </a:lnTo>
                <a:lnTo>
                  <a:pt x="1025" y="388"/>
                </a:lnTo>
                <a:lnTo>
                  <a:pt x="1024" y="375"/>
                </a:lnTo>
                <a:lnTo>
                  <a:pt x="1022" y="362"/>
                </a:lnTo>
                <a:lnTo>
                  <a:pt x="1020" y="349"/>
                </a:lnTo>
                <a:lnTo>
                  <a:pt x="1017" y="337"/>
                </a:lnTo>
                <a:lnTo>
                  <a:pt x="1014" y="324"/>
                </a:lnTo>
                <a:lnTo>
                  <a:pt x="1010" y="312"/>
                </a:lnTo>
                <a:lnTo>
                  <a:pt x="1006" y="299"/>
                </a:lnTo>
                <a:lnTo>
                  <a:pt x="1001" y="287"/>
                </a:lnTo>
                <a:lnTo>
                  <a:pt x="996" y="275"/>
                </a:lnTo>
                <a:lnTo>
                  <a:pt x="990" y="263"/>
                </a:lnTo>
                <a:lnTo>
                  <a:pt x="984" y="251"/>
                </a:lnTo>
                <a:lnTo>
                  <a:pt x="978" y="239"/>
                </a:lnTo>
                <a:lnTo>
                  <a:pt x="970" y="228"/>
                </a:lnTo>
                <a:lnTo>
                  <a:pt x="963" y="216"/>
                </a:lnTo>
                <a:lnTo>
                  <a:pt x="955" y="205"/>
                </a:lnTo>
                <a:lnTo>
                  <a:pt x="947" y="194"/>
                </a:lnTo>
                <a:lnTo>
                  <a:pt x="938" y="183"/>
                </a:lnTo>
                <a:lnTo>
                  <a:pt x="929" y="173"/>
                </a:lnTo>
                <a:lnTo>
                  <a:pt x="919" y="163"/>
                </a:lnTo>
                <a:lnTo>
                  <a:pt x="909" y="152"/>
                </a:lnTo>
                <a:lnTo>
                  <a:pt x="899" y="143"/>
                </a:lnTo>
                <a:lnTo>
                  <a:pt x="888" y="133"/>
                </a:lnTo>
                <a:lnTo>
                  <a:pt x="877" y="124"/>
                </a:lnTo>
                <a:lnTo>
                  <a:pt x="865" y="115"/>
                </a:lnTo>
                <a:lnTo>
                  <a:pt x="853" y="106"/>
                </a:lnTo>
                <a:lnTo>
                  <a:pt x="841" y="98"/>
                </a:lnTo>
                <a:lnTo>
                  <a:pt x="829" y="90"/>
                </a:lnTo>
                <a:lnTo>
                  <a:pt x="816" y="82"/>
                </a:lnTo>
                <a:lnTo>
                  <a:pt x="803" y="75"/>
                </a:lnTo>
                <a:lnTo>
                  <a:pt x="789" y="68"/>
                </a:lnTo>
                <a:lnTo>
                  <a:pt x="776" y="61"/>
                </a:lnTo>
                <a:lnTo>
                  <a:pt x="762" y="55"/>
                </a:lnTo>
                <a:lnTo>
                  <a:pt x="747" y="49"/>
                </a:lnTo>
                <a:lnTo>
                  <a:pt x="733" y="43"/>
                </a:lnTo>
                <a:lnTo>
                  <a:pt x="718" y="38"/>
                </a:lnTo>
                <a:lnTo>
                  <a:pt x="704" y="33"/>
                </a:lnTo>
                <a:lnTo>
                  <a:pt x="689" y="28"/>
                </a:lnTo>
                <a:lnTo>
                  <a:pt x="673" y="24"/>
                </a:lnTo>
                <a:lnTo>
                  <a:pt x="658" y="20"/>
                </a:lnTo>
                <a:lnTo>
                  <a:pt x="643" y="17"/>
                </a:lnTo>
                <a:lnTo>
                  <a:pt x="627" y="14"/>
                </a:lnTo>
                <a:lnTo>
                  <a:pt x="611" y="11"/>
                </a:lnTo>
                <a:lnTo>
                  <a:pt x="596" y="9"/>
                </a:lnTo>
                <a:lnTo>
                  <a:pt x="580" y="7"/>
                </a:lnTo>
                <a:lnTo>
                  <a:pt x="563" y="6"/>
                </a:lnTo>
                <a:lnTo>
                  <a:pt x="547" y="5"/>
                </a:lnTo>
                <a:lnTo>
                  <a:pt x="531" y="4"/>
                </a:lnTo>
                <a:lnTo>
                  <a:pt x="515" y="4"/>
                </a:lnTo>
                <a:lnTo>
                  <a:pt x="499" y="4"/>
                </a:lnTo>
                <a:lnTo>
                  <a:pt x="483" y="5"/>
                </a:lnTo>
                <a:lnTo>
                  <a:pt x="467" y="6"/>
                </a:lnTo>
                <a:lnTo>
                  <a:pt x="451" y="7"/>
                </a:lnTo>
                <a:lnTo>
                  <a:pt x="435" y="9"/>
                </a:lnTo>
                <a:lnTo>
                  <a:pt x="419" y="11"/>
                </a:lnTo>
                <a:lnTo>
                  <a:pt x="403" y="14"/>
                </a:lnTo>
                <a:lnTo>
                  <a:pt x="388" y="17"/>
                </a:lnTo>
                <a:lnTo>
                  <a:pt x="372" y="20"/>
                </a:lnTo>
                <a:lnTo>
                  <a:pt x="357" y="24"/>
                </a:lnTo>
                <a:lnTo>
                  <a:pt x="342" y="28"/>
                </a:lnTo>
                <a:lnTo>
                  <a:pt x="327" y="33"/>
                </a:lnTo>
                <a:lnTo>
                  <a:pt x="312" y="38"/>
                </a:lnTo>
                <a:lnTo>
                  <a:pt x="298" y="43"/>
                </a:lnTo>
                <a:lnTo>
                  <a:pt x="283" y="49"/>
                </a:lnTo>
                <a:lnTo>
                  <a:pt x="269" y="55"/>
                </a:lnTo>
                <a:lnTo>
                  <a:pt x="255" y="61"/>
                </a:lnTo>
                <a:lnTo>
                  <a:pt x="241" y="68"/>
                </a:lnTo>
                <a:lnTo>
                  <a:pt x="228" y="75"/>
                </a:lnTo>
                <a:lnTo>
                  <a:pt x="215" y="82"/>
                </a:lnTo>
                <a:lnTo>
                  <a:pt x="202" y="90"/>
                </a:lnTo>
                <a:lnTo>
                  <a:pt x="190" y="98"/>
                </a:lnTo>
                <a:lnTo>
                  <a:pt x="177" y="106"/>
                </a:lnTo>
                <a:lnTo>
                  <a:pt x="165" y="115"/>
                </a:lnTo>
                <a:lnTo>
                  <a:pt x="154" y="124"/>
                </a:lnTo>
                <a:lnTo>
                  <a:pt x="143" y="133"/>
                </a:lnTo>
                <a:lnTo>
                  <a:pt x="132" y="143"/>
                </a:lnTo>
                <a:lnTo>
                  <a:pt x="122" y="152"/>
                </a:lnTo>
                <a:lnTo>
                  <a:pt x="112" y="163"/>
                </a:lnTo>
                <a:lnTo>
                  <a:pt x="102" y="173"/>
                </a:lnTo>
                <a:lnTo>
                  <a:pt x="93" y="183"/>
                </a:lnTo>
                <a:lnTo>
                  <a:pt x="84" y="194"/>
                </a:lnTo>
                <a:lnTo>
                  <a:pt x="76" y="205"/>
                </a:lnTo>
                <a:lnTo>
                  <a:pt x="68" y="216"/>
                </a:lnTo>
                <a:lnTo>
                  <a:pt x="60" y="228"/>
                </a:lnTo>
                <a:lnTo>
                  <a:pt x="53" y="239"/>
                </a:lnTo>
                <a:lnTo>
                  <a:pt x="46" y="251"/>
                </a:lnTo>
                <a:lnTo>
                  <a:pt x="40" y="263"/>
                </a:lnTo>
                <a:lnTo>
                  <a:pt x="35" y="275"/>
                </a:lnTo>
                <a:lnTo>
                  <a:pt x="29" y="287"/>
                </a:lnTo>
                <a:lnTo>
                  <a:pt x="25" y="299"/>
                </a:lnTo>
                <a:lnTo>
                  <a:pt x="21" y="312"/>
                </a:lnTo>
                <a:lnTo>
                  <a:pt x="17" y="324"/>
                </a:lnTo>
                <a:lnTo>
                  <a:pt x="14" y="337"/>
                </a:lnTo>
                <a:lnTo>
                  <a:pt x="11" y="349"/>
                </a:lnTo>
                <a:lnTo>
                  <a:pt x="9" y="362"/>
                </a:lnTo>
                <a:lnTo>
                  <a:pt x="7" y="375"/>
                </a:lnTo>
                <a:lnTo>
                  <a:pt x="6" y="388"/>
                </a:lnTo>
                <a:lnTo>
                  <a:pt x="5" y="401"/>
                </a:lnTo>
                <a:lnTo>
                  <a:pt x="5" y="413"/>
                </a:lnTo>
                <a:lnTo>
                  <a:pt x="5" y="426"/>
                </a:lnTo>
                <a:lnTo>
                  <a:pt x="6" y="439"/>
                </a:lnTo>
                <a:lnTo>
                  <a:pt x="7" y="452"/>
                </a:lnTo>
                <a:lnTo>
                  <a:pt x="9" y="465"/>
                </a:lnTo>
                <a:lnTo>
                  <a:pt x="11" y="477"/>
                </a:lnTo>
                <a:lnTo>
                  <a:pt x="14" y="490"/>
                </a:lnTo>
                <a:lnTo>
                  <a:pt x="17" y="503"/>
                </a:lnTo>
                <a:lnTo>
                  <a:pt x="21" y="515"/>
                </a:lnTo>
                <a:lnTo>
                  <a:pt x="25" y="528"/>
                </a:lnTo>
                <a:lnTo>
                  <a:pt x="29" y="540"/>
                </a:lnTo>
                <a:lnTo>
                  <a:pt x="35" y="552"/>
                </a:lnTo>
                <a:lnTo>
                  <a:pt x="40" y="564"/>
                </a:lnTo>
                <a:lnTo>
                  <a:pt x="46" y="576"/>
                </a:lnTo>
                <a:lnTo>
                  <a:pt x="53" y="588"/>
                </a:lnTo>
                <a:lnTo>
                  <a:pt x="60" y="599"/>
                </a:lnTo>
                <a:lnTo>
                  <a:pt x="68" y="611"/>
                </a:lnTo>
                <a:lnTo>
                  <a:pt x="76" y="622"/>
                </a:lnTo>
                <a:lnTo>
                  <a:pt x="84" y="633"/>
                </a:lnTo>
                <a:lnTo>
                  <a:pt x="93" y="643"/>
                </a:lnTo>
                <a:lnTo>
                  <a:pt x="102" y="654"/>
                </a:lnTo>
                <a:lnTo>
                  <a:pt x="112" y="664"/>
                </a:lnTo>
                <a:lnTo>
                  <a:pt x="122" y="674"/>
                </a:lnTo>
                <a:lnTo>
                  <a:pt x="132" y="684"/>
                </a:lnTo>
                <a:lnTo>
                  <a:pt x="143" y="694"/>
                </a:lnTo>
                <a:lnTo>
                  <a:pt x="154" y="703"/>
                </a:lnTo>
                <a:lnTo>
                  <a:pt x="165" y="713"/>
                </a:lnTo>
                <a:lnTo>
                  <a:pt x="177" y="721"/>
                </a:lnTo>
                <a:lnTo>
                  <a:pt x="190" y="730"/>
                </a:lnTo>
                <a:lnTo>
                  <a:pt x="202" y="738"/>
                </a:lnTo>
                <a:lnTo>
                  <a:pt x="215" y="746"/>
                </a:lnTo>
                <a:lnTo>
                  <a:pt x="228" y="753"/>
                </a:lnTo>
                <a:lnTo>
                  <a:pt x="241" y="760"/>
                </a:lnTo>
                <a:lnTo>
                  <a:pt x="255" y="767"/>
                </a:lnTo>
                <a:lnTo>
                  <a:pt x="269" y="773"/>
                </a:lnTo>
                <a:lnTo>
                  <a:pt x="283" y="779"/>
                </a:lnTo>
                <a:lnTo>
                  <a:pt x="298" y="785"/>
                </a:lnTo>
                <a:lnTo>
                  <a:pt x="312" y="790"/>
                </a:lnTo>
                <a:lnTo>
                  <a:pt x="327" y="795"/>
                </a:lnTo>
                <a:lnTo>
                  <a:pt x="342" y="800"/>
                </a:lnTo>
                <a:lnTo>
                  <a:pt x="357" y="804"/>
                </a:lnTo>
                <a:lnTo>
                  <a:pt x="372" y="807"/>
                </a:lnTo>
                <a:lnTo>
                  <a:pt x="388" y="811"/>
                </a:lnTo>
                <a:lnTo>
                  <a:pt x="403" y="814"/>
                </a:lnTo>
                <a:lnTo>
                  <a:pt x="419" y="816"/>
                </a:lnTo>
                <a:lnTo>
                  <a:pt x="435" y="819"/>
                </a:lnTo>
                <a:lnTo>
                  <a:pt x="451" y="820"/>
                </a:lnTo>
                <a:lnTo>
                  <a:pt x="467" y="822"/>
                </a:lnTo>
                <a:lnTo>
                  <a:pt x="483" y="823"/>
                </a:lnTo>
                <a:lnTo>
                  <a:pt x="499" y="824"/>
                </a:lnTo>
                <a:lnTo>
                  <a:pt x="515" y="824"/>
                </a:lnTo>
                <a:lnTo>
                  <a:pt x="531" y="824"/>
                </a:lnTo>
                <a:lnTo>
                  <a:pt x="547" y="823"/>
                </a:lnTo>
                <a:lnTo>
                  <a:pt x="563" y="822"/>
                </a:lnTo>
                <a:lnTo>
                  <a:pt x="580" y="820"/>
                </a:lnTo>
                <a:lnTo>
                  <a:pt x="596" y="819"/>
                </a:lnTo>
                <a:lnTo>
                  <a:pt x="611" y="816"/>
                </a:lnTo>
                <a:lnTo>
                  <a:pt x="627" y="814"/>
                </a:lnTo>
                <a:lnTo>
                  <a:pt x="643" y="811"/>
                </a:lnTo>
                <a:lnTo>
                  <a:pt x="658" y="807"/>
                </a:lnTo>
                <a:lnTo>
                  <a:pt x="673" y="804"/>
                </a:lnTo>
                <a:lnTo>
                  <a:pt x="689" y="800"/>
                </a:lnTo>
                <a:lnTo>
                  <a:pt x="704" y="795"/>
                </a:lnTo>
                <a:lnTo>
                  <a:pt x="718" y="790"/>
                </a:lnTo>
                <a:lnTo>
                  <a:pt x="733" y="785"/>
                </a:lnTo>
                <a:lnTo>
                  <a:pt x="747" y="779"/>
                </a:lnTo>
                <a:lnTo>
                  <a:pt x="762" y="773"/>
                </a:lnTo>
                <a:lnTo>
                  <a:pt x="776" y="767"/>
                </a:lnTo>
                <a:lnTo>
                  <a:pt x="789" y="760"/>
                </a:lnTo>
                <a:lnTo>
                  <a:pt x="803" y="753"/>
                </a:lnTo>
                <a:lnTo>
                  <a:pt x="816" y="746"/>
                </a:lnTo>
                <a:lnTo>
                  <a:pt x="829" y="738"/>
                </a:lnTo>
                <a:lnTo>
                  <a:pt x="841" y="730"/>
                </a:lnTo>
                <a:lnTo>
                  <a:pt x="853" y="721"/>
                </a:lnTo>
                <a:lnTo>
                  <a:pt x="865" y="713"/>
                </a:lnTo>
                <a:lnTo>
                  <a:pt x="877" y="703"/>
                </a:lnTo>
                <a:lnTo>
                  <a:pt x="888" y="694"/>
                </a:lnTo>
                <a:lnTo>
                  <a:pt x="899" y="684"/>
                </a:lnTo>
                <a:lnTo>
                  <a:pt x="909" y="674"/>
                </a:lnTo>
                <a:lnTo>
                  <a:pt x="919" y="664"/>
                </a:lnTo>
                <a:lnTo>
                  <a:pt x="929" y="654"/>
                </a:lnTo>
                <a:lnTo>
                  <a:pt x="938" y="643"/>
                </a:lnTo>
                <a:lnTo>
                  <a:pt x="947" y="633"/>
                </a:lnTo>
                <a:lnTo>
                  <a:pt x="955" y="622"/>
                </a:lnTo>
                <a:lnTo>
                  <a:pt x="963" y="611"/>
                </a:lnTo>
                <a:lnTo>
                  <a:pt x="970" y="599"/>
                </a:lnTo>
                <a:lnTo>
                  <a:pt x="978" y="588"/>
                </a:lnTo>
                <a:lnTo>
                  <a:pt x="984" y="576"/>
                </a:lnTo>
                <a:lnTo>
                  <a:pt x="990" y="564"/>
                </a:lnTo>
                <a:lnTo>
                  <a:pt x="996" y="552"/>
                </a:lnTo>
                <a:lnTo>
                  <a:pt x="1001" y="540"/>
                </a:lnTo>
                <a:lnTo>
                  <a:pt x="1006" y="528"/>
                </a:lnTo>
                <a:lnTo>
                  <a:pt x="1010" y="515"/>
                </a:lnTo>
                <a:lnTo>
                  <a:pt x="1014" y="503"/>
                </a:lnTo>
                <a:lnTo>
                  <a:pt x="1017" y="490"/>
                </a:lnTo>
                <a:lnTo>
                  <a:pt x="1020" y="477"/>
                </a:lnTo>
                <a:lnTo>
                  <a:pt x="1022" y="465"/>
                </a:lnTo>
                <a:lnTo>
                  <a:pt x="1024" y="452"/>
                </a:lnTo>
                <a:lnTo>
                  <a:pt x="1025" y="439"/>
                </a:lnTo>
                <a:lnTo>
                  <a:pt x="1026" y="426"/>
                </a:lnTo>
                <a:lnTo>
                  <a:pt x="1026" y="413"/>
                </a:lnTo>
                <a:moveTo>
                  <a:pt x="1031" y="413"/>
                </a:moveTo>
                <a:lnTo>
                  <a:pt x="1030" y="426"/>
                </a:lnTo>
                <a:lnTo>
                  <a:pt x="1030" y="439"/>
                </a:lnTo>
                <a:lnTo>
                  <a:pt x="1028" y="452"/>
                </a:lnTo>
                <a:lnTo>
                  <a:pt x="1027" y="465"/>
                </a:lnTo>
                <a:lnTo>
                  <a:pt x="1024" y="478"/>
                </a:lnTo>
                <a:lnTo>
                  <a:pt x="1022" y="491"/>
                </a:lnTo>
                <a:lnTo>
                  <a:pt x="1018" y="503"/>
                </a:lnTo>
                <a:lnTo>
                  <a:pt x="1015" y="516"/>
                </a:lnTo>
                <a:lnTo>
                  <a:pt x="1010" y="529"/>
                </a:lnTo>
                <a:lnTo>
                  <a:pt x="1005" y="541"/>
                </a:lnTo>
                <a:lnTo>
                  <a:pt x="1000" y="553"/>
                </a:lnTo>
                <a:lnTo>
                  <a:pt x="995" y="565"/>
                </a:lnTo>
                <a:lnTo>
                  <a:pt x="988" y="577"/>
                </a:lnTo>
                <a:lnTo>
                  <a:pt x="982" y="589"/>
                </a:lnTo>
                <a:lnTo>
                  <a:pt x="975" y="601"/>
                </a:lnTo>
                <a:lnTo>
                  <a:pt x="967" y="612"/>
                </a:lnTo>
                <a:lnTo>
                  <a:pt x="959" y="624"/>
                </a:lnTo>
                <a:lnTo>
                  <a:pt x="951" y="635"/>
                </a:lnTo>
                <a:lnTo>
                  <a:pt x="942" y="646"/>
                </a:lnTo>
                <a:lnTo>
                  <a:pt x="932" y="656"/>
                </a:lnTo>
                <a:lnTo>
                  <a:pt x="923" y="667"/>
                </a:lnTo>
                <a:lnTo>
                  <a:pt x="913" y="677"/>
                </a:lnTo>
                <a:lnTo>
                  <a:pt x="902" y="687"/>
                </a:lnTo>
                <a:lnTo>
                  <a:pt x="891" y="696"/>
                </a:lnTo>
                <a:lnTo>
                  <a:pt x="880" y="705"/>
                </a:lnTo>
                <a:lnTo>
                  <a:pt x="868" y="715"/>
                </a:lnTo>
                <a:lnTo>
                  <a:pt x="856" y="724"/>
                </a:lnTo>
                <a:lnTo>
                  <a:pt x="844" y="733"/>
                </a:lnTo>
                <a:lnTo>
                  <a:pt x="831" y="741"/>
                </a:lnTo>
                <a:lnTo>
                  <a:pt x="818" y="749"/>
                </a:lnTo>
                <a:lnTo>
                  <a:pt x="805" y="756"/>
                </a:lnTo>
                <a:lnTo>
                  <a:pt x="792" y="763"/>
                </a:lnTo>
                <a:lnTo>
                  <a:pt x="778" y="770"/>
                </a:lnTo>
                <a:lnTo>
                  <a:pt x="764" y="776"/>
                </a:lnTo>
                <a:lnTo>
                  <a:pt x="750" y="782"/>
                </a:lnTo>
                <a:lnTo>
                  <a:pt x="735" y="788"/>
                </a:lnTo>
                <a:lnTo>
                  <a:pt x="720" y="793"/>
                </a:lnTo>
                <a:lnTo>
                  <a:pt x="705" y="798"/>
                </a:lnTo>
                <a:lnTo>
                  <a:pt x="690" y="803"/>
                </a:lnTo>
                <a:lnTo>
                  <a:pt x="675" y="807"/>
                </a:lnTo>
                <a:lnTo>
                  <a:pt x="659" y="811"/>
                </a:lnTo>
                <a:lnTo>
                  <a:pt x="644" y="814"/>
                </a:lnTo>
                <a:lnTo>
                  <a:pt x="628" y="817"/>
                </a:lnTo>
                <a:lnTo>
                  <a:pt x="612" y="820"/>
                </a:lnTo>
                <a:lnTo>
                  <a:pt x="596" y="822"/>
                </a:lnTo>
                <a:lnTo>
                  <a:pt x="580" y="824"/>
                </a:lnTo>
                <a:lnTo>
                  <a:pt x="563" y="826"/>
                </a:lnTo>
                <a:lnTo>
                  <a:pt x="547" y="827"/>
                </a:lnTo>
                <a:lnTo>
                  <a:pt x="531" y="827"/>
                </a:lnTo>
                <a:lnTo>
                  <a:pt x="515" y="827"/>
                </a:lnTo>
                <a:lnTo>
                  <a:pt x="499" y="827"/>
                </a:lnTo>
                <a:lnTo>
                  <a:pt x="482" y="827"/>
                </a:lnTo>
                <a:lnTo>
                  <a:pt x="466" y="826"/>
                </a:lnTo>
                <a:lnTo>
                  <a:pt x="450" y="824"/>
                </a:lnTo>
                <a:lnTo>
                  <a:pt x="434" y="822"/>
                </a:lnTo>
                <a:lnTo>
                  <a:pt x="418" y="820"/>
                </a:lnTo>
                <a:lnTo>
                  <a:pt x="402" y="817"/>
                </a:lnTo>
                <a:lnTo>
                  <a:pt x="387" y="814"/>
                </a:lnTo>
                <a:lnTo>
                  <a:pt x="371" y="811"/>
                </a:lnTo>
                <a:lnTo>
                  <a:pt x="356" y="807"/>
                </a:lnTo>
                <a:lnTo>
                  <a:pt x="340" y="803"/>
                </a:lnTo>
                <a:lnTo>
                  <a:pt x="325" y="798"/>
                </a:lnTo>
                <a:lnTo>
                  <a:pt x="310" y="793"/>
                </a:lnTo>
                <a:lnTo>
                  <a:pt x="296" y="788"/>
                </a:lnTo>
                <a:lnTo>
                  <a:pt x="281" y="782"/>
                </a:lnTo>
                <a:lnTo>
                  <a:pt x="267" y="776"/>
                </a:lnTo>
                <a:lnTo>
                  <a:pt x="253" y="770"/>
                </a:lnTo>
                <a:lnTo>
                  <a:pt x="239" y="763"/>
                </a:lnTo>
                <a:lnTo>
                  <a:pt x="225" y="756"/>
                </a:lnTo>
                <a:lnTo>
                  <a:pt x="212" y="749"/>
                </a:lnTo>
                <a:lnTo>
                  <a:pt x="199" y="741"/>
                </a:lnTo>
                <a:lnTo>
                  <a:pt x="187" y="733"/>
                </a:lnTo>
                <a:lnTo>
                  <a:pt x="174" y="724"/>
                </a:lnTo>
                <a:lnTo>
                  <a:pt x="162" y="715"/>
                </a:lnTo>
                <a:lnTo>
                  <a:pt x="151" y="705"/>
                </a:lnTo>
                <a:lnTo>
                  <a:pt x="139" y="696"/>
                </a:lnTo>
                <a:lnTo>
                  <a:pt x="129" y="687"/>
                </a:lnTo>
                <a:lnTo>
                  <a:pt x="118" y="677"/>
                </a:lnTo>
                <a:lnTo>
                  <a:pt x="108" y="667"/>
                </a:lnTo>
                <a:lnTo>
                  <a:pt x="98" y="656"/>
                </a:lnTo>
                <a:lnTo>
                  <a:pt x="89" y="646"/>
                </a:lnTo>
                <a:lnTo>
                  <a:pt x="80" y="635"/>
                </a:lnTo>
                <a:lnTo>
                  <a:pt x="72" y="624"/>
                </a:lnTo>
                <a:lnTo>
                  <a:pt x="64" y="612"/>
                </a:lnTo>
                <a:lnTo>
                  <a:pt x="56" y="601"/>
                </a:lnTo>
                <a:lnTo>
                  <a:pt x="49" y="589"/>
                </a:lnTo>
                <a:lnTo>
                  <a:pt x="42" y="577"/>
                </a:lnTo>
                <a:lnTo>
                  <a:pt x="36" y="565"/>
                </a:lnTo>
                <a:lnTo>
                  <a:pt x="30" y="553"/>
                </a:lnTo>
                <a:lnTo>
                  <a:pt x="25" y="541"/>
                </a:lnTo>
                <a:lnTo>
                  <a:pt x="20" y="529"/>
                </a:lnTo>
                <a:lnTo>
                  <a:pt x="16" y="516"/>
                </a:lnTo>
                <a:lnTo>
                  <a:pt x="12" y="503"/>
                </a:lnTo>
                <a:lnTo>
                  <a:pt x="9" y="491"/>
                </a:lnTo>
                <a:lnTo>
                  <a:pt x="6" y="478"/>
                </a:lnTo>
                <a:lnTo>
                  <a:pt x="4" y="465"/>
                </a:lnTo>
                <a:lnTo>
                  <a:pt x="2" y="452"/>
                </a:lnTo>
                <a:lnTo>
                  <a:pt x="1" y="439"/>
                </a:lnTo>
                <a:lnTo>
                  <a:pt x="0" y="426"/>
                </a:lnTo>
                <a:lnTo>
                  <a:pt x="0" y="413"/>
                </a:lnTo>
                <a:lnTo>
                  <a:pt x="0" y="400"/>
                </a:lnTo>
                <a:lnTo>
                  <a:pt x="1" y="387"/>
                </a:lnTo>
                <a:lnTo>
                  <a:pt x="2" y="375"/>
                </a:lnTo>
                <a:lnTo>
                  <a:pt x="4" y="362"/>
                </a:lnTo>
                <a:lnTo>
                  <a:pt x="6" y="349"/>
                </a:lnTo>
                <a:lnTo>
                  <a:pt x="9" y="336"/>
                </a:lnTo>
                <a:lnTo>
                  <a:pt x="12" y="323"/>
                </a:lnTo>
                <a:lnTo>
                  <a:pt x="16" y="311"/>
                </a:lnTo>
                <a:lnTo>
                  <a:pt x="20" y="298"/>
                </a:lnTo>
                <a:lnTo>
                  <a:pt x="25" y="286"/>
                </a:lnTo>
                <a:lnTo>
                  <a:pt x="30" y="273"/>
                </a:lnTo>
                <a:lnTo>
                  <a:pt x="36" y="261"/>
                </a:lnTo>
                <a:lnTo>
                  <a:pt x="42" y="249"/>
                </a:lnTo>
                <a:lnTo>
                  <a:pt x="49" y="238"/>
                </a:lnTo>
                <a:lnTo>
                  <a:pt x="56" y="226"/>
                </a:lnTo>
                <a:lnTo>
                  <a:pt x="64" y="214"/>
                </a:lnTo>
                <a:lnTo>
                  <a:pt x="72" y="203"/>
                </a:lnTo>
                <a:lnTo>
                  <a:pt x="80" y="192"/>
                </a:lnTo>
                <a:lnTo>
                  <a:pt x="89" y="181"/>
                </a:lnTo>
                <a:lnTo>
                  <a:pt x="98" y="171"/>
                </a:lnTo>
                <a:lnTo>
                  <a:pt x="108" y="160"/>
                </a:lnTo>
                <a:lnTo>
                  <a:pt x="118" y="150"/>
                </a:lnTo>
                <a:lnTo>
                  <a:pt x="129" y="140"/>
                </a:lnTo>
                <a:lnTo>
                  <a:pt x="139" y="131"/>
                </a:lnTo>
                <a:lnTo>
                  <a:pt x="151" y="121"/>
                </a:lnTo>
                <a:lnTo>
                  <a:pt x="162" y="112"/>
                </a:lnTo>
                <a:lnTo>
                  <a:pt x="174" y="104"/>
                </a:lnTo>
                <a:lnTo>
                  <a:pt x="187" y="95"/>
                </a:lnTo>
                <a:lnTo>
                  <a:pt x="199" y="87"/>
                </a:lnTo>
                <a:lnTo>
                  <a:pt x="212" y="79"/>
                </a:lnTo>
                <a:lnTo>
                  <a:pt x="225" y="72"/>
                </a:lnTo>
                <a:lnTo>
                  <a:pt x="239" y="65"/>
                </a:lnTo>
                <a:lnTo>
                  <a:pt x="253" y="58"/>
                </a:lnTo>
                <a:lnTo>
                  <a:pt x="267" y="51"/>
                </a:lnTo>
                <a:lnTo>
                  <a:pt x="281" y="45"/>
                </a:lnTo>
                <a:lnTo>
                  <a:pt x="296" y="40"/>
                </a:lnTo>
                <a:lnTo>
                  <a:pt x="310" y="34"/>
                </a:lnTo>
                <a:lnTo>
                  <a:pt x="325" y="29"/>
                </a:lnTo>
                <a:lnTo>
                  <a:pt x="340" y="25"/>
                </a:lnTo>
                <a:lnTo>
                  <a:pt x="356" y="21"/>
                </a:lnTo>
                <a:lnTo>
                  <a:pt x="371" y="17"/>
                </a:lnTo>
                <a:lnTo>
                  <a:pt x="387" y="13"/>
                </a:lnTo>
                <a:lnTo>
                  <a:pt x="402" y="10"/>
                </a:lnTo>
                <a:lnTo>
                  <a:pt x="418" y="8"/>
                </a:lnTo>
                <a:lnTo>
                  <a:pt x="434" y="5"/>
                </a:lnTo>
                <a:lnTo>
                  <a:pt x="450" y="4"/>
                </a:lnTo>
                <a:lnTo>
                  <a:pt x="466" y="2"/>
                </a:lnTo>
                <a:lnTo>
                  <a:pt x="482" y="1"/>
                </a:lnTo>
                <a:lnTo>
                  <a:pt x="499" y="1"/>
                </a:lnTo>
                <a:lnTo>
                  <a:pt x="515" y="0"/>
                </a:lnTo>
                <a:lnTo>
                  <a:pt x="531" y="1"/>
                </a:lnTo>
                <a:lnTo>
                  <a:pt x="547" y="1"/>
                </a:lnTo>
                <a:lnTo>
                  <a:pt x="563" y="2"/>
                </a:lnTo>
                <a:lnTo>
                  <a:pt x="580" y="4"/>
                </a:lnTo>
                <a:lnTo>
                  <a:pt x="596" y="5"/>
                </a:lnTo>
                <a:lnTo>
                  <a:pt x="612" y="8"/>
                </a:lnTo>
                <a:lnTo>
                  <a:pt x="628" y="10"/>
                </a:lnTo>
                <a:lnTo>
                  <a:pt x="644" y="13"/>
                </a:lnTo>
                <a:lnTo>
                  <a:pt x="659" y="17"/>
                </a:lnTo>
                <a:lnTo>
                  <a:pt x="675" y="21"/>
                </a:lnTo>
                <a:lnTo>
                  <a:pt x="690" y="25"/>
                </a:lnTo>
                <a:lnTo>
                  <a:pt x="705" y="29"/>
                </a:lnTo>
                <a:lnTo>
                  <a:pt x="720" y="34"/>
                </a:lnTo>
                <a:lnTo>
                  <a:pt x="735" y="40"/>
                </a:lnTo>
                <a:lnTo>
                  <a:pt x="750" y="45"/>
                </a:lnTo>
                <a:lnTo>
                  <a:pt x="764" y="51"/>
                </a:lnTo>
                <a:lnTo>
                  <a:pt x="778" y="58"/>
                </a:lnTo>
                <a:lnTo>
                  <a:pt x="792" y="65"/>
                </a:lnTo>
                <a:lnTo>
                  <a:pt x="805" y="72"/>
                </a:lnTo>
                <a:lnTo>
                  <a:pt x="818" y="79"/>
                </a:lnTo>
                <a:lnTo>
                  <a:pt x="831" y="87"/>
                </a:lnTo>
                <a:lnTo>
                  <a:pt x="844" y="95"/>
                </a:lnTo>
                <a:lnTo>
                  <a:pt x="856" y="104"/>
                </a:lnTo>
                <a:lnTo>
                  <a:pt x="868" y="112"/>
                </a:lnTo>
                <a:lnTo>
                  <a:pt x="880" y="121"/>
                </a:lnTo>
                <a:lnTo>
                  <a:pt x="891" y="131"/>
                </a:lnTo>
                <a:lnTo>
                  <a:pt x="902" y="140"/>
                </a:lnTo>
                <a:lnTo>
                  <a:pt x="913" y="150"/>
                </a:lnTo>
                <a:lnTo>
                  <a:pt x="923" y="160"/>
                </a:lnTo>
                <a:lnTo>
                  <a:pt x="932" y="171"/>
                </a:lnTo>
                <a:lnTo>
                  <a:pt x="942" y="181"/>
                </a:lnTo>
                <a:lnTo>
                  <a:pt x="951" y="192"/>
                </a:lnTo>
                <a:lnTo>
                  <a:pt x="959" y="203"/>
                </a:lnTo>
                <a:lnTo>
                  <a:pt x="967" y="214"/>
                </a:lnTo>
                <a:lnTo>
                  <a:pt x="975" y="226"/>
                </a:lnTo>
                <a:lnTo>
                  <a:pt x="982" y="238"/>
                </a:lnTo>
                <a:lnTo>
                  <a:pt x="988" y="249"/>
                </a:lnTo>
                <a:lnTo>
                  <a:pt x="995" y="261"/>
                </a:lnTo>
                <a:lnTo>
                  <a:pt x="1000" y="273"/>
                </a:lnTo>
                <a:lnTo>
                  <a:pt x="1005" y="286"/>
                </a:lnTo>
                <a:lnTo>
                  <a:pt x="1010" y="298"/>
                </a:lnTo>
                <a:lnTo>
                  <a:pt x="1015" y="311"/>
                </a:lnTo>
                <a:lnTo>
                  <a:pt x="1018" y="323"/>
                </a:lnTo>
                <a:lnTo>
                  <a:pt x="1022" y="336"/>
                </a:lnTo>
                <a:lnTo>
                  <a:pt x="1024" y="349"/>
                </a:lnTo>
                <a:lnTo>
                  <a:pt x="1027" y="362"/>
                </a:lnTo>
                <a:lnTo>
                  <a:pt x="1028" y="375"/>
                </a:lnTo>
                <a:lnTo>
                  <a:pt x="1030" y="387"/>
                </a:lnTo>
                <a:lnTo>
                  <a:pt x="1030" y="400"/>
                </a:lnTo>
                <a:lnTo>
                  <a:pt x="1031" y="413"/>
                </a:lnTo>
                <a:close/>
              </a:path>
            </a:pathLst>
          </a:custGeom>
          <a:solidFill>
            <a:srgbClr val="ffa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0" name=""/>
          <p:cNvSpPr/>
          <p:nvPr/>
        </p:nvSpPr>
        <p:spPr>
          <a:xfrm>
            <a:off x="4792680" y="1678680"/>
            <a:ext cx="372600" cy="298800"/>
          </a:xfrm>
          <a:custGeom>
            <a:avLst/>
            <a:gdLst/>
            <a:ahLst/>
            <a:rect l="0" t="0" r="r" b="b"/>
            <a:pathLst>
              <a:path w="1035" h="830">
                <a:moveTo>
                  <a:pt x="1033" y="414"/>
                </a:moveTo>
                <a:lnTo>
                  <a:pt x="1032" y="401"/>
                </a:lnTo>
                <a:lnTo>
                  <a:pt x="1032" y="388"/>
                </a:lnTo>
                <a:lnTo>
                  <a:pt x="1030" y="376"/>
                </a:lnTo>
                <a:lnTo>
                  <a:pt x="1029" y="363"/>
                </a:lnTo>
                <a:lnTo>
                  <a:pt x="1026" y="350"/>
                </a:lnTo>
                <a:lnTo>
                  <a:pt x="1024" y="337"/>
                </a:lnTo>
                <a:lnTo>
                  <a:pt x="1020" y="324"/>
                </a:lnTo>
                <a:lnTo>
                  <a:pt x="1017" y="312"/>
                </a:lnTo>
                <a:lnTo>
                  <a:pt x="1012" y="299"/>
                </a:lnTo>
                <a:lnTo>
                  <a:pt x="1007" y="287"/>
                </a:lnTo>
                <a:lnTo>
                  <a:pt x="1002" y="274"/>
                </a:lnTo>
                <a:lnTo>
                  <a:pt x="997" y="262"/>
                </a:lnTo>
                <a:lnTo>
                  <a:pt x="990" y="250"/>
                </a:lnTo>
                <a:lnTo>
                  <a:pt x="984" y="239"/>
                </a:lnTo>
                <a:lnTo>
                  <a:pt x="977" y="227"/>
                </a:lnTo>
                <a:lnTo>
                  <a:pt x="969" y="215"/>
                </a:lnTo>
                <a:lnTo>
                  <a:pt x="961" y="204"/>
                </a:lnTo>
                <a:lnTo>
                  <a:pt x="953" y="193"/>
                </a:lnTo>
                <a:lnTo>
                  <a:pt x="944" y="182"/>
                </a:lnTo>
                <a:lnTo>
                  <a:pt x="934" y="172"/>
                </a:lnTo>
                <a:lnTo>
                  <a:pt x="925" y="161"/>
                </a:lnTo>
                <a:lnTo>
                  <a:pt x="915" y="151"/>
                </a:lnTo>
                <a:lnTo>
                  <a:pt x="904" y="141"/>
                </a:lnTo>
                <a:lnTo>
                  <a:pt x="893" y="132"/>
                </a:lnTo>
                <a:lnTo>
                  <a:pt x="882" y="122"/>
                </a:lnTo>
                <a:lnTo>
                  <a:pt x="870" y="113"/>
                </a:lnTo>
                <a:lnTo>
                  <a:pt x="858" y="105"/>
                </a:lnTo>
                <a:lnTo>
                  <a:pt x="846" y="96"/>
                </a:lnTo>
                <a:lnTo>
                  <a:pt x="833" y="88"/>
                </a:lnTo>
                <a:lnTo>
                  <a:pt x="820" y="80"/>
                </a:lnTo>
                <a:lnTo>
                  <a:pt x="807" y="73"/>
                </a:lnTo>
                <a:lnTo>
                  <a:pt x="794" y="66"/>
                </a:lnTo>
                <a:lnTo>
                  <a:pt x="780" y="59"/>
                </a:lnTo>
                <a:lnTo>
                  <a:pt x="766" y="52"/>
                </a:lnTo>
                <a:lnTo>
                  <a:pt x="752" y="46"/>
                </a:lnTo>
                <a:lnTo>
                  <a:pt x="737" y="41"/>
                </a:lnTo>
                <a:lnTo>
                  <a:pt x="722" y="35"/>
                </a:lnTo>
                <a:lnTo>
                  <a:pt x="707" y="30"/>
                </a:lnTo>
                <a:lnTo>
                  <a:pt x="692" y="26"/>
                </a:lnTo>
                <a:lnTo>
                  <a:pt x="677" y="22"/>
                </a:lnTo>
                <a:lnTo>
                  <a:pt x="661" y="18"/>
                </a:lnTo>
                <a:lnTo>
                  <a:pt x="645" y="14"/>
                </a:lnTo>
                <a:lnTo>
                  <a:pt x="629" y="11"/>
                </a:lnTo>
                <a:lnTo>
                  <a:pt x="613" y="9"/>
                </a:lnTo>
                <a:lnTo>
                  <a:pt x="597" y="6"/>
                </a:lnTo>
                <a:lnTo>
                  <a:pt x="581" y="5"/>
                </a:lnTo>
                <a:lnTo>
                  <a:pt x="565" y="3"/>
                </a:lnTo>
                <a:lnTo>
                  <a:pt x="549" y="2"/>
                </a:lnTo>
                <a:lnTo>
                  <a:pt x="533" y="2"/>
                </a:lnTo>
                <a:lnTo>
                  <a:pt x="517" y="1"/>
                </a:lnTo>
                <a:lnTo>
                  <a:pt x="501" y="2"/>
                </a:lnTo>
                <a:lnTo>
                  <a:pt x="484" y="2"/>
                </a:lnTo>
                <a:lnTo>
                  <a:pt x="468" y="3"/>
                </a:lnTo>
                <a:lnTo>
                  <a:pt x="452" y="5"/>
                </a:lnTo>
                <a:lnTo>
                  <a:pt x="436" y="6"/>
                </a:lnTo>
                <a:lnTo>
                  <a:pt x="420" y="9"/>
                </a:lnTo>
                <a:lnTo>
                  <a:pt x="404" y="11"/>
                </a:lnTo>
                <a:lnTo>
                  <a:pt x="389" y="14"/>
                </a:lnTo>
                <a:lnTo>
                  <a:pt x="373" y="18"/>
                </a:lnTo>
                <a:lnTo>
                  <a:pt x="358" y="22"/>
                </a:lnTo>
                <a:lnTo>
                  <a:pt x="342" y="26"/>
                </a:lnTo>
                <a:lnTo>
                  <a:pt x="327" y="30"/>
                </a:lnTo>
                <a:lnTo>
                  <a:pt x="312" y="35"/>
                </a:lnTo>
                <a:lnTo>
                  <a:pt x="298" y="41"/>
                </a:lnTo>
                <a:lnTo>
                  <a:pt x="283" y="46"/>
                </a:lnTo>
                <a:lnTo>
                  <a:pt x="269" y="52"/>
                </a:lnTo>
                <a:lnTo>
                  <a:pt x="255" y="59"/>
                </a:lnTo>
                <a:lnTo>
                  <a:pt x="241" y="66"/>
                </a:lnTo>
                <a:lnTo>
                  <a:pt x="227" y="73"/>
                </a:lnTo>
                <a:lnTo>
                  <a:pt x="214" y="80"/>
                </a:lnTo>
                <a:lnTo>
                  <a:pt x="201" y="88"/>
                </a:lnTo>
                <a:lnTo>
                  <a:pt x="189" y="96"/>
                </a:lnTo>
                <a:lnTo>
                  <a:pt x="176" y="105"/>
                </a:lnTo>
                <a:lnTo>
                  <a:pt x="164" y="113"/>
                </a:lnTo>
                <a:lnTo>
                  <a:pt x="153" y="122"/>
                </a:lnTo>
                <a:lnTo>
                  <a:pt x="141" y="132"/>
                </a:lnTo>
                <a:lnTo>
                  <a:pt x="131" y="141"/>
                </a:lnTo>
                <a:lnTo>
                  <a:pt x="120" y="151"/>
                </a:lnTo>
                <a:lnTo>
                  <a:pt x="110" y="161"/>
                </a:lnTo>
                <a:lnTo>
                  <a:pt x="100" y="172"/>
                </a:lnTo>
                <a:lnTo>
                  <a:pt x="91" y="182"/>
                </a:lnTo>
                <a:lnTo>
                  <a:pt x="82" y="193"/>
                </a:lnTo>
                <a:lnTo>
                  <a:pt x="74" y="204"/>
                </a:lnTo>
                <a:lnTo>
                  <a:pt x="66" y="215"/>
                </a:lnTo>
                <a:lnTo>
                  <a:pt x="58" y="227"/>
                </a:lnTo>
                <a:lnTo>
                  <a:pt x="51" y="239"/>
                </a:lnTo>
                <a:lnTo>
                  <a:pt x="44" y="250"/>
                </a:lnTo>
                <a:lnTo>
                  <a:pt x="38" y="262"/>
                </a:lnTo>
                <a:lnTo>
                  <a:pt x="32" y="274"/>
                </a:lnTo>
                <a:lnTo>
                  <a:pt x="27" y="287"/>
                </a:lnTo>
                <a:lnTo>
                  <a:pt x="22" y="299"/>
                </a:lnTo>
                <a:lnTo>
                  <a:pt x="18" y="312"/>
                </a:lnTo>
                <a:lnTo>
                  <a:pt x="14" y="324"/>
                </a:lnTo>
                <a:lnTo>
                  <a:pt x="11" y="337"/>
                </a:lnTo>
                <a:lnTo>
                  <a:pt x="8" y="350"/>
                </a:lnTo>
                <a:lnTo>
                  <a:pt x="6" y="363"/>
                </a:lnTo>
                <a:lnTo>
                  <a:pt x="4" y="376"/>
                </a:lnTo>
                <a:lnTo>
                  <a:pt x="3" y="388"/>
                </a:lnTo>
                <a:lnTo>
                  <a:pt x="2" y="401"/>
                </a:lnTo>
                <a:lnTo>
                  <a:pt x="2" y="414"/>
                </a:lnTo>
                <a:lnTo>
                  <a:pt x="2" y="427"/>
                </a:lnTo>
                <a:lnTo>
                  <a:pt x="3" y="440"/>
                </a:lnTo>
                <a:lnTo>
                  <a:pt x="4" y="453"/>
                </a:lnTo>
                <a:lnTo>
                  <a:pt x="6" y="466"/>
                </a:lnTo>
                <a:lnTo>
                  <a:pt x="8" y="479"/>
                </a:lnTo>
                <a:lnTo>
                  <a:pt x="11" y="492"/>
                </a:lnTo>
                <a:lnTo>
                  <a:pt x="14" y="504"/>
                </a:lnTo>
                <a:lnTo>
                  <a:pt x="18" y="517"/>
                </a:lnTo>
                <a:lnTo>
                  <a:pt x="22" y="530"/>
                </a:lnTo>
                <a:lnTo>
                  <a:pt x="27" y="542"/>
                </a:lnTo>
                <a:lnTo>
                  <a:pt x="32" y="554"/>
                </a:lnTo>
                <a:lnTo>
                  <a:pt x="38" y="566"/>
                </a:lnTo>
                <a:lnTo>
                  <a:pt x="44" y="578"/>
                </a:lnTo>
                <a:lnTo>
                  <a:pt x="51" y="590"/>
                </a:lnTo>
                <a:lnTo>
                  <a:pt x="58" y="602"/>
                </a:lnTo>
                <a:lnTo>
                  <a:pt x="66" y="613"/>
                </a:lnTo>
                <a:lnTo>
                  <a:pt x="74" y="625"/>
                </a:lnTo>
                <a:lnTo>
                  <a:pt x="82" y="636"/>
                </a:lnTo>
                <a:lnTo>
                  <a:pt x="91" y="647"/>
                </a:lnTo>
                <a:lnTo>
                  <a:pt x="100" y="657"/>
                </a:lnTo>
                <a:lnTo>
                  <a:pt x="110" y="668"/>
                </a:lnTo>
                <a:lnTo>
                  <a:pt x="120" y="678"/>
                </a:lnTo>
                <a:lnTo>
                  <a:pt x="131" y="688"/>
                </a:lnTo>
                <a:lnTo>
                  <a:pt x="141" y="697"/>
                </a:lnTo>
                <a:lnTo>
                  <a:pt x="153" y="706"/>
                </a:lnTo>
                <a:lnTo>
                  <a:pt x="164" y="715"/>
                </a:lnTo>
                <a:lnTo>
                  <a:pt x="176" y="724"/>
                </a:lnTo>
                <a:lnTo>
                  <a:pt x="189" y="734"/>
                </a:lnTo>
                <a:lnTo>
                  <a:pt x="201" y="742"/>
                </a:lnTo>
                <a:lnTo>
                  <a:pt x="214" y="750"/>
                </a:lnTo>
                <a:lnTo>
                  <a:pt x="227" y="757"/>
                </a:lnTo>
                <a:lnTo>
                  <a:pt x="241" y="764"/>
                </a:lnTo>
                <a:lnTo>
                  <a:pt x="255" y="771"/>
                </a:lnTo>
                <a:lnTo>
                  <a:pt x="269" y="777"/>
                </a:lnTo>
                <a:lnTo>
                  <a:pt x="283" y="783"/>
                </a:lnTo>
                <a:lnTo>
                  <a:pt x="298" y="789"/>
                </a:lnTo>
                <a:lnTo>
                  <a:pt x="312" y="794"/>
                </a:lnTo>
                <a:lnTo>
                  <a:pt x="327" y="799"/>
                </a:lnTo>
                <a:lnTo>
                  <a:pt x="342" y="804"/>
                </a:lnTo>
                <a:lnTo>
                  <a:pt x="358" y="808"/>
                </a:lnTo>
                <a:lnTo>
                  <a:pt x="373" y="812"/>
                </a:lnTo>
                <a:lnTo>
                  <a:pt x="389" y="815"/>
                </a:lnTo>
                <a:lnTo>
                  <a:pt x="404" y="818"/>
                </a:lnTo>
                <a:lnTo>
                  <a:pt x="420" y="821"/>
                </a:lnTo>
                <a:lnTo>
                  <a:pt x="436" y="823"/>
                </a:lnTo>
                <a:lnTo>
                  <a:pt x="452" y="825"/>
                </a:lnTo>
                <a:lnTo>
                  <a:pt x="468" y="827"/>
                </a:lnTo>
                <a:lnTo>
                  <a:pt x="484" y="828"/>
                </a:lnTo>
                <a:lnTo>
                  <a:pt x="501" y="828"/>
                </a:lnTo>
                <a:lnTo>
                  <a:pt x="517" y="828"/>
                </a:lnTo>
                <a:lnTo>
                  <a:pt x="533" y="828"/>
                </a:lnTo>
                <a:lnTo>
                  <a:pt x="549" y="828"/>
                </a:lnTo>
                <a:lnTo>
                  <a:pt x="565" y="827"/>
                </a:lnTo>
                <a:lnTo>
                  <a:pt x="581" y="825"/>
                </a:lnTo>
                <a:lnTo>
                  <a:pt x="597" y="823"/>
                </a:lnTo>
                <a:lnTo>
                  <a:pt x="613" y="821"/>
                </a:lnTo>
                <a:lnTo>
                  <a:pt x="629" y="818"/>
                </a:lnTo>
                <a:lnTo>
                  <a:pt x="645" y="815"/>
                </a:lnTo>
                <a:lnTo>
                  <a:pt x="661" y="812"/>
                </a:lnTo>
                <a:lnTo>
                  <a:pt x="677" y="808"/>
                </a:lnTo>
                <a:lnTo>
                  <a:pt x="692" y="804"/>
                </a:lnTo>
                <a:lnTo>
                  <a:pt x="707" y="799"/>
                </a:lnTo>
                <a:lnTo>
                  <a:pt x="722" y="794"/>
                </a:lnTo>
                <a:lnTo>
                  <a:pt x="737" y="789"/>
                </a:lnTo>
                <a:lnTo>
                  <a:pt x="752" y="783"/>
                </a:lnTo>
                <a:lnTo>
                  <a:pt x="766" y="777"/>
                </a:lnTo>
                <a:lnTo>
                  <a:pt x="780" y="771"/>
                </a:lnTo>
                <a:lnTo>
                  <a:pt x="794" y="764"/>
                </a:lnTo>
                <a:lnTo>
                  <a:pt x="807" y="757"/>
                </a:lnTo>
                <a:lnTo>
                  <a:pt x="820" y="750"/>
                </a:lnTo>
                <a:lnTo>
                  <a:pt x="833" y="742"/>
                </a:lnTo>
                <a:lnTo>
                  <a:pt x="846" y="734"/>
                </a:lnTo>
                <a:lnTo>
                  <a:pt x="858" y="724"/>
                </a:lnTo>
                <a:lnTo>
                  <a:pt x="870" y="715"/>
                </a:lnTo>
                <a:lnTo>
                  <a:pt x="882" y="706"/>
                </a:lnTo>
                <a:lnTo>
                  <a:pt x="893" y="697"/>
                </a:lnTo>
                <a:lnTo>
                  <a:pt x="904" y="688"/>
                </a:lnTo>
                <a:lnTo>
                  <a:pt x="915" y="678"/>
                </a:lnTo>
                <a:lnTo>
                  <a:pt x="925" y="668"/>
                </a:lnTo>
                <a:lnTo>
                  <a:pt x="934" y="657"/>
                </a:lnTo>
                <a:lnTo>
                  <a:pt x="944" y="647"/>
                </a:lnTo>
                <a:lnTo>
                  <a:pt x="953" y="636"/>
                </a:lnTo>
                <a:lnTo>
                  <a:pt x="961" y="625"/>
                </a:lnTo>
                <a:lnTo>
                  <a:pt x="969" y="613"/>
                </a:lnTo>
                <a:lnTo>
                  <a:pt x="977" y="602"/>
                </a:lnTo>
                <a:lnTo>
                  <a:pt x="984" y="590"/>
                </a:lnTo>
                <a:lnTo>
                  <a:pt x="990" y="578"/>
                </a:lnTo>
                <a:lnTo>
                  <a:pt x="997" y="566"/>
                </a:lnTo>
                <a:lnTo>
                  <a:pt x="1002" y="554"/>
                </a:lnTo>
                <a:lnTo>
                  <a:pt x="1007" y="542"/>
                </a:lnTo>
                <a:lnTo>
                  <a:pt x="1012" y="530"/>
                </a:lnTo>
                <a:lnTo>
                  <a:pt x="1017" y="517"/>
                </a:lnTo>
                <a:lnTo>
                  <a:pt x="1020" y="504"/>
                </a:lnTo>
                <a:lnTo>
                  <a:pt x="1024" y="492"/>
                </a:lnTo>
                <a:lnTo>
                  <a:pt x="1026" y="479"/>
                </a:lnTo>
                <a:lnTo>
                  <a:pt x="1029" y="466"/>
                </a:lnTo>
                <a:lnTo>
                  <a:pt x="1030" y="453"/>
                </a:lnTo>
                <a:lnTo>
                  <a:pt x="1032" y="440"/>
                </a:lnTo>
                <a:lnTo>
                  <a:pt x="1032" y="427"/>
                </a:lnTo>
                <a:lnTo>
                  <a:pt x="1033" y="414"/>
                </a:lnTo>
                <a:moveTo>
                  <a:pt x="1035" y="414"/>
                </a:moveTo>
                <a:lnTo>
                  <a:pt x="1035" y="427"/>
                </a:lnTo>
                <a:lnTo>
                  <a:pt x="1034" y="440"/>
                </a:lnTo>
                <a:lnTo>
                  <a:pt x="1033" y="453"/>
                </a:lnTo>
                <a:lnTo>
                  <a:pt x="1031" y="466"/>
                </a:lnTo>
                <a:lnTo>
                  <a:pt x="1029" y="479"/>
                </a:lnTo>
                <a:lnTo>
                  <a:pt x="1026" y="492"/>
                </a:lnTo>
                <a:lnTo>
                  <a:pt x="1023" y="505"/>
                </a:lnTo>
                <a:lnTo>
                  <a:pt x="1019" y="518"/>
                </a:lnTo>
                <a:lnTo>
                  <a:pt x="1014" y="530"/>
                </a:lnTo>
                <a:lnTo>
                  <a:pt x="1010" y="543"/>
                </a:lnTo>
                <a:lnTo>
                  <a:pt x="1004" y="555"/>
                </a:lnTo>
                <a:lnTo>
                  <a:pt x="999" y="567"/>
                </a:lnTo>
                <a:lnTo>
                  <a:pt x="992" y="579"/>
                </a:lnTo>
                <a:lnTo>
                  <a:pt x="986" y="591"/>
                </a:lnTo>
                <a:lnTo>
                  <a:pt x="979" y="603"/>
                </a:lnTo>
                <a:lnTo>
                  <a:pt x="971" y="614"/>
                </a:lnTo>
                <a:lnTo>
                  <a:pt x="963" y="626"/>
                </a:lnTo>
                <a:lnTo>
                  <a:pt x="954" y="637"/>
                </a:lnTo>
                <a:lnTo>
                  <a:pt x="946" y="648"/>
                </a:lnTo>
                <a:lnTo>
                  <a:pt x="936" y="658"/>
                </a:lnTo>
                <a:lnTo>
                  <a:pt x="926" y="669"/>
                </a:lnTo>
                <a:lnTo>
                  <a:pt x="916" y="679"/>
                </a:lnTo>
                <a:lnTo>
                  <a:pt x="906" y="689"/>
                </a:lnTo>
                <a:lnTo>
                  <a:pt x="895" y="698"/>
                </a:lnTo>
                <a:lnTo>
                  <a:pt x="884" y="708"/>
                </a:lnTo>
                <a:lnTo>
                  <a:pt x="872" y="717"/>
                </a:lnTo>
                <a:lnTo>
                  <a:pt x="860" y="727"/>
                </a:lnTo>
                <a:lnTo>
                  <a:pt x="847" y="735"/>
                </a:lnTo>
                <a:lnTo>
                  <a:pt x="835" y="743"/>
                </a:lnTo>
                <a:lnTo>
                  <a:pt x="822" y="751"/>
                </a:lnTo>
                <a:lnTo>
                  <a:pt x="808" y="759"/>
                </a:lnTo>
                <a:lnTo>
                  <a:pt x="795" y="766"/>
                </a:lnTo>
                <a:lnTo>
                  <a:pt x="781" y="772"/>
                </a:lnTo>
                <a:lnTo>
                  <a:pt x="767" y="779"/>
                </a:lnTo>
                <a:lnTo>
                  <a:pt x="753" y="785"/>
                </a:lnTo>
                <a:lnTo>
                  <a:pt x="738" y="791"/>
                </a:lnTo>
                <a:lnTo>
                  <a:pt x="723" y="796"/>
                </a:lnTo>
                <a:lnTo>
                  <a:pt x="708" y="801"/>
                </a:lnTo>
                <a:lnTo>
                  <a:pt x="693" y="806"/>
                </a:lnTo>
                <a:lnTo>
                  <a:pt x="678" y="810"/>
                </a:lnTo>
                <a:lnTo>
                  <a:pt x="662" y="814"/>
                </a:lnTo>
                <a:lnTo>
                  <a:pt x="645" y="817"/>
                </a:lnTo>
                <a:lnTo>
                  <a:pt x="630" y="820"/>
                </a:lnTo>
                <a:lnTo>
                  <a:pt x="614" y="823"/>
                </a:lnTo>
                <a:lnTo>
                  <a:pt x="598" y="825"/>
                </a:lnTo>
                <a:lnTo>
                  <a:pt x="582" y="827"/>
                </a:lnTo>
                <a:lnTo>
                  <a:pt x="565" y="828"/>
                </a:lnTo>
                <a:lnTo>
                  <a:pt x="549" y="829"/>
                </a:lnTo>
                <a:lnTo>
                  <a:pt x="533" y="830"/>
                </a:lnTo>
                <a:lnTo>
                  <a:pt x="517" y="830"/>
                </a:lnTo>
                <a:lnTo>
                  <a:pt x="501" y="830"/>
                </a:lnTo>
                <a:lnTo>
                  <a:pt x="484" y="829"/>
                </a:lnTo>
                <a:lnTo>
                  <a:pt x="468" y="828"/>
                </a:lnTo>
                <a:lnTo>
                  <a:pt x="452" y="827"/>
                </a:lnTo>
                <a:lnTo>
                  <a:pt x="436" y="825"/>
                </a:lnTo>
                <a:lnTo>
                  <a:pt x="420" y="823"/>
                </a:lnTo>
                <a:lnTo>
                  <a:pt x="404" y="820"/>
                </a:lnTo>
                <a:lnTo>
                  <a:pt x="388" y="817"/>
                </a:lnTo>
                <a:lnTo>
                  <a:pt x="373" y="814"/>
                </a:lnTo>
                <a:lnTo>
                  <a:pt x="357" y="810"/>
                </a:lnTo>
                <a:lnTo>
                  <a:pt x="342" y="806"/>
                </a:lnTo>
                <a:lnTo>
                  <a:pt x="326" y="801"/>
                </a:lnTo>
                <a:lnTo>
                  <a:pt x="311" y="796"/>
                </a:lnTo>
                <a:lnTo>
                  <a:pt x="297" y="791"/>
                </a:lnTo>
                <a:lnTo>
                  <a:pt x="282" y="785"/>
                </a:lnTo>
                <a:lnTo>
                  <a:pt x="268" y="779"/>
                </a:lnTo>
                <a:lnTo>
                  <a:pt x="254" y="772"/>
                </a:lnTo>
                <a:lnTo>
                  <a:pt x="240" y="766"/>
                </a:lnTo>
                <a:lnTo>
                  <a:pt x="226" y="759"/>
                </a:lnTo>
                <a:lnTo>
                  <a:pt x="213" y="751"/>
                </a:lnTo>
                <a:lnTo>
                  <a:pt x="200" y="743"/>
                </a:lnTo>
                <a:lnTo>
                  <a:pt x="187" y="735"/>
                </a:lnTo>
                <a:lnTo>
                  <a:pt x="175" y="727"/>
                </a:lnTo>
                <a:lnTo>
                  <a:pt x="163" y="717"/>
                </a:lnTo>
                <a:lnTo>
                  <a:pt x="151" y="708"/>
                </a:lnTo>
                <a:lnTo>
                  <a:pt x="140" y="698"/>
                </a:lnTo>
                <a:lnTo>
                  <a:pt x="129" y="689"/>
                </a:lnTo>
                <a:lnTo>
                  <a:pt x="118" y="679"/>
                </a:lnTo>
                <a:lnTo>
                  <a:pt x="108" y="669"/>
                </a:lnTo>
                <a:lnTo>
                  <a:pt x="98" y="658"/>
                </a:lnTo>
                <a:lnTo>
                  <a:pt x="89" y="648"/>
                </a:lnTo>
                <a:lnTo>
                  <a:pt x="80" y="637"/>
                </a:lnTo>
                <a:lnTo>
                  <a:pt x="72" y="626"/>
                </a:lnTo>
                <a:lnTo>
                  <a:pt x="64" y="614"/>
                </a:lnTo>
                <a:lnTo>
                  <a:pt x="56" y="603"/>
                </a:lnTo>
                <a:lnTo>
                  <a:pt x="49" y="591"/>
                </a:lnTo>
                <a:lnTo>
                  <a:pt x="42" y="579"/>
                </a:lnTo>
                <a:lnTo>
                  <a:pt x="36" y="567"/>
                </a:lnTo>
                <a:lnTo>
                  <a:pt x="30" y="555"/>
                </a:lnTo>
                <a:lnTo>
                  <a:pt x="25" y="543"/>
                </a:lnTo>
                <a:lnTo>
                  <a:pt x="20" y="530"/>
                </a:lnTo>
                <a:lnTo>
                  <a:pt x="16" y="518"/>
                </a:lnTo>
                <a:lnTo>
                  <a:pt x="12" y="505"/>
                </a:lnTo>
                <a:lnTo>
                  <a:pt x="9" y="492"/>
                </a:lnTo>
                <a:lnTo>
                  <a:pt x="6" y="479"/>
                </a:lnTo>
                <a:lnTo>
                  <a:pt x="4" y="466"/>
                </a:lnTo>
                <a:lnTo>
                  <a:pt x="2" y="453"/>
                </a:lnTo>
                <a:lnTo>
                  <a:pt x="1" y="440"/>
                </a:lnTo>
                <a:lnTo>
                  <a:pt x="0" y="427"/>
                </a:lnTo>
                <a:lnTo>
                  <a:pt x="0" y="414"/>
                </a:lnTo>
                <a:lnTo>
                  <a:pt x="0" y="401"/>
                </a:lnTo>
                <a:lnTo>
                  <a:pt x="1" y="388"/>
                </a:lnTo>
                <a:lnTo>
                  <a:pt x="2" y="375"/>
                </a:lnTo>
                <a:lnTo>
                  <a:pt x="4" y="362"/>
                </a:lnTo>
                <a:lnTo>
                  <a:pt x="6" y="349"/>
                </a:lnTo>
                <a:lnTo>
                  <a:pt x="9" y="337"/>
                </a:lnTo>
                <a:lnTo>
                  <a:pt x="12" y="324"/>
                </a:lnTo>
                <a:lnTo>
                  <a:pt x="16" y="311"/>
                </a:lnTo>
                <a:lnTo>
                  <a:pt x="20" y="299"/>
                </a:lnTo>
                <a:lnTo>
                  <a:pt x="25" y="286"/>
                </a:lnTo>
                <a:lnTo>
                  <a:pt x="30" y="274"/>
                </a:lnTo>
                <a:lnTo>
                  <a:pt x="36" y="262"/>
                </a:lnTo>
                <a:lnTo>
                  <a:pt x="42" y="250"/>
                </a:lnTo>
                <a:lnTo>
                  <a:pt x="49" y="238"/>
                </a:lnTo>
                <a:lnTo>
                  <a:pt x="56" y="226"/>
                </a:lnTo>
                <a:lnTo>
                  <a:pt x="64" y="215"/>
                </a:lnTo>
                <a:lnTo>
                  <a:pt x="72" y="203"/>
                </a:lnTo>
                <a:lnTo>
                  <a:pt x="80" y="192"/>
                </a:lnTo>
                <a:lnTo>
                  <a:pt x="89" y="181"/>
                </a:lnTo>
                <a:lnTo>
                  <a:pt x="98" y="171"/>
                </a:lnTo>
                <a:lnTo>
                  <a:pt x="108" y="160"/>
                </a:lnTo>
                <a:lnTo>
                  <a:pt x="118" y="150"/>
                </a:lnTo>
                <a:lnTo>
                  <a:pt x="129" y="140"/>
                </a:lnTo>
                <a:lnTo>
                  <a:pt x="140" y="130"/>
                </a:lnTo>
                <a:lnTo>
                  <a:pt x="151" y="121"/>
                </a:lnTo>
                <a:lnTo>
                  <a:pt x="163" y="112"/>
                </a:lnTo>
                <a:lnTo>
                  <a:pt x="175" y="103"/>
                </a:lnTo>
                <a:lnTo>
                  <a:pt x="187" y="95"/>
                </a:lnTo>
                <a:lnTo>
                  <a:pt x="200" y="87"/>
                </a:lnTo>
                <a:lnTo>
                  <a:pt x="213" y="79"/>
                </a:lnTo>
                <a:lnTo>
                  <a:pt x="226" y="71"/>
                </a:lnTo>
                <a:lnTo>
                  <a:pt x="240" y="64"/>
                </a:lnTo>
                <a:lnTo>
                  <a:pt x="254" y="57"/>
                </a:lnTo>
                <a:lnTo>
                  <a:pt x="268" y="51"/>
                </a:lnTo>
                <a:lnTo>
                  <a:pt x="282" y="45"/>
                </a:lnTo>
                <a:lnTo>
                  <a:pt x="297" y="39"/>
                </a:lnTo>
                <a:lnTo>
                  <a:pt x="311" y="34"/>
                </a:lnTo>
                <a:lnTo>
                  <a:pt x="326" y="29"/>
                </a:lnTo>
                <a:lnTo>
                  <a:pt x="342" y="24"/>
                </a:lnTo>
                <a:lnTo>
                  <a:pt x="357" y="20"/>
                </a:lnTo>
                <a:lnTo>
                  <a:pt x="373" y="16"/>
                </a:lnTo>
                <a:lnTo>
                  <a:pt x="388" y="13"/>
                </a:lnTo>
                <a:lnTo>
                  <a:pt x="404" y="10"/>
                </a:lnTo>
                <a:lnTo>
                  <a:pt x="420" y="7"/>
                </a:lnTo>
                <a:lnTo>
                  <a:pt x="436" y="5"/>
                </a:lnTo>
                <a:lnTo>
                  <a:pt x="452" y="3"/>
                </a:lnTo>
                <a:lnTo>
                  <a:pt x="468" y="1"/>
                </a:lnTo>
                <a:lnTo>
                  <a:pt x="484" y="0"/>
                </a:lnTo>
                <a:lnTo>
                  <a:pt x="501" y="0"/>
                </a:lnTo>
                <a:lnTo>
                  <a:pt x="517" y="0"/>
                </a:lnTo>
                <a:lnTo>
                  <a:pt x="533" y="0"/>
                </a:lnTo>
                <a:lnTo>
                  <a:pt x="549" y="0"/>
                </a:lnTo>
                <a:lnTo>
                  <a:pt x="565" y="1"/>
                </a:lnTo>
                <a:lnTo>
                  <a:pt x="582" y="3"/>
                </a:lnTo>
                <a:lnTo>
                  <a:pt x="598" y="5"/>
                </a:lnTo>
                <a:lnTo>
                  <a:pt x="614" y="7"/>
                </a:lnTo>
                <a:lnTo>
                  <a:pt x="630" y="10"/>
                </a:lnTo>
                <a:lnTo>
                  <a:pt x="645" y="13"/>
                </a:lnTo>
                <a:lnTo>
                  <a:pt x="662" y="16"/>
                </a:lnTo>
                <a:lnTo>
                  <a:pt x="678" y="20"/>
                </a:lnTo>
                <a:lnTo>
                  <a:pt x="693" y="24"/>
                </a:lnTo>
                <a:lnTo>
                  <a:pt x="708" y="29"/>
                </a:lnTo>
                <a:lnTo>
                  <a:pt x="723" y="34"/>
                </a:lnTo>
                <a:lnTo>
                  <a:pt x="738" y="39"/>
                </a:lnTo>
                <a:lnTo>
                  <a:pt x="753" y="45"/>
                </a:lnTo>
                <a:lnTo>
                  <a:pt x="767" y="51"/>
                </a:lnTo>
                <a:lnTo>
                  <a:pt x="781" y="57"/>
                </a:lnTo>
                <a:lnTo>
                  <a:pt x="795" y="64"/>
                </a:lnTo>
                <a:lnTo>
                  <a:pt x="808" y="71"/>
                </a:lnTo>
                <a:lnTo>
                  <a:pt x="822" y="79"/>
                </a:lnTo>
                <a:lnTo>
                  <a:pt x="835" y="87"/>
                </a:lnTo>
                <a:lnTo>
                  <a:pt x="847" y="95"/>
                </a:lnTo>
                <a:lnTo>
                  <a:pt x="860" y="103"/>
                </a:lnTo>
                <a:lnTo>
                  <a:pt x="872" y="112"/>
                </a:lnTo>
                <a:lnTo>
                  <a:pt x="884" y="121"/>
                </a:lnTo>
                <a:lnTo>
                  <a:pt x="895" y="130"/>
                </a:lnTo>
                <a:lnTo>
                  <a:pt x="906" y="140"/>
                </a:lnTo>
                <a:lnTo>
                  <a:pt x="916" y="150"/>
                </a:lnTo>
                <a:lnTo>
                  <a:pt x="926" y="160"/>
                </a:lnTo>
                <a:lnTo>
                  <a:pt x="936" y="171"/>
                </a:lnTo>
                <a:lnTo>
                  <a:pt x="946" y="181"/>
                </a:lnTo>
                <a:lnTo>
                  <a:pt x="954" y="192"/>
                </a:lnTo>
                <a:lnTo>
                  <a:pt x="963" y="203"/>
                </a:lnTo>
                <a:lnTo>
                  <a:pt x="971" y="215"/>
                </a:lnTo>
                <a:lnTo>
                  <a:pt x="979" y="226"/>
                </a:lnTo>
                <a:lnTo>
                  <a:pt x="986" y="238"/>
                </a:lnTo>
                <a:lnTo>
                  <a:pt x="992" y="250"/>
                </a:lnTo>
                <a:lnTo>
                  <a:pt x="999" y="262"/>
                </a:lnTo>
                <a:lnTo>
                  <a:pt x="1004" y="274"/>
                </a:lnTo>
                <a:lnTo>
                  <a:pt x="1010" y="286"/>
                </a:lnTo>
                <a:lnTo>
                  <a:pt x="1014" y="299"/>
                </a:lnTo>
                <a:lnTo>
                  <a:pt x="1019" y="311"/>
                </a:lnTo>
                <a:lnTo>
                  <a:pt x="1023" y="324"/>
                </a:lnTo>
                <a:lnTo>
                  <a:pt x="1026" y="337"/>
                </a:lnTo>
                <a:lnTo>
                  <a:pt x="1029" y="349"/>
                </a:lnTo>
                <a:lnTo>
                  <a:pt x="1031" y="362"/>
                </a:lnTo>
                <a:lnTo>
                  <a:pt x="1033" y="375"/>
                </a:lnTo>
                <a:lnTo>
                  <a:pt x="1034" y="388"/>
                </a:lnTo>
                <a:lnTo>
                  <a:pt x="1035" y="401"/>
                </a:lnTo>
                <a:lnTo>
                  <a:pt x="1035" y="414"/>
                </a:lnTo>
                <a:close/>
              </a:path>
            </a:pathLst>
          </a:custGeom>
          <a:solidFill>
            <a:srgbClr val="ff9f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1" name=""/>
          <p:cNvSpPr/>
          <p:nvPr/>
        </p:nvSpPr>
        <p:spPr>
          <a:xfrm>
            <a:off x="4791600" y="1677960"/>
            <a:ext cx="374400" cy="300240"/>
          </a:xfrm>
          <a:custGeom>
            <a:avLst/>
            <a:gdLst/>
            <a:ahLst/>
            <a:rect l="0" t="0" r="r" b="b"/>
            <a:pathLst>
              <a:path w="1040" h="834">
                <a:moveTo>
                  <a:pt x="1038" y="416"/>
                </a:moveTo>
                <a:lnTo>
                  <a:pt x="1038" y="403"/>
                </a:lnTo>
                <a:lnTo>
                  <a:pt x="1037" y="390"/>
                </a:lnTo>
                <a:lnTo>
                  <a:pt x="1036" y="377"/>
                </a:lnTo>
                <a:lnTo>
                  <a:pt x="1034" y="364"/>
                </a:lnTo>
                <a:lnTo>
                  <a:pt x="1032" y="351"/>
                </a:lnTo>
                <a:lnTo>
                  <a:pt x="1029" y="339"/>
                </a:lnTo>
                <a:lnTo>
                  <a:pt x="1026" y="326"/>
                </a:lnTo>
                <a:lnTo>
                  <a:pt x="1022" y="313"/>
                </a:lnTo>
                <a:lnTo>
                  <a:pt x="1017" y="301"/>
                </a:lnTo>
                <a:lnTo>
                  <a:pt x="1013" y="288"/>
                </a:lnTo>
                <a:lnTo>
                  <a:pt x="1007" y="276"/>
                </a:lnTo>
                <a:lnTo>
                  <a:pt x="1002" y="264"/>
                </a:lnTo>
                <a:lnTo>
                  <a:pt x="995" y="252"/>
                </a:lnTo>
                <a:lnTo>
                  <a:pt x="989" y="240"/>
                </a:lnTo>
                <a:lnTo>
                  <a:pt x="982" y="228"/>
                </a:lnTo>
                <a:lnTo>
                  <a:pt x="974" y="217"/>
                </a:lnTo>
                <a:lnTo>
                  <a:pt x="966" y="205"/>
                </a:lnTo>
                <a:lnTo>
                  <a:pt x="957" y="194"/>
                </a:lnTo>
                <a:lnTo>
                  <a:pt x="949" y="183"/>
                </a:lnTo>
                <a:lnTo>
                  <a:pt x="939" y="173"/>
                </a:lnTo>
                <a:lnTo>
                  <a:pt x="929" y="162"/>
                </a:lnTo>
                <a:lnTo>
                  <a:pt x="919" y="152"/>
                </a:lnTo>
                <a:lnTo>
                  <a:pt x="909" y="142"/>
                </a:lnTo>
                <a:lnTo>
                  <a:pt x="898" y="132"/>
                </a:lnTo>
                <a:lnTo>
                  <a:pt x="887" y="123"/>
                </a:lnTo>
                <a:lnTo>
                  <a:pt x="875" y="114"/>
                </a:lnTo>
                <a:lnTo>
                  <a:pt x="863" y="105"/>
                </a:lnTo>
                <a:lnTo>
                  <a:pt x="850" y="97"/>
                </a:lnTo>
                <a:lnTo>
                  <a:pt x="838" y="89"/>
                </a:lnTo>
                <a:lnTo>
                  <a:pt x="825" y="81"/>
                </a:lnTo>
                <a:lnTo>
                  <a:pt x="811" y="73"/>
                </a:lnTo>
                <a:lnTo>
                  <a:pt x="798" y="66"/>
                </a:lnTo>
                <a:lnTo>
                  <a:pt x="784" y="59"/>
                </a:lnTo>
                <a:lnTo>
                  <a:pt x="770" y="53"/>
                </a:lnTo>
                <a:lnTo>
                  <a:pt x="756" y="47"/>
                </a:lnTo>
                <a:lnTo>
                  <a:pt x="741" y="41"/>
                </a:lnTo>
                <a:lnTo>
                  <a:pt x="726" y="36"/>
                </a:lnTo>
                <a:lnTo>
                  <a:pt x="711" y="31"/>
                </a:lnTo>
                <a:lnTo>
                  <a:pt x="695" y="26"/>
                </a:lnTo>
                <a:lnTo>
                  <a:pt x="680" y="22"/>
                </a:lnTo>
                <a:lnTo>
                  <a:pt x="664" y="18"/>
                </a:lnTo>
                <a:lnTo>
                  <a:pt x="648" y="15"/>
                </a:lnTo>
                <a:lnTo>
                  <a:pt x="633" y="12"/>
                </a:lnTo>
                <a:lnTo>
                  <a:pt x="617" y="9"/>
                </a:lnTo>
                <a:lnTo>
                  <a:pt x="601" y="7"/>
                </a:lnTo>
                <a:lnTo>
                  <a:pt x="585" y="5"/>
                </a:lnTo>
                <a:lnTo>
                  <a:pt x="568" y="3"/>
                </a:lnTo>
                <a:lnTo>
                  <a:pt x="552" y="2"/>
                </a:lnTo>
                <a:lnTo>
                  <a:pt x="536" y="2"/>
                </a:lnTo>
                <a:lnTo>
                  <a:pt x="520" y="2"/>
                </a:lnTo>
                <a:lnTo>
                  <a:pt x="504" y="2"/>
                </a:lnTo>
                <a:lnTo>
                  <a:pt x="487" y="2"/>
                </a:lnTo>
                <a:lnTo>
                  <a:pt x="471" y="3"/>
                </a:lnTo>
                <a:lnTo>
                  <a:pt x="455" y="5"/>
                </a:lnTo>
                <a:lnTo>
                  <a:pt x="439" y="7"/>
                </a:lnTo>
                <a:lnTo>
                  <a:pt x="423" y="9"/>
                </a:lnTo>
                <a:lnTo>
                  <a:pt x="407" y="12"/>
                </a:lnTo>
                <a:lnTo>
                  <a:pt x="391" y="15"/>
                </a:lnTo>
                <a:lnTo>
                  <a:pt x="376" y="18"/>
                </a:lnTo>
                <a:lnTo>
                  <a:pt x="360" y="22"/>
                </a:lnTo>
                <a:lnTo>
                  <a:pt x="345" y="26"/>
                </a:lnTo>
                <a:lnTo>
                  <a:pt x="329" y="31"/>
                </a:lnTo>
                <a:lnTo>
                  <a:pt x="314" y="36"/>
                </a:lnTo>
                <a:lnTo>
                  <a:pt x="300" y="41"/>
                </a:lnTo>
                <a:lnTo>
                  <a:pt x="285" y="47"/>
                </a:lnTo>
                <a:lnTo>
                  <a:pt x="271" y="53"/>
                </a:lnTo>
                <a:lnTo>
                  <a:pt x="257" y="59"/>
                </a:lnTo>
                <a:lnTo>
                  <a:pt x="243" y="66"/>
                </a:lnTo>
                <a:lnTo>
                  <a:pt x="229" y="73"/>
                </a:lnTo>
                <a:lnTo>
                  <a:pt x="216" y="81"/>
                </a:lnTo>
                <a:lnTo>
                  <a:pt x="203" y="89"/>
                </a:lnTo>
                <a:lnTo>
                  <a:pt x="190" y="97"/>
                </a:lnTo>
                <a:lnTo>
                  <a:pt x="178" y="105"/>
                </a:lnTo>
                <a:lnTo>
                  <a:pt x="166" y="114"/>
                </a:lnTo>
                <a:lnTo>
                  <a:pt x="154" y="123"/>
                </a:lnTo>
                <a:lnTo>
                  <a:pt x="143" y="132"/>
                </a:lnTo>
                <a:lnTo>
                  <a:pt x="132" y="142"/>
                </a:lnTo>
                <a:lnTo>
                  <a:pt x="121" y="152"/>
                </a:lnTo>
                <a:lnTo>
                  <a:pt x="111" y="162"/>
                </a:lnTo>
                <a:lnTo>
                  <a:pt x="101" y="173"/>
                </a:lnTo>
                <a:lnTo>
                  <a:pt x="92" y="183"/>
                </a:lnTo>
                <a:lnTo>
                  <a:pt x="83" y="194"/>
                </a:lnTo>
                <a:lnTo>
                  <a:pt x="75" y="205"/>
                </a:lnTo>
                <a:lnTo>
                  <a:pt x="67" y="217"/>
                </a:lnTo>
                <a:lnTo>
                  <a:pt x="59" y="228"/>
                </a:lnTo>
                <a:lnTo>
                  <a:pt x="52" y="240"/>
                </a:lnTo>
                <a:lnTo>
                  <a:pt x="45" y="252"/>
                </a:lnTo>
                <a:lnTo>
                  <a:pt x="39" y="264"/>
                </a:lnTo>
                <a:lnTo>
                  <a:pt x="33" y="276"/>
                </a:lnTo>
                <a:lnTo>
                  <a:pt x="28" y="288"/>
                </a:lnTo>
                <a:lnTo>
                  <a:pt x="23" y="301"/>
                </a:lnTo>
                <a:lnTo>
                  <a:pt x="19" y="313"/>
                </a:lnTo>
                <a:lnTo>
                  <a:pt x="15" y="326"/>
                </a:lnTo>
                <a:lnTo>
                  <a:pt x="12" y="339"/>
                </a:lnTo>
                <a:lnTo>
                  <a:pt x="9" y="351"/>
                </a:lnTo>
                <a:lnTo>
                  <a:pt x="7" y="364"/>
                </a:lnTo>
                <a:lnTo>
                  <a:pt x="5" y="377"/>
                </a:lnTo>
                <a:lnTo>
                  <a:pt x="4" y="390"/>
                </a:lnTo>
                <a:lnTo>
                  <a:pt x="3" y="403"/>
                </a:lnTo>
                <a:lnTo>
                  <a:pt x="3" y="416"/>
                </a:lnTo>
                <a:lnTo>
                  <a:pt x="3" y="429"/>
                </a:lnTo>
                <a:lnTo>
                  <a:pt x="4" y="442"/>
                </a:lnTo>
                <a:lnTo>
                  <a:pt x="5" y="455"/>
                </a:lnTo>
                <a:lnTo>
                  <a:pt x="7" y="468"/>
                </a:lnTo>
                <a:lnTo>
                  <a:pt x="9" y="481"/>
                </a:lnTo>
                <a:lnTo>
                  <a:pt x="12" y="494"/>
                </a:lnTo>
                <a:lnTo>
                  <a:pt x="15" y="507"/>
                </a:lnTo>
                <a:lnTo>
                  <a:pt x="19" y="520"/>
                </a:lnTo>
                <a:lnTo>
                  <a:pt x="23" y="532"/>
                </a:lnTo>
                <a:lnTo>
                  <a:pt x="28" y="545"/>
                </a:lnTo>
                <a:lnTo>
                  <a:pt x="33" y="557"/>
                </a:lnTo>
                <a:lnTo>
                  <a:pt x="39" y="569"/>
                </a:lnTo>
                <a:lnTo>
                  <a:pt x="45" y="581"/>
                </a:lnTo>
                <a:lnTo>
                  <a:pt x="52" y="593"/>
                </a:lnTo>
                <a:lnTo>
                  <a:pt x="59" y="605"/>
                </a:lnTo>
                <a:lnTo>
                  <a:pt x="67" y="616"/>
                </a:lnTo>
                <a:lnTo>
                  <a:pt x="75" y="628"/>
                </a:lnTo>
                <a:lnTo>
                  <a:pt x="83" y="639"/>
                </a:lnTo>
                <a:lnTo>
                  <a:pt x="92" y="650"/>
                </a:lnTo>
                <a:lnTo>
                  <a:pt x="101" y="660"/>
                </a:lnTo>
                <a:lnTo>
                  <a:pt x="111" y="671"/>
                </a:lnTo>
                <a:lnTo>
                  <a:pt x="121" y="681"/>
                </a:lnTo>
                <a:lnTo>
                  <a:pt x="132" y="691"/>
                </a:lnTo>
                <a:lnTo>
                  <a:pt x="143" y="700"/>
                </a:lnTo>
                <a:lnTo>
                  <a:pt x="154" y="710"/>
                </a:lnTo>
                <a:lnTo>
                  <a:pt x="166" y="719"/>
                </a:lnTo>
                <a:lnTo>
                  <a:pt x="178" y="728"/>
                </a:lnTo>
                <a:lnTo>
                  <a:pt x="190" y="736"/>
                </a:lnTo>
                <a:lnTo>
                  <a:pt x="203" y="744"/>
                </a:lnTo>
                <a:lnTo>
                  <a:pt x="216" y="752"/>
                </a:lnTo>
                <a:lnTo>
                  <a:pt x="229" y="761"/>
                </a:lnTo>
                <a:lnTo>
                  <a:pt x="243" y="768"/>
                </a:lnTo>
                <a:lnTo>
                  <a:pt x="257" y="774"/>
                </a:lnTo>
                <a:lnTo>
                  <a:pt x="271" y="781"/>
                </a:lnTo>
                <a:lnTo>
                  <a:pt x="285" y="787"/>
                </a:lnTo>
                <a:lnTo>
                  <a:pt x="300" y="793"/>
                </a:lnTo>
                <a:lnTo>
                  <a:pt x="314" y="798"/>
                </a:lnTo>
                <a:lnTo>
                  <a:pt x="329" y="803"/>
                </a:lnTo>
                <a:lnTo>
                  <a:pt x="345" y="808"/>
                </a:lnTo>
                <a:lnTo>
                  <a:pt x="360" y="812"/>
                </a:lnTo>
                <a:lnTo>
                  <a:pt x="376" y="816"/>
                </a:lnTo>
                <a:lnTo>
                  <a:pt x="391" y="819"/>
                </a:lnTo>
                <a:lnTo>
                  <a:pt x="407" y="822"/>
                </a:lnTo>
                <a:lnTo>
                  <a:pt x="423" y="825"/>
                </a:lnTo>
                <a:lnTo>
                  <a:pt x="439" y="827"/>
                </a:lnTo>
                <a:lnTo>
                  <a:pt x="455" y="829"/>
                </a:lnTo>
                <a:lnTo>
                  <a:pt x="471" y="830"/>
                </a:lnTo>
                <a:lnTo>
                  <a:pt x="487" y="831"/>
                </a:lnTo>
                <a:lnTo>
                  <a:pt x="504" y="832"/>
                </a:lnTo>
                <a:lnTo>
                  <a:pt x="520" y="832"/>
                </a:lnTo>
                <a:lnTo>
                  <a:pt x="536" y="832"/>
                </a:lnTo>
                <a:lnTo>
                  <a:pt x="552" y="831"/>
                </a:lnTo>
                <a:lnTo>
                  <a:pt x="568" y="830"/>
                </a:lnTo>
                <a:lnTo>
                  <a:pt x="585" y="829"/>
                </a:lnTo>
                <a:lnTo>
                  <a:pt x="601" y="827"/>
                </a:lnTo>
                <a:lnTo>
                  <a:pt x="617" y="825"/>
                </a:lnTo>
                <a:lnTo>
                  <a:pt x="633" y="822"/>
                </a:lnTo>
                <a:lnTo>
                  <a:pt x="648" y="819"/>
                </a:lnTo>
                <a:lnTo>
                  <a:pt x="664" y="816"/>
                </a:lnTo>
                <a:lnTo>
                  <a:pt x="680" y="812"/>
                </a:lnTo>
                <a:lnTo>
                  <a:pt x="695" y="808"/>
                </a:lnTo>
                <a:lnTo>
                  <a:pt x="711" y="803"/>
                </a:lnTo>
                <a:lnTo>
                  <a:pt x="726" y="798"/>
                </a:lnTo>
                <a:lnTo>
                  <a:pt x="741" y="793"/>
                </a:lnTo>
                <a:lnTo>
                  <a:pt x="756" y="787"/>
                </a:lnTo>
                <a:lnTo>
                  <a:pt x="770" y="781"/>
                </a:lnTo>
                <a:lnTo>
                  <a:pt x="784" y="774"/>
                </a:lnTo>
                <a:lnTo>
                  <a:pt x="798" y="768"/>
                </a:lnTo>
                <a:lnTo>
                  <a:pt x="811" y="761"/>
                </a:lnTo>
                <a:lnTo>
                  <a:pt x="825" y="752"/>
                </a:lnTo>
                <a:lnTo>
                  <a:pt x="838" y="744"/>
                </a:lnTo>
                <a:lnTo>
                  <a:pt x="850" y="736"/>
                </a:lnTo>
                <a:lnTo>
                  <a:pt x="863" y="728"/>
                </a:lnTo>
                <a:lnTo>
                  <a:pt x="875" y="719"/>
                </a:lnTo>
                <a:lnTo>
                  <a:pt x="887" y="710"/>
                </a:lnTo>
                <a:lnTo>
                  <a:pt x="898" y="700"/>
                </a:lnTo>
                <a:lnTo>
                  <a:pt x="909" y="691"/>
                </a:lnTo>
                <a:lnTo>
                  <a:pt x="919" y="681"/>
                </a:lnTo>
                <a:lnTo>
                  <a:pt x="929" y="671"/>
                </a:lnTo>
                <a:lnTo>
                  <a:pt x="939" y="660"/>
                </a:lnTo>
                <a:lnTo>
                  <a:pt x="949" y="650"/>
                </a:lnTo>
                <a:lnTo>
                  <a:pt x="957" y="639"/>
                </a:lnTo>
                <a:lnTo>
                  <a:pt x="966" y="628"/>
                </a:lnTo>
                <a:lnTo>
                  <a:pt x="974" y="616"/>
                </a:lnTo>
                <a:lnTo>
                  <a:pt x="982" y="605"/>
                </a:lnTo>
                <a:lnTo>
                  <a:pt x="989" y="593"/>
                </a:lnTo>
                <a:lnTo>
                  <a:pt x="995" y="581"/>
                </a:lnTo>
                <a:lnTo>
                  <a:pt x="1002" y="569"/>
                </a:lnTo>
                <a:lnTo>
                  <a:pt x="1007" y="557"/>
                </a:lnTo>
                <a:lnTo>
                  <a:pt x="1013" y="545"/>
                </a:lnTo>
                <a:lnTo>
                  <a:pt x="1017" y="532"/>
                </a:lnTo>
                <a:lnTo>
                  <a:pt x="1022" y="520"/>
                </a:lnTo>
                <a:lnTo>
                  <a:pt x="1026" y="507"/>
                </a:lnTo>
                <a:lnTo>
                  <a:pt x="1029" y="494"/>
                </a:lnTo>
                <a:lnTo>
                  <a:pt x="1032" y="481"/>
                </a:lnTo>
                <a:lnTo>
                  <a:pt x="1034" y="468"/>
                </a:lnTo>
                <a:lnTo>
                  <a:pt x="1036" y="455"/>
                </a:lnTo>
                <a:lnTo>
                  <a:pt x="1037" y="442"/>
                </a:lnTo>
                <a:lnTo>
                  <a:pt x="1038" y="429"/>
                </a:lnTo>
                <a:lnTo>
                  <a:pt x="1038" y="416"/>
                </a:lnTo>
                <a:moveTo>
                  <a:pt x="1040" y="416"/>
                </a:moveTo>
                <a:lnTo>
                  <a:pt x="1040" y="429"/>
                </a:lnTo>
                <a:lnTo>
                  <a:pt x="1039" y="443"/>
                </a:lnTo>
                <a:lnTo>
                  <a:pt x="1038" y="456"/>
                </a:lnTo>
                <a:lnTo>
                  <a:pt x="1036" y="469"/>
                </a:lnTo>
                <a:lnTo>
                  <a:pt x="1034" y="482"/>
                </a:lnTo>
                <a:lnTo>
                  <a:pt x="1031" y="494"/>
                </a:lnTo>
                <a:lnTo>
                  <a:pt x="1028" y="507"/>
                </a:lnTo>
                <a:lnTo>
                  <a:pt x="1024" y="520"/>
                </a:lnTo>
                <a:lnTo>
                  <a:pt x="1020" y="533"/>
                </a:lnTo>
                <a:lnTo>
                  <a:pt x="1015" y="545"/>
                </a:lnTo>
                <a:lnTo>
                  <a:pt x="1010" y="558"/>
                </a:lnTo>
                <a:lnTo>
                  <a:pt x="1004" y="570"/>
                </a:lnTo>
                <a:lnTo>
                  <a:pt x="998" y="582"/>
                </a:lnTo>
                <a:lnTo>
                  <a:pt x="991" y="594"/>
                </a:lnTo>
                <a:lnTo>
                  <a:pt x="984" y="606"/>
                </a:lnTo>
                <a:lnTo>
                  <a:pt x="976" y="617"/>
                </a:lnTo>
                <a:lnTo>
                  <a:pt x="968" y="629"/>
                </a:lnTo>
                <a:lnTo>
                  <a:pt x="959" y="640"/>
                </a:lnTo>
                <a:lnTo>
                  <a:pt x="950" y="651"/>
                </a:lnTo>
                <a:lnTo>
                  <a:pt x="941" y="661"/>
                </a:lnTo>
                <a:lnTo>
                  <a:pt x="931" y="672"/>
                </a:lnTo>
                <a:lnTo>
                  <a:pt x="921" y="682"/>
                </a:lnTo>
                <a:lnTo>
                  <a:pt x="910" y="692"/>
                </a:lnTo>
                <a:lnTo>
                  <a:pt x="899" y="702"/>
                </a:lnTo>
                <a:lnTo>
                  <a:pt x="888" y="711"/>
                </a:lnTo>
                <a:lnTo>
                  <a:pt x="876" y="720"/>
                </a:lnTo>
                <a:lnTo>
                  <a:pt x="864" y="729"/>
                </a:lnTo>
                <a:lnTo>
                  <a:pt x="852" y="737"/>
                </a:lnTo>
                <a:lnTo>
                  <a:pt x="839" y="746"/>
                </a:lnTo>
                <a:lnTo>
                  <a:pt x="826" y="755"/>
                </a:lnTo>
                <a:lnTo>
                  <a:pt x="813" y="762"/>
                </a:lnTo>
                <a:lnTo>
                  <a:pt x="799" y="769"/>
                </a:lnTo>
                <a:lnTo>
                  <a:pt x="785" y="776"/>
                </a:lnTo>
                <a:lnTo>
                  <a:pt x="771" y="783"/>
                </a:lnTo>
                <a:lnTo>
                  <a:pt x="757" y="789"/>
                </a:lnTo>
                <a:lnTo>
                  <a:pt x="742" y="794"/>
                </a:lnTo>
                <a:lnTo>
                  <a:pt x="727" y="800"/>
                </a:lnTo>
                <a:lnTo>
                  <a:pt x="712" y="805"/>
                </a:lnTo>
                <a:lnTo>
                  <a:pt x="696" y="809"/>
                </a:lnTo>
                <a:lnTo>
                  <a:pt x="680" y="814"/>
                </a:lnTo>
                <a:lnTo>
                  <a:pt x="665" y="818"/>
                </a:lnTo>
                <a:lnTo>
                  <a:pt x="649" y="821"/>
                </a:lnTo>
                <a:lnTo>
                  <a:pt x="633" y="824"/>
                </a:lnTo>
                <a:lnTo>
                  <a:pt x="617" y="827"/>
                </a:lnTo>
                <a:lnTo>
                  <a:pt x="601" y="829"/>
                </a:lnTo>
                <a:lnTo>
                  <a:pt x="585" y="831"/>
                </a:lnTo>
                <a:lnTo>
                  <a:pt x="569" y="832"/>
                </a:lnTo>
                <a:lnTo>
                  <a:pt x="552" y="833"/>
                </a:lnTo>
                <a:lnTo>
                  <a:pt x="536" y="834"/>
                </a:lnTo>
                <a:lnTo>
                  <a:pt x="520" y="834"/>
                </a:lnTo>
                <a:lnTo>
                  <a:pt x="503" y="834"/>
                </a:lnTo>
                <a:lnTo>
                  <a:pt x="487" y="833"/>
                </a:lnTo>
                <a:lnTo>
                  <a:pt x="471" y="832"/>
                </a:lnTo>
                <a:lnTo>
                  <a:pt x="455" y="831"/>
                </a:lnTo>
                <a:lnTo>
                  <a:pt x="439" y="829"/>
                </a:lnTo>
                <a:lnTo>
                  <a:pt x="422" y="827"/>
                </a:lnTo>
                <a:lnTo>
                  <a:pt x="406" y="824"/>
                </a:lnTo>
                <a:lnTo>
                  <a:pt x="391" y="821"/>
                </a:lnTo>
                <a:lnTo>
                  <a:pt x="375" y="818"/>
                </a:lnTo>
                <a:lnTo>
                  <a:pt x="359" y="814"/>
                </a:lnTo>
                <a:lnTo>
                  <a:pt x="344" y="809"/>
                </a:lnTo>
                <a:lnTo>
                  <a:pt x="329" y="805"/>
                </a:lnTo>
                <a:lnTo>
                  <a:pt x="313" y="800"/>
                </a:lnTo>
                <a:lnTo>
                  <a:pt x="299" y="794"/>
                </a:lnTo>
                <a:lnTo>
                  <a:pt x="284" y="789"/>
                </a:lnTo>
                <a:lnTo>
                  <a:pt x="270" y="783"/>
                </a:lnTo>
                <a:lnTo>
                  <a:pt x="255" y="776"/>
                </a:lnTo>
                <a:lnTo>
                  <a:pt x="241" y="769"/>
                </a:lnTo>
                <a:lnTo>
                  <a:pt x="228" y="762"/>
                </a:lnTo>
                <a:lnTo>
                  <a:pt x="214" y="755"/>
                </a:lnTo>
                <a:lnTo>
                  <a:pt x="201" y="746"/>
                </a:lnTo>
                <a:lnTo>
                  <a:pt x="189" y="737"/>
                </a:lnTo>
                <a:lnTo>
                  <a:pt x="176" y="729"/>
                </a:lnTo>
                <a:lnTo>
                  <a:pt x="164" y="720"/>
                </a:lnTo>
                <a:lnTo>
                  <a:pt x="152" y="711"/>
                </a:lnTo>
                <a:lnTo>
                  <a:pt x="141" y="702"/>
                </a:lnTo>
                <a:lnTo>
                  <a:pt x="130" y="692"/>
                </a:lnTo>
                <a:lnTo>
                  <a:pt x="120" y="682"/>
                </a:lnTo>
                <a:lnTo>
                  <a:pt x="109" y="672"/>
                </a:lnTo>
                <a:lnTo>
                  <a:pt x="100" y="661"/>
                </a:lnTo>
                <a:lnTo>
                  <a:pt x="90" y="651"/>
                </a:lnTo>
                <a:lnTo>
                  <a:pt x="81" y="640"/>
                </a:lnTo>
                <a:lnTo>
                  <a:pt x="73" y="629"/>
                </a:lnTo>
                <a:lnTo>
                  <a:pt x="65" y="617"/>
                </a:lnTo>
                <a:lnTo>
                  <a:pt x="57" y="606"/>
                </a:lnTo>
                <a:lnTo>
                  <a:pt x="50" y="594"/>
                </a:lnTo>
                <a:lnTo>
                  <a:pt x="43" y="582"/>
                </a:lnTo>
                <a:lnTo>
                  <a:pt x="37" y="570"/>
                </a:lnTo>
                <a:lnTo>
                  <a:pt x="31" y="558"/>
                </a:lnTo>
                <a:lnTo>
                  <a:pt x="26" y="545"/>
                </a:lnTo>
                <a:lnTo>
                  <a:pt x="21" y="533"/>
                </a:lnTo>
                <a:lnTo>
                  <a:pt x="17" y="520"/>
                </a:lnTo>
                <a:lnTo>
                  <a:pt x="13" y="507"/>
                </a:lnTo>
                <a:lnTo>
                  <a:pt x="10" y="494"/>
                </a:lnTo>
                <a:lnTo>
                  <a:pt x="7" y="482"/>
                </a:lnTo>
                <a:lnTo>
                  <a:pt x="4" y="469"/>
                </a:lnTo>
                <a:lnTo>
                  <a:pt x="3" y="456"/>
                </a:lnTo>
                <a:lnTo>
                  <a:pt x="1" y="443"/>
                </a:lnTo>
                <a:lnTo>
                  <a:pt x="1" y="429"/>
                </a:lnTo>
                <a:lnTo>
                  <a:pt x="0" y="416"/>
                </a:lnTo>
                <a:lnTo>
                  <a:pt x="1" y="403"/>
                </a:lnTo>
                <a:lnTo>
                  <a:pt x="1" y="390"/>
                </a:lnTo>
                <a:lnTo>
                  <a:pt x="3" y="377"/>
                </a:lnTo>
                <a:lnTo>
                  <a:pt x="4" y="364"/>
                </a:lnTo>
                <a:lnTo>
                  <a:pt x="7" y="351"/>
                </a:lnTo>
                <a:lnTo>
                  <a:pt x="10" y="338"/>
                </a:lnTo>
                <a:lnTo>
                  <a:pt x="13" y="325"/>
                </a:lnTo>
                <a:lnTo>
                  <a:pt x="17" y="313"/>
                </a:lnTo>
                <a:lnTo>
                  <a:pt x="21" y="300"/>
                </a:lnTo>
                <a:lnTo>
                  <a:pt x="26" y="288"/>
                </a:lnTo>
                <a:lnTo>
                  <a:pt x="31" y="275"/>
                </a:lnTo>
                <a:lnTo>
                  <a:pt x="37" y="263"/>
                </a:lnTo>
                <a:lnTo>
                  <a:pt x="43" y="251"/>
                </a:lnTo>
                <a:lnTo>
                  <a:pt x="50" y="239"/>
                </a:lnTo>
                <a:lnTo>
                  <a:pt x="57" y="227"/>
                </a:lnTo>
                <a:lnTo>
                  <a:pt x="65" y="216"/>
                </a:lnTo>
                <a:lnTo>
                  <a:pt x="73" y="204"/>
                </a:lnTo>
                <a:lnTo>
                  <a:pt x="81" y="193"/>
                </a:lnTo>
                <a:lnTo>
                  <a:pt x="90" y="182"/>
                </a:lnTo>
                <a:lnTo>
                  <a:pt x="100" y="171"/>
                </a:lnTo>
                <a:lnTo>
                  <a:pt x="109" y="161"/>
                </a:lnTo>
                <a:lnTo>
                  <a:pt x="120" y="151"/>
                </a:lnTo>
                <a:lnTo>
                  <a:pt x="130" y="141"/>
                </a:lnTo>
                <a:lnTo>
                  <a:pt x="141" y="131"/>
                </a:lnTo>
                <a:lnTo>
                  <a:pt x="152" y="122"/>
                </a:lnTo>
                <a:lnTo>
                  <a:pt x="164" y="113"/>
                </a:lnTo>
                <a:lnTo>
                  <a:pt x="176" y="104"/>
                </a:lnTo>
                <a:lnTo>
                  <a:pt x="189" y="95"/>
                </a:lnTo>
                <a:lnTo>
                  <a:pt x="201" y="87"/>
                </a:lnTo>
                <a:lnTo>
                  <a:pt x="214" y="79"/>
                </a:lnTo>
                <a:lnTo>
                  <a:pt x="228" y="72"/>
                </a:lnTo>
                <a:lnTo>
                  <a:pt x="241" y="65"/>
                </a:lnTo>
                <a:lnTo>
                  <a:pt x="255" y="58"/>
                </a:lnTo>
                <a:lnTo>
                  <a:pt x="270" y="51"/>
                </a:lnTo>
                <a:lnTo>
                  <a:pt x="284" y="45"/>
                </a:lnTo>
                <a:lnTo>
                  <a:pt x="299" y="39"/>
                </a:lnTo>
                <a:lnTo>
                  <a:pt x="313" y="34"/>
                </a:lnTo>
                <a:lnTo>
                  <a:pt x="329" y="29"/>
                </a:lnTo>
                <a:lnTo>
                  <a:pt x="344" y="24"/>
                </a:lnTo>
                <a:lnTo>
                  <a:pt x="359" y="20"/>
                </a:lnTo>
                <a:lnTo>
                  <a:pt x="375" y="16"/>
                </a:lnTo>
                <a:lnTo>
                  <a:pt x="391" y="13"/>
                </a:lnTo>
                <a:lnTo>
                  <a:pt x="406" y="10"/>
                </a:lnTo>
                <a:lnTo>
                  <a:pt x="422" y="7"/>
                </a:lnTo>
                <a:lnTo>
                  <a:pt x="439" y="5"/>
                </a:lnTo>
                <a:lnTo>
                  <a:pt x="455" y="3"/>
                </a:lnTo>
                <a:lnTo>
                  <a:pt x="471" y="2"/>
                </a:lnTo>
                <a:lnTo>
                  <a:pt x="487" y="1"/>
                </a:lnTo>
                <a:lnTo>
                  <a:pt x="503" y="0"/>
                </a:lnTo>
                <a:lnTo>
                  <a:pt x="520" y="0"/>
                </a:lnTo>
                <a:lnTo>
                  <a:pt x="536" y="0"/>
                </a:lnTo>
                <a:lnTo>
                  <a:pt x="552" y="1"/>
                </a:lnTo>
                <a:lnTo>
                  <a:pt x="569" y="2"/>
                </a:lnTo>
                <a:lnTo>
                  <a:pt x="585" y="3"/>
                </a:lnTo>
                <a:lnTo>
                  <a:pt x="601" y="5"/>
                </a:lnTo>
                <a:lnTo>
                  <a:pt x="617" y="7"/>
                </a:lnTo>
                <a:lnTo>
                  <a:pt x="633" y="10"/>
                </a:lnTo>
                <a:lnTo>
                  <a:pt x="649" y="13"/>
                </a:lnTo>
                <a:lnTo>
                  <a:pt x="665" y="16"/>
                </a:lnTo>
                <a:lnTo>
                  <a:pt x="680" y="20"/>
                </a:lnTo>
                <a:lnTo>
                  <a:pt x="696" y="24"/>
                </a:lnTo>
                <a:lnTo>
                  <a:pt x="712" y="29"/>
                </a:lnTo>
                <a:lnTo>
                  <a:pt x="727" y="34"/>
                </a:lnTo>
                <a:lnTo>
                  <a:pt x="742" y="39"/>
                </a:lnTo>
                <a:lnTo>
                  <a:pt x="757" y="45"/>
                </a:lnTo>
                <a:lnTo>
                  <a:pt x="771" y="51"/>
                </a:lnTo>
                <a:lnTo>
                  <a:pt x="785" y="58"/>
                </a:lnTo>
                <a:lnTo>
                  <a:pt x="799" y="65"/>
                </a:lnTo>
                <a:lnTo>
                  <a:pt x="813" y="72"/>
                </a:lnTo>
                <a:lnTo>
                  <a:pt x="826" y="79"/>
                </a:lnTo>
                <a:lnTo>
                  <a:pt x="839" y="87"/>
                </a:lnTo>
                <a:lnTo>
                  <a:pt x="852" y="95"/>
                </a:lnTo>
                <a:lnTo>
                  <a:pt x="864" y="104"/>
                </a:lnTo>
                <a:lnTo>
                  <a:pt x="876" y="113"/>
                </a:lnTo>
                <a:lnTo>
                  <a:pt x="888" y="122"/>
                </a:lnTo>
                <a:lnTo>
                  <a:pt x="899" y="131"/>
                </a:lnTo>
                <a:lnTo>
                  <a:pt x="910" y="141"/>
                </a:lnTo>
                <a:lnTo>
                  <a:pt x="921" y="151"/>
                </a:lnTo>
                <a:lnTo>
                  <a:pt x="931" y="161"/>
                </a:lnTo>
                <a:lnTo>
                  <a:pt x="941" y="171"/>
                </a:lnTo>
                <a:lnTo>
                  <a:pt x="950" y="182"/>
                </a:lnTo>
                <a:lnTo>
                  <a:pt x="959" y="193"/>
                </a:lnTo>
                <a:lnTo>
                  <a:pt x="968" y="204"/>
                </a:lnTo>
                <a:lnTo>
                  <a:pt x="976" y="216"/>
                </a:lnTo>
                <a:lnTo>
                  <a:pt x="984" y="227"/>
                </a:lnTo>
                <a:lnTo>
                  <a:pt x="991" y="239"/>
                </a:lnTo>
                <a:lnTo>
                  <a:pt x="998" y="251"/>
                </a:lnTo>
                <a:lnTo>
                  <a:pt x="1004" y="263"/>
                </a:lnTo>
                <a:lnTo>
                  <a:pt x="1010" y="275"/>
                </a:lnTo>
                <a:lnTo>
                  <a:pt x="1015" y="288"/>
                </a:lnTo>
                <a:lnTo>
                  <a:pt x="1020" y="300"/>
                </a:lnTo>
                <a:lnTo>
                  <a:pt x="1024" y="313"/>
                </a:lnTo>
                <a:lnTo>
                  <a:pt x="1028" y="325"/>
                </a:lnTo>
                <a:lnTo>
                  <a:pt x="1031" y="338"/>
                </a:lnTo>
                <a:lnTo>
                  <a:pt x="1034" y="351"/>
                </a:lnTo>
                <a:lnTo>
                  <a:pt x="1036" y="364"/>
                </a:lnTo>
                <a:lnTo>
                  <a:pt x="1038" y="377"/>
                </a:lnTo>
                <a:lnTo>
                  <a:pt x="1039" y="390"/>
                </a:lnTo>
                <a:lnTo>
                  <a:pt x="1040" y="403"/>
                </a:lnTo>
                <a:lnTo>
                  <a:pt x="1040" y="416"/>
                </a:lnTo>
                <a:close/>
              </a:path>
            </a:pathLst>
          </a:custGeom>
          <a:solidFill>
            <a:srgbClr val="ff9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2" name=""/>
          <p:cNvSpPr/>
          <p:nvPr/>
        </p:nvSpPr>
        <p:spPr>
          <a:xfrm>
            <a:off x="4790880" y="1677240"/>
            <a:ext cx="376200" cy="301680"/>
          </a:xfrm>
          <a:custGeom>
            <a:avLst/>
            <a:gdLst/>
            <a:ahLst/>
            <a:rect l="0" t="0" r="r" b="b"/>
            <a:pathLst>
              <a:path w="1045" h="838">
                <a:moveTo>
                  <a:pt x="1042" y="418"/>
                </a:moveTo>
                <a:lnTo>
                  <a:pt x="1042" y="405"/>
                </a:lnTo>
                <a:lnTo>
                  <a:pt x="1041" y="392"/>
                </a:lnTo>
                <a:lnTo>
                  <a:pt x="1040" y="379"/>
                </a:lnTo>
                <a:lnTo>
                  <a:pt x="1038" y="366"/>
                </a:lnTo>
                <a:lnTo>
                  <a:pt x="1036" y="353"/>
                </a:lnTo>
                <a:lnTo>
                  <a:pt x="1033" y="340"/>
                </a:lnTo>
                <a:lnTo>
                  <a:pt x="1030" y="327"/>
                </a:lnTo>
                <a:lnTo>
                  <a:pt x="1026" y="315"/>
                </a:lnTo>
                <a:lnTo>
                  <a:pt x="1022" y="302"/>
                </a:lnTo>
                <a:lnTo>
                  <a:pt x="1017" y="290"/>
                </a:lnTo>
                <a:lnTo>
                  <a:pt x="1012" y="277"/>
                </a:lnTo>
                <a:lnTo>
                  <a:pt x="1006" y="265"/>
                </a:lnTo>
                <a:lnTo>
                  <a:pt x="1000" y="253"/>
                </a:lnTo>
                <a:lnTo>
                  <a:pt x="993" y="241"/>
                </a:lnTo>
                <a:lnTo>
                  <a:pt x="986" y="229"/>
                </a:lnTo>
                <a:lnTo>
                  <a:pt x="978" y="218"/>
                </a:lnTo>
                <a:lnTo>
                  <a:pt x="970" y="206"/>
                </a:lnTo>
                <a:lnTo>
                  <a:pt x="961" y="195"/>
                </a:lnTo>
                <a:lnTo>
                  <a:pt x="952" y="184"/>
                </a:lnTo>
                <a:lnTo>
                  <a:pt x="943" y="173"/>
                </a:lnTo>
                <a:lnTo>
                  <a:pt x="933" y="163"/>
                </a:lnTo>
                <a:lnTo>
                  <a:pt x="923" y="153"/>
                </a:lnTo>
                <a:lnTo>
                  <a:pt x="912" y="143"/>
                </a:lnTo>
                <a:lnTo>
                  <a:pt x="901" y="133"/>
                </a:lnTo>
                <a:lnTo>
                  <a:pt x="890" y="124"/>
                </a:lnTo>
                <a:lnTo>
                  <a:pt x="878" y="115"/>
                </a:lnTo>
                <a:lnTo>
                  <a:pt x="866" y="106"/>
                </a:lnTo>
                <a:lnTo>
                  <a:pt x="854" y="97"/>
                </a:lnTo>
                <a:lnTo>
                  <a:pt x="841" y="89"/>
                </a:lnTo>
                <a:lnTo>
                  <a:pt x="828" y="81"/>
                </a:lnTo>
                <a:lnTo>
                  <a:pt x="815" y="74"/>
                </a:lnTo>
                <a:lnTo>
                  <a:pt x="801" y="67"/>
                </a:lnTo>
                <a:lnTo>
                  <a:pt x="787" y="60"/>
                </a:lnTo>
                <a:lnTo>
                  <a:pt x="772" y="53"/>
                </a:lnTo>
                <a:lnTo>
                  <a:pt x="758" y="47"/>
                </a:lnTo>
                <a:lnTo>
                  <a:pt x="743" y="41"/>
                </a:lnTo>
                <a:lnTo>
                  <a:pt x="728" y="36"/>
                </a:lnTo>
                <a:lnTo>
                  <a:pt x="713" y="31"/>
                </a:lnTo>
                <a:lnTo>
                  <a:pt x="698" y="26"/>
                </a:lnTo>
                <a:lnTo>
                  <a:pt x="682" y="22"/>
                </a:lnTo>
                <a:lnTo>
                  <a:pt x="667" y="18"/>
                </a:lnTo>
                <a:lnTo>
                  <a:pt x="651" y="15"/>
                </a:lnTo>
                <a:lnTo>
                  <a:pt x="635" y="12"/>
                </a:lnTo>
                <a:lnTo>
                  <a:pt x="619" y="9"/>
                </a:lnTo>
                <a:lnTo>
                  <a:pt x="603" y="7"/>
                </a:lnTo>
                <a:lnTo>
                  <a:pt x="587" y="5"/>
                </a:lnTo>
                <a:lnTo>
                  <a:pt x="571" y="4"/>
                </a:lnTo>
                <a:lnTo>
                  <a:pt x="554" y="3"/>
                </a:lnTo>
                <a:lnTo>
                  <a:pt x="538" y="2"/>
                </a:lnTo>
                <a:lnTo>
                  <a:pt x="522" y="2"/>
                </a:lnTo>
                <a:lnTo>
                  <a:pt x="505" y="2"/>
                </a:lnTo>
                <a:lnTo>
                  <a:pt x="489" y="3"/>
                </a:lnTo>
                <a:lnTo>
                  <a:pt x="473" y="4"/>
                </a:lnTo>
                <a:lnTo>
                  <a:pt x="457" y="5"/>
                </a:lnTo>
                <a:lnTo>
                  <a:pt x="441" y="7"/>
                </a:lnTo>
                <a:lnTo>
                  <a:pt x="424" y="9"/>
                </a:lnTo>
                <a:lnTo>
                  <a:pt x="408" y="12"/>
                </a:lnTo>
                <a:lnTo>
                  <a:pt x="393" y="15"/>
                </a:lnTo>
                <a:lnTo>
                  <a:pt x="377" y="18"/>
                </a:lnTo>
                <a:lnTo>
                  <a:pt x="361" y="22"/>
                </a:lnTo>
                <a:lnTo>
                  <a:pt x="346" y="26"/>
                </a:lnTo>
                <a:lnTo>
                  <a:pt x="331" y="31"/>
                </a:lnTo>
                <a:lnTo>
                  <a:pt x="315" y="36"/>
                </a:lnTo>
                <a:lnTo>
                  <a:pt x="301" y="41"/>
                </a:lnTo>
                <a:lnTo>
                  <a:pt x="286" y="47"/>
                </a:lnTo>
                <a:lnTo>
                  <a:pt x="272" y="53"/>
                </a:lnTo>
                <a:lnTo>
                  <a:pt x="257" y="60"/>
                </a:lnTo>
                <a:lnTo>
                  <a:pt x="243" y="67"/>
                </a:lnTo>
                <a:lnTo>
                  <a:pt x="230" y="74"/>
                </a:lnTo>
                <a:lnTo>
                  <a:pt x="216" y="81"/>
                </a:lnTo>
                <a:lnTo>
                  <a:pt x="203" y="89"/>
                </a:lnTo>
                <a:lnTo>
                  <a:pt x="191" y="97"/>
                </a:lnTo>
                <a:lnTo>
                  <a:pt x="178" y="106"/>
                </a:lnTo>
                <a:lnTo>
                  <a:pt x="166" y="115"/>
                </a:lnTo>
                <a:lnTo>
                  <a:pt x="154" y="124"/>
                </a:lnTo>
                <a:lnTo>
                  <a:pt x="143" y="133"/>
                </a:lnTo>
                <a:lnTo>
                  <a:pt x="132" y="143"/>
                </a:lnTo>
                <a:lnTo>
                  <a:pt x="122" y="153"/>
                </a:lnTo>
                <a:lnTo>
                  <a:pt x="111" y="163"/>
                </a:lnTo>
                <a:lnTo>
                  <a:pt x="102" y="173"/>
                </a:lnTo>
                <a:lnTo>
                  <a:pt x="92" y="184"/>
                </a:lnTo>
                <a:lnTo>
                  <a:pt x="83" y="195"/>
                </a:lnTo>
                <a:lnTo>
                  <a:pt x="75" y="206"/>
                </a:lnTo>
                <a:lnTo>
                  <a:pt x="67" y="218"/>
                </a:lnTo>
                <a:lnTo>
                  <a:pt x="59" y="229"/>
                </a:lnTo>
                <a:lnTo>
                  <a:pt x="52" y="241"/>
                </a:lnTo>
                <a:lnTo>
                  <a:pt x="45" y="253"/>
                </a:lnTo>
                <a:lnTo>
                  <a:pt x="39" y="265"/>
                </a:lnTo>
                <a:lnTo>
                  <a:pt x="33" y="277"/>
                </a:lnTo>
                <a:lnTo>
                  <a:pt x="28" y="290"/>
                </a:lnTo>
                <a:lnTo>
                  <a:pt x="23" y="302"/>
                </a:lnTo>
                <a:lnTo>
                  <a:pt x="19" y="315"/>
                </a:lnTo>
                <a:lnTo>
                  <a:pt x="15" y="327"/>
                </a:lnTo>
                <a:lnTo>
                  <a:pt x="12" y="340"/>
                </a:lnTo>
                <a:lnTo>
                  <a:pt x="9" y="353"/>
                </a:lnTo>
                <a:lnTo>
                  <a:pt x="6" y="366"/>
                </a:lnTo>
                <a:lnTo>
                  <a:pt x="5" y="379"/>
                </a:lnTo>
                <a:lnTo>
                  <a:pt x="3" y="392"/>
                </a:lnTo>
                <a:lnTo>
                  <a:pt x="3" y="405"/>
                </a:lnTo>
                <a:lnTo>
                  <a:pt x="2" y="418"/>
                </a:lnTo>
                <a:lnTo>
                  <a:pt x="3" y="431"/>
                </a:lnTo>
                <a:lnTo>
                  <a:pt x="3" y="445"/>
                </a:lnTo>
                <a:lnTo>
                  <a:pt x="5" y="458"/>
                </a:lnTo>
                <a:lnTo>
                  <a:pt x="6" y="471"/>
                </a:lnTo>
                <a:lnTo>
                  <a:pt x="9" y="484"/>
                </a:lnTo>
                <a:lnTo>
                  <a:pt x="12" y="496"/>
                </a:lnTo>
                <a:lnTo>
                  <a:pt x="15" y="509"/>
                </a:lnTo>
                <a:lnTo>
                  <a:pt x="19" y="522"/>
                </a:lnTo>
                <a:lnTo>
                  <a:pt x="23" y="535"/>
                </a:lnTo>
                <a:lnTo>
                  <a:pt x="28" y="547"/>
                </a:lnTo>
                <a:lnTo>
                  <a:pt x="33" y="560"/>
                </a:lnTo>
                <a:lnTo>
                  <a:pt x="39" y="572"/>
                </a:lnTo>
                <a:lnTo>
                  <a:pt x="45" y="584"/>
                </a:lnTo>
                <a:lnTo>
                  <a:pt x="52" y="596"/>
                </a:lnTo>
                <a:lnTo>
                  <a:pt x="59" y="608"/>
                </a:lnTo>
                <a:lnTo>
                  <a:pt x="67" y="619"/>
                </a:lnTo>
                <a:lnTo>
                  <a:pt x="75" y="631"/>
                </a:lnTo>
                <a:lnTo>
                  <a:pt x="83" y="642"/>
                </a:lnTo>
                <a:lnTo>
                  <a:pt x="92" y="653"/>
                </a:lnTo>
                <a:lnTo>
                  <a:pt x="102" y="663"/>
                </a:lnTo>
                <a:lnTo>
                  <a:pt x="111" y="674"/>
                </a:lnTo>
                <a:lnTo>
                  <a:pt x="122" y="684"/>
                </a:lnTo>
                <a:lnTo>
                  <a:pt x="132" y="694"/>
                </a:lnTo>
                <a:lnTo>
                  <a:pt x="143" y="704"/>
                </a:lnTo>
                <a:lnTo>
                  <a:pt x="154" y="713"/>
                </a:lnTo>
                <a:lnTo>
                  <a:pt x="166" y="722"/>
                </a:lnTo>
                <a:lnTo>
                  <a:pt x="178" y="731"/>
                </a:lnTo>
                <a:lnTo>
                  <a:pt x="191" y="739"/>
                </a:lnTo>
                <a:lnTo>
                  <a:pt x="203" y="748"/>
                </a:lnTo>
                <a:lnTo>
                  <a:pt x="216" y="756"/>
                </a:lnTo>
                <a:lnTo>
                  <a:pt x="230" y="763"/>
                </a:lnTo>
                <a:lnTo>
                  <a:pt x="243" y="770"/>
                </a:lnTo>
                <a:lnTo>
                  <a:pt x="257" y="777"/>
                </a:lnTo>
                <a:lnTo>
                  <a:pt x="272" y="785"/>
                </a:lnTo>
                <a:lnTo>
                  <a:pt x="286" y="791"/>
                </a:lnTo>
                <a:lnTo>
                  <a:pt x="301" y="796"/>
                </a:lnTo>
                <a:lnTo>
                  <a:pt x="315" y="802"/>
                </a:lnTo>
                <a:lnTo>
                  <a:pt x="331" y="807"/>
                </a:lnTo>
                <a:lnTo>
                  <a:pt x="346" y="811"/>
                </a:lnTo>
                <a:lnTo>
                  <a:pt x="361" y="816"/>
                </a:lnTo>
                <a:lnTo>
                  <a:pt x="377" y="820"/>
                </a:lnTo>
                <a:lnTo>
                  <a:pt x="393" y="823"/>
                </a:lnTo>
                <a:lnTo>
                  <a:pt x="408" y="826"/>
                </a:lnTo>
                <a:lnTo>
                  <a:pt x="424" y="829"/>
                </a:lnTo>
                <a:lnTo>
                  <a:pt x="441" y="831"/>
                </a:lnTo>
                <a:lnTo>
                  <a:pt x="457" y="833"/>
                </a:lnTo>
                <a:lnTo>
                  <a:pt x="473" y="834"/>
                </a:lnTo>
                <a:lnTo>
                  <a:pt x="489" y="835"/>
                </a:lnTo>
                <a:lnTo>
                  <a:pt x="505" y="836"/>
                </a:lnTo>
                <a:lnTo>
                  <a:pt x="522" y="836"/>
                </a:lnTo>
                <a:lnTo>
                  <a:pt x="538" y="836"/>
                </a:lnTo>
                <a:lnTo>
                  <a:pt x="554" y="835"/>
                </a:lnTo>
                <a:lnTo>
                  <a:pt x="571" y="834"/>
                </a:lnTo>
                <a:lnTo>
                  <a:pt x="587" y="833"/>
                </a:lnTo>
                <a:lnTo>
                  <a:pt x="603" y="831"/>
                </a:lnTo>
                <a:lnTo>
                  <a:pt x="619" y="829"/>
                </a:lnTo>
                <a:lnTo>
                  <a:pt x="635" y="826"/>
                </a:lnTo>
                <a:lnTo>
                  <a:pt x="651" y="823"/>
                </a:lnTo>
                <a:lnTo>
                  <a:pt x="667" y="820"/>
                </a:lnTo>
                <a:lnTo>
                  <a:pt x="682" y="816"/>
                </a:lnTo>
                <a:lnTo>
                  <a:pt x="698" y="811"/>
                </a:lnTo>
                <a:lnTo>
                  <a:pt x="713" y="807"/>
                </a:lnTo>
                <a:lnTo>
                  <a:pt x="728" y="802"/>
                </a:lnTo>
                <a:lnTo>
                  <a:pt x="743" y="796"/>
                </a:lnTo>
                <a:lnTo>
                  <a:pt x="758" y="791"/>
                </a:lnTo>
                <a:lnTo>
                  <a:pt x="772" y="785"/>
                </a:lnTo>
                <a:lnTo>
                  <a:pt x="787" y="777"/>
                </a:lnTo>
                <a:lnTo>
                  <a:pt x="801" y="770"/>
                </a:lnTo>
                <a:lnTo>
                  <a:pt x="815" y="763"/>
                </a:lnTo>
                <a:lnTo>
                  <a:pt x="828" y="756"/>
                </a:lnTo>
                <a:lnTo>
                  <a:pt x="841" y="748"/>
                </a:lnTo>
                <a:lnTo>
                  <a:pt x="854" y="739"/>
                </a:lnTo>
                <a:lnTo>
                  <a:pt x="866" y="731"/>
                </a:lnTo>
                <a:lnTo>
                  <a:pt x="878" y="722"/>
                </a:lnTo>
                <a:lnTo>
                  <a:pt x="890" y="713"/>
                </a:lnTo>
                <a:lnTo>
                  <a:pt x="901" y="704"/>
                </a:lnTo>
                <a:lnTo>
                  <a:pt x="912" y="694"/>
                </a:lnTo>
                <a:lnTo>
                  <a:pt x="923" y="684"/>
                </a:lnTo>
                <a:lnTo>
                  <a:pt x="933" y="674"/>
                </a:lnTo>
                <a:lnTo>
                  <a:pt x="943" y="663"/>
                </a:lnTo>
                <a:lnTo>
                  <a:pt x="952" y="653"/>
                </a:lnTo>
                <a:lnTo>
                  <a:pt x="961" y="642"/>
                </a:lnTo>
                <a:lnTo>
                  <a:pt x="970" y="631"/>
                </a:lnTo>
                <a:lnTo>
                  <a:pt x="978" y="619"/>
                </a:lnTo>
                <a:lnTo>
                  <a:pt x="986" y="608"/>
                </a:lnTo>
                <a:lnTo>
                  <a:pt x="993" y="596"/>
                </a:lnTo>
                <a:lnTo>
                  <a:pt x="1000" y="584"/>
                </a:lnTo>
                <a:lnTo>
                  <a:pt x="1006" y="572"/>
                </a:lnTo>
                <a:lnTo>
                  <a:pt x="1012" y="560"/>
                </a:lnTo>
                <a:lnTo>
                  <a:pt x="1017" y="547"/>
                </a:lnTo>
                <a:lnTo>
                  <a:pt x="1022" y="535"/>
                </a:lnTo>
                <a:lnTo>
                  <a:pt x="1026" y="522"/>
                </a:lnTo>
                <a:lnTo>
                  <a:pt x="1030" y="509"/>
                </a:lnTo>
                <a:lnTo>
                  <a:pt x="1033" y="496"/>
                </a:lnTo>
                <a:lnTo>
                  <a:pt x="1036" y="484"/>
                </a:lnTo>
                <a:lnTo>
                  <a:pt x="1038" y="471"/>
                </a:lnTo>
                <a:lnTo>
                  <a:pt x="1040" y="458"/>
                </a:lnTo>
                <a:lnTo>
                  <a:pt x="1041" y="445"/>
                </a:lnTo>
                <a:lnTo>
                  <a:pt x="1042" y="431"/>
                </a:lnTo>
                <a:lnTo>
                  <a:pt x="1042" y="418"/>
                </a:lnTo>
                <a:moveTo>
                  <a:pt x="1045" y="418"/>
                </a:moveTo>
                <a:lnTo>
                  <a:pt x="1044" y="432"/>
                </a:lnTo>
                <a:lnTo>
                  <a:pt x="1044" y="445"/>
                </a:lnTo>
                <a:lnTo>
                  <a:pt x="1042" y="458"/>
                </a:lnTo>
                <a:lnTo>
                  <a:pt x="1040" y="471"/>
                </a:lnTo>
                <a:lnTo>
                  <a:pt x="1038" y="484"/>
                </a:lnTo>
                <a:lnTo>
                  <a:pt x="1035" y="497"/>
                </a:lnTo>
                <a:lnTo>
                  <a:pt x="1032" y="510"/>
                </a:lnTo>
                <a:lnTo>
                  <a:pt x="1028" y="522"/>
                </a:lnTo>
                <a:lnTo>
                  <a:pt x="1024" y="535"/>
                </a:lnTo>
                <a:lnTo>
                  <a:pt x="1019" y="548"/>
                </a:lnTo>
                <a:lnTo>
                  <a:pt x="1014" y="560"/>
                </a:lnTo>
                <a:lnTo>
                  <a:pt x="1008" y="572"/>
                </a:lnTo>
                <a:lnTo>
                  <a:pt x="1002" y="585"/>
                </a:lnTo>
                <a:lnTo>
                  <a:pt x="995" y="597"/>
                </a:lnTo>
                <a:lnTo>
                  <a:pt x="988" y="608"/>
                </a:lnTo>
                <a:lnTo>
                  <a:pt x="980" y="620"/>
                </a:lnTo>
                <a:lnTo>
                  <a:pt x="972" y="631"/>
                </a:lnTo>
                <a:lnTo>
                  <a:pt x="963" y="643"/>
                </a:lnTo>
                <a:lnTo>
                  <a:pt x="954" y="654"/>
                </a:lnTo>
                <a:lnTo>
                  <a:pt x="945" y="664"/>
                </a:lnTo>
                <a:lnTo>
                  <a:pt x="935" y="675"/>
                </a:lnTo>
                <a:lnTo>
                  <a:pt x="925" y="685"/>
                </a:lnTo>
                <a:lnTo>
                  <a:pt x="914" y="695"/>
                </a:lnTo>
                <a:lnTo>
                  <a:pt x="903" y="705"/>
                </a:lnTo>
                <a:lnTo>
                  <a:pt x="892" y="714"/>
                </a:lnTo>
                <a:lnTo>
                  <a:pt x="880" y="723"/>
                </a:lnTo>
                <a:lnTo>
                  <a:pt x="868" y="732"/>
                </a:lnTo>
                <a:lnTo>
                  <a:pt x="855" y="741"/>
                </a:lnTo>
                <a:lnTo>
                  <a:pt x="843" y="749"/>
                </a:lnTo>
                <a:lnTo>
                  <a:pt x="829" y="757"/>
                </a:lnTo>
                <a:lnTo>
                  <a:pt x="816" y="765"/>
                </a:lnTo>
                <a:lnTo>
                  <a:pt x="802" y="772"/>
                </a:lnTo>
                <a:lnTo>
                  <a:pt x="788" y="779"/>
                </a:lnTo>
                <a:lnTo>
                  <a:pt x="774" y="786"/>
                </a:lnTo>
                <a:lnTo>
                  <a:pt x="759" y="792"/>
                </a:lnTo>
                <a:lnTo>
                  <a:pt x="744" y="798"/>
                </a:lnTo>
                <a:lnTo>
                  <a:pt x="729" y="804"/>
                </a:lnTo>
                <a:lnTo>
                  <a:pt x="714" y="809"/>
                </a:lnTo>
                <a:lnTo>
                  <a:pt x="699" y="813"/>
                </a:lnTo>
                <a:lnTo>
                  <a:pt x="683" y="817"/>
                </a:lnTo>
                <a:lnTo>
                  <a:pt x="667" y="821"/>
                </a:lnTo>
                <a:lnTo>
                  <a:pt x="652" y="825"/>
                </a:lnTo>
                <a:lnTo>
                  <a:pt x="636" y="828"/>
                </a:lnTo>
                <a:lnTo>
                  <a:pt x="620" y="831"/>
                </a:lnTo>
                <a:lnTo>
                  <a:pt x="603" y="833"/>
                </a:lnTo>
                <a:lnTo>
                  <a:pt x="587" y="835"/>
                </a:lnTo>
                <a:lnTo>
                  <a:pt x="571" y="836"/>
                </a:lnTo>
                <a:lnTo>
                  <a:pt x="555" y="837"/>
                </a:lnTo>
                <a:lnTo>
                  <a:pt x="538" y="838"/>
                </a:lnTo>
                <a:lnTo>
                  <a:pt x="522" y="838"/>
                </a:lnTo>
                <a:lnTo>
                  <a:pt x="505" y="838"/>
                </a:lnTo>
                <a:lnTo>
                  <a:pt x="489" y="837"/>
                </a:lnTo>
                <a:lnTo>
                  <a:pt x="473" y="836"/>
                </a:lnTo>
                <a:lnTo>
                  <a:pt x="456" y="835"/>
                </a:lnTo>
                <a:lnTo>
                  <a:pt x="440" y="833"/>
                </a:lnTo>
                <a:lnTo>
                  <a:pt x="424" y="831"/>
                </a:lnTo>
                <a:lnTo>
                  <a:pt x="408" y="828"/>
                </a:lnTo>
                <a:lnTo>
                  <a:pt x="392" y="825"/>
                </a:lnTo>
                <a:lnTo>
                  <a:pt x="376" y="821"/>
                </a:lnTo>
                <a:lnTo>
                  <a:pt x="361" y="817"/>
                </a:lnTo>
                <a:lnTo>
                  <a:pt x="345" y="813"/>
                </a:lnTo>
                <a:lnTo>
                  <a:pt x="330" y="809"/>
                </a:lnTo>
                <a:lnTo>
                  <a:pt x="315" y="804"/>
                </a:lnTo>
                <a:lnTo>
                  <a:pt x="300" y="798"/>
                </a:lnTo>
                <a:lnTo>
                  <a:pt x="285" y="792"/>
                </a:lnTo>
                <a:lnTo>
                  <a:pt x="270" y="786"/>
                </a:lnTo>
                <a:lnTo>
                  <a:pt x="256" y="779"/>
                </a:lnTo>
                <a:lnTo>
                  <a:pt x="242" y="772"/>
                </a:lnTo>
                <a:lnTo>
                  <a:pt x="229" y="765"/>
                </a:lnTo>
                <a:lnTo>
                  <a:pt x="215" y="757"/>
                </a:lnTo>
                <a:lnTo>
                  <a:pt x="202" y="749"/>
                </a:lnTo>
                <a:lnTo>
                  <a:pt x="189" y="741"/>
                </a:lnTo>
                <a:lnTo>
                  <a:pt x="177" y="732"/>
                </a:lnTo>
                <a:lnTo>
                  <a:pt x="165" y="723"/>
                </a:lnTo>
                <a:lnTo>
                  <a:pt x="153" y="714"/>
                </a:lnTo>
                <a:lnTo>
                  <a:pt x="141" y="705"/>
                </a:lnTo>
                <a:lnTo>
                  <a:pt x="130" y="695"/>
                </a:lnTo>
                <a:lnTo>
                  <a:pt x="120" y="685"/>
                </a:lnTo>
                <a:lnTo>
                  <a:pt x="110" y="675"/>
                </a:lnTo>
                <a:lnTo>
                  <a:pt x="100" y="664"/>
                </a:lnTo>
                <a:lnTo>
                  <a:pt x="90" y="654"/>
                </a:lnTo>
                <a:lnTo>
                  <a:pt x="81" y="643"/>
                </a:lnTo>
                <a:lnTo>
                  <a:pt x="73" y="631"/>
                </a:lnTo>
                <a:lnTo>
                  <a:pt x="65" y="620"/>
                </a:lnTo>
                <a:lnTo>
                  <a:pt x="57" y="608"/>
                </a:lnTo>
                <a:lnTo>
                  <a:pt x="50" y="597"/>
                </a:lnTo>
                <a:lnTo>
                  <a:pt x="43" y="585"/>
                </a:lnTo>
                <a:lnTo>
                  <a:pt x="37" y="572"/>
                </a:lnTo>
                <a:lnTo>
                  <a:pt x="31" y="560"/>
                </a:lnTo>
                <a:lnTo>
                  <a:pt x="26" y="548"/>
                </a:lnTo>
                <a:lnTo>
                  <a:pt x="21" y="535"/>
                </a:lnTo>
                <a:lnTo>
                  <a:pt x="16" y="522"/>
                </a:lnTo>
                <a:lnTo>
                  <a:pt x="13" y="510"/>
                </a:lnTo>
                <a:lnTo>
                  <a:pt x="9" y="497"/>
                </a:lnTo>
                <a:lnTo>
                  <a:pt x="6" y="484"/>
                </a:lnTo>
                <a:lnTo>
                  <a:pt x="4" y="471"/>
                </a:lnTo>
                <a:lnTo>
                  <a:pt x="2" y="458"/>
                </a:lnTo>
                <a:lnTo>
                  <a:pt x="1" y="445"/>
                </a:lnTo>
                <a:lnTo>
                  <a:pt x="0" y="432"/>
                </a:lnTo>
                <a:lnTo>
                  <a:pt x="0" y="418"/>
                </a:lnTo>
                <a:lnTo>
                  <a:pt x="0" y="405"/>
                </a:lnTo>
                <a:lnTo>
                  <a:pt x="1" y="392"/>
                </a:lnTo>
                <a:lnTo>
                  <a:pt x="2" y="379"/>
                </a:lnTo>
                <a:lnTo>
                  <a:pt x="4" y="366"/>
                </a:lnTo>
                <a:lnTo>
                  <a:pt x="6" y="353"/>
                </a:lnTo>
                <a:lnTo>
                  <a:pt x="9" y="340"/>
                </a:lnTo>
                <a:lnTo>
                  <a:pt x="13" y="327"/>
                </a:lnTo>
                <a:lnTo>
                  <a:pt x="16" y="314"/>
                </a:lnTo>
                <a:lnTo>
                  <a:pt x="21" y="302"/>
                </a:lnTo>
                <a:lnTo>
                  <a:pt x="26" y="289"/>
                </a:lnTo>
                <a:lnTo>
                  <a:pt x="31" y="277"/>
                </a:lnTo>
                <a:lnTo>
                  <a:pt x="37" y="264"/>
                </a:lnTo>
                <a:lnTo>
                  <a:pt x="43" y="252"/>
                </a:lnTo>
                <a:lnTo>
                  <a:pt x="50" y="240"/>
                </a:lnTo>
                <a:lnTo>
                  <a:pt x="57" y="228"/>
                </a:lnTo>
                <a:lnTo>
                  <a:pt x="65" y="217"/>
                </a:lnTo>
                <a:lnTo>
                  <a:pt x="73" y="205"/>
                </a:lnTo>
                <a:lnTo>
                  <a:pt x="81" y="194"/>
                </a:lnTo>
                <a:lnTo>
                  <a:pt x="90" y="183"/>
                </a:lnTo>
                <a:lnTo>
                  <a:pt x="100" y="172"/>
                </a:lnTo>
                <a:lnTo>
                  <a:pt x="110" y="162"/>
                </a:lnTo>
                <a:lnTo>
                  <a:pt x="120" y="152"/>
                </a:lnTo>
                <a:lnTo>
                  <a:pt x="130" y="142"/>
                </a:lnTo>
                <a:lnTo>
                  <a:pt x="141" y="132"/>
                </a:lnTo>
                <a:lnTo>
                  <a:pt x="153" y="122"/>
                </a:lnTo>
                <a:lnTo>
                  <a:pt x="165" y="113"/>
                </a:lnTo>
                <a:lnTo>
                  <a:pt x="177" y="104"/>
                </a:lnTo>
                <a:lnTo>
                  <a:pt x="189" y="96"/>
                </a:lnTo>
                <a:lnTo>
                  <a:pt x="202" y="88"/>
                </a:lnTo>
                <a:lnTo>
                  <a:pt x="215" y="80"/>
                </a:lnTo>
                <a:lnTo>
                  <a:pt x="229" y="72"/>
                </a:lnTo>
                <a:lnTo>
                  <a:pt x="242" y="65"/>
                </a:lnTo>
                <a:lnTo>
                  <a:pt x="256" y="58"/>
                </a:lnTo>
                <a:lnTo>
                  <a:pt x="270" y="52"/>
                </a:lnTo>
                <a:lnTo>
                  <a:pt x="285" y="45"/>
                </a:lnTo>
                <a:lnTo>
                  <a:pt x="300" y="40"/>
                </a:lnTo>
                <a:lnTo>
                  <a:pt x="315" y="34"/>
                </a:lnTo>
                <a:lnTo>
                  <a:pt x="330" y="29"/>
                </a:lnTo>
                <a:lnTo>
                  <a:pt x="345" y="25"/>
                </a:lnTo>
                <a:lnTo>
                  <a:pt x="361" y="20"/>
                </a:lnTo>
                <a:lnTo>
                  <a:pt x="376" y="16"/>
                </a:lnTo>
                <a:lnTo>
                  <a:pt x="392" y="13"/>
                </a:lnTo>
                <a:lnTo>
                  <a:pt x="408" y="10"/>
                </a:lnTo>
                <a:lnTo>
                  <a:pt x="424" y="7"/>
                </a:lnTo>
                <a:lnTo>
                  <a:pt x="440" y="5"/>
                </a:lnTo>
                <a:lnTo>
                  <a:pt x="456" y="3"/>
                </a:lnTo>
                <a:lnTo>
                  <a:pt x="473" y="2"/>
                </a:lnTo>
                <a:lnTo>
                  <a:pt x="489" y="1"/>
                </a:lnTo>
                <a:lnTo>
                  <a:pt x="505" y="0"/>
                </a:lnTo>
                <a:lnTo>
                  <a:pt x="522" y="0"/>
                </a:lnTo>
                <a:lnTo>
                  <a:pt x="538" y="0"/>
                </a:lnTo>
                <a:lnTo>
                  <a:pt x="555" y="1"/>
                </a:lnTo>
                <a:lnTo>
                  <a:pt x="571" y="2"/>
                </a:lnTo>
                <a:lnTo>
                  <a:pt x="587" y="3"/>
                </a:lnTo>
                <a:lnTo>
                  <a:pt x="603" y="5"/>
                </a:lnTo>
                <a:lnTo>
                  <a:pt x="620" y="7"/>
                </a:lnTo>
                <a:lnTo>
                  <a:pt x="636" y="10"/>
                </a:lnTo>
                <a:lnTo>
                  <a:pt x="652" y="13"/>
                </a:lnTo>
                <a:lnTo>
                  <a:pt x="667" y="16"/>
                </a:lnTo>
                <a:lnTo>
                  <a:pt x="683" y="20"/>
                </a:lnTo>
                <a:lnTo>
                  <a:pt x="699" y="25"/>
                </a:lnTo>
                <a:lnTo>
                  <a:pt x="714" y="29"/>
                </a:lnTo>
                <a:lnTo>
                  <a:pt x="729" y="34"/>
                </a:lnTo>
                <a:lnTo>
                  <a:pt x="744" y="40"/>
                </a:lnTo>
                <a:lnTo>
                  <a:pt x="759" y="45"/>
                </a:lnTo>
                <a:lnTo>
                  <a:pt x="774" y="52"/>
                </a:lnTo>
                <a:lnTo>
                  <a:pt x="788" y="58"/>
                </a:lnTo>
                <a:lnTo>
                  <a:pt x="802" y="65"/>
                </a:lnTo>
                <a:lnTo>
                  <a:pt x="816" y="72"/>
                </a:lnTo>
                <a:lnTo>
                  <a:pt x="829" y="80"/>
                </a:lnTo>
                <a:lnTo>
                  <a:pt x="843" y="88"/>
                </a:lnTo>
                <a:lnTo>
                  <a:pt x="855" y="96"/>
                </a:lnTo>
                <a:lnTo>
                  <a:pt x="868" y="104"/>
                </a:lnTo>
                <a:lnTo>
                  <a:pt x="880" y="113"/>
                </a:lnTo>
                <a:lnTo>
                  <a:pt x="892" y="122"/>
                </a:lnTo>
                <a:lnTo>
                  <a:pt x="903" y="132"/>
                </a:lnTo>
                <a:lnTo>
                  <a:pt x="914" y="142"/>
                </a:lnTo>
                <a:lnTo>
                  <a:pt x="925" y="152"/>
                </a:lnTo>
                <a:lnTo>
                  <a:pt x="935" y="162"/>
                </a:lnTo>
                <a:lnTo>
                  <a:pt x="945" y="172"/>
                </a:lnTo>
                <a:lnTo>
                  <a:pt x="954" y="183"/>
                </a:lnTo>
                <a:lnTo>
                  <a:pt x="963" y="194"/>
                </a:lnTo>
                <a:lnTo>
                  <a:pt x="972" y="205"/>
                </a:lnTo>
                <a:lnTo>
                  <a:pt x="980" y="217"/>
                </a:lnTo>
                <a:lnTo>
                  <a:pt x="988" y="228"/>
                </a:lnTo>
                <a:lnTo>
                  <a:pt x="995" y="240"/>
                </a:lnTo>
                <a:lnTo>
                  <a:pt x="1002" y="252"/>
                </a:lnTo>
                <a:lnTo>
                  <a:pt x="1008" y="264"/>
                </a:lnTo>
                <a:lnTo>
                  <a:pt x="1014" y="277"/>
                </a:lnTo>
                <a:lnTo>
                  <a:pt x="1019" y="289"/>
                </a:lnTo>
                <a:lnTo>
                  <a:pt x="1024" y="302"/>
                </a:lnTo>
                <a:lnTo>
                  <a:pt x="1028" y="314"/>
                </a:lnTo>
                <a:lnTo>
                  <a:pt x="1032" y="327"/>
                </a:lnTo>
                <a:lnTo>
                  <a:pt x="1035" y="340"/>
                </a:lnTo>
                <a:lnTo>
                  <a:pt x="1038" y="353"/>
                </a:lnTo>
                <a:lnTo>
                  <a:pt x="1040" y="366"/>
                </a:lnTo>
                <a:lnTo>
                  <a:pt x="1042" y="379"/>
                </a:lnTo>
                <a:lnTo>
                  <a:pt x="1044" y="392"/>
                </a:lnTo>
                <a:lnTo>
                  <a:pt x="1044" y="405"/>
                </a:lnTo>
                <a:lnTo>
                  <a:pt x="1045" y="418"/>
                </a:lnTo>
                <a:close/>
              </a:path>
            </a:pathLst>
          </a:custGeom>
          <a:solidFill>
            <a:srgbClr val="ff9f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3" name=""/>
          <p:cNvSpPr/>
          <p:nvPr/>
        </p:nvSpPr>
        <p:spPr>
          <a:xfrm>
            <a:off x="4790160" y="1676520"/>
            <a:ext cx="377640" cy="303120"/>
          </a:xfrm>
          <a:custGeom>
            <a:avLst/>
            <a:gdLst/>
            <a:ahLst/>
            <a:rect l="0" t="0" r="r" b="b"/>
            <a:pathLst>
              <a:path w="1049" h="842">
                <a:moveTo>
                  <a:pt x="1047" y="420"/>
                </a:moveTo>
                <a:lnTo>
                  <a:pt x="1046" y="407"/>
                </a:lnTo>
                <a:lnTo>
                  <a:pt x="1046" y="394"/>
                </a:lnTo>
                <a:lnTo>
                  <a:pt x="1044" y="381"/>
                </a:lnTo>
                <a:lnTo>
                  <a:pt x="1042" y="368"/>
                </a:lnTo>
                <a:lnTo>
                  <a:pt x="1040" y="355"/>
                </a:lnTo>
                <a:lnTo>
                  <a:pt x="1037" y="342"/>
                </a:lnTo>
                <a:lnTo>
                  <a:pt x="1034" y="329"/>
                </a:lnTo>
                <a:lnTo>
                  <a:pt x="1030" y="316"/>
                </a:lnTo>
                <a:lnTo>
                  <a:pt x="1026" y="304"/>
                </a:lnTo>
                <a:lnTo>
                  <a:pt x="1021" y="291"/>
                </a:lnTo>
                <a:lnTo>
                  <a:pt x="1016" y="279"/>
                </a:lnTo>
                <a:lnTo>
                  <a:pt x="1010" y="266"/>
                </a:lnTo>
                <a:lnTo>
                  <a:pt x="1004" y="254"/>
                </a:lnTo>
                <a:lnTo>
                  <a:pt x="997" y="242"/>
                </a:lnTo>
                <a:lnTo>
                  <a:pt x="990" y="230"/>
                </a:lnTo>
                <a:lnTo>
                  <a:pt x="982" y="219"/>
                </a:lnTo>
                <a:lnTo>
                  <a:pt x="974" y="207"/>
                </a:lnTo>
                <a:lnTo>
                  <a:pt x="965" y="196"/>
                </a:lnTo>
                <a:lnTo>
                  <a:pt x="956" y="185"/>
                </a:lnTo>
                <a:lnTo>
                  <a:pt x="947" y="174"/>
                </a:lnTo>
                <a:lnTo>
                  <a:pt x="937" y="164"/>
                </a:lnTo>
                <a:lnTo>
                  <a:pt x="927" y="154"/>
                </a:lnTo>
                <a:lnTo>
                  <a:pt x="916" y="144"/>
                </a:lnTo>
                <a:lnTo>
                  <a:pt x="905" y="134"/>
                </a:lnTo>
                <a:lnTo>
                  <a:pt x="894" y="124"/>
                </a:lnTo>
                <a:lnTo>
                  <a:pt x="882" y="115"/>
                </a:lnTo>
                <a:lnTo>
                  <a:pt x="870" y="106"/>
                </a:lnTo>
                <a:lnTo>
                  <a:pt x="857" y="98"/>
                </a:lnTo>
                <a:lnTo>
                  <a:pt x="845" y="90"/>
                </a:lnTo>
                <a:lnTo>
                  <a:pt x="830" y="82"/>
                </a:lnTo>
                <a:lnTo>
                  <a:pt x="817" y="74"/>
                </a:lnTo>
                <a:lnTo>
                  <a:pt x="803" y="67"/>
                </a:lnTo>
                <a:lnTo>
                  <a:pt x="789" y="60"/>
                </a:lnTo>
                <a:lnTo>
                  <a:pt x="775" y="54"/>
                </a:lnTo>
                <a:lnTo>
                  <a:pt x="761" y="47"/>
                </a:lnTo>
                <a:lnTo>
                  <a:pt x="746" y="42"/>
                </a:lnTo>
                <a:lnTo>
                  <a:pt x="731" y="36"/>
                </a:lnTo>
                <a:lnTo>
                  <a:pt x="716" y="31"/>
                </a:lnTo>
                <a:lnTo>
                  <a:pt x="701" y="27"/>
                </a:lnTo>
                <a:lnTo>
                  <a:pt x="685" y="22"/>
                </a:lnTo>
                <a:lnTo>
                  <a:pt x="669" y="18"/>
                </a:lnTo>
                <a:lnTo>
                  <a:pt x="654" y="15"/>
                </a:lnTo>
                <a:lnTo>
                  <a:pt x="638" y="12"/>
                </a:lnTo>
                <a:lnTo>
                  <a:pt x="622" y="9"/>
                </a:lnTo>
                <a:lnTo>
                  <a:pt x="605" y="7"/>
                </a:lnTo>
                <a:lnTo>
                  <a:pt x="589" y="5"/>
                </a:lnTo>
                <a:lnTo>
                  <a:pt x="573" y="4"/>
                </a:lnTo>
                <a:lnTo>
                  <a:pt x="557" y="3"/>
                </a:lnTo>
                <a:lnTo>
                  <a:pt x="540" y="2"/>
                </a:lnTo>
                <a:lnTo>
                  <a:pt x="524" y="2"/>
                </a:lnTo>
                <a:lnTo>
                  <a:pt x="507" y="2"/>
                </a:lnTo>
                <a:lnTo>
                  <a:pt x="491" y="3"/>
                </a:lnTo>
                <a:lnTo>
                  <a:pt x="475" y="4"/>
                </a:lnTo>
                <a:lnTo>
                  <a:pt x="458" y="5"/>
                </a:lnTo>
                <a:lnTo>
                  <a:pt x="442" y="7"/>
                </a:lnTo>
                <a:lnTo>
                  <a:pt x="426" y="9"/>
                </a:lnTo>
                <a:lnTo>
                  <a:pt x="410" y="12"/>
                </a:lnTo>
                <a:lnTo>
                  <a:pt x="394" y="15"/>
                </a:lnTo>
                <a:lnTo>
                  <a:pt x="378" y="18"/>
                </a:lnTo>
                <a:lnTo>
                  <a:pt x="363" y="22"/>
                </a:lnTo>
                <a:lnTo>
                  <a:pt x="347" y="27"/>
                </a:lnTo>
                <a:lnTo>
                  <a:pt x="332" y="31"/>
                </a:lnTo>
                <a:lnTo>
                  <a:pt x="317" y="36"/>
                </a:lnTo>
                <a:lnTo>
                  <a:pt x="302" y="42"/>
                </a:lnTo>
                <a:lnTo>
                  <a:pt x="287" y="47"/>
                </a:lnTo>
                <a:lnTo>
                  <a:pt x="272" y="54"/>
                </a:lnTo>
                <a:lnTo>
                  <a:pt x="258" y="60"/>
                </a:lnTo>
                <a:lnTo>
                  <a:pt x="244" y="67"/>
                </a:lnTo>
                <a:lnTo>
                  <a:pt x="231" y="74"/>
                </a:lnTo>
                <a:lnTo>
                  <a:pt x="217" y="82"/>
                </a:lnTo>
                <a:lnTo>
                  <a:pt x="204" y="90"/>
                </a:lnTo>
                <a:lnTo>
                  <a:pt x="191" y="98"/>
                </a:lnTo>
                <a:lnTo>
                  <a:pt x="179" y="106"/>
                </a:lnTo>
                <a:lnTo>
                  <a:pt x="167" y="115"/>
                </a:lnTo>
                <a:lnTo>
                  <a:pt x="155" y="124"/>
                </a:lnTo>
                <a:lnTo>
                  <a:pt x="143" y="134"/>
                </a:lnTo>
                <a:lnTo>
                  <a:pt x="132" y="144"/>
                </a:lnTo>
                <a:lnTo>
                  <a:pt x="122" y="154"/>
                </a:lnTo>
                <a:lnTo>
                  <a:pt x="112" y="164"/>
                </a:lnTo>
                <a:lnTo>
                  <a:pt x="102" y="174"/>
                </a:lnTo>
                <a:lnTo>
                  <a:pt x="92" y="185"/>
                </a:lnTo>
                <a:lnTo>
                  <a:pt x="83" y="196"/>
                </a:lnTo>
                <a:lnTo>
                  <a:pt x="75" y="207"/>
                </a:lnTo>
                <a:lnTo>
                  <a:pt x="67" y="219"/>
                </a:lnTo>
                <a:lnTo>
                  <a:pt x="59" y="230"/>
                </a:lnTo>
                <a:lnTo>
                  <a:pt x="52" y="242"/>
                </a:lnTo>
                <a:lnTo>
                  <a:pt x="45" y="254"/>
                </a:lnTo>
                <a:lnTo>
                  <a:pt x="39" y="266"/>
                </a:lnTo>
                <a:lnTo>
                  <a:pt x="33" y="279"/>
                </a:lnTo>
                <a:lnTo>
                  <a:pt x="28" y="291"/>
                </a:lnTo>
                <a:lnTo>
                  <a:pt x="23" y="304"/>
                </a:lnTo>
                <a:lnTo>
                  <a:pt x="18" y="316"/>
                </a:lnTo>
                <a:lnTo>
                  <a:pt x="15" y="329"/>
                </a:lnTo>
                <a:lnTo>
                  <a:pt x="11" y="342"/>
                </a:lnTo>
                <a:lnTo>
                  <a:pt x="8" y="355"/>
                </a:lnTo>
                <a:lnTo>
                  <a:pt x="6" y="368"/>
                </a:lnTo>
                <a:lnTo>
                  <a:pt x="4" y="381"/>
                </a:lnTo>
                <a:lnTo>
                  <a:pt x="3" y="394"/>
                </a:lnTo>
                <a:lnTo>
                  <a:pt x="2" y="407"/>
                </a:lnTo>
                <a:lnTo>
                  <a:pt x="2" y="420"/>
                </a:lnTo>
                <a:lnTo>
                  <a:pt x="2" y="434"/>
                </a:lnTo>
                <a:lnTo>
                  <a:pt x="3" y="447"/>
                </a:lnTo>
                <a:lnTo>
                  <a:pt x="4" y="460"/>
                </a:lnTo>
                <a:lnTo>
                  <a:pt x="6" y="473"/>
                </a:lnTo>
                <a:lnTo>
                  <a:pt x="8" y="486"/>
                </a:lnTo>
                <a:lnTo>
                  <a:pt x="11" y="499"/>
                </a:lnTo>
                <a:lnTo>
                  <a:pt x="15" y="512"/>
                </a:lnTo>
                <a:lnTo>
                  <a:pt x="18" y="524"/>
                </a:lnTo>
                <a:lnTo>
                  <a:pt x="23" y="537"/>
                </a:lnTo>
                <a:lnTo>
                  <a:pt x="28" y="550"/>
                </a:lnTo>
                <a:lnTo>
                  <a:pt x="33" y="562"/>
                </a:lnTo>
                <a:lnTo>
                  <a:pt x="39" y="574"/>
                </a:lnTo>
                <a:lnTo>
                  <a:pt x="45" y="587"/>
                </a:lnTo>
                <a:lnTo>
                  <a:pt x="52" y="599"/>
                </a:lnTo>
                <a:lnTo>
                  <a:pt x="59" y="610"/>
                </a:lnTo>
                <a:lnTo>
                  <a:pt x="67" y="622"/>
                </a:lnTo>
                <a:lnTo>
                  <a:pt x="75" y="633"/>
                </a:lnTo>
                <a:lnTo>
                  <a:pt x="83" y="645"/>
                </a:lnTo>
                <a:lnTo>
                  <a:pt x="92" y="656"/>
                </a:lnTo>
                <a:lnTo>
                  <a:pt x="102" y="666"/>
                </a:lnTo>
                <a:lnTo>
                  <a:pt x="112" y="677"/>
                </a:lnTo>
                <a:lnTo>
                  <a:pt x="122" y="687"/>
                </a:lnTo>
                <a:lnTo>
                  <a:pt x="132" y="697"/>
                </a:lnTo>
                <a:lnTo>
                  <a:pt x="143" y="707"/>
                </a:lnTo>
                <a:lnTo>
                  <a:pt x="155" y="716"/>
                </a:lnTo>
                <a:lnTo>
                  <a:pt x="167" y="725"/>
                </a:lnTo>
                <a:lnTo>
                  <a:pt x="179" y="734"/>
                </a:lnTo>
                <a:lnTo>
                  <a:pt x="191" y="743"/>
                </a:lnTo>
                <a:lnTo>
                  <a:pt x="204" y="751"/>
                </a:lnTo>
                <a:lnTo>
                  <a:pt x="217" y="759"/>
                </a:lnTo>
                <a:lnTo>
                  <a:pt x="231" y="767"/>
                </a:lnTo>
                <a:lnTo>
                  <a:pt x="244" y="774"/>
                </a:lnTo>
                <a:lnTo>
                  <a:pt x="258" y="781"/>
                </a:lnTo>
                <a:lnTo>
                  <a:pt x="272" y="787"/>
                </a:lnTo>
                <a:lnTo>
                  <a:pt x="287" y="793"/>
                </a:lnTo>
                <a:lnTo>
                  <a:pt x="302" y="799"/>
                </a:lnTo>
                <a:lnTo>
                  <a:pt x="317" y="806"/>
                </a:lnTo>
                <a:lnTo>
                  <a:pt x="332" y="811"/>
                </a:lnTo>
                <a:lnTo>
                  <a:pt x="347" y="815"/>
                </a:lnTo>
                <a:lnTo>
                  <a:pt x="363" y="819"/>
                </a:lnTo>
                <a:lnTo>
                  <a:pt x="378" y="823"/>
                </a:lnTo>
                <a:lnTo>
                  <a:pt x="394" y="827"/>
                </a:lnTo>
                <a:lnTo>
                  <a:pt x="410" y="830"/>
                </a:lnTo>
                <a:lnTo>
                  <a:pt x="426" y="833"/>
                </a:lnTo>
                <a:lnTo>
                  <a:pt x="442" y="835"/>
                </a:lnTo>
                <a:lnTo>
                  <a:pt x="458" y="837"/>
                </a:lnTo>
                <a:lnTo>
                  <a:pt x="475" y="838"/>
                </a:lnTo>
                <a:lnTo>
                  <a:pt x="491" y="839"/>
                </a:lnTo>
                <a:lnTo>
                  <a:pt x="507" y="840"/>
                </a:lnTo>
                <a:lnTo>
                  <a:pt x="524" y="840"/>
                </a:lnTo>
                <a:lnTo>
                  <a:pt x="540" y="840"/>
                </a:lnTo>
                <a:lnTo>
                  <a:pt x="557" y="839"/>
                </a:lnTo>
                <a:lnTo>
                  <a:pt x="573" y="838"/>
                </a:lnTo>
                <a:lnTo>
                  <a:pt x="589" y="837"/>
                </a:lnTo>
                <a:lnTo>
                  <a:pt x="605" y="835"/>
                </a:lnTo>
                <a:lnTo>
                  <a:pt x="622" y="833"/>
                </a:lnTo>
                <a:lnTo>
                  <a:pt x="638" y="830"/>
                </a:lnTo>
                <a:lnTo>
                  <a:pt x="654" y="827"/>
                </a:lnTo>
                <a:lnTo>
                  <a:pt x="669" y="823"/>
                </a:lnTo>
                <a:lnTo>
                  <a:pt x="685" y="819"/>
                </a:lnTo>
                <a:lnTo>
                  <a:pt x="701" y="815"/>
                </a:lnTo>
                <a:lnTo>
                  <a:pt x="716" y="811"/>
                </a:lnTo>
                <a:lnTo>
                  <a:pt x="731" y="806"/>
                </a:lnTo>
                <a:lnTo>
                  <a:pt x="746" y="799"/>
                </a:lnTo>
                <a:lnTo>
                  <a:pt x="761" y="793"/>
                </a:lnTo>
                <a:lnTo>
                  <a:pt x="775" y="787"/>
                </a:lnTo>
                <a:lnTo>
                  <a:pt x="789" y="781"/>
                </a:lnTo>
                <a:lnTo>
                  <a:pt x="803" y="774"/>
                </a:lnTo>
                <a:lnTo>
                  <a:pt x="817" y="767"/>
                </a:lnTo>
                <a:lnTo>
                  <a:pt x="830" y="759"/>
                </a:lnTo>
                <a:lnTo>
                  <a:pt x="845" y="751"/>
                </a:lnTo>
                <a:lnTo>
                  <a:pt x="857" y="743"/>
                </a:lnTo>
                <a:lnTo>
                  <a:pt x="870" y="734"/>
                </a:lnTo>
                <a:lnTo>
                  <a:pt x="882" y="725"/>
                </a:lnTo>
                <a:lnTo>
                  <a:pt x="894" y="716"/>
                </a:lnTo>
                <a:lnTo>
                  <a:pt x="905" y="707"/>
                </a:lnTo>
                <a:lnTo>
                  <a:pt x="916" y="697"/>
                </a:lnTo>
                <a:lnTo>
                  <a:pt x="927" y="687"/>
                </a:lnTo>
                <a:lnTo>
                  <a:pt x="937" y="677"/>
                </a:lnTo>
                <a:lnTo>
                  <a:pt x="947" y="666"/>
                </a:lnTo>
                <a:lnTo>
                  <a:pt x="956" y="656"/>
                </a:lnTo>
                <a:lnTo>
                  <a:pt x="965" y="645"/>
                </a:lnTo>
                <a:lnTo>
                  <a:pt x="974" y="633"/>
                </a:lnTo>
                <a:lnTo>
                  <a:pt x="982" y="622"/>
                </a:lnTo>
                <a:lnTo>
                  <a:pt x="990" y="610"/>
                </a:lnTo>
                <a:lnTo>
                  <a:pt x="997" y="599"/>
                </a:lnTo>
                <a:lnTo>
                  <a:pt x="1004" y="587"/>
                </a:lnTo>
                <a:lnTo>
                  <a:pt x="1010" y="574"/>
                </a:lnTo>
                <a:lnTo>
                  <a:pt x="1016" y="562"/>
                </a:lnTo>
                <a:lnTo>
                  <a:pt x="1021" y="550"/>
                </a:lnTo>
                <a:lnTo>
                  <a:pt x="1026" y="537"/>
                </a:lnTo>
                <a:lnTo>
                  <a:pt x="1030" y="524"/>
                </a:lnTo>
                <a:lnTo>
                  <a:pt x="1034" y="512"/>
                </a:lnTo>
                <a:lnTo>
                  <a:pt x="1037" y="499"/>
                </a:lnTo>
                <a:lnTo>
                  <a:pt x="1040" y="486"/>
                </a:lnTo>
                <a:lnTo>
                  <a:pt x="1042" y="473"/>
                </a:lnTo>
                <a:lnTo>
                  <a:pt x="1044" y="460"/>
                </a:lnTo>
                <a:lnTo>
                  <a:pt x="1046" y="447"/>
                </a:lnTo>
                <a:lnTo>
                  <a:pt x="1046" y="434"/>
                </a:lnTo>
                <a:lnTo>
                  <a:pt x="1047" y="420"/>
                </a:lnTo>
                <a:moveTo>
                  <a:pt x="1049" y="420"/>
                </a:moveTo>
                <a:lnTo>
                  <a:pt x="1049" y="434"/>
                </a:lnTo>
                <a:lnTo>
                  <a:pt x="1048" y="447"/>
                </a:lnTo>
                <a:lnTo>
                  <a:pt x="1047" y="460"/>
                </a:lnTo>
                <a:lnTo>
                  <a:pt x="1045" y="473"/>
                </a:lnTo>
                <a:lnTo>
                  <a:pt x="1042" y="486"/>
                </a:lnTo>
                <a:lnTo>
                  <a:pt x="1040" y="499"/>
                </a:lnTo>
                <a:lnTo>
                  <a:pt x="1036" y="512"/>
                </a:lnTo>
                <a:lnTo>
                  <a:pt x="1032" y="525"/>
                </a:lnTo>
                <a:lnTo>
                  <a:pt x="1028" y="538"/>
                </a:lnTo>
                <a:lnTo>
                  <a:pt x="1023" y="550"/>
                </a:lnTo>
                <a:lnTo>
                  <a:pt x="1018" y="563"/>
                </a:lnTo>
                <a:lnTo>
                  <a:pt x="1012" y="575"/>
                </a:lnTo>
                <a:lnTo>
                  <a:pt x="1006" y="587"/>
                </a:lnTo>
                <a:lnTo>
                  <a:pt x="999" y="599"/>
                </a:lnTo>
                <a:lnTo>
                  <a:pt x="992" y="611"/>
                </a:lnTo>
                <a:lnTo>
                  <a:pt x="984" y="623"/>
                </a:lnTo>
                <a:lnTo>
                  <a:pt x="976" y="634"/>
                </a:lnTo>
                <a:lnTo>
                  <a:pt x="967" y="646"/>
                </a:lnTo>
                <a:lnTo>
                  <a:pt x="958" y="657"/>
                </a:lnTo>
                <a:lnTo>
                  <a:pt x="949" y="667"/>
                </a:lnTo>
                <a:lnTo>
                  <a:pt x="939" y="678"/>
                </a:lnTo>
                <a:lnTo>
                  <a:pt x="929" y="688"/>
                </a:lnTo>
                <a:lnTo>
                  <a:pt x="918" y="698"/>
                </a:lnTo>
                <a:lnTo>
                  <a:pt x="907" y="708"/>
                </a:lnTo>
                <a:lnTo>
                  <a:pt x="895" y="718"/>
                </a:lnTo>
                <a:lnTo>
                  <a:pt x="884" y="727"/>
                </a:lnTo>
                <a:lnTo>
                  <a:pt x="871" y="736"/>
                </a:lnTo>
                <a:lnTo>
                  <a:pt x="859" y="744"/>
                </a:lnTo>
                <a:lnTo>
                  <a:pt x="846" y="753"/>
                </a:lnTo>
                <a:lnTo>
                  <a:pt x="832" y="760"/>
                </a:lnTo>
                <a:lnTo>
                  <a:pt x="818" y="768"/>
                </a:lnTo>
                <a:lnTo>
                  <a:pt x="805" y="775"/>
                </a:lnTo>
                <a:lnTo>
                  <a:pt x="791" y="782"/>
                </a:lnTo>
                <a:lnTo>
                  <a:pt x="776" y="789"/>
                </a:lnTo>
                <a:lnTo>
                  <a:pt x="762" y="795"/>
                </a:lnTo>
                <a:lnTo>
                  <a:pt x="747" y="801"/>
                </a:lnTo>
                <a:lnTo>
                  <a:pt x="732" y="807"/>
                </a:lnTo>
                <a:lnTo>
                  <a:pt x="717" y="812"/>
                </a:lnTo>
                <a:lnTo>
                  <a:pt x="701" y="817"/>
                </a:lnTo>
                <a:lnTo>
                  <a:pt x="686" y="821"/>
                </a:lnTo>
                <a:lnTo>
                  <a:pt x="670" y="825"/>
                </a:lnTo>
                <a:lnTo>
                  <a:pt x="654" y="829"/>
                </a:lnTo>
                <a:lnTo>
                  <a:pt x="638" y="832"/>
                </a:lnTo>
                <a:lnTo>
                  <a:pt x="622" y="834"/>
                </a:lnTo>
                <a:lnTo>
                  <a:pt x="606" y="837"/>
                </a:lnTo>
                <a:lnTo>
                  <a:pt x="589" y="838"/>
                </a:lnTo>
                <a:lnTo>
                  <a:pt x="573" y="840"/>
                </a:lnTo>
                <a:lnTo>
                  <a:pt x="557" y="841"/>
                </a:lnTo>
                <a:lnTo>
                  <a:pt x="540" y="842"/>
                </a:lnTo>
                <a:lnTo>
                  <a:pt x="524" y="842"/>
                </a:lnTo>
                <a:lnTo>
                  <a:pt x="507" y="842"/>
                </a:lnTo>
                <a:lnTo>
                  <a:pt x="491" y="841"/>
                </a:lnTo>
                <a:lnTo>
                  <a:pt x="474" y="840"/>
                </a:lnTo>
                <a:lnTo>
                  <a:pt x="458" y="838"/>
                </a:lnTo>
                <a:lnTo>
                  <a:pt x="442" y="837"/>
                </a:lnTo>
                <a:lnTo>
                  <a:pt x="426" y="834"/>
                </a:lnTo>
                <a:lnTo>
                  <a:pt x="409" y="832"/>
                </a:lnTo>
                <a:lnTo>
                  <a:pt x="393" y="829"/>
                </a:lnTo>
                <a:lnTo>
                  <a:pt x="378" y="825"/>
                </a:lnTo>
                <a:lnTo>
                  <a:pt x="362" y="821"/>
                </a:lnTo>
                <a:lnTo>
                  <a:pt x="346" y="817"/>
                </a:lnTo>
                <a:lnTo>
                  <a:pt x="331" y="812"/>
                </a:lnTo>
                <a:lnTo>
                  <a:pt x="316" y="807"/>
                </a:lnTo>
                <a:lnTo>
                  <a:pt x="301" y="801"/>
                </a:lnTo>
                <a:lnTo>
                  <a:pt x="286" y="795"/>
                </a:lnTo>
                <a:lnTo>
                  <a:pt x="271" y="789"/>
                </a:lnTo>
                <a:lnTo>
                  <a:pt x="257" y="782"/>
                </a:lnTo>
                <a:lnTo>
                  <a:pt x="243" y="775"/>
                </a:lnTo>
                <a:lnTo>
                  <a:pt x="229" y="768"/>
                </a:lnTo>
                <a:lnTo>
                  <a:pt x="216" y="760"/>
                </a:lnTo>
                <a:lnTo>
                  <a:pt x="203" y="753"/>
                </a:lnTo>
                <a:lnTo>
                  <a:pt x="190" y="744"/>
                </a:lnTo>
                <a:lnTo>
                  <a:pt x="177" y="736"/>
                </a:lnTo>
                <a:lnTo>
                  <a:pt x="165" y="727"/>
                </a:lnTo>
                <a:lnTo>
                  <a:pt x="153" y="718"/>
                </a:lnTo>
                <a:lnTo>
                  <a:pt x="142" y="708"/>
                </a:lnTo>
                <a:lnTo>
                  <a:pt x="131" y="698"/>
                </a:lnTo>
                <a:lnTo>
                  <a:pt x="120" y="688"/>
                </a:lnTo>
                <a:lnTo>
                  <a:pt x="110" y="678"/>
                </a:lnTo>
                <a:lnTo>
                  <a:pt x="100" y="667"/>
                </a:lnTo>
                <a:lnTo>
                  <a:pt x="90" y="657"/>
                </a:lnTo>
                <a:lnTo>
                  <a:pt x="81" y="646"/>
                </a:lnTo>
                <a:lnTo>
                  <a:pt x="73" y="634"/>
                </a:lnTo>
                <a:lnTo>
                  <a:pt x="65" y="623"/>
                </a:lnTo>
                <a:lnTo>
                  <a:pt x="57" y="611"/>
                </a:lnTo>
                <a:lnTo>
                  <a:pt x="50" y="599"/>
                </a:lnTo>
                <a:lnTo>
                  <a:pt x="43" y="587"/>
                </a:lnTo>
                <a:lnTo>
                  <a:pt x="37" y="575"/>
                </a:lnTo>
                <a:lnTo>
                  <a:pt x="31" y="563"/>
                </a:lnTo>
                <a:lnTo>
                  <a:pt x="25" y="550"/>
                </a:lnTo>
                <a:lnTo>
                  <a:pt x="21" y="538"/>
                </a:lnTo>
                <a:lnTo>
                  <a:pt x="16" y="525"/>
                </a:lnTo>
                <a:lnTo>
                  <a:pt x="12" y="512"/>
                </a:lnTo>
                <a:lnTo>
                  <a:pt x="9" y="499"/>
                </a:lnTo>
                <a:lnTo>
                  <a:pt x="6" y="486"/>
                </a:lnTo>
                <a:lnTo>
                  <a:pt x="4" y="473"/>
                </a:lnTo>
                <a:lnTo>
                  <a:pt x="2" y="460"/>
                </a:lnTo>
                <a:lnTo>
                  <a:pt x="1" y="447"/>
                </a:lnTo>
                <a:lnTo>
                  <a:pt x="0" y="434"/>
                </a:lnTo>
                <a:lnTo>
                  <a:pt x="0" y="420"/>
                </a:lnTo>
                <a:lnTo>
                  <a:pt x="0" y="407"/>
                </a:lnTo>
                <a:lnTo>
                  <a:pt x="1" y="394"/>
                </a:lnTo>
                <a:lnTo>
                  <a:pt x="2" y="381"/>
                </a:lnTo>
                <a:lnTo>
                  <a:pt x="4" y="368"/>
                </a:lnTo>
                <a:lnTo>
                  <a:pt x="6" y="355"/>
                </a:lnTo>
                <a:lnTo>
                  <a:pt x="9" y="342"/>
                </a:lnTo>
                <a:lnTo>
                  <a:pt x="12" y="329"/>
                </a:lnTo>
                <a:lnTo>
                  <a:pt x="16" y="316"/>
                </a:lnTo>
                <a:lnTo>
                  <a:pt x="21" y="303"/>
                </a:lnTo>
                <a:lnTo>
                  <a:pt x="25" y="290"/>
                </a:lnTo>
                <a:lnTo>
                  <a:pt x="31" y="278"/>
                </a:lnTo>
                <a:lnTo>
                  <a:pt x="37" y="266"/>
                </a:lnTo>
                <a:lnTo>
                  <a:pt x="43" y="253"/>
                </a:lnTo>
                <a:lnTo>
                  <a:pt x="50" y="241"/>
                </a:lnTo>
                <a:lnTo>
                  <a:pt x="57" y="230"/>
                </a:lnTo>
                <a:lnTo>
                  <a:pt x="65" y="218"/>
                </a:lnTo>
                <a:lnTo>
                  <a:pt x="73" y="206"/>
                </a:lnTo>
                <a:lnTo>
                  <a:pt x="81" y="195"/>
                </a:lnTo>
                <a:lnTo>
                  <a:pt x="90" y="184"/>
                </a:lnTo>
                <a:lnTo>
                  <a:pt x="100" y="173"/>
                </a:lnTo>
                <a:lnTo>
                  <a:pt x="110" y="163"/>
                </a:lnTo>
                <a:lnTo>
                  <a:pt x="120" y="152"/>
                </a:lnTo>
                <a:lnTo>
                  <a:pt x="131" y="142"/>
                </a:lnTo>
                <a:lnTo>
                  <a:pt x="142" y="133"/>
                </a:lnTo>
                <a:lnTo>
                  <a:pt x="153" y="123"/>
                </a:lnTo>
                <a:lnTo>
                  <a:pt x="165" y="114"/>
                </a:lnTo>
                <a:lnTo>
                  <a:pt x="177" y="105"/>
                </a:lnTo>
                <a:lnTo>
                  <a:pt x="190" y="96"/>
                </a:lnTo>
                <a:lnTo>
                  <a:pt x="203" y="88"/>
                </a:lnTo>
                <a:lnTo>
                  <a:pt x="216" y="80"/>
                </a:lnTo>
                <a:lnTo>
                  <a:pt x="229" y="73"/>
                </a:lnTo>
                <a:lnTo>
                  <a:pt x="243" y="65"/>
                </a:lnTo>
                <a:lnTo>
                  <a:pt x="257" y="59"/>
                </a:lnTo>
                <a:lnTo>
                  <a:pt x="271" y="52"/>
                </a:lnTo>
                <a:lnTo>
                  <a:pt x="286" y="46"/>
                </a:lnTo>
                <a:lnTo>
                  <a:pt x="301" y="40"/>
                </a:lnTo>
                <a:lnTo>
                  <a:pt x="316" y="35"/>
                </a:lnTo>
                <a:lnTo>
                  <a:pt x="331" y="30"/>
                </a:lnTo>
                <a:lnTo>
                  <a:pt x="346" y="25"/>
                </a:lnTo>
                <a:lnTo>
                  <a:pt x="362" y="21"/>
                </a:lnTo>
                <a:lnTo>
                  <a:pt x="378" y="17"/>
                </a:lnTo>
                <a:lnTo>
                  <a:pt x="393" y="13"/>
                </a:lnTo>
                <a:lnTo>
                  <a:pt x="409" y="10"/>
                </a:lnTo>
                <a:lnTo>
                  <a:pt x="426" y="7"/>
                </a:lnTo>
                <a:lnTo>
                  <a:pt x="442" y="5"/>
                </a:lnTo>
                <a:lnTo>
                  <a:pt x="458" y="3"/>
                </a:lnTo>
                <a:lnTo>
                  <a:pt x="474" y="2"/>
                </a:lnTo>
                <a:lnTo>
                  <a:pt x="491" y="1"/>
                </a:lnTo>
                <a:lnTo>
                  <a:pt x="507" y="0"/>
                </a:lnTo>
                <a:lnTo>
                  <a:pt x="524" y="0"/>
                </a:lnTo>
                <a:lnTo>
                  <a:pt x="540" y="0"/>
                </a:lnTo>
                <a:lnTo>
                  <a:pt x="557" y="1"/>
                </a:lnTo>
                <a:lnTo>
                  <a:pt x="573" y="2"/>
                </a:lnTo>
                <a:lnTo>
                  <a:pt x="589" y="3"/>
                </a:lnTo>
                <a:lnTo>
                  <a:pt x="606" y="5"/>
                </a:lnTo>
                <a:lnTo>
                  <a:pt x="622" y="7"/>
                </a:lnTo>
                <a:lnTo>
                  <a:pt x="638" y="10"/>
                </a:lnTo>
                <a:lnTo>
                  <a:pt x="654" y="13"/>
                </a:lnTo>
                <a:lnTo>
                  <a:pt x="670" y="17"/>
                </a:lnTo>
                <a:lnTo>
                  <a:pt x="686" y="21"/>
                </a:lnTo>
                <a:lnTo>
                  <a:pt x="701" y="25"/>
                </a:lnTo>
                <a:lnTo>
                  <a:pt x="717" y="30"/>
                </a:lnTo>
                <a:lnTo>
                  <a:pt x="732" y="35"/>
                </a:lnTo>
                <a:lnTo>
                  <a:pt x="747" y="40"/>
                </a:lnTo>
                <a:lnTo>
                  <a:pt x="762" y="46"/>
                </a:lnTo>
                <a:lnTo>
                  <a:pt x="776" y="52"/>
                </a:lnTo>
                <a:lnTo>
                  <a:pt x="791" y="59"/>
                </a:lnTo>
                <a:lnTo>
                  <a:pt x="805" y="65"/>
                </a:lnTo>
                <a:lnTo>
                  <a:pt x="818" y="73"/>
                </a:lnTo>
                <a:lnTo>
                  <a:pt x="832" y="80"/>
                </a:lnTo>
                <a:lnTo>
                  <a:pt x="846" y="88"/>
                </a:lnTo>
                <a:lnTo>
                  <a:pt x="859" y="96"/>
                </a:lnTo>
                <a:lnTo>
                  <a:pt x="871" y="105"/>
                </a:lnTo>
                <a:lnTo>
                  <a:pt x="884" y="114"/>
                </a:lnTo>
                <a:lnTo>
                  <a:pt x="895" y="123"/>
                </a:lnTo>
                <a:lnTo>
                  <a:pt x="907" y="133"/>
                </a:lnTo>
                <a:lnTo>
                  <a:pt x="918" y="142"/>
                </a:lnTo>
                <a:lnTo>
                  <a:pt x="929" y="152"/>
                </a:lnTo>
                <a:lnTo>
                  <a:pt x="939" y="163"/>
                </a:lnTo>
                <a:lnTo>
                  <a:pt x="949" y="173"/>
                </a:lnTo>
                <a:lnTo>
                  <a:pt x="958" y="184"/>
                </a:lnTo>
                <a:lnTo>
                  <a:pt x="967" y="195"/>
                </a:lnTo>
                <a:lnTo>
                  <a:pt x="976" y="206"/>
                </a:lnTo>
                <a:lnTo>
                  <a:pt x="984" y="218"/>
                </a:lnTo>
                <a:lnTo>
                  <a:pt x="992" y="230"/>
                </a:lnTo>
                <a:lnTo>
                  <a:pt x="999" y="241"/>
                </a:lnTo>
                <a:lnTo>
                  <a:pt x="1006" y="253"/>
                </a:lnTo>
                <a:lnTo>
                  <a:pt x="1012" y="266"/>
                </a:lnTo>
                <a:lnTo>
                  <a:pt x="1018" y="278"/>
                </a:lnTo>
                <a:lnTo>
                  <a:pt x="1023" y="290"/>
                </a:lnTo>
                <a:lnTo>
                  <a:pt x="1028" y="303"/>
                </a:lnTo>
                <a:lnTo>
                  <a:pt x="1032" y="316"/>
                </a:lnTo>
                <a:lnTo>
                  <a:pt x="1036" y="329"/>
                </a:lnTo>
                <a:lnTo>
                  <a:pt x="1040" y="342"/>
                </a:lnTo>
                <a:lnTo>
                  <a:pt x="1042" y="355"/>
                </a:lnTo>
                <a:lnTo>
                  <a:pt x="1045" y="368"/>
                </a:lnTo>
                <a:lnTo>
                  <a:pt x="1047" y="381"/>
                </a:lnTo>
                <a:lnTo>
                  <a:pt x="1048" y="394"/>
                </a:lnTo>
                <a:lnTo>
                  <a:pt x="1049" y="407"/>
                </a:lnTo>
                <a:lnTo>
                  <a:pt x="1049" y="420"/>
                </a:lnTo>
                <a:close/>
              </a:path>
            </a:pathLst>
          </a:custGeom>
          <a:solidFill>
            <a:srgbClr val="ff9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4" name=""/>
          <p:cNvSpPr/>
          <p:nvPr/>
        </p:nvSpPr>
        <p:spPr>
          <a:xfrm>
            <a:off x="4789080" y="1675800"/>
            <a:ext cx="379440" cy="304560"/>
          </a:xfrm>
          <a:custGeom>
            <a:avLst/>
            <a:gdLst/>
            <a:ahLst/>
            <a:rect l="0" t="0" r="r" b="b"/>
            <a:pathLst>
              <a:path w="1054" h="846">
                <a:moveTo>
                  <a:pt x="1052" y="422"/>
                </a:moveTo>
                <a:lnTo>
                  <a:pt x="1052" y="409"/>
                </a:lnTo>
                <a:lnTo>
                  <a:pt x="1051" y="396"/>
                </a:lnTo>
                <a:lnTo>
                  <a:pt x="1050" y="383"/>
                </a:lnTo>
                <a:lnTo>
                  <a:pt x="1048" y="370"/>
                </a:lnTo>
                <a:lnTo>
                  <a:pt x="1045" y="357"/>
                </a:lnTo>
                <a:lnTo>
                  <a:pt x="1043" y="344"/>
                </a:lnTo>
                <a:lnTo>
                  <a:pt x="1039" y="331"/>
                </a:lnTo>
                <a:lnTo>
                  <a:pt x="1035" y="318"/>
                </a:lnTo>
                <a:lnTo>
                  <a:pt x="1031" y="305"/>
                </a:lnTo>
                <a:lnTo>
                  <a:pt x="1026" y="292"/>
                </a:lnTo>
                <a:lnTo>
                  <a:pt x="1021" y="280"/>
                </a:lnTo>
                <a:lnTo>
                  <a:pt x="1015" y="268"/>
                </a:lnTo>
                <a:lnTo>
                  <a:pt x="1009" y="255"/>
                </a:lnTo>
                <a:lnTo>
                  <a:pt x="1002" y="243"/>
                </a:lnTo>
                <a:lnTo>
                  <a:pt x="995" y="232"/>
                </a:lnTo>
                <a:lnTo>
                  <a:pt x="987" y="220"/>
                </a:lnTo>
                <a:lnTo>
                  <a:pt x="979" y="208"/>
                </a:lnTo>
                <a:lnTo>
                  <a:pt x="970" y="197"/>
                </a:lnTo>
                <a:lnTo>
                  <a:pt x="961" y="186"/>
                </a:lnTo>
                <a:lnTo>
                  <a:pt x="952" y="175"/>
                </a:lnTo>
                <a:lnTo>
                  <a:pt x="942" y="165"/>
                </a:lnTo>
                <a:lnTo>
                  <a:pt x="932" y="154"/>
                </a:lnTo>
                <a:lnTo>
                  <a:pt x="921" y="144"/>
                </a:lnTo>
                <a:lnTo>
                  <a:pt x="910" y="135"/>
                </a:lnTo>
                <a:lnTo>
                  <a:pt x="897" y="125"/>
                </a:lnTo>
                <a:lnTo>
                  <a:pt x="886" y="116"/>
                </a:lnTo>
                <a:lnTo>
                  <a:pt x="873" y="107"/>
                </a:lnTo>
                <a:lnTo>
                  <a:pt x="861" y="98"/>
                </a:lnTo>
                <a:lnTo>
                  <a:pt x="848" y="90"/>
                </a:lnTo>
                <a:lnTo>
                  <a:pt x="835" y="82"/>
                </a:lnTo>
                <a:lnTo>
                  <a:pt x="821" y="75"/>
                </a:lnTo>
                <a:lnTo>
                  <a:pt x="808" y="67"/>
                </a:lnTo>
                <a:lnTo>
                  <a:pt x="794" y="61"/>
                </a:lnTo>
                <a:lnTo>
                  <a:pt x="779" y="54"/>
                </a:lnTo>
                <a:lnTo>
                  <a:pt x="765" y="48"/>
                </a:lnTo>
                <a:lnTo>
                  <a:pt x="750" y="42"/>
                </a:lnTo>
                <a:lnTo>
                  <a:pt x="735" y="37"/>
                </a:lnTo>
                <a:lnTo>
                  <a:pt x="720" y="32"/>
                </a:lnTo>
                <a:lnTo>
                  <a:pt x="704" y="27"/>
                </a:lnTo>
                <a:lnTo>
                  <a:pt x="689" y="23"/>
                </a:lnTo>
                <a:lnTo>
                  <a:pt x="673" y="19"/>
                </a:lnTo>
                <a:lnTo>
                  <a:pt x="657" y="15"/>
                </a:lnTo>
                <a:lnTo>
                  <a:pt x="641" y="12"/>
                </a:lnTo>
                <a:lnTo>
                  <a:pt x="625" y="9"/>
                </a:lnTo>
                <a:lnTo>
                  <a:pt x="609" y="7"/>
                </a:lnTo>
                <a:lnTo>
                  <a:pt x="592" y="5"/>
                </a:lnTo>
                <a:lnTo>
                  <a:pt x="576" y="4"/>
                </a:lnTo>
                <a:lnTo>
                  <a:pt x="560" y="3"/>
                </a:lnTo>
                <a:lnTo>
                  <a:pt x="543" y="2"/>
                </a:lnTo>
                <a:lnTo>
                  <a:pt x="527" y="2"/>
                </a:lnTo>
                <a:lnTo>
                  <a:pt x="510" y="2"/>
                </a:lnTo>
                <a:lnTo>
                  <a:pt x="494" y="3"/>
                </a:lnTo>
                <a:lnTo>
                  <a:pt x="477" y="4"/>
                </a:lnTo>
                <a:lnTo>
                  <a:pt x="461" y="5"/>
                </a:lnTo>
                <a:lnTo>
                  <a:pt x="445" y="7"/>
                </a:lnTo>
                <a:lnTo>
                  <a:pt x="429" y="9"/>
                </a:lnTo>
                <a:lnTo>
                  <a:pt x="412" y="12"/>
                </a:lnTo>
                <a:lnTo>
                  <a:pt x="396" y="15"/>
                </a:lnTo>
                <a:lnTo>
                  <a:pt x="381" y="19"/>
                </a:lnTo>
                <a:lnTo>
                  <a:pt x="365" y="23"/>
                </a:lnTo>
                <a:lnTo>
                  <a:pt x="349" y="27"/>
                </a:lnTo>
                <a:lnTo>
                  <a:pt x="334" y="32"/>
                </a:lnTo>
                <a:lnTo>
                  <a:pt x="319" y="37"/>
                </a:lnTo>
                <a:lnTo>
                  <a:pt x="304" y="42"/>
                </a:lnTo>
                <a:lnTo>
                  <a:pt x="289" y="48"/>
                </a:lnTo>
                <a:lnTo>
                  <a:pt x="274" y="54"/>
                </a:lnTo>
                <a:lnTo>
                  <a:pt x="260" y="61"/>
                </a:lnTo>
                <a:lnTo>
                  <a:pt x="246" y="67"/>
                </a:lnTo>
                <a:lnTo>
                  <a:pt x="232" y="75"/>
                </a:lnTo>
                <a:lnTo>
                  <a:pt x="219" y="82"/>
                </a:lnTo>
                <a:lnTo>
                  <a:pt x="206" y="90"/>
                </a:lnTo>
                <a:lnTo>
                  <a:pt x="193" y="98"/>
                </a:lnTo>
                <a:lnTo>
                  <a:pt x="180" y="107"/>
                </a:lnTo>
                <a:lnTo>
                  <a:pt x="168" y="116"/>
                </a:lnTo>
                <a:lnTo>
                  <a:pt x="156" y="125"/>
                </a:lnTo>
                <a:lnTo>
                  <a:pt x="145" y="135"/>
                </a:lnTo>
                <a:lnTo>
                  <a:pt x="134" y="144"/>
                </a:lnTo>
                <a:lnTo>
                  <a:pt x="123" y="154"/>
                </a:lnTo>
                <a:lnTo>
                  <a:pt x="113" y="165"/>
                </a:lnTo>
                <a:lnTo>
                  <a:pt x="103" y="175"/>
                </a:lnTo>
                <a:lnTo>
                  <a:pt x="93" y="186"/>
                </a:lnTo>
                <a:lnTo>
                  <a:pt x="84" y="197"/>
                </a:lnTo>
                <a:lnTo>
                  <a:pt x="76" y="208"/>
                </a:lnTo>
                <a:lnTo>
                  <a:pt x="68" y="220"/>
                </a:lnTo>
                <a:lnTo>
                  <a:pt x="60" y="232"/>
                </a:lnTo>
                <a:lnTo>
                  <a:pt x="53" y="243"/>
                </a:lnTo>
                <a:lnTo>
                  <a:pt x="46" y="255"/>
                </a:lnTo>
                <a:lnTo>
                  <a:pt x="40" y="268"/>
                </a:lnTo>
                <a:lnTo>
                  <a:pt x="34" y="280"/>
                </a:lnTo>
                <a:lnTo>
                  <a:pt x="28" y="292"/>
                </a:lnTo>
                <a:lnTo>
                  <a:pt x="24" y="305"/>
                </a:lnTo>
                <a:lnTo>
                  <a:pt x="19" y="318"/>
                </a:lnTo>
                <a:lnTo>
                  <a:pt x="15" y="331"/>
                </a:lnTo>
                <a:lnTo>
                  <a:pt x="12" y="344"/>
                </a:lnTo>
                <a:lnTo>
                  <a:pt x="9" y="357"/>
                </a:lnTo>
                <a:lnTo>
                  <a:pt x="7" y="370"/>
                </a:lnTo>
                <a:lnTo>
                  <a:pt x="5" y="383"/>
                </a:lnTo>
                <a:lnTo>
                  <a:pt x="4" y="396"/>
                </a:lnTo>
                <a:lnTo>
                  <a:pt x="3" y="409"/>
                </a:lnTo>
                <a:lnTo>
                  <a:pt x="3" y="422"/>
                </a:lnTo>
                <a:lnTo>
                  <a:pt x="3" y="436"/>
                </a:lnTo>
                <a:lnTo>
                  <a:pt x="4" y="449"/>
                </a:lnTo>
                <a:lnTo>
                  <a:pt x="5" y="462"/>
                </a:lnTo>
                <a:lnTo>
                  <a:pt x="7" y="475"/>
                </a:lnTo>
                <a:lnTo>
                  <a:pt x="9" y="488"/>
                </a:lnTo>
                <a:lnTo>
                  <a:pt x="12" y="501"/>
                </a:lnTo>
                <a:lnTo>
                  <a:pt x="15" y="514"/>
                </a:lnTo>
                <a:lnTo>
                  <a:pt x="19" y="527"/>
                </a:lnTo>
                <a:lnTo>
                  <a:pt x="24" y="540"/>
                </a:lnTo>
                <a:lnTo>
                  <a:pt x="28" y="552"/>
                </a:lnTo>
                <a:lnTo>
                  <a:pt x="34" y="565"/>
                </a:lnTo>
                <a:lnTo>
                  <a:pt x="40" y="577"/>
                </a:lnTo>
                <a:lnTo>
                  <a:pt x="46" y="589"/>
                </a:lnTo>
                <a:lnTo>
                  <a:pt x="53" y="601"/>
                </a:lnTo>
                <a:lnTo>
                  <a:pt x="60" y="613"/>
                </a:lnTo>
                <a:lnTo>
                  <a:pt x="68" y="625"/>
                </a:lnTo>
                <a:lnTo>
                  <a:pt x="76" y="636"/>
                </a:lnTo>
                <a:lnTo>
                  <a:pt x="84" y="648"/>
                </a:lnTo>
                <a:lnTo>
                  <a:pt x="93" y="659"/>
                </a:lnTo>
                <a:lnTo>
                  <a:pt x="103" y="669"/>
                </a:lnTo>
                <a:lnTo>
                  <a:pt x="113" y="680"/>
                </a:lnTo>
                <a:lnTo>
                  <a:pt x="123" y="690"/>
                </a:lnTo>
                <a:lnTo>
                  <a:pt x="134" y="700"/>
                </a:lnTo>
                <a:lnTo>
                  <a:pt x="145" y="710"/>
                </a:lnTo>
                <a:lnTo>
                  <a:pt x="156" y="720"/>
                </a:lnTo>
                <a:lnTo>
                  <a:pt x="168" y="729"/>
                </a:lnTo>
                <a:lnTo>
                  <a:pt x="180" y="738"/>
                </a:lnTo>
                <a:lnTo>
                  <a:pt x="193" y="746"/>
                </a:lnTo>
                <a:lnTo>
                  <a:pt x="206" y="755"/>
                </a:lnTo>
                <a:lnTo>
                  <a:pt x="219" y="762"/>
                </a:lnTo>
                <a:lnTo>
                  <a:pt x="232" y="770"/>
                </a:lnTo>
                <a:lnTo>
                  <a:pt x="246" y="777"/>
                </a:lnTo>
                <a:lnTo>
                  <a:pt x="260" y="784"/>
                </a:lnTo>
                <a:lnTo>
                  <a:pt x="274" y="791"/>
                </a:lnTo>
                <a:lnTo>
                  <a:pt x="289" y="797"/>
                </a:lnTo>
                <a:lnTo>
                  <a:pt x="304" y="803"/>
                </a:lnTo>
                <a:lnTo>
                  <a:pt x="319" y="808"/>
                </a:lnTo>
                <a:lnTo>
                  <a:pt x="334" y="813"/>
                </a:lnTo>
                <a:lnTo>
                  <a:pt x="349" y="818"/>
                </a:lnTo>
                <a:lnTo>
                  <a:pt x="365" y="822"/>
                </a:lnTo>
                <a:lnTo>
                  <a:pt x="381" y="826"/>
                </a:lnTo>
                <a:lnTo>
                  <a:pt x="396" y="830"/>
                </a:lnTo>
                <a:lnTo>
                  <a:pt x="412" y="834"/>
                </a:lnTo>
                <a:lnTo>
                  <a:pt x="429" y="836"/>
                </a:lnTo>
                <a:lnTo>
                  <a:pt x="445" y="839"/>
                </a:lnTo>
                <a:lnTo>
                  <a:pt x="461" y="840"/>
                </a:lnTo>
                <a:lnTo>
                  <a:pt x="477" y="842"/>
                </a:lnTo>
                <a:lnTo>
                  <a:pt x="494" y="843"/>
                </a:lnTo>
                <a:lnTo>
                  <a:pt x="510" y="844"/>
                </a:lnTo>
                <a:lnTo>
                  <a:pt x="527" y="844"/>
                </a:lnTo>
                <a:lnTo>
                  <a:pt x="543" y="844"/>
                </a:lnTo>
                <a:lnTo>
                  <a:pt x="560" y="843"/>
                </a:lnTo>
                <a:lnTo>
                  <a:pt x="576" y="842"/>
                </a:lnTo>
                <a:lnTo>
                  <a:pt x="592" y="840"/>
                </a:lnTo>
                <a:lnTo>
                  <a:pt x="609" y="839"/>
                </a:lnTo>
                <a:lnTo>
                  <a:pt x="625" y="836"/>
                </a:lnTo>
                <a:lnTo>
                  <a:pt x="641" y="834"/>
                </a:lnTo>
                <a:lnTo>
                  <a:pt x="657" y="830"/>
                </a:lnTo>
                <a:lnTo>
                  <a:pt x="673" y="826"/>
                </a:lnTo>
                <a:lnTo>
                  <a:pt x="689" y="822"/>
                </a:lnTo>
                <a:lnTo>
                  <a:pt x="704" y="818"/>
                </a:lnTo>
                <a:lnTo>
                  <a:pt x="720" y="813"/>
                </a:lnTo>
                <a:lnTo>
                  <a:pt x="735" y="808"/>
                </a:lnTo>
                <a:lnTo>
                  <a:pt x="750" y="803"/>
                </a:lnTo>
                <a:lnTo>
                  <a:pt x="765" y="797"/>
                </a:lnTo>
                <a:lnTo>
                  <a:pt x="779" y="791"/>
                </a:lnTo>
                <a:lnTo>
                  <a:pt x="794" y="784"/>
                </a:lnTo>
                <a:lnTo>
                  <a:pt x="808" y="777"/>
                </a:lnTo>
                <a:lnTo>
                  <a:pt x="821" y="770"/>
                </a:lnTo>
                <a:lnTo>
                  <a:pt x="835" y="762"/>
                </a:lnTo>
                <a:lnTo>
                  <a:pt x="848" y="755"/>
                </a:lnTo>
                <a:lnTo>
                  <a:pt x="861" y="746"/>
                </a:lnTo>
                <a:lnTo>
                  <a:pt x="873" y="738"/>
                </a:lnTo>
                <a:lnTo>
                  <a:pt x="886" y="729"/>
                </a:lnTo>
                <a:lnTo>
                  <a:pt x="897" y="720"/>
                </a:lnTo>
                <a:lnTo>
                  <a:pt x="910" y="710"/>
                </a:lnTo>
                <a:lnTo>
                  <a:pt x="921" y="700"/>
                </a:lnTo>
                <a:lnTo>
                  <a:pt x="932" y="690"/>
                </a:lnTo>
                <a:lnTo>
                  <a:pt x="942" y="680"/>
                </a:lnTo>
                <a:lnTo>
                  <a:pt x="952" y="669"/>
                </a:lnTo>
                <a:lnTo>
                  <a:pt x="961" y="659"/>
                </a:lnTo>
                <a:lnTo>
                  <a:pt x="970" y="648"/>
                </a:lnTo>
                <a:lnTo>
                  <a:pt x="979" y="636"/>
                </a:lnTo>
                <a:lnTo>
                  <a:pt x="987" y="625"/>
                </a:lnTo>
                <a:lnTo>
                  <a:pt x="995" y="613"/>
                </a:lnTo>
                <a:lnTo>
                  <a:pt x="1002" y="601"/>
                </a:lnTo>
                <a:lnTo>
                  <a:pt x="1009" y="589"/>
                </a:lnTo>
                <a:lnTo>
                  <a:pt x="1015" y="577"/>
                </a:lnTo>
                <a:lnTo>
                  <a:pt x="1021" y="565"/>
                </a:lnTo>
                <a:lnTo>
                  <a:pt x="1026" y="552"/>
                </a:lnTo>
                <a:lnTo>
                  <a:pt x="1031" y="540"/>
                </a:lnTo>
                <a:lnTo>
                  <a:pt x="1035" y="527"/>
                </a:lnTo>
                <a:lnTo>
                  <a:pt x="1039" y="514"/>
                </a:lnTo>
                <a:lnTo>
                  <a:pt x="1043" y="501"/>
                </a:lnTo>
                <a:lnTo>
                  <a:pt x="1045" y="488"/>
                </a:lnTo>
                <a:lnTo>
                  <a:pt x="1048" y="475"/>
                </a:lnTo>
                <a:lnTo>
                  <a:pt x="1050" y="462"/>
                </a:lnTo>
                <a:lnTo>
                  <a:pt x="1051" y="449"/>
                </a:lnTo>
                <a:lnTo>
                  <a:pt x="1052" y="436"/>
                </a:lnTo>
                <a:lnTo>
                  <a:pt x="1052" y="422"/>
                </a:lnTo>
                <a:moveTo>
                  <a:pt x="1054" y="422"/>
                </a:moveTo>
                <a:lnTo>
                  <a:pt x="1054" y="436"/>
                </a:lnTo>
                <a:lnTo>
                  <a:pt x="1053" y="449"/>
                </a:lnTo>
                <a:lnTo>
                  <a:pt x="1052" y="462"/>
                </a:lnTo>
                <a:lnTo>
                  <a:pt x="1050" y="475"/>
                </a:lnTo>
                <a:lnTo>
                  <a:pt x="1048" y="488"/>
                </a:lnTo>
                <a:lnTo>
                  <a:pt x="1045" y="502"/>
                </a:lnTo>
                <a:lnTo>
                  <a:pt x="1041" y="514"/>
                </a:lnTo>
                <a:lnTo>
                  <a:pt x="1038" y="527"/>
                </a:lnTo>
                <a:lnTo>
                  <a:pt x="1033" y="540"/>
                </a:lnTo>
                <a:lnTo>
                  <a:pt x="1028" y="553"/>
                </a:lnTo>
                <a:lnTo>
                  <a:pt x="1023" y="565"/>
                </a:lnTo>
                <a:lnTo>
                  <a:pt x="1017" y="578"/>
                </a:lnTo>
                <a:lnTo>
                  <a:pt x="1011" y="590"/>
                </a:lnTo>
                <a:lnTo>
                  <a:pt x="1004" y="602"/>
                </a:lnTo>
                <a:lnTo>
                  <a:pt x="997" y="614"/>
                </a:lnTo>
                <a:lnTo>
                  <a:pt x="989" y="626"/>
                </a:lnTo>
                <a:lnTo>
                  <a:pt x="981" y="637"/>
                </a:lnTo>
                <a:lnTo>
                  <a:pt x="972" y="649"/>
                </a:lnTo>
                <a:lnTo>
                  <a:pt x="963" y="660"/>
                </a:lnTo>
                <a:lnTo>
                  <a:pt x="954" y="671"/>
                </a:lnTo>
                <a:lnTo>
                  <a:pt x="944" y="681"/>
                </a:lnTo>
                <a:lnTo>
                  <a:pt x="933" y="692"/>
                </a:lnTo>
                <a:lnTo>
                  <a:pt x="923" y="702"/>
                </a:lnTo>
                <a:lnTo>
                  <a:pt x="912" y="711"/>
                </a:lnTo>
                <a:lnTo>
                  <a:pt x="899" y="721"/>
                </a:lnTo>
                <a:lnTo>
                  <a:pt x="887" y="730"/>
                </a:lnTo>
                <a:lnTo>
                  <a:pt x="875" y="739"/>
                </a:lnTo>
                <a:lnTo>
                  <a:pt x="862" y="748"/>
                </a:lnTo>
                <a:lnTo>
                  <a:pt x="849" y="756"/>
                </a:lnTo>
                <a:lnTo>
                  <a:pt x="836" y="764"/>
                </a:lnTo>
                <a:lnTo>
                  <a:pt x="823" y="772"/>
                </a:lnTo>
                <a:lnTo>
                  <a:pt x="809" y="779"/>
                </a:lnTo>
                <a:lnTo>
                  <a:pt x="795" y="786"/>
                </a:lnTo>
                <a:lnTo>
                  <a:pt x="780" y="792"/>
                </a:lnTo>
                <a:lnTo>
                  <a:pt x="766" y="799"/>
                </a:lnTo>
                <a:lnTo>
                  <a:pt x="751" y="804"/>
                </a:lnTo>
                <a:lnTo>
                  <a:pt x="736" y="810"/>
                </a:lnTo>
                <a:lnTo>
                  <a:pt x="721" y="815"/>
                </a:lnTo>
                <a:lnTo>
                  <a:pt x="705" y="820"/>
                </a:lnTo>
                <a:lnTo>
                  <a:pt x="689" y="824"/>
                </a:lnTo>
                <a:lnTo>
                  <a:pt x="674" y="828"/>
                </a:lnTo>
                <a:lnTo>
                  <a:pt x="658" y="832"/>
                </a:lnTo>
                <a:lnTo>
                  <a:pt x="642" y="835"/>
                </a:lnTo>
                <a:lnTo>
                  <a:pt x="625" y="838"/>
                </a:lnTo>
                <a:lnTo>
                  <a:pt x="609" y="840"/>
                </a:lnTo>
                <a:lnTo>
                  <a:pt x="593" y="842"/>
                </a:lnTo>
                <a:lnTo>
                  <a:pt x="576" y="844"/>
                </a:lnTo>
                <a:lnTo>
                  <a:pt x="560" y="845"/>
                </a:lnTo>
                <a:lnTo>
                  <a:pt x="543" y="845"/>
                </a:lnTo>
                <a:lnTo>
                  <a:pt x="527" y="846"/>
                </a:lnTo>
                <a:lnTo>
                  <a:pt x="510" y="845"/>
                </a:lnTo>
                <a:lnTo>
                  <a:pt x="494" y="845"/>
                </a:lnTo>
                <a:lnTo>
                  <a:pt x="477" y="844"/>
                </a:lnTo>
                <a:lnTo>
                  <a:pt x="461" y="842"/>
                </a:lnTo>
                <a:lnTo>
                  <a:pt x="444" y="840"/>
                </a:lnTo>
                <a:lnTo>
                  <a:pt x="428" y="838"/>
                </a:lnTo>
                <a:lnTo>
                  <a:pt x="412" y="835"/>
                </a:lnTo>
                <a:lnTo>
                  <a:pt x="396" y="832"/>
                </a:lnTo>
                <a:lnTo>
                  <a:pt x="380" y="828"/>
                </a:lnTo>
                <a:lnTo>
                  <a:pt x="364" y="824"/>
                </a:lnTo>
                <a:lnTo>
                  <a:pt x="348" y="820"/>
                </a:lnTo>
                <a:lnTo>
                  <a:pt x="333" y="815"/>
                </a:lnTo>
                <a:lnTo>
                  <a:pt x="318" y="810"/>
                </a:lnTo>
                <a:lnTo>
                  <a:pt x="303" y="804"/>
                </a:lnTo>
                <a:lnTo>
                  <a:pt x="288" y="799"/>
                </a:lnTo>
                <a:lnTo>
                  <a:pt x="273" y="792"/>
                </a:lnTo>
                <a:lnTo>
                  <a:pt x="259" y="786"/>
                </a:lnTo>
                <a:lnTo>
                  <a:pt x="245" y="779"/>
                </a:lnTo>
                <a:lnTo>
                  <a:pt x="231" y="772"/>
                </a:lnTo>
                <a:lnTo>
                  <a:pt x="217" y="764"/>
                </a:lnTo>
                <a:lnTo>
                  <a:pt x="204" y="756"/>
                </a:lnTo>
                <a:lnTo>
                  <a:pt x="191" y="748"/>
                </a:lnTo>
                <a:lnTo>
                  <a:pt x="179" y="739"/>
                </a:lnTo>
                <a:lnTo>
                  <a:pt x="166" y="730"/>
                </a:lnTo>
                <a:lnTo>
                  <a:pt x="155" y="721"/>
                </a:lnTo>
                <a:lnTo>
                  <a:pt x="143" y="711"/>
                </a:lnTo>
                <a:lnTo>
                  <a:pt x="132" y="702"/>
                </a:lnTo>
                <a:lnTo>
                  <a:pt x="121" y="692"/>
                </a:lnTo>
                <a:lnTo>
                  <a:pt x="111" y="681"/>
                </a:lnTo>
                <a:lnTo>
                  <a:pt x="101" y="671"/>
                </a:lnTo>
                <a:lnTo>
                  <a:pt x="91" y="660"/>
                </a:lnTo>
                <a:lnTo>
                  <a:pt x="82" y="649"/>
                </a:lnTo>
                <a:lnTo>
                  <a:pt x="74" y="637"/>
                </a:lnTo>
                <a:lnTo>
                  <a:pt x="66" y="626"/>
                </a:lnTo>
                <a:lnTo>
                  <a:pt x="58" y="614"/>
                </a:lnTo>
                <a:lnTo>
                  <a:pt x="51" y="602"/>
                </a:lnTo>
                <a:lnTo>
                  <a:pt x="44" y="590"/>
                </a:lnTo>
                <a:lnTo>
                  <a:pt x="37" y="578"/>
                </a:lnTo>
                <a:lnTo>
                  <a:pt x="32" y="565"/>
                </a:lnTo>
                <a:lnTo>
                  <a:pt x="26" y="553"/>
                </a:lnTo>
                <a:lnTo>
                  <a:pt x="21" y="540"/>
                </a:lnTo>
                <a:lnTo>
                  <a:pt x="17" y="527"/>
                </a:lnTo>
                <a:lnTo>
                  <a:pt x="13" y="514"/>
                </a:lnTo>
                <a:lnTo>
                  <a:pt x="10" y="502"/>
                </a:lnTo>
                <a:lnTo>
                  <a:pt x="7" y="488"/>
                </a:lnTo>
                <a:lnTo>
                  <a:pt x="5" y="475"/>
                </a:lnTo>
                <a:lnTo>
                  <a:pt x="3" y="462"/>
                </a:lnTo>
                <a:lnTo>
                  <a:pt x="1" y="449"/>
                </a:lnTo>
                <a:lnTo>
                  <a:pt x="1" y="436"/>
                </a:lnTo>
                <a:lnTo>
                  <a:pt x="0" y="422"/>
                </a:lnTo>
                <a:lnTo>
                  <a:pt x="1" y="409"/>
                </a:lnTo>
                <a:lnTo>
                  <a:pt x="1" y="396"/>
                </a:lnTo>
                <a:lnTo>
                  <a:pt x="3" y="383"/>
                </a:lnTo>
                <a:lnTo>
                  <a:pt x="5" y="369"/>
                </a:lnTo>
                <a:lnTo>
                  <a:pt x="7" y="356"/>
                </a:lnTo>
                <a:lnTo>
                  <a:pt x="10" y="343"/>
                </a:lnTo>
                <a:lnTo>
                  <a:pt x="13" y="330"/>
                </a:lnTo>
                <a:lnTo>
                  <a:pt x="17" y="317"/>
                </a:lnTo>
                <a:lnTo>
                  <a:pt x="21" y="305"/>
                </a:lnTo>
                <a:lnTo>
                  <a:pt x="26" y="292"/>
                </a:lnTo>
                <a:lnTo>
                  <a:pt x="32" y="279"/>
                </a:lnTo>
                <a:lnTo>
                  <a:pt x="37" y="267"/>
                </a:lnTo>
                <a:lnTo>
                  <a:pt x="44" y="255"/>
                </a:lnTo>
                <a:lnTo>
                  <a:pt x="51" y="243"/>
                </a:lnTo>
                <a:lnTo>
                  <a:pt x="58" y="231"/>
                </a:lnTo>
                <a:lnTo>
                  <a:pt x="66" y="219"/>
                </a:lnTo>
                <a:lnTo>
                  <a:pt x="74" y="207"/>
                </a:lnTo>
                <a:lnTo>
                  <a:pt x="82" y="196"/>
                </a:lnTo>
                <a:lnTo>
                  <a:pt x="91" y="185"/>
                </a:lnTo>
                <a:lnTo>
                  <a:pt x="101" y="174"/>
                </a:lnTo>
                <a:lnTo>
                  <a:pt x="111" y="164"/>
                </a:lnTo>
                <a:lnTo>
                  <a:pt x="121" y="153"/>
                </a:lnTo>
                <a:lnTo>
                  <a:pt x="132" y="143"/>
                </a:lnTo>
                <a:lnTo>
                  <a:pt x="143" y="133"/>
                </a:lnTo>
                <a:lnTo>
                  <a:pt x="155" y="124"/>
                </a:lnTo>
                <a:lnTo>
                  <a:pt x="166" y="115"/>
                </a:lnTo>
                <a:lnTo>
                  <a:pt x="179" y="106"/>
                </a:lnTo>
                <a:lnTo>
                  <a:pt x="191" y="97"/>
                </a:lnTo>
                <a:lnTo>
                  <a:pt x="204" y="89"/>
                </a:lnTo>
                <a:lnTo>
                  <a:pt x="217" y="81"/>
                </a:lnTo>
                <a:lnTo>
                  <a:pt x="231" y="73"/>
                </a:lnTo>
                <a:lnTo>
                  <a:pt x="245" y="66"/>
                </a:lnTo>
                <a:lnTo>
                  <a:pt x="259" y="59"/>
                </a:lnTo>
                <a:lnTo>
                  <a:pt x="273" y="52"/>
                </a:lnTo>
                <a:lnTo>
                  <a:pt x="288" y="46"/>
                </a:lnTo>
                <a:lnTo>
                  <a:pt x="303" y="40"/>
                </a:lnTo>
                <a:lnTo>
                  <a:pt x="318" y="35"/>
                </a:lnTo>
                <a:lnTo>
                  <a:pt x="333" y="30"/>
                </a:lnTo>
                <a:lnTo>
                  <a:pt x="348" y="25"/>
                </a:lnTo>
                <a:lnTo>
                  <a:pt x="364" y="21"/>
                </a:lnTo>
                <a:lnTo>
                  <a:pt x="380" y="17"/>
                </a:lnTo>
                <a:lnTo>
                  <a:pt x="396" y="13"/>
                </a:lnTo>
                <a:lnTo>
                  <a:pt x="412" y="10"/>
                </a:lnTo>
                <a:lnTo>
                  <a:pt x="428" y="8"/>
                </a:lnTo>
                <a:lnTo>
                  <a:pt x="444" y="5"/>
                </a:lnTo>
                <a:lnTo>
                  <a:pt x="461" y="3"/>
                </a:lnTo>
                <a:lnTo>
                  <a:pt x="477" y="2"/>
                </a:lnTo>
                <a:lnTo>
                  <a:pt x="494" y="1"/>
                </a:lnTo>
                <a:lnTo>
                  <a:pt x="510" y="0"/>
                </a:lnTo>
                <a:lnTo>
                  <a:pt x="527" y="0"/>
                </a:lnTo>
                <a:lnTo>
                  <a:pt x="543" y="0"/>
                </a:lnTo>
                <a:lnTo>
                  <a:pt x="560" y="1"/>
                </a:lnTo>
                <a:lnTo>
                  <a:pt x="576" y="2"/>
                </a:lnTo>
                <a:lnTo>
                  <a:pt x="593" y="3"/>
                </a:lnTo>
                <a:lnTo>
                  <a:pt x="609" y="5"/>
                </a:lnTo>
                <a:lnTo>
                  <a:pt x="625" y="8"/>
                </a:lnTo>
                <a:lnTo>
                  <a:pt x="642" y="10"/>
                </a:lnTo>
                <a:lnTo>
                  <a:pt x="658" y="13"/>
                </a:lnTo>
                <a:lnTo>
                  <a:pt x="674" y="17"/>
                </a:lnTo>
                <a:lnTo>
                  <a:pt x="689" y="21"/>
                </a:lnTo>
                <a:lnTo>
                  <a:pt x="705" y="25"/>
                </a:lnTo>
                <a:lnTo>
                  <a:pt x="721" y="30"/>
                </a:lnTo>
                <a:lnTo>
                  <a:pt x="736" y="35"/>
                </a:lnTo>
                <a:lnTo>
                  <a:pt x="751" y="40"/>
                </a:lnTo>
                <a:lnTo>
                  <a:pt x="766" y="46"/>
                </a:lnTo>
                <a:lnTo>
                  <a:pt x="780" y="52"/>
                </a:lnTo>
                <a:lnTo>
                  <a:pt x="795" y="59"/>
                </a:lnTo>
                <a:lnTo>
                  <a:pt x="809" y="66"/>
                </a:lnTo>
                <a:lnTo>
                  <a:pt x="823" y="73"/>
                </a:lnTo>
                <a:lnTo>
                  <a:pt x="836" y="81"/>
                </a:lnTo>
                <a:lnTo>
                  <a:pt x="849" y="89"/>
                </a:lnTo>
                <a:lnTo>
                  <a:pt x="862" y="97"/>
                </a:lnTo>
                <a:lnTo>
                  <a:pt x="875" y="106"/>
                </a:lnTo>
                <a:lnTo>
                  <a:pt x="887" y="115"/>
                </a:lnTo>
                <a:lnTo>
                  <a:pt x="899" y="124"/>
                </a:lnTo>
                <a:lnTo>
                  <a:pt x="912" y="133"/>
                </a:lnTo>
                <a:lnTo>
                  <a:pt x="923" y="143"/>
                </a:lnTo>
                <a:lnTo>
                  <a:pt x="933" y="153"/>
                </a:lnTo>
                <a:lnTo>
                  <a:pt x="944" y="164"/>
                </a:lnTo>
                <a:lnTo>
                  <a:pt x="954" y="174"/>
                </a:lnTo>
                <a:lnTo>
                  <a:pt x="963" y="185"/>
                </a:lnTo>
                <a:lnTo>
                  <a:pt x="972" y="196"/>
                </a:lnTo>
                <a:lnTo>
                  <a:pt x="981" y="207"/>
                </a:lnTo>
                <a:lnTo>
                  <a:pt x="989" y="219"/>
                </a:lnTo>
                <a:lnTo>
                  <a:pt x="997" y="231"/>
                </a:lnTo>
                <a:lnTo>
                  <a:pt x="1004" y="243"/>
                </a:lnTo>
                <a:lnTo>
                  <a:pt x="1011" y="255"/>
                </a:lnTo>
                <a:lnTo>
                  <a:pt x="1017" y="267"/>
                </a:lnTo>
                <a:lnTo>
                  <a:pt x="1023" y="279"/>
                </a:lnTo>
                <a:lnTo>
                  <a:pt x="1028" y="292"/>
                </a:lnTo>
                <a:lnTo>
                  <a:pt x="1033" y="305"/>
                </a:lnTo>
                <a:lnTo>
                  <a:pt x="1038" y="317"/>
                </a:lnTo>
                <a:lnTo>
                  <a:pt x="1041" y="330"/>
                </a:lnTo>
                <a:lnTo>
                  <a:pt x="1045" y="343"/>
                </a:lnTo>
                <a:lnTo>
                  <a:pt x="1048" y="356"/>
                </a:lnTo>
                <a:lnTo>
                  <a:pt x="1050" y="369"/>
                </a:lnTo>
                <a:lnTo>
                  <a:pt x="1052" y="383"/>
                </a:lnTo>
                <a:lnTo>
                  <a:pt x="1053" y="396"/>
                </a:lnTo>
                <a:lnTo>
                  <a:pt x="1054" y="409"/>
                </a:lnTo>
                <a:lnTo>
                  <a:pt x="1054" y="422"/>
                </a:lnTo>
                <a:close/>
              </a:path>
            </a:pathLst>
          </a:custGeom>
          <a:solidFill>
            <a:srgbClr val="ff9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5" name=""/>
          <p:cNvSpPr/>
          <p:nvPr/>
        </p:nvSpPr>
        <p:spPr>
          <a:xfrm>
            <a:off x="4788360" y="1675080"/>
            <a:ext cx="380880" cy="305640"/>
          </a:xfrm>
          <a:custGeom>
            <a:avLst/>
            <a:gdLst/>
            <a:ahLst/>
            <a:rect l="0" t="0" r="r" b="b"/>
            <a:pathLst>
              <a:path w="1058" h="849">
                <a:moveTo>
                  <a:pt x="1056" y="425"/>
                </a:moveTo>
                <a:lnTo>
                  <a:pt x="1056" y="412"/>
                </a:lnTo>
                <a:lnTo>
                  <a:pt x="1055" y="399"/>
                </a:lnTo>
                <a:lnTo>
                  <a:pt x="1054" y="386"/>
                </a:lnTo>
                <a:lnTo>
                  <a:pt x="1052" y="372"/>
                </a:lnTo>
                <a:lnTo>
                  <a:pt x="1050" y="359"/>
                </a:lnTo>
                <a:lnTo>
                  <a:pt x="1047" y="346"/>
                </a:lnTo>
                <a:lnTo>
                  <a:pt x="1043" y="333"/>
                </a:lnTo>
                <a:lnTo>
                  <a:pt x="1040" y="320"/>
                </a:lnTo>
                <a:lnTo>
                  <a:pt x="1035" y="308"/>
                </a:lnTo>
                <a:lnTo>
                  <a:pt x="1030" y="295"/>
                </a:lnTo>
                <a:lnTo>
                  <a:pt x="1025" y="282"/>
                </a:lnTo>
                <a:lnTo>
                  <a:pt x="1019" y="270"/>
                </a:lnTo>
                <a:lnTo>
                  <a:pt x="1013" y="258"/>
                </a:lnTo>
                <a:lnTo>
                  <a:pt x="1006" y="246"/>
                </a:lnTo>
                <a:lnTo>
                  <a:pt x="999" y="234"/>
                </a:lnTo>
                <a:lnTo>
                  <a:pt x="991" y="222"/>
                </a:lnTo>
                <a:lnTo>
                  <a:pt x="983" y="210"/>
                </a:lnTo>
                <a:lnTo>
                  <a:pt x="974" y="199"/>
                </a:lnTo>
                <a:lnTo>
                  <a:pt x="964" y="188"/>
                </a:lnTo>
                <a:lnTo>
                  <a:pt x="955" y="177"/>
                </a:lnTo>
                <a:lnTo>
                  <a:pt x="945" y="167"/>
                </a:lnTo>
                <a:lnTo>
                  <a:pt x="934" y="156"/>
                </a:lnTo>
                <a:lnTo>
                  <a:pt x="924" y="146"/>
                </a:lnTo>
                <a:lnTo>
                  <a:pt x="913" y="136"/>
                </a:lnTo>
                <a:lnTo>
                  <a:pt x="901" y="127"/>
                </a:lnTo>
                <a:lnTo>
                  <a:pt x="889" y="118"/>
                </a:lnTo>
                <a:lnTo>
                  <a:pt x="877" y="109"/>
                </a:lnTo>
                <a:lnTo>
                  <a:pt x="864" y="100"/>
                </a:lnTo>
                <a:lnTo>
                  <a:pt x="851" y="92"/>
                </a:lnTo>
                <a:lnTo>
                  <a:pt x="838" y="84"/>
                </a:lnTo>
                <a:lnTo>
                  <a:pt x="825" y="76"/>
                </a:lnTo>
                <a:lnTo>
                  <a:pt x="811" y="69"/>
                </a:lnTo>
                <a:lnTo>
                  <a:pt x="797" y="62"/>
                </a:lnTo>
                <a:lnTo>
                  <a:pt x="782" y="55"/>
                </a:lnTo>
                <a:lnTo>
                  <a:pt x="768" y="49"/>
                </a:lnTo>
                <a:lnTo>
                  <a:pt x="753" y="43"/>
                </a:lnTo>
                <a:lnTo>
                  <a:pt x="738" y="38"/>
                </a:lnTo>
                <a:lnTo>
                  <a:pt x="723" y="33"/>
                </a:lnTo>
                <a:lnTo>
                  <a:pt x="707" y="28"/>
                </a:lnTo>
                <a:lnTo>
                  <a:pt x="691" y="24"/>
                </a:lnTo>
                <a:lnTo>
                  <a:pt x="676" y="20"/>
                </a:lnTo>
                <a:lnTo>
                  <a:pt x="660" y="16"/>
                </a:lnTo>
                <a:lnTo>
                  <a:pt x="644" y="13"/>
                </a:lnTo>
                <a:lnTo>
                  <a:pt x="627" y="10"/>
                </a:lnTo>
                <a:lnTo>
                  <a:pt x="611" y="7"/>
                </a:lnTo>
                <a:lnTo>
                  <a:pt x="595" y="5"/>
                </a:lnTo>
                <a:lnTo>
                  <a:pt x="578" y="4"/>
                </a:lnTo>
                <a:lnTo>
                  <a:pt x="562" y="3"/>
                </a:lnTo>
                <a:lnTo>
                  <a:pt x="545" y="2"/>
                </a:lnTo>
                <a:lnTo>
                  <a:pt x="529" y="2"/>
                </a:lnTo>
                <a:lnTo>
                  <a:pt x="512" y="2"/>
                </a:lnTo>
                <a:lnTo>
                  <a:pt x="496" y="3"/>
                </a:lnTo>
                <a:lnTo>
                  <a:pt x="479" y="4"/>
                </a:lnTo>
                <a:lnTo>
                  <a:pt x="463" y="5"/>
                </a:lnTo>
                <a:lnTo>
                  <a:pt x="446" y="7"/>
                </a:lnTo>
                <a:lnTo>
                  <a:pt x="430" y="10"/>
                </a:lnTo>
                <a:lnTo>
                  <a:pt x="414" y="13"/>
                </a:lnTo>
                <a:lnTo>
                  <a:pt x="398" y="16"/>
                </a:lnTo>
                <a:lnTo>
                  <a:pt x="382" y="20"/>
                </a:lnTo>
                <a:lnTo>
                  <a:pt x="366" y="24"/>
                </a:lnTo>
                <a:lnTo>
                  <a:pt x="350" y="28"/>
                </a:lnTo>
                <a:lnTo>
                  <a:pt x="335" y="33"/>
                </a:lnTo>
                <a:lnTo>
                  <a:pt x="320" y="38"/>
                </a:lnTo>
                <a:lnTo>
                  <a:pt x="305" y="43"/>
                </a:lnTo>
                <a:lnTo>
                  <a:pt x="290" y="49"/>
                </a:lnTo>
                <a:lnTo>
                  <a:pt x="275" y="55"/>
                </a:lnTo>
                <a:lnTo>
                  <a:pt x="261" y="62"/>
                </a:lnTo>
                <a:lnTo>
                  <a:pt x="247" y="69"/>
                </a:lnTo>
                <a:lnTo>
                  <a:pt x="233" y="76"/>
                </a:lnTo>
                <a:lnTo>
                  <a:pt x="219" y="84"/>
                </a:lnTo>
                <a:lnTo>
                  <a:pt x="206" y="92"/>
                </a:lnTo>
                <a:lnTo>
                  <a:pt x="193" y="100"/>
                </a:lnTo>
                <a:lnTo>
                  <a:pt x="181" y="109"/>
                </a:lnTo>
                <a:lnTo>
                  <a:pt x="168" y="118"/>
                </a:lnTo>
                <a:lnTo>
                  <a:pt x="157" y="127"/>
                </a:lnTo>
                <a:lnTo>
                  <a:pt x="145" y="136"/>
                </a:lnTo>
                <a:lnTo>
                  <a:pt x="134" y="146"/>
                </a:lnTo>
                <a:lnTo>
                  <a:pt x="123" y="156"/>
                </a:lnTo>
                <a:lnTo>
                  <a:pt x="113" y="167"/>
                </a:lnTo>
                <a:lnTo>
                  <a:pt x="103" y="177"/>
                </a:lnTo>
                <a:lnTo>
                  <a:pt x="93" y="188"/>
                </a:lnTo>
                <a:lnTo>
                  <a:pt x="84" y="199"/>
                </a:lnTo>
                <a:lnTo>
                  <a:pt x="76" y="210"/>
                </a:lnTo>
                <a:lnTo>
                  <a:pt x="68" y="222"/>
                </a:lnTo>
                <a:lnTo>
                  <a:pt x="60" y="234"/>
                </a:lnTo>
                <a:lnTo>
                  <a:pt x="53" y="246"/>
                </a:lnTo>
                <a:lnTo>
                  <a:pt x="46" y="258"/>
                </a:lnTo>
                <a:lnTo>
                  <a:pt x="39" y="270"/>
                </a:lnTo>
                <a:lnTo>
                  <a:pt x="34" y="282"/>
                </a:lnTo>
                <a:lnTo>
                  <a:pt x="28" y="295"/>
                </a:lnTo>
                <a:lnTo>
                  <a:pt x="23" y="308"/>
                </a:lnTo>
                <a:lnTo>
                  <a:pt x="19" y="320"/>
                </a:lnTo>
                <a:lnTo>
                  <a:pt x="15" y="333"/>
                </a:lnTo>
                <a:lnTo>
                  <a:pt x="12" y="346"/>
                </a:lnTo>
                <a:lnTo>
                  <a:pt x="9" y="359"/>
                </a:lnTo>
                <a:lnTo>
                  <a:pt x="7" y="372"/>
                </a:lnTo>
                <a:lnTo>
                  <a:pt x="5" y="386"/>
                </a:lnTo>
                <a:lnTo>
                  <a:pt x="3" y="399"/>
                </a:lnTo>
                <a:lnTo>
                  <a:pt x="3" y="412"/>
                </a:lnTo>
                <a:lnTo>
                  <a:pt x="2" y="425"/>
                </a:lnTo>
                <a:lnTo>
                  <a:pt x="3" y="439"/>
                </a:lnTo>
                <a:lnTo>
                  <a:pt x="3" y="452"/>
                </a:lnTo>
                <a:lnTo>
                  <a:pt x="5" y="465"/>
                </a:lnTo>
                <a:lnTo>
                  <a:pt x="7" y="478"/>
                </a:lnTo>
                <a:lnTo>
                  <a:pt x="9" y="491"/>
                </a:lnTo>
                <a:lnTo>
                  <a:pt x="12" y="505"/>
                </a:lnTo>
                <a:lnTo>
                  <a:pt x="15" y="517"/>
                </a:lnTo>
                <a:lnTo>
                  <a:pt x="19" y="530"/>
                </a:lnTo>
                <a:lnTo>
                  <a:pt x="23" y="543"/>
                </a:lnTo>
                <a:lnTo>
                  <a:pt x="28" y="556"/>
                </a:lnTo>
                <a:lnTo>
                  <a:pt x="34" y="568"/>
                </a:lnTo>
                <a:lnTo>
                  <a:pt x="39" y="581"/>
                </a:lnTo>
                <a:lnTo>
                  <a:pt x="46" y="593"/>
                </a:lnTo>
                <a:lnTo>
                  <a:pt x="53" y="605"/>
                </a:lnTo>
                <a:lnTo>
                  <a:pt x="60" y="617"/>
                </a:lnTo>
                <a:lnTo>
                  <a:pt x="68" y="629"/>
                </a:lnTo>
                <a:lnTo>
                  <a:pt x="76" y="640"/>
                </a:lnTo>
                <a:lnTo>
                  <a:pt x="84" y="652"/>
                </a:lnTo>
                <a:lnTo>
                  <a:pt x="93" y="663"/>
                </a:lnTo>
                <a:lnTo>
                  <a:pt x="103" y="674"/>
                </a:lnTo>
                <a:lnTo>
                  <a:pt x="113" y="684"/>
                </a:lnTo>
                <a:lnTo>
                  <a:pt x="123" y="695"/>
                </a:lnTo>
                <a:lnTo>
                  <a:pt x="134" y="705"/>
                </a:lnTo>
                <a:lnTo>
                  <a:pt x="145" y="714"/>
                </a:lnTo>
                <a:lnTo>
                  <a:pt x="157" y="724"/>
                </a:lnTo>
                <a:lnTo>
                  <a:pt x="168" y="733"/>
                </a:lnTo>
                <a:lnTo>
                  <a:pt x="181" y="742"/>
                </a:lnTo>
                <a:lnTo>
                  <a:pt x="193" y="751"/>
                </a:lnTo>
                <a:lnTo>
                  <a:pt x="206" y="759"/>
                </a:lnTo>
                <a:lnTo>
                  <a:pt x="219" y="767"/>
                </a:lnTo>
                <a:lnTo>
                  <a:pt x="233" y="775"/>
                </a:lnTo>
                <a:lnTo>
                  <a:pt x="247" y="782"/>
                </a:lnTo>
                <a:lnTo>
                  <a:pt x="261" y="789"/>
                </a:lnTo>
                <a:lnTo>
                  <a:pt x="275" y="795"/>
                </a:lnTo>
                <a:lnTo>
                  <a:pt x="290" y="802"/>
                </a:lnTo>
                <a:lnTo>
                  <a:pt x="305" y="807"/>
                </a:lnTo>
                <a:lnTo>
                  <a:pt x="320" y="813"/>
                </a:lnTo>
                <a:lnTo>
                  <a:pt x="335" y="818"/>
                </a:lnTo>
                <a:lnTo>
                  <a:pt x="350" y="823"/>
                </a:lnTo>
                <a:lnTo>
                  <a:pt x="366" y="827"/>
                </a:lnTo>
                <a:lnTo>
                  <a:pt x="382" y="831"/>
                </a:lnTo>
                <a:lnTo>
                  <a:pt x="398" y="834"/>
                </a:lnTo>
                <a:lnTo>
                  <a:pt x="414" y="837"/>
                </a:lnTo>
                <a:lnTo>
                  <a:pt x="430" y="840"/>
                </a:lnTo>
                <a:lnTo>
                  <a:pt x="446" y="842"/>
                </a:lnTo>
                <a:lnTo>
                  <a:pt x="463" y="844"/>
                </a:lnTo>
                <a:lnTo>
                  <a:pt x="479" y="846"/>
                </a:lnTo>
                <a:lnTo>
                  <a:pt x="496" y="847"/>
                </a:lnTo>
                <a:lnTo>
                  <a:pt x="512" y="847"/>
                </a:lnTo>
                <a:lnTo>
                  <a:pt x="529" y="848"/>
                </a:lnTo>
                <a:lnTo>
                  <a:pt x="545" y="847"/>
                </a:lnTo>
                <a:lnTo>
                  <a:pt x="562" y="847"/>
                </a:lnTo>
                <a:lnTo>
                  <a:pt x="578" y="846"/>
                </a:lnTo>
                <a:lnTo>
                  <a:pt x="595" y="844"/>
                </a:lnTo>
                <a:lnTo>
                  <a:pt x="611" y="842"/>
                </a:lnTo>
                <a:lnTo>
                  <a:pt x="627" y="840"/>
                </a:lnTo>
                <a:lnTo>
                  <a:pt x="644" y="837"/>
                </a:lnTo>
                <a:lnTo>
                  <a:pt x="660" y="834"/>
                </a:lnTo>
                <a:lnTo>
                  <a:pt x="676" y="831"/>
                </a:lnTo>
                <a:lnTo>
                  <a:pt x="691" y="827"/>
                </a:lnTo>
                <a:lnTo>
                  <a:pt x="707" y="823"/>
                </a:lnTo>
                <a:lnTo>
                  <a:pt x="723" y="818"/>
                </a:lnTo>
                <a:lnTo>
                  <a:pt x="738" y="813"/>
                </a:lnTo>
                <a:lnTo>
                  <a:pt x="753" y="807"/>
                </a:lnTo>
                <a:lnTo>
                  <a:pt x="768" y="802"/>
                </a:lnTo>
                <a:lnTo>
                  <a:pt x="782" y="795"/>
                </a:lnTo>
                <a:lnTo>
                  <a:pt x="797" y="789"/>
                </a:lnTo>
                <a:lnTo>
                  <a:pt x="811" y="782"/>
                </a:lnTo>
                <a:lnTo>
                  <a:pt x="825" y="775"/>
                </a:lnTo>
                <a:lnTo>
                  <a:pt x="838" y="767"/>
                </a:lnTo>
                <a:lnTo>
                  <a:pt x="851" y="759"/>
                </a:lnTo>
                <a:lnTo>
                  <a:pt x="864" y="751"/>
                </a:lnTo>
                <a:lnTo>
                  <a:pt x="877" y="742"/>
                </a:lnTo>
                <a:lnTo>
                  <a:pt x="889" y="733"/>
                </a:lnTo>
                <a:lnTo>
                  <a:pt x="901" y="724"/>
                </a:lnTo>
                <a:lnTo>
                  <a:pt x="913" y="714"/>
                </a:lnTo>
                <a:lnTo>
                  <a:pt x="924" y="705"/>
                </a:lnTo>
                <a:lnTo>
                  <a:pt x="934" y="695"/>
                </a:lnTo>
                <a:lnTo>
                  <a:pt x="945" y="684"/>
                </a:lnTo>
                <a:lnTo>
                  <a:pt x="955" y="674"/>
                </a:lnTo>
                <a:lnTo>
                  <a:pt x="964" y="663"/>
                </a:lnTo>
                <a:lnTo>
                  <a:pt x="974" y="652"/>
                </a:lnTo>
                <a:lnTo>
                  <a:pt x="983" y="640"/>
                </a:lnTo>
                <a:lnTo>
                  <a:pt x="991" y="629"/>
                </a:lnTo>
                <a:lnTo>
                  <a:pt x="999" y="617"/>
                </a:lnTo>
                <a:lnTo>
                  <a:pt x="1006" y="605"/>
                </a:lnTo>
                <a:lnTo>
                  <a:pt x="1013" y="593"/>
                </a:lnTo>
                <a:lnTo>
                  <a:pt x="1019" y="581"/>
                </a:lnTo>
                <a:lnTo>
                  <a:pt x="1025" y="568"/>
                </a:lnTo>
                <a:lnTo>
                  <a:pt x="1030" y="556"/>
                </a:lnTo>
                <a:lnTo>
                  <a:pt x="1035" y="543"/>
                </a:lnTo>
                <a:lnTo>
                  <a:pt x="1040" y="530"/>
                </a:lnTo>
                <a:lnTo>
                  <a:pt x="1043" y="517"/>
                </a:lnTo>
                <a:lnTo>
                  <a:pt x="1047" y="505"/>
                </a:lnTo>
                <a:lnTo>
                  <a:pt x="1050" y="491"/>
                </a:lnTo>
                <a:lnTo>
                  <a:pt x="1052" y="478"/>
                </a:lnTo>
                <a:lnTo>
                  <a:pt x="1054" y="465"/>
                </a:lnTo>
                <a:lnTo>
                  <a:pt x="1055" y="452"/>
                </a:lnTo>
                <a:lnTo>
                  <a:pt x="1056" y="439"/>
                </a:lnTo>
                <a:lnTo>
                  <a:pt x="1056" y="425"/>
                </a:lnTo>
                <a:moveTo>
                  <a:pt x="1058" y="425"/>
                </a:moveTo>
                <a:lnTo>
                  <a:pt x="1058" y="439"/>
                </a:lnTo>
                <a:lnTo>
                  <a:pt x="1057" y="452"/>
                </a:lnTo>
                <a:lnTo>
                  <a:pt x="1056" y="465"/>
                </a:lnTo>
                <a:lnTo>
                  <a:pt x="1054" y="479"/>
                </a:lnTo>
                <a:lnTo>
                  <a:pt x="1052" y="492"/>
                </a:lnTo>
                <a:lnTo>
                  <a:pt x="1049" y="505"/>
                </a:lnTo>
                <a:lnTo>
                  <a:pt x="1046" y="518"/>
                </a:lnTo>
                <a:lnTo>
                  <a:pt x="1042" y="531"/>
                </a:lnTo>
                <a:lnTo>
                  <a:pt x="1037" y="544"/>
                </a:lnTo>
                <a:lnTo>
                  <a:pt x="1033" y="556"/>
                </a:lnTo>
                <a:lnTo>
                  <a:pt x="1027" y="569"/>
                </a:lnTo>
                <a:lnTo>
                  <a:pt x="1021" y="581"/>
                </a:lnTo>
                <a:lnTo>
                  <a:pt x="1015" y="594"/>
                </a:lnTo>
                <a:lnTo>
                  <a:pt x="1008" y="606"/>
                </a:lnTo>
                <a:lnTo>
                  <a:pt x="1001" y="618"/>
                </a:lnTo>
                <a:lnTo>
                  <a:pt x="993" y="630"/>
                </a:lnTo>
                <a:lnTo>
                  <a:pt x="985" y="641"/>
                </a:lnTo>
                <a:lnTo>
                  <a:pt x="976" y="653"/>
                </a:lnTo>
                <a:lnTo>
                  <a:pt x="966" y="664"/>
                </a:lnTo>
                <a:lnTo>
                  <a:pt x="957" y="675"/>
                </a:lnTo>
                <a:lnTo>
                  <a:pt x="947" y="685"/>
                </a:lnTo>
                <a:lnTo>
                  <a:pt x="936" y="696"/>
                </a:lnTo>
                <a:lnTo>
                  <a:pt x="925" y="706"/>
                </a:lnTo>
                <a:lnTo>
                  <a:pt x="914" y="716"/>
                </a:lnTo>
                <a:lnTo>
                  <a:pt x="903" y="725"/>
                </a:lnTo>
                <a:lnTo>
                  <a:pt x="891" y="735"/>
                </a:lnTo>
                <a:lnTo>
                  <a:pt x="878" y="743"/>
                </a:lnTo>
                <a:lnTo>
                  <a:pt x="866" y="752"/>
                </a:lnTo>
                <a:lnTo>
                  <a:pt x="853" y="760"/>
                </a:lnTo>
                <a:lnTo>
                  <a:pt x="840" y="768"/>
                </a:lnTo>
                <a:lnTo>
                  <a:pt x="826" y="776"/>
                </a:lnTo>
                <a:lnTo>
                  <a:pt x="812" y="783"/>
                </a:lnTo>
                <a:lnTo>
                  <a:pt x="798" y="790"/>
                </a:lnTo>
                <a:lnTo>
                  <a:pt x="783" y="797"/>
                </a:lnTo>
                <a:lnTo>
                  <a:pt x="769" y="803"/>
                </a:lnTo>
                <a:lnTo>
                  <a:pt x="754" y="809"/>
                </a:lnTo>
                <a:lnTo>
                  <a:pt x="739" y="815"/>
                </a:lnTo>
                <a:lnTo>
                  <a:pt x="723" y="820"/>
                </a:lnTo>
                <a:lnTo>
                  <a:pt x="708" y="824"/>
                </a:lnTo>
                <a:lnTo>
                  <a:pt x="692" y="829"/>
                </a:lnTo>
                <a:lnTo>
                  <a:pt x="676" y="833"/>
                </a:lnTo>
                <a:lnTo>
                  <a:pt x="660" y="836"/>
                </a:lnTo>
                <a:lnTo>
                  <a:pt x="644" y="839"/>
                </a:lnTo>
                <a:lnTo>
                  <a:pt x="628" y="842"/>
                </a:lnTo>
                <a:lnTo>
                  <a:pt x="612" y="844"/>
                </a:lnTo>
                <a:lnTo>
                  <a:pt x="595" y="846"/>
                </a:lnTo>
                <a:lnTo>
                  <a:pt x="579" y="848"/>
                </a:lnTo>
                <a:lnTo>
                  <a:pt x="562" y="849"/>
                </a:lnTo>
                <a:lnTo>
                  <a:pt x="545" y="849"/>
                </a:lnTo>
                <a:lnTo>
                  <a:pt x="529" y="849"/>
                </a:lnTo>
                <a:lnTo>
                  <a:pt x="512" y="849"/>
                </a:lnTo>
                <a:lnTo>
                  <a:pt x="496" y="849"/>
                </a:lnTo>
                <a:lnTo>
                  <a:pt x="479" y="848"/>
                </a:lnTo>
                <a:lnTo>
                  <a:pt x="463" y="846"/>
                </a:lnTo>
                <a:lnTo>
                  <a:pt x="446" y="844"/>
                </a:lnTo>
                <a:lnTo>
                  <a:pt x="430" y="842"/>
                </a:lnTo>
                <a:lnTo>
                  <a:pt x="413" y="839"/>
                </a:lnTo>
                <a:lnTo>
                  <a:pt x="397" y="836"/>
                </a:lnTo>
                <a:lnTo>
                  <a:pt x="381" y="833"/>
                </a:lnTo>
                <a:lnTo>
                  <a:pt x="365" y="829"/>
                </a:lnTo>
                <a:lnTo>
                  <a:pt x="350" y="824"/>
                </a:lnTo>
                <a:lnTo>
                  <a:pt x="334" y="820"/>
                </a:lnTo>
                <a:lnTo>
                  <a:pt x="319" y="815"/>
                </a:lnTo>
                <a:lnTo>
                  <a:pt x="304" y="809"/>
                </a:lnTo>
                <a:lnTo>
                  <a:pt x="289" y="803"/>
                </a:lnTo>
                <a:lnTo>
                  <a:pt x="274" y="797"/>
                </a:lnTo>
                <a:lnTo>
                  <a:pt x="260" y="790"/>
                </a:lnTo>
                <a:lnTo>
                  <a:pt x="246" y="783"/>
                </a:lnTo>
                <a:lnTo>
                  <a:pt x="232" y="776"/>
                </a:lnTo>
                <a:lnTo>
                  <a:pt x="218" y="768"/>
                </a:lnTo>
                <a:lnTo>
                  <a:pt x="205" y="760"/>
                </a:lnTo>
                <a:lnTo>
                  <a:pt x="192" y="752"/>
                </a:lnTo>
                <a:lnTo>
                  <a:pt x="179" y="743"/>
                </a:lnTo>
                <a:lnTo>
                  <a:pt x="167" y="735"/>
                </a:lnTo>
                <a:lnTo>
                  <a:pt x="155" y="725"/>
                </a:lnTo>
                <a:lnTo>
                  <a:pt x="143" y="716"/>
                </a:lnTo>
                <a:lnTo>
                  <a:pt x="132" y="706"/>
                </a:lnTo>
                <a:lnTo>
                  <a:pt x="121" y="696"/>
                </a:lnTo>
                <a:lnTo>
                  <a:pt x="111" y="685"/>
                </a:lnTo>
                <a:lnTo>
                  <a:pt x="101" y="675"/>
                </a:lnTo>
                <a:lnTo>
                  <a:pt x="92" y="664"/>
                </a:lnTo>
                <a:lnTo>
                  <a:pt x="82" y="653"/>
                </a:lnTo>
                <a:lnTo>
                  <a:pt x="74" y="641"/>
                </a:lnTo>
                <a:lnTo>
                  <a:pt x="66" y="630"/>
                </a:lnTo>
                <a:lnTo>
                  <a:pt x="58" y="618"/>
                </a:lnTo>
                <a:lnTo>
                  <a:pt x="50" y="606"/>
                </a:lnTo>
                <a:lnTo>
                  <a:pt x="44" y="594"/>
                </a:lnTo>
                <a:lnTo>
                  <a:pt x="37" y="581"/>
                </a:lnTo>
                <a:lnTo>
                  <a:pt x="31" y="569"/>
                </a:lnTo>
                <a:lnTo>
                  <a:pt x="26" y="556"/>
                </a:lnTo>
                <a:lnTo>
                  <a:pt x="21" y="544"/>
                </a:lnTo>
                <a:lnTo>
                  <a:pt x="17" y="531"/>
                </a:lnTo>
                <a:lnTo>
                  <a:pt x="13" y="518"/>
                </a:lnTo>
                <a:lnTo>
                  <a:pt x="9" y="505"/>
                </a:lnTo>
                <a:lnTo>
                  <a:pt x="7" y="492"/>
                </a:lnTo>
                <a:lnTo>
                  <a:pt x="4" y="479"/>
                </a:lnTo>
                <a:lnTo>
                  <a:pt x="2" y="465"/>
                </a:lnTo>
                <a:lnTo>
                  <a:pt x="1" y="452"/>
                </a:lnTo>
                <a:lnTo>
                  <a:pt x="0" y="439"/>
                </a:lnTo>
                <a:lnTo>
                  <a:pt x="0" y="425"/>
                </a:lnTo>
                <a:lnTo>
                  <a:pt x="0" y="412"/>
                </a:lnTo>
                <a:lnTo>
                  <a:pt x="1" y="399"/>
                </a:lnTo>
                <a:lnTo>
                  <a:pt x="2" y="385"/>
                </a:lnTo>
                <a:lnTo>
                  <a:pt x="4" y="372"/>
                </a:lnTo>
                <a:lnTo>
                  <a:pt x="7" y="359"/>
                </a:lnTo>
                <a:lnTo>
                  <a:pt x="9" y="346"/>
                </a:lnTo>
                <a:lnTo>
                  <a:pt x="13" y="333"/>
                </a:lnTo>
                <a:lnTo>
                  <a:pt x="17" y="320"/>
                </a:lnTo>
                <a:lnTo>
                  <a:pt x="21" y="307"/>
                </a:lnTo>
                <a:lnTo>
                  <a:pt x="26" y="294"/>
                </a:lnTo>
                <a:lnTo>
                  <a:pt x="31" y="282"/>
                </a:lnTo>
                <a:lnTo>
                  <a:pt x="37" y="269"/>
                </a:lnTo>
                <a:lnTo>
                  <a:pt x="44" y="257"/>
                </a:lnTo>
                <a:lnTo>
                  <a:pt x="50" y="245"/>
                </a:lnTo>
                <a:lnTo>
                  <a:pt x="58" y="233"/>
                </a:lnTo>
                <a:lnTo>
                  <a:pt x="66" y="221"/>
                </a:lnTo>
                <a:lnTo>
                  <a:pt x="74" y="210"/>
                </a:lnTo>
                <a:lnTo>
                  <a:pt x="82" y="198"/>
                </a:lnTo>
                <a:lnTo>
                  <a:pt x="92" y="187"/>
                </a:lnTo>
                <a:lnTo>
                  <a:pt x="101" y="176"/>
                </a:lnTo>
                <a:lnTo>
                  <a:pt x="111" y="165"/>
                </a:lnTo>
                <a:lnTo>
                  <a:pt x="121" y="155"/>
                </a:lnTo>
                <a:lnTo>
                  <a:pt x="132" y="145"/>
                </a:lnTo>
                <a:lnTo>
                  <a:pt x="143" y="135"/>
                </a:lnTo>
                <a:lnTo>
                  <a:pt x="155" y="126"/>
                </a:lnTo>
                <a:lnTo>
                  <a:pt x="167" y="116"/>
                </a:lnTo>
                <a:lnTo>
                  <a:pt x="179" y="107"/>
                </a:lnTo>
                <a:lnTo>
                  <a:pt x="192" y="99"/>
                </a:lnTo>
                <a:lnTo>
                  <a:pt x="205" y="90"/>
                </a:lnTo>
                <a:lnTo>
                  <a:pt x="218" y="82"/>
                </a:lnTo>
                <a:lnTo>
                  <a:pt x="232" y="75"/>
                </a:lnTo>
                <a:lnTo>
                  <a:pt x="246" y="67"/>
                </a:lnTo>
                <a:lnTo>
                  <a:pt x="260" y="60"/>
                </a:lnTo>
                <a:lnTo>
                  <a:pt x="274" y="54"/>
                </a:lnTo>
                <a:lnTo>
                  <a:pt x="289" y="48"/>
                </a:lnTo>
                <a:lnTo>
                  <a:pt x="304" y="42"/>
                </a:lnTo>
                <a:lnTo>
                  <a:pt x="319" y="36"/>
                </a:lnTo>
                <a:lnTo>
                  <a:pt x="334" y="31"/>
                </a:lnTo>
                <a:lnTo>
                  <a:pt x="350" y="26"/>
                </a:lnTo>
                <a:lnTo>
                  <a:pt x="365" y="22"/>
                </a:lnTo>
                <a:lnTo>
                  <a:pt x="381" y="18"/>
                </a:lnTo>
                <a:lnTo>
                  <a:pt x="397" y="15"/>
                </a:lnTo>
                <a:lnTo>
                  <a:pt x="413" y="12"/>
                </a:lnTo>
                <a:lnTo>
                  <a:pt x="430" y="8"/>
                </a:lnTo>
                <a:lnTo>
                  <a:pt x="446" y="6"/>
                </a:lnTo>
                <a:lnTo>
                  <a:pt x="463" y="4"/>
                </a:lnTo>
                <a:lnTo>
                  <a:pt x="479" y="2"/>
                </a:lnTo>
                <a:lnTo>
                  <a:pt x="496" y="1"/>
                </a:lnTo>
                <a:lnTo>
                  <a:pt x="512" y="1"/>
                </a:lnTo>
                <a:lnTo>
                  <a:pt x="529" y="0"/>
                </a:lnTo>
                <a:lnTo>
                  <a:pt x="545" y="1"/>
                </a:lnTo>
                <a:lnTo>
                  <a:pt x="562" y="1"/>
                </a:lnTo>
                <a:lnTo>
                  <a:pt x="579" y="2"/>
                </a:lnTo>
                <a:lnTo>
                  <a:pt x="595" y="4"/>
                </a:lnTo>
                <a:lnTo>
                  <a:pt x="612" y="6"/>
                </a:lnTo>
                <a:lnTo>
                  <a:pt x="628" y="8"/>
                </a:lnTo>
                <a:lnTo>
                  <a:pt x="644" y="12"/>
                </a:lnTo>
                <a:lnTo>
                  <a:pt x="660" y="15"/>
                </a:lnTo>
                <a:lnTo>
                  <a:pt x="676" y="18"/>
                </a:lnTo>
                <a:lnTo>
                  <a:pt x="692" y="22"/>
                </a:lnTo>
                <a:lnTo>
                  <a:pt x="708" y="26"/>
                </a:lnTo>
                <a:lnTo>
                  <a:pt x="723" y="31"/>
                </a:lnTo>
                <a:lnTo>
                  <a:pt x="739" y="36"/>
                </a:lnTo>
                <a:lnTo>
                  <a:pt x="754" y="42"/>
                </a:lnTo>
                <a:lnTo>
                  <a:pt x="769" y="48"/>
                </a:lnTo>
                <a:lnTo>
                  <a:pt x="783" y="54"/>
                </a:lnTo>
                <a:lnTo>
                  <a:pt x="798" y="60"/>
                </a:lnTo>
                <a:lnTo>
                  <a:pt x="812" y="67"/>
                </a:lnTo>
                <a:lnTo>
                  <a:pt x="826" y="75"/>
                </a:lnTo>
                <a:lnTo>
                  <a:pt x="840" y="82"/>
                </a:lnTo>
                <a:lnTo>
                  <a:pt x="853" y="90"/>
                </a:lnTo>
                <a:lnTo>
                  <a:pt x="866" y="99"/>
                </a:lnTo>
                <a:lnTo>
                  <a:pt x="878" y="107"/>
                </a:lnTo>
                <a:lnTo>
                  <a:pt x="891" y="116"/>
                </a:lnTo>
                <a:lnTo>
                  <a:pt x="903" y="126"/>
                </a:lnTo>
                <a:lnTo>
                  <a:pt x="914" y="135"/>
                </a:lnTo>
                <a:lnTo>
                  <a:pt x="925" y="145"/>
                </a:lnTo>
                <a:lnTo>
                  <a:pt x="936" y="155"/>
                </a:lnTo>
                <a:lnTo>
                  <a:pt x="947" y="165"/>
                </a:lnTo>
                <a:lnTo>
                  <a:pt x="957" y="176"/>
                </a:lnTo>
                <a:lnTo>
                  <a:pt x="966" y="187"/>
                </a:lnTo>
                <a:lnTo>
                  <a:pt x="976" y="198"/>
                </a:lnTo>
                <a:lnTo>
                  <a:pt x="985" y="210"/>
                </a:lnTo>
                <a:lnTo>
                  <a:pt x="993" y="221"/>
                </a:lnTo>
                <a:lnTo>
                  <a:pt x="1001" y="233"/>
                </a:lnTo>
                <a:lnTo>
                  <a:pt x="1008" y="245"/>
                </a:lnTo>
                <a:lnTo>
                  <a:pt x="1015" y="257"/>
                </a:lnTo>
                <a:lnTo>
                  <a:pt x="1021" y="269"/>
                </a:lnTo>
                <a:lnTo>
                  <a:pt x="1027" y="282"/>
                </a:lnTo>
                <a:lnTo>
                  <a:pt x="1033" y="294"/>
                </a:lnTo>
                <a:lnTo>
                  <a:pt x="1037" y="307"/>
                </a:lnTo>
                <a:lnTo>
                  <a:pt x="1042" y="320"/>
                </a:lnTo>
                <a:lnTo>
                  <a:pt x="1046" y="333"/>
                </a:lnTo>
                <a:lnTo>
                  <a:pt x="1049" y="346"/>
                </a:lnTo>
                <a:lnTo>
                  <a:pt x="1052" y="359"/>
                </a:lnTo>
                <a:lnTo>
                  <a:pt x="1054" y="372"/>
                </a:lnTo>
                <a:lnTo>
                  <a:pt x="1056" y="385"/>
                </a:lnTo>
                <a:lnTo>
                  <a:pt x="1057" y="399"/>
                </a:lnTo>
                <a:lnTo>
                  <a:pt x="1058" y="412"/>
                </a:lnTo>
                <a:lnTo>
                  <a:pt x="1058" y="425"/>
                </a:lnTo>
                <a:close/>
              </a:path>
            </a:pathLst>
          </a:custGeom>
          <a:solidFill>
            <a:srgbClr val="ff9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6" name=""/>
          <p:cNvSpPr/>
          <p:nvPr/>
        </p:nvSpPr>
        <p:spPr>
          <a:xfrm>
            <a:off x="4787640" y="1674360"/>
            <a:ext cx="382680" cy="307080"/>
          </a:xfrm>
          <a:custGeom>
            <a:avLst/>
            <a:gdLst/>
            <a:ahLst/>
            <a:rect l="0" t="0" r="r" b="b"/>
            <a:pathLst>
              <a:path w="1063" h="853">
                <a:moveTo>
                  <a:pt x="1060" y="427"/>
                </a:moveTo>
                <a:lnTo>
                  <a:pt x="1060" y="414"/>
                </a:lnTo>
                <a:lnTo>
                  <a:pt x="1059" y="401"/>
                </a:lnTo>
                <a:lnTo>
                  <a:pt x="1058" y="387"/>
                </a:lnTo>
                <a:lnTo>
                  <a:pt x="1056" y="374"/>
                </a:lnTo>
                <a:lnTo>
                  <a:pt x="1054" y="361"/>
                </a:lnTo>
                <a:lnTo>
                  <a:pt x="1051" y="348"/>
                </a:lnTo>
                <a:lnTo>
                  <a:pt x="1048" y="335"/>
                </a:lnTo>
                <a:lnTo>
                  <a:pt x="1044" y="322"/>
                </a:lnTo>
                <a:lnTo>
                  <a:pt x="1039" y="309"/>
                </a:lnTo>
                <a:lnTo>
                  <a:pt x="1035" y="296"/>
                </a:lnTo>
                <a:lnTo>
                  <a:pt x="1029" y="284"/>
                </a:lnTo>
                <a:lnTo>
                  <a:pt x="1022" y="271"/>
                </a:lnTo>
                <a:lnTo>
                  <a:pt x="1016" y="259"/>
                </a:lnTo>
                <a:lnTo>
                  <a:pt x="1009" y="247"/>
                </a:lnTo>
                <a:lnTo>
                  <a:pt x="1002" y="235"/>
                </a:lnTo>
                <a:lnTo>
                  <a:pt x="994" y="223"/>
                </a:lnTo>
                <a:lnTo>
                  <a:pt x="986" y="212"/>
                </a:lnTo>
                <a:lnTo>
                  <a:pt x="977" y="200"/>
                </a:lnTo>
                <a:lnTo>
                  <a:pt x="968" y="189"/>
                </a:lnTo>
                <a:lnTo>
                  <a:pt x="959" y="178"/>
                </a:lnTo>
                <a:lnTo>
                  <a:pt x="949" y="167"/>
                </a:lnTo>
                <a:lnTo>
                  <a:pt x="938" y="157"/>
                </a:lnTo>
                <a:lnTo>
                  <a:pt x="927" y="147"/>
                </a:lnTo>
                <a:lnTo>
                  <a:pt x="916" y="137"/>
                </a:lnTo>
                <a:lnTo>
                  <a:pt x="905" y="128"/>
                </a:lnTo>
                <a:lnTo>
                  <a:pt x="893" y="118"/>
                </a:lnTo>
                <a:lnTo>
                  <a:pt x="880" y="109"/>
                </a:lnTo>
                <a:lnTo>
                  <a:pt x="868" y="101"/>
                </a:lnTo>
                <a:lnTo>
                  <a:pt x="855" y="92"/>
                </a:lnTo>
                <a:lnTo>
                  <a:pt x="842" y="84"/>
                </a:lnTo>
                <a:lnTo>
                  <a:pt x="828" y="77"/>
                </a:lnTo>
                <a:lnTo>
                  <a:pt x="814" y="69"/>
                </a:lnTo>
                <a:lnTo>
                  <a:pt x="800" y="62"/>
                </a:lnTo>
                <a:lnTo>
                  <a:pt x="785" y="56"/>
                </a:lnTo>
                <a:lnTo>
                  <a:pt x="771" y="50"/>
                </a:lnTo>
                <a:lnTo>
                  <a:pt x="756" y="44"/>
                </a:lnTo>
                <a:lnTo>
                  <a:pt x="741" y="38"/>
                </a:lnTo>
                <a:lnTo>
                  <a:pt x="725" y="33"/>
                </a:lnTo>
                <a:lnTo>
                  <a:pt x="710" y="27"/>
                </a:lnTo>
                <a:lnTo>
                  <a:pt x="694" y="23"/>
                </a:lnTo>
                <a:lnTo>
                  <a:pt x="678" y="19"/>
                </a:lnTo>
                <a:lnTo>
                  <a:pt x="662" y="16"/>
                </a:lnTo>
                <a:lnTo>
                  <a:pt x="646" y="13"/>
                </a:lnTo>
                <a:lnTo>
                  <a:pt x="630" y="10"/>
                </a:lnTo>
                <a:lnTo>
                  <a:pt x="614" y="8"/>
                </a:lnTo>
                <a:lnTo>
                  <a:pt x="597" y="6"/>
                </a:lnTo>
                <a:lnTo>
                  <a:pt x="581" y="4"/>
                </a:lnTo>
                <a:lnTo>
                  <a:pt x="564" y="3"/>
                </a:lnTo>
                <a:lnTo>
                  <a:pt x="547" y="3"/>
                </a:lnTo>
                <a:lnTo>
                  <a:pt x="531" y="2"/>
                </a:lnTo>
                <a:lnTo>
                  <a:pt x="514" y="3"/>
                </a:lnTo>
                <a:lnTo>
                  <a:pt x="498" y="3"/>
                </a:lnTo>
                <a:lnTo>
                  <a:pt x="481" y="4"/>
                </a:lnTo>
                <a:lnTo>
                  <a:pt x="465" y="6"/>
                </a:lnTo>
                <a:lnTo>
                  <a:pt x="448" y="8"/>
                </a:lnTo>
                <a:lnTo>
                  <a:pt x="432" y="10"/>
                </a:lnTo>
                <a:lnTo>
                  <a:pt x="415" y="13"/>
                </a:lnTo>
                <a:lnTo>
                  <a:pt x="399" y="16"/>
                </a:lnTo>
                <a:lnTo>
                  <a:pt x="383" y="19"/>
                </a:lnTo>
                <a:lnTo>
                  <a:pt x="367" y="23"/>
                </a:lnTo>
                <a:lnTo>
                  <a:pt x="352" y="27"/>
                </a:lnTo>
                <a:lnTo>
                  <a:pt x="336" y="33"/>
                </a:lnTo>
                <a:lnTo>
                  <a:pt x="321" y="38"/>
                </a:lnTo>
                <a:lnTo>
                  <a:pt x="306" y="44"/>
                </a:lnTo>
                <a:lnTo>
                  <a:pt x="291" y="50"/>
                </a:lnTo>
                <a:lnTo>
                  <a:pt x="276" y="56"/>
                </a:lnTo>
                <a:lnTo>
                  <a:pt x="262" y="62"/>
                </a:lnTo>
                <a:lnTo>
                  <a:pt x="248" y="69"/>
                </a:lnTo>
                <a:lnTo>
                  <a:pt x="234" y="77"/>
                </a:lnTo>
                <a:lnTo>
                  <a:pt x="220" y="84"/>
                </a:lnTo>
                <a:lnTo>
                  <a:pt x="207" y="92"/>
                </a:lnTo>
                <a:lnTo>
                  <a:pt x="194" y="101"/>
                </a:lnTo>
                <a:lnTo>
                  <a:pt x="181" y="109"/>
                </a:lnTo>
                <a:lnTo>
                  <a:pt x="169" y="118"/>
                </a:lnTo>
                <a:lnTo>
                  <a:pt x="157" y="128"/>
                </a:lnTo>
                <a:lnTo>
                  <a:pt x="145" y="137"/>
                </a:lnTo>
                <a:lnTo>
                  <a:pt x="134" y="147"/>
                </a:lnTo>
                <a:lnTo>
                  <a:pt x="123" y="157"/>
                </a:lnTo>
                <a:lnTo>
                  <a:pt x="113" y="167"/>
                </a:lnTo>
                <a:lnTo>
                  <a:pt x="103" y="178"/>
                </a:lnTo>
                <a:lnTo>
                  <a:pt x="94" y="189"/>
                </a:lnTo>
                <a:lnTo>
                  <a:pt x="84" y="200"/>
                </a:lnTo>
                <a:lnTo>
                  <a:pt x="76" y="212"/>
                </a:lnTo>
                <a:lnTo>
                  <a:pt x="68" y="223"/>
                </a:lnTo>
                <a:lnTo>
                  <a:pt x="60" y="235"/>
                </a:lnTo>
                <a:lnTo>
                  <a:pt x="52" y="247"/>
                </a:lnTo>
                <a:lnTo>
                  <a:pt x="46" y="259"/>
                </a:lnTo>
                <a:lnTo>
                  <a:pt x="39" y="271"/>
                </a:lnTo>
                <a:lnTo>
                  <a:pt x="33" y="284"/>
                </a:lnTo>
                <a:lnTo>
                  <a:pt x="28" y="296"/>
                </a:lnTo>
                <a:lnTo>
                  <a:pt x="23" y="309"/>
                </a:lnTo>
                <a:lnTo>
                  <a:pt x="19" y="322"/>
                </a:lnTo>
                <a:lnTo>
                  <a:pt x="15" y="335"/>
                </a:lnTo>
                <a:lnTo>
                  <a:pt x="11" y="348"/>
                </a:lnTo>
                <a:lnTo>
                  <a:pt x="9" y="361"/>
                </a:lnTo>
                <a:lnTo>
                  <a:pt x="6" y="374"/>
                </a:lnTo>
                <a:lnTo>
                  <a:pt x="4" y="387"/>
                </a:lnTo>
                <a:lnTo>
                  <a:pt x="3" y="401"/>
                </a:lnTo>
                <a:lnTo>
                  <a:pt x="2" y="414"/>
                </a:lnTo>
                <a:lnTo>
                  <a:pt x="2" y="427"/>
                </a:lnTo>
                <a:lnTo>
                  <a:pt x="2" y="441"/>
                </a:lnTo>
                <a:lnTo>
                  <a:pt x="3" y="454"/>
                </a:lnTo>
                <a:lnTo>
                  <a:pt x="4" y="467"/>
                </a:lnTo>
                <a:lnTo>
                  <a:pt x="6" y="481"/>
                </a:lnTo>
                <a:lnTo>
                  <a:pt x="9" y="494"/>
                </a:lnTo>
                <a:lnTo>
                  <a:pt x="11" y="507"/>
                </a:lnTo>
                <a:lnTo>
                  <a:pt x="15" y="520"/>
                </a:lnTo>
                <a:lnTo>
                  <a:pt x="19" y="533"/>
                </a:lnTo>
                <a:lnTo>
                  <a:pt x="23" y="546"/>
                </a:lnTo>
                <a:lnTo>
                  <a:pt x="28" y="558"/>
                </a:lnTo>
                <a:lnTo>
                  <a:pt x="33" y="571"/>
                </a:lnTo>
                <a:lnTo>
                  <a:pt x="39" y="583"/>
                </a:lnTo>
                <a:lnTo>
                  <a:pt x="46" y="596"/>
                </a:lnTo>
                <a:lnTo>
                  <a:pt x="52" y="608"/>
                </a:lnTo>
                <a:lnTo>
                  <a:pt x="60" y="620"/>
                </a:lnTo>
                <a:lnTo>
                  <a:pt x="68" y="632"/>
                </a:lnTo>
                <a:lnTo>
                  <a:pt x="76" y="643"/>
                </a:lnTo>
                <a:lnTo>
                  <a:pt x="84" y="655"/>
                </a:lnTo>
                <a:lnTo>
                  <a:pt x="94" y="666"/>
                </a:lnTo>
                <a:lnTo>
                  <a:pt x="103" y="677"/>
                </a:lnTo>
                <a:lnTo>
                  <a:pt x="113" y="687"/>
                </a:lnTo>
                <a:lnTo>
                  <a:pt x="123" y="698"/>
                </a:lnTo>
                <a:lnTo>
                  <a:pt x="134" y="708"/>
                </a:lnTo>
                <a:lnTo>
                  <a:pt x="145" y="718"/>
                </a:lnTo>
                <a:lnTo>
                  <a:pt x="157" y="727"/>
                </a:lnTo>
                <a:lnTo>
                  <a:pt x="169" y="737"/>
                </a:lnTo>
                <a:lnTo>
                  <a:pt x="181" y="745"/>
                </a:lnTo>
                <a:lnTo>
                  <a:pt x="194" y="754"/>
                </a:lnTo>
                <a:lnTo>
                  <a:pt x="207" y="762"/>
                </a:lnTo>
                <a:lnTo>
                  <a:pt x="220" y="770"/>
                </a:lnTo>
                <a:lnTo>
                  <a:pt x="234" y="778"/>
                </a:lnTo>
                <a:lnTo>
                  <a:pt x="248" y="785"/>
                </a:lnTo>
                <a:lnTo>
                  <a:pt x="262" y="792"/>
                </a:lnTo>
                <a:lnTo>
                  <a:pt x="276" y="799"/>
                </a:lnTo>
                <a:lnTo>
                  <a:pt x="291" y="805"/>
                </a:lnTo>
                <a:lnTo>
                  <a:pt x="306" y="811"/>
                </a:lnTo>
                <a:lnTo>
                  <a:pt x="321" y="817"/>
                </a:lnTo>
                <a:lnTo>
                  <a:pt x="336" y="822"/>
                </a:lnTo>
                <a:lnTo>
                  <a:pt x="352" y="826"/>
                </a:lnTo>
                <a:lnTo>
                  <a:pt x="367" y="831"/>
                </a:lnTo>
                <a:lnTo>
                  <a:pt x="383" y="835"/>
                </a:lnTo>
                <a:lnTo>
                  <a:pt x="399" y="838"/>
                </a:lnTo>
                <a:lnTo>
                  <a:pt x="415" y="841"/>
                </a:lnTo>
                <a:lnTo>
                  <a:pt x="432" y="844"/>
                </a:lnTo>
                <a:lnTo>
                  <a:pt x="448" y="846"/>
                </a:lnTo>
                <a:lnTo>
                  <a:pt x="465" y="848"/>
                </a:lnTo>
                <a:lnTo>
                  <a:pt x="481" y="850"/>
                </a:lnTo>
                <a:lnTo>
                  <a:pt x="498" y="851"/>
                </a:lnTo>
                <a:lnTo>
                  <a:pt x="514" y="851"/>
                </a:lnTo>
                <a:lnTo>
                  <a:pt x="531" y="851"/>
                </a:lnTo>
                <a:lnTo>
                  <a:pt x="547" y="851"/>
                </a:lnTo>
                <a:lnTo>
                  <a:pt x="564" y="851"/>
                </a:lnTo>
                <a:lnTo>
                  <a:pt x="581" y="850"/>
                </a:lnTo>
                <a:lnTo>
                  <a:pt x="597" y="848"/>
                </a:lnTo>
                <a:lnTo>
                  <a:pt x="614" y="846"/>
                </a:lnTo>
                <a:lnTo>
                  <a:pt x="630" y="844"/>
                </a:lnTo>
                <a:lnTo>
                  <a:pt x="646" y="841"/>
                </a:lnTo>
                <a:lnTo>
                  <a:pt x="662" y="838"/>
                </a:lnTo>
                <a:lnTo>
                  <a:pt x="678" y="835"/>
                </a:lnTo>
                <a:lnTo>
                  <a:pt x="694" y="831"/>
                </a:lnTo>
                <a:lnTo>
                  <a:pt x="710" y="826"/>
                </a:lnTo>
                <a:lnTo>
                  <a:pt x="725" y="822"/>
                </a:lnTo>
                <a:lnTo>
                  <a:pt x="741" y="817"/>
                </a:lnTo>
                <a:lnTo>
                  <a:pt x="756" y="811"/>
                </a:lnTo>
                <a:lnTo>
                  <a:pt x="771" y="805"/>
                </a:lnTo>
                <a:lnTo>
                  <a:pt x="785" y="799"/>
                </a:lnTo>
                <a:lnTo>
                  <a:pt x="800" y="792"/>
                </a:lnTo>
                <a:lnTo>
                  <a:pt x="814" y="785"/>
                </a:lnTo>
                <a:lnTo>
                  <a:pt x="828" y="778"/>
                </a:lnTo>
                <a:lnTo>
                  <a:pt x="842" y="770"/>
                </a:lnTo>
                <a:lnTo>
                  <a:pt x="855" y="762"/>
                </a:lnTo>
                <a:lnTo>
                  <a:pt x="868" y="754"/>
                </a:lnTo>
                <a:lnTo>
                  <a:pt x="880" y="745"/>
                </a:lnTo>
                <a:lnTo>
                  <a:pt x="893" y="737"/>
                </a:lnTo>
                <a:lnTo>
                  <a:pt x="905" y="727"/>
                </a:lnTo>
                <a:lnTo>
                  <a:pt x="916" y="718"/>
                </a:lnTo>
                <a:lnTo>
                  <a:pt x="927" y="708"/>
                </a:lnTo>
                <a:lnTo>
                  <a:pt x="938" y="698"/>
                </a:lnTo>
                <a:lnTo>
                  <a:pt x="949" y="687"/>
                </a:lnTo>
                <a:lnTo>
                  <a:pt x="959" y="677"/>
                </a:lnTo>
                <a:lnTo>
                  <a:pt x="968" y="666"/>
                </a:lnTo>
                <a:lnTo>
                  <a:pt x="977" y="655"/>
                </a:lnTo>
                <a:lnTo>
                  <a:pt x="986" y="643"/>
                </a:lnTo>
                <a:lnTo>
                  <a:pt x="994" y="632"/>
                </a:lnTo>
                <a:lnTo>
                  <a:pt x="1002" y="620"/>
                </a:lnTo>
                <a:lnTo>
                  <a:pt x="1009" y="608"/>
                </a:lnTo>
                <a:lnTo>
                  <a:pt x="1016" y="596"/>
                </a:lnTo>
                <a:lnTo>
                  <a:pt x="1022" y="583"/>
                </a:lnTo>
                <a:lnTo>
                  <a:pt x="1029" y="571"/>
                </a:lnTo>
                <a:lnTo>
                  <a:pt x="1035" y="558"/>
                </a:lnTo>
                <a:lnTo>
                  <a:pt x="1039" y="546"/>
                </a:lnTo>
                <a:lnTo>
                  <a:pt x="1044" y="533"/>
                </a:lnTo>
                <a:lnTo>
                  <a:pt x="1048" y="520"/>
                </a:lnTo>
                <a:lnTo>
                  <a:pt x="1051" y="507"/>
                </a:lnTo>
                <a:lnTo>
                  <a:pt x="1054" y="494"/>
                </a:lnTo>
                <a:lnTo>
                  <a:pt x="1056" y="481"/>
                </a:lnTo>
                <a:lnTo>
                  <a:pt x="1058" y="467"/>
                </a:lnTo>
                <a:lnTo>
                  <a:pt x="1059" y="454"/>
                </a:lnTo>
                <a:lnTo>
                  <a:pt x="1060" y="441"/>
                </a:lnTo>
                <a:lnTo>
                  <a:pt x="1060" y="427"/>
                </a:lnTo>
                <a:moveTo>
                  <a:pt x="1063" y="427"/>
                </a:moveTo>
                <a:lnTo>
                  <a:pt x="1063" y="441"/>
                </a:lnTo>
                <a:lnTo>
                  <a:pt x="1062" y="454"/>
                </a:lnTo>
                <a:lnTo>
                  <a:pt x="1060" y="467"/>
                </a:lnTo>
                <a:lnTo>
                  <a:pt x="1059" y="481"/>
                </a:lnTo>
                <a:lnTo>
                  <a:pt x="1056" y="494"/>
                </a:lnTo>
                <a:lnTo>
                  <a:pt x="1053" y="507"/>
                </a:lnTo>
                <a:lnTo>
                  <a:pt x="1050" y="520"/>
                </a:lnTo>
                <a:lnTo>
                  <a:pt x="1046" y="533"/>
                </a:lnTo>
                <a:lnTo>
                  <a:pt x="1042" y="546"/>
                </a:lnTo>
                <a:lnTo>
                  <a:pt x="1037" y="559"/>
                </a:lnTo>
                <a:lnTo>
                  <a:pt x="1031" y="572"/>
                </a:lnTo>
                <a:lnTo>
                  <a:pt x="1024" y="584"/>
                </a:lnTo>
                <a:lnTo>
                  <a:pt x="1018" y="597"/>
                </a:lnTo>
                <a:lnTo>
                  <a:pt x="1011" y="609"/>
                </a:lnTo>
                <a:lnTo>
                  <a:pt x="1004" y="621"/>
                </a:lnTo>
                <a:lnTo>
                  <a:pt x="996" y="633"/>
                </a:lnTo>
                <a:lnTo>
                  <a:pt x="988" y="644"/>
                </a:lnTo>
                <a:lnTo>
                  <a:pt x="979" y="656"/>
                </a:lnTo>
                <a:lnTo>
                  <a:pt x="970" y="667"/>
                </a:lnTo>
                <a:lnTo>
                  <a:pt x="960" y="678"/>
                </a:lnTo>
                <a:lnTo>
                  <a:pt x="950" y="688"/>
                </a:lnTo>
                <a:lnTo>
                  <a:pt x="940" y="699"/>
                </a:lnTo>
                <a:lnTo>
                  <a:pt x="929" y="709"/>
                </a:lnTo>
                <a:lnTo>
                  <a:pt x="918" y="719"/>
                </a:lnTo>
                <a:lnTo>
                  <a:pt x="906" y="729"/>
                </a:lnTo>
                <a:lnTo>
                  <a:pt x="894" y="738"/>
                </a:lnTo>
                <a:lnTo>
                  <a:pt x="882" y="747"/>
                </a:lnTo>
                <a:lnTo>
                  <a:pt x="869" y="756"/>
                </a:lnTo>
                <a:lnTo>
                  <a:pt x="856" y="764"/>
                </a:lnTo>
                <a:lnTo>
                  <a:pt x="843" y="772"/>
                </a:lnTo>
                <a:lnTo>
                  <a:pt x="829" y="780"/>
                </a:lnTo>
                <a:lnTo>
                  <a:pt x="815" y="787"/>
                </a:lnTo>
                <a:lnTo>
                  <a:pt x="801" y="794"/>
                </a:lnTo>
                <a:lnTo>
                  <a:pt x="787" y="801"/>
                </a:lnTo>
                <a:lnTo>
                  <a:pt x="772" y="807"/>
                </a:lnTo>
                <a:lnTo>
                  <a:pt x="757" y="813"/>
                </a:lnTo>
                <a:lnTo>
                  <a:pt x="742" y="818"/>
                </a:lnTo>
                <a:lnTo>
                  <a:pt x="726" y="823"/>
                </a:lnTo>
                <a:lnTo>
                  <a:pt x="711" y="828"/>
                </a:lnTo>
                <a:lnTo>
                  <a:pt x="695" y="832"/>
                </a:lnTo>
                <a:lnTo>
                  <a:pt x="679" y="836"/>
                </a:lnTo>
                <a:lnTo>
                  <a:pt x="663" y="840"/>
                </a:lnTo>
                <a:lnTo>
                  <a:pt x="647" y="843"/>
                </a:lnTo>
                <a:lnTo>
                  <a:pt x="630" y="846"/>
                </a:lnTo>
                <a:lnTo>
                  <a:pt x="614" y="848"/>
                </a:lnTo>
                <a:lnTo>
                  <a:pt x="597" y="850"/>
                </a:lnTo>
                <a:lnTo>
                  <a:pt x="581" y="851"/>
                </a:lnTo>
                <a:lnTo>
                  <a:pt x="564" y="852"/>
                </a:lnTo>
                <a:lnTo>
                  <a:pt x="547" y="853"/>
                </a:lnTo>
                <a:lnTo>
                  <a:pt x="531" y="853"/>
                </a:lnTo>
                <a:lnTo>
                  <a:pt x="514" y="853"/>
                </a:lnTo>
                <a:lnTo>
                  <a:pt x="497" y="852"/>
                </a:lnTo>
                <a:lnTo>
                  <a:pt x="481" y="851"/>
                </a:lnTo>
                <a:lnTo>
                  <a:pt x="464" y="850"/>
                </a:lnTo>
                <a:lnTo>
                  <a:pt x="448" y="848"/>
                </a:lnTo>
                <a:lnTo>
                  <a:pt x="431" y="846"/>
                </a:lnTo>
                <a:lnTo>
                  <a:pt x="415" y="843"/>
                </a:lnTo>
                <a:lnTo>
                  <a:pt x="399" y="840"/>
                </a:lnTo>
                <a:lnTo>
                  <a:pt x="383" y="836"/>
                </a:lnTo>
                <a:lnTo>
                  <a:pt x="367" y="832"/>
                </a:lnTo>
                <a:lnTo>
                  <a:pt x="351" y="828"/>
                </a:lnTo>
                <a:lnTo>
                  <a:pt x="335" y="823"/>
                </a:lnTo>
                <a:lnTo>
                  <a:pt x="320" y="818"/>
                </a:lnTo>
                <a:lnTo>
                  <a:pt x="305" y="813"/>
                </a:lnTo>
                <a:lnTo>
                  <a:pt x="290" y="807"/>
                </a:lnTo>
                <a:lnTo>
                  <a:pt x="275" y="801"/>
                </a:lnTo>
                <a:lnTo>
                  <a:pt x="261" y="794"/>
                </a:lnTo>
                <a:lnTo>
                  <a:pt x="246" y="787"/>
                </a:lnTo>
                <a:lnTo>
                  <a:pt x="232" y="780"/>
                </a:lnTo>
                <a:lnTo>
                  <a:pt x="219" y="772"/>
                </a:lnTo>
                <a:lnTo>
                  <a:pt x="205" y="764"/>
                </a:lnTo>
                <a:lnTo>
                  <a:pt x="192" y="756"/>
                </a:lnTo>
                <a:lnTo>
                  <a:pt x="180" y="747"/>
                </a:lnTo>
                <a:lnTo>
                  <a:pt x="167" y="738"/>
                </a:lnTo>
                <a:lnTo>
                  <a:pt x="155" y="729"/>
                </a:lnTo>
                <a:lnTo>
                  <a:pt x="144" y="719"/>
                </a:lnTo>
                <a:lnTo>
                  <a:pt x="133" y="709"/>
                </a:lnTo>
                <a:lnTo>
                  <a:pt x="122" y="699"/>
                </a:lnTo>
                <a:lnTo>
                  <a:pt x="111" y="688"/>
                </a:lnTo>
                <a:lnTo>
                  <a:pt x="101" y="678"/>
                </a:lnTo>
                <a:lnTo>
                  <a:pt x="92" y="667"/>
                </a:lnTo>
                <a:lnTo>
                  <a:pt x="82" y="656"/>
                </a:lnTo>
                <a:lnTo>
                  <a:pt x="74" y="644"/>
                </a:lnTo>
                <a:lnTo>
                  <a:pt x="66" y="633"/>
                </a:lnTo>
                <a:lnTo>
                  <a:pt x="58" y="621"/>
                </a:lnTo>
                <a:lnTo>
                  <a:pt x="50" y="609"/>
                </a:lnTo>
                <a:lnTo>
                  <a:pt x="44" y="597"/>
                </a:lnTo>
                <a:lnTo>
                  <a:pt x="37" y="584"/>
                </a:lnTo>
                <a:lnTo>
                  <a:pt x="31" y="572"/>
                </a:lnTo>
                <a:lnTo>
                  <a:pt x="26" y="559"/>
                </a:lnTo>
                <a:lnTo>
                  <a:pt x="21" y="546"/>
                </a:lnTo>
                <a:lnTo>
                  <a:pt x="17" y="533"/>
                </a:lnTo>
                <a:lnTo>
                  <a:pt x="13" y="520"/>
                </a:lnTo>
                <a:lnTo>
                  <a:pt x="9" y="507"/>
                </a:lnTo>
                <a:lnTo>
                  <a:pt x="6" y="494"/>
                </a:lnTo>
                <a:lnTo>
                  <a:pt x="4" y="481"/>
                </a:lnTo>
                <a:lnTo>
                  <a:pt x="2" y="467"/>
                </a:lnTo>
                <a:lnTo>
                  <a:pt x="1" y="454"/>
                </a:lnTo>
                <a:lnTo>
                  <a:pt x="0" y="441"/>
                </a:lnTo>
                <a:lnTo>
                  <a:pt x="0" y="427"/>
                </a:lnTo>
                <a:lnTo>
                  <a:pt x="0" y="414"/>
                </a:lnTo>
                <a:lnTo>
                  <a:pt x="1" y="401"/>
                </a:lnTo>
                <a:lnTo>
                  <a:pt x="2" y="387"/>
                </a:lnTo>
                <a:lnTo>
                  <a:pt x="4" y="374"/>
                </a:lnTo>
                <a:lnTo>
                  <a:pt x="6" y="361"/>
                </a:lnTo>
                <a:lnTo>
                  <a:pt x="9" y="348"/>
                </a:lnTo>
                <a:lnTo>
                  <a:pt x="13" y="334"/>
                </a:lnTo>
                <a:lnTo>
                  <a:pt x="17" y="321"/>
                </a:lnTo>
                <a:lnTo>
                  <a:pt x="21" y="309"/>
                </a:lnTo>
                <a:lnTo>
                  <a:pt x="26" y="296"/>
                </a:lnTo>
                <a:lnTo>
                  <a:pt x="31" y="283"/>
                </a:lnTo>
                <a:lnTo>
                  <a:pt x="37" y="271"/>
                </a:lnTo>
                <a:lnTo>
                  <a:pt x="44" y="258"/>
                </a:lnTo>
                <a:lnTo>
                  <a:pt x="50" y="246"/>
                </a:lnTo>
                <a:lnTo>
                  <a:pt x="58" y="234"/>
                </a:lnTo>
                <a:lnTo>
                  <a:pt x="66" y="222"/>
                </a:lnTo>
                <a:lnTo>
                  <a:pt x="74" y="211"/>
                </a:lnTo>
                <a:lnTo>
                  <a:pt x="82" y="199"/>
                </a:lnTo>
                <a:lnTo>
                  <a:pt x="92" y="188"/>
                </a:lnTo>
                <a:lnTo>
                  <a:pt x="101" y="177"/>
                </a:lnTo>
                <a:lnTo>
                  <a:pt x="111" y="166"/>
                </a:lnTo>
                <a:lnTo>
                  <a:pt x="122" y="156"/>
                </a:lnTo>
                <a:lnTo>
                  <a:pt x="133" y="146"/>
                </a:lnTo>
                <a:lnTo>
                  <a:pt x="144" y="136"/>
                </a:lnTo>
                <a:lnTo>
                  <a:pt x="155" y="126"/>
                </a:lnTo>
                <a:lnTo>
                  <a:pt x="167" y="117"/>
                </a:lnTo>
                <a:lnTo>
                  <a:pt x="180" y="108"/>
                </a:lnTo>
                <a:lnTo>
                  <a:pt x="192" y="99"/>
                </a:lnTo>
                <a:lnTo>
                  <a:pt x="205" y="91"/>
                </a:lnTo>
                <a:lnTo>
                  <a:pt x="219" y="83"/>
                </a:lnTo>
                <a:lnTo>
                  <a:pt x="232" y="75"/>
                </a:lnTo>
                <a:lnTo>
                  <a:pt x="246" y="68"/>
                </a:lnTo>
                <a:lnTo>
                  <a:pt x="261" y="61"/>
                </a:lnTo>
                <a:lnTo>
                  <a:pt x="275" y="54"/>
                </a:lnTo>
                <a:lnTo>
                  <a:pt x="290" y="48"/>
                </a:lnTo>
                <a:lnTo>
                  <a:pt x="305" y="42"/>
                </a:lnTo>
                <a:lnTo>
                  <a:pt x="320" y="36"/>
                </a:lnTo>
                <a:lnTo>
                  <a:pt x="335" y="31"/>
                </a:lnTo>
                <a:lnTo>
                  <a:pt x="351" y="26"/>
                </a:lnTo>
                <a:lnTo>
                  <a:pt x="367" y="21"/>
                </a:lnTo>
                <a:lnTo>
                  <a:pt x="383" y="17"/>
                </a:lnTo>
                <a:lnTo>
                  <a:pt x="399" y="14"/>
                </a:lnTo>
                <a:lnTo>
                  <a:pt x="415" y="11"/>
                </a:lnTo>
                <a:lnTo>
                  <a:pt x="431" y="8"/>
                </a:lnTo>
                <a:lnTo>
                  <a:pt x="448" y="6"/>
                </a:lnTo>
                <a:lnTo>
                  <a:pt x="464" y="4"/>
                </a:lnTo>
                <a:lnTo>
                  <a:pt x="481" y="2"/>
                </a:lnTo>
                <a:lnTo>
                  <a:pt x="497" y="1"/>
                </a:lnTo>
                <a:lnTo>
                  <a:pt x="514" y="1"/>
                </a:lnTo>
                <a:lnTo>
                  <a:pt x="531" y="0"/>
                </a:lnTo>
                <a:lnTo>
                  <a:pt x="547" y="1"/>
                </a:lnTo>
                <a:lnTo>
                  <a:pt x="564" y="1"/>
                </a:lnTo>
                <a:lnTo>
                  <a:pt x="581" y="2"/>
                </a:lnTo>
                <a:lnTo>
                  <a:pt x="597" y="4"/>
                </a:lnTo>
                <a:lnTo>
                  <a:pt x="614" y="6"/>
                </a:lnTo>
                <a:lnTo>
                  <a:pt x="630" y="8"/>
                </a:lnTo>
                <a:lnTo>
                  <a:pt x="647" y="11"/>
                </a:lnTo>
                <a:lnTo>
                  <a:pt x="663" y="14"/>
                </a:lnTo>
                <a:lnTo>
                  <a:pt x="679" y="17"/>
                </a:lnTo>
                <a:lnTo>
                  <a:pt x="695" y="21"/>
                </a:lnTo>
                <a:lnTo>
                  <a:pt x="711" y="26"/>
                </a:lnTo>
                <a:lnTo>
                  <a:pt x="726" y="31"/>
                </a:lnTo>
                <a:lnTo>
                  <a:pt x="742" y="36"/>
                </a:lnTo>
                <a:lnTo>
                  <a:pt x="757" y="42"/>
                </a:lnTo>
                <a:lnTo>
                  <a:pt x="772" y="48"/>
                </a:lnTo>
                <a:lnTo>
                  <a:pt x="787" y="54"/>
                </a:lnTo>
                <a:lnTo>
                  <a:pt x="801" y="61"/>
                </a:lnTo>
                <a:lnTo>
                  <a:pt x="815" y="68"/>
                </a:lnTo>
                <a:lnTo>
                  <a:pt x="829" y="75"/>
                </a:lnTo>
                <a:lnTo>
                  <a:pt x="843" y="83"/>
                </a:lnTo>
                <a:lnTo>
                  <a:pt x="856" y="91"/>
                </a:lnTo>
                <a:lnTo>
                  <a:pt x="869" y="99"/>
                </a:lnTo>
                <a:lnTo>
                  <a:pt x="882" y="108"/>
                </a:lnTo>
                <a:lnTo>
                  <a:pt x="894" y="117"/>
                </a:lnTo>
                <a:lnTo>
                  <a:pt x="906" y="126"/>
                </a:lnTo>
                <a:lnTo>
                  <a:pt x="918" y="136"/>
                </a:lnTo>
                <a:lnTo>
                  <a:pt x="929" y="146"/>
                </a:lnTo>
                <a:lnTo>
                  <a:pt x="940" y="156"/>
                </a:lnTo>
                <a:lnTo>
                  <a:pt x="950" y="166"/>
                </a:lnTo>
                <a:lnTo>
                  <a:pt x="960" y="177"/>
                </a:lnTo>
                <a:lnTo>
                  <a:pt x="970" y="188"/>
                </a:lnTo>
                <a:lnTo>
                  <a:pt x="979" y="199"/>
                </a:lnTo>
                <a:lnTo>
                  <a:pt x="988" y="211"/>
                </a:lnTo>
                <a:lnTo>
                  <a:pt x="996" y="222"/>
                </a:lnTo>
                <a:lnTo>
                  <a:pt x="1004" y="234"/>
                </a:lnTo>
                <a:lnTo>
                  <a:pt x="1011" y="246"/>
                </a:lnTo>
                <a:lnTo>
                  <a:pt x="1018" y="258"/>
                </a:lnTo>
                <a:lnTo>
                  <a:pt x="1024" y="271"/>
                </a:lnTo>
                <a:lnTo>
                  <a:pt x="1031" y="283"/>
                </a:lnTo>
                <a:lnTo>
                  <a:pt x="1037" y="296"/>
                </a:lnTo>
                <a:lnTo>
                  <a:pt x="1042" y="309"/>
                </a:lnTo>
                <a:lnTo>
                  <a:pt x="1046" y="321"/>
                </a:lnTo>
                <a:lnTo>
                  <a:pt x="1050" y="334"/>
                </a:lnTo>
                <a:lnTo>
                  <a:pt x="1053" y="348"/>
                </a:lnTo>
                <a:lnTo>
                  <a:pt x="1056" y="361"/>
                </a:lnTo>
                <a:lnTo>
                  <a:pt x="1059" y="374"/>
                </a:lnTo>
                <a:lnTo>
                  <a:pt x="1060" y="387"/>
                </a:lnTo>
                <a:lnTo>
                  <a:pt x="1062" y="401"/>
                </a:lnTo>
                <a:lnTo>
                  <a:pt x="1063" y="414"/>
                </a:lnTo>
                <a:lnTo>
                  <a:pt x="1063" y="427"/>
                </a:lnTo>
                <a:close/>
              </a:path>
            </a:pathLst>
          </a:custGeom>
          <a:solidFill>
            <a:srgbClr val="ff9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7" name=""/>
          <p:cNvSpPr/>
          <p:nvPr/>
        </p:nvSpPr>
        <p:spPr>
          <a:xfrm>
            <a:off x="4786920" y="1674000"/>
            <a:ext cx="384120" cy="308160"/>
          </a:xfrm>
          <a:custGeom>
            <a:avLst/>
            <a:gdLst/>
            <a:ahLst/>
            <a:rect l="0" t="0" r="r" b="b"/>
            <a:pathLst>
              <a:path w="1067" h="856">
                <a:moveTo>
                  <a:pt x="1065" y="428"/>
                </a:moveTo>
                <a:lnTo>
                  <a:pt x="1065" y="415"/>
                </a:lnTo>
                <a:lnTo>
                  <a:pt x="1064" y="402"/>
                </a:lnTo>
                <a:lnTo>
                  <a:pt x="1062" y="388"/>
                </a:lnTo>
                <a:lnTo>
                  <a:pt x="1061" y="375"/>
                </a:lnTo>
                <a:lnTo>
                  <a:pt x="1058" y="362"/>
                </a:lnTo>
                <a:lnTo>
                  <a:pt x="1055" y="349"/>
                </a:lnTo>
                <a:lnTo>
                  <a:pt x="1052" y="335"/>
                </a:lnTo>
                <a:lnTo>
                  <a:pt x="1048" y="322"/>
                </a:lnTo>
                <a:lnTo>
                  <a:pt x="1044" y="310"/>
                </a:lnTo>
                <a:lnTo>
                  <a:pt x="1039" y="297"/>
                </a:lnTo>
                <a:lnTo>
                  <a:pt x="1033" y="284"/>
                </a:lnTo>
                <a:lnTo>
                  <a:pt x="1027" y="272"/>
                </a:lnTo>
                <a:lnTo>
                  <a:pt x="1021" y="259"/>
                </a:lnTo>
                <a:lnTo>
                  <a:pt x="1014" y="247"/>
                </a:lnTo>
                <a:lnTo>
                  <a:pt x="1007" y="235"/>
                </a:lnTo>
                <a:lnTo>
                  <a:pt x="999" y="223"/>
                </a:lnTo>
                <a:lnTo>
                  <a:pt x="991" y="212"/>
                </a:lnTo>
                <a:lnTo>
                  <a:pt x="982" y="200"/>
                </a:lnTo>
                <a:lnTo>
                  <a:pt x="973" y="189"/>
                </a:lnTo>
                <a:lnTo>
                  <a:pt x="963" y="178"/>
                </a:lnTo>
                <a:lnTo>
                  <a:pt x="953" y="167"/>
                </a:lnTo>
                <a:lnTo>
                  <a:pt x="943" y="157"/>
                </a:lnTo>
                <a:lnTo>
                  <a:pt x="932" y="147"/>
                </a:lnTo>
                <a:lnTo>
                  <a:pt x="921" y="137"/>
                </a:lnTo>
                <a:lnTo>
                  <a:pt x="909" y="127"/>
                </a:lnTo>
                <a:lnTo>
                  <a:pt x="897" y="118"/>
                </a:lnTo>
                <a:lnTo>
                  <a:pt x="885" y="109"/>
                </a:lnTo>
                <a:lnTo>
                  <a:pt x="872" y="100"/>
                </a:lnTo>
                <a:lnTo>
                  <a:pt x="859" y="92"/>
                </a:lnTo>
                <a:lnTo>
                  <a:pt x="846" y="84"/>
                </a:lnTo>
                <a:lnTo>
                  <a:pt x="832" y="76"/>
                </a:lnTo>
                <a:lnTo>
                  <a:pt x="818" y="69"/>
                </a:lnTo>
                <a:lnTo>
                  <a:pt x="804" y="62"/>
                </a:lnTo>
                <a:lnTo>
                  <a:pt x="790" y="55"/>
                </a:lnTo>
                <a:lnTo>
                  <a:pt x="775" y="48"/>
                </a:lnTo>
                <a:lnTo>
                  <a:pt x="760" y="42"/>
                </a:lnTo>
                <a:lnTo>
                  <a:pt x="745" y="36"/>
                </a:lnTo>
                <a:lnTo>
                  <a:pt x="729" y="31"/>
                </a:lnTo>
                <a:lnTo>
                  <a:pt x="714" y="27"/>
                </a:lnTo>
                <a:lnTo>
                  <a:pt x="698" y="22"/>
                </a:lnTo>
                <a:lnTo>
                  <a:pt x="682" y="18"/>
                </a:lnTo>
                <a:lnTo>
                  <a:pt x="666" y="15"/>
                </a:lnTo>
                <a:lnTo>
                  <a:pt x="650" y="12"/>
                </a:lnTo>
                <a:lnTo>
                  <a:pt x="633" y="9"/>
                </a:lnTo>
                <a:lnTo>
                  <a:pt x="617" y="7"/>
                </a:lnTo>
                <a:lnTo>
                  <a:pt x="600" y="5"/>
                </a:lnTo>
                <a:lnTo>
                  <a:pt x="584" y="3"/>
                </a:lnTo>
                <a:lnTo>
                  <a:pt x="567" y="2"/>
                </a:lnTo>
                <a:lnTo>
                  <a:pt x="550" y="2"/>
                </a:lnTo>
                <a:lnTo>
                  <a:pt x="534" y="1"/>
                </a:lnTo>
                <a:lnTo>
                  <a:pt x="517" y="2"/>
                </a:lnTo>
                <a:lnTo>
                  <a:pt x="500" y="2"/>
                </a:lnTo>
                <a:lnTo>
                  <a:pt x="484" y="3"/>
                </a:lnTo>
                <a:lnTo>
                  <a:pt x="467" y="5"/>
                </a:lnTo>
                <a:lnTo>
                  <a:pt x="451" y="7"/>
                </a:lnTo>
                <a:lnTo>
                  <a:pt x="434" y="9"/>
                </a:lnTo>
                <a:lnTo>
                  <a:pt x="418" y="12"/>
                </a:lnTo>
                <a:lnTo>
                  <a:pt x="402" y="15"/>
                </a:lnTo>
                <a:lnTo>
                  <a:pt x="386" y="18"/>
                </a:lnTo>
                <a:lnTo>
                  <a:pt x="370" y="22"/>
                </a:lnTo>
                <a:lnTo>
                  <a:pt x="354" y="27"/>
                </a:lnTo>
                <a:lnTo>
                  <a:pt x="338" y="31"/>
                </a:lnTo>
                <a:lnTo>
                  <a:pt x="323" y="36"/>
                </a:lnTo>
                <a:lnTo>
                  <a:pt x="308" y="42"/>
                </a:lnTo>
                <a:lnTo>
                  <a:pt x="293" y="48"/>
                </a:lnTo>
                <a:lnTo>
                  <a:pt x="278" y="55"/>
                </a:lnTo>
                <a:lnTo>
                  <a:pt x="264" y="62"/>
                </a:lnTo>
                <a:lnTo>
                  <a:pt x="249" y="69"/>
                </a:lnTo>
                <a:lnTo>
                  <a:pt x="235" y="76"/>
                </a:lnTo>
                <a:lnTo>
                  <a:pt x="222" y="84"/>
                </a:lnTo>
                <a:lnTo>
                  <a:pt x="208" y="92"/>
                </a:lnTo>
                <a:lnTo>
                  <a:pt x="195" y="100"/>
                </a:lnTo>
                <a:lnTo>
                  <a:pt x="183" y="109"/>
                </a:lnTo>
                <a:lnTo>
                  <a:pt x="170" y="118"/>
                </a:lnTo>
                <a:lnTo>
                  <a:pt x="158" y="127"/>
                </a:lnTo>
                <a:lnTo>
                  <a:pt x="147" y="137"/>
                </a:lnTo>
                <a:lnTo>
                  <a:pt x="136" y="147"/>
                </a:lnTo>
                <a:lnTo>
                  <a:pt x="125" y="157"/>
                </a:lnTo>
                <a:lnTo>
                  <a:pt x="114" y="167"/>
                </a:lnTo>
                <a:lnTo>
                  <a:pt x="104" y="178"/>
                </a:lnTo>
                <a:lnTo>
                  <a:pt x="95" y="189"/>
                </a:lnTo>
                <a:lnTo>
                  <a:pt x="85" y="200"/>
                </a:lnTo>
                <a:lnTo>
                  <a:pt x="77" y="212"/>
                </a:lnTo>
                <a:lnTo>
                  <a:pt x="69" y="223"/>
                </a:lnTo>
                <a:lnTo>
                  <a:pt x="61" y="235"/>
                </a:lnTo>
                <a:lnTo>
                  <a:pt x="53" y="247"/>
                </a:lnTo>
                <a:lnTo>
                  <a:pt x="47" y="259"/>
                </a:lnTo>
                <a:lnTo>
                  <a:pt x="40" y="272"/>
                </a:lnTo>
                <a:lnTo>
                  <a:pt x="34" y="284"/>
                </a:lnTo>
                <a:lnTo>
                  <a:pt x="28" y="297"/>
                </a:lnTo>
                <a:lnTo>
                  <a:pt x="23" y="310"/>
                </a:lnTo>
                <a:lnTo>
                  <a:pt x="19" y="322"/>
                </a:lnTo>
                <a:lnTo>
                  <a:pt x="15" y="335"/>
                </a:lnTo>
                <a:lnTo>
                  <a:pt x="11" y="349"/>
                </a:lnTo>
                <a:lnTo>
                  <a:pt x="8" y="362"/>
                </a:lnTo>
                <a:lnTo>
                  <a:pt x="6" y="375"/>
                </a:lnTo>
                <a:lnTo>
                  <a:pt x="4" y="388"/>
                </a:lnTo>
                <a:lnTo>
                  <a:pt x="3" y="402"/>
                </a:lnTo>
                <a:lnTo>
                  <a:pt x="2" y="415"/>
                </a:lnTo>
                <a:lnTo>
                  <a:pt x="2" y="428"/>
                </a:lnTo>
                <a:lnTo>
                  <a:pt x="2" y="442"/>
                </a:lnTo>
                <a:lnTo>
                  <a:pt x="3" y="455"/>
                </a:lnTo>
                <a:lnTo>
                  <a:pt x="4" y="468"/>
                </a:lnTo>
                <a:lnTo>
                  <a:pt x="6" y="482"/>
                </a:lnTo>
                <a:lnTo>
                  <a:pt x="8" y="495"/>
                </a:lnTo>
                <a:lnTo>
                  <a:pt x="11" y="508"/>
                </a:lnTo>
                <a:lnTo>
                  <a:pt x="15" y="521"/>
                </a:lnTo>
                <a:lnTo>
                  <a:pt x="19" y="534"/>
                </a:lnTo>
                <a:lnTo>
                  <a:pt x="23" y="547"/>
                </a:lnTo>
                <a:lnTo>
                  <a:pt x="28" y="560"/>
                </a:lnTo>
                <a:lnTo>
                  <a:pt x="34" y="573"/>
                </a:lnTo>
                <a:lnTo>
                  <a:pt x="40" y="585"/>
                </a:lnTo>
                <a:lnTo>
                  <a:pt x="47" y="598"/>
                </a:lnTo>
                <a:lnTo>
                  <a:pt x="53" y="610"/>
                </a:lnTo>
                <a:lnTo>
                  <a:pt x="61" y="622"/>
                </a:lnTo>
                <a:lnTo>
                  <a:pt x="69" y="634"/>
                </a:lnTo>
                <a:lnTo>
                  <a:pt x="77" y="645"/>
                </a:lnTo>
                <a:lnTo>
                  <a:pt x="85" y="657"/>
                </a:lnTo>
                <a:lnTo>
                  <a:pt x="95" y="668"/>
                </a:lnTo>
                <a:lnTo>
                  <a:pt x="104" y="679"/>
                </a:lnTo>
                <a:lnTo>
                  <a:pt x="114" y="689"/>
                </a:lnTo>
                <a:lnTo>
                  <a:pt x="125" y="700"/>
                </a:lnTo>
                <a:lnTo>
                  <a:pt x="136" y="710"/>
                </a:lnTo>
                <a:lnTo>
                  <a:pt x="147" y="720"/>
                </a:lnTo>
                <a:lnTo>
                  <a:pt x="158" y="730"/>
                </a:lnTo>
                <a:lnTo>
                  <a:pt x="170" y="739"/>
                </a:lnTo>
                <a:lnTo>
                  <a:pt x="183" y="748"/>
                </a:lnTo>
                <a:lnTo>
                  <a:pt x="195" y="757"/>
                </a:lnTo>
                <a:lnTo>
                  <a:pt x="208" y="765"/>
                </a:lnTo>
                <a:lnTo>
                  <a:pt x="222" y="773"/>
                </a:lnTo>
                <a:lnTo>
                  <a:pt x="235" y="781"/>
                </a:lnTo>
                <a:lnTo>
                  <a:pt x="249" y="788"/>
                </a:lnTo>
                <a:lnTo>
                  <a:pt x="264" y="795"/>
                </a:lnTo>
                <a:lnTo>
                  <a:pt x="278" y="802"/>
                </a:lnTo>
                <a:lnTo>
                  <a:pt x="293" y="808"/>
                </a:lnTo>
                <a:lnTo>
                  <a:pt x="308" y="814"/>
                </a:lnTo>
                <a:lnTo>
                  <a:pt x="323" y="819"/>
                </a:lnTo>
                <a:lnTo>
                  <a:pt x="338" y="824"/>
                </a:lnTo>
                <a:lnTo>
                  <a:pt x="354" y="829"/>
                </a:lnTo>
                <a:lnTo>
                  <a:pt x="370" y="833"/>
                </a:lnTo>
                <a:lnTo>
                  <a:pt x="386" y="837"/>
                </a:lnTo>
                <a:lnTo>
                  <a:pt x="402" y="841"/>
                </a:lnTo>
                <a:lnTo>
                  <a:pt x="418" y="844"/>
                </a:lnTo>
                <a:lnTo>
                  <a:pt x="434" y="847"/>
                </a:lnTo>
                <a:lnTo>
                  <a:pt x="451" y="849"/>
                </a:lnTo>
                <a:lnTo>
                  <a:pt x="467" y="851"/>
                </a:lnTo>
                <a:lnTo>
                  <a:pt x="484" y="852"/>
                </a:lnTo>
                <a:lnTo>
                  <a:pt x="500" y="853"/>
                </a:lnTo>
                <a:lnTo>
                  <a:pt x="517" y="854"/>
                </a:lnTo>
                <a:lnTo>
                  <a:pt x="534" y="854"/>
                </a:lnTo>
                <a:lnTo>
                  <a:pt x="550" y="854"/>
                </a:lnTo>
                <a:lnTo>
                  <a:pt x="567" y="853"/>
                </a:lnTo>
                <a:lnTo>
                  <a:pt x="584" y="852"/>
                </a:lnTo>
                <a:lnTo>
                  <a:pt x="600" y="851"/>
                </a:lnTo>
                <a:lnTo>
                  <a:pt x="617" y="849"/>
                </a:lnTo>
                <a:lnTo>
                  <a:pt x="633" y="847"/>
                </a:lnTo>
                <a:lnTo>
                  <a:pt x="650" y="844"/>
                </a:lnTo>
                <a:lnTo>
                  <a:pt x="666" y="841"/>
                </a:lnTo>
                <a:lnTo>
                  <a:pt x="682" y="837"/>
                </a:lnTo>
                <a:lnTo>
                  <a:pt x="698" y="833"/>
                </a:lnTo>
                <a:lnTo>
                  <a:pt x="714" y="829"/>
                </a:lnTo>
                <a:lnTo>
                  <a:pt x="729" y="824"/>
                </a:lnTo>
                <a:lnTo>
                  <a:pt x="745" y="819"/>
                </a:lnTo>
                <a:lnTo>
                  <a:pt x="760" y="814"/>
                </a:lnTo>
                <a:lnTo>
                  <a:pt x="775" y="808"/>
                </a:lnTo>
                <a:lnTo>
                  <a:pt x="790" y="802"/>
                </a:lnTo>
                <a:lnTo>
                  <a:pt x="804" y="795"/>
                </a:lnTo>
                <a:lnTo>
                  <a:pt x="818" y="788"/>
                </a:lnTo>
                <a:lnTo>
                  <a:pt x="832" y="781"/>
                </a:lnTo>
                <a:lnTo>
                  <a:pt x="846" y="773"/>
                </a:lnTo>
                <a:lnTo>
                  <a:pt x="859" y="765"/>
                </a:lnTo>
                <a:lnTo>
                  <a:pt x="872" y="757"/>
                </a:lnTo>
                <a:lnTo>
                  <a:pt x="885" y="748"/>
                </a:lnTo>
                <a:lnTo>
                  <a:pt x="897" y="739"/>
                </a:lnTo>
                <a:lnTo>
                  <a:pt x="909" y="730"/>
                </a:lnTo>
                <a:lnTo>
                  <a:pt x="921" y="720"/>
                </a:lnTo>
                <a:lnTo>
                  <a:pt x="932" y="710"/>
                </a:lnTo>
                <a:lnTo>
                  <a:pt x="943" y="700"/>
                </a:lnTo>
                <a:lnTo>
                  <a:pt x="953" y="689"/>
                </a:lnTo>
                <a:lnTo>
                  <a:pt x="963" y="679"/>
                </a:lnTo>
                <a:lnTo>
                  <a:pt x="973" y="668"/>
                </a:lnTo>
                <a:lnTo>
                  <a:pt x="982" y="657"/>
                </a:lnTo>
                <a:lnTo>
                  <a:pt x="991" y="645"/>
                </a:lnTo>
                <a:lnTo>
                  <a:pt x="999" y="634"/>
                </a:lnTo>
                <a:lnTo>
                  <a:pt x="1007" y="622"/>
                </a:lnTo>
                <a:lnTo>
                  <a:pt x="1014" y="610"/>
                </a:lnTo>
                <a:lnTo>
                  <a:pt x="1021" y="598"/>
                </a:lnTo>
                <a:lnTo>
                  <a:pt x="1027" y="585"/>
                </a:lnTo>
                <a:lnTo>
                  <a:pt x="1033" y="573"/>
                </a:lnTo>
                <a:lnTo>
                  <a:pt x="1039" y="560"/>
                </a:lnTo>
                <a:lnTo>
                  <a:pt x="1044" y="547"/>
                </a:lnTo>
                <a:lnTo>
                  <a:pt x="1048" y="534"/>
                </a:lnTo>
                <a:lnTo>
                  <a:pt x="1052" y="521"/>
                </a:lnTo>
                <a:lnTo>
                  <a:pt x="1055" y="508"/>
                </a:lnTo>
                <a:lnTo>
                  <a:pt x="1058" y="495"/>
                </a:lnTo>
                <a:lnTo>
                  <a:pt x="1061" y="482"/>
                </a:lnTo>
                <a:lnTo>
                  <a:pt x="1062" y="468"/>
                </a:lnTo>
                <a:lnTo>
                  <a:pt x="1064" y="455"/>
                </a:lnTo>
                <a:lnTo>
                  <a:pt x="1065" y="442"/>
                </a:lnTo>
                <a:lnTo>
                  <a:pt x="1065" y="428"/>
                </a:lnTo>
                <a:moveTo>
                  <a:pt x="1067" y="428"/>
                </a:moveTo>
                <a:lnTo>
                  <a:pt x="1067" y="442"/>
                </a:lnTo>
                <a:lnTo>
                  <a:pt x="1066" y="455"/>
                </a:lnTo>
                <a:lnTo>
                  <a:pt x="1065" y="469"/>
                </a:lnTo>
                <a:lnTo>
                  <a:pt x="1063" y="482"/>
                </a:lnTo>
                <a:lnTo>
                  <a:pt x="1061" y="495"/>
                </a:lnTo>
                <a:lnTo>
                  <a:pt x="1058" y="509"/>
                </a:lnTo>
                <a:lnTo>
                  <a:pt x="1054" y="522"/>
                </a:lnTo>
                <a:lnTo>
                  <a:pt x="1050" y="535"/>
                </a:lnTo>
                <a:lnTo>
                  <a:pt x="1046" y="548"/>
                </a:lnTo>
                <a:lnTo>
                  <a:pt x="1041" y="561"/>
                </a:lnTo>
                <a:lnTo>
                  <a:pt x="1036" y="573"/>
                </a:lnTo>
                <a:lnTo>
                  <a:pt x="1030" y="586"/>
                </a:lnTo>
                <a:lnTo>
                  <a:pt x="1023" y="598"/>
                </a:lnTo>
                <a:lnTo>
                  <a:pt x="1016" y="611"/>
                </a:lnTo>
                <a:lnTo>
                  <a:pt x="1009" y="623"/>
                </a:lnTo>
                <a:lnTo>
                  <a:pt x="1001" y="634"/>
                </a:lnTo>
                <a:lnTo>
                  <a:pt x="993" y="646"/>
                </a:lnTo>
                <a:lnTo>
                  <a:pt x="984" y="658"/>
                </a:lnTo>
                <a:lnTo>
                  <a:pt x="975" y="669"/>
                </a:lnTo>
                <a:lnTo>
                  <a:pt x="965" y="680"/>
                </a:lnTo>
                <a:lnTo>
                  <a:pt x="955" y="691"/>
                </a:lnTo>
                <a:lnTo>
                  <a:pt x="945" y="701"/>
                </a:lnTo>
                <a:lnTo>
                  <a:pt x="934" y="711"/>
                </a:lnTo>
                <a:lnTo>
                  <a:pt x="923" y="721"/>
                </a:lnTo>
                <a:lnTo>
                  <a:pt x="911" y="731"/>
                </a:lnTo>
                <a:lnTo>
                  <a:pt x="899" y="740"/>
                </a:lnTo>
                <a:lnTo>
                  <a:pt x="886" y="749"/>
                </a:lnTo>
                <a:lnTo>
                  <a:pt x="874" y="758"/>
                </a:lnTo>
                <a:lnTo>
                  <a:pt x="861" y="766"/>
                </a:lnTo>
                <a:lnTo>
                  <a:pt x="847" y="774"/>
                </a:lnTo>
                <a:lnTo>
                  <a:pt x="834" y="782"/>
                </a:lnTo>
                <a:lnTo>
                  <a:pt x="820" y="790"/>
                </a:lnTo>
                <a:lnTo>
                  <a:pt x="805" y="797"/>
                </a:lnTo>
                <a:lnTo>
                  <a:pt x="791" y="803"/>
                </a:lnTo>
                <a:lnTo>
                  <a:pt x="776" y="810"/>
                </a:lnTo>
                <a:lnTo>
                  <a:pt x="761" y="815"/>
                </a:lnTo>
                <a:lnTo>
                  <a:pt x="746" y="821"/>
                </a:lnTo>
                <a:lnTo>
                  <a:pt x="730" y="826"/>
                </a:lnTo>
                <a:lnTo>
                  <a:pt x="714" y="831"/>
                </a:lnTo>
                <a:lnTo>
                  <a:pt x="699" y="835"/>
                </a:lnTo>
                <a:lnTo>
                  <a:pt x="683" y="839"/>
                </a:lnTo>
                <a:lnTo>
                  <a:pt x="666" y="843"/>
                </a:lnTo>
                <a:lnTo>
                  <a:pt x="650" y="846"/>
                </a:lnTo>
                <a:lnTo>
                  <a:pt x="634" y="849"/>
                </a:lnTo>
                <a:lnTo>
                  <a:pt x="617" y="851"/>
                </a:lnTo>
                <a:lnTo>
                  <a:pt x="601" y="853"/>
                </a:lnTo>
                <a:lnTo>
                  <a:pt x="584" y="854"/>
                </a:lnTo>
                <a:lnTo>
                  <a:pt x="567" y="855"/>
                </a:lnTo>
                <a:lnTo>
                  <a:pt x="551" y="856"/>
                </a:lnTo>
                <a:lnTo>
                  <a:pt x="534" y="856"/>
                </a:lnTo>
                <a:lnTo>
                  <a:pt x="517" y="856"/>
                </a:lnTo>
                <a:lnTo>
                  <a:pt x="500" y="855"/>
                </a:lnTo>
                <a:lnTo>
                  <a:pt x="484" y="854"/>
                </a:lnTo>
                <a:lnTo>
                  <a:pt x="467" y="853"/>
                </a:lnTo>
                <a:lnTo>
                  <a:pt x="450" y="851"/>
                </a:lnTo>
                <a:lnTo>
                  <a:pt x="434" y="849"/>
                </a:lnTo>
                <a:lnTo>
                  <a:pt x="417" y="846"/>
                </a:lnTo>
                <a:lnTo>
                  <a:pt x="401" y="843"/>
                </a:lnTo>
                <a:lnTo>
                  <a:pt x="385" y="839"/>
                </a:lnTo>
                <a:lnTo>
                  <a:pt x="369" y="835"/>
                </a:lnTo>
                <a:lnTo>
                  <a:pt x="353" y="831"/>
                </a:lnTo>
                <a:lnTo>
                  <a:pt x="337" y="826"/>
                </a:lnTo>
                <a:lnTo>
                  <a:pt x="322" y="821"/>
                </a:lnTo>
                <a:lnTo>
                  <a:pt x="307" y="815"/>
                </a:lnTo>
                <a:lnTo>
                  <a:pt x="292" y="810"/>
                </a:lnTo>
                <a:lnTo>
                  <a:pt x="277" y="803"/>
                </a:lnTo>
                <a:lnTo>
                  <a:pt x="262" y="797"/>
                </a:lnTo>
                <a:lnTo>
                  <a:pt x="248" y="790"/>
                </a:lnTo>
                <a:lnTo>
                  <a:pt x="234" y="782"/>
                </a:lnTo>
                <a:lnTo>
                  <a:pt x="220" y="774"/>
                </a:lnTo>
                <a:lnTo>
                  <a:pt x="207" y="766"/>
                </a:lnTo>
                <a:lnTo>
                  <a:pt x="194" y="758"/>
                </a:lnTo>
                <a:lnTo>
                  <a:pt x="181" y="749"/>
                </a:lnTo>
                <a:lnTo>
                  <a:pt x="169" y="740"/>
                </a:lnTo>
                <a:lnTo>
                  <a:pt x="157" y="731"/>
                </a:lnTo>
                <a:lnTo>
                  <a:pt x="145" y="721"/>
                </a:lnTo>
                <a:lnTo>
                  <a:pt x="134" y="711"/>
                </a:lnTo>
                <a:lnTo>
                  <a:pt x="123" y="701"/>
                </a:lnTo>
                <a:lnTo>
                  <a:pt x="112" y="691"/>
                </a:lnTo>
                <a:lnTo>
                  <a:pt x="102" y="680"/>
                </a:lnTo>
                <a:lnTo>
                  <a:pt x="93" y="669"/>
                </a:lnTo>
                <a:lnTo>
                  <a:pt x="84" y="658"/>
                </a:lnTo>
                <a:lnTo>
                  <a:pt x="75" y="646"/>
                </a:lnTo>
                <a:lnTo>
                  <a:pt x="66" y="634"/>
                </a:lnTo>
                <a:lnTo>
                  <a:pt x="59" y="623"/>
                </a:lnTo>
                <a:lnTo>
                  <a:pt x="51" y="611"/>
                </a:lnTo>
                <a:lnTo>
                  <a:pt x="44" y="598"/>
                </a:lnTo>
                <a:lnTo>
                  <a:pt x="38" y="586"/>
                </a:lnTo>
                <a:lnTo>
                  <a:pt x="32" y="573"/>
                </a:lnTo>
                <a:lnTo>
                  <a:pt x="26" y="561"/>
                </a:lnTo>
                <a:lnTo>
                  <a:pt x="21" y="548"/>
                </a:lnTo>
                <a:lnTo>
                  <a:pt x="16" y="535"/>
                </a:lnTo>
                <a:lnTo>
                  <a:pt x="12" y="522"/>
                </a:lnTo>
                <a:lnTo>
                  <a:pt x="9" y="509"/>
                </a:lnTo>
                <a:lnTo>
                  <a:pt x="6" y="495"/>
                </a:lnTo>
                <a:lnTo>
                  <a:pt x="4" y="482"/>
                </a:lnTo>
                <a:lnTo>
                  <a:pt x="2" y="469"/>
                </a:lnTo>
                <a:lnTo>
                  <a:pt x="1" y="455"/>
                </a:lnTo>
                <a:lnTo>
                  <a:pt x="0" y="442"/>
                </a:lnTo>
                <a:lnTo>
                  <a:pt x="0" y="428"/>
                </a:lnTo>
                <a:lnTo>
                  <a:pt x="0" y="415"/>
                </a:lnTo>
                <a:lnTo>
                  <a:pt x="1" y="402"/>
                </a:lnTo>
                <a:lnTo>
                  <a:pt x="2" y="388"/>
                </a:lnTo>
                <a:lnTo>
                  <a:pt x="4" y="375"/>
                </a:lnTo>
                <a:lnTo>
                  <a:pt x="6" y="361"/>
                </a:lnTo>
                <a:lnTo>
                  <a:pt x="9" y="348"/>
                </a:lnTo>
                <a:lnTo>
                  <a:pt x="12" y="335"/>
                </a:lnTo>
                <a:lnTo>
                  <a:pt x="16" y="322"/>
                </a:lnTo>
                <a:lnTo>
                  <a:pt x="21" y="309"/>
                </a:lnTo>
                <a:lnTo>
                  <a:pt x="26" y="296"/>
                </a:lnTo>
                <a:lnTo>
                  <a:pt x="32" y="283"/>
                </a:lnTo>
                <a:lnTo>
                  <a:pt x="38" y="271"/>
                </a:lnTo>
                <a:lnTo>
                  <a:pt x="44" y="258"/>
                </a:lnTo>
                <a:lnTo>
                  <a:pt x="51" y="246"/>
                </a:lnTo>
                <a:lnTo>
                  <a:pt x="59" y="234"/>
                </a:lnTo>
                <a:lnTo>
                  <a:pt x="66" y="222"/>
                </a:lnTo>
                <a:lnTo>
                  <a:pt x="75" y="211"/>
                </a:lnTo>
                <a:lnTo>
                  <a:pt x="84" y="199"/>
                </a:lnTo>
                <a:lnTo>
                  <a:pt x="93" y="188"/>
                </a:lnTo>
                <a:lnTo>
                  <a:pt x="102" y="177"/>
                </a:lnTo>
                <a:lnTo>
                  <a:pt x="112" y="166"/>
                </a:lnTo>
                <a:lnTo>
                  <a:pt x="123" y="156"/>
                </a:lnTo>
                <a:lnTo>
                  <a:pt x="134" y="145"/>
                </a:lnTo>
                <a:lnTo>
                  <a:pt x="145" y="136"/>
                </a:lnTo>
                <a:lnTo>
                  <a:pt x="157" y="126"/>
                </a:lnTo>
                <a:lnTo>
                  <a:pt x="169" y="117"/>
                </a:lnTo>
                <a:lnTo>
                  <a:pt x="181" y="108"/>
                </a:lnTo>
                <a:lnTo>
                  <a:pt x="194" y="99"/>
                </a:lnTo>
                <a:lnTo>
                  <a:pt x="207" y="90"/>
                </a:lnTo>
                <a:lnTo>
                  <a:pt x="220" y="82"/>
                </a:lnTo>
                <a:lnTo>
                  <a:pt x="234" y="75"/>
                </a:lnTo>
                <a:lnTo>
                  <a:pt x="248" y="67"/>
                </a:lnTo>
                <a:lnTo>
                  <a:pt x="262" y="60"/>
                </a:lnTo>
                <a:lnTo>
                  <a:pt x="277" y="54"/>
                </a:lnTo>
                <a:lnTo>
                  <a:pt x="292" y="46"/>
                </a:lnTo>
                <a:lnTo>
                  <a:pt x="307" y="40"/>
                </a:lnTo>
                <a:lnTo>
                  <a:pt x="322" y="35"/>
                </a:lnTo>
                <a:lnTo>
                  <a:pt x="337" y="30"/>
                </a:lnTo>
                <a:lnTo>
                  <a:pt x="353" y="25"/>
                </a:lnTo>
                <a:lnTo>
                  <a:pt x="369" y="21"/>
                </a:lnTo>
                <a:lnTo>
                  <a:pt x="385" y="17"/>
                </a:lnTo>
                <a:lnTo>
                  <a:pt x="401" y="13"/>
                </a:lnTo>
                <a:lnTo>
                  <a:pt x="417" y="10"/>
                </a:lnTo>
                <a:lnTo>
                  <a:pt x="434" y="7"/>
                </a:lnTo>
                <a:lnTo>
                  <a:pt x="450" y="5"/>
                </a:lnTo>
                <a:lnTo>
                  <a:pt x="467" y="3"/>
                </a:lnTo>
                <a:lnTo>
                  <a:pt x="484" y="2"/>
                </a:lnTo>
                <a:lnTo>
                  <a:pt x="500" y="0"/>
                </a:lnTo>
                <a:lnTo>
                  <a:pt x="517" y="0"/>
                </a:lnTo>
                <a:lnTo>
                  <a:pt x="534" y="0"/>
                </a:lnTo>
                <a:lnTo>
                  <a:pt x="551" y="0"/>
                </a:lnTo>
                <a:lnTo>
                  <a:pt x="567" y="0"/>
                </a:lnTo>
                <a:lnTo>
                  <a:pt x="584" y="2"/>
                </a:lnTo>
                <a:lnTo>
                  <a:pt x="601" y="3"/>
                </a:lnTo>
                <a:lnTo>
                  <a:pt x="617" y="5"/>
                </a:lnTo>
                <a:lnTo>
                  <a:pt x="634" y="7"/>
                </a:lnTo>
                <a:lnTo>
                  <a:pt x="650" y="10"/>
                </a:lnTo>
                <a:lnTo>
                  <a:pt x="666" y="13"/>
                </a:lnTo>
                <a:lnTo>
                  <a:pt x="683" y="17"/>
                </a:lnTo>
                <a:lnTo>
                  <a:pt x="699" y="21"/>
                </a:lnTo>
                <a:lnTo>
                  <a:pt x="714" y="25"/>
                </a:lnTo>
                <a:lnTo>
                  <a:pt x="730" y="30"/>
                </a:lnTo>
                <a:lnTo>
                  <a:pt x="746" y="35"/>
                </a:lnTo>
                <a:lnTo>
                  <a:pt x="761" y="40"/>
                </a:lnTo>
                <a:lnTo>
                  <a:pt x="776" y="46"/>
                </a:lnTo>
                <a:lnTo>
                  <a:pt x="791" y="54"/>
                </a:lnTo>
                <a:lnTo>
                  <a:pt x="805" y="60"/>
                </a:lnTo>
                <a:lnTo>
                  <a:pt x="820" y="67"/>
                </a:lnTo>
                <a:lnTo>
                  <a:pt x="834" y="75"/>
                </a:lnTo>
                <a:lnTo>
                  <a:pt x="847" y="82"/>
                </a:lnTo>
                <a:lnTo>
                  <a:pt x="861" y="90"/>
                </a:lnTo>
                <a:lnTo>
                  <a:pt x="874" y="99"/>
                </a:lnTo>
                <a:lnTo>
                  <a:pt x="886" y="108"/>
                </a:lnTo>
                <a:lnTo>
                  <a:pt x="899" y="117"/>
                </a:lnTo>
                <a:lnTo>
                  <a:pt x="911" y="126"/>
                </a:lnTo>
                <a:lnTo>
                  <a:pt x="923" y="136"/>
                </a:lnTo>
                <a:lnTo>
                  <a:pt x="934" y="145"/>
                </a:lnTo>
                <a:lnTo>
                  <a:pt x="945" y="156"/>
                </a:lnTo>
                <a:lnTo>
                  <a:pt x="955" y="166"/>
                </a:lnTo>
                <a:lnTo>
                  <a:pt x="965" y="177"/>
                </a:lnTo>
                <a:lnTo>
                  <a:pt x="975" y="188"/>
                </a:lnTo>
                <a:lnTo>
                  <a:pt x="984" y="199"/>
                </a:lnTo>
                <a:lnTo>
                  <a:pt x="993" y="211"/>
                </a:lnTo>
                <a:lnTo>
                  <a:pt x="1001" y="222"/>
                </a:lnTo>
                <a:lnTo>
                  <a:pt x="1009" y="234"/>
                </a:lnTo>
                <a:lnTo>
                  <a:pt x="1016" y="246"/>
                </a:lnTo>
                <a:lnTo>
                  <a:pt x="1023" y="258"/>
                </a:lnTo>
                <a:lnTo>
                  <a:pt x="1030" y="271"/>
                </a:lnTo>
                <a:lnTo>
                  <a:pt x="1036" y="283"/>
                </a:lnTo>
                <a:lnTo>
                  <a:pt x="1041" y="296"/>
                </a:lnTo>
                <a:lnTo>
                  <a:pt x="1046" y="309"/>
                </a:lnTo>
                <a:lnTo>
                  <a:pt x="1050" y="322"/>
                </a:lnTo>
                <a:lnTo>
                  <a:pt x="1054" y="335"/>
                </a:lnTo>
                <a:lnTo>
                  <a:pt x="1058" y="348"/>
                </a:lnTo>
                <a:lnTo>
                  <a:pt x="1061" y="361"/>
                </a:lnTo>
                <a:lnTo>
                  <a:pt x="1063" y="375"/>
                </a:lnTo>
                <a:lnTo>
                  <a:pt x="1065" y="388"/>
                </a:lnTo>
                <a:lnTo>
                  <a:pt x="1066" y="402"/>
                </a:lnTo>
                <a:lnTo>
                  <a:pt x="1067" y="415"/>
                </a:lnTo>
                <a:lnTo>
                  <a:pt x="1067" y="428"/>
                </a:lnTo>
                <a:close/>
              </a:path>
            </a:pathLst>
          </a:custGeom>
          <a:solidFill>
            <a:srgbClr val="ff9d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8" name=""/>
          <p:cNvSpPr/>
          <p:nvPr/>
        </p:nvSpPr>
        <p:spPr>
          <a:xfrm>
            <a:off x="4785840" y="1673280"/>
            <a:ext cx="385920" cy="309600"/>
          </a:xfrm>
          <a:custGeom>
            <a:avLst/>
            <a:gdLst/>
            <a:ahLst/>
            <a:rect l="0" t="0" r="r" b="b"/>
            <a:pathLst>
              <a:path w="1072" h="860">
                <a:moveTo>
                  <a:pt x="1070" y="430"/>
                </a:moveTo>
                <a:lnTo>
                  <a:pt x="1070" y="417"/>
                </a:lnTo>
                <a:lnTo>
                  <a:pt x="1069" y="404"/>
                </a:lnTo>
                <a:lnTo>
                  <a:pt x="1068" y="390"/>
                </a:lnTo>
                <a:lnTo>
                  <a:pt x="1066" y="377"/>
                </a:lnTo>
                <a:lnTo>
                  <a:pt x="1064" y="363"/>
                </a:lnTo>
                <a:lnTo>
                  <a:pt x="1061" y="350"/>
                </a:lnTo>
                <a:lnTo>
                  <a:pt x="1057" y="337"/>
                </a:lnTo>
                <a:lnTo>
                  <a:pt x="1053" y="324"/>
                </a:lnTo>
                <a:lnTo>
                  <a:pt x="1049" y="311"/>
                </a:lnTo>
                <a:lnTo>
                  <a:pt x="1044" y="298"/>
                </a:lnTo>
                <a:lnTo>
                  <a:pt x="1039" y="285"/>
                </a:lnTo>
                <a:lnTo>
                  <a:pt x="1033" y="273"/>
                </a:lnTo>
                <a:lnTo>
                  <a:pt x="1026" y="260"/>
                </a:lnTo>
                <a:lnTo>
                  <a:pt x="1019" y="248"/>
                </a:lnTo>
                <a:lnTo>
                  <a:pt x="1012" y="236"/>
                </a:lnTo>
                <a:lnTo>
                  <a:pt x="1004" y="224"/>
                </a:lnTo>
                <a:lnTo>
                  <a:pt x="996" y="213"/>
                </a:lnTo>
                <a:lnTo>
                  <a:pt x="987" y="201"/>
                </a:lnTo>
                <a:lnTo>
                  <a:pt x="978" y="190"/>
                </a:lnTo>
                <a:lnTo>
                  <a:pt x="968" y="179"/>
                </a:lnTo>
                <a:lnTo>
                  <a:pt x="958" y="168"/>
                </a:lnTo>
                <a:lnTo>
                  <a:pt x="948" y="158"/>
                </a:lnTo>
                <a:lnTo>
                  <a:pt x="937" y="147"/>
                </a:lnTo>
                <a:lnTo>
                  <a:pt x="926" y="138"/>
                </a:lnTo>
                <a:lnTo>
                  <a:pt x="914" y="128"/>
                </a:lnTo>
                <a:lnTo>
                  <a:pt x="902" y="119"/>
                </a:lnTo>
                <a:lnTo>
                  <a:pt x="889" y="110"/>
                </a:lnTo>
                <a:lnTo>
                  <a:pt x="877" y="101"/>
                </a:lnTo>
                <a:lnTo>
                  <a:pt x="864" y="92"/>
                </a:lnTo>
                <a:lnTo>
                  <a:pt x="850" y="84"/>
                </a:lnTo>
                <a:lnTo>
                  <a:pt x="837" y="76"/>
                </a:lnTo>
                <a:lnTo>
                  <a:pt x="823" y="68"/>
                </a:lnTo>
                <a:lnTo>
                  <a:pt x="808" y="61"/>
                </a:lnTo>
                <a:lnTo>
                  <a:pt x="794" y="55"/>
                </a:lnTo>
                <a:lnTo>
                  <a:pt x="779" y="48"/>
                </a:lnTo>
                <a:lnTo>
                  <a:pt x="764" y="42"/>
                </a:lnTo>
                <a:lnTo>
                  <a:pt x="749" y="37"/>
                </a:lnTo>
                <a:lnTo>
                  <a:pt x="733" y="32"/>
                </a:lnTo>
                <a:lnTo>
                  <a:pt x="717" y="27"/>
                </a:lnTo>
                <a:lnTo>
                  <a:pt x="702" y="23"/>
                </a:lnTo>
                <a:lnTo>
                  <a:pt x="686" y="19"/>
                </a:lnTo>
                <a:lnTo>
                  <a:pt x="669" y="15"/>
                </a:lnTo>
                <a:lnTo>
                  <a:pt x="653" y="12"/>
                </a:lnTo>
                <a:lnTo>
                  <a:pt x="637" y="9"/>
                </a:lnTo>
                <a:lnTo>
                  <a:pt x="620" y="7"/>
                </a:lnTo>
                <a:lnTo>
                  <a:pt x="604" y="5"/>
                </a:lnTo>
                <a:lnTo>
                  <a:pt x="587" y="4"/>
                </a:lnTo>
                <a:lnTo>
                  <a:pt x="570" y="2"/>
                </a:lnTo>
                <a:lnTo>
                  <a:pt x="554" y="2"/>
                </a:lnTo>
                <a:lnTo>
                  <a:pt x="537" y="2"/>
                </a:lnTo>
                <a:lnTo>
                  <a:pt x="520" y="2"/>
                </a:lnTo>
                <a:lnTo>
                  <a:pt x="503" y="2"/>
                </a:lnTo>
                <a:lnTo>
                  <a:pt x="487" y="4"/>
                </a:lnTo>
                <a:lnTo>
                  <a:pt x="470" y="5"/>
                </a:lnTo>
                <a:lnTo>
                  <a:pt x="453" y="7"/>
                </a:lnTo>
                <a:lnTo>
                  <a:pt x="437" y="9"/>
                </a:lnTo>
                <a:lnTo>
                  <a:pt x="420" y="12"/>
                </a:lnTo>
                <a:lnTo>
                  <a:pt x="404" y="15"/>
                </a:lnTo>
                <a:lnTo>
                  <a:pt x="388" y="19"/>
                </a:lnTo>
                <a:lnTo>
                  <a:pt x="372" y="23"/>
                </a:lnTo>
                <a:lnTo>
                  <a:pt x="356" y="27"/>
                </a:lnTo>
                <a:lnTo>
                  <a:pt x="340" y="32"/>
                </a:lnTo>
                <a:lnTo>
                  <a:pt x="325" y="37"/>
                </a:lnTo>
                <a:lnTo>
                  <a:pt x="310" y="42"/>
                </a:lnTo>
                <a:lnTo>
                  <a:pt x="295" y="48"/>
                </a:lnTo>
                <a:lnTo>
                  <a:pt x="280" y="55"/>
                </a:lnTo>
                <a:lnTo>
                  <a:pt x="265" y="61"/>
                </a:lnTo>
                <a:lnTo>
                  <a:pt x="251" y="68"/>
                </a:lnTo>
                <a:lnTo>
                  <a:pt x="237" y="76"/>
                </a:lnTo>
                <a:lnTo>
                  <a:pt x="223" y="84"/>
                </a:lnTo>
                <a:lnTo>
                  <a:pt x="210" y="92"/>
                </a:lnTo>
                <a:lnTo>
                  <a:pt x="197" y="101"/>
                </a:lnTo>
                <a:lnTo>
                  <a:pt x="184" y="110"/>
                </a:lnTo>
                <a:lnTo>
                  <a:pt x="172" y="119"/>
                </a:lnTo>
                <a:lnTo>
                  <a:pt x="160" y="128"/>
                </a:lnTo>
                <a:lnTo>
                  <a:pt x="148" y="138"/>
                </a:lnTo>
                <a:lnTo>
                  <a:pt x="137" y="147"/>
                </a:lnTo>
                <a:lnTo>
                  <a:pt x="126" y="158"/>
                </a:lnTo>
                <a:lnTo>
                  <a:pt x="115" y="168"/>
                </a:lnTo>
                <a:lnTo>
                  <a:pt x="105" y="179"/>
                </a:lnTo>
                <a:lnTo>
                  <a:pt x="96" y="190"/>
                </a:lnTo>
                <a:lnTo>
                  <a:pt x="86" y="201"/>
                </a:lnTo>
                <a:lnTo>
                  <a:pt x="77" y="213"/>
                </a:lnTo>
                <a:lnTo>
                  <a:pt x="68" y="224"/>
                </a:lnTo>
                <a:lnTo>
                  <a:pt x="61" y="236"/>
                </a:lnTo>
                <a:lnTo>
                  <a:pt x="53" y="248"/>
                </a:lnTo>
                <a:lnTo>
                  <a:pt x="46" y="260"/>
                </a:lnTo>
                <a:lnTo>
                  <a:pt x="40" y="273"/>
                </a:lnTo>
                <a:lnTo>
                  <a:pt x="34" y="285"/>
                </a:lnTo>
                <a:lnTo>
                  <a:pt x="29" y="298"/>
                </a:lnTo>
                <a:lnTo>
                  <a:pt x="24" y="311"/>
                </a:lnTo>
                <a:lnTo>
                  <a:pt x="19" y="324"/>
                </a:lnTo>
                <a:lnTo>
                  <a:pt x="15" y="337"/>
                </a:lnTo>
                <a:lnTo>
                  <a:pt x="12" y="350"/>
                </a:lnTo>
                <a:lnTo>
                  <a:pt x="9" y="363"/>
                </a:lnTo>
                <a:lnTo>
                  <a:pt x="7" y="377"/>
                </a:lnTo>
                <a:lnTo>
                  <a:pt x="5" y="390"/>
                </a:lnTo>
                <a:lnTo>
                  <a:pt x="4" y="404"/>
                </a:lnTo>
                <a:lnTo>
                  <a:pt x="3" y="417"/>
                </a:lnTo>
                <a:lnTo>
                  <a:pt x="3" y="430"/>
                </a:lnTo>
                <a:lnTo>
                  <a:pt x="3" y="444"/>
                </a:lnTo>
                <a:lnTo>
                  <a:pt x="4" y="457"/>
                </a:lnTo>
                <a:lnTo>
                  <a:pt x="5" y="471"/>
                </a:lnTo>
                <a:lnTo>
                  <a:pt x="7" y="484"/>
                </a:lnTo>
                <a:lnTo>
                  <a:pt x="9" y="497"/>
                </a:lnTo>
                <a:lnTo>
                  <a:pt x="12" y="511"/>
                </a:lnTo>
                <a:lnTo>
                  <a:pt x="15" y="524"/>
                </a:lnTo>
                <a:lnTo>
                  <a:pt x="19" y="537"/>
                </a:lnTo>
                <a:lnTo>
                  <a:pt x="24" y="550"/>
                </a:lnTo>
                <a:lnTo>
                  <a:pt x="29" y="563"/>
                </a:lnTo>
                <a:lnTo>
                  <a:pt x="34" y="575"/>
                </a:lnTo>
                <a:lnTo>
                  <a:pt x="40" y="588"/>
                </a:lnTo>
                <a:lnTo>
                  <a:pt x="46" y="600"/>
                </a:lnTo>
                <a:lnTo>
                  <a:pt x="53" y="613"/>
                </a:lnTo>
                <a:lnTo>
                  <a:pt x="61" y="625"/>
                </a:lnTo>
                <a:lnTo>
                  <a:pt x="68" y="636"/>
                </a:lnTo>
                <a:lnTo>
                  <a:pt x="77" y="648"/>
                </a:lnTo>
                <a:lnTo>
                  <a:pt x="86" y="660"/>
                </a:lnTo>
                <a:lnTo>
                  <a:pt x="96" y="671"/>
                </a:lnTo>
                <a:lnTo>
                  <a:pt x="105" y="682"/>
                </a:lnTo>
                <a:lnTo>
                  <a:pt x="115" y="693"/>
                </a:lnTo>
                <a:lnTo>
                  <a:pt x="126" y="703"/>
                </a:lnTo>
                <a:lnTo>
                  <a:pt x="137" y="713"/>
                </a:lnTo>
                <a:lnTo>
                  <a:pt x="148" y="723"/>
                </a:lnTo>
                <a:lnTo>
                  <a:pt x="160" y="733"/>
                </a:lnTo>
                <a:lnTo>
                  <a:pt x="172" y="742"/>
                </a:lnTo>
                <a:lnTo>
                  <a:pt x="184" y="751"/>
                </a:lnTo>
                <a:lnTo>
                  <a:pt x="197" y="760"/>
                </a:lnTo>
                <a:lnTo>
                  <a:pt x="210" y="768"/>
                </a:lnTo>
                <a:lnTo>
                  <a:pt x="223" y="776"/>
                </a:lnTo>
                <a:lnTo>
                  <a:pt x="237" y="784"/>
                </a:lnTo>
                <a:lnTo>
                  <a:pt x="251" y="792"/>
                </a:lnTo>
                <a:lnTo>
                  <a:pt x="265" y="799"/>
                </a:lnTo>
                <a:lnTo>
                  <a:pt x="280" y="805"/>
                </a:lnTo>
                <a:lnTo>
                  <a:pt x="295" y="812"/>
                </a:lnTo>
                <a:lnTo>
                  <a:pt x="310" y="817"/>
                </a:lnTo>
                <a:lnTo>
                  <a:pt x="325" y="823"/>
                </a:lnTo>
                <a:lnTo>
                  <a:pt x="340" y="828"/>
                </a:lnTo>
                <a:lnTo>
                  <a:pt x="356" y="833"/>
                </a:lnTo>
                <a:lnTo>
                  <a:pt x="372" y="837"/>
                </a:lnTo>
                <a:lnTo>
                  <a:pt x="388" y="841"/>
                </a:lnTo>
                <a:lnTo>
                  <a:pt x="404" y="845"/>
                </a:lnTo>
                <a:lnTo>
                  <a:pt x="420" y="848"/>
                </a:lnTo>
                <a:lnTo>
                  <a:pt x="437" y="851"/>
                </a:lnTo>
                <a:lnTo>
                  <a:pt x="453" y="853"/>
                </a:lnTo>
                <a:lnTo>
                  <a:pt x="470" y="855"/>
                </a:lnTo>
                <a:lnTo>
                  <a:pt x="487" y="856"/>
                </a:lnTo>
                <a:lnTo>
                  <a:pt x="503" y="857"/>
                </a:lnTo>
                <a:lnTo>
                  <a:pt x="520" y="858"/>
                </a:lnTo>
                <a:lnTo>
                  <a:pt x="537" y="858"/>
                </a:lnTo>
                <a:lnTo>
                  <a:pt x="554" y="858"/>
                </a:lnTo>
                <a:lnTo>
                  <a:pt x="570" y="857"/>
                </a:lnTo>
                <a:lnTo>
                  <a:pt x="587" y="856"/>
                </a:lnTo>
                <a:lnTo>
                  <a:pt x="604" y="855"/>
                </a:lnTo>
                <a:lnTo>
                  <a:pt x="620" y="853"/>
                </a:lnTo>
                <a:lnTo>
                  <a:pt x="637" y="851"/>
                </a:lnTo>
                <a:lnTo>
                  <a:pt x="653" y="848"/>
                </a:lnTo>
                <a:lnTo>
                  <a:pt x="669" y="845"/>
                </a:lnTo>
                <a:lnTo>
                  <a:pt x="686" y="841"/>
                </a:lnTo>
                <a:lnTo>
                  <a:pt x="702" y="837"/>
                </a:lnTo>
                <a:lnTo>
                  <a:pt x="717" y="833"/>
                </a:lnTo>
                <a:lnTo>
                  <a:pt x="733" y="828"/>
                </a:lnTo>
                <a:lnTo>
                  <a:pt x="749" y="823"/>
                </a:lnTo>
                <a:lnTo>
                  <a:pt x="764" y="817"/>
                </a:lnTo>
                <a:lnTo>
                  <a:pt x="779" y="812"/>
                </a:lnTo>
                <a:lnTo>
                  <a:pt x="794" y="805"/>
                </a:lnTo>
                <a:lnTo>
                  <a:pt x="808" y="799"/>
                </a:lnTo>
                <a:lnTo>
                  <a:pt x="823" y="792"/>
                </a:lnTo>
                <a:lnTo>
                  <a:pt x="837" y="784"/>
                </a:lnTo>
                <a:lnTo>
                  <a:pt x="850" y="776"/>
                </a:lnTo>
                <a:lnTo>
                  <a:pt x="864" y="768"/>
                </a:lnTo>
                <a:lnTo>
                  <a:pt x="877" y="760"/>
                </a:lnTo>
                <a:lnTo>
                  <a:pt x="889" y="751"/>
                </a:lnTo>
                <a:lnTo>
                  <a:pt x="902" y="742"/>
                </a:lnTo>
                <a:lnTo>
                  <a:pt x="914" y="733"/>
                </a:lnTo>
                <a:lnTo>
                  <a:pt x="926" y="723"/>
                </a:lnTo>
                <a:lnTo>
                  <a:pt x="937" y="713"/>
                </a:lnTo>
                <a:lnTo>
                  <a:pt x="948" y="703"/>
                </a:lnTo>
                <a:lnTo>
                  <a:pt x="958" y="693"/>
                </a:lnTo>
                <a:lnTo>
                  <a:pt x="968" y="682"/>
                </a:lnTo>
                <a:lnTo>
                  <a:pt x="978" y="671"/>
                </a:lnTo>
                <a:lnTo>
                  <a:pt x="987" y="660"/>
                </a:lnTo>
                <a:lnTo>
                  <a:pt x="996" y="648"/>
                </a:lnTo>
                <a:lnTo>
                  <a:pt x="1004" y="636"/>
                </a:lnTo>
                <a:lnTo>
                  <a:pt x="1012" y="625"/>
                </a:lnTo>
                <a:lnTo>
                  <a:pt x="1019" y="613"/>
                </a:lnTo>
                <a:lnTo>
                  <a:pt x="1026" y="600"/>
                </a:lnTo>
                <a:lnTo>
                  <a:pt x="1033" y="588"/>
                </a:lnTo>
                <a:lnTo>
                  <a:pt x="1039" y="575"/>
                </a:lnTo>
                <a:lnTo>
                  <a:pt x="1044" y="563"/>
                </a:lnTo>
                <a:lnTo>
                  <a:pt x="1049" y="550"/>
                </a:lnTo>
                <a:lnTo>
                  <a:pt x="1053" y="537"/>
                </a:lnTo>
                <a:lnTo>
                  <a:pt x="1057" y="524"/>
                </a:lnTo>
                <a:lnTo>
                  <a:pt x="1061" y="511"/>
                </a:lnTo>
                <a:lnTo>
                  <a:pt x="1064" y="497"/>
                </a:lnTo>
                <a:lnTo>
                  <a:pt x="1066" y="484"/>
                </a:lnTo>
                <a:lnTo>
                  <a:pt x="1068" y="471"/>
                </a:lnTo>
                <a:lnTo>
                  <a:pt x="1069" y="457"/>
                </a:lnTo>
                <a:lnTo>
                  <a:pt x="1070" y="444"/>
                </a:lnTo>
                <a:lnTo>
                  <a:pt x="1070" y="430"/>
                </a:lnTo>
                <a:moveTo>
                  <a:pt x="1072" y="430"/>
                </a:moveTo>
                <a:lnTo>
                  <a:pt x="1072" y="444"/>
                </a:lnTo>
                <a:lnTo>
                  <a:pt x="1071" y="457"/>
                </a:lnTo>
                <a:lnTo>
                  <a:pt x="1070" y="471"/>
                </a:lnTo>
                <a:lnTo>
                  <a:pt x="1068" y="484"/>
                </a:lnTo>
                <a:lnTo>
                  <a:pt x="1066" y="498"/>
                </a:lnTo>
                <a:lnTo>
                  <a:pt x="1063" y="511"/>
                </a:lnTo>
                <a:lnTo>
                  <a:pt x="1059" y="524"/>
                </a:lnTo>
                <a:lnTo>
                  <a:pt x="1056" y="537"/>
                </a:lnTo>
                <a:lnTo>
                  <a:pt x="1051" y="550"/>
                </a:lnTo>
                <a:lnTo>
                  <a:pt x="1046" y="563"/>
                </a:lnTo>
                <a:lnTo>
                  <a:pt x="1041" y="576"/>
                </a:lnTo>
                <a:lnTo>
                  <a:pt x="1035" y="589"/>
                </a:lnTo>
                <a:lnTo>
                  <a:pt x="1028" y="601"/>
                </a:lnTo>
                <a:lnTo>
                  <a:pt x="1021" y="613"/>
                </a:lnTo>
                <a:lnTo>
                  <a:pt x="1014" y="625"/>
                </a:lnTo>
                <a:lnTo>
                  <a:pt x="1006" y="637"/>
                </a:lnTo>
                <a:lnTo>
                  <a:pt x="998" y="649"/>
                </a:lnTo>
                <a:lnTo>
                  <a:pt x="989" y="661"/>
                </a:lnTo>
                <a:lnTo>
                  <a:pt x="980" y="672"/>
                </a:lnTo>
                <a:lnTo>
                  <a:pt x="970" y="683"/>
                </a:lnTo>
                <a:lnTo>
                  <a:pt x="960" y="694"/>
                </a:lnTo>
                <a:lnTo>
                  <a:pt x="949" y="704"/>
                </a:lnTo>
                <a:lnTo>
                  <a:pt x="939" y="714"/>
                </a:lnTo>
                <a:lnTo>
                  <a:pt x="927" y="724"/>
                </a:lnTo>
                <a:lnTo>
                  <a:pt x="916" y="734"/>
                </a:lnTo>
                <a:lnTo>
                  <a:pt x="903" y="744"/>
                </a:lnTo>
                <a:lnTo>
                  <a:pt x="891" y="753"/>
                </a:lnTo>
                <a:lnTo>
                  <a:pt x="878" y="761"/>
                </a:lnTo>
                <a:lnTo>
                  <a:pt x="865" y="770"/>
                </a:lnTo>
                <a:lnTo>
                  <a:pt x="852" y="778"/>
                </a:lnTo>
                <a:lnTo>
                  <a:pt x="838" y="786"/>
                </a:lnTo>
                <a:lnTo>
                  <a:pt x="824" y="793"/>
                </a:lnTo>
                <a:lnTo>
                  <a:pt x="809" y="800"/>
                </a:lnTo>
                <a:lnTo>
                  <a:pt x="795" y="807"/>
                </a:lnTo>
                <a:lnTo>
                  <a:pt x="780" y="813"/>
                </a:lnTo>
                <a:lnTo>
                  <a:pt x="765" y="819"/>
                </a:lnTo>
                <a:lnTo>
                  <a:pt x="749" y="825"/>
                </a:lnTo>
                <a:lnTo>
                  <a:pt x="734" y="830"/>
                </a:lnTo>
                <a:lnTo>
                  <a:pt x="718" y="835"/>
                </a:lnTo>
                <a:lnTo>
                  <a:pt x="702" y="839"/>
                </a:lnTo>
                <a:lnTo>
                  <a:pt x="686" y="843"/>
                </a:lnTo>
                <a:lnTo>
                  <a:pt x="670" y="846"/>
                </a:lnTo>
                <a:lnTo>
                  <a:pt x="654" y="850"/>
                </a:lnTo>
                <a:lnTo>
                  <a:pt x="637" y="852"/>
                </a:lnTo>
                <a:lnTo>
                  <a:pt x="621" y="855"/>
                </a:lnTo>
                <a:lnTo>
                  <a:pt x="604" y="857"/>
                </a:lnTo>
                <a:lnTo>
                  <a:pt x="587" y="858"/>
                </a:lnTo>
                <a:lnTo>
                  <a:pt x="570" y="859"/>
                </a:lnTo>
                <a:lnTo>
                  <a:pt x="554" y="860"/>
                </a:lnTo>
                <a:lnTo>
                  <a:pt x="537" y="860"/>
                </a:lnTo>
                <a:lnTo>
                  <a:pt x="520" y="860"/>
                </a:lnTo>
                <a:lnTo>
                  <a:pt x="503" y="859"/>
                </a:lnTo>
                <a:lnTo>
                  <a:pt x="486" y="858"/>
                </a:lnTo>
                <a:lnTo>
                  <a:pt x="470" y="857"/>
                </a:lnTo>
                <a:lnTo>
                  <a:pt x="453" y="855"/>
                </a:lnTo>
                <a:lnTo>
                  <a:pt x="436" y="852"/>
                </a:lnTo>
                <a:lnTo>
                  <a:pt x="420" y="850"/>
                </a:lnTo>
                <a:lnTo>
                  <a:pt x="404" y="846"/>
                </a:lnTo>
                <a:lnTo>
                  <a:pt x="387" y="843"/>
                </a:lnTo>
                <a:lnTo>
                  <a:pt x="371" y="839"/>
                </a:lnTo>
                <a:lnTo>
                  <a:pt x="355" y="835"/>
                </a:lnTo>
                <a:lnTo>
                  <a:pt x="340" y="830"/>
                </a:lnTo>
                <a:lnTo>
                  <a:pt x="324" y="825"/>
                </a:lnTo>
                <a:lnTo>
                  <a:pt x="309" y="819"/>
                </a:lnTo>
                <a:lnTo>
                  <a:pt x="294" y="813"/>
                </a:lnTo>
                <a:lnTo>
                  <a:pt x="279" y="807"/>
                </a:lnTo>
                <a:lnTo>
                  <a:pt x="264" y="800"/>
                </a:lnTo>
                <a:lnTo>
                  <a:pt x="250" y="793"/>
                </a:lnTo>
                <a:lnTo>
                  <a:pt x="236" y="786"/>
                </a:lnTo>
                <a:lnTo>
                  <a:pt x="222" y="778"/>
                </a:lnTo>
                <a:lnTo>
                  <a:pt x="209" y="770"/>
                </a:lnTo>
                <a:lnTo>
                  <a:pt x="195" y="761"/>
                </a:lnTo>
                <a:lnTo>
                  <a:pt x="183" y="753"/>
                </a:lnTo>
                <a:lnTo>
                  <a:pt x="170" y="744"/>
                </a:lnTo>
                <a:lnTo>
                  <a:pt x="158" y="734"/>
                </a:lnTo>
                <a:lnTo>
                  <a:pt x="146" y="724"/>
                </a:lnTo>
                <a:lnTo>
                  <a:pt x="135" y="714"/>
                </a:lnTo>
                <a:lnTo>
                  <a:pt x="124" y="704"/>
                </a:lnTo>
                <a:lnTo>
                  <a:pt x="114" y="694"/>
                </a:lnTo>
                <a:lnTo>
                  <a:pt x="104" y="683"/>
                </a:lnTo>
                <a:lnTo>
                  <a:pt x="93" y="672"/>
                </a:lnTo>
                <a:lnTo>
                  <a:pt x="84" y="661"/>
                </a:lnTo>
                <a:lnTo>
                  <a:pt x="75" y="649"/>
                </a:lnTo>
                <a:lnTo>
                  <a:pt x="66" y="637"/>
                </a:lnTo>
                <a:lnTo>
                  <a:pt x="59" y="625"/>
                </a:lnTo>
                <a:lnTo>
                  <a:pt x="51" y="613"/>
                </a:lnTo>
                <a:lnTo>
                  <a:pt x="44" y="601"/>
                </a:lnTo>
                <a:lnTo>
                  <a:pt x="38" y="589"/>
                </a:lnTo>
                <a:lnTo>
                  <a:pt x="32" y="576"/>
                </a:lnTo>
                <a:lnTo>
                  <a:pt x="26" y="563"/>
                </a:lnTo>
                <a:lnTo>
                  <a:pt x="21" y="550"/>
                </a:lnTo>
                <a:lnTo>
                  <a:pt x="17" y="537"/>
                </a:lnTo>
                <a:lnTo>
                  <a:pt x="13" y="524"/>
                </a:lnTo>
                <a:lnTo>
                  <a:pt x="10" y="511"/>
                </a:lnTo>
                <a:lnTo>
                  <a:pt x="7" y="498"/>
                </a:lnTo>
                <a:lnTo>
                  <a:pt x="4" y="484"/>
                </a:lnTo>
                <a:lnTo>
                  <a:pt x="3" y="471"/>
                </a:lnTo>
                <a:lnTo>
                  <a:pt x="1" y="457"/>
                </a:lnTo>
                <a:lnTo>
                  <a:pt x="0" y="444"/>
                </a:lnTo>
                <a:lnTo>
                  <a:pt x="0" y="430"/>
                </a:lnTo>
                <a:lnTo>
                  <a:pt x="0" y="417"/>
                </a:lnTo>
                <a:lnTo>
                  <a:pt x="1" y="403"/>
                </a:lnTo>
                <a:lnTo>
                  <a:pt x="3" y="390"/>
                </a:lnTo>
                <a:lnTo>
                  <a:pt x="4" y="377"/>
                </a:lnTo>
                <a:lnTo>
                  <a:pt x="7" y="363"/>
                </a:lnTo>
                <a:lnTo>
                  <a:pt x="10" y="350"/>
                </a:lnTo>
                <a:lnTo>
                  <a:pt x="13" y="337"/>
                </a:lnTo>
                <a:lnTo>
                  <a:pt x="17" y="324"/>
                </a:lnTo>
                <a:lnTo>
                  <a:pt x="21" y="311"/>
                </a:lnTo>
                <a:lnTo>
                  <a:pt x="26" y="298"/>
                </a:lnTo>
                <a:lnTo>
                  <a:pt x="32" y="285"/>
                </a:lnTo>
                <a:lnTo>
                  <a:pt x="38" y="272"/>
                </a:lnTo>
                <a:lnTo>
                  <a:pt x="44" y="260"/>
                </a:lnTo>
                <a:lnTo>
                  <a:pt x="51" y="247"/>
                </a:lnTo>
                <a:lnTo>
                  <a:pt x="59" y="235"/>
                </a:lnTo>
                <a:lnTo>
                  <a:pt x="66" y="223"/>
                </a:lnTo>
                <a:lnTo>
                  <a:pt x="75" y="212"/>
                </a:lnTo>
                <a:lnTo>
                  <a:pt x="84" y="200"/>
                </a:lnTo>
                <a:lnTo>
                  <a:pt x="93" y="189"/>
                </a:lnTo>
                <a:lnTo>
                  <a:pt x="104" y="178"/>
                </a:lnTo>
                <a:lnTo>
                  <a:pt x="114" y="167"/>
                </a:lnTo>
                <a:lnTo>
                  <a:pt x="124" y="157"/>
                </a:lnTo>
                <a:lnTo>
                  <a:pt x="135" y="146"/>
                </a:lnTo>
                <a:lnTo>
                  <a:pt x="146" y="136"/>
                </a:lnTo>
                <a:lnTo>
                  <a:pt x="158" y="127"/>
                </a:lnTo>
                <a:lnTo>
                  <a:pt x="170" y="117"/>
                </a:lnTo>
                <a:lnTo>
                  <a:pt x="183" y="108"/>
                </a:lnTo>
                <a:lnTo>
                  <a:pt x="195" y="99"/>
                </a:lnTo>
                <a:lnTo>
                  <a:pt x="209" y="91"/>
                </a:lnTo>
                <a:lnTo>
                  <a:pt x="222" y="83"/>
                </a:lnTo>
                <a:lnTo>
                  <a:pt x="236" y="74"/>
                </a:lnTo>
                <a:lnTo>
                  <a:pt x="250" y="67"/>
                </a:lnTo>
                <a:lnTo>
                  <a:pt x="264" y="60"/>
                </a:lnTo>
                <a:lnTo>
                  <a:pt x="279" y="53"/>
                </a:lnTo>
                <a:lnTo>
                  <a:pt x="294" y="47"/>
                </a:lnTo>
                <a:lnTo>
                  <a:pt x="309" y="41"/>
                </a:lnTo>
                <a:lnTo>
                  <a:pt x="324" y="35"/>
                </a:lnTo>
                <a:lnTo>
                  <a:pt x="340" y="30"/>
                </a:lnTo>
                <a:lnTo>
                  <a:pt x="355" y="25"/>
                </a:lnTo>
                <a:lnTo>
                  <a:pt x="371" y="21"/>
                </a:lnTo>
                <a:lnTo>
                  <a:pt x="387" y="17"/>
                </a:lnTo>
                <a:lnTo>
                  <a:pt x="404" y="13"/>
                </a:lnTo>
                <a:lnTo>
                  <a:pt x="420" y="10"/>
                </a:lnTo>
                <a:lnTo>
                  <a:pt x="436" y="7"/>
                </a:lnTo>
                <a:lnTo>
                  <a:pt x="453" y="5"/>
                </a:lnTo>
                <a:lnTo>
                  <a:pt x="470" y="3"/>
                </a:lnTo>
                <a:lnTo>
                  <a:pt x="486" y="2"/>
                </a:lnTo>
                <a:lnTo>
                  <a:pt x="503" y="1"/>
                </a:lnTo>
                <a:lnTo>
                  <a:pt x="520" y="0"/>
                </a:lnTo>
                <a:lnTo>
                  <a:pt x="537" y="0"/>
                </a:lnTo>
                <a:lnTo>
                  <a:pt x="554" y="0"/>
                </a:lnTo>
                <a:lnTo>
                  <a:pt x="570" y="1"/>
                </a:lnTo>
                <a:lnTo>
                  <a:pt x="587" y="2"/>
                </a:lnTo>
                <a:lnTo>
                  <a:pt x="604" y="3"/>
                </a:lnTo>
                <a:lnTo>
                  <a:pt x="621" y="5"/>
                </a:lnTo>
                <a:lnTo>
                  <a:pt x="637" y="7"/>
                </a:lnTo>
                <a:lnTo>
                  <a:pt x="654" y="10"/>
                </a:lnTo>
                <a:lnTo>
                  <a:pt x="670" y="13"/>
                </a:lnTo>
                <a:lnTo>
                  <a:pt x="686" y="17"/>
                </a:lnTo>
                <a:lnTo>
                  <a:pt x="702" y="21"/>
                </a:lnTo>
                <a:lnTo>
                  <a:pt x="718" y="25"/>
                </a:lnTo>
                <a:lnTo>
                  <a:pt x="734" y="30"/>
                </a:lnTo>
                <a:lnTo>
                  <a:pt x="749" y="35"/>
                </a:lnTo>
                <a:lnTo>
                  <a:pt x="765" y="41"/>
                </a:lnTo>
                <a:lnTo>
                  <a:pt x="780" y="47"/>
                </a:lnTo>
                <a:lnTo>
                  <a:pt x="795" y="53"/>
                </a:lnTo>
                <a:lnTo>
                  <a:pt x="809" y="60"/>
                </a:lnTo>
                <a:lnTo>
                  <a:pt x="824" y="67"/>
                </a:lnTo>
                <a:lnTo>
                  <a:pt x="838" y="74"/>
                </a:lnTo>
                <a:lnTo>
                  <a:pt x="852" y="83"/>
                </a:lnTo>
                <a:lnTo>
                  <a:pt x="865" y="91"/>
                </a:lnTo>
                <a:lnTo>
                  <a:pt x="878" y="99"/>
                </a:lnTo>
                <a:lnTo>
                  <a:pt x="891" y="108"/>
                </a:lnTo>
                <a:lnTo>
                  <a:pt x="903" y="117"/>
                </a:lnTo>
                <a:lnTo>
                  <a:pt x="916" y="127"/>
                </a:lnTo>
                <a:lnTo>
                  <a:pt x="927" y="136"/>
                </a:lnTo>
                <a:lnTo>
                  <a:pt x="939" y="146"/>
                </a:lnTo>
                <a:lnTo>
                  <a:pt x="949" y="157"/>
                </a:lnTo>
                <a:lnTo>
                  <a:pt x="960" y="167"/>
                </a:lnTo>
                <a:lnTo>
                  <a:pt x="970" y="178"/>
                </a:lnTo>
                <a:lnTo>
                  <a:pt x="980" y="189"/>
                </a:lnTo>
                <a:lnTo>
                  <a:pt x="989" y="200"/>
                </a:lnTo>
                <a:lnTo>
                  <a:pt x="998" y="212"/>
                </a:lnTo>
                <a:lnTo>
                  <a:pt x="1006" y="223"/>
                </a:lnTo>
                <a:lnTo>
                  <a:pt x="1014" y="235"/>
                </a:lnTo>
                <a:lnTo>
                  <a:pt x="1021" y="247"/>
                </a:lnTo>
                <a:lnTo>
                  <a:pt x="1028" y="260"/>
                </a:lnTo>
                <a:lnTo>
                  <a:pt x="1035" y="272"/>
                </a:lnTo>
                <a:lnTo>
                  <a:pt x="1041" y="285"/>
                </a:lnTo>
                <a:lnTo>
                  <a:pt x="1046" y="298"/>
                </a:lnTo>
                <a:lnTo>
                  <a:pt x="1051" y="311"/>
                </a:lnTo>
                <a:lnTo>
                  <a:pt x="1056" y="324"/>
                </a:lnTo>
                <a:lnTo>
                  <a:pt x="1059" y="337"/>
                </a:lnTo>
                <a:lnTo>
                  <a:pt x="1063" y="350"/>
                </a:lnTo>
                <a:lnTo>
                  <a:pt x="1066" y="363"/>
                </a:lnTo>
                <a:lnTo>
                  <a:pt x="1068" y="377"/>
                </a:lnTo>
                <a:lnTo>
                  <a:pt x="1070" y="390"/>
                </a:lnTo>
                <a:lnTo>
                  <a:pt x="1071" y="403"/>
                </a:lnTo>
                <a:lnTo>
                  <a:pt x="1072" y="417"/>
                </a:lnTo>
                <a:lnTo>
                  <a:pt x="1072" y="430"/>
                </a:lnTo>
                <a:close/>
              </a:path>
            </a:pathLst>
          </a:custGeom>
          <a:solidFill>
            <a:srgbClr val="ff9d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39" name=""/>
          <p:cNvSpPr/>
          <p:nvPr/>
        </p:nvSpPr>
        <p:spPr>
          <a:xfrm>
            <a:off x="4785120" y="1672560"/>
            <a:ext cx="387720" cy="311040"/>
          </a:xfrm>
          <a:custGeom>
            <a:avLst/>
            <a:gdLst/>
            <a:ahLst/>
            <a:rect l="0" t="0" r="r" b="b"/>
            <a:pathLst>
              <a:path w="1077" h="864">
                <a:moveTo>
                  <a:pt x="1074" y="432"/>
                </a:moveTo>
                <a:lnTo>
                  <a:pt x="1074" y="419"/>
                </a:lnTo>
                <a:lnTo>
                  <a:pt x="1073" y="405"/>
                </a:lnTo>
                <a:lnTo>
                  <a:pt x="1072" y="392"/>
                </a:lnTo>
                <a:lnTo>
                  <a:pt x="1070" y="379"/>
                </a:lnTo>
                <a:lnTo>
                  <a:pt x="1068" y="365"/>
                </a:lnTo>
                <a:lnTo>
                  <a:pt x="1065" y="352"/>
                </a:lnTo>
                <a:lnTo>
                  <a:pt x="1061" y="339"/>
                </a:lnTo>
                <a:lnTo>
                  <a:pt x="1058" y="326"/>
                </a:lnTo>
                <a:lnTo>
                  <a:pt x="1053" y="313"/>
                </a:lnTo>
                <a:lnTo>
                  <a:pt x="1048" y="300"/>
                </a:lnTo>
                <a:lnTo>
                  <a:pt x="1043" y="287"/>
                </a:lnTo>
                <a:lnTo>
                  <a:pt x="1037" y="274"/>
                </a:lnTo>
                <a:lnTo>
                  <a:pt x="1030" y="262"/>
                </a:lnTo>
                <a:lnTo>
                  <a:pt x="1023" y="249"/>
                </a:lnTo>
                <a:lnTo>
                  <a:pt x="1016" y="237"/>
                </a:lnTo>
                <a:lnTo>
                  <a:pt x="1008" y="225"/>
                </a:lnTo>
                <a:lnTo>
                  <a:pt x="1000" y="214"/>
                </a:lnTo>
                <a:lnTo>
                  <a:pt x="991" y="202"/>
                </a:lnTo>
                <a:lnTo>
                  <a:pt x="982" y="191"/>
                </a:lnTo>
                <a:lnTo>
                  <a:pt x="972" y="180"/>
                </a:lnTo>
                <a:lnTo>
                  <a:pt x="962" y="169"/>
                </a:lnTo>
                <a:lnTo>
                  <a:pt x="951" y="159"/>
                </a:lnTo>
                <a:lnTo>
                  <a:pt x="941" y="148"/>
                </a:lnTo>
                <a:lnTo>
                  <a:pt x="929" y="138"/>
                </a:lnTo>
                <a:lnTo>
                  <a:pt x="918" y="129"/>
                </a:lnTo>
                <a:lnTo>
                  <a:pt x="905" y="119"/>
                </a:lnTo>
                <a:lnTo>
                  <a:pt x="893" y="110"/>
                </a:lnTo>
                <a:lnTo>
                  <a:pt x="880" y="101"/>
                </a:lnTo>
                <a:lnTo>
                  <a:pt x="867" y="92"/>
                </a:lnTo>
                <a:lnTo>
                  <a:pt x="854" y="84"/>
                </a:lnTo>
                <a:lnTo>
                  <a:pt x="840" y="76"/>
                </a:lnTo>
                <a:lnTo>
                  <a:pt x="826" y="69"/>
                </a:lnTo>
                <a:lnTo>
                  <a:pt x="811" y="62"/>
                </a:lnTo>
                <a:lnTo>
                  <a:pt x="797" y="55"/>
                </a:lnTo>
                <a:lnTo>
                  <a:pt x="782" y="49"/>
                </a:lnTo>
                <a:lnTo>
                  <a:pt x="767" y="43"/>
                </a:lnTo>
                <a:lnTo>
                  <a:pt x="751" y="37"/>
                </a:lnTo>
                <a:lnTo>
                  <a:pt x="736" y="32"/>
                </a:lnTo>
                <a:lnTo>
                  <a:pt x="720" y="27"/>
                </a:lnTo>
                <a:lnTo>
                  <a:pt x="704" y="23"/>
                </a:lnTo>
                <a:lnTo>
                  <a:pt x="688" y="19"/>
                </a:lnTo>
                <a:lnTo>
                  <a:pt x="672" y="15"/>
                </a:lnTo>
                <a:lnTo>
                  <a:pt x="656" y="12"/>
                </a:lnTo>
                <a:lnTo>
                  <a:pt x="639" y="9"/>
                </a:lnTo>
                <a:lnTo>
                  <a:pt x="623" y="7"/>
                </a:lnTo>
                <a:lnTo>
                  <a:pt x="606" y="5"/>
                </a:lnTo>
                <a:lnTo>
                  <a:pt x="589" y="4"/>
                </a:lnTo>
                <a:lnTo>
                  <a:pt x="572" y="3"/>
                </a:lnTo>
                <a:lnTo>
                  <a:pt x="556" y="2"/>
                </a:lnTo>
                <a:lnTo>
                  <a:pt x="539" y="2"/>
                </a:lnTo>
                <a:lnTo>
                  <a:pt x="522" y="2"/>
                </a:lnTo>
                <a:lnTo>
                  <a:pt x="505" y="3"/>
                </a:lnTo>
                <a:lnTo>
                  <a:pt x="488" y="4"/>
                </a:lnTo>
                <a:lnTo>
                  <a:pt x="472" y="5"/>
                </a:lnTo>
                <a:lnTo>
                  <a:pt x="455" y="7"/>
                </a:lnTo>
                <a:lnTo>
                  <a:pt x="438" y="9"/>
                </a:lnTo>
                <a:lnTo>
                  <a:pt x="422" y="12"/>
                </a:lnTo>
                <a:lnTo>
                  <a:pt x="406" y="15"/>
                </a:lnTo>
                <a:lnTo>
                  <a:pt x="389" y="19"/>
                </a:lnTo>
                <a:lnTo>
                  <a:pt x="373" y="23"/>
                </a:lnTo>
                <a:lnTo>
                  <a:pt x="357" y="27"/>
                </a:lnTo>
                <a:lnTo>
                  <a:pt x="342" y="32"/>
                </a:lnTo>
                <a:lnTo>
                  <a:pt x="326" y="37"/>
                </a:lnTo>
                <a:lnTo>
                  <a:pt x="311" y="43"/>
                </a:lnTo>
                <a:lnTo>
                  <a:pt x="296" y="49"/>
                </a:lnTo>
                <a:lnTo>
                  <a:pt x="281" y="55"/>
                </a:lnTo>
                <a:lnTo>
                  <a:pt x="266" y="62"/>
                </a:lnTo>
                <a:lnTo>
                  <a:pt x="252" y="69"/>
                </a:lnTo>
                <a:lnTo>
                  <a:pt x="238" y="76"/>
                </a:lnTo>
                <a:lnTo>
                  <a:pt x="224" y="84"/>
                </a:lnTo>
                <a:lnTo>
                  <a:pt x="211" y="92"/>
                </a:lnTo>
                <a:lnTo>
                  <a:pt x="197" y="101"/>
                </a:lnTo>
                <a:lnTo>
                  <a:pt x="185" y="110"/>
                </a:lnTo>
                <a:lnTo>
                  <a:pt x="172" y="119"/>
                </a:lnTo>
                <a:lnTo>
                  <a:pt x="160" y="129"/>
                </a:lnTo>
                <a:lnTo>
                  <a:pt x="148" y="138"/>
                </a:lnTo>
                <a:lnTo>
                  <a:pt x="136" y="148"/>
                </a:lnTo>
                <a:lnTo>
                  <a:pt x="125" y="159"/>
                </a:lnTo>
                <a:lnTo>
                  <a:pt x="115" y="169"/>
                </a:lnTo>
                <a:lnTo>
                  <a:pt x="105" y="180"/>
                </a:lnTo>
                <a:lnTo>
                  <a:pt x="95" y="191"/>
                </a:lnTo>
                <a:lnTo>
                  <a:pt x="86" y="202"/>
                </a:lnTo>
                <a:lnTo>
                  <a:pt x="77" y="214"/>
                </a:lnTo>
                <a:lnTo>
                  <a:pt x="68" y="225"/>
                </a:lnTo>
                <a:lnTo>
                  <a:pt x="61" y="237"/>
                </a:lnTo>
                <a:lnTo>
                  <a:pt x="53" y="249"/>
                </a:lnTo>
                <a:lnTo>
                  <a:pt x="46" y="262"/>
                </a:lnTo>
                <a:lnTo>
                  <a:pt x="40" y="274"/>
                </a:lnTo>
                <a:lnTo>
                  <a:pt x="34" y="287"/>
                </a:lnTo>
                <a:lnTo>
                  <a:pt x="28" y="300"/>
                </a:lnTo>
                <a:lnTo>
                  <a:pt x="23" y="313"/>
                </a:lnTo>
                <a:lnTo>
                  <a:pt x="19" y="326"/>
                </a:lnTo>
                <a:lnTo>
                  <a:pt x="15" y="339"/>
                </a:lnTo>
                <a:lnTo>
                  <a:pt x="12" y="352"/>
                </a:lnTo>
                <a:lnTo>
                  <a:pt x="9" y="365"/>
                </a:lnTo>
                <a:lnTo>
                  <a:pt x="6" y="379"/>
                </a:lnTo>
                <a:lnTo>
                  <a:pt x="5" y="392"/>
                </a:lnTo>
                <a:lnTo>
                  <a:pt x="3" y="405"/>
                </a:lnTo>
                <a:lnTo>
                  <a:pt x="2" y="419"/>
                </a:lnTo>
                <a:lnTo>
                  <a:pt x="2" y="432"/>
                </a:lnTo>
                <a:lnTo>
                  <a:pt x="2" y="446"/>
                </a:lnTo>
                <a:lnTo>
                  <a:pt x="3" y="459"/>
                </a:lnTo>
                <a:lnTo>
                  <a:pt x="5" y="473"/>
                </a:lnTo>
                <a:lnTo>
                  <a:pt x="6" y="486"/>
                </a:lnTo>
                <a:lnTo>
                  <a:pt x="9" y="500"/>
                </a:lnTo>
                <a:lnTo>
                  <a:pt x="12" y="513"/>
                </a:lnTo>
                <a:lnTo>
                  <a:pt x="15" y="526"/>
                </a:lnTo>
                <a:lnTo>
                  <a:pt x="19" y="539"/>
                </a:lnTo>
                <a:lnTo>
                  <a:pt x="23" y="552"/>
                </a:lnTo>
                <a:lnTo>
                  <a:pt x="28" y="565"/>
                </a:lnTo>
                <a:lnTo>
                  <a:pt x="34" y="578"/>
                </a:lnTo>
                <a:lnTo>
                  <a:pt x="40" y="591"/>
                </a:lnTo>
                <a:lnTo>
                  <a:pt x="46" y="603"/>
                </a:lnTo>
                <a:lnTo>
                  <a:pt x="53" y="615"/>
                </a:lnTo>
                <a:lnTo>
                  <a:pt x="61" y="627"/>
                </a:lnTo>
                <a:lnTo>
                  <a:pt x="68" y="639"/>
                </a:lnTo>
                <a:lnTo>
                  <a:pt x="77" y="651"/>
                </a:lnTo>
                <a:lnTo>
                  <a:pt x="86" y="663"/>
                </a:lnTo>
                <a:lnTo>
                  <a:pt x="95" y="674"/>
                </a:lnTo>
                <a:lnTo>
                  <a:pt x="105" y="685"/>
                </a:lnTo>
                <a:lnTo>
                  <a:pt x="115" y="696"/>
                </a:lnTo>
                <a:lnTo>
                  <a:pt x="125" y="706"/>
                </a:lnTo>
                <a:lnTo>
                  <a:pt x="136" y="716"/>
                </a:lnTo>
                <a:lnTo>
                  <a:pt x="148" y="726"/>
                </a:lnTo>
                <a:lnTo>
                  <a:pt x="160" y="736"/>
                </a:lnTo>
                <a:lnTo>
                  <a:pt x="172" y="746"/>
                </a:lnTo>
                <a:lnTo>
                  <a:pt x="185" y="755"/>
                </a:lnTo>
                <a:lnTo>
                  <a:pt x="197" y="763"/>
                </a:lnTo>
                <a:lnTo>
                  <a:pt x="211" y="772"/>
                </a:lnTo>
                <a:lnTo>
                  <a:pt x="224" y="780"/>
                </a:lnTo>
                <a:lnTo>
                  <a:pt x="238" y="788"/>
                </a:lnTo>
                <a:lnTo>
                  <a:pt x="252" y="795"/>
                </a:lnTo>
                <a:lnTo>
                  <a:pt x="266" y="802"/>
                </a:lnTo>
                <a:lnTo>
                  <a:pt x="281" y="809"/>
                </a:lnTo>
                <a:lnTo>
                  <a:pt x="296" y="815"/>
                </a:lnTo>
                <a:lnTo>
                  <a:pt x="311" y="821"/>
                </a:lnTo>
                <a:lnTo>
                  <a:pt x="326" y="827"/>
                </a:lnTo>
                <a:lnTo>
                  <a:pt x="342" y="832"/>
                </a:lnTo>
                <a:lnTo>
                  <a:pt x="357" y="837"/>
                </a:lnTo>
                <a:lnTo>
                  <a:pt x="373" y="841"/>
                </a:lnTo>
                <a:lnTo>
                  <a:pt x="389" y="845"/>
                </a:lnTo>
                <a:lnTo>
                  <a:pt x="406" y="848"/>
                </a:lnTo>
                <a:lnTo>
                  <a:pt x="422" y="852"/>
                </a:lnTo>
                <a:lnTo>
                  <a:pt x="438" y="854"/>
                </a:lnTo>
                <a:lnTo>
                  <a:pt x="455" y="857"/>
                </a:lnTo>
                <a:lnTo>
                  <a:pt x="472" y="859"/>
                </a:lnTo>
                <a:lnTo>
                  <a:pt x="488" y="860"/>
                </a:lnTo>
                <a:lnTo>
                  <a:pt x="505" y="861"/>
                </a:lnTo>
                <a:lnTo>
                  <a:pt x="522" y="862"/>
                </a:lnTo>
                <a:lnTo>
                  <a:pt x="539" y="862"/>
                </a:lnTo>
                <a:lnTo>
                  <a:pt x="556" y="862"/>
                </a:lnTo>
                <a:lnTo>
                  <a:pt x="572" y="861"/>
                </a:lnTo>
                <a:lnTo>
                  <a:pt x="589" y="860"/>
                </a:lnTo>
                <a:lnTo>
                  <a:pt x="606" y="859"/>
                </a:lnTo>
                <a:lnTo>
                  <a:pt x="623" y="857"/>
                </a:lnTo>
                <a:lnTo>
                  <a:pt x="639" y="854"/>
                </a:lnTo>
                <a:lnTo>
                  <a:pt x="656" y="852"/>
                </a:lnTo>
                <a:lnTo>
                  <a:pt x="672" y="848"/>
                </a:lnTo>
                <a:lnTo>
                  <a:pt x="688" y="845"/>
                </a:lnTo>
                <a:lnTo>
                  <a:pt x="704" y="841"/>
                </a:lnTo>
                <a:lnTo>
                  <a:pt x="720" y="837"/>
                </a:lnTo>
                <a:lnTo>
                  <a:pt x="736" y="832"/>
                </a:lnTo>
                <a:lnTo>
                  <a:pt x="751" y="827"/>
                </a:lnTo>
                <a:lnTo>
                  <a:pt x="767" y="821"/>
                </a:lnTo>
                <a:lnTo>
                  <a:pt x="782" y="815"/>
                </a:lnTo>
                <a:lnTo>
                  <a:pt x="797" y="809"/>
                </a:lnTo>
                <a:lnTo>
                  <a:pt x="811" y="802"/>
                </a:lnTo>
                <a:lnTo>
                  <a:pt x="826" y="795"/>
                </a:lnTo>
                <a:lnTo>
                  <a:pt x="840" y="788"/>
                </a:lnTo>
                <a:lnTo>
                  <a:pt x="854" y="780"/>
                </a:lnTo>
                <a:lnTo>
                  <a:pt x="867" y="772"/>
                </a:lnTo>
                <a:lnTo>
                  <a:pt x="880" y="763"/>
                </a:lnTo>
                <a:lnTo>
                  <a:pt x="893" y="755"/>
                </a:lnTo>
                <a:lnTo>
                  <a:pt x="905" y="746"/>
                </a:lnTo>
                <a:lnTo>
                  <a:pt x="918" y="736"/>
                </a:lnTo>
                <a:lnTo>
                  <a:pt x="929" y="726"/>
                </a:lnTo>
                <a:lnTo>
                  <a:pt x="941" y="716"/>
                </a:lnTo>
                <a:lnTo>
                  <a:pt x="951" y="706"/>
                </a:lnTo>
                <a:lnTo>
                  <a:pt x="962" y="696"/>
                </a:lnTo>
                <a:lnTo>
                  <a:pt x="972" y="685"/>
                </a:lnTo>
                <a:lnTo>
                  <a:pt x="982" y="674"/>
                </a:lnTo>
                <a:lnTo>
                  <a:pt x="991" y="663"/>
                </a:lnTo>
                <a:lnTo>
                  <a:pt x="1000" y="651"/>
                </a:lnTo>
                <a:lnTo>
                  <a:pt x="1008" y="639"/>
                </a:lnTo>
                <a:lnTo>
                  <a:pt x="1016" y="627"/>
                </a:lnTo>
                <a:lnTo>
                  <a:pt x="1023" y="615"/>
                </a:lnTo>
                <a:lnTo>
                  <a:pt x="1030" y="603"/>
                </a:lnTo>
                <a:lnTo>
                  <a:pt x="1037" y="591"/>
                </a:lnTo>
                <a:lnTo>
                  <a:pt x="1043" y="578"/>
                </a:lnTo>
                <a:lnTo>
                  <a:pt x="1048" y="565"/>
                </a:lnTo>
                <a:lnTo>
                  <a:pt x="1053" y="552"/>
                </a:lnTo>
                <a:lnTo>
                  <a:pt x="1058" y="539"/>
                </a:lnTo>
                <a:lnTo>
                  <a:pt x="1061" y="526"/>
                </a:lnTo>
                <a:lnTo>
                  <a:pt x="1065" y="513"/>
                </a:lnTo>
                <a:lnTo>
                  <a:pt x="1068" y="500"/>
                </a:lnTo>
                <a:lnTo>
                  <a:pt x="1070" y="486"/>
                </a:lnTo>
                <a:lnTo>
                  <a:pt x="1072" y="473"/>
                </a:lnTo>
                <a:lnTo>
                  <a:pt x="1073" y="459"/>
                </a:lnTo>
                <a:lnTo>
                  <a:pt x="1074" y="446"/>
                </a:lnTo>
                <a:lnTo>
                  <a:pt x="1074" y="432"/>
                </a:lnTo>
                <a:moveTo>
                  <a:pt x="1077" y="432"/>
                </a:moveTo>
                <a:lnTo>
                  <a:pt x="1076" y="446"/>
                </a:lnTo>
                <a:lnTo>
                  <a:pt x="1076" y="459"/>
                </a:lnTo>
                <a:lnTo>
                  <a:pt x="1074" y="473"/>
                </a:lnTo>
                <a:lnTo>
                  <a:pt x="1072" y="486"/>
                </a:lnTo>
                <a:lnTo>
                  <a:pt x="1070" y="500"/>
                </a:lnTo>
                <a:lnTo>
                  <a:pt x="1067" y="513"/>
                </a:lnTo>
                <a:lnTo>
                  <a:pt x="1064" y="527"/>
                </a:lnTo>
                <a:lnTo>
                  <a:pt x="1060" y="540"/>
                </a:lnTo>
                <a:lnTo>
                  <a:pt x="1055" y="553"/>
                </a:lnTo>
                <a:lnTo>
                  <a:pt x="1050" y="566"/>
                </a:lnTo>
                <a:lnTo>
                  <a:pt x="1045" y="579"/>
                </a:lnTo>
                <a:lnTo>
                  <a:pt x="1039" y="591"/>
                </a:lnTo>
                <a:lnTo>
                  <a:pt x="1032" y="604"/>
                </a:lnTo>
                <a:lnTo>
                  <a:pt x="1025" y="616"/>
                </a:lnTo>
                <a:lnTo>
                  <a:pt x="1018" y="628"/>
                </a:lnTo>
                <a:lnTo>
                  <a:pt x="1010" y="640"/>
                </a:lnTo>
                <a:lnTo>
                  <a:pt x="1002" y="652"/>
                </a:lnTo>
                <a:lnTo>
                  <a:pt x="993" y="664"/>
                </a:lnTo>
                <a:lnTo>
                  <a:pt x="984" y="675"/>
                </a:lnTo>
                <a:lnTo>
                  <a:pt x="974" y="686"/>
                </a:lnTo>
                <a:lnTo>
                  <a:pt x="964" y="697"/>
                </a:lnTo>
                <a:lnTo>
                  <a:pt x="953" y="707"/>
                </a:lnTo>
                <a:lnTo>
                  <a:pt x="942" y="718"/>
                </a:lnTo>
                <a:lnTo>
                  <a:pt x="931" y="728"/>
                </a:lnTo>
                <a:lnTo>
                  <a:pt x="919" y="737"/>
                </a:lnTo>
                <a:lnTo>
                  <a:pt x="907" y="747"/>
                </a:lnTo>
                <a:lnTo>
                  <a:pt x="894" y="756"/>
                </a:lnTo>
                <a:lnTo>
                  <a:pt x="882" y="765"/>
                </a:lnTo>
                <a:lnTo>
                  <a:pt x="868" y="773"/>
                </a:lnTo>
                <a:lnTo>
                  <a:pt x="855" y="781"/>
                </a:lnTo>
                <a:lnTo>
                  <a:pt x="841" y="789"/>
                </a:lnTo>
                <a:lnTo>
                  <a:pt x="827" y="797"/>
                </a:lnTo>
                <a:lnTo>
                  <a:pt x="813" y="804"/>
                </a:lnTo>
                <a:lnTo>
                  <a:pt x="798" y="810"/>
                </a:lnTo>
                <a:lnTo>
                  <a:pt x="783" y="817"/>
                </a:lnTo>
                <a:lnTo>
                  <a:pt x="768" y="823"/>
                </a:lnTo>
                <a:lnTo>
                  <a:pt x="752" y="828"/>
                </a:lnTo>
                <a:lnTo>
                  <a:pt x="737" y="834"/>
                </a:lnTo>
                <a:lnTo>
                  <a:pt x="721" y="838"/>
                </a:lnTo>
                <a:lnTo>
                  <a:pt x="705" y="843"/>
                </a:lnTo>
                <a:lnTo>
                  <a:pt x="689" y="847"/>
                </a:lnTo>
                <a:lnTo>
                  <a:pt x="673" y="850"/>
                </a:lnTo>
                <a:lnTo>
                  <a:pt x="656" y="853"/>
                </a:lnTo>
                <a:lnTo>
                  <a:pt x="640" y="856"/>
                </a:lnTo>
                <a:lnTo>
                  <a:pt x="623" y="859"/>
                </a:lnTo>
                <a:lnTo>
                  <a:pt x="606" y="860"/>
                </a:lnTo>
                <a:lnTo>
                  <a:pt x="589" y="862"/>
                </a:lnTo>
                <a:lnTo>
                  <a:pt x="573" y="863"/>
                </a:lnTo>
                <a:lnTo>
                  <a:pt x="556" y="864"/>
                </a:lnTo>
                <a:lnTo>
                  <a:pt x="539" y="864"/>
                </a:lnTo>
                <a:lnTo>
                  <a:pt x="522" y="864"/>
                </a:lnTo>
                <a:lnTo>
                  <a:pt x="505" y="863"/>
                </a:lnTo>
                <a:lnTo>
                  <a:pt x="488" y="862"/>
                </a:lnTo>
                <a:lnTo>
                  <a:pt x="471" y="860"/>
                </a:lnTo>
                <a:lnTo>
                  <a:pt x="455" y="859"/>
                </a:lnTo>
                <a:lnTo>
                  <a:pt x="438" y="856"/>
                </a:lnTo>
                <a:lnTo>
                  <a:pt x="421" y="853"/>
                </a:lnTo>
                <a:lnTo>
                  <a:pt x="405" y="850"/>
                </a:lnTo>
                <a:lnTo>
                  <a:pt x="389" y="847"/>
                </a:lnTo>
                <a:lnTo>
                  <a:pt x="373" y="843"/>
                </a:lnTo>
                <a:lnTo>
                  <a:pt x="357" y="838"/>
                </a:lnTo>
                <a:lnTo>
                  <a:pt x="341" y="834"/>
                </a:lnTo>
                <a:lnTo>
                  <a:pt x="325" y="828"/>
                </a:lnTo>
                <a:lnTo>
                  <a:pt x="310" y="823"/>
                </a:lnTo>
                <a:lnTo>
                  <a:pt x="295" y="817"/>
                </a:lnTo>
                <a:lnTo>
                  <a:pt x="280" y="810"/>
                </a:lnTo>
                <a:lnTo>
                  <a:pt x="265" y="804"/>
                </a:lnTo>
                <a:lnTo>
                  <a:pt x="251" y="797"/>
                </a:lnTo>
                <a:lnTo>
                  <a:pt x="236" y="789"/>
                </a:lnTo>
                <a:lnTo>
                  <a:pt x="223" y="781"/>
                </a:lnTo>
                <a:lnTo>
                  <a:pt x="209" y="773"/>
                </a:lnTo>
                <a:lnTo>
                  <a:pt x="196" y="765"/>
                </a:lnTo>
                <a:lnTo>
                  <a:pt x="183" y="756"/>
                </a:lnTo>
                <a:lnTo>
                  <a:pt x="171" y="747"/>
                </a:lnTo>
                <a:lnTo>
                  <a:pt x="158" y="737"/>
                </a:lnTo>
                <a:lnTo>
                  <a:pt x="147" y="728"/>
                </a:lnTo>
                <a:lnTo>
                  <a:pt x="134" y="718"/>
                </a:lnTo>
                <a:lnTo>
                  <a:pt x="123" y="707"/>
                </a:lnTo>
                <a:lnTo>
                  <a:pt x="113" y="697"/>
                </a:lnTo>
                <a:lnTo>
                  <a:pt x="103" y="686"/>
                </a:lnTo>
                <a:lnTo>
                  <a:pt x="93" y="675"/>
                </a:lnTo>
                <a:lnTo>
                  <a:pt x="84" y="664"/>
                </a:lnTo>
                <a:lnTo>
                  <a:pt x="75" y="652"/>
                </a:lnTo>
                <a:lnTo>
                  <a:pt x="66" y="640"/>
                </a:lnTo>
                <a:lnTo>
                  <a:pt x="59" y="628"/>
                </a:lnTo>
                <a:lnTo>
                  <a:pt x="51" y="616"/>
                </a:lnTo>
                <a:lnTo>
                  <a:pt x="44" y="604"/>
                </a:lnTo>
                <a:lnTo>
                  <a:pt x="38" y="591"/>
                </a:lnTo>
                <a:lnTo>
                  <a:pt x="32" y="579"/>
                </a:lnTo>
                <a:lnTo>
                  <a:pt x="26" y="566"/>
                </a:lnTo>
                <a:lnTo>
                  <a:pt x="21" y="553"/>
                </a:lnTo>
                <a:lnTo>
                  <a:pt x="17" y="540"/>
                </a:lnTo>
                <a:lnTo>
                  <a:pt x="13" y="527"/>
                </a:lnTo>
                <a:lnTo>
                  <a:pt x="9" y="513"/>
                </a:lnTo>
                <a:lnTo>
                  <a:pt x="7" y="500"/>
                </a:lnTo>
                <a:lnTo>
                  <a:pt x="4" y="486"/>
                </a:lnTo>
                <a:lnTo>
                  <a:pt x="2" y="473"/>
                </a:lnTo>
                <a:lnTo>
                  <a:pt x="1" y="459"/>
                </a:lnTo>
                <a:lnTo>
                  <a:pt x="0" y="446"/>
                </a:lnTo>
                <a:lnTo>
                  <a:pt x="0" y="432"/>
                </a:lnTo>
                <a:lnTo>
                  <a:pt x="0" y="419"/>
                </a:lnTo>
                <a:lnTo>
                  <a:pt x="1" y="405"/>
                </a:lnTo>
                <a:lnTo>
                  <a:pt x="2" y="392"/>
                </a:lnTo>
                <a:lnTo>
                  <a:pt x="4" y="378"/>
                </a:lnTo>
                <a:lnTo>
                  <a:pt x="7" y="365"/>
                </a:lnTo>
                <a:lnTo>
                  <a:pt x="9" y="352"/>
                </a:lnTo>
                <a:lnTo>
                  <a:pt x="13" y="338"/>
                </a:lnTo>
                <a:lnTo>
                  <a:pt x="17" y="325"/>
                </a:lnTo>
                <a:lnTo>
                  <a:pt x="21" y="312"/>
                </a:lnTo>
                <a:lnTo>
                  <a:pt x="26" y="299"/>
                </a:lnTo>
                <a:lnTo>
                  <a:pt x="32" y="286"/>
                </a:lnTo>
                <a:lnTo>
                  <a:pt x="38" y="274"/>
                </a:lnTo>
                <a:lnTo>
                  <a:pt x="44" y="261"/>
                </a:lnTo>
                <a:lnTo>
                  <a:pt x="51" y="249"/>
                </a:lnTo>
                <a:lnTo>
                  <a:pt x="59" y="237"/>
                </a:lnTo>
                <a:lnTo>
                  <a:pt x="66" y="225"/>
                </a:lnTo>
                <a:lnTo>
                  <a:pt x="75" y="213"/>
                </a:lnTo>
                <a:lnTo>
                  <a:pt x="84" y="201"/>
                </a:lnTo>
                <a:lnTo>
                  <a:pt x="93" y="190"/>
                </a:lnTo>
                <a:lnTo>
                  <a:pt x="103" y="179"/>
                </a:lnTo>
                <a:lnTo>
                  <a:pt x="113" y="168"/>
                </a:lnTo>
                <a:lnTo>
                  <a:pt x="123" y="157"/>
                </a:lnTo>
                <a:lnTo>
                  <a:pt x="134" y="147"/>
                </a:lnTo>
                <a:lnTo>
                  <a:pt x="147" y="137"/>
                </a:lnTo>
                <a:lnTo>
                  <a:pt x="158" y="127"/>
                </a:lnTo>
                <a:lnTo>
                  <a:pt x="171" y="118"/>
                </a:lnTo>
                <a:lnTo>
                  <a:pt x="183" y="109"/>
                </a:lnTo>
                <a:lnTo>
                  <a:pt x="196" y="100"/>
                </a:lnTo>
                <a:lnTo>
                  <a:pt x="209" y="90"/>
                </a:lnTo>
                <a:lnTo>
                  <a:pt x="223" y="82"/>
                </a:lnTo>
                <a:lnTo>
                  <a:pt x="236" y="75"/>
                </a:lnTo>
                <a:lnTo>
                  <a:pt x="251" y="67"/>
                </a:lnTo>
                <a:lnTo>
                  <a:pt x="265" y="60"/>
                </a:lnTo>
                <a:lnTo>
                  <a:pt x="280" y="53"/>
                </a:lnTo>
                <a:lnTo>
                  <a:pt x="295" y="47"/>
                </a:lnTo>
                <a:lnTo>
                  <a:pt x="310" y="41"/>
                </a:lnTo>
                <a:lnTo>
                  <a:pt x="325" y="35"/>
                </a:lnTo>
                <a:lnTo>
                  <a:pt x="341" y="30"/>
                </a:lnTo>
                <a:lnTo>
                  <a:pt x="357" y="25"/>
                </a:lnTo>
                <a:lnTo>
                  <a:pt x="373" y="21"/>
                </a:lnTo>
                <a:lnTo>
                  <a:pt x="389" y="17"/>
                </a:lnTo>
                <a:lnTo>
                  <a:pt x="405" y="13"/>
                </a:lnTo>
                <a:lnTo>
                  <a:pt x="421" y="10"/>
                </a:lnTo>
                <a:lnTo>
                  <a:pt x="438" y="8"/>
                </a:lnTo>
                <a:lnTo>
                  <a:pt x="455" y="5"/>
                </a:lnTo>
                <a:lnTo>
                  <a:pt x="471" y="3"/>
                </a:lnTo>
                <a:lnTo>
                  <a:pt x="488" y="2"/>
                </a:lnTo>
                <a:lnTo>
                  <a:pt x="505" y="1"/>
                </a:lnTo>
                <a:lnTo>
                  <a:pt x="522" y="0"/>
                </a:lnTo>
                <a:lnTo>
                  <a:pt x="539" y="0"/>
                </a:lnTo>
                <a:lnTo>
                  <a:pt x="556" y="0"/>
                </a:lnTo>
                <a:lnTo>
                  <a:pt x="573" y="1"/>
                </a:lnTo>
                <a:lnTo>
                  <a:pt x="589" y="2"/>
                </a:lnTo>
                <a:lnTo>
                  <a:pt x="606" y="3"/>
                </a:lnTo>
                <a:lnTo>
                  <a:pt x="623" y="5"/>
                </a:lnTo>
                <a:lnTo>
                  <a:pt x="640" y="8"/>
                </a:lnTo>
                <a:lnTo>
                  <a:pt x="656" y="10"/>
                </a:lnTo>
                <a:lnTo>
                  <a:pt x="673" y="13"/>
                </a:lnTo>
                <a:lnTo>
                  <a:pt x="689" y="17"/>
                </a:lnTo>
                <a:lnTo>
                  <a:pt x="705" y="21"/>
                </a:lnTo>
                <a:lnTo>
                  <a:pt x="721" y="25"/>
                </a:lnTo>
                <a:lnTo>
                  <a:pt x="737" y="30"/>
                </a:lnTo>
                <a:lnTo>
                  <a:pt x="752" y="35"/>
                </a:lnTo>
                <a:lnTo>
                  <a:pt x="768" y="41"/>
                </a:lnTo>
                <a:lnTo>
                  <a:pt x="783" y="47"/>
                </a:lnTo>
                <a:lnTo>
                  <a:pt x="798" y="53"/>
                </a:lnTo>
                <a:lnTo>
                  <a:pt x="813" y="60"/>
                </a:lnTo>
                <a:lnTo>
                  <a:pt x="827" y="67"/>
                </a:lnTo>
                <a:lnTo>
                  <a:pt x="841" y="75"/>
                </a:lnTo>
                <a:lnTo>
                  <a:pt x="855" y="82"/>
                </a:lnTo>
                <a:lnTo>
                  <a:pt x="868" y="90"/>
                </a:lnTo>
                <a:lnTo>
                  <a:pt x="882" y="100"/>
                </a:lnTo>
                <a:lnTo>
                  <a:pt x="894" y="109"/>
                </a:lnTo>
                <a:lnTo>
                  <a:pt x="907" y="118"/>
                </a:lnTo>
                <a:lnTo>
                  <a:pt x="919" y="127"/>
                </a:lnTo>
                <a:lnTo>
                  <a:pt x="931" y="137"/>
                </a:lnTo>
                <a:lnTo>
                  <a:pt x="942" y="147"/>
                </a:lnTo>
                <a:lnTo>
                  <a:pt x="953" y="157"/>
                </a:lnTo>
                <a:lnTo>
                  <a:pt x="964" y="168"/>
                </a:lnTo>
                <a:lnTo>
                  <a:pt x="974" y="179"/>
                </a:lnTo>
                <a:lnTo>
                  <a:pt x="984" y="190"/>
                </a:lnTo>
                <a:lnTo>
                  <a:pt x="993" y="201"/>
                </a:lnTo>
                <a:lnTo>
                  <a:pt x="1002" y="213"/>
                </a:lnTo>
                <a:lnTo>
                  <a:pt x="1010" y="225"/>
                </a:lnTo>
                <a:lnTo>
                  <a:pt x="1018" y="237"/>
                </a:lnTo>
                <a:lnTo>
                  <a:pt x="1025" y="249"/>
                </a:lnTo>
                <a:lnTo>
                  <a:pt x="1032" y="261"/>
                </a:lnTo>
                <a:lnTo>
                  <a:pt x="1039" y="274"/>
                </a:lnTo>
                <a:lnTo>
                  <a:pt x="1045" y="286"/>
                </a:lnTo>
                <a:lnTo>
                  <a:pt x="1050" y="299"/>
                </a:lnTo>
                <a:lnTo>
                  <a:pt x="1055" y="312"/>
                </a:lnTo>
                <a:lnTo>
                  <a:pt x="1060" y="325"/>
                </a:lnTo>
                <a:lnTo>
                  <a:pt x="1064" y="338"/>
                </a:lnTo>
                <a:lnTo>
                  <a:pt x="1067" y="352"/>
                </a:lnTo>
                <a:lnTo>
                  <a:pt x="1070" y="365"/>
                </a:lnTo>
                <a:lnTo>
                  <a:pt x="1072" y="378"/>
                </a:lnTo>
                <a:lnTo>
                  <a:pt x="1074" y="392"/>
                </a:lnTo>
                <a:lnTo>
                  <a:pt x="1076" y="405"/>
                </a:lnTo>
                <a:lnTo>
                  <a:pt x="1076" y="419"/>
                </a:lnTo>
                <a:lnTo>
                  <a:pt x="1077" y="432"/>
                </a:lnTo>
                <a:close/>
              </a:path>
            </a:pathLst>
          </a:custGeom>
          <a:solidFill>
            <a:srgbClr val="ff9d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0" name=""/>
          <p:cNvSpPr/>
          <p:nvPr/>
        </p:nvSpPr>
        <p:spPr>
          <a:xfrm>
            <a:off x="4784400" y="1671840"/>
            <a:ext cx="389160" cy="312480"/>
          </a:xfrm>
          <a:custGeom>
            <a:avLst/>
            <a:gdLst/>
            <a:ahLst/>
            <a:rect l="0" t="0" r="r" b="b"/>
            <a:pathLst>
              <a:path w="1081" h="868">
                <a:moveTo>
                  <a:pt x="1079" y="434"/>
                </a:moveTo>
                <a:lnTo>
                  <a:pt x="1078" y="421"/>
                </a:lnTo>
                <a:lnTo>
                  <a:pt x="1078" y="407"/>
                </a:lnTo>
                <a:lnTo>
                  <a:pt x="1076" y="394"/>
                </a:lnTo>
                <a:lnTo>
                  <a:pt x="1074" y="380"/>
                </a:lnTo>
                <a:lnTo>
                  <a:pt x="1072" y="367"/>
                </a:lnTo>
                <a:lnTo>
                  <a:pt x="1069" y="354"/>
                </a:lnTo>
                <a:lnTo>
                  <a:pt x="1066" y="340"/>
                </a:lnTo>
                <a:lnTo>
                  <a:pt x="1062" y="327"/>
                </a:lnTo>
                <a:lnTo>
                  <a:pt x="1057" y="314"/>
                </a:lnTo>
                <a:lnTo>
                  <a:pt x="1052" y="301"/>
                </a:lnTo>
                <a:lnTo>
                  <a:pt x="1047" y="288"/>
                </a:lnTo>
                <a:lnTo>
                  <a:pt x="1041" y="276"/>
                </a:lnTo>
                <a:lnTo>
                  <a:pt x="1034" y="263"/>
                </a:lnTo>
                <a:lnTo>
                  <a:pt x="1027" y="251"/>
                </a:lnTo>
                <a:lnTo>
                  <a:pt x="1020" y="239"/>
                </a:lnTo>
                <a:lnTo>
                  <a:pt x="1012" y="227"/>
                </a:lnTo>
                <a:lnTo>
                  <a:pt x="1004" y="215"/>
                </a:lnTo>
                <a:lnTo>
                  <a:pt x="995" y="203"/>
                </a:lnTo>
                <a:lnTo>
                  <a:pt x="986" y="192"/>
                </a:lnTo>
                <a:lnTo>
                  <a:pt x="976" y="181"/>
                </a:lnTo>
                <a:lnTo>
                  <a:pt x="966" y="170"/>
                </a:lnTo>
                <a:lnTo>
                  <a:pt x="955" y="159"/>
                </a:lnTo>
                <a:lnTo>
                  <a:pt x="944" y="149"/>
                </a:lnTo>
                <a:lnTo>
                  <a:pt x="933" y="139"/>
                </a:lnTo>
                <a:lnTo>
                  <a:pt x="921" y="129"/>
                </a:lnTo>
                <a:lnTo>
                  <a:pt x="909" y="120"/>
                </a:lnTo>
                <a:lnTo>
                  <a:pt x="896" y="110"/>
                </a:lnTo>
                <a:lnTo>
                  <a:pt x="884" y="101"/>
                </a:lnTo>
                <a:lnTo>
                  <a:pt x="870" y="92"/>
                </a:lnTo>
                <a:lnTo>
                  <a:pt x="857" y="84"/>
                </a:lnTo>
                <a:lnTo>
                  <a:pt x="843" y="77"/>
                </a:lnTo>
                <a:lnTo>
                  <a:pt x="829" y="69"/>
                </a:lnTo>
                <a:lnTo>
                  <a:pt x="815" y="62"/>
                </a:lnTo>
                <a:lnTo>
                  <a:pt x="800" y="55"/>
                </a:lnTo>
                <a:lnTo>
                  <a:pt x="785" y="49"/>
                </a:lnTo>
                <a:lnTo>
                  <a:pt x="770" y="43"/>
                </a:lnTo>
                <a:lnTo>
                  <a:pt x="754" y="37"/>
                </a:lnTo>
                <a:lnTo>
                  <a:pt x="739" y="32"/>
                </a:lnTo>
                <a:lnTo>
                  <a:pt x="723" y="27"/>
                </a:lnTo>
                <a:lnTo>
                  <a:pt x="707" y="23"/>
                </a:lnTo>
                <a:lnTo>
                  <a:pt x="691" y="19"/>
                </a:lnTo>
                <a:lnTo>
                  <a:pt x="675" y="15"/>
                </a:lnTo>
                <a:lnTo>
                  <a:pt x="658" y="12"/>
                </a:lnTo>
                <a:lnTo>
                  <a:pt x="642" y="10"/>
                </a:lnTo>
                <a:lnTo>
                  <a:pt x="625" y="7"/>
                </a:lnTo>
                <a:lnTo>
                  <a:pt x="608" y="5"/>
                </a:lnTo>
                <a:lnTo>
                  <a:pt x="591" y="4"/>
                </a:lnTo>
                <a:lnTo>
                  <a:pt x="575" y="3"/>
                </a:lnTo>
                <a:lnTo>
                  <a:pt x="558" y="2"/>
                </a:lnTo>
                <a:lnTo>
                  <a:pt x="541" y="2"/>
                </a:lnTo>
                <a:lnTo>
                  <a:pt x="524" y="2"/>
                </a:lnTo>
                <a:lnTo>
                  <a:pt x="507" y="3"/>
                </a:lnTo>
                <a:lnTo>
                  <a:pt x="490" y="4"/>
                </a:lnTo>
                <a:lnTo>
                  <a:pt x="473" y="5"/>
                </a:lnTo>
                <a:lnTo>
                  <a:pt x="457" y="7"/>
                </a:lnTo>
                <a:lnTo>
                  <a:pt x="440" y="10"/>
                </a:lnTo>
                <a:lnTo>
                  <a:pt x="423" y="12"/>
                </a:lnTo>
                <a:lnTo>
                  <a:pt x="407" y="15"/>
                </a:lnTo>
                <a:lnTo>
                  <a:pt x="391" y="19"/>
                </a:lnTo>
                <a:lnTo>
                  <a:pt x="375" y="23"/>
                </a:lnTo>
                <a:lnTo>
                  <a:pt x="359" y="27"/>
                </a:lnTo>
                <a:lnTo>
                  <a:pt x="343" y="32"/>
                </a:lnTo>
                <a:lnTo>
                  <a:pt x="327" y="37"/>
                </a:lnTo>
                <a:lnTo>
                  <a:pt x="312" y="43"/>
                </a:lnTo>
                <a:lnTo>
                  <a:pt x="297" y="49"/>
                </a:lnTo>
                <a:lnTo>
                  <a:pt x="282" y="55"/>
                </a:lnTo>
                <a:lnTo>
                  <a:pt x="267" y="62"/>
                </a:lnTo>
                <a:lnTo>
                  <a:pt x="253" y="69"/>
                </a:lnTo>
                <a:lnTo>
                  <a:pt x="238" y="77"/>
                </a:lnTo>
                <a:lnTo>
                  <a:pt x="225" y="84"/>
                </a:lnTo>
                <a:lnTo>
                  <a:pt x="211" y="92"/>
                </a:lnTo>
                <a:lnTo>
                  <a:pt x="197" y="101"/>
                </a:lnTo>
                <a:lnTo>
                  <a:pt x="184" y="110"/>
                </a:lnTo>
                <a:lnTo>
                  <a:pt x="172" y="120"/>
                </a:lnTo>
                <a:lnTo>
                  <a:pt x="159" y="129"/>
                </a:lnTo>
                <a:lnTo>
                  <a:pt x="148" y="139"/>
                </a:lnTo>
                <a:lnTo>
                  <a:pt x="136" y="149"/>
                </a:lnTo>
                <a:lnTo>
                  <a:pt x="125" y="159"/>
                </a:lnTo>
                <a:lnTo>
                  <a:pt x="115" y="170"/>
                </a:lnTo>
                <a:lnTo>
                  <a:pt x="105" y="181"/>
                </a:lnTo>
                <a:lnTo>
                  <a:pt x="95" y="192"/>
                </a:lnTo>
                <a:lnTo>
                  <a:pt x="86" y="203"/>
                </a:lnTo>
                <a:lnTo>
                  <a:pt x="77" y="215"/>
                </a:lnTo>
                <a:lnTo>
                  <a:pt x="68" y="227"/>
                </a:lnTo>
                <a:lnTo>
                  <a:pt x="61" y="239"/>
                </a:lnTo>
                <a:lnTo>
                  <a:pt x="53" y="251"/>
                </a:lnTo>
                <a:lnTo>
                  <a:pt x="46" y="263"/>
                </a:lnTo>
                <a:lnTo>
                  <a:pt x="40" y="276"/>
                </a:lnTo>
                <a:lnTo>
                  <a:pt x="34" y="288"/>
                </a:lnTo>
                <a:lnTo>
                  <a:pt x="28" y="301"/>
                </a:lnTo>
                <a:lnTo>
                  <a:pt x="23" y="314"/>
                </a:lnTo>
                <a:lnTo>
                  <a:pt x="19" y="327"/>
                </a:lnTo>
                <a:lnTo>
                  <a:pt x="15" y="340"/>
                </a:lnTo>
                <a:lnTo>
                  <a:pt x="11" y="354"/>
                </a:lnTo>
                <a:lnTo>
                  <a:pt x="9" y="367"/>
                </a:lnTo>
                <a:lnTo>
                  <a:pt x="6" y="380"/>
                </a:lnTo>
                <a:lnTo>
                  <a:pt x="4" y="394"/>
                </a:lnTo>
                <a:lnTo>
                  <a:pt x="3" y="407"/>
                </a:lnTo>
                <a:lnTo>
                  <a:pt x="2" y="421"/>
                </a:lnTo>
                <a:lnTo>
                  <a:pt x="2" y="434"/>
                </a:lnTo>
                <a:lnTo>
                  <a:pt x="2" y="448"/>
                </a:lnTo>
                <a:lnTo>
                  <a:pt x="3" y="461"/>
                </a:lnTo>
                <a:lnTo>
                  <a:pt x="4" y="475"/>
                </a:lnTo>
                <a:lnTo>
                  <a:pt x="6" y="488"/>
                </a:lnTo>
                <a:lnTo>
                  <a:pt x="9" y="502"/>
                </a:lnTo>
                <a:lnTo>
                  <a:pt x="11" y="515"/>
                </a:lnTo>
                <a:lnTo>
                  <a:pt x="15" y="529"/>
                </a:lnTo>
                <a:lnTo>
                  <a:pt x="19" y="542"/>
                </a:lnTo>
                <a:lnTo>
                  <a:pt x="23" y="555"/>
                </a:lnTo>
                <a:lnTo>
                  <a:pt x="28" y="568"/>
                </a:lnTo>
                <a:lnTo>
                  <a:pt x="34" y="581"/>
                </a:lnTo>
                <a:lnTo>
                  <a:pt x="40" y="593"/>
                </a:lnTo>
                <a:lnTo>
                  <a:pt x="46" y="606"/>
                </a:lnTo>
                <a:lnTo>
                  <a:pt x="53" y="618"/>
                </a:lnTo>
                <a:lnTo>
                  <a:pt x="61" y="630"/>
                </a:lnTo>
                <a:lnTo>
                  <a:pt x="68" y="642"/>
                </a:lnTo>
                <a:lnTo>
                  <a:pt x="77" y="654"/>
                </a:lnTo>
                <a:lnTo>
                  <a:pt x="86" y="666"/>
                </a:lnTo>
                <a:lnTo>
                  <a:pt x="95" y="677"/>
                </a:lnTo>
                <a:lnTo>
                  <a:pt x="105" y="688"/>
                </a:lnTo>
                <a:lnTo>
                  <a:pt x="115" y="699"/>
                </a:lnTo>
                <a:lnTo>
                  <a:pt x="125" y="709"/>
                </a:lnTo>
                <a:lnTo>
                  <a:pt x="136" y="720"/>
                </a:lnTo>
                <a:lnTo>
                  <a:pt x="148" y="730"/>
                </a:lnTo>
                <a:lnTo>
                  <a:pt x="159" y="739"/>
                </a:lnTo>
                <a:lnTo>
                  <a:pt x="172" y="749"/>
                </a:lnTo>
                <a:lnTo>
                  <a:pt x="184" y="758"/>
                </a:lnTo>
                <a:lnTo>
                  <a:pt x="197" y="767"/>
                </a:lnTo>
                <a:lnTo>
                  <a:pt x="211" y="775"/>
                </a:lnTo>
                <a:lnTo>
                  <a:pt x="225" y="783"/>
                </a:lnTo>
                <a:lnTo>
                  <a:pt x="238" y="791"/>
                </a:lnTo>
                <a:lnTo>
                  <a:pt x="253" y="799"/>
                </a:lnTo>
                <a:lnTo>
                  <a:pt x="267" y="806"/>
                </a:lnTo>
                <a:lnTo>
                  <a:pt x="282" y="812"/>
                </a:lnTo>
                <a:lnTo>
                  <a:pt x="297" y="819"/>
                </a:lnTo>
                <a:lnTo>
                  <a:pt x="312" y="825"/>
                </a:lnTo>
                <a:lnTo>
                  <a:pt x="327" y="830"/>
                </a:lnTo>
                <a:lnTo>
                  <a:pt x="343" y="836"/>
                </a:lnTo>
                <a:lnTo>
                  <a:pt x="359" y="840"/>
                </a:lnTo>
                <a:lnTo>
                  <a:pt x="375" y="845"/>
                </a:lnTo>
                <a:lnTo>
                  <a:pt x="391" y="849"/>
                </a:lnTo>
                <a:lnTo>
                  <a:pt x="407" y="852"/>
                </a:lnTo>
                <a:lnTo>
                  <a:pt x="423" y="855"/>
                </a:lnTo>
                <a:lnTo>
                  <a:pt x="440" y="858"/>
                </a:lnTo>
                <a:lnTo>
                  <a:pt x="457" y="861"/>
                </a:lnTo>
                <a:lnTo>
                  <a:pt x="473" y="862"/>
                </a:lnTo>
                <a:lnTo>
                  <a:pt x="490" y="864"/>
                </a:lnTo>
                <a:lnTo>
                  <a:pt x="507" y="865"/>
                </a:lnTo>
                <a:lnTo>
                  <a:pt x="524" y="866"/>
                </a:lnTo>
                <a:lnTo>
                  <a:pt x="541" y="866"/>
                </a:lnTo>
                <a:lnTo>
                  <a:pt x="558" y="866"/>
                </a:lnTo>
                <a:lnTo>
                  <a:pt x="575" y="865"/>
                </a:lnTo>
                <a:lnTo>
                  <a:pt x="591" y="864"/>
                </a:lnTo>
                <a:lnTo>
                  <a:pt x="608" y="862"/>
                </a:lnTo>
                <a:lnTo>
                  <a:pt x="625" y="861"/>
                </a:lnTo>
                <a:lnTo>
                  <a:pt x="642" y="858"/>
                </a:lnTo>
                <a:lnTo>
                  <a:pt x="658" y="855"/>
                </a:lnTo>
                <a:lnTo>
                  <a:pt x="675" y="852"/>
                </a:lnTo>
                <a:lnTo>
                  <a:pt x="691" y="849"/>
                </a:lnTo>
                <a:lnTo>
                  <a:pt x="707" y="845"/>
                </a:lnTo>
                <a:lnTo>
                  <a:pt x="723" y="840"/>
                </a:lnTo>
                <a:lnTo>
                  <a:pt x="739" y="836"/>
                </a:lnTo>
                <a:lnTo>
                  <a:pt x="754" y="830"/>
                </a:lnTo>
                <a:lnTo>
                  <a:pt x="770" y="825"/>
                </a:lnTo>
                <a:lnTo>
                  <a:pt x="785" y="819"/>
                </a:lnTo>
                <a:lnTo>
                  <a:pt x="800" y="812"/>
                </a:lnTo>
                <a:lnTo>
                  <a:pt x="815" y="806"/>
                </a:lnTo>
                <a:lnTo>
                  <a:pt x="829" y="799"/>
                </a:lnTo>
                <a:lnTo>
                  <a:pt x="843" y="791"/>
                </a:lnTo>
                <a:lnTo>
                  <a:pt x="857" y="783"/>
                </a:lnTo>
                <a:lnTo>
                  <a:pt x="870" y="775"/>
                </a:lnTo>
                <a:lnTo>
                  <a:pt x="884" y="767"/>
                </a:lnTo>
                <a:lnTo>
                  <a:pt x="896" y="758"/>
                </a:lnTo>
                <a:lnTo>
                  <a:pt x="909" y="749"/>
                </a:lnTo>
                <a:lnTo>
                  <a:pt x="921" y="739"/>
                </a:lnTo>
                <a:lnTo>
                  <a:pt x="933" y="730"/>
                </a:lnTo>
                <a:lnTo>
                  <a:pt x="944" y="720"/>
                </a:lnTo>
                <a:lnTo>
                  <a:pt x="955" y="709"/>
                </a:lnTo>
                <a:lnTo>
                  <a:pt x="966" y="699"/>
                </a:lnTo>
                <a:lnTo>
                  <a:pt x="976" y="688"/>
                </a:lnTo>
                <a:lnTo>
                  <a:pt x="986" y="677"/>
                </a:lnTo>
                <a:lnTo>
                  <a:pt x="995" y="666"/>
                </a:lnTo>
                <a:lnTo>
                  <a:pt x="1004" y="654"/>
                </a:lnTo>
                <a:lnTo>
                  <a:pt x="1012" y="642"/>
                </a:lnTo>
                <a:lnTo>
                  <a:pt x="1020" y="630"/>
                </a:lnTo>
                <a:lnTo>
                  <a:pt x="1027" y="618"/>
                </a:lnTo>
                <a:lnTo>
                  <a:pt x="1034" y="606"/>
                </a:lnTo>
                <a:lnTo>
                  <a:pt x="1041" y="593"/>
                </a:lnTo>
                <a:lnTo>
                  <a:pt x="1047" y="581"/>
                </a:lnTo>
                <a:lnTo>
                  <a:pt x="1052" y="568"/>
                </a:lnTo>
                <a:lnTo>
                  <a:pt x="1057" y="555"/>
                </a:lnTo>
                <a:lnTo>
                  <a:pt x="1062" y="542"/>
                </a:lnTo>
                <a:lnTo>
                  <a:pt x="1066" y="529"/>
                </a:lnTo>
                <a:lnTo>
                  <a:pt x="1069" y="515"/>
                </a:lnTo>
                <a:lnTo>
                  <a:pt x="1072" y="502"/>
                </a:lnTo>
                <a:lnTo>
                  <a:pt x="1074" y="488"/>
                </a:lnTo>
                <a:lnTo>
                  <a:pt x="1076" y="475"/>
                </a:lnTo>
                <a:lnTo>
                  <a:pt x="1078" y="461"/>
                </a:lnTo>
                <a:lnTo>
                  <a:pt x="1078" y="448"/>
                </a:lnTo>
                <a:lnTo>
                  <a:pt x="1079" y="434"/>
                </a:lnTo>
                <a:moveTo>
                  <a:pt x="1081" y="434"/>
                </a:moveTo>
                <a:lnTo>
                  <a:pt x="1081" y="448"/>
                </a:lnTo>
                <a:lnTo>
                  <a:pt x="1080" y="462"/>
                </a:lnTo>
                <a:lnTo>
                  <a:pt x="1079" y="475"/>
                </a:lnTo>
                <a:lnTo>
                  <a:pt x="1077" y="489"/>
                </a:lnTo>
                <a:lnTo>
                  <a:pt x="1074" y="502"/>
                </a:lnTo>
                <a:lnTo>
                  <a:pt x="1071" y="516"/>
                </a:lnTo>
                <a:lnTo>
                  <a:pt x="1068" y="529"/>
                </a:lnTo>
                <a:lnTo>
                  <a:pt x="1064" y="542"/>
                </a:lnTo>
                <a:lnTo>
                  <a:pt x="1060" y="555"/>
                </a:lnTo>
                <a:lnTo>
                  <a:pt x="1055" y="568"/>
                </a:lnTo>
                <a:lnTo>
                  <a:pt x="1049" y="581"/>
                </a:lnTo>
                <a:lnTo>
                  <a:pt x="1043" y="594"/>
                </a:lnTo>
                <a:lnTo>
                  <a:pt x="1037" y="606"/>
                </a:lnTo>
                <a:lnTo>
                  <a:pt x="1030" y="619"/>
                </a:lnTo>
                <a:lnTo>
                  <a:pt x="1022" y="631"/>
                </a:lnTo>
                <a:lnTo>
                  <a:pt x="1014" y="643"/>
                </a:lnTo>
                <a:lnTo>
                  <a:pt x="1006" y="655"/>
                </a:lnTo>
                <a:lnTo>
                  <a:pt x="997" y="667"/>
                </a:lnTo>
                <a:lnTo>
                  <a:pt x="988" y="678"/>
                </a:lnTo>
                <a:lnTo>
                  <a:pt x="978" y="689"/>
                </a:lnTo>
                <a:lnTo>
                  <a:pt x="968" y="700"/>
                </a:lnTo>
                <a:lnTo>
                  <a:pt x="957" y="711"/>
                </a:lnTo>
                <a:lnTo>
                  <a:pt x="946" y="721"/>
                </a:lnTo>
                <a:lnTo>
                  <a:pt x="935" y="731"/>
                </a:lnTo>
                <a:lnTo>
                  <a:pt x="923" y="741"/>
                </a:lnTo>
                <a:lnTo>
                  <a:pt x="911" y="750"/>
                </a:lnTo>
                <a:lnTo>
                  <a:pt x="898" y="759"/>
                </a:lnTo>
                <a:lnTo>
                  <a:pt x="885" y="768"/>
                </a:lnTo>
                <a:lnTo>
                  <a:pt x="872" y="777"/>
                </a:lnTo>
                <a:lnTo>
                  <a:pt x="858" y="785"/>
                </a:lnTo>
                <a:lnTo>
                  <a:pt x="844" y="793"/>
                </a:lnTo>
                <a:lnTo>
                  <a:pt x="830" y="800"/>
                </a:lnTo>
                <a:lnTo>
                  <a:pt x="816" y="807"/>
                </a:lnTo>
                <a:lnTo>
                  <a:pt x="801" y="814"/>
                </a:lnTo>
                <a:lnTo>
                  <a:pt x="786" y="820"/>
                </a:lnTo>
                <a:lnTo>
                  <a:pt x="771" y="826"/>
                </a:lnTo>
                <a:lnTo>
                  <a:pt x="755" y="832"/>
                </a:lnTo>
                <a:lnTo>
                  <a:pt x="740" y="837"/>
                </a:lnTo>
                <a:lnTo>
                  <a:pt x="724" y="842"/>
                </a:lnTo>
                <a:lnTo>
                  <a:pt x="708" y="846"/>
                </a:lnTo>
                <a:lnTo>
                  <a:pt x="692" y="850"/>
                </a:lnTo>
                <a:lnTo>
                  <a:pt x="675" y="854"/>
                </a:lnTo>
                <a:lnTo>
                  <a:pt x="659" y="857"/>
                </a:lnTo>
                <a:lnTo>
                  <a:pt x="642" y="860"/>
                </a:lnTo>
                <a:lnTo>
                  <a:pt x="625" y="862"/>
                </a:lnTo>
                <a:lnTo>
                  <a:pt x="609" y="864"/>
                </a:lnTo>
                <a:lnTo>
                  <a:pt x="592" y="866"/>
                </a:lnTo>
                <a:lnTo>
                  <a:pt x="575" y="867"/>
                </a:lnTo>
                <a:lnTo>
                  <a:pt x="558" y="867"/>
                </a:lnTo>
                <a:lnTo>
                  <a:pt x="541" y="868"/>
                </a:lnTo>
                <a:lnTo>
                  <a:pt x="524" y="867"/>
                </a:lnTo>
                <a:lnTo>
                  <a:pt x="507" y="867"/>
                </a:lnTo>
                <a:lnTo>
                  <a:pt x="490" y="866"/>
                </a:lnTo>
                <a:lnTo>
                  <a:pt x="473" y="864"/>
                </a:lnTo>
                <a:lnTo>
                  <a:pt x="456" y="862"/>
                </a:lnTo>
                <a:lnTo>
                  <a:pt x="440" y="860"/>
                </a:lnTo>
                <a:lnTo>
                  <a:pt x="423" y="857"/>
                </a:lnTo>
                <a:lnTo>
                  <a:pt x="406" y="854"/>
                </a:lnTo>
                <a:lnTo>
                  <a:pt x="390" y="850"/>
                </a:lnTo>
                <a:lnTo>
                  <a:pt x="374" y="846"/>
                </a:lnTo>
                <a:lnTo>
                  <a:pt x="358" y="842"/>
                </a:lnTo>
                <a:lnTo>
                  <a:pt x="342" y="837"/>
                </a:lnTo>
                <a:lnTo>
                  <a:pt x="326" y="832"/>
                </a:lnTo>
                <a:lnTo>
                  <a:pt x="311" y="826"/>
                </a:lnTo>
                <a:lnTo>
                  <a:pt x="296" y="820"/>
                </a:lnTo>
                <a:lnTo>
                  <a:pt x="281" y="814"/>
                </a:lnTo>
                <a:lnTo>
                  <a:pt x="266" y="807"/>
                </a:lnTo>
                <a:lnTo>
                  <a:pt x="251" y="800"/>
                </a:lnTo>
                <a:lnTo>
                  <a:pt x="237" y="793"/>
                </a:lnTo>
                <a:lnTo>
                  <a:pt x="223" y="785"/>
                </a:lnTo>
                <a:lnTo>
                  <a:pt x="209" y="777"/>
                </a:lnTo>
                <a:lnTo>
                  <a:pt x="195" y="768"/>
                </a:lnTo>
                <a:lnTo>
                  <a:pt x="183" y="759"/>
                </a:lnTo>
                <a:lnTo>
                  <a:pt x="170" y="750"/>
                </a:lnTo>
                <a:lnTo>
                  <a:pt x="158" y="741"/>
                </a:lnTo>
                <a:lnTo>
                  <a:pt x="146" y="731"/>
                </a:lnTo>
                <a:lnTo>
                  <a:pt x="135" y="721"/>
                </a:lnTo>
                <a:lnTo>
                  <a:pt x="124" y="711"/>
                </a:lnTo>
                <a:lnTo>
                  <a:pt x="113" y="700"/>
                </a:lnTo>
                <a:lnTo>
                  <a:pt x="103" y="689"/>
                </a:lnTo>
                <a:lnTo>
                  <a:pt x="93" y="678"/>
                </a:lnTo>
                <a:lnTo>
                  <a:pt x="84" y="667"/>
                </a:lnTo>
                <a:lnTo>
                  <a:pt x="75" y="655"/>
                </a:lnTo>
                <a:lnTo>
                  <a:pt x="66" y="643"/>
                </a:lnTo>
                <a:lnTo>
                  <a:pt x="59" y="631"/>
                </a:lnTo>
                <a:lnTo>
                  <a:pt x="51" y="619"/>
                </a:lnTo>
                <a:lnTo>
                  <a:pt x="44" y="606"/>
                </a:lnTo>
                <a:lnTo>
                  <a:pt x="38" y="594"/>
                </a:lnTo>
                <a:lnTo>
                  <a:pt x="32" y="581"/>
                </a:lnTo>
                <a:lnTo>
                  <a:pt x="26" y="568"/>
                </a:lnTo>
                <a:lnTo>
                  <a:pt x="21" y="555"/>
                </a:lnTo>
                <a:lnTo>
                  <a:pt x="17" y="542"/>
                </a:lnTo>
                <a:lnTo>
                  <a:pt x="13" y="529"/>
                </a:lnTo>
                <a:lnTo>
                  <a:pt x="9" y="516"/>
                </a:lnTo>
                <a:lnTo>
                  <a:pt x="6" y="502"/>
                </a:lnTo>
                <a:lnTo>
                  <a:pt x="4" y="489"/>
                </a:lnTo>
                <a:lnTo>
                  <a:pt x="2" y="475"/>
                </a:lnTo>
                <a:lnTo>
                  <a:pt x="1" y="462"/>
                </a:lnTo>
                <a:lnTo>
                  <a:pt x="0" y="448"/>
                </a:lnTo>
                <a:lnTo>
                  <a:pt x="0" y="434"/>
                </a:lnTo>
                <a:lnTo>
                  <a:pt x="0" y="421"/>
                </a:lnTo>
                <a:lnTo>
                  <a:pt x="1" y="407"/>
                </a:lnTo>
                <a:lnTo>
                  <a:pt x="2" y="394"/>
                </a:lnTo>
                <a:lnTo>
                  <a:pt x="4" y="380"/>
                </a:lnTo>
                <a:lnTo>
                  <a:pt x="6" y="367"/>
                </a:lnTo>
                <a:lnTo>
                  <a:pt x="9" y="353"/>
                </a:lnTo>
                <a:lnTo>
                  <a:pt x="13" y="340"/>
                </a:lnTo>
                <a:lnTo>
                  <a:pt x="17" y="327"/>
                </a:lnTo>
                <a:lnTo>
                  <a:pt x="21" y="313"/>
                </a:lnTo>
                <a:lnTo>
                  <a:pt x="26" y="300"/>
                </a:lnTo>
                <a:lnTo>
                  <a:pt x="32" y="288"/>
                </a:lnTo>
                <a:lnTo>
                  <a:pt x="38" y="275"/>
                </a:lnTo>
                <a:lnTo>
                  <a:pt x="44" y="262"/>
                </a:lnTo>
                <a:lnTo>
                  <a:pt x="51" y="250"/>
                </a:lnTo>
                <a:lnTo>
                  <a:pt x="59" y="238"/>
                </a:lnTo>
                <a:lnTo>
                  <a:pt x="66" y="226"/>
                </a:lnTo>
                <a:lnTo>
                  <a:pt x="75" y="214"/>
                </a:lnTo>
                <a:lnTo>
                  <a:pt x="84" y="202"/>
                </a:lnTo>
                <a:lnTo>
                  <a:pt x="93" y="191"/>
                </a:lnTo>
                <a:lnTo>
                  <a:pt x="103" y="180"/>
                </a:lnTo>
                <a:lnTo>
                  <a:pt x="113" y="169"/>
                </a:lnTo>
                <a:lnTo>
                  <a:pt x="124" y="158"/>
                </a:lnTo>
                <a:lnTo>
                  <a:pt x="135" y="148"/>
                </a:lnTo>
                <a:lnTo>
                  <a:pt x="146" y="138"/>
                </a:lnTo>
                <a:lnTo>
                  <a:pt x="158" y="128"/>
                </a:lnTo>
                <a:lnTo>
                  <a:pt x="170" y="118"/>
                </a:lnTo>
                <a:lnTo>
                  <a:pt x="183" y="108"/>
                </a:lnTo>
                <a:lnTo>
                  <a:pt x="195" y="100"/>
                </a:lnTo>
                <a:lnTo>
                  <a:pt x="209" y="91"/>
                </a:lnTo>
                <a:lnTo>
                  <a:pt x="223" y="83"/>
                </a:lnTo>
                <a:lnTo>
                  <a:pt x="237" y="75"/>
                </a:lnTo>
                <a:lnTo>
                  <a:pt x="251" y="68"/>
                </a:lnTo>
                <a:lnTo>
                  <a:pt x="266" y="60"/>
                </a:lnTo>
                <a:lnTo>
                  <a:pt x="281" y="54"/>
                </a:lnTo>
                <a:lnTo>
                  <a:pt x="296" y="47"/>
                </a:lnTo>
                <a:lnTo>
                  <a:pt x="311" y="41"/>
                </a:lnTo>
                <a:lnTo>
                  <a:pt x="326" y="36"/>
                </a:lnTo>
                <a:lnTo>
                  <a:pt x="342" y="31"/>
                </a:lnTo>
                <a:lnTo>
                  <a:pt x="358" y="26"/>
                </a:lnTo>
                <a:lnTo>
                  <a:pt x="374" y="21"/>
                </a:lnTo>
                <a:lnTo>
                  <a:pt x="390" y="17"/>
                </a:lnTo>
                <a:lnTo>
                  <a:pt x="406" y="14"/>
                </a:lnTo>
                <a:lnTo>
                  <a:pt x="423" y="11"/>
                </a:lnTo>
                <a:lnTo>
                  <a:pt x="440" y="8"/>
                </a:lnTo>
                <a:lnTo>
                  <a:pt x="456" y="5"/>
                </a:lnTo>
                <a:lnTo>
                  <a:pt x="473" y="4"/>
                </a:lnTo>
                <a:lnTo>
                  <a:pt x="490" y="2"/>
                </a:lnTo>
                <a:lnTo>
                  <a:pt x="507" y="1"/>
                </a:lnTo>
                <a:lnTo>
                  <a:pt x="524" y="0"/>
                </a:lnTo>
                <a:lnTo>
                  <a:pt x="541" y="0"/>
                </a:lnTo>
                <a:lnTo>
                  <a:pt x="558" y="0"/>
                </a:lnTo>
                <a:lnTo>
                  <a:pt x="575" y="1"/>
                </a:lnTo>
                <a:lnTo>
                  <a:pt x="592" y="2"/>
                </a:lnTo>
                <a:lnTo>
                  <a:pt x="609" y="4"/>
                </a:lnTo>
                <a:lnTo>
                  <a:pt x="625" y="5"/>
                </a:lnTo>
                <a:lnTo>
                  <a:pt x="642" y="8"/>
                </a:lnTo>
                <a:lnTo>
                  <a:pt x="659" y="11"/>
                </a:lnTo>
                <a:lnTo>
                  <a:pt x="675" y="14"/>
                </a:lnTo>
                <a:lnTo>
                  <a:pt x="692" y="17"/>
                </a:lnTo>
                <a:lnTo>
                  <a:pt x="708" y="21"/>
                </a:lnTo>
                <a:lnTo>
                  <a:pt x="724" y="26"/>
                </a:lnTo>
                <a:lnTo>
                  <a:pt x="740" y="31"/>
                </a:lnTo>
                <a:lnTo>
                  <a:pt x="755" y="36"/>
                </a:lnTo>
                <a:lnTo>
                  <a:pt x="771" y="41"/>
                </a:lnTo>
                <a:lnTo>
                  <a:pt x="786" y="47"/>
                </a:lnTo>
                <a:lnTo>
                  <a:pt x="801" y="54"/>
                </a:lnTo>
                <a:lnTo>
                  <a:pt x="816" y="60"/>
                </a:lnTo>
                <a:lnTo>
                  <a:pt x="830" y="68"/>
                </a:lnTo>
                <a:lnTo>
                  <a:pt x="844" y="75"/>
                </a:lnTo>
                <a:lnTo>
                  <a:pt x="858" y="83"/>
                </a:lnTo>
                <a:lnTo>
                  <a:pt x="872" y="91"/>
                </a:lnTo>
                <a:lnTo>
                  <a:pt x="885" y="100"/>
                </a:lnTo>
                <a:lnTo>
                  <a:pt x="898" y="108"/>
                </a:lnTo>
                <a:lnTo>
                  <a:pt x="911" y="118"/>
                </a:lnTo>
                <a:lnTo>
                  <a:pt x="923" y="128"/>
                </a:lnTo>
                <a:lnTo>
                  <a:pt x="935" y="138"/>
                </a:lnTo>
                <a:lnTo>
                  <a:pt x="946" y="148"/>
                </a:lnTo>
                <a:lnTo>
                  <a:pt x="957" y="158"/>
                </a:lnTo>
                <a:lnTo>
                  <a:pt x="968" y="169"/>
                </a:lnTo>
                <a:lnTo>
                  <a:pt x="978" y="180"/>
                </a:lnTo>
                <a:lnTo>
                  <a:pt x="988" y="191"/>
                </a:lnTo>
                <a:lnTo>
                  <a:pt x="997" y="202"/>
                </a:lnTo>
                <a:lnTo>
                  <a:pt x="1006" y="214"/>
                </a:lnTo>
                <a:lnTo>
                  <a:pt x="1014" y="226"/>
                </a:lnTo>
                <a:lnTo>
                  <a:pt x="1022" y="238"/>
                </a:lnTo>
                <a:lnTo>
                  <a:pt x="1030" y="250"/>
                </a:lnTo>
                <a:lnTo>
                  <a:pt x="1037" y="262"/>
                </a:lnTo>
                <a:lnTo>
                  <a:pt x="1043" y="275"/>
                </a:lnTo>
                <a:lnTo>
                  <a:pt x="1049" y="288"/>
                </a:lnTo>
                <a:lnTo>
                  <a:pt x="1055" y="300"/>
                </a:lnTo>
                <a:lnTo>
                  <a:pt x="1060" y="313"/>
                </a:lnTo>
                <a:lnTo>
                  <a:pt x="1064" y="327"/>
                </a:lnTo>
                <a:lnTo>
                  <a:pt x="1068" y="340"/>
                </a:lnTo>
                <a:lnTo>
                  <a:pt x="1071" y="353"/>
                </a:lnTo>
                <a:lnTo>
                  <a:pt x="1074" y="367"/>
                </a:lnTo>
                <a:lnTo>
                  <a:pt x="1077" y="380"/>
                </a:lnTo>
                <a:lnTo>
                  <a:pt x="1079" y="394"/>
                </a:lnTo>
                <a:lnTo>
                  <a:pt x="1080" y="407"/>
                </a:lnTo>
                <a:lnTo>
                  <a:pt x="1081" y="421"/>
                </a:lnTo>
                <a:lnTo>
                  <a:pt x="1081" y="434"/>
                </a:lnTo>
                <a:close/>
              </a:path>
            </a:pathLst>
          </a:custGeom>
          <a:solidFill>
            <a:srgbClr val="ff9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1" name=""/>
          <p:cNvSpPr/>
          <p:nvPr/>
        </p:nvSpPr>
        <p:spPr>
          <a:xfrm>
            <a:off x="4783320" y="1671120"/>
            <a:ext cx="390960" cy="313920"/>
          </a:xfrm>
          <a:custGeom>
            <a:avLst/>
            <a:gdLst/>
            <a:ahLst/>
            <a:rect l="0" t="0" r="r" b="b"/>
            <a:pathLst>
              <a:path w="1086" h="872">
                <a:moveTo>
                  <a:pt x="1084" y="436"/>
                </a:moveTo>
                <a:lnTo>
                  <a:pt x="1084" y="423"/>
                </a:lnTo>
                <a:lnTo>
                  <a:pt x="1083" y="409"/>
                </a:lnTo>
                <a:lnTo>
                  <a:pt x="1082" y="396"/>
                </a:lnTo>
                <a:lnTo>
                  <a:pt x="1080" y="382"/>
                </a:lnTo>
                <a:lnTo>
                  <a:pt x="1077" y="369"/>
                </a:lnTo>
                <a:lnTo>
                  <a:pt x="1074" y="355"/>
                </a:lnTo>
                <a:lnTo>
                  <a:pt x="1071" y="342"/>
                </a:lnTo>
                <a:lnTo>
                  <a:pt x="1067" y="329"/>
                </a:lnTo>
                <a:lnTo>
                  <a:pt x="1063" y="315"/>
                </a:lnTo>
                <a:lnTo>
                  <a:pt x="1058" y="302"/>
                </a:lnTo>
                <a:lnTo>
                  <a:pt x="1052" y="290"/>
                </a:lnTo>
                <a:lnTo>
                  <a:pt x="1046" y="277"/>
                </a:lnTo>
                <a:lnTo>
                  <a:pt x="1040" y="264"/>
                </a:lnTo>
                <a:lnTo>
                  <a:pt x="1033" y="252"/>
                </a:lnTo>
                <a:lnTo>
                  <a:pt x="1025" y="240"/>
                </a:lnTo>
                <a:lnTo>
                  <a:pt x="1017" y="228"/>
                </a:lnTo>
                <a:lnTo>
                  <a:pt x="1009" y="216"/>
                </a:lnTo>
                <a:lnTo>
                  <a:pt x="1000" y="204"/>
                </a:lnTo>
                <a:lnTo>
                  <a:pt x="991" y="193"/>
                </a:lnTo>
                <a:lnTo>
                  <a:pt x="981" y="182"/>
                </a:lnTo>
                <a:lnTo>
                  <a:pt x="971" y="171"/>
                </a:lnTo>
                <a:lnTo>
                  <a:pt x="960" y="160"/>
                </a:lnTo>
                <a:lnTo>
                  <a:pt x="949" y="150"/>
                </a:lnTo>
                <a:lnTo>
                  <a:pt x="938" y="139"/>
                </a:lnTo>
                <a:lnTo>
                  <a:pt x="926" y="129"/>
                </a:lnTo>
                <a:lnTo>
                  <a:pt x="914" y="120"/>
                </a:lnTo>
                <a:lnTo>
                  <a:pt x="901" y="110"/>
                </a:lnTo>
                <a:lnTo>
                  <a:pt x="888" y="102"/>
                </a:lnTo>
                <a:lnTo>
                  <a:pt x="875" y="93"/>
                </a:lnTo>
                <a:lnTo>
                  <a:pt x="861" y="85"/>
                </a:lnTo>
                <a:lnTo>
                  <a:pt x="847" y="77"/>
                </a:lnTo>
                <a:lnTo>
                  <a:pt x="833" y="70"/>
                </a:lnTo>
                <a:lnTo>
                  <a:pt x="819" y="62"/>
                </a:lnTo>
                <a:lnTo>
                  <a:pt x="804" y="56"/>
                </a:lnTo>
                <a:lnTo>
                  <a:pt x="789" y="49"/>
                </a:lnTo>
                <a:lnTo>
                  <a:pt x="774" y="43"/>
                </a:lnTo>
                <a:lnTo>
                  <a:pt x="758" y="38"/>
                </a:lnTo>
                <a:lnTo>
                  <a:pt x="743" y="33"/>
                </a:lnTo>
                <a:lnTo>
                  <a:pt x="727" y="28"/>
                </a:lnTo>
                <a:lnTo>
                  <a:pt x="711" y="23"/>
                </a:lnTo>
                <a:lnTo>
                  <a:pt x="695" y="19"/>
                </a:lnTo>
                <a:lnTo>
                  <a:pt x="678" y="16"/>
                </a:lnTo>
                <a:lnTo>
                  <a:pt x="662" y="13"/>
                </a:lnTo>
                <a:lnTo>
                  <a:pt x="645" y="10"/>
                </a:lnTo>
                <a:lnTo>
                  <a:pt x="628" y="7"/>
                </a:lnTo>
                <a:lnTo>
                  <a:pt x="612" y="6"/>
                </a:lnTo>
                <a:lnTo>
                  <a:pt x="595" y="4"/>
                </a:lnTo>
                <a:lnTo>
                  <a:pt x="578" y="3"/>
                </a:lnTo>
                <a:lnTo>
                  <a:pt x="561" y="2"/>
                </a:lnTo>
                <a:lnTo>
                  <a:pt x="544" y="2"/>
                </a:lnTo>
                <a:lnTo>
                  <a:pt x="527" y="2"/>
                </a:lnTo>
                <a:lnTo>
                  <a:pt x="510" y="3"/>
                </a:lnTo>
                <a:lnTo>
                  <a:pt x="493" y="4"/>
                </a:lnTo>
                <a:lnTo>
                  <a:pt x="476" y="6"/>
                </a:lnTo>
                <a:lnTo>
                  <a:pt x="459" y="7"/>
                </a:lnTo>
                <a:lnTo>
                  <a:pt x="443" y="10"/>
                </a:lnTo>
                <a:lnTo>
                  <a:pt x="426" y="13"/>
                </a:lnTo>
                <a:lnTo>
                  <a:pt x="409" y="16"/>
                </a:lnTo>
                <a:lnTo>
                  <a:pt x="393" y="19"/>
                </a:lnTo>
                <a:lnTo>
                  <a:pt x="377" y="23"/>
                </a:lnTo>
                <a:lnTo>
                  <a:pt x="361" y="28"/>
                </a:lnTo>
                <a:lnTo>
                  <a:pt x="345" y="33"/>
                </a:lnTo>
                <a:lnTo>
                  <a:pt x="329" y="38"/>
                </a:lnTo>
                <a:lnTo>
                  <a:pt x="314" y="43"/>
                </a:lnTo>
                <a:lnTo>
                  <a:pt x="299" y="49"/>
                </a:lnTo>
                <a:lnTo>
                  <a:pt x="284" y="56"/>
                </a:lnTo>
                <a:lnTo>
                  <a:pt x="269" y="62"/>
                </a:lnTo>
                <a:lnTo>
                  <a:pt x="253" y="70"/>
                </a:lnTo>
                <a:lnTo>
                  <a:pt x="239" y="77"/>
                </a:lnTo>
                <a:lnTo>
                  <a:pt x="225" y="85"/>
                </a:lnTo>
                <a:lnTo>
                  <a:pt x="212" y="93"/>
                </a:lnTo>
                <a:lnTo>
                  <a:pt x="198" y="102"/>
                </a:lnTo>
                <a:lnTo>
                  <a:pt x="186" y="110"/>
                </a:lnTo>
                <a:lnTo>
                  <a:pt x="173" y="120"/>
                </a:lnTo>
                <a:lnTo>
                  <a:pt x="161" y="129"/>
                </a:lnTo>
                <a:lnTo>
                  <a:pt x="149" y="139"/>
                </a:lnTo>
                <a:lnTo>
                  <a:pt x="138" y="150"/>
                </a:lnTo>
                <a:lnTo>
                  <a:pt x="127" y="160"/>
                </a:lnTo>
                <a:lnTo>
                  <a:pt x="116" y="171"/>
                </a:lnTo>
                <a:lnTo>
                  <a:pt x="106" y="182"/>
                </a:lnTo>
                <a:lnTo>
                  <a:pt x="96" y="193"/>
                </a:lnTo>
                <a:lnTo>
                  <a:pt x="87" y="204"/>
                </a:lnTo>
                <a:lnTo>
                  <a:pt x="78" y="216"/>
                </a:lnTo>
                <a:lnTo>
                  <a:pt x="69" y="228"/>
                </a:lnTo>
                <a:lnTo>
                  <a:pt x="62" y="240"/>
                </a:lnTo>
                <a:lnTo>
                  <a:pt x="54" y="252"/>
                </a:lnTo>
                <a:lnTo>
                  <a:pt x="47" y="264"/>
                </a:lnTo>
                <a:lnTo>
                  <a:pt x="41" y="277"/>
                </a:lnTo>
                <a:lnTo>
                  <a:pt x="35" y="290"/>
                </a:lnTo>
                <a:lnTo>
                  <a:pt x="29" y="302"/>
                </a:lnTo>
                <a:lnTo>
                  <a:pt x="24" y="315"/>
                </a:lnTo>
                <a:lnTo>
                  <a:pt x="20" y="329"/>
                </a:lnTo>
                <a:lnTo>
                  <a:pt x="16" y="342"/>
                </a:lnTo>
                <a:lnTo>
                  <a:pt x="12" y="355"/>
                </a:lnTo>
                <a:lnTo>
                  <a:pt x="9" y="369"/>
                </a:lnTo>
                <a:lnTo>
                  <a:pt x="7" y="382"/>
                </a:lnTo>
                <a:lnTo>
                  <a:pt x="5" y="396"/>
                </a:lnTo>
                <a:lnTo>
                  <a:pt x="4" y="409"/>
                </a:lnTo>
                <a:lnTo>
                  <a:pt x="3" y="423"/>
                </a:lnTo>
                <a:lnTo>
                  <a:pt x="3" y="436"/>
                </a:lnTo>
                <a:lnTo>
                  <a:pt x="3" y="450"/>
                </a:lnTo>
                <a:lnTo>
                  <a:pt x="4" y="464"/>
                </a:lnTo>
                <a:lnTo>
                  <a:pt x="5" y="477"/>
                </a:lnTo>
                <a:lnTo>
                  <a:pt x="7" y="491"/>
                </a:lnTo>
                <a:lnTo>
                  <a:pt x="9" y="504"/>
                </a:lnTo>
                <a:lnTo>
                  <a:pt x="12" y="518"/>
                </a:lnTo>
                <a:lnTo>
                  <a:pt x="16" y="531"/>
                </a:lnTo>
                <a:lnTo>
                  <a:pt x="20" y="544"/>
                </a:lnTo>
                <a:lnTo>
                  <a:pt x="24" y="557"/>
                </a:lnTo>
                <a:lnTo>
                  <a:pt x="29" y="570"/>
                </a:lnTo>
                <a:lnTo>
                  <a:pt x="35" y="583"/>
                </a:lnTo>
                <a:lnTo>
                  <a:pt x="41" y="596"/>
                </a:lnTo>
                <a:lnTo>
                  <a:pt x="47" y="608"/>
                </a:lnTo>
                <a:lnTo>
                  <a:pt x="54" y="621"/>
                </a:lnTo>
                <a:lnTo>
                  <a:pt x="62" y="633"/>
                </a:lnTo>
                <a:lnTo>
                  <a:pt x="69" y="645"/>
                </a:lnTo>
                <a:lnTo>
                  <a:pt x="78" y="657"/>
                </a:lnTo>
                <a:lnTo>
                  <a:pt x="87" y="669"/>
                </a:lnTo>
                <a:lnTo>
                  <a:pt x="96" y="680"/>
                </a:lnTo>
                <a:lnTo>
                  <a:pt x="106" y="691"/>
                </a:lnTo>
                <a:lnTo>
                  <a:pt x="116" y="702"/>
                </a:lnTo>
                <a:lnTo>
                  <a:pt x="127" y="713"/>
                </a:lnTo>
                <a:lnTo>
                  <a:pt x="138" y="723"/>
                </a:lnTo>
                <a:lnTo>
                  <a:pt x="149" y="733"/>
                </a:lnTo>
                <a:lnTo>
                  <a:pt x="161" y="743"/>
                </a:lnTo>
                <a:lnTo>
                  <a:pt x="173" y="752"/>
                </a:lnTo>
                <a:lnTo>
                  <a:pt x="186" y="761"/>
                </a:lnTo>
                <a:lnTo>
                  <a:pt x="198" y="770"/>
                </a:lnTo>
                <a:lnTo>
                  <a:pt x="212" y="779"/>
                </a:lnTo>
                <a:lnTo>
                  <a:pt x="225" y="787"/>
                </a:lnTo>
                <a:lnTo>
                  <a:pt x="239" y="795"/>
                </a:lnTo>
                <a:lnTo>
                  <a:pt x="253" y="802"/>
                </a:lnTo>
                <a:lnTo>
                  <a:pt x="269" y="809"/>
                </a:lnTo>
                <a:lnTo>
                  <a:pt x="284" y="816"/>
                </a:lnTo>
                <a:lnTo>
                  <a:pt x="299" y="822"/>
                </a:lnTo>
                <a:lnTo>
                  <a:pt x="314" y="828"/>
                </a:lnTo>
                <a:lnTo>
                  <a:pt x="329" y="834"/>
                </a:lnTo>
                <a:lnTo>
                  <a:pt x="345" y="839"/>
                </a:lnTo>
                <a:lnTo>
                  <a:pt x="361" y="844"/>
                </a:lnTo>
                <a:lnTo>
                  <a:pt x="377" y="848"/>
                </a:lnTo>
                <a:lnTo>
                  <a:pt x="393" y="852"/>
                </a:lnTo>
                <a:lnTo>
                  <a:pt x="409" y="856"/>
                </a:lnTo>
                <a:lnTo>
                  <a:pt x="426" y="859"/>
                </a:lnTo>
                <a:lnTo>
                  <a:pt x="443" y="862"/>
                </a:lnTo>
                <a:lnTo>
                  <a:pt x="459" y="864"/>
                </a:lnTo>
                <a:lnTo>
                  <a:pt x="476" y="866"/>
                </a:lnTo>
                <a:lnTo>
                  <a:pt x="493" y="868"/>
                </a:lnTo>
                <a:lnTo>
                  <a:pt x="510" y="869"/>
                </a:lnTo>
                <a:lnTo>
                  <a:pt x="527" y="869"/>
                </a:lnTo>
                <a:lnTo>
                  <a:pt x="544" y="870"/>
                </a:lnTo>
                <a:lnTo>
                  <a:pt x="561" y="869"/>
                </a:lnTo>
                <a:lnTo>
                  <a:pt x="578" y="869"/>
                </a:lnTo>
                <a:lnTo>
                  <a:pt x="595" y="868"/>
                </a:lnTo>
                <a:lnTo>
                  <a:pt x="612" y="866"/>
                </a:lnTo>
                <a:lnTo>
                  <a:pt x="628" y="864"/>
                </a:lnTo>
                <a:lnTo>
                  <a:pt x="645" y="862"/>
                </a:lnTo>
                <a:lnTo>
                  <a:pt x="662" y="859"/>
                </a:lnTo>
                <a:lnTo>
                  <a:pt x="678" y="856"/>
                </a:lnTo>
                <a:lnTo>
                  <a:pt x="695" y="852"/>
                </a:lnTo>
                <a:lnTo>
                  <a:pt x="711" y="848"/>
                </a:lnTo>
                <a:lnTo>
                  <a:pt x="727" y="844"/>
                </a:lnTo>
                <a:lnTo>
                  <a:pt x="743" y="839"/>
                </a:lnTo>
                <a:lnTo>
                  <a:pt x="758" y="834"/>
                </a:lnTo>
                <a:lnTo>
                  <a:pt x="774" y="828"/>
                </a:lnTo>
                <a:lnTo>
                  <a:pt x="789" y="822"/>
                </a:lnTo>
                <a:lnTo>
                  <a:pt x="804" y="816"/>
                </a:lnTo>
                <a:lnTo>
                  <a:pt x="819" y="809"/>
                </a:lnTo>
                <a:lnTo>
                  <a:pt x="833" y="802"/>
                </a:lnTo>
                <a:lnTo>
                  <a:pt x="847" y="795"/>
                </a:lnTo>
                <a:lnTo>
                  <a:pt x="861" y="787"/>
                </a:lnTo>
                <a:lnTo>
                  <a:pt x="875" y="779"/>
                </a:lnTo>
                <a:lnTo>
                  <a:pt x="888" y="770"/>
                </a:lnTo>
                <a:lnTo>
                  <a:pt x="901" y="761"/>
                </a:lnTo>
                <a:lnTo>
                  <a:pt x="914" y="752"/>
                </a:lnTo>
                <a:lnTo>
                  <a:pt x="926" y="743"/>
                </a:lnTo>
                <a:lnTo>
                  <a:pt x="938" y="733"/>
                </a:lnTo>
                <a:lnTo>
                  <a:pt x="949" y="723"/>
                </a:lnTo>
                <a:lnTo>
                  <a:pt x="960" y="713"/>
                </a:lnTo>
                <a:lnTo>
                  <a:pt x="971" y="702"/>
                </a:lnTo>
                <a:lnTo>
                  <a:pt x="981" y="691"/>
                </a:lnTo>
                <a:lnTo>
                  <a:pt x="991" y="680"/>
                </a:lnTo>
                <a:lnTo>
                  <a:pt x="1000" y="669"/>
                </a:lnTo>
                <a:lnTo>
                  <a:pt x="1009" y="657"/>
                </a:lnTo>
                <a:lnTo>
                  <a:pt x="1017" y="645"/>
                </a:lnTo>
                <a:lnTo>
                  <a:pt x="1025" y="633"/>
                </a:lnTo>
                <a:lnTo>
                  <a:pt x="1033" y="621"/>
                </a:lnTo>
                <a:lnTo>
                  <a:pt x="1040" y="608"/>
                </a:lnTo>
                <a:lnTo>
                  <a:pt x="1046" y="596"/>
                </a:lnTo>
                <a:lnTo>
                  <a:pt x="1052" y="583"/>
                </a:lnTo>
                <a:lnTo>
                  <a:pt x="1058" y="570"/>
                </a:lnTo>
                <a:lnTo>
                  <a:pt x="1063" y="557"/>
                </a:lnTo>
                <a:lnTo>
                  <a:pt x="1067" y="544"/>
                </a:lnTo>
                <a:lnTo>
                  <a:pt x="1071" y="531"/>
                </a:lnTo>
                <a:lnTo>
                  <a:pt x="1074" y="518"/>
                </a:lnTo>
                <a:lnTo>
                  <a:pt x="1077" y="504"/>
                </a:lnTo>
                <a:lnTo>
                  <a:pt x="1080" y="491"/>
                </a:lnTo>
                <a:lnTo>
                  <a:pt x="1082" y="477"/>
                </a:lnTo>
                <a:lnTo>
                  <a:pt x="1083" y="464"/>
                </a:lnTo>
                <a:lnTo>
                  <a:pt x="1084" y="450"/>
                </a:lnTo>
                <a:lnTo>
                  <a:pt x="1084" y="436"/>
                </a:lnTo>
                <a:moveTo>
                  <a:pt x="1086" y="436"/>
                </a:moveTo>
                <a:lnTo>
                  <a:pt x="1086" y="450"/>
                </a:lnTo>
                <a:lnTo>
                  <a:pt x="1085" y="464"/>
                </a:lnTo>
                <a:lnTo>
                  <a:pt x="1084" y="477"/>
                </a:lnTo>
                <a:lnTo>
                  <a:pt x="1082" y="491"/>
                </a:lnTo>
                <a:lnTo>
                  <a:pt x="1080" y="504"/>
                </a:lnTo>
                <a:lnTo>
                  <a:pt x="1077" y="518"/>
                </a:lnTo>
                <a:lnTo>
                  <a:pt x="1073" y="531"/>
                </a:lnTo>
                <a:lnTo>
                  <a:pt x="1069" y="545"/>
                </a:lnTo>
                <a:lnTo>
                  <a:pt x="1065" y="558"/>
                </a:lnTo>
                <a:lnTo>
                  <a:pt x="1060" y="571"/>
                </a:lnTo>
                <a:lnTo>
                  <a:pt x="1054" y="584"/>
                </a:lnTo>
                <a:lnTo>
                  <a:pt x="1048" y="597"/>
                </a:lnTo>
                <a:lnTo>
                  <a:pt x="1042" y="609"/>
                </a:lnTo>
                <a:lnTo>
                  <a:pt x="1035" y="622"/>
                </a:lnTo>
                <a:lnTo>
                  <a:pt x="1027" y="634"/>
                </a:lnTo>
                <a:lnTo>
                  <a:pt x="1019" y="646"/>
                </a:lnTo>
                <a:lnTo>
                  <a:pt x="1011" y="658"/>
                </a:lnTo>
                <a:lnTo>
                  <a:pt x="1002" y="670"/>
                </a:lnTo>
                <a:lnTo>
                  <a:pt x="992" y="681"/>
                </a:lnTo>
                <a:lnTo>
                  <a:pt x="983" y="692"/>
                </a:lnTo>
                <a:lnTo>
                  <a:pt x="972" y="703"/>
                </a:lnTo>
                <a:lnTo>
                  <a:pt x="962" y="714"/>
                </a:lnTo>
                <a:lnTo>
                  <a:pt x="951" y="724"/>
                </a:lnTo>
                <a:lnTo>
                  <a:pt x="939" y="734"/>
                </a:lnTo>
                <a:lnTo>
                  <a:pt x="927" y="744"/>
                </a:lnTo>
                <a:lnTo>
                  <a:pt x="915" y="754"/>
                </a:lnTo>
                <a:lnTo>
                  <a:pt x="903" y="763"/>
                </a:lnTo>
                <a:lnTo>
                  <a:pt x="890" y="772"/>
                </a:lnTo>
                <a:lnTo>
                  <a:pt x="876" y="780"/>
                </a:lnTo>
                <a:lnTo>
                  <a:pt x="863" y="788"/>
                </a:lnTo>
                <a:lnTo>
                  <a:pt x="849" y="796"/>
                </a:lnTo>
                <a:lnTo>
                  <a:pt x="834" y="804"/>
                </a:lnTo>
                <a:lnTo>
                  <a:pt x="820" y="811"/>
                </a:lnTo>
                <a:lnTo>
                  <a:pt x="805" y="818"/>
                </a:lnTo>
                <a:lnTo>
                  <a:pt x="790" y="824"/>
                </a:lnTo>
                <a:lnTo>
                  <a:pt x="775" y="830"/>
                </a:lnTo>
                <a:lnTo>
                  <a:pt x="759" y="836"/>
                </a:lnTo>
                <a:lnTo>
                  <a:pt x="743" y="841"/>
                </a:lnTo>
                <a:lnTo>
                  <a:pt x="728" y="846"/>
                </a:lnTo>
                <a:lnTo>
                  <a:pt x="711" y="850"/>
                </a:lnTo>
                <a:lnTo>
                  <a:pt x="695" y="854"/>
                </a:lnTo>
                <a:lnTo>
                  <a:pt x="679" y="858"/>
                </a:lnTo>
                <a:lnTo>
                  <a:pt x="662" y="861"/>
                </a:lnTo>
                <a:lnTo>
                  <a:pt x="645" y="864"/>
                </a:lnTo>
                <a:lnTo>
                  <a:pt x="629" y="866"/>
                </a:lnTo>
                <a:lnTo>
                  <a:pt x="612" y="868"/>
                </a:lnTo>
                <a:lnTo>
                  <a:pt x="595" y="870"/>
                </a:lnTo>
                <a:lnTo>
                  <a:pt x="578" y="871"/>
                </a:lnTo>
                <a:lnTo>
                  <a:pt x="561" y="871"/>
                </a:lnTo>
                <a:lnTo>
                  <a:pt x="544" y="872"/>
                </a:lnTo>
                <a:lnTo>
                  <a:pt x="527" y="871"/>
                </a:lnTo>
                <a:lnTo>
                  <a:pt x="510" y="871"/>
                </a:lnTo>
                <a:lnTo>
                  <a:pt x="493" y="870"/>
                </a:lnTo>
                <a:lnTo>
                  <a:pt x="476" y="868"/>
                </a:lnTo>
                <a:lnTo>
                  <a:pt x="459" y="866"/>
                </a:lnTo>
                <a:lnTo>
                  <a:pt x="442" y="864"/>
                </a:lnTo>
                <a:lnTo>
                  <a:pt x="425" y="861"/>
                </a:lnTo>
                <a:lnTo>
                  <a:pt x="409" y="858"/>
                </a:lnTo>
                <a:lnTo>
                  <a:pt x="392" y="854"/>
                </a:lnTo>
                <a:lnTo>
                  <a:pt x="376" y="850"/>
                </a:lnTo>
                <a:lnTo>
                  <a:pt x="360" y="846"/>
                </a:lnTo>
                <a:lnTo>
                  <a:pt x="344" y="841"/>
                </a:lnTo>
                <a:lnTo>
                  <a:pt x="328" y="836"/>
                </a:lnTo>
                <a:lnTo>
                  <a:pt x="313" y="830"/>
                </a:lnTo>
                <a:lnTo>
                  <a:pt x="298" y="824"/>
                </a:lnTo>
                <a:lnTo>
                  <a:pt x="282" y="818"/>
                </a:lnTo>
                <a:lnTo>
                  <a:pt x="268" y="811"/>
                </a:lnTo>
                <a:lnTo>
                  <a:pt x="252" y="804"/>
                </a:lnTo>
                <a:lnTo>
                  <a:pt x="238" y="796"/>
                </a:lnTo>
                <a:lnTo>
                  <a:pt x="224" y="788"/>
                </a:lnTo>
                <a:lnTo>
                  <a:pt x="210" y="780"/>
                </a:lnTo>
                <a:lnTo>
                  <a:pt x="197" y="772"/>
                </a:lnTo>
                <a:lnTo>
                  <a:pt x="184" y="763"/>
                </a:lnTo>
                <a:lnTo>
                  <a:pt x="171" y="754"/>
                </a:lnTo>
                <a:lnTo>
                  <a:pt x="159" y="744"/>
                </a:lnTo>
                <a:lnTo>
                  <a:pt x="147" y="734"/>
                </a:lnTo>
                <a:lnTo>
                  <a:pt x="136" y="724"/>
                </a:lnTo>
                <a:lnTo>
                  <a:pt x="125" y="714"/>
                </a:lnTo>
                <a:lnTo>
                  <a:pt x="114" y="703"/>
                </a:lnTo>
                <a:lnTo>
                  <a:pt x="104" y="692"/>
                </a:lnTo>
                <a:lnTo>
                  <a:pt x="94" y="681"/>
                </a:lnTo>
                <a:lnTo>
                  <a:pt x="85" y="670"/>
                </a:lnTo>
                <a:lnTo>
                  <a:pt x="76" y="658"/>
                </a:lnTo>
                <a:lnTo>
                  <a:pt x="67" y="646"/>
                </a:lnTo>
                <a:lnTo>
                  <a:pt x="59" y="634"/>
                </a:lnTo>
                <a:lnTo>
                  <a:pt x="52" y="622"/>
                </a:lnTo>
                <a:lnTo>
                  <a:pt x="45" y="609"/>
                </a:lnTo>
                <a:lnTo>
                  <a:pt x="38" y="597"/>
                </a:lnTo>
                <a:lnTo>
                  <a:pt x="32" y="584"/>
                </a:lnTo>
                <a:lnTo>
                  <a:pt x="27" y="571"/>
                </a:lnTo>
                <a:lnTo>
                  <a:pt x="22" y="558"/>
                </a:lnTo>
                <a:lnTo>
                  <a:pt x="17" y="545"/>
                </a:lnTo>
                <a:lnTo>
                  <a:pt x="13" y="531"/>
                </a:lnTo>
                <a:lnTo>
                  <a:pt x="10" y="518"/>
                </a:lnTo>
                <a:lnTo>
                  <a:pt x="7" y="504"/>
                </a:lnTo>
                <a:lnTo>
                  <a:pt x="5" y="491"/>
                </a:lnTo>
                <a:lnTo>
                  <a:pt x="3" y="477"/>
                </a:lnTo>
                <a:lnTo>
                  <a:pt x="1" y="464"/>
                </a:lnTo>
                <a:lnTo>
                  <a:pt x="1" y="450"/>
                </a:lnTo>
                <a:lnTo>
                  <a:pt x="0" y="436"/>
                </a:lnTo>
                <a:lnTo>
                  <a:pt x="1" y="423"/>
                </a:lnTo>
                <a:lnTo>
                  <a:pt x="1" y="409"/>
                </a:lnTo>
                <a:lnTo>
                  <a:pt x="3" y="395"/>
                </a:lnTo>
                <a:lnTo>
                  <a:pt x="5" y="382"/>
                </a:lnTo>
                <a:lnTo>
                  <a:pt x="7" y="368"/>
                </a:lnTo>
                <a:lnTo>
                  <a:pt x="10" y="355"/>
                </a:lnTo>
                <a:lnTo>
                  <a:pt x="13" y="341"/>
                </a:lnTo>
                <a:lnTo>
                  <a:pt x="17" y="328"/>
                </a:lnTo>
                <a:lnTo>
                  <a:pt x="22" y="315"/>
                </a:lnTo>
                <a:lnTo>
                  <a:pt x="27" y="302"/>
                </a:lnTo>
                <a:lnTo>
                  <a:pt x="32" y="289"/>
                </a:lnTo>
                <a:lnTo>
                  <a:pt x="38" y="276"/>
                </a:lnTo>
                <a:lnTo>
                  <a:pt x="45" y="264"/>
                </a:lnTo>
                <a:lnTo>
                  <a:pt x="52" y="251"/>
                </a:lnTo>
                <a:lnTo>
                  <a:pt x="59" y="239"/>
                </a:lnTo>
                <a:lnTo>
                  <a:pt x="67" y="227"/>
                </a:lnTo>
                <a:lnTo>
                  <a:pt x="76" y="215"/>
                </a:lnTo>
                <a:lnTo>
                  <a:pt x="85" y="203"/>
                </a:lnTo>
                <a:lnTo>
                  <a:pt x="94" y="192"/>
                </a:lnTo>
                <a:lnTo>
                  <a:pt x="104" y="181"/>
                </a:lnTo>
                <a:lnTo>
                  <a:pt x="114" y="170"/>
                </a:lnTo>
                <a:lnTo>
                  <a:pt x="125" y="159"/>
                </a:lnTo>
                <a:lnTo>
                  <a:pt x="136" y="149"/>
                </a:lnTo>
                <a:lnTo>
                  <a:pt x="147" y="138"/>
                </a:lnTo>
                <a:lnTo>
                  <a:pt x="159" y="128"/>
                </a:lnTo>
                <a:lnTo>
                  <a:pt x="171" y="118"/>
                </a:lnTo>
                <a:lnTo>
                  <a:pt x="184" y="109"/>
                </a:lnTo>
                <a:lnTo>
                  <a:pt x="197" y="100"/>
                </a:lnTo>
                <a:lnTo>
                  <a:pt x="210" y="92"/>
                </a:lnTo>
                <a:lnTo>
                  <a:pt x="224" y="83"/>
                </a:lnTo>
                <a:lnTo>
                  <a:pt x="238" y="75"/>
                </a:lnTo>
                <a:lnTo>
                  <a:pt x="252" y="68"/>
                </a:lnTo>
                <a:lnTo>
                  <a:pt x="268" y="61"/>
                </a:lnTo>
                <a:lnTo>
                  <a:pt x="282" y="54"/>
                </a:lnTo>
                <a:lnTo>
                  <a:pt x="298" y="48"/>
                </a:lnTo>
                <a:lnTo>
                  <a:pt x="313" y="42"/>
                </a:lnTo>
                <a:lnTo>
                  <a:pt x="328" y="36"/>
                </a:lnTo>
                <a:lnTo>
                  <a:pt x="344" y="31"/>
                </a:lnTo>
                <a:lnTo>
                  <a:pt x="360" y="26"/>
                </a:lnTo>
                <a:lnTo>
                  <a:pt x="376" y="22"/>
                </a:lnTo>
                <a:lnTo>
                  <a:pt x="392" y="18"/>
                </a:lnTo>
                <a:lnTo>
                  <a:pt x="409" y="14"/>
                </a:lnTo>
                <a:lnTo>
                  <a:pt x="425" y="11"/>
                </a:lnTo>
                <a:lnTo>
                  <a:pt x="442" y="8"/>
                </a:lnTo>
                <a:lnTo>
                  <a:pt x="459" y="6"/>
                </a:lnTo>
                <a:lnTo>
                  <a:pt x="476" y="4"/>
                </a:lnTo>
                <a:lnTo>
                  <a:pt x="493" y="2"/>
                </a:lnTo>
                <a:lnTo>
                  <a:pt x="510" y="1"/>
                </a:lnTo>
                <a:lnTo>
                  <a:pt x="527" y="0"/>
                </a:lnTo>
                <a:lnTo>
                  <a:pt x="544" y="0"/>
                </a:lnTo>
                <a:lnTo>
                  <a:pt x="561" y="0"/>
                </a:lnTo>
                <a:lnTo>
                  <a:pt x="578" y="1"/>
                </a:lnTo>
                <a:lnTo>
                  <a:pt x="595" y="2"/>
                </a:lnTo>
                <a:lnTo>
                  <a:pt x="612" y="4"/>
                </a:lnTo>
                <a:lnTo>
                  <a:pt x="629" y="6"/>
                </a:lnTo>
                <a:lnTo>
                  <a:pt x="645" y="8"/>
                </a:lnTo>
                <a:lnTo>
                  <a:pt x="662" y="11"/>
                </a:lnTo>
                <a:lnTo>
                  <a:pt x="679" y="14"/>
                </a:lnTo>
                <a:lnTo>
                  <a:pt x="695" y="18"/>
                </a:lnTo>
                <a:lnTo>
                  <a:pt x="711" y="22"/>
                </a:lnTo>
                <a:lnTo>
                  <a:pt x="728" y="26"/>
                </a:lnTo>
                <a:lnTo>
                  <a:pt x="743" y="31"/>
                </a:lnTo>
                <a:lnTo>
                  <a:pt x="759" y="36"/>
                </a:lnTo>
                <a:lnTo>
                  <a:pt x="775" y="42"/>
                </a:lnTo>
                <a:lnTo>
                  <a:pt x="790" y="48"/>
                </a:lnTo>
                <a:lnTo>
                  <a:pt x="805" y="54"/>
                </a:lnTo>
                <a:lnTo>
                  <a:pt x="820" y="61"/>
                </a:lnTo>
                <a:lnTo>
                  <a:pt x="834" y="68"/>
                </a:lnTo>
                <a:lnTo>
                  <a:pt x="849" y="75"/>
                </a:lnTo>
                <a:lnTo>
                  <a:pt x="863" y="83"/>
                </a:lnTo>
                <a:lnTo>
                  <a:pt x="876" y="92"/>
                </a:lnTo>
                <a:lnTo>
                  <a:pt x="890" y="100"/>
                </a:lnTo>
                <a:lnTo>
                  <a:pt x="903" y="109"/>
                </a:lnTo>
                <a:lnTo>
                  <a:pt x="915" y="118"/>
                </a:lnTo>
                <a:lnTo>
                  <a:pt x="927" y="128"/>
                </a:lnTo>
                <a:lnTo>
                  <a:pt x="939" y="138"/>
                </a:lnTo>
                <a:lnTo>
                  <a:pt x="951" y="149"/>
                </a:lnTo>
                <a:lnTo>
                  <a:pt x="962" y="159"/>
                </a:lnTo>
                <a:lnTo>
                  <a:pt x="972" y="170"/>
                </a:lnTo>
                <a:lnTo>
                  <a:pt x="983" y="181"/>
                </a:lnTo>
                <a:lnTo>
                  <a:pt x="992" y="192"/>
                </a:lnTo>
                <a:lnTo>
                  <a:pt x="1002" y="203"/>
                </a:lnTo>
                <a:lnTo>
                  <a:pt x="1011" y="215"/>
                </a:lnTo>
                <a:lnTo>
                  <a:pt x="1019" y="227"/>
                </a:lnTo>
                <a:lnTo>
                  <a:pt x="1027" y="239"/>
                </a:lnTo>
                <a:lnTo>
                  <a:pt x="1035" y="251"/>
                </a:lnTo>
                <a:lnTo>
                  <a:pt x="1042" y="264"/>
                </a:lnTo>
                <a:lnTo>
                  <a:pt x="1048" y="276"/>
                </a:lnTo>
                <a:lnTo>
                  <a:pt x="1054" y="289"/>
                </a:lnTo>
                <a:lnTo>
                  <a:pt x="1060" y="302"/>
                </a:lnTo>
                <a:lnTo>
                  <a:pt x="1065" y="315"/>
                </a:lnTo>
                <a:lnTo>
                  <a:pt x="1069" y="328"/>
                </a:lnTo>
                <a:lnTo>
                  <a:pt x="1073" y="341"/>
                </a:lnTo>
                <a:lnTo>
                  <a:pt x="1077" y="355"/>
                </a:lnTo>
                <a:lnTo>
                  <a:pt x="1080" y="368"/>
                </a:lnTo>
                <a:lnTo>
                  <a:pt x="1082" y="382"/>
                </a:lnTo>
                <a:lnTo>
                  <a:pt x="1084" y="395"/>
                </a:lnTo>
                <a:lnTo>
                  <a:pt x="1085" y="409"/>
                </a:lnTo>
                <a:lnTo>
                  <a:pt x="1086" y="423"/>
                </a:lnTo>
                <a:lnTo>
                  <a:pt x="1086" y="436"/>
                </a:lnTo>
                <a:close/>
              </a:path>
            </a:pathLst>
          </a:custGeom>
          <a:solidFill>
            <a:srgbClr val="ff9c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2" name=""/>
          <p:cNvSpPr/>
          <p:nvPr/>
        </p:nvSpPr>
        <p:spPr>
          <a:xfrm>
            <a:off x="4781880" y="1670040"/>
            <a:ext cx="394200" cy="316080"/>
          </a:xfrm>
          <a:custGeom>
            <a:avLst/>
            <a:gdLst/>
            <a:ahLst/>
            <a:rect l="0" t="0" r="r" b="b"/>
            <a:pathLst>
              <a:path w="1095" h="878">
                <a:moveTo>
                  <a:pt x="1090" y="439"/>
                </a:moveTo>
                <a:lnTo>
                  <a:pt x="1090" y="426"/>
                </a:lnTo>
                <a:lnTo>
                  <a:pt x="1089" y="412"/>
                </a:lnTo>
                <a:lnTo>
                  <a:pt x="1088" y="398"/>
                </a:lnTo>
                <a:lnTo>
                  <a:pt x="1086" y="385"/>
                </a:lnTo>
                <a:lnTo>
                  <a:pt x="1084" y="371"/>
                </a:lnTo>
                <a:lnTo>
                  <a:pt x="1081" y="358"/>
                </a:lnTo>
                <a:lnTo>
                  <a:pt x="1077" y="344"/>
                </a:lnTo>
                <a:lnTo>
                  <a:pt x="1073" y="331"/>
                </a:lnTo>
                <a:lnTo>
                  <a:pt x="1069" y="318"/>
                </a:lnTo>
                <a:lnTo>
                  <a:pt x="1064" y="305"/>
                </a:lnTo>
                <a:lnTo>
                  <a:pt x="1058" y="292"/>
                </a:lnTo>
                <a:lnTo>
                  <a:pt x="1052" y="279"/>
                </a:lnTo>
                <a:lnTo>
                  <a:pt x="1046" y="267"/>
                </a:lnTo>
                <a:lnTo>
                  <a:pt x="1039" y="254"/>
                </a:lnTo>
                <a:lnTo>
                  <a:pt x="1031" y="242"/>
                </a:lnTo>
                <a:lnTo>
                  <a:pt x="1023" y="230"/>
                </a:lnTo>
                <a:lnTo>
                  <a:pt x="1015" y="218"/>
                </a:lnTo>
                <a:lnTo>
                  <a:pt x="1006" y="206"/>
                </a:lnTo>
                <a:lnTo>
                  <a:pt x="996" y="195"/>
                </a:lnTo>
                <a:lnTo>
                  <a:pt x="987" y="183"/>
                </a:lnTo>
                <a:lnTo>
                  <a:pt x="976" y="172"/>
                </a:lnTo>
                <a:lnTo>
                  <a:pt x="966" y="161"/>
                </a:lnTo>
                <a:lnTo>
                  <a:pt x="955" y="151"/>
                </a:lnTo>
                <a:lnTo>
                  <a:pt x="943" y="141"/>
                </a:lnTo>
                <a:lnTo>
                  <a:pt x="931" y="131"/>
                </a:lnTo>
                <a:lnTo>
                  <a:pt x="919" y="121"/>
                </a:lnTo>
                <a:lnTo>
                  <a:pt x="907" y="112"/>
                </a:lnTo>
                <a:lnTo>
                  <a:pt x="894" y="103"/>
                </a:lnTo>
                <a:lnTo>
                  <a:pt x="880" y="95"/>
                </a:lnTo>
                <a:lnTo>
                  <a:pt x="867" y="86"/>
                </a:lnTo>
                <a:lnTo>
                  <a:pt x="853" y="78"/>
                </a:lnTo>
                <a:lnTo>
                  <a:pt x="838" y="71"/>
                </a:lnTo>
                <a:lnTo>
                  <a:pt x="824" y="64"/>
                </a:lnTo>
                <a:lnTo>
                  <a:pt x="809" y="57"/>
                </a:lnTo>
                <a:lnTo>
                  <a:pt x="794" y="51"/>
                </a:lnTo>
                <a:lnTo>
                  <a:pt x="779" y="45"/>
                </a:lnTo>
                <a:lnTo>
                  <a:pt x="763" y="39"/>
                </a:lnTo>
                <a:lnTo>
                  <a:pt x="747" y="34"/>
                </a:lnTo>
                <a:lnTo>
                  <a:pt x="732" y="29"/>
                </a:lnTo>
                <a:lnTo>
                  <a:pt x="715" y="25"/>
                </a:lnTo>
                <a:lnTo>
                  <a:pt x="699" y="21"/>
                </a:lnTo>
                <a:lnTo>
                  <a:pt x="683" y="17"/>
                </a:lnTo>
                <a:lnTo>
                  <a:pt x="666" y="14"/>
                </a:lnTo>
                <a:lnTo>
                  <a:pt x="649" y="11"/>
                </a:lnTo>
                <a:lnTo>
                  <a:pt x="633" y="9"/>
                </a:lnTo>
                <a:lnTo>
                  <a:pt x="616" y="7"/>
                </a:lnTo>
                <a:lnTo>
                  <a:pt x="599" y="5"/>
                </a:lnTo>
                <a:lnTo>
                  <a:pt x="582" y="4"/>
                </a:lnTo>
                <a:lnTo>
                  <a:pt x="565" y="3"/>
                </a:lnTo>
                <a:lnTo>
                  <a:pt x="548" y="3"/>
                </a:lnTo>
                <a:lnTo>
                  <a:pt x="531" y="3"/>
                </a:lnTo>
                <a:lnTo>
                  <a:pt x="514" y="4"/>
                </a:lnTo>
                <a:lnTo>
                  <a:pt x="497" y="5"/>
                </a:lnTo>
                <a:lnTo>
                  <a:pt x="480" y="7"/>
                </a:lnTo>
                <a:lnTo>
                  <a:pt x="463" y="9"/>
                </a:lnTo>
                <a:lnTo>
                  <a:pt x="446" y="11"/>
                </a:lnTo>
                <a:lnTo>
                  <a:pt x="429" y="14"/>
                </a:lnTo>
                <a:lnTo>
                  <a:pt x="413" y="17"/>
                </a:lnTo>
                <a:lnTo>
                  <a:pt x="396" y="21"/>
                </a:lnTo>
                <a:lnTo>
                  <a:pt x="379" y="25"/>
                </a:lnTo>
                <a:lnTo>
                  <a:pt x="363" y="29"/>
                </a:lnTo>
                <a:lnTo>
                  <a:pt x="347" y="34"/>
                </a:lnTo>
                <a:lnTo>
                  <a:pt x="331" y="39"/>
                </a:lnTo>
                <a:lnTo>
                  <a:pt x="316" y="45"/>
                </a:lnTo>
                <a:lnTo>
                  <a:pt x="301" y="51"/>
                </a:lnTo>
                <a:lnTo>
                  <a:pt x="285" y="57"/>
                </a:lnTo>
                <a:lnTo>
                  <a:pt x="271" y="64"/>
                </a:lnTo>
                <a:lnTo>
                  <a:pt x="256" y="71"/>
                </a:lnTo>
                <a:lnTo>
                  <a:pt x="242" y="78"/>
                </a:lnTo>
                <a:lnTo>
                  <a:pt x="228" y="86"/>
                </a:lnTo>
                <a:lnTo>
                  <a:pt x="214" y="95"/>
                </a:lnTo>
                <a:lnTo>
                  <a:pt x="201" y="103"/>
                </a:lnTo>
                <a:lnTo>
                  <a:pt x="188" y="112"/>
                </a:lnTo>
                <a:lnTo>
                  <a:pt x="175" y="121"/>
                </a:lnTo>
                <a:lnTo>
                  <a:pt x="163" y="131"/>
                </a:lnTo>
                <a:lnTo>
                  <a:pt x="151" y="141"/>
                </a:lnTo>
                <a:lnTo>
                  <a:pt x="140" y="151"/>
                </a:lnTo>
                <a:lnTo>
                  <a:pt x="129" y="161"/>
                </a:lnTo>
                <a:lnTo>
                  <a:pt x="118" y="172"/>
                </a:lnTo>
                <a:lnTo>
                  <a:pt x="108" y="183"/>
                </a:lnTo>
                <a:lnTo>
                  <a:pt x="98" y="195"/>
                </a:lnTo>
                <a:lnTo>
                  <a:pt x="89" y="206"/>
                </a:lnTo>
                <a:lnTo>
                  <a:pt x="80" y="218"/>
                </a:lnTo>
                <a:lnTo>
                  <a:pt x="71" y="230"/>
                </a:lnTo>
                <a:lnTo>
                  <a:pt x="63" y="242"/>
                </a:lnTo>
                <a:lnTo>
                  <a:pt x="56" y="254"/>
                </a:lnTo>
                <a:lnTo>
                  <a:pt x="49" y="267"/>
                </a:lnTo>
                <a:lnTo>
                  <a:pt x="42" y="279"/>
                </a:lnTo>
                <a:lnTo>
                  <a:pt x="36" y="292"/>
                </a:lnTo>
                <a:lnTo>
                  <a:pt x="31" y="305"/>
                </a:lnTo>
                <a:lnTo>
                  <a:pt x="26" y="318"/>
                </a:lnTo>
                <a:lnTo>
                  <a:pt x="21" y="331"/>
                </a:lnTo>
                <a:lnTo>
                  <a:pt x="17" y="344"/>
                </a:lnTo>
                <a:lnTo>
                  <a:pt x="14" y="358"/>
                </a:lnTo>
                <a:lnTo>
                  <a:pt x="11" y="371"/>
                </a:lnTo>
                <a:lnTo>
                  <a:pt x="9" y="385"/>
                </a:lnTo>
                <a:lnTo>
                  <a:pt x="7" y="398"/>
                </a:lnTo>
                <a:lnTo>
                  <a:pt x="5" y="412"/>
                </a:lnTo>
                <a:lnTo>
                  <a:pt x="5" y="426"/>
                </a:lnTo>
                <a:lnTo>
                  <a:pt x="4" y="439"/>
                </a:lnTo>
                <a:lnTo>
                  <a:pt x="5" y="453"/>
                </a:lnTo>
                <a:lnTo>
                  <a:pt x="5" y="467"/>
                </a:lnTo>
                <a:lnTo>
                  <a:pt x="7" y="480"/>
                </a:lnTo>
                <a:lnTo>
                  <a:pt x="9" y="494"/>
                </a:lnTo>
                <a:lnTo>
                  <a:pt x="11" y="507"/>
                </a:lnTo>
                <a:lnTo>
                  <a:pt x="14" y="521"/>
                </a:lnTo>
                <a:lnTo>
                  <a:pt x="17" y="534"/>
                </a:lnTo>
                <a:lnTo>
                  <a:pt x="21" y="548"/>
                </a:lnTo>
                <a:lnTo>
                  <a:pt x="26" y="561"/>
                </a:lnTo>
                <a:lnTo>
                  <a:pt x="31" y="574"/>
                </a:lnTo>
                <a:lnTo>
                  <a:pt x="36" y="587"/>
                </a:lnTo>
                <a:lnTo>
                  <a:pt x="42" y="600"/>
                </a:lnTo>
                <a:lnTo>
                  <a:pt x="49" y="612"/>
                </a:lnTo>
                <a:lnTo>
                  <a:pt x="56" y="625"/>
                </a:lnTo>
                <a:lnTo>
                  <a:pt x="63" y="637"/>
                </a:lnTo>
                <a:lnTo>
                  <a:pt x="71" y="649"/>
                </a:lnTo>
                <a:lnTo>
                  <a:pt x="80" y="661"/>
                </a:lnTo>
                <a:lnTo>
                  <a:pt x="89" y="673"/>
                </a:lnTo>
                <a:lnTo>
                  <a:pt x="98" y="684"/>
                </a:lnTo>
                <a:lnTo>
                  <a:pt x="108" y="695"/>
                </a:lnTo>
                <a:lnTo>
                  <a:pt x="118" y="706"/>
                </a:lnTo>
                <a:lnTo>
                  <a:pt x="129" y="717"/>
                </a:lnTo>
                <a:lnTo>
                  <a:pt x="140" y="727"/>
                </a:lnTo>
                <a:lnTo>
                  <a:pt x="151" y="737"/>
                </a:lnTo>
                <a:lnTo>
                  <a:pt x="163" y="747"/>
                </a:lnTo>
                <a:lnTo>
                  <a:pt x="175" y="757"/>
                </a:lnTo>
                <a:lnTo>
                  <a:pt x="188" y="766"/>
                </a:lnTo>
                <a:lnTo>
                  <a:pt x="201" y="775"/>
                </a:lnTo>
                <a:lnTo>
                  <a:pt x="214" y="783"/>
                </a:lnTo>
                <a:lnTo>
                  <a:pt x="228" y="791"/>
                </a:lnTo>
                <a:lnTo>
                  <a:pt x="242" y="799"/>
                </a:lnTo>
                <a:lnTo>
                  <a:pt x="256" y="807"/>
                </a:lnTo>
                <a:lnTo>
                  <a:pt x="271" y="814"/>
                </a:lnTo>
                <a:lnTo>
                  <a:pt x="285" y="821"/>
                </a:lnTo>
                <a:lnTo>
                  <a:pt x="301" y="827"/>
                </a:lnTo>
                <a:lnTo>
                  <a:pt x="316" y="833"/>
                </a:lnTo>
                <a:lnTo>
                  <a:pt x="331" y="839"/>
                </a:lnTo>
                <a:lnTo>
                  <a:pt x="347" y="844"/>
                </a:lnTo>
                <a:lnTo>
                  <a:pt x="363" y="849"/>
                </a:lnTo>
                <a:lnTo>
                  <a:pt x="379" y="853"/>
                </a:lnTo>
                <a:lnTo>
                  <a:pt x="396" y="857"/>
                </a:lnTo>
                <a:lnTo>
                  <a:pt x="413" y="861"/>
                </a:lnTo>
                <a:lnTo>
                  <a:pt x="429" y="864"/>
                </a:lnTo>
                <a:lnTo>
                  <a:pt x="446" y="867"/>
                </a:lnTo>
                <a:lnTo>
                  <a:pt x="463" y="869"/>
                </a:lnTo>
                <a:lnTo>
                  <a:pt x="480" y="871"/>
                </a:lnTo>
                <a:lnTo>
                  <a:pt x="497" y="873"/>
                </a:lnTo>
                <a:lnTo>
                  <a:pt x="514" y="874"/>
                </a:lnTo>
                <a:lnTo>
                  <a:pt x="531" y="874"/>
                </a:lnTo>
                <a:lnTo>
                  <a:pt x="548" y="875"/>
                </a:lnTo>
                <a:lnTo>
                  <a:pt x="565" y="874"/>
                </a:lnTo>
                <a:lnTo>
                  <a:pt x="582" y="874"/>
                </a:lnTo>
                <a:lnTo>
                  <a:pt x="599" y="873"/>
                </a:lnTo>
                <a:lnTo>
                  <a:pt x="616" y="871"/>
                </a:lnTo>
                <a:lnTo>
                  <a:pt x="633" y="869"/>
                </a:lnTo>
                <a:lnTo>
                  <a:pt x="649" y="867"/>
                </a:lnTo>
                <a:lnTo>
                  <a:pt x="666" y="864"/>
                </a:lnTo>
                <a:lnTo>
                  <a:pt x="683" y="861"/>
                </a:lnTo>
                <a:lnTo>
                  <a:pt x="699" y="857"/>
                </a:lnTo>
                <a:lnTo>
                  <a:pt x="715" y="853"/>
                </a:lnTo>
                <a:lnTo>
                  <a:pt x="732" y="849"/>
                </a:lnTo>
                <a:lnTo>
                  <a:pt x="747" y="844"/>
                </a:lnTo>
                <a:lnTo>
                  <a:pt x="763" y="839"/>
                </a:lnTo>
                <a:lnTo>
                  <a:pt x="779" y="833"/>
                </a:lnTo>
                <a:lnTo>
                  <a:pt x="794" y="827"/>
                </a:lnTo>
                <a:lnTo>
                  <a:pt x="809" y="821"/>
                </a:lnTo>
                <a:lnTo>
                  <a:pt x="824" y="814"/>
                </a:lnTo>
                <a:lnTo>
                  <a:pt x="838" y="807"/>
                </a:lnTo>
                <a:lnTo>
                  <a:pt x="853" y="799"/>
                </a:lnTo>
                <a:lnTo>
                  <a:pt x="867" y="791"/>
                </a:lnTo>
                <a:lnTo>
                  <a:pt x="880" y="783"/>
                </a:lnTo>
                <a:lnTo>
                  <a:pt x="894" y="775"/>
                </a:lnTo>
                <a:lnTo>
                  <a:pt x="907" y="766"/>
                </a:lnTo>
                <a:lnTo>
                  <a:pt x="919" y="757"/>
                </a:lnTo>
                <a:lnTo>
                  <a:pt x="931" y="747"/>
                </a:lnTo>
                <a:lnTo>
                  <a:pt x="943" y="737"/>
                </a:lnTo>
                <a:lnTo>
                  <a:pt x="955" y="727"/>
                </a:lnTo>
                <a:lnTo>
                  <a:pt x="966" y="717"/>
                </a:lnTo>
                <a:lnTo>
                  <a:pt x="976" y="706"/>
                </a:lnTo>
                <a:lnTo>
                  <a:pt x="987" y="695"/>
                </a:lnTo>
                <a:lnTo>
                  <a:pt x="996" y="684"/>
                </a:lnTo>
                <a:lnTo>
                  <a:pt x="1006" y="673"/>
                </a:lnTo>
                <a:lnTo>
                  <a:pt x="1015" y="661"/>
                </a:lnTo>
                <a:lnTo>
                  <a:pt x="1023" y="649"/>
                </a:lnTo>
                <a:lnTo>
                  <a:pt x="1031" y="637"/>
                </a:lnTo>
                <a:lnTo>
                  <a:pt x="1039" y="625"/>
                </a:lnTo>
                <a:lnTo>
                  <a:pt x="1046" y="612"/>
                </a:lnTo>
                <a:lnTo>
                  <a:pt x="1052" y="600"/>
                </a:lnTo>
                <a:lnTo>
                  <a:pt x="1058" y="587"/>
                </a:lnTo>
                <a:lnTo>
                  <a:pt x="1064" y="574"/>
                </a:lnTo>
                <a:lnTo>
                  <a:pt x="1069" y="561"/>
                </a:lnTo>
                <a:lnTo>
                  <a:pt x="1073" y="548"/>
                </a:lnTo>
                <a:lnTo>
                  <a:pt x="1077" y="534"/>
                </a:lnTo>
                <a:lnTo>
                  <a:pt x="1081" y="521"/>
                </a:lnTo>
                <a:lnTo>
                  <a:pt x="1084" y="507"/>
                </a:lnTo>
                <a:lnTo>
                  <a:pt x="1086" y="494"/>
                </a:lnTo>
                <a:lnTo>
                  <a:pt x="1088" y="480"/>
                </a:lnTo>
                <a:lnTo>
                  <a:pt x="1089" y="467"/>
                </a:lnTo>
                <a:lnTo>
                  <a:pt x="1090" y="453"/>
                </a:lnTo>
                <a:lnTo>
                  <a:pt x="1090" y="439"/>
                </a:lnTo>
                <a:moveTo>
                  <a:pt x="1095" y="439"/>
                </a:moveTo>
                <a:lnTo>
                  <a:pt x="1095" y="453"/>
                </a:lnTo>
                <a:lnTo>
                  <a:pt x="1094" y="467"/>
                </a:lnTo>
                <a:lnTo>
                  <a:pt x="1092" y="481"/>
                </a:lnTo>
                <a:lnTo>
                  <a:pt x="1091" y="494"/>
                </a:lnTo>
                <a:lnTo>
                  <a:pt x="1088" y="508"/>
                </a:lnTo>
                <a:lnTo>
                  <a:pt x="1085" y="522"/>
                </a:lnTo>
                <a:lnTo>
                  <a:pt x="1082" y="535"/>
                </a:lnTo>
                <a:lnTo>
                  <a:pt x="1078" y="549"/>
                </a:lnTo>
                <a:lnTo>
                  <a:pt x="1073" y="562"/>
                </a:lnTo>
                <a:lnTo>
                  <a:pt x="1068" y="575"/>
                </a:lnTo>
                <a:lnTo>
                  <a:pt x="1063" y="588"/>
                </a:lnTo>
                <a:lnTo>
                  <a:pt x="1056" y="601"/>
                </a:lnTo>
                <a:lnTo>
                  <a:pt x="1050" y="614"/>
                </a:lnTo>
                <a:lnTo>
                  <a:pt x="1043" y="626"/>
                </a:lnTo>
                <a:lnTo>
                  <a:pt x="1035" y="639"/>
                </a:lnTo>
                <a:lnTo>
                  <a:pt x="1027" y="651"/>
                </a:lnTo>
                <a:lnTo>
                  <a:pt x="1019" y="663"/>
                </a:lnTo>
                <a:lnTo>
                  <a:pt x="1010" y="675"/>
                </a:lnTo>
                <a:lnTo>
                  <a:pt x="1000" y="686"/>
                </a:lnTo>
                <a:lnTo>
                  <a:pt x="990" y="697"/>
                </a:lnTo>
                <a:lnTo>
                  <a:pt x="980" y="708"/>
                </a:lnTo>
                <a:lnTo>
                  <a:pt x="969" y="719"/>
                </a:lnTo>
                <a:lnTo>
                  <a:pt x="958" y="730"/>
                </a:lnTo>
                <a:lnTo>
                  <a:pt x="947" y="740"/>
                </a:lnTo>
                <a:lnTo>
                  <a:pt x="935" y="750"/>
                </a:lnTo>
                <a:lnTo>
                  <a:pt x="922" y="759"/>
                </a:lnTo>
                <a:lnTo>
                  <a:pt x="910" y="769"/>
                </a:lnTo>
                <a:lnTo>
                  <a:pt x="897" y="778"/>
                </a:lnTo>
                <a:lnTo>
                  <a:pt x="883" y="786"/>
                </a:lnTo>
                <a:lnTo>
                  <a:pt x="869" y="794"/>
                </a:lnTo>
                <a:lnTo>
                  <a:pt x="855" y="802"/>
                </a:lnTo>
                <a:lnTo>
                  <a:pt x="841" y="810"/>
                </a:lnTo>
                <a:lnTo>
                  <a:pt x="826" y="817"/>
                </a:lnTo>
                <a:lnTo>
                  <a:pt x="811" y="824"/>
                </a:lnTo>
                <a:lnTo>
                  <a:pt x="796" y="830"/>
                </a:lnTo>
                <a:lnTo>
                  <a:pt x="781" y="836"/>
                </a:lnTo>
                <a:lnTo>
                  <a:pt x="765" y="842"/>
                </a:lnTo>
                <a:lnTo>
                  <a:pt x="749" y="847"/>
                </a:lnTo>
                <a:lnTo>
                  <a:pt x="733" y="852"/>
                </a:lnTo>
                <a:lnTo>
                  <a:pt x="717" y="857"/>
                </a:lnTo>
                <a:lnTo>
                  <a:pt x="700" y="861"/>
                </a:lnTo>
                <a:lnTo>
                  <a:pt x="684" y="864"/>
                </a:lnTo>
                <a:lnTo>
                  <a:pt x="667" y="868"/>
                </a:lnTo>
                <a:lnTo>
                  <a:pt x="650" y="870"/>
                </a:lnTo>
                <a:lnTo>
                  <a:pt x="633" y="873"/>
                </a:lnTo>
                <a:lnTo>
                  <a:pt x="616" y="875"/>
                </a:lnTo>
                <a:lnTo>
                  <a:pt x="599" y="876"/>
                </a:lnTo>
                <a:lnTo>
                  <a:pt x="582" y="877"/>
                </a:lnTo>
                <a:lnTo>
                  <a:pt x="565" y="878"/>
                </a:lnTo>
                <a:lnTo>
                  <a:pt x="548" y="878"/>
                </a:lnTo>
                <a:lnTo>
                  <a:pt x="531" y="878"/>
                </a:lnTo>
                <a:lnTo>
                  <a:pt x="513" y="877"/>
                </a:lnTo>
                <a:lnTo>
                  <a:pt x="496" y="876"/>
                </a:lnTo>
                <a:lnTo>
                  <a:pt x="479" y="875"/>
                </a:lnTo>
                <a:lnTo>
                  <a:pt x="462" y="873"/>
                </a:lnTo>
                <a:lnTo>
                  <a:pt x="445" y="870"/>
                </a:lnTo>
                <a:lnTo>
                  <a:pt x="428" y="868"/>
                </a:lnTo>
                <a:lnTo>
                  <a:pt x="412" y="864"/>
                </a:lnTo>
                <a:lnTo>
                  <a:pt x="395" y="861"/>
                </a:lnTo>
                <a:lnTo>
                  <a:pt x="378" y="857"/>
                </a:lnTo>
                <a:lnTo>
                  <a:pt x="361" y="852"/>
                </a:lnTo>
                <a:lnTo>
                  <a:pt x="345" y="847"/>
                </a:lnTo>
                <a:lnTo>
                  <a:pt x="330" y="842"/>
                </a:lnTo>
                <a:lnTo>
                  <a:pt x="314" y="836"/>
                </a:lnTo>
                <a:lnTo>
                  <a:pt x="298" y="830"/>
                </a:lnTo>
                <a:lnTo>
                  <a:pt x="283" y="824"/>
                </a:lnTo>
                <a:lnTo>
                  <a:pt x="268" y="817"/>
                </a:lnTo>
                <a:lnTo>
                  <a:pt x="254" y="810"/>
                </a:lnTo>
                <a:lnTo>
                  <a:pt x="239" y="802"/>
                </a:lnTo>
                <a:lnTo>
                  <a:pt x="225" y="794"/>
                </a:lnTo>
                <a:lnTo>
                  <a:pt x="212" y="786"/>
                </a:lnTo>
                <a:lnTo>
                  <a:pt x="198" y="778"/>
                </a:lnTo>
                <a:lnTo>
                  <a:pt x="185" y="769"/>
                </a:lnTo>
                <a:lnTo>
                  <a:pt x="172" y="759"/>
                </a:lnTo>
                <a:lnTo>
                  <a:pt x="160" y="750"/>
                </a:lnTo>
                <a:lnTo>
                  <a:pt x="148" y="740"/>
                </a:lnTo>
                <a:lnTo>
                  <a:pt x="136" y="730"/>
                </a:lnTo>
                <a:lnTo>
                  <a:pt x="125" y="719"/>
                </a:lnTo>
                <a:lnTo>
                  <a:pt x="115" y="708"/>
                </a:lnTo>
                <a:lnTo>
                  <a:pt x="104" y="697"/>
                </a:lnTo>
                <a:lnTo>
                  <a:pt x="94" y="686"/>
                </a:lnTo>
                <a:lnTo>
                  <a:pt x="85" y="675"/>
                </a:lnTo>
                <a:lnTo>
                  <a:pt x="76" y="663"/>
                </a:lnTo>
                <a:lnTo>
                  <a:pt x="67" y="651"/>
                </a:lnTo>
                <a:lnTo>
                  <a:pt x="59" y="639"/>
                </a:lnTo>
                <a:lnTo>
                  <a:pt x="52" y="626"/>
                </a:lnTo>
                <a:lnTo>
                  <a:pt x="45" y="614"/>
                </a:lnTo>
                <a:lnTo>
                  <a:pt x="38" y="601"/>
                </a:lnTo>
                <a:lnTo>
                  <a:pt x="32" y="588"/>
                </a:lnTo>
                <a:lnTo>
                  <a:pt x="27" y="575"/>
                </a:lnTo>
                <a:lnTo>
                  <a:pt x="21" y="562"/>
                </a:lnTo>
                <a:lnTo>
                  <a:pt x="17" y="549"/>
                </a:lnTo>
                <a:lnTo>
                  <a:pt x="13" y="535"/>
                </a:lnTo>
                <a:lnTo>
                  <a:pt x="9" y="522"/>
                </a:lnTo>
                <a:lnTo>
                  <a:pt x="6" y="508"/>
                </a:lnTo>
                <a:lnTo>
                  <a:pt x="4" y="494"/>
                </a:lnTo>
                <a:lnTo>
                  <a:pt x="2" y="481"/>
                </a:lnTo>
                <a:lnTo>
                  <a:pt x="1" y="467"/>
                </a:lnTo>
                <a:lnTo>
                  <a:pt x="0" y="453"/>
                </a:lnTo>
                <a:lnTo>
                  <a:pt x="0" y="439"/>
                </a:lnTo>
                <a:lnTo>
                  <a:pt x="0" y="426"/>
                </a:lnTo>
                <a:lnTo>
                  <a:pt x="1" y="412"/>
                </a:lnTo>
                <a:lnTo>
                  <a:pt x="2" y="398"/>
                </a:lnTo>
                <a:lnTo>
                  <a:pt x="4" y="384"/>
                </a:lnTo>
                <a:lnTo>
                  <a:pt x="6" y="371"/>
                </a:lnTo>
                <a:lnTo>
                  <a:pt x="9" y="357"/>
                </a:lnTo>
                <a:lnTo>
                  <a:pt x="13" y="344"/>
                </a:lnTo>
                <a:lnTo>
                  <a:pt x="17" y="330"/>
                </a:lnTo>
                <a:lnTo>
                  <a:pt x="21" y="317"/>
                </a:lnTo>
                <a:lnTo>
                  <a:pt x="27" y="304"/>
                </a:lnTo>
                <a:lnTo>
                  <a:pt x="32" y="291"/>
                </a:lnTo>
                <a:lnTo>
                  <a:pt x="38" y="278"/>
                </a:lnTo>
                <a:lnTo>
                  <a:pt x="45" y="265"/>
                </a:lnTo>
                <a:lnTo>
                  <a:pt x="52" y="253"/>
                </a:lnTo>
                <a:lnTo>
                  <a:pt x="59" y="240"/>
                </a:lnTo>
                <a:lnTo>
                  <a:pt x="67" y="228"/>
                </a:lnTo>
                <a:lnTo>
                  <a:pt x="76" y="216"/>
                </a:lnTo>
                <a:lnTo>
                  <a:pt x="85" y="204"/>
                </a:lnTo>
                <a:lnTo>
                  <a:pt x="94" y="193"/>
                </a:lnTo>
                <a:lnTo>
                  <a:pt x="104" y="180"/>
                </a:lnTo>
                <a:lnTo>
                  <a:pt x="115" y="169"/>
                </a:lnTo>
                <a:lnTo>
                  <a:pt x="125" y="159"/>
                </a:lnTo>
                <a:lnTo>
                  <a:pt x="136" y="148"/>
                </a:lnTo>
                <a:lnTo>
                  <a:pt x="148" y="138"/>
                </a:lnTo>
                <a:lnTo>
                  <a:pt x="160" y="128"/>
                </a:lnTo>
                <a:lnTo>
                  <a:pt x="172" y="118"/>
                </a:lnTo>
                <a:lnTo>
                  <a:pt x="185" y="109"/>
                </a:lnTo>
                <a:lnTo>
                  <a:pt x="198" y="100"/>
                </a:lnTo>
                <a:lnTo>
                  <a:pt x="212" y="92"/>
                </a:lnTo>
                <a:lnTo>
                  <a:pt x="225" y="83"/>
                </a:lnTo>
                <a:lnTo>
                  <a:pt x="239" y="75"/>
                </a:lnTo>
                <a:lnTo>
                  <a:pt x="254" y="68"/>
                </a:lnTo>
                <a:lnTo>
                  <a:pt x="268" y="61"/>
                </a:lnTo>
                <a:lnTo>
                  <a:pt x="283" y="54"/>
                </a:lnTo>
                <a:lnTo>
                  <a:pt x="298" y="47"/>
                </a:lnTo>
                <a:lnTo>
                  <a:pt x="314" y="41"/>
                </a:lnTo>
                <a:lnTo>
                  <a:pt x="330" y="36"/>
                </a:lnTo>
                <a:lnTo>
                  <a:pt x="345" y="30"/>
                </a:lnTo>
                <a:lnTo>
                  <a:pt x="361" y="25"/>
                </a:lnTo>
                <a:lnTo>
                  <a:pt x="378" y="21"/>
                </a:lnTo>
                <a:lnTo>
                  <a:pt x="395" y="17"/>
                </a:lnTo>
                <a:lnTo>
                  <a:pt x="412" y="13"/>
                </a:lnTo>
                <a:lnTo>
                  <a:pt x="428" y="10"/>
                </a:lnTo>
                <a:lnTo>
                  <a:pt x="445" y="7"/>
                </a:lnTo>
                <a:lnTo>
                  <a:pt x="462" y="5"/>
                </a:lnTo>
                <a:lnTo>
                  <a:pt x="479" y="3"/>
                </a:lnTo>
                <a:lnTo>
                  <a:pt x="496" y="2"/>
                </a:lnTo>
                <a:lnTo>
                  <a:pt x="513" y="0"/>
                </a:lnTo>
                <a:lnTo>
                  <a:pt x="531" y="0"/>
                </a:lnTo>
                <a:lnTo>
                  <a:pt x="548" y="0"/>
                </a:lnTo>
                <a:lnTo>
                  <a:pt x="565" y="0"/>
                </a:lnTo>
                <a:lnTo>
                  <a:pt x="582" y="0"/>
                </a:lnTo>
                <a:lnTo>
                  <a:pt x="599" y="2"/>
                </a:lnTo>
                <a:lnTo>
                  <a:pt x="616" y="3"/>
                </a:lnTo>
                <a:lnTo>
                  <a:pt x="633" y="5"/>
                </a:lnTo>
                <a:lnTo>
                  <a:pt x="650" y="7"/>
                </a:lnTo>
                <a:lnTo>
                  <a:pt x="667" y="10"/>
                </a:lnTo>
                <a:lnTo>
                  <a:pt x="684" y="13"/>
                </a:lnTo>
                <a:lnTo>
                  <a:pt x="700" y="17"/>
                </a:lnTo>
                <a:lnTo>
                  <a:pt x="717" y="21"/>
                </a:lnTo>
                <a:lnTo>
                  <a:pt x="733" y="25"/>
                </a:lnTo>
                <a:lnTo>
                  <a:pt x="749" y="30"/>
                </a:lnTo>
                <a:lnTo>
                  <a:pt x="765" y="36"/>
                </a:lnTo>
                <a:lnTo>
                  <a:pt x="781" y="41"/>
                </a:lnTo>
                <a:lnTo>
                  <a:pt x="796" y="47"/>
                </a:lnTo>
                <a:lnTo>
                  <a:pt x="811" y="54"/>
                </a:lnTo>
                <a:lnTo>
                  <a:pt x="826" y="61"/>
                </a:lnTo>
                <a:lnTo>
                  <a:pt x="841" y="68"/>
                </a:lnTo>
                <a:lnTo>
                  <a:pt x="855" y="75"/>
                </a:lnTo>
                <a:lnTo>
                  <a:pt x="869" y="83"/>
                </a:lnTo>
                <a:lnTo>
                  <a:pt x="883" y="92"/>
                </a:lnTo>
                <a:lnTo>
                  <a:pt x="897" y="100"/>
                </a:lnTo>
                <a:lnTo>
                  <a:pt x="910" y="109"/>
                </a:lnTo>
                <a:lnTo>
                  <a:pt x="922" y="118"/>
                </a:lnTo>
                <a:lnTo>
                  <a:pt x="935" y="128"/>
                </a:lnTo>
                <a:lnTo>
                  <a:pt x="947" y="138"/>
                </a:lnTo>
                <a:lnTo>
                  <a:pt x="958" y="148"/>
                </a:lnTo>
                <a:lnTo>
                  <a:pt x="969" y="159"/>
                </a:lnTo>
                <a:lnTo>
                  <a:pt x="980" y="169"/>
                </a:lnTo>
                <a:lnTo>
                  <a:pt x="990" y="180"/>
                </a:lnTo>
                <a:lnTo>
                  <a:pt x="1000" y="193"/>
                </a:lnTo>
                <a:lnTo>
                  <a:pt x="1010" y="204"/>
                </a:lnTo>
                <a:lnTo>
                  <a:pt x="1019" y="216"/>
                </a:lnTo>
                <a:lnTo>
                  <a:pt x="1027" y="228"/>
                </a:lnTo>
                <a:lnTo>
                  <a:pt x="1035" y="240"/>
                </a:lnTo>
                <a:lnTo>
                  <a:pt x="1043" y="253"/>
                </a:lnTo>
                <a:lnTo>
                  <a:pt x="1050" y="265"/>
                </a:lnTo>
                <a:lnTo>
                  <a:pt x="1056" y="278"/>
                </a:lnTo>
                <a:lnTo>
                  <a:pt x="1063" y="291"/>
                </a:lnTo>
                <a:lnTo>
                  <a:pt x="1068" y="304"/>
                </a:lnTo>
                <a:lnTo>
                  <a:pt x="1073" y="317"/>
                </a:lnTo>
                <a:lnTo>
                  <a:pt x="1078" y="330"/>
                </a:lnTo>
                <a:lnTo>
                  <a:pt x="1082" y="344"/>
                </a:lnTo>
                <a:lnTo>
                  <a:pt x="1085" y="357"/>
                </a:lnTo>
                <a:lnTo>
                  <a:pt x="1088" y="371"/>
                </a:lnTo>
                <a:lnTo>
                  <a:pt x="1091" y="384"/>
                </a:lnTo>
                <a:lnTo>
                  <a:pt x="1092" y="398"/>
                </a:lnTo>
                <a:lnTo>
                  <a:pt x="1094" y="412"/>
                </a:lnTo>
                <a:lnTo>
                  <a:pt x="1095" y="426"/>
                </a:lnTo>
                <a:lnTo>
                  <a:pt x="1095" y="439"/>
                </a:lnTo>
                <a:close/>
              </a:path>
            </a:pathLst>
          </a:custGeom>
          <a:solidFill>
            <a:srgbClr val="ff9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3" name=""/>
          <p:cNvSpPr/>
          <p:nvPr/>
        </p:nvSpPr>
        <p:spPr>
          <a:xfrm>
            <a:off x="4780800" y="1669320"/>
            <a:ext cx="396000" cy="317520"/>
          </a:xfrm>
          <a:custGeom>
            <a:avLst/>
            <a:gdLst/>
            <a:ahLst/>
            <a:rect l="0" t="0" r="r" b="b"/>
            <a:pathLst>
              <a:path w="1100" h="882">
                <a:moveTo>
                  <a:pt x="1098" y="441"/>
                </a:moveTo>
                <a:lnTo>
                  <a:pt x="1098" y="428"/>
                </a:lnTo>
                <a:lnTo>
                  <a:pt x="1097" y="414"/>
                </a:lnTo>
                <a:lnTo>
                  <a:pt x="1095" y="400"/>
                </a:lnTo>
                <a:lnTo>
                  <a:pt x="1094" y="386"/>
                </a:lnTo>
                <a:lnTo>
                  <a:pt x="1091" y="373"/>
                </a:lnTo>
                <a:lnTo>
                  <a:pt x="1088" y="359"/>
                </a:lnTo>
                <a:lnTo>
                  <a:pt x="1085" y="346"/>
                </a:lnTo>
                <a:lnTo>
                  <a:pt x="1081" y="332"/>
                </a:lnTo>
                <a:lnTo>
                  <a:pt x="1076" y="319"/>
                </a:lnTo>
                <a:lnTo>
                  <a:pt x="1071" y="306"/>
                </a:lnTo>
                <a:lnTo>
                  <a:pt x="1066" y="293"/>
                </a:lnTo>
                <a:lnTo>
                  <a:pt x="1059" y="280"/>
                </a:lnTo>
                <a:lnTo>
                  <a:pt x="1053" y="267"/>
                </a:lnTo>
                <a:lnTo>
                  <a:pt x="1046" y="255"/>
                </a:lnTo>
                <a:lnTo>
                  <a:pt x="1038" y="242"/>
                </a:lnTo>
                <a:lnTo>
                  <a:pt x="1030" y="230"/>
                </a:lnTo>
                <a:lnTo>
                  <a:pt x="1022" y="218"/>
                </a:lnTo>
                <a:lnTo>
                  <a:pt x="1013" y="205"/>
                </a:lnTo>
                <a:lnTo>
                  <a:pt x="1003" y="194"/>
                </a:lnTo>
                <a:lnTo>
                  <a:pt x="993" y="182"/>
                </a:lnTo>
                <a:lnTo>
                  <a:pt x="983" y="171"/>
                </a:lnTo>
                <a:lnTo>
                  <a:pt x="972" y="161"/>
                </a:lnTo>
                <a:lnTo>
                  <a:pt x="961" y="150"/>
                </a:lnTo>
                <a:lnTo>
                  <a:pt x="950" y="140"/>
                </a:lnTo>
                <a:lnTo>
                  <a:pt x="938" y="130"/>
                </a:lnTo>
                <a:lnTo>
                  <a:pt x="925" y="120"/>
                </a:lnTo>
                <a:lnTo>
                  <a:pt x="913" y="111"/>
                </a:lnTo>
                <a:lnTo>
                  <a:pt x="900" y="102"/>
                </a:lnTo>
                <a:lnTo>
                  <a:pt x="886" y="94"/>
                </a:lnTo>
                <a:lnTo>
                  <a:pt x="872" y="85"/>
                </a:lnTo>
                <a:lnTo>
                  <a:pt x="858" y="77"/>
                </a:lnTo>
                <a:lnTo>
                  <a:pt x="844" y="70"/>
                </a:lnTo>
                <a:lnTo>
                  <a:pt x="829" y="63"/>
                </a:lnTo>
                <a:lnTo>
                  <a:pt x="814" y="56"/>
                </a:lnTo>
                <a:lnTo>
                  <a:pt x="799" y="49"/>
                </a:lnTo>
                <a:lnTo>
                  <a:pt x="784" y="43"/>
                </a:lnTo>
                <a:lnTo>
                  <a:pt x="768" y="38"/>
                </a:lnTo>
                <a:lnTo>
                  <a:pt x="752" y="32"/>
                </a:lnTo>
                <a:lnTo>
                  <a:pt x="736" y="27"/>
                </a:lnTo>
                <a:lnTo>
                  <a:pt x="720" y="23"/>
                </a:lnTo>
                <a:lnTo>
                  <a:pt x="703" y="19"/>
                </a:lnTo>
                <a:lnTo>
                  <a:pt x="687" y="15"/>
                </a:lnTo>
                <a:lnTo>
                  <a:pt x="670" y="12"/>
                </a:lnTo>
                <a:lnTo>
                  <a:pt x="653" y="9"/>
                </a:lnTo>
                <a:lnTo>
                  <a:pt x="636" y="7"/>
                </a:lnTo>
                <a:lnTo>
                  <a:pt x="619" y="5"/>
                </a:lnTo>
                <a:lnTo>
                  <a:pt x="602" y="4"/>
                </a:lnTo>
                <a:lnTo>
                  <a:pt x="585" y="2"/>
                </a:lnTo>
                <a:lnTo>
                  <a:pt x="568" y="2"/>
                </a:lnTo>
                <a:lnTo>
                  <a:pt x="551" y="2"/>
                </a:lnTo>
                <a:lnTo>
                  <a:pt x="534" y="2"/>
                </a:lnTo>
                <a:lnTo>
                  <a:pt x="516" y="2"/>
                </a:lnTo>
                <a:lnTo>
                  <a:pt x="499" y="4"/>
                </a:lnTo>
                <a:lnTo>
                  <a:pt x="482" y="5"/>
                </a:lnTo>
                <a:lnTo>
                  <a:pt x="465" y="7"/>
                </a:lnTo>
                <a:lnTo>
                  <a:pt x="448" y="9"/>
                </a:lnTo>
                <a:lnTo>
                  <a:pt x="430" y="12"/>
                </a:lnTo>
                <a:lnTo>
                  <a:pt x="414" y="15"/>
                </a:lnTo>
                <a:lnTo>
                  <a:pt x="397" y="19"/>
                </a:lnTo>
                <a:lnTo>
                  <a:pt x="381" y="23"/>
                </a:lnTo>
                <a:lnTo>
                  <a:pt x="364" y="27"/>
                </a:lnTo>
                <a:lnTo>
                  <a:pt x="348" y="32"/>
                </a:lnTo>
                <a:lnTo>
                  <a:pt x="333" y="38"/>
                </a:lnTo>
                <a:lnTo>
                  <a:pt x="317" y="43"/>
                </a:lnTo>
                <a:lnTo>
                  <a:pt x="301" y="49"/>
                </a:lnTo>
                <a:lnTo>
                  <a:pt x="286" y="56"/>
                </a:lnTo>
                <a:lnTo>
                  <a:pt x="271" y="63"/>
                </a:lnTo>
                <a:lnTo>
                  <a:pt x="257" y="70"/>
                </a:lnTo>
                <a:lnTo>
                  <a:pt x="242" y="77"/>
                </a:lnTo>
                <a:lnTo>
                  <a:pt x="228" y="85"/>
                </a:lnTo>
                <a:lnTo>
                  <a:pt x="215" y="94"/>
                </a:lnTo>
                <a:lnTo>
                  <a:pt x="201" y="102"/>
                </a:lnTo>
                <a:lnTo>
                  <a:pt x="188" y="111"/>
                </a:lnTo>
                <a:lnTo>
                  <a:pt x="175" y="120"/>
                </a:lnTo>
                <a:lnTo>
                  <a:pt x="163" y="130"/>
                </a:lnTo>
                <a:lnTo>
                  <a:pt x="151" y="140"/>
                </a:lnTo>
                <a:lnTo>
                  <a:pt x="139" y="150"/>
                </a:lnTo>
                <a:lnTo>
                  <a:pt x="128" y="161"/>
                </a:lnTo>
                <a:lnTo>
                  <a:pt x="118" y="171"/>
                </a:lnTo>
                <a:lnTo>
                  <a:pt x="107" y="182"/>
                </a:lnTo>
                <a:lnTo>
                  <a:pt x="97" y="194"/>
                </a:lnTo>
                <a:lnTo>
                  <a:pt x="88" y="205"/>
                </a:lnTo>
                <a:lnTo>
                  <a:pt x="79" y="218"/>
                </a:lnTo>
                <a:lnTo>
                  <a:pt x="70" y="230"/>
                </a:lnTo>
                <a:lnTo>
                  <a:pt x="62" y="242"/>
                </a:lnTo>
                <a:lnTo>
                  <a:pt x="55" y="255"/>
                </a:lnTo>
                <a:lnTo>
                  <a:pt x="48" y="267"/>
                </a:lnTo>
                <a:lnTo>
                  <a:pt x="41" y="280"/>
                </a:lnTo>
                <a:lnTo>
                  <a:pt x="35" y="293"/>
                </a:lnTo>
                <a:lnTo>
                  <a:pt x="30" y="306"/>
                </a:lnTo>
                <a:lnTo>
                  <a:pt x="24" y="319"/>
                </a:lnTo>
                <a:lnTo>
                  <a:pt x="20" y="332"/>
                </a:lnTo>
                <a:lnTo>
                  <a:pt x="16" y="346"/>
                </a:lnTo>
                <a:lnTo>
                  <a:pt x="12" y="359"/>
                </a:lnTo>
                <a:lnTo>
                  <a:pt x="9" y="373"/>
                </a:lnTo>
                <a:lnTo>
                  <a:pt x="7" y="386"/>
                </a:lnTo>
                <a:lnTo>
                  <a:pt x="5" y="400"/>
                </a:lnTo>
                <a:lnTo>
                  <a:pt x="4" y="414"/>
                </a:lnTo>
                <a:lnTo>
                  <a:pt x="3" y="428"/>
                </a:lnTo>
                <a:lnTo>
                  <a:pt x="3" y="441"/>
                </a:lnTo>
                <a:lnTo>
                  <a:pt x="3" y="455"/>
                </a:lnTo>
                <a:lnTo>
                  <a:pt x="4" y="469"/>
                </a:lnTo>
                <a:lnTo>
                  <a:pt x="5" y="483"/>
                </a:lnTo>
                <a:lnTo>
                  <a:pt x="7" y="496"/>
                </a:lnTo>
                <a:lnTo>
                  <a:pt x="9" y="510"/>
                </a:lnTo>
                <a:lnTo>
                  <a:pt x="12" y="524"/>
                </a:lnTo>
                <a:lnTo>
                  <a:pt x="16" y="537"/>
                </a:lnTo>
                <a:lnTo>
                  <a:pt x="20" y="551"/>
                </a:lnTo>
                <a:lnTo>
                  <a:pt x="24" y="564"/>
                </a:lnTo>
                <a:lnTo>
                  <a:pt x="30" y="577"/>
                </a:lnTo>
                <a:lnTo>
                  <a:pt x="35" y="590"/>
                </a:lnTo>
                <a:lnTo>
                  <a:pt x="41" y="603"/>
                </a:lnTo>
                <a:lnTo>
                  <a:pt x="48" y="616"/>
                </a:lnTo>
                <a:lnTo>
                  <a:pt x="55" y="628"/>
                </a:lnTo>
                <a:lnTo>
                  <a:pt x="62" y="641"/>
                </a:lnTo>
                <a:lnTo>
                  <a:pt x="70" y="653"/>
                </a:lnTo>
                <a:lnTo>
                  <a:pt x="79" y="665"/>
                </a:lnTo>
                <a:lnTo>
                  <a:pt x="88" y="677"/>
                </a:lnTo>
                <a:lnTo>
                  <a:pt x="97" y="688"/>
                </a:lnTo>
                <a:lnTo>
                  <a:pt x="107" y="699"/>
                </a:lnTo>
                <a:lnTo>
                  <a:pt x="118" y="710"/>
                </a:lnTo>
                <a:lnTo>
                  <a:pt x="128" y="721"/>
                </a:lnTo>
                <a:lnTo>
                  <a:pt x="139" y="732"/>
                </a:lnTo>
                <a:lnTo>
                  <a:pt x="151" y="742"/>
                </a:lnTo>
                <a:lnTo>
                  <a:pt x="163" y="752"/>
                </a:lnTo>
                <a:lnTo>
                  <a:pt x="175" y="761"/>
                </a:lnTo>
                <a:lnTo>
                  <a:pt x="188" y="771"/>
                </a:lnTo>
                <a:lnTo>
                  <a:pt x="201" y="780"/>
                </a:lnTo>
                <a:lnTo>
                  <a:pt x="215" y="788"/>
                </a:lnTo>
                <a:lnTo>
                  <a:pt x="228" y="796"/>
                </a:lnTo>
                <a:lnTo>
                  <a:pt x="242" y="804"/>
                </a:lnTo>
                <a:lnTo>
                  <a:pt x="257" y="812"/>
                </a:lnTo>
                <a:lnTo>
                  <a:pt x="271" y="819"/>
                </a:lnTo>
                <a:lnTo>
                  <a:pt x="286" y="826"/>
                </a:lnTo>
                <a:lnTo>
                  <a:pt x="301" y="832"/>
                </a:lnTo>
                <a:lnTo>
                  <a:pt x="317" y="838"/>
                </a:lnTo>
                <a:lnTo>
                  <a:pt x="333" y="844"/>
                </a:lnTo>
                <a:lnTo>
                  <a:pt x="348" y="849"/>
                </a:lnTo>
                <a:lnTo>
                  <a:pt x="364" y="854"/>
                </a:lnTo>
                <a:lnTo>
                  <a:pt x="381" y="859"/>
                </a:lnTo>
                <a:lnTo>
                  <a:pt x="397" y="863"/>
                </a:lnTo>
                <a:lnTo>
                  <a:pt x="414" y="866"/>
                </a:lnTo>
                <a:lnTo>
                  <a:pt x="430" y="870"/>
                </a:lnTo>
                <a:lnTo>
                  <a:pt x="448" y="872"/>
                </a:lnTo>
                <a:lnTo>
                  <a:pt x="465" y="875"/>
                </a:lnTo>
                <a:lnTo>
                  <a:pt x="482" y="877"/>
                </a:lnTo>
                <a:lnTo>
                  <a:pt x="499" y="878"/>
                </a:lnTo>
                <a:lnTo>
                  <a:pt x="516" y="879"/>
                </a:lnTo>
                <a:lnTo>
                  <a:pt x="534" y="880"/>
                </a:lnTo>
                <a:lnTo>
                  <a:pt x="551" y="880"/>
                </a:lnTo>
                <a:lnTo>
                  <a:pt x="568" y="880"/>
                </a:lnTo>
                <a:lnTo>
                  <a:pt x="585" y="879"/>
                </a:lnTo>
                <a:lnTo>
                  <a:pt x="602" y="878"/>
                </a:lnTo>
                <a:lnTo>
                  <a:pt x="619" y="877"/>
                </a:lnTo>
                <a:lnTo>
                  <a:pt x="636" y="875"/>
                </a:lnTo>
                <a:lnTo>
                  <a:pt x="653" y="872"/>
                </a:lnTo>
                <a:lnTo>
                  <a:pt x="670" y="870"/>
                </a:lnTo>
                <a:lnTo>
                  <a:pt x="687" y="866"/>
                </a:lnTo>
                <a:lnTo>
                  <a:pt x="703" y="863"/>
                </a:lnTo>
                <a:lnTo>
                  <a:pt x="720" y="859"/>
                </a:lnTo>
                <a:lnTo>
                  <a:pt x="736" y="854"/>
                </a:lnTo>
                <a:lnTo>
                  <a:pt x="752" y="849"/>
                </a:lnTo>
                <a:lnTo>
                  <a:pt x="768" y="844"/>
                </a:lnTo>
                <a:lnTo>
                  <a:pt x="784" y="838"/>
                </a:lnTo>
                <a:lnTo>
                  <a:pt x="799" y="832"/>
                </a:lnTo>
                <a:lnTo>
                  <a:pt x="814" y="826"/>
                </a:lnTo>
                <a:lnTo>
                  <a:pt x="829" y="819"/>
                </a:lnTo>
                <a:lnTo>
                  <a:pt x="844" y="812"/>
                </a:lnTo>
                <a:lnTo>
                  <a:pt x="858" y="804"/>
                </a:lnTo>
                <a:lnTo>
                  <a:pt x="872" y="796"/>
                </a:lnTo>
                <a:lnTo>
                  <a:pt x="886" y="788"/>
                </a:lnTo>
                <a:lnTo>
                  <a:pt x="900" y="780"/>
                </a:lnTo>
                <a:lnTo>
                  <a:pt x="913" y="771"/>
                </a:lnTo>
                <a:lnTo>
                  <a:pt x="925" y="761"/>
                </a:lnTo>
                <a:lnTo>
                  <a:pt x="938" y="752"/>
                </a:lnTo>
                <a:lnTo>
                  <a:pt x="950" y="742"/>
                </a:lnTo>
                <a:lnTo>
                  <a:pt x="961" y="732"/>
                </a:lnTo>
                <a:lnTo>
                  <a:pt x="972" y="721"/>
                </a:lnTo>
                <a:lnTo>
                  <a:pt x="983" y="710"/>
                </a:lnTo>
                <a:lnTo>
                  <a:pt x="993" y="699"/>
                </a:lnTo>
                <a:lnTo>
                  <a:pt x="1003" y="688"/>
                </a:lnTo>
                <a:lnTo>
                  <a:pt x="1013" y="677"/>
                </a:lnTo>
                <a:lnTo>
                  <a:pt x="1022" y="665"/>
                </a:lnTo>
                <a:lnTo>
                  <a:pt x="1030" y="653"/>
                </a:lnTo>
                <a:lnTo>
                  <a:pt x="1038" y="641"/>
                </a:lnTo>
                <a:lnTo>
                  <a:pt x="1046" y="628"/>
                </a:lnTo>
                <a:lnTo>
                  <a:pt x="1053" y="616"/>
                </a:lnTo>
                <a:lnTo>
                  <a:pt x="1059" y="603"/>
                </a:lnTo>
                <a:lnTo>
                  <a:pt x="1066" y="590"/>
                </a:lnTo>
                <a:lnTo>
                  <a:pt x="1071" y="577"/>
                </a:lnTo>
                <a:lnTo>
                  <a:pt x="1076" y="564"/>
                </a:lnTo>
                <a:lnTo>
                  <a:pt x="1081" y="551"/>
                </a:lnTo>
                <a:lnTo>
                  <a:pt x="1085" y="537"/>
                </a:lnTo>
                <a:lnTo>
                  <a:pt x="1088" y="524"/>
                </a:lnTo>
                <a:lnTo>
                  <a:pt x="1091" y="510"/>
                </a:lnTo>
                <a:lnTo>
                  <a:pt x="1094" y="496"/>
                </a:lnTo>
                <a:lnTo>
                  <a:pt x="1095" y="483"/>
                </a:lnTo>
                <a:lnTo>
                  <a:pt x="1097" y="469"/>
                </a:lnTo>
                <a:lnTo>
                  <a:pt x="1098" y="455"/>
                </a:lnTo>
                <a:lnTo>
                  <a:pt x="1098" y="441"/>
                </a:lnTo>
                <a:moveTo>
                  <a:pt x="1100" y="441"/>
                </a:moveTo>
                <a:lnTo>
                  <a:pt x="1100" y="455"/>
                </a:lnTo>
                <a:lnTo>
                  <a:pt x="1099" y="469"/>
                </a:lnTo>
                <a:lnTo>
                  <a:pt x="1098" y="483"/>
                </a:lnTo>
                <a:lnTo>
                  <a:pt x="1096" y="497"/>
                </a:lnTo>
                <a:lnTo>
                  <a:pt x="1093" y="510"/>
                </a:lnTo>
                <a:lnTo>
                  <a:pt x="1090" y="524"/>
                </a:lnTo>
                <a:lnTo>
                  <a:pt x="1087" y="538"/>
                </a:lnTo>
                <a:lnTo>
                  <a:pt x="1083" y="551"/>
                </a:lnTo>
                <a:lnTo>
                  <a:pt x="1078" y="564"/>
                </a:lnTo>
                <a:lnTo>
                  <a:pt x="1073" y="578"/>
                </a:lnTo>
                <a:lnTo>
                  <a:pt x="1068" y="591"/>
                </a:lnTo>
                <a:lnTo>
                  <a:pt x="1062" y="604"/>
                </a:lnTo>
                <a:lnTo>
                  <a:pt x="1055" y="616"/>
                </a:lnTo>
                <a:lnTo>
                  <a:pt x="1048" y="629"/>
                </a:lnTo>
                <a:lnTo>
                  <a:pt x="1040" y="641"/>
                </a:lnTo>
                <a:lnTo>
                  <a:pt x="1032" y="654"/>
                </a:lnTo>
                <a:lnTo>
                  <a:pt x="1024" y="666"/>
                </a:lnTo>
                <a:lnTo>
                  <a:pt x="1015" y="678"/>
                </a:lnTo>
                <a:lnTo>
                  <a:pt x="1005" y="689"/>
                </a:lnTo>
                <a:lnTo>
                  <a:pt x="995" y="700"/>
                </a:lnTo>
                <a:lnTo>
                  <a:pt x="985" y="711"/>
                </a:lnTo>
                <a:lnTo>
                  <a:pt x="974" y="722"/>
                </a:lnTo>
                <a:lnTo>
                  <a:pt x="963" y="733"/>
                </a:lnTo>
                <a:lnTo>
                  <a:pt x="951" y="743"/>
                </a:lnTo>
                <a:lnTo>
                  <a:pt x="939" y="753"/>
                </a:lnTo>
                <a:lnTo>
                  <a:pt x="927" y="763"/>
                </a:lnTo>
                <a:lnTo>
                  <a:pt x="914" y="772"/>
                </a:lnTo>
                <a:lnTo>
                  <a:pt x="901" y="781"/>
                </a:lnTo>
                <a:lnTo>
                  <a:pt x="888" y="790"/>
                </a:lnTo>
                <a:lnTo>
                  <a:pt x="874" y="798"/>
                </a:lnTo>
                <a:lnTo>
                  <a:pt x="860" y="806"/>
                </a:lnTo>
                <a:lnTo>
                  <a:pt x="845" y="813"/>
                </a:lnTo>
                <a:lnTo>
                  <a:pt x="830" y="821"/>
                </a:lnTo>
                <a:lnTo>
                  <a:pt x="815" y="828"/>
                </a:lnTo>
                <a:lnTo>
                  <a:pt x="800" y="834"/>
                </a:lnTo>
                <a:lnTo>
                  <a:pt x="785" y="840"/>
                </a:lnTo>
                <a:lnTo>
                  <a:pt x="769" y="846"/>
                </a:lnTo>
                <a:lnTo>
                  <a:pt x="753" y="851"/>
                </a:lnTo>
                <a:lnTo>
                  <a:pt x="737" y="856"/>
                </a:lnTo>
                <a:lnTo>
                  <a:pt x="721" y="860"/>
                </a:lnTo>
                <a:lnTo>
                  <a:pt x="704" y="865"/>
                </a:lnTo>
                <a:lnTo>
                  <a:pt x="687" y="868"/>
                </a:lnTo>
                <a:lnTo>
                  <a:pt x="671" y="871"/>
                </a:lnTo>
                <a:lnTo>
                  <a:pt x="654" y="874"/>
                </a:lnTo>
                <a:lnTo>
                  <a:pt x="637" y="877"/>
                </a:lnTo>
                <a:lnTo>
                  <a:pt x="620" y="879"/>
                </a:lnTo>
                <a:lnTo>
                  <a:pt x="602" y="880"/>
                </a:lnTo>
                <a:lnTo>
                  <a:pt x="585" y="881"/>
                </a:lnTo>
                <a:lnTo>
                  <a:pt x="568" y="882"/>
                </a:lnTo>
                <a:lnTo>
                  <a:pt x="551" y="882"/>
                </a:lnTo>
                <a:lnTo>
                  <a:pt x="534" y="882"/>
                </a:lnTo>
                <a:lnTo>
                  <a:pt x="516" y="881"/>
                </a:lnTo>
                <a:lnTo>
                  <a:pt x="499" y="880"/>
                </a:lnTo>
                <a:lnTo>
                  <a:pt x="482" y="879"/>
                </a:lnTo>
                <a:lnTo>
                  <a:pt x="465" y="877"/>
                </a:lnTo>
                <a:lnTo>
                  <a:pt x="448" y="874"/>
                </a:lnTo>
                <a:lnTo>
                  <a:pt x="430" y="871"/>
                </a:lnTo>
                <a:lnTo>
                  <a:pt x="413" y="868"/>
                </a:lnTo>
                <a:lnTo>
                  <a:pt x="397" y="865"/>
                </a:lnTo>
                <a:lnTo>
                  <a:pt x="380" y="860"/>
                </a:lnTo>
                <a:lnTo>
                  <a:pt x="364" y="856"/>
                </a:lnTo>
                <a:lnTo>
                  <a:pt x="348" y="851"/>
                </a:lnTo>
                <a:lnTo>
                  <a:pt x="332" y="846"/>
                </a:lnTo>
                <a:lnTo>
                  <a:pt x="316" y="840"/>
                </a:lnTo>
                <a:lnTo>
                  <a:pt x="300" y="834"/>
                </a:lnTo>
                <a:lnTo>
                  <a:pt x="285" y="828"/>
                </a:lnTo>
                <a:lnTo>
                  <a:pt x="270" y="821"/>
                </a:lnTo>
                <a:lnTo>
                  <a:pt x="255" y="813"/>
                </a:lnTo>
                <a:lnTo>
                  <a:pt x="241" y="806"/>
                </a:lnTo>
                <a:lnTo>
                  <a:pt x="227" y="798"/>
                </a:lnTo>
                <a:lnTo>
                  <a:pt x="213" y="790"/>
                </a:lnTo>
                <a:lnTo>
                  <a:pt x="200" y="781"/>
                </a:lnTo>
                <a:lnTo>
                  <a:pt x="187" y="772"/>
                </a:lnTo>
                <a:lnTo>
                  <a:pt x="174" y="763"/>
                </a:lnTo>
                <a:lnTo>
                  <a:pt x="161" y="753"/>
                </a:lnTo>
                <a:lnTo>
                  <a:pt x="149" y="743"/>
                </a:lnTo>
                <a:lnTo>
                  <a:pt x="138" y="733"/>
                </a:lnTo>
                <a:lnTo>
                  <a:pt x="127" y="722"/>
                </a:lnTo>
                <a:lnTo>
                  <a:pt x="116" y="711"/>
                </a:lnTo>
                <a:lnTo>
                  <a:pt x="105" y="700"/>
                </a:lnTo>
                <a:lnTo>
                  <a:pt x="95" y="689"/>
                </a:lnTo>
                <a:lnTo>
                  <a:pt x="86" y="678"/>
                </a:lnTo>
                <a:lnTo>
                  <a:pt x="77" y="666"/>
                </a:lnTo>
                <a:lnTo>
                  <a:pt x="68" y="654"/>
                </a:lnTo>
                <a:lnTo>
                  <a:pt x="60" y="641"/>
                </a:lnTo>
                <a:lnTo>
                  <a:pt x="53" y="629"/>
                </a:lnTo>
                <a:lnTo>
                  <a:pt x="46" y="616"/>
                </a:lnTo>
                <a:lnTo>
                  <a:pt x="39" y="604"/>
                </a:lnTo>
                <a:lnTo>
                  <a:pt x="33" y="591"/>
                </a:lnTo>
                <a:lnTo>
                  <a:pt x="27" y="578"/>
                </a:lnTo>
                <a:lnTo>
                  <a:pt x="22" y="564"/>
                </a:lnTo>
                <a:lnTo>
                  <a:pt x="18" y="551"/>
                </a:lnTo>
                <a:lnTo>
                  <a:pt x="14" y="538"/>
                </a:lnTo>
                <a:lnTo>
                  <a:pt x="10" y="524"/>
                </a:lnTo>
                <a:lnTo>
                  <a:pt x="7" y="510"/>
                </a:lnTo>
                <a:lnTo>
                  <a:pt x="5" y="497"/>
                </a:lnTo>
                <a:lnTo>
                  <a:pt x="3" y="483"/>
                </a:lnTo>
                <a:lnTo>
                  <a:pt x="2" y="469"/>
                </a:lnTo>
                <a:lnTo>
                  <a:pt x="1" y="455"/>
                </a:lnTo>
                <a:lnTo>
                  <a:pt x="0" y="441"/>
                </a:lnTo>
                <a:lnTo>
                  <a:pt x="1" y="428"/>
                </a:lnTo>
                <a:lnTo>
                  <a:pt x="2" y="414"/>
                </a:lnTo>
                <a:lnTo>
                  <a:pt x="3" y="400"/>
                </a:lnTo>
                <a:lnTo>
                  <a:pt x="5" y="386"/>
                </a:lnTo>
                <a:lnTo>
                  <a:pt x="7" y="372"/>
                </a:lnTo>
                <a:lnTo>
                  <a:pt x="10" y="359"/>
                </a:lnTo>
                <a:lnTo>
                  <a:pt x="14" y="345"/>
                </a:lnTo>
                <a:lnTo>
                  <a:pt x="18" y="332"/>
                </a:lnTo>
                <a:lnTo>
                  <a:pt x="22" y="318"/>
                </a:lnTo>
                <a:lnTo>
                  <a:pt x="27" y="305"/>
                </a:lnTo>
                <a:lnTo>
                  <a:pt x="33" y="292"/>
                </a:lnTo>
                <a:lnTo>
                  <a:pt x="39" y="279"/>
                </a:lnTo>
                <a:lnTo>
                  <a:pt x="46" y="266"/>
                </a:lnTo>
                <a:lnTo>
                  <a:pt x="53" y="254"/>
                </a:lnTo>
                <a:lnTo>
                  <a:pt x="60" y="241"/>
                </a:lnTo>
                <a:lnTo>
                  <a:pt x="68" y="229"/>
                </a:lnTo>
                <a:lnTo>
                  <a:pt x="77" y="217"/>
                </a:lnTo>
                <a:lnTo>
                  <a:pt x="86" y="204"/>
                </a:lnTo>
                <a:lnTo>
                  <a:pt x="95" y="193"/>
                </a:lnTo>
                <a:lnTo>
                  <a:pt x="105" y="181"/>
                </a:lnTo>
                <a:lnTo>
                  <a:pt x="116" y="170"/>
                </a:lnTo>
                <a:lnTo>
                  <a:pt x="127" y="159"/>
                </a:lnTo>
                <a:lnTo>
                  <a:pt x="138" y="149"/>
                </a:lnTo>
                <a:lnTo>
                  <a:pt x="149" y="139"/>
                </a:lnTo>
                <a:lnTo>
                  <a:pt x="161" y="129"/>
                </a:lnTo>
                <a:lnTo>
                  <a:pt x="174" y="119"/>
                </a:lnTo>
                <a:lnTo>
                  <a:pt x="187" y="110"/>
                </a:lnTo>
                <a:lnTo>
                  <a:pt x="200" y="101"/>
                </a:lnTo>
                <a:lnTo>
                  <a:pt x="213" y="92"/>
                </a:lnTo>
                <a:lnTo>
                  <a:pt x="227" y="84"/>
                </a:lnTo>
                <a:lnTo>
                  <a:pt x="241" y="76"/>
                </a:lnTo>
                <a:lnTo>
                  <a:pt x="255" y="68"/>
                </a:lnTo>
                <a:lnTo>
                  <a:pt x="270" y="61"/>
                </a:lnTo>
                <a:lnTo>
                  <a:pt x="285" y="54"/>
                </a:lnTo>
                <a:lnTo>
                  <a:pt x="300" y="48"/>
                </a:lnTo>
                <a:lnTo>
                  <a:pt x="316" y="42"/>
                </a:lnTo>
                <a:lnTo>
                  <a:pt x="332" y="36"/>
                </a:lnTo>
                <a:lnTo>
                  <a:pt x="348" y="31"/>
                </a:lnTo>
                <a:lnTo>
                  <a:pt x="364" y="26"/>
                </a:lnTo>
                <a:lnTo>
                  <a:pt x="380" y="21"/>
                </a:lnTo>
                <a:lnTo>
                  <a:pt x="397" y="17"/>
                </a:lnTo>
                <a:lnTo>
                  <a:pt x="413" y="14"/>
                </a:lnTo>
                <a:lnTo>
                  <a:pt x="430" y="10"/>
                </a:lnTo>
                <a:lnTo>
                  <a:pt x="448" y="8"/>
                </a:lnTo>
                <a:lnTo>
                  <a:pt x="465" y="5"/>
                </a:lnTo>
                <a:lnTo>
                  <a:pt x="482" y="3"/>
                </a:lnTo>
                <a:lnTo>
                  <a:pt x="499" y="2"/>
                </a:lnTo>
                <a:lnTo>
                  <a:pt x="516" y="1"/>
                </a:lnTo>
                <a:lnTo>
                  <a:pt x="534" y="0"/>
                </a:lnTo>
                <a:lnTo>
                  <a:pt x="551" y="0"/>
                </a:lnTo>
                <a:lnTo>
                  <a:pt x="568" y="0"/>
                </a:lnTo>
                <a:lnTo>
                  <a:pt x="585" y="1"/>
                </a:lnTo>
                <a:lnTo>
                  <a:pt x="602" y="2"/>
                </a:lnTo>
                <a:lnTo>
                  <a:pt x="620" y="3"/>
                </a:lnTo>
                <a:lnTo>
                  <a:pt x="637" y="5"/>
                </a:lnTo>
                <a:lnTo>
                  <a:pt x="654" y="8"/>
                </a:lnTo>
                <a:lnTo>
                  <a:pt x="671" y="10"/>
                </a:lnTo>
                <a:lnTo>
                  <a:pt x="687" y="14"/>
                </a:lnTo>
                <a:lnTo>
                  <a:pt x="704" y="17"/>
                </a:lnTo>
                <a:lnTo>
                  <a:pt x="721" y="21"/>
                </a:lnTo>
                <a:lnTo>
                  <a:pt x="737" y="26"/>
                </a:lnTo>
                <a:lnTo>
                  <a:pt x="753" y="31"/>
                </a:lnTo>
                <a:lnTo>
                  <a:pt x="769" y="36"/>
                </a:lnTo>
                <a:lnTo>
                  <a:pt x="785" y="42"/>
                </a:lnTo>
                <a:lnTo>
                  <a:pt x="800" y="48"/>
                </a:lnTo>
                <a:lnTo>
                  <a:pt x="815" y="54"/>
                </a:lnTo>
                <a:lnTo>
                  <a:pt x="830" y="61"/>
                </a:lnTo>
                <a:lnTo>
                  <a:pt x="845" y="68"/>
                </a:lnTo>
                <a:lnTo>
                  <a:pt x="860" y="76"/>
                </a:lnTo>
                <a:lnTo>
                  <a:pt x="874" y="84"/>
                </a:lnTo>
                <a:lnTo>
                  <a:pt x="888" y="92"/>
                </a:lnTo>
                <a:lnTo>
                  <a:pt x="901" y="101"/>
                </a:lnTo>
                <a:lnTo>
                  <a:pt x="914" y="110"/>
                </a:lnTo>
                <a:lnTo>
                  <a:pt x="927" y="119"/>
                </a:lnTo>
                <a:lnTo>
                  <a:pt x="939" y="129"/>
                </a:lnTo>
                <a:lnTo>
                  <a:pt x="951" y="139"/>
                </a:lnTo>
                <a:lnTo>
                  <a:pt x="963" y="149"/>
                </a:lnTo>
                <a:lnTo>
                  <a:pt x="974" y="159"/>
                </a:lnTo>
                <a:lnTo>
                  <a:pt x="985" y="170"/>
                </a:lnTo>
                <a:lnTo>
                  <a:pt x="995" y="181"/>
                </a:lnTo>
                <a:lnTo>
                  <a:pt x="1005" y="193"/>
                </a:lnTo>
                <a:lnTo>
                  <a:pt x="1015" y="204"/>
                </a:lnTo>
                <a:lnTo>
                  <a:pt x="1024" y="217"/>
                </a:lnTo>
                <a:lnTo>
                  <a:pt x="1032" y="229"/>
                </a:lnTo>
                <a:lnTo>
                  <a:pt x="1040" y="241"/>
                </a:lnTo>
                <a:lnTo>
                  <a:pt x="1048" y="254"/>
                </a:lnTo>
                <a:lnTo>
                  <a:pt x="1055" y="266"/>
                </a:lnTo>
                <a:lnTo>
                  <a:pt x="1062" y="279"/>
                </a:lnTo>
                <a:lnTo>
                  <a:pt x="1068" y="292"/>
                </a:lnTo>
                <a:lnTo>
                  <a:pt x="1073" y="305"/>
                </a:lnTo>
                <a:lnTo>
                  <a:pt x="1078" y="318"/>
                </a:lnTo>
                <a:lnTo>
                  <a:pt x="1083" y="332"/>
                </a:lnTo>
                <a:lnTo>
                  <a:pt x="1087" y="345"/>
                </a:lnTo>
                <a:lnTo>
                  <a:pt x="1090" y="359"/>
                </a:lnTo>
                <a:lnTo>
                  <a:pt x="1093" y="372"/>
                </a:lnTo>
                <a:lnTo>
                  <a:pt x="1096" y="386"/>
                </a:lnTo>
                <a:lnTo>
                  <a:pt x="1098" y="400"/>
                </a:lnTo>
                <a:lnTo>
                  <a:pt x="1099" y="414"/>
                </a:lnTo>
                <a:lnTo>
                  <a:pt x="1100" y="428"/>
                </a:lnTo>
                <a:lnTo>
                  <a:pt x="1100" y="441"/>
                </a:lnTo>
                <a:close/>
              </a:path>
            </a:pathLst>
          </a:custGeom>
          <a:solidFill>
            <a:srgbClr val="ff9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4" name=""/>
          <p:cNvSpPr/>
          <p:nvPr/>
        </p:nvSpPr>
        <p:spPr>
          <a:xfrm>
            <a:off x="4780080" y="1668600"/>
            <a:ext cx="397440" cy="318960"/>
          </a:xfrm>
          <a:custGeom>
            <a:avLst/>
            <a:gdLst/>
            <a:ahLst/>
            <a:rect l="0" t="0" r="r" b="b"/>
            <a:pathLst>
              <a:path w="1104" h="886">
                <a:moveTo>
                  <a:pt x="1102" y="443"/>
                </a:moveTo>
                <a:lnTo>
                  <a:pt x="1102" y="430"/>
                </a:lnTo>
                <a:lnTo>
                  <a:pt x="1101" y="416"/>
                </a:lnTo>
                <a:lnTo>
                  <a:pt x="1100" y="402"/>
                </a:lnTo>
                <a:lnTo>
                  <a:pt x="1098" y="388"/>
                </a:lnTo>
                <a:lnTo>
                  <a:pt x="1095" y="374"/>
                </a:lnTo>
                <a:lnTo>
                  <a:pt x="1092" y="361"/>
                </a:lnTo>
                <a:lnTo>
                  <a:pt x="1089" y="347"/>
                </a:lnTo>
                <a:lnTo>
                  <a:pt x="1085" y="334"/>
                </a:lnTo>
                <a:lnTo>
                  <a:pt x="1080" y="320"/>
                </a:lnTo>
                <a:lnTo>
                  <a:pt x="1075" y="307"/>
                </a:lnTo>
                <a:lnTo>
                  <a:pt x="1070" y="294"/>
                </a:lnTo>
                <a:lnTo>
                  <a:pt x="1064" y="281"/>
                </a:lnTo>
                <a:lnTo>
                  <a:pt x="1057" y="268"/>
                </a:lnTo>
                <a:lnTo>
                  <a:pt x="1050" y="256"/>
                </a:lnTo>
                <a:lnTo>
                  <a:pt x="1042" y="243"/>
                </a:lnTo>
                <a:lnTo>
                  <a:pt x="1034" y="230"/>
                </a:lnTo>
                <a:lnTo>
                  <a:pt x="1026" y="218"/>
                </a:lnTo>
                <a:lnTo>
                  <a:pt x="1017" y="206"/>
                </a:lnTo>
                <a:lnTo>
                  <a:pt x="1007" y="195"/>
                </a:lnTo>
                <a:lnTo>
                  <a:pt x="997" y="183"/>
                </a:lnTo>
                <a:lnTo>
                  <a:pt x="987" y="172"/>
                </a:lnTo>
                <a:lnTo>
                  <a:pt x="976" y="161"/>
                </a:lnTo>
                <a:lnTo>
                  <a:pt x="965" y="151"/>
                </a:lnTo>
                <a:lnTo>
                  <a:pt x="953" y="141"/>
                </a:lnTo>
                <a:lnTo>
                  <a:pt x="941" y="131"/>
                </a:lnTo>
                <a:lnTo>
                  <a:pt x="929" y="121"/>
                </a:lnTo>
                <a:lnTo>
                  <a:pt x="916" y="112"/>
                </a:lnTo>
                <a:lnTo>
                  <a:pt x="903" y="103"/>
                </a:lnTo>
                <a:lnTo>
                  <a:pt x="890" y="94"/>
                </a:lnTo>
                <a:lnTo>
                  <a:pt x="876" y="86"/>
                </a:lnTo>
                <a:lnTo>
                  <a:pt x="862" y="78"/>
                </a:lnTo>
                <a:lnTo>
                  <a:pt x="847" y="70"/>
                </a:lnTo>
                <a:lnTo>
                  <a:pt x="832" y="63"/>
                </a:lnTo>
                <a:lnTo>
                  <a:pt x="817" y="56"/>
                </a:lnTo>
                <a:lnTo>
                  <a:pt x="802" y="50"/>
                </a:lnTo>
                <a:lnTo>
                  <a:pt x="787" y="44"/>
                </a:lnTo>
                <a:lnTo>
                  <a:pt x="771" y="38"/>
                </a:lnTo>
                <a:lnTo>
                  <a:pt x="755" y="33"/>
                </a:lnTo>
                <a:lnTo>
                  <a:pt x="739" y="28"/>
                </a:lnTo>
                <a:lnTo>
                  <a:pt x="723" y="23"/>
                </a:lnTo>
                <a:lnTo>
                  <a:pt x="706" y="19"/>
                </a:lnTo>
                <a:lnTo>
                  <a:pt x="689" y="16"/>
                </a:lnTo>
                <a:lnTo>
                  <a:pt x="673" y="12"/>
                </a:lnTo>
                <a:lnTo>
                  <a:pt x="656" y="10"/>
                </a:lnTo>
                <a:lnTo>
                  <a:pt x="639" y="7"/>
                </a:lnTo>
                <a:lnTo>
                  <a:pt x="622" y="5"/>
                </a:lnTo>
                <a:lnTo>
                  <a:pt x="604" y="4"/>
                </a:lnTo>
                <a:lnTo>
                  <a:pt x="587" y="3"/>
                </a:lnTo>
                <a:lnTo>
                  <a:pt x="570" y="2"/>
                </a:lnTo>
                <a:lnTo>
                  <a:pt x="553" y="2"/>
                </a:lnTo>
                <a:lnTo>
                  <a:pt x="536" y="2"/>
                </a:lnTo>
                <a:lnTo>
                  <a:pt x="518" y="3"/>
                </a:lnTo>
                <a:lnTo>
                  <a:pt x="500" y="4"/>
                </a:lnTo>
                <a:lnTo>
                  <a:pt x="483" y="5"/>
                </a:lnTo>
                <a:lnTo>
                  <a:pt x="466" y="7"/>
                </a:lnTo>
                <a:lnTo>
                  <a:pt x="449" y="10"/>
                </a:lnTo>
                <a:lnTo>
                  <a:pt x="432" y="12"/>
                </a:lnTo>
                <a:lnTo>
                  <a:pt x="415" y="16"/>
                </a:lnTo>
                <a:lnTo>
                  <a:pt x="399" y="19"/>
                </a:lnTo>
                <a:lnTo>
                  <a:pt x="382" y="23"/>
                </a:lnTo>
                <a:lnTo>
                  <a:pt x="366" y="28"/>
                </a:lnTo>
                <a:lnTo>
                  <a:pt x="350" y="33"/>
                </a:lnTo>
                <a:lnTo>
                  <a:pt x="334" y="38"/>
                </a:lnTo>
                <a:lnTo>
                  <a:pt x="318" y="44"/>
                </a:lnTo>
                <a:lnTo>
                  <a:pt x="302" y="50"/>
                </a:lnTo>
                <a:lnTo>
                  <a:pt x="287" y="56"/>
                </a:lnTo>
                <a:lnTo>
                  <a:pt x="272" y="63"/>
                </a:lnTo>
                <a:lnTo>
                  <a:pt x="257" y="70"/>
                </a:lnTo>
                <a:lnTo>
                  <a:pt x="243" y="78"/>
                </a:lnTo>
                <a:lnTo>
                  <a:pt x="229" y="86"/>
                </a:lnTo>
                <a:lnTo>
                  <a:pt x="215" y="94"/>
                </a:lnTo>
                <a:lnTo>
                  <a:pt x="202" y="103"/>
                </a:lnTo>
                <a:lnTo>
                  <a:pt x="189" y="112"/>
                </a:lnTo>
                <a:lnTo>
                  <a:pt x="176" y="121"/>
                </a:lnTo>
                <a:lnTo>
                  <a:pt x="163" y="131"/>
                </a:lnTo>
                <a:lnTo>
                  <a:pt x="151" y="141"/>
                </a:lnTo>
                <a:lnTo>
                  <a:pt x="140" y="151"/>
                </a:lnTo>
                <a:lnTo>
                  <a:pt x="129" y="161"/>
                </a:lnTo>
                <a:lnTo>
                  <a:pt x="118" y="172"/>
                </a:lnTo>
                <a:lnTo>
                  <a:pt x="107" y="183"/>
                </a:lnTo>
                <a:lnTo>
                  <a:pt x="97" y="195"/>
                </a:lnTo>
                <a:lnTo>
                  <a:pt x="88" y="206"/>
                </a:lnTo>
                <a:lnTo>
                  <a:pt x="79" y="218"/>
                </a:lnTo>
                <a:lnTo>
                  <a:pt x="70" y="230"/>
                </a:lnTo>
                <a:lnTo>
                  <a:pt x="62" y="243"/>
                </a:lnTo>
                <a:lnTo>
                  <a:pt x="55" y="256"/>
                </a:lnTo>
                <a:lnTo>
                  <a:pt x="48" y="268"/>
                </a:lnTo>
                <a:lnTo>
                  <a:pt x="41" y="281"/>
                </a:lnTo>
                <a:lnTo>
                  <a:pt x="35" y="294"/>
                </a:lnTo>
                <a:lnTo>
                  <a:pt x="29" y="307"/>
                </a:lnTo>
                <a:lnTo>
                  <a:pt x="24" y="320"/>
                </a:lnTo>
                <a:lnTo>
                  <a:pt x="20" y="334"/>
                </a:lnTo>
                <a:lnTo>
                  <a:pt x="16" y="347"/>
                </a:lnTo>
                <a:lnTo>
                  <a:pt x="12" y="361"/>
                </a:lnTo>
                <a:lnTo>
                  <a:pt x="9" y="374"/>
                </a:lnTo>
                <a:lnTo>
                  <a:pt x="7" y="388"/>
                </a:lnTo>
                <a:lnTo>
                  <a:pt x="5" y="402"/>
                </a:lnTo>
                <a:lnTo>
                  <a:pt x="4" y="416"/>
                </a:lnTo>
                <a:lnTo>
                  <a:pt x="3" y="430"/>
                </a:lnTo>
                <a:lnTo>
                  <a:pt x="2" y="443"/>
                </a:lnTo>
                <a:lnTo>
                  <a:pt x="3" y="457"/>
                </a:lnTo>
                <a:lnTo>
                  <a:pt x="4" y="471"/>
                </a:lnTo>
                <a:lnTo>
                  <a:pt x="5" y="485"/>
                </a:lnTo>
                <a:lnTo>
                  <a:pt x="7" y="499"/>
                </a:lnTo>
                <a:lnTo>
                  <a:pt x="9" y="512"/>
                </a:lnTo>
                <a:lnTo>
                  <a:pt x="12" y="526"/>
                </a:lnTo>
                <a:lnTo>
                  <a:pt x="16" y="540"/>
                </a:lnTo>
                <a:lnTo>
                  <a:pt x="20" y="553"/>
                </a:lnTo>
                <a:lnTo>
                  <a:pt x="24" y="566"/>
                </a:lnTo>
                <a:lnTo>
                  <a:pt x="29" y="580"/>
                </a:lnTo>
                <a:lnTo>
                  <a:pt x="35" y="593"/>
                </a:lnTo>
                <a:lnTo>
                  <a:pt x="41" y="606"/>
                </a:lnTo>
                <a:lnTo>
                  <a:pt x="48" y="618"/>
                </a:lnTo>
                <a:lnTo>
                  <a:pt x="55" y="631"/>
                </a:lnTo>
                <a:lnTo>
                  <a:pt x="62" y="643"/>
                </a:lnTo>
                <a:lnTo>
                  <a:pt x="70" y="656"/>
                </a:lnTo>
                <a:lnTo>
                  <a:pt x="79" y="668"/>
                </a:lnTo>
                <a:lnTo>
                  <a:pt x="88" y="680"/>
                </a:lnTo>
                <a:lnTo>
                  <a:pt x="97" y="691"/>
                </a:lnTo>
                <a:lnTo>
                  <a:pt x="107" y="702"/>
                </a:lnTo>
                <a:lnTo>
                  <a:pt x="118" y="713"/>
                </a:lnTo>
                <a:lnTo>
                  <a:pt x="129" y="724"/>
                </a:lnTo>
                <a:lnTo>
                  <a:pt x="140" y="735"/>
                </a:lnTo>
                <a:lnTo>
                  <a:pt x="151" y="745"/>
                </a:lnTo>
                <a:lnTo>
                  <a:pt x="163" y="755"/>
                </a:lnTo>
                <a:lnTo>
                  <a:pt x="176" y="765"/>
                </a:lnTo>
                <a:lnTo>
                  <a:pt x="189" y="774"/>
                </a:lnTo>
                <a:lnTo>
                  <a:pt x="202" y="783"/>
                </a:lnTo>
                <a:lnTo>
                  <a:pt x="215" y="792"/>
                </a:lnTo>
                <a:lnTo>
                  <a:pt x="229" y="800"/>
                </a:lnTo>
                <a:lnTo>
                  <a:pt x="243" y="808"/>
                </a:lnTo>
                <a:lnTo>
                  <a:pt x="257" y="815"/>
                </a:lnTo>
                <a:lnTo>
                  <a:pt x="272" y="823"/>
                </a:lnTo>
                <a:lnTo>
                  <a:pt x="287" y="830"/>
                </a:lnTo>
                <a:lnTo>
                  <a:pt x="302" y="836"/>
                </a:lnTo>
                <a:lnTo>
                  <a:pt x="318" y="842"/>
                </a:lnTo>
                <a:lnTo>
                  <a:pt x="334" y="848"/>
                </a:lnTo>
                <a:lnTo>
                  <a:pt x="350" y="853"/>
                </a:lnTo>
                <a:lnTo>
                  <a:pt x="366" y="858"/>
                </a:lnTo>
                <a:lnTo>
                  <a:pt x="382" y="862"/>
                </a:lnTo>
                <a:lnTo>
                  <a:pt x="399" y="867"/>
                </a:lnTo>
                <a:lnTo>
                  <a:pt x="415" y="870"/>
                </a:lnTo>
                <a:lnTo>
                  <a:pt x="432" y="873"/>
                </a:lnTo>
                <a:lnTo>
                  <a:pt x="449" y="876"/>
                </a:lnTo>
                <a:lnTo>
                  <a:pt x="466" y="879"/>
                </a:lnTo>
                <a:lnTo>
                  <a:pt x="483" y="881"/>
                </a:lnTo>
                <a:lnTo>
                  <a:pt x="500" y="882"/>
                </a:lnTo>
                <a:lnTo>
                  <a:pt x="518" y="883"/>
                </a:lnTo>
                <a:lnTo>
                  <a:pt x="536" y="884"/>
                </a:lnTo>
                <a:lnTo>
                  <a:pt x="553" y="884"/>
                </a:lnTo>
                <a:lnTo>
                  <a:pt x="570" y="884"/>
                </a:lnTo>
                <a:lnTo>
                  <a:pt x="587" y="883"/>
                </a:lnTo>
                <a:lnTo>
                  <a:pt x="604" y="882"/>
                </a:lnTo>
                <a:lnTo>
                  <a:pt x="622" y="881"/>
                </a:lnTo>
                <a:lnTo>
                  <a:pt x="639" y="879"/>
                </a:lnTo>
                <a:lnTo>
                  <a:pt x="656" y="876"/>
                </a:lnTo>
                <a:lnTo>
                  <a:pt x="673" y="873"/>
                </a:lnTo>
                <a:lnTo>
                  <a:pt x="689" y="870"/>
                </a:lnTo>
                <a:lnTo>
                  <a:pt x="706" y="867"/>
                </a:lnTo>
                <a:lnTo>
                  <a:pt x="723" y="862"/>
                </a:lnTo>
                <a:lnTo>
                  <a:pt x="739" y="858"/>
                </a:lnTo>
                <a:lnTo>
                  <a:pt x="755" y="853"/>
                </a:lnTo>
                <a:lnTo>
                  <a:pt x="771" y="848"/>
                </a:lnTo>
                <a:lnTo>
                  <a:pt x="787" y="842"/>
                </a:lnTo>
                <a:lnTo>
                  <a:pt x="802" y="836"/>
                </a:lnTo>
                <a:lnTo>
                  <a:pt x="817" y="830"/>
                </a:lnTo>
                <a:lnTo>
                  <a:pt x="832" y="823"/>
                </a:lnTo>
                <a:lnTo>
                  <a:pt x="847" y="815"/>
                </a:lnTo>
                <a:lnTo>
                  <a:pt x="862" y="808"/>
                </a:lnTo>
                <a:lnTo>
                  <a:pt x="876" y="800"/>
                </a:lnTo>
                <a:lnTo>
                  <a:pt x="890" y="792"/>
                </a:lnTo>
                <a:lnTo>
                  <a:pt x="903" y="783"/>
                </a:lnTo>
                <a:lnTo>
                  <a:pt x="916" y="774"/>
                </a:lnTo>
                <a:lnTo>
                  <a:pt x="929" y="765"/>
                </a:lnTo>
                <a:lnTo>
                  <a:pt x="941" y="755"/>
                </a:lnTo>
                <a:lnTo>
                  <a:pt x="953" y="745"/>
                </a:lnTo>
                <a:lnTo>
                  <a:pt x="965" y="735"/>
                </a:lnTo>
                <a:lnTo>
                  <a:pt x="976" y="724"/>
                </a:lnTo>
                <a:lnTo>
                  <a:pt x="987" y="713"/>
                </a:lnTo>
                <a:lnTo>
                  <a:pt x="997" y="702"/>
                </a:lnTo>
                <a:lnTo>
                  <a:pt x="1007" y="691"/>
                </a:lnTo>
                <a:lnTo>
                  <a:pt x="1017" y="680"/>
                </a:lnTo>
                <a:lnTo>
                  <a:pt x="1026" y="668"/>
                </a:lnTo>
                <a:lnTo>
                  <a:pt x="1034" y="656"/>
                </a:lnTo>
                <a:lnTo>
                  <a:pt x="1042" y="643"/>
                </a:lnTo>
                <a:lnTo>
                  <a:pt x="1050" y="631"/>
                </a:lnTo>
                <a:lnTo>
                  <a:pt x="1057" y="618"/>
                </a:lnTo>
                <a:lnTo>
                  <a:pt x="1064" y="606"/>
                </a:lnTo>
                <a:lnTo>
                  <a:pt x="1070" y="593"/>
                </a:lnTo>
                <a:lnTo>
                  <a:pt x="1075" y="580"/>
                </a:lnTo>
                <a:lnTo>
                  <a:pt x="1080" y="566"/>
                </a:lnTo>
                <a:lnTo>
                  <a:pt x="1085" y="553"/>
                </a:lnTo>
                <a:lnTo>
                  <a:pt x="1089" y="540"/>
                </a:lnTo>
                <a:lnTo>
                  <a:pt x="1092" y="526"/>
                </a:lnTo>
                <a:lnTo>
                  <a:pt x="1095" y="512"/>
                </a:lnTo>
                <a:lnTo>
                  <a:pt x="1098" y="499"/>
                </a:lnTo>
                <a:lnTo>
                  <a:pt x="1100" y="485"/>
                </a:lnTo>
                <a:lnTo>
                  <a:pt x="1101" y="471"/>
                </a:lnTo>
                <a:lnTo>
                  <a:pt x="1102" y="457"/>
                </a:lnTo>
                <a:lnTo>
                  <a:pt x="1102" y="443"/>
                </a:lnTo>
                <a:moveTo>
                  <a:pt x="1104" y="443"/>
                </a:moveTo>
                <a:lnTo>
                  <a:pt x="1104" y="457"/>
                </a:lnTo>
                <a:lnTo>
                  <a:pt x="1103" y="471"/>
                </a:lnTo>
                <a:lnTo>
                  <a:pt x="1102" y="485"/>
                </a:lnTo>
                <a:lnTo>
                  <a:pt x="1100" y="499"/>
                </a:lnTo>
                <a:lnTo>
                  <a:pt x="1098" y="513"/>
                </a:lnTo>
                <a:lnTo>
                  <a:pt x="1095" y="526"/>
                </a:lnTo>
                <a:lnTo>
                  <a:pt x="1091" y="540"/>
                </a:lnTo>
                <a:lnTo>
                  <a:pt x="1087" y="553"/>
                </a:lnTo>
                <a:lnTo>
                  <a:pt x="1083" y="567"/>
                </a:lnTo>
                <a:lnTo>
                  <a:pt x="1077" y="580"/>
                </a:lnTo>
                <a:lnTo>
                  <a:pt x="1072" y="593"/>
                </a:lnTo>
                <a:lnTo>
                  <a:pt x="1066" y="606"/>
                </a:lnTo>
                <a:lnTo>
                  <a:pt x="1059" y="619"/>
                </a:lnTo>
                <a:lnTo>
                  <a:pt x="1052" y="632"/>
                </a:lnTo>
                <a:lnTo>
                  <a:pt x="1044" y="644"/>
                </a:lnTo>
                <a:lnTo>
                  <a:pt x="1036" y="657"/>
                </a:lnTo>
                <a:lnTo>
                  <a:pt x="1028" y="669"/>
                </a:lnTo>
                <a:lnTo>
                  <a:pt x="1019" y="680"/>
                </a:lnTo>
                <a:lnTo>
                  <a:pt x="1009" y="692"/>
                </a:lnTo>
                <a:lnTo>
                  <a:pt x="999" y="703"/>
                </a:lnTo>
                <a:lnTo>
                  <a:pt x="989" y="715"/>
                </a:lnTo>
                <a:lnTo>
                  <a:pt x="978" y="725"/>
                </a:lnTo>
                <a:lnTo>
                  <a:pt x="967" y="736"/>
                </a:lnTo>
                <a:lnTo>
                  <a:pt x="955" y="746"/>
                </a:lnTo>
                <a:lnTo>
                  <a:pt x="943" y="756"/>
                </a:lnTo>
                <a:lnTo>
                  <a:pt x="930" y="766"/>
                </a:lnTo>
                <a:lnTo>
                  <a:pt x="918" y="775"/>
                </a:lnTo>
                <a:lnTo>
                  <a:pt x="904" y="784"/>
                </a:lnTo>
                <a:lnTo>
                  <a:pt x="891" y="793"/>
                </a:lnTo>
                <a:lnTo>
                  <a:pt x="877" y="801"/>
                </a:lnTo>
                <a:lnTo>
                  <a:pt x="863" y="809"/>
                </a:lnTo>
                <a:lnTo>
                  <a:pt x="848" y="817"/>
                </a:lnTo>
                <a:lnTo>
                  <a:pt x="834" y="824"/>
                </a:lnTo>
                <a:lnTo>
                  <a:pt x="819" y="831"/>
                </a:lnTo>
                <a:lnTo>
                  <a:pt x="803" y="838"/>
                </a:lnTo>
                <a:lnTo>
                  <a:pt x="788" y="844"/>
                </a:lnTo>
                <a:lnTo>
                  <a:pt x="772" y="850"/>
                </a:lnTo>
                <a:lnTo>
                  <a:pt x="756" y="855"/>
                </a:lnTo>
                <a:lnTo>
                  <a:pt x="740" y="860"/>
                </a:lnTo>
                <a:lnTo>
                  <a:pt x="723" y="864"/>
                </a:lnTo>
                <a:lnTo>
                  <a:pt x="707" y="868"/>
                </a:lnTo>
                <a:lnTo>
                  <a:pt x="690" y="872"/>
                </a:lnTo>
                <a:lnTo>
                  <a:pt x="673" y="875"/>
                </a:lnTo>
                <a:lnTo>
                  <a:pt x="656" y="878"/>
                </a:lnTo>
                <a:lnTo>
                  <a:pt x="639" y="880"/>
                </a:lnTo>
                <a:lnTo>
                  <a:pt x="622" y="882"/>
                </a:lnTo>
                <a:lnTo>
                  <a:pt x="605" y="884"/>
                </a:lnTo>
                <a:lnTo>
                  <a:pt x="587" y="885"/>
                </a:lnTo>
                <a:lnTo>
                  <a:pt x="570" y="886"/>
                </a:lnTo>
                <a:lnTo>
                  <a:pt x="553" y="886"/>
                </a:lnTo>
                <a:lnTo>
                  <a:pt x="535" y="886"/>
                </a:lnTo>
                <a:lnTo>
                  <a:pt x="518" y="885"/>
                </a:lnTo>
                <a:lnTo>
                  <a:pt x="500" y="884"/>
                </a:lnTo>
                <a:lnTo>
                  <a:pt x="483" y="882"/>
                </a:lnTo>
                <a:lnTo>
                  <a:pt x="466" y="880"/>
                </a:lnTo>
                <a:lnTo>
                  <a:pt x="448" y="878"/>
                </a:lnTo>
                <a:lnTo>
                  <a:pt x="431" y="875"/>
                </a:lnTo>
                <a:lnTo>
                  <a:pt x="415" y="872"/>
                </a:lnTo>
                <a:lnTo>
                  <a:pt x="398" y="868"/>
                </a:lnTo>
                <a:lnTo>
                  <a:pt x="381" y="864"/>
                </a:lnTo>
                <a:lnTo>
                  <a:pt x="365" y="860"/>
                </a:lnTo>
                <a:lnTo>
                  <a:pt x="349" y="855"/>
                </a:lnTo>
                <a:lnTo>
                  <a:pt x="333" y="850"/>
                </a:lnTo>
                <a:lnTo>
                  <a:pt x="317" y="844"/>
                </a:lnTo>
                <a:lnTo>
                  <a:pt x="301" y="838"/>
                </a:lnTo>
                <a:lnTo>
                  <a:pt x="286" y="831"/>
                </a:lnTo>
                <a:lnTo>
                  <a:pt x="271" y="824"/>
                </a:lnTo>
                <a:lnTo>
                  <a:pt x="256" y="817"/>
                </a:lnTo>
                <a:lnTo>
                  <a:pt x="242" y="809"/>
                </a:lnTo>
                <a:lnTo>
                  <a:pt x="228" y="801"/>
                </a:lnTo>
                <a:lnTo>
                  <a:pt x="214" y="793"/>
                </a:lnTo>
                <a:lnTo>
                  <a:pt x="200" y="784"/>
                </a:lnTo>
                <a:lnTo>
                  <a:pt x="187" y="775"/>
                </a:lnTo>
                <a:lnTo>
                  <a:pt x="174" y="766"/>
                </a:lnTo>
                <a:lnTo>
                  <a:pt x="162" y="756"/>
                </a:lnTo>
                <a:lnTo>
                  <a:pt x="150" y="746"/>
                </a:lnTo>
                <a:lnTo>
                  <a:pt x="138" y="736"/>
                </a:lnTo>
                <a:lnTo>
                  <a:pt x="127" y="725"/>
                </a:lnTo>
                <a:lnTo>
                  <a:pt x="116" y="715"/>
                </a:lnTo>
                <a:lnTo>
                  <a:pt x="106" y="703"/>
                </a:lnTo>
                <a:lnTo>
                  <a:pt x="96" y="692"/>
                </a:lnTo>
                <a:lnTo>
                  <a:pt x="86" y="680"/>
                </a:lnTo>
                <a:lnTo>
                  <a:pt x="77" y="669"/>
                </a:lnTo>
                <a:lnTo>
                  <a:pt x="68" y="657"/>
                </a:lnTo>
                <a:lnTo>
                  <a:pt x="60" y="644"/>
                </a:lnTo>
                <a:lnTo>
                  <a:pt x="53" y="632"/>
                </a:lnTo>
                <a:lnTo>
                  <a:pt x="46" y="619"/>
                </a:lnTo>
                <a:lnTo>
                  <a:pt x="39" y="606"/>
                </a:lnTo>
                <a:lnTo>
                  <a:pt x="33" y="593"/>
                </a:lnTo>
                <a:lnTo>
                  <a:pt x="27" y="580"/>
                </a:lnTo>
                <a:lnTo>
                  <a:pt x="22" y="567"/>
                </a:lnTo>
                <a:lnTo>
                  <a:pt x="17" y="553"/>
                </a:lnTo>
                <a:lnTo>
                  <a:pt x="13" y="540"/>
                </a:lnTo>
                <a:lnTo>
                  <a:pt x="10" y="526"/>
                </a:lnTo>
                <a:lnTo>
                  <a:pt x="7" y="513"/>
                </a:lnTo>
                <a:lnTo>
                  <a:pt x="4" y="499"/>
                </a:lnTo>
                <a:lnTo>
                  <a:pt x="3" y="485"/>
                </a:lnTo>
                <a:lnTo>
                  <a:pt x="1" y="471"/>
                </a:lnTo>
                <a:lnTo>
                  <a:pt x="0" y="457"/>
                </a:lnTo>
                <a:lnTo>
                  <a:pt x="0" y="443"/>
                </a:lnTo>
                <a:lnTo>
                  <a:pt x="0" y="429"/>
                </a:lnTo>
                <a:lnTo>
                  <a:pt x="1" y="416"/>
                </a:lnTo>
                <a:lnTo>
                  <a:pt x="3" y="402"/>
                </a:lnTo>
                <a:lnTo>
                  <a:pt x="4" y="388"/>
                </a:lnTo>
                <a:lnTo>
                  <a:pt x="7" y="374"/>
                </a:lnTo>
                <a:lnTo>
                  <a:pt x="10" y="360"/>
                </a:lnTo>
                <a:lnTo>
                  <a:pt x="13" y="347"/>
                </a:lnTo>
                <a:lnTo>
                  <a:pt x="17" y="333"/>
                </a:lnTo>
                <a:lnTo>
                  <a:pt x="22" y="320"/>
                </a:lnTo>
                <a:lnTo>
                  <a:pt x="27" y="307"/>
                </a:lnTo>
                <a:lnTo>
                  <a:pt x="33" y="293"/>
                </a:lnTo>
                <a:lnTo>
                  <a:pt x="39" y="280"/>
                </a:lnTo>
                <a:lnTo>
                  <a:pt x="46" y="268"/>
                </a:lnTo>
                <a:lnTo>
                  <a:pt x="53" y="255"/>
                </a:lnTo>
                <a:lnTo>
                  <a:pt x="60" y="242"/>
                </a:lnTo>
                <a:lnTo>
                  <a:pt x="68" y="229"/>
                </a:lnTo>
                <a:lnTo>
                  <a:pt x="77" y="217"/>
                </a:lnTo>
                <a:lnTo>
                  <a:pt x="86" y="205"/>
                </a:lnTo>
                <a:lnTo>
                  <a:pt x="96" y="194"/>
                </a:lnTo>
                <a:lnTo>
                  <a:pt x="106" y="182"/>
                </a:lnTo>
                <a:lnTo>
                  <a:pt x="116" y="171"/>
                </a:lnTo>
                <a:lnTo>
                  <a:pt x="127" y="160"/>
                </a:lnTo>
                <a:lnTo>
                  <a:pt x="138" y="150"/>
                </a:lnTo>
                <a:lnTo>
                  <a:pt x="150" y="139"/>
                </a:lnTo>
                <a:lnTo>
                  <a:pt x="162" y="129"/>
                </a:lnTo>
                <a:lnTo>
                  <a:pt x="174" y="120"/>
                </a:lnTo>
                <a:lnTo>
                  <a:pt x="187" y="110"/>
                </a:lnTo>
                <a:lnTo>
                  <a:pt x="200" y="101"/>
                </a:lnTo>
                <a:lnTo>
                  <a:pt x="214" y="93"/>
                </a:lnTo>
                <a:lnTo>
                  <a:pt x="228" y="84"/>
                </a:lnTo>
                <a:lnTo>
                  <a:pt x="242" y="76"/>
                </a:lnTo>
                <a:lnTo>
                  <a:pt x="256" y="69"/>
                </a:lnTo>
                <a:lnTo>
                  <a:pt x="271" y="61"/>
                </a:lnTo>
                <a:lnTo>
                  <a:pt x="286" y="55"/>
                </a:lnTo>
                <a:lnTo>
                  <a:pt x="301" y="48"/>
                </a:lnTo>
                <a:lnTo>
                  <a:pt x="317" y="42"/>
                </a:lnTo>
                <a:lnTo>
                  <a:pt x="333" y="36"/>
                </a:lnTo>
                <a:lnTo>
                  <a:pt x="349" y="31"/>
                </a:lnTo>
                <a:lnTo>
                  <a:pt x="365" y="26"/>
                </a:lnTo>
                <a:lnTo>
                  <a:pt x="381" y="22"/>
                </a:lnTo>
                <a:lnTo>
                  <a:pt x="398" y="17"/>
                </a:lnTo>
                <a:lnTo>
                  <a:pt x="415" y="14"/>
                </a:lnTo>
                <a:lnTo>
                  <a:pt x="431" y="11"/>
                </a:lnTo>
                <a:lnTo>
                  <a:pt x="448" y="8"/>
                </a:lnTo>
                <a:lnTo>
                  <a:pt x="466" y="5"/>
                </a:lnTo>
                <a:lnTo>
                  <a:pt x="483" y="3"/>
                </a:lnTo>
                <a:lnTo>
                  <a:pt x="500" y="2"/>
                </a:lnTo>
                <a:lnTo>
                  <a:pt x="518" y="1"/>
                </a:lnTo>
                <a:lnTo>
                  <a:pt x="535" y="0"/>
                </a:lnTo>
                <a:lnTo>
                  <a:pt x="553" y="0"/>
                </a:lnTo>
                <a:lnTo>
                  <a:pt x="570" y="0"/>
                </a:lnTo>
                <a:lnTo>
                  <a:pt x="587" y="1"/>
                </a:lnTo>
                <a:lnTo>
                  <a:pt x="605" y="2"/>
                </a:lnTo>
                <a:lnTo>
                  <a:pt x="622" y="3"/>
                </a:lnTo>
                <a:lnTo>
                  <a:pt x="639" y="5"/>
                </a:lnTo>
                <a:lnTo>
                  <a:pt x="656" y="8"/>
                </a:lnTo>
                <a:lnTo>
                  <a:pt x="673" y="11"/>
                </a:lnTo>
                <a:lnTo>
                  <a:pt x="690" y="14"/>
                </a:lnTo>
                <a:lnTo>
                  <a:pt x="707" y="17"/>
                </a:lnTo>
                <a:lnTo>
                  <a:pt x="723" y="22"/>
                </a:lnTo>
                <a:lnTo>
                  <a:pt x="740" y="26"/>
                </a:lnTo>
                <a:lnTo>
                  <a:pt x="756" y="31"/>
                </a:lnTo>
                <a:lnTo>
                  <a:pt x="772" y="36"/>
                </a:lnTo>
                <a:lnTo>
                  <a:pt x="788" y="42"/>
                </a:lnTo>
                <a:lnTo>
                  <a:pt x="803" y="48"/>
                </a:lnTo>
                <a:lnTo>
                  <a:pt x="819" y="55"/>
                </a:lnTo>
                <a:lnTo>
                  <a:pt x="834" y="61"/>
                </a:lnTo>
                <a:lnTo>
                  <a:pt x="848" y="69"/>
                </a:lnTo>
                <a:lnTo>
                  <a:pt x="863" y="76"/>
                </a:lnTo>
                <a:lnTo>
                  <a:pt x="877" y="84"/>
                </a:lnTo>
                <a:lnTo>
                  <a:pt x="891" y="93"/>
                </a:lnTo>
                <a:lnTo>
                  <a:pt x="904" y="101"/>
                </a:lnTo>
                <a:lnTo>
                  <a:pt x="918" y="110"/>
                </a:lnTo>
                <a:lnTo>
                  <a:pt x="930" y="120"/>
                </a:lnTo>
                <a:lnTo>
                  <a:pt x="943" y="129"/>
                </a:lnTo>
                <a:lnTo>
                  <a:pt x="955" y="139"/>
                </a:lnTo>
                <a:lnTo>
                  <a:pt x="967" y="150"/>
                </a:lnTo>
                <a:lnTo>
                  <a:pt x="978" y="160"/>
                </a:lnTo>
                <a:lnTo>
                  <a:pt x="989" y="171"/>
                </a:lnTo>
                <a:lnTo>
                  <a:pt x="999" y="182"/>
                </a:lnTo>
                <a:lnTo>
                  <a:pt x="1009" y="194"/>
                </a:lnTo>
                <a:lnTo>
                  <a:pt x="1019" y="205"/>
                </a:lnTo>
                <a:lnTo>
                  <a:pt x="1028" y="217"/>
                </a:lnTo>
                <a:lnTo>
                  <a:pt x="1036" y="229"/>
                </a:lnTo>
                <a:lnTo>
                  <a:pt x="1044" y="242"/>
                </a:lnTo>
                <a:lnTo>
                  <a:pt x="1052" y="255"/>
                </a:lnTo>
                <a:lnTo>
                  <a:pt x="1059" y="268"/>
                </a:lnTo>
                <a:lnTo>
                  <a:pt x="1066" y="280"/>
                </a:lnTo>
                <a:lnTo>
                  <a:pt x="1072" y="293"/>
                </a:lnTo>
                <a:lnTo>
                  <a:pt x="1077" y="307"/>
                </a:lnTo>
                <a:lnTo>
                  <a:pt x="1083" y="320"/>
                </a:lnTo>
                <a:lnTo>
                  <a:pt x="1087" y="333"/>
                </a:lnTo>
                <a:lnTo>
                  <a:pt x="1091" y="347"/>
                </a:lnTo>
                <a:lnTo>
                  <a:pt x="1095" y="360"/>
                </a:lnTo>
                <a:lnTo>
                  <a:pt x="1098" y="374"/>
                </a:lnTo>
                <a:lnTo>
                  <a:pt x="1100" y="388"/>
                </a:lnTo>
                <a:lnTo>
                  <a:pt x="1102" y="402"/>
                </a:lnTo>
                <a:lnTo>
                  <a:pt x="1103" y="416"/>
                </a:lnTo>
                <a:lnTo>
                  <a:pt x="1104" y="429"/>
                </a:lnTo>
                <a:lnTo>
                  <a:pt x="1104" y="443"/>
                </a:lnTo>
                <a:close/>
              </a:path>
            </a:pathLst>
          </a:custGeom>
          <a:solidFill>
            <a:srgbClr val="ff9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5" name=""/>
          <p:cNvSpPr/>
          <p:nvPr/>
        </p:nvSpPr>
        <p:spPr>
          <a:xfrm>
            <a:off x="4778640" y="1667160"/>
            <a:ext cx="400680" cy="321840"/>
          </a:xfrm>
          <a:custGeom>
            <a:avLst/>
            <a:gdLst/>
            <a:ahLst/>
            <a:rect l="0" t="0" r="r" b="b"/>
            <a:pathLst>
              <a:path w="1113" h="894">
                <a:moveTo>
                  <a:pt x="1108" y="447"/>
                </a:moveTo>
                <a:lnTo>
                  <a:pt x="1108" y="433"/>
                </a:lnTo>
                <a:lnTo>
                  <a:pt x="1107" y="420"/>
                </a:lnTo>
                <a:lnTo>
                  <a:pt x="1106" y="406"/>
                </a:lnTo>
                <a:lnTo>
                  <a:pt x="1104" y="392"/>
                </a:lnTo>
                <a:lnTo>
                  <a:pt x="1102" y="378"/>
                </a:lnTo>
                <a:lnTo>
                  <a:pt x="1099" y="364"/>
                </a:lnTo>
                <a:lnTo>
                  <a:pt x="1095" y="351"/>
                </a:lnTo>
                <a:lnTo>
                  <a:pt x="1091" y="337"/>
                </a:lnTo>
                <a:lnTo>
                  <a:pt x="1087" y="324"/>
                </a:lnTo>
                <a:lnTo>
                  <a:pt x="1081" y="311"/>
                </a:lnTo>
                <a:lnTo>
                  <a:pt x="1076" y="297"/>
                </a:lnTo>
                <a:lnTo>
                  <a:pt x="1070" y="284"/>
                </a:lnTo>
                <a:lnTo>
                  <a:pt x="1063" y="271"/>
                </a:lnTo>
                <a:lnTo>
                  <a:pt x="1056" y="258"/>
                </a:lnTo>
                <a:lnTo>
                  <a:pt x="1048" y="245"/>
                </a:lnTo>
                <a:lnTo>
                  <a:pt x="1040" y="233"/>
                </a:lnTo>
                <a:lnTo>
                  <a:pt x="1032" y="221"/>
                </a:lnTo>
                <a:lnTo>
                  <a:pt x="1023" y="209"/>
                </a:lnTo>
                <a:lnTo>
                  <a:pt x="1013" y="198"/>
                </a:lnTo>
                <a:lnTo>
                  <a:pt x="1003" y="186"/>
                </a:lnTo>
                <a:lnTo>
                  <a:pt x="993" y="175"/>
                </a:lnTo>
                <a:lnTo>
                  <a:pt x="982" y="164"/>
                </a:lnTo>
                <a:lnTo>
                  <a:pt x="971" y="154"/>
                </a:lnTo>
                <a:lnTo>
                  <a:pt x="959" y="143"/>
                </a:lnTo>
                <a:lnTo>
                  <a:pt x="947" y="133"/>
                </a:lnTo>
                <a:lnTo>
                  <a:pt x="934" y="124"/>
                </a:lnTo>
                <a:lnTo>
                  <a:pt x="922" y="114"/>
                </a:lnTo>
                <a:lnTo>
                  <a:pt x="908" y="105"/>
                </a:lnTo>
                <a:lnTo>
                  <a:pt x="895" y="97"/>
                </a:lnTo>
                <a:lnTo>
                  <a:pt x="881" y="88"/>
                </a:lnTo>
                <a:lnTo>
                  <a:pt x="867" y="80"/>
                </a:lnTo>
                <a:lnTo>
                  <a:pt x="852" y="73"/>
                </a:lnTo>
                <a:lnTo>
                  <a:pt x="838" y="65"/>
                </a:lnTo>
                <a:lnTo>
                  <a:pt x="823" y="59"/>
                </a:lnTo>
                <a:lnTo>
                  <a:pt x="807" y="52"/>
                </a:lnTo>
                <a:lnTo>
                  <a:pt x="792" y="46"/>
                </a:lnTo>
                <a:lnTo>
                  <a:pt x="776" y="40"/>
                </a:lnTo>
                <a:lnTo>
                  <a:pt x="760" y="35"/>
                </a:lnTo>
                <a:lnTo>
                  <a:pt x="744" y="30"/>
                </a:lnTo>
                <a:lnTo>
                  <a:pt x="727" y="26"/>
                </a:lnTo>
                <a:lnTo>
                  <a:pt x="711" y="21"/>
                </a:lnTo>
                <a:lnTo>
                  <a:pt x="694" y="18"/>
                </a:lnTo>
                <a:lnTo>
                  <a:pt x="677" y="15"/>
                </a:lnTo>
                <a:lnTo>
                  <a:pt x="660" y="12"/>
                </a:lnTo>
                <a:lnTo>
                  <a:pt x="643" y="9"/>
                </a:lnTo>
                <a:lnTo>
                  <a:pt x="625" y="7"/>
                </a:lnTo>
                <a:lnTo>
                  <a:pt x="608" y="6"/>
                </a:lnTo>
                <a:lnTo>
                  <a:pt x="590" y="5"/>
                </a:lnTo>
                <a:lnTo>
                  <a:pt x="573" y="4"/>
                </a:lnTo>
                <a:lnTo>
                  <a:pt x="556" y="4"/>
                </a:lnTo>
                <a:lnTo>
                  <a:pt x="538" y="4"/>
                </a:lnTo>
                <a:lnTo>
                  <a:pt x="521" y="5"/>
                </a:lnTo>
                <a:lnTo>
                  <a:pt x="504" y="6"/>
                </a:lnTo>
                <a:lnTo>
                  <a:pt x="487" y="7"/>
                </a:lnTo>
                <a:lnTo>
                  <a:pt x="470" y="9"/>
                </a:lnTo>
                <a:lnTo>
                  <a:pt x="452" y="12"/>
                </a:lnTo>
                <a:lnTo>
                  <a:pt x="435" y="15"/>
                </a:lnTo>
                <a:lnTo>
                  <a:pt x="419" y="18"/>
                </a:lnTo>
                <a:lnTo>
                  <a:pt x="402" y="21"/>
                </a:lnTo>
                <a:lnTo>
                  <a:pt x="385" y="26"/>
                </a:lnTo>
                <a:lnTo>
                  <a:pt x="369" y="30"/>
                </a:lnTo>
                <a:lnTo>
                  <a:pt x="353" y="35"/>
                </a:lnTo>
                <a:lnTo>
                  <a:pt x="337" y="40"/>
                </a:lnTo>
                <a:lnTo>
                  <a:pt x="321" y="46"/>
                </a:lnTo>
                <a:lnTo>
                  <a:pt x="305" y="52"/>
                </a:lnTo>
                <a:lnTo>
                  <a:pt x="290" y="59"/>
                </a:lnTo>
                <a:lnTo>
                  <a:pt x="275" y="65"/>
                </a:lnTo>
                <a:lnTo>
                  <a:pt x="260" y="73"/>
                </a:lnTo>
                <a:lnTo>
                  <a:pt x="246" y="80"/>
                </a:lnTo>
                <a:lnTo>
                  <a:pt x="232" y="88"/>
                </a:lnTo>
                <a:lnTo>
                  <a:pt x="218" y="97"/>
                </a:lnTo>
                <a:lnTo>
                  <a:pt x="204" y="105"/>
                </a:lnTo>
                <a:lnTo>
                  <a:pt x="191" y="114"/>
                </a:lnTo>
                <a:lnTo>
                  <a:pt x="178" y="124"/>
                </a:lnTo>
                <a:lnTo>
                  <a:pt x="166" y="133"/>
                </a:lnTo>
                <a:lnTo>
                  <a:pt x="154" y="143"/>
                </a:lnTo>
                <a:lnTo>
                  <a:pt x="142" y="154"/>
                </a:lnTo>
                <a:lnTo>
                  <a:pt x="131" y="164"/>
                </a:lnTo>
                <a:lnTo>
                  <a:pt x="120" y="175"/>
                </a:lnTo>
                <a:lnTo>
                  <a:pt x="110" y="186"/>
                </a:lnTo>
                <a:lnTo>
                  <a:pt x="100" y="198"/>
                </a:lnTo>
                <a:lnTo>
                  <a:pt x="90" y="209"/>
                </a:lnTo>
                <a:lnTo>
                  <a:pt x="81" y="221"/>
                </a:lnTo>
                <a:lnTo>
                  <a:pt x="72" y="233"/>
                </a:lnTo>
                <a:lnTo>
                  <a:pt x="64" y="245"/>
                </a:lnTo>
                <a:lnTo>
                  <a:pt x="57" y="258"/>
                </a:lnTo>
                <a:lnTo>
                  <a:pt x="50" y="271"/>
                </a:lnTo>
                <a:lnTo>
                  <a:pt x="43" y="284"/>
                </a:lnTo>
                <a:lnTo>
                  <a:pt x="37" y="297"/>
                </a:lnTo>
                <a:lnTo>
                  <a:pt x="31" y="311"/>
                </a:lnTo>
                <a:lnTo>
                  <a:pt x="26" y="324"/>
                </a:lnTo>
                <a:lnTo>
                  <a:pt x="21" y="337"/>
                </a:lnTo>
                <a:lnTo>
                  <a:pt x="17" y="351"/>
                </a:lnTo>
                <a:lnTo>
                  <a:pt x="14" y="364"/>
                </a:lnTo>
                <a:lnTo>
                  <a:pt x="11" y="378"/>
                </a:lnTo>
                <a:lnTo>
                  <a:pt x="8" y="392"/>
                </a:lnTo>
                <a:lnTo>
                  <a:pt x="7" y="406"/>
                </a:lnTo>
                <a:lnTo>
                  <a:pt x="5" y="420"/>
                </a:lnTo>
                <a:lnTo>
                  <a:pt x="4" y="433"/>
                </a:lnTo>
                <a:lnTo>
                  <a:pt x="4" y="447"/>
                </a:lnTo>
                <a:lnTo>
                  <a:pt x="4" y="461"/>
                </a:lnTo>
                <a:lnTo>
                  <a:pt x="5" y="475"/>
                </a:lnTo>
                <a:lnTo>
                  <a:pt x="7" y="489"/>
                </a:lnTo>
                <a:lnTo>
                  <a:pt x="8" y="503"/>
                </a:lnTo>
                <a:lnTo>
                  <a:pt x="11" y="517"/>
                </a:lnTo>
                <a:lnTo>
                  <a:pt x="14" y="530"/>
                </a:lnTo>
                <a:lnTo>
                  <a:pt x="17" y="544"/>
                </a:lnTo>
                <a:lnTo>
                  <a:pt x="21" y="557"/>
                </a:lnTo>
                <a:lnTo>
                  <a:pt x="26" y="571"/>
                </a:lnTo>
                <a:lnTo>
                  <a:pt x="31" y="584"/>
                </a:lnTo>
                <a:lnTo>
                  <a:pt x="37" y="597"/>
                </a:lnTo>
                <a:lnTo>
                  <a:pt x="43" y="610"/>
                </a:lnTo>
                <a:lnTo>
                  <a:pt x="50" y="623"/>
                </a:lnTo>
                <a:lnTo>
                  <a:pt x="57" y="636"/>
                </a:lnTo>
                <a:lnTo>
                  <a:pt x="64" y="648"/>
                </a:lnTo>
                <a:lnTo>
                  <a:pt x="72" y="661"/>
                </a:lnTo>
                <a:lnTo>
                  <a:pt x="81" y="673"/>
                </a:lnTo>
                <a:lnTo>
                  <a:pt x="90" y="684"/>
                </a:lnTo>
                <a:lnTo>
                  <a:pt x="100" y="696"/>
                </a:lnTo>
                <a:lnTo>
                  <a:pt x="110" y="707"/>
                </a:lnTo>
                <a:lnTo>
                  <a:pt x="120" y="719"/>
                </a:lnTo>
                <a:lnTo>
                  <a:pt x="131" y="729"/>
                </a:lnTo>
                <a:lnTo>
                  <a:pt x="142" y="740"/>
                </a:lnTo>
                <a:lnTo>
                  <a:pt x="154" y="750"/>
                </a:lnTo>
                <a:lnTo>
                  <a:pt x="166" y="760"/>
                </a:lnTo>
                <a:lnTo>
                  <a:pt x="178" y="770"/>
                </a:lnTo>
                <a:lnTo>
                  <a:pt x="191" y="779"/>
                </a:lnTo>
                <a:lnTo>
                  <a:pt x="204" y="788"/>
                </a:lnTo>
                <a:lnTo>
                  <a:pt x="218" y="797"/>
                </a:lnTo>
                <a:lnTo>
                  <a:pt x="232" y="805"/>
                </a:lnTo>
                <a:lnTo>
                  <a:pt x="246" y="813"/>
                </a:lnTo>
                <a:lnTo>
                  <a:pt x="260" y="821"/>
                </a:lnTo>
                <a:lnTo>
                  <a:pt x="275" y="828"/>
                </a:lnTo>
                <a:lnTo>
                  <a:pt x="290" y="835"/>
                </a:lnTo>
                <a:lnTo>
                  <a:pt x="305" y="842"/>
                </a:lnTo>
                <a:lnTo>
                  <a:pt x="321" y="848"/>
                </a:lnTo>
                <a:lnTo>
                  <a:pt x="337" y="854"/>
                </a:lnTo>
                <a:lnTo>
                  <a:pt x="353" y="859"/>
                </a:lnTo>
                <a:lnTo>
                  <a:pt x="369" y="864"/>
                </a:lnTo>
                <a:lnTo>
                  <a:pt x="385" y="868"/>
                </a:lnTo>
                <a:lnTo>
                  <a:pt x="402" y="872"/>
                </a:lnTo>
                <a:lnTo>
                  <a:pt x="419" y="876"/>
                </a:lnTo>
                <a:lnTo>
                  <a:pt x="435" y="879"/>
                </a:lnTo>
                <a:lnTo>
                  <a:pt x="452" y="882"/>
                </a:lnTo>
                <a:lnTo>
                  <a:pt x="470" y="884"/>
                </a:lnTo>
                <a:lnTo>
                  <a:pt x="487" y="886"/>
                </a:lnTo>
                <a:lnTo>
                  <a:pt x="504" y="888"/>
                </a:lnTo>
                <a:lnTo>
                  <a:pt x="521" y="889"/>
                </a:lnTo>
                <a:lnTo>
                  <a:pt x="538" y="890"/>
                </a:lnTo>
                <a:lnTo>
                  <a:pt x="556" y="890"/>
                </a:lnTo>
                <a:lnTo>
                  <a:pt x="573" y="890"/>
                </a:lnTo>
                <a:lnTo>
                  <a:pt x="590" y="889"/>
                </a:lnTo>
                <a:lnTo>
                  <a:pt x="608" y="888"/>
                </a:lnTo>
                <a:lnTo>
                  <a:pt x="625" y="886"/>
                </a:lnTo>
                <a:lnTo>
                  <a:pt x="643" y="884"/>
                </a:lnTo>
                <a:lnTo>
                  <a:pt x="660" y="882"/>
                </a:lnTo>
                <a:lnTo>
                  <a:pt x="677" y="879"/>
                </a:lnTo>
                <a:lnTo>
                  <a:pt x="694" y="876"/>
                </a:lnTo>
                <a:lnTo>
                  <a:pt x="711" y="872"/>
                </a:lnTo>
                <a:lnTo>
                  <a:pt x="727" y="868"/>
                </a:lnTo>
                <a:lnTo>
                  <a:pt x="744" y="864"/>
                </a:lnTo>
                <a:lnTo>
                  <a:pt x="760" y="859"/>
                </a:lnTo>
                <a:lnTo>
                  <a:pt x="776" y="854"/>
                </a:lnTo>
                <a:lnTo>
                  <a:pt x="792" y="848"/>
                </a:lnTo>
                <a:lnTo>
                  <a:pt x="807" y="842"/>
                </a:lnTo>
                <a:lnTo>
                  <a:pt x="823" y="835"/>
                </a:lnTo>
                <a:lnTo>
                  <a:pt x="838" y="828"/>
                </a:lnTo>
                <a:lnTo>
                  <a:pt x="852" y="821"/>
                </a:lnTo>
                <a:lnTo>
                  <a:pt x="867" y="813"/>
                </a:lnTo>
                <a:lnTo>
                  <a:pt x="881" y="805"/>
                </a:lnTo>
                <a:lnTo>
                  <a:pt x="895" y="797"/>
                </a:lnTo>
                <a:lnTo>
                  <a:pt x="908" y="788"/>
                </a:lnTo>
                <a:lnTo>
                  <a:pt x="922" y="779"/>
                </a:lnTo>
                <a:lnTo>
                  <a:pt x="934" y="770"/>
                </a:lnTo>
                <a:lnTo>
                  <a:pt x="947" y="760"/>
                </a:lnTo>
                <a:lnTo>
                  <a:pt x="959" y="750"/>
                </a:lnTo>
                <a:lnTo>
                  <a:pt x="971" y="740"/>
                </a:lnTo>
                <a:lnTo>
                  <a:pt x="982" y="729"/>
                </a:lnTo>
                <a:lnTo>
                  <a:pt x="993" y="719"/>
                </a:lnTo>
                <a:lnTo>
                  <a:pt x="1003" y="707"/>
                </a:lnTo>
                <a:lnTo>
                  <a:pt x="1013" y="696"/>
                </a:lnTo>
                <a:lnTo>
                  <a:pt x="1023" y="684"/>
                </a:lnTo>
                <a:lnTo>
                  <a:pt x="1032" y="673"/>
                </a:lnTo>
                <a:lnTo>
                  <a:pt x="1040" y="661"/>
                </a:lnTo>
                <a:lnTo>
                  <a:pt x="1048" y="648"/>
                </a:lnTo>
                <a:lnTo>
                  <a:pt x="1056" y="636"/>
                </a:lnTo>
                <a:lnTo>
                  <a:pt x="1063" y="623"/>
                </a:lnTo>
                <a:lnTo>
                  <a:pt x="1070" y="610"/>
                </a:lnTo>
                <a:lnTo>
                  <a:pt x="1076" y="597"/>
                </a:lnTo>
                <a:lnTo>
                  <a:pt x="1081" y="584"/>
                </a:lnTo>
                <a:lnTo>
                  <a:pt x="1087" y="571"/>
                </a:lnTo>
                <a:lnTo>
                  <a:pt x="1091" y="557"/>
                </a:lnTo>
                <a:lnTo>
                  <a:pt x="1095" y="544"/>
                </a:lnTo>
                <a:lnTo>
                  <a:pt x="1099" y="530"/>
                </a:lnTo>
                <a:lnTo>
                  <a:pt x="1102" y="517"/>
                </a:lnTo>
                <a:lnTo>
                  <a:pt x="1104" y="503"/>
                </a:lnTo>
                <a:lnTo>
                  <a:pt x="1106" y="489"/>
                </a:lnTo>
                <a:lnTo>
                  <a:pt x="1107" y="475"/>
                </a:lnTo>
                <a:lnTo>
                  <a:pt x="1108" y="461"/>
                </a:lnTo>
                <a:lnTo>
                  <a:pt x="1108" y="447"/>
                </a:lnTo>
                <a:moveTo>
                  <a:pt x="1113" y="447"/>
                </a:moveTo>
                <a:lnTo>
                  <a:pt x="1113" y="461"/>
                </a:lnTo>
                <a:lnTo>
                  <a:pt x="1112" y="475"/>
                </a:lnTo>
                <a:lnTo>
                  <a:pt x="1111" y="489"/>
                </a:lnTo>
                <a:lnTo>
                  <a:pt x="1109" y="503"/>
                </a:lnTo>
                <a:lnTo>
                  <a:pt x="1106" y="517"/>
                </a:lnTo>
                <a:lnTo>
                  <a:pt x="1103" y="531"/>
                </a:lnTo>
                <a:lnTo>
                  <a:pt x="1100" y="545"/>
                </a:lnTo>
                <a:lnTo>
                  <a:pt x="1096" y="558"/>
                </a:lnTo>
                <a:lnTo>
                  <a:pt x="1091" y="572"/>
                </a:lnTo>
                <a:lnTo>
                  <a:pt x="1086" y="585"/>
                </a:lnTo>
                <a:lnTo>
                  <a:pt x="1080" y="599"/>
                </a:lnTo>
                <a:lnTo>
                  <a:pt x="1074" y="612"/>
                </a:lnTo>
                <a:lnTo>
                  <a:pt x="1067" y="625"/>
                </a:lnTo>
                <a:lnTo>
                  <a:pt x="1060" y="637"/>
                </a:lnTo>
                <a:lnTo>
                  <a:pt x="1052" y="650"/>
                </a:lnTo>
                <a:lnTo>
                  <a:pt x="1044" y="662"/>
                </a:lnTo>
                <a:lnTo>
                  <a:pt x="1036" y="675"/>
                </a:lnTo>
                <a:lnTo>
                  <a:pt x="1026" y="686"/>
                </a:lnTo>
                <a:lnTo>
                  <a:pt x="1017" y="698"/>
                </a:lnTo>
                <a:lnTo>
                  <a:pt x="1007" y="710"/>
                </a:lnTo>
                <a:lnTo>
                  <a:pt x="996" y="721"/>
                </a:lnTo>
                <a:lnTo>
                  <a:pt x="985" y="732"/>
                </a:lnTo>
                <a:lnTo>
                  <a:pt x="974" y="742"/>
                </a:lnTo>
                <a:lnTo>
                  <a:pt x="962" y="753"/>
                </a:lnTo>
                <a:lnTo>
                  <a:pt x="950" y="763"/>
                </a:lnTo>
                <a:lnTo>
                  <a:pt x="938" y="773"/>
                </a:lnTo>
                <a:lnTo>
                  <a:pt x="925" y="782"/>
                </a:lnTo>
                <a:lnTo>
                  <a:pt x="911" y="791"/>
                </a:lnTo>
                <a:lnTo>
                  <a:pt x="898" y="800"/>
                </a:lnTo>
                <a:lnTo>
                  <a:pt x="884" y="808"/>
                </a:lnTo>
                <a:lnTo>
                  <a:pt x="869" y="816"/>
                </a:lnTo>
                <a:lnTo>
                  <a:pt x="855" y="824"/>
                </a:lnTo>
                <a:lnTo>
                  <a:pt x="840" y="831"/>
                </a:lnTo>
                <a:lnTo>
                  <a:pt x="825" y="838"/>
                </a:lnTo>
                <a:lnTo>
                  <a:pt x="809" y="845"/>
                </a:lnTo>
                <a:lnTo>
                  <a:pt x="794" y="851"/>
                </a:lnTo>
                <a:lnTo>
                  <a:pt x="778" y="857"/>
                </a:lnTo>
                <a:lnTo>
                  <a:pt x="762" y="862"/>
                </a:lnTo>
                <a:lnTo>
                  <a:pt x="745" y="867"/>
                </a:lnTo>
                <a:lnTo>
                  <a:pt x="729" y="872"/>
                </a:lnTo>
                <a:lnTo>
                  <a:pt x="712" y="876"/>
                </a:lnTo>
                <a:lnTo>
                  <a:pt x="695" y="880"/>
                </a:lnTo>
                <a:lnTo>
                  <a:pt x="678" y="883"/>
                </a:lnTo>
                <a:lnTo>
                  <a:pt x="661" y="886"/>
                </a:lnTo>
                <a:lnTo>
                  <a:pt x="644" y="888"/>
                </a:lnTo>
                <a:lnTo>
                  <a:pt x="627" y="890"/>
                </a:lnTo>
                <a:lnTo>
                  <a:pt x="608" y="892"/>
                </a:lnTo>
                <a:lnTo>
                  <a:pt x="591" y="893"/>
                </a:lnTo>
                <a:lnTo>
                  <a:pt x="573" y="893"/>
                </a:lnTo>
                <a:lnTo>
                  <a:pt x="556" y="894"/>
                </a:lnTo>
                <a:lnTo>
                  <a:pt x="538" y="893"/>
                </a:lnTo>
                <a:lnTo>
                  <a:pt x="521" y="893"/>
                </a:lnTo>
                <a:lnTo>
                  <a:pt x="503" y="892"/>
                </a:lnTo>
                <a:lnTo>
                  <a:pt x="486" y="890"/>
                </a:lnTo>
                <a:lnTo>
                  <a:pt x="469" y="888"/>
                </a:lnTo>
                <a:lnTo>
                  <a:pt x="452" y="886"/>
                </a:lnTo>
                <a:lnTo>
                  <a:pt x="434" y="883"/>
                </a:lnTo>
                <a:lnTo>
                  <a:pt x="417" y="880"/>
                </a:lnTo>
                <a:lnTo>
                  <a:pt x="401" y="876"/>
                </a:lnTo>
                <a:lnTo>
                  <a:pt x="384" y="872"/>
                </a:lnTo>
                <a:lnTo>
                  <a:pt x="367" y="867"/>
                </a:lnTo>
                <a:lnTo>
                  <a:pt x="351" y="862"/>
                </a:lnTo>
                <a:lnTo>
                  <a:pt x="335" y="857"/>
                </a:lnTo>
                <a:lnTo>
                  <a:pt x="319" y="851"/>
                </a:lnTo>
                <a:lnTo>
                  <a:pt x="303" y="845"/>
                </a:lnTo>
                <a:lnTo>
                  <a:pt x="288" y="838"/>
                </a:lnTo>
                <a:lnTo>
                  <a:pt x="273" y="831"/>
                </a:lnTo>
                <a:lnTo>
                  <a:pt x="258" y="824"/>
                </a:lnTo>
                <a:lnTo>
                  <a:pt x="243" y="816"/>
                </a:lnTo>
                <a:lnTo>
                  <a:pt x="229" y="808"/>
                </a:lnTo>
                <a:lnTo>
                  <a:pt x="215" y="800"/>
                </a:lnTo>
                <a:lnTo>
                  <a:pt x="201" y="791"/>
                </a:lnTo>
                <a:lnTo>
                  <a:pt x="188" y="782"/>
                </a:lnTo>
                <a:lnTo>
                  <a:pt x="175" y="773"/>
                </a:lnTo>
                <a:lnTo>
                  <a:pt x="162" y="763"/>
                </a:lnTo>
                <a:lnTo>
                  <a:pt x="150" y="753"/>
                </a:lnTo>
                <a:lnTo>
                  <a:pt x="139" y="742"/>
                </a:lnTo>
                <a:lnTo>
                  <a:pt x="127" y="732"/>
                </a:lnTo>
                <a:lnTo>
                  <a:pt x="116" y="721"/>
                </a:lnTo>
                <a:lnTo>
                  <a:pt x="106" y="710"/>
                </a:lnTo>
                <a:lnTo>
                  <a:pt x="96" y="698"/>
                </a:lnTo>
                <a:lnTo>
                  <a:pt x="86" y="686"/>
                </a:lnTo>
                <a:lnTo>
                  <a:pt x="77" y="675"/>
                </a:lnTo>
                <a:lnTo>
                  <a:pt x="68" y="662"/>
                </a:lnTo>
                <a:lnTo>
                  <a:pt x="60" y="650"/>
                </a:lnTo>
                <a:lnTo>
                  <a:pt x="52" y="637"/>
                </a:lnTo>
                <a:lnTo>
                  <a:pt x="45" y="625"/>
                </a:lnTo>
                <a:lnTo>
                  <a:pt x="39" y="612"/>
                </a:lnTo>
                <a:lnTo>
                  <a:pt x="32" y="599"/>
                </a:lnTo>
                <a:lnTo>
                  <a:pt x="27" y="585"/>
                </a:lnTo>
                <a:lnTo>
                  <a:pt x="22" y="572"/>
                </a:lnTo>
                <a:lnTo>
                  <a:pt x="17" y="558"/>
                </a:lnTo>
                <a:lnTo>
                  <a:pt x="13" y="545"/>
                </a:lnTo>
                <a:lnTo>
                  <a:pt x="9" y="531"/>
                </a:lnTo>
                <a:lnTo>
                  <a:pt x="6" y="517"/>
                </a:lnTo>
                <a:lnTo>
                  <a:pt x="4" y="503"/>
                </a:lnTo>
                <a:lnTo>
                  <a:pt x="2" y="489"/>
                </a:lnTo>
                <a:lnTo>
                  <a:pt x="1" y="475"/>
                </a:lnTo>
                <a:lnTo>
                  <a:pt x="0" y="461"/>
                </a:lnTo>
                <a:lnTo>
                  <a:pt x="0" y="447"/>
                </a:lnTo>
                <a:lnTo>
                  <a:pt x="0" y="433"/>
                </a:lnTo>
                <a:lnTo>
                  <a:pt x="1" y="419"/>
                </a:lnTo>
                <a:lnTo>
                  <a:pt x="2" y="405"/>
                </a:lnTo>
                <a:lnTo>
                  <a:pt x="4" y="391"/>
                </a:lnTo>
                <a:lnTo>
                  <a:pt x="6" y="378"/>
                </a:lnTo>
                <a:lnTo>
                  <a:pt x="9" y="364"/>
                </a:lnTo>
                <a:lnTo>
                  <a:pt x="13" y="350"/>
                </a:lnTo>
                <a:lnTo>
                  <a:pt x="17" y="336"/>
                </a:lnTo>
                <a:lnTo>
                  <a:pt x="22" y="323"/>
                </a:lnTo>
                <a:lnTo>
                  <a:pt x="27" y="309"/>
                </a:lnTo>
                <a:lnTo>
                  <a:pt x="32" y="296"/>
                </a:lnTo>
                <a:lnTo>
                  <a:pt x="39" y="283"/>
                </a:lnTo>
                <a:lnTo>
                  <a:pt x="45" y="269"/>
                </a:lnTo>
                <a:lnTo>
                  <a:pt x="52" y="256"/>
                </a:lnTo>
                <a:lnTo>
                  <a:pt x="60" y="244"/>
                </a:lnTo>
                <a:lnTo>
                  <a:pt x="68" y="231"/>
                </a:lnTo>
                <a:lnTo>
                  <a:pt x="77" y="219"/>
                </a:lnTo>
                <a:lnTo>
                  <a:pt x="86" y="207"/>
                </a:lnTo>
                <a:lnTo>
                  <a:pt x="96" y="196"/>
                </a:lnTo>
                <a:lnTo>
                  <a:pt x="106" y="184"/>
                </a:lnTo>
                <a:lnTo>
                  <a:pt x="116" y="173"/>
                </a:lnTo>
                <a:lnTo>
                  <a:pt x="127" y="162"/>
                </a:lnTo>
                <a:lnTo>
                  <a:pt x="139" y="151"/>
                </a:lnTo>
                <a:lnTo>
                  <a:pt x="150" y="141"/>
                </a:lnTo>
                <a:lnTo>
                  <a:pt x="162" y="131"/>
                </a:lnTo>
                <a:lnTo>
                  <a:pt x="175" y="121"/>
                </a:lnTo>
                <a:lnTo>
                  <a:pt x="188" y="112"/>
                </a:lnTo>
                <a:lnTo>
                  <a:pt x="201" y="103"/>
                </a:lnTo>
                <a:lnTo>
                  <a:pt x="215" y="94"/>
                </a:lnTo>
                <a:lnTo>
                  <a:pt x="229" y="85"/>
                </a:lnTo>
                <a:lnTo>
                  <a:pt x="243" y="77"/>
                </a:lnTo>
                <a:lnTo>
                  <a:pt x="258" y="70"/>
                </a:lnTo>
                <a:lnTo>
                  <a:pt x="273" y="62"/>
                </a:lnTo>
                <a:lnTo>
                  <a:pt x="288" y="55"/>
                </a:lnTo>
                <a:lnTo>
                  <a:pt x="303" y="49"/>
                </a:lnTo>
                <a:lnTo>
                  <a:pt x="319" y="43"/>
                </a:lnTo>
                <a:lnTo>
                  <a:pt x="335" y="37"/>
                </a:lnTo>
                <a:lnTo>
                  <a:pt x="351" y="32"/>
                </a:lnTo>
                <a:lnTo>
                  <a:pt x="367" y="27"/>
                </a:lnTo>
                <a:lnTo>
                  <a:pt x="384" y="22"/>
                </a:lnTo>
                <a:lnTo>
                  <a:pt x="401" y="18"/>
                </a:lnTo>
                <a:lnTo>
                  <a:pt x="417" y="14"/>
                </a:lnTo>
                <a:lnTo>
                  <a:pt x="434" y="11"/>
                </a:lnTo>
                <a:lnTo>
                  <a:pt x="452" y="8"/>
                </a:lnTo>
                <a:lnTo>
                  <a:pt x="469" y="6"/>
                </a:lnTo>
                <a:lnTo>
                  <a:pt x="486" y="4"/>
                </a:lnTo>
                <a:lnTo>
                  <a:pt x="503" y="2"/>
                </a:lnTo>
                <a:lnTo>
                  <a:pt x="521" y="1"/>
                </a:lnTo>
                <a:lnTo>
                  <a:pt x="538" y="0"/>
                </a:lnTo>
                <a:lnTo>
                  <a:pt x="556" y="0"/>
                </a:lnTo>
                <a:lnTo>
                  <a:pt x="573" y="0"/>
                </a:lnTo>
                <a:lnTo>
                  <a:pt x="591" y="1"/>
                </a:lnTo>
                <a:lnTo>
                  <a:pt x="608" y="2"/>
                </a:lnTo>
                <a:lnTo>
                  <a:pt x="627" y="4"/>
                </a:lnTo>
                <a:lnTo>
                  <a:pt x="644" y="6"/>
                </a:lnTo>
                <a:lnTo>
                  <a:pt x="661" y="8"/>
                </a:lnTo>
                <a:lnTo>
                  <a:pt x="678" y="11"/>
                </a:lnTo>
                <a:lnTo>
                  <a:pt x="695" y="14"/>
                </a:lnTo>
                <a:lnTo>
                  <a:pt x="712" y="18"/>
                </a:lnTo>
                <a:lnTo>
                  <a:pt x="729" y="22"/>
                </a:lnTo>
                <a:lnTo>
                  <a:pt x="745" y="27"/>
                </a:lnTo>
                <a:lnTo>
                  <a:pt x="762" y="32"/>
                </a:lnTo>
                <a:lnTo>
                  <a:pt x="778" y="37"/>
                </a:lnTo>
                <a:lnTo>
                  <a:pt x="794" y="43"/>
                </a:lnTo>
                <a:lnTo>
                  <a:pt x="809" y="49"/>
                </a:lnTo>
                <a:lnTo>
                  <a:pt x="825" y="55"/>
                </a:lnTo>
                <a:lnTo>
                  <a:pt x="840" y="62"/>
                </a:lnTo>
                <a:lnTo>
                  <a:pt x="855" y="70"/>
                </a:lnTo>
                <a:lnTo>
                  <a:pt x="869" y="77"/>
                </a:lnTo>
                <a:lnTo>
                  <a:pt x="884" y="85"/>
                </a:lnTo>
                <a:lnTo>
                  <a:pt x="898" y="94"/>
                </a:lnTo>
                <a:lnTo>
                  <a:pt x="911" y="103"/>
                </a:lnTo>
                <a:lnTo>
                  <a:pt x="925" y="112"/>
                </a:lnTo>
                <a:lnTo>
                  <a:pt x="938" y="121"/>
                </a:lnTo>
                <a:lnTo>
                  <a:pt x="950" y="131"/>
                </a:lnTo>
                <a:lnTo>
                  <a:pt x="962" y="141"/>
                </a:lnTo>
                <a:lnTo>
                  <a:pt x="974" y="151"/>
                </a:lnTo>
                <a:lnTo>
                  <a:pt x="985" y="162"/>
                </a:lnTo>
                <a:lnTo>
                  <a:pt x="996" y="173"/>
                </a:lnTo>
                <a:lnTo>
                  <a:pt x="1007" y="184"/>
                </a:lnTo>
                <a:lnTo>
                  <a:pt x="1017" y="196"/>
                </a:lnTo>
                <a:lnTo>
                  <a:pt x="1026" y="207"/>
                </a:lnTo>
                <a:lnTo>
                  <a:pt x="1036" y="219"/>
                </a:lnTo>
                <a:lnTo>
                  <a:pt x="1044" y="231"/>
                </a:lnTo>
                <a:lnTo>
                  <a:pt x="1052" y="244"/>
                </a:lnTo>
                <a:lnTo>
                  <a:pt x="1060" y="256"/>
                </a:lnTo>
                <a:lnTo>
                  <a:pt x="1067" y="269"/>
                </a:lnTo>
                <a:lnTo>
                  <a:pt x="1074" y="283"/>
                </a:lnTo>
                <a:lnTo>
                  <a:pt x="1080" y="296"/>
                </a:lnTo>
                <a:lnTo>
                  <a:pt x="1086" y="309"/>
                </a:lnTo>
                <a:lnTo>
                  <a:pt x="1091" y="323"/>
                </a:lnTo>
                <a:lnTo>
                  <a:pt x="1096" y="336"/>
                </a:lnTo>
                <a:lnTo>
                  <a:pt x="1100" y="350"/>
                </a:lnTo>
                <a:lnTo>
                  <a:pt x="1103" y="364"/>
                </a:lnTo>
                <a:lnTo>
                  <a:pt x="1106" y="378"/>
                </a:lnTo>
                <a:lnTo>
                  <a:pt x="1109" y="391"/>
                </a:lnTo>
                <a:lnTo>
                  <a:pt x="1111" y="405"/>
                </a:lnTo>
                <a:lnTo>
                  <a:pt x="1112" y="419"/>
                </a:lnTo>
                <a:lnTo>
                  <a:pt x="1113" y="433"/>
                </a:lnTo>
                <a:lnTo>
                  <a:pt x="1113" y="447"/>
                </a:lnTo>
                <a:close/>
              </a:path>
            </a:pathLst>
          </a:custGeom>
          <a:solidFill>
            <a:srgbClr val="ff9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6" name=""/>
          <p:cNvSpPr/>
          <p:nvPr/>
        </p:nvSpPr>
        <p:spPr>
          <a:xfrm>
            <a:off x="4776120" y="1665360"/>
            <a:ext cx="405720" cy="325440"/>
          </a:xfrm>
          <a:custGeom>
            <a:avLst/>
            <a:gdLst/>
            <a:ahLst/>
            <a:rect l="0" t="0" r="r" b="b"/>
            <a:pathLst>
              <a:path w="1127" h="904">
                <a:moveTo>
                  <a:pt x="1120" y="452"/>
                </a:moveTo>
                <a:lnTo>
                  <a:pt x="1120" y="438"/>
                </a:lnTo>
                <a:lnTo>
                  <a:pt x="1119" y="424"/>
                </a:lnTo>
                <a:lnTo>
                  <a:pt x="1118" y="410"/>
                </a:lnTo>
                <a:lnTo>
                  <a:pt x="1116" y="396"/>
                </a:lnTo>
                <a:lnTo>
                  <a:pt x="1113" y="383"/>
                </a:lnTo>
                <a:lnTo>
                  <a:pt x="1110" y="369"/>
                </a:lnTo>
                <a:lnTo>
                  <a:pt x="1107" y="355"/>
                </a:lnTo>
                <a:lnTo>
                  <a:pt x="1103" y="340"/>
                </a:lnTo>
                <a:lnTo>
                  <a:pt x="1098" y="327"/>
                </a:lnTo>
                <a:lnTo>
                  <a:pt x="1093" y="313"/>
                </a:lnTo>
                <a:lnTo>
                  <a:pt x="1087" y="300"/>
                </a:lnTo>
                <a:lnTo>
                  <a:pt x="1081" y="287"/>
                </a:lnTo>
                <a:lnTo>
                  <a:pt x="1074" y="274"/>
                </a:lnTo>
                <a:lnTo>
                  <a:pt x="1067" y="261"/>
                </a:lnTo>
                <a:lnTo>
                  <a:pt x="1059" y="249"/>
                </a:lnTo>
                <a:lnTo>
                  <a:pt x="1051" y="236"/>
                </a:lnTo>
                <a:lnTo>
                  <a:pt x="1043" y="224"/>
                </a:lnTo>
                <a:lnTo>
                  <a:pt x="1033" y="212"/>
                </a:lnTo>
                <a:lnTo>
                  <a:pt x="1024" y="201"/>
                </a:lnTo>
                <a:lnTo>
                  <a:pt x="1014" y="189"/>
                </a:lnTo>
                <a:lnTo>
                  <a:pt x="1003" y="178"/>
                </a:lnTo>
                <a:lnTo>
                  <a:pt x="992" y="167"/>
                </a:lnTo>
                <a:lnTo>
                  <a:pt x="981" y="156"/>
                </a:lnTo>
                <a:lnTo>
                  <a:pt x="969" y="146"/>
                </a:lnTo>
                <a:lnTo>
                  <a:pt x="957" y="136"/>
                </a:lnTo>
                <a:lnTo>
                  <a:pt x="945" y="126"/>
                </a:lnTo>
                <a:lnTo>
                  <a:pt x="932" y="117"/>
                </a:lnTo>
                <a:lnTo>
                  <a:pt x="918" y="108"/>
                </a:lnTo>
                <a:lnTo>
                  <a:pt x="905" y="99"/>
                </a:lnTo>
                <a:lnTo>
                  <a:pt x="891" y="90"/>
                </a:lnTo>
                <a:lnTo>
                  <a:pt x="876" y="82"/>
                </a:lnTo>
                <a:lnTo>
                  <a:pt x="862" y="75"/>
                </a:lnTo>
                <a:lnTo>
                  <a:pt x="847" y="67"/>
                </a:lnTo>
                <a:lnTo>
                  <a:pt x="832" y="60"/>
                </a:lnTo>
                <a:lnTo>
                  <a:pt x="816" y="54"/>
                </a:lnTo>
                <a:lnTo>
                  <a:pt x="800" y="48"/>
                </a:lnTo>
                <a:lnTo>
                  <a:pt x="784" y="42"/>
                </a:lnTo>
                <a:lnTo>
                  <a:pt x="768" y="37"/>
                </a:lnTo>
                <a:lnTo>
                  <a:pt x="751" y="32"/>
                </a:lnTo>
                <a:lnTo>
                  <a:pt x="735" y="27"/>
                </a:lnTo>
                <a:lnTo>
                  <a:pt x="718" y="23"/>
                </a:lnTo>
                <a:lnTo>
                  <a:pt x="701" y="19"/>
                </a:lnTo>
                <a:lnTo>
                  <a:pt x="684" y="16"/>
                </a:lnTo>
                <a:lnTo>
                  <a:pt x="667" y="13"/>
                </a:lnTo>
                <a:lnTo>
                  <a:pt x="650" y="11"/>
                </a:lnTo>
                <a:lnTo>
                  <a:pt x="633" y="9"/>
                </a:lnTo>
                <a:lnTo>
                  <a:pt x="615" y="7"/>
                </a:lnTo>
                <a:lnTo>
                  <a:pt x="598" y="6"/>
                </a:lnTo>
                <a:lnTo>
                  <a:pt x="580" y="5"/>
                </a:lnTo>
                <a:lnTo>
                  <a:pt x="563" y="5"/>
                </a:lnTo>
                <a:lnTo>
                  <a:pt x="545" y="5"/>
                </a:lnTo>
                <a:lnTo>
                  <a:pt x="528" y="6"/>
                </a:lnTo>
                <a:lnTo>
                  <a:pt x="510" y="7"/>
                </a:lnTo>
                <a:lnTo>
                  <a:pt x="493" y="9"/>
                </a:lnTo>
                <a:lnTo>
                  <a:pt x="476" y="11"/>
                </a:lnTo>
                <a:lnTo>
                  <a:pt x="459" y="13"/>
                </a:lnTo>
                <a:lnTo>
                  <a:pt x="441" y="16"/>
                </a:lnTo>
                <a:lnTo>
                  <a:pt x="424" y="19"/>
                </a:lnTo>
                <a:lnTo>
                  <a:pt x="408" y="23"/>
                </a:lnTo>
                <a:lnTo>
                  <a:pt x="391" y="27"/>
                </a:lnTo>
                <a:lnTo>
                  <a:pt x="374" y="32"/>
                </a:lnTo>
                <a:lnTo>
                  <a:pt x="358" y="37"/>
                </a:lnTo>
                <a:lnTo>
                  <a:pt x="342" y="42"/>
                </a:lnTo>
                <a:lnTo>
                  <a:pt x="326" y="48"/>
                </a:lnTo>
                <a:lnTo>
                  <a:pt x="310" y="54"/>
                </a:lnTo>
                <a:lnTo>
                  <a:pt x="295" y="60"/>
                </a:lnTo>
                <a:lnTo>
                  <a:pt x="280" y="67"/>
                </a:lnTo>
                <a:lnTo>
                  <a:pt x="265" y="75"/>
                </a:lnTo>
                <a:lnTo>
                  <a:pt x="250" y="82"/>
                </a:lnTo>
                <a:lnTo>
                  <a:pt x="236" y="90"/>
                </a:lnTo>
                <a:lnTo>
                  <a:pt x="222" y="99"/>
                </a:lnTo>
                <a:lnTo>
                  <a:pt x="208" y="108"/>
                </a:lnTo>
                <a:lnTo>
                  <a:pt x="195" y="117"/>
                </a:lnTo>
                <a:lnTo>
                  <a:pt x="182" y="126"/>
                </a:lnTo>
                <a:lnTo>
                  <a:pt x="169" y="136"/>
                </a:lnTo>
                <a:lnTo>
                  <a:pt x="157" y="146"/>
                </a:lnTo>
                <a:lnTo>
                  <a:pt x="146" y="156"/>
                </a:lnTo>
                <a:lnTo>
                  <a:pt x="134" y="167"/>
                </a:lnTo>
                <a:lnTo>
                  <a:pt x="123" y="178"/>
                </a:lnTo>
                <a:lnTo>
                  <a:pt x="113" y="189"/>
                </a:lnTo>
                <a:lnTo>
                  <a:pt x="103" y="201"/>
                </a:lnTo>
                <a:lnTo>
                  <a:pt x="93" y="212"/>
                </a:lnTo>
                <a:lnTo>
                  <a:pt x="84" y="224"/>
                </a:lnTo>
                <a:lnTo>
                  <a:pt x="75" y="236"/>
                </a:lnTo>
                <a:lnTo>
                  <a:pt x="67" y="249"/>
                </a:lnTo>
                <a:lnTo>
                  <a:pt x="59" y="261"/>
                </a:lnTo>
                <a:lnTo>
                  <a:pt x="52" y="274"/>
                </a:lnTo>
                <a:lnTo>
                  <a:pt x="46" y="287"/>
                </a:lnTo>
                <a:lnTo>
                  <a:pt x="39" y="300"/>
                </a:lnTo>
                <a:lnTo>
                  <a:pt x="34" y="313"/>
                </a:lnTo>
                <a:lnTo>
                  <a:pt x="29" y="327"/>
                </a:lnTo>
                <a:lnTo>
                  <a:pt x="24" y="340"/>
                </a:lnTo>
                <a:lnTo>
                  <a:pt x="20" y="355"/>
                </a:lnTo>
                <a:lnTo>
                  <a:pt x="16" y="369"/>
                </a:lnTo>
                <a:lnTo>
                  <a:pt x="13" y="383"/>
                </a:lnTo>
                <a:lnTo>
                  <a:pt x="11" y="396"/>
                </a:lnTo>
                <a:lnTo>
                  <a:pt x="9" y="410"/>
                </a:lnTo>
                <a:lnTo>
                  <a:pt x="8" y="424"/>
                </a:lnTo>
                <a:lnTo>
                  <a:pt x="7" y="438"/>
                </a:lnTo>
                <a:lnTo>
                  <a:pt x="7" y="452"/>
                </a:lnTo>
                <a:lnTo>
                  <a:pt x="7" y="466"/>
                </a:lnTo>
                <a:lnTo>
                  <a:pt x="8" y="480"/>
                </a:lnTo>
                <a:lnTo>
                  <a:pt x="9" y="494"/>
                </a:lnTo>
                <a:lnTo>
                  <a:pt x="11" y="508"/>
                </a:lnTo>
                <a:lnTo>
                  <a:pt x="13" y="522"/>
                </a:lnTo>
                <a:lnTo>
                  <a:pt x="16" y="536"/>
                </a:lnTo>
                <a:lnTo>
                  <a:pt x="20" y="550"/>
                </a:lnTo>
                <a:lnTo>
                  <a:pt x="24" y="563"/>
                </a:lnTo>
                <a:lnTo>
                  <a:pt x="29" y="577"/>
                </a:lnTo>
                <a:lnTo>
                  <a:pt x="34" y="590"/>
                </a:lnTo>
                <a:lnTo>
                  <a:pt x="39" y="604"/>
                </a:lnTo>
                <a:lnTo>
                  <a:pt x="46" y="617"/>
                </a:lnTo>
                <a:lnTo>
                  <a:pt x="52" y="630"/>
                </a:lnTo>
                <a:lnTo>
                  <a:pt x="59" y="642"/>
                </a:lnTo>
                <a:lnTo>
                  <a:pt x="67" y="655"/>
                </a:lnTo>
                <a:lnTo>
                  <a:pt x="75" y="667"/>
                </a:lnTo>
                <a:lnTo>
                  <a:pt x="84" y="680"/>
                </a:lnTo>
                <a:lnTo>
                  <a:pt x="93" y="691"/>
                </a:lnTo>
                <a:lnTo>
                  <a:pt x="103" y="703"/>
                </a:lnTo>
                <a:lnTo>
                  <a:pt x="113" y="715"/>
                </a:lnTo>
                <a:lnTo>
                  <a:pt x="123" y="726"/>
                </a:lnTo>
                <a:lnTo>
                  <a:pt x="134" y="737"/>
                </a:lnTo>
                <a:lnTo>
                  <a:pt x="146" y="747"/>
                </a:lnTo>
                <a:lnTo>
                  <a:pt x="157" y="758"/>
                </a:lnTo>
                <a:lnTo>
                  <a:pt x="169" y="768"/>
                </a:lnTo>
                <a:lnTo>
                  <a:pt x="182" y="778"/>
                </a:lnTo>
                <a:lnTo>
                  <a:pt x="195" y="787"/>
                </a:lnTo>
                <a:lnTo>
                  <a:pt x="208" y="796"/>
                </a:lnTo>
                <a:lnTo>
                  <a:pt x="222" y="805"/>
                </a:lnTo>
                <a:lnTo>
                  <a:pt x="236" y="813"/>
                </a:lnTo>
                <a:lnTo>
                  <a:pt x="250" y="821"/>
                </a:lnTo>
                <a:lnTo>
                  <a:pt x="265" y="829"/>
                </a:lnTo>
                <a:lnTo>
                  <a:pt x="280" y="836"/>
                </a:lnTo>
                <a:lnTo>
                  <a:pt x="295" y="843"/>
                </a:lnTo>
                <a:lnTo>
                  <a:pt x="310" y="850"/>
                </a:lnTo>
                <a:lnTo>
                  <a:pt x="326" y="856"/>
                </a:lnTo>
                <a:lnTo>
                  <a:pt x="342" y="862"/>
                </a:lnTo>
                <a:lnTo>
                  <a:pt x="358" y="867"/>
                </a:lnTo>
                <a:lnTo>
                  <a:pt x="374" y="872"/>
                </a:lnTo>
                <a:lnTo>
                  <a:pt x="391" y="877"/>
                </a:lnTo>
                <a:lnTo>
                  <a:pt x="408" y="881"/>
                </a:lnTo>
                <a:lnTo>
                  <a:pt x="424" y="885"/>
                </a:lnTo>
                <a:lnTo>
                  <a:pt x="441" y="888"/>
                </a:lnTo>
                <a:lnTo>
                  <a:pt x="459" y="891"/>
                </a:lnTo>
                <a:lnTo>
                  <a:pt x="476" y="893"/>
                </a:lnTo>
                <a:lnTo>
                  <a:pt x="493" y="895"/>
                </a:lnTo>
                <a:lnTo>
                  <a:pt x="510" y="897"/>
                </a:lnTo>
                <a:lnTo>
                  <a:pt x="528" y="898"/>
                </a:lnTo>
                <a:lnTo>
                  <a:pt x="545" y="898"/>
                </a:lnTo>
                <a:lnTo>
                  <a:pt x="563" y="899"/>
                </a:lnTo>
                <a:lnTo>
                  <a:pt x="580" y="898"/>
                </a:lnTo>
                <a:lnTo>
                  <a:pt x="598" y="898"/>
                </a:lnTo>
                <a:lnTo>
                  <a:pt x="615" y="897"/>
                </a:lnTo>
                <a:lnTo>
                  <a:pt x="633" y="895"/>
                </a:lnTo>
                <a:lnTo>
                  <a:pt x="650" y="893"/>
                </a:lnTo>
                <a:lnTo>
                  <a:pt x="667" y="891"/>
                </a:lnTo>
                <a:lnTo>
                  <a:pt x="684" y="888"/>
                </a:lnTo>
                <a:lnTo>
                  <a:pt x="701" y="885"/>
                </a:lnTo>
                <a:lnTo>
                  <a:pt x="718" y="881"/>
                </a:lnTo>
                <a:lnTo>
                  <a:pt x="735" y="877"/>
                </a:lnTo>
                <a:lnTo>
                  <a:pt x="751" y="872"/>
                </a:lnTo>
                <a:lnTo>
                  <a:pt x="768" y="867"/>
                </a:lnTo>
                <a:lnTo>
                  <a:pt x="784" y="862"/>
                </a:lnTo>
                <a:lnTo>
                  <a:pt x="800" y="856"/>
                </a:lnTo>
                <a:lnTo>
                  <a:pt x="816" y="850"/>
                </a:lnTo>
                <a:lnTo>
                  <a:pt x="832" y="843"/>
                </a:lnTo>
                <a:lnTo>
                  <a:pt x="847" y="836"/>
                </a:lnTo>
                <a:lnTo>
                  <a:pt x="862" y="829"/>
                </a:lnTo>
                <a:lnTo>
                  <a:pt x="876" y="821"/>
                </a:lnTo>
                <a:lnTo>
                  <a:pt x="891" y="813"/>
                </a:lnTo>
                <a:lnTo>
                  <a:pt x="905" y="805"/>
                </a:lnTo>
                <a:lnTo>
                  <a:pt x="918" y="796"/>
                </a:lnTo>
                <a:lnTo>
                  <a:pt x="932" y="787"/>
                </a:lnTo>
                <a:lnTo>
                  <a:pt x="945" y="778"/>
                </a:lnTo>
                <a:lnTo>
                  <a:pt x="957" y="768"/>
                </a:lnTo>
                <a:lnTo>
                  <a:pt x="969" y="758"/>
                </a:lnTo>
                <a:lnTo>
                  <a:pt x="981" y="747"/>
                </a:lnTo>
                <a:lnTo>
                  <a:pt x="992" y="737"/>
                </a:lnTo>
                <a:lnTo>
                  <a:pt x="1003" y="726"/>
                </a:lnTo>
                <a:lnTo>
                  <a:pt x="1014" y="715"/>
                </a:lnTo>
                <a:lnTo>
                  <a:pt x="1024" y="703"/>
                </a:lnTo>
                <a:lnTo>
                  <a:pt x="1033" y="691"/>
                </a:lnTo>
                <a:lnTo>
                  <a:pt x="1043" y="680"/>
                </a:lnTo>
                <a:lnTo>
                  <a:pt x="1051" y="667"/>
                </a:lnTo>
                <a:lnTo>
                  <a:pt x="1059" y="655"/>
                </a:lnTo>
                <a:lnTo>
                  <a:pt x="1067" y="642"/>
                </a:lnTo>
                <a:lnTo>
                  <a:pt x="1074" y="630"/>
                </a:lnTo>
                <a:lnTo>
                  <a:pt x="1081" y="617"/>
                </a:lnTo>
                <a:lnTo>
                  <a:pt x="1087" y="604"/>
                </a:lnTo>
                <a:lnTo>
                  <a:pt x="1093" y="590"/>
                </a:lnTo>
                <a:lnTo>
                  <a:pt x="1098" y="577"/>
                </a:lnTo>
                <a:lnTo>
                  <a:pt x="1103" y="563"/>
                </a:lnTo>
                <a:lnTo>
                  <a:pt x="1107" y="550"/>
                </a:lnTo>
                <a:lnTo>
                  <a:pt x="1110" y="536"/>
                </a:lnTo>
                <a:lnTo>
                  <a:pt x="1113" y="522"/>
                </a:lnTo>
                <a:lnTo>
                  <a:pt x="1116" y="508"/>
                </a:lnTo>
                <a:lnTo>
                  <a:pt x="1118" y="494"/>
                </a:lnTo>
                <a:lnTo>
                  <a:pt x="1119" y="480"/>
                </a:lnTo>
                <a:lnTo>
                  <a:pt x="1120" y="466"/>
                </a:lnTo>
                <a:lnTo>
                  <a:pt x="1120" y="452"/>
                </a:lnTo>
                <a:moveTo>
                  <a:pt x="1127" y="452"/>
                </a:moveTo>
                <a:lnTo>
                  <a:pt x="1127" y="467"/>
                </a:lnTo>
                <a:lnTo>
                  <a:pt x="1126" y="481"/>
                </a:lnTo>
                <a:lnTo>
                  <a:pt x="1124" y="495"/>
                </a:lnTo>
                <a:lnTo>
                  <a:pt x="1123" y="509"/>
                </a:lnTo>
                <a:lnTo>
                  <a:pt x="1120" y="523"/>
                </a:lnTo>
                <a:lnTo>
                  <a:pt x="1117" y="537"/>
                </a:lnTo>
                <a:lnTo>
                  <a:pt x="1113" y="551"/>
                </a:lnTo>
                <a:lnTo>
                  <a:pt x="1109" y="565"/>
                </a:lnTo>
                <a:lnTo>
                  <a:pt x="1105" y="578"/>
                </a:lnTo>
                <a:lnTo>
                  <a:pt x="1099" y="592"/>
                </a:lnTo>
                <a:lnTo>
                  <a:pt x="1094" y="605"/>
                </a:lnTo>
                <a:lnTo>
                  <a:pt x="1087" y="619"/>
                </a:lnTo>
                <a:lnTo>
                  <a:pt x="1081" y="632"/>
                </a:lnTo>
                <a:lnTo>
                  <a:pt x="1073" y="645"/>
                </a:lnTo>
                <a:lnTo>
                  <a:pt x="1066" y="657"/>
                </a:lnTo>
                <a:lnTo>
                  <a:pt x="1057" y="670"/>
                </a:lnTo>
                <a:lnTo>
                  <a:pt x="1049" y="682"/>
                </a:lnTo>
                <a:lnTo>
                  <a:pt x="1039" y="694"/>
                </a:lnTo>
                <a:lnTo>
                  <a:pt x="1030" y="706"/>
                </a:lnTo>
                <a:lnTo>
                  <a:pt x="1019" y="718"/>
                </a:lnTo>
                <a:lnTo>
                  <a:pt x="1009" y="729"/>
                </a:lnTo>
                <a:lnTo>
                  <a:pt x="998" y="740"/>
                </a:lnTo>
                <a:lnTo>
                  <a:pt x="986" y="751"/>
                </a:lnTo>
                <a:lnTo>
                  <a:pt x="974" y="762"/>
                </a:lnTo>
                <a:lnTo>
                  <a:pt x="962" y="772"/>
                </a:lnTo>
                <a:lnTo>
                  <a:pt x="949" y="782"/>
                </a:lnTo>
                <a:lnTo>
                  <a:pt x="936" y="791"/>
                </a:lnTo>
                <a:lnTo>
                  <a:pt x="923" y="800"/>
                </a:lnTo>
                <a:lnTo>
                  <a:pt x="909" y="809"/>
                </a:lnTo>
                <a:lnTo>
                  <a:pt x="895" y="818"/>
                </a:lnTo>
                <a:lnTo>
                  <a:pt x="880" y="826"/>
                </a:lnTo>
                <a:lnTo>
                  <a:pt x="866" y="834"/>
                </a:lnTo>
                <a:lnTo>
                  <a:pt x="850" y="841"/>
                </a:lnTo>
                <a:lnTo>
                  <a:pt x="835" y="848"/>
                </a:lnTo>
                <a:lnTo>
                  <a:pt x="819" y="855"/>
                </a:lnTo>
                <a:lnTo>
                  <a:pt x="803" y="861"/>
                </a:lnTo>
                <a:lnTo>
                  <a:pt x="786" y="867"/>
                </a:lnTo>
                <a:lnTo>
                  <a:pt x="770" y="872"/>
                </a:lnTo>
                <a:lnTo>
                  <a:pt x="754" y="877"/>
                </a:lnTo>
                <a:lnTo>
                  <a:pt x="737" y="882"/>
                </a:lnTo>
                <a:lnTo>
                  <a:pt x="720" y="886"/>
                </a:lnTo>
                <a:lnTo>
                  <a:pt x="703" y="890"/>
                </a:lnTo>
                <a:lnTo>
                  <a:pt x="686" y="893"/>
                </a:lnTo>
                <a:lnTo>
                  <a:pt x="668" y="896"/>
                </a:lnTo>
                <a:lnTo>
                  <a:pt x="651" y="899"/>
                </a:lnTo>
                <a:lnTo>
                  <a:pt x="633" y="901"/>
                </a:lnTo>
                <a:lnTo>
                  <a:pt x="616" y="902"/>
                </a:lnTo>
                <a:lnTo>
                  <a:pt x="598" y="903"/>
                </a:lnTo>
                <a:lnTo>
                  <a:pt x="580" y="904"/>
                </a:lnTo>
                <a:lnTo>
                  <a:pt x="563" y="904"/>
                </a:lnTo>
                <a:lnTo>
                  <a:pt x="545" y="904"/>
                </a:lnTo>
                <a:lnTo>
                  <a:pt x="527" y="903"/>
                </a:lnTo>
                <a:lnTo>
                  <a:pt x="510" y="902"/>
                </a:lnTo>
                <a:lnTo>
                  <a:pt x="492" y="901"/>
                </a:lnTo>
                <a:lnTo>
                  <a:pt x="475" y="899"/>
                </a:lnTo>
                <a:lnTo>
                  <a:pt x="457" y="896"/>
                </a:lnTo>
                <a:lnTo>
                  <a:pt x="440" y="893"/>
                </a:lnTo>
                <a:lnTo>
                  <a:pt x="423" y="890"/>
                </a:lnTo>
                <a:lnTo>
                  <a:pt x="406" y="886"/>
                </a:lnTo>
                <a:lnTo>
                  <a:pt x="389" y="882"/>
                </a:lnTo>
                <a:lnTo>
                  <a:pt x="372" y="877"/>
                </a:lnTo>
                <a:lnTo>
                  <a:pt x="355" y="872"/>
                </a:lnTo>
                <a:lnTo>
                  <a:pt x="339" y="867"/>
                </a:lnTo>
                <a:lnTo>
                  <a:pt x="323" y="861"/>
                </a:lnTo>
                <a:lnTo>
                  <a:pt x="307" y="855"/>
                </a:lnTo>
                <a:lnTo>
                  <a:pt x="292" y="848"/>
                </a:lnTo>
                <a:lnTo>
                  <a:pt x="276" y="841"/>
                </a:lnTo>
                <a:lnTo>
                  <a:pt x="261" y="834"/>
                </a:lnTo>
                <a:lnTo>
                  <a:pt x="246" y="826"/>
                </a:lnTo>
                <a:lnTo>
                  <a:pt x="232" y="818"/>
                </a:lnTo>
                <a:lnTo>
                  <a:pt x="218" y="809"/>
                </a:lnTo>
                <a:lnTo>
                  <a:pt x="204" y="800"/>
                </a:lnTo>
                <a:lnTo>
                  <a:pt x="190" y="791"/>
                </a:lnTo>
                <a:lnTo>
                  <a:pt x="177" y="782"/>
                </a:lnTo>
                <a:lnTo>
                  <a:pt x="165" y="772"/>
                </a:lnTo>
                <a:lnTo>
                  <a:pt x="152" y="762"/>
                </a:lnTo>
                <a:lnTo>
                  <a:pt x="140" y="751"/>
                </a:lnTo>
                <a:lnTo>
                  <a:pt x="129" y="740"/>
                </a:lnTo>
                <a:lnTo>
                  <a:pt x="118" y="729"/>
                </a:lnTo>
                <a:lnTo>
                  <a:pt x="107" y="718"/>
                </a:lnTo>
                <a:lnTo>
                  <a:pt x="97" y="706"/>
                </a:lnTo>
                <a:lnTo>
                  <a:pt x="87" y="694"/>
                </a:lnTo>
                <a:lnTo>
                  <a:pt x="78" y="682"/>
                </a:lnTo>
                <a:lnTo>
                  <a:pt x="69" y="670"/>
                </a:lnTo>
                <a:lnTo>
                  <a:pt x="61" y="657"/>
                </a:lnTo>
                <a:lnTo>
                  <a:pt x="53" y="645"/>
                </a:lnTo>
                <a:lnTo>
                  <a:pt x="46" y="632"/>
                </a:lnTo>
                <a:lnTo>
                  <a:pt x="39" y="619"/>
                </a:lnTo>
                <a:lnTo>
                  <a:pt x="33" y="605"/>
                </a:lnTo>
                <a:lnTo>
                  <a:pt x="27" y="592"/>
                </a:lnTo>
                <a:lnTo>
                  <a:pt x="22" y="578"/>
                </a:lnTo>
                <a:lnTo>
                  <a:pt x="17" y="565"/>
                </a:lnTo>
                <a:lnTo>
                  <a:pt x="13" y="551"/>
                </a:lnTo>
                <a:lnTo>
                  <a:pt x="10" y="537"/>
                </a:lnTo>
                <a:lnTo>
                  <a:pt x="7" y="523"/>
                </a:lnTo>
                <a:lnTo>
                  <a:pt x="4" y="509"/>
                </a:lnTo>
                <a:lnTo>
                  <a:pt x="2" y="495"/>
                </a:lnTo>
                <a:lnTo>
                  <a:pt x="1" y="481"/>
                </a:lnTo>
                <a:lnTo>
                  <a:pt x="0" y="467"/>
                </a:lnTo>
                <a:lnTo>
                  <a:pt x="0" y="452"/>
                </a:lnTo>
                <a:lnTo>
                  <a:pt x="0" y="438"/>
                </a:lnTo>
                <a:lnTo>
                  <a:pt x="1" y="424"/>
                </a:lnTo>
                <a:lnTo>
                  <a:pt x="2" y="410"/>
                </a:lnTo>
                <a:lnTo>
                  <a:pt x="4" y="396"/>
                </a:lnTo>
                <a:lnTo>
                  <a:pt x="7" y="382"/>
                </a:lnTo>
                <a:lnTo>
                  <a:pt x="10" y="368"/>
                </a:lnTo>
                <a:lnTo>
                  <a:pt x="13" y="354"/>
                </a:lnTo>
                <a:lnTo>
                  <a:pt x="17" y="339"/>
                </a:lnTo>
                <a:lnTo>
                  <a:pt x="22" y="325"/>
                </a:lnTo>
                <a:lnTo>
                  <a:pt x="27" y="312"/>
                </a:lnTo>
                <a:lnTo>
                  <a:pt x="33" y="298"/>
                </a:lnTo>
                <a:lnTo>
                  <a:pt x="39" y="285"/>
                </a:lnTo>
                <a:lnTo>
                  <a:pt x="46" y="272"/>
                </a:lnTo>
                <a:lnTo>
                  <a:pt x="53" y="259"/>
                </a:lnTo>
                <a:lnTo>
                  <a:pt x="61" y="246"/>
                </a:lnTo>
                <a:lnTo>
                  <a:pt x="69" y="234"/>
                </a:lnTo>
                <a:lnTo>
                  <a:pt x="78" y="221"/>
                </a:lnTo>
                <a:lnTo>
                  <a:pt x="87" y="209"/>
                </a:lnTo>
                <a:lnTo>
                  <a:pt x="97" y="197"/>
                </a:lnTo>
                <a:lnTo>
                  <a:pt x="107" y="186"/>
                </a:lnTo>
                <a:lnTo>
                  <a:pt x="118" y="175"/>
                </a:lnTo>
                <a:lnTo>
                  <a:pt x="129" y="163"/>
                </a:lnTo>
                <a:lnTo>
                  <a:pt x="140" y="153"/>
                </a:lnTo>
                <a:lnTo>
                  <a:pt x="152" y="142"/>
                </a:lnTo>
                <a:lnTo>
                  <a:pt x="165" y="132"/>
                </a:lnTo>
                <a:lnTo>
                  <a:pt x="177" y="122"/>
                </a:lnTo>
                <a:lnTo>
                  <a:pt x="190" y="113"/>
                </a:lnTo>
                <a:lnTo>
                  <a:pt x="204" y="103"/>
                </a:lnTo>
                <a:lnTo>
                  <a:pt x="218" y="94"/>
                </a:lnTo>
                <a:lnTo>
                  <a:pt x="232" y="86"/>
                </a:lnTo>
                <a:lnTo>
                  <a:pt x="246" y="78"/>
                </a:lnTo>
                <a:lnTo>
                  <a:pt x="261" y="70"/>
                </a:lnTo>
                <a:lnTo>
                  <a:pt x="276" y="63"/>
                </a:lnTo>
                <a:lnTo>
                  <a:pt x="292" y="56"/>
                </a:lnTo>
                <a:lnTo>
                  <a:pt x="307" y="49"/>
                </a:lnTo>
                <a:lnTo>
                  <a:pt x="323" y="43"/>
                </a:lnTo>
                <a:lnTo>
                  <a:pt x="339" y="37"/>
                </a:lnTo>
                <a:lnTo>
                  <a:pt x="355" y="31"/>
                </a:lnTo>
                <a:lnTo>
                  <a:pt x="372" y="26"/>
                </a:lnTo>
                <a:lnTo>
                  <a:pt x="389" y="22"/>
                </a:lnTo>
                <a:lnTo>
                  <a:pt x="406" y="18"/>
                </a:lnTo>
                <a:lnTo>
                  <a:pt x="423" y="14"/>
                </a:lnTo>
                <a:lnTo>
                  <a:pt x="440" y="11"/>
                </a:lnTo>
                <a:lnTo>
                  <a:pt x="457" y="8"/>
                </a:lnTo>
                <a:lnTo>
                  <a:pt x="475" y="5"/>
                </a:lnTo>
                <a:lnTo>
                  <a:pt x="492" y="3"/>
                </a:lnTo>
                <a:lnTo>
                  <a:pt x="510" y="2"/>
                </a:lnTo>
                <a:lnTo>
                  <a:pt x="527" y="1"/>
                </a:lnTo>
                <a:lnTo>
                  <a:pt x="545" y="0"/>
                </a:lnTo>
                <a:lnTo>
                  <a:pt x="563" y="0"/>
                </a:lnTo>
                <a:lnTo>
                  <a:pt x="580" y="0"/>
                </a:lnTo>
                <a:lnTo>
                  <a:pt x="598" y="1"/>
                </a:lnTo>
                <a:lnTo>
                  <a:pt x="616" y="2"/>
                </a:lnTo>
                <a:lnTo>
                  <a:pt x="633" y="3"/>
                </a:lnTo>
                <a:lnTo>
                  <a:pt x="651" y="5"/>
                </a:lnTo>
                <a:lnTo>
                  <a:pt x="668" y="8"/>
                </a:lnTo>
                <a:lnTo>
                  <a:pt x="686" y="11"/>
                </a:lnTo>
                <a:lnTo>
                  <a:pt x="703" y="14"/>
                </a:lnTo>
                <a:lnTo>
                  <a:pt x="720" y="18"/>
                </a:lnTo>
                <a:lnTo>
                  <a:pt x="737" y="22"/>
                </a:lnTo>
                <a:lnTo>
                  <a:pt x="754" y="26"/>
                </a:lnTo>
                <a:lnTo>
                  <a:pt x="770" y="31"/>
                </a:lnTo>
                <a:lnTo>
                  <a:pt x="786" y="37"/>
                </a:lnTo>
                <a:lnTo>
                  <a:pt x="803" y="43"/>
                </a:lnTo>
                <a:lnTo>
                  <a:pt x="819" y="49"/>
                </a:lnTo>
                <a:lnTo>
                  <a:pt x="835" y="56"/>
                </a:lnTo>
                <a:lnTo>
                  <a:pt x="850" y="63"/>
                </a:lnTo>
                <a:lnTo>
                  <a:pt x="866" y="70"/>
                </a:lnTo>
                <a:lnTo>
                  <a:pt x="880" y="78"/>
                </a:lnTo>
                <a:lnTo>
                  <a:pt x="895" y="86"/>
                </a:lnTo>
                <a:lnTo>
                  <a:pt x="909" y="94"/>
                </a:lnTo>
                <a:lnTo>
                  <a:pt x="923" y="103"/>
                </a:lnTo>
                <a:lnTo>
                  <a:pt x="936" y="113"/>
                </a:lnTo>
                <a:lnTo>
                  <a:pt x="949" y="122"/>
                </a:lnTo>
                <a:lnTo>
                  <a:pt x="962" y="132"/>
                </a:lnTo>
                <a:lnTo>
                  <a:pt x="974" y="142"/>
                </a:lnTo>
                <a:lnTo>
                  <a:pt x="986" y="153"/>
                </a:lnTo>
                <a:lnTo>
                  <a:pt x="998" y="163"/>
                </a:lnTo>
                <a:lnTo>
                  <a:pt x="1009" y="175"/>
                </a:lnTo>
                <a:lnTo>
                  <a:pt x="1019" y="186"/>
                </a:lnTo>
                <a:lnTo>
                  <a:pt x="1030" y="197"/>
                </a:lnTo>
                <a:lnTo>
                  <a:pt x="1039" y="209"/>
                </a:lnTo>
                <a:lnTo>
                  <a:pt x="1049" y="221"/>
                </a:lnTo>
                <a:lnTo>
                  <a:pt x="1057" y="234"/>
                </a:lnTo>
                <a:lnTo>
                  <a:pt x="1066" y="246"/>
                </a:lnTo>
                <a:lnTo>
                  <a:pt x="1073" y="259"/>
                </a:lnTo>
                <a:lnTo>
                  <a:pt x="1081" y="272"/>
                </a:lnTo>
                <a:lnTo>
                  <a:pt x="1087" y="285"/>
                </a:lnTo>
                <a:lnTo>
                  <a:pt x="1094" y="298"/>
                </a:lnTo>
                <a:lnTo>
                  <a:pt x="1099" y="312"/>
                </a:lnTo>
                <a:lnTo>
                  <a:pt x="1105" y="325"/>
                </a:lnTo>
                <a:lnTo>
                  <a:pt x="1109" y="339"/>
                </a:lnTo>
                <a:lnTo>
                  <a:pt x="1113" y="354"/>
                </a:lnTo>
                <a:lnTo>
                  <a:pt x="1117" y="368"/>
                </a:lnTo>
                <a:lnTo>
                  <a:pt x="1120" y="382"/>
                </a:lnTo>
                <a:lnTo>
                  <a:pt x="1123" y="396"/>
                </a:lnTo>
                <a:lnTo>
                  <a:pt x="1124" y="410"/>
                </a:lnTo>
                <a:lnTo>
                  <a:pt x="1126" y="424"/>
                </a:lnTo>
                <a:lnTo>
                  <a:pt x="1127" y="438"/>
                </a:lnTo>
                <a:lnTo>
                  <a:pt x="1127" y="452"/>
                </a:lnTo>
                <a:close/>
              </a:path>
            </a:pathLst>
          </a:custGeom>
          <a:solidFill>
            <a:srgbClr val="ff9b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7" name=""/>
          <p:cNvSpPr/>
          <p:nvPr/>
        </p:nvSpPr>
        <p:spPr>
          <a:xfrm>
            <a:off x="4775040" y="1664640"/>
            <a:ext cx="407520" cy="326880"/>
          </a:xfrm>
          <a:custGeom>
            <a:avLst/>
            <a:gdLst/>
            <a:ahLst/>
            <a:rect l="0" t="0" r="r" b="b"/>
            <a:pathLst>
              <a:path w="1132" h="908">
                <a:moveTo>
                  <a:pt x="1130" y="454"/>
                </a:moveTo>
                <a:lnTo>
                  <a:pt x="1130" y="440"/>
                </a:lnTo>
                <a:lnTo>
                  <a:pt x="1129" y="426"/>
                </a:lnTo>
                <a:lnTo>
                  <a:pt x="1127" y="412"/>
                </a:lnTo>
                <a:lnTo>
                  <a:pt x="1126" y="398"/>
                </a:lnTo>
                <a:lnTo>
                  <a:pt x="1123" y="384"/>
                </a:lnTo>
                <a:lnTo>
                  <a:pt x="1120" y="370"/>
                </a:lnTo>
                <a:lnTo>
                  <a:pt x="1116" y="355"/>
                </a:lnTo>
                <a:lnTo>
                  <a:pt x="1112" y="341"/>
                </a:lnTo>
                <a:lnTo>
                  <a:pt x="1108" y="327"/>
                </a:lnTo>
                <a:lnTo>
                  <a:pt x="1102" y="314"/>
                </a:lnTo>
                <a:lnTo>
                  <a:pt x="1097" y="300"/>
                </a:lnTo>
                <a:lnTo>
                  <a:pt x="1090" y="287"/>
                </a:lnTo>
                <a:lnTo>
                  <a:pt x="1084" y="274"/>
                </a:lnTo>
                <a:lnTo>
                  <a:pt x="1076" y="261"/>
                </a:lnTo>
                <a:lnTo>
                  <a:pt x="1069" y="248"/>
                </a:lnTo>
                <a:lnTo>
                  <a:pt x="1060" y="236"/>
                </a:lnTo>
                <a:lnTo>
                  <a:pt x="1052" y="223"/>
                </a:lnTo>
                <a:lnTo>
                  <a:pt x="1042" y="211"/>
                </a:lnTo>
                <a:lnTo>
                  <a:pt x="1033" y="199"/>
                </a:lnTo>
                <a:lnTo>
                  <a:pt x="1022" y="188"/>
                </a:lnTo>
                <a:lnTo>
                  <a:pt x="1012" y="177"/>
                </a:lnTo>
                <a:lnTo>
                  <a:pt x="1001" y="165"/>
                </a:lnTo>
                <a:lnTo>
                  <a:pt x="989" y="155"/>
                </a:lnTo>
                <a:lnTo>
                  <a:pt x="977" y="144"/>
                </a:lnTo>
                <a:lnTo>
                  <a:pt x="965" y="134"/>
                </a:lnTo>
                <a:lnTo>
                  <a:pt x="952" y="124"/>
                </a:lnTo>
                <a:lnTo>
                  <a:pt x="939" y="115"/>
                </a:lnTo>
                <a:lnTo>
                  <a:pt x="926" y="105"/>
                </a:lnTo>
                <a:lnTo>
                  <a:pt x="912" y="96"/>
                </a:lnTo>
                <a:lnTo>
                  <a:pt x="898" y="88"/>
                </a:lnTo>
                <a:lnTo>
                  <a:pt x="883" y="80"/>
                </a:lnTo>
                <a:lnTo>
                  <a:pt x="869" y="72"/>
                </a:lnTo>
                <a:lnTo>
                  <a:pt x="852" y="65"/>
                </a:lnTo>
                <a:lnTo>
                  <a:pt x="837" y="58"/>
                </a:lnTo>
                <a:lnTo>
                  <a:pt x="821" y="51"/>
                </a:lnTo>
                <a:lnTo>
                  <a:pt x="806" y="45"/>
                </a:lnTo>
                <a:lnTo>
                  <a:pt x="789" y="39"/>
                </a:lnTo>
                <a:lnTo>
                  <a:pt x="773" y="33"/>
                </a:lnTo>
                <a:lnTo>
                  <a:pt x="757" y="28"/>
                </a:lnTo>
                <a:lnTo>
                  <a:pt x="740" y="24"/>
                </a:lnTo>
                <a:lnTo>
                  <a:pt x="723" y="20"/>
                </a:lnTo>
                <a:lnTo>
                  <a:pt x="706" y="16"/>
                </a:lnTo>
                <a:lnTo>
                  <a:pt x="689" y="13"/>
                </a:lnTo>
                <a:lnTo>
                  <a:pt x="671" y="10"/>
                </a:lnTo>
                <a:lnTo>
                  <a:pt x="654" y="7"/>
                </a:lnTo>
                <a:lnTo>
                  <a:pt x="636" y="5"/>
                </a:lnTo>
                <a:lnTo>
                  <a:pt x="619" y="4"/>
                </a:lnTo>
                <a:lnTo>
                  <a:pt x="601" y="3"/>
                </a:lnTo>
                <a:lnTo>
                  <a:pt x="583" y="2"/>
                </a:lnTo>
                <a:lnTo>
                  <a:pt x="566" y="2"/>
                </a:lnTo>
                <a:lnTo>
                  <a:pt x="548" y="2"/>
                </a:lnTo>
                <a:lnTo>
                  <a:pt x="530" y="3"/>
                </a:lnTo>
                <a:lnTo>
                  <a:pt x="513" y="4"/>
                </a:lnTo>
                <a:lnTo>
                  <a:pt x="495" y="5"/>
                </a:lnTo>
                <a:lnTo>
                  <a:pt x="478" y="7"/>
                </a:lnTo>
                <a:lnTo>
                  <a:pt x="460" y="10"/>
                </a:lnTo>
                <a:lnTo>
                  <a:pt x="443" y="13"/>
                </a:lnTo>
                <a:lnTo>
                  <a:pt x="426" y="16"/>
                </a:lnTo>
                <a:lnTo>
                  <a:pt x="409" y="20"/>
                </a:lnTo>
                <a:lnTo>
                  <a:pt x="392" y="24"/>
                </a:lnTo>
                <a:lnTo>
                  <a:pt x="375" y="28"/>
                </a:lnTo>
                <a:lnTo>
                  <a:pt x="358" y="33"/>
                </a:lnTo>
                <a:lnTo>
                  <a:pt x="342" y="39"/>
                </a:lnTo>
                <a:lnTo>
                  <a:pt x="326" y="45"/>
                </a:lnTo>
                <a:lnTo>
                  <a:pt x="310" y="51"/>
                </a:lnTo>
                <a:lnTo>
                  <a:pt x="295" y="58"/>
                </a:lnTo>
                <a:lnTo>
                  <a:pt x="279" y="65"/>
                </a:lnTo>
                <a:lnTo>
                  <a:pt x="264" y="72"/>
                </a:lnTo>
                <a:lnTo>
                  <a:pt x="249" y="80"/>
                </a:lnTo>
                <a:lnTo>
                  <a:pt x="235" y="88"/>
                </a:lnTo>
                <a:lnTo>
                  <a:pt x="221" y="96"/>
                </a:lnTo>
                <a:lnTo>
                  <a:pt x="207" y="105"/>
                </a:lnTo>
                <a:lnTo>
                  <a:pt x="193" y="115"/>
                </a:lnTo>
                <a:lnTo>
                  <a:pt x="180" y="124"/>
                </a:lnTo>
                <a:lnTo>
                  <a:pt x="168" y="134"/>
                </a:lnTo>
                <a:lnTo>
                  <a:pt x="155" y="144"/>
                </a:lnTo>
                <a:lnTo>
                  <a:pt x="143" y="155"/>
                </a:lnTo>
                <a:lnTo>
                  <a:pt x="132" y="165"/>
                </a:lnTo>
                <a:lnTo>
                  <a:pt x="121" y="177"/>
                </a:lnTo>
                <a:lnTo>
                  <a:pt x="110" y="188"/>
                </a:lnTo>
                <a:lnTo>
                  <a:pt x="100" y="199"/>
                </a:lnTo>
                <a:lnTo>
                  <a:pt x="90" y="211"/>
                </a:lnTo>
                <a:lnTo>
                  <a:pt x="81" y="223"/>
                </a:lnTo>
                <a:lnTo>
                  <a:pt x="72" y="236"/>
                </a:lnTo>
                <a:lnTo>
                  <a:pt x="64" y="248"/>
                </a:lnTo>
                <a:lnTo>
                  <a:pt x="56" y="261"/>
                </a:lnTo>
                <a:lnTo>
                  <a:pt x="49" y="274"/>
                </a:lnTo>
                <a:lnTo>
                  <a:pt x="42" y="287"/>
                </a:lnTo>
                <a:lnTo>
                  <a:pt x="36" y="300"/>
                </a:lnTo>
                <a:lnTo>
                  <a:pt x="30" y="314"/>
                </a:lnTo>
                <a:lnTo>
                  <a:pt x="25" y="327"/>
                </a:lnTo>
                <a:lnTo>
                  <a:pt x="20" y="341"/>
                </a:lnTo>
                <a:lnTo>
                  <a:pt x="16" y="355"/>
                </a:lnTo>
                <a:lnTo>
                  <a:pt x="13" y="370"/>
                </a:lnTo>
                <a:lnTo>
                  <a:pt x="10" y="384"/>
                </a:lnTo>
                <a:lnTo>
                  <a:pt x="7" y="398"/>
                </a:lnTo>
                <a:lnTo>
                  <a:pt x="5" y="412"/>
                </a:lnTo>
                <a:lnTo>
                  <a:pt x="4" y="426"/>
                </a:lnTo>
                <a:lnTo>
                  <a:pt x="3" y="440"/>
                </a:lnTo>
                <a:lnTo>
                  <a:pt x="3" y="454"/>
                </a:lnTo>
                <a:lnTo>
                  <a:pt x="3" y="469"/>
                </a:lnTo>
                <a:lnTo>
                  <a:pt x="4" y="483"/>
                </a:lnTo>
                <a:lnTo>
                  <a:pt x="5" y="497"/>
                </a:lnTo>
                <a:lnTo>
                  <a:pt x="7" y="511"/>
                </a:lnTo>
                <a:lnTo>
                  <a:pt x="10" y="525"/>
                </a:lnTo>
                <a:lnTo>
                  <a:pt x="13" y="539"/>
                </a:lnTo>
                <a:lnTo>
                  <a:pt x="16" y="553"/>
                </a:lnTo>
                <a:lnTo>
                  <a:pt x="20" y="567"/>
                </a:lnTo>
                <a:lnTo>
                  <a:pt x="25" y="580"/>
                </a:lnTo>
                <a:lnTo>
                  <a:pt x="30" y="594"/>
                </a:lnTo>
                <a:lnTo>
                  <a:pt x="36" y="607"/>
                </a:lnTo>
                <a:lnTo>
                  <a:pt x="42" y="621"/>
                </a:lnTo>
                <a:lnTo>
                  <a:pt x="49" y="634"/>
                </a:lnTo>
                <a:lnTo>
                  <a:pt x="56" y="647"/>
                </a:lnTo>
                <a:lnTo>
                  <a:pt x="64" y="659"/>
                </a:lnTo>
                <a:lnTo>
                  <a:pt x="72" y="672"/>
                </a:lnTo>
                <a:lnTo>
                  <a:pt x="81" y="684"/>
                </a:lnTo>
                <a:lnTo>
                  <a:pt x="90" y="696"/>
                </a:lnTo>
                <a:lnTo>
                  <a:pt x="100" y="708"/>
                </a:lnTo>
                <a:lnTo>
                  <a:pt x="110" y="720"/>
                </a:lnTo>
                <a:lnTo>
                  <a:pt x="121" y="731"/>
                </a:lnTo>
                <a:lnTo>
                  <a:pt x="132" y="742"/>
                </a:lnTo>
                <a:lnTo>
                  <a:pt x="143" y="753"/>
                </a:lnTo>
                <a:lnTo>
                  <a:pt x="155" y="764"/>
                </a:lnTo>
                <a:lnTo>
                  <a:pt x="168" y="774"/>
                </a:lnTo>
                <a:lnTo>
                  <a:pt x="180" y="784"/>
                </a:lnTo>
                <a:lnTo>
                  <a:pt x="193" y="793"/>
                </a:lnTo>
                <a:lnTo>
                  <a:pt x="207" y="802"/>
                </a:lnTo>
                <a:lnTo>
                  <a:pt x="221" y="811"/>
                </a:lnTo>
                <a:lnTo>
                  <a:pt x="235" y="820"/>
                </a:lnTo>
                <a:lnTo>
                  <a:pt x="249" y="828"/>
                </a:lnTo>
                <a:lnTo>
                  <a:pt x="264" y="836"/>
                </a:lnTo>
                <a:lnTo>
                  <a:pt x="279" y="843"/>
                </a:lnTo>
                <a:lnTo>
                  <a:pt x="295" y="850"/>
                </a:lnTo>
                <a:lnTo>
                  <a:pt x="310" y="857"/>
                </a:lnTo>
                <a:lnTo>
                  <a:pt x="326" y="863"/>
                </a:lnTo>
                <a:lnTo>
                  <a:pt x="342" y="869"/>
                </a:lnTo>
                <a:lnTo>
                  <a:pt x="358" y="874"/>
                </a:lnTo>
                <a:lnTo>
                  <a:pt x="375" y="879"/>
                </a:lnTo>
                <a:lnTo>
                  <a:pt x="392" y="884"/>
                </a:lnTo>
                <a:lnTo>
                  <a:pt x="409" y="888"/>
                </a:lnTo>
                <a:lnTo>
                  <a:pt x="426" y="892"/>
                </a:lnTo>
                <a:lnTo>
                  <a:pt x="443" y="895"/>
                </a:lnTo>
                <a:lnTo>
                  <a:pt x="460" y="898"/>
                </a:lnTo>
                <a:lnTo>
                  <a:pt x="478" y="901"/>
                </a:lnTo>
                <a:lnTo>
                  <a:pt x="495" y="903"/>
                </a:lnTo>
                <a:lnTo>
                  <a:pt x="513" y="904"/>
                </a:lnTo>
                <a:lnTo>
                  <a:pt x="530" y="905"/>
                </a:lnTo>
                <a:lnTo>
                  <a:pt x="548" y="906"/>
                </a:lnTo>
                <a:lnTo>
                  <a:pt x="566" y="906"/>
                </a:lnTo>
                <a:lnTo>
                  <a:pt x="583" y="906"/>
                </a:lnTo>
                <a:lnTo>
                  <a:pt x="601" y="905"/>
                </a:lnTo>
                <a:lnTo>
                  <a:pt x="619" y="904"/>
                </a:lnTo>
                <a:lnTo>
                  <a:pt x="636" y="903"/>
                </a:lnTo>
                <a:lnTo>
                  <a:pt x="654" y="901"/>
                </a:lnTo>
                <a:lnTo>
                  <a:pt x="671" y="898"/>
                </a:lnTo>
                <a:lnTo>
                  <a:pt x="689" y="895"/>
                </a:lnTo>
                <a:lnTo>
                  <a:pt x="706" y="892"/>
                </a:lnTo>
                <a:lnTo>
                  <a:pt x="723" y="888"/>
                </a:lnTo>
                <a:lnTo>
                  <a:pt x="740" y="884"/>
                </a:lnTo>
                <a:lnTo>
                  <a:pt x="757" y="879"/>
                </a:lnTo>
                <a:lnTo>
                  <a:pt x="773" y="874"/>
                </a:lnTo>
                <a:lnTo>
                  <a:pt x="789" y="869"/>
                </a:lnTo>
                <a:lnTo>
                  <a:pt x="806" y="863"/>
                </a:lnTo>
                <a:lnTo>
                  <a:pt x="821" y="857"/>
                </a:lnTo>
                <a:lnTo>
                  <a:pt x="837" y="850"/>
                </a:lnTo>
                <a:lnTo>
                  <a:pt x="852" y="843"/>
                </a:lnTo>
                <a:lnTo>
                  <a:pt x="869" y="836"/>
                </a:lnTo>
                <a:lnTo>
                  <a:pt x="883" y="828"/>
                </a:lnTo>
                <a:lnTo>
                  <a:pt x="898" y="820"/>
                </a:lnTo>
                <a:lnTo>
                  <a:pt x="912" y="811"/>
                </a:lnTo>
                <a:lnTo>
                  <a:pt x="926" y="802"/>
                </a:lnTo>
                <a:lnTo>
                  <a:pt x="939" y="793"/>
                </a:lnTo>
                <a:lnTo>
                  <a:pt x="952" y="784"/>
                </a:lnTo>
                <a:lnTo>
                  <a:pt x="965" y="774"/>
                </a:lnTo>
                <a:lnTo>
                  <a:pt x="977" y="764"/>
                </a:lnTo>
                <a:lnTo>
                  <a:pt x="989" y="753"/>
                </a:lnTo>
                <a:lnTo>
                  <a:pt x="1001" y="742"/>
                </a:lnTo>
                <a:lnTo>
                  <a:pt x="1012" y="731"/>
                </a:lnTo>
                <a:lnTo>
                  <a:pt x="1022" y="720"/>
                </a:lnTo>
                <a:lnTo>
                  <a:pt x="1033" y="708"/>
                </a:lnTo>
                <a:lnTo>
                  <a:pt x="1042" y="696"/>
                </a:lnTo>
                <a:lnTo>
                  <a:pt x="1052" y="684"/>
                </a:lnTo>
                <a:lnTo>
                  <a:pt x="1060" y="672"/>
                </a:lnTo>
                <a:lnTo>
                  <a:pt x="1069" y="659"/>
                </a:lnTo>
                <a:lnTo>
                  <a:pt x="1076" y="647"/>
                </a:lnTo>
                <a:lnTo>
                  <a:pt x="1084" y="634"/>
                </a:lnTo>
                <a:lnTo>
                  <a:pt x="1090" y="621"/>
                </a:lnTo>
                <a:lnTo>
                  <a:pt x="1097" y="607"/>
                </a:lnTo>
                <a:lnTo>
                  <a:pt x="1102" y="594"/>
                </a:lnTo>
                <a:lnTo>
                  <a:pt x="1108" y="580"/>
                </a:lnTo>
                <a:lnTo>
                  <a:pt x="1112" y="567"/>
                </a:lnTo>
                <a:lnTo>
                  <a:pt x="1116" y="553"/>
                </a:lnTo>
                <a:lnTo>
                  <a:pt x="1120" y="539"/>
                </a:lnTo>
                <a:lnTo>
                  <a:pt x="1123" y="525"/>
                </a:lnTo>
                <a:lnTo>
                  <a:pt x="1126" y="511"/>
                </a:lnTo>
                <a:lnTo>
                  <a:pt x="1127" y="497"/>
                </a:lnTo>
                <a:lnTo>
                  <a:pt x="1129" y="483"/>
                </a:lnTo>
                <a:lnTo>
                  <a:pt x="1130" y="469"/>
                </a:lnTo>
                <a:lnTo>
                  <a:pt x="1130" y="454"/>
                </a:lnTo>
                <a:moveTo>
                  <a:pt x="1132" y="454"/>
                </a:moveTo>
                <a:lnTo>
                  <a:pt x="1132" y="469"/>
                </a:lnTo>
                <a:lnTo>
                  <a:pt x="1131" y="483"/>
                </a:lnTo>
                <a:lnTo>
                  <a:pt x="1130" y="497"/>
                </a:lnTo>
                <a:lnTo>
                  <a:pt x="1128" y="511"/>
                </a:lnTo>
                <a:lnTo>
                  <a:pt x="1125" y="525"/>
                </a:lnTo>
                <a:lnTo>
                  <a:pt x="1122" y="539"/>
                </a:lnTo>
                <a:lnTo>
                  <a:pt x="1119" y="553"/>
                </a:lnTo>
                <a:lnTo>
                  <a:pt x="1114" y="567"/>
                </a:lnTo>
                <a:lnTo>
                  <a:pt x="1110" y="581"/>
                </a:lnTo>
                <a:lnTo>
                  <a:pt x="1105" y="595"/>
                </a:lnTo>
                <a:lnTo>
                  <a:pt x="1099" y="608"/>
                </a:lnTo>
                <a:lnTo>
                  <a:pt x="1093" y="621"/>
                </a:lnTo>
                <a:lnTo>
                  <a:pt x="1086" y="635"/>
                </a:lnTo>
                <a:lnTo>
                  <a:pt x="1078" y="648"/>
                </a:lnTo>
                <a:lnTo>
                  <a:pt x="1071" y="660"/>
                </a:lnTo>
                <a:lnTo>
                  <a:pt x="1062" y="673"/>
                </a:lnTo>
                <a:lnTo>
                  <a:pt x="1054" y="685"/>
                </a:lnTo>
                <a:lnTo>
                  <a:pt x="1044" y="697"/>
                </a:lnTo>
                <a:lnTo>
                  <a:pt x="1034" y="709"/>
                </a:lnTo>
                <a:lnTo>
                  <a:pt x="1024" y="721"/>
                </a:lnTo>
                <a:lnTo>
                  <a:pt x="1014" y="732"/>
                </a:lnTo>
                <a:lnTo>
                  <a:pt x="1002" y="744"/>
                </a:lnTo>
                <a:lnTo>
                  <a:pt x="991" y="754"/>
                </a:lnTo>
                <a:lnTo>
                  <a:pt x="979" y="765"/>
                </a:lnTo>
                <a:lnTo>
                  <a:pt x="967" y="775"/>
                </a:lnTo>
                <a:lnTo>
                  <a:pt x="954" y="785"/>
                </a:lnTo>
                <a:lnTo>
                  <a:pt x="941" y="795"/>
                </a:lnTo>
                <a:lnTo>
                  <a:pt x="927" y="804"/>
                </a:lnTo>
                <a:lnTo>
                  <a:pt x="913" y="813"/>
                </a:lnTo>
                <a:lnTo>
                  <a:pt x="899" y="821"/>
                </a:lnTo>
                <a:lnTo>
                  <a:pt x="885" y="830"/>
                </a:lnTo>
                <a:lnTo>
                  <a:pt x="870" y="837"/>
                </a:lnTo>
                <a:lnTo>
                  <a:pt x="854" y="845"/>
                </a:lnTo>
                <a:lnTo>
                  <a:pt x="838" y="852"/>
                </a:lnTo>
                <a:lnTo>
                  <a:pt x="823" y="859"/>
                </a:lnTo>
                <a:lnTo>
                  <a:pt x="807" y="865"/>
                </a:lnTo>
                <a:lnTo>
                  <a:pt x="790" y="871"/>
                </a:lnTo>
                <a:lnTo>
                  <a:pt x="774" y="876"/>
                </a:lnTo>
                <a:lnTo>
                  <a:pt x="757" y="881"/>
                </a:lnTo>
                <a:lnTo>
                  <a:pt x="741" y="886"/>
                </a:lnTo>
                <a:lnTo>
                  <a:pt x="724" y="890"/>
                </a:lnTo>
                <a:lnTo>
                  <a:pt x="706" y="894"/>
                </a:lnTo>
                <a:lnTo>
                  <a:pt x="689" y="897"/>
                </a:lnTo>
                <a:lnTo>
                  <a:pt x="672" y="900"/>
                </a:lnTo>
                <a:lnTo>
                  <a:pt x="654" y="902"/>
                </a:lnTo>
                <a:lnTo>
                  <a:pt x="637" y="904"/>
                </a:lnTo>
                <a:lnTo>
                  <a:pt x="619" y="906"/>
                </a:lnTo>
                <a:lnTo>
                  <a:pt x="601" y="907"/>
                </a:lnTo>
                <a:lnTo>
                  <a:pt x="584" y="908"/>
                </a:lnTo>
                <a:lnTo>
                  <a:pt x="566" y="908"/>
                </a:lnTo>
                <a:lnTo>
                  <a:pt x="548" y="908"/>
                </a:lnTo>
                <a:lnTo>
                  <a:pt x="530" y="907"/>
                </a:lnTo>
                <a:lnTo>
                  <a:pt x="513" y="906"/>
                </a:lnTo>
                <a:lnTo>
                  <a:pt x="495" y="904"/>
                </a:lnTo>
                <a:lnTo>
                  <a:pt x="477" y="902"/>
                </a:lnTo>
                <a:lnTo>
                  <a:pt x="460" y="900"/>
                </a:lnTo>
                <a:lnTo>
                  <a:pt x="442" y="897"/>
                </a:lnTo>
                <a:lnTo>
                  <a:pt x="425" y="894"/>
                </a:lnTo>
                <a:lnTo>
                  <a:pt x="408" y="890"/>
                </a:lnTo>
                <a:lnTo>
                  <a:pt x="391" y="886"/>
                </a:lnTo>
                <a:lnTo>
                  <a:pt x="374" y="881"/>
                </a:lnTo>
                <a:lnTo>
                  <a:pt x="358" y="876"/>
                </a:lnTo>
                <a:lnTo>
                  <a:pt x="341" y="871"/>
                </a:lnTo>
                <a:lnTo>
                  <a:pt x="325" y="865"/>
                </a:lnTo>
                <a:lnTo>
                  <a:pt x="309" y="859"/>
                </a:lnTo>
                <a:lnTo>
                  <a:pt x="293" y="852"/>
                </a:lnTo>
                <a:lnTo>
                  <a:pt x="278" y="845"/>
                </a:lnTo>
                <a:lnTo>
                  <a:pt x="263" y="837"/>
                </a:lnTo>
                <a:lnTo>
                  <a:pt x="248" y="830"/>
                </a:lnTo>
                <a:lnTo>
                  <a:pt x="233" y="821"/>
                </a:lnTo>
                <a:lnTo>
                  <a:pt x="219" y="813"/>
                </a:lnTo>
                <a:lnTo>
                  <a:pt x="205" y="804"/>
                </a:lnTo>
                <a:lnTo>
                  <a:pt x="192" y="795"/>
                </a:lnTo>
                <a:lnTo>
                  <a:pt x="179" y="785"/>
                </a:lnTo>
                <a:lnTo>
                  <a:pt x="166" y="775"/>
                </a:lnTo>
                <a:lnTo>
                  <a:pt x="154" y="765"/>
                </a:lnTo>
                <a:lnTo>
                  <a:pt x="142" y="754"/>
                </a:lnTo>
                <a:lnTo>
                  <a:pt x="130" y="744"/>
                </a:lnTo>
                <a:lnTo>
                  <a:pt x="119" y="732"/>
                </a:lnTo>
                <a:lnTo>
                  <a:pt x="108" y="721"/>
                </a:lnTo>
                <a:lnTo>
                  <a:pt x="98" y="709"/>
                </a:lnTo>
                <a:lnTo>
                  <a:pt x="88" y="697"/>
                </a:lnTo>
                <a:lnTo>
                  <a:pt x="79" y="685"/>
                </a:lnTo>
                <a:lnTo>
                  <a:pt x="70" y="673"/>
                </a:lnTo>
                <a:lnTo>
                  <a:pt x="62" y="660"/>
                </a:lnTo>
                <a:lnTo>
                  <a:pt x="54" y="648"/>
                </a:lnTo>
                <a:lnTo>
                  <a:pt x="47" y="635"/>
                </a:lnTo>
                <a:lnTo>
                  <a:pt x="40" y="621"/>
                </a:lnTo>
                <a:lnTo>
                  <a:pt x="34" y="608"/>
                </a:lnTo>
                <a:lnTo>
                  <a:pt x="28" y="595"/>
                </a:lnTo>
                <a:lnTo>
                  <a:pt x="23" y="581"/>
                </a:lnTo>
                <a:lnTo>
                  <a:pt x="18" y="567"/>
                </a:lnTo>
                <a:lnTo>
                  <a:pt x="14" y="553"/>
                </a:lnTo>
                <a:lnTo>
                  <a:pt x="10" y="539"/>
                </a:lnTo>
                <a:lnTo>
                  <a:pt x="7" y="525"/>
                </a:lnTo>
                <a:lnTo>
                  <a:pt x="5" y="511"/>
                </a:lnTo>
                <a:lnTo>
                  <a:pt x="3" y="497"/>
                </a:lnTo>
                <a:lnTo>
                  <a:pt x="1" y="483"/>
                </a:lnTo>
                <a:lnTo>
                  <a:pt x="1" y="469"/>
                </a:lnTo>
                <a:lnTo>
                  <a:pt x="0" y="454"/>
                </a:lnTo>
                <a:lnTo>
                  <a:pt x="1" y="440"/>
                </a:lnTo>
                <a:lnTo>
                  <a:pt x="1" y="426"/>
                </a:lnTo>
                <a:lnTo>
                  <a:pt x="3" y="412"/>
                </a:lnTo>
                <a:lnTo>
                  <a:pt x="5" y="398"/>
                </a:lnTo>
                <a:lnTo>
                  <a:pt x="7" y="383"/>
                </a:lnTo>
                <a:lnTo>
                  <a:pt x="10" y="369"/>
                </a:lnTo>
                <a:lnTo>
                  <a:pt x="14" y="354"/>
                </a:lnTo>
                <a:lnTo>
                  <a:pt x="18" y="341"/>
                </a:lnTo>
                <a:lnTo>
                  <a:pt x="23" y="327"/>
                </a:lnTo>
                <a:lnTo>
                  <a:pt x="28" y="313"/>
                </a:lnTo>
                <a:lnTo>
                  <a:pt x="34" y="300"/>
                </a:lnTo>
                <a:lnTo>
                  <a:pt x="40" y="286"/>
                </a:lnTo>
                <a:lnTo>
                  <a:pt x="47" y="273"/>
                </a:lnTo>
                <a:lnTo>
                  <a:pt x="54" y="260"/>
                </a:lnTo>
                <a:lnTo>
                  <a:pt x="62" y="247"/>
                </a:lnTo>
                <a:lnTo>
                  <a:pt x="70" y="235"/>
                </a:lnTo>
                <a:lnTo>
                  <a:pt x="79" y="222"/>
                </a:lnTo>
                <a:lnTo>
                  <a:pt x="88" y="210"/>
                </a:lnTo>
                <a:lnTo>
                  <a:pt x="98" y="198"/>
                </a:lnTo>
                <a:lnTo>
                  <a:pt x="108" y="187"/>
                </a:lnTo>
                <a:lnTo>
                  <a:pt x="119" y="175"/>
                </a:lnTo>
                <a:lnTo>
                  <a:pt x="130" y="164"/>
                </a:lnTo>
                <a:lnTo>
                  <a:pt x="142" y="153"/>
                </a:lnTo>
                <a:lnTo>
                  <a:pt x="154" y="143"/>
                </a:lnTo>
                <a:lnTo>
                  <a:pt x="166" y="133"/>
                </a:lnTo>
                <a:lnTo>
                  <a:pt x="179" y="123"/>
                </a:lnTo>
                <a:lnTo>
                  <a:pt x="192" y="113"/>
                </a:lnTo>
                <a:lnTo>
                  <a:pt x="205" y="104"/>
                </a:lnTo>
                <a:lnTo>
                  <a:pt x="219" y="95"/>
                </a:lnTo>
                <a:lnTo>
                  <a:pt x="233" y="86"/>
                </a:lnTo>
                <a:lnTo>
                  <a:pt x="248" y="78"/>
                </a:lnTo>
                <a:lnTo>
                  <a:pt x="263" y="70"/>
                </a:lnTo>
                <a:lnTo>
                  <a:pt x="278" y="63"/>
                </a:lnTo>
                <a:lnTo>
                  <a:pt x="293" y="56"/>
                </a:lnTo>
                <a:lnTo>
                  <a:pt x="309" y="49"/>
                </a:lnTo>
                <a:lnTo>
                  <a:pt x="325" y="43"/>
                </a:lnTo>
                <a:lnTo>
                  <a:pt x="341" y="37"/>
                </a:lnTo>
                <a:lnTo>
                  <a:pt x="358" y="32"/>
                </a:lnTo>
                <a:lnTo>
                  <a:pt x="374" y="27"/>
                </a:lnTo>
                <a:lnTo>
                  <a:pt x="391" y="22"/>
                </a:lnTo>
                <a:lnTo>
                  <a:pt x="408" y="18"/>
                </a:lnTo>
                <a:lnTo>
                  <a:pt x="425" y="14"/>
                </a:lnTo>
                <a:lnTo>
                  <a:pt x="442" y="11"/>
                </a:lnTo>
                <a:lnTo>
                  <a:pt x="460" y="8"/>
                </a:lnTo>
                <a:lnTo>
                  <a:pt x="477" y="5"/>
                </a:lnTo>
                <a:lnTo>
                  <a:pt x="495" y="3"/>
                </a:lnTo>
                <a:lnTo>
                  <a:pt x="513" y="2"/>
                </a:lnTo>
                <a:lnTo>
                  <a:pt x="530" y="1"/>
                </a:lnTo>
                <a:lnTo>
                  <a:pt x="548" y="0"/>
                </a:lnTo>
                <a:lnTo>
                  <a:pt x="566" y="0"/>
                </a:lnTo>
                <a:lnTo>
                  <a:pt x="584" y="0"/>
                </a:lnTo>
                <a:lnTo>
                  <a:pt x="601" y="1"/>
                </a:lnTo>
                <a:lnTo>
                  <a:pt x="619" y="2"/>
                </a:lnTo>
                <a:lnTo>
                  <a:pt x="637" y="3"/>
                </a:lnTo>
                <a:lnTo>
                  <a:pt x="654" y="5"/>
                </a:lnTo>
                <a:lnTo>
                  <a:pt x="672" y="8"/>
                </a:lnTo>
                <a:lnTo>
                  <a:pt x="689" y="11"/>
                </a:lnTo>
                <a:lnTo>
                  <a:pt x="706" y="14"/>
                </a:lnTo>
                <a:lnTo>
                  <a:pt x="724" y="18"/>
                </a:lnTo>
                <a:lnTo>
                  <a:pt x="741" y="22"/>
                </a:lnTo>
                <a:lnTo>
                  <a:pt x="757" y="27"/>
                </a:lnTo>
                <a:lnTo>
                  <a:pt x="774" y="32"/>
                </a:lnTo>
                <a:lnTo>
                  <a:pt x="790" y="37"/>
                </a:lnTo>
                <a:lnTo>
                  <a:pt x="807" y="43"/>
                </a:lnTo>
                <a:lnTo>
                  <a:pt x="823" y="49"/>
                </a:lnTo>
                <a:lnTo>
                  <a:pt x="838" y="56"/>
                </a:lnTo>
                <a:lnTo>
                  <a:pt x="854" y="63"/>
                </a:lnTo>
                <a:lnTo>
                  <a:pt x="870" y="70"/>
                </a:lnTo>
                <a:lnTo>
                  <a:pt x="885" y="78"/>
                </a:lnTo>
                <a:lnTo>
                  <a:pt x="899" y="86"/>
                </a:lnTo>
                <a:lnTo>
                  <a:pt x="913" y="95"/>
                </a:lnTo>
                <a:lnTo>
                  <a:pt x="927" y="104"/>
                </a:lnTo>
                <a:lnTo>
                  <a:pt x="941" y="113"/>
                </a:lnTo>
                <a:lnTo>
                  <a:pt x="954" y="123"/>
                </a:lnTo>
                <a:lnTo>
                  <a:pt x="967" y="133"/>
                </a:lnTo>
                <a:lnTo>
                  <a:pt x="979" y="143"/>
                </a:lnTo>
                <a:lnTo>
                  <a:pt x="991" y="153"/>
                </a:lnTo>
                <a:lnTo>
                  <a:pt x="1002" y="164"/>
                </a:lnTo>
                <a:lnTo>
                  <a:pt x="1014" y="175"/>
                </a:lnTo>
                <a:lnTo>
                  <a:pt x="1024" y="187"/>
                </a:lnTo>
                <a:lnTo>
                  <a:pt x="1034" y="198"/>
                </a:lnTo>
                <a:lnTo>
                  <a:pt x="1044" y="210"/>
                </a:lnTo>
                <a:lnTo>
                  <a:pt x="1054" y="222"/>
                </a:lnTo>
                <a:lnTo>
                  <a:pt x="1062" y="235"/>
                </a:lnTo>
                <a:lnTo>
                  <a:pt x="1071" y="247"/>
                </a:lnTo>
                <a:lnTo>
                  <a:pt x="1078" y="260"/>
                </a:lnTo>
                <a:lnTo>
                  <a:pt x="1086" y="273"/>
                </a:lnTo>
                <a:lnTo>
                  <a:pt x="1093" y="286"/>
                </a:lnTo>
                <a:lnTo>
                  <a:pt x="1099" y="300"/>
                </a:lnTo>
                <a:lnTo>
                  <a:pt x="1105" y="313"/>
                </a:lnTo>
                <a:lnTo>
                  <a:pt x="1110" y="327"/>
                </a:lnTo>
                <a:lnTo>
                  <a:pt x="1114" y="341"/>
                </a:lnTo>
                <a:lnTo>
                  <a:pt x="1119" y="354"/>
                </a:lnTo>
                <a:lnTo>
                  <a:pt x="1122" y="369"/>
                </a:lnTo>
                <a:lnTo>
                  <a:pt x="1125" y="383"/>
                </a:lnTo>
                <a:lnTo>
                  <a:pt x="1128" y="398"/>
                </a:lnTo>
                <a:lnTo>
                  <a:pt x="1130" y="412"/>
                </a:lnTo>
                <a:lnTo>
                  <a:pt x="1131" y="426"/>
                </a:lnTo>
                <a:lnTo>
                  <a:pt x="1132" y="440"/>
                </a:lnTo>
                <a:lnTo>
                  <a:pt x="1132" y="454"/>
                </a:lnTo>
                <a:close/>
              </a:path>
            </a:pathLst>
          </a:custGeom>
          <a:solidFill>
            <a:srgbClr val="ff9b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8" name=""/>
          <p:cNvSpPr/>
          <p:nvPr/>
        </p:nvSpPr>
        <p:spPr>
          <a:xfrm>
            <a:off x="4774320" y="1663920"/>
            <a:ext cx="409320" cy="328320"/>
          </a:xfrm>
          <a:custGeom>
            <a:avLst/>
            <a:gdLst/>
            <a:ahLst/>
            <a:rect l="0" t="0" r="r" b="b"/>
            <a:pathLst>
              <a:path w="1137" h="912">
                <a:moveTo>
                  <a:pt x="1134" y="456"/>
                </a:moveTo>
                <a:lnTo>
                  <a:pt x="1134" y="442"/>
                </a:lnTo>
                <a:lnTo>
                  <a:pt x="1133" y="428"/>
                </a:lnTo>
                <a:lnTo>
                  <a:pt x="1132" y="414"/>
                </a:lnTo>
                <a:lnTo>
                  <a:pt x="1130" y="400"/>
                </a:lnTo>
                <a:lnTo>
                  <a:pt x="1127" y="385"/>
                </a:lnTo>
                <a:lnTo>
                  <a:pt x="1124" y="370"/>
                </a:lnTo>
                <a:lnTo>
                  <a:pt x="1121" y="356"/>
                </a:lnTo>
                <a:lnTo>
                  <a:pt x="1116" y="343"/>
                </a:lnTo>
                <a:lnTo>
                  <a:pt x="1112" y="329"/>
                </a:lnTo>
                <a:lnTo>
                  <a:pt x="1107" y="315"/>
                </a:lnTo>
                <a:lnTo>
                  <a:pt x="1101" y="302"/>
                </a:lnTo>
                <a:lnTo>
                  <a:pt x="1095" y="288"/>
                </a:lnTo>
                <a:lnTo>
                  <a:pt x="1088" y="275"/>
                </a:lnTo>
                <a:lnTo>
                  <a:pt x="1080" y="262"/>
                </a:lnTo>
                <a:lnTo>
                  <a:pt x="1073" y="249"/>
                </a:lnTo>
                <a:lnTo>
                  <a:pt x="1064" y="237"/>
                </a:lnTo>
                <a:lnTo>
                  <a:pt x="1056" y="224"/>
                </a:lnTo>
                <a:lnTo>
                  <a:pt x="1046" y="212"/>
                </a:lnTo>
                <a:lnTo>
                  <a:pt x="1036" y="200"/>
                </a:lnTo>
                <a:lnTo>
                  <a:pt x="1026" y="189"/>
                </a:lnTo>
                <a:lnTo>
                  <a:pt x="1016" y="177"/>
                </a:lnTo>
                <a:lnTo>
                  <a:pt x="1004" y="166"/>
                </a:lnTo>
                <a:lnTo>
                  <a:pt x="993" y="155"/>
                </a:lnTo>
                <a:lnTo>
                  <a:pt x="981" y="145"/>
                </a:lnTo>
                <a:lnTo>
                  <a:pt x="969" y="135"/>
                </a:lnTo>
                <a:lnTo>
                  <a:pt x="956" y="125"/>
                </a:lnTo>
                <a:lnTo>
                  <a:pt x="943" y="115"/>
                </a:lnTo>
                <a:lnTo>
                  <a:pt x="929" y="106"/>
                </a:lnTo>
                <a:lnTo>
                  <a:pt x="914" y="97"/>
                </a:lnTo>
                <a:lnTo>
                  <a:pt x="900" y="88"/>
                </a:lnTo>
                <a:lnTo>
                  <a:pt x="886" y="80"/>
                </a:lnTo>
                <a:lnTo>
                  <a:pt x="871" y="72"/>
                </a:lnTo>
                <a:lnTo>
                  <a:pt x="856" y="65"/>
                </a:lnTo>
                <a:lnTo>
                  <a:pt x="840" y="58"/>
                </a:lnTo>
                <a:lnTo>
                  <a:pt x="825" y="51"/>
                </a:lnTo>
                <a:lnTo>
                  <a:pt x="809" y="45"/>
                </a:lnTo>
                <a:lnTo>
                  <a:pt x="792" y="39"/>
                </a:lnTo>
                <a:lnTo>
                  <a:pt x="776" y="34"/>
                </a:lnTo>
                <a:lnTo>
                  <a:pt x="759" y="29"/>
                </a:lnTo>
                <a:lnTo>
                  <a:pt x="743" y="24"/>
                </a:lnTo>
                <a:lnTo>
                  <a:pt x="726" y="20"/>
                </a:lnTo>
                <a:lnTo>
                  <a:pt x="708" y="16"/>
                </a:lnTo>
                <a:lnTo>
                  <a:pt x="691" y="13"/>
                </a:lnTo>
                <a:lnTo>
                  <a:pt x="674" y="10"/>
                </a:lnTo>
                <a:lnTo>
                  <a:pt x="656" y="7"/>
                </a:lnTo>
                <a:lnTo>
                  <a:pt x="639" y="5"/>
                </a:lnTo>
                <a:lnTo>
                  <a:pt x="621" y="4"/>
                </a:lnTo>
                <a:lnTo>
                  <a:pt x="603" y="3"/>
                </a:lnTo>
                <a:lnTo>
                  <a:pt x="586" y="2"/>
                </a:lnTo>
                <a:lnTo>
                  <a:pt x="568" y="2"/>
                </a:lnTo>
                <a:lnTo>
                  <a:pt x="550" y="2"/>
                </a:lnTo>
                <a:lnTo>
                  <a:pt x="532" y="3"/>
                </a:lnTo>
                <a:lnTo>
                  <a:pt x="515" y="4"/>
                </a:lnTo>
                <a:lnTo>
                  <a:pt x="497" y="5"/>
                </a:lnTo>
                <a:lnTo>
                  <a:pt x="479" y="7"/>
                </a:lnTo>
                <a:lnTo>
                  <a:pt x="462" y="10"/>
                </a:lnTo>
                <a:lnTo>
                  <a:pt x="444" y="13"/>
                </a:lnTo>
                <a:lnTo>
                  <a:pt x="427" y="16"/>
                </a:lnTo>
                <a:lnTo>
                  <a:pt x="410" y="20"/>
                </a:lnTo>
                <a:lnTo>
                  <a:pt x="393" y="24"/>
                </a:lnTo>
                <a:lnTo>
                  <a:pt x="376" y="29"/>
                </a:lnTo>
                <a:lnTo>
                  <a:pt x="360" y="34"/>
                </a:lnTo>
                <a:lnTo>
                  <a:pt x="343" y="39"/>
                </a:lnTo>
                <a:lnTo>
                  <a:pt x="327" y="45"/>
                </a:lnTo>
                <a:lnTo>
                  <a:pt x="311" y="51"/>
                </a:lnTo>
                <a:lnTo>
                  <a:pt x="295" y="58"/>
                </a:lnTo>
                <a:lnTo>
                  <a:pt x="280" y="65"/>
                </a:lnTo>
                <a:lnTo>
                  <a:pt x="265" y="72"/>
                </a:lnTo>
                <a:lnTo>
                  <a:pt x="250" y="80"/>
                </a:lnTo>
                <a:lnTo>
                  <a:pt x="235" y="88"/>
                </a:lnTo>
                <a:lnTo>
                  <a:pt x="221" y="97"/>
                </a:lnTo>
                <a:lnTo>
                  <a:pt x="207" y="106"/>
                </a:lnTo>
                <a:lnTo>
                  <a:pt x="194" y="115"/>
                </a:lnTo>
                <a:lnTo>
                  <a:pt x="181" y="125"/>
                </a:lnTo>
                <a:lnTo>
                  <a:pt x="168" y="135"/>
                </a:lnTo>
                <a:lnTo>
                  <a:pt x="156" y="145"/>
                </a:lnTo>
                <a:lnTo>
                  <a:pt x="144" y="155"/>
                </a:lnTo>
                <a:lnTo>
                  <a:pt x="132" y="166"/>
                </a:lnTo>
                <a:lnTo>
                  <a:pt x="121" y="177"/>
                </a:lnTo>
                <a:lnTo>
                  <a:pt x="110" y="189"/>
                </a:lnTo>
                <a:lnTo>
                  <a:pt x="100" y="200"/>
                </a:lnTo>
                <a:lnTo>
                  <a:pt x="90" y="212"/>
                </a:lnTo>
                <a:lnTo>
                  <a:pt x="81" y="224"/>
                </a:lnTo>
                <a:lnTo>
                  <a:pt x="72" y="237"/>
                </a:lnTo>
                <a:lnTo>
                  <a:pt x="64" y="249"/>
                </a:lnTo>
                <a:lnTo>
                  <a:pt x="56" y="262"/>
                </a:lnTo>
                <a:lnTo>
                  <a:pt x="49" y="275"/>
                </a:lnTo>
                <a:lnTo>
                  <a:pt x="42" y="288"/>
                </a:lnTo>
                <a:lnTo>
                  <a:pt x="36" y="302"/>
                </a:lnTo>
                <a:lnTo>
                  <a:pt x="30" y="315"/>
                </a:lnTo>
                <a:lnTo>
                  <a:pt x="25" y="329"/>
                </a:lnTo>
                <a:lnTo>
                  <a:pt x="20" y="343"/>
                </a:lnTo>
                <a:lnTo>
                  <a:pt x="16" y="356"/>
                </a:lnTo>
                <a:lnTo>
                  <a:pt x="12" y="370"/>
                </a:lnTo>
                <a:lnTo>
                  <a:pt x="9" y="385"/>
                </a:lnTo>
                <a:lnTo>
                  <a:pt x="7" y="400"/>
                </a:lnTo>
                <a:lnTo>
                  <a:pt x="5" y="414"/>
                </a:lnTo>
                <a:lnTo>
                  <a:pt x="3" y="428"/>
                </a:lnTo>
                <a:lnTo>
                  <a:pt x="3" y="442"/>
                </a:lnTo>
                <a:lnTo>
                  <a:pt x="2" y="456"/>
                </a:lnTo>
                <a:lnTo>
                  <a:pt x="3" y="471"/>
                </a:lnTo>
                <a:lnTo>
                  <a:pt x="3" y="485"/>
                </a:lnTo>
                <a:lnTo>
                  <a:pt x="5" y="499"/>
                </a:lnTo>
                <a:lnTo>
                  <a:pt x="7" y="513"/>
                </a:lnTo>
                <a:lnTo>
                  <a:pt x="9" y="527"/>
                </a:lnTo>
                <a:lnTo>
                  <a:pt x="12" y="541"/>
                </a:lnTo>
                <a:lnTo>
                  <a:pt x="16" y="555"/>
                </a:lnTo>
                <a:lnTo>
                  <a:pt x="20" y="569"/>
                </a:lnTo>
                <a:lnTo>
                  <a:pt x="25" y="583"/>
                </a:lnTo>
                <a:lnTo>
                  <a:pt x="30" y="597"/>
                </a:lnTo>
                <a:lnTo>
                  <a:pt x="36" y="610"/>
                </a:lnTo>
                <a:lnTo>
                  <a:pt x="42" y="623"/>
                </a:lnTo>
                <a:lnTo>
                  <a:pt x="49" y="637"/>
                </a:lnTo>
                <a:lnTo>
                  <a:pt x="56" y="650"/>
                </a:lnTo>
                <a:lnTo>
                  <a:pt x="64" y="662"/>
                </a:lnTo>
                <a:lnTo>
                  <a:pt x="72" y="675"/>
                </a:lnTo>
                <a:lnTo>
                  <a:pt x="81" y="687"/>
                </a:lnTo>
                <a:lnTo>
                  <a:pt x="90" y="699"/>
                </a:lnTo>
                <a:lnTo>
                  <a:pt x="100" y="711"/>
                </a:lnTo>
                <a:lnTo>
                  <a:pt x="110" y="723"/>
                </a:lnTo>
                <a:lnTo>
                  <a:pt x="121" y="734"/>
                </a:lnTo>
                <a:lnTo>
                  <a:pt x="132" y="746"/>
                </a:lnTo>
                <a:lnTo>
                  <a:pt x="144" y="756"/>
                </a:lnTo>
                <a:lnTo>
                  <a:pt x="156" y="767"/>
                </a:lnTo>
                <a:lnTo>
                  <a:pt x="168" y="777"/>
                </a:lnTo>
                <a:lnTo>
                  <a:pt x="181" y="787"/>
                </a:lnTo>
                <a:lnTo>
                  <a:pt x="194" y="797"/>
                </a:lnTo>
                <a:lnTo>
                  <a:pt x="207" y="806"/>
                </a:lnTo>
                <a:lnTo>
                  <a:pt x="221" y="815"/>
                </a:lnTo>
                <a:lnTo>
                  <a:pt x="235" y="823"/>
                </a:lnTo>
                <a:lnTo>
                  <a:pt x="250" y="832"/>
                </a:lnTo>
                <a:lnTo>
                  <a:pt x="265" y="839"/>
                </a:lnTo>
                <a:lnTo>
                  <a:pt x="280" y="847"/>
                </a:lnTo>
                <a:lnTo>
                  <a:pt x="295" y="854"/>
                </a:lnTo>
                <a:lnTo>
                  <a:pt x="311" y="861"/>
                </a:lnTo>
                <a:lnTo>
                  <a:pt x="327" y="867"/>
                </a:lnTo>
                <a:lnTo>
                  <a:pt x="343" y="873"/>
                </a:lnTo>
                <a:lnTo>
                  <a:pt x="360" y="878"/>
                </a:lnTo>
                <a:lnTo>
                  <a:pt x="376" y="883"/>
                </a:lnTo>
                <a:lnTo>
                  <a:pt x="393" y="888"/>
                </a:lnTo>
                <a:lnTo>
                  <a:pt x="410" y="892"/>
                </a:lnTo>
                <a:lnTo>
                  <a:pt x="427" y="896"/>
                </a:lnTo>
                <a:lnTo>
                  <a:pt x="444" y="899"/>
                </a:lnTo>
                <a:lnTo>
                  <a:pt x="462" y="902"/>
                </a:lnTo>
                <a:lnTo>
                  <a:pt x="479" y="904"/>
                </a:lnTo>
                <a:lnTo>
                  <a:pt x="497" y="906"/>
                </a:lnTo>
                <a:lnTo>
                  <a:pt x="515" y="908"/>
                </a:lnTo>
                <a:lnTo>
                  <a:pt x="532" y="909"/>
                </a:lnTo>
                <a:lnTo>
                  <a:pt x="550" y="910"/>
                </a:lnTo>
                <a:lnTo>
                  <a:pt x="568" y="910"/>
                </a:lnTo>
                <a:lnTo>
                  <a:pt x="586" y="910"/>
                </a:lnTo>
                <a:lnTo>
                  <a:pt x="603" y="909"/>
                </a:lnTo>
                <a:lnTo>
                  <a:pt x="621" y="908"/>
                </a:lnTo>
                <a:lnTo>
                  <a:pt x="639" y="906"/>
                </a:lnTo>
                <a:lnTo>
                  <a:pt x="656" y="904"/>
                </a:lnTo>
                <a:lnTo>
                  <a:pt x="674" y="902"/>
                </a:lnTo>
                <a:lnTo>
                  <a:pt x="691" y="899"/>
                </a:lnTo>
                <a:lnTo>
                  <a:pt x="708" y="896"/>
                </a:lnTo>
                <a:lnTo>
                  <a:pt x="726" y="892"/>
                </a:lnTo>
                <a:lnTo>
                  <a:pt x="743" y="888"/>
                </a:lnTo>
                <a:lnTo>
                  <a:pt x="759" y="883"/>
                </a:lnTo>
                <a:lnTo>
                  <a:pt x="776" y="878"/>
                </a:lnTo>
                <a:lnTo>
                  <a:pt x="792" y="873"/>
                </a:lnTo>
                <a:lnTo>
                  <a:pt x="809" y="867"/>
                </a:lnTo>
                <a:lnTo>
                  <a:pt x="825" y="861"/>
                </a:lnTo>
                <a:lnTo>
                  <a:pt x="840" y="854"/>
                </a:lnTo>
                <a:lnTo>
                  <a:pt x="856" y="847"/>
                </a:lnTo>
                <a:lnTo>
                  <a:pt x="871" y="839"/>
                </a:lnTo>
                <a:lnTo>
                  <a:pt x="886" y="832"/>
                </a:lnTo>
                <a:lnTo>
                  <a:pt x="900" y="823"/>
                </a:lnTo>
                <a:lnTo>
                  <a:pt x="914" y="815"/>
                </a:lnTo>
                <a:lnTo>
                  <a:pt x="929" y="806"/>
                </a:lnTo>
                <a:lnTo>
                  <a:pt x="943" y="797"/>
                </a:lnTo>
                <a:lnTo>
                  <a:pt x="956" y="787"/>
                </a:lnTo>
                <a:lnTo>
                  <a:pt x="969" y="777"/>
                </a:lnTo>
                <a:lnTo>
                  <a:pt x="981" y="767"/>
                </a:lnTo>
                <a:lnTo>
                  <a:pt x="993" y="756"/>
                </a:lnTo>
                <a:lnTo>
                  <a:pt x="1004" y="746"/>
                </a:lnTo>
                <a:lnTo>
                  <a:pt x="1016" y="734"/>
                </a:lnTo>
                <a:lnTo>
                  <a:pt x="1026" y="723"/>
                </a:lnTo>
                <a:lnTo>
                  <a:pt x="1036" y="711"/>
                </a:lnTo>
                <a:lnTo>
                  <a:pt x="1046" y="699"/>
                </a:lnTo>
                <a:lnTo>
                  <a:pt x="1056" y="687"/>
                </a:lnTo>
                <a:lnTo>
                  <a:pt x="1064" y="675"/>
                </a:lnTo>
                <a:lnTo>
                  <a:pt x="1073" y="662"/>
                </a:lnTo>
                <a:lnTo>
                  <a:pt x="1080" y="650"/>
                </a:lnTo>
                <a:lnTo>
                  <a:pt x="1088" y="637"/>
                </a:lnTo>
                <a:lnTo>
                  <a:pt x="1095" y="623"/>
                </a:lnTo>
                <a:lnTo>
                  <a:pt x="1101" y="610"/>
                </a:lnTo>
                <a:lnTo>
                  <a:pt x="1107" y="597"/>
                </a:lnTo>
                <a:lnTo>
                  <a:pt x="1112" y="583"/>
                </a:lnTo>
                <a:lnTo>
                  <a:pt x="1116" y="569"/>
                </a:lnTo>
                <a:lnTo>
                  <a:pt x="1121" y="555"/>
                </a:lnTo>
                <a:lnTo>
                  <a:pt x="1124" y="541"/>
                </a:lnTo>
                <a:lnTo>
                  <a:pt x="1127" y="527"/>
                </a:lnTo>
                <a:lnTo>
                  <a:pt x="1130" y="513"/>
                </a:lnTo>
                <a:lnTo>
                  <a:pt x="1132" y="499"/>
                </a:lnTo>
                <a:lnTo>
                  <a:pt x="1133" y="485"/>
                </a:lnTo>
                <a:lnTo>
                  <a:pt x="1134" y="471"/>
                </a:lnTo>
                <a:lnTo>
                  <a:pt x="1134" y="456"/>
                </a:lnTo>
                <a:moveTo>
                  <a:pt x="1137" y="456"/>
                </a:moveTo>
                <a:lnTo>
                  <a:pt x="1136" y="471"/>
                </a:lnTo>
                <a:lnTo>
                  <a:pt x="1135" y="485"/>
                </a:lnTo>
                <a:lnTo>
                  <a:pt x="1134" y="499"/>
                </a:lnTo>
                <a:lnTo>
                  <a:pt x="1132" y="513"/>
                </a:lnTo>
                <a:lnTo>
                  <a:pt x="1130" y="528"/>
                </a:lnTo>
                <a:lnTo>
                  <a:pt x="1126" y="542"/>
                </a:lnTo>
                <a:lnTo>
                  <a:pt x="1123" y="556"/>
                </a:lnTo>
                <a:lnTo>
                  <a:pt x="1119" y="570"/>
                </a:lnTo>
                <a:lnTo>
                  <a:pt x="1114" y="583"/>
                </a:lnTo>
                <a:lnTo>
                  <a:pt x="1109" y="597"/>
                </a:lnTo>
                <a:lnTo>
                  <a:pt x="1103" y="611"/>
                </a:lnTo>
                <a:lnTo>
                  <a:pt x="1097" y="624"/>
                </a:lnTo>
                <a:lnTo>
                  <a:pt x="1090" y="637"/>
                </a:lnTo>
                <a:lnTo>
                  <a:pt x="1083" y="650"/>
                </a:lnTo>
                <a:lnTo>
                  <a:pt x="1075" y="663"/>
                </a:lnTo>
                <a:lnTo>
                  <a:pt x="1066" y="676"/>
                </a:lnTo>
                <a:lnTo>
                  <a:pt x="1057" y="688"/>
                </a:lnTo>
                <a:lnTo>
                  <a:pt x="1048" y="700"/>
                </a:lnTo>
                <a:lnTo>
                  <a:pt x="1038" y="712"/>
                </a:lnTo>
                <a:lnTo>
                  <a:pt x="1028" y="724"/>
                </a:lnTo>
                <a:lnTo>
                  <a:pt x="1017" y="736"/>
                </a:lnTo>
                <a:lnTo>
                  <a:pt x="1006" y="747"/>
                </a:lnTo>
                <a:lnTo>
                  <a:pt x="995" y="758"/>
                </a:lnTo>
                <a:lnTo>
                  <a:pt x="983" y="768"/>
                </a:lnTo>
                <a:lnTo>
                  <a:pt x="970" y="778"/>
                </a:lnTo>
                <a:lnTo>
                  <a:pt x="957" y="788"/>
                </a:lnTo>
                <a:lnTo>
                  <a:pt x="944" y="798"/>
                </a:lnTo>
                <a:lnTo>
                  <a:pt x="931" y="807"/>
                </a:lnTo>
                <a:lnTo>
                  <a:pt x="916" y="816"/>
                </a:lnTo>
                <a:lnTo>
                  <a:pt x="902" y="825"/>
                </a:lnTo>
                <a:lnTo>
                  <a:pt x="887" y="833"/>
                </a:lnTo>
                <a:lnTo>
                  <a:pt x="872" y="841"/>
                </a:lnTo>
                <a:lnTo>
                  <a:pt x="857" y="848"/>
                </a:lnTo>
                <a:lnTo>
                  <a:pt x="841" y="855"/>
                </a:lnTo>
                <a:lnTo>
                  <a:pt x="826" y="862"/>
                </a:lnTo>
                <a:lnTo>
                  <a:pt x="810" y="868"/>
                </a:lnTo>
                <a:lnTo>
                  <a:pt x="793" y="874"/>
                </a:lnTo>
                <a:lnTo>
                  <a:pt x="777" y="880"/>
                </a:lnTo>
                <a:lnTo>
                  <a:pt x="760" y="885"/>
                </a:lnTo>
                <a:lnTo>
                  <a:pt x="743" y="890"/>
                </a:lnTo>
                <a:lnTo>
                  <a:pt x="726" y="894"/>
                </a:lnTo>
                <a:lnTo>
                  <a:pt x="709" y="897"/>
                </a:lnTo>
                <a:lnTo>
                  <a:pt x="692" y="901"/>
                </a:lnTo>
                <a:lnTo>
                  <a:pt x="674" y="904"/>
                </a:lnTo>
                <a:lnTo>
                  <a:pt x="657" y="906"/>
                </a:lnTo>
                <a:lnTo>
                  <a:pt x="639" y="908"/>
                </a:lnTo>
                <a:lnTo>
                  <a:pt x="621" y="910"/>
                </a:lnTo>
                <a:lnTo>
                  <a:pt x="603" y="911"/>
                </a:lnTo>
                <a:lnTo>
                  <a:pt x="586" y="912"/>
                </a:lnTo>
                <a:lnTo>
                  <a:pt x="568" y="912"/>
                </a:lnTo>
                <a:lnTo>
                  <a:pt x="550" y="912"/>
                </a:lnTo>
                <a:lnTo>
                  <a:pt x="532" y="911"/>
                </a:lnTo>
                <a:lnTo>
                  <a:pt x="514" y="910"/>
                </a:lnTo>
                <a:lnTo>
                  <a:pt x="497" y="908"/>
                </a:lnTo>
                <a:lnTo>
                  <a:pt x="479" y="906"/>
                </a:lnTo>
                <a:lnTo>
                  <a:pt x="461" y="904"/>
                </a:lnTo>
                <a:lnTo>
                  <a:pt x="444" y="901"/>
                </a:lnTo>
                <a:lnTo>
                  <a:pt x="427" y="897"/>
                </a:lnTo>
                <a:lnTo>
                  <a:pt x="409" y="894"/>
                </a:lnTo>
                <a:lnTo>
                  <a:pt x="392" y="890"/>
                </a:lnTo>
                <a:lnTo>
                  <a:pt x="375" y="885"/>
                </a:lnTo>
                <a:lnTo>
                  <a:pt x="359" y="880"/>
                </a:lnTo>
                <a:lnTo>
                  <a:pt x="342" y="874"/>
                </a:lnTo>
                <a:lnTo>
                  <a:pt x="326" y="868"/>
                </a:lnTo>
                <a:lnTo>
                  <a:pt x="310" y="862"/>
                </a:lnTo>
                <a:lnTo>
                  <a:pt x="294" y="855"/>
                </a:lnTo>
                <a:lnTo>
                  <a:pt x="279" y="848"/>
                </a:lnTo>
                <a:lnTo>
                  <a:pt x="264" y="841"/>
                </a:lnTo>
                <a:lnTo>
                  <a:pt x="249" y="833"/>
                </a:lnTo>
                <a:lnTo>
                  <a:pt x="234" y="825"/>
                </a:lnTo>
                <a:lnTo>
                  <a:pt x="220" y="816"/>
                </a:lnTo>
                <a:lnTo>
                  <a:pt x="206" y="807"/>
                </a:lnTo>
                <a:lnTo>
                  <a:pt x="192" y="798"/>
                </a:lnTo>
                <a:lnTo>
                  <a:pt x="179" y="788"/>
                </a:lnTo>
                <a:lnTo>
                  <a:pt x="166" y="778"/>
                </a:lnTo>
                <a:lnTo>
                  <a:pt x="154" y="768"/>
                </a:lnTo>
                <a:lnTo>
                  <a:pt x="142" y="758"/>
                </a:lnTo>
                <a:lnTo>
                  <a:pt x="130" y="747"/>
                </a:lnTo>
                <a:lnTo>
                  <a:pt x="119" y="736"/>
                </a:lnTo>
                <a:lnTo>
                  <a:pt x="108" y="724"/>
                </a:lnTo>
                <a:lnTo>
                  <a:pt x="98" y="712"/>
                </a:lnTo>
                <a:lnTo>
                  <a:pt x="88" y="700"/>
                </a:lnTo>
                <a:lnTo>
                  <a:pt x="79" y="688"/>
                </a:lnTo>
                <a:lnTo>
                  <a:pt x="70" y="676"/>
                </a:lnTo>
                <a:lnTo>
                  <a:pt x="62" y="663"/>
                </a:lnTo>
                <a:lnTo>
                  <a:pt x="54" y="650"/>
                </a:lnTo>
                <a:lnTo>
                  <a:pt x="47" y="637"/>
                </a:lnTo>
                <a:lnTo>
                  <a:pt x="40" y="624"/>
                </a:lnTo>
                <a:lnTo>
                  <a:pt x="34" y="611"/>
                </a:lnTo>
                <a:lnTo>
                  <a:pt x="28" y="597"/>
                </a:lnTo>
                <a:lnTo>
                  <a:pt x="23" y="583"/>
                </a:lnTo>
                <a:lnTo>
                  <a:pt x="18" y="570"/>
                </a:lnTo>
                <a:lnTo>
                  <a:pt x="14" y="556"/>
                </a:lnTo>
                <a:lnTo>
                  <a:pt x="10" y="542"/>
                </a:lnTo>
                <a:lnTo>
                  <a:pt x="7" y="528"/>
                </a:lnTo>
                <a:lnTo>
                  <a:pt x="5" y="513"/>
                </a:lnTo>
                <a:lnTo>
                  <a:pt x="3" y="499"/>
                </a:lnTo>
                <a:lnTo>
                  <a:pt x="1" y="485"/>
                </a:lnTo>
                <a:lnTo>
                  <a:pt x="0" y="471"/>
                </a:lnTo>
                <a:lnTo>
                  <a:pt x="0" y="456"/>
                </a:lnTo>
                <a:lnTo>
                  <a:pt x="0" y="442"/>
                </a:lnTo>
                <a:lnTo>
                  <a:pt x="1" y="428"/>
                </a:lnTo>
                <a:lnTo>
                  <a:pt x="3" y="414"/>
                </a:lnTo>
                <a:lnTo>
                  <a:pt x="5" y="399"/>
                </a:lnTo>
                <a:lnTo>
                  <a:pt x="7" y="385"/>
                </a:lnTo>
                <a:lnTo>
                  <a:pt x="10" y="370"/>
                </a:lnTo>
                <a:lnTo>
                  <a:pt x="14" y="356"/>
                </a:lnTo>
                <a:lnTo>
                  <a:pt x="18" y="342"/>
                </a:lnTo>
                <a:lnTo>
                  <a:pt x="23" y="328"/>
                </a:lnTo>
                <a:lnTo>
                  <a:pt x="28" y="315"/>
                </a:lnTo>
                <a:lnTo>
                  <a:pt x="34" y="301"/>
                </a:lnTo>
                <a:lnTo>
                  <a:pt x="40" y="288"/>
                </a:lnTo>
                <a:lnTo>
                  <a:pt x="47" y="275"/>
                </a:lnTo>
                <a:lnTo>
                  <a:pt x="54" y="261"/>
                </a:lnTo>
                <a:lnTo>
                  <a:pt x="62" y="249"/>
                </a:lnTo>
                <a:lnTo>
                  <a:pt x="70" y="236"/>
                </a:lnTo>
                <a:lnTo>
                  <a:pt x="79" y="224"/>
                </a:lnTo>
                <a:lnTo>
                  <a:pt x="88" y="211"/>
                </a:lnTo>
                <a:lnTo>
                  <a:pt x="98" y="199"/>
                </a:lnTo>
                <a:lnTo>
                  <a:pt x="108" y="188"/>
                </a:lnTo>
                <a:lnTo>
                  <a:pt x="119" y="176"/>
                </a:lnTo>
                <a:lnTo>
                  <a:pt x="130" y="165"/>
                </a:lnTo>
                <a:lnTo>
                  <a:pt x="142" y="154"/>
                </a:lnTo>
                <a:lnTo>
                  <a:pt x="154" y="144"/>
                </a:lnTo>
                <a:lnTo>
                  <a:pt x="166" y="133"/>
                </a:lnTo>
                <a:lnTo>
                  <a:pt x="179" y="123"/>
                </a:lnTo>
                <a:lnTo>
                  <a:pt x="192" y="114"/>
                </a:lnTo>
                <a:lnTo>
                  <a:pt x="206" y="104"/>
                </a:lnTo>
                <a:lnTo>
                  <a:pt x="220" y="96"/>
                </a:lnTo>
                <a:lnTo>
                  <a:pt x="234" y="87"/>
                </a:lnTo>
                <a:lnTo>
                  <a:pt x="249" y="79"/>
                </a:lnTo>
                <a:lnTo>
                  <a:pt x="264" y="71"/>
                </a:lnTo>
                <a:lnTo>
                  <a:pt x="279" y="63"/>
                </a:lnTo>
                <a:lnTo>
                  <a:pt x="294" y="56"/>
                </a:lnTo>
                <a:lnTo>
                  <a:pt x="310" y="50"/>
                </a:lnTo>
                <a:lnTo>
                  <a:pt x="326" y="43"/>
                </a:lnTo>
                <a:lnTo>
                  <a:pt x="342" y="37"/>
                </a:lnTo>
                <a:lnTo>
                  <a:pt x="359" y="32"/>
                </a:lnTo>
                <a:lnTo>
                  <a:pt x="375" y="27"/>
                </a:lnTo>
                <a:lnTo>
                  <a:pt x="392" y="22"/>
                </a:lnTo>
                <a:lnTo>
                  <a:pt x="409" y="18"/>
                </a:lnTo>
                <a:lnTo>
                  <a:pt x="427" y="14"/>
                </a:lnTo>
                <a:lnTo>
                  <a:pt x="444" y="11"/>
                </a:lnTo>
                <a:lnTo>
                  <a:pt x="461" y="8"/>
                </a:lnTo>
                <a:lnTo>
                  <a:pt x="479" y="6"/>
                </a:lnTo>
                <a:lnTo>
                  <a:pt x="497" y="4"/>
                </a:lnTo>
                <a:lnTo>
                  <a:pt x="514" y="2"/>
                </a:lnTo>
                <a:lnTo>
                  <a:pt x="532" y="1"/>
                </a:lnTo>
                <a:lnTo>
                  <a:pt x="550" y="0"/>
                </a:lnTo>
                <a:lnTo>
                  <a:pt x="568" y="0"/>
                </a:lnTo>
                <a:lnTo>
                  <a:pt x="586" y="0"/>
                </a:lnTo>
                <a:lnTo>
                  <a:pt x="603" y="1"/>
                </a:lnTo>
                <a:lnTo>
                  <a:pt x="621" y="2"/>
                </a:lnTo>
                <a:lnTo>
                  <a:pt x="639" y="4"/>
                </a:lnTo>
                <a:lnTo>
                  <a:pt x="657" y="6"/>
                </a:lnTo>
                <a:lnTo>
                  <a:pt x="674" y="8"/>
                </a:lnTo>
                <a:lnTo>
                  <a:pt x="692" y="11"/>
                </a:lnTo>
                <a:lnTo>
                  <a:pt x="709" y="14"/>
                </a:lnTo>
                <a:lnTo>
                  <a:pt x="726" y="18"/>
                </a:lnTo>
                <a:lnTo>
                  <a:pt x="743" y="22"/>
                </a:lnTo>
                <a:lnTo>
                  <a:pt x="760" y="27"/>
                </a:lnTo>
                <a:lnTo>
                  <a:pt x="777" y="32"/>
                </a:lnTo>
                <a:lnTo>
                  <a:pt x="793" y="37"/>
                </a:lnTo>
                <a:lnTo>
                  <a:pt x="810" y="43"/>
                </a:lnTo>
                <a:lnTo>
                  <a:pt x="826" y="50"/>
                </a:lnTo>
                <a:lnTo>
                  <a:pt x="841" y="56"/>
                </a:lnTo>
                <a:lnTo>
                  <a:pt x="857" y="63"/>
                </a:lnTo>
                <a:lnTo>
                  <a:pt x="872" y="71"/>
                </a:lnTo>
                <a:lnTo>
                  <a:pt x="887" y="79"/>
                </a:lnTo>
                <a:lnTo>
                  <a:pt x="902" y="87"/>
                </a:lnTo>
                <a:lnTo>
                  <a:pt x="916" y="96"/>
                </a:lnTo>
                <a:lnTo>
                  <a:pt x="931" y="104"/>
                </a:lnTo>
                <a:lnTo>
                  <a:pt x="944" y="114"/>
                </a:lnTo>
                <a:lnTo>
                  <a:pt x="957" y="123"/>
                </a:lnTo>
                <a:lnTo>
                  <a:pt x="970" y="133"/>
                </a:lnTo>
                <a:lnTo>
                  <a:pt x="983" y="144"/>
                </a:lnTo>
                <a:lnTo>
                  <a:pt x="995" y="154"/>
                </a:lnTo>
                <a:lnTo>
                  <a:pt x="1006" y="165"/>
                </a:lnTo>
                <a:lnTo>
                  <a:pt x="1017" y="176"/>
                </a:lnTo>
                <a:lnTo>
                  <a:pt x="1028" y="188"/>
                </a:lnTo>
                <a:lnTo>
                  <a:pt x="1038" y="199"/>
                </a:lnTo>
                <a:lnTo>
                  <a:pt x="1048" y="211"/>
                </a:lnTo>
                <a:lnTo>
                  <a:pt x="1057" y="224"/>
                </a:lnTo>
                <a:lnTo>
                  <a:pt x="1066" y="236"/>
                </a:lnTo>
                <a:lnTo>
                  <a:pt x="1075" y="249"/>
                </a:lnTo>
                <a:lnTo>
                  <a:pt x="1083" y="261"/>
                </a:lnTo>
                <a:lnTo>
                  <a:pt x="1090" y="275"/>
                </a:lnTo>
                <a:lnTo>
                  <a:pt x="1097" y="288"/>
                </a:lnTo>
                <a:lnTo>
                  <a:pt x="1103" y="301"/>
                </a:lnTo>
                <a:lnTo>
                  <a:pt x="1109" y="315"/>
                </a:lnTo>
                <a:lnTo>
                  <a:pt x="1114" y="328"/>
                </a:lnTo>
                <a:lnTo>
                  <a:pt x="1119" y="342"/>
                </a:lnTo>
                <a:lnTo>
                  <a:pt x="1123" y="356"/>
                </a:lnTo>
                <a:lnTo>
                  <a:pt x="1126" y="370"/>
                </a:lnTo>
                <a:lnTo>
                  <a:pt x="1130" y="385"/>
                </a:lnTo>
                <a:lnTo>
                  <a:pt x="1132" y="399"/>
                </a:lnTo>
                <a:lnTo>
                  <a:pt x="1134" y="414"/>
                </a:lnTo>
                <a:lnTo>
                  <a:pt x="1135" y="428"/>
                </a:lnTo>
                <a:lnTo>
                  <a:pt x="1136" y="442"/>
                </a:lnTo>
                <a:lnTo>
                  <a:pt x="1137" y="456"/>
                </a:lnTo>
                <a:close/>
              </a:path>
            </a:pathLst>
          </a:custGeom>
          <a:solidFill>
            <a:srgbClr val="ff9a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49" name=""/>
          <p:cNvSpPr/>
          <p:nvPr/>
        </p:nvSpPr>
        <p:spPr>
          <a:xfrm>
            <a:off x="4771080" y="1661400"/>
            <a:ext cx="415800" cy="333360"/>
          </a:xfrm>
          <a:custGeom>
            <a:avLst/>
            <a:gdLst/>
            <a:ahLst/>
            <a:rect l="0" t="0" r="r" b="b"/>
            <a:pathLst>
              <a:path w="1155" h="926">
                <a:moveTo>
                  <a:pt x="1146" y="462"/>
                </a:moveTo>
                <a:lnTo>
                  <a:pt x="1145" y="448"/>
                </a:lnTo>
                <a:lnTo>
                  <a:pt x="1144" y="434"/>
                </a:lnTo>
                <a:lnTo>
                  <a:pt x="1143" y="420"/>
                </a:lnTo>
                <a:lnTo>
                  <a:pt x="1141" y="405"/>
                </a:lnTo>
                <a:lnTo>
                  <a:pt x="1139" y="391"/>
                </a:lnTo>
                <a:lnTo>
                  <a:pt x="1135" y="377"/>
                </a:lnTo>
                <a:lnTo>
                  <a:pt x="1132" y="363"/>
                </a:lnTo>
                <a:lnTo>
                  <a:pt x="1128" y="349"/>
                </a:lnTo>
                <a:lnTo>
                  <a:pt x="1123" y="335"/>
                </a:lnTo>
                <a:lnTo>
                  <a:pt x="1118" y="322"/>
                </a:lnTo>
                <a:lnTo>
                  <a:pt x="1112" y="308"/>
                </a:lnTo>
                <a:lnTo>
                  <a:pt x="1106" y="295"/>
                </a:lnTo>
                <a:lnTo>
                  <a:pt x="1099" y="282"/>
                </a:lnTo>
                <a:lnTo>
                  <a:pt x="1092" y="268"/>
                </a:lnTo>
                <a:lnTo>
                  <a:pt x="1084" y="256"/>
                </a:lnTo>
                <a:lnTo>
                  <a:pt x="1075" y="243"/>
                </a:lnTo>
                <a:lnTo>
                  <a:pt x="1066" y="231"/>
                </a:lnTo>
                <a:lnTo>
                  <a:pt x="1057" y="218"/>
                </a:lnTo>
                <a:lnTo>
                  <a:pt x="1047" y="206"/>
                </a:lnTo>
                <a:lnTo>
                  <a:pt x="1037" y="195"/>
                </a:lnTo>
                <a:lnTo>
                  <a:pt x="1026" y="183"/>
                </a:lnTo>
                <a:lnTo>
                  <a:pt x="1015" y="172"/>
                </a:lnTo>
                <a:lnTo>
                  <a:pt x="1004" y="161"/>
                </a:lnTo>
                <a:lnTo>
                  <a:pt x="992" y="151"/>
                </a:lnTo>
                <a:lnTo>
                  <a:pt x="979" y="140"/>
                </a:lnTo>
                <a:lnTo>
                  <a:pt x="966" y="130"/>
                </a:lnTo>
                <a:lnTo>
                  <a:pt x="953" y="121"/>
                </a:lnTo>
                <a:lnTo>
                  <a:pt x="940" y="111"/>
                </a:lnTo>
                <a:lnTo>
                  <a:pt x="926" y="103"/>
                </a:lnTo>
                <a:lnTo>
                  <a:pt x="912" y="94"/>
                </a:lnTo>
                <a:lnTo>
                  <a:pt x="897" y="86"/>
                </a:lnTo>
                <a:lnTo>
                  <a:pt x="882" y="78"/>
                </a:lnTo>
                <a:lnTo>
                  <a:pt x="867" y="70"/>
                </a:lnTo>
                <a:lnTo>
                  <a:pt x="851" y="63"/>
                </a:lnTo>
                <a:lnTo>
                  <a:pt x="836" y="57"/>
                </a:lnTo>
                <a:lnTo>
                  <a:pt x="820" y="50"/>
                </a:lnTo>
                <a:lnTo>
                  <a:pt x="803" y="44"/>
                </a:lnTo>
                <a:lnTo>
                  <a:pt x="787" y="39"/>
                </a:lnTo>
                <a:lnTo>
                  <a:pt x="770" y="34"/>
                </a:lnTo>
                <a:lnTo>
                  <a:pt x="753" y="29"/>
                </a:lnTo>
                <a:lnTo>
                  <a:pt x="736" y="25"/>
                </a:lnTo>
                <a:lnTo>
                  <a:pt x="719" y="21"/>
                </a:lnTo>
                <a:lnTo>
                  <a:pt x="702" y="18"/>
                </a:lnTo>
                <a:lnTo>
                  <a:pt x="684" y="15"/>
                </a:lnTo>
                <a:lnTo>
                  <a:pt x="667" y="13"/>
                </a:lnTo>
                <a:lnTo>
                  <a:pt x="649" y="11"/>
                </a:lnTo>
                <a:lnTo>
                  <a:pt x="631" y="9"/>
                </a:lnTo>
                <a:lnTo>
                  <a:pt x="613" y="8"/>
                </a:lnTo>
                <a:lnTo>
                  <a:pt x="596" y="7"/>
                </a:lnTo>
                <a:lnTo>
                  <a:pt x="578" y="7"/>
                </a:lnTo>
                <a:lnTo>
                  <a:pt x="560" y="7"/>
                </a:lnTo>
                <a:lnTo>
                  <a:pt x="542" y="8"/>
                </a:lnTo>
                <a:lnTo>
                  <a:pt x="524" y="9"/>
                </a:lnTo>
                <a:lnTo>
                  <a:pt x="507" y="11"/>
                </a:lnTo>
                <a:lnTo>
                  <a:pt x="489" y="13"/>
                </a:lnTo>
                <a:lnTo>
                  <a:pt x="471" y="15"/>
                </a:lnTo>
                <a:lnTo>
                  <a:pt x="454" y="18"/>
                </a:lnTo>
                <a:lnTo>
                  <a:pt x="437" y="21"/>
                </a:lnTo>
                <a:lnTo>
                  <a:pt x="419" y="25"/>
                </a:lnTo>
                <a:lnTo>
                  <a:pt x="402" y="29"/>
                </a:lnTo>
                <a:lnTo>
                  <a:pt x="385" y="34"/>
                </a:lnTo>
                <a:lnTo>
                  <a:pt x="369" y="39"/>
                </a:lnTo>
                <a:lnTo>
                  <a:pt x="352" y="44"/>
                </a:lnTo>
                <a:lnTo>
                  <a:pt x="336" y="50"/>
                </a:lnTo>
                <a:lnTo>
                  <a:pt x="320" y="57"/>
                </a:lnTo>
                <a:lnTo>
                  <a:pt x="304" y="63"/>
                </a:lnTo>
                <a:lnTo>
                  <a:pt x="289" y="70"/>
                </a:lnTo>
                <a:lnTo>
                  <a:pt x="274" y="78"/>
                </a:lnTo>
                <a:lnTo>
                  <a:pt x="259" y="86"/>
                </a:lnTo>
                <a:lnTo>
                  <a:pt x="244" y="94"/>
                </a:lnTo>
                <a:lnTo>
                  <a:pt x="230" y="103"/>
                </a:lnTo>
                <a:lnTo>
                  <a:pt x="216" y="111"/>
                </a:lnTo>
                <a:lnTo>
                  <a:pt x="202" y="121"/>
                </a:lnTo>
                <a:lnTo>
                  <a:pt x="189" y="130"/>
                </a:lnTo>
                <a:lnTo>
                  <a:pt x="176" y="140"/>
                </a:lnTo>
                <a:lnTo>
                  <a:pt x="164" y="151"/>
                </a:lnTo>
                <a:lnTo>
                  <a:pt x="152" y="161"/>
                </a:lnTo>
                <a:lnTo>
                  <a:pt x="140" y="172"/>
                </a:lnTo>
                <a:lnTo>
                  <a:pt x="129" y="183"/>
                </a:lnTo>
                <a:lnTo>
                  <a:pt x="118" y="195"/>
                </a:lnTo>
                <a:lnTo>
                  <a:pt x="108" y="206"/>
                </a:lnTo>
                <a:lnTo>
                  <a:pt x="98" y="218"/>
                </a:lnTo>
                <a:lnTo>
                  <a:pt x="89" y="231"/>
                </a:lnTo>
                <a:lnTo>
                  <a:pt x="80" y="243"/>
                </a:lnTo>
                <a:lnTo>
                  <a:pt x="72" y="256"/>
                </a:lnTo>
                <a:lnTo>
                  <a:pt x="64" y="268"/>
                </a:lnTo>
                <a:lnTo>
                  <a:pt x="57" y="282"/>
                </a:lnTo>
                <a:lnTo>
                  <a:pt x="50" y="295"/>
                </a:lnTo>
                <a:lnTo>
                  <a:pt x="44" y="308"/>
                </a:lnTo>
                <a:lnTo>
                  <a:pt x="38" y="322"/>
                </a:lnTo>
                <a:lnTo>
                  <a:pt x="33" y="335"/>
                </a:lnTo>
                <a:lnTo>
                  <a:pt x="28" y="349"/>
                </a:lnTo>
                <a:lnTo>
                  <a:pt x="24" y="363"/>
                </a:lnTo>
                <a:lnTo>
                  <a:pt x="20" y="377"/>
                </a:lnTo>
                <a:lnTo>
                  <a:pt x="17" y="391"/>
                </a:lnTo>
                <a:lnTo>
                  <a:pt x="15" y="405"/>
                </a:lnTo>
                <a:lnTo>
                  <a:pt x="13" y="420"/>
                </a:lnTo>
                <a:lnTo>
                  <a:pt x="11" y="434"/>
                </a:lnTo>
                <a:lnTo>
                  <a:pt x="10" y="448"/>
                </a:lnTo>
                <a:lnTo>
                  <a:pt x="10" y="462"/>
                </a:lnTo>
                <a:lnTo>
                  <a:pt x="10" y="478"/>
                </a:lnTo>
                <a:lnTo>
                  <a:pt x="11" y="492"/>
                </a:lnTo>
                <a:lnTo>
                  <a:pt x="13" y="506"/>
                </a:lnTo>
                <a:lnTo>
                  <a:pt x="15" y="520"/>
                </a:lnTo>
                <a:lnTo>
                  <a:pt x="17" y="535"/>
                </a:lnTo>
                <a:lnTo>
                  <a:pt x="20" y="549"/>
                </a:lnTo>
                <a:lnTo>
                  <a:pt x="24" y="563"/>
                </a:lnTo>
                <a:lnTo>
                  <a:pt x="28" y="577"/>
                </a:lnTo>
                <a:lnTo>
                  <a:pt x="33" y="590"/>
                </a:lnTo>
                <a:lnTo>
                  <a:pt x="38" y="604"/>
                </a:lnTo>
                <a:lnTo>
                  <a:pt x="44" y="618"/>
                </a:lnTo>
                <a:lnTo>
                  <a:pt x="50" y="631"/>
                </a:lnTo>
                <a:lnTo>
                  <a:pt x="57" y="644"/>
                </a:lnTo>
                <a:lnTo>
                  <a:pt x="64" y="657"/>
                </a:lnTo>
                <a:lnTo>
                  <a:pt x="72" y="670"/>
                </a:lnTo>
                <a:lnTo>
                  <a:pt x="80" y="683"/>
                </a:lnTo>
                <a:lnTo>
                  <a:pt x="89" y="695"/>
                </a:lnTo>
                <a:lnTo>
                  <a:pt x="98" y="707"/>
                </a:lnTo>
                <a:lnTo>
                  <a:pt x="108" y="719"/>
                </a:lnTo>
                <a:lnTo>
                  <a:pt x="118" y="731"/>
                </a:lnTo>
                <a:lnTo>
                  <a:pt x="129" y="743"/>
                </a:lnTo>
                <a:lnTo>
                  <a:pt x="140" y="754"/>
                </a:lnTo>
                <a:lnTo>
                  <a:pt x="152" y="765"/>
                </a:lnTo>
                <a:lnTo>
                  <a:pt x="164" y="775"/>
                </a:lnTo>
                <a:lnTo>
                  <a:pt x="176" y="785"/>
                </a:lnTo>
                <a:lnTo>
                  <a:pt x="189" y="795"/>
                </a:lnTo>
                <a:lnTo>
                  <a:pt x="202" y="805"/>
                </a:lnTo>
                <a:lnTo>
                  <a:pt x="216" y="814"/>
                </a:lnTo>
                <a:lnTo>
                  <a:pt x="230" y="823"/>
                </a:lnTo>
                <a:lnTo>
                  <a:pt x="244" y="832"/>
                </a:lnTo>
                <a:lnTo>
                  <a:pt x="259" y="840"/>
                </a:lnTo>
                <a:lnTo>
                  <a:pt x="274" y="848"/>
                </a:lnTo>
                <a:lnTo>
                  <a:pt x="289" y="855"/>
                </a:lnTo>
                <a:lnTo>
                  <a:pt x="304" y="862"/>
                </a:lnTo>
                <a:lnTo>
                  <a:pt x="320" y="869"/>
                </a:lnTo>
                <a:lnTo>
                  <a:pt x="336" y="875"/>
                </a:lnTo>
                <a:lnTo>
                  <a:pt x="352" y="881"/>
                </a:lnTo>
                <a:lnTo>
                  <a:pt x="369" y="887"/>
                </a:lnTo>
                <a:lnTo>
                  <a:pt x="385" y="892"/>
                </a:lnTo>
                <a:lnTo>
                  <a:pt x="402" y="897"/>
                </a:lnTo>
                <a:lnTo>
                  <a:pt x="419" y="901"/>
                </a:lnTo>
                <a:lnTo>
                  <a:pt x="437" y="904"/>
                </a:lnTo>
                <a:lnTo>
                  <a:pt x="454" y="908"/>
                </a:lnTo>
                <a:lnTo>
                  <a:pt x="471" y="911"/>
                </a:lnTo>
                <a:lnTo>
                  <a:pt x="489" y="913"/>
                </a:lnTo>
                <a:lnTo>
                  <a:pt x="507" y="915"/>
                </a:lnTo>
                <a:lnTo>
                  <a:pt x="524" y="917"/>
                </a:lnTo>
                <a:lnTo>
                  <a:pt x="542" y="918"/>
                </a:lnTo>
                <a:lnTo>
                  <a:pt x="560" y="919"/>
                </a:lnTo>
                <a:lnTo>
                  <a:pt x="578" y="919"/>
                </a:lnTo>
                <a:lnTo>
                  <a:pt x="596" y="919"/>
                </a:lnTo>
                <a:lnTo>
                  <a:pt x="613" y="918"/>
                </a:lnTo>
                <a:lnTo>
                  <a:pt x="631" y="917"/>
                </a:lnTo>
                <a:lnTo>
                  <a:pt x="649" y="915"/>
                </a:lnTo>
                <a:lnTo>
                  <a:pt x="667" y="913"/>
                </a:lnTo>
                <a:lnTo>
                  <a:pt x="684" y="911"/>
                </a:lnTo>
                <a:lnTo>
                  <a:pt x="702" y="908"/>
                </a:lnTo>
                <a:lnTo>
                  <a:pt x="719" y="904"/>
                </a:lnTo>
                <a:lnTo>
                  <a:pt x="736" y="901"/>
                </a:lnTo>
                <a:lnTo>
                  <a:pt x="753" y="897"/>
                </a:lnTo>
                <a:lnTo>
                  <a:pt x="770" y="892"/>
                </a:lnTo>
                <a:lnTo>
                  <a:pt x="787" y="887"/>
                </a:lnTo>
                <a:lnTo>
                  <a:pt x="803" y="881"/>
                </a:lnTo>
                <a:lnTo>
                  <a:pt x="820" y="875"/>
                </a:lnTo>
                <a:lnTo>
                  <a:pt x="836" y="869"/>
                </a:lnTo>
                <a:lnTo>
                  <a:pt x="851" y="862"/>
                </a:lnTo>
                <a:lnTo>
                  <a:pt x="867" y="855"/>
                </a:lnTo>
                <a:lnTo>
                  <a:pt x="882" y="848"/>
                </a:lnTo>
                <a:lnTo>
                  <a:pt x="897" y="840"/>
                </a:lnTo>
                <a:lnTo>
                  <a:pt x="912" y="832"/>
                </a:lnTo>
                <a:lnTo>
                  <a:pt x="926" y="823"/>
                </a:lnTo>
                <a:lnTo>
                  <a:pt x="940" y="814"/>
                </a:lnTo>
                <a:lnTo>
                  <a:pt x="953" y="805"/>
                </a:lnTo>
                <a:lnTo>
                  <a:pt x="966" y="795"/>
                </a:lnTo>
                <a:lnTo>
                  <a:pt x="979" y="785"/>
                </a:lnTo>
                <a:lnTo>
                  <a:pt x="992" y="775"/>
                </a:lnTo>
                <a:lnTo>
                  <a:pt x="1004" y="765"/>
                </a:lnTo>
                <a:lnTo>
                  <a:pt x="1015" y="754"/>
                </a:lnTo>
                <a:lnTo>
                  <a:pt x="1026" y="743"/>
                </a:lnTo>
                <a:lnTo>
                  <a:pt x="1037" y="731"/>
                </a:lnTo>
                <a:lnTo>
                  <a:pt x="1047" y="719"/>
                </a:lnTo>
                <a:lnTo>
                  <a:pt x="1057" y="707"/>
                </a:lnTo>
                <a:lnTo>
                  <a:pt x="1066" y="695"/>
                </a:lnTo>
                <a:lnTo>
                  <a:pt x="1075" y="683"/>
                </a:lnTo>
                <a:lnTo>
                  <a:pt x="1084" y="670"/>
                </a:lnTo>
                <a:lnTo>
                  <a:pt x="1092" y="657"/>
                </a:lnTo>
                <a:lnTo>
                  <a:pt x="1099" y="644"/>
                </a:lnTo>
                <a:lnTo>
                  <a:pt x="1106" y="631"/>
                </a:lnTo>
                <a:lnTo>
                  <a:pt x="1112" y="618"/>
                </a:lnTo>
                <a:lnTo>
                  <a:pt x="1118" y="604"/>
                </a:lnTo>
                <a:lnTo>
                  <a:pt x="1123" y="590"/>
                </a:lnTo>
                <a:lnTo>
                  <a:pt x="1128" y="577"/>
                </a:lnTo>
                <a:lnTo>
                  <a:pt x="1132" y="563"/>
                </a:lnTo>
                <a:lnTo>
                  <a:pt x="1135" y="549"/>
                </a:lnTo>
                <a:lnTo>
                  <a:pt x="1139" y="535"/>
                </a:lnTo>
                <a:lnTo>
                  <a:pt x="1141" y="520"/>
                </a:lnTo>
                <a:lnTo>
                  <a:pt x="1143" y="506"/>
                </a:lnTo>
                <a:lnTo>
                  <a:pt x="1144" y="492"/>
                </a:lnTo>
                <a:lnTo>
                  <a:pt x="1145" y="478"/>
                </a:lnTo>
                <a:lnTo>
                  <a:pt x="1146" y="462"/>
                </a:lnTo>
                <a:moveTo>
                  <a:pt x="1155" y="462"/>
                </a:moveTo>
                <a:lnTo>
                  <a:pt x="1154" y="478"/>
                </a:lnTo>
                <a:lnTo>
                  <a:pt x="1154" y="492"/>
                </a:lnTo>
                <a:lnTo>
                  <a:pt x="1152" y="507"/>
                </a:lnTo>
                <a:lnTo>
                  <a:pt x="1150" y="521"/>
                </a:lnTo>
                <a:lnTo>
                  <a:pt x="1148" y="536"/>
                </a:lnTo>
                <a:lnTo>
                  <a:pt x="1145" y="550"/>
                </a:lnTo>
                <a:lnTo>
                  <a:pt x="1141" y="564"/>
                </a:lnTo>
                <a:lnTo>
                  <a:pt x="1137" y="578"/>
                </a:lnTo>
                <a:lnTo>
                  <a:pt x="1132" y="592"/>
                </a:lnTo>
                <a:lnTo>
                  <a:pt x="1127" y="606"/>
                </a:lnTo>
                <a:lnTo>
                  <a:pt x="1121" y="620"/>
                </a:lnTo>
                <a:lnTo>
                  <a:pt x="1114" y="634"/>
                </a:lnTo>
                <a:lnTo>
                  <a:pt x="1107" y="647"/>
                </a:lnTo>
                <a:lnTo>
                  <a:pt x="1100" y="660"/>
                </a:lnTo>
                <a:lnTo>
                  <a:pt x="1092" y="673"/>
                </a:lnTo>
                <a:lnTo>
                  <a:pt x="1083" y="686"/>
                </a:lnTo>
                <a:lnTo>
                  <a:pt x="1074" y="699"/>
                </a:lnTo>
                <a:lnTo>
                  <a:pt x="1065" y="711"/>
                </a:lnTo>
                <a:lnTo>
                  <a:pt x="1055" y="724"/>
                </a:lnTo>
                <a:lnTo>
                  <a:pt x="1045" y="735"/>
                </a:lnTo>
                <a:lnTo>
                  <a:pt x="1034" y="747"/>
                </a:lnTo>
                <a:lnTo>
                  <a:pt x="1022" y="758"/>
                </a:lnTo>
                <a:lnTo>
                  <a:pt x="1011" y="769"/>
                </a:lnTo>
                <a:lnTo>
                  <a:pt x="998" y="780"/>
                </a:lnTo>
                <a:lnTo>
                  <a:pt x="986" y="791"/>
                </a:lnTo>
                <a:lnTo>
                  <a:pt x="973" y="801"/>
                </a:lnTo>
                <a:lnTo>
                  <a:pt x="959" y="811"/>
                </a:lnTo>
                <a:lnTo>
                  <a:pt x="946" y="820"/>
                </a:lnTo>
                <a:lnTo>
                  <a:pt x="931" y="829"/>
                </a:lnTo>
                <a:lnTo>
                  <a:pt x="917" y="838"/>
                </a:lnTo>
                <a:lnTo>
                  <a:pt x="902" y="846"/>
                </a:lnTo>
                <a:lnTo>
                  <a:pt x="887" y="854"/>
                </a:lnTo>
                <a:lnTo>
                  <a:pt x="871" y="862"/>
                </a:lnTo>
                <a:lnTo>
                  <a:pt x="856" y="869"/>
                </a:lnTo>
                <a:lnTo>
                  <a:pt x="840" y="876"/>
                </a:lnTo>
                <a:lnTo>
                  <a:pt x="823" y="882"/>
                </a:lnTo>
                <a:lnTo>
                  <a:pt x="807" y="888"/>
                </a:lnTo>
                <a:lnTo>
                  <a:pt x="790" y="894"/>
                </a:lnTo>
                <a:lnTo>
                  <a:pt x="773" y="899"/>
                </a:lnTo>
                <a:lnTo>
                  <a:pt x="756" y="904"/>
                </a:lnTo>
                <a:lnTo>
                  <a:pt x="739" y="908"/>
                </a:lnTo>
                <a:lnTo>
                  <a:pt x="721" y="912"/>
                </a:lnTo>
                <a:lnTo>
                  <a:pt x="704" y="915"/>
                </a:lnTo>
                <a:lnTo>
                  <a:pt x="686" y="918"/>
                </a:lnTo>
                <a:lnTo>
                  <a:pt x="668" y="920"/>
                </a:lnTo>
                <a:lnTo>
                  <a:pt x="650" y="923"/>
                </a:lnTo>
                <a:lnTo>
                  <a:pt x="632" y="924"/>
                </a:lnTo>
                <a:lnTo>
                  <a:pt x="614" y="925"/>
                </a:lnTo>
                <a:lnTo>
                  <a:pt x="596" y="926"/>
                </a:lnTo>
                <a:lnTo>
                  <a:pt x="578" y="926"/>
                </a:lnTo>
                <a:lnTo>
                  <a:pt x="560" y="926"/>
                </a:lnTo>
                <a:lnTo>
                  <a:pt x="542" y="925"/>
                </a:lnTo>
                <a:lnTo>
                  <a:pt x="524" y="924"/>
                </a:lnTo>
                <a:lnTo>
                  <a:pt x="505" y="923"/>
                </a:lnTo>
                <a:lnTo>
                  <a:pt x="488" y="920"/>
                </a:lnTo>
                <a:lnTo>
                  <a:pt x="470" y="918"/>
                </a:lnTo>
                <a:lnTo>
                  <a:pt x="452" y="915"/>
                </a:lnTo>
                <a:lnTo>
                  <a:pt x="434" y="912"/>
                </a:lnTo>
                <a:lnTo>
                  <a:pt x="417" y="908"/>
                </a:lnTo>
                <a:lnTo>
                  <a:pt x="400" y="904"/>
                </a:lnTo>
                <a:lnTo>
                  <a:pt x="382" y="899"/>
                </a:lnTo>
                <a:lnTo>
                  <a:pt x="365" y="894"/>
                </a:lnTo>
                <a:lnTo>
                  <a:pt x="349" y="888"/>
                </a:lnTo>
                <a:lnTo>
                  <a:pt x="332" y="882"/>
                </a:lnTo>
                <a:lnTo>
                  <a:pt x="316" y="876"/>
                </a:lnTo>
                <a:lnTo>
                  <a:pt x="300" y="869"/>
                </a:lnTo>
                <a:lnTo>
                  <a:pt x="284" y="862"/>
                </a:lnTo>
                <a:lnTo>
                  <a:pt x="269" y="854"/>
                </a:lnTo>
                <a:lnTo>
                  <a:pt x="254" y="846"/>
                </a:lnTo>
                <a:lnTo>
                  <a:pt x="239" y="838"/>
                </a:lnTo>
                <a:lnTo>
                  <a:pt x="224" y="829"/>
                </a:lnTo>
                <a:lnTo>
                  <a:pt x="210" y="820"/>
                </a:lnTo>
                <a:lnTo>
                  <a:pt x="196" y="811"/>
                </a:lnTo>
                <a:lnTo>
                  <a:pt x="183" y="801"/>
                </a:lnTo>
                <a:lnTo>
                  <a:pt x="170" y="791"/>
                </a:lnTo>
                <a:lnTo>
                  <a:pt x="157" y="780"/>
                </a:lnTo>
                <a:lnTo>
                  <a:pt x="145" y="769"/>
                </a:lnTo>
                <a:lnTo>
                  <a:pt x="133" y="758"/>
                </a:lnTo>
                <a:lnTo>
                  <a:pt x="122" y="747"/>
                </a:lnTo>
                <a:lnTo>
                  <a:pt x="111" y="735"/>
                </a:lnTo>
                <a:lnTo>
                  <a:pt x="101" y="724"/>
                </a:lnTo>
                <a:lnTo>
                  <a:pt x="91" y="711"/>
                </a:lnTo>
                <a:lnTo>
                  <a:pt x="81" y="699"/>
                </a:lnTo>
                <a:lnTo>
                  <a:pt x="72" y="686"/>
                </a:lnTo>
                <a:lnTo>
                  <a:pt x="64" y="673"/>
                </a:lnTo>
                <a:lnTo>
                  <a:pt x="56" y="660"/>
                </a:lnTo>
                <a:lnTo>
                  <a:pt x="48" y="647"/>
                </a:lnTo>
                <a:lnTo>
                  <a:pt x="41" y="634"/>
                </a:lnTo>
                <a:lnTo>
                  <a:pt x="35" y="620"/>
                </a:lnTo>
                <a:lnTo>
                  <a:pt x="29" y="606"/>
                </a:lnTo>
                <a:lnTo>
                  <a:pt x="24" y="592"/>
                </a:lnTo>
                <a:lnTo>
                  <a:pt x="19" y="578"/>
                </a:lnTo>
                <a:lnTo>
                  <a:pt x="15" y="564"/>
                </a:lnTo>
                <a:lnTo>
                  <a:pt x="11" y="550"/>
                </a:lnTo>
                <a:lnTo>
                  <a:pt x="8" y="536"/>
                </a:lnTo>
                <a:lnTo>
                  <a:pt x="4" y="521"/>
                </a:lnTo>
                <a:lnTo>
                  <a:pt x="2" y="507"/>
                </a:lnTo>
                <a:lnTo>
                  <a:pt x="1" y="492"/>
                </a:lnTo>
                <a:lnTo>
                  <a:pt x="0" y="478"/>
                </a:lnTo>
                <a:lnTo>
                  <a:pt x="0" y="462"/>
                </a:lnTo>
                <a:lnTo>
                  <a:pt x="0" y="448"/>
                </a:lnTo>
                <a:lnTo>
                  <a:pt x="1" y="433"/>
                </a:lnTo>
                <a:lnTo>
                  <a:pt x="2" y="419"/>
                </a:lnTo>
                <a:lnTo>
                  <a:pt x="4" y="404"/>
                </a:lnTo>
                <a:lnTo>
                  <a:pt x="8" y="390"/>
                </a:lnTo>
                <a:lnTo>
                  <a:pt x="11" y="376"/>
                </a:lnTo>
                <a:lnTo>
                  <a:pt x="15" y="361"/>
                </a:lnTo>
                <a:lnTo>
                  <a:pt x="19" y="347"/>
                </a:lnTo>
                <a:lnTo>
                  <a:pt x="24" y="333"/>
                </a:lnTo>
                <a:lnTo>
                  <a:pt x="29" y="319"/>
                </a:lnTo>
                <a:lnTo>
                  <a:pt x="35" y="306"/>
                </a:lnTo>
                <a:lnTo>
                  <a:pt x="41" y="292"/>
                </a:lnTo>
                <a:lnTo>
                  <a:pt x="48" y="279"/>
                </a:lnTo>
                <a:lnTo>
                  <a:pt x="56" y="265"/>
                </a:lnTo>
                <a:lnTo>
                  <a:pt x="64" y="252"/>
                </a:lnTo>
                <a:lnTo>
                  <a:pt x="72" y="239"/>
                </a:lnTo>
                <a:lnTo>
                  <a:pt x="81" y="227"/>
                </a:lnTo>
                <a:lnTo>
                  <a:pt x="91" y="214"/>
                </a:lnTo>
                <a:lnTo>
                  <a:pt x="101" y="202"/>
                </a:lnTo>
                <a:lnTo>
                  <a:pt x="111" y="190"/>
                </a:lnTo>
                <a:lnTo>
                  <a:pt x="122" y="179"/>
                </a:lnTo>
                <a:lnTo>
                  <a:pt x="133" y="167"/>
                </a:lnTo>
                <a:lnTo>
                  <a:pt x="145" y="156"/>
                </a:lnTo>
                <a:lnTo>
                  <a:pt x="157" y="146"/>
                </a:lnTo>
                <a:lnTo>
                  <a:pt x="170" y="135"/>
                </a:lnTo>
                <a:lnTo>
                  <a:pt x="183" y="125"/>
                </a:lnTo>
                <a:lnTo>
                  <a:pt x="196" y="115"/>
                </a:lnTo>
                <a:lnTo>
                  <a:pt x="210" y="106"/>
                </a:lnTo>
                <a:lnTo>
                  <a:pt x="224" y="97"/>
                </a:lnTo>
                <a:lnTo>
                  <a:pt x="239" y="88"/>
                </a:lnTo>
                <a:lnTo>
                  <a:pt x="254" y="80"/>
                </a:lnTo>
                <a:lnTo>
                  <a:pt x="269" y="72"/>
                </a:lnTo>
                <a:lnTo>
                  <a:pt x="284" y="64"/>
                </a:lnTo>
                <a:lnTo>
                  <a:pt x="300" y="57"/>
                </a:lnTo>
                <a:lnTo>
                  <a:pt x="316" y="50"/>
                </a:lnTo>
                <a:lnTo>
                  <a:pt x="332" y="44"/>
                </a:lnTo>
                <a:lnTo>
                  <a:pt x="349" y="38"/>
                </a:lnTo>
                <a:lnTo>
                  <a:pt x="365" y="32"/>
                </a:lnTo>
                <a:lnTo>
                  <a:pt x="382" y="27"/>
                </a:lnTo>
                <a:lnTo>
                  <a:pt x="400" y="22"/>
                </a:lnTo>
                <a:lnTo>
                  <a:pt x="417" y="18"/>
                </a:lnTo>
                <a:lnTo>
                  <a:pt x="434" y="14"/>
                </a:lnTo>
                <a:lnTo>
                  <a:pt x="452" y="11"/>
                </a:lnTo>
                <a:lnTo>
                  <a:pt x="470" y="8"/>
                </a:lnTo>
                <a:lnTo>
                  <a:pt x="488" y="5"/>
                </a:lnTo>
                <a:lnTo>
                  <a:pt x="505" y="3"/>
                </a:lnTo>
                <a:lnTo>
                  <a:pt x="524" y="2"/>
                </a:lnTo>
                <a:lnTo>
                  <a:pt x="542" y="0"/>
                </a:lnTo>
                <a:lnTo>
                  <a:pt x="560" y="0"/>
                </a:lnTo>
                <a:lnTo>
                  <a:pt x="578" y="0"/>
                </a:lnTo>
                <a:lnTo>
                  <a:pt x="596" y="0"/>
                </a:lnTo>
                <a:lnTo>
                  <a:pt x="614" y="0"/>
                </a:lnTo>
                <a:lnTo>
                  <a:pt x="632" y="2"/>
                </a:lnTo>
                <a:lnTo>
                  <a:pt x="650" y="3"/>
                </a:lnTo>
                <a:lnTo>
                  <a:pt x="668" y="5"/>
                </a:lnTo>
                <a:lnTo>
                  <a:pt x="686" y="8"/>
                </a:lnTo>
                <a:lnTo>
                  <a:pt x="704" y="11"/>
                </a:lnTo>
                <a:lnTo>
                  <a:pt x="721" y="14"/>
                </a:lnTo>
                <a:lnTo>
                  <a:pt x="739" y="18"/>
                </a:lnTo>
                <a:lnTo>
                  <a:pt x="756" y="22"/>
                </a:lnTo>
                <a:lnTo>
                  <a:pt x="773" y="27"/>
                </a:lnTo>
                <a:lnTo>
                  <a:pt x="790" y="32"/>
                </a:lnTo>
                <a:lnTo>
                  <a:pt x="807" y="38"/>
                </a:lnTo>
                <a:lnTo>
                  <a:pt x="823" y="44"/>
                </a:lnTo>
                <a:lnTo>
                  <a:pt x="840" y="50"/>
                </a:lnTo>
                <a:lnTo>
                  <a:pt x="856" y="57"/>
                </a:lnTo>
                <a:lnTo>
                  <a:pt x="871" y="64"/>
                </a:lnTo>
                <a:lnTo>
                  <a:pt x="887" y="72"/>
                </a:lnTo>
                <a:lnTo>
                  <a:pt x="902" y="80"/>
                </a:lnTo>
                <a:lnTo>
                  <a:pt x="917" y="88"/>
                </a:lnTo>
                <a:lnTo>
                  <a:pt x="931" y="97"/>
                </a:lnTo>
                <a:lnTo>
                  <a:pt x="946" y="106"/>
                </a:lnTo>
                <a:lnTo>
                  <a:pt x="959" y="115"/>
                </a:lnTo>
                <a:lnTo>
                  <a:pt x="973" y="125"/>
                </a:lnTo>
                <a:lnTo>
                  <a:pt x="986" y="135"/>
                </a:lnTo>
                <a:lnTo>
                  <a:pt x="998" y="146"/>
                </a:lnTo>
                <a:lnTo>
                  <a:pt x="1011" y="156"/>
                </a:lnTo>
                <a:lnTo>
                  <a:pt x="1022" y="167"/>
                </a:lnTo>
                <a:lnTo>
                  <a:pt x="1034" y="179"/>
                </a:lnTo>
                <a:lnTo>
                  <a:pt x="1045" y="190"/>
                </a:lnTo>
                <a:lnTo>
                  <a:pt x="1055" y="202"/>
                </a:lnTo>
                <a:lnTo>
                  <a:pt x="1065" y="214"/>
                </a:lnTo>
                <a:lnTo>
                  <a:pt x="1074" y="227"/>
                </a:lnTo>
                <a:lnTo>
                  <a:pt x="1083" y="239"/>
                </a:lnTo>
                <a:lnTo>
                  <a:pt x="1092" y="252"/>
                </a:lnTo>
                <a:lnTo>
                  <a:pt x="1100" y="265"/>
                </a:lnTo>
                <a:lnTo>
                  <a:pt x="1107" y="279"/>
                </a:lnTo>
                <a:lnTo>
                  <a:pt x="1114" y="292"/>
                </a:lnTo>
                <a:lnTo>
                  <a:pt x="1121" y="306"/>
                </a:lnTo>
                <a:lnTo>
                  <a:pt x="1127" y="319"/>
                </a:lnTo>
                <a:lnTo>
                  <a:pt x="1132" y="333"/>
                </a:lnTo>
                <a:lnTo>
                  <a:pt x="1137" y="347"/>
                </a:lnTo>
                <a:lnTo>
                  <a:pt x="1141" y="361"/>
                </a:lnTo>
                <a:lnTo>
                  <a:pt x="1145" y="376"/>
                </a:lnTo>
                <a:lnTo>
                  <a:pt x="1148" y="390"/>
                </a:lnTo>
                <a:lnTo>
                  <a:pt x="1150" y="404"/>
                </a:lnTo>
                <a:lnTo>
                  <a:pt x="1152" y="419"/>
                </a:lnTo>
                <a:lnTo>
                  <a:pt x="1154" y="433"/>
                </a:lnTo>
                <a:lnTo>
                  <a:pt x="1154" y="448"/>
                </a:lnTo>
                <a:lnTo>
                  <a:pt x="1155" y="462"/>
                </a:lnTo>
                <a:close/>
              </a:path>
            </a:pathLst>
          </a:custGeom>
          <a:solidFill>
            <a:srgbClr val="ff9a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0" name=""/>
          <p:cNvSpPr/>
          <p:nvPr/>
        </p:nvSpPr>
        <p:spPr>
          <a:xfrm>
            <a:off x="4770360" y="1660680"/>
            <a:ext cx="417240" cy="334800"/>
          </a:xfrm>
          <a:custGeom>
            <a:avLst/>
            <a:gdLst/>
            <a:ahLst/>
            <a:rect l="0" t="0" r="r" b="b"/>
            <a:pathLst>
              <a:path w="1159" h="930">
                <a:moveTo>
                  <a:pt x="1157" y="464"/>
                </a:moveTo>
                <a:lnTo>
                  <a:pt x="1156" y="450"/>
                </a:lnTo>
                <a:lnTo>
                  <a:pt x="1156" y="435"/>
                </a:lnTo>
                <a:lnTo>
                  <a:pt x="1154" y="421"/>
                </a:lnTo>
                <a:lnTo>
                  <a:pt x="1152" y="406"/>
                </a:lnTo>
                <a:lnTo>
                  <a:pt x="1150" y="392"/>
                </a:lnTo>
                <a:lnTo>
                  <a:pt x="1147" y="378"/>
                </a:lnTo>
                <a:lnTo>
                  <a:pt x="1143" y="363"/>
                </a:lnTo>
                <a:lnTo>
                  <a:pt x="1139" y="349"/>
                </a:lnTo>
                <a:lnTo>
                  <a:pt x="1134" y="335"/>
                </a:lnTo>
                <a:lnTo>
                  <a:pt x="1129" y="321"/>
                </a:lnTo>
                <a:lnTo>
                  <a:pt x="1123" y="308"/>
                </a:lnTo>
                <a:lnTo>
                  <a:pt x="1116" y="294"/>
                </a:lnTo>
                <a:lnTo>
                  <a:pt x="1109" y="281"/>
                </a:lnTo>
                <a:lnTo>
                  <a:pt x="1102" y="267"/>
                </a:lnTo>
                <a:lnTo>
                  <a:pt x="1094" y="254"/>
                </a:lnTo>
                <a:lnTo>
                  <a:pt x="1085" y="241"/>
                </a:lnTo>
                <a:lnTo>
                  <a:pt x="1076" y="229"/>
                </a:lnTo>
                <a:lnTo>
                  <a:pt x="1067" y="216"/>
                </a:lnTo>
                <a:lnTo>
                  <a:pt x="1057" y="204"/>
                </a:lnTo>
                <a:lnTo>
                  <a:pt x="1047" y="192"/>
                </a:lnTo>
                <a:lnTo>
                  <a:pt x="1036" y="181"/>
                </a:lnTo>
                <a:lnTo>
                  <a:pt x="1024" y="169"/>
                </a:lnTo>
                <a:lnTo>
                  <a:pt x="1013" y="158"/>
                </a:lnTo>
                <a:lnTo>
                  <a:pt x="1000" y="148"/>
                </a:lnTo>
                <a:lnTo>
                  <a:pt x="988" y="137"/>
                </a:lnTo>
                <a:lnTo>
                  <a:pt x="975" y="127"/>
                </a:lnTo>
                <a:lnTo>
                  <a:pt x="961" y="117"/>
                </a:lnTo>
                <a:lnTo>
                  <a:pt x="948" y="108"/>
                </a:lnTo>
                <a:lnTo>
                  <a:pt x="933" y="99"/>
                </a:lnTo>
                <a:lnTo>
                  <a:pt x="919" y="90"/>
                </a:lnTo>
                <a:lnTo>
                  <a:pt x="904" y="82"/>
                </a:lnTo>
                <a:lnTo>
                  <a:pt x="889" y="74"/>
                </a:lnTo>
                <a:lnTo>
                  <a:pt x="873" y="66"/>
                </a:lnTo>
                <a:lnTo>
                  <a:pt x="858" y="59"/>
                </a:lnTo>
                <a:lnTo>
                  <a:pt x="842" y="52"/>
                </a:lnTo>
                <a:lnTo>
                  <a:pt x="825" y="46"/>
                </a:lnTo>
                <a:lnTo>
                  <a:pt x="809" y="40"/>
                </a:lnTo>
                <a:lnTo>
                  <a:pt x="792" y="34"/>
                </a:lnTo>
                <a:lnTo>
                  <a:pt x="775" y="29"/>
                </a:lnTo>
                <a:lnTo>
                  <a:pt x="758" y="24"/>
                </a:lnTo>
                <a:lnTo>
                  <a:pt x="741" y="20"/>
                </a:lnTo>
                <a:lnTo>
                  <a:pt x="723" y="16"/>
                </a:lnTo>
                <a:lnTo>
                  <a:pt x="706" y="13"/>
                </a:lnTo>
                <a:lnTo>
                  <a:pt x="688" y="10"/>
                </a:lnTo>
                <a:lnTo>
                  <a:pt x="670" y="7"/>
                </a:lnTo>
                <a:lnTo>
                  <a:pt x="652" y="5"/>
                </a:lnTo>
                <a:lnTo>
                  <a:pt x="634" y="4"/>
                </a:lnTo>
                <a:lnTo>
                  <a:pt x="616" y="2"/>
                </a:lnTo>
                <a:lnTo>
                  <a:pt x="598" y="2"/>
                </a:lnTo>
                <a:lnTo>
                  <a:pt x="580" y="2"/>
                </a:lnTo>
                <a:lnTo>
                  <a:pt x="562" y="2"/>
                </a:lnTo>
                <a:lnTo>
                  <a:pt x="544" y="2"/>
                </a:lnTo>
                <a:lnTo>
                  <a:pt x="526" y="4"/>
                </a:lnTo>
                <a:lnTo>
                  <a:pt x="507" y="5"/>
                </a:lnTo>
                <a:lnTo>
                  <a:pt x="490" y="7"/>
                </a:lnTo>
                <a:lnTo>
                  <a:pt x="472" y="10"/>
                </a:lnTo>
                <a:lnTo>
                  <a:pt x="454" y="13"/>
                </a:lnTo>
                <a:lnTo>
                  <a:pt x="436" y="16"/>
                </a:lnTo>
                <a:lnTo>
                  <a:pt x="419" y="20"/>
                </a:lnTo>
                <a:lnTo>
                  <a:pt x="402" y="24"/>
                </a:lnTo>
                <a:lnTo>
                  <a:pt x="384" y="29"/>
                </a:lnTo>
                <a:lnTo>
                  <a:pt x="367" y="34"/>
                </a:lnTo>
                <a:lnTo>
                  <a:pt x="351" y="40"/>
                </a:lnTo>
                <a:lnTo>
                  <a:pt x="334" y="46"/>
                </a:lnTo>
                <a:lnTo>
                  <a:pt x="318" y="52"/>
                </a:lnTo>
                <a:lnTo>
                  <a:pt x="302" y="59"/>
                </a:lnTo>
                <a:lnTo>
                  <a:pt x="286" y="66"/>
                </a:lnTo>
                <a:lnTo>
                  <a:pt x="271" y="74"/>
                </a:lnTo>
                <a:lnTo>
                  <a:pt x="256" y="82"/>
                </a:lnTo>
                <a:lnTo>
                  <a:pt x="241" y="90"/>
                </a:lnTo>
                <a:lnTo>
                  <a:pt x="226" y="99"/>
                </a:lnTo>
                <a:lnTo>
                  <a:pt x="212" y="108"/>
                </a:lnTo>
                <a:lnTo>
                  <a:pt x="198" y="117"/>
                </a:lnTo>
                <a:lnTo>
                  <a:pt x="185" y="127"/>
                </a:lnTo>
                <a:lnTo>
                  <a:pt x="172" y="137"/>
                </a:lnTo>
                <a:lnTo>
                  <a:pt x="159" y="148"/>
                </a:lnTo>
                <a:lnTo>
                  <a:pt x="147" y="158"/>
                </a:lnTo>
                <a:lnTo>
                  <a:pt x="135" y="169"/>
                </a:lnTo>
                <a:lnTo>
                  <a:pt x="124" y="181"/>
                </a:lnTo>
                <a:lnTo>
                  <a:pt x="113" y="192"/>
                </a:lnTo>
                <a:lnTo>
                  <a:pt x="103" y="204"/>
                </a:lnTo>
                <a:lnTo>
                  <a:pt x="93" y="216"/>
                </a:lnTo>
                <a:lnTo>
                  <a:pt x="83" y="229"/>
                </a:lnTo>
                <a:lnTo>
                  <a:pt x="74" y="241"/>
                </a:lnTo>
                <a:lnTo>
                  <a:pt x="65" y="254"/>
                </a:lnTo>
                <a:lnTo>
                  <a:pt x="57" y="267"/>
                </a:lnTo>
                <a:lnTo>
                  <a:pt x="49" y="281"/>
                </a:lnTo>
                <a:lnTo>
                  <a:pt x="42" y="294"/>
                </a:lnTo>
                <a:lnTo>
                  <a:pt x="36" y="308"/>
                </a:lnTo>
                <a:lnTo>
                  <a:pt x="30" y="321"/>
                </a:lnTo>
                <a:lnTo>
                  <a:pt x="25" y="335"/>
                </a:lnTo>
                <a:lnTo>
                  <a:pt x="20" y="349"/>
                </a:lnTo>
                <a:lnTo>
                  <a:pt x="16" y="363"/>
                </a:lnTo>
                <a:lnTo>
                  <a:pt x="12" y="378"/>
                </a:lnTo>
                <a:lnTo>
                  <a:pt x="9" y="392"/>
                </a:lnTo>
                <a:lnTo>
                  <a:pt x="6" y="406"/>
                </a:lnTo>
                <a:lnTo>
                  <a:pt x="4" y="421"/>
                </a:lnTo>
                <a:lnTo>
                  <a:pt x="3" y="435"/>
                </a:lnTo>
                <a:lnTo>
                  <a:pt x="2" y="450"/>
                </a:lnTo>
                <a:lnTo>
                  <a:pt x="2" y="464"/>
                </a:lnTo>
                <a:lnTo>
                  <a:pt x="2" y="479"/>
                </a:lnTo>
                <a:lnTo>
                  <a:pt x="3" y="493"/>
                </a:lnTo>
                <a:lnTo>
                  <a:pt x="4" y="509"/>
                </a:lnTo>
                <a:lnTo>
                  <a:pt x="6" y="523"/>
                </a:lnTo>
                <a:lnTo>
                  <a:pt x="9" y="538"/>
                </a:lnTo>
                <a:lnTo>
                  <a:pt x="12" y="552"/>
                </a:lnTo>
                <a:lnTo>
                  <a:pt x="16" y="566"/>
                </a:lnTo>
                <a:lnTo>
                  <a:pt x="20" y="580"/>
                </a:lnTo>
                <a:lnTo>
                  <a:pt x="25" y="594"/>
                </a:lnTo>
                <a:lnTo>
                  <a:pt x="30" y="608"/>
                </a:lnTo>
                <a:lnTo>
                  <a:pt x="36" y="622"/>
                </a:lnTo>
                <a:lnTo>
                  <a:pt x="42" y="636"/>
                </a:lnTo>
                <a:lnTo>
                  <a:pt x="49" y="649"/>
                </a:lnTo>
                <a:lnTo>
                  <a:pt x="57" y="662"/>
                </a:lnTo>
                <a:lnTo>
                  <a:pt x="65" y="675"/>
                </a:lnTo>
                <a:lnTo>
                  <a:pt x="74" y="688"/>
                </a:lnTo>
                <a:lnTo>
                  <a:pt x="83" y="701"/>
                </a:lnTo>
                <a:lnTo>
                  <a:pt x="93" y="713"/>
                </a:lnTo>
                <a:lnTo>
                  <a:pt x="103" y="726"/>
                </a:lnTo>
                <a:lnTo>
                  <a:pt x="113" y="737"/>
                </a:lnTo>
                <a:lnTo>
                  <a:pt x="124" y="749"/>
                </a:lnTo>
                <a:lnTo>
                  <a:pt x="135" y="760"/>
                </a:lnTo>
                <a:lnTo>
                  <a:pt x="147" y="771"/>
                </a:lnTo>
                <a:lnTo>
                  <a:pt x="159" y="782"/>
                </a:lnTo>
                <a:lnTo>
                  <a:pt x="172" y="793"/>
                </a:lnTo>
                <a:lnTo>
                  <a:pt x="185" y="803"/>
                </a:lnTo>
                <a:lnTo>
                  <a:pt x="198" y="813"/>
                </a:lnTo>
                <a:lnTo>
                  <a:pt x="212" y="822"/>
                </a:lnTo>
                <a:lnTo>
                  <a:pt x="226" y="831"/>
                </a:lnTo>
                <a:lnTo>
                  <a:pt x="241" y="840"/>
                </a:lnTo>
                <a:lnTo>
                  <a:pt x="256" y="848"/>
                </a:lnTo>
                <a:lnTo>
                  <a:pt x="271" y="856"/>
                </a:lnTo>
                <a:lnTo>
                  <a:pt x="286" y="864"/>
                </a:lnTo>
                <a:lnTo>
                  <a:pt x="302" y="871"/>
                </a:lnTo>
                <a:lnTo>
                  <a:pt x="318" y="878"/>
                </a:lnTo>
                <a:lnTo>
                  <a:pt x="334" y="884"/>
                </a:lnTo>
                <a:lnTo>
                  <a:pt x="351" y="890"/>
                </a:lnTo>
                <a:lnTo>
                  <a:pt x="367" y="896"/>
                </a:lnTo>
                <a:lnTo>
                  <a:pt x="384" y="901"/>
                </a:lnTo>
                <a:lnTo>
                  <a:pt x="402" y="906"/>
                </a:lnTo>
                <a:lnTo>
                  <a:pt x="419" y="910"/>
                </a:lnTo>
                <a:lnTo>
                  <a:pt x="436" y="914"/>
                </a:lnTo>
                <a:lnTo>
                  <a:pt x="454" y="917"/>
                </a:lnTo>
                <a:lnTo>
                  <a:pt x="472" y="920"/>
                </a:lnTo>
                <a:lnTo>
                  <a:pt x="490" y="922"/>
                </a:lnTo>
                <a:lnTo>
                  <a:pt x="507" y="925"/>
                </a:lnTo>
                <a:lnTo>
                  <a:pt x="526" y="926"/>
                </a:lnTo>
                <a:lnTo>
                  <a:pt x="544" y="927"/>
                </a:lnTo>
                <a:lnTo>
                  <a:pt x="562" y="928"/>
                </a:lnTo>
                <a:lnTo>
                  <a:pt x="580" y="928"/>
                </a:lnTo>
                <a:lnTo>
                  <a:pt x="598" y="928"/>
                </a:lnTo>
                <a:lnTo>
                  <a:pt x="616" y="927"/>
                </a:lnTo>
                <a:lnTo>
                  <a:pt x="634" y="926"/>
                </a:lnTo>
                <a:lnTo>
                  <a:pt x="652" y="925"/>
                </a:lnTo>
                <a:lnTo>
                  <a:pt x="670" y="922"/>
                </a:lnTo>
                <a:lnTo>
                  <a:pt x="688" y="920"/>
                </a:lnTo>
                <a:lnTo>
                  <a:pt x="706" y="917"/>
                </a:lnTo>
                <a:lnTo>
                  <a:pt x="723" y="914"/>
                </a:lnTo>
                <a:lnTo>
                  <a:pt x="741" y="910"/>
                </a:lnTo>
                <a:lnTo>
                  <a:pt x="758" y="906"/>
                </a:lnTo>
                <a:lnTo>
                  <a:pt x="775" y="901"/>
                </a:lnTo>
                <a:lnTo>
                  <a:pt x="792" y="896"/>
                </a:lnTo>
                <a:lnTo>
                  <a:pt x="809" y="890"/>
                </a:lnTo>
                <a:lnTo>
                  <a:pt x="825" y="884"/>
                </a:lnTo>
                <a:lnTo>
                  <a:pt x="842" y="878"/>
                </a:lnTo>
                <a:lnTo>
                  <a:pt x="858" y="871"/>
                </a:lnTo>
                <a:lnTo>
                  <a:pt x="873" y="864"/>
                </a:lnTo>
                <a:lnTo>
                  <a:pt x="889" y="856"/>
                </a:lnTo>
                <a:lnTo>
                  <a:pt x="904" y="848"/>
                </a:lnTo>
                <a:lnTo>
                  <a:pt x="919" y="840"/>
                </a:lnTo>
                <a:lnTo>
                  <a:pt x="933" y="831"/>
                </a:lnTo>
                <a:lnTo>
                  <a:pt x="948" y="822"/>
                </a:lnTo>
                <a:lnTo>
                  <a:pt x="961" y="813"/>
                </a:lnTo>
                <a:lnTo>
                  <a:pt x="975" y="803"/>
                </a:lnTo>
                <a:lnTo>
                  <a:pt x="988" y="793"/>
                </a:lnTo>
                <a:lnTo>
                  <a:pt x="1000" y="782"/>
                </a:lnTo>
                <a:lnTo>
                  <a:pt x="1013" y="771"/>
                </a:lnTo>
                <a:lnTo>
                  <a:pt x="1024" y="760"/>
                </a:lnTo>
                <a:lnTo>
                  <a:pt x="1036" y="749"/>
                </a:lnTo>
                <a:lnTo>
                  <a:pt x="1047" y="737"/>
                </a:lnTo>
                <a:lnTo>
                  <a:pt x="1057" y="726"/>
                </a:lnTo>
                <a:lnTo>
                  <a:pt x="1067" y="713"/>
                </a:lnTo>
                <a:lnTo>
                  <a:pt x="1076" y="701"/>
                </a:lnTo>
                <a:lnTo>
                  <a:pt x="1085" y="688"/>
                </a:lnTo>
                <a:lnTo>
                  <a:pt x="1094" y="675"/>
                </a:lnTo>
                <a:lnTo>
                  <a:pt x="1102" y="662"/>
                </a:lnTo>
                <a:lnTo>
                  <a:pt x="1109" y="649"/>
                </a:lnTo>
                <a:lnTo>
                  <a:pt x="1116" y="636"/>
                </a:lnTo>
                <a:lnTo>
                  <a:pt x="1123" y="622"/>
                </a:lnTo>
                <a:lnTo>
                  <a:pt x="1129" y="608"/>
                </a:lnTo>
                <a:lnTo>
                  <a:pt x="1134" y="594"/>
                </a:lnTo>
                <a:lnTo>
                  <a:pt x="1139" y="580"/>
                </a:lnTo>
                <a:lnTo>
                  <a:pt x="1143" y="566"/>
                </a:lnTo>
                <a:lnTo>
                  <a:pt x="1147" y="552"/>
                </a:lnTo>
                <a:lnTo>
                  <a:pt x="1150" y="538"/>
                </a:lnTo>
                <a:lnTo>
                  <a:pt x="1152" y="523"/>
                </a:lnTo>
                <a:lnTo>
                  <a:pt x="1154" y="509"/>
                </a:lnTo>
                <a:lnTo>
                  <a:pt x="1156" y="493"/>
                </a:lnTo>
                <a:lnTo>
                  <a:pt x="1156" y="479"/>
                </a:lnTo>
                <a:lnTo>
                  <a:pt x="1157" y="464"/>
                </a:lnTo>
                <a:moveTo>
                  <a:pt x="1159" y="464"/>
                </a:moveTo>
                <a:lnTo>
                  <a:pt x="1159" y="479"/>
                </a:lnTo>
                <a:lnTo>
                  <a:pt x="1158" y="494"/>
                </a:lnTo>
                <a:lnTo>
                  <a:pt x="1156" y="509"/>
                </a:lnTo>
                <a:lnTo>
                  <a:pt x="1154" y="524"/>
                </a:lnTo>
                <a:lnTo>
                  <a:pt x="1152" y="538"/>
                </a:lnTo>
                <a:lnTo>
                  <a:pt x="1149" y="552"/>
                </a:lnTo>
                <a:lnTo>
                  <a:pt x="1145" y="567"/>
                </a:lnTo>
                <a:lnTo>
                  <a:pt x="1141" y="581"/>
                </a:lnTo>
                <a:lnTo>
                  <a:pt x="1136" y="595"/>
                </a:lnTo>
                <a:lnTo>
                  <a:pt x="1131" y="609"/>
                </a:lnTo>
                <a:lnTo>
                  <a:pt x="1125" y="623"/>
                </a:lnTo>
                <a:lnTo>
                  <a:pt x="1118" y="636"/>
                </a:lnTo>
                <a:lnTo>
                  <a:pt x="1111" y="650"/>
                </a:lnTo>
                <a:lnTo>
                  <a:pt x="1104" y="663"/>
                </a:lnTo>
                <a:lnTo>
                  <a:pt x="1096" y="676"/>
                </a:lnTo>
                <a:lnTo>
                  <a:pt x="1087" y="689"/>
                </a:lnTo>
                <a:lnTo>
                  <a:pt x="1078" y="702"/>
                </a:lnTo>
                <a:lnTo>
                  <a:pt x="1069" y="714"/>
                </a:lnTo>
                <a:lnTo>
                  <a:pt x="1059" y="727"/>
                </a:lnTo>
                <a:lnTo>
                  <a:pt x="1048" y="738"/>
                </a:lnTo>
                <a:lnTo>
                  <a:pt x="1037" y="750"/>
                </a:lnTo>
                <a:lnTo>
                  <a:pt x="1026" y="762"/>
                </a:lnTo>
                <a:lnTo>
                  <a:pt x="1014" y="773"/>
                </a:lnTo>
                <a:lnTo>
                  <a:pt x="1002" y="783"/>
                </a:lnTo>
                <a:lnTo>
                  <a:pt x="989" y="794"/>
                </a:lnTo>
                <a:lnTo>
                  <a:pt x="976" y="804"/>
                </a:lnTo>
                <a:lnTo>
                  <a:pt x="963" y="814"/>
                </a:lnTo>
                <a:lnTo>
                  <a:pt x="949" y="823"/>
                </a:lnTo>
                <a:lnTo>
                  <a:pt x="935" y="833"/>
                </a:lnTo>
                <a:lnTo>
                  <a:pt x="920" y="841"/>
                </a:lnTo>
                <a:lnTo>
                  <a:pt x="905" y="850"/>
                </a:lnTo>
                <a:lnTo>
                  <a:pt x="890" y="858"/>
                </a:lnTo>
                <a:lnTo>
                  <a:pt x="875" y="865"/>
                </a:lnTo>
                <a:lnTo>
                  <a:pt x="859" y="873"/>
                </a:lnTo>
                <a:lnTo>
                  <a:pt x="843" y="879"/>
                </a:lnTo>
                <a:lnTo>
                  <a:pt x="826" y="886"/>
                </a:lnTo>
                <a:lnTo>
                  <a:pt x="810" y="892"/>
                </a:lnTo>
                <a:lnTo>
                  <a:pt x="793" y="897"/>
                </a:lnTo>
                <a:lnTo>
                  <a:pt x="776" y="903"/>
                </a:lnTo>
                <a:lnTo>
                  <a:pt x="759" y="907"/>
                </a:lnTo>
                <a:lnTo>
                  <a:pt x="741" y="912"/>
                </a:lnTo>
                <a:lnTo>
                  <a:pt x="724" y="915"/>
                </a:lnTo>
                <a:lnTo>
                  <a:pt x="706" y="919"/>
                </a:lnTo>
                <a:lnTo>
                  <a:pt x="688" y="922"/>
                </a:lnTo>
                <a:lnTo>
                  <a:pt x="670" y="924"/>
                </a:lnTo>
                <a:lnTo>
                  <a:pt x="652" y="926"/>
                </a:lnTo>
                <a:lnTo>
                  <a:pt x="634" y="928"/>
                </a:lnTo>
                <a:lnTo>
                  <a:pt x="616" y="929"/>
                </a:lnTo>
                <a:lnTo>
                  <a:pt x="598" y="930"/>
                </a:lnTo>
                <a:lnTo>
                  <a:pt x="580" y="930"/>
                </a:lnTo>
                <a:lnTo>
                  <a:pt x="562" y="930"/>
                </a:lnTo>
                <a:lnTo>
                  <a:pt x="543" y="929"/>
                </a:lnTo>
                <a:lnTo>
                  <a:pt x="525" y="928"/>
                </a:lnTo>
                <a:lnTo>
                  <a:pt x="507" y="926"/>
                </a:lnTo>
                <a:lnTo>
                  <a:pt x="489" y="924"/>
                </a:lnTo>
                <a:lnTo>
                  <a:pt x="471" y="922"/>
                </a:lnTo>
                <a:lnTo>
                  <a:pt x="453" y="919"/>
                </a:lnTo>
                <a:lnTo>
                  <a:pt x="436" y="915"/>
                </a:lnTo>
                <a:lnTo>
                  <a:pt x="418" y="912"/>
                </a:lnTo>
                <a:lnTo>
                  <a:pt x="401" y="907"/>
                </a:lnTo>
                <a:lnTo>
                  <a:pt x="384" y="903"/>
                </a:lnTo>
                <a:lnTo>
                  <a:pt x="367" y="897"/>
                </a:lnTo>
                <a:lnTo>
                  <a:pt x="350" y="892"/>
                </a:lnTo>
                <a:lnTo>
                  <a:pt x="333" y="886"/>
                </a:lnTo>
                <a:lnTo>
                  <a:pt x="317" y="879"/>
                </a:lnTo>
                <a:lnTo>
                  <a:pt x="301" y="873"/>
                </a:lnTo>
                <a:lnTo>
                  <a:pt x="285" y="865"/>
                </a:lnTo>
                <a:lnTo>
                  <a:pt x="269" y="858"/>
                </a:lnTo>
                <a:lnTo>
                  <a:pt x="254" y="850"/>
                </a:lnTo>
                <a:lnTo>
                  <a:pt x="239" y="841"/>
                </a:lnTo>
                <a:lnTo>
                  <a:pt x="225" y="833"/>
                </a:lnTo>
                <a:lnTo>
                  <a:pt x="211" y="823"/>
                </a:lnTo>
                <a:lnTo>
                  <a:pt x="197" y="814"/>
                </a:lnTo>
                <a:lnTo>
                  <a:pt x="183" y="804"/>
                </a:lnTo>
                <a:lnTo>
                  <a:pt x="170" y="794"/>
                </a:lnTo>
                <a:lnTo>
                  <a:pt x="158" y="783"/>
                </a:lnTo>
                <a:lnTo>
                  <a:pt x="145" y="773"/>
                </a:lnTo>
                <a:lnTo>
                  <a:pt x="133" y="762"/>
                </a:lnTo>
                <a:lnTo>
                  <a:pt x="122" y="750"/>
                </a:lnTo>
                <a:lnTo>
                  <a:pt x="111" y="738"/>
                </a:lnTo>
                <a:lnTo>
                  <a:pt x="101" y="727"/>
                </a:lnTo>
                <a:lnTo>
                  <a:pt x="91" y="714"/>
                </a:lnTo>
                <a:lnTo>
                  <a:pt x="81" y="702"/>
                </a:lnTo>
                <a:lnTo>
                  <a:pt x="72" y="689"/>
                </a:lnTo>
                <a:lnTo>
                  <a:pt x="63" y="676"/>
                </a:lnTo>
                <a:lnTo>
                  <a:pt x="55" y="663"/>
                </a:lnTo>
                <a:lnTo>
                  <a:pt x="47" y="650"/>
                </a:lnTo>
                <a:lnTo>
                  <a:pt x="40" y="636"/>
                </a:lnTo>
                <a:lnTo>
                  <a:pt x="34" y="623"/>
                </a:lnTo>
                <a:lnTo>
                  <a:pt x="28" y="609"/>
                </a:lnTo>
                <a:lnTo>
                  <a:pt x="23" y="595"/>
                </a:lnTo>
                <a:lnTo>
                  <a:pt x="18" y="581"/>
                </a:lnTo>
                <a:lnTo>
                  <a:pt x="14" y="567"/>
                </a:lnTo>
                <a:lnTo>
                  <a:pt x="10" y="552"/>
                </a:lnTo>
                <a:lnTo>
                  <a:pt x="7" y="538"/>
                </a:lnTo>
                <a:lnTo>
                  <a:pt x="4" y="524"/>
                </a:lnTo>
                <a:lnTo>
                  <a:pt x="2" y="509"/>
                </a:lnTo>
                <a:lnTo>
                  <a:pt x="1" y="494"/>
                </a:lnTo>
                <a:lnTo>
                  <a:pt x="0" y="479"/>
                </a:lnTo>
                <a:lnTo>
                  <a:pt x="0" y="464"/>
                </a:lnTo>
                <a:lnTo>
                  <a:pt x="0" y="450"/>
                </a:lnTo>
                <a:lnTo>
                  <a:pt x="1" y="435"/>
                </a:lnTo>
                <a:lnTo>
                  <a:pt x="2" y="421"/>
                </a:lnTo>
                <a:lnTo>
                  <a:pt x="4" y="406"/>
                </a:lnTo>
                <a:lnTo>
                  <a:pt x="7" y="392"/>
                </a:lnTo>
                <a:lnTo>
                  <a:pt x="10" y="377"/>
                </a:lnTo>
                <a:lnTo>
                  <a:pt x="14" y="363"/>
                </a:lnTo>
                <a:lnTo>
                  <a:pt x="18" y="349"/>
                </a:lnTo>
                <a:lnTo>
                  <a:pt x="23" y="335"/>
                </a:lnTo>
                <a:lnTo>
                  <a:pt x="28" y="321"/>
                </a:lnTo>
                <a:lnTo>
                  <a:pt x="34" y="307"/>
                </a:lnTo>
                <a:lnTo>
                  <a:pt x="40" y="293"/>
                </a:lnTo>
                <a:lnTo>
                  <a:pt x="47" y="280"/>
                </a:lnTo>
                <a:lnTo>
                  <a:pt x="55" y="267"/>
                </a:lnTo>
                <a:lnTo>
                  <a:pt x="63" y="253"/>
                </a:lnTo>
                <a:lnTo>
                  <a:pt x="72" y="241"/>
                </a:lnTo>
                <a:lnTo>
                  <a:pt x="81" y="228"/>
                </a:lnTo>
                <a:lnTo>
                  <a:pt x="91" y="215"/>
                </a:lnTo>
                <a:lnTo>
                  <a:pt x="101" y="203"/>
                </a:lnTo>
                <a:lnTo>
                  <a:pt x="111" y="191"/>
                </a:lnTo>
                <a:lnTo>
                  <a:pt x="122" y="180"/>
                </a:lnTo>
                <a:lnTo>
                  <a:pt x="133" y="168"/>
                </a:lnTo>
                <a:lnTo>
                  <a:pt x="145" y="157"/>
                </a:lnTo>
                <a:lnTo>
                  <a:pt x="158" y="146"/>
                </a:lnTo>
                <a:lnTo>
                  <a:pt x="170" y="136"/>
                </a:lnTo>
                <a:lnTo>
                  <a:pt x="183" y="126"/>
                </a:lnTo>
                <a:lnTo>
                  <a:pt x="197" y="116"/>
                </a:lnTo>
                <a:lnTo>
                  <a:pt x="211" y="106"/>
                </a:lnTo>
                <a:lnTo>
                  <a:pt x="225" y="97"/>
                </a:lnTo>
                <a:lnTo>
                  <a:pt x="239" y="88"/>
                </a:lnTo>
                <a:lnTo>
                  <a:pt x="254" y="80"/>
                </a:lnTo>
                <a:lnTo>
                  <a:pt x="269" y="72"/>
                </a:lnTo>
                <a:lnTo>
                  <a:pt x="285" y="64"/>
                </a:lnTo>
                <a:lnTo>
                  <a:pt x="301" y="57"/>
                </a:lnTo>
                <a:lnTo>
                  <a:pt x="317" y="50"/>
                </a:lnTo>
                <a:lnTo>
                  <a:pt x="333" y="44"/>
                </a:lnTo>
                <a:lnTo>
                  <a:pt x="350" y="38"/>
                </a:lnTo>
                <a:lnTo>
                  <a:pt x="367" y="32"/>
                </a:lnTo>
                <a:lnTo>
                  <a:pt x="384" y="27"/>
                </a:lnTo>
                <a:lnTo>
                  <a:pt x="401" y="22"/>
                </a:lnTo>
                <a:lnTo>
                  <a:pt x="418" y="18"/>
                </a:lnTo>
                <a:lnTo>
                  <a:pt x="436" y="14"/>
                </a:lnTo>
                <a:lnTo>
                  <a:pt x="453" y="11"/>
                </a:lnTo>
                <a:lnTo>
                  <a:pt x="471" y="8"/>
                </a:lnTo>
                <a:lnTo>
                  <a:pt x="489" y="5"/>
                </a:lnTo>
                <a:lnTo>
                  <a:pt x="507" y="3"/>
                </a:lnTo>
                <a:lnTo>
                  <a:pt x="525" y="2"/>
                </a:lnTo>
                <a:lnTo>
                  <a:pt x="543" y="1"/>
                </a:lnTo>
                <a:lnTo>
                  <a:pt x="562" y="0"/>
                </a:lnTo>
                <a:lnTo>
                  <a:pt x="580" y="0"/>
                </a:lnTo>
                <a:lnTo>
                  <a:pt x="598" y="0"/>
                </a:lnTo>
                <a:lnTo>
                  <a:pt x="616" y="1"/>
                </a:lnTo>
                <a:lnTo>
                  <a:pt x="634" y="2"/>
                </a:lnTo>
                <a:lnTo>
                  <a:pt x="652" y="3"/>
                </a:lnTo>
                <a:lnTo>
                  <a:pt x="670" y="5"/>
                </a:lnTo>
                <a:lnTo>
                  <a:pt x="688" y="8"/>
                </a:lnTo>
                <a:lnTo>
                  <a:pt x="706" y="11"/>
                </a:lnTo>
                <a:lnTo>
                  <a:pt x="724" y="14"/>
                </a:lnTo>
                <a:lnTo>
                  <a:pt x="741" y="18"/>
                </a:lnTo>
                <a:lnTo>
                  <a:pt x="759" y="22"/>
                </a:lnTo>
                <a:lnTo>
                  <a:pt x="776" y="27"/>
                </a:lnTo>
                <a:lnTo>
                  <a:pt x="793" y="32"/>
                </a:lnTo>
                <a:lnTo>
                  <a:pt x="810" y="38"/>
                </a:lnTo>
                <a:lnTo>
                  <a:pt x="826" y="44"/>
                </a:lnTo>
                <a:lnTo>
                  <a:pt x="843" y="50"/>
                </a:lnTo>
                <a:lnTo>
                  <a:pt x="859" y="57"/>
                </a:lnTo>
                <a:lnTo>
                  <a:pt x="875" y="64"/>
                </a:lnTo>
                <a:lnTo>
                  <a:pt x="890" y="72"/>
                </a:lnTo>
                <a:lnTo>
                  <a:pt x="905" y="80"/>
                </a:lnTo>
                <a:lnTo>
                  <a:pt x="920" y="88"/>
                </a:lnTo>
                <a:lnTo>
                  <a:pt x="935" y="97"/>
                </a:lnTo>
                <a:lnTo>
                  <a:pt x="949" y="106"/>
                </a:lnTo>
                <a:lnTo>
                  <a:pt x="963" y="116"/>
                </a:lnTo>
                <a:lnTo>
                  <a:pt x="976" y="126"/>
                </a:lnTo>
                <a:lnTo>
                  <a:pt x="989" y="136"/>
                </a:lnTo>
                <a:lnTo>
                  <a:pt x="1002" y="146"/>
                </a:lnTo>
                <a:lnTo>
                  <a:pt x="1014" y="157"/>
                </a:lnTo>
                <a:lnTo>
                  <a:pt x="1026" y="168"/>
                </a:lnTo>
                <a:lnTo>
                  <a:pt x="1037" y="180"/>
                </a:lnTo>
                <a:lnTo>
                  <a:pt x="1048" y="191"/>
                </a:lnTo>
                <a:lnTo>
                  <a:pt x="1059" y="203"/>
                </a:lnTo>
                <a:lnTo>
                  <a:pt x="1069" y="215"/>
                </a:lnTo>
                <a:lnTo>
                  <a:pt x="1078" y="228"/>
                </a:lnTo>
                <a:lnTo>
                  <a:pt x="1087" y="241"/>
                </a:lnTo>
                <a:lnTo>
                  <a:pt x="1096" y="253"/>
                </a:lnTo>
                <a:lnTo>
                  <a:pt x="1104" y="267"/>
                </a:lnTo>
                <a:lnTo>
                  <a:pt x="1111" y="280"/>
                </a:lnTo>
                <a:lnTo>
                  <a:pt x="1118" y="293"/>
                </a:lnTo>
                <a:lnTo>
                  <a:pt x="1125" y="307"/>
                </a:lnTo>
                <a:lnTo>
                  <a:pt x="1131" y="321"/>
                </a:lnTo>
                <a:lnTo>
                  <a:pt x="1136" y="335"/>
                </a:lnTo>
                <a:lnTo>
                  <a:pt x="1141" y="349"/>
                </a:lnTo>
                <a:lnTo>
                  <a:pt x="1145" y="363"/>
                </a:lnTo>
                <a:lnTo>
                  <a:pt x="1149" y="377"/>
                </a:lnTo>
                <a:lnTo>
                  <a:pt x="1152" y="392"/>
                </a:lnTo>
                <a:lnTo>
                  <a:pt x="1154" y="406"/>
                </a:lnTo>
                <a:lnTo>
                  <a:pt x="1156" y="421"/>
                </a:lnTo>
                <a:lnTo>
                  <a:pt x="1158" y="435"/>
                </a:lnTo>
                <a:lnTo>
                  <a:pt x="1159" y="450"/>
                </a:lnTo>
                <a:lnTo>
                  <a:pt x="1159" y="464"/>
                </a:lnTo>
                <a:close/>
              </a:path>
            </a:pathLst>
          </a:custGeom>
          <a:solidFill>
            <a:srgbClr val="ff9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1" name=""/>
          <p:cNvSpPr/>
          <p:nvPr/>
        </p:nvSpPr>
        <p:spPr>
          <a:xfrm>
            <a:off x="4768560" y="1659240"/>
            <a:ext cx="420840" cy="337680"/>
          </a:xfrm>
          <a:custGeom>
            <a:avLst/>
            <a:gdLst/>
            <a:ahLst/>
            <a:rect l="0" t="0" r="r" b="b"/>
            <a:pathLst>
              <a:path w="1169" h="938">
                <a:moveTo>
                  <a:pt x="1164" y="468"/>
                </a:moveTo>
                <a:lnTo>
                  <a:pt x="1164" y="454"/>
                </a:lnTo>
                <a:lnTo>
                  <a:pt x="1163" y="439"/>
                </a:lnTo>
                <a:lnTo>
                  <a:pt x="1161" y="425"/>
                </a:lnTo>
                <a:lnTo>
                  <a:pt x="1159" y="410"/>
                </a:lnTo>
                <a:lnTo>
                  <a:pt x="1157" y="396"/>
                </a:lnTo>
                <a:lnTo>
                  <a:pt x="1154" y="381"/>
                </a:lnTo>
                <a:lnTo>
                  <a:pt x="1150" y="367"/>
                </a:lnTo>
                <a:lnTo>
                  <a:pt x="1146" y="353"/>
                </a:lnTo>
                <a:lnTo>
                  <a:pt x="1141" y="339"/>
                </a:lnTo>
                <a:lnTo>
                  <a:pt x="1136" y="325"/>
                </a:lnTo>
                <a:lnTo>
                  <a:pt x="1130" y="311"/>
                </a:lnTo>
                <a:lnTo>
                  <a:pt x="1123" y="297"/>
                </a:lnTo>
                <a:lnTo>
                  <a:pt x="1116" y="284"/>
                </a:lnTo>
                <a:lnTo>
                  <a:pt x="1109" y="271"/>
                </a:lnTo>
                <a:lnTo>
                  <a:pt x="1101" y="257"/>
                </a:lnTo>
                <a:lnTo>
                  <a:pt x="1092" y="245"/>
                </a:lnTo>
                <a:lnTo>
                  <a:pt x="1083" y="232"/>
                </a:lnTo>
                <a:lnTo>
                  <a:pt x="1074" y="219"/>
                </a:lnTo>
                <a:lnTo>
                  <a:pt x="1064" y="207"/>
                </a:lnTo>
                <a:lnTo>
                  <a:pt x="1053" y="195"/>
                </a:lnTo>
                <a:lnTo>
                  <a:pt x="1042" y="184"/>
                </a:lnTo>
                <a:lnTo>
                  <a:pt x="1031" y="172"/>
                </a:lnTo>
                <a:lnTo>
                  <a:pt x="1019" y="161"/>
                </a:lnTo>
                <a:lnTo>
                  <a:pt x="1007" y="150"/>
                </a:lnTo>
                <a:lnTo>
                  <a:pt x="994" y="140"/>
                </a:lnTo>
                <a:lnTo>
                  <a:pt x="981" y="130"/>
                </a:lnTo>
                <a:lnTo>
                  <a:pt x="968" y="120"/>
                </a:lnTo>
                <a:lnTo>
                  <a:pt x="954" y="110"/>
                </a:lnTo>
                <a:lnTo>
                  <a:pt x="940" y="101"/>
                </a:lnTo>
                <a:lnTo>
                  <a:pt x="925" y="92"/>
                </a:lnTo>
                <a:lnTo>
                  <a:pt x="910" y="84"/>
                </a:lnTo>
                <a:lnTo>
                  <a:pt x="895" y="76"/>
                </a:lnTo>
                <a:lnTo>
                  <a:pt x="880" y="68"/>
                </a:lnTo>
                <a:lnTo>
                  <a:pt x="864" y="61"/>
                </a:lnTo>
                <a:lnTo>
                  <a:pt x="848" y="54"/>
                </a:lnTo>
                <a:lnTo>
                  <a:pt x="831" y="48"/>
                </a:lnTo>
                <a:lnTo>
                  <a:pt x="815" y="42"/>
                </a:lnTo>
                <a:lnTo>
                  <a:pt x="798" y="36"/>
                </a:lnTo>
                <a:lnTo>
                  <a:pt x="781" y="31"/>
                </a:lnTo>
                <a:lnTo>
                  <a:pt x="764" y="26"/>
                </a:lnTo>
                <a:lnTo>
                  <a:pt x="746" y="22"/>
                </a:lnTo>
                <a:lnTo>
                  <a:pt x="729" y="18"/>
                </a:lnTo>
                <a:lnTo>
                  <a:pt x="711" y="15"/>
                </a:lnTo>
                <a:lnTo>
                  <a:pt x="693" y="12"/>
                </a:lnTo>
                <a:lnTo>
                  <a:pt x="675" y="9"/>
                </a:lnTo>
                <a:lnTo>
                  <a:pt x="657" y="7"/>
                </a:lnTo>
                <a:lnTo>
                  <a:pt x="639" y="6"/>
                </a:lnTo>
                <a:lnTo>
                  <a:pt x="621" y="5"/>
                </a:lnTo>
                <a:lnTo>
                  <a:pt x="603" y="4"/>
                </a:lnTo>
                <a:lnTo>
                  <a:pt x="585" y="4"/>
                </a:lnTo>
                <a:lnTo>
                  <a:pt x="567" y="4"/>
                </a:lnTo>
                <a:lnTo>
                  <a:pt x="548" y="5"/>
                </a:lnTo>
                <a:lnTo>
                  <a:pt x="530" y="6"/>
                </a:lnTo>
                <a:lnTo>
                  <a:pt x="512" y="7"/>
                </a:lnTo>
                <a:lnTo>
                  <a:pt x="494" y="9"/>
                </a:lnTo>
                <a:lnTo>
                  <a:pt x="476" y="12"/>
                </a:lnTo>
                <a:lnTo>
                  <a:pt x="458" y="15"/>
                </a:lnTo>
                <a:lnTo>
                  <a:pt x="441" y="18"/>
                </a:lnTo>
                <a:lnTo>
                  <a:pt x="423" y="22"/>
                </a:lnTo>
                <a:lnTo>
                  <a:pt x="406" y="26"/>
                </a:lnTo>
                <a:lnTo>
                  <a:pt x="389" y="31"/>
                </a:lnTo>
                <a:lnTo>
                  <a:pt x="372" y="36"/>
                </a:lnTo>
                <a:lnTo>
                  <a:pt x="355" y="42"/>
                </a:lnTo>
                <a:lnTo>
                  <a:pt x="338" y="48"/>
                </a:lnTo>
                <a:lnTo>
                  <a:pt x="322" y="54"/>
                </a:lnTo>
                <a:lnTo>
                  <a:pt x="306" y="61"/>
                </a:lnTo>
                <a:lnTo>
                  <a:pt x="290" y="68"/>
                </a:lnTo>
                <a:lnTo>
                  <a:pt x="274" y="76"/>
                </a:lnTo>
                <a:lnTo>
                  <a:pt x="259" y="84"/>
                </a:lnTo>
                <a:lnTo>
                  <a:pt x="244" y="92"/>
                </a:lnTo>
                <a:lnTo>
                  <a:pt x="230" y="101"/>
                </a:lnTo>
                <a:lnTo>
                  <a:pt x="216" y="110"/>
                </a:lnTo>
                <a:lnTo>
                  <a:pt x="202" y="120"/>
                </a:lnTo>
                <a:lnTo>
                  <a:pt x="188" y="130"/>
                </a:lnTo>
                <a:lnTo>
                  <a:pt x="174" y="140"/>
                </a:lnTo>
                <a:lnTo>
                  <a:pt x="162" y="150"/>
                </a:lnTo>
                <a:lnTo>
                  <a:pt x="149" y="161"/>
                </a:lnTo>
                <a:lnTo>
                  <a:pt x="137" y="172"/>
                </a:lnTo>
                <a:lnTo>
                  <a:pt x="126" y="184"/>
                </a:lnTo>
                <a:lnTo>
                  <a:pt x="115" y="195"/>
                </a:lnTo>
                <a:lnTo>
                  <a:pt x="105" y="207"/>
                </a:lnTo>
                <a:lnTo>
                  <a:pt x="95" y="219"/>
                </a:lnTo>
                <a:lnTo>
                  <a:pt x="85" y="232"/>
                </a:lnTo>
                <a:lnTo>
                  <a:pt x="76" y="245"/>
                </a:lnTo>
                <a:lnTo>
                  <a:pt x="68" y="257"/>
                </a:lnTo>
                <a:lnTo>
                  <a:pt x="60" y="271"/>
                </a:lnTo>
                <a:lnTo>
                  <a:pt x="52" y="284"/>
                </a:lnTo>
                <a:lnTo>
                  <a:pt x="45" y="297"/>
                </a:lnTo>
                <a:lnTo>
                  <a:pt x="39" y="311"/>
                </a:lnTo>
                <a:lnTo>
                  <a:pt x="33" y="325"/>
                </a:lnTo>
                <a:lnTo>
                  <a:pt x="28" y="339"/>
                </a:lnTo>
                <a:lnTo>
                  <a:pt x="23" y="353"/>
                </a:lnTo>
                <a:lnTo>
                  <a:pt x="19" y="367"/>
                </a:lnTo>
                <a:lnTo>
                  <a:pt x="15" y="381"/>
                </a:lnTo>
                <a:lnTo>
                  <a:pt x="12" y="396"/>
                </a:lnTo>
                <a:lnTo>
                  <a:pt x="9" y="410"/>
                </a:lnTo>
                <a:lnTo>
                  <a:pt x="7" y="425"/>
                </a:lnTo>
                <a:lnTo>
                  <a:pt x="6" y="439"/>
                </a:lnTo>
                <a:lnTo>
                  <a:pt x="5" y="454"/>
                </a:lnTo>
                <a:lnTo>
                  <a:pt x="5" y="468"/>
                </a:lnTo>
                <a:lnTo>
                  <a:pt x="5" y="483"/>
                </a:lnTo>
                <a:lnTo>
                  <a:pt x="6" y="498"/>
                </a:lnTo>
                <a:lnTo>
                  <a:pt x="7" y="512"/>
                </a:lnTo>
                <a:lnTo>
                  <a:pt x="9" y="527"/>
                </a:lnTo>
                <a:lnTo>
                  <a:pt x="12" y="542"/>
                </a:lnTo>
                <a:lnTo>
                  <a:pt x="15" y="556"/>
                </a:lnTo>
                <a:lnTo>
                  <a:pt x="19" y="571"/>
                </a:lnTo>
                <a:lnTo>
                  <a:pt x="23" y="585"/>
                </a:lnTo>
                <a:lnTo>
                  <a:pt x="28" y="599"/>
                </a:lnTo>
                <a:lnTo>
                  <a:pt x="33" y="613"/>
                </a:lnTo>
                <a:lnTo>
                  <a:pt x="39" y="627"/>
                </a:lnTo>
                <a:lnTo>
                  <a:pt x="45" y="640"/>
                </a:lnTo>
                <a:lnTo>
                  <a:pt x="52" y="654"/>
                </a:lnTo>
                <a:lnTo>
                  <a:pt x="60" y="667"/>
                </a:lnTo>
                <a:lnTo>
                  <a:pt x="68" y="680"/>
                </a:lnTo>
                <a:lnTo>
                  <a:pt x="76" y="693"/>
                </a:lnTo>
                <a:lnTo>
                  <a:pt x="85" y="706"/>
                </a:lnTo>
                <a:lnTo>
                  <a:pt x="95" y="718"/>
                </a:lnTo>
                <a:lnTo>
                  <a:pt x="105" y="731"/>
                </a:lnTo>
                <a:lnTo>
                  <a:pt x="115" y="742"/>
                </a:lnTo>
                <a:lnTo>
                  <a:pt x="126" y="754"/>
                </a:lnTo>
                <a:lnTo>
                  <a:pt x="137" y="766"/>
                </a:lnTo>
                <a:lnTo>
                  <a:pt x="149" y="777"/>
                </a:lnTo>
                <a:lnTo>
                  <a:pt x="162" y="787"/>
                </a:lnTo>
                <a:lnTo>
                  <a:pt x="174" y="798"/>
                </a:lnTo>
                <a:lnTo>
                  <a:pt x="188" y="808"/>
                </a:lnTo>
                <a:lnTo>
                  <a:pt x="202" y="818"/>
                </a:lnTo>
                <a:lnTo>
                  <a:pt x="216" y="827"/>
                </a:lnTo>
                <a:lnTo>
                  <a:pt x="230" y="837"/>
                </a:lnTo>
                <a:lnTo>
                  <a:pt x="244" y="845"/>
                </a:lnTo>
                <a:lnTo>
                  <a:pt x="259" y="854"/>
                </a:lnTo>
                <a:lnTo>
                  <a:pt x="274" y="862"/>
                </a:lnTo>
                <a:lnTo>
                  <a:pt x="290" y="869"/>
                </a:lnTo>
                <a:lnTo>
                  <a:pt x="306" y="877"/>
                </a:lnTo>
                <a:lnTo>
                  <a:pt x="322" y="883"/>
                </a:lnTo>
                <a:lnTo>
                  <a:pt x="338" y="890"/>
                </a:lnTo>
                <a:lnTo>
                  <a:pt x="355" y="896"/>
                </a:lnTo>
                <a:lnTo>
                  <a:pt x="372" y="901"/>
                </a:lnTo>
                <a:lnTo>
                  <a:pt x="389" y="907"/>
                </a:lnTo>
                <a:lnTo>
                  <a:pt x="406" y="911"/>
                </a:lnTo>
                <a:lnTo>
                  <a:pt x="423" y="916"/>
                </a:lnTo>
                <a:lnTo>
                  <a:pt x="441" y="919"/>
                </a:lnTo>
                <a:lnTo>
                  <a:pt x="458" y="923"/>
                </a:lnTo>
                <a:lnTo>
                  <a:pt x="476" y="926"/>
                </a:lnTo>
                <a:lnTo>
                  <a:pt x="494" y="928"/>
                </a:lnTo>
                <a:lnTo>
                  <a:pt x="512" y="930"/>
                </a:lnTo>
                <a:lnTo>
                  <a:pt x="530" y="932"/>
                </a:lnTo>
                <a:lnTo>
                  <a:pt x="548" y="933"/>
                </a:lnTo>
                <a:lnTo>
                  <a:pt x="567" y="934"/>
                </a:lnTo>
                <a:lnTo>
                  <a:pt x="585" y="934"/>
                </a:lnTo>
                <a:lnTo>
                  <a:pt x="603" y="934"/>
                </a:lnTo>
                <a:lnTo>
                  <a:pt x="621" y="933"/>
                </a:lnTo>
                <a:lnTo>
                  <a:pt x="639" y="932"/>
                </a:lnTo>
                <a:lnTo>
                  <a:pt x="657" y="930"/>
                </a:lnTo>
                <a:lnTo>
                  <a:pt x="675" y="928"/>
                </a:lnTo>
                <a:lnTo>
                  <a:pt x="693" y="926"/>
                </a:lnTo>
                <a:lnTo>
                  <a:pt x="711" y="923"/>
                </a:lnTo>
                <a:lnTo>
                  <a:pt x="729" y="919"/>
                </a:lnTo>
                <a:lnTo>
                  <a:pt x="746" y="916"/>
                </a:lnTo>
                <a:lnTo>
                  <a:pt x="764" y="911"/>
                </a:lnTo>
                <a:lnTo>
                  <a:pt x="781" y="907"/>
                </a:lnTo>
                <a:lnTo>
                  <a:pt x="798" y="901"/>
                </a:lnTo>
                <a:lnTo>
                  <a:pt x="815" y="896"/>
                </a:lnTo>
                <a:lnTo>
                  <a:pt x="831" y="890"/>
                </a:lnTo>
                <a:lnTo>
                  <a:pt x="848" y="883"/>
                </a:lnTo>
                <a:lnTo>
                  <a:pt x="864" y="877"/>
                </a:lnTo>
                <a:lnTo>
                  <a:pt x="880" y="869"/>
                </a:lnTo>
                <a:lnTo>
                  <a:pt x="895" y="862"/>
                </a:lnTo>
                <a:lnTo>
                  <a:pt x="910" y="854"/>
                </a:lnTo>
                <a:lnTo>
                  <a:pt x="925" y="845"/>
                </a:lnTo>
                <a:lnTo>
                  <a:pt x="940" y="837"/>
                </a:lnTo>
                <a:lnTo>
                  <a:pt x="954" y="827"/>
                </a:lnTo>
                <a:lnTo>
                  <a:pt x="968" y="818"/>
                </a:lnTo>
                <a:lnTo>
                  <a:pt x="981" y="808"/>
                </a:lnTo>
                <a:lnTo>
                  <a:pt x="994" y="798"/>
                </a:lnTo>
                <a:lnTo>
                  <a:pt x="1007" y="787"/>
                </a:lnTo>
                <a:lnTo>
                  <a:pt x="1019" y="777"/>
                </a:lnTo>
                <a:lnTo>
                  <a:pt x="1031" y="766"/>
                </a:lnTo>
                <a:lnTo>
                  <a:pt x="1042" y="754"/>
                </a:lnTo>
                <a:lnTo>
                  <a:pt x="1053" y="742"/>
                </a:lnTo>
                <a:lnTo>
                  <a:pt x="1064" y="731"/>
                </a:lnTo>
                <a:lnTo>
                  <a:pt x="1074" y="718"/>
                </a:lnTo>
                <a:lnTo>
                  <a:pt x="1083" y="706"/>
                </a:lnTo>
                <a:lnTo>
                  <a:pt x="1092" y="693"/>
                </a:lnTo>
                <a:lnTo>
                  <a:pt x="1101" y="680"/>
                </a:lnTo>
                <a:lnTo>
                  <a:pt x="1109" y="667"/>
                </a:lnTo>
                <a:lnTo>
                  <a:pt x="1116" y="654"/>
                </a:lnTo>
                <a:lnTo>
                  <a:pt x="1123" y="640"/>
                </a:lnTo>
                <a:lnTo>
                  <a:pt x="1130" y="627"/>
                </a:lnTo>
                <a:lnTo>
                  <a:pt x="1136" y="613"/>
                </a:lnTo>
                <a:lnTo>
                  <a:pt x="1141" y="599"/>
                </a:lnTo>
                <a:lnTo>
                  <a:pt x="1146" y="585"/>
                </a:lnTo>
                <a:lnTo>
                  <a:pt x="1150" y="571"/>
                </a:lnTo>
                <a:lnTo>
                  <a:pt x="1154" y="556"/>
                </a:lnTo>
                <a:lnTo>
                  <a:pt x="1157" y="542"/>
                </a:lnTo>
                <a:lnTo>
                  <a:pt x="1159" y="527"/>
                </a:lnTo>
                <a:lnTo>
                  <a:pt x="1161" y="512"/>
                </a:lnTo>
                <a:lnTo>
                  <a:pt x="1163" y="498"/>
                </a:lnTo>
                <a:lnTo>
                  <a:pt x="1164" y="483"/>
                </a:lnTo>
                <a:lnTo>
                  <a:pt x="1164" y="468"/>
                </a:lnTo>
                <a:moveTo>
                  <a:pt x="1169" y="468"/>
                </a:moveTo>
                <a:lnTo>
                  <a:pt x="1168" y="483"/>
                </a:lnTo>
                <a:lnTo>
                  <a:pt x="1167" y="498"/>
                </a:lnTo>
                <a:lnTo>
                  <a:pt x="1166" y="512"/>
                </a:lnTo>
                <a:lnTo>
                  <a:pt x="1164" y="527"/>
                </a:lnTo>
                <a:lnTo>
                  <a:pt x="1161" y="543"/>
                </a:lnTo>
                <a:lnTo>
                  <a:pt x="1158" y="557"/>
                </a:lnTo>
                <a:lnTo>
                  <a:pt x="1155" y="572"/>
                </a:lnTo>
                <a:lnTo>
                  <a:pt x="1150" y="586"/>
                </a:lnTo>
                <a:lnTo>
                  <a:pt x="1145" y="600"/>
                </a:lnTo>
                <a:lnTo>
                  <a:pt x="1140" y="614"/>
                </a:lnTo>
                <a:lnTo>
                  <a:pt x="1134" y="628"/>
                </a:lnTo>
                <a:lnTo>
                  <a:pt x="1128" y="642"/>
                </a:lnTo>
                <a:lnTo>
                  <a:pt x="1121" y="655"/>
                </a:lnTo>
                <a:lnTo>
                  <a:pt x="1113" y="669"/>
                </a:lnTo>
                <a:lnTo>
                  <a:pt x="1105" y="682"/>
                </a:lnTo>
                <a:lnTo>
                  <a:pt x="1096" y="695"/>
                </a:lnTo>
                <a:lnTo>
                  <a:pt x="1087" y="708"/>
                </a:lnTo>
                <a:lnTo>
                  <a:pt x="1078" y="720"/>
                </a:lnTo>
                <a:lnTo>
                  <a:pt x="1068" y="733"/>
                </a:lnTo>
                <a:lnTo>
                  <a:pt x="1057" y="745"/>
                </a:lnTo>
                <a:lnTo>
                  <a:pt x="1046" y="756"/>
                </a:lnTo>
                <a:lnTo>
                  <a:pt x="1035" y="768"/>
                </a:lnTo>
                <a:lnTo>
                  <a:pt x="1023" y="779"/>
                </a:lnTo>
                <a:lnTo>
                  <a:pt x="1010" y="790"/>
                </a:lnTo>
                <a:lnTo>
                  <a:pt x="998" y="801"/>
                </a:lnTo>
                <a:lnTo>
                  <a:pt x="984" y="811"/>
                </a:lnTo>
                <a:lnTo>
                  <a:pt x="971" y="821"/>
                </a:lnTo>
                <a:lnTo>
                  <a:pt x="957" y="830"/>
                </a:lnTo>
                <a:lnTo>
                  <a:pt x="943" y="839"/>
                </a:lnTo>
                <a:lnTo>
                  <a:pt x="928" y="848"/>
                </a:lnTo>
                <a:lnTo>
                  <a:pt x="913" y="857"/>
                </a:lnTo>
                <a:lnTo>
                  <a:pt x="898" y="865"/>
                </a:lnTo>
                <a:lnTo>
                  <a:pt x="882" y="872"/>
                </a:lnTo>
                <a:lnTo>
                  <a:pt x="866" y="880"/>
                </a:lnTo>
                <a:lnTo>
                  <a:pt x="850" y="887"/>
                </a:lnTo>
                <a:lnTo>
                  <a:pt x="833" y="893"/>
                </a:lnTo>
                <a:lnTo>
                  <a:pt x="817" y="899"/>
                </a:lnTo>
                <a:lnTo>
                  <a:pt x="800" y="905"/>
                </a:lnTo>
                <a:lnTo>
                  <a:pt x="783" y="910"/>
                </a:lnTo>
                <a:lnTo>
                  <a:pt x="765" y="915"/>
                </a:lnTo>
                <a:lnTo>
                  <a:pt x="748" y="919"/>
                </a:lnTo>
                <a:lnTo>
                  <a:pt x="730" y="923"/>
                </a:lnTo>
                <a:lnTo>
                  <a:pt x="712" y="926"/>
                </a:lnTo>
                <a:lnTo>
                  <a:pt x="694" y="929"/>
                </a:lnTo>
                <a:lnTo>
                  <a:pt x="676" y="932"/>
                </a:lnTo>
                <a:lnTo>
                  <a:pt x="658" y="934"/>
                </a:lnTo>
                <a:lnTo>
                  <a:pt x="640" y="936"/>
                </a:lnTo>
                <a:lnTo>
                  <a:pt x="621" y="937"/>
                </a:lnTo>
                <a:lnTo>
                  <a:pt x="603" y="937"/>
                </a:lnTo>
                <a:lnTo>
                  <a:pt x="585" y="938"/>
                </a:lnTo>
                <a:lnTo>
                  <a:pt x="566" y="937"/>
                </a:lnTo>
                <a:lnTo>
                  <a:pt x="548" y="937"/>
                </a:lnTo>
                <a:lnTo>
                  <a:pt x="530" y="936"/>
                </a:lnTo>
                <a:lnTo>
                  <a:pt x="512" y="934"/>
                </a:lnTo>
                <a:lnTo>
                  <a:pt x="493" y="932"/>
                </a:lnTo>
                <a:lnTo>
                  <a:pt x="475" y="929"/>
                </a:lnTo>
                <a:lnTo>
                  <a:pt x="457" y="926"/>
                </a:lnTo>
                <a:lnTo>
                  <a:pt x="440" y="923"/>
                </a:lnTo>
                <a:lnTo>
                  <a:pt x="422" y="919"/>
                </a:lnTo>
                <a:lnTo>
                  <a:pt x="404" y="915"/>
                </a:lnTo>
                <a:lnTo>
                  <a:pt x="387" y="910"/>
                </a:lnTo>
                <a:lnTo>
                  <a:pt x="370" y="905"/>
                </a:lnTo>
                <a:lnTo>
                  <a:pt x="353" y="899"/>
                </a:lnTo>
                <a:lnTo>
                  <a:pt x="336" y="893"/>
                </a:lnTo>
                <a:lnTo>
                  <a:pt x="320" y="887"/>
                </a:lnTo>
                <a:lnTo>
                  <a:pt x="304" y="880"/>
                </a:lnTo>
                <a:lnTo>
                  <a:pt x="288" y="872"/>
                </a:lnTo>
                <a:lnTo>
                  <a:pt x="272" y="865"/>
                </a:lnTo>
                <a:lnTo>
                  <a:pt x="257" y="857"/>
                </a:lnTo>
                <a:lnTo>
                  <a:pt x="242" y="848"/>
                </a:lnTo>
                <a:lnTo>
                  <a:pt x="227" y="839"/>
                </a:lnTo>
                <a:lnTo>
                  <a:pt x="213" y="830"/>
                </a:lnTo>
                <a:lnTo>
                  <a:pt x="199" y="821"/>
                </a:lnTo>
                <a:lnTo>
                  <a:pt x="185" y="811"/>
                </a:lnTo>
                <a:lnTo>
                  <a:pt x="171" y="801"/>
                </a:lnTo>
                <a:lnTo>
                  <a:pt x="158" y="790"/>
                </a:lnTo>
                <a:lnTo>
                  <a:pt x="146" y="779"/>
                </a:lnTo>
                <a:lnTo>
                  <a:pt x="134" y="768"/>
                </a:lnTo>
                <a:lnTo>
                  <a:pt x="122" y="756"/>
                </a:lnTo>
                <a:lnTo>
                  <a:pt x="111" y="745"/>
                </a:lnTo>
                <a:lnTo>
                  <a:pt x="101" y="733"/>
                </a:lnTo>
                <a:lnTo>
                  <a:pt x="91" y="720"/>
                </a:lnTo>
                <a:lnTo>
                  <a:pt x="81" y="708"/>
                </a:lnTo>
                <a:lnTo>
                  <a:pt x="72" y="695"/>
                </a:lnTo>
                <a:lnTo>
                  <a:pt x="64" y="682"/>
                </a:lnTo>
                <a:lnTo>
                  <a:pt x="56" y="669"/>
                </a:lnTo>
                <a:lnTo>
                  <a:pt x="48" y="655"/>
                </a:lnTo>
                <a:lnTo>
                  <a:pt x="41" y="642"/>
                </a:lnTo>
                <a:lnTo>
                  <a:pt x="34" y="628"/>
                </a:lnTo>
                <a:lnTo>
                  <a:pt x="29" y="614"/>
                </a:lnTo>
                <a:lnTo>
                  <a:pt x="23" y="600"/>
                </a:lnTo>
                <a:lnTo>
                  <a:pt x="18" y="586"/>
                </a:lnTo>
                <a:lnTo>
                  <a:pt x="14" y="572"/>
                </a:lnTo>
                <a:lnTo>
                  <a:pt x="10" y="557"/>
                </a:lnTo>
                <a:lnTo>
                  <a:pt x="7" y="543"/>
                </a:lnTo>
                <a:lnTo>
                  <a:pt x="5" y="527"/>
                </a:lnTo>
                <a:lnTo>
                  <a:pt x="3" y="512"/>
                </a:lnTo>
                <a:lnTo>
                  <a:pt x="1" y="498"/>
                </a:lnTo>
                <a:lnTo>
                  <a:pt x="0" y="483"/>
                </a:lnTo>
                <a:lnTo>
                  <a:pt x="0" y="468"/>
                </a:lnTo>
                <a:lnTo>
                  <a:pt x="0" y="454"/>
                </a:lnTo>
                <a:lnTo>
                  <a:pt x="1" y="439"/>
                </a:lnTo>
                <a:lnTo>
                  <a:pt x="3" y="424"/>
                </a:lnTo>
                <a:lnTo>
                  <a:pt x="5" y="410"/>
                </a:lnTo>
                <a:lnTo>
                  <a:pt x="7" y="395"/>
                </a:lnTo>
                <a:lnTo>
                  <a:pt x="10" y="381"/>
                </a:lnTo>
                <a:lnTo>
                  <a:pt x="14" y="366"/>
                </a:lnTo>
                <a:lnTo>
                  <a:pt x="18" y="352"/>
                </a:lnTo>
                <a:lnTo>
                  <a:pt x="23" y="338"/>
                </a:lnTo>
                <a:lnTo>
                  <a:pt x="29" y="324"/>
                </a:lnTo>
                <a:lnTo>
                  <a:pt x="34" y="310"/>
                </a:lnTo>
                <a:lnTo>
                  <a:pt x="41" y="296"/>
                </a:lnTo>
                <a:lnTo>
                  <a:pt x="48" y="282"/>
                </a:lnTo>
                <a:lnTo>
                  <a:pt x="56" y="269"/>
                </a:lnTo>
                <a:lnTo>
                  <a:pt x="64" y="256"/>
                </a:lnTo>
                <a:lnTo>
                  <a:pt x="72" y="243"/>
                </a:lnTo>
                <a:lnTo>
                  <a:pt x="81" y="230"/>
                </a:lnTo>
                <a:lnTo>
                  <a:pt x="91" y="217"/>
                </a:lnTo>
                <a:lnTo>
                  <a:pt x="101" y="205"/>
                </a:lnTo>
                <a:lnTo>
                  <a:pt x="111" y="193"/>
                </a:lnTo>
                <a:lnTo>
                  <a:pt x="122" y="181"/>
                </a:lnTo>
                <a:lnTo>
                  <a:pt x="134" y="170"/>
                </a:lnTo>
                <a:lnTo>
                  <a:pt x="146" y="159"/>
                </a:lnTo>
                <a:lnTo>
                  <a:pt x="158" y="148"/>
                </a:lnTo>
                <a:lnTo>
                  <a:pt x="171" y="137"/>
                </a:lnTo>
                <a:lnTo>
                  <a:pt x="185" y="127"/>
                </a:lnTo>
                <a:lnTo>
                  <a:pt x="199" y="117"/>
                </a:lnTo>
                <a:lnTo>
                  <a:pt x="213" y="108"/>
                </a:lnTo>
                <a:lnTo>
                  <a:pt x="227" y="98"/>
                </a:lnTo>
                <a:lnTo>
                  <a:pt x="242" y="89"/>
                </a:lnTo>
                <a:lnTo>
                  <a:pt x="257" y="81"/>
                </a:lnTo>
                <a:lnTo>
                  <a:pt x="272" y="73"/>
                </a:lnTo>
                <a:lnTo>
                  <a:pt x="288" y="65"/>
                </a:lnTo>
                <a:lnTo>
                  <a:pt x="304" y="58"/>
                </a:lnTo>
                <a:lnTo>
                  <a:pt x="320" y="51"/>
                </a:lnTo>
                <a:lnTo>
                  <a:pt x="336" y="45"/>
                </a:lnTo>
                <a:lnTo>
                  <a:pt x="353" y="39"/>
                </a:lnTo>
                <a:lnTo>
                  <a:pt x="370" y="33"/>
                </a:lnTo>
                <a:lnTo>
                  <a:pt x="387" y="28"/>
                </a:lnTo>
                <a:lnTo>
                  <a:pt x="404" y="23"/>
                </a:lnTo>
                <a:lnTo>
                  <a:pt x="422" y="19"/>
                </a:lnTo>
                <a:lnTo>
                  <a:pt x="440" y="15"/>
                </a:lnTo>
                <a:lnTo>
                  <a:pt x="457" y="11"/>
                </a:lnTo>
                <a:lnTo>
                  <a:pt x="475" y="8"/>
                </a:lnTo>
                <a:lnTo>
                  <a:pt x="493" y="6"/>
                </a:lnTo>
                <a:lnTo>
                  <a:pt x="512" y="4"/>
                </a:lnTo>
                <a:lnTo>
                  <a:pt x="530" y="2"/>
                </a:lnTo>
                <a:lnTo>
                  <a:pt x="548" y="1"/>
                </a:lnTo>
                <a:lnTo>
                  <a:pt x="566" y="0"/>
                </a:lnTo>
                <a:lnTo>
                  <a:pt x="585" y="0"/>
                </a:lnTo>
                <a:lnTo>
                  <a:pt x="603" y="0"/>
                </a:lnTo>
                <a:lnTo>
                  <a:pt x="621" y="1"/>
                </a:lnTo>
                <a:lnTo>
                  <a:pt x="640" y="2"/>
                </a:lnTo>
                <a:lnTo>
                  <a:pt x="658" y="4"/>
                </a:lnTo>
                <a:lnTo>
                  <a:pt x="676" y="6"/>
                </a:lnTo>
                <a:lnTo>
                  <a:pt x="694" y="8"/>
                </a:lnTo>
                <a:lnTo>
                  <a:pt x="712" y="11"/>
                </a:lnTo>
                <a:lnTo>
                  <a:pt x="730" y="15"/>
                </a:lnTo>
                <a:lnTo>
                  <a:pt x="748" y="19"/>
                </a:lnTo>
                <a:lnTo>
                  <a:pt x="765" y="23"/>
                </a:lnTo>
                <a:lnTo>
                  <a:pt x="783" y="28"/>
                </a:lnTo>
                <a:lnTo>
                  <a:pt x="800" y="33"/>
                </a:lnTo>
                <a:lnTo>
                  <a:pt x="817" y="39"/>
                </a:lnTo>
                <a:lnTo>
                  <a:pt x="833" y="45"/>
                </a:lnTo>
                <a:lnTo>
                  <a:pt x="850" y="51"/>
                </a:lnTo>
                <a:lnTo>
                  <a:pt x="866" y="58"/>
                </a:lnTo>
                <a:lnTo>
                  <a:pt x="882" y="65"/>
                </a:lnTo>
                <a:lnTo>
                  <a:pt x="898" y="73"/>
                </a:lnTo>
                <a:lnTo>
                  <a:pt x="913" y="81"/>
                </a:lnTo>
                <a:lnTo>
                  <a:pt x="928" y="89"/>
                </a:lnTo>
                <a:lnTo>
                  <a:pt x="943" y="98"/>
                </a:lnTo>
                <a:lnTo>
                  <a:pt x="957" y="108"/>
                </a:lnTo>
                <a:lnTo>
                  <a:pt x="971" y="117"/>
                </a:lnTo>
                <a:lnTo>
                  <a:pt x="984" y="127"/>
                </a:lnTo>
                <a:lnTo>
                  <a:pt x="998" y="137"/>
                </a:lnTo>
                <a:lnTo>
                  <a:pt x="1010" y="148"/>
                </a:lnTo>
                <a:lnTo>
                  <a:pt x="1023" y="159"/>
                </a:lnTo>
                <a:lnTo>
                  <a:pt x="1035" y="170"/>
                </a:lnTo>
                <a:lnTo>
                  <a:pt x="1046" y="181"/>
                </a:lnTo>
                <a:lnTo>
                  <a:pt x="1057" y="193"/>
                </a:lnTo>
                <a:lnTo>
                  <a:pt x="1068" y="205"/>
                </a:lnTo>
                <a:lnTo>
                  <a:pt x="1078" y="217"/>
                </a:lnTo>
                <a:lnTo>
                  <a:pt x="1087" y="230"/>
                </a:lnTo>
                <a:lnTo>
                  <a:pt x="1096" y="243"/>
                </a:lnTo>
                <a:lnTo>
                  <a:pt x="1105" y="256"/>
                </a:lnTo>
                <a:lnTo>
                  <a:pt x="1113" y="269"/>
                </a:lnTo>
                <a:lnTo>
                  <a:pt x="1121" y="282"/>
                </a:lnTo>
                <a:lnTo>
                  <a:pt x="1128" y="296"/>
                </a:lnTo>
                <a:lnTo>
                  <a:pt x="1134" y="310"/>
                </a:lnTo>
                <a:lnTo>
                  <a:pt x="1140" y="324"/>
                </a:lnTo>
                <a:lnTo>
                  <a:pt x="1145" y="338"/>
                </a:lnTo>
                <a:lnTo>
                  <a:pt x="1150" y="352"/>
                </a:lnTo>
                <a:lnTo>
                  <a:pt x="1155" y="366"/>
                </a:lnTo>
                <a:lnTo>
                  <a:pt x="1158" y="381"/>
                </a:lnTo>
                <a:lnTo>
                  <a:pt x="1161" y="395"/>
                </a:lnTo>
                <a:lnTo>
                  <a:pt x="1164" y="410"/>
                </a:lnTo>
                <a:lnTo>
                  <a:pt x="1166" y="424"/>
                </a:lnTo>
                <a:lnTo>
                  <a:pt x="1167" y="439"/>
                </a:lnTo>
                <a:lnTo>
                  <a:pt x="1168" y="454"/>
                </a:lnTo>
                <a:lnTo>
                  <a:pt x="1169" y="468"/>
                </a:lnTo>
                <a:close/>
              </a:path>
            </a:pathLst>
          </a:custGeom>
          <a:solidFill>
            <a:srgbClr val="ff99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2" name=""/>
          <p:cNvSpPr/>
          <p:nvPr/>
        </p:nvSpPr>
        <p:spPr>
          <a:xfrm>
            <a:off x="4766760" y="1657800"/>
            <a:ext cx="424080" cy="340200"/>
          </a:xfrm>
          <a:custGeom>
            <a:avLst/>
            <a:gdLst/>
            <a:ahLst/>
            <a:rect l="0" t="0" r="r" b="b"/>
            <a:pathLst>
              <a:path w="1178" h="945">
                <a:moveTo>
                  <a:pt x="1174" y="472"/>
                </a:moveTo>
                <a:lnTo>
                  <a:pt x="1173" y="458"/>
                </a:lnTo>
                <a:lnTo>
                  <a:pt x="1172" y="443"/>
                </a:lnTo>
                <a:lnTo>
                  <a:pt x="1171" y="428"/>
                </a:lnTo>
                <a:lnTo>
                  <a:pt x="1169" y="414"/>
                </a:lnTo>
                <a:lnTo>
                  <a:pt x="1166" y="399"/>
                </a:lnTo>
                <a:lnTo>
                  <a:pt x="1163" y="385"/>
                </a:lnTo>
                <a:lnTo>
                  <a:pt x="1160" y="370"/>
                </a:lnTo>
                <a:lnTo>
                  <a:pt x="1155" y="356"/>
                </a:lnTo>
                <a:lnTo>
                  <a:pt x="1150" y="342"/>
                </a:lnTo>
                <a:lnTo>
                  <a:pt x="1145" y="328"/>
                </a:lnTo>
                <a:lnTo>
                  <a:pt x="1139" y="314"/>
                </a:lnTo>
                <a:lnTo>
                  <a:pt x="1133" y="300"/>
                </a:lnTo>
                <a:lnTo>
                  <a:pt x="1126" y="286"/>
                </a:lnTo>
                <a:lnTo>
                  <a:pt x="1118" y="273"/>
                </a:lnTo>
                <a:lnTo>
                  <a:pt x="1110" y="260"/>
                </a:lnTo>
                <a:lnTo>
                  <a:pt x="1101" y="247"/>
                </a:lnTo>
                <a:lnTo>
                  <a:pt x="1092" y="234"/>
                </a:lnTo>
                <a:lnTo>
                  <a:pt x="1083" y="221"/>
                </a:lnTo>
                <a:lnTo>
                  <a:pt x="1073" y="209"/>
                </a:lnTo>
                <a:lnTo>
                  <a:pt x="1062" y="197"/>
                </a:lnTo>
                <a:lnTo>
                  <a:pt x="1051" y="185"/>
                </a:lnTo>
                <a:lnTo>
                  <a:pt x="1040" y="174"/>
                </a:lnTo>
                <a:lnTo>
                  <a:pt x="1028" y="163"/>
                </a:lnTo>
                <a:lnTo>
                  <a:pt x="1015" y="152"/>
                </a:lnTo>
                <a:lnTo>
                  <a:pt x="1003" y="141"/>
                </a:lnTo>
                <a:lnTo>
                  <a:pt x="989" y="131"/>
                </a:lnTo>
                <a:lnTo>
                  <a:pt x="976" y="121"/>
                </a:lnTo>
                <a:lnTo>
                  <a:pt x="962" y="112"/>
                </a:lnTo>
                <a:lnTo>
                  <a:pt x="948" y="102"/>
                </a:lnTo>
                <a:lnTo>
                  <a:pt x="933" y="93"/>
                </a:lnTo>
                <a:lnTo>
                  <a:pt x="918" y="85"/>
                </a:lnTo>
                <a:lnTo>
                  <a:pt x="903" y="77"/>
                </a:lnTo>
                <a:lnTo>
                  <a:pt x="887" y="69"/>
                </a:lnTo>
                <a:lnTo>
                  <a:pt x="871" y="62"/>
                </a:lnTo>
                <a:lnTo>
                  <a:pt x="855" y="55"/>
                </a:lnTo>
                <a:lnTo>
                  <a:pt x="838" y="49"/>
                </a:lnTo>
                <a:lnTo>
                  <a:pt x="822" y="43"/>
                </a:lnTo>
                <a:lnTo>
                  <a:pt x="805" y="37"/>
                </a:lnTo>
                <a:lnTo>
                  <a:pt x="788" y="32"/>
                </a:lnTo>
                <a:lnTo>
                  <a:pt x="770" y="27"/>
                </a:lnTo>
                <a:lnTo>
                  <a:pt x="753" y="23"/>
                </a:lnTo>
                <a:lnTo>
                  <a:pt x="735" y="19"/>
                </a:lnTo>
                <a:lnTo>
                  <a:pt x="717" y="15"/>
                </a:lnTo>
                <a:lnTo>
                  <a:pt x="699" y="12"/>
                </a:lnTo>
                <a:lnTo>
                  <a:pt x="681" y="10"/>
                </a:lnTo>
                <a:lnTo>
                  <a:pt x="663" y="8"/>
                </a:lnTo>
                <a:lnTo>
                  <a:pt x="645" y="6"/>
                </a:lnTo>
                <a:lnTo>
                  <a:pt x="626" y="5"/>
                </a:lnTo>
                <a:lnTo>
                  <a:pt x="608" y="4"/>
                </a:lnTo>
                <a:lnTo>
                  <a:pt x="590" y="4"/>
                </a:lnTo>
                <a:lnTo>
                  <a:pt x="571" y="4"/>
                </a:lnTo>
                <a:lnTo>
                  <a:pt x="553" y="5"/>
                </a:lnTo>
                <a:lnTo>
                  <a:pt x="535" y="6"/>
                </a:lnTo>
                <a:lnTo>
                  <a:pt x="517" y="8"/>
                </a:lnTo>
                <a:lnTo>
                  <a:pt x="498" y="10"/>
                </a:lnTo>
                <a:lnTo>
                  <a:pt x="480" y="12"/>
                </a:lnTo>
                <a:lnTo>
                  <a:pt x="462" y="15"/>
                </a:lnTo>
                <a:lnTo>
                  <a:pt x="445" y="19"/>
                </a:lnTo>
                <a:lnTo>
                  <a:pt x="427" y="23"/>
                </a:lnTo>
                <a:lnTo>
                  <a:pt x="409" y="27"/>
                </a:lnTo>
                <a:lnTo>
                  <a:pt x="392" y="32"/>
                </a:lnTo>
                <a:lnTo>
                  <a:pt x="375" y="37"/>
                </a:lnTo>
                <a:lnTo>
                  <a:pt x="358" y="43"/>
                </a:lnTo>
                <a:lnTo>
                  <a:pt x="341" y="49"/>
                </a:lnTo>
                <a:lnTo>
                  <a:pt x="325" y="55"/>
                </a:lnTo>
                <a:lnTo>
                  <a:pt x="309" y="62"/>
                </a:lnTo>
                <a:lnTo>
                  <a:pt x="293" y="69"/>
                </a:lnTo>
                <a:lnTo>
                  <a:pt x="276" y="77"/>
                </a:lnTo>
                <a:lnTo>
                  <a:pt x="261" y="85"/>
                </a:lnTo>
                <a:lnTo>
                  <a:pt x="246" y="93"/>
                </a:lnTo>
                <a:lnTo>
                  <a:pt x="231" y="102"/>
                </a:lnTo>
                <a:lnTo>
                  <a:pt x="217" y="112"/>
                </a:lnTo>
                <a:lnTo>
                  <a:pt x="203" y="121"/>
                </a:lnTo>
                <a:lnTo>
                  <a:pt x="189" y="131"/>
                </a:lnTo>
                <a:lnTo>
                  <a:pt x="176" y="141"/>
                </a:lnTo>
                <a:lnTo>
                  <a:pt x="163" y="152"/>
                </a:lnTo>
                <a:lnTo>
                  <a:pt x="151" y="163"/>
                </a:lnTo>
                <a:lnTo>
                  <a:pt x="139" y="174"/>
                </a:lnTo>
                <a:lnTo>
                  <a:pt x="127" y="185"/>
                </a:lnTo>
                <a:lnTo>
                  <a:pt x="116" y="197"/>
                </a:lnTo>
                <a:lnTo>
                  <a:pt x="106" y="209"/>
                </a:lnTo>
                <a:lnTo>
                  <a:pt x="96" y="221"/>
                </a:lnTo>
                <a:lnTo>
                  <a:pt x="86" y="234"/>
                </a:lnTo>
                <a:lnTo>
                  <a:pt x="77" y="247"/>
                </a:lnTo>
                <a:lnTo>
                  <a:pt x="69" y="260"/>
                </a:lnTo>
                <a:lnTo>
                  <a:pt x="61" y="273"/>
                </a:lnTo>
                <a:lnTo>
                  <a:pt x="53" y="286"/>
                </a:lnTo>
                <a:lnTo>
                  <a:pt x="46" y="300"/>
                </a:lnTo>
                <a:lnTo>
                  <a:pt x="39" y="314"/>
                </a:lnTo>
                <a:lnTo>
                  <a:pt x="34" y="328"/>
                </a:lnTo>
                <a:lnTo>
                  <a:pt x="28" y="342"/>
                </a:lnTo>
                <a:lnTo>
                  <a:pt x="23" y="356"/>
                </a:lnTo>
                <a:lnTo>
                  <a:pt x="19" y="370"/>
                </a:lnTo>
                <a:lnTo>
                  <a:pt x="15" y="385"/>
                </a:lnTo>
                <a:lnTo>
                  <a:pt x="12" y="399"/>
                </a:lnTo>
                <a:lnTo>
                  <a:pt x="10" y="414"/>
                </a:lnTo>
                <a:lnTo>
                  <a:pt x="8" y="428"/>
                </a:lnTo>
                <a:lnTo>
                  <a:pt x="6" y="443"/>
                </a:lnTo>
                <a:lnTo>
                  <a:pt x="5" y="458"/>
                </a:lnTo>
                <a:lnTo>
                  <a:pt x="5" y="472"/>
                </a:lnTo>
                <a:lnTo>
                  <a:pt x="5" y="487"/>
                </a:lnTo>
                <a:lnTo>
                  <a:pt x="6" y="502"/>
                </a:lnTo>
                <a:lnTo>
                  <a:pt x="8" y="516"/>
                </a:lnTo>
                <a:lnTo>
                  <a:pt x="10" y="531"/>
                </a:lnTo>
                <a:lnTo>
                  <a:pt x="12" y="546"/>
                </a:lnTo>
                <a:lnTo>
                  <a:pt x="15" y="560"/>
                </a:lnTo>
                <a:lnTo>
                  <a:pt x="19" y="575"/>
                </a:lnTo>
                <a:lnTo>
                  <a:pt x="23" y="590"/>
                </a:lnTo>
                <a:lnTo>
                  <a:pt x="28" y="604"/>
                </a:lnTo>
                <a:lnTo>
                  <a:pt x="34" y="618"/>
                </a:lnTo>
                <a:lnTo>
                  <a:pt x="39" y="632"/>
                </a:lnTo>
                <a:lnTo>
                  <a:pt x="46" y="646"/>
                </a:lnTo>
                <a:lnTo>
                  <a:pt x="53" y="659"/>
                </a:lnTo>
                <a:lnTo>
                  <a:pt x="61" y="673"/>
                </a:lnTo>
                <a:lnTo>
                  <a:pt x="69" y="686"/>
                </a:lnTo>
                <a:lnTo>
                  <a:pt x="77" y="699"/>
                </a:lnTo>
                <a:lnTo>
                  <a:pt x="86" y="712"/>
                </a:lnTo>
                <a:lnTo>
                  <a:pt x="96" y="724"/>
                </a:lnTo>
                <a:lnTo>
                  <a:pt x="106" y="737"/>
                </a:lnTo>
                <a:lnTo>
                  <a:pt x="116" y="749"/>
                </a:lnTo>
                <a:lnTo>
                  <a:pt x="127" y="760"/>
                </a:lnTo>
                <a:lnTo>
                  <a:pt x="139" y="772"/>
                </a:lnTo>
                <a:lnTo>
                  <a:pt x="151" y="783"/>
                </a:lnTo>
                <a:lnTo>
                  <a:pt x="163" y="794"/>
                </a:lnTo>
                <a:lnTo>
                  <a:pt x="176" y="805"/>
                </a:lnTo>
                <a:lnTo>
                  <a:pt x="189" y="815"/>
                </a:lnTo>
                <a:lnTo>
                  <a:pt x="203" y="825"/>
                </a:lnTo>
                <a:lnTo>
                  <a:pt x="217" y="834"/>
                </a:lnTo>
                <a:lnTo>
                  <a:pt x="231" y="843"/>
                </a:lnTo>
                <a:lnTo>
                  <a:pt x="246" y="852"/>
                </a:lnTo>
                <a:lnTo>
                  <a:pt x="261" y="861"/>
                </a:lnTo>
                <a:lnTo>
                  <a:pt x="276" y="869"/>
                </a:lnTo>
                <a:lnTo>
                  <a:pt x="293" y="876"/>
                </a:lnTo>
                <a:lnTo>
                  <a:pt x="309" y="884"/>
                </a:lnTo>
                <a:lnTo>
                  <a:pt x="325" y="891"/>
                </a:lnTo>
                <a:lnTo>
                  <a:pt x="341" y="897"/>
                </a:lnTo>
                <a:lnTo>
                  <a:pt x="358" y="903"/>
                </a:lnTo>
                <a:lnTo>
                  <a:pt x="375" y="909"/>
                </a:lnTo>
                <a:lnTo>
                  <a:pt x="392" y="914"/>
                </a:lnTo>
                <a:lnTo>
                  <a:pt x="409" y="919"/>
                </a:lnTo>
                <a:lnTo>
                  <a:pt x="427" y="923"/>
                </a:lnTo>
                <a:lnTo>
                  <a:pt x="445" y="927"/>
                </a:lnTo>
                <a:lnTo>
                  <a:pt x="462" y="930"/>
                </a:lnTo>
                <a:lnTo>
                  <a:pt x="480" y="933"/>
                </a:lnTo>
                <a:lnTo>
                  <a:pt x="498" y="936"/>
                </a:lnTo>
                <a:lnTo>
                  <a:pt x="517" y="938"/>
                </a:lnTo>
                <a:lnTo>
                  <a:pt x="535" y="940"/>
                </a:lnTo>
                <a:lnTo>
                  <a:pt x="553" y="941"/>
                </a:lnTo>
                <a:lnTo>
                  <a:pt x="571" y="941"/>
                </a:lnTo>
                <a:lnTo>
                  <a:pt x="590" y="942"/>
                </a:lnTo>
                <a:lnTo>
                  <a:pt x="608" y="941"/>
                </a:lnTo>
                <a:lnTo>
                  <a:pt x="626" y="941"/>
                </a:lnTo>
                <a:lnTo>
                  <a:pt x="645" y="940"/>
                </a:lnTo>
                <a:lnTo>
                  <a:pt x="663" y="938"/>
                </a:lnTo>
                <a:lnTo>
                  <a:pt x="681" y="936"/>
                </a:lnTo>
                <a:lnTo>
                  <a:pt x="699" y="933"/>
                </a:lnTo>
                <a:lnTo>
                  <a:pt x="717" y="930"/>
                </a:lnTo>
                <a:lnTo>
                  <a:pt x="735" y="927"/>
                </a:lnTo>
                <a:lnTo>
                  <a:pt x="753" y="923"/>
                </a:lnTo>
                <a:lnTo>
                  <a:pt x="770" y="919"/>
                </a:lnTo>
                <a:lnTo>
                  <a:pt x="788" y="914"/>
                </a:lnTo>
                <a:lnTo>
                  <a:pt x="805" y="909"/>
                </a:lnTo>
                <a:lnTo>
                  <a:pt x="822" y="903"/>
                </a:lnTo>
                <a:lnTo>
                  <a:pt x="838" y="897"/>
                </a:lnTo>
                <a:lnTo>
                  <a:pt x="855" y="891"/>
                </a:lnTo>
                <a:lnTo>
                  <a:pt x="871" y="884"/>
                </a:lnTo>
                <a:lnTo>
                  <a:pt x="887" y="876"/>
                </a:lnTo>
                <a:lnTo>
                  <a:pt x="903" y="869"/>
                </a:lnTo>
                <a:lnTo>
                  <a:pt x="918" y="861"/>
                </a:lnTo>
                <a:lnTo>
                  <a:pt x="933" y="852"/>
                </a:lnTo>
                <a:lnTo>
                  <a:pt x="948" y="843"/>
                </a:lnTo>
                <a:lnTo>
                  <a:pt x="962" y="834"/>
                </a:lnTo>
                <a:lnTo>
                  <a:pt x="976" y="825"/>
                </a:lnTo>
                <a:lnTo>
                  <a:pt x="989" y="815"/>
                </a:lnTo>
                <a:lnTo>
                  <a:pt x="1003" y="805"/>
                </a:lnTo>
                <a:lnTo>
                  <a:pt x="1015" y="794"/>
                </a:lnTo>
                <a:lnTo>
                  <a:pt x="1028" y="783"/>
                </a:lnTo>
                <a:lnTo>
                  <a:pt x="1040" y="772"/>
                </a:lnTo>
                <a:lnTo>
                  <a:pt x="1051" y="760"/>
                </a:lnTo>
                <a:lnTo>
                  <a:pt x="1062" y="749"/>
                </a:lnTo>
                <a:lnTo>
                  <a:pt x="1073" y="737"/>
                </a:lnTo>
                <a:lnTo>
                  <a:pt x="1083" y="724"/>
                </a:lnTo>
                <a:lnTo>
                  <a:pt x="1092" y="712"/>
                </a:lnTo>
                <a:lnTo>
                  <a:pt x="1101" y="699"/>
                </a:lnTo>
                <a:lnTo>
                  <a:pt x="1110" y="686"/>
                </a:lnTo>
                <a:lnTo>
                  <a:pt x="1118" y="673"/>
                </a:lnTo>
                <a:lnTo>
                  <a:pt x="1126" y="659"/>
                </a:lnTo>
                <a:lnTo>
                  <a:pt x="1133" y="646"/>
                </a:lnTo>
                <a:lnTo>
                  <a:pt x="1139" y="632"/>
                </a:lnTo>
                <a:lnTo>
                  <a:pt x="1145" y="618"/>
                </a:lnTo>
                <a:lnTo>
                  <a:pt x="1150" y="604"/>
                </a:lnTo>
                <a:lnTo>
                  <a:pt x="1155" y="590"/>
                </a:lnTo>
                <a:lnTo>
                  <a:pt x="1160" y="575"/>
                </a:lnTo>
                <a:lnTo>
                  <a:pt x="1163" y="560"/>
                </a:lnTo>
                <a:lnTo>
                  <a:pt x="1166" y="546"/>
                </a:lnTo>
                <a:lnTo>
                  <a:pt x="1169" y="531"/>
                </a:lnTo>
                <a:lnTo>
                  <a:pt x="1171" y="516"/>
                </a:lnTo>
                <a:lnTo>
                  <a:pt x="1172" y="502"/>
                </a:lnTo>
                <a:lnTo>
                  <a:pt x="1173" y="487"/>
                </a:lnTo>
                <a:lnTo>
                  <a:pt x="1174" y="472"/>
                </a:lnTo>
                <a:moveTo>
                  <a:pt x="1178" y="472"/>
                </a:moveTo>
                <a:lnTo>
                  <a:pt x="1178" y="487"/>
                </a:lnTo>
                <a:lnTo>
                  <a:pt x="1177" y="502"/>
                </a:lnTo>
                <a:lnTo>
                  <a:pt x="1176" y="517"/>
                </a:lnTo>
                <a:lnTo>
                  <a:pt x="1174" y="532"/>
                </a:lnTo>
                <a:lnTo>
                  <a:pt x="1171" y="546"/>
                </a:lnTo>
                <a:lnTo>
                  <a:pt x="1168" y="561"/>
                </a:lnTo>
                <a:lnTo>
                  <a:pt x="1164" y="575"/>
                </a:lnTo>
                <a:lnTo>
                  <a:pt x="1160" y="591"/>
                </a:lnTo>
                <a:lnTo>
                  <a:pt x="1155" y="605"/>
                </a:lnTo>
                <a:lnTo>
                  <a:pt x="1149" y="619"/>
                </a:lnTo>
                <a:lnTo>
                  <a:pt x="1143" y="633"/>
                </a:lnTo>
                <a:lnTo>
                  <a:pt x="1137" y="647"/>
                </a:lnTo>
                <a:lnTo>
                  <a:pt x="1130" y="661"/>
                </a:lnTo>
                <a:lnTo>
                  <a:pt x="1122" y="674"/>
                </a:lnTo>
                <a:lnTo>
                  <a:pt x="1114" y="688"/>
                </a:lnTo>
                <a:lnTo>
                  <a:pt x="1105" y="701"/>
                </a:lnTo>
                <a:lnTo>
                  <a:pt x="1096" y="714"/>
                </a:lnTo>
                <a:lnTo>
                  <a:pt x="1087" y="726"/>
                </a:lnTo>
                <a:lnTo>
                  <a:pt x="1076" y="739"/>
                </a:lnTo>
                <a:lnTo>
                  <a:pt x="1066" y="751"/>
                </a:lnTo>
                <a:lnTo>
                  <a:pt x="1055" y="763"/>
                </a:lnTo>
                <a:lnTo>
                  <a:pt x="1043" y="774"/>
                </a:lnTo>
                <a:lnTo>
                  <a:pt x="1031" y="786"/>
                </a:lnTo>
                <a:lnTo>
                  <a:pt x="1019" y="797"/>
                </a:lnTo>
                <a:lnTo>
                  <a:pt x="1006" y="807"/>
                </a:lnTo>
                <a:lnTo>
                  <a:pt x="993" y="817"/>
                </a:lnTo>
                <a:lnTo>
                  <a:pt x="979" y="827"/>
                </a:lnTo>
                <a:lnTo>
                  <a:pt x="965" y="837"/>
                </a:lnTo>
                <a:lnTo>
                  <a:pt x="950" y="846"/>
                </a:lnTo>
                <a:lnTo>
                  <a:pt x="936" y="855"/>
                </a:lnTo>
                <a:lnTo>
                  <a:pt x="921" y="864"/>
                </a:lnTo>
                <a:lnTo>
                  <a:pt x="905" y="872"/>
                </a:lnTo>
                <a:lnTo>
                  <a:pt x="889" y="880"/>
                </a:lnTo>
                <a:lnTo>
                  <a:pt x="873" y="887"/>
                </a:lnTo>
                <a:lnTo>
                  <a:pt x="857" y="894"/>
                </a:lnTo>
                <a:lnTo>
                  <a:pt x="840" y="900"/>
                </a:lnTo>
                <a:lnTo>
                  <a:pt x="823" y="907"/>
                </a:lnTo>
                <a:lnTo>
                  <a:pt x="806" y="912"/>
                </a:lnTo>
                <a:lnTo>
                  <a:pt x="789" y="917"/>
                </a:lnTo>
                <a:lnTo>
                  <a:pt x="772" y="922"/>
                </a:lnTo>
                <a:lnTo>
                  <a:pt x="754" y="927"/>
                </a:lnTo>
                <a:lnTo>
                  <a:pt x="736" y="931"/>
                </a:lnTo>
                <a:lnTo>
                  <a:pt x="718" y="934"/>
                </a:lnTo>
                <a:lnTo>
                  <a:pt x="700" y="937"/>
                </a:lnTo>
                <a:lnTo>
                  <a:pt x="682" y="940"/>
                </a:lnTo>
                <a:lnTo>
                  <a:pt x="664" y="942"/>
                </a:lnTo>
                <a:lnTo>
                  <a:pt x="645" y="943"/>
                </a:lnTo>
                <a:lnTo>
                  <a:pt x="627" y="944"/>
                </a:lnTo>
                <a:lnTo>
                  <a:pt x="608" y="945"/>
                </a:lnTo>
                <a:lnTo>
                  <a:pt x="590" y="945"/>
                </a:lnTo>
                <a:lnTo>
                  <a:pt x="571" y="945"/>
                </a:lnTo>
                <a:lnTo>
                  <a:pt x="553" y="944"/>
                </a:lnTo>
                <a:lnTo>
                  <a:pt x="534" y="943"/>
                </a:lnTo>
                <a:lnTo>
                  <a:pt x="516" y="942"/>
                </a:lnTo>
                <a:lnTo>
                  <a:pt x="498" y="940"/>
                </a:lnTo>
                <a:lnTo>
                  <a:pt x="480" y="937"/>
                </a:lnTo>
                <a:lnTo>
                  <a:pt x="461" y="934"/>
                </a:lnTo>
                <a:lnTo>
                  <a:pt x="443" y="931"/>
                </a:lnTo>
                <a:lnTo>
                  <a:pt x="426" y="927"/>
                </a:lnTo>
                <a:lnTo>
                  <a:pt x="408" y="922"/>
                </a:lnTo>
                <a:lnTo>
                  <a:pt x="390" y="917"/>
                </a:lnTo>
                <a:lnTo>
                  <a:pt x="373" y="912"/>
                </a:lnTo>
                <a:lnTo>
                  <a:pt x="356" y="907"/>
                </a:lnTo>
                <a:lnTo>
                  <a:pt x="339" y="900"/>
                </a:lnTo>
                <a:lnTo>
                  <a:pt x="323" y="894"/>
                </a:lnTo>
                <a:lnTo>
                  <a:pt x="306" y="887"/>
                </a:lnTo>
                <a:lnTo>
                  <a:pt x="290" y="880"/>
                </a:lnTo>
                <a:lnTo>
                  <a:pt x="274" y="872"/>
                </a:lnTo>
                <a:lnTo>
                  <a:pt x="258" y="864"/>
                </a:lnTo>
                <a:lnTo>
                  <a:pt x="243" y="855"/>
                </a:lnTo>
                <a:lnTo>
                  <a:pt x="228" y="846"/>
                </a:lnTo>
                <a:lnTo>
                  <a:pt x="214" y="837"/>
                </a:lnTo>
                <a:lnTo>
                  <a:pt x="200" y="827"/>
                </a:lnTo>
                <a:lnTo>
                  <a:pt x="186" y="817"/>
                </a:lnTo>
                <a:lnTo>
                  <a:pt x="173" y="807"/>
                </a:lnTo>
                <a:lnTo>
                  <a:pt x="160" y="797"/>
                </a:lnTo>
                <a:lnTo>
                  <a:pt x="147" y="786"/>
                </a:lnTo>
                <a:lnTo>
                  <a:pt x="135" y="774"/>
                </a:lnTo>
                <a:lnTo>
                  <a:pt x="124" y="763"/>
                </a:lnTo>
                <a:lnTo>
                  <a:pt x="113" y="751"/>
                </a:lnTo>
                <a:lnTo>
                  <a:pt x="102" y="739"/>
                </a:lnTo>
                <a:lnTo>
                  <a:pt x="92" y="726"/>
                </a:lnTo>
                <a:lnTo>
                  <a:pt x="82" y="714"/>
                </a:lnTo>
                <a:lnTo>
                  <a:pt x="73" y="701"/>
                </a:lnTo>
                <a:lnTo>
                  <a:pt x="65" y="688"/>
                </a:lnTo>
                <a:lnTo>
                  <a:pt x="56" y="674"/>
                </a:lnTo>
                <a:lnTo>
                  <a:pt x="49" y="661"/>
                </a:lnTo>
                <a:lnTo>
                  <a:pt x="42" y="647"/>
                </a:lnTo>
                <a:lnTo>
                  <a:pt x="35" y="633"/>
                </a:lnTo>
                <a:lnTo>
                  <a:pt x="29" y="619"/>
                </a:lnTo>
                <a:lnTo>
                  <a:pt x="24" y="605"/>
                </a:lnTo>
                <a:lnTo>
                  <a:pt x="19" y="591"/>
                </a:lnTo>
                <a:lnTo>
                  <a:pt x="15" y="575"/>
                </a:lnTo>
                <a:lnTo>
                  <a:pt x="11" y="561"/>
                </a:lnTo>
                <a:lnTo>
                  <a:pt x="8" y="546"/>
                </a:lnTo>
                <a:lnTo>
                  <a:pt x="5" y="532"/>
                </a:lnTo>
                <a:lnTo>
                  <a:pt x="3" y="517"/>
                </a:lnTo>
                <a:lnTo>
                  <a:pt x="2" y="502"/>
                </a:lnTo>
                <a:lnTo>
                  <a:pt x="1" y="487"/>
                </a:lnTo>
                <a:lnTo>
                  <a:pt x="0" y="472"/>
                </a:lnTo>
                <a:lnTo>
                  <a:pt x="1" y="458"/>
                </a:lnTo>
                <a:lnTo>
                  <a:pt x="2" y="443"/>
                </a:lnTo>
                <a:lnTo>
                  <a:pt x="3" y="428"/>
                </a:lnTo>
                <a:lnTo>
                  <a:pt x="5" y="413"/>
                </a:lnTo>
                <a:lnTo>
                  <a:pt x="8" y="399"/>
                </a:lnTo>
                <a:lnTo>
                  <a:pt x="11" y="384"/>
                </a:lnTo>
                <a:lnTo>
                  <a:pt x="15" y="369"/>
                </a:lnTo>
                <a:lnTo>
                  <a:pt x="19" y="355"/>
                </a:lnTo>
                <a:lnTo>
                  <a:pt x="24" y="341"/>
                </a:lnTo>
                <a:lnTo>
                  <a:pt x="29" y="327"/>
                </a:lnTo>
                <a:lnTo>
                  <a:pt x="35" y="312"/>
                </a:lnTo>
                <a:lnTo>
                  <a:pt x="42" y="299"/>
                </a:lnTo>
                <a:lnTo>
                  <a:pt x="49" y="285"/>
                </a:lnTo>
                <a:lnTo>
                  <a:pt x="56" y="271"/>
                </a:lnTo>
                <a:lnTo>
                  <a:pt x="65" y="258"/>
                </a:lnTo>
                <a:lnTo>
                  <a:pt x="73" y="245"/>
                </a:lnTo>
                <a:lnTo>
                  <a:pt x="82" y="232"/>
                </a:lnTo>
                <a:lnTo>
                  <a:pt x="92" y="219"/>
                </a:lnTo>
                <a:lnTo>
                  <a:pt x="102" y="207"/>
                </a:lnTo>
                <a:lnTo>
                  <a:pt x="113" y="195"/>
                </a:lnTo>
                <a:lnTo>
                  <a:pt x="124" y="183"/>
                </a:lnTo>
                <a:lnTo>
                  <a:pt x="135" y="172"/>
                </a:lnTo>
                <a:lnTo>
                  <a:pt x="147" y="160"/>
                </a:lnTo>
                <a:lnTo>
                  <a:pt x="160" y="149"/>
                </a:lnTo>
                <a:lnTo>
                  <a:pt x="173" y="139"/>
                </a:lnTo>
                <a:lnTo>
                  <a:pt x="186" y="128"/>
                </a:lnTo>
                <a:lnTo>
                  <a:pt x="200" y="118"/>
                </a:lnTo>
                <a:lnTo>
                  <a:pt x="214" y="109"/>
                </a:lnTo>
                <a:lnTo>
                  <a:pt x="228" y="99"/>
                </a:lnTo>
                <a:lnTo>
                  <a:pt x="243" y="91"/>
                </a:lnTo>
                <a:lnTo>
                  <a:pt x="258" y="82"/>
                </a:lnTo>
                <a:lnTo>
                  <a:pt x="274" y="74"/>
                </a:lnTo>
                <a:lnTo>
                  <a:pt x="290" y="66"/>
                </a:lnTo>
                <a:lnTo>
                  <a:pt x="306" y="59"/>
                </a:lnTo>
                <a:lnTo>
                  <a:pt x="323" y="52"/>
                </a:lnTo>
                <a:lnTo>
                  <a:pt x="339" y="45"/>
                </a:lnTo>
                <a:lnTo>
                  <a:pt x="356" y="39"/>
                </a:lnTo>
                <a:lnTo>
                  <a:pt x="373" y="34"/>
                </a:lnTo>
                <a:lnTo>
                  <a:pt x="390" y="28"/>
                </a:lnTo>
                <a:lnTo>
                  <a:pt x="408" y="23"/>
                </a:lnTo>
                <a:lnTo>
                  <a:pt x="426" y="19"/>
                </a:lnTo>
                <a:lnTo>
                  <a:pt x="443" y="15"/>
                </a:lnTo>
                <a:lnTo>
                  <a:pt x="461" y="12"/>
                </a:lnTo>
                <a:lnTo>
                  <a:pt x="480" y="9"/>
                </a:lnTo>
                <a:lnTo>
                  <a:pt x="498" y="6"/>
                </a:lnTo>
                <a:lnTo>
                  <a:pt x="516" y="4"/>
                </a:lnTo>
                <a:lnTo>
                  <a:pt x="534" y="2"/>
                </a:lnTo>
                <a:lnTo>
                  <a:pt x="553" y="1"/>
                </a:lnTo>
                <a:lnTo>
                  <a:pt x="571" y="1"/>
                </a:lnTo>
                <a:lnTo>
                  <a:pt x="590" y="0"/>
                </a:lnTo>
                <a:lnTo>
                  <a:pt x="608" y="1"/>
                </a:lnTo>
                <a:lnTo>
                  <a:pt x="627" y="1"/>
                </a:lnTo>
                <a:lnTo>
                  <a:pt x="645" y="2"/>
                </a:lnTo>
                <a:lnTo>
                  <a:pt x="664" y="4"/>
                </a:lnTo>
                <a:lnTo>
                  <a:pt x="682" y="6"/>
                </a:lnTo>
                <a:lnTo>
                  <a:pt x="700" y="9"/>
                </a:lnTo>
                <a:lnTo>
                  <a:pt x="718" y="12"/>
                </a:lnTo>
                <a:lnTo>
                  <a:pt x="736" y="15"/>
                </a:lnTo>
                <a:lnTo>
                  <a:pt x="754" y="19"/>
                </a:lnTo>
                <a:lnTo>
                  <a:pt x="772" y="23"/>
                </a:lnTo>
                <a:lnTo>
                  <a:pt x="789" y="28"/>
                </a:lnTo>
                <a:lnTo>
                  <a:pt x="806" y="34"/>
                </a:lnTo>
                <a:lnTo>
                  <a:pt x="823" y="39"/>
                </a:lnTo>
                <a:lnTo>
                  <a:pt x="840" y="45"/>
                </a:lnTo>
                <a:lnTo>
                  <a:pt x="857" y="52"/>
                </a:lnTo>
                <a:lnTo>
                  <a:pt x="873" y="59"/>
                </a:lnTo>
                <a:lnTo>
                  <a:pt x="889" y="66"/>
                </a:lnTo>
                <a:lnTo>
                  <a:pt x="905" y="74"/>
                </a:lnTo>
                <a:lnTo>
                  <a:pt x="921" y="82"/>
                </a:lnTo>
                <a:lnTo>
                  <a:pt x="936" y="91"/>
                </a:lnTo>
                <a:lnTo>
                  <a:pt x="950" y="99"/>
                </a:lnTo>
                <a:lnTo>
                  <a:pt x="965" y="109"/>
                </a:lnTo>
                <a:lnTo>
                  <a:pt x="979" y="118"/>
                </a:lnTo>
                <a:lnTo>
                  <a:pt x="993" y="128"/>
                </a:lnTo>
                <a:lnTo>
                  <a:pt x="1006" y="139"/>
                </a:lnTo>
                <a:lnTo>
                  <a:pt x="1019" y="149"/>
                </a:lnTo>
                <a:lnTo>
                  <a:pt x="1031" y="160"/>
                </a:lnTo>
                <a:lnTo>
                  <a:pt x="1043" y="172"/>
                </a:lnTo>
                <a:lnTo>
                  <a:pt x="1055" y="183"/>
                </a:lnTo>
                <a:lnTo>
                  <a:pt x="1066" y="195"/>
                </a:lnTo>
                <a:lnTo>
                  <a:pt x="1076" y="207"/>
                </a:lnTo>
                <a:lnTo>
                  <a:pt x="1087" y="219"/>
                </a:lnTo>
                <a:lnTo>
                  <a:pt x="1096" y="232"/>
                </a:lnTo>
                <a:lnTo>
                  <a:pt x="1105" y="245"/>
                </a:lnTo>
                <a:lnTo>
                  <a:pt x="1114" y="258"/>
                </a:lnTo>
                <a:lnTo>
                  <a:pt x="1122" y="271"/>
                </a:lnTo>
                <a:lnTo>
                  <a:pt x="1130" y="285"/>
                </a:lnTo>
                <a:lnTo>
                  <a:pt x="1137" y="299"/>
                </a:lnTo>
                <a:lnTo>
                  <a:pt x="1143" y="312"/>
                </a:lnTo>
                <a:lnTo>
                  <a:pt x="1149" y="327"/>
                </a:lnTo>
                <a:lnTo>
                  <a:pt x="1155" y="341"/>
                </a:lnTo>
                <a:lnTo>
                  <a:pt x="1160" y="355"/>
                </a:lnTo>
                <a:lnTo>
                  <a:pt x="1164" y="369"/>
                </a:lnTo>
                <a:lnTo>
                  <a:pt x="1168" y="384"/>
                </a:lnTo>
                <a:lnTo>
                  <a:pt x="1171" y="399"/>
                </a:lnTo>
                <a:lnTo>
                  <a:pt x="1174" y="413"/>
                </a:lnTo>
                <a:lnTo>
                  <a:pt x="1176" y="428"/>
                </a:lnTo>
                <a:lnTo>
                  <a:pt x="1177" y="443"/>
                </a:lnTo>
                <a:lnTo>
                  <a:pt x="1178" y="458"/>
                </a:lnTo>
                <a:lnTo>
                  <a:pt x="1178" y="472"/>
                </a:lnTo>
                <a:close/>
              </a:path>
            </a:pathLst>
          </a:custGeom>
          <a:solidFill>
            <a:srgbClr val="ff99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3" name=""/>
          <p:cNvSpPr/>
          <p:nvPr/>
        </p:nvSpPr>
        <p:spPr>
          <a:xfrm>
            <a:off x="4978800" y="18277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4" name=""/>
          <p:cNvSpPr/>
          <p:nvPr/>
        </p:nvSpPr>
        <p:spPr>
          <a:xfrm>
            <a:off x="4766760" y="1657800"/>
            <a:ext cx="424080" cy="340200"/>
          </a:xfrm>
          <a:custGeom>
            <a:avLst/>
            <a:gdLst/>
            <a:ahLst/>
            <a:rect l="0" t="0" r="r" b="b"/>
            <a:pathLst>
              <a:path w="1178" h="945">
                <a:moveTo>
                  <a:pt x="0" y="945"/>
                </a:moveTo>
                <a:lnTo>
                  <a:pt x="0" y="0"/>
                </a:lnTo>
                <a:lnTo>
                  <a:pt x="1178" y="0"/>
                </a:lnTo>
                <a:lnTo>
                  <a:pt x="1178" y="945"/>
                </a:lnTo>
                <a:lnTo>
                  <a:pt x="0" y="945"/>
                </a:lnTo>
                <a:moveTo>
                  <a:pt x="1178" y="472"/>
                </a:moveTo>
                <a:lnTo>
                  <a:pt x="1178" y="458"/>
                </a:lnTo>
                <a:lnTo>
                  <a:pt x="1177" y="443"/>
                </a:lnTo>
                <a:lnTo>
                  <a:pt x="1176" y="428"/>
                </a:lnTo>
                <a:lnTo>
                  <a:pt x="1174" y="413"/>
                </a:lnTo>
                <a:lnTo>
                  <a:pt x="1171" y="399"/>
                </a:lnTo>
                <a:lnTo>
                  <a:pt x="1168" y="384"/>
                </a:lnTo>
                <a:lnTo>
                  <a:pt x="1164" y="369"/>
                </a:lnTo>
                <a:lnTo>
                  <a:pt x="1160" y="355"/>
                </a:lnTo>
                <a:lnTo>
                  <a:pt x="1155" y="341"/>
                </a:lnTo>
                <a:lnTo>
                  <a:pt x="1149" y="327"/>
                </a:lnTo>
                <a:lnTo>
                  <a:pt x="1143" y="312"/>
                </a:lnTo>
                <a:lnTo>
                  <a:pt x="1137" y="299"/>
                </a:lnTo>
                <a:lnTo>
                  <a:pt x="1130" y="285"/>
                </a:lnTo>
                <a:lnTo>
                  <a:pt x="1122" y="271"/>
                </a:lnTo>
                <a:lnTo>
                  <a:pt x="1114" y="258"/>
                </a:lnTo>
                <a:lnTo>
                  <a:pt x="1105" y="245"/>
                </a:lnTo>
                <a:lnTo>
                  <a:pt x="1096" y="232"/>
                </a:lnTo>
                <a:lnTo>
                  <a:pt x="1087" y="219"/>
                </a:lnTo>
                <a:lnTo>
                  <a:pt x="1076" y="207"/>
                </a:lnTo>
                <a:lnTo>
                  <a:pt x="1066" y="195"/>
                </a:lnTo>
                <a:lnTo>
                  <a:pt x="1055" y="183"/>
                </a:lnTo>
                <a:lnTo>
                  <a:pt x="1043" y="172"/>
                </a:lnTo>
                <a:lnTo>
                  <a:pt x="1031" y="160"/>
                </a:lnTo>
                <a:lnTo>
                  <a:pt x="1019" y="149"/>
                </a:lnTo>
                <a:lnTo>
                  <a:pt x="1006" y="139"/>
                </a:lnTo>
                <a:lnTo>
                  <a:pt x="993" y="128"/>
                </a:lnTo>
                <a:lnTo>
                  <a:pt x="979" y="118"/>
                </a:lnTo>
                <a:lnTo>
                  <a:pt x="965" y="109"/>
                </a:lnTo>
                <a:lnTo>
                  <a:pt x="950" y="99"/>
                </a:lnTo>
                <a:lnTo>
                  <a:pt x="936" y="91"/>
                </a:lnTo>
                <a:lnTo>
                  <a:pt x="921" y="82"/>
                </a:lnTo>
                <a:lnTo>
                  <a:pt x="905" y="74"/>
                </a:lnTo>
                <a:lnTo>
                  <a:pt x="889" y="66"/>
                </a:lnTo>
                <a:lnTo>
                  <a:pt x="873" y="59"/>
                </a:lnTo>
                <a:lnTo>
                  <a:pt x="857" y="52"/>
                </a:lnTo>
                <a:lnTo>
                  <a:pt x="840" y="45"/>
                </a:lnTo>
                <a:lnTo>
                  <a:pt x="823" y="39"/>
                </a:lnTo>
                <a:lnTo>
                  <a:pt x="806" y="34"/>
                </a:lnTo>
                <a:lnTo>
                  <a:pt x="789" y="28"/>
                </a:lnTo>
                <a:lnTo>
                  <a:pt x="772" y="23"/>
                </a:lnTo>
                <a:lnTo>
                  <a:pt x="754" y="19"/>
                </a:lnTo>
                <a:lnTo>
                  <a:pt x="736" y="15"/>
                </a:lnTo>
                <a:lnTo>
                  <a:pt x="718" y="12"/>
                </a:lnTo>
                <a:lnTo>
                  <a:pt x="700" y="9"/>
                </a:lnTo>
                <a:lnTo>
                  <a:pt x="682" y="6"/>
                </a:lnTo>
                <a:lnTo>
                  <a:pt x="664" y="4"/>
                </a:lnTo>
                <a:lnTo>
                  <a:pt x="645" y="2"/>
                </a:lnTo>
                <a:lnTo>
                  <a:pt x="627" y="1"/>
                </a:lnTo>
                <a:lnTo>
                  <a:pt x="608" y="1"/>
                </a:lnTo>
                <a:lnTo>
                  <a:pt x="590" y="0"/>
                </a:lnTo>
                <a:lnTo>
                  <a:pt x="571" y="1"/>
                </a:lnTo>
                <a:lnTo>
                  <a:pt x="553" y="1"/>
                </a:lnTo>
                <a:lnTo>
                  <a:pt x="534" y="2"/>
                </a:lnTo>
                <a:lnTo>
                  <a:pt x="516" y="4"/>
                </a:lnTo>
                <a:lnTo>
                  <a:pt x="498" y="6"/>
                </a:lnTo>
                <a:lnTo>
                  <a:pt x="480" y="9"/>
                </a:lnTo>
                <a:lnTo>
                  <a:pt x="461" y="12"/>
                </a:lnTo>
                <a:lnTo>
                  <a:pt x="443" y="15"/>
                </a:lnTo>
                <a:lnTo>
                  <a:pt x="426" y="19"/>
                </a:lnTo>
                <a:lnTo>
                  <a:pt x="408" y="23"/>
                </a:lnTo>
                <a:lnTo>
                  <a:pt x="390" y="28"/>
                </a:lnTo>
                <a:lnTo>
                  <a:pt x="373" y="34"/>
                </a:lnTo>
                <a:lnTo>
                  <a:pt x="356" y="39"/>
                </a:lnTo>
                <a:lnTo>
                  <a:pt x="339" y="45"/>
                </a:lnTo>
                <a:lnTo>
                  <a:pt x="323" y="52"/>
                </a:lnTo>
                <a:lnTo>
                  <a:pt x="306" y="59"/>
                </a:lnTo>
                <a:lnTo>
                  <a:pt x="290" y="66"/>
                </a:lnTo>
                <a:lnTo>
                  <a:pt x="274" y="74"/>
                </a:lnTo>
                <a:lnTo>
                  <a:pt x="258" y="82"/>
                </a:lnTo>
                <a:lnTo>
                  <a:pt x="243" y="91"/>
                </a:lnTo>
                <a:lnTo>
                  <a:pt x="228" y="99"/>
                </a:lnTo>
                <a:lnTo>
                  <a:pt x="214" y="109"/>
                </a:lnTo>
                <a:lnTo>
                  <a:pt x="200" y="118"/>
                </a:lnTo>
                <a:lnTo>
                  <a:pt x="186" y="128"/>
                </a:lnTo>
                <a:lnTo>
                  <a:pt x="173" y="139"/>
                </a:lnTo>
                <a:lnTo>
                  <a:pt x="160" y="149"/>
                </a:lnTo>
                <a:lnTo>
                  <a:pt x="147" y="160"/>
                </a:lnTo>
                <a:lnTo>
                  <a:pt x="135" y="172"/>
                </a:lnTo>
                <a:lnTo>
                  <a:pt x="124" y="183"/>
                </a:lnTo>
                <a:lnTo>
                  <a:pt x="113" y="195"/>
                </a:lnTo>
                <a:lnTo>
                  <a:pt x="102" y="207"/>
                </a:lnTo>
                <a:lnTo>
                  <a:pt x="92" y="219"/>
                </a:lnTo>
                <a:lnTo>
                  <a:pt x="82" y="232"/>
                </a:lnTo>
                <a:lnTo>
                  <a:pt x="73" y="245"/>
                </a:lnTo>
                <a:lnTo>
                  <a:pt x="65" y="258"/>
                </a:lnTo>
                <a:lnTo>
                  <a:pt x="56" y="271"/>
                </a:lnTo>
                <a:lnTo>
                  <a:pt x="49" y="285"/>
                </a:lnTo>
                <a:lnTo>
                  <a:pt x="42" y="299"/>
                </a:lnTo>
                <a:lnTo>
                  <a:pt x="35" y="312"/>
                </a:lnTo>
                <a:lnTo>
                  <a:pt x="29" y="327"/>
                </a:lnTo>
                <a:lnTo>
                  <a:pt x="24" y="341"/>
                </a:lnTo>
                <a:lnTo>
                  <a:pt x="19" y="355"/>
                </a:lnTo>
                <a:lnTo>
                  <a:pt x="15" y="369"/>
                </a:lnTo>
                <a:lnTo>
                  <a:pt x="11" y="384"/>
                </a:lnTo>
                <a:lnTo>
                  <a:pt x="8" y="399"/>
                </a:lnTo>
                <a:lnTo>
                  <a:pt x="5" y="413"/>
                </a:lnTo>
                <a:lnTo>
                  <a:pt x="3" y="428"/>
                </a:lnTo>
                <a:lnTo>
                  <a:pt x="2" y="443"/>
                </a:lnTo>
                <a:lnTo>
                  <a:pt x="1" y="458"/>
                </a:lnTo>
                <a:lnTo>
                  <a:pt x="0" y="472"/>
                </a:lnTo>
                <a:lnTo>
                  <a:pt x="1" y="487"/>
                </a:lnTo>
                <a:lnTo>
                  <a:pt x="2" y="502"/>
                </a:lnTo>
                <a:lnTo>
                  <a:pt x="3" y="517"/>
                </a:lnTo>
                <a:lnTo>
                  <a:pt x="5" y="532"/>
                </a:lnTo>
                <a:lnTo>
                  <a:pt x="8" y="546"/>
                </a:lnTo>
                <a:lnTo>
                  <a:pt x="11" y="561"/>
                </a:lnTo>
                <a:lnTo>
                  <a:pt x="15" y="575"/>
                </a:lnTo>
                <a:lnTo>
                  <a:pt x="19" y="591"/>
                </a:lnTo>
                <a:lnTo>
                  <a:pt x="24" y="605"/>
                </a:lnTo>
                <a:lnTo>
                  <a:pt x="29" y="619"/>
                </a:lnTo>
                <a:lnTo>
                  <a:pt x="35" y="633"/>
                </a:lnTo>
                <a:lnTo>
                  <a:pt x="42" y="647"/>
                </a:lnTo>
                <a:lnTo>
                  <a:pt x="49" y="661"/>
                </a:lnTo>
                <a:lnTo>
                  <a:pt x="56" y="674"/>
                </a:lnTo>
                <a:lnTo>
                  <a:pt x="65" y="688"/>
                </a:lnTo>
                <a:lnTo>
                  <a:pt x="73" y="701"/>
                </a:lnTo>
                <a:lnTo>
                  <a:pt x="82" y="714"/>
                </a:lnTo>
                <a:lnTo>
                  <a:pt x="92" y="726"/>
                </a:lnTo>
                <a:lnTo>
                  <a:pt x="102" y="739"/>
                </a:lnTo>
                <a:lnTo>
                  <a:pt x="113" y="751"/>
                </a:lnTo>
                <a:lnTo>
                  <a:pt x="124" y="763"/>
                </a:lnTo>
                <a:lnTo>
                  <a:pt x="135" y="774"/>
                </a:lnTo>
                <a:lnTo>
                  <a:pt x="147" y="786"/>
                </a:lnTo>
                <a:lnTo>
                  <a:pt x="160" y="797"/>
                </a:lnTo>
                <a:lnTo>
                  <a:pt x="173" y="807"/>
                </a:lnTo>
                <a:lnTo>
                  <a:pt x="186" y="817"/>
                </a:lnTo>
                <a:lnTo>
                  <a:pt x="200" y="827"/>
                </a:lnTo>
                <a:lnTo>
                  <a:pt x="214" y="837"/>
                </a:lnTo>
                <a:lnTo>
                  <a:pt x="228" y="846"/>
                </a:lnTo>
                <a:lnTo>
                  <a:pt x="243" y="855"/>
                </a:lnTo>
                <a:lnTo>
                  <a:pt x="258" y="864"/>
                </a:lnTo>
                <a:lnTo>
                  <a:pt x="274" y="872"/>
                </a:lnTo>
                <a:lnTo>
                  <a:pt x="290" y="880"/>
                </a:lnTo>
                <a:lnTo>
                  <a:pt x="306" y="887"/>
                </a:lnTo>
                <a:lnTo>
                  <a:pt x="323" y="894"/>
                </a:lnTo>
                <a:lnTo>
                  <a:pt x="339" y="900"/>
                </a:lnTo>
                <a:lnTo>
                  <a:pt x="356" y="907"/>
                </a:lnTo>
                <a:lnTo>
                  <a:pt x="373" y="912"/>
                </a:lnTo>
                <a:lnTo>
                  <a:pt x="390" y="917"/>
                </a:lnTo>
                <a:lnTo>
                  <a:pt x="408" y="922"/>
                </a:lnTo>
                <a:lnTo>
                  <a:pt x="426" y="927"/>
                </a:lnTo>
                <a:lnTo>
                  <a:pt x="443" y="931"/>
                </a:lnTo>
                <a:lnTo>
                  <a:pt x="461" y="934"/>
                </a:lnTo>
                <a:lnTo>
                  <a:pt x="480" y="937"/>
                </a:lnTo>
                <a:lnTo>
                  <a:pt x="498" y="940"/>
                </a:lnTo>
                <a:lnTo>
                  <a:pt x="516" y="942"/>
                </a:lnTo>
                <a:lnTo>
                  <a:pt x="534" y="943"/>
                </a:lnTo>
                <a:lnTo>
                  <a:pt x="553" y="944"/>
                </a:lnTo>
                <a:lnTo>
                  <a:pt x="571" y="945"/>
                </a:lnTo>
                <a:lnTo>
                  <a:pt x="590" y="945"/>
                </a:lnTo>
                <a:lnTo>
                  <a:pt x="608" y="945"/>
                </a:lnTo>
                <a:lnTo>
                  <a:pt x="627" y="944"/>
                </a:lnTo>
                <a:lnTo>
                  <a:pt x="645" y="943"/>
                </a:lnTo>
                <a:lnTo>
                  <a:pt x="664" y="942"/>
                </a:lnTo>
                <a:lnTo>
                  <a:pt x="682" y="940"/>
                </a:lnTo>
                <a:lnTo>
                  <a:pt x="700" y="937"/>
                </a:lnTo>
                <a:lnTo>
                  <a:pt x="718" y="934"/>
                </a:lnTo>
                <a:lnTo>
                  <a:pt x="736" y="931"/>
                </a:lnTo>
                <a:lnTo>
                  <a:pt x="754" y="927"/>
                </a:lnTo>
                <a:lnTo>
                  <a:pt x="772" y="922"/>
                </a:lnTo>
                <a:lnTo>
                  <a:pt x="789" y="917"/>
                </a:lnTo>
                <a:lnTo>
                  <a:pt x="806" y="912"/>
                </a:lnTo>
                <a:lnTo>
                  <a:pt x="823" y="907"/>
                </a:lnTo>
                <a:lnTo>
                  <a:pt x="840" y="900"/>
                </a:lnTo>
                <a:lnTo>
                  <a:pt x="857" y="894"/>
                </a:lnTo>
                <a:lnTo>
                  <a:pt x="873" y="887"/>
                </a:lnTo>
                <a:lnTo>
                  <a:pt x="889" y="880"/>
                </a:lnTo>
                <a:lnTo>
                  <a:pt x="905" y="872"/>
                </a:lnTo>
                <a:lnTo>
                  <a:pt x="921" y="864"/>
                </a:lnTo>
                <a:lnTo>
                  <a:pt x="936" y="855"/>
                </a:lnTo>
                <a:lnTo>
                  <a:pt x="950" y="846"/>
                </a:lnTo>
                <a:lnTo>
                  <a:pt x="965" y="837"/>
                </a:lnTo>
                <a:lnTo>
                  <a:pt x="979" y="827"/>
                </a:lnTo>
                <a:lnTo>
                  <a:pt x="993" y="817"/>
                </a:lnTo>
                <a:lnTo>
                  <a:pt x="1006" y="807"/>
                </a:lnTo>
                <a:lnTo>
                  <a:pt x="1019" y="797"/>
                </a:lnTo>
                <a:lnTo>
                  <a:pt x="1031" y="786"/>
                </a:lnTo>
                <a:lnTo>
                  <a:pt x="1043" y="774"/>
                </a:lnTo>
                <a:lnTo>
                  <a:pt x="1055" y="763"/>
                </a:lnTo>
                <a:lnTo>
                  <a:pt x="1066" y="751"/>
                </a:lnTo>
                <a:lnTo>
                  <a:pt x="1076" y="739"/>
                </a:lnTo>
                <a:lnTo>
                  <a:pt x="1087" y="726"/>
                </a:lnTo>
                <a:lnTo>
                  <a:pt x="1096" y="714"/>
                </a:lnTo>
                <a:lnTo>
                  <a:pt x="1105" y="701"/>
                </a:lnTo>
                <a:lnTo>
                  <a:pt x="1114" y="688"/>
                </a:lnTo>
                <a:lnTo>
                  <a:pt x="1122" y="674"/>
                </a:lnTo>
                <a:lnTo>
                  <a:pt x="1130" y="661"/>
                </a:lnTo>
                <a:lnTo>
                  <a:pt x="1137" y="647"/>
                </a:lnTo>
                <a:lnTo>
                  <a:pt x="1143" y="633"/>
                </a:lnTo>
                <a:lnTo>
                  <a:pt x="1149" y="619"/>
                </a:lnTo>
                <a:lnTo>
                  <a:pt x="1155" y="605"/>
                </a:lnTo>
                <a:lnTo>
                  <a:pt x="1160" y="591"/>
                </a:lnTo>
                <a:lnTo>
                  <a:pt x="1164" y="575"/>
                </a:lnTo>
                <a:lnTo>
                  <a:pt x="1168" y="561"/>
                </a:lnTo>
                <a:lnTo>
                  <a:pt x="1171" y="546"/>
                </a:lnTo>
                <a:lnTo>
                  <a:pt x="1174" y="532"/>
                </a:lnTo>
                <a:lnTo>
                  <a:pt x="1176" y="517"/>
                </a:lnTo>
                <a:lnTo>
                  <a:pt x="1177" y="502"/>
                </a:lnTo>
                <a:lnTo>
                  <a:pt x="1178" y="487"/>
                </a:lnTo>
                <a:lnTo>
                  <a:pt x="1178" y="472"/>
                </a:lnTo>
                <a:close/>
              </a:path>
            </a:pathLst>
          </a:custGeom>
          <a:solidFill>
            <a:srgbClr val="ff99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5" name=""/>
          <p:cNvSpPr/>
          <p:nvPr/>
        </p:nvSpPr>
        <p:spPr>
          <a:xfrm>
            <a:off x="4766760" y="1657800"/>
            <a:ext cx="424080" cy="340200"/>
          </a:xfrm>
          <a:custGeom>
            <a:avLst/>
            <a:gdLst/>
            <a:ahLst/>
            <a:rect l="0" t="0" r="r" b="b"/>
            <a:pathLst>
              <a:path w="1178" h="945">
                <a:moveTo>
                  <a:pt x="0" y="472"/>
                </a:moveTo>
                <a:cubicBezTo>
                  <a:pt x="0" y="212"/>
                  <a:pt x="264" y="0"/>
                  <a:pt x="590" y="0"/>
                </a:cubicBezTo>
                <a:cubicBezTo>
                  <a:pt x="915" y="0"/>
                  <a:pt x="1178" y="212"/>
                  <a:pt x="1178" y="472"/>
                </a:cubicBezTo>
                <a:cubicBezTo>
                  <a:pt x="1178" y="734"/>
                  <a:pt x="915" y="945"/>
                  <a:pt x="590" y="945"/>
                </a:cubicBezTo>
                <a:cubicBezTo>
                  <a:pt x="264" y="945"/>
                  <a:pt x="0" y="734"/>
                  <a:pt x="0" y="472"/>
                </a:cubicBez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6" name=""/>
          <p:cNvSpPr/>
          <p:nvPr/>
        </p:nvSpPr>
        <p:spPr>
          <a:xfrm>
            <a:off x="4911840" y="2106000"/>
            <a:ext cx="126720" cy="1800"/>
          </a:xfrm>
          <a:custGeom>
            <a:avLst/>
            <a:gdLst/>
            <a:ahLst/>
            <a:rect l="0" t="0" r="r" b="b"/>
            <a:pathLst>
              <a:path w="352" h="5">
                <a:moveTo>
                  <a:pt x="0" y="0"/>
                </a:moveTo>
                <a:lnTo>
                  <a:pt x="352" y="0"/>
                </a:lnTo>
                <a:lnTo>
                  <a:pt x="352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7" name=""/>
          <p:cNvSpPr/>
          <p:nvPr/>
        </p:nvSpPr>
        <p:spPr>
          <a:xfrm>
            <a:off x="4911840" y="210744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8" name=""/>
          <p:cNvSpPr/>
          <p:nvPr/>
        </p:nvSpPr>
        <p:spPr>
          <a:xfrm>
            <a:off x="4911840" y="21081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59" name=""/>
          <p:cNvSpPr/>
          <p:nvPr/>
        </p:nvSpPr>
        <p:spPr>
          <a:xfrm>
            <a:off x="4911840" y="210852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0" name=""/>
          <p:cNvSpPr/>
          <p:nvPr/>
        </p:nvSpPr>
        <p:spPr>
          <a:xfrm>
            <a:off x="4911840" y="2109240"/>
            <a:ext cx="126720" cy="1800"/>
          </a:xfrm>
          <a:custGeom>
            <a:avLst/>
            <a:gdLst/>
            <a:ahLst/>
            <a:rect l="0" t="0" r="r" b="b"/>
            <a:pathLst>
              <a:path w="352" h="5">
                <a:moveTo>
                  <a:pt x="0" y="0"/>
                </a:moveTo>
                <a:lnTo>
                  <a:pt x="352" y="0"/>
                </a:lnTo>
                <a:lnTo>
                  <a:pt x="352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1" name=""/>
          <p:cNvSpPr/>
          <p:nvPr/>
        </p:nvSpPr>
        <p:spPr>
          <a:xfrm>
            <a:off x="4911840" y="211068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2" name=""/>
          <p:cNvSpPr/>
          <p:nvPr/>
        </p:nvSpPr>
        <p:spPr>
          <a:xfrm>
            <a:off x="4911840" y="211140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3" name=""/>
          <p:cNvSpPr/>
          <p:nvPr/>
        </p:nvSpPr>
        <p:spPr>
          <a:xfrm>
            <a:off x="4911840" y="2112480"/>
            <a:ext cx="126720" cy="1800"/>
          </a:xfrm>
          <a:custGeom>
            <a:avLst/>
            <a:gdLst/>
            <a:ahLst/>
            <a:rect l="0" t="0" r="r" b="b"/>
            <a:pathLst>
              <a:path w="352" h="5">
                <a:moveTo>
                  <a:pt x="0" y="0"/>
                </a:moveTo>
                <a:lnTo>
                  <a:pt x="352" y="0"/>
                </a:lnTo>
                <a:lnTo>
                  <a:pt x="352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4" name=""/>
          <p:cNvSpPr/>
          <p:nvPr/>
        </p:nvSpPr>
        <p:spPr>
          <a:xfrm>
            <a:off x="4911840" y="21139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5" name=""/>
          <p:cNvSpPr/>
          <p:nvPr/>
        </p:nvSpPr>
        <p:spPr>
          <a:xfrm>
            <a:off x="4911840" y="21142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6" name=""/>
          <p:cNvSpPr/>
          <p:nvPr/>
        </p:nvSpPr>
        <p:spPr>
          <a:xfrm>
            <a:off x="4911840" y="2114640"/>
            <a:ext cx="126720" cy="1800"/>
          </a:xfrm>
          <a:custGeom>
            <a:avLst/>
            <a:gdLst/>
            <a:ahLst/>
            <a:rect l="0" t="0" r="r" b="b"/>
            <a:pathLst>
              <a:path w="352" h="5">
                <a:moveTo>
                  <a:pt x="0" y="0"/>
                </a:moveTo>
                <a:lnTo>
                  <a:pt x="352" y="0"/>
                </a:lnTo>
                <a:lnTo>
                  <a:pt x="352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7" name=""/>
          <p:cNvSpPr/>
          <p:nvPr/>
        </p:nvSpPr>
        <p:spPr>
          <a:xfrm>
            <a:off x="4911840" y="211572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8" name=""/>
          <p:cNvSpPr/>
          <p:nvPr/>
        </p:nvSpPr>
        <p:spPr>
          <a:xfrm>
            <a:off x="4911840" y="21164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69" name=""/>
          <p:cNvSpPr/>
          <p:nvPr/>
        </p:nvSpPr>
        <p:spPr>
          <a:xfrm>
            <a:off x="4911840" y="21168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0" name=""/>
          <p:cNvSpPr/>
          <p:nvPr/>
        </p:nvSpPr>
        <p:spPr>
          <a:xfrm>
            <a:off x="4911840" y="211716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1" name=""/>
          <p:cNvSpPr/>
          <p:nvPr/>
        </p:nvSpPr>
        <p:spPr>
          <a:xfrm>
            <a:off x="4911840" y="21178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2" name=""/>
          <p:cNvSpPr/>
          <p:nvPr/>
        </p:nvSpPr>
        <p:spPr>
          <a:xfrm>
            <a:off x="4911840" y="21182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3" name=""/>
          <p:cNvSpPr/>
          <p:nvPr/>
        </p:nvSpPr>
        <p:spPr>
          <a:xfrm>
            <a:off x="4911840" y="2118600"/>
            <a:ext cx="126720" cy="2520"/>
          </a:xfrm>
          <a:custGeom>
            <a:avLst/>
            <a:gdLst/>
            <a:ahLst/>
            <a:rect l="0" t="0" r="r" b="b"/>
            <a:pathLst>
              <a:path w="352" h="7">
                <a:moveTo>
                  <a:pt x="0" y="0"/>
                </a:moveTo>
                <a:lnTo>
                  <a:pt x="352" y="0"/>
                </a:lnTo>
                <a:lnTo>
                  <a:pt x="352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4" name=""/>
          <p:cNvSpPr/>
          <p:nvPr/>
        </p:nvSpPr>
        <p:spPr>
          <a:xfrm>
            <a:off x="4911840" y="2120400"/>
            <a:ext cx="126720" cy="1800"/>
          </a:xfrm>
          <a:custGeom>
            <a:avLst/>
            <a:gdLst/>
            <a:ahLst/>
            <a:rect l="0" t="0" r="r" b="b"/>
            <a:pathLst>
              <a:path w="352" h="5">
                <a:moveTo>
                  <a:pt x="0" y="0"/>
                </a:moveTo>
                <a:lnTo>
                  <a:pt x="352" y="0"/>
                </a:lnTo>
                <a:lnTo>
                  <a:pt x="352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5" name=""/>
          <p:cNvSpPr/>
          <p:nvPr/>
        </p:nvSpPr>
        <p:spPr>
          <a:xfrm>
            <a:off x="4911840" y="2121840"/>
            <a:ext cx="126720" cy="2160"/>
          </a:xfrm>
          <a:custGeom>
            <a:avLst/>
            <a:gdLst/>
            <a:ahLst/>
            <a:rect l="0" t="0" r="r" b="b"/>
            <a:pathLst>
              <a:path w="352" h="6">
                <a:moveTo>
                  <a:pt x="0" y="0"/>
                </a:moveTo>
                <a:lnTo>
                  <a:pt x="352" y="0"/>
                </a:lnTo>
                <a:lnTo>
                  <a:pt x="352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6" name=""/>
          <p:cNvSpPr/>
          <p:nvPr/>
        </p:nvSpPr>
        <p:spPr>
          <a:xfrm>
            <a:off x="4911840" y="212364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7" name=""/>
          <p:cNvSpPr/>
          <p:nvPr/>
        </p:nvSpPr>
        <p:spPr>
          <a:xfrm>
            <a:off x="4911840" y="21243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8" name=""/>
          <p:cNvSpPr/>
          <p:nvPr/>
        </p:nvSpPr>
        <p:spPr>
          <a:xfrm>
            <a:off x="4911840" y="21247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79" name=""/>
          <p:cNvSpPr/>
          <p:nvPr/>
        </p:nvSpPr>
        <p:spPr>
          <a:xfrm>
            <a:off x="4911840" y="212508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0" name=""/>
          <p:cNvSpPr/>
          <p:nvPr/>
        </p:nvSpPr>
        <p:spPr>
          <a:xfrm>
            <a:off x="4911840" y="212580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0f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1" name=""/>
          <p:cNvSpPr/>
          <p:nvPr/>
        </p:nvSpPr>
        <p:spPr>
          <a:xfrm>
            <a:off x="4911840" y="21268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2" name=""/>
          <p:cNvSpPr/>
          <p:nvPr/>
        </p:nvSpPr>
        <p:spPr>
          <a:xfrm>
            <a:off x="4911840" y="21272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3" name=""/>
          <p:cNvSpPr/>
          <p:nvPr/>
        </p:nvSpPr>
        <p:spPr>
          <a:xfrm>
            <a:off x="4911840" y="212760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4" name=""/>
          <p:cNvSpPr/>
          <p:nvPr/>
        </p:nvSpPr>
        <p:spPr>
          <a:xfrm>
            <a:off x="4911840" y="212832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5" name=""/>
          <p:cNvSpPr/>
          <p:nvPr/>
        </p:nvSpPr>
        <p:spPr>
          <a:xfrm>
            <a:off x="4911840" y="21290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6" name=""/>
          <p:cNvSpPr/>
          <p:nvPr/>
        </p:nvSpPr>
        <p:spPr>
          <a:xfrm>
            <a:off x="4911840" y="21294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7" name=""/>
          <p:cNvSpPr/>
          <p:nvPr/>
        </p:nvSpPr>
        <p:spPr>
          <a:xfrm>
            <a:off x="4911840" y="212976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8" name=""/>
          <p:cNvSpPr/>
          <p:nvPr/>
        </p:nvSpPr>
        <p:spPr>
          <a:xfrm>
            <a:off x="4911840" y="21304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89" name=""/>
          <p:cNvSpPr/>
          <p:nvPr/>
        </p:nvSpPr>
        <p:spPr>
          <a:xfrm>
            <a:off x="4911840" y="213084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0" name=""/>
          <p:cNvSpPr/>
          <p:nvPr/>
        </p:nvSpPr>
        <p:spPr>
          <a:xfrm>
            <a:off x="4911840" y="213156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1" name=""/>
          <p:cNvSpPr/>
          <p:nvPr/>
        </p:nvSpPr>
        <p:spPr>
          <a:xfrm>
            <a:off x="4911840" y="213228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2" name=""/>
          <p:cNvSpPr/>
          <p:nvPr/>
        </p:nvSpPr>
        <p:spPr>
          <a:xfrm>
            <a:off x="4911840" y="213300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3" name=""/>
          <p:cNvSpPr/>
          <p:nvPr/>
        </p:nvSpPr>
        <p:spPr>
          <a:xfrm>
            <a:off x="4911840" y="213408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4" name=""/>
          <p:cNvSpPr/>
          <p:nvPr/>
        </p:nvSpPr>
        <p:spPr>
          <a:xfrm>
            <a:off x="4911840" y="213480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5" name=""/>
          <p:cNvSpPr/>
          <p:nvPr/>
        </p:nvSpPr>
        <p:spPr>
          <a:xfrm>
            <a:off x="4911840" y="213552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6" name=""/>
          <p:cNvSpPr/>
          <p:nvPr/>
        </p:nvSpPr>
        <p:spPr>
          <a:xfrm>
            <a:off x="4911840" y="213624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7" name=""/>
          <p:cNvSpPr/>
          <p:nvPr/>
        </p:nvSpPr>
        <p:spPr>
          <a:xfrm>
            <a:off x="4911840" y="2136960"/>
            <a:ext cx="126720" cy="1800"/>
          </a:xfrm>
          <a:custGeom>
            <a:avLst/>
            <a:gdLst/>
            <a:ahLst/>
            <a:rect l="0" t="0" r="r" b="b"/>
            <a:pathLst>
              <a:path w="352" h="5">
                <a:moveTo>
                  <a:pt x="0" y="0"/>
                </a:moveTo>
                <a:lnTo>
                  <a:pt x="352" y="0"/>
                </a:lnTo>
                <a:lnTo>
                  <a:pt x="352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8" name=""/>
          <p:cNvSpPr/>
          <p:nvPr/>
        </p:nvSpPr>
        <p:spPr>
          <a:xfrm>
            <a:off x="4911840" y="213804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399" name=""/>
          <p:cNvSpPr/>
          <p:nvPr/>
        </p:nvSpPr>
        <p:spPr>
          <a:xfrm>
            <a:off x="4911840" y="213876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0" name=""/>
          <p:cNvSpPr/>
          <p:nvPr/>
        </p:nvSpPr>
        <p:spPr>
          <a:xfrm>
            <a:off x="4911840" y="21394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1" name=""/>
          <p:cNvSpPr/>
          <p:nvPr/>
        </p:nvSpPr>
        <p:spPr>
          <a:xfrm>
            <a:off x="4911840" y="21398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2" name=""/>
          <p:cNvSpPr/>
          <p:nvPr/>
        </p:nvSpPr>
        <p:spPr>
          <a:xfrm>
            <a:off x="4911840" y="21402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3" name=""/>
          <p:cNvSpPr/>
          <p:nvPr/>
        </p:nvSpPr>
        <p:spPr>
          <a:xfrm>
            <a:off x="4911840" y="21405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4" name=""/>
          <p:cNvSpPr/>
          <p:nvPr/>
        </p:nvSpPr>
        <p:spPr>
          <a:xfrm>
            <a:off x="4911840" y="214092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5" name=""/>
          <p:cNvSpPr/>
          <p:nvPr/>
        </p:nvSpPr>
        <p:spPr>
          <a:xfrm>
            <a:off x="4911840" y="21416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6" name=""/>
          <p:cNvSpPr/>
          <p:nvPr/>
        </p:nvSpPr>
        <p:spPr>
          <a:xfrm>
            <a:off x="4911840" y="214200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7" name=""/>
          <p:cNvSpPr/>
          <p:nvPr/>
        </p:nvSpPr>
        <p:spPr>
          <a:xfrm>
            <a:off x="4911840" y="21427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8" name=""/>
          <p:cNvSpPr/>
          <p:nvPr/>
        </p:nvSpPr>
        <p:spPr>
          <a:xfrm>
            <a:off x="4911840" y="21430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bdb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09" name=""/>
          <p:cNvSpPr/>
          <p:nvPr/>
        </p:nvSpPr>
        <p:spPr>
          <a:xfrm>
            <a:off x="4911840" y="21434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0" name=""/>
          <p:cNvSpPr/>
          <p:nvPr/>
        </p:nvSpPr>
        <p:spPr>
          <a:xfrm>
            <a:off x="4911840" y="21438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1" name=""/>
          <p:cNvSpPr/>
          <p:nvPr/>
        </p:nvSpPr>
        <p:spPr>
          <a:xfrm>
            <a:off x="4911840" y="2144160"/>
            <a:ext cx="126720" cy="1800"/>
          </a:xfrm>
          <a:custGeom>
            <a:avLst/>
            <a:gdLst/>
            <a:ahLst/>
            <a:rect l="0" t="0" r="r" b="b"/>
            <a:pathLst>
              <a:path w="352" h="5">
                <a:moveTo>
                  <a:pt x="0" y="0"/>
                </a:moveTo>
                <a:lnTo>
                  <a:pt x="352" y="0"/>
                </a:lnTo>
                <a:lnTo>
                  <a:pt x="352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2" name=""/>
          <p:cNvSpPr/>
          <p:nvPr/>
        </p:nvSpPr>
        <p:spPr>
          <a:xfrm>
            <a:off x="4911840" y="21452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3" name=""/>
          <p:cNvSpPr/>
          <p:nvPr/>
        </p:nvSpPr>
        <p:spPr>
          <a:xfrm>
            <a:off x="4911840" y="21456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4" name=""/>
          <p:cNvSpPr/>
          <p:nvPr/>
        </p:nvSpPr>
        <p:spPr>
          <a:xfrm>
            <a:off x="4911840" y="214596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5" name=""/>
          <p:cNvSpPr/>
          <p:nvPr/>
        </p:nvSpPr>
        <p:spPr>
          <a:xfrm>
            <a:off x="4911840" y="21466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6" name=""/>
          <p:cNvSpPr/>
          <p:nvPr/>
        </p:nvSpPr>
        <p:spPr>
          <a:xfrm>
            <a:off x="4911840" y="21470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7" name=""/>
          <p:cNvSpPr/>
          <p:nvPr/>
        </p:nvSpPr>
        <p:spPr>
          <a:xfrm>
            <a:off x="4911840" y="21474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8" name=""/>
          <p:cNvSpPr/>
          <p:nvPr/>
        </p:nvSpPr>
        <p:spPr>
          <a:xfrm>
            <a:off x="4911840" y="21477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19" name=""/>
          <p:cNvSpPr/>
          <p:nvPr/>
        </p:nvSpPr>
        <p:spPr>
          <a:xfrm>
            <a:off x="4911840" y="214812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0" name=""/>
          <p:cNvSpPr/>
          <p:nvPr/>
        </p:nvSpPr>
        <p:spPr>
          <a:xfrm>
            <a:off x="4911840" y="21488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1" name=""/>
          <p:cNvSpPr/>
          <p:nvPr/>
        </p:nvSpPr>
        <p:spPr>
          <a:xfrm>
            <a:off x="4911840" y="21492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2" name=""/>
          <p:cNvSpPr/>
          <p:nvPr/>
        </p:nvSpPr>
        <p:spPr>
          <a:xfrm>
            <a:off x="4911840" y="21495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3" name=""/>
          <p:cNvSpPr/>
          <p:nvPr/>
        </p:nvSpPr>
        <p:spPr>
          <a:xfrm>
            <a:off x="4911840" y="21499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4" name=""/>
          <p:cNvSpPr/>
          <p:nvPr/>
        </p:nvSpPr>
        <p:spPr>
          <a:xfrm>
            <a:off x="4911840" y="21502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5" name=""/>
          <p:cNvSpPr/>
          <p:nvPr/>
        </p:nvSpPr>
        <p:spPr>
          <a:xfrm>
            <a:off x="4911840" y="21506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6" name=""/>
          <p:cNvSpPr/>
          <p:nvPr/>
        </p:nvSpPr>
        <p:spPr>
          <a:xfrm>
            <a:off x="4911840" y="21510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7" name=""/>
          <p:cNvSpPr/>
          <p:nvPr/>
        </p:nvSpPr>
        <p:spPr>
          <a:xfrm>
            <a:off x="4911840" y="21513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8" name=""/>
          <p:cNvSpPr/>
          <p:nvPr/>
        </p:nvSpPr>
        <p:spPr>
          <a:xfrm>
            <a:off x="4911840" y="21517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29" name=""/>
          <p:cNvSpPr/>
          <p:nvPr/>
        </p:nvSpPr>
        <p:spPr>
          <a:xfrm>
            <a:off x="4911840" y="215208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0" name=""/>
          <p:cNvSpPr/>
          <p:nvPr/>
        </p:nvSpPr>
        <p:spPr>
          <a:xfrm>
            <a:off x="4911840" y="21528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1" name=""/>
          <p:cNvSpPr/>
          <p:nvPr/>
        </p:nvSpPr>
        <p:spPr>
          <a:xfrm>
            <a:off x="4911840" y="21531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2" name=""/>
          <p:cNvSpPr/>
          <p:nvPr/>
        </p:nvSpPr>
        <p:spPr>
          <a:xfrm>
            <a:off x="4911840" y="21535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3" name=""/>
          <p:cNvSpPr/>
          <p:nvPr/>
        </p:nvSpPr>
        <p:spPr>
          <a:xfrm>
            <a:off x="4911840" y="21538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4" name=""/>
          <p:cNvSpPr/>
          <p:nvPr/>
        </p:nvSpPr>
        <p:spPr>
          <a:xfrm>
            <a:off x="4911840" y="21542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5" name=""/>
          <p:cNvSpPr/>
          <p:nvPr/>
        </p:nvSpPr>
        <p:spPr>
          <a:xfrm>
            <a:off x="4911840" y="21546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6" name=""/>
          <p:cNvSpPr/>
          <p:nvPr/>
        </p:nvSpPr>
        <p:spPr>
          <a:xfrm>
            <a:off x="4911840" y="21549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7" name=""/>
          <p:cNvSpPr/>
          <p:nvPr/>
        </p:nvSpPr>
        <p:spPr>
          <a:xfrm>
            <a:off x="4911840" y="21553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8" name=""/>
          <p:cNvSpPr/>
          <p:nvPr/>
        </p:nvSpPr>
        <p:spPr>
          <a:xfrm>
            <a:off x="4911840" y="215568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39" name=""/>
          <p:cNvSpPr/>
          <p:nvPr/>
        </p:nvSpPr>
        <p:spPr>
          <a:xfrm>
            <a:off x="4911840" y="21564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0" name=""/>
          <p:cNvSpPr/>
          <p:nvPr/>
        </p:nvSpPr>
        <p:spPr>
          <a:xfrm>
            <a:off x="4911840" y="21567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1" name=""/>
          <p:cNvSpPr/>
          <p:nvPr/>
        </p:nvSpPr>
        <p:spPr>
          <a:xfrm>
            <a:off x="4911840" y="21571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2" name=""/>
          <p:cNvSpPr/>
          <p:nvPr/>
        </p:nvSpPr>
        <p:spPr>
          <a:xfrm>
            <a:off x="4911840" y="21574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3" name=""/>
          <p:cNvSpPr/>
          <p:nvPr/>
        </p:nvSpPr>
        <p:spPr>
          <a:xfrm>
            <a:off x="4911840" y="21578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4" name=""/>
          <p:cNvSpPr/>
          <p:nvPr/>
        </p:nvSpPr>
        <p:spPr>
          <a:xfrm>
            <a:off x="4911840" y="21582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5" name=""/>
          <p:cNvSpPr/>
          <p:nvPr/>
        </p:nvSpPr>
        <p:spPr>
          <a:xfrm>
            <a:off x="4911840" y="21585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6" name=""/>
          <p:cNvSpPr/>
          <p:nvPr/>
        </p:nvSpPr>
        <p:spPr>
          <a:xfrm>
            <a:off x="4911840" y="21589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7" name=""/>
          <p:cNvSpPr/>
          <p:nvPr/>
        </p:nvSpPr>
        <p:spPr>
          <a:xfrm>
            <a:off x="4911840" y="215928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8" name=""/>
          <p:cNvSpPr/>
          <p:nvPr/>
        </p:nvSpPr>
        <p:spPr>
          <a:xfrm>
            <a:off x="4911840" y="21600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49" name=""/>
          <p:cNvSpPr/>
          <p:nvPr/>
        </p:nvSpPr>
        <p:spPr>
          <a:xfrm>
            <a:off x="4911840" y="21603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0" name=""/>
          <p:cNvSpPr/>
          <p:nvPr/>
        </p:nvSpPr>
        <p:spPr>
          <a:xfrm>
            <a:off x="4911840" y="21607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1" name=""/>
          <p:cNvSpPr/>
          <p:nvPr/>
        </p:nvSpPr>
        <p:spPr>
          <a:xfrm>
            <a:off x="4911840" y="21610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2" name=""/>
          <p:cNvSpPr/>
          <p:nvPr/>
        </p:nvSpPr>
        <p:spPr>
          <a:xfrm>
            <a:off x="4911840" y="21614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3" name=""/>
          <p:cNvSpPr/>
          <p:nvPr/>
        </p:nvSpPr>
        <p:spPr>
          <a:xfrm>
            <a:off x="4911840" y="21618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4" name=""/>
          <p:cNvSpPr/>
          <p:nvPr/>
        </p:nvSpPr>
        <p:spPr>
          <a:xfrm>
            <a:off x="4911840" y="21621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5" name=""/>
          <p:cNvSpPr/>
          <p:nvPr/>
        </p:nvSpPr>
        <p:spPr>
          <a:xfrm>
            <a:off x="4911840" y="21625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6" name=""/>
          <p:cNvSpPr/>
          <p:nvPr/>
        </p:nvSpPr>
        <p:spPr>
          <a:xfrm>
            <a:off x="4911840" y="216288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7" name=""/>
          <p:cNvSpPr/>
          <p:nvPr/>
        </p:nvSpPr>
        <p:spPr>
          <a:xfrm>
            <a:off x="4911840" y="21636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8" name=""/>
          <p:cNvSpPr/>
          <p:nvPr/>
        </p:nvSpPr>
        <p:spPr>
          <a:xfrm>
            <a:off x="4911840" y="21639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59" name=""/>
          <p:cNvSpPr/>
          <p:nvPr/>
        </p:nvSpPr>
        <p:spPr>
          <a:xfrm>
            <a:off x="4911840" y="21643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0" name=""/>
          <p:cNvSpPr/>
          <p:nvPr/>
        </p:nvSpPr>
        <p:spPr>
          <a:xfrm>
            <a:off x="4911840" y="21646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1" name=""/>
          <p:cNvSpPr/>
          <p:nvPr/>
        </p:nvSpPr>
        <p:spPr>
          <a:xfrm>
            <a:off x="4911840" y="21650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2" name=""/>
          <p:cNvSpPr/>
          <p:nvPr/>
        </p:nvSpPr>
        <p:spPr>
          <a:xfrm>
            <a:off x="4911840" y="21654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3" name=""/>
          <p:cNvSpPr/>
          <p:nvPr/>
        </p:nvSpPr>
        <p:spPr>
          <a:xfrm>
            <a:off x="4911840" y="21657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4" name=""/>
          <p:cNvSpPr/>
          <p:nvPr/>
        </p:nvSpPr>
        <p:spPr>
          <a:xfrm>
            <a:off x="4911840" y="21661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5" name=""/>
          <p:cNvSpPr/>
          <p:nvPr/>
        </p:nvSpPr>
        <p:spPr>
          <a:xfrm>
            <a:off x="4911840" y="21664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6" name=""/>
          <p:cNvSpPr/>
          <p:nvPr/>
        </p:nvSpPr>
        <p:spPr>
          <a:xfrm>
            <a:off x="4911840" y="216684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7" name=""/>
          <p:cNvSpPr/>
          <p:nvPr/>
        </p:nvSpPr>
        <p:spPr>
          <a:xfrm>
            <a:off x="4911840" y="21675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8" name=""/>
          <p:cNvSpPr/>
          <p:nvPr/>
        </p:nvSpPr>
        <p:spPr>
          <a:xfrm>
            <a:off x="4911840" y="21679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69" name=""/>
          <p:cNvSpPr/>
          <p:nvPr/>
        </p:nvSpPr>
        <p:spPr>
          <a:xfrm>
            <a:off x="4911840" y="21682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0" name=""/>
          <p:cNvSpPr/>
          <p:nvPr/>
        </p:nvSpPr>
        <p:spPr>
          <a:xfrm>
            <a:off x="4911840" y="21686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1" name=""/>
          <p:cNvSpPr/>
          <p:nvPr/>
        </p:nvSpPr>
        <p:spPr>
          <a:xfrm>
            <a:off x="4911840" y="21690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2" name=""/>
          <p:cNvSpPr/>
          <p:nvPr/>
        </p:nvSpPr>
        <p:spPr>
          <a:xfrm>
            <a:off x="4911840" y="21693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3" name=""/>
          <p:cNvSpPr/>
          <p:nvPr/>
        </p:nvSpPr>
        <p:spPr>
          <a:xfrm>
            <a:off x="4911840" y="21697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4" name=""/>
          <p:cNvSpPr/>
          <p:nvPr/>
        </p:nvSpPr>
        <p:spPr>
          <a:xfrm>
            <a:off x="4911840" y="21700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5" name=""/>
          <p:cNvSpPr/>
          <p:nvPr/>
        </p:nvSpPr>
        <p:spPr>
          <a:xfrm>
            <a:off x="4911840" y="217044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6" name=""/>
          <p:cNvSpPr/>
          <p:nvPr/>
        </p:nvSpPr>
        <p:spPr>
          <a:xfrm>
            <a:off x="4911840" y="21711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7" name=""/>
          <p:cNvSpPr/>
          <p:nvPr/>
        </p:nvSpPr>
        <p:spPr>
          <a:xfrm>
            <a:off x="4911840" y="21715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478" name=""/>
          <p:cNvSpPr/>
          <p:nvPr/>
        </p:nvSpPr>
        <p:spPr>
          <a:xfrm>
            <a:off x="4911840" y="21718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79" name=""/>
          <p:cNvSpPr/>
          <p:nvPr/>
        </p:nvSpPr>
        <p:spPr>
          <a:xfrm>
            <a:off x="4911840" y="21722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0" name=""/>
          <p:cNvSpPr/>
          <p:nvPr/>
        </p:nvSpPr>
        <p:spPr>
          <a:xfrm>
            <a:off x="4911840" y="21726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1" name=""/>
          <p:cNvSpPr/>
          <p:nvPr/>
        </p:nvSpPr>
        <p:spPr>
          <a:xfrm>
            <a:off x="4911840" y="21729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2" name=""/>
          <p:cNvSpPr/>
          <p:nvPr/>
        </p:nvSpPr>
        <p:spPr>
          <a:xfrm>
            <a:off x="4911840" y="21733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3" name=""/>
          <p:cNvSpPr/>
          <p:nvPr/>
        </p:nvSpPr>
        <p:spPr>
          <a:xfrm>
            <a:off x="4911840" y="21736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4" name=""/>
          <p:cNvSpPr/>
          <p:nvPr/>
        </p:nvSpPr>
        <p:spPr>
          <a:xfrm>
            <a:off x="4911840" y="217404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5" name=""/>
          <p:cNvSpPr/>
          <p:nvPr/>
        </p:nvSpPr>
        <p:spPr>
          <a:xfrm>
            <a:off x="4911840" y="21747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6" name=""/>
          <p:cNvSpPr/>
          <p:nvPr/>
        </p:nvSpPr>
        <p:spPr>
          <a:xfrm>
            <a:off x="4911840" y="21751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7" name=""/>
          <p:cNvSpPr/>
          <p:nvPr/>
        </p:nvSpPr>
        <p:spPr>
          <a:xfrm>
            <a:off x="4911840" y="21754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8" name=""/>
          <p:cNvSpPr/>
          <p:nvPr/>
        </p:nvSpPr>
        <p:spPr>
          <a:xfrm>
            <a:off x="4911840" y="21758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89" name=""/>
          <p:cNvSpPr/>
          <p:nvPr/>
        </p:nvSpPr>
        <p:spPr>
          <a:xfrm>
            <a:off x="4911840" y="21762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0" name=""/>
          <p:cNvSpPr/>
          <p:nvPr/>
        </p:nvSpPr>
        <p:spPr>
          <a:xfrm>
            <a:off x="4911840" y="21765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1" name=""/>
          <p:cNvSpPr/>
          <p:nvPr/>
        </p:nvSpPr>
        <p:spPr>
          <a:xfrm>
            <a:off x="4911840" y="21769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2" name=""/>
          <p:cNvSpPr/>
          <p:nvPr/>
        </p:nvSpPr>
        <p:spPr>
          <a:xfrm>
            <a:off x="4911840" y="21772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3" name=""/>
          <p:cNvSpPr/>
          <p:nvPr/>
        </p:nvSpPr>
        <p:spPr>
          <a:xfrm>
            <a:off x="4911840" y="217764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4" name=""/>
          <p:cNvSpPr/>
          <p:nvPr/>
        </p:nvSpPr>
        <p:spPr>
          <a:xfrm>
            <a:off x="4911840" y="21783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5" name=""/>
          <p:cNvSpPr/>
          <p:nvPr/>
        </p:nvSpPr>
        <p:spPr>
          <a:xfrm>
            <a:off x="4911840" y="21787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6" name=""/>
          <p:cNvSpPr/>
          <p:nvPr/>
        </p:nvSpPr>
        <p:spPr>
          <a:xfrm>
            <a:off x="4911840" y="21790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7" name=""/>
          <p:cNvSpPr/>
          <p:nvPr/>
        </p:nvSpPr>
        <p:spPr>
          <a:xfrm>
            <a:off x="4911840" y="21794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8" name=""/>
          <p:cNvSpPr/>
          <p:nvPr/>
        </p:nvSpPr>
        <p:spPr>
          <a:xfrm>
            <a:off x="4911840" y="21798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499" name=""/>
          <p:cNvSpPr/>
          <p:nvPr/>
        </p:nvSpPr>
        <p:spPr>
          <a:xfrm>
            <a:off x="4911840" y="21801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0" name=""/>
          <p:cNvSpPr/>
          <p:nvPr/>
        </p:nvSpPr>
        <p:spPr>
          <a:xfrm>
            <a:off x="4911840" y="21805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1" name=""/>
          <p:cNvSpPr/>
          <p:nvPr/>
        </p:nvSpPr>
        <p:spPr>
          <a:xfrm>
            <a:off x="4911840" y="21808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2" name=""/>
          <p:cNvSpPr/>
          <p:nvPr/>
        </p:nvSpPr>
        <p:spPr>
          <a:xfrm>
            <a:off x="4911840" y="21812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3" name=""/>
          <p:cNvSpPr/>
          <p:nvPr/>
        </p:nvSpPr>
        <p:spPr>
          <a:xfrm>
            <a:off x="4911840" y="218160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4" name=""/>
          <p:cNvSpPr/>
          <p:nvPr/>
        </p:nvSpPr>
        <p:spPr>
          <a:xfrm>
            <a:off x="4911840" y="21823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5" name=""/>
          <p:cNvSpPr/>
          <p:nvPr/>
        </p:nvSpPr>
        <p:spPr>
          <a:xfrm>
            <a:off x="4911840" y="21826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6" name=""/>
          <p:cNvSpPr/>
          <p:nvPr/>
        </p:nvSpPr>
        <p:spPr>
          <a:xfrm>
            <a:off x="4911840" y="21830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7" name=""/>
          <p:cNvSpPr/>
          <p:nvPr/>
        </p:nvSpPr>
        <p:spPr>
          <a:xfrm>
            <a:off x="4911840" y="218340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8" name=""/>
          <p:cNvSpPr/>
          <p:nvPr/>
        </p:nvSpPr>
        <p:spPr>
          <a:xfrm>
            <a:off x="4911840" y="21841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09" name=""/>
          <p:cNvSpPr/>
          <p:nvPr/>
        </p:nvSpPr>
        <p:spPr>
          <a:xfrm>
            <a:off x="4911840" y="21844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0" name=""/>
          <p:cNvSpPr/>
          <p:nvPr/>
        </p:nvSpPr>
        <p:spPr>
          <a:xfrm>
            <a:off x="4911840" y="21848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1" name=""/>
          <p:cNvSpPr/>
          <p:nvPr/>
        </p:nvSpPr>
        <p:spPr>
          <a:xfrm>
            <a:off x="4911840" y="218520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2" name=""/>
          <p:cNvSpPr/>
          <p:nvPr/>
        </p:nvSpPr>
        <p:spPr>
          <a:xfrm>
            <a:off x="4911840" y="218592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3" name=""/>
          <p:cNvSpPr/>
          <p:nvPr/>
        </p:nvSpPr>
        <p:spPr>
          <a:xfrm>
            <a:off x="4911840" y="21866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b7b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4" name=""/>
          <p:cNvSpPr/>
          <p:nvPr/>
        </p:nvSpPr>
        <p:spPr>
          <a:xfrm>
            <a:off x="4911840" y="21870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7a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5" name=""/>
          <p:cNvSpPr/>
          <p:nvPr/>
        </p:nvSpPr>
        <p:spPr>
          <a:xfrm>
            <a:off x="4911840" y="218736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6" name=""/>
          <p:cNvSpPr/>
          <p:nvPr/>
        </p:nvSpPr>
        <p:spPr>
          <a:xfrm>
            <a:off x="4911840" y="21880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7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7" name=""/>
          <p:cNvSpPr/>
          <p:nvPr/>
        </p:nvSpPr>
        <p:spPr>
          <a:xfrm>
            <a:off x="4911840" y="21884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8" name=""/>
          <p:cNvSpPr/>
          <p:nvPr/>
        </p:nvSpPr>
        <p:spPr>
          <a:xfrm>
            <a:off x="4911840" y="2188800"/>
            <a:ext cx="126720" cy="1800"/>
          </a:xfrm>
          <a:custGeom>
            <a:avLst/>
            <a:gdLst/>
            <a:ahLst/>
            <a:rect l="0" t="0" r="r" b="b"/>
            <a:pathLst>
              <a:path w="352" h="5">
                <a:moveTo>
                  <a:pt x="0" y="0"/>
                </a:moveTo>
                <a:lnTo>
                  <a:pt x="352" y="0"/>
                </a:lnTo>
                <a:lnTo>
                  <a:pt x="352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767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19" name=""/>
          <p:cNvSpPr/>
          <p:nvPr/>
        </p:nvSpPr>
        <p:spPr>
          <a:xfrm>
            <a:off x="4911840" y="21898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57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0" name=""/>
          <p:cNvSpPr/>
          <p:nvPr/>
        </p:nvSpPr>
        <p:spPr>
          <a:xfrm>
            <a:off x="4911840" y="21902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1" name=""/>
          <p:cNvSpPr/>
          <p:nvPr/>
        </p:nvSpPr>
        <p:spPr>
          <a:xfrm>
            <a:off x="4911840" y="21906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2" name=""/>
          <p:cNvSpPr/>
          <p:nvPr/>
        </p:nvSpPr>
        <p:spPr>
          <a:xfrm>
            <a:off x="4911840" y="21909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3" name=""/>
          <p:cNvSpPr/>
          <p:nvPr/>
        </p:nvSpPr>
        <p:spPr>
          <a:xfrm>
            <a:off x="4911840" y="219132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4" name=""/>
          <p:cNvSpPr/>
          <p:nvPr/>
        </p:nvSpPr>
        <p:spPr>
          <a:xfrm>
            <a:off x="4911840" y="21920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171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5" name=""/>
          <p:cNvSpPr/>
          <p:nvPr/>
        </p:nvSpPr>
        <p:spPr>
          <a:xfrm>
            <a:off x="4911840" y="21924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6" name=""/>
          <p:cNvSpPr/>
          <p:nvPr/>
        </p:nvSpPr>
        <p:spPr>
          <a:xfrm>
            <a:off x="4911840" y="219276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7" name=""/>
          <p:cNvSpPr/>
          <p:nvPr/>
        </p:nvSpPr>
        <p:spPr>
          <a:xfrm>
            <a:off x="4911840" y="21934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8" name=""/>
          <p:cNvSpPr/>
          <p:nvPr/>
        </p:nvSpPr>
        <p:spPr>
          <a:xfrm>
            <a:off x="4911840" y="219384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e6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29" name=""/>
          <p:cNvSpPr/>
          <p:nvPr/>
        </p:nvSpPr>
        <p:spPr>
          <a:xfrm>
            <a:off x="4911840" y="219456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0" name=""/>
          <p:cNvSpPr/>
          <p:nvPr/>
        </p:nvSpPr>
        <p:spPr>
          <a:xfrm>
            <a:off x="4911840" y="219528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c6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1" name=""/>
          <p:cNvSpPr/>
          <p:nvPr/>
        </p:nvSpPr>
        <p:spPr>
          <a:xfrm>
            <a:off x="4911840" y="2196000"/>
            <a:ext cx="126720" cy="1800"/>
          </a:xfrm>
          <a:custGeom>
            <a:avLst/>
            <a:gdLst/>
            <a:ahLst/>
            <a:rect l="0" t="0" r="r" b="b"/>
            <a:pathLst>
              <a:path w="352" h="5">
                <a:moveTo>
                  <a:pt x="0" y="0"/>
                </a:moveTo>
                <a:lnTo>
                  <a:pt x="352" y="0"/>
                </a:lnTo>
                <a:lnTo>
                  <a:pt x="352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2" name=""/>
          <p:cNvSpPr/>
          <p:nvPr/>
        </p:nvSpPr>
        <p:spPr>
          <a:xfrm>
            <a:off x="4911840" y="21970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3" name=""/>
          <p:cNvSpPr/>
          <p:nvPr/>
        </p:nvSpPr>
        <p:spPr>
          <a:xfrm>
            <a:off x="4911840" y="21974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4" name=""/>
          <p:cNvSpPr/>
          <p:nvPr/>
        </p:nvSpPr>
        <p:spPr>
          <a:xfrm>
            <a:off x="4911840" y="21978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5" name=""/>
          <p:cNvSpPr/>
          <p:nvPr/>
        </p:nvSpPr>
        <p:spPr>
          <a:xfrm>
            <a:off x="4911840" y="219816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6" name=""/>
          <p:cNvSpPr/>
          <p:nvPr/>
        </p:nvSpPr>
        <p:spPr>
          <a:xfrm>
            <a:off x="4911840" y="21985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7" name=""/>
          <p:cNvSpPr/>
          <p:nvPr/>
        </p:nvSpPr>
        <p:spPr>
          <a:xfrm>
            <a:off x="4911840" y="21988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8" name=""/>
          <p:cNvSpPr/>
          <p:nvPr/>
        </p:nvSpPr>
        <p:spPr>
          <a:xfrm>
            <a:off x="4911840" y="21992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39" name=""/>
          <p:cNvSpPr/>
          <p:nvPr/>
        </p:nvSpPr>
        <p:spPr>
          <a:xfrm>
            <a:off x="4911840" y="21996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0" name=""/>
          <p:cNvSpPr/>
          <p:nvPr/>
        </p:nvSpPr>
        <p:spPr>
          <a:xfrm>
            <a:off x="4911840" y="219996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1" name=""/>
          <p:cNvSpPr/>
          <p:nvPr/>
        </p:nvSpPr>
        <p:spPr>
          <a:xfrm>
            <a:off x="4911840" y="220104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2" name=""/>
          <p:cNvSpPr/>
          <p:nvPr/>
        </p:nvSpPr>
        <p:spPr>
          <a:xfrm>
            <a:off x="4911840" y="220176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3" name=""/>
          <p:cNvSpPr/>
          <p:nvPr/>
        </p:nvSpPr>
        <p:spPr>
          <a:xfrm>
            <a:off x="4911840" y="220248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363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4" name=""/>
          <p:cNvSpPr/>
          <p:nvPr/>
        </p:nvSpPr>
        <p:spPr>
          <a:xfrm>
            <a:off x="4911840" y="220320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5" name=""/>
          <p:cNvSpPr/>
          <p:nvPr/>
        </p:nvSpPr>
        <p:spPr>
          <a:xfrm>
            <a:off x="4911840" y="220356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6" name=""/>
          <p:cNvSpPr/>
          <p:nvPr/>
        </p:nvSpPr>
        <p:spPr>
          <a:xfrm>
            <a:off x="4911840" y="22042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7" name=""/>
          <p:cNvSpPr/>
          <p:nvPr/>
        </p:nvSpPr>
        <p:spPr>
          <a:xfrm>
            <a:off x="4911840" y="220464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8" name=""/>
          <p:cNvSpPr/>
          <p:nvPr/>
        </p:nvSpPr>
        <p:spPr>
          <a:xfrm>
            <a:off x="4911840" y="220500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49" name=""/>
          <p:cNvSpPr/>
          <p:nvPr/>
        </p:nvSpPr>
        <p:spPr>
          <a:xfrm>
            <a:off x="4911840" y="220572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50" name=""/>
          <p:cNvSpPr/>
          <p:nvPr/>
        </p:nvSpPr>
        <p:spPr>
          <a:xfrm>
            <a:off x="4911840" y="2206080"/>
            <a:ext cx="126720" cy="720"/>
          </a:xfrm>
          <a:custGeom>
            <a:avLst/>
            <a:gdLst/>
            <a:ahLst/>
            <a:rect l="0" t="0" r="r" b="b"/>
            <a:pathLst>
              <a:path w="352" h="2">
                <a:moveTo>
                  <a:pt x="0" y="0"/>
                </a:moveTo>
                <a:lnTo>
                  <a:pt x="352" y="0"/>
                </a:lnTo>
                <a:lnTo>
                  <a:pt x="35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51" name=""/>
          <p:cNvSpPr/>
          <p:nvPr/>
        </p:nvSpPr>
        <p:spPr>
          <a:xfrm>
            <a:off x="4911840" y="2206440"/>
            <a:ext cx="126720" cy="1080"/>
          </a:xfrm>
          <a:custGeom>
            <a:avLst/>
            <a:gdLst/>
            <a:ahLst/>
            <a:rect l="0" t="0" r="r" b="b"/>
            <a:pathLst>
              <a:path w="352" h="3">
                <a:moveTo>
                  <a:pt x="0" y="0"/>
                </a:moveTo>
                <a:lnTo>
                  <a:pt x="352" y="0"/>
                </a:lnTo>
                <a:lnTo>
                  <a:pt x="35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52" name=""/>
          <p:cNvSpPr/>
          <p:nvPr/>
        </p:nvSpPr>
        <p:spPr>
          <a:xfrm>
            <a:off x="4911840" y="2207160"/>
            <a:ext cx="126720" cy="1440"/>
          </a:xfrm>
          <a:custGeom>
            <a:avLst/>
            <a:gdLst/>
            <a:ahLst/>
            <a:rect l="0" t="0" r="r" b="b"/>
            <a:pathLst>
              <a:path w="352" h="4">
                <a:moveTo>
                  <a:pt x="0" y="0"/>
                </a:moveTo>
                <a:lnTo>
                  <a:pt x="352" y="0"/>
                </a:lnTo>
                <a:lnTo>
                  <a:pt x="35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553" name=""/>
          <p:cNvSpPr/>
          <p:nvPr/>
        </p:nvSpPr>
        <p:spPr>
          <a:xfrm>
            <a:off x="4911840" y="2106000"/>
            <a:ext cx="126720" cy="102600"/>
          </a:xfrm>
          <a:custGeom>
            <a:avLst/>
            <a:gdLst/>
            <a:ahLst/>
            <a:rect l="0" t="0" r="r" b="b"/>
            <a:pathLst>
              <a:path w="352" h="285">
                <a:moveTo>
                  <a:pt x="0" y="142"/>
                </a:moveTo>
                <a:cubicBezTo>
                  <a:pt x="0" y="63"/>
                  <a:pt x="78" y="0"/>
                  <a:pt x="175" y="0"/>
                </a:cubicBezTo>
                <a:cubicBezTo>
                  <a:pt x="273" y="0"/>
                  <a:pt x="352" y="63"/>
                  <a:pt x="352" y="142"/>
                </a:cubicBezTo>
                <a:cubicBezTo>
                  <a:pt x="352" y="220"/>
                  <a:pt x="273" y="285"/>
                  <a:pt x="175" y="285"/>
                </a:cubicBezTo>
                <a:cubicBezTo>
                  <a:pt x="78" y="285"/>
                  <a:pt x="0" y="220"/>
                  <a:pt x="0" y="142"/>
                </a:cubicBez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54" name=""/>
          <p:cNvSpPr/>
          <p:nvPr/>
        </p:nvSpPr>
        <p:spPr>
          <a:xfrm>
            <a:off x="4836960" y="195804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0"/>
                </a:moveTo>
                <a:lnTo>
                  <a:pt x="2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55" name=""/>
          <p:cNvSpPr/>
          <p:nvPr/>
        </p:nvSpPr>
        <p:spPr>
          <a:xfrm>
            <a:off x="4836960" y="1958040"/>
            <a:ext cx="11520" cy="1440"/>
          </a:xfrm>
          <a:custGeom>
            <a:avLst/>
            <a:gdLst/>
            <a:ahLst/>
            <a:rect l="0" t="0" r="r" b="b"/>
            <a:pathLst>
              <a:path w="32" h="4">
                <a:moveTo>
                  <a:pt x="0" y="3"/>
                </a:moveTo>
                <a:lnTo>
                  <a:pt x="26" y="0"/>
                </a:lnTo>
                <a:lnTo>
                  <a:pt x="32" y="0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56" name=""/>
          <p:cNvSpPr/>
          <p:nvPr/>
        </p:nvSpPr>
        <p:spPr>
          <a:xfrm>
            <a:off x="4836960" y="1958040"/>
            <a:ext cx="13680" cy="1440"/>
          </a:xfrm>
          <a:custGeom>
            <a:avLst/>
            <a:gdLst/>
            <a:ahLst/>
            <a:rect l="0" t="0" r="r" b="b"/>
            <a:pathLst>
              <a:path w="38" h="4">
                <a:moveTo>
                  <a:pt x="0" y="4"/>
                </a:moveTo>
                <a:lnTo>
                  <a:pt x="32" y="0"/>
                </a:lnTo>
                <a:lnTo>
                  <a:pt x="38" y="0"/>
                </a:lnTo>
                <a:lnTo>
                  <a:pt x="0" y="4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57" name=""/>
          <p:cNvSpPr/>
          <p:nvPr/>
        </p:nvSpPr>
        <p:spPr>
          <a:xfrm>
            <a:off x="4836960" y="1958040"/>
            <a:ext cx="15840" cy="1800"/>
          </a:xfrm>
          <a:custGeom>
            <a:avLst/>
            <a:gdLst/>
            <a:ahLst/>
            <a:rect l="0" t="0" r="r" b="b"/>
            <a:pathLst>
              <a:path w="44" h="5">
                <a:moveTo>
                  <a:pt x="0" y="4"/>
                </a:moveTo>
                <a:lnTo>
                  <a:pt x="38" y="0"/>
                </a:lnTo>
                <a:lnTo>
                  <a:pt x="44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58" name=""/>
          <p:cNvSpPr/>
          <p:nvPr/>
        </p:nvSpPr>
        <p:spPr>
          <a:xfrm>
            <a:off x="4836960" y="1958040"/>
            <a:ext cx="18360" cy="1800"/>
          </a:xfrm>
          <a:custGeom>
            <a:avLst/>
            <a:gdLst/>
            <a:ahLst/>
            <a:rect l="0" t="0" r="r" b="b"/>
            <a:pathLst>
              <a:path w="51" h="5">
                <a:moveTo>
                  <a:pt x="0" y="5"/>
                </a:moveTo>
                <a:lnTo>
                  <a:pt x="44" y="0"/>
                </a:lnTo>
                <a:lnTo>
                  <a:pt x="51" y="0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59" name=""/>
          <p:cNvSpPr/>
          <p:nvPr/>
        </p:nvSpPr>
        <p:spPr>
          <a:xfrm>
            <a:off x="4836960" y="195804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5"/>
                </a:moveTo>
                <a:lnTo>
                  <a:pt x="50" y="0"/>
                </a:lnTo>
                <a:lnTo>
                  <a:pt x="75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0" name=""/>
          <p:cNvSpPr/>
          <p:nvPr/>
        </p:nvSpPr>
        <p:spPr>
          <a:xfrm>
            <a:off x="4836960" y="195804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7"/>
                </a:moveTo>
                <a:lnTo>
                  <a:pt x="74" y="0"/>
                </a:lnTo>
                <a:lnTo>
                  <a:pt x="100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1" name=""/>
          <p:cNvSpPr/>
          <p:nvPr/>
        </p:nvSpPr>
        <p:spPr>
          <a:xfrm>
            <a:off x="4836960" y="195804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9"/>
                </a:moveTo>
                <a:lnTo>
                  <a:pt x="100" y="0"/>
                </a:lnTo>
                <a:lnTo>
                  <a:pt x="106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2" name=""/>
          <p:cNvSpPr/>
          <p:nvPr/>
        </p:nvSpPr>
        <p:spPr>
          <a:xfrm>
            <a:off x="4836960" y="1958040"/>
            <a:ext cx="40680" cy="3600"/>
          </a:xfrm>
          <a:custGeom>
            <a:avLst/>
            <a:gdLst/>
            <a:ahLst/>
            <a:rect l="0" t="0" r="r" b="b"/>
            <a:pathLst>
              <a:path w="113" h="10">
                <a:moveTo>
                  <a:pt x="0" y="10"/>
                </a:moveTo>
                <a:lnTo>
                  <a:pt x="106" y="0"/>
                </a:lnTo>
                <a:lnTo>
                  <a:pt x="113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3" name=""/>
          <p:cNvSpPr/>
          <p:nvPr/>
        </p:nvSpPr>
        <p:spPr>
          <a:xfrm>
            <a:off x="4836960" y="1958040"/>
            <a:ext cx="45000" cy="3960"/>
          </a:xfrm>
          <a:custGeom>
            <a:avLst/>
            <a:gdLst/>
            <a:ahLst/>
            <a:rect l="0" t="0" r="r" b="b"/>
            <a:pathLst>
              <a:path w="125" h="11">
                <a:moveTo>
                  <a:pt x="0" y="10"/>
                </a:moveTo>
                <a:lnTo>
                  <a:pt x="113" y="0"/>
                </a:lnTo>
                <a:lnTo>
                  <a:pt x="125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4" name=""/>
          <p:cNvSpPr/>
          <p:nvPr/>
        </p:nvSpPr>
        <p:spPr>
          <a:xfrm>
            <a:off x="4836960" y="1958040"/>
            <a:ext cx="54000" cy="5040"/>
          </a:xfrm>
          <a:custGeom>
            <a:avLst/>
            <a:gdLst/>
            <a:ahLst/>
            <a:rect l="0" t="0" r="r" b="b"/>
            <a:pathLst>
              <a:path w="150" h="14">
                <a:moveTo>
                  <a:pt x="0" y="11"/>
                </a:moveTo>
                <a:lnTo>
                  <a:pt x="125" y="0"/>
                </a:lnTo>
                <a:lnTo>
                  <a:pt x="150" y="0"/>
                </a:lnTo>
                <a:lnTo>
                  <a:pt x="0" y="14"/>
                </a:lnTo>
                <a:lnTo>
                  <a:pt x="0" y="11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5" name=""/>
          <p:cNvSpPr/>
          <p:nvPr/>
        </p:nvSpPr>
        <p:spPr>
          <a:xfrm>
            <a:off x="4836960" y="1958040"/>
            <a:ext cx="56160" cy="5040"/>
          </a:xfrm>
          <a:custGeom>
            <a:avLst/>
            <a:gdLst/>
            <a:ahLst/>
            <a:rect l="0" t="0" r="r" b="b"/>
            <a:pathLst>
              <a:path w="156" h="14">
                <a:moveTo>
                  <a:pt x="0" y="13"/>
                </a:moveTo>
                <a:lnTo>
                  <a:pt x="150" y="0"/>
                </a:lnTo>
                <a:lnTo>
                  <a:pt x="156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6" name=""/>
          <p:cNvSpPr/>
          <p:nvPr/>
        </p:nvSpPr>
        <p:spPr>
          <a:xfrm>
            <a:off x="4836960" y="1958040"/>
            <a:ext cx="58320" cy="5040"/>
          </a:xfrm>
          <a:custGeom>
            <a:avLst/>
            <a:gdLst/>
            <a:ahLst/>
            <a:rect l="0" t="0" r="r" b="b"/>
            <a:pathLst>
              <a:path w="162" h="14">
                <a:moveTo>
                  <a:pt x="0" y="14"/>
                </a:moveTo>
                <a:lnTo>
                  <a:pt x="156" y="0"/>
                </a:lnTo>
                <a:lnTo>
                  <a:pt x="162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7" name=""/>
          <p:cNvSpPr/>
          <p:nvPr/>
        </p:nvSpPr>
        <p:spPr>
          <a:xfrm>
            <a:off x="4836960" y="1958040"/>
            <a:ext cx="60480" cy="5400"/>
          </a:xfrm>
          <a:custGeom>
            <a:avLst/>
            <a:gdLst/>
            <a:ahLst/>
            <a:rect l="0" t="0" r="r" b="b"/>
            <a:pathLst>
              <a:path w="168" h="15">
                <a:moveTo>
                  <a:pt x="0" y="14"/>
                </a:moveTo>
                <a:lnTo>
                  <a:pt x="162" y="0"/>
                </a:lnTo>
                <a:lnTo>
                  <a:pt x="16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8" name=""/>
          <p:cNvSpPr/>
          <p:nvPr/>
        </p:nvSpPr>
        <p:spPr>
          <a:xfrm>
            <a:off x="4836960" y="195804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68" y="0"/>
                </a:lnTo>
                <a:lnTo>
                  <a:pt x="174" y="0"/>
                </a:lnTo>
                <a:lnTo>
                  <a:pt x="0" y="15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69" name=""/>
          <p:cNvSpPr/>
          <p:nvPr/>
        </p:nvSpPr>
        <p:spPr>
          <a:xfrm>
            <a:off x="4836960" y="195804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5"/>
                </a:moveTo>
                <a:lnTo>
                  <a:pt x="174" y="0"/>
                </a:lnTo>
                <a:lnTo>
                  <a:pt x="199" y="0"/>
                </a:lnTo>
                <a:lnTo>
                  <a:pt x="0" y="17"/>
                </a:lnTo>
                <a:lnTo>
                  <a:pt x="0" y="15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0" name=""/>
          <p:cNvSpPr/>
          <p:nvPr/>
        </p:nvSpPr>
        <p:spPr>
          <a:xfrm>
            <a:off x="4836960" y="195804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7"/>
                </a:moveTo>
                <a:lnTo>
                  <a:pt x="198" y="0"/>
                </a:lnTo>
                <a:lnTo>
                  <a:pt x="224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1" name=""/>
          <p:cNvSpPr/>
          <p:nvPr/>
        </p:nvSpPr>
        <p:spPr>
          <a:xfrm>
            <a:off x="4836960" y="1958040"/>
            <a:ext cx="82800" cy="7200"/>
          </a:xfrm>
          <a:custGeom>
            <a:avLst/>
            <a:gdLst/>
            <a:ahLst/>
            <a:rect l="0" t="0" r="r" b="b"/>
            <a:pathLst>
              <a:path w="230" h="20">
                <a:moveTo>
                  <a:pt x="0" y="19"/>
                </a:moveTo>
                <a:lnTo>
                  <a:pt x="224" y="0"/>
                </a:lnTo>
                <a:lnTo>
                  <a:pt x="230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2" name=""/>
          <p:cNvSpPr/>
          <p:nvPr/>
        </p:nvSpPr>
        <p:spPr>
          <a:xfrm>
            <a:off x="4836960" y="195804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0" y="0"/>
                </a:lnTo>
                <a:lnTo>
                  <a:pt x="236" y="0"/>
                </a:lnTo>
                <a:lnTo>
                  <a:pt x="0" y="20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3" name=""/>
          <p:cNvSpPr/>
          <p:nvPr/>
        </p:nvSpPr>
        <p:spPr>
          <a:xfrm>
            <a:off x="4836960" y="1958040"/>
            <a:ext cx="89640" cy="7560"/>
          </a:xfrm>
          <a:custGeom>
            <a:avLst/>
            <a:gdLst/>
            <a:ahLst/>
            <a:rect l="0" t="0" r="r" b="b"/>
            <a:pathLst>
              <a:path w="249" h="21">
                <a:moveTo>
                  <a:pt x="0" y="20"/>
                </a:moveTo>
                <a:lnTo>
                  <a:pt x="236" y="0"/>
                </a:lnTo>
                <a:lnTo>
                  <a:pt x="249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4" name=""/>
          <p:cNvSpPr/>
          <p:nvPr/>
        </p:nvSpPr>
        <p:spPr>
          <a:xfrm>
            <a:off x="4836960" y="195804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1"/>
                </a:moveTo>
                <a:lnTo>
                  <a:pt x="249" y="0"/>
                </a:lnTo>
                <a:lnTo>
                  <a:pt x="261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5" name=""/>
          <p:cNvSpPr/>
          <p:nvPr/>
        </p:nvSpPr>
        <p:spPr>
          <a:xfrm>
            <a:off x="4836960" y="1958040"/>
            <a:ext cx="96120" cy="8280"/>
          </a:xfrm>
          <a:custGeom>
            <a:avLst/>
            <a:gdLst/>
            <a:ahLst/>
            <a:rect l="0" t="0" r="r" b="b"/>
            <a:pathLst>
              <a:path w="267" h="23">
                <a:moveTo>
                  <a:pt x="0" y="22"/>
                </a:moveTo>
                <a:lnTo>
                  <a:pt x="260" y="0"/>
                </a:lnTo>
                <a:lnTo>
                  <a:pt x="26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6" name=""/>
          <p:cNvSpPr/>
          <p:nvPr/>
        </p:nvSpPr>
        <p:spPr>
          <a:xfrm>
            <a:off x="4836960" y="1958040"/>
            <a:ext cx="98640" cy="8280"/>
          </a:xfrm>
          <a:custGeom>
            <a:avLst/>
            <a:gdLst/>
            <a:ahLst/>
            <a:rect l="0" t="0" r="r" b="b"/>
            <a:pathLst>
              <a:path w="274" h="23">
                <a:moveTo>
                  <a:pt x="0" y="23"/>
                </a:moveTo>
                <a:lnTo>
                  <a:pt x="267" y="0"/>
                </a:lnTo>
                <a:lnTo>
                  <a:pt x="274" y="0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7" name=""/>
          <p:cNvSpPr/>
          <p:nvPr/>
        </p:nvSpPr>
        <p:spPr>
          <a:xfrm>
            <a:off x="4836960" y="195804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3"/>
                </a:moveTo>
                <a:lnTo>
                  <a:pt x="274" y="0"/>
                </a:lnTo>
                <a:lnTo>
                  <a:pt x="28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8" name=""/>
          <p:cNvSpPr/>
          <p:nvPr/>
        </p:nvSpPr>
        <p:spPr>
          <a:xfrm>
            <a:off x="4836960" y="1958040"/>
            <a:ext cx="107280" cy="9360"/>
          </a:xfrm>
          <a:custGeom>
            <a:avLst/>
            <a:gdLst/>
            <a:ahLst/>
            <a:rect l="0" t="0" r="r" b="b"/>
            <a:pathLst>
              <a:path w="298" h="26">
                <a:moveTo>
                  <a:pt x="0" y="24"/>
                </a:moveTo>
                <a:lnTo>
                  <a:pt x="286" y="0"/>
                </a:lnTo>
                <a:lnTo>
                  <a:pt x="298" y="0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79" name=""/>
          <p:cNvSpPr/>
          <p:nvPr/>
        </p:nvSpPr>
        <p:spPr>
          <a:xfrm>
            <a:off x="4836960" y="195804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298" y="0"/>
                </a:lnTo>
                <a:lnTo>
                  <a:pt x="304" y="0"/>
                </a:lnTo>
                <a:lnTo>
                  <a:pt x="0" y="2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0" name=""/>
          <p:cNvSpPr/>
          <p:nvPr/>
        </p:nvSpPr>
        <p:spPr>
          <a:xfrm>
            <a:off x="4836960" y="1958040"/>
            <a:ext cx="111960" cy="9360"/>
          </a:xfrm>
          <a:custGeom>
            <a:avLst/>
            <a:gdLst/>
            <a:ahLst/>
            <a:rect l="0" t="0" r="r" b="b"/>
            <a:pathLst>
              <a:path w="311" h="26">
                <a:moveTo>
                  <a:pt x="0" y="25"/>
                </a:moveTo>
                <a:lnTo>
                  <a:pt x="304" y="0"/>
                </a:lnTo>
                <a:lnTo>
                  <a:pt x="311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1" name=""/>
          <p:cNvSpPr/>
          <p:nvPr/>
        </p:nvSpPr>
        <p:spPr>
          <a:xfrm>
            <a:off x="4836960" y="195804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6"/>
                </a:moveTo>
                <a:lnTo>
                  <a:pt x="311" y="0"/>
                </a:lnTo>
                <a:lnTo>
                  <a:pt x="323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2" name=""/>
          <p:cNvSpPr/>
          <p:nvPr/>
        </p:nvSpPr>
        <p:spPr>
          <a:xfrm>
            <a:off x="4836960" y="195804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7"/>
                </a:moveTo>
                <a:lnTo>
                  <a:pt x="323" y="0"/>
                </a:lnTo>
                <a:lnTo>
                  <a:pt x="33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3" name=""/>
          <p:cNvSpPr/>
          <p:nvPr/>
        </p:nvSpPr>
        <p:spPr>
          <a:xfrm>
            <a:off x="4836960" y="1958040"/>
            <a:ext cx="123120" cy="10080"/>
          </a:xfrm>
          <a:custGeom>
            <a:avLst/>
            <a:gdLst/>
            <a:ahLst/>
            <a:rect l="0" t="0" r="r" b="b"/>
            <a:pathLst>
              <a:path w="342" h="28">
                <a:moveTo>
                  <a:pt x="0" y="28"/>
                </a:moveTo>
                <a:lnTo>
                  <a:pt x="335" y="0"/>
                </a:lnTo>
                <a:lnTo>
                  <a:pt x="342" y="0"/>
                </a:lnTo>
                <a:lnTo>
                  <a:pt x="0" y="28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4" name=""/>
          <p:cNvSpPr/>
          <p:nvPr/>
        </p:nvSpPr>
        <p:spPr>
          <a:xfrm>
            <a:off x="4836960" y="1958040"/>
            <a:ext cx="125280" cy="10440"/>
          </a:xfrm>
          <a:custGeom>
            <a:avLst/>
            <a:gdLst/>
            <a:ahLst/>
            <a:rect l="0" t="0" r="r" b="b"/>
            <a:pathLst>
              <a:path w="348" h="29">
                <a:moveTo>
                  <a:pt x="0" y="28"/>
                </a:moveTo>
                <a:lnTo>
                  <a:pt x="342" y="0"/>
                </a:lnTo>
                <a:lnTo>
                  <a:pt x="348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5" name=""/>
          <p:cNvSpPr/>
          <p:nvPr/>
        </p:nvSpPr>
        <p:spPr>
          <a:xfrm>
            <a:off x="4836960" y="195804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48" y="0"/>
                </a:lnTo>
                <a:lnTo>
                  <a:pt x="354" y="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6" name=""/>
          <p:cNvSpPr/>
          <p:nvPr/>
        </p:nvSpPr>
        <p:spPr>
          <a:xfrm>
            <a:off x="4836960" y="195804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29"/>
                </a:moveTo>
                <a:lnTo>
                  <a:pt x="354" y="0"/>
                </a:lnTo>
                <a:lnTo>
                  <a:pt x="36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7" name=""/>
          <p:cNvSpPr/>
          <p:nvPr/>
        </p:nvSpPr>
        <p:spPr>
          <a:xfrm>
            <a:off x="4836960" y="1958040"/>
            <a:ext cx="134280" cy="11160"/>
          </a:xfrm>
          <a:custGeom>
            <a:avLst/>
            <a:gdLst/>
            <a:ahLst/>
            <a:rect l="0" t="0" r="r" b="b"/>
            <a:pathLst>
              <a:path w="373" h="31">
                <a:moveTo>
                  <a:pt x="0" y="30"/>
                </a:moveTo>
                <a:lnTo>
                  <a:pt x="360" y="0"/>
                </a:lnTo>
                <a:lnTo>
                  <a:pt x="373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8" name=""/>
          <p:cNvSpPr/>
          <p:nvPr/>
        </p:nvSpPr>
        <p:spPr>
          <a:xfrm>
            <a:off x="4836960" y="195804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1"/>
                </a:moveTo>
                <a:lnTo>
                  <a:pt x="373" y="0"/>
                </a:lnTo>
                <a:lnTo>
                  <a:pt x="38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89" name=""/>
          <p:cNvSpPr/>
          <p:nvPr/>
        </p:nvSpPr>
        <p:spPr>
          <a:xfrm>
            <a:off x="4836960" y="195804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85" y="0"/>
                </a:lnTo>
                <a:lnTo>
                  <a:pt x="391" y="0"/>
                </a:lnTo>
                <a:lnTo>
                  <a:pt x="0" y="3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0" name=""/>
          <p:cNvSpPr/>
          <p:nvPr/>
        </p:nvSpPr>
        <p:spPr>
          <a:xfrm>
            <a:off x="4836960" y="195804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2"/>
                </a:moveTo>
                <a:lnTo>
                  <a:pt x="391" y="0"/>
                </a:lnTo>
                <a:lnTo>
                  <a:pt x="397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1" name=""/>
          <p:cNvSpPr/>
          <p:nvPr/>
        </p:nvSpPr>
        <p:spPr>
          <a:xfrm>
            <a:off x="4836960" y="1958040"/>
            <a:ext cx="147600" cy="12240"/>
          </a:xfrm>
          <a:custGeom>
            <a:avLst/>
            <a:gdLst/>
            <a:ahLst/>
            <a:rect l="0" t="0" r="r" b="b"/>
            <a:pathLst>
              <a:path w="410" h="34">
                <a:moveTo>
                  <a:pt x="0" y="33"/>
                </a:moveTo>
                <a:lnTo>
                  <a:pt x="397" y="0"/>
                </a:lnTo>
                <a:lnTo>
                  <a:pt x="410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2" name=""/>
          <p:cNvSpPr/>
          <p:nvPr/>
        </p:nvSpPr>
        <p:spPr>
          <a:xfrm>
            <a:off x="4836960" y="195804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10" y="0"/>
                </a:lnTo>
                <a:lnTo>
                  <a:pt x="416" y="0"/>
                </a:lnTo>
                <a:lnTo>
                  <a:pt x="0" y="34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3" name=""/>
          <p:cNvSpPr/>
          <p:nvPr/>
        </p:nvSpPr>
        <p:spPr>
          <a:xfrm>
            <a:off x="4836960" y="195804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4"/>
                </a:moveTo>
                <a:lnTo>
                  <a:pt x="416" y="0"/>
                </a:lnTo>
                <a:lnTo>
                  <a:pt x="422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2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4" name=""/>
          <p:cNvSpPr/>
          <p:nvPr/>
        </p:nvSpPr>
        <p:spPr>
          <a:xfrm>
            <a:off x="4836960" y="195804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2" y="0"/>
                </a:lnTo>
                <a:lnTo>
                  <a:pt x="428" y="0"/>
                </a:lnTo>
                <a:lnTo>
                  <a:pt x="0" y="35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5" name=""/>
          <p:cNvSpPr/>
          <p:nvPr/>
        </p:nvSpPr>
        <p:spPr>
          <a:xfrm>
            <a:off x="4836960" y="1958040"/>
            <a:ext cx="156600" cy="12960"/>
          </a:xfrm>
          <a:custGeom>
            <a:avLst/>
            <a:gdLst/>
            <a:ahLst/>
            <a:rect l="0" t="0" r="r" b="b"/>
            <a:pathLst>
              <a:path w="435" h="36">
                <a:moveTo>
                  <a:pt x="0" y="35"/>
                </a:moveTo>
                <a:lnTo>
                  <a:pt x="428" y="0"/>
                </a:lnTo>
                <a:lnTo>
                  <a:pt x="435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6" name=""/>
          <p:cNvSpPr/>
          <p:nvPr/>
        </p:nvSpPr>
        <p:spPr>
          <a:xfrm>
            <a:off x="4836960" y="195804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6"/>
                </a:moveTo>
                <a:lnTo>
                  <a:pt x="435" y="0"/>
                </a:lnTo>
                <a:lnTo>
                  <a:pt x="447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7" name=""/>
          <p:cNvSpPr/>
          <p:nvPr/>
        </p:nvSpPr>
        <p:spPr>
          <a:xfrm>
            <a:off x="4836960" y="195804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47" y="0"/>
                </a:lnTo>
                <a:lnTo>
                  <a:pt x="453" y="0"/>
                </a:lnTo>
                <a:lnTo>
                  <a:pt x="0" y="37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8" name=""/>
          <p:cNvSpPr/>
          <p:nvPr/>
        </p:nvSpPr>
        <p:spPr>
          <a:xfrm>
            <a:off x="4836960" y="195804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7"/>
                </a:moveTo>
                <a:lnTo>
                  <a:pt x="453" y="0"/>
                </a:lnTo>
                <a:lnTo>
                  <a:pt x="459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599" name=""/>
          <p:cNvSpPr/>
          <p:nvPr/>
        </p:nvSpPr>
        <p:spPr>
          <a:xfrm>
            <a:off x="4836960" y="195804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59" y="0"/>
                </a:lnTo>
                <a:lnTo>
                  <a:pt x="465" y="0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0" name=""/>
          <p:cNvSpPr/>
          <p:nvPr/>
        </p:nvSpPr>
        <p:spPr>
          <a:xfrm>
            <a:off x="4836960" y="1958040"/>
            <a:ext cx="169920" cy="14040"/>
          </a:xfrm>
          <a:custGeom>
            <a:avLst/>
            <a:gdLst/>
            <a:ahLst/>
            <a:rect l="0" t="0" r="r" b="b"/>
            <a:pathLst>
              <a:path w="472" h="39">
                <a:moveTo>
                  <a:pt x="0" y="38"/>
                </a:moveTo>
                <a:lnTo>
                  <a:pt x="465" y="0"/>
                </a:lnTo>
                <a:lnTo>
                  <a:pt x="472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1" name=""/>
          <p:cNvSpPr/>
          <p:nvPr/>
        </p:nvSpPr>
        <p:spPr>
          <a:xfrm>
            <a:off x="4836960" y="1958040"/>
            <a:ext cx="172080" cy="14040"/>
          </a:xfrm>
          <a:custGeom>
            <a:avLst/>
            <a:gdLst/>
            <a:ahLst/>
            <a:rect l="0" t="0" r="r" b="b"/>
            <a:pathLst>
              <a:path w="478" h="39">
                <a:moveTo>
                  <a:pt x="0" y="39"/>
                </a:moveTo>
                <a:lnTo>
                  <a:pt x="472" y="0"/>
                </a:lnTo>
                <a:lnTo>
                  <a:pt x="478" y="0"/>
                </a:lnTo>
                <a:lnTo>
                  <a:pt x="0" y="39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2" name=""/>
          <p:cNvSpPr/>
          <p:nvPr/>
        </p:nvSpPr>
        <p:spPr>
          <a:xfrm>
            <a:off x="4836960" y="195804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39"/>
                </a:moveTo>
                <a:lnTo>
                  <a:pt x="478" y="0"/>
                </a:lnTo>
                <a:lnTo>
                  <a:pt x="484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3" name=""/>
          <p:cNvSpPr/>
          <p:nvPr/>
        </p:nvSpPr>
        <p:spPr>
          <a:xfrm>
            <a:off x="4836960" y="195804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0"/>
                </a:moveTo>
                <a:lnTo>
                  <a:pt x="484" y="0"/>
                </a:lnTo>
                <a:lnTo>
                  <a:pt x="496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4" name=""/>
          <p:cNvSpPr/>
          <p:nvPr/>
        </p:nvSpPr>
        <p:spPr>
          <a:xfrm>
            <a:off x="4836960" y="1958040"/>
            <a:ext cx="181080" cy="14760"/>
          </a:xfrm>
          <a:custGeom>
            <a:avLst/>
            <a:gdLst/>
            <a:ahLst/>
            <a:rect l="0" t="0" r="r" b="b"/>
            <a:pathLst>
              <a:path w="503" h="41">
                <a:moveTo>
                  <a:pt x="0" y="41"/>
                </a:moveTo>
                <a:lnTo>
                  <a:pt x="496" y="0"/>
                </a:lnTo>
                <a:lnTo>
                  <a:pt x="503" y="0"/>
                </a:lnTo>
                <a:lnTo>
                  <a:pt x="0" y="41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5" name=""/>
          <p:cNvSpPr/>
          <p:nvPr/>
        </p:nvSpPr>
        <p:spPr>
          <a:xfrm>
            <a:off x="4836960" y="1958040"/>
            <a:ext cx="183240" cy="15120"/>
          </a:xfrm>
          <a:custGeom>
            <a:avLst/>
            <a:gdLst/>
            <a:ahLst/>
            <a:rect l="0" t="0" r="r" b="b"/>
            <a:pathLst>
              <a:path w="509" h="42">
                <a:moveTo>
                  <a:pt x="0" y="41"/>
                </a:moveTo>
                <a:lnTo>
                  <a:pt x="502" y="0"/>
                </a:lnTo>
                <a:lnTo>
                  <a:pt x="509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6" name=""/>
          <p:cNvSpPr/>
          <p:nvPr/>
        </p:nvSpPr>
        <p:spPr>
          <a:xfrm>
            <a:off x="4836960" y="195804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09" y="0"/>
                </a:lnTo>
                <a:lnTo>
                  <a:pt x="515" y="0"/>
                </a:lnTo>
                <a:lnTo>
                  <a:pt x="0" y="42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7" name=""/>
          <p:cNvSpPr/>
          <p:nvPr/>
        </p:nvSpPr>
        <p:spPr>
          <a:xfrm>
            <a:off x="4836960" y="195804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2"/>
                </a:moveTo>
                <a:lnTo>
                  <a:pt x="515" y="0"/>
                </a:lnTo>
                <a:lnTo>
                  <a:pt x="52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ee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8" name=""/>
          <p:cNvSpPr/>
          <p:nvPr/>
        </p:nvSpPr>
        <p:spPr>
          <a:xfrm>
            <a:off x="4836960" y="195804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1" y="0"/>
                </a:lnTo>
                <a:lnTo>
                  <a:pt x="527" y="0"/>
                </a:lnTo>
                <a:lnTo>
                  <a:pt x="0" y="43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09" name=""/>
          <p:cNvSpPr/>
          <p:nvPr/>
        </p:nvSpPr>
        <p:spPr>
          <a:xfrm>
            <a:off x="4836960" y="1958040"/>
            <a:ext cx="192240" cy="16200"/>
          </a:xfrm>
          <a:custGeom>
            <a:avLst/>
            <a:gdLst/>
            <a:ahLst/>
            <a:rect l="0" t="0" r="r" b="b"/>
            <a:pathLst>
              <a:path w="534" h="45">
                <a:moveTo>
                  <a:pt x="0" y="43"/>
                </a:moveTo>
                <a:lnTo>
                  <a:pt x="527" y="0"/>
                </a:lnTo>
                <a:lnTo>
                  <a:pt x="534" y="0"/>
                </a:lnTo>
                <a:lnTo>
                  <a:pt x="0" y="45"/>
                </a:lnTo>
                <a:lnTo>
                  <a:pt x="0" y="43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0" name=""/>
          <p:cNvSpPr/>
          <p:nvPr/>
        </p:nvSpPr>
        <p:spPr>
          <a:xfrm>
            <a:off x="4836960" y="1958040"/>
            <a:ext cx="194400" cy="16200"/>
          </a:xfrm>
          <a:custGeom>
            <a:avLst/>
            <a:gdLst/>
            <a:ahLst/>
            <a:rect l="0" t="0" r="r" b="b"/>
            <a:pathLst>
              <a:path w="540" h="45">
                <a:moveTo>
                  <a:pt x="0" y="45"/>
                </a:moveTo>
                <a:lnTo>
                  <a:pt x="534" y="0"/>
                </a:lnTo>
                <a:lnTo>
                  <a:pt x="540" y="0"/>
                </a:lnTo>
                <a:lnTo>
                  <a:pt x="0" y="45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1" name=""/>
          <p:cNvSpPr/>
          <p:nvPr/>
        </p:nvSpPr>
        <p:spPr>
          <a:xfrm>
            <a:off x="4836960" y="1958040"/>
            <a:ext cx="196560" cy="16560"/>
          </a:xfrm>
          <a:custGeom>
            <a:avLst/>
            <a:gdLst/>
            <a:ahLst/>
            <a:rect l="0" t="0" r="r" b="b"/>
            <a:pathLst>
              <a:path w="546" h="46">
                <a:moveTo>
                  <a:pt x="0" y="44"/>
                </a:moveTo>
                <a:lnTo>
                  <a:pt x="540" y="0"/>
                </a:lnTo>
                <a:lnTo>
                  <a:pt x="546" y="0"/>
                </a:lnTo>
                <a:lnTo>
                  <a:pt x="0" y="46"/>
                </a:lnTo>
                <a:lnTo>
                  <a:pt x="0" y="44"/>
                </a:lnTo>
                <a:close/>
              </a:path>
            </a:pathLst>
          </a:custGeom>
          <a:solidFill>
            <a:srgbClr val="eee4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2" name=""/>
          <p:cNvSpPr/>
          <p:nvPr/>
        </p:nvSpPr>
        <p:spPr>
          <a:xfrm>
            <a:off x="4836960" y="1958040"/>
            <a:ext cx="198720" cy="16560"/>
          </a:xfrm>
          <a:custGeom>
            <a:avLst/>
            <a:gdLst/>
            <a:ahLst/>
            <a:rect l="0" t="0" r="r" b="b"/>
            <a:pathLst>
              <a:path w="552" h="46">
                <a:moveTo>
                  <a:pt x="0" y="46"/>
                </a:moveTo>
                <a:lnTo>
                  <a:pt x="546" y="0"/>
                </a:lnTo>
                <a:lnTo>
                  <a:pt x="552" y="0"/>
                </a:lnTo>
                <a:lnTo>
                  <a:pt x="0" y="46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3" name=""/>
          <p:cNvSpPr/>
          <p:nvPr/>
        </p:nvSpPr>
        <p:spPr>
          <a:xfrm>
            <a:off x="4836960" y="195804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5"/>
                </a:moveTo>
                <a:lnTo>
                  <a:pt x="552" y="0"/>
                </a:lnTo>
                <a:lnTo>
                  <a:pt x="558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4" name=""/>
          <p:cNvSpPr/>
          <p:nvPr/>
        </p:nvSpPr>
        <p:spPr>
          <a:xfrm>
            <a:off x="4836960" y="1958040"/>
            <a:ext cx="203400" cy="16560"/>
          </a:xfrm>
          <a:custGeom>
            <a:avLst/>
            <a:gdLst/>
            <a:ahLst/>
            <a:rect l="0" t="0" r="r" b="b"/>
            <a:pathLst>
              <a:path w="565" h="46">
                <a:moveTo>
                  <a:pt x="0" y="46"/>
                </a:moveTo>
                <a:lnTo>
                  <a:pt x="558" y="0"/>
                </a:lnTo>
                <a:lnTo>
                  <a:pt x="565" y="0"/>
                </a:lnTo>
                <a:lnTo>
                  <a:pt x="0" y="46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5" name=""/>
          <p:cNvSpPr/>
          <p:nvPr/>
        </p:nvSpPr>
        <p:spPr>
          <a:xfrm>
            <a:off x="4836960" y="1958040"/>
            <a:ext cx="205560" cy="16920"/>
          </a:xfrm>
          <a:custGeom>
            <a:avLst/>
            <a:gdLst/>
            <a:ahLst/>
            <a:rect l="0" t="0" r="r" b="b"/>
            <a:pathLst>
              <a:path w="571" h="47">
                <a:moveTo>
                  <a:pt x="0" y="46"/>
                </a:moveTo>
                <a:lnTo>
                  <a:pt x="565" y="0"/>
                </a:lnTo>
                <a:lnTo>
                  <a:pt x="571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ede2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6" name=""/>
          <p:cNvSpPr/>
          <p:nvPr/>
        </p:nvSpPr>
        <p:spPr>
          <a:xfrm>
            <a:off x="4836960" y="195804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1" y="0"/>
                </a:lnTo>
                <a:lnTo>
                  <a:pt x="577" y="0"/>
                </a:lnTo>
                <a:lnTo>
                  <a:pt x="0" y="47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7" name=""/>
          <p:cNvSpPr/>
          <p:nvPr/>
        </p:nvSpPr>
        <p:spPr>
          <a:xfrm>
            <a:off x="4836960" y="1958040"/>
            <a:ext cx="209880" cy="17280"/>
          </a:xfrm>
          <a:custGeom>
            <a:avLst/>
            <a:gdLst/>
            <a:ahLst/>
            <a:rect l="0" t="0" r="r" b="b"/>
            <a:pathLst>
              <a:path w="583" h="48">
                <a:moveTo>
                  <a:pt x="0" y="47"/>
                </a:moveTo>
                <a:lnTo>
                  <a:pt x="577" y="0"/>
                </a:lnTo>
                <a:lnTo>
                  <a:pt x="58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8" name=""/>
          <p:cNvSpPr/>
          <p:nvPr/>
        </p:nvSpPr>
        <p:spPr>
          <a:xfrm>
            <a:off x="4836960" y="1958040"/>
            <a:ext cx="214200" cy="17640"/>
          </a:xfrm>
          <a:custGeom>
            <a:avLst/>
            <a:gdLst/>
            <a:ahLst/>
            <a:rect l="0" t="0" r="r" b="b"/>
            <a:pathLst>
              <a:path w="595" h="49">
                <a:moveTo>
                  <a:pt x="0" y="48"/>
                </a:moveTo>
                <a:lnTo>
                  <a:pt x="583" y="0"/>
                </a:lnTo>
                <a:lnTo>
                  <a:pt x="595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19" name=""/>
          <p:cNvSpPr/>
          <p:nvPr/>
        </p:nvSpPr>
        <p:spPr>
          <a:xfrm>
            <a:off x="4836960" y="1958040"/>
            <a:ext cx="216720" cy="17640"/>
          </a:xfrm>
          <a:custGeom>
            <a:avLst/>
            <a:gdLst/>
            <a:ahLst/>
            <a:rect l="0" t="0" r="r" b="b"/>
            <a:pathLst>
              <a:path w="602" h="49">
                <a:moveTo>
                  <a:pt x="0" y="49"/>
                </a:moveTo>
                <a:lnTo>
                  <a:pt x="595" y="0"/>
                </a:lnTo>
                <a:lnTo>
                  <a:pt x="602" y="0"/>
                </a:lnTo>
                <a:lnTo>
                  <a:pt x="0" y="49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0" name=""/>
          <p:cNvSpPr/>
          <p:nvPr/>
        </p:nvSpPr>
        <p:spPr>
          <a:xfrm>
            <a:off x="4836960" y="1958040"/>
            <a:ext cx="218880" cy="18000"/>
          </a:xfrm>
          <a:custGeom>
            <a:avLst/>
            <a:gdLst/>
            <a:ahLst/>
            <a:rect l="0" t="0" r="r" b="b"/>
            <a:pathLst>
              <a:path w="608" h="50">
                <a:moveTo>
                  <a:pt x="0" y="49"/>
                </a:moveTo>
                <a:lnTo>
                  <a:pt x="602" y="0"/>
                </a:lnTo>
                <a:lnTo>
                  <a:pt x="608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1" name=""/>
          <p:cNvSpPr/>
          <p:nvPr/>
        </p:nvSpPr>
        <p:spPr>
          <a:xfrm>
            <a:off x="4836960" y="195804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08" y="0"/>
                </a:lnTo>
                <a:lnTo>
                  <a:pt x="614" y="0"/>
                </a:lnTo>
                <a:lnTo>
                  <a:pt x="0" y="50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2" name=""/>
          <p:cNvSpPr/>
          <p:nvPr/>
        </p:nvSpPr>
        <p:spPr>
          <a:xfrm>
            <a:off x="4836960" y="1958040"/>
            <a:ext cx="223200" cy="18360"/>
          </a:xfrm>
          <a:custGeom>
            <a:avLst/>
            <a:gdLst/>
            <a:ahLst/>
            <a:rect l="0" t="0" r="r" b="b"/>
            <a:pathLst>
              <a:path w="620" h="51">
                <a:moveTo>
                  <a:pt x="0" y="50"/>
                </a:moveTo>
                <a:lnTo>
                  <a:pt x="614" y="0"/>
                </a:lnTo>
                <a:lnTo>
                  <a:pt x="620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3" name=""/>
          <p:cNvSpPr/>
          <p:nvPr/>
        </p:nvSpPr>
        <p:spPr>
          <a:xfrm>
            <a:off x="4836960" y="1958040"/>
            <a:ext cx="227880" cy="18720"/>
          </a:xfrm>
          <a:custGeom>
            <a:avLst/>
            <a:gdLst/>
            <a:ahLst/>
            <a:rect l="0" t="0" r="r" b="b"/>
            <a:pathLst>
              <a:path w="633" h="52">
                <a:moveTo>
                  <a:pt x="0" y="51"/>
                </a:moveTo>
                <a:lnTo>
                  <a:pt x="620" y="0"/>
                </a:lnTo>
                <a:lnTo>
                  <a:pt x="633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4" name=""/>
          <p:cNvSpPr/>
          <p:nvPr/>
        </p:nvSpPr>
        <p:spPr>
          <a:xfrm>
            <a:off x="4836960" y="195804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3" y="0"/>
                </a:lnTo>
                <a:lnTo>
                  <a:pt x="639" y="0"/>
                </a:lnTo>
                <a:lnTo>
                  <a:pt x="0" y="52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5" name=""/>
          <p:cNvSpPr/>
          <p:nvPr/>
        </p:nvSpPr>
        <p:spPr>
          <a:xfrm>
            <a:off x="4836960" y="1958040"/>
            <a:ext cx="232200" cy="19080"/>
          </a:xfrm>
          <a:custGeom>
            <a:avLst/>
            <a:gdLst/>
            <a:ahLst/>
            <a:rect l="0" t="0" r="r" b="b"/>
            <a:pathLst>
              <a:path w="645" h="53">
                <a:moveTo>
                  <a:pt x="0" y="52"/>
                </a:moveTo>
                <a:lnTo>
                  <a:pt x="639" y="0"/>
                </a:lnTo>
                <a:lnTo>
                  <a:pt x="64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6" name=""/>
          <p:cNvSpPr/>
          <p:nvPr/>
        </p:nvSpPr>
        <p:spPr>
          <a:xfrm>
            <a:off x="4836960" y="195804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45" y="0"/>
                </a:lnTo>
                <a:lnTo>
                  <a:pt x="651" y="0"/>
                </a:lnTo>
                <a:lnTo>
                  <a:pt x="0" y="5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7" name=""/>
          <p:cNvSpPr/>
          <p:nvPr/>
        </p:nvSpPr>
        <p:spPr>
          <a:xfrm>
            <a:off x="4836960" y="1958040"/>
            <a:ext cx="236520" cy="19440"/>
          </a:xfrm>
          <a:custGeom>
            <a:avLst/>
            <a:gdLst/>
            <a:ahLst/>
            <a:rect l="0" t="0" r="r" b="b"/>
            <a:pathLst>
              <a:path w="657" h="54">
                <a:moveTo>
                  <a:pt x="0" y="53"/>
                </a:moveTo>
                <a:lnTo>
                  <a:pt x="651" y="0"/>
                </a:lnTo>
                <a:lnTo>
                  <a:pt x="657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8" name=""/>
          <p:cNvSpPr/>
          <p:nvPr/>
        </p:nvSpPr>
        <p:spPr>
          <a:xfrm>
            <a:off x="4836960" y="1958040"/>
            <a:ext cx="239040" cy="19440"/>
          </a:xfrm>
          <a:custGeom>
            <a:avLst/>
            <a:gdLst/>
            <a:ahLst/>
            <a:rect l="0" t="0" r="r" b="b"/>
            <a:pathLst>
              <a:path w="664" h="54">
                <a:moveTo>
                  <a:pt x="0" y="54"/>
                </a:moveTo>
                <a:lnTo>
                  <a:pt x="657" y="0"/>
                </a:lnTo>
                <a:lnTo>
                  <a:pt x="664" y="0"/>
                </a:lnTo>
                <a:lnTo>
                  <a:pt x="0" y="54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29" name=""/>
          <p:cNvSpPr/>
          <p:nvPr/>
        </p:nvSpPr>
        <p:spPr>
          <a:xfrm>
            <a:off x="4836960" y="1958040"/>
            <a:ext cx="241200" cy="19800"/>
          </a:xfrm>
          <a:custGeom>
            <a:avLst/>
            <a:gdLst/>
            <a:ahLst/>
            <a:rect l="0" t="0" r="r" b="b"/>
            <a:pathLst>
              <a:path w="670" h="55">
                <a:moveTo>
                  <a:pt x="0" y="54"/>
                </a:moveTo>
                <a:lnTo>
                  <a:pt x="664" y="0"/>
                </a:lnTo>
                <a:lnTo>
                  <a:pt x="670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0" name=""/>
          <p:cNvSpPr/>
          <p:nvPr/>
        </p:nvSpPr>
        <p:spPr>
          <a:xfrm>
            <a:off x="4836960" y="195804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70" y="0"/>
                </a:lnTo>
                <a:lnTo>
                  <a:pt x="676" y="0"/>
                </a:lnTo>
                <a:lnTo>
                  <a:pt x="0" y="55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1" name=""/>
          <p:cNvSpPr/>
          <p:nvPr/>
        </p:nvSpPr>
        <p:spPr>
          <a:xfrm>
            <a:off x="4836960" y="1958040"/>
            <a:ext cx="245520" cy="20160"/>
          </a:xfrm>
          <a:custGeom>
            <a:avLst/>
            <a:gdLst/>
            <a:ahLst/>
            <a:rect l="0" t="0" r="r" b="b"/>
            <a:pathLst>
              <a:path w="682" h="56">
                <a:moveTo>
                  <a:pt x="0" y="55"/>
                </a:moveTo>
                <a:lnTo>
                  <a:pt x="676" y="0"/>
                </a:lnTo>
                <a:lnTo>
                  <a:pt x="68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2" name=""/>
          <p:cNvSpPr/>
          <p:nvPr/>
        </p:nvSpPr>
        <p:spPr>
          <a:xfrm>
            <a:off x="4836960" y="195804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2" y="0"/>
                </a:lnTo>
                <a:lnTo>
                  <a:pt x="688" y="0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3" name=""/>
          <p:cNvSpPr/>
          <p:nvPr/>
        </p:nvSpPr>
        <p:spPr>
          <a:xfrm>
            <a:off x="4836960" y="1958040"/>
            <a:ext cx="250200" cy="20520"/>
          </a:xfrm>
          <a:custGeom>
            <a:avLst/>
            <a:gdLst/>
            <a:ahLst/>
            <a:rect l="0" t="0" r="r" b="b"/>
            <a:pathLst>
              <a:path w="695" h="57">
                <a:moveTo>
                  <a:pt x="0" y="56"/>
                </a:moveTo>
                <a:lnTo>
                  <a:pt x="688" y="0"/>
                </a:lnTo>
                <a:lnTo>
                  <a:pt x="69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4" name=""/>
          <p:cNvSpPr/>
          <p:nvPr/>
        </p:nvSpPr>
        <p:spPr>
          <a:xfrm>
            <a:off x="4836960" y="1958040"/>
            <a:ext cx="252360" cy="20520"/>
          </a:xfrm>
          <a:custGeom>
            <a:avLst/>
            <a:gdLst/>
            <a:ahLst/>
            <a:rect l="0" t="0" r="r" b="b"/>
            <a:pathLst>
              <a:path w="701" h="57">
                <a:moveTo>
                  <a:pt x="0" y="57"/>
                </a:moveTo>
                <a:lnTo>
                  <a:pt x="695" y="0"/>
                </a:lnTo>
                <a:lnTo>
                  <a:pt x="701" y="0"/>
                </a:lnTo>
                <a:lnTo>
                  <a:pt x="0" y="57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5" name=""/>
          <p:cNvSpPr/>
          <p:nvPr/>
        </p:nvSpPr>
        <p:spPr>
          <a:xfrm>
            <a:off x="4836960" y="1958040"/>
            <a:ext cx="254520" cy="20880"/>
          </a:xfrm>
          <a:custGeom>
            <a:avLst/>
            <a:gdLst/>
            <a:ahLst/>
            <a:rect l="0" t="0" r="r" b="b"/>
            <a:pathLst>
              <a:path w="707" h="58">
                <a:moveTo>
                  <a:pt x="0" y="57"/>
                </a:moveTo>
                <a:lnTo>
                  <a:pt x="701" y="0"/>
                </a:lnTo>
                <a:lnTo>
                  <a:pt x="70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6" name=""/>
          <p:cNvSpPr/>
          <p:nvPr/>
        </p:nvSpPr>
        <p:spPr>
          <a:xfrm>
            <a:off x="4836960" y="195804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07" y="0"/>
                </a:lnTo>
                <a:lnTo>
                  <a:pt x="713" y="0"/>
                </a:lnTo>
                <a:lnTo>
                  <a:pt x="0" y="58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7" name=""/>
          <p:cNvSpPr/>
          <p:nvPr/>
        </p:nvSpPr>
        <p:spPr>
          <a:xfrm>
            <a:off x="4836960" y="195804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8"/>
                </a:moveTo>
                <a:lnTo>
                  <a:pt x="713" y="0"/>
                </a:lnTo>
                <a:lnTo>
                  <a:pt x="71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8" name=""/>
          <p:cNvSpPr/>
          <p:nvPr/>
        </p:nvSpPr>
        <p:spPr>
          <a:xfrm>
            <a:off x="4836960" y="1958040"/>
            <a:ext cx="261360" cy="21240"/>
          </a:xfrm>
          <a:custGeom>
            <a:avLst/>
            <a:gdLst/>
            <a:ahLst/>
            <a:rect l="0" t="0" r="r" b="b"/>
            <a:pathLst>
              <a:path w="726" h="59">
                <a:moveTo>
                  <a:pt x="0" y="59"/>
                </a:moveTo>
                <a:lnTo>
                  <a:pt x="719" y="0"/>
                </a:lnTo>
                <a:lnTo>
                  <a:pt x="726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39" name=""/>
          <p:cNvSpPr/>
          <p:nvPr/>
        </p:nvSpPr>
        <p:spPr>
          <a:xfrm>
            <a:off x="4836960" y="1958040"/>
            <a:ext cx="263520" cy="21240"/>
          </a:xfrm>
          <a:custGeom>
            <a:avLst/>
            <a:gdLst/>
            <a:ahLst/>
            <a:rect l="0" t="0" r="r" b="b"/>
            <a:pathLst>
              <a:path w="732" h="59">
                <a:moveTo>
                  <a:pt x="0" y="59"/>
                </a:moveTo>
                <a:lnTo>
                  <a:pt x="726" y="0"/>
                </a:lnTo>
                <a:lnTo>
                  <a:pt x="732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0" name=""/>
          <p:cNvSpPr/>
          <p:nvPr/>
        </p:nvSpPr>
        <p:spPr>
          <a:xfrm>
            <a:off x="4836960" y="195804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59"/>
                </a:moveTo>
                <a:lnTo>
                  <a:pt x="732" y="0"/>
                </a:lnTo>
                <a:lnTo>
                  <a:pt x="738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1" name=""/>
          <p:cNvSpPr/>
          <p:nvPr/>
        </p:nvSpPr>
        <p:spPr>
          <a:xfrm>
            <a:off x="4836960" y="1958040"/>
            <a:ext cx="267840" cy="21600"/>
          </a:xfrm>
          <a:custGeom>
            <a:avLst/>
            <a:gdLst/>
            <a:ahLst/>
            <a:rect l="0" t="0" r="r" b="b"/>
            <a:pathLst>
              <a:path w="744" h="60">
                <a:moveTo>
                  <a:pt x="0" y="60"/>
                </a:moveTo>
                <a:lnTo>
                  <a:pt x="738" y="0"/>
                </a:lnTo>
                <a:lnTo>
                  <a:pt x="744" y="0"/>
                </a:lnTo>
                <a:lnTo>
                  <a:pt x="0" y="60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2" name=""/>
          <p:cNvSpPr/>
          <p:nvPr/>
        </p:nvSpPr>
        <p:spPr>
          <a:xfrm>
            <a:off x="4836960" y="195804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0"/>
                </a:moveTo>
                <a:lnTo>
                  <a:pt x="744" y="0"/>
                </a:lnTo>
                <a:lnTo>
                  <a:pt x="750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3" name=""/>
          <p:cNvSpPr/>
          <p:nvPr/>
        </p:nvSpPr>
        <p:spPr>
          <a:xfrm>
            <a:off x="4836960" y="195804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0" y="0"/>
                </a:lnTo>
                <a:lnTo>
                  <a:pt x="756" y="0"/>
                </a:lnTo>
                <a:lnTo>
                  <a:pt x="0" y="6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4" name=""/>
          <p:cNvSpPr/>
          <p:nvPr/>
        </p:nvSpPr>
        <p:spPr>
          <a:xfrm>
            <a:off x="4836960" y="1958040"/>
            <a:ext cx="274680" cy="22320"/>
          </a:xfrm>
          <a:custGeom>
            <a:avLst/>
            <a:gdLst/>
            <a:ahLst/>
            <a:rect l="0" t="0" r="r" b="b"/>
            <a:pathLst>
              <a:path w="763" h="62">
                <a:moveTo>
                  <a:pt x="0" y="61"/>
                </a:moveTo>
                <a:lnTo>
                  <a:pt x="756" y="0"/>
                </a:lnTo>
                <a:lnTo>
                  <a:pt x="763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5" name=""/>
          <p:cNvSpPr/>
          <p:nvPr/>
        </p:nvSpPr>
        <p:spPr>
          <a:xfrm>
            <a:off x="4836960" y="195804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3" y="0"/>
                </a:lnTo>
                <a:lnTo>
                  <a:pt x="769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6" name=""/>
          <p:cNvSpPr/>
          <p:nvPr/>
        </p:nvSpPr>
        <p:spPr>
          <a:xfrm>
            <a:off x="4836960" y="195804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2"/>
                </a:moveTo>
                <a:lnTo>
                  <a:pt x="769" y="0"/>
                </a:lnTo>
                <a:lnTo>
                  <a:pt x="775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7" name=""/>
          <p:cNvSpPr/>
          <p:nvPr/>
        </p:nvSpPr>
        <p:spPr>
          <a:xfrm>
            <a:off x="4836960" y="195804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75" y="0"/>
                </a:lnTo>
                <a:lnTo>
                  <a:pt x="781" y="0"/>
                </a:lnTo>
                <a:lnTo>
                  <a:pt x="0" y="63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8" name=""/>
          <p:cNvSpPr/>
          <p:nvPr/>
        </p:nvSpPr>
        <p:spPr>
          <a:xfrm>
            <a:off x="4836960" y="195804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3"/>
                </a:moveTo>
                <a:lnTo>
                  <a:pt x="781" y="0"/>
                </a:lnTo>
                <a:lnTo>
                  <a:pt x="78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49" name=""/>
          <p:cNvSpPr/>
          <p:nvPr/>
        </p:nvSpPr>
        <p:spPr>
          <a:xfrm>
            <a:off x="4836960" y="195804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4"/>
                </a:moveTo>
                <a:lnTo>
                  <a:pt x="787" y="0"/>
                </a:lnTo>
                <a:lnTo>
                  <a:pt x="788" y="1"/>
                </a:lnTo>
                <a:lnTo>
                  <a:pt x="0" y="64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0" name=""/>
          <p:cNvSpPr/>
          <p:nvPr/>
        </p:nvSpPr>
        <p:spPr>
          <a:xfrm>
            <a:off x="4836960" y="195840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3"/>
                </a:moveTo>
                <a:lnTo>
                  <a:pt x="788" y="0"/>
                </a:lnTo>
                <a:lnTo>
                  <a:pt x="1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1" name=""/>
          <p:cNvSpPr/>
          <p:nvPr/>
        </p:nvSpPr>
        <p:spPr>
          <a:xfrm>
            <a:off x="4837320" y="195840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4"/>
                </a:moveTo>
                <a:lnTo>
                  <a:pt x="787" y="0"/>
                </a:lnTo>
                <a:lnTo>
                  <a:pt x="787" y="1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2" name=""/>
          <p:cNvSpPr/>
          <p:nvPr/>
        </p:nvSpPr>
        <p:spPr>
          <a:xfrm>
            <a:off x="4839480" y="195876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81" y="0"/>
                </a:lnTo>
                <a:lnTo>
                  <a:pt x="7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3" name=""/>
          <p:cNvSpPr/>
          <p:nvPr/>
        </p:nvSpPr>
        <p:spPr>
          <a:xfrm>
            <a:off x="4842000" y="1958760"/>
            <a:ext cx="278640" cy="22680"/>
          </a:xfrm>
          <a:custGeom>
            <a:avLst/>
            <a:gdLst/>
            <a:ahLst/>
            <a:rect l="0" t="0" r="r" b="b"/>
            <a:pathLst>
              <a:path w="774" h="63">
                <a:moveTo>
                  <a:pt x="0" y="63"/>
                </a:moveTo>
                <a:lnTo>
                  <a:pt x="774" y="0"/>
                </a:lnTo>
                <a:lnTo>
                  <a:pt x="774" y="1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4" name=""/>
          <p:cNvSpPr/>
          <p:nvPr/>
        </p:nvSpPr>
        <p:spPr>
          <a:xfrm>
            <a:off x="4844160" y="1959120"/>
            <a:ext cx="276480" cy="22320"/>
          </a:xfrm>
          <a:custGeom>
            <a:avLst/>
            <a:gdLst/>
            <a:ahLst/>
            <a:rect l="0" t="0" r="r" b="b"/>
            <a:pathLst>
              <a:path w="768" h="62">
                <a:moveTo>
                  <a:pt x="0" y="62"/>
                </a:moveTo>
                <a:lnTo>
                  <a:pt x="768" y="0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5" name=""/>
          <p:cNvSpPr/>
          <p:nvPr/>
        </p:nvSpPr>
        <p:spPr>
          <a:xfrm>
            <a:off x="4846320" y="195912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62" y="0"/>
                </a:lnTo>
                <a:lnTo>
                  <a:pt x="762" y="1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6" name=""/>
          <p:cNvSpPr/>
          <p:nvPr/>
        </p:nvSpPr>
        <p:spPr>
          <a:xfrm>
            <a:off x="4848480" y="195948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6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7" name=""/>
          <p:cNvSpPr/>
          <p:nvPr/>
        </p:nvSpPr>
        <p:spPr>
          <a:xfrm>
            <a:off x="4850640" y="195948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50" y="0"/>
                </a:lnTo>
                <a:lnTo>
                  <a:pt x="750" y="1"/>
                </a:lnTo>
                <a:lnTo>
                  <a:pt x="7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8" name=""/>
          <p:cNvSpPr/>
          <p:nvPr/>
        </p:nvSpPr>
        <p:spPr>
          <a:xfrm>
            <a:off x="4853160" y="1959840"/>
            <a:ext cx="267480" cy="21600"/>
          </a:xfrm>
          <a:custGeom>
            <a:avLst/>
            <a:gdLst/>
            <a:ahLst/>
            <a:rect l="0" t="0" r="r" b="b"/>
            <a:pathLst>
              <a:path w="743" h="60">
                <a:moveTo>
                  <a:pt x="0" y="60"/>
                </a:moveTo>
                <a:lnTo>
                  <a:pt x="743" y="0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59" name=""/>
          <p:cNvSpPr/>
          <p:nvPr/>
        </p:nvSpPr>
        <p:spPr>
          <a:xfrm>
            <a:off x="4855320" y="1959840"/>
            <a:ext cx="265320" cy="21600"/>
          </a:xfrm>
          <a:custGeom>
            <a:avLst/>
            <a:gdLst/>
            <a:ahLst/>
            <a:rect l="0" t="0" r="r" b="b"/>
            <a:pathLst>
              <a:path w="737" h="60">
                <a:moveTo>
                  <a:pt x="0" y="60"/>
                </a:moveTo>
                <a:lnTo>
                  <a:pt x="737" y="0"/>
                </a:lnTo>
                <a:lnTo>
                  <a:pt x="737" y="1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0" name=""/>
          <p:cNvSpPr/>
          <p:nvPr/>
        </p:nvSpPr>
        <p:spPr>
          <a:xfrm>
            <a:off x="4857480" y="1960200"/>
            <a:ext cx="263160" cy="21240"/>
          </a:xfrm>
          <a:custGeom>
            <a:avLst/>
            <a:gdLst/>
            <a:ahLst/>
            <a:rect l="0" t="0" r="r" b="b"/>
            <a:pathLst>
              <a:path w="731" h="59">
                <a:moveTo>
                  <a:pt x="0" y="59"/>
                </a:moveTo>
                <a:lnTo>
                  <a:pt x="731" y="0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1" name=""/>
          <p:cNvSpPr/>
          <p:nvPr/>
        </p:nvSpPr>
        <p:spPr>
          <a:xfrm>
            <a:off x="4859640" y="196020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25" y="0"/>
                </a:lnTo>
                <a:lnTo>
                  <a:pt x="725" y="1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2" name=""/>
          <p:cNvSpPr/>
          <p:nvPr/>
        </p:nvSpPr>
        <p:spPr>
          <a:xfrm>
            <a:off x="4861800" y="1960560"/>
            <a:ext cx="258840" cy="20880"/>
          </a:xfrm>
          <a:custGeom>
            <a:avLst/>
            <a:gdLst/>
            <a:ahLst/>
            <a:rect l="0" t="0" r="r" b="b"/>
            <a:pathLst>
              <a:path w="719" h="58">
                <a:moveTo>
                  <a:pt x="0" y="58"/>
                </a:moveTo>
                <a:lnTo>
                  <a:pt x="719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3" name=""/>
          <p:cNvSpPr/>
          <p:nvPr/>
        </p:nvSpPr>
        <p:spPr>
          <a:xfrm>
            <a:off x="4863960" y="196056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13" y="0"/>
                </a:lnTo>
                <a:lnTo>
                  <a:pt x="713" y="1"/>
                </a:lnTo>
                <a:lnTo>
                  <a:pt x="7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4" name=""/>
          <p:cNvSpPr/>
          <p:nvPr/>
        </p:nvSpPr>
        <p:spPr>
          <a:xfrm>
            <a:off x="4866480" y="1960920"/>
            <a:ext cx="254160" cy="20520"/>
          </a:xfrm>
          <a:custGeom>
            <a:avLst/>
            <a:gdLst/>
            <a:ahLst/>
            <a:rect l="0" t="0" r="r" b="b"/>
            <a:pathLst>
              <a:path w="706" h="57">
                <a:moveTo>
                  <a:pt x="0" y="57"/>
                </a:moveTo>
                <a:lnTo>
                  <a:pt x="706" y="0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5" name=""/>
          <p:cNvSpPr/>
          <p:nvPr/>
        </p:nvSpPr>
        <p:spPr>
          <a:xfrm>
            <a:off x="4868640" y="196092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700" y="0"/>
                </a:lnTo>
                <a:lnTo>
                  <a:pt x="700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6" name=""/>
          <p:cNvSpPr/>
          <p:nvPr/>
        </p:nvSpPr>
        <p:spPr>
          <a:xfrm>
            <a:off x="4870800" y="1961280"/>
            <a:ext cx="249840" cy="20160"/>
          </a:xfrm>
          <a:custGeom>
            <a:avLst/>
            <a:gdLst/>
            <a:ahLst/>
            <a:rect l="0" t="0" r="r" b="b"/>
            <a:pathLst>
              <a:path w="694" h="56">
                <a:moveTo>
                  <a:pt x="0" y="56"/>
                </a:moveTo>
                <a:lnTo>
                  <a:pt x="694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7" name=""/>
          <p:cNvSpPr/>
          <p:nvPr/>
        </p:nvSpPr>
        <p:spPr>
          <a:xfrm>
            <a:off x="4872960" y="196128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8" y="0"/>
                </a:lnTo>
                <a:lnTo>
                  <a:pt x="688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8" name=""/>
          <p:cNvSpPr/>
          <p:nvPr/>
        </p:nvSpPr>
        <p:spPr>
          <a:xfrm>
            <a:off x="4875120" y="1961640"/>
            <a:ext cx="245520" cy="19800"/>
          </a:xfrm>
          <a:custGeom>
            <a:avLst/>
            <a:gdLst/>
            <a:ahLst/>
            <a:rect l="0" t="0" r="r" b="b"/>
            <a:pathLst>
              <a:path w="682" h="55">
                <a:moveTo>
                  <a:pt x="0" y="55"/>
                </a:moveTo>
                <a:lnTo>
                  <a:pt x="682" y="0"/>
                </a:lnTo>
                <a:lnTo>
                  <a:pt x="7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69" name=""/>
          <p:cNvSpPr/>
          <p:nvPr/>
        </p:nvSpPr>
        <p:spPr>
          <a:xfrm>
            <a:off x="4877640" y="1961640"/>
            <a:ext cx="243000" cy="19800"/>
          </a:xfrm>
          <a:custGeom>
            <a:avLst/>
            <a:gdLst/>
            <a:ahLst/>
            <a:rect l="0" t="0" r="r" b="b"/>
            <a:pathLst>
              <a:path w="675" h="55">
                <a:moveTo>
                  <a:pt x="0" y="55"/>
                </a:moveTo>
                <a:lnTo>
                  <a:pt x="675" y="0"/>
                </a:lnTo>
                <a:lnTo>
                  <a:pt x="675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0" name=""/>
          <p:cNvSpPr/>
          <p:nvPr/>
        </p:nvSpPr>
        <p:spPr>
          <a:xfrm>
            <a:off x="4879800" y="1962000"/>
            <a:ext cx="240840" cy="19440"/>
          </a:xfrm>
          <a:custGeom>
            <a:avLst/>
            <a:gdLst/>
            <a:ahLst/>
            <a:rect l="0" t="0" r="r" b="b"/>
            <a:pathLst>
              <a:path w="669" h="54">
                <a:moveTo>
                  <a:pt x="0" y="54"/>
                </a:moveTo>
                <a:lnTo>
                  <a:pt x="669" y="0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1" name=""/>
          <p:cNvSpPr/>
          <p:nvPr/>
        </p:nvSpPr>
        <p:spPr>
          <a:xfrm>
            <a:off x="4881960" y="196200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63" y="0"/>
                </a:lnTo>
                <a:lnTo>
                  <a:pt x="663" y="1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2" name=""/>
          <p:cNvSpPr/>
          <p:nvPr/>
        </p:nvSpPr>
        <p:spPr>
          <a:xfrm>
            <a:off x="4884120" y="1962360"/>
            <a:ext cx="236520" cy="19080"/>
          </a:xfrm>
          <a:custGeom>
            <a:avLst/>
            <a:gdLst/>
            <a:ahLst/>
            <a:rect l="0" t="0" r="r" b="b"/>
            <a:pathLst>
              <a:path w="657" h="53">
                <a:moveTo>
                  <a:pt x="0" y="53"/>
                </a:moveTo>
                <a:lnTo>
                  <a:pt x="657" y="0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3" name=""/>
          <p:cNvSpPr/>
          <p:nvPr/>
        </p:nvSpPr>
        <p:spPr>
          <a:xfrm>
            <a:off x="4886280" y="196236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51" y="0"/>
                </a:lnTo>
                <a:lnTo>
                  <a:pt x="651" y="1"/>
                </a:lnTo>
                <a:lnTo>
                  <a:pt x="7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4" name=""/>
          <p:cNvSpPr/>
          <p:nvPr/>
        </p:nvSpPr>
        <p:spPr>
          <a:xfrm>
            <a:off x="4888800" y="1962720"/>
            <a:ext cx="231840" cy="18720"/>
          </a:xfrm>
          <a:custGeom>
            <a:avLst/>
            <a:gdLst/>
            <a:ahLst/>
            <a:rect l="0" t="0" r="r" b="b"/>
            <a:pathLst>
              <a:path w="644" h="52">
                <a:moveTo>
                  <a:pt x="0" y="52"/>
                </a:moveTo>
                <a:lnTo>
                  <a:pt x="644" y="0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5" name=""/>
          <p:cNvSpPr/>
          <p:nvPr/>
        </p:nvSpPr>
        <p:spPr>
          <a:xfrm>
            <a:off x="4890960" y="1962720"/>
            <a:ext cx="229680" cy="18720"/>
          </a:xfrm>
          <a:custGeom>
            <a:avLst/>
            <a:gdLst/>
            <a:ahLst/>
            <a:rect l="0" t="0" r="r" b="b"/>
            <a:pathLst>
              <a:path w="638" h="52">
                <a:moveTo>
                  <a:pt x="0" y="52"/>
                </a:moveTo>
                <a:lnTo>
                  <a:pt x="638" y="0"/>
                </a:lnTo>
                <a:lnTo>
                  <a:pt x="638" y="1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6" name=""/>
          <p:cNvSpPr/>
          <p:nvPr/>
        </p:nvSpPr>
        <p:spPr>
          <a:xfrm>
            <a:off x="4893120" y="1963080"/>
            <a:ext cx="227520" cy="18360"/>
          </a:xfrm>
          <a:custGeom>
            <a:avLst/>
            <a:gdLst/>
            <a:ahLst/>
            <a:rect l="0" t="0" r="r" b="b"/>
            <a:pathLst>
              <a:path w="632" h="51">
                <a:moveTo>
                  <a:pt x="0" y="51"/>
                </a:moveTo>
                <a:lnTo>
                  <a:pt x="632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7" name=""/>
          <p:cNvSpPr/>
          <p:nvPr/>
        </p:nvSpPr>
        <p:spPr>
          <a:xfrm>
            <a:off x="4895280" y="1963080"/>
            <a:ext cx="225360" cy="18360"/>
          </a:xfrm>
          <a:custGeom>
            <a:avLst/>
            <a:gdLst/>
            <a:ahLst/>
            <a:rect l="0" t="0" r="r" b="b"/>
            <a:pathLst>
              <a:path w="626" h="51">
                <a:moveTo>
                  <a:pt x="0" y="51"/>
                </a:moveTo>
                <a:lnTo>
                  <a:pt x="626" y="0"/>
                </a:lnTo>
                <a:lnTo>
                  <a:pt x="626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8" name=""/>
          <p:cNvSpPr/>
          <p:nvPr/>
        </p:nvSpPr>
        <p:spPr>
          <a:xfrm>
            <a:off x="4897440" y="1963440"/>
            <a:ext cx="223200" cy="18000"/>
          </a:xfrm>
          <a:custGeom>
            <a:avLst/>
            <a:gdLst/>
            <a:ahLst/>
            <a:rect l="0" t="0" r="r" b="b"/>
            <a:pathLst>
              <a:path w="620" h="50">
                <a:moveTo>
                  <a:pt x="0" y="50"/>
                </a:moveTo>
                <a:lnTo>
                  <a:pt x="620" y="0"/>
                </a:lnTo>
                <a:lnTo>
                  <a:pt x="7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79" name=""/>
          <p:cNvSpPr/>
          <p:nvPr/>
        </p:nvSpPr>
        <p:spPr>
          <a:xfrm>
            <a:off x="4899960" y="1963440"/>
            <a:ext cx="220680" cy="18000"/>
          </a:xfrm>
          <a:custGeom>
            <a:avLst/>
            <a:gdLst/>
            <a:ahLst/>
            <a:rect l="0" t="0" r="r" b="b"/>
            <a:pathLst>
              <a:path w="613" h="50">
                <a:moveTo>
                  <a:pt x="0" y="50"/>
                </a:moveTo>
                <a:lnTo>
                  <a:pt x="613" y="0"/>
                </a:lnTo>
                <a:lnTo>
                  <a:pt x="613" y="1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0" name=""/>
          <p:cNvSpPr/>
          <p:nvPr/>
        </p:nvSpPr>
        <p:spPr>
          <a:xfrm>
            <a:off x="4902120" y="1963800"/>
            <a:ext cx="218520" cy="17640"/>
          </a:xfrm>
          <a:custGeom>
            <a:avLst/>
            <a:gdLst/>
            <a:ahLst/>
            <a:rect l="0" t="0" r="r" b="b"/>
            <a:pathLst>
              <a:path w="607" h="49">
                <a:moveTo>
                  <a:pt x="0" y="49"/>
                </a:moveTo>
                <a:lnTo>
                  <a:pt x="607" y="0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1" name=""/>
          <p:cNvSpPr/>
          <p:nvPr/>
        </p:nvSpPr>
        <p:spPr>
          <a:xfrm>
            <a:off x="4904280" y="196380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601" y="0"/>
                </a:lnTo>
                <a:lnTo>
                  <a:pt x="601" y="1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2" name=""/>
          <p:cNvSpPr/>
          <p:nvPr/>
        </p:nvSpPr>
        <p:spPr>
          <a:xfrm>
            <a:off x="4906440" y="1964160"/>
            <a:ext cx="214200" cy="17280"/>
          </a:xfrm>
          <a:custGeom>
            <a:avLst/>
            <a:gdLst/>
            <a:ahLst/>
            <a:rect l="0" t="0" r="r" b="b"/>
            <a:pathLst>
              <a:path w="595" h="48">
                <a:moveTo>
                  <a:pt x="0" y="48"/>
                </a:moveTo>
                <a:lnTo>
                  <a:pt x="595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3" name=""/>
          <p:cNvSpPr/>
          <p:nvPr/>
        </p:nvSpPr>
        <p:spPr>
          <a:xfrm>
            <a:off x="4908600" y="1964160"/>
            <a:ext cx="212040" cy="17280"/>
          </a:xfrm>
          <a:custGeom>
            <a:avLst/>
            <a:gdLst/>
            <a:ahLst/>
            <a:rect l="0" t="0" r="r" b="b"/>
            <a:pathLst>
              <a:path w="589" h="48">
                <a:moveTo>
                  <a:pt x="0" y="48"/>
                </a:moveTo>
                <a:lnTo>
                  <a:pt x="589" y="0"/>
                </a:lnTo>
                <a:lnTo>
                  <a:pt x="589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4" name=""/>
          <p:cNvSpPr/>
          <p:nvPr/>
        </p:nvSpPr>
        <p:spPr>
          <a:xfrm>
            <a:off x="4910760" y="1964520"/>
            <a:ext cx="209880" cy="16920"/>
          </a:xfrm>
          <a:custGeom>
            <a:avLst/>
            <a:gdLst/>
            <a:ahLst/>
            <a:rect l="0" t="0" r="r" b="b"/>
            <a:pathLst>
              <a:path w="583" h="47">
                <a:moveTo>
                  <a:pt x="0" y="47"/>
                </a:moveTo>
                <a:lnTo>
                  <a:pt x="583" y="0"/>
                </a:lnTo>
                <a:lnTo>
                  <a:pt x="7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5" name=""/>
          <p:cNvSpPr/>
          <p:nvPr/>
        </p:nvSpPr>
        <p:spPr>
          <a:xfrm>
            <a:off x="4913280" y="1964520"/>
            <a:ext cx="207360" cy="16920"/>
          </a:xfrm>
          <a:custGeom>
            <a:avLst/>
            <a:gdLst/>
            <a:ahLst/>
            <a:rect l="0" t="0" r="r" b="b"/>
            <a:pathLst>
              <a:path w="576" h="47">
                <a:moveTo>
                  <a:pt x="0" y="47"/>
                </a:moveTo>
                <a:lnTo>
                  <a:pt x="576" y="0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6" name=""/>
          <p:cNvSpPr/>
          <p:nvPr/>
        </p:nvSpPr>
        <p:spPr>
          <a:xfrm>
            <a:off x="4915440" y="1964520"/>
            <a:ext cx="205200" cy="16920"/>
          </a:xfrm>
          <a:custGeom>
            <a:avLst/>
            <a:gdLst/>
            <a:ahLst/>
            <a:rect l="0" t="0" r="r" b="b"/>
            <a:pathLst>
              <a:path w="570" h="47">
                <a:moveTo>
                  <a:pt x="0" y="47"/>
                </a:moveTo>
                <a:lnTo>
                  <a:pt x="570" y="0"/>
                </a:lnTo>
                <a:lnTo>
                  <a:pt x="570" y="1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7" name=""/>
          <p:cNvSpPr/>
          <p:nvPr/>
        </p:nvSpPr>
        <p:spPr>
          <a:xfrm>
            <a:off x="4917600" y="196488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64" y="0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8" name=""/>
          <p:cNvSpPr/>
          <p:nvPr/>
        </p:nvSpPr>
        <p:spPr>
          <a:xfrm>
            <a:off x="4919760" y="196488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6"/>
                </a:moveTo>
                <a:lnTo>
                  <a:pt x="558" y="0"/>
                </a:lnTo>
                <a:lnTo>
                  <a:pt x="558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89" name=""/>
          <p:cNvSpPr/>
          <p:nvPr/>
        </p:nvSpPr>
        <p:spPr>
          <a:xfrm>
            <a:off x="4921920" y="196524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52" y="0"/>
                </a:lnTo>
                <a:lnTo>
                  <a:pt x="7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0" name=""/>
          <p:cNvSpPr/>
          <p:nvPr/>
        </p:nvSpPr>
        <p:spPr>
          <a:xfrm>
            <a:off x="4924440" y="1965240"/>
            <a:ext cx="196200" cy="16200"/>
          </a:xfrm>
          <a:custGeom>
            <a:avLst/>
            <a:gdLst/>
            <a:ahLst/>
            <a:rect l="0" t="0" r="r" b="b"/>
            <a:pathLst>
              <a:path w="545" h="45">
                <a:moveTo>
                  <a:pt x="0" y="45"/>
                </a:moveTo>
                <a:lnTo>
                  <a:pt x="545" y="0"/>
                </a:lnTo>
                <a:lnTo>
                  <a:pt x="545" y="1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1" name=""/>
          <p:cNvSpPr/>
          <p:nvPr/>
        </p:nvSpPr>
        <p:spPr>
          <a:xfrm>
            <a:off x="4926600" y="1965600"/>
            <a:ext cx="194040" cy="15840"/>
          </a:xfrm>
          <a:custGeom>
            <a:avLst/>
            <a:gdLst/>
            <a:ahLst/>
            <a:rect l="0" t="0" r="r" b="b"/>
            <a:pathLst>
              <a:path w="539" h="44">
                <a:moveTo>
                  <a:pt x="0" y="44"/>
                </a:moveTo>
                <a:lnTo>
                  <a:pt x="539" y="0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2" name=""/>
          <p:cNvSpPr/>
          <p:nvPr/>
        </p:nvSpPr>
        <p:spPr>
          <a:xfrm>
            <a:off x="4928760" y="196560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4"/>
                </a:moveTo>
                <a:lnTo>
                  <a:pt x="533" y="0"/>
                </a:lnTo>
                <a:lnTo>
                  <a:pt x="533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3" name=""/>
          <p:cNvSpPr/>
          <p:nvPr/>
        </p:nvSpPr>
        <p:spPr>
          <a:xfrm>
            <a:off x="4930920" y="196596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7" y="0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4" name=""/>
          <p:cNvSpPr/>
          <p:nvPr/>
        </p:nvSpPr>
        <p:spPr>
          <a:xfrm>
            <a:off x="4933080" y="196596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3"/>
                </a:moveTo>
                <a:lnTo>
                  <a:pt x="521" y="0"/>
                </a:lnTo>
                <a:lnTo>
                  <a:pt x="521" y="1"/>
                </a:lnTo>
                <a:lnTo>
                  <a:pt x="7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5" name=""/>
          <p:cNvSpPr/>
          <p:nvPr/>
        </p:nvSpPr>
        <p:spPr>
          <a:xfrm>
            <a:off x="4935600" y="1966320"/>
            <a:ext cx="185040" cy="15120"/>
          </a:xfrm>
          <a:custGeom>
            <a:avLst/>
            <a:gdLst/>
            <a:ahLst/>
            <a:rect l="0" t="0" r="r" b="b"/>
            <a:pathLst>
              <a:path w="514" h="42">
                <a:moveTo>
                  <a:pt x="0" y="42"/>
                </a:moveTo>
                <a:lnTo>
                  <a:pt x="514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6" name=""/>
          <p:cNvSpPr/>
          <p:nvPr/>
        </p:nvSpPr>
        <p:spPr>
          <a:xfrm>
            <a:off x="4937760" y="1966320"/>
            <a:ext cx="182880" cy="15120"/>
          </a:xfrm>
          <a:custGeom>
            <a:avLst/>
            <a:gdLst/>
            <a:ahLst/>
            <a:rect l="0" t="0" r="r" b="b"/>
            <a:pathLst>
              <a:path w="508" h="42">
                <a:moveTo>
                  <a:pt x="0" y="42"/>
                </a:moveTo>
                <a:lnTo>
                  <a:pt x="508" y="0"/>
                </a:lnTo>
                <a:lnTo>
                  <a:pt x="508" y="1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7" name=""/>
          <p:cNvSpPr/>
          <p:nvPr/>
        </p:nvSpPr>
        <p:spPr>
          <a:xfrm>
            <a:off x="4939920" y="196668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502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8" name=""/>
          <p:cNvSpPr/>
          <p:nvPr/>
        </p:nvSpPr>
        <p:spPr>
          <a:xfrm>
            <a:off x="4942080" y="196668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1"/>
                </a:moveTo>
                <a:lnTo>
                  <a:pt x="496" y="0"/>
                </a:lnTo>
                <a:lnTo>
                  <a:pt x="496" y="1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699" name=""/>
          <p:cNvSpPr/>
          <p:nvPr/>
        </p:nvSpPr>
        <p:spPr>
          <a:xfrm>
            <a:off x="4944240" y="1967040"/>
            <a:ext cx="176400" cy="14400"/>
          </a:xfrm>
          <a:custGeom>
            <a:avLst/>
            <a:gdLst/>
            <a:ahLst/>
            <a:rect l="0" t="0" r="r" b="b"/>
            <a:pathLst>
              <a:path w="490" h="40">
                <a:moveTo>
                  <a:pt x="0" y="40"/>
                </a:moveTo>
                <a:lnTo>
                  <a:pt x="490" y="0"/>
                </a:lnTo>
                <a:lnTo>
                  <a:pt x="7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0" name=""/>
          <p:cNvSpPr/>
          <p:nvPr/>
        </p:nvSpPr>
        <p:spPr>
          <a:xfrm>
            <a:off x="4946760" y="1967040"/>
            <a:ext cx="173880" cy="14400"/>
          </a:xfrm>
          <a:custGeom>
            <a:avLst/>
            <a:gdLst/>
            <a:ahLst/>
            <a:rect l="0" t="0" r="r" b="b"/>
            <a:pathLst>
              <a:path w="483" h="40">
                <a:moveTo>
                  <a:pt x="0" y="40"/>
                </a:moveTo>
                <a:lnTo>
                  <a:pt x="483" y="0"/>
                </a:lnTo>
                <a:lnTo>
                  <a:pt x="483" y="1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1" name=""/>
          <p:cNvSpPr/>
          <p:nvPr/>
        </p:nvSpPr>
        <p:spPr>
          <a:xfrm>
            <a:off x="4948920" y="1967400"/>
            <a:ext cx="171720" cy="14040"/>
          </a:xfrm>
          <a:custGeom>
            <a:avLst/>
            <a:gdLst/>
            <a:ahLst/>
            <a:rect l="0" t="0" r="r" b="b"/>
            <a:pathLst>
              <a:path w="477" h="39">
                <a:moveTo>
                  <a:pt x="0" y="39"/>
                </a:moveTo>
                <a:lnTo>
                  <a:pt x="477" y="0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2" name=""/>
          <p:cNvSpPr/>
          <p:nvPr/>
        </p:nvSpPr>
        <p:spPr>
          <a:xfrm>
            <a:off x="4951080" y="1967400"/>
            <a:ext cx="169560" cy="14040"/>
          </a:xfrm>
          <a:custGeom>
            <a:avLst/>
            <a:gdLst/>
            <a:ahLst/>
            <a:rect l="0" t="0" r="r" b="b"/>
            <a:pathLst>
              <a:path w="471" h="39">
                <a:moveTo>
                  <a:pt x="0" y="39"/>
                </a:moveTo>
                <a:lnTo>
                  <a:pt x="471" y="0"/>
                </a:lnTo>
                <a:lnTo>
                  <a:pt x="471" y="1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3" name=""/>
          <p:cNvSpPr/>
          <p:nvPr/>
        </p:nvSpPr>
        <p:spPr>
          <a:xfrm>
            <a:off x="4953240" y="196776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65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4" name=""/>
          <p:cNvSpPr/>
          <p:nvPr/>
        </p:nvSpPr>
        <p:spPr>
          <a:xfrm>
            <a:off x="4955400" y="196776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8"/>
                </a:moveTo>
                <a:lnTo>
                  <a:pt x="459" y="0"/>
                </a:lnTo>
                <a:lnTo>
                  <a:pt x="459" y="1"/>
                </a:lnTo>
                <a:lnTo>
                  <a:pt x="7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5" name=""/>
          <p:cNvSpPr/>
          <p:nvPr/>
        </p:nvSpPr>
        <p:spPr>
          <a:xfrm>
            <a:off x="4957920" y="1968120"/>
            <a:ext cx="162720" cy="13320"/>
          </a:xfrm>
          <a:custGeom>
            <a:avLst/>
            <a:gdLst/>
            <a:ahLst/>
            <a:rect l="0" t="0" r="r" b="b"/>
            <a:pathLst>
              <a:path w="452" h="37">
                <a:moveTo>
                  <a:pt x="0" y="37"/>
                </a:moveTo>
                <a:lnTo>
                  <a:pt x="452" y="0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6" name=""/>
          <p:cNvSpPr/>
          <p:nvPr/>
        </p:nvSpPr>
        <p:spPr>
          <a:xfrm>
            <a:off x="4960080" y="1968120"/>
            <a:ext cx="160560" cy="13320"/>
          </a:xfrm>
          <a:custGeom>
            <a:avLst/>
            <a:gdLst/>
            <a:ahLst/>
            <a:rect l="0" t="0" r="r" b="b"/>
            <a:pathLst>
              <a:path w="446" h="37">
                <a:moveTo>
                  <a:pt x="0" y="37"/>
                </a:moveTo>
                <a:lnTo>
                  <a:pt x="446" y="0"/>
                </a:lnTo>
                <a:lnTo>
                  <a:pt x="446" y="1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7" name=""/>
          <p:cNvSpPr/>
          <p:nvPr/>
        </p:nvSpPr>
        <p:spPr>
          <a:xfrm>
            <a:off x="4962240" y="1968480"/>
            <a:ext cx="158400" cy="12960"/>
          </a:xfrm>
          <a:custGeom>
            <a:avLst/>
            <a:gdLst/>
            <a:ahLst/>
            <a:rect l="0" t="0" r="r" b="b"/>
            <a:pathLst>
              <a:path w="440" h="36">
                <a:moveTo>
                  <a:pt x="0" y="36"/>
                </a:moveTo>
                <a:lnTo>
                  <a:pt x="440" y="0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8" name=""/>
          <p:cNvSpPr/>
          <p:nvPr/>
        </p:nvSpPr>
        <p:spPr>
          <a:xfrm>
            <a:off x="4964400" y="196848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6"/>
                </a:moveTo>
                <a:lnTo>
                  <a:pt x="434" y="0"/>
                </a:lnTo>
                <a:lnTo>
                  <a:pt x="434" y="1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09" name=""/>
          <p:cNvSpPr/>
          <p:nvPr/>
        </p:nvSpPr>
        <p:spPr>
          <a:xfrm>
            <a:off x="4966560" y="196884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8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0" name=""/>
          <p:cNvSpPr/>
          <p:nvPr/>
        </p:nvSpPr>
        <p:spPr>
          <a:xfrm>
            <a:off x="4968720" y="196884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5"/>
                </a:moveTo>
                <a:lnTo>
                  <a:pt x="422" y="0"/>
                </a:lnTo>
                <a:lnTo>
                  <a:pt x="422" y="1"/>
                </a:lnTo>
                <a:lnTo>
                  <a:pt x="7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1" name=""/>
          <p:cNvSpPr/>
          <p:nvPr/>
        </p:nvSpPr>
        <p:spPr>
          <a:xfrm>
            <a:off x="4971240" y="1969200"/>
            <a:ext cx="149400" cy="12240"/>
          </a:xfrm>
          <a:custGeom>
            <a:avLst/>
            <a:gdLst/>
            <a:ahLst/>
            <a:rect l="0" t="0" r="r" b="b"/>
            <a:pathLst>
              <a:path w="415" h="34">
                <a:moveTo>
                  <a:pt x="0" y="34"/>
                </a:moveTo>
                <a:lnTo>
                  <a:pt x="415" y="0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2" name=""/>
          <p:cNvSpPr/>
          <p:nvPr/>
        </p:nvSpPr>
        <p:spPr>
          <a:xfrm>
            <a:off x="4973400" y="196920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4"/>
                </a:moveTo>
                <a:lnTo>
                  <a:pt x="409" y="0"/>
                </a:lnTo>
                <a:lnTo>
                  <a:pt x="409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3" name=""/>
          <p:cNvSpPr/>
          <p:nvPr/>
        </p:nvSpPr>
        <p:spPr>
          <a:xfrm>
            <a:off x="4975560" y="1969560"/>
            <a:ext cx="145080" cy="11880"/>
          </a:xfrm>
          <a:custGeom>
            <a:avLst/>
            <a:gdLst/>
            <a:ahLst/>
            <a:rect l="0" t="0" r="r" b="b"/>
            <a:pathLst>
              <a:path w="403" h="33">
                <a:moveTo>
                  <a:pt x="0" y="33"/>
                </a:moveTo>
                <a:lnTo>
                  <a:pt x="403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4" name=""/>
          <p:cNvSpPr/>
          <p:nvPr/>
        </p:nvSpPr>
        <p:spPr>
          <a:xfrm>
            <a:off x="4977720" y="1969560"/>
            <a:ext cx="142920" cy="12240"/>
          </a:xfrm>
          <a:custGeom>
            <a:avLst/>
            <a:gdLst/>
            <a:ahLst/>
            <a:rect l="0" t="0" r="r" b="b"/>
            <a:pathLst>
              <a:path w="397" h="34">
                <a:moveTo>
                  <a:pt x="0" y="34"/>
                </a:moveTo>
                <a:lnTo>
                  <a:pt x="397" y="0"/>
                </a:lnTo>
                <a:lnTo>
                  <a:pt x="397" y="2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5" name=""/>
          <p:cNvSpPr/>
          <p:nvPr/>
        </p:nvSpPr>
        <p:spPr>
          <a:xfrm>
            <a:off x="4979880" y="196992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91" y="0"/>
                </a:lnTo>
                <a:lnTo>
                  <a:pt x="7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6" name=""/>
          <p:cNvSpPr/>
          <p:nvPr/>
        </p:nvSpPr>
        <p:spPr>
          <a:xfrm>
            <a:off x="4982400" y="1969920"/>
            <a:ext cx="138240" cy="11520"/>
          </a:xfrm>
          <a:custGeom>
            <a:avLst/>
            <a:gdLst/>
            <a:ahLst/>
            <a:rect l="0" t="0" r="r" b="b"/>
            <a:pathLst>
              <a:path w="384" h="32">
                <a:moveTo>
                  <a:pt x="0" y="32"/>
                </a:moveTo>
                <a:lnTo>
                  <a:pt x="384" y="0"/>
                </a:lnTo>
                <a:lnTo>
                  <a:pt x="384" y="1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7" name=""/>
          <p:cNvSpPr/>
          <p:nvPr/>
        </p:nvSpPr>
        <p:spPr>
          <a:xfrm>
            <a:off x="4984560" y="1970280"/>
            <a:ext cx="136080" cy="11160"/>
          </a:xfrm>
          <a:custGeom>
            <a:avLst/>
            <a:gdLst/>
            <a:ahLst/>
            <a:rect l="0" t="0" r="r" b="b"/>
            <a:pathLst>
              <a:path w="378" h="31">
                <a:moveTo>
                  <a:pt x="0" y="31"/>
                </a:moveTo>
                <a:lnTo>
                  <a:pt x="378" y="0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8" name=""/>
          <p:cNvSpPr/>
          <p:nvPr/>
        </p:nvSpPr>
        <p:spPr>
          <a:xfrm>
            <a:off x="4986720" y="197028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1"/>
                </a:moveTo>
                <a:lnTo>
                  <a:pt x="372" y="0"/>
                </a:lnTo>
                <a:lnTo>
                  <a:pt x="372" y="1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8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19" name=""/>
          <p:cNvSpPr/>
          <p:nvPr/>
        </p:nvSpPr>
        <p:spPr>
          <a:xfrm>
            <a:off x="4988880" y="1970640"/>
            <a:ext cx="131760" cy="10800"/>
          </a:xfrm>
          <a:custGeom>
            <a:avLst/>
            <a:gdLst/>
            <a:ahLst/>
            <a:rect l="0" t="0" r="r" b="b"/>
            <a:pathLst>
              <a:path w="366" h="30">
                <a:moveTo>
                  <a:pt x="0" y="30"/>
                </a:moveTo>
                <a:lnTo>
                  <a:pt x="366" y="0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0" name=""/>
          <p:cNvSpPr/>
          <p:nvPr/>
        </p:nvSpPr>
        <p:spPr>
          <a:xfrm>
            <a:off x="4991040" y="197064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60" y="0"/>
                </a:lnTo>
                <a:lnTo>
                  <a:pt x="360" y="1"/>
                </a:lnTo>
                <a:lnTo>
                  <a:pt x="7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1" name=""/>
          <p:cNvSpPr/>
          <p:nvPr/>
        </p:nvSpPr>
        <p:spPr>
          <a:xfrm>
            <a:off x="4993560" y="1971000"/>
            <a:ext cx="127080" cy="10440"/>
          </a:xfrm>
          <a:custGeom>
            <a:avLst/>
            <a:gdLst/>
            <a:ahLst/>
            <a:rect l="0" t="0" r="r" b="b"/>
            <a:pathLst>
              <a:path w="353" h="29">
                <a:moveTo>
                  <a:pt x="0" y="29"/>
                </a:moveTo>
                <a:lnTo>
                  <a:pt x="353" y="0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2" name=""/>
          <p:cNvSpPr/>
          <p:nvPr/>
        </p:nvSpPr>
        <p:spPr>
          <a:xfrm>
            <a:off x="4995720" y="1971000"/>
            <a:ext cx="124920" cy="10440"/>
          </a:xfrm>
          <a:custGeom>
            <a:avLst/>
            <a:gdLst/>
            <a:ahLst/>
            <a:rect l="0" t="0" r="r" b="b"/>
            <a:pathLst>
              <a:path w="347" h="29">
                <a:moveTo>
                  <a:pt x="0" y="29"/>
                </a:moveTo>
                <a:lnTo>
                  <a:pt x="347" y="0"/>
                </a:lnTo>
                <a:lnTo>
                  <a:pt x="347" y="1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1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3" name=""/>
          <p:cNvSpPr/>
          <p:nvPr/>
        </p:nvSpPr>
        <p:spPr>
          <a:xfrm>
            <a:off x="4997880" y="197136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41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4" name=""/>
          <p:cNvSpPr/>
          <p:nvPr/>
        </p:nvSpPr>
        <p:spPr>
          <a:xfrm>
            <a:off x="5000040" y="197136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335" y="1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5" name=""/>
          <p:cNvSpPr/>
          <p:nvPr/>
        </p:nvSpPr>
        <p:spPr>
          <a:xfrm>
            <a:off x="5002200" y="1971720"/>
            <a:ext cx="118440" cy="9720"/>
          </a:xfrm>
          <a:custGeom>
            <a:avLst/>
            <a:gdLst/>
            <a:ahLst/>
            <a:rect l="0" t="0" r="r" b="b"/>
            <a:pathLst>
              <a:path w="329" h="27">
                <a:moveTo>
                  <a:pt x="0" y="27"/>
                </a:moveTo>
                <a:lnTo>
                  <a:pt x="329" y="0"/>
                </a:lnTo>
                <a:lnTo>
                  <a:pt x="7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6" name=""/>
          <p:cNvSpPr/>
          <p:nvPr/>
        </p:nvSpPr>
        <p:spPr>
          <a:xfrm>
            <a:off x="5004720" y="1971720"/>
            <a:ext cx="115920" cy="9720"/>
          </a:xfrm>
          <a:custGeom>
            <a:avLst/>
            <a:gdLst/>
            <a:ahLst/>
            <a:rect l="0" t="0" r="r" b="b"/>
            <a:pathLst>
              <a:path w="322" h="27">
                <a:moveTo>
                  <a:pt x="0" y="27"/>
                </a:moveTo>
                <a:lnTo>
                  <a:pt x="322" y="0"/>
                </a:lnTo>
                <a:lnTo>
                  <a:pt x="322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7" name=""/>
          <p:cNvSpPr/>
          <p:nvPr/>
        </p:nvSpPr>
        <p:spPr>
          <a:xfrm>
            <a:off x="5006880" y="1972080"/>
            <a:ext cx="113760" cy="9360"/>
          </a:xfrm>
          <a:custGeom>
            <a:avLst/>
            <a:gdLst/>
            <a:ahLst/>
            <a:rect l="0" t="0" r="r" b="b"/>
            <a:pathLst>
              <a:path w="316" h="26">
                <a:moveTo>
                  <a:pt x="0" y="26"/>
                </a:moveTo>
                <a:lnTo>
                  <a:pt x="316" y="0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8" name=""/>
          <p:cNvSpPr/>
          <p:nvPr/>
        </p:nvSpPr>
        <p:spPr>
          <a:xfrm>
            <a:off x="5009040" y="197208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10" y="0"/>
                </a:lnTo>
                <a:lnTo>
                  <a:pt x="310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29" name=""/>
          <p:cNvSpPr/>
          <p:nvPr/>
        </p:nvSpPr>
        <p:spPr>
          <a:xfrm>
            <a:off x="5011200" y="197244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304" y="0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0" name=""/>
          <p:cNvSpPr/>
          <p:nvPr/>
        </p:nvSpPr>
        <p:spPr>
          <a:xfrm>
            <a:off x="5013360" y="197244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5"/>
                </a:moveTo>
                <a:lnTo>
                  <a:pt x="298" y="0"/>
                </a:lnTo>
                <a:lnTo>
                  <a:pt x="298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1" name=""/>
          <p:cNvSpPr/>
          <p:nvPr/>
        </p:nvSpPr>
        <p:spPr>
          <a:xfrm>
            <a:off x="5015520" y="1972800"/>
            <a:ext cx="105120" cy="8640"/>
          </a:xfrm>
          <a:custGeom>
            <a:avLst/>
            <a:gdLst/>
            <a:ahLst/>
            <a:rect l="0" t="0" r="r" b="b"/>
            <a:pathLst>
              <a:path w="292" h="24">
                <a:moveTo>
                  <a:pt x="0" y="24"/>
                </a:moveTo>
                <a:lnTo>
                  <a:pt x="292" y="0"/>
                </a:lnTo>
                <a:lnTo>
                  <a:pt x="7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2" name=""/>
          <p:cNvSpPr/>
          <p:nvPr/>
        </p:nvSpPr>
        <p:spPr>
          <a:xfrm>
            <a:off x="5018040" y="1972800"/>
            <a:ext cx="102600" cy="8640"/>
          </a:xfrm>
          <a:custGeom>
            <a:avLst/>
            <a:gdLst/>
            <a:ahLst/>
            <a:rect l="0" t="0" r="r" b="b"/>
            <a:pathLst>
              <a:path w="285" h="24">
                <a:moveTo>
                  <a:pt x="0" y="24"/>
                </a:moveTo>
                <a:lnTo>
                  <a:pt x="285" y="0"/>
                </a:lnTo>
                <a:lnTo>
                  <a:pt x="285" y="1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3" name=""/>
          <p:cNvSpPr/>
          <p:nvPr/>
        </p:nvSpPr>
        <p:spPr>
          <a:xfrm>
            <a:off x="5020200" y="1973160"/>
            <a:ext cx="100440" cy="8280"/>
          </a:xfrm>
          <a:custGeom>
            <a:avLst/>
            <a:gdLst/>
            <a:ahLst/>
            <a:rect l="0" t="0" r="r" b="b"/>
            <a:pathLst>
              <a:path w="279" h="23">
                <a:moveTo>
                  <a:pt x="0" y="23"/>
                </a:moveTo>
                <a:lnTo>
                  <a:pt x="279" y="0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4" name=""/>
          <p:cNvSpPr/>
          <p:nvPr/>
        </p:nvSpPr>
        <p:spPr>
          <a:xfrm>
            <a:off x="5022360" y="197316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73" y="0"/>
                </a:lnTo>
                <a:lnTo>
                  <a:pt x="273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5" name=""/>
          <p:cNvSpPr/>
          <p:nvPr/>
        </p:nvSpPr>
        <p:spPr>
          <a:xfrm>
            <a:off x="5024520" y="1973520"/>
            <a:ext cx="96120" cy="7920"/>
          </a:xfrm>
          <a:custGeom>
            <a:avLst/>
            <a:gdLst/>
            <a:ahLst/>
            <a:rect l="0" t="0" r="r" b="b"/>
            <a:pathLst>
              <a:path w="267" h="22">
                <a:moveTo>
                  <a:pt x="0" y="22"/>
                </a:moveTo>
                <a:lnTo>
                  <a:pt x="267" y="0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d0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6" name=""/>
          <p:cNvSpPr/>
          <p:nvPr/>
        </p:nvSpPr>
        <p:spPr>
          <a:xfrm>
            <a:off x="5026680" y="197352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2"/>
                </a:moveTo>
                <a:lnTo>
                  <a:pt x="261" y="0"/>
                </a:lnTo>
                <a:lnTo>
                  <a:pt x="261" y="1"/>
                </a:lnTo>
                <a:lnTo>
                  <a:pt x="7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7" name=""/>
          <p:cNvSpPr/>
          <p:nvPr/>
        </p:nvSpPr>
        <p:spPr>
          <a:xfrm>
            <a:off x="5029200" y="1973880"/>
            <a:ext cx="91440" cy="7560"/>
          </a:xfrm>
          <a:custGeom>
            <a:avLst/>
            <a:gdLst/>
            <a:ahLst/>
            <a:rect l="0" t="0" r="r" b="b"/>
            <a:pathLst>
              <a:path w="254" h="21">
                <a:moveTo>
                  <a:pt x="0" y="21"/>
                </a:moveTo>
                <a:lnTo>
                  <a:pt x="254" y="0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8" name=""/>
          <p:cNvSpPr/>
          <p:nvPr/>
        </p:nvSpPr>
        <p:spPr>
          <a:xfrm>
            <a:off x="5031360" y="197388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1"/>
                </a:moveTo>
                <a:lnTo>
                  <a:pt x="248" y="0"/>
                </a:lnTo>
                <a:lnTo>
                  <a:pt x="248" y="1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39" name=""/>
          <p:cNvSpPr/>
          <p:nvPr/>
        </p:nvSpPr>
        <p:spPr>
          <a:xfrm>
            <a:off x="5033520" y="1974240"/>
            <a:ext cx="87120" cy="7200"/>
          </a:xfrm>
          <a:custGeom>
            <a:avLst/>
            <a:gdLst/>
            <a:ahLst/>
            <a:rect l="0" t="0" r="r" b="b"/>
            <a:pathLst>
              <a:path w="242" h="20">
                <a:moveTo>
                  <a:pt x="0" y="20"/>
                </a:moveTo>
                <a:lnTo>
                  <a:pt x="242" y="0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0" name=""/>
          <p:cNvSpPr/>
          <p:nvPr/>
        </p:nvSpPr>
        <p:spPr>
          <a:xfrm>
            <a:off x="5035680" y="197424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6" y="0"/>
                </a:lnTo>
                <a:lnTo>
                  <a:pt x="236" y="1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1" name=""/>
          <p:cNvSpPr/>
          <p:nvPr/>
        </p:nvSpPr>
        <p:spPr>
          <a:xfrm>
            <a:off x="5037840" y="1974600"/>
            <a:ext cx="82800" cy="6840"/>
          </a:xfrm>
          <a:custGeom>
            <a:avLst/>
            <a:gdLst/>
            <a:ahLst/>
            <a:rect l="0" t="0" r="r" b="b"/>
            <a:pathLst>
              <a:path w="230" h="19">
                <a:moveTo>
                  <a:pt x="0" y="19"/>
                </a:moveTo>
                <a:lnTo>
                  <a:pt x="230" y="0"/>
                </a:lnTo>
                <a:lnTo>
                  <a:pt x="7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2" name=""/>
          <p:cNvSpPr/>
          <p:nvPr/>
        </p:nvSpPr>
        <p:spPr>
          <a:xfrm>
            <a:off x="5040360" y="1974600"/>
            <a:ext cx="80280" cy="6840"/>
          </a:xfrm>
          <a:custGeom>
            <a:avLst/>
            <a:gdLst/>
            <a:ahLst/>
            <a:rect l="0" t="0" r="r" b="b"/>
            <a:pathLst>
              <a:path w="223" h="19">
                <a:moveTo>
                  <a:pt x="0" y="19"/>
                </a:moveTo>
                <a:lnTo>
                  <a:pt x="223" y="0"/>
                </a:lnTo>
                <a:lnTo>
                  <a:pt x="223" y="1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3" name=""/>
          <p:cNvSpPr/>
          <p:nvPr/>
        </p:nvSpPr>
        <p:spPr>
          <a:xfrm>
            <a:off x="5042520" y="1974960"/>
            <a:ext cx="78120" cy="6480"/>
          </a:xfrm>
          <a:custGeom>
            <a:avLst/>
            <a:gdLst/>
            <a:ahLst/>
            <a:rect l="0" t="0" r="r" b="b"/>
            <a:pathLst>
              <a:path w="217" h="18">
                <a:moveTo>
                  <a:pt x="0" y="18"/>
                </a:moveTo>
                <a:lnTo>
                  <a:pt x="217" y="0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4" name=""/>
          <p:cNvSpPr/>
          <p:nvPr/>
        </p:nvSpPr>
        <p:spPr>
          <a:xfrm>
            <a:off x="5044680" y="1974960"/>
            <a:ext cx="75960" cy="6480"/>
          </a:xfrm>
          <a:custGeom>
            <a:avLst/>
            <a:gdLst/>
            <a:ahLst/>
            <a:rect l="0" t="0" r="r" b="b"/>
            <a:pathLst>
              <a:path w="211" h="18">
                <a:moveTo>
                  <a:pt x="0" y="18"/>
                </a:moveTo>
                <a:lnTo>
                  <a:pt x="211" y="0"/>
                </a:lnTo>
                <a:lnTo>
                  <a:pt x="211" y="1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5" name=""/>
          <p:cNvSpPr/>
          <p:nvPr/>
        </p:nvSpPr>
        <p:spPr>
          <a:xfrm>
            <a:off x="5046840" y="1975320"/>
            <a:ext cx="73800" cy="6120"/>
          </a:xfrm>
          <a:custGeom>
            <a:avLst/>
            <a:gdLst/>
            <a:ahLst/>
            <a:rect l="0" t="0" r="r" b="b"/>
            <a:pathLst>
              <a:path w="205" h="17">
                <a:moveTo>
                  <a:pt x="0" y="17"/>
                </a:moveTo>
                <a:lnTo>
                  <a:pt x="205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6" name=""/>
          <p:cNvSpPr/>
          <p:nvPr/>
        </p:nvSpPr>
        <p:spPr>
          <a:xfrm>
            <a:off x="5049000" y="197532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7"/>
                </a:moveTo>
                <a:lnTo>
                  <a:pt x="199" y="0"/>
                </a:lnTo>
                <a:lnTo>
                  <a:pt x="199" y="1"/>
                </a:lnTo>
                <a:lnTo>
                  <a:pt x="7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7" name=""/>
          <p:cNvSpPr/>
          <p:nvPr/>
        </p:nvSpPr>
        <p:spPr>
          <a:xfrm>
            <a:off x="5051520" y="1975680"/>
            <a:ext cx="69120" cy="5760"/>
          </a:xfrm>
          <a:custGeom>
            <a:avLst/>
            <a:gdLst/>
            <a:ahLst/>
            <a:rect l="0" t="0" r="r" b="b"/>
            <a:pathLst>
              <a:path w="192" h="16">
                <a:moveTo>
                  <a:pt x="0" y="16"/>
                </a:moveTo>
                <a:lnTo>
                  <a:pt x="192" y="0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f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8" name=""/>
          <p:cNvSpPr/>
          <p:nvPr/>
        </p:nvSpPr>
        <p:spPr>
          <a:xfrm>
            <a:off x="5053680" y="1975680"/>
            <a:ext cx="66960" cy="5760"/>
          </a:xfrm>
          <a:custGeom>
            <a:avLst/>
            <a:gdLst/>
            <a:ahLst/>
            <a:rect l="0" t="0" r="r" b="b"/>
            <a:pathLst>
              <a:path w="186" h="16">
                <a:moveTo>
                  <a:pt x="0" y="16"/>
                </a:moveTo>
                <a:lnTo>
                  <a:pt x="186" y="0"/>
                </a:lnTo>
                <a:lnTo>
                  <a:pt x="186" y="1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49" name=""/>
          <p:cNvSpPr/>
          <p:nvPr/>
        </p:nvSpPr>
        <p:spPr>
          <a:xfrm>
            <a:off x="5055840" y="197604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80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0" name=""/>
          <p:cNvSpPr/>
          <p:nvPr/>
        </p:nvSpPr>
        <p:spPr>
          <a:xfrm>
            <a:off x="5058000" y="197604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74" y="0"/>
                </a:lnTo>
                <a:lnTo>
                  <a:pt x="174" y="1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1" name=""/>
          <p:cNvSpPr/>
          <p:nvPr/>
        </p:nvSpPr>
        <p:spPr>
          <a:xfrm>
            <a:off x="5060160" y="1976400"/>
            <a:ext cx="60480" cy="5040"/>
          </a:xfrm>
          <a:custGeom>
            <a:avLst/>
            <a:gdLst/>
            <a:ahLst/>
            <a:rect l="0" t="0" r="r" b="b"/>
            <a:pathLst>
              <a:path w="168" h="14">
                <a:moveTo>
                  <a:pt x="0" y="14"/>
                </a:moveTo>
                <a:lnTo>
                  <a:pt x="168" y="0"/>
                </a:lnTo>
                <a:lnTo>
                  <a:pt x="7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2" name=""/>
          <p:cNvSpPr/>
          <p:nvPr/>
        </p:nvSpPr>
        <p:spPr>
          <a:xfrm>
            <a:off x="5062680" y="1976400"/>
            <a:ext cx="57960" cy="5040"/>
          </a:xfrm>
          <a:custGeom>
            <a:avLst/>
            <a:gdLst/>
            <a:ahLst/>
            <a:rect l="0" t="0" r="r" b="b"/>
            <a:pathLst>
              <a:path w="161" h="14">
                <a:moveTo>
                  <a:pt x="0" y="14"/>
                </a:moveTo>
                <a:lnTo>
                  <a:pt x="161" y="0"/>
                </a:lnTo>
                <a:lnTo>
                  <a:pt x="161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3" name=""/>
          <p:cNvSpPr/>
          <p:nvPr/>
        </p:nvSpPr>
        <p:spPr>
          <a:xfrm>
            <a:off x="5064840" y="1976760"/>
            <a:ext cx="55800" cy="4680"/>
          </a:xfrm>
          <a:custGeom>
            <a:avLst/>
            <a:gdLst/>
            <a:ahLst/>
            <a:rect l="0" t="0" r="r" b="b"/>
            <a:pathLst>
              <a:path w="155" h="13">
                <a:moveTo>
                  <a:pt x="0" y="13"/>
                </a:moveTo>
                <a:lnTo>
                  <a:pt x="155" y="0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4" name=""/>
          <p:cNvSpPr/>
          <p:nvPr/>
        </p:nvSpPr>
        <p:spPr>
          <a:xfrm>
            <a:off x="5067000" y="197676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3"/>
                </a:moveTo>
                <a:lnTo>
                  <a:pt x="149" y="0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5" name=""/>
          <p:cNvSpPr/>
          <p:nvPr/>
        </p:nvSpPr>
        <p:spPr>
          <a:xfrm>
            <a:off x="5069160" y="1976760"/>
            <a:ext cx="51480" cy="4680"/>
          </a:xfrm>
          <a:custGeom>
            <a:avLst/>
            <a:gdLst/>
            <a:ahLst/>
            <a:rect l="0" t="0" r="r" b="b"/>
            <a:pathLst>
              <a:path w="143" h="13">
                <a:moveTo>
                  <a:pt x="0" y="13"/>
                </a:moveTo>
                <a:lnTo>
                  <a:pt x="143" y="0"/>
                </a:lnTo>
                <a:lnTo>
                  <a:pt x="143" y="1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6" name=""/>
          <p:cNvSpPr/>
          <p:nvPr/>
        </p:nvSpPr>
        <p:spPr>
          <a:xfrm>
            <a:off x="5071320" y="1977120"/>
            <a:ext cx="49320" cy="4320"/>
          </a:xfrm>
          <a:custGeom>
            <a:avLst/>
            <a:gdLst/>
            <a:ahLst/>
            <a:rect l="0" t="0" r="r" b="b"/>
            <a:pathLst>
              <a:path w="137" h="12">
                <a:moveTo>
                  <a:pt x="0" y="12"/>
                </a:moveTo>
                <a:lnTo>
                  <a:pt x="137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7" name=""/>
          <p:cNvSpPr/>
          <p:nvPr/>
        </p:nvSpPr>
        <p:spPr>
          <a:xfrm>
            <a:off x="5073480" y="197712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2"/>
                </a:moveTo>
                <a:lnTo>
                  <a:pt x="131" y="0"/>
                </a:lnTo>
                <a:lnTo>
                  <a:pt x="131" y="1"/>
                </a:lnTo>
                <a:lnTo>
                  <a:pt x="7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8" name=""/>
          <p:cNvSpPr/>
          <p:nvPr/>
        </p:nvSpPr>
        <p:spPr>
          <a:xfrm>
            <a:off x="5076000" y="1977480"/>
            <a:ext cx="44640" cy="3960"/>
          </a:xfrm>
          <a:custGeom>
            <a:avLst/>
            <a:gdLst/>
            <a:ahLst/>
            <a:rect l="0" t="0" r="r" b="b"/>
            <a:pathLst>
              <a:path w="124" h="11">
                <a:moveTo>
                  <a:pt x="0" y="11"/>
                </a:moveTo>
                <a:lnTo>
                  <a:pt x="124" y="0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59" name=""/>
          <p:cNvSpPr/>
          <p:nvPr/>
        </p:nvSpPr>
        <p:spPr>
          <a:xfrm>
            <a:off x="5078160" y="1977480"/>
            <a:ext cx="42480" cy="3960"/>
          </a:xfrm>
          <a:custGeom>
            <a:avLst/>
            <a:gdLst/>
            <a:ahLst/>
            <a:rect l="0" t="0" r="r" b="b"/>
            <a:pathLst>
              <a:path w="118" h="11">
                <a:moveTo>
                  <a:pt x="0" y="11"/>
                </a:moveTo>
                <a:lnTo>
                  <a:pt x="118" y="0"/>
                </a:lnTo>
                <a:lnTo>
                  <a:pt x="118" y="1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60" name=""/>
          <p:cNvSpPr/>
          <p:nvPr/>
        </p:nvSpPr>
        <p:spPr>
          <a:xfrm>
            <a:off x="5080320" y="1977840"/>
            <a:ext cx="40320" cy="3600"/>
          </a:xfrm>
          <a:custGeom>
            <a:avLst/>
            <a:gdLst/>
            <a:ahLst/>
            <a:rect l="0" t="0" r="r" b="b"/>
            <a:pathLst>
              <a:path w="112" h="10">
                <a:moveTo>
                  <a:pt x="0" y="10"/>
                </a:moveTo>
                <a:lnTo>
                  <a:pt x="112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61" name=""/>
          <p:cNvSpPr/>
          <p:nvPr/>
        </p:nvSpPr>
        <p:spPr>
          <a:xfrm>
            <a:off x="5082480" y="197784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10"/>
                </a:moveTo>
                <a:lnTo>
                  <a:pt x="106" y="0"/>
                </a:lnTo>
                <a:lnTo>
                  <a:pt x="106" y="1"/>
                </a:lnTo>
                <a:lnTo>
                  <a:pt x="7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62" name=""/>
          <p:cNvSpPr/>
          <p:nvPr/>
        </p:nvSpPr>
        <p:spPr>
          <a:xfrm>
            <a:off x="5084640" y="197820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9"/>
                </a:moveTo>
                <a:lnTo>
                  <a:pt x="100" y="0"/>
                </a:lnTo>
                <a:lnTo>
                  <a:pt x="7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63" name=""/>
          <p:cNvSpPr/>
          <p:nvPr/>
        </p:nvSpPr>
        <p:spPr>
          <a:xfrm>
            <a:off x="5087160" y="1978200"/>
            <a:ext cx="33480" cy="3240"/>
          </a:xfrm>
          <a:custGeom>
            <a:avLst/>
            <a:gdLst/>
            <a:ahLst/>
            <a:rect l="0" t="0" r="r" b="b"/>
            <a:pathLst>
              <a:path w="93" h="9">
                <a:moveTo>
                  <a:pt x="0" y="9"/>
                </a:moveTo>
                <a:lnTo>
                  <a:pt x="93" y="0"/>
                </a:lnTo>
                <a:lnTo>
                  <a:pt x="93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64" name=""/>
          <p:cNvSpPr/>
          <p:nvPr/>
        </p:nvSpPr>
        <p:spPr>
          <a:xfrm>
            <a:off x="5089320" y="1978560"/>
            <a:ext cx="31320" cy="2880"/>
          </a:xfrm>
          <a:custGeom>
            <a:avLst/>
            <a:gdLst/>
            <a:ahLst/>
            <a:rect l="0" t="0" r="r" b="b"/>
            <a:pathLst>
              <a:path w="87" h="8">
                <a:moveTo>
                  <a:pt x="0" y="8"/>
                </a:moveTo>
                <a:lnTo>
                  <a:pt x="87" y="0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65" name=""/>
          <p:cNvSpPr/>
          <p:nvPr/>
        </p:nvSpPr>
        <p:spPr>
          <a:xfrm>
            <a:off x="5091480" y="1978560"/>
            <a:ext cx="29160" cy="2880"/>
          </a:xfrm>
          <a:custGeom>
            <a:avLst/>
            <a:gdLst/>
            <a:ahLst/>
            <a:rect l="0" t="0" r="r" b="b"/>
            <a:pathLst>
              <a:path w="81" h="8">
                <a:moveTo>
                  <a:pt x="0" y="8"/>
                </a:moveTo>
                <a:lnTo>
                  <a:pt x="81" y="0"/>
                </a:lnTo>
                <a:lnTo>
                  <a:pt x="81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66" name=""/>
          <p:cNvSpPr/>
          <p:nvPr/>
        </p:nvSpPr>
        <p:spPr>
          <a:xfrm>
            <a:off x="5093640" y="1978920"/>
            <a:ext cx="27000" cy="2880"/>
          </a:xfrm>
          <a:custGeom>
            <a:avLst/>
            <a:gdLst/>
            <a:ahLst/>
            <a:rect l="0" t="0" r="r" b="b"/>
            <a:pathLst>
              <a:path w="75" h="8">
                <a:moveTo>
                  <a:pt x="0" y="8"/>
                </a:moveTo>
                <a:lnTo>
                  <a:pt x="75" y="0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67" name=""/>
          <p:cNvSpPr/>
          <p:nvPr/>
        </p:nvSpPr>
        <p:spPr>
          <a:xfrm>
            <a:off x="5095800" y="1978920"/>
            <a:ext cx="24840" cy="2880"/>
          </a:xfrm>
          <a:custGeom>
            <a:avLst/>
            <a:gdLst/>
            <a:ahLst/>
            <a:rect l="0" t="0" r="r" b="b"/>
            <a:pathLst>
              <a:path w="69" h="8">
                <a:moveTo>
                  <a:pt x="0" y="8"/>
                </a:moveTo>
                <a:lnTo>
                  <a:pt x="69" y="0"/>
                </a:lnTo>
                <a:lnTo>
                  <a:pt x="69" y="2"/>
                </a:lnTo>
                <a:lnTo>
                  <a:pt x="7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68" name=""/>
          <p:cNvSpPr/>
          <p:nvPr/>
        </p:nvSpPr>
        <p:spPr>
          <a:xfrm>
            <a:off x="5098320" y="1979280"/>
            <a:ext cx="22320" cy="2160"/>
          </a:xfrm>
          <a:custGeom>
            <a:avLst/>
            <a:gdLst/>
            <a:ahLst/>
            <a:rect l="0" t="0" r="r" b="b"/>
            <a:pathLst>
              <a:path w="62" h="6">
                <a:moveTo>
                  <a:pt x="0" y="6"/>
                </a:moveTo>
                <a:lnTo>
                  <a:pt x="62" y="0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69" name=""/>
          <p:cNvSpPr/>
          <p:nvPr/>
        </p:nvSpPr>
        <p:spPr>
          <a:xfrm>
            <a:off x="5100480" y="1979280"/>
            <a:ext cx="20160" cy="2160"/>
          </a:xfrm>
          <a:custGeom>
            <a:avLst/>
            <a:gdLst/>
            <a:ahLst/>
            <a:rect l="0" t="0" r="r" b="b"/>
            <a:pathLst>
              <a:path w="56" h="6">
                <a:moveTo>
                  <a:pt x="0" y="6"/>
                </a:moveTo>
                <a:lnTo>
                  <a:pt x="56" y="0"/>
                </a:lnTo>
                <a:lnTo>
                  <a:pt x="56" y="1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70" name=""/>
          <p:cNvSpPr/>
          <p:nvPr/>
        </p:nvSpPr>
        <p:spPr>
          <a:xfrm>
            <a:off x="5102640" y="1979640"/>
            <a:ext cx="18000" cy="1800"/>
          </a:xfrm>
          <a:custGeom>
            <a:avLst/>
            <a:gdLst/>
            <a:ahLst/>
            <a:rect l="0" t="0" r="r" b="b"/>
            <a:pathLst>
              <a:path w="50" h="5">
                <a:moveTo>
                  <a:pt x="0" y="5"/>
                </a:moveTo>
                <a:lnTo>
                  <a:pt x="50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71" name=""/>
          <p:cNvSpPr/>
          <p:nvPr/>
        </p:nvSpPr>
        <p:spPr>
          <a:xfrm>
            <a:off x="5104800" y="1979640"/>
            <a:ext cx="15840" cy="1800"/>
          </a:xfrm>
          <a:custGeom>
            <a:avLst/>
            <a:gdLst/>
            <a:ahLst/>
            <a:rect l="0" t="0" r="r" b="b"/>
            <a:pathLst>
              <a:path w="44" h="5">
                <a:moveTo>
                  <a:pt x="0" y="5"/>
                </a:moveTo>
                <a:lnTo>
                  <a:pt x="44" y="0"/>
                </a:lnTo>
                <a:lnTo>
                  <a:pt x="44" y="1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72" name=""/>
          <p:cNvSpPr/>
          <p:nvPr/>
        </p:nvSpPr>
        <p:spPr>
          <a:xfrm>
            <a:off x="5106960" y="1980000"/>
            <a:ext cx="13680" cy="1800"/>
          </a:xfrm>
          <a:custGeom>
            <a:avLst/>
            <a:gdLst/>
            <a:ahLst/>
            <a:rect l="0" t="0" r="r" b="b"/>
            <a:pathLst>
              <a:path w="38" h="5">
                <a:moveTo>
                  <a:pt x="0" y="5"/>
                </a:moveTo>
                <a:lnTo>
                  <a:pt x="38" y="0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73" name=""/>
          <p:cNvSpPr/>
          <p:nvPr/>
        </p:nvSpPr>
        <p:spPr>
          <a:xfrm>
            <a:off x="5109480" y="1980000"/>
            <a:ext cx="11160" cy="1800"/>
          </a:xfrm>
          <a:custGeom>
            <a:avLst/>
            <a:gdLst/>
            <a:ahLst/>
            <a:rect l="0" t="0" r="r" b="b"/>
            <a:pathLst>
              <a:path w="31" h="5">
                <a:moveTo>
                  <a:pt x="0" y="5"/>
                </a:moveTo>
                <a:lnTo>
                  <a:pt x="31" y="0"/>
                </a:lnTo>
                <a:lnTo>
                  <a:pt x="31" y="2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74" name=""/>
          <p:cNvSpPr/>
          <p:nvPr/>
        </p:nvSpPr>
        <p:spPr>
          <a:xfrm>
            <a:off x="5111640" y="1980360"/>
            <a:ext cx="9000" cy="1440"/>
          </a:xfrm>
          <a:custGeom>
            <a:avLst/>
            <a:gdLst/>
            <a:ahLst/>
            <a:rect l="0" t="0" r="r" b="b"/>
            <a:pathLst>
              <a:path w="25" h="4">
                <a:moveTo>
                  <a:pt x="0" y="4"/>
                </a:moveTo>
                <a:lnTo>
                  <a:pt x="25" y="0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75" name=""/>
          <p:cNvSpPr/>
          <p:nvPr/>
        </p:nvSpPr>
        <p:spPr>
          <a:xfrm>
            <a:off x="5113800" y="1980360"/>
            <a:ext cx="6840" cy="1440"/>
          </a:xfrm>
          <a:custGeom>
            <a:avLst/>
            <a:gdLst/>
            <a:ahLst/>
            <a:rect l="0" t="0" r="r" b="b"/>
            <a:pathLst>
              <a:path w="19" h="4">
                <a:moveTo>
                  <a:pt x="0" y="4"/>
                </a:moveTo>
                <a:lnTo>
                  <a:pt x="19" y="0"/>
                </a:lnTo>
                <a:lnTo>
                  <a:pt x="19" y="2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76" name=""/>
          <p:cNvSpPr/>
          <p:nvPr/>
        </p:nvSpPr>
        <p:spPr>
          <a:xfrm>
            <a:off x="5115960" y="1980720"/>
            <a:ext cx="4320" cy="360"/>
          </a:xfrm>
          <a:custGeom>
            <a:avLst/>
            <a:gdLst/>
            <a:ahLst/>
            <a:rect l="0" t="0" r="r" b="b"/>
            <a:pathLst>
              <a:path w="12" h="1">
                <a:moveTo>
                  <a:pt x="0" y="1"/>
                </a:moveTo>
                <a:lnTo>
                  <a:pt x="12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77" name=""/>
          <p:cNvSpPr/>
          <p:nvPr/>
        </p:nvSpPr>
        <p:spPr>
          <a:xfrm>
            <a:off x="5118120" y="1980720"/>
            <a:ext cx="2160" cy="360"/>
          </a:xfrm>
          <a:custGeom>
            <a:avLst/>
            <a:gdLst/>
            <a:ahLst/>
            <a:rect l="0" t="0" r="r" b="b"/>
            <a:pathLst>
              <a:path w="6" h="1">
                <a:moveTo>
                  <a:pt x="0" y="1"/>
                </a:moveTo>
                <a:lnTo>
                  <a:pt x="6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778" name=""/>
          <p:cNvSpPr/>
          <p:nvPr/>
        </p:nvSpPr>
        <p:spPr>
          <a:xfrm>
            <a:off x="4836960" y="1958040"/>
            <a:ext cx="283680" cy="23400"/>
          </a:xfrm>
          <a:custGeom>
            <a:avLst/>
            <a:gdLst/>
            <a:ahLst/>
            <a:rect l="0" t="0" r="r" b="b"/>
            <a:pathLst>
              <a:path w="788" h="65">
                <a:moveTo>
                  <a:pt x="0" y="65"/>
                </a:moveTo>
                <a:lnTo>
                  <a:pt x="788" y="65"/>
                </a:lnTo>
                <a:lnTo>
                  <a:pt x="788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79" name=""/>
          <p:cNvSpPr/>
          <p:nvPr/>
        </p:nvSpPr>
        <p:spPr>
          <a:xfrm>
            <a:off x="4866120" y="1981080"/>
            <a:ext cx="7200" cy="1440"/>
          </a:xfrm>
          <a:custGeom>
            <a:avLst/>
            <a:gdLst/>
            <a:ahLst/>
            <a:rect l="0" t="0" r="r" b="b"/>
            <a:pathLst>
              <a:path w="20" h="4">
                <a:moveTo>
                  <a:pt x="0" y="0"/>
                </a:moveTo>
                <a:lnTo>
                  <a:pt x="20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0" name=""/>
          <p:cNvSpPr/>
          <p:nvPr/>
        </p:nvSpPr>
        <p:spPr>
          <a:xfrm>
            <a:off x="4866120" y="1981080"/>
            <a:ext cx="10800" cy="1440"/>
          </a:xfrm>
          <a:custGeom>
            <a:avLst/>
            <a:gdLst/>
            <a:ahLst/>
            <a:rect l="0" t="0" r="r" b="b"/>
            <a:pathLst>
              <a:path w="30" h="4">
                <a:moveTo>
                  <a:pt x="0" y="3"/>
                </a:moveTo>
                <a:lnTo>
                  <a:pt x="20" y="0"/>
                </a:lnTo>
                <a:lnTo>
                  <a:pt x="30" y="0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1" name=""/>
          <p:cNvSpPr/>
          <p:nvPr/>
        </p:nvSpPr>
        <p:spPr>
          <a:xfrm>
            <a:off x="4866120" y="1981080"/>
            <a:ext cx="14400" cy="2160"/>
          </a:xfrm>
          <a:custGeom>
            <a:avLst/>
            <a:gdLst/>
            <a:ahLst/>
            <a:rect l="0" t="0" r="r" b="b"/>
            <a:pathLst>
              <a:path w="40" h="6">
                <a:moveTo>
                  <a:pt x="0" y="4"/>
                </a:moveTo>
                <a:lnTo>
                  <a:pt x="29" y="0"/>
                </a:lnTo>
                <a:lnTo>
                  <a:pt x="40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2" name=""/>
          <p:cNvSpPr/>
          <p:nvPr/>
        </p:nvSpPr>
        <p:spPr>
          <a:xfrm>
            <a:off x="4866120" y="198108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5"/>
                </a:moveTo>
                <a:lnTo>
                  <a:pt x="40" y="0"/>
                </a:lnTo>
                <a:lnTo>
                  <a:pt x="50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3" name=""/>
          <p:cNvSpPr/>
          <p:nvPr/>
        </p:nvSpPr>
        <p:spPr>
          <a:xfrm>
            <a:off x="4866120" y="1981080"/>
            <a:ext cx="21240" cy="2520"/>
          </a:xfrm>
          <a:custGeom>
            <a:avLst/>
            <a:gdLst/>
            <a:ahLst/>
            <a:rect l="0" t="0" r="r" b="b"/>
            <a:pathLst>
              <a:path w="59" h="7">
                <a:moveTo>
                  <a:pt x="0" y="6"/>
                </a:moveTo>
                <a:lnTo>
                  <a:pt x="50" y="0"/>
                </a:lnTo>
                <a:lnTo>
                  <a:pt x="59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4" name=""/>
          <p:cNvSpPr/>
          <p:nvPr/>
        </p:nvSpPr>
        <p:spPr>
          <a:xfrm>
            <a:off x="4866120" y="1981080"/>
            <a:ext cx="24840" cy="2880"/>
          </a:xfrm>
          <a:custGeom>
            <a:avLst/>
            <a:gdLst/>
            <a:ahLst/>
            <a:rect l="0" t="0" r="r" b="b"/>
            <a:pathLst>
              <a:path w="69" h="8">
                <a:moveTo>
                  <a:pt x="0" y="7"/>
                </a:moveTo>
                <a:lnTo>
                  <a:pt x="59" y="0"/>
                </a:lnTo>
                <a:lnTo>
                  <a:pt x="69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5" name=""/>
          <p:cNvSpPr/>
          <p:nvPr/>
        </p:nvSpPr>
        <p:spPr>
          <a:xfrm>
            <a:off x="4866120" y="1981080"/>
            <a:ext cx="28440" cy="3240"/>
          </a:xfrm>
          <a:custGeom>
            <a:avLst/>
            <a:gdLst/>
            <a:ahLst/>
            <a:rect l="0" t="0" r="r" b="b"/>
            <a:pathLst>
              <a:path w="79" h="9">
                <a:moveTo>
                  <a:pt x="0" y="8"/>
                </a:moveTo>
                <a:lnTo>
                  <a:pt x="69" y="0"/>
                </a:lnTo>
                <a:lnTo>
                  <a:pt x="79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6" name=""/>
          <p:cNvSpPr/>
          <p:nvPr/>
        </p:nvSpPr>
        <p:spPr>
          <a:xfrm>
            <a:off x="4866120" y="1981080"/>
            <a:ext cx="35640" cy="4320"/>
          </a:xfrm>
          <a:custGeom>
            <a:avLst/>
            <a:gdLst/>
            <a:ahLst/>
            <a:rect l="0" t="0" r="r" b="b"/>
            <a:pathLst>
              <a:path w="99" h="12">
                <a:moveTo>
                  <a:pt x="0" y="9"/>
                </a:moveTo>
                <a:lnTo>
                  <a:pt x="79" y="0"/>
                </a:lnTo>
                <a:lnTo>
                  <a:pt x="99" y="0"/>
                </a:lnTo>
                <a:lnTo>
                  <a:pt x="0" y="12"/>
                </a:lnTo>
                <a:lnTo>
                  <a:pt x="0" y="9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7" name=""/>
          <p:cNvSpPr/>
          <p:nvPr/>
        </p:nvSpPr>
        <p:spPr>
          <a:xfrm>
            <a:off x="4866120" y="198108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98" y="0"/>
                </a:lnTo>
                <a:lnTo>
                  <a:pt x="104" y="0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8" name=""/>
          <p:cNvSpPr/>
          <p:nvPr/>
        </p:nvSpPr>
        <p:spPr>
          <a:xfrm>
            <a:off x="4866120" y="1981080"/>
            <a:ext cx="38880" cy="4320"/>
          </a:xfrm>
          <a:custGeom>
            <a:avLst/>
            <a:gdLst/>
            <a:ahLst/>
            <a:rect l="0" t="0" r="r" b="b"/>
            <a:pathLst>
              <a:path w="108" h="12">
                <a:moveTo>
                  <a:pt x="0" y="11"/>
                </a:moveTo>
                <a:lnTo>
                  <a:pt x="104" y="0"/>
                </a:lnTo>
                <a:lnTo>
                  <a:pt x="108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89" name=""/>
          <p:cNvSpPr/>
          <p:nvPr/>
        </p:nvSpPr>
        <p:spPr>
          <a:xfrm>
            <a:off x="4866120" y="1981080"/>
            <a:ext cx="42480" cy="4680"/>
          </a:xfrm>
          <a:custGeom>
            <a:avLst/>
            <a:gdLst/>
            <a:ahLst/>
            <a:rect l="0" t="0" r="r" b="b"/>
            <a:pathLst>
              <a:path w="118" h="13">
                <a:moveTo>
                  <a:pt x="0" y="12"/>
                </a:moveTo>
                <a:lnTo>
                  <a:pt x="107" y="0"/>
                </a:lnTo>
                <a:lnTo>
                  <a:pt x="118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0" name=""/>
          <p:cNvSpPr/>
          <p:nvPr/>
        </p:nvSpPr>
        <p:spPr>
          <a:xfrm>
            <a:off x="4866120" y="1981080"/>
            <a:ext cx="46080" cy="5040"/>
          </a:xfrm>
          <a:custGeom>
            <a:avLst/>
            <a:gdLst/>
            <a:ahLst/>
            <a:rect l="0" t="0" r="r" b="b"/>
            <a:pathLst>
              <a:path w="128" h="14">
                <a:moveTo>
                  <a:pt x="0" y="13"/>
                </a:moveTo>
                <a:lnTo>
                  <a:pt x="118" y="0"/>
                </a:lnTo>
                <a:lnTo>
                  <a:pt x="128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1" name=""/>
          <p:cNvSpPr/>
          <p:nvPr/>
        </p:nvSpPr>
        <p:spPr>
          <a:xfrm>
            <a:off x="4866120" y="1981080"/>
            <a:ext cx="47880" cy="5040"/>
          </a:xfrm>
          <a:custGeom>
            <a:avLst/>
            <a:gdLst/>
            <a:ahLst/>
            <a:rect l="0" t="0" r="r" b="b"/>
            <a:pathLst>
              <a:path w="133" h="14">
                <a:moveTo>
                  <a:pt x="0" y="14"/>
                </a:moveTo>
                <a:lnTo>
                  <a:pt x="128" y="0"/>
                </a:lnTo>
                <a:lnTo>
                  <a:pt x="133" y="0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2" name=""/>
          <p:cNvSpPr/>
          <p:nvPr/>
        </p:nvSpPr>
        <p:spPr>
          <a:xfrm>
            <a:off x="4866120" y="1981080"/>
            <a:ext cx="49680" cy="5400"/>
          </a:xfrm>
          <a:custGeom>
            <a:avLst/>
            <a:gdLst/>
            <a:ahLst/>
            <a:rect l="0" t="0" r="r" b="b"/>
            <a:pathLst>
              <a:path w="138" h="15">
                <a:moveTo>
                  <a:pt x="0" y="14"/>
                </a:moveTo>
                <a:lnTo>
                  <a:pt x="133" y="0"/>
                </a:lnTo>
                <a:lnTo>
                  <a:pt x="13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3" name=""/>
          <p:cNvSpPr/>
          <p:nvPr/>
        </p:nvSpPr>
        <p:spPr>
          <a:xfrm>
            <a:off x="4866120" y="1981080"/>
            <a:ext cx="53280" cy="5760"/>
          </a:xfrm>
          <a:custGeom>
            <a:avLst/>
            <a:gdLst/>
            <a:ahLst/>
            <a:rect l="0" t="0" r="r" b="b"/>
            <a:pathLst>
              <a:path w="148" h="16">
                <a:moveTo>
                  <a:pt x="0" y="15"/>
                </a:moveTo>
                <a:lnTo>
                  <a:pt x="138" y="0"/>
                </a:lnTo>
                <a:lnTo>
                  <a:pt x="148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4" name=""/>
          <p:cNvSpPr/>
          <p:nvPr/>
        </p:nvSpPr>
        <p:spPr>
          <a:xfrm>
            <a:off x="4866120" y="198108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48" y="0"/>
                </a:lnTo>
                <a:lnTo>
                  <a:pt x="153" y="0"/>
                </a:lnTo>
                <a:lnTo>
                  <a:pt x="0" y="16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5" name=""/>
          <p:cNvSpPr/>
          <p:nvPr/>
        </p:nvSpPr>
        <p:spPr>
          <a:xfrm>
            <a:off x="4866120" y="1981080"/>
            <a:ext cx="56520" cy="6120"/>
          </a:xfrm>
          <a:custGeom>
            <a:avLst/>
            <a:gdLst/>
            <a:ahLst/>
            <a:rect l="0" t="0" r="r" b="b"/>
            <a:pathLst>
              <a:path w="157" h="17">
                <a:moveTo>
                  <a:pt x="0" y="16"/>
                </a:moveTo>
                <a:lnTo>
                  <a:pt x="153" y="0"/>
                </a:lnTo>
                <a:lnTo>
                  <a:pt x="157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6" name=""/>
          <p:cNvSpPr/>
          <p:nvPr/>
        </p:nvSpPr>
        <p:spPr>
          <a:xfrm>
            <a:off x="4866120" y="1981080"/>
            <a:ext cx="63720" cy="6840"/>
          </a:xfrm>
          <a:custGeom>
            <a:avLst/>
            <a:gdLst/>
            <a:ahLst/>
            <a:rect l="0" t="0" r="r" b="b"/>
            <a:pathLst>
              <a:path w="177" h="19">
                <a:moveTo>
                  <a:pt x="0" y="17"/>
                </a:moveTo>
                <a:lnTo>
                  <a:pt x="157" y="0"/>
                </a:lnTo>
                <a:lnTo>
                  <a:pt x="177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7" name=""/>
          <p:cNvSpPr/>
          <p:nvPr/>
        </p:nvSpPr>
        <p:spPr>
          <a:xfrm>
            <a:off x="4866120" y="1981080"/>
            <a:ext cx="70920" cy="7560"/>
          </a:xfrm>
          <a:custGeom>
            <a:avLst/>
            <a:gdLst/>
            <a:ahLst/>
            <a:rect l="0" t="0" r="r" b="b"/>
            <a:pathLst>
              <a:path w="197" h="21">
                <a:moveTo>
                  <a:pt x="0" y="19"/>
                </a:moveTo>
                <a:lnTo>
                  <a:pt x="177" y="0"/>
                </a:lnTo>
                <a:lnTo>
                  <a:pt x="197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8" name=""/>
          <p:cNvSpPr/>
          <p:nvPr/>
        </p:nvSpPr>
        <p:spPr>
          <a:xfrm>
            <a:off x="4866120" y="1981080"/>
            <a:ext cx="74160" cy="7920"/>
          </a:xfrm>
          <a:custGeom>
            <a:avLst/>
            <a:gdLst/>
            <a:ahLst/>
            <a:rect l="0" t="0" r="r" b="b"/>
            <a:pathLst>
              <a:path w="206" h="22">
                <a:moveTo>
                  <a:pt x="0" y="21"/>
                </a:moveTo>
                <a:lnTo>
                  <a:pt x="197" y="0"/>
                </a:lnTo>
                <a:lnTo>
                  <a:pt x="206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799" name=""/>
          <p:cNvSpPr/>
          <p:nvPr/>
        </p:nvSpPr>
        <p:spPr>
          <a:xfrm>
            <a:off x="4866120" y="1981080"/>
            <a:ext cx="75960" cy="7920"/>
          </a:xfrm>
          <a:custGeom>
            <a:avLst/>
            <a:gdLst/>
            <a:ahLst/>
            <a:rect l="0" t="0" r="r" b="b"/>
            <a:pathLst>
              <a:path w="211" h="22">
                <a:moveTo>
                  <a:pt x="0" y="22"/>
                </a:moveTo>
                <a:lnTo>
                  <a:pt x="206" y="0"/>
                </a:lnTo>
                <a:lnTo>
                  <a:pt x="211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0" name=""/>
          <p:cNvSpPr/>
          <p:nvPr/>
        </p:nvSpPr>
        <p:spPr>
          <a:xfrm>
            <a:off x="4866120" y="1981080"/>
            <a:ext cx="77760" cy="8280"/>
          </a:xfrm>
          <a:custGeom>
            <a:avLst/>
            <a:gdLst/>
            <a:ahLst/>
            <a:rect l="0" t="0" r="r" b="b"/>
            <a:pathLst>
              <a:path w="216" h="23">
                <a:moveTo>
                  <a:pt x="0" y="22"/>
                </a:moveTo>
                <a:lnTo>
                  <a:pt x="211" y="0"/>
                </a:lnTo>
                <a:lnTo>
                  <a:pt x="216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1" name=""/>
          <p:cNvSpPr/>
          <p:nvPr/>
        </p:nvSpPr>
        <p:spPr>
          <a:xfrm>
            <a:off x="4866120" y="1981080"/>
            <a:ext cx="81360" cy="8640"/>
          </a:xfrm>
          <a:custGeom>
            <a:avLst/>
            <a:gdLst/>
            <a:ahLst/>
            <a:rect l="0" t="0" r="r" b="b"/>
            <a:pathLst>
              <a:path w="226" h="24">
                <a:moveTo>
                  <a:pt x="0" y="23"/>
                </a:moveTo>
                <a:lnTo>
                  <a:pt x="216" y="0"/>
                </a:lnTo>
                <a:lnTo>
                  <a:pt x="22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2" name=""/>
          <p:cNvSpPr/>
          <p:nvPr/>
        </p:nvSpPr>
        <p:spPr>
          <a:xfrm>
            <a:off x="4866120" y="1981080"/>
            <a:ext cx="83160" cy="8640"/>
          </a:xfrm>
          <a:custGeom>
            <a:avLst/>
            <a:gdLst/>
            <a:ahLst/>
            <a:rect l="0" t="0" r="r" b="b"/>
            <a:pathLst>
              <a:path w="231" h="24">
                <a:moveTo>
                  <a:pt x="0" y="24"/>
                </a:moveTo>
                <a:lnTo>
                  <a:pt x="226" y="0"/>
                </a:lnTo>
                <a:lnTo>
                  <a:pt x="231" y="0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3" name=""/>
          <p:cNvSpPr/>
          <p:nvPr/>
        </p:nvSpPr>
        <p:spPr>
          <a:xfrm>
            <a:off x="4866120" y="1981080"/>
            <a:ext cx="84960" cy="9000"/>
          </a:xfrm>
          <a:custGeom>
            <a:avLst/>
            <a:gdLst/>
            <a:ahLst/>
            <a:rect l="0" t="0" r="r" b="b"/>
            <a:pathLst>
              <a:path w="236" h="25">
                <a:moveTo>
                  <a:pt x="0" y="24"/>
                </a:moveTo>
                <a:lnTo>
                  <a:pt x="230" y="0"/>
                </a:lnTo>
                <a:lnTo>
                  <a:pt x="236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4" name=""/>
          <p:cNvSpPr/>
          <p:nvPr/>
        </p:nvSpPr>
        <p:spPr>
          <a:xfrm>
            <a:off x="4866120" y="1981080"/>
            <a:ext cx="88560" cy="9360"/>
          </a:xfrm>
          <a:custGeom>
            <a:avLst/>
            <a:gdLst/>
            <a:ahLst/>
            <a:rect l="0" t="0" r="r" b="b"/>
            <a:pathLst>
              <a:path w="246" h="26">
                <a:moveTo>
                  <a:pt x="0" y="25"/>
                </a:moveTo>
                <a:lnTo>
                  <a:pt x="236" y="0"/>
                </a:lnTo>
                <a:lnTo>
                  <a:pt x="246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5" name=""/>
          <p:cNvSpPr/>
          <p:nvPr/>
        </p:nvSpPr>
        <p:spPr>
          <a:xfrm>
            <a:off x="4866120" y="1981080"/>
            <a:ext cx="92160" cy="9720"/>
          </a:xfrm>
          <a:custGeom>
            <a:avLst/>
            <a:gdLst/>
            <a:ahLst/>
            <a:rect l="0" t="0" r="r" b="b"/>
            <a:pathLst>
              <a:path w="256" h="27">
                <a:moveTo>
                  <a:pt x="0" y="26"/>
                </a:moveTo>
                <a:lnTo>
                  <a:pt x="246" y="0"/>
                </a:lnTo>
                <a:lnTo>
                  <a:pt x="256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6" name=""/>
          <p:cNvSpPr/>
          <p:nvPr/>
        </p:nvSpPr>
        <p:spPr>
          <a:xfrm>
            <a:off x="4866120" y="1981080"/>
            <a:ext cx="93600" cy="9720"/>
          </a:xfrm>
          <a:custGeom>
            <a:avLst/>
            <a:gdLst/>
            <a:ahLst/>
            <a:rect l="0" t="0" r="r" b="b"/>
            <a:pathLst>
              <a:path w="260" h="27">
                <a:moveTo>
                  <a:pt x="0" y="27"/>
                </a:moveTo>
                <a:lnTo>
                  <a:pt x="256" y="0"/>
                </a:lnTo>
                <a:lnTo>
                  <a:pt x="260" y="0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7" name=""/>
          <p:cNvSpPr/>
          <p:nvPr/>
        </p:nvSpPr>
        <p:spPr>
          <a:xfrm>
            <a:off x="4866120" y="1981080"/>
            <a:ext cx="95400" cy="10080"/>
          </a:xfrm>
          <a:custGeom>
            <a:avLst/>
            <a:gdLst/>
            <a:ahLst/>
            <a:rect l="0" t="0" r="r" b="b"/>
            <a:pathLst>
              <a:path w="265" h="28">
                <a:moveTo>
                  <a:pt x="0" y="27"/>
                </a:moveTo>
                <a:lnTo>
                  <a:pt x="260" y="0"/>
                </a:lnTo>
                <a:lnTo>
                  <a:pt x="26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8" name=""/>
          <p:cNvSpPr/>
          <p:nvPr/>
        </p:nvSpPr>
        <p:spPr>
          <a:xfrm>
            <a:off x="4866120" y="1981080"/>
            <a:ext cx="99000" cy="10440"/>
          </a:xfrm>
          <a:custGeom>
            <a:avLst/>
            <a:gdLst/>
            <a:ahLst/>
            <a:rect l="0" t="0" r="r" b="b"/>
            <a:pathLst>
              <a:path w="275" h="29">
                <a:moveTo>
                  <a:pt x="0" y="28"/>
                </a:moveTo>
                <a:lnTo>
                  <a:pt x="265" y="0"/>
                </a:lnTo>
                <a:lnTo>
                  <a:pt x="275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09" name=""/>
          <p:cNvSpPr/>
          <p:nvPr/>
        </p:nvSpPr>
        <p:spPr>
          <a:xfrm>
            <a:off x="4866120" y="1981080"/>
            <a:ext cx="100800" cy="10440"/>
          </a:xfrm>
          <a:custGeom>
            <a:avLst/>
            <a:gdLst/>
            <a:ahLst/>
            <a:rect l="0" t="0" r="r" b="b"/>
            <a:pathLst>
              <a:path w="280" h="29">
                <a:moveTo>
                  <a:pt x="0" y="29"/>
                </a:moveTo>
                <a:lnTo>
                  <a:pt x="275" y="0"/>
                </a:lnTo>
                <a:lnTo>
                  <a:pt x="280" y="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0" name=""/>
          <p:cNvSpPr/>
          <p:nvPr/>
        </p:nvSpPr>
        <p:spPr>
          <a:xfrm>
            <a:off x="4866120" y="1981080"/>
            <a:ext cx="102600" cy="10800"/>
          </a:xfrm>
          <a:custGeom>
            <a:avLst/>
            <a:gdLst/>
            <a:ahLst/>
            <a:rect l="0" t="0" r="r" b="b"/>
            <a:pathLst>
              <a:path w="285" h="30">
                <a:moveTo>
                  <a:pt x="0" y="29"/>
                </a:moveTo>
                <a:lnTo>
                  <a:pt x="280" y="0"/>
                </a:lnTo>
                <a:lnTo>
                  <a:pt x="285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1" name=""/>
          <p:cNvSpPr/>
          <p:nvPr/>
        </p:nvSpPr>
        <p:spPr>
          <a:xfrm>
            <a:off x="4866120" y="1981080"/>
            <a:ext cx="104400" cy="10800"/>
          </a:xfrm>
          <a:custGeom>
            <a:avLst/>
            <a:gdLst/>
            <a:ahLst/>
            <a:rect l="0" t="0" r="r" b="b"/>
            <a:pathLst>
              <a:path w="290" h="30">
                <a:moveTo>
                  <a:pt x="0" y="30"/>
                </a:moveTo>
                <a:lnTo>
                  <a:pt x="285" y="0"/>
                </a:lnTo>
                <a:lnTo>
                  <a:pt x="290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2" name=""/>
          <p:cNvSpPr/>
          <p:nvPr/>
        </p:nvSpPr>
        <p:spPr>
          <a:xfrm>
            <a:off x="4866120" y="1981080"/>
            <a:ext cx="106200" cy="11160"/>
          </a:xfrm>
          <a:custGeom>
            <a:avLst/>
            <a:gdLst/>
            <a:ahLst/>
            <a:rect l="0" t="0" r="r" b="b"/>
            <a:pathLst>
              <a:path w="295" h="31">
                <a:moveTo>
                  <a:pt x="0" y="30"/>
                </a:moveTo>
                <a:lnTo>
                  <a:pt x="290" y="0"/>
                </a:lnTo>
                <a:lnTo>
                  <a:pt x="295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3" name=""/>
          <p:cNvSpPr/>
          <p:nvPr/>
        </p:nvSpPr>
        <p:spPr>
          <a:xfrm>
            <a:off x="4866120" y="1981080"/>
            <a:ext cx="108000" cy="11160"/>
          </a:xfrm>
          <a:custGeom>
            <a:avLst/>
            <a:gdLst/>
            <a:ahLst/>
            <a:rect l="0" t="0" r="r" b="b"/>
            <a:pathLst>
              <a:path w="300" h="31">
                <a:moveTo>
                  <a:pt x="0" y="31"/>
                </a:moveTo>
                <a:lnTo>
                  <a:pt x="295" y="0"/>
                </a:lnTo>
                <a:lnTo>
                  <a:pt x="300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4" name=""/>
          <p:cNvSpPr/>
          <p:nvPr/>
        </p:nvSpPr>
        <p:spPr>
          <a:xfrm>
            <a:off x="4866120" y="1981080"/>
            <a:ext cx="109800" cy="11520"/>
          </a:xfrm>
          <a:custGeom>
            <a:avLst/>
            <a:gdLst/>
            <a:ahLst/>
            <a:rect l="0" t="0" r="r" b="b"/>
            <a:pathLst>
              <a:path w="305" h="32">
                <a:moveTo>
                  <a:pt x="0" y="31"/>
                </a:moveTo>
                <a:lnTo>
                  <a:pt x="300" y="0"/>
                </a:lnTo>
                <a:lnTo>
                  <a:pt x="30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5" name=""/>
          <p:cNvSpPr/>
          <p:nvPr/>
        </p:nvSpPr>
        <p:spPr>
          <a:xfrm>
            <a:off x="4866120" y="1981080"/>
            <a:ext cx="111240" cy="11520"/>
          </a:xfrm>
          <a:custGeom>
            <a:avLst/>
            <a:gdLst/>
            <a:ahLst/>
            <a:rect l="0" t="0" r="r" b="b"/>
            <a:pathLst>
              <a:path w="309" h="32">
                <a:moveTo>
                  <a:pt x="0" y="32"/>
                </a:moveTo>
                <a:lnTo>
                  <a:pt x="305" y="0"/>
                </a:lnTo>
                <a:lnTo>
                  <a:pt x="309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6" name=""/>
          <p:cNvSpPr/>
          <p:nvPr/>
        </p:nvSpPr>
        <p:spPr>
          <a:xfrm>
            <a:off x="4866120" y="1981080"/>
            <a:ext cx="113040" cy="11880"/>
          </a:xfrm>
          <a:custGeom>
            <a:avLst/>
            <a:gdLst/>
            <a:ahLst/>
            <a:rect l="0" t="0" r="r" b="b"/>
            <a:pathLst>
              <a:path w="314" h="33">
                <a:moveTo>
                  <a:pt x="0" y="32"/>
                </a:moveTo>
                <a:lnTo>
                  <a:pt x="309" y="0"/>
                </a:lnTo>
                <a:lnTo>
                  <a:pt x="314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7" name=""/>
          <p:cNvSpPr/>
          <p:nvPr/>
        </p:nvSpPr>
        <p:spPr>
          <a:xfrm>
            <a:off x="4866120" y="1981080"/>
            <a:ext cx="116640" cy="12240"/>
          </a:xfrm>
          <a:custGeom>
            <a:avLst/>
            <a:gdLst/>
            <a:ahLst/>
            <a:rect l="0" t="0" r="r" b="b"/>
            <a:pathLst>
              <a:path w="324" h="34">
                <a:moveTo>
                  <a:pt x="0" y="33"/>
                </a:moveTo>
                <a:lnTo>
                  <a:pt x="314" y="0"/>
                </a:lnTo>
                <a:lnTo>
                  <a:pt x="32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8" name=""/>
          <p:cNvSpPr/>
          <p:nvPr/>
        </p:nvSpPr>
        <p:spPr>
          <a:xfrm>
            <a:off x="4866120" y="1981080"/>
            <a:ext cx="120240" cy="12600"/>
          </a:xfrm>
          <a:custGeom>
            <a:avLst/>
            <a:gdLst/>
            <a:ahLst/>
            <a:rect l="0" t="0" r="r" b="b"/>
            <a:pathLst>
              <a:path w="334" h="35">
                <a:moveTo>
                  <a:pt x="0" y="34"/>
                </a:moveTo>
                <a:lnTo>
                  <a:pt x="324" y="0"/>
                </a:lnTo>
                <a:lnTo>
                  <a:pt x="334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19" name=""/>
          <p:cNvSpPr/>
          <p:nvPr/>
        </p:nvSpPr>
        <p:spPr>
          <a:xfrm>
            <a:off x="4866120" y="1981080"/>
            <a:ext cx="123840" cy="12600"/>
          </a:xfrm>
          <a:custGeom>
            <a:avLst/>
            <a:gdLst/>
            <a:ahLst/>
            <a:rect l="0" t="0" r="r" b="b"/>
            <a:pathLst>
              <a:path w="344" h="35">
                <a:moveTo>
                  <a:pt x="0" y="35"/>
                </a:moveTo>
                <a:lnTo>
                  <a:pt x="334" y="0"/>
                </a:lnTo>
                <a:lnTo>
                  <a:pt x="344" y="0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0" name=""/>
          <p:cNvSpPr/>
          <p:nvPr/>
        </p:nvSpPr>
        <p:spPr>
          <a:xfrm>
            <a:off x="4866120" y="1981080"/>
            <a:ext cx="127440" cy="12960"/>
          </a:xfrm>
          <a:custGeom>
            <a:avLst/>
            <a:gdLst/>
            <a:ahLst/>
            <a:rect l="0" t="0" r="r" b="b"/>
            <a:pathLst>
              <a:path w="354" h="36">
                <a:moveTo>
                  <a:pt x="0" y="35"/>
                </a:moveTo>
                <a:lnTo>
                  <a:pt x="344" y="0"/>
                </a:lnTo>
                <a:lnTo>
                  <a:pt x="354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1" name=""/>
          <p:cNvSpPr/>
          <p:nvPr/>
        </p:nvSpPr>
        <p:spPr>
          <a:xfrm>
            <a:off x="4866120" y="1981080"/>
            <a:ext cx="130680" cy="13320"/>
          </a:xfrm>
          <a:custGeom>
            <a:avLst/>
            <a:gdLst/>
            <a:ahLst/>
            <a:rect l="0" t="0" r="r" b="b"/>
            <a:pathLst>
              <a:path w="363" h="37">
                <a:moveTo>
                  <a:pt x="0" y="36"/>
                </a:moveTo>
                <a:lnTo>
                  <a:pt x="354" y="0"/>
                </a:lnTo>
                <a:lnTo>
                  <a:pt x="363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2" name=""/>
          <p:cNvSpPr/>
          <p:nvPr/>
        </p:nvSpPr>
        <p:spPr>
          <a:xfrm>
            <a:off x="4866120" y="1981080"/>
            <a:ext cx="134280" cy="13680"/>
          </a:xfrm>
          <a:custGeom>
            <a:avLst/>
            <a:gdLst/>
            <a:ahLst/>
            <a:rect l="0" t="0" r="r" b="b"/>
            <a:pathLst>
              <a:path w="373" h="38">
                <a:moveTo>
                  <a:pt x="0" y="37"/>
                </a:moveTo>
                <a:lnTo>
                  <a:pt x="363" y="0"/>
                </a:lnTo>
                <a:lnTo>
                  <a:pt x="373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3" name=""/>
          <p:cNvSpPr/>
          <p:nvPr/>
        </p:nvSpPr>
        <p:spPr>
          <a:xfrm>
            <a:off x="4866120" y="1981080"/>
            <a:ext cx="137880" cy="14040"/>
          </a:xfrm>
          <a:custGeom>
            <a:avLst/>
            <a:gdLst/>
            <a:ahLst/>
            <a:rect l="0" t="0" r="r" b="b"/>
            <a:pathLst>
              <a:path w="383" h="39">
                <a:moveTo>
                  <a:pt x="0" y="38"/>
                </a:moveTo>
                <a:lnTo>
                  <a:pt x="373" y="0"/>
                </a:lnTo>
                <a:lnTo>
                  <a:pt x="383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4" name=""/>
          <p:cNvSpPr/>
          <p:nvPr/>
        </p:nvSpPr>
        <p:spPr>
          <a:xfrm>
            <a:off x="4866120" y="1981080"/>
            <a:ext cx="141480" cy="14400"/>
          </a:xfrm>
          <a:custGeom>
            <a:avLst/>
            <a:gdLst/>
            <a:ahLst/>
            <a:rect l="0" t="0" r="r" b="b"/>
            <a:pathLst>
              <a:path w="393" h="40">
                <a:moveTo>
                  <a:pt x="0" y="39"/>
                </a:moveTo>
                <a:lnTo>
                  <a:pt x="383" y="0"/>
                </a:lnTo>
                <a:lnTo>
                  <a:pt x="393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5" name=""/>
          <p:cNvSpPr/>
          <p:nvPr/>
        </p:nvSpPr>
        <p:spPr>
          <a:xfrm>
            <a:off x="4866120" y="1981080"/>
            <a:ext cx="143280" cy="14760"/>
          </a:xfrm>
          <a:custGeom>
            <a:avLst/>
            <a:gdLst/>
            <a:ahLst/>
            <a:rect l="0" t="0" r="r" b="b"/>
            <a:pathLst>
              <a:path w="398" h="41">
                <a:moveTo>
                  <a:pt x="0" y="40"/>
                </a:moveTo>
                <a:lnTo>
                  <a:pt x="393" y="0"/>
                </a:lnTo>
                <a:lnTo>
                  <a:pt x="398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6" name=""/>
          <p:cNvSpPr/>
          <p:nvPr/>
        </p:nvSpPr>
        <p:spPr>
          <a:xfrm>
            <a:off x="4866120" y="1981080"/>
            <a:ext cx="145080" cy="14760"/>
          </a:xfrm>
          <a:custGeom>
            <a:avLst/>
            <a:gdLst/>
            <a:ahLst/>
            <a:rect l="0" t="0" r="r" b="b"/>
            <a:pathLst>
              <a:path w="403" h="41">
                <a:moveTo>
                  <a:pt x="0" y="41"/>
                </a:moveTo>
                <a:lnTo>
                  <a:pt x="398" y="0"/>
                </a:lnTo>
                <a:lnTo>
                  <a:pt x="403" y="0"/>
                </a:lnTo>
                <a:lnTo>
                  <a:pt x="0" y="41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7" name=""/>
          <p:cNvSpPr/>
          <p:nvPr/>
        </p:nvSpPr>
        <p:spPr>
          <a:xfrm>
            <a:off x="4866120" y="1981080"/>
            <a:ext cx="146880" cy="15120"/>
          </a:xfrm>
          <a:custGeom>
            <a:avLst/>
            <a:gdLst/>
            <a:ahLst/>
            <a:rect l="0" t="0" r="r" b="b"/>
            <a:pathLst>
              <a:path w="408" h="42">
                <a:moveTo>
                  <a:pt x="0" y="41"/>
                </a:moveTo>
                <a:lnTo>
                  <a:pt x="403" y="0"/>
                </a:lnTo>
                <a:lnTo>
                  <a:pt x="408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8" name=""/>
          <p:cNvSpPr/>
          <p:nvPr/>
        </p:nvSpPr>
        <p:spPr>
          <a:xfrm>
            <a:off x="4866120" y="1981080"/>
            <a:ext cx="148320" cy="15120"/>
          </a:xfrm>
          <a:custGeom>
            <a:avLst/>
            <a:gdLst/>
            <a:ahLst/>
            <a:rect l="0" t="0" r="r" b="b"/>
            <a:pathLst>
              <a:path w="412" h="42">
                <a:moveTo>
                  <a:pt x="0" y="42"/>
                </a:moveTo>
                <a:lnTo>
                  <a:pt x="408" y="0"/>
                </a:lnTo>
                <a:lnTo>
                  <a:pt x="412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c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29" name=""/>
          <p:cNvSpPr/>
          <p:nvPr/>
        </p:nvSpPr>
        <p:spPr>
          <a:xfrm>
            <a:off x="4866120" y="1981080"/>
            <a:ext cx="150120" cy="15480"/>
          </a:xfrm>
          <a:custGeom>
            <a:avLst/>
            <a:gdLst/>
            <a:ahLst/>
            <a:rect l="0" t="0" r="r" b="b"/>
            <a:pathLst>
              <a:path w="417" h="43">
                <a:moveTo>
                  <a:pt x="0" y="42"/>
                </a:moveTo>
                <a:lnTo>
                  <a:pt x="412" y="0"/>
                </a:lnTo>
                <a:lnTo>
                  <a:pt x="417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0" name=""/>
          <p:cNvSpPr/>
          <p:nvPr/>
        </p:nvSpPr>
        <p:spPr>
          <a:xfrm>
            <a:off x="4866120" y="1981080"/>
            <a:ext cx="151920" cy="15480"/>
          </a:xfrm>
          <a:custGeom>
            <a:avLst/>
            <a:gdLst/>
            <a:ahLst/>
            <a:rect l="0" t="0" r="r" b="b"/>
            <a:pathLst>
              <a:path w="422" h="43">
                <a:moveTo>
                  <a:pt x="0" y="43"/>
                </a:moveTo>
                <a:lnTo>
                  <a:pt x="417" y="0"/>
                </a:lnTo>
                <a:lnTo>
                  <a:pt x="422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c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1" name=""/>
          <p:cNvSpPr/>
          <p:nvPr/>
        </p:nvSpPr>
        <p:spPr>
          <a:xfrm>
            <a:off x="4866120" y="1981080"/>
            <a:ext cx="153720" cy="15840"/>
          </a:xfrm>
          <a:custGeom>
            <a:avLst/>
            <a:gdLst/>
            <a:ahLst/>
            <a:rect l="0" t="0" r="r" b="b"/>
            <a:pathLst>
              <a:path w="427" h="44">
                <a:moveTo>
                  <a:pt x="0" y="43"/>
                </a:moveTo>
                <a:lnTo>
                  <a:pt x="422" y="0"/>
                </a:lnTo>
                <a:lnTo>
                  <a:pt x="427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2" name=""/>
          <p:cNvSpPr/>
          <p:nvPr/>
        </p:nvSpPr>
        <p:spPr>
          <a:xfrm>
            <a:off x="4866120" y="1981080"/>
            <a:ext cx="155520" cy="15840"/>
          </a:xfrm>
          <a:custGeom>
            <a:avLst/>
            <a:gdLst/>
            <a:ahLst/>
            <a:rect l="0" t="0" r="r" b="b"/>
            <a:pathLst>
              <a:path w="432" h="44">
                <a:moveTo>
                  <a:pt x="0" y="44"/>
                </a:moveTo>
                <a:lnTo>
                  <a:pt x="427" y="0"/>
                </a:lnTo>
                <a:lnTo>
                  <a:pt x="432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3" name=""/>
          <p:cNvSpPr/>
          <p:nvPr/>
        </p:nvSpPr>
        <p:spPr>
          <a:xfrm>
            <a:off x="4866120" y="1981080"/>
            <a:ext cx="157320" cy="16200"/>
          </a:xfrm>
          <a:custGeom>
            <a:avLst/>
            <a:gdLst/>
            <a:ahLst/>
            <a:rect l="0" t="0" r="r" b="b"/>
            <a:pathLst>
              <a:path w="437" h="45">
                <a:moveTo>
                  <a:pt x="0" y="44"/>
                </a:moveTo>
                <a:lnTo>
                  <a:pt x="432" y="0"/>
                </a:lnTo>
                <a:lnTo>
                  <a:pt x="437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4" name=""/>
          <p:cNvSpPr/>
          <p:nvPr/>
        </p:nvSpPr>
        <p:spPr>
          <a:xfrm>
            <a:off x="4866120" y="1981080"/>
            <a:ext cx="159120" cy="16200"/>
          </a:xfrm>
          <a:custGeom>
            <a:avLst/>
            <a:gdLst/>
            <a:ahLst/>
            <a:rect l="0" t="0" r="r" b="b"/>
            <a:pathLst>
              <a:path w="442" h="45">
                <a:moveTo>
                  <a:pt x="0" y="45"/>
                </a:moveTo>
                <a:lnTo>
                  <a:pt x="437" y="0"/>
                </a:lnTo>
                <a:lnTo>
                  <a:pt x="442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5" name=""/>
          <p:cNvSpPr/>
          <p:nvPr/>
        </p:nvSpPr>
        <p:spPr>
          <a:xfrm>
            <a:off x="4866120" y="1981080"/>
            <a:ext cx="160920" cy="16560"/>
          </a:xfrm>
          <a:custGeom>
            <a:avLst/>
            <a:gdLst/>
            <a:ahLst/>
            <a:rect l="0" t="0" r="r" b="b"/>
            <a:pathLst>
              <a:path w="447" h="46">
                <a:moveTo>
                  <a:pt x="0" y="45"/>
                </a:moveTo>
                <a:lnTo>
                  <a:pt x="442" y="0"/>
                </a:lnTo>
                <a:lnTo>
                  <a:pt x="447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6" name=""/>
          <p:cNvSpPr/>
          <p:nvPr/>
        </p:nvSpPr>
        <p:spPr>
          <a:xfrm>
            <a:off x="4866120" y="1981080"/>
            <a:ext cx="162720" cy="16560"/>
          </a:xfrm>
          <a:custGeom>
            <a:avLst/>
            <a:gdLst/>
            <a:ahLst/>
            <a:rect l="0" t="0" r="r" b="b"/>
            <a:pathLst>
              <a:path w="452" h="46">
                <a:moveTo>
                  <a:pt x="0" y="46"/>
                </a:moveTo>
                <a:lnTo>
                  <a:pt x="447" y="0"/>
                </a:lnTo>
                <a:lnTo>
                  <a:pt x="452" y="0"/>
                </a:lnTo>
                <a:lnTo>
                  <a:pt x="0" y="46"/>
                </a:lnTo>
                <a:close/>
              </a:path>
            </a:pathLst>
          </a:custGeom>
          <a:solidFill>
            <a:srgbClr val="d8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7" name=""/>
          <p:cNvSpPr/>
          <p:nvPr/>
        </p:nvSpPr>
        <p:spPr>
          <a:xfrm>
            <a:off x="4866120" y="1981080"/>
            <a:ext cx="164520" cy="16920"/>
          </a:xfrm>
          <a:custGeom>
            <a:avLst/>
            <a:gdLst/>
            <a:ahLst/>
            <a:rect l="0" t="0" r="r" b="b"/>
            <a:pathLst>
              <a:path w="457" h="47">
                <a:moveTo>
                  <a:pt x="0" y="46"/>
                </a:moveTo>
                <a:lnTo>
                  <a:pt x="452" y="0"/>
                </a:lnTo>
                <a:lnTo>
                  <a:pt x="457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8" name=""/>
          <p:cNvSpPr/>
          <p:nvPr/>
        </p:nvSpPr>
        <p:spPr>
          <a:xfrm>
            <a:off x="4866120" y="1981080"/>
            <a:ext cx="165960" cy="16920"/>
          </a:xfrm>
          <a:custGeom>
            <a:avLst/>
            <a:gdLst/>
            <a:ahLst/>
            <a:rect l="0" t="0" r="r" b="b"/>
            <a:pathLst>
              <a:path w="461" h="47">
                <a:moveTo>
                  <a:pt x="0" y="47"/>
                </a:moveTo>
                <a:lnTo>
                  <a:pt x="457" y="0"/>
                </a:lnTo>
                <a:lnTo>
                  <a:pt x="461" y="0"/>
                </a:lnTo>
                <a:lnTo>
                  <a:pt x="0" y="4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39" name=""/>
          <p:cNvSpPr/>
          <p:nvPr/>
        </p:nvSpPr>
        <p:spPr>
          <a:xfrm>
            <a:off x="4866120" y="1981080"/>
            <a:ext cx="167760" cy="17280"/>
          </a:xfrm>
          <a:custGeom>
            <a:avLst/>
            <a:gdLst/>
            <a:ahLst/>
            <a:rect l="0" t="0" r="r" b="b"/>
            <a:pathLst>
              <a:path w="466" h="48">
                <a:moveTo>
                  <a:pt x="0" y="47"/>
                </a:moveTo>
                <a:lnTo>
                  <a:pt x="461" y="0"/>
                </a:lnTo>
                <a:lnTo>
                  <a:pt x="466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0" name=""/>
          <p:cNvSpPr/>
          <p:nvPr/>
        </p:nvSpPr>
        <p:spPr>
          <a:xfrm>
            <a:off x="4866120" y="1981080"/>
            <a:ext cx="169560" cy="17280"/>
          </a:xfrm>
          <a:custGeom>
            <a:avLst/>
            <a:gdLst/>
            <a:ahLst/>
            <a:rect l="0" t="0" r="r" b="b"/>
            <a:pathLst>
              <a:path w="471" h="48">
                <a:moveTo>
                  <a:pt x="0" y="48"/>
                </a:moveTo>
                <a:lnTo>
                  <a:pt x="466" y="0"/>
                </a:lnTo>
                <a:lnTo>
                  <a:pt x="471" y="0"/>
                </a:lnTo>
                <a:lnTo>
                  <a:pt x="0" y="48"/>
                </a:lnTo>
                <a:close/>
              </a:path>
            </a:pathLst>
          </a:custGeom>
          <a:solidFill>
            <a:srgbClr val="d8cb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1" name=""/>
          <p:cNvSpPr/>
          <p:nvPr/>
        </p:nvSpPr>
        <p:spPr>
          <a:xfrm>
            <a:off x="4866120" y="1981080"/>
            <a:ext cx="171360" cy="17640"/>
          </a:xfrm>
          <a:custGeom>
            <a:avLst/>
            <a:gdLst/>
            <a:ahLst/>
            <a:rect l="0" t="0" r="r" b="b"/>
            <a:pathLst>
              <a:path w="476" h="49">
                <a:moveTo>
                  <a:pt x="0" y="48"/>
                </a:moveTo>
                <a:lnTo>
                  <a:pt x="471" y="0"/>
                </a:lnTo>
                <a:lnTo>
                  <a:pt x="476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2" name=""/>
          <p:cNvSpPr/>
          <p:nvPr/>
        </p:nvSpPr>
        <p:spPr>
          <a:xfrm>
            <a:off x="4866120" y="1981080"/>
            <a:ext cx="173160" cy="17640"/>
          </a:xfrm>
          <a:custGeom>
            <a:avLst/>
            <a:gdLst/>
            <a:ahLst/>
            <a:rect l="0" t="0" r="r" b="b"/>
            <a:pathLst>
              <a:path w="481" h="49">
                <a:moveTo>
                  <a:pt x="0" y="49"/>
                </a:moveTo>
                <a:lnTo>
                  <a:pt x="476" y="0"/>
                </a:lnTo>
                <a:lnTo>
                  <a:pt x="481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b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3" name=""/>
          <p:cNvSpPr/>
          <p:nvPr/>
        </p:nvSpPr>
        <p:spPr>
          <a:xfrm>
            <a:off x="4866120" y="1981080"/>
            <a:ext cx="174960" cy="18000"/>
          </a:xfrm>
          <a:custGeom>
            <a:avLst/>
            <a:gdLst/>
            <a:ahLst/>
            <a:rect l="0" t="0" r="r" b="b"/>
            <a:pathLst>
              <a:path w="486" h="50">
                <a:moveTo>
                  <a:pt x="0" y="49"/>
                </a:moveTo>
                <a:lnTo>
                  <a:pt x="481" y="0"/>
                </a:lnTo>
                <a:lnTo>
                  <a:pt x="486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4" name=""/>
          <p:cNvSpPr/>
          <p:nvPr/>
        </p:nvSpPr>
        <p:spPr>
          <a:xfrm>
            <a:off x="4866120" y="1981080"/>
            <a:ext cx="176760" cy="18000"/>
          </a:xfrm>
          <a:custGeom>
            <a:avLst/>
            <a:gdLst/>
            <a:ahLst/>
            <a:rect l="0" t="0" r="r" b="b"/>
            <a:pathLst>
              <a:path w="491" h="50">
                <a:moveTo>
                  <a:pt x="0" y="50"/>
                </a:moveTo>
                <a:lnTo>
                  <a:pt x="486" y="0"/>
                </a:lnTo>
                <a:lnTo>
                  <a:pt x="491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5" name=""/>
          <p:cNvSpPr/>
          <p:nvPr/>
        </p:nvSpPr>
        <p:spPr>
          <a:xfrm>
            <a:off x="4866120" y="1981080"/>
            <a:ext cx="178560" cy="18360"/>
          </a:xfrm>
          <a:custGeom>
            <a:avLst/>
            <a:gdLst/>
            <a:ahLst/>
            <a:rect l="0" t="0" r="r" b="b"/>
            <a:pathLst>
              <a:path w="496" h="51">
                <a:moveTo>
                  <a:pt x="0" y="50"/>
                </a:moveTo>
                <a:lnTo>
                  <a:pt x="491" y="0"/>
                </a:lnTo>
                <a:lnTo>
                  <a:pt x="496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6" name=""/>
          <p:cNvSpPr/>
          <p:nvPr/>
        </p:nvSpPr>
        <p:spPr>
          <a:xfrm>
            <a:off x="4866120" y="1981080"/>
            <a:ext cx="180360" cy="18360"/>
          </a:xfrm>
          <a:custGeom>
            <a:avLst/>
            <a:gdLst/>
            <a:ahLst/>
            <a:rect l="0" t="0" r="r" b="b"/>
            <a:pathLst>
              <a:path w="501" h="51">
                <a:moveTo>
                  <a:pt x="0" y="51"/>
                </a:moveTo>
                <a:lnTo>
                  <a:pt x="496" y="0"/>
                </a:lnTo>
                <a:lnTo>
                  <a:pt x="501" y="0"/>
                </a:lnTo>
                <a:lnTo>
                  <a:pt x="0" y="5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7" name=""/>
          <p:cNvSpPr/>
          <p:nvPr/>
        </p:nvSpPr>
        <p:spPr>
          <a:xfrm>
            <a:off x="4866120" y="1981080"/>
            <a:ext cx="182160" cy="18720"/>
          </a:xfrm>
          <a:custGeom>
            <a:avLst/>
            <a:gdLst/>
            <a:ahLst/>
            <a:rect l="0" t="0" r="r" b="b"/>
            <a:pathLst>
              <a:path w="506" h="52">
                <a:moveTo>
                  <a:pt x="0" y="51"/>
                </a:moveTo>
                <a:lnTo>
                  <a:pt x="501" y="0"/>
                </a:lnTo>
                <a:lnTo>
                  <a:pt x="506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8" name=""/>
          <p:cNvSpPr/>
          <p:nvPr/>
        </p:nvSpPr>
        <p:spPr>
          <a:xfrm>
            <a:off x="4866120" y="1981080"/>
            <a:ext cx="183960" cy="18720"/>
          </a:xfrm>
          <a:custGeom>
            <a:avLst/>
            <a:gdLst/>
            <a:ahLst/>
            <a:rect l="0" t="0" r="r" b="b"/>
            <a:pathLst>
              <a:path w="511" h="52">
                <a:moveTo>
                  <a:pt x="0" y="52"/>
                </a:moveTo>
                <a:lnTo>
                  <a:pt x="506" y="0"/>
                </a:lnTo>
                <a:lnTo>
                  <a:pt x="511" y="0"/>
                </a:lnTo>
                <a:lnTo>
                  <a:pt x="0" y="52"/>
                </a:lnTo>
                <a:close/>
              </a:path>
            </a:pathLst>
          </a:custGeom>
          <a:solidFill>
            <a:srgbClr val="d7c8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49" name=""/>
          <p:cNvSpPr/>
          <p:nvPr/>
        </p:nvSpPr>
        <p:spPr>
          <a:xfrm>
            <a:off x="4866120" y="1981080"/>
            <a:ext cx="185400" cy="19080"/>
          </a:xfrm>
          <a:custGeom>
            <a:avLst/>
            <a:gdLst/>
            <a:ahLst/>
            <a:rect l="0" t="0" r="r" b="b"/>
            <a:pathLst>
              <a:path w="515" h="53">
                <a:moveTo>
                  <a:pt x="0" y="52"/>
                </a:moveTo>
                <a:lnTo>
                  <a:pt x="511" y="0"/>
                </a:lnTo>
                <a:lnTo>
                  <a:pt x="51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0" name=""/>
          <p:cNvSpPr/>
          <p:nvPr/>
        </p:nvSpPr>
        <p:spPr>
          <a:xfrm>
            <a:off x="4866120" y="1981080"/>
            <a:ext cx="187200" cy="19080"/>
          </a:xfrm>
          <a:custGeom>
            <a:avLst/>
            <a:gdLst/>
            <a:ahLst/>
            <a:rect l="0" t="0" r="r" b="b"/>
            <a:pathLst>
              <a:path w="520" h="53">
                <a:moveTo>
                  <a:pt x="0" y="53"/>
                </a:moveTo>
                <a:lnTo>
                  <a:pt x="515" y="0"/>
                </a:lnTo>
                <a:lnTo>
                  <a:pt x="520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8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1" name=""/>
          <p:cNvSpPr/>
          <p:nvPr/>
        </p:nvSpPr>
        <p:spPr>
          <a:xfrm>
            <a:off x="4866120" y="1981080"/>
            <a:ext cx="189000" cy="19440"/>
          </a:xfrm>
          <a:custGeom>
            <a:avLst/>
            <a:gdLst/>
            <a:ahLst/>
            <a:rect l="0" t="0" r="r" b="b"/>
            <a:pathLst>
              <a:path w="525" h="54">
                <a:moveTo>
                  <a:pt x="0" y="53"/>
                </a:moveTo>
                <a:lnTo>
                  <a:pt x="520" y="0"/>
                </a:lnTo>
                <a:lnTo>
                  <a:pt x="525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2" name=""/>
          <p:cNvSpPr/>
          <p:nvPr/>
        </p:nvSpPr>
        <p:spPr>
          <a:xfrm>
            <a:off x="4866120" y="1981080"/>
            <a:ext cx="190800" cy="19440"/>
          </a:xfrm>
          <a:custGeom>
            <a:avLst/>
            <a:gdLst/>
            <a:ahLst/>
            <a:rect l="0" t="0" r="r" b="b"/>
            <a:pathLst>
              <a:path w="530" h="54">
                <a:moveTo>
                  <a:pt x="0" y="54"/>
                </a:moveTo>
                <a:lnTo>
                  <a:pt x="525" y="0"/>
                </a:lnTo>
                <a:lnTo>
                  <a:pt x="530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3" name=""/>
          <p:cNvSpPr/>
          <p:nvPr/>
        </p:nvSpPr>
        <p:spPr>
          <a:xfrm>
            <a:off x="4866120" y="1981080"/>
            <a:ext cx="192600" cy="19800"/>
          </a:xfrm>
          <a:custGeom>
            <a:avLst/>
            <a:gdLst/>
            <a:ahLst/>
            <a:rect l="0" t="0" r="r" b="b"/>
            <a:pathLst>
              <a:path w="535" h="55">
                <a:moveTo>
                  <a:pt x="0" y="54"/>
                </a:moveTo>
                <a:lnTo>
                  <a:pt x="530" y="0"/>
                </a:lnTo>
                <a:lnTo>
                  <a:pt x="535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4" name=""/>
          <p:cNvSpPr/>
          <p:nvPr/>
        </p:nvSpPr>
        <p:spPr>
          <a:xfrm>
            <a:off x="4866120" y="1981080"/>
            <a:ext cx="194400" cy="19800"/>
          </a:xfrm>
          <a:custGeom>
            <a:avLst/>
            <a:gdLst/>
            <a:ahLst/>
            <a:rect l="0" t="0" r="r" b="b"/>
            <a:pathLst>
              <a:path w="540" h="55">
                <a:moveTo>
                  <a:pt x="0" y="55"/>
                </a:moveTo>
                <a:lnTo>
                  <a:pt x="535" y="0"/>
                </a:lnTo>
                <a:lnTo>
                  <a:pt x="540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5" name=""/>
          <p:cNvSpPr/>
          <p:nvPr/>
        </p:nvSpPr>
        <p:spPr>
          <a:xfrm>
            <a:off x="4866120" y="1981080"/>
            <a:ext cx="196200" cy="20160"/>
          </a:xfrm>
          <a:custGeom>
            <a:avLst/>
            <a:gdLst/>
            <a:ahLst/>
            <a:rect l="0" t="0" r="r" b="b"/>
            <a:pathLst>
              <a:path w="545" h="56">
                <a:moveTo>
                  <a:pt x="0" y="55"/>
                </a:moveTo>
                <a:lnTo>
                  <a:pt x="540" y="0"/>
                </a:lnTo>
                <a:lnTo>
                  <a:pt x="545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6" name=""/>
          <p:cNvSpPr/>
          <p:nvPr/>
        </p:nvSpPr>
        <p:spPr>
          <a:xfrm>
            <a:off x="4866120" y="1981080"/>
            <a:ext cx="198000" cy="20160"/>
          </a:xfrm>
          <a:custGeom>
            <a:avLst/>
            <a:gdLst/>
            <a:ahLst/>
            <a:rect l="0" t="0" r="r" b="b"/>
            <a:pathLst>
              <a:path w="550" h="56">
                <a:moveTo>
                  <a:pt x="0" y="56"/>
                </a:moveTo>
                <a:lnTo>
                  <a:pt x="545" y="0"/>
                </a:lnTo>
                <a:lnTo>
                  <a:pt x="550" y="0"/>
                </a:lnTo>
                <a:lnTo>
                  <a:pt x="0" y="56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7" name=""/>
          <p:cNvSpPr/>
          <p:nvPr/>
        </p:nvSpPr>
        <p:spPr>
          <a:xfrm>
            <a:off x="4866120" y="1981080"/>
            <a:ext cx="199800" cy="20520"/>
          </a:xfrm>
          <a:custGeom>
            <a:avLst/>
            <a:gdLst/>
            <a:ahLst/>
            <a:rect l="0" t="0" r="r" b="b"/>
            <a:pathLst>
              <a:path w="555" h="57">
                <a:moveTo>
                  <a:pt x="0" y="56"/>
                </a:moveTo>
                <a:lnTo>
                  <a:pt x="550" y="0"/>
                </a:lnTo>
                <a:lnTo>
                  <a:pt x="55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8" name=""/>
          <p:cNvSpPr/>
          <p:nvPr/>
        </p:nvSpPr>
        <p:spPr>
          <a:xfrm>
            <a:off x="4866120" y="1981080"/>
            <a:ext cx="201600" cy="20520"/>
          </a:xfrm>
          <a:custGeom>
            <a:avLst/>
            <a:gdLst/>
            <a:ahLst/>
            <a:rect l="0" t="0" r="r" b="b"/>
            <a:pathLst>
              <a:path w="560" h="57">
                <a:moveTo>
                  <a:pt x="0" y="57"/>
                </a:moveTo>
                <a:lnTo>
                  <a:pt x="555" y="0"/>
                </a:lnTo>
                <a:lnTo>
                  <a:pt x="560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59" name=""/>
          <p:cNvSpPr/>
          <p:nvPr/>
        </p:nvSpPr>
        <p:spPr>
          <a:xfrm>
            <a:off x="4866120" y="1981080"/>
            <a:ext cx="203040" cy="20880"/>
          </a:xfrm>
          <a:custGeom>
            <a:avLst/>
            <a:gdLst/>
            <a:ahLst/>
            <a:rect l="0" t="0" r="r" b="b"/>
            <a:pathLst>
              <a:path w="564" h="58">
                <a:moveTo>
                  <a:pt x="0" y="57"/>
                </a:moveTo>
                <a:lnTo>
                  <a:pt x="560" y="0"/>
                </a:lnTo>
                <a:lnTo>
                  <a:pt x="564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0" name=""/>
          <p:cNvSpPr/>
          <p:nvPr/>
        </p:nvSpPr>
        <p:spPr>
          <a:xfrm>
            <a:off x="4866120" y="1981080"/>
            <a:ext cx="204840" cy="20880"/>
          </a:xfrm>
          <a:custGeom>
            <a:avLst/>
            <a:gdLst/>
            <a:ahLst/>
            <a:rect l="0" t="0" r="r" b="b"/>
            <a:pathLst>
              <a:path w="569" h="58">
                <a:moveTo>
                  <a:pt x="0" y="58"/>
                </a:moveTo>
                <a:lnTo>
                  <a:pt x="564" y="0"/>
                </a:lnTo>
                <a:lnTo>
                  <a:pt x="569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1" name=""/>
          <p:cNvSpPr/>
          <p:nvPr/>
        </p:nvSpPr>
        <p:spPr>
          <a:xfrm>
            <a:off x="4866120" y="1981080"/>
            <a:ext cx="206640" cy="21240"/>
          </a:xfrm>
          <a:custGeom>
            <a:avLst/>
            <a:gdLst/>
            <a:ahLst/>
            <a:rect l="0" t="0" r="r" b="b"/>
            <a:pathLst>
              <a:path w="574" h="59">
                <a:moveTo>
                  <a:pt x="0" y="58"/>
                </a:moveTo>
                <a:lnTo>
                  <a:pt x="569" y="0"/>
                </a:lnTo>
                <a:lnTo>
                  <a:pt x="574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2" name=""/>
          <p:cNvSpPr/>
          <p:nvPr/>
        </p:nvSpPr>
        <p:spPr>
          <a:xfrm>
            <a:off x="4866120" y="1981080"/>
            <a:ext cx="208440" cy="21240"/>
          </a:xfrm>
          <a:custGeom>
            <a:avLst/>
            <a:gdLst/>
            <a:ahLst/>
            <a:rect l="0" t="0" r="r" b="b"/>
            <a:pathLst>
              <a:path w="579" h="59">
                <a:moveTo>
                  <a:pt x="0" y="59"/>
                </a:moveTo>
                <a:lnTo>
                  <a:pt x="574" y="0"/>
                </a:lnTo>
                <a:lnTo>
                  <a:pt x="579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3" name=""/>
          <p:cNvSpPr/>
          <p:nvPr/>
        </p:nvSpPr>
        <p:spPr>
          <a:xfrm>
            <a:off x="4866120" y="1981080"/>
            <a:ext cx="210240" cy="21600"/>
          </a:xfrm>
          <a:custGeom>
            <a:avLst/>
            <a:gdLst/>
            <a:ahLst/>
            <a:rect l="0" t="0" r="r" b="b"/>
            <a:pathLst>
              <a:path w="584" h="60">
                <a:moveTo>
                  <a:pt x="0" y="59"/>
                </a:moveTo>
                <a:lnTo>
                  <a:pt x="579" y="0"/>
                </a:lnTo>
                <a:lnTo>
                  <a:pt x="584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4" name=""/>
          <p:cNvSpPr/>
          <p:nvPr/>
        </p:nvSpPr>
        <p:spPr>
          <a:xfrm>
            <a:off x="4866120" y="1981080"/>
            <a:ext cx="212040" cy="21600"/>
          </a:xfrm>
          <a:custGeom>
            <a:avLst/>
            <a:gdLst/>
            <a:ahLst/>
            <a:rect l="0" t="0" r="r" b="b"/>
            <a:pathLst>
              <a:path w="589" h="60">
                <a:moveTo>
                  <a:pt x="0" y="60"/>
                </a:moveTo>
                <a:lnTo>
                  <a:pt x="584" y="0"/>
                </a:lnTo>
                <a:lnTo>
                  <a:pt x="589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5" name=""/>
          <p:cNvSpPr/>
          <p:nvPr/>
        </p:nvSpPr>
        <p:spPr>
          <a:xfrm>
            <a:off x="4866120" y="1981080"/>
            <a:ext cx="213840" cy="21960"/>
          </a:xfrm>
          <a:custGeom>
            <a:avLst/>
            <a:gdLst/>
            <a:ahLst/>
            <a:rect l="0" t="0" r="r" b="b"/>
            <a:pathLst>
              <a:path w="594" h="61">
                <a:moveTo>
                  <a:pt x="0" y="60"/>
                </a:moveTo>
                <a:lnTo>
                  <a:pt x="589" y="0"/>
                </a:lnTo>
                <a:lnTo>
                  <a:pt x="59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6" name=""/>
          <p:cNvSpPr/>
          <p:nvPr/>
        </p:nvSpPr>
        <p:spPr>
          <a:xfrm>
            <a:off x="4866120" y="1981080"/>
            <a:ext cx="215640" cy="21960"/>
          </a:xfrm>
          <a:custGeom>
            <a:avLst/>
            <a:gdLst/>
            <a:ahLst/>
            <a:rect l="0" t="0" r="r" b="b"/>
            <a:pathLst>
              <a:path w="599" h="61">
                <a:moveTo>
                  <a:pt x="0" y="61"/>
                </a:moveTo>
                <a:lnTo>
                  <a:pt x="594" y="0"/>
                </a:lnTo>
                <a:lnTo>
                  <a:pt x="599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7" name=""/>
          <p:cNvSpPr/>
          <p:nvPr/>
        </p:nvSpPr>
        <p:spPr>
          <a:xfrm>
            <a:off x="4866120" y="1981080"/>
            <a:ext cx="217440" cy="22320"/>
          </a:xfrm>
          <a:custGeom>
            <a:avLst/>
            <a:gdLst/>
            <a:ahLst/>
            <a:rect l="0" t="0" r="r" b="b"/>
            <a:pathLst>
              <a:path w="604" h="62">
                <a:moveTo>
                  <a:pt x="0" y="61"/>
                </a:moveTo>
                <a:lnTo>
                  <a:pt x="599" y="0"/>
                </a:lnTo>
                <a:lnTo>
                  <a:pt x="604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8" name=""/>
          <p:cNvSpPr/>
          <p:nvPr/>
        </p:nvSpPr>
        <p:spPr>
          <a:xfrm>
            <a:off x="4866120" y="1981080"/>
            <a:ext cx="219240" cy="22320"/>
          </a:xfrm>
          <a:custGeom>
            <a:avLst/>
            <a:gdLst/>
            <a:ahLst/>
            <a:rect l="0" t="0" r="r" b="b"/>
            <a:pathLst>
              <a:path w="609" h="62">
                <a:moveTo>
                  <a:pt x="0" y="62"/>
                </a:moveTo>
                <a:lnTo>
                  <a:pt x="604" y="0"/>
                </a:lnTo>
                <a:lnTo>
                  <a:pt x="609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69" name=""/>
          <p:cNvSpPr/>
          <p:nvPr/>
        </p:nvSpPr>
        <p:spPr>
          <a:xfrm>
            <a:off x="4866120" y="1981080"/>
            <a:ext cx="221040" cy="22680"/>
          </a:xfrm>
          <a:custGeom>
            <a:avLst/>
            <a:gdLst/>
            <a:ahLst/>
            <a:rect l="0" t="0" r="r" b="b"/>
            <a:pathLst>
              <a:path w="614" h="63">
                <a:moveTo>
                  <a:pt x="0" y="62"/>
                </a:moveTo>
                <a:lnTo>
                  <a:pt x="609" y="0"/>
                </a:lnTo>
                <a:lnTo>
                  <a:pt x="614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0" name=""/>
          <p:cNvSpPr/>
          <p:nvPr/>
        </p:nvSpPr>
        <p:spPr>
          <a:xfrm>
            <a:off x="4866120" y="1981080"/>
            <a:ext cx="222480" cy="22680"/>
          </a:xfrm>
          <a:custGeom>
            <a:avLst/>
            <a:gdLst/>
            <a:ahLst/>
            <a:rect l="0" t="0" r="r" b="b"/>
            <a:pathLst>
              <a:path w="618" h="63">
                <a:moveTo>
                  <a:pt x="0" y="63"/>
                </a:moveTo>
                <a:lnTo>
                  <a:pt x="614" y="0"/>
                </a:lnTo>
                <a:lnTo>
                  <a:pt x="618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1" name=""/>
          <p:cNvSpPr/>
          <p:nvPr/>
        </p:nvSpPr>
        <p:spPr>
          <a:xfrm>
            <a:off x="4866120" y="1981080"/>
            <a:ext cx="224280" cy="23040"/>
          </a:xfrm>
          <a:custGeom>
            <a:avLst/>
            <a:gdLst/>
            <a:ahLst/>
            <a:rect l="0" t="0" r="r" b="b"/>
            <a:pathLst>
              <a:path w="623" h="64">
                <a:moveTo>
                  <a:pt x="0" y="63"/>
                </a:moveTo>
                <a:lnTo>
                  <a:pt x="618" y="0"/>
                </a:lnTo>
                <a:lnTo>
                  <a:pt x="623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2" name=""/>
          <p:cNvSpPr/>
          <p:nvPr/>
        </p:nvSpPr>
        <p:spPr>
          <a:xfrm>
            <a:off x="4866120" y="198108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3" y="0"/>
                </a:lnTo>
                <a:lnTo>
                  <a:pt x="627" y="0"/>
                </a:lnTo>
                <a:lnTo>
                  <a:pt x="0" y="6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3" name=""/>
          <p:cNvSpPr/>
          <p:nvPr/>
        </p:nvSpPr>
        <p:spPr>
          <a:xfrm>
            <a:off x="4866120" y="198108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7" y="0"/>
                </a:lnTo>
                <a:lnTo>
                  <a:pt x="3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4" name=""/>
          <p:cNvSpPr/>
          <p:nvPr/>
        </p:nvSpPr>
        <p:spPr>
          <a:xfrm>
            <a:off x="4867200" y="1981080"/>
            <a:ext cx="224640" cy="23040"/>
          </a:xfrm>
          <a:custGeom>
            <a:avLst/>
            <a:gdLst/>
            <a:ahLst/>
            <a:rect l="0" t="0" r="r" b="b"/>
            <a:pathLst>
              <a:path w="624" h="64">
                <a:moveTo>
                  <a:pt x="0" y="64"/>
                </a:moveTo>
                <a:lnTo>
                  <a:pt x="624" y="0"/>
                </a:lnTo>
                <a:lnTo>
                  <a:pt x="624" y="1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5" name=""/>
          <p:cNvSpPr/>
          <p:nvPr/>
        </p:nvSpPr>
        <p:spPr>
          <a:xfrm>
            <a:off x="4869000" y="1981440"/>
            <a:ext cx="222840" cy="22680"/>
          </a:xfrm>
          <a:custGeom>
            <a:avLst/>
            <a:gdLst/>
            <a:ahLst/>
            <a:rect l="0" t="0" r="r" b="b"/>
            <a:pathLst>
              <a:path w="619" h="63">
                <a:moveTo>
                  <a:pt x="0" y="63"/>
                </a:moveTo>
                <a:lnTo>
                  <a:pt x="619" y="0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6" name=""/>
          <p:cNvSpPr/>
          <p:nvPr/>
        </p:nvSpPr>
        <p:spPr>
          <a:xfrm>
            <a:off x="4870800" y="1981440"/>
            <a:ext cx="221040" cy="22680"/>
          </a:xfrm>
          <a:custGeom>
            <a:avLst/>
            <a:gdLst/>
            <a:ahLst/>
            <a:rect l="0" t="0" r="r" b="b"/>
            <a:pathLst>
              <a:path w="614" h="63">
                <a:moveTo>
                  <a:pt x="0" y="63"/>
                </a:moveTo>
                <a:lnTo>
                  <a:pt x="614" y="0"/>
                </a:lnTo>
                <a:lnTo>
                  <a:pt x="614" y="1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7" name=""/>
          <p:cNvSpPr/>
          <p:nvPr/>
        </p:nvSpPr>
        <p:spPr>
          <a:xfrm>
            <a:off x="4872600" y="1981800"/>
            <a:ext cx="219240" cy="22320"/>
          </a:xfrm>
          <a:custGeom>
            <a:avLst/>
            <a:gdLst/>
            <a:ahLst/>
            <a:rect l="0" t="0" r="r" b="b"/>
            <a:pathLst>
              <a:path w="609" h="62">
                <a:moveTo>
                  <a:pt x="0" y="62"/>
                </a:moveTo>
                <a:lnTo>
                  <a:pt x="609" y="0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8" name=""/>
          <p:cNvSpPr/>
          <p:nvPr/>
        </p:nvSpPr>
        <p:spPr>
          <a:xfrm>
            <a:off x="4874400" y="1981800"/>
            <a:ext cx="217440" cy="22320"/>
          </a:xfrm>
          <a:custGeom>
            <a:avLst/>
            <a:gdLst/>
            <a:ahLst/>
            <a:rect l="0" t="0" r="r" b="b"/>
            <a:pathLst>
              <a:path w="604" h="62">
                <a:moveTo>
                  <a:pt x="0" y="62"/>
                </a:moveTo>
                <a:lnTo>
                  <a:pt x="604" y="0"/>
                </a:lnTo>
                <a:lnTo>
                  <a:pt x="604" y="1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79" name=""/>
          <p:cNvSpPr/>
          <p:nvPr/>
        </p:nvSpPr>
        <p:spPr>
          <a:xfrm>
            <a:off x="4876200" y="1982160"/>
            <a:ext cx="215640" cy="21960"/>
          </a:xfrm>
          <a:custGeom>
            <a:avLst/>
            <a:gdLst/>
            <a:ahLst/>
            <a:rect l="0" t="0" r="r" b="b"/>
            <a:pathLst>
              <a:path w="599" h="61">
                <a:moveTo>
                  <a:pt x="0" y="61"/>
                </a:moveTo>
                <a:lnTo>
                  <a:pt x="599" y="0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0" name=""/>
          <p:cNvSpPr/>
          <p:nvPr/>
        </p:nvSpPr>
        <p:spPr>
          <a:xfrm>
            <a:off x="4878000" y="1982160"/>
            <a:ext cx="213840" cy="21960"/>
          </a:xfrm>
          <a:custGeom>
            <a:avLst/>
            <a:gdLst/>
            <a:ahLst/>
            <a:rect l="0" t="0" r="r" b="b"/>
            <a:pathLst>
              <a:path w="594" h="61">
                <a:moveTo>
                  <a:pt x="0" y="61"/>
                </a:moveTo>
                <a:lnTo>
                  <a:pt x="594" y="0"/>
                </a:lnTo>
                <a:lnTo>
                  <a:pt x="594" y="1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1" name=""/>
          <p:cNvSpPr/>
          <p:nvPr/>
        </p:nvSpPr>
        <p:spPr>
          <a:xfrm>
            <a:off x="4879800" y="1982520"/>
            <a:ext cx="212040" cy="21600"/>
          </a:xfrm>
          <a:custGeom>
            <a:avLst/>
            <a:gdLst/>
            <a:ahLst/>
            <a:rect l="0" t="0" r="r" b="b"/>
            <a:pathLst>
              <a:path w="589" h="60">
                <a:moveTo>
                  <a:pt x="0" y="60"/>
                </a:moveTo>
                <a:lnTo>
                  <a:pt x="589" y="0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2" name=""/>
          <p:cNvSpPr/>
          <p:nvPr/>
        </p:nvSpPr>
        <p:spPr>
          <a:xfrm>
            <a:off x="4881600" y="1982520"/>
            <a:ext cx="210240" cy="21600"/>
          </a:xfrm>
          <a:custGeom>
            <a:avLst/>
            <a:gdLst/>
            <a:ahLst/>
            <a:rect l="0" t="0" r="r" b="b"/>
            <a:pathLst>
              <a:path w="584" h="60">
                <a:moveTo>
                  <a:pt x="0" y="60"/>
                </a:moveTo>
                <a:lnTo>
                  <a:pt x="584" y="0"/>
                </a:lnTo>
                <a:lnTo>
                  <a:pt x="584" y="1"/>
                </a:lnTo>
                <a:lnTo>
                  <a:pt x="4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3" name=""/>
          <p:cNvSpPr/>
          <p:nvPr/>
        </p:nvSpPr>
        <p:spPr>
          <a:xfrm>
            <a:off x="4883040" y="1982880"/>
            <a:ext cx="208800" cy="21240"/>
          </a:xfrm>
          <a:custGeom>
            <a:avLst/>
            <a:gdLst/>
            <a:ahLst/>
            <a:rect l="0" t="0" r="r" b="b"/>
            <a:pathLst>
              <a:path w="580" h="59">
                <a:moveTo>
                  <a:pt x="0" y="59"/>
                </a:moveTo>
                <a:lnTo>
                  <a:pt x="580" y="0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4" name=""/>
          <p:cNvSpPr/>
          <p:nvPr/>
        </p:nvSpPr>
        <p:spPr>
          <a:xfrm>
            <a:off x="4884840" y="1982880"/>
            <a:ext cx="207000" cy="21240"/>
          </a:xfrm>
          <a:custGeom>
            <a:avLst/>
            <a:gdLst/>
            <a:ahLst/>
            <a:rect l="0" t="0" r="r" b="b"/>
            <a:pathLst>
              <a:path w="575" h="59">
                <a:moveTo>
                  <a:pt x="0" y="59"/>
                </a:moveTo>
                <a:lnTo>
                  <a:pt x="575" y="0"/>
                </a:lnTo>
                <a:lnTo>
                  <a:pt x="575" y="1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5" name=""/>
          <p:cNvSpPr/>
          <p:nvPr/>
        </p:nvSpPr>
        <p:spPr>
          <a:xfrm>
            <a:off x="4886640" y="1983240"/>
            <a:ext cx="205200" cy="20880"/>
          </a:xfrm>
          <a:custGeom>
            <a:avLst/>
            <a:gdLst/>
            <a:ahLst/>
            <a:rect l="0" t="0" r="r" b="b"/>
            <a:pathLst>
              <a:path w="570" h="58">
                <a:moveTo>
                  <a:pt x="0" y="58"/>
                </a:moveTo>
                <a:lnTo>
                  <a:pt x="570" y="0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6" name=""/>
          <p:cNvSpPr/>
          <p:nvPr/>
        </p:nvSpPr>
        <p:spPr>
          <a:xfrm>
            <a:off x="4888440" y="1983240"/>
            <a:ext cx="203400" cy="20880"/>
          </a:xfrm>
          <a:custGeom>
            <a:avLst/>
            <a:gdLst/>
            <a:ahLst/>
            <a:rect l="0" t="0" r="r" b="b"/>
            <a:pathLst>
              <a:path w="565" h="58">
                <a:moveTo>
                  <a:pt x="0" y="58"/>
                </a:moveTo>
                <a:lnTo>
                  <a:pt x="565" y="0"/>
                </a:lnTo>
                <a:lnTo>
                  <a:pt x="565" y="1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7" name=""/>
          <p:cNvSpPr/>
          <p:nvPr/>
        </p:nvSpPr>
        <p:spPr>
          <a:xfrm>
            <a:off x="4890240" y="1983600"/>
            <a:ext cx="201600" cy="20520"/>
          </a:xfrm>
          <a:custGeom>
            <a:avLst/>
            <a:gdLst/>
            <a:ahLst/>
            <a:rect l="0" t="0" r="r" b="b"/>
            <a:pathLst>
              <a:path w="560" h="57">
                <a:moveTo>
                  <a:pt x="0" y="57"/>
                </a:moveTo>
                <a:lnTo>
                  <a:pt x="560" y="0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8" name=""/>
          <p:cNvSpPr/>
          <p:nvPr/>
        </p:nvSpPr>
        <p:spPr>
          <a:xfrm>
            <a:off x="4892040" y="1983600"/>
            <a:ext cx="199800" cy="20520"/>
          </a:xfrm>
          <a:custGeom>
            <a:avLst/>
            <a:gdLst/>
            <a:ahLst/>
            <a:rect l="0" t="0" r="r" b="b"/>
            <a:pathLst>
              <a:path w="555" h="57">
                <a:moveTo>
                  <a:pt x="0" y="57"/>
                </a:moveTo>
                <a:lnTo>
                  <a:pt x="555" y="0"/>
                </a:lnTo>
                <a:lnTo>
                  <a:pt x="555" y="1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89" name=""/>
          <p:cNvSpPr/>
          <p:nvPr/>
        </p:nvSpPr>
        <p:spPr>
          <a:xfrm>
            <a:off x="4893840" y="1983960"/>
            <a:ext cx="198000" cy="20160"/>
          </a:xfrm>
          <a:custGeom>
            <a:avLst/>
            <a:gdLst/>
            <a:ahLst/>
            <a:rect l="0" t="0" r="r" b="b"/>
            <a:pathLst>
              <a:path w="550" h="56">
                <a:moveTo>
                  <a:pt x="0" y="56"/>
                </a:moveTo>
                <a:lnTo>
                  <a:pt x="550" y="0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0" name=""/>
          <p:cNvSpPr/>
          <p:nvPr/>
        </p:nvSpPr>
        <p:spPr>
          <a:xfrm>
            <a:off x="4895640" y="1983960"/>
            <a:ext cx="196200" cy="20160"/>
          </a:xfrm>
          <a:custGeom>
            <a:avLst/>
            <a:gdLst/>
            <a:ahLst/>
            <a:rect l="0" t="0" r="r" b="b"/>
            <a:pathLst>
              <a:path w="545" h="56">
                <a:moveTo>
                  <a:pt x="0" y="56"/>
                </a:moveTo>
                <a:lnTo>
                  <a:pt x="545" y="0"/>
                </a:lnTo>
                <a:lnTo>
                  <a:pt x="545" y="1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1" name=""/>
          <p:cNvSpPr/>
          <p:nvPr/>
        </p:nvSpPr>
        <p:spPr>
          <a:xfrm>
            <a:off x="4897440" y="1984320"/>
            <a:ext cx="194400" cy="19800"/>
          </a:xfrm>
          <a:custGeom>
            <a:avLst/>
            <a:gdLst/>
            <a:ahLst/>
            <a:rect l="0" t="0" r="r" b="b"/>
            <a:pathLst>
              <a:path w="540" h="55">
                <a:moveTo>
                  <a:pt x="0" y="55"/>
                </a:moveTo>
                <a:lnTo>
                  <a:pt x="540" y="0"/>
                </a:lnTo>
                <a:lnTo>
                  <a:pt x="5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2" name=""/>
          <p:cNvSpPr/>
          <p:nvPr/>
        </p:nvSpPr>
        <p:spPr>
          <a:xfrm>
            <a:off x="4899240" y="1984320"/>
            <a:ext cx="192600" cy="19800"/>
          </a:xfrm>
          <a:custGeom>
            <a:avLst/>
            <a:gdLst/>
            <a:ahLst/>
            <a:rect l="0" t="0" r="r" b="b"/>
            <a:pathLst>
              <a:path w="535" h="55">
                <a:moveTo>
                  <a:pt x="0" y="55"/>
                </a:moveTo>
                <a:lnTo>
                  <a:pt x="535" y="0"/>
                </a:lnTo>
                <a:lnTo>
                  <a:pt x="535" y="1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3" name=""/>
          <p:cNvSpPr/>
          <p:nvPr/>
        </p:nvSpPr>
        <p:spPr>
          <a:xfrm>
            <a:off x="4900680" y="1984680"/>
            <a:ext cx="191160" cy="19440"/>
          </a:xfrm>
          <a:custGeom>
            <a:avLst/>
            <a:gdLst/>
            <a:ahLst/>
            <a:rect l="0" t="0" r="r" b="b"/>
            <a:pathLst>
              <a:path w="531" h="54">
                <a:moveTo>
                  <a:pt x="0" y="54"/>
                </a:moveTo>
                <a:lnTo>
                  <a:pt x="531" y="0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4" name=""/>
          <p:cNvSpPr/>
          <p:nvPr/>
        </p:nvSpPr>
        <p:spPr>
          <a:xfrm>
            <a:off x="4902480" y="1984680"/>
            <a:ext cx="189360" cy="19440"/>
          </a:xfrm>
          <a:custGeom>
            <a:avLst/>
            <a:gdLst/>
            <a:ahLst/>
            <a:rect l="0" t="0" r="r" b="b"/>
            <a:pathLst>
              <a:path w="526" h="54">
                <a:moveTo>
                  <a:pt x="0" y="54"/>
                </a:moveTo>
                <a:lnTo>
                  <a:pt x="526" y="0"/>
                </a:lnTo>
                <a:lnTo>
                  <a:pt x="526" y="1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5" name=""/>
          <p:cNvSpPr/>
          <p:nvPr/>
        </p:nvSpPr>
        <p:spPr>
          <a:xfrm>
            <a:off x="4904280" y="1985040"/>
            <a:ext cx="187560" cy="19080"/>
          </a:xfrm>
          <a:custGeom>
            <a:avLst/>
            <a:gdLst/>
            <a:ahLst/>
            <a:rect l="0" t="0" r="r" b="b"/>
            <a:pathLst>
              <a:path w="521" h="53">
                <a:moveTo>
                  <a:pt x="0" y="53"/>
                </a:moveTo>
                <a:lnTo>
                  <a:pt x="521" y="0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6" name=""/>
          <p:cNvSpPr/>
          <p:nvPr/>
        </p:nvSpPr>
        <p:spPr>
          <a:xfrm>
            <a:off x="4906080" y="1985040"/>
            <a:ext cx="185760" cy="19080"/>
          </a:xfrm>
          <a:custGeom>
            <a:avLst/>
            <a:gdLst/>
            <a:ahLst/>
            <a:rect l="0" t="0" r="r" b="b"/>
            <a:pathLst>
              <a:path w="516" h="53">
                <a:moveTo>
                  <a:pt x="0" y="53"/>
                </a:moveTo>
                <a:lnTo>
                  <a:pt x="516" y="0"/>
                </a:lnTo>
                <a:lnTo>
                  <a:pt x="516" y="1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7" name=""/>
          <p:cNvSpPr/>
          <p:nvPr/>
        </p:nvSpPr>
        <p:spPr>
          <a:xfrm>
            <a:off x="4907880" y="1985400"/>
            <a:ext cx="183960" cy="18720"/>
          </a:xfrm>
          <a:custGeom>
            <a:avLst/>
            <a:gdLst/>
            <a:ahLst/>
            <a:rect l="0" t="0" r="r" b="b"/>
            <a:pathLst>
              <a:path w="511" h="52">
                <a:moveTo>
                  <a:pt x="0" y="52"/>
                </a:moveTo>
                <a:lnTo>
                  <a:pt x="511" y="0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8" name=""/>
          <p:cNvSpPr/>
          <p:nvPr/>
        </p:nvSpPr>
        <p:spPr>
          <a:xfrm>
            <a:off x="4909680" y="1985400"/>
            <a:ext cx="182160" cy="18720"/>
          </a:xfrm>
          <a:custGeom>
            <a:avLst/>
            <a:gdLst/>
            <a:ahLst/>
            <a:rect l="0" t="0" r="r" b="b"/>
            <a:pathLst>
              <a:path w="506" h="52">
                <a:moveTo>
                  <a:pt x="0" y="52"/>
                </a:moveTo>
                <a:lnTo>
                  <a:pt x="506" y="0"/>
                </a:lnTo>
                <a:lnTo>
                  <a:pt x="506" y="1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899" name=""/>
          <p:cNvSpPr/>
          <p:nvPr/>
        </p:nvSpPr>
        <p:spPr>
          <a:xfrm>
            <a:off x="4911480" y="1985760"/>
            <a:ext cx="180360" cy="18360"/>
          </a:xfrm>
          <a:custGeom>
            <a:avLst/>
            <a:gdLst/>
            <a:ahLst/>
            <a:rect l="0" t="0" r="r" b="b"/>
            <a:pathLst>
              <a:path w="501" h="51">
                <a:moveTo>
                  <a:pt x="0" y="51"/>
                </a:moveTo>
                <a:lnTo>
                  <a:pt x="501" y="0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0" name=""/>
          <p:cNvSpPr/>
          <p:nvPr/>
        </p:nvSpPr>
        <p:spPr>
          <a:xfrm>
            <a:off x="4913280" y="1985760"/>
            <a:ext cx="178560" cy="18360"/>
          </a:xfrm>
          <a:custGeom>
            <a:avLst/>
            <a:gdLst/>
            <a:ahLst/>
            <a:rect l="0" t="0" r="r" b="b"/>
            <a:pathLst>
              <a:path w="496" h="51">
                <a:moveTo>
                  <a:pt x="0" y="51"/>
                </a:moveTo>
                <a:lnTo>
                  <a:pt x="496" y="0"/>
                </a:lnTo>
                <a:lnTo>
                  <a:pt x="496" y="1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1" name=""/>
          <p:cNvSpPr/>
          <p:nvPr/>
        </p:nvSpPr>
        <p:spPr>
          <a:xfrm>
            <a:off x="4915080" y="1986120"/>
            <a:ext cx="176760" cy="18000"/>
          </a:xfrm>
          <a:custGeom>
            <a:avLst/>
            <a:gdLst/>
            <a:ahLst/>
            <a:rect l="0" t="0" r="r" b="b"/>
            <a:pathLst>
              <a:path w="491" h="50">
                <a:moveTo>
                  <a:pt x="0" y="50"/>
                </a:moveTo>
                <a:lnTo>
                  <a:pt x="491" y="0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2" name=""/>
          <p:cNvSpPr/>
          <p:nvPr/>
        </p:nvSpPr>
        <p:spPr>
          <a:xfrm>
            <a:off x="4916880" y="1986120"/>
            <a:ext cx="174960" cy="18000"/>
          </a:xfrm>
          <a:custGeom>
            <a:avLst/>
            <a:gdLst/>
            <a:ahLst/>
            <a:rect l="0" t="0" r="r" b="b"/>
            <a:pathLst>
              <a:path w="486" h="50">
                <a:moveTo>
                  <a:pt x="0" y="50"/>
                </a:moveTo>
                <a:lnTo>
                  <a:pt x="486" y="0"/>
                </a:lnTo>
                <a:lnTo>
                  <a:pt x="486" y="1"/>
                </a:lnTo>
                <a:lnTo>
                  <a:pt x="4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3" name=""/>
          <p:cNvSpPr/>
          <p:nvPr/>
        </p:nvSpPr>
        <p:spPr>
          <a:xfrm>
            <a:off x="4918320" y="1986480"/>
            <a:ext cx="173520" cy="17640"/>
          </a:xfrm>
          <a:custGeom>
            <a:avLst/>
            <a:gdLst/>
            <a:ahLst/>
            <a:rect l="0" t="0" r="r" b="b"/>
            <a:pathLst>
              <a:path w="482" h="49">
                <a:moveTo>
                  <a:pt x="0" y="49"/>
                </a:moveTo>
                <a:lnTo>
                  <a:pt x="482" y="0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4" name=""/>
          <p:cNvSpPr/>
          <p:nvPr/>
        </p:nvSpPr>
        <p:spPr>
          <a:xfrm>
            <a:off x="4920120" y="1986480"/>
            <a:ext cx="171720" cy="17640"/>
          </a:xfrm>
          <a:custGeom>
            <a:avLst/>
            <a:gdLst/>
            <a:ahLst/>
            <a:rect l="0" t="0" r="r" b="b"/>
            <a:pathLst>
              <a:path w="477" h="49">
                <a:moveTo>
                  <a:pt x="0" y="49"/>
                </a:moveTo>
                <a:lnTo>
                  <a:pt x="477" y="0"/>
                </a:lnTo>
                <a:lnTo>
                  <a:pt x="477" y="1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5" name=""/>
          <p:cNvSpPr/>
          <p:nvPr/>
        </p:nvSpPr>
        <p:spPr>
          <a:xfrm>
            <a:off x="4921920" y="1986840"/>
            <a:ext cx="169920" cy="17280"/>
          </a:xfrm>
          <a:custGeom>
            <a:avLst/>
            <a:gdLst/>
            <a:ahLst/>
            <a:rect l="0" t="0" r="r" b="b"/>
            <a:pathLst>
              <a:path w="472" h="48">
                <a:moveTo>
                  <a:pt x="0" y="48"/>
                </a:moveTo>
                <a:lnTo>
                  <a:pt x="472" y="0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6" name=""/>
          <p:cNvSpPr/>
          <p:nvPr/>
        </p:nvSpPr>
        <p:spPr>
          <a:xfrm>
            <a:off x="4923720" y="1986840"/>
            <a:ext cx="168120" cy="17280"/>
          </a:xfrm>
          <a:custGeom>
            <a:avLst/>
            <a:gdLst/>
            <a:ahLst/>
            <a:rect l="0" t="0" r="r" b="b"/>
            <a:pathLst>
              <a:path w="467" h="48">
                <a:moveTo>
                  <a:pt x="0" y="48"/>
                </a:moveTo>
                <a:lnTo>
                  <a:pt x="467" y="0"/>
                </a:lnTo>
                <a:lnTo>
                  <a:pt x="467" y="1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7" name=""/>
          <p:cNvSpPr/>
          <p:nvPr/>
        </p:nvSpPr>
        <p:spPr>
          <a:xfrm>
            <a:off x="4925520" y="1987200"/>
            <a:ext cx="166320" cy="16920"/>
          </a:xfrm>
          <a:custGeom>
            <a:avLst/>
            <a:gdLst/>
            <a:ahLst/>
            <a:rect l="0" t="0" r="r" b="b"/>
            <a:pathLst>
              <a:path w="462" h="47">
                <a:moveTo>
                  <a:pt x="0" y="47"/>
                </a:moveTo>
                <a:lnTo>
                  <a:pt x="462" y="0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8" name=""/>
          <p:cNvSpPr/>
          <p:nvPr/>
        </p:nvSpPr>
        <p:spPr>
          <a:xfrm>
            <a:off x="4927320" y="1987200"/>
            <a:ext cx="164520" cy="16920"/>
          </a:xfrm>
          <a:custGeom>
            <a:avLst/>
            <a:gdLst/>
            <a:ahLst/>
            <a:rect l="0" t="0" r="r" b="b"/>
            <a:pathLst>
              <a:path w="457" h="47">
                <a:moveTo>
                  <a:pt x="0" y="47"/>
                </a:moveTo>
                <a:lnTo>
                  <a:pt x="457" y="0"/>
                </a:lnTo>
                <a:lnTo>
                  <a:pt x="457" y="1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09" name=""/>
          <p:cNvSpPr/>
          <p:nvPr/>
        </p:nvSpPr>
        <p:spPr>
          <a:xfrm>
            <a:off x="4929120" y="1987560"/>
            <a:ext cx="162720" cy="16560"/>
          </a:xfrm>
          <a:custGeom>
            <a:avLst/>
            <a:gdLst/>
            <a:ahLst/>
            <a:rect l="0" t="0" r="r" b="b"/>
            <a:pathLst>
              <a:path w="452" h="46">
                <a:moveTo>
                  <a:pt x="0" y="46"/>
                </a:moveTo>
                <a:lnTo>
                  <a:pt x="452" y="0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0" name=""/>
          <p:cNvSpPr/>
          <p:nvPr/>
        </p:nvSpPr>
        <p:spPr>
          <a:xfrm>
            <a:off x="4930920" y="1987560"/>
            <a:ext cx="160920" cy="16560"/>
          </a:xfrm>
          <a:custGeom>
            <a:avLst/>
            <a:gdLst/>
            <a:ahLst/>
            <a:rect l="0" t="0" r="r" b="b"/>
            <a:pathLst>
              <a:path w="447" h="46">
                <a:moveTo>
                  <a:pt x="0" y="46"/>
                </a:moveTo>
                <a:lnTo>
                  <a:pt x="447" y="0"/>
                </a:lnTo>
                <a:lnTo>
                  <a:pt x="447" y="1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1" name=""/>
          <p:cNvSpPr/>
          <p:nvPr/>
        </p:nvSpPr>
        <p:spPr>
          <a:xfrm>
            <a:off x="4932720" y="1987920"/>
            <a:ext cx="159120" cy="16200"/>
          </a:xfrm>
          <a:custGeom>
            <a:avLst/>
            <a:gdLst/>
            <a:ahLst/>
            <a:rect l="0" t="0" r="r" b="b"/>
            <a:pathLst>
              <a:path w="442" h="45">
                <a:moveTo>
                  <a:pt x="0" y="45"/>
                </a:moveTo>
                <a:lnTo>
                  <a:pt x="442" y="0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2" name=""/>
          <p:cNvSpPr/>
          <p:nvPr/>
        </p:nvSpPr>
        <p:spPr>
          <a:xfrm>
            <a:off x="4934520" y="1987920"/>
            <a:ext cx="157320" cy="16200"/>
          </a:xfrm>
          <a:custGeom>
            <a:avLst/>
            <a:gdLst/>
            <a:ahLst/>
            <a:rect l="0" t="0" r="r" b="b"/>
            <a:pathLst>
              <a:path w="437" h="45">
                <a:moveTo>
                  <a:pt x="0" y="45"/>
                </a:moveTo>
                <a:lnTo>
                  <a:pt x="437" y="0"/>
                </a:lnTo>
                <a:lnTo>
                  <a:pt x="437" y="1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3" name=""/>
          <p:cNvSpPr/>
          <p:nvPr/>
        </p:nvSpPr>
        <p:spPr>
          <a:xfrm>
            <a:off x="4936320" y="1988280"/>
            <a:ext cx="155520" cy="15840"/>
          </a:xfrm>
          <a:custGeom>
            <a:avLst/>
            <a:gdLst/>
            <a:ahLst/>
            <a:rect l="0" t="0" r="r" b="b"/>
            <a:pathLst>
              <a:path w="432" h="44">
                <a:moveTo>
                  <a:pt x="0" y="44"/>
                </a:moveTo>
                <a:lnTo>
                  <a:pt x="432" y="0"/>
                </a:lnTo>
                <a:lnTo>
                  <a:pt x="4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4" name=""/>
          <p:cNvSpPr/>
          <p:nvPr/>
        </p:nvSpPr>
        <p:spPr>
          <a:xfrm>
            <a:off x="4937760" y="1988280"/>
            <a:ext cx="154080" cy="15840"/>
          </a:xfrm>
          <a:custGeom>
            <a:avLst/>
            <a:gdLst/>
            <a:ahLst/>
            <a:rect l="0" t="0" r="r" b="b"/>
            <a:pathLst>
              <a:path w="428" h="44">
                <a:moveTo>
                  <a:pt x="0" y="44"/>
                </a:moveTo>
                <a:lnTo>
                  <a:pt x="428" y="0"/>
                </a:lnTo>
                <a:lnTo>
                  <a:pt x="428" y="1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5" name=""/>
          <p:cNvSpPr/>
          <p:nvPr/>
        </p:nvSpPr>
        <p:spPr>
          <a:xfrm>
            <a:off x="4939560" y="1988640"/>
            <a:ext cx="152280" cy="15480"/>
          </a:xfrm>
          <a:custGeom>
            <a:avLst/>
            <a:gdLst/>
            <a:ahLst/>
            <a:rect l="0" t="0" r="r" b="b"/>
            <a:pathLst>
              <a:path w="423" h="43">
                <a:moveTo>
                  <a:pt x="0" y="43"/>
                </a:moveTo>
                <a:lnTo>
                  <a:pt x="423" y="0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6" name=""/>
          <p:cNvSpPr/>
          <p:nvPr/>
        </p:nvSpPr>
        <p:spPr>
          <a:xfrm>
            <a:off x="4941360" y="1988640"/>
            <a:ext cx="150480" cy="15480"/>
          </a:xfrm>
          <a:custGeom>
            <a:avLst/>
            <a:gdLst/>
            <a:ahLst/>
            <a:rect l="0" t="0" r="r" b="b"/>
            <a:pathLst>
              <a:path w="418" h="43">
                <a:moveTo>
                  <a:pt x="0" y="43"/>
                </a:moveTo>
                <a:lnTo>
                  <a:pt x="418" y="0"/>
                </a:lnTo>
                <a:lnTo>
                  <a:pt x="418" y="1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7" name=""/>
          <p:cNvSpPr/>
          <p:nvPr/>
        </p:nvSpPr>
        <p:spPr>
          <a:xfrm>
            <a:off x="4943160" y="1989000"/>
            <a:ext cx="148680" cy="15120"/>
          </a:xfrm>
          <a:custGeom>
            <a:avLst/>
            <a:gdLst/>
            <a:ahLst/>
            <a:rect l="0" t="0" r="r" b="b"/>
            <a:pathLst>
              <a:path w="413" h="42">
                <a:moveTo>
                  <a:pt x="0" y="42"/>
                </a:moveTo>
                <a:lnTo>
                  <a:pt x="413" y="0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8" name=""/>
          <p:cNvSpPr/>
          <p:nvPr/>
        </p:nvSpPr>
        <p:spPr>
          <a:xfrm>
            <a:off x="4944960" y="1989000"/>
            <a:ext cx="146880" cy="15120"/>
          </a:xfrm>
          <a:custGeom>
            <a:avLst/>
            <a:gdLst/>
            <a:ahLst/>
            <a:rect l="0" t="0" r="r" b="b"/>
            <a:pathLst>
              <a:path w="408" h="42">
                <a:moveTo>
                  <a:pt x="0" y="42"/>
                </a:moveTo>
                <a:lnTo>
                  <a:pt x="408" y="0"/>
                </a:lnTo>
                <a:lnTo>
                  <a:pt x="408" y="1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19" name=""/>
          <p:cNvSpPr/>
          <p:nvPr/>
        </p:nvSpPr>
        <p:spPr>
          <a:xfrm>
            <a:off x="4946760" y="1989360"/>
            <a:ext cx="145080" cy="14760"/>
          </a:xfrm>
          <a:custGeom>
            <a:avLst/>
            <a:gdLst/>
            <a:ahLst/>
            <a:rect l="0" t="0" r="r" b="b"/>
            <a:pathLst>
              <a:path w="403" h="41">
                <a:moveTo>
                  <a:pt x="0" y="41"/>
                </a:moveTo>
                <a:lnTo>
                  <a:pt x="403" y="0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0" name=""/>
          <p:cNvSpPr/>
          <p:nvPr/>
        </p:nvSpPr>
        <p:spPr>
          <a:xfrm>
            <a:off x="4948560" y="1989360"/>
            <a:ext cx="143280" cy="14760"/>
          </a:xfrm>
          <a:custGeom>
            <a:avLst/>
            <a:gdLst/>
            <a:ahLst/>
            <a:rect l="0" t="0" r="r" b="b"/>
            <a:pathLst>
              <a:path w="398" h="41">
                <a:moveTo>
                  <a:pt x="0" y="41"/>
                </a:moveTo>
                <a:lnTo>
                  <a:pt x="398" y="0"/>
                </a:lnTo>
                <a:lnTo>
                  <a:pt x="398" y="1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1" name=""/>
          <p:cNvSpPr/>
          <p:nvPr/>
        </p:nvSpPr>
        <p:spPr>
          <a:xfrm>
            <a:off x="4950360" y="1989720"/>
            <a:ext cx="141480" cy="14400"/>
          </a:xfrm>
          <a:custGeom>
            <a:avLst/>
            <a:gdLst/>
            <a:ahLst/>
            <a:rect l="0" t="0" r="r" b="b"/>
            <a:pathLst>
              <a:path w="393" h="40">
                <a:moveTo>
                  <a:pt x="0" y="40"/>
                </a:moveTo>
                <a:lnTo>
                  <a:pt x="393" y="0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2" name=""/>
          <p:cNvSpPr/>
          <p:nvPr/>
        </p:nvSpPr>
        <p:spPr>
          <a:xfrm>
            <a:off x="4952160" y="1989720"/>
            <a:ext cx="139680" cy="14400"/>
          </a:xfrm>
          <a:custGeom>
            <a:avLst/>
            <a:gdLst/>
            <a:ahLst/>
            <a:rect l="0" t="0" r="r" b="b"/>
            <a:pathLst>
              <a:path w="388" h="40">
                <a:moveTo>
                  <a:pt x="0" y="40"/>
                </a:moveTo>
                <a:lnTo>
                  <a:pt x="388" y="0"/>
                </a:lnTo>
                <a:lnTo>
                  <a:pt x="388" y="1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3" name=""/>
          <p:cNvSpPr/>
          <p:nvPr/>
        </p:nvSpPr>
        <p:spPr>
          <a:xfrm>
            <a:off x="4953960" y="1990080"/>
            <a:ext cx="137880" cy="14040"/>
          </a:xfrm>
          <a:custGeom>
            <a:avLst/>
            <a:gdLst/>
            <a:ahLst/>
            <a:rect l="0" t="0" r="r" b="b"/>
            <a:pathLst>
              <a:path w="383" h="39">
                <a:moveTo>
                  <a:pt x="0" y="39"/>
                </a:moveTo>
                <a:lnTo>
                  <a:pt x="383" y="0"/>
                </a:lnTo>
                <a:lnTo>
                  <a:pt x="4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4" name=""/>
          <p:cNvSpPr/>
          <p:nvPr/>
        </p:nvSpPr>
        <p:spPr>
          <a:xfrm>
            <a:off x="4955400" y="1990080"/>
            <a:ext cx="136440" cy="14040"/>
          </a:xfrm>
          <a:custGeom>
            <a:avLst/>
            <a:gdLst/>
            <a:ahLst/>
            <a:rect l="0" t="0" r="r" b="b"/>
            <a:pathLst>
              <a:path w="379" h="39">
                <a:moveTo>
                  <a:pt x="0" y="39"/>
                </a:moveTo>
                <a:lnTo>
                  <a:pt x="379" y="0"/>
                </a:lnTo>
                <a:lnTo>
                  <a:pt x="379" y="2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5" name=""/>
          <p:cNvSpPr/>
          <p:nvPr/>
        </p:nvSpPr>
        <p:spPr>
          <a:xfrm>
            <a:off x="4957200" y="1990440"/>
            <a:ext cx="134640" cy="13680"/>
          </a:xfrm>
          <a:custGeom>
            <a:avLst/>
            <a:gdLst/>
            <a:ahLst/>
            <a:rect l="0" t="0" r="r" b="b"/>
            <a:pathLst>
              <a:path w="374" h="38">
                <a:moveTo>
                  <a:pt x="0" y="38"/>
                </a:moveTo>
                <a:lnTo>
                  <a:pt x="374" y="0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6" name=""/>
          <p:cNvSpPr/>
          <p:nvPr/>
        </p:nvSpPr>
        <p:spPr>
          <a:xfrm>
            <a:off x="4959000" y="1990440"/>
            <a:ext cx="132840" cy="13680"/>
          </a:xfrm>
          <a:custGeom>
            <a:avLst/>
            <a:gdLst/>
            <a:ahLst/>
            <a:rect l="0" t="0" r="r" b="b"/>
            <a:pathLst>
              <a:path w="369" h="38">
                <a:moveTo>
                  <a:pt x="0" y="38"/>
                </a:moveTo>
                <a:lnTo>
                  <a:pt x="369" y="0"/>
                </a:lnTo>
                <a:lnTo>
                  <a:pt x="369" y="1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7" name=""/>
          <p:cNvSpPr/>
          <p:nvPr/>
        </p:nvSpPr>
        <p:spPr>
          <a:xfrm>
            <a:off x="4960800" y="1990800"/>
            <a:ext cx="131040" cy="13320"/>
          </a:xfrm>
          <a:custGeom>
            <a:avLst/>
            <a:gdLst/>
            <a:ahLst/>
            <a:rect l="0" t="0" r="r" b="b"/>
            <a:pathLst>
              <a:path w="364" h="37">
                <a:moveTo>
                  <a:pt x="0" y="37"/>
                </a:moveTo>
                <a:lnTo>
                  <a:pt x="364" y="0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8" name=""/>
          <p:cNvSpPr/>
          <p:nvPr/>
        </p:nvSpPr>
        <p:spPr>
          <a:xfrm>
            <a:off x="4962600" y="1990800"/>
            <a:ext cx="129240" cy="13320"/>
          </a:xfrm>
          <a:custGeom>
            <a:avLst/>
            <a:gdLst/>
            <a:ahLst/>
            <a:rect l="0" t="0" r="r" b="b"/>
            <a:pathLst>
              <a:path w="359" h="37">
                <a:moveTo>
                  <a:pt x="0" y="37"/>
                </a:moveTo>
                <a:lnTo>
                  <a:pt x="359" y="0"/>
                </a:lnTo>
                <a:lnTo>
                  <a:pt x="359" y="1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29" name=""/>
          <p:cNvSpPr/>
          <p:nvPr/>
        </p:nvSpPr>
        <p:spPr>
          <a:xfrm>
            <a:off x="4964400" y="1991160"/>
            <a:ext cx="127440" cy="12960"/>
          </a:xfrm>
          <a:custGeom>
            <a:avLst/>
            <a:gdLst/>
            <a:ahLst/>
            <a:rect l="0" t="0" r="r" b="b"/>
            <a:pathLst>
              <a:path w="354" h="36">
                <a:moveTo>
                  <a:pt x="0" y="36"/>
                </a:moveTo>
                <a:lnTo>
                  <a:pt x="354" y="0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0" name=""/>
          <p:cNvSpPr/>
          <p:nvPr/>
        </p:nvSpPr>
        <p:spPr>
          <a:xfrm>
            <a:off x="4966200" y="1991160"/>
            <a:ext cx="125640" cy="12960"/>
          </a:xfrm>
          <a:custGeom>
            <a:avLst/>
            <a:gdLst/>
            <a:ahLst/>
            <a:rect l="0" t="0" r="r" b="b"/>
            <a:pathLst>
              <a:path w="349" h="36">
                <a:moveTo>
                  <a:pt x="0" y="36"/>
                </a:moveTo>
                <a:lnTo>
                  <a:pt x="349" y="0"/>
                </a:lnTo>
                <a:lnTo>
                  <a:pt x="349" y="1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1" name=""/>
          <p:cNvSpPr/>
          <p:nvPr/>
        </p:nvSpPr>
        <p:spPr>
          <a:xfrm>
            <a:off x="4968000" y="1991520"/>
            <a:ext cx="123840" cy="12600"/>
          </a:xfrm>
          <a:custGeom>
            <a:avLst/>
            <a:gdLst/>
            <a:ahLst/>
            <a:rect l="0" t="0" r="r" b="b"/>
            <a:pathLst>
              <a:path w="344" h="35">
                <a:moveTo>
                  <a:pt x="0" y="35"/>
                </a:moveTo>
                <a:lnTo>
                  <a:pt x="344" y="0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2" name=""/>
          <p:cNvSpPr/>
          <p:nvPr/>
        </p:nvSpPr>
        <p:spPr>
          <a:xfrm>
            <a:off x="4969800" y="1991520"/>
            <a:ext cx="122040" cy="12600"/>
          </a:xfrm>
          <a:custGeom>
            <a:avLst/>
            <a:gdLst/>
            <a:ahLst/>
            <a:rect l="0" t="0" r="r" b="b"/>
            <a:pathLst>
              <a:path w="339" h="35">
                <a:moveTo>
                  <a:pt x="0" y="35"/>
                </a:moveTo>
                <a:lnTo>
                  <a:pt x="339" y="0"/>
                </a:lnTo>
                <a:lnTo>
                  <a:pt x="339" y="1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3" name=""/>
          <p:cNvSpPr/>
          <p:nvPr/>
        </p:nvSpPr>
        <p:spPr>
          <a:xfrm>
            <a:off x="4971600" y="1991880"/>
            <a:ext cx="120240" cy="12240"/>
          </a:xfrm>
          <a:custGeom>
            <a:avLst/>
            <a:gdLst/>
            <a:ahLst/>
            <a:rect l="0" t="0" r="r" b="b"/>
            <a:pathLst>
              <a:path w="334" h="34">
                <a:moveTo>
                  <a:pt x="0" y="34"/>
                </a:moveTo>
                <a:lnTo>
                  <a:pt x="334" y="0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4" name=""/>
          <p:cNvSpPr/>
          <p:nvPr/>
        </p:nvSpPr>
        <p:spPr>
          <a:xfrm>
            <a:off x="4973400" y="1991880"/>
            <a:ext cx="118440" cy="12240"/>
          </a:xfrm>
          <a:custGeom>
            <a:avLst/>
            <a:gdLst/>
            <a:ahLst/>
            <a:rect l="0" t="0" r="r" b="b"/>
            <a:pathLst>
              <a:path w="329" h="34">
                <a:moveTo>
                  <a:pt x="0" y="34"/>
                </a:moveTo>
                <a:lnTo>
                  <a:pt x="329" y="0"/>
                </a:lnTo>
                <a:lnTo>
                  <a:pt x="329" y="1"/>
                </a:lnTo>
                <a:lnTo>
                  <a:pt x="4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5" name=""/>
          <p:cNvSpPr/>
          <p:nvPr/>
        </p:nvSpPr>
        <p:spPr>
          <a:xfrm>
            <a:off x="4974840" y="1992240"/>
            <a:ext cx="117000" cy="11880"/>
          </a:xfrm>
          <a:custGeom>
            <a:avLst/>
            <a:gdLst/>
            <a:ahLst/>
            <a:rect l="0" t="0" r="r" b="b"/>
            <a:pathLst>
              <a:path w="325" h="33">
                <a:moveTo>
                  <a:pt x="0" y="33"/>
                </a:moveTo>
                <a:lnTo>
                  <a:pt x="325" y="0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6" name=""/>
          <p:cNvSpPr/>
          <p:nvPr/>
        </p:nvSpPr>
        <p:spPr>
          <a:xfrm>
            <a:off x="4976640" y="1992240"/>
            <a:ext cx="115200" cy="11880"/>
          </a:xfrm>
          <a:custGeom>
            <a:avLst/>
            <a:gdLst/>
            <a:ahLst/>
            <a:rect l="0" t="0" r="r" b="b"/>
            <a:pathLst>
              <a:path w="320" h="33">
                <a:moveTo>
                  <a:pt x="0" y="33"/>
                </a:moveTo>
                <a:lnTo>
                  <a:pt x="320" y="0"/>
                </a:lnTo>
                <a:lnTo>
                  <a:pt x="320" y="1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7" name=""/>
          <p:cNvSpPr/>
          <p:nvPr/>
        </p:nvSpPr>
        <p:spPr>
          <a:xfrm>
            <a:off x="4978440" y="1992600"/>
            <a:ext cx="113400" cy="11520"/>
          </a:xfrm>
          <a:custGeom>
            <a:avLst/>
            <a:gdLst/>
            <a:ahLst/>
            <a:rect l="0" t="0" r="r" b="b"/>
            <a:pathLst>
              <a:path w="315" h="32">
                <a:moveTo>
                  <a:pt x="0" y="32"/>
                </a:moveTo>
                <a:lnTo>
                  <a:pt x="315" y="0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8" name=""/>
          <p:cNvSpPr/>
          <p:nvPr/>
        </p:nvSpPr>
        <p:spPr>
          <a:xfrm>
            <a:off x="4980240" y="1992600"/>
            <a:ext cx="111600" cy="11520"/>
          </a:xfrm>
          <a:custGeom>
            <a:avLst/>
            <a:gdLst/>
            <a:ahLst/>
            <a:rect l="0" t="0" r="r" b="b"/>
            <a:pathLst>
              <a:path w="310" h="32">
                <a:moveTo>
                  <a:pt x="0" y="32"/>
                </a:moveTo>
                <a:lnTo>
                  <a:pt x="310" y="0"/>
                </a:lnTo>
                <a:lnTo>
                  <a:pt x="310" y="1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39" name=""/>
          <p:cNvSpPr/>
          <p:nvPr/>
        </p:nvSpPr>
        <p:spPr>
          <a:xfrm>
            <a:off x="4982040" y="1992960"/>
            <a:ext cx="109800" cy="11160"/>
          </a:xfrm>
          <a:custGeom>
            <a:avLst/>
            <a:gdLst/>
            <a:ahLst/>
            <a:rect l="0" t="0" r="r" b="b"/>
            <a:pathLst>
              <a:path w="305" h="31">
                <a:moveTo>
                  <a:pt x="0" y="31"/>
                </a:moveTo>
                <a:lnTo>
                  <a:pt x="305" y="0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0" name=""/>
          <p:cNvSpPr/>
          <p:nvPr/>
        </p:nvSpPr>
        <p:spPr>
          <a:xfrm>
            <a:off x="4983840" y="1992960"/>
            <a:ext cx="108000" cy="11160"/>
          </a:xfrm>
          <a:custGeom>
            <a:avLst/>
            <a:gdLst/>
            <a:ahLst/>
            <a:rect l="0" t="0" r="r" b="b"/>
            <a:pathLst>
              <a:path w="300" h="31">
                <a:moveTo>
                  <a:pt x="0" y="31"/>
                </a:moveTo>
                <a:lnTo>
                  <a:pt x="300" y="0"/>
                </a:lnTo>
                <a:lnTo>
                  <a:pt x="300" y="1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1" name=""/>
          <p:cNvSpPr/>
          <p:nvPr/>
        </p:nvSpPr>
        <p:spPr>
          <a:xfrm>
            <a:off x="4985640" y="1993320"/>
            <a:ext cx="106200" cy="10800"/>
          </a:xfrm>
          <a:custGeom>
            <a:avLst/>
            <a:gdLst/>
            <a:ahLst/>
            <a:rect l="0" t="0" r="r" b="b"/>
            <a:pathLst>
              <a:path w="295" h="30">
                <a:moveTo>
                  <a:pt x="0" y="30"/>
                </a:moveTo>
                <a:lnTo>
                  <a:pt x="295" y="0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2" name=""/>
          <p:cNvSpPr/>
          <p:nvPr/>
        </p:nvSpPr>
        <p:spPr>
          <a:xfrm>
            <a:off x="4987440" y="1993320"/>
            <a:ext cx="104400" cy="10800"/>
          </a:xfrm>
          <a:custGeom>
            <a:avLst/>
            <a:gdLst/>
            <a:ahLst/>
            <a:rect l="0" t="0" r="r" b="b"/>
            <a:pathLst>
              <a:path w="290" h="30">
                <a:moveTo>
                  <a:pt x="0" y="30"/>
                </a:moveTo>
                <a:lnTo>
                  <a:pt x="290" y="0"/>
                </a:lnTo>
                <a:lnTo>
                  <a:pt x="290" y="1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3" name=""/>
          <p:cNvSpPr/>
          <p:nvPr/>
        </p:nvSpPr>
        <p:spPr>
          <a:xfrm>
            <a:off x="4989240" y="1993680"/>
            <a:ext cx="102600" cy="10440"/>
          </a:xfrm>
          <a:custGeom>
            <a:avLst/>
            <a:gdLst/>
            <a:ahLst/>
            <a:rect l="0" t="0" r="r" b="b"/>
            <a:pathLst>
              <a:path w="285" h="29">
                <a:moveTo>
                  <a:pt x="0" y="29"/>
                </a:moveTo>
                <a:lnTo>
                  <a:pt x="285" y="0"/>
                </a:lnTo>
                <a:lnTo>
                  <a:pt x="5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4" name=""/>
          <p:cNvSpPr/>
          <p:nvPr/>
        </p:nvSpPr>
        <p:spPr>
          <a:xfrm>
            <a:off x="4991040" y="1993680"/>
            <a:ext cx="100800" cy="10440"/>
          </a:xfrm>
          <a:custGeom>
            <a:avLst/>
            <a:gdLst/>
            <a:ahLst/>
            <a:rect l="0" t="0" r="r" b="b"/>
            <a:pathLst>
              <a:path w="280" h="29">
                <a:moveTo>
                  <a:pt x="0" y="29"/>
                </a:moveTo>
                <a:lnTo>
                  <a:pt x="280" y="0"/>
                </a:lnTo>
                <a:lnTo>
                  <a:pt x="280" y="1"/>
                </a:lnTo>
                <a:lnTo>
                  <a:pt x="4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5" name=""/>
          <p:cNvSpPr/>
          <p:nvPr/>
        </p:nvSpPr>
        <p:spPr>
          <a:xfrm>
            <a:off x="4992480" y="1994040"/>
            <a:ext cx="99360" cy="10080"/>
          </a:xfrm>
          <a:custGeom>
            <a:avLst/>
            <a:gdLst/>
            <a:ahLst/>
            <a:rect l="0" t="0" r="r" b="b"/>
            <a:pathLst>
              <a:path w="276" h="28">
                <a:moveTo>
                  <a:pt x="0" y="28"/>
                </a:moveTo>
                <a:lnTo>
                  <a:pt x="276" y="0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6" name=""/>
          <p:cNvSpPr/>
          <p:nvPr/>
        </p:nvSpPr>
        <p:spPr>
          <a:xfrm>
            <a:off x="4994280" y="1994040"/>
            <a:ext cx="97560" cy="10080"/>
          </a:xfrm>
          <a:custGeom>
            <a:avLst/>
            <a:gdLst/>
            <a:ahLst/>
            <a:rect l="0" t="0" r="r" b="b"/>
            <a:pathLst>
              <a:path w="271" h="28">
                <a:moveTo>
                  <a:pt x="0" y="28"/>
                </a:moveTo>
                <a:lnTo>
                  <a:pt x="271" y="0"/>
                </a:lnTo>
                <a:lnTo>
                  <a:pt x="271" y="1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7" name=""/>
          <p:cNvSpPr/>
          <p:nvPr/>
        </p:nvSpPr>
        <p:spPr>
          <a:xfrm>
            <a:off x="4996080" y="1994400"/>
            <a:ext cx="95760" cy="9720"/>
          </a:xfrm>
          <a:custGeom>
            <a:avLst/>
            <a:gdLst/>
            <a:ahLst/>
            <a:rect l="0" t="0" r="r" b="b"/>
            <a:pathLst>
              <a:path w="266" h="27">
                <a:moveTo>
                  <a:pt x="0" y="27"/>
                </a:moveTo>
                <a:lnTo>
                  <a:pt x="266" y="0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8" name=""/>
          <p:cNvSpPr/>
          <p:nvPr/>
        </p:nvSpPr>
        <p:spPr>
          <a:xfrm>
            <a:off x="4997880" y="1994400"/>
            <a:ext cx="93960" cy="9720"/>
          </a:xfrm>
          <a:custGeom>
            <a:avLst/>
            <a:gdLst/>
            <a:ahLst/>
            <a:rect l="0" t="0" r="r" b="b"/>
            <a:pathLst>
              <a:path w="261" h="27">
                <a:moveTo>
                  <a:pt x="0" y="27"/>
                </a:moveTo>
                <a:lnTo>
                  <a:pt x="261" y="0"/>
                </a:lnTo>
                <a:lnTo>
                  <a:pt x="261" y="1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49" name=""/>
          <p:cNvSpPr/>
          <p:nvPr/>
        </p:nvSpPr>
        <p:spPr>
          <a:xfrm>
            <a:off x="4999680" y="1994760"/>
            <a:ext cx="92160" cy="9360"/>
          </a:xfrm>
          <a:custGeom>
            <a:avLst/>
            <a:gdLst/>
            <a:ahLst/>
            <a:rect l="0" t="0" r="r" b="b"/>
            <a:pathLst>
              <a:path w="256" h="26">
                <a:moveTo>
                  <a:pt x="0" y="26"/>
                </a:moveTo>
                <a:lnTo>
                  <a:pt x="256" y="0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0" name=""/>
          <p:cNvSpPr/>
          <p:nvPr/>
        </p:nvSpPr>
        <p:spPr>
          <a:xfrm>
            <a:off x="5001480" y="1994760"/>
            <a:ext cx="90360" cy="9360"/>
          </a:xfrm>
          <a:custGeom>
            <a:avLst/>
            <a:gdLst/>
            <a:ahLst/>
            <a:rect l="0" t="0" r="r" b="b"/>
            <a:pathLst>
              <a:path w="251" h="26">
                <a:moveTo>
                  <a:pt x="0" y="26"/>
                </a:moveTo>
                <a:lnTo>
                  <a:pt x="251" y="0"/>
                </a:lnTo>
                <a:lnTo>
                  <a:pt x="251" y="1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1" name=""/>
          <p:cNvSpPr/>
          <p:nvPr/>
        </p:nvSpPr>
        <p:spPr>
          <a:xfrm>
            <a:off x="5003280" y="1995120"/>
            <a:ext cx="88560" cy="9000"/>
          </a:xfrm>
          <a:custGeom>
            <a:avLst/>
            <a:gdLst/>
            <a:ahLst/>
            <a:rect l="0" t="0" r="r" b="b"/>
            <a:pathLst>
              <a:path w="246" h="25">
                <a:moveTo>
                  <a:pt x="0" y="25"/>
                </a:moveTo>
                <a:lnTo>
                  <a:pt x="246" y="0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2" name=""/>
          <p:cNvSpPr/>
          <p:nvPr/>
        </p:nvSpPr>
        <p:spPr>
          <a:xfrm>
            <a:off x="5005080" y="1995120"/>
            <a:ext cx="86760" cy="9000"/>
          </a:xfrm>
          <a:custGeom>
            <a:avLst/>
            <a:gdLst/>
            <a:ahLst/>
            <a:rect l="0" t="0" r="r" b="b"/>
            <a:pathLst>
              <a:path w="241" h="25">
                <a:moveTo>
                  <a:pt x="0" y="25"/>
                </a:moveTo>
                <a:lnTo>
                  <a:pt x="241" y="0"/>
                </a:lnTo>
                <a:lnTo>
                  <a:pt x="241" y="1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3" name=""/>
          <p:cNvSpPr/>
          <p:nvPr/>
        </p:nvSpPr>
        <p:spPr>
          <a:xfrm>
            <a:off x="5006880" y="1995480"/>
            <a:ext cx="84960" cy="8640"/>
          </a:xfrm>
          <a:custGeom>
            <a:avLst/>
            <a:gdLst/>
            <a:ahLst/>
            <a:rect l="0" t="0" r="r" b="b"/>
            <a:pathLst>
              <a:path w="236" h="24">
                <a:moveTo>
                  <a:pt x="0" y="24"/>
                </a:moveTo>
                <a:lnTo>
                  <a:pt x="236" y="0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4" name=""/>
          <p:cNvSpPr/>
          <p:nvPr/>
        </p:nvSpPr>
        <p:spPr>
          <a:xfrm>
            <a:off x="5008680" y="1995480"/>
            <a:ext cx="83160" cy="8640"/>
          </a:xfrm>
          <a:custGeom>
            <a:avLst/>
            <a:gdLst/>
            <a:ahLst/>
            <a:rect l="0" t="0" r="r" b="b"/>
            <a:pathLst>
              <a:path w="231" h="24">
                <a:moveTo>
                  <a:pt x="0" y="24"/>
                </a:moveTo>
                <a:lnTo>
                  <a:pt x="231" y="0"/>
                </a:lnTo>
                <a:lnTo>
                  <a:pt x="231" y="1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5" name=""/>
          <p:cNvSpPr/>
          <p:nvPr/>
        </p:nvSpPr>
        <p:spPr>
          <a:xfrm>
            <a:off x="5010120" y="1995840"/>
            <a:ext cx="81720" cy="8280"/>
          </a:xfrm>
          <a:custGeom>
            <a:avLst/>
            <a:gdLst/>
            <a:ahLst/>
            <a:rect l="0" t="0" r="r" b="b"/>
            <a:pathLst>
              <a:path w="227" h="23">
                <a:moveTo>
                  <a:pt x="0" y="23"/>
                </a:moveTo>
                <a:lnTo>
                  <a:pt x="227" y="0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6" name=""/>
          <p:cNvSpPr/>
          <p:nvPr/>
        </p:nvSpPr>
        <p:spPr>
          <a:xfrm>
            <a:off x="5011920" y="1995840"/>
            <a:ext cx="79920" cy="8280"/>
          </a:xfrm>
          <a:custGeom>
            <a:avLst/>
            <a:gdLst/>
            <a:ahLst/>
            <a:rect l="0" t="0" r="r" b="b"/>
            <a:pathLst>
              <a:path w="222" h="23">
                <a:moveTo>
                  <a:pt x="0" y="23"/>
                </a:moveTo>
                <a:lnTo>
                  <a:pt x="222" y="0"/>
                </a:lnTo>
                <a:lnTo>
                  <a:pt x="222" y="1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7" name=""/>
          <p:cNvSpPr/>
          <p:nvPr/>
        </p:nvSpPr>
        <p:spPr>
          <a:xfrm>
            <a:off x="5013720" y="1996200"/>
            <a:ext cx="78120" cy="7920"/>
          </a:xfrm>
          <a:custGeom>
            <a:avLst/>
            <a:gdLst/>
            <a:ahLst/>
            <a:rect l="0" t="0" r="r" b="b"/>
            <a:pathLst>
              <a:path w="217" h="22">
                <a:moveTo>
                  <a:pt x="0" y="22"/>
                </a:moveTo>
                <a:lnTo>
                  <a:pt x="217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8" name=""/>
          <p:cNvSpPr/>
          <p:nvPr/>
        </p:nvSpPr>
        <p:spPr>
          <a:xfrm>
            <a:off x="5015520" y="1996200"/>
            <a:ext cx="76320" cy="7920"/>
          </a:xfrm>
          <a:custGeom>
            <a:avLst/>
            <a:gdLst/>
            <a:ahLst/>
            <a:rect l="0" t="0" r="r" b="b"/>
            <a:pathLst>
              <a:path w="212" h="22">
                <a:moveTo>
                  <a:pt x="0" y="22"/>
                </a:moveTo>
                <a:lnTo>
                  <a:pt x="212" y="0"/>
                </a:lnTo>
                <a:lnTo>
                  <a:pt x="212" y="1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59" name=""/>
          <p:cNvSpPr/>
          <p:nvPr/>
        </p:nvSpPr>
        <p:spPr>
          <a:xfrm>
            <a:off x="5017320" y="1996560"/>
            <a:ext cx="74520" cy="7560"/>
          </a:xfrm>
          <a:custGeom>
            <a:avLst/>
            <a:gdLst/>
            <a:ahLst/>
            <a:rect l="0" t="0" r="r" b="b"/>
            <a:pathLst>
              <a:path w="207" h="21">
                <a:moveTo>
                  <a:pt x="0" y="21"/>
                </a:moveTo>
                <a:lnTo>
                  <a:pt x="207" y="0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0" name=""/>
          <p:cNvSpPr/>
          <p:nvPr/>
        </p:nvSpPr>
        <p:spPr>
          <a:xfrm>
            <a:off x="5019120" y="1996560"/>
            <a:ext cx="72720" cy="7560"/>
          </a:xfrm>
          <a:custGeom>
            <a:avLst/>
            <a:gdLst/>
            <a:ahLst/>
            <a:rect l="0" t="0" r="r" b="b"/>
            <a:pathLst>
              <a:path w="202" h="21">
                <a:moveTo>
                  <a:pt x="0" y="21"/>
                </a:moveTo>
                <a:lnTo>
                  <a:pt x="202" y="0"/>
                </a:lnTo>
                <a:lnTo>
                  <a:pt x="202" y="1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1" name=""/>
          <p:cNvSpPr/>
          <p:nvPr/>
        </p:nvSpPr>
        <p:spPr>
          <a:xfrm>
            <a:off x="5020920" y="1996920"/>
            <a:ext cx="70920" cy="7200"/>
          </a:xfrm>
          <a:custGeom>
            <a:avLst/>
            <a:gdLst/>
            <a:ahLst/>
            <a:rect l="0" t="0" r="r" b="b"/>
            <a:pathLst>
              <a:path w="197" h="20">
                <a:moveTo>
                  <a:pt x="0" y="20"/>
                </a:moveTo>
                <a:lnTo>
                  <a:pt x="197" y="0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2" name=""/>
          <p:cNvSpPr/>
          <p:nvPr/>
        </p:nvSpPr>
        <p:spPr>
          <a:xfrm>
            <a:off x="5022720" y="1996920"/>
            <a:ext cx="69120" cy="7200"/>
          </a:xfrm>
          <a:custGeom>
            <a:avLst/>
            <a:gdLst/>
            <a:ahLst/>
            <a:rect l="0" t="0" r="r" b="b"/>
            <a:pathLst>
              <a:path w="192" h="20">
                <a:moveTo>
                  <a:pt x="0" y="20"/>
                </a:moveTo>
                <a:lnTo>
                  <a:pt x="192" y="0"/>
                </a:lnTo>
                <a:lnTo>
                  <a:pt x="192" y="1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3" name=""/>
          <p:cNvSpPr/>
          <p:nvPr/>
        </p:nvSpPr>
        <p:spPr>
          <a:xfrm>
            <a:off x="5024520" y="1997280"/>
            <a:ext cx="67320" cy="6840"/>
          </a:xfrm>
          <a:custGeom>
            <a:avLst/>
            <a:gdLst/>
            <a:ahLst/>
            <a:rect l="0" t="0" r="r" b="b"/>
            <a:pathLst>
              <a:path w="187" h="19">
                <a:moveTo>
                  <a:pt x="0" y="19"/>
                </a:moveTo>
                <a:lnTo>
                  <a:pt x="187" y="0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4" name=""/>
          <p:cNvSpPr/>
          <p:nvPr/>
        </p:nvSpPr>
        <p:spPr>
          <a:xfrm>
            <a:off x="5026320" y="1997280"/>
            <a:ext cx="65520" cy="6840"/>
          </a:xfrm>
          <a:custGeom>
            <a:avLst/>
            <a:gdLst/>
            <a:ahLst/>
            <a:rect l="0" t="0" r="r" b="b"/>
            <a:pathLst>
              <a:path w="182" h="19">
                <a:moveTo>
                  <a:pt x="0" y="19"/>
                </a:moveTo>
                <a:lnTo>
                  <a:pt x="182" y="0"/>
                </a:lnTo>
                <a:lnTo>
                  <a:pt x="182" y="1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5" name=""/>
          <p:cNvSpPr/>
          <p:nvPr/>
        </p:nvSpPr>
        <p:spPr>
          <a:xfrm>
            <a:off x="5028120" y="1997640"/>
            <a:ext cx="63720" cy="6480"/>
          </a:xfrm>
          <a:custGeom>
            <a:avLst/>
            <a:gdLst/>
            <a:ahLst/>
            <a:rect l="0" t="0" r="r" b="b"/>
            <a:pathLst>
              <a:path w="177" h="18">
                <a:moveTo>
                  <a:pt x="0" y="18"/>
                </a:moveTo>
                <a:lnTo>
                  <a:pt x="177" y="0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6" name=""/>
          <p:cNvSpPr/>
          <p:nvPr/>
        </p:nvSpPr>
        <p:spPr>
          <a:xfrm>
            <a:off x="5029560" y="1997640"/>
            <a:ext cx="62280" cy="6480"/>
          </a:xfrm>
          <a:custGeom>
            <a:avLst/>
            <a:gdLst/>
            <a:ahLst/>
            <a:rect l="0" t="0" r="r" b="b"/>
            <a:pathLst>
              <a:path w="173" h="18">
                <a:moveTo>
                  <a:pt x="0" y="18"/>
                </a:moveTo>
                <a:lnTo>
                  <a:pt x="173" y="0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7" name=""/>
          <p:cNvSpPr/>
          <p:nvPr/>
        </p:nvSpPr>
        <p:spPr>
          <a:xfrm>
            <a:off x="5031360" y="1997640"/>
            <a:ext cx="60480" cy="6480"/>
          </a:xfrm>
          <a:custGeom>
            <a:avLst/>
            <a:gdLst/>
            <a:ahLst/>
            <a:rect l="0" t="0" r="r" b="b"/>
            <a:pathLst>
              <a:path w="168" h="18">
                <a:moveTo>
                  <a:pt x="0" y="18"/>
                </a:moveTo>
                <a:lnTo>
                  <a:pt x="168" y="0"/>
                </a:lnTo>
                <a:lnTo>
                  <a:pt x="168" y="1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8" name=""/>
          <p:cNvSpPr/>
          <p:nvPr/>
        </p:nvSpPr>
        <p:spPr>
          <a:xfrm>
            <a:off x="5033160" y="1998000"/>
            <a:ext cx="58680" cy="6120"/>
          </a:xfrm>
          <a:custGeom>
            <a:avLst/>
            <a:gdLst/>
            <a:ahLst/>
            <a:rect l="0" t="0" r="r" b="b"/>
            <a:pathLst>
              <a:path w="163" h="17">
                <a:moveTo>
                  <a:pt x="0" y="17"/>
                </a:moveTo>
                <a:lnTo>
                  <a:pt x="163" y="0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69" name=""/>
          <p:cNvSpPr/>
          <p:nvPr/>
        </p:nvSpPr>
        <p:spPr>
          <a:xfrm>
            <a:off x="5034960" y="1998000"/>
            <a:ext cx="56880" cy="6120"/>
          </a:xfrm>
          <a:custGeom>
            <a:avLst/>
            <a:gdLst/>
            <a:ahLst/>
            <a:rect l="0" t="0" r="r" b="b"/>
            <a:pathLst>
              <a:path w="158" h="17">
                <a:moveTo>
                  <a:pt x="0" y="17"/>
                </a:moveTo>
                <a:lnTo>
                  <a:pt x="158" y="0"/>
                </a:lnTo>
                <a:lnTo>
                  <a:pt x="158" y="1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0" name=""/>
          <p:cNvSpPr/>
          <p:nvPr/>
        </p:nvSpPr>
        <p:spPr>
          <a:xfrm>
            <a:off x="5036760" y="199836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53" y="0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1" name=""/>
          <p:cNvSpPr/>
          <p:nvPr/>
        </p:nvSpPr>
        <p:spPr>
          <a:xfrm>
            <a:off x="5038560" y="1998360"/>
            <a:ext cx="53280" cy="5760"/>
          </a:xfrm>
          <a:custGeom>
            <a:avLst/>
            <a:gdLst/>
            <a:ahLst/>
            <a:rect l="0" t="0" r="r" b="b"/>
            <a:pathLst>
              <a:path w="148" h="16">
                <a:moveTo>
                  <a:pt x="0" y="16"/>
                </a:moveTo>
                <a:lnTo>
                  <a:pt x="148" y="0"/>
                </a:lnTo>
                <a:lnTo>
                  <a:pt x="148" y="1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2" name=""/>
          <p:cNvSpPr/>
          <p:nvPr/>
        </p:nvSpPr>
        <p:spPr>
          <a:xfrm>
            <a:off x="5040360" y="1998720"/>
            <a:ext cx="51480" cy="5400"/>
          </a:xfrm>
          <a:custGeom>
            <a:avLst/>
            <a:gdLst/>
            <a:ahLst/>
            <a:rect l="0" t="0" r="r" b="b"/>
            <a:pathLst>
              <a:path w="143" h="15">
                <a:moveTo>
                  <a:pt x="0" y="15"/>
                </a:moveTo>
                <a:lnTo>
                  <a:pt x="143" y="0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3" name=""/>
          <p:cNvSpPr/>
          <p:nvPr/>
        </p:nvSpPr>
        <p:spPr>
          <a:xfrm>
            <a:off x="5042160" y="1998720"/>
            <a:ext cx="49680" cy="5400"/>
          </a:xfrm>
          <a:custGeom>
            <a:avLst/>
            <a:gdLst/>
            <a:ahLst/>
            <a:rect l="0" t="0" r="r" b="b"/>
            <a:pathLst>
              <a:path w="138" h="15">
                <a:moveTo>
                  <a:pt x="0" y="15"/>
                </a:moveTo>
                <a:lnTo>
                  <a:pt x="138" y="0"/>
                </a:lnTo>
                <a:lnTo>
                  <a:pt x="138" y="1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4" name=""/>
          <p:cNvSpPr/>
          <p:nvPr/>
        </p:nvSpPr>
        <p:spPr>
          <a:xfrm>
            <a:off x="5043960" y="1999080"/>
            <a:ext cx="47880" cy="5040"/>
          </a:xfrm>
          <a:custGeom>
            <a:avLst/>
            <a:gdLst/>
            <a:ahLst/>
            <a:rect l="0" t="0" r="r" b="b"/>
            <a:pathLst>
              <a:path w="133" h="14">
                <a:moveTo>
                  <a:pt x="0" y="14"/>
                </a:moveTo>
                <a:lnTo>
                  <a:pt x="133" y="0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5" name=""/>
          <p:cNvSpPr/>
          <p:nvPr/>
        </p:nvSpPr>
        <p:spPr>
          <a:xfrm>
            <a:off x="5045760" y="1999080"/>
            <a:ext cx="46080" cy="5040"/>
          </a:xfrm>
          <a:custGeom>
            <a:avLst/>
            <a:gdLst/>
            <a:ahLst/>
            <a:rect l="0" t="0" r="r" b="b"/>
            <a:pathLst>
              <a:path w="128" h="14">
                <a:moveTo>
                  <a:pt x="0" y="14"/>
                </a:moveTo>
                <a:lnTo>
                  <a:pt x="128" y="0"/>
                </a:lnTo>
                <a:lnTo>
                  <a:pt x="128" y="1"/>
                </a:lnTo>
                <a:lnTo>
                  <a:pt x="4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6" name=""/>
          <p:cNvSpPr/>
          <p:nvPr/>
        </p:nvSpPr>
        <p:spPr>
          <a:xfrm>
            <a:off x="5047200" y="1999440"/>
            <a:ext cx="44640" cy="4680"/>
          </a:xfrm>
          <a:custGeom>
            <a:avLst/>
            <a:gdLst/>
            <a:ahLst/>
            <a:rect l="0" t="0" r="r" b="b"/>
            <a:pathLst>
              <a:path w="124" h="13">
                <a:moveTo>
                  <a:pt x="0" y="13"/>
                </a:moveTo>
                <a:lnTo>
                  <a:pt x="124" y="0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7" name=""/>
          <p:cNvSpPr/>
          <p:nvPr/>
        </p:nvSpPr>
        <p:spPr>
          <a:xfrm>
            <a:off x="5049000" y="199944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3"/>
                </a:moveTo>
                <a:lnTo>
                  <a:pt x="119" y="0"/>
                </a:lnTo>
                <a:lnTo>
                  <a:pt x="119" y="1"/>
                </a:lnTo>
                <a:lnTo>
                  <a:pt x="10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4978" name=""/>
          <p:cNvSpPr/>
          <p:nvPr/>
        </p:nvSpPr>
        <p:spPr>
          <a:xfrm>
            <a:off x="5052600" y="1999800"/>
            <a:ext cx="39240" cy="4320"/>
          </a:xfrm>
          <a:custGeom>
            <a:avLst/>
            <a:gdLst/>
            <a:ahLst/>
            <a:rect l="0" t="0" r="r" b="b"/>
            <a:pathLst>
              <a:path w="109" h="12">
                <a:moveTo>
                  <a:pt x="0" y="12"/>
                </a:moveTo>
                <a:lnTo>
                  <a:pt x="109" y="0"/>
                </a:lnTo>
                <a:lnTo>
                  <a:pt x="109" y="1"/>
                </a:lnTo>
                <a:lnTo>
                  <a:pt x="5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79" name=""/>
          <p:cNvSpPr/>
          <p:nvPr/>
        </p:nvSpPr>
        <p:spPr>
          <a:xfrm>
            <a:off x="5054400" y="200016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104" y="0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0" name=""/>
          <p:cNvSpPr/>
          <p:nvPr/>
        </p:nvSpPr>
        <p:spPr>
          <a:xfrm>
            <a:off x="5056200" y="200016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11"/>
                </a:moveTo>
                <a:lnTo>
                  <a:pt x="99" y="0"/>
                </a:lnTo>
                <a:lnTo>
                  <a:pt x="99" y="1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1" name=""/>
          <p:cNvSpPr/>
          <p:nvPr/>
        </p:nvSpPr>
        <p:spPr>
          <a:xfrm>
            <a:off x="5058000" y="2000520"/>
            <a:ext cx="33840" cy="3600"/>
          </a:xfrm>
          <a:custGeom>
            <a:avLst/>
            <a:gdLst/>
            <a:ahLst/>
            <a:rect l="0" t="0" r="r" b="b"/>
            <a:pathLst>
              <a:path w="94" h="10">
                <a:moveTo>
                  <a:pt x="0" y="10"/>
                </a:moveTo>
                <a:lnTo>
                  <a:pt x="94" y="0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2" name=""/>
          <p:cNvSpPr/>
          <p:nvPr/>
        </p:nvSpPr>
        <p:spPr>
          <a:xfrm>
            <a:off x="5059800" y="2000520"/>
            <a:ext cx="32040" cy="3600"/>
          </a:xfrm>
          <a:custGeom>
            <a:avLst/>
            <a:gdLst/>
            <a:ahLst/>
            <a:rect l="0" t="0" r="r" b="b"/>
            <a:pathLst>
              <a:path w="89" h="10">
                <a:moveTo>
                  <a:pt x="0" y="10"/>
                </a:moveTo>
                <a:lnTo>
                  <a:pt x="89" y="0"/>
                </a:lnTo>
                <a:lnTo>
                  <a:pt x="89" y="1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3" name=""/>
          <p:cNvSpPr/>
          <p:nvPr/>
        </p:nvSpPr>
        <p:spPr>
          <a:xfrm>
            <a:off x="5061600" y="2000880"/>
            <a:ext cx="30240" cy="3240"/>
          </a:xfrm>
          <a:custGeom>
            <a:avLst/>
            <a:gdLst/>
            <a:ahLst/>
            <a:rect l="0" t="0" r="r" b="b"/>
            <a:pathLst>
              <a:path w="84" h="9">
                <a:moveTo>
                  <a:pt x="0" y="9"/>
                </a:moveTo>
                <a:lnTo>
                  <a:pt x="84" y="0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4" name=""/>
          <p:cNvSpPr/>
          <p:nvPr/>
        </p:nvSpPr>
        <p:spPr>
          <a:xfrm>
            <a:off x="5063400" y="2000880"/>
            <a:ext cx="28440" cy="3240"/>
          </a:xfrm>
          <a:custGeom>
            <a:avLst/>
            <a:gdLst/>
            <a:ahLst/>
            <a:rect l="0" t="0" r="r" b="b"/>
            <a:pathLst>
              <a:path w="79" h="9">
                <a:moveTo>
                  <a:pt x="0" y="9"/>
                </a:moveTo>
                <a:lnTo>
                  <a:pt x="79" y="0"/>
                </a:lnTo>
                <a:lnTo>
                  <a:pt x="79" y="1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5" name=""/>
          <p:cNvSpPr/>
          <p:nvPr/>
        </p:nvSpPr>
        <p:spPr>
          <a:xfrm>
            <a:off x="5065200" y="2001240"/>
            <a:ext cx="26640" cy="2880"/>
          </a:xfrm>
          <a:custGeom>
            <a:avLst/>
            <a:gdLst/>
            <a:ahLst/>
            <a:rect l="0" t="0" r="r" b="b"/>
            <a:pathLst>
              <a:path w="74" h="8">
                <a:moveTo>
                  <a:pt x="0" y="8"/>
                </a:moveTo>
                <a:lnTo>
                  <a:pt x="74" y="0"/>
                </a:lnTo>
                <a:lnTo>
                  <a:pt x="4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6" name=""/>
          <p:cNvSpPr/>
          <p:nvPr/>
        </p:nvSpPr>
        <p:spPr>
          <a:xfrm>
            <a:off x="5066640" y="200124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8"/>
                </a:moveTo>
                <a:lnTo>
                  <a:pt x="70" y="0"/>
                </a:lnTo>
                <a:lnTo>
                  <a:pt x="70" y="1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7" name=""/>
          <p:cNvSpPr/>
          <p:nvPr/>
        </p:nvSpPr>
        <p:spPr>
          <a:xfrm>
            <a:off x="5068440" y="2001600"/>
            <a:ext cx="23400" cy="2520"/>
          </a:xfrm>
          <a:custGeom>
            <a:avLst/>
            <a:gdLst/>
            <a:ahLst/>
            <a:rect l="0" t="0" r="r" b="b"/>
            <a:pathLst>
              <a:path w="65" h="7">
                <a:moveTo>
                  <a:pt x="0" y="7"/>
                </a:moveTo>
                <a:lnTo>
                  <a:pt x="65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8" name=""/>
          <p:cNvSpPr/>
          <p:nvPr/>
        </p:nvSpPr>
        <p:spPr>
          <a:xfrm>
            <a:off x="5070240" y="2001600"/>
            <a:ext cx="21600" cy="2520"/>
          </a:xfrm>
          <a:custGeom>
            <a:avLst/>
            <a:gdLst/>
            <a:ahLst/>
            <a:rect l="0" t="0" r="r" b="b"/>
            <a:pathLst>
              <a:path w="60" h="7">
                <a:moveTo>
                  <a:pt x="0" y="7"/>
                </a:moveTo>
                <a:lnTo>
                  <a:pt x="60" y="0"/>
                </a:lnTo>
                <a:lnTo>
                  <a:pt x="60" y="1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89" name=""/>
          <p:cNvSpPr/>
          <p:nvPr/>
        </p:nvSpPr>
        <p:spPr>
          <a:xfrm>
            <a:off x="5072040" y="2001960"/>
            <a:ext cx="19800" cy="2160"/>
          </a:xfrm>
          <a:custGeom>
            <a:avLst/>
            <a:gdLst/>
            <a:ahLst/>
            <a:rect l="0" t="0" r="r" b="b"/>
            <a:pathLst>
              <a:path w="55" h="6">
                <a:moveTo>
                  <a:pt x="0" y="6"/>
                </a:moveTo>
                <a:lnTo>
                  <a:pt x="55" y="0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0" name=""/>
          <p:cNvSpPr/>
          <p:nvPr/>
        </p:nvSpPr>
        <p:spPr>
          <a:xfrm>
            <a:off x="5073840" y="2001960"/>
            <a:ext cx="18000" cy="2520"/>
          </a:xfrm>
          <a:custGeom>
            <a:avLst/>
            <a:gdLst/>
            <a:ahLst/>
            <a:rect l="0" t="0" r="r" b="b"/>
            <a:pathLst>
              <a:path w="50" h="7">
                <a:moveTo>
                  <a:pt x="0" y="7"/>
                </a:moveTo>
                <a:lnTo>
                  <a:pt x="50" y="0"/>
                </a:lnTo>
                <a:lnTo>
                  <a:pt x="50" y="2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1" name=""/>
          <p:cNvSpPr/>
          <p:nvPr/>
        </p:nvSpPr>
        <p:spPr>
          <a:xfrm>
            <a:off x="5075640" y="2002320"/>
            <a:ext cx="16200" cy="1800"/>
          </a:xfrm>
          <a:custGeom>
            <a:avLst/>
            <a:gdLst/>
            <a:ahLst/>
            <a:rect l="0" t="0" r="r" b="b"/>
            <a:pathLst>
              <a:path w="45" h="5">
                <a:moveTo>
                  <a:pt x="0" y="5"/>
                </a:moveTo>
                <a:lnTo>
                  <a:pt x="45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2" name=""/>
          <p:cNvSpPr/>
          <p:nvPr/>
        </p:nvSpPr>
        <p:spPr>
          <a:xfrm>
            <a:off x="5077440" y="2002320"/>
            <a:ext cx="14400" cy="1800"/>
          </a:xfrm>
          <a:custGeom>
            <a:avLst/>
            <a:gdLst/>
            <a:ahLst/>
            <a:rect l="0" t="0" r="r" b="b"/>
            <a:pathLst>
              <a:path w="40" h="5">
                <a:moveTo>
                  <a:pt x="0" y="5"/>
                </a:moveTo>
                <a:lnTo>
                  <a:pt x="40" y="0"/>
                </a:lnTo>
                <a:lnTo>
                  <a:pt x="40" y="1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3" name=""/>
          <p:cNvSpPr/>
          <p:nvPr/>
        </p:nvSpPr>
        <p:spPr>
          <a:xfrm>
            <a:off x="5079240" y="2002680"/>
            <a:ext cx="12600" cy="1440"/>
          </a:xfrm>
          <a:custGeom>
            <a:avLst/>
            <a:gdLst/>
            <a:ahLst/>
            <a:rect l="0" t="0" r="r" b="b"/>
            <a:pathLst>
              <a:path w="35" h="4">
                <a:moveTo>
                  <a:pt x="0" y="4"/>
                </a:moveTo>
                <a:lnTo>
                  <a:pt x="35" y="0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4" name=""/>
          <p:cNvSpPr/>
          <p:nvPr/>
        </p:nvSpPr>
        <p:spPr>
          <a:xfrm>
            <a:off x="5081040" y="2002680"/>
            <a:ext cx="10800" cy="1440"/>
          </a:xfrm>
          <a:custGeom>
            <a:avLst/>
            <a:gdLst/>
            <a:ahLst/>
            <a:rect l="0" t="0" r="r" b="b"/>
            <a:pathLst>
              <a:path w="30" h="4">
                <a:moveTo>
                  <a:pt x="0" y="4"/>
                </a:moveTo>
                <a:lnTo>
                  <a:pt x="30" y="0"/>
                </a:lnTo>
                <a:lnTo>
                  <a:pt x="30" y="1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5" name=""/>
          <p:cNvSpPr/>
          <p:nvPr/>
        </p:nvSpPr>
        <p:spPr>
          <a:xfrm>
            <a:off x="5082840" y="2003040"/>
            <a:ext cx="9000" cy="1080"/>
          </a:xfrm>
          <a:custGeom>
            <a:avLst/>
            <a:gdLst/>
            <a:ahLst/>
            <a:rect l="0" t="0" r="r" b="b"/>
            <a:pathLst>
              <a:path w="25" h="3">
                <a:moveTo>
                  <a:pt x="0" y="3"/>
                </a:moveTo>
                <a:lnTo>
                  <a:pt x="25" y="0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6" name=""/>
          <p:cNvSpPr/>
          <p:nvPr/>
        </p:nvSpPr>
        <p:spPr>
          <a:xfrm>
            <a:off x="5084280" y="200304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7" name=""/>
          <p:cNvSpPr/>
          <p:nvPr/>
        </p:nvSpPr>
        <p:spPr>
          <a:xfrm>
            <a:off x="5086080" y="2003400"/>
            <a:ext cx="5760" cy="720"/>
          </a:xfrm>
          <a:custGeom>
            <a:avLst/>
            <a:gdLst/>
            <a:ahLst/>
            <a:rect l="0" t="0" r="r" b="b"/>
            <a:pathLst>
              <a:path w="16" h="2">
                <a:moveTo>
                  <a:pt x="0" y="2"/>
                </a:moveTo>
                <a:lnTo>
                  <a:pt x="16" y="0"/>
                </a:lnTo>
                <a:lnTo>
                  <a:pt x="6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8" name=""/>
          <p:cNvSpPr/>
          <p:nvPr/>
        </p:nvSpPr>
        <p:spPr>
          <a:xfrm>
            <a:off x="5087880" y="200340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5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4999" name=""/>
          <p:cNvSpPr/>
          <p:nvPr/>
        </p:nvSpPr>
        <p:spPr>
          <a:xfrm>
            <a:off x="5089680" y="2003760"/>
            <a:ext cx="1800" cy="0"/>
          </a:xfrm>
          <a:custGeom>
            <a:avLst/>
            <a:gdLst/>
            <a:ahLst/>
            <a:rect l="0" t="0" r="r" b="b"/>
            <a:pathLst>
              <a:path w="5" h="0">
                <a:moveTo>
                  <a:pt x="0" y="0"/>
                </a:moveTo>
                <a:lnTo>
                  <a:pt x="5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000" name=""/>
          <p:cNvSpPr/>
          <p:nvPr/>
        </p:nvSpPr>
        <p:spPr>
          <a:xfrm>
            <a:off x="4866120" y="198108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7" y="64"/>
                </a:lnTo>
                <a:lnTo>
                  <a:pt x="627" y="0"/>
                </a:lnTo>
                <a:lnTo>
                  <a:pt x="0" y="0"/>
                </a:lnTo>
                <a:lnTo>
                  <a:pt x="0" y="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01" name=""/>
          <p:cNvSpPr/>
          <p:nvPr/>
        </p:nvSpPr>
        <p:spPr>
          <a:xfrm>
            <a:off x="4836960" y="200376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0"/>
                </a:moveTo>
                <a:lnTo>
                  <a:pt x="2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02" name=""/>
          <p:cNvSpPr/>
          <p:nvPr/>
        </p:nvSpPr>
        <p:spPr>
          <a:xfrm>
            <a:off x="4836960" y="2003760"/>
            <a:ext cx="11520" cy="1800"/>
          </a:xfrm>
          <a:custGeom>
            <a:avLst/>
            <a:gdLst/>
            <a:ahLst/>
            <a:rect l="0" t="0" r="r" b="b"/>
            <a:pathLst>
              <a:path w="32" h="5">
                <a:moveTo>
                  <a:pt x="0" y="3"/>
                </a:moveTo>
                <a:lnTo>
                  <a:pt x="26" y="0"/>
                </a:lnTo>
                <a:lnTo>
                  <a:pt x="32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03" name=""/>
          <p:cNvSpPr/>
          <p:nvPr/>
        </p:nvSpPr>
        <p:spPr>
          <a:xfrm>
            <a:off x="4836960" y="2003760"/>
            <a:ext cx="13680" cy="1800"/>
          </a:xfrm>
          <a:custGeom>
            <a:avLst/>
            <a:gdLst/>
            <a:ahLst/>
            <a:rect l="0" t="0" r="r" b="b"/>
            <a:pathLst>
              <a:path w="38" h="5">
                <a:moveTo>
                  <a:pt x="0" y="5"/>
                </a:moveTo>
                <a:lnTo>
                  <a:pt x="32" y="0"/>
                </a:lnTo>
                <a:lnTo>
                  <a:pt x="38" y="0"/>
                </a:lnTo>
                <a:lnTo>
                  <a:pt x="0" y="5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04" name=""/>
          <p:cNvSpPr/>
          <p:nvPr/>
        </p:nvSpPr>
        <p:spPr>
          <a:xfrm>
            <a:off x="4836960" y="2003760"/>
            <a:ext cx="15840" cy="2160"/>
          </a:xfrm>
          <a:custGeom>
            <a:avLst/>
            <a:gdLst/>
            <a:ahLst/>
            <a:rect l="0" t="0" r="r" b="b"/>
            <a:pathLst>
              <a:path w="44" h="6">
                <a:moveTo>
                  <a:pt x="0" y="4"/>
                </a:moveTo>
                <a:lnTo>
                  <a:pt x="38" y="0"/>
                </a:lnTo>
                <a:lnTo>
                  <a:pt x="44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05" name=""/>
          <p:cNvSpPr/>
          <p:nvPr/>
        </p:nvSpPr>
        <p:spPr>
          <a:xfrm>
            <a:off x="4836960" y="2003760"/>
            <a:ext cx="18360" cy="2160"/>
          </a:xfrm>
          <a:custGeom>
            <a:avLst/>
            <a:gdLst/>
            <a:ahLst/>
            <a:rect l="0" t="0" r="r" b="b"/>
            <a:pathLst>
              <a:path w="51" h="6">
                <a:moveTo>
                  <a:pt x="0" y="6"/>
                </a:moveTo>
                <a:lnTo>
                  <a:pt x="44" y="0"/>
                </a:lnTo>
                <a:lnTo>
                  <a:pt x="51" y="0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06" name=""/>
          <p:cNvSpPr/>
          <p:nvPr/>
        </p:nvSpPr>
        <p:spPr>
          <a:xfrm>
            <a:off x="4836960" y="200376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5"/>
                </a:moveTo>
                <a:lnTo>
                  <a:pt x="50" y="0"/>
                </a:lnTo>
                <a:lnTo>
                  <a:pt x="75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07" name=""/>
          <p:cNvSpPr/>
          <p:nvPr/>
        </p:nvSpPr>
        <p:spPr>
          <a:xfrm>
            <a:off x="4836960" y="200376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7"/>
                </a:moveTo>
                <a:lnTo>
                  <a:pt x="74" y="0"/>
                </a:lnTo>
                <a:lnTo>
                  <a:pt x="100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08" name=""/>
          <p:cNvSpPr/>
          <p:nvPr/>
        </p:nvSpPr>
        <p:spPr>
          <a:xfrm>
            <a:off x="4836960" y="200376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9"/>
                </a:moveTo>
                <a:lnTo>
                  <a:pt x="100" y="0"/>
                </a:lnTo>
                <a:lnTo>
                  <a:pt x="106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09" name=""/>
          <p:cNvSpPr/>
          <p:nvPr/>
        </p:nvSpPr>
        <p:spPr>
          <a:xfrm>
            <a:off x="4836960" y="2003760"/>
            <a:ext cx="40680" cy="3600"/>
          </a:xfrm>
          <a:custGeom>
            <a:avLst/>
            <a:gdLst/>
            <a:ahLst/>
            <a:rect l="0" t="0" r="r" b="b"/>
            <a:pathLst>
              <a:path w="113" h="10">
                <a:moveTo>
                  <a:pt x="0" y="10"/>
                </a:moveTo>
                <a:lnTo>
                  <a:pt x="106" y="0"/>
                </a:lnTo>
                <a:lnTo>
                  <a:pt x="113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0" name=""/>
          <p:cNvSpPr/>
          <p:nvPr/>
        </p:nvSpPr>
        <p:spPr>
          <a:xfrm>
            <a:off x="4836960" y="2003760"/>
            <a:ext cx="45000" cy="4320"/>
          </a:xfrm>
          <a:custGeom>
            <a:avLst/>
            <a:gdLst/>
            <a:ahLst/>
            <a:rect l="0" t="0" r="r" b="b"/>
            <a:pathLst>
              <a:path w="125" h="12">
                <a:moveTo>
                  <a:pt x="0" y="10"/>
                </a:moveTo>
                <a:lnTo>
                  <a:pt x="113" y="0"/>
                </a:lnTo>
                <a:lnTo>
                  <a:pt x="125" y="0"/>
                </a:lnTo>
                <a:lnTo>
                  <a:pt x="0" y="12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1" name=""/>
          <p:cNvSpPr/>
          <p:nvPr/>
        </p:nvSpPr>
        <p:spPr>
          <a:xfrm>
            <a:off x="4836960" y="2003760"/>
            <a:ext cx="54000" cy="4680"/>
          </a:xfrm>
          <a:custGeom>
            <a:avLst/>
            <a:gdLst/>
            <a:ahLst/>
            <a:rect l="0" t="0" r="r" b="b"/>
            <a:pathLst>
              <a:path w="150" h="13">
                <a:moveTo>
                  <a:pt x="0" y="11"/>
                </a:moveTo>
                <a:lnTo>
                  <a:pt x="125" y="0"/>
                </a:lnTo>
                <a:lnTo>
                  <a:pt x="150" y="0"/>
                </a:lnTo>
                <a:lnTo>
                  <a:pt x="0" y="13"/>
                </a:lnTo>
                <a:lnTo>
                  <a:pt x="0" y="11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2" name=""/>
          <p:cNvSpPr/>
          <p:nvPr/>
        </p:nvSpPr>
        <p:spPr>
          <a:xfrm>
            <a:off x="4836960" y="2003760"/>
            <a:ext cx="56160" cy="5040"/>
          </a:xfrm>
          <a:custGeom>
            <a:avLst/>
            <a:gdLst/>
            <a:ahLst/>
            <a:rect l="0" t="0" r="r" b="b"/>
            <a:pathLst>
              <a:path w="156" h="14">
                <a:moveTo>
                  <a:pt x="0" y="13"/>
                </a:moveTo>
                <a:lnTo>
                  <a:pt x="150" y="0"/>
                </a:lnTo>
                <a:lnTo>
                  <a:pt x="156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3" name=""/>
          <p:cNvSpPr/>
          <p:nvPr/>
        </p:nvSpPr>
        <p:spPr>
          <a:xfrm>
            <a:off x="4836960" y="2003760"/>
            <a:ext cx="58320" cy="5040"/>
          </a:xfrm>
          <a:custGeom>
            <a:avLst/>
            <a:gdLst/>
            <a:ahLst/>
            <a:rect l="0" t="0" r="r" b="b"/>
            <a:pathLst>
              <a:path w="162" h="14">
                <a:moveTo>
                  <a:pt x="0" y="14"/>
                </a:moveTo>
                <a:lnTo>
                  <a:pt x="156" y="0"/>
                </a:lnTo>
                <a:lnTo>
                  <a:pt x="162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4" name=""/>
          <p:cNvSpPr/>
          <p:nvPr/>
        </p:nvSpPr>
        <p:spPr>
          <a:xfrm>
            <a:off x="4836960" y="2003760"/>
            <a:ext cx="60480" cy="5400"/>
          </a:xfrm>
          <a:custGeom>
            <a:avLst/>
            <a:gdLst/>
            <a:ahLst/>
            <a:rect l="0" t="0" r="r" b="b"/>
            <a:pathLst>
              <a:path w="168" h="15">
                <a:moveTo>
                  <a:pt x="0" y="14"/>
                </a:moveTo>
                <a:lnTo>
                  <a:pt x="162" y="0"/>
                </a:lnTo>
                <a:lnTo>
                  <a:pt x="16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5" name=""/>
          <p:cNvSpPr/>
          <p:nvPr/>
        </p:nvSpPr>
        <p:spPr>
          <a:xfrm>
            <a:off x="4836960" y="200376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68" y="0"/>
                </a:lnTo>
                <a:lnTo>
                  <a:pt x="174" y="0"/>
                </a:lnTo>
                <a:lnTo>
                  <a:pt x="0" y="15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6" name=""/>
          <p:cNvSpPr/>
          <p:nvPr/>
        </p:nvSpPr>
        <p:spPr>
          <a:xfrm>
            <a:off x="4836960" y="200376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5"/>
                </a:moveTo>
                <a:lnTo>
                  <a:pt x="174" y="0"/>
                </a:lnTo>
                <a:lnTo>
                  <a:pt x="199" y="0"/>
                </a:lnTo>
                <a:lnTo>
                  <a:pt x="0" y="17"/>
                </a:lnTo>
                <a:lnTo>
                  <a:pt x="0" y="15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7" name=""/>
          <p:cNvSpPr/>
          <p:nvPr/>
        </p:nvSpPr>
        <p:spPr>
          <a:xfrm>
            <a:off x="4836960" y="200376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7"/>
                </a:moveTo>
                <a:lnTo>
                  <a:pt x="198" y="0"/>
                </a:lnTo>
                <a:lnTo>
                  <a:pt x="224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8" name=""/>
          <p:cNvSpPr/>
          <p:nvPr/>
        </p:nvSpPr>
        <p:spPr>
          <a:xfrm>
            <a:off x="4836960" y="2003760"/>
            <a:ext cx="82800" cy="7200"/>
          </a:xfrm>
          <a:custGeom>
            <a:avLst/>
            <a:gdLst/>
            <a:ahLst/>
            <a:rect l="0" t="0" r="r" b="b"/>
            <a:pathLst>
              <a:path w="230" h="20">
                <a:moveTo>
                  <a:pt x="0" y="19"/>
                </a:moveTo>
                <a:lnTo>
                  <a:pt x="224" y="0"/>
                </a:lnTo>
                <a:lnTo>
                  <a:pt x="230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19" name=""/>
          <p:cNvSpPr/>
          <p:nvPr/>
        </p:nvSpPr>
        <p:spPr>
          <a:xfrm>
            <a:off x="4836960" y="200376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0" y="0"/>
                </a:lnTo>
                <a:lnTo>
                  <a:pt x="236" y="0"/>
                </a:lnTo>
                <a:lnTo>
                  <a:pt x="0" y="20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0" name=""/>
          <p:cNvSpPr/>
          <p:nvPr/>
        </p:nvSpPr>
        <p:spPr>
          <a:xfrm>
            <a:off x="4836960" y="2003760"/>
            <a:ext cx="89640" cy="7560"/>
          </a:xfrm>
          <a:custGeom>
            <a:avLst/>
            <a:gdLst/>
            <a:ahLst/>
            <a:rect l="0" t="0" r="r" b="b"/>
            <a:pathLst>
              <a:path w="249" h="21">
                <a:moveTo>
                  <a:pt x="0" y="20"/>
                </a:moveTo>
                <a:lnTo>
                  <a:pt x="236" y="0"/>
                </a:lnTo>
                <a:lnTo>
                  <a:pt x="249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1" name=""/>
          <p:cNvSpPr/>
          <p:nvPr/>
        </p:nvSpPr>
        <p:spPr>
          <a:xfrm>
            <a:off x="4836960" y="200376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1"/>
                </a:moveTo>
                <a:lnTo>
                  <a:pt x="249" y="0"/>
                </a:lnTo>
                <a:lnTo>
                  <a:pt x="261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2" name=""/>
          <p:cNvSpPr/>
          <p:nvPr/>
        </p:nvSpPr>
        <p:spPr>
          <a:xfrm>
            <a:off x="4836960" y="2003760"/>
            <a:ext cx="96120" cy="8280"/>
          </a:xfrm>
          <a:custGeom>
            <a:avLst/>
            <a:gdLst/>
            <a:ahLst/>
            <a:rect l="0" t="0" r="r" b="b"/>
            <a:pathLst>
              <a:path w="267" h="23">
                <a:moveTo>
                  <a:pt x="0" y="22"/>
                </a:moveTo>
                <a:lnTo>
                  <a:pt x="260" y="0"/>
                </a:lnTo>
                <a:lnTo>
                  <a:pt x="26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3" name=""/>
          <p:cNvSpPr/>
          <p:nvPr/>
        </p:nvSpPr>
        <p:spPr>
          <a:xfrm>
            <a:off x="4836960" y="2003760"/>
            <a:ext cx="98640" cy="8280"/>
          </a:xfrm>
          <a:custGeom>
            <a:avLst/>
            <a:gdLst/>
            <a:ahLst/>
            <a:rect l="0" t="0" r="r" b="b"/>
            <a:pathLst>
              <a:path w="274" h="23">
                <a:moveTo>
                  <a:pt x="0" y="23"/>
                </a:moveTo>
                <a:lnTo>
                  <a:pt x="267" y="0"/>
                </a:lnTo>
                <a:lnTo>
                  <a:pt x="274" y="0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4" name=""/>
          <p:cNvSpPr/>
          <p:nvPr/>
        </p:nvSpPr>
        <p:spPr>
          <a:xfrm>
            <a:off x="4836960" y="200376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3"/>
                </a:moveTo>
                <a:lnTo>
                  <a:pt x="274" y="0"/>
                </a:lnTo>
                <a:lnTo>
                  <a:pt x="28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5" name=""/>
          <p:cNvSpPr/>
          <p:nvPr/>
        </p:nvSpPr>
        <p:spPr>
          <a:xfrm>
            <a:off x="4836960" y="200376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4"/>
                </a:moveTo>
                <a:lnTo>
                  <a:pt x="286" y="0"/>
                </a:lnTo>
                <a:lnTo>
                  <a:pt x="298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6" name=""/>
          <p:cNvSpPr/>
          <p:nvPr/>
        </p:nvSpPr>
        <p:spPr>
          <a:xfrm>
            <a:off x="4836960" y="200376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298" y="0"/>
                </a:lnTo>
                <a:lnTo>
                  <a:pt x="304" y="0"/>
                </a:lnTo>
                <a:lnTo>
                  <a:pt x="0" y="2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7" name=""/>
          <p:cNvSpPr/>
          <p:nvPr/>
        </p:nvSpPr>
        <p:spPr>
          <a:xfrm>
            <a:off x="4836960" y="2003760"/>
            <a:ext cx="111960" cy="9360"/>
          </a:xfrm>
          <a:custGeom>
            <a:avLst/>
            <a:gdLst/>
            <a:ahLst/>
            <a:rect l="0" t="0" r="r" b="b"/>
            <a:pathLst>
              <a:path w="311" h="26">
                <a:moveTo>
                  <a:pt x="0" y="25"/>
                </a:moveTo>
                <a:lnTo>
                  <a:pt x="304" y="0"/>
                </a:lnTo>
                <a:lnTo>
                  <a:pt x="311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8" name=""/>
          <p:cNvSpPr/>
          <p:nvPr/>
        </p:nvSpPr>
        <p:spPr>
          <a:xfrm>
            <a:off x="4836960" y="200376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6"/>
                </a:moveTo>
                <a:lnTo>
                  <a:pt x="311" y="0"/>
                </a:lnTo>
                <a:lnTo>
                  <a:pt x="323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29" name=""/>
          <p:cNvSpPr/>
          <p:nvPr/>
        </p:nvSpPr>
        <p:spPr>
          <a:xfrm>
            <a:off x="4836960" y="200376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7"/>
                </a:moveTo>
                <a:lnTo>
                  <a:pt x="323" y="0"/>
                </a:lnTo>
                <a:lnTo>
                  <a:pt x="33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0" name=""/>
          <p:cNvSpPr/>
          <p:nvPr/>
        </p:nvSpPr>
        <p:spPr>
          <a:xfrm>
            <a:off x="4836960" y="2003760"/>
            <a:ext cx="123120" cy="10080"/>
          </a:xfrm>
          <a:custGeom>
            <a:avLst/>
            <a:gdLst/>
            <a:ahLst/>
            <a:rect l="0" t="0" r="r" b="b"/>
            <a:pathLst>
              <a:path w="342" h="28">
                <a:moveTo>
                  <a:pt x="0" y="28"/>
                </a:moveTo>
                <a:lnTo>
                  <a:pt x="335" y="0"/>
                </a:lnTo>
                <a:lnTo>
                  <a:pt x="342" y="0"/>
                </a:lnTo>
                <a:lnTo>
                  <a:pt x="0" y="28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1" name=""/>
          <p:cNvSpPr/>
          <p:nvPr/>
        </p:nvSpPr>
        <p:spPr>
          <a:xfrm>
            <a:off x="4836960" y="2003760"/>
            <a:ext cx="125280" cy="10440"/>
          </a:xfrm>
          <a:custGeom>
            <a:avLst/>
            <a:gdLst/>
            <a:ahLst/>
            <a:rect l="0" t="0" r="r" b="b"/>
            <a:pathLst>
              <a:path w="348" h="29">
                <a:moveTo>
                  <a:pt x="0" y="28"/>
                </a:moveTo>
                <a:lnTo>
                  <a:pt x="342" y="0"/>
                </a:lnTo>
                <a:lnTo>
                  <a:pt x="348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2" name=""/>
          <p:cNvSpPr/>
          <p:nvPr/>
        </p:nvSpPr>
        <p:spPr>
          <a:xfrm>
            <a:off x="4836960" y="200376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48" y="0"/>
                </a:lnTo>
                <a:lnTo>
                  <a:pt x="354" y="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3" name=""/>
          <p:cNvSpPr/>
          <p:nvPr/>
        </p:nvSpPr>
        <p:spPr>
          <a:xfrm>
            <a:off x="4836960" y="200376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29"/>
                </a:moveTo>
                <a:lnTo>
                  <a:pt x="354" y="0"/>
                </a:lnTo>
                <a:lnTo>
                  <a:pt x="36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4" name=""/>
          <p:cNvSpPr/>
          <p:nvPr/>
        </p:nvSpPr>
        <p:spPr>
          <a:xfrm>
            <a:off x="4836960" y="2003760"/>
            <a:ext cx="134280" cy="11160"/>
          </a:xfrm>
          <a:custGeom>
            <a:avLst/>
            <a:gdLst/>
            <a:ahLst/>
            <a:rect l="0" t="0" r="r" b="b"/>
            <a:pathLst>
              <a:path w="373" h="31">
                <a:moveTo>
                  <a:pt x="0" y="30"/>
                </a:moveTo>
                <a:lnTo>
                  <a:pt x="360" y="0"/>
                </a:lnTo>
                <a:lnTo>
                  <a:pt x="373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5" name=""/>
          <p:cNvSpPr/>
          <p:nvPr/>
        </p:nvSpPr>
        <p:spPr>
          <a:xfrm>
            <a:off x="4836960" y="200376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1"/>
                </a:moveTo>
                <a:lnTo>
                  <a:pt x="373" y="0"/>
                </a:lnTo>
                <a:lnTo>
                  <a:pt x="38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6" name=""/>
          <p:cNvSpPr/>
          <p:nvPr/>
        </p:nvSpPr>
        <p:spPr>
          <a:xfrm>
            <a:off x="4836960" y="200376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85" y="0"/>
                </a:lnTo>
                <a:lnTo>
                  <a:pt x="391" y="0"/>
                </a:lnTo>
                <a:lnTo>
                  <a:pt x="0" y="3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7" name=""/>
          <p:cNvSpPr/>
          <p:nvPr/>
        </p:nvSpPr>
        <p:spPr>
          <a:xfrm>
            <a:off x="4836960" y="200376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2"/>
                </a:moveTo>
                <a:lnTo>
                  <a:pt x="391" y="0"/>
                </a:lnTo>
                <a:lnTo>
                  <a:pt x="397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8" name=""/>
          <p:cNvSpPr/>
          <p:nvPr/>
        </p:nvSpPr>
        <p:spPr>
          <a:xfrm>
            <a:off x="4836960" y="2003760"/>
            <a:ext cx="147600" cy="12240"/>
          </a:xfrm>
          <a:custGeom>
            <a:avLst/>
            <a:gdLst/>
            <a:ahLst/>
            <a:rect l="0" t="0" r="r" b="b"/>
            <a:pathLst>
              <a:path w="410" h="34">
                <a:moveTo>
                  <a:pt x="0" y="33"/>
                </a:moveTo>
                <a:lnTo>
                  <a:pt x="397" y="0"/>
                </a:lnTo>
                <a:lnTo>
                  <a:pt x="410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39" name=""/>
          <p:cNvSpPr/>
          <p:nvPr/>
        </p:nvSpPr>
        <p:spPr>
          <a:xfrm>
            <a:off x="4836960" y="200376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10" y="0"/>
                </a:lnTo>
                <a:lnTo>
                  <a:pt x="416" y="0"/>
                </a:lnTo>
                <a:lnTo>
                  <a:pt x="0" y="34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0" name=""/>
          <p:cNvSpPr/>
          <p:nvPr/>
        </p:nvSpPr>
        <p:spPr>
          <a:xfrm>
            <a:off x="4836960" y="200376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4"/>
                </a:moveTo>
                <a:lnTo>
                  <a:pt x="416" y="0"/>
                </a:lnTo>
                <a:lnTo>
                  <a:pt x="422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2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1" name=""/>
          <p:cNvSpPr/>
          <p:nvPr/>
        </p:nvSpPr>
        <p:spPr>
          <a:xfrm>
            <a:off x="4836960" y="200376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2" y="0"/>
                </a:lnTo>
                <a:lnTo>
                  <a:pt x="428" y="0"/>
                </a:lnTo>
                <a:lnTo>
                  <a:pt x="0" y="35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2" name=""/>
          <p:cNvSpPr/>
          <p:nvPr/>
        </p:nvSpPr>
        <p:spPr>
          <a:xfrm>
            <a:off x="4836960" y="2003760"/>
            <a:ext cx="156600" cy="12960"/>
          </a:xfrm>
          <a:custGeom>
            <a:avLst/>
            <a:gdLst/>
            <a:ahLst/>
            <a:rect l="0" t="0" r="r" b="b"/>
            <a:pathLst>
              <a:path w="435" h="36">
                <a:moveTo>
                  <a:pt x="0" y="35"/>
                </a:moveTo>
                <a:lnTo>
                  <a:pt x="428" y="0"/>
                </a:lnTo>
                <a:lnTo>
                  <a:pt x="435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3" name=""/>
          <p:cNvSpPr/>
          <p:nvPr/>
        </p:nvSpPr>
        <p:spPr>
          <a:xfrm>
            <a:off x="4836960" y="200376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6"/>
                </a:moveTo>
                <a:lnTo>
                  <a:pt x="435" y="0"/>
                </a:lnTo>
                <a:lnTo>
                  <a:pt x="447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4" name=""/>
          <p:cNvSpPr/>
          <p:nvPr/>
        </p:nvSpPr>
        <p:spPr>
          <a:xfrm>
            <a:off x="4836960" y="200376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47" y="0"/>
                </a:lnTo>
                <a:lnTo>
                  <a:pt x="453" y="0"/>
                </a:lnTo>
                <a:lnTo>
                  <a:pt x="0" y="37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5" name=""/>
          <p:cNvSpPr/>
          <p:nvPr/>
        </p:nvSpPr>
        <p:spPr>
          <a:xfrm>
            <a:off x="4836960" y="200376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7"/>
                </a:moveTo>
                <a:lnTo>
                  <a:pt x="453" y="0"/>
                </a:lnTo>
                <a:lnTo>
                  <a:pt x="459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6" name=""/>
          <p:cNvSpPr/>
          <p:nvPr/>
        </p:nvSpPr>
        <p:spPr>
          <a:xfrm>
            <a:off x="4836960" y="200376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59" y="0"/>
                </a:lnTo>
                <a:lnTo>
                  <a:pt x="465" y="0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7" name=""/>
          <p:cNvSpPr/>
          <p:nvPr/>
        </p:nvSpPr>
        <p:spPr>
          <a:xfrm>
            <a:off x="4836960" y="2003760"/>
            <a:ext cx="169920" cy="14040"/>
          </a:xfrm>
          <a:custGeom>
            <a:avLst/>
            <a:gdLst/>
            <a:ahLst/>
            <a:rect l="0" t="0" r="r" b="b"/>
            <a:pathLst>
              <a:path w="472" h="39">
                <a:moveTo>
                  <a:pt x="0" y="38"/>
                </a:moveTo>
                <a:lnTo>
                  <a:pt x="465" y="0"/>
                </a:lnTo>
                <a:lnTo>
                  <a:pt x="472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8" name=""/>
          <p:cNvSpPr/>
          <p:nvPr/>
        </p:nvSpPr>
        <p:spPr>
          <a:xfrm>
            <a:off x="4836960" y="2003760"/>
            <a:ext cx="172080" cy="14040"/>
          </a:xfrm>
          <a:custGeom>
            <a:avLst/>
            <a:gdLst/>
            <a:ahLst/>
            <a:rect l="0" t="0" r="r" b="b"/>
            <a:pathLst>
              <a:path w="478" h="39">
                <a:moveTo>
                  <a:pt x="0" y="39"/>
                </a:moveTo>
                <a:lnTo>
                  <a:pt x="472" y="0"/>
                </a:lnTo>
                <a:lnTo>
                  <a:pt x="478" y="0"/>
                </a:lnTo>
                <a:lnTo>
                  <a:pt x="0" y="39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49" name=""/>
          <p:cNvSpPr/>
          <p:nvPr/>
        </p:nvSpPr>
        <p:spPr>
          <a:xfrm>
            <a:off x="4836960" y="2003760"/>
            <a:ext cx="174240" cy="14760"/>
          </a:xfrm>
          <a:custGeom>
            <a:avLst/>
            <a:gdLst/>
            <a:ahLst/>
            <a:rect l="0" t="0" r="r" b="b"/>
            <a:pathLst>
              <a:path w="484" h="41">
                <a:moveTo>
                  <a:pt x="0" y="39"/>
                </a:moveTo>
                <a:lnTo>
                  <a:pt x="478" y="0"/>
                </a:lnTo>
                <a:lnTo>
                  <a:pt x="484" y="0"/>
                </a:lnTo>
                <a:lnTo>
                  <a:pt x="0" y="41"/>
                </a:lnTo>
                <a:lnTo>
                  <a:pt x="0" y="39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0" name=""/>
          <p:cNvSpPr/>
          <p:nvPr/>
        </p:nvSpPr>
        <p:spPr>
          <a:xfrm>
            <a:off x="4836960" y="200376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0"/>
                </a:moveTo>
                <a:lnTo>
                  <a:pt x="484" y="0"/>
                </a:lnTo>
                <a:lnTo>
                  <a:pt x="496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1" name=""/>
          <p:cNvSpPr/>
          <p:nvPr/>
        </p:nvSpPr>
        <p:spPr>
          <a:xfrm>
            <a:off x="4836960" y="2003760"/>
            <a:ext cx="181080" cy="14760"/>
          </a:xfrm>
          <a:custGeom>
            <a:avLst/>
            <a:gdLst/>
            <a:ahLst/>
            <a:rect l="0" t="0" r="r" b="b"/>
            <a:pathLst>
              <a:path w="503" h="41">
                <a:moveTo>
                  <a:pt x="0" y="41"/>
                </a:moveTo>
                <a:lnTo>
                  <a:pt x="496" y="0"/>
                </a:lnTo>
                <a:lnTo>
                  <a:pt x="503" y="0"/>
                </a:lnTo>
                <a:lnTo>
                  <a:pt x="0" y="41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2" name=""/>
          <p:cNvSpPr/>
          <p:nvPr/>
        </p:nvSpPr>
        <p:spPr>
          <a:xfrm>
            <a:off x="4836960" y="2003760"/>
            <a:ext cx="183240" cy="15120"/>
          </a:xfrm>
          <a:custGeom>
            <a:avLst/>
            <a:gdLst/>
            <a:ahLst/>
            <a:rect l="0" t="0" r="r" b="b"/>
            <a:pathLst>
              <a:path w="509" h="42">
                <a:moveTo>
                  <a:pt x="0" y="41"/>
                </a:moveTo>
                <a:lnTo>
                  <a:pt x="502" y="0"/>
                </a:lnTo>
                <a:lnTo>
                  <a:pt x="509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3" name=""/>
          <p:cNvSpPr/>
          <p:nvPr/>
        </p:nvSpPr>
        <p:spPr>
          <a:xfrm>
            <a:off x="4836960" y="200376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09" y="0"/>
                </a:lnTo>
                <a:lnTo>
                  <a:pt x="515" y="0"/>
                </a:lnTo>
                <a:lnTo>
                  <a:pt x="0" y="42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4" name=""/>
          <p:cNvSpPr/>
          <p:nvPr/>
        </p:nvSpPr>
        <p:spPr>
          <a:xfrm>
            <a:off x="4836960" y="200376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2"/>
                </a:moveTo>
                <a:lnTo>
                  <a:pt x="515" y="0"/>
                </a:lnTo>
                <a:lnTo>
                  <a:pt x="52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ee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5" name=""/>
          <p:cNvSpPr/>
          <p:nvPr/>
        </p:nvSpPr>
        <p:spPr>
          <a:xfrm>
            <a:off x="4836960" y="200376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1" y="0"/>
                </a:lnTo>
                <a:lnTo>
                  <a:pt x="527" y="0"/>
                </a:lnTo>
                <a:lnTo>
                  <a:pt x="0" y="43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6" name=""/>
          <p:cNvSpPr/>
          <p:nvPr/>
        </p:nvSpPr>
        <p:spPr>
          <a:xfrm>
            <a:off x="4836960" y="2003760"/>
            <a:ext cx="192240" cy="15840"/>
          </a:xfrm>
          <a:custGeom>
            <a:avLst/>
            <a:gdLst/>
            <a:ahLst/>
            <a:rect l="0" t="0" r="r" b="b"/>
            <a:pathLst>
              <a:path w="534" h="44">
                <a:moveTo>
                  <a:pt x="0" y="43"/>
                </a:moveTo>
                <a:lnTo>
                  <a:pt x="527" y="0"/>
                </a:lnTo>
                <a:lnTo>
                  <a:pt x="534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7" name=""/>
          <p:cNvSpPr/>
          <p:nvPr/>
        </p:nvSpPr>
        <p:spPr>
          <a:xfrm>
            <a:off x="4836960" y="2003760"/>
            <a:ext cx="194400" cy="15840"/>
          </a:xfrm>
          <a:custGeom>
            <a:avLst/>
            <a:gdLst/>
            <a:ahLst/>
            <a:rect l="0" t="0" r="r" b="b"/>
            <a:pathLst>
              <a:path w="540" h="44">
                <a:moveTo>
                  <a:pt x="0" y="44"/>
                </a:moveTo>
                <a:lnTo>
                  <a:pt x="534" y="0"/>
                </a:lnTo>
                <a:lnTo>
                  <a:pt x="540" y="0"/>
                </a:lnTo>
                <a:lnTo>
                  <a:pt x="0" y="44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8" name=""/>
          <p:cNvSpPr/>
          <p:nvPr/>
        </p:nvSpPr>
        <p:spPr>
          <a:xfrm>
            <a:off x="4836960" y="200376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4"/>
                </a:moveTo>
                <a:lnTo>
                  <a:pt x="540" y="0"/>
                </a:lnTo>
                <a:lnTo>
                  <a:pt x="546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eee4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59" name=""/>
          <p:cNvSpPr/>
          <p:nvPr/>
        </p:nvSpPr>
        <p:spPr>
          <a:xfrm>
            <a:off x="4836960" y="200376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46" y="0"/>
                </a:lnTo>
                <a:lnTo>
                  <a:pt x="552" y="0"/>
                </a:lnTo>
                <a:lnTo>
                  <a:pt x="0" y="45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0" name=""/>
          <p:cNvSpPr/>
          <p:nvPr/>
        </p:nvSpPr>
        <p:spPr>
          <a:xfrm>
            <a:off x="4836960" y="200376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5"/>
                </a:moveTo>
                <a:lnTo>
                  <a:pt x="552" y="0"/>
                </a:lnTo>
                <a:lnTo>
                  <a:pt x="558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1" name=""/>
          <p:cNvSpPr/>
          <p:nvPr/>
        </p:nvSpPr>
        <p:spPr>
          <a:xfrm>
            <a:off x="4836960" y="2003760"/>
            <a:ext cx="203400" cy="16560"/>
          </a:xfrm>
          <a:custGeom>
            <a:avLst/>
            <a:gdLst/>
            <a:ahLst/>
            <a:rect l="0" t="0" r="r" b="b"/>
            <a:pathLst>
              <a:path w="565" h="46">
                <a:moveTo>
                  <a:pt x="0" y="46"/>
                </a:moveTo>
                <a:lnTo>
                  <a:pt x="558" y="0"/>
                </a:lnTo>
                <a:lnTo>
                  <a:pt x="565" y="0"/>
                </a:lnTo>
                <a:lnTo>
                  <a:pt x="0" y="46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2" name=""/>
          <p:cNvSpPr/>
          <p:nvPr/>
        </p:nvSpPr>
        <p:spPr>
          <a:xfrm>
            <a:off x="4836960" y="2003760"/>
            <a:ext cx="205560" cy="16920"/>
          </a:xfrm>
          <a:custGeom>
            <a:avLst/>
            <a:gdLst/>
            <a:ahLst/>
            <a:rect l="0" t="0" r="r" b="b"/>
            <a:pathLst>
              <a:path w="571" h="47">
                <a:moveTo>
                  <a:pt x="0" y="46"/>
                </a:moveTo>
                <a:lnTo>
                  <a:pt x="565" y="0"/>
                </a:lnTo>
                <a:lnTo>
                  <a:pt x="571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ede2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3" name=""/>
          <p:cNvSpPr/>
          <p:nvPr/>
        </p:nvSpPr>
        <p:spPr>
          <a:xfrm>
            <a:off x="4836960" y="200376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1" y="0"/>
                </a:lnTo>
                <a:lnTo>
                  <a:pt x="577" y="0"/>
                </a:lnTo>
                <a:lnTo>
                  <a:pt x="0" y="47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4" name=""/>
          <p:cNvSpPr/>
          <p:nvPr/>
        </p:nvSpPr>
        <p:spPr>
          <a:xfrm>
            <a:off x="4836960" y="2003760"/>
            <a:ext cx="209880" cy="17280"/>
          </a:xfrm>
          <a:custGeom>
            <a:avLst/>
            <a:gdLst/>
            <a:ahLst/>
            <a:rect l="0" t="0" r="r" b="b"/>
            <a:pathLst>
              <a:path w="583" h="48">
                <a:moveTo>
                  <a:pt x="0" y="47"/>
                </a:moveTo>
                <a:lnTo>
                  <a:pt x="577" y="0"/>
                </a:lnTo>
                <a:lnTo>
                  <a:pt x="58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5" name=""/>
          <p:cNvSpPr/>
          <p:nvPr/>
        </p:nvSpPr>
        <p:spPr>
          <a:xfrm>
            <a:off x="4836960" y="2003760"/>
            <a:ext cx="214200" cy="17640"/>
          </a:xfrm>
          <a:custGeom>
            <a:avLst/>
            <a:gdLst/>
            <a:ahLst/>
            <a:rect l="0" t="0" r="r" b="b"/>
            <a:pathLst>
              <a:path w="595" h="49">
                <a:moveTo>
                  <a:pt x="0" y="48"/>
                </a:moveTo>
                <a:lnTo>
                  <a:pt x="583" y="0"/>
                </a:lnTo>
                <a:lnTo>
                  <a:pt x="595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6" name=""/>
          <p:cNvSpPr/>
          <p:nvPr/>
        </p:nvSpPr>
        <p:spPr>
          <a:xfrm>
            <a:off x="4836960" y="2003760"/>
            <a:ext cx="216720" cy="17640"/>
          </a:xfrm>
          <a:custGeom>
            <a:avLst/>
            <a:gdLst/>
            <a:ahLst/>
            <a:rect l="0" t="0" r="r" b="b"/>
            <a:pathLst>
              <a:path w="602" h="49">
                <a:moveTo>
                  <a:pt x="0" y="49"/>
                </a:moveTo>
                <a:lnTo>
                  <a:pt x="595" y="0"/>
                </a:lnTo>
                <a:lnTo>
                  <a:pt x="602" y="0"/>
                </a:lnTo>
                <a:lnTo>
                  <a:pt x="0" y="49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7" name=""/>
          <p:cNvSpPr/>
          <p:nvPr/>
        </p:nvSpPr>
        <p:spPr>
          <a:xfrm>
            <a:off x="4836960" y="2003760"/>
            <a:ext cx="218880" cy="18000"/>
          </a:xfrm>
          <a:custGeom>
            <a:avLst/>
            <a:gdLst/>
            <a:ahLst/>
            <a:rect l="0" t="0" r="r" b="b"/>
            <a:pathLst>
              <a:path w="608" h="50">
                <a:moveTo>
                  <a:pt x="0" y="49"/>
                </a:moveTo>
                <a:lnTo>
                  <a:pt x="602" y="0"/>
                </a:lnTo>
                <a:lnTo>
                  <a:pt x="608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8" name=""/>
          <p:cNvSpPr/>
          <p:nvPr/>
        </p:nvSpPr>
        <p:spPr>
          <a:xfrm>
            <a:off x="4836960" y="200376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08" y="0"/>
                </a:lnTo>
                <a:lnTo>
                  <a:pt x="614" y="0"/>
                </a:lnTo>
                <a:lnTo>
                  <a:pt x="0" y="50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69" name=""/>
          <p:cNvSpPr/>
          <p:nvPr/>
        </p:nvSpPr>
        <p:spPr>
          <a:xfrm>
            <a:off x="4836960" y="2003760"/>
            <a:ext cx="223200" cy="18360"/>
          </a:xfrm>
          <a:custGeom>
            <a:avLst/>
            <a:gdLst/>
            <a:ahLst/>
            <a:rect l="0" t="0" r="r" b="b"/>
            <a:pathLst>
              <a:path w="620" h="51">
                <a:moveTo>
                  <a:pt x="0" y="50"/>
                </a:moveTo>
                <a:lnTo>
                  <a:pt x="614" y="0"/>
                </a:lnTo>
                <a:lnTo>
                  <a:pt x="620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0" name=""/>
          <p:cNvSpPr/>
          <p:nvPr/>
        </p:nvSpPr>
        <p:spPr>
          <a:xfrm>
            <a:off x="4836960" y="2003760"/>
            <a:ext cx="227880" cy="18720"/>
          </a:xfrm>
          <a:custGeom>
            <a:avLst/>
            <a:gdLst/>
            <a:ahLst/>
            <a:rect l="0" t="0" r="r" b="b"/>
            <a:pathLst>
              <a:path w="633" h="52">
                <a:moveTo>
                  <a:pt x="0" y="51"/>
                </a:moveTo>
                <a:lnTo>
                  <a:pt x="620" y="0"/>
                </a:lnTo>
                <a:lnTo>
                  <a:pt x="633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1" name=""/>
          <p:cNvSpPr/>
          <p:nvPr/>
        </p:nvSpPr>
        <p:spPr>
          <a:xfrm>
            <a:off x="4836960" y="200376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3" y="0"/>
                </a:lnTo>
                <a:lnTo>
                  <a:pt x="639" y="0"/>
                </a:lnTo>
                <a:lnTo>
                  <a:pt x="0" y="52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2" name=""/>
          <p:cNvSpPr/>
          <p:nvPr/>
        </p:nvSpPr>
        <p:spPr>
          <a:xfrm>
            <a:off x="4836960" y="2003760"/>
            <a:ext cx="232200" cy="19080"/>
          </a:xfrm>
          <a:custGeom>
            <a:avLst/>
            <a:gdLst/>
            <a:ahLst/>
            <a:rect l="0" t="0" r="r" b="b"/>
            <a:pathLst>
              <a:path w="645" h="53">
                <a:moveTo>
                  <a:pt x="0" y="52"/>
                </a:moveTo>
                <a:lnTo>
                  <a:pt x="639" y="0"/>
                </a:lnTo>
                <a:lnTo>
                  <a:pt x="64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3" name=""/>
          <p:cNvSpPr/>
          <p:nvPr/>
        </p:nvSpPr>
        <p:spPr>
          <a:xfrm>
            <a:off x="4836960" y="200376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45" y="0"/>
                </a:lnTo>
                <a:lnTo>
                  <a:pt x="651" y="0"/>
                </a:lnTo>
                <a:lnTo>
                  <a:pt x="0" y="5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4" name=""/>
          <p:cNvSpPr/>
          <p:nvPr/>
        </p:nvSpPr>
        <p:spPr>
          <a:xfrm>
            <a:off x="4836960" y="2003760"/>
            <a:ext cx="236520" cy="19440"/>
          </a:xfrm>
          <a:custGeom>
            <a:avLst/>
            <a:gdLst/>
            <a:ahLst/>
            <a:rect l="0" t="0" r="r" b="b"/>
            <a:pathLst>
              <a:path w="657" h="54">
                <a:moveTo>
                  <a:pt x="0" y="53"/>
                </a:moveTo>
                <a:lnTo>
                  <a:pt x="651" y="0"/>
                </a:lnTo>
                <a:lnTo>
                  <a:pt x="657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5" name=""/>
          <p:cNvSpPr/>
          <p:nvPr/>
        </p:nvSpPr>
        <p:spPr>
          <a:xfrm>
            <a:off x="4836960" y="2003760"/>
            <a:ext cx="239040" cy="19440"/>
          </a:xfrm>
          <a:custGeom>
            <a:avLst/>
            <a:gdLst/>
            <a:ahLst/>
            <a:rect l="0" t="0" r="r" b="b"/>
            <a:pathLst>
              <a:path w="664" h="54">
                <a:moveTo>
                  <a:pt x="0" y="54"/>
                </a:moveTo>
                <a:lnTo>
                  <a:pt x="657" y="0"/>
                </a:lnTo>
                <a:lnTo>
                  <a:pt x="664" y="0"/>
                </a:lnTo>
                <a:lnTo>
                  <a:pt x="0" y="54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6" name=""/>
          <p:cNvSpPr/>
          <p:nvPr/>
        </p:nvSpPr>
        <p:spPr>
          <a:xfrm>
            <a:off x="4836960" y="2003760"/>
            <a:ext cx="241200" cy="19800"/>
          </a:xfrm>
          <a:custGeom>
            <a:avLst/>
            <a:gdLst/>
            <a:ahLst/>
            <a:rect l="0" t="0" r="r" b="b"/>
            <a:pathLst>
              <a:path w="670" h="55">
                <a:moveTo>
                  <a:pt x="0" y="54"/>
                </a:moveTo>
                <a:lnTo>
                  <a:pt x="664" y="0"/>
                </a:lnTo>
                <a:lnTo>
                  <a:pt x="670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7" name=""/>
          <p:cNvSpPr/>
          <p:nvPr/>
        </p:nvSpPr>
        <p:spPr>
          <a:xfrm>
            <a:off x="4836960" y="200376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70" y="0"/>
                </a:lnTo>
                <a:lnTo>
                  <a:pt x="676" y="0"/>
                </a:lnTo>
                <a:lnTo>
                  <a:pt x="0" y="55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8" name=""/>
          <p:cNvSpPr/>
          <p:nvPr/>
        </p:nvSpPr>
        <p:spPr>
          <a:xfrm>
            <a:off x="4836960" y="2003760"/>
            <a:ext cx="245520" cy="20160"/>
          </a:xfrm>
          <a:custGeom>
            <a:avLst/>
            <a:gdLst/>
            <a:ahLst/>
            <a:rect l="0" t="0" r="r" b="b"/>
            <a:pathLst>
              <a:path w="682" h="56">
                <a:moveTo>
                  <a:pt x="0" y="55"/>
                </a:moveTo>
                <a:lnTo>
                  <a:pt x="676" y="0"/>
                </a:lnTo>
                <a:lnTo>
                  <a:pt x="68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79" name=""/>
          <p:cNvSpPr/>
          <p:nvPr/>
        </p:nvSpPr>
        <p:spPr>
          <a:xfrm>
            <a:off x="4836960" y="200376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2" y="0"/>
                </a:lnTo>
                <a:lnTo>
                  <a:pt x="688" y="0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0" name=""/>
          <p:cNvSpPr/>
          <p:nvPr/>
        </p:nvSpPr>
        <p:spPr>
          <a:xfrm>
            <a:off x="4836960" y="2003760"/>
            <a:ext cx="250200" cy="20520"/>
          </a:xfrm>
          <a:custGeom>
            <a:avLst/>
            <a:gdLst/>
            <a:ahLst/>
            <a:rect l="0" t="0" r="r" b="b"/>
            <a:pathLst>
              <a:path w="695" h="57">
                <a:moveTo>
                  <a:pt x="0" y="56"/>
                </a:moveTo>
                <a:lnTo>
                  <a:pt x="688" y="0"/>
                </a:lnTo>
                <a:lnTo>
                  <a:pt x="69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1" name=""/>
          <p:cNvSpPr/>
          <p:nvPr/>
        </p:nvSpPr>
        <p:spPr>
          <a:xfrm>
            <a:off x="4836960" y="2003760"/>
            <a:ext cx="252360" cy="20520"/>
          </a:xfrm>
          <a:custGeom>
            <a:avLst/>
            <a:gdLst/>
            <a:ahLst/>
            <a:rect l="0" t="0" r="r" b="b"/>
            <a:pathLst>
              <a:path w="701" h="57">
                <a:moveTo>
                  <a:pt x="0" y="57"/>
                </a:moveTo>
                <a:lnTo>
                  <a:pt x="695" y="0"/>
                </a:lnTo>
                <a:lnTo>
                  <a:pt x="701" y="0"/>
                </a:lnTo>
                <a:lnTo>
                  <a:pt x="0" y="57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2" name=""/>
          <p:cNvSpPr/>
          <p:nvPr/>
        </p:nvSpPr>
        <p:spPr>
          <a:xfrm>
            <a:off x="4836960" y="2003760"/>
            <a:ext cx="254520" cy="20880"/>
          </a:xfrm>
          <a:custGeom>
            <a:avLst/>
            <a:gdLst/>
            <a:ahLst/>
            <a:rect l="0" t="0" r="r" b="b"/>
            <a:pathLst>
              <a:path w="707" h="58">
                <a:moveTo>
                  <a:pt x="0" y="57"/>
                </a:moveTo>
                <a:lnTo>
                  <a:pt x="701" y="0"/>
                </a:lnTo>
                <a:lnTo>
                  <a:pt x="70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3" name=""/>
          <p:cNvSpPr/>
          <p:nvPr/>
        </p:nvSpPr>
        <p:spPr>
          <a:xfrm>
            <a:off x="4836960" y="200376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07" y="0"/>
                </a:lnTo>
                <a:lnTo>
                  <a:pt x="713" y="0"/>
                </a:lnTo>
                <a:lnTo>
                  <a:pt x="0" y="58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4" name=""/>
          <p:cNvSpPr/>
          <p:nvPr/>
        </p:nvSpPr>
        <p:spPr>
          <a:xfrm>
            <a:off x="4836960" y="200376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8"/>
                </a:moveTo>
                <a:lnTo>
                  <a:pt x="713" y="0"/>
                </a:lnTo>
                <a:lnTo>
                  <a:pt x="71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5" name=""/>
          <p:cNvSpPr/>
          <p:nvPr/>
        </p:nvSpPr>
        <p:spPr>
          <a:xfrm>
            <a:off x="4836960" y="2003760"/>
            <a:ext cx="261360" cy="21240"/>
          </a:xfrm>
          <a:custGeom>
            <a:avLst/>
            <a:gdLst/>
            <a:ahLst/>
            <a:rect l="0" t="0" r="r" b="b"/>
            <a:pathLst>
              <a:path w="726" h="59">
                <a:moveTo>
                  <a:pt x="0" y="59"/>
                </a:moveTo>
                <a:lnTo>
                  <a:pt x="719" y="0"/>
                </a:lnTo>
                <a:lnTo>
                  <a:pt x="726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6" name=""/>
          <p:cNvSpPr/>
          <p:nvPr/>
        </p:nvSpPr>
        <p:spPr>
          <a:xfrm>
            <a:off x="4836960" y="2003760"/>
            <a:ext cx="263520" cy="21240"/>
          </a:xfrm>
          <a:custGeom>
            <a:avLst/>
            <a:gdLst/>
            <a:ahLst/>
            <a:rect l="0" t="0" r="r" b="b"/>
            <a:pathLst>
              <a:path w="732" h="59">
                <a:moveTo>
                  <a:pt x="0" y="59"/>
                </a:moveTo>
                <a:lnTo>
                  <a:pt x="726" y="0"/>
                </a:lnTo>
                <a:lnTo>
                  <a:pt x="732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7" name=""/>
          <p:cNvSpPr/>
          <p:nvPr/>
        </p:nvSpPr>
        <p:spPr>
          <a:xfrm>
            <a:off x="4836960" y="200376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59"/>
                </a:moveTo>
                <a:lnTo>
                  <a:pt x="732" y="0"/>
                </a:lnTo>
                <a:lnTo>
                  <a:pt x="738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8" name=""/>
          <p:cNvSpPr/>
          <p:nvPr/>
        </p:nvSpPr>
        <p:spPr>
          <a:xfrm>
            <a:off x="4836960" y="2003760"/>
            <a:ext cx="267840" cy="21600"/>
          </a:xfrm>
          <a:custGeom>
            <a:avLst/>
            <a:gdLst/>
            <a:ahLst/>
            <a:rect l="0" t="0" r="r" b="b"/>
            <a:pathLst>
              <a:path w="744" h="60">
                <a:moveTo>
                  <a:pt x="0" y="60"/>
                </a:moveTo>
                <a:lnTo>
                  <a:pt x="738" y="0"/>
                </a:lnTo>
                <a:lnTo>
                  <a:pt x="744" y="0"/>
                </a:lnTo>
                <a:lnTo>
                  <a:pt x="0" y="60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89" name=""/>
          <p:cNvSpPr/>
          <p:nvPr/>
        </p:nvSpPr>
        <p:spPr>
          <a:xfrm>
            <a:off x="4836960" y="200376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0"/>
                </a:moveTo>
                <a:lnTo>
                  <a:pt x="744" y="0"/>
                </a:lnTo>
                <a:lnTo>
                  <a:pt x="750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0" name=""/>
          <p:cNvSpPr/>
          <p:nvPr/>
        </p:nvSpPr>
        <p:spPr>
          <a:xfrm>
            <a:off x="4836960" y="200376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0" y="0"/>
                </a:lnTo>
                <a:lnTo>
                  <a:pt x="756" y="0"/>
                </a:lnTo>
                <a:lnTo>
                  <a:pt x="0" y="6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1" name=""/>
          <p:cNvSpPr/>
          <p:nvPr/>
        </p:nvSpPr>
        <p:spPr>
          <a:xfrm>
            <a:off x="4836960" y="2003760"/>
            <a:ext cx="274680" cy="22320"/>
          </a:xfrm>
          <a:custGeom>
            <a:avLst/>
            <a:gdLst/>
            <a:ahLst/>
            <a:rect l="0" t="0" r="r" b="b"/>
            <a:pathLst>
              <a:path w="763" h="62">
                <a:moveTo>
                  <a:pt x="0" y="61"/>
                </a:moveTo>
                <a:lnTo>
                  <a:pt x="756" y="0"/>
                </a:lnTo>
                <a:lnTo>
                  <a:pt x="763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2" name=""/>
          <p:cNvSpPr/>
          <p:nvPr/>
        </p:nvSpPr>
        <p:spPr>
          <a:xfrm>
            <a:off x="4836960" y="200376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3" y="0"/>
                </a:lnTo>
                <a:lnTo>
                  <a:pt x="769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3" name=""/>
          <p:cNvSpPr/>
          <p:nvPr/>
        </p:nvSpPr>
        <p:spPr>
          <a:xfrm>
            <a:off x="4836960" y="200376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2"/>
                </a:moveTo>
                <a:lnTo>
                  <a:pt x="769" y="0"/>
                </a:lnTo>
                <a:lnTo>
                  <a:pt x="775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4" name=""/>
          <p:cNvSpPr/>
          <p:nvPr/>
        </p:nvSpPr>
        <p:spPr>
          <a:xfrm>
            <a:off x="4836960" y="200376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75" y="0"/>
                </a:lnTo>
                <a:lnTo>
                  <a:pt x="781" y="0"/>
                </a:lnTo>
                <a:lnTo>
                  <a:pt x="0" y="63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5" name=""/>
          <p:cNvSpPr/>
          <p:nvPr/>
        </p:nvSpPr>
        <p:spPr>
          <a:xfrm>
            <a:off x="4836960" y="200376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3"/>
                </a:moveTo>
                <a:lnTo>
                  <a:pt x="781" y="0"/>
                </a:lnTo>
                <a:lnTo>
                  <a:pt x="78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6" name=""/>
          <p:cNvSpPr/>
          <p:nvPr/>
        </p:nvSpPr>
        <p:spPr>
          <a:xfrm>
            <a:off x="4836960" y="200376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4"/>
                </a:moveTo>
                <a:lnTo>
                  <a:pt x="787" y="0"/>
                </a:lnTo>
                <a:lnTo>
                  <a:pt x="788" y="1"/>
                </a:lnTo>
                <a:lnTo>
                  <a:pt x="0" y="64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7" name=""/>
          <p:cNvSpPr/>
          <p:nvPr/>
        </p:nvSpPr>
        <p:spPr>
          <a:xfrm>
            <a:off x="4836960" y="200412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3"/>
                </a:moveTo>
                <a:lnTo>
                  <a:pt x="788" y="0"/>
                </a:lnTo>
                <a:lnTo>
                  <a:pt x="1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8" name=""/>
          <p:cNvSpPr/>
          <p:nvPr/>
        </p:nvSpPr>
        <p:spPr>
          <a:xfrm>
            <a:off x="4837320" y="200412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4"/>
                </a:moveTo>
                <a:lnTo>
                  <a:pt x="787" y="0"/>
                </a:lnTo>
                <a:lnTo>
                  <a:pt x="787" y="1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099" name=""/>
          <p:cNvSpPr/>
          <p:nvPr/>
        </p:nvSpPr>
        <p:spPr>
          <a:xfrm>
            <a:off x="4839480" y="200448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81" y="0"/>
                </a:lnTo>
                <a:lnTo>
                  <a:pt x="7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0" name=""/>
          <p:cNvSpPr/>
          <p:nvPr/>
        </p:nvSpPr>
        <p:spPr>
          <a:xfrm>
            <a:off x="4842000" y="2004480"/>
            <a:ext cx="278640" cy="22680"/>
          </a:xfrm>
          <a:custGeom>
            <a:avLst/>
            <a:gdLst/>
            <a:ahLst/>
            <a:rect l="0" t="0" r="r" b="b"/>
            <a:pathLst>
              <a:path w="774" h="63">
                <a:moveTo>
                  <a:pt x="0" y="63"/>
                </a:moveTo>
                <a:lnTo>
                  <a:pt x="774" y="0"/>
                </a:lnTo>
                <a:lnTo>
                  <a:pt x="774" y="1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1" name=""/>
          <p:cNvSpPr/>
          <p:nvPr/>
        </p:nvSpPr>
        <p:spPr>
          <a:xfrm>
            <a:off x="4844160" y="2004840"/>
            <a:ext cx="276480" cy="22320"/>
          </a:xfrm>
          <a:custGeom>
            <a:avLst/>
            <a:gdLst/>
            <a:ahLst/>
            <a:rect l="0" t="0" r="r" b="b"/>
            <a:pathLst>
              <a:path w="768" h="62">
                <a:moveTo>
                  <a:pt x="0" y="62"/>
                </a:moveTo>
                <a:lnTo>
                  <a:pt x="768" y="0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2" name=""/>
          <p:cNvSpPr/>
          <p:nvPr/>
        </p:nvSpPr>
        <p:spPr>
          <a:xfrm>
            <a:off x="4846320" y="200484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62" y="0"/>
                </a:lnTo>
                <a:lnTo>
                  <a:pt x="762" y="1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3" name=""/>
          <p:cNvSpPr/>
          <p:nvPr/>
        </p:nvSpPr>
        <p:spPr>
          <a:xfrm>
            <a:off x="4848480" y="200520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6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4" name=""/>
          <p:cNvSpPr/>
          <p:nvPr/>
        </p:nvSpPr>
        <p:spPr>
          <a:xfrm>
            <a:off x="4850640" y="200520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50" y="0"/>
                </a:lnTo>
                <a:lnTo>
                  <a:pt x="750" y="1"/>
                </a:lnTo>
                <a:lnTo>
                  <a:pt x="7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5" name=""/>
          <p:cNvSpPr/>
          <p:nvPr/>
        </p:nvSpPr>
        <p:spPr>
          <a:xfrm>
            <a:off x="4853160" y="2005560"/>
            <a:ext cx="267480" cy="21600"/>
          </a:xfrm>
          <a:custGeom>
            <a:avLst/>
            <a:gdLst/>
            <a:ahLst/>
            <a:rect l="0" t="0" r="r" b="b"/>
            <a:pathLst>
              <a:path w="743" h="60">
                <a:moveTo>
                  <a:pt x="0" y="60"/>
                </a:moveTo>
                <a:lnTo>
                  <a:pt x="743" y="0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6" name=""/>
          <p:cNvSpPr/>
          <p:nvPr/>
        </p:nvSpPr>
        <p:spPr>
          <a:xfrm>
            <a:off x="4855320" y="2005560"/>
            <a:ext cx="265320" cy="21600"/>
          </a:xfrm>
          <a:custGeom>
            <a:avLst/>
            <a:gdLst/>
            <a:ahLst/>
            <a:rect l="0" t="0" r="r" b="b"/>
            <a:pathLst>
              <a:path w="737" h="60">
                <a:moveTo>
                  <a:pt x="0" y="60"/>
                </a:moveTo>
                <a:lnTo>
                  <a:pt x="737" y="0"/>
                </a:lnTo>
                <a:lnTo>
                  <a:pt x="737" y="1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7" name=""/>
          <p:cNvSpPr/>
          <p:nvPr/>
        </p:nvSpPr>
        <p:spPr>
          <a:xfrm>
            <a:off x="4857480" y="2005920"/>
            <a:ext cx="263160" cy="21240"/>
          </a:xfrm>
          <a:custGeom>
            <a:avLst/>
            <a:gdLst/>
            <a:ahLst/>
            <a:rect l="0" t="0" r="r" b="b"/>
            <a:pathLst>
              <a:path w="731" h="59">
                <a:moveTo>
                  <a:pt x="0" y="59"/>
                </a:moveTo>
                <a:lnTo>
                  <a:pt x="731" y="0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8" name=""/>
          <p:cNvSpPr/>
          <p:nvPr/>
        </p:nvSpPr>
        <p:spPr>
          <a:xfrm>
            <a:off x="4859640" y="200592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25" y="0"/>
                </a:lnTo>
                <a:lnTo>
                  <a:pt x="725" y="1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09" name=""/>
          <p:cNvSpPr/>
          <p:nvPr/>
        </p:nvSpPr>
        <p:spPr>
          <a:xfrm>
            <a:off x="4861800" y="2006280"/>
            <a:ext cx="258840" cy="20880"/>
          </a:xfrm>
          <a:custGeom>
            <a:avLst/>
            <a:gdLst/>
            <a:ahLst/>
            <a:rect l="0" t="0" r="r" b="b"/>
            <a:pathLst>
              <a:path w="719" h="58">
                <a:moveTo>
                  <a:pt x="0" y="58"/>
                </a:moveTo>
                <a:lnTo>
                  <a:pt x="719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0" name=""/>
          <p:cNvSpPr/>
          <p:nvPr/>
        </p:nvSpPr>
        <p:spPr>
          <a:xfrm>
            <a:off x="4863960" y="200628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13" y="0"/>
                </a:lnTo>
                <a:lnTo>
                  <a:pt x="713" y="1"/>
                </a:lnTo>
                <a:lnTo>
                  <a:pt x="7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1" name=""/>
          <p:cNvSpPr/>
          <p:nvPr/>
        </p:nvSpPr>
        <p:spPr>
          <a:xfrm>
            <a:off x="4866480" y="2006640"/>
            <a:ext cx="254160" cy="20520"/>
          </a:xfrm>
          <a:custGeom>
            <a:avLst/>
            <a:gdLst/>
            <a:ahLst/>
            <a:rect l="0" t="0" r="r" b="b"/>
            <a:pathLst>
              <a:path w="706" h="57">
                <a:moveTo>
                  <a:pt x="0" y="57"/>
                </a:moveTo>
                <a:lnTo>
                  <a:pt x="706" y="0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2" name=""/>
          <p:cNvSpPr/>
          <p:nvPr/>
        </p:nvSpPr>
        <p:spPr>
          <a:xfrm>
            <a:off x="4868640" y="200664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700" y="0"/>
                </a:lnTo>
                <a:lnTo>
                  <a:pt x="700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3" name=""/>
          <p:cNvSpPr/>
          <p:nvPr/>
        </p:nvSpPr>
        <p:spPr>
          <a:xfrm>
            <a:off x="4870800" y="2007000"/>
            <a:ext cx="249840" cy="20160"/>
          </a:xfrm>
          <a:custGeom>
            <a:avLst/>
            <a:gdLst/>
            <a:ahLst/>
            <a:rect l="0" t="0" r="r" b="b"/>
            <a:pathLst>
              <a:path w="694" h="56">
                <a:moveTo>
                  <a:pt x="0" y="56"/>
                </a:moveTo>
                <a:lnTo>
                  <a:pt x="694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4" name=""/>
          <p:cNvSpPr/>
          <p:nvPr/>
        </p:nvSpPr>
        <p:spPr>
          <a:xfrm>
            <a:off x="4872960" y="200700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8" y="0"/>
                </a:lnTo>
                <a:lnTo>
                  <a:pt x="688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5" name=""/>
          <p:cNvSpPr/>
          <p:nvPr/>
        </p:nvSpPr>
        <p:spPr>
          <a:xfrm>
            <a:off x="4875120" y="2007360"/>
            <a:ext cx="245520" cy="19800"/>
          </a:xfrm>
          <a:custGeom>
            <a:avLst/>
            <a:gdLst/>
            <a:ahLst/>
            <a:rect l="0" t="0" r="r" b="b"/>
            <a:pathLst>
              <a:path w="682" h="55">
                <a:moveTo>
                  <a:pt x="0" y="55"/>
                </a:moveTo>
                <a:lnTo>
                  <a:pt x="682" y="0"/>
                </a:lnTo>
                <a:lnTo>
                  <a:pt x="7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6" name=""/>
          <p:cNvSpPr/>
          <p:nvPr/>
        </p:nvSpPr>
        <p:spPr>
          <a:xfrm>
            <a:off x="4877640" y="2007360"/>
            <a:ext cx="243000" cy="19800"/>
          </a:xfrm>
          <a:custGeom>
            <a:avLst/>
            <a:gdLst/>
            <a:ahLst/>
            <a:rect l="0" t="0" r="r" b="b"/>
            <a:pathLst>
              <a:path w="675" h="55">
                <a:moveTo>
                  <a:pt x="0" y="55"/>
                </a:moveTo>
                <a:lnTo>
                  <a:pt x="675" y="0"/>
                </a:lnTo>
                <a:lnTo>
                  <a:pt x="675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7" name=""/>
          <p:cNvSpPr/>
          <p:nvPr/>
        </p:nvSpPr>
        <p:spPr>
          <a:xfrm>
            <a:off x="4879800" y="2007720"/>
            <a:ext cx="240840" cy="19440"/>
          </a:xfrm>
          <a:custGeom>
            <a:avLst/>
            <a:gdLst/>
            <a:ahLst/>
            <a:rect l="0" t="0" r="r" b="b"/>
            <a:pathLst>
              <a:path w="669" h="54">
                <a:moveTo>
                  <a:pt x="0" y="54"/>
                </a:moveTo>
                <a:lnTo>
                  <a:pt x="669" y="0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8" name=""/>
          <p:cNvSpPr/>
          <p:nvPr/>
        </p:nvSpPr>
        <p:spPr>
          <a:xfrm>
            <a:off x="4881960" y="200772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63" y="0"/>
                </a:lnTo>
                <a:lnTo>
                  <a:pt x="663" y="1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19" name=""/>
          <p:cNvSpPr/>
          <p:nvPr/>
        </p:nvSpPr>
        <p:spPr>
          <a:xfrm>
            <a:off x="4884120" y="2008080"/>
            <a:ext cx="236520" cy="19080"/>
          </a:xfrm>
          <a:custGeom>
            <a:avLst/>
            <a:gdLst/>
            <a:ahLst/>
            <a:rect l="0" t="0" r="r" b="b"/>
            <a:pathLst>
              <a:path w="657" h="53">
                <a:moveTo>
                  <a:pt x="0" y="53"/>
                </a:moveTo>
                <a:lnTo>
                  <a:pt x="657" y="0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0" name=""/>
          <p:cNvSpPr/>
          <p:nvPr/>
        </p:nvSpPr>
        <p:spPr>
          <a:xfrm>
            <a:off x="4886280" y="200808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51" y="0"/>
                </a:lnTo>
                <a:lnTo>
                  <a:pt x="651" y="1"/>
                </a:lnTo>
                <a:lnTo>
                  <a:pt x="7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1" name=""/>
          <p:cNvSpPr/>
          <p:nvPr/>
        </p:nvSpPr>
        <p:spPr>
          <a:xfrm>
            <a:off x="4888800" y="2008440"/>
            <a:ext cx="231840" cy="18720"/>
          </a:xfrm>
          <a:custGeom>
            <a:avLst/>
            <a:gdLst/>
            <a:ahLst/>
            <a:rect l="0" t="0" r="r" b="b"/>
            <a:pathLst>
              <a:path w="644" h="52">
                <a:moveTo>
                  <a:pt x="0" y="52"/>
                </a:moveTo>
                <a:lnTo>
                  <a:pt x="644" y="0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2" name=""/>
          <p:cNvSpPr/>
          <p:nvPr/>
        </p:nvSpPr>
        <p:spPr>
          <a:xfrm>
            <a:off x="4890960" y="2008440"/>
            <a:ext cx="229680" cy="18720"/>
          </a:xfrm>
          <a:custGeom>
            <a:avLst/>
            <a:gdLst/>
            <a:ahLst/>
            <a:rect l="0" t="0" r="r" b="b"/>
            <a:pathLst>
              <a:path w="638" h="52">
                <a:moveTo>
                  <a:pt x="0" y="52"/>
                </a:moveTo>
                <a:lnTo>
                  <a:pt x="638" y="0"/>
                </a:lnTo>
                <a:lnTo>
                  <a:pt x="638" y="1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3" name=""/>
          <p:cNvSpPr/>
          <p:nvPr/>
        </p:nvSpPr>
        <p:spPr>
          <a:xfrm>
            <a:off x="4893120" y="2008800"/>
            <a:ext cx="227520" cy="18360"/>
          </a:xfrm>
          <a:custGeom>
            <a:avLst/>
            <a:gdLst/>
            <a:ahLst/>
            <a:rect l="0" t="0" r="r" b="b"/>
            <a:pathLst>
              <a:path w="632" h="51">
                <a:moveTo>
                  <a:pt x="0" y="51"/>
                </a:moveTo>
                <a:lnTo>
                  <a:pt x="632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4" name=""/>
          <p:cNvSpPr/>
          <p:nvPr/>
        </p:nvSpPr>
        <p:spPr>
          <a:xfrm>
            <a:off x="4895280" y="2008800"/>
            <a:ext cx="225360" cy="18360"/>
          </a:xfrm>
          <a:custGeom>
            <a:avLst/>
            <a:gdLst/>
            <a:ahLst/>
            <a:rect l="0" t="0" r="r" b="b"/>
            <a:pathLst>
              <a:path w="626" h="51">
                <a:moveTo>
                  <a:pt x="0" y="51"/>
                </a:moveTo>
                <a:lnTo>
                  <a:pt x="626" y="0"/>
                </a:lnTo>
                <a:lnTo>
                  <a:pt x="626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5" name=""/>
          <p:cNvSpPr/>
          <p:nvPr/>
        </p:nvSpPr>
        <p:spPr>
          <a:xfrm>
            <a:off x="4897440" y="2009160"/>
            <a:ext cx="223200" cy="18000"/>
          </a:xfrm>
          <a:custGeom>
            <a:avLst/>
            <a:gdLst/>
            <a:ahLst/>
            <a:rect l="0" t="0" r="r" b="b"/>
            <a:pathLst>
              <a:path w="620" h="50">
                <a:moveTo>
                  <a:pt x="0" y="50"/>
                </a:moveTo>
                <a:lnTo>
                  <a:pt x="620" y="0"/>
                </a:lnTo>
                <a:lnTo>
                  <a:pt x="7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6" name=""/>
          <p:cNvSpPr/>
          <p:nvPr/>
        </p:nvSpPr>
        <p:spPr>
          <a:xfrm>
            <a:off x="4899960" y="2009160"/>
            <a:ext cx="220680" cy="18000"/>
          </a:xfrm>
          <a:custGeom>
            <a:avLst/>
            <a:gdLst/>
            <a:ahLst/>
            <a:rect l="0" t="0" r="r" b="b"/>
            <a:pathLst>
              <a:path w="613" h="50">
                <a:moveTo>
                  <a:pt x="0" y="50"/>
                </a:moveTo>
                <a:lnTo>
                  <a:pt x="613" y="0"/>
                </a:lnTo>
                <a:lnTo>
                  <a:pt x="613" y="1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7" name=""/>
          <p:cNvSpPr/>
          <p:nvPr/>
        </p:nvSpPr>
        <p:spPr>
          <a:xfrm>
            <a:off x="4902120" y="2009520"/>
            <a:ext cx="218520" cy="17640"/>
          </a:xfrm>
          <a:custGeom>
            <a:avLst/>
            <a:gdLst/>
            <a:ahLst/>
            <a:rect l="0" t="0" r="r" b="b"/>
            <a:pathLst>
              <a:path w="607" h="49">
                <a:moveTo>
                  <a:pt x="0" y="49"/>
                </a:moveTo>
                <a:lnTo>
                  <a:pt x="607" y="0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8" name=""/>
          <p:cNvSpPr/>
          <p:nvPr/>
        </p:nvSpPr>
        <p:spPr>
          <a:xfrm>
            <a:off x="4904280" y="200952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601" y="0"/>
                </a:lnTo>
                <a:lnTo>
                  <a:pt x="601" y="1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29" name=""/>
          <p:cNvSpPr/>
          <p:nvPr/>
        </p:nvSpPr>
        <p:spPr>
          <a:xfrm>
            <a:off x="4906440" y="2009880"/>
            <a:ext cx="214200" cy="17280"/>
          </a:xfrm>
          <a:custGeom>
            <a:avLst/>
            <a:gdLst/>
            <a:ahLst/>
            <a:rect l="0" t="0" r="r" b="b"/>
            <a:pathLst>
              <a:path w="595" h="48">
                <a:moveTo>
                  <a:pt x="0" y="48"/>
                </a:moveTo>
                <a:lnTo>
                  <a:pt x="595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0" name=""/>
          <p:cNvSpPr/>
          <p:nvPr/>
        </p:nvSpPr>
        <p:spPr>
          <a:xfrm>
            <a:off x="4908600" y="2009880"/>
            <a:ext cx="212040" cy="17280"/>
          </a:xfrm>
          <a:custGeom>
            <a:avLst/>
            <a:gdLst/>
            <a:ahLst/>
            <a:rect l="0" t="0" r="r" b="b"/>
            <a:pathLst>
              <a:path w="589" h="48">
                <a:moveTo>
                  <a:pt x="0" y="48"/>
                </a:moveTo>
                <a:lnTo>
                  <a:pt x="589" y="0"/>
                </a:lnTo>
                <a:lnTo>
                  <a:pt x="589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1" name=""/>
          <p:cNvSpPr/>
          <p:nvPr/>
        </p:nvSpPr>
        <p:spPr>
          <a:xfrm>
            <a:off x="4910760" y="2010240"/>
            <a:ext cx="209880" cy="16920"/>
          </a:xfrm>
          <a:custGeom>
            <a:avLst/>
            <a:gdLst/>
            <a:ahLst/>
            <a:rect l="0" t="0" r="r" b="b"/>
            <a:pathLst>
              <a:path w="583" h="47">
                <a:moveTo>
                  <a:pt x="0" y="47"/>
                </a:moveTo>
                <a:lnTo>
                  <a:pt x="583" y="0"/>
                </a:lnTo>
                <a:lnTo>
                  <a:pt x="7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2" name=""/>
          <p:cNvSpPr/>
          <p:nvPr/>
        </p:nvSpPr>
        <p:spPr>
          <a:xfrm>
            <a:off x="4913280" y="2010240"/>
            <a:ext cx="207360" cy="16920"/>
          </a:xfrm>
          <a:custGeom>
            <a:avLst/>
            <a:gdLst/>
            <a:ahLst/>
            <a:rect l="0" t="0" r="r" b="b"/>
            <a:pathLst>
              <a:path w="576" h="47">
                <a:moveTo>
                  <a:pt x="0" y="47"/>
                </a:moveTo>
                <a:lnTo>
                  <a:pt x="576" y="0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3" name=""/>
          <p:cNvSpPr/>
          <p:nvPr/>
        </p:nvSpPr>
        <p:spPr>
          <a:xfrm>
            <a:off x="4915440" y="2010240"/>
            <a:ext cx="205200" cy="16920"/>
          </a:xfrm>
          <a:custGeom>
            <a:avLst/>
            <a:gdLst/>
            <a:ahLst/>
            <a:rect l="0" t="0" r="r" b="b"/>
            <a:pathLst>
              <a:path w="570" h="47">
                <a:moveTo>
                  <a:pt x="0" y="47"/>
                </a:moveTo>
                <a:lnTo>
                  <a:pt x="570" y="0"/>
                </a:lnTo>
                <a:lnTo>
                  <a:pt x="570" y="1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4" name=""/>
          <p:cNvSpPr/>
          <p:nvPr/>
        </p:nvSpPr>
        <p:spPr>
          <a:xfrm>
            <a:off x="4917600" y="201060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64" y="0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5" name=""/>
          <p:cNvSpPr/>
          <p:nvPr/>
        </p:nvSpPr>
        <p:spPr>
          <a:xfrm>
            <a:off x="4919760" y="201060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6"/>
                </a:moveTo>
                <a:lnTo>
                  <a:pt x="558" y="0"/>
                </a:lnTo>
                <a:lnTo>
                  <a:pt x="558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6" name=""/>
          <p:cNvSpPr/>
          <p:nvPr/>
        </p:nvSpPr>
        <p:spPr>
          <a:xfrm>
            <a:off x="4921920" y="201096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52" y="0"/>
                </a:lnTo>
                <a:lnTo>
                  <a:pt x="7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7" name=""/>
          <p:cNvSpPr/>
          <p:nvPr/>
        </p:nvSpPr>
        <p:spPr>
          <a:xfrm>
            <a:off x="4924440" y="2010960"/>
            <a:ext cx="196200" cy="16200"/>
          </a:xfrm>
          <a:custGeom>
            <a:avLst/>
            <a:gdLst/>
            <a:ahLst/>
            <a:rect l="0" t="0" r="r" b="b"/>
            <a:pathLst>
              <a:path w="545" h="45">
                <a:moveTo>
                  <a:pt x="0" y="45"/>
                </a:moveTo>
                <a:lnTo>
                  <a:pt x="545" y="0"/>
                </a:lnTo>
                <a:lnTo>
                  <a:pt x="545" y="1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8" name=""/>
          <p:cNvSpPr/>
          <p:nvPr/>
        </p:nvSpPr>
        <p:spPr>
          <a:xfrm>
            <a:off x="4926600" y="2011320"/>
            <a:ext cx="194040" cy="15840"/>
          </a:xfrm>
          <a:custGeom>
            <a:avLst/>
            <a:gdLst/>
            <a:ahLst/>
            <a:rect l="0" t="0" r="r" b="b"/>
            <a:pathLst>
              <a:path w="539" h="44">
                <a:moveTo>
                  <a:pt x="0" y="44"/>
                </a:moveTo>
                <a:lnTo>
                  <a:pt x="539" y="0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39" name=""/>
          <p:cNvSpPr/>
          <p:nvPr/>
        </p:nvSpPr>
        <p:spPr>
          <a:xfrm>
            <a:off x="4928760" y="201132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4"/>
                </a:moveTo>
                <a:lnTo>
                  <a:pt x="533" y="0"/>
                </a:lnTo>
                <a:lnTo>
                  <a:pt x="533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0" name=""/>
          <p:cNvSpPr/>
          <p:nvPr/>
        </p:nvSpPr>
        <p:spPr>
          <a:xfrm>
            <a:off x="4930920" y="201168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7" y="0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1" name=""/>
          <p:cNvSpPr/>
          <p:nvPr/>
        </p:nvSpPr>
        <p:spPr>
          <a:xfrm>
            <a:off x="4933080" y="201168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3"/>
                </a:moveTo>
                <a:lnTo>
                  <a:pt x="521" y="0"/>
                </a:lnTo>
                <a:lnTo>
                  <a:pt x="521" y="1"/>
                </a:lnTo>
                <a:lnTo>
                  <a:pt x="7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2" name=""/>
          <p:cNvSpPr/>
          <p:nvPr/>
        </p:nvSpPr>
        <p:spPr>
          <a:xfrm>
            <a:off x="4935600" y="2012040"/>
            <a:ext cx="185040" cy="15120"/>
          </a:xfrm>
          <a:custGeom>
            <a:avLst/>
            <a:gdLst/>
            <a:ahLst/>
            <a:rect l="0" t="0" r="r" b="b"/>
            <a:pathLst>
              <a:path w="514" h="42">
                <a:moveTo>
                  <a:pt x="0" y="42"/>
                </a:moveTo>
                <a:lnTo>
                  <a:pt x="514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3" name=""/>
          <p:cNvSpPr/>
          <p:nvPr/>
        </p:nvSpPr>
        <p:spPr>
          <a:xfrm>
            <a:off x="4937760" y="2012040"/>
            <a:ext cx="182880" cy="15120"/>
          </a:xfrm>
          <a:custGeom>
            <a:avLst/>
            <a:gdLst/>
            <a:ahLst/>
            <a:rect l="0" t="0" r="r" b="b"/>
            <a:pathLst>
              <a:path w="508" h="42">
                <a:moveTo>
                  <a:pt x="0" y="42"/>
                </a:moveTo>
                <a:lnTo>
                  <a:pt x="508" y="0"/>
                </a:lnTo>
                <a:lnTo>
                  <a:pt x="508" y="1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4" name=""/>
          <p:cNvSpPr/>
          <p:nvPr/>
        </p:nvSpPr>
        <p:spPr>
          <a:xfrm>
            <a:off x="4939920" y="201240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502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5" name=""/>
          <p:cNvSpPr/>
          <p:nvPr/>
        </p:nvSpPr>
        <p:spPr>
          <a:xfrm>
            <a:off x="4942080" y="201240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1"/>
                </a:moveTo>
                <a:lnTo>
                  <a:pt x="496" y="0"/>
                </a:lnTo>
                <a:lnTo>
                  <a:pt x="496" y="1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6" name=""/>
          <p:cNvSpPr/>
          <p:nvPr/>
        </p:nvSpPr>
        <p:spPr>
          <a:xfrm>
            <a:off x="4944240" y="2012760"/>
            <a:ext cx="176400" cy="14400"/>
          </a:xfrm>
          <a:custGeom>
            <a:avLst/>
            <a:gdLst/>
            <a:ahLst/>
            <a:rect l="0" t="0" r="r" b="b"/>
            <a:pathLst>
              <a:path w="490" h="40">
                <a:moveTo>
                  <a:pt x="0" y="40"/>
                </a:moveTo>
                <a:lnTo>
                  <a:pt x="490" y="0"/>
                </a:lnTo>
                <a:lnTo>
                  <a:pt x="7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7" name=""/>
          <p:cNvSpPr/>
          <p:nvPr/>
        </p:nvSpPr>
        <p:spPr>
          <a:xfrm>
            <a:off x="4946760" y="2012760"/>
            <a:ext cx="173880" cy="14400"/>
          </a:xfrm>
          <a:custGeom>
            <a:avLst/>
            <a:gdLst/>
            <a:ahLst/>
            <a:rect l="0" t="0" r="r" b="b"/>
            <a:pathLst>
              <a:path w="483" h="40">
                <a:moveTo>
                  <a:pt x="0" y="40"/>
                </a:moveTo>
                <a:lnTo>
                  <a:pt x="483" y="0"/>
                </a:lnTo>
                <a:lnTo>
                  <a:pt x="483" y="1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8" name=""/>
          <p:cNvSpPr/>
          <p:nvPr/>
        </p:nvSpPr>
        <p:spPr>
          <a:xfrm>
            <a:off x="4948920" y="2013120"/>
            <a:ext cx="171720" cy="14040"/>
          </a:xfrm>
          <a:custGeom>
            <a:avLst/>
            <a:gdLst/>
            <a:ahLst/>
            <a:rect l="0" t="0" r="r" b="b"/>
            <a:pathLst>
              <a:path w="477" h="39">
                <a:moveTo>
                  <a:pt x="0" y="39"/>
                </a:moveTo>
                <a:lnTo>
                  <a:pt x="477" y="0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49" name=""/>
          <p:cNvSpPr/>
          <p:nvPr/>
        </p:nvSpPr>
        <p:spPr>
          <a:xfrm>
            <a:off x="4951080" y="2013120"/>
            <a:ext cx="169560" cy="14040"/>
          </a:xfrm>
          <a:custGeom>
            <a:avLst/>
            <a:gdLst/>
            <a:ahLst/>
            <a:rect l="0" t="0" r="r" b="b"/>
            <a:pathLst>
              <a:path w="471" h="39">
                <a:moveTo>
                  <a:pt x="0" y="39"/>
                </a:moveTo>
                <a:lnTo>
                  <a:pt x="471" y="0"/>
                </a:lnTo>
                <a:lnTo>
                  <a:pt x="471" y="1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0" name=""/>
          <p:cNvSpPr/>
          <p:nvPr/>
        </p:nvSpPr>
        <p:spPr>
          <a:xfrm>
            <a:off x="4953240" y="201348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65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1" name=""/>
          <p:cNvSpPr/>
          <p:nvPr/>
        </p:nvSpPr>
        <p:spPr>
          <a:xfrm>
            <a:off x="4955400" y="201348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8"/>
                </a:moveTo>
                <a:lnTo>
                  <a:pt x="459" y="0"/>
                </a:lnTo>
                <a:lnTo>
                  <a:pt x="459" y="1"/>
                </a:lnTo>
                <a:lnTo>
                  <a:pt x="7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2" name=""/>
          <p:cNvSpPr/>
          <p:nvPr/>
        </p:nvSpPr>
        <p:spPr>
          <a:xfrm>
            <a:off x="4957920" y="2013840"/>
            <a:ext cx="162720" cy="13320"/>
          </a:xfrm>
          <a:custGeom>
            <a:avLst/>
            <a:gdLst/>
            <a:ahLst/>
            <a:rect l="0" t="0" r="r" b="b"/>
            <a:pathLst>
              <a:path w="452" h="37">
                <a:moveTo>
                  <a:pt x="0" y="37"/>
                </a:moveTo>
                <a:lnTo>
                  <a:pt x="452" y="0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3" name=""/>
          <p:cNvSpPr/>
          <p:nvPr/>
        </p:nvSpPr>
        <p:spPr>
          <a:xfrm>
            <a:off x="4960080" y="2013840"/>
            <a:ext cx="160560" cy="13320"/>
          </a:xfrm>
          <a:custGeom>
            <a:avLst/>
            <a:gdLst/>
            <a:ahLst/>
            <a:rect l="0" t="0" r="r" b="b"/>
            <a:pathLst>
              <a:path w="446" h="37">
                <a:moveTo>
                  <a:pt x="0" y="37"/>
                </a:moveTo>
                <a:lnTo>
                  <a:pt x="446" y="0"/>
                </a:lnTo>
                <a:lnTo>
                  <a:pt x="446" y="1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4" name=""/>
          <p:cNvSpPr/>
          <p:nvPr/>
        </p:nvSpPr>
        <p:spPr>
          <a:xfrm>
            <a:off x="4962240" y="2014200"/>
            <a:ext cx="158400" cy="12960"/>
          </a:xfrm>
          <a:custGeom>
            <a:avLst/>
            <a:gdLst/>
            <a:ahLst/>
            <a:rect l="0" t="0" r="r" b="b"/>
            <a:pathLst>
              <a:path w="440" h="36">
                <a:moveTo>
                  <a:pt x="0" y="36"/>
                </a:moveTo>
                <a:lnTo>
                  <a:pt x="440" y="0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5" name=""/>
          <p:cNvSpPr/>
          <p:nvPr/>
        </p:nvSpPr>
        <p:spPr>
          <a:xfrm>
            <a:off x="4964400" y="201420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6"/>
                </a:moveTo>
                <a:lnTo>
                  <a:pt x="434" y="0"/>
                </a:lnTo>
                <a:lnTo>
                  <a:pt x="434" y="1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6" name=""/>
          <p:cNvSpPr/>
          <p:nvPr/>
        </p:nvSpPr>
        <p:spPr>
          <a:xfrm>
            <a:off x="4966560" y="201456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8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7" name=""/>
          <p:cNvSpPr/>
          <p:nvPr/>
        </p:nvSpPr>
        <p:spPr>
          <a:xfrm>
            <a:off x="4968720" y="201456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5"/>
                </a:moveTo>
                <a:lnTo>
                  <a:pt x="422" y="0"/>
                </a:lnTo>
                <a:lnTo>
                  <a:pt x="422" y="1"/>
                </a:lnTo>
                <a:lnTo>
                  <a:pt x="7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8" name=""/>
          <p:cNvSpPr/>
          <p:nvPr/>
        </p:nvSpPr>
        <p:spPr>
          <a:xfrm>
            <a:off x="4971240" y="2014920"/>
            <a:ext cx="149400" cy="12240"/>
          </a:xfrm>
          <a:custGeom>
            <a:avLst/>
            <a:gdLst/>
            <a:ahLst/>
            <a:rect l="0" t="0" r="r" b="b"/>
            <a:pathLst>
              <a:path w="415" h="34">
                <a:moveTo>
                  <a:pt x="0" y="34"/>
                </a:moveTo>
                <a:lnTo>
                  <a:pt x="415" y="0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59" name=""/>
          <p:cNvSpPr/>
          <p:nvPr/>
        </p:nvSpPr>
        <p:spPr>
          <a:xfrm>
            <a:off x="4973400" y="201492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4"/>
                </a:moveTo>
                <a:lnTo>
                  <a:pt x="409" y="0"/>
                </a:lnTo>
                <a:lnTo>
                  <a:pt x="409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0" name=""/>
          <p:cNvSpPr/>
          <p:nvPr/>
        </p:nvSpPr>
        <p:spPr>
          <a:xfrm>
            <a:off x="4975560" y="2015280"/>
            <a:ext cx="145080" cy="11880"/>
          </a:xfrm>
          <a:custGeom>
            <a:avLst/>
            <a:gdLst/>
            <a:ahLst/>
            <a:rect l="0" t="0" r="r" b="b"/>
            <a:pathLst>
              <a:path w="403" h="33">
                <a:moveTo>
                  <a:pt x="0" y="33"/>
                </a:moveTo>
                <a:lnTo>
                  <a:pt x="403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1" name=""/>
          <p:cNvSpPr/>
          <p:nvPr/>
        </p:nvSpPr>
        <p:spPr>
          <a:xfrm>
            <a:off x="4977720" y="201528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3"/>
                </a:moveTo>
                <a:lnTo>
                  <a:pt x="397" y="0"/>
                </a:lnTo>
                <a:lnTo>
                  <a:pt x="397" y="1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2" name=""/>
          <p:cNvSpPr/>
          <p:nvPr/>
        </p:nvSpPr>
        <p:spPr>
          <a:xfrm>
            <a:off x="4979880" y="201564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91" y="0"/>
                </a:lnTo>
                <a:lnTo>
                  <a:pt x="7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3" name=""/>
          <p:cNvSpPr/>
          <p:nvPr/>
        </p:nvSpPr>
        <p:spPr>
          <a:xfrm>
            <a:off x="4982400" y="2015640"/>
            <a:ext cx="138240" cy="11520"/>
          </a:xfrm>
          <a:custGeom>
            <a:avLst/>
            <a:gdLst/>
            <a:ahLst/>
            <a:rect l="0" t="0" r="r" b="b"/>
            <a:pathLst>
              <a:path w="384" h="32">
                <a:moveTo>
                  <a:pt x="0" y="32"/>
                </a:moveTo>
                <a:lnTo>
                  <a:pt x="384" y="0"/>
                </a:lnTo>
                <a:lnTo>
                  <a:pt x="384" y="1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4" name=""/>
          <p:cNvSpPr/>
          <p:nvPr/>
        </p:nvSpPr>
        <p:spPr>
          <a:xfrm>
            <a:off x="4984560" y="2016000"/>
            <a:ext cx="136080" cy="11160"/>
          </a:xfrm>
          <a:custGeom>
            <a:avLst/>
            <a:gdLst/>
            <a:ahLst/>
            <a:rect l="0" t="0" r="r" b="b"/>
            <a:pathLst>
              <a:path w="378" h="31">
                <a:moveTo>
                  <a:pt x="0" y="31"/>
                </a:moveTo>
                <a:lnTo>
                  <a:pt x="378" y="0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5" name=""/>
          <p:cNvSpPr/>
          <p:nvPr/>
        </p:nvSpPr>
        <p:spPr>
          <a:xfrm>
            <a:off x="4986720" y="2016000"/>
            <a:ext cx="133920" cy="11160"/>
          </a:xfrm>
          <a:custGeom>
            <a:avLst/>
            <a:gdLst/>
            <a:ahLst/>
            <a:rect l="0" t="0" r="r" b="b"/>
            <a:pathLst>
              <a:path w="372" h="31">
                <a:moveTo>
                  <a:pt x="0" y="31"/>
                </a:moveTo>
                <a:lnTo>
                  <a:pt x="372" y="0"/>
                </a:lnTo>
                <a:lnTo>
                  <a:pt x="372" y="1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8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6" name=""/>
          <p:cNvSpPr/>
          <p:nvPr/>
        </p:nvSpPr>
        <p:spPr>
          <a:xfrm>
            <a:off x="4988880" y="2016360"/>
            <a:ext cx="131760" cy="10800"/>
          </a:xfrm>
          <a:custGeom>
            <a:avLst/>
            <a:gdLst/>
            <a:ahLst/>
            <a:rect l="0" t="0" r="r" b="b"/>
            <a:pathLst>
              <a:path w="366" h="30">
                <a:moveTo>
                  <a:pt x="0" y="30"/>
                </a:moveTo>
                <a:lnTo>
                  <a:pt x="366" y="0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7" name=""/>
          <p:cNvSpPr/>
          <p:nvPr/>
        </p:nvSpPr>
        <p:spPr>
          <a:xfrm>
            <a:off x="4991040" y="201636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60" y="0"/>
                </a:lnTo>
                <a:lnTo>
                  <a:pt x="360" y="1"/>
                </a:lnTo>
                <a:lnTo>
                  <a:pt x="7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8" name=""/>
          <p:cNvSpPr/>
          <p:nvPr/>
        </p:nvSpPr>
        <p:spPr>
          <a:xfrm>
            <a:off x="4993560" y="2016720"/>
            <a:ext cx="127080" cy="10440"/>
          </a:xfrm>
          <a:custGeom>
            <a:avLst/>
            <a:gdLst/>
            <a:ahLst/>
            <a:rect l="0" t="0" r="r" b="b"/>
            <a:pathLst>
              <a:path w="353" h="29">
                <a:moveTo>
                  <a:pt x="0" y="29"/>
                </a:moveTo>
                <a:lnTo>
                  <a:pt x="353" y="0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69" name=""/>
          <p:cNvSpPr/>
          <p:nvPr/>
        </p:nvSpPr>
        <p:spPr>
          <a:xfrm>
            <a:off x="4995720" y="2016720"/>
            <a:ext cx="124920" cy="10800"/>
          </a:xfrm>
          <a:custGeom>
            <a:avLst/>
            <a:gdLst/>
            <a:ahLst/>
            <a:rect l="0" t="0" r="r" b="b"/>
            <a:pathLst>
              <a:path w="347" h="30">
                <a:moveTo>
                  <a:pt x="0" y="30"/>
                </a:moveTo>
                <a:lnTo>
                  <a:pt x="347" y="0"/>
                </a:lnTo>
                <a:lnTo>
                  <a:pt x="347" y="2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1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0" name=""/>
          <p:cNvSpPr/>
          <p:nvPr/>
        </p:nvSpPr>
        <p:spPr>
          <a:xfrm>
            <a:off x="4997880" y="201708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41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1" name=""/>
          <p:cNvSpPr/>
          <p:nvPr/>
        </p:nvSpPr>
        <p:spPr>
          <a:xfrm>
            <a:off x="5000040" y="201708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335" y="1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2" name=""/>
          <p:cNvSpPr/>
          <p:nvPr/>
        </p:nvSpPr>
        <p:spPr>
          <a:xfrm>
            <a:off x="5002200" y="2017440"/>
            <a:ext cx="118440" cy="9720"/>
          </a:xfrm>
          <a:custGeom>
            <a:avLst/>
            <a:gdLst/>
            <a:ahLst/>
            <a:rect l="0" t="0" r="r" b="b"/>
            <a:pathLst>
              <a:path w="329" h="27">
                <a:moveTo>
                  <a:pt x="0" y="27"/>
                </a:moveTo>
                <a:lnTo>
                  <a:pt x="329" y="0"/>
                </a:lnTo>
                <a:lnTo>
                  <a:pt x="7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3" name=""/>
          <p:cNvSpPr/>
          <p:nvPr/>
        </p:nvSpPr>
        <p:spPr>
          <a:xfrm>
            <a:off x="5004720" y="2017440"/>
            <a:ext cx="115920" cy="9720"/>
          </a:xfrm>
          <a:custGeom>
            <a:avLst/>
            <a:gdLst/>
            <a:ahLst/>
            <a:rect l="0" t="0" r="r" b="b"/>
            <a:pathLst>
              <a:path w="322" h="27">
                <a:moveTo>
                  <a:pt x="0" y="27"/>
                </a:moveTo>
                <a:lnTo>
                  <a:pt x="322" y="0"/>
                </a:lnTo>
                <a:lnTo>
                  <a:pt x="322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4" name=""/>
          <p:cNvSpPr/>
          <p:nvPr/>
        </p:nvSpPr>
        <p:spPr>
          <a:xfrm>
            <a:off x="5006880" y="2017800"/>
            <a:ext cx="113760" cy="9360"/>
          </a:xfrm>
          <a:custGeom>
            <a:avLst/>
            <a:gdLst/>
            <a:ahLst/>
            <a:rect l="0" t="0" r="r" b="b"/>
            <a:pathLst>
              <a:path w="316" h="26">
                <a:moveTo>
                  <a:pt x="0" y="26"/>
                </a:moveTo>
                <a:lnTo>
                  <a:pt x="316" y="0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5" name=""/>
          <p:cNvSpPr/>
          <p:nvPr/>
        </p:nvSpPr>
        <p:spPr>
          <a:xfrm>
            <a:off x="5009040" y="201780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10" y="0"/>
                </a:lnTo>
                <a:lnTo>
                  <a:pt x="310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6" name=""/>
          <p:cNvSpPr/>
          <p:nvPr/>
        </p:nvSpPr>
        <p:spPr>
          <a:xfrm>
            <a:off x="5011200" y="201816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304" y="0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7" name=""/>
          <p:cNvSpPr/>
          <p:nvPr/>
        </p:nvSpPr>
        <p:spPr>
          <a:xfrm>
            <a:off x="5013360" y="201816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5"/>
                </a:moveTo>
                <a:lnTo>
                  <a:pt x="298" y="0"/>
                </a:lnTo>
                <a:lnTo>
                  <a:pt x="298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8" name=""/>
          <p:cNvSpPr/>
          <p:nvPr/>
        </p:nvSpPr>
        <p:spPr>
          <a:xfrm>
            <a:off x="5015520" y="2018520"/>
            <a:ext cx="105120" cy="8640"/>
          </a:xfrm>
          <a:custGeom>
            <a:avLst/>
            <a:gdLst/>
            <a:ahLst/>
            <a:rect l="0" t="0" r="r" b="b"/>
            <a:pathLst>
              <a:path w="292" h="24">
                <a:moveTo>
                  <a:pt x="0" y="24"/>
                </a:moveTo>
                <a:lnTo>
                  <a:pt x="292" y="0"/>
                </a:lnTo>
                <a:lnTo>
                  <a:pt x="7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79" name=""/>
          <p:cNvSpPr/>
          <p:nvPr/>
        </p:nvSpPr>
        <p:spPr>
          <a:xfrm>
            <a:off x="5018040" y="2018520"/>
            <a:ext cx="102600" cy="8640"/>
          </a:xfrm>
          <a:custGeom>
            <a:avLst/>
            <a:gdLst/>
            <a:ahLst/>
            <a:rect l="0" t="0" r="r" b="b"/>
            <a:pathLst>
              <a:path w="285" h="24">
                <a:moveTo>
                  <a:pt x="0" y="24"/>
                </a:moveTo>
                <a:lnTo>
                  <a:pt x="285" y="0"/>
                </a:lnTo>
                <a:lnTo>
                  <a:pt x="285" y="1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0" name=""/>
          <p:cNvSpPr/>
          <p:nvPr/>
        </p:nvSpPr>
        <p:spPr>
          <a:xfrm>
            <a:off x="5020200" y="2018880"/>
            <a:ext cx="100440" cy="8280"/>
          </a:xfrm>
          <a:custGeom>
            <a:avLst/>
            <a:gdLst/>
            <a:ahLst/>
            <a:rect l="0" t="0" r="r" b="b"/>
            <a:pathLst>
              <a:path w="279" h="23">
                <a:moveTo>
                  <a:pt x="0" y="23"/>
                </a:moveTo>
                <a:lnTo>
                  <a:pt x="279" y="0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1" name=""/>
          <p:cNvSpPr/>
          <p:nvPr/>
        </p:nvSpPr>
        <p:spPr>
          <a:xfrm>
            <a:off x="5022360" y="201888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73" y="0"/>
                </a:lnTo>
                <a:lnTo>
                  <a:pt x="273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2" name=""/>
          <p:cNvSpPr/>
          <p:nvPr/>
        </p:nvSpPr>
        <p:spPr>
          <a:xfrm>
            <a:off x="5024520" y="2019240"/>
            <a:ext cx="96120" cy="7920"/>
          </a:xfrm>
          <a:custGeom>
            <a:avLst/>
            <a:gdLst/>
            <a:ahLst/>
            <a:rect l="0" t="0" r="r" b="b"/>
            <a:pathLst>
              <a:path w="267" h="22">
                <a:moveTo>
                  <a:pt x="0" y="22"/>
                </a:moveTo>
                <a:lnTo>
                  <a:pt x="267" y="0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d0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3" name=""/>
          <p:cNvSpPr/>
          <p:nvPr/>
        </p:nvSpPr>
        <p:spPr>
          <a:xfrm>
            <a:off x="5026680" y="2019240"/>
            <a:ext cx="93960" cy="8280"/>
          </a:xfrm>
          <a:custGeom>
            <a:avLst/>
            <a:gdLst/>
            <a:ahLst/>
            <a:rect l="0" t="0" r="r" b="b"/>
            <a:pathLst>
              <a:path w="261" h="23">
                <a:moveTo>
                  <a:pt x="0" y="23"/>
                </a:moveTo>
                <a:lnTo>
                  <a:pt x="261" y="0"/>
                </a:lnTo>
                <a:lnTo>
                  <a:pt x="261" y="2"/>
                </a:lnTo>
                <a:lnTo>
                  <a:pt x="7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4" name=""/>
          <p:cNvSpPr/>
          <p:nvPr/>
        </p:nvSpPr>
        <p:spPr>
          <a:xfrm>
            <a:off x="5029200" y="2019600"/>
            <a:ext cx="91440" cy="7560"/>
          </a:xfrm>
          <a:custGeom>
            <a:avLst/>
            <a:gdLst/>
            <a:ahLst/>
            <a:rect l="0" t="0" r="r" b="b"/>
            <a:pathLst>
              <a:path w="254" h="21">
                <a:moveTo>
                  <a:pt x="0" y="21"/>
                </a:moveTo>
                <a:lnTo>
                  <a:pt x="254" y="0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5" name=""/>
          <p:cNvSpPr/>
          <p:nvPr/>
        </p:nvSpPr>
        <p:spPr>
          <a:xfrm>
            <a:off x="5031360" y="201960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1"/>
                </a:moveTo>
                <a:lnTo>
                  <a:pt x="248" y="0"/>
                </a:lnTo>
                <a:lnTo>
                  <a:pt x="248" y="1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6" name=""/>
          <p:cNvSpPr/>
          <p:nvPr/>
        </p:nvSpPr>
        <p:spPr>
          <a:xfrm>
            <a:off x="5033520" y="2019960"/>
            <a:ext cx="87120" cy="7200"/>
          </a:xfrm>
          <a:custGeom>
            <a:avLst/>
            <a:gdLst/>
            <a:ahLst/>
            <a:rect l="0" t="0" r="r" b="b"/>
            <a:pathLst>
              <a:path w="242" h="20">
                <a:moveTo>
                  <a:pt x="0" y="20"/>
                </a:moveTo>
                <a:lnTo>
                  <a:pt x="242" y="0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7" name=""/>
          <p:cNvSpPr/>
          <p:nvPr/>
        </p:nvSpPr>
        <p:spPr>
          <a:xfrm>
            <a:off x="5035680" y="201996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6" y="0"/>
                </a:lnTo>
                <a:lnTo>
                  <a:pt x="236" y="1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8" name=""/>
          <p:cNvSpPr/>
          <p:nvPr/>
        </p:nvSpPr>
        <p:spPr>
          <a:xfrm>
            <a:off x="5037840" y="2020320"/>
            <a:ext cx="82800" cy="6840"/>
          </a:xfrm>
          <a:custGeom>
            <a:avLst/>
            <a:gdLst/>
            <a:ahLst/>
            <a:rect l="0" t="0" r="r" b="b"/>
            <a:pathLst>
              <a:path w="230" h="19">
                <a:moveTo>
                  <a:pt x="0" y="19"/>
                </a:moveTo>
                <a:lnTo>
                  <a:pt x="230" y="0"/>
                </a:lnTo>
                <a:lnTo>
                  <a:pt x="7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89" name=""/>
          <p:cNvSpPr/>
          <p:nvPr/>
        </p:nvSpPr>
        <p:spPr>
          <a:xfrm>
            <a:off x="5040360" y="2020320"/>
            <a:ext cx="80280" cy="6840"/>
          </a:xfrm>
          <a:custGeom>
            <a:avLst/>
            <a:gdLst/>
            <a:ahLst/>
            <a:rect l="0" t="0" r="r" b="b"/>
            <a:pathLst>
              <a:path w="223" h="19">
                <a:moveTo>
                  <a:pt x="0" y="19"/>
                </a:moveTo>
                <a:lnTo>
                  <a:pt x="223" y="0"/>
                </a:lnTo>
                <a:lnTo>
                  <a:pt x="223" y="1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0" name=""/>
          <p:cNvSpPr/>
          <p:nvPr/>
        </p:nvSpPr>
        <p:spPr>
          <a:xfrm>
            <a:off x="5042520" y="2020680"/>
            <a:ext cx="78120" cy="6480"/>
          </a:xfrm>
          <a:custGeom>
            <a:avLst/>
            <a:gdLst/>
            <a:ahLst/>
            <a:rect l="0" t="0" r="r" b="b"/>
            <a:pathLst>
              <a:path w="217" h="18">
                <a:moveTo>
                  <a:pt x="0" y="18"/>
                </a:moveTo>
                <a:lnTo>
                  <a:pt x="217" y="0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1" name=""/>
          <p:cNvSpPr/>
          <p:nvPr/>
        </p:nvSpPr>
        <p:spPr>
          <a:xfrm>
            <a:off x="5044680" y="2020680"/>
            <a:ext cx="75960" cy="6480"/>
          </a:xfrm>
          <a:custGeom>
            <a:avLst/>
            <a:gdLst/>
            <a:ahLst/>
            <a:rect l="0" t="0" r="r" b="b"/>
            <a:pathLst>
              <a:path w="211" h="18">
                <a:moveTo>
                  <a:pt x="0" y="18"/>
                </a:moveTo>
                <a:lnTo>
                  <a:pt x="211" y="0"/>
                </a:lnTo>
                <a:lnTo>
                  <a:pt x="211" y="1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2" name=""/>
          <p:cNvSpPr/>
          <p:nvPr/>
        </p:nvSpPr>
        <p:spPr>
          <a:xfrm>
            <a:off x="5046840" y="2021040"/>
            <a:ext cx="73800" cy="6120"/>
          </a:xfrm>
          <a:custGeom>
            <a:avLst/>
            <a:gdLst/>
            <a:ahLst/>
            <a:rect l="0" t="0" r="r" b="b"/>
            <a:pathLst>
              <a:path w="205" h="17">
                <a:moveTo>
                  <a:pt x="0" y="17"/>
                </a:moveTo>
                <a:lnTo>
                  <a:pt x="205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3" name=""/>
          <p:cNvSpPr/>
          <p:nvPr/>
        </p:nvSpPr>
        <p:spPr>
          <a:xfrm>
            <a:off x="5049000" y="202104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7"/>
                </a:moveTo>
                <a:lnTo>
                  <a:pt x="199" y="0"/>
                </a:lnTo>
                <a:lnTo>
                  <a:pt x="199" y="1"/>
                </a:lnTo>
                <a:lnTo>
                  <a:pt x="7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4" name=""/>
          <p:cNvSpPr/>
          <p:nvPr/>
        </p:nvSpPr>
        <p:spPr>
          <a:xfrm>
            <a:off x="5051520" y="2021400"/>
            <a:ext cx="69120" cy="5760"/>
          </a:xfrm>
          <a:custGeom>
            <a:avLst/>
            <a:gdLst/>
            <a:ahLst/>
            <a:rect l="0" t="0" r="r" b="b"/>
            <a:pathLst>
              <a:path w="192" h="16">
                <a:moveTo>
                  <a:pt x="0" y="16"/>
                </a:moveTo>
                <a:lnTo>
                  <a:pt x="192" y="0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f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5" name=""/>
          <p:cNvSpPr/>
          <p:nvPr/>
        </p:nvSpPr>
        <p:spPr>
          <a:xfrm>
            <a:off x="5053680" y="2021400"/>
            <a:ext cx="66960" cy="5760"/>
          </a:xfrm>
          <a:custGeom>
            <a:avLst/>
            <a:gdLst/>
            <a:ahLst/>
            <a:rect l="0" t="0" r="r" b="b"/>
            <a:pathLst>
              <a:path w="186" h="16">
                <a:moveTo>
                  <a:pt x="0" y="16"/>
                </a:moveTo>
                <a:lnTo>
                  <a:pt x="186" y="0"/>
                </a:lnTo>
                <a:lnTo>
                  <a:pt x="186" y="1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6" name=""/>
          <p:cNvSpPr/>
          <p:nvPr/>
        </p:nvSpPr>
        <p:spPr>
          <a:xfrm>
            <a:off x="5055840" y="202176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80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7" name=""/>
          <p:cNvSpPr/>
          <p:nvPr/>
        </p:nvSpPr>
        <p:spPr>
          <a:xfrm>
            <a:off x="5058000" y="202176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74" y="0"/>
                </a:lnTo>
                <a:lnTo>
                  <a:pt x="174" y="1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8" name=""/>
          <p:cNvSpPr/>
          <p:nvPr/>
        </p:nvSpPr>
        <p:spPr>
          <a:xfrm>
            <a:off x="5060160" y="2022120"/>
            <a:ext cx="60480" cy="5040"/>
          </a:xfrm>
          <a:custGeom>
            <a:avLst/>
            <a:gdLst/>
            <a:ahLst/>
            <a:rect l="0" t="0" r="r" b="b"/>
            <a:pathLst>
              <a:path w="168" h="14">
                <a:moveTo>
                  <a:pt x="0" y="14"/>
                </a:moveTo>
                <a:lnTo>
                  <a:pt x="168" y="0"/>
                </a:lnTo>
                <a:lnTo>
                  <a:pt x="7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199" name=""/>
          <p:cNvSpPr/>
          <p:nvPr/>
        </p:nvSpPr>
        <p:spPr>
          <a:xfrm>
            <a:off x="5062680" y="2022120"/>
            <a:ext cx="57960" cy="5040"/>
          </a:xfrm>
          <a:custGeom>
            <a:avLst/>
            <a:gdLst/>
            <a:ahLst/>
            <a:rect l="0" t="0" r="r" b="b"/>
            <a:pathLst>
              <a:path w="161" h="14">
                <a:moveTo>
                  <a:pt x="0" y="14"/>
                </a:moveTo>
                <a:lnTo>
                  <a:pt x="161" y="0"/>
                </a:lnTo>
                <a:lnTo>
                  <a:pt x="161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0" name=""/>
          <p:cNvSpPr/>
          <p:nvPr/>
        </p:nvSpPr>
        <p:spPr>
          <a:xfrm>
            <a:off x="5064840" y="2022480"/>
            <a:ext cx="55800" cy="4680"/>
          </a:xfrm>
          <a:custGeom>
            <a:avLst/>
            <a:gdLst/>
            <a:ahLst/>
            <a:rect l="0" t="0" r="r" b="b"/>
            <a:pathLst>
              <a:path w="155" h="13">
                <a:moveTo>
                  <a:pt x="0" y="13"/>
                </a:moveTo>
                <a:lnTo>
                  <a:pt x="155" y="0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1" name=""/>
          <p:cNvSpPr/>
          <p:nvPr/>
        </p:nvSpPr>
        <p:spPr>
          <a:xfrm>
            <a:off x="5067000" y="202248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3"/>
                </a:moveTo>
                <a:lnTo>
                  <a:pt x="149" y="0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2" name=""/>
          <p:cNvSpPr/>
          <p:nvPr/>
        </p:nvSpPr>
        <p:spPr>
          <a:xfrm>
            <a:off x="5069160" y="2022480"/>
            <a:ext cx="51480" cy="4680"/>
          </a:xfrm>
          <a:custGeom>
            <a:avLst/>
            <a:gdLst/>
            <a:ahLst/>
            <a:rect l="0" t="0" r="r" b="b"/>
            <a:pathLst>
              <a:path w="143" h="13">
                <a:moveTo>
                  <a:pt x="0" y="13"/>
                </a:moveTo>
                <a:lnTo>
                  <a:pt x="143" y="0"/>
                </a:lnTo>
                <a:lnTo>
                  <a:pt x="143" y="1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3" name=""/>
          <p:cNvSpPr/>
          <p:nvPr/>
        </p:nvSpPr>
        <p:spPr>
          <a:xfrm>
            <a:off x="5071320" y="2022840"/>
            <a:ext cx="49320" cy="4320"/>
          </a:xfrm>
          <a:custGeom>
            <a:avLst/>
            <a:gdLst/>
            <a:ahLst/>
            <a:rect l="0" t="0" r="r" b="b"/>
            <a:pathLst>
              <a:path w="137" h="12">
                <a:moveTo>
                  <a:pt x="0" y="12"/>
                </a:moveTo>
                <a:lnTo>
                  <a:pt x="137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4" name=""/>
          <p:cNvSpPr/>
          <p:nvPr/>
        </p:nvSpPr>
        <p:spPr>
          <a:xfrm>
            <a:off x="5073480" y="202284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2"/>
                </a:moveTo>
                <a:lnTo>
                  <a:pt x="131" y="0"/>
                </a:lnTo>
                <a:lnTo>
                  <a:pt x="131" y="1"/>
                </a:lnTo>
                <a:lnTo>
                  <a:pt x="7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5" name=""/>
          <p:cNvSpPr/>
          <p:nvPr/>
        </p:nvSpPr>
        <p:spPr>
          <a:xfrm>
            <a:off x="5076000" y="2023200"/>
            <a:ext cx="44640" cy="4320"/>
          </a:xfrm>
          <a:custGeom>
            <a:avLst/>
            <a:gdLst/>
            <a:ahLst/>
            <a:rect l="0" t="0" r="r" b="b"/>
            <a:pathLst>
              <a:path w="124" h="12">
                <a:moveTo>
                  <a:pt x="0" y="12"/>
                </a:moveTo>
                <a:lnTo>
                  <a:pt x="124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6" name=""/>
          <p:cNvSpPr/>
          <p:nvPr/>
        </p:nvSpPr>
        <p:spPr>
          <a:xfrm>
            <a:off x="5078160" y="2023200"/>
            <a:ext cx="42480" cy="4320"/>
          </a:xfrm>
          <a:custGeom>
            <a:avLst/>
            <a:gdLst/>
            <a:ahLst/>
            <a:rect l="0" t="0" r="r" b="b"/>
            <a:pathLst>
              <a:path w="118" h="12">
                <a:moveTo>
                  <a:pt x="0" y="12"/>
                </a:moveTo>
                <a:lnTo>
                  <a:pt x="118" y="0"/>
                </a:lnTo>
                <a:lnTo>
                  <a:pt x="118" y="2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7" name=""/>
          <p:cNvSpPr/>
          <p:nvPr/>
        </p:nvSpPr>
        <p:spPr>
          <a:xfrm>
            <a:off x="5080320" y="2023560"/>
            <a:ext cx="40320" cy="3600"/>
          </a:xfrm>
          <a:custGeom>
            <a:avLst/>
            <a:gdLst/>
            <a:ahLst/>
            <a:rect l="0" t="0" r="r" b="b"/>
            <a:pathLst>
              <a:path w="112" h="10">
                <a:moveTo>
                  <a:pt x="0" y="10"/>
                </a:moveTo>
                <a:lnTo>
                  <a:pt x="112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8" name=""/>
          <p:cNvSpPr/>
          <p:nvPr/>
        </p:nvSpPr>
        <p:spPr>
          <a:xfrm>
            <a:off x="5082480" y="202356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10"/>
                </a:moveTo>
                <a:lnTo>
                  <a:pt x="106" y="0"/>
                </a:lnTo>
                <a:lnTo>
                  <a:pt x="106" y="1"/>
                </a:lnTo>
                <a:lnTo>
                  <a:pt x="7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09" name=""/>
          <p:cNvSpPr/>
          <p:nvPr/>
        </p:nvSpPr>
        <p:spPr>
          <a:xfrm>
            <a:off x="5084640" y="202392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9"/>
                </a:moveTo>
                <a:lnTo>
                  <a:pt x="100" y="0"/>
                </a:lnTo>
                <a:lnTo>
                  <a:pt x="7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0" name=""/>
          <p:cNvSpPr/>
          <p:nvPr/>
        </p:nvSpPr>
        <p:spPr>
          <a:xfrm>
            <a:off x="5087160" y="2023920"/>
            <a:ext cx="33480" cy="3240"/>
          </a:xfrm>
          <a:custGeom>
            <a:avLst/>
            <a:gdLst/>
            <a:ahLst/>
            <a:rect l="0" t="0" r="r" b="b"/>
            <a:pathLst>
              <a:path w="93" h="9">
                <a:moveTo>
                  <a:pt x="0" y="9"/>
                </a:moveTo>
                <a:lnTo>
                  <a:pt x="93" y="0"/>
                </a:lnTo>
                <a:lnTo>
                  <a:pt x="93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1" name=""/>
          <p:cNvSpPr/>
          <p:nvPr/>
        </p:nvSpPr>
        <p:spPr>
          <a:xfrm>
            <a:off x="5089320" y="2024280"/>
            <a:ext cx="31320" cy="2880"/>
          </a:xfrm>
          <a:custGeom>
            <a:avLst/>
            <a:gdLst/>
            <a:ahLst/>
            <a:rect l="0" t="0" r="r" b="b"/>
            <a:pathLst>
              <a:path w="87" h="8">
                <a:moveTo>
                  <a:pt x="0" y="8"/>
                </a:moveTo>
                <a:lnTo>
                  <a:pt x="87" y="0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2" name=""/>
          <p:cNvSpPr/>
          <p:nvPr/>
        </p:nvSpPr>
        <p:spPr>
          <a:xfrm>
            <a:off x="5091480" y="2024280"/>
            <a:ext cx="29160" cy="2880"/>
          </a:xfrm>
          <a:custGeom>
            <a:avLst/>
            <a:gdLst/>
            <a:ahLst/>
            <a:rect l="0" t="0" r="r" b="b"/>
            <a:pathLst>
              <a:path w="81" h="8">
                <a:moveTo>
                  <a:pt x="0" y="8"/>
                </a:moveTo>
                <a:lnTo>
                  <a:pt x="81" y="0"/>
                </a:lnTo>
                <a:lnTo>
                  <a:pt x="81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3" name=""/>
          <p:cNvSpPr/>
          <p:nvPr/>
        </p:nvSpPr>
        <p:spPr>
          <a:xfrm>
            <a:off x="5093640" y="202464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7"/>
                </a:moveTo>
                <a:lnTo>
                  <a:pt x="75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4" name=""/>
          <p:cNvSpPr/>
          <p:nvPr/>
        </p:nvSpPr>
        <p:spPr>
          <a:xfrm>
            <a:off x="5095800" y="2024640"/>
            <a:ext cx="24840" cy="2520"/>
          </a:xfrm>
          <a:custGeom>
            <a:avLst/>
            <a:gdLst/>
            <a:ahLst/>
            <a:rect l="0" t="0" r="r" b="b"/>
            <a:pathLst>
              <a:path w="69" h="7">
                <a:moveTo>
                  <a:pt x="0" y="7"/>
                </a:moveTo>
                <a:lnTo>
                  <a:pt x="69" y="0"/>
                </a:lnTo>
                <a:lnTo>
                  <a:pt x="69" y="1"/>
                </a:lnTo>
                <a:lnTo>
                  <a:pt x="7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5" name=""/>
          <p:cNvSpPr/>
          <p:nvPr/>
        </p:nvSpPr>
        <p:spPr>
          <a:xfrm>
            <a:off x="5098320" y="2025000"/>
            <a:ext cx="22320" cy="2520"/>
          </a:xfrm>
          <a:custGeom>
            <a:avLst/>
            <a:gdLst/>
            <a:ahLst/>
            <a:rect l="0" t="0" r="r" b="b"/>
            <a:pathLst>
              <a:path w="62" h="7">
                <a:moveTo>
                  <a:pt x="0" y="7"/>
                </a:moveTo>
                <a:lnTo>
                  <a:pt x="62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6" name=""/>
          <p:cNvSpPr/>
          <p:nvPr/>
        </p:nvSpPr>
        <p:spPr>
          <a:xfrm>
            <a:off x="5100480" y="2025000"/>
            <a:ext cx="20160" cy="2520"/>
          </a:xfrm>
          <a:custGeom>
            <a:avLst/>
            <a:gdLst/>
            <a:ahLst/>
            <a:rect l="0" t="0" r="r" b="b"/>
            <a:pathLst>
              <a:path w="56" h="7">
                <a:moveTo>
                  <a:pt x="0" y="7"/>
                </a:moveTo>
                <a:lnTo>
                  <a:pt x="56" y="0"/>
                </a:lnTo>
                <a:lnTo>
                  <a:pt x="56" y="2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7" name=""/>
          <p:cNvSpPr/>
          <p:nvPr/>
        </p:nvSpPr>
        <p:spPr>
          <a:xfrm>
            <a:off x="5102640" y="202536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8" name=""/>
          <p:cNvSpPr/>
          <p:nvPr/>
        </p:nvSpPr>
        <p:spPr>
          <a:xfrm>
            <a:off x="5104800" y="2025360"/>
            <a:ext cx="15840" cy="2160"/>
          </a:xfrm>
          <a:custGeom>
            <a:avLst/>
            <a:gdLst/>
            <a:ahLst/>
            <a:rect l="0" t="0" r="r" b="b"/>
            <a:pathLst>
              <a:path w="44" h="6">
                <a:moveTo>
                  <a:pt x="0" y="6"/>
                </a:moveTo>
                <a:lnTo>
                  <a:pt x="44" y="0"/>
                </a:lnTo>
                <a:lnTo>
                  <a:pt x="44" y="2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19" name=""/>
          <p:cNvSpPr/>
          <p:nvPr/>
        </p:nvSpPr>
        <p:spPr>
          <a:xfrm>
            <a:off x="5106960" y="2025720"/>
            <a:ext cx="13680" cy="1440"/>
          </a:xfrm>
          <a:custGeom>
            <a:avLst/>
            <a:gdLst/>
            <a:ahLst/>
            <a:rect l="0" t="0" r="r" b="b"/>
            <a:pathLst>
              <a:path w="38" h="4">
                <a:moveTo>
                  <a:pt x="0" y="4"/>
                </a:moveTo>
                <a:lnTo>
                  <a:pt x="38" y="0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20" name=""/>
          <p:cNvSpPr/>
          <p:nvPr/>
        </p:nvSpPr>
        <p:spPr>
          <a:xfrm>
            <a:off x="5109480" y="2025720"/>
            <a:ext cx="11160" cy="1440"/>
          </a:xfrm>
          <a:custGeom>
            <a:avLst/>
            <a:gdLst/>
            <a:ahLst/>
            <a:rect l="0" t="0" r="r" b="b"/>
            <a:pathLst>
              <a:path w="31" h="4">
                <a:moveTo>
                  <a:pt x="0" y="4"/>
                </a:moveTo>
                <a:lnTo>
                  <a:pt x="31" y="0"/>
                </a:lnTo>
                <a:lnTo>
                  <a:pt x="31" y="1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21" name=""/>
          <p:cNvSpPr/>
          <p:nvPr/>
        </p:nvSpPr>
        <p:spPr>
          <a:xfrm>
            <a:off x="5111640" y="2026080"/>
            <a:ext cx="9000" cy="1440"/>
          </a:xfrm>
          <a:custGeom>
            <a:avLst/>
            <a:gdLst/>
            <a:ahLst/>
            <a:rect l="0" t="0" r="r" b="b"/>
            <a:pathLst>
              <a:path w="25" h="4">
                <a:moveTo>
                  <a:pt x="0" y="4"/>
                </a:moveTo>
                <a:lnTo>
                  <a:pt x="25" y="0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22" name=""/>
          <p:cNvSpPr/>
          <p:nvPr/>
        </p:nvSpPr>
        <p:spPr>
          <a:xfrm>
            <a:off x="5113800" y="2026080"/>
            <a:ext cx="6840" cy="1440"/>
          </a:xfrm>
          <a:custGeom>
            <a:avLst/>
            <a:gdLst/>
            <a:ahLst/>
            <a:rect l="0" t="0" r="r" b="b"/>
            <a:pathLst>
              <a:path w="19" h="4">
                <a:moveTo>
                  <a:pt x="0" y="4"/>
                </a:moveTo>
                <a:lnTo>
                  <a:pt x="19" y="0"/>
                </a:lnTo>
                <a:lnTo>
                  <a:pt x="19" y="2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23" name=""/>
          <p:cNvSpPr/>
          <p:nvPr/>
        </p:nvSpPr>
        <p:spPr>
          <a:xfrm>
            <a:off x="5115960" y="2026440"/>
            <a:ext cx="4320" cy="360"/>
          </a:xfrm>
          <a:custGeom>
            <a:avLst/>
            <a:gdLst/>
            <a:ahLst/>
            <a:rect l="0" t="0" r="r" b="b"/>
            <a:pathLst>
              <a:path w="12" h="1">
                <a:moveTo>
                  <a:pt x="0" y="1"/>
                </a:moveTo>
                <a:lnTo>
                  <a:pt x="12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24" name=""/>
          <p:cNvSpPr/>
          <p:nvPr/>
        </p:nvSpPr>
        <p:spPr>
          <a:xfrm>
            <a:off x="5118120" y="2026440"/>
            <a:ext cx="2160" cy="360"/>
          </a:xfrm>
          <a:custGeom>
            <a:avLst/>
            <a:gdLst/>
            <a:ahLst/>
            <a:rect l="0" t="0" r="r" b="b"/>
            <a:pathLst>
              <a:path w="6" h="1">
                <a:moveTo>
                  <a:pt x="0" y="1"/>
                </a:moveTo>
                <a:lnTo>
                  <a:pt x="6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225" name=""/>
          <p:cNvSpPr/>
          <p:nvPr/>
        </p:nvSpPr>
        <p:spPr>
          <a:xfrm>
            <a:off x="4836960" y="2003760"/>
            <a:ext cx="283680" cy="23400"/>
          </a:xfrm>
          <a:custGeom>
            <a:avLst/>
            <a:gdLst/>
            <a:ahLst/>
            <a:rect l="0" t="0" r="r" b="b"/>
            <a:pathLst>
              <a:path w="788" h="65">
                <a:moveTo>
                  <a:pt x="0" y="65"/>
                </a:moveTo>
                <a:lnTo>
                  <a:pt x="788" y="65"/>
                </a:lnTo>
                <a:lnTo>
                  <a:pt x="788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26" name=""/>
          <p:cNvSpPr/>
          <p:nvPr/>
        </p:nvSpPr>
        <p:spPr>
          <a:xfrm>
            <a:off x="4866120" y="2026800"/>
            <a:ext cx="7200" cy="1440"/>
          </a:xfrm>
          <a:custGeom>
            <a:avLst/>
            <a:gdLst/>
            <a:ahLst/>
            <a:rect l="0" t="0" r="r" b="b"/>
            <a:pathLst>
              <a:path w="20" h="4">
                <a:moveTo>
                  <a:pt x="0" y="0"/>
                </a:moveTo>
                <a:lnTo>
                  <a:pt x="20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27" name=""/>
          <p:cNvSpPr/>
          <p:nvPr/>
        </p:nvSpPr>
        <p:spPr>
          <a:xfrm>
            <a:off x="4866120" y="2026800"/>
            <a:ext cx="10800" cy="1800"/>
          </a:xfrm>
          <a:custGeom>
            <a:avLst/>
            <a:gdLst/>
            <a:ahLst/>
            <a:rect l="0" t="0" r="r" b="b"/>
            <a:pathLst>
              <a:path w="30" h="5">
                <a:moveTo>
                  <a:pt x="0" y="3"/>
                </a:moveTo>
                <a:lnTo>
                  <a:pt x="20" y="0"/>
                </a:lnTo>
                <a:lnTo>
                  <a:pt x="30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28" name=""/>
          <p:cNvSpPr/>
          <p:nvPr/>
        </p:nvSpPr>
        <p:spPr>
          <a:xfrm>
            <a:off x="4866120" y="2026800"/>
            <a:ext cx="14400" cy="1800"/>
          </a:xfrm>
          <a:custGeom>
            <a:avLst/>
            <a:gdLst/>
            <a:ahLst/>
            <a:rect l="0" t="0" r="r" b="b"/>
            <a:pathLst>
              <a:path w="40" h="5">
                <a:moveTo>
                  <a:pt x="0" y="4"/>
                </a:moveTo>
                <a:lnTo>
                  <a:pt x="29" y="0"/>
                </a:lnTo>
                <a:lnTo>
                  <a:pt x="40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29" name=""/>
          <p:cNvSpPr/>
          <p:nvPr/>
        </p:nvSpPr>
        <p:spPr>
          <a:xfrm>
            <a:off x="4866120" y="202680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5"/>
                </a:moveTo>
                <a:lnTo>
                  <a:pt x="40" y="0"/>
                </a:lnTo>
                <a:lnTo>
                  <a:pt x="50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0" name=""/>
          <p:cNvSpPr/>
          <p:nvPr/>
        </p:nvSpPr>
        <p:spPr>
          <a:xfrm>
            <a:off x="4866120" y="2026800"/>
            <a:ext cx="21240" cy="2520"/>
          </a:xfrm>
          <a:custGeom>
            <a:avLst/>
            <a:gdLst/>
            <a:ahLst/>
            <a:rect l="0" t="0" r="r" b="b"/>
            <a:pathLst>
              <a:path w="59" h="7">
                <a:moveTo>
                  <a:pt x="0" y="6"/>
                </a:moveTo>
                <a:lnTo>
                  <a:pt x="50" y="0"/>
                </a:lnTo>
                <a:lnTo>
                  <a:pt x="59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1" name=""/>
          <p:cNvSpPr/>
          <p:nvPr/>
        </p:nvSpPr>
        <p:spPr>
          <a:xfrm>
            <a:off x="4866120" y="2026800"/>
            <a:ext cx="24840" cy="3240"/>
          </a:xfrm>
          <a:custGeom>
            <a:avLst/>
            <a:gdLst/>
            <a:ahLst/>
            <a:rect l="0" t="0" r="r" b="b"/>
            <a:pathLst>
              <a:path w="69" h="9">
                <a:moveTo>
                  <a:pt x="0" y="7"/>
                </a:moveTo>
                <a:lnTo>
                  <a:pt x="59" y="0"/>
                </a:lnTo>
                <a:lnTo>
                  <a:pt x="69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2" name=""/>
          <p:cNvSpPr/>
          <p:nvPr/>
        </p:nvSpPr>
        <p:spPr>
          <a:xfrm>
            <a:off x="4866120" y="2026800"/>
            <a:ext cx="28440" cy="3240"/>
          </a:xfrm>
          <a:custGeom>
            <a:avLst/>
            <a:gdLst/>
            <a:ahLst/>
            <a:rect l="0" t="0" r="r" b="b"/>
            <a:pathLst>
              <a:path w="79" h="9">
                <a:moveTo>
                  <a:pt x="0" y="8"/>
                </a:moveTo>
                <a:lnTo>
                  <a:pt x="69" y="0"/>
                </a:lnTo>
                <a:lnTo>
                  <a:pt x="79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3" name=""/>
          <p:cNvSpPr/>
          <p:nvPr/>
        </p:nvSpPr>
        <p:spPr>
          <a:xfrm>
            <a:off x="4866120" y="202680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8"/>
                </a:moveTo>
                <a:lnTo>
                  <a:pt x="79" y="0"/>
                </a:lnTo>
                <a:lnTo>
                  <a:pt x="99" y="0"/>
                </a:lnTo>
                <a:lnTo>
                  <a:pt x="0" y="11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4" name=""/>
          <p:cNvSpPr/>
          <p:nvPr/>
        </p:nvSpPr>
        <p:spPr>
          <a:xfrm>
            <a:off x="4866120" y="202680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98" y="0"/>
                </a:lnTo>
                <a:lnTo>
                  <a:pt x="104" y="0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5" name=""/>
          <p:cNvSpPr/>
          <p:nvPr/>
        </p:nvSpPr>
        <p:spPr>
          <a:xfrm>
            <a:off x="4866120" y="2026800"/>
            <a:ext cx="38880" cy="4320"/>
          </a:xfrm>
          <a:custGeom>
            <a:avLst/>
            <a:gdLst/>
            <a:ahLst/>
            <a:rect l="0" t="0" r="r" b="b"/>
            <a:pathLst>
              <a:path w="108" h="12">
                <a:moveTo>
                  <a:pt x="0" y="11"/>
                </a:moveTo>
                <a:lnTo>
                  <a:pt x="104" y="0"/>
                </a:lnTo>
                <a:lnTo>
                  <a:pt x="108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6" name=""/>
          <p:cNvSpPr/>
          <p:nvPr/>
        </p:nvSpPr>
        <p:spPr>
          <a:xfrm>
            <a:off x="4866120" y="2026800"/>
            <a:ext cx="42480" cy="4680"/>
          </a:xfrm>
          <a:custGeom>
            <a:avLst/>
            <a:gdLst/>
            <a:ahLst/>
            <a:rect l="0" t="0" r="r" b="b"/>
            <a:pathLst>
              <a:path w="118" h="13">
                <a:moveTo>
                  <a:pt x="0" y="12"/>
                </a:moveTo>
                <a:lnTo>
                  <a:pt x="107" y="0"/>
                </a:lnTo>
                <a:lnTo>
                  <a:pt x="118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7" name=""/>
          <p:cNvSpPr/>
          <p:nvPr/>
        </p:nvSpPr>
        <p:spPr>
          <a:xfrm>
            <a:off x="4866120" y="2026800"/>
            <a:ext cx="46080" cy="5040"/>
          </a:xfrm>
          <a:custGeom>
            <a:avLst/>
            <a:gdLst/>
            <a:ahLst/>
            <a:rect l="0" t="0" r="r" b="b"/>
            <a:pathLst>
              <a:path w="128" h="14">
                <a:moveTo>
                  <a:pt x="0" y="13"/>
                </a:moveTo>
                <a:lnTo>
                  <a:pt x="118" y="0"/>
                </a:lnTo>
                <a:lnTo>
                  <a:pt x="128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8" name=""/>
          <p:cNvSpPr/>
          <p:nvPr/>
        </p:nvSpPr>
        <p:spPr>
          <a:xfrm>
            <a:off x="4866120" y="2026800"/>
            <a:ext cx="47880" cy="5040"/>
          </a:xfrm>
          <a:custGeom>
            <a:avLst/>
            <a:gdLst/>
            <a:ahLst/>
            <a:rect l="0" t="0" r="r" b="b"/>
            <a:pathLst>
              <a:path w="133" h="14">
                <a:moveTo>
                  <a:pt x="0" y="14"/>
                </a:moveTo>
                <a:lnTo>
                  <a:pt x="128" y="0"/>
                </a:lnTo>
                <a:lnTo>
                  <a:pt x="133" y="0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39" name=""/>
          <p:cNvSpPr/>
          <p:nvPr/>
        </p:nvSpPr>
        <p:spPr>
          <a:xfrm>
            <a:off x="4866120" y="2026800"/>
            <a:ext cx="49680" cy="5400"/>
          </a:xfrm>
          <a:custGeom>
            <a:avLst/>
            <a:gdLst/>
            <a:ahLst/>
            <a:rect l="0" t="0" r="r" b="b"/>
            <a:pathLst>
              <a:path w="138" h="15">
                <a:moveTo>
                  <a:pt x="0" y="14"/>
                </a:moveTo>
                <a:lnTo>
                  <a:pt x="133" y="0"/>
                </a:lnTo>
                <a:lnTo>
                  <a:pt x="13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0" name=""/>
          <p:cNvSpPr/>
          <p:nvPr/>
        </p:nvSpPr>
        <p:spPr>
          <a:xfrm>
            <a:off x="4866120" y="2026800"/>
            <a:ext cx="53280" cy="5760"/>
          </a:xfrm>
          <a:custGeom>
            <a:avLst/>
            <a:gdLst/>
            <a:ahLst/>
            <a:rect l="0" t="0" r="r" b="b"/>
            <a:pathLst>
              <a:path w="148" h="16">
                <a:moveTo>
                  <a:pt x="0" y="15"/>
                </a:moveTo>
                <a:lnTo>
                  <a:pt x="138" y="0"/>
                </a:lnTo>
                <a:lnTo>
                  <a:pt x="148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1" name=""/>
          <p:cNvSpPr/>
          <p:nvPr/>
        </p:nvSpPr>
        <p:spPr>
          <a:xfrm>
            <a:off x="4866120" y="202680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48" y="0"/>
                </a:lnTo>
                <a:lnTo>
                  <a:pt x="153" y="0"/>
                </a:lnTo>
                <a:lnTo>
                  <a:pt x="0" y="16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2" name=""/>
          <p:cNvSpPr/>
          <p:nvPr/>
        </p:nvSpPr>
        <p:spPr>
          <a:xfrm>
            <a:off x="4866120" y="2026800"/>
            <a:ext cx="56520" cy="6120"/>
          </a:xfrm>
          <a:custGeom>
            <a:avLst/>
            <a:gdLst/>
            <a:ahLst/>
            <a:rect l="0" t="0" r="r" b="b"/>
            <a:pathLst>
              <a:path w="157" h="17">
                <a:moveTo>
                  <a:pt x="0" y="16"/>
                </a:moveTo>
                <a:lnTo>
                  <a:pt x="153" y="0"/>
                </a:lnTo>
                <a:lnTo>
                  <a:pt x="157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3" name=""/>
          <p:cNvSpPr/>
          <p:nvPr/>
        </p:nvSpPr>
        <p:spPr>
          <a:xfrm>
            <a:off x="4866120" y="2026800"/>
            <a:ext cx="63720" cy="6840"/>
          </a:xfrm>
          <a:custGeom>
            <a:avLst/>
            <a:gdLst/>
            <a:ahLst/>
            <a:rect l="0" t="0" r="r" b="b"/>
            <a:pathLst>
              <a:path w="177" h="19">
                <a:moveTo>
                  <a:pt x="0" y="17"/>
                </a:moveTo>
                <a:lnTo>
                  <a:pt x="157" y="0"/>
                </a:lnTo>
                <a:lnTo>
                  <a:pt x="177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4" name=""/>
          <p:cNvSpPr/>
          <p:nvPr/>
        </p:nvSpPr>
        <p:spPr>
          <a:xfrm>
            <a:off x="4866120" y="2026800"/>
            <a:ext cx="70920" cy="7560"/>
          </a:xfrm>
          <a:custGeom>
            <a:avLst/>
            <a:gdLst/>
            <a:ahLst/>
            <a:rect l="0" t="0" r="r" b="b"/>
            <a:pathLst>
              <a:path w="197" h="21">
                <a:moveTo>
                  <a:pt x="0" y="19"/>
                </a:moveTo>
                <a:lnTo>
                  <a:pt x="177" y="0"/>
                </a:lnTo>
                <a:lnTo>
                  <a:pt x="197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5" name=""/>
          <p:cNvSpPr/>
          <p:nvPr/>
        </p:nvSpPr>
        <p:spPr>
          <a:xfrm>
            <a:off x="4866120" y="2026800"/>
            <a:ext cx="74160" cy="7920"/>
          </a:xfrm>
          <a:custGeom>
            <a:avLst/>
            <a:gdLst/>
            <a:ahLst/>
            <a:rect l="0" t="0" r="r" b="b"/>
            <a:pathLst>
              <a:path w="206" h="22">
                <a:moveTo>
                  <a:pt x="0" y="21"/>
                </a:moveTo>
                <a:lnTo>
                  <a:pt x="197" y="0"/>
                </a:lnTo>
                <a:lnTo>
                  <a:pt x="206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6" name=""/>
          <p:cNvSpPr/>
          <p:nvPr/>
        </p:nvSpPr>
        <p:spPr>
          <a:xfrm>
            <a:off x="4866120" y="2026800"/>
            <a:ext cx="75960" cy="7920"/>
          </a:xfrm>
          <a:custGeom>
            <a:avLst/>
            <a:gdLst/>
            <a:ahLst/>
            <a:rect l="0" t="0" r="r" b="b"/>
            <a:pathLst>
              <a:path w="211" h="22">
                <a:moveTo>
                  <a:pt x="0" y="22"/>
                </a:moveTo>
                <a:lnTo>
                  <a:pt x="206" y="0"/>
                </a:lnTo>
                <a:lnTo>
                  <a:pt x="211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7" name=""/>
          <p:cNvSpPr/>
          <p:nvPr/>
        </p:nvSpPr>
        <p:spPr>
          <a:xfrm>
            <a:off x="4866120" y="2026800"/>
            <a:ext cx="77760" cy="8280"/>
          </a:xfrm>
          <a:custGeom>
            <a:avLst/>
            <a:gdLst/>
            <a:ahLst/>
            <a:rect l="0" t="0" r="r" b="b"/>
            <a:pathLst>
              <a:path w="216" h="23">
                <a:moveTo>
                  <a:pt x="0" y="22"/>
                </a:moveTo>
                <a:lnTo>
                  <a:pt x="211" y="0"/>
                </a:lnTo>
                <a:lnTo>
                  <a:pt x="216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8" name=""/>
          <p:cNvSpPr/>
          <p:nvPr/>
        </p:nvSpPr>
        <p:spPr>
          <a:xfrm>
            <a:off x="4866120" y="2026800"/>
            <a:ext cx="81360" cy="8640"/>
          </a:xfrm>
          <a:custGeom>
            <a:avLst/>
            <a:gdLst/>
            <a:ahLst/>
            <a:rect l="0" t="0" r="r" b="b"/>
            <a:pathLst>
              <a:path w="226" h="24">
                <a:moveTo>
                  <a:pt x="0" y="23"/>
                </a:moveTo>
                <a:lnTo>
                  <a:pt x="216" y="0"/>
                </a:lnTo>
                <a:lnTo>
                  <a:pt x="22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49" name=""/>
          <p:cNvSpPr/>
          <p:nvPr/>
        </p:nvSpPr>
        <p:spPr>
          <a:xfrm>
            <a:off x="4866120" y="2026800"/>
            <a:ext cx="83160" cy="8640"/>
          </a:xfrm>
          <a:custGeom>
            <a:avLst/>
            <a:gdLst/>
            <a:ahLst/>
            <a:rect l="0" t="0" r="r" b="b"/>
            <a:pathLst>
              <a:path w="231" h="24">
                <a:moveTo>
                  <a:pt x="0" y="24"/>
                </a:moveTo>
                <a:lnTo>
                  <a:pt x="226" y="0"/>
                </a:lnTo>
                <a:lnTo>
                  <a:pt x="231" y="0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0" name=""/>
          <p:cNvSpPr/>
          <p:nvPr/>
        </p:nvSpPr>
        <p:spPr>
          <a:xfrm>
            <a:off x="4866120" y="2026800"/>
            <a:ext cx="84960" cy="9000"/>
          </a:xfrm>
          <a:custGeom>
            <a:avLst/>
            <a:gdLst/>
            <a:ahLst/>
            <a:rect l="0" t="0" r="r" b="b"/>
            <a:pathLst>
              <a:path w="236" h="25">
                <a:moveTo>
                  <a:pt x="0" y="24"/>
                </a:moveTo>
                <a:lnTo>
                  <a:pt x="230" y="0"/>
                </a:lnTo>
                <a:lnTo>
                  <a:pt x="236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1" name=""/>
          <p:cNvSpPr/>
          <p:nvPr/>
        </p:nvSpPr>
        <p:spPr>
          <a:xfrm>
            <a:off x="4866120" y="2026800"/>
            <a:ext cx="88560" cy="9360"/>
          </a:xfrm>
          <a:custGeom>
            <a:avLst/>
            <a:gdLst/>
            <a:ahLst/>
            <a:rect l="0" t="0" r="r" b="b"/>
            <a:pathLst>
              <a:path w="246" h="26">
                <a:moveTo>
                  <a:pt x="0" y="25"/>
                </a:moveTo>
                <a:lnTo>
                  <a:pt x="236" y="0"/>
                </a:lnTo>
                <a:lnTo>
                  <a:pt x="246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2" name=""/>
          <p:cNvSpPr/>
          <p:nvPr/>
        </p:nvSpPr>
        <p:spPr>
          <a:xfrm>
            <a:off x="4866120" y="2026800"/>
            <a:ext cx="92160" cy="9720"/>
          </a:xfrm>
          <a:custGeom>
            <a:avLst/>
            <a:gdLst/>
            <a:ahLst/>
            <a:rect l="0" t="0" r="r" b="b"/>
            <a:pathLst>
              <a:path w="256" h="27">
                <a:moveTo>
                  <a:pt x="0" y="26"/>
                </a:moveTo>
                <a:lnTo>
                  <a:pt x="246" y="0"/>
                </a:lnTo>
                <a:lnTo>
                  <a:pt x="256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3" name=""/>
          <p:cNvSpPr/>
          <p:nvPr/>
        </p:nvSpPr>
        <p:spPr>
          <a:xfrm>
            <a:off x="4866120" y="2026800"/>
            <a:ext cx="93600" cy="9720"/>
          </a:xfrm>
          <a:custGeom>
            <a:avLst/>
            <a:gdLst/>
            <a:ahLst/>
            <a:rect l="0" t="0" r="r" b="b"/>
            <a:pathLst>
              <a:path w="260" h="27">
                <a:moveTo>
                  <a:pt x="0" y="27"/>
                </a:moveTo>
                <a:lnTo>
                  <a:pt x="256" y="0"/>
                </a:lnTo>
                <a:lnTo>
                  <a:pt x="260" y="0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4" name=""/>
          <p:cNvSpPr/>
          <p:nvPr/>
        </p:nvSpPr>
        <p:spPr>
          <a:xfrm>
            <a:off x="4866120" y="2026800"/>
            <a:ext cx="95400" cy="10080"/>
          </a:xfrm>
          <a:custGeom>
            <a:avLst/>
            <a:gdLst/>
            <a:ahLst/>
            <a:rect l="0" t="0" r="r" b="b"/>
            <a:pathLst>
              <a:path w="265" h="28">
                <a:moveTo>
                  <a:pt x="0" y="27"/>
                </a:moveTo>
                <a:lnTo>
                  <a:pt x="260" y="0"/>
                </a:lnTo>
                <a:lnTo>
                  <a:pt x="26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5" name=""/>
          <p:cNvSpPr/>
          <p:nvPr/>
        </p:nvSpPr>
        <p:spPr>
          <a:xfrm>
            <a:off x="4866120" y="2026800"/>
            <a:ext cx="99000" cy="10440"/>
          </a:xfrm>
          <a:custGeom>
            <a:avLst/>
            <a:gdLst/>
            <a:ahLst/>
            <a:rect l="0" t="0" r="r" b="b"/>
            <a:pathLst>
              <a:path w="275" h="29">
                <a:moveTo>
                  <a:pt x="0" y="28"/>
                </a:moveTo>
                <a:lnTo>
                  <a:pt x="265" y="0"/>
                </a:lnTo>
                <a:lnTo>
                  <a:pt x="275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6" name=""/>
          <p:cNvSpPr/>
          <p:nvPr/>
        </p:nvSpPr>
        <p:spPr>
          <a:xfrm>
            <a:off x="4866120" y="2026800"/>
            <a:ext cx="100800" cy="10440"/>
          </a:xfrm>
          <a:custGeom>
            <a:avLst/>
            <a:gdLst/>
            <a:ahLst/>
            <a:rect l="0" t="0" r="r" b="b"/>
            <a:pathLst>
              <a:path w="280" h="29">
                <a:moveTo>
                  <a:pt x="0" y="29"/>
                </a:moveTo>
                <a:lnTo>
                  <a:pt x="275" y="0"/>
                </a:lnTo>
                <a:lnTo>
                  <a:pt x="280" y="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7" name=""/>
          <p:cNvSpPr/>
          <p:nvPr/>
        </p:nvSpPr>
        <p:spPr>
          <a:xfrm>
            <a:off x="4866120" y="2026800"/>
            <a:ext cx="102600" cy="10800"/>
          </a:xfrm>
          <a:custGeom>
            <a:avLst/>
            <a:gdLst/>
            <a:ahLst/>
            <a:rect l="0" t="0" r="r" b="b"/>
            <a:pathLst>
              <a:path w="285" h="30">
                <a:moveTo>
                  <a:pt x="0" y="29"/>
                </a:moveTo>
                <a:lnTo>
                  <a:pt x="280" y="0"/>
                </a:lnTo>
                <a:lnTo>
                  <a:pt x="285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8" name=""/>
          <p:cNvSpPr/>
          <p:nvPr/>
        </p:nvSpPr>
        <p:spPr>
          <a:xfrm>
            <a:off x="4866120" y="2026800"/>
            <a:ext cx="104400" cy="10800"/>
          </a:xfrm>
          <a:custGeom>
            <a:avLst/>
            <a:gdLst/>
            <a:ahLst/>
            <a:rect l="0" t="0" r="r" b="b"/>
            <a:pathLst>
              <a:path w="290" h="30">
                <a:moveTo>
                  <a:pt x="0" y="30"/>
                </a:moveTo>
                <a:lnTo>
                  <a:pt x="285" y="0"/>
                </a:lnTo>
                <a:lnTo>
                  <a:pt x="290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59" name=""/>
          <p:cNvSpPr/>
          <p:nvPr/>
        </p:nvSpPr>
        <p:spPr>
          <a:xfrm>
            <a:off x="4866120" y="2026800"/>
            <a:ext cx="106200" cy="11160"/>
          </a:xfrm>
          <a:custGeom>
            <a:avLst/>
            <a:gdLst/>
            <a:ahLst/>
            <a:rect l="0" t="0" r="r" b="b"/>
            <a:pathLst>
              <a:path w="295" h="31">
                <a:moveTo>
                  <a:pt x="0" y="30"/>
                </a:moveTo>
                <a:lnTo>
                  <a:pt x="290" y="0"/>
                </a:lnTo>
                <a:lnTo>
                  <a:pt x="295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0" name=""/>
          <p:cNvSpPr/>
          <p:nvPr/>
        </p:nvSpPr>
        <p:spPr>
          <a:xfrm>
            <a:off x="4866120" y="2026800"/>
            <a:ext cx="108000" cy="11160"/>
          </a:xfrm>
          <a:custGeom>
            <a:avLst/>
            <a:gdLst/>
            <a:ahLst/>
            <a:rect l="0" t="0" r="r" b="b"/>
            <a:pathLst>
              <a:path w="300" h="31">
                <a:moveTo>
                  <a:pt x="0" y="31"/>
                </a:moveTo>
                <a:lnTo>
                  <a:pt x="295" y="0"/>
                </a:lnTo>
                <a:lnTo>
                  <a:pt x="300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1" name=""/>
          <p:cNvSpPr/>
          <p:nvPr/>
        </p:nvSpPr>
        <p:spPr>
          <a:xfrm>
            <a:off x="4866120" y="2026800"/>
            <a:ext cx="109800" cy="11520"/>
          </a:xfrm>
          <a:custGeom>
            <a:avLst/>
            <a:gdLst/>
            <a:ahLst/>
            <a:rect l="0" t="0" r="r" b="b"/>
            <a:pathLst>
              <a:path w="305" h="32">
                <a:moveTo>
                  <a:pt x="0" y="31"/>
                </a:moveTo>
                <a:lnTo>
                  <a:pt x="300" y="0"/>
                </a:lnTo>
                <a:lnTo>
                  <a:pt x="30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2" name=""/>
          <p:cNvSpPr/>
          <p:nvPr/>
        </p:nvSpPr>
        <p:spPr>
          <a:xfrm>
            <a:off x="4866120" y="2026800"/>
            <a:ext cx="111240" cy="11520"/>
          </a:xfrm>
          <a:custGeom>
            <a:avLst/>
            <a:gdLst/>
            <a:ahLst/>
            <a:rect l="0" t="0" r="r" b="b"/>
            <a:pathLst>
              <a:path w="309" h="32">
                <a:moveTo>
                  <a:pt x="0" y="32"/>
                </a:moveTo>
                <a:lnTo>
                  <a:pt x="305" y="0"/>
                </a:lnTo>
                <a:lnTo>
                  <a:pt x="309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3" name=""/>
          <p:cNvSpPr/>
          <p:nvPr/>
        </p:nvSpPr>
        <p:spPr>
          <a:xfrm>
            <a:off x="4866120" y="2026800"/>
            <a:ext cx="113040" cy="11880"/>
          </a:xfrm>
          <a:custGeom>
            <a:avLst/>
            <a:gdLst/>
            <a:ahLst/>
            <a:rect l="0" t="0" r="r" b="b"/>
            <a:pathLst>
              <a:path w="314" h="33">
                <a:moveTo>
                  <a:pt x="0" y="32"/>
                </a:moveTo>
                <a:lnTo>
                  <a:pt x="309" y="0"/>
                </a:lnTo>
                <a:lnTo>
                  <a:pt x="314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4" name=""/>
          <p:cNvSpPr/>
          <p:nvPr/>
        </p:nvSpPr>
        <p:spPr>
          <a:xfrm>
            <a:off x="4866120" y="2026800"/>
            <a:ext cx="116640" cy="12240"/>
          </a:xfrm>
          <a:custGeom>
            <a:avLst/>
            <a:gdLst/>
            <a:ahLst/>
            <a:rect l="0" t="0" r="r" b="b"/>
            <a:pathLst>
              <a:path w="324" h="34">
                <a:moveTo>
                  <a:pt x="0" y="33"/>
                </a:moveTo>
                <a:lnTo>
                  <a:pt x="314" y="0"/>
                </a:lnTo>
                <a:lnTo>
                  <a:pt x="32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5" name=""/>
          <p:cNvSpPr/>
          <p:nvPr/>
        </p:nvSpPr>
        <p:spPr>
          <a:xfrm>
            <a:off x="4866120" y="2026800"/>
            <a:ext cx="120240" cy="12600"/>
          </a:xfrm>
          <a:custGeom>
            <a:avLst/>
            <a:gdLst/>
            <a:ahLst/>
            <a:rect l="0" t="0" r="r" b="b"/>
            <a:pathLst>
              <a:path w="334" h="35">
                <a:moveTo>
                  <a:pt x="0" y="34"/>
                </a:moveTo>
                <a:lnTo>
                  <a:pt x="324" y="0"/>
                </a:lnTo>
                <a:lnTo>
                  <a:pt x="334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6" name=""/>
          <p:cNvSpPr/>
          <p:nvPr/>
        </p:nvSpPr>
        <p:spPr>
          <a:xfrm>
            <a:off x="4866120" y="2026800"/>
            <a:ext cx="123840" cy="12600"/>
          </a:xfrm>
          <a:custGeom>
            <a:avLst/>
            <a:gdLst/>
            <a:ahLst/>
            <a:rect l="0" t="0" r="r" b="b"/>
            <a:pathLst>
              <a:path w="344" h="35">
                <a:moveTo>
                  <a:pt x="0" y="35"/>
                </a:moveTo>
                <a:lnTo>
                  <a:pt x="334" y="0"/>
                </a:lnTo>
                <a:lnTo>
                  <a:pt x="344" y="0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7" name=""/>
          <p:cNvSpPr/>
          <p:nvPr/>
        </p:nvSpPr>
        <p:spPr>
          <a:xfrm>
            <a:off x="4866120" y="2026800"/>
            <a:ext cx="127440" cy="12960"/>
          </a:xfrm>
          <a:custGeom>
            <a:avLst/>
            <a:gdLst/>
            <a:ahLst/>
            <a:rect l="0" t="0" r="r" b="b"/>
            <a:pathLst>
              <a:path w="354" h="36">
                <a:moveTo>
                  <a:pt x="0" y="35"/>
                </a:moveTo>
                <a:lnTo>
                  <a:pt x="344" y="0"/>
                </a:lnTo>
                <a:lnTo>
                  <a:pt x="354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8" name=""/>
          <p:cNvSpPr/>
          <p:nvPr/>
        </p:nvSpPr>
        <p:spPr>
          <a:xfrm>
            <a:off x="4866120" y="2026800"/>
            <a:ext cx="130680" cy="13320"/>
          </a:xfrm>
          <a:custGeom>
            <a:avLst/>
            <a:gdLst/>
            <a:ahLst/>
            <a:rect l="0" t="0" r="r" b="b"/>
            <a:pathLst>
              <a:path w="363" h="37">
                <a:moveTo>
                  <a:pt x="0" y="36"/>
                </a:moveTo>
                <a:lnTo>
                  <a:pt x="354" y="0"/>
                </a:lnTo>
                <a:lnTo>
                  <a:pt x="363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69" name=""/>
          <p:cNvSpPr/>
          <p:nvPr/>
        </p:nvSpPr>
        <p:spPr>
          <a:xfrm>
            <a:off x="4866120" y="2026800"/>
            <a:ext cx="134280" cy="13680"/>
          </a:xfrm>
          <a:custGeom>
            <a:avLst/>
            <a:gdLst/>
            <a:ahLst/>
            <a:rect l="0" t="0" r="r" b="b"/>
            <a:pathLst>
              <a:path w="373" h="38">
                <a:moveTo>
                  <a:pt x="0" y="37"/>
                </a:moveTo>
                <a:lnTo>
                  <a:pt x="363" y="0"/>
                </a:lnTo>
                <a:lnTo>
                  <a:pt x="373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0" name=""/>
          <p:cNvSpPr/>
          <p:nvPr/>
        </p:nvSpPr>
        <p:spPr>
          <a:xfrm>
            <a:off x="4866120" y="2026800"/>
            <a:ext cx="137880" cy="14040"/>
          </a:xfrm>
          <a:custGeom>
            <a:avLst/>
            <a:gdLst/>
            <a:ahLst/>
            <a:rect l="0" t="0" r="r" b="b"/>
            <a:pathLst>
              <a:path w="383" h="39">
                <a:moveTo>
                  <a:pt x="0" y="38"/>
                </a:moveTo>
                <a:lnTo>
                  <a:pt x="373" y="0"/>
                </a:lnTo>
                <a:lnTo>
                  <a:pt x="383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1" name=""/>
          <p:cNvSpPr/>
          <p:nvPr/>
        </p:nvSpPr>
        <p:spPr>
          <a:xfrm>
            <a:off x="4866120" y="2026800"/>
            <a:ext cx="141480" cy="14400"/>
          </a:xfrm>
          <a:custGeom>
            <a:avLst/>
            <a:gdLst/>
            <a:ahLst/>
            <a:rect l="0" t="0" r="r" b="b"/>
            <a:pathLst>
              <a:path w="393" h="40">
                <a:moveTo>
                  <a:pt x="0" y="39"/>
                </a:moveTo>
                <a:lnTo>
                  <a:pt x="383" y="0"/>
                </a:lnTo>
                <a:lnTo>
                  <a:pt x="393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2" name=""/>
          <p:cNvSpPr/>
          <p:nvPr/>
        </p:nvSpPr>
        <p:spPr>
          <a:xfrm>
            <a:off x="4866120" y="2026800"/>
            <a:ext cx="143280" cy="14760"/>
          </a:xfrm>
          <a:custGeom>
            <a:avLst/>
            <a:gdLst/>
            <a:ahLst/>
            <a:rect l="0" t="0" r="r" b="b"/>
            <a:pathLst>
              <a:path w="398" h="41">
                <a:moveTo>
                  <a:pt x="0" y="40"/>
                </a:moveTo>
                <a:lnTo>
                  <a:pt x="393" y="0"/>
                </a:lnTo>
                <a:lnTo>
                  <a:pt x="398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3" name=""/>
          <p:cNvSpPr/>
          <p:nvPr/>
        </p:nvSpPr>
        <p:spPr>
          <a:xfrm>
            <a:off x="4866120" y="2026800"/>
            <a:ext cx="145080" cy="14760"/>
          </a:xfrm>
          <a:custGeom>
            <a:avLst/>
            <a:gdLst/>
            <a:ahLst/>
            <a:rect l="0" t="0" r="r" b="b"/>
            <a:pathLst>
              <a:path w="403" h="41">
                <a:moveTo>
                  <a:pt x="0" y="41"/>
                </a:moveTo>
                <a:lnTo>
                  <a:pt x="398" y="0"/>
                </a:lnTo>
                <a:lnTo>
                  <a:pt x="403" y="0"/>
                </a:lnTo>
                <a:lnTo>
                  <a:pt x="0" y="41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4" name=""/>
          <p:cNvSpPr/>
          <p:nvPr/>
        </p:nvSpPr>
        <p:spPr>
          <a:xfrm>
            <a:off x="4866120" y="2026800"/>
            <a:ext cx="146880" cy="15120"/>
          </a:xfrm>
          <a:custGeom>
            <a:avLst/>
            <a:gdLst/>
            <a:ahLst/>
            <a:rect l="0" t="0" r="r" b="b"/>
            <a:pathLst>
              <a:path w="408" h="42">
                <a:moveTo>
                  <a:pt x="0" y="41"/>
                </a:moveTo>
                <a:lnTo>
                  <a:pt x="403" y="0"/>
                </a:lnTo>
                <a:lnTo>
                  <a:pt x="408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5" name=""/>
          <p:cNvSpPr/>
          <p:nvPr/>
        </p:nvSpPr>
        <p:spPr>
          <a:xfrm>
            <a:off x="4866120" y="2026800"/>
            <a:ext cx="148320" cy="15120"/>
          </a:xfrm>
          <a:custGeom>
            <a:avLst/>
            <a:gdLst/>
            <a:ahLst/>
            <a:rect l="0" t="0" r="r" b="b"/>
            <a:pathLst>
              <a:path w="412" h="42">
                <a:moveTo>
                  <a:pt x="0" y="42"/>
                </a:moveTo>
                <a:lnTo>
                  <a:pt x="408" y="0"/>
                </a:lnTo>
                <a:lnTo>
                  <a:pt x="412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c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6" name=""/>
          <p:cNvSpPr/>
          <p:nvPr/>
        </p:nvSpPr>
        <p:spPr>
          <a:xfrm>
            <a:off x="4866120" y="2026800"/>
            <a:ext cx="150120" cy="15480"/>
          </a:xfrm>
          <a:custGeom>
            <a:avLst/>
            <a:gdLst/>
            <a:ahLst/>
            <a:rect l="0" t="0" r="r" b="b"/>
            <a:pathLst>
              <a:path w="417" h="43">
                <a:moveTo>
                  <a:pt x="0" y="42"/>
                </a:moveTo>
                <a:lnTo>
                  <a:pt x="412" y="0"/>
                </a:lnTo>
                <a:lnTo>
                  <a:pt x="417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7" name=""/>
          <p:cNvSpPr/>
          <p:nvPr/>
        </p:nvSpPr>
        <p:spPr>
          <a:xfrm>
            <a:off x="4866120" y="2026800"/>
            <a:ext cx="151920" cy="15480"/>
          </a:xfrm>
          <a:custGeom>
            <a:avLst/>
            <a:gdLst/>
            <a:ahLst/>
            <a:rect l="0" t="0" r="r" b="b"/>
            <a:pathLst>
              <a:path w="422" h="43">
                <a:moveTo>
                  <a:pt x="0" y="43"/>
                </a:moveTo>
                <a:lnTo>
                  <a:pt x="417" y="0"/>
                </a:lnTo>
                <a:lnTo>
                  <a:pt x="422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c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8" name=""/>
          <p:cNvSpPr/>
          <p:nvPr/>
        </p:nvSpPr>
        <p:spPr>
          <a:xfrm>
            <a:off x="4866120" y="2026800"/>
            <a:ext cx="153720" cy="15840"/>
          </a:xfrm>
          <a:custGeom>
            <a:avLst/>
            <a:gdLst/>
            <a:ahLst/>
            <a:rect l="0" t="0" r="r" b="b"/>
            <a:pathLst>
              <a:path w="427" h="44">
                <a:moveTo>
                  <a:pt x="0" y="43"/>
                </a:moveTo>
                <a:lnTo>
                  <a:pt x="422" y="0"/>
                </a:lnTo>
                <a:lnTo>
                  <a:pt x="427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79" name=""/>
          <p:cNvSpPr/>
          <p:nvPr/>
        </p:nvSpPr>
        <p:spPr>
          <a:xfrm>
            <a:off x="4866120" y="2026800"/>
            <a:ext cx="155520" cy="15840"/>
          </a:xfrm>
          <a:custGeom>
            <a:avLst/>
            <a:gdLst/>
            <a:ahLst/>
            <a:rect l="0" t="0" r="r" b="b"/>
            <a:pathLst>
              <a:path w="432" h="44">
                <a:moveTo>
                  <a:pt x="0" y="44"/>
                </a:moveTo>
                <a:lnTo>
                  <a:pt x="427" y="0"/>
                </a:lnTo>
                <a:lnTo>
                  <a:pt x="432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0" name=""/>
          <p:cNvSpPr/>
          <p:nvPr/>
        </p:nvSpPr>
        <p:spPr>
          <a:xfrm>
            <a:off x="4866120" y="2026800"/>
            <a:ext cx="157320" cy="16200"/>
          </a:xfrm>
          <a:custGeom>
            <a:avLst/>
            <a:gdLst/>
            <a:ahLst/>
            <a:rect l="0" t="0" r="r" b="b"/>
            <a:pathLst>
              <a:path w="437" h="45">
                <a:moveTo>
                  <a:pt x="0" y="44"/>
                </a:moveTo>
                <a:lnTo>
                  <a:pt x="432" y="0"/>
                </a:lnTo>
                <a:lnTo>
                  <a:pt x="437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1" name=""/>
          <p:cNvSpPr/>
          <p:nvPr/>
        </p:nvSpPr>
        <p:spPr>
          <a:xfrm>
            <a:off x="4866120" y="2026800"/>
            <a:ext cx="159120" cy="16200"/>
          </a:xfrm>
          <a:custGeom>
            <a:avLst/>
            <a:gdLst/>
            <a:ahLst/>
            <a:rect l="0" t="0" r="r" b="b"/>
            <a:pathLst>
              <a:path w="442" h="45">
                <a:moveTo>
                  <a:pt x="0" y="45"/>
                </a:moveTo>
                <a:lnTo>
                  <a:pt x="437" y="0"/>
                </a:lnTo>
                <a:lnTo>
                  <a:pt x="442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2" name=""/>
          <p:cNvSpPr/>
          <p:nvPr/>
        </p:nvSpPr>
        <p:spPr>
          <a:xfrm>
            <a:off x="4866120" y="2026800"/>
            <a:ext cx="160920" cy="16560"/>
          </a:xfrm>
          <a:custGeom>
            <a:avLst/>
            <a:gdLst/>
            <a:ahLst/>
            <a:rect l="0" t="0" r="r" b="b"/>
            <a:pathLst>
              <a:path w="447" h="46">
                <a:moveTo>
                  <a:pt x="0" y="45"/>
                </a:moveTo>
                <a:lnTo>
                  <a:pt x="442" y="0"/>
                </a:lnTo>
                <a:lnTo>
                  <a:pt x="447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3" name=""/>
          <p:cNvSpPr/>
          <p:nvPr/>
        </p:nvSpPr>
        <p:spPr>
          <a:xfrm>
            <a:off x="4866120" y="2026800"/>
            <a:ext cx="162720" cy="16560"/>
          </a:xfrm>
          <a:custGeom>
            <a:avLst/>
            <a:gdLst/>
            <a:ahLst/>
            <a:rect l="0" t="0" r="r" b="b"/>
            <a:pathLst>
              <a:path w="452" h="46">
                <a:moveTo>
                  <a:pt x="0" y="46"/>
                </a:moveTo>
                <a:lnTo>
                  <a:pt x="447" y="0"/>
                </a:lnTo>
                <a:lnTo>
                  <a:pt x="452" y="0"/>
                </a:lnTo>
                <a:lnTo>
                  <a:pt x="0" y="46"/>
                </a:lnTo>
                <a:close/>
              </a:path>
            </a:pathLst>
          </a:custGeom>
          <a:solidFill>
            <a:srgbClr val="d8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4" name=""/>
          <p:cNvSpPr/>
          <p:nvPr/>
        </p:nvSpPr>
        <p:spPr>
          <a:xfrm>
            <a:off x="4866120" y="2026800"/>
            <a:ext cx="164520" cy="16920"/>
          </a:xfrm>
          <a:custGeom>
            <a:avLst/>
            <a:gdLst/>
            <a:ahLst/>
            <a:rect l="0" t="0" r="r" b="b"/>
            <a:pathLst>
              <a:path w="457" h="47">
                <a:moveTo>
                  <a:pt x="0" y="46"/>
                </a:moveTo>
                <a:lnTo>
                  <a:pt x="452" y="0"/>
                </a:lnTo>
                <a:lnTo>
                  <a:pt x="457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5" name=""/>
          <p:cNvSpPr/>
          <p:nvPr/>
        </p:nvSpPr>
        <p:spPr>
          <a:xfrm>
            <a:off x="4866120" y="2026800"/>
            <a:ext cx="165960" cy="16920"/>
          </a:xfrm>
          <a:custGeom>
            <a:avLst/>
            <a:gdLst/>
            <a:ahLst/>
            <a:rect l="0" t="0" r="r" b="b"/>
            <a:pathLst>
              <a:path w="461" h="47">
                <a:moveTo>
                  <a:pt x="0" y="47"/>
                </a:moveTo>
                <a:lnTo>
                  <a:pt x="457" y="0"/>
                </a:lnTo>
                <a:lnTo>
                  <a:pt x="461" y="0"/>
                </a:lnTo>
                <a:lnTo>
                  <a:pt x="0" y="4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6" name=""/>
          <p:cNvSpPr/>
          <p:nvPr/>
        </p:nvSpPr>
        <p:spPr>
          <a:xfrm>
            <a:off x="4866120" y="2026800"/>
            <a:ext cx="167760" cy="17280"/>
          </a:xfrm>
          <a:custGeom>
            <a:avLst/>
            <a:gdLst/>
            <a:ahLst/>
            <a:rect l="0" t="0" r="r" b="b"/>
            <a:pathLst>
              <a:path w="466" h="48">
                <a:moveTo>
                  <a:pt x="0" y="47"/>
                </a:moveTo>
                <a:lnTo>
                  <a:pt x="461" y="0"/>
                </a:lnTo>
                <a:lnTo>
                  <a:pt x="466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7" name=""/>
          <p:cNvSpPr/>
          <p:nvPr/>
        </p:nvSpPr>
        <p:spPr>
          <a:xfrm>
            <a:off x="4866120" y="2026800"/>
            <a:ext cx="169560" cy="17280"/>
          </a:xfrm>
          <a:custGeom>
            <a:avLst/>
            <a:gdLst/>
            <a:ahLst/>
            <a:rect l="0" t="0" r="r" b="b"/>
            <a:pathLst>
              <a:path w="471" h="48">
                <a:moveTo>
                  <a:pt x="0" y="48"/>
                </a:moveTo>
                <a:lnTo>
                  <a:pt x="466" y="0"/>
                </a:lnTo>
                <a:lnTo>
                  <a:pt x="471" y="0"/>
                </a:lnTo>
                <a:lnTo>
                  <a:pt x="0" y="48"/>
                </a:lnTo>
                <a:close/>
              </a:path>
            </a:pathLst>
          </a:custGeom>
          <a:solidFill>
            <a:srgbClr val="d8cb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8" name=""/>
          <p:cNvSpPr/>
          <p:nvPr/>
        </p:nvSpPr>
        <p:spPr>
          <a:xfrm>
            <a:off x="4866120" y="2026800"/>
            <a:ext cx="171360" cy="17640"/>
          </a:xfrm>
          <a:custGeom>
            <a:avLst/>
            <a:gdLst/>
            <a:ahLst/>
            <a:rect l="0" t="0" r="r" b="b"/>
            <a:pathLst>
              <a:path w="476" h="49">
                <a:moveTo>
                  <a:pt x="0" y="48"/>
                </a:moveTo>
                <a:lnTo>
                  <a:pt x="471" y="0"/>
                </a:lnTo>
                <a:lnTo>
                  <a:pt x="476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89" name=""/>
          <p:cNvSpPr/>
          <p:nvPr/>
        </p:nvSpPr>
        <p:spPr>
          <a:xfrm>
            <a:off x="4866120" y="2026800"/>
            <a:ext cx="173160" cy="17640"/>
          </a:xfrm>
          <a:custGeom>
            <a:avLst/>
            <a:gdLst/>
            <a:ahLst/>
            <a:rect l="0" t="0" r="r" b="b"/>
            <a:pathLst>
              <a:path w="481" h="49">
                <a:moveTo>
                  <a:pt x="0" y="49"/>
                </a:moveTo>
                <a:lnTo>
                  <a:pt x="476" y="0"/>
                </a:lnTo>
                <a:lnTo>
                  <a:pt x="481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b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0" name=""/>
          <p:cNvSpPr/>
          <p:nvPr/>
        </p:nvSpPr>
        <p:spPr>
          <a:xfrm>
            <a:off x="4866120" y="2026800"/>
            <a:ext cx="174960" cy="18000"/>
          </a:xfrm>
          <a:custGeom>
            <a:avLst/>
            <a:gdLst/>
            <a:ahLst/>
            <a:rect l="0" t="0" r="r" b="b"/>
            <a:pathLst>
              <a:path w="486" h="50">
                <a:moveTo>
                  <a:pt x="0" y="49"/>
                </a:moveTo>
                <a:lnTo>
                  <a:pt x="481" y="0"/>
                </a:lnTo>
                <a:lnTo>
                  <a:pt x="486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1" name=""/>
          <p:cNvSpPr/>
          <p:nvPr/>
        </p:nvSpPr>
        <p:spPr>
          <a:xfrm>
            <a:off x="4866120" y="2026800"/>
            <a:ext cx="176760" cy="18000"/>
          </a:xfrm>
          <a:custGeom>
            <a:avLst/>
            <a:gdLst/>
            <a:ahLst/>
            <a:rect l="0" t="0" r="r" b="b"/>
            <a:pathLst>
              <a:path w="491" h="50">
                <a:moveTo>
                  <a:pt x="0" y="50"/>
                </a:moveTo>
                <a:lnTo>
                  <a:pt x="486" y="0"/>
                </a:lnTo>
                <a:lnTo>
                  <a:pt x="491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2" name=""/>
          <p:cNvSpPr/>
          <p:nvPr/>
        </p:nvSpPr>
        <p:spPr>
          <a:xfrm>
            <a:off x="4866120" y="2026800"/>
            <a:ext cx="178560" cy="18360"/>
          </a:xfrm>
          <a:custGeom>
            <a:avLst/>
            <a:gdLst/>
            <a:ahLst/>
            <a:rect l="0" t="0" r="r" b="b"/>
            <a:pathLst>
              <a:path w="496" h="51">
                <a:moveTo>
                  <a:pt x="0" y="50"/>
                </a:moveTo>
                <a:lnTo>
                  <a:pt x="491" y="0"/>
                </a:lnTo>
                <a:lnTo>
                  <a:pt x="496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3" name=""/>
          <p:cNvSpPr/>
          <p:nvPr/>
        </p:nvSpPr>
        <p:spPr>
          <a:xfrm>
            <a:off x="4866120" y="2026800"/>
            <a:ext cx="180360" cy="18360"/>
          </a:xfrm>
          <a:custGeom>
            <a:avLst/>
            <a:gdLst/>
            <a:ahLst/>
            <a:rect l="0" t="0" r="r" b="b"/>
            <a:pathLst>
              <a:path w="501" h="51">
                <a:moveTo>
                  <a:pt x="0" y="51"/>
                </a:moveTo>
                <a:lnTo>
                  <a:pt x="496" y="0"/>
                </a:lnTo>
                <a:lnTo>
                  <a:pt x="501" y="0"/>
                </a:lnTo>
                <a:lnTo>
                  <a:pt x="0" y="5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4" name=""/>
          <p:cNvSpPr/>
          <p:nvPr/>
        </p:nvSpPr>
        <p:spPr>
          <a:xfrm>
            <a:off x="4866120" y="2026800"/>
            <a:ext cx="182160" cy="18720"/>
          </a:xfrm>
          <a:custGeom>
            <a:avLst/>
            <a:gdLst/>
            <a:ahLst/>
            <a:rect l="0" t="0" r="r" b="b"/>
            <a:pathLst>
              <a:path w="506" h="52">
                <a:moveTo>
                  <a:pt x="0" y="51"/>
                </a:moveTo>
                <a:lnTo>
                  <a:pt x="501" y="0"/>
                </a:lnTo>
                <a:lnTo>
                  <a:pt x="506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5" name=""/>
          <p:cNvSpPr/>
          <p:nvPr/>
        </p:nvSpPr>
        <p:spPr>
          <a:xfrm>
            <a:off x="4866120" y="2026800"/>
            <a:ext cx="183960" cy="18720"/>
          </a:xfrm>
          <a:custGeom>
            <a:avLst/>
            <a:gdLst/>
            <a:ahLst/>
            <a:rect l="0" t="0" r="r" b="b"/>
            <a:pathLst>
              <a:path w="511" h="52">
                <a:moveTo>
                  <a:pt x="0" y="52"/>
                </a:moveTo>
                <a:lnTo>
                  <a:pt x="506" y="0"/>
                </a:lnTo>
                <a:lnTo>
                  <a:pt x="511" y="0"/>
                </a:lnTo>
                <a:lnTo>
                  <a:pt x="0" y="52"/>
                </a:lnTo>
                <a:close/>
              </a:path>
            </a:pathLst>
          </a:custGeom>
          <a:solidFill>
            <a:srgbClr val="d7c8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6" name=""/>
          <p:cNvSpPr/>
          <p:nvPr/>
        </p:nvSpPr>
        <p:spPr>
          <a:xfrm>
            <a:off x="4866120" y="2026800"/>
            <a:ext cx="185400" cy="19080"/>
          </a:xfrm>
          <a:custGeom>
            <a:avLst/>
            <a:gdLst/>
            <a:ahLst/>
            <a:rect l="0" t="0" r="r" b="b"/>
            <a:pathLst>
              <a:path w="515" h="53">
                <a:moveTo>
                  <a:pt x="0" y="52"/>
                </a:moveTo>
                <a:lnTo>
                  <a:pt x="511" y="0"/>
                </a:lnTo>
                <a:lnTo>
                  <a:pt x="51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7" name=""/>
          <p:cNvSpPr/>
          <p:nvPr/>
        </p:nvSpPr>
        <p:spPr>
          <a:xfrm>
            <a:off x="4866120" y="2026800"/>
            <a:ext cx="187200" cy="19080"/>
          </a:xfrm>
          <a:custGeom>
            <a:avLst/>
            <a:gdLst/>
            <a:ahLst/>
            <a:rect l="0" t="0" r="r" b="b"/>
            <a:pathLst>
              <a:path w="520" h="53">
                <a:moveTo>
                  <a:pt x="0" y="53"/>
                </a:moveTo>
                <a:lnTo>
                  <a:pt x="515" y="0"/>
                </a:lnTo>
                <a:lnTo>
                  <a:pt x="520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8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8" name=""/>
          <p:cNvSpPr/>
          <p:nvPr/>
        </p:nvSpPr>
        <p:spPr>
          <a:xfrm>
            <a:off x="4866120" y="2026800"/>
            <a:ext cx="189000" cy="19440"/>
          </a:xfrm>
          <a:custGeom>
            <a:avLst/>
            <a:gdLst/>
            <a:ahLst/>
            <a:rect l="0" t="0" r="r" b="b"/>
            <a:pathLst>
              <a:path w="525" h="54">
                <a:moveTo>
                  <a:pt x="0" y="53"/>
                </a:moveTo>
                <a:lnTo>
                  <a:pt x="520" y="0"/>
                </a:lnTo>
                <a:lnTo>
                  <a:pt x="525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299" name=""/>
          <p:cNvSpPr/>
          <p:nvPr/>
        </p:nvSpPr>
        <p:spPr>
          <a:xfrm>
            <a:off x="4866120" y="2026800"/>
            <a:ext cx="190800" cy="19440"/>
          </a:xfrm>
          <a:custGeom>
            <a:avLst/>
            <a:gdLst/>
            <a:ahLst/>
            <a:rect l="0" t="0" r="r" b="b"/>
            <a:pathLst>
              <a:path w="530" h="54">
                <a:moveTo>
                  <a:pt x="0" y="54"/>
                </a:moveTo>
                <a:lnTo>
                  <a:pt x="525" y="0"/>
                </a:lnTo>
                <a:lnTo>
                  <a:pt x="530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0" name=""/>
          <p:cNvSpPr/>
          <p:nvPr/>
        </p:nvSpPr>
        <p:spPr>
          <a:xfrm>
            <a:off x="4866120" y="2026800"/>
            <a:ext cx="192600" cy="19800"/>
          </a:xfrm>
          <a:custGeom>
            <a:avLst/>
            <a:gdLst/>
            <a:ahLst/>
            <a:rect l="0" t="0" r="r" b="b"/>
            <a:pathLst>
              <a:path w="535" h="55">
                <a:moveTo>
                  <a:pt x="0" y="54"/>
                </a:moveTo>
                <a:lnTo>
                  <a:pt x="530" y="0"/>
                </a:lnTo>
                <a:lnTo>
                  <a:pt x="535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1" name=""/>
          <p:cNvSpPr/>
          <p:nvPr/>
        </p:nvSpPr>
        <p:spPr>
          <a:xfrm>
            <a:off x="4866120" y="2026800"/>
            <a:ext cx="194400" cy="19800"/>
          </a:xfrm>
          <a:custGeom>
            <a:avLst/>
            <a:gdLst/>
            <a:ahLst/>
            <a:rect l="0" t="0" r="r" b="b"/>
            <a:pathLst>
              <a:path w="540" h="55">
                <a:moveTo>
                  <a:pt x="0" y="55"/>
                </a:moveTo>
                <a:lnTo>
                  <a:pt x="535" y="0"/>
                </a:lnTo>
                <a:lnTo>
                  <a:pt x="540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2" name=""/>
          <p:cNvSpPr/>
          <p:nvPr/>
        </p:nvSpPr>
        <p:spPr>
          <a:xfrm>
            <a:off x="4866120" y="2026800"/>
            <a:ext cx="196200" cy="20160"/>
          </a:xfrm>
          <a:custGeom>
            <a:avLst/>
            <a:gdLst/>
            <a:ahLst/>
            <a:rect l="0" t="0" r="r" b="b"/>
            <a:pathLst>
              <a:path w="545" h="56">
                <a:moveTo>
                  <a:pt x="0" y="55"/>
                </a:moveTo>
                <a:lnTo>
                  <a:pt x="540" y="0"/>
                </a:lnTo>
                <a:lnTo>
                  <a:pt x="545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3" name=""/>
          <p:cNvSpPr/>
          <p:nvPr/>
        </p:nvSpPr>
        <p:spPr>
          <a:xfrm>
            <a:off x="4866120" y="2026800"/>
            <a:ext cx="198000" cy="20160"/>
          </a:xfrm>
          <a:custGeom>
            <a:avLst/>
            <a:gdLst/>
            <a:ahLst/>
            <a:rect l="0" t="0" r="r" b="b"/>
            <a:pathLst>
              <a:path w="550" h="56">
                <a:moveTo>
                  <a:pt x="0" y="56"/>
                </a:moveTo>
                <a:lnTo>
                  <a:pt x="545" y="0"/>
                </a:lnTo>
                <a:lnTo>
                  <a:pt x="550" y="0"/>
                </a:lnTo>
                <a:lnTo>
                  <a:pt x="0" y="56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4" name=""/>
          <p:cNvSpPr/>
          <p:nvPr/>
        </p:nvSpPr>
        <p:spPr>
          <a:xfrm>
            <a:off x="4866120" y="2026800"/>
            <a:ext cx="199800" cy="20520"/>
          </a:xfrm>
          <a:custGeom>
            <a:avLst/>
            <a:gdLst/>
            <a:ahLst/>
            <a:rect l="0" t="0" r="r" b="b"/>
            <a:pathLst>
              <a:path w="555" h="57">
                <a:moveTo>
                  <a:pt x="0" y="56"/>
                </a:moveTo>
                <a:lnTo>
                  <a:pt x="550" y="0"/>
                </a:lnTo>
                <a:lnTo>
                  <a:pt x="55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5" name=""/>
          <p:cNvSpPr/>
          <p:nvPr/>
        </p:nvSpPr>
        <p:spPr>
          <a:xfrm>
            <a:off x="4866120" y="2026800"/>
            <a:ext cx="201600" cy="20520"/>
          </a:xfrm>
          <a:custGeom>
            <a:avLst/>
            <a:gdLst/>
            <a:ahLst/>
            <a:rect l="0" t="0" r="r" b="b"/>
            <a:pathLst>
              <a:path w="560" h="57">
                <a:moveTo>
                  <a:pt x="0" y="57"/>
                </a:moveTo>
                <a:lnTo>
                  <a:pt x="555" y="0"/>
                </a:lnTo>
                <a:lnTo>
                  <a:pt x="560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6" name=""/>
          <p:cNvSpPr/>
          <p:nvPr/>
        </p:nvSpPr>
        <p:spPr>
          <a:xfrm>
            <a:off x="4866120" y="2026800"/>
            <a:ext cx="203040" cy="20880"/>
          </a:xfrm>
          <a:custGeom>
            <a:avLst/>
            <a:gdLst/>
            <a:ahLst/>
            <a:rect l="0" t="0" r="r" b="b"/>
            <a:pathLst>
              <a:path w="564" h="58">
                <a:moveTo>
                  <a:pt x="0" y="57"/>
                </a:moveTo>
                <a:lnTo>
                  <a:pt x="560" y="0"/>
                </a:lnTo>
                <a:lnTo>
                  <a:pt x="564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7" name=""/>
          <p:cNvSpPr/>
          <p:nvPr/>
        </p:nvSpPr>
        <p:spPr>
          <a:xfrm>
            <a:off x="4866120" y="2026800"/>
            <a:ext cx="204840" cy="20880"/>
          </a:xfrm>
          <a:custGeom>
            <a:avLst/>
            <a:gdLst/>
            <a:ahLst/>
            <a:rect l="0" t="0" r="r" b="b"/>
            <a:pathLst>
              <a:path w="569" h="58">
                <a:moveTo>
                  <a:pt x="0" y="58"/>
                </a:moveTo>
                <a:lnTo>
                  <a:pt x="564" y="0"/>
                </a:lnTo>
                <a:lnTo>
                  <a:pt x="569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8" name=""/>
          <p:cNvSpPr/>
          <p:nvPr/>
        </p:nvSpPr>
        <p:spPr>
          <a:xfrm>
            <a:off x="4866120" y="2026800"/>
            <a:ext cx="206640" cy="21240"/>
          </a:xfrm>
          <a:custGeom>
            <a:avLst/>
            <a:gdLst/>
            <a:ahLst/>
            <a:rect l="0" t="0" r="r" b="b"/>
            <a:pathLst>
              <a:path w="574" h="59">
                <a:moveTo>
                  <a:pt x="0" y="58"/>
                </a:moveTo>
                <a:lnTo>
                  <a:pt x="569" y="0"/>
                </a:lnTo>
                <a:lnTo>
                  <a:pt x="574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09" name=""/>
          <p:cNvSpPr/>
          <p:nvPr/>
        </p:nvSpPr>
        <p:spPr>
          <a:xfrm>
            <a:off x="4866120" y="2026800"/>
            <a:ext cx="208440" cy="21240"/>
          </a:xfrm>
          <a:custGeom>
            <a:avLst/>
            <a:gdLst/>
            <a:ahLst/>
            <a:rect l="0" t="0" r="r" b="b"/>
            <a:pathLst>
              <a:path w="579" h="59">
                <a:moveTo>
                  <a:pt x="0" y="59"/>
                </a:moveTo>
                <a:lnTo>
                  <a:pt x="574" y="0"/>
                </a:lnTo>
                <a:lnTo>
                  <a:pt x="579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0" name=""/>
          <p:cNvSpPr/>
          <p:nvPr/>
        </p:nvSpPr>
        <p:spPr>
          <a:xfrm>
            <a:off x="4866120" y="2026800"/>
            <a:ext cx="210240" cy="21600"/>
          </a:xfrm>
          <a:custGeom>
            <a:avLst/>
            <a:gdLst/>
            <a:ahLst/>
            <a:rect l="0" t="0" r="r" b="b"/>
            <a:pathLst>
              <a:path w="584" h="60">
                <a:moveTo>
                  <a:pt x="0" y="59"/>
                </a:moveTo>
                <a:lnTo>
                  <a:pt x="579" y="0"/>
                </a:lnTo>
                <a:lnTo>
                  <a:pt x="584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1" name=""/>
          <p:cNvSpPr/>
          <p:nvPr/>
        </p:nvSpPr>
        <p:spPr>
          <a:xfrm>
            <a:off x="4866120" y="2026800"/>
            <a:ext cx="212040" cy="21600"/>
          </a:xfrm>
          <a:custGeom>
            <a:avLst/>
            <a:gdLst/>
            <a:ahLst/>
            <a:rect l="0" t="0" r="r" b="b"/>
            <a:pathLst>
              <a:path w="589" h="60">
                <a:moveTo>
                  <a:pt x="0" y="60"/>
                </a:moveTo>
                <a:lnTo>
                  <a:pt x="584" y="0"/>
                </a:lnTo>
                <a:lnTo>
                  <a:pt x="589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2" name=""/>
          <p:cNvSpPr/>
          <p:nvPr/>
        </p:nvSpPr>
        <p:spPr>
          <a:xfrm>
            <a:off x="4866120" y="2026800"/>
            <a:ext cx="213840" cy="21960"/>
          </a:xfrm>
          <a:custGeom>
            <a:avLst/>
            <a:gdLst/>
            <a:ahLst/>
            <a:rect l="0" t="0" r="r" b="b"/>
            <a:pathLst>
              <a:path w="594" h="61">
                <a:moveTo>
                  <a:pt x="0" y="60"/>
                </a:moveTo>
                <a:lnTo>
                  <a:pt x="589" y="0"/>
                </a:lnTo>
                <a:lnTo>
                  <a:pt x="59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3" name=""/>
          <p:cNvSpPr/>
          <p:nvPr/>
        </p:nvSpPr>
        <p:spPr>
          <a:xfrm>
            <a:off x="4866120" y="2026800"/>
            <a:ext cx="215640" cy="21960"/>
          </a:xfrm>
          <a:custGeom>
            <a:avLst/>
            <a:gdLst/>
            <a:ahLst/>
            <a:rect l="0" t="0" r="r" b="b"/>
            <a:pathLst>
              <a:path w="599" h="61">
                <a:moveTo>
                  <a:pt x="0" y="61"/>
                </a:moveTo>
                <a:lnTo>
                  <a:pt x="594" y="0"/>
                </a:lnTo>
                <a:lnTo>
                  <a:pt x="599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4" name=""/>
          <p:cNvSpPr/>
          <p:nvPr/>
        </p:nvSpPr>
        <p:spPr>
          <a:xfrm>
            <a:off x="4866120" y="2026800"/>
            <a:ext cx="217440" cy="22320"/>
          </a:xfrm>
          <a:custGeom>
            <a:avLst/>
            <a:gdLst/>
            <a:ahLst/>
            <a:rect l="0" t="0" r="r" b="b"/>
            <a:pathLst>
              <a:path w="604" h="62">
                <a:moveTo>
                  <a:pt x="0" y="61"/>
                </a:moveTo>
                <a:lnTo>
                  <a:pt x="599" y="0"/>
                </a:lnTo>
                <a:lnTo>
                  <a:pt x="604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5" name=""/>
          <p:cNvSpPr/>
          <p:nvPr/>
        </p:nvSpPr>
        <p:spPr>
          <a:xfrm>
            <a:off x="4866120" y="2026800"/>
            <a:ext cx="219240" cy="22320"/>
          </a:xfrm>
          <a:custGeom>
            <a:avLst/>
            <a:gdLst/>
            <a:ahLst/>
            <a:rect l="0" t="0" r="r" b="b"/>
            <a:pathLst>
              <a:path w="609" h="62">
                <a:moveTo>
                  <a:pt x="0" y="62"/>
                </a:moveTo>
                <a:lnTo>
                  <a:pt x="604" y="0"/>
                </a:lnTo>
                <a:lnTo>
                  <a:pt x="609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6" name=""/>
          <p:cNvSpPr/>
          <p:nvPr/>
        </p:nvSpPr>
        <p:spPr>
          <a:xfrm>
            <a:off x="4866120" y="2026800"/>
            <a:ext cx="221040" cy="22680"/>
          </a:xfrm>
          <a:custGeom>
            <a:avLst/>
            <a:gdLst/>
            <a:ahLst/>
            <a:rect l="0" t="0" r="r" b="b"/>
            <a:pathLst>
              <a:path w="614" h="63">
                <a:moveTo>
                  <a:pt x="0" y="62"/>
                </a:moveTo>
                <a:lnTo>
                  <a:pt x="609" y="0"/>
                </a:lnTo>
                <a:lnTo>
                  <a:pt x="614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7" name=""/>
          <p:cNvSpPr/>
          <p:nvPr/>
        </p:nvSpPr>
        <p:spPr>
          <a:xfrm>
            <a:off x="4866120" y="2026800"/>
            <a:ext cx="222480" cy="22680"/>
          </a:xfrm>
          <a:custGeom>
            <a:avLst/>
            <a:gdLst/>
            <a:ahLst/>
            <a:rect l="0" t="0" r="r" b="b"/>
            <a:pathLst>
              <a:path w="618" h="63">
                <a:moveTo>
                  <a:pt x="0" y="63"/>
                </a:moveTo>
                <a:lnTo>
                  <a:pt x="614" y="0"/>
                </a:lnTo>
                <a:lnTo>
                  <a:pt x="618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8" name=""/>
          <p:cNvSpPr/>
          <p:nvPr/>
        </p:nvSpPr>
        <p:spPr>
          <a:xfrm>
            <a:off x="4866120" y="2026800"/>
            <a:ext cx="224280" cy="23040"/>
          </a:xfrm>
          <a:custGeom>
            <a:avLst/>
            <a:gdLst/>
            <a:ahLst/>
            <a:rect l="0" t="0" r="r" b="b"/>
            <a:pathLst>
              <a:path w="623" h="64">
                <a:moveTo>
                  <a:pt x="0" y="63"/>
                </a:moveTo>
                <a:lnTo>
                  <a:pt x="618" y="0"/>
                </a:lnTo>
                <a:lnTo>
                  <a:pt x="623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19" name=""/>
          <p:cNvSpPr/>
          <p:nvPr/>
        </p:nvSpPr>
        <p:spPr>
          <a:xfrm>
            <a:off x="4866120" y="202680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3" y="0"/>
                </a:lnTo>
                <a:lnTo>
                  <a:pt x="627" y="0"/>
                </a:lnTo>
                <a:lnTo>
                  <a:pt x="0" y="6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0" name=""/>
          <p:cNvSpPr/>
          <p:nvPr/>
        </p:nvSpPr>
        <p:spPr>
          <a:xfrm>
            <a:off x="4866120" y="202680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7" y="0"/>
                </a:lnTo>
                <a:lnTo>
                  <a:pt x="3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1" name=""/>
          <p:cNvSpPr/>
          <p:nvPr/>
        </p:nvSpPr>
        <p:spPr>
          <a:xfrm>
            <a:off x="4867200" y="2026800"/>
            <a:ext cx="224640" cy="23040"/>
          </a:xfrm>
          <a:custGeom>
            <a:avLst/>
            <a:gdLst/>
            <a:ahLst/>
            <a:rect l="0" t="0" r="r" b="b"/>
            <a:pathLst>
              <a:path w="624" h="64">
                <a:moveTo>
                  <a:pt x="0" y="64"/>
                </a:moveTo>
                <a:lnTo>
                  <a:pt x="624" y="0"/>
                </a:lnTo>
                <a:lnTo>
                  <a:pt x="624" y="1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2" name=""/>
          <p:cNvSpPr/>
          <p:nvPr/>
        </p:nvSpPr>
        <p:spPr>
          <a:xfrm>
            <a:off x="4869000" y="2027160"/>
            <a:ext cx="222840" cy="22680"/>
          </a:xfrm>
          <a:custGeom>
            <a:avLst/>
            <a:gdLst/>
            <a:ahLst/>
            <a:rect l="0" t="0" r="r" b="b"/>
            <a:pathLst>
              <a:path w="619" h="63">
                <a:moveTo>
                  <a:pt x="0" y="63"/>
                </a:moveTo>
                <a:lnTo>
                  <a:pt x="619" y="0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3" name=""/>
          <p:cNvSpPr/>
          <p:nvPr/>
        </p:nvSpPr>
        <p:spPr>
          <a:xfrm>
            <a:off x="4870800" y="2027160"/>
            <a:ext cx="221040" cy="22680"/>
          </a:xfrm>
          <a:custGeom>
            <a:avLst/>
            <a:gdLst/>
            <a:ahLst/>
            <a:rect l="0" t="0" r="r" b="b"/>
            <a:pathLst>
              <a:path w="614" h="63">
                <a:moveTo>
                  <a:pt x="0" y="63"/>
                </a:moveTo>
                <a:lnTo>
                  <a:pt x="614" y="0"/>
                </a:lnTo>
                <a:lnTo>
                  <a:pt x="614" y="1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4" name=""/>
          <p:cNvSpPr/>
          <p:nvPr/>
        </p:nvSpPr>
        <p:spPr>
          <a:xfrm>
            <a:off x="4872600" y="2027520"/>
            <a:ext cx="219240" cy="22320"/>
          </a:xfrm>
          <a:custGeom>
            <a:avLst/>
            <a:gdLst/>
            <a:ahLst/>
            <a:rect l="0" t="0" r="r" b="b"/>
            <a:pathLst>
              <a:path w="609" h="62">
                <a:moveTo>
                  <a:pt x="0" y="62"/>
                </a:moveTo>
                <a:lnTo>
                  <a:pt x="609" y="0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5" name=""/>
          <p:cNvSpPr/>
          <p:nvPr/>
        </p:nvSpPr>
        <p:spPr>
          <a:xfrm>
            <a:off x="4874400" y="2027520"/>
            <a:ext cx="217440" cy="22320"/>
          </a:xfrm>
          <a:custGeom>
            <a:avLst/>
            <a:gdLst/>
            <a:ahLst/>
            <a:rect l="0" t="0" r="r" b="b"/>
            <a:pathLst>
              <a:path w="604" h="62">
                <a:moveTo>
                  <a:pt x="0" y="62"/>
                </a:moveTo>
                <a:lnTo>
                  <a:pt x="604" y="0"/>
                </a:lnTo>
                <a:lnTo>
                  <a:pt x="604" y="1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6" name=""/>
          <p:cNvSpPr/>
          <p:nvPr/>
        </p:nvSpPr>
        <p:spPr>
          <a:xfrm>
            <a:off x="4876200" y="2027880"/>
            <a:ext cx="215640" cy="21960"/>
          </a:xfrm>
          <a:custGeom>
            <a:avLst/>
            <a:gdLst/>
            <a:ahLst/>
            <a:rect l="0" t="0" r="r" b="b"/>
            <a:pathLst>
              <a:path w="599" h="61">
                <a:moveTo>
                  <a:pt x="0" y="61"/>
                </a:moveTo>
                <a:lnTo>
                  <a:pt x="599" y="0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7" name=""/>
          <p:cNvSpPr/>
          <p:nvPr/>
        </p:nvSpPr>
        <p:spPr>
          <a:xfrm>
            <a:off x="4878000" y="2027880"/>
            <a:ext cx="213840" cy="21960"/>
          </a:xfrm>
          <a:custGeom>
            <a:avLst/>
            <a:gdLst/>
            <a:ahLst/>
            <a:rect l="0" t="0" r="r" b="b"/>
            <a:pathLst>
              <a:path w="594" h="61">
                <a:moveTo>
                  <a:pt x="0" y="61"/>
                </a:moveTo>
                <a:lnTo>
                  <a:pt x="594" y="0"/>
                </a:lnTo>
                <a:lnTo>
                  <a:pt x="594" y="1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8" name=""/>
          <p:cNvSpPr/>
          <p:nvPr/>
        </p:nvSpPr>
        <p:spPr>
          <a:xfrm>
            <a:off x="4879800" y="2028240"/>
            <a:ext cx="212040" cy="21600"/>
          </a:xfrm>
          <a:custGeom>
            <a:avLst/>
            <a:gdLst/>
            <a:ahLst/>
            <a:rect l="0" t="0" r="r" b="b"/>
            <a:pathLst>
              <a:path w="589" h="60">
                <a:moveTo>
                  <a:pt x="0" y="60"/>
                </a:moveTo>
                <a:lnTo>
                  <a:pt x="589" y="0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29" name=""/>
          <p:cNvSpPr/>
          <p:nvPr/>
        </p:nvSpPr>
        <p:spPr>
          <a:xfrm>
            <a:off x="4881600" y="2028240"/>
            <a:ext cx="210240" cy="21600"/>
          </a:xfrm>
          <a:custGeom>
            <a:avLst/>
            <a:gdLst/>
            <a:ahLst/>
            <a:rect l="0" t="0" r="r" b="b"/>
            <a:pathLst>
              <a:path w="584" h="60">
                <a:moveTo>
                  <a:pt x="0" y="60"/>
                </a:moveTo>
                <a:lnTo>
                  <a:pt x="584" y="0"/>
                </a:lnTo>
                <a:lnTo>
                  <a:pt x="584" y="1"/>
                </a:lnTo>
                <a:lnTo>
                  <a:pt x="4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0" name=""/>
          <p:cNvSpPr/>
          <p:nvPr/>
        </p:nvSpPr>
        <p:spPr>
          <a:xfrm>
            <a:off x="4883040" y="2028600"/>
            <a:ext cx="208800" cy="21240"/>
          </a:xfrm>
          <a:custGeom>
            <a:avLst/>
            <a:gdLst/>
            <a:ahLst/>
            <a:rect l="0" t="0" r="r" b="b"/>
            <a:pathLst>
              <a:path w="580" h="59">
                <a:moveTo>
                  <a:pt x="0" y="59"/>
                </a:moveTo>
                <a:lnTo>
                  <a:pt x="580" y="0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1" name=""/>
          <p:cNvSpPr/>
          <p:nvPr/>
        </p:nvSpPr>
        <p:spPr>
          <a:xfrm>
            <a:off x="4884840" y="2028600"/>
            <a:ext cx="207000" cy="21240"/>
          </a:xfrm>
          <a:custGeom>
            <a:avLst/>
            <a:gdLst/>
            <a:ahLst/>
            <a:rect l="0" t="0" r="r" b="b"/>
            <a:pathLst>
              <a:path w="575" h="59">
                <a:moveTo>
                  <a:pt x="0" y="59"/>
                </a:moveTo>
                <a:lnTo>
                  <a:pt x="575" y="0"/>
                </a:lnTo>
                <a:lnTo>
                  <a:pt x="575" y="1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2" name=""/>
          <p:cNvSpPr/>
          <p:nvPr/>
        </p:nvSpPr>
        <p:spPr>
          <a:xfrm>
            <a:off x="4886640" y="2028960"/>
            <a:ext cx="205200" cy="20880"/>
          </a:xfrm>
          <a:custGeom>
            <a:avLst/>
            <a:gdLst/>
            <a:ahLst/>
            <a:rect l="0" t="0" r="r" b="b"/>
            <a:pathLst>
              <a:path w="570" h="58">
                <a:moveTo>
                  <a:pt x="0" y="58"/>
                </a:moveTo>
                <a:lnTo>
                  <a:pt x="570" y="0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3" name=""/>
          <p:cNvSpPr/>
          <p:nvPr/>
        </p:nvSpPr>
        <p:spPr>
          <a:xfrm>
            <a:off x="4888440" y="2028960"/>
            <a:ext cx="203400" cy="20880"/>
          </a:xfrm>
          <a:custGeom>
            <a:avLst/>
            <a:gdLst/>
            <a:ahLst/>
            <a:rect l="0" t="0" r="r" b="b"/>
            <a:pathLst>
              <a:path w="565" h="58">
                <a:moveTo>
                  <a:pt x="0" y="58"/>
                </a:moveTo>
                <a:lnTo>
                  <a:pt x="565" y="0"/>
                </a:lnTo>
                <a:lnTo>
                  <a:pt x="565" y="1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4" name=""/>
          <p:cNvSpPr/>
          <p:nvPr/>
        </p:nvSpPr>
        <p:spPr>
          <a:xfrm>
            <a:off x="4890240" y="2029320"/>
            <a:ext cx="201600" cy="20520"/>
          </a:xfrm>
          <a:custGeom>
            <a:avLst/>
            <a:gdLst/>
            <a:ahLst/>
            <a:rect l="0" t="0" r="r" b="b"/>
            <a:pathLst>
              <a:path w="560" h="57">
                <a:moveTo>
                  <a:pt x="0" y="57"/>
                </a:moveTo>
                <a:lnTo>
                  <a:pt x="560" y="0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5" name=""/>
          <p:cNvSpPr/>
          <p:nvPr/>
        </p:nvSpPr>
        <p:spPr>
          <a:xfrm>
            <a:off x="4892040" y="2029320"/>
            <a:ext cx="199800" cy="20880"/>
          </a:xfrm>
          <a:custGeom>
            <a:avLst/>
            <a:gdLst/>
            <a:ahLst/>
            <a:rect l="0" t="0" r="r" b="b"/>
            <a:pathLst>
              <a:path w="555" h="58">
                <a:moveTo>
                  <a:pt x="0" y="58"/>
                </a:moveTo>
                <a:lnTo>
                  <a:pt x="555" y="0"/>
                </a:lnTo>
                <a:lnTo>
                  <a:pt x="555" y="2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6" name=""/>
          <p:cNvSpPr/>
          <p:nvPr/>
        </p:nvSpPr>
        <p:spPr>
          <a:xfrm>
            <a:off x="4893840" y="2029680"/>
            <a:ext cx="198000" cy="20160"/>
          </a:xfrm>
          <a:custGeom>
            <a:avLst/>
            <a:gdLst/>
            <a:ahLst/>
            <a:rect l="0" t="0" r="r" b="b"/>
            <a:pathLst>
              <a:path w="550" h="56">
                <a:moveTo>
                  <a:pt x="0" y="56"/>
                </a:moveTo>
                <a:lnTo>
                  <a:pt x="550" y="0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7" name=""/>
          <p:cNvSpPr/>
          <p:nvPr/>
        </p:nvSpPr>
        <p:spPr>
          <a:xfrm>
            <a:off x="4895640" y="2029680"/>
            <a:ext cx="196200" cy="20160"/>
          </a:xfrm>
          <a:custGeom>
            <a:avLst/>
            <a:gdLst/>
            <a:ahLst/>
            <a:rect l="0" t="0" r="r" b="b"/>
            <a:pathLst>
              <a:path w="545" h="56">
                <a:moveTo>
                  <a:pt x="0" y="56"/>
                </a:moveTo>
                <a:lnTo>
                  <a:pt x="545" y="0"/>
                </a:lnTo>
                <a:lnTo>
                  <a:pt x="545" y="1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8" name=""/>
          <p:cNvSpPr/>
          <p:nvPr/>
        </p:nvSpPr>
        <p:spPr>
          <a:xfrm>
            <a:off x="4897440" y="2030040"/>
            <a:ext cx="194400" cy="19800"/>
          </a:xfrm>
          <a:custGeom>
            <a:avLst/>
            <a:gdLst/>
            <a:ahLst/>
            <a:rect l="0" t="0" r="r" b="b"/>
            <a:pathLst>
              <a:path w="540" h="55">
                <a:moveTo>
                  <a:pt x="0" y="55"/>
                </a:moveTo>
                <a:lnTo>
                  <a:pt x="540" y="0"/>
                </a:lnTo>
                <a:lnTo>
                  <a:pt x="5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39" name=""/>
          <p:cNvSpPr/>
          <p:nvPr/>
        </p:nvSpPr>
        <p:spPr>
          <a:xfrm>
            <a:off x="4899240" y="2030040"/>
            <a:ext cx="192600" cy="19800"/>
          </a:xfrm>
          <a:custGeom>
            <a:avLst/>
            <a:gdLst/>
            <a:ahLst/>
            <a:rect l="0" t="0" r="r" b="b"/>
            <a:pathLst>
              <a:path w="535" h="55">
                <a:moveTo>
                  <a:pt x="0" y="55"/>
                </a:moveTo>
                <a:lnTo>
                  <a:pt x="535" y="0"/>
                </a:lnTo>
                <a:lnTo>
                  <a:pt x="535" y="1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0" name=""/>
          <p:cNvSpPr/>
          <p:nvPr/>
        </p:nvSpPr>
        <p:spPr>
          <a:xfrm>
            <a:off x="4900680" y="2030400"/>
            <a:ext cx="191160" cy="19440"/>
          </a:xfrm>
          <a:custGeom>
            <a:avLst/>
            <a:gdLst/>
            <a:ahLst/>
            <a:rect l="0" t="0" r="r" b="b"/>
            <a:pathLst>
              <a:path w="531" h="54">
                <a:moveTo>
                  <a:pt x="0" y="54"/>
                </a:moveTo>
                <a:lnTo>
                  <a:pt x="531" y="0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1" name=""/>
          <p:cNvSpPr/>
          <p:nvPr/>
        </p:nvSpPr>
        <p:spPr>
          <a:xfrm>
            <a:off x="4902480" y="2030400"/>
            <a:ext cx="189360" cy="19440"/>
          </a:xfrm>
          <a:custGeom>
            <a:avLst/>
            <a:gdLst/>
            <a:ahLst/>
            <a:rect l="0" t="0" r="r" b="b"/>
            <a:pathLst>
              <a:path w="526" h="54">
                <a:moveTo>
                  <a:pt x="0" y="54"/>
                </a:moveTo>
                <a:lnTo>
                  <a:pt x="526" y="0"/>
                </a:lnTo>
                <a:lnTo>
                  <a:pt x="526" y="1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2" name=""/>
          <p:cNvSpPr/>
          <p:nvPr/>
        </p:nvSpPr>
        <p:spPr>
          <a:xfrm>
            <a:off x="4904280" y="2030760"/>
            <a:ext cx="187560" cy="19080"/>
          </a:xfrm>
          <a:custGeom>
            <a:avLst/>
            <a:gdLst/>
            <a:ahLst/>
            <a:rect l="0" t="0" r="r" b="b"/>
            <a:pathLst>
              <a:path w="521" h="53">
                <a:moveTo>
                  <a:pt x="0" y="53"/>
                </a:moveTo>
                <a:lnTo>
                  <a:pt x="521" y="0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3" name=""/>
          <p:cNvSpPr/>
          <p:nvPr/>
        </p:nvSpPr>
        <p:spPr>
          <a:xfrm>
            <a:off x="4906080" y="2030760"/>
            <a:ext cx="185760" cy="19080"/>
          </a:xfrm>
          <a:custGeom>
            <a:avLst/>
            <a:gdLst/>
            <a:ahLst/>
            <a:rect l="0" t="0" r="r" b="b"/>
            <a:pathLst>
              <a:path w="516" h="53">
                <a:moveTo>
                  <a:pt x="0" y="53"/>
                </a:moveTo>
                <a:lnTo>
                  <a:pt x="516" y="0"/>
                </a:lnTo>
                <a:lnTo>
                  <a:pt x="516" y="1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4" name=""/>
          <p:cNvSpPr/>
          <p:nvPr/>
        </p:nvSpPr>
        <p:spPr>
          <a:xfrm>
            <a:off x="4907880" y="2031120"/>
            <a:ext cx="183960" cy="18720"/>
          </a:xfrm>
          <a:custGeom>
            <a:avLst/>
            <a:gdLst/>
            <a:ahLst/>
            <a:rect l="0" t="0" r="r" b="b"/>
            <a:pathLst>
              <a:path w="511" h="52">
                <a:moveTo>
                  <a:pt x="0" y="52"/>
                </a:moveTo>
                <a:lnTo>
                  <a:pt x="511" y="0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5" name=""/>
          <p:cNvSpPr/>
          <p:nvPr/>
        </p:nvSpPr>
        <p:spPr>
          <a:xfrm>
            <a:off x="4909680" y="2031120"/>
            <a:ext cx="182160" cy="18720"/>
          </a:xfrm>
          <a:custGeom>
            <a:avLst/>
            <a:gdLst/>
            <a:ahLst/>
            <a:rect l="0" t="0" r="r" b="b"/>
            <a:pathLst>
              <a:path w="506" h="52">
                <a:moveTo>
                  <a:pt x="0" y="52"/>
                </a:moveTo>
                <a:lnTo>
                  <a:pt x="506" y="0"/>
                </a:lnTo>
                <a:lnTo>
                  <a:pt x="506" y="1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6" name=""/>
          <p:cNvSpPr/>
          <p:nvPr/>
        </p:nvSpPr>
        <p:spPr>
          <a:xfrm>
            <a:off x="4911480" y="2031480"/>
            <a:ext cx="180360" cy="18360"/>
          </a:xfrm>
          <a:custGeom>
            <a:avLst/>
            <a:gdLst/>
            <a:ahLst/>
            <a:rect l="0" t="0" r="r" b="b"/>
            <a:pathLst>
              <a:path w="501" h="51">
                <a:moveTo>
                  <a:pt x="0" y="51"/>
                </a:moveTo>
                <a:lnTo>
                  <a:pt x="501" y="0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7" name=""/>
          <p:cNvSpPr/>
          <p:nvPr/>
        </p:nvSpPr>
        <p:spPr>
          <a:xfrm>
            <a:off x="4913280" y="2031480"/>
            <a:ext cx="178560" cy="18360"/>
          </a:xfrm>
          <a:custGeom>
            <a:avLst/>
            <a:gdLst/>
            <a:ahLst/>
            <a:rect l="0" t="0" r="r" b="b"/>
            <a:pathLst>
              <a:path w="496" h="51">
                <a:moveTo>
                  <a:pt x="0" y="51"/>
                </a:moveTo>
                <a:lnTo>
                  <a:pt x="496" y="0"/>
                </a:lnTo>
                <a:lnTo>
                  <a:pt x="496" y="1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8" name=""/>
          <p:cNvSpPr/>
          <p:nvPr/>
        </p:nvSpPr>
        <p:spPr>
          <a:xfrm>
            <a:off x="4915080" y="2031840"/>
            <a:ext cx="176760" cy="18000"/>
          </a:xfrm>
          <a:custGeom>
            <a:avLst/>
            <a:gdLst/>
            <a:ahLst/>
            <a:rect l="0" t="0" r="r" b="b"/>
            <a:pathLst>
              <a:path w="491" h="50">
                <a:moveTo>
                  <a:pt x="0" y="50"/>
                </a:moveTo>
                <a:lnTo>
                  <a:pt x="491" y="0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49" name=""/>
          <p:cNvSpPr/>
          <p:nvPr/>
        </p:nvSpPr>
        <p:spPr>
          <a:xfrm>
            <a:off x="4916880" y="2031840"/>
            <a:ext cx="174960" cy="18000"/>
          </a:xfrm>
          <a:custGeom>
            <a:avLst/>
            <a:gdLst/>
            <a:ahLst/>
            <a:rect l="0" t="0" r="r" b="b"/>
            <a:pathLst>
              <a:path w="486" h="50">
                <a:moveTo>
                  <a:pt x="0" y="50"/>
                </a:moveTo>
                <a:lnTo>
                  <a:pt x="486" y="0"/>
                </a:lnTo>
                <a:lnTo>
                  <a:pt x="486" y="1"/>
                </a:lnTo>
                <a:lnTo>
                  <a:pt x="4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0" name=""/>
          <p:cNvSpPr/>
          <p:nvPr/>
        </p:nvSpPr>
        <p:spPr>
          <a:xfrm>
            <a:off x="4918320" y="2032200"/>
            <a:ext cx="173520" cy="17640"/>
          </a:xfrm>
          <a:custGeom>
            <a:avLst/>
            <a:gdLst/>
            <a:ahLst/>
            <a:rect l="0" t="0" r="r" b="b"/>
            <a:pathLst>
              <a:path w="482" h="49">
                <a:moveTo>
                  <a:pt x="0" y="49"/>
                </a:moveTo>
                <a:lnTo>
                  <a:pt x="482" y="0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1" name=""/>
          <p:cNvSpPr/>
          <p:nvPr/>
        </p:nvSpPr>
        <p:spPr>
          <a:xfrm>
            <a:off x="4920120" y="2032200"/>
            <a:ext cx="171720" cy="17640"/>
          </a:xfrm>
          <a:custGeom>
            <a:avLst/>
            <a:gdLst/>
            <a:ahLst/>
            <a:rect l="0" t="0" r="r" b="b"/>
            <a:pathLst>
              <a:path w="477" h="49">
                <a:moveTo>
                  <a:pt x="0" y="49"/>
                </a:moveTo>
                <a:lnTo>
                  <a:pt x="477" y="0"/>
                </a:lnTo>
                <a:lnTo>
                  <a:pt x="477" y="1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2" name=""/>
          <p:cNvSpPr/>
          <p:nvPr/>
        </p:nvSpPr>
        <p:spPr>
          <a:xfrm>
            <a:off x="4921920" y="2032560"/>
            <a:ext cx="169920" cy="17280"/>
          </a:xfrm>
          <a:custGeom>
            <a:avLst/>
            <a:gdLst/>
            <a:ahLst/>
            <a:rect l="0" t="0" r="r" b="b"/>
            <a:pathLst>
              <a:path w="472" h="48">
                <a:moveTo>
                  <a:pt x="0" y="48"/>
                </a:moveTo>
                <a:lnTo>
                  <a:pt x="472" y="0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3" name=""/>
          <p:cNvSpPr/>
          <p:nvPr/>
        </p:nvSpPr>
        <p:spPr>
          <a:xfrm>
            <a:off x="4923720" y="2032560"/>
            <a:ext cx="168120" cy="17280"/>
          </a:xfrm>
          <a:custGeom>
            <a:avLst/>
            <a:gdLst/>
            <a:ahLst/>
            <a:rect l="0" t="0" r="r" b="b"/>
            <a:pathLst>
              <a:path w="467" h="48">
                <a:moveTo>
                  <a:pt x="0" y="48"/>
                </a:moveTo>
                <a:lnTo>
                  <a:pt x="467" y="0"/>
                </a:lnTo>
                <a:lnTo>
                  <a:pt x="467" y="1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4" name=""/>
          <p:cNvSpPr/>
          <p:nvPr/>
        </p:nvSpPr>
        <p:spPr>
          <a:xfrm>
            <a:off x="4925520" y="2032920"/>
            <a:ext cx="166320" cy="16920"/>
          </a:xfrm>
          <a:custGeom>
            <a:avLst/>
            <a:gdLst/>
            <a:ahLst/>
            <a:rect l="0" t="0" r="r" b="b"/>
            <a:pathLst>
              <a:path w="462" h="47">
                <a:moveTo>
                  <a:pt x="0" y="47"/>
                </a:moveTo>
                <a:lnTo>
                  <a:pt x="462" y="0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5" name=""/>
          <p:cNvSpPr/>
          <p:nvPr/>
        </p:nvSpPr>
        <p:spPr>
          <a:xfrm>
            <a:off x="4927320" y="2032920"/>
            <a:ext cx="164520" cy="16920"/>
          </a:xfrm>
          <a:custGeom>
            <a:avLst/>
            <a:gdLst/>
            <a:ahLst/>
            <a:rect l="0" t="0" r="r" b="b"/>
            <a:pathLst>
              <a:path w="457" h="47">
                <a:moveTo>
                  <a:pt x="0" y="47"/>
                </a:moveTo>
                <a:lnTo>
                  <a:pt x="457" y="0"/>
                </a:lnTo>
                <a:lnTo>
                  <a:pt x="457" y="1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6" name=""/>
          <p:cNvSpPr/>
          <p:nvPr/>
        </p:nvSpPr>
        <p:spPr>
          <a:xfrm>
            <a:off x="4929120" y="2033280"/>
            <a:ext cx="162720" cy="16560"/>
          </a:xfrm>
          <a:custGeom>
            <a:avLst/>
            <a:gdLst/>
            <a:ahLst/>
            <a:rect l="0" t="0" r="r" b="b"/>
            <a:pathLst>
              <a:path w="452" h="46">
                <a:moveTo>
                  <a:pt x="0" y="46"/>
                </a:moveTo>
                <a:lnTo>
                  <a:pt x="452" y="0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7" name=""/>
          <p:cNvSpPr/>
          <p:nvPr/>
        </p:nvSpPr>
        <p:spPr>
          <a:xfrm>
            <a:off x="4930920" y="2033280"/>
            <a:ext cx="160920" cy="16560"/>
          </a:xfrm>
          <a:custGeom>
            <a:avLst/>
            <a:gdLst/>
            <a:ahLst/>
            <a:rect l="0" t="0" r="r" b="b"/>
            <a:pathLst>
              <a:path w="447" h="46">
                <a:moveTo>
                  <a:pt x="0" y="46"/>
                </a:moveTo>
                <a:lnTo>
                  <a:pt x="447" y="0"/>
                </a:lnTo>
                <a:lnTo>
                  <a:pt x="447" y="1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8" name=""/>
          <p:cNvSpPr/>
          <p:nvPr/>
        </p:nvSpPr>
        <p:spPr>
          <a:xfrm>
            <a:off x="4932720" y="2033640"/>
            <a:ext cx="159120" cy="16200"/>
          </a:xfrm>
          <a:custGeom>
            <a:avLst/>
            <a:gdLst/>
            <a:ahLst/>
            <a:rect l="0" t="0" r="r" b="b"/>
            <a:pathLst>
              <a:path w="442" h="45">
                <a:moveTo>
                  <a:pt x="0" y="45"/>
                </a:moveTo>
                <a:lnTo>
                  <a:pt x="442" y="0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59" name=""/>
          <p:cNvSpPr/>
          <p:nvPr/>
        </p:nvSpPr>
        <p:spPr>
          <a:xfrm>
            <a:off x="4934520" y="2033640"/>
            <a:ext cx="157320" cy="16200"/>
          </a:xfrm>
          <a:custGeom>
            <a:avLst/>
            <a:gdLst/>
            <a:ahLst/>
            <a:rect l="0" t="0" r="r" b="b"/>
            <a:pathLst>
              <a:path w="437" h="45">
                <a:moveTo>
                  <a:pt x="0" y="45"/>
                </a:moveTo>
                <a:lnTo>
                  <a:pt x="437" y="0"/>
                </a:lnTo>
                <a:lnTo>
                  <a:pt x="437" y="1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0" name=""/>
          <p:cNvSpPr/>
          <p:nvPr/>
        </p:nvSpPr>
        <p:spPr>
          <a:xfrm>
            <a:off x="4936320" y="2034000"/>
            <a:ext cx="155520" cy="15840"/>
          </a:xfrm>
          <a:custGeom>
            <a:avLst/>
            <a:gdLst/>
            <a:ahLst/>
            <a:rect l="0" t="0" r="r" b="b"/>
            <a:pathLst>
              <a:path w="432" h="44">
                <a:moveTo>
                  <a:pt x="0" y="44"/>
                </a:moveTo>
                <a:lnTo>
                  <a:pt x="432" y="0"/>
                </a:lnTo>
                <a:lnTo>
                  <a:pt x="4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1" name=""/>
          <p:cNvSpPr/>
          <p:nvPr/>
        </p:nvSpPr>
        <p:spPr>
          <a:xfrm>
            <a:off x="4937760" y="2034000"/>
            <a:ext cx="154080" cy="15840"/>
          </a:xfrm>
          <a:custGeom>
            <a:avLst/>
            <a:gdLst/>
            <a:ahLst/>
            <a:rect l="0" t="0" r="r" b="b"/>
            <a:pathLst>
              <a:path w="428" h="44">
                <a:moveTo>
                  <a:pt x="0" y="44"/>
                </a:moveTo>
                <a:lnTo>
                  <a:pt x="428" y="0"/>
                </a:lnTo>
                <a:lnTo>
                  <a:pt x="428" y="1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2" name=""/>
          <p:cNvSpPr/>
          <p:nvPr/>
        </p:nvSpPr>
        <p:spPr>
          <a:xfrm>
            <a:off x="4939560" y="2034360"/>
            <a:ext cx="152280" cy="15480"/>
          </a:xfrm>
          <a:custGeom>
            <a:avLst/>
            <a:gdLst/>
            <a:ahLst/>
            <a:rect l="0" t="0" r="r" b="b"/>
            <a:pathLst>
              <a:path w="423" h="43">
                <a:moveTo>
                  <a:pt x="0" y="43"/>
                </a:moveTo>
                <a:lnTo>
                  <a:pt x="423" y="0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3" name=""/>
          <p:cNvSpPr/>
          <p:nvPr/>
        </p:nvSpPr>
        <p:spPr>
          <a:xfrm>
            <a:off x="4941360" y="2034360"/>
            <a:ext cx="150480" cy="15480"/>
          </a:xfrm>
          <a:custGeom>
            <a:avLst/>
            <a:gdLst/>
            <a:ahLst/>
            <a:rect l="0" t="0" r="r" b="b"/>
            <a:pathLst>
              <a:path w="418" h="43">
                <a:moveTo>
                  <a:pt x="0" y="43"/>
                </a:moveTo>
                <a:lnTo>
                  <a:pt x="418" y="0"/>
                </a:lnTo>
                <a:lnTo>
                  <a:pt x="418" y="1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4" name=""/>
          <p:cNvSpPr/>
          <p:nvPr/>
        </p:nvSpPr>
        <p:spPr>
          <a:xfrm>
            <a:off x="4943160" y="2034720"/>
            <a:ext cx="148680" cy="15120"/>
          </a:xfrm>
          <a:custGeom>
            <a:avLst/>
            <a:gdLst/>
            <a:ahLst/>
            <a:rect l="0" t="0" r="r" b="b"/>
            <a:pathLst>
              <a:path w="413" h="42">
                <a:moveTo>
                  <a:pt x="0" y="42"/>
                </a:moveTo>
                <a:lnTo>
                  <a:pt x="413" y="0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5" name=""/>
          <p:cNvSpPr/>
          <p:nvPr/>
        </p:nvSpPr>
        <p:spPr>
          <a:xfrm>
            <a:off x="4944960" y="2034720"/>
            <a:ext cx="146880" cy="15120"/>
          </a:xfrm>
          <a:custGeom>
            <a:avLst/>
            <a:gdLst/>
            <a:ahLst/>
            <a:rect l="0" t="0" r="r" b="b"/>
            <a:pathLst>
              <a:path w="408" h="42">
                <a:moveTo>
                  <a:pt x="0" y="42"/>
                </a:moveTo>
                <a:lnTo>
                  <a:pt x="408" y="0"/>
                </a:lnTo>
                <a:lnTo>
                  <a:pt x="408" y="1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6" name=""/>
          <p:cNvSpPr/>
          <p:nvPr/>
        </p:nvSpPr>
        <p:spPr>
          <a:xfrm>
            <a:off x="4946760" y="2035080"/>
            <a:ext cx="145080" cy="14760"/>
          </a:xfrm>
          <a:custGeom>
            <a:avLst/>
            <a:gdLst/>
            <a:ahLst/>
            <a:rect l="0" t="0" r="r" b="b"/>
            <a:pathLst>
              <a:path w="403" h="41">
                <a:moveTo>
                  <a:pt x="0" y="41"/>
                </a:moveTo>
                <a:lnTo>
                  <a:pt x="403" y="0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7" name=""/>
          <p:cNvSpPr/>
          <p:nvPr/>
        </p:nvSpPr>
        <p:spPr>
          <a:xfrm>
            <a:off x="4948560" y="2035080"/>
            <a:ext cx="143280" cy="14760"/>
          </a:xfrm>
          <a:custGeom>
            <a:avLst/>
            <a:gdLst/>
            <a:ahLst/>
            <a:rect l="0" t="0" r="r" b="b"/>
            <a:pathLst>
              <a:path w="398" h="41">
                <a:moveTo>
                  <a:pt x="0" y="41"/>
                </a:moveTo>
                <a:lnTo>
                  <a:pt x="398" y="0"/>
                </a:lnTo>
                <a:lnTo>
                  <a:pt x="398" y="1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8" name=""/>
          <p:cNvSpPr/>
          <p:nvPr/>
        </p:nvSpPr>
        <p:spPr>
          <a:xfrm>
            <a:off x="4950360" y="2035440"/>
            <a:ext cx="141480" cy="14400"/>
          </a:xfrm>
          <a:custGeom>
            <a:avLst/>
            <a:gdLst/>
            <a:ahLst/>
            <a:rect l="0" t="0" r="r" b="b"/>
            <a:pathLst>
              <a:path w="393" h="40">
                <a:moveTo>
                  <a:pt x="0" y="40"/>
                </a:moveTo>
                <a:lnTo>
                  <a:pt x="393" y="0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69" name=""/>
          <p:cNvSpPr/>
          <p:nvPr/>
        </p:nvSpPr>
        <p:spPr>
          <a:xfrm>
            <a:off x="4952160" y="2035440"/>
            <a:ext cx="139680" cy="14400"/>
          </a:xfrm>
          <a:custGeom>
            <a:avLst/>
            <a:gdLst/>
            <a:ahLst/>
            <a:rect l="0" t="0" r="r" b="b"/>
            <a:pathLst>
              <a:path w="388" h="40">
                <a:moveTo>
                  <a:pt x="0" y="40"/>
                </a:moveTo>
                <a:lnTo>
                  <a:pt x="388" y="0"/>
                </a:lnTo>
                <a:lnTo>
                  <a:pt x="388" y="1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0" name=""/>
          <p:cNvSpPr/>
          <p:nvPr/>
        </p:nvSpPr>
        <p:spPr>
          <a:xfrm>
            <a:off x="4953960" y="2035800"/>
            <a:ext cx="137880" cy="14040"/>
          </a:xfrm>
          <a:custGeom>
            <a:avLst/>
            <a:gdLst/>
            <a:ahLst/>
            <a:rect l="0" t="0" r="r" b="b"/>
            <a:pathLst>
              <a:path w="383" h="39">
                <a:moveTo>
                  <a:pt x="0" y="39"/>
                </a:moveTo>
                <a:lnTo>
                  <a:pt x="383" y="0"/>
                </a:lnTo>
                <a:lnTo>
                  <a:pt x="4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1" name=""/>
          <p:cNvSpPr/>
          <p:nvPr/>
        </p:nvSpPr>
        <p:spPr>
          <a:xfrm>
            <a:off x="4955400" y="2035800"/>
            <a:ext cx="136440" cy="14040"/>
          </a:xfrm>
          <a:custGeom>
            <a:avLst/>
            <a:gdLst/>
            <a:ahLst/>
            <a:rect l="0" t="0" r="r" b="b"/>
            <a:pathLst>
              <a:path w="379" h="39">
                <a:moveTo>
                  <a:pt x="0" y="39"/>
                </a:moveTo>
                <a:lnTo>
                  <a:pt x="379" y="0"/>
                </a:lnTo>
                <a:lnTo>
                  <a:pt x="379" y="1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2" name=""/>
          <p:cNvSpPr/>
          <p:nvPr/>
        </p:nvSpPr>
        <p:spPr>
          <a:xfrm>
            <a:off x="4957200" y="2036160"/>
            <a:ext cx="134640" cy="13680"/>
          </a:xfrm>
          <a:custGeom>
            <a:avLst/>
            <a:gdLst/>
            <a:ahLst/>
            <a:rect l="0" t="0" r="r" b="b"/>
            <a:pathLst>
              <a:path w="374" h="38">
                <a:moveTo>
                  <a:pt x="0" y="38"/>
                </a:moveTo>
                <a:lnTo>
                  <a:pt x="374" y="0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3" name=""/>
          <p:cNvSpPr/>
          <p:nvPr/>
        </p:nvSpPr>
        <p:spPr>
          <a:xfrm>
            <a:off x="4959000" y="2036160"/>
            <a:ext cx="132840" cy="13680"/>
          </a:xfrm>
          <a:custGeom>
            <a:avLst/>
            <a:gdLst/>
            <a:ahLst/>
            <a:rect l="0" t="0" r="r" b="b"/>
            <a:pathLst>
              <a:path w="369" h="38">
                <a:moveTo>
                  <a:pt x="0" y="38"/>
                </a:moveTo>
                <a:lnTo>
                  <a:pt x="369" y="0"/>
                </a:lnTo>
                <a:lnTo>
                  <a:pt x="369" y="1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4" name=""/>
          <p:cNvSpPr/>
          <p:nvPr/>
        </p:nvSpPr>
        <p:spPr>
          <a:xfrm>
            <a:off x="4960800" y="2036520"/>
            <a:ext cx="131040" cy="13320"/>
          </a:xfrm>
          <a:custGeom>
            <a:avLst/>
            <a:gdLst/>
            <a:ahLst/>
            <a:rect l="0" t="0" r="r" b="b"/>
            <a:pathLst>
              <a:path w="364" h="37">
                <a:moveTo>
                  <a:pt x="0" y="37"/>
                </a:moveTo>
                <a:lnTo>
                  <a:pt x="364" y="0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5" name=""/>
          <p:cNvSpPr/>
          <p:nvPr/>
        </p:nvSpPr>
        <p:spPr>
          <a:xfrm>
            <a:off x="4962600" y="2036520"/>
            <a:ext cx="129240" cy="13320"/>
          </a:xfrm>
          <a:custGeom>
            <a:avLst/>
            <a:gdLst/>
            <a:ahLst/>
            <a:rect l="0" t="0" r="r" b="b"/>
            <a:pathLst>
              <a:path w="359" h="37">
                <a:moveTo>
                  <a:pt x="0" y="37"/>
                </a:moveTo>
                <a:lnTo>
                  <a:pt x="359" y="0"/>
                </a:lnTo>
                <a:lnTo>
                  <a:pt x="359" y="1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6" name=""/>
          <p:cNvSpPr/>
          <p:nvPr/>
        </p:nvSpPr>
        <p:spPr>
          <a:xfrm>
            <a:off x="4964400" y="2036880"/>
            <a:ext cx="127440" cy="12960"/>
          </a:xfrm>
          <a:custGeom>
            <a:avLst/>
            <a:gdLst/>
            <a:ahLst/>
            <a:rect l="0" t="0" r="r" b="b"/>
            <a:pathLst>
              <a:path w="354" h="36">
                <a:moveTo>
                  <a:pt x="0" y="36"/>
                </a:moveTo>
                <a:lnTo>
                  <a:pt x="354" y="0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7" name=""/>
          <p:cNvSpPr/>
          <p:nvPr/>
        </p:nvSpPr>
        <p:spPr>
          <a:xfrm>
            <a:off x="4966200" y="2036880"/>
            <a:ext cx="125640" cy="12960"/>
          </a:xfrm>
          <a:custGeom>
            <a:avLst/>
            <a:gdLst/>
            <a:ahLst/>
            <a:rect l="0" t="0" r="r" b="b"/>
            <a:pathLst>
              <a:path w="349" h="36">
                <a:moveTo>
                  <a:pt x="0" y="36"/>
                </a:moveTo>
                <a:lnTo>
                  <a:pt x="349" y="0"/>
                </a:lnTo>
                <a:lnTo>
                  <a:pt x="349" y="1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8" name=""/>
          <p:cNvSpPr/>
          <p:nvPr/>
        </p:nvSpPr>
        <p:spPr>
          <a:xfrm>
            <a:off x="4968000" y="2037240"/>
            <a:ext cx="123840" cy="12600"/>
          </a:xfrm>
          <a:custGeom>
            <a:avLst/>
            <a:gdLst/>
            <a:ahLst/>
            <a:rect l="0" t="0" r="r" b="b"/>
            <a:pathLst>
              <a:path w="344" h="35">
                <a:moveTo>
                  <a:pt x="0" y="35"/>
                </a:moveTo>
                <a:lnTo>
                  <a:pt x="344" y="0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79" name=""/>
          <p:cNvSpPr/>
          <p:nvPr/>
        </p:nvSpPr>
        <p:spPr>
          <a:xfrm>
            <a:off x="4969800" y="2037240"/>
            <a:ext cx="122040" cy="12600"/>
          </a:xfrm>
          <a:custGeom>
            <a:avLst/>
            <a:gdLst/>
            <a:ahLst/>
            <a:rect l="0" t="0" r="r" b="b"/>
            <a:pathLst>
              <a:path w="339" h="35">
                <a:moveTo>
                  <a:pt x="0" y="35"/>
                </a:moveTo>
                <a:lnTo>
                  <a:pt x="339" y="0"/>
                </a:lnTo>
                <a:lnTo>
                  <a:pt x="339" y="1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0" name=""/>
          <p:cNvSpPr/>
          <p:nvPr/>
        </p:nvSpPr>
        <p:spPr>
          <a:xfrm>
            <a:off x="4971600" y="2037600"/>
            <a:ext cx="120240" cy="12240"/>
          </a:xfrm>
          <a:custGeom>
            <a:avLst/>
            <a:gdLst/>
            <a:ahLst/>
            <a:rect l="0" t="0" r="r" b="b"/>
            <a:pathLst>
              <a:path w="334" h="34">
                <a:moveTo>
                  <a:pt x="0" y="34"/>
                </a:moveTo>
                <a:lnTo>
                  <a:pt x="334" y="0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1" name=""/>
          <p:cNvSpPr/>
          <p:nvPr/>
        </p:nvSpPr>
        <p:spPr>
          <a:xfrm>
            <a:off x="4973400" y="2037600"/>
            <a:ext cx="118440" cy="12240"/>
          </a:xfrm>
          <a:custGeom>
            <a:avLst/>
            <a:gdLst/>
            <a:ahLst/>
            <a:rect l="0" t="0" r="r" b="b"/>
            <a:pathLst>
              <a:path w="329" h="34">
                <a:moveTo>
                  <a:pt x="0" y="34"/>
                </a:moveTo>
                <a:lnTo>
                  <a:pt x="329" y="0"/>
                </a:lnTo>
                <a:lnTo>
                  <a:pt x="329" y="1"/>
                </a:lnTo>
                <a:lnTo>
                  <a:pt x="4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2" name=""/>
          <p:cNvSpPr/>
          <p:nvPr/>
        </p:nvSpPr>
        <p:spPr>
          <a:xfrm>
            <a:off x="4974840" y="2037960"/>
            <a:ext cx="117000" cy="11880"/>
          </a:xfrm>
          <a:custGeom>
            <a:avLst/>
            <a:gdLst/>
            <a:ahLst/>
            <a:rect l="0" t="0" r="r" b="b"/>
            <a:pathLst>
              <a:path w="325" h="33">
                <a:moveTo>
                  <a:pt x="0" y="33"/>
                </a:moveTo>
                <a:lnTo>
                  <a:pt x="325" y="0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3" name=""/>
          <p:cNvSpPr/>
          <p:nvPr/>
        </p:nvSpPr>
        <p:spPr>
          <a:xfrm>
            <a:off x="4976640" y="2037960"/>
            <a:ext cx="115200" cy="11880"/>
          </a:xfrm>
          <a:custGeom>
            <a:avLst/>
            <a:gdLst/>
            <a:ahLst/>
            <a:rect l="0" t="0" r="r" b="b"/>
            <a:pathLst>
              <a:path w="320" h="33">
                <a:moveTo>
                  <a:pt x="0" y="33"/>
                </a:moveTo>
                <a:lnTo>
                  <a:pt x="320" y="0"/>
                </a:lnTo>
                <a:lnTo>
                  <a:pt x="320" y="1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4" name=""/>
          <p:cNvSpPr/>
          <p:nvPr/>
        </p:nvSpPr>
        <p:spPr>
          <a:xfrm>
            <a:off x="4978440" y="2038320"/>
            <a:ext cx="113400" cy="11520"/>
          </a:xfrm>
          <a:custGeom>
            <a:avLst/>
            <a:gdLst/>
            <a:ahLst/>
            <a:rect l="0" t="0" r="r" b="b"/>
            <a:pathLst>
              <a:path w="315" h="32">
                <a:moveTo>
                  <a:pt x="0" y="32"/>
                </a:moveTo>
                <a:lnTo>
                  <a:pt x="315" y="0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5" name=""/>
          <p:cNvSpPr/>
          <p:nvPr/>
        </p:nvSpPr>
        <p:spPr>
          <a:xfrm>
            <a:off x="4980240" y="2038320"/>
            <a:ext cx="111600" cy="11520"/>
          </a:xfrm>
          <a:custGeom>
            <a:avLst/>
            <a:gdLst/>
            <a:ahLst/>
            <a:rect l="0" t="0" r="r" b="b"/>
            <a:pathLst>
              <a:path w="310" h="32">
                <a:moveTo>
                  <a:pt x="0" y="32"/>
                </a:moveTo>
                <a:lnTo>
                  <a:pt x="310" y="0"/>
                </a:lnTo>
                <a:lnTo>
                  <a:pt x="310" y="1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6" name=""/>
          <p:cNvSpPr/>
          <p:nvPr/>
        </p:nvSpPr>
        <p:spPr>
          <a:xfrm>
            <a:off x="4982040" y="2038680"/>
            <a:ext cx="109800" cy="11160"/>
          </a:xfrm>
          <a:custGeom>
            <a:avLst/>
            <a:gdLst/>
            <a:ahLst/>
            <a:rect l="0" t="0" r="r" b="b"/>
            <a:pathLst>
              <a:path w="305" h="31">
                <a:moveTo>
                  <a:pt x="0" y="31"/>
                </a:moveTo>
                <a:lnTo>
                  <a:pt x="305" y="0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7" name=""/>
          <p:cNvSpPr/>
          <p:nvPr/>
        </p:nvSpPr>
        <p:spPr>
          <a:xfrm>
            <a:off x="4983840" y="2038680"/>
            <a:ext cx="108000" cy="11160"/>
          </a:xfrm>
          <a:custGeom>
            <a:avLst/>
            <a:gdLst/>
            <a:ahLst/>
            <a:rect l="0" t="0" r="r" b="b"/>
            <a:pathLst>
              <a:path w="300" h="31">
                <a:moveTo>
                  <a:pt x="0" y="31"/>
                </a:moveTo>
                <a:lnTo>
                  <a:pt x="300" y="0"/>
                </a:lnTo>
                <a:lnTo>
                  <a:pt x="300" y="1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8" name=""/>
          <p:cNvSpPr/>
          <p:nvPr/>
        </p:nvSpPr>
        <p:spPr>
          <a:xfrm>
            <a:off x="4985640" y="2039040"/>
            <a:ext cx="106200" cy="10800"/>
          </a:xfrm>
          <a:custGeom>
            <a:avLst/>
            <a:gdLst/>
            <a:ahLst/>
            <a:rect l="0" t="0" r="r" b="b"/>
            <a:pathLst>
              <a:path w="295" h="30">
                <a:moveTo>
                  <a:pt x="0" y="30"/>
                </a:moveTo>
                <a:lnTo>
                  <a:pt x="295" y="0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89" name=""/>
          <p:cNvSpPr/>
          <p:nvPr/>
        </p:nvSpPr>
        <p:spPr>
          <a:xfrm>
            <a:off x="4987440" y="2039040"/>
            <a:ext cx="104400" cy="10800"/>
          </a:xfrm>
          <a:custGeom>
            <a:avLst/>
            <a:gdLst/>
            <a:ahLst/>
            <a:rect l="0" t="0" r="r" b="b"/>
            <a:pathLst>
              <a:path w="290" h="30">
                <a:moveTo>
                  <a:pt x="0" y="30"/>
                </a:moveTo>
                <a:lnTo>
                  <a:pt x="290" y="0"/>
                </a:lnTo>
                <a:lnTo>
                  <a:pt x="290" y="1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0" name=""/>
          <p:cNvSpPr/>
          <p:nvPr/>
        </p:nvSpPr>
        <p:spPr>
          <a:xfrm>
            <a:off x="4989240" y="2039400"/>
            <a:ext cx="102600" cy="10440"/>
          </a:xfrm>
          <a:custGeom>
            <a:avLst/>
            <a:gdLst/>
            <a:ahLst/>
            <a:rect l="0" t="0" r="r" b="b"/>
            <a:pathLst>
              <a:path w="285" h="29">
                <a:moveTo>
                  <a:pt x="0" y="29"/>
                </a:moveTo>
                <a:lnTo>
                  <a:pt x="285" y="0"/>
                </a:lnTo>
                <a:lnTo>
                  <a:pt x="5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1" name=""/>
          <p:cNvSpPr/>
          <p:nvPr/>
        </p:nvSpPr>
        <p:spPr>
          <a:xfrm>
            <a:off x="4991040" y="2039400"/>
            <a:ext cx="100800" cy="10440"/>
          </a:xfrm>
          <a:custGeom>
            <a:avLst/>
            <a:gdLst/>
            <a:ahLst/>
            <a:rect l="0" t="0" r="r" b="b"/>
            <a:pathLst>
              <a:path w="280" h="29">
                <a:moveTo>
                  <a:pt x="0" y="29"/>
                </a:moveTo>
                <a:lnTo>
                  <a:pt x="280" y="0"/>
                </a:lnTo>
                <a:lnTo>
                  <a:pt x="280" y="1"/>
                </a:lnTo>
                <a:lnTo>
                  <a:pt x="4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2" name=""/>
          <p:cNvSpPr/>
          <p:nvPr/>
        </p:nvSpPr>
        <p:spPr>
          <a:xfrm>
            <a:off x="4992480" y="2039760"/>
            <a:ext cx="99360" cy="10080"/>
          </a:xfrm>
          <a:custGeom>
            <a:avLst/>
            <a:gdLst/>
            <a:ahLst/>
            <a:rect l="0" t="0" r="r" b="b"/>
            <a:pathLst>
              <a:path w="276" h="28">
                <a:moveTo>
                  <a:pt x="0" y="28"/>
                </a:moveTo>
                <a:lnTo>
                  <a:pt x="276" y="0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3" name=""/>
          <p:cNvSpPr/>
          <p:nvPr/>
        </p:nvSpPr>
        <p:spPr>
          <a:xfrm>
            <a:off x="4994280" y="2039760"/>
            <a:ext cx="97560" cy="10080"/>
          </a:xfrm>
          <a:custGeom>
            <a:avLst/>
            <a:gdLst/>
            <a:ahLst/>
            <a:rect l="0" t="0" r="r" b="b"/>
            <a:pathLst>
              <a:path w="271" h="28">
                <a:moveTo>
                  <a:pt x="0" y="28"/>
                </a:moveTo>
                <a:lnTo>
                  <a:pt x="271" y="0"/>
                </a:lnTo>
                <a:lnTo>
                  <a:pt x="271" y="1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4" name=""/>
          <p:cNvSpPr/>
          <p:nvPr/>
        </p:nvSpPr>
        <p:spPr>
          <a:xfrm>
            <a:off x="4996080" y="2040120"/>
            <a:ext cx="95760" cy="9720"/>
          </a:xfrm>
          <a:custGeom>
            <a:avLst/>
            <a:gdLst/>
            <a:ahLst/>
            <a:rect l="0" t="0" r="r" b="b"/>
            <a:pathLst>
              <a:path w="266" h="27">
                <a:moveTo>
                  <a:pt x="0" y="27"/>
                </a:moveTo>
                <a:lnTo>
                  <a:pt x="266" y="0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5" name=""/>
          <p:cNvSpPr/>
          <p:nvPr/>
        </p:nvSpPr>
        <p:spPr>
          <a:xfrm>
            <a:off x="4997880" y="2040120"/>
            <a:ext cx="93960" cy="9720"/>
          </a:xfrm>
          <a:custGeom>
            <a:avLst/>
            <a:gdLst/>
            <a:ahLst/>
            <a:rect l="0" t="0" r="r" b="b"/>
            <a:pathLst>
              <a:path w="261" h="27">
                <a:moveTo>
                  <a:pt x="0" y="27"/>
                </a:moveTo>
                <a:lnTo>
                  <a:pt x="261" y="0"/>
                </a:lnTo>
                <a:lnTo>
                  <a:pt x="261" y="1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6" name=""/>
          <p:cNvSpPr/>
          <p:nvPr/>
        </p:nvSpPr>
        <p:spPr>
          <a:xfrm>
            <a:off x="4999680" y="2040480"/>
            <a:ext cx="92160" cy="9360"/>
          </a:xfrm>
          <a:custGeom>
            <a:avLst/>
            <a:gdLst/>
            <a:ahLst/>
            <a:rect l="0" t="0" r="r" b="b"/>
            <a:pathLst>
              <a:path w="256" h="26">
                <a:moveTo>
                  <a:pt x="0" y="26"/>
                </a:moveTo>
                <a:lnTo>
                  <a:pt x="256" y="0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7" name=""/>
          <p:cNvSpPr/>
          <p:nvPr/>
        </p:nvSpPr>
        <p:spPr>
          <a:xfrm>
            <a:off x="5001480" y="2040480"/>
            <a:ext cx="90360" cy="9360"/>
          </a:xfrm>
          <a:custGeom>
            <a:avLst/>
            <a:gdLst/>
            <a:ahLst/>
            <a:rect l="0" t="0" r="r" b="b"/>
            <a:pathLst>
              <a:path w="251" h="26">
                <a:moveTo>
                  <a:pt x="0" y="26"/>
                </a:moveTo>
                <a:lnTo>
                  <a:pt x="251" y="0"/>
                </a:lnTo>
                <a:lnTo>
                  <a:pt x="251" y="1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8" name=""/>
          <p:cNvSpPr/>
          <p:nvPr/>
        </p:nvSpPr>
        <p:spPr>
          <a:xfrm>
            <a:off x="5003280" y="2040840"/>
            <a:ext cx="88560" cy="9000"/>
          </a:xfrm>
          <a:custGeom>
            <a:avLst/>
            <a:gdLst/>
            <a:ahLst/>
            <a:rect l="0" t="0" r="r" b="b"/>
            <a:pathLst>
              <a:path w="246" h="25">
                <a:moveTo>
                  <a:pt x="0" y="25"/>
                </a:moveTo>
                <a:lnTo>
                  <a:pt x="246" y="0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399" name=""/>
          <p:cNvSpPr/>
          <p:nvPr/>
        </p:nvSpPr>
        <p:spPr>
          <a:xfrm>
            <a:off x="5005080" y="2040840"/>
            <a:ext cx="86760" cy="9000"/>
          </a:xfrm>
          <a:custGeom>
            <a:avLst/>
            <a:gdLst/>
            <a:ahLst/>
            <a:rect l="0" t="0" r="r" b="b"/>
            <a:pathLst>
              <a:path w="241" h="25">
                <a:moveTo>
                  <a:pt x="0" y="25"/>
                </a:moveTo>
                <a:lnTo>
                  <a:pt x="241" y="0"/>
                </a:lnTo>
                <a:lnTo>
                  <a:pt x="241" y="1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0" name=""/>
          <p:cNvSpPr/>
          <p:nvPr/>
        </p:nvSpPr>
        <p:spPr>
          <a:xfrm>
            <a:off x="5006880" y="2041200"/>
            <a:ext cx="84960" cy="8640"/>
          </a:xfrm>
          <a:custGeom>
            <a:avLst/>
            <a:gdLst/>
            <a:ahLst/>
            <a:rect l="0" t="0" r="r" b="b"/>
            <a:pathLst>
              <a:path w="236" h="24">
                <a:moveTo>
                  <a:pt x="0" y="24"/>
                </a:moveTo>
                <a:lnTo>
                  <a:pt x="236" y="0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1" name=""/>
          <p:cNvSpPr/>
          <p:nvPr/>
        </p:nvSpPr>
        <p:spPr>
          <a:xfrm>
            <a:off x="5008680" y="2041200"/>
            <a:ext cx="83160" cy="8640"/>
          </a:xfrm>
          <a:custGeom>
            <a:avLst/>
            <a:gdLst/>
            <a:ahLst/>
            <a:rect l="0" t="0" r="r" b="b"/>
            <a:pathLst>
              <a:path w="231" h="24">
                <a:moveTo>
                  <a:pt x="0" y="24"/>
                </a:moveTo>
                <a:lnTo>
                  <a:pt x="231" y="0"/>
                </a:lnTo>
                <a:lnTo>
                  <a:pt x="231" y="1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2" name=""/>
          <p:cNvSpPr/>
          <p:nvPr/>
        </p:nvSpPr>
        <p:spPr>
          <a:xfrm>
            <a:off x="5010120" y="2041560"/>
            <a:ext cx="81720" cy="8280"/>
          </a:xfrm>
          <a:custGeom>
            <a:avLst/>
            <a:gdLst/>
            <a:ahLst/>
            <a:rect l="0" t="0" r="r" b="b"/>
            <a:pathLst>
              <a:path w="227" h="23">
                <a:moveTo>
                  <a:pt x="0" y="23"/>
                </a:moveTo>
                <a:lnTo>
                  <a:pt x="227" y="0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3" name=""/>
          <p:cNvSpPr/>
          <p:nvPr/>
        </p:nvSpPr>
        <p:spPr>
          <a:xfrm>
            <a:off x="5011920" y="2041560"/>
            <a:ext cx="79920" cy="8280"/>
          </a:xfrm>
          <a:custGeom>
            <a:avLst/>
            <a:gdLst/>
            <a:ahLst/>
            <a:rect l="0" t="0" r="r" b="b"/>
            <a:pathLst>
              <a:path w="222" h="23">
                <a:moveTo>
                  <a:pt x="0" y="23"/>
                </a:moveTo>
                <a:lnTo>
                  <a:pt x="222" y="0"/>
                </a:lnTo>
                <a:lnTo>
                  <a:pt x="222" y="1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4" name=""/>
          <p:cNvSpPr/>
          <p:nvPr/>
        </p:nvSpPr>
        <p:spPr>
          <a:xfrm>
            <a:off x="5013720" y="2041920"/>
            <a:ext cx="78120" cy="7920"/>
          </a:xfrm>
          <a:custGeom>
            <a:avLst/>
            <a:gdLst/>
            <a:ahLst/>
            <a:rect l="0" t="0" r="r" b="b"/>
            <a:pathLst>
              <a:path w="217" h="22">
                <a:moveTo>
                  <a:pt x="0" y="22"/>
                </a:moveTo>
                <a:lnTo>
                  <a:pt x="217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5" name=""/>
          <p:cNvSpPr/>
          <p:nvPr/>
        </p:nvSpPr>
        <p:spPr>
          <a:xfrm>
            <a:off x="5015520" y="2041920"/>
            <a:ext cx="76320" cy="7920"/>
          </a:xfrm>
          <a:custGeom>
            <a:avLst/>
            <a:gdLst/>
            <a:ahLst/>
            <a:rect l="0" t="0" r="r" b="b"/>
            <a:pathLst>
              <a:path w="212" h="22">
                <a:moveTo>
                  <a:pt x="0" y="22"/>
                </a:moveTo>
                <a:lnTo>
                  <a:pt x="212" y="0"/>
                </a:lnTo>
                <a:lnTo>
                  <a:pt x="212" y="1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6" name=""/>
          <p:cNvSpPr/>
          <p:nvPr/>
        </p:nvSpPr>
        <p:spPr>
          <a:xfrm>
            <a:off x="5017320" y="2042280"/>
            <a:ext cx="74520" cy="7560"/>
          </a:xfrm>
          <a:custGeom>
            <a:avLst/>
            <a:gdLst/>
            <a:ahLst/>
            <a:rect l="0" t="0" r="r" b="b"/>
            <a:pathLst>
              <a:path w="207" h="21">
                <a:moveTo>
                  <a:pt x="0" y="21"/>
                </a:moveTo>
                <a:lnTo>
                  <a:pt x="207" y="0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7" name=""/>
          <p:cNvSpPr/>
          <p:nvPr/>
        </p:nvSpPr>
        <p:spPr>
          <a:xfrm>
            <a:off x="5019120" y="2042280"/>
            <a:ext cx="72720" cy="7560"/>
          </a:xfrm>
          <a:custGeom>
            <a:avLst/>
            <a:gdLst/>
            <a:ahLst/>
            <a:rect l="0" t="0" r="r" b="b"/>
            <a:pathLst>
              <a:path w="202" h="21">
                <a:moveTo>
                  <a:pt x="0" y="21"/>
                </a:moveTo>
                <a:lnTo>
                  <a:pt x="202" y="0"/>
                </a:lnTo>
                <a:lnTo>
                  <a:pt x="202" y="1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8" name=""/>
          <p:cNvSpPr/>
          <p:nvPr/>
        </p:nvSpPr>
        <p:spPr>
          <a:xfrm>
            <a:off x="5020920" y="2042640"/>
            <a:ext cx="70920" cy="7200"/>
          </a:xfrm>
          <a:custGeom>
            <a:avLst/>
            <a:gdLst/>
            <a:ahLst/>
            <a:rect l="0" t="0" r="r" b="b"/>
            <a:pathLst>
              <a:path w="197" h="20">
                <a:moveTo>
                  <a:pt x="0" y="20"/>
                </a:moveTo>
                <a:lnTo>
                  <a:pt x="197" y="0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09" name=""/>
          <p:cNvSpPr/>
          <p:nvPr/>
        </p:nvSpPr>
        <p:spPr>
          <a:xfrm>
            <a:off x="5022720" y="2042640"/>
            <a:ext cx="69120" cy="7200"/>
          </a:xfrm>
          <a:custGeom>
            <a:avLst/>
            <a:gdLst/>
            <a:ahLst/>
            <a:rect l="0" t="0" r="r" b="b"/>
            <a:pathLst>
              <a:path w="192" h="20">
                <a:moveTo>
                  <a:pt x="0" y="20"/>
                </a:moveTo>
                <a:lnTo>
                  <a:pt x="192" y="0"/>
                </a:lnTo>
                <a:lnTo>
                  <a:pt x="192" y="1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0" name=""/>
          <p:cNvSpPr/>
          <p:nvPr/>
        </p:nvSpPr>
        <p:spPr>
          <a:xfrm>
            <a:off x="5024520" y="2043000"/>
            <a:ext cx="67320" cy="6840"/>
          </a:xfrm>
          <a:custGeom>
            <a:avLst/>
            <a:gdLst/>
            <a:ahLst/>
            <a:rect l="0" t="0" r="r" b="b"/>
            <a:pathLst>
              <a:path w="187" h="19">
                <a:moveTo>
                  <a:pt x="0" y="19"/>
                </a:moveTo>
                <a:lnTo>
                  <a:pt x="187" y="0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1" name=""/>
          <p:cNvSpPr/>
          <p:nvPr/>
        </p:nvSpPr>
        <p:spPr>
          <a:xfrm>
            <a:off x="5026320" y="2043000"/>
            <a:ext cx="65520" cy="6840"/>
          </a:xfrm>
          <a:custGeom>
            <a:avLst/>
            <a:gdLst/>
            <a:ahLst/>
            <a:rect l="0" t="0" r="r" b="b"/>
            <a:pathLst>
              <a:path w="182" h="19">
                <a:moveTo>
                  <a:pt x="0" y="19"/>
                </a:moveTo>
                <a:lnTo>
                  <a:pt x="182" y="0"/>
                </a:lnTo>
                <a:lnTo>
                  <a:pt x="182" y="1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2" name=""/>
          <p:cNvSpPr/>
          <p:nvPr/>
        </p:nvSpPr>
        <p:spPr>
          <a:xfrm>
            <a:off x="5028120" y="2043360"/>
            <a:ext cx="63720" cy="6480"/>
          </a:xfrm>
          <a:custGeom>
            <a:avLst/>
            <a:gdLst/>
            <a:ahLst/>
            <a:rect l="0" t="0" r="r" b="b"/>
            <a:pathLst>
              <a:path w="177" h="18">
                <a:moveTo>
                  <a:pt x="0" y="18"/>
                </a:moveTo>
                <a:lnTo>
                  <a:pt x="177" y="0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3" name=""/>
          <p:cNvSpPr/>
          <p:nvPr/>
        </p:nvSpPr>
        <p:spPr>
          <a:xfrm>
            <a:off x="5029560" y="2043360"/>
            <a:ext cx="62280" cy="6480"/>
          </a:xfrm>
          <a:custGeom>
            <a:avLst/>
            <a:gdLst/>
            <a:ahLst/>
            <a:rect l="0" t="0" r="r" b="b"/>
            <a:pathLst>
              <a:path w="173" h="18">
                <a:moveTo>
                  <a:pt x="0" y="18"/>
                </a:moveTo>
                <a:lnTo>
                  <a:pt x="173" y="0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4" name=""/>
          <p:cNvSpPr/>
          <p:nvPr/>
        </p:nvSpPr>
        <p:spPr>
          <a:xfrm>
            <a:off x="5031360" y="2043360"/>
            <a:ext cx="60480" cy="6480"/>
          </a:xfrm>
          <a:custGeom>
            <a:avLst/>
            <a:gdLst/>
            <a:ahLst/>
            <a:rect l="0" t="0" r="r" b="b"/>
            <a:pathLst>
              <a:path w="168" h="18">
                <a:moveTo>
                  <a:pt x="0" y="18"/>
                </a:moveTo>
                <a:lnTo>
                  <a:pt x="168" y="0"/>
                </a:lnTo>
                <a:lnTo>
                  <a:pt x="168" y="1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5" name=""/>
          <p:cNvSpPr/>
          <p:nvPr/>
        </p:nvSpPr>
        <p:spPr>
          <a:xfrm>
            <a:off x="5033160" y="2043720"/>
            <a:ext cx="58680" cy="6120"/>
          </a:xfrm>
          <a:custGeom>
            <a:avLst/>
            <a:gdLst/>
            <a:ahLst/>
            <a:rect l="0" t="0" r="r" b="b"/>
            <a:pathLst>
              <a:path w="163" h="17">
                <a:moveTo>
                  <a:pt x="0" y="17"/>
                </a:moveTo>
                <a:lnTo>
                  <a:pt x="163" y="0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6" name=""/>
          <p:cNvSpPr/>
          <p:nvPr/>
        </p:nvSpPr>
        <p:spPr>
          <a:xfrm>
            <a:off x="5034960" y="2043720"/>
            <a:ext cx="56880" cy="6480"/>
          </a:xfrm>
          <a:custGeom>
            <a:avLst/>
            <a:gdLst/>
            <a:ahLst/>
            <a:rect l="0" t="0" r="r" b="b"/>
            <a:pathLst>
              <a:path w="158" h="18">
                <a:moveTo>
                  <a:pt x="0" y="18"/>
                </a:moveTo>
                <a:lnTo>
                  <a:pt x="158" y="0"/>
                </a:lnTo>
                <a:lnTo>
                  <a:pt x="158" y="2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7" name=""/>
          <p:cNvSpPr/>
          <p:nvPr/>
        </p:nvSpPr>
        <p:spPr>
          <a:xfrm>
            <a:off x="5036760" y="204408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53" y="0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8" name=""/>
          <p:cNvSpPr/>
          <p:nvPr/>
        </p:nvSpPr>
        <p:spPr>
          <a:xfrm>
            <a:off x="5038560" y="2044080"/>
            <a:ext cx="53280" cy="5760"/>
          </a:xfrm>
          <a:custGeom>
            <a:avLst/>
            <a:gdLst/>
            <a:ahLst/>
            <a:rect l="0" t="0" r="r" b="b"/>
            <a:pathLst>
              <a:path w="148" h="16">
                <a:moveTo>
                  <a:pt x="0" y="16"/>
                </a:moveTo>
                <a:lnTo>
                  <a:pt x="148" y="0"/>
                </a:lnTo>
                <a:lnTo>
                  <a:pt x="148" y="1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19" name=""/>
          <p:cNvSpPr/>
          <p:nvPr/>
        </p:nvSpPr>
        <p:spPr>
          <a:xfrm>
            <a:off x="5040360" y="2044440"/>
            <a:ext cx="51480" cy="5400"/>
          </a:xfrm>
          <a:custGeom>
            <a:avLst/>
            <a:gdLst/>
            <a:ahLst/>
            <a:rect l="0" t="0" r="r" b="b"/>
            <a:pathLst>
              <a:path w="143" h="15">
                <a:moveTo>
                  <a:pt x="0" y="15"/>
                </a:moveTo>
                <a:lnTo>
                  <a:pt x="143" y="0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20" name=""/>
          <p:cNvSpPr/>
          <p:nvPr/>
        </p:nvSpPr>
        <p:spPr>
          <a:xfrm>
            <a:off x="5042160" y="2044440"/>
            <a:ext cx="49680" cy="5400"/>
          </a:xfrm>
          <a:custGeom>
            <a:avLst/>
            <a:gdLst/>
            <a:ahLst/>
            <a:rect l="0" t="0" r="r" b="b"/>
            <a:pathLst>
              <a:path w="138" h="15">
                <a:moveTo>
                  <a:pt x="0" y="15"/>
                </a:moveTo>
                <a:lnTo>
                  <a:pt x="138" y="0"/>
                </a:lnTo>
                <a:lnTo>
                  <a:pt x="138" y="1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21" name=""/>
          <p:cNvSpPr/>
          <p:nvPr/>
        </p:nvSpPr>
        <p:spPr>
          <a:xfrm>
            <a:off x="5043960" y="2044800"/>
            <a:ext cx="47880" cy="5040"/>
          </a:xfrm>
          <a:custGeom>
            <a:avLst/>
            <a:gdLst/>
            <a:ahLst/>
            <a:rect l="0" t="0" r="r" b="b"/>
            <a:pathLst>
              <a:path w="133" h="14">
                <a:moveTo>
                  <a:pt x="0" y="14"/>
                </a:moveTo>
                <a:lnTo>
                  <a:pt x="133" y="0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22" name=""/>
          <p:cNvSpPr/>
          <p:nvPr/>
        </p:nvSpPr>
        <p:spPr>
          <a:xfrm>
            <a:off x="5045760" y="2044800"/>
            <a:ext cx="46080" cy="5040"/>
          </a:xfrm>
          <a:custGeom>
            <a:avLst/>
            <a:gdLst/>
            <a:ahLst/>
            <a:rect l="0" t="0" r="r" b="b"/>
            <a:pathLst>
              <a:path w="128" h="14">
                <a:moveTo>
                  <a:pt x="0" y="14"/>
                </a:moveTo>
                <a:lnTo>
                  <a:pt x="128" y="0"/>
                </a:lnTo>
                <a:lnTo>
                  <a:pt x="128" y="1"/>
                </a:lnTo>
                <a:lnTo>
                  <a:pt x="4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23" name=""/>
          <p:cNvSpPr/>
          <p:nvPr/>
        </p:nvSpPr>
        <p:spPr>
          <a:xfrm>
            <a:off x="5047200" y="2045160"/>
            <a:ext cx="44640" cy="4680"/>
          </a:xfrm>
          <a:custGeom>
            <a:avLst/>
            <a:gdLst/>
            <a:ahLst/>
            <a:rect l="0" t="0" r="r" b="b"/>
            <a:pathLst>
              <a:path w="124" h="13">
                <a:moveTo>
                  <a:pt x="0" y="13"/>
                </a:moveTo>
                <a:lnTo>
                  <a:pt x="124" y="0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24" name=""/>
          <p:cNvSpPr/>
          <p:nvPr/>
        </p:nvSpPr>
        <p:spPr>
          <a:xfrm>
            <a:off x="5049000" y="2045160"/>
            <a:ext cx="42840" cy="5040"/>
          </a:xfrm>
          <a:custGeom>
            <a:avLst/>
            <a:gdLst/>
            <a:ahLst/>
            <a:rect l="0" t="0" r="r" b="b"/>
            <a:pathLst>
              <a:path w="119" h="14">
                <a:moveTo>
                  <a:pt x="0" y="14"/>
                </a:moveTo>
                <a:lnTo>
                  <a:pt x="119" y="0"/>
                </a:lnTo>
                <a:lnTo>
                  <a:pt x="119" y="2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25" name=""/>
          <p:cNvSpPr/>
          <p:nvPr/>
        </p:nvSpPr>
        <p:spPr>
          <a:xfrm>
            <a:off x="5052600" y="2045520"/>
            <a:ext cx="39240" cy="4320"/>
          </a:xfrm>
          <a:custGeom>
            <a:avLst/>
            <a:gdLst/>
            <a:ahLst/>
            <a:rect l="0" t="0" r="r" b="b"/>
            <a:pathLst>
              <a:path w="109" h="12">
                <a:moveTo>
                  <a:pt x="0" y="12"/>
                </a:moveTo>
                <a:lnTo>
                  <a:pt x="109" y="0"/>
                </a:lnTo>
                <a:lnTo>
                  <a:pt x="109" y="1"/>
                </a:lnTo>
                <a:lnTo>
                  <a:pt x="5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26" name=""/>
          <p:cNvSpPr/>
          <p:nvPr/>
        </p:nvSpPr>
        <p:spPr>
          <a:xfrm>
            <a:off x="5054400" y="204588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104" y="0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27" name=""/>
          <p:cNvSpPr/>
          <p:nvPr/>
        </p:nvSpPr>
        <p:spPr>
          <a:xfrm>
            <a:off x="5056200" y="2045880"/>
            <a:ext cx="35640" cy="4320"/>
          </a:xfrm>
          <a:custGeom>
            <a:avLst/>
            <a:gdLst/>
            <a:ahLst/>
            <a:rect l="0" t="0" r="r" b="b"/>
            <a:pathLst>
              <a:path w="99" h="12">
                <a:moveTo>
                  <a:pt x="0" y="12"/>
                </a:moveTo>
                <a:lnTo>
                  <a:pt x="99" y="0"/>
                </a:lnTo>
                <a:lnTo>
                  <a:pt x="99" y="2"/>
                </a:lnTo>
                <a:lnTo>
                  <a:pt x="5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28" name=""/>
          <p:cNvSpPr/>
          <p:nvPr/>
        </p:nvSpPr>
        <p:spPr>
          <a:xfrm>
            <a:off x="5058000" y="2046240"/>
            <a:ext cx="33840" cy="3600"/>
          </a:xfrm>
          <a:custGeom>
            <a:avLst/>
            <a:gdLst/>
            <a:ahLst/>
            <a:rect l="0" t="0" r="r" b="b"/>
            <a:pathLst>
              <a:path w="94" h="10">
                <a:moveTo>
                  <a:pt x="0" y="10"/>
                </a:moveTo>
                <a:lnTo>
                  <a:pt x="94" y="0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29" name=""/>
          <p:cNvSpPr/>
          <p:nvPr/>
        </p:nvSpPr>
        <p:spPr>
          <a:xfrm>
            <a:off x="5059800" y="2046240"/>
            <a:ext cx="32040" cy="3600"/>
          </a:xfrm>
          <a:custGeom>
            <a:avLst/>
            <a:gdLst/>
            <a:ahLst/>
            <a:rect l="0" t="0" r="r" b="b"/>
            <a:pathLst>
              <a:path w="89" h="10">
                <a:moveTo>
                  <a:pt x="0" y="10"/>
                </a:moveTo>
                <a:lnTo>
                  <a:pt x="89" y="0"/>
                </a:lnTo>
                <a:lnTo>
                  <a:pt x="89" y="1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0" name=""/>
          <p:cNvSpPr/>
          <p:nvPr/>
        </p:nvSpPr>
        <p:spPr>
          <a:xfrm>
            <a:off x="5061600" y="2046600"/>
            <a:ext cx="30240" cy="3240"/>
          </a:xfrm>
          <a:custGeom>
            <a:avLst/>
            <a:gdLst/>
            <a:ahLst/>
            <a:rect l="0" t="0" r="r" b="b"/>
            <a:pathLst>
              <a:path w="84" h="9">
                <a:moveTo>
                  <a:pt x="0" y="9"/>
                </a:moveTo>
                <a:lnTo>
                  <a:pt x="84" y="0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1" name=""/>
          <p:cNvSpPr/>
          <p:nvPr/>
        </p:nvSpPr>
        <p:spPr>
          <a:xfrm>
            <a:off x="5063400" y="2046600"/>
            <a:ext cx="28440" cy="3240"/>
          </a:xfrm>
          <a:custGeom>
            <a:avLst/>
            <a:gdLst/>
            <a:ahLst/>
            <a:rect l="0" t="0" r="r" b="b"/>
            <a:pathLst>
              <a:path w="79" h="9">
                <a:moveTo>
                  <a:pt x="0" y="9"/>
                </a:moveTo>
                <a:lnTo>
                  <a:pt x="79" y="0"/>
                </a:lnTo>
                <a:lnTo>
                  <a:pt x="79" y="1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2" name=""/>
          <p:cNvSpPr/>
          <p:nvPr/>
        </p:nvSpPr>
        <p:spPr>
          <a:xfrm>
            <a:off x="5065200" y="2046960"/>
            <a:ext cx="26640" cy="2880"/>
          </a:xfrm>
          <a:custGeom>
            <a:avLst/>
            <a:gdLst/>
            <a:ahLst/>
            <a:rect l="0" t="0" r="r" b="b"/>
            <a:pathLst>
              <a:path w="74" h="8">
                <a:moveTo>
                  <a:pt x="0" y="8"/>
                </a:moveTo>
                <a:lnTo>
                  <a:pt x="74" y="0"/>
                </a:lnTo>
                <a:lnTo>
                  <a:pt x="4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3" name=""/>
          <p:cNvSpPr/>
          <p:nvPr/>
        </p:nvSpPr>
        <p:spPr>
          <a:xfrm>
            <a:off x="5066640" y="204696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8"/>
                </a:moveTo>
                <a:lnTo>
                  <a:pt x="70" y="0"/>
                </a:lnTo>
                <a:lnTo>
                  <a:pt x="70" y="1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4" name=""/>
          <p:cNvSpPr/>
          <p:nvPr/>
        </p:nvSpPr>
        <p:spPr>
          <a:xfrm>
            <a:off x="5068440" y="2047320"/>
            <a:ext cx="23400" cy="2520"/>
          </a:xfrm>
          <a:custGeom>
            <a:avLst/>
            <a:gdLst/>
            <a:ahLst/>
            <a:rect l="0" t="0" r="r" b="b"/>
            <a:pathLst>
              <a:path w="65" h="7">
                <a:moveTo>
                  <a:pt x="0" y="7"/>
                </a:moveTo>
                <a:lnTo>
                  <a:pt x="65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5" name=""/>
          <p:cNvSpPr/>
          <p:nvPr/>
        </p:nvSpPr>
        <p:spPr>
          <a:xfrm>
            <a:off x="5070240" y="2047320"/>
            <a:ext cx="21600" cy="2880"/>
          </a:xfrm>
          <a:custGeom>
            <a:avLst/>
            <a:gdLst/>
            <a:ahLst/>
            <a:rect l="0" t="0" r="r" b="b"/>
            <a:pathLst>
              <a:path w="60" h="8">
                <a:moveTo>
                  <a:pt x="0" y="8"/>
                </a:moveTo>
                <a:lnTo>
                  <a:pt x="60" y="0"/>
                </a:lnTo>
                <a:lnTo>
                  <a:pt x="60" y="2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6" name=""/>
          <p:cNvSpPr/>
          <p:nvPr/>
        </p:nvSpPr>
        <p:spPr>
          <a:xfrm>
            <a:off x="5072040" y="2047680"/>
            <a:ext cx="19800" cy="2160"/>
          </a:xfrm>
          <a:custGeom>
            <a:avLst/>
            <a:gdLst/>
            <a:ahLst/>
            <a:rect l="0" t="0" r="r" b="b"/>
            <a:pathLst>
              <a:path w="55" h="6">
                <a:moveTo>
                  <a:pt x="0" y="6"/>
                </a:moveTo>
                <a:lnTo>
                  <a:pt x="55" y="0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7" name=""/>
          <p:cNvSpPr/>
          <p:nvPr/>
        </p:nvSpPr>
        <p:spPr>
          <a:xfrm>
            <a:off x="5073840" y="204768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50" y="1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8" name=""/>
          <p:cNvSpPr/>
          <p:nvPr/>
        </p:nvSpPr>
        <p:spPr>
          <a:xfrm>
            <a:off x="5075640" y="2048040"/>
            <a:ext cx="16200" cy="1800"/>
          </a:xfrm>
          <a:custGeom>
            <a:avLst/>
            <a:gdLst/>
            <a:ahLst/>
            <a:rect l="0" t="0" r="r" b="b"/>
            <a:pathLst>
              <a:path w="45" h="5">
                <a:moveTo>
                  <a:pt x="0" y="5"/>
                </a:moveTo>
                <a:lnTo>
                  <a:pt x="45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39" name=""/>
          <p:cNvSpPr/>
          <p:nvPr/>
        </p:nvSpPr>
        <p:spPr>
          <a:xfrm>
            <a:off x="5077440" y="2048040"/>
            <a:ext cx="14400" cy="2160"/>
          </a:xfrm>
          <a:custGeom>
            <a:avLst/>
            <a:gdLst/>
            <a:ahLst/>
            <a:rect l="0" t="0" r="r" b="b"/>
            <a:pathLst>
              <a:path w="40" h="6">
                <a:moveTo>
                  <a:pt x="0" y="6"/>
                </a:moveTo>
                <a:lnTo>
                  <a:pt x="40" y="0"/>
                </a:lnTo>
                <a:lnTo>
                  <a:pt x="40" y="2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40" name=""/>
          <p:cNvSpPr/>
          <p:nvPr/>
        </p:nvSpPr>
        <p:spPr>
          <a:xfrm>
            <a:off x="5079240" y="2048400"/>
            <a:ext cx="12600" cy="1440"/>
          </a:xfrm>
          <a:custGeom>
            <a:avLst/>
            <a:gdLst/>
            <a:ahLst/>
            <a:rect l="0" t="0" r="r" b="b"/>
            <a:pathLst>
              <a:path w="35" h="4">
                <a:moveTo>
                  <a:pt x="0" y="4"/>
                </a:moveTo>
                <a:lnTo>
                  <a:pt x="35" y="0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41" name=""/>
          <p:cNvSpPr/>
          <p:nvPr/>
        </p:nvSpPr>
        <p:spPr>
          <a:xfrm>
            <a:off x="5081040" y="2048400"/>
            <a:ext cx="10800" cy="1800"/>
          </a:xfrm>
          <a:custGeom>
            <a:avLst/>
            <a:gdLst/>
            <a:ahLst/>
            <a:rect l="0" t="0" r="r" b="b"/>
            <a:pathLst>
              <a:path w="30" h="5">
                <a:moveTo>
                  <a:pt x="0" y="5"/>
                </a:moveTo>
                <a:lnTo>
                  <a:pt x="30" y="0"/>
                </a:lnTo>
                <a:lnTo>
                  <a:pt x="30" y="2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42" name=""/>
          <p:cNvSpPr/>
          <p:nvPr/>
        </p:nvSpPr>
        <p:spPr>
          <a:xfrm>
            <a:off x="5082840" y="2048760"/>
            <a:ext cx="9000" cy="1080"/>
          </a:xfrm>
          <a:custGeom>
            <a:avLst/>
            <a:gdLst/>
            <a:ahLst/>
            <a:rect l="0" t="0" r="r" b="b"/>
            <a:pathLst>
              <a:path w="25" h="3">
                <a:moveTo>
                  <a:pt x="0" y="3"/>
                </a:moveTo>
                <a:lnTo>
                  <a:pt x="25" y="0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43" name=""/>
          <p:cNvSpPr/>
          <p:nvPr/>
        </p:nvSpPr>
        <p:spPr>
          <a:xfrm>
            <a:off x="5084280" y="204876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44" name=""/>
          <p:cNvSpPr/>
          <p:nvPr/>
        </p:nvSpPr>
        <p:spPr>
          <a:xfrm>
            <a:off x="5086080" y="2049120"/>
            <a:ext cx="5760" cy="720"/>
          </a:xfrm>
          <a:custGeom>
            <a:avLst/>
            <a:gdLst/>
            <a:ahLst/>
            <a:rect l="0" t="0" r="r" b="b"/>
            <a:pathLst>
              <a:path w="16" h="2">
                <a:moveTo>
                  <a:pt x="0" y="2"/>
                </a:moveTo>
                <a:lnTo>
                  <a:pt x="16" y="0"/>
                </a:lnTo>
                <a:lnTo>
                  <a:pt x="6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45" name=""/>
          <p:cNvSpPr/>
          <p:nvPr/>
        </p:nvSpPr>
        <p:spPr>
          <a:xfrm>
            <a:off x="5087880" y="204912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5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46" name=""/>
          <p:cNvSpPr/>
          <p:nvPr/>
        </p:nvSpPr>
        <p:spPr>
          <a:xfrm>
            <a:off x="5089680" y="2049480"/>
            <a:ext cx="1800" cy="0"/>
          </a:xfrm>
          <a:custGeom>
            <a:avLst/>
            <a:gdLst/>
            <a:ahLst/>
            <a:rect l="0" t="0" r="r" b="b"/>
            <a:pathLst>
              <a:path w="5" h="0">
                <a:moveTo>
                  <a:pt x="0" y="0"/>
                </a:moveTo>
                <a:lnTo>
                  <a:pt x="5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447" name=""/>
          <p:cNvSpPr/>
          <p:nvPr/>
        </p:nvSpPr>
        <p:spPr>
          <a:xfrm>
            <a:off x="4866120" y="202680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7" y="64"/>
                </a:lnTo>
                <a:lnTo>
                  <a:pt x="627" y="0"/>
                </a:lnTo>
                <a:lnTo>
                  <a:pt x="0" y="0"/>
                </a:lnTo>
                <a:lnTo>
                  <a:pt x="0" y="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48" name=""/>
          <p:cNvSpPr/>
          <p:nvPr/>
        </p:nvSpPr>
        <p:spPr>
          <a:xfrm>
            <a:off x="4836960" y="204948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0"/>
                </a:moveTo>
                <a:lnTo>
                  <a:pt x="2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49" name=""/>
          <p:cNvSpPr/>
          <p:nvPr/>
        </p:nvSpPr>
        <p:spPr>
          <a:xfrm>
            <a:off x="4836960" y="2049480"/>
            <a:ext cx="11520" cy="1440"/>
          </a:xfrm>
          <a:custGeom>
            <a:avLst/>
            <a:gdLst/>
            <a:ahLst/>
            <a:rect l="0" t="0" r="r" b="b"/>
            <a:pathLst>
              <a:path w="32" h="4">
                <a:moveTo>
                  <a:pt x="0" y="3"/>
                </a:moveTo>
                <a:lnTo>
                  <a:pt x="26" y="0"/>
                </a:lnTo>
                <a:lnTo>
                  <a:pt x="32" y="0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0" name=""/>
          <p:cNvSpPr/>
          <p:nvPr/>
        </p:nvSpPr>
        <p:spPr>
          <a:xfrm>
            <a:off x="4836960" y="2049480"/>
            <a:ext cx="13680" cy="1440"/>
          </a:xfrm>
          <a:custGeom>
            <a:avLst/>
            <a:gdLst/>
            <a:ahLst/>
            <a:rect l="0" t="0" r="r" b="b"/>
            <a:pathLst>
              <a:path w="38" h="4">
                <a:moveTo>
                  <a:pt x="0" y="4"/>
                </a:moveTo>
                <a:lnTo>
                  <a:pt x="32" y="0"/>
                </a:lnTo>
                <a:lnTo>
                  <a:pt x="38" y="0"/>
                </a:lnTo>
                <a:lnTo>
                  <a:pt x="0" y="4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1" name=""/>
          <p:cNvSpPr/>
          <p:nvPr/>
        </p:nvSpPr>
        <p:spPr>
          <a:xfrm>
            <a:off x="4836960" y="2049480"/>
            <a:ext cx="15840" cy="1800"/>
          </a:xfrm>
          <a:custGeom>
            <a:avLst/>
            <a:gdLst/>
            <a:ahLst/>
            <a:rect l="0" t="0" r="r" b="b"/>
            <a:pathLst>
              <a:path w="44" h="5">
                <a:moveTo>
                  <a:pt x="0" y="4"/>
                </a:moveTo>
                <a:lnTo>
                  <a:pt x="38" y="0"/>
                </a:lnTo>
                <a:lnTo>
                  <a:pt x="44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2" name=""/>
          <p:cNvSpPr/>
          <p:nvPr/>
        </p:nvSpPr>
        <p:spPr>
          <a:xfrm>
            <a:off x="4836960" y="2049480"/>
            <a:ext cx="18360" cy="1800"/>
          </a:xfrm>
          <a:custGeom>
            <a:avLst/>
            <a:gdLst/>
            <a:ahLst/>
            <a:rect l="0" t="0" r="r" b="b"/>
            <a:pathLst>
              <a:path w="51" h="5">
                <a:moveTo>
                  <a:pt x="0" y="5"/>
                </a:moveTo>
                <a:lnTo>
                  <a:pt x="44" y="0"/>
                </a:lnTo>
                <a:lnTo>
                  <a:pt x="51" y="0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3" name=""/>
          <p:cNvSpPr/>
          <p:nvPr/>
        </p:nvSpPr>
        <p:spPr>
          <a:xfrm>
            <a:off x="4836960" y="204948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4"/>
                </a:moveTo>
                <a:lnTo>
                  <a:pt x="50" y="0"/>
                </a:lnTo>
                <a:lnTo>
                  <a:pt x="75" y="0"/>
                </a:lnTo>
                <a:lnTo>
                  <a:pt x="0" y="7"/>
                </a:lnTo>
                <a:lnTo>
                  <a:pt x="0" y="4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4" name=""/>
          <p:cNvSpPr/>
          <p:nvPr/>
        </p:nvSpPr>
        <p:spPr>
          <a:xfrm>
            <a:off x="4836960" y="204948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7"/>
                </a:moveTo>
                <a:lnTo>
                  <a:pt x="74" y="0"/>
                </a:lnTo>
                <a:lnTo>
                  <a:pt x="100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5" name=""/>
          <p:cNvSpPr/>
          <p:nvPr/>
        </p:nvSpPr>
        <p:spPr>
          <a:xfrm>
            <a:off x="4836960" y="204948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9"/>
                </a:moveTo>
                <a:lnTo>
                  <a:pt x="100" y="0"/>
                </a:lnTo>
                <a:lnTo>
                  <a:pt x="106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6" name=""/>
          <p:cNvSpPr/>
          <p:nvPr/>
        </p:nvSpPr>
        <p:spPr>
          <a:xfrm>
            <a:off x="4836960" y="2049480"/>
            <a:ext cx="40680" cy="3600"/>
          </a:xfrm>
          <a:custGeom>
            <a:avLst/>
            <a:gdLst/>
            <a:ahLst/>
            <a:rect l="0" t="0" r="r" b="b"/>
            <a:pathLst>
              <a:path w="113" h="10">
                <a:moveTo>
                  <a:pt x="0" y="10"/>
                </a:moveTo>
                <a:lnTo>
                  <a:pt x="106" y="0"/>
                </a:lnTo>
                <a:lnTo>
                  <a:pt x="113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7" name=""/>
          <p:cNvSpPr/>
          <p:nvPr/>
        </p:nvSpPr>
        <p:spPr>
          <a:xfrm>
            <a:off x="4836960" y="2049480"/>
            <a:ext cx="45000" cy="3960"/>
          </a:xfrm>
          <a:custGeom>
            <a:avLst/>
            <a:gdLst/>
            <a:ahLst/>
            <a:rect l="0" t="0" r="r" b="b"/>
            <a:pathLst>
              <a:path w="125" h="11">
                <a:moveTo>
                  <a:pt x="0" y="10"/>
                </a:moveTo>
                <a:lnTo>
                  <a:pt x="113" y="0"/>
                </a:lnTo>
                <a:lnTo>
                  <a:pt x="125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8" name=""/>
          <p:cNvSpPr/>
          <p:nvPr/>
        </p:nvSpPr>
        <p:spPr>
          <a:xfrm>
            <a:off x="4836960" y="2049480"/>
            <a:ext cx="54000" cy="4680"/>
          </a:xfrm>
          <a:custGeom>
            <a:avLst/>
            <a:gdLst/>
            <a:ahLst/>
            <a:rect l="0" t="0" r="r" b="b"/>
            <a:pathLst>
              <a:path w="150" h="13">
                <a:moveTo>
                  <a:pt x="0" y="10"/>
                </a:moveTo>
                <a:lnTo>
                  <a:pt x="125" y="0"/>
                </a:lnTo>
                <a:lnTo>
                  <a:pt x="150" y="0"/>
                </a:lnTo>
                <a:lnTo>
                  <a:pt x="0" y="13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59" name=""/>
          <p:cNvSpPr/>
          <p:nvPr/>
        </p:nvSpPr>
        <p:spPr>
          <a:xfrm>
            <a:off x="4836960" y="2049480"/>
            <a:ext cx="56160" cy="5400"/>
          </a:xfrm>
          <a:custGeom>
            <a:avLst/>
            <a:gdLst/>
            <a:ahLst/>
            <a:rect l="0" t="0" r="r" b="b"/>
            <a:pathLst>
              <a:path w="156" h="15">
                <a:moveTo>
                  <a:pt x="0" y="13"/>
                </a:moveTo>
                <a:lnTo>
                  <a:pt x="150" y="0"/>
                </a:lnTo>
                <a:lnTo>
                  <a:pt x="156" y="0"/>
                </a:lnTo>
                <a:lnTo>
                  <a:pt x="0" y="15"/>
                </a:lnTo>
                <a:lnTo>
                  <a:pt x="0" y="13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0" name=""/>
          <p:cNvSpPr/>
          <p:nvPr/>
        </p:nvSpPr>
        <p:spPr>
          <a:xfrm>
            <a:off x="4836960" y="2049480"/>
            <a:ext cx="58320" cy="5400"/>
          </a:xfrm>
          <a:custGeom>
            <a:avLst/>
            <a:gdLst/>
            <a:ahLst/>
            <a:rect l="0" t="0" r="r" b="b"/>
            <a:pathLst>
              <a:path w="162" h="15">
                <a:moveTo>
                  <a:pt x="0" y="15"/>
                </a:moveTo>
                <a:lnTo>
                  <a:pt x="156" y="0"/>
                </a:lnTo>
                <a:lnTo>
                  <a:pt x="162" y="0"/>
                </a:lnTo>
                <a:lnTo>
                  <a:pt x="0" y="15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1" name=""/>
          <p:cNvSpPr/>
          <p:nvPr/>
        </p:nvSpPr>
        <p:spPr>
          <a:xfrm>
            <a:off x="4836960" y="2049480"/>
            <a:ext cx="60480" cy="5400"/>
          </a:xfrm>
          <a:custGeom>
            <a:avLst/>
            <a:gdLst/>
            <a:ahLst/>
            <a:rect l="0" t="0" r="r" b="b"/>
            <a:pathLst>
              <a:path w="168" h="15">
                <a:moveTo>
                  <a:pt x="0" y="14"/>
                </a:moveTo>
                <a:lnTo>
                  <a:pt x="162" y="0"/>
                </a:lnTo>
                <a:lnTo>
                  <a:pt x="16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2" name=""/>
          <p:cNvSpPr/>
          <p:nvPr/>
        </p:nvSpPr>
        <p:spPr>
          <a:xfrm>
            <a:off x="4836960" y="204948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68" y="0"/>
                </a:lnTo>
                <a:lnTo>
                  <a:pt x="174" y="0"/>
                </a:lnTo>
                <a:lnTo>
                  <a:pt x="0" y="15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3" name=""/>
          <p:cNvSpPr/>
          <p:nvPr/>
        </p:nvSpPr>
        <p:spPr>
          <a:xfrm>
            <a:off x="4836960" y="204948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4"/>
                </a:moveTo>
                <a:lnTo>
                  <a:pt x="174" y="0"/>
                </a:lnTo>
                <a:lnTo>
                  <a:pt x="199" y="0"/>
                </a:lnTo>
                <a:lnTo>
                  <a:pt x="0" y="17"/>
                </a:lnTo>
                <a:lnTo>
                  <a:pt x="0" y="14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4" name=""/>
          <p:cNvSpPr/>
          <p:nvPr/>
        </p:nvSpPr>
        <p:spPr>
          <a:xfrm>
            <a:off x="4836960" y="2049480"/>
            <a:ext cx="80640" cy="6840"/>
          </a:xfrm>
          <a:custGeom>
            <a:avLst/>
            <a:gdLst/>
            <a:ahLst/>
            <a:rect l="0" t="0" r="r" b="b"/>
            <a:pathLst>
              <a:path w="224" h="19">
                <a:moveTo>
                  <a:pt x="0" y="17"/>
                </a:moveTo>
                <a:lnTo>
                  <a:pt x="198" y="0"/>
                </a:lnTo>
                <a:lnTo>
                  <a:pt x="224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5" name=""/>
          <p:cNvSpPr/>
          <p:nvPr/>
        </p:nvSpPr>
        <p:spPr>
          <a:xfrm>
            <a:off x="4836960" y="2049480"/>
            <a:ext cx="82800" cy="7200"/>
          </a:xfrm>
          <a:custGeom>
            <a:avLst/>
            <a:gdLst/>
            <a:ahLst/>
            <a:rect l="0" t="0" r="r" b="b"/>
            <a:pathLst>
              <a:path w="230" h="20">
                <a:moveTo>
                  <a:pt x="0" y="19"/>
                </a:moveTo>
                <a:lnTo>
                  <a:pt x="224" y="0"/>
                </a:lnTo>
                <a:lnTo>
                  <a:pt x="230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6" name=""/>
          <p:cNvSpPr/>
          <p:nvPr/>
        </p:nvSpPr>
        <p:spPr>
          <a:xfrm>
            <a:off x="4836960" y="204948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0" y="0"/>
                </a:lnTo>
                <a:lnTo>
                  <a:pt x="236" y="0"/>
                </a:lnTo>
                <a:lnTo>
                  <a:pt x="0" y="20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7" name=""/>
          <p:cNvSpPr/>
          <p:nvPr/>
        </p:nvSpPr>
        <p:spPr>
          <a:xfrm>
            <a:off x="4836960" y="2049480"/>
            <a:ext cx="89640" cy="7560"/>
          </a:xfrm>
          <a:custGeom>
            <a:avLst/>
            <a:gdLst/>
            <a:ahLst/>
            <a:rect l="0" t="0" r="r" b="b"/>
            <a:pathLst>
              <a:path w="249" h="21">
                <a:moveTo>
                  <a:pt x="0" y="20"/>
                </a:moveTo>
                <a:lnTo>
                  <a:pt x="236" y="0"/>
                </a:lnTo>
                <a:lnTo>
                  <a:pt x="249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8" name=""/>
          <p:cNvSpPr/>
          <p:nvPr/>
        </p:nvSpPr>
        <p:spPr>
          <a:xfrm>
            <a:off x="4836960" y="204948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1"/>
                </a:moveTo>
                <a:lnTo>
                  <a:pt x="249" y="0"/>
                </a:lnTo>
                <a:lnTo>
                  <a:pt x="261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69" name=""/>
          <p:cNvSpPr/>
          <p:nvPr/>
        </p:nvSpPr>
        <p:spPr>
          <a:xfrm>
            <a:off x="4836960" y="2049480"/>
            <a:ext cx="96120" cy="8280"/>
          </a:xfrm>
          <a:custGeom>
            <a:avLst/>
            <a:gdLst/>
            <a:ahLst/>
            <a:rect l="0" t="0" r="r" b="b"/>
            <a:pathLst>
              <a:path w="267" h="23">
                <a:moveTo>
                  <a:pt x="0" y="22"/>
                </a:moveTo>
                <a:lnTo>
                  <a:pt x="260" y="0"/>
                </a:lnTo>
                <a:lnTo>
                  <a:pt x="26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0" name=""/>
          <p:cNvSpPr/>
          <p:nvPr/>
        </p:nvSpPr>
        <p:spPr>
          <a:xfrm>
            <a:off x="4836960" y="2049480"/>
            <a:ext cx="98640" cy="8280"/>
          </a:xfrm>
          <a:custGeom>
            <a:avLst/>
            <a:gdLst/>
            <a:ahLst/>
            <a:rect l="0" t="0" r="r" b="b"/>
            <a:pathLst>
              <a:path w="274" h="23">
                <a:moveTo>
                  <a:pt x="0" y="23"/>
                </a:moveTo>
                <a:lnTo>
                  <a:pt x="267" y="0"/>
                </a:lnTo>
                <a:lnTo>
                  <a:pt x="274" y="0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1" name=""/>
          <p:cNvSpPr/>
          <p:nvPr/>
        </p:nvSpPr>
        <p:spPr>
          <a:xfrm>
            <a:off x="4836960" y="204948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3"/>
                </a:moveTo>
                <a:lnTo>
                  <a:pt x="274" y="0"/>
                </a:lnTo>
                <a:lnTo>
                  <a:pt x="28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2" name=""/>
          <p:cNvSpPr/>
          <p:nvPr/>
        </p:nvSpPr>
        <p:spPr>
          <a:xfrm>
            <a:off x="4836960" y="204948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4"/>
                </a:moveTo>
                <a:lnTo>
                  <a:pt x="286" y="0"/>
                </a:lnTo>
                <a:lnTo>
                  <a:pt x="298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3" name=""/>
          <p:cNvSpPr/>
          <p:nvPr/>
        </p:nvSpPr>
        <p:spPr>
          <a:xfrm>
            <a:off x="4836960" y="204948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298" y="0"/>
                </a:lnTo>
                <a:lnTo>
                  <a:pt x="304" y="0"/>
                </a:lnTo>
                <a:lnTo>
                  <a:pt x="0" y="2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4" name=""/>
          <p:cNvSpPr/>
          <p:nvPr/>
        </p:nvSpPr>
        <p:spPr>
          <a:xfrm>
            <a:off x="4836960" y="2049480"/>
            <a:ext cx="111960" cy="9360"/>
          </a:xfrm>
          <a:custGeom>
            <a:avLst/>
            <a:gdLst/>
            <a:ahLst/>
            <a:rect l="0" t="0" r="r" b="b"/>
            <a:pathLst>
              <a:path w="311" h="26">
                <a:moveTo>
                  <a:pt x="0" y="25"/>
                </a:moveTo>
                <a:lnTo>
                  <a:pt x="304" y="0"/>
                </a:lnTo>
                <a:lnTo>
                  <a:pt x="311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5" name=""/>
          <p:cNvSpPr/>
          <p:nvPr/>
        </p:nvSpPr>
        <p:spPr>
          <a:xfrm>
            <a:off x="4836960" y="2049480"/>
            <a:ext cx="116280" cy="9720"/>
          </a:xfrm>
          <a:custGeom>
            <a:avLst/>
            <a:gdLst/>
            <a:ahLst/>
            <a:rect l="0" t="0" r="r" b="b"/>
            <a:pathLst>
              <a:path w="323" h="27">
                <a:moveTo>
                  <a:pt x="0" y="26"/>
                </a:moveTo>
                <a:lnTo>
                  <a:pt x="311" y="0"/>
                </a:lnTo>
                <a:lnTo>
                  <a:pt x="323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6" name=""/>
          <p:cNvSpPr/>
          <p:nvPr/>
        </p:nvSpPr>
        <p:spPr>
          <a:xfrm>
            <a:off x="4836960" y="204948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7"/>
                </a:moveTo>
                <a:lnTo>
                  <a:pt x="323" y="0"/>
                </a:lnTo>
                <a:lnTo>
                  <a:pt x="33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7" name=""/>
          <p:cNvSpPr/>
          <p:nvPr/>
        </p:nvSpPr>
        <p:spPr>
          <a:xfrm>
            <a:off x="4836960" y="2049480"/>
            <a:ext cx="123120" cy="10080"/>
          </a:xfrm>
          <a:custGeom>
            <a:avLst/>
            <a:gdLst/>
            <a:ahLst/>
            <a:rect l="0" t="0" r="r" b="b"/>
            <a:pathLst>
              <a:path w="342" h="28">
                <a:moveTo>
                  <a:pt x="0" y="28"/>
                </a:moveTo>
                <a:lnTo>
                  <a:pt x="335" y="0"/>
                </a:lnTo>
                <a:lnTo>
                  <a:pt x="342" y="0"/>
                </a:lnTo>
                <a:lnTo>
                  <a:pt x="0" y="28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8" name=""/>
          <p:cNvSpPr/>
          <p:nvPr/>
        </p:nvSpPr>
        <p:spPr>
          <a:xfrm>
            <a:off x="4836960" y="2049480"/>
            <a:ext cx="125280" cy="10440"/>
          </a:xfrm>
          <a:custGeom>
            <a:avLst/>
            <a:gdLst/>
            <a:ahLst/>
            <a:rect l="0" t="0" r="r" b="b"/>
            <a:pathLst>
              <a:path w="348" h="29">
                <a:moveTo>
                  <a:pt x="0" y="28"/>
                </a:moveTo>
                <a:lnTo>
                  <a:pt x="342" y="0"/>
                </a:lnTo>
                <a:lnTo>
                  <a:pt x="348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79" name=""/>
          <p:cNvSpPr/>
          <p:nvPr/>
        </p:nvSpPr>
        <p:spPr>
          <a:xfrm>
            <a:off x="4836960" y="2049480"/>
            <a:ext cx="127440" cy="10440"/>
          </a:xfrm>
          <a:custGeom>
            <a:avLst/>
            <a:gdLst/>
            <a:ahLst/>
            <a:rect l="0" t="0" r="r" b="b"/>
            <a:pathLst>
              <a:path w="354" h="29">
                <a:moveTo>
                  <a:pt x="0" y="29"/>
                </a:moveTo>
                <a:lnTo>
                  <a:pt x="348" y="0"/>
                </a:lnTo>
                <a:lnTo>
                  <a:pt x="354" y="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0" name=""/>
          <p:cNvSpPr/>
          <p:nvPr/>
        </p:nvSpPr>
        <p:spPr>
          <a:xfrm>
            <a:off x="4836960" y="204948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29"/>
                </a:moveTo>
                <a:lnTo>
                  <a:pt x="354" y="0"/>
                </a:lnTo>
                <a:lnTo>
                  <a:pt x="36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1" name=""/>
          <p:cNvSpPr/>
          <p:nvPr/>
        </p:nvSpPr>
        <p:spPr>
          <a:xfrm>
            <a:off x="4836960" y="2049480"/>
            <a:ext cx="134280" cy="11160"/>
          </a:xfrm>
          <a:custGeom>
            <a:avLst/>
            <a:gdLst/>
            <a:ahLst/>
            <a:rect l="0" t="0" r="r" b="b"/>
            <a:pathLst>
              <a:path w="373" h="31">
                <a:moveTo>
                  <a:pt x="0" y="30"/>
                </a:moveTo>
                <a:lnTo>
                  <a:pt x="360" y="0"/>
                </a:lnTo>
                <a:lnTo>
                  <a:pt x="373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2" name=""/>
          <p:cNvSpPr/>
          <p:nvPr/>
        </p:nvSpPr>
        <p:spPr>
          <a:xfrm>
            <a:off x="4836960" y="2049480"/>
            <a:ext cx="138600" cy="11520"/>
          </a:xfrm>
          <a:custGeom>
            <a:avLst/>
            <a:gdLst/>
            <a:ahLst/>
            <a:rect l="0" t="0" r="r" b="b"/>
            <a:pathLst>
              <a:path w="385" h="32">
                <a:moveTo>
                  <a:pt x="0" y="31"/>
                </a:moveTo>
                <a:lnTo>
                  <a:pt x="373" y="0"/>
                </a:lnTo>
                <a:lnTo>
                  <a:pt x="38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3" name=""/>
          <p:cNvSpPr/>
          <p:nvPr/>
        </p:nvSpPr>
        <p:spPr>
          <a:xfrm>
            <a:off x="4836960" y="204948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85" y="0"/>
                </a:lnTo>
                <a:lnTo>
                  <a:pt x="391" y="0"/>
                </a:lnTo>
                <a:lnTo>
                  <a:pt x="0" y="3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4" name=""/>
          <p:cNvSpPr/>
          <p:nvPr/>
        </p:nvSpPr>
        <p:spPr>
          <a:xfrm>
            <a:off x="4836960" y="204948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2"/>
                </a:moveTo>
                <a:lnTo>
                  <a:pt x="391" y="0"/>
                </a:lnTo>
                <a:lnTo>
                  <a:pt x="397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5" name=""/>
          <p:cNvSpPr/>
          <p:nvPr/>
        </p:nvSpPr>
        <p:spPr>
          <a:xfrm>
            <a:off x="4836960" y="2049480"/>
            <a:ext cx="147600" cy="12240"/>
          </a:xfrm>
          <a:custGeom>
            <a:avLst/>
            <a:gdLst/>
            <a:ahLst/>
            <a:rect l="0" t="0" r="r" b="b"/>
            <a:pathLst>
              <a:path w="410" h="34">
                <a:moveTo>
                  <a:pt x="0" y="33"/>
                </a:moveTo>
                <a:lnTo>
                  <a:pt x="397" y="0"/>
                </a:lnTo>
                <a:lnTo>
                  <a:pt x="410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6" name=""/>
          <p:cNvSpPr/>
          <p:nvPr/>
        </p:nvSpPr>
        <p:spPr>
          <a:xfrm>
            <a:off x="4836960" y="2049480"/>
            <a:ext cx="149760" cy="12240"/>
          </a:xfrm>
          <a:custGeom>
            <a:avLst/>
            <a:gdLst/>
            <a:ahLst/>
            <a:rect l="0" t="0" r="r" b="b"/>
            <a:pathLst>
              <a:path w="416" h="34">
                <a:moveTo>
                  <a:pt x="0" y="34"/>
                </a:moveTo>
                <a:lnTo>
                  <a:pt x="410" y="0"/>
                </a:lnTo>
                <a:lnTo>
                  <a:pt x="416" y="0"/>
                </a:lnTo>
                <a:lnTo>
                  <a:pt x="0" y="34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7" name=""/>
          <p:cNvSpPr/>
          <p:nvPr/>
        </p:nvSpPr>
        <p:spPr>
          <a:xfrm>
            <a:off x="4836960" y="204948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4"/>
                </a:moveTo>
                <a:lnTo>
                  <a:pt x="416" y="0"/>
                </a:lnTo>
                <a:lnTo>
                  <a:pt x="422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2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8" name=""/>
          <p:cNvSpPr/>
          <p:nvPr/>
        </p:nvSpPr>
        <p:spPr>
          <a:xfrm>
            <a:off x="4836960" y="204948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2" y="0"/>
                </a:lnTo>
                <a:lnTo>
                  <a:pt x="428" y="0"/>
                </a:lnTo>
                <a:lnTo>
                  <a:pt x="0" y="35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89" name=""/>
          <p:cNvSpPr/>
          <p:nvPr/>
        </p:nvSpPr>
        <p:spPr>
          <a:xfrm>
            <a:off x="4836960" y="2049480"/>
            <a:ext cx="156600" cy="12960"/>
          </a:xfrm>
          <a:custGeom>
            <a:avLst/>
            <a:gdLst/>
            <a:ahLst/>
            <a:rect l="0" t="0" r="r" b="b"/>
            <a:pathLst>
              <a:path w="435" h="36">
                <a:moveTo>
                  <a:pt x="0" y="35"/>
                </a:moveTo>
                <a:lnTo>
                  <a:pt x="428" y="0"/>
                </a:lnTo>
                <a:lnTo>
                  <a:pt x="435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0" name=""/>
          <p:cNvSpPr/>
          <p:nvPr/>
        </p:nvSpPr>
        <p:spPr>
          <a:xfrm>
            <a:off x="4836960" y="2049480"/>
            <a:ext cx="160920" cy="13320"/>
          </a:xfrm>
          <a:custGeom>
            <a:avLst/>
            <a:gdLst/>
            <a:ahLst/>
            <a:rect l="0" t="0" r="r" b="b"/>
            <a:pathLst>
              <a:path w="447" h="37">
                <a:moveTo>
                  <a:pt x="0" y="36"/>
                </a:moveTo>
                <a:lnTo>
                  <a:pt x="435" y="0"/>
                </a:lnTo>
                <a:lnTo>
                  <a:pt x="447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1" name=""/>
          <p:cNvSpPr/>
          <p:nvPr/>
        </p:nvSpPr>
        <p:spPr>
          <a:xfrm>
            <a:off x="4836960" y="2049480"/>
            <a:ext cx="163080" cy="13320"/>
          </a:xfrm>
          <a:custGeom>
            <a:avLst/>
            <a:gdLst/>
            <a:ahLst/>
            <a:rect l="0" t="0" r="r" b="b"/>
            <a:pathLst>
              <a:path w="453" h="37">
                <a:moveTo>
                  <a:pt x="0" y="37"/>
                </a:moveTo>
                <a:lnTo>
                  <a:pt x="447" y="0"/>
                </a:lnTo>
                <a:lnTo>
                  <a:pt x="453" y="0"/>
                </a:lnTo>
                <a:lnTo>
                  <a:pt x="0" y="37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2" name=""/>
          <p:cNvSpPr/>
          <p:nvPr/>
        </p:nvSpPr>
        <p:spPr>
          <a:xfrm>
            <a:off x="4836960" y="204948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7"/>
                </a:moveTo>
                <a:lnTo>
                  <a:pt x="453" y="0"/>
                </a:lnTo>
                <a:lnTo>
                  <a:pt x="459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3" name=""/>
          <p:cNvSpPr/>
          <p:nvPr/>
        </p:nvSpPr>
        <p:spPr>
          <a:xfrm>
            <a:off x="4836960" y="204948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59" y="0"/>
                </a:lnTo>
                <a:lnTo>
                  <a:pt x="465" y="0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4" name=""/>
          <p:cNvSpPr/>
          <p:nvPr/>
        </p:nvSpPr>
        <p:spPr>
          <a:xfrm>
            <a:off x="4836960" y="2049480"/>
            <a:ext cx="169920" cy="14040"/>
          </a:xfrm>
          <a:custGeom>
            <a:avLst/>
            <a:gdLst/>
            <a:ahLst/>
            <a:rect l="0" t="0" r="r" b="b"/>
            <a:pathLst>
              <a:path w="472" h="39">
                <a:moveTo>
                  <a:pt x="0" y="38"/>
                </a:moveTo>
                <a:lnTo>
                  <a:pt x="465" y="0"/>
                </a:lnTo>
                <a:lnTo>
                  <a:pt x="472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5" name=""/>
          <p:cNvSpPr/>
          <p:nvPr/>
        </p:nvSpPr>
        <p:spPr>
          <a:xfrm>
            <a:off x="4836960" y="2049480"/>
            <a:ext cx="172080" cy="14040"/>
          </a:xfrm>
          <a:custGeom>
            <a:avLst/>
            <a:gdLst/>
            <a:ahLst/>
            <a:rect l="0" t="0" r="r" b="b"/>
            <a:pathLst>
              <a:path w="478" h="39">
                <a:moveTo>
                  <a:pt x="0" y="39"/>
                </a:moveTo>
                <a:lnTo>
                  <a:pt x="472" y="0"/>
                </a:lnTo>
                <a:lnTo>
                  <a:pt x="478" y="0"/>
                </a:lnTo>
                <a:lnTo>
                  <a:pt x="0" y="39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6" name=""/>
          <p:cNvSpPr/>
          <p:nvPr/>
        </p:nvSpPr>
        <p:spPr>
          <a:xfrm>
            <a:off x="4836960" y="2049480"/>
            <a:ext cx="174240" cy="14400"/>
          </a:xfrm>
          <a:custGeom>
            <a:avLst/>
            <a:gdLst/>
            <a:ahLst/>
            <a:rect l="0" t="0" r="r" b="b"/>
            <a:pathLst>
              <a:path w="484" h="40">
                <a:moveTo>
                  <a:pt x="0" y="39"/>
                </a:moveTo>
                <a:lnTo>
                  <a:pt x="478" y="0"/>
                </a:lnTo>
                <a:lnTo>
                  <a:pt x="484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7" name=""/>
          <p:cNvSpPr/>
          <p:nvPr/>
        </p:nvSpPr>
        <p:spPr>
          <a:xfrm>
            <a:off x="4836960" y="204948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0"/>
                </a:moveTo>
                <a:lnTo>
                  <a:pt x="484" y="0"/>
                </a:lnTo>
                <a:lnTo>
                  <a:pt x="496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8" name=""/>
          <p:cNvSpPr/>
          <p:nvPr/>
        </p:nvSpPr>
        <p:spPr>
          <a:xfrm>
            <a:off x="4836960" y="2049480"/>
            <a:ext cx="181080" cy="14760"/>
          </a:xfrm>
          <a:custGeom>
            <a:avLst/>
            <a:gdLst/>
            <a:ahLst/>
            <a:rect l="0" t="0" r="r" b="b"/>
            <a:pathLst>
              <a:path w="503" h="41">
                <a:moveTo>
                  <a:pt x="0" y="41"/>
                </a:moveTo>
                <a:lnTo>
                  <a:pt x="496" y="0"/>
                </a:lnTo>
                <a:lnTo>
                  <a:pt x="503" y="0"/>
                </a:lnTo>
                <a:lnTo>
                  <a:pt x="0" y="41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499" name=""/>
          <p:cNvSpPr/>
          <p:nvPr/>
        </p:nvSpPr>
        <p:spPr>
          <a:xfrm>
            <a:off x="4836960" y="2049480"/>
            <a:ext cx="183240" cy="15120"/>
          </a:xfrm>
          <a:custGeom>
            <a:avLst/>
            <a:gdLst/>
            <a:ahLst/>
            <a:rect l="0" t="0" r="r" b="b"/>
            <a:pathLst>
              <a:path w="509" h="42">
                <a:moveTo>
                  <a:pt x="0" y="41"/>
                </a:moveTo>
                <a:lnTo>
                  <a:pt x="502" y="0"/>
                </a:lnTo>
                <a:lnTo>
                  <a:pt x="509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0" name=""/>
          <p:cNvSpPr/>
          <p:nvPr/>
        </p:nvSpPr>
        <p:spPr>
          <a:xfrm>
            <a:off x="4836960" y="204948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09" y="0"/>
                </a:lnTo>
                <a:lnTo>
                  <a:pt x="515" y="0"/>
                </a:lnTo>
                <a:lnTo>
                  <a:pt x="0" y="42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1" name=""/>
          <p:cNvSpPr/>
          <p:nvPr/>
        </p:nvSpPr>
        <p:spPr>
          <a:xfrm>
            <a:off x="4836960" y="204948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2"/>
                </a:moveTo>
                <a:lnTo>
                  <a:pt x="515" y="0"/>
                </a:lnTo>
                <a:lnTo>
                  <a:pt x="52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ee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2" name=""/>
          <p:cNvSpPr/>
          <p:nvPr/>
        </p:nvSpPr>
        <p:spPr>
          <a:xfrm>
            <a:off x="4836960" y="204948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1" y="0"/>
                </a:lnTo>
                <a:lnTo>
                  <a:pt x="527" y="0"/>
                </a:lnTo>
                <a:lnTo>
                  <a:pt x="0" y="43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3" name=""/>
          <p:cNvSpPr/>
          <p:nvPr/>
        </p:nvSpPr>
        <p:spPr>
          <a:xfrm>
            <a:off x="4836960" y="2049480"/>
            <a:ext cx="192240" cy="15840"/>
          </a:xfrm>
          <a:custGeom>
            <a:avLst/>
            <a:gdLst/>
            <a:ahLst/>
            <a:rect l="0" t="0" r="r" b="b"/>
            <a:pathLst>
              <a:path w="534" h="44">
                <a:moveTo>
                  <a:pt x="0" y="43"/>
                </a:moveTo>
                <a:lnTo>
                  <a:pt x="527" y="0"/>
                </a:lnTo>
                <a:lnTo>
                  <a:pt x="534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4" name=""/>
          <p:cNvSpPr/>
          <p:nvPr/>
        </p:nvSpPr>
        <p:spPr>
          <a:xfrm>
            <a:off x="4836960" y="2049480"/>
            <a:ext cx="194400" cy="15840"/>
          </a:xfrm>
          <a:custGeom>
            <a:avLst/>
            <a:gdLst/>
            <a:ahLst/>
            <a:rect l="0" t="0" r="r" b="b"/>
            <a:pathLst>
              <a:path w="540" h="44">
                <a:moveTo>
                  <a:pt x="0" y="44"/>
                </a:moveTo>
                <a:lnTo>
                  <a:pt x="534" y="0"/>
                </a:lnTo>
                <a:lnTo>
                  <a:pt x="540" y="0"/>
                </a:lnTo>
                <a:lnTo>
                  <a:pt x="0" y="44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5" name=""/>
          <p:cNvSpPr/>
          <p:nvPr/>
        </p:nvSpPr>
        <p:spPr>
          <a:xfrm>
            <a:off x="4836960" y="2049480"/>
            <a:ext cx="196560" cy="16200"/>
          </a:xfrm>
          <a:custGeom>
            <a:avLst/>
            <a:gdLst/>
            <a:ahLst/>
            <a:rect l="0" t="0" r="r" b="b"/>
            <a:pathLst>
              <a:path w="546" h="45">
                <a:moveTo>
                  <a:pt x="0" y="44"/>
                </a:moveTo>
                <a:lnTo>
                  <a:pt x="540" y="0"/>
                </a:lnTo>
                <a:lnTo>
                  <a:pt x="546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eee4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6" name=""/>
          <p:cNvSpPr/>
          <p:nvPr/>
        </p:nvSpPr>
        <p:spPr>
          <a:xfrm>
            <a:off x="4836960" y="204948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46" y="0"/>
                </a:lnTo>
                <a:lnTo>
                  <a:pt x="552" y="0"/>
                </a:lnTo>
                <a:lnTo>
                  <a:pt x="0" y="45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7" name=""/>
          <p:cNvSpPr/>
          <p:nvPr/>
        </p:nvSpPr>
        <p:spPr>
          <a:xfrm>
            <a:off x="4836960" y="204948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5"/>
                </a:moveTo>
                <a:lnTo>
                  <a:pt x="552" y="0"/>
                </a:lnTo>
                <a:lnTo>
                  <a:pt x="558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8" name=""/>
          <p:cNvSpPr/>
          <p:nvPr/>
        </p:nvSpPr>
        <p:spPr>
          <a:xfrm>
            <a:off x="4836960" y="2049480"/>
            <a:ext cx="203400" cy="16560"/>
          </a:xfrm>
          <a:custGeom>
            <a:avLst/>
            <a:gdLst/>
            <a:ahLst/>
            <a:rect l="0" t="0" r="r" b="b"/>
            <a:pathLst>
              <a:path w="565" h="46">
                <a:moveTo>
                  <a:pt x="0" y="46"/>
                </a:moveTo>
                <a:lnTo>
                  <a:pt x="558" y="0"/>
                </a:lnTo>
                <a:lnTo>
                  <a:pt x="565" y="0"/>
                </a:lnTo>
                <a:lnTo>
                  <a:pt x="0" y="46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09" name=""/>
          <p:cNvSpPr/>
          <p:nvPr/>
        </p:nvSpPr>
        <p:spPr>
          <a:xfrm>
            <a:off x="4836960" y="2049480"/>
            <a:ext cx="205560" cy="16920"/>
          </a:xfrm>
          <a:custGeom>
            <a:avLst/>
            <a:gdLst/>
            <a:ahLst/>
            <a:rect l="0" t="0" r="r" b="b"/>
            <a:pathLst>
              <a:path w="571" h="47">
                <a:moveTo>
                  <a:pt x="0" y="46"/>
                </a:moveTo>
                <a:lnTo>
                  <a:pt x="565" y="0"/>
                </a:lnTo>
                <a:lnTo>
                  <a:pt x="571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ede2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0" name=""/>
          <p:cNvSpPr/>
          <p:nvPr/>
        </p:nvSpPr>
        <p:spPr>
          <a:xfrm>
            <a:off x="4836960" y="2049480"/>
            <a:ext cx="207720" cy="16920"/>
          </a:xfrm>
          <a:custGeom>
            <a:avLst/>
            <a:gdLst/>
            <a:ahLst/>
            <a:rect l="0" t="0" r="r" b="b"/>
            <a:pathLst>
              <a:path w="577" h="47">
                <a:moveTo>
                  <a:pt x="0" y="47"/>
                </a:moveTo>
                <a:lnTo>
                  <a:pt x="571" y="0"/>
                </a:lnTo>
                <a:lnTo>
                  <a:pt x="577" y="0"/>
                </a:lnTo>
                <a:lnTo>
                  <a:pt x="0" y="47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1" name=""/>
          <p:cNvSpPr/>
          <p:nvPr/>
        </p:nvSpPr>
        <p:spPr>
          <a:xfrm>
            <a:off x="4836960" y="2049480"/>
            <a:ext cx="209880" cy="17280"/>
          </a:xfrm>
          <a:custGeom>
            <a:avLst/>
            <a:gdLst/>
            <a:ahLst/>
            <a:rect l="0" t="0" r="r" b="b"/>
            <a:pathLst>
              <a:path w="583" h="48">
                <a:moveTo>
                  <a:pt x="0" y="47"/>
                </a:moveTo>
                <a:lnTo>
                  <a:pt x="577" y="0"/>
                </a:lnTo>
                <a:lnTo>
                  <a:pt x="583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2" name=""/>
          <p:cNvSpPr/>
          <p:nvPr/>
        </p:nvSpPr>
        <p:spPr>
          <a:xfrm>
            <a:off x="4836960" y="2049480"/>
            <a:ext cx="214200" cy="17640"/>
          </a:xfrm>
          <a:custGeom>
            <a:avLst/>
            <a:gdLst/>
            <a:ahLst/>
            <a:rect l="0" t="0" r="r" b="b"/>
            <a:pathLst>
              <a:path w="595" h="49">
                <a:moveTo>
                  <a:pt x="0" y="48"/>
                </a:moveTo>
                <a:lnTo>
                  <a:pt x="583" y="0"/>
                </a:lnTo>
                <a:lnTo>
                  <a:pt x="595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3" name=""/>
          <p:cNvSpPr/>
          <p:nvPr/>
        </p:nvSpPr>
        <p:spPr>
          <a:xfrm>
            <a:off x="4836960" y="2049480"/>
            <a:ext cx="216720" cy="17640"/>
          </a:xfrm>
          <a:custGeom>
            <a:avLst/>
            <a:gdLst/>
            <a:ahLst/>
            <a:rect l="0" t="0" r="r" b="b"/>
            <a:pathLst>
              <a:path w="602" h="49">
                <a:moveTo>
                  <a:pt x="0" y="49"/>
                </a:moveTo>
                <a:lnTo>
                  <a:pt x="595" y="0"/>
                </a:lnTo>
                <a:lnTo>
                  <a:pt x="602" y="0"/>
                </a:lnTo>
                <a:lnTo>
                  <a:pt x="0" y="49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4" name=""/>
          <p:cNvSpPr/>
          <p:nvPr/>
        </p:nvSpPr>
        <p:spPr>
          <a:xfrm>
            <a:off x="4836960" y="2049480"/>
            <a:ext cx="218880" cy="18000"/>
          </a:xfrm>
          <a:custGeom>
            <a:avLst/>
            <a:gdLst/>
            <a:ahLst/>
            <a:rect l="0" t="0" r="r" b="b"/>
            <a:pathLst>
              <a:path w="608" h="50">
                <a:moveTo>
                  <a:pt x="0" y="49"/>
                </a:moveTo>
                <a:lnTo>
                  <a:pt x="602" y="0"/>
                </a:lnTo>
                <a:lnTo>
                  <a:pt x="608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5" name=""/>
          <p:cNvSpPr/>
          <p:nvPr/>
        </p:nvSpPr>
        <p:spPr>
          <a:xfrm>
            <a:off x="4836960" y="2049480"/>
            <a:ext cx="221040" cy="18000"/>
          </a:xfrm>
          <a:custGeom>
            <a:avLst/>
            <a:gdLst/>
            <a:ahLst/>
            <a:rect l="0" t="0" r="r" b="b"/>
            <a:pathLst>
              <a:path w="614" h="50">
                <a:moveTo>
                  <a:pt x="0" y="50"/>
                </a:moveTo>
                <a:lnTo>
                  <a:pt x="608" y="0"/>
                </a:lnTo>
                <a:lnTo>
                  <a:pt x="614" y="0"/>
                </a:lnTo>
                <a:lnTo>
                  <a:pt x="0" y="50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6" name=""/>
          <p:cNvSpPr/>
          <p:nvPr/>
        </p:nvSpPr>
        <p:spPr>
          <a:xfrm>
            <a:off x="4836960" y="2049480"/>
            <a:ext cx="223200" cy="18360"/>
          </a:xfrm>
          <a:custGeom>
            <a:avLst/>
            <a:gdLst/>
            <a:ahLst/>
            <a:rect l="0" t="0" r="r" b="b"/>
            <a:pathLst>
              <a:path w="620" h="51">
                <a:moveTo>
                  <a:pt x="0" y="50"/>
                </a:moveTo>
                <a:lnTo>
                  <a:pt x="614" y="0"/>
                </a:lnTo>
                <a:lnTo>
                  <a:pt x="620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7" name=""/>
          <p:cNvSpPr/>
          <p:nvPr/>
        </p:nvSpPr>
        <p:spPr>
          <a:xfrm>
            <a:off x="4836960" y="2049480"/>
            <a:ext cx="227880" cy="18720"/>
          </a:xfrm>
          <a:custGeom>
            <a:avLst/>
            <a:gdLst/>
            <a:ahLst/>
            <a:rect l="0" t="0" r="r" b="b"/>
            <a:pathLst>
              <a:path w="633" h="52">
                <a:moveTo>
                  <a:pt x="0" y="51"/>
                </a:moveTo>
                <a:lnTo>
                  <a:pt x="620" y="0"/>
                </a:lnTo>
                <a:lnTo>
                  <a:pt x="633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8" name=""/>
          <p:cNvSpPr/>
          <p:nvPr/>
        </p:nvSpPr>
        <p:spPr>
          <a:xfrm>
            <a:off x="4836960" y="2049480"/>
            <a:ext cx="230040" cy="18720"/>
          </a:xfrm>
          <a:custGeom>
            <a:avLst/>
            <a:gdLst/>
            <a:ahLst/>
            <a:rect l="0" t="0" r="r" b="b"/>
            <a:pathLst>
              <a:path w="639" h="52">
                <a:moveTo>
                  <a:pt x="0" y="52"/>
                </a:moveTo>
                <a:lnTo>
                  <a:pt x="633" y="0"/>
                </a:lnTo>
                <a:lnTo>
                  <a:pt x="639" y="0"/>
                </a:lnTo>
                <a:lnTo>
                  <a:pt x="0" y="52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19" name=""/>
          <p:cNvSpPr/>
          <p:nvPr/>
        </p:nvSpPr>
        <p:spPr>
          <a:xfrm>
            <a:off x="4836960" y="2049480"/>
            <a:ext cx="232200" cy="19080"/>
          </a:xfrm>
          <a:custGeom>
            <a:avLst/>
            <a:gdLst/>
            <a:ahLst/>
            <a:rect l="0" t="0" r="r" b="b"/>
            <a:pathLst>
              <a:path w="645" h="53">
                <a:moveTo>
                  <a:pt x="0" y="52"/>
                </a:moveTo>
                <a:lnTo>
                  <a:pt x="639" y="0"/>
                </a:lnTo>
                <a:lnTo>
                  <a:pt x="64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0" name=""/>
          <p:cNvSpPr/>
          <p:nvPr/>
        </p:nvSpPr>
        <p:spPr>
          <a:xfrm>
            <a:off x="4836960" y="204948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45" y="0"/>
                </a:lnTo>
                <a:lnTo>
                  <a:pt x="651" y="0"/>
                </a:lnTo>
                <a:lnTo>
                  <a:pt x="0" y="5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1" name=""/>
          <p:cNvSpPr/>
          <p:nvPr/>
        </p:nvSpPr>
        <p:spPr>
          <a:xfrm>
            <a:off x="4836960" y="2049480"/>
            <a:ext cx="236520" cy="19800"/>
          </a:xfrm>
          <a:custGeom>
            <a:avLst/>
            <a:gdLst/>
            <a:ahLst/>
            <a:rect l="0" t="0" r="r" b="b"/>
            <a:pathLst>
              <a:path w="657" h="55">
                <a:moveTo>
                  <a:pt x="0" y="53"/>
                </a:moveTo>
                <a:lnTo>
                  <a:pt x="651" y="0"/>
                </a:lnTo>
                <a:lnTo>
                  <a:pt x="657" y="0"/>
                </a:lnTo>
                <a:lnTo>
                  <a:pt x="0" y="55"/>
                </a:lnTo>
                <a:lnTo>
                  <a:pt x="0" y="53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2" name=""/>
          <p:cNvSpPr/>
          <p:nvPr/>
        </p:nvSpPr>
        <p:spPr>
          <a:xfrm>
            <a:off x="4836960" y="2049480"/>
            <a:ext cx="239040" cy="19800"/>
          </a:xfrm>
          <a:custGeom>
            <a:avLst/>
            <a:gdLst/>
            <a:ahLst/>
            <a:rect l="0" t="0" r="r" b="b"/>
            <a:pathLst>
              <a:path w="664" h="55">
                <a:moveTo>
                  <a:pt x="0" y="55"/>
                </a:moveTo>
                <a:lnTo>
                  <a:pt x="657" y="0"/>
                </a:lnTo>
                <a:lnTo>
                  <a:pt x="664" y="0"/>
                </a:lnTo>
                <a:lnTo>
                  <a:pt x="0" y="55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3" name=""/>
          <p:cNvSpPr/>
          <p:nvPr/>
        </p:nvSpPr>
        <p:spPr>
          <a:xfrm>
            <a:off x="4836960" y="2049480"/>
            <a:ext cx="241200" cy="19800"/>
          </a:xfrm>
          <a:custGeom>
            <a:avLst/>
            <a:gdLst/>
            <a:ahLst/>
            <a:rect l="0" t="0" r="r" b="b"/>
            <a:pathLst>
              <a:path w="670" h="55">
                <a:moveTo>
                  <a:pt x="0" y="54"/>
                </a:moveTo>
                <a:lnTo>
                  <a:pt x="664" y="0"/>
                </a:lnTo>
                <a:lnTo>
                  <a:pt x="670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4" name=""/>
          <p:cNvSpPr/>
          <p:nvPr/>
        </p:nvSpPr>
        <p:spPr>
          <a:xfrm>
            <a:off x="4836960" y="2049480"/>
            <a:ext cx="243360" cy="19800"/>
          </a:xfrm>
          <a:custGeom>
            <a:avLst/>
            <a:gdLst/>
            <a:ahLst/>
            <a:rect l="0" t="0" r="r" b="b"/>
            <a:pathLst>
              <a:path w="676" h="55">
                <a:moveTo>
                  <a:pt x="0" y="55"/>
                </a:moveTo>
                <a:lnTo>
                  <a:pt x="670" y="0"/>
                </a:lnTo>
                <a:lnTo>
                  <a:pt x="676" y="0"/>
                </a:lnTo>
                <a:lnTo>
                  <a:pt x="0" y="55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5" name=""/>
          <p:cNvSpPr/>
          <p:nvPr/>
        </p:nvSpPr>
        <p:spPr>
          <a:xfrm>
            <a:off x="4836960" y="2049480"/>
            <a:ext cx="245520" cy="20160"/>
          </a:xfrm>
          <a:custGeom>
            <a:avLst/>
            <a:gdLst/>
            <a:ahLst/>
            <a:rect l="0" t="0" r="r" b="b"/>
            <a:pathLst>
              <a:path w="682" h="56">
                <a:moveTo>
                  <a:pt x="0" y="55"/>
                </a:moveTo>
                <a:lnTo>
                  <a:pt x="676" y="0"/>
                </a:lnTo>
                <a:lnTo>
                  <a:pt x="68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6" name=""/>
          <p:cNvSpPr/>
          <p:nvPr/>
        </p:nvSpPr>
        <p:spPr>
          <a:xfrm>
            <a:off x="4836960" y="204948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2" y="0"/>
                </a:lnTo>
                <a:lnTo>
                  <a:pt x="688" y="0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7" name=""/>
          <p:cNvSpPr/>
          <p:nvPr/>
        </p:nvSpPr>
        <p:spPr>
          <a:xfrm>
            <a:off x="4836960" y="2049480"/>
            <a:ext cx="250200" cy="20520"/>
          </a:xfrm>
          <a:custGeom>
            <a:avLst/>
            <a:gdLst/>
            <a:ahLst/>
            <a:rect l="0" t="0" r="r" b="b"/>
            <a:pathLst>
              <a:path w="695" h="57">
                <a:moveTo>
                  <a:pt x="0" y="56"/>
                </a:moveTo>
                <a:lnTo>
                  <a:pt x="688" y="0"/>
                </a:lnTo>
                <a:lnTo>
                  <a:pt x="69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8" name=""/>
          <p:cNvSpPr/>
          <p:nvPr/>
        </p:nvSpPr>
        <p:spPr>
          <a:xfrm>
            <a:off x="4836960" y="2049480"/>
            <a:ext cx="252360" cy="20520"/>
          </a:xfrm>
          <a:custGeom>
            <a:avLst/>
            <a:gdLst/>
            <a:ahLst/>
            <a:rect l="0" t="0" r="r" b="b"/>
            <a:pathLst>
              <a:path w="701" h="57">
                <a:moveTo>
                  <a:pt x="0" y="57"/>
                </a:moveTo>
                <a:lnTo>
                  <a:pt x="695" y="0"/>
                </a:lnTo>
                <a:lnTo>
                  <a:pt x="701" y="0"/>
                </a:lnTo>
                <a:lnTo>
                  <a:pt x="0" y="57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29" name=""/>
          <p:cNvSpPr/>
          <p:nvPr/>
        </p:nvSpPr>
        <p:spPr>
          <a:xfrm>
            <a:off x="4836960" y="2049480"/>
            <a:ext cx="254520" cy="20880"/>
          </a:xfrm>
          <a:custGeom>
            <a:avLst/>
            <a:gdLst/>
            <a:ahLst/>
            <a:rect l="0" t="0" r="r" b="b"/>
            <a:pathLst>
              <a:path w="707" h="58">
                <a:moveTo>
                  <a:pt x="0" y="57"/>
                </a:moveTo>
                <a:lnTo>
                  <a:pt x="701" y="0"/>
                </a:lnTo>
                <a:lnTo>
                  <a:pt x="70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0" name=""/>
          <p:cNvSpPr/>
          <p:nvPr/>
        </p:nvSpPr>
        <p:spPr>
          <a:xfrm>
            <a:off x="4836960" y="204948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07" y="0"/>
                </a:lnTo>
                <a:lnTo>
                  <a:pt x="713" y="0"/>
                </a:lnTo>
                <a:lnTo>
                  <a:pt x="0" y="58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1" name=""/>
          <p:cNvSpPr/>
          <p:nvPr/>
        </p:nvSpPr>
        <p:spPr>
          <a:xfrm>
            <a:off x="4836960" y="204948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8"/>
                </a:moveTo>
                <a:lnTo>
                  <a:pt x="713" y="0"/>
                </a:lnTo>
                <a:lnTo>
                  <a:pt x="71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2" name=""/>
          <p:cNvSpPr/>
          <p:nvPr/>
        </p:nvSpPr>
        <p:spPr>
          <a:xfrm>
            <a:off x="4836960" y="2049480"/>
            <a:ext cx="261360" cy="21240"/>
          </a:xfrm>
          <a:custGeom>
            <a:avLst/>
            <a:gdLst/>
            <a:ahLst/>
            <a:rect l="0" t="0" r="r" b="b"/>
            <a:pathLst>
              <a:path w="726" h="59">
                <a:moveTo>
                  <a:pt x="0" y="59"/>
                </a:moveTo>
                <a:lnTo>
                  <a:pt x="719" y="0"/>
                </a:lnTo>
                <a:lnTo>
                  <a:pt x="726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3" name=""/>
          <p:cNvSpPr/>
          <p:nvPr/>
        </p:nvSpPr>
        <p:spPr>
          <a:xfrm>
            <a:off x="4836960" y="2049480"/>
            <a:ext cx="263520" cy="21240"/>
          </a:xfrm>
          <a:custGeom>
            <a:avLst/>
            <a:gdLst/>
            <a:ahLst/>
            <a:rect l="0" t="0" r="r" b="b"/>
            <a:pathLst>
              <a:path w="732" h="59">
                <a:moveTo>
                  <a:pt x="0" y="59"/>
                </a:moveTo>
                <a:lnTo>
                  <a:pt x="726" y="0"/>
                </a:lnTo>
                <a:lnTo>
                  <a:pt x="732" y="0"/>
                </a:lnTo>
                <a:lnTo>
                  <a:pt x="0" y="59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4" name=""/>
          <p:cNvSpPr/>
          <p:nvPr/>
        </p:nvSpPr>
        <p:spPr>
          <a:xfrm>
            <a:off x="4836960" y="2049480"/>
            <a:ext cx="265680" cy="21600"/>
          </a:xfrm>
          <a:custGeom>
            <a:avLst/>
            <a:gdLst/>
            <a:ahLst/>
            <a:rect l="0" t="0" r="r" b="b"/>
            <a:pathLst>
              <a:path w="738" h="60">
                <a:moveTo>
                  <a:pt x="0" y="59"/>
                </a:moveTo>
                <a:lnTo>
                  <a:pt x="732" y="0"/>
                </a:lnTo>
                <a:lnTo>
                  <a:pt x="738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5" name=""/>
          <p:cNvSpPr/>
          <p:nvPr/>
        </p:nvSpPr>
        <p:spPr>
          <a:xfrm>
            <a:off x="4836960" y="2049480"/>
            <a:ext cx="267840" cy="21600"/>
          </a:xfrm>
          <a:custGeom>
            <a:avLst/>
            <a:gdLst/>
            <a:ahLst/>
            <a:rect l="0" t="0" r="r" b="b"/>
            <a:pathLst>
              <a:path w="744" h="60">
                <a:moveTo>
                  <a:pt x="0" y="60"/>
                </a:moveTo>
                <a:lnTo>
                  <a:pt x="738" y="0"/>
                </a:lnTo>
                <a:lnTo>
                  <a:pt x="744" y="0"/>
                </a:lnTo>
                <a:lnTo>
                  <a:pt x="0" y="60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6" name=""/>
          <p:cNvSpPr/>
          <p:nvPr/>
        </p:nvSpPr>
        <p:spPr>
          <a:xfrm>
            <a:off x="4836960" y="2049480"/>
            <a:ext cx="270000" cy="22320"/>
          </a:xfrm>
          <a:custGeom>
            <a:avLst/>
            <a:gdLst/>
            <a:ahLst/>
            <a:rect l="0" t="0" r="r" b="b"/>
            <a:pathLst>
              <a:path w="750" h="62">
                <a:moveTo>
                  <a:pt x="0" y="60"/>
                </a:moveTo>
                <a:lnTo>
                  <a:pt x="744" y="0"/>
                </a:lnTo>
                <a:lnTo>
                  <a:pt x="750" y="0"/>
                </a:lnTo>
                <a:lnTo>
                  <a:pt x="0" y="62"/>
                </a:lnTo>
                <a:lnTo>
                  <a:pt x="0" y="60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7" name=""/>
          <p:cNvSpPr/>
          <p:nvPr/>
        </p:nvSpPr>
        <p:spPr>
          <a:xfrm>
            <a:off x="4836960" y="204948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0" y="0"/>
                </a:lnTo>
                <a:lnTo>
                  <a:pt x="756" y="0"/>
                </a:lnTo>
                <a:lnTo>
                  <a:pt x="0" y="6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8" name=""/>
          <p:cNvSpPr/>
          <p:nvPr/>
        </p:nvSpPr>
        <p:spPr>
          <a:xfrm>
            <a:off x="4836960" y="2049480"/>
            <a:ext cx="274680" cy="22320"/>
          </a:xfrm>
          <a:custGeom>
            <a:avLst/>
            <a:gdLst/>
            <a:ahLst/>
            <a:rect l="0" t="0" r="r" b="b"/>
            <a:pathLst>
              <a:path w="763" h="62">
                <a:moveTo>
                  <a:pt x="0" y="61"/>
                </a:moveTo>
                <a:lnTo>
                  <a:pt x="756" y="0"/>
                </a:lnTo>
                <a:lnTo>
                  <a:pt x="763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39" name=""/>
          <p:cNvSpPr/>
          <p:nvPr/>
        </p:nvSpPr>
        <p:spPr>
          <a:xfrm>
            <a:off x="4836960" y="2049480"/>
            <a:ext cx="276840" cy="22320"/>
          </a:xfrm>
          <a:custGeom>
            <a:avLst/>
            <a:gdLst/>
            <a:ahLst/>
            <a:rect l="0" t="0" r="r" b="b"/>
            <a:pathLst>
              <a:path w="769" h="62">
                <a:moveTo>
                  <a:pt x="0" y="62"/>
                </a:moveTo>
                <a:lnTo>
                  <a:pt x="763" y="0"/>
                </a:lnTo>
                <a:lnTo>
                  <a:pt x="769" y="0"/>
                </a:lnTo>
                <a:lnTo>
                  <a:pt x="0" y="62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0" name=""/>
          <p:cNvSpPr/>
          <p:nvPr/>
        </p:nvSpPr>
        <p:spPr>
          <a:xfrm>
            <a:off x="4836960" y="2049480"/>
            <a:ext cx="279000" cy="22680"/>
          </a:xfrm>
          <a:custGeom>
            <a:avLst/>
            <a:gdLst/>
            <a:ahLst/>
            <a:rect l="0" t="0" r="r" b="b"/>
            <a:pathLst>
              <a:path w="775" h="63">
                <a:moveTo>
                  <a:pt x="0" y="62"/>
                </a:moveTo>
                <a:lnTo>
                  <a:pt x="769" y="0"/>
                </a:lnTo>
                <a:lnTo>
                  <a:pt x="775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1" name=""/>
          <p:cNvSpPr/>
          <p:nvPr/>
        </p:nvSpPr>
        <p:spPr>
          <a:xfrm>
            <a:off x="4836960" y="204948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75" y="0"/>
                </a:lnTo>
                <a:lnTo>
                  <a:pt x="781" y="0"/>
                </a:lnTo>
                <a:lnTo>
                  <a:pt x="0" y="63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2" name=""/>
          <p:cNvSpPr/>
          <p:nvPr/>
        </p:nvSpPr>
        <p:spPr>
          <a:xfrm>
            <a:off x="4836960" y="204948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3"/>
                </a:moveTo>
                <a:lnTo>
                  <a:pt x="781" y="0"/>
                </a:lnTo>
                <a:lnTo>
                  <a:pt x="78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3" name=""/>
          <p:cNvSpPr/>
          <p:nvPr/>
        </p:nvSpPr>
        <p:spPr>
          <a:xfrm>
            <a:off x="4836960" y="204948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4"/>
                </a:moveTo>
                <a:lnTo>
                  <a:pt x="787" y="0"/>
                </a:lnTo>
                <a:lnTo>
                  <a:pt x="788" y="1"/>
                </a:lnTo>
                <a:lnTo>
                  <a:pt x="0" y="64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4" name=""/>
          <p:cNvSpPr/>
          <p:nvPr/>
        </p:nvSpPr>
        <p:spPr>
          <a:xfrm>
            <a:off x="4836960" y="2049840"/>
            <a:ext cx="283680" cy="23040"/>
          </a:xfrm>
          <a:custGeom>
            <a:avLst/>
            <a:gdLst/>
            <a:ahLst/>
            <a:rect l="0" t="0" r="r" b="b"/>
            <a:pathLst>
              <a:path w="788" h="64">
                <a:moveTo>
                  <a:pt x="0" y="63"/>
                </a:moveTo>
                <a:lnTo>
                  <a:pt x="788" y="0"/>
                </a:lnTo>
                <a:lnTo>
                  <a:pt x="1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5" name=""/>
          <p:cNvSpPr/>
          <p:nvPr/>
        </p:nvSpPr>
        <p:spPr>
          <a:xfrm>
            <a:off x="4837320" y="2049840"/>
            <a:ext cx="283320" cy="23040"/>
          </a:xfrm>
          <a:custGeom>
            <a:avLst/>
            <a:gdLst/>
            <a:ahLst/>
            <a:rect l="0" t="0" r="r" b="b"/>
            <a:pathLst>
              <a:path w="787" h="64">
                <a:moveTo>
                  <a:pt x="0" y="64"/>
                </a:moveTo>
                <a:lnTo>
                  <a:pt x="787" y="0"/>
                </a:lnTo>
                <a:lnTo>
                  <a:pt x="787" y="1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6" name=""/>
          <p:cNvSpPr/>
          <p:nvPr/>
        </p:nvSpPr>
        <p:spPr>
          <a:xfrm>
            <a:off x="4839480" y="2050200"/>
            <a:ext cx="281160" cy="22680"/>
          </a:xfrm>
          <a:custGeom>
            <a:avLst/>
            <a:gdLst/>
            <a:ahLst/>
            <a:rect l="0" t="0" r="r" b="b"/>
            <a:pathLst>
              <a:path w="781" h="63">
                <a:moveTo>
                  <a:pt x="0" y="63"/>
                </a:moveTo>
                <a:lnTo>
                  <a:pt x="781" y="0"/>
                </a:lnTo>
                <a:lnTo>
                  <a:pt x="7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7" name=""/>
          <p:cNvSpPr/>
          <p:nvPr/>
        </p:nvSpPr>
        <p:spPr>
          <a:xfrm>
            <a:off x="4842000" y="2050200"/>
            <a:ext cx="278640" cy="22680"/>
          </a:xfrm>
          <a:custGeom>
            <a:avLst/>
            <a:gdLst/>
            <a:ahLst/>
            <a:rect l="0" t="0" r="r" b="b"/>
            <a:pathLst>
              <a:path w="774" h="63">
                <a:moveTo>
                  <a:pt x="0" y="63"/>
                </a:moveTo>
                <a:lnTo>
                  <a:pt x="774" y="0"/>
                </a:lnTo>
                <a:lnTo>
                  <a:pt x="774" y="1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8" name=""/>
          <p:cNvSpPr/>
          <p:nvPr/>
        </p:nvSpPr>
        <p:spPr>
          <a:xfrm>
            <a:off x="4844160" y="2050560"/>
            <a:ext cx="276480" cy="22320"/>
          </a:xfrm>
          <a:custGeom>
            <a:avLst/>
            <a:gdLst/>
            <a:ahLst/>
            <a:rect l="0" t="0" r="r" b="b"/>
            <a:pathLst>
              <a:path w="768" h="62">
                <a:moveTo>
                  <a:pt x="0" y="62"/>
                </a:moveTo>
                <a:lnTo>
                  <a:pt x="768" y="0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49" name=""/>
          <p:cNvSpPr/>
          <p:nvPr/>
        </p:nvSpPr>
        <p:spPr>
          <a:xfrm>
            <a:off x="4846320" y="2050560"/>
            <a:ext cx="274320" cy="22320"/>
          </a:xfrm>
          <a:custGeom>
            <a:avLst/>
            <a:gdLst/>
            <a:ahLst/>
            <a:rect l="0" t="0" r="r" b="b"/>
            <a:pathLst>
              <a:path w="762" h="62">
                <a:moveTo>
                  <a:pt x="0" y="62"/>
                </a:moveTo>
                <a:lnTo>
                  <a:pt x="762" y="0"/>
                </a:lnTo>
                <a:lnTo>
                  <a:pt x="762" y="1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0" name=""/>
          <p:cNvSpPr/>
          <p:nvPr/>
        </p:nvSpPr>
        <p:spPr>
          <a:xfrm>
            <a:off x="4848480" y="2050920"/>
            <a:ext cx="272160" cy="21960"/>
          </a:xfrm>
          <a:custGeom>
            <a:avLst/>
            <a:gdLst/>
            <a:ahLst/>
            <a:rect l="0" t="0" r="r" b="b"/>
            <a:pathLst>
              <a:path w="756" h="61">
                <a:moveTo>
                  <a:pt x="0" y="61"/>
                </a:moveTo>
                <a:lnTo>
                  <a:pt x="756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1" name=""/>
          <p:cNvSpPr/>
          <p:nvPr/>
        </p:nvSpPr>
        <p:spPr>
          <a:xfrm>
            <a:off x="4850640" y="2050920"/>
            <a:ext cx="270000" cy="21960"/>
          </a:xfrm>
          <a:custGeom>
            <a:avLst/>
            <a:gdLst/>
            <a:ahLst/>
            <a:rect l="0" t="0" r="r" b="b"/>
            <a:pathLst>
              <a:path w="750" h="61">
                <a:moveTo>
                  <a:pt x="0" y="61"/>
                </a:moveTo>
                <a:lnTo>
                  <a:pt x="750" y="0"/>
                </a:lnTo>
                <a:lnTo>
                  <a:pt x="750" y="1"/>
                </a:lnTo>
                <a:lnTo>
                  <a:pt x="7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2" name=""/>
          <p:cNvSpPr/>
          <p:nvPr/>
        </p:nvSpPr>
        <p:spPr>
          <a:xfrm>
            <a:off x="4853160" y="2051280"/>
            <a:ext cx="267480" cy="21600"/>
          </a:xfrm>
          <a:custGeom>
            <a:avLst/>
            <a:gdLst/>
            <a:ahLst/>
            <a:rect l="0" t="0" r="r" b="b"/>
            <a:pathLst>
              <a:path w="743" h="60">
                <a:moveTo>
                  <a:pt x="0" y="60"/>
                </a:moveTo>
                <a:lnTo>
                  <a:pt x="743" y="0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3" name=""/>
          <p:cNvSpPr/>
          <p:nvPr/>
        </p:nvSpPr>
        <p:spPr>
          <a:xfrm>
            <a:off x="4855320" y="2051280"/>
            <a:ext cx="265320" cy="21600"/>
          </a:xfrm>
          <a:custGeom>
            <a:avLst/>
            <a:gdLst/>
            <a:ahLst/>
            <a:rect l="0" t="0" r="r" b="b"/>
            <a:pathLst>
              <a:path w="737" h="60">
                <a:moveTo>
                  <a:pt x="0" y="60"/>
                </a:moveTo>
                <a:lnTo>
                  <a:pt x="737" y="0"/>
                </a:lnTo>
                <a:lnTo>
                  <a:pt x="737" y="1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4" name=""/>
          <p:cNvSpPr/>
          <p:nvPr/>
        </p:nvSpPr>
        <p:spPr>
          <a:xfrm>
            <a:off x="4857480" y="2051640"/>
            <a:ext cx="263160" cy="21240"/>
          </a:xfrm>
          <a:custGeom>
            <a:avLst/>
            <a:gdLst/>
            <a:ahLst/>
            <a:rect l="0" t="0" r="r" b="b"/>
            <a:pathLst>
              <a:path w="731" h="59">
                <a:moveTo>
                  <a:pt x="0" y="59"/>
                </a:moveTo>
                <a:lnTo>
                  <a:pt x="731" y="0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5" name=""/>
          <p:cNvSpPr/>
          <p:nvPr/>
        </p:nvSpPr>
        <p:spPr>
          <a:xfrm>
            <a:off x="4859640" y="2051640"/>
            <a:ext cx="261000" cy="21240"/>
          </a:xfrm>
          <a:custGeom>
            <a:avLst/>
            <a:gdLst/>
            <a:ahLst/>
            <a:rect l="0" t="0" r="r" b="b"/>
            <a:pathLst>
              <a:path w="725" h="59">
                <a:moveTo>
                  <a:pt x="0" y="59"/>
                </a:moveTo>
                <a:lnTo>
                  <a:pt x="725" y="0"/>
                </a:lnTo>
                <a:lnTo>
                  <a:pt x="725" y="1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6" name=""/>
          <p:cNvSpPr/>
          <p:nvPr/>
        </p:nvSpPr>
        <p:spPr>
          <a:xfrm>
            <a:off x="4861800" y="2052000"/>
            <a:ext cx="258840" cy="20880"/>
          </a:xfrm>
          <a:custGeom>
            <a:avLst/>
            <a:gdLst/>
            <a:ahLst/>
            <a:rect l="0" t="0" r="r" b="b"/>
            <a:pathLst>
              <a:path w="719" h="58">
                <a:moveTo>
                  <a:pt x="0" y="58"/>
                </a:moveTo>
                <a:lnTo>
                  <a:pt x="719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7" name=""/>
          <p:cNvSpPr/>
          <p:nvPr/>
        </p:nvSpPr>
        <p:spPr>
          <a:xfrm>
            <a:off x="4863960" y="2052000"/>
            <a:ext cx="256680" cy="20880"/>
          </a:xfrm>
          <a:custGeom>
            <a:avLst/>
            <a:gdLst/>
            <a:ahLst/>
            <a:rect l="0" t="0" r="r" b="b"/>
            <a:pathLst>
              <a:path w="713" h="58">
                <a:moveTo>
                  <a:pt x="0" y="58"/>
                </a:moveTo>
                <a:lnTo>
                  <a:pt x="713" y="0"/>
                </a:lnTo>
                <a:lnTo>
                  <a:pt x="713" y="1"/>
                </a:lnTo>
                <a:lnTo>
                  <a:pt x="7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8" name=""/>
          <p:cNvSpPr/>
          <p:nvPr/>
        </p:nvSpPr>
        <p:spPr>
          <a:xfrm>
            <a:off x="4866480" y="2052360"/>
            <a:ext cx="254160" cy="20520"/>
          </a:xfrm>
          <a:custGeom>
            <a:avLst/>
            <a:gdLst/>
            <a:ahLst/>
            <a:rect l="0" t="0" r="r" b="b"/>
            <a:pathLst>
              <a:path w="706" h="57">
                <a:moveTo>
                  <a:pt x="0" y="57"/>
                </a:moveTo>
                <a:lnTo>
                  <a:pt x="706" y="0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59" name=""/>
          <p:cNvSpPr/>
          <p:nvPr/>
        </p:nvSpPr>
        <p:spPr>
          <a:xfrm>
            <a:off x="4868640" y="2052360"/>
            <a:ext cx="252000" cy="20520"/>
          </a:xfrm>
          <a:custGeom>
            <a:avLst/>
            <a:gdLst/>
            <a:ahLst/>
            <a:rect l="0" t="0" r="r" b="b"/>
            <a:pathLst>
              <a:path w="700" h="57">
                <a:moveTo>
                  <a:pt x="0" y="57"/>
                </a:moveTo>
                <a:lnTo>
                  <a:pt x="700" y="0"/>
                </a:lnTo>
                <a:lnTo>
                  <a:pt x="700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0" name=""/>
          <p:cNvSpPr/>
          <p:nvPr/>
        </p:nvSpPr>
        <p:spPr>
          <a:xfrm>
            <a:off x="4870800" y="2052720"/>
            <a:ext cx="249840" cy="20160"/>
          </a:xfrm>
          <a:custGeom>
            <a:avLst/>
            <a:gdLst/>
            <a:ahLst/>
            <a:rect l="0" t="0" r="r" b="b"/>
            <a:pathLst>
              <a:path w="694" h="56">
                <a:moveTo>
                  <a:pt x="0" y="56"/>
                </a:moveTo>
                <a:lnTo>
                  <a:pt x="694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1" name=""/>
          <p:cNvSpPr/>
          <p:nvPr/>
        </p:nvSpPr>
        <p:spPr>
          <a:xfrm>
            <a:off x="4872960" y="2052720"/>
            <a:ext cx="247680" cy="20160"/>
          </a:xfrm>
          <a:custGeom>
            <a:avLst/>
            <a:gdLst/>
            <a:ahLst/>
            <a:rect l="0" t="0" r="r" b="b"/>
            <a:pathLst>
              <a:path w="688" h="56">
                <a:moveTo>
                  <a:pt x="0" y="56"/>
                </a:moveTo>
                <a:lnTo>
                  <a:pt x="688" y="0"/>
                </a:lnTo>
                <a:lnTo>
                  <a:pt x="688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2" name=""/>
          <p:cNvSpPr/>
          <p:nvPr/>
        </p:nvSpPr>
        <p:spPr>
          <a:xfrm>
            <a:off x="4875120" y="2053080"/>
            <a:ext cx="245520" cy="19800"/>
          </a:xfrm>
          <a:custGeom>
            <a:avLst/>
            <a:gdLst/>
            <a:ahLst/>
            <a:rect l="0" t="0" r="r" b="b"/>
            <a:pathLst>
              <a:path w="682" h="55">
                <a:moveTo>
                  <a:pt x="0" y="55"/>
                </a:moveTo>
                <a:lnTo>
                  <a:pt x="682" y="0"/>
                </a:lnTo>
                <a:lnTo>
                  <a:pt x="7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3" name=""/>
          <p:cNvSpPr/>
          <p:nvPr/>
        </p:nvSpPr>
        <p:spPr>
          <a:xfrm>
            <a:off x="4877640" y="2053080"/>
            <a:ext cx="243000" cy="19800"/>
          </a:xfrm>
          <a:custGeom>
            <a:avLst/>
            <a:gdLst/>
            <a:ahLst/>
            <a:rect l="0" t="0" r="r" b="b"/>
            <a:pathLst>
              <a:path w="675" h="55">
                <a:moveTo>
                  <a:pt x="0" y="55"/>
                </a:moveTo>
                <a:lnTo>
                  <a:pt x="675" y="0"/>
                </a:lnTo>
                <a:lnTo>
                  <a:pt x="675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4" name=""/>
          <p:cNvSpPr/>
          <p:nvPr/>
        </p:nvSpPr>
        <p:spPr>
          <a:xfrm>
            <a:off x="4879800" y="2053440"/>
            <a:ext cx="240840" cy="19440"/>
          </a:xfrm>
          <a:custGeom>
            <a:avLst/>
            <a:gdLst/>
            <a:ahLst/>
            <a:rect l="0" t="0" r="r" b="b"/>
            <a:pathLst>
              <a:path w="669" h="54">
                <a:moveTo>
                  <a:pt x="0" y="54"/>
                </a:moveTo>
                <a:lnTo>
                  <a:pt x="669" y="0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5" name=""/>
          <p:cNvSpPr/>
          <p:nvPr/>
        </p:nvSpPr>
        <p:spPr>
          <a:xfrm>
            <a:off x="4881960" y="2053440"/>
            <a:ext cx="238680" cy="19440"/>
          </a:xfrm>
          <a:custGeom>
            <a:avLst/>
            <a:gdLst/>
            <a:ahLst/>
            <a:rect l="0" t="0" r="r" b="b"/>
            <a:pathLst>
              <a:path w="663" h="54">
                <a:moveTo>
                  <a:pt x="0" y="54"/>
                </a:moveTo>
                <a:lnTo>
                  <a:pt x="663" y="0"/>
                </a:lnTo>
                <a:lnTo>
                  <a:pt x="663" y="1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6" name=""/>
          <p:cNvSpPr/>
          <p:nvPr/>
        </p:nvSpPr>
        <p:spPr>
          <a:xfrm>
            <a:off x="4884120" y="2053800"/>
            <a:ext cx="236520" cy="19080"/>
          </a:xfrm>
          <a:custGeom>
            <a:avLst/>
            <a:gdLst/>
            <a:ahLst/>
            <a:rect l="0" t="0" r="r" b="b"/>
            <a:pathLst>
              <a:path w="657" h="53">
                <a:moveTo>
                  <a:pt x="0" y="53"/>
                </a:moveTo>
                <a:lnTo>
                  <a:pt x="657" y="0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7" name=""/>
          <p:cNvSpPr/>
          <p:nvPr/>
        </p:nvSpPr>
        <p:spPr>
          <a:xfrm>
            <a:off x="4886280" y="2053800"/>
            <a:ext cx="234360" cy="19080"/>
          </a:xfrm>
          <a:custGeom>
            <a:avLst/>
            <a:gdLst/>
            <a:ahLst/>
            <a:rect l="0" t="0" r="r" b="b"/>
            <a:pathLst>
              <a:path w="651" h="53">
                <a:moveTo>
                  <a:pt x="0" y="53"/>
                </a:moveTo>
                <a:lnTo>
                  <a:pt x="651" y="0"/>
                </a:lnTo>
                <a:lnTo>
                  <a:pt x="651" y="1"/>
                </a:lnTo>
                <a:lnTo>
                  <a:pt x="7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8" name=""/>
          <p:cNvSpPr/>
          <p:nvPr/>
        </p:nvSpPr>
        <p:spPr>
          <a:xfrm>
            <a:off x="4888800" y="2054160"/>
            <a:ext cx="231840" cy="18720"/>
          </a:xfrm>
          <a:custGeom>
            <a:avLst/>
            <a:gdLst/>
            <a:ahLst/>
            <a:rect l="0" t="0" r="r" b="b"/>
            <a:pathLst>
              <a:path w="644" h="52">
                <a:moveTo>
                  <a:pt x="0" y="52"/>
                </a:moveTo>
                <a:lnTo>
                  <a:pt x="644" y="0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69" name=""/>
          <p:cNvSpPr/>
          <p:nvPr/>
        </p:nvSpPr>
        <p:spPr>
          <a:xfrm>
            <a:off x="4890960" y="2054160"/>
            <a:ext cx="229680" cy="18720"/>
          </a:xfrm>
          <a:custGeom>
            <a:avLst/>
            <a:gdLst/>
            <a:ahLst/>
            <a:rect l="0" t="0" r="r" b="b"/>
            <a:pathLst>
              <a:path w="638" h="52">
                <a:moveTo>
                  <a:pt x="0" y="52"/>
                </a:moveTo>
                <a:lnTo>
                  <a:pt x="638" y="0"/>
                </a:lnTo>
                <a:lnTo>
                  <a:pt x="638" y="1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0" name=""/>
          <p:cNvSpPr/>
          <p:nvPr/>
        </p:nvSpPr>
        <p:spPr>
          <a:xfrm>
            <a:off x="4893120" y="2054520"/>
            <a:ext cx="227520" cy="18360"/>
          </a:xfrm>
          <a:custGeom>
            <a:avLst/>
            <a:gdLst/>
            <a:ahLst/>
            <a:rect l="0" t="0" r="r" b="b"/>
            <a:pathLst>
              <a:path w="632" h="51">
                <a:moveTo>
                  <a:pt x="0" y="51"/>
                </a:moveTo>
                <a:lnTo>
                  <a:pt x="632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1" name=""/>
          <p:cNvSpPr/>
          <p:nvPr/>
        </p:nvSpPr>
        <p:spPr>
          <a:xfrm>
            <a:off x="4895280" y="2054520"/>
            <a:ext cx="225360" cy="18360"/>
          </a:xfrm>
          <a:custGeom>
            <a:avLst/>
            <a:gdLst/>
            <a:ahLst/>
            <a:rect l="0" t="0" r="r" b="b"/>
            <a:pathLst>
              <a:path w="626" h="51">
                <a:moveTo>
                  <a:pt x="0" y="51"/>
                </a:moveTo>
                <a:lnTo>
                  <a:pt x="626" y="0"/>
                </a:lnTo>
                <a:lnTo>
                  <a:pt x="626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2" name=""/>
          <p:cNvSpPr/>
          <p:nvPr/>
        </p:nvSpPr>
        <p:spPr>
          <a:xfrm>
            <a:off x="4897440" y="2054880"/>
            <a:ext cx="223200" cy="18000"/>
          </a:xfrm>
          <a:custGeom>
            <a:avLst/>
            <a:gdLst/>
            <a:ahLst/>
            <a:rect l="0" t="0" r="r" b="b"/>
            <a:pathLst>
              <a:path w="620" h="50">
                <a:moveTo>
                  <a:pt x="0" y="50"/>
                </a:moveTo>
                <a:lnTo>
                  <a:pt x="620" y="0"/>
                </a:lnTo>
                <a:lnTo>
                  <a:pt x="7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3" name=""/>
          <p:cNvSpPr/>
          <p:nvPr/>
        </p:nvSpPr>
        <p:spPr>
          <a:xfrm>
            <a:off x="4899960" y="2054880"/>
            <a:ext cx="220680" cy="18000"/>
          </a:xfrm>
          <a:custGeom>
            <a:avLst/>
            <a:gdLst/>
            <a:ahLst/>
            <a:rect l="0" t="0" r="r" b="b"/>
            <a:pathLst>
              <a:path w="613" h="50">
                <a:moveTo>
                  <a:pt x="0" y="50"/>
                </a:moveTo>
                <a:lnTo>
                  <a:pt x="613" y="0"/>
                </a:lnTo>
                <a:lnTo>
                  <a:pt x="613" y="1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4" name=""/>
          <p:cNvSpPr/>
          <p:nvPr/>
        </p:nvSpPr>
        <p:spPr>
          <a:xfrm>
            <a:off x="4902120" y="2055240"/>
            <a:ext cx="218520" cy="17640"/>
          </a:xfrm>
          <a:custGeom>
            <a:avLst/>
            <a:gdLst/>
            <a:ahLst/>
            <a:rect l="0" t="0" r="r" b="b"/>
            <a:pathLst>
              <a:path w="607" h="49">
                <a:moveTo>
                  <a:pt x="0" y="49"/>
                </a:moveTo>
                <a:lnTo>
                  <a:pt x="607" y="0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5" name=""/>
          <p:cNvSpPr/>
          <p:nvPr/>
        </p:nvSpPr>
        <p:spPr>
          <a:xfrm>
            <a:off x="4904280" y="2055240"/>
            <a:ext cx="216360" cy="17640"/>
          </a:xfrm>
          <a:custGeom>
            <a:avLst/>
            <a:gdLst/>
            <a:ahLst/>
            <a:rect l="0" t="0" r="r" b="b"/>
            <a:pathLst>
              <a:path w="601" h="49">
                <a:moveTo>
                  <a:pt x="0" y="49"/>
                </a:moveTo>
                <a:lnTo>
                  <a:pt x="601" y="0"/>
                </a:lnTo>
                <a:lnTo>
                  <a:pt x="601" y="1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6" name=""/>
          <p:cNvSpPr/>
          <p:nvPr/>
        </p:nvSpPr>
        <p:spPr>
          <a:xfrm>
            <a:off x="4906440" y="2055600"/>
            <a:ext cx="214200" cy="17280"/>
          </a:xfrm>
          <a:custGeom>
            <a:avLst/>
            <a:gdLst/>
            <a:ahLst/>
            <a:rect l="0" t="0" r="r" b="b"/>
            <a:pathLst>
              <a:path w="595" h="48">
                <a:moveTo>
                  <a:pt x="0" y="48"/>
                </a:moveTo>
                <a:lnTo>
                  <a:pt x="595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7" name=""/>
          <p:cNvSpPr/>
          <p:nvPr/>
        </p:nvSpPr>
        <p:spPr>
          <a:xfrm>
            <a:off x="4908600" y="2055600"/>
            <a:ext cx="212040" cy="17280"/>
          </a:xfrm>
          <a:custGeom>
            <a:avLst/>
            <a:gdLst/>
            <a:ahLst/>
            <a:rect l="0" t="0" r="r" b="b"/>
            <a:pathLst>
              <a:path w="589" h="48">
                <a:moveTo>
                  <a:pt x="0" y="48"/>
                </a:moveTo>
                <a:lnTo>
                  <a:pt x="589" y="0"/>
                </a:lnTo>
                <a:lnTo>
                  <a:pt x="589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8" name=""/>
          <p:cNvSpPr/>
          <p:nvPr/>
        </p:nvSpPr>
        <p:spPr>
          <a:xfrm>
            <a:off x="4910760" y="2055960"/>
            <a:ext cx="209880" cy="16920"/>
          </a:xfrm>
          <a:custGeom>
            <a:avLst/>
            <a:gdLst/>
            <a:ahLst/>
            <a:rect l="0" t="0" r="r" b="b"/>
            <a:pathLst>
              <a:path w="583" h="47">
                <a:moveTo>
                  <a:pt x="0" y="47"/>
                </a:moveTo>
                <a:lnTo>
                  <a:pt x="583" y="0"/>
                </a:lnTo>
                <a:lnTo>
                  <a:pt x="7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79" name=""/>
          <p:cNvSpPr/>
          <p:nvPr/>
        </p:nvSpPr>
        <p:spPr>
          <a:xfrm>
            <a:off x="4913280" y="2055960"/>
            <a:ext cx="207360" cy="16920"/>
          </a:xfrm>
          <a:custGeom>
            <a:avLst/>
            <a:gdLst/>
            <a:ahLst/>
            <a:rect l="0" t="0" r="r" b="b"/>
            <a:pathLst>
              <a:path w="576" h="47">
                <a:moveTo>
                  <a:pt x="0" y="47"/>
                </a:moveTo>
                <a:lnTo>
                  <a:pt x="576" y="0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0" name=""/>
          <p:cNvSpPr/>
          <p:nvPr/>
        </p:nvSpPr>
        <p:spPr>
          <a:xfrm>
            <a:off x="4915440" y="2055960"/>
            <a:ext cx="205200" cy="16920"/>
          </a:xfrm>
          <a:custGeom>
            <a:avLst/>
            <a:gdLst/>
            <a:ahLst/>
            <a:rect l="0" t="0" r="r" b="b"/>
            <a:pathLst>
              <a:path w="570" h="47">
                <a:moveTo>
                  <a:pt x="0" y="47"/>
                </a:moveTo>
                <a:lnTo>
                  <a:pt x="570" y="0"/>
                </a:lnTo>
                <a:lnTo>
                  <a:pt x="570" y="1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1" name=""/>
          <p:cNvSpPr/>
          <p:nvPr/>
        </p:nvSpPr>
        <p:spPr>
          <a:xfrm>
            <a:off x="4917600" y="205632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64" y="0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2" name=""/>
          <p:cNvSpPr/>
          <p:nvPr/>
        </p:nvSpPr>
        <p:spPr>
          <a:xfrm>
            <a:off x="4919760" y="2056320"/>
            <a:ext cx="200880" cy="16560"/>
          </a:xfrm>
          <a:custGeom>
            <a:avLst/>
            <a:gdLst/>
            <a:ahLst/>
            <a:rect l="0" t="0" r="r" b="b"/>
            <a:pathLst>
              <a:path w="558" h="46">
                <a:moveTo>
                  <a:pt x="0" y="46"/>
                </a:moveTo>
                <a:lnTo>
                  <a:pt x="558" y="0"/>
                </a:lnTo>
                <a:lnTo>
                  <a:pt x="558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3" name=""/>
          <p:cNvSpPr/>
          <p:nvPr/>
        </p:nvSpPr>
        <p:spPr>
          <a:xfrm>
            <a:off x="4921920" y="2056680"/>
            <a:ext cx="198720" cy="16200"/>
          </a:xfrm>
          <a:custGeom>
            <a:avLst/>
            <a:gdLst/>
            <a:ahLst/>
            <a:rect l="0" t="0" r="r" b="b"/>
            <a:pathLst>
              <a:path w="552" h="45">
                <a:moveTo>
                  <a:pt x="0" y="45"/>
                </a:moveTo>
                <a:lnTo>
                  <a:pt x="552" y="0"/>
                </a:lnTo>
                <a:lnTo>
                  <a:pt x="7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4" name=""/>
          <p:cNvSpPr/>
          <p:nvPr/>
        </p:nvSpPr>
        <p:spPr>
          <a:xfrm>
            <a:off x="4924440" y="2056680"/>
            <a:ext cx="196200" cy="16200"/>
          </a:xfrm>
          <a:custGeom>
            <a:avLst/>
            <a:gdLst/>
            <a:ahLst/>
            <a:rect l="0" t="0" r="r" b="b"/>
            <a:pathLst>
              <a:path w="545" h="45">
                <a:moveTo>
                  <a:pt x="0" y="45"/>
                </a:moveTo>
                <a:lnTo>
                  <a:pt x="545" y="0"/>
                </a:lnTo>
                <a:lnTo>
                  <a:pt x="545" y="1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5" name=""/>
          <p:cNvSpPr/>
          <p:nvPr/>
        </p:nvSpPr>
        <p:spPr>
          <a:xfrm>
            <a:off x="4926600" y="2057040"/>
            <a:ext cx="194040" cy="15840"/>
          </a:xfrm>
          <a:custGeom>
            <a:avLst/>
            <a:gdLst/>
            <a:ahLst/>
            <a:rect l="0" t="0" r="r" b="b"/>
            <a:pathLst>
              <a:path w="539" h="44">
                <a:moveTo>
                  <a:pt x="0" y="44"/>
                </a:moveTo>
                <a:lnTo>
                  <a:pt x="539" y="0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6" name=""/>
          <p:cNvSpPr/>
          <p:nvPr/>
        </p:nvSpPr>
        <p:spPr>
          <a:xfrm>
            <a:off x="4928760" y="2057040"/>
            <a:ext cx="191880" cy="15840"/>
          </a:xfrm>
          <a:custGeom>
            <a:avLst/>
            <a:gdLst/>
            <a:ahLst/>
            <a:rect l="0" t="0" r="r" b="b"/>
            <a:pathLst>
              <a:path w="533" h="44">
                <a:moveTo>
                  <a:pt x="0" y="44"/>
                </a:moveTo>
                <a:lnTo>
                  <a:pt x="533" y="0"/>
                </a:lnTo>
                <a:lnTo>
                  <a:pt x="533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7" name=""/>
          <p:cNvSpPr/>
          <p:nvPr/>
        </p:nvSpPr>
        <p:spPr>
          <a:xfrm>
            <a:off x="4930920" y="2057400"/>
            <a:ext cx="189720" cy="15480"/>
          </a:xfrm>
          <a:custGeom>
            <a:avLst/>
            <a:gdLst/>
            <a:ahLst/>
            <a:rect l="0" t="0" r="r" b="b"/>
            <a:pathLst>
              <a:path w="527" h="43">
                <a:moveTo>
                  <a:pt x="0" y="43"/>
                </a:moveTo>
                <a:lnTo>
                  <a:pt x="527" y="0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8" name=""/>
          <p:cNvSpPr/>
          <p:nvPr/>
        </p:nvSpPr>
        <p:spPr>
          <a:xfrm>
            <a:off x="4933080" y="2057400"/>
            <a:ext cx="187560" cy="15480"/>
          </a:xfrm>
          <a:custGeom>
            <a:avLst/>
            <a:gdLst/>
            <a:ahLst/>
            <a:rect l="0" t="0" r="r" b="b"/>
            <a:pathLst>
              <a:path w="521" h="43">
                <a:moveTo>
                  <a:pt x="0" y="43"/>
                </a:moveTo>
                <a:lnTo>
                  <a:pt x="521" y="0"/>
                </a:lnTo>
                <a:lnTo>
                  <a:pt x="521" y="1"/>
                </a:lnTo>
                <a:lnTo>
                  <a:pt x="7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89" name=""/>
          <p:cNvSpPr/>
          <p:nvPr/>
        </p:nvSpPr>
        <p:spPr>
          <a:xfrm>
            <a:off x="4935600" y="2057760"/>
            <a:ext cx="185040" cy="15120"/>
          </a:xfrm>
          <a:custGeom>
            <a:avLst/>
            <a:gdLst/>
            <a:ahLst/>
            <a:rect l="0" t="0" r="r" b="b"/>
            <a:pathLst>
              <a:path w="514" h="42">
                <a:moveTo>
                  <a:pt x="0" y="42"/>
                </a:moveTo>
                <a:lnTo>
                  <a:pt x="514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0" name=""/>
          <p:cNvSpPr/>
          <p:nvPr/>
        </p:nvSpPr>
        <p:spPr>
          <a:xfrm>
            <a:off x="4937760" y="2057760"/>
            <a:ext cx="182880" cy="15120"/>
          </a:xfrm>
          <a:custGeom>
            <a:avLst/>
            <a:gdLst/>
            <a:ahLst/>
            <a:rect l="0" t="0" r="r" b="b"/>
            <a:pathLst>
              <a:path w="508" h="42">
                <a:moveTo>
                  <a:pt x="0" y="42"/>
                </a:moveTo>
                <a:lnTo>
                  <a:pt x="508" y="0"/>
                </a:lnTo>
                <a:lnTo>
                  <a:pt x="508" y="1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1" name=""/>
          <p:cNvSpPr/>
          <p:nvPr/>
        </p:nvSpPr>
        <p:spPr>
          <a:xfrm>
            <a:off x="4939920" y="2058120"/>
            <a:ext cx="180720" cy="14760"/>
          </a:xfrm>
          <a:custGeom>
            <a:avLst/>
            <a:gdLst/>
            <a:ahLst/>
            <a:rect l="0" t="0" r="r" b="b"/>
            <a:pathLst>
              <a:path w="502" h="41">
                <a:moveTo>
                  <a:pt x="0" y="41"/>
                </a:moveTo>
                <a:lnTo>
                  <a:pt x="502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2" name=""/>
          <p:cNvSpPr/>
          <p:nvPr/>
        </p:nvSpPr>
        <p:spPr>
          <a:xfrm>
            <a:off x="4942080" y="2058120"/>
            <a:ext cx="178560" cy="14760"/>
          </a:xfrm>
          <a:custGeom>
            <a:avLst/>
            <a:gdLst/>
            <a:ahLst/>
            <a:rect l="0" t="0" r="r" b="b"/>
            <a:pathLst>
              <a:path w="496" h="41">
                <a:moveTo>
                  <a:pt x="0" y="41"/>
                </a:moveTo>
                <a:lnTo>
                  <a:pt x="496" y="0"/>
                </a:lnTo>
                <a:lnTo>
                  <a:pt x="496" y="1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3" name=""/>
          <p:cNvSpPr/>
          <p:nvPr/>
        </p:nvSpPr>
        <p:spPr>
          <a:xfrm>
            <a:off x="4944240" y="2058480"/>
            <a:ext cx="176400" cy="14760"/>
          </a:xfrm>
          <a:custGeom>
            <a:avLst/>
            <a:gdLst/>
            <a:ahLst/>
            <a:rect l="0" t="0" r="r" b="b"/>
            <a:pathLst>
              <a:path w="490" h="41">
                <a:moveTo>
                  <a:pt x="0" y="41"/>
                </a:moveTo>
                <a:lnTo>
                  <a:pt x="490" y="0"/>
                </a:lnTo>
                <a:lnTo>
                  <a:pt x="7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4" name=""/>
          <p:cNvSpPr/>
          <p:nvPr/>
        </p:nvSpPr>
        <p:spPr>
          <a:xfrm>
            <a:off x="4946760" y="2058480"/>
            <a:ext cx="173880" cy="14760"/>
          </a:xfrm>
          <a:custGeom>
            <a:avLst/>
            <a:gdLst/>
            <a:ahLst/>
            <a:rect l="0" t="0" r="r" b="b"/>
            <a:pathLst>
              <a:path w="483" h="41">
                <a:moveTo>
                  <a:pt x="0" y="41"/>
                </a:moveTo>
                <a:lnTo>
                  <a:pt x="483" y="0"/>
                </a:lnTo>
                <a:lnTo>
                  <a:pt x="483" y="2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5" name=""/>
          <p:cNvSpPr/>
          <p:nvPr/>
        </p:nvSpPr>
        <p:spPr>
          <a:xfrm>
            <a:off x="4948920" y="2058840"/>
            <a:ext cx="171720" cy="14040"/>
          </a:xfrm>
          <a:custGeom>
            <a:avLst/>
            <a:gdLst/>
            <a:ahLst/>
            <a:rect l="0" t="0" r="r" b="b"/>
            <a:pathLst>
              <a:path w="477" h="39">
                <a:moveTo>
                  <a:pt x="0" y="39"/>
                </a:moveTo>
                <a:lnTo>
                  <a:pt x="477" y="0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6" name=""/>
          <p:cNvSpPr/>
          <p:nvPr/>
        </p:nvSpPr>
        <p:spPr>
          <a:xfrm>
            <a:off x="4951080" y="2058840"/>
            <a:ext cx="169560" cy="14040"/>
          </a:xfrm>
          <a:custGeom>
            <a:avLst/>
            <a:gdLst/>
            <a:ahLst/>
            <a:rect l="0" t="0" r="r" b="b"/>
            <a:pathLst>
              <a:path w="471" h="39">
                <a:moveTo>
                  <a:pt x="0" y="39"/>
                </a:moveTo>
                <a:lnTo>
                  <a:pt x="471" y="0"/>
                </a:lnTo>
                <a:lnTo>
                  <a:pt x="471" y="1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7" name=""/>
          <p:cNvSpPr/>
          <p:nvPr/>
        </p:nvSpPr>
        <p:spPr>
          <a:xfrm>
            <a:off x="4953240" y="2059200"/>
            <a:ext cx="167400" cy="13680"/>
          </a:xfrm>
          <a:custGeom>
            <a:avLst/>
            <a:gdLst/>
            <a:ahLst/>
            <a:rect l="0" t="0" r="r" b="b"/>
            <a:pathLst>
              <a:path w="465" h="38">
                <a:moveTo>
                  <a:pt x="0" y="38"/>
                </a:moveTo>
                <a:lnTo>
                  <a:pt x="465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8" name=""/>
          <p:cNvSpPr/>
          <p:nvPr/>
        </p:nvSpPr>
        <p:spPr>
          <a:xfrm>
            <a:off x="4955400" y="2059200"/>
            <a:ext cx="165240" cy="13680"/>
          </a:xfrm>
          <a:custGeom>
            <a:avLst/>
            <a:gdLst/>
            <a:ahLst/>
            <a:rect l="0" t="0" r="r" b="b"/>
            <a:pathLst>
              <a:path w="459" h="38">
                <a:moveTo>
                  <a:pt x="0" y="38"/>
                </a:moveTo>
                <a:lnTo>
                  <a:pt x="459" y="0"/>
                </a:lnTo>
                <a:lnTo>
                  <a:pt x="459" y="1"/>
                </a:lnTo>
                <a:lnTo>
                  <a:pt x="7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599" name=""/>
          <p:cNvSpPr/>
          <p:nvPr/>
        </p:nvSpPr>
        <p:spPr>
          <a:xfrm>
            <a:off x="4957920" y="2059560"/>
            <a:ext cx="162720" cy="13320"/>
          </a:xfrm>
          <a:custGeom>
            <a:avLst/>
            <a:gdLst/>
            <a:ahLst/>
            <a:rect l="0" t="0" r="r" b="b"/>
            <a:pathLst>
              <a:path w="452" h="37">
                <a:moveTo>
                  <a:pt x="0" y="37"/>
                </a:moveTo>
                <a:lnTo>
                  <a:pt x="452" y="0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0" name=""/>
          <p:cNvSpPr/>
          <p:nvPr/>
        </p:nvSpPr>
        <p:spPr>
          <a:xfrm>
            <a:off x="4960080" y="2059560"/>
            <a:ext cx="160560" cy="13320"/>
          </a:xfrm>
          <a:custGeom>
            <a:avLst/>
            <a:gdLst/>
            <a:ahLst/>
            <a:rect l="0" t="0" r="r" b="b"/>
            <a:pathLst>
              <a:path w="446" h="37">
                <a:moveTo>
                  <a:pt x="0" y="37"/>
                </a:moveTo>
                <a:lnTo>
                  <a:pt x="446" y="0"/>
                </a:lnTo>
                <a:lnTo>
                  <a:pt x="446" y="1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1" name=""/>
          <p:cNvSpPr/>
          <p:nvPr/>
        </p:nvSpPr>
        <p:spPr>
          <a:xfrm>
            <a:off x="4962240" y="2059920"/>
            <a:ext cx="158400" cy="12960"/>
          </a:xfrm>
          <a:custGeom>
            <a:avLst/>
            <a:gdLst/>
            <a:ahLst/>
            <a:rect l="0" t="0" r="r" b="b"/>
            <a:pathLst>
              <a:path w="440" h="36">
                <a:moveTo>
                  <a:pt x="0" y="36"/>
                </a:moveTo>
                <a:lnTo>
                  <a:pt x="440" y="0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2" name=""/>
          <p:cNvSpPr/>
          <p:nvPr/>
        </p:nvSpPr>
        <p:spPr>
          <a:xfrm>
            <a:off x="4964400" y="2059920"/>
            <a:ext cx="156240" cy="12960"/>
          </a:xfrm>
          <a:custGeom>
            <a:avLst/>
            <a:gdLst/>
            <a:ahLst/>
            <a:rect l="0" t="0" r="r" b="b"/>
            <a:pathLst>
              <a:path w="434" h="36">
                <a:moveTo>
                  <a:pt x="0" y="36"/>
                </a:moveTo>
                <a:lnTo>
                  <a:pt x="434" y="0"/>
                </a:lnTo>
                <a:lnTo>
                  <a:pt x="434" y="1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3" name=""/>
          <p:cNvSpPr/>
          <p:nvPr/>
        </p:nvSpPr>
        <p:spPr>
          <a:xfrm>
            <a:off x="4966560" y="2060280"/>
            <a:ext cx="154080" cy="12600"/>
          </a:xfrm>
          <a:custGeom>
            <a:avLst/>
            <a:gdLst/>
            <a:ahLst/>
            <a:rect l="0" t="0" r="r" b="b"/>
            <a:pathLst>
              <a:path w="428" h="35">
                <a:moveTo>
                  <a:pt x="0" y="35"/>
                </a:moveTo>
                <a:lnTo>
                  <a:pt x="428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4" name=""/>
          <p:cNvSpPr/>
          <p:nvPr/>
        </p:nvSpPr>
        <p:spPr>
          <a:xfrm>
            <a:off x="4968720" y="2060280"/>
            <a:ext cx="151920" cy="12600"/>
          </a:xfrm>
          <a:custGeom>
            <a:avLst/>
            <a:gdLst/>
            <a:ahLst/>
            <a:rect l="0" t="0" r="r" b="b"/>
            <a:pathLst>
              <a:path w="422" h="35">
                <a:moveTo>
                  <a:pt x="0" y="35"/>
                </a:moveTo>
                <a:lnTo>
                  <a:pt x="422" y="0"/>
                </a:lnTo>
                <a:lnTo>
                  <a:pt x="422" y="1"/>
                </a:lnTo>
                <a:lnTo>
                  <a:pt x="7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5" name=""/>
          <p:cNvSpPr/>
          <p:nvPr/>
        </p:nvSpPr>
        <p:spPr>
          <a:xfrm>
            <a:off x="4971240" y="2060640"/>
            <a:ext cx="149400" cy="12240"/>
          </a:xfrm>
          <a:custGeom>
            <a:avLst/>
            <a:gdLst/>
            <a:ahLst/>
            <a:rect l="0" t="0" r="r" b="b"/>
            <a:pathLst>
              <a:path w="415" h="34">
                <a:moveTo>
                  <a:pt x="0" y="34"/>
                </a:moveTo>
                <a:lnTo>
                  <a:pt x="415" y="0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6" name=""/>
          <p:cNvSpPr/>
          <p:nvPr/>
        </p:nvSpPr>
        <p:spPr>
          <a:xfrm>
            <a:off x="4973400" y="206064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4"/>
                </a:moveTo>
                <a:lnTo>
                  <a:pt x="409" y="0"/>
                </a:lnTo>
                <a:lnTo>
                  <a:pt x="409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7" name=""/>
          <p:cNvSpPr/>
          <p:nvPr/>
        </p:nvSpPr>
        <p:spPr>
          <a:xfrm>
            <a:off x="4975560" y="2061000"/>
            <a:ext cx="145080" cy="11880"/>
          </a:xfrm>
          <a:custGeom>
            <a:avLst/>
            <a:gdLst/>
            <a:ahLst/>
            <a:rect l="0" t="0" r="r" b="b"/>
            <a:pathLst>
              <a:path w="403" h="33">
                <a:moveTo>
                  <a:pt x="0" y="33"/>
                </a:moveTo>
                <a:lnTo>
                  <a:pt x="403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8" name=""/>
          <p:cNvSpPr/>
          <p:nvPr/>
        </p:nvSpPr>
        <p:spPr>
          <a:xfrm>
            <a:off x="4977720" y="2061000"/>
            <a:ext cx="142920" cy="11880"/>
          </a:xfrm>
          <a:custGeom>
            <a:avLst/>
            <a:gdLst/>
            <a:ahLst/>
            <a:rect l="0" t="0" r="r" b="b"/>
            <a:pathLst>
              <a:path w="397" h="33">
                <a:moveTo>
                  <a:pt x="0" y="33"/>
                </a:moveTo>
                <a:lnTo>
                  <a:pt x="397" y="0"/>
                </a:lnTo>
                <a:lnTo>
                  <a:pt x="397" y="1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09" name=""/>
          <p:cNvSpPr/>
          <p:nvPr/>
        </p:nvSpPr>
        <p:spPr>
          <a:xfrm>
            <a:off x="4979880" y="2061360"/>
            <a:ext cx="140760" cy="11520"/>
          </a:xfrm>
          <a:custGeom>
            <a:avLst/>
            <a:gdLst/>
            <a:ahLst/>
            <a:rect l="0" t="0" r="r" b="b"/>
            <a:pathLst>
              <a:path w="391" h="32">
                <a:moveTo>
                  <a:pt x="0" y="32"/>
                </a:moveTo>
                <a:lnTo>
                  <a:pt x="391" y="0"/>
                </a:lnTo>
                <a:lnTo>
                  <a:pt x="7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0" name=""/>
          <p:cNvSpPr/>
          <p:nvPr/>
        </p:nvSpPr>
        <p:spPr>
          <a:xfrm>
            <a:off x="4982400" y="2061360"/>
            <a:ext cx="138240" cy="11520"/>
          </a:xfrm>
          <a:custGeom>
            <a:avLst/>
            <a:gdLst/>
            <a:ahLst/>
            <a:rect l="0" t="0" r="r" b="b"/>
            <a:pathLst>
              <a:path w="384" h="32">
                <a:moveTo>
                  <a:pt x="0" y="32"/>
                </a:moveTo>
                <a:lnTo>
                  <a:pt x="384" y="0"/>
                </a:lnTo>
                <a:lnTo>
                  <a:pt x="384" y="1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1" name=""/>
          <p:cNvSpPr/>
          <p:nvPr/>
        </p:nvSpPr>
        <p:spPr>
          <a:xfrm>
            <a:off x="4984560" y="2061720"/>
            <a:ext cx="136080" cy="11160"/>
          </a:xfrm>
          <a:custGeom>
            <a:avLst/>
            <a:gdLst/>
            <a:ahLst/>
            <a:rect l="0" t="0" r="r" b="b"/>
            <a:pathLst>
              <a:path w="378" h="31">
                <a:moveTo>
                  <a:pt x="0" y="31"/>
                </a:moveTo>
                <a:lnTo>
                  <a:pt x="378" y="0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2" name=""/>
          <p:cNvSpPr/>
          <p:nvPr/>
        </p:nvSpPr>
        <p:spPr>
          <a:xfrm>
            <a:off x="4986720" y="2061720"/>
            <a:ext cx="133920" cy="11520"/>
          </a:xfrm>
          <a:custGeom>
            <a:avLst/>
            <a:gdLst/>
            <a:ahLst/>
            <a:rect l="0" t="0" r="r" b="b"/>
            <a:pathLst>
              <a:path w="372" h="32">
                <a:moveTo>
                  <a:pt x="0" y="32"/>
                </a:moveTo>
                <a:lnTo>
                  <a:pt x="372" y="0"/>
                </a:lnTo>
                <a:lnTo>
                  <a:pt x="372" y="2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2a8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3" name=""/>
          <p:cNvSpPr/>
          <p:nvPr/>
        </p:nvSpPr>
        <p:spPr>
          <a:xfrm>
            <a:off x="4988880" y="2062080"/>
            <a:ext cx="131760" cy="10800"/>
          </a:xfrm>
          <a:custGeom>
            <a:avLst/>
            <a:gdLst/>
            <a:ahLst/>
            <a:rect l="0" t="0" r="r" b="b"/>
            <a:pathLst>
              <a:path w="366" h="30">
                <a:moveTo>
                  <a:pt x="0" y="30"/>
                </a:moveTo>
                <a:lnTo>
                  <a:pt x="366" y="0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4" name=""/>
          <p:cNvSpPr/>
          <p:nvPr/>
        </p:nvSpPr>
        <p:spPr>
          <a:xfrm>
            <a:off x="4991040" y="206208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60" y="0"/>
                </a:lnTo>
                <a:lnTo>
                  <a:pt x="360" y="1"/>
                </a:lnTo>
                <a:lnTo>
                  <a:pt x="7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5" name=""/>
          <p:cNvSpPr/>
          <p:nvPr/>
        </p:nvSpPr>
        <p:spPr>
          <a:xfrm>
            <a:off x="4993560" y="2062440"/>
            <a:ext cx="127080" cy="10440"/>
          </a:xfrm>
          <a:custGeom>
            <a:avLst/>
            <a:gdLst/>
            <a:ahLst/>
            <a:rect l="0" t="0" r="r" b="b"/>
            <a:pathLst>
              <a:path w="353" h="29">
                <a:moveTo>
                  <a:pt x="0" y="29"/>
                </a:moveTo>
                <a:lnTo>
                  <a:pt x="353" y="0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6" name=""/>
          <p:cNvSpPr/>
          <p:nvPr/>
        </p:nvSpPr>
        <p:spPr>
          <a:xfrm>
            <a:off x="4995720" y="2062440"/>
            <a:ext cx="124920" cy="10440"/>
          </a:xfrm>
          <a:custGeom>
            <a:avLst/>
            <a:gdLst/>
            <a:ahLst/>
            <a:rect l="0" t="0" r="r" b="b"/>
            <a:pathLst>
              <a:path w="347" h="29">
                <a:moveTo>
                  <a:pt x="0" y="29"/>
                </a:moveTo>
                <a:lnTo>
                  <a:pt x="347" y="0"/>
                </a:lnTo>
                <a:lnTo>
                  <a:pt x="347" y="1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1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7" name=""/>
          <p:cNvSpPr/>
          <p:nvPr/>
        </p:nvSpPr>
        <p:spPr>
          <a:xfrm>
            <a:off x="4997880" y="2062800"/>
            <a:ext cx="122760" cy="10080"/>
          </a:xfrm>
          <a:custGeom>
            <a:avLst/>
            <a:gdLst/>
            <a:ahLst/>
            <a:rect l="0" t="0" r="r" b="b"/>
            <a:pathLst>
              <a:path w="341" h="28">
                <a:moveTo>
                  <a:pt x="0" y="28"/>
                </a:moveTo>
                <a:lnTo>
                  <a:pt x="341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8" name=""/>
          <p:cNvSpPr/>
          <p:nvPr/>
        </p:nvSpPr>
        <p:spPr>
          <a:xfrm>
            <a:off x="5000040" y="206280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335" y="1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19" name=""/>
          <p:cNvSpPr/>
          <p:nvPr/>
        </p:nvSpPr>
        <p:spPr>
          <a:xfrm>
            <a:off x="5002200" y="2063160"/>
            <a:ext cx="118440" cy="9720"/>
          </a:xfrm>
          <a:custGeom>
            <a:avLst/>
            <a:gdLst/>
            <a:ahLst/>
            <a:rect l="0" t="0" r="r" b="b"/>
            <a:pathLst>
              <a:path w="329" h="27">
                <a:moveTo>
                  <a:pt x="0" y="27"/>
                </a:moveTo>
                <a:lnTo>
                  <a:pt x="329" y="0"/>
                </a:lnTo>
                <a:lnTo>
                  <a:pt x="7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0" name=""/>
          <p:cNvSpPr/>
          <p:nvPr/>
        </p:nvSpPr>
        <p:spPr>
          <a:xfrm>
            <a:off x="5004720" y="2063160"/>
            <a:ext cx="115920" cy="9720"/>
          </a:xfrm>
          <a:custGeom>
            <a:avLst/>
            <a:gdLst/>
            <a:ahLst/>
            <a:rect l="0" t="0" r="r" b="b"/>
            <a:pathLst>
              <a:path w="322" h="27">
                <a:moveTo>
                  <a:pt x="0" y="27"/>
                </a:moveTo>
                <a:lnTo>
                  <a:pt x="322" y="0"/>
                </a:lnTo>
                <a:lnTo>
                  <a:pt x="322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1" name=""/>
          <p:cNvSpPr/>
          <p:nvPr/>
        </p:nvSpPr>
        <p:spPr>
          <a:xfrm>
            <a:off x="5006880" y="2063520"/>
            <a:ext cx="113760" cy="9360"/>
          </a:xfrm>
          <a:custGeom>
            <a:avLst/>
            <a:gdLst/>
            <a:ahLst/>
            <a:rect l="0" t="0" r="r" b="b"/>
            <a:pathLst>
              <a:path w="316" h="26">
                <a:moveTo>
                  <a:pt x="0" y="26"/>
                </a:moveTo>
                <a:lnTo>
                  <a:pt x="316" y="0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2" name=""/>
          <p:cNvSpPr/>
          <p:nvPr/>
        </p:nvSpPr>
        <p:spPr>
          <a:xfrm>
            <a:off x="5009040" y="2063520"/>
            <a:ext cx="111600" cy="9360"/>
          </a:xfrm>
          <a:custGeom>
            <a:avLst/>
            <a:gdLst/>
            <a:ahLst/>
            <a:rect l="0" t="0" r="r" b="b"/>
            <a:pathLst>
              <a:path w="310" h="26">
                <a:moveTo>
                  <a:pt x="0" y="26"/>
                </a:moveTo>
                <a:lnTo>
                  <a:pt x="310" y="0"/>
                </a:lnTo>
                <a:lnTo>
                  <a:pt x="310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3" name=""/>
          <p:cNvSpPr/>
          <p:nvPr/>
        </p:nvSpPr>
        <p:spPr>
          <a:xfrm>
            <a:off x="5011200" y="2063880"/>
            <a:ext cx="109440" cy="9000"/>
          </a:xfrm>
          <a:custGeom>
            <a:avLst/>
            <a:gdLst/>
            <a:ahLst/>
            <a:rect l="0" t="0" r="r" b="b"/>
            <a:pathLst>
              <a:path w="304" h="25">
                <a:moveTo>
                  <a:pt x="0" y="25"/>
                </a:moveTo>
                <a:lnTo>
                  <a:pt x="304" y="0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4" name=""/>
          <p:cNvSpPr/>
          <p:nvPr/>
        </p:nvSpPr>
        <p:spPr>
          <a:xfrm>
            <a:off x="5013360" y="2063880"/>
            <a:ext cx="107280" cy="9000"/>
          </a:xfrm>
          <a:custGeom>
            <a:avLst/>
            <a:gdLst/>
            <a:ahLst/>
            <a:rect l="0" t="0" r="r" b="b"/>
            <a:pathLst>
              <a:path w="298" h="25">
                <a:moveTo>
                  <a:pt x="0" y="25"/>
                </a:moveTo>
                <a:lnTo>
                  <a:pt x="298" y="0"/>
                </a:lnTo>
                <a:lnTo>
                  <a:pt x="298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5" name=""/>
          <p:cNvSpPr/>
          <p:nvPr/>
        </p:nvSpPr>
        <p:spPr>
          <a:xfrm>
            <a:off x="5015520" y="2064240"/>
            <a:ext cx="105120" cy="8640"/>
          </a:xfrm>
          <a:custGeom>
            <a:avLst/>
            <a:gdLst/>
            <a:ahLst/>
            <a:rect l="0" t="0" r="r" b="b"/>
            <a:pathLst>
              <a:path w="292" h="24">
                <a:moveTo>
                  <a:pt x="0" y="24"/>
                </a:moveTo>
                <a:lnTo>
                  <a:pt x="292" y="0"/>
                </a:lnTo>
                <a:lnTo>
                  <a:pt x="7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6" name=""/>
          <p:cNvSpPr/>
          <p:nvPr/>
        </p:nvSpPr>
        <p:spPr>
          <a:xfrm>
            <a:off x="5018040" y="2064240"/>
            <a:ext cx="102600" cy="8640"/>
          </a:xfrm>
          <a:custGeom>
            <a:avLst/>
            <a:gdLst/>
            <a:ahLst/>
            <a:rect l="0" t="0" r="r" b="b"/>
            <a:pathLst>
              <a:path w="285" h="24">
                <a:moveTo>
                  <a:pt x="0" y="24"/>
                </a:moveTo>
                <a:lnTo>
                  <a:pt x="285" y="0"/>
                </a:lnTo>
                <a:lnTo>
                  <a:pt x="285" y="1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7" name=""/>
          <p:cNvSpPr/>
          <p:nvPr/>
        </p:nvSpPr>
        <p:spPr>
          <a:xfrm>
            <a:off x="5020200" y="2064600"/>
            <a:ext cx="100440" cy="8280"/>
          </a:xfrm>
          <a:custGeom>
            <a:avLst/>
            <a:gdLst/>
            <a:ahLst/>
            <a:rect l="0" t="0" r="r" b="b"/>
            <a:pathLst>
              <a:path w="279" h="23">
                <a:moveTo>
                  <a:pt x="0" y="23"/>
                </a:moveTo>
                <a:lnTo>
                  <a:pt x="279" y="0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8" name=""/>
          <p:cNvSpPr/>
          <p:nvPr/>
        </p:nvSpPr>
        <p:spPr>
          <a:xfrm>
            <a:off x="5022360" y="2064600"/>
            <a:ext cx="98280" cy="8280"/>
          </a:xfrm>
          <a:custGeom>
            <a:avLst/>
            <a:gdLst/>
            <a:ahLst/>
            <a:rect l="0" t="0" r="r" b="b"/>
            <a:pathLst>
              <a:path w="273" h="23">
                <a:moveTo>
                  <a:pt x="0" y="23"/>
                </a:moveTo>
                <a:lnTo>
                  <a:pt x="273" y="0"/>
                </a:lnTo>
                <a:lnTo>
                  <a:pt x="273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29" name=""/>
          <p:cNvSpPr/>
          <p:nvPr/>
        </p:nvSpPr>
        <p:spPr>
          <a:xfrm>
            <a:off x="5024520" y="2064960"/>
            <a:ext cx="96120" cy="7920"/>
          </a:xfrm>
          <a:custGeom>
            <a:avLst/>
            <a:gdLst/>
            <a:ahLst/>
            <a:rect l="0" t="0" r="r" b="b"/>
            <a:pathLst>
              <a:path w="267" h="22">
                <a:moveTo>
                  <a:pt x="0" y="22"/>
                </a:moveTo>
                <a:lnTo>
                  <a:pt x="267" y="0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d0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0" name=""/>
          <p:cNvSpPr/>
          <p:nvPr/>
        </p:nvSpPr>
        <p:spPr>
          <a:xfrm>
            <a:off x="5026680" y="2064960"/>
            <a:ext cx="93960" cy="7920"/>
          </a:xfrm>
          <a:custGeom>
            <a:avLst/>
            <a:gdLst/>
            <a:ahLst/>
            <a:rect l="0" t="0" r="r" b="b"/>
            <a:pathLst>
              <a:path w="261" h="22">
                <a:moveTo>
                  <a:pt x="0" y="22"/>
                </a:moveTo>
                <a:lnTo>
                  <a:pt x="261" y="0"/>
                </a:lnTo>
                <a:lnTo>
                  <a:pt x="261" y="1"/>
                </a:lnTo>
                <a:lnTo>
                  <a:pt x="7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1" name=""/>
          <p:cNvSpPr/>
          <p:nvPr/>
        </p:nvSpPr>
        <p:spPr>
          <a:xfrm>
            <a:off x="5029200" y="2065320"/>
            <a:ext cx="91440" cy="7560"/>
          </a:xfrm>
          <a:custGeom>
            <a:avLst/>
            <a:gdLst/>
            <a:ahLst/>
            <a:rect l="0" t="0" r="r" b="b"/>
            <a:pathLst>
              <a:path w="254" h="21">
                <a:moveTo>
                  <a:pt x="0" y="21"/>
                </a:moveTo>
                <a:lnTo>
                  <a:pt x="254" y="0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2" name=""/>
          <p:cNvSpPr/>
          <p:nvPr/>
        </p:nvSpPr>
        <p:spPr>
          <a:xfrm>
            <a:off x="5031360" y="2065320"/>
            <a:ext cx="89280" cy="7560"/>
          </a:xfrm>
          <a:custGeom>
            <a:avLst/>
            <a:gdLst/>
            <a:ahLst/>
            <a:rect l="0" t="0" r="r" b="b"/>
            <a:pathLst>
              <a:path w="248" h="21">
                <a:moveTo>
                  <a:pt x="0" y="21"/>
                </a:moveTo>
                <a:lnTo>
                  <a:pt x="248" y="0"/>
                </a:lnTo>
                <a:lnTo>
                  <a:pt x="248" y="1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3" name=""/>
          <p:cNvSpPr/>
          <p:nvPr/>
        </p:nvSpPr>
        <p:spPr>
          <a:xfrm>
            <a:off x="5033520" y="2065680"/>
            <a:ext cx="87120" cy="7200"/>
          </a:xfrm>
          <a:custGeom>
            <a:avLst/>
            <a:gdLst/>
            <a:ahLst/>
            <a:rect l="0" t="0" r="r" b="b"/>
            <a:pathLst>
              <a:path w="242" h="20">
                <a:moveTo>
                  <a:pt x="0" y="20"/>
                </a:moveTo>
                <a:lnTo>
                  <a:pt x="242" y="0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4" name=""/>
          <p:cNvSpPr/>
          <p:nvPr/>
        </p:nvSpPr>
        <p:spPr>
          <a:xfrm>
            <a:off x="5035680" y="2065680"/>
            <a:ext cx="84960" cy="7200"/>
          </a:xfrm>
          <a:custGeom>
            <a:avLst/>
            <a:gdLst/>
            <a:ahLst/>
            <a:rect l="0" t="0" r="r" b="b"/>
            <a:pathLst>
              <a:path w="236" h="20">
                <a:moveTo>
                  <a:pt x="0" y="20"/>
                </a:moveTo>
                <a:lnTo>
                  <a:pt x="236" y="0"/>
                </a:lnTo>
                <a:lnTo>
                  <a:pt x="236" y="1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5" name=""/>
          <p:cNvSpPr/>
          <p:nvPr/>
        </p:nvSpPr>
        <p:spPr>
          <a:xfrm>
            <a:off x="5037840" y="2066040"/>
            <a:ext cx="82800" cy="6840"/>
          </a:xfrm>
          <a:custGeom>
            <a:avLst/>
            <a:gdLst/>
            <a:ahLst/>
            <a:rect l="0" t="0" r="r" b="b"/>
            <a:pathLst>
              <a:path w="230" h="19">
                <a:moveTo>
                  <a:pt x="0" y="19"/>
                </a:moveTo>
                <a:lnTo>
                  <a:pt x="230" y="0"/>
                </a:lnTo>
                <a:lnTo>
                  <a:pt x="7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6" name=""/>
          <p:cNvSpPr/>
          <p:nvPr/>
        </p:nvSpPr>
        <p:spPr>
          <a:xfrm>
            <a:off x="5040360" y="2066040"/>
            <a:ext cx="80280" cy="6840"/>
          </a:xfrm>
          <a:custGeom>
            <a:avLst/>
            <a:gdLst/>
            <a:ahLst/>
            <a:rect l="0" t="0" r="r" b="b"/>
            <a:pathLst>
              <a:path w="223" h="19">
                <a:moveTo>
                  <a:pt x="0" y="19"/>
                </a:moveTo>
                <a:lnTo>
                  <a:pt x="223" y="0"/>
                </a:lnTo>
                <a:lnTo>
                  <a:pt x="223" y="1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7" name=""/>
          <p:cNvSpPr/>
          <p:nvPr/>
        </p:nvSpPr>
        <p:spPr>
          <a:xfrm>
            <a:off x="5042520" y="2066400"/>
            <a:ext cx="78120" cy="6480"/>
          </a:xfrm>
          <a:custGeom>
            <a:avLst/>
            <a:gdLst/>
            <a:ahLst/>
            <a:rect l="0" t="0" r="r" b="b"/>
            <a:pathLst>
              <a:path w="217" h="18">
                <a:moveTo>
                  <a:pt x="0" y="18"/>
                </a:moveTo>
                <a:lnTo>
                  <a:pt x="217" y="0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8" name=""/>
          <p:cNvSpPr/>
          <p:nvPr/>
        </p:nvSpPr>
        <p:spPr>
          <a:xfrm>
            <a:off x="5044680" y="2066400"/>
            <a:ext cx="75960" cy="6480"/>
          </a:xfrm>
          <a:custGeom>
            <a:avLst/>
            <a:gdLst/>
            <a:ahLst/>
            <a:rect l="0" t="0" r="r" b="b"/>
            <a:pathLst>
              <a:path w="211" h="18">
                <a:moveTo>
                  <a:pt x="0" y="18"/>
                </a:moveTo>
                <a:lnTo>
                  <a:pt x="211" y="0"/>
                </a:lnTo>
                <a:lnTo>
                  <a:pt x="211" y="1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39" name=""/>
          <p:cNvSpPr/>
          <p:nvPr/>
        </p:nvSpPr>
        <p:spPr>
          <a:xfrm>
            <a:off x="5046840" y="2066760"/>
            <a:ext cx="73800" cy="6120"/>
          </a:xfrm>
          <a:custGeom>
            <a:avLst/>
            <a:gdLst/>
            <a:ahLst/>
            <a:rect l="0" t="0" r="r" b="b"/>
            <a:pathLst>
              <a:path w="205" h="17">
                <a:moveTo>
                  <a:pt x="0" y="17"/>
                </a:moveTo>
                <a:lnTo>
                  <a:pt x="205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0" name=""/>
          <p:cNvSpPr/>
          <p:nvPr/>
        </p:nvSpPr>
        <p:spPr>
          <a:xfrm>
            <a:off x="5049000" y="2066760"/>
            <a:ext cx="71640" cy="6120"/>
          </a:xfrm>
          <a:custGeom>
            <a:avLst/>
            <a:gdLst/>
            <a:ahLst/>
            <a:rect l="0" t="0" r="r" b="b"/>
            <a:pathLst>
              <a:path w="199" h="17">
                <a:moveTo>
                  <a:pt x="0" y="17"/>
                </a:moveTo>
                <a:lnTo>
                  <a:pt x="199" y="0"/>
                </a:lnTo>
                <a:lnTo>
                  <a:pt x="199" y="1"/>
                </a:lnTo>
                <a:lnTo>
                  <a:pt x="7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1" name=""/>
          <p:cNvSpPr/>
          <p:nvPr/>
        </p:nvSpPr>
        <p:spPr>
          <a:xfrm>
            <a:off x="5051520" y="2067120"/>
            <a:ext cx="69120" cy="5760"/>
          </a:xfrm>
          <a:custGeom>
            <a:avLst/>
            <a:gdLst/>
            <a:ahLst/>
            <a:rect l="0" t="0" r="r" b="b"/>
            <a:pathLst>
              <a:path w="192" h="16">
                <a:moveTo>
                  <a:pt x="0" y="16"/>
                </a:moveTo>
                <a:lnTo>
                  <a:pt x="192" y="0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f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2" name=""/>
          <p:cNvSpPr/>
          <p:nvPr/>
        </p:nvSpPr>
        <p:spPr>
          <a:xfrm>
            <a:off x="5053680" y="2067120"/>
            <a:ext cx="66960" cy="5760"/>
          </a:xfrm>
          <a:custGeom>
            <a:avLst/>
            <a:gdLst/>
            <a:ahLst/>
            <a:rect l="0" t="0" r="r" b="b"/>
            <a:pathLst>
              <a:path w="186" h="16">
                <a:moveTo>
                  <a:pt x="0" y="16"/>
                </a:moveTo>
                <a:lnTo>
                  <a:pt x="186" y="0"/>
                </a:lnTo>
                <a:lnTo>
                  <a:pt x="186" y="1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3" name=""/>
          <p:cNvSpPr/>
          <p:nvPr/>
        </p:nvSpPr>
        <p:spPr>
          <a:xfrm>
            <a:off x="5055840" y="206748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80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4" name=""/>
          <p:cNvSpPr/>
          <p:nvPr/>
        </p:nvSpPr>
        <p:spPr>
          <a:xfrm>
            <a:off x="5058000" y="2067480"/>
            <a:ext cx="62640" cy="5400"/>
          </a:xfrm>
          <a:custGeom>
            <a:avLst/>
            <a:gdLst/>
            <a:ahLst/>
            <a:rect l="0" t="0" r="r" b="b"/>
            <a:pathLst>
              <a:path w="174" h="15">
                <a:moveTo>
                  <a:pt x="0" y="15"/>
                </a:moveTo>
                <a:lnTo>
                  <a:pt x="174" y="0"/>
                </a:lnTo>
                <a:lnTo>
                  <a:pt x="174" y="1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5" name=""/>
          <p:cNvSpPr/>
          <p:nvPr/>
        </p:nvSpPr>
        <p:spPr>
          <a:xfrm>
            <a:off x="5060160" y="2067840"/>
            <a:ext cx="60480" cy="5040"/>
          </a:xfrm>
          <a:custGeom>
            <a:avLst/>
            <a:gdLst/>
            <a:ahLst/>
            <a:rect l="0" t="0" r="r" b="b"/>
            <a:pathLst>
              <a:path w="168" h="14">
                <a:moveTo>
                  <a:pt x="0" y="14"/>
                </a:moveTo>
                <a:lnTo>
                  <a:pt x="168" y="0"/>
                </a:lnTo>
                <a:lnTo>
                  <a:pt x="7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6" name=""/>
          <p:cNvSpPr/>
          <p:nvPr/>
        </p:nvSpPr>
        <p:spPr>
          <a:xfrm>
            <a:off x="5062680" y="2067840"/>
            <a:ext cx="57960" cy="5040"/>
          </a:xfrm>
          <a:custGeom>
            <a:avLst/>
            <a:gdLst/>
            <a:ahLst/>
            <a:rect l="0" t="0" r="r" b="b"/>
            <a:pathLst>
              <a:path w="161" h="14">
                <a:moveTo>
                  <a:pt x="0" y="14"/>
                </a:moveTo>
                <a:lnTo>
                  <a:pt x="161" y="0"/>
                </a:lnTo>
                <a:lnTo>
                  <a:pt x="161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7" name=""/>
          <p:cNvSpPr/>
          <p:nvPr/>
        </p:nvSpPr>
        <p:spPr>
          <a:xfrm>
            <a:off x="5064840" y="2068200"/>
            <a:ext cx="55800" cy="4680"/>
          </a:xfrm>
          <a:custGeom>
            <a:avLst/>
            <a:gdLst/>
            <a:ahLst/>
            <a:rect l="0" t="0" r="r" b="b"/>
            <a:pathLst>
              <a:path w="155" h="13">
                <a:moveTo>
                  <a:pt x="0" y="13"/>
                </a:moveTo>
                <a:lnTo>
                  <a:pt x="155" y="0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8" name=""/>
          <p:cNvSpPr/>
          <p:nvPr/>
        </p:nvSpPr>
        <p:spPr>
          <a:xfrm>
            <a:off x="5067000" y="2068200"/>
            <a:ext cx="53640" cy="4680"/>
          </a:xfrm>
          <a:custGeom>
            <a:avLst/>
            <a:gdLst/>
            <a:ahLst/>
            <a:rect l="0" t="0" r="r" b="b"/>
            <a:pathLst>
              <a:path w="149" h="13">
                <a:moveTo>
                  <a:pt x="0" y="13"/>
                </a:moveTo>
                <a:lnTo>
                  <a:pt x="149" y="0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49" name=""/>
          <p:cNvSpPr/>
          <p:nvPr/>
        </p:nvSpPr>
        <p:spPr>
          <a:xfrm>
            <a:off x="5069160" y="2068200"/>
            <a:ext cx="51480" cy="4680"/>
          </a:xfrm>
          <a:custGeom>
            <a:avLst/>
            <a:gdLst/>
            <a:ahLst/>
            <a:rect l="0" t="0" r="r" b="b"/>
            <a:pathLst>
              <a:path w="143" h="13">
                <a:moveTo>
                  <a:pt x="0" y="13"/>
                </a:moveTo>
                <a:lnTo>
                  <a:pt x="143" y="0"/>
                </a:lnTo>
                <a:lnTo>
                  <a:pt x="143" y="1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50" name=""/>
          <p:cNvSpPr/>
          <p:nvPr/>
        </p:nvSpPr>
        <p:spPr>
          <a:xfrm>
            <a:off x="5071320" y="2068560"/>
            <a:ext cx="49320" cy="4320"/>
          </a:xfrm>
          <a:custGeom>
            <a:avLst/>
            <a:gdLst/>
            <a:ahLst/>
            <a:rect l="0" t="0" r="r" b="b"/>
            <a:pathLst>
              <a:path w="137" h="12">
                <a:moveTo>
                  <a:pt x="0" y="12"/>
                </a:moveTo>
                <a:lnTo>
                  <a:pt x="137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51" name=""/>
          <p:cNvSpPr/>
          <p:nvPr/>
        </p:nvSpPr>
        <p:spPr>
          <a:xfrm>
            <a:off x="5073480" y="206856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2"/>
                </a:moveTo>
                <a:lnTo>
                  <a:pt x="131" y="0"/>
                </a:lnTo>
                <a:lnTo>
                  <a:pt x="131" y="1"/>
                </a:lnTo>
                <a:lnTo>
                  <a:pt x="7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52" name=""/>
          <p:cNvSpPr/>
          <p:nvPr/>
        </p:nvSpPr>
        <p:spPr>
          <a:xfrm>
            <a:off x="5076000" y="2068920"/>
            <a:ext cx="44640" cy="3960"/>
          </a:xfrm>
          <a:custGeom>
            <a:avLst/>
            <a:gdLst/>
            <a:ahLst/>
            <a:rect l="0" t="0" r="r" b="b"/>
            <a:pathLst>
              <a:path w="124" h="11">
                <a:moveTo>
                  <a:pt x="0" y="11"/>
                </a:moveTo>
                <a:lnTo>
                  <a:pt x="124" y="0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53" name=""/>
          <p:cNvSpPr/>
          <p:nvPr/>
        </p:nvSpPr>
        <p:spPr>
          <a:xfrm>
            <a:off x="5078160" y="2068920"/>
            <a:ext cx="42480" cy="3960"/>
          </a:xfrm>
          <a:custGeom>
            <a:avLst/>
            <a:gdLst/>
            <a:ahLst/>
            <a:rect l="0" t="0" r="r" b="b"/>
            <a:pathLst>
              <a:path w="118" h="11">
                <a:moveTo>
                  <a:pt x="0" y="11"/>
                </a:moveTo>
                <a:lnTo>
                  <a:pt x="118" y="0"/>
                </a:lnTo>
                <a:lnTo>
                  <a:pt x="118" y="1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54" name=""/>
          <p:cNvSpPr/>
          <p:nvPr/>
        </p:nvSpPr>
        <p:spPr>
          <a:xfrm>
            <a:off x="5080320" y="2069280"/>
            <a:ext cx="40320" cy="3600"/>
          </a:xfrm>
          <a:custGeom>
            <a:avLst/>
            <a:gdLst/>
            <a:ahLst/>
            <a:rect l="0" t="0" r="r" b="b"/>
            <a:pathLst>
              <a:path w="112" h="10">
                <a:moveTo>
                  <a:pt x="0" y="10"/>
                </a:moveTo>
                <a:lnTo>
                  <a:pt x="112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55" name=""/>
          <p:cNvSpPr/>
          <p:nvPr/>
        </p:nvSpPr>
        <p:spPr>
          <a:xfrm>
            <a:off x="5082480" y="206928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10"/>
                </a:moveTo>
                <a:lnTo>
                  <a:pt x="106" y="0"/>
                </a:lnTo>
                <a:lnTo>
                  <a:pt x="106" y="1"/>
                </a:lnTo>
                <a:lnTo>
                  <a:pt x="7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56" name=""/>
          <p:cNvSpPr/>
          <p:nvPr/>
        </p:nvSpPr>
        <p:spPr>
          <a:xfrm>
            <a:off x="5084640" y="2069640"/>
            <a:ext cx="36000" cy="3240"/>
          </a:xfrm>
          <a:custGeom>
            <a:avLst/>
            <a:gdLst/>
            <a:ahLst/>
            <a:rect l="0" t="0" r="r" b="b"/>
            <a:pathLst>
              <a:path w="100" h="9">
                <a:moveTo>
                  <a:pt x="0" y="9"/>
                </a:moveTo>
                <a:lnTo>
                  <a:pt x="100" y="0"/>
                </a:lnTo>
                <a:lnTo>
                  <a:pt x="7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57" name=""/>
          <p:cNvSpPr/>
          <p:nvPr/>
        </p:nvSpPr>
        <p:spPr>
          <a:xfrm>
            <a:off x="5087160" y="2069640"/>
            <a:ext cx="33480" cy="3240"/>
          </a:xfrm>
          <a:custGeom>
            <a:avLst/>
            <a:gdLst/>
            <a:ahLst/>
            <a:rect l="0" t="0" r="r" b="b"/>
            <a:pathLst>
              <a:path w="93" h="9">
                <a:moveTo>
                  <a:pt x="0" y="9"/>
                </a:moveTo>
                <a:lnTo>
                  <a:pt x="93" y="0"/>
                </a:lnTo>
                <a:lnTo>
                  <a:pt x="93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58" name=""/>
          <p:cNvSpPr/>
          <p:nvPr/>
        </p:nvSpPr>
        <p:spPr>
          <a:xfrm>
            <a:off x="5089320" y="2070000"/>
            <a:ext cx="31320" cy="3240"/>
          </a:xfrm>
          <a:custGeom>
            <a:avLst/>
            <a:gdLst/>
            <a:ahLst/>
            <a:rect l="0" t="0" r="r" b="b"/>
            <a:pathLst>
              <a:path w="87" h="9">
                <a:moveTo>
                  <a:pt x="0" y="9"/>
                </a:moveTo>
                <a:lnTo>
                  <a:pt x="87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59" name=""/>
          <p:cNvSpPr/>
          <p:nvPr/>
        </p:nvSpPr>
        <p:spPr>
          <a:xfrm>
            <a:off x="5091480" y="2070000"/>
            <a:ext cx="29160" cy="3240"/>
          </a:xfrm>
          <a:custGeom>
            <a:avLst/>
            <a:gdLst/>
            <a:ahLst/>
            <a:rect l="0" t="0" r="r" b="b"/>
            <a:pathLst>
              <a:path w="81" h="9">
                <a:moveTo>
                  <a:pt x="0" y="9"/>
                </a:moveTo>
                <a:lnTo>
                  <a:pt x="81" y="0"/>
                </a:lnTo>
                <a:lnTo>
                  <a:pt x="81" y="2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0" name=""/>
          <p:cNvSpPr/>
          <p:nvPr/>
        </p:nvSpPr>
        <p:spPr>
          <a:xfrm>
            <a:off x="5093640" y="2070360"/>
            <a:ext cx="27000" cy="2520"/>
          </a:xfrm>
          <a:custGeom>
            <a:avLst/>
            <a:gdLst/>
            <a:ahLst/>
            <a:rect l="0" t="0" r="r" b="b"/>
            <a:pathLst>
              <a:path w="75" h="7">
                <a:moveTo>
                  <a:pt x="0" y="7"/>
                </a:moveTo>
                <a:lnTo>
                  <a:pt x="75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1" name=""/>
          <p:cNvSpPr/>
          <p:nvPr/>
        </p:nvSpPr>
        <p:spPr>
          <a:xfrm>
            <a:off x="5095800" y="2070360"/>
            <a:ext cx="24840" cy="2520"/>
          </a:xfrm>
          <a:custGeom>
            <a:avLst/>
            <a:gdLst/>
            <a:ahLst/>
            <a:rect l="0" t="0" r="r" b="b"/>
            <a:pathLst>
              <a:path w="69" h="7">
                <a:moveTo>
                  <a:pt x="0" y="7"/>
                </a:moveTo>
                <a:lnTo>
                  <a:pt x="69" y="0"/>
                </a:lnTo>
                <a:lnTo>
                  <a:pt x="69" y="1"/>
                </a:lnTo>
                <a:lnTo>
                  <a:pt x="7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2" name=""/>
          <p:cNvSpPr/>
          <p:nvPr/>
        </p:nvSpPr>
        <p:spPr>
          <a:xfrm>
            <a:off x="5098320" y="2070720"/>
            <a:ext cx="22320" cy="2160"/>
          </a:xfrm>
          <a:custGeom>
            <a:avLst/>
            <a:gdLst/>
            <a:ahLst/>
            <a:rect l="0" t="0" r="r" b="b"/>
            <a:pathLst>
              <a:path w="62" h="6">
                <a:moveTo>
                  <a:pt x="0" y="6"/>
                </a:moveTo>
                <a:lnTo>
                  <a:pt x="62" y="0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3" name=""/>
          <p:cNvSpPr/>
          <p:nvPr/>
        </p:nvSpPr>
        <p:spPr>
          <a:xfrm>
            <a:off x="5100480" y="2070720"/>
            <a:ext cx="20160" cy="2160"/>
          </a:xfrm>
          <a:custGeom>
            <a:avLst/>
            <a:gdLst/>
            <a:ahLst/>
            <a:rect l="0" t="0" r="r" b="b"/>
            <a:pathLst>
              <a:path w="56" h="6">
                <a:moveTo>
                  <a:pt x="0" y="6"/>
                </a:moveTo>
                <a:lnTo>
                  <a:pt x="56" y="0"/>
                </a:lnTo>
                <a:lnTo>
                  <a:pt x="56" y="1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4" name=""/>
          <p:cNvSpPr/>
          <p:nvPr/>
        </p:nvSpPr>
        <p:spPr>
          <a:xfrm>
            <a:off x="5102640" y="2071080"/>
            <a:ext cx="18000" cy="1800"/>
          </a:xfrm>
          <a:custGeom>
            <a:avLst/>
            <a:gdLst/>
            <a:ahLst/>
            <a:rect l="0" t="0" r="r" b="b"/>
            <a:pathLst>
              <a:path w="50" h="5">
                <a:moveTo>
                  <a:pt x="0" y="5"/>
                </a:moveTo>
                <a:lnTo>
                  <a:pt x="50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5" name=""/>
          <p:cNvSpPr/>
          <p:nvPr/>
        </p:nvSpPr>
        <p:spPr>
          <a:xfrm>
            <a:off x="5104800" y="2071080"/>
            <a:ext cx="15840" cy="1800"/>
          </a:xfrm>
          <a:custGeom>
            <a:avLst/>
            <a:gdLst/>
            <a:ahLst/>
            <a:rect l="0" t="0" r="r" b="b"/>
            <a:pathLst>
              <a:path w="44" h="5">
                <a:moveTo>
                  <a:pt x="0" y="5"/>
                </a:moveTo>
                <a:lnTo>
                  <a:pt x="44" y="0"/>
                </a:lnTo>
                <a:lnTo>
                  <a:pt x="44" y="1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6" name=""/>
          <p:cNvSpPr/>
          <p:nvPr/>
        </p:nvSpPr>
        <p:spPr>
          <a:xfrm>
            <a:off x="5106960" y="2071440"/>
            <a:ext cx="13680" cy="1800"/>
          </a:xfrm>
          <a:custGeom>
            <a:avLst/>
            <a:gdLst/>
            <a:ahLst/>
            <a:rect l="0" t="0" r="r" b="b"/>
            <a:pathLst>
              <a:path w="38" h="5">
                <a:moveTo>
                  <a:pt x="0" y="5"/>
                </a:moveTo>
                <a:lnTo>
                  <a:pt x="38" y="0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7" name=""/>
          <p:cNvSpPr/>
          <p:nvPr/>
        </p:nvSpPr>
        <p:spPr>
          <a:xfrm>
            <a:off x="5109480" y="2071440"/>
            <a:ext cx="11160" cy="1800"/>
          </a:xfrm>
          <a:custGeom>
            <a:avLst/>
            <a:gdLst/>
            <a:ahLst/>
            <a:rect l="0" t="0" r="r" b="b"/>
            <a:pathLst>
              <a:path w="31" h="5">
                <a:moveTo>
                  <a:pt x="0" y="5"/>
                </a:moveTo>
                <a:lnTo>
                  <a:pt x="31" y="0"/>
                </a:lnTo>
                <a:lnTo>
                  <a:pt x="31" y="2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8" name=""/>
          <p:cNvSpPr/>
          <p:nvPr/>
        </p:nvSpPr>
        <p:spPr>
          <a:xfrm>
            <a:off x="5111640" y="2071800"/>
            <a:ext cx="9000" cy="1440"/>
          </a:xfrm>
          <a:custGeom>
            <a:avLst/>
            <a:gdLst/>
            <a:ahLst/>
            <a:rect l="0" t="0" r="r" b="b"/>
            <a:pathLst>
              <a:path w="25" h="4">
                <a:moveTo>
                  <a:pt x="0" y="4"/>
                </a:moveTo>
                <a:lnTo>
                  <a:pt x="25" y="0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69" name=""/>
          <p:cNvSpPr/>
          <p:nvPr/>
        </p:nvSpPr>
        <p:spPr>
          <a:xfrm>
            <a:off x="5113800" y="2071800"/>
            <a:ext cx="6840" cy="1440"/>
          </a:xfrm>
          <a:custGeom>
            <a:avLst/>
            <a:gdLst/>
            <a:ahLst/>
            <a:rect l="0" t="0" r="r" b="b"/>
            <a:pathLst>
              <a:path w="19" h="4">
                <a:moveTo>
                  <a:pt x="0" y="4"/>
                </a:moveTo>
                <a:lnTo>
                  <a:pt x="19" y="0"/>
                </a:lnTo>
                <a:lnTo>
                  <a:pt x="19" y="2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70" name=""/>
          <p:cNvSpPr/>
          <p:nvPr/>
        </p:nvSpPr>
        <p:spPr>
          <a:xfrm>
            <a:off x="5115960" y="2072160"/>
            <a:ext cx="4320" cy="360"/>
          </a:xfrm>
          <a:custGeom>
            <a:avLst/>
            <a:gdLst/>
            <a:ahLst/>
            <a:rect l="0" t="0" r="r" b="b"/>
            <a:pathLst>
              <a:path w="12" h="1">
                <a:moveTo>
                  <a:pt x="0" y="1"/>
                </a:moveTo>
                <a:lnTo>
                  <a:pt x="12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71" name=""/>
          <p:cNvSpPr/>
          <p:nvPr/>
        </p:nvSpPr>
        <p:spPr>
          <a:xfrm>
            <a:off x="5118120" y="2072160"/>
            <a:ext cx="2160" cy="360"/>
          </a:xfrm>
          <a:custGeom>
            <a:avLst/>
            <a:gdLst/>
            <a:ahLst/>
            <a:rect l="0" t="0" r="r" b="b"/>
            <a:pathLst>
              <a:path w="6" h="1">
                <a:moveTo>
                  <a:pt x="0" y="1"/>
                </a:moveTo>
                <a:lnTo>
                  <a:pt x="6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672" name=""/>
          <p:cNvSpPr/>
          <p:nvPr/>
        </p:nvSpPr>
        <p:spPr>
          <a:xfrm>
            <a:off x="4836960" y="2049480"/>
            <a:ext cx="283680" cy="23400"/>
          </a:xfrm>
          <a:custGeom>
            <a:avLst/>
            <a:gdLst/>
            <a:ahLst/>
            <a:rect l="0" t="0" r="r" b="b"/>
            <a:pathLst>
              <a:path w="788" h="65">
                <a:moveTo>
                  <a:pt x="0" y="65"/>
                </a:moveTo>
                <a:lnTo>
                  <a:pt x="788" y="65"/>
                </a:lnTo>
                <a:lnTo>
                  <a:pt x="788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73" name=""/>
          <p:cNvSpPr/>
          <p:nvPr/>
        </p:nvSpPr>
        <p:spPr>
          <a:xfrm>
            <a:off x="4866120" y="2072520"/>
            <a:ext cx="7200" cy="1440"/>
          </a:xfrm>
          <a:custGeom>
            <a:avLst/>
            <a:gdLst/>
            <a:ahLst/>
            <a:rect l="0" t="0" r="r" b="b"/>
            <a:pathLst>
              <a:path w="20" h="4">
                <a:moveTo>
                  <a:pt x="0" y="0"/>
                </a:moveTo>
                <a:lnTo>
                  <a:pt x="20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74" name=""/>
          <p:cNvSpPr/>
          <p:nvPr/>
        </p:nvSpPr>
        <p:spPr>
          <a:xfrm>
            <a:off x="4866120" y="2072520"/>
            <a:ext cx="10800" cy="1440"/>
          </a:xfrm>
          <a:custGeom>
            <a:avLst/>
            <a:gdLst/>
            <a:ahLst/>
            <a:rect l="0" t="0" r="r" b="b"/>
            <a:pathLst>
              <a:path w="30" h="4">
                <a:moveTo>
                  <a:pt x="0" y="3"/>
                </a:moveTo>
                <a:lnTo>
                  <a:pt x="20" y="0"/>
                </a:lnTo>
                <a:lnTo>
                  <a:pt x="30" y="0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75" name=""/>
          <p:cNvSpPr/>
          <p:nvPr/>
        </p:nvSpPr>
        <p:spPr>
          <a:xfrm>
            <a:off x="4866120" y="2072520"/>
            <a:ext cx="14400" cy="1800"/>
          </a:xfrm>
          <a:custGeom>
            <a:avLst/>
            <a:gdLst/>
            <a:ahLst/>
            <a:rect l="0" t="0" r="r" b="b"/>
            <a:pathLst>
              <a:path w="40" h="5">
                <a:moveTo>
                  <a:pt x="0" y="4"/>
                </a:moveTo>
                <a:lnTo>
                  <a:pt x="29" y="0"/>
                </a:lnTo>
                <a:lnTo>
                  <a:pt x="40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76" name=""/>
          <p:cNvSpPr/>
          <p:nvPr/>
        </p:nvSpPr>
        <p:spPr>
          <a:xfrm>
            <a:off x="4866120" y="2072520"/>
            <a:ext cx="18000" cy="2520"/>
          </a:xfrm>
          <a:custGeom>
            <a:avLst/>
            <a:gdLst/>
            <a:ahLst/>
            <a:rect l="0" t="0" r="r" b="b"/>
            <a:pathLst>
              <a:path w="50" h="7">
                <a:moveTo>
                  <a:pt x="0" y="5"/>
                </a:moveTo>
                <a:lnTo>
                  <a:pt x="40" y="0"/>
                </a:lnTo>
                <a:lnTo>
                  <a:pt x="50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77" name=""/>
          <p:cNvSpPr/>
          <p:nvPr/>
        </p:nvSpPr>
        <p:spPr>
          <a:xfrm>
            <a:off x="4866120" y="2072520"/>
            <a:ext cx="21240" cy="2880"/>
          </a:xfrm>
          <a:custGeom>
            <a:avLst/>
            <a:gdLst/>
            <a:ahLst/>
            <a:rect l="0" t="0" r="r" b="b"/>
            <a:pathLst>
              <a:path w="59" h="8">
                <a:moveTo>
                  <a:pt x="0" y="6"/>
                </a:moveTo>
                <a:lnTo>
                  <a:pt x="50" y="0"/>
                </a:lnTo>
                <a:lnTo>
                  <a:pt x="59" y="0"/>
                </a:lnTo>
                <a:lnTo>
                  <a:pt x="0" y="8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78" name=""/>
          <p:cNvSpPr/>
          <p:nvPr/>
        </p:nvSpPr>
        <p:spPr>
          <a:xfrm>
            <a:off x="4866120" y="2072520"/>
            <a:ext cx="24840" cy="2880"/>
          </a:xfrm>
          <a:custGeom>
            <a:avLst/>
            <a:gdLst/>
            <a:ahLst/>
            <a:rect l="0" t="0" r="r" b="b"/>
            <a:pathLst>
              <a:path w="69" h="8">
                <a:moveTo>
                  <a:pt x="0" y="7"/>
                </a:moveTo>
                <a:lnTo>
                  <a:pt x="59" y="0"/>
                </a:lnTo>
                <a:lnTo>
                  <a:pt x="69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79" name=""/>
          <p:cNvSpPr/>
          <p:nvPr/>
        </p:nvSpPr>
        <p:spPr>
          <a:xfrm>
            <a:off x="4866120" y="2072520"/>
            <a:ext cx="28440" cy="3600"/>
          </a:xfrm>
          <a:custGeom>
            <a:avLst/>
            <a:gdLst/>
            <a:ahLst/>
            <a:rect l="0" t="0" r="r" b="b"/>
            <a:pathLst>
              <a:path w="79" h="10">
                <a:moveTo>
                  <a:pt x="0" y="8"/>
                </a:moveTo>
                <a:lnTo>
                  <a:pt x="69" y="0"/>
                </a:lnTo>
                <a:lnTo>
                  <a:pt x="79" y="0"/>
                </a:lnTo>
                <a:lnTo>
                  <a:pt x="0" y="10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0" name=""/>
          <p:cNvSpPr/>
          <p:nvPr/>
        </p:nvSpPr>
        <p:spPr>
          <a:xfrm>
            <a:off x="4866120" y="207252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9"/>
                </a:moveTo>
                <a:lnTo>
                  <a:pt x="79" y="0"/>
                </a:lnTo>
                <a:lnTo>
                  <a:pt x="99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1" name=""/>
          <p:cNvSpPr/>
          <p:nvPr/>
        </p:nvSpPr>
        <p:spPr>
          <a:xfrm>
            <a:off x="4866120" y="207252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98" y="0"/>
                </a:lnTo>
                <a:lnTo>
                  <a:pt x="104" y="0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2" name=""/>
          <p:cNvSpPr/>
          <p:nvPr/>
        </p:nvSpPr>
        <p:spPr>
          <a:xfrm>
            <a:off x="4866120" y="2072520"/>
            <a:ext cx="38880" cy="4320"/>
          </a:xfrm>
          <a:custGeom>
            <a:avLst/>
            <a:gdLst/>
            <a:ahLst/>
            <a:rect l="0" t="0" r="r" b="b"/>
            <a:pathLst>
              <a:path w="108" h="12">
                <a:moveTo>
                  <a:pt x="0" y="11"/>
                </a:moveTo>
                <a:lnTo>
                  <a:pt x="104" y="0"/>
                </a:lnTo>
                <a:lnTo>
                  <a:pt x="108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3" name=""/>
          <p:cNvSpPr/>
          <p:nvPr/>
        </p:nvSpPr>
        <p:spPr>
          <a:xfrm>
            <a:off x="4866120" y="2072520"/>
            <a:ext cx="42480" cy="4680"/>
          </a:xfrm>
          <a:custGeom>
            <a:avLst/>
            <a:gdLst/>
            <a:ahLst/>
            <a:rect l="0" t="0" r="r" b="b"/>
            <a:pathLst>
              <a:path w="118" h="13">
                <a:moveTo>
                  <a:pt x="0" y="12"/>
                </a:moveTo>
                <a:lnTo>
                  <a:pt x="107" y="0"/>
                </a:lnTo>
                <a:lnTo>
                  <a:pt x="118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4" name=""/>
          <p:cNvSpPr/>
          <p:nvPr/>
        </p:nvSpPr>
        <p:spPr>
          <a:xfrm>
            <a:off x="4866120" y="2072520"/>
            <a:ext cx="46080" cy="5040"/>
          </a:xfrm>
          <a:custGeom>
            <a:avLst/>
            <a:gdLst/>
            <a:ahLst/>
            <a:rect l="0" t="0" r="r" b="b"/>
            <a:pathLst>
              <a:path w="128" h="14">
                <a:moveTo>
                  <a:pt x="0" y="13"/>
                </a:moveTo>
                <a:lnTo>
                  <a:pt x="118" y="0"/>
                </a:lnTo>
                <a:lnTo>
                  <a:pt x="128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5" name=""/>
          <p:cNvSpPr/>
          <p:nvPr/>
        </p:nvSpPr>
        <p:spPr>
          <a:xfrm>
            <a:off x="4866120" y="2072520"/>
            <a:ext cx="47880" cy="5040"/>
          </a:xfrm>
          <a:custGeom>
            <a:avLst/>
            <a:gdLst/>
            <a:ahLst/>
            <a:rect l="0" t="0" r="r" b="b"/>
            <a:pathLst>
              <a:path w="133" h="14">
                <a:moveTo>
                  <a:pt x="0" y="14"/>
                </a:moveTo>
                <a:lnTo>
                  <a:pt x="128" y="0"/>
                </a:lnTo>
                <a:lnTo>
                  <a:pt x="133" y="0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6" name=""/>
          <p:cNvSpPr/>
          <p:nvPr/>
        </p:nvSpPr>
        <p:spPr>
          <a:xfrm>
            <a:off x="4866120" y="2072520"/>
            <a:ext cx="49680" cy="5400"/>
          </a:xfrm>
          <a:custGeom>
            <a:avLst/>
            <a:gdLst/>
            <a:ahLst/>
            <a:rect l="0" t="0" r="r" b="b"/>
            <a:pathLst>
              <a:path w="138" h="15">
                <a:moveTo>
                  <a:pt x="0" y="14"/>
                </a:moveTo>
                <a:lnTo>
                  <a:pt x="133" y="0"/>
                </a:lnTo>
                <a:lnTo>
                  <a:pt x="13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7" name=""/>
          <p:cNvSpPr/>
          <p:nvPr/>
        </p:nvSpPr>
        <p:spPr>
          <a:xfrm>
            <a:off x="4866120" y="2072520"/>
            <a:ext cx="53280" cy="5760"/>
          </a:xfrm>
          <a:custGeom>
            <a:avLst/>
            <a:gdLst/>
            <a:ahLst/>
            <a:rect l="0" t="0" r="r" b="b"/>
            <a:pathLst>
              <a:path w="148" h="16">
                <a:moveTo>
                  <a:pt x="0" y="15"/>
                </a:moveTo>
                <a:lnTo>
                  <a:pt x="138" y="0"/>
                </a:lnTo>
                <a:lnTo>
                  <a:pt x="148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8" name=""/>
          <p:cNvSpPr/>
          <p:nvPr/>
        </p:nvSpPr>
        <p:spPr>
          <a:xfrm>
            <a:off x="4866120" y="207252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48" y="0"/>
                </a:lnTo>
                <a:lnTo>
                  <a:pt x="153" y="0"/>
                </a:lnTo>
                <a:lnTo>
                  <a:pt x="0" y="16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89" name=""/>
          <p:cNvSpPr/>
          <p:nvPr/>
        </p:nvSpPr>
        <p:spPr>
          <a:xfrm>
            <a:off x="4866120" y="2072520"/>
            <a:ext cx="56520" cy="6120"/>
          </a:xfrm>
          <a:custGeom>
            <a:avLst/>
            <a:gdLst/>
            <a:ahLst/>
            <a:rect l="0" t="0" r="r" b="b"/>
            <a:pathLst>
              <a:path w="157" h="17">
                <a:moveTo>
                  <a:pt x="0" y="16"/>
                </a:moveTo>
                <a:lnTo>
                  <a:pt x="153" y="0"/>
                </a:lnTo>
                <a:lnTo>
                  <a:pt x="157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0" name=""/>
          <p:cNvSpPr/>
          <p:nvPr/>
        </p:nvSpPr>
        <p:spPr>
          <a:xfrm>
            <a:off x="4866120" y="2072520"/>
            <a:ext cx="63720" cy="6840"/>
          </a:xfrm>
          <a:custGeom>
            <a:avLst/>
            <a:gdLst/>
            <a:ahLst/>
            <a:rect l="0" t="0" r="r" b="b"/>
            <a:pathLst>
              <a:path w="177" h="19">
                <a:moveTo>
                  <a:pt x="0" y="17"/>
                </a:moveTo>
                <a:lnTo>
                  <a:pt x="157" y="0"/>
                </a:lnTo>
                <a:lnTo>
                  <a:pt x="177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1" name=""/>
          <p:cNvSpPr/>
          <p:nvPr/>
        </p:nvSpPr>
        <p:spPr>
          <a:xfrm>
            <a:off x="4866120" y="2072520"/>
            <a:ext cx="70920" cy="7560"/>
          </a:xfrm>
          <a:custGeom>
            <a:avLst/>
            <a:gdLst/>
            <a:ahLst/>
            <a:rect l="0" t="0" r="r" b="b"/>
            <a:pathLst>
              <a:path w="197" h="21">
                <a:moveTo>
                  <a:pt x="0" y="19"/>
                </a:moveTo>
                <a:lnTo>
                  <a:pt x="177" y="0"/>
                </a:lnTo>
                <a:lnTo>
                  <a:pt x="197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2" name=""/>
          <p:cNvSpPr/>
          <p:nvPr/>
        </p:nvSpPr>
        <p:spPr>
          <a:xfrm>
            <a:off x="4866120" y="2072520"/>
            <a:ext cx="74160" cy="7920"/>
          </a:xfrm>
          <a:custGeom>
            <a:avLst/>
            <a:gdLst/>
            <a:ahLst/>
            <a:rect l="0" t="0" r="r" b="b"/>
            <a:pathLst>
              <a:path w="206" h="22">
                <a:moveTo>
                  <a:pt x="0" y="21"/>
                </a:moveTo>
                <a:lnTo>
                  <a:pt x="197" y="0"/>
                </a:lnTo>
                <a:lnTo>
                  <a:pt x="206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3" name=""/>
          <p:cNvSpPr/>
          <p:nvPr/>
        </p:nvSpPr>
        <p:spPr>
          <a:xfrm>
            <a:off x="4866120" y="2072520"/>
            <a:ext cx="75960" cy="7920"/>
          </a:xfrm>
          <a:custGeom>
            <a:avLst/>
            <a:gdLst/>
            <a:ahLst/>
            <a:rect l="0" t="0" r="r" b="b"/>
            <a:pathLst>
              <a:path w="211" h="22">
                <a:moveTo>
                  <a:pt x="0" y="22"/>
                </a:moveTo>
                <a:lnTo>
                  <a:pt x="206" y="0"/>
                </a:lnTo>
                <a:lnTo>
                  <a:pt x="211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4" name=""/>
          <p:cNvSpPr/>
          <p:nvPr/>
        </p:nvSpPr>
        <p:spPr>
          <a:xfrm>
            <a:off x="4866120" y="2072520"/>
            <a:ext cx="77760" cy="8280"/>
          </a:xfrm>
          <a:custGeom>
            <a:avLst/>
            <a:gdLst/>
            <a:ahLst/>
            <a:rect l="0" t="0" r="r" b="b"/>
            <a:pathLst>
              <a:path w="216" h="23">
                <a:moveTo>
                  <a:pt x="0" y="22"/>
                </a:moveTo>
                <a:lnTo>
                  <a:pt x="211" y="0"/>
                </a:lnTo>
                <a:lnTo>
                  <a:pt x="216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5" name=""/>
          <p:cNvSpPr/>
          <p:nvPr/>
        </p:nvSpPr>
        <p:spPr>
          <a:xfrm>
            <a:off x="4866120" y="2072520"/>
            <a:ext cx="81360" cy="8640"/>
          </a:xfrm>
          <a:custGeom>
            <a:avLst/>
            <a:gdLst/>
            <a:ahLst/>
            <a:rect l="0" t="0" r="r" b="b"/>
            <a:pathLst>
              <a:path w="226" h="24">
                <a:moveTo>
                  <a:pt x="0" y="23"/>
                </a:moveTo>
                <a:lnTo>
                  <a:pt x="216" y="0"/>
                </a:lnTo>
                <a:lnTo>
                  <a:pt x="226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6" name=""/>
          <p:cNvSpPr/>
          <p:nvPr/>
        </p:nvSpPr>
        <p:spPr>
          <a:xfrm>
            <a:off x="4866120" y="2072520"/>
            <a:ext cx="83160" cy="8640"/>
          </a:xfrm>
          <a:custGeom>
            <a:avLst/>
            <a:gdLst/>
            <a:ahLst/>
            <a:rect l="0" t="0" r="r" b="b"/>
            <a:pathLst>
              <a:path w="231" h="24">
                <a:moveTo>
                  <a:pt x="0" y="24"/>
                </a:moveTo>
                <a:lnTo>
                  <a:pt x="226" y="0"/>
                </a:lnTo>
                <a:lnTo>
                  <a:pt x="231" y="0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7" name=""/>
          <p:cNvSpPr/>
          <p:nvPr/>
        </p:nvSpPr>
        <p:spPr>
          <a:xfrm>
            <a:off x="4866120" y="2072520"/>
            <a:ext cx="84960" cy="9000"/>
          </a:xfrm>
          <a:custGeom>
            <a:avLst/>
            <a:gdLst/>
            <a:ahLst/>
            <a:rect l="0" t="0" r="r" b="b"/>
            <a:pathLst>
              <a:path w="236" h="25">
                <a:moveTo>
                  <a:pt x="0" y="24"/>
                </a:moveTo>
                <a:lnTo>
                  <a:pt x="230" y="0"/>
                </a:lnTo>
                <a:lnTo>
                  <a:pt x="236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8" name=""/>
          <p:cNvSpPr/>
          <p:nvPr/>
        </p:nvSpPr>
        <p:spPr>
          <a:xfrm>
            <a:off x="4866120" y="2072520"/>
            <a:ext cx="88560" cy="9360"/>
          </a:xfrm>
          <a:custGeom>
            <a:avLst/>
            <a:gdLst/>
            <a:ahLst/>
            <a:rect l="0" t="0" r="r" b="b"/>
            <a:pathLst>
              <a:path w="246" h="26">
                <a:moveTo>
                  <a:pt x="0" y="25"/>
                </a:moveTo>
                <a:lnTo>
                  <a:pt x="236" y="0"/>
                </a:lnTo>
                <a:lnTo>
                  <a:pt x="246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699" name=""/>
          <p:cNvSpPr/>
          <p:nvPr/>
        </p:nvSpPr>
        <p:spPr>
          <a:xfrm>
            <a:off x="4866120" y="2072520"/>
            <a:ext cx="92160" cy="9720"/>
          </a:xfrm>
          <a:custGeom>
            <a:avLst/>
            <a:gdLst/>
            <a:ahLst/>
            <a:rect l="0" t="0" r="r" b="b"/>
            <a:pathLst>
              <a:path w="256" h="27">
                <a:moveTo>
                  <a:pt x="0" y="26"/>
                </a:moveTo>
                <a:lnTo>
                  <a:pt x="246" y="0"/>
                </a:lnTo>
                <a:lnTo>
                  <a:pt x="256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0" name=""/>
          <p:cNvSpPr/>
          <p:nvPr/>
        </p:nvSpPr>
        <p:spPr>
          <a:xfrm>
            <a:off x="4866120" y="2072520"/>
            <a:ext cx="93600" cy="9720"/>
          </a:xfrm>
          <a:custGeom>
            <a:avLst/>
            <a:gdLst/>
            <a:ahLst/>
            <a:rect l="0" t="0" r="r" b="b"/>
            <a:pathLst>
              <a:path w="260" h="27">
                <a:moveTo>
                  <a:pt x="0" y="27"/>
                </a:moveTo>
                <a:lnTo>
                  <a:pt x="256" y="0"/>
                </a:lnTo>
                <a:lnTo>
                  <a:pt x="260" y="0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1" name=""/>
          <p:cNvSpPr/>
          <p:nvPr/>
        </p:nvSpPr>
        <p:spPr>
          <a:xfrm>
            <a:off x="4866120" y="2072520"/>
            <a:ext cx="95400" cy="10080"/>
          </a:xfrm>
          <a:custGeom>
            <a:avLst/>
            <a:gdLst/>
            <a:ahLst/>
            <a:rect l="0" t="0" r="r" b="b"/>
            <a:pathLst>
              <a:path w="265" h="28">
                <a:moveTo>
                  <a:pt x="0" y="27"/>
                </a:moveTo>
                <a:lnTo>
                  <a:pt x="260" y="0"/>
                </a:lnTo>
                <a:lnTo>
                  <a:pt x="26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2" name=""/>
          <p:cNvSpPr/>
          <p:nvPr/>
        </p:nvSpPr>
        <p:spPr>
          <a:xfrm>
            <a:off x="4866120" y="2072520"/>
            <a:ext cx="99000" cy="10440"/>
          </a:xfrm>
          <a:custGeom>
            <a:avLst/>
            <a:gdLst/>
            <a:ahLst/>
            <a:rect l="0" t="0" r="r" b="b"/>
            <a:pathLst>
              <a:path w="275" h="29">
                <a:moveTo>
                  <a:pt x="0" y="28"/>
                </a:moveTo>
                <a:lnTo>
                  <a:pt x="265" y="0"/>
                </a:lnTo>
                <a:lnTo>
                  <a:pt x="275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3" name=""/>
          <p:cNvSpPr/>
          <p:nvPr/>
        </p:nvSpPr>
        <p:spPr>
          <a:xfrm>
            <a:off x="4866120" y="2072520"/>
            <a:ext cx="100800" cy="10440"/>
          </a:xfrm>
          <a:custGeom>
            <a:avLst/>
            <a:gdLst/>
            <a:ahLst/>
            <a:rect l="0" t="0" r="r" b="b"/>
            <a:pathLst>
              <a:path w="280" h="29">
                <a:moveTo>
                  <a:pt x="0" y="29"/>
                </a:moveTo>
                <a:lnTo>
                  <a:pt x="275" y="0"/>
                </a:lnTo>
                <a:lnTo>
                  <a:pt x="280" y="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4" name=""/>
          <p:cNvSpPr/>
          <p:nvPr/>
        </p:nvSpPr>
        <p:spPr>
          <a:xfrm>
            <a:off x="4866120" y="2072520"/>
            <a:ext cx="102600" cy="10800"/>
          </a:xfrm>
          <a:custGeom>
            <a:avLst/>
            <a:gdLst/>
            <a:ahLst/>
            <a:rect l="0" t="0" r="r" b="b"/>
            <a:pathLst>
              <a:path w="285" h="30">
                <a:moveTo>
                  <a:pt x="0" y="29"/>
                </a:moveTo>
                <a:lnTo>
                  <a:pt x="280" y="0"/>
                </a:lnTo>
                <a:lnTo>
                  <a:pt x="285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5" name=""/>
          <p:cNvSpPr/>
          <p:nvPr/>
        </p:nvSpPr>
        <p:spPr>
          <a:xfrm>
            <a:off x="4866120" y="2072520"/>
            <a:ext cx="104400" cy="10800"/>
          </a:xfrm>
          <a:custGeom>
            <a:avLst/>
            <a:gdLst/>
            <a:ahLst/>
            <a:rect l="0" t="0" r="r" b="b"/>
            <a:pathLst>
              <a:path w="290" h="30">
                <a:moveTo>
                  <a:pt x="0" y="30"/>
                </a:moveTo>
                <a:lnTo>
                  <a:pt x="285" y="0"/>
                </a:lnTo>
                <a:lnTo>
                  <a:pt x="290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6" name=""/>
          <p:cNvSpPr/>
          <p:nvPr/>
        </p:nvSpPr>
        <p:spPr>
          <a:xfrm>
            <a:off x="4866120" y="2072520"/>
            <a:ext cx="106200" cy="11160"/>
          </a:xfrm>
          <a:custGeom>
            <a:avLst/>
            <a:gdLst/>
            <a:ahLst/>
            <a:rect l="0" t="0" r="r" b="b"/>
            <a:pathLst>
              <a:path w="295" h="31">
                <a:moveTo>
                  <a:pt x="0" y="30"/>
                </a:moveTo>
                <a:lnTo>
                  <a:pt x="290" y="0"/>
                </a:lnTo>
                <a:lnTo>
                  <a:pt x="295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7" name=""/>
          <p:cNvSpPr/>
          <p:nvPr/>
        </p:nvSpPr>
        <p:spPr>
          <a:xfrm>
            <a:off x="4866120" y="2072520"/>
            <a:ext cx="108000" cy="11160"/>
          </a:xfrm>
          <a:custGeom>
            <a:avLst/>
            <a:gdLst/>
            <a:ahLst/>
            <a:rect l="0" t="0" r="r" b="b"/>
            <a:pathLst>
              <a:path w="300" h="31">
                <a:moveTo>
                  <a:pt x="0" y="31"/>
                </a:moveTo>
                <a:lnTo>
                  <a:pt x="295" y="0"/>
                </a:lnTo>
                <a:lnTo>
                  <a:pt x="300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8" name=""/>
          <p:cNvSpPr/>
          <p:nvPr/>
        </p:nvSpPr>
        <p:spPr>
          <a:xfrm>
            <a:off x="4866120" y="2072520"/>
            <a:ext cx="109800" cy="11520"/>
          </a:xfrm>
          <a:custGeom>
            <a:avLst/>
            <a:gdLst/>
            <a:ahLst/>
            <a:rect l="0" t="0" r="r" b="b"/>
            <a:pathLst>
              <a:path w="305" h="32">
                <a:moveTo>
                  <a:pt x="0" y="31"/>
                </a:moveTo>
                <a:lnTo>
                  <a:pt x="300" y="0"/>
                </a:lnTo>
                <a:lnTo>
                  <a:pt x="30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09" name=""/>
          <p:cNvSpPr/>
          <p:nvPr/>
        </p:nvSpPr>
        <p:spPr>
          <a:xfrm>
            <a:off x="4866120" y="2072520"/>
            <a:ext cx="111240" cy="11520"/>
          </a:xfrm>
          <a:custGeom>
            <a:avLst/>
            <a:gdLst/>
            <a:ahLst/>
            <a:rect l="0" t="0" r="r" b="b"/>
            <a:pathLst>
              <a:path w="309" h="32">
                <a:moveTo>
                  <a:pt x="0" y="32"/>
                </a:moveTo>
                <a:lnTo>
                  <a:pt x="305" y="0"/>
                </a:lnTo>
                <a:lnTo>
                  <a:pt x="309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0" name=""/>
          <p:cNvSpPr/>
          <p:nvPr/>
        </p:nvSpPr>
        <p:spPr>
          <a:xfrm>
            <a:off x="4866120" y="2072520"/>
            <a:ext cx="113040" cy="11880"/>
          </a:xfrm>
          <a:custGeom>
            <a:avLst/>
            <a:gdLst/>
            <a:ahLst/>
            <a:rect l="0" t="0" r="r" b="b"/>
            <a:pathLst>
              <a:path w="314" h="33">
                <a:moveTo>
                  <a:pt x="0" y="32"/>
                </a:moveTo>
                <a:lnTo>
                  <a:pt x="309" y="0"/>
                </a:lnTo>
                <a:lnTo>
                  <a:pt x="314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1" name=""/>
          <p:cNvSpPr/>
          <p:nvPr/>
        </p:nvSpPr>
        <p:spPr>
          <a:xfrm>
            <a:off x="4866120" y="2072520"/>
            <a:ext cx="116640" cy="12240"/>
          </a:xfrm>
          <a:custGeom>
            <a:avLst/>
            <a:gdLst/>
            <a:ahLst/>
            <a:rect l="0" t="0" r="r" b="b"/>
            <a:pathLst>
              <a:path w="324" h="34">
                <a:moveTo>
                  <a:pt x="0" y="33"/>
                </a:moveTo>
                <a:lnTo>
                  <a:pt x="314" y="0"/>
                </a:lnTo>
                <a:lnTo>
                  <a:pt x="32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2" name=""/>
          <p:cNvSpPr/>
          <p:nvPr/>
        </p:nvSpPr>
        <p:spPr>
          <a:xfrm>
            <a:off x="4866120" y="2072520"/>
            <a:ext cx="120240" cy="12600"/>
          </a:xfrm>
          <a:custGeom>
            <a:avLst/>
            <a:gdLst/>
            <a:ahLst/>
            <a:rect l="0" t="0" r="r" b="b"/>
            <a:pathLst>
              <a:path w="334" h="35">
                <a:moveTo>
                  <a:pt x="0" y="34"/>
                </a:moveTo>
                <a:lnTo>
                  <a:pt x="324" y="0"/>
                </a:lnTo>
                <a:lnTo>
                  <a:pt x="334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3" name=""/>
          <p:cNvSpPr/>
          <p:nvPr/>
        </p:nvSpPr>
        <p:spPr>
          <a:xfrm>
            <a:off x="4866120" y="2072520"/>
            <a:ext cx="123840" cy="12600"/>
          </a:xfrm>
          <a:custGeom>
            <a:avLst/>
            <a:gdLst/>
            <a:ahLst/>
            <a:rect l="0" t="0" r="r" b="b"/>
            <a:pathLst>
              <a:path w="344" h="35">
                <a:moveTo>
                  <a:pt x="0" y="35"/>
                </a:moveTo>
                <a:lnTo>
                  <a:pt x="334" y="0"/>
                </a:lnTo>
                <a:lnTo>
                  <a:pt x="344" y="0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4" name=""/>
          <p:cNvSpPr/>
          <p:nvPr/>
        </p:nvSpPr>
        <p:spPr>
          <a:xfrm>
            <a:off x="4866120" y="2072520"/>
            <a:ext cx="127440" cy="12960"/>
          </a:xfrm>
          <a:custGeom>
            <a:avLst/>
            <a:gdLst/>
            <a:ahLst/>
            <a:rect l="0" t="0" r="r" b="b"/>
            <a:pathLst>
              <a:path w="354" h="36">
                <a:moveTo>
                  <a:pt x="0" y="35"/>
                </a:moveTo>
                <a:lnTo>
                  <a:pt x="344" y="0"/>
                </a:lnTo>
                <a:lnTo>
                  <a:pt x="354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5" name=""/>
          <p:cNvSpPr/>
          <p:nvPr/>
        </p:nvSpPr>
        <p:spPr>
          <a:xfrm>
            <a:off x="4866120" y="2072520"/>
            <a:ext cx="130680" cy="13320"/>
          </a:xfrm>
          <a:custGeom>
            <a:avLst/>
            <a:gdLst/>
            <a:ahLst/>
            <a:rect l="0" t="0" r="r" b="b"/>
            <a:pathLst>
              <a:path w="363" h="37">
                <a:moveTo>
                  <a:pt x="0" y="36"/>
                </a:moveTo>
                <a:lnTo>
                  <a:pt x="354" y="0"/>
                </a:lnTo>
                <a:lnTo>
                  <a:pt x="363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6" name=""/>
          <p:cNvSpPr/>
          <p:nvPr/>
        </p:nvSpPr>
        <p:spPr>
          <a:xfrm>
            <a:off x="4866120" y="2072520"/>
            <a:ext cx="134280" cy="13680"/>
          </a:xfrm>
          <a:custGeom>
            <a:avLst/>
            <a:gdLst/>
            <a:ahLst/>
            <a:rect l="0" t="0" r="r" b="b"/>
            <a:pathLst>
              <a:path w="373" h="38">
                <a:moveTo>
                  <a:pt x="0" y="37"/>
                </a:moveTo>
                <a:lnTo>
                  <a:pt x="363" y="0"/>
                </a:lnTo>
                <a:lnTo>
                  <a:pt x="373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7" name=""/>
          <p:cNvSpPr/>
          <p:nvPr/>
        </p:nvSpPr>
        <p:spPr>
          <a:xfrm>
            <a:off x="4866120" y="2072520"/>
            <a:ext cx="137880" cy="14040"/>
          </a:xfrm>
          <a:custGeom>
            <a:avLst/>
            <a:gdLst/>
            <a:ahLst/>
            <a:rect l="0" t="0" r="r" b="b"/>
            <a:pathLst>
              <a:path w="383" h="39">
                <a:moveTo>
                  <a:pt x="0" y="37"/>
                </a:moveTo>
                <a:lnTo>
                  <a:pt x="373" y="0"/>
                </a:lnTo>
                <a:lnTo>
                  <a:pt x="383" y="0"/>
                </a:lnTo>
                <a:lnTo>
                  <a:pt x="0" y="39"/>
                </a:lnTo>
                <a:lnTo>
                  <a:pt x="0" y="37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8" name=""/>
          <p:cNvSpPr/>
          <p:nvPr/>
        </p:nvSpPr>
        <p:spPr>
          <a:xfrm>
            <a:off x="4866120" y="2072520"/>
            <a:ext cx="141480" cy="14400"/>
          </a:xfrm>
          <a:custGeom>
            <a:avLst/>
            <a:gdLst/>
            <a:ahLst/>
            <a:rect l="0" t="0" r="r" b="b"/>
            <a:pathLst>
              <a:path w="393" h="40">
                <a:moveTo>
                  <a:pt x="0" y="39"/>
                </a:moveTo>
                <a:lnTo>
                  <a:pt x="383" y="0"/>
                </a:lnTo>
                <a:lnTo>
                  <a:pt x="393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19" name=""/>
          <p:cNvSpPr/>
          <p:nvPr/>
        </p:nvSpPr>
        <p:spPr>
          <a:xfrm>
            <a:off x="4866120" y="2072520"/>
            <a:ext cx="143280" cy="14760"/>
          </a:xfrm>
          <a:custGeom>
            <a:avLst/>
            <a:gdLst/>
            <a:ahLst/>
            <a:rect l="0" t="0" r="r" b="b"/>
            <a:pathLst>
              <a:path w="398" h="41">
                <a:moveTo>
                  <a:pt x="0" y="40"/>
                </a:moveTo>
                <a:lnTo>
                  <a:pt x="393" y="0"/>
                </a:lnTo>
                <a:lnTo>
                  <a:pt x="398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0" name=""/>
          <p:cNvSpPr/>
          <p:nvPr/>
        </p:nvSpPr>
        <p:spPr>
          <a:xfrm>
            <a:off x="4866120" y="2072520"/>
            <a:ext cx="145080" cy="14760"/>
          </a:xfrm>
          <a:custGeom>
            <a:avLst/>
            <a:gdLst/>
            <a:ahLst/>
            <a:rect l="0" t="0" r="r" b="b"/>
            <a:pathLst>
              <a:path w="403" h="41">
                <a:moveTo>
                  <a:pt x="0" y="41"/>
                </a:moveTo>
                <a:lnTo>
                  <a:pt x="398" y="0"/>
                </a:lnTo>
                <a:lnTo>
                  <a:pt x="403" y="0"/>
                </a:lnTo>
                <a:lnTo>
                  <a:pt x="0" y="41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1" name=""/>
          <p:cNvSpPr/>
          <p:nvPr/>
        </p:nvSpPr>
        <p:spPr>
          <a:xfrm>
            <a:off x="4866120" y="2072520"/>
            <a:ext cx="146880" cy="15120"/>
          </a:xfrm>
          <a:custGeom>
            <a:avLst/>
            <a:gdLst/>
            <a:ahLst/>
            <a:rect l="0" t="0" r="r" b="b"/>
            <a:pathLst>
              <a:path w="408" h="42">
                <a:moveTo>
                  <a:pt x="0" y="41"/>
                </a:moveTo>
                <a:lnTo>
                  <a:pt x="403" y="0"/>
                </a:lnTo>
                <a:lnTo>
                  <a:pt x="408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2" name=""/>
          <p:cNvSpPr/>
          <p:nvPr/>
        </p:nvSpPr>
        <p:spPr>
          <a:xfrm>
            <a:off x="4866120" y="2072520"/>
            <a:ext cx="148320" cy="15120"/>
          </a:xfrm>
          <a:custGeom>
            <a:avLst/>
            <a:gdLst/>
            <a:ahLst/>
            <a:rect l="0" t="0" r="r" b="b"/>
            <a:pathLst>
              <a:path w="412" h="42">
                <a:moveTo>
                  <a:pt x="0" y="42"/>
                </a:moveTo>
                <a:lnTo>
                  <a:pt x="408" y="0"/>
                </a:lnTo>
                <a:lnTo>
                  <a:pt x="412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c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3" name=""/>
          <p:cNvSpPr/>
          <p:nvPr/>
        </p:nvSpPr>
        <p:spPr>
          <a:xfrm>
            <a:off x="4866120" y="2072520"/>
            <a:ext cx="150120" cy="15480"/>
          </a:xfrm>
          <a:custGeom>
            <a:avLst/>
            <a:gdLst/>
            <a:ahLst/>
            <a:rect l="0" t="0" r="r" b="b"/>
            <a:pathLst>
              <a:path w="417" h="43">
                <a:moveTo>
                  <a:pt x="0" y="42"/>
                </a:moveTo>
                <a:lnTo>
                  <a:pt x="412" y="0"/>
                </a:lnTo>
                <a:lnTo>
                  <a:pt x="417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4" name=""/>
          <p:cNvSpPr/>
          <p:nvPr/>
        </p:nvSpPr>
        <p:spPr>
          <a:xfrm>
            <a:off x="4866120" y="2072520"/>
            <a:ext cx="151920" cy="15480"/>
          </a:xfrm>
          <a:custGeom>
            <a:avLst/>
            <a:gdLst/>
            <a:ahLst/>
            <a:rect l="0" t="0" r="r" b="b"/>
            <a:pathLst>
              <a:path w="422" h="43">
                <a:moveTo>
                  <a:pt x="0" y="43"/>
                </a:moveTo>
                <a:lnTo>
                  <a:pt x="417" y="0"/>
                </a:lnTo>
                <a:lnTo>
                  <a:pt x="422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c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5" name=""/>
          <p:cNvSpPr/>
          <p:nvPr/>
        </p:nvSpPr>
        <p:spPr>
          <a:xfrm>
            <a:off x="4866120" y="2072520"/>
            <a:ext cx="153720" cy="15840"/>
          </a:xfrm>
          <a:custGeom>
            <a:avLst/>
            <a:gdLst/>
            <a:ahLst/>
            <a:rect l="0" t="0" r="r" b="b"/>
            <a:pathLst>
              <a:path w="427" h="44">
                <a:moveTo>
                  <a:pt x="0" y="43"/>
                </a:moveTo>
                <a:lnTo>
                  <a:pt x="422" y="0"/>
                </a:lnTo>
                <a:lnTo>
                  <a:pt x="427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6" name=""/>
          <p:cNvSpPr/>
          <p:nvPr/>
        </p:nvSpPr>
        <p:spPr>
          <a:xfrm>
            <a:off x="4866120" y="2072520"/>
            <a:ext cx="155520" cy="15840"/>
          </a:xfrm>
          <a:custGeom>
            <a:avLst/>
            <a:gdLst/>
            <a:ahLst/>
            <a:rect l="0" t="0" r="r" b="b"/>
            <a:pathLst>
              <a:path w="432" h="44">
                <a:moveTo>
                  <a:pt x="0" y="44"/>
                </a:moveTo>
                <a:lnTo>
                  <a:pt x="427" y="0"/>
                </a:lnTo>
                <a:lnTo>
                  <a:pt x="432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7" name=""/>
          <p:cNvSpPr/>
          <p:nvPr/>
        </p:nvSpPr>
        <p:spPr>
          <a:xfrm>
            <a:off x="4866120" y="2072520"/>
            <a:ext cx="157320" cy="16200"/>
          </a:xfrm>
          <a:custGeom>
            <a:avLst/>
            <a:gdLst/>
            <a:ahLst/>
            <a:rect l="0" t="0" r="r" b="b"/>
            <a:pathLst>
              <a:path w="437" h="45">
                <a:moveTo>
                  <a:pt x="0" y="44"/>
                </a:moveTo>
                <a:lnTo>
                  <a:pt x="432" y="0"/>
                </a:lnTo>
                <a:lnTo>
                  <a:pt x="437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8" name=""/>
          <p:cNvSpPr/>
          <p:nvPr/>
        </p:nvSpPr>
        <p:spPr>
          <a:xfrm>
            <a:off x="4866120" y="2072520"/>
            <a:ext cx="159120" cy="16200"/>
          </a:xfrm>
          <a:custGeom>
            <a:avLst/>
            <a:gdLst/>
            <a:ahLst/>
            <a:rect l="0" t="0" r="r" b="b"/>
            <a:pathLst>
              <a:path w="442" h="45">
                <a:moveTo>
                  <a:pt x="0" y="45"/>
                </a:moveTo>
                <a:lnTo>
                  <a:pt x="437" y="0"/>
                </a:lnTo>
                <a:lnTo>
                  <a:pt x="442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29" name=""/>
          <p:cNvSpPr/>
          <p:nvPr/>
        </p:nvSpPr>
        <p:spPr>
          <a:xfrm>
            <a:off x="4866120" y="2072520"/>
            <a:ext cx="160920" cy="16560"/>
          </a:xfrm>
          <a:custGeom>
            <a:avLst/>
            <a:gdLst/>
            <a:ahLst/>
            <a:rect l="0" t="0" r="r" b="b"/>
            <a:pathLst>
              <a:path w="447" h="46">
                <a:moveTo>
                  <a:pt x="0" y="45"/>
                </a:moveTo>
                <a:lnTo>
                  <a:pt x="442" y="0"/>
                </a:lnTo>
                <a:lnTo>
                  <a:pt x="447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0" name=""/>
          <p:cNvSpPr/>
          <p:nvPr/>
        </p:nvSpPr>
        <p:spPr>
          <a:xfrm>
            <a:off x="4866120" y="2072520"/>
            <a:ext cx="162720" cy="16560"/>
          </a:xfrm>
          <a:custGeom>
            <a:avLst/>
            <a:gdLst/>
            <a:ahLst/>
            <a:rect l="0" t="0" r="r" b="b"/>
            <a:pathLst>
              <a:path w="452" h="46">
                <a:moveTo>
                  <a:pt x="0" y="46"/>
                </a:moveTo>
                <a:lnTo>
                  <a:pt x="447" y="0"/>
                </a:lnTo>
                <a:lnTo>
                  <a:pt x="452" y="0"/>
                </a:lnTo>
                <a:lnTo>
                  <a:pt x="0" y="46"/>
                </a:lnTo>
                <a:close/>
              </a:path>
            </a:pathLst>
          </a:custGeom>
          <a:solidFill>
            <a:srgbClr val="d8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1" name=""/>
          <p:cNvSpPr/>
          <p:nvPr/>
        </p:nvSpPr>
        <p:spPr>
          <a:xfrm>
            <a:off x="4866120" y="2072520"/>
            <a:ext cx="164520" cy="16920"/>
          </a:xfrm>
          <a:custGeom>
            <a:avLst/>
            <a:gdLst/>
            <a:ahLst/>
            <a:rect l="0" t="0" r="r" b="b"/>
            <a:pathLst>
              <a:path w="457" h="47">
                <a:moveTo>
                  <a:pt x="0" y="46"/>
                </a:moveTo>
                <a:lnTo>
                  <a:pt x="452" y="0"/>
                </a:lnTo>
                <a:lnTo>
                  <a:pt x="457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2" name=""/>
          <p:cNvSpPr/>
          <p:nvPr/>
        </p:nvSpPr>
        <p:spPr>
          <a:xfrm>
            <a:off x="4866120" y="2072520"/>
            <a:ext cx="165960" cy="16920"/>
          </a:xfrm>
          <a:custGeom>
            <a:avLst/>
            <a:gdLst/>
            <a:ahLst/>
            <a:rect l="0" t="0" r="r" b="b"/>
            <a:pathLst>
              <a:path w="461" h="47">
                <a:moveTo>
                  <a:pt x="0" y="47"/>
                </a:moveTo>
                <a:lnTo>
                  <a:pt x="457" y="0"/>
                </a:lnTo>
                <a:lnTo>
                  <a:pt x="461" y="0"/>
                </a:lnTo>
                <a:lnTo>
                  <a:pt x="0" y="4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3" name=""/>
          <p:cNvSpPr/>
          <p:nvPr/>
        </p:nvSpPr>
        <p:spPr>
          <a:xfrm>
            <a:off x="4866120" y="2072520"/>
            <a:ext cx="167760" cy="17280"/>
          </a:xfrm>
          <a:custGeom>
            <a:avLst/>
            <a:gdLst/>
            <a:ahLst/>
            <a:rect l="0" t="0" r="r" b="b"/>
            <a:pathLst>
              <a:path w="466" h="48">
                <a:moveTo>
                  <a:pt x="0" y="47"/>
                </a:moveTo>
                <a:lnTo>
                  <a:pt x="461" y="0"/>
                </a:lnTo>
                <a:lnTo>
                  <a:pt x="466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4" name=""/>
          <p:cNvSpPr/>
          <p:nvPr/>
        </p:nvSpPr>
        <p:spPr>
          <a:xfrm>
            <a:off x="4866120" y="2072520"/>
            <a:ext cx="169560" cy="17280"/>
          </a:xfrm>
          <a:custGeom>
            <a:avLst/>
            <a:gdLst/>
            <a:ahLst/>
            <a:rect l="0" t="0" r="r" b="b"/>
            <a:pathLst>
              <a:path w="471" h="48">
                <a:moveTo>
                  <a:pt x="0" y="48"/>
                </a:moveTo>
                <a:lnTo>
                  <a:pt x="466" y="0"/>
                </a:lnTo>
                <a:lnTo>
                  <a:pt x="471" y="0"/>
                </a:lnTo>
                <a:lnTo>
                  <a:pt x="0" y="48"/>
                </a:lnTo>
                <a:close/>
              </a:path>
            </a:pathLst>
          </a:custGeom>
          <a:solidFill>
            <a:srgbClr val="d8cb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5" name=""/>
          <p:cNvSpPr/>
          <p:nvPr/>
        </p:nvSpPr>
        <p:spPr>
          <a:xfrm>
            <a:off x="4866120" y="2072520"/>
            <a:ext cx="171360" cy="17640"/>
          </a:xfrm>
          <a:custGeom>
            <a:avLst/>
            <a:gdLst/>
            <a:ahLst/>
            <a:rect l="0" t="0" r="r" b="b"/>
            <a:pathLst>
              <a:path w="476" h="49">
                <a:moveTo>
                  <a:pt x="0" y="48"/>
                </a:moveTo>
                <a:lnTo>
                  <a:pt x="471" y="0"/>
                </a:lnTo>
                <a:lnTo>
                  <a:pt x="476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6" name=""/>
          <p:cNvSpPr/>
          <p:nvPr/>
        </p:nvSpPr>
        <p:spPr>
          <a:xfrm>
            <a:off x="4866120" y="2072520"/>
            <a:ext cx="173160" cy="17640"/>
          </a:xfrm>
          <a:custGeom>
            <a:avLst/>
            <a:gdLst/>
            <a:ahLst/>
            <a:rect l="0" t="0" r="r" b="b"/>
            <a:pathLst>
              <a:path w="481" h="49">
                <a:moveTo>
                  <a:pt x="0" y="49"/>
                </a:moveTo>
                <a:lnTo>
                  <a:pt x="476" y="0"/>
                </a:lnTo>
                <a:lnTo>
                  <a:pt x="481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b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7" name=""/>
          <p:cNvSpPr/>
          <p:nvPr/>
        </p:nvSpPr>
        <p:spPr>
          <a:xfrm>
            <a:off x="4866120" y="2072520"/>
            <a:ext cx="174960" cy="18000"/>
          </a:xfrm>
          <a:custGeom>
            <a:avLst/>
            <a:gdLst/>
            <a:ahLst/>
            <a:rect l="0" t="0" r="r" b="b"/>
            <a:pathLst>
              <a:path w="486" h="50">
                <a:moveTo>
                  <a:pt x="0" y="49"/>
                </a:moveTo>
                <a:lnTo>
                  <a:pt x="481" y="0"/>
                </a:lnTo>
                <a:lnTo>
                  <a:pt x="486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8" name=""/>
          <p:cNvSpPr/>
          <p:nvPr/>
        </p:nvSpPr>
        <p:spPr>
          <a:xfrm>
            <a:off x="4866120" y="2072520"/>
            <a:ext cx="176760" cy="18000"/>
          </a:xfrm>
          <a:custGeom>
            <a:avLst/>
            <a:gdLst/>
            <a:ahLst/>
            <a:rect l="0" t="0" r="r" b="b"/>
            <a:pathLst>
              <a:path w="491" h="50">
                <a:moveTo>
                  <a:pt x="0" y="50"/>
                </a:moveTo>
                <a:lnTo>
                  <a:pt x="486" y="0"/>
                </a:lnTo>
                <a:lnTo>
                  <a:pt x="491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39" name=""/>
          <p:cNvSpPr/>
          <p:nvPr/>
        </p:nvSpPr>
        <p:spPr>
          <a:xfrm>
            <a:off x="4866120" y="2072520"/>
            <a:ext cx="178560" cy="18360"/>
          </a:xfrm>
          <a:custGeom>
            <a:avLst/>
            <a:gdLst/>
            <a:ahLst/>
            <a:rect l="0" t="0" r="r" b="b"/>
            <a:pathLst>
              <a:path w="496" h="51">
                <a:moveTo>
                  <a:pt x="0" y="50"/>
                </a:moveTo>
                <a:lnTo>
                  <a:pt x="491" y="0"/>
                </a:lnTo>
                <a:lnTo>
                  <a:pt x="496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0" name=""/>
          <p:cNvSpPr/>
          <p:nvPr/>
        </p:nvSpPr>
        <p:spPr>
          <a:xfrm>
            <a:off x="4866120" y="2072520"/>
            <a:ext cx="180360" cy="18360"/>
          </a:xfrm>
          <a:custGeom>
            <a:avLst/>
            <a:gdLst/>
            <a:ahLst/>
            <a:rect l="0" t="0" r="r" b="b"/>
            <a:pathLst>
              <a:path w="501" h="51">
                <a:moveTo>
                  <a:pt x="0" y="51"/>
                </a:moveTo>
                <a:lnTo>
                  <a:pt x="496" y="0"/>
                </a:lnTo>
                <a:lnTo>
                  <a:pt x="501" y="0"/>
                </a:lnTo>
                <a:lnTo>
                  <a:pt x="0" y="5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1" name=""/>
          <p:cNvSpPr/>
          <p:nvPr/>
        </p:nvSpPr>
        <p:spPr>
          <a:xfrm>
            <a:off x="4866120" y="2072520"/>
            <a:ext cx="182160" cy="18720"/>
          </a:xfrm>
          <a:custGeom>
            <a:avLst/>
            <a:gdLst/>
            <a:ahLst/>
            <a:rect l="0" t="0" r="r" b="b"/>
            <a:pathLst>
              <a:path w="506" h="52">
                <a:moveTo>
                  <a:pt x="0" y="51"/>
                </a:moveTo>
                <a:lnTo>
                  <a:pt x="501" y="0"/>
                </a:lnTo>
                <a:lnTo>
                  <a:pt x="506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2" name=""/>
          <p:cNvSpPr/>
          <p:nvPr/>
        </p:nvSpPr>
        <p:spPr>
          <a:xfrm>
            <a:off x="4866120" y="2072520"/>
            <a:ext cx="183960" cy="18720"/>
          </a:xfrm>
          <a:custGeom>
            <a:avLst/>
            <a:gdLst/>
            <a:ahLst/>
            <a:rect l="0" t="0" r="r" b="b"/>
            <a:pathLst>
              <a:path w="511" h="52">
                <a:moveTo>
                  <a:pt x="0" y="52"/>
                </a:moveTo>
                <a:lnTo>
                  <a:pt x="506" y="0"/>
                </a:lnTo>
                <a:lnTo>
                  <a:pt x="511" y="0"/>
                </a:lnTo>
                <a:lnTo>
                  <a:pt x="0" y="52"/>
                </a:lnTo>
                <a:close/>
              </a:path>
            </a:pathLst>
          </a:custGeom>
          <a:solidFill>
            <a:srgbClr val="d7c8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3" name=""/>
          <p:cNvSpPr/>
          <p:nvPr/>
        </p:nvSpPr>
        <p:spPr>
          <a:xfrm>
            <a:off x="4866120" y="2072520"/>
            <a:ext cx="185400" cy="19080"/>
          </a:xfrm>
          <a:custGeom>
            <a:avLst/>
            <a:gdLst/>
            <a:ahLst/>
            <a:rect l="0" t="0" r="r" b="b"/>
            <a:pathLst>
              <a:path w="515" h="53">
                <a:moveTo>
                  <a:pt x="0" y="52"/>
                </a:moveTo>
                <a:lnTo>
                  <a:pt x="511" y="0"/>
                </a:lnTo>
                <a:lnTo>
                  <a:pt x="51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4" name=""/>
          <p:cNvSpPr/>
          <p:nvPr/>
        </p:nvSpPr>
        <p:spPr>
          <a:xfrm>
            <a:off x="4866120" y="2072520"/>
            <a:ext cx="187200" cy="19080"/>
          </a:xfrm>
          <a:custGeom>
            <a:avLst/>
            <a:gdLst/>
            <a:ahLst/>
            <a:rect l="0" t="0" r="r" b="b"/>
            <a:pathLst>
              <a:path w="520" h="53">
                <a:moveTo>
                  <a:pt x="0" y="53"/>
                </a:moveTo>
                <a:lnTo>
                  <a:pt x="515" y="0"/>
                </a:lnTo>
                <a:lnTo>
                  <a:pt x="520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8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5" name=""/>
          <p:cNvSpPr/>
          <p:nvPr/>
        </p:nvSpPr>
        <p:spPr>
          <a:xfrm>
            <a:off x="4866120" y="2072520"/>
            <a:ext cx="189000" cy="19440"/>
          </a:xfrm>
          <a:custGeom>
            <a:avLst/>
            <a:gdLst/>
            <a:ahLst/>
            <a:rect l="0" t="0" r="r" b="b"/>
            <a:pathLst>
              <a:path w="525" h="54">
                <a:moveTo>
                  <a:pt x="0" y="53"/>
                </a:moveTo>
                <a:lnTo>
                  <a:pt x="520" y="0"/>
                </a:lnTo>
                <a:lnTo>
                  <a:pt x="525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6" name=""/>
          <p:cNvSpPr/>
          <p:nvPr/>
        </p:nvSpPr>
        <p:spPr>
          <a:xfrm>
            <a:off x="4866120" y="2072520"/>
            <a:ext cx="190800" cy="19440"/>
          </a:xfrm>
          <a:custGeom>
            <a:avLst/>
            <a:gdLst/>
            <a:ahLst/>
            <a:rect l="0" t="0" r="r" b="b"/>
            <a:pathLst>
              <a:path w="530" h="54">
                <a:moveTo>
                  <a:pt x="0" y="54"/>
                </a:moveTo>
                <a:lnTo>
                  <a:pt x="525" y="0"/>
                </a:lnTo>
                <a:lnTo>
                  <a:pt x="530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7" name=""/>
          <p:cNvSpPr/>
          <p:nvPr/>
        </p:nvSpPr>
        <p:spPr>
          <a:xfrm>
            <a:off x="4866120" y="2072520"/>
            <a:ext cx="192600" cy="19800"/>
          </a:xfrm>
          <a:custGeom>
            <a:avLst/>
            <a:gdLst/>
            <a:ahLst/>
            <a:rect l="0" t="0" r="r" b="b"/>
            <a:pathLst>
              <a:path w="535" h="55">
                <a:moveTo>
                  <a:pt x="0" y="54"/>
                </a:moveTo>
                <a:lnTo>
                  <a:pt x="530" y="0"/>
                </a:lnTo>
                <a:lnTo>
                  <a:pt x="535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8" name=""/>
          <p:cNvSpPr/>
          <p:nvPr/>
        </p:nvSpPr>
        <p:spPr>
          <a:xfrm>
            <a:off x="4866120" y="2072520"/>
            <a:ext cx="194400" cy="19800"/>
          </a:xfrm>
          <a:custGeom>
            <a:avLst/>
            <a:gdLst/>
            <a:ahLst/>
            <a:rect l="0" t="0" r="r" b="b"/>
            <a:pathLst>
              <a:path w="540" h="55">
                <a:moveTo>
                  <a:pt x="0" y="55"/>
                </a:moveTo>
                <a:lnTo>
                  <a:pt x="535" y="0"/>
                </a:lnTo>
                <a:lnTo>
                  <a:pt x="540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49" name=""/>
          <p:cNvSpPr/>
          <p:nvPr/>
        </p:nvSpPr>
        <p:spPr>
          <a:xfrm>
            <a:off x="4866120" y="2072520"/>
            <a:ext cx="196200" cy="20160"/>
          </a:xfrm>
          <a:custGeom>
            <a:avLst/>
            <a:gdLst/>
            <a:ahLst/>
            <a:rect l="0" t="0" r="r" b="b"/>
            <a:pathLst>
              <a:path w="545" h="56">
                <a:moveTo>
                  <a:pt x="0" y="55"/>
                </a:moveTo>
                <a:lnTo>
                  <a:pt x="540" y="0"/>
                </a:lnTo>
                <a:lnTo>
                  <a:pt x="545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0" name=""/>
          <p:cNvSpPr/>
          <p:nvPr/>
        </p:nvSpPr>
        <p:spPr>
          <a:xfrm>
            <a:off x="4866120" y="2072520"/>
            <a:ext cx="198000" cy="20160"/>
          </a:xfrm>
          <a:custGeom>
            <a:avLst/>
            <a:gdLst/>
            <a:ahLst/>
            <a:rect l="0" t="0" r="r" b="b"/>
            <a:pathLst>
              <a:path w="550" h="56">
                <a:moveTo>
                  <a:pt x="0" y="56"/>
                </a:moveTo>
                <a:lnTo>
                  <a:pt x="545" y="0"/>
                </a:lnTo>
                <a:lnTo>
                  <a:pt x="550" y="0"/>
                </a:lnTo>
                <a:lnTo>
                  <a:pt x="0" y="56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1" name=""/>
          <p:cNvSpPr/>
          <p:nvPr/>
        </p:nvSpPr>
        <p:spPr>
          <a:xfrm>
            <a:off x="4866120" y="2072520"/>
            <a:ext cx="199800" cy="20520"/>
          </a:xfrm>
          <a:custGeom>
            <a:avLst/>
            <a:gdLst/>
            <a:ahLst/>
            <a:rect l="0" t="0" r="r" b="b"/>
            <a:pathLst>
              <a:path w="555" h="57">
                <a:moveTo>
                  <a:pt x="0" y="56"/>
                </a:moveTo>
                <a:lnTo>
                  <a:pt x="550" y="0"/>
                </a:lnTo>
                <a:lnTo>
                  <a:pt x="55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2" name=""/>
          <p:cNvSpPr/>
          <p:nvPr/>
        </p:nvSpPr>
        <p:spPr>
          <a:xfrm>
            <a:off x="4866120" y="2072520"/>
            <a:ext cx="201600" cy="20520"/>
          </a:xfrm>
          <a:custGeom>
            <a:avLst/>
            <a:gdLst/>
            <a:ahLst/>
            <a:rect l="0" t="0" r="r" b="b"/>
            <a:pathLst>
              <a:path w="560" h="57">
                <a:moveTo>
                  <a:pt x="0" y="57"/>
                </a:moveTo>
                <a:lnTo>
                  <a:pt x="555" y="0"/>
                </a:lnTo>
                <a:lnTo>
                  <a:pt x="560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3" name=""/>
          <p:cNvSpPr/>
          <p:nvPr/>
        </p:nvSpPr>
        <p:spPr>
          <a:xfrm>
            <a:off x="4866120" y="2072520"/>
            <a:ext cx="203040" cy="20880"/>
          </a:xfrm>
          <a:custGeom>
            <a:avLst/>
            <a:gdLst/>
            <a:ahLst/>
            <a:rect l="0" t="0" r="r" b="b"/>
            <a:pathLst>
              <a:path w="564" h="58">
                <a:moveTo>
                  <a:pt x="0" y="57"/>
                </a:moveTo>
                <a:lnTo>
                  <a:pt x="560" y="0"/>
                </a:lnTo>
                <a:lnTo>
                  <a:pt x="564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4" name=""/>
          <p:cNvSpPr/>
          <p:nvPr/>
        </p:nvSpPr>
        <p:spPr>
          <a:xfrm>
            <a:off x="4866120" y="2072520"/>
            <a:ext cx="204840" cy="20880"/>
          </a:xfrm>
          <a:custGeom>
            <a:avLst/>
            <a:gdLst/>
            <a:ahLst/>
            <a:rect l="0" t="0" r="r" b="b"/>
            <a:pathLst>
              <a:path w="569" h="58">
                <a:moveTo>
                  <a:pt x="0" y="58"/>
                </a:moveTo>
                <a:lnTo>
                  <a:pt x="564" y="0"/>
                </a:lnTo>
                <a:lnTo>
                  <a:pt x="569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5" name=""/>
          <p:cNvSpPr/>
          <p:nvPr/>
        </p:nvSpPr>
        <p:spPr>
          <a:xfrm>
            <a:off x="4866120" y="2072520"/>
            <a:ext cx="206640" cy="21240"/>
          </a:xfrm>
          <a:custGeom>
            <a:avLst/>
            <a:gdLst/>
            <a:ahLst/>
            <a:rect l="0" t="0" r="r" b="b"/>
            <a:pathLst>
              <a:path w="574" h="59">
                <a:moveTo>
                  <a:pt x="0" y="58"/>
                </a:moveTo>
                <a:lnTo>
                  <a:pt x="569" y="0"/>
                </a:lnTo>
                <a:lnTo>
                  <a:pt x="574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6" name=""/>
          <p:cNvSpPr/>
          <p:nvPr/>
        </p:nvSpPr>
        <p:spPr>
          <a:xfrm>
            <a:off x="4866120" y="2072520"/>
            <a:ext cx="208440" cy="21240"/>
          </a:xfrm>
          <a:custGeom>
            <a:avLst/>
            <a:gdLst/>
            <a:ahLst/>
            <a:rect l="0" t="0" r="r" b="b"/>
            <a:pathLst>
              <a:path w="579" h="59">
                <a:moveTo>
                  <a:pt x="0" y="59"/>
                </a:moveTo>
                <a:lnTo>
                  <a:pt x="574" y="0"/>
                </a:lnTo>
                <a:lnTo>
                  <a:pt x="579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7" name=""/>
          <p:cNvSpPr/>
          <p:nvPr/>
        </p:nvSpPr>
        <p:spPr>
          <a:xfrm>
            <a:off x="4866120" y="2072520"/>
            <a:ext cx="210240" cy="21600"/>
          </a:xfrm>
          <a:custGeom>
            <a:avLst/>
            <a:gdLst/>
            <a:ahLst/>
            <a:rect l="0" t="0" r="r" b="b"/>
            <a:pathLst>
              <a:path w="584" h="60">
                <a:moveTo>
                  <a:pt x="0" y="59"/>
                </a:moveTo>
                <a:lnTo>
                  <a:pt x="579" y="0"/>
                </a:lnTo>
                <a:lnTo>
                  <a:pt x="584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8" name=""/>
          <p:cNvSpPr/>
          <p:nvPr/>
        </p:nvSpPr>
        <p:spPr>
          <a:xfrm>
            <a:off x="4866120" y="2072520"/>
            <a:ext cx="212040" cy="21600"/>
          </a:xfrm>
          <a:custGeom>
            <a:avLst/>
            <a:gdLst/>
            <a:ahLst/>
            <a:rect l="0" t="0" r="r" b="b"/>
            <a:pathLst>
              <a:path w="589" h="60">
                <a:moveTo>
                  <a:pt x="0" y="60"/>
                </a:moveTo>
                <a:lnTo>
                  <a:pt x="584" y="0"/>
                </a:lnTo>
                <a:lnTo>
                  <a:pt x="589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59" name=""/>
          <p:cNvSpPr/>
          <p:nvPr/>
        </p:nvSpPr>
        <p:spPr>
          <a:xfrm>
            <a:off x="4866120" y="2072520"/>
            <a:ext cx="213840" cy="21960"/>
          </a:xfrm>
          <a:custGeom>
            <a:avLst/>
            <a:gdLst/>
            <a:ahLst/>
            <a:rect l="0" t="0" r="r" b="b"/>
            <a:pathLst>
              <a:path w="594" h="61">
                <a:moveTo>
                  <a:pt x="0" y="60"/>
                </a:moveTo>
                <a:lnTo>
                  <a:pt x="589" y="0"/>
                </a:lnTo>
                <a:lnTo>
                  <a:pt x="59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0" name=""/>
          <p:cNvSpPr/>
          <p:nvPr/>
        </p:nvSpPr>
        <p:spPr>
          <a:xfrm>
            <a:off x="4866120" y="2072520"/>
            <a:ext cx="215640" cy="21960"/>
          </a:xfrm>
          <a:custGeom>
            <a:avLst/>
            <a:gdLst/>
            <a:ahLst/>
            <a:rect l="0" t="0" r="r" b="b"/>
            <a:pathLst>
              <a:path w="599" h="61">
                <a:moveTo>
                  <a:pt x="0" y="61"/>
                </a:moveTo>
                <a:lnTo>
                  <a:pt x="594" y="0"/>
                </a:lnTo>
                <a:lnTo>
                  <a:pt x="599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1" name=""/>
          <p:cNvSpPr/>
          <p:nvPr/>
        </p:nvSpPr>
        <p:spPr>
          <a:xfrm>
            <a:off x="4866120" y="2072520"/>
            <a:ext cx="217440" cy="22320"/>
          </a:xfrm>
          <a:custGeom>
            <a:avLst/>
            <a:gdLst/>
            <a:ahLst/>
            <a:rect l="0" t="0" r="r" b="b"/>
            <a:pathLst>
              <a:path w="604" h="62">
                <a:moveTo>
                  <a:pt x="0" y="61"/>
                </a:moveTo>
                <a:lnTo>
                  <a:pt x="599" y="0"/>
                </a:lnTo>
                <a:lnTo>
                  <a:pt x="604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2" name=""/>
          <p:cNvSpPr/>
          <p:nvPr/>
        </p:nvSpPr>
        <p:spPr>
          <a:xfrm>
            <a:off x="4866120" y="2072520"/>
            <a:ext cx="219240" cy="22320"/>
          </a:xfrm>
          <a:custGeom>
            <a:avLst/>
            <a:gdLst/>
            <a:ahLst/>
            <a:rect l="0" t="0" r="r" b="b"/>
            <a:pathLst>
              <a:path w="609" h="62">
                <a:moveTo>
                  <a:pt x="0" y="62"/>
                </a:moveTo>
                <a:lnTo>
                  <a:pt x="604" y="0"/>
                </a:lnTo>
                <a:lnTo>
                  <a:pt x="609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3" name=""/>
          <p:cNvSpPr/>
          <p:nvPr/>
        </p:nvSpPr>
        <p:spPr>
          <a:xfrm>
            <a:off x="4866120" y="2072520"/>
            <a:ext cx="221040" cy="22680"/>
          </a:xfrm>
          <a:custGeom>
            <a:avLst/>
            <a:gdLst/>
            <a:ahLst/>
            <a:rect l="0" t="0" r="r" b="b"/>
            <a:pathLst>
              <a:path w="614" h="63">
                <a:moveTo>
                  <a:pt x="0" y="62"/>
                </a:moveTo>
                <a:lnTo>
                  <a:pt x="609" y="0"/>
                </a:lnTo>
                <a:lnTo>
                  <a:pt x="614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4" name=""/>
          <p:cNvSpPr/>
          <p:nvPr/>
        </p:nvSpPr>
        <p:spPr>
          <a:xfrm>
            <a:off x="4866120" y="2072520"/>
            <a:ext cx="222480" cy="22680"/>
          </a:xfrm>
          <a:custGeom>
            <a:avLst/>
            <a:gdLst/>
            <a:ahLst/>
            <a:rect l="0" t="0" r="r" b="b"/>
            <a:pathLst>
              <a:path w="618" h="63">
                <a:moveTo>
                  <a:pt x="0" y="63"/>
                </a:moveTo>
                <a:lnTo>
                  <a:pt x="614" y="0"/>
                </a:lnTo>
                <a:lnTo>
                  <a:pt x="618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5" name=""/>
          <p:cNvSpPr/>
          <p:nvPr/>
        </p:nvSpPr>
        <p:spPr>
          <a:xfrm>
            <a:off x="4866120" y="2072520"/>
            <a:ext cx="224280" cy="23040"/>
          </a:xfrm>
          <a:custGeom>
            <a:avLst/>
            <a:gdLst/>
            <a:ahLst/>
            <a:rect l="0" t="0" r="r" b="b"/>
            <a:pathLst>
              <a:path w="623" h="64">
                <a:moveTo>
                  <a:pt x="0" y="63"/>
                </a:moveTo>
                <a:lnTo>
                  <a:pt x="618" y="0"/>
                </a:lnTo>
                <a:lnTo>
                  <a:pt x="623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6" name=""/>
          <p:cNvSpPr/>
          <p:nvPr/>
        </p:nvSpPr>
        <p:spPr>
          <a:xfrm>
            <a:off x="4866120" y="207252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3" y="0"/>
                </a:lnTo>
                <a:lnTo>
                  <a:pt x="627" y="0"/>
                </a:lnTo>
                <a:lnTo>
                  <a:pt x="0" y="6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7" name=""/>
          <p:cNvSpPr/>
          <p:nvPr/>
        </p:nvSpPr>
        <p:spPr>
          <a:xfrm>
            <a:off x="4866120" y="207252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7" y="0"/>
                </a:lnTo>
                <a:lnTo>
                  <a:pt x="3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8" name=""/>
          <p:cNvSpPr/>
          <p:nvPr/>
        </p:nvSpPr>
        <p:spPr>
          <a:xfrm>
            <a:off x="4867200" y="2072520"/>
            <a:ext cx="224640" cy="23040"/>
          </a:xfrm>
          <a:custGeom>
            <a:avLst/>
            <a:gdLst/>
            <a:ahLst/>
            <a:rect l="0" t="0" r="r" b="b"/>
            <a:pathLst>
              <a:path w="624" h="64">
                <a:moveTo>
                  <a:pt x="0" y="64"/>
                </a:moveTo>
                <a:lnTo>
                  <a:pt x="624" y="0"/>
                </a:lnTo>
                <a:lnTo>
                  <a:pt x="624" y="1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69" name=""/>
          <p:cNvSpPr/>
          <p:nvPr/>
        </p:nvSpPr>
        <p:spPr>
          <a:xfrm>
            <a:off x="4869000" y="2072880"/>
            <a:ext cx="222840" cy="22680"/>
          </a:xfrm>
          <a:custGeom>
            <a:avLst/>
            <a:gdLst/>
            <a:ahLst/>
            <a:rect l="0" t="0" r="r" b="b"/>
            <a:pathLst>
              <a:path w="619" h="63">
                <a:moveTo>
                  <a:pt x="0" y="63"/>
                </a:moveTo>
                <a:lnTo>
                  <a:pt x="619" y="0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0" name=""/>
          <p:cNvSpPr/>
          <p:nvPr/>
        </p:nvSpPr>
        <p:spPr>
          <a:xfrm>
            <a:off x="4870800" y="2072880"/>
            <a:ext cx="221040" cy="22680"/>
          </a:xfrm>
          <a:custGeom>
            <a:avLst/>
            <a:gdLst/>
            <a:ahLst/>
            <a:rect l="0" t="0" r="r" b="b"/>
            <a:pathLst>
              <a:path w="614" h="63">
                <a:moveTo>
                  <a:pt x="0" y="63"/>
                </a:moveTo>
                <a:lnTo>
                  <a:pt x="614" y="0"/>
                </a:lnTo>
                <a:lnTo>
                  <a:pt x="614" y="1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1" name=""/>
          <p:cNvSpPr/>
          <p:nvPr/>
        </p:nvSpPr>
        <p:spPr>
          <a:xfrm>
            <a:off x="4872600" y="2073240"/>
            <a:ext cx="219240" cy="22320"/>
          </a:xfrm>
          <a:custGeom>
            <a:avLst/>
            <a:gdLst/>
            <a:ahLst/>
            <a:rect l="0" t="0" r="r" b="b"/>
            <a:pathLst>
              <a:path w="609" h="62">
                <a:moveTo>
                  <a:pt x="0" y="62"/>
                </a:moveTo>
                <a:lnTo>
                  <a:pt x="609" y="0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2" name=""/>
          <p:cNvSpPr/>
          <p:nvPr/>
        </p:nvSpPr>
        <p:spPr>
          <a:xfrm>
            <a:off x="4874400" y="2073240"/>
            <a:ext cx="217440" cy="22320"/>
          </a:xfrm>
          <a:custGeom>
            <a:avLst/>
            <a:gdLst/>
            <a:ahLst/>
            <a:rect l="0" t="0" r="r" b="b"/>
            <a:pathLst>
              <a:path w="604" h="62">
                <a:moveTo>
                  <a:pt x="0" y="62"/>
                </a:moveTo>
                <a:lnTo>
                  <a:pt x="604" y="0"/>
                </a:lnTo>
                <a:lnTo>
                  <a:pt x="604" y="1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3" name=""/>
          <p:cNvSpPr/>
          <p:nvPr/>
        </p:nvSpPr>
        <p:spPr>
          <a:xfrm>
            <a:off x="4876200" y="2073600"/>
            <a:ext cx="215640" cy="21960"/>
          </a:xfrm>
          <a:custGeom>
            <a:avLst/>
            <a:gdLst/>
            <a:ahLst/>
            <a:rect l="0" t="0" r="r" b="b"/>
            <a:pathLst>
              <a:path w="599" h="61">
                <a:moveTo>
                  <a:pt x="0" y="61"/>
                </a:moveTo>
                <a:lnTo>
                  <a:pt x="599" y="0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4" name=""/>
          <p:cNvSpPr/>
          <p:nvPr/>
        </p:nvSpPr>
        <p:spPr>
          <a:xfrm>
            <a:off x="4878000" y="2073600"/>
            <a:ext cx="213840" cy="21960"/>
          </a:xfrm>
          <a:custGeom>
            <a:avLst/>
            <a:gdLst/>
            <a:ahLst/>
            <a:rect l="0" t="0" r="r" b="b"/>
            <a:pathLst>
              <a:path w="594" h="61">
                <a:moveTo>
                  <a:pt x="0" y="61"/>
                </a:moveTo>
                <a:lnTo>
                  <a:pt x="594" y="0"/>
                </a:lnTo>
                <a:lnTo>
                  <a:pt x="594" y="1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5" name=""/>
          <p:cNvSpPr/>
          <p:nvPr/>
        </p:nvSpPr>
        <p:spPr>
          <a:xfrm>
            <a:off x="4879800" y="2073960"/>
            <a:ext cx="212040" cy="21600"/>
          </a:xfrm>
          <a:custGeom>
            <a:avLst/>
            <a:gdLst/>
            <a:ahLst/>
            <a:rect l="0" t="0" r="r" b="b"/>
            <a:pathLst>
              <a:path w="589" h="60">
                <a:moveTo>
                  <a:pt x="0" y="60"/>
                </a:moveTo>
                <a:lnTo>
                  <a:pt x="589" y="0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6" name=""/>
          <p:cNvSpPr/>
          <p:nvPr/>
        </p:nvSpPr>
        <p:spPr>
          <a:xfrm>
            <a:off x="4881600" y="2073960"/>
            <a:ext cx="210240" cy="21600"/>
          </a:xfrm>
          <a:custGeom>
            <a:avLst/>
            <a:gdLst/>
            <a:ahLst/>
            <a:rect l="0" t="0" r="r" b="b"/>
            <a:pathLst>
              <a:path w="584" h="60">
                <a:moveTo>
                  <a:pt x="0" y="60"/>
                </a:moveTo>
                <a:lnTo>
                  <a:pt x="584" y="0"/>
                </a:lnTo>
                <a:lnTo>
                  <a:pt x="584" y="1"/>
                </a:lnTo>
                <a:lnTo>
                  <a:pt x="4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7" name=""/>
          <p:cNvSpPr/>
          <p:nvPr/>
        </p:nvSpPr>
        <p:spPr>
          <a:xfrm>
            <a:off x="4883040" y="2074320"/>
            <a:ext cx="208800" cy="21240"/>
          </a:xfrm>
          <a:custGeom>
            <a:avLst/>
            <a:gdLst/>
            <a:ahLst/>
            <a:rect l="0" t="0" r="r" b="b"/>
            <a:pathLst>
              <a:path w="580" h="59">
                <a:moveTo>
                  <a:pt x="0" y="59"/>
                </a:moveTo>
                <a:lnTo>
                  <a:pt x="580" y="0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8" name=""/>
          <p:cNvSpPr/>
          <p:nvPr/>
        </p:nvSpPr>
        <p:spPr>
          <a:xfrm>
            <a:off x="4884840" y="2074320"/>
            <a:ext cx="207000" cy="21240"/>
          </a:xfrm>
          <a:custGeom>
            <a:avLst/>
            <a:gdLst/>
            <a:ahLst/>
            <a:rect l="0" t="0" r="r" b="b"/>
            <a:pathLst>
              <a:path w="575" h="59">
                <a:moveTo>
                  <a:pt x="0" y="59"/>
                </a:moveTo>
                <a:lnTo>
                  <a:pt x="575" y="0"/>
                </a:lnTo>
                <a:lnTo>
                  <a:pt x="575" y="1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79" name=""/>
          <p:cNvSpPr/>
          <p:nvPr/>
        </p:nvSpPr>
        <p:spPr>
          <a:xfrm>
            <a:off x="4886640" y="2074680"/>
            <a:ext cx="205200" cy="20880"/>
          </a:xfrm>
          <a:custGeom>
            <a:avLst/>
            <a:gdLst/>
            <a:ahLst/>
            <a:rect l="0" t="0" r="r" b="b"/>
            <a:pathLst>
              <a:path w="570" h="58">
                <a:moveTo>
                  <a:pt x="0" y="58"/>
                </a:moveTo>
                <a:lnTo>
                  <a:pt x="570" y="0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0" name=""/>
          <p:cNvSpPr/>
          <p:nvPr/>
        </p:nvSpPr>
        <p:spPr>
          <a:xfrm>
            <a:off x="4888440" y="2074680"/>
            <a:ext cx="203400" cy="20880"/>
          </a:xfrm>
          <a:custGeom>
            <a:avLst/>
            <a:gdLst/>
            <a:ahLst/>
            <a:rect l="0" t="0" r="r" b="b"/>
            <a:pathLst>
              <a:path w="565" h="58">
                <a:moveTo>
                  <a:pt x="0" y="58"/>
                </a:moveTo>
                <a:lnTo>
                  <a:pt x="565" y="0"/>
                </a:lnTo>
                <a:lnTo>
                  <a:pt x="565" y="1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1" name=""/>
          <p:cNvSpPr/>
          <p:nvPr/>
        </p:nvSpPr>
        <p:spPr>
          <a:xfrm>
            <a:off x="4890240" y="2075040"/>
            <a:ext cx="201600" cy="20520"/>
          </a:xfrm>
          <a:custGeom>
            <a:avLst/>
            <a:gdLst/>
            <a:ahLst/>
            <a:rect l="0" t="0" r="r" b="b"/>
            <a:pathLst>
              <a:path w="560" h="57">
                <a:moveTo>
                  <a:pt x="0" y="57"/>
                </a:moveTo>
                <a:lnTo>
                  <a:pt x="560" y="0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2" name=""/>
          <p:cNvSpPr/>
          <p:nvPr/>
        </p:nvSpPr>
        <p:spPr>
          <a:xfrm>
            <a:off x="4892040" y="2075040"/>
            <a:ext cx="199800" cy="20520"/>
          </a:xfrm>
          <a:custGeom>
            <a:avLst/>
            <a:gdLst/>
            <a:ahLst/>
            <a:rect l="0" t="0" r="r" b="b"/>
            <a:pathLst>
              <a:path w="555" h="57">
                <a:moveTo>
                  <a:pt x="0" y="57"/>
                </a:moveTo>
                <a:lnTo>
                  <a:pt x="555" y="0"/>
                </a:lnTo>
                <a:lnTo>
                  <a:pt x="555" y="1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3" name=""/>
          <p:cNvSpPr/>
          <p:nvPr/>
        </p:nvSpPr>
        <p:spPr>
          <a:xfrm>
            <a:off x="4893840" y="2075400"/>
            <a:ext cx="198000" cy="20160"/>
          </a:xfrm>
          <a:custGeom>
            <a:avLst/>
            <a:gdLst/>
            <a:ahLst/>
            <a:rect l="0" t="0" r="r" b="b"/>
            <a:pathLst>
              <a:path w="550" h="56">
                <a:moveTo>
                  <a:pt x="0" y="56"/>
                </a:moveTo>
                <a:lnTo>
                  <a:pt x="550" y="0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4" name=""/>
          <p:cNvSpPr/>
          <p:nvPr/>
        </p:nvSpPr>
        <p:spPr>
          <a:xfrm>
            <a:off x="4895640" y="2075400"/>
            <a:ext cx="196200" cy="20160"/>
          </a:xfrm>
          <a:custGeom>
            <a:avLst/>
            <a:gdLst/>
            <a:ahLst/>
            <a:rect l="0" t="0" r="r" b="b"/>
            <a:pathLst>
              <a:path w="545" h="56">
                <a:moveTo>
                  <a:pt x="0" y="56"/>
                </a:moveTo>
                <a:lnTo>
                  <a:pt x="545" y="0"/>
                </a:lnTo>
                <a:lnTo>
                  <a:pt x="545" y="1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5" name=""/>
          <p:cNvSpPr/>
          <p:nvPr/>
        </p:nvSpPr>
        <p:spPr>
          <a:xfrm>
            <a:off x="4897440" y="2075760"/>
            <a:ext cx="194400" cy="19800"/>
          </a:xfrm>
          <a:custGeom>
            <a:avLst/>
            <a:gdLst/>
            <a:ahLst/>
            <a:rect l="0" t="0" r="r" b="b"/>
            <a:pathLst>
              <a:path w="540" h="55">
                <a:moveTo>
                  <a:pt x="0" y="55"/>
                </a:moveTo>
                <a:lnTo>
                  <a:pt x="540" y="0"/>
                </a:lnTo>
                <a:lnTo>
                  <a:pt x="5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6" name=""/>
          <p:cNvSpPr/>
          <p:nvPr/>
        </p:nvSpPr>
        <p:spPr>
          <a:xfrm>
            <a:off x="4899240" y="2075760"/>
            <a:ext cx="192600" cy="19800"/>
          </a:xfrm>
          <a:custGeom>
            <a:avLst/>
            <a:gdLst/>
            <a:ahLst/>
            <a:rect l="0" t="0" r="r" b="b"/>
            <a:pathLst>
              <a:path w="535" h="55">
                <a:moveTo>
                  <a:pt x="0" y="55"/>
                </a:moveTo>
                <a:lnTo>
                  <a:pt x="535" y="0"/>
                </a:lnTo>
                <a:lnTo>
                  <a:pt x="535" y="1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7" name=""/>
          <p:cNvSpPr/>
          <p:nvPr/>
        </p:nvSpPr>
        <p:spPr>
          <a:xfrm>
            <a:off x="4900680" y="2076120"/>
            <a:ext cx="191160" cy="19440"/>
          </a:xfrm>
          <a:custGeom>
            <a:avLst/>
            <a:gdLst/>
            <a:ahLst/>
            <a:rect l="0" t="0" r="r" b="b"/>
            <a:pathLst>
              <a:path w="531" h="54">
                <a:moveTo>
                  <a:pt x="0" y="54"/>
                </a:moveTo>
                <a:lnTo>
                  <a:pt x="531" y="0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8" name=""/>
          <p:cNvSpPr/>
          <p:nvPr/>
        </p:nvSpPr>
        <p:spPr>
          <a:xfrm>
            <a:off x="4902480" y="2076120"/>
            <a:ext cx="189360" cy="19440"/>
          </a:xfrm>
          <a:custGeom>
            <a:avLst/>
            <a:gdLst/>
            <a:ahLst/>
            <a:rect l="0" t="0" r="r" b="b"/>
            <a:pathLst>
              <a:path w="526" h="54">
                <a:moveTo>
                  <a:pt x="0" y="54"/>
                </a:moveTo>
                <a:lnTo>
                  <a:pt x="526" y="0"/>
                </a:lnTo>
                <a:lnTo>
                  <a:pt x="526" y="1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89" name=""/>
          <p:cNvSpPr/>
          <p:nvPr/>
        </p:nvSpPr>
        <p:spPr>
          <a:xfrm>
            <a:off x="4904280" y="2076480"/>
            <a:ext cx="187560" cy="19080"/>
          </a:xfrm>
          <a:custGeom>
            <a:avLst/>
            <a:gdLst/>
            <a:ahLst/>
            <a:rect l="0" t="0" r="r" b="b"/>
            <a:pathLst>
              <a:path w="521" h="53">
                <a:moveTo>
                  <a:pt x="0" y="53"/>
                </a:moveTo>
                <a:lnTo>
                  <a:pt x="521" y="0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0" name=""/>
          <p:cNvSpPr/>
          <p:nvPr/>
        </p:nvSpPr>
        <p:spPr>
          <a:xfrm>
            <a:off x="4906080" y="2076480"/>
            <a:ext cx="185760" cy="19080"/>
          </a:xfrm>
          <a:custGeom>
            <a:avLst/>
            <a:gdLst/>
            <a:ahLst/>
            <a:rect l="0" t="0" r="r" b="b"/>
            <a:pathLst>
              <a:path w="516" h="53">
                <a:moveTo>
                  <a:pt x="0" y="53"/>
                </a:moveTo>
                <a:lnTo>
                  <a:pt x="516" y="0"/>
                </a:lnTo>
                <a:lnTo>
                  <a:pt x="516" y="1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1" name=""/>
          <p:cNvSpPr/>
          <p:nvPr/>
        </p:nvSpPr>
        <p:spPr>
          <a:xfrm>
            <a:off x="4907880" y="2076840"/>
            <a:ext cx="183960" cy="18720"/>
          </a:xfrm>
          <a:custGeom>
            <a:avLst/>
            <a:gdLst/>
            <a:ahLst/>
            <a:rect l="0" t="0" r="r" b="b"/>
            <a:pathLst>
              <a:path w="511" h="52">
                <a:moveTo>
                  <a:pt x="0" y="52"/>
                </a:moveTo>
                <a:lnTo>
                  <a:pt x="511" y="0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2" name=""/>
          <p:cNvSpPr/>
          <p:nvPr/>
        </p:nvSpPr>
        <p:spPr>
          <a:xfrm>
            <a:off x="4909680" y="2076840"/>
            <a:ext cx="182160" cy="18720"/>
          </a:xfrm>
          <a:custGeom>
            <a:avLst/>
            <a:gdLst/>
            <a:ahLst/>
            <a:rect l="0" t="0" r="r" b="b"/>
            <a:pathLst>
              <a:path w="506" h="52">
                <a:moveTo>
                  <a:pt x="0" y="52"/>
                </a:moveTo>
                <a:lnTo>
                  <a:pt x="506" y="0"/>
                </a:lnTo>
                <a:lnTo>
                  <a:pt x="506" y="1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3" name=""/>
          <p:cNvSpPr/>
          <p:nvPr/>
        </p:nvSpPr>
        <p:spPr>
          <a:xfrm>
            <a:off x="4911480" y="2077200"/>
            <a:ext cx="180360" cy="18360"/>
          </a:xfrm>
          <a:custGeom>
            <a:avLst/>
            <a:gdLst/>
            <a:ahLst/>
            <a:rect l="0" t="0" r="r" b="b"/>
            <a:pathLst>
              <a:path w="501" h="51">
                <a:moveTo>
                  <a:pt x="0" y="51"/>
                </a:moveTo>
                <a:lnTo>
                  <a:pt x="501" y="0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4" name=""/>
          <p:cNvSpPr/>
          <p:nvPr/>
        </p:nvSpPr>
        <p:spPr>
          <a:xfrm>
            <a:off x="4913280" y="2077200"/>
            <a:ext cx="178560" cy="18360"/>
          </a:xfrm>
          <a:custGeom>
            <a:avLst/>
            <a:gdLst/>
            <a:ahLst/>
            <a:rect l="0" t="0" r="r" b="b"/>
            <a:pathLst>
              <a:path w="496" h="51">
                <a:moveTo>
                  <a:pt x="0" y="51"/>
                </a:moveTo>
                <a:lnTo>
                  <a:pt x="496" y="0"/>
                </a:lnTo>
                <a:lnTo>
                  <a:pt x="496" y="1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5" name=""/>
          <p:cNvSpPr/>
          <p:nvPr/>
        </p:nvSpPr>
        <p:spPr>
          <a:xfrm>
            <a:off x="4915080" y="2077560"/>
            <a:ext cx="176760" cy="18000"/>
          </a:xfrm>
          <a:custGeom>
            <a:avLst/>
            <a:gdLst/>
            <a:ahLst/>
            <a:rect l="0" t="0" r="r" b="b"/>
            <a:pathLst>
              <a:path w="491" h="50">
                <a:moveTo>
                  <a:pt x="0" y="50"/>
                </a:moveTo>
                <a:lnTo>
                  <a:pt x="491" y="0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6" name=""/>
          <p:cNvSpPr/>
          <p:nvPr/>
        </p:nvSpPr>
        <p:spPr>
          <a:xfrm>
            <a:off x="4916880" y="2077560"/>
            <a:ext cx="174960" cy="18000"/>
          </a:xfrm>
          <a:custGeom>
            <a:avLst/>
            <a:gdLst/>
            <a:ahLst/>
            <a:rect l="0" t="0" r="r" b="b"/>
            <a:pathLst>
              <a:path w="486" h="50">
                <a:moveTo>
                  <a:pt x="0" y="50"/>
                </a:moveTo>
                <a:lnTo>
                  <a:pt x="486" y="0"/>
                </a:lnTo>
                <a:lnTo>
                  <a:pt x="486" y="1"/>
                </a:lnTo>
                <a:lnTo>
                  <a:pt x="4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7" name=""/>
          <p:cNvSpPr/>
          <p:nvPr/>
        </p:nvSpPr>
        <p:spPr>
          <a:xfrm>
            <a:off x="4918320" y="2077920"/>
            <a:ext cx="173520" cy="17640"/>
          </a:xfrm>
          <a:custGeom>
            <a:avLst/>
            <a:gdLst/>
            <a:ahLst/>
            <a:rect l="0" t="0" r="r" b="b"/>
            <a:pathLst>
              <a:path w="482" h="49">
                <a:moveTo>
                  <a:pt x="0" y="49"/>
                </a:moveTo>
                <a:lnTo>
                  <a:pt x="482" y="0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8" name=""/>
          <p:cNvSpPr/>
          <p:nvPr/>
        </p:nvSpPr>
        <p:spPr>
          <a:xfrm>
            <a:off x="4920120" y="2077920"/>
            <a:ext cx="171720" cy="17640"/>
          </a:xfrm>
          <a:custGeom>
            <a:avLst/>
            <a:gdLst/>
            <a:ahLst/>
            <a:rect l="0" t="0" r="r" b="b"/>
            <a:pathLst>
              <a:path w="477" h="49">
                <a:moveTo>
                  <a:pt x="0" y="49"/>
                </a:moveTo>
                <a:lnTo>
                  <a:pt x="477" y="0"/>
                </a:lnTo>
                <a:lnTo>
                  <a:pt x="477" y="1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799" name=""/>
          <p:cNvSpPr/>
          <p:nvPr/>
        </p:nvSpPr>
        <p:spPr>
          <a:xfrm>
            <a:off x="4921920" y="2078280"/>
            <a:ext cx="169920" cy="17280"/>
          </a:xfrm>
          <a:custGeom>
            <a:avLst/>
            <a:gdLst/>
            <a:ahLst/>
            <a:rect l="0" t="0" r="r" b="b"/>
            <a:pathLst>
              <a:path w="472" h="48">
                <a:moveTo>
                  <a:pt x="0" y="48"/>
                </a:moveTo>
                <a:lnTo>
                  <a:pt x="472" y="0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0" name=""/>
          <p:cNvSpPr/>
          <p:nvPr/>
        </p:nvSpPr>
        <p:spPr>
          <a:xfrm>
            <a:off x="4923720" y="2078280"/>
            <a:ext cx="168120" cy="17280"/>
          </a:xfrm>
          <a:custGeom>
            <a:avLst/>
            <a:gdLst/>
            <a:ahLst/>
            <a:rect l="0" t="0" r="r" b="b"/>
            <a:pathLst>
              <a:path w="467" h="48">
                <a:moveTo>
                  <a:pt x="0" y="48"/>
                </a:moveTo>
                <a:lnTo>
                  <a:pt x="467" y="0"/>
                </a:lnTo>
                <a:lnTo>
                  <a:pt x="467" y="1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1" name=""/>
          <p:cNvSpPr/>
          <p:nvPr/>
        </p:nvSpPr>
        <p:spPr>
          <a:xfrm>
            <a:off x="4925520" y="2078640"/>
            <a:ext cx="166320" cy="16920"/>
          </a:xfrm>
          <a:custGeom>
            <a:avLst/>
            <a:gdLst/>
            <a:ahLst/>
            <a:rect l="0" t="0" r="r" b="b"/>
            <a:pathLst>
              <a:path w="462" h="47">
                <a:moveTo>
                  <a:pt x="0" y="47"/>
                </a:moveTo>
                <a:lnTo>
                  <a:pt x="462" y="0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2" name=""/>
          <p:cNvSpPr/>
          <p:nvPr/>
        </p:nvSpPr>
        <p:spPr>
          <a:xfrm>
            <a:off x="4927320" y="2078640"/>
            <a:ext cx="164520" cy="16920"/>
          </a:xfrm>
          <a:custGeom>
            <a:avLst/>
            <a:gdLst/>
            <a:ahLst/>
            <a:rect l="0" t="0" r="r" b="b"/>
            <a:pathLst>
              <a:path w="457" h="47">
                <a:moveTo>
                  <a:pt x="0" y="47"/>
                </a:moveTo>
                <a:lnTo>
                  <a:pt x="457" y="0"/>
                </a:lnTo>
                <a:lnTo>
                  <a:pt x="457" y="1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3" name=""/>
          <p:cNvSpPr/>
          <p:nvPr/>
        </p:nvSpPr>
        <p:spPr>
          <a:xfrm>
            <a:off x="4929120" y="2079000"/>
            <a:ext cx="162720" cy="16560"/>
          </a:xfrm>
          <a:custGeom>
            <a:avLst/>
            <a:gdLst/>
            <a:ahLst/>
            <a:rect l="0" t="0" r="r" b="b"/>
            <a:pathLst>
              <a:path w="452" h="46">
                <a:moveTo>
                  <a:pt x="0" y="46"/>
                </a:moveTo>
                <a:lnTo>
                  <a:pt x="452" y="0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4" name=""/>
          <p:cNvSpPr/>
          <p:nvPr/>
        </p:nvSpPr>
        <p:spPr>
          <a:xfrm>
            <a:off x="4930920" y="2079000"/>
            <a:ext cx="160920" cy="16560"/>
          </a:xfrm>
          <a:custGeom>
            <a:avLst/>
            <a:gdLst/>
            <a:ahLst/>
            <a:rect l="0" t="0" r="r" b="b"/>
            <a:pathLst>
              <a:path w="447" h="46">
                <a:moveTo>
                  <a:pt x="0" y="46"/>
                </a:moveTo>
                <a:lnTo>
                  <a:pt x="447" y="0"/>
                </a:lnTo>
                <a:lnTo>
                  <a:pt x="447" y="1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5" name=""/>
          <p:cNvSpPr/>
          <p:nvPr/>
        </p:nvSpPr>
        <p:spPr>
          <a:xfrm>
            <a:off x="4932720" y="2079360"/>
            <a:ext cx="159120" cy="16200"/>
          </a:xfrm>
          <a:custGeom>
            <a:avLst/>
            <a:gdLst/>
            <a:ahLst/>
            <a:rect l="0" t="0" r="r" b="b"/>
            <a:pathLst>
              <a:path w="442" h="45">
                <a:moveTo>
                  <a:pt x="0" y="45"/>
                </a:moveTo>
                <a:lnTo>
                  <a:pt x="442" y="0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6" name=""/>
          <p:cNvSpPr/>
          <p:nvPr/>
        </p:nvSpPr>
        <p:spPr>
          <a:xfrm>
            <a:off x="4934520" y="2079360"/>
            <a:ext cx="157320" cy="16200"/>
          </a:xfrm>
          <a:custGeom>
            <a:avLst/>
            <a:gdLst/>
            <a:ahLst/>
            <a:rect l="0" t="0" r="r" b="b"/>
            <a:pathLst>
              <a:path w="437" h="45">
                <a:moveTo>
                  <a:pt x="0" y="45"/>
                </a:moveTo>
                <a:lnTo>
                  <a:pt x="437" y="0"/>
                </a:lnTo>
                <a:lnTo>
                  <a:pt x="437" y="1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7" name=""/>
          <p:cNvSpPr/>
          <p:nvPr/>
        </p:nvSpPr>
        <p:spPr>
          <a:xfrm>
            <a:off x="4936320" y="2079720"/>
            <a:ext cx="155520" cy="15840"/>
          </a:xfrm>
          <a:custGeom>
            <a:avLst/>
            <a:gdLst/>
            <a:ahLst/>
            <a:rect l="0" t="0" r="r" b="b"/>
            <a:pathLst>
              <a:path w="432" h="44">
                <a:moveTo>
                  <a:pt x="0" y="44"/>
                </a:moveTo>
                <a:lnTo>
                  <a:pt x="432" y="0"/>
                </a:lnTo>
                <a:lnTo>
                  <a:pt x="4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8" name=""/>
          <p:cNvSpPr/>
          <p:nvPr/>
        </p:nvSpPr>
        <p:spPr>
          <a:xfrm>
            <a:off x="4937760" y="2079720"/>
            <a:ext cx="154080" cy="15840"/>
          </a:xfrm>
          <a:custGeom>
            <a:avLst/>
            <a:gdLst/>
            <a:ahLst/>
            <a:rect l="0" t="0" r="r" b="b"/>
            <a:pathLst>
              <a:path w="428" h="44">
                <a:moveTo>
                  <a:pt x="0" y="44"/>
                </a:moveTo>
                <a:lnTo>
                  <a:pt x="428" y="0"/>
                </a:lnTo>
                <a:lnTo>
                  <a:pt x="428" y="1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09" name=""/>
          <p:cNvSpPr/>
          <p:nvPr/>
        </p:nvSpPr>
        <p:spPr>
          <a:xfrm>
            <a:off x="4939560" y="2080080"/>
            <a:ext cx="152280" cy="15480"/>
          </a:xfrm>
          <a:custGeom>
            <a:avLst/>
            <a:gdLst/>
            <a:ahLst/>
            <a:rect l="0" t="0" r="r" b="b"/>
            <a:pathLst>
              <a:path w="423" h="43">
                <a:moveTo>
                  <a:pt x="0" y="43"/>
                </a:moveTo>
                <a:lnTo>
                  <a:pt x="423" y="0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0" name=""/>
          <p:cNvSpPr/>
          <p:nvPr/>
        </p:nvSpPr>
        <p:spPr>
          <a:xfrm>
            <a:off x="4941360" y="2080080"/>
            <a:ext cx="150480" cy="15480"/>
          </a:xfrm>
          <a:custGeom>
            <a:avLst/>
            <a:gdLst/>
            <a:ahLst/>
            <a:rect l="0" t="0" r="r" b="b"/>
            <a:pathLst>
              <a:path w="418" h="43">
                <a:moveTo>
                  <a:pt x="0" y="43"/>
                </a:moveTo>
                <a:lnTo>
                  <a:pt x="418" y="0"/>
                </a:lnTo>
                <a:lnTo>
                  <a:pt x="418" y="1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1" name=""/>
          <p:cNvSpPr/>
          <p:nvPr/>
        </p:nvSpPr>
        <p:spPr>
          <a:xfrm>
            <a:off x="4943160" y="2080440"/>
            <a:ext cx="148680" cy="15120"/>
          </a:xfrm>
          <a:custGeom>
            <a:avLst/>
            <a:gdLst/>
            <a:ahLst/>
            <a:rect l="0" t="0" r="r" b="b"/>
            <a:pathLst>
              <a:path w="413" h="42">
                <a:moveTo>
                  <a:pt x="0" y="42"/>
                </a:moveTo>
                <a:lnTo>
                  <a:pt x="413" y="0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2" name=""/>
          <p:cNvSpPr/>
          <p:nvPr/>
        </p:nvSpPr>
        <p:spPr>
          <a:xfrm>
            <a:off x="4944960" y="2080440"/>
            <a:ext cx="146880" cy="15120"/>
          </a:xfrm>
          <a:custGeom>
            <a:avLst/>
            <a:gdLst/>
            <a:ahLst/>
            <a:rect l="0" t="0" r="r" b="b"/>
            <a:pathLst>
              <a:path w="408" h="42">
                <a:moveTo>
                  <a:pt x="0" y="42"/>
                </a:moveTo>
                <a:lnTo>
                  <a:pt x="408" y="0"/>
                </a:lnTo>
                <a:lnTo>
                  <a:pt x="408" y="1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3" name=""/>
          <p:cNvSpPr/>
          <p:nvPr/>
        </p:nvSpPr>
        <p:spPr>
          <a:xfrm>
            <a:off x="4946760" y="2080800"/>
            <a:ext cx="145080" cy="14760"/>
          </a:xfrm>
          <a:custGeom>
            <a:avLst/>
            <a:gdLst/>
            <a:ahLst/>
            <a:rect l="0" t="0" r="r" b="b"/>
            <a:pathLst>
              <a:path w="403" h="41">
                <a:moveTo>
                  <a:pt x="0" y="41"/>
                </a:moveTo>
                <a:lnTo>
                  <a:pt x="403" y="0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4" name=""/>
          <p:cNvSpPr/>
          <p:nvPr/>
        </p:nvSpPr>
        <p:spPr>
          <a:xfrm>
            <a:off x="4948560" y="2080800"/>
            <a:ext cx="143280" cy="14760"/>
          </a:xfrm>
          <a:custGeom>
            <a:avLst/>
            <a:gdLst/>
            <a:ahLst/>
            <a:rect l="0" t="0" r="r" b="b"/>
            <a:pathLst>
              <a:path w="398" h="41">
                <a:moveTo>
                  <a:pt x="0" y="41"/>
                </a:moveTo>
                <a:lnTo>
                  <a:pt x="398" y="0"/>
                </a:lnTo>
                <a:lnTo>
                  <a:pt x="398" y="2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5" name=""/>
          <p:cNvSpPr/>
          <p:nvPr/>
        </p:nvSpPr>
        <p:spPr>
          <a:xfrm>
            <a:off x="4950360" y="2081160"/>
            <a:ext cx="141480" cy="14400"/>
          </a:xfrm>
          <a:custGeom>
            <a:avLst/>
            <a:gdLst/>
            <a:ahLst/>
            <a:rect l="0" t="0" r="r" b="b"/>
            <a:pathLst>
              <a:path w="393" h="40">
                <a:moveTo>
                  <a:pt x="0" y="40"/>
                </a:moveTo>
                <a:lnTo>
                  <a:pt x="393" y="0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6" name=""/>
          <p:cNvSpPr/>
          <p:nvPr/>
        </p:nvSpPr>
        <p:spPr>
          <a:xfrm>
            <a:off x="4952160" y="2081160"/>
            <a:ext cx="139680" cy="14400"/>
          </a:xfrm>
          <a:custGeom>
            <a:avLst/>
            <a:gdLst/>
            <a:ahLst/>
            <a:rect l="0" t="0" r="r" b="b"/>
            <a:pathLst>
              <a:path w="388" h="40">
                <a:moveTo>
                  <a:pt x="0" y="40"/>
                </a:moveTo>
                <a:lnTo>
                  <a:pt x="388" y="0"/>
                </a:lnTo>
                <a:lnTo>
                  <a:pt x="388" y="1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7" name=""/>
          <p:cNvSpPr/>
          <p:nvPr/>
        </p:nvSpPr>
        <p:spPr>
          <a:xfrm>
            <a:off x="4953960" y="2081520"/>
            <a:ext cx="137880" cy="14040"/>
          </a:xfrm>
          <a:custGeom>
            <a:avLst/>
            <a:gdLst/>
            <a:ahLst/>
            <a:rect l="0" t="0" r="r" b="b"/>
            <a:pathLst>
              <a:path w="383" h="39">
                <a:moveTo>
                  <a:pt x="0" y="39"/>
                </a:moveTo>
                <a:lnTo>
                  <a:pt x="383" y="0"/>
                </a:lnTo>
                <a:lnTo>
                  <a:pt x="4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8" name=""/>
          <p:cNvSpPr/>
          <p:nvPr/>
        </p:nvSpPr>
        <p:spPr>
          <a:xfrm>
            <a:off x="4955400" y="2081520"/>
            <a:ext cx="136440" cy="14040"/>
          </a:xfrm>
          <a:custGeom>
            <a:avLst/>
            <a:gdLst/>
            <a:ahLst/>
            <a:rect l="0" t="0" r="r" b="b"/>
            <a:pathLst>
              <a:path w="379" h="39">
                <a:moveTo>
                  <a:pt x="0" y="39"/>
                </a:moveTo>
                <a:lnTo>
                  <a:pt x="379" y="0"/>
                </a:lnTo>
                <a:lnTo>
                  <a:pt x="379" y="1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19" name=""/>
          <p:cNvSpPr/>
          <p:nvPr/>
        </p:nvSpPr>
        <p:spPr>
          <a:xfrm>
            <a:off x="4957200" y="2081880"/>
            <a:ext cx="134640" cy="13680"/>
          </a:xfrm>
          <a:custGeom>
            <a:avLst/>
            <a:gdLst/>
            <a:ahLst/>
            <a:rect l="0" t="0" r="r" b="b"/>
            <a:pathLst>
              <a:path w="374" h="38">
                <a:moveTo>
                  <a:pt x="0" y="38"/>
                </a:moveTo>
                <a:lnTo>
                  <a:pt x="374" y="0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0" name=""/>
          <p:cNvSpPr/>
          <p:nvPr/>
        </p:nvSpPr>
        <p:spPr>
          <a:xfrm>
            <a:off x="4959000" y="2081880"/>
            <a:ext cx="132840" cy="13680"/>
          </a:xfrm>
          <a:custGeom>
            <a:avLst/>
            <a:gdLst/>
            <a:ahLst/>
            <a:rect l="0" t="0" r="r" b="b"/>
            <a:pathLst>
              <a:path w="369" h="38">
                <a:moveTo>
                  <a:pt x="0" y="38"/>
                </a:moveTo>
                <a:lnTo>
                  <a:pt x="369" y="0"/>
                </a:lnTo>
                <a:lnTo>
                  <a:pt x="369" y="1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1" name=""/>
          <p:cNvSpPr/>
          <p:nvPr/>
        </p:nvSpPr>
        <p:spPr>
          <a:xfrm>
            <a:off x="4960800" y="2082240"/>
            <a:ext cx="131040" cy="13320"/>
          </a:xfrm>
          <a:custGeom>
            <a:avLst/>
            <a:gdLst/>
            <a:ahLst/>
            <a:rect l="0" t="0" r="r" b="b"/>
            <a:pathLst>
              <a:path w="364" h="37">
                <a:moveTo>
                  <a:pt x="0" y="37"/>
                </a:moveTo>
                <a:lnTo>
                  <a:pt x="364" y="0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2" name=""/>
          <p:cNvSpPr/>
          <p:nvPr/>
        </p:nvSpPr>
        <p:spPr>
          <a:xfrm>
            <a:off x="4962600" y="2082240"/>
            <a:ext cx="129240" cy="13320"/>
          </a:xfrm>
          <a:custGeom>
            <a:avLst/>
            <a:gdLst/>
            <a:ahLst/>
            <a:rect l="0" t="0" r="r" b="b"/>
            <a:pathLst>
              <a:path w="359" h="37">
                <a:moveTo>
                  <a:pt x="0" y="37"/>
                </a:moveTo>
                <a:lnTo>
                  <a:pt x="359" y="0"/>
                </a:lnTo>
                <a:lnTo>
                  <a:pt x="359" y="1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3" name=""/>
          <p:cNvSpPr/>
          <p:nvPr/>
        </p:nvSpPr>
        <p:spPr>
          <a:xfrm>
            <a:off x="4964400" y="2082600"/>
            <a:ext cx="127440" cy="12960"/>
          </a:xfrm>
          <a:custGeom>
            <a:avLst/>
            <a:gdLst/>
            <a:ahLst/>
            <a:rect l="0" t="0" r="r" b="b"/>
            <a:pathLst>
              <a:path w="354" h="36">
                <a:moveTo>
                  <a:pt x="0" y="36"/>
                </a:moveTo>
                <a:lnTo>
                  <a:pt x="354" y="0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4" name=""/>
          <p:cNvSpPr/>
          <p:nvPr/>
        </p:nvSpPr>
        <p:spPr>
          <a:xfrm>
            <a:off x="4966200" y="2082600"/>
            <a:ext cx="125640" cy="12960"/>
          </a:xfrm>
          <a:custGeom>
            <a:avLst/>
            <a:gdLst/>
            <a:ahLst/>
            <a:rect l="0" t="0" r="r" b="b"/>
            <a:pathLst>
              <a:path w="349" h="36">
                <a:moveTo>
                  <a:pt x="0" y="36"/>
                </a:moveTo>
                <a:lnTo>
                  <a:pt x="349" y="0"/>
                </a:lnTo>
                <a:lnTo>
                  <a:pt x="349" y="1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5" name=""/>
          <p:cNvSpPr/>
          <p:nvPr/>
        </p:nvSpPr>
        <p:spPr>
          <a:xfrm>
            <a:off x="4968000" y="2082960"/>
            <a:ext cx="123840" cy="12600"/>
          </a:xfrm>
          <a:custGeom>
            <a:avLst/>
            <a:gdLst/>
            <a:ahLst/>
            <a:rect l="0" t="0" r="r" b="b"/>
            <a:pathLst>
              <a:path w="344" h="35">
                <a:moveTo>
                  <a:pt x="0" y="35"/>
                </a:moveTo>
                <a:lnTo>
                  <a:pt x="344" y="0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6" name=""/>
          <p:cNvSpPr/>
          <p:nvPr/>
        </p:nvSpPr>
        <p:spPr>
          <a:xfrm>
            <a:off x="4969800" y="2082960"/>
            <a:ext cx="122040" cy="12600"/>
          </a:xfrm>
          <a:custGeom>
            <a:avLst/>
            <a:gdLst/>
            <a:ahLst/>
            <a:rect l="0" t="0" r="r" b="b"/>
            <a:pathLst>
              <a:path w="339" h="35">
                <a:moveTo>
                  <a:pt x="0" y="35"/>
                </a:moveTo>
                <a:lnTo>
                  <a:pt x="339" y="0"/>
                </a:lnTo>
                <a:lnTo>
                  <a:pt x="339" y="1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7" name=""/>
          <p:cNvSpPr/>
          <p:nvPr/>
        </p:nvSpPr>
        <p:spPr>
          <a:xfrm>
            <a:off x="4971600" y="2083320"/>
            <a:ext cx="120240" cy="12240"/>
          </a:xfrm>
          <a:custGeom>
            <a:avLst/>
            <a:gdLst/>
            <a:ahLst/>
            <a:rect l="0" t="0" r="r" b="b"/>
            <a:pathLst>
              <a:path w="334" h="34">
                <a:moveTo>
                  <a:pt x="0" y="34"/>
                </a:moveTo>
                <a:lnTo>
                  <a:pt x="334" y="0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8" name=""/>
          <p:cNvSpPr/>
          <p:nvPr/>
        </p:nvSpPr>
        <p:spPr>
          <a:xfrm>
            <a:off x="4973400" y="2083320"/>
            <a:ext cx="118440" cy="12240"/>
          </a:xfrm>
          <a:custGeom>
            <a:avLst/>
            <a:gdLst/>
            <a:ahLst/>
            <a:rect l="0" t="0" r="r" b="b"/>
            <a:pathLst>
              <a:path w="329" h="34">
                <a:moveTo>
                  <a:pt x="0" y="34"/>
                </a:moveTo>
                <a:lnTo>
                  <a:pt x="329" y="0"/>
                </a:lnTo>
                <a:lnTo>
                  <a:pt x="329" y="1"/>
                </a:lnTo>
                <a:lnTo>
                  <a:pt x="4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29" name=""/>
          <p:cNvSpPr/>
          <p:nvPr/>
        </p:nvSpPr>
        <p:spPr>
          <a:xfrm>
            <a:off x="4974840" y="2083680"/>
            <a:ext cx="117000" cy="11880"/>
          </a:xfrm>
          <a:custGeom>
            <a:avLst/>
            <a:gdLst/>
            <a:ahLst/>
            <a:rect l="0" t="0" r="r" b="b"/>
            <a:pathLst>
              <a:path w="325" h="33">
                <a:moveTo>
                  <a:pt x="0" y="33"/>
                </a:moveTo>
                <a:lnTo>
                  <a:pt x="325" y="0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0" name=""/>
          <p:cNvSpPr/>
          <p:nvPr/>
        </p:nvSpPr>
        <p:spPr>
          <a:xfrm>
            <a:off x="4976640" y="2083680"/>
            <a:ext cx="115200" cy="11880"/>
          </a:xfrm>
          <a:custGeom>
            <a:avLst/>
            <a:gdLst/>
            <a:ahLst/>
            <a:rect l="0" t="0" r="r" b="b"/>
            <a:pathLst>
              <a:path w="320" h="33">
                <a:moveTo>
                  <a:pt x="0" y="33"/>
                </a:moveTo>
                <a:lnTo>
                  <a:pt x="320" y="0"/>
                </a:lnTo>
                <a:lnTo>
                  <a:pt x="320" y="1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1" name=""/>
          <p:cNvSpPr/>
          <p:nvPr/>
        </p:nvSpPr>
        <p:spPr>
          <a:xfrm>
            <a:off x="4978440" y="2084040"/>
            <a:ext cx="113400" cy="11520"/>
          </a:xfrm>
          <a:custGeom>
            <a:avLst/>
            <a:gdLst/>
            <a:ahLst/>
            <a:rect l="0" t="0" r="r" b="b"/>
            <a:pathLst>
              <a:path w="315" h="32">
                <a:moveTo>
                  <a:pt x="0" y="32"/>
                </a:moveTo>
                <a:lnTo>
                  <a:pt x="315" y="0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2" name=""/>
          <p:cNvSpPr/>
          <p:nvPr/>
        </p:nvSpPr>
        <p:spPr>
          <a:xfrm>
            <a:off x="4980240" y="2084040"/>
            <a:ext cx="111600" cy="11520"/>
          </a:xfrm>
          <a:custGeom>
            <a:avLst/>
            <a:gdLst/>
            <a:ahLst/>
            <a:rect l="0" t="0" r="r" b="b"/>
            <a:pathLst>
              <a:path w="310" h="32">
                <a:moveTo>
                  <a:pt x="0" y="32"/>
                </a:moveTo>
                <a:lnTo>
                  <a:pt x="310" y="0"/>
                </a:lnTo>
                <a:lnTo>
                  <a:pt x="310" y="1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3" name=""/>
          <p:cNvSpPr/>
          <p:nvPr/>
        </p:nvSpPr>
        <p:spPr>
          <a:xfrm>
            <a:off x="4982040" y="2084400"/>
            <a:ext cx="109800" cy="11160"/>
          </a:xfrm>
          <a:custGeom>
            <a:avLst/>
            <a:gdLst/>
            <a:ahLst/>
            <a:rect l="0" t="0" r="r" b="b"/>
            <a:pathLst>
              <a:path w="305" h="31">
                <a:moveTo>
                  <a:pt x="0" y="31"/>
                </a:moveTo>
                <a:lnTo>
                  <a:pt x="305" y="0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4" name=""/>
          <p:cNvSpPr/>
          <p:nvPr/>
        </p:nvSpPr>
        <p:spPr>
          <a:xfrm>
            <a:off x="4983840" y="2084400"/>
            <a:ext cx="108000" cy="11160"/>
          </a:xfrm>
          <a:custGeom>
            <a:avLst/>
            <a:gdLst/>
            <a:ahLst/>
            <a:rect l="0" t="0" r="r" b="b"/>
            <a:pathLst>
              <a:path w="300" h="31">
                <a:moveTo>
                  <a:pt x="0" y="31"/>
                </a:moveTo>
                <a:lnTo>
                  <a:pt x="300" y="0"/>
                </a:lnTo>
                <a:lnTo>
                  <a:pt x="300" y="1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5" name=""/>
          <p:cNvSpPr/>
          <p:nvPr/>
        </p:nvSpPr>
        <p:spPr>
          <a:xfrm>
            <a:off x="4985640" y="2084760"/>
            <a:ext cx="106200" cy="10800"/>
          </a:xfrm>
          <a:custGeom>
            <a:avLst/>
            <a:gdLst/>
            <a:ahLst/>
            <a:rect l="0" t="0" r="r" b="b"/>
            <a:pathLst>
              <a:path w="295" h="30">
                <a:moveTo>
                  <a:pt x="0" y="30"/>
                </a:moveTo>
                <a:lnTo>
                  <a:pt x="295" y="0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6" name=""/>
          <p:cNvSpPr/>
          <p:nvPr/>
        </p:nvSpPr>
        <p:spPr>
          <a:xfrm>
            <a:off x="4987440" y="2084760"/>
            <a:ext cx="104400" cy="10800"/>
          </a:xfrm>
          <a:custGeom>
            <a:avLst/>
            <a:gdLst/>
            <a:ahLst/>
            <a:rect l="0" t="0" r="r" b="b"/>
            <a:pathLst>
              <a:path w="290" h="30">
                <a:moveTo>
                  <a:pt x="0" y="30"/>
                </a:moveTo>
                <a:lnTo>
                  <a:pt x="290" y="0"/>
                </a:lnTo>
                <a:lnTo>
                  <a:pt x="290" y="1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7" name=""/>
          <p:cNvSpPr/>
          <p:nvPr/>
        </p:nvSpPr>
        <p:spPr>
          <a:xfrm>
            <a:off x="4989240" y="2085120"/>
            <a:ext cx="102600" cy="10440"/>
          </a:xfrm>
          <a:custGeom>
            <a:avLst/>
            <a:gdLst/>
            <a:ahLst/>
            <a:rect l="0" t="0" r="r" b="b"/>
            <a:pathLst>
              <a:path w="285" h="29">
                <a:moveTo>
                  <a:pt x="0" y="29"/>
                </a:moveTo>
                <a:lnTo>
                  <a:pt x="285" y="0"/>
                </a:lnTo>
                <a:lnTo>
                  <a:pt x="5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8" name=""/>
          <p:cNvSpPr/>
          <p:nvPr/>
        </p:nvSpPr>
        <p:spPr>
          <a:xfrm>
            <a:off x="4991040" y="2085120"/>
            <a:ext cx="100800" cy="10440"/>
          </a:xfrm>
          <a:custGeom>
            <a:avLst/>
            <a:gdLst/>
            <a:ahLst/>
            <a:rect l="0" t="0" r="r" b="b"/>
            <a:pathLst>
              <a:path w="280" h="29">
                <a:moveTo>
                  <a:pt x="0" y="29"/>
                </a:moveTo>
                <a:lnTo>
                  <a:pt x="280" y="0"/>
                </a:lnTo>
                <a:lnTo>
                  <a:pt x="280" y="1"/>
                </a:lnTo>
                <a:lnTo>
                  <a:pt x="4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39" name=""/>
          <p:cNvSpPr/>
          <p:nvPr/>
        </p:nvSpPr>
        <p:spPr>
          <a:xfrm>
            <a:off x="4992480" y="2085480"/>
            <a:ext cx="99360" cy="10080"/>
          </a:xfrm>
          <a:custGeom>
            <a:avLst/>
            <a:gdLst/>
            <a:ahLst/>
            <a:rect l="0" t="0" r="r" b="b"/>
            <a:pathLst>
              <a:path w="276" h="28">
                <a:moveTo>
                  <a:pt x="0" y="28"/>
                </a:moveTo>
                <a:lnTo>
                  <a:pt x="276" y="0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0" name=""/>
          <p:cNvSpPr/>
          <p:nvPr/>
        </p:nvSpPr>
        <p:spPr>
          <a:xfrm>
            <a:off x="4994280" y="2085480"/>
            <a:ext cx="97560" cy="10080"/>
          </a:xfrm>
          <a:custGeom>
            <a:avLst/>
            <a:gdLst/>
            <a:ahLst/>
            <a:rect l="0" t="0" r="r" b="b"/>
            <a:pathLst>
              <a:path w="271" h="28">
                <a:moveTo>
                  <a:pt x="0" y="28"/>
                </a:moveTo>
                <a:lnTo>
                  <a:pt x="271" y="0"/>
                </a:lnTo>
                <a:lnTo>
                  <a:pt x="271" y="1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1" name=""/>
          <p:cNvSpPr/>
          <p:nvPr/>
        </p:nvSpPr>
        <p:spPr>
          <a:xfrm>
            <a:off x="4996080" y="2085840"/>
            <a:ext cx="95760" cy="9720"/>
          </a:xfrm>
          <a:custGeom>
            <a:avLst/>
            <a:gdLst/>
            <a:ahLst/>
            <a:rect l="0" t="0" r="r" b="b"/>
            <a:pathLst>
              <a:path w="266" h="27">
                <a:moveTo>
                  <a:pt x="0" y="27"/>
                </a:moveTo>
                <a:lnTo>
                  <a:pt x="266" y="0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2" name=""/>
          <p:cNvSpPr/>
          <p:nvPr/>
        </p:nvSpPr>
        <p:spPr>
          <a:xfrm>
            <a:off x="4997880" y="2085840"/>
            <a:ext cx="93960" cy="9720"/>
          </a:xfrm>
          <a:custGeom>
            <a:avLst/>
            <a:gdLst/>
            <a:ahLst/>
            <a:rect l="0" t="0" r="r" b="b"/>
            <a:pathLst>
              <a:path w="261" h="27">
                <a:moveTo>
                  <a:pt x="0" y="27"/>
                </a:moveTo>
                <a:lnTo>
                  <a:pt x="261" y="0"/>
                </a:lnTo>
                <a:lnTo>
                  <a:pt x="261" y="1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3" name=""/>
          <p:cNvSpPr/>
          <p:nvPr/>
        </p:nvSpPr>
        <p:spPr>
          <a:xfrm>
            <a:off x="4999680" y="2086200"/>
            <a:ext cx="92160" cy="9360"/>
          </a:xfrm>
          <a:custGeom>
            <a:avLst/>
            <a:gdLst/>
            <a:ahLst/>
            <a:rect l="0" t="0" r="r" b="b"/>
            <a:pathLst>
              <a:path w="256" h="26">
                <a:moveTo>
                  <a:pt x="0" y="26"/>
                </a:moveTo>
                <a:lnTo>
                  <a:pt x="256" y="0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4" name=""/>
          <p:cNvSpPr/>
          <p:nvPr/>
        </p:nvSpPr>
        <p:spPr>
          <a:xfrm>
            <a:off x="5001480" y="2086200"/>
            <a:ext cx="90360" cy="9360"/>
          </a:xfrm>
          <a:custGeom>
            <a:avLst/>
            <a:gdLst/>
            <a:ahLst/>
            <a:rect l="0" t="0" r="r" b="b"/>
            <a:pathLst>
              <a:path w="251" h="26">
                <a:moveTo>
                  <a:pt x="0" y="26"/>
                </a:moveTo>
                <a:lnTo>
                  <a:pt x="251" y="0"/>
                </a:lnTo>
                <a:lnTo>
                  <a:pt x="251" y="1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5" name=""/>
          <p:cNvSpPr/>
          <p:nvPr/>
        </p:nvSpPr>
        <p:spPr>
          <a:xfrm>
            <a:off x="5003280" y="2086560"/>
            <a:ext cx="88560" cy="9000"/>
          </a:xfrm>
          <a:custGeom>
            <a:avLst/>
            <a:gdLst/>
            <a:ahLst/>
            <a:rect l="0" t="0" r="r" b="b"/>
            <a:pathLst>
              <a:path w="246" h="25">
                <a:moveTo>
                  <a:pt x="0" y="25"/>
                </a:moveTo>
                <a:lnTo>
                  <a:pt x="246" y="0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6" name=""/>
          <p:cNvSpPr/>
          <p:nvPr/>
        </p:nvSpPr>
        <p:spPr>
          <a:xfrm>
            <a:off x="5005080" y="2086560"/>
            <a:ext cx="86760" cy="9000"/>
          </a:xfrm>
          <a:custGeom>
            <a:avLst/>
            <a:gdLst/>
            <a:ahLst/>
            <a:rect l="0" t="0" r="r" b="b"/>
            <a:pathLst>
              <a:path w="241" h="25">
                <a:moveTo>
                  <a:pt x="0" y="25"/>
                </a:moveTo>
                <a:lnTo>
                  <a:pt x="241" y="0"/>
                </a:lnTo>
                <a:lnTo>
                  <a:pt x="241" y="1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7" name=""/>
          <p:cNvSpPr/>
          <p:nvPr/>
        </p:nvSpPr>
        <p:spPr>
          <a:xfrm>
            <a:off x="5006880" y="2086920"/>
            <a:ext cx="84960" cy="8640"/>
          </a:xfrm>
          <a:custGeom>
            <a:avLst/>
            <a:gdLst/>
            <a:ahLst/>
            <a:rect l="0" t="0" r="r" b="b"/>
            <a:pathLst>
              <a:path w="236" h="24">
                <a:moveTo>
                  <a:pt x="0" y="24"/>
                </a:moveTo>
                <a:lnTo>
                  <a:pt x="236" y="0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8" name=""/>
          <p:cNvSpPr/>
          <p:nvPr/>
        </p:nvSpPr>
        <p:spPr>
          <a:xfrm>
            <a:off x="5008680" y="2086920"/>
            <a:ext cx="83160" cy="8640"/>
          </a:xfrm>
          <a:custGeom>
            <a:avLst/>
            <a:gdLst/>
            <a:ahLst/>
            <a:rect l="0" t="0" r="r" b="b"/>
            <a:pathLst>
              <a:path w="231" h="24">
                <a:moveTo>
                  <a:pt x="0" y="24"/>
                </a:moveTo>
                <a:lnTo>
                  <a:pt x="231" y="0"/>
                </a:lnTo>
                <a:lnTo>
                  <a:pt x="231" y="1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49" name=""/>
          <p:cNvSpPr/>
          <p:nvPr/>
        </p:nvSpPr>
        <p:spPr>
          <a:xfrm>
            <a:off x="5010120" y="2087280"/>
            <a:ext cx="81720" cy="8280"/>
          </a:xfrm>
          <a:custGeom>
            <a:avLst/>
            <a:gdLst/>
            <a:ahLst/>
            <a:rect l="0" t="0" r="r" b="b"/>
            <a:pathLst>
              <a:path w="227" h="23">
                <a:moveTo>
                  <a:pt x="0" y="23"/>
                </a:moveTo>
                <a:lnTo>
                  <a:pt x="227" y="0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0" name=""/>
          <p:cNvSpPr/>
          <p:nvPr/>
        </p:nvSpPr>
        <p:spPr>
          <a:xfrm>
            <a:off x="5011920" y="2087280"/>
            <a:ext cx="79920" cy="8280"/>
          </a:xfrm>
          <a:custGeom>
            <a:avLst/>
            <a:gdLst/>
            <a:ahLst/>
            <a:rect l="0" t="0" r="r" b="b"/>
            <a:pathLst>
              <a:path w="222" h="23">
                <a:moveTo>
                  <a:pt x="0" y="23"/>
                </a:moveTo>
                <a:lnTo>
                  <a:pt x="222" y="0"/>
                </a:lnTo>
                <a:lnTo>
                  <a:pt x="222" y="1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1" name=""/>
          <p:cNvSpPr/>
          <p:nvPr/>
        </p:nvSpPr>
        <p:spPr>
          <a:xfrm>
            <a:off x="5013720" y="2087640"/>
            <a:ext cx="78120" cy="7920"/>
          </a:xfrm>
          <a:custGeom>
            <a:avLst/>
            <a:gdLst/>
            <a:ahLst/>
            <a:rect l="0" t="0" r="r" b="b"/>
            <a:pathLst>
              <a:path w="217" h="22">
                <a:moveTo>
                  <a:pt x="0" y="22"/>
                </a:moveTo>
                <a:lnTo>
                  <a:pt x="217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2" name=""/>
          <p:cNvSpPr/>
          <p:nvPr/>
        </p:nvSpPr>
        <p:spPr>
          <a:xfrm>
            <a:off x="5015520" y="2087640"/>
            <a:ext cx="76320" cy="7920"/>
          </a:xfrm>
          <a:custGeom>
            <a:avLst/>
            <a:gdLst/>
            <a:ahLst/>
            <a:rect l="0" t="0" r="r" b="b"/>
            <a:pathLst>
              <a:path w="212" h="22">
                <a:moveTo>
                  <a:pt x="0" y="22"/>
                </a:moveTo>
                <a:lnTo>
                  <a:pt x="212" y="0"/>
                </a:lnTo>
                <a:lnTo>
                  <a:pt x="212" y="1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3" name=""/>
          <p:cNvSpPr/>
          <p:nvPr/>
        </p:nvSpPr>
        <p:spPr>
          <a:xfrm>
            <a:off x="5017320" y="2088000"/>
            <a:ext cx="74520" cy="7560"/>
          </a:xfrm>
          <a:custGeom>
            <a:avLst/>
            <a:gdLst/>
            <a:ahLst/>
            <a:rect l="0" t="0" r="r" b="b"/>
            <a:pathLst>
              <a:path w="207" h="21">
                <a:moveTo>
                  <a:pt x="0" y="21"/>
                </a:moveTo>
                <a:lnTo>
                  <a:pt x="207" y="0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4" name=""/>
          <p:cNvSpPr/>
          <p:nvPr/>
        </p:nvSpPr>
        <p:spPr>
          <a:xfrm>
            <a:off x="5019120" y="2088000"/>
            <a:ext cx="72720" cy="7560"/>
          </a:xfrm>
          <a:custGeom>
            <a:avLst/>
            <a:gdLst/>
            <a:ahLst/>
            <a:rect l="0" t="0" r="r" b="b"/>
            <a:pathLst>
              <a:path w="202" h="21">
                <a:moveTo>
                  <a:pt x="0" y="21"/>
                </a:moveTo>
                <a:lnTo>
                  <a:pt x="202" y="0"/>
                </a:lnTo>
                <a:lnTo>
                  <a:pt x="202" y="1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5" name=""/>
          <p:cNvSpPr/>
          <p:nvPr/>
        </p:nvSpPr>
        <p:spPr>
          <a:xfrm>
            <a:off x="5020920" y="2088360"/>
            <a:ext cx="70920" cy="7200"/>
          </a:xfrm>
          <a:custGeom>
            <a:avLst/>
            <a:gdLst/>
            <a:ahLst/>
            <a:rect l="0" t="0" r="r" b="b"/>
            <a:pathLst>
              <a:path w="197" h="20">
                <a:moveTo>
                  <a:pt x="0" y="20"/>
                </a:moveTo>
                <a:lnTo>
                  <a:pt x="197" y="0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6" name=""/>
          <p:cNvSpPr/>
          <p:nvPr/>
        </p:nvSpPr>
        <p:spPr>
          <a:xfrm>
            <a:off x="5022720" y="2088360"/>
            <a:ext cx="69120" cy="7200"/>
          </a:xfrm>
          <a:custGeom>
            <a:avLst/>
            <a:gdLst/>
            <a:ahLst/>
            <a:rect l="0" t="0" r="r" b="b"/>
            <a:pathLst>
              <a:path w="192" h="20">
                <a:moveTo>
                  <a:pt x="0" y="20"/>
                </a:moveTo>
                <a:lnTo>
                  <a:pt x="192" y="0"/>
                </a:lnTo>
                <a:lnTo>
                  <a:pt x="192" y="1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7" name=""/>
          <p:cNvSpPr/>
          <p:nvPr/>
        </p:nvSpPr>
        <p:spPr>
          <a:xfrm>
            <a:off x="5024520" y="2088720"/>
            <a:ext cx="67320" cy="6840"/>
          </a:xfrm>
          <a:custGeom>
            <a:avLst/>
            <a:gdLst/>
            <a:ahLst/>
            <a:rect l="0" t="0" r="r" b="b"/>
            <a:pathLst>
              <a:path w="187" h="19">
                <a:moveTo>
                  <a:pt x="0" y="19"/>
                </a:moveTo>
                <a:lnTo>
                  <a:pt x="187" y="0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8" name=""/>
          <p:cNvSpPr/>
          <p:nvPr/>
        </p:nvSpPr>
        <p:spPr>
          <a:xfrm>
            <a:off x="5026320" y="2088720"/>
            <a:ext cx="65520" cy="6840"/>
          </a:xfrm>
          <a:custGeom>
            <a:avLst/>
            <a:gdLst/>
            <a:ahLst/>
            <a:rect l="0" t="0" r="r" b="b"/>
            <a:pathLst>
              <a:path w="182" h="19">
                <a:moveTo>
                  <a:pt x="0" y="19"/>
                </a:moveTo>
                <a:lnTo>
                  <a:pt x="182" y="0"/>
                </a:lnTo>
                <a:lnTo>
                  <a:pt x="182" y="1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59" name=""/>
          <p:cNvSpPr/>
          <p:nvPr/>
        </p:nvSpPr>
        <p:spPr>
          <a:xfrm>
            <a:off x="5028120" y="2089080"/>
            <a:ext cx="63720" cy="6480"/>
          </a:xfrm>
          <a:custGeom>
            <a:avLst/>
            <a:gdLst/>
            <a:ahLst/>
            <a:rect l="0" t="0" r="r" b="b"/>
            <a:pathLst>
              <a:path w="177" h="18">
                <a:moveTo>
                  <a:pt x="0" y="18"/>
                </a:moveTo>
                <a:lnTo>
                  <a:pt x="177" y="0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0" name=""/>
          <p:cNvSpPr/>
          <p:nvPr/>
        </p:nvSpPr>
        <p:spPr>
          <a:xfrm>
            <a:off x="5029560" y="2089080"/>
            <a:ext cx="62280" cy="6480"/>
          </a:xfrm>
          <a:custGeom>
            <a:avLst/>
            <a:gdLst/>
            <a:ahLst/>
            <a:rect l="0" t="0" r="r" b="b"/>
            <a:pathLst>
              <a:path w="173" h="18">
                <a:moveTo>
                  <a:pt x="0" y="18"/>
                </a:moveTo>
                <a:lnTo>
                  <a:pt x="173" y="0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1" name=""/>
          <p:cNvSpPr/>
          <p:nvPr/>
        </p:nvSpPr>
        <p:spPr>
          <a:xfrm>
            <a:off x="5031360" y="2089080"/>
            <a:ext cx="60480" cy="6480"/>
          </a:xfrm>
          <a:custGeom>
            <a:avLst/>
            <a:gdLst/>
            <a:ahLst/>
            <a:rect l="0" t="0" r="r" b="b"/>
            <a:pathLst>
              <a:path w="168" h="18">
                <a:moveTo>
                  <a:pt x="0" y="18"/>
                </a:moveTo>
                <a:lnTo>
                  <a:pt x="168" y="0"/>
                </a:lnTo>
                <a:lnTo>
                  <a:pt x="168" y="1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2" name=""/>
          <p:cNvSpPr/>
          <p:nvPr/>
        </p:nvSpPr>
        <p:spPr>
          <a:xfrm>
            <a:off x="5033160" y="2089440"/>
            <a:ext cx="58680" cy="6120"/>
          </a:xfrm>
          <a:custGeom>
            <a:avLst/>
            <a:gdLst/>
            <a:ahLst/>
            <a:rect l="0" t="0" r="r" b="b"/>
            <a:pathLst>
              <a:path w="163" h="17">
                <a:moveTo>
                  <a:pt x="0" y="17"/>
                </a:moveTo>
                <a:lnTo>
                  <a:pt x="163" y="0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3" name=""/>
          <p:cNvSpPr/>
          <p:nvPr/>
        </p:nvSpPr>
        <p:spPr>
          <a:xfrm>
            <a:off x="5034960" y="2089440"/>
            <a:ext cx="56880" cy="6120"/>
          </a:xfrm>
          <a:custGeom>
            <a:avLst/>
            <a:gdLst/>
            <a:ahLst/>
            <a:rect l="0" t="0" r="r" b="b"/>
            <a:pathLst>
              <a:path w="158" h="17">
                <a:moveTo>
                  <a:pt x="0" y="17"/>
                </a:moveTo>
                <a:lnTo>
                  <a:pt x="158" y="0"/>
                </a:lnTo>
                <a:lnTo>
                  <a:pt x="158" y="1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4" name=""/>
          <p:cNvSpPr/>
          <p:nvPr/>
        </p:nvSpPr>
        <p:spPr>
          <a:xfrm>
            <a:off x="5036760" y="208980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53" y="0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5" name=""/>
          <p:cNvSpPr/>
          <p:nvPr/>
        </p:nvSpPr>
        <p:spPr>
          <a:xfrm>
            <a:off x="5038560" y="2089800"/>
            <a:ext cx="53280" cy="5760"/>
          </a:xfrm>
          <a:custGeom>
            <a:avLst/>
            <a:gdLst/>
            <a:ahLst/>
            <a:rect l="0" t="0" r="r" b="b"/>
            <a:pathLst>
              <a:path w="148" h="16">
                <a:moveTo>
                  <a:pt x="0" y="16"/>
                </a:moveTo>
                <a:lnTo>
                  <a:pt x="148" y="0"/>
                </a:lnTo>
                <a:lnTo>
                  <a:pt x="148" y="1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6" name=""/>
          <p:cNvSpPr/>
          <p:nvPr/>
        </p:nvSpPr>
        <p:spPr>
          <a:xfrm>
            <a:off x="5040360" y="2090160"/>
            <a:ext cx="51480" cy="5400"/>
          </a:xfrm>
          <a:custGeom>
            <a:avLst/>
            <a:gdLst/>
            <a:ahLst/>
            <a:rect l="0" t="0" r="r" b="b"/>
            <a:pathLst>
              <a:path w="143" h="15">
                <a:moveTo>
                  <a:pt x="0" y="15"/>
                </a:moveTo>
                <a:lnTo>
                  <a:pt x="143" y="0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7" name=""/>
          <p:cNvSpPr/>
          <p:nvPr/>
        </p:nvSpPr>
        <p:spPr>
          <a:xfrm>
            <a:off x="5042160" y="2090160"/>
            <a:ext cx="49680" cy="5400"/>
          </a:xfrm>
          <a:custGeom>
            <a:avLst/>
            <a:gdLst/>
            <a:ahLst/>
            <a:rect l="0" t="0" r="r" b="b"/>
            <a:pathLst>
              <a:path w="138" h="15">
                <a:moveTo>
                  <a:pt x="0" y="15"/>
                </a:moveTo>
                <a:lnTo>
                  <a:pt x="138" y="0"/>
                </a:lnTo>
                <a:lnTo>
                  <a:pt x="138" y="1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8" name=""/>
          <p:cNvSpPr/>
          <p:nvPr/>
        </p:nvSpPr>
        <p:spPr>
          <a:xfrm>
            <a:off x="5043960" y="2090520"/>
            <a:ext cx="47880" cy="5040"/>
          </a:xfrm>
          <a:custGeom>
            <a:avLst/>
            <a:gdLst/>
            <a:ahLst/>
            <a:rect l="0" t="0" r="r" b="b"/>
            <a:pathLst>
              <a:path w="133" h="14">
                <a:moveTo>
                  <a:pt x="0" y="14"/>
                </a:moveTo>
                <a:lnTo>
                  <a:pt x="133" y="0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69" name=""/>
          <p:cNvSpPr/>
          <p:nvPr/>
        </p:nvSpPr>
        <p:spPr>
          <a:xfrm>
            <a:off x="5045760" y="2090520"/>
            <a:ext cx="46080" cy="5040"/>
          </a:xfrm>
          <a:custGeom>
            <a:avLst/>
            <a:gdLst/>
            <a:ahLst/>
            <a:rect l="0" t="0" r="r" b="b"/>
            <a:pathLst>
              <a:path w="128" h="14">
                <a:moveTo>
                  <a:pt x="0" y="14"/>
                </a:moveTo>
                <a:lnTo>
                  <a:pt x="128" y="0"/>
                </a:lnTo>
                <a:lnTo>
                  <a:pt x="128" y="1"/>
                </a:lnTo>
                <a:lnTo>
                  <a:pt x="4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70" name=""/>
          <p:cNvSpPr/>
          <p:nvPr/>
        </p:nvSpPr>
        <p:spPr>
          <a:xfrm>
            <a:off x="5047200" y="2090880"/>
            <a:ext cx="44640" cy="4680"/>
          </a:xfrm>
          <a:custGeom>
            <a:avLst/>
            <a:gdLst/>
            <a:ahLst/>
            <a:rect l="0" t="0" r="r" b="b"/>
            <a:pathLst>
              <a:path w="124" h="13">
                <a:moveTo>
                  <a:pt x="0" y="13"/>
                </a:moveTo>
                <a:lnTo>
                  <a:pt x="124" y="0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71" name=""/>
          <p:cNvSpPr/>
          <p:nvPr/>
        </p:nvSpPr>
        <p:spPr>
          <a:xfrm>
            <a:off x="5049000" y="209088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3"/>
                </a:moveTo>
                <a:lnTo>
                  <a:pt x="119" y="0"/>
                </a:lnTo>
                <a:lnTo>
                  <a:pt x="119" y="1"/>
                </a:lnTo>
                <a:lnTo>
                  <a:pt x="10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72" name=""/>
          <p:cNvSpPr/>
          <p:nvPr/>
        </p:nvSpPr>
        <p:spPr>
          <a:xfrm>
            <a:off x="5052600" y="2091240"/>
            <a:ext cx="39240" cy="4320"/>
          </a:xfrm>
          <a:custGeom>
            <a:avLst/>
            <a:gdLst/>
            <a:ahLst/>
            <a:rect l="0" t="0" r="r" b="b"/>
            <a:pathLst>
              <a:path w="109" h="12">
                <a:moveTo>
                  <a:pt x="0" y="12"/>
                </a:moveTo>
                <a:lnTo>
                  <a:pt x="109" y="0"/>
                </a:lnTo>
                <a:lnTo>
                  <a:pt x="109" y="1"/>
                </a:lnTo>
                <a:lnTo>
                  <a:pt x="5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73" name=""/>
          <p:cNvSpPr/>
          <p:nvPr/>
        </p:nvSpPr>
        <p:spPr>
          <a:xfrm>
            <a:off x="5054400" y="209160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104" y="0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74" name=""/>
          <p:cNvSpPr/>
          <p:nvPr/>
        </p:nvSpPr>
        <p:spPr>
          <a:xfrm>
            <a:off x="5056200" y="209160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11"/>
                </a:moveTo>
                <a:lnTo>
                  <a:pt x="99" y="0"/>
                </a:lnTo>
                <a:lnTo>
                  <a:pt x="99" y="1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75" name=""/>
          <p:cNvSpPr/>
          <p:nvPr/>
        </p:nvSpPr>
        <p:spPr>
          <a:xfrm>
            <a:off x="5058000" y="2091960"/>
            <a:ext cx="33840" cy="3600"/>
          </a:xfrm>
          <a:custGeom>
            <a:avLst/>
            <a:gdLst/>
            <a:ahLst/>
            <a:rect l="0" t="0" r="r" b="b"/>
            <a:pathLst>
              <a:path w="94" h="10">
                <a:moveTo>
                  <a:pt x="0" y="10"/>
                </a:moveTo>
                <a:lnTo>
                  <a:pt x="94" y="0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76" name=""/>
          <p:cNvSpPr/>
          <p:nvPr/>
        </p:nvSpPr>
        <p:spPr>
          <a:xfrm>
            <a:off x="5059800" y="2091960"/>
            <a:ext cx="32040" cy="3960"/>
          </a:xfrm>
          <a:custGeom>
            <a:avLst/>
            <a:gdLst/>
            <a:ahLst/>
            <a:rect l="0" t="0" r="r" b="b"/>
            <a:pathLst>
              <a:path w="89" h="11">
                <a:moveTo>
                  <a:pt x="0" y="11"/>
                </a:moveTo>
                <a:lnTo>
                  <a:pt x="89" y="0"/>
                </a:lnTo>
                <a:lnTo>
                  <a:pt x="89" y="2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77" name=""/>
          <p:cNvSpPr/>
          <p:nvPr/>
        </p:nvSpPr>
        <p:spPr>
          <a:xfrm>
            <a:off x="5061600" y="2092320"/>
            <a:ext cx="30240" cy="3240"/>
          </a:xfrm>
          <a:custGeom>
            <a:avLst/>
            <a:gdLst/>
            <a:ahLst/>
            <a:rect l="0" t="0" r="r" b="b"/>
            <a:pathLst>
              <a:path w="84" h="9">
                <a:moveTo>
                  <a:pt x="0" y="9"/>
                </a:moveTo>
                <a:lnTo>
                  <a:pt x="84" y="0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78" name=""/>
          <p:cNvSpPr/>
          <p:nvPr/>
        </p:nvSpPr>
        <p:spPr>
          <a:xfrm>
            <a:off x="5063400" y="2092320"/>
            <a:ext cx="28440" cy="3240"/>
          </a:xfrm>
          <a:custGeom>
            <a:avLst/>
            <a:gdLst/>
            <a:ahLst/>
            <a:rect l="0" t="0" r="r" b="b"/>
            <a:pathLst>
              <a:path w="79" h="9">
                <a:moveTo>
                  <a:pt x="0" y="9"/>
                </a:moveTo>
                <a:lnTo>
                  <a:pt x="79" y="0"/>
                </a:lnTo>
                <a:lnTo>
                  <a:pt x="79" y="1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79" name=""/>
          <p:cNvSpPr/>
          <p:nvPr/>
        </p:nvSpPr>
        <p:spPr>
          <a:xfrm>
            <a:off x="5065200" y="2092680"/>
            <a:ext cx="26640" cy="2880"/>
          </a:xfrm>
          <a:custGeom>
            <a:avLst/>
            <a:gdLst/>
            <a:ahLst/>
            <a:rect l="0" t="0" r="r" b="b"/>
            <a:pathLst>
              <a:path w="74" h="8">
                <a:moveTo>
                  <a:pt x="0" y="8"/>
                </a:moveTo>
                <a:lnTo>
                  <a:pt x="74" y="0"/>
                </a:lnTo>
                <a:lnTo>
                  <a:pt x="4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0" name=""/>
          <p:cNvSpPr/>
          <p:nvPr/>
        </p:nvSpPr>
        <p:spPr>
          <a:xfrm>
            <a:off x="5066640" y="2092680"/>
            <a:ext cx="25200" cy="2880"/>
          </a:xfrm>
          <a:custGeom>
            <a:avLst/>
            <a:gdLst/>
            <a:ahLst/>
            <a:rect l="0" t="0" r="r" b="b"/>
            <a:pathLst>
              <a:path w="70" h="8">
                <a:moveTo>
                  <a:pt x="0" y="8"/>
                </a:moveTo>
                <a:lnTo>
                  <a:pt x="70" y="0"/>
                </a:lnTo>
                <a:lnTo>
                  <a:pt x="70" y="1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1" name=""/>
          <p:cNvSpPr/>
          <p:nvPr/>
        </p:nvSpPr>
        <p:spPr>
          <a:xfrm>
            <a:off x="5068440" y="2093040"/>
            <a:ext cx="23400" cy="2520"/>
          </a:xfrm>
          <a:custGeom>
            <a:avLst/>
            <a:gdLst/>
            <a:ahLst/>
            <a:rect l="0" t="0" r="r" b="b"/>
            <a:pathLst>
              <a:path w="65" h="7">
                <a:moveTo>
                  <a:pt x="0" y="7"/>
                </a:moveTo>
                <a:lnTo>
                  <a:pt x="65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2" name=""/>
          <p:cNvSpPr/>
          <p:nvPr/>
        </p:nvSpPr>
        <p:spPr>
          <a:xfrm>
            <a:off x="5070240" y="2093040"/>
            <a:ext cx="21600" cy="2520"/>
          </a:xfrm>
          <a:custGeom>
            <a:avLst/>
            <a:gdLst/>
            <a:ahLst/>
            <a:rect l="0" t="0" r="r" b="b"/>
            <a:pathLst>
              <a:path w="60" h="7">
                <a:moveTo>
                  <a:pt x="0" y="7"/>
                </a:moveTo>
                <a:lnTo>
                  <a:pt x="60" y="0"/>
                </a:lnTo>
                <a:lnTo>
                  <a:pt x="60" y="1"/>
                </a:lnTo>
                <a:lnTo>
                  <a:pt x="5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3" name=""/>
          <p:cNvSpPr/>
          <p:nvPr/>
        </p:nvSpPr>
        <p:spPr>
          <a:xfrm>
            <a:off x="5072040" y="2093400"/>
            <a:ext cx="19800" cy="2160"/>
          </a:xfrm>
          <a:custGeom>
            <a:avLst/>
            <a:gdLst/>
            <a:ahLst/>
            <a:rect l="0" t="0" r="r" b="b"/>
            <a:pathLst>
              <a:path w="55" h="6">
                <a:moveTo>
                  <a:pt x="0" y="6"/>
                </a:moveTo>
                <a:lnTo>
                  <a:pt x="55" y="0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4" name=""/>
          <p:cNvSpPr/>
          <p:nvPr/>
        </p:nvSpPr>
        <p:spPr>
          <a:xfrm>
            <a:off x="5073840" y="209340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50" y="1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5" name=""/>
          <p:cNvSpPr/>
          <p:nvPr/>
        </p:nvSpPr>
        <p:spPr>
          <a:xfrm>
            <a:off x="5075640" y="2093760"/>
            <a:ext cx="16200" cy="1800"/>
          </a:xfrm>
          <a:custGeom>
            <a:avLst/>
            <a:gdLst/>
            <a:ahLst/>
            <a:rect l="0" t="0" r="r" b="b"/>
            <a:pathLst>
              <a:path w="45" h="5">
                <a:moveTo>
                  <a:pt x="0" y="5"/>
                </a:moveTo>
                <a:lnTo>
                  <a:pt x="45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6" name=""/>
          <p:cNvSpPr/>
          <p:nvPr/>
        </p:nvSpPr>
        <p:spPr>
          <a:xfrm>
            <a:off x="5077440" y="2093760"/>
            <a:ext cx="14400" cy="1800"/>
          </a:xfrm>
          <a:custGeom>
            <a:avLst/>
            <a:gdLst/>
            <a:ahLst/>
            <a:rect l="0" t="0" r="r" b="b"/>
            <a:pathLst>
              <a:path w="40" h="5">
                <a:moveTo>
                  <a:pt x="0" y="5"/>
                </a:moveTo>
                <a:lnTo>
                  <a:pt x="40" y="0"/>
                </a:lnTo>
                <a:lnTo>
                  <a:pt x="40" y="1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7" name=""/>
          <p:cNvSpPr/>
          <p:nvPr/>
        </p:nvSpPr>
        <p:spPr>
          <a:xfrm>
            <a:off x="5079240" y="2094120"/>
            <a:ext cx="12600" cy="1440"/>
          </a:xfrm>
          <a:custGeom>
            <a:avLst/>
            <a:gdLst/>
            <a:ahLst/>
            <a:rect l="0" t="0" r="r" b="b"/>
            <a:pathLst>
              <a:path w="35" h="4">
                <a:moveTo>
                  <a:pt x="0" y="4"/>
                </a:moveTo>
                <a:lnTo>
                  <a:pt x="35" y="0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8" name=""/>
          <p:cNvSpPr/>
          <p:nvPr/>
        </p:nvSpPr>
        <p:spPr>
          <a:xfrm>
            <a:off x="5081040" y="2094120"/>
            <a:ext cx="10800" cy="1440"/>
          </a:xfrm>
          <a:custGeom>
            <a:avLst/>
            <a:gdLst/>
            <a:ahLst/>
            <a:rect l="0" t="0" r="r" b="b"/>
            <a:pathLst>
              <a:path w="30" h="4">
                <a:moveTo>
                  <a:pt x="0" y="4"/>
                </a:moveTo>
                <a:lnTo>
                  <a:pt x="30" y="0"/>
                </a:lnTo>
                <a:lnTo>
                  <a:pt x="30" y="1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89" name=""/>
          <p:cNvSpPr/>
          <p:nvPr/>
        </p:nvSpPr>
        <p:spPr>
          <a:xfrm>
            <a:off x="5082840" y="2094480"/>
            <a:ext cx="9000" cy="1080"/>
          </a:xfrm>
          <a:custGeom>
            <a:avLst/>
            <a:gdLst/>
            <a:ahLst/>
            <a:rect l="0" t="0" r="r" b="b"/>
            <a:pathLst>
              <a:path w="25" h="3">
                <a:moveTo>
                  <a:pt x="0" y="3"/>
                </a:moveTo>
                <a:lnTo>
                  <a:pt x="25" y="0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90" name=""/>
          <p:cNvSpPr/>
          <p:nvPr/>
        </p:nvSpPr>
        <p:spPr>
          <a:xfrm>
            <a:off x="5084280" y="209448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91" name=""/>
          <p:cNvSpPr/>
          <p:nvPr/>
        </p:nvSpPr>
        <p:spPr>
          <a:xfrm>
            <a:off x="5086080" y="2094840"/>
            <a:ext cx="5760" cy="720"/>
          </a:xfrm>
          <a:custGeom>
            <a:avLst/>
            <a:gdLst/>
            <a:ahLst/>
            <a:rect l="0" t="0" r="r" b="b"/>
            <a:pathLst>
              <a:path w="16" h="2">
                <a:moveTo>
                  <a:pt x="0" y="2"/>
                </a:moveTo>
                <a:lnTo>
                  <a:pt x="16" y="0"/>
                </a:lnTo>
                <a:lnTo>
                  <a:pt x="6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92" name=""/>
          <p:cNvSpPr/>
          <p:nvPr/>
        </p:nvSpPr>
        <p:spPr>
          <a:xfrm>
            <a:off x="5087880" y="209484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5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93" name=""/>
          <p:cNvSpPr/>
          <p:nvPr/>
        </p:nvSpPr>
        <p:spPr>
          <a:xfrm>
            <a:off x="5089680" y="2095200"/>
            <a:ext cx="1800" cy="0"/>
          </a:xfrm>
          <a:custGeom>
            <a:avLst/>
            <a:gdLst/>
            <a:ahLst/>
            <a:rect l="0" t="0" r="r" b="b"/>
            <a:pathLst>
              <a:path w="5" h="0">
                <a:moveTo>
                  <a:pt x="0" y="0"/>
                </a:moveTo>
                <a:lnTo>
                  <a:pt x="5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5894" name=""/>
          <p:cNvSpPr/>
          <p:nvPr/>
        </p:nvSpPr>
        <p:spPr>
          <a:xfrm>
            <a:off x="4866120" y="207252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7" y="64"/>
                </a:lnTo>
                <a:lnTo>
                  <a:pt x="627" y="0"/>
                </a:lnTo>
                <a:lnTo>
                  <a:pt x="0" y="0"/>
                </a:lnTo>
                <a:lnTo>
                  <a:pt x="0" y="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95" name=""/>
          <p:cNvSpPr/>
          <p:nvPr/>
        </p:nvSpPr>
        <p:spPr>
          <a:xfrm>
            <a:off x="4836960" y="209520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0"/>
                </a:moveTo>
                <a:lnTo>
                  <a:pt x="2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96" name=""/>
          <p:cNvSpPr/>
          <p:nvPr/>
        </p:nvSpPr>
        <p:spPr>
          <a:xfrm>
            <a:off x="4836960" y="2095200"/>
            <a:ext cx="13680" cy="1800"/>
          </a:xfrm>
          <a:custGeom>
            <a:avLst/>
            <a:gdLst/>
            <a:ahLst/>
            <a:rect l="0" t="0" r="r" b="b"/>
            <a:pathLst>
              <a:path w="38" h="5">
                <a:moveTo>
                  <a:pt x="0" y="3"/>
                </a:moveTo>
                <a:lnTo>
                  <a:pt x="26" y="0"/>
                </a:lnTo>
                <a:lnTo>
                  <a:pt x="38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97" name=""/>
          <p:cNvSpPr/>
          <p:nvPr/>
        </p:nvSpPr>
        <p:spPr>
          <a:xfrm>
            <a:off x="4836960" y="2095200"/>
            <a:ext cx="15840" cy="1800"/>
          </a:xfrm>
          <a:custGeom>
            <a:avLst/>
            <a:gdLst/>
            <a:ahLst/>
            <a:rect l="0" t="0" r="r" b="b"/>
            <a:pathLst>
              <a:path w="44" h="5">
                <a:moveTo>
                  <a:pt x="0" y="4"/>
                </a:moveTo>
                <a:lnTo>
                  <a:pt x="38" y="0"/>
                </a:lnTo>
                <a:lnTo>
                  <a:pt x="44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98" name=""/>
          <p:cNvSpPr/>
          <p:nvPr/>
        </p:nvSpPr>
        <p:spPr>
          <a:xfrm>
            <a:off x="4836960" y="2095200"/>
            <a:ext cx="18000" cy="1800"/>
          </a:xfrm>
          <a:custGeom>
            <a:avLst/>
            <a:gdLst/>
            <a:ahLst/>
            <a:rect l="0" t="0" r="r" b="b"/>
            <a:pathLst>
              <a:path w="50" h="5">
                <a:moveTo>
                  <a:pt x="0" y="5"/>
                </a:moveTo>
                <a:lnTo>
                  <a:pt x="44" y="0"/>
                </a:lnTo>
                <a:lnTo>
                  <a:pt x="50" y="0"/>
                </a:lnTo>
                <a:lnTo>
                  <a:pt x="0" y="5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899" name=""/>
          <p:cNvSpPr/>
          <p:nvPr/>
        </p:nvSpPr>
        <p:spPr>
          <a:xfrm>
            <a:off x="4836960" y="2095200"/>
            <a:ext cx="20160" cy="2160"/>
          </a:xfrm>
          <a:custGeom>
            <a:avLst/>
            <a:gdLst/>
            <a:ahLst/>
            <a:rect l="0" t="0" r="r" b="b"/>
            <a:pathLst>
              <a:path w="56" h="6">
                <a:moveTo>
                  <a:pt x="0" y="5"/>
                </a:moveTo>
                <a:lnTo>
                  <a:pt x="50" y="0"/>
                </a:lnTo>
                <a:lnTo>
                  <a:pt x="56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0" name=""/>
          <p:cNvSpPr/>
          <p:nvPr/>
        </p:nvSpPr>
        <p:spPr>
          <a:xfrm>
            <a:off x="4836960" y="2095200"/>
            <a:ext cx="22320" cy="2160"/>
          </a:xfrm>
          <a:custGeom>
            <a:avLst/>
            <a:gdLst/>
            <a:ahLst/>
            <a:rect l="0" t="0" r="r" b="b"/>
            <a:pathLst>
              <a:path w="62" h="6">
                <a:moveTo>
                  <a:pt x="0" y="6"/>
                </a:moveTo>
                <a:lnTo>
                  <a:pt x="56" y="0"/>
                </a:lnTo>
                <a:lnTo>
                  <a:pt x="62" y="0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1" name=""/>
          <p:cNvSpPr/>
          <p:nvPr/>
        </p:nvSpPr>
        <p:spPr>
          <a:xfrm>
            <a:off x="4836960" y="2095200"/>
            <a:ext cx="26640" cy="2520"/>
          </a:xfrm>
          <a:custGeom>
            <a:avLst/>
            <a:gdLst/>
            <a:ahLst/>
            <a:rect l="0" t="0" r="r" b="b"/>
            <a:pathLst>
              <a:path w="74" h="7">
                <a:moveTo>
                  <a:pt x="0" y="6"/>
                </a:moveTo>
                <a:lnTo>
                  <a:pt x="62" y="0"/>
                </a:lnTo>
                <a:lnTo>
                  <a:pt x="74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2" name=""/>
          <p:cNvSpPr/>
          <p:nvPr/>
        </p:nvSpPr>
        <p:spPr>
          <a:xfrm>
            <a:off x="4836960" y="2095200"/>
            <a:ext cx="31320" cy="2880"/>
          </a:xfrm>
          <a:custGeom>
            <a:avLst/>
            <a:gdLst/>
            <a:ahLst/>
            <a:rect l="0" t="0" r="r" b="b"/>
            <a:pathLst>
              <a:path w="87" h="8">
                <a:moveTo>
                  <a:pt x="0" y="7"/>
                </a:moveTo>
                <a:lnTo>
                  <a:pt x="74" y="0"/>
                </a:lnTo>
                <a:lnTo>
                  <a:pt x="87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3" name=""/>
          <p:cNvSpPr/>
          <p:nvPr/>
        </p:nvSpPr>
        <p:spPr>
          <a:xfrm>
            <a:off x="4836960" y="2095200"/>
            <a:ext cx="35640" cy="3600"/>
          </a:xfrm>
          <a:custGeom>
            <a:avLst/>
            <a:gdLst/>
            <a:ahLst/>
            <a:rect l="0" t="0" r="r" b="b"/>
            <a:pathLst>
              <a:path w="99" h="10">
                <a:moveTo>
                  <a:pt x="0" y="8"/>
                </a:moveTo>
                <a:lnTo>
                  <a:pt x="86" y="0"/>
                </a:lnTo>
                <a:lnTo>
                  <a:pt x="99" y="0"/>
                </a:lnTo>
                <a:lnTo>
                  <a:pt x="0" y="10"/>
                </a:lnTo>
                <a:lnTo>
                  <a:pt x="0" y="8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4" name=""/>
          <p:cNvSpPr/>
          <p:nvPr/>
        </p:nvSpPr>
        <p:spPr>
          <a:xfrm>
            <a:off x="4836960" y="2095200"/>
            <a:ext cx="39960" cy="3600"/>
          </a:xfrm>
          <a:custGeom>
            <a:avLst/>
            <a:gdLst/>
            <a:ahLst/>
            <a:rect l="0" t="0" r="r" b="b"/>
            <a:pathLst>
              <a:path w="111" h="10">
                <a:moveTo>
                  <a:pt x="0" y="9"/>
                </a:moveTo>
                <a:lnTo>
                  <a:pt x="99" y="0"/>
                </a:lnTo>
                <a:lnTo>
                  <a:pt x="111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5" name=""/>
          <p:cNvSpPr/>
          <p:nvPr/>
        </p:nvSpPr>
        <p:spPr>
          <a:xfrm>
            <a:off x="4836960" y="2095200"/>
            <a:ext cx="42120" cy="3600"/>
          </a:xfrm>
          <a:custGeom>
            <a:avLst/>
            <a:gdLst/>
            <a:ahLst/>
            <a:rect l="0" t="0" r="r" b="b"/>
            <a:pathLst>
              <a:path w="117" h="10">
                <a:moveTo>
                  <a:pt x="0" y="10"/>
                </a:moveTo>
                <a:lnTo>
                  <a:pt x="111" y="0"/>
                </a:lnTo>
                <a:lnTo>
                  <a:pt x="117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6" name=""/>
          <p:cNvSpPr/>
          <p:nvPr/>
        </p:nvSpPr>
        <p:spPr>
          <a:xfrm>
            <a:off x="4836960" y="2095200"/>
            <a:ext cx="44280" cy="3960"/>
          </a:xfrm>
          <a:custGeom>
            <a:avLst/>
            <a:gdLst/>
            <a:ahLst/>
            <a:rect l="0" t="0" r="r" b="b"/>
            <a:pathLst>
              <a:path w="123" h="11">
                <a:moveTo>
                  <a:pt x="0" y="10"/>
                </a:moveTo>
                <a:lnTo>
                  <a:pt x="117" y="0"/>
                </a:lnTo>
                <a:lnTo>
                  <a:pt x="123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7" name=""/>
          <p:cNvSpPr/>
          <p:nvPr/>
        </p:nvSpPr>
        <p:spPr>
          <a:xfrm>
            <a:off x="4836960" y="2095200"/>
            <a:ext cx="53280" cy="4680"/>
          </a:xfrm>
          <a:custGeom>
            <a:avLst/>
            <a:gdLst/>
            <a:ahLst/>
            <a:rect l="0" t="0" r="r" b="b"/>
            <a:pathLst>
              <a:path w="148" h="13">
                <a:moveTo>
                  <a:pt x="0" y="11"/>
                </a:moveTo>
                <a:lnTo>
                  <a:pt x="123" y="0"/>
                </a:lnTo>
                <a:lnTo>
                  <a:pt x="148" y="0"/>
                </a:lnTo>
                <a:lnTo>
                  <a:pt x="0" y="13"/>
                </a:lnTo>
                <a:lnTo>
                  <a:pt x="0" y="11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8" name=""/>
          <p:cNvSpPr/>
          <p:nvPr/>
        </p:nvSpPr>
        <p:spPr>
          <a:xfrm>
            <a:off x="4836960" y="2095200"/>
            <a:ext cx="57600" cy="4680"/>
          </a:xfrm>
          <a:custGeom>
            <a:avLst/>
            <a:gdLst/>
            <a:ahLst/>
            <a:rect l="0" t="0" r="r" b="b"/>
            <a:pathLst>
              <a:path w="160" h="13">
                <a:moveTo>
                  <a:pt x="0" y="13"/>
                </a:moveTo>
                <a:lnTo>
                  <a:pt x="148" y="0"/>
                </a:lnTo>
                <a:lnTo>
                  <a:pt x="160" y="0"/>
                </a:lnTo>
                <a:lnTo>
                  <a:pt x="0" y="13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09" name=""/>
          <p:cNvSpPr/>
          <p:nvPr/>
        </p:nvSpPr>
        <p:spPr>
          <a:xfrm>
            <a:off x="4836960" y="2095200"/>
            <a:ext cx="59760" cy="5040"/>
          </a:xfrm>
          <a:custGeom>
            <a:avLst/>
            <a:gdLst/>
            <a:ahLst/>
            <a:rect l="0" t="0" r="r" b="b"/>
            <a:pathLst>
              <a:path w="166" h="14">
                <a:moveTo>
                  <a:pt x="0" y="13"/>
                </a:moveTo>
                <a:lnTo>
                  <a:pt x="160" y="0"/>
                </a:lnTo>
                <a:lnTo>
                  <a:pt x="166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0" name=""/>
          <p:cNvSpPr/>
          <p:nvPr/>
        </p:nvSpPr>
        <p:spPr>
          <a:xfrm>
            <a:off x="4836960" y="2095200"/>
            <a:ext cx="61920" cy="5040"/>
          </a:xfrm>
          <a:custGeom>
            <a:avLst/>
            <a:gdLst/>
            <a:ahLst/>
            <a:rect l="0" t="0" r="r" b="b"/>
            <a:pathLst>
              <a:path w="172" h="14">
                <a:moveTo>
                  <a:pt x="0" y="14"/>
                </a:moveTo>
                <a:lnTo>
                  <a:pt x="166" y="0"/>
                </a:lnTo>
                <a:lnTo>
                  <a:pt x="172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1" name=""/>
          <p:cNvSpPr/>
          <p:nvPr/>
        </p:nvSpPr>
        <p:spPr>
          <a:xfrm>
            <a:off x="4836960" y="2095200"/>
            <a:ext cx="64080" cy="5400"/>
          </a:xfrm>
          <a:custGeom>
            <a:avLst/>
            <a:gdLst/>
            <a:ahLst/>
            <a:rect l="0" t="0" r="r" b="b"/>
            <a:pathLst>
              <a:path w="178" h="15">
                <a:moveTo>
                  <a:pt x="0" y="14"/>
                </a:moveTo>
                <a:lnTo>
                  <a:pt x="172" y="0"/>
                </a:lnTo>
                <a:lnTo>
                  <a:pt x="17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6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2" name=""/>
          <p:cNvSpPr/>
          <p:nvPr/>
        </p:nvSpPr>
        <p:spPr>
          <a:xfrm>
            <a:off x="4836960" y="2095200"/>
            <a:ext cx="66240" cy="5400"/>
          </a:xfrm>
          <a:custGeom>
            <a:avLst/>
            <a:gdLst/>
            <a:ahLst/>
            <a:rect l="0" t="0" r="r" b="b"/>
            <a:pathLst>
              <a:path w="184" h="15">
                <a:moveTo>
                  <a:pt x="0" y="15"/>
                </a:moveTo>
                <a:lnTo>
                  <a:pt x="178" y="0"/>
                </a:lnTo>
                <a:lnTo>
                  <a:pt x="184" y="0"/>
                </a:lnTo>
                <a:lnTo>
                  <a:pt x="0" y="15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3" name=""/>
          <p:cNvSpPr/>
          <p:nvPr/>
        </p:nvSpPr>
        <p:spPr>
          <a:xfrm>
            <a:off x="4836960" y="2095200"/>
            <a:ext cx="70920" cy="5760"/>
          </a:xfrm>
          <a:custGeom>
            <a:avLst/>
            <a:gdLst/>
            <a:ahLst/>
            <a:rect l="0" t="0" r="r" b="b"/>
            <a:pathLst>
              <a:path w="197" h="16">
                <a:moveTo>
                  <a:pt x="0" y="15"/>
                </a:moveTo>
                <a:lnTo>
                  <a:pt x="184" y="0"/>
                </a:lnTo>
                <a:lnTo>
                  <a:pt x="197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4" name=""/>
          <p:cNvSpPr/>
          <p:nvPr/>
        </p:nvSpPr>
        <p:spPr>
          <a:xfrm>
            <a:off x="4836960" y="2095200"/>
            <a:ext cx="75240" cy="6120"/>
          </a:xfrm>
          <a:custGeom>
            <a:avLst/>
            <a:gdLst/>
            <a:ahLst/>
            <a:rect l="0" t="0" r="r" b="b"/>
            <a:pathLst>
              <a:path w="209" h="17">
                <a:moveTo>
                  <a:pt x="0" y="16"/>
                </a:moveTo>
                <a:lnTo>
                  <a:pt x="197" y="0"/>
                </a:lnTo>
                <a:lnTo>
                  <a:pt x="209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5" name=""/>
          <p:cNvSpPr/>
          <p:nvPr/>
        </p:nvSpPr>
        <p:spPr>
          <a:xfrm>
            <a:off x="4836960" y="2095200"/>
            <a:ext cx="79560" cy="6480"/>
          </a:xfrm>
          <a:custGeom>
            <a:avLst/>
            <a:gdLst/>
            <a:ahLst/>
            <a:rect l="0" t="0" r="r" b="b"/>
            <a:pathLst>
              <a:path w="221" h="18">
                <a:moveTo>
                  <a:pt x="0" y="17"/>
                </a:moveTo>
                <a:lnTo>
                  <a:pt x="209" y="0"/>
                </a:lnTo>
                <a:lnTo>
                  <a:pt x="221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6" name=""/>
          <p:cNvSpPr/>
          <p:nvPr/>
        </p:nvSpPr>
        <p:spPr>
          <a:xfrm>
            <a:off x="4836960" y="2095200"/>
            <a:ext cx="83880" cy="6840"/>
          </a:xfrm>
          <a:custGeom>
            <a:avLst/>
            <a:gdLst/>
            <a:ahLst/>
            <a:rect l="0" t="0" r="r" b="b"/>
            <a:pathLst>
              <a:path w="233" h="19">
                <a:moveTo>
                  <a:pt x="0" y="18"/>
                </a:moveTo>
                <a:lnTo>
                  <a:pt x="221" y="0"/>
                </a:lnTo>
                <a:lnTo>
                  <a:pt x="233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7" name=""/>
          <p:cNvSpPr/>
          <p:nvPr/>
        </p:nvSpPr>
        <p:spPr>
          <a:xfrm>
            <a:off x="4836960" y="2095200"/>
            <a:ext cx="86040" cy="7200"/>
          </a:xfrm>
          <a:custGeom>
            <a:avLst/>
            <a:gdLst/>
            <a:ahLst/>
            <a:rect l="0" t="0" r="r" b="b"/>
            <a:pathLst>
              <a:path w="239" h="20">
                <a:moveTo>
                  <a:pt x="0" y="19"/>
                </a:moveTo>
                <a:lnTo>
                  <a:pt x="233" y="0"/>
                </a:lnTo>
                <a:lnTo>
                  <a:pt x="239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8" name=""/>
          <p:cNvSpPr/>
          <p:nvPr/>
        </p:nvSpPr>
        <p:spPr>
          <a:xfrm>
            <a:off x="4836960" y="2095200"/>
            <a:ext cx="88200" cy="7200"/>
          </a:xfrm>
          <a:custGeom>
            <a:avLst/>
            <a:gdLst/>
            <a:ahLst/>
            <a:rect l="0" t="0" r="r" b="b"/>
            <a:pathLst>
              <a:path w="245" h="20">
                <a:moveTo>
                  <a:pt x="0" y="20"/>
                </a:moveTo>
                <a:lnTo>
                  <a:pt x="239" y="0"/>
                </a:lnTo>
                <a:lnTo>
                  <a:pt x="245" y="0"/>
                </a:lnTo>
                <a:lnTo>
                  <a:pt x="0" y="20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19" name=""/>
          <p:cNvSpPr/>
          <p:nvPr/>
        </p:nvSpPr>
        <p:spPr>
          <a:xfrm>
            <a:off x="4836960" y="2095200"/>
            <a:ext cx="92880" cy="7560"/>
          </a:xfrm>
          <a:custGeom>
            <a:avLst/>
            <a:gdLst/>
            <a:ahLst/>
            <a:rect l="0" t="0" r="r" b="b"/>
            <a:pathLst>
              <a:path w="258" h="21">
                <a:moveTo>
                  <a:pt x="0" y="20"/>
                </a:moveTo>
                <a:lnTo>
                  <a:pt x="245" y="0"/>
                </a:lnTo>
                <a:lnTo>
                  <a:pt x="258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0" name=""/>
          <p:cNvSpPr/>
          <p:nvPr/>
        </p:nvSpPr>
        <p:spPr>
          <a:xfrm>
            <a:off x="4836960" y="2095200"/>
            <a:ext cx="97200" cy="7920"/>
          </a:xfrm>
          <a:custGeom>
            <a:avLst/>
            <a:gdLst/>
            <a:ahLst/>
            <a:rect l="0" t="0" r="r" b="b"/>
            <a:pathLst>
              <a:path w="270" h="22">
                <a:moveTo>
                  <a:pt x="0" y="21"/>
                </a:moveTo>
                <a:lnTo>
                  <a:pt x="258" y="0"/>
                </a:lnTo>
                <a:lnTo>
                  <a:pt x="270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1" name=""/>
          <p:cNvSpPr/>
          <p:nvPr/>
        </p:nvSpPr>
        <p:spPr>
          <a:xfrm>
            <a:off x="4836960" y="2095200"/>
            <a:ext cx="99360" cy="7920"/>
          </a:xfrm>
          <a:custGeom>
            <a:avLst/>
            <a:gdLst/>
            <a:ahLst/>
            <a:rect l="0" t="0" r="r" b="b"/>
            <a:pathLst>
              <a:path w="276" h="22">
                <a:moveTo>
                  <a:pt x="0" y="22"/>
                </a:moveTo>
                <a:lnTo>
                  <a:pt x="270" y="0"/>
                </a:lnTo>
                <a:lnTo>
                  <a:pt x="276" y="0"/>
                </a:lnTo>
                <a:lnTo>
                  <a:pt x="0" y="2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2" name=""/>
          <p:cNvSpPr/>
          <p:nvPr/>
        </p:nvSpPr>
        <p:spPr>
          <a:xfrm>
            <a:off x="4836960" y="2095200"/>
            <a:ext cx="101520" cy="8280"/>
          </a:xfrm>
          <a:custGeom>
            <a:avLst/>
            <a:gdLst/>
            <a:ahLst/>
            <a:rect l="0" t="0" r="r" b="b"/>
            <a:pathLst>
              <a:path w="282" h="23">
                <a:moveTo>
                  <a:pt x="0" y="22"/>
                </a:moveTo>
                <a:lnTo>
                  <a:pt x="276" y="0"/>
                </a:lnTo>
                <a:lnTo>
                  <a:pt x="282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3" name=""/>
          <p:cNvSpPr/>
          <p:nvPr/>
        </p:nvSpPr>
        <p:spPr>
          <a:xfrm>
            <a:off x="4836960" y="2095200"/>
            <a:ext cx="105840" cy="8640"/>
          </a:xfrm>
          <a:custGeom>
            <a:avLst/>
            <a:gdLst/>
            <a:ahLst/>
            <a:rect l="0" t="0" r="r" b="b"/>
            <a:pathLst>
              <a:path w="294" h="24">
                <a:moveTo>
                  <a:pt x="0" y="23"/>
                </a:moveTo>
                <a:lnTo>
                  <a:pt x="282" y="0"/>
                </a:lnTo>
                <a:lnTo>
                  <a:pt x="294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4" name=""/>
          <p:cNvSpPr/>
          <p:nvPr/>
        </p:nvSpPr>
        <p:spPr>
          <a:xfrm>
            <a:off x="4836960" y="2095200"/>
            <a:ext cx="108000" cy="8640"/>
          </a:xfrm>
          <a:custGeom>
            <a:avLst/>
            <a:gdLst/>
            <a:ahLst/>
            <a:rect l="0" t="0" r="r" b="b"/>
            <a:pathLst>
              <a:path w="300" h="24">
                <a:moveTo>
                  <a:pt x="0" y="24"/>
                </a:moveTo>
                <a:lnTo>
                  <a:pt x="294" y="0"/>
                </a:lnTo>
                <a:lnTo>
                  <a:pt x="300" y="0"/>
                </a:lnTo>
                <a:lnTo>
                  <a:pt x="0" y="24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5" name=""/>
          <p:cNvSpPr/>
          <p:nvPr/>
        </p:nvSpPr>
        <p:spPr>
          <a:xfrm>
            <a:off x="4836960" y="2095200"/>
            <a:ext cx="110520" cy="9000"/>
          </a:xfrm>
          <a:custGeom>
            <a:avLst/>
            <a:gdLst/>
            <a:ahLst/>
            <a:rect l="0" t="0" r="r" b="b"/>
            <a:pathLst>
              <a:path w="307" h="25">
                <a:moveTo>
                  <a:pt x="0" y="24"/>
                </a:moveTo>
                <a:lnTo>
                  <a:pt x="300" y="0"/>
                </a:lnTo>
                <a:lnTo>
                  <a:pt x="307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6" name=""/>
          <p:cNvSpPr/>
          <p:nvPr/>
        </p:nvSpPr>
        <p:spPr>
          <a:xfrm>
            <a:off x="4836960" y="2095200"/>
            <a:ext cx="112680" cy="9000"/>
          </a:xfrm>
          <a:custGeom>
            <a:avLst/>
            <a:gdLst/>
            <a:ahLst/>
            <a:rect l="0" t="0" r="r" b="b"/>
            <a:pathLst>
              <a:path w="313" h="25">
                <a:moveTo>
                  <a:pt x="0" y="25"/>
                </a:moveTo>
                <a:lnTo>
                  <a:pt x="307" y="0"/>
                </a:lnTo>
                <a:lnTo>
                  <a:pt x="313" y="0"/>
                </a:lnTo>
                <a:lnTo>
                  <a:pt x="0" y="25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7" name=""/>
          <p:cNvSpPr/>
          <p:nvPr/>
        </p:nvSpPr>
        <p:spPr>
          <a:xfrm>
            <a:off x="4836960" y="2095200"/>
            <a:ext cx="114840" cy="9360"/>
          </a:xfrm>
          <a:custGeom>
            <a:avLst/>
            <a:gdLst/>
            <a:ahLst/>
            <a:rect l="0" t="0" r="r" b="b"/>
            <a:pathLst>
              <a:path w="319" h="26">
                <a:moveTo>
                  <a:pt x="0" y="25"/>
                </a:moveTo>
                <a:lnTo>
                  <a:pt x="313" y="0"/>
                </a:lnTo>
                <a:lnTo>
                  <a:pt x="319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8" name=""/>
          <p:cNvSpPr/>
          <p:nvPr/>
        </p:nvSpPr>
        <p:spPr>
          <a:xfrm>
            <a:off x="4836960" y="2095200"/>
            <a:ext cx="117000" cy="9360"/>
          </a:xfrm>
          <a:custGeom>
            <a:avLst/>
            <a:gdLst/>
            <a:ahLst/>
            <a:rect l="0" t="0" r="r" b="b"/>
            <a:pathLst>
              <a:path w="325" h="26">
                <a:moveTo>
                  <a:pt x="0" y="26"/>
                </a:moveTo>
                <a:lnTo>
                  <a:pt x="319" y="0"/>
                </a:lnTo>
                <a:lnTo>
                  <a:pt x="325" y="0"/>
                </a:lnTo>
                <a:lnTo>
                  <a:pt x="0" y="26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29" name=""/>
          <p:cNvSpPr/>
          <p:nvPr/>
        </p:nvSpPr>
        <p:spPr>
          <a:xfrm>
            <a:off x="4836960" y="2095200"/>
            <a:ext cx="119160" cy="9720"/>
          </a:xfrm>
          <a:custGeom>
            <a:avLst/>
            <a:gdLst/>
            <a:ahLst/>
            <a:rect l="0" t="0" r="r" b="b"/>
            <a:pathLst>
              <a:path w="331" h="27">
                <a:moveTo>
                  <a:pt x="0" y="26"/>
                </a:moveTo>
                <a:lnTo>
                  <a:pt x="325" y="0"/>
                </a:lnTo>
                <a:lnTo>
                  <a:pt x="331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0" name=""/>
          <p:cNvSpPr/>
          <p:nvPr/>
        </p:nvSpPr>
        <p:spPr>
          <a:xfrm>
            <a:off x="4836960" y="2095200"/>
            <a:ext cx="123480" cy="9720"/>
          </a:xfrm>
          <a:custGeom>
            <a:avLst/>
            <a:gdLst/>
            <a:ahLst/>
            <a:rect l="0" t="0" r="r" b="b"/>
            <a:pathLst>
              <a:path w="343" h="27">
                <a:moveTo>
                  <a:pt x="0" y="27"/>
                </a:moveTo>
                <a:lnTo>
                  <a:pt x="331" y="0"/>
                </a:lnTo>
                <a:lnTo>
                  <a:pt x="343" y="0"/>
                </a:lnTo>
                <a:lnTo>
                  <a:pt x="0" y="2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1" name=""/>
          <p:cNvSpPr/>
          <p:nvPr/>
        </p:nvSpPr>
        <p:spPr>
          <a:xfrm>
            <a:off x="4836960" y="2095200"/>
            <a:ext cx="125640" cy="10080"/>
          </a:xfrm>
          <a:custGeom>
            <a:avLst/>
            <a:gdLst/>
            <a:ahLst/>
            <a:rect l="0" t="0" r="r" b="b"/>
            <a:pathLst>
              <a:path w="349" h="28">
                <a:moveTo>
                  <a:pt x="0" y="27"/>
                </a:moveTo>
                <a:lnTo>
                  <a:pt x="343" y="0"/>
                </a:lnTo>
                <a:lnTo>
                  <a:pt x="349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2" name=""/>
          <p:cNvSpPr/>
          <p:nvPr/>
        </p:nvSpPr>
        <p:spPr>
          <a:xfrm>
            <a:off x="4836960" y="2095200"/>
            <a:ext cx="127800" cy="10080"/>
          </a:xfrm>
          <a:custGeom>
            <a:avLst/>
            <a:gdLst/>
            <a:ahLst/>
            <a:rect l="0" t="0" r="r" b="b"/>
            <a:pathLst>
              <a:path w="355" h="28">
                <a:moveTo>
                  <a:pt x="0" y="28"/>
                </a:moveTo>
                <a:lnTo>
                  <a:pt x="349" y="0"/>
                </a:lnTo>
                <a:lnTo>
                  <a:pt x="355" y="0"/>
                </a:lnTo>
                <a:lnTo>
                  <a:pt x="0" y="28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3" name=""/>
          <p:cNvSpPr/>
          <p:nvPr/>
        </p:nvSpPr>
        <p:spPr>
          <a:xfrm>
            <a:off x="4836960" y="2095200"/>
            <a:ext cx="132480" cy="10440"/>
          </a:xfrm>
          <a:custGeom>
            <a:avLst/>
            <a:gdLst/>
            <a:ahLst/>
            <a:rect l="0" t="0" r="r" b="b"/>
            <a:pathLst>
              <a:path w="368" h="29">
                <a:moveTo>
                  <a:pt x="0" y="28"/>
                </a:moveTo>
                <a:lnTo>
                  <a:pt x="355" y="0"/>
                </a:lnTo>
                <a:lnTo>
                  <a:pt x="368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4" name=""/>
          <p:cNvSpPr/>
          <p:nvPr/>
        </p:nvSpPr>
        <p:spPr>
          <a:xfrm>
            <a:off x="4836960" y="2095200"/>
            <a:ext cx="134640" cy="10800"/>
          </a:xfrm>
          <a:custGeom>
            <a:avLst/>
            <a:gdLst/>
            <a:ahLst/>
            <a:rect l="0" t="0" r="r" b="b"/>
            <a:pathLst>
              <a:path w="374" h="30">
                <a:moveTo>
                  <a:pt x="0" y="29"/>
                </a:moveTo>
                <a:lnTo>
                  <a:pt x="368" y="0"/>
                </a:lnTo>
                <a:lnTo>
                  <a:pt x="374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5" name=""/>
          <p:cNvSpPr/>
          <p:nvPr/>
        </p:nvSpPr>
        <p:spPr>
          <a:xfrm>
            <a:off x="4836960" y="2095200"/>
            <a:ext cx="136800" cy="10800"/>
          </a:xfrm>
          <a:custGeom>
            <a:avLst/>
            <a:gdLst/>
            <a:ahLst/>
            <a:rect l="0" t="0" r="r" b="b"/>
            <a:pathLst>
              <a:path w="380" h="30">
                <a:moveTo>
                  <a:pt x="0" y="30"/>
                </a:moveTo>
                <a:lnTo>
                  <a:pt x="374" y="0"/>
                </a:lnTo>
                <a:lnTo>
                  <a:pt x="380" y="0"/>
                </a:lnTo>
                <a:lnTo>
                  <a:pt x="0" y="30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6" name=""/>
          <p:cNvSpPr/>
          <p:nvPr/>
        </p:nvSpPr>
        <p:spPr>
          <a:xfrm>
            <a:off x="4836960" y="2095200"/>
            <a:ext cx="138960" cy="11160"/>
          </a:xfrm>
          <a:custGeom>
            <a:avLst/>
            <a:gdLst/>
            <a:ahLst/>
            <a:rect l="0" t="0" r="r" b="b"/>
            <a:pathLst>
              <a:path w="386" h="31">
                <a:moveTo>
                  <a:pt x="0" y="30"/>
                </a:moveTo>
                <a:lnTo>
                  <a:pt x="380" y="0"/>
                </a:lnTo>
                <a:lnTo>
                  <a:pt x="386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3ee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7" name=""/>
          <p:cNvSpPr/>
          <p:nvPr/>
        </p:nvSpPr>
        <p:spPr>
          <a:xfrm>
            <a:off x="4836960" y="2095200"/>
            <a:ext cx="141120" cy="11160"/>
          </a:xfrm>
          <a:custGeom>
            <a:avLst/>
            <a:gdLst/>
            <a:ahLst/>
            <a:rect l="0" t="0" r="r" b="b"/>
            <a:pathLst>
              <a:path w="392" h="31">
                <a:moveTo>
                  <a:pt x="0" y="31"/>
                </a:moveTo>
                <a:lnTo>
                  <a:pt x="386" y="0"/>
                </a:lnTo>
                <a:lnTo>
                  <a:pt x="392" y="0"/>
                </a:lnTo>
                <a:lnTo>
                  <a:pt x="0" y="31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8" name=""/>
          <p:cNvSpPr/>
          <p:nvPr/>
        </p:nvSpPr>
        <p:spPr>
          <a:xfrm>
            <a:off x="4836960" y="2095200"/>
            <a:ext cx="143280" cy="11520"/>
          </a:xfrm>
          <a:custGeom>
            <a:avLst/>
            <a:gdLst/>
            <a:ahLst/>
            <a:rect l="0" t="0" r="r" b="b"/>
            <a:pathLst>
              <a:path w="398" h="32">
                <a:moveTo>
                  <a:pt x="0" y="31"/>
                </a:moveTo>
                <a:lnTo>
                  <a:pt x="392" y="0"/>
                </a:lnTo>
                <a:lnTo>
                  <a:pt x="398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39" name=""/>
          <p:cNvSpPr/>
          <p:nvPr/>
        </p:nvSpPr>
        <p:spPr>
          <a:xfrm>
            <a:off x="4836960" y="2095200"/>
            <a:ext cx="145440" cy="11520"/>
          </a:xfrm>
          <a:custGeom>
            <a:avLst/>
            <a:gdLst/>
            <a:ahLst/>
            <a:rect l="0" t="0" r="r" b="b"/>
            <a:pathLst>
              <a:path w="404" h="32">
                <a:moveTo>
                  <a:pt x="0" y="32"/>
                </a:moveTo>
                <a:lnTo>
                  <a:pt x="398" y="0"/>
                </a:lnTo>
                <a:lnTo>
                  <a:pt x="404" y="0"/>
                </a:lnTo>
                <a:lnTo>
                  <a:pt x="0" y="32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0" name=""/>
          <p:cNvSpPr/>
          <p:nvPr/>
        </p:nvSpPr>
        <p:spPr>
          <a:xfrm>
            <a:off x="4836960" y="2095200"/>
            <a:ext cx="147600" cy="11880"/>
          </a:xfrm>
          <a:custGeom>
            <a:avLst/>
            <a:gdLst/>
            <a:ahLst/>
            <a:rect l="0" t="0" r="r" b="b"/>
            <a:pathLst>
              <a:path w="410" h="33">
                <a:moveTo>
                  <a:pt x="0" y="32"/>
                </a:moveTo>
                <a:lnTo>
                  <a:pt x="404" y="0"/>
                </a:lnTo>
                <a:lnTo>
                  <a:pt x="410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2ed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1" name=""/>
          <p:cNvSpPr/>
          <p:nvPr/>
        </p:nvSpPr>
        <p:spPr>
          <a:xfrm>
            <a:off x="4836960" y="2095200"/>
            <a:ext cx="149760" cy="11880"/>
          </a:xfrm>
          <a:custGeom>
            <a:avLst/>
            <a:gdLst/>
            <a:ahLst/>
            <a:rect l="0" t="0" r="r" b="b"/>
            <a:pathLst>
              <a:path w="416" h="33">
                <a:moveTo>
                  <a:pt x="0" y="33"/>
                </a:moveTo>
                <a:lnTo>
                  <a:pt x="410" y="0"/>
                </a:lnTo>
                <a:lnTo>
                  <a:pt x="416" y="0"/>
                </a:lnTo>
                <a:lnTo>
                  <a:pt x="0" y="33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2" name=""/>
          <p:cNvSpPr/>
          <p:nvPr/>
        </p:nvSpPr>
        <p:spPr>
          <a:xfrm>
            <a:off x="4836960" y="2095200"/>
            <a:ext cx="152280" cy="12240"/>
          </a:xfrm>
          <a:custGeom>
            <a:avLst/>
            <a:gdLst/>
            <a:ahLst/>
            <a:rect l="0" t="0" r="r" b="b"/>
            <a:pathLst>
              <a:path w="423" h="34">
                <a:moveTo>
                  <a:pt x="0" y="33"/>
                </a:moveTo>
                <a:lnTo>
                  <a:pt x="416" y="0"/>
                </a:lnTo>
                <a:lnTo>
                  <a:pt x="423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2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3" name=""/>
          <p:cNvSpPr/>
          <p:nvPr/>
        </p:nvSpPr>
        <p:spPr>
          <a:xfrm>
            <a:off x="4836960" y="2095200"/>
            <a:ext cx="154440" cy="12240"/>
          </a:xfrm>
          <a:custGeom>
            <a:avLst/>
            <a:gdLst/>
            <a:ahLst/>
            <a:rect l="0" t="0" r="r" b="b"/>
            <a:pathLst>
              <a:path w="429" h="34">
                <a:moveTo>
                  <a:pt x="0" y="34"/>
                </a:moveTo>
                <a:lnTo>
                  <a:pt x="423" y="0"/>
                </a:lnTo>
                <a:lnTo>
                  <a:pt x="429" y="0"/>
                </a:lnTo>
                <a:lnTo>
                  <a:pt x="0" y="34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4" name=""/>
          <p:cNvSpPr/>
          <p:nvPr/>
        </p:nvSpPr>
        <p:spPr>
          <a:xfrm>
            <a:off x="4836960" y="2095200"/>
            <a:ext cx="156600" cy="12240"/>
          </a:xfrm>
          <a:custGeom>
            <a:avLst/>
            <a:gdLst/>
            <a:ahLst/>
            <a:rect l="0" t="0" r="r" b="b"/>
            <a:pathLst>
              <a:path w="435" h="34">
                <a:moveTo>
                  <a:pt x="0" y="34"/>
                </a:moveTo>
                <a:lnTo>
                  <a:pt x="429" y="0"/>
                </a:lnTo>
                <a:lnTo>
                  <a:pt x="435" y="0"/>
                </a:lnTo>
                <a:lnTo>
                  <a:pt x="0" y="34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5" name=""/>
          <p:cNvSpPr/>
          <p:nvPr/>
        </p:nvSpPr>
        <p:spPr>
          <a:xfrm>
            <a:off x="4836960" y="2095200"/>
            <a:ext cx="158760" cy="12600"/>
          </a:xfrm>
          <a:custGeom>
            <a:avLst/>
            <a:gdLst/>
            <a:ahLst/>
            <a:rect l="0" t="0" r="r" b="b"/>
            <a:pathLst>
              <a:path w="441" h="35">
                <a:moveTo>
                  <a:pt x="0" y="34"/>
                </a:moveTo>
                <a:lnTo>
                  <a:pt x="435" y="0"/>
                </a:lnTo>
                <a:lnTo>
                  <a:pt x="441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6" name=""/>
          <p:cNvSpPr/>
          <p:nvPr/>
        </p:nvSpPr>
        <p:spPr>
          <a:xfrm>
            <a:off x="4836960" y="2095200"/>
            <a:ext cx="160920" cy="12600"/>
          </a:xfrm>
          <a:custGeom>
            <a:avLst/>
            <a:gdLst/>
            <a:ahLst/>
            <a:rect l="0" t="0" r="r" b="b"/>
            <a:pathLst>
              <a:path w="447" h="35">
                <a:moveTo>
                  <a:pt x="0" y="35"/>
                </a:moveTo>
                <a:lnTo>
                  <a:pt x="441" y="0"/>
                </a:lnTo>
                <a:lnTo>
                  <a:pt x="447" y="0"/>
                </a:lnTo>
                <a:lnTo>
                  <a:pt x="0" y="35"/>
                </a:lnTo>
                <a:close/>
              </a:path>
            </a:pathLst>
          </a:custGeom>
          <a:solidFill>
            <a:srgbClr val="f1eb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7" name=""/>
          <p:cNvSpPr/>
          <p:nvPr/>
        </p:nvSpPr>
        <p:spPr>
          <a:xfrm>
            <a:off x="4836960" y="2095200"/>
            <a:ext cx="163080" cy="12960"/>
          </a:xfrm>
          <a:custGeom>
            <a:avLst/>
            <a:gdLst/>
            <a:ahLst/>
            <a:rect l="0" t="0" r="r" b="b"/>
            <a:pathLst>
              <a:path w="453" h="36">
                <a:moveTo>
                  <a:pt x="0" y="35"/>
                </a:moveTo>
                <a:lnTo>
                  <a:pt x="447" y="0"/>
                </a:lnTo>
                <a:lnTo>
                  <a:pt x="453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8" name=""/>
          <p:cNvSpPr/>
          <p:nvPr/>
        </p:nvSpPr>
        <p:spPr>
          <a:xfrm>
            <a:off x="4836960" y="2095200"/>
            <a:ext cx="165240" cy="12960"/>
          </a:xfrm>
          <a:custGeom>
            <a:avLst/>
            <a:gdLst/>
            <a:ahLst/>
            <a:rect l="0" t="0" r="r" b="b"/>
            <a:pathLst>
              <a:path w="459" h="36">
                <a:moveTo>
                  <a:pt x="0" y="36"/>
                </a:moveTo>
                <a:lnTo>
                  <a:pt x="453" y="0"/>
                </a:lnTo>
                <a:lnTo>
                  <a:pt x="459" y="0"/>
                </a:lnTo>
                <a:lnTo>
                  <a:pt x="0" y="36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49" name=""/>
          <p:cNvSpPr/>
          <p:nvPr/>
        </p:nvSpPr>
        <p:spPr>
          <a:xfrm>
            <a:off x="4836960" y="2095200"/>
            <a:ext cx="167400" cy="13320"/>
          </a:xfrm>
          <a:custGeom>
            <a:avLst/>
            <a:gdLst/>
            <a:ahLst/>
            <a:rect l="0" t="0" r="r" b="b"/>
            <a:pathLst>
              <a:path w="465" h="37">
                <a:moveTo>
                  <a:pt x="0" y="36"/>
                </a:moveTo>
                <a:lnTo>
                  <a:pt x="459" y="0"/>
                </a:lnTo>
                <a:lnTo>
                  <a:pt x="465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0" name=""/>
          <p:cNvSpPr/>
          <p:nvPr/>
        </p:nvSpPr>
        <p:spPr>
          <a:xfrm>
            <a:off x="4836960" y="2095200"/>
            <a:ext cx="169560" cy="13320"/>
          </a:xfrm>
          <a:custGeom>
            <a:avLst/>
            <a:gdLst/>
            <a:ahLst/>
            <a:rect l="0" t="0" r="r" b="b"/>
            <a:pathLst>
              <a:path w="471" h="37">
                <a:moveTo>
                  <a:pt x="0" y="37"/>
                </a:moveTo>
                <a:lnTo>
                  <a:pt x="465" y="0"/>
                </a:lnTo>
                <a:lnTo>
                  <a:pt x="471" y="0"/>
                </a:lnTo>
                <a:lnTo>
                  <a:pt x="0" y="37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1" name=""/>
          <p:cNvSpPr/>
          <p:nvPr/>
        </p:nvSpPr>
        <p:spPr>
          <a:xfrm>
            <a:off x="4836960" y="2095200"/>
            <a:ext cx="172080" cy="13680"/>
          </a:xfrm>
          <a:custGeom>
            <a:avLst/>
            <a:gdLst/>
            <a:ahLst/>
            <a:rect l="0" t="0" r="r" b="b"/>
            <a:pathLst>
              <a:path w="478" h="38">
                <a:moveTo>
                  <a:pt x="0" y="37"/>
                </a:moveTo>
                <a:lnTo>
                  <a:pt x="471" y="0"/>
                </a:lnTo>
                <a:lnTo>
                  <a:pt x="478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2" name=""/>
          <p:cNvSpPr/>
          <p:nvPr/>
        </p:nvSpPr>
        <p:spPr>
          <a:xfrm>
            <a:off x="4836960" y="2095200"/>
            <a:ext cx="174240" cy="13680"/>
          </a:xfrm>
          <a:custGeom>
            <a:avLst/>
            <a:gdLst/>
            <a:ahLst/>
            <a:rect l="0" t="0" r="r" b="b"/>
            <a:pathLst>
              <a:path w="484" h="38">
                <a:moveTo>
                  <a:pt x="0" y="38"/>
                </a:moveTo>
                <a:lnTo>
                  <a:pt x="478" y="0"/>
                </a:lnTo>
                <a:lnTo>
                  <a:pt x="484" y="0"/>
                </a:lnTo>
                <a:lnTo>
                  <a:pt x="0" y="38"/>
                </a:lnTo>
                <a:close/>
              </a:path>
            </a:pathLst>
          </a:custGeom>
          <a:solidFill>
            <a:srgbClr val="f0e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3" name=""/>
          <p:cNvSpPr/>
          <p:nvPr/>
        </p:nvSpPr>
        <p:spPr>
          <a:xfrm>
            <a:off x="4836960" y="2095200"/>
            <a:ext cx="176400" cy="14040"/>
          </a:xfrm>
          <a:custGeom>
            <a:avLst/>
            <a:gdLst/>
            <a:ahLst/>
            <a:rect l="0" t="0" r="r" b="b"/>
            <a:pathLst>
              <a:path w="490" h="39">
                <a:moveTo>
                  <a:pt x="0" y="38"/>
                </a:moveTo>
                <a:lnTo>
                  <a:pt x="484" y="0"/>
                </a:lnTo>
                <a:lnTo>
                  <a:pt x="490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4" name=""/>
          <p:cNvSpPr/>
          <p:nvPr/>
        </p:nvSpPr>
        <p:spPr>
          <a:xfrm>
            <a:off x="4836960" y="2095200"/>
            <a:ext cx="178560" cy="14040"/>
          </a:xfrm>
          <a:custGeom>
            <a:avLst/>
            <a:gdLst/>
            <a:ahLst/>
            <a:rect l="0" t="0" r="r" b="b"/>
            <a:pathLst>
              <a:path w="496" h="39">
                <a:moveTo>
                  <a:pt x="0" y="39"/>
                </a:moveTo>
                <a:lnTo>
                  <a:pt x="490" y="0"/>
                </a:lnTo>
                <a:lnTo>
                  <a:pt x="496" y="0"/>
                </a:lnTo>
                <a:lnTo>
                  <a:pt x="0" y="39"/>
                </a:lnTo>
                <a:close/>
              </a:path>
            </a:pathLst>
          </a:custGeom>
          <a:solidFill>
            <a:srgbClr val="efe8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5" name=""/>
          <p:cNvSpPr/>
          <p:nvPr/>
        </p:nvSpPr>
        <p:spPr>
          <a:xfrm>
            <a:off x="4836960" y="2095200"/>
            <a:ext cx="180720" cy="14400"/>
          </a:xfrm>
          <a:custGeom>
            <a:avLst/>
            <a:gdLst/>
            <a:ahLst/>
            <a:rect l="0" t="0" r="r" b="b"/>
            <a:pathLst>
              <a:path w="502" h="40">
                <a:moveTo>
                  <a:pt x="0" y="39"/>
                </a:moveTo>
                <a:lnTo>
                  <a:pt x="496" y="0"/>
                </a:lnTo>
                <a:lnTo>
                  <a:pt x="502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6" name=""/>
          <p:cNvSpPr/>
          <p:nvPr/>
        </p:nvSpPr>
        <p:spPr>
          <a:xfrm>
            <a:off x="4836960" y="2095200"/>
            <a:ext cx="182880" cy="14400"/>
          </a:xfrm>
          <a:custGeom>
            <a:avLst/>
            <a:gdLst/>
            <a:ahLst/>
            <a:rect l="0" t="0" r="r" b="b"/>
            <a:pathLst>
              <a:path w="508" h="40">
                <a:moveTo>
                  <a:pt x="0" y="40"/>
                </a:moveTo>
                <a:lnTo>
                  <a:pt x="502" y="0"/>
                </a:lnTo>
                <a:lnTo>
                  <a:pt x="508" y="0"/>
                </a:lnTo>
                <a:lnTo>
                  <a:pt x="0" y="40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7" name=""/>
          <p:cNvSpPr/>
          <p:nvPr/>
        </p:nvSpPr>
        <p:spPr>
          <a:xfrm>
            <a:off x="4836960" y="2095200"/>
            <a:ext cx="185040" cy="14760"/>
          </a:xfrm>
          <a:custGeom>
            <a:avLst/>
            <a:gdLst/>
            <a:ahLst/>
            <a:rect l="0" t="0" r="r" b="b"/>
            <a:pathLst>
              <a:path w="514" h="41">
                <a:moveTo>
                  <a:pt x="0" y="40"/>
                </a:moveTo>
                <a:lnTo>
                  <a:pt x="508" y="0"/>
                </a:lnTo>
                <a:lnTo>
                  <a:pt x="514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8" name=""/>
          <p:cNvSpPr/>
          <p:nvPr/>
        </p:nvSpPr>
        <p:spPr>
          <a:xfrm>
            <a:off x="4836960" y="2095200"/>
            <a:ext cx="187200" cy="14760"/>
          </a:xfrm>
          <a:custGeom>
            <a:avLst/>
            <a:gdLst/>
            <a:ahLst/>
            <a:rect l="0" t="0" r="r" b="b"/>
            <a:pathLst>
              <a:path w="520" h="41">
                <a:moveTo>
                  <a:pt x="0" y="41"/>
                </a:moveTo>
                <a:lnTo>
                  <a:pt x="514" y="0"/>
                </a:lnTo>
                <a:lnTo>
                  <a:pt x="520" y="0"/>
                </a:lnTo>
                <a:lnTo>
                  <a:pt x="0" y="41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59" name=""/>
          <p:cNvSpPr/>
          <p:nvPr/>
        </p:nvSpPr>
        <p:spPr>
          <a:xfrm>
            <a:off x="4836960" y="2095200"/>
            <a:ext cx="189360" cy="14760"/>
          </a:xfrm>
          <a:custGeom>
            <a:avLst/>
            <a:gdLst/>
            <a:ahLst/>
            <a:rect l="0" t="0" r="r" b="b"/>
            <a:pathLst>
              <a:path w="526" h="41">
                <a:moveTo>
                  <a:pt x="0" y="41"/>
                </a:moveTo>
                <a:lnTo>
                  <a:pt x="520" y="0"/>
                </a:lnTo>
                <a:lnTo>
                  <a:pt x="526" y="0"/>
                </a:lnTo>
                <a:lnTo>
                  <a:pt x="0" y="41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0" name=""/>
          <p:cNvSpPr/>
          <p:nvPr/>
        </p:nvSpPr>
        <p:spPr>
          <a:xfrm>
            <a:off x="4836960" y="2095200"/>
            <a:ext cx="191880" cy="15480"/>
          </a:xfrm>
          <a:custGeom>
            <a:avLst/>
            <a:gdLst/>
            <a:ahLst/>
            <a:rect l="0" t="0" r="r" b="b"/>
            <a:pathLst>
              <a:path w="533" h="43">
                <a:moveTo>
                  <a:pt x="0" y="41"/>
                </a:moveTo>
                <a:lnTo>
                  <a:pt x="526" y="0"/>
                </a:lnTo>
                <a:lnTo>
                  <a:pt x="533" y="0"/>
                </a:lnTo>
                <a:lnTo>
                  <a:pt x="0" y="43"/>
                </a:lnTo>
                <a:lnTo>
                  <a:pt x="0" y="41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1" name=""/>
          <p:cNvSpPr/>
          <p:nvPr/>
        </p:nvSpPr>
        <p:spPr>
          <a:xfrm>
            <a:off x="4836960" y="2095200"/>
            <a:ext cx="194040" cy="15120"/>
          </a:xfrm>
          <a:custGeom>
            <a:avLst/>
            <a:gdLst/>
            <a:ahLst/>
            <a:rect l="0" t="0" r="r" b="b"/>
            <a:pathLst>
              <a:path w="539" h="42">
                <a:moveTo>
                  <a:pt x="0" y="42"/>
                </a:moveTo>
                <a:lnTo>
                  <a:pt x="533" y="0"/>
                </a:lnTo>
                <a:lnTo>
                  <a:pt x="539" y="0"/>
                </a:lnTo>
                <a:lnTo>
                  <a:pt x="0" y="42"/>
                </a:lnTo>
                <a:close/>
              </a:path>
            </a:pathLst>
          </a:custGeom>
          <a:solidFill>
            <a:srgbClr val="eee5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2" name=""/>
          <p:cNvSpPr/>
          <p:nvPr/>
        </p:nvSpPr>
        <p:spPr>
          <a:xfrm>
            <a:off x="4836960" y="2095200"/>
            <a:ext cx="196200" cy="15480"/>
          </a:xfrm>
          <a:custGeom>
            <a:avLst/>
            <a:gdLst/>
            <a:ahLst/>
            <a:rect l="0" t="0" r="r" b="b"/>
            <a:pathLst>
              <a:path w="545" h="43">
                <a:moveTo>
                  <a:pt x="0" y="42"/>
                </a:moveTo>
                <a:lnTo>
                  <a:pt x="539" y="0"/>
                </a:lnTo>
                <a:lnTo>
                  <a:pt x="545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3" name=""/>
          <p:cNvSpPr/>
          <p:nvPr/>
        </p:nvSpPr>
        <p:spPr>
          <a:xfrm>
            <a:off x="4836960" y="2095200"/>
            <a:ext cx="198360" cy="15480"/>
          </a:xfrm>
          <a:custGeom>
            <a:avLst/>
            <a:gdLst/>
            <a:ahLst/>
            <a:rect l="0" t="0" r="r" b="b"/>
            <a:pathLst>
              <a:path w="551" h="43">
                <a:moveTo>
                  <a:pt x="0" y="43"/>
                </a:moveTo>
                <a:lnTo>
                  <a:pt x="545" y="0"/>
                </a:lnTo>
                <a:lnTo>
                  <a:pt x="551" y="0"/>
                </a:lnTo>
                <a:lnTo>
                  <a:pt x="0" y="43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4" name=""/>
          <p:cNvSpPr/>
          <p:nvPr/>
        </p:nvSpPr>
        <p:spPr>
          <a:xfrm>
            <a:off x="4836960" y="2095200"/>
            <a:ext cx="200520" cy="15840"/>
          </a:xfrm>
          <a:custGeom>
            <a:avLst/>
            <a:gdLst/>
            <a:ahLst/>
            <a:rect l="0" t="0" r="r" b="b"/>
            <a:pathLst>
              <a:path w="557" h="44">
                <a:moveTo>
                  <a:pt x="0" y="43"/>
                </a:moveTo>
                <a:lnTo>
                  <a:pt x="551" y="0"/>
                </a:lnTo>
                <a:lnTo>
                  <a:pt x="557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5" name=""/>
          <p:cNvSpPr/>
          <p:nvPr/>
        </p:nvSpPr>
        <p:spPr>
          <a:xfrm>
            <a:off x="4836960" y="2095200"/>
            <a:ext cx="202680" cy="15840"/>
          </a:xfrm>
          <a:custGeom>
            <a:avLst/>
            <a:gdLst/>
            <a:ahLst/>
            <a:rect l="0" t="0" r="r" b="b"/>
            <a:pathLst>
              <a:path w="563" h="44">
                <a:moveTo>
                  <a:pt x="0" y="44"/>
                </a:moveTo>
                <a:lnTo>
                  <a:pt x="557" y="0"/>
                </a:lnTo>
                <a:lnTo>
                  <a:pt x="563" y="0"/>
                </a:lnTo>
                <a:lnTo>
                  <a:pt x="0" y="44"/>
                </a:lnTo>
                <a:close/>
              </a:path>
            </a:pathLst>
          </a:custGeom>
          <a:solidFill>
            <a:srgbClr val="ede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6" name=""/>
          <p:cNvSpPr/>
          <p:nvPr/>
        </p:nvSpPr>
        <p:spPr>
          <a:xfrm>
            <a:off x="4836960" y="2095200"/>
            <a:ext cx="204840" cy="16200"/>
          </a:xfrm>
          <a:custGeom>
            <a:avLst/>
            <a:gdLst/>
            <a:ahLst/>
            <a:rect l="0" t="0" r="r" b="b"/>
            <a:pathLst>
              <a:path w="569" h="45">
                <a:moveTo>
                  <a:pt x="0" y="44"/>
                </a:moveTo>
                <a:lnTo>
                  <a:pt x="563" y="0"/>
                </a:lnTo>
                <a:lnTo>
                  <a:pt x="569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7" name=""/>
          <p:cNvSpPr/>
          <p:nvPr/>
        </p:nvSpPr>
        <p:spPr>
          <a:xfrm>
            <a:off x="4836960" y="2095200"/>
            <a:ext cx="207000" cy="16200"/>
          </a:xfrm>
          <a:custGeom>
            <a:avLst/>
            <a:gdLst/>
            <a:ahLst/>
            <a:rect l="0" t="0" r="r" b="b"/>
            <a:pathLst>
              <a:path w="575" h="45">
                <a:moveTo>
                  <a:pt x="0" y="45"/>
                </a:moveTo>
                <a:lnTo>
                  <a:pt x="569" y="0"/>
                </a:lnTo>
                <a:lnTo>
                  <a:pt x="575" y="0"/>
                </a:lnTo>
                <a:lnTo>
                  <a:pt x="0" y="45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8" name=""/>
          <p:cNvSpPr/>
          <p:nvPr/>
        </p:nvSpPr>
        <p:spPr>
          <a:xfrm>
            <a:off x="4836960" y="2095200"/>
            <a:ext cx="209160" cy="16560"/>
          </a:xfrm>
          <a:custGeom>
            <a:avLst/>
            <a:gdLst/>
            <a:ahLst/>
            <a:rect l="0" t="0" r="r" b="b"/>
            <a:pathLst>
              <a:path w="581" h="46">
                <a:moveTo>
                  <a:pt x="0" y="45"/>
                </a:moveTo>
                <a:lnTo>
                  <a:pt x="575" y="0"/>
                </a:lnTo>
                <a:lnTo>
                  <a:pt x="581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69" name=""/>
          <p:cNvSpPr/>
          <p:nvPr/>
        </p:nvSpPr>
        <p:spPr>
          <a:xfrm>
            <a:off x="4836960" y="2095200"/>
            <a:ext cx="211320" cy="16560"/>
          </a:xfrm>
          <a:custGeom>
            <a:avLst/>
            <a:gdLst/>
            <a:ahLst/>
            <a:rect l="0" t="0" r="r" b="b"/>
            <a:pathLst>
              <a:path w="587" h="46">
                <a:moveTo>
                  <a:pt x="0" y="46"/>
                </a:moveTo>
                <a:lnTo>
                  <a:pt x="581" y="0"/>
                </a:lnTo>
                <a:lnTo>
                  <a:pt x="587" y="0"/>
                </a:lnTo>
                <a:lnTo>
                  <a:pt x="0" y="46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0" name=""/>
          <p:cNvSpPr/>
          <p:nvPr/>
        </p:nvSpPr>
        <p:spPr>
          <a:xfrm>
            <a:off x="4836960" y="2095200"/>
            <a:ext cx="213840" cy="16920"/>
          </a:xfrm>
          <a:custGeom>
            <a:avLst/>
            <a:gdLst/>
            <a:ahLst/>
            <a:rect l="0" t="0" r="r" b="b"/>
            <a:pathLst>
              <a:path w="594" h="47">
                <a:moveTo>
                  <a:pt x="0" y="46"/>
                </a:moveTo>
                <a:lnTo>
                  <a:pt x="587" y="0"/>
                </a:lnTo>
                <a:lnTo>
                  <a:pt x="594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ece0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1" name=""/>
          <p:cNvSpPr/>
          <p:nvPr/>
        </p:nvSpPr>
        <p:spPr>
          <a:xfrm>
            <a:off x="4836960" y="2095200"/>
            <a:ext cx="216000" cy="16920"/>
          </a:xfrm>
          <a:custGeom>
            <a:avLst/>
            <a:gdLst/>
            <a:ahLst/>
            <a:rect l="0" t="0" r="r" b="b"/>
            <a:pathLst>
              <a:path w="600" h="47">
                <a:moveTo>
                  <a:pt x="0" y="47"/>
                </a:moveTo>
                <a:lnTo>
                  <a:pt x="594" y="0"/>
                </a:lnTo>
                <a:lnTo>
                  <a:pt x="600" y="0"/>
                </a:lnTo>
                <a:lnTo>
                  <a:pt x="0" y="47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2" name=""/>
          <p:cNvSpPr/>
          <p:nvPr/>
        </p:nvSpPr>
        <p:spPr>
          <a:xfrm>
            <a:off x="4836960" y="2095200"/>
            <a:ext cx="218160" cy="17280"/>
          </a:xfrm>
          <a:custGeom>
            <a:avLst/>
            <a:gdLst/>
            <a:ahLst/>
            <a:rect l="0" t="0" r="r" b="b"/>
            <a:pathLst>
              <a:path w="606" h="48">
                <a:moveTo>
                  <a:pt x="0" y="47"/>
                </a:moveTo>
                <a:lnTo>
                  <a:pt x="600" y="0"/>
                </a:lnTo>
                <a:lnTo>
                  <a:pt x="606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3" name=""/>
          <p:cNvSpPr/>
          <p:nvPr/>
        </p:nvSpPr>
        <p:spPr>
          <a:xfrm>
            <a:off x="4836960" y="2095200"/>
            <a:ext cx="220320" cy="17280"/>
          </a:xfrm>
          <a:custGeom>
            <a:avLst/>
            <a:gdLst/>
            <a:ahLst/>
            <a:rect l="0" t="0" r="r" b="b"/>
            <a:pathLst>
              <a:path w="612" h="48">
                <a:moveTo>
                  <a:pt x="0" y="48"/>
                </a:moveTo>
                <a:lnTo>
                  <a:pt x="606" y="0"/>
                </a:lnTo>
                <a:lnTo>
                  <a:pt x="612" y="0"/>
                </a:lnTo>
                <a:lnTo>
                  <a:pt x="0" y="48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4" name=""/>
          <p:cNvSpPr/>
          <p:nvPr/>
        </p:nvSpPr>
        <p:spPr>
          <a:xfrm>
            <a:off x="4836960" y="2095200"/>
            <a:ext cx="222480" cy="17280"/>
          </a:xfrm>
          <a:custGeom>
            <a:avLst/>
            <a:gdLst/>
            <a:ahLst/>
            <a:rect l="0" t="0" r="r" b="b"/>
            <a:pathLst>
              <a:path w="618" h="48">
                <a:moveTo>
                  <a:pt x="0" y="48"/>
                </a:moveTo>
                <a:lnTo>
                  <a:pt x="612" y="0"/>
                </a:lnTo>
                <a:lnTo>
                  <a:pt x="618" y="0"/>
                </a:lnTo>
                <a:lnTo>
                  <a:pt x="0" y="48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5" name=""/>
          <p:cNvSpPr/>
          <p:nvPr/>
        </p:nvSpPr>
        <p:spPr>
          <a:xfrm>
            <a:off x="4836960" y="2095200"/>
            <a:ext cx="224640" cy="17640"/>
          </a:xfrm>
          <a:custGeom>
            <a:avLst/>
            <a:gdLst/>
            <a:ahLst/>
            <a:rect l="0" t="0" r="r" b="b"/>
            <a:pathLst>
              <a:path w="624" h="49">
                <a:moveTo>
                  <a:pt x="0" y="48"/>
                </a:moveTo>
                <a:lnTo>
                  <a:pt x="618" y="0"/>
                </a:lnTo>
                <a:lnTo>
                  <a:pt x="624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6" name=""/>
          <p:cNvSpPr/>
          <p:nvPr/>
        </p:nvSpPr>
        <p:spPr>
          <a:xfrm>
            <a:off x="4836960" y="2095200"/>
            <a:ext cx="226800" cy="17640"/>
          </a:xfrm>
          <a:custGeom>
            <a:avLst/>
            <a:gdLst/>
            <a:ahLst/>
            <a:rect l="0" t="0" r="r" b="b"/>
            <a:pathLst>
              <a:path w="630" h="49">
                <a:moveTo>
                  <a:pt x="0" y="49"/>
                </a:moveTo>
                <a:lnTo>
                  <a:pt x="624" y="0"/>
                </a:lnTo>
                <a:lnTo>
                  <a:pt x="630" y="0"/>
                </a:lnTo>
                <a:lnTo>
                  <a:pt x="0" y="49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7" name=""/>
          <p:cNvSpPr/>
          <p:nvPr/>
        </p:nvSpPr>
        <p:spPr>
          <a:xfrm>
            <a:off x="4836960" y="2095200"/>
            <a:ext cx="228960" cy="18000"/>
          </a:xfrm>
          <a:custGeom>
            <a:avLst/>
            <a:gdLst/>
            <a:ahLst/>
            <a:rect l="0" t="0" r="r" b="b"/>
            <a:pathLst>
              <a:path w="636" h="50">
                <a:moveTo>
                  <a:pt x="0" y="49"/>
                </a:moveTo>
                <a:lnTo>
                  <a:pt x="630" y="0"/>
                </a:lnTo>
                <a:lnTo>
                  <a:pt x="636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8" name=""/>
          <p:cNvSpPr/>
          <p:nvPr/>
        </p:nvSpPr>
        <p:spPr>
          <a:xfrm>
            <a:off x="4836960" y="2095200"/>
            <a:ext cx="231120" cy="18000"/>
          </a:xfrm>
          <a:custGeom>
            <a:avLst/>
            <a:gdLst/>
            <a:ahLst/>
            <a:rect l="0" t="0" r="r" b="b"/>
            <a:pathLst>
              <a:path w="642" h="50">
                <a:moveTo>
                  <a:pt x="0" y="50"/>
                </a:moveTo>
                <a:lnTo>
                  <a:pt x="636" y="0"/>
                </a:lnTo>
                <a:lnTo>
                  <a:pt x="642" y="0"/>
                </a:lnTo>
                <a:lnTo>
                  <a:pt x="0" y="50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79" name=""/>
          <p:cNvSpPr/>
          <p:nvPr/>
        </p:nvSpPr>
        <p:spPr>
          <a:xfrm>
            <a:off x="4836960" y="2095200"/>
            <a:ext cx="233640" cy="18360"/>
          </a:xfrm>
          <a:custGeom>
            <a:avLst/>
            <a:gdLst/>
            <a:ahLst/>
            <a:rect l="0" t="0" r="r" b="b"/>
            <a:pathLst>
              <a:path w="649" h="51">
                <a:moveTo>
                  <a:pt x="0" y="50"/>
                </a:moveTo>
                <a:lnTo>
                  <a:pt x="642" y="0"/>
                </a:lnTo>
                <a:lnTo>
                  <a:pt x="649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0" name=""/>
          <p:cNvSpPr/>
          <p:nvPr/>
        </p:nvSpPr>
        <p:spPr>
          <a:xfrm>
            <a:off x="4836960" y="2095200"/>
            <a:ext cx="235800" cy="18360"/>
          </a:xfrm>
          <a:custGeom>
            <a:avLst/>
            <a:gdLst/>
            <a:ahLst/>
            <a:rect l="0" t="0" r="r" b="b"/>
            <a:pathLst>
              <a:path w="655" h="51">
                <a:moveTo>
                  <a:pt x="0" y="51"/>
                </a:moveTo>
                <a:lnTo>
                  <a:pt x="649" y="0"/>
                </a:lnTo>
                <a:lnTo>
                  <a:pt x="655" y="0"/>
                </a:lnTo>
                <a:lnTo>
                  <a:pt x="0" y="51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1" name=""/>
          <p:cNvSpPr/>
          <p:nvPr/>
        </p:nvSpPr>
        <p:spPr>
          <a:xfrm>
            <a:off x="4836960" y="2095200"/>
            <a:ext cx="237960" cy="18720"/>
          </a:xfrm>
          <a:custGeom>
            <a:avLst/>
            <a:gdLst/>
            <a:ahLst/>
            <a:rect l="0" t="0" r="r" b="b"/>
            <a:pathLst>
              <a:path w="661" h="52">
                <a:moveTo>
                  <a:pt x="0" y="51"/>
                </a:moveTo>
                <a:lnTo>
                  <a:pt x="655" y="0"/>
                </a:lnTo>
                <a:lnTo>
                  <a:pt x="661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2" name=""/>
          <p:cNvSpPr/>
          <p:nvPr/>
        </p:nvSpPr>
        <p:spPr>
          <a:xfrm>
            <a:off x="4836960" y="2095200"/>
            <a:ext cx="240120" cy="18720"/>
          </a:xfrm>
          <a:custGeom>
            <a:avLst/>
            <a:gdLst/>
            <a:ahLst/>
            <a:rect l="0" t="0" r="r" b="b"/>
            <a:pathLst>
              <a:path w="667" h="52">
                <a:moveTo>
                  <a:pt x="0" y="52"/>
                </a:moveTo>
                <a:lnTo>
                  <a:pt x="661" y="0"/>
                </a:lnTo>
                <a:lnTo>
                  <a:pt x="667" y="0"/>
                </a:lnTo>
                <a:lnTo>
                  <a:pt x="0" y="52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3" name=""/>
          <p:cNvSpPr/>
          <p:nvPr/>
        </p:nvSpPr>
        <p:spPr>
          <a:xfrm>
            <a:off x="4836960" y="2095200"/>
            <a:ext cx="242280" cy="19080"/>
          </a:xfrm>
          <a:custGeom>
            <a:avLst/>
            <a:gdLst/>
            <a:ahLst/>
            <a:rect l="0" t="0" r="r" b="b"/>
            <a:pathLst>
              <a:path w="673" h="53">
                <a:moveTo>
                  <a:pt x="0" y="52"/>
                </a:moveTo>
                <a:lnTo>
                  <a:pt x="667" y="0"/>
                </a:lnTo>
                <a:lnTo>
                  <a:pt x="673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4" name=""/>
          <p:cNvSpPr/>
          <p:nvPr/>
        </p:nvSpPr>
        <p:spPr>
          <a:xfrm>
            <a:off x="4836960" y="2095200"/>
            <a:ext cx="244440" cy="19080"/>
          </a:xfrm>
          <a:custGeom>
            <a:avLst/>
            <a:gdLst/>
            <a:ahLst/>
            <a:rect l="0" t="0" r="r" b="b"/>
            <a:pathLst>
              <a:path w="679" h="53">
                <a:moveTo>
                  <a:pt x="0" y="53"/>
                </a:moveTo>
                <a:lnTo>
                  <a:pt x="673" y="0"/>
                </a:lnTo>
                <a:lnTo>
                  <a:pt x="679" y="0"/>
                </a:lnTo>
                <a:lnTo>
                  <a:pt x="0" y="53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5" name=""/>
          <p:cNvSpPr/>
          <p:nvPr/>
        </p:nvSpPr>
        <p:spPr>
          <a:xfrm>
            <a:off x="4836960" y="2095200"/>
            <a:ext cx="246600" cy="19440"/>
          </a:xfrm>
          <a:custGeom>
            <a:avLst/>
            <a:gdLst/>
            <a:ahLst/>
            <a:rect l="0" t="0" r="r" b="b"/>
            <a:pathLst>
              <a:path w="685" h="54">
                <a:moveTo>
                  <a:pt x="0" y="53"/>
                </a:moveTo>
                <a:lnTo>
                  <a:pt x="679" y="0"/>
                </a:lnTo>
                <a:lnTo>
                  <a:pt x="685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6" name=""/>
          <p:cNvSpPr/>
          <p:nvPr/>
        </p:nvSpPr>
        <p:spPr>
          <a:xfrm>
            <a:off x="4836960" y="2095200"/>
            <a:ext cx="248760" cy="19440"/>
          </a:xfrm>
          <a:custGeom>
            <a:avLst/>
            <a:gdLst/>
            <a:ahLst/>
            <a:rect l="0" t="0" r="r" b="b"/>
            <a:pathLst>
              <a:path w="691" h="54">
                <a:moveTo>
                  <a:pt x="0" y="54"/>
                </a:moveTo>
                <a:lnTo>
                  <a:pt x="685" y="0"/>
                </a:lnTo>
                <a:lnTo>
                  <a:pt x="691" y="0"/>
                </a:lnTo>
                <a:lnTo>
                  <a:pt x="0" y="54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7" name=""/>
          <p:cNvSpPr/>
          <p:nvPr/>
        </p:nvSpPr>
        <p:spPr>
          <a:xfrm>
            <a:off x="4836960" y="2095200"/>
            <a:ext cx="250920" cy="19440"/>
          </a:xfrm>
          <a:custGeom>
            <a:avLst/>
            <a:gdLst/>
            <a:ahLst/>
            <a:rect l="0" t="0" r="r" b="b"/>
            <a:pathLst>
              <a:path w="697" h="54">
                <a:moveTo>
                  <a:pt x="0" y="54"/>
                </a:moveTo>
                <a:lnTo>
                  <a:pt x="691" y="0"/>
                </a:lnTo>
                <a:lnTo>
                  <a:pt x="697" y="0"/>
                </a:lnTo>
                <a:lnTo>
                  <a:pt x="0" y="54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8" name=""/>
          <p:cNvSpPr/>
          <p:nvPr/>
        </p:nvSpPr>
        <p:spPr>
          <a:xfrm>
            <a:off x="4836960" y="2095200"/>
            <a:ext cx="253440" cy="19800"/>
          </a:xfrm>
          <a:custGeom>
            <a:avLst/>
            <a:gdLst/>
            <a:ahLst/>
            <a:rect l="0" t="0" r="r" b="b"/>
            <a:pathLst>
              <a:path w="704" h="55">
                <a:moveTo>
                  <a:pt x="0" y="54"/>
                </a:moveTo>
                <a:lnTo>
                  <a:pt x="697" y="0"/>
                </a:lnTo>
                <a:lnTo>
                  <a:pt x="704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89" name=""/>
          <p:cNvSpPr/>
          <p:nvPr/>
        </p:nvSpPr>
        <p:spPr>
          <a:xfrm>
            <a:off x="4836960" y="2095200"/>
            <a:ext cx="255600" cy="19800"/>
          </a:xfrm>
          <a:custGeom>
            <a:avLst/>
            <a:gdLst/>
            <a:ahLst/>
            <a:rect l="0" t="0" r="r" b="b"/>
            <a:pathLst>
              <a:path w="710" h="55">
                <a:moveTo>
                  <a:pt x="0" y="55"/>
                </a:moveTo>
                <a:lnTo>
                  <a:pt x="704" y="0"/>
                </a:lnTo>
                <a:lnTo>
                  <a:pt x="710" y="0"/>
                </a:lnTo>
                <a:lnTo>
                  <a:pt x="0" y="55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0" name=""/>
          <p:cNvSpPr/>
          <p:nvPr/>
        </p:nvSpPr>
        <p:spPr>
          <a:xfrm>
            <a:off x="4836960" y="2095200"/>
            <a:ext cx="257760" cy="20160"/>
          </a:xfrm>
          <a:custGeom>
            <a:avLst/>
            <a:gdLst/>
            <a:ahLst/>
            <a:rect l="0" t="0" r="r" b="b"/>
            <a:pathLst>
              <a:path w="716" h="56">
                <a:moveTo>
                  <a:pt x="0" y="55"/>
                </a:moveTo>
                <a:lnTo>
                  <a:pt x="710" y="0"/>
                </a:lnTo>
                <a:lnTo>
                  <a:pt x="716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1" name=""/>
          <p:cNvSpPr/>
          <p:nvPr/>
        </p:nvSpPr>
        <p:spPr>
          <a:xfrm>
            <a:off x="4836960" y="2095200"/>
            <a:ext cx="259920" cy="20160"/>
          </a:xfrm>
          <a:custGeom>
            <a:avLst/>
            <a:gdLst/>
            <a:ahLst/>
            <a:rect l="0" t="0" r="r" b="b"/>
            <a:pathLst>
              <a:path w="722" h="56">
                <a:moveTo>
                  <a:pt x="0" y="56"/>
                </a:moveTo>
                <a:lnTo>
                  <a:pt x="716" y="0"/>
                </a:lnTo>
                <a:lnTo>
                  <a:pt x="722" y="0"/>
                </a:lnTo>
                <a:lnTo>
                  <a:pt x="0" y="56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2" name=""/>
          <p:cNvSpPr/>
          <p:nvPr/>
        </p:nvSpPr>
        <p:spPr>
          <a:xfrm>
            <a:off x="4836960" y="2095200"/>
            <a:ext cx="262080" cy="20520"/>
          </a:xfrm>
          <a:custGeom>
            <a:avLst/>
            <a:gdLst/>
            <a:ahLst/>
            <a:rect l="0" t="0" r="r" b="b"/>
            <a:pathLst>
              <a:path w="728" h="57">
                <a:moveTo>
                  <a:pt x="0" y="56"/>
                </a:moveTo>
                <a:lnTo>
                  <a:pt x="722" y="0"/>
                </a:lnTo>
                <a:lnTo>
                  <a:pt x="728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3" name=""/>
          <p:cNvSpPr/>
          <p:nvPr/>
        </p:nvSpPr>
        <p:spPr>
          <a:xfrm>
            <a:off x="4836960" y="2095200"/>
            <a:ext cx="264240" cy="20520"/>
          </a:xfrm>
          <a:custGeom>
            <a:avLst/>
            <a:gdLst/>
            <a:ahLst/>
            <a:rect l="0" t="0" r="r" b="b"/>
            <a:pathLst>
              <a:path w="734" h="57">
                <a:moveTo>
                  <a:pt x="0" y="57"/>
                </a:moveTo>
                <a:lnTo>
                  <a:pt x="728" y="0"/>
                </a:lnTo>
                <a:lnTo>
                  <a:pt x="734" y="0"/>
                </a:lnTo>
                <a:lnTo>
                  <a:pt x="0" y="57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4" name=""/>
          <p:cNvSpPr/>
          <p:nvPr/>
        </p:nvSpPr>
        <p:spPr>
          <a:xfrm>
            <a:off x="4836960" y="2095200"/>
            <a:ext cx="266400" cy="20880"/>
          </a:xfrm>
          <a:custGeom>
            <a:avLst/>
            <a:gdLst/>
            <a:ahLst/>
            <a:rect l="0" t="0" r="r" b="b"/>
            <a:pathLst>
              <a:path w="740" h="58">
                <a:moveTo>
                  <a:pt x="0" y="57"/>
                </a:moveTo>
                <a:lnTo>
                  <a:pt x="734" y="0"/>
                </a:lnTo>
                <a:lnTo>
                  <a:pt x="740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5" name=""/>
          <p:cNvSpPr/>
          <p:nvPr/>
        </p:nvSpPr>
        <p:spPr>
          <a:xfrm>
            <a:off x="4836960" y="2095200"/>
            <a:ext cx="268560" cy="20880"/>
          </a:xfrm>
          <a:custGeom>
            <a:avLst/>
            <a:gdLst/>
            <a:ahLst/>
            <a:rect l="0" t="0" r="r" b="b"/>
            <a:pathLst>
              <a:path w="746" h="58">
                <a:moveTo>
                  <a:pt x="0" y="58"/>
                </a:moveTo>
                <a:lnTo>
                  <a:pt x="740" y="0"/>
                </a:lnTo>
                <a:lnTo>
                  <a:pt x="746" y="0"/>
                </a:lnTo>
                <a:lnTo>
                  <a:pt x="0" y="58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6" name=""/>
          <p:cNvSpPr/>
          <p:nvPr/>
        </p:nvSpPr>
        <p:spPr>
          <a:xfrm>
            <a:off x="4836960" y="2095200"/>
            <a:ext cx="270720" cy="21240"/>
          </a:xfrm>
          <a:custGeom>
            <a:avLst/>
            <a:gdLst/>
            <a:ahLst/>
            <a:rect l="0" t="0" r="r" b="b"/>
            <a:pathLst>
              <a:path w="752" h="59">
                <a:moveTo>
                  <a:pt x="0" y="58"/>
                </a:moveTo>
                <a:lnTo>
                  <a:pt x="746" y="0"/>
                </a:lnTo>
                <a:lnTo>
                  <a:pt x="752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7" name=""/>
          <p:cNvSpPr/>
          <p:nvPr/>
        </p:nvSpPr>
        <p:spPr>
          <a:xfrm>
            <a:off x="4836960" y="2095200"/>
            <a:ext cx="273240" cy="21240"/>
          </a:xfrm>
          <a:custGeom>
            <a:avLst/>
            <a:gdLst/>
            <a:ahLst/>
            <a:rect l="0" t="0" r="r" b="b"/>
            <a:pathLst>
              <a:path w="759" h="59">
                <a:moveTo>
                  <a:pt x="0" y="59"/>
                </a:moveTo>
                <a:lnTo>
                  <a:pt x="752" y="0"/>
                </a:lnTo>
                <a:lnTo>
                  <a:pt x="759" y="0"/>
                </a:lnTo>
                <a:lnTo>
                  <a:pt x="0" y="59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8" name=""/>
          <p:cNvSpPr/>
          <p:nvPr/>
        </p:nvSpPr>
        <p:spPr>
          <a:xfrm>
            <a:off x="4836960" y="2095200"/>
            <a:ext cx="275400" cy="21600"/>
          </a:xfrm>
          <a:custGeom>
            <a:avLst/>
            <a:gdLst/>
            <a:ahLst/>
            <a:rect l="0" t="0" r="r" b="b"/>
            <a:pathLst>
              <a:path w="765" h="60">
                <a:moveTo>
                  <a:pt x="0" y="59"/>
                </a:moveTo>
                <a:lnTo>
                  <a:pt x="759" y="0"/>
                </a:lnTo>
                <a:lnTo>
                  <a:pt x="765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5999" name=""/>
          <p:cNvSpPr/>
          <p:nvPr/>
        </p:nvSpPr>
        <p:spPr>
          <a:xfrm>
            <a:off x="4836960" y="2095200"/>
            <a:ext cx="277560" cy="21600"/>
          </a:xfrm>
          <a:custGeom>
            <a:avLst/>
            <a:gdLst/>
            <a:ahLst/>
            <a:rect l="0" t="0" r="r" b="b"/>
            <a:pathLst>
              <a:path w="771" h="60">
                <a:moveTo>
                  <a:pt x="0" y="60"/>
                </a:moveTo>
                <a:lnTo>
                  <a:pt x="765" y="0"/>
                </a:lnTo>
                <a:lnTo>
                  <a:pt x="771" y="0"/>
                </a:lnTo>
                <a:lnTo>
                  <a:pt x="0" y="60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0" name=""/>
          <p:cNvSpPr/>
          <p:nvPr/>
        </p:nvSpPr>
        <p:spPr>
          <a:xfrm>
            <a:off x="4836960" y="2095200"/>
            <a:ext cx="279720" cy="21960"/>
          </a:xfrm>
          <a:custGeom>
            <a:avLst/>
            <a:gdLst/>
            <a:ahLst/>
            <a:rect l="0" t="0" r="r" b="b"/>
            <a:pathLst>
              <a:path w="777" h="61">
                <a:moveTo>
                  <a:pt x="0" y="60"/>
                </a:moveTo>
                <a:lnTo>
                  <a:pt x="771" y="0"/>
                </a:lnTo>
                <a:lnTo>
                  <a:pt x="777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1" name=""/>
          <p:cNvSpPr/>
          <p:nvPr/>
        </p:nvSpPr>
        <p:spPr>
          <a:xfrm>
            <a:off x="4836960" y="2095200"/>
            <a:ext cx="281880" cy="21960"/>
          </a:xfrm>
          <a:custGeom>
            <a:avLst/>
            <a:gdLst/>
            <a:ahLst/>
            <a:rect l="0" t="0" r="r" b="b"/>
            <a:pathLst>
              <a:path w="783" h="61">
                <a:moveTo>
                  <a:pt x="0" y="61"/>
                </a:moveTo>
                <a:lnTo>
                  <a:pt x="777" y="0"/>
                </a:lnTo>
                <a:lnTo>
                  <a:pt x="783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2" name=""/>
          <p:cNvSpPr/>
          <p:nvPr/>
        </p:nvSpPr>
        <p:spPr>
          <a:xfrm>
            <a:off x="4839120" y="2095200"/>
            <a:ext cx="281520" cy="21960"/>
          </a:xfrm>
          <a:custGeom>
            <a:avLst/>
            <a:gdLst/>
            <a:ahLst/>
            <a:rect l="0" t="0" r="r" b="b"/>
            <a:pathLst>
              <a:path w="782" h="61">
                <a:moveTo>
                  <a:pt x="0" y="61"/>
                </a:moveTo>
                <a:lnTo>
                  <a:pt x="777" y="0"/>
                </a:lnTo>
                <a:lnTo>
                  <a:pt x="782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3" name=""/>
          <p:cNvSpPr/>
          <p:nvPr/>
        </p:nvSpPr>
        <p:spPr>
          <a:xfrm>
            <a:off x="4841280" y="2095200"/>
            <a:ext cx="279360" cy="21960"/>
          </a:xfrm>
          <a:custGeom>
            <a:avLst/>
            <a:gdLst/>
            <a:ahLst/>
            <a:rect l="0" t="0" r="r" b="b"/>
            <a:pathLst>
              <a:path w="776" h="61">
                <a:moveTo>
                  <a:pt x="0" y="61"/>
                </a:moveTo>
                <a:lnTo>
                  <a:pt x="776" y="0"/>
                </a:lnTo>
                <a:lnTo>
                  <a:pt x="776" y="1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4" name=""/>
          <p:cNvSpPr/>
          <p:nvPr/>
        </p:nvSpPr>
        <p:spPr>
          <a:xfrm>
            <a:off x="4843440" y="2095560"/>
            <a:ext cx="277200" cy="21600"/>
          </a:xfrm>
          <a:custGeom>
            <a:avLst/>
            <a:gdLst/>
            <a:ahLst/>
            <a:rect l="0" t="0" r="r" b="b"/>
            <a:pathLst>
              <a:path w="770" h="60">
                <a:moveTo>
                  <a:pt x="0" y="60"/>
                </a:moveTo>
                <a:lnTo>
                  <a:pt x="770" y="0"/>
                </a:lnTo>
                <a:lnTo>
                  <a:pt x="7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5" name=""/>
          <p:cNvSpPr/>
          <p:nvPr/>
        </p:nvSpPr>
        <p:spPr>
          <a:xfrm>
            <a:off x="4845600" y="2095560"/>
            <a:ext cx="275040" cy="21600"/>
          </a:xfrm>
          <a:custGeom>
            <a:avLst/>
            <a:gdLst/>
            <a:ahLst/>
            <a:rect l="0" t="0" r="r" b="b"/>
            <a:pathLst>
              <a:path w="764" h="60">
                <a:moveTo>
                  <a:pt x="0" y="60"/>
                </a:moveTo>
                <a:lnTo>
                  <a:pt x="764" y="0"/>
                </a:lnTo>
                <a:lnTo>
                  <a:pt x="764" y="1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6" name=""/>
          <p:cNvSpPr/>
          <p:nvPr/>
        </p:nvSpPr>
        <p:spPr>
          <a:xfrm>
            <a:off x="4847760" y="2095920"/>
            <a:ext cx="272880" cy="21240"/>
          </a:xfrm>
          <a:custGeom>
            <a:avLst/>
            <a:gdLst/>
            <a:ahLst/>
            <a:rect l="0" t="0" r="r" b="b"/>
            <a:pathLst>
              <a:path w="758" h="59">
                <a:moveTo>
                  <a:pt x="0" y="59"/>
                </a:moveTo>
                <a:lnTo>
                  <a:pt x="758" y="0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7" name=""/>
          <p:cNvSpPr/>
          <p:nvPr/>
        </p:nvSpPr>
        <p:spPr>
          <a:xfrm>
            <a:off x="4849920" y="2095920"/>
            <a:ext cx="270720" cy="21240"/>
          </a:xfrm>
          <a:custGeom>
            <a:avLst/>
            <a:gdLst/>
            <a:ahLst/>
            <a:rect l="0" t="0" r="r" b="b"/>
            <a:pathLst>
              <a:path w="752" h="59">
                <a:moveTo>
                  <a:pt x="0" y="59"/>
                </a:moveTo>
                <a:lnTo>
                  <a:pt x="752" y="0"/>
                </a:lnTo>
                <a:lnTo>
                  <a:pt x="752" y="1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8" name=""/>
          <p:cNvSpPr/>
          <p:nvPr/>
        </p:nvSpPr>
        <p:spPr>
          <a:xfrm>
            <a:off x="4852080" y="2096280"/>
            <a:ext cx="268560" cy="20880"/>
          </a:xfrm>
          <a:custGeom>
            <a:avLst/>
            <a:gdLst/>
            <a:ahLst/>
            <a:rect l="0" t="0" r="r" b="b"/>
            <a:pathLst>
              <a:path w="746" h="58">
                <a:moveTo>
                  <a:pt x="0" y="58"/>
                </a:moveTo>
                <a:lnTo>
                  <a:pt x="746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09" name=""/>
          <p:cNvSpPr/>
          <p:nvPr/>
        </p:nvSpPr>
        <p:spPr>
          <a:xfrm>
            <a:off x="4854240" y="2096280"/>
            <a:ext cx="266400" cy="20880"/>
          </a:xfrm>
          <a:custGeom>
            <a:avLst/>
            <a:gdLst/>
            <a:ahLst/>
            <a:rect l="0" t="0" r="r" b="b"/>
            <a:pathLst>
              <a:path w="740" h="58">
                <a:moveTo>
                  <a:pt x="0" y="58"/>
                </a:moveTo>
                <a:lnTo>
                  <a:pt x="740" y="0"/>
                </a:lnTo>
                <a:lnTo>
                  <a:pt x="740" y="1"/>
                </a:lnTo>
                <a:lnTo>
                  <a:pt x="7" y="58"/>
                </a:lnTo>
                <a:lnTo>
                  <a:pt x="0" y="58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0" name=""/>
          <p:cNvSpPr/>
          <p:nvPr/>
        </p:nvSpPr>
        <p:spPr>
          <a:xfrm>
            <a:off x="4856760" y="2096640"/>
            <a:ext cx="263880" cy="20520"/>
          </a:xfrm>
          <a:custGeom>
            <a:avLst/>
            <a:gdLst/>
            <a:ahLst/>
            <a:rect l="0" t="0" r="r" b="b"/>
            <a:pathLst>
              <a:path w="733" h="57">
                <a:moveTo>
                  <a:pt x="0" y="57"/>
                </a:moveTo>
                <a:lnTo>
                  <a:pt x="733" y="0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1" name=""/>
          <p:cNvSpPr/>
          <p:nvPr/>
        </p:nvSpPr>
        <p:spPr>
          <a:xfrm>
            <a:off x="4858920" y="2096640"/>
            <a:ext cx="261720" cy="20520"/>
          </a:xfrm>
          <a:custGeom>
            <a:avLst/>
            <a:gdLst/>
            <a:ahLst/>
            <a:rect l="0" t="0" r="r" b="b"/>
            <a:pathLst>
              <a:path w="727" h="57">
                <a:moveTo>
                  <a:pt x="0" y="57"/>
                </a:moveTo>
                <a:lnTo>
                  <a:pt x="727" y="0"/>
                </a:lnTo>
                <a:lnTo>
                  <a:pt x="727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2" name=""/>
          <p:cNvSpPr/>
          <p:nvPr/>
        </p:nvSpPr>
        <p:spPr>
          <a:xfrm>
            <a:off x="4861080" y="2097000"/>
            <a:ext cx="259560" cy="20160"/>
          </a:xfrm>
          <a:custGeom>
            <a:avLst/>
            <a:gdLst/>
            <a:ahLst/>
            <a:rect l="0" t="0" r="r" b="b"/>
            <a:pathLst>
              <a:path w="721" h="56">
                <a:moveTo>
                  <a:pt x="0" y="56"/>
                </a:moveTo>
                <a:lnTo>
                  <a:pt x="721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3" name=""/>
          <p:cNvSpPr/>
          <p:nvPr/>
        </p:nvSpPr>
        <p:spPr>
          <a:xfrm>
            <a:off x="4863240" y="2097000"/>
            <a:ext cx="257400" cy="20160"/>
          </a:xfrm>
          <a:custGeom>
            <a:avLst/>
            <a:gdLst/>
            <a:ahLst/>
            <a:rect l="0" t="0" r="r" b="b"/>
            <a:pathLst>
              <a:path w="715" h="56">
                <a:moveTo>
                  <a:pt x="0" y="56"/>
                </a:moveTo>
                <a:lnTo>
                  <a:pt x="715" y="0"/>
                </a:lnTo>
                <a:lnTo>
                  <a:pt x="715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4" name=""/>
          <p:cNvSpPr/>
          <p:nvPr/>
        </p:nvSpPr>
        <p:spPr>
          <a:xfrm>
            <a:off x="4865400" y="2097360"/>
            <a:ext cx="255240" cy="19800"/>
          </a:xfrm>
          <a:custGeom>
            <a:avLst/>
            <a:gdLst/>
            <a:ahLst/>
            <a:rect l="0" t="0" r="r" b="b"/>
            <a:pathLst>
              <a:path w="709" h="55">
                <a:moveTo>
                  <a:pt x="0" y="55"/>
                </a:moveTo>
                <a:lnTo>
                  <a:pt x="709" y="0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5" name=""/>
          <p:cNvSpPr/>
          <p:nvPr/>
        </p:nvSpPr>
        <p:spPr>
          <a:xfrm>
            <a:off x="4867560" y="2097360"/>
            <a:ext cx="253080" cy="19800"/>
          </a:xfrm>
          <a:custGeom>
            <a:avLst/>
            <a:gdLst/>
            <a:ahLst/>
            <a:rect l="0" t="0" r="r" b="b"/>
            <a:pathLst>
              <a:path w="703" h="55">
                <a:moveTo>
                  <a:pt x="0" y="55"/>
                </a:moveTo>
                <a:lnTo>
                  <a:pt x="703" y="0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6" name=""/>
          <p:cNvSpPr/>
          <p:nvPr/>
        </p:nvSpPr>
        <p:spPr>
          <a:xfrm>
            <a:off x="4869720" y="2097360"/>
            <a:ext cx="250920" cy="19800"/>
          </a:xfrm>
          <a:custGeom>
            <a:avLst/>
            <a:gdLst/>
            <a:ahLst/>
            <a:rect l="0" t="0" r="r" b="b"/>
            <a:pathLst>
              <a:path w="697" h="55">
                <a:moveTo>
                  <a:pt x="0" y="55"/>
                </a:moveTo>
                <a:lnTo>
                  <a:pt x="697" y="0"/>
                </a:lnTo>
                <a:lnTo>
                  <a:pt x="697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7" name=""/>
          <p:cNvSpPr/>
          <p:nvPr/>
        </p:nvSpPr>
        <p:spPr>
          <a:xfrm>
            <a:off x="4871880" y="2097720"/>
            <a:ext cx="248760" cy="19440"/>
          </a:xfrm>
          <a:custGeom>
            <a:avLst/>
            <a:gdLst/>
            <a:ahLst/>
            <a:rect l="0" t="0" r="r" b="b"/>
            <a:pathLst>
              <a:path w="691" h="54">
                <a:moveTo>
                  <a:pt x="0" y="54"/>
                </a:moveTo>
                <a:lnTo>
                  <a:pt x="691" y="0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8" name=""/>
          <p:cNvSpPr/>
          <p:nvPr/>
        </p:nvSpPr>
        <p:spPr>
          <a:xfrm>
            <a:off x="4874040" y="2097720"/>
            <a:ext cx="246600" cy="19440"/>
          </a:xfrm>
          <a:custGeom>
            <a:avLst/>
            <a:gdLst/>
            <a:ahLst/>
            <a:rect l="0" t="0" r="r" b="b"/>
            <a:pathLst>
              <a:path w="685" h="54">
                <a:moveTo>
                  <a:pt x="0" y="54"/>
                </a:moveTo>
                <a:lnTo>
                  <a:pt x="685" y="0"/>
                </a:lnTo>
                <a:lnTo>
                  <a:pt x="685" y="1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19" name=""/>
          <p:cNvSpPr/>
          <p:nvPr/>
        </p:nvSpPr>
        <p:spPr>
          <a:xfrm>
            <a:off x="4876200" y="2098080"/>
            <a:ext cx="244440" cy="19080"/>
          </a:xfrm>
          <a:custGeom>
            <a:avLst/>
            <a:gdLst/>
            <a:ahLst/>
            <a:rect l="0" t="0" r="r" b="b"/>
            <a:pathLst>
              <a:path w="679" h="53">
                <a:moveTo>
                  <a:pt x="0" y="53"/>
                </a:moveTo>
                <a:lnTo>
                  <a:pt x="679" y="0"/>
                </a:lnTo>
                <a:lnTo>
                  <a:pt x="7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0" name=""/>
          <p:cNvSpPr/>
          <p:nvPr/>
        </p:nvSpPr>
        <p:spPr>
          <a:xfrm>
            <a:off x="4878720" y="2098080"/>
            <a:ext cx="241920" cy="19080"/>
          </a:xfrm>
          <a:custGeom>
            <a:avLst/>
            <a:gdLst/>
            <a:ahLst/>
            <a:rect l="0" t="0" r="r" b="b"/>
            <a:pathLst>
              <a:path w="672" h="53">
                <a:moveTo>
                  <a:pt x="0" y="53"/>
                </a:moveTo>
                <a:lnTo>
                  <a:pt x="672" y="0"/>
                </a:lnTo>
                <a:lnTo>
                  <a:pt x="672" y="1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1" name=""/>
          <p:cNvSpPr/>
          <p:nvPr/>
        </p:nvSpPr>
        <p:spPr>
          <a:xfrm>
            <a:off x="4880880" y="2098440"/>
            <a:ext cx="239760" cy="18720"/>
          </a:xfrm>
          <a:custGeom>
            <a:avLst/>
            <a:gdLst/>
            <a:ahLst/>
            <a:rect l="0" t="0" r="r" b="b"/>
            <a:pathLst>
              <a:path w="666" h="52">
                <a:moveTo>
                  <a:pt x="0" y="52"/>
                </a:moveTo>
                <a:lnTo>
                  <a:pt x="666" y="0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ec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2" name=""/>
          <p:cNvSpPr/>
          <p:nvPr/>
        </p:nvSpPr>
        <p:spPr>
          <a:xfrm>
            <a:off x="4883040" y="2098440"/>
            <a:ext cx="237600" cy="18720"/>
          </a:xfrm>
          <a:custGeom>
            <a:avLst/>
            <a:gdLst/>
            <a:ahLst/>
            <a:rect l="0" t="0" r="r" b="b"/>
            <a:pathLst>
              <a:path w="660" h="52">
                <a:moveTo>
                  <a:pt x="0" y="52"/>
                </a:moveTo>
                <a:lnTo>
                  <a:pt x="660" y="0"/>
                </a:lnTo>
                <a:lnTo>
                  <a:pt x="660" y="1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3" name=""/>
          <p:cNvSpPr/>
          <p:nvPr/>
        </p:nvSpPr>
        <p:spPr>
          <a:xfrm>
            <a:off x="4885200" y="2098800"/>
            <a:ext cx="235440" cy="18360"/>
          </a:xfrm>
          <a:custGeom>
            <a:avLst/>
            <a:gdLst/>
            <a:ahLst/>
            <a:rect l="0" t="0" r="r" b="b"/>
            <a:pathLst>
              <a:path w="654" h="51">
                <a:moveTo>
                  <a:pt x="0" y="51"/>
                </a:moveTo>
                <a:lnTo>
                  <a:pt x="654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4" name=""/>
          <p:cNvSpPr/>
          <p:nvPr/>
        </p:nvSpPr>
        <p:spPr>
          <a:xfrm>
            <a:off x="4887360" y="2098800"/>
            <a:ext cx="233280" cy="18360"/>
          </a:xfrm>
          <a:custGeom>
            <a:avLst/>
            <a:gdLst/>
            <a:ahLst/>
            <a:rect l="0" t="0" r="r" b="b"/>
            <a:pathLst>
              <a:path w="648" h="51">
                <a:moveTo>
                  <a:pt x="0" y="51"/>
                </a:moveTo>
                <a:lnTo>
                  <a:pt x="648" y="0"/>
                </a:lnTo>
                <a:lnTo>
                  <a:pt x="648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5" name=""/>
          <p:cNvSpPr/>
          <p:nvPr/>
        </p:nvSpPr>
        <p:spPr>
          <a:xfrm>
            <a:off x="4889520" y="2099160"/>
            <a:ext cx="231120" cy="18360"/>
          </a:xfrm>
          <a:custGeom>
            <a:avLst/>
            <a:gdLst/>
            <a:ahLst/>
            <a:rect l="0" t="0" r="r" b="b"/>
            <a:pathLst>
              <a:path w="642" h="51">
                <a:moveTo>
                  <a:pt x="0" y="51"/>
                </a:moveTo>
                <a:lnTo>
                  <a:pt x="642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dc1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6" name=""/>
          <p:cNvSpPr/>
          <p:nvPr/>
        </p:nvSpPr>
        <p:spPr>
          <a:xfrm>
            <a:off x="4891680" y="2099160"/>
            <a:ext cx="228960" cy="18360"/>
          </a:xfrm>
          <a:custGeom>
            <a:avLst/>
            <a:gdLst/>
            <a:ahLst/>
            <a:rect l="0" t="0" r="r" b="b"/>
            <a:pathLst>
              <a:path w="636" h="51">
                <a:moveTo>
                  <a:pt x="0" y="51"/>
                </a:moveTo>
                <a:lnTo>
                  <a:pt x="636" y="0"/>
                </a:lnTo>
                <a:lnTo>
                  <a:pt x="636" y="2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7" name=""/>
          <p:cNvSpPr/>
          <p:nvPr/>
        </p:nvSpPr>
        <p:spPr>
          <a:xfrm>
            <a:off x="4893840" y="2099520"/>
            <a:ext cx="226800" cy="17640"/>
          </a:xfrm>
          <a:custGeom>
            <a:avLst/>
            <a:gdLst/>
            <a:ahLst/>
            <a:rect l="0" t="0" r="r" b="b"/>
            <a:pathLst>
              <a:path w="630" h="49">
                <a:moveTo>
                  <a:pt x="0" y="49"/>
                </a:moveTo>
                <a:lnTo>
                  <a:pt x="630" y="0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8" name=""/>
          <p:cNvSpPr/>
          <p:nvPr/>
        </p:nvSpPr>
        <p:spPr>
          <a:xfrm>
            <a:off x="4896000" y="2099520"/>
            <a:ext cx="224640" cy="17640"/>
          </a:xfrm>
          <a:custGeom>
            <a:avLst/>
            <a:gdLst/>
            <a:ahLst/>
            <a:rect l="0" t="0" r="r" b="b"/>
            <a:pathLst>
              <a:path w="624" h="49">
                <a:moveTo>
                  <a:pt x="0" y="49"/>
                </a:moveTo>
                <a:lnTo>
                  <a:pt x="624" y="0"/>
                </a:lnTo>
                <a:lnTo>
                  <a:pt x="7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29" name=""/>
          <p:cNvSpPr/>
          <p:nvPr/>
        </p:nvSpPr>
        <p:spPr>
          <a:xfrm>
            <a:off x="4898520" y="2099520"/>
            <a:ext cx="222120" cy="17640"/>
          </a:xfrm>
          <a:custGeom>
            <a:avLst/>
            <a:gdLst/>
            <a:ahLst/>
            <a:rect l="0" t="0" r="r" b="b"/>
            <a:pathLst>
              <a:path w="617" h="49">
                <a:moveTo>
                  <a:pt x="0" y="49"/>
                </a:moveTo>
                <a:lnTo>
                  <a:pt x="617" y="0"/>
                </a:lnTo>
                <a:lnTo>
                  <a:pt x="617" y="1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0" name=""/>
          <p:cNvSpPr/>
          <p:nvPr/>
        </p:nvSpPr>
        <p:spPr>
          <a:xfrm>
            <a:off x="4900680" y="2099880"/>
            <a:ext cx="219960" cy="17280"/>
          </a:xfrm>
          <a:custGeom>
            <a:avLst/>
            <a:gdLst/>
            <a:ahLst/>
            <a:rect l="0" t="0" r="r" b="b"/>
            <a:pathLst>
              <a:path w="611" h="48">
                <a:moveTo>
                  <a:pt x="0" y="48"/>
                </a:moveTo>
                <a:lnTo>
                  <a:pt x="611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bb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1" name=""/>
          <p:cNvSpPr/>
          <p:nvPr/>
        </p:nvSpPr>
        <p:spPr>
          <a:xfrm>
            <a:off x="4902840" y="2099880"/>
            <a:ext cx="217800" cy="17280"/>
          </a:xfrm>
          <a:custGeom>
            <a:avLst/>
            <a:gdLst/>
            <a:ahLst/>
            <a:rect l="0" t="0" r="r" b="b"/>
            <a:pathLst>
              <a:path w="605" h="48">
                <a:moveTo>
                  <a:pt x="0" y="48"/>
                </a:moveTo>
                <a:lnTo>
                  <a:pt x="605" y="0"/>
                </a:lnTo>
                <a:lnTo>
                  <a:pt x="605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2" name=""/>
          <p:cNvSpPr/>
          <p:nvPr/>
        </p:nvSpPr>
        <p:spPr>
          <a:xfrm>
            <a:off x="4905000" y="2100240"/>
            <a:ext cx="215640" cy="16920"/>
          </a:xfrm>
          <a:custGeom>
            <a:avLst/>
            <a:gdLst/>
            <a:ahLst/>
            <a:rect l="0" t="0" r="r" b="b"/>
            <a:pathLst>
              <a:path w="599" h="47">
                <a:moveTo>
                  <a:pt x="0" y="47"/>
                </a:moveTo>
                <a:lnTo>
                  <a:pt x="599" y="0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abc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3" name=""/>
          <p:cNvSpPr/>
          <p:nvPr/>
        </p:nvSpPr>
        <p:spPr>
          <a:xfrm>
            <a:off x="4907160" y="2100240"/>
            <a:ext cx="213480" cy="16920"/>
          </a:xfrm>
          <a:custGeom>
            <a:avLst/>
            <a:gdLst/>
            <a:ahLst/>
            <a:rect l="0" t="0" r="r" b="b"/>
            <a:pathLst>
              <a:path w="593" h="47">
                <a:moveTo>
                  <a:pt x="0" y="47"/>
                </a:moveTo>
                <a:lnTo>
                  <a:pt x="593" y="0"/>
                </a:lnTo>
                <a:lnTo>
                  <a:pt x="593" y="1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4" name=""/>
          <p:cNvSpPr/>
          <p:nvPr/>
        </p:nvSpPr>
        <p:spPr>
          <a:xfrm>
            <a:off x="4909320" y="2100600"/>
            <a:ext cx="211320" cy="16560"/>
          </a:xfrm>
          <a:custGeom>
            <a:avLst/>
            <a:gdLst/>
            <a:ahLst/>
            <a:rect l="0" t="0" r="r" b="b"/>
            <a:pathLst>
              <a:path w="587" h="46">
                <a:moveTo>
                  <a:pt x="0" y="46"/>
                </a:moveTo>
                <a:lnTo>
                  <a:pt x="587" y="0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abb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5" name=""/>
          <p:cNvSpPr/>
          <p:nvPr/>
        </p:nvSpPr>
        <p:spPr>
          <a:xfrm>
            <a:off x="4911480" y="2100600"/>
            <a:ext cx="209160" cy="16560"/>
          </a:xfrm>
          <a:custGeom>
            <a:avLst/>
            <a:gdLst/>
            <a:ahLst/>
            <a:rect l="0" t="0" r="r" b="b"/>
            <a:pathLst>
              <a:path w="581" h="46">
                <a:moveTo>
                  <a:pt x="0" y="46"/>
                </a:moveTo>
                <a:lnTo>
                  <a:pt x="581" y="0"/>
                </a:lnTo>
                <a:lnTo>
                  <a:pt x="581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6" name=""/>
          <p:cNvSpPr/>
          <p:nvPr/>
        </p:nvSpPr>
        <p:spPr>
          <a:xfrm>
            <a:off x="4913640" y="2100960"/>
            <a:ext cx="207000" cy="16200"/>
          </a:xfrm>
          <a:custGeom>
            <a:avLst/>
            <a:gdLst/>
            <a:ahLst/>
            <a:rect l="0" t="0" r="r" b="b"/>
            <a:pathLst>
              <a:path w="575" h="45">
                <a:moveTo>
                  <a:pt x="0" y="45"/>
                </a:moveTo>
                <a:lnTo>
                  <a:pt x="575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9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7" name=""/>
          <p:cNvSpPr/>
          <p:nvPr/>
        </p:nvSpPr>
        <p:spPr>
          <a:xfrm>
            <a:off x="4915800" y="2100960"/>
            <a:ext cx="204840" cy="16200"/>
          </a:xfrm>
          <a:custGeom>
            <a:avLst/>
            <a:gdLst/>
            <a:ahLst/>
            <a:rect l="0" t="0" r="r" b="b"/>
            <a:pathLst>
              <a:path w="569" h="45">
                <a:moveTo>
                  <a:pt x="0" y="45"/>
                </a:moveTo>
                <a:lnTo>
                  <a:pt x="569" y="0"/>
                </a:lnTo>
                <a:lnTo>
                  <a:pt x="569" y="1"/>
                </a:lnTo>
                <a:lnTo>
                  <a:pt x="7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8" name=""/>
          <p:cNvSpPr/>
          <p:nvPr/>
        </p:nvSpPr>
        <p:spPr>
          <a:xfrm>
            <a:off x="4918320" y="2101320"/>
            <a:ext cx="202320" cy="15840"/>
          </a:xfrm>
          <a:custGeom>
            <a:avLst/>
            <a:gdLst/>
            <a:ahLst/>
            <a:rect l="0" t="0" r="r" b="b"/>
            <a:pathLst>
              <a:path w="562" h="44">
                <a:moveTo>
                  <a:pt x="0" y="44"/>
                </a:moveTo>
                <a:lnTo>
                  <a:pt x="562" y="0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9b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39" name=""/>
          <p:cNvSpPr/>
          <p:nvPr/>
        </p:nvSpPr>
        <p:spPr>
          <a:xfrm>
            <a:off x="4920480" y="2101320"/>
            <a:ext cx="200160" cy="15840"/>
          </a:xfrm>
          <a:custGeom>
            <a:avLst/>
            <a:gdLst/>
            <a:ahLst/>
            <a:rect l="0" t="0" r="r" b="b"/>
            <a:pathLst>
              <a:path w="556" h="44">
                <a:moveTo>
                  <a:pt x="0" y="44"/>
                </a:moveTo>
                <a:lnTo>
                  <a:pt x="556" y="0"/>
                </a:lnTo>
                <a:lnTo>
                  <a:pt x="556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0" name=""/>
          <p:cNvSpPr/>
          <p:nvPr/>
        </p:nvSpPr>
        <p:spPr>
          <a:xfrm>
            <a:off x="4922640" y="2101680"/>
            <a:ext cx="198000" cy="15480"/>
          </a:xfrm>
          <a:custGeom>
            <a:avLst/>
            <a:gdLst/>
            <a:ahLst/>
            <a:rect l="0" t="0" r="r" b="b"/>
            <a:pathLst>
              <a:path w="550" h="43">
                <a:moveTo>
                  <a:pt x="0" y="43"/>
                </a:moveTo>
                <a:lnTo>
                  <a:pt x="550" y="0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1" name=""/>
          <p:cNvSpPr/>
          <p:nvPr/>
        </p:nvSpPr>
        <p:spPr>
          <a:xfrm>
            <a:off x="4924800" y="2101680"/>
            <a:ext cx="195840" cy="15480"/>
          </a:xfrm>
          <a:custGeom>
            <a:avLst/>
            <a:gdLst/>
            <a:ahLst/>
            <a:rect l="0" t="0" r="r" b="b"/>
            <a:pathLst>
              <a:path w="544" h="43">
                <a:moveTo>
                  <a:pt x="0" y="43"/>
                </a:moveTo>
                <a:lnTo>
                  <a:pt x="544" y="0"/>
                </a:lnTo>
                <a:lnTo>
                  <a:pt x="544" y="1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2" name=""/>
          <p:cNvSpPr/>
          <p:nvPr/>
        </p:nvSpPr>
        <p:spPr>
          <a:xfrm>
            <a:off x="4926960" y="2102040"/>
            <a:ext cx="193680" cy="15120"/>
          </a:xfrm>
          <a:custGeom>
            <a:avLst/>
            <a:gdLst/>
            <a:ahLst/>
            <a:rect l="0" t="0" r="r" b="b"/>
            <a:pathLst>
              <a:path w="538" h="42">
                <a:moveTo>
                  <a:pt x="0" y="42"/>
                </a:moveTo>
                <a:lnTo>
                  <a:pt x="538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8b6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3" name=""/>
          <p:cNvSpPr/>
          <p:nvPr/>
        </p:nvSpPr>
        <p:spPr>
          <a:xfrm>
            <a:off x="4929120" y="2102040"/>
            <a:ext cx="191520" cy="15120"/>
          </a:xfrm>
          <a:custGeom>
            <a:avLst/>
            <a:gdLst/>
            <a:ahLst/>
            <a:rect l="0" t="0" r="r" b="b"/>
            <a:pathLst>
              <a:path w="532" h="42">
                <a:moveTo>
                  <a:pt x="0" y="42"/>
                </a:moveTo>
                <a:lnTo>
                  <a:pt x="532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4" name=""/>
          <p:cNvSpPr/>
          <p:nvPr/>
        </p:nvSpPr>
        <p:spPr>
          <a:xfrm>
            <a:off x="4931280" y="2102040"/>
            <a:ext cx="189360" cy="15120"/>
          </a:xfrm>
          <a:custGeom>
            <a:avLst/>
            <a:gdLst/>
            <a:ahLst/>
            <a:rect l="0" t="0" r="r" b="b"/>
            <a:pathLst>
              <a:path w="526" h="42">
                <a:moveTo>
                  <a:pt x="0" y="42"/>
                </a:moveTo>
                <a:lnTo>
                  <a:pt x="526" y="0"/>
                </a:lnTo>
                <a:lnTo>
                  <a:pt x="526" y="1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5" name=""/>
          <p:cNvSpPr/>
          <p:nvPr/>
        </p:nvSpPr>
        <p:spPr>
          <a:xfrm>
            <a:off x="4933440" y="2102400"/>
            <a:ext cx="187200" cy="14760"/>
          </a:xfrm>
          <a:custGeom>
            <a:avLst/>
            <a:gdLst/>
            <a:ahLst/>
            <a:rect l="0" t="0" r="r" b="b"/>
            <a:pathLst>
              <a:path w="520" h="41">
                <a:moveTo>
                  <a:pt x="0" y="41"/>
                </a:moveTo>
                <a:lnTo>
                  <a:pt x="520" y="0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7b5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6" name=""/>
          <p:cNvSpPr/>
          <p:nvPr/>
        </p:nvSpPr>
        <p:spPr>
          <a:xfrm>
            <a:off x="4935600" y="2102400"/>
            <a:ext cx="185040" cy="14760"/>
          </a:xfrm>
          <a:custGeom>
            <a:avLst/>
            <a:gdLst/>
            <a:ahLst/>
            <a:rect l="0" t="0" r="r" b="b"/>
            <a:pathLst>
              <a:path w="514" h="41">
                <a:moveTo>
                  <a:pt x="0" y="41"/>
                </a:moveTo>
                <a:lnTo>
                  <a:pt x="514" y="0"/>
                </a:lnTo>
                <a:lnTo>
                  <a:pt x="514" y="1"/>
                </a:lnTo>
                <a:lnTo>
                  <a:pt x="7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7b4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7" name=""/>
          <p:cNvSpPr/>
          <p:nvPr/>
        </p:nvSpPr>
        <p:spPr>
          <a:xfrm>
            <a:off x="4938120" y="2102760"/>
            <a:ext cx="182520" cy="14400"/>
          </a:xfrm>
          <a:custGeom>
            <a:avLst/>
            <a:gdLst/>
            <a:ahLst/>
            <a:rect l="0" t="0" r="r" b="b"/>
            <a:pathLst>
              <a:path w="507" h="40">
                <a:moveTo>
                  <a:pt x="0" y="40"/>
                </a:moveTo>
                <a:lnTo>
                  <a:pt x="507" y="0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8" name=""/>
          <p:cNvSpPr/>
          <p:nvPr/>
        </p:nvSpPr>
        <p:spPr>
          <a:xfrm>
            <a:off x="4940280" y="2102760"/>
            <a:ext cx="180360" cy="14400"/>
          </a:xfrm>
          <a:custGeom>
            <a:avLst/>
            <a:gdLst/>
            <a:ahLst/>
            <a:rect l="0" t="0" r="r" b="b"/>
            <a:pathLst>
              <a:path w="501" h="40">
                <a:moveTo>
                  <a:pt x="0" y="40"/>
                </a:moveTo>
                <a:lnTo>
                  <a:pt x="501" y="0"/>
                </a:lnTo>
                <a:lnTo>
                  <a:pt x="501" y="1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6b3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49" name=""/>
          <p:cNvSpPr/>
          <p:nvPr/>
        </p:nvSpPr>
        <p:spPr>
          <a:xfrm>
            <a:off x="4942440" y="2103120"/>
            <a:ext cx="178200" cy="14040"/>
          </a:xfrm>
          <a:custGeom>
            <a:avLst/>
            <a:gdLst/>
            <a:ahLst/>
            <a:rect l="0" t="0" r="r" b="b"/>
            <a:pathLst>
              <a:path w="495" h="39">
                <a:moveTo>
                  <a:pt x="0" y="39"/>
                </a:moveTo>
                <a:lnTo>
                  <a:pt x="495" y="0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0" name=""/>
          <p:cNvSpPr/>
          <p:nvPr/>
        </p:nvSpPr>
        <p:spPr>
          <a:xfrm>
            <a:off x="4944600" y="2103120"/>
            <a:ext cx="176040" cy="14040"/>
          </a:xfrm>
          <a:custGeom>
            <a:avLst/>
            <a:gdLst/>
            <a:ahLst/>
            <a:rect l="0" t="0" r="r" b="b"/>
            <a:pathLst>
              <a:path w="489" h="39">
                <a:moveTo>
                  <a:pt x="0" y="39"/>
                </a:moveTo>
                <a:lnTo>
                  <a:pt x="489" y="0"/>
                </a:lnTo>
                <a:lnTo>
                  <a:pt x="489" y="1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1" name=""/>
          <p:cNvSpPr/>
          <p:nvPr/>
        </p:nvSpPr>
        <p:spPr>
          <a:xfrm>
            <a:off x="4946760" y="2103480"/>
            <a:ext cx="173880" cy="13680"/>
          </a:xfrm>
          <a:custGeom>
            <a:avLst/>
            <a:gdLst/>
            <a:ahLst/>
            <a:rect l="0" t="0" r="r" b="b"/>
            <a:pathLst>
              <a:path w="483" h="38">
                <a:moveTo>
                  <a:pt x="0" y="38"/>
                </a:moveTo>
                <a:lnTo>
                  <a:pt x="483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2" name=""/>
          <p:cNvSpPr/>
          <p:nvPr/>
        </p:nvSpPr>
        <p:spPr>
          <a:xfrm>
            <a:off x="4948920" y="2103480"/>
            <a:ext cx="171720" cy="13680"/>
          </a:xfrm>
          <a:custGeom>
            <a:avLst/>
            <a:gdLst/>
            <a:ahLst/>
            <a:rect l="0" t="0" r="r" b="b"/>
            <a:pathLst>
              <a:path w="477" h="38">
                <a:moveTo>
                  <a:pt x="0" y="38"/>
                </a:moveTo>
                <a:lnTo>
                  <a:pt x="477" y="0"/>
                </a:lnTo>
                <a:lnTo>
                  <a:pt x="477" y="1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5b1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3" name=""/>
          <p:cNvSpPr/>
          <p:nvPr/>
        </p:nvSpPr>
        <p:spPr>
          <a:xfrm>
            <a:off x="4951080" y="2103840"/>
            <a:ext cx="169560" cy="13320"/>
          </a:xfrm>
          <a:custGeom>
            <a:avLst/>
            <a:gdLst/>
            <a:ahLst/>
            <a:rect l="0" t="0" r="r" b="b"/>
            <a:pathLst>
              <a:path w="471" h="37">
                <a:moveTo>
                  <a:pt x="0" y="37"/>
                </a:moveTo>
                <a:lnTo>
                  <a:pt x="471" y="0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4" name=""/>
          <p:cNvSpPr/>
          <p:nvPr/>
        </p:nvSpPr>
        <p:spPr>
          <a:xfrm>
            <a:off x="4953240" y="2103840"/>
            <a:ext cx="167400" cy="13320"/>
          </a:xfrm>
          <a:custGeom>
            <a:avLst/>
            <a:gdLst/>
            <a:ahLst/>
            <a:rect l="0" t="0" r="r" b="b"/>
            <a:pathLst>
              <a:path w="465" h="37">
                <a:moveTo>
                  <a:pt x="0" y="37"/>
                </a:moveTo>
                <a:lnTo>
                  <a:pt x="465" y="0"/>
                </a:lnTo>
                <a:lnTo>
                  <a:pt x="465" y="1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5b0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5" name=""/>
          <p:cNvSpPr/>
          <p:nvPr/>
        </p:nvSpPr>
        <p:spPr>
          <a:xfrm>
            <a:off x="4955400" y="2104200"/>
            <a:ext cx="165240" cy="12960"/>
          </a:xfrm>
          <a:custGeom>
            <a:avLst/>
            <a:gdLst/>
            <a:ahLst/>
            <a:rect l="0" t="0" r="r" b="b"/>
            <a:pathLst>
              <a:path w="459" h="36">
                <a:moveTo>
                  <a:pt x="0" y="36"/>
                </a:moveTo>
                <a:lnTo>
                  <a:pt x="459" y="0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6" name=""/>
          <p:cNvSpPr/>
          <p:nvPr/>
        </p:nvSpPr>
        <p:spPr>
          <a:xfrm>
            <a:off x="4957560" y="2104200"/>
            <a:ext cx="163080" cy="12960"/>
          </a:xfrm>
          <a:custGeom>
            <a:avLst/>
            <a:gdLst/>
            <a:ahLst/>
            <a:rect l="0" t="0" r="r" b="b"/>
            <a:pathLst>
              <a:path w="453" h="36">
                <a:moveTo>
                  <a:pt x="0" y="36"/>
                </a:moveTo>
                <a:lnTo>
                  <a:pt x="453" y="0"/>
                </a:lnTo>
                <a:lnTo>
                  <a:pt x="453" y="1"/>
                </a:lnTo>
                <a:lnTo>
                  <a:pt x="7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5af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7" name=""/>
          <p:cNvSpPr/>
          <p:nvPr/>
        </p:nvSpPr>
        <p:spPr>
          <a:xfrm>
            <a:off x="4960080" y="2104560"/>
            <a:ext cx="160560" cy="12600"/>
          </a:xfrm>
          <a:custGeom>
            <a:avLst/>
            <a:gdLst/>
            <a:ahLst/>
            <a:rect l="0" t="0" r="r" b="b"/>
            <a:pathLst>
              <a:path w="446" h="35">
                <a:moveTo>
                  <a:pt x="0" y="35"/>
                </a:moveTo>
                <a:lnTo>
                  <a:pt x="446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8" name=""/>
          <p:cNvSpPr/>
          <p:nvPr/>
        </p:nvSpPr>
        <p:spPr>
          <a:xfrm>
            <a:off x="4962240" y="2104560"/>
            <a:ext cx="158400" cy="12600"/>
          </a:xfrm>
          <a:custGeom>
            <a:avLst/>
            <a:gdLst/>
            <a:ahLst/>
            <a:rect l="0" t="0" r="r" b="b"/>
            <a:pathLst>
              <a:path w="440" h="35">
                <a:moveTo>
                  <a:pt x="0" y="35"/>
                </a:moveTo>
                <a:lnTo>
                  <a:pt x="440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59" name=""/>
          <p:cNvSpPr/>
          <p:nvPr/>
        </p:nvSpPr>
        <p:spPr>
          <a:xfrm>
            <a:off x="4964400" y="2104560"/>
            <a:ext cx="156240" cy="12600"/>
          </a:xfrm>
          <a:custGeom>
            <a:avLst/>
            <a:gdLst/>
            <a:ahLst/>
            <a:rect l="0" t="0" r="r" b="b"/>
            <a:pathLst>
              <a:path w="434" h="35">
                <a:moveTo>
                  <a:pt x="0" y="35"/>
                </a:moveTo>
                <a:lnTo>
                  <a:pt x="434" y="0"/>
                </a:lnTo>
                <a:lnTo>
                  <a:pt x="434" y="1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0" name=""/>
          <p:cNvSpPr/>
          <p:nvPr/>
        </p:nvSpPr>
        <p:spPr>
          <a:xfrm>
            <a:off x="4966560" y="2104920"/>
            <a:ext cx="154080" cy="12240"/>
          </a:xfrm>
          <a:custGeom>
            <a:avLst/>
            <a:gdLst/>
            <a:ahLst/>
            <a:rect l="0" t="0" r="r" b="b"/>
            <a:pathLst>
              <a:path w="428" h="34">
                <a:moveTo>
                  <a:pt x="0" y="34"/>
                </a:moveTo>
                <a:lnTo>
                  <a:pt x="428" y="0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1" name=""/>
          <p:cNvSpPr/>
          <p:nvPr/>
        </p:nvSpPr>
        <p:spPr>
          <a:xfrm>
            <a:off x="4968720" y="2104920"/>
            <a:ext cx="151920" cy="12240"/>
          </a:xfrm>
          <a:custGeom>
            <a:avLst/>
            <a:gdLst/>
            <a:ahLst/>
            <a:rect l="0" t="0" r="r" b="b"/>
            <a:pathLst>
              <a:path w="422" h="34">
                <a:moveTo>
                  <a:pt x="0" y="34"/>
                </a:moveTo>
                <a:lnTo>
                  <a:pt x="422" y="0"/>
                </a:lnTo>
                <a:lnTo>
                  <a:pt x="422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2" name=""/>
          <p:cNvSpPr/>
          <p:nvPr/>
        </p:nvSpPr>
        <p:spPr>
          <a:xfrm>
            <a:off x="4970880" y="2105280"/>
            <a:ext cx="149760" cy="11880"/>
          </a:xfrm>
          <a:custGeom>
            <a:avLst/>
            <a:gdLst/>
            <a:ahLst/>
            <a:rect l="0" t="0" r="r" b="b"/>
            <a:pathLst>
              <a:path w="416" h="33">
                <a:moveTo>
                  <a:pt x="0" y="33"/>
                </a:moveTo>
                <a:lnTo>
                  <a:pt x="416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3" name=""/>
          <p:cNvSpPr/>
          <p:nvPr/>
        </p:nvSpPr>
        <p:spPr>
          <a:xfrm>
            <a:off x="4973040" y="2105280"/>
            <a:ext cx="147600" cy="11880"/>
          </a:xfrm>
          <a:custGeom>
            <a:avLst/>
            <a:gdLst/>
            <a:ahLst/>
            <a:rect l="0" t="0" r="r" b="b"/>
            <a:pathLst>
              <a:path w="410" h="33">
                <a:moveTo>
                  <a:pt x="0" y="33"/>
                </a:moveTo>
                <a:lnTo>
                  <a:pt x="410" y="0"/>
                </a:lnTo>
                <a:lnTo>
                  <a:pt x="410" y="1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4" name=""/>
          <p:cNvSpPr/>
          <p:nvPr/>
        </p:nvSpPr>
        <p:spPr>
          <a:xfrm>
            <a:off x="4975200" y="2105640"/>
            <a:ext cx="145440" cy="11520"/>
          </a:xfrm>
          <a:custGeom>
            <a:avLst/>
            <a:gdLst/>
            <a:ahLst/>
            <a:rect l="0" t="0" r="r" b="b"/>
            <a:pathLst>
              <a:path w="404" h="32">
                <a:moveTo>
                  <a:pt x="0" y="32"/>
                </a:moveTo>
                <a:lnTo>
                  <a:pt x="404" y="0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5" name=""/>
          <p:cNvSpPr/>
          <p:nvPr/>
        </p:nvSpPr>
        <p:spPr>
          <a:xfrm>
            <a:off x="4977360" y="2105640"/>
            <a:ext cx="143280" cy="11520"/>
          </a:xfrm>
          <a:custGeom>
            <a:avLst/>
            <a:gdLst/>
            <a:ahLst/>
            <a:rect l="0" t="0" r="r" b="b"/>
            <a:pathLst>
              <a:path w="398" h="32">
                <a:moveTo>
                  <a:pt x="0" y="32"/>
                </a:moveTo>
                <a:lnTo>
                  <a:pt x="398" y="0"/>
                </a:lnTo>
                <a:lnTo>
                  <a:pt x="398" y="1"/>
                </a:lnTo>
                <a:lnTo>
                  <a:pt x="7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6" name=""/>
          <p:cNvSpPr/>
          <p:nvPr/>
        </p:nvSpPr>
        <p:spPr>
          <a:xfrm>
            <a:off x="4979880" y="2106000"/>
            <a:ext cx="140760" cy="11160"/>
          </a:xfrm>
          <a:custGeom>
            <a:avLst/>
            <a:gdLst/>
            <a:ahLst/>
            <a:rect l="0" t="0" r="r" b="b"/>
            <a:pathLst>
              <a:path w="391" h="31">
                <a:moveTo>
                  <a:pt x="0" y="31"/>
                </a:moveTo>
                <a:lnTo>
                  <a:pt x="391" y="0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3a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7" name=""/>
          <p:cNvSpPr/>
          <p:nvPr/>
        </p:nvSpPr>
        <p:spPr>
          <a:xfrm>
            <a:off x="4982040" y="2106000"/>
            <a:ext cx="138600" cy="11160"/>
          </a:xfrm>
          <a:custGeom>
            <a:avLst/>
            <a:gdLst/>
            <a:ahLst/>
            <a:rect l="0" t="0" r="r" b="b"/>
            <a:pathLst>
              <a:path w="385" h="31">
                <a:moveTo>
                  <a:pt x="0" y="31"/>
                </a:moveTo>
                <a:lnTo>
                  <a:pt x="385" y="0"/>
                </a:lnTo>
                <a:lnTo>
                  <a:pt x="385" y="1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8" name=""/>
          <p:cNvSpPr/>
          <p:nvPr/>
        </p:nvSpPr>
        <p:spPr>
          <a:xfrm>
            <a:off x="4984200" y="2106360"/>
            <a:ext cx="136440" cy="10800"/>
          </a:xfrm>
          <a:custGeom>
            <a:avLst/>
            <a:gdLst/>
            <a:ahLst/>
            <a:rect l="0" t="0" r="r" b="b"/>
            <a:pathLst>
              <a:path w="379" h="30">
                <a:moveTo>
                  <a:pt x="0" y="30"/>
                </a:moveTo>
                <a:lnTo>
                  <a:pt x="379" y="0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69" name=""/>
          <p:cNvSpPr/>
          <p:nvPr/>
        </p:nvSpPr>
        <p:spPr>
          <a:xfrm>
            <a:off x="4986360" y="2106360"/>
            <a:ext cx="134280" cy="10800"/>
          </a:xfrm>
          <a:custGeom>
            <a:avLst/>
            <a:gdLst/>
            <a:ahLst/>
            <a:rect l="0" t="0" r="r" b="b"/>
            <a:pathLst>
              <a:path w="373" h="30">
                <a:moveTo>
                  <a:pt x="0" y="30"/>
                </a:moveTo>
                <a:lnTo>
                  <a:pt x="373" y="0"/>
                </a:lnTo>
                <a:lnTo>
                  <a:pt x="373" y="1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2a8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0" name=""/>
          <p:cNvSpPr/>
          <p:nvPr/>
        </p:nvSpPr>
        <p:spPr>
          <a:xfrm>
            <a:off x="4988520" y="2106720"/>
            <a:ext cx="132120" cy="10440"/>
          </a:xfrm>
          <a:custGeom>
            <a:avLst/>
            <a:gdLst/>
            <a:ahLst/>
            <a:rect l="0" t="0" r="r" b="b"/>
            <a:pathLst>
              <a:path w="367" h="29">
                <a:moveTo>
                  <a:pt x="0" y="29"/>
                </a:moveTo>
                <a:lnTo>
                  <a:pt x="367" y="0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1" name=""/>
          <p:cNvSpPr/>
          <p:nvPr/>
        </p:nvSpPr>
        <p:spPr>
          <a:xfrm>
            <a:off x="4990680" y="2106720"/>
            <a:ext cx="129960" cy="10440"/>
          </a:xfrm>
          <a:custGeom>
            <a:avLst/>
            <a:gdLst/>
            <a:ahLst/>
            <a:rect l="0" t="0" r="r" b="b"/>
            <a:pathLst>
              <a:path w="361" h="29">
                <a:moveTo>
                  <a:pt x="0" y="29"/>
                </a:moveTo>
                <a:lnTo>
                  <a:pt x="361" y="0"/>
                </a:lnTo>
                <a:lnTo>
                  <a:pt x="361" y="1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2" name=""/>
          <p:cNvSpPr/>
          <p:nvPr/>
        </p:nvSpPr>
        <p:spPr>
          <a:xfrm>
            <a:off x="4992840" y="2107080"/>
            <a:ext cx="127800" cy="10080"/>
          </a:xfrm>
          <a:custGeom>
            <a:avLst/>
            <a:gdLst/>
            <a:ahLst/>
            <a:rect l="0" t="0" r="r" b="b"/>
            <a:pathLst>
              <a:path w="355" h="28">
                <a:moveTo>
                  <a:pt x="0" y="28"/>
                </a:moveTo>
                <a:lnTo>
                  <a:pt x="355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3" name=""/>
          <p:cNvSpPr/>
          <p:nvPr/>
        </p:nvSpPr>
        <p:spPr>
          <a:xfrm>
            <a:off x="4995000" y="2107080"/>
            <a:ext cx="125640" cy="10080"/>
          </a:xfrm>
          <a:custGeom>
            <a:avLst/>
            <a:gdLst/>
            <a:ahLst/>
            <a:rect l="0" t="0" r="r" b="b"/>
            <a:pathLst>
              <a:path w="349" h="28">
                <a:moveTo>
                  <a:pt x="0" y="28"/>
                </a:moveTo>
                <a:lnTo>
                  <a:pt x="349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7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4" name=""/>
          <p:cNvSpPr/>
          <p:nvPr/>
        </p:nvSpPr>
        <p:spPr>
          <a:xfrm>
            <a:off x="4997160" y="2107080"/>
            <a:ext cx="123480" cy="10080"/>
          </a:xfrm>
          <a:custGeom>
            <a:avLst/>
            <a:gdLst/>
            <a:ahLst/>
            <a:rect l="0" t="0" r="r" b="b"/>
            <a:pathLst>
              <a:path w="343" h="28">
                <a:moveTo>
                  <a:pt x="0" y="28"/>
                </a:moveTo>
                <a:lnTo>
                  <a:pt x="343" y="0"/>
                </a:lnTo>
                <a:lnTo>
                  <a:pt x="343" y="1"/>
                </a:lnTo>
                <a:lnTo>
                  <a:pt x="7" y="28"/>
                </a:lnTo>
                <a:lnTo>
                  <a:pt x="0" y="28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5" name=""/>
          <p:cNvSpPr/>
          <p:nvPr/>
        </p:nvSpPr>
        <p:spPr>
          <a:xfrm>
            <a:off x="4999680" y="2107440"/>
            <a:ext cx="120960" cy="9720"/>
          </a:xfrm>
          <a:custGeom>
            <a:avLst/>
            <a:gdLst/>
            <a:ahLst/>
            <a:rect l="0" t="0" r="r" b="b"/>
            <a:pathLst>
              <a:path w="336" h="27">
                <a:moveTo>
                  <a:pt x="0" y="27"/>
                </a:moveTo>
                <a:lnTo>
                  <a:pt x="336" y="0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6" name=""/>
          <p:cNvSpPr/>
          <p:nvPr/>
        </p:nvSpPr>
        <p:spPr>
          <a:xfrm>
            <a:off x="5001840" y="2107440"/>
            <a:ext cx="118800" cy="9720"/>
          </a:xfrm>
          <a:custGeom>
            <a:avLst/>
            <a:gdLst/>
            <a:ahLst/>
            <a:rect l="0" t="0" r="r" b="b"/>
            <a:pathLst>
              <a:path w="330" h="27">
                <a:moveTo>
                  <a:pt x="0" y="27"/>
                </a:moveTo>
                <a:lnTo>
                  <a:pt x="330" y="0"/>
                </a:lnTo>
                <a:lnTo>
                  <a:pt x="330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1a5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7" name=""/>
          <p:cNvSpPr/>
          <p:nvPr/>
        </p:nvSpPr>
        <p:spPr>
          <a:xfrm>
            <a:off x="5004000" y="2107800"/>
            <a:ext cx="116640" cy="9360"/>
          </a:xfrm>
          <a:custGeom>
            <a:avLst/>
            <a:gdLst/>
            <a:ahLst/>
            <a:rect l="0" t="0" r="r" b="b"/>
            <a:pathLst>
              <a:path w="324" h="26">
                <a:moveTo>
                  <a:pt x="0" y="26"/>
                </a:moveTo>
                <a:lnTo>
                  <a:pt x="324" y="0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8" name=""/>
          <p:cNvSpPr/>
          <p:nvPr/>
        </p:nvSpPr>
        <p:spPr>
          <a:xfrm>
            <a:off x="5006160" y="2107800"/>
            <a:ext cx="114480" cy="9360"/>
          </a:xfrm>
          <a:custGeom>
            <a:avLst/>
            <a:gdLst/>
            <a:ahLst/>
            <a:rect l="0" t="0" r="r" b="b"/>
            <a:pathLst>
              <a:path w="318" h="26">
                <a:moveTo>
                  <a:pt x="0" y="26"/>
                </a:moveTo>
                <a:lnTo>
                  <a:pt x="318" y="0"/>
                </a:lnTo>
                <a:lnTo>
                  <a:pt x="318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79" name=""/>
          <p:cNvSpPr/>
          <p:nvPr/>
        </p:nvSpPr>
        <p:spPr>
          <a:xfrm>
            <a:off x="5008320" y="2108160"/>
            <a:ext cx="112320" cy="9000"/>
          </a:xfrm>
          <a:custGeom>
            <a:avLst/>
            <a:gdLst/>
            <a:ahLst/>
            <a:rect l="0" t="0" r="r" b="b"/>
            <a:pathLst>
              <a:path w="312" h="25">
                <a:moveTo>
                  <a:pt x="0" y="25"/>
                </a:moveTo>
                <a:lnTo>
                  <a:pt x="312" y="0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1a4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0" name=""/>
          <p:cNvSpPr/>
          <p:nvPr/>
        </p:nvSpPr>
        <p:spPr>
          <a:xfrm>
            <a:off x="5010480" y="2108160"/>
            <a:ext cx="110160" cy="9000"/>
          </a:xfrm>
          <a:custGeom>
            <a:avLst/>
            <a:gdLst/>
            <a:ahLst/>
            <a:rect l="0" t="0" r="r" b="b"/>
            <a:pathLst>
              <a:path w="306" h="25">
                <a:moveTo>
                  <a:pt x="0" y="25"/>
                </a:moveTo>
                <a:lnTo>
                  <a:pt x="306" y="0"/>
                </a:lnTo>
                <a:lnTo>
                  <a:pt x="306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1" name=""/>
          <p:cNvSpPr/>
          <p:nvPr/>
        </p:nvSpPr>
        <p:spPr>
          <a:xfrm>
            <a:off x="5012640" y="2108520"/>
            <a:ext cx="108000" cy="8640"/>
          </a:xfrm>
          <a:custGeom>
            <a:avLst/>
            <a:gdLst/>
            <a:ahLst/>
            <a:rect l="0" t="0" r="r" b="b"/>
            <a:pathLst>
              <a:path w="300" h="24">
                <a:moveTo>
                  <a:pt x="0" y="24"/>
                </a:moveTo>
                <a:lnTo>
                  <a:pt x="300" y="0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2" name=""/>
          <p:cNvSpPr/>
          <p:nvPr/>
        </p:nvSpPr>
        <p:spPr>
          <a:xfrm>
            <a:off x="5014800" y="2108520"/>
            <a:ext cx="105840" cy="8640"/>
          </a:xfrm>
          <a:custGeom>
            <a:avLst/>
            <a:gdLst/>
            <a:ahLst/>
            <a:rect l="0" t="0" r="r" b="b"/>
            <a:pathLst>
              <a:path w="294" h="24">
                <a:moveTo>
                  <a:pt x="0" y="24"/>
                </a:moveTo>
                <a:lnTo>
                  <a:pt x="294" y="0"/>
                </a:lnTo>
                <a:lnTo>
                  <a:pt x="294" y="1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3" name=""/>
          <p:cNvSpPr/>
          <p:nvPr/>
        </p:nvSpPr>
        <p:spPr>
          <a:xfrm>
            <a:off x="5016960" y="2108880"/>
            <a:ext cx="103680" cy="8280"/>
          </a:xfrm>
          <a:custGeom>
            <a:avLst/>
            <a:gdLst/>
            <a:ahLst/>
            <a:rect l="0" t="0" r="r" b="b"/>
            <a:pathLst>
              <a:path w="288" h="23">
                <a:moveTo>
                  <a:pt x="0" y="23"/>
                </a:moveTo>
                <a:lnTo>
                  <a:pt x="288" y="0"/>
                </a:lnTo>
                <a:lnTo>
                  <a:pt x="7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3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4" name=""/>
          <p:cNvSpPr/>
          <p:nvPr/>
        </p:nvSpPr>
        <p:spPr>
          <a:xfrm>
            <a:off x="5019480" y="2108880"/>
            <a:ext cx="101160" cy="8280"/>
          </a:xfrm>
          <a:custGeom>
            <a:avLst/>
            <a:gdLst/>
            <a:ahLst/>
            <a:rect l="0" t="0" r="r" b="b"/>
            <a:pathLst>
              <a:path w="281" h="23">
                <a:moveTo>
                  <a:pt x="0" y="23"/>
                </a:moveTo>
                <a:lnTo>
                  <a:pt x="281" y="0"/>
                </a:lnTo>
                <a:lnTo>
                  <a:pt x="281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5" name=""/>
          <p:cNvSpPr/>
          <p:nvPr/>
        </p:nvSpPr>
        <p:spPr>
          <a:xfrm>
            <a:off x="5021640" y="2109240"/>
            <a:ext cx="99000" cy="7920"/>
          </a:xfrm>
          <a:custGeom>
            <a:avLst/>
            <a:gdLst/>
            <a:ahLst/>
            <a:rect l="0" t="0" r="r" b="b"/>
            <a:pathLst>
              <a:path w="275" h="22">
                <a:moveTo>
                  <a:pt x="0" y="22"/>
                </a:moveTo>
                <a:lnTo>
                  <a:pt x="275" y="0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6" name=""/>
          <p:cNvSpPr/>
          <p:nvPr/>
        </p:nvSpPr>
        <p:spPr>
          <a:xfrm>
            <a:off x="5023800" y="2109240"/>
            <a:ext cx="96840" cy="7920"/>
          </a:xfrm>
          <a:custGeom>
            <a:avLst/>
            <a:gdLst/>
            <a:ahLst/>
            <a:rect l="0" t="0" r="r" b="b"/>
            <a:pathLst>
              <a:path w="269" h="22">
                <a:moveTo>
                  <a:pt x="0" y="22"/>
                </a:moveTo>
                <a:lnTo>
                  <a:pt x="269" y="0"/>
                </a:lnTo>
                <a:lnTo>
                  <a:pt x="269" y="1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7" name=""/>
          <p:cNvSpPr/>
          <p:nvPr/>
        </p:nvSpPr>
        <p:spPr>
          <a:xfrm>
            <a:off x="5025960" y="2109600"/>
            <a:ext cx="94680" cy="7560"/>
          </a:xfrm>
          <a:custGeom>
            <a:avLst/>
            <a:gdLst/>
            <a:ahLst/>
            <a:rect l="0" t="0" r="r" b="b"/>
            <a:pathLst>
              <a:path w="263" h="21">
                <a:moveTo>
                  <a:pt x="0" y="21"/>
                </a:moveTo>
                <a:lnTo>
                  <a:pt x="263" y="0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8" name=""/>
          <p:cNvSpPr/>
          <p:nvPr/>
        </p:nvSpPr>
        <p:spPr>
          <a:xfrm>
            <a:off x="5028120" y="2109600"/>
            <a:ext cx="92520" cy="7560"/>
          </a:xfrm>
          <a:custGeom>
            <a:avLst/>
            <a:gdLst/>
            <a:ahLst/>
            <a:rect l="0" t="0" r="r" b="b"/>
            <a:pathLst>
              <a:path w="257" h="21">
                <a:moveTo>
                  <a:pt x="0" y="21"/>
                </a:moveTo>
                <a:lnTo>
                  <a:pt x="257" y="0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1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89" name=""/>
          <p:cNvSpPr/>
          <p:nvPr/>
        </p:nvSpPr>
        <p:spPr>
          <a:xfrm>
            <a:off x="5030280" y="2109600"/>
            <a:ext cx="90360" cy="7560"/>
          </a:xfrm>
          <a:custGeom>
            <a:avLst/>
            <a:gdLst/>
            <a:ahLst/>
            <a:rect l="0" t="0" r="r" b="b"/>
            <a:pathLst>
              <a:path w="251" h="21">
                <a:moveTo>
                  <a:pt x="0" y="21"/>
                </a:moveTo>
                <a:lnTo>
                  <a:pt x="251" y="0"/>
                </a:lnTo>
                <a:lnTo>
                  <a:pt x="251" y="1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0" name=""/>
          <p:cNvSpPr/>
          <p:nvPr/>
        </p:nvSpPr>
        <p:spPr>
          <a:xfrm>
            <a:off x="5032440" y="2109960"/>
            <a:ext cx="88200" cy="7200"/>
          </a:xfrm>
          <a:custGeom>
            <a:avLst/>
            <a:gdLst/>
            <a:ahLst/>
            <a:rect l="0" t="0" r="r" b="b"/>
            <a:pathLst>
              <a:path w="245" h="20">
                <a:moveTo>
                  <a:pt x="0" y="20"/>
                </a:moveTo>
                <a:lnTo>
                  <a:pt x="245" y="0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1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1" name=""/>
          <p:cNvSpPr/>
          <p:nvPr/>
        </p:nvSpPr>
        <p:spPr>
          <a:xfrm>
            <a:off x="5034600" y="2109960"/>
            <a:ext cx="86040" cy="7200"/>
          </a:xfrm>
          <a:custGeom>
            <a:avLst/>
            <a:gdLst/>
            <a:ahLst/>
            <a:rect l="0" t="0" r="r" b="b"/>
            <a:pathLst>
              <a:path w="239" h="20">
                <a:moveTo>
                  <a:pt x="0" y="20"/>
                </a:moveTo>
                <a:lnTo>
                  <a:pt x="239" y="0"/>
                </a:lnTo>
                <a:lnTo>
                  <a:pt x="239" y="1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2" name=""/>
          <p:cNvSpPr/>
          <p:nvPr/>
        </p:nvSpPr>
        <p:spPr>
          <a:xfrm>
            <a:off x="5036760" y="2110320"/>
            <a:ext cx="83880" cy="6840"/>
          </a:xfrm>
          <a:custGeom>
            <a:avLst/>
            <a:gdLst/>
            <a:ahLst/>
            <a:rect l="0" t="0" r="r" b="b"/>
            <a:pathLst>
              <a:path w="233" h="19">
                <a:moveTo>
                  <a:pt x="0" y="19"/>
                </a:moveTo>
                <a:lnTo>
                  <a:pt x="233" y="0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3" name=""/>
          <p:cNvSpPr/>
          <p:nvPr/>
        </p:nvSpPr>
        <p:spPr>
          <a:xfrm>
            <a:off x="5038920" y="2110320"/>
            <a:ext cx="81720" cy="6840"/>
          </a:xfrm>
          <a:custGeom>
            <a:avLst/>
            <a:gdLst/>
            <a:ahLst/>
            <a:rect l="0" t="0" r="r" b="b"/>
            <a:pathLst>
              <a:path w="227" h="19">
                <a:moveTo>
                  <a:pt x="0" y="19"/>
                </a:moveTo>
                <a:lnTo>
                  <a:pt x="227" y="0"/>
                </a:lnTo>
                <a:lnTo>
                  <a:pt x="227" y="1"/>
                </a:lnTo>
                <a:lnTo>
                  <a:pt x="7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4" name=""/>
          <p:cNvSpPr/>
          <p:nvPr/>
        </p:nvSpPr>
        <p:spPr>
          <a:xfrm>
            <a:off x="5041440" y="2110680"/>
            <a:ext cx="79200" cy="6840"/>
          </a:xfrm>
          <a:custGeom>
            <a:avLst/>
            <a:gdLst/>
            <a:ahLst/>
            <a:rect l="0" t="0" r="r" b="b"/>
            <a:pathLst>
              <a:path w="220" h="19">
                <a:moveTo>
                  <a:pt x="0" y="19"/>
                </a:moveTo>
                <a:lnTo>
                  <a:pt x="220" y="0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5" name=""/>
          <p:cNvSpPr/>
          <p:nvPr/>
        </p:nvSpPr>
        <p:spPr>
          <a:xfrm>
            <a:off x="5043600" y="2110680"/>
            <a:ext cx="77040" cy="6840"/>
          </a:xfrm>
          <a:custGeom>
            <a:avLst/>
            <a:gdLst/>
            <a:ahLst/>
            <a:rect l="0" t="0" r="r" b="b"/>
            <a:pathLst>
              <a:path w="214" h="19">
                <a:moveTo>
                  <a:pt x="0" y="19"/>
                </a:moveTo>
                <a:lnTo>
                  <a:pt x="214" y="0"/>
                </a:lnTo>
                <a:lnTo>
                  <a:pt x="214" y="2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6" name=""/>
          <p:cNvSpPr/>
          <p:nvPr/>
        </p:nvSpPr>
        <p:spPr>
          <a:xfrm>
            <a:off x="5045760" y="2111040"/>
            <a:ext cx="74880" cy="6120"/>
          </a:xfrm>
          <a:custGeom>
            <a:avLst/>
            <a:gdLst/>
            <a:ahLst/>
            <a:rect l="0" t="0" r="r" b="b"/>
            <a:pathLst>
              <a:path w="208" h="17">
                <a:moveTo>
                  <a:pt x="0" y="17"/>
                </a:moveTo>
                <a:lnTo>
                  <a:pt x="208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7" name=""/>
          <p:cNvSpPr/>
          <p:nvPr/>
        </p:nvSpPr>
        <p:spPr>
          <a:xfrm>
            <a:off x="5047920" y="2111040"/>
            <a:ext cx="72720" cy="6120"/>
          </a:xfrm>
          <a:custGeom>
            <a:avLst/>
            <a:gdLst/>
            <a:ahLst/>
            <a:rect l="0" t="0" r="r" b="b"/>
            <a:pathLst>
              <a:path w="202" h="17">
                <a:moveTo>
                  <a:pt x="0" y="17"/>
                </a:moveTo>
                <a:lnTo>
                  <a:pt x="202" y="0"/>
                </a:lnTo>
                <a:lnTo>
                  <a:pt x="202" y="1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f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8" name=""/>
          <p:cNvSpPr/>
          <p:nvPr/>
        </p:nvSpPr>
        <p:spPr>
          <a:xfrm>
            <a:off x="5050080" y="2111400"/>
            <a:ext cx="70560" cy="5760"/>
          </a:xfrm>
          <a:custGeom>
            <a:avLst/>
            <a:gdLst/>
            <a:ahLst/>
            <a:rect l="0" t="0" r="r" b="b"/>
            <a:pathLst>
              <a:path w="196" h="16">
                <a:moveTo>
                  <a:pt x="0" y="16"/>
                </a:moveTo>
                <a:lnTo>
                  <a:pt x="196" y="0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099" name=""/>
          <p:cNvSpPr/>
          <p:nvPr/>
        </p:nvSpPr>
        <p:spPr>
          <a:xfrm>
            <a:off x="5052240" y="2111400"/>
            <a:ext cx="68400" cy="5760"/>
          </a:xfrm>
          <a:custGeom>
            <a:avLst/>
            <a:gdLst/>
            <a:ahLst/>
            <a:rect l="0" t="0" r="r" b="b"/>
            <a:pathLst>
              <a:path w="190" h="16">
                <a:moveTo>
                  <a:pt x="0" y="16"/>
                </a:moveTo>
                <a:lnTo>
                  <a:pt x="190" y="0"/>
                </a:lnTo>
                <a:lnTo>
                  <a:pt x="190" y="1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0" name=""/>
          <p:cNvSpPr/>
          <p:nvPr/>
        </p:nvSpPr>
        <p:spPr>
          <a:xfrm>
            <a:off x="5054400" y="2111760"/>
            <a:ext cx="66240" cy="5400"/>
          </a:xfrm>
          <a:custGeom>
            <a:avLst/>
            <a:gdLst/>
            <a:ahLst/>
            <a:rect l="0" t="0" r="r" b="b"/>
            <a:pathLst>
              <a:path w="184" h="15">
                <a:moveTo>
                  <a:pt x="0" y="15"/>
                </a:moveTo>
                <a:lnTo>
                  <a:pt x="184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1" name=""/>
          <p:cNvSpPr/>
          <p:nvPr/>
        </p:nvSpPr>
        <p:spPr>
          <a:xfrm>
            <a:off x="5056560" y="2111760"/>
            <a:ext cx="64080" cy="5400"/>
          </a:xfrm>
          <a:custGeom>
            <a:avLst/>
            <a:gdLst/>
            <a:ahLst/>
            <a:rect l="0" t="0" r="r" b="b"/>
            <a:pathLst>
              <a:path w="178" h="15">
                <a:moveTo>
                  <a:pt x="0" y="15"/>
                </a:moveTo>
                <a:lnTo>
                  <a:pt x="178" y="0"/>
                </a:lnTo>
                <a:lnTo>
                  <a:pt x="178" y="1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2" name=""/>
          <p:cNvSpPr/>
          <p:nvPr/>
        </p:nvSpPr>
        <p:spPr>
          <a:xfrm>
            <a:off x="5058720" y="2112120"/>
            <a:ext cx="61920" cy="5040"/>
          </a:xfrm>
          <a:custGeom>
            <a:avLst/>
            <a:gdLst/>
            <a:ahLst/>
            <a:rect l="0" t="0" r="r" b="b"/>
            <a:pathLst>
              <a:path w="172" h="14">
                <a:moveTo>
                  <a:pt x="0" y="14"/>
                </a:moveTo>
                <a:lnTo>
                  <a:pt x="172" y="0"/>
                </a:lnTo>
                <a:lnTo>
                  <a:pt x="7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3" name=""/>
          <p:cNvSpPr/>
          <p:nvPr/>
        </p:nvSpPr>
        <p:spPr>
          <a:xfrm>
            <a:off x="5061240" y="2112120"/>
            <a:ext cx="59400" cy="5040"/>
          </a:xfrm>
          <a:custGeom>
            <a:avLst/>
            <a:gdLst/>
            <a:ahLst/>
            <a:rect l="0" t="0" r="r" b="b"/>
            <a:pathLst>
              <a:path w="165" h="14">
                <a:moveTo>
                  <a:pt x="0" y="14"/>
                </a:moveTo>
                <a:lnTo>
                  <a:pt x="165" y="0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4" name=""/>
          <p:cNvSpPr/>
          <p:nvPr/>
        </p:nvSpPr>
        <p:spPr>
          <a:xfrm>
            <a:off x="5063400" y="2112120"/>
            <a:ext cx="57240" cy="5040"/>
          </a:xfrm>
          <a:custGeom>
            <a:avLst/>
            <a:gdLst/>
            <a:ahLst/>
            <a:rect l="0" t="0" r="r" b="b"/>
            <a:pathLst>
              <a:path w="159" h="14">
                <a:moveTo>
                  <a:pt x="0" y="14"/>
                </a:moveTo>
                <a:lnTo>
                  <a:pt x="159" y="0"/>
                </a:lnTo>
                <a:lnTo>
                  <a:pt x="159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e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5" name=""/>
          <p:cNvSpPr/>
          <p:nvPr/>
        </p:nvSpPr>
        <p:spPr>
          <a:xfrm>
            <a:off x="5065560" y="2112480"/>
            <a:ext cx="55080" cy="5040"/>
          </a:xfrm>
          <a:custGeom>
            <a:avLst/>
            <a:gdLst/>
            <a:ahLst/>
            <a:rect l="0" t="0" r="r" b="b"/>
            <a:pathLst>
              <a:path w="153" h="14">
                <a:moveTo>
                  <a:pt x="0" y="14"/>
                </a:moveTo>
                <a:lnTo>
                  <a:pt x="153" y="0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d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6" name=""/>
          <p:cNvSpPr/>
          <p:nvPr/>
        </p:nvSpPr>
        <p:spPr>
          <a:xfrm>
            <a:off x="5067720" y="2112480"/>
            <a:ext cx="52920" cy="5040"/>
          </a:xfrm>
          <a:custGeom>
            <a:avLst/>
            <a:gdLst/>
            <a:ahLst/>
            <a:rect l="0" t="0" r="r" b="b"/>
            <a:pathLst>
              <a:path w="147" h="14">
                <a:moveTo>
                  <a:pt x="0" y="14"/>
                </a:moveTo>
                <a:lnTo>
                  <a:pt x="147" y="0"/>
                </a:lnTo>
                <a:lnTo>
                  <a:pt x="147" y="2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7" name=""/>
          <p:cNvSpPr/>
          <p:nvPr/>
        </p:nvSpPr>
        <p:spPr>
          <a:xfrm>
            <a:off x="5069880" y="2112840"/>
            <a:ext cx="50760" cy="4320"/>
          </a:xfrm>
          <a:custGeom>
            <a:avLst/>
            <a:gdLst/>
            <a:ahLst/>
            <a:rect l="0" t="0" r="r" b="b"/>
            <a:pathLst>
              <a:path w="141" h="12">
                <a:moveTo>
                  <a:pt x="0" y="12"/>
                </a:moveTo>
                <a:lnTo>
                  <a:pt x="141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8" name=""/>
          <p:cNvSpPr/>
          <p:nvPr/>
        </p:nvSpPr>
        <p:spPr>
          <a:xfrm>
            <a:off x="5072040" y="2112840"/>
            <a:ext cx="48600" cy="4320"/>
          </a:xfrm>
          <a:custGeom>
            <a:avLst/>
            <a:gdLst/>
            <a:ahLst/>
            <a:rect l="0" t="0" r="r" b="b"/>
            <a:pathLst>
              <a:path w="135" h="12">
                <a:moveTo>
                  <a:pt x="0" y="12"/>
                </a:moveTo>
                <a:lnTo>
                  <a:pt x="135" y="0"/>
                </a:lnTo>
                <a:lnTo>
                  <a:pt x="135" y="1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09" name=""/>
          <p:cNvSpPr/>
          <p:nvPr/>
        </p:nvSpPr>
        <p:spPr>
          <a:xfrm>
            <a:off x="5074200" y="2113200"/>
            <a:ext cx="46440" cy="3960"/>
          </a:xfrm>
          <a:custGeom>
            <a:avLst/>
            <a:gdLst/>
            <a:ahLst/>
            <a:rect l="0" t="0" r="r" b="b"/>
            <a:pathLst>
              <a:path w="129" h="11">
                <a:moveTo>
                  <a:pt x="0" y="11"/>
                </a:moveTo>
                <a:lnTo>
                  <a:pt x="129" y="0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10" name=""/>
          <p:cNvSpPr/>
          <p:nvPr/>
        </p:nvSpPr>
        <p:spPr>
          <a:xfrm>
            <a:off x="5076360" y="2113200"/>
            <a:ext cx="44280" cy="3960"/>
          </a:xfrm>
          <a:custGeom>
            <a:avLst/>
            <a:gdLst/>
            <a:ahLst/>
            <a:rect l="0" t="0" r="r" b="b"/>
            <a:pathLst>
              <a:path w="123" h="11">
                <a:moveTo>
                  <a:pt x="0" y="11"/>
                </a:moveTo>
                <a:lnTo>
                  <a:pt x="123" y="0"/>
                </a:lnTo>
                <a:lnTo>
                  <a:pt x="123" y="1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11" name=""/>
          <p:cNvSpPr/>
          <p:nvPr/>
        </p:nvSpPr>
        <p:spPr>
          <a:xfrm>
            <a:off x="5078520" y="2113560"/>
            <a:ext cx="42120" cy="3600"/>
          </a:xfrm>
          <a:custGeom>
            <a:avLst/>
            <a:gdLst/>
            <a:ahLst/>
            <a:rect l="0" t="0" r="r" b="b"/>
            <a:pathLst>
              <a:path w="117" h="10">
                <a:moveTo>
                  <a:pt x="0" y="10"/>
                </a:moveTo>
                <a:lnTo>
                  <a:pt x="117" y="0"/>
                </a:lnTo>
                <a:lnTo>
                  <a:pt x="7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12" name=""/>
          <p:cNvSpPr/>
          <p:nvPr/>
        </p:nvSpPr>
        <p:spPr>
          <a:xfrm>
            <a:off x="5081040" y="2113560"/>
            <a:ext cx="39600" cy="3600"/>
          </a:xfrm>
          <a:custGeom>
            <a:avLst/>
            <a:gdLst/>
            <a:ahLst/>
            <a:rect l="0" t="0" r="r" b="b"/>
            <a:pathLst>
              <a:path w="110" h="10">
                <a:moveTo>
                  <a:pt x="0" y="10"/>
                </a:moveTo>
                <a:lnTo>
                  <a:pt x="110" y="0"/>
                </a:lnTo>
                <a:lnTo>
                  <a:pt x="110" y="1"/>
                </a:lnTo>
                <a:lnTo>
                  <a:pt x="7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13" name=""/>
          <p:cNvSpPr/>
          <p:nvPr/>
        </p:nvSpPr>
        <p:spPr>
          <a:xfrm>
            <a:off x="5083200" y="2113920"/>
            <a:ext cx="37440" cy="3240"/>
          </a:xfrm>
          <a:custGeom>
            <a:avLst/>
            <a:gdLst/>
            <a:ahLst/>
            <a:rect l="0" t="0" r="r" b="b"/>
            <a:pathLst>
              <a:path w="104" h="9">
                <a:moveTo>
                  <a:pt x="0" y="9"/>
                </a:moveTo>
                <a:lnTo>
                  <a:pt x="104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14" name=""/>
          <p:cNvSpPr/>
          <p:nvPr/>
        </p:nvSpPr>
        <p:spPr>
          <a:xfrm>
            <a:off x="5085360" y="2113920"/>
            <a:ext cx="35280" cy="3240"/>
          </a:xfrm>
          <a:custGeom>
            <a:avLst/>
            <a:gdLst/>
            <a:ahLst/>
            <a:rect l="0" t="0" r="r" b="b"/>
            <a:pathLst>
              <a:path w="98" h="9">
                <a:moveTo>
                  <a:pt x="0" y="9"/>
                </a:moveTo>
                <a:lnTo>
                  <a:pt x="98" y="0"/>
                </a:lnTo>
                <a:lnTo>
                  <a:pt x="98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15" name=""/>
          <p:cNvSpPr/>
          <p:nvPr/>
        </p:nvSpPr>
        <p:spPr>
          <a:xfrm>
            <a:off x="5087520" y="2114280"/>
            <a:ext cx="33120" cy="2880"/>
          </a:xfrm>
          <a:custGeom>
            <a:avLst/>
            <a:gdLst/>
            <a:ahLst/>
            <a:rect l="0" t="0" r="r" b="b"/>
            <a:pathLst>
              <a:path w="92" h="8">
                <a:moveTo>
                  <a:pt x="0" y="8"/>
                </a:moveTo>
                <a:lnTo>
                  <a:pt x="92" y="0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16" name=""/>
          <p:cNvSpPr/>
          <p:nvPr/>
        </p:nvSpPr>
        <p:spPr>
          <a:xfrm>
            <a:off x="5089680" y="2114280"/>
            <a:ext cx="30960" cy="2880"/>
          </a:xfrm>
          <a:custGeom>
            <a:avLst/>
            <a:gdLst/>
            <a:ahLst/>
            <a:rect l="0" t="0" r="r" b="b"/>
            <a:pathLst>
              <a:path w="86" h="8">
                <a:moveTo>
                  <a:pt x="0" y="8"/>
                </a:moveTo>
                <a:lnTo>
                  <a:pt x="86" y="0"/>
                </a:lnTo>
                <a:lnTo>
                  <a:pt x="86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17" name=""/>
          <p:cNvSpPr/>
          <p:nvPr/>
        </p:nvSpPr>
        <p:spPr>
          <a:xfrm>
            <a:off x="5091840" y="2114640"/>
            <a:ext cx="28800" cy="2520"/>
          </a:xfrm>
          <a:custGeom>
            <a:avLst/>
            <a:gdLst/>
            <a:ahLst/>
            <a:rect l="0" t="0" r="r" b="b"/>
            <a:pathLst>
              <a:path w="80" h="7">
                <a:moveTo>
                  <a:pt x="0" y="7"/>
                </a:moveTo>
                <a:lnTo>
                  <a:pt x="80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18" name=""/>
          <p:cNvSpPr/>
          <p:nvPr/>
        </p:nvSpPr>
        <p:spPr>
          <a:xfrm>
            <a:off x="5094000" y="2114640"/>
            <a:ext cx="26640" cy="2520"/>
          </a:xfrm>
          <a:custGeom>
            <a:avLst/>
            <a:gdLst/>
            <a:ahLst/>
            <a:rect l="0" t="0" r="r" b="b"/>
            <a:pathLst>
              <a:path w="74" h="7">
                <a:moveTo>
                  <a:pt x="0" y="7"/>
                </a:moveTo>
                <a:lnTo>
                  <a:pt x="74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d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19" name=""/>
          <p:cNvSpPr/>
          <p:nvPr/>
        </p:nvSpPr>
        <p:spPr>
          <a:xfrm>
            <a:off x="5096160" y="2114640"/>
            <a:ext cx="24480" cy="2520"/>
          </a:xfrm>
          <a:custGeom>
            <a:avLst/>
            <a:gdLst/>
            <a:ahLst/>
            <a:rect l="0" t="0" r="r" b="b"/>
            <a:pathLst>
              <a:path w="68" h="7">
                <a:moveTo>
                  <a:pt x="0" y="7"/>
                </a:moveTo>
                <a:lnTo>
                  <a:pt x="68" y="0"/>
                </a:lnTo>
                <a:lnTo>
                  <a:pt x="68" y="1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0" name=""/>
          <p:cNvSpPr/>
          <p:nvPr/>
        </p:nvSpPr>
        <p:spPr>
          <a:xfrm>
            <a:off x="5098320" y="2115000"/>
            <a:ext cx="22320" cy="2160"/>
          </a:xfrm>
          <a:custGeom>
            <a:avLst/>
            <a:gdLst/>
            <a:ahLst/>
            <a:rect l="0" t="0" r="r" b="b"/>
            <a:pathLst>
              <a:path w="62" h="6">
                <a:moveTo>
                  <a:pt x="0" y="6"/>
                </a:moveTo>
                <a:lnTo>
                  <a:pt x="62" y="0"/>
                </a:lnTo>
                <a:lnTo>
                  <a:pt x="7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1" name=""/>
          <p:cNvSpPr/>
          <p:nvPr/>
        </p:nvSpPr>
        <p:spPr>
          <a:xfrm>
            <a:off x="5100840" y="2115000"/>
            <a:ext cx="19800" cy="2160"/>
          </a:xfrm>
          <a:custGeom>
            <a:avLst/>
            <a:gdLst/>
            <a:ahLst/>
            <a:rect l="0" t="0" r="r" b="b"/>
            <a:pathLst>
              <a:path w="55" h="6">
                <a:moveTo>
                  <a:pt x="0" y="6"/>
                </a:moveTo>
                <a:lnTo>
                  <a:pt x="55" y="0"/>
                </a:lnTo>
                <a:lnTo>
                  <a:pt x="55" y="1"/>
                </a:lnTo>
                <a:lnTo>
                  <a:pt x="7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2" name=""/>
          <p:cNvSpPr/>
          <p:nvPr/>
        </p:nvSpPr>
        <p:spPr>
          <a:xfrm>
            <a:off x="5103000" y="2115360"/>
            <a:ext cx="17640" cy="1800"/>
          </a:xfrm>
          <a:custGeom>
            <a:avLst/>
            <a:gdLst/>
            <a:ahLst/>
            <a:rect l="0" t="0" r="r" b="b"/>
            <a:pathLst>
              <a:path w="49" h="5">
                <a:moveTo>
                  <a:pt x="0" y="5"/>
                </a:moveTo>
                <a:lnTo>
                  <a:pt x="49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3" name=""/>
          <p:cNvSpPr/>
          <p:nvPr/>
        </p:nvSpPr>
        <p:spPr>
          <a:xfrm>
            <a:off x="5105160" y="2115360"/>
            <a:ext cx="15480" cy="1800"/>
          </a:xfrm>
          <a:custGeom>
            <a:avLst/>
            <a:gdLst/>
            <a:ahLst/>
            <a:rect l="0" t="0" r="r" b="b"/>
            <a:pathLst>
              <a:path w="43" h="5">
                <a:moveTo>
                  <a:pt x="0" y="5"/>
                </a:moveTo>
                <a:lnTo>
                  <a:pt x="43" y="0"/>
                </a:lnTo>
                <a:lnTo>
                  <a:pt x="43" y="1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4" name=""/>
          <p:cNvSpPr/>
          <p:nvPr/>
        </p:nvSpPr>
        <p:spPr>
          <a:xfrm>
            <a:off x="5107320" y="2115720"/>
            <a:ext cx="13320" cy="1440"/>
          </a:xfrm>
          <a:custGeom>
            <a:avLst/>
            <a:gdLst/>
            <a:ahLst/>
            <a:rect l="0" t="0" r="r" b="b"/>
            <a:pathLst>
              <a:path w="37" h="4">
                <a:moveTo>
                  <a:pt x="0" y="4"/>
                </a:moveTo>
                <a:lnTo>
                  <a:pt x="37" y="0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5" name=""/>
          <p:cNvSpPr/>
          <p:nvPr/>
        </p:nvSpPr>
        <p:spPr>
          <a:xfrm>
            <a:off x="5109480" y="2115720"/>
            <a:ext cx="11160" cy="1440"/>
          </a:xfrm>
          <a:custGeom>
            <a:avLst/>
            <a:gdLst/>
            <a:ahLst/>
            <a:rect l="0" t="0" r="r" b="b"/>
            <a:pathLst>
              <a:path w="31" h="4">
                <a:moveTo>
                  <a:pt x="0" y="4"/>
                </a:moveTo>
                <a:lnTo>
                  <a:pt x="31" y="0"/>
                </a:lnTo>
                <a:lnTo>
                  <a:pt x="31" y="1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6" name=""/>
          <p:cNvSpPr/>
          <p:nvPr/>
        </p:nvSpPr>
        <p:spPr>
          <a:xfrm>
            <a:off x="5111640" y="2116080"/>
            <a:ext cx="9000" cy="1440"/>
          </a:xfrm>
          <a:custGeom>
            <a:avLst/>
            <a:gdLst/>
            <a:ahLst/>
            <a:rect l="0" t="0" r="r" b="b"/>
            <a:pathLst>
              <a:path w="25" h="4">
                <a:moveTo>
                  <a:pt x="0" y="4"/>
                </a:moveTo>
                <a:lnTo>
                  <a:pt x="25" y="0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7" name=""/>
          <p:cNvSpPr/>
          <p:nvPr/>
        </p:nvSpPr>
        <p:spPr>
          <a:xfrm>
            <a:off x="5113800" y="2116080"/>
            <a:ext cx="6840" cy="1440"/>
          </a:xfrm>
          <a:custGeom>
            <a:avLst/>
            <a:gdLst/>
            <a:ahLst/>
            <a:rect l="0" t="0" r="r" b="b"/>
            <a:pathLst>
              <a:path w="19" h="4">
                <a:moveTo>
                  <a:pt x="0" y="4"/>
                </a:moveTo>
                <a:lnTo>
                  <a:pt x="19" y="0"/>
                </a:lnTo>
                <a:lnTo>
                  <a:pt x="19" y="2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8" name=""/>
          <p:cNvSpPr/>
          <p:nvPr/>
        </p:nvSpPr>
        <p:spPr>
          <a:xfrm>
            <a:off x="5115960" y="2116440"/>
            <a:ext cx="4320" cy="360"/>
          </a:xfrm>
          <a:custGeom>
            <a:avLst/>
            <a:gdLst/>
            <a:ahLst/>
            <a:rect l="0" t="0" r="r" b="b"/>
            <a:pathLst>
              <a:path w="12" h="1">
                <a:moveTo>
                  <a:pt x="0" y="1"/>
                </a:moveTo>
                <a:lnTo>
                  <a:pt x="12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29" name=""/>
          <p:cNvSpPr/>
          <p:nvPr/>
        </p:nvSpPr>
        <p:spPr>
          <a:xfrm>
            <a:off x="5118120" y="2116440"/>
            <a:ext cx="2160" cy="360"/>
          </a:xfrm>
          <a:custGeom>
            <a:avLst/>
            <a:gdLst/>
            <a:ahLst/>
            <a:rect l="0" t="0" r="r" b="b"/>
            <a:pathLst>
              <a:path w="6" h="1">
                <a:moveTo>
                  <a:pt x="0" y="1"/>
                </a:moveTo>
                <a:lnTo>
                  <a:pt x="6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130" name=""/>
          <p:cNvSpPr/>
          <p:nvPr/>
        </p:nvSpPr>
        <p:spPr>
          <a:xfrm>
            <a:off x="4836960" y="2095200"/>
            <a:ext cx="283680" cy="21960"/>
          </a:xfrm>
          <a:custGeom>
            <a:avLst/>
            <a:gdLst/>
            <a:ahLst/>
            <a:rect l="0" t="0" r="r" b="b"/>
            <a:pathLst>
              <a:path w="788" h="61">
                <a:moveTo>
                  <a:pt x="0" y="61"/>
                </a:moveTo>
                <a:lnTo>
                  <a:pt x="788" y="61"/>
                </a:lnTo>
                <a:lnTo>
                  <a:pt x="788" y="0"/>
                </a:lnTo>
                <a:lnTo>
                  <a:pt x="0" y="0"/>
                </a:lnTo>
                <a:lnTo>
                  <a:pt x="0" y="61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1" name=""/>
          <p:cNvSpPr/>
          <p:nvPr/>
        </p:nvSpPr>
        <p:spPr>
          <a:xfrm>
            <a:off x="4866120" y="2116800"/>
            <a:ext cx="7200" cy="1440"/>
          </a:xfrm>
          <a:custGeom>
            <a:avLst/>
            <a:gdLst/>
            <a:ahLst/>
            <a:rect l="0" t="0" r="r" b="b"/>
            <a:pathLst>
              <a:path w="20" h="4">
                <a:moveTo>
                  <a:pt x="0" y="0"/>
                </a:moveTo>
                <a:lnTo>
                  <a:pt x="20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2" name=""/>
          <p:cNvSpPr/>
          <p:nvPr/>
        </p:nvSpPr>
        <p:spPr>
          <a:xfrm>
            <a:off x="4866120" y="2116800"/>
            <a:ext cx="10800" cy="1800"/>
          </a:xfrm>
          <a:custGeom>
            <a:avLst/>
            <a:gdLst/>
            <a:ahLst/>
            <a:rect l="0" t="0" r="r" b="b"/>
            <a:pathLst>
              <a:path w="30" h="5">
                <a:moveTo>
                  <a:pt x="0" y="3"/>
                </a:moveTo>
                <a:lnTo>
                  <a:pt x="20" y="0"/>
                </a:lnTo>
                <a:lnTo>
                  <a:pt x="30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3" name=""/>
          <p:cNvSpPr/>
          <p:nvPr/>
        </p:nvSpPr>
        <p:spPr>
          <a:xfrm>
            <a:off x="4866120" y="2116800"/>
            <a:ext cx="14400" cy="1800"/>
          </a:xfrm>
          <a:custGeom>
            <a:avLst/>
            <a:gdLst/>
            <a:ahLst/>
            <a:rect l="0" t="0" r="r" b="b"/>
            <a:pathLst>
              <a:path w="40" h="5">
                <a:moveTo>
                  <a:pt x="0" y="4"/>
                </a:moveTo>
                <a:lnTo>
                  <a:pt x="29" y="0"/>
                </a:lnTo>
                <a:lnTo>
                  <a:pt x="40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4" name=""/>
          <p:cNvSpPr/>
          <p:nvPr/>
        </p:nvSpPr>
        <p:spPr>
          <a:xfrm>
            <a:off x="4866120" y="211680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5"/>
                </a:moveTo>
                <a:lnTo>
                  <a:pt x="40" y="0"/>
                </a:lnTo>
                <a:lnTo>
                  <a:pt x="50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5" name=""/>
          <p:cNvSpPr/>
          <p:nvPr/>
        </p:nvSpPr>
        <p:spPr>
          <a:xfrm>
            <a:off x="4866120" y="2116800"/>
            <a:ext cx="21240" cy="2520"/>
          </a:xfrm>
          <a:custGeom>
            <a:avLst/>
            <a:gdLst/>
            <a:ahLst/>
            <a:rect l="0" t="0" r="r" b="b"/>
            <a:pathLst>
              <a:path w="59" h="7">
                <a:moveTo>
                  <a:pt x="0" y="6"/>
                </a:moveTo>
                <a:lnTo>
                  <a:pt x="50" y="0"/>
                </a:lnTo>
                <a:lnTo>
                  <a:pt x="59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6" name=""/>
          <p:cNvSpPr/>
          <p:nvPr/>
        </p:nvSpPr>
        <p:spPr>
          <a:xfrm>
            <a:off x="4866120" y="2116800"/>
            <a:ext cx="24840" cy="2880"/>
          </a:xfrm>
          <a:custGeom>
            <a:avLst/>
            <a:gdLst/>
            <a:ahLst/>
            <a:rect l="0" t="0" r="r" b="b"/>
            <a:pathLst>
              <a:path w="69" h="8">
                <a:moveTo>
                  <a:pt x="0" y="7"/>
                </a:moveTo>
                <a:lnTo>
                  <a:pt x="59" y="0"/>
                </a:lnTo>
                <a:lnTo>
                  <a:pt x="69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7" name=""/>
          <p:cNvSpPr/>
          <p:nvPr/>
        </p:nvSpPr>
        <p:spPr>
          <a:xfrm>
            <a:off x="4866120" y="2116800"/>
            <a:ext cx="28440" cy="3240"/>
          </a:xfrm>
          <a:custGeom>
            <a:avLst/>
            <a:gdLst/>
            <a:ahLst/>
            <a:rect l="0" t="0" r="r" b="b"/>
            <a:pathLst>
              <a:path w="79" h="9">
                <a:moveTo>
                  <a:pt x="0" y="8"/>
                </a:moveTo>
                <a:lnTo>
                  <a:pt x="69" y="0"/>
                </a:lnTo>
                <a:lnTo>
                  <a:pt x="79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8" name=""/>
          <p:cNvSpPr/>
          <p:nvPr/>
        </p:nvSpPr>
        <p:spPr>
          <a:xfrm>
            <a:off x="4866120" y="211680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9"/>
                </a:moveTo>
                <a:lnTo>
                  <a:pt x="79" y="0"/>
                </a:lnTo>
                <a:lnTo>
                  <a:pt x="99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39" name=""/>
          <p:cNvSpPr/>
          <p:nvPr/>
        </p:nvSpPr>
        <p:spPr>
          <a:xfrm>
            <a:off x="4866120" y="211680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98" y="0"/>
                </a:lnTo>
                <a:lnTo>
                  <a:pt x="104" y="0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0" name=""/>
          <p:cNvSpPr/>
          <p:nvPr/>
        </p:nvSpPr>
        <p:spPr>
          <a:xfrm>
            <a:off x="4866120" y="2116800"/>
            <a:ext cx="38880" cy="3960"/>
          </a:xfrm>
          <a:custGeom>
            <a:avLst/>
            <a:gdLst/>
            <a:ahLst/>
            <a:rect l="0" t="0" r="r" b="b"/>
            <a:pathLst>
              <a:path w="108" h="11">
                <a:moveTo>
                  <a:pt x="0" y="11"/>
                </a:moveTo>
                <a:lnTo>
                  <a:pt x="104" y="0"/>
                </a:lnTo>
                <a:lnTo>
                  <a:pt x="108" y="0"/>
                </a:lnTo>
                <a:lnTo>
                  <a:pt x="0" y="11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1" name=""/>
          <p:cNvSpPr/>
          <p:nvPr/>
        </p:nvSpPr>
        <p:spPr>
          <a:xfrm>
            <a:off x="4866120" y="2116800"/>
            <a:ext cx="42480" cy="4320"/>
          </a:xfrm>
          <a:custGeom>
            <a:avLst/>
            <a:gdLst/>
            <a:ahLst/>
            <a:rect l="0" t="0" r="r" b="b"/>
            <a:pathLst>
              <a:path w="118" h="12">
                <a:moveTo>
                  <a:pt x="0" y="10"/>
                </a:moveTo>
                <a:lnTo>
                  <a:pt x="107" y="0"/>
                </a:lnTo>
                <a:lnTo>
                  <a:pt x="118" y="0"/>
                </a:lnTo>
                <a:lnTo>
                  <a:pt x="0" y="12"/>
                </a:lnTo>
                <a:lnTo>
                  <a:pt x="0" y="10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2" name=""/>
          <p:cNvSpPr/>
          <p:nvPr/>
        </p:nvSpPr>
        <p:spPr>
          <a:xfrm>
            <a:off x="4866120" y="2116800"/>
            <a:ext cx="46080" cy="4680"/>
          </a:xfrm>
          <a:custGeom>
            <a:avLst/>
            <a:gdLst/>
            <a:ahLst/>
            <a:rect l="0" t="0" r="r" b="b"/>
            <a:pathLst>
              <a:path w="128" h="13">
                <a:moveTo>
                  <a:pt x="0" y="12"/>
                </a:moveTo>
                <a:lnTo>
                  <a:pt x="118" y="0"/>
                </a:lnTo>
                <a:lnTo>
                  <a:pt x="128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3" name=""/>
          <p:cNvSpPr/>
          <p:nvPr/>
        </p:nvSpPr>
        <p:spPr>
          <a:xfrm>
            <a:off x="4866120" y="2116800"/>
            <a:ext cx="47880" cy="5040"/>
          </a:xfrm>
          <a:custGeom>
            <a:avLst/>
            <a:gdLst/>
            <a:ahLst/>
            <a:rect l="0" t="0" r="r" b="b"/>
            <a:pathLst>
              <a:path w="133" h="14">
                <a:moveTo>
                  <a:pt x="0" y="13"/>
                </a:moveTo>
                <a:lnTo>
                  <a:pt x="128" y="0"/>
                </a:lnTo>
                <a:lnTo>
                  <a:pt x="133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4" name=""/>
          <p:cNvSpPr/>
          <p:nvPr/>
        </p:nvSpPr>
        <p:spPr>
          <a:xfrm>
            <a:off x="4866120" y="2116800"/>
            <a:ext cx="49680" cy="5040"/>
          </a:xfrm>
          <a:custGeom>
            <a:avLst/>
            <a:gdLst/>
            <a:ahLst/>
            <a:rect l="0" t="0" r="r" b="b"/>
            <a:pathLst>
              <a:path w="138" h="14">
                <a:moveTo>
                  <a:pt x="0" y="14"/>
                </a:moveTo>
                <a:lnTo>
                  <a:pt x="133" y="0"/>
                </a:lnTo>
                <a:lnTo>
                  <a:pt x="138" y="0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5" name=""/>
          <p:cNvSpPr/>
          <p:nvPr/>
        </p:nvSpPr>
        <p:spPr>
          <a:xfrm>
            <a:off x="4866120" y="2116800"/>
            <a:ext cx="53280" cy="5400"/>
          </a:xfrm>
          <a:custGeom>
            <a:avLst/>
            <a:gdLst/>
            <a:ahLst/>
            <a:rect l="0" t="0" r="r" b="b"/>
            <a:pathLst>
              <a:path w="148" h="15">
                <a:moveTo>
                  <a:pt x="0" y="14"/>
                </a:moveTo>
                <a:lnTo>
                  <a:pt x="138" y="0"/>
                </a:lnTo>
                <a:lnTo>
                  <a:pt x="14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6" name=""/>
          <p:cNvSpPr/>
          <p:nvPr/>
        </p:nvSpPr>
        <p:spPr>
          <a:xfrm>
            <a:off x="4866120" y="211680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5"/>
                </a:moveTo>
                <a:lnTo>
                  <a:pt x="148" y="0"/>
                </a:lnTo>
                <a:lnTo>
                  <a:pt x="153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7" name=""/>
          <p:cNvSpPr/>
          <p:nvPr/>
        </p:nvSpPr>
        <p:spPr>
          <a:xfrm>
            <a:off x="4866120" y="2116800"/>
            <a:ext cx="56520" cy="5760"/>
          </a:xfrm>
          <a:custGeom>
            <a:avLst/>
            <a:gdLst/>
            <a:ahLst/>
            <a:rect l="0" t="0" r="r" b="b"/>
            <a:pathLst>
              <a:path w="157" h="16">
                <a:moveTo>
                  <a:pt x="0" y="16"/>
                </a:moveTo>
                <a:lnTo>
                  <a:pt x="153" y="0"/>
                </a:lnTo>
                <a:lnTo>
                  <a:pt x="157" y="0"/>
                </a:lnTo>
                <a:lnTo>
                  <a:pt x="0" y="1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8" name=""/>
          <p:cNvSpPr/>
          <p:nvPr/>
        </p:nvSpPr>
        <p:spPr>
          <a:xfrm>
            <a:off x="4866120" y="2116800"/>
            <a:ext cx="63720" cy="6480"/>
          </a:xfrm>
          <a:custGeom>
            <a:avLst/>
            <a:gdLst/>
            <a:ahLst/>
            <a:rect l="0" t="0" r="r" b="b"/>
            <a:pathLst>
              <a:path w="177" h="18">
                <a:moveTo>
                  <a:pt x="0" y="16"/>
                </a:moveTo>
                <a:lnTo>
                  <a:pt x="157" y="0"/>
                </a:lnTo>
                <a:lnTo>
                  <a:pt x="177" y="0"/>
                </a:lnTo>
                <a:lnTo>
                  <a:pt x="0" y="18"/>
                </a:lnTo>
                <a:lnTo>
                  <a:pt x="0" y="1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49" name=""/>
          <p:cNvSpPr/>
          <p:nvPr/>
        </p:nvSpPr>
        <p:spPr>
          <a:xfrm>
            <a:off x="4866120" y="2116800"/>
            <a:ext cx="70920" cy="7200"/>
          </a:xfrm>
          <a:custGeom>
            <a:avLst/>
            <a:gdLst/>
            <a:ahLst/>
            <a:rect l="0" t="0" r="r" b="b"/>
            <a:pathLst>
              <a:path w="197" h="20">
                <a:moveTo>
                  <a:pt x="0" y="18"/>
                </a:moveTo>
                <a:lnTo>
                  <a:pt x="177" y="0"/>
                </a:lnTo>
                <a:lnTo>
                  <a:pt x="197" y="0"/>
                </a:lnTo>
                <a:lnTo>
                  <a:pt x="0" y="20"/>
                </a:lnTo>
                <a:lnTo>
                  <a:pt x="0" y="18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0" name=""/>
          <p:cNvSpPr/>
          <p:nvPr/>
        </p:nvSpPr>
        <p:spPr>
          <a:xfrm>
            <a:off x="4866120" y="2116800"/>
            <a:ext cx="74160" cy="7560"/>
          </a:xfrm>
          <a:custGeom>
            <a:avLst/>
            <a:gdLst/>
            <a:ahLst/>
            <a:rect l="0" t="0" r="r" b="b"/>
            <a:pathLst>
              <a:path w="206" h="21">
                <a:moveTo>
                  <a:pt x="0" y="20"/>
                </a:moveTo>
                <a:lnTo>
                  <a:pt x="197" y="0"/>
                </a:lnTo>
                <a:lnTo>
                  <a:pt x="206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1" name=""/>
          <p:cNvSpPr/>
          <p:nvPr/>
        </p:nvSpPr>
        <p:spPr>
          <a:xfrm>
            <a:off x="4866120" y="2116800"/>
            <a:ext cx="75960" cy="7920"/>
          </a:xfrm>
          <a:custGeom>
            <a:avLst/>
            <a:gdLst/>
            <a:ahLst/>
            <a:rect l="0" t="0" r="r" b="b"/>
            <a:pathLst>
              <a:path w="211" h="22">
                <a:moveTo>
                  <a:pt x="0" y="21"/>
                </a:moveTo>
                <a:lnTo>
                  <a:pt x="206" y="0"/>
                </a:lnTo>
                <a:lnTo>
                  <a:pt x="211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2" name=""/>
          <p:cNvSpPr/>
          <p:nvPr/>
        </p:nvSpPr>
        <p:spPr>
          <a:xfrm>
            <a:off x="4866120" y="2116800"/>
            <a:ext cx="77760" cy="7920"/>
          </a:xfrm>
          <a:custGeom>
            <a:avLst/>
            <a:gdLst/>
            <a:ahLst/>
            <a:rect l="0" t="0" r="r" b="b"/>
            <a:pathLst>
              <a:path w="216" h="22">
                <a:moveTo>
                  <a:pt x="0" y="22"/>
                </a:moveTo>
                <a:lnTo>
                  <a:pt x="211" y="0"/>
                </a:lnTo>
                <a:lnTo>
                  <a:pt x="216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3" name=""/>
          <p:cNvSpPr/>
          <p:nvPr/>
        </p:nvSpPr>
        <p:spPr>
          <a:xfrm>
            <a:off x="4866120" y="2116800"/>
            <a:ext cx="81360" cy="8280"/>
          </a:xfrm>
          <a:custGeom>
            <a:avLst/>
            <a:gdLst/>
            <a:ahLst/>
            <a:rect l="0" t="0" r="r" b="b"/>
            <a:pathLst>
              <a:path w="226" h="23">
                <a:moveTo>
                  <a:pt x="0" y="22"/>
                </a:moveTo>
                <a:lnTo>
                  <a:pt x="216" y="0"/>
                </a:lnTo>
                <a:lnTo>
                  <a:pt x="226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4" name=""/>
          <p:cNvSpPr/>
          <p:nvPr/>
        </p:nvSpPr>
        <p:spPr>
          <a:xfrm>
            <a:off x="4866120" y="2116800"/>
            <a:ext cx="83160" cy="8640"/>
          </a:xfrm>
          <a:custGeom>
            <a:avLst/>
            <a:gdLst/>
            <a:ahLst/>
            <a:rect l="0" t="0" r="r" b="b"/>
            <a:pathLst>
              <a:path w="231" h="24">
                <a:moveTo>
                  <a:pt x="0" y="23"/>
                </a:moveTo>
                <a:lnTo>
                  <a:pt x="226" y="0"/>
                </a:lnTo>
                <a:lnTo>
                  <a:pt x="231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5" name=""/>
          <p:cNvSpPr/>
          <p:nvPr/>
        </p:nvSpPr>
        <p:spPr>
          <a:xfrm>
            <a:off x="4866120" y="2116800"/>
            <a:ext cx="84960" cy="8640"/>
          </a:xfrm>
          <a:custGeom>
            <a:avLst/>
            <a:gdLst/>
            <a:ahLst/>
            <a:rect l="0" t="0" r="r" b="b"/>
            <a:pathLst>
              <a:path w="236" h="24">
                <a:moveTo>
                  <a:pt x="0" y="24"/>
                </a:moveTo>
                <a:lnTo>
                  <a:pt x="230" y="0"/>
                </a:lnTo>
                <a:lnTo>
                  <a:pt x="236" y="0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6" name=""/>
          <p:cNvSpPr/>
          <p:nvPr/>
        </p:nvSpPr>
        <p:spPr>
          <a:xfrm>
            <a:off x="4866120" y="2116800"/>
            <a:ext cx="88560" cy="9000"/>
          </a:xfrm>
          <a:custGeom>
            <a:avLst/>
            <a:gdLst/>
            <a:ahLst/>
            <a:rect l="0" t="0" r="r" b="b"/>
            <a:pathLst>
              <a:path w="246" h="25">
                <a:moveTo>
                  <a:pt x="0" y="24"/>
                </a:moveTo>
                <a:lnTo>
                  <a:pt x="236" y="0"/>
                </a:lnTo>
                <a:lnTo>
                  <a:pt x="246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7" name=""/>
          <p:cNvSpPr/>
          <p:nvPr/>
        </p:nvSpPr>
        <p:spPr>
          <a:xfrm>
            <a:off x="4866120" y="2116800"/>
            <a:ext cx="92160" cy="9360"/>
          </a:xfrm>
          <a:custGeom>
            <a:avLst/>
            <a:gdLst/>
            <a:ahLst/>
            <a:rect l="0" t="0" r="r" b="b"/>
            <a:pathLst>
              <a:path w="256" h="26">
                <a:moveTo>
                  <a:pt x="0" y="25"/>
                </a:moveTo>
                <a:lnTo>
                  <a:pt x="246" y="0"/>
                </a:lnTo>
                <a:lnTo>
                  <a:pt x="256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8" name=""/>
          <p:cNvSpPr/>
          <p:nvPr/>
        </p:nvSpPr>
        <p:spPr>
          <a:xfrm>
            <a:off x="4866120" y="2116800"/>
            <a:ext cx="93600" cy="9720"/>
          </a:xfrm>
          <a:custGeom>
            <a:avLst/>
            <a:gdLst/>
            <a:ahLst/>
            <a:rect l="0" t="0" r="r" b="b"/>
            <a:pathLst>
              <a:path w="260" h="27">
                <a:moveTo>
                  <a:pt x="0" y="26"/>
                </a:moveTo>
                <a:lnTo>
                  <a:pt x="256" y="0"/>
                </a:lnTo>
                <a:lnTo>
                  <a:pt x="260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59" name=""/>
          <p:cNvSpPr/>
          <p:nvPr/>
        </p:nvSpPr>
        <p:spPr>
          <a:xfrm>
            <a:off x="4866120" y="2116800"/>
            <a:ext cx="95400" cy="9720"/>
          </a:xfrm>
          <a:custGeom>
            <a:avLst/>
            <a:gdLst/>
            <a:ahLst/>
            <a:rect l="0" t="0" r="r" b="b"/>
            <a:pathLst>
              <a:path w="265" h="27">
                <a:moveTo>
                  <a:pt x="0" y="27"/>
                </a:moveTo>
                <a:lnTo>
                  <a:pt x="260" y="0"/>
                </a:lnTo>
                <a:lnTo>
                  <a:pt x="265" y="0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0" name=""/>
          <p:cNvSpPr/>
          <p:nvPr/>
        </p:nvSpPr>
        <p:spPr>
          <a:xfrm>
            <a:off x="4866120" y="2116800"/>
            <a:ext cx="99000" cy="10080"/>
          </a:xfrm>
          <a:custGeom>
            <a:avLst/>
            <a:gdLst/>
            <a:ahLst/>
            <a:rect l="0" t="0" r="r" b="b"/>
            <a:pathLst>
              <a:path w="275" h="28">
                <a:moveTo>
                  <a:pt x="0" y="27"/>
                </a:moveTo>
                <a:lnTo>
                  <a:pt x="265" y="0"/>
                </a:lnTo>
                <a:lnTo>
                  <a:pt x="27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1" name=""/>
          <p:cNvSpPr/>
          <p:nvPr/>
        </p:nvSpPr>
        <p:spPr>
          <a:xfrm>
            <a:off x="4866120" y="2116800"/>
            <a:ext cx="100800" cy="10440"/>
          </a:xfrm>
          <a:custGeom>
            <a:avLst/>
            <a:gdLst/>
            <a:ahLst/>
            <a:rect l="0" t="0" r="r" b="b"/>
            <a:pathLst>
              <a:path w="280" h="29">
                <a:moveTo>
                  <a:pt x="0" y="28"/>
                </a:moveTo>
                <a:lnTo>
                  <a:pt x="275" y="0"/>
                </a:lnTo>
                <a:lnTo>
                  <a:pt x="280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2" name=""/>
          <p:cNvSpPr/>
          <p:nvPr/>
        </p:nvSpPr>
        <p:spPr>
          <a:xfrm>
            <a:off x="4866120" y="2116800"/>
            <a:ext cx="102600" cy="10440"/>
          </a:xfrm>
          <a:custGeom>
            <a:avLst/>
            <a:gdLst/>
            <a:ahLst/>
            <a:rect l="0" t="0" r="r" b="b"/>
            <a:pathLst>
              <a:path w="285" h="29">
                <a:moveTo>
                  <a:pt x="0" y="29"/>
                </a:moveTo>
                <a:lnTo>
                  <a:pt x="280" y="0"/>
                </a:lnTo>
                <a:lnTo>
                  <a:pt x="285" y="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3" name=""/>
          <p:cNvSpPr/>
          <p:nvPr/>
        </p:nvSpPr>
        <p:spPr>
          <a:xfrm>
            <a:off x="4866120" y="2116800"/>
            <a:ext cx="104400" cy="10800"/>
          </a:xfrm>
          <a:custGeom>
            <a:avLst/>
            <a:gdLst/>
            <a:ahLst/>
            <a:rect l="0" t="0" r="r" b="b"/>
            <a:pathLst>
              <a:path w="290" h="30">
                <a:moveTo>
                  <a:pt x="0" y="29"/>
                </a:moveTo>
                <a:lnTo>
                  <a:pt x="285" y="0"/>
                </a:lnTo>
                <a:lnTo>
                  <a:pt x="29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4" name=""/>
          <p:cNvSpPr/>
          <p:nvPr/>
        </p:nvSpPr>
        <p:spPr>
          <a:xfrm>
            <a:off x="4866120" y="2116800"/>
            <a:ext cx="106200" cy="10800"/>
          </a:xfrm>
          <a:custGeom>
            <a:avLst/>
            <a:gdLst/>
            <a:ahLst/>
            <a:rect l="0" t="0" r="r" b="b"/>
            <a:pathLst>
              <a:path w="295" h="30">
                <a:moveTo>
                  <a:pt x="0" y="30"/>
                </a:moveTo>
                <a:lnTo>
                  <a:pt x="290" y="0"/>
                </a:lnTo>
                <a:lnTo>
                  <a:pt x="295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5" name=""/>
          <p:cNvSpPr/>
          <p:nvPr/>
        </p:nvSpPr>
        <p:spPr>
          <a:xfrm>
            <a:off x="4866120" y="2116800"/>
            <a:ext cx="108000" cy="11160"/>
          </a:xfrm>
          <a:custGeom>
            <a:avLst/>
            <a:gdLst/>
            <a:ahLst/>
            <a:rect l="0" t="0" r="r" b="b"/>
            <a:pathLst>
              <a:path w="300" h="31">
                <a:moveTo>
                  <a:pt x="0" y="30"/>
                </a:moveTo>
                <a:lnTo>
                  <a:pt x="295" y="0"/>
                </a:lnTo>
                <a:lnTo>
                  <a:pt x="300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6" name=""/>
          <p:cNvSpPr/>
          <p:nvPr/>
        </p:nvSpPr>
        <p:spPr>
          <a:xfrm>
            <a:off x="4866120" y="2116800"/>
            <a:ext cx="109800" cy="11160"/>
          </a:xfrm>
          <a:custGeom>
            <a:avLst/>
            <a:gdLst/>
            <a:ahLst/>
            <a:rect l="0" t="0" r="r" b="b"/>
            <a:pathLst>
              <a:path w="305" h="31">
                <a:moveTo>
                  <a:pt x="0" y="31"/>
                </a:moveTo>
                <a:lnTo>
                  <a:pt x="300" y="0"/>
                </a:lnTo>
                <a:lnTo>
                  <a:pt x="305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7" name=""/>
          <p:cNvSpPr/>
          <p:nvPr/>
        </p:nvSpPr>
        <p:spPr>
          <a:xfrm>
            <a:off x="4866120" y="2116800"/>
            <a:ext cx="111240" cy="11520"/>
          </a:xfrm>
          <a:custGeom>
            <a:avLst/>
            <a:gdLst/>
            <a:ahLst/>
            <a:rect l="0" t="0" r="r" b="b"/>
            <a:pathLst>
              <a:path w="309" h="32">
                <a:moveTo>
                  <a:pt x="0" y="31"/>
                </a:moveTo>
                <a:lnTo>
                  <a:pt x="305" y="0"/>
                </a:lnTo>
                <a:lnTo>
                  <a:pt x="309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8" name=""/>
          <p:cNvSpPr/>
          <p:nvPr/>
        </p:nvSpPr>
        <p:spPr>
          <a:xfrm>
            <a:off x="4866120" y="2116800"/>
            <a:ext cx="113040" cy="11520"/>
          </a:xfrm>
          <a:custGeom>
            <a:avLst/>
            <a:gdLst/>
            <a:ahLst/>
            <a:rect l="0" t="0" r="r" b="b"/>
            <a:pathLst>
              <a:path w="314" h="32">
                <a:moveTo>
                  <a:pt x="0" y="32"/>
                </a:moveTo>
                <a:lnTo>
                  <a:pt x="309" y="0"/>
                </a:lnTo>
                <a:lnTo>
                  <a:pt x="314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69" name=""/>
          <p:cNvSpPr/>
          <p:nvPr/>
        </p:nvSpPr>
        <p:spPr>
          <a:xfrm>
            <a:off x="4866120" y="2116800"/>
            <a:ext cx="116640" cy="11880"/>
          </a:xfrm>
          <a:custGeom>
            <a:avLst/>
            <a:gdLst/>
            <a:ahLst/>
            <a:rect l="0" t="0" r="r" b="b"/>
            <a:pathLst>
              <a:path w="324" h="33">
                <a:moveTo>
                  <a:pt x="0" y="32"/>
                </a:moveTo>
                <a:lnTo>
                  <a:pt x="314" y="0"/>
                </a:lnTo>
                <a:lnTo>
                  <a:pt x="324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0" name=""/>
          <p:cNvSpPr/>
          <p:nvPr/>
        </p:nvSpPr>
        <p:spPr>
          <a:xfrm>
            <a:off x="4866120" y="2116800"/>
            <a:ext cx="120240" cy="12240"/>
          </a:xfrm>
          <a:custGeom>
            <a:avLst/>
            <a:gdLst/>
            <a:ahLst/>
            <a:rect l="0" t="0" r="r" b="b"/>
            <a:pathLst>
              <a:path w="334" h="34">
                <a:moveTo>
                  <a:pt x="0" y="33"/>
                </a:moveTo>
                <a:lnTo>
                  <a:pt x="324" y="0"/>
                </a:lnTo>
                <a:lnTo>
                  <a:pt x="33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1" name=""/>
          <p:cNvSpPr/>
          <p:nvPr/>
        </p:nvSpPr>
        <p:spPr>
          <a:xfrm>
            <a:off x="4866120" y="2116800"/>
            <a:ext cx="123840" cy="12600"/>
          </a:xfrm>
          <a:custGeom>
            <a:avLst/>
            <a:gdLst/>
            <a:ahLst/>
            <a:rect l="0" t="0" r="r" b="b"/>
            <a:pathLst>
              <a:path w="344" h="35">
                <a:moveTo>
                  <a:pt x="0" y="34"/>
                </a:moveTo>
                <a:lnTo>
                  <a:pt x="334" y="0"/>
                </a:lnTo>
                <a:lnTo>
                  <a:pt x="344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2" name=""/>
          <p:cNvSpPr/>
          <p:nvPr/>
        </p:nvSpPr>
        <p:spPr>
          <a:xfrm>
            <a:off x="4866120" y="2116800"/>
            <a:ext cx="127440" cy="12960"/>
          </a:xfrm>
          <a:custGeom>
            <a:avLst/>
            <a:gdLst/>
            <a:ahLst/>
            <a:rect l="0" t="0" r="r" b="b"/>
            <a:pathLst>
              <a:path w="354" h="36">
                <a:moveTo>
                  <a:pt x="0" y="35"/>
                </a:moveTo>
                <a:lnTo>
                  <a:pt x="344" y="0"/>
                </a:lnTo>
                <a:lnTo>
                  <a:pt x="354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3" name=""/>
          <p:cNvSpPr/>
          <p:nvPr/>
        </p:nvSpPr>
        <p:spPr>
          <a:xfrm>
            <a:off x="4866120" y="2116800"/>
            <a:ext cx="130680" cy="13320"/>
          </a:xfrm>
          <a:custGeom>
            <a:avLst/>
            <a:gdLst/>
            <a:ahLst/>
            <a:rect l="0" t="0" r="r" b="b"/>
            <a:pathLst>
              <a:path w="363" h="37">
                <a:moveTo>
                  <a:pt x="0" y="36"/>
                </a:moveTo>
                <a:lnTo>
                  <a:pt x="354" y="0"/>
                </a:lnTo>
                <a:lnTo>
                  <a:pt x="363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4" name=""/>
          <p:cNvSpPr/>
          <p:nvPr/>
        </p:nvSpPr>
        <p:spPr>
          <a:xfrm>
            <a:off x="4866120" y="2116800"/>
            <a:ext cx="134280" cy="13680"/>
          </a:xfrm>
          <a:custGeom>
            <a:avLst/>
            <a:gdLst/>
            <a:ahLst/>
            <a:rect l="0" t="0" r="r" b="b"/>
            <a:pathLst>
              <a:path w="373" h="38">
                <a:moveTo>
                  <a:pt x="0" y="37"/>
                </a:moveTo>
                <a:lnTo>
                  <a:pt x="363" y="0"/>
                </a:lnTo>
                <a:lnTo>
                  <a:pt x="373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5" name=""/>
          <p:cNvSpPr/>
          <p:nvPr/>
        </p:nvSpPr>
        <p:spPr>
          <a:xfrm>
            <a:off x="4866120" y="2116800"/>
            <a:ext cx="137880" cy="14040"/>
          </a:xfrm>
          <a:custGeom>
            <a:avLst/>
            <a:gdLst/>
            <a:ahLst/>
            <a:rect l="0" t="0" r="r" b="b"/>
            <a:pathLst>
              <a:path w="383" h="39">
                <a:moveTo>
                  <a:pt x="0" y="38"/>
                </a:moveTo>
                <a:lnTo>
                  <a:pt x="373" y="0"/>
                </a:lnTo>
                <a:lnTo>
                  <a:pt x="383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6" name=""/>
          <p:cNvSpPr/>
          <p:nvPr/>
        </p:nvSpPr>
        <p:spPr>
          <a:xfrm>
            <a:off x="4866120" y="2116800"/>
            <a:ext cx="141480" cy="14400"/>
          </a:xfrm>
          <a:custGeom>
            <a:avLst/>
            <a:gdLst/>
            <a:ahLst/>
            <a:rect l="0" t="0" r="r" b="b"/>
            <a:pathLst>
              <a:path w="393" h="40">
                <a:moveTo>
                  <a:pt x="0" y="39"/>
                </a:moveTo>
                <a:lnTo>
                  <a:pt x="383" y="0"/>
                </a:lnTo>
                <a:lnTo>
                  <a:pt x="393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7" name=""/>
          <p:cNvSpPr/>
          <p:nvPr/>
        </p:nvSpPr>
        <p:spPr>
          <a:xfrm>
            <a:off x="4866120" y="2116800"/>
            <a:ext cx="143280" cy="14760"/>
          </a:xfrm>
          <a:custGeom>
            <a:avLst/>
            <a:gdLst/>
            <a:ahLst/>
            <a:rect l="0" t="0" r="r" b="b"/>
            <a:pathLst>
              <a:path w="398" h="41">
                <a:moveTo>
                  <a:pt x="0" y="40"/>
                </a:moveTo>
                <a:lnTo>
                  <a:pt x="393" y="0"/>
                </a:lnTo>
                <a:lnTo>
                  <a:pt x="398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8" name=""/>
          <p:cNvSpPr/>
          <p:nvPr/>
        </p:nvSpPr>
        <p:spPr>
          <a:xfrm>
            <a:off x="4866120" y="2116800"/>
            <a:ext cx="145080" cy="14760"/>
          </a:xfrm>
          <a:custGeom>
            <a:avLst/>
            <a:gdLst/>
            <a:ahLst/>
            <a:rect l="0" t="0" r="r" b="b"/>
            <a:pathLst>
              <a:path w="403" h="41">
                <a:moveTo>
                  <a:pt x="0" y="41"/>
                </a:moveTo>
                <a:lnTo>
                  <a:pt x="398" y="0"/>
                </a:lnTo>
                <a:lnTo>
                  <a:pt x="403" y="0"/>
                </a:lnTo>
                <a:lnTo>
                  <a:pt x="0" y="41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79" name=""/>
          <p:cNvSpPr/>
          <p:nvPr/>
        </p:nvSpPr>
        <p:spPr>
          <a:xfrm>
            <a:off x="4866120" y="2116800"/>
            <a:ext cx="146880" cy="15120"/>
          </a:xfrm>
          <a:custGeom>
            <a:avLst/>
            <a:gdLst/>
            <a:ahLst/>
            <a:rect l="0" t="0" r="r" b="b"/>
            <a:pathLst>
              <a:path w="408" h="42">
                <a:moveTo>
                  <a:pt x="0" y="41"/>
                </a:moveTo>
                <a:lnTo>
                  <a:pt x="403" y="0"/>
                </a:lnTo>
                <a:lnTo>
                  <a:pt x="408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0" name=""/>
          <p:cNvSpPr/>
          <p:nvPr/>
        </p:nvSpPr>
        <p:spPr>
          <a:xfrm>
            <a:off x="4866120" y="2116800"/>
            <a:ext cx="148320" cy="15120"/>
          </a:xfrm>
          <a:custGeom>
            <a:avLst/>
            <a:gdLst/>
            <a:ahLst/>
            <a:rect l="0" t="0" r="r" b="b"/>
            <a:pathLst>
              <a:path w="412" h="42">
                <a:moveTo>
                  <a:pt x="0" y="42"/>
                </a:moveTo>
                <a:lnTo>
                  <a:pt x="408" y="0"/>
                </a:lnTo>
                <a:lnTo>
                  <a:pt x="412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c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1" name=""/>
          <p:cNvSpPr/>
          <p:nvPr/>
        </p:nvSpPr>
        <p:spPr>
          <a:xfrm>
            <a:off x="4866120" y="2116800"/>
            <a:ext cx="150120" cy="15480"/>
          </a:xfrm>
          <a:custGeom>
            <a:avLst/>
            <a:gdLst/>
            <a:ahLst/>
            <a:rect l="0" t="0" r="r" b="b"/>
            <a:pathLst>
              <a:path w="417" h="43">
                <a:moveTo>
                  <a:pt x="0" y="42"/>
                </a:moveTo>
                <a:lnTo>
                  <a:pt x="412" y="0"/>
                </a:lnTo>
                <a:lnTo>
                  <a:pt x="417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2" name=""/>
          <p:cNvSpPr/>
          <p:nvPr/>
        </p:nvSpPr>
        <p:spPr>
          <a:xfrm>
            <a:off x="4866120" y="2116800"/>
            <a:ext cx="151920" cy="15480"/>
          </a:xfrm>
          <a:custGeom>
            <a:avLst/>
            <a:gdLst/>
            <a:ahLst/>
            <a:rect l="0" t="0" r="r" b="b"/>
            <a:pathLst>
              <a:path w="422" h="43">
                <a:moveTo>
                  <a:pt x="0" y="43"/>
                </a:moveTo>
                <a:lnTo>
                  <a:pt x="417" y="0"/>
                </a:lnTo>
                <a:lnTo>
                  <a:pt x="422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c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3" name=""/>
          <p:cNvSpPr/>
          <p:nvPr/>
        </p:nvSpPr>
        <p:spPr>
          <a:xfrm>
            <a:off x="4866120" y="2116800"/>
            <a:ext cx="153720" cy="15840"/>
          </a:xfrm>
          <a:custGeom>
            <a:avLst/>
            <a:gdLst/>
            <a:ahLst/>
            <a:rect l="0" t="0" r="r" b="b"/>
            <a:pathLst>
              <a:path w="427" h="44">
                <a:moveTo>
                  <a:pt x="0" y="43"/>
                </a:moveTo>
                <a:lnTo>
                  <a:pt x="422" y="0"/>
                </a:lnTo>
                <a:lnTo>
                  <a:pt x="427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4" name=""/>
          <p:cNvSpPr/>
          <p:nvPr/>
        </p:nvSpPr>
        <p:spPr>
          <a:xfrm>
            <a:off x="4866120" y="2116800"/>
            <a:ext cx="155520" cy="15840"/>
          </a:xfrm>
          <a:custGeom>
            <a:avLst/>
            <a:gdLst/>
            <a:ahLst/>
            <a:rect l="0" t="0" r="r" b="b"/>
            <a:pathLst>
              <a:path w="432" h="44">
                <a:moveTo>
                  <a:pt x="0" y="44"/>
                </a:moveTo>
                <a:lnTo>
                  <a:pt x="427" y="0"/>
                </a:lnTo>
                <a:lnTo>
                  <a:pt x="432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5" name=""/>
          <p:cNvSpPr/>
          <p:nvPr/>
        </p:nvSpPr>
        <p:spPr>
          <a:xfrm>
            <a:off x="4866120" y="2116800"/>
            <a:ext cx="157320" cy="16200"/>
          </a:xfrm>
          <a:custGeom>
            <a:avLst/>
            <a:gdLst/>
            <a:ahLst/>
            <a:rect l="0" t="0" r="r" b="b"/>
            <a:pathLst>
              <a:path w="437" h="45">
                <a:moveTo>
                  <a:pt x="0" y="44"/>
                </a:moveTo>
                <a:lnTo>
                  <a:pt x="432" y="0"/>
                </a:lnTo>
                <a:lnTo>
                  <a:pt x="437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6" name=""/>
          <p:cNvSpPr/>
          <p:nvPr/>
        </p:nvSpPr>
        <p:spPr>
          <a:xfrm>
            <a:off x="4866120" y="2116800"/>
            <a:ext cx="159120" cy="16200"/>
          </a:xfrm>
          <a:custGeom>
            <a:avLst/>
            <a:gdLst/>
            <a:ahLst/>
            <a:rect l="0" t="0" r="r" b="b"/>
            <a:pathLst>
              <a:path w="442" h="45">
                <a:moveTo>
                  <a:pt x="0" y="45"/>
                </a:moveTo>
                <a:lnTo>
                  <a:pt x="437" y="0"/>
                </a:lnTo>
                <a:lnTo>
                  <a:pt x="442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7" name=""/>
          <p:cNvSpPr/>
          <p:nvPr/>
        </p:nvSpPr>
        <p:spPr>
          <a:xfrm>
            <a:off x="4866120" y="2116800"/>
            <a:ext cx="160920" cy="16560"/>
          </a:xfrm>
          <a:custGeom>
            <a:avLst/>
            <a:gdLst/>
            <a:ahLst/>
            <a:rect l="0" t="0" r="r" b="b"/>
            <a:pathLst>
              <a:path w="447" h="46">
                <a:moveTo>
                  <a:pt x="0" y="45"/>
                </a:moveTo>
                <a:lnTo>
                  <a:pt x="442" y="0"/>
                </a:lnTo>
                <a:lnTo>
                  <a:pt x="447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8" name=""/>
          <p:cNvSpPr/>
          <p:nvPr/>
        </p:nvSpPr>
        <p:spPr>
          <a:xfrm>
            <a:off x="4866120" y="2116800"/>
            <a:ext cx="162720" cy="16560"/>
          </a:xfrm>
          <a:custGeom>
            <a:avLst/>
            <a:gdLst/>
            <a:ahLst/>
            <a:rect l="0" t="0" r="r" b="b"/>
            <a:pathLst>
              <a:path w="452" h="46">
                <a:moveTo>
                  <a:pt x="0" y="46"/>
                </a:moveTo>
                <a:lnTo>
                  <a:pt x="447" y="0"/>
                </a:lnTo>
                <a:lnTo>
                  <a:pt x="452" y="0"/>
                </a:lnTo>
                <a:lnTo>
                  <a:pt x="0" y="46"/>
                </a:lnTo>
                <a:close/>
              </a:path>
            </a:pathLst>
          </a:custGeom>
          <a:solidFill>
            <a:srgbClr val="d8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89" name=""/>
          <p:cNvSpPr/>
          <p:nvPr/>
        </p:nvSpPr>
        <p:spPr>
          <a:xfrm>
            <a:off x="4866120" y="2116800"/>
            <a:ext cx="164520" cy="16920"/>
          </a:xfrm>
          <a:custGeom>
            <a:avLst/>
            <a:gdLst/>
            <a:ahLst/>
            <a:rect l="0" t="0" r="r" b="b"/>
            <a:pathLst>
              <a:path w="457" h="47">
                <a:moveTo>
                  <a:pt x="0" y="46"/>
                </a:moveTo>
                <a:lnTo>
                  <a:pt x="452" y="0"/>
                </a:lnTo>
                <a:lnTo>
                  <a:pt x="457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0" name=""/>
          <p:cNvSpPr/>
          <p:nvPr/>
        </p:nvSpPr>
        <p:spPr>
          <a:xfrm>
            <a:off x="4866120" y="2116800"/>
            <a:ext cx="165960" cy="16920"/>
          </a:xfrm>
          <a:custGeom>
            <a:avLst/>
            <a:gdLst/>
            <a:ahLst/>
            <a:rect l="0" t="0" r="r" b="b"/>
            <a:pathLst>
              <a:path w="461" h="47">
                <a:moveTo>
                  <a:pt x="0" y="47"/>
                </a:moveTo>
                <a:lnTo>
                  <a:pt x="457" y="0"/>
                </a:lnTo>
                <a:lnTo>
                  <a:pt x="461" y="0"/>
                </a:lnTo>
                <a:lnTo>
                  <a:pt x="0" y="4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1" name=""/>
          <p:cNvSpPr/>
          <p:nvPr/>
        </p:nvSpPr>
        <p:spPr>
          <a:xfrm>
            <a:off x="4866120" y="2116800"/>
            <a:ext cx="167760" cy="17280"/>
          </a:xfrm>
          <a:custGeom>
            <a:avLst/>
            <a:gdLst/>
            <a:ahLst/>
            <a:rect l="0" t="0" r="r" b="b"/>
            <a:pathLst>
              <a:path w="466" h="48">
                <a:moveTo>
                  <a:pt x="0" y="47"/>
                </a:moveTo>
                <a:lnTo>
                  <a:pt x="461" y="0"/>
                </a:lnTo>
                <a:lnTo>
                  <a:pt x="466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2" name=""/>
          <p:cNvSpPr/>
          <p:nvPr/>
        </p:nvSpPr>
        <p:spPr>
          <a:xfrm>
            <a:off x="4866120" y="2116800"/>
            <a:ext cx="169560" cy="17280"/>
          </a:xfrm>
          <a:custGeom>
            <a:avLst/>
            <a:gdLst/>
            <a:ahLst/>
            <a:rect l="0" t="0" r="r" b="b"/>
            <a:pathLst>
              <a:path w="471" h="48">
                <a:moveTo>
                  <a:pt x="0" y="48"/>
                </a:moveTo>
                <a:lnTo>
                  <a:pt x="466" y="0"/>
                </a:lnTo>
                <a:lnTo>
                  <a:pt x="471" y="0"/>
                </a:lnTo>
                <a:lnTo>
                  <a:pt x="0" y="48"/>
                </a:lnTo>
                <a:close/>
              </a:path>
            </a:pathLst>
          </a:custGeom>
          <a:solidFill>
            <a:srgbClr val="d8cb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3" name=""/>
          <p:cNvSpPr/>
          <p:nvPr/>
        </p:nvSpPr>
        <p:spPr>
          <a:xfrm>
            <a:off x="4866120" y="2116800"/>
            <a:ext cx="171360" cy="17640"/>
          </a:xfrm>
          <a:custGeom>
            <a:avLst/>
            <a:gdLst/>
            <a:ahLst/>
            <a:rect l="0" t="0" r="r" b="b"/>
            <a:pathLst>
              <a:path w="476" h="49">
                <a:moveTo>
                  <a:pt x="0" y="47"/>
                </a:moveTo>
                <a:lnTo>
                  <a:pt x="471" y="0"/>
                </a:lnTo>
                <a:lnTo>
                  <a:pt x="476" y="0"/>
                </a:lnTo>
                <a:lnTo>
                  <a:pt x="0" y="49"/>
                </a:lnTo>
                <a:lnTo>
                  <a:pt x="0" y="47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4" name=""/>
          <p:cNvSpPr/>
          <p:nvPr/>
        </p:nvSpPr>
        <p:spPr>
          <a:xfrm>
            <a:off x="4866120" y="2116800"/>
            <a:ext cx="173160" cy="17640"/>
          </a:xfrm>
          <a:custGeom>
            <a:avLst/>
            <a:gdLst/>
            <a:ahLst/>
            <a:rect l="0" t="0" r="r" b="b"/>
            <a:pathLst>
              <a:path w="481" h="49">
                <a:moveTo>
                  <a:pt x="0" y="49"/>
                </a:moveTo>
                <a:lnTo>
                  <a:pt x="476" y="0"/>
                </a:lnTo>
                <a:lnTo>
                  <a:pt x="481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b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5" name=""/>
          <p:cNvSpPr/>
          <p:nvPr/>
        </p:nvSpPr>
        <p:spPr>
          <a:xfrm>
            <a:off x="4866120" y="2116800"/>
            <a:ext cx="174960" cy="18000"/>
          </a:xfrm>
          <a:custGeom>
            <a:avLst/>
            <a:gdLst/>
            <a:ahLst/>
            <a:rect l="0" t="0" r="r" b="b"/>
            <a:pathLst>
              <a:path w="486" h="50">
                <a:moveTo>
                  <a:pt x="0" y="49"/>
                </a:moveTo>
                <a:lnTo>
                  <a:pt x="481" y="0"/>
                </a:lnTo>
                <a:lnTo>
                  <a:pt x="486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6" name=""/>
          <p:cNvSpPr/>
          <p:nvPr/>
        </p:nvSpPr>
        <p:spPr>
          <a:xfrm>
            <a:off x="4866120" y="2116800"/>
            <a:ext cx="176760" cy="18000"/>
          </a:xfrm>
          <a:custGeom>
            <a:avLst/>
            <a:gdLst/>
            <a:ahLst/>
            <a:rect l="0" t="0" r="r" b="b"/>
            <a:pathLst>
              <a:path w="491" h="50">
                <a:moveTo>
                  <a:pt x="0" y="50"/>
                </a:moveTo>
                <a:lnTo>
                  <a:pt x="486" y="0"/>
                </a:lnTo>
                <a:lnTo>
                  <a:pt x="491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7" name=""/>
          <p:cNvSpPr/>
          <p:nvPr/>
        </p:nvSpPr>
        <p:spPr>
          <a:xfrm>
            <a:off x="4866120" y="2116800"/>
            <a:ext cx="178560" cy="18360"/>
          </a:xfrm>
          <a:custGeom>
            <a:avLst/>
            <a:gdLst/>
            <a:ahLst/>
            <a:rect l="0" t="0" r="r" b="b"/>
            <a:pathLst>
              <a:path w="496" h="51">
                <a:moveTo>
                  <a:pt x="0" y="50"/>
                </a:moveTo>
                <a:lnTo>
                  <a:pt x="491" y="0"/>
                </a:lnTo>
                <a:lnTo>
                  <a:pt x="496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8" name=""/>
          <p:cNvSpPr/>
          <p:nvPr/>
        </p:nvSpPr>
        <p:spPr>
          <a:xfrm>
            <a:off x="4866120" y="2116800"/>
            <a:ext cx="180360" cy="18360"/>
          </a:xfrm>
          <a:custGeom>
            <a:avLst/>
            <a:gdLst/>
            <a:ahLst/>
            <a:rect l="0" t="0" r="r" b="b"/>
            <a:pathLst>
              <a:path w="501" h="51">
                <a:moveTo>
                  <a:pt x="0" y="51"/>
                </a:moveTo>
                <a:lnTo>
                  <a:pt x="496" y="0"/>
                </a:lnTo>
                <a:lnTo>
                  <a:pt x="501" y="0"/>
                </a:lnTo>
                <a:lnTo>
                  <a:pt x="0" y="5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199" name=""/>
          <p:cNvSpPr/>
          <p:nvPr/>
        </p:nvSpPr>
        <p:spPr>
          <a:xfrm>
            <a:off x="4866120" y="2116800"/>
            <a:ext cx="182160" cy="18720"/>
          </a:xfrm>
          <a:custGeom>
            <a:avLst/>
            <a:gdLst/>
            <a:ahLst/>
            <a:rect l="0" t="0" r="r" b="b"/>
            <a:pathLst>
              <a:path w="506" h="52">
                <a:moveTo>
                  <a:pt x="0" y="51"/>
                </a:moveTo>
                <a:lnTo>
                  <a:pt x="501" y="0"/>
                </a:lnTo>
                <a:lnTo>
                  <a:pt x="506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0" name=""/>
          <p:cNvSpPr/>
          <p:nvPr/>
        </p:nvSpPr>
        <p:spPr>
          <a:xfrm>
            <a:off x="4866120" y="2116800"/>
            <a:ext cx="183960" cy="18720"/>
          </a:xfrm>
          <a:custGeom>
            <a:avLst/>
            <a:gdLst/>
            <a:ahLst/>
            <a:rect l="0" t="0" r="r" b="b"/>
            <a:pathLst>
              <a:path w="511" h="52">
                <a:moveTo>
                  <a:pt x="0" y="52"/>
                </a:moveTo>
                <a:lnTo>
                  <a:pt x="506" y="0"/>
                </a:lnTo>
                <a:lnTo>
                  <a:pt x="511" y="0"/>
                </a:lnTo>
                <a:lnTo>
                  <a:pt x="0" y="52"/>
                </a:lnTo>
                <a:close/>
              </a:path>
            </a:pathLst>
          </a:custGeom>
          <a:solidFill>
            <a:srgbClr val="d7c8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1" name=""/>
          <p:cNvSpPr/>
          <p:nvPr/>
        </p:nvSpPr>
        <p:spPr>
          <a:xfrm>
            <a:off x="4866120" y="2116800"/>
            <a:ext cx="185400" cy="19080"/>
          </a:xfrm>
          <a:custGeom>
            <a:avLst/>
            <a:gdLst/>
            <a:ahLst/>
            <a:rect l="0" t="0" r="r" b="b"/>
            <a:pathLst>
              <a:path w="515" h="53">
                <a:moveTo>
                  <a:pt x="0" y="52"/>
                </a:moveTo>
                <a:lnTo>
                  <a:pt x="511" y="0"/>
                </a:lnTo>
                <a:lnTo>
                  <a:pt x="51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2" name=""/>
          <p:cNvSpPr/>
          <p:nvPr/>
        </p:nvSpPr>
        <p:spPr>
          <a:xfrm>
            <a:off x="4866120" y="2116800"/>
            <a:ext cx="187200" cy="19080"/>
          </a:xfrm>
          <a:custGeom>
            <a:avLst/>
            <a:gdLst/>
            <a:ahLst/>
            <a:rect l="0" t="0" r="r" b="b"/>
            <a:pathLst>
              <a:path w="520" h="53">
                <a:moveTo>
                  <a:pt x="0" y="53"/>
                </a:moveTo>
                <a:lnTo>
                  <a:pt x="515" y="0"/>
                </a:lnTo>
                <a:lnTo>
                  <a:pt x="520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8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3" name=""/>
          <p:cNvSpPr/>
          <p:nvPr/>
        </p:nvSpPr>
        <p:spPr>
          <a:xfrm>
            <a:off x="4866120" y="2116800"/>
            <a:ext cx="189000" cy="19440"/>
          </a:xfrm>
          <a:custGeom>
            <a:avLst/>
            <a:gdLst/>
            <a:ahLst/>
            <a:rect l="0" t="0" r="r" b="b"/>
            <a:pathLst>
              <a:path w="525" h="54">
                <a:moveTo>
                  <a:pt x="0" y="53"/>
                </a:moveTo>
                <a:lnTo>
                  <a:pt x="520" y="0"/>
                </a:lnTo>
                <a:lnTo>
                  <a:pt x="525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4" name=""/>
          <p:cNvSpPr/>
          <p:nvPr/>
        </p:nvSpPr>
        <p:spPr>
          <a:xfrm>
            <a:off x="4866120" y="2116800"/>
            <a:ext cx="190800" cy="19440"/>
          </a:xfrm>
          <a:custGeom>
            <a:avLst/>
            <a:gdLst/>
            <a:ahLst/>
            <a:rect l="0" t="0" r="r" b="b"/>
            <a:pathLst>
              <a:path w="530" h="54">
                <a:moveTo>
                  <a:pt x="0" y="54"/>
                </a:moveTo>
                <a:lnTo>
                  <a:pt x="525" y="0"/>
                </a:lnTo>
                <a:lnTo>
                  <a:pt x="530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5" name=""/>
          <p:cNvSpPr/>
          <p:nvPr/>
        </p:nvSpPr>
        <p:spPr>
          <a:xfrm>
            <a:off x="4866120" y="2116800"/>
            <a:ext cx="192600" cy="19800"/>
          </a:xfrm>
          <a:custGeom>
            <a:avLst/>
            <a:gdLst/>
            <a:ahLst/>
            <a:rect l="0" t="0" r="r" b="b"/>
            <a:pathLst>
              <a:path w="535" h="55">
                <a:moveTo>
                  <a:pt x="0" y="54"/>
                </a:moveTo>
                <a:lnTo>
                  <a:pt x="530" y="0"/>
                </a:lnTo>
                <a:lnTo>
                  <a:pt x="535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6" name=""/>
          <p:cNvSpPr/>
          <p:nvPr/>
        </p:nvSpPr>
        <p:spPr>
          <a:xfrm>
            <a:off x="4866120" y="2116800"/>
            <a:ext cx="194400" cy="19800"/>
          </a:xfrm>
          <a:custGeom>
            <a:avLst/>
            <a:gdLst/>
            <a:ahLst/>
            <a:rect l="0" t="0" r="r" b="b"/>
            <a:pathLst>
              <a:path w="540" h="55">
                <a:moveTo>
                  <a:pt x="0" y="55"/>
                </a:moveTo>
                <a:lnTo>
                  <a:pt x="535" y="0"/>
                </a:lnTo>
                <a:lnTo>
                  <a:pt x="540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7" name=""/>
          <p:cNvSpPr/>
          <p:nvPr/>
        </p:nvSpPr>
        <p:spPr>
          <a:xfrm>
            <a:off x="4866120" y="2116800"/>
            <a:ext cx="196200" cy="20160"/>
          </a:xfrm>
          <a:custGeom>
            <a:avLst/>
            <a:gdLst/>
            <a:ahLst/>
            <a:rect l="0" t="0" r="r" b="b"/>
            <a:pathLst>
              <a:path w="545" h="56">
                <a:moveTo>
                  <a:pt x="0" y="55"/>
                </a:moveTo>
                <a:lnTo>
                  <a:pt x="540" y="0"/>
                </a:lnTo>
                <a:lnTo>
                  <a:pt x="545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8" name=""/>
          <p:cNvSpPr/>
          <p:nvPr/>
        </p:nvSpPr>
        <p:spPr>
          <a:xfrm>
            <a:off x="4866120" y="2116800"/>
            <a:ext cx="198000" cy="20160"/>
          </a:xfrm>
          <a:custGeom>
            <a:avLst/>
            <a:gdLst/>
            <a:ahLst/>
            <a:rect l="0" t="0" r="r" b="b"/>
            <a:pathLst>
              <a:path w="550" h="56">
                <a:moveTo>
                  <a:pt x="0" y="56"/>
                </a:moveTo>
                <a:lnTo>
                  <a:pt x="545" y="0"/>
                </a:lnTo>
                <a:lnTo>
                  <a:pt x="550" y="0"/>
                </a:lnTo>
                <a:lnTo>
                  <a:pt x="0" y="56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09" name=""/>
          <p:cNvSpPr/>
          <p:nvPr/>
        </p:nvSpPr>
        <p:spPr>
          <a:xfrm>
            <a:off x="4866120" y="2116800"/>
            <a:ext cx="199800" cy="20520"/>
          </a:xfrm>
          <a:custGeom>
            <a:avLst/>
            <a:gdLst/>
            <a:ahLst/>
            <a:rect l="0" t="0" r="r" b="b"/>
            <a:pathLst>
              <a:path w="555" h="57">
                <a:moveTo>
                  <a:pt x="0" y="56"/>
                </a:moveTo>
                <a:lnTo>
                  <a:pt x="550" y="0"/>
                </a:lnTo>
                <a:lnTo>
                  <a:pt x="55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0" name=""/>
          <p:cNvSpPr/>
          <p:nvPr/>
        </p:nvSpPr>
        <p:spPr>
          <a:xfrm>
            <a:off x="4866120" y="2116800"/>
            <a:ext cx="201600" cy="20520"/>
          </a:xfrm>
          <a:custGeom>
            <a:avLst/>
            <a:gdLst/>
            <a:ahLst/>
            <a:rect l="0" t="0" r="r" b="b"/>
            <a:pathLst>
              <a:path w="560" h="57">
                <a:moveTo>
                  <a:pt x="0" y="57"/>
                </a:moveTo>
                <a:lnTo>
                  <a:pt x="555" y="0"/>
                </a:lnTo>
                <a:lnTo>
                  <a:pt x="560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1" name=""/>
          <p:cNvSpPr/>
          <p:nvPr/>
        </p:nvSpPr>
        <p:spPr>
          <a:xfrm>
            <a:off x="4866120" y="2116800"/>
            <a:ext cx="203040" cy="20880"/>
          </a:xfrm>
          <a:custGeom>
            <a:avLst/>
            <a:gdLst/>
            <a:ahLst/>
            <a:rect l="0" t="0" r="r" b="b"/>
            <a:pathLst>
              <a:path w="564" h="58">
                <a:moveTo>
                  <a:pt x="0" y="57"/>
                </a:moveTo>
                <a:lnTo>
                  <a:pt x="560" y="0"/>
                </a:lnTo>
                <a:lnTo>
                  <a:pt x="564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2" name=""/>
          <p:cNvSpPr/>
          <p:nvPr/>
        </p:nvSpPr>
        <p:spPr>
          <a:xfrm>
            <a:off x="4866120" y="2116800"/>
            <a:ext cx="204840" cy="20880"/>
          </a:xfrm>
          <a:custGeom>
            <a:avLst/>
            <a:gdLst/>
            <a:ahLst/>
            <a:rect l="0" t="0" r="r" b="b"/>
            <a:pathLst>
              <a:path w="569" h="58">
                <a:moveTo>
                  <a:pt x="0" y="58"/>
                </a:moveTo>
                <a:lnTo>
                  <a:pt x="564" y="0"/>
                </a:lnTo>
                <a:lnTo>
                  <a:pt x="569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3" name=""/>
          <p:cNvSpPr/>
          <p:nvPr/>
        </p:nvSpPr>
        <p:spPr>
          <a:xfrm>
            <a:off x="4866120" y="2116800"/>
            <a:ext cx="206640" cy="21240"/>
          </a:xfrm>
          <a:custGeom>
            <a:avLst/>
            <a:gdLst/>
            <a:ahLst/>
            <a:rect l="0" t="0" r="r" b="b"/>
            <a:pathLst>
              <a:path w="574" h="59">
                <a:moveTo>
                  <a:pt x="0" y="58"/>
                </a:moveTo>
                <a:lnTo>
                  <a:pt x="569" y="0"/>
                </a:lnTo>
                <a:lnTo>
                  <a:pt x="574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4" name=""/>
          <p:cNvSpPr/>
          <p:nvPr/>
        </p:nvSpPr>
        <p:spPr>
          <a:xfrm>
            <a:off x="4866120" y="2116800"/>
            <a:ext cx="208440" cy="21240"/>
          </a:xfrm>
          <a:custGeom>
            <a:avLst/>
            <a:gdLst/>
            <a:ahLst/>
            <a:rect l="0" t="0" r="r" b="b"/>
            <a:pathLst>
              <a:path w="579" h="59">
                <a:moveTo>
                  <a:pt x="0" y="59"/>
                </a:moveTo>
                <a:lnTo>
                  <a:pt x="574" y="0"/>
                </a:lnTo>
                <a:lnTo>
                  <a:pt x="579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5" name=""/>
          <p:cNvSpPr/>
          <p:nvPr/>
        </p:nvSpPr>
        <p:spPr>
          <a:xfrm>
            <a:off x="4866120" y="2116800"/>
            <a:ext cx="210240" cy="21600"/>
          </a:xfrm>
          <a:custGeom>
            <a:avLst/>
            <a:gdLst/>
            <a:ahLst/>
            <a:rect l="0" t="0" r="r" b="b"/>
            <a:pathLst>
              <a:path w="584" h="60">
                <a:moveTo>
                  <a:pt x="0" y="59"/>
                </a:moveTo>
                <a:lnTo>
                  <a:pt x="579" y="0"/>
                </a:lnTo>
                <a:lnTo>
                  <a:pt x="584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6" name=""/>
          <p:cNvSpPr/>
          <p:nvPr/>
        </p:nvSpPr>
        <p:spPr>
          <a:xfrm>
            <a:off x="4866120" y="2116800"/>
            <a:ext cx="212040" cy="21600"/>
          </a:xfrm>
          <a:custGeom>
            <a:avLst/>
            <a:gdLst/>
            <a:ahLst/>
            <a:rect l="0" t="0" r="r" b="b"/>
            <a:pathLst>
              <a:path w="589" h="60">
                <a:moveTo>
                  <a:pt x="0" y="60"/>
                </a:moveTo>
                <a:lnTo>
                  <a:pt x="584" y="0"/>
                </a:lnTo>
                <a:lnTo>
                  <a:pt x="589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7" name=""/>
          <p:cNvSpPr/>
          <p:nvPr/>
        </p:nvSpPr>
        <p:spPr>
          <a:xfrm>
            <a:off x="4866120" y="2116800"/>
            <a:ext cx="213840" cy="21960"/>
          </a:xfrm>
          <a:custGeom>
            <a:avLst/>
            <a:gdLst/>
            <a:ahLst/>
            <a:rect l="0" t="0" r="r" b="b"/>
            <a:pathLst>
              <a:path w="594" h="61">
                <a:moveTo>
                  <a:pt x="0" y="60"/>
                </a:moveTo>
                <a:lnTo>
                  <a:pt x="589" y="0"/>
                </a:lnTo>
                <a:lnTo>
                  <a:pt x="59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8" name=""/>
          <p:cNvSpPr/>
          <p:nvPr/>
        </p:nvSpPr>
        <p:spPr>
          <a:xfrm>
            <a:off x="4866120" y="2116800"/>
            <a:ext cx="215640" cy="21960"/>
          </a:xfrm>
          <a:custGeom>
            <a:avLst/>
            <a:gdLst/>
            <a:ahLst/>
            <a:rect l="0" t="0" r="r" b="b"/>
            <a:pathLst>
              <a:path w="599" h="61">
                <a:moveTo>
                  <a:pt x="0" y="61"/>
                </a:moveTo>
                <a:lnTo>
                  <a:pt x="594" y="0"/>
                </a:lnTo>
                <a:lnTo>
                  <a:pt x="599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19" name=""/>
          <p:cNvSpPr/>
          <p:nvPr/>
        </p:nvSpPr>
        <p:spPr>
          <a:xfrm>
            <a:off x="4866120" y="2116800"/>
            <a:ext cx="217440" cy="22320"/>
          </a:xfrm>
          <a:custGeom>
            <a:avLst/>
            <a:gdLst/>
            <a:ahLst/>
            <a:rect l="0" t="0" r="r" b="b"/>
            <a:pathLst>
              <a:path w="604" h="62">
                <a:moveTo>
                  <a:pt x="0" y="61"/>
                </a:moveTo>
                <a:lnTo>
                  <a:pt x="599" y="0"/>
                </a:lnTo>
                <a:lnTo>
                  <a:pt x="604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0" name=""/>
          <p:cNvSpPr/>
          <p:nvPr/>
        </p:nvSpPr>
        <p:spPr>
          <a:xfrm>
            <a:off x="4866120" y="2116800"/>
            <a:ext cx="219240" cy="22320"/>
          </a:xfrm>
          <a:custGeom>
            <a:avLst/>
            <a:gdLst/>
            <a:ahLst/>
            <a:rect l="0" t="0" r="r" b="b"/>
            <a:pathLst>
              <a:path w="609" h="62">
                <a:moveTo>
                  <a:pt x="0" y="62"/>
                </a:moveTo>
                <a:lnTo>
                  <a:pt x="604" y="0"/>
                </a:lnTo>
                <a:lnTo>
                  <a:pt x="609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1" name=""/>
          <p:cNvSpPr/>
          <p:nvPr/>
        </p:nvSpPr>
        <p:spPr>
          <a:xfrm>
            <a:off x="4866120" y="2116800"/>
            <a:ext cx="221040" cy="22320"/>
          </a:xfrm>
          <a:custGeom>
            <a:avLst/>
            <a:gdLst/>
            <a:ahLst/>
            <a:rect l="0" t="0" r="r" b="b"/>
            <a:pathLst>
              <a:path w="614" h="62">
                <a:moveTo>
                  <a:pt x="0" y="62"/>
                </a:moveTo>
                <a:lnTo>
                  <a:pt x="609" y="0"/>
                </a:lnTo>
                <a:lnTo>
                  <a:pt x="614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2" name=""/>
          <p:cNvSpPr/>
          <p:nvPr/>
        </p:nvSpPr>
        <p:spPr>
          <a:xfrm>
            <a:off x="4866120" y="2116800"/>
            <a:ext cx="222480" cy="22680"/>
          </a:xfrm>
          <a:custGeom>
            <a:avLst/>
            <a:gdLst/>
            <a:ahLst/>
            <a:rect l="0" t="0" r="r" b="b"/>
            <a:pathLst>
              <a:path w="618" h="63">
                <a:moveTo>
                  <a:pt x="0" y="62"/>
                </a:moveTo>
                <a:lnTo>
                  <a:pt x="614" y="0"/>
                </a:lnTo>
                <a:lnTo>
                  <a:pt x="618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3" name=""/>
          <p:cNvSpPr/>
          <p:nvPr/>
        </p:nvSpPr>
        <p:spPr>
          <a:xfrm>
            <a:off x="4866120" y="2116800"/>
            <a:ext cx="224280" cy="22680"/>
          </a:xfrm>
          <a:custGeom>
            <a:avLst/>
            <a:gdLst/>
            <a:ahLst/>
            <a:rect l="0" t="0" r="r" b="b"/>
            <a:pathLst>
              <a:path w="623" h="63">
                <a:moveTo>
                  <a:pt x="0" y="63"/>
                </a:moveTo>
                <a:lnTo>
                  <a:pt x="618" y="0"/>
                </a:lnTo>
                <a:lnTo>
                  <a:pt x="623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4" name=""/>
          <p:cNvSpPr/>
          <p:nvPr/>
        </p:nvSpPr>
        <p:spPr>
          <a:xfrm>
            <a:off x="4866120" y="211680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3"/>
                </a:moveTo>
                <a:lnTo>
                  <a:pt x="623" y="0"/>
                </a:lnTo>
                <a:lnTo>
                  <a:pt x="62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5" name=""/>
          <p:cNvSpPr/>
          <p:nvPr/>
        </p:nvSpPr>
        <p:spPr>
          <a:xfrm>
            <a:off x="4866120" y="211680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7" y="0"/>
                </a:lnTo>
                <a:lnTo>
                  <a:pt x="3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6" name=""/>
          <p:cNvSpPr/>
          <p:nvPr/>
        </p:nvSpPr>
        <p:spPr>
          <a:xfrm>
            <a:off x="4867200" y="2116800"/>
            <a:ext cx="224640" cy="23040"/>
          </a:xfrm>
          <a:custGeom>
            <a:avLst/>
            <a:gdLst/>
            <a:ahLst/>
            <a:rect l="0" t="0" r="r" b="b"/>
            <a:pathLst>
              <a:path w="624" h="64">
                <a:moveTo>
                  <a:pt x="0" y="64"/>
                </a:moveTo>
                <a:lnTo>
                  <a:pt x="624" y="0"/>
                </a:lnTo>
                <a:lnTo>
                  <a:pt x="624" y="1"/>
                </a:lnTo>
                <a:lnTo>
                  <a:pt x="5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7" name=""/>
          <p:cNvSpPr/>
          <p:nvPr/>
        </p:nvSpPr>
        <p:spPr>
          <a:xfrm>
            <a:off x="4869000" y="2117160"/>
            <a:ext cx="222840" cy="22680"/>
          </a:xfrm>
          <a:custGeom>
            <a:avLst/>
            <a:gdLst/>
            <a:ahLst/>
            <a:rect l="0" t="0" r="r" b="b"/>
            <a:pathLst>
              <a:path w="619" h="63">
                <a:moveTo>
                  <a:pt x="0" y="63"/>
                </a:moveTo>
                <a:lnTo>
                  <a:pt x="619" y="0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8" name=""/>
          <p:cNvSpPr/>
          <p:nvPr/>
        </p:nvSpPr>
        <p:spPr>
          <a:xfrm>
            <a:off x="4870800" y="2117160"/>
            <a:ext cx="221040" cy="22680"/>
          </a:xfrm>
          <a:custGeom>
            <a:avLst/>
            <a:gdLst/>
            <a:ahLst/>
            <a:rect l="0" t="0" r="r" b="b"/>
            <a:pathLst>
              <a:path w="614" h="63">
                <a:moveTo>
                  <a:pt x="0" y="63"/>
                </a:moveTo>
                <a:lnTo>
                  <a:pt x="614" y="0"/>
                </a:lnTo>
                <a:lnTo>
                  <a:pt x="614" y="1"/>
                </a:lnTo>
                <a:lnTo>
                  <a:pt x="5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29" name=""/>
          <p:cNvSpPr/>
          <p:nvPr/>
        </p:nvSpPr>
        <p:spPr>
          <a:xfrm>
            <a:off x="4872600" y="2117520"/>
            <a:ext cx="219240" cy="22320"/>
          </a:xfrm>
          <a:custGeom>
            <a:avLst/>
            <a:gdLst/>
            <a:ahLst/>
            <a:rect l="0" t="0" r="r" b="b"/>
            <a:pathLst>
              <a:path w="609" h="62">
                <a:moveTo>
                  <a:pt x="0" y="62"/>
                </a:moveTo>
                <a:lnTo>
                  <a:pt x="609" y="0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0" name=""/>
          <p:cNvSpPr/>
          <p:nvPr/>
        </p:nvSpPr>
        <p:spPr>
          <a:xfrm>
            <a:off x="4874400" y="2117520"/>
            <a:ext cx="217440" cy="22320"/>
          </a:xfrm>
          <a:custGeom>
            <a:avLst/>
            <a:gdLst/>
            <a:ahLst/>
            <a:rect l="0" t="0" r="r" b="b"/>
            <a:pathLst>
              <a:path w="604" h="62">
                <a:moveTo>
                  <a:pt x="0" y="62"/>
                </a:moveTo>
                <a:lnTo>
                  <a:pt x="604" y="0"/>
                </a:lnTo>
                <a:lnTo>
                  <a:pt x="604" y="1"/>
                </a:lnTo>
                <a:lnTo>
                  <a:pt x="5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1" name=""/>
          <p:cNvSpPr/>
          <p:nvPr/>
        </p:nvSpPr>
        <p:spPr>
          <a:xfrm>
            <a:off x="4876200" y="2117880"/>
            <a:ext cx="215640" cy="21960"/>
          </a:xfrm>
          <a:custGeom>
            <a:avLst/>
            <a:gdLst/>
            <a:ahLst/>
            <a:rect l="0" t="0" r="r" b="b"/>
            <a:pathLst>
              <a:path w="599" h="61">
                <a:moveTo>
                  <a:pt x="0" y="61"/>
                </a:moveTo>
                <a:lnTo>
                  <a:pt x="599" y="0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2" name=""/>
          <p:cNvSpPr/>
          <p:nvPr/>
        </p:nvSpPr>
        <p:spPr>
          <a:xfrm>
            <a:off x="4878000" y="2117880"/>
            <a:ext cx="213840" cy="21960"/>
          </a:xfrm>
          <a:custGeom>
            <a:avLst/>
            <a:gdLst/>
            <a:ahLst/>
            <a:rect l="0" t="0" r="r" b="b"/>
            <a:pathLst>
              <a:path w="594" h="61">
                <a:moveTo>
                  <a:pt x="0" y="61"/>
                </a:moveTo>
                <a:lnTo>
                  <a:pt x="594" y="0"/>
                </a:lnTo>
                <a:lnTo>
                  <a:pt x="594" y="1"/>
                </a:lnTo>
                <a:lnTo>
                  <a:pt x="5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3" name=""/>
          <p:cNvSpPr/>
          <p:nvPr/>
        </p:nvSpPr>
        <p:spPr>
          <a:xfrm>
            <a:off x="4879800" y="2118240"/>
            <a:ext cx="212040" cy="21600"/>
          </a:xfrm>
          <a:custGeom>
            <a:avLst/>
            <a:gdLst/>
            <a:ahLst/>
            <a:rect l="0" t="0" r="r" b="b"/>
            <a:pathLst>
              <a:path w="589" h="60">
                <a:moveTo>
                  <a:pt x="0" y="60"/>
                </a:moveTo>
                <a:lnTo>
                  <a:pt x="589" y="0"/>
                </a:lnTo>
                <a:lnTo>
                  <a:pt x="5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4" name=""/>
          <p:cNvSpPr/>
          <p:nvPr/>
        </p:nvSpPr>
        <p:spPr>
          <a:xfrm>
            <a:off x="4881600" y="2118240"/>
            <a:ext cx="210240" cy="21600"/>
          </a:xfrm>
          <a:custGeom>
            <a:avLst/>
            <a:gdLst/>
            <a:ahLst/>
            <a:rect l="0" t="0" r="r" b="b"/>
            <a:pathLst>
              <a:path w="584" h="60">
                <a:moveTo>
                  <a:pt x="0" y="60"/>
                </a:moveTo>
                <a:lnTo>
                  <a:pt x="584" y="0"/>
                </a:lnTo>
                <a:lnTo>
                  <a:pt x="584" y="1"/>
                </a:lnTo>
                <a:lnTo>
                  <a:pt x="4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5" name=""/>
          <p:cNvSpPr/>
          <p:nvPr/>
        </p:nvSpPr>
        <p:spPr>
          <a:xfrm>
            <a:off x="4883040" y="2118600"/>
            <a:ext cx="208800" cy="21240"/>
          </a:xfrm>
          <a:custGeom>
            <a:avLst/>
            <a:gdLst/>
            <a:ahLst/>
            <a:rect l="0" t="0" r="r" b="b"/>
            <a:pathLst>
              <a:path w="580" h="59">
                <a:moveTo>
                  <a:pt x="0" y="59"/>
                </a:moveTo>
                <a:lnTo>
                  <a:pt x="580" y="0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6" name=""/>
          <p:cNvSpPr/>
          <p:nvPr/>
        </p:nvSpPr>
        <p:spPr>
          <a:xfrm>
            <a:off x="4884840" y="2118600"/>
            <a:ext cx="207000" cy="21240"/>
          </a:xfrm>
          <a:custGeom>
            <a:avLst/>
            <a:gdLst/>
            <a:ahLst/>
            <a:rect l="0" t="0" r="r" b="b"/>
            <a:pathLst>
              <a:path w="575" h="59">
                <a:moveTo>
                  <a:pt x="0" y="59"/>
                </a:moveTo>
                <a:lnTo>
                  <a:pt x="575" y="0"/>
                </a:lnTo>
                <a:lnTo>
                  <a:pt x="575" y="1"/>
                </a:lnTo>
                <a:lnTo>
                  <a:pt x="5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7" name=""/>
          <p:cNvSpPr/>
          <p:nvPr/>
        </p:nvSpPr>
        <p:spPr>
          <a:xfrm>
            <a:off x="4886640" y="2118960"/>
            <a:ext cx="205200" cy="20880"/>
          </a:xfrm>
          <a:custGeom>
            <a:avLst/>
            <a:gdLst/>
            <a:ahLst/>
            <a:rect l="0" t="0" r="r" b="b"/>
            <a:pathLst>
              <a:path w="570" h="58">
                <a:moveTo>
                  <a:pt x="0" y="58"/>
                </a:moveTo>
                <a:lnTo>
                  <a:pt x="570" y="0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8" name=""/>
          <p:cNvSpPr/>
          <p:nvPr/>
        </p:nvSpPr>
        <p:spPr>
          <a:xfrm>
            <a:off x="4888440" y="2118960"/>
            <a:ext cx="203400" cy="20880"/>
          </a:xfrm>
          <a:custGeom>
            <a:avLst/>
            <a:gdLst/>
            <a:ahLst/>
            <a:rect l="0" t="0" r="r" b="b"/>
            <a:pathLst>
              <a:path w="565" h="58">
                <a:moveTo>
                  <a:pt x="0" y="58"/>
                </a:moveTo>
                <a:lnTo>
                  <a:pt x="565" y="0"/>
                </a:lnTo>
                <a:lnTo>
                  <a:pt x="565" y="1"/>
                </a:lnTo>
                <a:lnTo>
                  <a:pt x="5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39" name=""/>
          <p:cNvSpPr/>
          <p:nvPr/>
        </p:nvSpPr>
        <p:spPr>
          <a:xfrm>
            <a:off x="4890240" y="2119320"/>
            <a:ext cx="201600" cy="20520"/>
          </a:xfrm>
          <a:custGeom>
            <a:avLst/>
            <a:gdLst/>
            <a:ahLst/>
            <a:rect l="0" t="0" r="r" b="b"/>
            <a:pathLst>
              <a:path w="560" h="57">
                <a:moveTo>
                  <a:pt x="0" y="57"/>
                </a:moveTo>
                <a:lnTo>
                  <a:pt x="560" y="0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0" name=""/>
          <p:cNvSpPr/>
          <p:nvPr/>
        </p:nvSpPr>
        <p:spPr>
          <a:xfrm>
            <a:off x="4892040" y="2119320"/>
            <a:ext cx="199800" cy="20520"/>
          </a:xfrm>
          <a:custGeom>
            <a:avLst/>
            <a:gdLst/>
            <a:ahLst/>
            <a:rect l="0" t="0" r="r" b="b"/>
            <a:pathLst>
              <a:path w="555" h="57">
                <a:moveTo>
                  <a:pt x="0" y="57"/>
                </a:moveTo>
                <a:lnTo>
                  <a:pt x="555" y="0"/>
                </a:lnTo>
                <a:lnTo>
                  <a:pt x="555" y="1"/>
                </a:lnTo>
                <a:lnTo>
                  <a:pt x="5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1" name=""/>
          <p:cNvSpPr/>
          <p:nvPr/>
        </p:nvSpPr>
        <p:spPr>
          <a:xfrm>
            <a:off x="4893840" y="2119680"/>
            <a:ext cx="198000" cy="20160"/>
          </a:xfrm>
          <a:custGeom>
            <a:avLst/>
            <a:gdLst/>
            <a:ahLst/>
            <a:rect l="0" t="0" r="r" b="b"/>
            <a:pathLst>
              <a:path w="550" h="56">
                <a:moveTo>
                  <a:pt x="0" y="56"/>
                </a:moveTo>
                <a:lnTo>
                  <a:pt x="550" y="0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2" name=""/>
          <p:cNvSpPr/>
          <p:nvPr/>
        </p:nvSpPr>
        <p:spPr>
          <a:xfrm>
            <a:off x="4895640" y="2119680"/>
            <a:ext cx="196200" cy="20160"/>
          </a:xfrm>
          <a:custGeom>
            <a:avLst/>
            <a:gdLst/>
            <a:ahLst/>
            <a:rect l="0" t="0" r="r" b="b"/>
            <a:pathLst>
              <a:path w="545" h="56">
                <a:moveTo>
                  <a:pt x="0" y="56"/>
                </a:moveTo>
                <a:lnTo>
                  <a:pt x="545" y="0"/>
                </a:lnTo>
                <a:lnTo>
                  <a:pt x="545" y="1"/>
                </a:lnTo>
                <a:lnTo>
                  <a:pt x="5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3" name=""/>
          <p:cNvSpPr/>
          <p:nvPr/>
        </p:nvSpPr>
        <p:spPr>
          <a:xfrm>
            <a:off x="4897440" y="2120040"/>
            <a:ext cx="194400" cy="19800"/>
          </a:xfrm>
          <a:custGeom>
            <a:avLst/>
            <a:gdLst/>
            <a:ahLst/>
            <a:rect l="0" t="0" r="r" b="b"/>
            <a:pathLst>
              <a:path w="540" h="55">
                <a:moveTo>
                  <a:pt x="0" y="55"/>
                </a:moveTo>
                <a:lnTo>
                  <a:pt x="540" y="0"/>
                </a:lnTo>
                <a:lnTo>
                  <a:pt x="5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4" name=""/>
          <p:cNvSpPr/>
          <p:nvPr/>
        </p:nvSpPr>
        <p:spPr>
          <a:xfrm>
            <a:off x="4899240" y="2120040"/>
            <a:ext cx="192600" cy="19800"/>
          </a:xfrm>
          <a:custGeom>
            <a:avLst/>
            <a:gdLst/>
            <a:ahLst/>
            <a:rect l="0" t="0" r="r" b="b"/>
            <a:pathLst>
              <a:path w="535" h="55">
                <a:moveTo>
                  <a:pt x="0" y="55"/>
                </a:moveTo>
                <a:lnTo>
                  <a:pt x="535" y="0"/>
                </a:lnTo>
                <a:lnTo>
                  <a:pt x="535" y="1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5" name=""/>
          <p:cNvSpPr/>
          <p:nvPr/>
        </p:nvSpPr>
        <p:spPr>
          <a:xfrm>
            <a:off x="4900680" y="2120400"/>
            <a:ext cx="191160" cy="19440"/>
          </a:xfrm>
          <a:custGeom>
            <a:avLst/>
            <a:gdLst/>
            <a:ahLst/>
            <a:rect l="0" t="0" r="r" b="b"/>
            <a:pathLst>
              <a:path w="531" h="54">
                <a:moveTo>
                  <a:pt x="0" y="54"/>
                </a:moveTo>
                <a:lnTo>
                  <a:pt x="531" y="0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6" name=""/>
          <p:cNvSpPr/>
          <p:nvPr/>
        </p:nvSpPr>
        <p:spPr>
          <a:xfrm>
            <a:off x="4902480" y="2120400"/>
            <a:ext cx="189360" cy="19440"/>
          </a:xfrm>
          <a:custGeom>
            <a:avLst/>
            <a:gdLst/>
            <a:ahLst/>
            <a:rect l="0" t="0" r="r" b="b"/>
            <a:pathLst>
              <a:path w="526" h="54">
                <a:moveTo>
                  <a:pt x="0" y="54"/>
                </a:moveTo>
                <a:lnTo>
                  <a:pt x="526" y="0"/>
                </a:lnTo>
                <a:lnTo>
                  <a:pt x="526" y="1"/>
                </a:lnTo>
                <a:lnTo>
                  <a:pt x="5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7" name=""/>
          <p:cNvSpPr/>
          <p:nvPr/>
        </p:nvSpPr>
        <p:spPr>
          <a:xfrm>
            <a:off x="4904280" y="2120760"/>
            <a:ext cx="187560" cy="19080"/>
          </a:xfrm>
          <a:custGeom>
            <a:avLst/>
            <a:gdLst/>
            <a:ahLst/>
            <a:rect l="0" t="0" r="r" b="b"/>
            <a:pathLst>
              <a:path w="521" h="53">
                <a:moveTo>
                  <a:pt x="0" y="53"/>
                </a:moveTo>
                <a:lnTo>
                  <a:pt x="521" y="0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8" name=""/>
          <p:cNvSpPr/>
          <p:nvPr/>
        </p:nvSpPr>
        <p:spPr>
          <a:xfrm>
            <a:off x="4906080" y="2120760"/>
            <a:ext cx="185760" cy="19080"/>
          </a:xfrm>
          <a:custGeom>
            <a:avLst/>
            <a:gdLst/>
            <a:ahLst/>
            <a:rect l="0" t="0" r="r" b="b"/>
            <a:pathLst>
              <a:path w="516" h="53">
                <a:moveTo>
                  <a:pt x="0" y="53"/>
                </a:moveTo>
                <a:lnTo>
                  <a:pt x="516" y="0"/>
                </a:lnTo>
                <a:lnTo>
                  <a:pt x="516" y="1"/>
                </a:lnTo>
                <a:lnTo>
                  <a:pt x="5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49" name=""/>
          <p:cNvSpPr/>
          <p:nvPr/>
        </p:nvSpPr>
        <p:spPr>
          <a:xfrm>
            <a:off x="4907880" y="2121120"/>
            <a:ext cx="183960" cy="18720"/>
          </a:xfrm>
          <a:custGeom>
            <a:avLst/>
            <a:gdLst/>
            <a:ahLst/>
            <a:rect l="0" t="0" r="r" b="b"/>
            <a:pathLst>
              <a:path w="511" h="52">
                <a:moveTo>
                  <a:pt x="0" y="52"/>
                </a:moveTo>
                <a:lnTo>
                  <a:pt x="511" y="0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0" name=""/>
          <p:cNvSpPr/>
          <p:nvPr/>
        </p:nvSpPr>
        <p:spPr>
          <a:xfrm>
            <a:off x="4909680" y="2121120"/>
            <a:ext cx="182160" cy="18720"/>
          </a:xfrm>
          <a:custGeom>
            <a:avLst/>
            <a:gdLst/>
            <a:ahLst/>
            <a:rect l="0" t="0" r="r" b="b"/>
            <a:pathLst>
              <a:path w="506" h="52">
                <a:moveTo>
                  <a:pt x="0" y="52"/>
                </a:moveTo>
                <a:lnTo>
                  <a:pt x="506" y="0"/>
                </a:lnTo>
                <a:lnTo>
                  <a:pt x="506" y="1"/>
                </a:lnTo>
                <a:lnTo>
                  <a:pt x="5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1" name=""/>
          <p:cNvSpPr/>
          <p:nvPr/>
        </p:nvSpPr>
        <p:spPr>
          <a:xfrm>
            <a:off x="4911480" y="2121480"/>
            <a:ext cx="180360" cy="18360"/>
          </a:xfrm>
          <a:custGeom>
            <a:avLst/>
            <a:gdLst/>
            <a:ahLst/>
            <a:rect l="0" t="0" r="r" b="b"/>
            <a:pathLst>
              <a:path w="501" h="51">
                <a:moveTo>
                  <a:pt x="0" y="51"/>
                </a:moveTo>
                <a:lnTo>
                  <a:pt x="501" y="0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2" name=""/>
          <p:cNvSpPr/>
          <p:nvPr/>
        </p:nvSpPr>
        <p:spPr>
          <a:xfrm>
            <a:off x="4913280" y="2121480"/>
            <a:ext cx="178560" cy="18360"/>
          </a:xfrm>
          <a:custGeom>
            <a:avLst/>
            <a:gdLst/>
            <a:ahLst/>
            <a:rect l="0" t="0" r="r" b="b"/>
            <a:pathLst>
              <a:path w="496" h="51">
                <a:moveTo>
                  <a:pt x="0" y="51"/>
                </a:moveTo>
                <a:lnTo>
                  <a:pt x="496" y="0"/>
                </a:lnTo>
                <a:lnTo>
                  <a:pt x="496" y="1"/>
                </a:lnTo>
                <a:lnTo>
                  <a:pt x="5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3" name=""/>
          <p:cNvSpPr/>
          <p:nvPr/>
        </p:nvSpPr>
        <p:spPr>
          <a:xfrm>
            <a:off x="4915080" y="2121840"/>
            <a:ext cx="176760" cy="18000"/>
          </a:xfrm>
          <a:custGeom>
            <a:avLst/>
            <a:gdLst/>
            <a:ahLst/>
            <a:rect l="0" t="0" r="r" b="b"/>
            <a:pathLst>
              <a:path w="491" h="50">
                <a:moveTo>
                  <a:pt x="0" y="50"/>
                </a:moveTo>
                <a:lnTo>
                  <a:pt x="491" y="0"/>
                </a:lnTo>
                <a:lnTo>
                  <a:pt x="5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4" name=""/>
          <p:cNvSpPr/>
          <p:nvPr/>
        </p:nvSpPr>
        <p:spPr>
          <a:xfrm>
            <a:off x="4916880" y="2121840"/>
            <a:ext cx="174960" cy="18000"/>
          </a:xfrm>
          <a:custGeom>
            <a:avLst/>
            <a:gdLst/>
            <a:ahLst/>
            <a:rect l="0" t="0" r="r" b="b"/>
            <a:pathLst>
              <a:path w="486" h="50">
                <a:moveTo>
                  <a:pt x="0" y="50"/>
                </a:moveTo>
                <a:lnTo>
                  <a:pt x="486" y="0"/>
                </a:lnTo>
                <a:lnTo>
                  <a:pt x="486" y="1"/>
                </a:lnTo>
                <a:lnTo>
                  <a:pt x="4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5" name=""/>
          <p:cNvSpPr/>
          <p:nvPr/>
        </p:nvSpPr>
        <p:spPr>
          <a:xfrm>
            <a:off x="4918320" y="2122200"/>
            <a:ext cx="173520" cy="17640"/>
          </a:xfrm>
          <a:custGeom>
            <a:avLst/>
            <a:gdLst/>
            <a:ahLst/>
            <a:rect l="0" t="0" r="r" b="b"/>
            <a:pathLst>
              <a:path w="482" h="49">
                <a:moveTo>
                  <a:pt x="0" y="49"/>
                </a:moveTo>
                <a:lnTo>
                  <a:pt x="482" y="0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6" name=""/>
          <p:cNvSpPr/>
          <p:nvPr/>
        </p:nvSpPr>
        <p:spPr>
          <a:xfrm>
            <a:off x="4920120" y="2122200"/>
            <a:ext cx="171720" cy="17640"/>
          </a:xfrm>
          <a:custGeom>
            <a:avLst/>
            <a:gdLst/>
            <a:ahLst/>
            <a:rect l="0" t="0" r="r" b="b"/>
            <a:pathLst>
              <a:path w="477" h="49">
                <a:moveTo>
                  <a:pt x="0" y="49"/>
                </a:moveTo>
                <a:lnTo>
                  <a:pt x="477" y="0"/>
                </a:lnTo>
                <a:lnTo>
                  <a:pt x="477" y="1"/>
                </a:lnTo>
                <a:lnTo>
                  <a:pt x="5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7" name=""/>
          <p:cNvSpPr/>
          <p:nvPr/>
        </p:nvSpPr>
        <p:spPr>
          <a:xfrm>
            <a:off x="4921920" y="2122560"/>
            <a:ext cx="169920" cy="17280"/>
          </a:xfrm>
          <a:custGeom>
            <a:avLst/>
            <a:gdLst/>
            <a:ahLst/>
            <a:rect l="0" t="0" r="r" b="b"/>
            <a:pathLst>
              <a:path w="472" h="48">
                <a:moveTo>
                  <a:pt x="0" y="48"/>
                </a:moveTo>
                <a:lnTo>
                  <a:pt x="472" y="0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8" name=""/>
          <p:cNvSpPr/>
          <p:nvPr/>
        </p:nvSpPr>
        <p:spPr>
          <a:xfrm>
            <a:off x="4923720" y="2122560"/>
            <a:ext cx="168120" cy="17280"/>
          </a:xfrm>
          <a:custGeom>
            <a:avLst/>
            <a:gdLst/>
            <a:ahLst/>
            <a:rect l="0" t="0" r="r" b="b"/>
            <a:pathLst>
              <a:path w="467" h="48">
                <a:moveTo>
                  <a:pt x="0" y="48"/>
                </a:moveTo>
                <a:lnTo>
                  <a:pt x="467" y="0"/>
                </a:lnTo>
                <a:lnTo>
                  <a:pt x="467" y="1"/>
                </a:lnTo>
                <a:lnTo>
                  <a:pt x="5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59" name=""/>
          <p:cNvSpPr/>
          <p:nvPr/>
        </p:nvSpPr>
        <p:spPr>
          <a:xfrm>
            <a:off x="4925520" y="2122920"/>
            <a:ext cx="166320" cy="16920"/>
          </a:xfrm>
          <a:custGeom>
            <a:avLst/>
            <a:gdLst/>
            <a:ahLst/>
            <a:rect l="0" t="0" r="r" b="b"/>
            <a:pathLst>
              <a:path w="462" h="47">
                <a:moveTo>
                  <a:pt x="0" y="47"/>
                </a:moveTo>
                <a:lnTo>
                  <a:pt x="462" y="0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0" name=""/>
          <p:cNvSpPr/>
          <p:nvPr/>
        </p:nvSpPr>
        <p:spPr>
          <a:xfrm>
            <a:off x="4927320" y="2122920"/>
            <a:ext cx="164520" cy="16920"/>
          </a:xfrm>
          <a:custGeom>
            <a:avLst/>
            <a:gdLst/>
            <a:ahLst/>
            <a:rect l="0" t="0" r="r" b="b"/>
            <a:pathLst>
              <a:path w="457" h="47">
                <a:moveTo>
                  <a:pt x="0" y="47"/>
                </a:moveTo>
                <a:lnTo>
                  <a:pt x="457" y="0"/>
                </a:lnTo>
                <a:lnTo>
                  <a:pt x="457" y="1"/>
                </a:lnTo>
                <a:lnTo>
                  <a:pt x="5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1" name=""/>
          <p:cNvSpPr/>
          <p:nvPr/>
        </p:nvSpPr>
        <p:spPr>
          <a:xfrm>
            <a:off x="4929120" y="2123280"/>
            <a:ext cx="162720" cy="16560"/>
          </a:xfrm>
          <a:custGeom>
            <a:avLst/>
            <a:gdLst/>
            <a:ahLst/>
            <a:rect l="0" t="0" r="r" b="b"/>
            <a:pathLst>
              <a:path w="452" h="46">
                <a:moveTo>
                  <a:pt x="0" y="46"/>
                </a:moveTo>
                <a:lnTo>
                  <a:pt x="452" y="0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2" name=""/>
          <p:cNvSpPr/>
          <p:nvPr/>
        </p:nvSpPr>
        <p:spPr>
          <a:xfrm>
            <a:off x="4930920" y="2123280"/>
            <a:ext cx="160920" cy="16560"/>
          </a:xfrm>
          <a:custGeom>
            <a:avLst/>
            <a:gdLst/>
            <a:ahLst/>
            <a:rect l="0" t="0" r="r" b="b"/>
            <a:pathLst>
              <a:path w="447" h="46">
                <a:moveTo>
                  <a:pt x="0" y="46"/>
                </a:moveTo>
                <a:lnTo>
                  <a:pt x="447" y="0"/>
                </a:lnTo>
                <a:lnTo>
                  <a:pt x="447" y="1"/>
                </a:lnTo>
                <a:lnTo>
                  <a:pt x="5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3" name=""/>
          <p:cNvSpPr/>
          <p:nvPr/>
        </p:nvSpPr>
        <p:spPr>
          <a:xfrm>
            <a:off x="4932720" y="2123640"/>
            <a:ext cx="159120" cy="16200"/>
          </a:xfrm>
          <a:custGeom>
            <a:avLst/>
            <a:gdLst/>
            <a:ahLst/>
            <a:rect l="0" t="0" r="r" b="b"/>
            <a:pathLst>
              <a:path w="442" h="45">
                <a:moveTo>
                  <a:pt x="0" y="45"/>
                </a:moveTo>
                <a:lnTo>
                  <a:pt x="442" y="0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4" name=""/>
          <p:cNvSpPr/>
          <p:nvPr/>
        </p:nvSpPr>
        <p:spPr>
          <a:xfrm>
            <a:off x="4934520" y="2123640"/>
            <a:ext cx="157320" cy="16200"/>
          </a:xfrm>
          <a:custGeom>
            <a:avLst/>
            <a:gdLst/>
            <a:ahLst/>
            <a:rect l="0" t="0" r="r" b="b"/>
            <a:pathLst>
              <a:path w="437" h="45">
                <a:moveTo>
                  <a:pt x="0" y="45"/>
                </a:moveTo>
                <a:lnTo>
                  <a:pt x="437" y="0"/>
                </a:lnTo>
                <a:lnTo>
                  <a:pt x="437" y="1"/>
                </a:lnTo>
                <a:lnTo>
                  <a:pt x="5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5" name=""/>
          <p:cNvSpPr/>
          <p:nvPr/>
        </p:nvSpPr>
        <p:spPr>
          <a:xfrm>
            <a:off x="4936320" y="2124000"/>
            <a:ext cx="155520" cy="15840"/>
          </a:xfrm>
          <a:custGeom>
            <a:avLst/>
            <a:gdLst/>
            <a:ahLst/>
            <a:rect l="0" t="0" r="r" b="b"/>
            <a:pathLst>
              <a:path w="432" h="44">
                <a:moveTo>
                  <a:pt x="0" y="44"/>
                </a:moveTo>
                <a:lnTo>
                  <a:pt x="432" y="0"/>
                </a:lnTo>
                <a:lnTo>
                  <a:pt x="4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6" name=""/>
          <p:cNvSpPr/>
          <p:nvPr/>
        </p:nvSpPr>
        <p:spPr>
          <a:xfrm>
            <a:off x="4937760" y="2124000"/>
            <a:ext cx="154080" cy="15840"/>
          </a:xfrm>
          <a:custGeom>
            <a:avLst/>
            <a:gdLst/>
            <a:ahLst/>
            <a:rect l="0" t="0" r="r" b="b"/>
            <a:pathLst>
              <a:path w="428" h="44">
                <a:moveTo>
                  <a:pt x="0" y="44"/>
                </a:moveTo>
                <a:lnTo>
                  <a:pt x="428" y="0"/>
                </a:lnTo>
                <a:lnTo>
                  <a:pt x="428" y="1"/>
                </a:lnTo>
                <a:lnTo>
                  <a:pt x="5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7" name=""/>
          <p:cNvSpPr/>
          <p:nvPr/>
        </p:nvSpPr>
        <p:spPr>
          <a:xfrm>
            <a:off x="4939560" y="2124360"/>
            <a:ext cx="152280" cy="15480"/>
          </a:xfrm>
          <a:custGeom>
            <a:avLst/>
            <a:gdLst/>
            <a:ahLst/>
            <a:rect l="0" t="0" r="r" b="b"/>
            <a:pathLst>
              <a:path w="423" h="43">
                <a:moveTo>
                  <a:pt x="0" y="43"/>
                </a:moveTo>
                <a:lnTo>
                  <a:pt x="423" y="0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8" name=""/>
          <p:cNvSpPr/>
          <p:nvPr/>
        </p:nvSpPr>
        <p:spPr>
          <a:xfrm>
            <a:off x="4941360" y="2124360"/>
            <a:ext cx="150480" cy="15480"/>
          </a:xfrm>
          <a:custGeom>
            <a:avLst/>
            <a:gdLst/>
            <a:ahLst/>
            <a:rect l="0" t="0" r="r" b="b"/>
            <a:pathLst>
              <a:path w="418" h="43">
                <a:moveTo>
                  <a:pt x="0" y="43"/>
                </a:moveTo>
                <a:lnTo>
                  <a:pt x="418" y="0"/>
                </a:lnTo>
                <a:lnTo>
                  <a:pt x="418" y="2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69" name=""/>
          <p:cNvSpPr/>
          <p:nvPr/>
        </p:nvSpPr>
        <p:spPr>
          <a:xfrm>
            <a:off x="4943160" y="2124720"/>
            <a:ext cx="148680" cy="15120"/>
          </a:xfrm>
          <a:custGeom>
            <a:avLst/>
            <a:gdLst/>
            <a:ahLst/>
            <a:rect l="0" t="0" r="r" b="b"/>
            <a:pathLst>
              <a:path w="413" h="42">
                <a:moveTo>
                  <a:pt x="0" y="42"/>
                </a:moveTo>
                <a:lnTo>
                  <a:pt x="413" y="0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0" name=""/>
          <p:cNvSpPr/>
          <p:nvPr/>
        </p:nvSpPr>
        <p:spPr>
          <a:xfrm>
            <a:off x="4944960" y="2124720"/>
            <a:ext cx="146880" cy="15120"/>
          </a:xfrm>
          <a:custGeom>
            <a:avLst/>
            <a:gdLst/>
            <a:ahLst/>
            <a:rect l="0" t="0" r="r" b="b"/>
            <a:pathLst>
              <a:path w="408" h="42">
                <a:moveTo>
                  <a:pt x="0" y="42"/>
                </a:moveTo>
                <a:lnTo>
                  <a:pt x="408" y="0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1" name=""/>
          <p:cNvSpPr/>
          <p:nvPr/>
        </p:nvSpPr>
        <p:spPr>
          <a:xfrm>
            <a:off x="4946760" y="2124720"/>
            <a:ext cx="145080" cy="15120"/>
          </a:xfrm>
          <a:custGeom>
            <a:avLst/>
            <a:gdLst/>
            <a:ahLst/>
            <a:rect l="0" t="0" r="r" b="b"/>
            <a:pathLst>
              <a:path w="403" h="42">
                <a:moveTo>
                  <a:pt x="0" y="42"/>
                </a:moveTo>
                <a:lnTo>
                  <a:pt x="403" y="0"/>
                </a:lnTo>
                <a:lnTo>
                  <a:pt x="403" y="1"/>
                </a:lnTo>
                <a:lnTo>
                  <a:pt x="5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2" name=""/>
          <p:cNvSpPr/>
          <p:nvPr/>
        </p:nvSpPr>
        <p:spPr>
          <a:xfrm>
            <a:off x="4948560" y="2125080"/>
            <a:ext cx="143280" cy="14760"/>
          </a:xfrm>
          <a:custGeom>
            <a:avLst/>
            <a:gdLst/>
            <a:ahLst/>
            <a:rect l="0" t="0" r="r" b="b"/>
            <a:pathLst>
              <a:path w="398" h="41">
                <a:moveTo>
                  <a:pt x="0" y="41"/>
                </a:moveTo>
                <a:lnTo>
                  <a:pt x="398" y="0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3" name=""/>
          <p:cNvSpPr/>
          <p:nvPr/>
        </p:nvSpPr>
        <p:spPr>
          <a:xfrm>
            <a:off x="4950360" y="2125080"/>
            <a:ext cx="141480" cy="14760"/>
          </a:xfrm>
          <a:custGeom>
            <a:avLst/>
            <a:gdLst/>
            <a:ahLst/>
            <a:rect l="0" t="0" r="r" b="b"/>
            <a:pathLst>
              <a:path w="393" h="41">
                <a:moveTo>
                  <a:pt x="0" y="41"/>
                </a:moveTo>
                <a:lnTo>
                  <a:pt x="393" y="0"/>
                </a:lnTo>
                <a:lnTo>
                  <a:pt x="393" y="1"/>
                </a:lnTo>
                <a:lnTo>
                  <a:pt x="5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4" name=""/>
          <p:cNvSpPr/>
          <p:nvPr/>
        </p:nvSpPr>
        <p:spPr>
          <a:xfrm>
            <a:off x="4952160" y="2125440"/>
            <a:ext cx="139680" cy="14400"/>
          </a:xfrm>
          <a:custGeom>
            <a:avLst/>
            <a:gdLst/>
            <a:ahLst/>
            <a:rect l="0" t="0" r="r" b="b"/>
            <a:pathLst>
              <a:path w="388" h="40">
                <a:moveTo>
                  <a:pt x="0" y="40"/>
                </a:moveTo>
                <a:lnTo>
                  <a:pt x="388" y="0"/>
                </a:lnTo>
                <a:lnTo>
                  <a:pt x="5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5" name=""/>
          <p:cNvSpPr/>
          <p:nvPr/>
        </p:nvSpPr>
        <p:spPr>
          <a:xfrm>
            <a:off x="4953960" y="2125440"/>
            <a:ext cx="137880" cy="14400"/>
          </a:xfrm>
          <a:custGeom>
            <a:avLst/>
            <a:gdLst/>
            <a:ahLst/>
            <a:rect l="0" t="0" r="r" b="b"/>
            <a:pathLst>
              <a:path w="383" h="40">
                <a:moveTo>
                  <a:pt x="0" y="40"/>
                </a:moveTo>
                <a:lnTo>
                  <a:pt x="383" y="0"/>
                </a:lnTo>
                <a:lnTo>
                  <a:pt x="383" y="1"/>
                </a:lnTo>
                <a:lnTo>
                  <a:pt x="4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6" name=""/>
          <p:cNvSpPr/>
          <p:nvPr/>
        </p:nvSpPr>
        <p:spPr>
          <a:xfrm>
            <a:off x="4955400" y="2125800"/>
            <a:ext cx="136440" cy="14040"/>
          </a:xfrm>
          <a:custGeom>
            <a:avLst/>
            <a:gdLst/>
            <a:ahLst/>
            <a:rect l="0" t="0" r="r" b="b"/>
            <a:pathLst>
              <a:path w="379" h="39">
                <a:moveTo>
                  <a:pt x="0" y="39"/>
                </a:moveTo>
                <a:lnTo>
                  <a:pt x="379" y="0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7" name=""/>
          <p:cNvSpPr/>
          <p:nvPr/>
        </p:nvSpPr>
        <p:spPr>
          <a:xfrm>
            <a:off x="4957200" y="2125800"/>
            <a:ext cx="134640" cy="14040"/>
          </a:xfrm>
          <a:custGeom>
            <a:avLst/>
            <a:gdLst/>
            <a:ahLst/>
            <a:rect l="0" t="0" r="r" b="b"/>
            <a:pathLst>
              <a:path w="374" h="39">
                <a:moveTo>
                  <a:pt x="0" y="39"/>
                </a:moveTo>
                <a:lnTo>
                  <a:pt x="374" y="0"/>
                </a:lnTo>
                <a:lnTo>
                  <a:pt x="374" y="1"/>
                </a:lnTo>
                <a:lnTo>
                  <a:pt x="5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8" name=""/>
          <p:cNvSpPr/>
          <p:nvPr/>
        </p:nvSpPr>
        <p:spPr>
          <a:xfrm>
            <a:off x="4959000" y="2126160"/>
            <a:ext cx="132840" cy="13680"/>
          </a:xfrm>
          <a:custGeom>
            <a:avLst/>
            <a:gdLst/>
            <a:ahLst/>
            <a:rect l="0" t="0" r="r" b="b"/>
            <a:pathLst>
              <a:path w="369" h="38">
                <a:moveTo>
                  <a:pt x="0" y="38"/>
                </a:moveTo>
                <a:lnTo>
                  <a:pt x="369" y="0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79" name=""/>
          <p:cNvSpPr/>
          <p:nvPr/>
        </p:nvSpPr>
        <p:spPr>
          <a:xfrm>
            <a:off x="4960800" y="2126160"/>
            <a:ext cx="131040" cy="13680"/>
          </a:xfrm>
          <a:custGeom>
            <a:avLst/>
            <a:gdLst/>
            <a:ahLst/>
            <a:rect l="0" t="0" r="r" b="b"/>
            <a:pathLst>
              <a:path w="364" h="38">
                <a:moveTo>
                  <a:pt x="0" y="38"/>
                </a:moveTo>
                <a:lnTo>
                  <a:pt x="364" y="0"/>
                </a:lnTo>
                <a:lnTo>
                  <a:pt x="364" y="1"/>
                </a:lnTo>
                <a:lnTo>
                  <a:pt x="5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0" name=""/>
          <p:cNvSpPr/>
          <p:nvPr/>
        </p:nvSpPr>
        <p:spPr>
          <a:xfrm>
            <a:off x="4962600" y="2126520"/>
            <a:ext cx="129240" cy="13320"/>
          </a:xfrm>
          <a:custGeom>
            <a:avLst/>
            <a:gdLst/>
            <a:ahLst/>
            <a:rect l="0" t="0" r="r" b="b"/>
            <a:pathLst>
              <a:path w="359" h="37">
                <a:moveTo>
                  <a:pt x="0" y="37"/>
                </a:moveTo>
                <a:lnTo>
                  <a:pt x="359" y="0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1" name=""/>
          <p:cNvSpPr/>
          <p:nvPr/>
        </p:nvSpPr>
        <p:spPr>
          <a:xfrm>
            <a:off x="4964400" y="2126520"/>
            <a:ext cx="127440" cy="13320"/>
          </a:xfrm>
          <a:custGeom>
            <a:avLst/>
            <a:gdLst/>
            <a:ahLst/>
            <a:rect l="0" t="0" r="r" b="b"/>
            <a:pathLst>
              <a:path w="354" h="37">
                <a:moveTo>
                  <a:pt x="0" y="37"/>
                </a:moveTo>
                <a:lnTo>
                  <a:pt x="354" y="0"/>
                </a:lnTo>
                <a:lnTo>
                  <a:pt x="354" y="1"/>
                </a:lnTo>
                <a:lnTo>
                  <a:pt x="5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2" name=""/>
          <p:cNvSpPr/>
          <p:nvPr/>
        </p:nvSpPr>
        <p:spPr>
          <a:xfrm>
            <a:off x="4966200" y="2126880"/>
            <a:ext cx="125640" cy="12960"/>
          </a:xfrm>
          <a:custGeom>
            <a:avLst/>
            <a:gdLst/>
            <a:ahLst/>
            <a:rect l="0" t="0" r="r" b="b"/>
            <a:pathLst>
              <a:path w="349" h="36">
                <a:moveTo>
                  <a:pt x="0" y="36"/>
                </a:moveTo>
                <a:lnTo>
                  <a:pt x="349" y="0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3" name=""/>
          <p:cNvSpPr/>
          <p:nvPr/>
        </p:nvSpPr>
        <p:spPr>
          <a:xfrm>
            <a:off x="4968000" y="2126880"/>
            <a:ext cx="123840" cy="12960"/>
          </a:xfrm>
          <a:custGeom>
            <a:avLst/>
            <a:gdLst/>
            <a:ahLst/>
            <a:rect l="0" t="0" r="r" b="b"/>
            <a:pathLst>
              <a:path w="344" h="36">
                <a:moveTo>
                  <a:pt x="0" y="36"/>
                </a:moveTo>
                <a:lnTo>
                  <a:pt x="344" y="0"/>
                </a:lnTo>
                <a:lnTo>
                  <a:pt x="344" y="1"/>
                </a:lnTo>
                <a:lnTo>
                  <a:pt x="5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4" name=""/>
          <p:cNvSpPr/>
          <p:nvPr/>
        </p:nvSpPr>
        <p:spPr>
          <a:xfrm>
            <a:off x="4969800" y="2127240"/>
            <a:ext cx="122040" cy="12600"/>
          </a:xfrm>
          <a:custGeom>
            <a:avLst/>
            <a:gdLst/>
            <a:ahLst/>
            <a:rect l="0" t="0" r="r" b="b"/>
            <a:pathLst>
              <a:path w="339" h="35">
                <a:moveTo>
                  <a:pt x="0" y="35"/>
                </a:moveTo>
                <a:lnTo>
                  <a:pt x="339" y="0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5" name=""/>
          <p:cNvSpPr/>
          <p:nvPr/>
        </p:nvSpPr>
        <p:spPr>
          <a:xfrm>
            <a:off x="4971600" y="2127240"/>
            <a:ext cx="120240" cy="12600"/>
          </a:xfrm>
          <a:custGeom>
            <a:avLst/>
            <a:gdLst/>
            <a:ahLst/>
            <a:rect l="0" t="0" r="r" b="b"/>
            <a:pathLst>
              <a:path w="334" h="35">
                <a:moveTo>
                  <a:pt x="0" y="35"/>
                </a:moveTo>
                <a:lnTo>
                  <a:pt x="334" y="0"/>
                </a:lnTo>
                <a:lnTo>
                  <a:pt x="334" y="1"/>
                </a:lnTo>
                <a:lnTo>
                  <a:pt x="5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6" name=""/>
          <p:cNvSpPr/>
          <p:nvPr/>
        </p:nvSpPr>
        <p:spPr>
          <a:xfrm>
            <a:off x="4973400" y="2127600"/>
            <a:ext cx="118440" cy="12240"/>
          </a:xfrm>
          <a:custGeom>
            <a:avLst/>
            <a:gdLst/>
            <a:ahLst/>
            <a:rect l="0" t="0" r="r" b="b"/>
            <a:pathLst>
              <a:path w="329" h="34">
                <a:moveTo>
                  <a:pt x="0" y="34"/>
                </a:moveTo>
                <a:lnTo>
                  <a:pt x="329" y="0"/>
                </a:lnTo>
                <a:lnTo>
                  <a:pt x="4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7" name=""/>
          <p:cNvSpPr/>
          <p:nvPr/>
        </p:nvSpPr>
        <p:spPr>
          <a:xfrm>
            <a:off x="4974840" y="2127600"/>
            <a:ext cx="117000" cy="12240"/>
          </a:xfrm>
          <a:custGeom>
            <a:avLst/>
            <a:gdLst/>
            <a:ahLst/>
            <a:rect l="0" t="0" r="r" b="b"/>
            <a:pathLst>
              <a:path w="325" h="34">
                <a:moveTo>
                  <a:pt x="0" y="34"/>
                </a:moveTo>
                <a:lnTo>
                  <a:pt x="325" y="0"/>
                </a:lnTo>
                <a:lnTo>
                  <a:pt x="325" y="1"/>
                </a:lnTo>
                <a:lnTo>
                  <a:pt x="5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8" name=""/>
          <p:cNvSpPr/>
          <p:nvPr/>
        </p:nvSpPr>
        <p:spPr>
          <a:xfrm>
            <a:off x="4976640" y="2127960"/>
            <a:ext cx="115200" cy="11880"/>
          </a:xfrm>
          <a:custGeom>
            <a:avLst/>
            <a:gdLst/>
            <a:ahLst/>
            <a:rect l="0" t="0" r="r" b="b"/>
            <a:pathLst>
              <a:path w="320" h="33">
                <a:moveTo>
                  <a:pt x="0" y="33"/>
                </a:moveTo>
                <a:lnTo>
                  <a:pt x="320" y="0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89" name=""/>
          <p:cNvSpPr/>
          <p:nvPr/>
        </p:nvSpPr>
        <p:spPr>
          <a:xfrm>
            <a:off x="4978440" y="2127960"/>
            <a:ext cx="113400" cy="11880"/>
          </a:xfrm>
          <a:custGeom>
            <a:avLst/>
            <a:gdLst/>
            <a:ahLst/>
            <a:rect l="0" t="0" r="r" b="b"/>
            <a:pathLst>
              <a:path w="315" h="33">
                <a:moveTo>
                  <a:pt x="0" y="33"/>
                </a:moveTo>
                <a:lnTo>
                  <a:pt x="315" y="0"/>
                </a:lnTo>
                <a:lnTo>
                  <a:pt x="315" y="1"/>
                </a:lnTo>
                <a:lnTo>
                  <a:pt x="5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0" name=""/>
          <p:cNvSpPr/>
          <p:nvPr/>
        </p:nvSpPr>
        <p:spPr>
          <a:xfrm>
            <a:off x="4980240" y="2128320"/>
            <a:ext cx="111600" cy="11520"/>
          </a:xfrm>
          <a:custGeom>
            <a:avLst/>
            <a:gdLst/>
            <a:ahLst/>
            <a:rect l="0" t="0" r="r" b="b"/>
            <a:pathLst>
              <a:path w="310" h="32">
                <a:moveTo>
                  <a:pt x="0" y="32"/>
                </a:moveTo>
                <a:lnTo>
                  <a:pt x="310" y="0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1" name=""/>
          <p:cNvSpPr/>
          <p:nvPr/>
        </p:nvSpPr>
        <p:spPr>
          <a:xfrm>
            <a:off x="4982040" y="2128320"/>
            <a:ext cx="109800" cy="11520"/>
          </a:xfrm>
          <a:custGeom>
            <a:avLst/>
            <a:gdLst/>
            <a:ahLst/>
            <a:rect l="0" t="0" r="r" b="b"/>
            <a:pathLst>
              <a:path w="305" h="32">
                <a:moveTo>
                  <a:pt x="0" y="32"/>
                </a:moveTo>
                <a:lnTo>
                  <a:pt x="305" y="0"/>
                </a:lnTo>
                <a:lnTo>
                  <a:pt x="305" y="1"/>
                </a:lnTo>
                <a:lnTo>
                  <a:pt x="5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2" name=""/>
          <p:cNvSpPr/>
          <p:nvPr/>
        </p:nvSpPr>
        <p:spPr>
          <a:xfrm>
            <a:off x="4983840" y="2128680"/>
            <a:ext cx="108000" cy="11160"/>
          </a:xfrm>
          <a:custGeom>
            <a:avLst/>
            <a:gdLst/>
            <a:ahLst/>
            <a:rect l="0" t="0" r="r" b="b"/>
            <a:pathLst>
              <a:path w="300" h="31">
                <a:moveTo>
                  <a:pt x="0" y="31"/>
                </a:moveTo>
                <a:lnTo>
                  <a:pt x="300" y="0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3" name=""/>
          <p:cNvSpPr/>
          <p:nvPr/>
        </p:nvSpPr>
        <p:spPr>
          <a:xfrm>
            <a:off x="4985640" y="2128680"/>
            <a:ext cx="106200" cy="11160"/>
          </a:xfrm>
          <a:custGeom>
            <a:avLst/>
            <a:gdLst/>
            <a:ahLst/>
            <a:rect l="0" t="0" r="r" b="b"/>
            <a:pathLst>
              <a:path w="295" h="31">
                <a:moveTo>
                  <a:pt x="0" y="31"/>
                </a:moveTo>
                <a:lnTo>
                  <a:pt x="295" y="0"/>
                </a:lnTo>
                <a:lnTo>
                  <a:pt x="295" y="1"/>
                </a:lnTo>
                <a:lnTo>
                  <a:pt x="5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4" name=""/>
          <p:cNvSpPr/>
          <p:nvPr/>
        </p:nvSpPr>
        <p:spPr>
          <a:xfrm>
            <a:off x="4987440" y="2129040"/>
            <a:ext cx="104400" cy="10800"/>
          </a:xfrm>
          <a:custGeom>
            <a:avLst/>
            <a:gdLst/>
            <a:ahLst/>
            <a:rect l="0" t="0" r="r" b="b"/>
            <a:pathLst>
              <a:path w="290" h="30">
                <a:moveTo>
                  <a:pt x="0" y="30"/>
                </a:moveTo>
                <a:lnTo>
                  <a:pt x="290" y="0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5" name=""/>
          <p:cNvSpPr/>
          <p:nvPr/>
        </p:nvSpPr>
        <p:spPr>
          <a:xfrm>
            <a:off x="4989240" y="2129040"/>
            <a:ext cx="102600" cy="10800"/>
          </a:xfrm>
          <a:custGeom>
            <a:avLst/>
            <a:gdLst/>
            <a:ahLst/>
            <a:rect l="0" t="0" r="r" b="b"/>
            <a:pathLst>
              <a:path w="285" h="30">
                <a:moveTo>
                  <a:pt x="0" y="30"/>
                </a:moveTo>
                <a:lnTo>
                  <a:pt x="285" y="0"/>
                </a:lnTo>
                <a:lnTo>
                  <a:pt x="285" y="1"/>
                </a:lnTo>
                <a:lnTo>
                  <a:pt x="5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6" name=""/>
          <p:cNvSpPr/>
          <p:nvPr/>
        </p:nvSpPr>
        <p:spPr>
          <a:xfrm>
            <a:off x="4991040" y="2129400"/>
            <a:ext cx="100800" cy="10440"/>
          </a:xfrm>
          <a:custGeom>
            <a:avLst/>
            <a:gdLst/>
            <a:ahLst/>
            <a:rect l="0" t="0" r="r" b="b"/>
            <a:pathLst>
              <a:path w="280" h="29">
                <a:moveTo>
                  <a:pt x="0" y="29"/>
                </a:moveTo>
                <a:lnTo>
                  <a:pt x="280" y="0"/>
                </a:lnTo>
                <a:lnTo>
                  <a:pt x="4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7" name=""/>
          <p:cNvSpPr/>
          <p:nvPr/>
        </p:nvSpPr>
        <p:spPr>
          <a:xfrm>
            <a:off x="4992480" y="2129400"/>
            <a:ext cx="99360" cy="10440"/>
          </a:xfrm>
          <a:custGeom>
            <a:avLst/>
            <a:gdLst/>
            <a:ahLst/>
            <a:rect l="0" t="0" r="r" b="b"/>
            <a:pathLst>
              <a:path w="276" h="29">
                <a:moveTo>
                  <a:pt x="0" y="29"/>
                </a:moveTo>
                <a:lnTo>
                  <a:pt x="276" y="0"/>
                </a:lnTo>
                <a:lnTo>
                  <a:pt x="276" y="1"/>
                </a:lnTo>
                <a:lnTo>
                  <a:pt x="5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8" name=""/>
          <p:cNvSpPr/>
          <p:nvPr/>
        </p:nvSpPr>
        <p:spPr>
          <a:xfrm>
            <a:off x="4994280" y="2129760"/>
            <a:ext cx="97560" cy="10080"/>
          </a:xfrm>
          <a:custGeom>
            <a:avLst/>
            <a:gdLst/>
            <a:ahLst/>
            <a:rect l="0" t="0" r="r" b="b"/>
            <a:pathLst>
              <a:path w="271" h="28">
                <a:moveTo>
                  <a:pt x="0" y="28"/>
                </a:moveTo>
                <a:lnTo>
                  <a:pt x="271" y="0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299" name=""/>
          <p:cNvSpPr/>
          <p:nvPr/>
        </p:nvSpPr>
        <p:spPr>
          <a:xfrm>
            <a:off x="4996080" y="2129760"/>
            <a:ext cx="95760" cy="10080"/>
          </a:xfrm>
          <a:custGeom>
            <a:avLst/>
            <a:gdLst/>
            <a:ahLst/>
            <a:rect l="0" t="0" r="r" b="b"/>
            <a:pathLst>
              <a:path w="266" h="28">
                <a:moveTo>
                  <a:pt x="0" y="28"/>
                </a:moveTo>
                <a:lnTo>
                  <a:pt x="266" y="0"/>
                </a:lnTo>
                <a:lnTo>
                  <a:pt x="266" y="1"/>
                </a:lnTo>
                <a:lnTo>
                  <a:pt x="5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0" name=""/>
          <p:cNvSpPr/>
          <p:nvPr/>
        </p:nvSpPr>
        <p:spPr>
          <a:xfrm>
            <a:off x="4997880" y="2130120"/>
            <a:ext cx="93960" cy="9720"/>
          </a:xfrm>
          <a:custGeom>
            <a:avLst/>
            <a:gdLst/>
            <a:ahLst/>
            <a:rect l="0" t="0" r="r" b="b"/>
            <a:pathLst>
              <a:path w="261" h="27">
                <a:moveTo>
                  <a:pt x="0" y="27"/>
                </a:moveTo>
                <a:lnTo>
                  <a:pt x="261" y="0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1" name=""/>
          <p:cNvSpPr/>
          <p:nvPr/>
        </p:nvSpPr>
        <p:spPr>
          <a:xfrm>
            <a:off x="4999680" y="2130120"/>
            <a:ext cx="92160" cy="9720"/>
          </a:xfrm>
          <a:custGeom>
            <a:avLst/>
            <a:gdLst/>
            <a:ahLst/>
            <a:rect l="0" t="0" r="r" b="b"/>
            <a:pathLst>
              <a:path w="256" h="27">
                <a:moveTo>
                  <a:pt x="0" y="27"/>
                </a:moveTo>
                <a:lnTo>
                  <a:pt x="256" y="0"/>
                </a:lnTo>
                <a:lnTo>
                  <a:pt x="256" y="1"/>
                </a:lnTo>
                <a:lnTo>
                  <a:pt x="5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2" name=""/>
          <p:cNvSpPr/>
          <p:nvPr/>
        </p:nvSpPr>
        <p:spPr>
          <a:xfrm>
            <a:off x="5001480" y="2130480"/>
            <a:ext cx="90360" cy="9360"/>
          </a:xfrm>
          <a:custGeom>
            <a:avLst/>
            <a:gdLst/>
            <a:ahLst/>
            <a:rect l="0" t="0" r="r" b="b"/>
            <a:pathLst>
              <a:path w="251" h="26">
                <a:moveTo>
                  <a:pt x="0" y="26"/>
                </a:moveTo>
                <a:lnTo>
                  <a:pt x="251" y="0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3" name=""/>
          <p:cNvSpPr/>
          <p:nvPr/>
        </p:nvSpPr>
        <p:spPr>
          <a:xfrm>
            <a:off x="5003280" y="2130480"/>
            <a:ext cx="88560" cy="9360"/>
          </a:xfrm>
          <a:custGeom>
            <a:avLst/>
            <a:gdLst/>
            <a:ahLst/>
            <a:rect l="0" t="0" r="r" b="b"/>
            <a:pathLst>
              <a:path w="246" h="26">
                <a:moveTo>
                  <a:pt x="0" y="26"/>
                </a:moveTo>
                <a:lnTo>
                  <a:pt x="246" y="0"/>
                </a:lnTo>
                <a:lnTo>
                  <a:pt x="246" y="1"/>
                </a:lnTo>
                <a:lnTo>
                  <a:pt x="5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4" name=""/>
          <p:cNvSpPr/>
          <p:nvPr/>
        </p:nvSpPr>
        <p:spPr>
          <a:xfrm>
            <a:off x="5005080" y="2130840"/>
            <a:ext cx="86760" cy="9000"/>
          </a:xfrm>
          <a:custGeom>
            <a:avLst/>
            <a:gdLst/>
            <a:ahLst/>
            <a:rect l="0" t="0" r="r" b="b"/>
            <a:pathLst>
              <a:path w="241" h="25">
                <a:moveTo>
                  <a:pt x="0" y="25"/>
                </a:moveTo>
                <a:lnTo>
                  <a:pt x="241" y="0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5" name=""/>
          <p:cNvSpPr/>
          <p:nvPr/>
        </p:nvSpPr>
        <p:spPr>
          <a:xfrm>
            <a:off x="5006880" y="2130840"/>
            <a:ext cx="84960" cy="9000"/>
          </a:xfrm>
          <a:custGeom>
            <a:avLst/>
            <a:gdLst/>
            <a:ahLst/>
            <a:rect l="0" t="0" r="r" b="b"/>
            <a:pathLst>
              <a:path w="236" h="25">
                <a:moveTo>
                  <a:pt x="0" y="25"/>
                </a:moveTo>
                <a:lnTo>
                  <a:pt x="236" y="0"/>
                </a:lnTo>
                <a:lnTo>
                  <a:pt x="236" y="1"/>
                </a:lnTo>
                <a:lnTo>
                  <a:pt x="5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6" name=""/>
          <p:cNvSpPr/>
          <p:nvPr/>
        </p:nvSpPr>
        <p:spPr>
          <a:xfrm>
            <a:off x="5008680" y="2131200"/>
            <a:ext cx="83160" cy="8640"/>
          </a:xfrm>
          <a:custGeom>
            <a:avLst/>
            <a:gdLst/>
            <a:ahLst/>
            <a:rect l="0" t="0" r="r" b="b"/>
            <a:pathLst>
              <a:path w="231" h="24">
                <a:moveTo>
                  <a:pt x="0" y="24"/>
                </a:moveTo>
                <a:lnTo>
                  <a:pt x="231" y="0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7" name=""/>
          <p:cNvSpPr/>
          <p:nvPr/>
        </p:nvSpPr>
        <p:spPr>
          <a:xfrm>
            <a:off x="5010120" y="2131200"/>
            <a:ext cx="81720" cy="8640"/>
          </a:xfrm>
          <a:custGeom>
            <a:avLst/>
            <a:gdLst/>
            <a:ahLst/>
            <a:rect l="0" t="0" r="r" b="b"/>
            <a:pathLst>
              <a:path w="227" h="24">
                <a:moveTo>
                  <a:pt x="0" y="24"/>
                </a:moveTo>
                <a:lnTo>
                  <a:pt x="227" y="0"/>
                </a:lnTo>
                <a:lnTo>
                  <a:pt x="227" y="1"/>
                </a:lnTo>
                <a:lnTo>
                  <a:pt x="5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8" name=""/>
          <p:cNvSpPr/>
          <p:nvPr/>
        </p:nvSpPr>
        <p:spPr>
          <a:xfrm>
            <a:off x="5011920" y="2131560"/>
            <a:ext cx="79920" cy="8280"/>
          </a:xfrm>
          <a:custGeom>
            <a:avLst/>
            <a:gdLst/>
            <a:ahLst/>
            <a:rect l="0" t="0" r="r" b="b"/>
            <a:pathLst>
              <a:path w="222" h="23">
                <a:moveTo>
                  <a:pt x="0" y="23"/>
                </a:moveTo>
                <a:lnTo>
                  <a:pt x="222" y="0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09" name=""/>
          <p:cNvSpPr/>
          <p:nvPr/>
        </p:nvSpPr>
        <p:spPr>
          <a:xfrm>
            <a:off x="5013720" y="2131560"/>
            <a:ext cx="78120" cy="8280"/>
          </a:xfrm>
          <a:custGeom>
            <a:avLst/>
            <a:gdLst/>
            <a:ahLst/>
            <a:rect l="0" t="0" r="r" b="b"/>
            <a:pathLst>
              <a:path w="217" h="23">
                <a:moveTo>
                  <a:pt x="0" y="23"/>
                </a:moveTo>
                <a:lnTo>
                  <a:pt x="217" y="0"/>
                </a:lnTo>
                <a:lnTo>
                  <a:pt x="217" y="1"/>
                </a:lnTo>
                <a:lnTo>
                  <a:pt x="5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0" name=""/>
          <p:cNvSpPr/>
          <p:nvPr/>
        </p:nvSpPr>
        <p:spPr>
          <a:xfrm>
            <a:off x="5015520" y="2131920"/>
            <a:ext cx="76320" cy="7920"/>
          </a:xfrm>
          <a:custGeom>
            <a:avLst/>
            <a:gdLst/>
            <a:ahLst/>
            <a:rect l="0" t="0" r="r" b="b"/>
            <a:pathLst>
              <a:path w="212" h="22">
                <a:moveTo>
                  <a:pt x="0" y="22"/>
                </a:moveTo>
                <a:lnTo>
                  <a:pt x="212" y="0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1" name=""/>
          <p:cNvSpPr/>
          <p:nvPr/>
        </p:nvSpPr>
        <p:spPr>
          <a:xfrm>
            <a:off x="5017320" y="2131920"/>
            <a:ext cx="74520" cy="7920"/>
          </a:xfrm>
          <a:custGeom>
            <a:avLst/>
            <a:gdLst/>
            <a:ahLst/>
            <a:rect l="0" t="0" r="r" b="b"/>
            <a:pathLst>
              <a:path w="207" h="22">
                <a:moveTo>
                  <a:pt x="0" y="22"/>
                </a:moveTo>
                <a:lnTo>
                  <a:pt x="207" y="0"/>
                </a:lnTo>
                <a:lnTo>
                  <a:pt x="207" y="1"/>
                </a:lnTo>
                <a:lnTo>
                  <a:pt x="5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2" name=""/>
          <p:cNvSpPr/>
          <p:nvPr/>
        </p:nvSpPr>
        <p:spPr>
          <a:xfrm>
            <a:off x="5019120" y="2132280"/>
            <a:ext cx="72720" cy="7560"/>
          </a:xfrm>
          <a:custGeom>
            <a:avLst/>
            <a:gdLst/>
            <a:ahLst/>
            <a:rect l="0" t="0" r="r" b="b"/>
            <a:pathLst>
              <a:path w="202" h="21">
                <a:moveTo>
                  <a:pt x="0" y="21"/>
                </a:moveTo>
                <a:lnTo>
                  <a:pt x="202" y="0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3" name=""/>
          <p:cNvSpPr/>
          <p:nvPr/>
        </p:nvSpPr>
        <p:spPr>
          <a:xfrm>
            <a:off x="5020920" y="2132280"/>
            <a:ext cx="70920" cy="7560"/>
          </a:xfrm>
          <a:custGeom>
            <a:avLst/>
            <a:gdLst/>
            <a:ahLst/>
            <a:rect l="0" t="0" r="r" b="b"/>
            <a:pathLst>
              <a:path w="197" h="21">
                <a:moveTo>
                  <a:pt x="0" y="21"/>
                </a:moveTo>
                <a:lnTo>
                  <a:pt x="197" y="0"/>
                </a:lnTo>
                <a:lnTo>
                  <a:pt x="197" y="1"/>
                </a:lnTo>
                <a:lnTo>
                  <a:pt x="5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4" name=""/>
          <p:cNvSpPr/>
          <p:nvPr/>
        </p:nvSpPr>
        <p:spPr>
          <a:xfrm>
            <a:off x="5022720" y="2132640"/>
            <a:ext cx="69120" cy="7200"/>
          </a:xfrm>
          <a:custGeom>
            <a:avLst/>
            <a:gdLst/>
            <a:ahLst/>
            <a:rect l="0" t="0" r="r" b="b"/>
            <a:pathLst>
              <a:path w="192" h="20">
                <a:moveTo>
                  <a:pt x="0" y="20"/>
                </a:moveTo>
                <a:lnTo>
                  <a:pt x="192" y="0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5" name=""/>
          <p:cNvSpPr/>
          <p:nvPr/>
        </p:nvSpPr>
        <p:spPr>
          <a:xfrm>
            <a:off x="5024520" y="2132640"/>
            <a:ext cx="67320" cy="7200"/>
          </a:xfrm>
          <a:custGeom>
            <a:avLst/>
            <a:gdLst/>
            <a:ahLst/>
            <a:rect l="0" t="0" r="r" b="b"/>
            <a:pathLst>
              <a:path w="187" h="20">
                <a:moveTo>
                  <a:pt x="0" y="20"/>
                </a:moveTo>
                <a:lnTo>
                  <a:pt x="187" y="0"/>
                </a:lnTo>
                <a:lnTo>
                  <a:pt x="187" y="1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6" name=""/>
          <p:cNvSpPr/>
          <p:nvPr/>
        </p:nvSpPr>
        <p:spPr>
          <a:xfrm>
            <a:off x="5026320" y="2133000"/>
            <a:ext cx="65520" cy="6840"/>
          </a:xfrm>
          <a:custGeom>
            <a:avLst/>
            <a:gdLst/>
            <a:ahLst/>
            <a:rect l="0" t="0" r="r" b="b"/>
            <a:pathLst>
              <a:path w="182" h="19">
                <a:moveTo>
                  <a:pt x="0" y="19"/>
                </a:moveTo>
                <a:lnTo>
                  <a:pt x="182" y="0"/>
                </a:lnTo>
                <a:lnTo>
                  <a:pt x="5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7" name=""/>
          <p:cNvSpPr/>
          <p:nvPr/>
        </p:nvSpPr>
        <p:spPr>
          <a:xfrm>
            <a:off x="5028120" y="2133000"/>
            <a:ext cx="63720" cy="6840"/>
          </a:xfrm>
          <a:custGeom>
            <a:avLst/>
            <a:gdLst/>
            <a:ahLst/>
            <a:rect l="0" t="0" r="r" b="b"/>
            <a:pathLst>
              <a:path w="177" h="19">
                <a:moveTo>
                  <a:pt x="0" y="19"/>
                </a:moveTo>
                <a:lnTo>
                  <a:pt x="177" y="0"/>
                </a:lnTo>
                <a:lnTo>
                  <a:pt x="177" y="1"/>
                </a:lnTo>
                <a:lnTo>
                  <a:pt x="4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8" name=""/>
          <p:cNvSpPr/>
          <p:nvPr/>
        </p:nvSpPr>
        <p:spPr>
          <a:xfrm>
            <a:off x="5029560" y="2133360"/>
            <a:ext cx="62280" cy="6480"/>
          </a:xfrm>
          <a:custGeom>
            <a:avLst/>
            <a:gdLst/>
            <a:ahLst/>
            <a:rect l="0" t="0" r="r" b="b"/>
            <a:pathLst>
              <a:path w="173" h="18">
                <a:moveTo>
                  <a:pt x="0" y="18"/>
                </a:moveTo>
                <a:lnTo>
                  <a:pt x="173" y="0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19" name=""/>
          <p:cNvSpPr/>
          <p:nvPr/>
        </p:nvSpPr>
        <p:spPr>
          <a:xfrm>
            <a:off x="5031360" y="2133360"/>
            <a:ext cx="60480" cy="6480"/>
          </a:xfrm>
          <a:custGeom>
            <a:avLst/>
            <a:gdLst/>
            <a:ahLst/>
            <a:rect l="0" t="0" r="r" b="b"/>
            <a:pathLst>
              <a:path w="168" h="18">
                <a:moveTo>
                  <a:pt x="0" y="18"/>
                </a:moveTo>
                <a:lnTo>
                  <a:pt x="168" y="0"/>
                </a:lnTo>
                <a:lnTo>
                  <a:pt x="168" y="1"/>
                </a:lnTo>
                <a:lnTo>
                  <a:pt x="5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0" name=""/>
          <p:cNvSpPr/>
          <p:nvPr/>
        </p:nvSpPr>
        <p:spPr>
          <a:xfrm>
            <a:off x="5033160" y="2133720"/>
            <a:ext cx="58680" cy="6120"/>
          </a:xfrm>
          <a:custGeom>
            <a:avLst/>
            <a:gdLst/>
            <a:ahLst/>
            <a:rect l="0" t="0" r="r" b="b"/>
            <a:pathLst>
              <a:path w="163" h="17">
                <a:moveTo>
                  <a:pt x="0" y="17"/>
                </a:moveTo>
                <a:lnTo>
                  <a:pt x="163" y="0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1" name=""/>
          <p:cNvSpPr/>
          <p:nvPr/>
        </p:nvSpPr>
        <p:spPr>
          <a:xfrm>
            <a:off x="5034960" y="2133720"/>
            <a:ext cx="56880" cy="6120"/>
          </a:xfrm>
          <a:custGeom>
            <a:avLst/>
            <a:gdLst/>
            <a:ahLst/>
            <a:rect l="0" t="0" r="r" b="b"/>
            <a:pathLst>
              <a:path w="158" h="17">
                <a:moveTo>
                  <a:pt x="0" y="17"/>
                </a:moveTo>
                <a:lnTo>
                  <a:pt x="158" y="0"/>
                </a:lnTo>
                <a:lnTo>
                  <a:pt x="158" y="1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2" name=""/>
          <p:cNvSpPr/>
          <p:nvPr/>
        </p:nvSpPr>
        <p:spPr>
          <a:xfrm>
            <a:off x="5036760" y="2134080"/>
            <a:ext cx="55080" cy="5760"/>
          </a:xfrm>
          <a:custGeom>
            <a:avLst/>
            <a:gdLst/>
            <a:ahLst/>
            <a:rect l="0" t="0" r="r" b="b"/>
            <a:pathLst>
              <a:path w="153" h="16">
                <a:moveTo>
                  <a:pt x="0" y="16"/>
                </a:moveTo>
                <a:lnTo>
                  <a:pt x="153" y="0"/>
                </a:lnTo>
                <a:lnTo>
                  <a:pt x="5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3" name=""/>
          <p:cNvSpPr/>
          <p:nvPr/>
        </p:nvSpPr>
        <p:spPr>
          <a:xfrm>
            <a:off x="5038560" y="2134080"/>
            <a:ext cx="53280" cy="6120"/>
          </a:xfrm>
          <a:custGeom>
            <a:avLst/>
            <a:gdLst/>
            <a:ahLst/>
            <a:rect l="0" t="0" r="r" b="b"/>
            <a:pathLst>
              <a:path w="148" h="17">
                <a:moveTo>
                  <a:pt x="0" y="17"/>
                </a:moveTo>
                <a:lnTo>
                  <a:pt x="148" y="0"/>
                </a:lnTo>
                <a:lnTo>
                  <a:pt x="148" y="2"/>
                </a:lnTo>
                <a:lnTo>
                  <a:pt x="5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4" name=""/>
          <p:cNvSpPr/>
          <p:nvPr/>
        </p:nvSpPr>
        <p:spPr>
          <a:xfrm>
            <a:off x="5040360" y="2134440"/>
            <a:ext cx="51480" cy="5400"/>
          </a:xfrm>
          <a:custGeom>
            <a:avLst/>
            <a:gdLst/>
            <a:ahLst/>
            <a:rect l="0" t="0" r="r" b="b"/>
            <a:pathLst>
              <a:path w="143" h="15">
                <a:moveTo>
                  <a:pt x="0" y="15"/>
                </a:moveTo>
                <a:lnTo>
                  <a:pt x="143" y="0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5" name=""/>
          <p:cNvSpPr/>
          <p:nvPr/>
        </p:nvSpPr>
        <p:spPr>
          <a:xfrm>
            <a:off x="5042160" y="2134440"/>
            <a:ext cx="49680" cy="5400"/>
          </a:xfrm>
          <a:custGeom>
            <a:avLst/>
            <a:gdLst/>
            <a:ahLst/>
            <a:rect l="0" t="0" r="r" b="b"/>
            <a:pathLst>
              <a:path w="138" h="15">
                <a:moveTo>
                  <a:pt x="0" y="15"/>
                </a:moveTo>
                <a:lnTo>
                  <a:pt x="138" y="0"/>
                </a:lnTo>
                <a:lnTo>
                  <a:pt x="138" y="1"/>
                </a:lnTo>
                <a:lnTo>
                  <a:pt x="5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6" name=""/>
          <p:cNvSpPr/>
          <p:nvPr/>
        </p:nvSpPr>
        <p:spPr>
          <a:xfrm>
            <a:off x="5043960" y="2134800"/>
            <a:ext cx="47880" cy="5040"/>
          </a:xfrm>
          <a:custGeom>
            <a:avLst/>
            <a:gdLst/>
            <a:ahLst/>
            <a:rect l="0" t="0" r="r" b="b"/>
            <a:pathLst>
              <a:path w="133" h="14">
                <a:moveTo>
                  <a:pt x="0" y="14"/>
                </a:moveTo>
                <a:lnTo>
                  <a:pt x="133" y="0"/>
                </a:lnTo>
                <a:lnTo>
                  <a:pt x="5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7" name=""/>
          <p:cNvSpPr/>
          <p:nvPr/>
        </p:nvSpPr>
        <p:spPr>
          <a:xfrm>
            <a:off x="5045760" y="2134800"/>
            <a:ext cx="46080" cy="5040"/>
          </a:xfrm>
          <a:custGeom>
            <a:avLst/>
            <a:gdLst/>
            <a:ahLst/>
            <a:rect l="0" t="0" r="r" b="b"/>
            <a:pathLst>
              <a:path w="128" h="14">
                <a:moveTo>
                  <a:pt x="0" y="14"/>
                </a:moveTo>
                <a:lnTo>
                  <a:pt x="128" y="0"/>
                </a:lnTo>
                <a:lnTo>
                  <a:pt x="128" y="1"/>
                </a:lnTo>
                <a:lnTo>
                  <a:pt x="4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8" name=""/>
          <p:cNvSpPr/>
          <p:nvPr/>
        </p:nvSpPr>
        <p:spPr>
          <a:xfrm>
            <a:off x="5047200" y="2135160"/>
            <a:ext cx="44640" cy="4680"/>
          </a:xfrm>
          <a:custGeom>
            <a:avLst/>
            <a:gdLst/>
            <a:ahLst/>
            <a:rect l="0" t="0" r="r" b="b"/>
            <a:pathLst>
              <a:path w="124" h="13">
                <a:moveTo>
                  <a:pt x="0" y="13"/>
                </a:moveTo>
                <a:lnTo>
                  <a:pt x="124" y="0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29" name=""/>
          <p:cNvSpPr/>
          <p:nvPr/>
        </p:nvSpPr>
        <p:spPr>
          <a:xfrm>
            <a:off x="5049000" y="2135160"/>
            <a:ext cx="42840" cy="4680"/>
          </a:xfrm>
          <a:custGeom>
            <a:avLst/>
            <a:gdLst/>
            <a:ahLst/>
            <a:rect l="0" t="0" r="r" b="b"/>
            <a:pathLst>
              <a:path w="119" h="13">
                <a:moveTo>
                  <a:pt x="0" y="13"/>
                </a:moveTo>
                <a:lnTo>
                  <a:pt x="119" y="0"/>
                </a:lnTo>
                <a:lnTo>
                  <a:pt x="119" y="1"/>
                </a:lnTo>
                <a:lnTo>
                  <a:pt x="10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30" name=""/>
          <p:cNvSpPr/>
          <p:nvPr/>
        </p:nvSpPr>
        <p:spPr>
          <a:xfrm>
            <a:off x="5052600" y="2135520"/>
            <a:ext cx="39240" cy="4320"/>
          </a:xfrm>
          <a:custGeom>
            <a:avLst/>
            <a:gdLst/>
            <a:ahLst/>
            <a:rect l="0" t="0" r="r" b="b"/>
            <a:pathLst>
              <a:path w="109" h="12">
                <a:moveTo>
                  <a:pt x="0" y="12"/>
                </a:moveTo>
                <a:lnTo>
                  <a:pt x="109" y="0"/>
                </a:lnTo>
                <a:lnTo>
                  <a:pt x="109" y="1"/>
                </a:lnTo>
                <a:lnTo>
                  <a:pt x="5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31" name=""/>
          <p:cNvSpPr/>
          <p:nvPr/>
        </p:nvSpPr>
        <p:spPr>
          <a:xfrm>
            <a:off x="5054400" y="2135880"/>
            <a:ext cx="37440" cy="3960"/>
          </a:xfrm>
          <a:custGeom>
            <a:avLst/>
            <a:gdLst/>
            <a:ahLst/>
            <a:rect l="0" t="0" r="r" b="b"/>
            <a:pathLst>
              <a:path w="104" h="11">
                <a:moveTo>
                  <a:pt x="0" y="11"/>
                </a:moveTo>
                <a:lnTo>
                  <a:pt x="104" y="0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32" name=""/>
          <p:cNvSpPr/>
          <p:nvPr/>
        </p:nvSpPr>
        <p:spPr>
          <a:xfrm>
            <a:off x="5056200" y="2135880"/>
            <a:ext cx="35640" cy="3960"/>
          </a:xfrm>
          <a:custGeom>
            <a:avLst/>
            <a:gdLst/>
            <a:ahLst/>
            <a:rect l="0" t="0" r="r" b="b"/>
            <a:pathLst>
              <a:path w="99" h="11">
                <a:moveTo>
                  <a:pt x="0" y="11"/>
                </a:moveTo>
                <a:lnTo>
                  <a:pt x="99" y="0"/>
                </a:lnTo>
                <a:lnTo>
                  <a:pt x="99" y="1"/>
                </a:lnTo>
                <a:lnTo>
                  <a:pt x="5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33" name=""/>
          <p:cNvSpPr/>
          <p:nvPr/>
        </p:nvSpPr>
        <p:spPr>
          <a:xfrm>
            <a:off x="5058000" y="2136240"/>
            <a:ext cx="33840" cy="3600"/>
          </a:xfrm>
          <a:custGeom>
            <a:avLst/>
            <a:gdLst/>
            <a:ahLst/>
            <a:rect l="0" t="0" r="r" b="b"/>
            <a:pathLst>
              <a:path w="94" h="10">
                <a:moveTo>
                  <a:pt x="0" y="10"/>
                </a:moveTo>
                <a:lnTo>
                  <a:pt x="94" y="0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34" name=""/>
          <p:cNvSpPr/>
          <p:nvPr/>
        </p:nvSpPr>
        <p:spPr>
          <a:xfrm>
            <a:off x="5059800" y="2136240"/>
            <a:ext cx="32040" cy="3600"/>
          </a:xfrm>
          <a:custGeom>
            <a:avLst/>
            <a:gdLst/>
            <a:ahLst/>
            <a:rect l="0" t="0" r="r" b="b"/>
            <a:pathLst>
              <a:path w="89" h="10">
                <a:moveTo>
                  <a:pt x="0" y="10"/>
                </a:moveTo>
                <a:lnTo>
                  <a:pt x="89" y="0"/>
                </a:lnTo>
                <a:lnTo>
                  <a:pt x="89" y="1"/>
                </a:lnTo>
                <a:lnTo>
                  <a:pt x="5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35" name=""/>
          <p:cNvSpPr/>
          <p:nvPr/>
        </p:nvSpPr>
        <p:spPr>
          <a:xfrm>
            <a:off x="5061600" y="2136600"/>
            <a:ext cx="30240" cy="3240"/>
          </a:xfrm>
          <a:custGeom>
            <a:avLst/>
            <a:gdLst/>
            <a:ahLst/>
            <a:rect l="0" t="0" r="r" b="b"/>
            <a:pathLst>
              <a:path w="84" h="9">
                <a:moveTo>
                  <a:pt x="0" y="9"/>
                </a:moveTo>
                <a:lnTo>
                  <a:pt x="84" y="0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36" name=""/>
          <p:cNvSpPr/>
          <p:nvPr/>
        </p:nvSpPr>
        <p:spPr>
          <a:xfrm>
            <a:off x="5063400" y="2136600"/>
            <a:ext cx="28440" cy="3240"/>
          </a:xfrm>
          <a:custGeom>
            <a:avLst/>
            <a:gdLst/>
            <a:ahLst/>
            <a:rect l="0" t="0" r="r" b="b"/>
            <a:pathLst>
              <a:path w="79" h="9">
                <a:moveTo>
                  <a:pt x="0" y="9"/>
                </a:moveTo>
                <a:lnTo>
                  <a:pt x="79" y="0"/>
                </a:lnTo>
                <a:lnTo>
                  <a:pt x="79" y="1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37" name=""/>
          <p:cNvSpPr/>
          <p:nvPr/>
        </p:nvSpPr>
        <p:spPr>
          <a:xfrm>
            <a:off x="5065200" y="2136960"/>
            <a:ext cx="26640" cy="2880"/>
          </a:xfrm>
          <a:custGeom>
            <a:avLst/>
            <a:gdLst/>
            <a:ahLst/>
            <a:rect l="0" t="0" r="r" b="b"/>
            <a:pathLst>
              <a:path w="74" h="8">
                <a:moveTo>
                  <a:pt x="0" y="8"/>
                </a:moveTo>
                <a:lnTo>
                  <a:pt x="74" y="0"/>
                </a:lnTo>
                <a:lnTo>
                  <a:pt x="4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38" name=""/>
          <p:cNvSpPr/>
          <p:nvPr/>
        </p:nvSpPr>
        <p:spPr>
          <a:xfrm>
            <a:off x="5066640" y="2136960"/>
            <a:ext cx="25200" cy="3240"/>
          </a:xfrm>
          <a:custGeom>
            <a:avLst/>
            <a:gdLst/>
            <a:ahLst/>
            <a:rect l="0" t="0" r="r" b="b"/>
            <a:pathLst>
              <a:path w="70" h="9">
                <a:moveTo>
                  <a:pt x="0" y="9"/>
                </a:moveTo>
                <a:lnTo>
                  <a:pt x="70" y="0"/>
                </a:lnTo>
                <a:lnTo>
                  <a:pt x="70" y="2"/>
                </a:lnTo>
                <a:lnTo>
                  <a:pt x="5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39" name=""/>
          <p:cNvSpPr/>
          <p:nvPr/>
        </p:nvSpPr>
        <p:spPr>
          <a:xfrm>
            <a:off x="5068440" y="2137320"/>
            <a:ext cx="23400" cy="2520"/>
          </a:xfrm>
          <a:custGeom>
            <a:avLst/>
            <a:gdLst/>
            <a:ahLst/>
            <a:rect l="0" t="0" r="r" b="b"/>
            <a:pathLst>
              <a:path w="65" h="7">
                <a:moveTo>
                  <a:pt x="0" y="7"/>
                </a:moveTo>
                <a:lnTo>
                  <a:pt x="65" y="0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0" name=""/>
          <p:cNvSpPr/>
          <p:nvPr/>
        </p:nvSpPr>
        <p:spPr>
          <a:xfrm>
            <a:off x="5070240" y="2137320"/>
            <a:ext cx="21600" cy="2880"/>
          </a:xfrm>
          <a:custGeom>
            <a:avLst/>
            <a:gdLst/>
            <a:ahLst/>
            <a:rect l="0" t="0" r="r" b="b"/>
            <a:pathLst>
              <a:path w="60" h="8">
                <a:moveTo>
                  <a:pt x="0" y="8"/>
                </a:moveTo>
                <a:lnTo>
                  <a:pt x="60" y="0"/>
                </a:lnTo>
                <a:lnTo>
                  <a:pt x="60" y="2"/>
                </a:lnTo>
                <a:lnTo>
                  <a:pt x="5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1" name=""/>
          <p:cNvSpPr/>
          <p:nvPr/>
        </p:nvSpPr>
        <p:spPr>
          <a:xfrm>
            <a:off x="5072040" y="2137680"/>
            <a:ext cx="19800" cy="2160"/>
          </a:xfrm>
          <a:custGeom>
            <a:avLst/>
            <a:gdLst/>
            <a:ahLst/>
            <a:rect l="0" t="0" r="r" b="b"/>
            <a:pathLst>
              <a:path w="55" h="6">
                <a:moveTo>
                  <a:pt x="0" y="6"/>
                </a:moveTo>
                <a:lnTo>
                  <a:pt x="55" y="0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2" name=""/>
          <p:cNvSpPr/>
          <p:nvPr/>
        </p:nvSpPr>
        <p:spPr>
          <a:xfrm>
            <a:off x="5073840" y="213768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50" y="1"/>
                </a:lnTo>
                <a:lnTo>
                  <a:pt x="5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3" name=""/>
          <p:cNvSpPr/>
          <p:nvPr/>
        </p:nvSpPr>
        <p:spPr>
          <a:xfrm>
            <a:off x="5075640" y="2138040"/>
            <a:ext cx="16200" cy="1800"/>
          </a:xfrm>
          <a:custGeom>
            <a:avLst/>
            <a:gdLst/>
            <a:ahLst/>
            <a:rect l="0" t="0" r="r" b="b"/>
            <a:pathLst>
              <a:path w="45" h="5">
                <a:moveTo>
                  <a:pt x="0" y="5"/>
                </a:moveTo>
                <a:lnTo>
                  <a:pt x="45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4" name=""/>
          <p:cNvSpPr/>
          <p:nvPr/>
        </p:nvSpPr>
        <p:spPr>
          <a:xfrm>
            <a:off x="5077440" y="2138040"/>
            <a:ext cx="14400" cy="1800"/>
          </a:xfrm>
          <a:custGeom>
            <a:avLst/>
            <a:gdLst/>
            <a:ahLst/>
            <a:rect l="0" t="0" r="r" b="b"/>
            <a:pathLst>
              <a:path w="40" h="5">
                <a:moveTo>
                  <a:pt x="0" y="5"/>
                </a:moveTo>
                <a:lnTo>
                  <a:pt x="40" y="0"/>
                </a:lnTo>
                <a:lnTo>
                  <a:pt x="40" y="1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5" name=""/>
          <p:cNvSpPr/>
          <p:nvPr/>
        </p:nvSpPr>
        <p:spPr>
          <a:xfrm>
            <a:off x="5079240" y="2138400"/>
            <a:ext cx="12600" cy="1440"/>
          </a:xfrm>
          <a:custGeom>
            <a:avLst/>
            <a:gdLst/>
            <a:ahLst/>
            <a:rect l="0" t="0" r="r" b="b"/>
            <a:pathLst>
              <a:path w="35" h="4">
                <a:moveTo>
                  <a:pt x="0" y="4"/>
                </a:moveTo>
                <a:lnTo>
                  <a:pt x="35" y="0"/>
                </a:lnTo>
                <a:lnTo>
                  <a:pt x="5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6" name=""/>
          <p:cNvSpPr/>
          <p:nvPr/>
        </p:nvSpPr>
        <p:spPr>
          <a:xfrm>
            <a:off x="5081040" y="2138400"/>
            <a:ext cx="10800" cy="1800"/>
          </a:xfrm>
          <a:custGeom>
            <a:avLst/>
            <a:gdLst/>
            <a:ahLst/>
            <a:rect l="0" t="0" r="r" b="b"/>
            <a:pathLst>
              <a:path w="30" h="5">
                <a:moveTo>
                  <a:pt x="0" y="5"/>
                </a:moveTo>
                <a:lnTo>
                  <a:pt x="30" y="0"/>
                </a:lnTo>
                <a:lnTo>
                  <a:pt x="30" y="2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7" name=""/>
          <p:cNvSpPr/>
          <p:nvPr/>
        </p:nvSpPr>
        <p:spPr>
          <a:xfrm>
            <a:off x="5082840" y="2138760"/>
            <a:ext cx="9000" cy="1080"/>
          </a:xfrm>
          <a:custGeom>
            <a:avLst/>
            <a:gdLst/>
            <a:ahLst/>
            <a:rect l="0" t="0" r="r" b="b"/>
            <a:pathLst>
              <a:path w="25" h="3">
                <a:moveTo>
                  <a:pt x="0" y="3"/>
                </a:moveTo>
                <a:lnTo>
                  <a:pt x="25" y="0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8" name=""/>
          <p:cNvSpPr/>
          <p:nvPr/>
        </p:nvSpPr>
        <p:spPr>
          <a:xfrm>
            <a:off x="5084280" y="213876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49" name=""/>
          <p:cNvSpPr/>
          <p:nvPr/>
        </p:nvSpPr>
        <p:spPr>
          <a:xfrm>
            <a:off x="5086080" y="2139120"/>
            <a:ext cx="5760" cy="720"/>
          </a:xfrm>
          <a:custGeom>
            <a:avLst/>
            <a:gdLst/>
            <a:ahLst/>
            <a:rect l="0" t="0" r="r" b="b"/>
            <a:pathLst>
              <a:path w="16" h="2">
                <a:moveTo>
                  <a:pt x="0" y="2"/>
                </a:moveTo>
                <a:lnTo>
                  <a:pt x="16" y="0"/>
                </a:lnTo>
                <a:lnTo>
                  <a:pt x="6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50" name=""/>
          <p:cNvSpPr/>
          <p:nvPr/>
        </p:nvSpPr>
        <p:spPr>
          <a:xfrm>
            <a:off x="5087880" y="213912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5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51" name=""/>
          <p:cNvSpPr/>
          <p:nvPr/>
        </p:nvSpPr>
        <p:spPr>
          <a:xfrm>
            <a:off x="5089680" y="2139480"/>
            <a:ext cx="1800" cy="0"/>
          </a:xfrm>
          <a:custGeom>
            <a:avLst/>
            <a:gdLst/>
            <a:ahLst/>
            <a:rect l="0" t="0" r="r" b="b"/>
            <a:pathLst>
              <a:path w="5" h="0">
                <a:moveTo>
                  <a:pt x="0" y="0"/>
                </a:moveTo>
                <a:lnTo>
                  <a:pt x="5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352" name=""/>
          <p:cNvSpPr/>
          <p:nvPr/>
        </p:nvSpPr>
        <p:spPr>
          <a:xfrm>
            <a:off x="4866120" y="2116800"/>
            <a:ext cx="225720" cy="23040"/>
          </a:xfrm>
          <a:custGeom>
            <a:avLst/>
            <a:gdLst/>
            <a:ahLst/>
            <a:rect l="0" t="0" r="r" b="b"/>
            <a:pathLst>
              <a:path w="627" h="64">
                <a:moveTo>
                  <a:pt x="0" y="64"/>
                </a:moveTo>
                <a:lnTo>
                  <a:pt x="627" y="64"/>
                </a:lnTo>
                <a:lnTo>
                  <a:pt x="627" y="0"/>
                </a:lnTo>
                <a:lnTo>
                  <a:pt x="0" y="0"/>
                </a:lnTo>
                <a:lnTo>
                  <a:pt x="0" y="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53" name=""/>
          <p:cNvSpPr/>
          <p:nvPr/>
        </p:nvSpPr>
        <p:spPr>
          <a:xfrm>
            <a:off x="4893480" y="2139480"/>
            <a:ext cx="5760" cy="1440"/>
          </a:xfrm>
          <a:custGeom>
            <a:avLst/>
            <a:gdLst/>
            <a:ahLst/>
            <a:rect l="0" t="0" r="r" b="b"/>
            <a:pathLst>
              <a:path w="16" h="4">
                <a:moveTo>
                  <a:pt x="0" y="0"/>
                </a:moveTo>
                <a:lnTo>
                  <a:pt x="1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54" name=""/>
          <p:cNvSpPr/>
          <p:nvPr/>
        </p:nvSpPr>
        <p:spPr>
          <a:xfrm>
            <a:off x="4893480" y="2139480"/>
            <a:ext cx="8280" cy="1440"/>
          </a:xfrm>
          <a:custGeom>
            <a:avLst/>
            <a:gdLst/>
            <a:ahLst/>
            <a:rect l="0" t="0" r="r" b="b"/>
            <a:pathLst>
              <a:path w="23" h="4">
                <a:moveTo>
                  <a:pt x="0" y="3"/>
                </a:moveTo>
                <a:lnTo>
                  <a:pt x="16" y="0"/>
                </a:lnTo>
                <a:lnTo>
                  <a:pt x="23" y="0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55" name=""/>
          <p:cNvSpPr/>
          <p:nvPr/>
        </p:nvSpPr>
        <p:spPr>
          <a:xfrm>
            <a:off x="4893480" y="2139480"/>
            <a:ext cx="10800" cy="1800"/>
          </a:xfrm>
          <a:custGeom>
            <a:avLst/>
            <a:gdLst/>
            <a:ahLst/>
            <a:rect l="0" t="0" r="r" b="b"/>
            <a:pathLst>
              <a:path w="30" h="5">
                <a:moveTo>
                  <a:pt x="0" y="4"/>
                </a:moveTo>
                <a:lnTo>
                  <a:pt x="22" y="0"/>
                </a:lnTo>
                <a:lnTo>
                  <a:pt x="30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56" name=""/>
          <p:cNvSpPr/>
          <p:nvPr/>
        </p:nvSpPr>
        <p:spPr>
          <a:xfrm>
            <a:off x="4893480" y="2139480"/>
            <a:ext cx="13680" cy="2160"/>
          </a:xfrm>
          <a:custGeom>
            <a:avLst/>
            <a:gdLst/>
            <a:ahLst/>
            <a:rect l="0" t="0" r="r" b="b"/>
            <a:pathLst>
              <a:path w="38" h="6">
                <a:moveTo>
                  <a:pt x="0" y="5"/>
                </a:moveTo>
                <a:lnTo>
                  <a:pt x="29" y="0"/>
                </a:lnTo>
                <a:lnTo>
                  <a:pt x="38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57" name=""/>
          <p:cNvSpPr/>
          <p:nvPr/>
        </p:nvSpPr>
        <p:spPr>
          <a:xfrm>
            <a:off x="4893480" y="2139480"/>
            <a:ext cx="16200" cy="2520"/>
          </a:xfrm>
          <a:custGeom>
            <a:avLst/>
            <a:gdLst/>
            <a:ahLst/>
            <a:rect l="0" t="0" r="r" b="b"/>
            <a:pathLst>
              <a:path w="45" h="7">
                <a:moveTo>
                  <a:pt x="0" y="6"/>
                </a:moveTo>
                <a:lnTo>
                  <a:pt x="38" y="0"/>
                </a:lnTo>
                <a:lnTo>
                  <a:pt x="45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58" name=""/>
          <p:cNvSpPr/>
          <p:nvPr/>
        </p:nvSpPr>
        <p:spPr>
          <a:xfrm>
            <a:off x="4893480" y="2139480"/>
            <a:ext cx="19080" cy="2880"/>
          </a:xfrm>
          <a:custGeom>
            <a:avLst/>
            <a:gdLst/>
            <a:ahLst/>
            <a:rect l="0" t="0" r="r" b="b"/>
            <a:pathLst>
              <a:path w="53" h="8">
                <a:moveTo>
                  <a:pt x="0" y="7"/>
                </a:moveTo>
                <a:lnTo>
                  <a:pt x="44" y="0"/>
                </a:lnTo>
                <a:lnTo>
                  <a:pt x="53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59" name=""/>
          <p:cNvSpPr/>
          <p:nvPr/>
        </p:nvSpPr>
        <p:spPr>
          <a:xfrm>
            <a:off x="4893480" y="2139480"/>
            <a:ext cx="21600" cy="3240"/>
          </a:xfrm>
          <a:custGeom>
            <a:avLst/>
            <a:gdLst/>
            <a:ahLst/>
            <a:rect l="0" t="0" r="r" b="b"/>
            <a:pathLst>
              <a:path w="60" h="9">
                <a:moveTo>
                  <a:pt x="0" y="8"/>
                </a:moveTo>
                <a:lnTo>
                  <a:pt x="53" y="0"/>
                </a:lnTo>
                <a:lnTo>
                  <a:pt x="60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0" name=""/>
          <p:cNvSpPr/>
          <p:nvPr/>
        </p:nvSpPr>
        <p:spPr>
          <a:xfrm>
            <a:off x="4893480" y="2139480"/>
            <a:ext cx="27000" cy="3960"/>
          </a:xfrm>
          <a:custGeom>
            <a:avLst/>
            <a:gdLst/>
            <a:ahLst/>
            <a:rect l="0" t="0" r="r" b="b"/>
            <a:pathLst>
              <a:path w="75" h="11">
                <a:moveTo>
                  <a:pt x="0" y="9"/>
                </a:moveTo>
                <a:lnTo>
                  <a:pt x="60" y="0"/>
                </a:lnTo>
                <a:lnTo>
                  <a:pt x="75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1" name=""/>
          <p:cNvSpPr/>
          <p:nvPr/>
        </p:nvSpPr>
        <p:spPr>
          <a:xfrm>
            <a:off x="4893480" y="2139480"/>
            <a:ext cx="28080" cy="4320"/>
          </a:xfrm>
          <a:custGeom>
            <a:avLst/>
            <a:gdLst/>
            <a:ahLst/>
            <a:rect l="0" t="0" r="r" b="b"/>
            <a:pathLst>
              <a:path w="78" h="12">
                <a:moveTo>
                  <a:pt x="0" y="11"/>
                </a:moveTo>
                <a:lnTo>
                  <a:pt x="74" y="0"/>
                </a:lnTo>
                <a:lnTo>
                  <a:pt x="78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2" name=""/>
          <p:cNvSpPr/>
          <p:nvPr/>
        </p:nvSpPr>
        <p:spPr>
          <a:xfrm>
            <a:off x="4893480" y="2139480"/>
            <a:ext cx="29520" cy="4320"/>
          </a:xfrm>
          <a:custGeom>
            <a:avLst/>
            <a:gdLst/>
            <a:ahLst/>
            <a:rect l="0" t="0" r="r" b="b"/>
            <a:pathLst>
              <a:path w="82" h="12">
                <a:moveTo>
                  <a:pt x="0" y="12"/>
                </a:moveTo>
                <a:lnTo>
                  <a:pt x="78" y="0"/>
                </a:lnTo>
                <a:lnTo>
                  <a:pt x="82" y="0"/>
                </a:lnTo>
                <a:lnTo>
                  <a:pt x="0" y="12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3" name=""/>
          <p:cNvSpPr/>
          <p:nvPr/>
        </p:nvSpPr>
        <p:spPr>
          <a:xfrm>
            <a:off x="4893480" y="2139480"/>
            <a:ext cx="32040" cy="4680"/>
          </a:xfrm>
          <a:custGeom>
            <a:avLst/>
            <a:gdLst/>
            <a:ahLst/>
            <a:rect l="0" t="0" r="r" b="b"/>
            <a:pathLst>
              <a:path w="89" h="13">
                <a:moveTo>
                  <a:pt x="0" y="12"/>
                </a:moveTo>
                <a:lnTo>
                  <a:pt x="82" y="0"/>
                </a:lnTo>
                <a:lnTo>
                  <a:pt x="89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4" name=""/>
          <p:cNvSpPr/>
          <p:nvPr/>
        </p:nvSpPr>
        <p:spPr>
          <a:xfrm>
            <a:off x="4893480" y="2139480"/>
            <a:ext cx="34920" cy="5040"/>
          </a:xfrm>
          <a:custGeom>
            <a:avLst/>
            <a:gdLst/>
            <a:ahLst/>
            <a:rect l="0" t="0" r="r" b="b"/>
            <a:pathLst>
              <a:path w="97" h="14">
                <a:moveTo>
                  <a:pt x="0" y="13"/>
                </a:moveTo>
                <a:lnTo>
                  <a:pt x="89" y="0"/>
                </a:lnTo>
                <a:lnTo>
                  <a:pt x="97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5" name=""/>
          <p:cNvSpPr/>
          <p:nvPr/>
        </p:nvSpPr>
        <p:spPr>
          <a:xfrm>
            <a:off x="4893480" y="2139480"/>
            <a:ext cx="36360" cy="5400"/>
          </a:xfrm>
          <a:custGeom>
            <a:avLst/>
            <a:gdLst/>
            <a:ahLst/>
            <a:rect l="0" t="0" r="r" b="b"/>
            <a:pathLst>
              <a:path w="101" h="15">
                <a:moveTo>
                  <a:pt x="0" y="14"/>
                </a:moveTo>
                <a:lnTo>
                  <a:pt x="97" y="0"/>
                </a:lnTo>
                <a:lnTo>
                  <a:pt x="101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6" name=""/>
          <p:cNvSpPr/>
          <p:nvPr/>
        </p:nvSpPr>
        <p:spPr>
          <a:xfrm>
            <a:off x="4893480" y="2139480"/>
            <a:ext cx="37440" cy="5400"/>
          </a:xfrm>
          <a:custGeom>
            <a:avLst/>
            <a:gdLst/>
            <a:ahLst/>
            <a:rect l="0" t="0" r="r" b="b"/>
            <a:pathLst>
              <a:path w="104" h="15">
                <a:moveTo>
                  <a:pt x="0" y="15"/>
                </a:moveTo>
                <a:lnTo>
                  <a:pt x="101" y="0"/>
                </a:lnTo>
                <a:lnTo>
                  <a:pt x="104" y="0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7" name=""/>
          <p:cNvSpPr/>
          <p:nvPr/>
        </p:nvSpPr>
        <p:spPr>
          <a:xfrm>
            <a:off x="4893480" y="2139480"/>
            <a:ext cx="40320" cy="5760"/>
          </a:xfrm>
          <a:custGeom>
            <a:avLst/>
            <a:gdLst/>
            <a:ahLst/>
            <a:rect l="0" t="0" r="r" b="b"/>
            <a:pathLst>
              <a:path w="112" h="16">
                <a:moveTo>
                  <a:pt x="0" y="15"/>
                </a:moveTo>
                <a:lnTo>
                  <a:pt x="104" y="0"/>
                </a:lnTo>
                <a:lnTo>
                  <a:pt x="112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8" name=""/>
          <p:cNvSpPr/>
          <p:nvPr/>
        </p:nvSpPr>
        <p:spPr>
          <a:xfrm>
            <a:off x="4893480" y="2139480"/>
            <a:ext cx="41400" cy="6120"/>
          </a:xfrm>
          <a:custGeom>
            <a:avLst/>
            <a:gdLst/>
            <a:ahLst/>
            <a:rect l="0" t="0" r="r" b="b"/>
            <a:pathLst>
              <a:path w="115" h="17">
                <a:moveTo>
                  <a:pt x="0" y="16"/>
                </a:moveTo>
                <a:lnTo>
                  <a:pt x="112" y="0"/>
                </a:lnTo>
                <a:lnTo>
                  <a:pt x="115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69" name=""/>
          <p:cNvSpPr/>
          <p:nvPr/>
        </p:nvSpPr>
        <p:spPr>
          <a:xfrm>
            <a:off x="4893480" y="2139480"/>
            <a:ext cx="42840" cy="6120"/>
          </a:xfrm>
          <a:custGeom>
            <a:avLst/>
            <a:gdLst/>
            <a:ahLst/>
            <a:rect l="0" t="0" r="r" b="b"/>
            <a:pathLst>
              <a:path w="119" h="17">
                <a:moveTo>
                  <a:pt x="0" y="17"/>
                </a:moveTo>
                <a:lnTo>
                  <a:pt x="115" y="0"/>
                </a:lnTo>
                <a:lnTo>
                  <a:pt x="119" y="0"/>
                </a:lnTo>
                <a:lnTo>
                  <a:pt x="0" y="17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0" name=""/>
          <p:cNvSpPr/>
          <p:nvPr/>
        </p:nvSpPr>
        <p:spPr>
          <a:xfrm>
            <a:off x="4893480" y="2139480"/>
            <a:ext cx="45360" cy="6840"/>
          </a:xfrm>
          <a:custGeom>
            <a:avLst/>
            <a:gdLst/>
            <a:ahLst/>
            <a:rect l="0" t="0" r="r" b="b"/>
            <a:pathLst>
              <a:path w="126" h="19">
                <a:moveTo>
                  <a:pt x="0" y="17"/>
                </a:moveTo>
                <a:lnTo>
                  <a:pt x="119" y="0"/>
                </a:lnTo>
                <a:lnTo>
                  <a:pt x="126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1" name=""/>
          <p:cNvSpPr/>
          <p:nvPr/>
        </p:nvSpPr>
        <p:spPr>
          <a:xfrm>
            <a:off x="4893480" y="2139480"/>
            <a:ext cx="48240" cy="6840"/>
          </a:xfrm>
          <a:custGeom>
            <a:avLst/>
            <a:gdLst/>
            <a:ahLst/>
            <a:rect l="0" t="0" r="r" b="b"/>
            <a:pathLst>
              <a:path w="134" h="19">
                <a:moveTo>
                  <a:pt x="0" y="18"/>
                </a:moveTo>
                <a:lnTo>
                  <a:pt x="126" y="0"/>
                </a:lnTo>
                <a:lnTo>
                  <a:pt x="134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2" name=""/>
          <p:cNvSpPr/>
          <p:nvPr/>
        </p:nvSpPr>
        <p:spPr>
          <a:xfrm>
            <a:off x="4893480" y="2139480"/>
            <a:ext cx="50760" cy="7200"/>
          </a:xfrm>
          <a:custGeom>
            <a:avLst/>
            <a:gdLst/>
            <a:ahLst/>
            <a:rect l="0" t="0" r="r" b="b"/>
            <a:pathLst>
              <a:path w="141" h="20">
                <a:moveTo>
                  <a:pt x="0" y="19"/>
                </a:moveTo>
                <a:lnTo>
                  <a:pt x="134" y="0"/>
                </a:lnTo>
                <a:lnTo>
                  <a:pt x="141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3" name=""/>
          <p:cNvSpPr/>
          <p:nvPr/>
        </p:nvSpPr>
        <p:spPr>
          <a:xfrm>
            <a:off x="4893480" y="2139480"/>
            <a:ext cx="53640" cy="7560"/>
          </a:xfrm>
          <a:custGeom>
            <a:avLst/>
            <a:gdLst/>
            <a:ahLst/>
            <a:rect l="0" t="0" r="r" b="b"/>
            <a:pathLst>
              <a:path w="149" h="21">
                <a:moveTo>
                  <a:pt x="0" y="20"/>
                </a:moveTo>
                <a:lnTo>
                  <a:pt x="141" y="0"/>
                </a:lnTo>
                <a:lnTo>
                  <a:pt x="149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4" name=""/>
          <p:cNvSpPr/>
          <p:nvPr/>
        </p:nvSpPr>
        <p:spPr>
          <a:xfrm>
            <a:off x="4893480" y="2139480"/>
            <a:ext cx="56160" cy="7920"/>
          </a:xfrm>
          <a:custGeom>
            <a:avLst/>
            <a:gdLst/>
            <a:ahLst/>
            <a:rect l="0" t="0" r="r" b="b"/>
            <a:pathLst>
              <a:path w="156" h="22">
                <a:moveTo>
                  <a:pt x="0" y="21"/>
                </a:moveTo>
                <a:lnTo>
                  <a:pt x="149" y="0"/>
                </a:lnTo>
                <a:lnTo>
                  <a:pt x="156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5" name=""/>
          <p:cNvSpPr/>
          <p:nvPr/>
        </p:nvSpPr>
        <p:spPr>
          <a:xfrm>
            <a:off x="4893480" y="2139480"/>
            <a:ext cx="57600" cy="7920"/>
          </a:xfrm>
          <a:custGeom>
            <a:avLst/>
            <a:gdLst/>
            <a:ahLst/>
            <a:rect l="0" t="0" r="r" b="b"/>
            <a:pathLst>
              <a:path w="160" h="22">
                <a:moveTo>
                  <a:pt x="0" y="22"/>
                </a:moveTo>
                <a:lnTo>
                  <a:pt x="156" y="0"/>
                </a:lnTo>
                <a:lnTo>
                  <a:pt x="160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6" name=""/>
          <p:cNvSpPr/>
          <p:nvPr/>
        </p:nvSpPr>
        <p:spPr>
          <a:xfrm>
            <a:off x="4893480" y="2139480"/>
            <a:ext cx="58680" cy="8280"/>
          </a:xfrm>
          <a:custGeom>
            <a:avLst/>
            <a:gdLst/>
            <a:ahLst/>
            <a:rect l="0" t="0" r="r" b="b"/>
            <a:pathLst>
              <a:path w="163" h="23">
                <a:moveTo>
                  <a:pt x="0" y="22"/>
                </a:moveTo>
                <a:lnTo>
                  <a:pt x="160" y="0"/>
                </a:lnTo>
                <a:lnTo>
                  <a:pt x="163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7" name=""/>
          <p:cNvSpPr/>
          <p:nvPr/>
        </p:nvSpPr>
        <p:spPr>
          <a:xfrm>
            <a:off x="4893480" y="2139480"/>
            <a:ext cx="61560" cy="8640"/>
          </a:xfrm>
          <a:custGeom>
            <a:avLst/>
            <a:gdLst/>
            <a:ahLst/>
            <a:rect l="0" t="0" r="r" b="b"/>
            <a:pathLst>
              <a:path w="171" h="24">
                <a:moveTo>
                  <a:pt x="0" y="23"/>
                </a:moveTo>
                <a:lnTo>
                  <a:pt x="163" y="0"/>
                </a:lnTo>
                <a:lnTo>
                  <a:pt x="171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8" name=""/>
          <p:cNvSpPr/>
          <p:nvPr/>
        </p:nvSpPr>
        <p:spPr>
          <a:xfrm>
            <a:off x="4893480" y="2139480"/>
            <a:ext cx="63000" cy="8640"/>
          </a:xfrm>
          <a:custGeom>
            <a:avLst/>
            <a:gdLst/>
            <a:ahLst/>
            <a:rect l="0" t="0" r="r" b="b"/>
            <a:pathLst>
              <a:path w="175" h="24">
                <a:moveTo>
                  <a:pt x="0" y="24"/>
                </a:moveTo>
                <a:lnTo>
                  <a:pt x="171" y="0"/>
                </a:lnTo>
                <a:lnTo>
                  <a:pt x="175" y="0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79" name=""/>
          <p:cNvSpPr/>
          <p:nvPr/>
        </p:nvSpPr>
        <p:spPr>
          <a:xfrm>
            <a:off x="4893480" y="2139480"/>
            <a:ext cx="64080" cy="9000"/>
          </a:xfrm>
          <a:custGeom>
            <a:avLst/>
            <a:gdLst/>
            <a:ahLst/>
            <a:rect l="0" t="0" r="r" b="b"/>
            <a:pathLst>
              <a:path w="178" h="25">
                <a:moveTo>
                  <a:pt x="0" y="24"/>
                </a:moveTo>
                <a:lnTo>
                  <a:pt x="175" y="0"/>
                </a:lnTo>
                <a:lnTo>
                  <a:pt x="178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0" name=""/>
          <p:cNvSpPr/>
          <p:nvPr/>
        </p:nvSpPr>
        <p:spPr>
          <a:xfrm>
            <a:off x="4893480" y="2139480"/>
            <a:ext cx="66960" cy="9360"/>
          </a:xfrm>
          <a:custGeom>
            <a:avLst/>
            <a:gdLst/>
            <a:ahLst/>
            <a:rect l="0" t="0" r="r" b="b"/>
            <a:pathLst>
              <a:path w="186" h="26">
                <a:moveTo>
                  <a:pt x="0" y="25"/>
                </a:moveTo>
                <a:lnTo>
                  <a:pt x="178" y="0"/>
                </a:lnTo>
                <a:lnTo>
                  <a:pt x="186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1" name=""/>
          <p:cNvSpPr/>
          <p:nvPr/>
        </p:nvSpPr>
        <p:spPr>
          <a:xfrm>
            <a:off x="4893480" y="2139480"/>
            <a:ext cx="69480" cy="9720"/>
          </a:xfrm>
          <a:custGeom>
            <a:avLst/>
            <a:gdLst/>
            <a:ahLst/>
            <a:rect l="0" t="0" r="r" b="b"/>
            <a:pathLst>
              <a:path w="193" h="27">
                <a:moveTo>
                  <a:pt x="0" y="26"/>
                </a:moveTo>
                <a:lnTo>
                  <a:pt x="186" y="0"/>
                </a:lnTo>
                <a:lnTo>
                  <a:pt x="193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2" name=""/>
          <p:cNvSpPr/>
          <p:nvPr/>
        </p:nvSpPr>
        <p:spPr>
          <a:xfrm>
            <a:off x="4893480" y="2139480"/>
            <a:ext cx="70920" cy="9720"/>
          </a:xfrm>
          <a:custGeom>
            <a:avLst/>
            <a:gdLst/>
            <a:ahLst/>
            <a:rect l="0" t="0" r="r" b="b"/>
            <a:pathLst>
              <a:path w="197" h="27">
                <a:moveTo>
                  <a:pt x="0" y="27"/>
                </a:moveTo>
                <a:lnTo>
                  <a:pt x="193" y="0"/>
                </a:lnTo>
                <a:lnTo>
                  <a:pt x="197" y="0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3" name=""/>
          <p:cNvSpPr/>
          <p:nvPr/>
        </p:nvSpPr>
        <p:spPr>
          <a:xfrm>
            <a:off x="4893480" y="2139480"/>
            <a:ext cx="72000" cy="10080"/>
          </a:xfrm>
          <a:custGeom>
            <a:avLst/>
            <a:gdLst/>
            <a:ahLst/>
            <a:rect l="0" t="0" r="r" b="b"/>
            <a:pathLst>
              <a:path w="200" h="28">
                <a:moveTo>
                  <a:pt x="0" y="27"/>
                </a:moveTo>
                <a:lnTo>
                  <a:pt x="197" y="0"/>
                </a:lnTo>
                <a:lnTo>
                  <a:pt x="200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4" name=""/>
          <p:cNvSpPr/>
          <p:nvPr/>
        </p:nvSpPr>
        <p:spPr>
          <a:xfrm>
            <a:off x="4893480" y="2139480"/>
            <a:ext cx="74880" cy="10440"/>
          </a:xfrm>
          <a:custGeom>
            <a:avLst/>
            <a:gdLst/>
            <a:ahLst/>
            <a:rect l="0" t="0" r="r" b="b"/>
            <a:pathLst>
              <a:path w="208" h="29">
                <a:moveTo>
                  <a:pt x="0" y="28"/>
                </a:moveTo>
                <a:lnTo>
                  <a:pt x="200" y="0"/>
                </a:lnTo>
                <a:lnTo>
                  <a:pt x="208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5" name=""/>
          <p:cNvSpPr/>
          <p:nvPr/>
        </p:nvSpPr>
        <p:spPr>
          <a:xfrm>
            <a:off x="4893480" y="2139480"/>
            <a:ext cx="76320" cy="10440"/>
          </a:xfrm>
          <a:custGeom>
            <a:avLst/>
            <a:gdLst/>
            <a:ahLst/>
            <a:rect l="0" t="0" r="r" b="b"/>
            <a:pathLst>
              <a:path w="212" h="29">
                <a:moveTo>
                  <a:pt x="0" y="29"/>
                </a:moveTo>
                <a:lnTo>
                  <a:pt x="208" y="0"/>
                </a:lnTo>
                <a:lnTo>
                  <a:pt x="212" y="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6" name=""/>
          <p:cNvSpPr/>
          <p:nvPr/>
        </p:nvSpPr>
        <p:spPr>
          <a:xfrm>
            <a:off x="4893480" y="2139480"/>
            <a:ext cx="77400" cy="10800"/>
          </a:xfrm>
          <a:custGeom>
            <a:avLst/>
            <a:gdLst/>
            <a:ahLst/>
            <a:rect l="0" t="0" r="r" b="b"/>
            <a:pathLst>
              <a:path w="215" h="30">
                <a:moveTo>
                  <a:pt x="0" y="29"/>
                </a:moveTo>
                <a:lnTo>
                  <a:pt x="212" y="0"/>
                </a:lnTo>
                <a:lnTo>
                  <a:pt x="215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7" name=""/>
          <p:cNvSpPr/>
          <p:nvPr/>
        </p:nvSpPr>
        <p:spPr>
          <a:xfrm>
            <a:off x="4893480" y="2139480"/>
            <a:ext cx="78840" cy="10800"/>
          </a:xfrm>
          <a:custGeom>
            <a:avLst/>
            <a:gdLst/>
            <a:ahLst/>
            <a:rect l="0" t="0" r="r" b="b"/>
            <a:pathLst>
              <a:path w="219" h="30">
                <a:moveTo>
                  <a:pt x="0" y="30"/>
                </a:moveTo>
                <a:lnTo>
                  <a:pt x="215" y="0"/>
                </a:lnTo>
                <a:lnTo>
                  <a:pt x="219" y="0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8" name=""/>
          <p:cNvSpPr/>
          <p:nvPr/>
        </p:nvSpPr>
        <p:spPr>
          <a:xfrm>
            <a:off x="4893480" y="2139480"/>
            <a:ext cx="80280" cy="11160"/>
          </a:xfrm>
          <a:custGeom>
            <a:avLst/>
            <a:gdLst/>
            <a:ahLst/>
            <a:rect l="0" t="0" r="r" b="b"/>
            <a:pathLst>
              <a:path w="223" h="31">
                <a:moveTo>
                  <a:pt x="0" y="30"/>
                </a:moveTo>
                <a:lnTo>
                  <a:pt x="218" y="0"/>
                </a:lnTo>
                <a:lnTo>
                  <a:pt x="223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89" name=""/>
          <p:cNvSpPr/>
          <p:nvPr/>
        </p:nvSpPr>
        <p:spPr>
          <a:xfrm>
            <a:off x="4893480" y="2139480"/>
            <a:ext cx="81360" cy="11160"/>
          </a:xfrm>
          <a:custGeom>
            <a:avLst/>
            <a:gdLst/>
            <a:ahLst/>
            <a:rect l="0" t="0" r="r" b="b"/>
            <a:pathLst>
              <a:path w="226" h="31">
                <a:moveTo>
                  <a:pt x="0" y="31"/>
                </a:moveTo>
                <a:lnTo>
                  <a:pt x="223" y="0"/>
                </a:lnTo>
                <a:lnTo>
                  <a:pt x="226" y="0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0" name=""/>
          <p:cNvSpPr/>
          <p:nvPr/>
        </p:nvSpPr>
        <p:spPr>
          <a:xfrm>
            <a:off x="4893480" y="2139480"/>
            <a:ext cx="82800" cy="11520"/>
          </a:xfrm>
          <a:custGeom>
            <a:avLst/>
            <a:gdLst/>
            <a:ahLst/>
            <a:rect l="0" t="0" r="r" b="b"/>
            <a:pathLst>
              <a:path w="230" h="32">
                <a:moveTo>
                  <a:pt x="0" y="31"/>
                </a:moveTo>
                <a:lnTo>
                  <a:pt x="226" y="0"/>
                </a:lnTo>
                <a:lnTo>
                  <a:pt x="230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1" name=""/>
          <p:cNvSpPr/>
          <p:nvPr/>
        </p:nvSpPr>
        <p:spPr>
          <a:xfrm>
            <a:off x="4893480" y="2139480"/>
            <a:ext cx="84240" cy="11520"/>
          </a:xfrm>
          <a:custGeom>
            <a:avLst/>
            <a:gdLst/>
            <a:ahLst/>
            <a:rect l="0" t="0" r="r" b="b"/>
            <a:pathLst>
              <a:path w="234" h="32">
                <a:moveTo>
                  <a:pt x="0" y="32"/>
                </a:moveTo>
                <a:lnTo>
                  <a:pt x="230" y="0"/>
                </a:lnTo>
                <a:lnTo>
                  <a:pt x="234" y="0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2" name=""/>
          <p:cNvSpPr/>
          <p:nvPr/>
        </p:nvSpPr>
        <p:spPr>
          <a:xfrm>
            <a:off x="4893480" y="2139480"/>
            <a:ext cx="85320" cy="11880"/>
          </a:xfrm>
          <a:custGeom>
            <a:avLst/>
            <a:gdLst/>
            <a:ahLst/>
            <a:rect l="0" t="0" r="r" b="b"/>
            <a:pathLst>
              <a:path w="237" h="33">
                <a:moveTo>
                  <a:pt x="0" y="32"/>
                </a:moveTo>
                <a:lnTo>
                  <a:pt x="234" y="0"/>
                </a:lnTo>
                <a:lnTo>
                  <a:pt x="237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3" name=""/>
          <p:cNvSpPr/>
          <p:nvPr/>
        </p:nvSpPr>
        <p:spPr>
          <a:xfrm>
            <a:off x="4893480" y="2139480"/>
            <a:ext cx="88200" cy="12240"/>
          </a:xfrm>
          <a:custGeom>
            <a:avLst/>
            <a:gdLst/>
            <a:ahLst/>
            <a:rect l="0" t="0" r="r" b="b"/>
            <a:pathLst>
              <a:path w="245" h="34">
                <a:moveTo>
                  <a:pt x="0" y="33"/>
                </a:moveTo>
                <a:lnTo>
                  <a:pt x="237" y="0"/>
                </a:lnTo>
                <a:lnTo>
                  <a:pt x="245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4" name=""/>
          <p:cNvSpPr/>
          <p:nvPr/>
        </p:nvSpPr>
        <p:spPr>
          <a:xfrm>
            <a:off x="4893480" y="2139480"/>
            <a:ext cx="89640" cy="12240"/>
          </a:xfrm>
          <a:custGeom>
            <a:avLst/>
            <a:gdLst/>
            <a:ahLst/>
            <a:rect l="0" t="0" r="r" b="b"/>
            <a:pathLst>
              <a:path w="249" h="34">
                <a:moveTo>
                  <a:pt x="0" y="34"/>
                </a:moveTo>
                <a:lnTo>
                  <a:pt x="245" y="0"/>
                </a:lnTo>
                <a:lnTo>
                  <a:pt x="249" y="0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5" name=""/>
          <p:cNvSpPr/>
          <p:nvPr/>
        </p:nvSpPr>
        <p:spPr>
          <a:xfrm>
            <a:off x="4893480" y="2139480"/>
            <a:ext cx="90720" cy="12600"/>
          </a:xfrm>
          <a:custGeom>
            <a:avLst/>
            <a:gdLst/>
            <a:ahLst/>
            <a:rect l="0" t="0" r="r" b="b"/>
            <a:pathLst>
              <a:path w="252" h="35">
                <a:moveTo>
                  <a:pt x="0" y="34"/>
                </a:moveTo>
                <a:lnTo>
                  <a:pt x="249" y="0"/>
                </a:lnTo>
                <a:lnTo>
                  <a:pt x="252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6" name=""/>
          <p:cNvSpPr/>
          <p:nvPr/>
        </p:nvSpPr>
        <p:spPr>
          <a:xfrm>
            <a:off x="4893480" y="2139480"/>
            <a:ext cx="92160" cy="12600"/>
          </a:xfrm>
          <a:custGeom>
            <a:avLst/>
            <a:gdLst/>
            <a:ahLst/>
            <a:rect l="0" t="0" r="r" b="b"/>
            <a:pathLst>
              <a:path w="256" h="35">
                <a:moveTo>
                  <a:pt x="0" y="35"/>
                </a:moveTo>
                <a:lnTo>
                  <a:pt x="252" y="0"/>
                </a:lnTo>
                <a:lnTo>
                  <a:pt x="256" y="0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7" name=""/>
          <p:cNvSpPr/>
          <p:nvPr/>
        </p:nvSpPr>
        <p:spPr>
          <a:xfrm>
            <a:off x="4893480" y="2139480"/>
            <a:ext cx="93600" cy="12960"/>
          </a:xfrm>
          <a:custGeom>
            <a:avLst/>
            <a:gdLst/>
            <a:ahLst/>
            <a:rect l="0" t="0" r="r" b="b"/>
            <a:pathLst>
              <a:path w="260" h="36">
                <a:moveTo>
                  <a:pt x="0" y="35"/>
                </a:moveTo>
                <a:lnTo>
                  <a:pt x="256" y="0"/>
                </a:lnTo>
                <a:lnTo>
                  <a:pt x="260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8" name=""/>
          <p:cNvSpPr/>
          <p:nvPr/>
        </p:nvSpPr>
        <p:spPr>
          <a:xfrm>
            <a:off x="4893480" y="2139480"/>
            <a:ext cx="94680" cy="12960"/>
          </a:xfrm>
          <a:custGeom>
            <a:avLst/>
            <a:gdLst/>
            <a:ahLst/>
            <a:rect l="0" t="0" r="r" b="b"/>
            <a:pathLst>
              <a:path w="263" h="36">
                <a:moveTo>
                  <a:pt x="0" y="36"/>
                </a:moveTo>
                <a:lnTo>
                  <a:pt x="260" y="0"/>
                </a:lnTo>
                <a:lnTo>
                  <a:pt x="263" y="0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399" name=""/>
          <p:cNvSpPr/>
          <p:nvPr/>
        </p:nvSpPr>
        <p:spPr>
          <a:xfrm>
            <a:off x="4893480" y="2139480"/>
            <a:ext cx="96120" cy="13320"/>
          </a:xfrm>
          <a:custGeom>
            <a:avLst/>
            <a:gdLst/>
            <a:ahLst/>
            <a:rect l="0" t="0" r="r" b="b"/>
            <a:pathLst>
              <a:path w="267" h="37">
                <a:moveTo>
                  <a:pt x="0" y="36"/>
                </a:moveTo>
                <a:lnTo>
                  <a:pt x="263" y="0"/>
                </a:lnTo>
                <a:lnTo>
                  <a:pt x="267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0" name=""/>
          <p:cNvSpPr/>
          <p:nvPr/>
        </p:nvSpPr>
        <p:spPr>
          <a:xfrm>
            <a:off x="4893480" y="2139480"/>
            <a:ext cx="97560" cy="13320"/>
          </a:xfrm>
          <a:custGeom>
            <a:avLst/>
            <a:gdLst/>
            <a:ahLst/>
            <a:rect l="0" t="0" r="r" b="b"/>
            <a:pathLst>
              <a:path w="271" h="37">
                <a:moveTo>
                  <a:pt x="0" y="37"/>
                </a:moveTo>
                <a:lnTo>
                  <a:pt x="267" y="0"/>
                </a:lnTo>
                <a:lnTo>
                  <a:pt x="271" y="0"/>
                </a:lnTo>
                <a:lnTo>
                  <a:pt x="0" y="37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1" name=""/>
          <p:cNvSpPr/>
          <p:nvPr/>
        </p:nvSpPr>
        <p:spPr>
          <a:xfrm>
            <a:off x="4893480" y="2139480"/>
            <a:ext cx="98640" cy="13680"/>
          </a:xfrm>
          <a:custGeom>
            <a:avLst/>
            <a:gdLst/>
            <a:ahLst/>
            <a:rect l="0" t="0" r="r" b="b"/>
            <a:pathLst>
              <a:path w="274" h="38">
                <a:moveTo>
                  <a:pt x="0" y="37"/>
                </a:moveTo>
                <a:lnTo>
                  <a:pt x="271" y="0"/>
                </a:lnTo>
                <a:lnTo>
                  <a:pt x="274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2" name=""/>
          <p:cNvSpPr/>
          <p:nvPr/>
        </p:nvSpPr>
        <p:spPr>
          <a:xfrm>
            <a:off x="4893480" y="2139480"/>
            <a:ext cx="100080" cy="13680"/>
          </a:xfrm>
          <a:custGeom>
            <a:avLst/>
            <a:gdLst/>
            <a:ahLst/>
            <a:rect l="0" t="0" r="r" b="b"/>
            <a:pathLst>
              <a:path w="278" h="38">
                <a:moveTo>
                  <a:pt x="0" y="38"/>
                </a:moveTo>
                <a:lnTo>
                  <a:pt x="274" y="0"/>
                </a:lnTo>
                <a:lnTo>
                  <a:pt x="278" y="0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3" name=""/>
          <p:cNvSpPr/>
          <p:nvPr/>
        </p:nvSpPr>
        <p:spPr>
          <a:xfrm>
            <a:off x="4893480" y="2139480"/>
            <a:ext cx="101520" cy="14040"/>
          </a:xfrm>
          <a:custGeom>
            <a:avLst/>
            <a:gdLst/>
            <a:ahLst/>
            <a:rect l="0" t="0" r="r" b="b"/>
            <a:pathLst>
              <a:path w="282" h="39">
                <a:moveTo>
                  <a:pt x="0" y="38"/>
                </a:moveTo>
                <a:lnTo>
                  <a:pt x="278" y="0"/>
                </a:lnTo>
                <a:lnTo>
                  <a:pt x="282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4" name=""/>
          <p:cNvSpPr/>
          <p:nvPr/>
        </p:nvSpPr>
        <p:spPr>
          <a:xfrm>
            <a:off x="4893480" y="2139480"/>
            <a:ext cx="102600" cy="14040"/>
          </a:xfrm>
          <a:custGeom>
            <a:avLst/>
            <a:gdLst/>
            <a:ahLst/>
            <a:rect l="0" t="0" r="r" b="b"/>
            <a:pathLst>
              <a:path w="285" h="39">
                <a:moveTo>
                  <a:pt x="0" y="39"/>
                </a:moveTo>
                <a:lnTo>
                  <a:pt x="282" y="0"/>
                </a:lnTo>
                <a:lnTo>
                  <a:pt x="285" y="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5" name=""/>
          <p:cNvSpPr/>
          <p:nvPr/>
        </p:nvSpPr>
        <p:spPr>
          <a:xfrm>
            <a:off x="4893480" y="2139480"/>
            <a:ext cx="104040" cy="14400"/>
          </a:xfrm>
          <a:custGeom>
            <a:avLst/>
            <a:gdLst/>
            <a:ahLst/>
            <a:rect l="0" t="0" r="r" b="b"/>
            <a:pathLst>
              <a:path w="289" h="40">
                <a:moveTo>
                  <a:pt x="0" y="39"/>
                </a:moveTo>
                <a:lnTo>
                  <a:pt x="285" y="0"/>
                </a:lnTo>
                <a:lnTo>
                  <a:pt x="289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6" name=""/>
          <p:cNvSpPr/>
          <p:nvPr/>
        </p:nvSpPr>
        <p:spPr>
          <a:xfrm>
            <a:off x="4893480" y="2139480"/>
            <a:ext cx="105480" cy="14400"/>
          </a:xfrm>
          <a:custGeom>
            <a:avLst/>
            <a:gdLst/>
            <a:ahLst/>
            <a:rect l="0" t="0" r="r" b="b"/>
            <a:pathLst>
              <a:path w="293" h="40">
                <a:moveTo>
                  <a:pt x="0" y="40"/>
                </a:moveTo>
                <a:lnTo>
                  <a:pt x="289" y="0"/>
                </a:lnTo>
                <a:lnTo>
                  <a:pt x="293" y="0"/>
                </a:lnTo>
                <a:lnTo>
                  <a:pt x="0" y="40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7" name=""/>
          <p:cNvSpPr/>
          <p:nvPr/>
        </p:nvSpPr>
        <p:spPr>
          <a:xfrm>
            <a:off x="4893480" y="2139480"/>
            <a:ext cx="106920" cy="14760"/>
          </a:xfrm>
          <a:custGeom>
            <a:avLst/>
            <a:gdLst/>
            <a:ahLst/>
            <a:rect l="0" t="0" r="r" b="b"/>
            <a:pathLst>
              <a:path w="297" h="41">
                <a:moveTo>
                  <a:pt x="0" y="40"/>
                </a:moveTo>
                <a:lnTo>
                  <a:pt x="293" y="0"/>
                </a:lnTo>
                <a:lnTo>
                  <a:pt x="297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8" name=""/>
          <p:cNvSpPr/>
          <p:nvPr/>
        </p:nvSpPr>
        <p:spPr>
          <a:xfrm>
            <a:off x="4893480" y="2139480"/>
            <a:ext cx="108000" cy="14760"/>
          </a:xfrm>
          <a:custGeom>
            <a:avLst/>
            <a:gdLst/>
            <a:ahLst/>
            <a:rect l="0" t="0" r="r" b="b"/>
            <a:pathLst>
              <a:path w="300" h="41">
                <a:moveTo>
                  <a:pt x="0" y="41"/>
                </a:moveTo>
                <a:lnTo>
                  <a:pt x="297" y="0"/>
                </a:lnTo>
                <a:lnTo>
                  <a:pt x="300" y="0"/>
                </a:lnTo>
                <a:lnTo>
                  <a:pt x="0" y="41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09" name=""/>
          <p:cNvSpPr/>
          <p:nvPr/>
        </p:nvSpPr>
        <p:spPr>
          <a:xfrm>
            <a:off x="4893480" y="2139480"/>
            <a:ext cx="109440" cy="15120"/>
          </a:xfrm>
          <a:custGeom>
            <a:avLst/>
            <a:gdLst/>
            <a:ahLst/>
            <a:rect l="0" t="0" r="r" b="b"/>
            <a:pathLst>
              <a:path w="304" h="42">
                <a:moveTo>
                  <a:pt x="0" y="41"/>
                </a:moveTo>
                <a:lnTo>
                  <a:pt x="300" y="0"/>
                </a:lnTo>
                <a:lnTo>
                  <a:pt x="304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0" name=""/>
          <p:cNvSpPr/>
          <p:nvPr/>
        </p:nvSpPr>
        <p:spPr>
          <a:xfrm>
            <a:off x="4893480" y="2139480"/>
            <a:ext cx="110880" cy="15120"/>
          </a:xfrm>
          <a:custGeom>
            <a:avLst/>
            <a:gdLst/>
            <a:ahLst/>
            <a:rect l="0" t="0" r="r" b="b"/>
            <a:pathLst>
              <a:path w="308" h="42">
                <a:moveTo>
                  <a:pt x="0" y="42"/>
                </a:moveTo>
                <a:lnTo>
                  <a:pt x="304" y="0"/>
                </a:lnTo>
                <a:lnTo>
                  <a:pt x="308" y="0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1" name=""/>
          <p:cNvSpPr/>
          <p:nvPr/>
        </p:nvSpPr>
        <p:spPr>
          <a:xfrm>
            <a:off x="4893480" y="2139480"/>
            <a:ext cx="111960" cy="15480"/>
          </a:xfrm>
          <a:custGeom>
            <a:avLst/>
            <a:gdLst/>
            <a:ahLst/>
            <a:rect l="0" t="0" r="r" b="b"/>
            <a:pathLst>
              <a:path w="311" h="43">
                <a:moveTo>
                  <a:pt x="0" y="42"/>
                </a:moveTo>
                <a:lnTo>
                  <a:pt x="308" y="0"/>
                </a:lnTo>
                <a:lnTo>
                  <a:pt x="31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2" name=""/>
          <p:cNvSpPr/>
          <p:nvPr/>
        </p:nvSpPr>
        <p:spPr>
          <a:xfrm>
            <a:off x="4893480" y="2139480"/>
            <a:ext cx="113400" cy="15480"/>
          </a:xfrm>
          <a:custGeom>
            <a:avLst/>
            <a:gdLst/>
            <a:ahLst/>
            <a:rect l="0" t="0" r="r" b="b"/>
            <a:pathLst>
              <a:path w="315" h="43">
                <a:moveTo>
                  <a:pt x="0" y="43"/>
                </a:moveTo>
                <a:lnTo>
                  <a:pt x="311" y="0"/>
                </a:lnTo>
                <a:lnTo>
                  <a:pt x="315" y="0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3" name=""/>
          <p:cNvSpPr/>
          <p:nvPr/>
        </p:nvSpPr>
        <p:spPr>
          <a:xfrm>
            <a:off x="4893480" y="2139480"/>
            <a:ext cx="114840" cy="16200"/>
          </a:xfrm>
          <a:custGeom>
            <a:avLst/>
            <a:gdLst/>
            <a:ahLst/>
            <a:rect l="0" t="0" r="r" b="b"/>
            <a:pathLst>
              <a:path w="319" h="45">
                <a:moveTo>
                  <a:pt x="0" y="43"/>
                </a:moveTo>
                <a:lnTo>
                  <a:pt x="315" y="0"/>
                </a:lnTo>
                <a:lnTo>
                  <a:pt x="319" y="0"/>
                </a:lnTo>
                <a:lnTo>
                  <a:pt x="0" y="45"/>
                </a:lnTo>
                <a:lnTo>
                  <a:pt x="0" y="4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4" name=""/>
          <p:cNvSpPr/>
          <p:nvPr/>
        </p:nvSpPr>
        <p:spPr>
          <a:xfrm>
            <a:off x="4893480" y="2139480"/>
            <a:ext cx="115920" cy="15840"/>
          </a:xfrm>
          <a:custGeom>
            <a:avLst/>
            <a:gdLst/>
            <a:ahLst/>
            <a:rect l="0" t="0" r="r" b="b"/>
            <a:pathLst>
              <a:path w="322" h="44">
                <a:moveTo>
                  <a:pt x="0" y="44"/>
                </a:moveTo>
                <a:lnTo>
                  <a:pt x="319" y="0"/>
                </a:lnTo>
                <a:lnTo>
                  <a:pt x="322" y="0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5" name=""/>
          <p:cNvSpPr/>
          <p:nvPr/>
        </p:nvSpPr>
        <p:spPr>
          <a:xfrm>
            <a:off x="4893480" y="2139480"/>
            <a:ext cx="117360" cy="16200"/>
          </a:xfrm>
          <a:custGeom>
            <a:avLst/>
            <a:gdLst/>
            <a:ahLst/>
            <a:rect l="0" t="0" r="r" b="b"/>
            <a:pathLst>
              <a:path w="326" h="45">
                <a:moveTo>
                  <a:pt x="0" y="44"/>
                </a:moveTo>
                <a:lnTo>
                  <a:pt x="322" y="0"/>
                </a:lnTo>
                <a:lnTo>
                  <a:pt x="326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6" name=""/>
          <p:cNvSpPr/>
          <p:nvPr/>
        </p:nvSpPr>
        <p:spPr>
          <a:xfrm>
            <a:off x="4893480" y="2139480"/>
            <a:ext cx="118800" cy="16200"/>
          </a:xfrm>
          <a:custGeom>
            <a:avLst/>
            <a:gdLst/>
            <a:ahLst/>
            <a:rect l="0" t="0" r="r" b="b"/>
            <a:pathLst>
              <a:path w="330" h="45">
                <a:moveTo>
                  <a:pt x="0" y="45"/>
                </a:moveTo>
                <a:lnTo>
                  <a:pt x="326" y="0"/>
                </a:lnTo>
                <a:lnTo>
                  <a:pt x="330" y="0"/>
                </a:lnTo>
                <a:lnTo>
                  <a:pt x="0" y="45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7" name=""/>
          <p:cNvSpPr/>
          <p:nvPr/>
        </p:nvSpPr>
        <p:spPr>
          <a:xfrm>
            <a:off x="4893480" y="2139480"/>
            <a:ext cx="120240" cy="16560"/>
          </a:xfrm>
          <a:custGeom>
            <a:avLst/>
            <a:gdLst/>
            <a:ahLst/>
            <a:rect l="0" t="0" r="r" b="b"/>
            <a:pathLst>
              <a:path w="334" h="46">
                <a:moveTo>
                  <a:pt x="0" y="45"/>
                </a:moveTo>
                <a:lnTo>
                  <a:pt x="330" y="0"/>
                </a:lnTo>
                <a:lnTo>
                  <a:pt x="334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8" name=""/>
          <p:cNvSpPr/>
          <p:nvPr/>
        </p:nvSpPr>
        <p:spPr>
          <a:xfrm>
            <a:off x="4893480" y="2139480"/>
            <a:ext cx="121320" cy="16560"/>
          </a:xfrm>
          <a:custGeom>
            <a:avLst/>
            <a:gdLst/>
            <a:ahLst/>
            <a:rect l="0" t="0" r="r" b="b"/>
            <a:pathLst>
              <a:path w="337" h="46">
                <a:moveTo>
                  <a:pt x="0" y="46"/>
                </a:moveTo>
                <a:lnTo>
                  <a:pt x="334" y="0"/>
                </a:lnTo>
                <a:lnTo>
                  <a:pt x="337" y="0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19" name=""/>
          <p:cNvSpPr/>
          <p:nvPr/>
        </p:nvSpPr>
        <p:spPr>
          <a:xfrm>
            <a:off x="4893480" y="2139480"/>
            <a:ext cx="122760" cy="16920"/>
          </a:xfrm>
          <a:custGeom>
            <a:avLst/>
            <a:gdLst/>
            <a:ahLst/>
            <a:rect l="0" t="0" r="r" b="b"/>
            <a:pathLst>
              <a:path w="341" h="47">
                <a:moveTo>
                  <a:pt x="0" y="46"/>
                </a:moveTo>
                <a:lnTo>
                  <a:pt x="337" y="0"/>
                </a:lnTo>
                <a:lnTo>
                  <a:pt x="341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0" name=""/>
          <p:cNvSpPr/>
          <p:nvPr/>
        </p:nvSpPr>
        <p:spPr>
          <a:xfrm>
            <a:off x="4893480" y="2139480"/>
            <a:ext cx="124200" cy="16920"/>
          </a:xfrm>
          <a:custGeom>
            <a:avLst/>
            <a:gdLst/>
            <a:ahLst/>
            <a:rect l="0" t="0" r="r" b="b"/>
            <a:pathLst>
              <a:path w="345" h="47">
                <a:moveTo>
                  <a:pt x="0" y="47"/>
                </a:moveTo>
                <a:lnTo>
                  <a:pt x="341" y="0"/>
                </a:lnTo>
                <a:lnTo>
                  <a:pt x="345" y="0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1" name=""/>
          <p:cNvSpPr/>
          <p:nvPr/>
        </p:nvSpPr>
        <p:spPr>
          <a:xfrm>
            <a:off x="4893480" y="2139480"/>
            <a:ext cx="125280" cy="17280"/>
          </a:xfrm>
          <a:custGeom>
            <a:avLst/>
            <a:gdLst/>
            <a:ahLst/>
            <a:rect l="0" t="0" r="r" b="b"/>
            <a:pathLst>
              <a:path w="348" h="48">
                <a:moveTo>
                  <a:pt x="0" y="47"/>
                </a:moveTo>
                <a:lnTo>
                  <a:pt x="345" y="0"/>
                </a:lnTo>
                <a:lnTo>
                  <a:pt x="348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2" name=""/>
          <p:cNvSpPr/>
          <p:nvPr/>
        </p:nvSpPr>
        <p:spPr>
          <a:xfrm>
            <a:off x="4893480" y="2139480"/>
            <a:ext cx="126720" cy="17280"/>
          </a:xfrm>
          <a:custGeom>
            <a:avLst/>
            <a:gdLst/>
            <a:ahLst/>
            <a:rect l="0" t="0" r="r" b="b"/>
            <a:pathLst>
              <a:path w="352" h="48">
                <a:moveTo>
                  <a:pt x="0" y="48"/>
                </a:moveTo>
                <a:lnTo>
                  <a:pt x="348" y="0"/>
                </a:lnTo>
                <a:lnTo>
                  <a:pt x="352" y="0"/>
                </a:lnTo>
                <a:lnTo>
                  <a:pt x="0" y="48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3" name=""/>
          <p:cNvSpPr/>
          <p:nvPr/>
        </p:nvSpPr>
        <p:spPr>
          <a:xfrm>
            <a:off x="4893480" y="2139480"/>
            <a:ext cx="128160" cy="17640"/>
          </a:xfrm>
          <a:custGeom>
            <a:avLst/>
            <a:gdLst/>
            <a:ahLst/>
            <a:rect l="0" t="0" r="r" b="b"/>
            <a:pathLst>
              <a:path w="356" h="49">
                <a:moveTo>
                  <a:pt x="0" y="48"/>
                </a:moveTo>
                <a:lnTo>
                  <a:pt x="352" y="0"/>
                </a:lnTo>
                <a:lnTo>
                  <a:pt x="356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4" name=""/>
          <p:cNvSpPr/>
          <p:nvPr/>
        </p:nvSpPr>
        <p:spPr>
          <a:xfrm>
            <a:off x="4893480" y="2139480"/>
            <a:ext cx="129240" cy="17640"/>
          </a:xfrm>
          <a:custGeom>
            <a:avLst/>
            <a:gdLst/>
            <a:ahLst/>
            <a:rect l="0" t="0" r="r" b="b"/>
            <a:pathLst>
              <a:path w="359" h="49">
                <a:moveTo>
                  <a:pt x="0" y="49"/>
                </a:moveTo>
                <a:lnTo>
                  <a:pt x="356" y="0"/>
                </a:lnTo>
                <a:lnTo>
                  <a:pt x="359" y="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5" name=""/>
          <p:cNvSpPr/>
          <p:nvPr/>
        </p:nvSpPr>
        <p:spPr>
          <a:xfrm>
            <a:off x="4893480" y="2139480"/>
            <a:ext cx="130680" cy="18000"/>
          </a:xfrm>
          <a:custGeom>
            <a:avLst/>
            <a:gdLst/>
            <a:ahLst/>
            <a:rect l="0" t="0" r="r" b="b"/>
            <a:pathLst>
              <a:path w="363" h="50">
                <a:moveTo>
                  <a:pt x="0" y="49"/>
                </a:moveTo>
                <a:lnTo>
                  <a:pt x="359" y="0"/>
                </a:lnTo>
                <a:lnTo>
                  <a:pt x="363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6" name=""/>
          <p:cNvSpPr/>
          <p:nvPr/>
        </p:nvSpPr>
        <p:spPr>
          <a:xfrm>
            <a:off x="4893480" y="2139480"/>
            <a:ext cx="132120" cy="18000"/>
          </a:xfrm>
          <a:custGeom>
            <a:avLst/>
            <a:gdLst/>
            <a:ahLst/>
            <a:rect l="0" t="0" r="r" b="b"/>
            <a:pathLst>
              <a:path w="367" h="50">
                <a:moveTo>
                  <a:pt x="0" y="50"/>
                </a:moveTo>
                <a:lnTo>
                  <a:pt x="363" y="0"/>
                </a:lnTo>
                <a:lnTo>
                  <a:pt x="367" y="0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7" name=""/>
          <p:cNvSpPr/>
          <p:nvPr/>
        </p:nvSpPr>
        <p:spPr>
          <a:xfrm>
            <a:off x="4893480" y="2139480"/>
            <a:ext cx="133560" cy="18360"/>
          </a:xfrm>
          <a:custGeom>
            <a:avLst/>
            <a:gdLst/>
            <a:ahLst/>
            <a:rect l="0" t="0" r="r" b="b"/>
            <a:pathLst>
              <a:path w="371" h="51">
                <a:moveTo>
                  <a:pt x="0" y="50"/>
                </a:moveTo>
                <a:lnTo>
                  <a:pt x="367" y="0"/>
                </a:lnTo>
                <a:lnTo>
                  <a:pt x="371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8" name=""/>
          <p:cNvSpPr/>
          <p:nvPr/>
        </p:nvSpPr>
        <p:spPr>
          <a:xfrm>
            <a:off x="4893480" y="2139480"/>
            <a:ext cx="134640" cy="18360"/>
          </a:xfrm>
          <a:custGeom>
            <a:avLst/>
            <a:gdLst/>
            <a:ahLst/>
            <a:rect l="0" t="0" r="r" b="b"/>
            <a:pathLst>
              <a:path w="374" h="51">
                <a:moveTo>
                  <a:pt x="0" y="51"/>
                </a:moveTo>
                <a:lnTo>
                  <a:pt x="371" y="0"/>
                </a:lnTo>
                <a:lnTo>
                  <a:pt x="374" y="0"/>
                </a:lnTo>
                <a:lnTo>
                  <a:pt x="0" y="51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29" name=""/>
          <p:cNvSpPr/>
          <p:nvPr/>
        </p:nvSpPr>
        <p:spPr>
          <a:xfrm>
            <a:off x="4893480" y="2139480"/>
            <a:ext cx="136080" cy="18720"/>
          </a:xfrm>
          <a:custGeom>
            <a:avLst/>
            <a:gdLst/>
            <a:ahLst/>
            <a:rect l="0" t="0" r="r" b="b"/>
            <a:pathLst>
              <a:path w="378" h="52">
                <a:moveTo>
                  <a:pt x="0" y="51"/>
                </a:moveTo>
                <a:lnTo>
                  <a:pt x="374" y="0"/>
                </a:lnTo>
                <a:lnTo>
                  <a:pt x="378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0" name=""/>
          <p:cNvSpPr/>
          <p:nvPr/>
        </p:nvSpPr>
        <p:spPr>
          <a:xfrm>
            <a:off x="4893480" y="2139480"/>
            <a:ext cx="137520" cy="18720"/>
          </a:xfrm>
          <a:custGeom>
            <a:avLst/>
            <a:gdLst/>
            <a:ahLst/>
            <a:rect l="0" t="0" r="r" b="b"/>
            <a:pathLst>
              <a:path w="382" h="52">
                <a:moveTo>
                  <a:pt x="0" y="52"/>
                </a:moveTo>
                <a:lnTo>
                  <a:pt x="378" y="0"/>
                </a:lnTo>
                <a:lnTo>
                  <a:pt x="382" y="0"/>
                </a:lnTo>
                <a:lnTo>
                  <a:pt x="0" y="52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1" name=""/>
          <p:cNvSpPr/>
          <p:nvPr/>
        </p:nvSpPr>
        <p:spPr>
          <a:xfrm>
            <a:off x="4893480" y="2139480"/>
            <a:ext cx="138600" cy="19080"/>
          </a:xfrm>
          <a:custGeom>
            <a:avLst/>
            <a:gdLst/>
            <a:ahLst/>
            <a:rect l="0" t="0" r="r" b="b"/>
            <a:pathLst>
              <a:path w="385" h="53">
                <a:moveTo>
                  <a:pt x="0" y="52"/>
                </a:moveTo>
                <a:lnTo>
                  <a:pt x="382" y="0"/>
                </a:lnTo>
                <a:lnTo>
                  <a:pt x="38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2" name=""/>
          <p:cNvSpPr/>
          <p:nvPr/>
        </p:nvSpPr>
        <p:spPr>
          <a:xfrm>
            <a:off x="4893480" y="2139480"/>
            <a:ext cx="140040" cy="19080"/>
          </a:xfrm>
          <a:custGeom>
            <a:avLst/>
            <a:gdLst/>
            <a:ahLst/>
            <a:rect l="0" t="0" r="r" b="b"/>
            <a:pathLst>
              <a:path w="389" h="53">
                <a:moveTo>
                  <a:pt x="0" y="53"/>
                </a:moveTo>
                <a:lnTo>
                  <a:pt x="385" y="0"/>
                </a:lnTo>
                <a:lnTo>
                  <a:pt x="389" y="0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3" name=""/>
          <p:cNvSpPr/>
          <p:nvPr/>
        </p:nvSpPr>
        <p:spPr>
          <a:xfrm>
            <a:off x="4893480" y="2139480"/>
            <a:ext cx="141480" cy="19440"/>
          </a:xfrm>
          <a:custGeom>
            <a:avLst/>
            <a:gdLst/>
            <a:ahLst/>
            <a:rect l="0" t="0" r="r" b="b"/>
            <a:pathLst>
              <a:path w="393" h="54">
                <a:moveTo>
                  <a:pt x="0" y="53"/>
                </a:moveTo>
                <a:lnTo>
                  <a:pt x="389" y="0"/>
                </a:lnTo>
                <a:lnTo>
                  <a:pt x="393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4" name=""/>
          <p:cNvSpPr/>
          <p:nvPr/>
        </p:nvSpPr>
        <p:spPr>
          <a:xfrm>
            <a:off x="4893480" y="2139480"/>
            <a:ext cx="142560" cy="19440"/>
          </a:xfrm>
          <a:custGeom>
            <a:avLst/>
            <a:gdLst/>
            <a:ahLst/>
            <a:rect l="0" t="0" r="r" b="b"/>
            <a:pathLst>
              <a:path w="396" h="54">
                <a:moveTo>
                  <a:pt x="0" y="54"/>
                </a:moveTo>
                <a:lnTo>
                  <a:pt x="393" y="0"/>
                </a:lnTo>
                <a:lnTo>
                  <a:pt x="396" y="0"/>
                </a:lnTo>
                <a:lnTo>
                  <a:pt x="0" y="54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5" name=""/>
          <p:cNvSpPr/>
          <p:nvPr/>
        </p:nvSpPr>
        <p:spPr>
          <a:xfrm>
            <a:off x="4893480" y="2139480"/>
            <a:ext cx="144000" cy="19800"/>
          </a:xfrm>
          <a:custGeom>
            <a:avLst/>
            <a:gdLst/>
            <a:ahLst/>
            <a:rect l="0" t="0" r="r" b="b"/>
            <a:pathLst>
              <a:path w="400" h="55">
                <a:moveTo>
                  <a:pt x="0" y="54"/>
                </a:moveTo>
                <a:lnTo>
                  <a:pt x="396" y="0"/>
                </a:lnTo>
                <a:lnTo>
                  <a:pt x="400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6" name=""/>
          <p:cNvSpPr/>
          <p:nvPr/>
        </p:nvSpPr>
        <p:spPr>
          <a:xfrm>
            <a:off x="4893480" y="2139480"/>
            <a:ext cx="145440" cy="19800"/>
          </a:xfrm>
          <a:custGeom>
            <a:avLst/>
            <a:gdLst/>
            <a:ahLst/>
            <a:rect l="0" t="0" r="r" b="b"/>
            <a:pathLst>
              <a:path w="404" h="55">
                <a:moveTo>
                  <a:pt x="0" y="55"/>
                </a:moveTo>
                <a:lnTo>
                  <a:pt x="400" y="0"/>
                </a:lnTo>
                <a:lnTo>
                  <a:pt x="404" y="0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7" name=""/>
          <p:cNvSpPr/>
          <p:nvPr/>
        </p:nvSpPr>
        <p:spPr>
          <a:xfrm>
            <a:off x="4893480" y="2139480"/>
            <a:ext cx="146880" cy="20160"/>
          </a:xfrm>
          <a:custGeom>
            <a:avLst/>
            <a:gdLst/>
            <a:ahLst/>
            <a:rect l="0" t="0" r="r" b="b"/>
            <a:pathLst>
              <a:path w="408" h="56">
                <a:moveTo>
                  <a:pt x="0" y="55"/>
                </a:moveTo>
                <a:lnTo>
                  <a:pt x="404" y="0"/>
                </a:lnTo>
                <a:lnTo>
                  <a:pt x="408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8" name=""/>
          <p:cNvSpPr/>
          <p:nvPr/>
        </p:nvSpPr>
        <p:spPr>
          <a:xfrm>
            <a:off x="4893480" y="2139480"/>
            <a:ext cx="147960" cy="20160"/>
          </a:xfrm>
          <a:custGeom>
            <a:avLst/>
            <a:gdLst/>
            <a:ahLst/>
            <a:rect l="0" t="0" r="r" b="b"/>
            <a:pathLst>
              <a:path w="411" h="56">
                <a:moveTo>
                  <a:pt x="0" y="56"/>
                </a:moveTo>
                <a:lnTo>
                  <a:pt x="408" y="0"/>
                </a:lnTo>
                <a:lnTo>
                  <a:pt x="411" y="0"/>
                </a:lnTo>
                <a:lnTo>
                  <a:pt x="0" y="56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39" name=""/>
          <p:cNvSpPr/>
          <p:nvPr/>
        </p:nvSpPr>
        <p:spPr>
          <a:xfrm>
            <a:off x="4893480" y="2139480"/>
            <a:ext cx="149400" cy="20520"/>
          </a:xfrm>
          <a:custGeom>
            <a:avLst/>
            <a:gdLst/>
            <a:ahLst/>
            <a:rect l="0" t="0" r="r" b="b"/>
            <a:pathLst>
              <a:path w="415" h="57">
                <a:moveTo>
                  <a:pt x="0" y="56"/>
                </a:moveTo>
                <a:lnTo>
                  <a:pt x="411" y="0"/>
                </a:lnTo>
                <a:lnTo>
                  <a:pt x="41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0" name=""/>
          <p:cNvSpPr/>
          <p:nvPr/>
        </p:nvSpPr>
        <p:spPr>
          <a:xfrm>
            <a:off x="4893480" y="2139480"/>
            <a:ext cx="150840" cy="20520"/>
          </a:xfrm>
          <a:custGeom>
            <a:avLst/>
            <a:gdLst/>
            <a:ahLst/>
            <a:rect l="0" t="0" r="r" b="b"/>
            <a:pathLst>
              <a:path w="419" h="57">
                <a:moveTo>
                  <a:pt x="0" y="57"/>
                </a:moveTo>
                <a:lnTo>
                  <a:pt x="415" y="0"/>
                </a:lnTo>
                <a:lnTo>
                  <a:pt x="419" y="0"/>
                </a:lnTo>
                <a:lnTo>
                  <a:pt x="0" y="57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1" name=""/>
          <p:cNvSpPr/>
          <p:nvPr/>
        </p:nvSpPr>
        <p:spPr>
          <a:xfrm>
            <a:off x="4893480" y="2139480"/>
            <a:ext cx="151920" cy="20880"/>
          </a:xfrm>
          <a:custGeom>
            <a:avLst/>
            <a:gdLst/>
            <a:ahLst/>
            <a:rect l="0" t="0" r="r" b="b"/>
            <a:pathLst>
              <a:path w="422" h="58">
                <a:moveTo>
                  <a:pt x="0" y="57"/>
                </a:moveTo>
                <a:lnTo>
                  <a:pt x="419" y="0"/>
                </a:lnTo>
                <a:lnTo>
                  <a:pt x="422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2" name=""/>
          <p:cNvSpPr/>
          <p:nvPr/>
        </p:nvSpPr>
        <p:spPr>
          <a:xfrm>
            <a:off x="4893480" y="2139480"/>
            <a:ext cx="153360" cy="20880"/>
          </a:xfrm>
          <a:custGeom>
            <a:avLst/>
            <a:gdLst/>
            <a:ahLst/>
            <a:rect l="0" t="0" r="r" b="b"/>
            <a:pathLst>
              <a:path w="426" h="58">
                <a:moveTo>
                  <a:pt x="0" y="58"/>
                </a:moveTo>
                <a:lnTo>
                  <a:pt x="422" y="0"/>
                </a:lnTo>
                <a:lnTo>
                  <a:pt x="426" y="0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3" name=""/>
          <p:cNvSpPr/>
          <p:nvPr/>
        </p:nvSpPr>
        <p:spPr>
          <a:xfrm>
            <a:off x="4893480" y="2139480"/>
            <a:ext cx="154800" cy="21240"/>
          </a:xfrm>
          <a:custGeom>
            <a:avLst/>
            <a:gdLst/>
            <a:ahLst/>
            <a:rect l="0" t="0" r="r" b="b"/>
            <a:pathLst>
              <a:path w="430" h="59">
                <a:moveTo>
                  <a:pt x="0" y="58"/>
                </a:moveTo>
                <a:lnTo>
                  <a:pt x="426" y="0"/>
                </a:lnTo>
                <a:lnTo>
                  <a:pt x="430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4" name=""/>
          <p:cNvSpPr/>
          <p:nvPr/>
        </p:nvSpPr>
        <p:spPr>
          <a:xfrm>
            <a:off x="4893480" y="2139480"/>
            <a:ext cx="155880" cy="21240"/>
          </a:xfrm>
          <a:custGeom>
            <a:avLst/>
            <a:gdLst/>
            <a:ahLst/>
            <a:rect l="0" t="0" r="r" b="b"/>
            <a:pathLst>
              <a:path w="433" h="59">
                <a:moveTo>
                  <a:pt x="0" y="59"/>
                </a:moveTo>
                <a:lnTo>
                  <a:pt x="430" y="0"/>
                </a:lnTo>
                <a:lnTo>
                  <a:pt x="433" y="0"/>
                </a:lnTo>
                <a:lnTo>
                  <a:pt x="0" y="59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5" name=""/>
          <p:cNvSpPr/>
          <p:nvPr/>
        </p:nvSpPr>
        <p:spPr>
          <a:xfrm>
            <a:off x="4893480" y="2139480"/>
            <a:ext cx="157320" cy="21600"/>
          </a:xfrm>
          <a:custGeom>
            <a:avLst/>
            <a:gdLst/>
            <a:ahLst/>
            <a:rect l="0" t="0" r="r" b="b"/>
            <a:pathLst>
              <a:path w="437" h="60">
                <a:moveTo>
                  <a:pt x="0" y="59"/>
                </a:moveTo>
                <a:lnTo>
                  <a:pt x="433" y="0"/>
                </a:lnTo>
                <a:lnTo>
                  <a:pt x="437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6" name=""/>
          <p:cNvSpPr/>
          <p:nvPr/>
        </p:nvSpPr>
        <p:spPr>
          <a:xfrm>
            <a:off x="4893480" y="2139480"/>
            <a:ext cx="158760" cy="21600"/>
          </a:xfrm>
          <a:custGeom>
            <a:avLst/>
            <a:gdLst/>
            <a:ahLst/>
            <a:rect l="0" t="0" r="r" b="b"/>
            <a:pathLst>
              <a:path w="441" h="60">
                <a:moveTo>
                  <a:pt x="0" y="60"/>
                </a:moveTo>
                <a:lnTo>
                  <a:pt x="437" y="0"/>
                </a:lnTo>
                <a:lnTo>
                  <a:pt x="441" y="0"/>
                </a:lnTo>
                <a:lnTo>
                  <a:pt x="0" y="60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7" name=""/>
          <p:cNvSpPr/>
          <p:nvPr/>
        </p:nvSpPr>
        <p:spPr>
          <a:xfrm>
            <a:off x="4893480" y="2139480"/>
            <a:ext cx="160200" cy="21960"/>
          </a:xfrm>
          <a:custGeom>
            <a:avLst/>
            <a:gdLst/>
            <a:ahLst/>
            <a:rect l="0" t="0" r="r" b="b"/>
            <a:pathLst>
              <a:path w="445" h="61">
                <a:moveTo>
                  <a:pt x="0" y="60"/>
                </a:moveTo>
                <a:lnTo>
                  <a:pt x="441" y="0"/>
                </a:lnTo>
                <a:lnTo>
                  <a:pt x="445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8" name=""/>
          <p:cNvSpPr/>
          <p:nvPr/>
        </p:nvSpPr>
        <p:spPr>
          <a:xfrm>
            <a:off x="4893480" y="2139480"/>
            <a:ext cx="161280" cy="21960"/>
          </a:xfrm>
          <a:custGeom>
            <a:avLst/>
            <a:gdLst/>
            <a:ahLst/>
            <a:rect l="0" t="0" r="r" b="b"/>
            <a:pathLst>
              <a:path w="448" h="61">
                <a:moveTo>
                  <a:pt x="0" y="61"/>
                </a:moveTo>
                <a:lnTo>
                  <a:pt x="445" y="0"/>
                </a:lnTo>
                <a:lnTo>
                  <a:pt x="448" y="0"/>
                </a:lnTo>
                <a:lnTo>
                  <a:pt x="0" y="61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49" name=""/>
          <p:cNvSpPr/>
          <p:nvPr/>
        </p:nvSpPr>
        <p:spPr>
          <a:xfrm>
            <a:off x="4893480" y="2139480"/>
            <a:ext cx="162720" cy="22320"/>
          </a:xfrm>
          <a:custGeom>
            <a:avLst/>
            <a:gdLst/>
            <a:ahLst/>
            <a:rect l="0" t="0" r="r" b="b"/>
            <a:pathLst>
              <a:path w="452" h="62">
                <a:moveTo>
                  <a:pt x="0" y="61"/>
                </a:moveTo>
                <a:lnTo>
                  <a:pt x="448" y="0"/>
                </a:lnTo>
                <a:lnTo>
                  <a:pt x="452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0" name=""/>
          <p:cNvSpPr/>
          <p:nvPr/>
        </p:nvSpPr>
        <p:spPr>
          <a:xfrm>
            <a:off x="4893480" y="2139480"/>
            <a:ext cx="164160" cy="22320"/>
          </a:xfrm>
          <a:custGeom>
            <a:avLst/>
            <a:gdLst/>
            <a:ahLst/>
            <a:rect l="0" t="0" r="r" b="b"/>
            <a:pathLst>
              <a:path w="456" h="62">
                <a:moveTo>
                  <a:pt x="0" y="62"/>
                </a:moveTo>
                <a:lnTo>
                  <a:pt x="452" y="0"/>
                </a:lnTo>
                <a:lnTo>
                  <a:pt x="456" y="0"/>
                </a:lnTo>
                <a:lnTo>
                  <a:pt x="0" y="62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1" name=""/>
          <p:cNvSpPr/>
          <p:nvPr/>
        </p:nvSpPr>
        <p:spPr>
          <a:xfrm>
            <a:off x="4893480" y="2139480"/>
            <a:ext cx="165240" cy="22680"/>
          </a:xfrm>
          <a:custGeom>
            <a:avLst/>
            <a:gdLst/>
            <a:ahLst/>
            <a:rect l="0" t="0" r="r" b="b"/>
            <a:pathLst>
              <a:path w="459" h="63">
                <a:moveTo>
                  <a:pt x="0" y="62"/>
                </a:moveTo>
                <a:lnTo>
                  <a:pt x="456" y="0"/>
                </a:lnTo>
                <a:lnTo>
                  <a:pt x="459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2" name=""/>
          <p:cNvSpPr/>
          <p:nvPr/>
        </p:nvSpPr>
        <p:spPr>
          <a:xfrm>
            <a:off x="4893480" y="2139480"/>
            <a:ext cx="166680" cy="22680"/>
          </a:xfrm>
          <a:custGeom>
            <a:avLst/>
            <a:gdLst/>
            <a:ahLst/>
            <a:rect l="0" t="0" r="r" b="b"/>
            <a:pathLst>
              <a:path w="463" h="63">
                <a:moveTo>
                  <a:pt x="0" y="63"/>
                </a:moveTo>
                <a:lnTo>
                  <a:pt x="459" y="0"/>
                </a:lnTo>
                <a:lnTo>
                  <a:pt x="463" y="0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3" name=""/>
          <p:cNvSpPr/>
          <p:nvPr/>
        </p:nvSpPr>
        <p:spPr>
          <a:xfrm>
            <a:off x="4893480" y="2139480"/>
            <a:ext cx="168120" cy="23040"/>
          </a:xfrm>
          <a:custGeom>
            <a:avLst/>
            <a:gdLst/>
            <a:ahLst/>
            <a:rect l="0" t="0" r="r" b="b"/>
            <a:pathLst>
              <a:path w="467" h="64">
                <a:moveTo>
                  <a:pt x="0" y="63"/>
                </a:moveTo>
                <a:lnTo>
                  <a:pt x="463" y="0"/>
                </a:lnTo>
                <a:lnTo>
                  <a:pt x="46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4" name=""/>
          <p:cNvSpPr/>
          <p:nvPr/>
        </p:nvSpPr>
        <p:spPr>
          <a:xfrm>
            <a:off x="4893480" y="2139480"/>
            <a:ext cx="169200" cy="23040"/>
          </a:xfrm>
          <a:custGeom>
            <a:avLst/>
            <a:gdLst/>
            <a:ahLst/>
            <a:rect l="0" t="0" r="r" b="b"/>
            <a:pathLst>
              <a:path w="470" h="64">
                <a:moveTo>
                  <a:pt x="0" y="64"/>
                </a:moveTo>
                <a:lnTo>
                  <a:pt x="467" y="0"/>
                </a:lnTo>
                <a:lnTo>
                  <a:pt x="470" y="0"/>
                </a:lnTo>
                <a:lnTo>
                  <a:pt x="0" y="64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5" name=""/>
          <p:cNvSpPr/>
          <p:nvPr/>
        </p:nvSpPr>
        <p:spPr>
          <a:xfrm>
            <a:off x="4893480" y="2139480"/>
            <a:ext cx="170640" cy="23400"/>
          </a:xfrm>
          <a:custGeom>
            <a:avLst/>
            <a:gdLst/>
            <a:ahLst/>
            <a:rect l="0" t="0" r="r" b="b"/>
            <a:pathLst>
              <a:path w="474" h="65">
                <a:moveTo>
                  <a:pt x="0" y="64"/>
                </a:moveTo>
                <a:lnTo>
                  <a:pt x="470" y="0"/>
                </a:lnTo>
                <a:lnTo>
                  <a:pt x="474" y="0"/>
                </a:lnTo>
                <a:lnTo>
                  <a:pt x="1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6" name=""/>
          <p:cNvSpPr/>
          <p:nvPr/>
        </p:nvSpPr>
        <p:spPr>
          <a:xfrm>
            <a:off x="4893840" y="2139480"/>
            <a:ext cx="170640" cy="23400"/>
          </a:xfrm>
          <a:custGeom>
            <a:avLst/>
            <a:gdLst/>
            <a:ahLst/>
            <a:rect l="0" t="0" r="r" b="b"/>
            <a:pathLst>
              <a:path w="474" h="65">
                <a:moveTo>
                  <a:pt x="0" y="65"/>
                </a:moveTo>
                <a:lnTo>
                  <a:pt x="473" y="0"/>
                </a:lnTo>
                <a:lnTo>
                  <a:pt x="474" y="0"/>
                </a:lnTo>
                <a:lnTo>
                  <a:pt x="3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7" name=""/>
          <p:cNvSpPr/>
          <p:nvPr/>
        </p:nvSpPr>
        <p:spPr>
          <a:xfrm>
            <a:off x="4894920" y="2139480"/>
            <a:ext cx="169560" cy="23400"/>
          </a:xfrm>
          <a:custGeom>
            <a:avLst/>
            <a:gdLst/>
            <a:ahLst/>
            <a:rect l="0" t="0" r="r" b="b"/>
            <a:pathLst>
              <a:path w="471" h="65">
                <a:moveTo>
                  <a:pt x="0" y="65"/>
                </a:moveTo>
                <a:lnTo>
                  <a:pt x="471" y="0"/>
                </a:lnTo>
                <a:lnTo>
                  <a:pt x="471" y="1"/>
                </a:lnTo>
                <a:lnTo>
                  <a:pt x="4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8" name=""/>
          <p:cNvSpPr/>
          <p:nvPr/>
        </p:nvSpPr>
        <p:spPr>
          <a:xfrm>
            <a:off x="4896360" y="2139840"/>
            <a:ext cx="168120" cy="23040"/>
          </a:xfrm>
          <a:custGeom>
            <a:avLst/>
            <a:gdLst/>
            <a:ahLst/>
            <a:rect l="0" t="0" r="r" b="b"/>
            <a:pathLst>
              <a:path w="467" h="64">
                <a:moveTo>
                  <a:pt x="0" y="64"/>
                </a:moveTo>
                <a:lnTo>
                  <a:pt x="467" y="0"/>
                </a:lnTo>
                <a:lnTo>
                  <a:pt x="4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59" name=""/>
          <p:cNvSpPr/>
          <p:nvPr/>
        </p:nvSpPr>
        <p:spPr>
          <a:xfrm>
            <a:off x="4897800" y="2139840"/>
            <a:ext cx="166680" cy="23040"/>
          </a:xfrm>
          <a:custGeom>
            <a:avLst/>
            <a:gdLst/>
            <a:ahLst/>
            <a:rect l="0" t="0" r="r" b="b"/>
            <a:pathLst>
              <a:path w="463" h="64">
                <a:moveTo>
                  <a:pt x="0" y="64"/>
                </a:moveTo>
                <a:lnTo>
                  <a:pt x="463" y="0"/>
                </a:lnTo>
                <a:lnTo>
                  <a:pt x="463" y="1"/>
                </a:lnTo>
                <a:lnTo>
                  <a:pt x="3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0" name=""/>
          <p:cNvSpPr/>
          <p:nvPr/>
        </p:nvSpPr>
        <p:spPr>
          <a:xfrm>
            <a:off x="4898880" y="2140200"/>
            <a:ext cx="165600" cy="22680"/>
          </a:xfrm>
          <a:custGeom>
            <a:avLst/>
            <a:gdLst/>
            <a:ahLst/>
            <a:rect l="0" t="0" r="r" b="b"/>
            <a:pathLst>
              <a:path w="460" h="63">
                <a:moveTo>
                  <a:pt x="0" y="63"/>
                </a:moveTo>
                <a:lnTo>
                  <a:pt x="460" y="0"/>
                </a:lnTo>
                <a:lnTo>
                  <a:pt x="4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1" name=""/>
          <p:cNvSpPr/>
          <p:nvPr/>
        </p:nvSpPr>
        <p:spPr>
          <a:xfrm>
            <a:off x="4900320" y="2140200"/>
            <a:ext cx="164160" cy="22680"/>
          </a:xfrm>
          <a:custGeom>
            <a:avLst/>
            <a:gdLst/>
            <a:ahLst/>
            <a:rect l="0" t="0" r="r" b="b"/>
            <a:pathLst>
              <a:path w="456" h="63">
                <a:moveTo>
                  <a:pt x="0" y="63"/>
                </a:moveTo>
                <a:lnTo>
                  <a:pt x="456" y="0"/>
                </a:lnTo>
                <a:lnTo>
                  <a:pt x="456" y="1"/>
                </a:lnTo>
                <a:lnTo>
                  <a:pt x="4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2" name=""/>
          <p:cNvSpPr/>
          <p:nvPr/>
        </p:nvSpPr>
        <p:spPr>
          <a:xfrm>
            <a:off x="4901760" y="2140560"/>
            <a:ext cx="162720" cy="22320"/>
          </a:xfrm>
          <a:custGeom>
            <a:avLst/>
            <a:gdLst/>
            <a:ahLst/>
            <a:rect l="0" t="0" r="r" b="b"/>
            <a:pathLst>
              <a:path w="452" h="62">
                <a:moveTo>
                  <a:pt x="0" y="62"/>
                </a:moveTo>
                <a:lnTo>
                  <a:pt x="452" y="0"/>
                </a:lnTo>
                <a:lnTo>
                  <a:pt x="3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3" name=""/>
          <p:cNvSpPr/>
          <p:nvPr/>
        </p:nvSpPr>
        <p:spPr>
          <a:xfrm>
            <a:off x="4902840" y="2140560"/>
            <a:ext cx="161640" cy="22320"/>
          </a:xfrm>
          <a:custGeom>
            <a:avLst/>
            <a:gdLst/>
            <a:ahLst/>
            <a:rect l="0" t="0" r="r" b="b"/>
            <a:pathLst>
              <a:path w="449" h="62">
                <a:moveTo>
                  <a:pt x="0" y="62"/>
                </a:moveTo>
                <a:lnTo>
                  <a:pt x="449" y="0"/>
                </a:lnTo>
                <a:lnTo>
                  <a:pt x="449" y="1"/>
                </a:lnTo>
                <a:lnTo>
                  <a:pt x="4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4" name=""/>
          <p:cNvSpPr/>
          <p:nvPr/>
        </p:nvSpPr>
        <p:spPr>
          <a:xfrm>
            <a:off x="4904280" y="2140920"/>
            <a:ext cx="160200" cy="21960"/>
          </a:xfrm>
          <a:custGeom>
            <a:avLst/>
            <a:gdLst/>
            <a:ahLst/>
            <a:rect l="0" t="0" r="r" b="b"/>
            <a:pathLst>
              <a:path w="445" h="61">
                <a:moveTo>
                  <a:pt x="0" y="61"/>
                </a:moveTo>
                <a:lnTo>
                  <a:pt x="445" y="0"/>
                </a:lnTo>
                <a:lnTo>
                  <a:pt x="4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5" name=""/>
          <p:cNvSpPr/>
          <p:nvPr/>
        </p:nvSpPr>
        <p:spPr>
          <a:xfrm>
            <a:off x="4905720" y="2140920"/>
            <a:ext cx="158760" cy="21960"/>
          </a:xfrm>
          <a:custGeom>
            <a:avLst/>
            <a:gdLst/>
            <a:ahLst/>
            <a:rect l="0" t="0" r="r" b="b"/>
            <a:pathLst>
              <a:path w="441" h="61">
                <a:moveTo>
                  <a:pt x="0" y="61"/>
                </a:moveTo>
                <a:lnTo>
                  <a:pt x="441" y="0"/>
                </a:lnTo>
                <a:lnTo>
                  <a:pt x="441" y="1"/>
                </a:lnTo>
                <a:lnTo>
                  <a:pt x="3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6" name=""/>
          <p:cNvSpPr/>
          <p:nvPr/>
        </p:nvSpPr>
        <p:spPr>
          <a:xfrm>
            <a:off x="4906800" y="2141280"/>
            <a:ext cx="157680" cy="21600"/>
          </a:xfrm>
          <a:custGeom>
            <a:avLst/>
            <a:gdLst/>
            <a:ahLst/>
            <a:rect l="0" t="0" r="r" b="b"/>
            <a:pathLst>
              <a:path w="438" h="60">
                <a:moveTo>
                  <a:pt x="0" y="60"/>
                </a:moveTo>
                <a:lnTo>
                  <a:pt x="438" y="0"/>
                </a:lnTo>
                <a:lnTo>
                  <a:pt x="4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7" name=""/>
          <p:cNvSpPr/>
          <p:nvPr/>
        </p:nvSpPr>
        <p:spPr>
          <a:xfrm>
            <a:off x="4908240" y="2141280"/>
            <a:ext cx="156240" cy="21600"/>
          </a:xfrm>
          <a:custGeom>
            <a:avLst/>
            <a:gdLst/>
            <a:ahLst/>
            <a:rect l="0" t="0" r="r" b="b"/>
            <a:pathLst>
              <a:path w="434" h="60">
                <a:moveTo>
                  <a:pt x="0" y="60"/>
                </a:moveTo>
                <a:lnTo>
                  <a:pt x="434" y="0"/>
                </a:lnTo>
                <a:lnTo>
                  <a:pt x="434" y="1"/>
                </a:lnTo>
                <a:lnTo>
                  <a:pt x="4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8" name=""/>
          <p:cNvSpPr/>
          <p:nvPr/>
        </p:nvSpPr>
        <p:spPr>
          <a:xfrm>
            <a:off x="4909680" y="2141640"/>
            <a:ext cx="154800" cy="21240"/>
          </a:xfrm>
          <a:custGeom>
            <a:avLst/>
            <a:gdLst/>
            <a:ahLst/>
            <a:rect l="0" t="0" r="r" b="b"/>
            <a:pathLst>
              <a:path w="430" h="59">
                <a:moveTo>
                  <a:pt x="0" y="59"/>
                </a:moveTo>
                <a:lnTo>
                  <a:pt x="430" y="0"/>
                </a:lnTo>
                <a:lnTo>
                  <a:pt x="4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69" name=""/>
          <p:cNvSpPr/>
          <p:nvPr/>
        </p:nvSpPr>
        <p:spPr>
          <a:xfrm>
            <a:off x="4911120" y="2141640"/>
            <a:ext cx="153360" cy="21240"/>
          </a:xfrm>
          <a:custGeom>
            <a:avLst/>
            <a:gdLst/>
            <a:ahLst/>
            <a:rect l="0" t="0" r="r" b="b"/>
            <a:pathLst>
              <a:path w="426" h="59">
                <a:moveTo>
                  <a:pt x="0" y="59"/>
                </a:moveTo>
                <a:lnTo>
                  <a:pt x="426" y="0"/>
                </a:lnTo>
                <a:lnTo>
                  <a:pt x="426" y="1"/>
                </a:lnTo>
                <a:lnTo>
                  <a:pt x="3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0" name=""/>
          <p:cNvSpPr/>
          <p:nvPr/>
        </p:nvSpPr>
        <p:spPr>
          <a:xfrm>
            <a:off x="4912200" y="2142000"/>
            <a:ext cx="152280" cy="20880"/>
          </a:xfrm>
          <a:custGeom>
            <a:avLst/>
            <a:gdLst/>
            <a:ahLst/>
            <a:rect l="0" t="0" r="r" b="b"/>
            <a:pathLst>
              <a:path w="423" h="58">
                <a:moveTo>
                  <a:pt x="0" y="58"/>
                </a:moveTo>
                <a:lnTo>
                  <a:pt x="423" y="0"/>
                </a:lnTo>
                <a:lnTo>
                  <a:pt x="4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1" name=""/>
          <p:cNvSpPr/>
          <p:nvPr/>
        </p:nvSpPr>
        <p:spPr>
          <a:xfrm>
            <a:off x="4913640" y="2142000"/>
            <a:ext cx="150840" cy="20880"/>
          </a:xfrm>
          <a:custGeom>
            <a:avLst/>
            <a:gdLst/>
            <a:ahLst/>
            <a:rect l="0" t="0" r="r" b="b"/>
            <a:pathLst>
              <a:path w="419" h="58">
                <a:moveTo>
                  <a:pt x="0" y="58"/>
                </a:moveTo>
                <a:lnTo>
                  <a:pt x="419" y="0"/>
                </a:lnTo>
                <a:lnTo>
                  <a:pt x="419" y="1"/>
                </a:lnTo>
                <a:lnTo>
                  <a:pt x="4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2" name=""/>
          <p:cNvSpPr/>
          <p:nvPr/>
        </p:nvSpPr>
        <p:spPr>
          <a:xfrm>
            <a:off x="4915080" y="2142360"/>
            <a:ext cx="149400" cy="20520"/>
          </a:xfrm>
          <a:custGeom>
            <a:avLst/>
            <a:gdLst/>
            <a:ahLst/>
            <a:rect l="0" t="0" r="r" b="b"/>
            <a:pathLst>
              <a:path w="415" h="57">
                <a:moveTo>
                  <a:pt x="0" y="57"/>
                </a:moveTo>
                <a:lnTo>
                  <a:pt x="415" y="0"/>
                </a:lnTo>
                <a:lnTo>
                  <a:pt x="3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3" name=""/>
          <p:cNvSpPr/>
          <p:nvPr/>
        </p:nvSpPr>
        <p:spPr>
          <a:xfrm>
            <a:off x="4916160" y="2142360"/>
            <a:ext cx="148320" cy="20520"/>
          </a:xfrm>
          <a:custGeom>
            <a:avLst/>
            <a:gdLst/>
            <a:ahLst/>
            <a:rect l="0" t="0" r="r" b="b"/>
            <a:pathLst>
              <a:path w="412" h="57">
                <a:moveTo>
                  <a:pt x="0" y="57"/>
                </a:moveTo>
                <a:lnTo>
                  <a:pt x="412" y="0"/>
                </a:lnTo>
                <a:lnTo>
                  <a:pt x="412" y="1"/>
                </a:lnTo>
                <a:lnTo>
                  <a:pt x="4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4" name=""/>
          <p:cNvSpPr/>
          <p:nvPr/>
        </p:nvSpPr>
        <p:spPr>
          <a:xfrm>
            <a:off x="4917600" y="2142720"/>
            <a:ext cx="146880" cy="20160"/>
          </a:xfrm>
          <a:custGeom>
            <a:avLst/>
            <a:gdLst/>
            <a:ahLst/>
            <a:rect l="0" t="0" r="r" b="b"/>
            <a:pathLst>
              <a:path w="408" h="56">
                <a:moveTo>
                  <a:pt x="0" y="56"/>
                </a:moveTo>
                <a:lnTo>
                  <a:pt x="408" y="0"/>
                </a:lnTo>
                <a:lnTo>
                  <a:pt x="4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5" name=""/>
          <p:cNvSpPr/>
          <p:nvPr/>
        </p:nvSpPr>
        <p:spPr>
          <a:xfrm>
            <a:off x="4919040" y="2142720"/>
            <a:ext cx="145440" cy="20160"/>
          </a:xfrm>
          <a:custGeom>
            <a:avLst/>
            <a:gdLst/>
            <a:ahLst/>
            <a:rect l="0" t="0" r="r" b="b"/>
            <a:pathLst>
              <a:path w="404" h="56">
                <a:moveTo>
                  <a:pt x="0" y="56"/>
                </a:moveTo>
                <a:lnTo>
                  <a:pt x="404" y="0"/>
                </a:lnTo>
                <a:lnTo>
                  <a:pt x="404" y="1"/>
                </a:lnTo>
                <a:lnTo>
                  <a:pt x="3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6" name=""/>
          <p:cNvSpPr/>
          <p:nvPr/>
        </p:nvSpPr>
        <p:spPr>
          <a:xfrm>
            <a:off x="4920120" y="2143080"/>
            <a:ext cx="144360" cy="19800"/>
          </a:xfrm>
          <a:custGeom>
            <a:avLst/>
            <a:gdLst/>
            <a:ahLst/>
            <a:rect l="0" t="0" r="r" b="b"/>
            <a:pathLst>
              <a:path w="401" h="55">
                <a:moveTo>
                  <a:pt x="0" y="55"/>
                </a:moveTo>
                <a:lnTo>
                  <a:pt x="401" y="0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7" name=""/>
          <p:cNvSpPr/>
          <p:nvPr/>
        </p:nvSpPr>
        <p:spPr>
          <a:xfrm>
            <a:off x="4921560" y="2143080"/>
            <a:ext cx="142920" cy="19800"/>
          </a:xfrm>
          <a:custGeom>
            <a:avLst/>
            <a:gdLst/>
            <a:ahLst/>
            <a:rect l="0" t="0" r="r" b="b"/>
            <a:pathLst>
              <a:path w="397" h="55">
                <a:moveTo>
                  <a:pt x="0" y="55"/>
                </a:moveTo>
                <a:lnTo>
                  <a:pt x="397" y="0"/>
                </a:lnTo>
                <a:lnTo>
                  <a:pt x="397" y="1"/>
                </a:lnTo>
                <a:lnTo>
                  <a:pt x="4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8" name=""/>
          <p:cNvSpPr/>
          <p:nvPr/>
        </p:nvSpPr>
        <p:spPr>
          <a:xfrm>
            <a:off x="4923000" y="2143440"/>
            <a:ext cx="141480" cy="19440"/>
          </a:xfrm>
          <a:custGeom>
            <a:avLst/>
            <a:gdLst/>
            <a:ahLst/>
            <a:rect l="0" t="0" r="r" b="b"/>
            <a:pathLst>
              <a:path w="393" h="54">
                <a:moveTo>
                  <a:pt x="0" y="54"/>
                </a:moveTo>
                <a:lnTo>
                  <a:pt x="393" y="0"/>
                </a:lnTo>
                <a:lnTo>
                  <a:pt x="4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79" name=""/>
          <p:cNvSpPr/>
          <p:nvPr/>
        </p:nvSpPr>
        <p:spPr>
          <a:xfrm>
            <a:off x="4924440" y="2143440"/>
            <a:ext cx="140040" cy="19440"/>
          </a:xfrm>
          <a:custGeom>
            <a:avLst/>
            <a:gdLst/>
            <a:ahLst/>
            <a:rect l="0" t="0" r="r" b="b"/>
            <a:pathLst>
              <a:path w="389" h="54">
                <a:moveTo>
                  <a:pt x="0" y="54"/>
                </a:moveTo>
                <a:lnTo>
                  <a:pt x="389" y="0"/>
                </a:lnTo>
                <a:lnTo>
                  <a:pt x="389" y="1"/>
                </a:lnTo>
                <a:lnTo>
                  <a:pt x="3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0" name=""/>
          <p:cNvSpPr/>
          <p:nvPr/>
        </p:nvSpPr>
        <p:spPr>
          <a:xfrm>
            <a:off x="4925520" y="2143800"/>
            <a:ext cx="138960" cy="19080"/>
          </a:xfrm>
          <a:custGeom>
            <a:avLst/>
            <a:gdLst/>
            <a:ahLst/>
            <a:rect l="0" t="0" r="r" b="b"/>
            <a:pathLst>
              <a:path w="386" h="53">
                <a:moveTo>
                  <a:pt x="0" y="53"/>
                </a:moveTo>
                <a:lnTo>
                  <a:pt x="386" y="0"/>
                </a:lnTo>
                <a:lnTo>
                  <a:pt x="4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1" name=""/>
          <p:cNvSpPr/>
          <p:nvPr/>
        </p:nvSpPr>
        <p:spPr>
          <a:xfrm>
            <a:off x="4926960" y="2143800"/>
            <a:ext cx="137520" cy="19080"/>
          </a:xfrm>
          <a:custGeom>
            <a:avLst/>
            <a:gdLst/>
            <a:ahLst/>
            <a:rect l="0" t="0" r="r" b="b"/>
            <a:pathLst>
              <a:path w="382" h="53">
                <a:moveTo>
                  <a:pt x="0" y="53"/>
                </a:moveTo>
                <a:lnTo>
                  <a:pt x="382" y="0"/>
                </a:lnTo>
                <a:lnTo>
                  <a:pt x="382" y="1"/>
                </a:lnTo>
                <a:lnTo>
                  <a:pt x="4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2" name=""/>
          <p:cNvSpPr/>
          <p:nvPr/>
        </p:nvSpPr>
        <p:spPr>
          <a:xfrm>
            <a:off x="4928400" y="2144160"/>
            <a:ext cx="136080" cy="18720"/>
          </a:xfrm>
          <a:custGeom>
            <a:avLst/>
            <a:gdLst/>
            <a:ahLst/>
            <a:rect l="0" t="0" r="r" b="b"/>
            <a:pathLst>
              <a:path w="378" h="52">
                <a:moveTo>
                  <a:pt x="0" y="52"/>
                </a:moveTo>
                <a:lnTo>
                  <a:pt x="378" y="0"/>
                </a:lnTo>
                <a:lnTo>
                  <a:pt x="3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3" name=""/>
          <p:cNvSpPr/>
          <p:nvPr/>
        </p:nvSpPr>
        <p:spPr>
          <a:xfrm>
            <a:off x="4929480" y="2144160"/>
            <a:ext cx="135000" cy="18720"/>
          </a:xfrm>
          <a:custGeom>
            <a:avLst/>
            <a:gdLst/>
            <a:ahLst/>
            <a:rect l="0" t="0" r="r" b="b"/>
            <a:pathLst>
              <a:path w="375" h="52">
                <a:moveTo>
                  <a:pt x="0" y="52"/>
                </a:moveTo>
                <a:lnTo>
                  <a:pt x="375" y="0"/>
                </a:lnTo>
                <a:lnTo>
                  <a:pt x="375" y="1"/>
                </a:lnTo>
                <a:lnTo>
                  <a:pt x="4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4" name=""/>
          <p:cNvSpPr/>
          <p:nvPr/>
        </p:nvSpPr>
        <p:spPr>
          <a:xfrm>
            <a:off x="4930920" y="2144520"/>
            <a:ext cx="133560" cy="18360"/>
          </a:xfrm>
          <a:custGeom>
            <a:avLst/>
            <a:gdLst/>
            <a:ahLst/>
            <a:rect l="0" t="0" r="r" b="b"/>
            <a:pathLst>
              <a:path w="371" h="51">
                <a:moveTo>
                  <a:pt x="0" y="51"/>
                </a:moveTo>
                <a:lnTo>
                  <a:pt x="371" y="0"/>
                </a:lnTo>
                <a:lnTo>
                  <a:pt x="4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5" name=""/>
          <p:cNvSpPr/>
          <p:nvPr/>
        </p:nvSpPr>
        <p:spPr>
          <a:xfrm>
            <a:off x="4932360" y="2144520"/>
            <a:ext cx="132120" cy="18360"/>
          </a:xfrm>
          <a:custGeom>
            <a:avLst/>
            <a:gdLst/>
            <a:ahLst/>
            <a:rect l="0" t="0" r="r" b="b"/>
            <a:pathLst>
              <a:path w="367" h="51">
                <a:moveTo>
                  <a:pt x="0" y="51"/>
                </a:moveTo>
                <a:lnTo>
                  <a:pt x="367" y="0"/>
                </a:lnTo>
                <a:lnTo>
                  <a:pt x="367" y="1"/>
                </a:lnTo>
                <a:lnTo>
                  <a:pt x="3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6" name=""/>
          <p:cNvSpPr/>
          <p:nvPr/>
        </p:nvSpPr>
        <p:spPr>
          <a:xfrm>
            <a:off x="4933440" y="2144880"/>
            <a:ext cx="131040" cy="18000"/>
          </a:xfrm>
          <a:custGeom>
            <a:avLst/>
            <a:gdLst/>
            <a:ahLst/>
            <a:rect l="0" t="0" r="r" b="b"/>
            <a:pathLst>
              <a:path w="364" h="50">
                <a:moveTo>
                  <a:pt x="0" y="50"/>
                </a:moveTo>
                <a:lnTo>
                  <a:pt x="364" y="0"/>
                </a:lnTo>
                <a:lnTo>
                  <a:pt x="4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7" name=""/>
          <p:cNvSpPr/>
          <p:nvPr/>
        </p:nvSpPr>
        <p:spPr>
          <a:xfrm>
            <a:off x="4934880" y="2144880"/>
            <a:ext cx="129600" cy="18000"/>
          </a:xfrm>
          <a:custGeom>
            <a:avLst/>
            <a:gdLst/>
            <a:ahLst/>
            <a:rect l="0" t="0" r="r" b="b"/>
            <a:pathLst>
              <a:path w="360" h="50">
                <a:moveTo>
                  <a:pt x="0" y="50"/>
                </a:moveTo>
                <a:lnTo>
                  <a:pt x="360" y="0"/>
                </a:lnTo>
                <a:lnTo>
                  <a:pt x="360" y="1"/>
                </a:lnTo>
                <a:lnTo>
                  <a:pt x="4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8" name=""/>
          <p:cNvSpPr/>
          <p:nvPr/>
        </p:nvSpPr>
        <p:spPr>
          <a:xfrm>
            <a:off x="4936320" y="2145240"/>
            <a:ext cx="128160" cy="17640"/>
          </a:xfrm>
          <a:custGeom>
            <a:avLst/>
            <a:gdLst/>
            <a:ahLst/>
            <a:rect l="0" t="0" r="r" b="b"/>
            <a:pathLst>
              <a:path w="356" h="49">
                <a:moveTo>
                  <a:pt x="0" y="49"/>
                </a:moveTo>
                <a:lnTo>
                  <a:pt x="356" y="0"/>
                </a:lnTo>
                <a:lnTo>
                  <a:pt x="4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89" name=""/>
          <p:cNvSpPr/>
          <p:nvPr/>
        </p:nvSpPr>
        <p:spPr>
          <a:xfrm>
            <a:off x="4937760" y="2145240"/>
            <a:ext cx="126720" cy="17640"/>
          </a:xfrm>
          <a:custGeom>
            <a:avLst/>
            <a:gdLst/>
            <a:ahLst/>
            <a:rect l="0" t="0" r="r" b="b"/>
            <a:pathLst>
              <a:path w="352" h="49">
                <a:moveTo>
                  <a:pt x="0" y="49"/>
                </a:moveTo>
                <a:lnTo>
                  <a:pt x="352" y="0"/>
                </a:lnTo>
                <a:lnTo>
                  <a:pt x="352" y="1"/>
                </a:lnTo>
                <a:lnTo>
                  <a:pt x="3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0" name=""/>
          <p:cNvSpPr/>
          <p:nvPr/>
        </p:nvSpPr>
        <p:spPr>
          <a:xfrm>
            <a:off x="4938840" y="2145600"/>
            <a:ext cx="125640" cy="17280"/>
          </a:xfrm>
          <a:custGeom>
            <a:avLst/>
            <a:gdLst/>
            <a:ahLst/>
            <a:rect l="0" t="0" r="r" b="b"/>
            <a:pathLst>
              <a:path w="349" h="48">
                <a:moveTo>
                  <a:pt x="0" y="48"/>
                </a:moveTo>
                <a:lnTo>
                  <a:pt x="349" y="0"/>
                </a:lnTo>
                <a:lnTo>
                  <a:pt x="4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1" name=""/>
          <p:cNvSpPr/>
          <p:nvPr/>
        </p:nvSpPr>
        <p:spPr>
          <a:xfrm>
            <a:off x="4940280" y="2145600"/>
            <a:ext cx="124200" cy="17280"/>
          </a:xfrm>
          <a:custGeom>
            <a:avLst/>
            <a:gdLst/>
            <a:ahLst/>
            <a:rect l="0" t="0" r="r" b="b"/>
            <a:pathLst>
              <a:path w="345" h="48">
                <a:moveTo>
                  <a:pt x="0" y="48"/>
                </a:moveTo>
                <a:lnTo>
                  <a:pt x="345" y="0"/>
                </a:lnTo>
                <a:lnTo>
                  <a:pt x="345" y="1"/>
                </a:lnTo>
                <a:lnTo>
                  <a:pt x="4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2" name=""/>
          <p:cNvSpPr/>
          <p:nvPr/>
        </p:nvSpPr>
        <p:spPr>
          <a:xfrm>
            <a:off x="4941720" y="2145960"/>
            <a:ext cx="122760" cy="16920"/>
          </a:xfrm>
          <a:custGeom>
            <a:avLst/>
            <a:gdLst/>
            <a:ahLst/>
            <a:rect l="0" t="0" r="r" b="b"/>
            <a:pathLst>
              <a:path w="341" h="47">
                <a:moveTo>
                  <a:pt x="0" y="47"/>
                </a:moveTo>
                <a:lnTo>
                  <a:pt x="341" y="0"/>
                </a:lnTo>
                <a:lnTo>
                  <a:pt x="3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3" name=""/>
          <p:cNvSpPr/>
          <p:nvPr/>
        </p:nvSpPr>
        <p:spPr>
          <a:xfrm>
            <a:off x="4942800" y="2145960"/>
            <a:ext cx="121680" cy="16920"/>
          </a:xfrm>
          <a:custGeom>
            <a:avLst/>
            <a:gdLst/>
            <a:ahLst/>
            <a:rect l="0" t="0" r="r" b="b"/>
            <a:pathLst>
              <a:path w="338" h="47">
                <a:moveTo>
                  <a:pt x="0" y="47"/>
                </a:moveTo>
                <a:lnTo>
                  <a:pt x="338" y="0"/>
                </a:lnTo>
                <a:lnTo>
                  <a:pt x="338" y="1"/>
                </a:lnTo>
                <a:lnTo>
                  <a:pt x="4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4" name=""/>
          <p:cNvSpPr/>
          <p:nvPr/>
        </p:nvSpPr>
        <p:spPr>
          <a:xfrm>
            <a:off x="4944240" y="2146320"/>
            <a:ext cx="120240" cy="16560"/>
          </a:xfrm>
          <a:custGeom>
            <a:avLst/>
            <a:gdLst/>
            <a:ahLst/>
            <a:rect l="0" t="0" r="r" b="b"/>
            <a:pathLst>
              <a:path w="334" h="46">
                <a:moveTo>
                  <a:pt x="0" y="46"/>
                </a:moveTo>
                <a:lnTo>
                  <a:pt x="334" y="0"/>
                </a:lnTo>
                <a:lnTo>
                  <a:pt x="4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5" name=""/>
          <p:cNvSpPr/>
          <p:nvPr/>
        </p:nvSpPr>
        <p:spPr>
          <a:xfrm>
            <a:off x="4945680" y="2146320"/>
            <a:ext cx="118800" cy="16560"/>
          </a:xfrm>
          <a:custGeom>
            <a:avLst/>
            <a:gdLst/>
            <a:ahLst/>
            <a:rect l="0" t="0" r="r" b="b"/>
            <a:pathLst>
              <a:path w="330" h="46">
                <a:moveTo>
                  <a:pt x="0" y="46"/>
                </a:moveTo>
                <a:lnTo>
                  <a:pt x="330" y="0"/>
                </a:lnTo>
                <a:lnTo>
                  <a:pt x="330" y="1"/>
                </a:lnTo>
                <a:lnTo>
                  <a:pt x="3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6" name=""/>
          <p:cNvSpPr/>
          <p:nvPr/>
        </p:nvSpPr>
        <p:spPr>
          <a:xfrm>
            <a:off x="4946760" y="2146680"/>
            <a:ext cx="117720" cy="16200"/>
          </a:xfrm>
          <a:custGeom>
            <a:avLst/>
            <a:gdLst/>
            <a:ahLst/>
            <a:rect l="0" t="0" r="r" b="b"/>
            <a:pathLst>
              <a:path w="327" h="45">
                <a:moveTo>
                  <a:pt x="0" y="45"/>
                </a:moveTo>
                <a:lnTo>
                  <a:pt x="327" y="0"/>
                </a:lnTo>
                <a:lnTo>
                  <a:pt x="4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7" name=""/>
          <p:cNvSpPr/>
          <p:nvPr/>
        </p:nvSpPr>
        <p:spPr>
          <a:xfrm>
            <a:off x="4948200" y="2146680"/>
            <a:ext cx="116280" cy="16200"/>
          </a:xfrm>
          <a:custGeom>
            <a:avLst/>
            <a:gdLst/>
            <a:ahLst/>
            <a:rect l="0" t="0" r="r" b="b"/>
            <a:pathLst>
              <a:path w="323" h="45">
                <a:moveTo>
                  <a:pt x="0" y="45"/>
                </a:moveTo>
                <a:lnTo>
                  <a:pt x="323" y="0"/>
                </a:lnTo>
                <a:lnTo>
                  <a:pt x="323" y="1"/>
                </a:lnTo>
                <a:lnTo>
                  <a:pt x="4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8" name=""/>
          <p:cNvSpPr/>
          <p:nvPr/>
        </p:nvSpPr>
        <p:spPr>
          <a:xfrm>
            <a:off x="4949640" y="2147040"/>
            <a:ext cx="114840" cy="15840"/>
          </a:xfrm>
          <a:custGeom>
            <a:avLst/>
            <a:gdLst/>
            <a:ahLst/>
            <a:rect l="0" t="0" r="r" b="b"/>
            <a:pathLst>
              <a:path w="319" h="44">
                <a:moveTo>
                  <a:pt x="0" y="44"/>
                </a:moveTo>
                <a:lnTo>
                  <a:pt x="319" y="0"/>
                </a:lnTo>
                <a:lnTo>
                  <a:pt x="4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499" name=""/>
          <p:cNvSpPr/>
          <p:nvPr/>
        </p:nvSpPr>
        <p:spPr>
          <a:xfrm>
            <a:off x="4951080" y="2147040"/>
            <a:ext cx="113400" cy="15840"/>
          </a:xfrm>
          <a:custGeom>
            <a:avLst/>
            <a:gdLst/>
            <a:ahLst/>
            <a:rect l="0" t="0" r="r" b="b"/>
            <a:pathLst>
              <a:path w="315" h="44">
                <a:moveTo>
                  <a:pt x="0" y="44"/>
                </a:moveTo>
                <a:lnTo>
                  <a:pt x="315" y="0"/>
                </a:lnTo>
                <a:lnTo>
                  <a:pt x="315" y="1"/>
                </a:lnTo>
                <a:lnTo>
                  <a:pt x="3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0" name=""/>
          <p:cNvSpPr/>
          <p:nvPr/>
        </p:nvSpPr>
        <p:spPr>
          <a:xfrm>
            <a:off x="4952160" y="2147400"/>
            <a:ext cx="112320" cy="15840"/>
          </a:xfrm>
          <a:custGeom>
            <a:avLst/>
            <a:gdLst/>
            <a:ahLst/>
            <a:rect l="0" t="0" r="r" b="b"/>
            <a:pathLst>
              <a:path w="312" h="44">
                <a:moveTo>
                  <a:pt x="0" y="44"/>
                </a:moveTo>
                <a:lnTo>
                  <a:pt x="312" y="0"/>
                </a:lnTo>
                <a:lnTo>
                  <a:pt x="4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1" name=""/>
          <p:cNvSpPr/>
          <p:nvPr/>
        </p:nvSpPr>
        <p:spPr>
          <a:xfrm>
            <a:off x="4953600" y="2147400"/>
            <a:ext cx="110880" cy="15840"/>
          </a:xfrm>
          <a:custGeom>
            <a:avLst/>
            <a:gdLst/>
            <a:ahLst/>
            <a:rect l="0" t="0" r="r" b="b"/>
            <a:pathLst>
              <a:path w="308" h="44">
                <a:moveTo>
                  <a:pt x="0" y="44"/>
                </a:moveTo>
                <a:lnTo>
                  <a:pt x="308" y="0"/>
                </a:lnTo>
                <a:lnTo>
                  <a:pt x="308" y="2"/>
                </a:lnTo>
                <a:lnTo>
                  <a:pt x="4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2" name=""/>
          <p:cNvSpPr/>
          <p:nvPr/>
        </p:nvSpPr>
        <p:spPr>
          <a:xfrm>
            <a:off x="4955040" y="2147760"/>
            <a:ext cx="109440" cy="15120"/>
          </a:xfrm>
          <a:custGeom>
            <a:avLst/>
            <a:gdLst/>
            <a:ahLst/>
            <a:rect l="0" t="0" r="r" b="b"/>
            <a:pathLst>
              <a:path w="304" h="42">
                <a:moveTo>
                  <a:pt x="0" y="42"/>
                </a:moveTo>
                <a:lnTo>
                  <a:pt x="304" y="0"/>
                </a:lnTo>
                <a:lnTo>
                  <a:pt x="3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3" name=""/>
          <p:cNvSpPr/>
          <p:nvPr/>
        </p:nvSpPr>
        <p:spPr>
          <a:xfrm>
            <a:off x="4956120" y="2147760"/>
            <a:ext cx="108360" cy="15120"/>
          </a:xfrm>
          <a:custGeom>
            <a:avLst/>
            <a:gdLst/>
            <a:ahLst/>
            <a:rect l="0" t="0" r="r" b="b"/>
            <a:pathLst>
              <a:path w="301" h="42">
                <a:moveTo>
                  <a:pt x="0" y="42"/>
                </a:moveTo>
                <a:lnTo>
                  <a:pt x="301" y="0"/>
                </a:lnTo>
                <a:lnTo>
                  <a:pt x="301" y="1"/>
                </a:lnTo>
                <a:lnTo>
                  <a:pt x="4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4" name=""/>
          <p:cNvSpPr/>
          <p:nvPr/>
        </p:nvSpPr>
        <p:spPr>
          <a:xfrm>
            <a:off x="4957560" y="2148120"/>
            <a:ext cx="106920" cy="14760"/>
          </a:xfrm>
          <a:custGeom>
            <a:avLst/>
            <a:gdLst/>
            <a:ahLst/>
            <a:rect l="0" t="0" r="r" b="b"/>
            <a:pathLst>
              <a:path w="297" h="41">
                <a:moveTo>
                  <a:pt x="0" y="41"/>
                </a:moveTo>
                <a:lnTo>
                  <a:pt x="297" y="0"/>
                </a:lnTo>
                <a:lnTo>
                  <a:pt x="4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5" name=""/>
          <p:cNvSpPr/>
          <p:nvPr/>
        </p:nvSpPr>
        <p:spPr>
          <a:xfrm>
            <a:off x="4959000" y="2148120"/>
            <a:ext cx="105480" cy="14760"/>
          </a:xfrm>
          <a:custGeom>
            <a:avLst/>
            <a:gdLst/>
            <a:ahLst/>
            <a:rect l="0" t="0" r="r" b="b"/>
            <a:pathLst>
              <a:path w="293" h="41">
                <a:moveTo>
                  <a:pt x="0" y="41"/>
                </a:moveTo>
                <a:lnTo>
                  <a:pt x="293" y="0"/>
                </a:lnTo>
                <a:lnTo>
                  <a:pt x="293" y="1"/>
                </a:lnTo>
                <a:lnTo>
                  <a:pt x="3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6" name=""/>
          <p:cNvSpPr/>
          <p:nvPr/>
        </p:nvSpPr>
        <p:spPr>
          <a:xfrm>
            <a:off x="4960080" y="2148480"/>
            <a:ext cx="104400" cy="14400"/>
          </a:xfrm>
          <a:custGeom>
            <a:avLst/>
            <a:gdLst/>
            <a:ahLst/>
            <a:rect l="0" t="0" r="r" b="b"/>
            <a:pathLst>
              <a:path w="290" h="40">
                <a:moveTo>
                  <a:pt x="0" y="40"/>
                </a:moveTo>
                <a:lnTo>
                  <a:pt x="290" y="0"/>
                </a:lnTo>
                <a:lnTo>
                  <a:pt x="4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7" name=""/>
          <p:cNvSpPr/>
          <p:nvPr/>
        </p:nvSpPr>
        <p:spPr>
          <a:xfrm>
            <a:off x="4961520" y="2148480"/>
            <a:ext cx="102960" cy="14400"/>
          </a:xfrm>
          <a:custGeom>
            <a:avLst/>
            <a:gdLst/>
            <a:ahLst/>
            <a:rect l="0" t="0" r="r" b="b"/>
            <a:pathLst>
              <a:path w="286" h="40">
                <a:moveTo>
                  <a:pt x="0" y="40"/>
                </a:moveTo>
                <a:lnTo>
                  <a:pt x="286" y="0"/>
                </a:lnTo>
                <a:lnTo>
                  <a:pt x="286" y="1"/>
                </a:lnTo>
                <a:lnTo>
                  <a:pt x="4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8" name=""/>
          <p:cNvSpPr/>
          <p:nvPr/>
        </p:nvSpPr>
        <p:spPr>
          <a:xfrm>
            <a:off x="4962960" y="2148840"/>
            <a:ext cx="101520" cy="14040"/>
          </a:xfrm>
          <a:custGeom>
            <a:avLst/>
            <a:gdLst/>
            <a:ahLst/>
            <a:rect l="0" t="0" r="r" b="b"/>
            <a:pathLst>
              <a:path w="282" h="39">
                <a:moveTo>
                  <a:pt x="0" y="39"/>
                </a:moveTo>
                <a:lnTo>
                  <a:pt x="282" y="0"/>
                </a:lnTo>
                <a:lnTo>
                  <a:pt x="4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09" name=""/>
          <p:cNvSpPr/>
          <p:nvPr/>
        </p:nvSpPr>
        <p:spPr>
          <a:xfrm>
            <a:off x="4964400" y="2148840"/>
            <a:ext cx="100080" cy="14040"/>
          </a:xfrm>
          <a:custGeom>
            <a:avLst/>
            <a:gdLst/>
            <a:ahLst/>
            <a:rect l="0" t="0" r="r" b="b"/>
            <a:pathLst>
              <a:path w="278" h="39">
                <a:moveTo>
                  <a:pt x="0" y="39"/>
                </a:moveTo>
                <a:lnTo>
                  <a:pt x="278" y="0"/>
                </a:lnTo>
                <a:lnTo>
                  <a:pt x="278" y="1"/>
                </a:lnTo>
                <a:lnTo>
                  <a:pt x="3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0" name=""/>
          <p:cNvSpPr/>
          <p:nvPr/>
        </p:nvSpPr>
        <p:spPr>
          <a:xfrm>
            <a:off x="4965480" y="2149200"/>
            <a:ext cx="99000" cy="13680"/>
          </a:xfrm>
          <a:custGeom>
            <a:avLst/>
            <a:gdLst/>
            <a:ahLst/>
            <a:rect l="0" t="0" r="r" b="b"/>
            <a:pathLst>
              <a:path w="275" h="38">
                <a:moveTo>
                  <a:pt x="0" y="38"/>
                </a:moveTo>
                <a:lnTo>
                  <a:pt x="275" y="0"/>
                </a:lnTo>
                <a:lnTo>
                  <a:pt x="4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1" name=""/>
          <p:cNvSpPr/>
          <p:nvPr/>
        </p:nvSpPr>
        <p:spPr>
          <a:xfrm>
            <a:off x="4966920" y="2149200"/>
            <a:ext cx="97560" cy="13680"/>
          </a:xfrm>
          <a:custGeom>
            <a:avLst/>
            <a:gdLst/>
            <a:ahLst/>
            <a:rect l="0" t="0" r="r" b="b"/>
            <a:pathLst>
              <a:path w="271" h="38">
                <a:moveTo>
                  <a:pt x="0" y="38"/>
                </a:moveTo>
                <a:lnTo>
                  <a:pt x="271" y="0"/>
                </a:lnTo>
                <a:lnTo>
                  <a:pt x="271" y="1"/>
                </a:lnTo>
                <a:lnTo>
                  <a:pt x="4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2" name=""/>
          <p:cNvSpPr/>
          <p:nvPr/>
        </p:nvSpPr>
        <p:spPr>
          <a:xfrm>
            <a:off x="4968360" y="2149560"/>
            <a:ext cx="96120" cy="13320"/>
          </a:xfrm>
          <a:custGeom>
            <a:avLst/>
            <a:gdLst/>
            <a:ahLst/>
            <a:rect l="0" t="0" r="r" b="b"/>
            <a:pathLst>
              <a:path w="267" h="37">
                <a:moveTo>
                  <a:pt x="0" y="37"/>
                </a:moveTo>
                <a:lnTo>
                  <a:pt x="267" y="0"/>
                </a:lnTo>
                <a:lnTo>
                  <a:pt x="3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3" name=""/>
          <p:cNvSpPr/>
          <p:nvPr/>
        </p:nvSpPr>
        <p:spPr>
          <a:xfrm>
            <a:off x="4969440" y="2149560"/>
            <a:ext cx="95040" cy="13320"/>
          </a:xfrm>
          <a:custGeom>
            <a:avLst/>
            <a:gdLst/>
            <a:ahLst/>
            <a:rect l="0" t="0" r="r" b="b"/>
            <a:pathLst>
              <a:path w="264" h="37">
                <a:moveTo>
                  <a:pt x="0" y="37"/>
                </a:moveTo>
                <a:lnTo>
                  <a:pt x="264" y="0"/>
                </a:lnTo>
                <a:lnTo>
                  <a:pt x="264" y="1"/>
                </a:lnTo>
                <a:lnTo>
                  <a:pt x="4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4" name=""/>
          <p:cNvSpPr/>
          <p:nvPr/>
        </p:nvSpPr>
        <p:spPr>
          <a:xfrm>
            <a:off x="4970880" y="2149920"/>
            <a:ext cx="93600" cy="12960"/>
          </a:xfrm>
          <a:custGeom>
            <a:avLst/>
            <a:gdLst/>
            <a:ahLst/>
            <a:rect l="0" t="0" r="r" b="b"/>
            <a:pathLst>
              <a:path w="260" h="36">
                <a:moveTo>
                  <a:pt x="0" y="36"/>
                </a:moveTo>
                <a:lnTo>
                  <a:pt x="260" y="0"/>
                </a:lnTo>
                <a:lnTo>
                  <a:pt x="4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5" name=""/>
          <p:cNvSpPr/>
          <p:nvPr/>
        </p:nvSpPr>
        <p:spPr>
          <a:xfrm>
            <a:off x="4972320" y="2149920"/>
            <a:ext cx="92160" cy="12960"/>
          </a:xfrm>
          <a:custGeom>
            <a:avLst/>
            <a:gdLst/>
            <a:ahLst/>
            <a:rect l="0" t="0" r="r" b="b"/>
            <a:pathLst>
              <a:path w="256" h="36">
                <a:moveTo>
                  <a:pt x="0" y="36"/>
                </a:moveTo>
                <a:lnTo>
                  <a:pt x="256" y="0"/>
                </a:lnTo>
                <a:lnTo>
                  <a:pt x="256" y="1"/>
                </a:lnTo>
                <a:lnTo>
                  <a:pt x="3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6" name=""/>
          <p:cNvSpPr/>
          <p:nvPr/>
        </p:nvSpPr>
        <p:spPr>
          <a:xfrm>
            <a:off x="4973400" y="2150280"/>
            <a:ext cx="91080" cy="12600"/>
          </a:xfrm>
          <a:custGeom>
            <a:avLst/>
            <a:gdLst/>
            <a:ahLst/>
            <a:rect l="0" t="0" r="r" b="b"/>
            <a:pathLst>
              <a:path w="253" h="35">
                <a:moveTo>
                  <a:pt x="0" y="35"/>
                </a:moveTo>
                <a:lnTo>
                  <a:pt x="253" y="0"/>
                </a:lnTo>
                <a:lnTo>
                  <a:pt x="4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7" name=""/>
          <p:cNvSpPr/>
          <p:nvPr/>
        </p:nvSpPr>
        <p:spPr>
          <a:xfrm>
            <a:off x="4974840" y="2150280"/>
            <a:ext cx="89640" cy="12600"/>
          </a:xfrm>
          <a:custGeom>
            <a:avLst/>
            <a:gdLst/>
            <a:ahLst/>
            <a:rect l="0" t="0" r="r" b="b"/>
            <a:pathLst>
              <a:path w="249" h="35">
                <a:moveTo>
                  <a:pt x="0" y="35"/>
                </a:moveTo>
                <a:lnTo>
                  <a:pt x="249" y="0"/>
                </a:lnTo>
                <a:lnTo>
                  <a:pt x="249" y="1"/>
                </a:lnTo>
                <a:lnTo>
                  <a:pt x="4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8" name=""/>
          <p:cNvSpPr/>
          <p:nvPr/>
        </p:nvSpPr>
        <p:spPr>
          <a:xfrm>
            <a:off x="4976280" y="2150640"/>
            <a:ext cx="88200" cy="12240"/>
          </a:xfrm>
          <a:custGeom>
            <a:avLst/>
            <a:gdLst/>
            <a:ahLst/>
            <a:rect l="0" t="0" r="r" b="b"/>
            <a:pathLst>
              <a:path w="245" h="34">
                <a:moveTo>
                  <a:pt x="0" y="34"/>
                </a:moveTo>
                <a:lnTo>
                  <a:pt x="245" y="0"/>
                </a:lnTo>
                <a:lnTo>
                  <a:pt x="3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19" name=""/>
          <p:cNvSpPr/>
          <p:nvPr/>
        </p:nvSpPr>
        <p:spPr>
          <a:xfrm>
            <a:off x="4977360" y="2150640"/>
            <a:ext cx="87120" cy="12240"/>
          </a:xfrm>
          <a:custGeom>
            <a:avLst/>
            <a:gdLst/>
            <a:ahLst/>
            <a:rect l="0" t="0" r="r" b="b"/>
            <a:pathLst>
              <a:path w="242" h="34">
                <a:moveTo>
                  <a:pt x="0" y="34"/>
                </a:moveTo>
                <a:lnTo>
                  <a:pt x="242" y="0"/>
                </a:lnTo>
                <a:lnTo>
                  <a:pt x="242" y="1"/>
                </a:lnTo>
                <a:lnTo>
                  <a:pt x="4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0" name=""/>
          <p:cNvSpPr/>
          <p:nvPr/>
        </p:nvSpPr>
        <p:spPr>
          <a:xfrm>
            <a:off x="4978800" y="2151000"/>
            <a:ext cx="85680" cy="11880"/>
          </a:xfrm>
          <a:custGeom>
            <a:avLst/>
            <a:gdLst/>
            <a:ahLst/>
            <a:rect l="0" t="0" r="r" b="b"/>
            <a:pathLst>
              <a:path w="238" h="33">
                <a:moveTo>
                  <a:pt x="0" y="33"/>
                </a:moveTo>
                <a:lnTo>
                  <a:pt x="238" y="0"/>
                </a:lnTo>
                <a:lnTo>
                  <a:pt x="4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1" name=""/>
          <p:cNvSpPr/>
          <p:nvPr/>
        </p:nvSpPr>
        <p:spPr>
          <a:xfrm>
            <a:off x="4980240" y="2151000"/>
            <a:ext cx="84240" cy="11880"/>
          </a:xfrm>
          <a:custGeom>
            <a:avLst/>
            <a:gdLst/>
            <a:ahLst/>
            <a:rect l="0" t="0" r="r" b="b"/>
            <a:pathLst>
              <a:path w="234" h="33">
                <a:moveTo>
                  <a:pt x="0" y="33"/>
                </a:moveTo>
                <a:lnTo>
                  <a:pt x="234" y="0"/>
                </a:lnTo>
                <a:lnTo>
                  <a:pt x="234" y="1"/>
                </a:lnTo>
                <a:lnTo>
                  <a:pt x="4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2" name=""/>
          <p:cNvSpPr/>
          <p:nvPr/>
        </p:nvSpPr>
        <p:spPr>
          <a:xfrm>
            <a:off x="4981680" y="2151360"/>
            <a:ext cx="82800" cy="11520"/>
          </a:xfrm>
          <a:custGeom>
            <a:avLst/>
            <a:gdLst/>
            <a:ahLst/>
            <a:rect l="0" t="0" r="r" b="b"/>
            <a:pathLst>
              <a:path w="230" h="32">
                <a:moveTo>
                  <a:pt x="0" y="32"/>
                </a:moveTo>
                <a:lnTo>
                  <a:pt x="230" y="0"/>
                </a:lnTo>
                <a:lnTo>
                  <a:pt x="3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3" name=""/>
          <p:cNvSpPr/>
          <p:nvPr/>
        </p:nvSpPr>
        <p:spPr>
          <a:xfrm>
            <a:off x="4982760" y="2151360"/>
            <a:ext cx="81720" cy="11520"/>
          </a:xfrm>
          <a:custGeom>
            <a:avLst/>
            <a:gdLst/>
            <a:ahLst/>
            <a:rect l="0" t="0" r="r" b="b"/>
            <a:pathLst>
              <a:path w="227" h="32">
                <a:moveTo>
                  <a:pt x="0" y="32"/>
                </a:moveTo>
                <a:lnTo>
                  <a:pt x="227" y="0"/>
                </a:lnTo>
                <a:lnTo>
                  <a:pt x="227" y="1"/>
                </a:lnTo>
                <a:lnTo>
                  <a:pt x="4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4" name=""/>
          <p:cNvSpPr/>
          <p:nvPr/>
        </p:nvSpPr>
        <p:spPr>
          <a:xfrm>
            <a:off x="4984200" y="2151720"/>
            <a:ext cx="80280" cy="11160"/>
          </a:xfrm>
          <a:custGeom>
            <a:avLst/>
            <a:gdLst/>
            <a:ahLst/>
            <a:rect l="0" t="0" r="r" b="b"/>
            <a:pathLst>
              <a:path w="223" h="31">
                <a:moveTo>
                  <a:pt x="0" y="31"/>
                </a:moveTo>
                <a:lnTo>
                  <a:pt x="223" y="0"/>
                </a:lnTo>
                <a:lnTo>
                  <a:pt x="4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5" name=""/>
          <p:cNvSpPr/>
          <p:nvPr/>
        </p:nvSpPr>
        <p:spPr>
          <a:xfrm>
            <a:off x="4985640" y="2151720"/>
            <a:ext cx="78840" cy="11160"/>
          </a:xfrm>
          <a:custGeom>
            <a:avLst/>
            <a:gdLst/>
            <a:ahLst/>
            <a:rect l="0" t="0" r="r" b="b"/>
            <a:pathLst>
              <a:path w="219" h="31">
                <a:moveTo>
                  <a:pt x="0" y="31"/>
                </a:moveTo>
                <a:lnTo>
                  <a:pt x="219" y="0"/>
                </a:lnTo>
                <a:lnTo>
                  <a:pt x="219" y="1"/>
                </a:lnTo>
                <a:lnTo>
                  <a:pt x="3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6" name=""/>
          <p:cNvSpPr/>
          <p:nvPr/>
        </p:nvSpPr>
        <p:spPr>
          <a:xfrm>
            <a:off x="4986720" y="2152080"/>
            <a:ext cx="77760" cy="10800"/>
          </a:xfrm>
          <a:custGeom>
            <a:avLst/>
            <a:gdLst/>
            <a:ahLst/>
            <a:rect l="0" t="0" r="r" b="b"/>
            <a:pathLst>
              <a:path w="216" h="30">
                <a:moveTo>
                  <a:pt x="0" y="30"/>
                </a:moveTo>
                <a:lnTo>
                  <a:pt x="216" y="0"/>
                </a:lnTo>
                <a:lnTo>
                  <a:pt x="4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7" name=""/>
          <p:cNvSpPr/>
          <p:nvPr/>
        </p:nvSpPr>
        <p:spPr>
          <a:xfrm>
            <a:off x="4988160" y="2152080"/>
            <a:ext cx="76320" cy="10800"/>
          </a:xfrm>
          <a:custGeom>
            <a:avLst/>
            <a:gdLst/>
            <a:ahLst/>
            <a:rect l="0" t="0" r="r" b="b"/>
            <a:pathLst>
              <a:path w="212" h="30">
                <a:moveTo>
                  <a:pt x="0" y="30"/>
                </a:moveTo>
                <a:lnTo>
                  <a:pt x="212" y="0"/>
                </a:lnTo>
                <a:lnTo>
                  <a:pt x="212" y="1"/>
                </a:lnTo>
                <a:lnTo>
                  <a:pt x="4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8" name=""/>
          <p:cNvSpPr/>
          <p:nvPr/>
        </p:nvSpPr>
        <p:spPr>
          <a:xfrm>
            <a:off x="4989600" y="2152440"/>
            <a:ext cx="74880" cy="10440"/>
          </a:xfrm>
          <a:custGeom>
            <a:avLst/>
            <a:gdLst/>
            <a:ahLst/>
            <a:rect l="0" t="0" r="r" b="b"/>
            <a:pathLst>
              <a:path w="208" h="29">
                <a:moveTo>
                  <a:pt x="0" y="29"/>
                </a:moveTo>
                <a:lnTo>
                  <a:pt x="208" y="0"/>
                </a:lnTo>
                <a:lnTo>
                  <a:pt x="3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29" name=""/>
          <p:cNvSpPr/>
          <p:nvPr/>
        </p:nvSpPr>
        <p:spPr>
          <a:xfrm>
            <a:off x="4990680" y="2152440"/>
            <a:ext cx="73800" cy="10440"/>
          </a:xfrm>
          <a:custGeom>
            <a:avLst/>
            <a:gdLst/>
            <a:ahLst/>
            <a:rect l="0" t="0" r="r" b="b"/>
            <a:pathLst>
              <a:path w="205" h="29">
                <a:moveTo>
                  <a:pt x="0" y="29"/>
                </a:moveTo>
                <a:lnTo>
                  <a:pt x="205" y="0"/>
                </a:lnTo>
                <a:lnTo>
                  <a:pt x="205" y="1"/>
                </a:lnTo>
                <a:lnTo>
                  <a:pt x="4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0" name=""/>
          <p:cNvSpPr/>
          <p:nvPr/>
        </p:nvSpPr>
        <p:spPr>
          <a:xfrm>
            <a:off x="4992120" y="2152800"/>
            <a:ext cx="72360" cy="10080"/>
          </a:xfrm>
          <a:custGeom>
            <a:avLst/>
            <a:gdLst/>
            <a:ahLst/>
            <a:rect l="0" t="0" r="r" b="b"/>
            <a:pathLst>
              <a:path w="201" h="28">
                <a:moveTo>
                  <a:pt x="0" y="28"/>
                </a:moveTo>
                <a:lnTo>
                  <a:pt x="201" y="0"/>
                </a:lnTo>
                <a:lnTo>
                  <a:pt x="4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1" name=""/>
          <p:cNvSpPr/>
          <p:nvPr/>
        </p:nvSpPr>
        <p:spPr>
          <a:xfrm>
            <a:off x="4993560" y="2152800"/>
            <a:ext cx="70920" cy="10080"/>
          </a:xfrm>
          <a:custGeom>
            <a:avLst/>
            <a:gdLst/>
            <a:ahLst/>
            <a:rect l="0" t="0" r="r" b="b"/>
            <a:pathLst>
              <a:path w="197" h="28">
                <a:moveTo>
                  <a:pt x="0" y="28"/>
                </a:moveTo>
                <a:lnTo>
                  <a:pt x="197" y="0"/>
                </a:lnTo>
                <a:lnTo>
                  <a:pt x="197" y="1"/>
                </a:lnTo>
                <a:lnTo>
                  <a:pt x="4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2" name=""/>
          <p:cNvSpPr/>
          <p:nvPr/>
        </p:nvSpPr>
        <p:spPr>
          <a:xfrm>
            <a:off x="4995000" y="2153160"/>
            <a:ext cx="69480" cy="9720"/>
          </a:xfrm>
          <a:custGeom>
            <a:avLst/>
            <a:gdLst/>
            <a:ahLst/>
            <a:rect l="0" t="0" r="r" b="b"/>
            <a:pathLst>
              <a:path w="193" h="27">
                <a:moveTo>
                  <a:pt x="0" y="27"/>
                </a:moveTo>
                <a:lnTo>
                  <a:pt x="193" y="0"/>
                </a:lnTo>
                <a:lnTo>
                  <a:pt x="3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3" name=""/>
          <p:cNvSpPr/>
          <p:nvPr/>
        </p:nvSpPr>
        <p:spPr>
          <a:xfrm>
            <a:off x="4996080" y="2153160"/>
            <a:ext cx="68400" cy="9720"/>
          </a:xfrm>
          <a:custGeom>
            <a:avLst/>
            <a:gdLst/>
            <a:ahLst/>
            <a:rect l="0" t="0" r="r" b="b"/>
            <a:pathLst>
              <a:path w="190" h="27">
                <a:moveTo>
                  <a:pt x="0" y="27"/>
                </a:moveTo>
                <a:lnTo>
                  <a:pt x="190" y="0"/>
                </a:lnTo>
                <a:lnTo>
                  <a:pt x="190" y="1"/>
                </a:lnTo>
                <a:lnTo>
                  <a:pt x="4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4" name=""/>
          <p:cNvSpPr/>
          <p:nvPr/>
        </p:nvSpPr>
        <p:spPr>
          <a:xfrm>
            <a:off x="4997520" y="2153520"/>
            <a:ext cx="66960" cy="9360"/>
          </a:xfrm>
          <a:custGeom>
            <a:avLst/>
            <a:gdLst/>
            <a:ahLst/>
            <a:rect l="0" t="0" r="r" b="b"/>
            <a:pathLst>
              <a:path w="186" h="26">
                <a:moveTo>
                  <a:pt x="0" y="26"/>
                </a:moveTo>
                <a:lnTo>
                  <a:pt x="186" y="0"/>
                </a:lnTo>
                <a:lnTo>
                  <a:pt x="4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5" name=""/>
          <p:cNvSpPr/>
          <p:nvPr/>
        </p:nvSpPr>
        <p:spPr>
          <a:xfrm>
            <a:off x="4998960" y="2153520"/>
            <a:ext cx="65520" cy="9360"/>
          </a:xfrm>
          <a:custGeom>
            <a:avLst/>
            <a:gdLst/>
            <a:ahLst/>
            <a:rect l="0" t="0" r="r" b="b"/>
            <a:pathLst>
              <a:path w="182" h="26">
                <a:moveTo>
                  <a:pt x="0" y="26"/>
                </a:moveTo>
                <a:lnTo>
                  <a:pt x="182" y="0"/>
                </a:lnTo>
                <a:lnTo>
                  <a:pt x="182" y="1"/>
                </a:lnTo>
                <a:lnTo>
                  <a:pt x="3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6" name=""/>
          <p:cNvSpPr/>
          <p:nvPr/>
        </p:nvSpPr>
        <p:spPr>
          <a:xfrm>
            <a:off x="5000040" y="2153880"/>
            <a:ext cx="64440" cy="9000"/>
          </a:xfrm>
          <a:custGeom>
            <a:avLst/>
            <a:gdLst/>
            <a:ahLst/>
            <a:rect l="0" t="0" r="r" b="b"/>
            <a:pathLst>
              <a:path w="179" h="25">
                <a:moveTo>
                  <a:pt x="0" y="25"/>
                </a:moveTo>
                <a:lnTo>
                  <a:pt x="179" y="0"/>
                </a:lnTo>
                <a:lnTo>
                  <a:pt x="4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7" name=""/>
          <p:cNvSpPr/>
          <p:nvPr/>
        </p:nvSpPr>
        <p:spPr>
          <a:xfrm>
            <a:off x="5001480" y="2153880"/>
            <a:ext cx="63000" cy="9000"/>
          </a:xfrm>
          <a:custGeom>
            <a:avLst/>
            <a:gdLst/>
            <a:ahLst/>
            <a:rect l="0" t="0" r="r" b="b"/>
            <a:pathLst>
              <a:path w="175" h="25">
                <a:moveTo>
                  <a:pt x="0" y="25"/>
                </a:moveTo>
                <a:lnTo>
                  <a:pt x="175" y="0"/>
                </a:lnTo>
                <a:lnTo>
                  <a:pt x="175" y="1"/>
                </a:lnTo>
                <a:lnTo>
                  <a:pt x="4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8" name=""/>
          <p:cNvSpPr/>
          <p:nvPr/>
        </p:nvSpPr>
        <p:spPr>
          <a:xfrm>
            <a:off x="5002920" y="2154240"/>
            <a:ext cx="61560" cy="8640"/>
          </a:xfrm>
          <a:custGeom>
            <a:avLst/>
            <a:gdLst/>
            <a:ahLst/>
            <a:rect l="0" t="0" r="r" b="b"/>
            <a:pathLst>
              <a:path w="171" h="24">
                <a:moveTo>
                  <a:pt x="0" y="24"/>
                </a:moveTo>
                <a:lnTo>
                  <a:pt x="171" y="0"/>
                </a:lnTo>
                <a:lnTo>
                  <a:pt x="3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39" name=""/>
          <p:cNvSpPr/>
          <p:nvPr/>
        </p:nvSpPr>
        <p:spPr>
          <a:xfrm>
            <a:off x="5004000" y="2154240"/>
            <a:ext cx="60480" cy="8640"/>
          </a:xfrm>
          <a:custGeom>
            <a:avLst/>
            <a:gdLst/>
            <a:ahLst/>
            <a:rect l="0" t="0" r="r" b="b"/>
            <a:pathLst>
              <a:path w="168" h="24">
                <a:moveTo>
                  <a:pt x="0" y="24"/>
                </a:moveTo>
                <a:lnTo>
                  <a:pt x="168" y="0"/>
                </a:lnTo>
                <a:lnTo>
                  <a:pt x="168" y="1"/>
                </a:lnTo>
                <a:lnTo>
                  <a:pt x="4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0" name=""/>
          <p:cNvSpPr/>
          <p:nvPr/>
        </p:nvSpPr>
        <p:spPr>
          <a:xfrm>
            <a:off x="5005440" y="2154600"/>
            <a:ext cx="59040" cy="8280"/>
          </a:xfrm>
          <a:custGeom>
            <a:avLst/>
            <a:gdLst/>
            <a:ahLst/>
            <a:rect l="0" t="0" r="r" b="b"/>
            <a:pathLst>
              <a:path w="164" h="23">
                <a:moveTo>
                  <a:pt x="0" y="23"/>
                </a:moveTo>
                <a:lnTo>
                  <a:pt x="164" y="0"/>
                </a:lnTo>
                <a:lnTo>
                  <a:pt x="4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1" name=""/>
          <p:cNvSpPr/>
          <p:nvPr/>
        </p:nvSpPr>
        <p:spPr>
          <a:xfrm>
            <a:off x="5006880" y="2154600"/>
            <a:ext cx="57600" cy="8280"/>
          </a:xfrm>
          <a:custGeom>
            <a:avLst/>
            <a:gdLst/>
            <a:ahLst/>
            <a:rect l="0" t="0" r="r" b="b"/>
            <a:pathLst>
              <a:path w="160" h="23">
                <a:moveTo>
                  <a:pt x="0" y="23"/>
                </a:moveTo>
                <a:lnTo>
                  <a:pt x="160" y="0"/>
                </a:lnTo>
                <a:lnTo>
                  <a:pt x="160" y="1"/>
                </a:lnTo>
                <a:lnTo>
                  <a:pt x="4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2" name=""/>
          <p:cNvSpPr/>
          <p:nvPr/>
        </p:nvSpPr>
        <p:spPr>
          <a:xfrm>
            <a:off x="5008320" y="2154960"/>
            <a:ext cx="56160" cy="7920"/>
          </a:xfrm>
          <a:custGeom>
            <a:avLst/>
            <a:gdLst/>
            <a:ahLst/>
            <a:rect l="0" t="0" r="r" b="b"/>
            <a:pathLst>
              <a:path w="156" h="22">
                <a:moveTo>
                  <a:pt x="0" y="22"/>
                </a:moveTo>
                <a:lnTo>
                  <a:pt x="156" y="0"/>
                </a:lnTo>
                <a:lnTo>
                  <a:pt x="3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3" name=""/>
          <p:cNvSpPr/>
          <p:nvPr/>
        </p:nvSpPr>
        <p:spPr>
          <a:xfrm>
            <a:off x="5009400" y="2154960"/>
            <a:ext cx="55080" cy="7920"/>
          </a:xfrm>
          <a:custGeom>
            <a:avLst/>
            <a:gdLst/>
            <a:ahLst/>
            <a:rect l="0" t="0" r="r" b="b"/>
            <a:pathLst>
              <a:path w="153" h="22">
                <a:moveTo>
                  <a:pt x="0" y="22"/>
                </a:moveTo>
                <a:lnTo>
                  <a:pt x="153" y="0"/>
                </a:lnTo>
                <a:lnTo>
                  <a:pt x="153" y="1"/>
                </a:lnTo>
                <a:lnTo>
                  <a:pt x="4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4" name=""/>
          <p:cNvSpPr/>
          <p:nvPr/>
        </p:nvSpPr>
        <p:spPr>
          <a:xfrm>
            <a:off x="5010840" y="2155320"/>
            <a:ext cx="53640" cy="7560"/>
          </a:xfrm>
          <a:custGeom>
            <a:avLst/>
            <a:gdLst/>
            <a:ahLst/>
            <a:rect l="0" t="0" r="r" b="b"/>
            <a:pathLst>
              <a:path w="149" h="21">
                <a:moveTo>
                  <a:pt x="0" y="21"/>
                </a:moveTo>
                <a:lnTo>
                  <a:pt x="149" y="0"/>
                </a:lnTo>
                <a:lnTo>
                  <a:pt x="4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5" name=""/>
          <p:cNvSpPr/>
          <p:nvPr/>
        </p:nvSpPr>
        <p:spPr>
          <a:xfrm>
            <a:off x="5012280" y="2155320"/>
            <a:ext cx="52200" cy="7560"/>
          </a:xfrm>
          <a:custGeom>
            <a:avLst/>
            <a:gdLst/>
            <a:ahLst/>
            <a:rect l="0" t="0" r="r" b="b"/>
            <a:pathLst>
              <a:path w="145" h="21">
                <a:moveTo>
                  <a:pt x="0" y="21"/>
                </a:moveTo>
                <a:lnTo>
                  <a:pt x="145" y="0"/>
                </a:lnTo>
                <a:lnTo>
                  <a:pt x="145" y="1"/>
                </a:lnTo>
                <a:lnTo>
                  <a:pt x="3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6" name=""/>
          <p:cNvSpPr/>
          <p:nvPr/>
        </p:nvSpPr>
        <p:spPr>
          <a:xfrm>
            <a:off x="5013360" y="2155680"/>
            <a:ext cx="51120" cy="7200"/>
          </a:xfrm>
          <a:custGeom>
            <a:avLst/>
            <a:gdLst/>
            <a:ahLst/>
            <a:rect l="0" t="0" r="r" b="b"/>
            <a:pathLst>
              <a:path w="142" h="20">
                <a:moveTo>
                  <a:pt x="0" y="20"/>
                </a:moveTo>
                <a:lnTo>
                  <a:pt x="142" y="0"/>
                </a:lnTo>
                <a:lnTo>
                  <a:pt x="5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7" name=""/>
          <p:cNvSpPr/>
          <p:nvPr/>
        </p:nvSpPr>
        <p:spPr>
          <a:xfrm>
            <a:off x="5014800" y="2155680"/>
            <a:ext cx="49680" cy="7200"/>
          </a:xfrm>
          <a:custGeom>
            <a:avLst/>
            <a:gdLst/>
            <a:ahLst/>
            <a:rect l="0" t="0" r="r" b="b"/>
            <a:pathLst>
              <a:path w="138" h="20">
                <a:moveTo>
                  <a:pt x="0" y="20"/>
                </a:moveTo>
                <a:lnTo>
                  <a:pt x="138" y="0"/>
                </a:lnTo>
                <a:lnTo>
                  <a:pt x="138" y="1"/>
                </a:lnTo>
                <a:lnTo>
                  <a:pt x="4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8" name=""/>
          <p:cNvSpPr/>
          <p:nvPr/>
        </p:nvSpPr>
        <p:spPr>
          <a:xfrm>
            <a:off x="5016240" y="2156040"/>
            <a:ext cx="48240" cy="6840"/>
          </a:xfrm>
          <a:custGeom>
            <a:avLst/>
            <a:gdLst/>
            <a:ahLst/>
            <a:rect l="0" t="0" r="r" b="b"/>
            <a:pathLst>
              <a:path w="134" h="19">
                <a:moveTo>
                  <a:pt x="0" y="19"/>
                </a:moveTo>
                <a:lnTo>
                  <a:pt x="134" y="0"/>
                </a:lnTo>
                <a:lnTo>
                  <a:pt x="3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49" name=""/>
          <p:cNvSpPr/>
          <p:nvPr/>
        </p:nvSpPr>
        <p:spPr>
          <a:xfrm>
            <a:off x="5017320" y="2156040"/>
            <a:ext cx="47160" cy="6840"/>
          </a:xfrm>
          <a:custGeom>
            <a:avLst/>
            <a:gdLst/>
            <a:ahLst/>
            <a:rect l="0" t="0" r="r" b="b"/>
            <a:pathLst>
              <a:path w="131" h="19">
                <a:moveTo>
                  <a:pt x="0" y="19"/>
                </a:moveTo>
                <a:lnTo>
                  <a:pt x="131" y="0"/>
                </a:lnTo>
                <a:lnTo>
                  <a:pt x="131" y="1"/>
                </a:lnTo>
                <a:lnTo>
                  <a:pt x="4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0" name=""/>
          <p:cNvSpPr/>
          <p:nvPr/>
        </p:nvSpPr>
        <p:spPr>
          <a:xfrm>
            <a:off x="5018760" y="2156400"/>
            <a:ext cx="45720" cy="6480"/>
          </a:xfrm>
          <a:custGeom>
            <a:avLst/>
            <a:gdLst/>
            <a:ahLst/>
            <a:rect l="0" t="0" r="r" b="b"/>
            <a:pathLst>
              <a:path w="127" h="18">
                <a:moveTo>
                  <a:pt x="0" y="18"/>
                </a:moveTo>
                <a:lnTo>
                  <a:pt x="127" y="0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1" name=""/>
          <p:cNvSpPr/>
          <p:nvPr/>
        </p:nvSpPr>
        <p:spPr>
          <a:xfrm>
            <a:off x="5020200" y="2156400"/>
            <a:ext cx="44280" cy="6480"/>
          </a:xfrm>
          <a:custGeom>
            <a:avLst/>
            <a:gdLst/>
            <a:ahLst/>
            <a:rect l="0" t="0" r="r" b="b"/>
            <a:pathLst>
              <a:path w="123" h="18">
                <a:moveTo>
                  <a:pt x="0" y="18"/>
                </a:moveTo>
                <a:lnTo>
                  <a:pt x="123" y="0"/>
                </a:lnTo>
                <a:lnTo>
                  <a:pt x="123" y="1"/>
                </a:lnTo>
                <a:lnTo>
                  <a:pt x="4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2" name=""/>
          <p:cNvSpPr/>
          <p:nvPr/>
        </p:nvSpPr>
        <p:spPr>
          <a:xfrm>
            <a:off x="5021640" y="2156760"/>
            <a:ext cx="42840" cy="6120"/>
          </a:xfrm>
          <a:custGeom>
            <a:avLst/>
            <a:gdLst/>
            <a:ahLst/>
            <a:rect l="0" t="0" r="r" b="b"/>
            <a:pathLst>
              <a:path w="119" h="17">
                <a:moveTo>
                  <a:pt x="0" y="17"/>
                </a:moveTo>
                <a:lnTo>
                  <a:pt x="119" y="0"/>
                </a:lnTo>
                <a:lnTo>
                  <a:pt x="3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3" name=""/>
          <p:cNvSpPr/>
          <p:nvPr/>
        </p:nvSpPr>
        <p:spPr>
          <a:xfrm>
            <a:off x="5022720" y="2156760"/>
            <a:ext cx="41760" cy="6120"/>
          </a:xfrm>
          <a:custGeom>
            <a:avLst/>
            <a:gdLst/>
            <a:ahLst/>
            <a:rect l="0" t="0" r="r" b="b"/>
            <a:pathLst>
              <a:path w="116" h="17">
                <a:moveTo>
                  <a:pt x="0" y="17"/>
                </a:moveTo>
                <a:lnTo>
                  <a:pt x="116" y="0"/>
                </a:lnTo>
                <a:lnTo>
                  <a:pt x="116" y="1"/>
                </a:lnTo>
                <a:lnTo>
                  <a:pt x="4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4" name=""/>
          <p:cNvSpPr/>
          <p:nvPr/>
        </p:nvSpPr>
        <p:spPr>
          <a:xfrm>
            <a:off x="5024160" y="2157120"/>
            <a:ext cx="40320" cy="5760"/>
          </a:xfrm>
          <a:custGeom>
            <a:avLst/>
            <a:gdLst/>
            <a:ahLst/>
            <a:rect l="0" t="0" r="r" b="b"/>
            <a:pathLst>
              <a:path w="112" h="16">
                <a:moveTo>
                  <a:pt x="0" y="16"/>
                </a:moveTo>
                <a:lnTo>
                  <a:pt x="112" y="0"/>
                </a:lnTo>
                <a:lnTo>
                  <a:pt x="4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5" name=""/>
          <p:cNvSpPr/>
          <p:nvPr/>
        </p:nvSpPr>
        <p:spPr>
          <a:xfrm>
            <a:off x="5025600" y="2157120"/>
            <a:ext cx="38880" cy="5760"/>
          </a:xfrm>
          <a:custGeom>
            <a:avLst/>
            <a:gdLst/>
            <a:ahLst/>
            <a:rect l="0" t="0" r="r" b="b"/>
            <a:pathLst>
              <a:path w="108" h="16">
                <a:moveTo>
                  <a:pt x="0" y="16"/>
                </a:moveTo>
                <a:lnTo>
                  <a:pt x="108" y="0"/>
                </a:lnTo>
                <a:lnTo>
                  <a:pt x="108" y="1"/>
                </a:lnTo>
                <a:lnTo>
                  <a:pt x="3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6" name=""/>
          <p:cNvSpPr/>
          <p:nvPr/>
        </p:nvSpPr>
        <p:spPr>
          <a:xfrm>
            <a:off x="5026680" y="2157480"/>
            <a:ext cx="37800" cy="5400"/>
          </a:xfrm>
          <a:custGeom>
            <a:avLst/>
            <a:gdLst/>
            <a:ahLst/>
            <a:rect l="0" t="0" r="r" b="b"/>
            <a:pathLst>
              <a:path w="105" h="15">
                <a:moveTo>
                  <a:pt x="0" y="15"/>
                </a:moveTo>
                <a:lnTo>
                  <a:pt x="105" y="0"/>
                </a:lnTo>
                <a:lnTo>
                  <a:pt x="4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7" name=""/>
          <p:cNvSpPr/>
          <p:nvPr/>
        </p:nvSpPr>
        <p:spPr>
          <a:xfrm>
            <a:off x="5028120" y="2157480"/>
            <a:ext cx="36360" cy="5400"/>
          </a:xfrm>
          <a:custGeom>
            <a:avLst/>
            <a:gdLst/>
            <a:ahLst/>
            <a:rect l="0" t="0" r="r" b="b"/>
            <a:pathLst>
              <a:path w="101" h="15">
                <a:moveTo>
                  <a:pt x="0" y="15"/>
                </a:moveTo>
                <a:lnTo>
                  <a:pt x="101" y="0"/>
                </a:lnTo>
                <a:lnTo>
                  <a:pt x="101" y="1"/>
                </a:lnTo>
                <a:lnTo>
                  <a:pt x="4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8" name=""/>
          <p:cNvSpPr/>
          <p:nvPr/>
        </p:nvSpPr>
        <p:spPr>
          <a:xfrm>
            <a:off x="5029560" y="2157840"/>
            <a:ext cx="34920" cy="5040"/>
          </a:xfrm>
          <a:custGeom>
            <a:avLst/>
            <a:gdLst/>
            <a:ahLst/>
            <a:rect l="0" t="0" r="r" b="b"/>
            <a:pathLst>
              <a:path w="97" h="14">
                <a:moveTo>
                  <a:pt x="0" y="14"/>
                </a:moveTo>
                <a:lnTo>
                  <a:pt x="97" y="0"/>
                </a:lnTo>
                <a:lnTo>
                  <a:pt x="3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59" name=""/>
          <p:cNvSpPr/>
          <p:nvPr/>
        </p:nvSpPr>
        <p:spPr>
          <a:xfrm>
            <a:off x="5030640" y="2157840"/>
            <a:ext cx="33840" cy="5040"/>
          </a:xfrm>
          <a:custGeom>
            <a:avLst/>
            <a:gdLst/>
            <a:ahLst/>
            <a:rect l="0" t="0" r="r" b="b"/>
            <a:pathLst>
              <a:path w="94" h="14">
                <a:moveTo>
                  <a:pt x="0" y="14"/>
                </a:moveTo>
                <a:lnTo>
                  <a:pt x="94" y="0"/>
                </a:lnTo>
                <a:lnTo>
                  <a:pt x="94" y="1"/>
                </a:lnTo>
                <a:lnTo>
                  <a:pt x="4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60" name=""/>
          <p:cNvSpPr/>
          <p:nvPr/>
        </p:nvSpPr>
        <p:spPr>
          <a:xfrm>
            <a:off x="5032080" y="2158200"/>
            <a:ext cx="32400" cy="4680"/>
          </a:xfrm>
          <a:custGeom>
            <a:avLst/>
            <a:gdLst/>
            <a:ahLst/>
            <a:rect l="0" t="0" r="r" b="b"/>
            <a:pathLst>
              <a:path w="90" h="13">
                <a:moveTo>
                  <a:pt x="0" y="13"/>
                </a:moveTo>
                <a:lnTo>
                  <a:pt x="90" y="0"/>
                </a:lnTo>
                <a:lnTo>
                  <a:pt x="4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61" name=""/>
          <p:cNvSpPr/>
          <p:nvPr/>
        </p:nvSpPr>
        <p:spPr>
          <a:xfrm>
            <a:off x="5033520" y="2158200"/>
            <a:ext cx="30960" cy="4680"/>
          </a:xfrm>
          <a:custGeom>
            <a:avLst/>
            <a:gdLst/>
            <a:ahLst/>
            <a:rect l="0" t="0" r="r" b="b"/>
            <a:pathLst>
              <a:path w="86" h="13">
                <a:moveTo>
                  <a:pt x="0" y="13"/>
                </a:moveTo>
                <a:lnTo>
                  <a:pt x="86" y="0"/>
                </a:lnTo>
                <a:lnTo>
                  <a:pt x="86" y="1"/>
                </a:lnTo>
                <a:lnTo>
                  <a:pt x="5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62" name=""/>
          <p:cNvSpPr/>
          <p:nvPr/>
        </p:nvSpPr>
        <p:spPr>
          <a:xfrm>
            <a:off x="5034960" y="2158560"/>
            <a:ext cx="29520" cy="4320"/>
          </a:xfrm>
          <a:custGeom>
            <a:avLst/>
            <a:gdLst/>
            <a:ahLst/>
            <a:rect l="0" t="0" r="r" b="b"/>
            <a:pathLst>
              <a:path w="82" h="12">
                <a:moveTo>
                  <a:pt x="0" y="12"/>
                </a:moveTo>
                <a:lnTo>
                  <a:pt x="82" y="0"/>
                </a:lnTo>
                <a:lnTo>
                  <a:pt x="3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63" name=""/>
          <p:cNvSpPr/>
          <p:nvPr/>
        </p:nvSpPr>
        <p:spPr>
          <a:xfrm>
            <a:off x="5036040" y="2158560"/>
            <a:ext cx="28440" cy="4320"/>
          </a:xfrm>
          <a:custGeom>
            <a:avLst/>
            <a:gdLst/>
            <a:ahLst/>
            <a:rect l="0" t="0" r="r" b="b"/>
            <a:pathLst>
              <a:path w="79" h="12">
                <a:moveTo>
                  <a:pt x="0" y="12"/>
                </a:moveTo>
                <a:lnTo>
                  <a:pt x="79" y="0"/>
                </a:lnTo>
                <a:lnTo>
                  <a:pt x="79" y="1"/>
                </a:lnTo>
                <a:lnTo>
                  <a:pt x="4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64" name=""/>
          <p:cNvSpPr/>
          <p:nvPr/>
        </p:nvSpPr>
        <p:spPr>
          <a:xfrm>
            <a:off x="5037480" y="2158920"/>
            <a:ext cx="27000" cy="3960"/>
          </a:xfrm>
          <a:custGeom>
            <a:avLst/>
            <a:gdLst/>
            <a:ahLst/>
            <a:rect l="0" t="0" r="r" b="b"/>
            <a:pathLst>
              <a:path w="75" h="11">
                <a:moveTo>
                  <a:pt x="0" y="11"/>
                </a:moveTo>
                <a:lnTo>
                  <a:pt x="75" y="0"/>
                </a:lnTo>
                <a:lnTo>
                  <a:pt x="4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65" name=""/>
          <p:cNvSpPr/>
          <p:nvPr/>
        </p:nvSpPr>
        <p:spPr>
          <a:xfrm>
            <a:off x="5038920" y="2158920"/>
            <a:ext cx="25560" cy="3960"/>
          </a:xfrm>
          <a:custGeom>
            <a:avLst/>
            <a:gdLst/>
            <a:ahLst/>
            <a:rect l="0" t="0" r="r" b="b"/>
            <a:pathLst>
              <a:path w="71" h="11">
                <a:moveTo>
                  <a:pt x="0" y="11"/>
                </a:moveTo>
                <a:lnTo>
                  <a:pt x="71" y="0"/>
                </a:lnTo>
                <a:lnTo>
                  <a:pt x="71" y="1"/>
                </a:lnTo>
                <a:lnTo>
                  <a:pt x="3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66" name=""/>
          <p:cNvSpPr/>
          <p:nvPr/>
        </p:nvSpPr>
        <p:spPr>
          <a:xfrm>
            <a:off x="5040000" y="2159280"/>
            <a:ext cx="24480" cy="3600"/>
          </a:xfrm>
          <a:custGeom>
            <a:avLst/>
            <a:gdLst/>
            <a:ahLst/>
            <a:rect l="0" t="0" r="r" b="b"/>
            <a:pathLst>
              <a:path w="68" h="10">
                <a:moveTo>
                  <a:pt x="0" y="10"/>
                </a:moveTo>
                <a:lnTo>
                  <a:pt x="68" y="0"/>
                </a:lnTo>
                <a:lnTo>
                  <a:pt x="4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67" name=""/>
          <p:cNvSpPr/>
          <p:nvPr/>
        </p:nvSpPr>
        <p:spPr>
          <a:xfrm>
            <a:off x="5041440" y="2159280"/>
            <a:ext cx="23040" cy="3600"/>
          </a:xfrm>
          <a:custGeom>
            <a:avLst/>
            <a:gdLst/>
            <a:ahLst/>
            <a:rect l="0" t="0" r="r" b="b"/>
            <a:pathLst>
              <a:path w="64" h="10">
                <a:moveTo>
                  <a:pt x="0" y="10"/>
                </a:moveTo>
                <a:lnTo>
                  <a:pt x="64" y="0"/>
                </a:lnTo>
                <a:lnTo>
                  <a:pt x="64" y="1"/>
                </a:lnTo>
                <a:lnTo>
                  <a:pt x="4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68" name=""/>
          <p:cNvSpPr/>
          <p:nvPr/>
        </p:nvSpPr>
        <p:spPr>
          <a:xfrm>
            <a:off x="5042880" y="2159640"/>
            <a:ext cx="21600" cy="3240"/>
          </a:xfrm>
          <a:custGeom>
            <a:avLst/>
            <a:gdLst/>
            <a:ahLst/>
            <a:rect l="0" t="0" r="r" b="b"/>
            <a:pathLst>
              <a:path w="60" h="9">
                <a:moveTo>
                  <a:pt x="0" y="9"/>
                </a:moveTo>
                <a:lnTo>
                  <a:pt x="60" y="0"/>
                </a:lnTo>
                <a:lnTo>
                  <a:pt x="3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69" name=""/>
          <p:cNvSpPr/>
          <p:nvPr/>
        </p:nvSpPr>
        <p:spPr>
          <a:xfrm>
            <a:off x="5043960" y="2159640"/>
            <a:ext cx="20520" cy="3240"/>
          </a:xfrm>
          <a:custGeom>
            <a:avLst/>
            <a:gdLst/>
            <a:ahLst/>
            <a:rect l="0" t="0" r="r" b="b"/>
            <a:pathLst>
              <a:path w="57" h="9">
                <a:moveTo>
                  <a:pt x="0" y="9"/>
                </a:moveTo>
                <a:lnTo>
                  <a:pt x="57" y="0"/>
                </a:lnTo>
                <a:lnTo>
                  <a:pt x="57" y="1"/>
                </a:lnTo>
                <a:lnTo>
                  <a:pt x="4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0" name=""/>
          <p:cNvSpPr/>
          <p:nvPr/>
        </p:nvSpPr>
        <p:spPr>
          <a:xfrm>
            <a:off x="5045400" y="2160000"/>
            <a:ext cx="19080" cy="2880"/>
          </a:xfrm>
          <a:custGeom>
            <a:avLst/>
            <a:gdLst/>
            <a:ahLst/>
            <a:rect l="0" t="0" r="r" b="b"/>
            <a:pathLst>
              <a:path w="53" h="8">
                <a:moveTo>
                  <a:pt x="0" y="8"/>
                </a:moveTo>
                <a:lnTo>
                  <a:pt x="53" y="0"/>
                </a:lnTo>
                <a:lnTo>
                  <a:pt x="4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1" name=""/>
          <p:cNvSpPr/>
          <p:nvPr/>
        </p:nvSpPr>
        <p:spPr>
          <a:xfrm>
            <a:off x="5046840" y="2160000"/>
            <a:ext cx="17640" cy="2880"/>
          </a:xfrm>
          <a:custGeom>
            <a:avLst/>
            <a:gdLst/>
            <a:ahLst/>
            <a:rect l="0" t="0" r="r" b="b"/>
            <a:pathLst>
              <a:path w="49" h="8">
                <a:moveTo>
                  <a:pt x="0" y="8"/>
                </a:moveTo>
                <a:lnTo>
                  <a:pt x="49" y="0"/>
                </a:lnTo>
                <a:lnTo>
                  <a:pt x="49" y="1"/>
                </a:lnTo>
                <a:lnTo>
                  <a:pt x="3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2" name=""/>
          <p:cNvSpPr/>
          <p:nvPr/>
        </p:nvSpPr>
        <p:spPr>
          <a:xfrm>
            <a:off x="5047920" y="2160360"/>
            <a:ext cx="16560" cy="2520"/>
          </a:xfrm>
          <a:custGeom>
            <a:avLst/>
            <a:gdLst/>
            <a:ahLst/>
            <a:rect l="0" t="0" r="r" b="b"/>
            <a:pathLst>
              <a:path w="46" h="7">
                <a:moveTo>
                  <a:pt x="0" y="7"/>
                </a:moveTo>
                <a:lnTo>
                  <a:pt x="46" y="0"/>
                </a:lnTo>
                <a:lnTo>
                  <a:pt x="4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3" name=""/>
          <p:cNvSpPr/>
          <p:nvPr/>
        </p:nvSpPr>
        <p:spPr>
          <a:xfrm>
            <a:off x="5049360" y="2160360"/>
            <a:ext cx="15120" cy="2520"/>
          </a:xfrm>
          <a:custGeom>
            <a:avLst/>
            <a:gdLst/>
            <a:ahLst/>
            <a:rect l="0" t="0" r="r" b="b"/>
            <a:pathLst>
              <a:path w="42" h="7">
                <a:moveTo>
                  <a:pt x="0" y="7"/>
                </a:moveTo>
                <a:lnTo>
                  <a:pt x="42" y="0"/>
                </a:lnTo>
                <a:lnTo>
                  <a:pt x="42" y="1"/>
                </a:lnTo>
                <a:lnTo>
                  <a:pt x="4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4" name=""/>
          <p:cNvSpPr/>
          <p:nvPr/>
        </p:nvSpPr>
        <p:spPr>
          <a:xfrm>
            <a:off x="5050800" y="2160720"/>
            <a:ext cx="13680" cy="2160"/>
          </a:xfrm>
          <a:custGeom>
            <a:avLst/>
            <a:gdLst/>
            <a:ahLst/>
            <a:rect l="0" t="0" r="r" b="b"/>
            <a:pathLst>
              <a:path w="38" h="6">
                <a:moveTo>
                  <a:pt x="0" y="6"/>
                </a:moveTo>
                <a:lnTo>
                  <a:pt x="38" y="0"/>
                </a:lnTo>
                <a:lnTo>
                  <a:pt x="4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5" name=""/>
          <p:cNvSpPr/>
          <p:nvPr/>
        </p:nvSpPr>
        <p:spPr>
          <a:xfrm>
            <a:off x="5052240" y="2160720"/>
            <a:ext cx="12240" cy="2160"/>
          </a:xfrm>
          <a:custGeom>
            <a:avLst/>
            <a:gdLst/>
            <a:ahLst/>
            <a:rect l="0" t="0" r="r" b="b"/>
            <a:pathLst>
              <a:path w="34" h="6">
                <a:moveTo>
                  <a:pt x="0" y="6"/>
                </a:moveTo>
                <a:lnTo>
                  <a:pt x="34" y="0"/>
                </a:lnTo>
                <a:lnTo>
                  <a:pt x="34" y="1"/>
                </a:lnTo>
                <a:lnTo>
                  <a:pt x="3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6" name=""/>
          <p:cNvSpPr/>
          <p:nvPr/>
        </p:nvSpPr>
        <p:spPr>
          <a:xfrm>
            <a:off x="5053320" y="2161080"/>
            <a:ext cx="11160" cy="1800"/>
          </a:xfrm>
          <a:custGeom>
            <a:avLst/>
            <a:gdLst/>
            <a:ahLst/>
            <a:rect l="0" t="0" r="r" b="b"/>
            <a:pathLst>
              <a:path w="31" h="5">
                <a:moveTo>
                  <a:pt x="0" y="5"/>
                </a:moveTo>
                <a:lnTo>
                  <a:pt x="31" y="0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7" name=""/>
          <p:cNvSpPr/>
          <p:nvPr/>
        </p:nvSpPr>
        <p:spPr>
          <a:xfrm>
            <a:off x="5054760" y="2161080"/>
            <a:ext cx="9720" cy="1800"/>
          </a:xfrm>
          <a:custGeom>
            <a:avLst/>
            <a:gdLst/>
            <a:ahLst/>
            <a:rect l="0" t="0" r="r" b="b"/>
            <a:pathLst>
              <a:path w="27" h="5">
                <a:moveTo>
                  <a:pt x="0" y="5"/>
                </a:moveTo>
                <a:lnTo>
                  <a:pt x="27" y="0"/>
                </a:lnTo>
                <a:lnTo>
                  <a:pt x="27" y="1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8" name=""/>
          <p:cNvSpPr/>
          <p:nvPr/>
        </p:nvSpPr>
        <p:spPr>
          <a:xfrm>
            <a:off x="5056200" y="2161440"/>
            <a:ext cx="8280" cy="1800"/>
          </a:xfrm>
          <a:custGeom>
            <a:avLst/>
            <a:gdLst/>
            <a:ahLst/>
            <a:rect l="0" t="0" r="r" b="b"/>
            <a:pathLst>
              <a:path w="23" h="5">
                <a:moveTo>
                  <a:pt x="0" y="5"/>
                </a:moveTo>
                <a:lnTo>
                  <a:pt x="23" y="0"/>
                </a:lnTo>
                <a:lnTo>
                  <a:pt x="4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79" name=""/>
          <p:cNvSpPr/>
          <p:nvPr/>
        </p:nvSpPr>
        <p:spPr>
          <a:xfrm>
            <a:off x="5057280" y="2161440"/>
            <a:ext cx="7560" cy="1800"/>
          </a:xfrm>
          <a:custGeom>
            <a:avLst/>
            <a:gdLst/>
            <a:ahLst/>
            <a:rect l="0" t="0" r="r" b="b"/>
            <a:pathLst>
              <a:path w="21" h="5">
                <a:moveTo>
                  <a:pt x="0" y="5"/>
                </a:moveTo>
                <a:lnTo>
                  <a:pt x="21" y="0"/>
                </a:lnTo>
                <a:lnTo>
                  <a:pt x="21" y="2"/>
                </a:lnTo>
                <a:lnTo>
                  <a:pt x="5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80" name=""/>
          <p:cNvSpPr/>
          <p:nvPr/>
        </p:nvSpPr>
        <p:spPr>
          <a:xfrm>
            <a:off x="5058720" y="2161800"/>
            <a:ext cx="5760" cy="1440"/>
          </a:xfrm>
          <a:custGeom>
            <a:avLst/>
            <a:gdLst/>
            <a:ahLst/>
            <a:rect l="0" t="0" r="r" b="b"/>
            <a:pathLst>
              <a:path w="16" h="4">
                <a:moveTo>
                  <a:pt x="0" y="4"/>
                </a:moveTo>
                <a:lnTo>
                  <a:pt x="16" y="0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81" name=""/>
          <p:cNvSpPr/>
          <p:nvPr/>
        </p:nvSpPr>
        <p:spPr>
          <a:xfrm>
            <a:off x="5060160" y="216180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0" y="4"/>
                </a:moveTo>
                <a:lnTo>
                  <a:pt x="12" y="0"/>
                </a:lnTo>
                <a:lnTo>
                  <a:pt x="12" y="2"/>
                </a:lnTo>
                <a:lnTo>
                  <a:pt x="3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82" name=""/>
          <p:cNvSpPr/>
          <p:nvPr/>
        </p:nvSpPr>
        <p:spPr>
          <a:xfrm>
            <a:off x="5061240" y="2162160"/>
            <a:ext cx="2880" cy="360"/>
          </a:xfrm>
          <a:custGeom>
            <a:avLst/>
            <a:gdLst/>
            <a:ahLst/>
            <a:rect l="0" t="0" r="r" b="b"/>
            <a:pathLst>
              <a:path w="8" h="1">
                <a:moveTo>
                  <a:pt x="0" y="1"/>
                </a:moveTo>
                <a:lnTo>
                  <a:pt x="8" y="0"/>
                </a:lnTo>
                <a:lnTo>
                  <a:pt x="4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83" name=""/>
          <p:cNvSpPr/>
          <p:nvPr/>
        </p:nvSpPr>
        <p:spPr>
          <a:xfrm>
            <a:off x="5062680" y="2162160"/>
            <a:ext cx="1440" cy="360"/>
          </a:xfrm>
          <a:custGeom>
            <a:avLst/>
            <a:gdLst/>
            <a:ahLst/>
            <a:rect l="0" t="0" r="r" b="b"/>
            <a:pathLst>
              <a:path w="4" h="1">
                <a:moveTo>
                  <a:pt x="0" y="1"/>
                </a:moveTo>
                <a:lnTo>
                  <a:pt x="4" y="0"/>
                </a:lnTo>
                <a:lnTo>
                  <a:pt x="4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84" name=""/>
          <p:cNvSpPr/>
          <p:nvPr/>
        </p:nvSpPr>
        <p:spPr>
          <a:xfrm>
            <a:off x="4893480" y="2139480"/>
            <a:ext cx="171000" cy="23400"/>
          </a:xfrm>
          <a:custGeom>
            <a:avLst/>
            <a:gdLst/>
            <a:ahLst/>
            <a:rect l="0" t="0" r="r" b="b"/>
            <a:pathLst>
              <a:path w="475" h="65">
                <a:moveTo>
                  <a:pt x="0" y="65"/>
                </a:moveTo>
                <a:lnTo>
                  <a:pt x="475" y="65"/>
                </a:lnTo>
                <a:lnTo>
                  <a:pt x="475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6585" name="" descr=""/>
          <p:cNvPicPr/>
          <p:nvPr/>
        </p:nvPicPr>
        <p:blipFill>
          <a:blip r:embed="rId3"/>
          <a:stretch/>
        </p:blipFill>
        <p:spPr>
          <a:xfrm>
            <a:off x="5934600" y="958680"/>
            <a:ext cx="2361960" cy="3821760"/>
          </a:xfrm>
          <a:prstGeom prst="rect">
            <a:avLst/>
          </a:prstGeom>
          <a:ln w="0">
            <a:noFill/>
          </a:ln>
        </p:spPr>
      </p:pic>
      <p:sp>
        <p:nvSpPr>
          <p:cNvPr id="6586" name=""/>
          <p:cNvSpPr txBox="1"/>
          <p:nvPr/>
        </p:nvSpPr>
        <p:spPr>
          <a:xfrm>
            <a:off x="4539600" y="2773800"/>
            <a:ext cx="2872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Gulim"/>
                <a:ea typeface="Gulim"/>
              </a:rPr>
              <a:t>1.5V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87" name=""/>
          <p:cNvSpPr txBox="1"/>
          <p:nvPr/>
        </p:nvSpPr>
        <p:spPr>
          <a:xfrm>
            <a:off x="786960" y="4958640"/>
            <a:ext cx="8593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Bioelectrical impedance analysis uses the difference in conductivity between body compositions. The BIA technology uses small alternating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88" name=""/>
          <p:cNvSpPr txBox="1"/>
          <p:nvPr/>
        </p:nvSpPr>
        <p:spPr>
          <a:xfrm>
            <a:off x="786960" y="5142240"/>
            <a:ext cx="84985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currents through the body and measures the voltage and then analyze how much water we have in our body. Because the human body is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89" name=""/>
          <p:cNvSpPr txBox="1"/>
          <p:nvPr/>
        </p:nvSpPr>
        <p:spPr>
          <a:xfrm>
            <a:off x="786960" y="5325120"/>
            <a:ext cx="73267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50-70% of water, the currents can easily flow through the body. In consequence, we know how much muscle we have.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90" name=""/>
          <p:cNvSpPr txBox="1"/>
          <p:nvPr/>
        </p:nvSpPr>
        <p:spPr>
          <a:xfrm>
            <a:off x="786960" y="5960520"/>
            <a:ext cx="38088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A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91" name=""/>
          <p:cNvSpPr txBox="1"/>
          <p:nvPr/>
        </p:nvSpPr>
        <p:spPr>
          <a:xfrm>
            <a:off x="1017000" y="6178680"/>
            <a:ext cx="633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dvantages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92" name=""/>
          <p:cNvSpPr txBox="1"/>
          <p:nvPr/>
        </p:nvSpPr>
        <p:spPr>
          <a:xfrm>
            <a:off x="1701720" y="6422760"/>
            <a:ext cx="2746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Fast, non-invasive, easy to use, inexpensive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9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95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6596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6597" name=""/>
          <p:cNvSpPr/>
          <p:nvPr/>
        </p:nvSpPr>
        <p:spPr>
          <a:xfrm>
            <a:off x="3134520" y="2901600"/>
            <a:ext cx="3636720" cy="370440"/>
          </a:xfrm>
          <a:custGeom>
            <a:avLst/>
            <a:gdLst/>
            <a:ahLst/>
            <a:rect l="0" t="0" r="r" b="b"/>
            <a:pathLst>
              <a:path w="10102" h="1029">
                <a:moveTo>
                  <a:pt x="0" y="1029"/>
                </a:moveTo>
                <a:lnTo>
                  <a:pt x="10102" y="1029"/>
                </a:lnTo>
                <a:lnTo>
                  <a:pt x="10102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598" name=""/>
          <p:cNvSpPr txBox="1"/>
          <p:nvPr/>
        </p:nvSpPr>
        <p:spPr>
          <a:xfrm>
            <a:off x="4061160" y="2237040"/>
            <a:ext cx="2132640" cy="619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"/>
                <a:ea typeface="Calibri"/>
              </a:rPr>
              <a:t>Thank you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599" name=""/>
          <p:cNvSpPr txBox="1"/>
          <p:nvPr/>
        </p:nvSpPr>
        <p:spPr>
          <a:xfrm>
            <a:off x="4105080" y="2944440"/>
            <a:ext cx="1695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"/>
                <a:ea typeface="Calibri"/>
              </a:rPr>
              <a:t>Body Composition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0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02" name=""/>
          <p:cNvSpPr txBox="1"/>
          <p:nvPr/>
        </p:nvSpPr>
        <p:spPr>
          <a:xfrm>
            <a:off x="2436480" y="2449800"/>
            <a:ext cx="7408800" cy="43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910" spc="-1" strike="noStrike">
                <a:solidFill>
                  <a:srgbClr val="b50938"/>
                </a:solidFill>
                <a:latin typeface="Calibri Light"/>
                <a:ea typeface="Calibri Light"/>
              </a:rPr>
              <a:t>History of BIA &amp; InBody Technology</a:t>
            </a:r>
            <a:endParaRPr b="0" lang="en-US" sz="29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03" name=""/>
          <p:cNvSpPr/>
          <p:nvPr/>
        </p:nvSpPr>
        <p:spPr>
          <a:xfrm>
            <a:off x="0" y="5667480"/>
            <a:ext cx="9905760" cy="0"/>
          </a:xfrm>
          <a:prstGeom prst="line">
            <a:avLst/>
          </a:prstGeom>
          <a:ln w="61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6604" name="" descr=""/>
          <p:cNvPicPr/>
          <p:nvPr/>
        </p:nvPicPr>
        <p:blipFill>
          <a:blip r:embed="rId1"/>
          <a:stretch/>
        </p:blipFill>
        <p:spPr>
          <a:xfrm>
            <a:off x="8708040" y="5832360"/>
            <a:ext cx="804240" cy="228240"/>
          </a:xfrm>
          <a:prstGeom prst="rect">
            <a:avLst/>
          </a:prstGeom>
          <a:ln w="0">
            <a:noFill/>
          </a:ln>
        </p:spPr>
      </p:pic>
      <p:sp>
        <p:nvSpPr>
          <p:cNvPr id="6605" name=""/>
          <p:cNvSpPr txBox="1"/>
          <p:nvPr/>
        </p:nvSpPr>
        <p:spPr>
          <a:xfrm>
            <a:off x="4055400" y="2847600"/>
            <a:ext cx="2704320" cy="43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910" spc="-1" strike="noStrike">
                <a:solidFill>
                  <a:srgbClr val="b50938"/>
                </a:solidFill>
                <a:latin typeface="Calibri Light"/>
                <a:ea typeface="Calibri Light"/>
              </a:rPr>
              <a:t>All about BIA</a:t>
            </a:r>
            <a:endParaRPr b="0" lang="en-US" sz="29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06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08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09" name=""/>
          <p:cNvSpPr txBox="1"/>
          <p:nvPr/>
        </p:nvSpPr>
        <p:spPr>
          <a:xfrm>
            <a:off x="444240" y="2765880"/>
            <a:ext cx="3755880" cy="532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6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All about InBody</a:t>
            </a:r>
            <a:endParaRPr b="0" lang="en-US" sz="3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10" name=""/>
          <p:cNvSpPr/>
          <p:nvPr/>
        </p:nvSpPr>
        <p:spPr>
          <a:xfrm>
            <a:off x="174960" y="255960"/>
            <a:ext cx="49320" cy="381240"/>
          </a:xfrm>
          <a:custGeom>
            <a:avLst/>
            <a:gdLst/>
            <a:ahLst/>
            <a:rect l="0" t="0" r="r" b="b"/>
            <a:pathLst>
              <a:path w="137" h="1059">
                <a:moveTo>
                  <a:pt x="0" y="1059"/>
                </a:moveTo>
                <a:lnTo>
                  <a:pt x="137" y="1059"/>
                </a:lnTo>
                <a:lnTo>
                  <a:pt x="137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11" name=""/>
          <p:cNvSpPr/>
          <p:nvPr/>
        </p:nvSpPr>
        <p:spPr>
          <a:xfrm>
            <a:off x="9681840" y="255960"/>
            <a:ext cx="48960" cy="381240"/>
          </a:xfrm>
          <a:custGeom>
            <a:avLst/>
            <a:gdLst/>
            <a:ahLst/>
            <a:rect l="0" t="0" r="r" b="b"/>
            <a:pathLst>
              <a:path w="136" h="1059">
                <a:moveTo>
                  <a:pt x="0" y="1059"/>
                </a:moveTo>
                <a:lnTo>
                  <a:pt x="136" y="1059"/>
                </a:lnTo>
                <a:lnTo>
                  <a:pt x="136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12" name=""/>
          <p:cNvSpPr/>
          <p:nvPr/>
        </p:nvSpPr>
        <p:spPr>
          <a:xfrm>
            <a:off x="222480" y="255960"/>
            <a:ext cx="9494640" cy="50400"/>
          </a:xfrm>
          <a:custGeom>
            <a:avLst/>
            <a:gdLst/>
            <a:ahLst/>
            <a:rect l="0" t="0" r="r" b="b"/>
            <a:pathLst>
              <a:path w="26374" h="140">
                <a:moveTo>
                  <a:pt x="0" y="140"/>
                </a:moveTo>
                <a:lnTo>
                  <a:pt x="26374" y="140"/>
                </a:lnTo>
                <a:lnTo>
                  <a:pt x="26374" y="0"/>
                </a:lnTo>
                <a:lnTo>
                  <a:pt x="0" y="0"/>
                </a:lnTo>
                <a:lnTo>
                  <a:pt x="0" y="140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6613" name="" descr=""/>
          <p:cNvPicPr/>
          <p:nvPr/>
        </p:nvPicPr>
        <p:blipFill>
          <a:blip r:embed="rId1"/>
          <a:stretch/>
        </p:blipFill>
        <p:spPr>
          <a:xfrm>
            <a:off x="475560" y="6284880"/>
            <a:ext cx="679320" cy="193320"/>
          </a:xfrm>
          <a:prstGeom prst="rect">
            <a:avLst/>
          </a:prstGeom>
          <a:ln w="0">
            <a:noFill/>
          </a:ln>
        </p:spPr>
      </p:pic>
      <p:sp>
        <p:nvSpPr>
          <p:cNvPr id="6614" name=""/>
          <p:cNvSpPr/>
          <p:nvPr/>
        </p:nvSpPr>
        <p:spPr>
          <a:xfrm>
            <a:off x="1252440" y="6303240"/>
            <a:ext cx="0" cy="146160"/>
          </a:xfrm>
          <a:prstGeom prst="line">
            <a:avLst/>
          </a:prstGeom>
          <a:ln w="12600">
            <a:solidFill>
              <a:srgbClr val="7f7f7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15" name=""/>
          <p:cNvSpPr txBox="1"/>
          <p:nvPr/>
        </p:nvSpPr>
        <p:spPr>
          <a:xfrm>
            <a:off x="444240" y="3453840"/>
            <a:ext cx="720000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0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BIA &amp; InBody Technology</a:t>
            </a:r>
            <a:endParaRPr b="0" lang="en-US" sz="4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6616" name="" descr=""/>
          <p:cNvPicPr/>
          <p:nvPr/>
        </p:nvPicPr>
        <p:blipFill>
          <a:blip r:embed="rId2"/>
          <a:stretch/>
        </p:blipFill>
        <p:spPr>
          <a:xfrm>
            <a:off x="6146280" y="1094400"/>
            <a:ext cx="3625200" cy="5435640"/>
          </a:xfrm>
          <a:prstGeom prst="rect">
            <a:avLst/>
          </a:prstGeom>
          <a:ln w="0">
            <a:noFill/>
          </a:ln>
        </p:spPr>
      </p:pic>
      <p:sp>
        <p:nvSpPr>
          <p:cNvPr id="6617" name=""/>
          <p:cNvSpPr txBox="1"/>
          <p:nvPr/>
        </p:nvSpPr>
        <p:spPr>
          <a:xfrm>
            <a:off x="444240" y="2284200"/>
            <a:ext cx="15858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InBody Basics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1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20" name=""/>
          <p:cNvSpPr/>
          <p:nvPr/>
        </p:nvSpPr>
        <p:spPr>
          <a:xfrm>
            <a:off x="174960" y="255960"/>
            <a:ext cx="49320" cy="381240"/>
          </a:xfrm>
          <a:custGeom>
            <a:avLst/>
            <a:gdLst/>
            <a:ahLst/>
            <a:rect l="0" t="0" r="r" b="b"/>
            <a:pathLst>
              <a:path w="137" h="1059">
                <a:moveTo>
                  <a:pt x="0" y="1059"/>
                </a:moveTo>
                <a:lnTo>
                  <a:pt x="137" y="1059"/>
                </a:lnTo>
                <a:lnTo>
                  <a:pt x="137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21" name=""/>
          <p:cNvSpPr/>
          <p:nvPr/>
        </p:nvSpPr>
        <p:spPr>
          <a:xfrm>
            <a:off x="9681840" y="255960"/>
            <a:ext cx="48960" cy="381240"/>
          </a:xfrm>
          <a:custGeom>
            <a:avLst/>
            <a:gdLst/>
            <a:ahLst/>
            <a:rect l="0" t="0" r="r" b="b"/>
            <a:pathLst>
              <a:path w="136" h="1059">
                <a:moveTo>
                  <a:pt x="0" y="1059"/>
                </a:moveTo>
                <a:lnTo>
                  <a:pt x="136" y="1059"/>
                </a:lnTo>
                <a:lnTo>
                  <a:pt x="136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22" name=""/>
          <p:cNvSpPr/>
          <p:nvPr/>
        </p:nvSpPr>
        <p:spPr>
          <a:xfrm>
            <a:off x="222480" y="255960"/>
            <a:ext cx="9494640" cy="50400"/>
          </a:xfrm>
          <a:custGeom>
            <a:avLst/>
            <a:gdLst/>
            <a:ahLst/>
            <a:rect l="0" t="0" r="r" b="b"/>
            <a:pathLst>
              <a:path w="26374" h="140">
                <a:moveTo>
                  <a:pt x="0" y="140"/>
                </a:moveTo>
                <a:lnTo>
                  <a:pt x="26374" y="140"/>
                </a:lnTo>
                <a:lnTo>
                  <a:pt x="26374" y="0"/>
                </a:lnTo>
                <a:lnTo>
                  <a:pt x="0" y="0"/>
                </a:lnTo>
                <a:lnTo>
                  <a:pt x="0" y="140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23" name=""/>
          <p:cNvSpPr/>
          <p:nvPr/>
        </p:nvSpPr>
        <p:spPr>
          <a:xfrm>
            <a:off x="2633400" y="3262680"/>
            <a:ext cx="686880" cy="0"/>
          </a:xfrm>
          <a:prstGeom prst="line">
            <a:avLst/>
          </a:prstGeom>
          <a:ln w="6120">
            <a:solidFill>
              <a:srgbClr val="e2d3c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24" name=""/>
          <p:cNvSpPr/>
          <p:nvPr/>
        </p:nvSpPr>
        <p:spPr>
          <a:xfrm>
            <a:off x="2633400" y="4559760"/>
            <a:ext cx="686880" cy="0"/>
          </a:xfrm>
          <a:prstGeom prst="line">
            <a:avLst/>
          </a:prstGeom>
          <a:ln w="6120">
            <a:solidFill>
              <a:srgbClr val="e2d3c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25" name=""/>
          <p:cNvSpPr/>
          <p:nvPr/>
        </p:nvSpPr>
        <p:spPr>
          <a:xfrm>
            <a:off x="2633400" y="1915560"/>
            <a:ext cx="686880" cy="0"/>
          </a:xfrm>
          <a:prstGeom prst="line">
            <a:avLst/>
          </a:prstGeom>
          <a:ln w="6120">
            <a:solidFill>
              <a:srgbClr val="e2d3c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26" name=""/>
          <p:cNvSpPr/>
          <p:nvPr/>
        </p:nvSpPr>
        <p:spPr>
          <a:xfrm>
            <a:off x="2264400" y="1719000"/>
            <a:ext cx="389160" cy="388800"/>
          </a:xfrm>
          <a:custGeom>
            <a:avLst/>
            <a:gdLst/>
            <a:ahLst/>
            <a:rect l="0" t="0" r="r" b="b"/>
            <a:pathLst>
              <a:path w="1081" h="1080">
                <a:moveTo>
                  <a:pt x="0" y="540"/>
                </a:moveTo>
                <a:cubicBezTo>
                  <a:pt x="0" y="242"/>
                  <a:pt x="242" y="0"/>
                  <a:pt x="540" y="0"/>
                </a:cubicBezTo>
                <a:cubicBezTo>
                  <a:pt x="839" y="0"/>
                  <a:pt x="1081" y="242"/>
                  <a:pt x="1081" y="540"/>
                </a:cubicBezTo>
                <a:cubicBezTo>
                  <a:pt x="1081" y="839"/>
                  <a:pt x="839" y="1080"/>
                  <a:pt x="540" y="1080"/>
                </a:cubicBezTo>
                <a:cubicBezTo>
                  <a:pt x="242" y="1080"/>
                  <a:pt x="0" y="839"/>
                  <a:pt x="0" y="540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27" name=""/>
          <p:cNvSpPr/>
          <p:nvPr/>
        </p:nvSpPr>
        <p:spPr>
          <a:xfrm>
            <a:off x="3242880" y="1528560"/>
            <a:ext cx="4270680" cy="841320"/>
          </a:xfrm>
          <a:custGeom>
            <a:avLst/>
            <a:gdLst/>
            <a:ahLst/>
            <a:rect l="0" t="0" r="r" b="b"/>
            <a:pathLst>
              <a:path w="11863" h="2337">
                <a:moveTo>
                  <a:pt x="0" y="2337"/>
                </a:moveTo>
                <a:lnTo>
                  <a:pt x="11863" y="2337"/>
                </a:lnTo>
                <a:lnTo>
                  <a:pt x="11863" y="0"/>
                </a:lnTo>
                <a:lnTo>
                  <a:pt x="0" y="0"/>
                </a:lnTo>
                <a:lnTo>
                  <a:pt x="0" y="2337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28" name=""/>
          <p:cNvSpPr/>
          <p:nvPr/>
        </p:nvSpPr>
        <p:spPr>
          <a:xfrm>
            <a:off x="3242880" y="2837520"/>
            <a:ext cx="4270680" cy="841680"/>
          </a:xfrm>
          <a:custGeom>
            <a:avLst/>
            <a:gdLst/>
            <a:ahLst/>
            <a:rect l="0" t="0" r="r" b="b"/>
            <a:pathLst>
              <a:path w="11863" h="2338">
                <a:moveTo>
                  <a:pt x="0" y="2338"/>
                </a:moveTo>
                <a:lnTo>
                  <a:pt x="11863" y="2338"/>
                </a:lnTo>
                <a:lnTo>
                  <a:pt x="11863" y="0"/>
                </a:lnTo>
                <a:lnTo>
                  <a:pt x="0" y="0"/>
                </a:lnTo>
                <a:lnTo>
                  <a:pt x="0" y="2338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29" name=""/>
          <p:cNvSpPr/>
          <p:nvPr/>
        </p:nvSpPr>
        <p:spPr>
          <a:xfrm>
            <a:off x="3242880" y="4145040"/>
            <a:ext cx="4270680" cy="841680"/>
          </a:xfrm>
          <a:custGeom>
            <a:avLst/>
            <a:gdLst/>
            <a:ahLst/>
            <a:rect l="0" t="0" r="r" b="b"/>
            <a:pathLst>
              <a:path w="11863" h="2338">
                <a:moveTo>
                  <a:pt x="0" y="2338"/>
                </a:moveTo>
                <a:lnTo>
                  <a:pt x="11863" y="2338"/>
                </a:lnTo>
                <a:lnTo>
                  <a:pt x="11863" y="0"/>
                </a:lnTo>
                <a:lnTo>
                  <a:pt x="0" y="0"/>
                </a:lnTo>
                <a:lnTo>
                  <a:pt x="0" y="2338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30" name=""/>
          <p:cNvSpPr/>
          <p:nvPr/>
        </p:nvSpPr>
        <p:spPr>
          <a:xfrm>
            <a:off x="3242880" y="2369520"/>
            <a:ext cx="4270680" cy="468360"/>
          </a:xfrm>
          <a:custGeom>
            <a:avLst/>
            <a:gdLst/>
            <a:ahLst/>
            <a:rect l="0" t="0" r="r" b="b"/>
            <a:pathLst>
              <a:path w="11863" h="1301">
                <a:moveTo>
                  <a:pt x="0" y="1301"/>
                </a:moveTo>
                <a:lnTo>
                  <a:pt x="1615" y="0"/>
                </a:lnTo>
                <a:lnTo>
                  <a:pt x="11863" y="0"/>
                </a:lnTo>
                <a:lnTo>
                  <a:pt x="10248" y="1301"/>
                </a:lnTo>
                <a:lnTo>
                  <a:pt x="0" y="1301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31" name=""/>
          <p:cNvSpPr/>
          <p:nvPr/>
        </p:nvSpPr>
        <p:spPr>
          <a:xfrm>
            <a:off x="3242880" y="3678840"/>
            <a:ext cx="4270680" cy="466560"/>
          </a:xfrm>
          <a:custGeom>
            <a:avLst/>
            <a:gdLst/>
            <a:ahLst/>
            <a:rect l="0" t="0" r="r" b="b"/>
            <a:pathLst>
              <a:path w="11863" h="1296">
                <a:moveTo>
                  <a:pt x="0" y="1296"/>
                </a:moveTo>
                <a:lnTo>
                  <a:pt x="1610" y="0"/>
                </a:lnTo>
                <a:lnTo>
                  <a:pt x="11863" y="0"/>
                </a:lnTo>
                <a:lnTo>
                  <a:pt x="10253" y="1296"/>
                </a:lnTo>
                <a:lnTo>
                  <a:pt x="0" y="129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32" name=""/>
          <p:cNvSpPr txBox="1"/>
          <p:nvPr/>
        </p:nvSpPr>
        <p:spPr>
          <a:xfrm>
            <a:off x="436320" y="437040"/>
            <a:ext cx="183708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CONTENTS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33" name=""/>
          <p:cNvSpPr txBox="1"/>
          <p:nvPr/>
        </p:nvSpPr>
        <p:spPr>
          <a:xfrm>
            <a:off x="2364480" y="179568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01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34" name=""/>
          <p:cNvSpPr txBox="1"/>
          <p:nvPr/>
        </p:nvSpPr>
        <p:spPr>
          <a:xfrm>
            <a:off x="3534480" y="1777680"/>
            <a:ext cx="197280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BIA Technology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35" name=""/>
          <p:cNvSpPr txBox="1"/>
          <p:nvPr/>
        </p:nvSpPr>
        <p:spPr>
          <a:xfrm>
            <a:off x="3534480" y="3107880"/>
            <a:ext cx="173664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History of BIA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36" name=""/>
          <p:cNvSpPr/>
          <p:nvPr/>
        </p:nvSpPr>
        <p:spPr>
          <a:xfrm>
            <a:off x="2264400" y="3076920"/>
            <a:ext cx="389160" cy="388800"/>
          </a:xfrm>
          <a:custGeom>
            <a:avLst/>
            <a:gdLst/>
            <a:ahLst/>
            <a:rect l="0" t="0" r="r" b="b"/>
            <a:pathLst>
              <a:path w="1081" h="1080">
                <a:moveTo>
                  <a:pt x="0" y="539"/>
                </a:moveTo>
                <a:cubicBezTo>
                  <a:pt x="0" y="241"/>
                  <a:pt x="242" y="0"/>
                  <a:pt x="540" y="0"/>
                </a:cubicBezTo>
                <a:cubicBezTo>
                  <a:pt x="839" y="0"/>
                  <a:pt x="1081" y="241"/>
                  <a:pt x="1081" y="539"/>
                </a:cubicBezTo>
                <a:cubicBezTo>
                  <a:pt x="1081" y="838"/>
                  <a:pt x="839" y="1080"/>
                  <a:pt x="540" y="1080"/>
                </a:cubicBezTo>
                <a:cubicBezTo>
                  <a:pt x="242" y="1080"/>
                  <a:pt x="0" y="838"/>
                  <a:pt x="0" y="539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37" name=""/>
          <p:cNvSpPr txBox="1"/>
          <p:nvPr/>
        </p:nvSpPr>
        <p:spPr>
          <a:xfrm>
            <a:off x="3534480" y="4416480"/>
            <a:ext cx="23475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InBodyTechnology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38" name=""/>
          <p:cNvSpPr/>
          <p:nvPr/>
        </p:nvSpPr>
        <p:spPr>
          <a:xfrm>
            <a:off x="2264400" y="4384440"/>
            <a:ext cx="389160" cy="388800"/>
          </a:xfrm>
          <a:custGeom>
            <a:avLst/>
            <a:gdLst/>
            <a:ahLst/>
            <a:rect l="0" t="0" r="r" b="b"/>
            <a:pathLst>
              <a:path w="1081" h="1080">
                <a:moveTo>
                  <a:pt x="0" y="541"/>
                </a:moveTo>
                <a:cubicBezTo>
                  <a:pt x="0" y="242"/>
                  <a:pt x="242" y="0"/>
                  <a:pt x="540" y="0"/>
                </a:cubicBezTo>
                <a:cubicBezTo>
                  <a:pt x="839" y="0"/>
                  <a:pt x="1081" y="242"/>
                  <a:pt x="1081" y="541"/>
                </a:cubicBezTo>
                <a:cubicBezTo>
                  <a:pt x="1081" y="839"/>
                  <a:pt x="839" y="1080"/>
                  <a:pt x="540" y="1080"/>
                </a:cubicBezTo>
                <a:cubicBezTo>
                  <a:pt x="242" y="1080"/>
                  <a:pt x="0" y="839"/>
                  <a:pt x="0" y="541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39" name=""/>
          <p:cNvSpPr txBox="1"/>
          <p:nvPr/>
        </p:nvSpPr>
        <p:spPr>
          <a:xfrm>
            <a:off x="2364480" y="315360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02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40" name=""/>
          <p:cNvSpPr/>
          <p:nvPr/>
        </p:nvSpPr>
        <p:spPr>
          <a:xfrm>
            <a:off x="3242880" y="5445000"/>
            <a:ext cx="4270680" cy="841680"/>
          </a:xfrm>
          <a:custGeom>
            <a:avLst/>
            <a:gdLst/>
            <a:ahLst/>
            <a:rect l="0" t="0" r="r" b="b"/>
            <a:pathLst>
              <a:path w="11863" h="2338">
                <a:moveTo>
                  <a:pt x="0" y="2338"/>
                </a:moveTo>
                <a:lnTo>
                  <a:pt x="11863" y="2338"/>
                </a:lnTo>
                <a:lnTo>
                  <a:pt x="11863" y="0"/>
                </a:lnTo>
                <a:lnTo>
                  <a:pt x="0" y="0"/>
                </a:lnTo>
                <a:lnTo>
                  <a:pt x="0" y="2338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41" name=""/>
          <p:cNvSpPr/>
          <p:nvPr/>
        </p:nvSpPr>
        <p:spPr>
          <a:xfrm>
            <a:off x="3242880" y="4977360"/>
            <a:ext cx="4270680" cy="468000"/>
          </a:xfrm>
          <a:custGeom>
            <a:avLst/>
            <a:gdLst/>
            <a:ahLst/>
            <a:rect l="0" t="0" r="r" b="b"/>
            <a:pathLst>
              <a:path w="11863" h="1300">
                <a:moveTo>
                  <a:pt x="0" y="1300"/>
                </a:moveTo>
                <a:lnTo>
                  <a:pt x="1615" y="0"/>
                </a:lnTo>
                <a:lnTo>
                  <a:pt x="11863" y="0"/>
                </a:lnTo>
                <a:lnTo>
                  <a:pt x="10248" y="1300"/>
                </a:lnTo>
                <a:lnTo>
                  <a:pt x="0" y="1300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42" name=""/>
          <p:cNvSpPr txBox="1"/>
          <p:nvPr/>
        </p:nvSpPr>
        <p:spPr>
          <a:xfrm>
            <a:off x="2364480" y="446184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03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43" name=""/>
          <p:cNvSpPr/>
          <p:nvPr/>
        </p:nvSpPr>
        <p:spPr>
          <a:xfrm>
            <a:off x="2264400" y="5684400"/>
            <a:ext cx="389160" cy="388800"/>
          </a:xfrm>
          <a:custGeom>
            <a:avLst/>
            <a:gdLst/>
            <a:ahLst/>
            <a:rect l="0" t="0" r="r" b="b"/>
            <a:pathLst>
              <a:path w="1081" h="1080">
                <a:moveTo>
                  <a:pt x="0" y="540"/>
                </a:moveTo>
                <a:cubicBezTo>
                  <a:pt x="0" y="241"/>
                  <a:pt x="242" y="0"/>
                  <a:pt x="540" y="0"/>
                </a:cubicBezTo>
                <a:cubicBezTo>
                  <a:pt x="839" y="0"/>
                  <a:pt x="1081" y="241"/>
                  <a:pt x="1081" y="540"/>
                </a:cubicBezTo>
                <a:cubicBezTo>
                  <a:pt x="1081" y="838"/>
                  <a:pt x="839" y="1080"/>
                  <a:pt x="540" y="1080"/>
                </a:cubicBezTo>
                <a:cubicBezTo>
                  <a:pt x="242" y="1080"/>
                  <a:pt x="0" y="838"/>
                  <a:pt x="0" y="540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44" name=""/>
          <p:cNvSpPr txBox="1"/>
          <p:nvPr/>
        </p:nvSpPr>
        <p:spPr>
          <a:xfrm>
            <a:off x="3534480" y="5716080"/>
            <a:ext cx="3024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All about Bioimpedance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45" name=""/>
          <p:cNvSpPr txBox="1"/>
          <p:nvPr/>
        </p:nvSpPr>
        <p:spPr>
          <a:xfrm>
            <a:off x="2364480" y="576180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04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46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48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6649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6650" name=""/>
          <p:cNvSpPr/>
          <p:nvPr/>
        </p:nvSpPr>
        <p:spPr>
          <a:xfrm>
            <a:off x="3861720" y="2905920"/>
            <a:ext cx="2409840" cy="369360"/>
          </a:xfrm>
          <a:custGeom>
            <a:avLst/>
            <a:gdLst/>
            <a:ahLst/>
            <a:rect l="0" t="0" r="r" b="b"/>
            <a:pathLst>
              <a:path w="6694" h="1026">
                <a:moveTo>
                  <a:pt x="0" y="1026"/>
                </a:moveTo>
                <a:lnTo>
                  <a:pt x="6694" y="1026"/>
                </a:lnTo>
                <a:lnTo>
                  <a:pt x="6694" y="0"/>
                </a:lnTo>
                <a:lnTo>
                  <a:pt x="0" y="0"/>
                </a:lnTo>
                <a:lnTo>
                  <a:pt x="0" y="102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51" name=""/>
          <p:cNvSpPr txBox="1"/>
          <p:nvPr/>
        </p:nvSpPr>
        <p:spPr>
          <a:xfrm>
            <a:off x="3785760" y="2249280"/>
            <a:ext cx="393552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BIA Technology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52" name=""/>
          <p:cNvSpPr txBox="1"/>
          <p:nvPr/>
        </p:nvSpPr>
        <p:spPr>
          <a:xfrm>
            <a:off x="4789080" y="2953800"/>
            <a:ext cx="72468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Basics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5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39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5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5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5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665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6659" name="" descr=""/>
          <p:cNvPicPr/>
          <p:nvPr/>
        </p:nvPicPr>
        <p:blipFill>
          <a:blip r:embed="rId2"/>
          <a:stretch/>
        </p:blipFill>
        <p:spPr>
          <a:xfrm>
            <a:off x="6417720" y="3609000"/>
            <a:ext cx="2712240" cy="1996200"/>
          </a:xfrm>
          <a:prstGeom prst="rect">
            <a:avLst/>
          </a:prstGeom>
          <a:ln w="0">
            <a:noFill/>
          </a:ln>
        </p:spPr>
      </p:pic>
      <p:sp>
        <p:nvSpPr>
          <p:cNvPr id="6660" name=""/>
          <p:cNvSpPr txBox="1"/>
          <p:nvPr/>
        </p:nvSpPr>
        <p:spPr>
          <a:xfrm>
            <a:off x="436320" y="423360"/>
            <a:ext cx="21618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What is BIA?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1" name=""/>
          <p:cNvSpPr txBox="1"/>
          <p:nvPr/>
        </p:nvSpPr>
        <p:spPr>
          <a:xfrm>
            <a:off x="793440" y="3186360"/>
            <a:ext cx="518220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Grabbing an electrical device with wet hand is dangerous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2" name=""/>
          <p:cNvSpPr txBox="1"/>
          <p:nvPr/>
        </p:nvSpPr>
        <p:spPr>
          <a:xfrm>
            <a:off x="793440" y="3491280"/>
            <a:ext cx="370548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since electricity flows through water well.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3" name=""/>
          <p:cNvSpPr txBox="1"/>
          <p:nvPr/>
        </p:nvSpPr>
        <p:spPr>
          <a:xfrm>
            <a:off x="793440" y="4024800"/>
            <a:ext cx="469800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Based on this theory, InBody uses </a:t>
            </a:r>
            <a:r>
              <a:rPr b="1" lang="en-US" sz="1600" spc="-1" strike="noStrike">
                <a:solidFill>
                  <a:srgbClr val="9c1f00"/>
                </a:solidFill>
                <a:latin typeface="Arial"/>
                <a:ea typeface="Arial"/>
              </a:rPr>
              <a:t>‘Bio-Impedance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4" name=""/>
          <p:cNvSpPr txBox="1"/>
          <p:nvPr/>
        </p:nvSpPr>
        <p:spPr>
          <a:xfrm>
            <a:off x="793440" y="4329720"/>
            <a:ext cx="52052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9c1f00"/>
                </a:solidFill>
                <a:latin typeface="Arial"/>
                <a:ea typeface="Arial"/>
              </a:rPr>
              <a:t>Analysis’</a:t>
            </a:r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 where a small electricity flow through the body,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5" name=""/>
          <p:cNvSpPr txBox="1"/>
          <p:nvPr/>
        </p:nvSpPr>
        <p:spPr>
          <a:xfrm>
            <a:off x="793440" y="4634640"/>
            <a:ext cx="525096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and the resistance (impedance)is measured to calculate a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6" name=""/>
          <p:cNvSpPr txBox="1"/>
          <p:nvPr/>
        </p:nvSpPr>
        <p:spPr>
          <a:xfrm>
            <a:off x="793440" y="4939200"/>
            <a:ext cx="303048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body composition of human body.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7" name=""/>
          <p:cNvSpPr txBox="1"/>
          <p:nvPr/>
        </p:nvSpPr>
        <p:spPr>
          <a:xfrm>
            <a:off x="831960" y="1897560"/>
            <a:ext cx="703872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8ba5b3"/>
                </a:solidFill>
                <a:latin typeface="Arial"/>
                <a:ea typeface="Arial"/>
              </a:rPr>
              <a:t>InBody is a </a:t>
            </a:r>
            <a:r>
              <a:rPr b="1" lang="en-US" sz="1600" spc="-1" strike="noStrike">
                <a:solidFill>
                  <a:srgbClr val="9c1f00"/>
                </a:solidFill>
                <a:latin typeface="Arial"/>
                <a:ea typeface="Arial"/>
              </a:rPr>
              <a:t>Bioimpedance Analyzing device</a:t>
            </a:r>
            <a:r>
              <a:rPr b="1" lang="en-US" sz="1600" spc="-1" strike="noStrike">
                <a:solidFill>
                  <a:srgbClr val="8ba5b3"/>
                </a:solidFill>
                <a:latin typeface="Arial"/>
                <a:ea typeface="Arial"/>
              </a:rPr>
              <a:t> which measure Body Water,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8" name=""/>
          <p:cNvSpPr txBox="1"/>
          <p:nvPr/>
        </p:nvSpPr>
        <p:spPr>
          <a:xfrm>
            <a:off x="831960" y="2141280"/>
            <a:ext cx="637560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8ba5b3"/>
                </a:solidFill>
                <a:latin typeface="Arial"/>
                <a:ea typeface="Arial"/>
              </a:rPr>
              <a:t>Skeletal Muscle Mass, Body Fat, Segmental Muscle Mass and etc.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69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71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72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73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6674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6675" name=""/>
          <p:cNvSpPr txBox="1"/>
          <p:nvPr/>
        </p:nvSpPr>
        <p:spPr>
          <a:xfrm>
            <a:off x="436320" y="423360"/>
            <a:ext cx="21618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What is BIA?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76" name=""/>
          <p:cNvSpPr txBox="1"/>
          <p:nvPr/>
        </p:nvSpPr>
        <p:spPr>
          <a:xfrm>
            <a:off x="1087920" y="2290680"/>
            <a:ext cx="47984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Relationship between Body Water and Impedance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77" name=""/>
          <p:cNvSpPr/>
          <p:nvPr/>
        </p:nvSpPr>
        <p:spPr>
          <a:xfrm>
            <a:off x="1817280" y="3996360"/>
            <a:ext cx="0" cy="664560"/>
          </a:xfrm>
          <a:prstGeom prst="line">
            <a:avLst/>
          </a:prstGeom>
          <a:ln w="2844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78" name=""/>
          <p:cNvSpPr/>
          <p:nvPr/>
        </p:nvSpPr>
        <p:spPr>
          <a:xfrm>
            <a:off x="2929680" y="3996360"/>
            <a:ext cx="0" cy="664560"/>
          </a:xfrm>
          <a:prstGeom prst="line">
            <a:avLst/>
          </a:prstGeom>
          <a:ln w="2844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79" name=""/>
          <p:cNvSpPr/>
          <p:nvPr/>
        </p:nvSpPr>
        <p:spPr>
          <a:xfrm>
            <a:off x="1817280" y="4528440"/>
            <a:ext cx="1112760" cy="268560"/>
          </a:xfrm>
          <a:custGeom>
            <a:avLst/>
            <a:gdLst/>
            <a:ahLst/>
            <a:rect l="0" t="0" r="r" b="b"/>
            <a:pathLst>
              <a:path w="3091" h="746">
                <a:moveTo>
                  <a:pt x="0" y="372"/>
                </a:moveTo>
                <a:cubicBezTo>
                  <a:pt x="0" y="167"/>
                  <a:pt x="692" y="0"/>
                  <a:pt x="1545" y="0"/>
                </a:cubicBezTo>
                <a:cubicBezTo>
                  <a:pt x="2398" y="0"/>
                  <a:pt x="3091" y="167"/>
                  <a:pt x="3091" y="372"/>
                </a:cubicBezTo>
                <a:cubicBezTo>
                  <a:pt x="3091" y="579"/>
                  <a:pt x="2398" y="746"/>
                  <a:pt x="1545" y="746"/>
                </a:cubicBezTo>
                <a:cubicBezTo>
                  <a:pt x="692" y="746"/>
                  <a:pt x="0" y="579"/>
                  <a:pt x="0" y="372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0" name=""/>
          <p:cNvSpPr/>
          <p:nvPr/>
        </p:nvSpPr>
        <p:spPr>
          <a:xfrm>
            <a:off x="1816560" y="4483440"/>
            <a:ext cx="1112760" cy="267120"/>
          </a:xfrm>
          <a:custGeom>
            <a:avLst/>
            <a:gdLst/>
            <a:ahLst/>
            <a:rect l="0" t="0" r="r" b="b"/>
            <a:pathLst>
              <a:path w="3091" h="742">
                <a:moveTo>
                  <a:pt x="0" y="370"/>
                </a:moveTo>
                <a:cubicBezTo>
                  <a:pt x="0" y="166"/>
                  <a:pt x="691" y="0"/>
                  <a:pt x="1545" y="0"/>
                </a:cubicBezTo>
                <a:cubicBezTo>
                  <a:pt x="2398" y="0"/>
                  <a:pt x="3091" y="166"/>
                  <a:pt x="3091" y="370"/>
                </a:cubicBezTo>
                <a:cubicBezTo>
                  <a:pt x="3091" y="576"/>
                  <a:pt x="2398" y="742"/>
                  <a:pt x="1545" y="742"/>
                </a:cubicBezTo>
                <a:cubicBezTo>
                  <a:pt x="691" y="742"/>
                  <a:pt x="0" y="576"/>
                  <a:pt x="0" y="370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1" name=""/>
          <p:cNvSpPr/>
          <p:nvPr/>
        </p:nvSpPr>
        <p:spPr>
          <a:xfrm>
            <a:off x="1848600" y="4233600"/>
            <a:ext cx="1045800" cy="426960"/>
          </a:xfrm>
          <a:custGeom>
            <a:avLst/>
            <a:gdLst/>
            <a:ahLst/>
            <a:rect l="0" t="0" r="r" b="b"/>
            <a:pathLst>
              <a:path w="2905" h="1186">
                <a:moveTo>
                  <a:pt x="0" y="1186"/>
                </a:moveTo>
                <a:lnTo>
                  <a:pt x="2905" y="1186"/>
                </a:lnTo>
                <a:lnTo>
                  <a:pt x="2905" y="0"/>
                </a:lnTo>
                <a:lnTo>
                  <a:pt x="0" y="0"/>
                </a:lnTo>
                <a:lnTo>
                  <a:pt x="0" y="1186"/>
                </a:lnTo>
                <a:close/>
              </a:path>
            </a:pathLst>
          </a:custGeom>
          <a:solidFill>
            <a:srgbClr val="ffff66"/>
          </a:solidFill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2" name=""/>
          <p:cNvSpPr/>
          <p:nvPr/>
        </p:nvSpPr>
        <p:spPr>
          <a:xfrm>
            <a:off x="1848600" y="4515480"/>
            <a:ext cx="1045800" cy="251640"/>
          </a:xfrm>
          <a:custGeom>
            <a:avLst/>
            <a:gdLst/>
            <a:ahLst/>
            <a:rect l="0" t="0" r="r" b="b"/>
            <a:pathLst>
              <a:path w="2905" h="699">
                <a:moveTo>
                  <a:pt x="0" y="349"/>
                </a:moveTo>
                <a:cubicBezTo>
                  <a:pt x="0" y="156"/>
                  <a:pt x="650" y="0"/>
                  <a:pt x="1452" y="0"/>
                </a:cubicBezTo>
                <a:cubicBezTo>
                  <a:pt x="2254" y="0"/>
                  <a:pt x="2905" y="156"/>
                  <a:pt x="2905" y="349"/>
                </a:cubicBezTo>
                <a:cubicBezTo>
                  <a:pt x="2905" y="543"/>
                  <a:pt x="2254" y="699"/>
                  <a:pt x="1452" y="699"/>
                </a:cubicBezTo>
                <a:cubicBezTo>
                  <a:pt x="650" y="699"/>
                  <a:pt x="0" y="543"/>
                  <a:pt x="0" y="349"/>
                </a:cubicBezTo>
                <a:close/>
              </a:path>
            </a:pathLst>
          </a:custGeom>
          <a:solidFill>
            <a:srgbClr val="ffff66"/>
          </a:solidFill>
          <a:ln w="6120">
            <a:solidFill>
              <a:srgbClr val="000000"/>
            </a:solidFill>
            <a:round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3" name=""/>
          <p:cNvSpPr/>
          <p:nvPr/>
        </p:nvSpPr>
        <p:spPr>
          <a:xfrm>
            <a:off x="1857600" y="4099320"/>
            <a:ext cx="1047240" cy="250200"/>
          </a:xfrm>
          <a:custGeom>
            <a:avLst/>
            <a:gdLst/>
            <a:ahLst/>
            <a:rect l="0" t="0" r="r" b="b"/>
            <a:pathLst>
              <a:path w="2909" h="695">
                <a:moveTo>
                  <a:pt x="0" y="348"/>
                </a:moveTo>
                <a:cubicBezTo>
                  <a:pt x="0" y="157"/>
                  <a:pt x="651" y="0"/>
                  <a:pt x="1454" y="0"/>
                </a:cubicBezTo>
                <a:cubicBezTo>
                  <a:pt x="2258" y="0"/>
                  <a:pt x="2909" y="157"/>
                  <a:pt x="2909" y="348"/>
                </a:cubicBezTo>
                <a:cubicBezTo>
                  <a:pt x="2909" y="540"/>
                  <a:pt x="2258" y="695"/>
                  <a:pt x="1454" y="695"/>
                </a:cubicBezTo>
                <a:cubicBezTo>
                  <a:pt x="651" y="695"/>
                  <a:pt x="0" y="540"/>
                  <a:pt x="0" y="348"/>
                </a:cubicBezTo>
                <a:close/>
              </a:path>
            </a:pathLst>
          </a:custGeom>
          <a:solidFill>
            <a:srgbClr val="ffff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4" name=""/>
          <p:cNvSpPr/>
          <p:nvPr/>
        </p:nvSpPr>
        <p:spPr>
          <a:xfrm>
            <a:off x="1857600" y="4099320"/>
            <a:ext cx="1047240" cy="250200"/>
          </a:xfrm>
          <a:custGeom>
            <a:avLst/>
            <a:gdLst/>
            <a:ahLst/>
            <a:rect l="0" t="0" r="r" b="b"/>
            <a:pathLst>
              <a:path w="2909" h="695">
                <a:moveTo>
                  <a:pt x="0" y="348"/>
                </a:moveTo>
                <a:cubicBezTo>
                  <a:pt x="0" y="157"/>
                  <a:pt x="651" y="0"/>
                  <a:pt x="1454" y="0"/>
                </a:cubicBezTo>
                <a:cubicBezTo>
                  <a:pt x="2258" y="0"/>
                  <a:pt x="2909" y="157"/>
                  <a:pt x="2909" y="348"/>
                </a:cubicBezTo>
                <a:cubicBezTo>
                  <a:pt x="2909" y="540"/>
                  <a:pt x="2258" y="695"/>
                  <a:pt x="1454" y="695"/>
                </a:cubicBezTo>
                <a:cubicBezTo>
                  <a:pt x="651" y="695"/>
                  <a:pt x="0" y="540"/>
                  <a:pt x="0" y="348"/>
                </a:cubicBezTo>
                <a:close/>
              </a:path>
            </a:pathLst>
          </a:custGeom>
          <a:noFill/>
          <a:ln w="6120">
            <a:solidFill>
              <a:srgbClr val="000000"/>
            </a:solidFill>
            <a:round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5" name=""/>
          <p:cNvSpPr/>
          <p:nvPr/>
        </p:nvSpPr>
        <p:spPr>
          <a:xfrm>
            <a:off x="1817280" y="3863880"/>
            <a:ext cx="1112760" cy="265680"/>
          </a:xfrm>
          <a:custGeom>
            <a:avLst/>
            <a:gdLst/>
            <a:ahLst/>
            <a:rect l="0" t="0" r="r" b="b"/>
            <a:pathLst>
              <a:path w="3091" h="738">
                <a:moveTo>
                  <a:pt x="0" y="368"/>
                </a:moveTo>
                <a:cubicBezTo>
                  <a:pt x="0" y="165"/>
                  <a:pt x="692" y="0"/>
                  <a:pt x="1545" y="0"/>
                </a:cubicBezTo>
                <a:cubicBezTo>
                  <a:pt x="2398" y="0"/>
                  <a:pt x="3091" y="165"/>
                  <a:pt x="3091" y="368"/>
                </a:cubicBezTo>
                <a:cubicBezTo>
                  <a:pt x="3091" y="572"/>
                  <a:pt x="2398" y="738"/>
                  <a:pt x="1545" y="738"/>
                </a:cubicBezTo>
                <a:cubicBezTo>
                  <a:pt x="692" y="738"/>
                  <a:pt x="0" y="572"/>
                  <a:pt x="0" y="368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6" name=""/>
          <p:cNvSpPr/>
          <p:nvPr/>
        </p:nvSpPr>
        <p:spPr>
          <a:xfrm>
            <a:off x="2799360" y="4350960"/>
            <a:ext cx="0" cy="8676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7" name=""/>
          <p:cNvSpPr/>
          <p:nvPr/>
        </p:nvSpPr>
        <p:spPr>
          <a:xfrm>
            <a:off x="2732400" y="4393440"/>
            <a:ext cx="0" cy="26676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8" name=""/>
          <p:cNvSpPr/>
          <p:nvPr/>
        </p:nvSpPr>
        <p:spPr>
          <a:xfrm>
            <a:off x="2799360" y="4527720"/>
            <a:ext cx="0" cy="8820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89" name=""/>
          <p:cNvSpPr/>
          <p:nvPr/>
        </p:nvSpPr>
        <p:spPr>
          <a:xfrm flipV="1">
            <a:off x="2602080" y="3597120"/>
            <a:ext cx="0" cy="931320"/>
          </a:xfrm>
          <a:prstGeom prst="line">
            <a:avLst/>
          </a:prstGeom>
          <a:ln w="28440">
            <a:solidFill>
              <a:srgbClr val="80808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0" name=""/>
          <p:cNvSpPr/>
          <p:nvPr/>
        </p:nvSpPr>
        <p:spPr>
          <a:xfrm>
            <a:off x="2602080" y="3597120"/>
            <a:ext cx="981360" cy="0"/>
          </a:xfrm>
          <a:prstGeom prst="line">
            <a:avLst/>
          </a:prstGeom>
          <a:ln w="28440">
            <a:solidFill>
              <a:srgbClr val="80808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1" name=""/>
          <p:cNvSpPr/>
          <p:nvPr/>
        </p:nvSpPr>
        <p:spPr>
          <a:xfrm>
            <a:off x="3583440" y="3597120"/>
            <a:ext cx="0" cy="1284840"/>
          </a:xfrm>
          <a:prstGeom prst="line">
            <a:avLst/>
          </a:prstGeom>
          <a:ln w="28440">
            <a:solidFill>
              <a:srgbClr val="80808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2" name=""/>
          <p:cNvSpPr/>
          <p:nvPr/>
        </p:nvSpPr>
        <p:spPr>
          <a:xfrm flipV="1">
            <a:off x="2143440" y="3420360"/>
            <a:ext cx="0" cy="1108080"/>
          </a:xfrm>
          <a:prstGeom prst="line">
            <a:avLst/>
          </a:prstGeom>
          <a:ln w="28440">
            <a:solidFill>
              <a:srgbClr val="80808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3" name=""/>
          <p:cNvSpPr/>
          <p:nvPr/>
        </p:nvSpPr>
        <p:spPr>
          <a:xfrm>
            <a:off x="2143440" y="3420360"/>
            <a:ext cx="2357640" cy="0"/>
          </a:xfrm>
          <a:prstGeom prst="line">
            <a:avLst/>
          </a:prstGeom>
          <a:ln w="28440">
            <a:solidFill>
              <a:srgbClr val="80808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4" name=""/>
          <p:cNvSpPr/>
          <p:nvPr/>
        </p:nvSpPr>
        <p:spPr>
          <a:xfrm>
            <a:off x="3583440" y="4881960"/>
            <a:ext cx="917640" cy="0"/>
          </a:xfrm>
          <a:prstGeom prst="line">
            <a:avLst/>
          </a:prstGeom>
          <a:ln w="28440">
            <a:solidFill>
              <a:srgbClr val="80808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5" name=""/>
          <p:cNvSpPr/>
          <p:nvPr/>
        </p:nvSpPr>
        <p:spPr>
          <a:xfrm>
            <a:off x="4501080" y="3420360"/>
            <a:ext cx="0" cy="620280"/>
          </a:xfrm>
          <a:prstGeom prst="line">
            <a:avLst/>
          </a:prstGeom>
          <a:ln w="28440">
            <a:solidFill>
              <a:srgbClr val="80808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6" name=""/>
          <p:cNvSpPr/>
          <p:nvPr/>
        </p:nvSpPr>
        <p:spPr>
          <a:xfrm>
            <a:off x="4501080" y="4261680"/>
            <a:ext cx="0" cy="620280"/>
          </a:xfrm>
          <a:prstGeom prst="line">
            <a:avLst/>
          </a:prstGeom>
          <a:ln w="28440">
            <a:solidFill>
              <a:srgbClr val="80808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7" name=""/>
          <p:cNvSpPr/>
          <p:nvPr/>
        </p:nvSpPr>
        <p:spPr>
          <a:xfrm>
            <a:off x="4236480" y="4039920"/>
            <a:ext cx="523080" cy="353880"/>
          </a:xfrm>
          <a:custGeom>
            <a:avLst/>
            <a:gdLst/>
            <a:ahLst/>
            <a:rect l="0" t="0" r="r" b="b"/>
            <a:pathLst>
              <a:path w="1453" h="983">
                <a:moveTo>
                  <a:pt x="0" y="0"/>
                </a:moveTo>
                <a:lnTo>
                  <a:pt x="1453" y="0"/>
                </a:lnTo>
                <a:lnTo>
                  <a:pt x="1453" y="983"/>
                </a:lnTo>
                <a:lnTo>
                  <a:pt x="0" y="983"/>
                </a:lnTo>
                <a:lnTo>
                  <a:pt x="0" y="0"/>
                </a:lnTo>
                <a:moveTo>
                  <a:pt x="1095" y="492"/>
                </a:moveTo>
                <a:lnTo>
                  <a:pt x="358" y="124"/>
                </a:lnTo>
                <a:lnTo>
                  <a:pt x="358" y="860"/>
                </a:lnTo>
                <a:lnTo>
                  <a:pt x="1095" y="492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698" name=""/>
          <p:cNvSpPr/>
          <p:nvPr/>
        </p:nvSpPr>
        <p:spPr>
          <a:xfrm>
            <a:off x="4365360" y="4084200"/>
            <a:ext cx="265320" cy="265320"/>
          </a:xfrm>
          <a:custGeom>
            <a:avLst/>
            <a:gdLst/>
            <a:ahLst/>
            <a:rect l="0" t="0" r="r" b="b"/>
            <a:pathLst>
              <a:path w="737" h="737">
                <a:moveTo>
                  <a:pt x="737" y="369"/>
                </a:moveTo>
                <a:lnTo>
                  <a:pt x="0" y="0"/>
                </a:lnTo>
                <a:lnTo>
                  <a:pt x="0" y="737"/>
                </a:lnTo>
                <a:lnTo>
                  <a:pt x="737" y="369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6699" name=""/>
          <p:cNvSpPr/>
          <p:nvPr/>
        </p:nvSpPr>
        <p:spPr>
          <a:xfrm>
            <a:off x="4365360" y="4084200"/>
            <a:ext cx="265320" cy="265320"/>
          </a:xfrm>
          <a:custGeom>
            <a:avLst/>
            <a:gdLst/>
            <a:ahLst/>
            <a:rect l="0" t="0" r="r" b="b"/>
            <a:pathLst>
              <a:path w="737" h="737">
                <a:moveTo>
                  <a:pt x="737" y="369"/>
                </a:moveTo>
                <a:lnTo>
                  <a:pt x="0" y="737"/>
                </a:lnTo>
                <a:lnTo>
                  <a:pt x="0" y="0"/>
                </a:lnTo>
                <a:lnTo>
                  <a:pt x="737" y="369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0" name=""/>
          <p:cNvSpPr/>
          <p:nvPr/>
        </p:nvSpPr>
        <p:spPr>
          <a:xfrm>
            <a:off x="4236480" y="4039920"/>
            <a:ext cx="523080" cy="353880"/>
          </a:xfrm>
          <a:custGeom>
            <a:avLst/>
            <a:gdLst/>
            <a:ahLst/>
            <a:rect l="0" t="0" r="r" b="b"/>
            <a:pathLst>
              <a:path w="1453" h="983">
                <a:moveTo>
                  <a:pt x="0" y="983"/>
                </a:moveTo>
                <a:lnTo>
                  <a:pt x="1453" y="983"/>
                </a:lnTo>
                <a:lnTo>
                  <a:pt x="1453" y="0"/>
                </a:lnTo>
                <a:lnTo>
                  <a:pt x="0" y="0"/>
                </a:lnTo>
                <a:lnTo>
                  <a:pt x="0" y="983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1" name=""/>
          <p:cNvSpPr/>
          <p:nvPr/>
        </p:nvSpPr>
        <p:spPr>
          <a:xfrm>
            <a:off x="3256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2" name=""/>
          <p:cNvSpPr/>
          <p:nvPr/>
        </p:nvSpPr>
        <p:spPr>
          <a:xfrm>
            <a:off x="3259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3" name=""/>
          <p:cNvSpPr/>
          <p:nvPr/>
        </p:nvSpPr>
        <p:spPr>
          <a:xfrm>
            <a:off x="32623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4" name=""/>
          <p:cNvSpPr/>
          <p:nvPr/>
        </p:nvSpPr>
        <p:spPr>
          <a:xfrm>
            <a:off x="3265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8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5" name=""/>
          <p:cNvSpPr/>
          <p:nvPr/>
        </p:nvSpPr>
        <p:spPr>
          <a:xfrm>
            <a:off x="32680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9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6" name=""/>
          <p:cNvSpPr/>
          <p:nvPr/>
        </p:nvSpPr>
        <p:spPr>
          <a:xfrm>
            <a:off x="327096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7" name=""/>
          <p:cNvSpPr/>
          <p:nvPr/>
        </p:nvSpPr>
        <p:spPr>
          <a:xfrm>
            <a:off x="3274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8" name=""/>
          <p:cNvSpPr/>
          <p:nvPr/>
        </p:nvSpPr>
        <p:spPr>
          <a:xfrm>
            <a:off x="32770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b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09" name=""/>
          <p:cNvSpPr/>
          <p:nvPr/>
        </p:nvSpPr>
        <p:spPr>
          <a:xfrm>
            <a:off x="32799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0" name=""/>
          <p:cNvSpPr/>
          <p:nvPr/>
        </p:nvSpPr>
        <p:spPr>
          <a:xfrm>
            <a:off x="32828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1" name=""/>
          <p:cNvSpPr/>
          <p:nvPr/>
        </p:nvSpPr>
        <p:spPr>
          <a:xfrm>
            <a:off x="32857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d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2" name=""/>
          <p:cNvSpPr/>
          <p:nvPr/>
        </p:nvSpPr>
        <p:spPr>
          <a:xfrm>
            <a:off x="32886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e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3" name=""/>
          <p:cNvSpPr/>
          <p:nvPr/>
        </p:nvSpPr>
        <p:spPr>
          <a:xfrm>
            <a:off x="3291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f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4" name=""/>
          <p:cNvSpPr/>
          <p:nvPr/>
        </p:nvSpPr>
        <p:spPr>
          <a:xfrm>
            <a:off x="3294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0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5" name=""/>
          <p:cNvSpPr/>
          <p:nvPr/>
        </p:nvSpPr>
        <p:spPr>
          <a:xfrm>
            <a:off x="32972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2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6" name=""/>
          <p:cNvSpPr/>
          <p:nvPr/>
        </p:nvSpPr>
        <p:spPr>
          <a:xfrm>
            <a:off x="33001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3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7" name=""/>
          <p:cNvSpPr/>
          <p:nvPr/>
        </p:nvSpPr>
        <p:spPr>
          <a:xfrm>
            <a:off x="33030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4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8" name=""/>
          <p:cNvSpPr/>
          <p:nvPr/>
        </p:nvSpPr>
        <p:spPr>
          <a:xfrm>
            <a:off x="33058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5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19" name=""/>
          <p:cNvSpPr/>
          <p:nvPr/>
        </p:nvSpPr>
        <p:spPr>
          <a:xfrm>
            <a:off x="33087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6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0" name=""/>
          <p:cNvSpPr/>
          <p:nvPr/>
        </p:nvSpPr>
        <p:spPr>
          <a:xfrm>
            <a:off x="331164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7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1" name=""/>
          <p:cNvSpPr/>
          <p:nvPr/>
        </p:nvSpPr>
        <p:spPr>
          <a:xfrm>
            <a:off x="33148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9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2" name=""/>
          <p:cNvSpPr/>
          <p:nvPr/>
        </p:nvSpPr>
        <p:spPr>
          <a:xfrm>
            <a:off x="33177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a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3" name=""/>
          <p:cNvSpPr/>
          <p:nvPr/>
        </p:nvSpPr>
        <p:spPr>
          <a:xfrm>
            <a:off x="33206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b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4" name=""/>
          <p:cNvSpPr/>
          <p:nvPr/>
        </p:nvSpPr>
        <p:spPr>
          <a:xfrm>
            <a:off x="33235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c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5" name=""/>
          <p:cNvSpPr/>
          <p:nvPr/>
        </p:nvSpPr>
        <p:spPr>
          <a:xfrm>
            <a:off x="33264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e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6" name=""/>
          <p:cNvSpPr/>
          <p:nvPr/>
        </p:nvSpPr>
        <p:spPr>
          <a:xfrm>
            <a:off x="33292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f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7" name=""/>
          <p:cNvSpPr/>
          <p:nvPr/>
        </p:nvSpPr>
        <p:spPr>
          <a:xfrm>
            <a:off x="33321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1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8" name=""/>
          <p:cNvSpPr/>
          <p:nvPr/>
        </p:nvSpPr>
        <p:spPr>
          <a:xfrm>
            <a:off x="3335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2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29" name=""/>
          <p:cNvSpPr/>
          <p:nvPr/>
        </p:nvSpPr>
        <p:spPr>
          <a:xfrm>
            <a:off x="33379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4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0" name=""/>
          <p:cNvSpPr/>
          <p:nvPr/>
        </p:nvSpPr>
        <p:spPr>
          <a:xfrm>
            <a:off x="3340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5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1" name=""/>
          <p:cNvSpPr/>
          <p:nvPr/>
        </p:nvSpPr>
        <p:spPr>
          <a:xfrm>
            <a:off x="33436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7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2" name=""/>
          <p:cNvSpPr/>
          <p:nvPr/>
        </p:nvSpPr>
        <p:spPr>
          <a:xfrm>
            <a:off x="3346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9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3" name=""/>
          <p:cNvSpPr/>
          <p:nvPr/>
        </p:nvSpPr>
        <p:spPr>
          <a:xfrm>
            <a:off x="3349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b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4" name=""/>
          <p:cNvSpPr/>
          <p:nvPr/>
        </p:nvSpPr>
        <p:spPr>
          <a:xfrm>
            <a:off x="335232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c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5" name=""/>
          <p:cNvSpPr/>
          <p:nvPr/>
        </p:nvSpPr>
        <p:spPr>
          <a:xfrm>
            <a:off x="3355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e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6" name=""/>
          <p:cNvSpPr/>
          <p:nvPr/>
        </p:nvSpPr>
        <p:spPr>
          <a:xfrm>
            <a:off x="3358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0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7" name=""/>
          <p:cNvSpPr/>
          <p:nvPr/>
        </p:nvSpPr>
        <p:spPr>
          <a:xfrm>
            <a:off x="33613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2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8" name=""/>
          <p:cNvSpPr/>
          <p:nvPr/>
        </p:nvSpPr>
        <p:spPr>
          <a:xfrm>
            <a:off x="3364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3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39" name=""/>
          <p:cNvSpPr/>
          <p:nvPr/>
        </p:nvSpPr>
        <p:spPr>
          <a:xfrm>
            <a:off x="33670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5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0" name=""/>
          <p:cNvSpPr/>
          <p:nvPr/>
        </p:nvSpPr>
        <p:spPr>
          <a:xfrm>
            <a:off x="33699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7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1" name=""/>
          <p:cNvSpPr/>
          <p:nvPr/>
        </p:nvSpPr>
        <p:spPr>
          <a:xfrm>
            <a:off x="33728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9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2" name=""/>
          <p:cNvSpPr/>
          <p:nvPr/>
        </p:nvSpPr>
        <p:spPr>
          <a:xfrm>
            <a:off x="33757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b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3" name=""/>
          <p:cNvSpPr/>
          <p:nvPr/>
        </p:nvSpPr>
        <p:spPr>
          <a:xfrm>
            <a:off x="33786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d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4" name=""/>
          <p:cNvSpPr/>
          <p:nvPr/>
        </p:nvSpPr>
        <p:spPr>
          <a:xfrm>
            <a:off x="3381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e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5" name=""/>
          <p:cNvSpPr/>
          <p:nvPr/>
        </p:nvSpPr>
        <p:spPr>
          <a:xfrm>
            <a:off x="3384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0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6" name=""/>
          <p:cNvSpPr/>
          <p:nvPr/>
        </p:nvSpPr>
        <p:spPr>
          <a:xfrm>
            <a:off x="33872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2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7" name=""/>
          <p:cNvSpPr/>
          <p:nvPr/>
        </p:nvSpPr>
        <p:spPr>
          <a:xfrm>
            <a:off x="33901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4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8" name=""/>
          <p:cNvSpPr/>
          <p:nvPr/>
        </p:nvSpPr>
        <p:spPr>
          <a:xfrm>
            <a:off x="33930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6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49" name=""/>
          <p:cNvSpPr/>
          <p:nvPr/>
        </p:nvSpPr>
        <p:spPr>
          <a:xfrm>
            <a:off x="339588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8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0" name=""/>
          <p:cNvSpPr/>
          <p:nvPr/>
        </p:nvSpPr>
        <p:spPr>
          <a:xfrm>
            <a:off x="33991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a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1" name=""/>
          <p:cNvSpPr/>
          <p:nvPr/>
        </p:nvSpPr>
        <p:spPr>
          <a:xfrm>
            <a:off x="34020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c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2" name=""/>
          <p:cNvSpPr/>
          <p:nvPr/>
        </p:nvSpPr>
        <p:spPr>
          <a:xfrm>
            <a:off x="34048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e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3" name=""/>
          <p:cNvSpPr/>
          <p:nvPr/>
        </p:nvSpPr>
        <p:spPr>
          <a:xfrm>
            <a:off x="34077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0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4" name=""/>
          <p:cNvSpPr/>
          <p:nvPr/>
        </p:nvSpPr>
        <p:spPr>
          <a:xfrm>
            <a:off x="34106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2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5" name=""/>
          <p:cNvSpPr/>
          <p:nvPr/>
        </p:nvSpPr>
        <p:spPr>
          <a:xfrm>
            <a:off x="34135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4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6" name=""/>
          <p:cNvSpPr/>
          <p:nvPr/>
        </p:nvSpPr>
        <p:spPr>
          <a:xfrm>
            <a:off x="34164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6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7" name=""/>
          <p:cNvSpPr/>
          <p:nvPr/>
        </p:nvSpPr>
        <p:spPr>
          <a:xfrm>
            <a:off x="34192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8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8" name=""/>
          <p:cNvSpPr/>
          <p:nvPr/>
        </p:nvSpPr>
        <p:spPr>
          <a:xfrm>
            <a:off x="34221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9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59" name=""/>
          <p:cNvSpPr/>
          <p:nvPr/>
        </p:nvSpPr>
        <p:spPr>
          <a:xfrm>
            <a:off x="3425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b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0" name=""/>
          <p:cNvSpPr/>
          <p:nvPr/>
        </p:nvSpPr>
        <p:spPr>
          <a:xfrm>
            <a:off x="34279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d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1" name=""/>
          <p:cNvSpPr/>
          <p:nvPr/>
        </p:nvSpPr>
        <p:spPr>
          <a:xfrm>
            <a:off x="3430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f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2" name=""/>
          <p:cNvSpPr/>
          <p:nvPr/>
        </p:nvSpPr>
        <p:spPr>
          <a:xfrm>
            <a:off x="34336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1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3" name=""/>
          <p:cNvSpPr/>
          <p:nvPr/>
        </p:nvSpPr>
        <p:spPr>
          <a:xfrm>
            <a:off x="343656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3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4" name=""/>
          <p:cNvSpPr/>
          <p:nvPr/>
        </p:nvSpPr>
        <p:spPr>
          <a:xfrm>
            <a:off x="3439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5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5" name=""/>
          <p:cNvSpPr/>
          <p:nvPr/>
        </p:nvSpPr>
        <p:spPr>
          <a:xfrm>
            <a:off x="34426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7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6" name=""/>
          <p:cNvSpPr/>
          <p:nvPr/>
        </p:nvSpPr>
        <p:spPr>
          <a:xfrm>
            <a:off x="3445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8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7" name=""/>
          <p:cNvSpPr/>
          <p:nvPr/>
        </p:nvSpPr>
        <p:spPr>
          <a:xfrm>
            <a:off x="3448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a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8" name=""/>
          <p:cNvSpPr/>
          <p:nvPr/>
        </p:nvSpPr>
        <p:spPr>
          <a:xfrm>
            <a:off x="34513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c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69" name=""/>
          <p:cNvSpPr/>
          <p:nvPr/>
        </p:nvSpPr>
        <p:spPr>
          <a:xfrm>
            <a:off x="3454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e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0" name=""/>
          <p:cNvSpPr/>
          <p:nvPr/>
        </p:nvSpPr>
        <p:spPr>
          <a:xfrm>
            <a:off x="34570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f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1" name=""/>
          <p:cNvSpPr/>
          <p:nvPr/>
        </p:nvSpPr>
        <p:spPr>
          <a:xfrm>
            <a:off x="34599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2" name=""/>
          <p:cNvSpPr/>
          <p:nvPr/>
        </p:nvSpPr>
        <p:spPr>
          <a:xfrm>
            <a:off x="34628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2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3" name=""/>
          <p:cNvSpPr/>
          <p:nvPr/>
        </p:nvSpPr>
        <p:spPr>
          <a:xfrm>
            <a:off x="34657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4" name=""/>
          <p:cNvSpPr/>
          <p:nvPr/>
        </p:nvSpPr>
        <p:spPr>
          <a:xfrm>
            <a:off x="34686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5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5" name=""/>
          <p:cNvSpPr/>
          <p:nvPr/>
        </p:nvSpPr>
        <p:spPr>
          <a:xfrm>
            <a:off x="3471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7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6" name=""/>
          <p:cNvSpPr/>
          <p:nvPr/>
        </p:nvSpPr>
        <p:spPr>
          <a:xfrm>
            <a:off x="3474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8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7" name=""/>
          <p:cNvSpPr/>
          <p:nvPr/>
        </p:nvSpPr>
        <p:spPr>
          <a:xfrm>
            <a:off x="3477240" y="4074120"/>
            <a:ext cx="3960" cy="554400"/>
          </a:xfrm>
          <a:custGeom>
            <a:avLst/>
            <a:gdLst/>
            <a:ahLst/>
            <a:rect l="0" t="0" r="r" b="b"/>
            <a:pathLst>
              <a:path w="11" h="1540">
                <a:moveTo>
                  <a:pt x="0" y="1540"/>
                </a:moveTo>
                <a:lnTo>
                  <a:pt x="0" y="0"/>
                </a:lnTo>
                <a:lnTo>
                  <a:pt x="11" y="0"/>
                </a:lnTo>
                <a:lnTo>
                  <a:pt x="11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a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8" name=""/>
          <p:cNvSpPr/>
          <p:nvPr/>
        </p:nvSpPr>
        <p:spPr>
          <a:xfrm>
            <a:off x="3480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b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79" name=""/>
          <p:cNvSpPr/>
          <p:nvPr/>
        </p:nvSpPr>
        <p:spPr>
          <a:xfrm>
            <a:off x="3483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d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0" name=""/>
          <p:cNvSpPr/>
          <p:nvPr/>
        </p:nvSpPr>
        <p:spPr>
          <a:xfrm>
            <a:off x="34862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e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1" name=""/>
          <p:cNvSpPr/>
          <p:nvPr/>
        </p:nvSpPr>
        <p:spPr>
          <a:xfrm>
            <a:off x="34891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0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2" name=""/>
          <p:cNvSpPr/>
          <p:nvPr/>
        </p:nvSpPr>
        <p:spPr>
          <a:xfrm>
            <a:off x="34920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1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3" name=""/>
          <p:cNvSpPr/>
          <p:nvPr/>
        </p:nvSpPr>
        <p:spPr>
          <a:xfrm>
            <a:off x="34948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2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4" name=""/>
          <p:cNvSpPr/>
          <p:nvPr/>
        </p:nvSpPr>
        <p:spPr>
          <a:xfrm>
            <a:off x="34977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3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5" name=""/>
          <p:cNvSpPr/>
          <p:nvPr/>
        </p:nvSpPr>
        <p:spPr>
          <a:xfrm>
            <a:off x="35006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4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6" name=""/>
          <p:cNvSpPr/>
          <p:nvPr/>
        </p:nvSpPr>
        <p:spPr>
          <a:xfrm>
            <a:off x="35035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6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7" name=""/>
          <p:cNvSpPr/>
          <p:nvPr/>
        </p:nvSpPr>
        <p:spPr>
          <a:xfrm>
            <a:off x="35064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7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8" name=""/>
          <p:cNvSpPr/>
          <p:nvPr/>
        </p:nvSpPr>
        <p:spPr>
          <a:xfrm>
            <a:off x="35092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8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89" name=""/>
          <p:cNvSpPr/>
          <p:nvPr/>
        </p:nvSpPr>
        <p:spPr>
          <a:xfrm>
            <a:off x="35121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9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0" name=""/>
          <p:cNvSpPr/>
          <p:nvPr/>
        </p:nvSpPr>
        <p:spPr>
          <a:xfrm>
            <a:off x="3515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a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1" name=""/>
          <p:cNvSpPr/>
          <p:nvPr/>
        </p:nvSpPr>
        <p:spPr>
          <a:xfrm>
            <a:off x="35179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b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2" name=""/>
          <p:cNvSpPr/>
          <p:nvPr/>
        </p:nvSpPr>
        <p:spPr>
          <a:xfrm>
            <a:off x="352080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c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3" name=""/>
          <p:cNvSpPr/>
          <p:nvPr/>
        </p:nvSpPr>
        <p:spPr>
          <a:xfrm>
            <a:off x="3524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d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4" name=""/>
          <p:cNvSpPr/>
          <p:nvPr/>
        </p:nvSpPr>
        <p:spPr>
          <a:xfrm>
            <a:off x="35269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5" name=""/>
          <p:cNvSpPr/>
          <p:nvPr/>
        </p:nvSpPr>
        <p:spPr>
          <a:xfrm>
            <a:off x="3529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f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6" name=""/>
          <p:cNvSpPr/>
          <p:nvPr/>
        </p:nvSpPr>
        <p:spPr>
          <a:xfrm>
            <a:off x="35326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0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7" name=""/>
          <p:cNvSpPr/>
          <p:nvPr/>
        </p:nvSpPr>
        <p:spPr>
          <a:xfrm>
            <a:off x="3535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1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8" name=""/>
          <p:cNvSpPr/>
          <p:nvPr/>
        </p:nvSpPr>
        <p:spPr>
          <a:xfrm>
            <a:off x="3538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799" name=""/>
          <p:cNvSpPr/>
          <p:nvPr/>
        </p:nvSpPr>
        <p:spPr>
          <a:xfrm>
            <a:off x="35413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0" name=""/>
          <p:cNvSpPr/>
          <p:nvPr/>
        </p:nvSpPr>
        <p:spPr>
          <a:xfrm>
            <a:off x="3544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1" name=""/>
          <p:cNvSpPr/>
          <p:nvPr/>
        </p:nvSpPr>
        <p:spPr>
          <a:xfrm>
            <a:off x="35470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4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2" name=""/>
          <p:cNvSpPr/>
          <p:nvPr/>
        </p:nvSpPr>
        <p:spPr>
          <a:xfrm>
            <a:off x="35499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3" name=""/>
          <p:cNvSpPr/>
          <p:nvPr/>
        </p:nvSpPr>
        <p:spPr>
          <a:xfrm>
            <a:off x="35528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4" name=""/>
          <p:cNvSpPr/>
          <p:nvPr/>
        </p:nvSpPr>
        <p:spPr>
          <a:xfrm>
            <a:off x="35557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5" name=""/>
          <p:cNvSpPr/>
          <p:nvPr/>
        </p:nvSpPr>
        <p:spPr>
          <a:xfrm>
            <a:off x="35586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6" name=""/>
          <p:cNvSpPr/>
          <p:nvPr/>
        </p:nvSpPr>
        <p:spPr>
          <a:xfrm>
            <a:off x="356148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7" name=""/>
          <p:cNvSpPr/>
          <p:nvPr/>
        </p:nvSpPr>
        <p:spPr>
          <a:xfrm>
            <a:off x="35647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8" name=""/>
          <p:cNvSpPr/>
          <p:nvPr/>
        </p:nvSpPr>
        <p:spPr>
          <a:xfrm>
            <a:off x="35676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09" name=""/>
          <p:cNvSpPr/>
          <p:nvPr/>
        </p:nvSpPr>
        <p:spPr>
          <a:xfrm>
            <a:off x="3570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0" name=""/>
          <p:cNvSpPr/>
          <p:nvPr/>
        </p:nvSpPr>
        <p:spPr>
          <a:xfrm>
            <a:off x="3573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1" name=""/>
          <p:cNvSpPr/>
          <p:nvPr/>
        </p:nvSpPr>
        <p:spPr>
          <a:xfrm>
            <a:off x="35762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2" name=""/>
          <p:cNvSpPr/>
          <p:nvPr/>
        </p:nvSpPr>
        <p:spPr>
          <a:xfrm>
            <a:off x="35791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3" name=""/>
          <p:cNvSpPr/>
          <p:nvPr/>
        </p:nvSpPr>
        <p:spPr>
          <a:xfrm>
            <a:off x="35820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4" name=""/>
          <p:cNvSpPr/>
          <p:nvPr/>
        </p:nvSpPr>
        <p:spPr>
          <a:xfrm>
            <a:off x="35848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5" name=""/>
          <p:cNvSpPr/>
          <p:nvPr/>
        </p:nvSpPr>
        <p:spPr>
          <a:xfrm>
            <a:off x="35877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6" name=""/>
          <p:cNvSpPr/>
          <p:nvPr/>
        </p:nvSpPr>
        <p:spPr>
          <a:xfrm>
            <a:off x="35906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7" name=""/>
          <p:cNvSpPr/>
          <p:nvPr/>
        </p:nvSpPr>
        <p:spPr>
          <a:xfrm>
            <a:off x="3593520" y="4074120"/>
            <a:ext cx="6120" cy="554400"/>
          </a:xfrm>
          <a:custGeom>
            <a:avLst/>
            <a:gdLst/>
            <a:ahLst/>
            <a:rect l="0" t="0" r="r" b="b"/>
            <a:pathLst>
              <a:path w="17" h="1540">
                <a:moveTo>
                  <a:pt x="0" y="1540"/>
                </a:moveTo>
                <a:lnTo>
                  <a:pt x="0" y="0"/>
                </a:lnTo>
                <a:lnTo>
                  <a:pt x="17" y="0"/>
                </a:lnTo>
                <a:lnTo>
                  <a:pt x="17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8" name=""/>
          <p:cNvSpPr/>
          <p:nvPr/>
        </p:nvSpPr>
        <p:spPr>
          <a:xfrm>
            <a:off x="3599280" y="4074120"/>
            <a:ext cx="6480" cy="554400"/>
          </a:xfrm>
          <a:custGeom>
            <a:avLst/>
            <a:gdLst/>
            <a:ahLst/>
            <a:rect l="0" t="0" r="r" b="b"/>
            <a:pathLst>
              <a:path w="18" h="1540">
                <a:moveTo>
                  <a:pt x="0" y="1540"/>
                </a:moveTo>
                <a:lnTo>
                  <a:pt x="0" y="0"/>
                </a:lnTo>
                <a:lnTo>
                  <a:pt x="18" y="0"/>
                </a:lnTo>
                <a:lnTo>
                  <a:pt x="18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19" name=""/>
          <p:cNvSpPr/>
          <p:nvPr/>
        </p:nvSpPr>
        <p:spPr>
          <a:xfrm>
            <a:off x="36054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0" name=""/>
          <p:cNvSpPr/>
          <p:nvPr/>
        </p:nvSpPr>
        <p:spPr>
          <a:xfrm>
            <a:off x="36082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1" name=""/>
          <p:cNvSpPr/>
          <p:nvPr/>
        </p:nvSpPr>
        <p:spPr>
          <a:xfrm>
            <a:off x="36111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2" name=""/>
          <p:cNvSpPr/>
          <p:nvPr/>
        </p:nvSpPr>
        <p:spPr>
          <a:xfrm>
            <a:off x="3614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3" name=""/>
          <p:cNvSpPr/>
          <p:nvPr/>
        </p:nvSpPr>
        <p:spPr>
          <a:xfrm>
            <a:off x="36169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4" name=""/>
          <p:cNvSpPr/>
          <p:nvPr/>
        </p:nvSpPr>
        <p:spPr>
          <a:xfrm>
            <a:off x="3619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5" name=""/>
          <p:cNvSpPr/>
          <p:nvPr/>
        </p:nvSpPr>
        <p:spPr>
          <a:xfrm>
            <a:off x="3622680" y="4074120"/>
            <a:ext cx="6120" cy="554400"/>
          </a:xfrm>
          <a:custGeom>
            <a:avLst/>
            <a:gdLst/>
            <a:ahLst/>
            <a:rect l="0" t="0" r="r" b="b"/>
            <a:pathLst>
              <a:path w="17" h="1540">
                <a:moveTo>
                  <a:pt x="0" y="1540"/>
                </a:moveTo>
                <a:lnTo>
                  <a:pt x="0" y="0"/>
                </a:lnTo>
                <a:lnTo>
                  <a:pt x="17" y="0"/>
                </a:lnTo>
                <a:lnTo>
                  <a:pt x="17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6" name=""/>
          <p:cNvSpPr/>
          <p:nvPr/>
        </p:nvSpPr>
        <p:spPr>
          <a:xfrm>
            <a:off x="3628440" y="4074120"/>
            <a:ext cx="6120" cy="554400"/>
          </a:xfrm>
          <a:custGeom>
            <a:avLst/>
            <a:gdLst/>
            <a:ahLst/>
            <a:rect l="0" t="0" r="r" b="b"/>
            <a:pathLst>
              <a:path w="17" h="1540">
                <a:moveTo>
                  <a:pt x="0" y="1540"/>
                </a:moveTo>
                <a:lnTo>
                  <a:pt x="0" y="0"/>
                </a:lnTo>
                <a:lnTo>
                  <a:pt x="17" y="0"/>
                </a:lnTo>
                <a:lnTo>
                  <a:pt x="17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7" name=""/>
          <p:cNvSpPr/>
          <p:nvPr/>
        </p:nvSpPr>
        <p:spPr>
          <a:xfrm>
            <a:off x="3634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8" name=""/>
          <p:cNvSpPr/>
          <p:nvPr/>
        </p:nvSpPr>
        <p:spPr>
          <a:xfrm>
            <a:off x="36370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29" name=""/>
          <p:cNvSpPr/>
          <p:nvPr/>
        </p:nvSpPr>
        <p:spPr>
          <a:xfrm>
            <a:off x="36399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0" name=""/>
          <p:cNvSpPr/>
          <p:nvPr/>
        </p:nvSpPr>
        <p:spPr>
          <a:xfrm>
            <a:off x="36428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1" name=""/>
          <p:cNvSpPr/>
          <p:nvPr/>
        </p:nvSpPr>
        <p:spPr>
          <a:xfrm>
            <a:off x="364572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2" name=""/>
          <p:cNvSpPr/>
          <p:nvPr/>
        </p:nvSpPr>
        <p:spPr>
          <a:xfrm>
            <a:off x="36489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3" name=""/>
          <p:cNvSpPr/>
          <p:nvPr/>
        </p:nvSpPr>
        <p:spPr>
          <a:xfrm>
            <a:off x="3651840" y="4074120"/>
            <a:ext cx="6120" cy="554400"/>
          </a:xfrm>
          <a:custGeom>
            <a:avLst/>
            <a:gdLst/>
            <a:ahLst/>
            <a:rect l="0" t="0" r="r" b="b"/>
            <a:pathLst>
              <a:path w="17" h="1540">
                <a:moveTo>
                  <a:pt x="0" y="1540"/>
                </a:moveTo>
                <a:lnTo>
                  <a:pt x="0" y="0"/>
                </a:lnTo>
                <a:lnTo>
                  <a:pt x="17" y="0"/>
                </a:lnTo>
                <a:lnTo>
                  <a:pt x="17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4" name=""/>
          <p:cNvSpPr/>
          <p:nvPr/>
        </p:nvSpPr>
        <p:spPr>
          <a:xfrm>
            <a:off x="36576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5" name=""/>
          <p:cNvSpPr/>
          <p:nvPr/>
        </p:nvSpPr>
        <p:spPr>
          <a:xfrm>
            <a:off x="3660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6" name=""/>
          <p:cNvSpPr/>
          <p:nvPr/>
        </p:nvSpPr>
        <p:spPr>
          <a:xfrm>
            <a:off x="3663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7" name=""/>
          <p:cNvSpPr/>
          <p:nvPr/>
        </p:nvSpPr>
        <p:spPr>
          <a:xfrm>
            <a:off x="36662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8" name=""/>
          <p:cNvSpPr/>
          <p:nvPr/>
        </p:nvSpPr>
        <p:spPr>
          <a:xfrm>
            <a:off x="3669120" y="4074120"/>
            <a:ext cx="6120" cy="554400"/>
          </a:xfrm>
          <a:custGeom>
            <a:avLst/>
            <a:gdLst/>
            <a:ahLst/>
            <a:rect l="0" t="0" r="r" b="b"/>
            <a:pathLst>
              <a:path w="17" h="1540">
                <a:moveTo>
                  <a:pt x="0" y="1540"/>
                </a:moveTo>
                <a:lnTo>
                  <a:pt x="0" y="0"/>
                </a:lnTo>
                <a:lnTo>
                  <a:pt x="17" y="0"/>
                </a:lnTo>
                <a:lnTo>
                  <a:pt x="17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39" name=""/>
          <p:cNvSpPr/>
          <p:nvPr/>
        </p:nvSpPr>
        <p:spPr>
          <a:xfrm>
            <a:off x="3674880" y="4074120"/>
            <a:ext cx="6120" cy="554400"/>
          </a:xfrm>
          <a:custGeom>
            <a:avLst/>
            <a:gdLst/>
            <a:ahLst/>
            <a:rect l="0" t="0" r="r" b="b"/>
            <a:pathLst>
              <a:path w="17" h="1540">
                <a:moveTo>
                  <a:pt x="0" y="1540"/>
                </a:moveTo>
                <a:lnTo>
                  <a:pt x="0" y="0"/>
                </a:lnTo>
                <a:lnTo>
                  <a:pt x="17" y="0"/>
                </a:lnTo>
                <a:lnTo>
                  <a:pt x="17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0" name=""/>
          <p:cNvSpPr/>
          <p:nvPr/>
        </p:nvSpPr>
        <p:spPr>
          <a:xfrm>
            <a:off x="3680640" y="4074120"/>
            <a:ext cx="6120" cy="554400"/>
          </a:xfrm>
          <a:custGeom>
            <a:avLst/>
            <a:gdLst/>
            <a:ahLst/>
            <a:rect l="0" t="0" r="r" b="b"/>
            <a:pathLst>
              <a:path w="17" h="1540">
                <a:moveTo>
                  <a:pt x="0" y="1540"/>
                </a:moveTo>
                <a:lnTo>
                  <a:pt x="0" y="0"/>
                </a:lnTo>
                <a:lnTo>
                  <a:pt x="17" y="0"/>
                </a:lnTo>
                <a:lnTo>
                  <a:pt x="17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1" name=""/>
          <p:cNvSpPr/>
          <p:nvPr/>
        </p:nvSpPr>
        <p:spPr>
          <a:xfrm>
            <a:off x="3686400" y="4074120"/>
            <a:ext cx="6480" cy="554400"/>
          </a:xfrm>
          <a:custGeom>
            <a:avLst/>
            <a:gdLst/>
            <a:ahLst/>
            <a:rect l="0" t="0" r="r" b="b"/>
            <a:pathLst>
              <a:path w="18" h="1540">
                <a:moveTo>
                  <a:pt x="0" y="1540"/>
                </a:moveTo>
                <a:lnTo>
                  <a:pt x="0" y="0"/>
                </a:lnTo>
                <a:lnTo>
                  <a:pt x="18" y="0"/>
                </a:lnTo>
                <a:lnTo>
                  <a:pt x="18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2" name=""/>
          <p:cNvSpPr/>
          <p:nvPr/>
        </p:nvSpPr>
        <p:spPr>
          <a:xfrm>
            <a:off x="36925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7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3" name=""/>
          <p:cNvSpPr/>
          <p:nvPr/>
        </p:nvSpPr>
        <p:spPr>
          <a:xfrm>
            <a:off x="36954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4" name=""/>
          <p:cNvSpPr/>
          <p:nvPr/>
        </p:nvSpPr>
        <p:spPr>
          <a:xfrm>
            <a:off x="36982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5" name=""/>
          <p:cNvSpPr/>
          <p:nvPr/>
        </p:nvSpPr>
        <p:spPr>
          <a:xfrm>
            <a:off x="37011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6" name=""/>
          <p:cNvSpPr/>
          <p:nvPr/>
        </p:nvSpPr>
        <p:spPr>
          <a:xfrm>
            <a:off x="3704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4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7" name=""/>
          <p:cNvSpPr/>
          <p:nvPr/>
        </p:nvSpPr>
        <p:spPr>
          <a:xfrm>
            <a:off x="37069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8" name=""/>
          <p:cNvSpPr/>
          <p:nvPr/>
        </p:nvSpPr>
        <p:spPr>
          <a:xfrm>
            <a:off x="3709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3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49" name=""/>
          <p:cNvSpPr/>
          <p:nvPr/>
        </p:nvSpPr>
        <p:spPr>
          <a:xfrm>
            <a:off x="37126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0" name=""/>
          <p:cNvSpPr/>
          <p:nvPr/>
        </p:nvSpPr>
        <p:spPr>
          <a:xfrm>
            <a:off x="3715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1" name=""/>
          <p:cNvSpPr/>
          <p:nvPr/>
        </p:nvSpPr>
        <p:spPr>
          <a:xfrm>
            <a:off x="3718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f0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2" name=""/>
          <p:cNvSpPr/>
          <p:nvPr/>
        </p:nvSpPr>
        <p:spPr>
          <a:xfrm>
            <a:off x="37213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f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3" name=""/>
          <p:cNvSpPr/>
          <p:nvPr/>
        </p:nvSpPr>
        <p:spPr>
          <a:xfrm>
            <a:off x="3724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4" name=""/>
          <p:cNvSpPr/>
          <p:nvPr/>
        </p:nvSpPr>
        <p:spPr>
          <a:xfrm>
            <a:off x="372708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d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5" name=""/>
          <p:cNvSpPr/>
          <p:nvPr/>
        </p:nvSpPr>
        <p:spPr>
          <a:xfrm>
            <a:off x="37303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c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6" name=""/>
          <p:cNvSpPr/>
          <p:nvPr/>
        </p:nvSpPr>
        <p:spPr>
          <a:xfrm>
            <a:off x="3733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b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7" name=""/>
          <p:cNvSpPr/>
          <p:nvPr/>
        </p:nvSpPr>
        <p:spPr>
          <a:xfrm>
            <a:off x="37360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a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8" name=""/>
          <p:cNvSpPr/>
          <p:nvPr/>
        </p:nvSpPr>
        <p:spPr>
          <a:xfrm>
            <a:off x="37389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9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59" name=""/>
          <p:cNvSpPr/>
          <p:nvPr/>
        </p:nvSpPr>
        <p:spPr>
          <a:xfrm>
            <a:off x="37418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8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0" name=""/>
          <p:cNvSpPr/>
          <p:nvPr/>
        </p:nvSpPr>
        <p:spPr>
          <a:xfrm>
            <a:off x="37447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7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1" name=""/>
          <p:cNvSpPr/>
          <p:nvPr/>
        </p:nvSpPr>
        <p:spPr>
          <a:xfrm>
            <a:off x="37476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6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2" name=""/>
          <p:cNvSpPr/>
          <p:nvPr/>
        </p:nvSpPr>
        <p:spPr>
          <a:xfrm>
            <a:off x="3750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5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3" name=""/>
          <p:cNvSpPr/>
          <p:nvPr/>
        </p:nvSpPr>
        <p:spPr>
          <a:xfrm>
            <a:off x="3753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4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4" name=""/>
          <p:cNvSpPr/>
          <p:nvPr/>
        </p:nvSpPr>
        <p:spPr>
          <a:xfrm>
            <a:off x="37562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3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5" name=""/>
          <p:cNvSpPr/>
          <p:nvPr/>
        </p:nvSpPr>
        <p:spPr>
          <a:xfrm>
            <a:off x="37591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2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6" name=""/>
          <p:cNvSpPr/>
          <p:nvPr/>
        </p:nvSpPr>
        <p:spPr>
          <a:xfrm>
            <a:off x="37620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e0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7" name=""/>
          <p:cNvSpPr/>
          <p:nvPr/>
        </p:nvSpPr>
        <p:spPr>
          <a:xfrm>
            <a:off x="37648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f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8" name=""/>
          <p:cNvSpPr/>
          <p:nvPr/>
        </p:nvSpPr>
        <p:spPr>
          <a:xfrm>
            <a:off x="37677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d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69" name=""/>
          <p:cNvSpPr/>
          <p:nvPr/>
        </p:nvSpPr>
        <p:spPr>
          <a:xfrm>
            <a:off x="377064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c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0" name=""/>
          <p:cNvSpPr/>
          <p:nvPr/>
        </p:nvSpPr>
        <p:spPr>
          <a:xfrm>
            <a:off x="37738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a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1" name=""/>
          <p:cNvSpPr/>
          <p:nvPr/>
        </p:nvSpPr>
        <p:spPr>
          <a:xfrm>
            <a:off x="37767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9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2" name=""/>
          <p:cNvSpPr/>
          <p:nvPr/>
        </p:nvSpPr>
        <p:spPr>
          <a:xfrm>
            <a:off x="37796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7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3" name=""/>
          <p:cNvSpPr/>
          <p:nvPr/>
        </p:nvSpPr>
        <p:spPr>
          <a:xfrm>
            <a:off x="37825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6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4" name=""/>
          <p:cNvSpPr/>
          <p:nvPr/>
        </p:nvSpPr>
        <p:spPr>
          <a:xfrm>
            <a:off x="37854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5" name=""/>
          <p:cNvSpPr/>
          <p:nvPr/>
        </p:nvSpPr>
        <p:spPr>
          <a:xfrm>
            <a:off x="37882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3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6" name=""/>
          <p:cNvSpPr/>
          <p:nvPr/>
        </p:nvSpPr>
        <p:spPr>
          <a:xfrm>
            <a:off x="37911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7" name=""/>
          <p:cNvSpPr/>
          <p:nvPr/>
        </p:nvSpPr>
        <p:spPr>
          <a:xfrm>
            <a:off x="3794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d0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8" name=""/>
          <p:cNvSpPr/>
          <p:nvPr/>
        </p:nvSpPr>
        <p:spPr>
          <a:xfrm>
            <a:off x="37969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e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79" name=""/>
          <p:cNvSpPr/>
          <p:nvPr/>
        </p:nvSpPr>
        <p:spPr>
          <a:xfrm>
            <a:off x="3799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c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0" name=""/>
          <p:cNvSpPr/>
          <p:nvPr/>
        </p:nvSpPr>
        <p:spPr>
          <a:xfrm>
            <a:off x="38026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a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1" name=""/>
          <p:cNvSpPr/>
          <p:nvPr/>
        </p:nvSpPr>
        <p:spPr>
          <a:xfrm>
            <a:off x="3805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9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2" name=""/>
          <p:cNvSpPr/>
          <p:nvPr/>
        </p:nvSpPr>
        <p:spPr>
          <a:xfrm>
            <a:off x="3808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7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3" name=""/>
          <p:cNvSpPr/>
          <p:nvPr/>
        </p:nvSpPr>
        <p:spPr>
          <a:xfrm>
            <a:off x="3811320" y="4074120"/>
            <a:ext cx="3960" cy="554400"/>
          </a:xfrm>
          <a:custGeom>
            <a:avLst/>
            <a:gdLst/>
            <a:ahLst/>
            <a:rect l="0" t="0" r="r" b="b"/>
            <a:pathLst>
              <a:path w="11" h="1540">
                <a:moveTo>
                  <a:pt x="0" y="1540"/>
                </a:moveTo>
                <a:lnTo>
                  <a:pt x="0" y="0"/>
                </a:lnTo>
                <a:lnTo>
                  <a:pt x="11" y="0"/>
                </a:lnTo>
                <a:lnTo>
                  <a:pt x="11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5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4" name=""/>
          <p:cNvSpPr/>
          <p:nvPr/>
        </p:nvSpPr>
        <p:spPr>
          <a:xfrm>
            <a:off x="3814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3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5" name=""/>
          <p:cNvSpPr/>
          <p:nvPr/>
        </p:nvSpPr>
        <p:spPr>
          <a:xfrm>
            <a:off x="3817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2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6" name=""/>
          <p:cNvSpPr/>
          <p:nvPr/>
        </p:nvSpPr>
        <p:spPr>
          <a:xfrm>
            <a:off x="38203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c0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7" name=""/>
          <p:cNvSpPr/>
          <p:nvPr/>
        </p:nvSpPr>
        <p:spPr>
          <a:xfrm>
            <a:off x="3823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e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8" name=""/>
          <p:cNvSpPr/>
          <p:nvPr/>
        </p:nvSpPr>
        <p:spPr>
          <a:xfrm>
            <a:off x="38260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c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89" name=""/>
          <p:cNvSpPr/>
          <p:nvPr/>
        </p:nvSpPr>
        <p:spPr>
          <a:xfrm>
            <a:off x="38289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a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0" name=""/>
          <p:cNvSpPr/>
          <p:nvPr/>
        </p:nvSpPr>
        <p:spPr>
          <a:xfrm>
            <a:off x="38318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8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1" name=""/>
          <p:cNvSpPr/>
          <p:nvPr/>
        </p:nvSpPr>
        <p:spPr>
          <a:xfrm>
            <a:off x="38347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6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2" name=""/>
          <p:cNvSpPr/>
          <p:nvPr/>
        </p:nvSpPr>
        <p:spPr>
          <a:xfrm>
            <a:off x="38376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4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3" name=""/>
          <p:cNvSpPr/>
          <p:nvPr/>
        </p:nvSpPr>
        <p:spPr>
          <a:xfrm>
            <a:off x="3840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3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4" name=""/>
          <p:cNvSpPr/>
          <p:nvPr/>
        </p:nvSpPr>
        <p:spPr>
          <a:xfrm>
            <a:off x="3843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b1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5" name=""/>
          <p:cNvSpPr/>
          <p:nvPr/>
        </p:nvSpPr>
        <p:spPr>
          <a:xfrm>
            <a:off x="38462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f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6" name=""/>
          <p:cNvSpPr/>
          <p:nvPr/>
        </p:nvSpPr>
        <p:spPr>
          <a:xfrm>
            <a:off x="38491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d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7" name=""/>
          <p:cNvSpPr/>
          <p:nvPr/>
        </p:nvSpPr>
        <p:spPr>
          <a:xfrm>
            <a:off x="385200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b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8" name=""/>
          <p:cNvSpPr/>
          <p:nvPr/>
        </p:nvSpPr>
        <p:spPr>
          <a:xfrm>
            <a:off x="38552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9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899" name=""/>
          <p:cNvSpPr/>
          <p:nvPr/>
        </p:nvSpPr>
        <p:spPr>
          <a:xfrm>
            <a:off x="38581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7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0" name=""/>
          <p:cNvSpPr/>
          <p:nvPr/>
        </p:nvSpPr>
        <p:spPr>
          <a:xfrm>
            <a:off x="38610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5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1" name=""/>
          <p:cNvSpPr/>
          <p:nvPr/>
        </p:nvSpPr>
        <p:spPr>
          <a:xfrm>
            <a:off x="38638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3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2" name=""/>
          <p:cNvSpPr/>
          <p:nvPr/>
        </p:nvSpPr>
        <p:spPr>
          <a:xfrm>
            <a:off x="38667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a1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3" name=""/>
          <p:cNvSpPr/>
          <p:nvPr/>
        </p:nvSpPr>
        <p:spPr>
          <a:xfrm>
            <a:off x="38696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f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4" name=""/>
          <p:cNvSpPr/>
          <p:nvPr/>
        </p:nvSpPr>
        <p:spPr>
          <a:xfrm>
            <a:off x="38725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d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5" name=""/>
          <p:cNvSpPr/>
          <p:nvPr/>
        </p:nvSpPr>
        <p:spPr>
          <a:xfrm>
            <a:off x="38754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c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6" name=""/>
          <p:cNvSpPr/>
          <p:nvPr/>
        </p:nvSpPr>
        <p:spPr>
          <a:xfrm>
            <a:off x="38782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a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7" name=""/>
          <p:cNvSpPr/>
          <p:nvPr/>
        </p:nvSpPr>
        <p:spPr>
          <a:xfrm>
            <a:off x="38811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8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8" name=""/>
          <p:cNvSpPr/>
          <p:nvPr/>
        </p:nvSpPr>
        <p:spPr>
          <a:xfrm>
            <a:off x="3884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6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09" name=""/>
          <p:cNvSpPr/>
          <p:nvPr/>
        </p:nvSpPr>
        <p:spPr>
          <a:xfrm>
            <a:off x="38869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4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0" name=""/>
          <p:cNvSpPr/>
          <p:nvPr/>
        </p:nvSpPr>
        <p:spPr>
          <a:xfrm>
            <a:off x="3889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2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1" name=""/>
          <p:cNvSpPr/>
          <p:nvPr/>
        </p:nvSpPr>
        <p:spPr>
          <a:xfrm>
            <a:off x="38926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90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2" name=""/>
          <p:cNvSpPr/>
          <p:nvPr/>
        </p:nvSpPr>
        <p:spPr>
          <a:xfrm>
            <a:off x="389556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e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3" name=""/>
          <p:cNvSpPr/>
          <p:nvPr/>
        </p:nvSpPr>
        <p:spPr>
          <a:xfrm>
            <a:off x="3898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d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4" name=""/>
          <p:cNvSpPr/>
          <p:nvPr/>
        </p:nvSpPr>
        <p:spPr>
          <a:xfrm>
            <a:off x="39016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b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5" name=""/>
          <p:cNvSpPr/>
          <p:nvPr/>
        </p:nvSpPr>
        <p:spPr>
          <a:xfrm>
            <a:off x="3904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a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6" name=""/>
          <p:cNvSpPr/>
          <p:nvPr/>
        </p:nvSpPr>
        <p:spPr>
          <a:xfrm>
            <a:off x="3907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8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7" name=""/>
          <p:cNvSpPr/>
          <p:nvPr/>
        </p:nvSpPr>
        <p:spPr>
          <a:xfrm>
            <a:off x="39103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6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8" name=""/>
          <p:cNvSpPr/>
          <p:nvPr/>
        </p:nvSpPr>
        <p:spPr>
          <a:xfrm>
            <a:off x="39132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4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19" name=""/>
          <p:cNvSpPr/>
          <p:nvPr/>
        </p:nvSpPr>
        <p:spPr>
          <a:xfrm>
            <a:off x="39160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3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0" name=""/>
          <p:cNvSpPr/>
          <p:nvPr/>
        </p:nvSpPr>
        <p:spPr>
          <a:xfrm>
            <a:off x="39189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1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1" name=""/>
          <p:cNvSpPr/>
          <p:nvPr/>
        </p:nvSpPr>
        <p:spPr>
          <a:xfrm>
            <a:off x="39218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80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2" name=""/>
          <p:cNvSpPr/>
          <p:nvPr/>
        </p:nvSpPr>
        <p:spPr>
          <a:xfrm>
            <a:off x="39247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e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3" name=""/>
          <p:cNvSpPr/>
          <p:nvPr/>
        </p:nvSpPr>
        <p:spPr>
          <a:xfrm>
            <a:off x="39276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d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4" name=""/>
          <p:cNvSpPr/>
          <p:nvPr/>
        </p:nvSpPr>
        <p:spPr>
          <a:xfrm>
            <a:off x="3930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c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5" name=""/>
          <p:cNvSpPr/>
          <p:nvPr/>
        </p:nvSpPr>
        <p:spPr>
          <a:xfrm>
            <a:off x="3933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b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6" name=""/>
          <p:cNvSpPr/>
          <p:nvPr/>
        </p:nvSpPr>
        <p:spPr>
          <a:xfrm>
            <a:off x="393624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9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7" name=""/>
          <p:cNvSpPr/>
          <p:nvPr/>
        </p:nvSpPr>
        <p:spPr>
          <a:xfrm>
            <a:off x="39394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8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8" name=""/>
          <p:cNvSpPr/>
          <p:nvPr/>
        </p:nvSpPr>
        <p:spPr>
          <a:xfrm>
            <a:off x="39423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6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29" name=""/>
          <p:cNvSpPr/>
          <p:nvPr/>
        </p:nvSpPr>
        <p:spPr>
          <a:xfrm>
            <a:off x="39452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5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0" name=""/>
          <p:cNvSpPr/>
          <p:nvPr/>
        </p:nvSpPr>
        <p:spPr>
          <a:xfrm>
            <a:off x="39481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4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1" name=""/>
          <p:cNvSpPr/>
          <p:nvPr/>
        </p:nvSpPr>
        <p:spPr>
          <a:xfrm>
            <a:off x="39510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3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2" name=""/>
          <p:cNvSpPr/>
          <p:nvPr/>
        </p:nvSpPr>
        <p:spPr>
          <a:xfrm>
            <a:off x="39538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2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3" name=""/>
          <p:cNvSpPr/>
          <p:nvPr/>
        </p:nvSpPr>
        <p:spPr>
          <a:xfrm>
            <a:off x="39567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1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4" name=""/>
          <p:cNvSpPr/>
          <p:nvPr/>
        </p:nvSpPr>
        <p:spPr>
          <a:xfrm>
            <a:off x="39596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70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5" name=""/>
          <p:cNvSpPr/>
          <p:nvPr/>
        </p:nvSpPr>
        <p:spPr>
          <a:xfrm>
            <a:off x="39625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f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6" name=""/>
          <p:cNvSpPr/>
          <p:nvPr/>
        </p:nvSpPr>
        <p:spPr>
          <a:xfrm>
            <a:off x="39654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e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7" name=""/>
          <p:cNvSpPr/>
          <p:nvPr/>
        </p:nvSpPr>
        <p:spPr>
          <a:xfrm>
            <a:off x="39682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d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8" name=""/>
          <p:cNvSpPr/>
          <p:nvPr/>
        </p:nvSpPr>
        <p:spPr>
          <a:xfrm>
            <a:off x="39711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39" name=""/>
          <p:cNvSpPr/>
          <p:nvPr/>
        </p:nvSpPr>
        <p:spPr>
          <a:xfrm>
            <a:off x="3974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b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0" name=""/>
          <p:cNvSpPr/>
          <p:nvPr/>
        </p:nvSpPr>
        <p:spPr>
          <a:xfrm>
            <a:off x="3976920" y="4074120"/>
            <a:ext cx="3600" cy="554400"/>
          </a:xfrm>
          <a:custGeom>
            <a:avLst/>
            <a:gdLst/>
            <a:ahLst/>
            <a:rect l="0" t="0" r="r" b="b"/>
            <a:pathLst>
              <a:path w="10" h="1540">
                <a:moveTo>
                  <a:pt x="0" y="1540"/>
                </a:moveTo>
                <a:lnTo>
                  <a:pt x="0" y="0"/>
                </a:lnTo>
                <a:lnTo>
                  <a:pt x="10" y="0"/>
                </a:lnTo>
                <a:lnTo>
                  <a:pt x="10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1" name=""/>
          <p:cNvSpPr/>
          <p:nvPr/>
        </p:nvSpPr>
        <p:spPr>
          <a:xfrm>
            <a:off x="39801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2" name=""/>
          <p:cNvSpPr/>
          <p:nvPr/>
        </p:nvSpPr>
        <p:spPr>
          <a:xfrm>
            <a:off x="39830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9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3" name=""/>
          <p:cNvSpPr/>
          <p:nvPr/>
        </p:nvSpPr>
        <p:spPr>
          <a:xfrm>
            <a:off x="398592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8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4" name=""/>
          <p:cNvSpPr/>
          <p:nvPr/>
        </p:nvSpPr>
        <p:spPr>
          <a:xfrm>
            <a:off x="398880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5" name=""/>
          <p:cNvSpPr/>
          <p:nvPr/>
        </p:nvSpPr>
        <p:spPr>
          <a:xfrm>
            <a:off x="399168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6" name=""/>
          <p:cNvSpPr/>
          <p:nvPr/>
        </p:nvSpPr>
        <p:spPr>
          <a:xfrm>
            <a:off x="399456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7" name=""/>
          <p:cNvSpPr/>
          <p:nvPr/>
        </p:nvSpPr>
        <p:spPr>
          <a:xfrm>
            <a:off x="3997440" y="4074120"/>
            <a:ext cx="3240" cy="554400"/>
          </a:xfrm>
          <a:custGeom>
            <a:avLst/>
            <a:gdLst/>
            <a:ahLst/>
            <a:rect l="0" t="0" r="r" b="b"/>
            <a:pathLst>
              <a:path w="9" h="1540">
                <a:moveTo>
                  <a:pt x="0" y="1540"/>
                </a:moveTo>
                <a:lnTo>
                  <a:pt x="0" y="0"/>
                </a:lnTo>
                <a:lnTo>
                  <a:pt x="9" y="0"/>
                </a:lnTo>
                <a:lnTo>
                  <a:pt x="9" y="1540"/>
                </a:lnTo>
                <a:lnTo>
                  <a:pt x="0" y="1540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8" name=""/>
          <p:cNvSpPr/>
          <p:nvPr/>
        </p:nvSpPr>
        <p:spPr>
          <a:xfrm>
            <a:off x="325656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3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49" name=""/>
          <p:cNvSpPr/>
          <p:nvPr/>
        </p:nvSpPr>
        <p:spPr>
          <a:xfrm>
            <a:off x="326232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0" name=""/>
          <p:cNvSpPr/>
          <p:nvPr/>
        </p:nvSpPr>
        <p:spPr>
          <a:xfrm>
            <a:off x="32680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1" name=""/>
          <p:cNvSpPr/>
          <p:nvPr/>
        </p:nvSpPr>
        <p:spPr>
          <a:xfrm>
            <a:off x="327096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2" name=""/>
          <p:cNvSpPr/>
          <p:nvPr/>
        </p:nvSpPr>
        <p:spPr>
          <a:xfrm>
            <a:off x="32742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3" name=""/>
          <p:cNvSpPr/>
          <p:nvPr/>
        </p:nvSpPr>
        <p:spPr>
          <a:xfrm>
            <a:off x="32770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4" name=""/>
          <p:cNvSpPr/>
          <p:nvPr/>
        </p:nvSpPr>
        <p:spPr>
          <a:xfrm>
            <a:off x="32799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5" name=""/>
          <p:cNvSpPr/>
          <p:nvPr/>
        </p:nvSpPr>
        <p:spPr>
          <a:xfrm>
            <a:off x="32828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6" name=""/>
          <p:cNvSpPr/>
          <p:nvPr/>
        </p:nvSpPr>
        <p:spPr>
          <a:xfrm>
            <a:off x="32857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7" name=""/>
          <p:cNvSpPr/>
          <p:nvPr/>
        </p:nvSpPr>
        <p:spPr>
          <a:xfrm>
            <a:off x="32886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8" name=""/>
          <p:cNvSpPr/>
          <p:nvPr/>
        </p:nvSpPr>
        <p:spPr>
          <a:xfrm>
            <a:off x="32914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59" name=""/>
          <p:cNvSpPr/>
          <p:nvPr/>
        </p:nvSpPr>
        <p:spPr>
          <a:xfrm>
            <a:off x="3294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0" name=""/>
          <p:cNvSpPr/>
          <p:nvPr/>
        </p:nvSpPr>
        <p:spPr>
          <a:xfrm>
            <a:off x="329724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1" name=""/>
          <p:cNvSpPr/>
          <p:nvPr/>
        </p:nvSpPr>
        <p:spPr>
          <a:xfrm>
            <a:off x="330300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9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2" name=""/>
          <p:cNvSpPr/>
          <p:nvPr/>
        </p:nvSpPr>
        <p:spPr>
          <a:xfrm>
            <a:off x="33087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3" name=""/>
          <p:cNvSpPr/>
          <p:nvPr/>
        </p:nvSpPr>
        <p:spPr>
          <a:xfrm>
            <a:off x="331164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4" name=""/>
          <p:cNvSpPr/>
          <p:nvPr/>
        </p:nvSpPr>
        <p:spPr>
          <a:xfrm>
            <a:off x="33148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5" name=""/>
          <p:cNvSpPr/>
          <p:nvPr/>
        </p:nvSpPr>
        <p:spPr>
          <a:xfrm>
            <a:off x="33177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6" name=""/>
          <p:cNvSpPr/>
          <p:nvPr/>
        </p:nvSpPr>
        <p:spPr>
          <a:xfrm>
            <a:off x="33206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7" name=""/>
          <p:cNvSpPr/>
          <p:nvPr/>
        </p:nvSpPr>
        <p:spPr>
          <a:xfrm>
            <a:off x="33235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d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8" name=""/>
          <p:cNvSpPr/>
          <p:nvPr/>
        </p:nvSpPr>
        <p:spPr>
          <a:xfrm>
            <a:off x="33264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69" name=""/>
          <p:cNvSpPr/>
          <p:nvPr/>
        </p:nvSpPr>
        <p:spPr>
          <a:xfrm>
            <a:off x="33292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0" name=""/>
          <p:cNvSpPr/>
          <p:nvPr/>
        </p:nvSpPr>
        <p:spPr>
          <a:xfrm>
            <a:off x="33321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1" name=""/>
          <p:cNvSpPr/>
          <p:nvPr/>
        </p:nvSpPr>
        <p:spPr>
          <a:xfrm>
            <a:off x="33350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0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2" name=""/>
          <p:cNvSpPr/>
          <p:nvPr/>
        </p:nvSpPr>
        <p:spPr>
          <a:xfrm>
            <a:off x="33379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1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3" name=""/>
          <p:cNvSpPr/>
          <p:nvPr/>
        </p:nvSpPr>
        <p:spPr>
          <a:xfrm>
            <a:off x="33408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2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4" name=""/>
          <p:cNvSpPr/>
          <p:nvPr/>
        </p:nvSpPr>
        <p:spPr>
          <a:xfrm>
            <a:off x="33436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3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5" name=""/>
          <p:cNvSpPr/>
          <p:nvPr/>
        </p:nvSpPr>
        <p:spPr>
          <a:xfrm>
            <a:off x="33465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3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6" name=""/>
          <p:cNvSpPr/>
          <p:nvPr/>
        </p:nvSpPr>
        <p:spPr>
          <a:xfrm>
            <a:off x="33494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4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7" name=""/>
          <p:cNvSpPr/>
          <p:nvPr/>
        </p:nvSpPr>
        <p:spPr>
          <a:xfrm>
            <a:off x="335232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5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8" name=""/>
          <p:cNvSpPr/>
          <p:nvPr/>
        </p:nvSpPr>
        <p:spPr>
          <a:xfrm>
            <a:off x="33555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79" name=""/>
          <p:cNvSpPr/>
          <p:nvPr/>
        </p:nvSpPr>
        <p:spPr>
          <a:xfrm>
            <a:off x="33584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7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0" name=""/>
          <p:cNvSpPr/>
          <p:nvPr/>
        </p:nvSpPr>
        <p:spPr>
          <a:xfrm>
            <a:off x="33613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8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1" name=""/>
          <p:cNvSpPr/>
          <p:nvPr/>
        </p:nvSpPr>
        <p:spPr>
          <a:xfrm>
            <a:off x="33642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9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2" name=""/>
          <p:cNvSpPr/>
          <p:nvPr/>
        </p:nvSpPr>
        <p:spPr>
          <a:xfrm>
            <a:off x="33670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3" name=""/>
          <p:cNvSpPr/>
          <p:nvPr/>
        </p:nvSpPr>
        <p:spPr>
          <a:xfrm>
            <a:off x="33699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b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4" name=""/>
          <p:cNvSpPr/>
          <p:nvPr/>
        </p:nvSpPr>
        <p:spPr>
          <a:xfrm>
            <a:off x="33728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c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5" name=""/>
          <p:cNvSpPr/>
          <p:nvPr/>
        </p:nvSpPr>
        <p:spPr>
          <a:xfrm>
            <a:off x="33757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d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6" name=""/>
          <p:cNvSpPr/>
          <p:nvPr/>
        </p:nvSpPr>
        <p:spPr>
          <a:xfrm>
            <a:off x="33786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e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7" name=""/>
          <p:cNvSpPr/>
          <p:nvPr/>
        </p:nvSpPr>
        <p:spPr>
          <a:xfrm>
            <a:off x="33814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f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8" name=""/>
          <p:cNvSpPr/>
          <p:nvPr/>
        </p:nvSpPr>
        <p:spPr>
          <a:xfrm>
            <a:off x="3384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0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89" name=""/>
          <p:cNvSpPr/>
          <p:nvPr/>
        </p:nvSpPr>
        <p:spPr>
          <a:xfrm>
            <a:off x="33872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1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0" name=""/>
          <p:cNvSpPr/>
          <p:nvPr/>
        </p:nvSpPr>
        <p:spPr>
          <a:xfrm>
            <a:off x="33901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3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1" name=""/>
          <p:cNvSpPr/>
          <p:nvPr/>
        </p:nvSpPr>
        <p:spPr>
          <a:xfrm>
            <a:off x="33930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4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2" name=""/>
          <p:cNvSpPr/>
          <p:nvPr/>
        </p:nvSpPr>
        <p:spPr>
          <a:xfrm>
            <a:off x="339588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5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3" name=""/>
          <p:cNvSpPr/>
          <p:nvPr/>
        </p:nvSpPr>
        <p:spPr>
          <a:xfrm>
            <a:off x="33991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6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4" name=""/>
          <p:cNvSpPr/>
          <p:nvPr/>
        </p:nvSpPr>
        <p:spPr>
          <a:xfrm>
            <a:off x="34020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7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5" name=""/>
          <p:cNvSpPr/>
          <p:nvPr/>
        </p:nvSpPr>
        <p:spPr>
          <a:xfrm>
            <a:off x="34048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8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6" name=""/>
          <p:cNvSpPr/>
          <p:nvPr/>
        </p:nvSpPr>
        <p:spPr>
          <a:xfrm>
            <a:off x="34077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a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7" name=""/>
          <p:cNvSpPr/>
          <p:nvPr/>
        </p:nvSpPr>
        <p:spPr>
          <a:xfrm>
            <a:off x="34106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b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8" name=""/>
          <p:cNvSpPr/>
          <p:nvPr/>
        </p:nvSpPr>
        <p:spPr>
          <a:xfrm>
            <a:off x="34135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c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6999" name=""/>
          <p:cNvSpPr/>
          <p:nvPr/>
        </p:nvSpPr>
        <p:spPr>
          <a:xfrm>
            <a:off x="34164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d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0" name=""/>
          <p:cNvSpPr/>
          <p:nvPr/>
        </p:nvSpPr>
        <p:spPr>
          <a:xfrm>
            <a:off x="34192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e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1" name=""/>
          <p:cNvSpPr/>
          <p:nvPr/>
        </p:nvSpPr>
        <p:spPr>
          <a:xfrm>
            <a:off x="34221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f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2" name=""/>
          <p:cNvSpPr/>
          <p:nvPr/>
        </p:nvSpPr>
        <p:spPr>
          <a:xfrm>
            <a:off x="34250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1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3" name=""/>
          <p:cNvSpPr/>
          <p:nvPr/>
        </p:nvSpPr>
        <p:spPr>
          <a:xfrm>
            <a:off x="34279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2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4" name=""/>
          <p:cNvSpPr/>
          <p:nvPr/>
        </p:nvSpPr>
        <p:spPr>
          <a:xfrm>
            <a:off x="34308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3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5" name=""/>
          <p:cNvSpPr/>
          <p:nvPr/>
        </p:nvSpPr>
        <p:spPr>
          <a:xfrm>
            <a:off x="34336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4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6" name=""/>
          <p:cNvSpPr/>
          <p:nvPr/>
        </p:nvSpPr>
        <p:spPr>
          <a:xfrm>
            <a:off x="343656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6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7" name=""/>
          <p:cNvSpPr/>
          <p:nvPr/>
        </p:nvSpPr>
        <p:spPr>
          <a:xfrm>
            <a:off x="34398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7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8" name=""/>
          <p:cNvSpPr/>
          <p:nvPr/>
        </p:nvSpPr>
        <p:spPr>
          <a:xfrm>
            <a:off x="34426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8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09" name=""/>
          <p:cNvSpPr/>
          <p:nvPr/>
        </p:nvSpPr>
        <p:spPr>
          <a:xfrm>
            <a:off x="34455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9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0" name=""/>
          <p:cNvSpPr/>
          <p:nvPr/>
        </p:nvSpPr>
        <p:spPr>
          <a:xfrm>
            <a:off x="34484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a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1" name=""/>
          <p:cNvSpPr/>
          <p:nvPr/>
        </p:nvSpPr>
        <p:spPr>
          <a:xfrm>
            <a:off x="34513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b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2" name=""/>
          <p:cNvSpPr/>
          <p:nvPr/>
        </p:nvSpPr>
        <p:spPr>
          <a:xfrm>
            <a:off x="34542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d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3" name=""/>
          <p:cNvSpPr/>
          <p:nvPr/>
        </p:nvSpPr>
        <p:spPr>
          <a:xfrm>
            <a:off x="34570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e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4" name=""/>
          <p:cNvSpPr/>
          <p:nvPr/>
        </p:nvSpPr>
        <p:spPr>
          <a:xfrm>
            <a:off x="34599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f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5" name=""/>
          <p:cNvSpPr/>
          <p:nvPr/>
        </p:nvSpPr>
        <p:spPr>
          <a:xfrm>
            <a:off x="34628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0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6" name=""/>
          <p:cNvSpPr/>
          <p:nvPr/>
        </p:nvSpPr>
        <p:spPr>
          <a:xfrm>
            <a:off x="34657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1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7" name=""/>
          <p:cNvSpPr/>
          <p:nvPr/>
        </p:nvSpPr>
        <p:spPr>
          <a:xfrm>
            <a:off x="34686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2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8" name=""/>
          <p:cNvSpPr/>
          <p:nvPr/>
        </p:nvSpPr>
        <p:spPr>
          <a:xfrm>
            <a:off x="34714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3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19" name=""/>
          <p:cNvSpPr/>
          <p:nvPr/>
        </p:nvSpPr>
        <p:spPr>
          <a:xfrm>
            <a:off x="3474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4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0" name=""/>
          <p:cNvSpPr/>
          <p:nvPr/>
        </p:nvSpPr>
        <p:spPr>
          <a:xfrm>
            <a:off x="3477240" y="3963600"/>
            <a:ext cx="3960" cy="221400"/>
          </a:xfrm>
          <a:custGeom>
            <a:avLst/>
            <a:gdLst/>
            <a:ahLst/>
            <a:rect l="0" t="0" r="r" b="b"/>
            <a:pathLst>
              <a:path w="11" h="615">
                <a:moveTo>
                  <a:pt x="0" y="615"/>
                </a:moveTo>
                <a:lnTo>
                  <a:pt x="0" y="0"/>
                </a:lnTo>
                <a:lnTo>
                  <a:pt x="11" y="0"/>
                </a:lnTo>
                <a:lnTo>
                  <a:pt x="11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5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1" name=""/>
          <p:cNvSpPr/>
          <p:nvPr/>
        </p:nvSpPr>
        <p:spPr>
          <a:xfrm>
            <a:off x="34804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6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2" name=""/>
          <p:cNvSpPr/>
          <p:nvPr/>
        </p:nvSpPr>
        <p:spPr>
          <a:xfrm>
            <a:off x="3483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7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3" name=""/>
          <p:cNvSpPr/>
          <p:nvPr/>
        </p:nvSpPr>
        <p:spPr>
          <a:xfrm>
            <a:off x="34862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8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4" name=""/>
          <p:cNvSpPr/>
          <p:nvPr/>
        </p:nvSpPr>
        <p:spPr>
          <a:xfrm>
            <a:off x="34891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9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5" name=""/>
          <p:cNvSpPr/>
          <p:nvPr/>
        </p:nvSpPr>
        <p:spPr>
          <a:xfrm>
            <a:off x="34920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a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6" name=""/>
          <p:cNvSpPr/>
          <p:nvPr/>
        </p:nvSpPr>
        <p:spPr>
          <a:xfrm>
            <a:off x="34948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b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7" name=""/>
          <p:cNvSpPr/>
          <p:nvPr/>
        </p:nvSpPr>
        <p:spPr>
          <a:xfrm>
            <a:off x="34977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8" name=""/>
          <p:cNvSpPr/>
          <p:nvPr/>
        </p:nvSpPr>
        <p:spPr>
          <a:xfrm>
            <a:off x="35006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29" name=""/>
          <p:cNvSpPr/>
          <p:nvPr/>
        </p:nvSpPr>
        <p:spPr>
          <a:xfrm>
            <a:off x="35035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0" name=""/>
          <p:cNvSpPr/>
          <p:nvPr/>
        </p:nvSpPr>
        <p:spPr>
          <a:xfrm>
            <a:off x="35064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1" name=""/>
          <p:cNvSpPr/>
          <p:nvPr/>
        </p:nvSpPr>
        <p:spPr>
          <a:xfrm>
            <a:off x="35092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2" name=""/>
          <p:cNvSpPr/>
          <p:nvPr/>
        </p:nvSpPr>
        <p:spPr>
          <a:xfrm>
            <a:off x="35121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3" name=""/>
          <p:cNvSpPr/>
          <p:nvPr/>
        </p:nvSpPr>
        <p:spPr>
          <a:xfrm>
            <a:off x="35150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4" name=""/>
          <p:cNvSpPr/>
          <p:nvPr/>
        </p:nvSpPr>
        <p:spPr>
          <a:xfrm>
            <a:off x="35179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5" name=""/>
          <p:cNvSpPr/>
          <p:nvPr/>
        </p:nvSpPr>
        <p:spPr>
          <a:xfrm>
            <a:off x="352080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6" name=""/>
          <p:cNvSpPr/>
          <p:nvPr/>
        </p:nvSpPr>
        <p:spPr>
          <a:xfrm>
            <a:off x="35240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7" name=""/>
          <p:cNvSpPr/>
          <p:nvPr/>
        </p:nvSpPr>
        <p:spPr>
          <a:xfrm>
            <a:off x="35269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8" name=""/>
          <p:cNvSpPr/>
          <p:nvPr/>
        </p:nvSpPr>
        <p:spPr>
          <a:xfrm>
            <a:off x="35298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39" name=""/>
          <p:cNvSpPr/>
          <p:nvPr/>
        </p:nvSpPr>
        <p:spPr>
          <a:xfrm>
            <a:off x="35326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0" name=""/>
          <p:cNvSpPr/>
          <p:nvPr/>
        </p:nvSpPr>
        <p:spPr>
          <a:xfrm>
            <a:off x="35355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1" name=""/>
          <p:cNvSpPr/>
          <p:nvPr/>
        </p:nvSpPr>
        <p:spPr>
          <a:xfrm>
            <a:off x="35384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2" name=""/>
          <p:cNvSpPr/>
          <p:nvPr/>
        </p:nvSpPr>
        <p:spPr>
          <a:xfrm>
            <a:off x="35413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3" name=""/>
          <p:cNvSpPr/>
          <p:nvPr/>
        </p:nvSpPr>
        <p:spPr>
          <a:xfrm>
            <a:off x="35442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4" name=""/>
          <p:cNvSpPr/>
          <p:nvPr/>
        </p:nvSpPr>
        <p:spPr>
          <a:xfrm>
            <a:off x="354708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5" name=""/>
          <p:cNvSpPr/>
          <p:nvPr/>
        </p:nvSpPr>
        <p:spPr>
          <a:xfrm>
            <a:off x="355284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6" name=""/>
          <p:cNvSpPr/>
          <p:nvPr/>
        </p:nvSpPr>
        <p:spPr>
          <a:xfrm>
            <a:off x="35586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7" name=""/>
          <p:cNvSpPr/>
          <p:nvPr/>
        </p:nvSpPr>
        <p:spPr>
          <a:xfrm>
            <a:off x="356148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8" name=""/>
          <p:cNvSpPr/>
          <p:nvPr/>
        </p:nvSpPr>
        <p:spPr>
          <a:xfrm>
            <a:off x="35647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49" name=""/>
          <p:cNvSpPr/>
          <p:nvPr/>
        </p:nvSpPr>
        <p:spPr>
          <a:xfrm>
            <a:off x="35676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0" name=""/>
          <p:cNvSpPr/>
          <p:nvPr/>
        </p:nvSpPr>
        <p:spPr>
          <a:xfrm>
            <a:off x="35704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1" name=""/>
          <p:cNvSpPr/>
          <p:nvPr/>
        </p:nvSpPr>
        <p:spPr>
          <a:xfrm>
            <a:off x="3573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2" name=""/>
          <p:cNvSpPr/>
          <p:nvPr/>
        </p:nvSpPr>
        <p:spPr>
          <a:xfrm>
            <a:off x="35762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3" name=""/>
          <p:cNvSpPr/>
          <p:nvPr/>
        </p:nvSpPr>
        <p:spPr>
          <a:xfrm>
            <a:off x="35791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4" name=""/>
          <p:cNvSpPr/>
          <p:nvPr/>
        </p:nvSpPr>
        <p:spPr>
          <a:xfrm>
            <a:off x="358200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5" name=""/>
          <p:cNvSpPr/>
          <p:nvPr/>
        </p:nvSpPr>
        <p:spPr>
          <a:xfrm>
            <a:off x="35877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6" name=""/>
          <p:cNvSpPr/>
          <p:nvPr/>
        </p:nvSpPr>
        <p:spPr>
          <a:xfrm>
            <a:off x="35906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7" name=""/>
          <p:cNvSpPr/>
          <p:nvPr/>
        </p:nvSpPr>
        <p:spPr>
          <a:xfrm>
            <a:off x="359352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8" name=""/>
          <p:cNvSpPr/>
          <p:nvPr/>
        </p:nvSpPr>
        <p:spPr>
          <a:xfrm>
            <a:off x="35992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59" name=""/>
          <p:cNvSpPr/>
          <p:nvPr/>
        </p:nvSpPr>
        <p:spPr>
          <a:xfrm>
            <a:off x="360216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0" name=""/>
          <p:cNvSpPr/>
          <p:nvPr/>
        </p:nvSpPr>
        <p:spPr>
          <a:xfrm>
            <a:off x="36054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1" name=""/>
          <p:cNvSpPr/>
          <p:nvPr/>
        </p:nvSpPr>
        <p:spPr>
          <a:xfrm>
            <a:off x="36082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2" name=""/>
          <p:cNvSpPr/>
          <p:nvPr/>
        </p:nvSpPr>
        <p:spPr>
          <a:xfrm>
            <a:off x="361116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3" name=""/>
          <p:cNvSpPr/>
          <p:nvPr/>
        </p:nvSpPr>
        <p:spPr>
          <a:xfrm>
            <a:off x="36169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4" name=""/>
          <p:cNvSpPr/>
          <p:nvPr/>
        </p:nvSpPr>
        <p:spPr>
          <a:xfrm>
            <a:off x="36198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5" name=""/>
          <p:cNvSpPr/>
          <p:nvPr/>
        </p:nvSpPr>
        <p:spPr>
          <a:xfrm>
            <a:off x="362268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6" name=""/>
          <p:cNvSpPr/>
          <p:nvPr/>
        </p:nvSpPr>
        <p:spPr>
          <a:xfrm>
            <a:off x="3628440" y="3963600"/>
            <a:ext cx="11880" cy="221400"/>
          </a:xfrm>
          <a:custGeom>
            <a:avLst/>
            <a:gdLst/>
            <a:ahLst/>
            <a:rect l="0" t="0" r="r" b="b"/>
            <a:pathLst>
              <a:path w="33" h="615">
                <a:moveTo>
                  <a:pt x="0" y="615"/>
                </a:moveTo>
                <a:lnTo>
                  <a:pt x="0" y="0"/>
                </a:lnTo>
                <a:lnTo>
                  <a:pt x="33" y="0"/>
                </a:lnTo>
                <a:lnTo>
                  <a:pt x="33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7" name=""/>
          <p:cNvSpPr/>
          <p:nvPr/>
        </p:nvSpPr>
        <p:spPr>
          <a:xfrm>
            <a:off x="3639960" y="3963600"/>
            <a:ext cx="12240" cy="221400"/>
          </a:xfrm>
          <a:custGeom>
            <a:avLst/>
            <a:gdLst/>
            <a:ahLst/>
            <a:rect l="0" t="0" r="r" b="b"/>
            <a:pathLst>
              <a:path w="34" h="615">
                <a:moveTo>
                  <a:pt x="0" y="615"/>
                </a:moveTo>
                <a:lnTo>
                  <a:pt x="0" y="0"/>
                </a:lnTo>
                <a:lnTo>
                  <a:pt x="34" y="0"/>
                </a:lnTo>
                <a:lnTo>
                  <a:pt x="34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8" name=""/>
          <p:cNvSpPr/>
          <p:nvPr/>
        </p:nvSpPr>
        <p:spPr>
          <a:xfrm>
            <a:off x="36518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69" name=""/>
          <p:cNvSpPr/>
          <p:nvPr/>
        </p:nvSpPr>
        <p:spPr>
          <a:xfrm>
            <a:off x="36547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0" name=""/>
          <p:cNvSpPr/>
          <p:nvPr/>
        </p:nvSpPr>
        <p:spPr>
          <a:xfrm>
            <a:off x="365760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1" name=""/>
          <p:cNvSpPr/>
          <p:nvPr/>
        </p:nvSpPr>
        <p:spPr>
          <a:xfrm>
            <a:off x="3663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2" name=""/>
          <p:cNvSpPr/>
          <p:nvPr/>
        </p:nvSpPr>
        <p:spPr>
          <a:xfrm>
            <a:off x="36662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3" name=""/>
          <p:cNvSpPr/>
          <p:nvPr/>
        </p:nvSpPr>
        <p:spPr>
          <a:xfrm>
            <a:off x="366912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4" name=""/>
          <p:cNvSpPr/>
          <p:nvPr/>
        </p:nvSpPr>
        <p:spPr>
          <a:xfrm>
            <a:off x="36748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b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5" name=""/>
          <p:cNvSpPr/>
          <p:nvPr/>
        </p:nvSpPr>
        <p:spPr>
          <a:xfrm>
            <a:off x="36777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6" name=""/>
          <p:cNvSpPr/>
          <p:nvPr/>
        </p:nvSpPr>
        <p:spPr>
          <a:xfrm>
            <a:off x="36806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7" name=""/>
          <p:cNvSpPr/>
          <p:nvPr/>
        </p:nvSpPr>
        <p:spPr>
          <a:xfrm>
            <a:off x="36835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8" name=""/>
          <p:cNvSpPr/>
          <p:nvPr/>
        </p:nvSpPr>
        <p:spPr>
          <a:xfrm>
            <a:off x="3686400" y="3963600"/>
            <a:ext cx="6480" cy="221400"/>
          </a:xfrm>
          <a:custGeom>
            <a:avLst/>
            <a:gdLst/>
            <a:ahLst/>
            <a:rect l="0" t="0" r="r" b="b"/>
            <a:pathLst>
              <a:path w="18" h="615">
                <a:moveTo>
                  <a:pt x="0" y="615"/>
                </a:moveTo>
                <a:lnTo>
                  <a:pt x="0" y="0"/>
                </a:lnTo>
                <a:lnTo>
                  <a:pt x="18" y="0"/>
                </a:lnTo>
                <a:lnTo>
                  <a:pt x="18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79" name=""/>
          <p:cNvSpPr/>
          <p:nvPr/>
        </p:nvSpPr>
        <p:spPr>
          <a:xfrm>
            <a:off x="369252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0" name=""/>
          <p:cNvSpPr/>
          <p:nvPr/>
        </p:nvSpPr>
        <p:spPr>
          <a:xfrm>
            <a:off x="36982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1" name=""/>
          <p:cNvSpPr/>
          <p:nvPr/>
        </p:nvSpPr>
        <p:spPr>
          <a:xfrm>
            <a:off x="37011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2" name=""/>
          <p:cNvSpPr/>
          <p:nvPr/>
        </p:nvSpPr>
        <p:spPr>
          <a:xfrm>
            <a:off x="37040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3" name=""/>
          <p:cNvSpPr/>
          <p:nvPr/>
        </p:nvSpPr>
        <p:spPr>
          <a:xfrm>
            <a:off x="37069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4" name=""/>
          <p:cNvSpPr/>
          <p:nvPr/>
        </p:nvSpPr>
        <p:spPr>
          <a:xfrm>
            <a:off x="37098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5" name=""/>
          <p:cNvSpPr/>
          <p:nvPr/>
        </p:nvSpPr>
        <p:spPr>
          <a:xfrm>
            <a:off x="37126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6" name=""/>
          <p:cNvSpPr/>
          <p:nvPr/>
        </p:nvSpPr>
        <p:spPr>
          <a:xfrm>
            <a:off x="371556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7" name=""/>
          <p:cNvSpPr/>
          <p:nvPr/>
        </p:nvSpPr>
        <p:spPr>
          <a:xfrm>
            <a:off x="37213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8" name=""/>
          <p:cNvSpPr/>
          <p:nvPr/>
        </p:nvSpPr>
        <p:spPr>
          <a:xfrm>
            <a:off x="37242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89" name=""/>
          <p:cNvSpPr/>
          <p:nvPr/>
        </p:nvSpPr>
        <p:spPr>
          <a:xfrm>
            <a:off x="372708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0" name=""/>
          <p:cNvSpPr/>
          <p:nvPr/>
        </p:nvSpPr>
        <p:spPr>
          <a:xfrm>
            <a:off x="37303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1" name=""/>
          <p:cNvSpPr/>
          <p:nvPr/>
        </p:nvSpPr>
        <p:spPr>
          <a:xfrm>
            <a:off x="37332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2" name=""/>
          <p:cNvSpPr/>
          <p:nvPr/>
        </p:nvSpPr>
        <p:spPr>
          <a:xfrm>
            <a:off x="37360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3" name=""/>
          <p:cNvSpPr/>
          <p:nvPr/>
        </p:nvSpPr>
        <p:spPr>
          <a:xfrm>
            <a:off x="37389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4" name=""/>
          <p:cNvSpPr/>
          <p:nvPr/>
        </p:nvSpPr>
        <p:spPr>
          <a:xfrm>
            <a:off x="37418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5" name=""/>
          <p:cNvSpPr/>
          <p:nvPr/>
        </p:nvSpPr>
        <p:spPr>
          <a:xfrm>
            <a:off x="37447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6" name=""/>
          <p:cNvSpPr/>
          <p:nvPr/>
        </p:nvSpPr>
        <p:spPr>
          <a:xfrm>
            <a:off x="37476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7" name=""/>
          <p:cNvSpPr/>
          <p:nvPr/>
        </p:nvSpPr>
        <p:spPr>
          <a:xfrm>
            <a:off x="37504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8" name=""/>
          <p:cNvSpPr/>
          <p:nvPr/>
        </p:nvSpPr>
        <p:spPr>
          <a:xfrm>
            <a:off x="3753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099" name=""/>
          <p:cNvSpPr/>
          <p:nvPr/>
        </p:nvSpPr>
        <p:spPr>
          <a:xfrm>
            <a:off x="37562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b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0" name=""/>
          <p:cNvSpPr/>
          <p:nvPr/>
        </p:nvSpPr>
        <p:spPr>
          <a:xfrm>
            <a:off x="37591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a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1" name=""/>
          <p:cNvSpPr/>
          <p:nvPr/>
        </p:nvSpPr>
        <p:spPr>
          <a:xfrm>
            <a:off x="37620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9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2" name=""/>
          <p:cNvSpPr/>
          <p:nvPr/>
        </p:nvSpPr>
        <p:spPr>
          <a:xfrm>
            <a:off x="37648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8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3" name=""/>
          <p:cNvSpPr/>
          <p:nvPr/>
        </p:nvSpPr>
        <p:spPr>
          <a:xfrm>
            <a:off x="37677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7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4" name=""/>
          <p:cNvSpPr/>
          <p:nvPr/>
        </p:nvSpPr>
        <p:spPr>
          <a:xfrm>
            <a:off x="377064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6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5" name=""/>
          <p:cNvSpPr/>
          <p:nvPr/>
        </p:nvSpPr>
        <p:spPr>
          <a:xfrm>
            <a:off x="37738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5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6" name=""/>
          <p:cNvSpPr/>
          <p:nvPr/>
        </p:nvSpPr>
        <p:spPr>
          <a:xfrm>
            <a:off x="37767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4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7" name=""/>
          <p:cNvSpPr/>
          <p:nvPr/>
        </p:nvSpPr>
        <p:spPr>
          <a:xfrm>
            <a:off x="37796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3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8" name=""/>
          <p:cNvSpPr/>
          <p:nvPr/>
        </p:nvSpPr>
        <p:spPr>
          <a:xfrm>
            <a:off x="37825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2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09" name=""/>
          <p:cNvSpPr/>
          <p:nvPr/>
        </p:nvSpPr>
        <p:spPr>
          <a:xfrm>
            <a:off x="37854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1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0" name=""/>
          <p:cNvSpPr/>
          <p:nvPr/>
        </p:nvSpPr>
        <p:spPr>
          <a:xfrm>
            <a:off x="37882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e0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1" name=""/>
          <p:cNvSpPr/>
          <p:nvPr/>
        </p:nvSpPr>
        <p:spPr>
          <a:xfrm>
            <a:off x="37911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f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2" name=""/>
          <p:cNvSpPr/>
          <p:nvPr/>
        </p:nvSpPr>
        <p:spPr>
          <a:xfrm>
            <a:off x="37940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e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3" name=""/>
          <p:cNvSpPr/>
          <p:nvPr/>
        </p:nvSpPr>
        <p:spPr>
          <a:xfrm>
            <a:off x="37969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d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4" name=""/>
          <p:cNvSpPr/>
          <p:nvPr/>
        </p:nvSpPr>
        <p:spPr>
          <a:xfrm>
            <a:off x="37998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c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5" name=""/>
          <p:cNvSpPr/>
          <p:nvPr/>
        </p:nvSpPr>
        <p:spPr>
          <a:xfrm>
            <a:off x="38026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b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6" name=""/>
          <p:cNvSpPr/>
          <p:nvPr/>
        </p:nvSpPr>
        <p:spPr>
          <a:xfrm>
            <a:off x="38055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a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7" name=""/>
          <p:cNvSpPr/>
          <p:nvPr/>
        </p:nvSpPr>
        <p:spPr>
          <a:xfrm>
            <a:off x="38084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8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8" name=""/>
          <p:cNvSpPr/>
          <p:nvPr/>
        </p:nvSpPr>
        <p:spPr>
          <a:xfrm>
            <a:off x="3811320" y="3963600"/>
            <a:ext cx="3960" cy="221400"/>
          </a:xfrm>
          <a:custGeom>
            <a:avLst/>
            <a:gdLst/>
            <a:ahLst/>
            <a:rect l="0" t="0" r="r" b="b"/>
            <a:pathLst>
              <a:path w="11" h="615">
                <a:moveTo>
                  <a:pt x="0" y="615"/>
                </a:moveTo>
                <a:lnTo>
                  <a:pt x="0" y="0"/>
                </a:lnTo>
                <a:lnTo>
                  <a:pt x="11" y="0"/>
                </a:lnTo>
                <a:lnTo>
                  <a:pt x="11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7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19" name=""/>
          <p:cNvSpPr/>
          <p:nvPr/>
        </p:nvSpPr>
        <p:spPr>
          <a:xfrm>
            <a:off x="38145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6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0" name=""/>
          <p:cNvSpPr/>
          <p:nvPr/>
        </p:nvSpPr>
        <p:spPr>
          <a:xfrm>
            <a:off x="38174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5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1" name=""/>
          <p:cNvSpPr/>
          <p:nvPr/>
        </p:nvSpPr>
        <p:spPr>
          <a:xfrm>
            <a:off x="38203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4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2" name=""/>
          <p:cNvSpPr/>
          <p:nvPr/>
        </p:nvSpPr>
        <p:spPr>
          <a:xfrm>
            <a:off x="38232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3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3" name=""/>
          <p:cNvSpPr/>
          <p:nvPr/>
        </p:nvSpPr>
        <p:spPr>
          <a:xfrm>
            <a:off x="38260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1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4" name=""/>
          <p:cNvSpPr/>
          <p:nvPr/>
        </p:nvSpPr>
        <p:spPr>
          <a:xfrm>
            <a:off x="38289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d0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5" name=""/>
          <p:cNvSpPr/>
          <p:nvPr/>
        </p:nvSpPr>
        <p:spPr>
          <a:xfrm>
            <a:off x="38318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f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6" name=""/>
          <p:cNvSpPr/>
          <p:nvPr/>
        </p:nvSpPr>
        <p:spPr>
          <a:xfrm>
            <a:off x="38347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e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7" name=""/>
          <p:cNvSpPr/>
          <p:nvPr/>
        </p:nvSpPr>
        <p:spPr>
          <a:xfrm>
            <a:off x="38376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c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8" name=""/>
          <p:cNvSpPr/>
          <p:nvPr/>
        </p:nvSpPr>
        <p:spPr>
          <a:xfrm>
            <a:off x="38404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b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29" name=""/>
          <p:cNvSpPr/>
          <p:nvPr/>
        </p:nvSpPr>
        <p:spPr>
          <a:xfrm>
            <a:off x="3843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a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0" name=""/>
          <p:cNvSpPr/>
          <p:nvPr/>
        </p:nvSpPr>
        <p:spPr>
          <a:xfrm>
            <a:off x="38462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9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1" name=""/>
          <p:cNvSpPr/>
          <p:nvPr/>
        </p:nvSpPr>
        <p:spPr>
          <a:xfrm>
            <a:off x="38491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8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2" name=""/>
          <p:cNvSpPr/>
          <p:nvPr/>
        </p:nvSpPr>
        <p:spPr>
          <a:xfrm>
            <a:off x="385200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7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3" name=""/>
          <p:cNvSpPr/>
          <p:nvPr/>
        </p:nvSpPr>
        <p:spPr>
          <a:xfrm>
            <a:off x="38552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5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4" name=""/>
          <p:cNvSpPr/>
          <p:nvPr/>
        </p:nvSpPr>
        <p:spPr>
          <a:xfrm>
            <a:off x="38581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4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5" name=""/>
          <p:cNvSpPr/>
          <p:nvPr/>
        </p:nvSpPr>
        <p:spPr>
          <a:xfrm>
            <a:off x="38610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3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6" name=""/>
          <p:cNvSpPr/>
          <p:nvPr/>
        </p:nvSpPr>
        <p:spPr>
          <a:xfrm>
            <a:off x="38638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2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7" name=""/>
          <p:cNvSpPr/>
          <p:nvPr/>
        </p:nvSpPr>
        <p:spPr>
          <a:xfrm>
            <a:off x="38667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1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8" name=""/>
          <p:cNvSpPr/>
          <p:nvPr/>
        </p:nvSpPr>
        <p:spPr>
          <a:xfrm>
            <a:off x="38696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c0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39" name=""/>
          <p:cNvSpPr/>
          <p:nvPr/>
        </p:nvSpPr>
        <p:spPr>
          <a:xfrm>
            <a:off x="38725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f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0" name=""/>
          <p:cNvSpPr/>
          <p:nvPr/>
        </p:nvSpPr>
        <p:spPr>
          <a:xfrm>
            <a:off x="38754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e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1" name=""/>
          <p:cNvSpPr/>
          <p:nvPr/>
        </p:nvSpPr>
        <p:spPr>
          <a:xfrm>
            <a:off x="38782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c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2" name=""/>
          <p:cNvSpPr/>
          <p:nvPr/>
        </p:nvSpPr>
        <p:spPr>
          <a:xfrm>
            <a:off x="38811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b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3" name=""/>
          <p:cNvSpPr/>
          <p:nvPr/>
        </p:nvSpPr>
        <p:spPr>
          <a:xfrm>
            <a:off x="38840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4" name=""/>
          <p:cNvSpPr/>
          <p:nvPr/>
        </p:nvSpPr>
        <p:spPr>
          <a:xfrm>
            <a:off x="38869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5" name=""/>
          <p:cNvSpPr/>
          <p:nvPr/>
        </p:nvSpPr>
        <p:spPr>
          <a:xfrm>
            <a:off x="38898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8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6" name=""/>
          <p:cNvSpPr/>
          <p:nvPr/>
        </p:nvSpPr>
        <p:spPr>
          <a:xfrm>
            <a:off x="38926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7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7" name=""/>
          <p:cNvSpPr/>
          <p:nvPr/>
        </p:nvSpPr>
        <p:spPr>
          <a:xfrm>
            <a:off x="389556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8" name=""/>
          <p:cNvSpPr/>
          <p:nvPr/>
        </p:nvSpPr>
        <p:spPr>
          <a:xfrm>
            <a:off x="38988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49" name=""/>
          <p:cNvSpPr/>
          <p:nvPr/>
        </p:nvSpPr>
        <p:spPr>
          <a:xfrm>
            <a:off x="39016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5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0" name=""/>
          <p:cNvSpPr/>
          <p:nvPr/>
        </p:nvSpPr>
        <p:spPr>
          <a:xfrm>
            <a:off x="39045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4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1" name=""/>
          <p:cNvSpPr/>
          <p:nvPr/>
        </p:nvSpPr>
        <p:spPr>
          <a:xfrm>
            <a:off x="39074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3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2" name=""/>
          <p:cNvSpPr/>
          <p:nvPr/>
        </p:nvSpPr>
        <p:spPr>
          <a:xfrm>
            <a:off x="39103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2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3" name=""/>
          <p:cNvSpPr/>
          <p:nvPr/>
        </p:nvSpPr>
        <p:spPr>
          <a:xfrm>
            <a:off x="39132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1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4" name=""/>
          <p:cNvSpPr/>
          <p:nvPr/>
        </p:nvSpPr>
        <p:spPr>
          <a:xfrm>
            <a:off x="39160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b0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5" name=""/>
          <p:cNvSpPr/>
          <p:nvPr/>
        </p:nvSpPr>
        <p:spPr>
          <a:xfrm>
            <a:off x="39189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6" name=""/>
          <p:cNvSpPr/>
          <p:nvPr/>
        </p:nvSpPr>
        <p:spPr>
          <a:xfrm>
            <a:off x="39218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7" name=""/>
          <p:cNvSpPr/>
          <p:nvPr/>
        </p:nvSpPr>
        <p:spPr>
          <a:xfrm>
            <a:off x="39247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8" name=""/>
          <p:cNvSpPr/>
          <p:nvPr/>
        </p:nvSpPr>
        <p:spPr>
          <a:xfrm>
            <a:off x="39276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d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59" name=""/>
          <p:cNvSpPr/>
          <p:nvPr/>
        </p:nvSpPr>
        <p:spPr>
          <a:xfrm>
            <a:off x="39304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0" name=""/>
          <p:cNvSpPr/>
          <p:nvPr/>
        </p:nvSpPr>
        <p:spPr>
          <a:xfrm>
            <a:off x="3933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1" name=""/>
          <p:cNvSpPr/>
          <p:nvPr/>
        </p:nvSpPr>
        <p:spPr>
          <a:xfrm>
            <a:off x="393624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2" name=""/>
          <p:cNvSpPr/>
          <p:nvPr/>
        </p:nvSpPr>
        <p:spPr>
          <a:xfrm>
            <a:off x="39394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3" name=""/>
          <p:cNvSpPr/>
          <p:nvPr/>
        </p:nvSpPr>
        <p:spPr>
          <a:xfrm>
            <a:off x="39423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4" name=""/>
          <p:cNvSpPr/>
          <p:nvPr/>
        </p:nvSpPr>
        <p:spPr>
          <a:xfrm>
            <a:off x="39452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5" name=""/>
          <p:cNvSpPr/>
          <p:nvPr/>
        </p:nvSpPr>
        <p:spPr>
          <a:xfrm>
            <a:off x="394812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9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6" name=""/>
          <p:cNvSpPr/>
          <p:nvPr/>
        </p:nvSpPr>
        <p:spPr>
          <a:xfrm>
            <a:off x="395388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7" name=""/>
          <p:cNvSpPr/>
          <p:nvPr/>
        </p:nvSpPr>
        <p:spPr>
          <a:xfrm>
            <a:off x="39596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8" name=""/>
          <p:cNvSpPr/>
          <p:nvPr/>
        </p:nvSpPr>
        <p:spPr>
          <a:xfrm>
            <a:off x="39625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69" name=""/>
          <p:cNvSpPr/>
          <p:nvPr/>
        </p:nvSpPr>
        <p:spPr>
          <a:xfrm>
            <a:off x="396540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0" name=""/>
          <p:cNvSpPr/>
          <p:nvPr/>
        </p:nvSpPr>
        <p:spPr>
          <a:xfrm>
            <a:off x="396828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1" name=""/>
          <p:cNvSpPr/>
          <p:nvPr/>
        </p:nvSpPr>
        <p:spPr>
          <a:xfrm>
            <a:off x="39711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2" name=""/>
          <p:cNvSpPr/>
          <p:nvPr/>
        </p:nvSpPr>
        <p:spPr>
          <a:xfrm>
            <a:off x="39740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3" name=""/>
          <p:cNvSpPr/>
          <p:nvPr/>
        </p:nvSpPr>
        <p:spPr>
          <a:xfrm>
            <a:off x="3976920" y="3963600"/>
            <a:ext cx="3600" cy="221400"/>
          </a:xfrm>
          <a:custGeom>
            <a:avLst/>
            <a:gdLst/>
            <a:ahLst/>
            <a:rect l="0" t="0" r="r" b="b"/>
            <a:pathLst>
              <a:path w="10" h="615">
                <a:moveTo>
                  <a:pt x="0" y="615"/>
                </a:moveTo>
                <a:lnTo>
                  <a:pt x="0" y="0"/>
                </a:lnTo>
                <a:lnTo>
                  <a:pt x="10" y="0"/>
                </a:lnTo>
                <a:lnTo>
                  <a:pt x="10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4" name=""/>
          <p:cNvSpPr/>
          <p:nvPr/>
        </p:nvSpPr>
        <p:spPr>
          <a:xfrm>
            <a:off x="398016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5" name=""/>
          <p:cNvSpPr/>
          <p:nvPr/>
        </p:nvSpPr>
        <p:spPr>
          <a:xfrm>
            <a:off x="398304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6" name=""/>
          <p:cNvSpPr/>
          <p:nvPr/>
        </p:nvSpPr>
        <p:spPr>
          <a:xfrm>
            <a:off x="3985920" y="3963600"/>
            <a:ext cx="3240" cy="221400"/>
          </a:xfrm>
          <a:custGeom>
            <a:avLst/>
            <a:gdLst/>
            <a:ahLst/>
            <a:rect l="0" t="0" r="r" b="b"/>
            <a:pathLst>
              <a:path w="9" h="615">
                <a:moveTo>
                  <a:pt x="0" y="615"/>
                </a:moveTo>
                <a:lnTo>
                  <a:pt x="0" y="0"/>
                </a:lnTo>
                <a:lnTo>
                  <a:pt x="9" y="0"/>
                </a:lnTo>
                <a:lnTo>
                  <a:pt x="9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7" name=""/>
          <p:cNvSpPr/>
          <p:nvPr/>
        </p:nvSpPr>
        <p:spPr>
          <a:xfrm>
            <a:off x="398880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8" name=""/>
          <p:cNvSpPr/>
          <p:nvPr/>
        </p:nvSpPr>
        <p:spPr>
          <a:xfrm>
            <a:off x="3994560" y="3963600"/>
            <a:ext cx="6120" cy="221400"/>
          </a:xfrm>
          <a:custGeom>
            <a:avLst/>
            <a:gdLst/>
            <a:ahLst/>
            <a:rect l="0" t="0" r="r" b="b"/>
            <a:pathLst>
              <a:path w="17" h="615">
                <a:moveTo>
                  <a:pt x="0" y="615"/>
                </a:moveTo>
                <a:lnTo>
                  <a:pt x="0" y="0"/>
                </a:lnTo>
                <a:lnTo>
                  <a:pt x="17" y="0"/>
                </a:lnTo>
                <a:lnTo>
                  <a:pt x="17" y="615"/>
                </a:lnTo>
                <a:lnTo>
                  <a:pt x="0" y="615"/>
                </a:lnTo>
                <a:close/>
              </a:path>
            </a:pathLst>
          </a:custGeom>
          <a:solidFill>
            <a:srgbClr val="a3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79" name=""/>
          <p:cNvSpPr/>
          <p:nvPr/>
        </p:nvSpPr>
        <p:spPr>
          <a:xfrm>
            <a:off x="3256560" y="3963600"/>
            <a:ext cx="744120" cy="664920"/>
          </a:xfrm>
          <a:custGeom>
            <a:avLst/>
            <a:gdLst/>
            <a:ahLst/>
            <a:rect l="0" t="0" r="r" b="b"/>
            <a:pathLst>
              <a:path fill="none" w="2067" h="1847">
                <a:moveTo>
                  <a:pt x="2067" y="307"/>
                </a:moveTo>
                <a:cubicBezTo>
                  <a:pt x="2067" y="476"/>
                  <a:pt x="1605" y="614"/>
                  <a:pt x="1034" y="614"/>
                </a:cubicBezTo>
                <a:cubicBezTo>
                  <a:pt x="464" y="614"/>
                  <a:pt x="0" y="476"/>
                  <a:pt x="0" y="307"/>
                </a:cubicBezTo>
                <a:cubicBezTo>
                  <a:pt x="0" y="138"/>
                  <a:pt x="464" y="0"/>
                  <a:pt x="1034" y="0"/>
                </a:cubicBezTo>
                <a:cubicBezTo>
                  <a:pt x="1605" y="0"/>
                  <a:pt x="2067" y="138"/>
                  <a:pt x="2067" y="307"/>
                </a:cubicBezTo>
                <a:lnTo>
                  <a:pt x="2067" y="1541"/>
                </a:lnTo>
                <a:cubicBezTo>
                  <a:pt x="2067" y="1710"/>
                  <a:pt x="1605" y="1847"/>
                  <a:pt x="1034" y="1847"/>
                </a:cubicBezTo>
                <a:cubicBezTo>
                  <a:pt x="464" y="1847"/>
                  <a:pt x="0" y="1710"/>
                  <a:pt x="0" y="1541"/>
                </a:cubicBezTo>
                <a:lnTo>
                  <a:pt x="0" y="307"/>
                </a:lnTo>
              </a:path>
            </a:pathLst>
          </a:custGeom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0" name=""/>
          <p:cNvSpPr txBox="1"/>
          <p:nvPr/>
        </p:nvSpPr>
        <p:spPr>
          <a:xfrm>
            <a:off x="3501000" y="5826240"/>
            <a:ext cx="35229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404040"/>
                </a:solidFill>
                <a:latin typeface="Arial"/>
                <a:ea typeface="Arial"/>
              </a:rPr>
              <a:t>Resistance of electrical flow = </a:t>
            </a:r>
            <a:r>
              <a:rPr b="1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Impedance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1" name=""/>
          <p:cNvSpPr/>
          <p:nvPr/>
        </p:nvSpPr>
        <p:spPr>
          <a:xfrm>
            <a:off x="3485160" y="3962520"/>
            <a:ext cx="262440" cy="76320"/>
          </a:xfrm>
          <a:custGeom>
            <a:avLst/>
            <a:gdLst/>
            <a:ahLst/>
            <a:rect l="0" t="0" r="r" b="b"/>
            <a:pathLst>
              <a:path w="729" h="212">
                <a:moveTo>
                  <a:pt x="0" y="0"/>
                </a:moveTo>
                <a:cubicBezTo>
                  <a:pt x="0" y="16"/>
                  <a:pt x="164" y="30"/>
                  <a:pt x="365" y="30"/>
                </a:cubicBezTo>
                <a:cubicBezTo>
                  <a:pt x="566" y="30"/>
                  <a:pt x="729" y="16"/>
                  <a:pt x="729" y="0"/>
                </a:cubicBezTo>
                <a:lnTo>
                  <a:pt x="729" y="181"/>
                </a:lnTo>
                <a:cubicBezTo>
                  <a:pt x="729" y="198"/>
                  <a:pt x="566" y="212"/>
                  <a:pt x="365" y="212"/>
                </a:cubicBezTo>
                <a:cubicBezTo>
                  <a:pt x="164" y="212"/>
                  <a:pt x="0" y="198"/>
                  <a:pt x="0" y="181"/>
                </a:cubicBez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182" name=""/>
          <p:cNvSpPr/>
          <p:nvPr/>
        </p:nvSpPr>
        <p:spPr>
          <a:xfrm>
            <a:off x="3485160" y="3951720"/>
            <a:ext cx="262440" cy="21960"/>
          </a:xfrm>
          <a:custGeom>
            <a:avLst/>
            <a:gdLst/>
            <a:ahLst/>
            <a:rect l="0" t="0" r="r" b="b"/>
            <a:pathLst>
              <a:path w="729" h="61">
                <a:moveTo>
                  <a:pt x="0" y="30"/>
                </a:moveTo>
                <a:cubicBezTo>
                  <a:pt x="0" y="13"/>
                  <a:pt x="164" y="0"/>
                  <a:pt x="365" y="0"/>
                </a:cubicBezTo>
                <a:cubicBezTo>
                  <a:pt x="566" y="0"/>
                  <a:pt x="729" y="13"/>
                  <a:pt x="729" y="30"/>
                </a:cubicBezTo>
                <a:cubicBezTo>
                  <a:pt x="729" y="47"/>
                  <a:pt x="566" y="61"/>
                  <a:pt x="365" y="61"/>
                </a:cubicBezTo>
                <a:cubicBezTo>
                  <a:pt x="164" y="61"/>
                  <a:pt x="0" y="47"/>
                  <a:pt x="0" y="30"/>
                </a:cubicBez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3" name=""/>
          <p:cNvSpPr/>
          <p:nvPr/>
        </p:nvSpPr>
        <p:spPr>
          <a:xfrm>
            <a:off x="3485160" y="3951720"/>
            <a:ext cx="262440" cy="87120"/>
          </a:xfrm>
          <a:custGeom>
            <a:avLst/>
            <a:gdLst/>
            <a:ahLst/>
            <a:rect l="0" t="0" r="r" b="b"/>
            <a:pathLst>
              <a:path fill="none" w="729" h="242">
                <a:moveTo>
                  <a:pt x="729" y="30"/>
                </a:moveTo>
                <a:cubicBezTo>
                  <a:pt x="729" y="46"/>
                  <a:pt x="566" y="60"/>
                  <a:pt x="365" y="60"/>
                </a:cubicBezTo>
                <a:cubicBezTo>
                  <a:pt x="164" y="60"/>
                  <a:pt x="0" y="46"/>
                  <a:pt x="0" y="30"/>
                </a:cubicBezTo>
                <a:cubicBezTo>
                  <a:pt x="0" y="13"/>
                  <a:pt x="164" y="0"/>
                  <a:pt x="365" y="0"/>
                </a:cubicBezTo>
                <a:cubicBezTo>
                  <a:pt x="566" y="0"/>
                  <a:pt x="729" y="13"/>
                  <a:pt x="729" y="30"/>
                </a:cubicBezTo>
                <a:lnTo>
                  <a:pt x="729" y="210"/>
                </a:lnTo>
                <a:cubicBezTo>
                  <a:pt x="729" y="227"/>
                  <a:pt x="566" y="242"/>
                  <a:pt x="365" y="242"/>
                </a:cubicBezTo>
                <a:cubicBezTo>
                  <a:pt x="164" y="242"/>
                  <a:pt x="0" y="227"/>
                  <a:pt x="0" y="210"/>
                </a:cubicBezTo>
                <a:lnTo>
                  <a:pt x="0" y="30"/>
                </a:lnTo>
              </a:path>
            </a:pathLst>
          </a:custGeom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4" name=""/>
          <p:cNvSpPr/>
          <p:nvPr/>
        </p:nvSpPr>
        <p:spPr>
          <a:xfrm>
            <a:off x="4115160" y="2939040"/>
            <a:ext cx="21960" cy="15120"/>
          </a:xfrm>
          <a:custGeom>
            <a:avLst/>
            <a:gdLst/>
            <a:ahLst/>
            <a:rect l="0" t="0" r="r" b="b"/>
            <a:pathLst>
              <a:path w="61" h="42">
                <a:moveTo>
                  <a:pt x="30" y="22"/>
                </a:moveTo>
                <a:lnTo>
                  <a:pt x="30" y="22"/>
                </a:lnTo>
                <a:moveTo>
                  <a:pt x="61" y="22"/>
                </a:moveTo>
                <a:lnTo>
                  <a:pt x="61" y="23"/>
                </a:lnTo>
                <a:lnTo>
                  <a:pt x="61" y="24"/>
                </a:lnTo>
                <a:lnTo>
                  <a:pt x="61" y="25"/>
                </a:lnTo>
                <a:lnTo>
                  <a:pt x="61" y="26"/>
                </a:lnTo>
                <a:lnTo>
                  <a:pt x="61" y="27"/>
                </a:lnTo>
                <a:lnTo>
                  <a:pt x="60" y="27"/>
                </a:lnTo>
                <a:lnTo>
                  <a:pt x="60" y="28"/>
                </a:lnTo>
                <a:lnTo>
                  <a:pt x="60" y="29"/>
                </a:lnTo>
                <a:lnTo>
                  <a:pt x="58" y="29"/>
                </a:lnTo>
                <a:lnTo>
                  <a:pt x="58" y="30"/>
                </a:lnTo>
                <a:lnTo>
                  <a:pt x="57" y="31"/>
                </a:lnTo>
                <a:lnTo>
                  <a:pt x="57" y="32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5" y="34"/>
                </a:lnTo>
                <a:lnTo>
                  <a:pt x="54" y="34"/>
                </a:lnTo>
                <a:lnTo>
                  <a:pt x="54" y="35"/>
                </a:lnTo>
                <a:lnTo>
                  <a:pt x="53" y="35"/>
                </a:lnTo>
                <a:lnTo>
                  <a:pt x="52" y="36"/>
                </a:lnTo>
                <a:lnTo>
                  <a:pt x="51" y="37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8" y="38"/>
                </a:lnTo>
                <a:lnTo>
                  <a:pt x="47" y="39"/>
                </a:lnTo>
                <a:lnTo>
                  <a:pt x="46" y="39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41"/>
                </a:lnTo>
                <a:lnTo>
                  <a:pt x="41" y="41"/>
                </a:lnTo>
                <a:lnTo>
                  <a:pt x="40" y="41"/>
                </a:lnTo>
                <a:lnTo>
                  <a:pt x="39" y="41"/>
                </a:lnTo>
                <a:lnTo>
                  <a:pt x="38" y="42"/>
                </a:lnTo>
                <a:lnTo>
                  <a:pt x="37" y="42"/>
                </a:lnTo>
                <a:lnTo>
                  <a:pt x="36" y="42"/>
                </a:lnTo>
                <a:lnTo>
                  <a:pt x="35" y="42"/>
                </a:lnTo>
                <a:lnTo>
                  <a:pt x="34" y="42"/>
                </a:lnTo>
                <a:lnTo>
                  <a:pt x="33" y="42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29" y="42"/>
                </a:lnTo>
                <a:lnTo>
                  <a:pt x="28" y="42"/>
                </a:lnTo>
                <a:lnTo>
                  <a:pt x="27" y="42"/>
                </a:lnTo>
                <a:lnTo>
                  <a:pt x="26" y="42"/>
                </a:lnTo>
                <a:lnTo>
                  <a:pt x="25" y="42"/>
                </a:lnTo>
                <a:lnTo>
                  <a:pt x="24" y="42"/>
                </a:lnTo>
                <a:lnTo>
                  <a:pt x="23" y="42"/>
                </a:lnTo>
                <a:lnTo>
                  <a:pt x="22" y="41"/>
                </a:lnTo>
                <a:lnTo>
                  <a:pt x="21" y="41"/>
                </a:lnTo>
                <a:lnTo>
                  <a:pt x="20" y="41"/>
                </a:lnTo>
                <a:lnTo>
                  <a:pt x="19" y="41"/>
                </a:lnTo>
                <a:lnTo>
                  <a:pt x="18" y="41"/>
                </a:lnTo>
                <a:lnTo>
                  <a:pt x="17" y="40"/>
                </a:lnTo>
                <a:lnTo>
                  <a:pt x="16" y="40"/>
                </a:lnTo>
                <a:lnTo>
                  <a:pt x="15" y="39"/>
                </a:lnTo>
                <a:lnTo>
                  <a:pt x="14" y="39"/>
                </a:lnTo>
                <a:lnTo>
                  <a:pt x="13" y="39"/>
                </a:lnTo>
                <a:lnTo>
                  <a:pt x="12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8" y="35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4" y="32"/>
                </a:lnTo>
                <a:lnTo>
                  <a:pt x="3" y="31"/>
                </a:lnTo>
                <a:lnTo>
                  <a:pt x="3" y="30"/>
                </a:lnTo>
                <a:lnTo>
                  <a:pt x="2" y="29"/>
                </a:lnTo>
                <a:lnTo>
                  <a:pt x="2" y="28"/>
                </a:lnTo>
                <a:lnTo>
                  <a:pt x="1" y="27"/>
                </a:lnTo>
                <a:lnTo>
                  <a:pt x="1" y="26"/>
                </a:ln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1" y="15"/>
                </a:lnTo>
                <a:lnTo>
                  <a:pt x="2" y="14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4" y="11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20" y="1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lnTo>
                  <a:pt x="24" y="1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33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40" y="1"/>
                </a:lnTo>
                <a:lnTo>
                  <a:pt x="41" y="2"/>
                </a:lnTo>
                <a:lnTo>
                  <a:pt x="42" y="2"/>
                </a:lnTo>
                <a:lnTo>
                  <a:pt x="43" y="2"/>
                </a:lnTo>
                <a:lnTo>
                  <a:pt x="44" y="2"/>
                </a:lnTo>
                <a:lnTo>
                  <a:pt x="45" y="3"/>
                </a:lnTo>
                <a:lnTo>
                  <a:pt x="46" y="3"/>
                </a:lnTo>
                <a:lnTo>
                  <a:pt x="47" y="4"/>
                </a:lnTo>
                <a:lnTo>
                  <a:pt x="48" y="4"/>
                </a:lnTo>
                <a:lnTo>
                  <a:pt x="49" y="4"/>
                </a:lnTo>
                <a:lnTo>
                  <a:pt x="50" y="5"/>
                </a:lnTo>
                <a:lnTo>
                  <a:pt x="51" y="6"/>
                </a:lnTo>
                <a:lnTo>
                  <a:pt x="52" y="6"/>
                </a:lnTo>
                <a:lnTo>
                  <a:pt x="52" y="7"/>
                </a:lnTo>
                <a:lnTo>
                  <a:pt x="53" y="7"/>
                </a:lnTo>
                <a:lnTo>
                  <a:pt x="54" y="8"/>
                </a:lnTo>
                <a:lnTo>
                  <a:pt x="55" y="9"/>
                </a:lnTo>
                <a:lnTo>
                  <a:pt x="56" y="10"/>
                </a:lnTo>
                <a:lnTo>
                  <a:pt x="57" y="11"/>
                </a:lnTo>
                <a:lnTo>
                  <a:pt x="58" y="12"/>
                </a:lnTo>
                <a:lnTo>
                  <a:pt x="58" y="13"/>
                </a:lnTo>
                <a:lnTo>
                  <a:pt x="60" y="14"/>
                </a:lnTo>
                <a:lnTo>
                  <a:pt x="60" y="15"/>
                </a:lnTo>
                <a:lnTo>
                  <a:pt x="61" y="17"/>
                </a:lnTo>
                <a:lnTo>
                  <a:pt x="61" y="18"/>
                </a:lnTo>
                <a:lnTo>
                  <a:pt x="61" y="19"/>
                </a:lnTo>
                <a:lnTo>
                  <a:pt x="61" y="20"/>
                </a:lnTo>
                <a:lnTo>
                  <a:pt x="61" y="21"/>
                </a:lnTo>
                <a:lnTo>
                  <a:pt x="61" y="2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5" name=""/>
          <p:cNvSpPr/>
          <p:nvPr/>
        </p:nvSpPr>
        <p:spPr>
          <a:xfrm>
            <a:off x="4105800" y="2932560"/>
            <a:ext cx="41040" cy="28080"/>
          </a:xfrm>
          <a:custGeom>
            <a:avLst/>
            <a:gdLst/>
            <a:ahLst/>
            <a:rect l="0" t="0" r="r" b="b"/>
            <a:pathLst>
              <a:path w="114" h="78">
                <a:moveTo>
                  <a:pt x="87" y="39"/>
                </a:move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7" y="35"/>
                </a:lnTo>
                <a:lnTo>
                  <a:pt x="87" y="34"/>
                </a:lnTo>
                <a:lnTo>
                  <a:pt x="86" y="33"/>
                </a:lnTo>
                <a:lnTo>
                  <a:pt x="86" y="32"/>
                </a:lnTo>
                <a:lnTo>
                  <a:pt x="85" y="31"/>
                </a:lnTo>
                <a:lnTo>
                  <a:pt x="85" y="30"/>
                </a:lnTo>
                <a:lnTo>
                  <a:pt x="84" y="29"/>
                </a:lnTo>
                <a:lnTo>
                  <a:pt x="83" y="28"/>
                </a:lnTo>
                <a:lnTo>
                  <a:pt x="82" y="27"/>
                </a:lnTo>
                <a:lnTo>
                  <a:pt x="81" y="26"/>
                </a:lnTo>
                <a:lnTo>
                  <a:pt x="80" y="25"/>
                </a:lnTo>
                <a:lnTo>
                  <a:pt x="79" y="25"/>
                </a:lnTo>
                <a:lnTo>
                  <a:pt x="79" y="24"/>
                </a:lnTo>
                <a:lnTo>
                  <a:pt x="78" y="24"/>
                </a:lnTo>
                <a:lnTo>
                  <a:pt x="77" y="23"/>
                </a:lnTo>
                <a:lnTo>
                  <a:pt x="76" y="22"/>
                </a:lnTo>
                <a:lnTo>
                  <a:pt x="75" y="22"/>
                </a:lnTo>
                <a:lnTo>
                  <a:pt x="74" y="22"/>
                </a:lnTo>
                <a:lnTo>
                  <a:pt x="73" y="21"/>
                </a:lnTo>
                <a:lnTo>
                  <a:pt x="72" y="21"/>
                </a:lnTo>
                <a:lnTo>
                  <a:pt x="71" y="20"/>
                </a:lnTo>
                <a:lnTo>
                  <a:pt x="70" y="20"/>
                </a:lnTo>
                <a:lnTo>
                  <a:pt x="69" y="20"/>
                </a:lnTo>
                <a:lnTo>
                  <a:pt x="68" y="20"/>
                </a:lnTo>
                <a:lnTo>
                  <a:pt x="67" y="19"/>
                </a:lnTo>
                <a:lnTo>
                  <a:pt x="66" y="19"/>
                </a:lnTo>
                <a:lnTo>
                  <a:pt x="64" y="19"/>
                </a:lnTo>
                <a:lnTo>
                  <a:pt x="63" y="19"/>
                </a:lnTo>
                <a:lnTo>
                  <a:pt x="62" y="18"/>
                </a:lnTo>
                <a:lnTo>
                  <a:pt x="61" y="18"/>
                </a:lnTo>
                <a:lnTo>
                  <a:pt x="60" y="18"/>
                </a:lnTo>
                <a:lnTo>
                  <a:pt x="59" y="18"/>
                </a:lnTo>
                <a:lnTo>
                  <a:pt x="58" y="18"/>
                </a:lnTo>
                <a:lnTo>
                  <a:pt x="57" y="18"/>
                </a:lnTo>
                <a:lnTo>
                  <a:pt x="56" y="18"/>
                </a:lnTo>
                <a:lnTo>
                  <a:pt x="55" y="18"/>
                </a:lnTo>
                <a:lnTo>
                  <a:pt x="54" y="18"/>
                </a:lnTo>
                <a:lnTo>
                  <a:pt x="53" y="18"/>
                </a:lnTo>
                <a:lnTo>
                  <a:pt x="52" y="18"/>
                </a:lnTo>
                <a:lnTo>
                  <a:pt x="51" y="18"/>
                </a:lnTo>
                <a:lnTo>
                  <a:pt x="50" y="19"/>
                </a:lnTo>
                <a:lnTo>
                  <a:pt x="49" y="19"/>
                </a:lnTo>
                <a:lnTo>
                  <a:pt x="48" y="19"/>
                </a:lnTo>
                <a:lnTo>
                  <a:pt x="47" y="19"/>
                </a:lnTo>
                <a:lnTo>
                  <a:pt x="46" y="19"/>
                </a:lnTo>
                <a:lnTo>
                  <a:pt x="45" y="20"/>
                </a:lnTo>
                <a:lnTo>
                  <a:pt x="44" y="20"/>
                </a:lnTo>
                <a:lnTo>
                  <a:pt x="43" y="20"/>
                </a:lnTo>
                <a:lnTo>
                  <a:pt x="42" y="21"/>
                </a:lnTo>
                <a:lnTo>
                  <a:pt x="41" y="21"/>
                </a:lnTo>
                <a:lnTo>
                  <a:pt x="40" y="21"/>
                </a:lnTo>
                <a:lnTo>
                  <a:pt x="39" y="22"/>
                </a:lnTo>
                <a:lnTo>
                  <a:pt x="38" y="22"/>
                </a:lnTo>
                <a:lnTo>
                  <a:pt x="37" y="23"/>
                </a:lnTo>
                <a:lnTo>
                  <a:pt x="36" y="23"/>
                </a:lnTo>
                <a:lnTo>
                  <a:pt x="36" y="24"/>
                </a:lnTo>
                <a:lnTo>
                  <a:pt x="35" y="24"/>
                </a:lnTo>
                <a:lnTo>
                  <a:pt x="34" y="25"/>
                </a:lnTo>
                <a:lnTo>
                  <a:pt x="33" y="26"/>
                </a:lnTo>
                <a:lnTo>
                  <a:pt x="32" y="26"/>
                </a:lnTo>
                <a:lnTo>
                  <a:pt x="32" y="27"/>
                </a:lnTo>
                <a:lnTo>
                  <a:pt x="31" y="27"/>
                </a:lnTo>
                <a:lnTo>
                  <a:pt x="31" y="28"/>
                </a:lnTo>
                <a:lnTo>
                  <a:pt x="30" y="28"/>
                </a:lnTo>
                <a:lnTo>
                  <a:pt x="30" y="29"/>
                </a:lnTo>
                <a:lnTo>
                  <a:pt x="29" y="29"/>
                </a:lnTo>
                <a:lnTo>
                  <a:pt x="29" y="30"/>
                </a:lnTo>
                <a:lnTo>
                  <a:pt x="28" y="31"/>
                </a:lnTo>
                <a:lnTo>
                  <a:pt x="28" y="32"/>
                </a:lnTo>
                <a:lnTo>
                  <a:pt x="27" y="33"/>
                </a:lnTo>
                <a:lnTo>
                  <a:pt x="27" y="34"/>
                </a:lnTo>
                <a:lnTo>
                  <a:pt x="27" y="35"/>
                </a:lnTo>
                <a:lnTo>
                  <a:pt x="26" y="35"/>
                </a:lnTo>
                <a:lnTo>
                  <a:pt x="26" y="36"/>
                </a:lnTo>
                <a:lnTo>
                  <a:pt x="26" y="37"/>
                </a:lnTo>
                <a:lnTo>
                  <a:pt x="26" y="38"/>
                </a:lnTo>
                <a:lnTo>
                  <a:pt x="26" y="39"/>
                </a:lnTo>
                <a:lnTo>
                  <a:pt x="26" y="40"/>
                </a:lnTo>
                <a:lnTo>
                  <a:pt x="26" y="41"/>
                </a:lnTo>
                <a:lnTo>
                  <a:pt x="26" y="42"/>
                </a:lnTo>
                <a:lnTo>
                  <a:pt x="27" y="43"/>
                </a:lnTo>
                <a:lnTo>
                  <a:pt x="27" y="44"/>
                </a:lnTo>
                <a:lnTo>
                  <a:pt x="28" y="45"/>
                </a:lnTo>
                <a:lnTo>
                  <a:pt x="28" y="46"/>
                </a:lnTo>
                <a:lnTo>
                  <a:pt x="29" y="47"/>
                </a:lnTo>
                <a:lnTo>
                  <a:pt x="29" y="48"/>
                </a:lnTo>
                <a:lnTo>
                  <a:pt x="30" y="49"/>
                </a:lnTo>
                <a:lnTo>
                  <a:pt x="31" y="50"/>
                </a:lnTo>
                <a:lnTo>
                  <a:pt x="32" y="51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5" y="53"/>
                </a:lnTo>
                <a:lnTo>
                  <a:pt x="36" y="54"/>
                </a:lnTo>
                <a:lnTo>
                  <a:pt x="37" y="56"/>
                </a:lnTo>
                <a:lnTo>
                  <a:pt x="38" y="56"/>
                </a:lnTo>
                <a:lnTo>
                  <a:pt x="39" y="57"/>
                </a:lnTo>
                <a:lnTo>
                  <a:pt x="40" y="57"/>
                </a:lnTo>
                <a:lnTo>
                  <a:pt x="41" y="57"/>
                </a:lnTo>
                <a:lnTo>
                  <a:pt x="42" y="58"/>
                </a:lnTo>
                <a:lnTo>
                  <a:pt x="43" y="58"/>
                </a:lnTo>
                <a:lnTo>
                  <a:pt x="44" y="59"/>
                </a:lnTo>
                <a:lnTo>
                  <a:pt x="45" y="59"/>
                </a:lnTo>
                <a:lnTo>
                  <a:pt x="46" y="59"/>
                </a:lnTo>
                <a:lnTo>
                  <a:pt x="47" y="59"/>
                </a:lnTo>
                <a:lnTo>
                  <a:pt x="48" y="59"/>
                </a:lnTo>
                <a:lnTo>
                  <a:pt x="49" y="60"/>
                </a:lnTo>
                <a:lnTo>
                  <a:pt x="50" y="60"/>
                </a:lnTo>
                <a:lnTo>
                  <a:pt x="51" y="60"/>
                </a:lnTo>
                <a:lnTo>
                  <a:pt x="52" y="60"/>
                </a:lnTo>
                <a:lnTo>
                  <a:pt x="53" y="60"/>
                </a:lnTo>
                <a:lnTo>
                  <a:pt x="54" y="60"/>
                </a:lnTo>
                <a:lnTo>
                  <a:pt x="55" y="60"/>
                </a:lnTo>
                <a:lnTo>
                  <a:pt x="56" y="60"/>
                </a:lnTo>
                <a:lnTo>
                  <a:pt x="57" y="60"/>
                </a:lnTo>
                <a:lnTo>
                  <a:pt x="58" y="60"/>
                </a:lnTo>
                <a:lnTo>
                  <a:pt x="59" y="60"/>
                </a:lnTo>
                <a:lnTo>
                  <a:pt x="60" y="60"/>
                </a:lnTo>
                <a:lnTo>
                  <a:pt x="61" y="60"/>
                </a:lnTo>
                <a:lnTo>
                  <a:pt x="62" y="60"/>
                </a:lnTo>
                <a:lnTo>
                  <a:pt x="63" y="60"/>
                </a:lnTo>
                <a:lnTo>
                  <a:pt x="64" y="60"/>
                </a:lnTo>
                <a:lnTo>
                  <a:pt x="66" y="59"/>
                </a:lnTo>
                <a:lnTo>
                  <a:pt x="67" y="59"/>
                </a:lnTo>
                <a:lnTo>
                  <a:pt x="68" y="59"/>
                </a:lnTo>
                <a:lnTo>
                  <a:pt x="69" y="59"/>
                </a:lnTo>
                <a:lnTo>
                  <a:pt x="70" y="58"/>
                </a:lnTo>
                <a:lnTo>
                  <a:pt x="71" y="58"/>
                </a:lnTo>
                <a:lnTo>
                  <a:pt x="72" y="58"/>
                </a:lnTo>
                <a:lnTo>
                  <a:pt x="73" y="57"/>
                </a:lnTo>
                <a:lnTo>
                  <a:pt x="74" y="57"/>
                </a:lnTo>
                <a:lnTo>
                  <a:pt x="75" y="56"/>
                </a:lnTo>
                <a:lnTo>
                  <a:pt x="76" y="56"/>
                </a:lnTo>
                <a:lnTo>
                  <a:pt x="77" y="56"/>
                </a:lnTo>
                <a:lnTo>
                  <a:pt x="77" y="54"/>
                </a:lnTo>
                <a:lnTo>
                  <a:pt x="78" y="54"/>
                </a:lnTo>
                <a:lnTo>
                  <a:pt x="79" y="53"/>
                </a:lnTo>
                <a:lnTo>
                  <a:pt x="80" y="52"/>
                </a:lnTo>
                <a:lnTo>
                  <a:pt x="81" y="52"/>
                </a:lnTo>
                <a:lnTo>
                  <a:pt x="81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4" y="48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6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7" y="41"/>
                </a:lnTo>
                <a:lnTo>
                  <a:pt x="87" y="40"/>
                </a:lnTo>
                <a:lnTo>
                  <a:pt x="87" y="39"/>
                </a:lnTo>
                <a:moveTo>
                  <a:pt x="114" y="39"/>
                </a:moveTo>
                <a:lnTo>
                  <a:pt x="114" y="40"/>
                </a:lnTo>
                <a:lnTo>
                  <a:pt x="114" y="41"/>
                </a:lnTo>
                <a:lnTo>
                  <a:pt x="114" y="42"/>
                </a:lnTo>
                <a:lnTo>
                  <a:pt x="113" y="43"/>
                </a:lnTo>
                <a:lnTo>
                  <a:pt x="113" y="45"/>
                </a:lnTo>
                <a:lnTo>
                  <a:pt x="113" y="46"/>
                </a:lnTo>
                <a:lnTo>
                  <a:pt x="113" y="47"/>
                </a:lnTo>
                <a:lnTo>
                  <a:pt x="112" y="48"/>
                </a:lnTo>
                <a:lnTo>
                  <a:pt x="112" y="49"/>
                </a:lnTo>
                <a:lnTo>
                  <a:pt x="111" y="51"/>
                </a:lnTo>
                <a:lnTo>
                  <a:pt x="111" y="52"/>
                </a:lnTo>
                <a:lnTo>
                  <a:pt x="110" y="53"/>
                </a:lnTo>
                <a:lnTo>
                  <a:pt x="109" y="54"/>
                </a:lnTo>
                <a:lnTo>
                  <a:pt x="109" y="56"/>
                </a:lnTo>
                <a:lnTo>
                  <a:pt x="108" y="57"/>
                </a:lnTo>
                <a:lnTo>
                  <a:pt x="107" y="58"/>
                </a:lnTo>
                <a:lnTo>
                  <a:pt x="106" y="59"/>
                </a:lnTo>
                <a:lnTo>
                  <a:pt x="105" y="60"/>
                </a:lnTo>
                <a:lnTo>
                  <a:pt x="104" y="61"/>
                </a:lnTo>
                <a:lnTo>
                  <a:pt x="103" y="62"/>
                </a:lnTo>
                <a:lnTo>
                  <a:pt x="102" y="63"/>
                </a:lnTo>
                <a:lnTo>
                  <a:pt x="101" y="64"/>
                </a:lnTo>
                <a:lnTo>
                  <a:pt x="100" y="65"/>
                </a:lnTo>
                <a:lnTo>
                  <a:pt x="99" y="66"/>
                </a:lnTo>
                <a:lnTo>
                  <a:pt x="97" y="67"/>
                </a:lnTo>
                <a:lnTo>
                  <a:pt x="96" y="68"/>
                </a:lnTo>
                <a:lnTo>
                  <a:pt x="95" y="69"/>
                </a:lnTo>
                <a:lnTo>
                  <a:pt x="93" y="69"/>
                </a:lnTo>
                <a:lnTo>
                  <a:pt x="92" y="70"/>
                </a:lnTo>
                <a:lnTo>
                  <a:pt x="91" y="71"/>
                </a:lnTo>
                <a:lnTo>
                  <a:pt x="89" y="72"/>
                </a:lnTo>
                <a:lnTo>
                  <a:pt x="88" y="72"/>
                </a:lnTo>
                <a:lnTo>
                  <a:pt x="86" y="73"/>
                </a:lnTo>
                <a:lnTo>
                  <a:pt x="85" y="73"/>
                </a:lnTo>
                <a:lnTo>
                  <a:pt x="83" y="74"/>
                </a:lnTo>
                <a:lnTo>
                  <a:pt x="81" y="75"/>
                </a:lnTo>
                <a:lnTo>
                  <a:pt x="80" y="75"/>
                </a:lnTo>
                <a:lnTo>
                  <a:pt x="78" y="76"/>
                </a:lnTo>
                <a:lnTo>
                  <a:pt x="76" y="76"/>
                </a:lnTo>
                <a:lnTo>
                  <a:pt x="75" y="76"/>
                </a:lnTo>
                <a:lnTo>
                  <a:pt x="73" y="77"/>
                </a:lnTo>
                <a:lnTo>
                  <a:pt x="71" y="77"/>
                </a:lnTo>
                <a:lnTo>
                  <a:pt x="70" y="77"/>
                </a:lnTo>
                <a:lnTo>
                  <a:pt x="68" y="78"/>
                </a:lnTo>
                <a:lnTo>
                  <a:pt x="66" y="78"/>
                </a:lnTo>
                <a:lnTo>
                  <a:pt x="63" y="78"/>
                </a:lnTo>
                <a:lnTo>
                  <a:pt x="62" y="78"/>
                </a:lnTo>
                <a:lnTo>
                  <a:pt x="60" y="78"/>
                </a:lnTo>
                <a:lnTo>
                  <a:pt x="58" y="78"/>
                </a:lnTo>
                <a:lnTo>
                  <a:pt x="56" y="78"/>
                </a:lnTo>
                <a:lnTo>
                  <a:pt x="54" y="78"/>
                </a:lnTo>
                <a:lnTo>
                  <a:pt x="53" y="78"/>
                </a:lnTo>
                <a:lnTo>
                  <a:pt x="51" y="78"/>
                </a:lnTo>
                <a:lnTo>
                  <a:pt x="49" y="78"/>
                </a:lnTo>
                <a:lnTo>
                  <a:pt x="47" y="78"/>
                </a:lnTo>
                <a:lnTo>
                  <a:pt x="46" y="78"/>
                </a:lnTo>
                <a:lnTo>
                  <a:pt x="44" y="77"/>
                </a:lnTo>
                <a:lnTo>
                  <a:pt x="42" y="77"/>
                </a:lnTo>
                <a:lnTo>
                  <a:pt x="40" y="77"/>
                </a:lnTo>
                <a:lnTo>
                  <a:pt x="39" y="76"/>
                </a:lnTo>
                <a:lnTo>
                  <a:pt x="37" y="76"/>
                </a:lnTo>
                <a:lnTo>
                  <a:pt x="35" y="76"/>
                </a:lnTo>
                <a:lnTo>
                  <a:pt x="34" y="75"/>
                </a:lnTo>
                <a:lnTo>
                  <a:pt x="32" y="75"/>
                </a:lnTo>
                <a:lnTo>
                  <a:pt x="31" y="74"/>
                </a:lnTo>
                <a:lnTo>
                  <a:pt x="29" y="73"/>
                </a:lnTo>
                <a:lnTo>
                  <a:pt x="27" y="73"/>
                </a:lnTo>
                <a:lnTo>
                  <a:pt x="26" y="72"/>
                </a:lnTo>
                <a:lnTo>
                  <a:pt x="24" y="72"/>
                </a:lnTo>
                <a:lnTo>
                  <a:pt x="23" y="71"/>
                </a:lnTo>
                <a:lnTo>
                  <a:pt x="22" y="70"/>
                </a:lnTo>
                <a:lnTo>
                  <a:pt x="20" y="69"/>
                </a:lnTo>
                <a:lnTo>
                  <a:pt x="19" y="69"/>
                </a:lnTo>
                <a:lnTo>
                  <a:pt x="17" y="68"/>
                </a:lnTo>
                <a:lnTo>
                  <a:pt x="16" y="67"/>
                </a:lnTo>
                <a:lnTo>
                  <a:pt x="15" y="66"/>
                </a:lnTo>
                <a:lnTo>
                  <a:pt x="14" y="65"/>
                </a:lnTo>
                <a:lnTo>
                  <a:pt x="13" y="64"/>
                </a:lnTo>
                <a:lnTo>
                  <a:pt x="11" y="63"/>
                </a:lnTo>
                <a:lnTo>
                  <a:pt x="10" y="62"/>
                </a:lnTo>
                <a:lnTo>
                  <a:pt x="9" y="61"/>
                </a:lnTo>
                <a:lnTo>
                  <a:pt x="8" y="60"/>
                </a:lnTo>
                <a:lnTo>
                  <a:pt x="7" y="59"/>
                </a:lnTo>
                <a:lnTo>
                  <a:pt x="7" y="58"/>
                </a:lnTo>
                <a:lnTo>
                  <a:pt x="6" y="57"/>
                </a:lnTo>
                <a:lnTo>
                  <a:pt x="5" y="56"/>
                </a:lnTo>
                <a:lnTo>
                  <a:pt x="4" y="54"/>
                </a:lnTo>
                <a:lnTo>
                  <a:pt x="4" y="53"/>
                </a:lnTo>
                <a:lnTo>
                  <a:pt x="3" y="52"/>
                </a:lnTo>
                <a:lnTo>
                  <a:pt x="2" y="51"/>
                </a:lnTo>
                <a:lnTo>
                  <a:pt x="2" y="49"/>
                </a:lnTo>
                <a:lnTo>
                  <a:pt x="1" y="48"/>
                </a:lnTo>
                <a:lnTo>
                  <a:pt x="1" y="47"/>
                </a:lnTo>
                <a:lnTo>
                  <a:pt x="1" y="46"/>
                </a:lnTo>
                <a:lnTo>
                  <a:pt x="0" y="45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0" y="33"/>
                </a:lnTo>
                <a:lnTo>
                  <a:pt x="1" y="31"/>
                </a:lnTo>
                <a:lnTo>
                  <a:pt x="1" y="30"/>
                </a:lnTo>
                <a:lnTo>
                  <a:pt x="1" y="29"/>
                </a:lnTo>
                <a:lnTo>
                  <a:pt x="2" y="28"/>
                </a:lnTo>
                <a:lnTo>
                  <a:pt x="2" y="27"/>
                </a:lnTo>
                <a:lnTo>
                  <a:pt x="3" y="26"/>
                </a:lnTo>
                <a:lnTo>
                  <a:pt x="4" y="24"/>
                </a:lnTo>
                <a:lnTo>
                  <a:pt x="4" y="23"/>
                </a:lnTo>
                <a:lnTo>
                  <a:pt x="5" y="22"/>
                </a:lnTo>
                <a:lnTo>
                  <a:pt x="6" y="21"/>
                </a:lnTo>
                <a:lnTo>
                  <a:pt x="7" y="20"/>
                </a:lnTo>
                <a:lnTo>
                  <a:pt x="7" y="19"/>
                </a:lnTo>
                <a:lnTo>
                  <a:pt x="8" y="18"/>
                </a:lnTo>
                <a:lnTo>
                  <a:pt x="9" y="17"/>
                </a:lnTo>
                <a:lnTo>
                  <a:pt x="10" y="16"/>
                </a:lnTo>
                <a:lnTo>
                  <a:pt x="11" y="15"/>
                </a:lnTo>
                <a:lnTo>
                  <a:pt x="13" y="14"/>
                </a:lnTo>
                <a:lnTo>
                  <a:pt x="14" y="13"/>
                </a:lnTo>
                <a:lnTo>
                  <a:pt x="15" y="12"/>
                </a:lnTo>
                <a:lnTo>
                  <a:pt x="16" y="11"/>
                </a:lnTo>
                <a:lnTo>
                  <a:pt x="17" y="11"/>
                </a:lnTo>
                <a:lnTo>
                  <a:pt x="19" y="10"/>
                </a:lnTo>
                <a:lnTo>
                  <a:pt x="20" y="9"/>
                </a:lnTo>
                <a:lnTo>
                  <a:pt x="22" y="8"/>
                </a:lnTo>
                <a:lnTo>
                  <a:pt x="23" y="7"/>
                </a:lnTo>
                <a:lnTo>
                  <a:pt x="24" y="7"/>
                </a:lnTo>
                <a:lnTo>
                  <a:pt x="26" y="6"/>
                </a:lnTo>
                <a:lnTo>
                  <a:pt x="27" y="5"/>
                </a:lnTo>
                <a:lnTo>
                  <a:pt x="29" y="5"/>
                </a:lnTo>
                <a:lnTo>
                  <a:pt x="31" y="4"/>
                </a:lnTo>
                <a:lnTo>
                  <a:pt x="32" y="4"/>
                </a:lnTo>
                <a:lnTo>
                  <a:pt x="34" y="3"/>
                </a:lnTo>
                <a:lnTo>
                  <a:pt x="35" y="3"/>
                </a:lnTo>
                <a:lnTo>
                  <a:pt x="37" y="2"/>
                </a:lnTo>
                <a:lnTo>
                  <a:pt x="39" y="2"/>
                </a:lnTo>
                <a:lnTo>
                  <a:pt x="40" y="2"/>
                </a:lnTo>
                <a:lnTo>
                  <a:pt x="42" y="1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6" y="0"/>
                </a:lnTo>
                <a:lnTo>
                  <a:pt x="58" y="0"/>
                </a:lnTo>
                <a:lnTo>
                  <a:pt x="60" y="0"/>
                </a:lnTo>
                <a:lnTo>
                  <a:pt x="62" y="0"/>
                </a:lnTo>
                <a:lnTo>
                  <a:pt x="63" y="0"/>
                </a:lnTo>
                <a:lnTo>
                  <a:pt x="66" y="1"/>
                </a:lnTo>
                <a:lnTo>
                  <a:pt x="68" y="1"/>
                </a:lnTo>
                <a:lnTo>
                  <a:pt x="70" y="1"/>
                </a:lnTo>
                <a:lnTo>
                  <a:pt x="71" y="1"/>
                </a:lnTo>
                <a:lnTo>
                  <a:pt x="73" y="2"/>
                </a:lnTo>
                <a:lnTo>
                  <a:pt x="75" y="2"/>
                </a:lnTo>
                <a:lnTo>
                  <a:pt x="76" y="2"/>
                </a:lnTo>
                <a:lnTo>
                  <a:pt x="78" y="3"/>
                </a:lnTo>
                <a:lnTo>
                  <a:pt x="80" y="3"/>
                </a:lnTo>
                <a:lnTo>
                  <a:pt x="81" y="4"/>
                </a:lnTo>
                <a:lnTo>
                  <a:pt x="83" y="4"/>
                </a:lnTo>
                <a:lnTo>
                  <a:pt x="85" y="5"/>
                </a:lnTo>
                <a:lnTo>
                  <a:pt x="86" y="5"/>
                </a:lnTo>
                <a:lnTo>
                  <a:pt x="88" y="6"/>
                </a:lnTo>
                <a:lnTo>
                  <a:pt x="89" y="7"/>
                </a:lnTo>
                <a:lnTo>
                  <a:pt x="91" y="7"/>
                </a:lnTo>
                <a:lnTo>
                  <a:pt x="92" y="8"/>
                </a:lnTo>
                <a:lnTo>
                  <a:pt x="93" y="9"/>
                </a:lnTo>
                <a:lnTo>
                  <a:pt x="95" y="10"/>
                </a:lnTo>
                <a:lnTo>
                  <a:pt x="96" y="11"/>
                </a:lnTo>
                <a:lnTo>
                  <a:pt x="97" y="11"/>
                </a:lnTo>
                <a:lnTo>
                  <a:pt x="99" y="12"/>
                </a:lnTo>
                <a:lnTo>
                  <a:pt x="100" y="13"/>
                </a:lnTo>
                <a:lnTo>
                  <a:pt x="101" y="14"/>
                </a:lnTo>
                <a:lnTo>
                  <a:pt x="102" y="15"/>
                </a:lnTo>
                <a:lnTo>
                  <a:pt x="103" y="16"/>
                </a:lnTo>
                <a:lnTo>
                  <a:pt x="104" y="17"/>
                </a:lnTo>
                <a:lnTo>
                  <a:pt x="105" y="18"/>
                </a:lnTo>
                <a:lnTo>
                  <a:pt x="106" y="19"/>
                </a:lnTo>
                <a:lnTo>
                  <a:pt x="107" y="20"/>
                </a:lnTo>
                <a:lnTo>
                  <a:pt x="108" y="21"/>
                </a:lnTo>
                <a:lnTo>
                  <a:pt x="109" y="22"/>
                </a:lnTo>
                <a:lnTo>
                  <a:pt x="109" y="23"/>
                </a:lnTo>
                <a:lnTo>
                  <a:pt x="110" y="24"/>
                </a:lnTo>
                <a:lnTo>
                  <a:pt x="111" y="26"/>
                </a:lnTo>
                <a:lnTo>
                  <a:pt x="111" y="27"/>
                </a:lnTo>
                <a:lnTo>
                  <a:pt x="112" y="28"/>
                </a:lnTo>
                <a:lnTo>
                  <a:pt x="112" y="29"/>
                </a:lnTo>
                <a:lnTo>
                  <a:pt x="113" y="30"/>
                </a:lnTo>
                <a:lnTo>
                  <a:pt x="113" y="31"/>
                </a:lnTo>
                <a:lnTo>
                  <a:pt x="113" y="33"/>
                </a:lnTo>
                <a:lnTo>
                  <a:pt x="113" y="34"/>
                </a:lnTo>
                <a:lnTo>
                  <a:pt x="114" y="35"/>
                </a:lnTo>
                <a:lnTo>
                  <a:pt x="114" y="36"/>
                </a:lnTo>
                <a:lnTo>
                  <a:pt x="114" y="37"/>
                </a:lnTo>
                <a:lnTo>
                  <a:pt x="114" y="3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6" name=""/>
          <p:cNvSpPr/>
          <p:nvPr/>
        </p:nvSpPr>
        <p:spPr>
          <a:xfrm>
            <a:off x="4085280" y="2918880"/>
            <a:ext cx="82080" cy="55800"/>
          </a:xfrm>
          <a:custGeom>
            <a:avLst/>
            <a:gdLst/>
            <a:ahLst/>
            <a:rect l="0" t="0" r="r" b="b"/>
            <a:pathLst>
              <a:path w="228" h="155">
                <a:moveTo>
                  <a:pt x="171" y="77"/>
                </a:moveTo>
                <a:lnTo>
                  <a:pt x="171" y="75"/>
                </a:lnTo>
                <a:lnTo>
                  <a:pt x="171" y="74"/>
                </a:lnTo>
                <a:lnTo>
                  <a:pt x="171" y="73"/>
                </a:lnTo>
                <a:lnTo>
                  <a:pt x="170" y="72"/>
                </a:lnTo>
                <a:lnTo>
                  <a:pt x="170" y="71"/>
                </a:lnTo>
                <a:lnTo>
                  <a:pt x="170" y="69"/>
                </a:lnTo>
                <a:lnTo>
                  <a:pt x="170" y="68"/>
                </a:lnTo>
                <a:lnTo>
                  <a:pt x="169" y="67"/>
                </a:lnTo>
                <a:lnTo>
                  <a:pt x="169" y="66"/>
                </a:lnTo>
                <a:lnTo>
                  <a:pt x="168" y="65"/>
                </a:lnTo>
                <a:lnTo>
                  <a:pt x="168" y="64"/>
                </a:lnTo>
                <a:lnTo>
                  <a:pt x="167" y="62"/>
                </a:lnTo>
                <a:lnTo>
                  <a:pt x="166" y="61"/>
                </a:lnTo>
                <a:lnTo>
                  <a:pt x="166" y="60"/>
                </a:lnTo>
                <a:lnTo>
                  <a:pt x="165" y="59"/>
                </a:lnTo>
                <a:lnTo>
                  <a:pt x="164" y="58"/>
                </a:lnTo>
                <a:lnTo>
                  <a:pt x="163" y="57"/>
                </a:lnTo>
                <a:lnTo>
                  <a:pt x="162" y="56"/>
                </a:lnTo>
                <a:lnTo>
                  <a:pt x="161" y="55"/>
                </a:lnTo>
                <a:lnTo>
                  <a:pt x="160" y="54"/>
                </a:lnTo>
                <a:lnTo>
                  <a:pt x="159" y="53"/>
                </a:lnTo>
                <a:lnTo>
                  <a:pt x="158" y="52"/>
                </a:lnTo>
                <a:lnTo>
                  <a:pt x="157" y="51"/>
                </a:lnTo>
                <a:lnTo>
                  <a:pt x="156" y="50"/>
                </a:lnTo>
                <a:lnTo>
                  <a:pt x="154" y="49"/>
                </a:lnTo>
                <a:lnTo>
                  <a:pt x="153" y="49"/>
                </a:lnTo>
                <a:lnTo>
                  <a:pt x="152" y="48"/>
                </a:lnTo>
                <a:lnTo>
                  <a:pt x="150" y="47"/>
                </a:lnTo>
                <a:lnTo>
                  <a:pt x="149" y="46"/>
                </a:lnTo>
                <a:lnTo>
                  <a:pt x="148" y="45"/>
                </a:lnTo>
                <a:lnTo>
                  <a:pt x="146" y="45"/>
                </a:lnTo>
                <a:lnTo>
                  <a:pt x="145" y="44"/>
                </a:lnTo>
                <a:lnTo>
                  <a:pt x="143" y="43"/>
                </a:lnTo>
                <a:lnTo>
                  <a:pt x="142" y="43"/>
                </a:lnTo>
                <a:lnTo>
                  <a:pt x="140" y="42"/>
                </a:lnTo>
                <a:lnTo>
                  <a:pt x="138" y="42"/>
                </a:lnTo>
                <a:lnTo>
                  <a:pt x="137" y="41"/>
                </a:lnTo>
                <a:lnTo>
                  <a:pt x="135" y="41"/>
                </a:lnTo>
                <a:lnTo>
                  <a:pt x="133" y="40"/>
                </a:lnTo>
                <a:lnTo>
                  <a:pt x="132" y="40"/>
                </a:lnTo>
                <a:lnTo>
                  <a:pt x="130" y="40"/>
                </a:lnTo>
                <a:lnTo>
                  <a:pt x="128" y="39"/>
                </a:lnTo>
                <a:lnTo>
                  <a:pt x="127" y="39"/>
                </a:lnTo>
                <a:lnTo>
                  <a:pt x="125" y="39"/>
                </a:lnTo>
                <a:lnTo>
                  <a:pt x="123" y="39"/>
                </a:lnTo>
                <a:lnTo>
                  <a:pt x="121" y="38"/>
                </a:lnTo>
                <a:lnTo>
                  <a:pt x="120" y="38"/>
                </a:lnTo>
                <a:lnTo>
                  <a:pt x="118" y="38"/>
                </a:lnTo>
                <a:lnTo>
                  <a:pt x="116" y="38"/>
                </a:lnTo>
                <a:lnTo>
                  <a:pt x="114" y="38"/>
                </a:lnTo>
                <a:lnTo>
                  <a:pt x="112" y="38"/>
                </a:lnTo>
                <a:lnTo>
                  <a:pt x="111" y="38"/>
                </a:lnTo>
                <a:lnTo>
                  <a:pt x="109" y="38"/>
                </a:lnTo>
                <a:lnTo>
                  <a:pt x="107" y="38"/>
                </a:lnTo>
                <a:lnTo>
                  <a:pt x="105" y="39"/>
                </a:lnTo>
                <a:lnTo>
                  <a:pt x="104" y="39"/>
                </a:lnTo>
                <a:lnTo>
                  <a:pt x="102" y="39"/>
                </a:lnTo>
                <a:lnTo>
                  <a:pt x="100" y="39"/>
                </a:lnTo>
                <a:lnTo>
                  <a:pt x="98" y="40"/>
                </a:lnTo>
                <a:lnTo>
                  <a:pt x="97" y="40"/>
                </a:lnTo>
                <a:lnTo>
                  <a:pt x="95" y="40"/>
                </a:lnTo>
                <a:lnTo>
                  <a:pt x="93" y="41"/>
                </a:lnTo>
                <a:lnTo>
                  <a:pt x="92" y="41"/>
                </a:lnTo>
                <a:lnTo>
                  <a:pt x="90" y="42"/>
                </a:lnTo>
                <a:lnTo>
                  <a:pt x="89" y="42"/>
                </a:lnTo>
                <a:lnTo>
                  <a:pt x="87" y="43"/>
                </a:lnTo>
                <a:lnTo>
                  <a:pt x="85" y="43"/>
                </a:lnTo>
                <a:lnTo>
                  <a:pt x="84" y="44"/>
                </a:lnTo>
                <a:lnTo>
                  <a:pt x="82" y="45"/>
                </a:lnTo>
                <a:lnTo>
                  <a:pt x="81" y="45"/>
                </a:lnTo>
                <a:lnTo>
                  <a:pt x="80" y="46"/>
                </a:lnTo>
                <a:lnTo>
                  <a:pt x="78" y="47"/>
                </a:lnTo>
                <a:lnTo>
                  <a:pt x="77" y="48"/>
                </a:lnTo>
                <a:lnTo>
                  <a:pt x="75" y="49"/>
                </a:lnTo>
                <a:lnTo>
                  <a:pt x="74" y="49"/>
                </a:lnTo>
                <a:lnTo>
                  <a:pt x="73" y="50"/>
                </a:lnTo>
                <a:lnTo>
                  <a:pt x="72" y="51"/>
                </a:lnTo>
                <a:lnTo>
                  <a:pt x="71" y="52"/>
                </a:lnTo>
                <a:lnTo>
                  <a:pt x="69" y="53"/>
                </a:lnTo>
                <a:lnTo>
                  <a:pt x="68" y="54"/>
                </a:lnTo>
                <a:lnTo>
                  <a:pt x="67" y="55"/>
                </a:lnTo>
                <a:lnTo>
                  <a:pt x="65" y="56"/>
                </a:lnTo>
                <a:lnTo>
                  <a:pt x="64" y="57"/>
                </a:lnTo>
                <a:lnTo>
                  <a:pt x="64" y="58"/>
                </a:lnTo>
                <a:lnTo>
                  <a:pt x="63" y="59"/>
                </a:lnTo>
                <a:lnTo>
                  <a:pt x="62" y="60"/>
                </a:lnTo>
                <a:lnTo>
                  <a:pt x="61" y="61"/>
                </a:lnTo>
                <a:lnTo>
                  <a:pt x="61" y="62"/>
                </a:lnTo>
                <a:lnTo>
                  <a:pt x="60" y="64"/>
                </a:lnTo>
                <a:lnTo>
                  <a:pt x="59" y="65"/>
                </a:lnTo>
                <a:lnTo>
                  <a:pt x="59" y="66"/>
                </a:lnTo>
                <a:lnTo>
                  <a:pt x="58" y="67"/>
                </a:lnTo>
                <a:lnTo>
                  <a:pt x="58" y="68"/>
                </a:lnTo>
                <a:lnTo>
                  <a:pt x="58" y="69"/>
                </a:lnTo>
                <a:lnTo>
                  <a:pt x="57" y="71"/>
                </a:lnTo>
                <a:lnTo>
                  <a:pt x="57" y="72"/>
                </a:lnTo>
                <a:lnTo>
                  <a:pt x="57" y="73"/>
                </a:lnTo>
                <a:lnTo>
                  <a:pt x="57" y="74"/>
                </a:lnTo>
                <a:lnTo>
                  <a:pt x="57" y="75"/>
                </a:lnTo>
                <a:lnTo>
                  <a:pt x="57" y="77"/>
                </a:lnTo>
                <a:lnTo>
                  <a:pt x="57" y="78"/>
                </a:lnTo>
                <a:lnTo>
                  <a:pt x="57" y="79"/>
                </a:lnTo>
                <a:lnTo>
                  <a:pt x="57" y="80"/>
                </a:lnTo>
                <a:lnTo>
                  <a:pt x="57" y="81"/>
                </a:lnTo>
                <a:lnTo>
                  <a:pt x="57" y="83"/>
                </a:lnTo>
                <a:lnTo>
                  <a:pt x="58" y="84"/>
                </a:lnTo>
                <a:lnTo>
                  <a:pt x="58" y="85"/>
                </a:lnTo>
                <a:lnTo>
                  <a:pt x="58" y="86"/>
                </a:lnTo>
                <a:lnTo>
                  <a:pt x="59" y="87"/>
                </a:lnTo>
                <a:lnTo>
                  <a:pt x="59" y="89"/>
                </a:lnTo>
                <a:lnTo>
                  <a:pt x="60" y="90"/>
                </a:lnTo>
                <a:lnTo>
                  <a:pt x="61" y="91"/>
                </a:lnTo>
                <a:lnTo>
                  <a:pt x="61" y="92"/>
                </a:lnTo>
                <a:lnTo>
                  <a:pt x="62" y="93"/>
                </a:lnTo>
                <a:lnTo>
                  <a:pt x="63" y="94"/>
                </a:lnTo>
                <a:lnTo>
                  <a:pt x="64" y="95"/>
                </a:lnTo>
                <a:lnTo>
                  <a:pt x="64" y="96"/>
                </a:lnTo>
                <a:lnTo>
                  <a:pt x="65" y="97"/>
                </a:lnTo>
                <a:lnTo>
                  <a:pt x="67" y="98"/>
                </a:lnTo>
                <a:lnTo>
                  <a:pt x="68" y="99"/>
                </a:lnTo>
                <a:lnTo>
                  <a:pt x="69" y="100"/>
                </a:lnTo>
                <a:lnTo>
                  <a:pt x="71" y="101"/>
                </a:lnTo>
                <a:lnTo>
                  <a:pt x="72" y="102"/>
                </a:lnTo>
                <a:lnTo>
                  <a:pt x="73" y="103"/>
                </a:lnTo>
                <a:lnTo>
                  <a:pt x="74" y="104"/>
                </a:lnTo>
                <a:lnTo>
                  <a:pt x="75" y="105"/>
                </a:lnTo>
                <a:lnTo>
                  <a:pt x="77" y="106"/>
                </a:lnTo>
                <a:lnTo>
                  <a:pt x="78" y="106"/>
                </a:lnTo>
                <a:lnTo>
                  <a:pt x="80" y="107"/>
                </a:lnTo>
                <a:lnTo>
                  <a:pt x="81" y="108"/>
                </a:lnTo>
                <a:lnTo>
                  <a:pt x="82" y="109"/>
                </a:lnTo>
                <a:lnTo>
                  <a:pt x="84" y="109"/>
                </a:lnTo>
                <a:lnTo>
                  <a:pt x="85" y="110"/>
                </a:lnTo>
                <a:lnTo>
                  <a:pt x="87" y="110"/>
                </a:lnTo>
                <a:lnTo>
                  <a:pt x="89" y="111"/>
                </a:lnTo>
                <a:lnTo>
                  <a:pt x="90" y="112"/>
                </a:lnTo>
                <a:lnTo>
                  <a:pt x="92" y="112"/>
                </a:lnTo>
                <a:lnTo>
                  <a:pt x="93" y="113"/>
                </a:lnTo>
                <a:lnTo>
                  <a:pt x="95" y="113"/>
                </a:lnTo>
                <a:lnTo>
                  <a:pt x="97" y="113"/>
                </a:lnTo>
                <a:lnTo>
                  <a:pt x="98" y="114"/>
                </a:lnTo>
                <a:lnTo>
                  <a:pt x="100" y="114"/>
                </a:lnTo>
                <a:lnTo>
                  <a:pt x="102" y="114"/>
                </a:lnTo>
                <a:lnTo>
                  <a:pt x="104" y="115"/>
                </a:lnTo>
                <a:lnTo>
                  <a:pt x="105" y="115"/>
                </a:lnTo>
                <a:lnTo>
                  <a:pt x="107" y="115"/>
                </a:lnTo>
                <a:lnTo>
                  <a:pt x="109" y="115"/>
                </a:lnTo>
                <a:lnTo>
                  <a:pt x="111" y="115"/>
                </a:lnTo>
                <a:lnTo>
                  <a:pt x="112" y="115"/>
                </a:lnTo>
                <a:lnTo>
                  <a:pt x="114" y="115"/>
                </a:lnTo>
                <a:lnTo>
                  <a:pt x="116" y="115"/>
                </a:lnTo>
                <a:lnTo>
                  <a:pt x="118" y="115"/>
                </a:lnTo>
                <a:lnTo>
                  <a:pt x="120" y="115"/>
                </a:lnTo>
                <a:lnTo>
                  <a:pt x="121" y="115"/>
                </a:lnTo>
                <a:lnTo>
                  <a:pt x="123" y="115"/>
                </a:lnTo>
                <a:lnTo>
                  <a:pt x="125" y="115"/>
                </a:lnTo>
                <a:lnTo>
                  <a:pt x="127" y="114"/>
                </a:lnTo>
                <a:lnTo>
                  <a:pt x="128" y="114"/>
                </a:lnTo>
                <a:lnTo>
                  <a:pt x="130" y="114"/>
                </a:lnTo>
                <a:lnTo>
                  <a:pt x="132" y="113"/>
                </a:lnTo>
                <a:lnTo>
                  <a:pt x="133" y="113"/>
                </a:lnTo>
                <a:lnTo>
                  <a:pt x="135" y="113"/>
                </a:lnTo>
                <a:lnTo>
                  <a:pt x="137" y="112"/>
                </a:lnTo>
                <a:lnTo>
                  <a:pt x="138" y="112"/>
                </a:lnTo>
                <a:lnTo>
                  <a:pt x="140" y="111"/>
                </a:lnTo>
                <a:lnTo>
                  <a:pt x="142" y="110"/>
                </a:lnTo>
                <a:lnTo>
                  <a:pt x="143" y="110"/>
                </a:lnTo>
                <a:lnTo>
                  <a:pt x="145" y="109"/>
                </a:lnTo>
                <a:lnTo>
                  <a:pt x="146" y="109"/>
                </a:lnTo>
                <a:lnTo>
                  <a:pt x="148" y="108"/>
                </a:lnTo>
                <a:lnTo>
                  <a:pt x="149" y="107"/>
                </a:lnTo>
                <a:lnTo>
                  <a:pt x="150" y="106"/>
                </a:lnTo>
                <a:lnTo>
                  <a:pt x="152" y="106"/>
                </a:lnTo>
                <a:lnTo>
                  <a:pt x="153" y="105"/>
                </a:lnTo>
                <a:lnTo>
                  <a:pt x="154" y="104"/>
                </a:lnTo>
                <a:lnTo>
                  <a:pt x="156" y="103"/>
                </a:lnTo>
                <a:lnTo>
                  <a:pt x="157" y="102"/>
                </a:lnTo>
                <a:lnTo>
                  <a:pt x="158" y="101"/>
                </a:lnTo>
                <a:lnTo>
                  <a:pt x="159" y="100"/>
                </a:lnTo>
                <a:lnTo>
                  <a:pt x="160" y="99"/>
                </a:lnTo>
                <a:lnTo>
                  <a:pt x="161" y="98"/>
                </a:lnTo>
                <a:lnTo>
                  <a:pt x="162" y="97"/>
                </a:lnTo>
                <a:lnTo>
                  <a:pt x="163" y="96"/>
                </a:lnTo>
                <a:lnTo>
                  <a:pt x="164" y="95"/>
                </a:lnTo>
                <a:lnTo>
                  <a:pt x="165" y="94"/>
                </a:lnTo>
                <a:lnTo>
                  <a:pt x="166" y="93"/>
                </a:lnTo>
                <a:lnTo>
                  <a:pt x="166" y="92"/>
                </a:lnTo>
                <a:lnTo>
                  <a:pt x="167" y="91"/>
                </a:lnTo>
                <a:lnTo>
                  <a:pt x="168" y="90"/>
                </a:lnTo>
                <a:lnTo>
                  <a:pt x="168" y="89"/>
                </a:lnTo>
                <a:lnTo>
                  <a:pt x="169" y="87"/>
                </a:lnTo>
                <a:lnTo>
                  <a:pt x="169" y="86"/>
                </a:lnTo>
                <a:lnTo>
                  <a:pt x="170" y="85"/>
                </a:lnTo>
                <a:lnTo>
                  <a:pt x="170" y="84"/>
                </a:lnTo>
                <a:lnTo>
                  <a:pt x="170" y="83"/>
                </a:lnTo>
                <a:lnTo>
                  <a:pt x="170" y="81"/>
                </a:lnTo>
                <a:lnTo>
                  <a:pt x="171" y="80"/>
                </a:lnTo>
                <a:lnTo>
                  <a:pt x="171" y="79"/>
                </a:lnTo>
                <a:lnTo>
                  <a:pt x="171" y="78"/>
                </a:lnTo>
                <a:lnTo>
                  <a:pt x="171" y="77"/>
                </a:lnTo>
                <a:moveTo>
                  <a:pt x="228" y="77"/>
                </a:moveTo>
                <a:lnTo>
                  <a:pt x="228" y="79"/>
                </a:lnTo>
                <a:lnTo>
                  <a:pt x="227" y="81"/>
                </a:lnTo>
                <a:lnTo>
                  <a:pt x="227" y="84"/>
                </a:lnTo>
                <a:lnTo>
                  <a:pt x="227" y="86"/>
                </a:lnTo>
                <a:lnTo>
                  <a:pt x="226" y="89"/>
                </a:lnTo>
                <a:lnTo>
                  <a:pt x="226" y="91"/>
                </a:lnTo>
                <a:lnTo>
                  <a:pt x="225" y="93"/>
                </a:lnTo>
                <a:lnTo>
                  <a:pt x="224" y="96"/>
                </a:lnTo>
                <a:lnTo>
                  <a:pt x="223" y="98"/>
                </a:lnTo>
                <a:lnTo>
                  <a:pt x="222" y="100"/>
                </a:lnTo>
                <a:lnTo>
                  <a:pt x="221" y="103"/>
                </a:lnTo>
                <a:lnTo>
                  <a:pt x="220" y="105"/>
                </a:lnTo>
                <a:lnTo>
                  <a:pt x="218" y="107"/>
                </a:lnTo>
                <a:lnTo>
                  <a:pt x="217" y="109"/>
                </a:lnTo>
                <a:lnTo>
                  <a:pt x="215" y="112"/>
                </a:lnTo>
                <a:lnTo>
                  <a:pt x="214" y="114"/>
                </a:lnTo>
                <a:lnTo>
                  <a:pt x="212" y="116"/>
                </a:lnTo>
                <a:lnTo>
                  <a:pt x="210" y="118"/>
                </a:lnTo>
                <a:lnTo>
                  <a:pt x="208" y="120"/>
                </a:lnTo>
                <a:lnTo>
                  <a:pt x="206" y="122"/>
                </a:lnTo>
                <a:lnTo>
                  <a:pt x="204" y="124"/>
                </a:lnTo>
                <a:lnTo>
                  <a:pt x="202" y="126"/>
                </a:lnTo>
                <a:lnTo>
                  <a:pt x="199" y="128"/>
                </a:lnTo>
                <a:lnTo>
                  <a:pt x="197" y="129"/>
                </a:lnTo>
                <a:lnTo>
                  <a:pt x="194" y="132"/>
                </a:lnTo>
                <a:lnTo>
                  <a:pt x="192" y="134"/>
                </a:lnTo>
                <a:lnTo>
                  <a:pt x="189" y="136"/>
                </a:lnTo>
                <a:lnTo>
                  <a:pt x="187" y="137"/>
                </a:lnTo>
                <a:lnTo>
                  <a:pt x="184" y="139"/>
                </a:lnTo>
                <a:lnTo>
                  <a:pt x="181" y="140"/>
                </a:lnTo>
                <a:lnTo>
                  <a:pt x="178" y="141"/>
                </a:lnTo>
                <a:lnTo>
                  <a:pt x="175" y="143"/>
                </a:lnTo>
                <a:lnTo>
                  <a:pt x="172" y="144"/>
                </a:lnTo>
                <a:lnTo>
                  <a:pt x="169" y="145"/>
                </a:lnTo>
                <a:lnTo>
                  <a:pt x="166" y="146"/>
                </a:lnTo>
                <a:lnTo>
                  <a:pt x="163" y="147"/>
                </a:lnTo>
                <a:lnTo>
                  <a:pt x="159" y="148"/>
                </a:lnTo>
                <a:lnTo>
                  <a:pt x="156" y="149"/>
                </a:lnTo>
                <a:lnTo>
                  <a:pt x="153" y="150"/>
                </a:lnTo>
                <a:lnTo>
                  <a:pt x="149" y="151"/>
                </a:lnTo>
                <a:lnTo>
                  <a:pt x="146" y="152"/>
                </a:lnTo>
                <a:lnTo>
                  <a:pt x="142" y="152"/>
                </a:lnTo>
                <a:lnTo>
                  <a:pt x="139" y="153"/>
                </a:lnTo>
                <a:lnTo>
                  <a:pt x="135" y="153"/>
                </a:lnTo>
                <a:lnTo>
                  <a:pt x="132" y="154"/>
                </a:lnTo>
                <a:lnTo>
                  <a:pt x="128" y="154"/>
                </a:lnTo>
                <a:lnTo>
                  <a:pt x="125" y="154"/>
                </a:lnTo>
                <a:lnTo>
                  <a:pt x="121" y="155"/>
                </a:lnTo>
                <a:lnTo>
                  <a:pt x="118" y="155"/>
                </a:lnTo>
                <a:lnTo>
                  <a:pt x="114" y="155"/>
                </a:lnTo>
                <a:lnTo>
                  <a:pt x="111" y="155"/>
                </a:lnTo>
                <a:lnTo>
                  <a:pt x="107" y="155"/>
                </a:lnTo>
                <a:lnTo>
                  <a:pt x="104" y="154"/>
                </a:lnTo>
                <a:lnTo>
                  <a:pt x="100" y="154"/>
                </a:lnTo>
                <a:lnTo>
                  <a:pt x="97" y="154"/>
                </a:lnTo>
                <a:lnTo>
                  <a:pt x="93" y="153"/>
                </a:lnTo>
                <a:lnTo>
                  <a:pt x="90" y="153"/>
                </a:lnTo>
                <a:lnTo>
                  <a:pt x="86" y="152"/>
                </a:lnTo>
                <a:lnTo>
                  <a:pt x="83" y="152"/>
                </a:lnTo>
                <a:lnTo>
                  <a:pt x="79" y="151"/>
                </a:lnTo>
                <a:lnTo>
                  <a:pt x="76" y="150"/>
                </a:lnTo>
                <a:lnTo>
                  <a:pt x="73" y="149"/>
                </a:lnTo>
                <a:lnTo>
                  <a:pt x="69" y="148"/>
                </a:lnTo>
                <a:lnTo>
                  <a:pt x="65" y="147"/>
                </a:lnTo>
                <a:lnTo>
                  <a:pt x="62" y="146"/>
                </a:lnTo>
                <a:lnTo>
                  <a:pt x="59" y="145"/>
                </a:lnTo>
                <a:lnTo>
                  <a:pt x="56" y="144"/>
                </a:lnTo>
                <a:lnTo>
                  <a:pt x="53" y="143"/>
                </a:lnTo>
                <a:lnTo>
                  <a:pt x="50" y="141"/>
                </a:lnTo>
                <a:lnTo>
                  <a:pt x="47" y="140"/>
                </a:lnTo>
                <a:lnTo>
                  <a:pt x="44" y="139"/>
                </a:lnTo>
                <a:lnTo>
                  <a:pt x="41" y="137"/>
                </a:lnTo>
                <a:lnTo>
                  <a:pt x="38" y="136"/>
                </a:lnTo>
                <a:lnTo>
                  <a:pt x="36" y="134"/>
                </a:lnTo>
                <a:lnTo>
                  <a:pt x="33" y="132"/>
                </a:lnTo>
                <a:lnTo>
                  <a:pt x="31" y="129"/>
                </a:lnTo>
                <a:lnTo>
                  <a:pt x="28" y="128"/>
                </a:lnTo>
                <a:lnTo>
                  <a:pt x="26" y="126"/>
                </a:lnTo>
                <a:lnTo>
                  <a:pt x="24" y="124"/>
                </a:lnTo>
                <a:lnTo>
                  <a:pt x="22" y="122"/>
                </a:lnTo>
                <a:lnTo>
                  <a:pt x="19" y="120"/>
                </a:lnTo>
                <a:lnTo>
                  <a:pt x="18" y="118"/>
                </a:lnTo>
                <a:lnTo>
                  <a:pt x="16" y="116"/>
                </a:lnTo>
                <a:lnTo>
                  <a:pt x="14" y="114"/>
                </a:lnTo>
                <a:lnTo>
                  <a:pt x="12" y="112"/>
                </a:lnTo>
                <a:lnTo>
                  <a:pt x="11" y="109"/>
                </a:lnTo>
                <a:lnTo>
                  <a:pt x="9" y="107"/>
                </a:lnTo>
                <a:lnTo>
                  <a:pt x="8" y="105"/>
                </a:lnTo>
                <a:lnTo>
                  <a:pt x="7" y="103"/>
                </a:lnTo>
                <a:lnTo>
                  <a:pt x="5" y="100"/>
                </a:lnTo>
                <a:lnTo>
                  <a:pt x="4" y="98"/>
                </a:lnTo>
                <a:lnTo>
                  <a:pt x="3" y="96"/>
                </a:lnTo>
                <a:lnTo>
                  <a:pt x="3" y="93"/>
                </a:lnTo>
                <a:lnTo>
                  <a:pt x="2" y="91"/>
                </a:lnTo>
                <a:lnTo>
                  <a:pt x="1" y="89"/>
                </a:lnTo>
                <a:lnTo>
                  <a:pt x="1" y="86"/>
                </a:lnTo>
                <a:lnTo>
                  <a:pt x="0" y="84"/>
                </a:lnTo>
                <a:lnTo>
                  <a:pt x="0" y="81"/>
                </a:lnTo>
                <a:lnTo>
                  <a:pt x="0" y="79"/>
                </a:lnTo>
                <a:lnTo>
                  <a:pt x="0" y="77"/>
                </a:lnTo>
                <a:lnTo>
                  <a:pt x="0" y="74"/>
                </a:lnTo>
                <a:lnTo>
                  <a:pt x="0" y="72"/>
                </a:lnTo>
                <a:lnTo>
                  <a:pt x="0" y="69"/>
                </a:lnTo>
                <a:lnTo>
                  <a:pt x="1" y="67"/>
                </a:lnTo>
                <a:lnTo>
                  <a:pt x="1" y="65"/>
                </a:lnTo>
                <a:lnTo>
                  <a:pt x="2" y="62"/>
                </a:lnTo>
                <a:lnTo>
                  <a:pt x="3" y="60"/>
                </a:lnTo>
                <a:lnTo>
                  <a:pt x="3" y="57"/>
                </a:lnTo>
                <a:lnTo>
                  <a:pt x="4" y="55"/>
                </a:lnTo>
                <a:lnTo>
                  <a:pt x="5" y="53"/>
                </a:lnTo>
                <a:lnTo>
                  <a:pt x="7" y="51"/>
                </a:lnTo>
                <a:lnTo>
                  <a:pt x="8" y="48"/>
                </a:lnTo>
                <a:lnTo>
                  <a:pt x="9" y="46"/>
                </a:lnTo>
                <a:lnTo>
                  <a:pt x="11" y="44"/>
                </a:lnTo>
                <a:lnTo>
                  <a:pt x="12" y="42"/>
                </a:lnTo>
                <a:lnTo>
                  <a:pt x="14" y="39"/>
                </a:lnTo>
                <a:lnTo>
                  <a:pt x="16" y="37"/>
                </a:lnTo>
                <a:lnTo>
                  <a:pt x="18" y="35"/>
                </a:lnTo>
                <a:lnTo>
                  <a:pt x="19" y="33"/>
                </a:lnTo>
                <a:lnTo>
                  <a:pt x="22" y="31"/>
                </a:lnTo>
                <a:lnTo>
                  <a:pt x="24" y="29"/>
                </a:lnTo>
                <a:lnTo>
                  <a:pt x="26" y="27"/>
                </a:lnTo>
                <a:lnTo>
                  <a:pt x="28" y="26"/>
                </a:lnTo>
                <a:lnTo>
                  <a:pt x="31" y="24"/>
                </a:lnTo>
                <a:lnTo>
                  <a:pt x="33" y="22"/>
                </a:lnTo>
                <a:lnTo>
                  <a:pt x="36" y="20"/>
                </a:lnTo>
                <a:lnTo>
                  <a:pt x="38" y="19"/>
                </a:lnTo>
                <a:lnTo>
                  <a:pt x="41" y="17"/>
                </a:lnTo>
                <a:lnTo>
                  <a:pt x="44" y="16"/>
                </a:lnTo>
                <a:lnTo>
                  <a:pt x="47" y="14"/>
                </a:lnTo>
                <a:lnTo>
                  <a:pt x="50" y="13"/>
                </a:lnTo>
                <a:lnTo>
                  <a:pt x="53" y="12"/>
                </a:lnTo>
                <a:lnTo>
                  <a:pt x="56" y="10"/>
                </a:lnTo>
                <a:lnTo>
                  <a:pt x="59" y="9"/>
                </a:lnTo>
                <a:lnTo>
                  <a:pt x="62" y="8"/>
                </a:lnTo>
                <a:lnTo>
                  <a:pt x="65" y="7"/>
                </a:lnTo>
                <a:lnTo>
                  <a:pt x="69" y="6"/>
                </a:lnTo>
                <a:lnTo>
                  <a:pt x="73" y="5"/>
                </a:lnTo>
                <a:lnTo>
                  <a:pt x="76" y="4"/>
                </a:lnTo>
                <a:lnTo>
                  <a:pt x="79" y="3"/>
                </a:lnTo>
                <a:lnTo>
                  <a:pt x="83" y="3"/>
                </a:lnTo>
                <a:lnTo>
                  <a:pt x="86" y="2"/>
                </a:lnTo>
                <a:lnTo>
                  <a:pt x="90" y="1"/>
                </a:lnTo>
                <a:lnTo>
                  <a:pt x="93" y="1"/>
                </a:lnTo>
                <a:lnTo>
                  <a:pt x="97" y="0"/>
                </a:lnTo>
                <a:lnTo>
                  <a:pt x="100" y="0"/>
                </a:lnTo>
                <a:lnTo>
                  <a:pt x="104" y="0"/>
                </a:lnTo>
                <a:lnTo>
                  <a:pt x="107" y="0"/>
                </a:lnTo>
                <a:lnTo>
                  <a:pt x="111" y="0"/>
                </a:lnTo>
                <a:lnTo>
                  <a:pt x="114" y="0"/>
                </a:lnTo>
                <a:lnTo>
                  <a:pt x="118" y="0"/>
                </a:lnTo>
                <a:lnTo>
                  <a:pt x="121" y="0"/>
                </a:lnTo>
                <a:lnTo>
                  <a:pt x="125" y="0"/>
                </a:lnTo>
                <a:lnTo>
                  <a:pt x="128" y="0"/>
                </a:lnTo>
                <a:lnTo>
                  <a:pt x="132" y="0"/>
                </a:lnTo>
                <a:lnTo>
                  <a:pt x="135" y="1"/>
                </a:lnTo>
                <a:lnTo>
                  <a:pt x="139" y="1"/>
                </a:lnTo>
                <a:lnTo>
                  <a:pt x="142" y="2"/>
                </a:lnTo>
                <a:lnTo>
                  <a:pt x="146" y="3"/>
                </a:lnTo>
                <a:lnTo>
                  <a:pt x="149" y="3"/>
                </a:lnTo>
                <a:lnTo>
                  <a:pt x="153" y="4"/>
                </a:lnTo>
                <a:lnTo>
                  <a:pt x="156" y="5"/>
                </a:lnTo>
                <a:lnTo>
                  <a:pt x="159" y="6"/>
                </a:lnTo>
                <a:lnTo>
                  <a:pt x="163" y="7"/>
                </a:lnTo>
                <a:lnTo>
                  <a:pt x="166" y="8"/>
                </a:lnTo>
                <a:lnTo>
                  <a:pt x="169" y="9"/>
                </a:lnTo>
                <a:lnTo>
                  <a:pt x="172" y="10"/>
                </a:lnTo>
                <a:lnTo>
                  <a:pt x="175" y="12"/>
                </a:lnTo>
                <a:lnTo>
                  <a:pt x="178" y="13"/>
                </a:lnTo>
                <a:lnTo>
                  <a:pt x="181" y="14"/>
                </a:lnTo>
                <a:lnTo>
                  <a:pt x="184" y="16"/>
                </a:lnTo>
                <a:lnTo>
                  <a:pt x="187" y="17"/>
                </a:lnTo>
                <a:lnTo>
                  <a:pt x="189" y="19"/>
                </a:lnTo>
                <a:lnTo>
                  <a:pt x="192" y="20"/>
                </a:lnTo>
                <a:lnTo>
                  <a:pt x="194" y="22"/>
                </a:lnTo>
                <a:lnTo>
                  <a:pt x="197" y="24"/>
                </a:lnTo>
                <a:lnTo>
                  <a:pt x="199" y="26"/>
                </a:lnTo>
                <a:lnTo>
                  <a:pt x="202" y="27"/>
                </a:lnTo>
                <a:lnTo>
                  <a:pt x="204" y="29"/>
                </a:lnTo>
                <a:lnTo>
                  <a:pt x="206" y="31"/>
                </a:lnTo>
                <a:lnTo>
                  <a:pt x="208" y="33"/>
                </a:lnTo>
                <a:lnTo>
                  <a:pt x="210" y="35"/>
                </a:lnTo>
                <a:lnTo>
                  <a:pt x="212" y="37"/>
                </a:lnTo>
                <a:lnTo>
                  <a:pt x="214" y="39"/>
                </a:lnTo>
                <a:lnTo>
                  <a:pt x="215" y="42"/>
                </a:lnTo>
                <a:lnTo>
                  <a:pt x="217" y="44"/>
                </a:lnTo>
                <a:lnTo>
                  <a:pt x="218" y="46"/>
                </a:lnTo>
                <a:lnTo>
                  <a:pt x="220" y="48"/>
                </a:lnTo>
                <a:lnTo>
                  <a:pt x="221" y="51"/>
                </a:lnTo>
                <a:lnTo>
                  <a:pt x="222" y="53"/>
                </a:lnTo>
                <a:lnTo>
                  <a:pt x="223" y="55"/>
                </a:lnTo>
                <a:lnTo>
                  <a:pt x="224" y="57"/>
                </a:lnTo>
                <a:lnTo>
                  <a:pt x="225" y="60"/>
                </a:lnTo>
                <a:lnTo>
                  <a:pt x="226" y="62"/>
                </a:lnTo>
                <a:lnTo>
                  <a:pt x="226" y="65"/>
                </a:lnTo>
                <a:lnTo>
                  <a:pt x="227" y="67"/>
                </a:lnTo>
                <a:lnTo>
                  <a:pt x="227" y="69"/>
                </a:lnTo>
                <a:lnTo>
                  <a:pt x="227" y="72"/>
                </a:lnTo>
                <a:lnTo>
                  <a:pt x="228" y="74"/>
                </a:lnTo>
                <a:lnTo>
                  <a:pt x="228" y="77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7" name=""/>
          <p:cNvSpPr/>
          <p:nvPr/>
        </p:nvSpPr>
        <p:spPr>
          <a:xfrm>
            <a:off x="4081320" y="2916000"/>
            <a:ext cx="90000" cy="61560"/>
          </a:xfrm>
          <a:custGeom>
            <a:avLst/>
            <a:gdLst/>
            <a:ahLst/>
            <a:rect l="0" t="0" r="r" b="b"/>
            <a:pathLst>
              <a:path w="250" h="171">
                <a:moveTo>
                  <a:pt x="238" y="85"/>
                </a:moveTo>
                <a:lnTo>
                  <a:pt x="238" y="82"/>
                </a:lnTo>
                <a:lnTo>
                  <a:pt x="237" y="80"/>
                </a:lnTo>
                <a:lnTo>
                  <a:pt x="237" y="77"/>
                </a:lnTo>
                <a:lnTo>
                  <a:pt x="237" y="75"/>
                </a:lnTo>
                <a:lnTo>
                  <a:pt x="236" y="73"/>
                </a:lnTo>
                <a:lnTo>
                  <a:pt x="236" y="70"/>
                </a:lnTo>
                <a:lnTo>
                  <a:pt x="235" y="68"/>
                </a:lnTo>
                <a:lnTo>
                  <a:pt x="234" y="65"/>
                </a:lnTo>
                <a:lnTo>
                  <a:pt x="233" y="63"/>
                </a:lnTo>
                <a:lnTo>
                  <a:pt x="232" y="61"/>
                </a:lnTo>
                <a:lnTo>
                  <a:pt x="231" y="59"/>
                </a:lnTo>
                <a:lnTo>
                  <a:pt x="230" y="56"/>
                </a:lnTo>
                <a:lnTo>
                  <a:pt x="228" y="54"/>
                </a:lnTo>
                <a:lnTo>
                  <a:pt x="227" y="52"/>
                </a:lnTo>
                <a:lnTo>
                  <a:pt x="225" y="50"/>
                </a:lnTo>
                <a:lnTo>
                  <a:pt x="224" y="47"/>
                </a:lnTo>
                <a:lnTo>
                  <a:pt x="222" y="45"/>
                </a:lnTo>
                <a:lnTo>
                  <a:pt x="220" y="43"/>
                </a:lnTo>
                <a:lnTo>
                  <a:pt x="218" y="41"/>
                </a:lnTo>
                <a:lnTo>
                  <a:pt x="216" y="39"/>
                </a:lnTo>
                <a:lnTo>
                  <a:pt x="214" y="37"/>
                </a:lnTo>
                <a:lnTo>
                  <a:pt x="212" y="35"/>
                </a:lnTo>
                <a:lnTo>
                  <a:pt x="209" y="34"/>
                </a:lnTo>
                <a:lnTo>
                  <a:pt x="207" y="32"/>
                </a:lnTo>
                <a:lnTo>
                  <a:pt x="204" y="30"/>
                </a:lnTo>
                <a:lnTo>
                  <a:pt x="202" y="28"/>
                </a:lnTo>
                <a:lnTo>
                  <a:pt x="199" y="27"/>
                </a:lnTo>
                <a:lnTo>
                  <a:pt x="197" y="25"/>
                </a:lnTo>
                <a:lnTo>
                  <a:pt x="194" y="24"/>
                </a:lnTo>
                <a:lnTo>
                  <a:pt x="191" y="22"/>
                </a:lnTo>
                <a:lnTo>
                  <a:pt x="188" y="21"/>
                </a:lnTo>
                <a:lnTo>
                  <a:pt x="185" y="20"/>
                </a:lnTo>
                <a:lnTo>
                  <a:pt x="182" y="18"/>
                </a:lnTo>
                <a:lnTo>
                  <a:pt x="179" y="17"/>
                </a:lnTo>
                <a:lnTo>
                  <a:pt x="176" y="16"/>
                </a:lnTo>
                <a:lnTo>
                  <a:pt x="173" y="15"/>
                </a:lnTo>
                <a:lnTo>
                  <a:pt x="169" y="14"/>
                </a:lnTo>
                <a:lnTo>
                  <a:pt x="166" y="13"/>
                </a:lnTo>
                <a:lnTo>
                  <a:pt x="163" y="12"/>
                </a:lnTo>
                <a:lnTo>
                  <a:pt x="159" y="11"/>
                </a:lnTo>
                <a:lnTo>
                  <a:pt x="156" y="11"/>
                </a:lnTo>
                <a:lnTo>
                  <a:pt x="152" y="10"/>
                </a:lnTo>
                <a:lnTo>
                  <a:pt x="149" y="9"/>
                </a:lnTo>
                <a:lnTo>
                  <a:pt x="145" y="9"/>
                </a:lnTo>
                <a:lnTo>
                  <a:pt x="142" y="8"/>
                </a:lnTo>
                <a:lnTo>
                  <a:pt x="138" y="8"/>
                </a:lnTo>
                <a:lnTo>
                  <a:pt x="135" y="8"/>
                </a:lnTo>
                <a:lnTo>
                  <a:pt x="131" y="8"/>
                </a:lnTo>
                <a:lnTo>
                  <a:pt x="128" y="8"/>
                </a:lnTo>
                <a:lnTo>
                  <a:pt x="124" y="8"/>
                </a:lnTo>
                <a:lnTo>
                  <a:pt x="121" y="8"/>
                </a:lnTo>
                <a:lnTo>
                  <a:pt x="117" y="8"/>
                </a:lnTo>
                <a:lnTo>
                  <a:pt x="114" y="8"/>
                </a:lnTo>
                <a:lnTo>
                  <a:pt x="110" y="8"/>
                </a:lnTo>
                <a:lnTo>
                  <a:pt x="107" y="8"/>
                </a:lnTo>
                <a:lnTo>
                  <a:pt x="103" y="9"/>
                </a:lnTo>
                <a:lnTo>
                  <a:pt x="100" y="9"/>
                </a:lnTo>
                <a:lnTo>
                  <a:pt x="96" y="10"/>
                </a:lnTo>
                <a:lnTo>
                  <a:pt x="93" y="11"/>
                </a:lnTo>
                <a:lnTo>
                  <a:pt x="89" y="11"/>
                </a:lnTo>
                <a:lnTo>
                  <a:pt x="86" y="12"/>
                </a:lnTo>
                <a:lnTo>
                  <a:pt x="83" y="13"/>
                </a:lnTo>
                <a:lnTo>
                  <a:pt x="79" y="14"/>
                </a:lnTo>
                <a:lnTo>
                  <a:pt x="76" y="15"/>
                </a:lnTo>
                <a:lnTo>
                  <a:pt x="73" y="16"/>
                </a:lnTo>
                <a:lnTo>
                  <a:pt x="70" y="17"/>
                </a:lnTo>
                <a:lnTo>
                  <a:pt x="67" y="18"/>
                </a:lnTo>
                <a:lnTo>
                  <a:pt x="64" y="20"/>
                </a:lnTo>
                <a:lnTo>
                  <a:pt x="61" y="21"/>
                </a:lnTo>
                <a:lnTo>
                  <a:pt x="58" y="22"/>
                </a:lnTo>
                <a:lnTo>
                  <a:pt x="55" y="24"/>
                </a:lnTo>
                <a:lnTo>
                  <a:pt x="52" y="25"/>
                </a:lnTo>
                <a:lnTo>
                  <a:pt x="49" y="27"/>
                </a:lnTo>
                <a:lnTo>
                  <a:pt x="47" y="28"/>
                </a:lnTo>
                <a:lnTo>
                  <a:pt x="44" y="30"/>
                </a:lnTo>
                <a:lnTo>
                  <a:pt x="42" y="32"/>
                </a:lnTo>
                <a:lnTo>
                  <a:pt x="39" y="34"/>
                </a:lnTo>
                <a:lnTo>
                  <a:pt x="37" y="35"/>
                </a:lnTo>
                <a:lnTo>
                  <a:pt x="35" y="37"/>
                </a:lnTo>
                <a:lnTo>
                  <a:pt x="33" y="39"/>
                </a:lnTo>
                <a:lnTo>
                  <a:pt x="30" y="41"/>
                </a:lnTo>
                <a:lnTo>
                  <a:pt x="29" y="43"/>
                </a:lnTo>
                <a:lnTo>
                  <a:pt x="27" y="45"/>
                </a:lnTo>
                <a:lnTo>
                  <a:pt x="25" y="47"/>
                </a:lnTo>
                <a:lnTo>
                  <a:pt x="23" y="50"/>
                </a:lnTo>
                <a:lnTo>
                  <a:pt x="22" y="52"/>
                </a:lnTo>
                <a:lnTo>
                  <a:pt x="20" y="54"/>
                </a:lnTo>
                <a:lnTo>
                  <a:pt x="19" y="56"/>
                </a:lnTo>
                <a:lnTo>
                  <a:pt x="18" y="59"/>
                </a:lnTo>
                <a:lnTo>
                  <a:pt x="16" y="61"/>
                </a:lnTo>
                <a:lnTo>
                  <a:pt x="15" y="63"/>
                </a:lnTo>
                <a:lnTo>
                  <a:pt x="14" y="65"/>
                </a:lnTo>
                <a:lnTo>
                  <a:pt x="14" y="68"/>
                </a:lnTo>
                <a:lnTo>
                  <a:pt x="13" y="70"/>
                </a:lnTo>
                <a:lnTo>
                  <a:pt x="12" y="73"/>
                </a:lnTo>
                <a:lnTo>
                  <a:pt x="12" y="75"/>
                </a:lnTo>
                <a:lnTo>
                  <a:pt x="11" y="77"/>
                </a:lnTo>
                <a:lnTo>
                  <a:pt x="11" y="80"/>
                </a:lnTo>
                <a:lnTo>
                  <a:pt x="11" y="82"/>
                </a:lnTo>
                <a:lnTo>
                  <a:pt x="11" y="85"/>
                </a:lnTo>
                <a:lnTo>
                  <a:pt x="11" y="87"/>
                </a:lnTo>
                <a:lnTo>
                  <a:pt x="11" y="89"/>
                </a:lnTo>
                <a:lnTo>
                  <a:pt x="11" y="92"/>
                </a:lnTo>
                <a:lnTo>
                  <a:pt x="12" y="94"/>
                </a:lnTo>
                <a:lnTo>
                  <a:pt x="12" y="98"/>
                </a:lnTo>
                <a:lnTo>
                  <a:pt x="13" y="100"/>
                </a:lnTo>
                <a:lnTo>
                  <a:pt x="14" y="102"/>
                </a:lnTo>
                <a:lnTo>
                  <a:pt x="14" y="105"/>
                </a:lnTo>
                <a:lnTo>
                  <a:pt x="15" y="107"/>
                </a:lnTo>
                <a:lnTo>
                  <a:pt x="16" y="109"/>
                </a:lnTo>
                <a:lnTo>
                  <a:pt x="18" y="112"/>
                </a:lnTo>
                <a:lnTo>
                  <a:pt x="19" y="114"/>
                </a:lnTo>
                <a:lnTo>
                  <a:pt x="20" y="116"/>
                </a:lnTo>
                <a:lnTo>
                  <a:pt x="22" y="118"/>
                </a:lnTo>
                <a:lnTo>
                  <a:pt x="23" y="121"/>
                </a:lnTo>
                <a:lnTo>
                  <a:pt x="25" y="123"/>
                </a:lnTo>
                <a:lnTo>
                  <a:pt x="27" y="125"/>
                </a:lnTo>
                <a:lnTo>
                  <a:pt x="29" y="127"/>
                </a:lnTo>
                <a:lnTo>
                  <a:pt x="30" y="129"/>
                </a:lnTo>
                <a:lnTo>
                  <a:pt x="33" y="131"/>
                </a:lnTo>
                <a:lnTo>
                  <a:pt x="35" y="133"/>
                </a:lnTo>
                <a:lnTo>
                  <a:pt x="37" y="135"/>
                </a:lnTo>
                <a:lnTo>
                  <a:pt x="39" y="137"/>
                </a:lnTo>
                <a:lnTo>
                  <a:pt x="42" y="138"/>
                </a:lnTo>
                <a:lnTo>
                  <a:pt x="44" y="140"/>
                </a:lnTo>
                <a:lnTo>
                  <a:pt x="47" y="142"/>
                </a:lnTo>
                <a:lnTo>
                  <a:pt x="49" y="144"/>
                </a:lnTo>
                <a:lnTo>
                  <a:pt x="52" y="145"/>
                </a:lnTo>
                <a:lnTo>
                  <a:pt x="55" y="147"/>
                </a:lnTo>
                <a:lnTo>
                  <a:pt x="58" y="148"/>
                </a:lnTo>
                <a:lnTo>
                  <a:pt x="61" y="149"/>
                </a:lnTo>
                <a:lnTo>
                  <a:pt x="64" y="151"/>
                </a:lnTo>
                <a:lnTo>
                  <a:pt x="67" y="152"/>
                </a:lnTo>
                <a:lnTo>
                  <a:pt x="70" y="153"/>
                </a:lnTo>
                <a:lnTo>
                  <a:pt x="73" y="154"/>
                </a:lnTo>
                <a:lnTo>
                  <a:pt x="76" y="155"/>
                </a:lnTo>
                <a:lnTo>
                  <a:pt x="79" y="156"/>
                </a:lnTo>
                <a:lnTo>
                  <a:pt x="83" y="157"/>
                </a:lnTo>
                <a:lnTo>
                  <a:pt x="86" y="158"/>
                </a:lnTo>
                <a:lnTo>
                  <a:pt x="89" y="159"/>
                </a:lnTo>
                <a:lnTo>
                  <a:pt x="93" y="160"/>
                </a:lnTo>
                <a:lnTo>
                  <a:pt x="96" y="160"/>
                </a:lnTo>
                <a:lnTo>
                  <a:pt x="100" y="161"/>
                </a:lnTo>
                <a:lnTo>
                  <a:pt x="103" y="161"/>
                </a:lnTo>
                <a:lnTo>
                  <a:pt x="107" y="162"/>
                </a:lnTo>
                <a:lnTo>
                  <a:pt x="110" y="162"/>
                </a:lnTo>
                <a:lnTo>
                  <a:pt x="114" y="162"/>
                </a:lnTo>
                <a:lnTo>
                  <a:pt x="117" y="163"/>
                </a:lnTo>
                <a:lnTo>
                  <a:pt x="121" y="163"/>
                </a:lnTo>
                <a:lnTo>
                  <a:pt x="124" y="163"/>
                </a:lnTo>
                <a:lnTo>
                  <a:pt x="128" y="163"/>
                </a:lnTo>
                <a:lnTo>
                  <a:pt x="131" y="163"/>
                </a:lnTo>
                <a:lnTo>
                  <a:pt x="135" y="162"/>
                </a:lnTo>
                <a:lnTo>
                  <a:pt x="138" y="162"/>
                </a:lnTo>
                <a:lnTo>
                  <a:pt x="142" y="162"/>
                </a:lnTo>
                <a:lnTo>
                  <a:pt x="145" y="161"/>
                </a:lnTo>
                <a:lnTo>
                  <a:pt x="149" y="161"/>
                </a:lnTo>
                <a:lnTo>
                  <a:pt x="152" y="160"/>
                </a:lnTo>
                <a:lnTo>
                  <a:pt x="156" y="160"/>
                </a:lnTo>
                <a:lnTo>
                  <a:pt x="159" y="159"/>
                </a:lnTo>
                <a:lnTo>
                  <a:pt x="163" y="158"/>
                </a:lnTo>
                <a:lnTo>
                  <a:pt x="166" y="157"/>
                </a:lnTo>
                <a:lnTo>
                  <a:pt x="169" y="156"/>
                </a:lnTo>
                <a:lnTo>
                  <a:pt x="173" y="155"/>
                </a:lnTo>
                <a:lnTo>
                  <a:pt x="176" y="154"/>
                </a:lnTo>
                <a:lnTo>
                  <a:pt x="179" y="153"/>
                </a:lnTo>
                <a:lnTo>
                  <a:pt x="182" y="152"/>
                </a:lnTo>
                <a:lnTo>
                  <a:pt x="185" y="151"/>
                </a:lnTo>
                <a:lnTo>
                  <a:pt x="188" y="149"/>
                </a:lnTo>
                <a:lnTo>
                  <a:pt x="191" y="148"/>
                </a:lnTo>
                <a:lnTo>
                  <a:pt x="194" y="147"/>
                </a:lnTo>
                <a:lnTo>
                  <a:pt x="197" y="145"/>
                </a:lnTo>
                <a:lnTo>
                  <a:pt x="199" y="144"/>
                </a:lnTo>
                <a:lnTo>
                  <a:pt x="202" y="142"/>
                </a:lnTo>
                <a:lnTo>
                  <a:pt x="204" y="140"/>
                </a:lnTo>
                <a:lnTo>
                  <a:pt x="207" y="138"/>
                </a:lnTo>
                <a:lnTo>
                  <a:pt x="209" y="137"/>
                </a:lnTo>
                <a:lnTo>
                  <a:pt x="212" y="135"/>
                </a:lnTo>
                <a:lnTo>
                  <a:pt x="214" y="133"/>
                </a:lnTo>
                <a:lnTo>
                  <a:pt x="216" y="131"/>
                </a:lnTo>
                <a:lnTo>
                  <a:pt x="218" y="129"/>
                </a:lnTo>
                <a:lnTo>
                  <a:pt x="220" y="127"/>
                </a:lnTo>
                <a:lnTo>
                  <a:pt x="222" y="125"/>
                </a:lnTo>
                <a:lnTo>
                  <a:pt x="224" y="123"/>
                </a:lnTo>
                <a:lnTo>
                  <a:pt x="225" y="121"/>
                </a:lnTo>
                <a:lnTo>
                  <a:pt x="227" y="118"/>
                </a:lnTo>
                <a:lnTo>
                  <a:pt x="228" y="116"/>
                </a:lnTo>
                <a:lnTo>
                  <a:pt x="230" y="114"/>
                </a:lnTo>
                <a:lnTo>
                  <a:pt x="231" y="112"/>
                </a:lnTo>
                <a:lnTo>
                  <a:pt x="232" y="109"/>
                </a:lnTo>
                <a:lnTo>
                  <a:pt x="233" y="107"/>
                </a:lnTo>
                <a:lnTo>
                  <a:pt x="234" y="105"/>
                </a:lnTo>
                <a:lnTo>
                  <a:pt x="235" y="102"/>
                </a:lnTo>
                <a:lnTo>
                  <a:pt x="236" y="100"/>
                </a:lnTo>
                <a:lnTo>
                  <a:pt x="236" y="98"/>
                </a:lnTo>
                <a:lnTo>
                  <a:pt x="237" y="94"/>
                </a:lnTo>
                <a:lnTo>
                  <a:pt x="237" y="92"/>
                </a:lnTo>
                <a:lnTo>
                  <a:pt x="237" y="89"/>
                </a:lnTo>
                <a:lnTo>
                  <a:pt x="238" y="87"/>
                </a:lnTo>
                <a:lnTo>
                  <a:pt x="238" y="85"/>
                </a:lnTo>
                <a:moveTo>
                  <a:pt x="250" y="85"/>
                </a:moveTo>
                <a:lnTo>
                  <a:pt x="250" y="87"/>
                </a:lnTo>
                <a:lnTo>
                  <a:pt x="250" y="90"/>
                </a:lnTo>
                <a:lnTo>
                  <a:pt x="249" y="93"/>
                </a:lnTo>
                <a:lnTo>
                  <a:pt x="249" y="95"/>
                </a:lnTo>
                <a:lnTo>
                  <a:pt x="248" y="99"/>
                </a:lnTo>
                <a:lnTo>
                  <a:pt x="248" y="102"/>
                </a:lnTo>
                <a:lnTo>
                  <a:pt x="247" y="104"/>
                </a:lnTo>
                <a:lnTo>
                  <a:pt x="246" y="107"/>
                </a:lnTo>
                <a:lnTo>
                  <a:pt x="245" y="109"/>
                </a:lnTo>
                <a:lnTo>
                  <a:pt x="244" y="112"/>
                </a:lnTo>
                <a:lnTo>
                  <a:pt x="243" y="114"/>
                </a:lnTo>
                <a:lnTo>
                  <a:pt x="240" y="117"/>
                </a:lnTo>
                <a:lnTo>
                  <a:pt x="239" y="119"/>
                </a:lnTo>
                <a:lnTo>
                  <a:pt x="237" y="122"/>
                </a:lnTo>
                <a:lnTo>
                  <a:pt x="235" y="124"/>
                </a:lnTo>
                <a:lnTo>
                  <a:pt x="234" y="127"/>
                </a:lnTo>
                <a:lnTo>
                  <a:pt x="232" y="129"/>
                </a:lnTo>
                <a:lnTo>
                  <a:pt x="230" y="131"/>
                </a:lnTo>
                <a:lnTo>
                  <a:pt x="227" y="133"/>
                </a:lnTo>
                <a:lnTo>
                  <a:pt x="225" y="136"/>
                </a:lnTo>
                <a:lnTo>
                  <a:pt x="223" y="138"/>
                </a:lnTo>
                <a:lnTo>
                  <a:pt x="220" y="140"/>
                </a:lnTo>
                <a:lnTo>
                  <a:pt x="218" y="142"/>
                </a:lnTo>
                <a:lnTo>
                  <a:pt x="215" y="144"/>
                </a:lnTo>
                <a:lnTo>
                  <a:pt x="212" y="146"/>
                </a:lnTo>
                <a:lnTo>
                  <a:pt x="210" y="148"/>
                </a:lnTo>
                <a:lnTo>
                  <a:pt x="207" y="149"/>
                </a:lnTo>
                <a:lnTo>
                  <a:pt x="204" y="151"/>
                </a:lnTo>
                <a:lnTo>
                  <a:pt x="201" y="153"/>
                </a:lnTo>
                <a:lnTo>
                  <a:pt x="198" y="154"/>
                </a:lnTo>
                <a:lnTo>
                  <a:pt x="194" y="156"/>
                </a:lnTo>
                <a:lnTo>
                  <a:pt x="191" y="157"/>
                </a:lnTo>
                <a:lnTo>
                  <a:pt x="188" y="159"/>
                </a:lnTo>
                <a:lnTo>
                  <a:pt x="184" y="160"/>
                </a:lnTo>
                <a:lnTo>
                  <a:pt x="181" y="161"/>
                </a:lnTo>
                <a:lnTo>
                  <a:pt x="177" y="162"/>
                </a:lnTo>
                <a:lnTo>
                  <a:pt x="174" y="164"/>
                </a:lnTo>
                <a:lnTo>
                  <a:pt x="170" y="165"/>
                </a:lnTo>
                <a:lnTo>
                  <a:pt x="166" y="165"/>
                </a:lnTo>
                <a:lnTo>
                  <a:pt x="163" y="166"/>
                </a:lnTo>
                <a:lnTo>
                  <a:pt x="159" y="167"/>
                </a:lnTo>
                <a:lnTo>
                  <a:pt x="155" y="168"/>
                </a:lnTo>
                <a:lnTo>
                  <a:pt x="151" y="168"/>
                </a:lnTo>
                <a:lnTo>
                  <a:pt x="148" y="169"/>
                </a:lnTo>
                <a:lnTo>
                  <a:pt x="144" y="169"/>
                </a:lnTo>
                <a:lnTo>
                  <a:pt x="140" y="170"/>
                </a:lnTo>
                <a:lnTo>
                  <a:pt x="136" y="170"/>
                </a:lnTo>
                <a:lnTo>
                  <a:pt x="132" y="170"/>
                </a:lnTo>
                <a:lnTo>
                  <a:pt x="128" y="170"/>
                </a:lnTo>
                <a:lnTo>
                  <a:pt x="124" y="171"/>
                </a:lnTo>
                <a:lnTo>
                  <a:pt x="120" y="170"/>
                </a:lnTo>
                <a:lnTo>
                  <a:pt x="116" y="170"/>
                </a:lnTo>
                <a:lnTo>
                  <a:pt x="113" y="170"/>
                </a:lnTo>
                <a:lnTo>
                  <a:pt x="109" y="170"/>
                </a:lnTo>
                <a:lnTo>
                  <a:pt x="105" y="169"/>
                </a:lnTo>
                <a:lnTo>
                  <a:pt x="101" y="169"/>
                </a:lnTo>
                <a:lnTo>
                  <a:pt x="97" y="168"/>
                </a:lnTo>
                <a:lnTo>
                  <a:pt x="93" y="168"/>
                </a:lnTo>
                <a:lnTo>
                  <a:pt x="89" y="167"/>
                </a:lnTo>
                <a:lnTo>
                  <a:pt x="86" y="166"/>
                </a:lnTo>
                <a:lnTo>
                  <a:pt x="82" y="165"/>
                </a:lnTo>
                <a:lnTo>
                  <a:pt x="78" y="165"/>
                </a:lnTo>
                <a:lnTo>
                  <a:pt x="75" y="164"/>
                </a:lnTo>
                <a:lnTo>
                  <a:pt x="71" y="162"/>
                </a:lnTo>
                <a:lnTo>
                  <a:pt x="68" y="161"/>
                </a:lnTo>
                <a:lnTo>
                  <a:pt x="64" y="160"/>
                </a:lnTo>
                <a:lnTo>
                  <a:pt x="61" y="159"/>
                </a:lnTo>
                <a:lnTo>
                  <a:pt x="57" y="157"/>
                </a:lnTo>
                <a:lnTo>
                  <a:pt x="54" y="156"/>
                </a:lnTo>
                <a:lnTo>
                  <a:pt x="51" y="154"/>
                </a:lnTo>
                <a:lnTo>
                  <a:pt x="48" y="153"/>
                </a:lnTo>
                <a:lnTo>
                  <a:pt x="45" y="151"/>
                </a:lnTo>
                <a:lnTo>
                  <a:pt x="42" y="149"/>
                </a:lnTo>
                <a:lnTo>
                  <a:pt x="39" y="148"/>
                </a:lnTo>
                <a:lnTo>
                  <a:pt x="36" y="146"/>
                </a:lnTo>
                <a:lnTo>
                  <a:pt x="33" y="144"/>
                </a:lnTo>
                <a:lnTo>
                  <a:pt x="31" y="142"/>
                </a:lnTo>
                <a:lnTo>
                  <a:pt x="28" y="140"/>
                </a:lnTo>
                <a:lnTo>
                  <a:pt x="26" y="138"/>
                </a:lnTo>
                <a:lnTo>
                  <a:pt x="23" y="136"/>
                </a:lnTo>
                <a:lnTo>
                  <a:pt x="21" y="133"/>
                </a:lnTo>
                <a:lnTo>
                  <a:pt x="19" y="131"/>
                </a:lnTo>
                <a:lnTo>
                  <a:pt x="17" y="129"/>
                </a:lnTo>
                <a:lnTo>
                  <a:pt x="15" y="127"/>
                </a:lnTo>
                <a:lnTo>
                  <a:pt x="13" y="124"/>
                </a:lnTo>
                <a:lnTo>
                  <a:pt x="11" y="122"/>
                </a:lnTo>
                <a:lnTo>
                  <a:pt x="10" y="119"/>
                </a:lnTo>
                <a:lnTo>
                  <a:pt x="8" y="117"/>
                </a:lnTo>
                <a:lnTo>
                  <a:pt x="7" y="114"/>
                </a:lnTo>
                <a:lnTo>
                  <a:pt x="6" y="112"/>
                </a:lnTo>
                <a:lnTo>
                  <a:pt x="5" y="109"/>
                </a:lnTo>
                <a:lnTo>
                  <a:pt x="3" y="107"/>
                </a:lnTo>
                <a:lnTo>
                  <a:pt x="3" y="104"/>
                </a:lnTo>
                <a:lnTo>
                  <a:pt x="2" y="102"/>
                </a:lnTo>
                <a:lnTo>
                  <a:pt x="1" y="99"/>
                </a:lnTo>
                <a:lnTo>
                  <a:pt x="1" y="95"/>
                </a:lnTo>
                <a:lnTo>
                  <a:pt x="0" y="93"/>
                </a:lnTo>
                <a:lnTo>
                  <a:pt x="0" y="90"/>
                </a:lnTo>
                <a:lnTo>
                  <a:pt x="0" y="87"/>
                </a:lnTo>
                <a:lnTo>
                  <a:pt x="0" y="85"/>
                </a:lnTo>
                <a:lnTo>
                  <a:pt x="0" y="82"/>
                </a:lnTo>
                <a:lnTo>
                  <a:pt x="0" y="79"/>
                </a:lnTo>
                <a:lnTo>
                  <a:pt x="0" y="77"/>
                </a:lnTo>
                <a:lnTo>
                  <a:pt x="1" y="74"/>
                </a:lnTo>
                <a:lnTo>
                  <a:pt x="1" y="71"/>
                </a:lnTo>
                <a:lnTo>
                  <a:pt x="2" y="69"/>
                </a:lnTo>
                <a:lnTo>
                  <a:pt x="3" y="66"/>
                </a:lnTo>
                <a:lnTo>
                  <a:pt x="3" y="64"/>
                </a:lnTo>
                <a:lnTo>
                  <a:pt x="5" y="61"/>
                </a:lnTo>
                <a:lnTo>
                  <a:pt x="6" y="58"/>
                </a:lnTo>
                <a:lnTo>
                  <a:pt x="7" y="56"/>
                </a:lnTo>
                <a:lnTo>
                  <a:pt x="8" y="53"/>
                </a:lnTo>
                <a:lnTo>
                  <a:pt x="10" y="51"/>
                </a:lnTo>
                <a:lnTo>
                  <a:pt x="11" y="49"/>
                </a:lnTo>
                <a:lnTo>
                  <a:pt x="13" y="46"/>
                </a:lnTo>
                <a:lnTo>
                  <a:pt x="15" y="44"/>
                </a:lnTo>
                <a:lnTo>
                  <a:pt x="17" y="41"/>
                </a:lnTo>
                <a:lnTo>
                  <a:pt x="19" y="39"/>
                </a:lnTo>
                <a:lnTo>
                  <a:pt x="21" y="37"/>
                </a:lnTo>
                <a:lnTo>
                  <a:pt x="23" y="35"/>
                </a:lnTo>
                <a:lnTo>
                  <a:pt x="26" y="33"/>
                </a:lnTo>
                <a:lnTo>
                  <a:pt x="28" y="31"/>
                </a:lnTo>
                <a:lnTo>
                  <a:pt x="31" y="29"/>
                </a:lnTo>
                <a:lnTo>
                  <a:pt x="33" y="27"/>
                </a:lnTo>
                <a:lnTo>
                  <a:pt x="36" y="25"/>
                </a:lnTo>
                <a:lnTo>
                  <a:pt x="39" y="23"/>
                </a:lnTo>
                <a:lnTo>
                  <a:pt x="42" y="21"/>
                </a:lnTo>
                <a:lnTo>
                  <a:pt x="45" y="19"/>
                </a:lnTo>
                <a:lnTo>
                  <a:pt x="48" y="18"/>
                </a:lnTo>
                <a:lnTo>
                  <a:pt x="51" y="16"/>
                </a:lnTo>
                <a:lnTo>
                  <a:pt x="54" y="14"/>
                </a:lnTo>
                <a:lnTo>
                  <a:pt x="57" y="13"/>
                </a:lnTo>
                <a:lnTo>
                  <a:pt x="61" y="12"/>
                </a:lnTo>
                <a:lnTo>
                  <a:pt x="64" y="10"/>
                </a:lnTo>
                <a:lnTo>
                  <a:pt x="68" y="9"/>
                </a:lnTo>
                <a:lnTo>
                  <a:pt x="71" y="8"/>
                </a:lnTo>
                <a:lnTo>
                  <a:pt x="75" y="7"/>
                </a:lnTo>
                <a:lnTo>
                  <a:pt x="78" y="6"/>
                </a:lnTo>
                <a:lnTo>
                  <a:pt x="82" y="5"/>
                </a:lnTo>
                <a:lnTo>
                  <a:pt x="86" y="4"/>
                </a:lnTo>
                <a:lnTo>
                  <a:pt x="89" y="3"/>
                </a:lnTo>
                <a:lnTo>
                  <a:pt x="93" y="2"/>
                </a:lnTo>
                <a:lnTo>
                  <a:pt x="97" y="2"/>
                </a:lnTo>
                <a:lnTo>
                  <a:pt x="101" y="1"/>
                </a:lnTo>
                <a:lnTo>
                  <a:pt x="105" y="1"/>
                </a:lnTo>
                <a:lnTo>
                  <a:pt x="109" y="0"/>
                </a:lnTo>
                <a:lnTo>
                  <a:pt x="113" y="0"/>
                </a:lnTo>
                <a:lnTo>
                  <a:pt x="116" y="0"/>
                </a:lnTo>
                <a:lnTo>
                  <a:pt x="120" y="0"/>
                </a:lnTo>
                <a:lnTo>
                  <a:pt x="124" y="0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0" y="0"/>
                </a:lnTo>
                <a:lnTo>
                  <a:pt x="144" y="1"/>
                </a:lnTo>
                <a:lnTo>
                  <a:pt x="148" y="1"/>
                </a:lnTo>
                <a:lnTo>
                  <a:pt x="151" y="2"/>
                </a:lnTo>
                <a:lnTo>
                  <a:pt x="155" y="2"/>
                </a:lnTo>
                <a:lnTo>
                  <a:pt x="159" y="3"/>
                </a:lnTo>
                <a:lnTo>
                  <a:pt x="163" y="4"/>
                </a:lnTo>
                <a:lnTo>
                  <a:pt x="166" y="5"/>
                </a:lnTo>
                <a:lnTo>
                  <a:pt x="170" y="6"/>
                </a:lnTo>
                <a:lnTo>
                  <a:pt x="174" y="7"/>
                </a:lnTo>
                <a:lnTo>
                  <a:pt x="177" y="8"/>
                </a:lnTo>
                <a:lnTo>
                  <a:pt x="181" y="9"/>
                </a:lnTo>
                <a:lnTo>
                  <a:pt x="184" y="10"/>
                </a:lnTo>
                <a:lnTo>
                  <a:pt x="188" y="12"/>
                </a:lnTo>
                <a:lnTo>
                  <a:pt x="191" y="13"/>
                </a:lnTo>
                <a:lnTo>
                  <a:pt x="194" y="14"/>
                </a:lnTo>
                <a:lnTo>
                  <a:pt x="198" y="16"/>
                </a:lnTo>
                <a:lnTo>
                  <a:pt x="201" y="18"/>
                </a:lnTo>
                <a:lnTo>
                  <a:pt x="204" y="19"/>
                </a:lnTo>
                <a:lnTo>
                  <a:pt x="207" y="21"/>
                </a:lnTo>
                <a:lnTo>
                  <a:pt x="210" y="23"/>
                </a:lnTo>
                <a:lnTo>
                  <a:pt x="212" y="25"/>
                </a:lnTo>
                <a:lnTo>
                  <a:pt x="215" y="27"/>
                </a:lnTo>
                <a:lnTo>
                  <a:pt x="218" y="29"/>
                </a:lnTo>
                <a:lnTo>
                  <a:pt x="220" y="31"/>
                </a:lnTo>
                <a:lnTo>
                  <a:pt x="223" y="33"/>
                </a:lnTo>
                <a:lnTo>
                  <a:pt x="225" y="35"/>
                </a:lnTo>
                <a:lnTo>
                  <a:pt x="227" y="37"/>
                </a:lnTo>
                <a:lnTo>
                  <a:pt x="230" y="39"/>
                </a:lnTo>
                <a:lnTo>
                  <a:pt x="232" y="41"/>
                </a:lnTo>
                <a:lnTo>
                  <a:pt x="234" y="44"/>
                </a:lnTo>
                <a:lnTo>
                  <a:pt x="235" y="46"/>
                </a:lnTo>
                <a:lnTo>
                  <a:pt x="237" y="49"/>
                </a:lnTo>
                <a:lnTo>
                  <a:pt x="239" y="51"/>
                </a:lnTo>
                <a:lnTo>
                  <a:pt x="240" y="53"/>
                </a:lnTo>
                <a:lnTo>
                  <a:pt x="243" y="56"/>
                </a:lnTo>
                <a:lnTo>
                  <a:pt x="244" y="58"/>
                </a:lnTo>
                <a:lnTo>
                  <a:pt x="245" y="61"/>
                </a:lnTo>
                <a:lnTo>
                  <a:pt x="246" y="64"/>
                </a:lnTo>
                <a:lnTo>
                  <a:pt x="247" y="66"/>
                </a:lnTo>
                <a:lnTo>
                  <a:pt x="248" y="69"/>
                </a:lnTo>
                <a:lnTo>
                  <a:pt x="248" y="71"/>
                </a:lnTo>
                <a:lnTo>
                  <a:pt x="249" y="74"/>
                </a:lnTo>
                <a:lnTo>
                  <a:pt x="249" y="77"/>
                </a:lnTo>
                <a:lnTo>
                  <a:pt x="250" y="79"/>
                </a:lnTo>
                <a:lnTo>
                  <a:pt x="250" y="82"/>
                </a:lnTo>
                <a:lnTo>
                  <a:pt x="250" y="85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8" name=""/>
          <p:cNvSpPr/>
          <p:nvPr/>
        </p:nvSpPr>
        <p:spPr>
          <a:xfrm>
            <a:off x="4079880" y="2914920"/>
            <a:ext cx="92880" cy="63360"/>
          </a:xfrm>
          <a:custGeom>
            <a:avLst/>
            <a:gdLst/>
            <a:ahLst/>
            <a:rect l="0" t="0" r="r" b="b"/>
            <a:pathLst>
              <a:path w="258" h="176">
                <a:moveTo>
                  <a:pt x="254" y="88"/>
                </a:moveTo>
                <a:lnTo>
                  <a:pt x="254" y="85"/>
                </a:lnTo>
                <a:lnTo>
                  <a:pt x="254" y="82"/>
                </a:lnTo>
                <a:lnTo>
                  <a:pt x="253" y="80"/>
                </a:lnTo>
                <a:lnTo>
                  <a:pt x="253" y="77"/>
                </a:lnTo>
                <a:lnTo>
                  <a:pt x="252" y="74"/>
                </a:lnTo>
                <a:lnTo>
                  <a:pt x="252" y="72"/>
                </a:lnTo>
                <a:lnTo>
                  <a:pt x="251" y="69"/>
                </a:lnTo>
                <a:lnTo>
                  <a:pt x="250" y="67"/>
                </a:lnTo>
                <a:lnTo>
                  <a:pt x="249" y="64"/>
                </a:lnTo>
                <a:lnTo>
                  <a:pt x="248" y="61"/>
                </a:lnTo>
                <a:lnTo>
                  <a:pt x="247" y="59"/>
                </a:lnTo>
                <a:lnTo>
                  <a:pt x="245" y="56"/>
                </a:lnTo>
                <a:lnTo>
                  <a:pt x="244" y="54"/>
                </a:lnTo>
                <a:lnTo>
                  <a:pt x="242" y="52"/>
                </a:lnTo>
                <a:lnTo>
                  <a:pt x="240" y="49"/>
                </a:lnTo>
                <a:lnTo>
                  <a:pt x="239" y="47"/>
                </a:lnTo>
                <a:lnTo>
                  <a:pt x="237" y="44"/>
                </a:lnTo>
                <a:lnTo>
                  <a:pt x="235" y="42"/>
                </a:lnTo>
                <a:lnTo>
                  <a:pt x="232" y="40"/>
                </a:lnTo>
                <a:lnTo>
                  <a:pt x="230" y="38"/>
                </a:lnTo>
                <a:lnTo>
                  <a:pt x="228" y="36"/>
                </a:lnTo>
                <a:lnTo>
                  <a:pt x="225" y="34"/>
                </a:lnTo>
                <a:lnTo>
                  <a:pt x="223" y="32"/>
                </a:lnTo>
                <a:lnTo>
                  <a:pt x="220" y="30"/>
                </a:lnTo>
                <a:lnTo>
                  <a:pt x="217" y="28"/>
                </a:lnTo>
                <a:lnTo>
                  <a:pt x="215" y="26"/>
                </a:lnTo>
                <a:lnTo>
                  <a:pt x="212" y="24"/>
                </a:lnTo>
                <a:lnTo>
                  <a:pt x="209" y="22"/>
                </a:lnTo>
                <a:lnTo>
                  <a:pt x="206" y="21"/>
                </a:lnTo>
                <a:lnTo>
                  <a:pt x="203" y="19"/>
                </a:lnTo>
                <a:lnTo>
                  <a:pt x="199" y="17"/>
                </a:lnTo>
                <a:lnTo>
                  <a:pt x="196" y="16"/>
                </a:lnTo>
                <a:lnTo>
                  <a:pt x="193" y="15"/>
                </a:lnTo>
                <a:lnTo>
                  <a:pt x="189" y="13"/>
                </a:lnTo>
                <a:lnTo>
                  <a:pt x="186" y="12"/>
                </a:lnTo>
                <a:lnTo>
                  <a:pt x="182" y="11"/>
                </a:lnTo>
                <a:lnTo>
                  <a:pt x="179" y="10"/>
                </a:lnTo>
                <a:lnTo>
                  <a:pt x="175" y="9"/>
                </a:lnTo>
                <a:lnTo>
                  <a:pt x="171" y="8"/>
                </a:lnTo>
                <a:lnTo>
                  <a:pt x="168" y="7"/>
                </a:lnTo>
                <a:lnTo>
                  <a:pt x="164" y="6"/>
                </a:lnTo>
                <a:lnTo>
                  <a:pt x="160" y="5"/>
                </a:lnTo>
                <a:lnTo>
                  <a:pt x="156" y="5"/>
                </a:lnTo>
                <a:lnTo>
                  <a:pt x="153" y="4"/>
                </a:lnTo>
                <a:lnTo>
                  <a:pt x="149" y="4"/>
                </a:lnTo>
                <a:lnTo>
                  <a:pt x="145" y="3"/>
                </a:lnTo>
                <a:lnTo>
                  <a:pt x="141" y="3"/>
                </a:lnTo>
                <a:lnTo>
                  <a:pt x="137" y="3"/>
                </a:lnTo>
                <a:lnTo>
                  <a:pt x="133" y="3"/>
                </a:lnTo>
                <a:lnTo>
                  <a:pt x="129" y="3"/>
                </a:lnTo>
                <a:lnTo>
                  <a:pt x="125" y="3"/>
                </a:lnTo>
                <a:lnTo>
                  <a:pt x="121" y="3"/>
                </a:lnTo>
                <a:lnTo>
                  <a:pt x="118" y="3"/>
                </a:lnTo>
                <a:lnTo>
                  <a:pt x="114" y="3"/>
                </a:lnTo>
                <a:lnTo>
                  <a:pt x="110" y="4"/>
                </a:lnTo>
                <a:lnTo>
                  <a:pt x="106" y="4"/>
                </a:lnTo>
                <a:lnTo>
                  <a:pt x="102" y="5"/>
                </a:lnTo>
                <a:lnTo>
                  <a:pt x="98" y="5"/>
                </a:lnTo>
                <a:lnTo>
                  <a:pt x="94" y="6"/>
                </a:lnTo>
                <a:lnTo>
                  <a:pt x="91" y="7"/>
                </a:lnTo>
                <a:lnTo>
                  <a:pt x="87" y="8"/>
                </a:lnTo>
                <a:lnTo>
                  <a:pt x="83" y="9"/>
                </a:lnTo>
                <a:lnTo>
                  <a:pt x="80" y="10"/>
                </a:lnTo>
                <a:lnTo>
                  <a:pt x="76" y="11"/>
                </a:lnTo>
                <a:lnTo>
                  <a:pt x="73" y="12"/>
                </a:lnTo>
                <a:lnTo>
                  <a:pt x="69" y="13"/>
                </a:lnTo>
                <a:lnTo>
                  <a:pt x="66" y="15"/>
                </a:lnTo>
                <a:lnTo>
                  <a:pt x="62" y="16"/>
                </a:lnTo>
                <a:lnTo>
                  <a:pt x="58" y="17"/>
                </a:lnTo>
                <a:lnTo>
                  <a:pt x="55" y="19"/>
                </a:lnTo>
                <a:lnTo>
                  <a:pt x="52" y="21"/>
                </a:lnTo>
                <a:lnTo>
                  <a:pt x="49" y="22"/>
                </a:lnTo>
                <a:lnTo>
                  <a:pt x="46" y="24"/>
                </a:lnTo>
                <a:lnTo>
                  <a:pt x="43" y="26"/>
                </a:lnTo>
                <a:lnTo>
                  <a:pt x="40" y="28"/>
                </a:lnTo>
                <a:lnTo>
                  <a:pt x="37" y="30"/>
                </a:lnTo>
                <a:lnTo>
                  <a:pt x="35" y="32"/>
                </a:lnTo>
                <a:lnTo>
                  <a:pt x="32" y="34"/>
                </a:lnTo>
                <a:lnTo>
                  <a:pt x="30" y="36"/>
                </a:lnTo>
                <a:lnTo>
                  <a:pt x="27" y="38"/>
                </a:lnTo>
                <a:lnTo>
                  <a:pt x="25" y="40"/>
                </a:lnTo>
                <a:lnTo>
                  <a:pt x="23" y="42"/>
                </a:lnTo>
                <a:lnTo>
                  <a:pt x="21" y="44"/>
                </a:lnTo>
                <a:lnTo>
                  <a:pt x="19" y="47"/>
                </a:lnTo>
                <a:lnTo>
                  <a:pt x="17" y="49"/>
                </a:lnTo>
                <a:lnTo>
                  <a:pt x="15" y="52"/>
                </a:lnTo>
                <a:lnTo>
                  <a:pt x="14" y="54"/>
                </a:lnTo>
                <a:lnTo>
                  <a:pt x="12" y="56"/>
                </a:lnTo>
                <a:lnTo>
                  <a:pt x="11" y="59"/>
                </a:lnTo>
                <a:lnTo>
                  <a:pt x="10" y="61"/>
                </a:lnTo>
                <a:lnTo>
                  <a:pt x="9" y="64"/>
                </a:lnTo>
                <a:lnTo>
                  <a:pt x="7" y="67"/>
                </a:lnTo>
                <a:lnTo>
                  <a:pt x="7" y="69"/>
                </a:lnTo>
                <a:lnTo>
                  <a:pt x="6" y="72"/>
                </a:lnTo>
                <a:lnTo>
                  <a:pt x="5" y="74"/>
                </a:lnTo>
                <a:lnTo>
                  <a:pt x="5" y="77"/>
                </a:lnTo>
                <a:lnTo>
                  <a:pt x="4" y="80"/>
                </a:lnTo>
                <a:lnTo>
                  <a:pt x="4" y="82"/>
                </a:lnTo>
                <a:lnTo>
                  <a:pt x="4" y="85"/>
                </a:lnTo>
                <a:lnTo>
                  <a:pt x="4" y="88"/>
                </a:lnTo>
                <a:lnTo>
                  <a:pt x="4" y="90"/>
                </a:lnTo>
                <a:lnTo>
                  <a:pt x="4" y="93"/>
                </a:lnTo>
                <a:lnTo>
                  <a:pt x="4" y="96"/>
                </a:lnTo>
                <a:lnTo>
                  <a:pt x="5" y="98"/>
                </a:lnTo>
                <a:lnTo>
                  <a:pt x="5" y="101"/>
                </a:lnTo>
                <a:lnTo>
                  <a:pt x="6" y="104"/>
                </a:lnTo>
                <a:lnTo>
                  <a:pt x="7" y="106"/>
                </a:lnTo>
                <a:lnTo>
                  <a:pt x="7" y="109"/>
                </a:lnTo>
                <a:lnTo>
                  <a:pt x="9" y="111"/>
                </a:lnTo>
                <a:lnTo>
                  <a:pt x="10" y="114"/>
                </a:lnTo>
                <a:lnTo>
                  <a:pt x="11" y="116"/>
                </a:lnTo>
                <a:lnTo>
                  <a:pt x="12" y="119"/>
                </a:lnTo>
                <a:lnTo>
                  <a:pt x="14" y="121"/>
                </a:lnTo>
                <a:lnTo>
                  <a:pt x="15" y="124"/>
                </a:lnTo>
                <a:lnTo>
                  <a:pt x="17" y="126"/>
                </a:lnTo>
                <a:lnTo>
                  <a:pt x="19" y="129"/>
                </a:lnTo>
                <a:lnTo>
                  <a:pt x="21" y="131"/>
                </a:lnTo>
                <a:lnTo>
                  <a:pt x="23" y="133"/>
                </a:lnTo>
                <a:lnTo>
                  <a:pt x="25" y="135"/>
                </a:lnTo>
                <a:lnTo>
                  <a:pt x="27" y="138"/>
                </a:lnTo>
                <a:lnTo>
                  <a:pt x="30" y="140"/>
                </a:lnTo>
                <a:lnTo>
                  <a:pt x="32" y="142"/>
                </a:lnTo>
                <a:lnTo>
                  <a:pt x="35" y="144"/>
                </a:lnTo>
                <a:lnTo>
                  <a:pt x="37" y="146"/>
                </a:lnTo>
                <a:lnTo>
                  <a:pt x="40" y="148"/>
                </a:lnTo>
                <a:lnTo>
                  <a:pt x="43" y="150"/>
                </a:lnTo>
                <a:lnTo>
                  <a:pt x="46" y="151"/>
                </a:lnTo>
                <a:lnTo>
                  <a:pt x="49" y="153"/>
                </a:lnTo>
                <a:lnTo>
                  <a:pt x="52" y="155"/>
                </a:lnTo>
                <a:lnTo>
                  <a:pt x="55" y="156"/>
                </a:lnTo>
                <a:lnTo>
                  <a:pt x="58" y="158"/>
                </a:lnTo>
                <a:lnTo>
                  <a:pt x="62" y="159"/>
                </a:lnTo>
                <a:lnTo>
                  <a:pt x="66" y="161"/>
                </a:lnTo>
                <a:lnTo>
                  <a:pt x="69" y="162"/>
                </a:lnTo>
                <a:lnTo>
                  <a:pt x="73" y="163"/>
                </a:lnTo>
                <a:lnTo>
                  <a:pt x="76" y="164"/>
                </a:lnTo>
                <a:lnTo>
                  <a:pt x="80" y="166"/>
                </a:lnTo>
                <a:lnTo>
                  <a:pt x="83" y="167"/>
                </a:lnTo>
                <a:lnTo>
                  <a:pt x="87" y="167"/>
                </a:lnTo>
                <a:lnTo>
                  <a:pt x="91" y="169"/>
                </a:lnTo>
                <a:lnTo>
                  <a:pt x="94" y="170"/>
                </a:lnTo>
                <a:lnTo>
                  <a:pt x="98" y="171"/>
                </a:lnTo>
                <a:lnTo>
                  <a:pt x="102" y="171"/>
                </a:lnTo>
                <a:lnTo>
                  <a:pt x="106" y="172"/>
                </a:lnTo>
                <a:lnTo>
                  <a:pt x="110" y="172"/>
                </a:lnTo>
                <a:lnTo>
                  <a:pt x="114" y="173"/>
                </a:lnTo>
                <a:lnTo>
                  <a:pt x="118" y="173"/>
                </a:lnTo>
                <a:lnTo>
                  <a:pt x="121" y="173"/>
                </a:lnTo>
                <a:lnTo>
                  <a:pt x="125" y="173"/>
                </a:lnTo>
                <a:lnTo>
                  <a:pt x="129" y="174"/>
                </a:lnTo>
                <a:lnTo>
                  <a:pt x="133" y="173"/>
                </a:lnTo>
                <a:lnTo>
                  <a:pt x="137" y="173"/>
                </a:lnTo>
                <a:lnTo>
                  <a:pt x="141" y="173"/>
                </a:lnTo>
                <a:lnTo>
                  <a:pt x="145" y="173"/>
                </a:lnTo>
                <a:lnTo>
                  <a:pt x="149" y="172"/>
                </a:lnTo>
                <a:lnTo>
                  <a:pt x="153" y="172"/>
                </a:lnTo>
                <a:lnTo>
                  <a:pt x="156" y="171"/>
                </a:lnTo>
                <a:lnTo>
                  <a:pt x="160" y="171"/>
                </a:lnTo>
                <a:lnTo>
                  <a:pt x="164" y="170"/>
                </a:lnTo>
                <a:lnTo>
                  <a:pt x="168" y="169"/>
                </a:lnTo>
                <a:lnTo>
                  <a:pt x="171" y="167"/>
                </a:lnTo>
                <a:lnTo>
                  <a:pt x="175" y="167"/>
                </a:lnTo>
                <a:lnTo>
                  <a:pt x="179" y="166"/>
                </a:lnTo>
                <a:lnTo>
                  <a:pt x="182" y="164"/>
                </a:lnTo>
                <a:lnTo>
                  <a:pt x="186" y="163"/>
                </a:lnTo>
                <a:lnTo>
                  <a:pt x="189" y="162"/>
                </a:lnTo>
                <a:lnTo>
                  <a:pt x="193" y="161"/>
                </a:lnTo>
                <a:lnTo>
                  <a:pt x="196" y="159"/>
                </a:lnTo>
                <a:lnTo>
                  <a:pt x="199" y="158"/>
                </a:lnTo>
                <a:lnTo>
                  <a:pt x="203" y="156"/>
                </a:lnTo>
                <a:lnTo>
                  <a:pt x="206" y="155"/>
                </a:lnTo>
                <a:lnTo>
                  <a:pt x="209" y="153"/>
                </a:lnTo>
                <a:lnTo>
                  <a:pt x="212" y="151"/>
                </a:lnTo>
                <a:lnTo>
                  <a:pt x="215" y="150"/>
                </a:lnTo>
                <a:lnTo>
                  <a:pt x="217" y="148"/>
                </a:lnTo>
                <a:lnTo>
                  <a:pt x="220" y="146"/>
                </a:lnTo>
                <a:lnTo>
                  <a:pt x="223" y="144"/>
                </a:lnTo>
                <a:lnTo>
                  <a:pt x="225" y="142"/>
                </a:lnTo>
                <a:lnTo>
                  <a:pt x="228" y="140"/>
                </a:lnTo>
                <a:lnTo>
                  <a:pt x="230" y="138"/>
                </a:lnTo>
                <a:lnTo>
                  <a:pt x="232" y="135"/>
                </a:lnTo>
                <a:lnTo>
                  <a:pt x="235" y="133"/>
                </a:lnTo>
                <a:lnTo>
                  <a:pt x="237" y="131"/>
                </a:lnTo>
                <a:lnTo>
                  <a:pt x="239" y="129"/>
                </a:lnTo>
                <a:lnTo>
                  <a:pt x="240" y="126"/>
                </a:lnTo>
                <a:lnTo>
                  <a:pt x="242" y="124"/>
                </a:lnTo>
                <a:lnTo>
                  <a:pt x="244" y="121"/>
                </a:lnTo>
                <a:lnTo>
                  <a:pt x="245" y="119"/>
                </a:lnTo>
                <a:lnTo>
                  <a:pt x="247" y="116"/>
                </a:lnTo>
                <a:lnTo>
                  <a:pt x="248" y="114"/>
                </a:lnTo>
                <a:lnTo>
                  <a:pt x="249" y="111"/>
                </a:lnTo>
                <a:lnTo>
                  <a:pt x="250" y="109"/>
                </a:lnTo>
                <a:lnTo>
                  <a:pt x="251" y="106"/>
                </a:lnTo>
                <a:lnTo>
                  <a:pt x="252" y="104"/>
                </a:lnTo>
                <a:lnTo>
                  <a:pt x="252" y="101"/>
                </a:lnTo>
                <a:lnTo>
                  <a:pt x="253" y="98"/>
                </a:lnTo>
                <a:lnTo>
                  <a:pt x="253" y="96"/>
                </a:lnTo>
                <a:lnTo>
                  <a:pt x="254" y="93"/>
                </a:lnTo>
                <a:lnTo>
                  <a:pt x="254" y="90"/>
                </a:lnTo>
                <a:lnTo>
                  <a:pt x="254" y="88"/>
                </a:lnTo>
                <a:moveTo>
                  <a:pt x="258" y="88"/>
                </a:moveTo>
                <a:lnTo>
                  <a:pt x="258" y="90"/>
                </a:lnTo>
                <a:lnTo>
                  <a:pt x="257" y="93"/>
                </a:lnTo>
                <a:lnTo>
                  <a:pt x="257" y="96"/>
                </a:lnTo>
                <a:lnTo>
                  <a:pt x="257" y="99"/>
                </a:lnTo>
                <a:lnTo>
                  <a:pt x="256" y="101"/>
                </a:lnTo>
                <a:lnTo>
                  <a:pt x="255" y="104"/>
                </a:lnTo>
                <a:lnTo>
                  <a:pt x="255" y="107"/>
                </a:lnTo>
                <a:lnTo>
                  <a:pt x="254" y="109"/>
                </a:lnTo>
                <a:lnTo>
                  <a:pt x="253" y="112"/>
                </a:lnTo>
                <a:lnTo>
                  <a:pt x="251" y="115"/>
                </a:lnTo>
                <a:lnTo>
                  <a:pt x="250" y="117"/>
                </a:lnTo>
                <a:lnTo>
                  <a:pt x="249" y="120"/>
                </a:lnTo>
                <a:lnTo>
                  <a:pt x="247" y="122"/>
                </a:lnTo>
                <a:lnTo>
                  <a:pt x="245" y="125"/>
                </a:lnTo>
                <a:lnTo>
                  <a:pt x="244" y="127"/>
                </a:lnTo>
                <a:lnTo>
                  <a:pt x="242" y="130"/>
                </a:lnTo>
                <a:lnTo>
                  <a:pt x="240" y="132"/>
                </a:lnTo>
                <a:lnTo>
                  <a:pt x="238" y="134"/>
                </a:lnTo>
                <a:lnTo>
                  <a:pt x="236" y="137"/>
                </a:lnTo>
                <a:lnTo>
                  <a:pt x="233" y="139"/>
                </a:lnTo>
                <a:lnTo>
                  <a:pt x="231" y="141"/>
                </a:lnTo>
                <a:lnTo>
                  <a:pt x="228" y="143"/>
                </a:lnTo>
                <a:lnTo>
                  <a:pt x="226" y="145"/>
                </a:lnTo>
                <a:lnTo>
                  <a:pt x="223" y="147"/>
                </a:lnTo>
                <a:lnTo>
                  <a:pt x="220" y="149"/>
                </a:lnTo>
                <a:lnTo>
                  <a:pt x="217" y="151"/>
                </a:lnTo>
                <a:lnTo>
                  <a:pt x="214" y="153"/>
                </a:lnTo>
                <a:lnTo>
                  <a:pt x="211" y="155"/>
                </a:lnTo>
                <a:lnTo>
                  <a:pt x="208" y="157"/>
                </a:lnTo>
                <a:lnTo>
                  <a:pt x="205" y="158"/>
                </a:lnTo>
                <a:lnTo>
                  <a:pt x="201" y="160"/>
                </a:lnTo>
                <a:lnTo>
                  <a:pt x="198" y="161"/>
                </a:lnTo>
                <a:lnTo>
                  <a:pt x="195" y="163"/>
                </a:lnTo>
                <a:lnTo>
                  <a:pt x="191" y="164"/>
                </a:lnTo>
                <a:lnTo>
                  <a:pt x="188" y="166"/>
                </a:lnTo>
                <a:lnTo>
                  <a:pt x="184" y="167"/>
                </a:lnTo>
                <a:lnTo>
                  <a:pt x="180" y="169"/>
                </a:lnTo>
                <a:lnTo>
                  <a:pt x="177" y="170"/>
                </a:lnTo>
                <a:lnTo>
                  <a:pt x="173" y="171"/>
                </a:lnTo>
                <a:lnTo>
                  <a:pt x="169" y="172"/>
                </a:lnTo>
                <a:lnTo>
                  <a:pt x="165" y="173"/>
                </a:lnTo>
                <a:lnTo>
                  <a:pt x="161" y="173"/>
                </a:lnTo>
                <a:lnTo>
                  <a:pt x="157" y="174"/>
                </a:lnTo>
                <a:lnTo>
                  <a:pt x="153" y="175"/>
                </a:lnTo>
                <a:lnTo>
                  <a:pt x="149" y="175"/>
                </a:lnTo>
                <a:lnTo>
                  <a:pt x="145" y="175"/>
                </a:lnTo>
                <a:lnTo>
                  <a:pt x="141" y="176"/>
                </a:lnTo>
                <a:lnTo>
                  <a:pt x="137" y="176"/>
                </a:lnTo>
                <a:lnTo>
                  <a:pt x="133" y="176"/>
                </a:lnTo>
                <a:lnTo>
                  <a:pt x="129" y="176"/>
                </a:lnTo>
                <a:lnTo>
                  <a:pt x="125" y="176"/>
                </a:lnTo>
                <a:lnTo>
                  <a:pt x="121" y="176"/>
                </a:lnTo>
                <a:lnTo>
                  <a:pt x="117" y="176"/>
                </a:lnTo>
                <a:lnTo>
                  <a:pt x="113" y="175"/>
                </a:lnTo>
                <a:lnTo>
                  <a:pt x="109" y="175"/>
                </a:lnTo>
                <a:lnTo>
                  <a:pt x="105" y="175"/>
                </a:lnTo>
                <a:lnTo>
                  <a:pt x="101" y="174"/>
                </a:lnTo>
                <a:lnTo>
                  <a:pt x="97" y="173"/>
                </a:lnTo>
                <a:lnTo>
                  <a:pt x="93" y="173"/>
                </a:lnTo>
                <a:lnTo>
                  <a:pt x="90" y="172"/>
                </a:lnTo>
                <a:lnTo>
                  <a:pt x="86" y="171"/>
                </a:lnTo>
                <a:lnTo>
                  <a:pt x="82" y="170"/>
                </a:lnTo>
                <a:lnTo>
                  <a:pt x="78" y="169"/>
                </a:lnTo>
                <a:lnTo>
                  <a:pt x="75" y="167"/>
                </a:lnTo>
                <a:lnTo>
                  <a:pt x="71" y="166"/>
                </a:lnTo>
                <a:lnTo>
                  <a:pt x="67" y="164"/>
                </a:lnTo>
                <a:lnTo>
                  <a:pt x="64" y="163"/>
                </a:lnTo>
                <a:lnTo>
                  <a:pt x="60" y="161"/>
                </a:lnTo>
                <a:lnTo>
                  <a:pt x="56" y="160"/>
                </a:lnTo>
                <a:lnTo>
                  <a:pt x="53" y="158"/>
                </a:lnTo>
                <a:lnTo>
                  <a:pt x="50" y="157"/>
                </a:lnTo>
                <a:lnTo>
                  <a:pt x="46" y="155"/>
                </a:lnTo>
                <a:lnTo>
                  <a:pt x="43" y="153"/>
                </a:lnTo>
                <a:lnTo>
                  <a:pt x="40" y="151"/>
                </a:lnTo>
                <a:lnTo>
                  <a:pt x="37" y="149"/>
                </a:lnTo>
                <a:lnTo>
                  <a:pt x="35" y="147"/>
                </a:lnTo>
                <a:lnTo>
                  <a:pt x="32" y="145"/>
                </a:lnTo>
                <a:lnTo>
                  <a:pt x="29" y="143"/>
                </a:lnTo>
                <a:lnTo>
                  <a:pt x="27" y="141"/>
                </a:lnTo>
                <a:lnTo>
                  <a:pt x="24" y="139"/>
                </a:lnTo>
                <a:lnTo>
                  <a:pt x="22" y="137"/>
                </a:lnTo>
                <a:lnTo>
                  <a:pt x="20" y="134"/>
                </a:lnTo>
                <a:lnTo>
                  <a:pt x="18" y="132"/>
                </a:lnTo>
                <a:lnTo>
                  <a:pt x="16" y="130"/>
                </a:lnTo>
                <a:lnTo>
                  <a:pt x="14" y="127"/>
                </a:lnTo>
                <a:lnTo>
                  <a:pt x="12" y="125"/>
                </a:lnTo>
                <a:lnTo>
                  <a:pt x="10" y="122"/>
                </a:lnTo>
                <a:lnTo>
                  <a:pt x="9" y="120"/>
                </a:lnTo>
                <a:lnTo>
                  <a:pt x="7" y="117"/>
                </a:lnTo>
                <a:lnTo>
                  <a:pt x="6" y="115"/>
                </a:lnTo>
                <a:lnTo>
                  <a:pt x="5" y="112"/>
                </a:lnTo>
                <a:lnTo>
                  <a:pt x="4" y="109"/>
                </a:lnTo>
                <a:lnTo>
                  <a:pt x="3" y="107"/>
                </a:lnTo>
                <a:lnTo>
                  <a:pt x="2" y="104"/>
                </a:lnTo>
                <a:lnTo>
                  <a:pt x="1" y="101"/>
                </a:lnTo>
                <a:lnTo>
                  <a:pt x="1" y="99"/>
                </a:lnTo>
                <a:lnTo>
                  <a:pt x="0" y="96"/>
                </a:lnTo>
                <a:lnTo>
                  <a:pt x="0" y="93"/>
                </a:lnTo>
                <a:lnTo>
                  <a:pt x="0" y="90"/>
                </a:lnTo>
                <a:lnTo>
                  <a:pt x="0" y="88"/>
                </a:lnTo>
                <a:lnTo>
                  <a:pt x="0" y="85"/>
                </a:lnTo>
                <a:lnTo>
                  <a:pt x="0" y="82"/>
                </a:lnTo>
                <a:lnTo>
                  <a:pt x="0" y="79"/>
                </a:lnTo>
                <a:lnTo>
                  <a:pt x="1" y="77"/>
                </a:lnTo>
                <a:lnTo>
                  <a:pt x="1" y="74"/>
                </a:lnTo>
                <a:lnTo>
                  <a:pt x="2" y="71"/>
                </a:lnTo>
                <a:lnTo>
                  <a:pt x="3" y="69"/>
                </a:lnTo>
                <a:lnTo>
                  <a:pt x="4" y="66"/>
                </a:lnTo>
                <a:lnTo>
                  <a:pt x="5" y="63"/>
                </a:lnTo>
                <a:lnTo>
                  <a:pt x="6" y="61"/>
                </a:lnTo>
                <a:lnTo>
                  <a:pt x="7" y="58"/>
                </a:lnTo>
                <a:lnTo>
                  <a:pt x="9" y="55"/>
                </a:lnTo>
                <a:lnTo>
                  <a:pt x="10" y="53"/>
                </a:lnTo>
                <a:lnTo>
                  <a:pt x="12" y="50"/>
                </a:lnTo>
                <a:lnTo>
                  <a:pt x="14" y="48"/>
                </a:lnTo>
                <a:lnTo>
                  <a:pt x="16" y="46"/>
                </a:lnTo>
                <a:lnTo>
                  <a:pt x="18" y="43"/>
                </a:lnTo>
                <a:lnTo>
                  <a:pt x="20" y="41"/>
                </a:lnTo>
                <a:lnTo>
                  <a:pt x="22" y="39"/>
                </a:lnTo>
                <a:lnTo>
                  <a:pt x="24" y="36"/>
                </a:lnTo>
                <a:lnTo>
                  <a:pt x="27" y="34"/>
                </a:lnTo>
                <a:lnTo>
                  <a:pt x="29" y="32"/>
                </a:lnTo>
                <a:lnTo>
                  <a:pt x="32" y="30"/>
                </a:lnTo>
                <a:lnTo>
                  <a:pt x="35" y="28"/>
                </a:lnTo>
                <a:lnTo>
                  <a:pt x="37" y="26"/>
                </a:lnTo>
                <a:lnTo>
                  <a:pt x="40" y="24"/>
                </a:lnTo>
                <a:lnTo>
                  <a:pt x="43" y="22"/>
                </a:lnTo>
                <a:lnTo>
                  <a:pt x="46" y="20"/>
                </a:lnTo>
                <a:lnTo>
                  <a:pt x="50" y="19"/>
                </a:lnTo>
                <a:lnTo>
                  <a:pt x="53" y="17"/>
                </a:lnTo>
                <a:lnTo>
                  <a:pt x="56" y="15"/>
                </a:lnTo>
                <a:lnTo>
                  <a:pt x="60" y="14"/>
                </a:lnTo>
                <a:lnTo>
                  <a:pt x="64" y="12"/>
                </a:lnTo>
                <a:lnTo>
                  <a:pt x="67" y="11"/>
                </a:lnTo>
                <a:lnTo>
                  <a:pt x="71" y="10"/>
                </a:lnTo>
                <a:lnTo>
                  <a:pt x="75" y="9"/>
                </a:lnTo>
                <a:lnTo>
                  <a:pt x="78" y="7"/>
                </a:lnTo>
                <a:lnTo>
                  <a:pt x="82" y="6"/>
                </a:lnTo>
                <a:lnTo>
                  <a:pt x="86" y="5"/>
                </a:lnTo>
                <a:lnTo>
                  <a:pt x="90" y="5"/>
                </a:lnTo>
                <a:lnTo>
                  <a:pt x="93" y="4"/>
                </a:lnTo>
                <a:lnTo>
                  <a:pt x="97" y="3"/>
                </a:lnTo>
                <a:lnTo>
                  <a:pt x="101" y="2"/>
                </a:lnTo>
                <a:lnTo>
                  <a:pt x="105" y="2"/>
                </a:lnTo>
                <a:lnTo>
                  <a:pt x="109" y="1"/>
                </a:lnTo>
                <a:lnTo>
                  <a:pt x="113" y="1"/>
                </a:lnTo>
                <a:lnTo>
                  <a:pt x="117" y="1"/>
                </a:lnTo>
                <a:lnTo>
                  <a:pt x="121" y="0"/>
                </a:lnTo>
                <a:lnTo>
                  <a:pt x="125" y="0"/>
                </a:lnTo>
                <a:lnTo>
                  <a:pt x="129" y="0"/>
                </a:lnTo>
                <a:lnTo>
                  <a:pt x="133" y="0"/>
                </a:lnTo>
                <a:lnTo>
                  <a:pt x="137" y="0"/>
                </a:lnTo>
                <a:lnTo>
                  <a:pt x="141" y="1"/>
                </a:lnTo>
                <a:lnTo>
                  <a:pt x="145" y="1"/>
                </a:lnTo>
                <a:lnTo>
                  <a:pt x="149" y="1"/>
                </a:lnTo>
                <a:lnTo>
                  <a:pt x="153" y="2"/>
                </a:lnTo>
                <a:lnTo>
                  <a:pt x="157" y="2"/>
                </a:lnTo>
                <a:lnTo>
                  <a:pt x="161" y="3"/>
                </a:lnTo>
                <a:lnTo>
                  <a:pt x="165" y="4"/>
                </a:lnTo>
                <a:lnTo>
                  <a:pt x="169" y="5"/>
                </a:lnTo>
                <a:lnTo>
                  <a:pt x="173" y="5"/>
                </a:lnTo>
                <a:lnTo>
                  <a:pt x="177" y="6"/>
                </a:lnTo>
                <a:lnTo>
                  <a:pt x="180" y="7"/>
                </a:lnTo>
                <a:lnTo>
                  <a:pt x="184" y="9"/>
                </a:lnTo>
                <a:lnTo>
                  <a:pt x="188" y="10"/>
                </a:lnTo>
                <a:lnTo>
                  <a:pt x="191" y="11"/>
                </a:lnTo>
                <a:lnTo>
                  <a:pt x="195" y="12"/>
                </a:lnTo>
                <a:lnTo>
                  <a:pt x="198" y="14"/>
                </a:lnTo>
                <a:lnTo>
                  <a:pt x="201" y="15"/>
                </a:lnTo>
                <a:lnTo>
                  <a:pt x="205" y="17"/>
                </a:lnTo>
                <a:lnTo>
                  <a:pt x="208" y="19"/>
                </a:lnTo>
                <a:lnTo>
                  <a:pt x="211" y="20"/>
                </a:lnTo>
                <a:lnTo>
                  <a:pt x="214" y="22"/>
                </a:lnTo>
                <a:lnTo>
                  <a:pt x="217" y="24"/>
                </a:lnTo>
                <a:lnTo>
                  <a:pt x="220" y="26"/>
                </a:lnTo>
                <a:lnTo>
                  <a:pt x="223" y="28"/>
                </a:lnTo>
                <a:lnTo>
                  <a:pt x="226" y="30"/>
                </a:lnTo>
                <a:lnTo>
                  <a:pt x="228" y="32"/>
                </a:lnTo>
                <a:lnTo>
                  <a:pt x="231" y="34"/>
                </a:lnTo>
                <a:lnTo>
                  <a:pt x="233" y="36"/>
                </a:lnTo>
                <a:lnTo>
                  <a:pt x="236" y="39"/>
                </a:lnTo>
                <a:lnTo>
                  <a:pt x="238" y="41"/>
                </a:lnTo>
                <a:lnTo>
                  <a:pt x="240" y="43"/>
                </a:lnTo>
                <a:lnTo>
                  <a:pt x="242" y="46"/>
                </a:lnTo>
                <a:lnTo>
                  <a:pt x="244" y="48"/>
                </a:lnTo>
                <a:lnTo>
                  <a:pt x="245" y="50"/>
                </a:lnTo>
                <a:lnTo>
                  <a:pt x="247" y="53"/>
                </a:lnTo>
                <a:lnTo>
                  <a:pt x="249" y="55"/>
                </a:lnTo>
                <a:lnTo>
                  <a:pt x="250" y="58"/>
                </a:lnTo>
                <a:lnTo>
                  <a:pt x="251" y="61"/>
                </a:lnTo>
                <a:lnTo>
                  <a:pt x="253" y="63"/>
                </a:lnTo>
                <a:lnTo>
                  <a:pt x="254" y="66"/>
                </a:lnTo>
                <a:lnTo>
                  <a:pt x="255" y="69"/>
                </a:lnTo>
                <a:lnTo>
                  <a:pt x="255" y="71"/>
                </a:lnTo>
                <a:lnTo>
                  <a:pt x="256" y="74"/>
                </a:lnTo>
                <a:lnTo>
                  <a:pt x="257" y="77"/>
                </a:lnTo>
                <a:lnTo>
                  <a:pt x="257" y="79"/>
                </a:lnTo>
                <a:lnTo>
                  <a:pt x="257" y="82"/>
                </a:lnTo>
                <a:lnTo>
                  <a:pt x="258" y="85"/>
                </a:lnTo>
                <a:lnTo>
                  <a:pt x="258" y="8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89" name=""/>
          <p:cNvSpPr/>
          <p:nvPr/>
        </p:nvSpPr>
        <p:spPr>
          <a:xfrm>
            <a:off x="4071600" y="2909520"/>
            <a:ext cx="109080" cy="74520"/>
          </a:xfrm>
          <a:custGeom>
            <a:avLst/>
            <a:gdLst/>
            <a:ahLst/>
            <a:rect l="0" t="0" r="r" b="b"/>
            <a:pathLst>
              <a:path w="303" h="207">
                <a:moveTo>
                  <a:pt x="281" y="104"/>
                </a:moveTo>
                <a:lnTo>
                  <a:pt x="281" y="101"/>
                </a:lnTo>
                <a:lnTo>
                  <a:pt x="280" y="98"/>
                </a:lnTo>
                <a:lnTo>
                  <a:pt x="280" y="95"/>
                </a:lnTo>
                <a:lnTo>
                  <a:pt x="280" y="93"/>
                </a:lnTo>
                <a:lnTo>
                  <a:pt x="279" y="90"/>
                </a:lnTo>
                <a:lnTo>
                  <a:pt x="278" y="87"/>
                </a:lnTo>
                <a:lnTo>
                  <a:pt x="278" y="85"/>
                </a:lnTo>
                <a:lnTo>
                  <a:pt x="277" y="82"/>
                </a:lnTo>
                <a:lnTo>
                  <a:pt x="276" y="79"/>
                </a:lnTo>
                <a:lnTo>
                  <a:pt x="274" y="77"/>
                </a:lnTo>
                <a:lnTo>
                  <a:pt x="273" y="74"/>
                </a:lnTo>
                <a:lnTo>
                  <a:pt x="272" y="71"/>
                </a:lnTo>
                <a:lnTo>
                  <a:pt x="270" y="69"/>
                </a:lnTo>
                <a:lnTo>
                  <a:pt x="268" y="66"/>
                </a:lnTo>
                <a:lnTo>
                  <a:pt x="267" y="64"/>
                </a:lnTo>
                <a:lnTo>
                  <a:pt x="265" y="62"/>
                </a:lnTo>
                <a:lnTo>
                  <a:pt x="263" y="59"/>
                </a:lnTo>
                <a:lnTo>
                  <a:pt x="261" y="57"/>
                </a:lnTo>
                <a:lnTo>
                  <a:pt x="259" y="55"/>
                </a:lnTo>
                <a:lnTo>
                  <a:pt x="256" y="52"/>
                </a:lnTo>
                <a:lnTo>
                  <a:pt x="254" y="50"/>
                </a:lnTo>
                <a:lnTo>
                  <a:pt x="251" y="48"/>
                </a:lnTo>
                <a:lnTo>
                  <a:pt x="249" y="46"/>
                </a:lnTo>
                <a:lnTo>
                  <a:pt x="246" y="44"/>
                </a:lnTo>
                <a:lnTo>
                  <a:pt x="243" y="42"/>
                </a:lnTo>
                <a:lnTo>
                  <a:pt x="240" y="40"/>
                </a:lnTo>
                <a:lnTo>
                  <a:pt x="237" y="38"/>
                </a:lnTo>
                <a:lnTo>
                  <a:pt x="234" y="36"/>
                </a:lnTo>
                <a:lnTo>
                  <a:pt x="231" y="35"/>
                </a:lnTo>
                <a:lnTo>
                  <a:pt x="228" y="33"/>
                </a:lnTo>
                <a:lnTo>
                  <a:pt x="224" y="31"/>
                </a:lnTo>
                <a:lnTo>
                  <a:pt x="221" y="30"/>
                </a:lnTo>
                <a:lnTo>
                  <a:pt x="218" y="28"/>
                </a:lnTo>
                <a:lnTo>
                  <a:pt x="214" y="27"/>
                </a:lnTo>
                <a:lnTo>
                  <a:pt x="211" y="26"/>
                </a:lnTo>
                <a:lnTo>
                  <a:pt x="207" y="25"/>
                </a:lnTo>
                <a:lnTo>
                  <a:pt x="203" y="23"/>
                </a:lnTo>
                <a:lnTo>
                  <a:pt x="200" y="22"/>
                </a:lnTo>
                <a:lnTo>
                  <a:pt x="196" y="21"/>
                </a:lnTo>
                <a:lnTo>
                  <a:pt x="192" y="21"/>
                </a:lnTo>
                <a:lnTo>
                  <a:pt x="188" y="20"/>
                </a:lnTo>
                <a:lnTo>
                  <a:pt x="184" y="19"/>
                </a:lnTo>
                <a:lnTo>
                  <a:pt x="180" y="18"/>
                </a:lnTo>
                <a:lnTo>
                  <a:pt x="176" y="18"/>
                </a:lnTo>
                <a:lnTo>
                  <a:pt x="172" y="17"/>
                </a:lnTo>
                <a:lnTo>
                  <a:pt x="168" y="17"/>
                </a:lnTo>
                <a:lnTo>
                  <a:pt x="164" y="17"/>
                </a:lnTo>
                <a:lnTo>
                  <a:pt x="160" y="15"/>
                </a:lnTo>
                <a:lnTo>
                  <a:pt x="156" y="15"/>
                </a:lnTo>
                <a:lnTo>
                  <a:pt x="152" y="15"/>
                </a:lnTo>
                <a:lnTo>
                  <a:pt x="148" y="15"/>
                </a:lnTo>
                <a:lnTo>
                  <a:pt x="144" y="15"/>
                </a:lnTo>
                <a:lnTo>
                  <a:pt x="140" y="17"/>
                </a:lnTo>
                <a:lnTo>
                  <a:pt x="136" y="17"/>
                </a:lnTo>
                <a:lnTo>
                  <a:pt x="132" y="17"/>
                </a:lnTo>
                <a:lnTo>
                  <a:pt x="128" y="18"/>
                </a:lnTo>
                <a:lnTo>
                  <a:pt x="124" y="18"/>
                </a:lnTo>
                <a:lnTo>
                  <a:pt x="120" y="19"/>
                </a:lnTo>
                <a:lnTo>
                  <a:pt x="116" y="20"/>
                </a:lnTo>
                <a:lnTo>
                  <a:pt x="113" y="21"/>
                </a:lnTo>
                <a:lnTo>
                  <a:pt x="109" y="21"/>
                </a:lnTo>
                <a:lnTo>
                  <a:pt x="105" y="22"/>
                </a:lnTo>
                <a:lnTo>
                  <a:pt x="101" y="23"/>
                </a:lnTo>
                <a:lnTo>
                  <a:pt x="98" y="25"/>
                </a:lnTo>
                <a:lnTo>
                  <a:pt x="94" y="26"/>
                </a:lnTo>
                <a:lnTo>
                  <a:pt x="90" y="27"/>
                </a:lnTo>
                <a:lnTo>
                  <a:pt x="87" y="28"/>
                </a:lnTo>
                <a:lnTo>
                  <a:pt x="83" y="30"/>
                </a:lnTo>
                <a:lnTo>
                  <a:pt x="80" y="31"/>
                </a:lnTo>
                <a:lnTo>
                  <a:pt x="77" y="33"/>
                </a:lnTo>
                <a:lnTo>
                  <a:pt x="74" y="35"/>
                </a:lnTo>
                <a:lnTo>
                  <a:pt x="70" y="36"/>
                </a:lnTo>
                <a:lnTo>
                  <a:pt x="67" y="38"/>
                </a:lnTo>
                <a:lnTo>
                  <a:pt x="64" y="40"/>
                </a:lnTo>
                <a:lnTo>
                  <a:pt x="61" y="42"/>
                </a:lnTo>
                <a:lnTo>
                  <a:pt x="59" y="44"/>
                </a:lnTo>
                <a:lnTo>
                  <a:pt x="56" y="46"/>
                </a:lnTo>
                <a:lnTo>
                  <a:pt x="53" y="48"/>
                </a:lnTo>
                <a:lnTo>
                  <a:pt x="51" y="50"/>
                </a:lnTo>
                <a:lnTo>
                  <a:pt x="48" y="52"/>
                </a:lnTo>
                <a:lnTo>
                  <a:pt x="46" y="55"/>
                </a:lnTo>
                <a:lnTo>
                  <a:pt x="44" y="57"/>
                </a:lnTo>
                <a:lnTo>
                  <a:pt x="42" y="59"/>
                </a:lnTo>
                <a:lnTo>
                  <a:pt x="40" y="62"/>
                </a:lnTo>
                <a:lnTo>
                  <a:pt x="38" y="64"/>
                </a:lnTo>
                <a:lnTo>
                  <a:pt x="36" y="66"/>
                </a:lnTo>
                <a:lnTo>
                  <a:pt x="34" y="69"/>
                </a:lnTo>
                <a:lnTo>
                  <a:pt x="33" y="71"/>
                </a:lnTo>
                <a:lnTo>
                  <a:pt x="31" y="74"/>
                </a:lnTo>
                <a:lnTo>
                  <a:pt x="30" y="77"/>
                </a:lnTo>
                <a:lnTo>
                  <a:pt x="29" y="79"/>
                </a:lnTo>
                <a:lnTo>
                  <a:pt x="28" y="82"/>
                </a:lnTo>
                <a:lnTo>
                  <a:pt x="27" y="85"/>
                </a:lnTo>
                <a:lnTo>
                  <a:pt x="26" y="87"/>
                </a:lnTo>
                <a:lnTo>
                  <a:pt x="25" y="90"/>
                </a:lnTo>
                <a:lnTo>
                  <a:pt x="25" y="93"/>
                </a:lnTo>
                <a:lnTo>
                  <a:pt x="24" y="95"/>
                </a:lnTo>
                <a:lnTo>
                  <a:pt x="24" y="98"/>
                </a:lnTo>
                <a:lnTo>
                  <a:pt x="24" y="101"/>
                </a:lnTo>
                <a:lnTo>
                  <a:pt x="24" y="104"/>
                </a:lnTo>
                <a:lnTo>
                  <a:pt x="24" y="106"/>
                </a:lnTo>
                <a:lnTo>
                  <a:pt x="24" y="109"/>
                </a:lnTo>
                <a:lnTo>
                  <a:pt x="24" y="112"/>
                </a:lnTo>
                <a:lnTo>
                  <a:pt x="25" y="115"/>
                </a:lnTo>
                <a:lnTo>
                  <a:pt x="25" y="117"/>
                </a:lnTo>
                <a:lnTo>
                  <a:pt x="26" y="120"/>
                </a:lnTo>
                <a:lnTo>
                  <a:pt x="27" y="123"/>
                </a:lnTo>
                <a:lnTo>
                  <a:pt x="28" y="125"/>
                </a:lnTo>
                <a:lnTo>
                  <a:pt x="29" y="128"/>
                </a:lnTo>
                <a:lnTo>
                  <a:pt x="30" y="131"/>
                </a:lnTo>
                <a:lnTo>
                  <a:pt x="31" y="133"/>
                </a:lnTo>
                <a:lnTo>
                  <a:pt x="33" y="136"/>
                </a:lnTo>
                <a:lnTo>
                  <a:pt x="34" y="138"/>
                </a:lnTo>
                <a:lnTo>
                  <a:pt x="36" y="141"/>
                </a:lnTo>
                <a:lnTo>
                  <a:pt x="38" y="143"/>
                </a:lnTo>
                <a:lnTo>
                  <a:pt x="40" y="146"/>
                </a:lnTo>
                <a:lnTo>
                  <a:pt x="42" y="148"/>
                </a:lnTo>
                <a:lnTo>
                  <a:pt x="44" y="150"/>
                </a:lnTo>
                <a:lnTo>
                  <a:pt x="46" y="153"/>
                </a:lnTo>
                <a:lnTo>
                  <a:pt x="48" y="155"/>
                </a:lnTo>
                <a:lnTo>
                  <a:pt x="51" y="157"/>
                </a:lnTo>
                <a:lnTo>
                  <a:pt x="53" y="159"/>
                </a:lnTo>
                <a:lnTo>
                  <a:pt x="56" y="161"/>
                </a:lnTo>
                <a:lnTo>
                  <a:pt x="59" y="163"/>
                </a:lnTo>
                <a:lnTo>
                  <a:pt x="61" y="165"/>
                </a:lnTo>
                <a:lnTo>
                  <a:pt x="64" y="167"/>
                </a:lnTo>
                <a:lnTo>
                  <a:pt x="67" y="169"/>
                </a:lnTo>
                <a:lnTo>
                  <a:pt x="70" y="171"/>
                </a:lnTo>
                <a:lnTo>
                  <a:pt x="74" y="173"/>
                </a:lnTo>
                <a:lnTo>
                  <a:pt x="77" y="174"/>
                </a:lnTo>
                <a:lnTo>
                  <a:pt x="80" y="176"/>
                </a:lnTo>
                <a:lnTo>
                  <a:pt x="83" y="177"/>
                </a:lnTo>
                <a:lnTo>
                  <a:pt x="87" y="179"/>
                </a:lnTo>
                <a:lnTo>
                  <a:pt x="90" y="180"/>
                </a:lnTo>
                <a:lnTo>
                  <a:pt x="94" y="182"/>
                </a:lnTo>
                <a:lnTo>
                  <a:pt x="98" y="183"/>
                </a:lnTo>
                <a:lnTo>
                  <a:pt x="101" y="184"/>
                </a:lnTo>
                <a:lnTo>
                  <a:pt x="105" y="185"/>
                </a:lnTo>
                <a:lnTo>
                  <a:pt x="109" y="186"/>
                </a:lnTo>
                <a:lnTo>
                  <a:pt x="113" y="187"/>
                </a:lnTo>
                <a:lnTo>
                  <a:pt x="116" y="188"/>
                </a:lnTo>
                <a:lnTo>
                  <a:pt x="120" y="188"/>
                </a:lnTo>
                <a:lnTo>
                  <a:pt x="124" y="189"/>
                </a:lnTo>
                <a:lnTo>
                  <a:pt x="128" y="190"/>
                </a:lnTo>
                <a:lnTo>
                  <a:pt x="132" y="190"/>
                </a:lnTo>
                <a:lnTo>
                  <a:pt x="136" y="190"/>
                </a:lnTo>
                <a:lnTo>
                  <a:pt x="140" y="191"/>
                </a:lnTo>
                <a:lnTo>
                  <a:pt x="144" y="191"/>
                </a:lnTo>
                <a:lnTo>
                  <a:pt x="148" y="191"/>
                </a:lnTo>
                <a:lnTo>
                  <a:pt x="152" y="191"/>
                </a:lnTo>
                <a:lnTo>
                  <a:pt x="156" y="191"/>
                </a:lnTo>
                <a:lnTo>
                  <a:pt x="160" y="191"/>
                </a:lnTo>
                <a:lnTo>
                  <a:pt x="164" y="191"/>
                </a:lnTo>
                <a:lnTo>
                  <a:pt x="168" y="190"/>
                </a:lnTo>
                <a:lnTo>
                  <a:pt x="172" y="190"/>
                </a:lnTo>
                <a:lnTo>
                  <a:pt x="176" y="190"/>
                </a:lnTo>
                <a:lnTo>
                  <a:pt x="180" y="189"/>
                </a:lnTo>
                <a:lnTo>
                  <a:pt x="184" y="188"/>
                </a:lnTo>
                <a:lnTo>
                  <a:pt x="188" y="188"/>
                </a:lnTo>
                <a:lnTo>
                  <a:pt x="192" y="187"/>
                </a:lnTo>
                <a:lnTo>
                  <a:pt x="196" y="186"/>
                </a:lnTo>
                <a:lnTo>
                  <a:pt x="200" y="185"/>
                </a:lnTo>
                <a:lnTo>
                  <a:pt x="203" y="184"/>
                </a:lnTo>
                <a:lnTo>
                  <a:pt x="207" y="183"/>
                </a:lnTo>
                <a:lnTo>
                  <a:pt x="211" y="182"/>
                </a:lnTo>
                <a:lnTo>
                  <a:pt x="214" y="180"/>
                </a:lnTo>
                <a:lnTo>
                  <a:pt x="218" y="179"/>
                </a:lnTo>
                <a:lnTo>
                  <a:pt x="221" y="177"/>
                </a:lnTo>
                <a:lnTo>
                  <a:pt x="224" y="176"/>
                </a:lnTo>
                <a:lnTo>
                  <a:pt x="228" y="174"/>
                </a:lnTo>
                <a:lnTo>
                  <a:pt x="231" y="173"/>
                </a:lnTo>
                <a:lnTo>
                  <a:pt x="234" y="171"/>
                </a:lnTo>
                <a:lnTo>
                  <a:pt x="237" y="169"/>
                </a:lnTo>
                <a:lnTo>
                  <a:pt x="240" y="167"/>
                </a:lnTo>
                <a:lnTo>
                  <a:pt x="243" y="165"/>
                </a:lnTo>
                <a:lnTo>
                  <a:pt x="246" y="163"/>
                </a:lnTo>
                <a:lnTo>
                  <a:pt x="249" y="161"/>
                </a:lnTo>
                <a:lnTo>
                  <a:pt x="251" y="159"/>
                </a:lnTo>
                <a:lnTo>
                  <a:pt x="254" y="157"/>
                </a:lnTo>
                <a:lnTo>
                  <a:pt x="256" y="155"/>
                </a:lnTo>
                <a:lnTo>
                  <a:pt x="259" y="153"/>
                </a:lnTo>
                <a:lnTo>
                  <a:pt x="261" y="150"/>
                </a:lnTo>
                <a:lnTo>
                  <a:pt x="263" y="148"/>
                </a:lnTo>
                <a:lnTo>
                  <a:pt x="265" y="146"/>
                </a:lnTo>
                <a:lnTo>
                  <a:pt x="267" y="143"/>
                </a:lnTo>
                <a:lnTo>
                  <a:pt x="268" y="141"/>
                </a:lnTo>
                <a:lnTo>
                  <a:pt x="270" y="138"/>
                </a:lnTo>
                <a:lnTo>
                  <a:pt x="272" y="136"/>
                </a:lnTo>
                <a:lnTo>
                  <a:pt x="273" y="133"/>
                </a:lnTo>
                <a:lnTo>
                  <a:pt x="274" y="131"/>
                </a:lnTo>
                <a:lnTo>
                  <a:pt x="276" y="128"/>
                </a:lnTo>
                <a:lnTo>
                  <a:pt x="277" y="125"/>
                </a:lnTo>
                <a:lnTo>
                  <a:pt x="278" y="123"/>
                </a:lnTo>
                <a:lnTo>
                  <a:pt x="278" y="120"/>
                </a:lnTo>
                <a:lnTo>
                  <a:pt x="279" y="117"/>
                </a:lnTo>
                <a:lnTo>
                  <a:pt x="280" y="115"/>
                </a:lnTo>
                <a:lnTo>
                  <a:pt x="280" y="112"/>
                </a:lnTo>
                <a:lnTo>
                  <a:pt x="280" y="109"/>
                </a:lnTo>
                <a:lnTo>
                  <a:pt x="281" y="106"/>
                </a:lnTo>
                <a:lnTo>
                  <a:pt x="281" y="104"/>
                </a:lnTo>
                <a:moveTo>
                  <a:pt x="303" y="104"/>
                </a:moveTo>
                <a:lnTo>
                  <a:pt x="303" y="107"/>
                </a:lnTo>
                <a:lnTo>
                  <a:pt x="303" y="110"/>
                </a:lnTo>
                <a:lnTo>
                  <a:pt x="303" y="113"/>
                </a:lnTo>
                <a:lnTo>
                  <a:pt x="302" y="117"/>
                </a:lnTo>
                <a:lnTo>
                  <a:pt x="302" y="120"/>
                </a:lnTo>
                <a:lnTo>
                  <a:pt x="301" y="123"/>
                </a:lnTo>
                <a:lnTo>
                  <a:pt x="300" y="126"/>
                </a:lnTo>
                <a:lnTo>
                  <a:pt x="299" y="129"/>
                </a:lnTo>
                <a:lnTo>
                  <a:pt x="297" y="132"/>
                </a:lnTo>
                <a:lnTo>
                  <a:pt x="296" y="135"/>
                </a:lnTo>
                <a:lnTo>
                  <a:pt x="294" y="138"/>
                </a:lnTo>
                <a:lnTo>
                  <a:pt x="293" y="142"/>
                </a:lnTo>
                <a:lnTo>
                  <a:pt x="291" y="144"/>
                </a:lnTo>
                <a:lnTo>
                  <a:pt x="289" y="147"/>
                </a:lnTo>
                <a:lnTo>
                  <a:pt x="287" y="150"/>
                </a:lnTo>
                <a:lnTo>
                  <a:pt x="285" y="153"/>
                </a:lnTo>
                <a:lnTo>
                  <a:pt x="282" y="156"/>
                </a:lnTo>
                <a:lnTo>
                  <a:pt x="280" y="159"/>
                </a:lnTo>
                <a:lnTo>
                  <a:pt x="277" y="161"/>
                </a:lnTo>
                <a:lnTo>
                  <a:pt x="275" y="164"/>
                </a:lnTo>
                <a:lnTo>
                  <a:pt x="272" y="167"/>
                </a:lnTo>
                <a:lnTo>
                  <a:pt x="269" y="169"/>
                </a:lnTo>
                <a:lnTo>
                  <a:pt x="266" y="172"/>
                </a:lnTo>
                <a:lnTo>
                  <a:pt x="262" y="174"/>
                </a:lnTo>
                <a:lnTo>
                  <a:pt x="259" y="176"/>
                </a:lnTo>
                <a:lnTo>
                  <a:pt x="256" y="179"/>
                </a:lnTo>
                <a:lnTo>
                  <a:pt x="252" y="181"/>
                </a:lnTo>
                <a:lnTo>
                  <a:pt x="249" y="183"/>
                </a:lnTo>
                <a:lnTo>
                  <a:pt x="245" y="185"/>
                </a:lnTo>
                <a:lnTo>
                  <a:pt x="241" y="187"/>
                </a:lnTo>
                <a:lnTo>
                  <a:pt x="237" y="189"/>
                </a:lnTo>
                <a:lnTo>
                  <a:pt x="233" y="190"/>
                </a:lnTo>
                <a:lnTo>
                  <a:pt x="229" y="192"/>
                </a:lnTo>
                <a:lnTo>
                  <a:pt x="225" y="194"/>
                </a:lnTo>
                <a:lnTo>
                  <a:pt x="221" y="195"/>
                </a:lnTo>
                <a:lnTo>
                  <a:pt x="217" y="197"/>
                </a:lnTo>
                <a:lnTo>
                  <a:pt x="212" y="198"/>
                </a:lnTo>
                <a:lnTo>
                  <a:pt x="208" y="199"/>
                </a:lnTo>
                <a:lnTo>
                  <a:pt x="203" y="200"/>
                </a:lnTo>
                <a:lnTo>
                  <a:pt x="199" y="201"/>
                </a:lnTo>
                <a:lnTo>
                  <a:pt x="194" y="202"/>
                </a:lnTo>
                <a:lnTo>
                  <a:pt x="190" y="203"/>
                </a:lnTo>
                <a:lnTo>
                  <a:pt x="185" y="204"/>
                </a:lnTo>
                <a:lnTo>
                  <a:pt x="181" y="205"/>
                </a:lnTo>
                <a:lnTo>
                  <a:pt x="176" y="205"/>
                </a:lnTo>
                <a:lnTo>
                  <a:pt x="171" y="206"/>
                </a:lnTo>
                <a:lnTo>
                  <a:pt x="166" y="206"/>
                </a:lnTo>
                <a:lnTo>
                  <a:pt x="162" y="206"/>
                </a:lnTo>
                <a:lnTo>
                  <a:pt x="157" y="206"/>
                </a:lnTo>
                <a:lnTo>
                  <a:pt x="152" y="207"/>
                </a:lnTo>
                <a:lnTo>
                  <a:pt x="148" y="206"/>
                </a:lnTo>
                <a:lnTo>
                  <a:pt x="143" y="206"/>
                </a:lnTo>
                <a:lnTo>
                  <a:pt x="138" y="206"/>
                </a:lnTo>
                <a:lnTo>
                  <a:pt x="133" y="206"/>
                </a:lnTo>
                <a:lnTo>
                  <a:pt x="129" y="205"/>
                </a:lnTo>
                <a:lnTo>
                  <a:pt x="124" y="205"/>
                </a:lnTo>
                <a:lnTo>
                  <a:pt x="119" y="204"/>
                </a:lnTo>
                <a:lnTo>
                  <a:pt x="115" y="203"/>
                </a:lnTo>
                <a:lnTo>
                  <a:pt x="110" y="202"/>
                </a:lnTo>
                <a:lnTo>
                  <a:pt x="106" y="201"/>
                </a:lnTo>
                <a:lnTo>
                  <a:pt x="101" y="200"/>
                </a:lnTo>
                <a:lnTo>
                  <a:pt x="97" y="199"/>
                </a:lnTo>
                <a:lnTo>
                  <a:pt x="92" y="198"/>
                </a:lnTo>
                <a:lnTo>
                  <a:pt x="88" y="197"/>
                </a:lnTo>
                <a:lnTo>
                  <a:pt x="84" y="195"/>
                </a:lnTo>
                <a:lnTo>
                  <a:pt x="79" y="194"/>
                </a:lnTo>
                <a:lnTo>
                  <a:pt x="75" y="192"/>
                </a:lnTo>
                <a:lnTo>
                  <a:pt x="71" y="190"/>
                </a:lnTo>
                <a:lnTo>
                  <a:pt x="67" y="189"/>
                </a:lnTo>
                <a:lnTo>
                  <a:pt x="63" y="187"/>
                </a:lnTo>
                <a:lnTo>
                  <a:pt x="60" y="185"/>
                </a:lnTo>
                <a:lnTo>
                  <a:pt x="56" y="183"/>
                </a:lnTo>
                <a:lnTo>
                  <a:pt x="52" y="181"/>
                </a:lnTo>
                <a:lnTo>
                  <a:pt x="49" y="179"/>
                </a:lnTo>
                <a:lnTo>
                  <a:pt x="45" y="176"/>
                </a:lnTo>
                <a:lnTo>
                  <a:pt x="42" y="174"/>
                </a:lnTo>
                <a:lnTo>
                  <a:pt x="39" y="172"/>
                </a:lnTo>
                <a:lnTo>
                  <a:pt x="36" y="169"/>
                </a:lnTo>
                <a:lnTo>
                  <a:pt x="33" y="167"/>
                </a:lnTo>
                <a:lnTo>
                  <a:pt x="30" y="164"/>
                </a:lnTo>
                <a:lnTo>
                  <a:pt x="27" y="161"/>
                </a:lnTo>
                <a:lnTo>
                  <a:pt x="25" y="159"/>
                </a:lnTo>
                <a:lnTo>
                  <a:pt x="22" y="156"/>
                </a:lnTo>
                <a:lnTo>
                  <a:pt x="20" y="153"/>
                </a:lnTo>
                <a:lnTo>
                  <a:pt x="18" y="150"/>
                </a:lnTo>
                <a:lnTo>
                  <a:pt x="14" y="147"/>
                </a:lnTo>
                <a:lnTo>
                  <a:pt x="13" y="144"/>
                </a:lnTo>
                <a:lnTo>
                  <a:pt x="11" y="142"/>
                </a:lnTo>
                <a:lnTo>
                  <a:pt x="9" y="138"/>
                </a:lnTo>
                <a:lnTo>
                  <a:pt x="8" y="135"/>
                </a:lnTo>
                <a:lnTo>
                  <a:pt x="6" y="132"/>
                </a:lnTo>
                <a:lnTo>
                  <a:pt x="5" y="129"/>
                </a:lnTo>
                <a:lnTo>
                  <a:pt x="4" y="126"/>
                </a:lnTo>
                <a:lnTo>
                  <a:pt x="3" y="123"/>
                </a:lnTo>
                <a:lnTo>
                  <a:pt x="2" y="120"/>
                </a:lnTo>
                <a:lnTo>
                  <a:pt x="1" y="117"/>
                </a:lnTo>
                <a:lnTo>
                  <a:pt x="1" y="113"/>
                </a:lnTo>
                <a:lnTo>
                  <a:pt x="0" y="110"/>
                </a:lnTo>
                <a:lnTo>
                  <a:pt x="0" y="107"/>
                </a:lnTo>
                <a:lnTo>
                  <a:pt x="0" y="104"/>
                </a:lnTo>
                <a:lnTo>
                  <a:pt x="0" y="100"/>
                </a:lnTo>
                <a:lnTo>
                  <a:pt x="0" y="97"/>
                </a:lnTo>
                <a:lnTo>
                  <a:pt x="1" y="94"/>
                </a:lnTo>
                <a:lnTo>
                  <a:pt x="1" y="91"/>
                </a:lnTo>
                <a:lnTo>
                  <a:pt x="2" y="88"/>
                </a:lnTo>
                <a:lnTo>
                  <a:pt x="3" y="84"/>
                </a:lnTo>
                <a:lnTo>
                  <a:pt x="4" y="81"/>
                </a:lnTo>
                <a:lnTo>
                  <a:pt x="5" y="78"/>
                </a:lnTo>
                <a:lnTo>
                  <a:pt x="6" y="75"/>
                </a:lnTo>
                <a:lnTo>
                  <a:pt x="8" y="72"/>
                </a:lnTo>
                <a:lnTo>
                  <a:pt x="9" y="69"/>
                </a:lnTo>
                <a:lnTo>
                  <a:pt x="11" y="66"/>
                </a:lnTo>
                <a:lnTo>
                  <a:pt x="13" y="63"/>
                </a:lnTo>
                <a:lnTo>
                  <a:pt x="14" y="60"/>
                </a:lnTo>
                <a:lnTo>
                  <a:pt x="18" y="57"/>
                </a:lnTo>
                <a:lnTo>
                  <a:pt x="20" y="54"/>
                </a:lnTo>
                <a:lnTo>
                  <a:pt x="22" y="51"/>
                </a:lnTo>
                <a:lnTo>
                  <a:pt x="25" y="49"/>
                </a:lnTo>
                <a:lnTo>
                  <a:pt x="27" y="46"/>
                </a:lnTo>
                <a:lnTo>
                  <a:pt x="30" y="43"/>
                </a:lnTo>
                <a:lnTo>
                  <a:pt x="33" y="41"/>
                </a:lnTo>
                <a:lnTo>
                  <a:pt x="36" y="38"/>
                </a:lnTo>
                <a:lnTo>
                  <a:pt x="39" y="36"/>
                </a:lnTo>
                <a:lnTo>
                  <a:pt x="42" y="33"/>
                </a:lnTo>
                <a:lnTo>
                  <a:pt x="45" y="31"/>
                </a:lnTo>
                <a:lnTo>
                  <a:pt x="49" y="29"/>
                </a:lnTo>
                <a:lnTo>
                  <a:pt x="52" y="26"/>
                </a:lnTo>
                <a:lnTo>
                  <a:pt x="56" y="24"/>
                </a:lnTo>
                <a:lnTo>
                  <a:pt x="60" y="22"/>
                </a:lnTo>
                <a:lnTo>
                  <a:pt x="63" y="20"/>
                </a:lnTo>
                <a:lnTo>
                  <a:pt x="67" y="19"/>
                </a:lnTo>
                <a:lnTo>
                  <a:pt x="71" y="17"/>
                </a:lnTo>
                <a:lnTo>
                  <a:pt x="75" y="14"/>
                </a:lnTo>
                <a:lnTo>
                  <a:pt x="79" y="13"/>
                </a:lnTo>
                <a:lnTo>
                  <a:pt x="84" y="11"/>
                </a:lnTo>
                <a:lnTo>
                  <a:pt x="88" y="10"/>
                </a:lnTo>
                <a:lnTo>
                  <a:pt x="92" y="8"/>
                </a:lnTo>
                <a:lnTo>
                  <a:pt x="97" y="7"/>
                </a:lnTo>
                <a:lnTo>
                  <a:pt x="101" y="6"/>
                </a:lnTo>
                <a:lnTo>
                  <a:pt x="106" y="5"/>
                </a:lnTo>
                <a:lnTo>
                  <a:pt x="110" y="4"/>
                </a:lnTo>
                <a:lnTo>
                  <a:pt x="115" y="3"/>
                </a:lnTo>
                <a:lnTo>
                  <a:pt x="119" y="2"/>
                </a:lnTo>
                <a:lnTo>
                  <a:pt x="124" y="2"/>
                </a:lnTo>
                <a:lnTo>
                  <a:pt x="129" y="1"/>
                </a:lnTo>
                <a:lnTo>
                  <a:pt x="133" y="1"/>
                </a:lnTo>
                <a:lnTo>
                  <a:pt x="138" y="0"/>
                </a:lnTo>
                <a:lnTo>
                  <a:pt x="143" y="0"/>
                </a:lnTo>
                <a:lnTo>
                  <a:pt x="148" y="0"/>
                </a:lnTo>
                <a:lnTo>
                  <a:pt x="152" y="0"/>
                </a:lnTo>
                <a:lnTo>
                  <a:pt x="157" y="0"/>
                </a:lnTo>
                <a:lnTo>
                  <a:pt x="162" y="0"/>
                </a:lnTo>
                <a:lnTo>
                  <a:pt x="166" y="0"/>
                </a:lnTo>
                <a:lnTo>
                  <a:pt x="171" y="1"/>
                </a:lnTo>
                <a:lnTo>
                  <a:pt x="176" y="1"/>
                </a:lnTo>
                <a:lnTo>
                  <a:pt x="181" y="2"/>
                </a:lnTo>
                <a:lnTo>
                  <a:pt x="185" y="2"/>
                </a:lnTo>
                <a:lnTo>
                  <a:pt x="190" y="3"/>
                </a:lnTo>
                <a:lnTo>
                  <a:pt x="194" y="4"/>
                </a:lnTo>
                <a:lnTo>
                  <a:pt x="199" y="5"/>
                </a:lnTo>
                <a:lnTo>
                  <a:pt x="203" y="6"/>
                </a:lnTo>
                <a:lnTo>
                  <a:pt x="208" y="7"/>
                </a:lnTo>
                <a:lnTo>
                  <a:pt x="212" y="8"/>
                </a:lnTo>
                <a:lnTo>
                  <a:pt x="217" y="10"/>
                </a:lnTo>
                <a:lnTo>
                  <a:pt x="221" y="11"/>
                </a:lnTo>
                <a:lnTo>
                  <a:pt x="225" y="13"/>
                </a:lnTo>
                <a:lnTo>
                  <a:pt x="229" y="14"/>
                </a:lnTo>
                <a:lnTo>
                  <a:pt x="233" y="17"/>
                </a:lnTo>
                <a:lnTo>
                  <a:pt x="237" y="19"/>
                </a:lnTo>
                <a:lnTo>
                  <a:pt x="241" y="20"/>
                </a:lnTo>
                <a:lnTo>
                  <a:pt x="245" y="22"/>
                </a:lnTo>
                <a:lnTo>
                  <a:pt x="249" y="24"/>
                </a:lnTo>
                <a:lnTo>
                  <a:pt x="252" y="26"/>
                </a:lnTo>
                <a:lnTo>
                  <a:pt x="256" y="29"/>
                </a:lnTo>
                <a:lnTo>
                  <a:pt x="259" y="31"/>
                </a:lnTo>
                <a:lnTo>
                  <a:pt x="262" y="33"/>
                </a:lnTo>
                <a:lnTo>
                  <a:pt x="266" y="36"/>
                </a:lnTo>
                <a:lnTo>
                  <a:pt x="269" y="38"/>
                </a:lnTo>
                <a:lnTo>
                  <a:pt x="272" y="41"/>
                </a:lnTo>
                <a:lnTo>
                  <a:pt x="275" y="43"/>
                </a:lnTo>
                <a:lnTo>
                  <a:pt x="277" y="46"/>
                </a:lnTo>
                <a:lnTo>
                  <a:pt x="280" y="49"/>
                </a:lnTo>
                <a:lnTo>
                  <a:pt x="282" y="51"/>
                </a:lnTo>
                <a:lnTo>
                  <a:pt x="285" y="54"/>
                </a:lnTo>
                <a:lnTo>
                  <a:pt x="287" y="57"/>
                </a:lnTo>
                <a:lnTo>
                  <a:pt x="289" y="60"/>
                </a:lnTo>
                <a:lnTo>
                  <a:pt x="291" y="63"/>
                </a:lnTo>
                <a:lnTo>
                  <a:pt x="293" y="66"/>
                </a:lnTo>
                <a:lnTo>
                  <a:pt x="294" y="69"/>
                </a:lnTo>
                <a:lnTo>
                  <a:pt x="296" y="72"/>
                </a:lnTo>
                <a:lnTo>
                  <a:pt x="297" y="75"/>
                </a:lnTo>
                <a:lnTo>
                  <a:pt x="299" y="78"/>
                </a:lnTo>
                <a:lnTo>
                  <a:pt x="300" y="81"/>
                </a:lnTo>
                <a:lnTo>
                  <a:pt x="301" y="84"/>
                </a:lnTo>
                <a:lnTo>
                  <a:pt x="302" y="88"/>
                </a:lnTo>
                <a:lnTo>
                  <a:pt x="302" y="91"/>
                </a:lnTo>
                <a:lnTo>
                  <a:pt x="303" y="94"/>
                </a:lnTo>
                <a:lnTo>
                  <a:pt x="303" y="97"/>
                </a:lnTo>
                <a:lnTo>
                  <a:pt x="303" y="100"/>
                </a:lnTo>
                <a:lnTo>
                  <a:pt x="303" y="104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0" name=""/>
          <p:cNvSpPr/>
          <p:nvPr/>
        </p:nvSpPr>
        <p:spPr>
          <a:xfrm>
            <a:off x="4067640" y="2906640"/>
            <a:ext cx="117360" cy="79920"/>
          </a:xfrm>
          <a:custGeom>
            <a:avLst/>
            <a:gdLst/>
            <a:ahLst/>
            <a:rect l="0" t="0" r="r" b="b"/>
            <a:pathLst>
              <a:path w="326" h="222">
                <a:moveTo>
                  <a:pt x="314" y="111"/>
                </a:moveTo>
                <a:lnTo>
                  <a:pt x="314" y="107"/>
                </a:lnTo>
                <a:lnTo>
                  <a:pt x="314" y="104"/>
                </a:lnTo>
                <a:lnTo>
                  <a:pt x="314" y="101"/>
                </a:lnTo>
                <a:lnTo>
                  <a:pt x="313" y="98"/>
                </a:lnTo>
                <a:lnTo>
                  <a:pt x="313" y="95"/>
                </a:lnTo>
                <a:lnTo>
                  <a:pt x="312" y="91"/>
                </a:lnTo>
                <a:lnTo>
                  <a:pt x="311" y="88"/>
                </a:lnTo>
                <a:lnTo>
                  <a:pt x="310" y="85"/>
                </a:lnTo>
                <a:lnTo>
                  <a:pt x="308" y="82"/>
                </a:lnTo>
                <a:lnTo>
                  <a:pt x="307" y="79"/>
                </a:lnTo>
                <a:lnTo>
                  <a:pt x="305" y="76"/>
                </a:lnTo>
                <a:lnTo>
                  <a:pt x="304" y="73"/>
                </a:lnTo>
                <a:lnTo>
                  <a:pt x="302" y="70"/>
                </a:lnTo>
                <a:lnTo>
                  <a:pt x="300" y="67"/>
                </a:lnTo>
                <a:lnTo>
                  <a:pt x="298" y="64"/>
                </a:lnTo>
                <a:lnTo>
                  <a:pt x="296" y="61"/>
                </a:lnTo>
                <a:lnTo>
                  <a:pt x="293" y="58"/>
                </a:lnTo>
                <a:lnTo>
                  <a:pt x="291" y="56"/>
                </a:lnTo>
                <a:lnTo>
                  <a:pt x="288" y="53"/>
                </a:lnTo>
                <a:lnTo>
                  <a:pt x="286" y="50"/>
                </a:lnTo>
                <a:lnTo>
                  <a:pt x="283" y="48"/>
                </a:lnTo>
                <a:lnTo>
                  <a:pt x="280" y="45"/>
                </a:lnTo>
                <a:lnTo>
                  <a:pt x="277" y="43"/>
                </a:lnTo>
                <a:lnTo>
                  <a:pt x="273" y="40"/>
                </a:lnTo>
                <a:lnTo>
                  <a:pt x="270" y="38"/>
                </a:lnTo>
                <a:lnTo>
                  <a:pt x="267" y="36"/>
                </a:lnTo>
                <a:lnTo>
                  <a:pt x="263" y="33"/>
                </a:lnTo>
                <a:lnTo>
                  <a:pt x="260" y="31"/>
                </a:lnTo>
                <a:lnTo>
                  <a:pt x="256" y="29"/>
                </a:lnTo>
                <a:lnTo>
                  <a:pt x="252" y="27"/>
                </a:lnTo>
                <a:lnTo>
                  <a:pt x="248" y="26"/>
                </a:lnTo>
                <a:lnTo>
                  <a:pt x="244" y="24"/>
                </a:lnTo>
                <a:lnTo>
                  <a:pt x="240" y="22"/>
                </a:lnTo>
                <a:lnTo>
                  <a:pt x="236" y="21"/>
                </a:lnTo>
                <a:lnTo>
                  <a:pt x="232" y="19"/>
                </a:lnTo>
                <a:lnTo>
                  <a:pt x="228" y="18"/>
                </a:lnTo>
                <a:lnTo>
                  <a:pt x="223" y="16"/>
                </a:lnTo>
                <a:lnTo>
                  <a:pt x="219" y="15"/>
                </a:lnTo>
                <a:lnTo>
                  <a:pt x="214" y="14"/>
                </a:lnTo>
                <a:lnTo>
                  <a:pt x="210" y="13"/>
                </a:lnTo>
                <a:lnTo>
                  <a:pt x="205" y="12"/>
                </a:lnTo>
                <a:lnTo>
                  <a:pt x="200" y="11"/>
                </a:lnTo>
                <a:lnTo>
                  <a:pt x="195" y="10"/>
                </a:lnTo>
                <a:lnTo>
                  <a:pt x="191" y="10"/>
                </a:lnTo>
                <a:lnTo>
                  <a:pt x="186" y="9"/>
                </a:lnTo>
                <a:lnTo>
                  <a:pt x="181" y="9"/>
                </a:lnTo>
                <a:lnTo>
                  <a:pt x="176" y="8"/>
                </a:lnTo>
                <a:lnTo>
                  <a:pt x="172" y="8"/>
                </a:lnTo>
                <a:lnTo>
                  <a:pt x="167" y="8"/>
                </a:lnTo>
                <a:lnTo>
                  <a:pt x="162" y="8"/>
                </a:lnTo>
                <a:lnTo>
                  <a:pt x="158" y="8"/>
                </a:lnTo>
                <a:lnTo>
                  <a:pt x="153" y="8"/>
                </a:lnTo>
                <a:lnTo>
                  <a:pt x="148" y="8"/>
                </a:lnTo>
                <a:lnTo>
                  <a:pt x="143" y="9"/>
                </a:lnTo>
                <a:lnTo>
                  <a:pt x="139" y="9"/>
                </a:lnTo>
                <a:lnTo>
                  <a:pt x="134" y="10"/>
                </a:lnTo>
                <a:lnTo>
                  <a:pt x="129" y="10"/>
                </a:lnTo>
                <a:lnTo>
                  <a:pt x="125" y="11"/>
                </a:lnTo>
                <a:lnTo>
                  <a:pt x="120" y="12"/>
                </a:lnTo>
                <a:lnTo>
                  <a:pt x="116" y="13"/>
                </a:lnTo>
                <a:lnTo>
                  <a:pt x="111" y="14"/>
                </a:lnTo>
                <a:lnTo>
                  <a:pt x="107" y="15"/>
                </a:lnTo>
                <a:lnTo>
                  <a:pt x="102" y="16"/>
                </a:lnTo>
                <a:lnTo>
                  <a:pt x="98" y="18"/>
                </a:lnTo>
                <a:lnTo>
                  <a:pt x="94" y="19"/>
                </a:lnTo>
                <a:lnTo>
                  <a:pt x="89" y="21"/>
                </a:lnTo>
                <a:lnTo>
                  <a:pt x="85" y="22"/>
                </a:lnTo>
                <a:lnTo>
                  <a:pt x="81" y="24"/>
                </a:lnTo>
                <a:lnTo>
                  <a:pt x="77" y="26"/>
                </a:lnTo>
                <a:lnTo>
                  <a:pt x="73" y="27"/>
                </a:lnTo>
                <a:lnTo>
                  <a:pt x="70" y="29"/>
                </a:lnTo>
                <a:lnTo>
                  <a:pt x="66" y="31"/>
                </a:lnTo>
                <a:lnTo>
                  <a:pt x="62" y="33"/>
                </a:lnTo>
                <a:lnTo>
                  <a:pt x="59" y="36"/>
                </a:lnTo>
                <a:lnTo>
                  <a:pt x="55" y="38"/>
                </a:lnTo>
                <a:lnTo>
                  <a:pt x="52" y="40"/>
                </a:lnTo>
                <a:lnTo>
                  <a:pt x="49" y="43"/>
                </a:lnTo>
                <a:lnTo>
                  <a:pt x="46" y="45"/>
                </a:lnTo>
                <a:lnTo>
                  <a:pt x="43" y="48"/>
                </a:lnTo>
                <a:lnTo>
                  <a:pt x="40" y="50"/>
                </a:lnTo>
                <a:lnTo>
                  <a:pt x="37" y="53"/>
                </a:lnTo>
                <a:lnTo>
                  <a:pt x="35" y="56"/>
                </a:lnTo>
                <a:lnTo>
                  <a:pt x="32" y="58"/>
                </a:lnTo>
                <a:lnTo>
                  <a:pt x="30" y="61"/>
                </a:lnTo>
                <a:lnTo>
                  <a:pt x="28" y="64"/>
                </a:lnTo>
                <a:lnTo>
                  <a:pt x="25" y="67"/>
                </a:lnTo>
                <a:lnTo>
                  <a:pt x="24" y="70"/>
                </a:lnTo>
                <a:lnTo>
                  <a:pt x="22" y="73"/>
                </a:lnTo>
                <a:lnTo>
                  <a:pt x="20" y="76"/>
                </a:lnTo>
                <a:lnTo>
                  <a:pt x="19" y="79"/>
                </a:lnTo>
                <a:lnTo>
                  <a:pt x="17" y="82"/>
                </a:lnTo>
                <a:lnTo>
                  <a:pt x="16" y="85"/>
                </a:lnTo>
                <a:lnTo>
                  <a:pt x="15" y="88"/>
                </a:lnTo>
                <a:lnTo>
                  <a:pt x="14" y="91"/>
                </a:lnTo>
                <a:lnTo>
                  <a:pt x="13" y="95"/>
                </a:lnTo>
                <a:lnTo>
                  <a:pt x="12" y="98"/>
                </a:lnTo>
                <a:lnTo>
                  <a:pt x="12" y="101"/>
                </a:lnTo>
                <a:lnTo>
                  <a:pt x="11" y="104"/>
                </a:lnTo>
                <a:lnTo>
                  <a:pt x="11" y="107"/>
                </a:lnTo>
                <a:lnTo>
                  <a:pt x="11" y="111"/>
                </a:lnTo>
                <a:lnTo>
                  <a:pt x="11" y="114"/>
                </a:lnTo>
                <a:lnTo>
                  <a:pt x="11" y="117"/>
                </a:lnTo>
                <a:lnTo>
                  <a:pt x="12" y="120"/>
                </a:lnTo>
                <a:lnTo>
                  <a:pt x="12" y="124"/>
                </a:lnTo>
                <a:lnTo>
                  <a:pt x="13" y="127"/>
                </a:lnTo>
                <a:lnTo>
                  <a:pt x="14" y="130"/>
                </a:lnTo>
                <a:lnTo>
                  <a:pt x="15" y="133"/>
                </a:lnTo>
                <a:lnTo>
                  <a:pt x="16" y="136"/>
                </a:lnTo>
                <a:lnTo>
                  <a:pt x="17" y="139"/>
                </a:lnTo>
                <a:lnTo>
                  <a:pt x="19" y="142"/>
                </a:lnTo>
                <a:lnTo>
                  <a:pt x="20" y="145"/>
                </a:lnTo>
                <a:lnTo>
                  <a:pt x="22" y="149"/>
                </a:lnTo>
                <a:lnTo>
                  <a:pt x="24" y="151"/>
                </a:lnTo>
                <a:lnTo>
                  <a:pt x="25" y="154"/>
                </a:lnTo>
                <a:lnTo>
                  <a:pt x="28" y="157"/>
                </a:lnTo>
                <a:lnTo>
                  <a:pt x="30" y="160"/>
                </a:lnTo>
                <a:lnTo>
                  <a:pt x="32" y="163"/>
                </a:lnTo>
                <a:lnTo>
                  <a:pt x="35" y="166"/>
                </a:lnTo>
                <a:lnTo>
                  <a:pt x="37" y="168"/>
                </a:lnTo>
                <a:lnTo>
                  <a:pt x="40" y="171"/>
                </a:lnTo>
                <a:lnTo>
                  <a:pt x="43" y="174"/>
                </a:lnTo>
                <a:lnTo>
                  <a:pt x="46" y="176"/>
                </a:lnTo>
                <a:lnTo>
                  <a:pt x="49" y="179"/>
                </a:lnTo>
                <a:lnTo>
                  <a:pt x="52" y="181"/>
                </a:lnTo>
                <a:lnTo>
                  <a:pt x="55" y="183"/>
                </a:lnTo>
                <a:lnTo>
                  <a:pt x="59" y="186"/>
                </a:lnTo>
                <a:lnTo>
                  <a:pt x="62" y="188"/>
                </a:lnTo>
                <a:lnTo>
                  <a:pt x="66" y="190"/>
                </a:lnTo>
                <a:lnTo>
                  <a:pt x="70" y="192"/>
                </a:lnTo>
                <a:lnTo>
                  <a:pt x="73" y="194"/>
                </a:lnTo>
                <a:lnTo>
                  <a:pt x="77" y="196"/>
                </a:lnTo>
                <a:lnTo>
                  <a:pt x="81" y="197"/>
                </a:lnTo>
                <a:lnTo>
                  <a:pt x="85" y="199"/>
                </a:lnTo>
                <a:lnTo>
                  <a:pt x="89" y="201"/>
                </a:lnTo>
                <a:lnTo>
                  <a:pt x="94" y="202"/>
                </a:lnTo>
                <a:lnTo>
                  <a:pt x="98" y="204"/>
                </a:lnTo>
                <a:lnTo>
                  <a:pt x="102" y="205"/>
                </a:lnTo>
                <a:lnTo>
                  <a:pt x="107" y="206"/>
                </a:lnTo>
                <a:lnTo>
                  <a:pt x="111" y="207"/>
                </a:lnTo>
                <a:lnTo>
                  <a:pt x="116" y="208"/>
                </a:lnTo>
                <a:lnTo>
                  <a:pt x="120" y="209"/>
                </a:lnTo>
                <a:lnTo>
                  <a:pt x="125" y="210"/>
                </a:lnTo>
                <a:lnTo>
                  <a:pt x="129" y="211"/>
                </a:lnTo>
                <a:lnTo>
                  <a:pt x="134" y="212"/>
                </a:lnTo>
                <a:lnTo>
                  <a:pt x="139" y="212"/>
                </a:lnTo>
                <a:lnTo>
                  <a:pt x="143" y="213"/>
                </a:lnTo>
                <a:lnTo>
                  <a:pt x="148" y="213"/>
                </a:lnTo>
                <a:lnTo>
                  <a:pt x="153" y="213"/>
                </a:lnTo>
                <a:lnTo>
                  <a:pt x="158" y="213"/>
                </a:lnTo>
                <a:lnTo>
                  <a:pt x="162" y="215"/>
                </a:lnTo>
                <a:lnTo>
                  <a:pt x="167" y="213"/>
                </a:lnTo>
                <a:lnTo>
                  <a:pt x="172" y="213"/>
                </a:lnTo>
                <a:lnTo>
                  <a:pt x="176" y="213"/>
                </a:lnTo>
                <a:lnTo>
                  <a:pt x="181" y="213"/>
                </a:lnTo>
                <a:lnTo>
                  <a:pt x="186" y="212"/>
                </a:lnTo>
                <a:lnTo>
                  <a:pt x="191" y="212"/>
                </a:lnTo>
                <a:lnTo>
                  <a:pt x="195" y="211"/>
                </a:lnTo>
                <a:lnTo>
                  <a:pt x="200" y="210"/>
                </a:lnTo>
                <a:lnTo>
                  <a:pt x="205" y="209"/>
                </a:lnTo>
                <a:lnTo>
                  <a:pt x="210" y="208"/>
                </a:lnTo>
                <a:lnTo>
                  <a:pt x="214" y="207"/>
                </a:lnTo>
                <a:lnTo>
                  <a:pt x="219" y="206"/>
                </a:lnTo>
                <a:lnTo>
                  <a:pt x="223" y="205"/>
                </a:lnTo>
                <a:lnTo>
                  <a:pt x="228" y="204"/>
                </a:lnTo>
                <a:lnTo>
                  <a:pt x="232" y="202"/>
                </a:lnTo>
                <a:lnTo>
                  <a:pt x="236" y="201"/>
                </a:lnTo>
                <a:lnTo>
                  <a:pt x="240" y="199"/>
                </a:lnTo>
                <a:lnTo>
                  <a:pt x="244" y="197"/>
                </a:lnTo>
                <a:lnTo>
                  <a:pt x="248" y="196"/>
                </a:lnTo>
                <a:lnTo>
                  <a:pt x="252" y="194"/>
                </a:lnTo>
                <a:lnTo>
                  <a:pt x="256" y="192"/>
                </a:lnTo>
                <a:lnTo>
                  <a:pt x="260" y="190"/>
                </a:lnTo>
                <a:lnTo>
                  <a:pt x="263" y="188"/>
                </a:lnTo>
                <a:lnTo>
                  <a:pt x="267" y="186"/>
                </a:lnTo>
                <a:lnTo>
                  <a:pt x="270" y="183"/>
                </a:lnTo>
                <a:lnTo>
                  <a:pt x="273" y="181"/>
                </a:lnTo>
                <a:lnTo>
                  <a:pt x="277" y="179"/>
                </a:lnTo>
                <a:lnTo>
                  <a:pt x="280" y="176"/>
                </a:lnTo>
                <a:lnTo>
                  <a:pt x="283" y="174"/>
                </a:lnTo>
                <a:lnTo>
                  <a:pt x="286" y="171"/>
                </a:lnTo>
                <a:lnTo>
                  <a:pt x="288" y="168"/>
                </a:lnTo>
                <a:lnTo>
                  <a:pt x="291" y="166"/>
                </a:lnTo>
                <a:lnTo>
                  <a:pt x="293" y="163"/>
                </a:lnTo>
                <a:lnTo>
                  <a:pt x="296" y="160"/>
                </a:lnTo>
                <a:lnTo>
                  <a:pt x="298" y="157"/>
                </a:lnTo>
                <a:lnTo>
                  <a:pt x="300" y="154"/>
                </a:lnTo>
                <a:lnTo>
                  <a:pt x="302" y="151"/>
                </a:lnTo>
                <a:lnTo>
                  <a:pt x="304" y="149"/>
                </a:lnTo>
                <a:lnTo>
                  <a:pt x="305" y="145"/>
                </a:lnTo>
                <a:lnTo>
                  <a:pt x="307" y="142"/>
                </a:lnTo>
                <a:lnTo>
                  <a:pt x="308" y="139"/>
                </a:lnTo>
                <a:lnTo>
                  <a:pt x="310" y="136"/>
                </a:lnTo>
                <a:lnTo>
                  <a:pt x="311" y="133"/>
                </a:lnTo>
                <a:lnTo>
                  <a:pt x="312" y="130"/>
                </a:lnTo>
                <a:lnTo>
                  <a:pt x="313" y="127"/>
                </a:lnTo>
                <a:lnTo>
                  <a:pt x="313" y="124"/>
                </a:lnTo>
                <a:lnTo>
                  <a:pt x="314" y="120"/>
                </a:lnTo>
                <a:lnTo>
                  <a:pt x="314" y="117"/>
                </a:lnTo>
                <a:lnTo>
                  <a:pt x="314" y="114"/>
                </a:lnTo>
                <a:lnTo>
                  <a:pt x="314" y="111"/>
                </a:lnTo>
                <a:moveTo>
                  <a:pt x="326" y="111"/>
                </a:moveTo>
                <a:lnTo>
                  <a:pt x="326" y="114"/>
                </a:lnTo>
                <a:lnTo>
                  <a:pt x="325" y="118"/>
                </a:lnTo>
                <a:lnTo>
                  <a:pt x="325" y="121"/>
                </a:lnTo>
                <a:lnTo>
                  <a:pt x="324" y="125"/>
                </a:lnTo>
                <a:lnTo>
                  <a:pt x="324" y="128"/>
                </a:lnTo>
                <a:lnTo>
                  <a:pt x="323" y="131"/>
                </a:lnTo>
                <a:lnTo>
                  <a:pt x="322" y="135"/>
                </a:lnTo>
                <a:lnTo>
                  <a:pt x="321" y="138"/>
                </a:lnTo>
                <a:lnTo>
                  <a:pt x="319" y="141"/>
                </a:lnTo>
                <a:lnTo>
                  <a:pt x="318" y="145"/>
                </a:lnTo>
                <a:lnTo>
                  <a:pt x="316" y="148"/>
                </a:lnTo>
                <a:lnTo>
                  <a:pt x="314" y="151"/>
                </a:lnTo>
                <a:lnTo>
                  <a:pt x="312" y="155"/>
                </a:lnTo>
                <a:lnTo>
                  <a:pt x="310" y="158"/>
                </a:lnTo>
                <a:lnTo>
                  <a:pt x="308" y="161"/>
                </a:lnTo>
                <a:lnTo>
                  <a:pt x="306" y="164"/>
                </a:lnTo>
                <a:lnTo>
                  <a:pt x="303" y="167"/>
                </a:lnTo>
                <a:lnTo>
                  <a:pt x="300" y="170"/>
                </a:lnTo>
                <a:lnTo>
                  <a:pt x="298" y="173"/>
                </a:lnTo>
                <a:lnTo>
                  <a:pt x="295" y="176"/>
                </a:lnTo>
                <a:lnTo>
                  <a:pt x="292" y="178"/>
                </a:lnTo>
                <a:lnTo>
                  <a:pt x="288" y="181"/>
                </a:lnTo>
                <a:lnTo>
                  <a:pt x="285" y="184"/>
                </a:lnTo>
                <a:lnTo>
                  <a:pt x="282" y="186"/>
                </a:lnTo>
                <a:lnTo>
                  <a:pt x="278" y="189"/>
                </a:lnTo>
                <a:lnTo>
                  <a:pt x="274" y="191"/>
                </a:lnTo>
                <a:lnTo>
                  <a:pt x="271" y="194"/>
                </a:lnTo>
                <a:lnTo>
                  <a:pt x="267" y="196"/>
                </a:lnTo>
                <a:lnTo>
                  <a:pt x="263" y="198"/>
                </a:lnTo>
                <a:lnTo>
                  <a:pt x="259" y="200"/>
                </a:lnTo>
                <a:lnTo>
                  <a:pt x="255" y="202"/>
                </a:lnTo>
                <a:lnTo>
                  <a:pt x="250" y="204"/>
                </a:lnTo>
                <a:lnTo>
                  <a:pt x="246" y="206"/>
                </a:lnTo>
                <a:lnTo>
                  <a:pt x="242" y="208"/>
                </a:lnTo>
                <a:lnTo>
                  <a:pt x="237" y="209"/>
                </a:lnTo>
                <a:lnTo>
                  <a:pt x="232" y="211"/>
                </a:lnTo>
                <a:lnTo>
                  <a:pt x="228" y="212"/>
                </a:lnTo>
                <a:lnTo>
                  <a:pt x="223" y="213"/>
                </a:lnTo>
                <a:lnTo>
                  <a:pt x="218" y="216"/>
                </a:lnTo>
                <a:lnTo>
                  <a:pt x="213" y="217"/>
                </a:lnTo>
                <a:lnTo>
                  <a:pt x="209" y="218"/>
                </a:lnTo>
                <a:lnTo>
                  <a:pt x="204" y="219"/>
                </a:lnTo>
                <a:lnTo>
                  <a:pt x="198" y="220"/>
                </a:lnTo>
                <a:lnTo>
                  <a:pt x="193" y="220"/>
                </a:lnTo>
                <a:lnTo>
                  <a:pt x="188" y="221"/>
                </a:lnTo>
                <a:lnTo>
                  <a:pt x="183" y="221"/>
                </a:lnTo>
                <a:lnTo>
                  <a:pt x="178" y="222"/>
                </a:lnTo>
                <a:lnTo>
                  <a:pt x="172" y="222"/>
                </a:lnTo>
                <a:lnTo>
                  <a:pt x="167" y="222"/>
                </a:lnTo>
                <a:lnTo>
                  <a:pt x="162" y="222"/>
                </a:lnTo>
                <a:lnTo>
                  <a:pt x="157" y="222"/>
                </a:lnTo>
                <a:lnTo>
                  <a:pt x="152" y="222"/>
                </a:lnTo>
                <a:lnTo>
                  <a:pt x="147" y="222"/>
                </a:lnTo>
                <a:lnTo>
                  <a:pt x="142" y="221"/>
                </a:lnTo>
                <a:lnTo>
                  <a:pt x="137" y="221"/>
                </a:lnTo>
                <a:lnTo>
                  <a:pt x="132" y="220"/>
                </a:lnTo>
                <a:lnTo>
                  <a:pt x="127" y="220"/>
                </a:lnTo>
                <a:lnTo>
                  <a:pt x="122" y="219"/>
                </a:lnTo>
                <a:lnTo>
                  <a:pt x="117" y="218"/>
                </a:lnTo>
                <a:lnTo>
                  <a:pt x="112" y="217"/>
                </a:lnTo>
                <a:lnTo>
                  <a:pt x="107" y="216"/>
                </a:lnTo>
                <a:lnTo>
                  <a:pt x="102" y="213"/>
                </a:lnTo>
                <a:lnTo>
                  <a:pt x="98" y="212"/>
                </a:lnTo>
                <a:lnTo>
                  <a:pt x="93" y="211"/>
                </a:lnTo>
                <a:lnTo>
                  <a:pt x="88" y="209"/>
                </a:lnTo>
                <a:lnTo>
                  <a:pt x="84" y="208"/>
                </a:lnTo>
                <a:lnTo>
                  <a:pt x="80" y="206"/>
                </a:lnTo>
                <a:lnTo>
                  <a:pt x="75" y="204"/>
                </a:lnTo>
                <a:lnTo>
                  <a:pt x="71" y="202"/>
                </a:lnTo>
                <a:lnTo>
                  <a:pt x="67" y="200"/>
                </a:lnTo>
                <a:lnTo>
                  <a:pt x="63" y="198"/>
                </a:lnTo>
                <a:lnTo>
                  <a:pt x="59" y="196"/>
                </a:lnTo>
                <a:lnTo>
                  <a:pt x="55" y="194"/>
                </a:lnTo>
                <a:lnTo>
                  <a:pt x="51" y="191"/>
                </a:lnTo>
                <a:lnTo>
                  <a:pt x="47" y="189"/>
                </a:lnTo>
                <a:lnTo>
                  <a:pt x="44" y="186"/>
                </a:lnTo>
                <a:lnTo>
                  <a:pt x="40" y="184"/>
                </a:lnTo>
                <a:lnTo>
                  <a:pt x="37" y="181"/>
                </a:lnTo>
                <a:lnTo>
                  <a:pt x="34" y="178"/>
                </a:lnTo>
                <a:lnTo>
                  <a:pt x="31" y="176"/>
                </a:lnTo>
                <a:lnTo>
                  <a:pt x="28" y="173"/>
                </a:lnTo>
                <a:lnTo>
                  <a:pt x="25" y="170"/>
                </a:lnTo>
                <a:lnTo>
                  <a:pt x="22" y="167"/>
                </a:lnTo>
                <a:lnTo>
                  <a:pt x="20" y="164"/>
                </a:lnTo>
                <a:lnTo>
                  <a:pt x="17" y="161"/>
                </a:lnTo>
                <a:lnTo>
                  <a:pt x="15" y="158"/>
                </a:lnTo>
                <a:lnTo>
                  <a:pt x="13" y="155"/>
                </a:lnTo>
                <a:lnTo>
                  <a:pt x="11" y="151"/>
                </a:lnTo>
                <a:lnTo>
                  <a:pt x="9" y="148"/>
                </a:lnTo>
                <a:lnTo>
                  <a:pt x="8" y="145"/>
                </a:lnTo>
                <a:lnTo>
                  <a:pt x="6" y="141"/>
                </a:lnTo>
                <a:lnTo>
                  <a:pt x="5" y="138"/>
                </a:lnTo>
                <a:lnTo>
                  <a:pt x="4" y="135"/>
                </a:lnTo>
                <a:lnTo>
                  <a:pt x="3" y="131"/>
                </a:lnTo>
                <a:lnTo>
                  <a:pt x="2" y="128"/>
                </a:lnTo>
                <a:lnTo>
                  <a:pt x="1" y="125"/>
                </a:lnTo>
                <a:lnTo>
                  <a:pt x="0" y="121"/>
                </a:lnTo>
                <a:lnTo>
                  <a:pt x="0" y="118"/>
                </a:lnTo>
                <a:lnTo>
                  <a:pt x="0" y="114"/>
                </a:lnTo>
                <a:lnTo>
                  <a:pt x="0" y="111"/>
                </a:lnTo>
                <a:lnTo>
                  <a:pt x="0" y="107"/>
                </a:lnTo>
                <a:lnTo>
                  <a:pt x="0" y="104"/>
                </a:lnTo>
                <a:lnTo>
                  <a:pt x="0" y="100"/>
                </a:lnTo>
                <a:lnTo>
                  <a:pt x="1" y="97"/>
                </a:lnTo>
                <a:lnTo>
                  <a:pt x="2" y="93"/>
                </a:lnTo>
                <a:lnTo>
                  <a:pt x="3" y="90"/>
                </a:lnTo>
                <a:lnTo>
                  <a:pt x="4" y="87"/>
                </a:lnTo>
                <a:lnTo>
                  <a:pt x="5" y="83"/>
                </a:lnTo>
                <a:lnTo>
                  <a:pt x="6" y="80"/>
                </a:lnTo>
                <a:lnTo>
                  <a:pt x="8" y="76"/>
                </a:lnTo>
                <a:lnTo>
                  <a:pt x="9" y="73"/>
                </a:lnTo>
                <a:lnTo>
                  <a:pt x="11" y="70"/>
                </a:lnTo>
                <a:lnTo>
                  <a:pt x="13" y="67"/>
                </a:lnTo>
                <a:lnTo>
                  <a:pt x="15" y="64"/>
                </a:lnTo>
                <a:lnTo>
                  <a:pt x="17" y="60"/>
                </a:lnTo>
                <a:lnTo>
                  <a:pt x="20" y="57"/>
                </a:lnTo>
                <a:lnTo>
                  <a:pt x="22" y="54"/>
                </a:lnTo>
                <a:lnTo>
                  <a:pt x="25" y="51"/>
                </a:lnTo>
                <a:lnTo>
                  <a:pt x="28" y="49"/>
                </a:lnTo>
                <a:lnTo>
                  <a:pt x="31" y="46"/>
                </a:lnTo>
                <a:lnTo>
                  <a:pt x="34" y="43"/>
                </a:lnTo>
                <a:lnTo>
                  <a:pt x="37" y="40"/>
                </a:lnTo>
                <a:lnTo>
                  <a:pt x="40" y="38"/>
                </a:lnTo>
                <a:lnTo>
                  <a:pt x="44" y="35"/>
                </a:lnTo>
                <a:lnTo>
                  <a:pt x="47" y="32"/>
                </a:lnTo>
                <a:lnTo>
                  <a:pt x="51" y="30"/>
                </a:lnTo>
                <a:lnTo>
                  <a:pt x="55" y="28"/>
                </a:lnTo>
                <a:lnTo>
                  <a:pt x="59" y="25"/>
                </a:lnTo>
                <a:lnTo>
                  <a:pt x="63" y="23"/>
                </a:lnTo>
                <a:lnTo>
                  <a:pt x="67" y="21"/>
                </a:lnTo>
                <a:lnTo>
                  <a:pt x="71" y="19"/>
                </a:lnTo>
                <a:lnTo>
                  <a:pt x="75" y="17"/>
                </a:lnTo>
                <a:lnTo>
                  <a:pt x="80" y="15"/>
                </a:lnTo>
                <a:lnTo>
                  <a:pt x="84" y="14"/>
                </a:lnTo>
                <a:lnTo>
                  <a:pt x="88" y="12"/>
                </a:lnTo>
                <a:lnTo>
                  <a:pt x="93" y="11"/>
                </a:lnTo>
                <a:lnTo>
                  <a:pt x="98" y="9"/>
                </a:lnTo>
                <a:lnTo>
                  <a:pt x="102" y="8"/>
                </a:lnTo>
                <a:lnTo>
                  <a:pt x="107" y="7"/>
                </a:lnTo>
                <a:lnTo>
                  <a:pt x="112" y="5"/>
                </a:lnTo>
                <a:lnTo>
                  <a:pt x="117" y="4"/>
                </a:lnTo>
                <a:lnTo>
                  <a:pt x="122" y="4"/>
                </a:lnTo>
                <a:lnTo>
                  <a:pt x="127" y="3"/>
                </a:lnTo>
                <a:lnTo>
                  <a:pt x="132" y="2"/>
                </a:lnTo>
                <a:lnTo>
                  <a:pt x="137" y="1"/>
                </a:lnTo>
                <a:lnTo>
                  <a:pt x="142" y="1"/>
                </a:lnTo>
                <a:lnTo>
                  <a:pt x="147" y="1"/>
                </a:lnTo>
                <a:lnTo>
                  <a:pt x="152" y="0"/>
                </a:lnTo>
                <a:lnTo>
                  <a:pt x="157" y="0"/>
                </a:lnTo>
                <a:lnTo>
                  <a:pt x="162" y="0"/>
                </a:lnTo>
                <a:lnTo>
                  <a:pt x="167" y="0"/>
                </a:lnTo>
                <a:lnTo>
                  <a:pt x="172" y="0"/>
                </a:lnTo>
                <a:lnTo>
                  <a:pt x="178" y="1"/>
                </a:lnTo>
                <a:lnTo>
                  <a:pt x="183" y="1"/>
                </a:lnTo>
                <a:lnTo>
                  <a:pt x="188" y="1"/>
                </a:lnTo>
                <a:lnTo>
                  <a:pt x="193" y="2"/>
                </a:lnTo>
                <a:lnTo>
                  <a:pt x="198" y="3"/>
                </a:lnTo>
                <a:lnTo>
                  <a:pt x="204" y="4"/>
                </a:lnTo>
                <a:lnTo>
                  <a:pt x="209" y="4"/>
                </a:lnTo>
                <a:lnTo>
                  <a:pt x="213" y="5"/>
                </a:lnTo>
                <a:lnTo>
                  <a:pt x="218" y="7"/>
                </a:lnTo>
                <a:lnTo>
                  <a:pt x="223" y="8"/>
                </a:lnTo>
                <a:lnTo>
                  <a:pt x="228" y="9"/>
                </a:lnTo>
                <a:lnTo>
                  <a:pt x="232" y="11"/>
                </a:lnTo>
                <a:lnTo>
                  <a:pt x="237" y="12"/>
                </a:lnTo>
                <a:lnTo>
                  <a:pt x="242" y="14"/>
                </a:lnTo>
                <a:lnTo>
                  <a:pt x="246" y="15"/>
                </a:lnTo>
                <a:lnTo>
                  <a:pt x="250" y="17"/>
                </a:lnTo>
                <a:lnTo>
                  <a:pt x="255" y="19"/>
                </a:lnTo>
                <a:lnTo>
                  <a:pt x="259" y="21"/>
                </a:lnTo>
                <a:lnTo>
                  <a:pt x="263" y="23"/>
                </a:lnTo>
                <a:lnTo>
                  <a:pt x="267" y="25"/>
                </a:lnTo>
                <a:lnTo>
                  <a:pt x="271" y="28"/>
                </a:lnTo>
                <a:lnTo>
                  <a:pt x="274" y="30"/>
                </a:lnTo>
                <a:lnTo>
                  <a:pt x="278" y="32"/>
                </a:lnTo>
                <a:lnTo>
                  <a:pt x="282" y="35"/>
                </a:lnTo>
                <a:lnTo>
                  <a:pt x="285" y="38"/>
                </a:lnTo>
                <a:lnTo>
                  <a:pt x="288" y="40"/>
                </a:lnTo>
                <a:lnTo>
                  <a:pt x="292" y="43"/>
                </a:lnTo>
                <a:lnTo>
                  <a:pt x="295" y="46"/>
                </a:lnTo>
                <a:lnTo>
                  <a:pt x="298" y="49"/>
                </a:lnTo>
                <a:lnTo>
                  <a:pt x="300" y="51"/>
                </a:lnTo>
                <a:lnTo>
                  <a:pt x="303" y="54"/>
                </a:lnTo>
                <a:lnTo>
                  <a:pt x="306" y="57"/>
                </a:lnTo>
                <a:lnTo>
                  <a:pt x="308" y="60"/>
                </a:lnTo>
                <a:lnTo>
                  <a:pt x="310" y="64"/>
                </a:lnTo>
                <a:lnTo>
                  <a:pt x="312" y="67"/>
                </a:lnTo>
                <a:lnTo>
                  <a:pt x="314" y="70"/>
                </a:lnTo>
                <a:lnTo>
                  <a:pt x="316" y="73"/>
                </a:lnTo>
                <a:lnTo>
                  <a:pt x="318" y="76"/>
                </a:lnTo>
                <a:lnTo>
                  <a:pt x="319" y="80"/>
                </a:lnTo>
                <a:lnTo>
                  <a:pt x="321" y="83"/>
                </a:lnTo>
                <a:lnTo>
                  <a:pt x="322" y="87"/>
                </a:lnTo>
                <a:lnTo>
                  <a:pt x="323" y="90"/>
                </a:lnTo>
                <a:lnTo>
                  <a:pt x="324" y="93"/>
                </a:lnTo>
                <a:lnTo>
                  <a:pt x="324" y="97"/>
                </a:lnTo>
                <a:lnTo>
                  <a:pt x="325" y="100"/>
                </a:lnTo>
                <a:lnTo>
                  <a:pt x="325" y="104"/>
                </a:lnTo>
                <a:lnTo>
                  <a:pt x="326" y="107"/>
                </a:lnTo>
                <a:lnTo>
                  <a:pt x="326" y="111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1" name=""/>
          <p:cNvSpPr/>
          <p:nvPr/>
        </p:nvSpPr>
        <p:spPr>
          <a:xfrm>
            <a:off x="4066200" y="2905920"/>
            <a:ext cx="120240" cy="81720"/>
          </a:xfrm>
          <a:custGeom>
            <a:avLst/>
            <a:gdLst/>
            <a:ahLst/>
            <a:rect l="0" t="0" r="r" b="b"/>
            <a:pathLst>
              <a:path w="334" h="227">
                <a:moveTo>
                  <a:pt x="330" y="113"/>
                </a:moveTo>
                <a:lnTo>
                  <a:pt x="330" y="109"/>
                </a:lnTo>
                <a:lnTo>
                  <a:pt x="329" y="106"/>
                </a:lnTo>
                <a:lnTo>
                  <a:pt x="329" y="102"/>
                </a:lnTo>
                <a:lnTo>
                  <a:pt x="328" y="99"/>
                </a:lnTo>
                <a:lnTo>
                  <a:pt x="328" y="95"/>
                </a:lnTo>
                <a:lnTo>
                  <a:pt x="327" y="92"/>
                </a:lnTo>
                <a:lnTo>
                  <a:pt x="326" y="89"/>
                </a:lnTo>
                <a:lnTo>
                  <a:pt x="325" y="85"/>
                </a:lnTo>
                <a:lnTo>
                  <a:pt x="323" y="82"/>
                </a:lnTo>
                <a:lnTo>
                  <a:pt x="322" y="78"/>
                </a:lnTo>
                <a:lnTo>
                  <a:pt x="320" y="75"/>
                </a:lnTo>
                <a:lnTo>
                  <a:pt x="318" y="72"/>
                </a:lnTo>
                <a:lnTo>
                  <a:pt x="316" y="69"/>
                </a:lnTo>
                <a:lnTo>
                  <a:pt x="314" y="66"/>
                </a:lnTo>
                <a:lnTo>
                  <a:pt x="312" y="62"/>
                </a:lnTo>
                <a:lnTo>
                  <a:pt x="310" y="59"/>
                </a:lnTo>
                <a:lnTo>
                  <a:pt x="307" y="56"/>
                </a:lnTo>
                <a:lnTo>
                  <a:pt x="304" y="53"/>
                </a:lnTo>
                <a:lnTo>
                  <a:pt x="302" y="51"/>
                </a:lnTo>
                <a:lnTo>
                  <a:pt x="299" y="48"/>
                </a:lnTo>
                <a:lnTo>
                  <a:pt x="296" y="45"/>
                </a:lnTo>
                <a:lnTo>
                  <a:pt x="292" y="42"/>
                </a:lnTo>
                <a:lnTo>
                  <a:pt x="289" y="40"/>
                </a:lnTo>
                <a:lnTo>
                  <a:pt x="286" y="37"/>
                </a:lnTo>
                <a:lnTo>
                  <a:pt x="282" y="34"/>
                </a:lnTo>
                <a:lnTo>
                  <a:pt x="278" y="32"/>
                </a:lnTo>
                <a:lnTo>
                  <a:pt x="275" y="30"/>
                </a:lnTo>
                <a:lnTo>
                  <a:pt x="271" y="27"/>
                </a:lnTo>
                <a:lnTo>
                  <a:pt x="267" y="25"/>
                </a:lnTo>
                <a:lnTo>
                  <a:pt x="263" y="23"/>
                </a:lnTo>
                <a:lnTo>
                  <a:pt x="259" y="21"/>
                </a:lnTo>
                <a:lnTo>
                  <a:pt x="254" y="19"/>
                </a:lnTo>
                <a:lnTo>
                  <a:pt x="250" y="17"/>
                </a:lnTo>
                <a:lnTo>
                  <a:pt x="246" y="16"/>
                </a:lnTo>
                <a:lnTo>
                  <a:pt x="241" y="14"/>
                </a:lnTo>
                <a:lnTo>
                  <a:pt x="236" y="13"/>
                </a:lnTo>
                <a:lnTo>
                  <a:pt x="232" y="11"/>
                </a:lnTo>
                <a:lnTo>
                  <a:pt x="227" y="10"/>
                </a:lnTo>
                <a:lnTo>
                  <a:pt x="222" y="9"/>
                </a:lnTo>
                <a:lnTo>
                  <a:pt x="217" y="7"/>
                </a:lnTo>
                <a:lnTo>
                  <a:pt x="213" y="6"/>
                </a:lnTo>
                <a:lnTo>
                  <a:pt x="208" y="6"/>
                </a:lnTo>
                <a:lnTo>
                  <a:pt x="203" y="5"/>
                </a:lnTo>
                <a:lnTo>
                  <a:pt x="198" y="4"/>
                </a:lnTo>
                <a:lnTo>
                  <a:pt x="193" y="3"/>
                </a:lnTo>
                <a:lnTo>
                  <a:pt x="188" y="3"/>
                </a:lnTo>
                <a:lnTo>
                  <a:pt x="183" y="3"/>
                </a:lnTo>
                <a:lnTo>
                  <a:pt x="177" y="2"/>
                </a:lnTo>
                <a:lnTo>
                  <a:pt x="172" y="2"/>
                </a:lnTo>
                <a:lnTo>
                  <a:pt x="167" y="2"/>
                </a:lnTo>
                <a:lnTo>
                  <a:pt x="162" y="2"/>
                </a:lnTo>
                <a:lnTo>
                  <a:pt x="156" y="2"/>
                </a:lnTo>
                <a:lnTo>
                  <a:pt x="151" y="3"/>
                </a:lnTo>
                <a:lnTo>
                  <a:pt x="146" y="3"/>
                </a:lnTo>
                <a:lnTo>
                  <a:pt x="141" y="3"/>
                </a:lnTo>
                <a:lnTo>
                  <a:pt x="136" y="4"/>
                </a:lnTo>
                <a:lnTo>
                  <a:pt x="131" y="5"/>
                </a:lnTo>
                <a:lnTo>
                  <a:pt x="126" y="6"/>
                </a:lnTo>
                <a:lnTo>
                  <a:pt x="121" y="6"/>
                </a:lnTo>
                <a:lnTo>
                  <a:pt x="116" y="7"/>
                </a:lnTo>
                <a:lnTo>
                  <a:pt x="111" y="9"/>
                </a:lnTo>
                <a:lnTo>
                  <a:pt x="106" y="10"/>
                </a:lnTo>
                <a:lnTo>
                  <a:pt x="102" y="11"/>
                </a:lnTo>
                <a:lnTo>
                  <a:pt x="97" y="13"/>
                </a:lnTo>
                <a:lnTo>
                  <a:pt x="92" y="14"/>
                </a:lnTo>
                <a:lnTo>
                  <a:pt x="88" y="16"/>
                </a:lnTo>
                <a:lnTo>
                  <a:pt x="84" y="17"/>
                </a:lnTo>
                <a:lnTo>
                  <a:pt x="79" y="19"/>
                </a:lnTo>
                <a:lnTo>
                  <a:pt x="75" y="21"/>
                </a:lnTo>
                <a:lnTo>
                  <a:pt x="71" y="23"/>
                </a:lnTo>
                <a:lnTo>
                  <a:pt x="67" y="25"/>
                </a:lnTo>
                <a:lnTo>
                  <a:pt x="63" y="27"/>
                </a:lnTo>
                <a:lnTo>
                  <a:pt x="59" y="30"/>
                </a:lnTo>
                <a:lnTo>
                  <a:pt x="55" y="32"/>
                </a:lnTo>
                <a:lnTo>
                  <a:pt x="51" y="34"/>
                </a:lnTo>
                <a:lnTo>
                  <a:pt x="48" y="37"/>
                </a:lnTo>
                <a:lnTo>
                  <a:pt x="44" y="40"/>
                </a:lnTo>
                <a:lnTo>
                  <a:pt x="41" y="42"/>
                </a:lnTo>
                <a:lnTo>
                  <a:pt x="38" y="45"/>
                </a:lnTo>
                <a:lnTo>
                  <a:pt x="35" y="48"/>
                </a:lnTo>
                <a:lnTo>
                  <a:pt x="32" y="51"/>
                </a:lnTo>
                <a:lnTo>
                  <a:pt x="29" y="53"/>
                </a:lnTo>
                <a:lnTo>
                  <a:pt x="26" y="56"/>
                </a:lnTo>
                <a:lnTo>
                  <a:pt x="24" y="59"/>
                </a:lnTo>
                <a:lnTo>
                  <a:pt x="21" y="62"/>
                </a:lnTo>
                <a:lnTo>
                  <a:pt x="19" y="66"/>
                </a:lnTo>
                <a:lnTo>
                  <a:pt x="17" y="69"/>
                </a:lnTo>
                <a:lnTo>
                  <a:pt x="15" y="72"/>
                </a:lnTo>
                <a:lnTo>
                  <a:pt x="13" y="75"/>
                </a:lnTo>
                <a:lnTo>
                  <a:pt x="12" y="78"/>
                </a:lnTo>
                <a:lnTo>
                  <a:pt x="10" y="82"/>
                </a:lnTo>
                <a:lnTo>
                  <a:pt x="9" y="85"/>
                </a:lnTo>
                <a:lnTo>
                  <a:pt x="8" y="89"/>
                </a:lnTo>
                <a:lnTo>
                  <a:pt x="7" y="92"/>
                </a:lnTo>
                <a:lnTo>
                  <a:pt x="6" y="95"/>
                </a:lnTo>
                <a:lnTo>
                  <a:pt x="5" y="99"/>
                </a:lnTo>
                <a:lnTo>
                  <a:pt x="4" y="102"/>
                </a:lnTo>
                <a:lnTo>
                  <a:pt x="4" y="106"/>
                </a:lnTo>
                <a:lnTo>
                  <a:pt x="4" y="109"/>
                </a:lnTo>
                <a:lnTo>
                  <a:pt x="4" y="113"/>
                </a:lnTo>
                <a:lnTo>
                  <a:pt x="4" y="116"/>
                </a:lnTo>
                <a:lnTo>
                  <a:pt x="4" y="120"/>
                </a:lnTo>
                <a:lnTo>
                  <a:pt x="4" y="123"/>
                </a:lnTo>
                <a:lnTo>
                  <a:pt x="5" y="127"/>
                </a:lnTo>
                <a:lnTo>
                  <a:pt x="6" y="130"/>
                </a:lnTo>
                <a:lnTo>
                  <a:pt x="7" y="133"/>
                </a:lnTo>
                <a:lnTo>
                  <a:pt x="8" y="137"/>
                </a:lnTo>
                <a:lnTo>
                  <a:pt x="9" y="140"/>
                </a:lnTo>
                <a:lnTo>
                  <a:pt x="10" y="143"/>
                </a:lnTo>
                <a:lnTo>
                  <a:pt x="12" y="147"/>
                </a:lnTo>
                <a:lnTo>
                  <a:pt x="13" y="150"/>
                </a:lnTo>
                <a:lnTo>
                  <a:pt x="15" y="153"/>
                </a:lnTo>
                <a:lnTo>
                  <a:pt x="17" y="157"/>
                </a:lnTo>
                <a:lnTo>
                  <a:pt x="19" y="160"/>
                </a:lnTo>
                <a:lnTo>
                  <a:pt x="21" y="163"/>
                </a:lnTo>
                <a:lnTo>
                  <a:pt x="24" y="166"/>
                </a:lnTo>
                <a:lnTo>
                  <a:pt x="26" y="169"/>
                </a:lnTo>
                <a:lnTo>
                  <a:pt x="29" y="172"/>
                </a:lnTo>
                <a:lnTo>
                  <a:pt x="32" y="175"/>
                </a:lnTo>
                <a:lnTo>
                  <a:pt x="35" y="179"/>
                </a:lnTo>
                <a:lnTo>
                  <a:pt x="38" y="181"/>
                </a:lnTo>
                <a:lnTo>
                  <a:pt x="41" y="184"/>
                </a:lnTo>
                <a:lnTo>
                  <a:pt x="44" y="187"/>
                </a:lnTo>
                <a:lnTo>
                  <a:pt x="48" y="189"/>
                </a:lnTo>
                <a:lnTo>
                  <a:pt x="51" y="192"/>
                </a:lnTo>
                <a:lnTo>
                  <a:pt x="55" y="194"/>
                </a:lnTo>
                <a:lnTo>
                  <a:pt x="59" y="197"/>
                </a:lnTo>
                <a:lnTo>
                  <a:pt x="63" y="199"/>
                </a:lnTo>
                <a:lnTo>
                  <a:pt x="67" y="201"/>
                </a:lnTo>
                <a:lnTo>
                  <a:pt x="71" y="203"/>
                </a:lnTo>
                <a:lnTo>
                  <a:pt x="75" y="205"/>
                </a:lnTo>
                <a:lnTo>
                  <a:pt x="79" y="207"/>
                </a:lnTo>
                <a:lnTo>
                  <a:pt x="84" y="209"/>
                </a:lnTo>
                <a:lnTo>
                  <a:pt x="88" y="211"/>
                </a:lnTo>
                <a:lnTo>
                  <a:pt x="92" y="212"/>
                </a:lnTo>
                <a:lnTo>
                  <a:pt x="97" y="214"/>
                </a:lnTo>
                <a:lnTo>
                  <a:pt x="102" y="215"/>
                </a:lnTo>
                <a:lnTo>
                  <a:pt x="106" y="216"/>
                </a:lnTo>
                <a:lnTo>
                  <a:pt x="111" y="218"/>
                </a:lnTo>
                <a:lnTo>
                  <a:pt x="116" y="219"/>
                </a:lnTo>
                <a:lnTo>
                  <a:pt x="121" y="220"/>
                </a:lnTo>
                <a:lnTo>
                  <a:pt x="126" y="221"/>
                </a:lnTo>
                <a:lnTo>
                  <a:pt x="131" y="222"/>
                </a:lnTo>
                <a:lnTo>
                  <a:pt x="136" y="222"/>
                </a:lnTo>
                <a:lnTo>
                  <a:pt x="141" y="223"/>
                </a:lnTo>
                <a:lnTo>
                  <a:pt x="146" y="223"/>
                </a:lnTo>
                <a:lnTo>
                  <a:pt x="151" y="224"/>
                </a:lnTo>
                <a:lnTo>
                  <a:pt x="156" y="224"/>
                </a:lnTo>
                <a:lnTo>
                  <a:pt x="162" y="224"/>
                </a:lnTo>
                <a:lnTo>
                  <a:pt x="167" y="224"/>
                </a:lnTo>
                <a:lnTo>
                  <a:pt x="172" y="224"/>
                </a:lnTo>
                <a:lnTo>
                  <a:pt x="177" y="224"/>
                </a:lnTo>
                <a:lnTo>
                  <a:pt x="183" y="224"/>
                </a:lnTo>
                <a:lnTo>
                  <a:pt x="188" y="223"/>
                </a:lnTo>
                <a:lnTo>
                  <a:pt x="193" y="223"/>
                </a:lnTo>
                <a:lnTo>
                  <a:pt x="198" y="222"/>
                </a:lnTo>
                <a:lnTo>
                  <a:pt x="203" y="222"/>
                </a:lnTo>
                <a:lnTo>
                  <a:pt x="208" y="221"/>
                </a:lnTo>
                <a:lnTo>
                  <a:pt x="213" y="220"/>
                </a:lnTo>
                <a:lnTo>
                  <a:pt x="217" y="219"/>
                </a:lnTo>
                <a:lnTo>
                  <a:pt x="222" y="218"/>
                </a:lnTo>
                <a:lnTo>
                  <a:pt x="227" y="216"/>
                </a:lnTo>
                <a:lnTo>
                  <a:pt x="232" y="215"/>
                </a:lnTo>
                <a:lnTo>
                  <a:pt x="236" y="214"/>
                </a:lnTo>
                <a:lnTo>
                  <a:pt x="241" y="212"/>
                </a:lnTo>
                <a:lnTo>
                  <a:pt x="246" y="211"/>
                </a:lnTo>
                <a:lnTo>
                  <a:pt x="250" y="209"/>
                </a:lnTo>
                <a:lnTo>
                  <a:pt x="254" y="207"/>
                </a:lnTo>
                <a:lnTo>
                  <a:pt x="259" y="205"/>
                </a:lnTo>
                <a:lnTo>
                  <a:pt x="263" y="203"/>
                </a:lnTo>
                <a:lnTo>
                  <a:pt x="267" y="201"/>
                </a:lnTo>
                <a:lnTo>
                  <a:pt x="271" y="199"/>
                </a:lnTo>
                <a:lnTo>
                  <a:pt x="275" y="197"/>
                </a:lnTo>
                <a:lnTo>
                  <a:pt x="278" y="194"/>
                </a:lnTo>
                <a:lnTo>
                  <a:pt x="282" y="192"/>
                </a:lnTo>
                <a:lnTo>
                  <a:pt x="286" y="189"/>
                </a:lnTo>
                <a:lnTo>
                  <a:pt x="289" y="187"/>
                </a:lnTo>
                <a:lnTo>
                  <a:pt x="292" y="184"/>
                </a:lnTo>
                <a:lnTo>
                  <a:pt x="296" y="181"/>
                </a:lnTo>
                <a:lnTo>
                  <a:pt x="299" y="179"/>
                </a:lnTo>
                <a:lnTo>
                  <a:pt x="302" y="175"/>
                </a:lnTo>
                <a:lnTo>
                  <a:pt x="304" y="172"/>
                </a:lnTo>
                <a:lnTo>
                  <a:pt x="307" y="169"/>
                </a:lnTo>
                <a:lnTo>
                  <a:pt x="310" y="166"/>
                </a:lnTo>
                <a:lnTo>
                  <a:pt x="312" y="163"/>
                </a:lnTo>
                <a:lnTo>
                  <a:pt x="314" y="160"/>
                </a:lnTo>
                <a:lnTo>
                  <a:pt x="316" y="157"/>
                </a:lnTo>
                <a:lnTo>
                  <a:pt x="318" y="153"/>
                </a:lnTo>
                <a:lnTo>
                  <a:pt x="320" y="150"/>
                </a:lnTo>
                <a:lnTo>
                  <a:pt x="322" y="147"/>
                </a:lnTo>
                <a:lnTo>
                  <a:pt x="323" y="143"/>
                </a:lnTo>
                <a:lnTo>
                  <a:pt x="325" y="140"/>
                </a:lnTo>
                <a:lnTo>
                  <a:pt x="326" y="137"/>
                </a:lnTo>
                <a:lnTo>
                  <a:pt x="327" y="133"/>
                </a:lnTo>
                <a:lnTo>
                  <a:pt x="328" y="130"/>
                </a:lnTo>
                <a:lnTo>
                  <a:pt x="328" y="127"/>
                </a:lnTo>
                <a:lnTo>
                  <a:pt x="329" y="123"/>
                </a:lnTo>
                <a:lnTo>
                  <a:pt x="329" y="120"/>
                </a:lnTo>
                <a:lnTo>
                  <a:pt x="330" y="116"/>
                </a:lnTo>
                <a:lnTo>
                  <a:pt x="330" y="113"/>
                </a:lnTo>
                <a:moveTo>
                  <a:pt x="334" y="113"/>
                </a:moveTo>
                <a:lnTo>
                  <a:pt x="333" y="116"/>
                </a:lnTo>
                <a:lnTo>
                  <a:pt x="333" y="120"/>
                </a:lnTo>
                <a:lnTo>
                  <a:pt x="333" y="123"/>
                </a:lnTo>
                <a:lnTo>
                  <a:pt x="332" y="127"/>
                </a:lnTo>
                <a:lnTo>
                  <a:pt x="331" y="130"/>
                </a:lnTo>
                <a:lnTo>
                  <a:pt x="331" y="134"/>
                </a:lnTo>
                <a:lnTo>
                  <a:pt x="330" y="137"/>
                </a:lnTo>
                <a:lnTo>
                  <a:pt x="328" y="141"/>
                </a:lnTo>
                <a:lnTo>
                  <a:pt x="327" y="144"/>
                </a:lnTo>
                <a:lnTo>
                  <a:pt x="325" y="148"/>
                </a:lnTo>
                <a:lnTo>
                  <a:pt x="324" y="151"/>
                </a:lnTo>
                <a:lnTo>
                  <a:pt x="322" y="154"/>
                </a:lnTo>
                <a:lnTo>
                  <a:pt x="320" y="158"/>
                </a:lnTo>
                <a:lnTo>
                  <a:pt x="318" y="161"/>
                </a:lnTo>
                <a:lnTo>
                  <a:pt x="315" y="164"/>
                </a:lnTo>
                <a:lnTo>
                  <a:pt x="313" y="167"/>
                </a:lnTo>
                <a:lnTo>
                  <a:pt x="310" y="170"/>
                </a:lnTo>
                <a:lnTo>
                  <a:pt x="308" y="173"/>
                </a:lnTo>
                <a:lnTo>
                  <a:pt x="305" y="176"/>
                </a:lnTo>
                <a:lnTo>
                  <a:pt x="302" y="180"/>
                </a:lnTo>
                <a:lnTo>
                  <a:pt x="299" y="183"/>
                </a:lnTo>
                <a:lnTo>
                  <a:pt x="295" y="186"/>
                </a:lnTo>
                <a:lnTo>
                  <a:pt x="292" y="188"/>
                </a:lnTo>
                <a:lnTo>
                  <a:pt x="288" y="191"/>
                </a:lnTo>
                <a:lnTo>
                  <a:pt x="285" y="194"/>
                </a:lnTo>
                <a:lnTo>
                  <a:pt x="281" y="196"/>
                </a:lnTo>
                <a:lnTo>
                  <a:pt x="277" y="199"/>
                </a:lnTo>
                <a:lnTo>
                  <a:pt x="273" y="201"/>
                </a:lnTo>
                <a:lnTo>
                  <a:pt x="269" y="203"/>
                </a:lnTo>
                <a:lnTo>
                  <a:pt x="265" y="205"/>
                </a:lnTo>
                <a:lnTo>
                  <a:pt x="261" y="207"/>
                </a:lnTo>
                <a:lnTo>
                  <a:pt x="256" y="209"/>
                </a:lnTo>
                <a:lnTo>
                  <a:pt x="252" y="211"/>
                </a:lnTo>
                <a:lnTo>
                  <a:pt x="247" y="213"/>
                </a:lnTo>
                <a:lnTo>
                  <a:pt x="243" y="214"/>
                </a:lnTo>
                <a:lnTo>
                  <a:pt x="238" y="216"/>
                </a:lnTo>
                <a:lnTo>
                  <a:pt x="233" y="217"/>
                </a:lnTo>
                <a:lnTo>
                  <a:pt x="228" y="219"/>
                </a:lnTo>
                <a:lnTo>
                  <a:pt x="224" y="220"/>
                </a:lnTo>
                <a:lnTo>
                  <a:pt x="219" y="221"/>
                </a:lnTo>
                <a:lnTo>
                  <a:pt x="214" y="222"/>
                </a:lnTo>
                <a:lnTo>
                  <a:pt x="209" y="223"/>
                </a:lnTo>
                <a:lnTo>
                  <a:pt x="204" y="224"/>
                </a:lnTo>
                <a:lnTo>
                  <a:pt x="198" y="225"/>
                </a:lnTo>
                <a:lnTo>
                  <a:pt x="193" y="225"/>
                </a:lnTo>
                <a:lnTo>
                  <a:pt x="188" y="226"/>
                </a:lnTo>
                <a:lnTo>
                  <a:pt x="183" y="226"/>
                </a:lnTo>
                <a:lnTo>
                  <a:pt x="178" y="227"/>
                </a:lnTo>
                <a:lnTo>
                  <a:pt x="172" y="227"/>
                </a:lnTo>
                <a:lnTo>
                  <a:pt x="167" y="227"/>
                </a:lnTo>
                <a:lnTo>
                  <a:pt x="162" y="227"/>
                </a:lnTo>
                <a:lnTo>
                  <a:pt x="156" y="227"/>
                </a:lnTo>
                <a:lnTo>
                  <a:pt x="151" y="226"/>
                </a:lnTo>
                <a:lnTo>
                  <a:pt x="145" y="226"/>
                </a:lnTo>
                <a:lnTo>
                  <a:pt x="140" y="225"/>
                </a:lnTo>
                <a:lnTo>
                  <a:pt x="135" y="225"/>
                </a:lnTo>
                <a:lnTo>
                  <a:pt x="130" y="224"/>
                </a:lnTo>
                <a:lnTo>
                  <a:pt x="125" y="223"/>
                </a:lnTo>
                <a:lnTo>
                  <a:pt x="120" y="222"/>
                </a:lnTo>
                <a:lnTo>
                  <a:pt x="115" y="221"/>
                </a:lnTo>
                <a:lnTo>
                  <a:pt x="110" y="220"/>
                </a:lnTo>
                <a:lnTo>
                  <a:pt x="105" y="219"/>
                </a:lnTo>
                <a:lnTo>
                  <a:pt x="100" y="217"/>
                </a:lnTo>
                <a:lnTo>
                  <a:pt x="95" y="216"/>
                </a:lnTo>
                <a:lnTo>
                  <a:pt x="91" y="214"/>
                </a:lnTo>
                <a:lnTo>
                  <a:pt x="86" y="213"/>
                </a:lnTo>
                <a:lnTo>
                  <a:pt x="82" y="211"/>
                </a:lnTo>
                <a:lnTo>
                  <a:pt x="77" y="209"/>
                </a:lnTo>
                <a:lnTo>
                  <a:pt x="73" y="207"/>
                </a:lnTo>
                <a:lnTo>
                  <a:pt x="69" y="205"/>
                </a:lnTo>
                <a:lnTo>
                  <a:pt x="64" y="203"/>
                </a:lnTo>
                <a:lnTo>
                  <a:pt x="60" y="201"/>
                </a:lnTo>
                <a:lnTo>
                  <a:pt x="56" y="199"/>
                </a:lnTo>
                <a:lnTo>
                  <a:pt x="52" y="196"/>
                </a:lnTo>
                <a:lnTo>
                  <a:pt x="49" y="194"/>
                </a:lnTo>
                <a:lnTo>
                  <a:pt x="45" y="191"/>
                </a:lnTo>
                <a:lnTo>
                  <a:pt x="42" y="188"/>
                </a:lnTo>
                <a:lnTo>
                  <a:pt x="38" y="186"/>
                </a:lnTo>
                <a:lnTo>
                  <a:pt x="35" y="183"/>
                </a:lnTo>
                <a:lnTo>
                  <a:pt x="32" y="180"/>
                </a:lnTo>
                <a:lnTo>
                  <a:pt x="29" y="176"/>
                </a:lnTo>
                <a:lnTo>
                  <a:pt x="26" y="173"/>
                </a:lnTo>
                <a:lnTo>
                  <a:pt x="23" y="170"/>
                </a:lnTo>
                <a:lnTo>
                  <a:pt x="21" y="167"/>
                </a:lnTo>
                <a:lnTo>
                  <a:pt x="18" y="164"/>
                </a:lnTo>
                <a:lnTo>
                  <a:pt x="16" y="161"/>
                </a:lnTo>
                <a:lnTo>
                  <a:pt x="14" y="158"/>
                </a:lnTo>
                <a:lnTo>
                  <a:pt x="12" y="154"/>
                </a:lnTo>
                <a:lnTo>
                  <a:pt x="10" y="151"/>
                </a:lnTo>
                <a:lnTo>
                  <a:pt x="8" y="148"/>
                </a:lnTo>
                <a:lnTo>
                  <a:pt x="7" y="144"/>
                </a:lnTo>
                <a:lnTo>
                  <a:pt x="5" y="141"/>
                </a:lnTo>
                <a:lnTo>
                  <a:pt x="4" y="137"/>
                </a:lnTo>
                <a:lnTo>
                  <a:pt x="3" y="134"/>
                </a:lnTo>
                <a:lnTo>
                  <a:pt x="2" y="130"/>
                </a:lnTo>
                <a:lnTo>
                  <a:pt x="1" y="127"/>
                </a:lnTo>
                <a:lnTo>
                  <a:pt x="1" y="123"/>
                </a:lnTo>
                <a:lnTo>
                  <a:pt x="0" y="120"/>
                </a:lnTo>
                <a:lnTo>
                  <a:pt x="0" y="116"/>
                </a:lnTo>
                <a:lnTo>
                  <a:pt x="0" y="113"/>
                </a:lnTo>
                <a:lnTo>
                  <a:pt x="0" y="109"/>
                </a:lnTo>
                <a:lnTo>
                  <a:pt x="0" y="106"/>
                </a:lnTo>
                <a:lnTo>
                  <a:pt x="1" y="102"/>
                </a:lnTo>
                <a:lnTo>
                  <a:pt x="1" y="98"/>
                </a:lnTo>
                <a:lnTo>
                  <a:pt x="2" y="95"/>
                </a:lnTo>
                <a:lnTo>
                  <a:pt x="3" y="91"/>
                </a:lnTo>
                <a:lnTo>
                  <a:pt x="4" y="88"/>
                </a:lnTo>
                <a:lnTo>
                  <a:pt x="5" y="85"/>
                </a:lnTo>
                <a:lnTo>
                  <a:pt x="7" y="81"/>
                </a:lnTo>
                <a:lnTo>
                  <a:pt x="8" y="78"/>
                </a:lnTo>
                <a:lnTo>
                  <a:pt x="10" y="74"/>
                </a:lnTo>
                <a:lnTo>
                  <a:pt x="12" y="71"/>
                </a:lnTo>
                <a:lnTo>
                  <a:pt x="14" y="68"/>
                </a:lnTo>
                <a:lnTo>
                  <a:pt x="16" y="64"/>
                </a:lnTo>
                <a:lnTo>
                  <a:pt x="18" y="61"/>
                </a:lnTo>
                <a:lnTo>
                  <a:pt x="21" y="58"/>
                </a:lnTo>
                <a:lnTo>
                  <a:pt x="23" y="55"/>
                </a:lnTo>
                <a:lnTo>
                  <a:pt x="26" y="52"/>
                </a:lnTo>
                <a:lnTo>
                  <a:pt x="29" y="49"/>
                </a:lnTo>
                <a:lnTo>
                  <a:pt x="32" y="46"/>
                </a:lnTo>
                <a:lnTo>
                  <a:pt x="35" y="43"/>
                </a:lnTo>
                <a:lnTo>
                  <a:pt x="38" y="41"/>
                </a:lnTo>
                <a:lnTo>
                  <a:pt x="42" y="38"/>
                </a:lnTo>
                <a:lnTo>
                  <a:pt x="45" y="35"/>
                </a:lnTo>
                <a:lnTo>
                  <a:pt x="49" y="33"/>
                </a:lnTo>
                <a:lnTo>
                  <a:pt x="52" y="30"/>
                </a:lnTo>
                <a:lnTo>
                  <a:pt x="56" y="28"/>
                </a:lnTo>
                <a:lnTo>
                  <a:pt x="60" y="25"/>
                </a:lnTo>
                <a:lnTo>
                  <a:pt x="64" y="23"/>
                </a:lnTo>
                <a:lnTo>
                  <a:pt x="69" y="21"/>
                </a:lnTo>
                <a:lnTo>
                  <a:pt x="73" y="19"/>
                </a:lnTo>
                <a:lnTo>
                  <a:pt x="77" y="17"/>
                </a:lnTo>
                <a:lnTo>
                  <a:pt x="82" y="15"/>
                </a:lnTo>
                <a:lnTo>
                  <a:pt x="86" y="14"/>
                </a:lnTo>
                <a:lnTo>
                  <a:pt x="91" y="12"/>
                </a:lnTo>
                <a:lnTo>
                  <a:pt x="95" y="10"/>
                </a:lnTo>
                <a:lnTo>
                  <a:pt x="100" y="9"/>
                </a:lnTo>
                <a:lnTo>
                  <a:pt x="105" y="7"/>
                </a:lnTo>
                <a:lnTo>
                  <a:pt x="110" y="6"/>
                </a:lnTo>
                <a:lnTo>
                  <a:pt x="115" y="5"/>
                </a:lnTo>
                <a:lnTo>
                  <a:pt x="120" y="4"/>
                </a:lnTo>
                <a:lnTo>
                  <a:pt x="125" y="3"/>
                </a:lnTo>
                <a:lnTo>
                  <a:pt x="130" y="2"/>
                </a:lnTo>
                <a:lnTo>
                  <a:pt x="135" y="2"/>
                </a:lnTo>
                <a:lnTo>
                  <a:pt x="140" y="1"/>
                </a:lnTo>
                <a:lnTo>
                  <a:pt x="145" y="0"/>
                </a:lnTo>
                <a:lnTo>
                  <a:pt x="151" y="0"/>
                </a:lnTo>
                <a:lnTo>
                  <a:pt x="156" y="0"/>
                </a:lnTo>
                <a:lnTo>
                  <a:pt x="162" y="0"/>
                </a:lnTo>
                <a:lnTo>
                  <a:pt x="167" y="0"/>
                </a:lnTo>
                <a:lnTo>
                  <a:pt x="172" y="0"/>
                </a:lnTo>
                <a:lnTo>
                  <a:pt x="178" y="0"/>
                </a:lnTo>
                <a:lnTo>
                  <a:pt x="183" y="0"/>
                </a:lnTo>
                <a:lnTo>
                  <a:pt x="188" y="0"/>
                </a:lnTo>
                <a:lnTo>
                  <a:pt x="193" y="1"/>
                </a:lnTo>
                <a:lnTo>
                  <a:pt x="198" y="2"/>
                </a:lnTo>
                <a:lnTo>
                  <a:pt x="204" y="2"/>
                </a:lnTo>
                <a:lnTo>
                  <a:pt x="209" y="3"/>
                </a:lnTo>
                <a:lnTo>
                  <a:pt x="214" y="4"/>
                </a:lnTo>
                <a:lnTo>
                  <a:pt x="219" y="5"/>
                </a:lnTo>
                <a:lnTo>
                  <a:pt x="224" y="6"/>
                </a:lnTo>
                <a:lnTo>
                  <a:pt x="228" y="7"/>
                </a:lnTo>
                <a:lnTo>
                  <a:pt x="233" y="9"/>
                </a:lnTo>
                <a:lnTo>
                  <a:pt x="238" y="10"/>
                </a:lnTo>
                <a:lnTo>
                  <a:pt x="243" y="12"/>
                </a:lnTo>
                <a:lnTo>
                  <a:pt x="247" y="14"/>
                </a:lnTo>
                <a:lnTo>
                  <a:pt x="252" y="15"/>
                </a:lnTo>
                <a:lnTo>
                  <a:pt x="256" y="17"/>
                </a:lnTo>
                <a:lnTo>
                  <a:pt x="261" y="19"/>
                </a:lnTo>
                <a:lnTo>
                  <a:pt x="265" y="21"/>
                </a:lnTo>
                <a:lnTo>
                  <a:pt x="269" y="23"/>
                </a:lnTo>
                <a:lnTo>
                  <a:pt x="273" y="25"/>
                </a:lnTo>
                <a:lnTo>
                  <a:pt x="277" y="28"/>
                </a:lnTo>
                <a:lnTo>
                  <a:pt x="281" y="30"/>
                </a:lnTo>
                <a:lnTo>
                  <a:pt x="285" y="33"/>
                </a:lnTo>
                <a:lnTo>
                  <a:pt x="288" y="35"/>
                </a:lnTo>
                <a:lnTo>
                  <a:pt x="292" y="38"/>
                </a:lnTo>
                <a:lnTo>
                  <a:pt x="295" y="41"/>
                </a:lnTo>
                <a:lnTo>
                  <a:pt x="299" y="43"/>
                </a:lnTo>
                <a:lnTo>
                  <a:pt x="302" y="46"/>
                </a:lnTo>
                <a:lnTo>
                  <a:pt x="305" y="49"/>
                </a:lnTo>
                <a:lnTo>
                  <a:pt x="308" y="52"/>
                </a:lnTo>
                <a:lnTo>
                  <a:pt x="310" y="55"/>
                </a:lnTo>
                <a:lnTo>
                  <a:pt x="313" y="58"/>
                </a:lnTo>
                <a:lnTo>
                  <a:pt x="315" y="61"/>
                </a:lnTo>
                <a:lnTo>
                  <a:pt x="318" y="64"/>
                </a:lnTo>
                <a:lnTo>
                  <a:pt x="320" y="68"/>
                </a:lnTo>
                <a:lnTo>
                  <a:pt x="322" y="71"/>
                </a:lnTo>
                <a:lnTo>
                  <a:pt x="324" y="74"/>
                </a:lnTo>
                <a:lnTo>
                  <a:pt x="325" y="78"/>
                </a:lnTo>
                <a:lnTo>
                  <a:pt x="327" y="81"/>
                </a:lnTo>
                <a:lnTo>
                  <a:pt x="328" y="85"/>
                </a:lnTo>
                <a:lnTo>
                  <a:pt x="330" y="88"/>
                </a:lnTo>
                <a:lnTo>
                  <a:pt x="331" y="91"/>
                </a:lnTo>
                <a:lnTo>
                  <a:pt x="331" y="95"/>
                </a:lnTo>
                <a:lnTo>
                  <a:pt x="332" y="98"/>
                </a:lnTo>
                <a:lnTo>
                  <a:pt x="333" y="102"/>
                </a:lnTo>
                <a:lnTo>
                  <a:pt x="333" y="106"/>
                </a:lnTo>
                <a:lnTo>
                  <a:pt x="333" y="109"/>
                </a:lnTo>
                <a:lnTo>
                  <a:pt x="334" y="113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2" name=""/>
          <p:cNvSpPr/>
          <p:nvPr/>
        </p:nvSpPr>
        <p:spPr>
          <a:xfrm>
            <a:off x="4064760" y="2904840"/>
            <a:ext cx="122760" cy="83520"/>
          </a:xfrm>
          <a:custGeom>
            <a:avLst/>
            <a:gdLst/>
            <a:ahLst/>
            <a:rect l="0" t="0" r="r" b="b"/>
            <a:pathLst>
              <a:path w="341" h="232">
                <a:moveTo>
                  <a:pt x="338" y="116"/>
                </a:moveTo>
                <a:lnTo>
                  <a:pt x="337" y="112"/>
                </a:lnTo>
                <a:lnTo>
                  <a:pt x="337" y="109"/>
                </a:lnTo>
                <a:lnTo>
                  <a:pt x="337" y="105"/>
                </a:lnTo>
                <a:lnTo>
                  <a:pt x="336" y="101"/>
                </a:lnTo>
                <a:lnTo>
                  <a:pt x="335" y="98"/>
                </a:lnTo>
                <a:lnTo>
                  <a:pt x="335" y="94"/>
                </a:lnTo>
                <a:lnTo>
                  <a:pt x="334" y="91"/>
                </a:lnTo>
                <a:lnTo>
                  <a:pt x="332" y="88"/>
                </a:lnTo>
                <a:lnTo>
                  <a:pt x="331" y="84"/>
                </a:lnTo>
                <a:lnTo>
                  <a:pt x="329" y="81"/>
                </a:lnTo>
                <a:lnTo>
                  <a:pt x="328" y="77"/>
                </a:lnTo>
                <a:lnTo>
                  <a:pt x="326" y="74"/>
                </a:lnTo>
                <a:lnTo>
                  <a:pt x="324" y="71"/>
                </a:lnTo>
                <a:lnTo>
                  <a:pt x="322" y="67"/>
                </a:lnTo>
                <a:lnTo>
                  <a:pt x="319" y="64"/>
                </a:lnTo>
                <a:lnTo>
                  <a:pt x="317" y="61"/>
                </a:lnTo>
                <a:lnTo>
                  <a:pt x="314" y="58"/>
                </a:lnTo>
                <a:lnTo>
                  <a:pt x="312" y="55"/>
                </a:lnTo>
                <a:lnTo>
                  <a:pt x="309" y="52"/>
                </a:lnTo>
                <a:lnTo>
                  <a:pt x="306" y="49"/>
                </a:lnTo>
                <a:lnTo>
                  <a:pt x="303" y="46"/>
                </a:lnTo>
                <a:lnTo>
                  <a:pt x="299" y="44"/>
                </a:lnTo>
                <a:lnTo>
                  <a:pt x="296" y="41"/>
                </a:lnTo>
                <a:lnTo>
                  <a:pt x="292" y="38"/>
                </a:lnTo>
                <a:lnTo>
                  <a:pt x="289" y="36"/>
                </a:lnTo>
                <a:lnTo>
                  <a:pt x="285" y="33"/>
                </a:lnTo>
                <a:lnTo>
                  <a:pt x="281" y="31"/>
                </a:lnTo>
                <a:lnTo>
                  <a:pt x="277" y="28"/>
                </a:lnTo>
                <a:lnTo>
                  <a:pt x="273" y="26"/>
                </a:lnTo>
                <a:lnTo>
                  <a:pt x="269" y="24"/>
                </a:lnTo>
                <a:lnTo>
                  <a:pt x="265" y="22"/>
                </a:lnTo>
                <a:lnTo>
                  <a:pt x="260" y="20"/>
                </a:lnTo>
                <a:lnTo>
                  <a:pt x="256" y="18"/>
                </a:lnTo>
                <a:lnTo>
                  <a:pt x="251" y="17"/>
                </a:lnTo>
                <a:lnTo>
                  <a:pt x="247" y="15"/>
                </a:lnTo>
                <a:lnTo>
                  <a:pt x="242" y="13"/>
                </a:lnTo>
                <a:lnTo>
                  <a:pt x="237" y="12"/>
                </a:lnTo>
                <a:lnTo>
                  <a:pt x="232" y="10"/>
                </a:lnTo>
                <a:lnTo>
                  <a:pt x="228" y="9"/>
                </a:lnTo>
                <a:lnTo>
                  <a:pt x="223" y="8"/>
                </a:lnTo>
                <a:lnTo>
                  <a:pt x="218" y="7"/>
                </a:lnTo>
                <a:lnTo>
                  <a:pt x="213" y="6"/>
                </a:lnTo>
                <a:lnTo>
                  <a:pt x="208" y="5"/>
                </a:lnTo>
                <a:lnTo>
                  <a:pt x="202" y="5"/>
                </a:lnTo>
                <a:lnTo>
                  <a:pt x="197" y="4"/>
                </a:lnTo>
                <a:lnTo>
                  <a:pt x="192" y="3"/>
                </a:lnTo>
                <a:lnTo>
                  <a:pt x="187" y="3"/>
                </a:lnTo>
                <a:lnTo>
                  <a:pt x="182" y="3"/>
                </a:lnTo>
                <a:lnTo>
                  <a:pt x="176" y="3"/>
                </a:lnTo>
                <a:lnTo>
                  <a:pt x="171" y="3"/>
                </a:lnTo>
                <a:lnTo>
                  <a:pt x="166" y="3"/>
                </a:lnTo>
                <a:lnTo>
                  <a:pt x="161" y="3"/>
                </a:lnTo>
                <a:lnTo>
                  <a:pt x="156" y="3"/>
                </a:lnTo>
                <a:lnTo>
                  <a:pt x="150" y="3"/>
                </a:lnTo>
                <a:lnTo>
                  <a:pt x="145" y="4"/>
                </a:lnTo>
                <a:lnTo>
                  <a:pt x="140" y="5"/>
                </a:lnTo>
                <a:lnTo>
                  <a:pt x="135" y="5"/>
                </a:lnTo>
                <a:lnTo>
                  <a:pt x="130" y="6"/>
                </a:lnTo>
                <a:lnTo>
                  <a:pt x="125" y="7"/>
                </a:lnTo>
                <a:lnTo>
                  <a:pt x="120" y="8"/>
                </a:lnTo>
                <a:lnTo>
                  <a:pt x="115" y="9"/>
                </a:lnTo>
                <a:lnTo>
                  <a:pt x="110" y="10"/>
                </a:lnTo>
                <a:lnTo>
                  <a:pt x="105" y="12"/>
                </a:lnTo>
                <a:lnTo>
                  <a:pt x="100" y="13"/>
                </a:lnTo>
                <a:lnTo>
                  <a:pt x="95" y="15"/>
                </a:lnTo>
                <a:lnTo>
                  <a:pt x="90" y="17"/>
                </a:lnTo>
                <a:lnTo>
                  <a:pt x="86" y="18"/>
                </a:lnTo>
                <a:lnTo>
                  <a:pt x="81" y="20"/>
                </a:lnTo>
                <a:lnTo>
                  <a:pt x="77" y="22"/>
                </a:lnTo>
                <a:lnTo>
                  <a:pt x="73" y="24"/>
                </a:lnTo>
                <a:lnTo>
                  <a:pt x="68" y="26"/>
                </a:lnTo>
                <a:lnTo>
                  <a:pt x="64" y="28"/>
                </a:lnTo>
                <a:lnTo>
                  <a:pt x="60" y="31"/>
                </a:lnTo>
                <a:lnTo>
                  <a:pt x="56" y="33"/>
                </a:lnTo>
                <a:lnTo>
                  <a:pt x="53" y="36"/>
                </a:lnTo>
                <a:lnTo>
                  <a:pt x="49" y="38"/>
                </a:lnTo>
                <a:lnTo>
                  <a:pt x="46" y="41"/>
                </a:lnTo>
                <a:lnTo>
                  <a:pt x="42" y="44"/>
                </a:lnTo>
                <a:lnTo>
                  <a:pt x="39" y="46"/>
                </a:lnTo>
                <a:lnTo>
                  <a:pt x="36" y="49"/>
                </a:lnTo>
                <a:lnTo>
                  <a:pt x="33" y="52"/>
                </a:lnTo>
                <a:lnTo>
                  <a:pt x="30" y="55"/>
                </a:lnTo>
                <a:lnTo>
                  <a:pt x="27" y="58"/>
                </a:lnTo>
                <a:lnTo>
                  <a:pt x="25" y="61"/>
                </a:lnTo>
                <a:lnTo>
                  <a:pt x="22" y="64"/>
                </a:lnTo>
                <a:lnTo>
                  <a:pt x="20" y="67"/>
                </a:lnTo>
                <a:lnTo>
                  <a:pt x="18" y="71"/>
                </a:lnTo>
                <a:lnTo>
                  <a:pt x="16" y="74"/>
                </a:lnTo>
                <a:lnTo>
                  <a:pt x="14" y="77"/>
                </a:lnTo>
                <a:lnTo>
                  <a:pt x="12" y="81"/>
                </a:lnTo>
                <a:lnTo>
                  <a:pt x="11" y="84"/>
                </a:lnTo>
                <a:lnTo>
                  <a:pt x="9" y="88"/>
                </a:lnTo>
                <a:lnTo>
                  <a:pt x="8" y="91"/>
                </a:lnTo>
                <a:lnTo>
                  <a:pt x="7" y="94"/>
                </a:lnTo>
                <a:lnTo>
                  <a:pt x="6" y="98"/>
                </a:lnTo>
                <a:lnTo>
                  <a:pt x="5" y="101"/>
                </a:lnTo>
                <a:lnTo>
                  <a:pt x="5" y="105"/>
                </a:lnTo>
                <a:lnTo>
                  <a:pt x="4" y="109"/>
                </a:lnTo>
                <a:lnTo>
                  <a:pt x="4" y="112"/>
                </a:lnTo>
                <a:lnTo>
                  <a:pt x="4" y="116"/>
                </a:lnTo>
                <a:lnTo>
                  <a:pt x="4" y="119"/>
                </a:lnTo>
                <a:lnTo>
                  <a:pt x="4" y="123"/>
                </a:lnTo>
                <a:lnTo>
                  <a:pt x="5" y="126"/>
                </a:lnTo>
                <a:lnTo>
                  <a:pt x="5" y="130"/>
                </a:lnTo>
                <a:lnTo>
                  <a:pt x="6" y="134"/>
                </a:lnTo>
                <a:lnTo>
                  <a:pt x="7" y="138"/>
                </a:lnTo>
                <a:lnTo>
                  <a:pt x="8" y="141"/>
                </a:lnTo>
                <a:lnTo>
                  <a:pt x="9" y="145"/>
                </a:lnTo>
                <a:lnTo>
                  <a:pt x="11" y="148"/>
                </a:lnTo>
                <a:lnTo>
                  <a:pt x="12" y="152"/>
                </a:lnTo>
                <a:lnTo>
                  <a:pt x="14" y="155"/>
                </a:lnTo>
                <a:lnTo>
                  <a:pt x="16" y="158"/>
                </a:lnTo>
                <a:lnTo>
                  <a:pt x="18" y="162"/>
                </a:lnTo>
                <a:lnTo>
                  <a:pt x="20" y="165"/>
                </a:lnTo>
                <a:lnTo>
                  <a:pt x="22" y="168"/>
                </a:lnTo>
                <a:lnTo>
                  <a:pt x="25" y="171"/>
                </a:lnTo>
                <a:lnTo>
                  <a:pt x="27" y="174"/>
                </a:lnTo>
                <a:lnTo>
                  <a:pt x="30" y="177"/>
                </a:lnTo>
                <a:lnTo>
                  <a:pt x="33" y="180"/>
                </a:lnTo>
                <a:lnTo>
                  <a:pt x="36" y="183"/>
                </a:lnTo>
                <a:lnTo>
                  <a:pt x="39" y="186"/>
                </a:lnTo>
                <a:lnTo>
                  <a:pt x="42" y="189"/>
                </a:lnTo>
                <a:lnTo>
                  <a:pt x="46" y="191"/>
                </a:lnTo>
                <a:lnTo>
                  <a:pt x="49" y="194"/>
                </a:lnTo>
                <a:lnTo>
                  <a:pt x="53" y="197"/>
                </a:lnTo>
                <a:lnTo>
                  <a:pt x="56" y="199"/>
                </a:lnTo>
                <a:lnTo>
                  <a:pt x="60" y="202"/>
                </a:lnTo>
                <a:lnTo>
                  <a:pt x="64" y="204"/>
                </a:lnTo>
                <a:lnTo>
                  <a:pt x="68" y="206"/>
                </a:lnTo>
                <a:lnTo>
                  <a:pt x="73" y="208"/>
                </a:lnTo>
                <a:lnTo>
                  <a:pt x="77" y="210"/>
                </a:lnTo>
                <a:lnTo>
                  <a:pt x="81" y="212"/>
                </a:lnTo>
                <a:lnTo>
                  <a:pt x="86" y="214"/>
                </a:lnTo>
                <a:lnTo>
                  <a:pt x="90" y="216"/>
                </a:lnTo>
                <a:lnTo>
                  <a:pt x="95" y="217"/>
                </a:lnTo>
                <a:lnTo>
                  <a:pt x="100" y="219"/>
                </a:lnTo>
                <a:lnTo>
                  <a:pt x="105" y="220"/>
                </a:lnTo>
                <a:lnTo>
                  <a:pt x="110" y="222"/>
                </a:lnTo>
                <a:lnTo>
                  <a:pt x="115" y="223"/>
                </a:lnTo>
                <a:lnTo>
                  <a:pt x="120" y="224"/>
                </a:lnTo>
                <a:lnTo>
                  <a:pt x="125" y="225"/>
                </a:lnTo>
                <a:lnTo>
                  <a:pt x="130" y="226"/>
                </a:lnTo>
                <a:lnTo>
                  <a:pt x="135" y="227"/>
                </a:lnTo>
                <a:lnTo>
                  <a:pt x="140" y="228"/>
                </a:lnTo>
                <a:lnTo>
                  <a:pt x="145" y="228"/>
                </a:lnTo>
                <a:lnTo>
                  <a:pt x="150" y="229"/>
                </a:lnTo>
                <a:lnTo>
                  <a:pt x="156" y="229"/>
                </a:lnTo>
                <a:lnTo>
                  <a:pt x="161" y="230"/>
                </a:lnTo>
                <a:lnTo>
                  <a:pt x="166" y="230"/>
                </a:lnTo>
                <a:lnTo>
                  <a:pt x="171" y="230"/>
                </a:lnTo>
                <a:lnTo>
                  <a:pt x="176" y="230"/>
                </a:lnTo>
                <a:lnTo>
                  <a:pt x="182" y="230"/>
                </a:lnTo>
                <a:lnTo>
                  <a:pt x="187" y="229"/>
                </a:lnTo>
                <a:lnTo>
                  <a:pt x="192" y="229"/>
                </a:lnTo>
                <a:lnTo>
                  <a:pt x="197" y="228"/>
                </a:lnTo>
                <a:lnTo>
                  <a:pt x="202" y="228"/>
                </a:lnTo>
                <a:lnTo>
                  <a:pt x="208" y="227"/>
                </a:lnTo>
                <a:lnTo>
                  <a:pt x="213" y="226"/>
                </a:lnTo>
                <a:lnTo>
                  <a:pt x="218" y="225"/>
                </a:lnTo>
                <a:lnTo>
                  <a:pt x="223" y="224"/>
                </a:lnTo>
                <a:lnTo>
                  <a:pt x="228" y="223"/>
                </a:lnTo>
                <a:lnTo>
                  <a:pt x="232" y="222"/>
                </a:lnTo>
                <a:lnTo>
                  <a:pt x="237" y="220"/>
                </a:lnTo>
                <a:lnTo>
                  <a:pt x="242" y="219"/>
                </a:lnTo>
                <a:lnTo>
                  <a:pt x="247" y="217"/>
                </a:lnTo>
                <a:lnTo>
                  <a:pt x="251" y="216"/>
                </a:lnTo>
                <a:lnTo>
                  <a:pt x="256" y="214"/>
                </a:lnTo>
                <a:lnTo>
                  <a:pt x="260" y="212"/>
                </a:lnTo>
                <a:lnTo>
                  <a:pt x="265" y="210"/>
                </a:lnTo>
                <a:lnTo>
                  <a:pt x="269" y="208"/>
                </a:lnTo>
                <a:lnTo>
                  <a:pt x="273" y="206"/>
                </a:lnTo>
                <a:lnTo>
                  <a:pt x="277" y="204"/>
                </a:lnTo>
                <a:lnTo>
                  <a:pt x="281" y="202"/>
                </a:lnTo>
                <a:lnTo>
                  <a:pt x="285" y="199"/>
                </a:lnTo>
                <a:lnTo>
                  <a:pt x="289" y="197"/>
                </a:lnTo>
                <a:lnTo>
                  <a:pt x="292" y="194"/>
                </a:lnTo>
                <a:lnTo>
                  <a:pt x="296" y="191"/>
                </a:lnTo>
                <a:lnTo>
                  <a:pt x="299" y="189"/>
                </a:lnTo>
                <a:lnTo>
                  <a:pt x="303" y="186"/>
                </a:lnTo>
                <a:lnTo>
                  <a:pt x="306" y="183"/>
                </a:lnTo>
                <a:lnTo>
                  <a:pt x="309" y="180"/>
                </a:lnTo>
                <a:lnTo>
                  <a:pt x="312" y="177"/>
                </a:lnTo>
                <a:lnTo>
                  <a:pt x="314" y="174"/>
                </a:lnTo>
                <a:lnTo>
                  <a:pt x="317" y="171"/>
                </a:lnTo>
                <a:lnTo>
                  <a:pt x="319" y="168"/>
                </a:lnTo>
                <a:lnTo>
                  <a:pt x="322" y="165"/>
                </a:lnTo>
                <a:lnTo>
                  <a:pt x="324" y="162"/>
                </a:lnTo>
                <a:lnTo>
                  <a:pt x="326" y="158"/>
                </a:lnTo>
                <a:lnTo>
                  <a:pt x="328" y="155"/>
                </a:lnTo>
                <a:lnTo>
                  <a:pt x="329" y="152"/>
                </a:lnTo>
                <a:lnTo>
                  <a:pt x="331" y="148"/>
                </a:lnTo>
                <a:lnTo>
                  <a:pt x="332" y="145"/>
                </a:lnTo>
                <a:lnTo>
                  <a:pt x="334" y="141"/>
                </a:lnTo>
                <a:lnTo>
                  <a:pt x="335" y="138"/>
                </a:lnTo>
                <a:lnTo>
                  <a:pt x="335" y="134"/>
                </a:lnTo>
                <a:lnTo>
                  <a:pt x="336" y="130"/>
                </a:lnTo>
                <a:lnTo>
                  <a:pt x="337" y="126"/>
                </a:lnTo>
                <a:lnTo>
                  <a:pt x="337" y="123"/>
                </a:lnTo>
                <a:lnTo>
                  <a:pt x="337" y="119"/>
                </a:lnTo>
                <a:lnTo>
                  <a:pt x="338" y="116"/>
                </a:lnTo>
                <a:moveTo>
                  <a:pt x="341" y="116"/>
                </a:moveTo>
                <a:lnTo>
                  <a:pt x="341" y="119"/>
                </a:lnTo>
                <a:lnTo>
                  <a:pt x="341" y="123"/>
                </a:lnTo>
                <a:lnTo>
                  <a:pt x="341" y="127"/>
                </a:lnTo>
                <a:lnTo>
                  <a:pt x="340" y="130"/>
                </a:lnTo>
                <a:lnTo>
                  <a:pt x="339" y="135"/>
                </a:lnTo>
                <a:lnTo>
                  <a:pt x="338" y="138"/>
                </a:lnTo>
                <a:lnTo>
                  <a:pt x="337" y="142"/>
                </a:lnTo>
                <a:lnTo>
                  <a:pt x="336" y="145"/>
                </a:lnTo>
                <a:lnTo>
                  <a:pt x="335" y="149"/>
                </a:lnTo>
                <a:lnTo>
                  <a:pt x="333" y="152"/>
                </a:lnTo>
                <a:lnTo>
                  <a:pt x="331" y="156"/>
                </a:lnTo>
                <a:lnTo>
                  <a:pt x="329" y="159"/>
                </a:lnTo>
                <a:lnTo>
                  <a:pt x="327" y="163"/>
                </a:lnTo>
                <a:lnTo>
                  <a:pt x="325" y="166"/>
                </a:lnTo>
                <a:lnTo>
                  <a:pt x="323" y="169"/>
                </a:lnTo>
                <a:lnTo>
                  <a:pt x="320" y="172"/>
                </a:lnTo>
                <a:lnTo>
                  <a:pt x="318" y="176"/>
                </a:lnTo>
                <a:lnTo>
                  <a:pt x="315" y="179"/>
                </a:lnTo>
                <a:lnTo>
                  <a:pt x="312" y="182"/>
                </a:lnTo>
                <a:lnTo>
                  <a:pt x="309" y="185"/>
                </a:lnTo>
                <a:lnTo>
                  <a:pt x="306" y="188"/>
                </a:lnTo>
                <a:lnTo>
                  <a:pt x="302" y="190"/>
                </a:lnTo>
                <a:lnTo>
                  <a:pt x="299" y="193"/>
                </a:lnTo>
                <a:lnTo>
                  <a:pt x="295" y="196"/>
                </a:lnTo>
                <a:lnTo>
                  <a:pt x="291" y="198"/>
                </a:lnTo>
                <a:lnTo>
                  <a:pt x="288" y="201"/>
                </a:lnTo>
                <a:lnTo>
                  <a:pt x="284" y="203"/>
                </a:lnTo>
                <a:lnTo>
                  <a:pt x="280" y="206"/>
                </a:lnTo>
                <a:lnTo>
                  <a:pt x="275" y="208"/>
                </a:lnTo>
                <a:lnTo>
                  <a:pt x="271" y="210"/>
                </a:lnTo>
                <a:lnTo>
                  <a:pt x="267" y="212"/>
                </a:lnTo>
                <a:lnTo>
                  <a:pt x="262" y="214"/>
                </a:lnTo>
                <a:lnTo>
                  <a:pt x="258" y="216"/>
                </a:lnTo>
                <a:lnTo>
                  <a:pt x="253" y="218"/>
                </a:lnTo>
                <a:lnTo>
                  <a:pt x="248" y="220"/>
                </a:lnTo>
                <a:lnTo>
                  <a:pt x="244" y="221"/>
                </a:lnTo>
                <a:lnTo>
                  <a:pt x="239" y="223"/>
                </a:lnTo>
                <a:lnTo>
                  <a:pt x="234" y="224"/>
                </a:lnTo>
                <a:lnTo>
                  <a:pt x="229" y="226"/>
                </a:lnTo>
                <a:lnTo>
                  <a:pt x="224" y="227"/>
                </a:lnTo>
                <a:lnTo>
                  <a:pt x="219" y="228"/>
                </a:lnTo>
                <a:lnTo>
                  <a:pt x="214" y="229"/>
                </a:lnTo>
                <a:lnTo>
                  <a:pt x="208" y="230"/>
                </a:lnTo>
                <a:lnTo>
                  <a:pt x="203" y="230"/>
                </a:lnTo>
                <a:lnTo>
                  <a:pt x="198" y="231"/>
                </a:lnTo>
                <a:lnTo>
                  <a:pt x="193" y="231"/>
                </a:lnTo>
                <a:lnTo>
                  <a:pt x="187" y="232"/>
                </a:lnTo>
                <a:lnTo>
                  <a:pt x="182" y="232"/>
                </a:lnTo>
                <a:lnTo>
                  <a:pt x="177" y="232"/>
                </a:lnTo>
                <a:lnTo>
                  <a:pt x="171" y="232"/>
                </a:lnTo>
                <a:lnTo>
                  <a:pt x="166" y="232"/>
                </a:lnTo>
                <a:lnTo>
                  <a:pt x="161" y="232"/>
                </a:lnTo>
                <a:lnTo>
                  <a:pt x="155" y="232"/>
                </a:lnTo>
                <a:lnTo>
                  <a:pt x="150" y="231"/>
                </a:lnTo>
                <a:lnTo>
                  <a:pt x="145" y="231"/>
                </a:lnTo>
                <a:lnTo>
                  <a:pt x="139" y="230"/>
                </a:lnTo>
                <a:lnTo>
                  <a:pt x="134" y="230"/>
                </a:lnTo>
                <a:lnTo>
                  <a:pt x="129" y="229"/>
                </a:lnTo>
                <a:lnTo>
                  <a:pt x="124" y="228"/>
                </a:lnTo>
                <a:lnTo>
                  <a:pt x="119" y="227"/>
                </a:lnTo>
                <a:lnTo>
                  <a:pt x="114" y="226"/>
                </a:lnTo>
                <a:lnTo>
                  <a:pt x="109" y="224"/>
                </a:lnTo>
                <a:lnTo>
                  <a:pt x="104" y="223"/>
                </a:lnTo>
                <a:lnTo>
                  <a:pt x="98" y="221"/>
                </a:lnTo>
                <a:lnTo>
                  <a:pt x="93" y="220"/>
                </a:lnTo>
                <a:lnTo>
                  <a:pt x="88" y="218"/>
                </a:lnTo>
                <a:lnTo>
                  <a:pt x="84" y="216"/>
                </a:lnTo>
                <a:lnTo>
                  <a:pt x="79" y="214"/>
                </a:lnTo>
                <a:lnTo>
                  <a:pt x="75" y="212"/>
                </a:lnTo>
                <a:lnTo>
                  <a:pt x="70" y="210"/>
                </a:lnTo>
                <a:lnTo>
                  <a:pt x="66" y="208"/>
                </a:lnTo>
                <a:lnTo>
                  <a:pt x="62" y="206"/>
                </a:lnTo>
                <a:lnTo>
                  <a:pt x="58" y="203"/>
                </a:lnTo>
                <a:lnTo>
                  <a:pt x="54" y="201"/>
                </a:lnTo>
                <a:lnTo>
                  <a:pt x="50" y="198"/>
                </a:lnTo>
                <a:lnTo>
                  <a:pt x="46" y="196"/>
                </a:lnTo>
                <a:lnTo>
                  <a:pt x="43" y="193"/>
                </a:lnTo>
                <a:lnTo>
                  <a:pt x="39" y="190"/>
                </a:lnTo>
                <a:lnTo>
                  <a:pt x="36" y="188"/>
                </a:lnTo>
                <a:lnTo>
                  <a:pt x="33" y="185"/>
                </a:lnTo>
                <a:lnTo>
                  <a:pt x="30" y="182"/>
                </a:lnTo>
                <a:lnTo>
                  <a:pt x="27" y="179"/>
                </a:lnTo>
                <a:lnTo>
                  <a:pt x="24" y="176"/>
                </a:lnTo>
                <a:lnTo>
                  <a:pt x="21" y="172"/>
                </a:lnTo>
                <a:lnTo>
                  <a:pt x="19" y="169"/>
                </a:lnTo>
                <a:lnTo>
                  <a:pt x="16" y="166"/>
                </a:lnTo>
                <a:lnTo>
                  <a:pt x="14" y="163"/>
                </a:lnTo>
                <a:lnTo>
                  <a:pt x="12" y="159"/>
                </a:lnTo>
                <a:lnTo>
                  <a:pt x="10" y="156"/>
                </a:lnTo>
                <a:lnTo>
                  <a:pt x="9" y="152"/>
                </a:lnTo>
                <a:lnTo>
                  <a:pt x="7" y="149"/>
                </a:lnTo>
                <a:lnTo>
                  <a:pt x="6" y="145"/>
                </a:lnTo>
                <a:lnTo>
                  <a:pt x="4" y="142"/>
                </a:lnTo>
                <a:lnTo>
                  <a:pt x="3" y="138"/>
                </a:lnTo>
                <a:lnTo>
                  <a:pt x="2" y="135"/>
                </a:lnTo>
                <a:lnTo>
                  <a:pt x="2" y="130"/>
                </a:lnTo>
                <a:lnTo>
                  <a:pt x="1" y="127"/>
                </a:lnTo>
                <a:lnTo>
                  <a:pt x="1" y="123"/>
                </a:lnTo>
                <a:lnTo>
                  <a:pt x="0" y="119"/>
                </a:lnTo>
                <a:lnTo>
                  <a:pt x="0" y="116"/>
                </a:lnTo>
                <a:lnTo>
                  <a:pt x="0" y="112"/>
                </a:lnTo>
                <a:lnTo>
                  <a:pt x="1" y="108"/>
                </a:lnTo>
                <a:lnTo>
                  <a:pt x="1" y="105"/>
                </a:lnTo>
                <a:lnTo>
                  <a:pt x="2" y="101"/>
                </a:lnTo>
                <a:lnTo>
                  <a:pt x="2" y="98"/>
                </a:lnTo>
                <a:lnTo>
                  <a:pt x="3" y="94"/>
                </a:lnTo>
                <a:lnTo>
                  <a:pt x="4" y="90"/>
                </a:lnTo>
                <a:lnTo>
                  <a:pt x="6" y="87"/>
                </a:lnTo>
                <a:lnTo>
                  <a:pt x="7" y="83"/>
                </a:lnTo>
                <a:lnTo>
                  <a:pt x="9" y="80"/>
                </a:lnTo>
                <a:lnTo>
                  <a:pt x="10" y="76"/>
                </a:lnTo>
                <a:lnTo>
                  <a:pt x="12" y="73"/>
                </a:lnTo>
                <a:lnTo>
                  <a:pt x="14" y="70"/>
                </a:lnTo>
                <a:lnTo>
                  <a:pt x="16" y="66"/>
                </a:lnTo>
                <a:lnTo>
                  <a:pt x="19" y="63"/>
                </a:lnTo>
                <a:lnTo>
                  <a:pt x="21" y="60"/>
                </a:lnTo>
                <a:lnTo>
                  <a:pt x="24" y="57"/>
                </a:lnTo>
                <a:lnTo>
                  <a:pt x="27" y="54"/>
                </a:lnTo>
                <a:lnTo>
                  <a:pt x="30" y="51"/>
                </a:lnTo>
                <a:lnTo>
                  <a:pt x="33" y="48"/>
                </a:lnTo>
                <a:lnTo>
                  <a:pt x="36" y="45"/>
                </a:lnTo>
                <a:lnTo>
                  <a:pt x="39" y="42"/>
                </a:lnTo>
                <a:lnTo>
                  <a:pt x="43" y="39"/>
                </a:lnTo>
                <a:lnTo>
                  <a:pt x="46" y="36"/>
                </a:lnTo>
                <a:lnTo>
                  <a:pt x="50" y="34"/>
                </a:lnTo>
                <a:lnTo>
                  <a:pt x="54" y="31"/>
                </a:lnTo>
                <a:lnTo>
                  <a:pt x="58" y="29"/>
                </a:lnTo>
                <a:lnTo>
                  <a:pt x="62" y="26"/>
                </a:lnTo>
                <a:lnTo>
                  <a:pt x="66" y="24"/>
                </a:lnTo>
                <a:lnTo>
                  <a:pt x="70" y="22"/>
                </a:lnTo>
                <a:lnTo>
                  <a:pt x="75" y="20"/>
                </a:lnTo>
                <a:lnTo>
                  <a:pt x="79" y="18"/>
                </a:lnTo>
                <a:lnTo>
                  <a:pt x="84" y="16"/>
                </a:lnTo>
                <a:lnTo>
                  <a:pt x="88" y="14"/>
                </a:lnTo>
                <a:lnTo>
                  <a:pt x="93" y="13"/>
                </a:lnTo>
                <a:lnTo>
                  <a:pt x="98" y="11"/>
                </a:lnTo>
                <a:lnTo>
                  <a:pt x="104" y="9"/>
                </a:lnTo>
                <a:lnTo>
                  <a:pt x="109" y="8"/>
                </a:lnTo>
                <a:lnTo>
                  <a:pt x="114" y="7"/>
                </a:lnTo>
                <a:lnTo>
                  <a:pt x="119" y="6"/>
                </a:lnTo>
                <a:lnTo>
                  <a:pt x="124" y="5"/>
                </a:lnTo>
                <a:lnTo>
                  <a:pt x="129" y="4"/>
                </a:lnTo>
                <a:lnTo>
                  <a:pt x="134" y="3"/>
                </a:lnTo>
                <a:lnTo>
                  <a:pt x="139" y="2"/>
                </a:lnTo>
                <a:lnTo>
                  <a:pt x="145" y="1"/>
                </a:lnTo>
                <a:lnTo>
                  <a:pt x="150" y="1"/>
                </a:lnTo>
                <a:lnTo>
                  <a:pt x="155" y="0"/>
                </a:lnTo>
                <a:lnTo>
                  <a:pt x="161" y="0"/>
                </a:lnTo>
                <a:lnTo>
                  <a:pt x="166" y="0"/>
                </a:lnTo>
                <a:lnTo>
                  <a:pt x="171" y="0"/>
                </a:lnTo>
                <a:lnTo>
                  <a:pt x="177" y="0"/>
                </a:lnTo>
                <a:lnTo>
                  <a:pt x="182" y="0"/>
                </a:lnTo>
                <a:lnTo>
                  <a:pt x="187" y="0"/>
                </a:lnTo>
                <a:lnTo>
                  <a:pt x="193" y="1"/>
                </a:lnTo>
                <a:lnTo>
                  <a:pt x="198" y="1"/>
                </a:lnTo>
                <a:lnTo>
                  <a:pt x="203" y="2"/>
                </a:lnTo>
                <a:lnTo>
                  <a:pt x="208" y="3"/>
                </a:lnTo>
                <a:lnTo>
                  <a:pt x="214" y="4"/>
                </a:lnTo>
                <a:lnTo>
                  <a:pt x="219" y="5"/>
                </a:lnTo>
                <a:lnTo>
                  <a:pt x="224" y="6"/>
                </a:lnTo>
                <a:lnTo>
                  <a:pt x="229" y="7"/>
                </a:lnTo>
                <a:lnTo>
                  <a:pt x="234" y="8"/>
                </a:lnTo>
                <a:lnTo>
                  <a:pt x="239" y="9"/>
                </a:lnTo>
                <a:lnTo>
                  <a:pt x="244" y="11"/>
                </a:lnTo>
                <a:lnTo>
                  <a:pt x="248" y="13"/>
                </a:lnTo>
                <a:lnTo>
                  <a:pt x="253" y="14"/>
                </a:lnTo>
                <a:lnTo>
                  <a:pt x="258" y="16"/>
                </a:lnTo>
                <a:lnTo>
                  <a:pt x="262" y="18"/>
                </a:lnTo>
                <a:lnTo>
                  <a:pt x="267" y="20"/>
                </a:lnTo>
                <a:lnTo>
                  <a:pt x="271" y="22"/>
                </a:lnTo>
                <a:lnTo>
                  <a:pt x="275" y="24"/>
                </a:lnTo>
                <a:lnTo>
                  <a:pt x="280" y="26"/>
                </a:lnTo>
                <a:lnTo>
                  <a:pt x="284" y="29"/>
                </a:lnTo>
                <a:lnTo>
                  <a:pt x="288" y="31"/>
                </a:lnTo>
                <a:lnTo>
                  <a:pt x="291" y="34"/>
                </a:lnTo>
                <a:lnTo>
                  <a:pt x="295" y="36"/>
                </a:lnTo>
                <a:lnTo>
                  <a:pt x="299" y="39"/>
                </a:lnTo>
                <a:lnTo>
                  <a:pt x="302" y="42"/>
                </a:lnTo>
                <a:lnTo>
                  <a:pt x="306" y="45"/>
                </a:lnTo>
                <a:lnTo>
                  <a:pt x="309" y="48"/>
                </a:lnTo>
                <a:lnTo>
                  <a:pt x="312" y="51"/>
                </a:lnTo>
                <a:lnTo>
                  <a:pt x="315" y="54"/>
                </a:lnTo>
                <a:lnTo>
                  <a:pt x="318" y="57"/>
                </a:lnTo>
                <a:lnTo>
                  <a:pt x="320" y="60"/>
                </a:lnTo>
                <a:lnTo>
                  <a:pt x="323" y="63"/>
                </a:lnTo>
                <a:lnTo>
                  <a:pt x="325" y="66"/>
                </a:lnTo>
                <a:lnTo>
                  <a:pt x="327" y="70"/>
                </a:lnTo>
                <a:lnTo>
                  <a:pt x="329" y="73"/>
                </a:lnTo>
                <a:lnTo>
                  <a:pt x="331" y="76"/>
                </a:lnTo>
                <a:lnTo>
                  <a:pt x="333" y="80"/>
                </a:lnTo>
                <a:lnTo>
                  <a:pt x="335" y="83"/>
                </a:lnTo>
                <a:lnTo>
                  <a:pt x="336" y="87"/>
                </a:lnTo>
                <a:lnTo>
                  <a:pt x="337" y="90"/>
                </a:lnTo>
                <a:lnTo>
                  <a:pt x="338" y="94"/>
                </a:lnTo>
                <a:lnTo>
                  <a:pt x="339" y="98"/>
                </a:lnTo>
                <a:lnTo>
                  <a:pt x="340" y="101"/>
                </a:lnTo>
                <a:lnTo>
                  <a:pt x="341" y="105"/>
                </a:lnTo>
                <a:lnTo>
                  <a:pt x="341" y="108"/>
                </a:lnTo>
                <a:lnTo>
                  <a:pt x="341" y="112"/>
                </a:lnTo>
                <a:lnTo>
                  <a:pt x="341" y="116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3" name=""/>
          <p:cNvSpPr/>
          <p:nvPr/>
        </p:nvSpPr>
        <p:spPr>
          <a:xfrm>
            <a:off x="4056840" y="2899440"/>
            <a:ext cx="138960" cy="94680"/>
          </a:xfrm>
          <a:custGeom>
            <a:avLst/>
            <a:gdLst/>
            <a:ahLst/>
            <a:rect l="0" t="0" r="r" b="b"/>
            <a:pathLst>
              <a:path w="386" h="263">
                <a:moveTo>
                  <a:pt x="363" y="131"/>
                </a:moveTo>
                <a:lnTo>
                  <a:pt x="363" y="127"/>
                </a:lnTo>
                <a:lnTo>
                  <a:pt x="363" y="123"/>
                </a:lnTo>
                <a:lnTo>
                  <a:pt x="363" y="120"/>
                </a:lnTo>
                <a:lnTo>
                  <a:pt x="362" y="116"/>
                </a:lnTo>
                <a:lnTo>
                  <a:pt x="361" y="113"/>
                </a:lnTo>
                <a:lnTo>
                  <a:pt x="360" y="109"/>
                </a:lnTo>
                <a:lnTo>
                  <a:pt x="359" y="105"/>
                </a:lnTo>
                <a:lnTo>
                  <a:pt x="358" y="102"/>
                </a:lnTo>
                <a:lnTo>
                  <a:pt x="357" y="98"/>
                </a:lnTo>
                <a:lnTo>
                  <a:pt x="355" y="95"/>
                </a:lnTo>
                <a:lnTo>
                  <a:pt x="353" y="91"/>
                </a:lnTo>
                <a:lnTo>
                  <a:pt x="351" y="88"/>
                </a:lnTo>
                <a:lnTo>
                  <a:pt x="349" y="85"/>
                </a:lnTo>
                <a:lnTo>
                  <a:pt x="347" y="81"/>
                </a:lnTo>
                <a:lnTo>
                  <a:pt x="345" y="78"/>
                </a:lnTo>
                <a:lnTo>
                  <a:pt x="342" y="75"/>
                </a:lnTo>
                <a:lnTo>
                  <a:pt x="340" y="72"/>
                </a:lnTo>
                <a:lnTo>
                  <a:pt x="337" y="69"/>
                </a:lnTo>
                <a:lnTo>
                  <a:pt x="334" y="66"/>
                </a:lnTo>
                <a:lnTo>
                  <a:pt x="331" y="63"/>
                </a:lnTo>
                <a:lnTo>
                  <a:pt x="328" y="60"/>
                </a:lnTo>
                <a:lnTo>
                  <a:pt x="324" y="57"/>
                </a:lnTo>
                <a:lnTo>
                  <a:pt x="321" y="54"/>
                </a:lnTo>
                <a:lnTo>
                  <a:pt x="317" y="51"/>
                </a:lnTo>
                <a:lnTo>
                  <a:pt x="313" y="49"/>
                </a:lnTo>
                <a:lnTo>
                  <a:pt x="310" y="46"/>
                </a:lnTo>
                <a:lnTo>
                  <a:pt x="306" y="44"/>
                </a:lnTo>
                <a:lnTo>
                  <a:pt x="302" y="41"/>
                </a:lnTo>
                <a:lnTo>
                  <a:pt x="297" y="39"/>
                </a:lnTo>
                <a:lnTo>
                  <a:pt x="293" y="37"/>
                </a:lnTo>
                <a:lnTo>
                  <a:pt x="289" y="35"/>
                </a:lnTo>
                <a:lnTo>
                  <a:pt x="284" y="33"/>
                </a:lnTo>
                <a:lnTo>
                  <a:pt x="280" y="31"/>
                </a:lnTo>
                <a:lnTo>
                  <a:pt x="275" y="29"/>
                </a:lnTo>
                <a:lnTo>
                  <a:pt x="270" y="28"/>
                </a:lnTo>
                <a:lnTo>
                  <a:pt x="266" y="26"/>
                </a:lnTo>
                <a:lnTo>
                  <a:pt x="261" y="24"/>
                </a:lnTo>
                <a:lnTo>
                  <a:pt x="256" y="23"/>
                </a:lnTo>
                <a:lnTo>
                  <a:pt x="251" y="22"/>
                </a:lnTo>
                <a:lnTo>
                  <a:pt x="246" y="21"/>
                </a:lnTo>
                <a:lnTo>
                  <a:pt x="241" y="20"/>
                </a:lnTo>
                <a:lnTo>
                  <a:pt x="236" y="19"/>
                </a:lnTo>
                <a:lnTo>
                  <a:pt x="230" y="18"/>
                </a:lnTo>
                <a:lnTo>
                  <a:pt x="225" y="17"/>
                </a:lnTo>
                <a:lnTo>
                  <a:pt x="220" y="16"/>
                </a:lnTo>
                <a:lnTo>
                  <a:pt x="215" y="16"/>
                </a:lnTo>
                <a:lnTo>
                  <a:pt x="209" y="15"/>
                </a:lnTo>
                <a:lnTo>
                  <a:pt x="204" y="15"/>
                </a:lnTo>
                <a:lnTo>
                  <a:pt x="199" y="15"/>
                </a:lnTo>
                <a:lnTo>
                  <a:pt x="193" y="15"/>
                </a:lnTo>
                <a:lnTo>
                  <a:pt x="188" y="15"/>
                </a:lnTo>
                <a:lnTo>
                  <a:pt x="183" y="15"/>
                </a:lnTo>
                <a:lnTo>
                  <a:pt x="177" y="15"/>
                </a:lnTo>
                <a:lnTo>
                  <a:pt x="172" y="16"/>
                </a:lnTo>
                <a:lnTo>
                  <a:pt x="167" y="16"/>
                </a:lnTo>
                <a:lnTo>
                  <a:pt x="161" y="17"/>
                </a:lnTo>
                <a:lnTo>
                  <a:pt x="156" y="18"/>
                </a:lnTo>
                <a:lnTo>
                  <a:pt x="151" y="19"/>
                </a:lnTo>
                <a:lnTo>
                  <a:pt x="146" y="20"/>
                </a:lnTo>
                <a:lnTo>
                  <a:pt x="141" y="21"/>
                </a:lnTo>
                <a:lnTo>
                  <a:pt x="136" y="22"/>
                </a:lnTo>
                <a:lnTo>
                  <a:pt x="131" y="23"/>
                </a:lnTo>
                <a:lnTo>
                  <a:pt x="126" y="24"/>
                </a:lnTo>
                <a:lnTo>
                  <a:pt x="121" y="26"/>
                </a:lnTo>
                <a:lnTo>
                  <a:pt x="116" y="28"/>
                </a:lnTo>
                <a:lnTo>
                  <a:pt x="111" y="29"/>
                </a:lnTo>
                <a:lnTo>
                  <a:pt x="107" y="31"/>
                </a:lnTo>
                <a:lnTo>
                  <a:pt x="102" y="33"/>
                </a:lnTo>
                <a:lnTo>
                  <a:pt x="98" y="35"/>
                </a:lnTo>
                <a:lnTo>
                  <a:pt x="93" y="37"/>
                </a:lnTo>
                <a:lnTo>
                  <a:pt x="88" y="39"/>
                </a:lnTo>
                <a:lnTo>
                  <a:pt x="84" y="41"/>
                </a:lnTo>
                <a:lnTo>
                  <a:pt x="80" y="44"/>
                </a:lnTo>
                <a:lnTo>
                  <a:pt x="76" y="46"/>
                </a:lnTo>
                <a:lnTo>
                  <a:pt x="72" y="49"/>
                </a:lnTo>
                <a:lnTo>
                  <a:pt x="68" y="51"/>
                </a:lnTo>
                <a:lnTo>
                  <a:pt x="65" y="54"/>
                </a:lnTo>
                <a:lnTo>
                  <a:pt x="61" y="57"/>
                </a:lnTo>
                <a:lnTo>
                  <a:pt x="58" y="60"/>
                </a:lnTo>
                <a:lnTo>
                  <a:pt x="55" y="63"/>
                </a:lnTo>
                <a:lnTo>
                  <a:pt x="52" y="66"/>
                </a:lnTo>
                <a:lnTo>
                  <a:pt x="49" y="69"/>
                </a:lnTo>
                <a:lnTo>
                  <a:pt x="46" y="72"/>
                </a:lnTo>
                <a:lnTo>
                  <a:pt x="43" y="75"/>
                </a:lnTo>
                <a:lnTo>
                  <a:pt x="41" y="78"/>
                </a:lnTo>
                <a:lnTo>
                  <a:pt x="38" y="81"/>
                </a:lnTo>
                <a:lnTo>
                  <a:pt x="36" y="85"/>
                </a:lnTo>
                <a:lnTo>
                  <a:pt x="34" y="88"/>
                </a:lnTo>
                <a:lnTo>
                  <a:pt x="32" y="91"/>
                </a:lnTo>
                <a:lnTo>
                  <a:pt x="31" y="95"/>
                </a:lnTo>
                <a:lnTo>
                  <a:pt x="29" y="98"/>
                </a:lnTo>
                <a:lnTo>
                  <a:pt x="28" y="102"/>
                </a:lnTo>
                <a:lnTo>
                  <a:pt x="26" y="105"/>
                </a:lnTo>
                <a:lnTo>
                  <a:pt x="25" y="109"/>
                </a:lnTo>
                <a:lnTo>
                  <a:pt x="24" y="113"/>
                </a:lnTo>
                <a:lnTo>
                  <a:pt x="24" y="116"/>
                </a:lnTo>
                <a:lnTo>
                  <a:pt x="23" y="120"/>
                </a:lnTo>
                <a:lnTo>
                  <a:pt x="23" y="123"/>
                </a:lnTo>
                <a:lnTo>
                  <a:pt x="22" y="127"/>
                </a:lnTo>
                <a:lnTo>
                  <a:pt x="22" y="131"/>
                </a:lnTo>
                <a:lnTo>
                  <a:pt x="22" y="134"/>
                </a:lnTo>
                <a:lnTo>
                  <a:pt x="23" y="138"/>
                </a:lnTo>
                <a:lnTo>
                  <a:pt x="23" y="142"/>
                </a:lnTo>
                <a:lnTo>
                  <a:pt x="24" y="145"/>
                </a:lnTo>
                <a:lnTo>
                  <a:pt x="24" y="149"/>
                </a:lnTo>
                <a:lnTo>
                  <a:pt x="25" y="152"/>
                </a:lnTo>
                <a:lnTo>
                  <a:pt x="26" y="156"/>
                </a:lnTo>
                <a:lnTo>
                  <a:pt x="28" y="159"/>
                </a:lnTo>
                <a:lnTo>
                  <a:pt x="29" y="163"/>
                </a:lnTo>
                <a:lnTo>
                  <a:pt x="31" y="166"/>
                </a:lnTo>
                <a:lnTo>
                  <a:pt x="32" y="170"/>
                </a:lnTo>
                <a:lnTo>
                  <a:pt x="34" y="173"/>
                </a:lnTo>
                <a:lnTo>
                  <a:pt x="36" y="177"/>
                </a:lnTo>
                <a:lnTo>
                  <a:pt x="38" y="180"/>
                </a:lnTo>
                <a:lnTo>
                  <a:pt x="41" y="183"/>
                </a:lnTo>
                <a:lnTo>
                  <a:pt x="43" y="186"/>
                </a:lnTo>
                <a:lnTo>
                  <a:pt x="46" y="190"/>
                </a:lnTo>
                <a:lnTo>
                  <a:pt x="49" y="193"/>
                </a:lnTo>
                <a:lnTo>
                  <a:pt x="52" y="196"/>
                </a:lnTo>
                <a:lnTo>
                  <a:pt x="55" y="200"/>
                </a:lnTo>
                <a:lnTo>
                  <a:pt x="58" y="203"/>
                </a:lnTo>
                <a:lnTo>
                  <a:pt x="61" y="205"/>
                </a:lnTo>
                <a:lnTo>
                  <a:pt x="65" y="208"/>
                </a:lnTo>
                <a:lnTo>
                  <a:pt x="68" y="211"/>
                </a:lnTo>
                <a:lnTo>
                  <a:pt x="72" y="213"/>
                </a:lnTo>
                <a:lnTo>
                  <a:pt x="76" y="216"/>
                </a:lnTo>
                <a:lnTo>
                  <a:pt x="80" y="218"/>
                </a:lnTo>
                <a:lnTo>
                  <a:pt x="84" y="221"/>
                </a:lnTo>
                <a:lnTo>
                  <a:pt x="88" y="223"/>
                </a:lnTo>
                <a:lnTo>
                  <a:pt x="93" y="225"/>
                </a:lnTo>
                <a:lnTo>
                  <a:pt x="98" y="227"/>
                </a:lnTo>
                <a:lnTo>
                  <a:pt x="102" y="229"/>
                </a:lnTo>
                <a:lnTo>
                  <a:pt x="107" y="231"/>
                </a:lnTo>
                <a:lnTo>
                  <a:pt x="111" y="233"/>
                </a:lnTo>
                <a:lnTo>
                  <a:pt x="116" y="235"/>
                </a:lnTo>
                <a:lnTo>
                  <a:pt x="121" y="236"/>
                </a:lnTo>
                <a:lnTo>
                  <a:pt x="126" y="238"/>
                </a:lnTo>
                <a:lnTo>
                  <a:pt x="131" y="239"/>
                </a:lnTo>
                <a:lnTo>
                  <a:pt x="136" y="241"/>
                </a:lnTo>
                <a:lnTo>
                  <a:pt x="141" y="242"/>
                </a:lnTo>
                <a:lnTo>
                  <a:pt x="146" y="243"/>
                </a:lnTo>
                <a:lnTo>
                  <a:pt x="151" y="244"/>
                </a:lnTo>
                <a:lnTo>
                  <a:pt x="156" y="245"/>
                </a:lnTo>
                <a:lnTo>
                  <a:pt x="161" y="245"/>
                </a:lnTo>
                <a:lnTo>
                  <a:pt x="167" y="246"/>
                </a:lnTo>
                <a:lnTo>
                  <a:pt x="172" y="246"/>
                </a:lnTo>
                <a:lnTo>
                  <a:pt x="177" y="247"/>
                </a:lnTo>
                <a:lnTo>
                  <a:pt x="183" y="247"/>
                </a:lnTo>
                <a:lnTo>
                  <a:pt x="188" y="247"/>
                </a:lnTo>
                <a:lnTo>
                  <a:pt x="193" y="247"/>
                </a:lnTo>
                <a:lnTo>
                  <a:pt x="199" y="247"/>
                </a:lnTo>
                <a:lnTo>
                  <a:pt x="204" y="247"/>
                </a:lnTo>
                <a:lnTo>
                  <a:pt x="209" y="247"/>
                </a:lnTo>
                <a:lnTo>
                  <a:pt x="215" y="246"/>
                </a:lnTo>
                <a:lnTo>
                  <a:pt x="220" y="246"/>
                </a:lnTo>
                <a:lnTo>
                  <a:pt x="225" y="245"/>
                </a:lnTo>
                <a:lnTo>
                  <a:pt x="230" y="245"/>
                </a:lnTo>
                <a:lnTo>
                  <a:pt x="236" y="244"/>
                </a:lnTo>
                <a:lnTo>
                  <a:pt x="241" y="243"/>
                </a:lnTo>
                <a:lnTo>
                  <a:pt x="246" y="242"/>
                </a:lnTo>
                <a:lnTo>
                  <a:pt x="251" y="241"/>
                </a:lnTo>
                <a:lnTo>
                  <a:pt x="256" y="239"/>
                </a:lnTo>
                <a:lnTo>
                  <a:pt x="261" y="238"/>
                </a:lnTo>
                <a:lnTo>
                  <a:pt x="266" y="236"/>
                </a:lnTo>
                <a:lnTo>
                  <a:pt x="270" y="235"/>
                </a:lnTo>
                <a:lnTo>
                  <a:pt x="275" y="233"/>
                </a:lnTo>
                <a:lnTo>
                  <a:pt x="280" y="231"/>
                </a:lnTo>
                <a:lnTo>
                  <a:pt x="284" y="229"/>
                </a:lnTo>
                <a:lnTo>
                  <a:pt x="289" y="227"/>
                </a:lnTo>
                <a:lnTo>
                  <a:pt x="293" y="225"/>
                </a:lnTo>
                <a:lnTo>
                  <a:pt x="297" y="223"/>
                </a:lnTo>
                <a:lnTo>
                  <a:pt x="302" y="221"/>
                </a:lnTo>
                <a:lnTo>
                  <a:pt x="306" y="218"/>
                </a:lnTo>
                <a:lnTo>
                  <a:pt x="310" y="216"/>
                </a:lnTo>
                <a:lnTo>
                  <a:pt x="313" y="213"/>
                </a:lnTo>
                <a:lnTo>
                  <a:pt x="317" y="211"/>
                </a:lnTo>
                <a:lnTo>
                  <a:pt x="321" y="208"/>
                </a:lnTo>
                <a:lnTo>
                  <a:pt x="324" y="205"/>
                </a:lnTo>
                <a:lnTo>
                  <a:pt x="328" y="203"/>
                </a:lnTo>
                <a:lnTo>
                  <a:pt x="331" y="200"/>
                </a:lnTo>
                <a:lnTo>
                  <a:pt x="334" y="196"/>
                </a:lnTo>
                <a:lnTo>
                  <a:pt x="337" y="193"/>
                </a:lnTo>
                <a:lnTo>
                  <a:pt x="340" y="190"/>
                </a:lnTo>
                <a:lnTo>
                  <a:pt x="342" y="186"/>
                </a:lnTo>
                <a:lnTo>
                  <a:pt x="345" y="183"/>
                </a:lnTo>
                <a:lnTo>
                  <a:pt x="347" y="180"/>
                </a:lnTo>
                <a:lnTo>
                  <a:pt x="349" y="177"/>
                </a:lnTo>
                <a:lnTo>
                  <a:pt x="351" y="173"/>
                </a:lnTo>
                <a:lnTo>
                  <a:pt x="353" y="170"/>
                </a:lnTo>
                <a:lnTo>
                  <a:pt x="355" y="166"/>
                </a:lnTo>
                <a:lnTo>
                  <a:pt x="357" y="163"/>
                </a:lnTo>
                <a:lnTo>
                  <a:pt x="358" y="159"/>
                </a:lnTo>
                <a:lnTo>
                  <a:pt x="359" y="156"/>
                </a:lnTo>
                <a:lnTo>
                  <a:pt x="360" y="152"/>
                </a:lnTo>
                <a:lnTo>
                  <a:pt x="361" y="149"/>
                </a:lnTo>
                <a:lnTo>
                  <a:pt x="362" y="145"/>
                </a:lnTo>
                <a:lnTo>
                  <a:pt x="363" y="142"/>
                </a:lnTo>
                <a:lnTo>
                  <a:pt x="363" y="138"/>
                </a:lnTo>
                <a:lnTo>
                  <a:pt x="363" y="134"/>
                </a:lnTo>
                <a:lnTo>
                  <a:pt x="363" y="131"/>
                </a:lnTo>
                <a:moveTo>
                  <a:pt x="386" y="131"/>
                </a:moveTo>
                <a:lnTo>
                  <a:pt x="386" y="135"/>
                </a:lnTo>
                <a:lnTo>
                  <a:pt x="386" y="139"/>
                </a:lnTo>
                <a:lnTo>
                  <a:pt x="385" y="143"/>
                </a:lnTo>
                <a:lnTo>
                  <a:pt x="384" y="147"/>
                </a:lnTo>
                <a:lnTo>
                  <a:pt x="384" y="151"/>
                </a:lnTo>
                <a:lnTo>
                  <a:pt x="383" y="155"/>
                </a:lnTo>
                <a:lnTo>
                  <a:pt x="381" y="159"/>
                </a:lnTo>
                <a:lnTo>
                  <a:pt x="380" y="163"/>
                </a:lnTo>
                <a:lnTo>
                  <a:pt x="378" y="167"/>
                </a:lnTo>
                <a:lnTo>
                  <a:pt x="377" y="171"/>
                </a:lnTo>
                <a:lnTo>
                  <a:pt x="375" y="175"/>
                </a:lnTo>
                <a:lnTo>
                  <a:pt x="372" y="179"/>
                </a:lnTo>
                <a:lnTo>
                  <a:pt x="370" y="183"/>
                </a:lnTo>
                <a:lnTo>
                  <a:pt x="368" y="186"/>
                </a:lnTo>
                <a:lnTo>
                  <a:pt x="365" y="190"/>
                </a:lnTo>
                <a:lnTo>
                  <a:pt x="362" y="194"/>
                </a:lnTo>
                <a:lnTo>
                  <a:pt x="359" y="197"/>
                </a:lnTo>
                <a:lnTo>
                  <a:pt x="356" y="202"/>
                </a:lnTo>
                <a:lnTo>
                  <a:pt x="353" y="205"/>
                </a:lnTo>
                <a:lnTo>
                  <a:pt x="349" y="209"/>
                </a:lnTo>
                <a:lnTo>
                  <a:pt x="346" y="212"/>
                </a:lnTo>
                <a:lnTo>
                  <a:pt x="342" y="215"/>
                </a:lnTo>
                <a:lnTo>
                  <a:pt x="338" y="218"/>
                </a:lnTo>
                <a:lnTo>
                  <a:pt x="334" y="221"/>
                </a:lnTo>
                <a:lnTo>
                  <a:pt x="330" y="224"/>
                </a:lnTo>
                <a:lnTo>
                  <a:pt x="325" y="227"/>
                </a:lnTo>
                <a:lnTo>
                  <a:pt x="321" y="230"/>
                </a:lnTo>
                <a:lnTo>
                  <a:pt x="316" y="233"/>
                </a:lnTo>
                <a:lnTo>
                  <a:pt x="311" y="235"/>
                </a:lnTo>
                <a:lnTo>
                  <a:pt x="307" y="238"/>
                </a:lnTo>
                <a:lnTo>
                  <a:pt x="302" y="240"/>
                </a:lnTo>
                <a:lnTo>
                  <a:pt x="297" y="242"/>
                </a:lnTo>
                <a:lnTo>
                  <a:pt x="291" y="245"/>
                </a:lnTo>
                <a:lnTo>
                  <a:pt x="286" y="247"/>
                </a:lnTo>
                <a:lnTo>
                  <a:pt x="281" y="248"/>
                </a:lnTo>
                <a:lnTo>
                  <a:pt x="275" y="250"/>
                </a:lnTo>
                <a:lnTo>
                  <a:pt x="270" y="252"/>
                </a:lnTo>
                <a:lnTo>
                  <a:pt x="264" y="254"/>
                </a:lnTo>
                <a:lnTo>
                  <a:pt x="259" y="255"/>
                </a:lnTo>
                <a:lnTo>
                  <a:pt x="253" y="256"/>
                </a:lnTo>
                <a:lnTo>
                  <a:pt x="247" y="258"/>
                </a:lnTo>
                <a:lnTo>
                  <a:pt x="241" y="259"/>
                </a:lnTo>
                <a:lnTo>
                  <a:pt x="235" y="260"/>
                </a:lnTo>
                <a:lnTo>
                  <a:pt x="229" y="260"/>
                </a:lnTo>
                <a:lnTo>
                  <a:pt x="223" y="261"/>
                </a:lnTo>
                <a:lnTo>
                  <a:pt x="217" y="262"/>
                </a:lnTo>
                <a:lnTo>
                  <a:pt x="211" y="262"/>
                </a:lnTo>
                <a:lnTo>
                  <a:pt x="205" y="263"/>
                </a:lnTo>
                <a:lnTo>
                  <a:pt x="199" y="263"/>
                </a:lnTo>
                <a:lnTo>
                  <a:pt x="193" y="263"/>
                </a:lnTo>
                <a:lnTo>
                  <a:pt x="187" y="263"/>
                </a:lnTo>
                <a:lnTo>
                  <a:pt x="181" y="263"/>
                </a:lnTo>
                <a:lnTo>
                  <a:pt x="175" y="262"/>
                </a:lnTo>
                <a:lnTo>
                  <a:pt x="169" y="262"/>
                </a:lnTo>
                <a:lnTo>
                  <a:pt x="163" y="261"/>
                </a:lnTo>
                <a:lnTo>
                  <a:pt x="157" y="260"/>
                </a:lnTo>
                <a:lnTo>
                  <a:pt x="151" y="260"/>
                </a:lnTo>
                <a:lnTo>
                  <a:pt x="145" y="259"/>
                </a:lnTo>
                <a:lnTo>
                  <a:pt x="139" y="258"/>
                </a:lnTo>
                <a:lnTo>
                  <a:pt x="134" y="256"/>
                </a:lnTo>
                <a:lnTo>
                  <a:pt x="128" y="255"/>
                </a:lnTo>
                <a:lnTo>
                  <a:pt x="122" y="254"/>
                </a:lnTo>
                <a:lnTo>
                  <a:pt x="117" y="252"/>
                </a:lnTo>
                <a:lnTo>
                  <a:pt x="111" y="250"/>
                </a:lnTo>
                <a:lnTo>
                  <a:pt x="106" y="248"/>
                </a:lnTo>
                <a:lnTo>
                  <a:pt x="100" y="247"/>
                </a:lnTo>
                <a:lnTo>
                  <a:pt x="95" y="245"/>
                </a:lnTo>
                <a:lnTo>
                  <a:pt x="90" y="242"/>
                </a:lnTo>
                <a:lnTo>
                  <a:pt x="84" y="240"/>
                </a:lnTo>
                <a:lnTo>
                  <a:pt x="79" y="238"/>
                </a:lnTo>
                <a:lnTo>
                  <a:pt x="74" y="235"/>
                </a:lnTo>
                <a:lnTo>
                  <a:pt x="69" y="233"/>
                </a:lnTo>
                <a:lnTo>
                  <a:pt x="65" y="230"/>
                </a:lnTo>
                <a:lnTo>
                  <a:pt x="60" y="227"/>
                </a:lnTo>
                <a:lnTo>
                  <a:pt x="56" y="224"/>
                </a:lnTo>
                <a:lnTo>
                  <a:pt x="52" y="221"/>
                </a:lnTo>
                <a:lnTo>
                  <a:pt x="48" y="218"/>
                </a:lnTo>
                <a:lnTo>
                  <a:pt x="44" y="215"/>
                </a:lnTo>
                <a:lnTo>
                  <a:pt x="40" y="212"/>
                </a:lnTo>
                <a:lnTo>
                  <a:pt x="36" y="209"/>
                </a:lnTo>
                <a:lnTo>
                  <a:pt x="33" y="205"/>
                </a:lnTo>
                <a:lnTo>
                  <a:pt x="30" y="202"/>
                </a:lnTo>
                <a:lnTo>
                  <a:pt x="26" y="197"/>
                </a:lnTo>
                <a:lnTo>
                  <a:pt x="23" y="194"/>
                </a:lnTo>
                <a:lnTo>
                  <a:pt x="21" y="190"/>
                </a:lnTo>
                <a:lnTo>
                  <a:pt x="18" y="186"/>
                </a:lnTo>
                <a:lnTo>
                  <a:pt x="15" y="183"/>
                </a:lnTo>
                <a:lnTo>
                  <a:pt x="13" y="179"/>
                </a:lnTo>
                <a:lnTo>
                  <a:pt x="11" y="175"/>
                </a:lnTo>
                <a:lnTo>
                  <a:pt x="9" y="171"/>
                </a:lnTo>
                <a:lnTo>
                  <a:pt x="7" y="167"/>
                </a:lnTo>
                <a:lnTo>
                  <a:pt x="6" y="163"/>
                </a:lnTo>
                <a:lnTo>
                  <a:pt x="4" y="159"/>
                </a:lnTo>
                <a:lnTo>
                  <a:pt x="3" y="155"/>
                </a:lnTo>
                <a:lnTo>
                  <a:pt x="2" y="151"/>
                </a:lnTo>
                <a:lnTo>
                  <a:pt x="1" y="147"/>
                </a:lnTo>
                <a:lnTo>
                  <a:pt x="0" y="143"/>
                </a:lnTo>
                <a:lnTo>
                  <a:pt x="0" y="139"/>
                </a:lnTo>
                <a:lnTo>
                  <a:pt x="0" y="135"/>
                </a:lnTo>
                <a:lnTo>
                  <a:pt x="0" y="131"/>
                </a:lnTo>
                <a:lnTo>
                  <a:pt x="0" y="127"/>
                </a:lnTo>
                <a:lnTo>
                  <a:pt x="0" y="122"/>
                </a:lnTo>
                <a:lnTo>
                  <a:pt x="0" y="118"/>
                </a:lnTo>
                <a:lnTo>
                  <a:pt x="1" y="114"/>
                </a:lnTo>
                <a:lnTo>
                  <a:pt x="2" y="110"/>
                </a:lnTo>
                <a:lnTo>
                  <a:pt x="3" y="106"/>
                </a:lnTo>
                <a:lnTo>
                  <a:pt x="4" y="102"/>
                </a:lnTo>
                <a:lnTo>
                  <a:pt x="6" y="98"/>
                </a:lnTo>
                <a:lnTo>
                  <a:pt x="7" y="94"/>
                </a:lnTo>
                <a:lnTo>
                  <a:pt x="9" y="90"/>
                </a:lnTo>
                <a:lnTo>
                  <a:pt x="11" y="86"/>
                </a:lnTo>
                <a:lnTo>
                  <a:pt x="13" y="82"/>
                </a:lnTo>
                <a:lnTo>
                  <a:pt x="15" y="79"/>
                </a:lnTo>
                <a:lnTo>
                  <a:pt x="18" y="75"/>
                </a:lnTo>
                <a:lnTo>
                  <a:pt x="21" y="71"/>
                </a:lnTo>
                <a:lnTo>
                  <a:pt x="23" y="67"/>
                </a:lnTo>
                <a:lnTo>
                  <a:pt x="26" y="64"/>
                </a:lnTo>
                <a:lnTo>
                  <a:pt x="30" y="60"/>
                </a:lnTo>
                <a:lnTo>
                  <a:pt x="33" y="57"/>
                </a:lnTo>
                <a:lnTo>
                  <a:pt x="36" y="54"/>
                </a:lnTo>
                <a:lnTo>
                  <a:pt x="40" y="50"/>
                </a:lnTo>
                <a:lnTo>
                  <a:pt x="44" y="47"/>
                </a:lnTo>
                <a:lnTo>
                  <a:pt x="48" y="44"/>
                </a:lnTo>
                <a:lnTo>
                  <a:pt x="52" y="41"/>
                </a:lnTo>
                <a:lnTo>
                  <a:pt x="56" y="38"/>
                </a:lnTo>
                <a:lnTo>
                  <a:pt x="60" y="35"/>
                </a:lnTo>
                <a:lnTo>
                  <a:pt x="65" y="32"/>
                </a:lnTo>
                <a:lnTo>
                  <a:pt x="69" y="30"/>
                </a:lnTo>
                <a:lnTo>
                  <a:pt x="74" y="27"/>
                </a:lnTo>
                <a:lnTo>
                  <a:pt x="79" y="25"/>
                </a:lnTo>
                <a:lnTo>
                  <a:pt x="84" y="22"/>
                </a:lnTo>
                <a:lnTo>
                  <a:pt x="90" y="20"/>
                </a:lnTo>
                <a:lnTo>
                  <a:pt x="95" y="18"/>
                </a:lnTo>
                <a:lnTo>
                  <a:pt x="100" y="16"/>
                </a:lnTo>
                <a:lnTo>
                  <a:pt x="106" y="14"/>
                </a:lnTo>
                <a:lnTo>
                  <a:pt x="111" y="12"/>
                </a:lnTo>
                <a:lnTo>
                  <a:pt x="117" y="10"/>
                </a:lnTo>
                <a:lnTo>
                  <a:pt x="122" y="9"/>
                </a:lnTo>
                <a:lnTo>
                  <a:pt x="128" y="7"/>
                </a:lnTo>
                <a:lnTo>
                  <a:pt x="134" y="6"/>
                </a:lnTo>
                <a:lnTo>
                  <a:pt x="139" y="5"/>
                </a:lnTo>
                <a:lnTo>
                  <a:pt x="145" y="4"/>
                </a:lnTo>
                <a:lnTo>
                  <a:pt x="151" y="3"/>
                </a:lnTo>
                <a:lnTo>
                  <a:pt x="157" y="2"/>
                </a:lnTo>
                <a:lnTo>
                  <a:pt x="163" y="1"/>
                </a:lnTo>
                <a:lnTo>
                  <a:pt x="169" y="1"/>
                </a:lnTo>
                <a:lnTo>
                  <a:pt x="175" y="0"/>
                </a:lnTo>
                <a:lnTo>
                  <a:pt x="181" y="0"/>
                </a:lnTo>
                <a:lnTo>
                  <a:pt x="187" y="0"/>
                </a:lnTo>
                <a:lnTo>
                  <a:pt x="193" y="0"/>
                </a:lnTo>
                <a:lnTo>
                  <a:pt x="199" y="0"/>
                </a:lnTo>
                <a:lnTo>
                  <a:pt x="205" y="0"/>
                </a:lnTo>
                <a:lnTo>
                  <a:pt x="211" y="0"/>
                </a:lnTo>
                <a:lnTo>
                  <a:pt x="217" y="1"/>
                </a:lnTo>
                <a:lnTo>
                  <a:pt x="223" y="1"/>
                </a:lnTo>
                <a:lnTo>
                  <a:pt x="229" y="2"/>
                </a:lnTo>
                <a:lnTo>
                  <a:pt x="235" y="3"/>
                </a:lnTo>
                <a:lnTo>
                  <a:pt x="241" y="4"/>
                </a:lnTo>
                <a:lnTo>
                  <a:pt x="247" y="5"/>
                </a:lnTo>
                <a:lnTo>
                  <a:pt x="253" y="6"/>
                </a:lnTo>
                <a:lnTo>
                  <a:pt x="259" y="7"/>
                </a:lnTo>
                <a:lnTo>
                  <a:pt x="264" y="9"/>
                </a:lnTo>
                <a:lnTo>
                  <a:pt x="270" y="10"/>
                </a:lnTo>
                <a:lnTo>
                  <a:pt x="275" y="12"/>
                </a:lnTo>
                <a:lnTo>
                  <a:pt x="281" y="14"/>
                </a:lnTo>
                <a:lnTo>
                  <a:pt x="286" y="16"/>
                </a:lnTo>
                <a:lnTo>
                  <a:pt x="291" y="18"/>
                </a:lnTo>
                <a:lnTo>
                  <a:pt x="297" y="20"/>
                </a:lnTo>
                <a:lnTo>
                  <a:pt x="302" y="22"/>
                </a:lnTo>
                <a:lnTo>
                  <a:pt x="307" y="25"/>
                </a:lnTo>
                <a:lnTo>
                  <a:pt x="311" y="27"/>
                </a:lnTo>
                <a:lnTo>
                  <a:pt x="316" y="30"/>
                </a:lnTo>
                <a:lnTo>
                  <a:pt x="321" y="32"/>
                </a:lnTo>
                <a:lnTo>
                  <a:pt x="325" y="35"/>
                </a:lnTo>
                <a:lnTo>
                  <a:pt x="330" y="38"/>
                </a:lnTo>
                <a:lnTo>
                  <a:pt x="334" y="41"/>
                </a:lnTo>
                <a:lnTo>
                  <a:pt x="338" y="44"/>
                </a:lnTo>
                <a:lnTo>
                  <a:pt x="342" y="47"/>
                </a:lnTo>
                <a:lnTo>
                  <a:pt x="346" y="50"/>
                </a:lnTo>
                <a:lnTo>
                  <a:pt x="349" y="54"/>
                </a:lnTo>
                <a:lnTo>
                  <a:pt x="353" y="57"/>
                </a:lnTo>
                <a:lnTo>
                  <a:pt x="356" y="60"/>
                </a:lnTo>
                <a:lnTo>
                  <a:pt x="359" y="64"/>
                </a:lnTo>
                <a:lnTo>
                  <a:pt x="362" y="67"/>
                </a:lnTo>
                <a:lnTo>
                  <a:pt x="365" y="71"/>
                </a:lnTo>
                <a:lnTo>
                  <a:pt x="368" y="75"/>
                </a:lnTo>
                <a:lnTo>
                  <a:pt x="370" y="79"/>
                </a:lnTo>
                <a:lnTo>
                  <a:pt x="372" y="82"/>
                </a:lnTo>
                <a:lnTo>
                  <a:pt x="375" y="86"/>
                </a:lnTo>
                <a:lnTo>
                  <a:pt x="377" y="90"/>
                </a:lnTo>
                <a:lnTo>
                  <a:pt x="378" y="94"/>
                </a:lnTo>
                <a:lnTo>
                  <a:pt x="380" y="98"/>
                </a:lnTo>
                <a:lnTo>
                  <a:pt x="381" y="102"/>
                </a:lnTo>
                <a:lnTo>
                  <a:pt x="383" y="106"/>
                </a:lnTo>
                <a:lnTo>
                  <a:pt x="384" y="110"/>
                </a:lnTo>
                <a:lnTo>
                  <a:pt x="384" y="114"/>
                </a:lnTo>
                <a:lnTo>
                  <a:pt x="385" y="118"/>
                </a:lnTo>
                <a:lnTo>
                  <a:pt x="386" y="122"/>
                </a:lnTo>
                <a:lnTo>
                  <a:pt x="386" y="127"/>
                </a:lnTo>
                <a:lnTo>
                  <a:pt x="386" y="131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4" name=""/>
          <p:cNvSpPr/>
          <p:nvPr/>
        </p:nvSpPr>
        <p:spPr>
          <a:xfrm>
            <a:off x="4052520" y="2896560"/>
            <a:ext cx="147240" cy="100440"/>
          </a:xfrm>
          <a:custGeom>
            <a:avLst/>
            <a:gdLst/>
            <a:ahLst/>
            <a:rect l="0" t="0" r="r" b="b"/>
            <a:pathLst>
              <a:path w="409" h="279">
                <a:moveTo>
                  <a:pt x="398" y="140"/>
                </a:moveTo>
                <a:lnTo>
                  <a:pt x="398" y="136"/>
                </a:lnTo>
                <a:lnTo>
                  <a:pt x="398" y="131"/>
                </a:lnTo>
                <a:lnTo>
                  <a:pt x="397" y="127"/>
                </a:lnTo>
                <a:lnTo>
                  <a:pt x="396" y="122"/>
                </a:lnTo>
                <a:lnTo>
                  <a:pt x="396" y="118"/>
                </a:lnTo>
                <a:lnTo>
                  <a:pt x="395" y="114"/>
                </a:lnTo>
                <a:lnTo>
                  <a:pt x="393" y="110"/>
                </a:lnTo>
                <a:lnTo>
                  <a:pt x="392" y="106"/>
                </a:lnTo>
                <a:lnTo>
                  <a:pt x="390" y="102"/>
                </a:lnTo>
                <a:lnTo>
                  <a:pt x="389" y="98"/>
                </a:lnTo>
                <a:lnTo>
                  <a:pt x="387" y="94"/>
                </a:lnTo>
                <a:lnTo>
                  <a:pt x="384" y="90"/>
                </a:lnTo>
                <a:lnTo>
                  <a:pt x="382" y="87"/>
                </a:lnTo>
                <a:lnTo>
                  <a:pt x="380" y="83"/>
                </a:lnTo>
                <a:lnTo>
                  <a:pt x="377" y="79"/>
                </a:lnTo>
                <a:lnTo>
                  <a:pt x="374" y="75"/>
                </a:lnTo>
                <a:lnTo>
                  <a:pt x="370" y="72"/>
                </a:lnTo>
                <a:lnTo>
                  <a:pt x="367" y="68"/>
                </a:lnTo>
                <a:lnTo>
                  <a:pt x="364" y="65"/>
                </a:lnTo>
                <a:lnTo>
                  <a:pt x="360" y="62"/>
                </a:lnTo>
                <a:lnTo>
                  <a:pt x="357" y="58"/>
                </a:lnTo>
                <a:lnTo>
                  <a:pt x="353" y="55"/>
                </a:lnTo>
                <a:lnTo>
                  <a:pt x="349" y="52"/>
                </a:lnTo>
                <a:lnTo>
                  <a:pt x="345" y="49"/>
                </a:lnTo>
                <a:lnTo>
                  <a:pt x="341" y="46"/>
                </a:lnTo>
                <a:lnTo>
                  <a:pt x="336" y="43"/>
                </a:lnTo>
                <a:lnTo>
                  <a:pt x="332" y="40"/>
                </a:lnTo>
                <a:lnTo>
                  <a:pt x="327" y="38"/>
                </a:lnTo>
                <a:lnTo>
                  <a:pt x="322" y="35"/>
                </a:lnTo>
                <a:lnTo>
                  <a:pt x="318" y="33"/>
                </a:lnTo>
                <a:lnTo>
                  <a:pt x="313" y="30"/>
                </a:lnTo>
                <a:lnTo>
                  <a:pt x="308" y="28"/>
                </a:lnTo>
                <a:lnTo>
                  <a:pt x="302" y="26"/>
                </a:lnTo>
                <a:lnTo>
                  <a:pt x="297" y="24"/>
                </a:lnTo>
                <a:lnTo>
                  <a:pt x="292" y="22"/>
                </a:lnTo>
                <a:lnTo>
                  <a:pt x="286" y="20"/>
                </a:lnTo>
                <a:lnTo>
                  <a:pt x="281" y="18"/>
                </a:lnTo>
                <a:lnTo>
                  <a:pt x="275" y="17"/>
                </a:lnTo>
                <a:lnTo>
                  <a:pt x="270" y="15"/>
                </a:lnTo>
                <a:lnTo>
                  <a:pt x="264" y="14"/>
                </a:lnTo>
                <a:lnTo>
                  <a:pt x="258" y="13"/>
                </a:lnTo>
                <a:lnTo>
                  <a:pt x="252" y="12"/>
                </a:lnTo>
                <a:lnTo>
                  <a:pt x="246" y="11"/>
                </a:lnTo>
                <a:lnTo>
                  <a:pt x="240" y="10"/>
                </a:lnTo>
                <a:lnTo>
                  <a:pt x="234" y="9"/>
                </a:lnTo>
                <a:lnTo>
                  <a:pt x="228" y="9"/>
                </a:lnTo>
                <a:lnTo>
                  <a:pt x="222" y="8"/>
                </a:lnTo>
                <a:lnTo>
                  <a:pt x="216" y="8"/>
                </a:lnTo>
                <a:lnTo>
                  <a:pt x="210" y="8"/>
                </a:lnTo>
                <a:lnTo>
                  <a:pt x="204" y="8"/>
                </a:lnTo>
                <a:lnTo>
                  <a:pt x="198" y="8"/>
                </a:lnTo>
                <a:lnTo>
                  <a:pt x="192" y="8"/>
                </a:lnTo>
                <a:lnTo>
                  <a:pt x="186" y="8"/>
                </a:lnTo>
                <a:lnTo>
                  <a:pt x="180" y="9"/>
                </a:lnTo>
                <a:lnTo>
                  <a:pt x="174" y="9"/>
                </a:lnTo>
                <a:lnTo>
                  <a:pt x="168" y="10"/>
                </a:lnTo>
                <a:lnTo>
                  <a:pt x="162" y="11"/>
                </a:lnTo>
                <a:lnTo>
                  <a:pt x="156" y="12"/>
                </a:lnTo>
                <a:lnTo>
                  <a:pt x="150" y="13"/>
                </a:lnTo>
                <a:lnTo>
                  <a:pt x="145" y="14"/>
                </a:lnTo>
                <a:lnTo>
                  <a:pt x="139" y="15"/>
                </a:lnTo>
                <a:lnTo>
                  <a:pt x="133" y="17"/>
                </a:lnTo>
                <a:lnTo>
                  <a:pt x="128" y="18"/>
                </a:lnTo>
                <a:lnTo>
                  <a:pt x="122" y="20"/>
                </a:lnTo>
                <a:lnTo>
                  <a:pt x="117" y="22"/>
                </a:lnTo>
                <a:lnTo>
                  <a:pt x="111" y="24"/>
                </a:lnTo>
                <a:lnTo>
                  <a:pt x="106" y="26"/>
                </a:lnTo>
                <a:lnTo>
                  <a:pt x="101" y="28"/>
                </a:lnTo>
                <a:lnTo>
                  <a:pt x="96" y="30"/>
                </a:lnTo>
                <a:lnTo>
                  <a:pt x="91" y="33"/>
                </a:lnTo>
                <a:lnTo>
                  <a:pt x="86" y="35"/>
                </a:lnTo>
                <a:lnTo>
                  <a:pt x="81" y="38"/>
                </a:lnTo>
                <a:lnTo>
                  <a:pt x="77" y="40"/>
                </a:lnTo>
                <a:lnTo>
                  <a:pt x="72" y="43"/>
                </a:lnTo>
                <a:lnTo>
                  <a:pt x="68" y="46"/>
                </a:lnTo>
                <a:lnTo>
                  <a:pt x="64" y="49"/>
                </a:lnTo>
                <a:lnTo>
                  <a:pt x="60" y="52"/>
                </a:lnTo>
                <a:lnTo>
                  <a:pt x="56" y="55"/>
                </a:lnTo>
                <a:lnTo>
                  <a:pt x="52" y="58"/>
                </a:lnTo>
                <a:lnTo>
                  <a:pt x="48" y="62"/>
                </a:lnTo>
                <a:lnTo>
                  <a:pt x="45" y="65"/>
                </a:lnTo>
                <a:lnTo>
                  <a:pt x="42" y="68"/>
                </a:lnTo>
                <a:lnTo>
                  <a:pt x="38" y="72"/>
                </a:lnTo>
                <a:lnTo>
                  <a:pt x="35" y="75"/>
                </a:lnTo>
                <a:lnTo>
                  <a:pt x="33" y="79"/>
                </a:lnTo>
                <a:lnTo>
                  <a:pt x="30" y="83"/>
                </a:lnTo>
                <a:lnTo>
                  <a:pt x="27" y="87"/>
                </a:lnTo>
                <a:lnTo>
                  <a:pt x="25" y="90"/>
                </a:lnTo>
                <a:lnTo>
                  <a:pt x="23" y="94"/>
                </a:lnTo>
                <a:lnTo>
                  <a:pt x="21" y="98"/>
                </a:lnTo>
                <a:lnTo>
                  <a:pt x="19" y="102"/>
                </a:lnTo>
                <a:lnTo>
                  <a:pt x="18" y="106"/>
                </a:lnTo>
                <a:lnTo>
                  <a:pt x="16" y="110"/>
                </a:lnTo>
                <a:lnTo>
                  <a:pt x="15" y="114"/>
                </a:lnTo>
                <a:lnTo>
                  <a:pt x="14" y="118"/>
                </a:lnTo>
                <a:lnTo>
                  <a:pt x="13" y="122"/>
                </a:lnTo>
                <a:lnTo>
                  <a:pt x="12" y="127"/>
                </a:lnTo>
                <a:lnTo>
                  <a:pt x="12" y="131"/>
                </a:lnTo>
                <a:lnTo>
                  <a:pt x="12" y="136"/>
                </a:lnTo>
                <a:lnTo>
                  <a:pt x="12" y="140"/>
                </a:lnTo>
                <a:lnTo>
                  <a:pt x="12" y="144"/>
                </a:lnTo>
                <a:lnTo>
                  <a:pt x="12" y="148"/>
                </a:lnTo>
                <a:lnTo>
                  <a:pt x="12" y="152"/>
                </a:lnTo>
                <a:lnTo>
                  <a:pt x="13" y="156"/>
                </a:lnTo>
                <a:lnTo>
                  <a:pt x="14" y="160"/>
                </a:lnTo>
                <a:lnTo>
                  <a:pt x="15" y="164"/>
                </a:lnTo>
                <a:lnTo>
                  <a:pt x="16" y="168"/>
                </a:lnTo>
                <a:lnTo>
                  <a:pt x="18" y="172"/>
                </a:lnTo>
                <a:lnTo>
                  <a:pt x="19" y="176"/>
                </a:lnTo>
                <a:lnTo>
                  <a:pt x="21" y="180"/>
                </a:lnTo>
                <a:lnTo>
                  <a:pt x="23" y="184"/>
                </a:lnTo>
                <a:lnTo>
                  <a:pt x="25" y="188"/>
                </a:lnTo>
                <a:lnTo>
                  <a:pt x="27" y="192"/>
                </a:lnTo>
                <a:lnTo>
                  <a:pt x="30" y="195"/>
                </a:lnTo>
                <a:lnTo>
                  <a:pt x="33" y="199"/>
                </a:lnTo>
                <a:lnTo>
                  <a:pt x="35" y="203"/>
                </a:lnTo>
                <a:lnTo>
                  <a:pt x="38" y="206"/>
                </a:lnTo>
                <a:lnTo>
                  <a:pt x="42" y="210"/>
                </a:lnTo>
                <a:lnTo>
                  <a:pt x="45" y="213"/>
                </a:lnTo>
                <a:lnTo>
                  <a:pt x="48" y="217"/>
                </a:lnTo>
                <a:lnTo>
                  <a:pt x="52" y="220"/>
                </a:lnTo>
                <a:lnTo>
                  <a:pt x="56" y="223"/>
                </a:lnTo>
                <a:lnTo>
                  <a:pt x="60" y="226"/>
                </a:lnTo>
                <a:lnTo>
                  <a:pt x="64" y="229"/>
                </a:lnTo>
                <a:lnTo>
                  <a:pt x="68" y="232"/>
                </a:lnTo>
                <a:lnTo>
                  <a:pt x="72" y="235"/>
                </a:lnTo>
                <a:lnTo>
                  <a:pt x="77" y="238"/>
                </a:lnTo>
                <a:lnTo>
                  <a:pt x="81" y="241"/>
                </a:lnTo>
                <a:lnTo>
                  <a:pt x="86" y="243"/>
                </a:lnTo>
                <a:lnTo>
                  <a:pt x="91" y="246"/>
                </a:lnTo>
                <a:lnTo>
                  <a:pt x="96" y="248"/>
                </a:lnTo>
                <a:lnTo>
                  <a:pt x="101" y="250"/>
                </a:lnTo>
                <a:lnTo>
                  <a:pt x="106" y="253"/>
                </a:lnTo>
                <a:lnTo>
                  <a:pt x="111" y="255"/>
                </a:lnTo>
                <a:lnTo>
                  <a:pt x="117" y="256"/>
                </a:lnTo>
                <a:lnTo>
                  <a:pt x="122" y="258"/>
                </a:lnTo>
                <a:lnTo>
                  <a:pt x="128" y="260"/>
                </a:lnTo>
                <a:lnTo>
                  <a:pt x="133" y="262"/>
                </a:lnTo>
                <a:lnTo>
                  <a:pt x="139" y="263"/>
                </a:lnTo>
                <a:lnTo>
                  <a:pt x="145" y="264"/>
                </a:lnTo>
                <a:lnTo>
                  <a:pt x="150" y="266"/>
                </a:lnTo>
                <a:lnTo>
                  <a:pt x="156" y="267"/>
                </a:lnTo>
                <a:lnTo>
                  <a:pt x="162" y="268"/>
                </a:lnTo>
                <a:lnTo>
                  <a:pt x="168" y="268"/>
                </a:lnTo>
                <a:lnTo>
                  <a:pt x="174" y="269"/>
                </a:lnTo>
                <a:lnTo>
                  <a:pt x="180" y="270"/>
                </a:lnTo>
                <a:lnTo>
                  <a:pt x="186" y="270"/>
                </a:lnTo>
                <a:lnTo>
                  <a:pt x="192" y="271"/>
                </a:lnTo>
                <a:lnTo>
                  <a:pt x="198" y="271"/>
                </a:lnTo>
                <a:lnTo>
                  <a:pt x="204" y="271"/>
                </a:lnTo>
                <a:lnTo>
                  <a:pt x="210" y="271"/>
                </a:lnTo>
                <a:lnTo>
                  <a:pt x="216" y="271"/>
                </a:lnTo>
                <a:lnTo>
                  <a:pt x="222" y="270"/>
                </a:lnTo>
                <a:lnTo>
                  <a:pt x="228" y="270"/>
                </a:lnTo>
                <a:lnTo>
                  <a:pt x="234" y="269"/>
                </a:lnTo>
                <a:lnTo>
                  <a:pt x="240" y="268"/>
                </a:lnTo>
                <a:lnTo>
                  <a:pt x="246" y="268"/>
                </a:lnTo>
                <a:lnTo>
                  <a:pt x="252" y="267"/>
                </a:lnTo>
                <a:lnTo>
                  <a:pt x="258" y="266"/>
                </a:lnTo>
                <a:lnTo>
                  <a:pt x="264" y="264"/>
                </a:lnTo>
                <a:lnTo>
                  <a:pt x="270" y="263"/>
                </a:lnTo>
                <a:lnTo>
                  <a:pt x="275" y="262"/>
                </a:lnTo>
                <a:lnTo>
                  <a:pt x="281" y="260"/>
                </a:lnTo>
                <a:lnTo>
                  <a:pt x="286" y="258"/>
                </a:lnTo>
                <a:lnTo>
                  <a:pt x="292" y="256"/>
                </a:lnTo>
                <a:lnTo>
                  <a:pt x="297" y="255"/>
                </a:lnTo>
                <a:lnTo>
                  <a:pt x="302" y="253"/>
                </a:lnTo>
                <a:lnTo>
                  <a:pt x="308" y="250"/>
                </a:lnTo>
                <a:lnTo>
                  <a:pt x="313" y="248"/>
                </a:lnTo>
                <a:lnTo>
                  <a:pt x="318" y="246"/>
                </a:lnTo>
                <a:lnTo>
                  <a:pt x="322" y="243"/>
                </a:lnTo>
                <a:lnTo>
                  <a:pt x="327" y="241"/>
                </a:lnTo>
                <a:lnTo>
                  <a:pt x="332" y="238"/>
                </a:lnTo>
                <a:lnTo>
                  <a:pt x="336" y="235"/>
                </a:lnTo>
                <a:lnTo>
                  <a:pt x="341" y="232"/>
                </a:lnTo>
                <a:lnTo>
                  <a:pt x="345" y="229"/>
                </a:lnTo>
                <a:lnTo>
                  <a:pt x="349" y="226"/>
                </a:lnTo>
                <a:lnTo>
                  <a:pt x="353" y="223"/>
                </a:lnTo>
                <a:lnTo>
                  <a:pt x="357" y="220"/>
                </a:lnTo>
                <a:lnTo>
                  <a:pt x="360" y="217"/>
                </a:lnTo>
                <a:lnTo>
                  <a:pt x="364" y="213"/>
                </a:lnTo>
                <a:lnTo>
                  <a:pt x="367" y="210"/>
                </a:lnTo>
                <a:lnTo>
                  <a:pt x="370" y="206"/>
                </a:lnTo>
                <a:lnTo>
                  <a:pt x="374" y="203"/>
                </a:lnTo>
                <a:lnTo>
                  <a:pt x="377" y="199"/>
                </a:lnTo>
                <a:lnTo>
                  <a:pt x="380" y="195"/>
                </a:lnTo>
                <a:lnTo>
                  <a:pt x="382" y="192"/>
                </a:lnTo>
                <a:lnTo>
                  <a:pt x="384" y="188"/>
                </a:lnTo>
                <a:lnTo>
                  <a:pt x="387" y="184"/>
                </a:lnTo>
                <a:lnTo>
                  <a:pt x="389" y="180"/>
                </a:lnTo>
                <a:lnTo>
                  <a:pt x="390" y="176"/>
                </a:lnTo>
                <a:lnTo>
                  <a:pt x="392" y="172"/>
                </a:lnTo>
                <a:lnTo>
                  <a:pt x="393" y="168"/>
                </a:lnTo>
                <a:lnTo>
                  <a:pt x="395" y="164"/>
                </a:lnTo>
                <a:lnTo>
                  <a:pt x="396" y="160"/>
                </a:lnTo>
                <a:lnTo>
                  <a:pt x="396" y="156"/>
                </a:lnTo>
                <a:lnTo>
                  <a:pt x="397" y="152"/>
                </a:lnTo>
                <a:lnTo>
                  <a:pt x="398" y="148"/>
                </a:lnTo>
                <a:lnTo>
                  <a:pt x="398" y="144"/>
                </a:lnTo>
                <a:lnTo>
                  <a:pt x="398" y="140"/>
                </a:lnTo>
                <a:moveTo>
                  <a:pt x="409" y="140"/>
                </a:moveTo>
                <a:lnTo>
                  <a:pt x="409" y="144"/>
                </a:lnTo>
                <a:lnTo>
                  <a:pt x="409" y="148"/>
                </a:lnTo>
                <a:lnTo>
                  <a:pt x="408" y="153"/>
                </a:lnTo>
                <a:lnTo>
                  <a:pt x="408" y="157"/>
                </a:lnTo>
                <a:lnTo>
                  <a:pt x="407" y="161"/>
                </a:lnTo>
                <a:lnTo>
                  <a:pt x="406" y="166"/>
                </a:lnTo>
                <a:lnTo>
                  <a:pt x="404" y="170"/>
                </a:lnTo>
                <a:lnTo>
                  <a:pt x="403" y="174"/>
                </a:lnTo>
                <a:lnTo>
                  <a:pt x="401" y="178"/>
                </a:lnTo>
                <a:lnTo>
                  <a:pt x="399" y="183"/>
                </a:lnTo>
                <a:lnTo>
                  <a:pt x="397" y="187"/>
                </a:lnTo>
                <a:lnTo>
                  <a:pt x="395" y="191"/>
                </a:lnTo>
                <a:lnTo>
                  <a:pt x="393" y="195"/>
                </a:lnTo>
                <a:lnTo>
                  <a:pt x="390" y="199"/>
                </a:lnTo>
                <a:lnTo>
                  <a:pt x="387" y="203"/>
                </a:lnTo>
                <a:lnTo>
                  <a:pt x="384" y="207"/>
                </a:lnTo>
                <a:lnTo>
                  <a:pt x="381" y="210"/>
                </a:lnTo>
                <a:lnTo>
                  <a:pt x="378" y="214"/>
                </a:lnTo>
                <a:lnTo>
                  <a:pt x="374" y="218"/>
                </a:lnTo>
                <a:lnTo>
                  <a:pt x="369" y="221"/>
                </a:lnTo>
                <a:lnTo>
                  <a:pt x="365" y="225"/>
                </a:lnTo>
                <a:lnTo>
                  <a:pt x="361" y="228"/>
                </a:lnTo>
                <a:lnTo>
                  <a:pt x="357" y="231"/>
                </a:lnTo>
                <a:lnTo>
                  <a:pt x="353" y="235"/>
                </a:lnTo>
                <a:lnTo>
                  <a:pt x="349" y="238"/>
                </a:lnTo>
                <a:lnTo>
                  <a:pt x="344" y="241"/>
                </a:lnTo>
                <a:lnTo>
                  <a:pt x="339" y="244"/>
                </a:lnTo>
                <a:lnTo>
                  <a:pt x="334" y="247"/>
                </a:lnTo>
                <a:lnTo>
                  <a:pt x="329" y="249"/>
                </a:lnTo>
                <a:lnTo>
                  <a:pt x="324" y="252"/>
                </a:lnTo>
                <a:lnTo>
                  <a:pt x="319" y="254"/>
                </a:lnTo>
                <a:lnTo>
                  <a:pt x="314" y="257"/>
                </a:lnTo>
                <a:lnTo>
                  <a:pt x="308" y="259"/>
                </a:lnTo>
                <a:lnTo>
                  <a:pt x="303" y="261"/>
                </a:lnTo>
                <a:lnTo>
                  <a:pt x="297" y="263"/>
                </a:lnTo>
                <a:lnTo>
                  <a:pt x="291" y="265"/>
                </a:lnTo>
                <a:lnTo>
                  <a:pt x="285" y="267"/>
                </a:lnTo>
                <a:lnTo>
                  <a:pt x="279" y="269"/>
                </a:lnTo>
                <a:lnTo>
                  <a:pt x="273" y="270"/>
                </a:lnTo>
                <a:lnTo>
                  <a:pt x="267" y="272"/>
                </a:lnTo>
                <a:lnTo>
                  <a:pt x="261" y="273"/>
                </a:lnTo>
                <a:lnTo>
                  <a:pt x="255" y="274"/>
                </a:lnTo>
                <a:lnTo>
                  <a:pt x="249" y="275"/>
                </a:lnTo>
                <a:lnTo>
                  <a:pt x="242" y="276"/>
                </a:lnTo>
                <a:lnTo>
                  <a:pt x="236" y="277"/>
                </a:lnTo>
                <a:lnTo>
                  <a:pt x="230" y="277"/>
                </a:lnTo>
                <a:lnTo>
                  <a:pt x="223" y="278"/>
                </a:lnTo>
                <a:lnTo>
                  <a:pt x="217" y="278"/>
                </a:lnTo>
                <a:lnTo>
                  <a:pt x="211" y="278"/>
                </a:lnTo>
                <a:lnTo>
                  <a:pt x="204" y="279"/>
                </a:lnTo>
                <a:lnTo>
                  <a:pt x="198" y="278"/>
                </a:lnTo>
                <a:lnTo>
                  <a:pt x="191" y="278"/>
                </a:lnTo>
                <a:lnTo>
                  <a:pt x="185" y="278"/>
                </a:lnTo>
                <a:lnTo>
                  <a:pt x="179" y="277"/>
                </a:lnTo>
                <a:lnTo>
                  <a:pt x="172" y="277"/>
                </a:lnTo>
                <a:lnTo>
                  <a:pt x="166" y="276"/>
                </a:lnTo>
                <a:lnTo>
                  <a:pt x="160" y="275"/>
                </a:lnTo>
                <a:lnTo>
                  <a:pt x="154" y="274"/>
                </a:lnTo>
                <a:lnTo>
                  <a:pt x="147" y="273"/>
                </a:lnTo>
                <a:lnTo>
                  <a:pt x="141" y="272"/>
                </a:lnTo>
                <a:lnTo>
                  <a:pt x="135" y="270"/>
                </a:lnTo>
                <a:lnTo>
                  <a:pt x="129" y="269"/>
                </a:lnTo>
                <a:lnTo>
                  <a:pt x="123" y="267"/>
                </a:lnTo>
                <a:lnTo>
                  <a:pt x="117" y="265"/>
                </a:lnTo>
                <a:lnTo>
                  <a:pt x="112" y="263"/>
                </a:lnTo>
                <a:lnTo>
                  <a:pt x="106" y="261"/>
                </a:lnTo>
                <a:lnTo>
                  <a:pt x="100" y="259"/>
                </a:lnTo>
                <a:lnTo>
                  <a:pt x="95" y="257"/>
                </a:lnTo>
                <a:lnTo>
                  <a:pt x="90" y="254"/>
                </a:lnTo>
                <a:lnTo>
                  <a:pt x="84" y="252"/>
                </a:lnTo>
                <a:lnTo>
                  <a:pt x="79" y="249"/>
                </a:lnTo>
                <a:lnTo>
                  <a:pt x="74" y="247"/>
                </a:lnTo>
                <a:lnTo>
                  <a:pt x="69" y="244"/>
                </a:lnTo>
                <a:lnTo>
                  <a:pt x="65" y="241"/>
                </a:lnTo>
                <a:lnTo>
                  <a:pt x="60" y="238"/>
                </a:lnTo>
                <a:lnTo>
                  <a:pt x="56" y="235"/>
                </a:lnTo>
                <a:lnTo>
                  <a:pt x="51" y="231"/>
                </a:lnTo>
                <a:lnTo>
                  <a:pt x="47" y="228"/>
                </a:lnTo>
                <a:lnTo>
                  <a:pt x="43" y="225"/>
                </a:lnTo>
                <a:lnTo>
                  <a:pt x="39" y="221"/>
                </a:lnTo>
                <a:lnTo>
                  <a:pt x="35" y="218"/>
                </a:lnTo>
                <a:lnTo>
                  <a:pt x="32" y="214"/>
                </a:lnTo>
                <a:lnTo>
                  <a:pt x="29" y="210"/>
                </a:lnTo>
                <a:lnTo>
                  <a:pt x="25" y="207"/>
                </a:lnTo>
                <a:lnTo>
                  <a:pt x="22" y="203"/>
                </a:lnTo>
                <a:lnTo>
                  <a:pt x="20" y="199"/>
                </a:lnTo>
                <a:lnTo>
                  <a:pt x="17" y="195"/>
                </a:lnTo>
                <a:lnTo>
                  <a:pt x="15" y="191"/>
                </a:lnTo>
                <a:lnTo>
                  <a:pt x="12" y="187"/>
                </a:lnTo>
                <a:lnTo>
                  <a:pt x="10" y="183"/>
                </a:lnTo>
                <a:lnTo>
                  <a:pt x="8" y="178"/>
                </a:lnTo>
                <a:lnTo>
                  <a:pt x="7" y="174"/>
                </a:lnTo>
                <a:lnTo>
                  <a:pt x="5" y="170"/>
                </a:lnTo>
                <a:lnTo>
                  <a:pt x="4" y="166"/>
                </a:lnTo>
                <a:lnTo>
                  <a:pt x="3" y="161"/>
                </a:lnTo>
                <a:lnTo>
                  <a:pt x="2" y="157"/>
                </a:lnTo>
                <a:lnTo>
                  <a:pt x="1" y="153"/>
                </a:lnTo>
                <a:lnTo>
                  <a:pt x="1" y="148"/>
                </a:lnTo>
                <a:lnTo>
                  <a:pt x="0" y="144"/>
                </a:lnTo>
                <a:lnTo>
                  <a:pt x="0" y="140"/>
                </a:lnTo>
                <a:lnTo>
                  <a:pt x="0" y="135"/>
                </a:lnTo>
                <a:lnTo>
                  <a:pt x="1" y="131"/>
                </a:lnTo>
                <a:lnTo>
                  <a:pt x="1" y="127"/>
                </a:lnTo>
                <a:lnTo>
                  <a:pt x="2" y="121"/>
                </a:lnTo>
                <a:lnTo>
                  <a:pt x="3" y="117"/>
                </a:lnTo>
                <a:lnTo>
                  <a:pt x="4" y="113"/>
                </a:lnTo>
                <a:lnTo>
                  <a:pt x="5" y="108"/>
                </a:lnTo>
                <a:lnTo>
                  <a:pt x="7" y="104"/>
                </a:lnTo>
                <a:lnTo>
                  <a:pt x="8" y="100"/>
                </a:lnTo>
                <a:lnTo>
                  <a:pt x="10" y="96"/>
                </a:lnTo>
                <a:lnTo>
                  <a:pt x="12" y="92"/>
                </a:lnTo>
                <a:lnTo>
                  <a:pt x="15" y="88"/>
                </a:lnTo>
                <a:lnTo>
                  <a:pt x="17" y="84"/>
                </a:lnTo>
                <a:lnTo>
                  <a:pt x="20" y="80"/>
                </a:lnTo>
                <a:lnTo>
                  <a:pt x="22" y="76"/>
                </a:lnTo>
                <a:lnTo>
                  <a:pt x="25" y="72"/>
                </a:lnTo>
                <a:lnTo>
                  <a:pt x="29" y="68"/>
                </a:lnTo>
                <a:lnTo>
                  <a:pt x="32" y="64"/>
                </a:lnTo>
                <a:lnTo>
                  <a:pt x="35" y="61"/>
                </a:lnTo>
                <a:lnTo>
                  <a:pt x="39" y="57"/>
                </a:lnTo>
                <a:lnTo>
                  <a:pt x="43" y="54"/>
                </a:lnTo>
                <a:lnTo>
                  <a:pt x="47" y="50"/>
                </a:lnTo>
                <a:lnTo>
                  <a:pt x="51" y="47"/>
                </a:lnTo>
                <a:lnTo>
                  <a:pt x="56" y="44"/>
                </a:lnTo>
                <a:lnTo>
                  <a:pt x="60" y="40"/>
                </a:lnTo>
                <a:lnTo>
                  <a:pt x="65" y="37"/>
                </a:lnTo>
                <a:lnTo>
                  <a:pt x="69" y="34"/>
                </a:lnTo>
                <a:lnTo>
                  <a:pt x="74" y="32"/>
                </a:lnTo>
                <a:lnTo>
                  <a:pt x="79" y="29"/>
                </a:lnTo>
                <a:lnTo>
                  <a:pt x="84" y="26"/>
                </a:lnTo>
                <a:lnTo>
                  <a:pt x="90" y="24"/>
                </a:lnTo>
                <a:lnTo>
                  <a:pt x="95" y="21"/>
                </a:lnTo>
                <a:lnTo>
                  <a:pt x="100" y="19"/>
                </a:lnTo>
                <a:lnTo>
                  <a:pt x="106" y="17"/>
                </a:lnTo>
                <a:lnTo>
                  <a:pt x="112" y="15"/>
                </a:lnTo>
                <a:lnTo>
                  <a:pt x="117" y="13"/>
                </a:lnTo>
                <a:lnTo>
                  <a:pt x="123" y="11"/>
                </a:lnTo>
                <a:lnTo>
                  <a:pt x="129" y="10"/>
                </a:lnTo>
                <a:lnTo>
                  <a:pt x="135" y="8"/>
                </a:lnTo>
                <a:lnTo>
                  <a:pt x="141" y="7"/>
                </a:lnTo>
                <a:lnTo>
                  <a:pt x="147" y="5"/>
                </a:lnTo>
                <a:lnTo>
                  <a:pt x="154" y="4"/>
                </a:lnTo>
                <a:lnTo>
                  <a:pt x="160" y="3"/>
                </a:lnTo>
                <a:lnTo>
                  <a:pt x="166" y="2"/>
                </a:lnTo>
                <a:lnTo>
                  <a:pt x="172" y="2"/>
                </a:lnTo>
                <a:lnTo>
                  <a:pt x="179" y="1"/>
                </a:lnTo>
                <a:lnTo>
                  <a:pt x="185" y="0"/>
                </a:lnTo>
                <a:lnTo>
                  <a:pt x="191" y="0"/>
                </a:lnTo>
                <a:lnTo>
                  <a:pt x="198" y="0"/>
                </a:lnTo>
                <a:lnTo>
                  <a:pt x="204" y="0"/>
                </a:lnTo>
                <a:lnTo>
                  <a:pt x="211" y="0"/>
                </a:lnTo>
                <a:lnTo>
                  <a:pt x="217" y="0"/>
                </a:lnTo>
                <a:lnTo>
                  <a:pt x="223" y="0"/>
                </a:lnTo>
                <a:lnTo>
                  <a:pt x="230" y="1"/>
                </a:lnTo>
                <a:lnTo>
                  <a:pt x="236" y="2"/>
                </a:lnTo>
                <a:lnTo>
                  <a:pt x="242" y="2"/>
                </a:lnTo>
                <a:lnTo>
                  <a:pt x="249" y="3"/>
                </a:lnTo>
                <a:lnTo>
                  <a:pt x="255" y="4"/>
                </a:lnTo>
                <a:lnTo>
                  <a:pt x="261" y="5"/>
                </a:lnTo>
                <a:lnTo>
                  <a:pt x="267" y="7"/>
                </a:lnTo>
                <a:lnTo>
                  <a:pt x="273" y="8"/>
                </a:lnTo>
                <a:lnTo>
                  <a:pt x="279" y="10"/>
                </a:lnTo>
                <a:lnTo>
                  <a:pt x="285" y="11"/>
                </a:lnTo>
                <a:lnTo>
                  <a:pt x="291" y="13"/>
                </a:lnTo>
                <a:lnTo>
                  <a:pt x="297" y="15"/>
                </a:lnTo>
                <a:lnTo>
                  <a:pt x="303" y="17"/>
                </a:lnTo>
                <a:lnTo>
                  <a:pt x="308" y="19"/>
                </a:lnTo>
                <a:lnTo>
                  <a:pt x="314" y="21"/>
                </a:lnTo>
                <a:lnTo>
                  <a:pt x="319" y="24"/>
                </a:lnTo>
                <a:lnTo>
                  <a:pt x="324" y="26"/>
                </a:lnTo>
                <a:lnTo>
                  <a:pt x="329" y="29"/>
                </a:lnTo>
                <a:lnTo>
                  <a:pt x="334" y="32"/>
                </a:lnTo>
                <a:lnTo>
                  <a:pt x="339" y="34"/>
                </a:lnTo>
                <a:lnTo>
                  <a:pt x="344" y="37"/>
                </a:lnTo>
                <a:lnTo>
                  <a:pt x="349" y="40"/>
                </a:lnTo>
                <a:lnTo>
                  <a:pt x="353" y="44"/>
                </a:lnTo>
                <a:lnTo>
                  <a:pt x="357" y="47"/>
                </a:lnTo>
                <a:lnTo>
                  <a:pt x="361" y="50"/>
                </a:lnTo>
                <a:lnTo>
                  <a:pt x="365" y="54"/>
                </a:lnTo>
                <a:lnTo>
                  <a:pt x="369" y="57"/>
                </a:lnTo>
                <a:lnTo>
                  <a:pt x="374" y="61"/>
                </a:lnTo>
                <a:lnTo>
                  <a:pt x="378" y="64"/>
                </a:lnTo>
                <a:lnTo>
                  <a:pt x="381" y="68"/>
                </a:lnTo>
                <a:lnTo>
                  <a:pt x="384" y="72"/>
                </a:lnTo>
                <a:lnTo>
                  <a:pt x="387" y="76"/>
                </a:lnTo>
                <a:lnTo>
                  <a:pt x="390" y="80"/>
                </a:lnTo>
                <a:lnTo>
                  <a:pt x="393" y="84"/>
                </a:lnTo>
                <a:lnTo>
                  <a:pt x="395" y="88"/>
                </a:lnTo>
                <a:lnTo>
                  <a:pt x="397" y="92"/>
                </a:lnTo>
                <a:lnTo>
                  <a:pt x="399" y="96"/>
                </a:lnTo>
                <a:lnTo>
                  <a:pt x="401" y="100"/>
                </a:lnTo>
                <a:lnTo>
                  <a:pt x="403" y="104"/>
                </a:lnTo>
                <a:lnTo>
                  <a:pt x="404" y="108"/>
                </a:lnTo>
                <a:lnTo>
                  <a:pt x="406" y="113"/>
                </a:lnTo>
                <a:lnTo>
                  <a:pt x="407" y="117"/>
                </a:lnTo>
                <a:lnTo>
                  <a:pt x="408" y="121"/>
                </a:lnTo>
                <a:lnTo>
                  <a:pt x="408" y="127"/>
                </a:lnTo>
                <a:lnTo>
                  <a:pt x="409" y="131"/>
                </a:lnTo>
                <a:lnTo>
                  <a:pt x="409" y="135"/>
                </a:lnTo>
                <a:lnTo>
                  <a:pt x="409" y="140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5" name=""/>
          <p:cNvSpPr/>
          <p:nvPr/>
        </p:nvSpPr>
        <p:spPr>
          <a:xfrm>
            <a:off x="4051080" y="2895480"/>
            <a:ext cx="150120" cy="102240"/>
          </a:xfrm>
          <a:custGeom>
            <a:avLst/>
            <a:gdLst/>
            <a:ahLst/>
            <a:rect l="0" t="0" r="r" b="b"/>
            <a:pathLst>
              <a:path w="417" h="284">
                <a:moveTo>
                  <a:pt x="413" y="142"/>
                </a:moveTo>
                <a:lnTo>
                  <a:pt x="413" y="137"/>
                </a:lnTo>
                <a:lnTo>
                  <a:pt x="413" y="133"/>
                </a:lnTo>
                <a:lnTo>
                  <a:pt x="412" y="129"/>
                </a:lnTo>
                <a:lnTo>
                  <a:pt x="412" y="124"/>
                </a:lnTo>
                <a:lnTo>
                  <a:pt x="411" y="120"/>
                </a:lnTo>
                <a:lnTo>
                  <a:pt x="410" y="116"/>
                </a:lnTo>
                <a:lnTo>
                  <a:pt x="408" y="111"/>
                </a:lnTo>
                <a:lnTo>
                  <a:pt x="407" y="107"/>
                </a:lnTo>
                <a:lnTo>
                  <a:pt x="405" y="103"/>
                </a:lnTo>
                <a:lnTo>
                  <a:pt x="403" y="99"/>
                </a:lnTo>
                <a:lnTo>
                  <a:pt x="401" y="95"/>
                </a:lnTo>
                <a:lnTo>
                  <a:pt x="399" y="91"/>
                </a:lnTo>
                <a:lnTo>
                  <a:pt x="397" y="87"/>
                </a:lnTo>
                <a:lnTo>
                  <a:pt x="394" y="83"/>
                </a:lnTo>
                <a:lnTo>
                  <a:pt x="391" y="79"/>
                </a:lnTo>
                <a:lnTo>
                  <a:pt x="388" y="75"/>
                </a:lnTo>
                <a:lnTo>
                  <a:pt x="385" y="71"/>
                </a:lnTo>
                <a:lnTo>
                  <a:pt x="382" y="67"/>
                </a:lnTo>
                <a:lnTo>
                  <a:pt x="378" y="64"/>
                </a:lnTo>
                <a:lnTo>
                  <a:pt x="374" y="60"/>
                </a:lnTo>
                <a:lnTo>
                  <a:pt x="370" y="57"/>
                </a:lnTo>
                <a:lnTo>
                  <a:pt x="366" y="53"/>
                </a:lnTo>
                <a:lnTo>
                  <a:pt x="362" y="50"/>
                </a:lnTo>
                <a:lnTo>
                  <a:pt x="358" y="47"/>
                </a:lnTo>
                <a:lnTo>
                  <a:pt x="354" y="43"/>
                </a:lnTo>
                <a:lnTo>
                  <a:pt x="349" y="40"/>
                </a:lnTo>
                <a:lnTo>
                  <a:pt x="344" y="37"/>
                </a:lnTo>
                <a:lnTo>
                  <a:pt x="339" y="35"/>
                </a:lnTo>
                <a:lnTo>
                  <a:pt x="334" y="32"/>
                </a:lnTo>
                <a:lnTo>
                  <a:pt x="329" y="29"/>
                </a:lnTo>
                <a:lnTo>
                  <a:pt x="324" y="27"/>
                </a:lnTo>
                <a:lnTo>
                  <a:pt x="319" y="24"/>
                </a:lnTo>
                <a:lnTo>
                  <a:pt x="313" y="22"/>
                </a:lnTo>
                <a:lnTo>
                  <a:pt x="308" y="20"/>
                </a:lnTo>
                <a:lnTo>
                  <a:pt x="302" y="18"/>
                </a:lnTo>
                <a:lnTo>
                  <a:pt x="296" y="16"/>
                </a:lnTo>
                <a:lnTo>
                  <a:pt x="290" y="14"/>
                </a:lnTo>
                <a:lnTo>
                  <a:pt x="284" y="13"/>
                </a:lnTo>
                <a:lnTo>
                  <a:pt x="278" y="11"/>
                </a:lnTo>
                <a:lnTo>
                  <a:pt x="272" y="10"/>
                </a:lnTo>
                <a:lnTo>
                  <a:pt x="266" y="8"/>
                </a:lnTo>
                <a:lnTo>
                  <a:pt x="260" y="7"/>
                </a:lnTo>
                <a:lnTo>
                  <a:pt x="254" y="6"/>
                </a:lnTo>
                <a:lnTo>
                  <a:pt x="247" y="5"/>
                </a:lnTo>
                <a:lnTo>
                  <a:pt x="241" y="5"/>
                </a:lnTo>
                <a:lnTo>
                  <a:pt x="235" y="4"/>
                </a:lnTo>
                <a:lnTo>
                  <a:pt x="228" y="3"/>
                </a:lnTo>
                <a:lnTo>
                  <a:pt x="222" y="3"/>
                </a:lnTo>
                <a:lnTo>
                  <a:pt x="216" y="3"/>
                </a:lnTo>
                <a:lnTo>
                  <a:pt x="209" y="3"/>
                </a:lnTo>
                <a:lnTo>
                  <a:pt x="203" y="3"/>
                </a:lnTo>
                <a:lnTo>
                  <a:pt x="196" y="3"/>
                </a:lnTo>
                <a:lnTo>
                  <a:pt x="190" y="3"/>
                </a:lnTo>
                <a:lnTo>
                  <a:pt x="184" y="4"/>
                </a:lnTo>
                <a:lnTo>
                  <a:pt x="177" y="5"/>
                </a:lnTo>
                <a:lnTo>
                  <a:pt x="171" y="5"/>
                </a:lnTo>
                <a:lnTo>
                  <a:pt x="165" y="6"/>
                </a:lnTo>
                <a:lnTo>
                  <a:pt x="158" y="7"/>
                </a:lnTo>
                <a:lnTo>
                  <a:pt x="151" y="8"/>
                </a:lnTo>
                <a:lnTo>
                  <a:pt x="145" y="10"/>
                </a:lnTo>
                <a:lnTo>
                  <a:pt x="139" y="11"/>
                </a:lnTo>
                <a:lnTo>
                  <a:pt x="133" y="13"/>
                </a:lnTo>
                <a:lnTo>
                  <a:pt x="127" y="14"/>
                </a:lnTo>
                <a:lnTo>
                  <a:pt x="121" y="16"/>
                </a:lnTo>
                <a:lnTo>
                  <a:pt x="116" y="18"/>
                </a:lnTo>
                <a:lnTo>
                  <a:pt x="110" y="20"/>
                </a:lnTo>
                <a:lnTo>
                  <a:pt x="104" y="22"/>
                </a:lnTo>
                <a:lnTo>
                  <a:pt x="99" y="24"/>
                </a:lnTo>
                <a:lnTo>
                  <a:pt x="94" y="27"/>
                </a:lnTo>
                <a:lnTo>
                  <a:pt x="88" y="29"/>
                </a:lnTo>
                <a:lnTo>
                  <a:pt x="83" y="32"/>
                </a:lnTo>
                <a:lnTo>
                  <a:pt x="78" y="35"/>
                </a:lnTo>
                <a:lnTo>
                  <a:pt x="73" y="37"/>
                </a:lnTo>
                <a:lnTo>
                  <a:pt x="69" y="40"/>
                </a:lnTo>
                <a:lnTo>
                  <a:pt x="64" y="43"/>
                </a:lnTo>
                <a:lnTo>
                  <a:pt x="60" y="47"/>
                </a:lnTo>
                <a:lnTo>
                  <a:pt x="55" y="50"/>
                </a:lnTo>
                <a:lnTo>
                  <a:pt x="51" y="53"/>
                </a:lnTo>
                <a:lnTo>
                  <a:pt x="47" y="57"/>
                </a:lnTo>
                <a:lnTo>
                  <a:pt x="43" y="60"/>
                </a:lnTo>
                <a:lnTo>
                  <a:pt x="39" y="64"/>
                </a:lnTo>
                <a:lnTo>
                  <a:pt x="36" y="67"/>
                </a:lnTo>
                <a:lnTo>
                  <a:pt x="33" y="71"/>
                </a:lnTo>
                <a:lnTo>
                  <a:pt x="29" y="75"/>
                </a:lnTo>
                <a:lnTo>
                  <a:pt x="26" y="79"/>
                </a:lnTo>
                <a:lnTo>
                  <a:pt x="24" y="83"/>
                </a:lnTo>
                <a:lnTo>
                  <a:pt x="21" y="87"/>
                </a:lnTo>
                <a:lnTo>
                  <a:pt x="19" y="91"/>
                </a:lnTo>
                <a:lnTo>
                  <a:pt x="16" y="95"/>
                </a:lnTo>
                <a:lnTo>
                  <a:pt x="14" y="99"/>
                </a:lnTo>
                <a:lnTo>
                  <a:pt x="12" y="103"/>
                </a:lnTo>
                <a:lnTo>
                  <a:pt x="11" y="107"/>
                </a:lnTo>
                <a:lnTo>
                  <a:pt x="9" y="111"/>
                </a:lnTo>
                <a:lnTo>
                  <a:pt x="8" y="116"/>
                </a:lnTo>
                <a:lnTo>
                  <a:pt x="7" y="120"/>
                </a:lnTo>
                <a:lnTo>
                  <a:pt x="6" y="124"/>
                </a:lnTo>
                <a:lnTo>
                  <a:pt x="5" y="129"/>
                </a:lnTo>
                <a:lnTo>
                  <a:pt x="5" y="133"/>
                </a:lnTo>
                <a:lnTo>
                  <a:pt x="4" y="137"/>
                </a:lnTo>
                <a:lnTo>
                  <a:pt x="4" y="142"/>
                </a:lnTo>
                <a:lnTo>
                  <a:pt x="4" y="146"/>
                </a:lnTo>
                <a:lnTo>
                  <a:pt x="5" y="150"/>
                </a:lnTo>
                <a:lnTo>
                  <a:pt x="5" y="155"/>
                </a:lnTo>
                <a:lnTo>
                  <a:pt x="6" y="159"/>
                </a:lnTo>
                <a:lnTo>
                  <a:pt x="7" y="163"/>
                </a:lnTo>
                <a:lnTo>
                  <a:pt x="8" y="168"/>
                </a:lnTo>
                <a:lnTo>
                  <a:pt x="9" y="172"/>
                </a:lnTo>
                <a:lnTo>
                  <a:pt x="11" y="176"/>
                </a:lnTo>
                <a:lnTo>
                  <a:pt x="12" y="180"/>
                </a:lnTo>
                <a:lnTo>
                  <a:pt x="14" y="185"/>
                </a:lnTo>
                <a:lnTo>
                  <a:pt x="16" y="189"/>
                </a:lnTo>
                <a:lnTo>
                  <a:pt x="19" y="193"/>
                </a:lnTo>
                <a:lnTo>
                  <a:pt x="21" y="197"/>
                </a:lnTo>
                <a:lnTo>
                  <a:pt x="24" y="201"/>
                </a:lnTo>
                <a:lnTo>
                  <a:pt x="26" y="205"/>
                </a:lnTo>
                <a:lnTo>
                  <a:pt x="29" y="209"/>
                </a:lnTo>
                <a:lnTo>
                  <a:pt x="33" y="212"/>
                </a:lnTo>
                <a:lnTo>
                  <a:pt x="36" y="216"/>
                </a:lnTo>
                <a:lnTo>
                  <a:pt x="39" y="220"/>
                </a:lnTo>
                <a:lnTo>
                  <a:pt x="43" y="223"/>
                </a:lnTo>
                <a:lnTo>
                  <a:pt x="47" y="227"/>
                </a:lnTo>
                <a:lnTo>
                  <a:pt x="51" y="230"/>
                </a:lnTo>
                <a:lnTo>
                  <a:pt x="55" y="233"/>
                </a:lnTo>
                <a:lnTo>
                  <a:pt x="60" y="237"/>
                </a:lnTo>
                <a:lnTo>
                  <a:pt x="64" y="240"/>
                </a:lnTo>
                <a:lnTo>
                  <a:pt x="69" y="243"/>
                </a:lnTo>
                <a:lnTo>
                  <a:pt x="73" y="246"/>
                </a:lnTo>
                <a:lnTo>
                  <a:pt x="78" y="249"/>
                </a:lnTo>
                <a:lnTo>
                  <a:pt x="83" y="251"/>
                </a:lnTo>
                <a:lnTo>
                  <a:pt x="88" y="254"/>
                </a:lnTo>
                <a:lnTo>
                  <a:pt x="94" y="256"/>
                </a:lnTo>
                <a:lnTo>
                  <a:pt x="99" y="259"/>
                </a:lnTo>
                <a:lnTo>
                  <a:pt x="104" y="261"/>
                </a:lnTo>
                <a:lnTo>
                  <a:pt x="110" y="263"/>
                </a:lnTo>
                <a:lnTo>
                  <a:pt x="116" y="265"/>
                </a:lnTo>
                <a:lnTo>
                  <a:pt x="121" y="267"/>
                </a:lnTo>
                <a:lnTo>
                  <a:pt x="127" y="269"/>
                </a:lnTo>
                <a:lnTo>
                  <a:pt x="133" y="271"/>
                </a:lnTo>
                <a:lnTo>
                  <a:pt x="139" y="272"/>
                </a:lnTo>
                <a:lnTo>
                  <a:pt x="145" y="274"/>
                </a:lnTo>
                <a:lnTo>
                  <a:pt x="151" y="275"/>
                </a:lnTo>
                <a:lnTo>
                  <a:pt x="158" y="277"/>
                </a:lnTo>
                <a:lnTo>
                  <a:pt x="165" y="278"/>
                </a:lnTo>
                <a:lnTo>
                  <a:pt x="171" y="279"/>
                </a:lnTo>
                <a:lnTo>
                  <a:pt x="177" y="280"/>
                </a:lnTo>
                <a:lnTo>
                  <a:pt x="184" y="280"/>
                </a:lnTo>
                <a:lnTo>
                  <a:pt x="190" y="281"/>
                </a:lnTo>
                <a:lnTo>
                  <a:pt x="196" y="281"/>
                </a:lnTo>
                <a:lnTo>
                  <a:pt x="203" y="281"/>
                </a:lnTo>
                <a:lnTo>
                  <a:pt x="209" y="282"/>
                </a:lnTo>
                <a:lnTo>
                  <a:pt x="216" y="281"/>
                </a:lnTo>
                <a:lnTo>
                  <a:pt x="222" y="281"/>
                </a:lnTo>
                <a:lnTo>
                  <a:pt x="228" y="281"/>
                </a:lnTo>
                <a:lnTo>
                  <a:pt x="235" y="280"/>
                </a:lnTo>
                <a:lnTo>
                  <a:pt x="241" y="280"/>
                </a:lnTo>
                <a:lnTo>
                  <a:pt x="247" y="279"/>
                </a:lnTo>
                <a:lnTo>
                  <a:pt x="254" y="278"/>
                </a:lnTo>
                <a:lnTo>
                  <a:pt x="260" y="277"/>
                </a:lnTo>
                <a:lnTo>
                  <a:pt x="266" y="275"/>
                </a:lnTo>
                <a:lnTo>
                  <a:pt x="272" y="274"/>
                </a:lnTo>
                <a:lnTo>
                  <a:pt x="278" y="272"/>
                </a:lnTo>
                <a:lnTo>
                  <a:pt x="284" y="271"/>
                </a:lnTo>
                <a:lnTo>
                  <a:pt x="290" y="269"/>
                </a:lnTo>
                <a:lnTo>
                  <a:pt x="296" y="267"/>
                </a:lnTo>
                <a:lnTo>
                  <a:pt x="302" y="265"/>
                </a:lnTo>
                <a:lnTo>
                  <a:pt x="308" y="263"/>
                </a:lnTo>
                <a:lnTo>
                  <a:pt x="313" y="261"/>
                </a:lnTo>
                <a:lnTo>
                  <a:pt x="319" y="259"/>
                </a:lnTo>
                <a:lnTo>
                  <a:pt x="324" y="256"/>
                </a:lnTo>
                <a:lnTo>
                  <a:pt x="329" y="254"/>
                </a:lnTo>
                <a:lnTo>
                  <a:pt x="334" y="251"/>
                </a:lnTo>
                <a:lnTo>
                  <a:pt x="339" y="249"/>
                </a:lnTo>
                <a:lnTo>
                  <a:pt x="344" y="246"/>
                </a:lnTo>
                <a:lnTo>
                  <a:pt x="349" y="243"/>
                </a:lnTo>
                <a:lnTo>
                  <a:pt x="354" y="240"/>
                </a:lnTo>
                <a:lnTo>
                  <a:pt x="358" y="237"/>
                </a:lnTo>
                <a:lnTo>
                  <a:pt x="362" y="233"/>
                </a:lnTo>
                <a:lnTo>
                  <a:pt x="366" y="230"/>
                </a:lnTo>
                <a:lnTo>
                  <a:pt x="370" y="227"/>
                </a:lnTo>
                <a:lnTo>
                  <a:pt x="374" y="223"/>
                </a:lnTo>
                <a:lnTo>
                  <a:pt x="378" y="220"/>
                </a:lnTo>
                <a:lnTo>
                  <a:pt x="382" y="216"/>
                </a:lnTo>
                <a:lnTo>
                  <a:pt x="385" y="212"/>
                </a:lnTo>
                <a:lnTo>
                  <a:pt x="388" y="209"/>
                </a:lnTo>
                <a:lnTo>
                  <a:pt x="391" y="205"/>
                </a:lnTo>
                <a:lnTo>
                  <a:pt x="394" y="201"/>
                </a:lnTo>
                <a:lnTo>
                  <a:pt x="397" y="197"/>
                </a:lnTo>
                <a:lnTo>
                  <a:pt x="399" y="193"/>
                </a:lnTo>
                <a:lnTo>
                  <a:pt x="401" y="189"/>
                </a:lnTo>
                <a:lnTo>
                  <a:pt x="403" y="185"/>
                </a:lnTo>
                <a:lnTo>
                  <a:pt x="405" y="180"/>
                </a:lnTo>
                <a:lnTo>
                  <a:pt x="407" y="176"/>
                </a:lnTo>
                <a:lnTo>
                  <a:pt x="408" y="172"/>
                </a:lnTo>
                <a:lnTo>
                  <a:pt x="410" y="168"/>
                </a:lnTo>
                <a:lnTo>
                  <a:pt x="411" y="163"/>
                </a:lnTo>
                <a:lnTo>
                  <a:pt x="412" y="159"/>
                </a:lnTo>
                <a:lnTo>
                  <a:pt x="412" y="155"/>
                </a:lnTo>
                <a:lnTo>
                  <a:pt x="413" y="150"/>
                </a:lnTo>
                <a:lnTo>
                  <a:pt x="413" y="146"/>
                </a:lnTo>
                <a:lnTo>
                  <a:pt x="413" y="142"/>
                </a:lnTo>
                <a:moveTo>
                  <a:pt x="417" y="142"/>
                </a:moveTo>
                <a:lnTo>
                  <a:pt x="417" y="146"/>
                </a:lnTo>
                <a:lnTo>
                  <a:pt x="417" y="151"/>
                </a:lnTo>
                <a:lnTo>
                  <a:pt x="416" y="155"/>
                </a:lnTo>
                <a:lnTo>
                  <a:pt x="415" y="159"/>
                </a:lnTo>
                <a:lnTo>
                  <a:pt x="415" y="164"/>
                </a:lnTo>
                <a:lnTo>
                  <a:pt x="413" y="168"/>
                </a:lnTo>
                <a:lnTo>
                  <a:pt x="412" y="173"/>
                </a:lnTo>
                <a:lnTo>
                  <a:pt x="411" y="177"/>
                </a:lnTo>
                <a:lnTo>
                  <a:pt x="409" y="181"/>
                </a:lnTo>
                <a:lnTo>
                  <a:pt x="407" y="185"/>
                </a:lnTo>
                <a:lnTo>
                  <a:pt x="405" y="190"/>
                </a:lnTo>
                <a:lnTo>
                  <a:pt x="402" y="194"/>
                </a:lnTo>
                <a:lnTo>
                  <a:pt x="400" y="198"/>
                </a:lnTo>
                <a:lnTo>
                  <a:pt x="397" y="202"/>
                </a:lnTo>
                <a:lnTo>
                  <a:pt x="394" y="206"/>
                </a:lnTo>
                <a:lnTo>
                  <a:pt x="391" y="210"/>
                </a:lnTo>
                <a:lnTo>
                  <a:pt x="388" y="214"/>
                </a:lnTo>
                <a:lnTo>
                  <a:pt x="385" y="217"/>
                </a:lnTo>
                <a:lnTo>
                  <a:pt x="381" y="221"/>
                </a:lnTo>
                <a:lnTo>
                  <a:pt x="377" y="225"/>
                </a:lnTo>
                <a:lnTo>
                  <a:pt x="373" y="228"/>
                </a:lnTo>
                <a:lnTo>
                  <a:pt x="369" y="232"/>
                </a:lnTo>
                <a:lnTo>
                  <a:pt x="365" y="235"/>
                </a:lnTo>
                <a:lnTo>
                  <a:pt x="361" y="238"/>
                </a:lnTo>
                <a:lnTo>
                  <a:pt x="356" y="242"/>
                </a:lnTo>
                <a:lnTo>
                  <a:pt x="352" y="245"/>
                </a:lnTo>
                <a:lnTo>
                  <a:pt x="347" y="248"/>
                </a:lnTo>
                <a:lnTo>
                  <a:pt x="342" y="251"/>
                </a:lnTo>
                <a:lnTo>
                  <a:pt x="337" y="253"/>
                </a:lnTo>
                <a:lnTo>
                  <a:pt x="331" y="256"/>
                </a:lnTo>
                <a:lnTo>
                  <a:pt x="326" y="259"/>
                </a:lnTo>
                <a:lnTo>
                  <a:pt x="321" y="261"/>
                </a:lnTo>
                <a:lnTo>
                  <a:pt x="315" y="263"/>
                </a:lnTo>
                <a:lnTo>
                  <a:pt x="309" y="266"/>
                </a:lnTo>
                <a:lnTo>
                  <a:pt x="304" y="268"/>
                </a:lnTo>
                <a:lnTo>
                  <a:pt x="298" y="270"/>
                </a:lnTo>
                <a:lnTo>
                  <a:pt x="292" y="271"/>
                </a:lnTo>
                <a:lnTo>
                  <a:pt x="286" y="273"/>
                </a:lnTo>
                <a:lnTo>
                  <a:pt x="280" y="275"/>
                </a:lnTo>
                <a:lnTo>
                  <a:pt x="273" y="277"/>
                </a:lnTo>
                <a:lnTo>
                  <a:pt x="267" y="278"/>
                </a:lnTo>
                <a:lnTo>
                  <a:pt x="261" y="280"/>
                </a:lnTo>
                <a:lnTo>
                  <a:pt x="255" y="281"/>
                </a:lnTo>
                <a:lnTo>
                  <a:pt x="248" y="282"/>
                </a:lnTo>
                <a:lnTo>
                  <a:pt x="242" y="282"/>
                </a:lnTo>
                <a:lnTo>
                  <a:pt x="235" y="283"/>
                </a:lnTo>
                <a:lnTo>
                  <a:pt x="229" y="283"/>
                </a:lnTo>
                <a:lnTo>
                  <a:pt x="222" y="284"/>
                </a:lnTo>
                <a:lnTo>
                  <a:pt x="216" y="284"/>
                </a:lnTo>
                <a:lnTo>
                  <a:pt x="209" y="284"/>
                </a:lnTo>
                <a:lnTo>
                  <a:pt x="203" y="284"/>
                </a:lnTo>
                <a:lnTo>
                  <a:pt x="196" y="284"/>
                </a:lnTo>
                <a:lnTo>
                  <a:pt x="190" y="283"/>
                </a:lnTo>
                <a:lnTo>
                  <a:pt x="183" y="283"/>
                </a:lnTo>
                <a:lnTo>
                  <a:pt x="177" y="282"/>
                </a:lnTo>
                <a:lnTo>
                  <a:pt x="170" y="282"/>
                </a:lnTo>
                <a:lnTo>
                  <a:pt x="164" y="281"/>
                </a:lnTo>
                <a:lnTo>
                  <a:pt x="157" y="280"/>
                </a:lnTo>
                <a:lnTo>
                  <a:pt x="150" y="278"/>
                </a:lnTo>
                <a:lnTo>
                  <a:pt x="144" y="277"/>
                </a:lnTo>
                <a:lnTo>
                  <a:pt x="138" y="275"/>
                </a:lnTo>
                <a:lnTo>
                  <a:pt x="132" y="273"/>
                </a:lnTo>
                <a:lnTo>
                  <a:pt x="126" y="271"/>
                </a:lnTo>
                <a:lnTo>
                  <a:pt x="120" y="270"/>
                </a:lnTo>
                <a:lnTo>
                  <a:pt x="114" y="268"/>
                </a:lnTo>
                <a:lnTo>
                  <a:pt x="108" y="266"/>
                </a:lnTo>
                <a:lnTo>
                  <a:pt x="102" y="263"/>
                </a:lnTo>
                <a:lnTo>
                  <a:pt x="97" y="261"/>
                </a:lnTo>
                <a:lnTo>
                  <a:pt x="91" y="259"/>
                </a:lnTo>
                <a:lnTo>
                  <a:pt x="86" y="256"/>
                </a:lnTo>
                <a:lnTo>
                  <a:pt x="81" y="253"/>
                </a:lnTo>
                <a:lnTo>
                  <a:pt x="76" y="251"/>
                </a:lnTo>
                <a:lnTo>
                  <a:pt x="71" y="248"/>
                </a:lnTo>
                <a:lnTo>
                  <a:pt x="66" y="245"/>
                </a:lnTo>
                <a:lnTo>
                  <a:pt x="61" y="242"/>
                </a:lnTo>
                <a:lnTo>
                  <a:pt x="57" y="238"/>
                </a:lnTo>
                <a:lnTo>
                  <a:pt x="52" y="235"/>
                </a:lnTo>
                <a:lnTo>
                  <a:pt x="48" y="232"/>
                </a:lnTo>
                <a:lnTo>
                  <a:pt x="44" y="228"/>
                </a:lnTo>
                <a:lnTo>
                  <a:pt x="40" y="225"/>
                </a:lnTo>
                <a:lnTo>
                  <a:pt x="36" y="221"/>
                </a:lnTo>
                <a:lnTo>
                  <a:pt x="33" y="217"/>
                </a:lnTo>
                <a:lnTo>
                  <a:pt x="29" y="214"/>
                </a:lnTo>
                <a:lnTo>
                  <a:pt x="26" y="210"/>
                </a:lnTo>
                <a:lnTo>
                  <a:pt x="23" y="206"/>
                </a:lnTo>
                <a:lnTo>
                  <a:pt x="20" y="202"/>
                </a:lnTo>
                <a:lnTo>
                  <a:pt x="18" y="198"/>
                </a:lnTo>
                <a:lnTo>
                  <a:pt x="15" y="194"/>
                </a:lnTo>
                <a:lnTo>
                  <a:pt x="13" y="190"/>
                </a:lnTo>
                <a:lnTo>
                  <a:pt x="11" y="185"/>
                </a:lnTo>
                <a:lnTo>
                  <a:pt x="9" y="181"/>
                </a:lnTo>
                <a:lnTo>
                  <a:pt x="7" y="177"/>
                </a:lnTo>
                <a:lnTo>
                  <a:pt x="5" y="173"/>
                </a:lnTo>
                <a:lnTo>
                  <a:pt x="4" y="168"/>
                </a:lnTo>
                <a:lnTo>
                  <a:pt x="3" y="164"/>
                </a:lnTo>
                <a:lnTo>
                  <a:pt x="2" y="159"/>
                </a:lnTo>
                <a:lnTo>
                  <a:pt x="1" y="155"/>
                </a:lnTo>
                <a:lnTo>
                  <a:pt x="1" y="151"/>
                </a:lnTo>
                <a:lnTo>
                  <a:pt x="1" y="146"/>
                </a:lnTo>
                <a:lnTo>
                  <a:pt x="0" y="142"/>
                </a:lnTo>
                <a:lnTo>
                  <a:pt x="1" y="137"/>
                </a:lnTo>
                <a:lnTo>
                  <a:pt x="1" y="133"/>
                </a:lnTo>
                <a:lnTo>
                  <a:pt x="1" y="128"/>
                </a:lnTo>
                <a:lnTo>
                  <a:pt x="2" y="124"/>
                </a:lnTo>
                <a:lnTo>
                  <a:pt x="3" y="120"/>
                </a:lnTo>
                <a:lnTo>
                  <a:pt x="4" y="115"/>
                </a:lnTo>
                <a:lnTo>
                  <a:pt x="5" y="111"/>
                </a:lnTo>
                <a:lnTo>
                  <a:pt x="7" y="106"/>
                </a:lnTo>
                <a:lnTo>
                  <a:pt x="9" y="102"/>
                </a:lnTo>
                <a:lnTo>
                  <a:pt x="11" y="98"/>
                </a:lnTo>
                <a:lnTo>
                  <a:pt x="13" y="94"/>
                </a:lnTo>
                <a:lnTo>
                  <a:pt x="15" y="90"/>
                </a:lnTo>
                <a:lnTo>
                  <a:pt x="18" y="85"/>
                </a:lnTo>
                <a:lnTo>
                  <a:pt x="20" y="81"/>
                </a:lnTo>
                <a:lnTo>
                  <a:pt x="23" y="77"/>
                </a:lnTo>
                <a:lnTo>
                  <a:pt x="26" y="74"/>
                </a:lnTo>
                <a:lnTo>
                  <a:pt x="29" y="70"/>
                </a:lnTo>
                <a:lnTo>
                  <a:pt x="33" y="66"/>
                </a:lnTo>
                <a:lnTo>
                  <a:pt x="36" y="62"/>
                </a:lnTo>
                <a:lnTo>
                  <a:pt x="40" y="59"/>
                </a:lnTo>
                <a:lnTo>
                  <a:pt x="44" y="55"/>
                </a:lnTo>
                <a:lnTo>
                  <a:pt x="48" y="52"/>
                </a:lnTo>
                <a:lnTo>
                  <a:pt x="52" y="48"/>
                </a:lnTo>
                <a:lnTo>
                  <a:pt x="57" y="45"/>
                </a:lnTo>
                <a:lnTo>
                  <a:pt x="61" y="42"/>
                </a:lnTo>
                <a:lnTo>
                  <a:pt x="66" y="39"/>
                </a:lnTo>
                <a:lnTo>
                  <a:pt x="71" y="36"/>
                </a:lnTo>
                <a:lnTo>
                  <a:pt x="76" y="33"/>
                </a:lnTo>
                <a:lnTo>
                  <a:pt x="81" y="30"/>
                </a:lnTo>
                <a:lnTo>
                  <a:pt x="86" y="27"/>
                </a:lnTo>
                <a:lnTo>
                  <a:pt x="91" y="25"/>
                </a:lnTo>
                <a:lnTo>
                  <a:pt x="97" y="22"/>
                </a:lnTo>
                <a:lnTo>
                  <a:pt x="102" y="20"/>
                </a:lnTo>
                <a:lnTo>
                  <a:pt x="108" y="18"/>
                </a:lnTo>
                <a:lnTo>
                  <a:pt x="114" y="16"/>
                </a:lnTo>
                <a:lnTo>
                  <a:pt x="120" y="14"/>
                </a:lnTo>
                <a:lnTo>
                  <a:pt x="126" y="12"/>
                </a:lnTo>
                <a:lnTo>
                  <a:pt x="132" y="10"/>
                </a:lnTo>
                <a:lnTo>
                  <a:pt x="138" y="9"/>
                </a:lnTo>
                <a:lnTo>
                  <a:pt x="144" y="7"/>
                </a:lnTo>
                <a:lnTo>
                  <a:pt x="150" y="6"/>
                </a:lnTo>
                <a:lnTo>
                  <a:pt x="157" y="5"/>
                </a:lnTo>
                <a:lnTo>
                  <a:pt x="164" y="4"/>
                </a:lnTo>
                <a:lnTo>
                  <a:pt x="170" y="3"/>
                </a:lnTo>
                <a:lnTo>
                  <a:pt x="177" y="2"/>
                </a:lnTo>
                <a:lnTo>
                  <a:pt x="183" y="1"/>
                </a:lnTo>
                <a:lnTo>
                  <a:pt x="190" y="1"/>
                </a:lnTo>
                <a:lnTo>
                  <a:pt x="196" y="1"/>
                </a:lnTo>
                <a:lnTo>
                  <a:pt x="203" y="0"/>
                </a:lnTo>
                <a:lnTo>
                  <a:pt x="209" y="0"/>
                </a:lnTo>
                <a:lnTo>
                  <a:pt x="216" y="0"/>
                </a:lnTo>
                <a:lnTo>
                  <a:pt x="222" y="1"/>
                </a:lnTo>
                <a:lnTo>
                  <a:pt x="229" y="1"/>
                </a:lnTo>
                <a:lnTo>
                  <a:pt x="235" y="1"/>
                </a:lnTo>
                <a:lnTo>
                  <a:pt x="242" y="2"/>
                </a:lnTo>
                <a:lnTo>
                  <a:pt x="248" y="3"/>
                </a:lnTo>
                <a:lnTo>
                  <a:pt x="255" y="4"/>
                </a:lnTo>
                <a:lnTo>
                  <a:pt x="261" y="5"/>
                </a:lnTo>
                <a:lnTo>
                  <a:pt x="267" y="6"/>
                </a:lnTo>
                <a:lnTo>
                  <a:pt x="273" y="7"/>
                </a:lnTo>
                <a:lnTo>
                  <a:pt x="280" y="9"/>
                </a:lnTo>
                <a:lnTo>
                  <a:pt x="286" y="10"/>
                </a:lnTo>
                <a:lnTo>
                  <a:pt x="292" y="12"/>
                </a:lnTo>
                <a:lnTo>
                  <a:pt x="298" y="14"/>
                </a:lnTo>
                <a:lnTo>
                  <a:pt x="304" y="16"/>
                </a:lnTo>
                <a:lnTo>
                  <a:pt x="309" y="18"/>
                </a:lnTo>
                <a:lnTo>
                  <a:pt x="315" y="20"/>
                </a:lnTo>
                <a:lnTo>
                  <a:pt x="321" y="22"/>
                </a:lnTo>
                <a:lnTo>
                  <a:pt x="326" y="25"/>
                </a:lnTo>
                <a:lnTo>
                  <a:pt x="331" y="27"/>
                </a:lnTo>
                <a:lnTo>
                  <a:pt x="337" y="30"/>
                </a:lnTo>
                <a:lnTo>
                  <a:pt x="342" y="33"/>
                </a:lnTo>
                <a:lnTo>
                  <a:pt x="347" y="36"/>
                </a:lnTo>
                <a:lnTo>
                  <a:pt x="352" y="39"/>
                </a:lnTo>
                <a:lnTo>
                  <a:pt x="356" y="42"/>
                </a:lnTo>
                <a:lnTo>
                  <a:pt x="361" y="45"/>
                </a:lnTo>
                <a:lnTo>
                  <a:pt x="365" y="48"/>
                </a:lnTo>
                <a:lnTo>
                  <a:pt x="369" y="52"/>
                </a:lnTo>
                <a:lnTo>
                  <a:pt x="373" y="55"/>
                </a:lnTo>
                <a:lnTo>
                  <a:pt x="377" y="59"/>
                </a:lnTo>
                <a:lnTo>
                  <a:pt x="381" y="62"/>
                </a:lnTo>
                <a:lnTo>
                  <a:pt x="385" y="66"/>
                </a:lnTo>
                <a:lnTo>
                  <a:pt x="388" y="70"/>
                </a:lnTo>
                <a:lnTo>
                  <a:pt x="391" y="74"/>
                </a:lnTo>
                <a:lnTo>
                  <a:pt x="394" y="77"/>
                </a:lnTo>
                <a:lnTo>
                  <a:pt x="397" y="81"/>
                </a:lnTo>
                <a:lnTo>
                  <a:pt x="400" y="85"/>
                </a:lnTo>
                <a:lnTo>
                  <a:pt x="402" y="90"/>
                </a:lnTo>
                <a:lnTo>
                  <a:pt x="405" y="94"/>
                </a:lnTo>
                <a:lnTo>
                  <a:pt x="407" y="98"/>
                </a:lnTo>
                <a:lnTo>
                  <a:pt x="409" y="102"/>
                </a:lnTo>
                <a:lnTo>
                  <a:pt x="411" y="106"/>
                </a:lnTo>
                <a:lnTo>
                  <a:pt x="412" y="111"/>
                </a:lnTo>
                <a:lnTo>
                  <a:pt x="413" y="115"/>
                </a:lnTo>
                <a:lnTo>
                  <a:pt x="415" y="120"/>
                </a:lnTo>
                <a:lnTo>
                  <a:pt x="415" y="124"/>
                </a:lnTo>
                <a:lnTo>
                  <a:pt x="416" y="128"/>
                </a:lnTo>
                <a:lnTo>
                  <a:pt x="417" y="133"/>
                </a:lnTo>
                <a:lnTo>
                  <a:pt x="417" y="137"/>
                </a:lnTo>
                <a:lnTo>
                  <a:pt x="417" y="142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6" name=""/>
          <p:cNvSpPr/>
          <p:nvPr/>
        </p:nvSpPr>
        <p:spPr>
          <a:xfrm>
            <a:off x="4050000" y="2894760"/>
            <a:ext cx="152640" cy="104040"/>
          </a:xfrm>
          <a:custGeom>
            <a:avLst/>
            <a:gdLst/>
            <a:ahLst/>
            <a:rect l="0" t="0" r="r" b="b"/>
            <a:pathLst>
              <a:path w="424" h="289">
                <a:moveTo>
                  <a:pt x="420" y="145"/>
                </a:moveTo>
                <a:lnTo>
                  <a:pt x="420" y="140"/>
                </a:lnTo>
                <a:lnTo>
                  <a:pt x="420" y="135"/>
                </a:lnTo>
                <a:lnTo>
                  <a:pt x="419" y="130"/>
                </a:lnTo>
                <a:lnTo>
                  <a:pt x="418" y="126"/>
                </a:lnTo>
                <a:lnTo>
                  <a:pt x="418" y="122"/>
                </a:lnTo>
                <a:lnTo>
                  <a:pt x="416" y="117"/>
                </a:lnTo>
                <a:lnTo>
                  <a:pt x="415" y="113"/>
                </a:lnTo>
                <a:lnTo>
                  <a:pt x="414" y="108"/>
                </a:lnTo>
                <a:lnTo>
                  <a:pt x="412" y="104"/>
                </a:lnTo>
                <a:lnTo>
                  <a:pt x="410" y="100"/>
                </a:lnTo>
                <a:lnTo>
                  <a:pt x="408" y="96"/>
                </a:lnTo>
                <a:lnTo>
                  <a:pt x="405" y="92"/>
                </a:lnTo>
                <a:lnTo>
                  <a:pt x="403" y="87"/>
                </a:lnTo>
                <a:lnTo>
                  <a:pt x="400" y="83"/>
                </a:lnTo>
                <a:lnTo>
                  <a:pt x="397" y="79"/>
                </a:lnTo>
                <a:lnTo>
                  <a:pt x="394" y="76"/>
                </a:lnTo>
                <a:lnTo>
                  <a:pt x="391" y="72"/>
                </a:lnTo>
                <a:lnTo>
                  <a:pt x="388" y="68"/>
                </a:lnTo>
                <a:lnTo>
                  <a:pt x="384" y="64"/>
                </a:lnTo>
                <a:lnTo>
                  <a:pt x="379" y="61"/>
                </a:lnTo>
                <a:lnTo>
                  <a:pt x="375" y="57"/>
                </a:lnTo>
                <a:lnTo>
                  <a:pt x="371" y="54"/>
                </a:lnTo>
                <a:lnTo>
                  <a:pt x="367" y="50"/>
                </a:lnTo>
                <a:lnTo>
                  <a:pt x="363" y="47"/>
                </a:lnTo>
                <a:lnTo>
                  <a:pt x="358" y="44"/>
                </a:lnTo>
                <a:lnTo>
                  <a:pt x="354" y="41"/>
                </a:lnTo>
                <a:lnTo>
                  <a:pt x="349" y="38"/>
                </a:lnTo>
                <a:lnTo>
                  <a:pt x="344" y="35"/>
                </a:lnTo>
                <a:lnTo>
                  <a:pt x="339" y="32"/>
                </a:lnTo>
                <a:lnTo>
                  <a:pt x="333" y="29"/>
                </a:lnTo>
                <a:lnTo>
                  <a:pt x="328" y="27"/>
                </a:lnTo>
                <a:lnTo>
                  <a:pt x="323" y="24"/>
                </a:lnTo>
                <a:lnTo>
                  <a:pt x="317" y="22"/>
                </a:lnTo>
                <a:lnTo>
                  <a:pt x="311" y="20"/>
                </a:lnTo>
                <a:lnTo>
                  <a:pt x="306" y="18"/>
                </a:lnTo>
                <a:lnTo>
                  <a:pt x="300" y="16"/>
                </a:lnTo>
                <a:lnTo>
                  <a:pt x="294" y="14"/>
                </a:lnTo>
                <a:lnTo>
                  <a:pt x="288" y="12"/>
                </a:lnTo>
                <a:lnTo>
                  <a:pt x="282" y="11"/>
                </a:lnTo>
                <a:lnTo>
                  <a:pt x="275" y="9"/>
                </a:lnTo>
                <a:lnTo>
                  <a:pt x="269" y="8"/>
                </a:lnTo>
                <a:lnTo>
                  <a:pt x="263" y="7"/>
                </a:lnTo>
                <a:lnTo>
                  <a:pt x="257" y="6"/>
                </a:lnTo>
                <a:lnTo>
                  <a:pt x="250" y="5"/>
                </a:lnTo>
                <a:lnTo>
                  <a:pt x="244" y="4"/>
                </a:lnTo>
                <a:lnTo>
                  <a:pt x="237" y="3"/>
                </a:lnTo>
                <a:lnTo>
                  <a:pt x="231" y="3"/>
                </a:lnTo>
                <a:lnTo>
                  <a:pt x="224" y="3"/>
                </a:lnTo>
                <a:lnTo>
                  <a:pt x="218" y="2"/>
                </a:lnTo>
                <a:lnTo>
                  <a:pt x="211" y="2"/>
                </a:lnTo>
                <a:lnTo>
                  <a:pt x="205" y="2"/>
                </a:lnTo>
                <a:lnTo>
                  <a:pt x="198" y="3"/>
                </a:lnTo>
                <a:lnTo>
                  <a:pt x="192" y="3"/>
                </a:lnTo>
                <a:lnTo>
                  <a:pt x="185" y="3"/>
                </a:lnTo>
                <a:lnTo>
                  <a:pt x="179" y="4"/>
                </a:lnTo>
                <a:lnTo>
                  <a:pt x="172" y="5"/>
                </a:lnTo>
                <a:lnTo>
                  <a:pt x="166" y="6"/>
                </a:lnTo>
                <a:lnTo>
                  <a:pt x="160" y="7"/>
                </a:lnTo>
                <a:lnTo>
                  <a:pt x="153" y="8"/>
                </a:lnTo>
                <a:lnTo>
                  <a:pt x="147" y="9"/>
                </a:lnTo>
                <a:lnTo>
                  <a:pt x="141" y="11"/>
                </a:lnTo>
                <a:lnTo>
                  <a:pt x="135" y="12"/>
                </a:lnTo>
                <a:lnTo>
                  <a:pt x="129" y="14"/>
                </a:lnTo>
                <a:lnTo>
                  <a:pt x="123" y="16"/>
                </a:lnTo>
                <a:lnTo>
                  <a:pt x="117" y="18"/>
                </a:lnTo>
                <a:lnTo>
                  <a:pt x="111" y="20"/>
                </a:lnTo>
                <a:lnTo>
                  <a:pt x="105" y="22"/>
                </a:lnTo>
                <a:lnTo>
                  <a:pt x="100" y="24"/>
                </a:lnTo>
                <a:lnTo>
                  <a:pt x="94" y="27"/>
                </a:lnTo>
                <a:lnTo>
                  <a:pt x="89" y="29"/>
                </a:lnTo>
                <a:lnTo>
                  <a:pt x="84" y="32"/>
                </a:lnTo>
                <a:lnTo>
                  <a:pt x="79" y="35"/>
                </a:lnTo>
                <a:lnTo>
                  <a:pt x="74" y="38"/>
                </a:lnTo>
                <a:lnTo>
                  <a:pt x="69" y="41"/>
                </a:lnTo>
                <a:lnTo>
                  <a:pt x="64" y="44"/>
                </a:lnTo>
                <a:lnTo>
                  <a:pt x="60" y="47"/>
                </a:lnTo>
                <a:lnTo>
                  <a:pt x="55" y="50"/>
                </a:lnTo>
                <a:lnTo>
                  <a:pt x="51" y="54"/>
                </a:lnTo>
                <a:lnTo>
                  <a:pt x="47" y="57"/>
                </a:lnTo>
                <a:lnTo>
                  <a:pt x="43" y="61"/>
                </a:lnTo>
                <a:lnTo>
                  <a:pt x="39" y="64"/>
                </a:lnTo>
                <a:lnTo>
                  <a:pt x="36" y="68"/>
                </a:lnTo>
                <a:lnTo>
                  <a:pt x="32" y="72"/>
                </a:lnTo>
                <a:lnTo>
                  <a:pt x="29" y="76"/>
                </a:lnTo>
                <a:lnTo>
                  <a:pt x="26" y="79"/>
                </a:lnTo>
                <a:lnTo>
                  <a:pt x="23" y="83"/>
                </a:lnTo>
                <a:lnTo>
                  <a:pt x="21" y="87"/>
                </a:lnTo>
                <a:lnTo>
                  <a:pt x="18" y="92"/>
                </a:lnTo>
                <a:lnTo>
                  <a:pt x="16" y="96"/>
                </a:lnTo>
                <a:lnTo>
                  <a:pt x="14" y="100"/>
                </a:lnTo>
                <a:lnTo>
                  <a:pt x="12" y="104"/>
                </a:lnTo>
                <a:lnTo>
                  <a:pt x="10" y="108"/>
                </a:lnTo>
                <a:lnTo>
                  <a:pt x="8" y="113"/>
                </a:lnTo>
                <a:lnTo>
                  <a:pt x="7" y="117"/>
                </a:lnTo>
                <a:lnTo>
                  <a:pt x="6" y="122"/>
                </a:lnTo>
                <a:lnTo>
                  <a:pt x="5" y="126"/>
                </a:lnTo>
                <a:lnTo>
                  <a:pt x="4" y="130"/>
                </a:lnTo>
                <a:lnTo>
                  <a:pt x="4" y="135"/>
                </a:lnTo>
                <a:lnTo>
                  <a:pt x="4" y="140"/>
                </a:lnTo>
                <a:lnTo>
                  <a:pt x="3" y="145"/>
                </a:lnTo>
                <a:lnTo>
                  <a:pt x="4" y="149"/>
                </a:lnTo>
                <a:lnTo>
                  <a:pt x="4" y="154"/>
                </a:lnTo>
                <a:lnTo>
                  <a:pt x="4" y="158"/>
                </a:lnTo>
                <a:lnTo>
                  <a:pt x="5" y="162"/>
                </a:lnTo>
                <a:lnTo>
                  <a:pt x="6" y="167"/>
                </a:lnTo>
                <a:lnTo>
                  <a:pt x="7" y="171"/>
                </a:lnTo>
                <a:lnTo>
                  <a:pt x="8" y="176"/>
                </a:lnTo>
                <a:lnTo>
                  <a:pt x="10" y="180"/>
                </a:lnTo>
                <a:lnTo>
                  <a:pt x="12" y="184"/>
                </a:lnTo>
                <a:lnTo>
                  <a:pt x="14" y="188"/>
                </a:lnTo>
                <a:lnTo>
                  <a:pt x="16" y="193"/>
                </a:lnTo>
                <a:lnTo>
                  <a:pt x="18" y="197"/>
                </a:lnTo>
                <a:lnTo>
                  <a:pt x="21" y="201"/>
                </a:lnTo>
                <a:lnTo>
                  <a:pt x="23" y="205"/>
                </a:lnTo>
                <a:lnTo>
                  <a:pt x="26" y="209"/>
                </a:lnTo>
                <a:lnTo>
                  <a:pt x="29" y="213"/>
                </a:lnTo>
                <a:lnTo>
                  <a:pt x="32" y="217"/>
                </a:lnTo>
                <a:lnTo>
                  <a:pt x="36" y="220"/>
                </a:lnTo>
                <a:lnTo>
                  <a:pt x="39" y="224"/>
                </a:lnTo>
                <a:lnTo>
                  <a:pt x="43" y="228"/>
                </a:lnTo>
                <a:lnTo>
                  <a:pt x="47" y="231"/>
                </a:lnTo>
                <a:lnTo>
                  <a:pt x="51" y="235"/>
                </a:lnTo>
                <a:lnTo>
                  <a:pt x="55" y="238"/>
                </a:lnTo>
                <a:lnTo>
                  <a:pt x="60" y="241"/>
                </a:lnTo>
                <a:lnTo>
                  <a:pt x="64" y="245"/>
                </a:lnTo>
                <a:lnTo>
                  <a:pt x="69" y="248"/>
                </a:lnTo>
                <a:lnTo>
                  <a:pt x="74" y="251"/>
                </a:lnTo>
                <a:lnTo>
                  <a:pt x="79" y="254"/>
                </a:lnTo>
                <a:lnTo>
                  <a:pt x="84" y="256"/>
                </a:lnTo>
                <a:lnTo>
                  <a:pt x="89" y="259"/>
                </a:lnTo>
                <a:lnTo>
                  <a:pt x="94" y="262"/>
                </a:lnTo>
                <a:lnTo>
                  <a:pt x="100" y="264"/>
                </a:lnTo>
                <a:lnTo>
                  <a:pt x="105" y="266"/>
                </a:lnTo>
                <a:lnTo>
                  <a:pt x="111" y="269"/>
                </a:lnTo>
                <a:lnTo>
                  <a:pt x="117" y="271"/>
                </a:lnTo>
                <a:lnTo>
                  <a:pt x="123" y="273"/>
                </a:lnTo>
                <a:lnTo>
                  <a:pt x="129" y="274"/>
                </a:lnTo>
                <a:lnTo>
                  <a:pt x="135" y="276"/>
                </a:lnTo>
                <a:lnTo>
                  <a:pt x="141" y="278"/>
                </a:lnTo>
                <a:lnTo>
                  <a:pt x="147" y="279"/>
                </a:lnTo>
                <a:lnTo>
                  <a:pt x="153" y="280"/>
                </a:lnTo>
                <a:lnTo>
                  <a:pt x="160" y="282"/>
                </a:lnTo>
                <a:lnTo>
                  <a:pt x="166" y="283"/>
                </a:lnTo>
                <a:lnTo>
                  <a:pt x="172" y="284"/>
                </a:lnTo>
                <a:lnTo>
                  <a:pt x="179" y="284"/>
                </a:lnTo>
                <a:lnTo>
                  <a:pt x="185" y="285"/>
                </a:lnTo>
                <a:lnTo>
                  <a:pt x="192" y="285"/>
                </a:lnTo>
                <a:lnTo>
                  <a:pt x="198" y="286"/>
                </a:lnTo>
                <a:lnTo>
                  <a:pt x="205" y="286"/>
                </a:lnTo>
                <a:lnTo>
                  <a:pt x="211" y="286"/>
                </a:lnTo>
                <a:lnTo>
                  <a:pt x="218" y="286"/>
                </a:lnTo>
                <a:lnTo>
                  <a:pt x="224" y="286"/>
                </a:lnTo>
                <a:lnTo>
                  <a:pt x="231" y="285"/>
                </a:lnTo>
                <a:lnTo>
                  <a:pt x="237" y="285"/>
                </a:lnTo>
                <a:lnTo>
                  <a:pt x="244" y="284"/>
                </a:lnTo>
                <a:lnTo>
                  <a:pt x="250" y="284"/>
                </a:lnTo>
                <a:lnTo>
                  <a:pt x="257" y="283"/>
                </a:lnTo>
                <a:lnTo>
                  <a:pt x="263" y="282"/>
                </a:lnTo>
                <a:lnTo>
                  <a:pt x="269" y="280"/>
                </a:lnTo>
                <a:lnTo>
                  <a:pt x="275" y="279"/>
                </a:lnTo>
                <a:lnTo>
                  <a:pt x="282" y="278"/>
                </a:lnTo>
                <a:lnTo>
                  <a:pt x="288" y="276"/>
                </a:lnTo>
                <a:lnTo>
                  <a:pt x="294" y="274"/>
                </a:lnTo>
                <a:lnTo>
                  <a:pt x="300" y="273"/>
                </a:lnTo>
                <a:lnTo>
                  <a:pt x="306" y="271"/>
                </a:lnTo>
                <a:lnTo>
                  <a:pt x="311" y="269"/>
                </a:lnTo>
                <a:lnTo>
                  <a:pt x="317" y="266"/>
                </a:lnTo>
                <a:lnTo>
                  <a:pt x="323" y="264"/>
                </a:lnTo>
                <a:lnTo>
                  <a:pt x="328" y="262"/>
                </a:lnTo>
                <a:lnTo>
                  <a:pt x="333" y="259"/>
                </a:lnTo>
                <a:lnTo>
                  <a:pt x="339" y="256"/>
                </a:lnTo>
                <a:lnTo>
                  <a:pt x="344" y="254"/>
                </a:lnTo>
                <a:lnTo>
                  <a:pt x="349" y="251"/>
                </a:lnTo>
                <a:lnTo>
                  <a:pt x="354" y="248"/>
                </a:lnTo>
                <a:lnTo>
                  <a:pt x="358" y="245"/>
                </a:lnTo>
                <a:lnTo>
                  <a:pt x="363" y="241"/>
                </a:lnTo>
                <a:lnTo>
                  <a:pt x="367" y="238"/>
                </a:lnTo>
                <a:lnTo>
                  <a:pt x="371" y="235"/>
                </a:lnTo>
                <a:lnTo>
                  <a:pt x="375" y="231"/>
                </a:lnTo>
                <a:lnTo>
                  <a:pt x="379" y="228"/>
                </a:lnTo>
                <a:lnTo>
                  <a:pt x="384" y="224"/>
                </a:lnTo>
                <a:lnTo>
                  <a:pt x="388" y="220"/>
                </a:lnTo>
                <a:lnTo>
                  <a:pt x="391" y="217"/>
                </a:lnTo>
                <a:lnTo>
                  <a:pt x="394" y="213"/>
                </a:lnTo>
                <a:lnTo>
                  <a:pt x="397" y="209"/>
                </a:lnTo>
                <a:lnTo>
                  <a:pt x="400" y="205"/>
                </a:lnTo>
                <a:lnTo>
                  <a:pt x="403" y="201"/>
                </a:lnTo>
                <a:lnTo>
                  <a:pt x="405" y="197"/>
                </a:lnTo>
                <a:lnTo>
                  <a:pt x="408" y="193"/>
                </a:lnTo>
                <a:lnTo>
                  <a:pt x="410" y="188"/>
                </a:lnTo>
                <a:lnTo>
                  <a:pt x="412" y="184"/>
                </a:lnTo>
                <a:lnTo>
                  <a:pt x="414" y="180"/>
                </a:lnTo>
                <a:lnTo>
                  <a:pt x="415" y="176"/>
                </a:lnTo>
                <a:lnTo>
                  <a:pt x="416" y="171"/>
                </a:lnTo>
                <a:lnTo>
                  <a:pt x="418" y="167"/>
                </a:lnTo>
                <a:lnTo>
                  <a:pt x="418" y="162"/>
                </a:lnTo>
                <a:lnTo>
                  <a:pt x="419" y="158"/>
                </a:lnTo>
                <a:lnTo>
                  <a:pt x="420" y="154"/>
                </a:lnTo>
                <a:lnTo>
                  <a:pt x="420" y="149"/>
                </a:lnTo>
                <a:lnTo>
                  <a:pt x="420" y="145"/>
                </a:lnTo>
                <a:moveTo>
                  <a:pt x="424" y="145"/>
                </a:moveTo>
                <a:lnTo>
                  <a:pt x="424" y="149"/>
                </a:lnTo>
                <a:lnTo>
                  <a:pt x="423" y="154"/>
                </a:lnTo>
                <a:lnTo>
                  <a:pt x="423" y="158"/>
                </a:lnTo>
                <a:lnTo>
                  <a:pt x="422" y="163"/>
                </a:lnTo>
                <a:lnTo>
                  <a:pt x="421" y="167"/>
                </a:lnTo>
                <a:lnTo>
                  <a:pt x="420" y="172"/>
                </a:lnTo>
                <a:lnTo>
                  <a:pt x="419" y="176"/>
                </a:lnTo>
                <a:lnTo>
                  <a:pt x="417" y="180"/>
                </a:lnTo>
                <a:lnTo>
                  <a:pt x="415" y="185"/>
                </a:lnTo>
                <a:lnTo>
                  <a:pt x="413" y="189"/>
                </a:lnTo>
                <a:lnTo>
                  <a:pt x="411" y="193"/>
                </a:lnTo>
                <a:lnTo>
                  <a:pt x="409" y="198"/>
                </a:lnTo>
                <a:lnTo>
                  <a:pt x="406" y="202"/>
                </a:lnTo>
                <a:lnTo>
                  <a:pt x="404" y="206"/>
                </a:lnTo>
                <a:lnTo>
                  <a:pt x="401" y="210"/>
                </a:lnTo>
                <a:lnTo>
                  <a:pt x="398" y="214"/>
                </a:lnTo>
                <a:lnTo>
                  <a:pt x="394" y="218"/>
                </a:lnTo>
                <a:lnTo>
                  <a:pt x="391" y="222"/>
                </a:lnTo>
                <a:lnTo>
                  <a:pt x="387" y="226"/>
                </a:lnTo>
                <a:lnTo>
                  <a:pt x="382" y="229"/>
                </a:lnTo>
                <a:lnTo>
                  <a:pt x="378" y="233"/>
                </a:lnTo>
                <a:lnTo>
                  <a:pt x="374" y="236"/>
                </a:lnTo>
                <a:lnTo>
                  <a:pt x="370" y="240"/>
                </a:lnTo>
                <a:lnTo>
                  <a:pt x="366" y="243"/>
                </a:lnTo>
                <a:lnTo>
                  <a:pt x="361" y="246"/>
                </a:lnTo>
                <a:lnTo>
                  <a:pt x="356" y="250"/>
                </a:lnTo>
                <a:lnTo>
                  <a:pt x="351" y="253"/>
                </a:lnTo>
                <a:lnTo>
                  <a:pt x="346" y="256"/>
                </a:lnTo>
                <a:lnTo>
                  <a:pt x="341" y="258"/>
                </a:lnTo>
                <a:lnTo>
                  <a:pt x="336" y="261"/>
                </a:lnTo>
                <a:lnTo>
                  <a:pt x="330" y="264"/>
                </a:lnTo>
                <a:lnTo>
                  <a:pt x="325" y="266"/>
                </a:lnTo>
                <a:lnTo>
                  <a:pt x="319" y="269"/>
                </a:lnTo>
                <a:lnTo>
                  <a:pt x="313" y="271"/>
                </a:lnTo>
                <a:lnTo>
                  <a:pt x="307" y="273"/>
                </a:lnTo>
                <a:lnTo>
                  <a:pt x="301" y="275"/>
                </a:lnTo>
                <a:lnTo>
                  <a:pt x="295" y="277"/>
                </a:lnTo>
                <a:lnTo>
                  <a:pt x="289" y="279"/>
                </a:lnTo>
                <a:lnTo>
                  <a:pt x="283" y="280"/>
                </a:lnTo>
                <a:lnTo>
                  <a:pt x="277" y="282"/>
                </a:lnTo>
                <a:lnTo>
                  <a:pt x="270" y="283"/>
                </a:lnTo>
                <a:lnTo>
                  <a:pt x="264" y="284"/>
                </a:lnTo>
                <a:lnTo>
                  <a:pt x="257" y="285"/>
                </a:lnTo>
                <a:lnTo>
                  <a:pt x="251" y="286"/>
                </a:lnTo>
                <a:lnTo>
                  <a:pt x="244" y="287"/>
                </a:lnTo>
                <a:lnTo>
                  <a:pt x="238" y="288"/>
                </a:lnTo>
                <a:lnTo>
                  <a:pt x="231" y="288"/>
                </a:lnTo>
                <a:lnTo>
                  <a:pt x="225" y="288"/>
                </a:lnTo>
                <a:lnTo>
                  <a:pt x="218" y="289"/>
                </a:lnTo>
                <a:lnTo>
                  <a:pt x="211" y="289"/>
                </a:lnTo>
                <a:lnTo>
                  <a:pt x="205" y="289"/>
                </a:lnTo>
                <a:lnTo>
                  <a:pt x="198" y="288"/>
                </a:lnTo>
                <a:lnTo>
                  <a:pt x="191" y="288"/>
                </a:lnTo>
                <a:lnTo>
                  <a:pt x="185" y="288"/>
                </a:lnTo>
                <a:lnTo>
                  <a:pt x="178" y="287"/>
                </a:lnTo>
                <a:lnTo>
                  <a:pt x="172" y="286"/>
                </a:lnTo>
                <a:lnTo>
                  <a:pt x="165" y="285"/>
                </a:lnTo>
                <a:lnTo>
                  <a:pt x="159" y="284"/>
                </a:lnTo>
                <a:lnTo>
                  <a:pt x="152" y="283"/>
                </a:lnTo>
                <a:lnTo>
                  <a:pt x="146" y="282"/>
                </a:lnTo>
                <a:lnTo>
                  <a:pt x="140" y="280"/>
                </a:lnTo>
                <a:lnTo>
                  <a:pt x="133" y="279"/>
                </a:lnTo>
                <a:lnTo>
                  <a:pt x="127" y="277"/>
                </a:lnTo>
                <a:lnTo>
                  <a:pt x="121" y="275"/>
                </a:lnTo>
                <a:lnTo>
                  <a:pt x="115" y="273"/>
                </a:lnTo>
                <a:lnTo>
                  <a:pt x="109" y="271"/>
                </a:lnTo>
                <a:lnTo>
                  <a:pt x="104" y="269"/>
                </a:lnTo>
                <a:lnTo>
                  <a:pt x="98" y="266"/>
                </a:lnTo>
                <a:lnTo>
                  <a:pt x="92" y="264"/>
                </a:lnTo>
                <a:lnTo>
                  <a:pt x="87" y="261"/>
                </a:lnTo>
                <a:lnTo>
                  <a:pt x="82" y="258"/>
                </a:lnTo>
                <a:lnTo>
                  <a:pt x="76" y="256"/>
                </a:lnTo>
                <a:lnTo>
                  <a:pt x="71" y="253"/>
                </a:lnTo>
                <a:lnTo>
                  <a:pt x="66" y="250"/>
                </a:lnTo>
                <a:lnTo>
                  <a:pt x="62" y="246"/>
                </a:lnTo>
                <a:lnTo>
                  <a:pt x="57" y="243"/>
                </a:lnTo>
                <a:lnTo>
                  <a:pt x="53" y="240"/>
                </a:lnTo>
                <a:lnTo>
                  <a:pt x="48" y="236"/>
                </a:lnTo>
                <a:lnTo>
                  <a:pt x="44" y="233"/>
                </a:lnTo>
                <a:lnTo>
                  <a:pt x="40" y="229"/>
                </a:lnTo>
                <a:lnTo>
                  <a:pt x="36" y="226"/>
                </a:lnTo>
                <a:lnTo>
                  <a:pt x="33" y="222"/>
                </a:lnTo>
                <a:lnTo>
                  <a:pt x="29" y="218"/>
                </a:lnTo>
                <a:lnTo>
                  <a:pt x="26" y="214"/>
                </a:lnTo>
                <a:lnTo>
                  <a:pt x="23" y="210"/>
                </a:lnTo>
                <a:lnTo>
                  <a:pt x="20" y="206"/>
                </a:lnTo>
                <a:lnTo>
                  <a:pt x="17" y="202"/>
                </a:lnTo>
                <a:lnTo>
                  <a:pt x="15" y="198"/>
                </a:lnTo>
                <a:lnTo>
                  <a:pt x="12" y="193"/>
                </a:lnTo>
                <a:lnTo>
                  <a:pt x="10" y="189"/>
                </a:lnTo>
                <a:lnTo>
                  <a:pt x="8" y="185"/>
                </a:lnTo>
                <a:lnTo>
                  <a:pt x="6" y="180"/>
                </a:lnTo>
                <a:lnTo>
                  <a:pt x="5" y="176"/>
                </a:lnTo>
                <a:lnTo>
                  <a:pt x="3" y="172"/>
                </a:lnTo>
                <a:lnTo>
                  <a:pt x="2" y="167"/>
                </a:lnTo>
                <a:lnTo>
                  <a:pt x="1" y="163"/>
                </a:lnTo>
                <a:lnTo>
                  <a:pt x="1" y="158"/>
                </a:lnTo>
                <a:lnTo>
                  <a:pt x="0" y="154"/>
                </a:lnTo>
                <a:lnTo>
                  <a:pt x="0" y="149"/>
                </a:lnTo>
                <a:lnTo>
                  <a:pt x="0" y="145"/>
                </a:lnTo>
                <a:lnTo>
                  <a:pt x="0" y="140"/>
                </a:lnTo>
                <a:lnTo>
                  <a:pt x="0" y="135"/>
                </a:lnTo>
                <a:lnTo>
                  <a:pt x="1" y="130"/>
                </a:lnTo>
                <a:lnTo>
                  <a:pt x="1" y="126"/>
                </a:lnTo>
                <a:lnTo>
                  <a:pt x="2" y="121"/>
                </a:lnTo>
                <a:lnTo>
                  <a:pt x="3" y="117"/>
                </a:lnTo>
                <a:lnTo>
                  <a:pt x="5" y="112"/>
                </a:lnTo>
                <a:lnTo>
                  <a:pt x="6" y="108"/>
                </a:lnTo>
                <a:lnTo>
                  <a:pt x="8" y="103"/>
                </a:lnTo>
                <a:lnTo>
                  <a:pt x="10" y="99"/>
                </a:lnTo>
                <a:lnTo>
                  <a:pt x="12" y="95"/>
                </a:lnTo>
                <a:lnTo>
                  <a:pt x="15" y="91"/>
                </a:lnTo>
                <a:lnTo>
                  <a:pt x="17" y="86"/>
                </a:lnTo>
                <a:lnTo>
                  <a:pt x="20" y="82"/>
                </a:lnTo>
                <a:lnTo>
                  <a:pt x="23" y="78"/>
                </a:lnTo>
                <a:lnTo>
                  <a:pt x="26" y="74"/>
                </a:lnTo>
                <a:lnTo>
                  <a:pt x="29" y="70"/>
                </a:lnTo>
                <a:lnTo>
                  <a:pt x="33" y="66"/>
                </a:lnTo>
                <a:lnTo>
                  <a:pt x="36" y="63"/>
                </a:lnTo>
                <a:lnTo>
                  <a:pt x="40" y="59"/>
                </a:lnTo>
                <a:lnTo>
                  <a:pt x="44" y="55"/>
                </a:lnTo>
                <a:lnTo>
                  <a:pt x="48" y="52"/>
                </a:lnTo>
                <a:lnTo>
                  <a:pt x="53" y="48"/>
                </a:lnTo>
                <a:lnTo>
                  <a:pt x="57" y="45"/>
                </a:lnTo>
                <a:lnTo>
                  <a:pt x="62" y="42"/>
                </a:lnTo>
                <a:lnTo>
                  <a:pt x="66" y="39"/>
                </a:lnTo>
                <a:lnTo>
                  <a:pt x="71" y="36"/>
                </a:lnTo>
                <a:lnTo>
                  <a:pt x="76" y="33"/>
                </a:lnTo>
                <a:lnTo>
                  <a:pt x="82" y="30"/>
                </a:lnTo>
                <a:lnTo>
                  <a:pt x="87" y="27"/>
                </a:lnTo>
                <a:lnTo>
                  <a:pt x="92" y="25"/>
                </a:lnTo>
                <a:lnTo>
                  <a:pt x="98" y="22"/>
                </a:lnTo>
                <a:lnTo>
                  <a:pt x="104" y="20"/>
                </a:lnTo>
                <a:lnTo>
                  <a:pt x="109" y="17"/>
                </a:lnTo>
                <a:lnTo>
                  <a:pt x="115" y="15"/>
                </a:lnTo>
                <a:lnTo>
                  <a:pt x="121" y="13"/>
                </a:lnTo>
                <a:lnTo>
                  <a:pt x="127" y="11"/>
                </a:lnTo>
                <a:lnTo>
                  <a:pt x="133" y="10"/>
                </a:lnTo>
                <a:lnTo>
                  <a:pt x="140" y="8"/>
                </a:lnTo>
                <a:lnTo>
                  <a:pt x="146" y="7"/>
                </a:lnTo>
                <a:lnTo>
                  <a:pt x="152" y="5"/>
                </a:lnTo>
                <a:lnTo>
                  <a:pt x="159" y="4"/>
                </a:lnTo>
                <a:lnTo>
                  <a:pt x="165" y="3"/>
                </a:lnTo>
                <a:lnTo>
                  <a:pt x="172" y="2"/>
                </a:lnTo>
                <a:lnTo>
                  <a:pt x="178" y="1"/>
                </a:lnTo>
                <a:lnTo>
                  <a:pt x="185" y="1"/>
                </a:lnTo>
                <a:lnTo>
                  <a:pt x="191" y="0"/>
                </a:lnTo>
                <a:lnTo>
                  <a:pt x="198" y="0"/>
                </a:lnTo>
                <a:lnTo>
                  <a:pt x="205" y="0"/>
                </a:lnTo>
                <a:lnTo>
                  <a:pt x="211" y="0"/>
                </a:lnTo>
                <a:lnTo>
                  <a:pt x="218" y="0"/>
                </a:lnTo>
                <a:lnTo>
                  <a:pt x="225" y="0"/>
                </a:lnTo>
                <a:lnTo>
                  <a:pt x="231" y="0"/>
                </a:lnTo>
                <a:lnTo>
                  <a:pt x="238" y="1"/>
                </a:lnTo>
                <a:lnTo>
                  <a:pt x="244" y="1"/>
                </a:lnTo>
                <a:lnTo>
                  <a:pt x="251" y="2"/>
                </a:lnTo>
                <a:lnTo>
                  <a:pt x="257" y="3"/>
                </a:lnTo>
                <a:lnTo>
                  <a:pt x="264" y="4"/>
                </a:lnTo>
                <a:lnTo>
                  <a:pt x="270" y="5"/>
                </a:lnTo>
                <a:lnTo>
                  <a:pt x="277" y="7"/>
                </a:lnTo>
                <a:lnTo>
                  <a:pt x="283" y="8"/>
                </a:lnTo>
                <a:lnTo>
                  <a:pt x="289" y="10"/>
                </a:lnTo>
                <a:lnTo>
                  <a:pt x="295" y="11"/>
                </a:lnTo>
                <a:lnTo>
                  <a:pt x="301" y="13"/>
                </a:lnTo>
                <a:lnTo>
                  <a:pt x="307" y="15"/>
                </a:lnTo>
                <a:lnTo>
                  <a:pt x="313" y="17"/>
                </a:lnTo>
                <a:lnTo>
                  <a:pt x="319" y="20"/>
                </a:lnTo>
                <a:lnTo>
                  <a:pt x="325" y="22"/>
                </a:lnTo>
                <a:lnTo>
                  <a:pt x="330" y="25"/>
                </a:lnTo>
                <a:lnTo>
                  <a:pt x="336" y="27"/>
                </a:lnTo>
                <a:lnTo>
                  <a:pt x="341" y="30"/>
                </a:lnTo>
                <a:lnTo>
                  <a:pt x="346" y="33"/>
                </a:lnTo>
                <a:lnTo>
                  <a:pt x="351" y="36"/>
                </a:lnTo>
                <a:lnTo>
                  <a:pt x="356" y="39"/>
                </a:lnTo>
                <a:lnTo>
                  <a:pt x="361" y="42"/>
                </a:lnTo>
                <a:lnTo>
                  <a:pt x="366" y="45"/>
                </a:lnTo>
                <a:lnTo>
                  <a:pt x="370" y="48"/>
                </a:lnTo>
                <a:lnTo>
                  <a:pt x="374" y="52"/>
                </a:lnTo>
                <a:lnTo>
                  <a:pt x="378" y="55"/>
                </a:lnTo>
                <a:lnTo>
                  <a:pt x="382" y="59"/>
                </a:lnTo>
                <a:lnTo>
                  <a:pt x="387" y="63"/>
                </a:lnTo>
                <a:lnTo>
                  <a:pt x="391" y="66"/>
                </a:lnTo>
                <a:lnTo>
                  <a:pt x="394" y="70"/>
                </a:lnTo>
                <a:lnTo>
                  <a:pt x="398" y="74"/>
                </a:lnTo>
                <a:lnTo>
                  <a:pt x="401" y="78"/>
                </a:lnTo>
                <a:lnTo>
                  <a:pt x="404" y="82"/>
                </a:lnTo>
                <a:lnTo>
                  <a:pt x="406" y="86"/>
                </a:lnTo>
                <a:lnTo>
                  <a:pt x="409" y="91"/>
                </a:lnTo>
                <a:lnTo>
                  <a:pt x="411" y="95"/>
                </a:lnTo>
                <a:lnTo>
                  <a:pt x="413" y="99"/>
                </a:lnTo>
                <a:lnTo>
                  <a:pt x="415" y="103"/>
                </a:lnTo>
                <a:lnTo>
                  <a:pt x="417" y="108"/>
                </a:lnTo>
                <a:lnTo>
                  <a:pt x="419" y="112"/>
                </a:lnTo>
                <a:lnTo>
                  <a:pt x="420" y="117"/>
                </a:lnTo>
                <a:lnTo>
                  <a:pt x="421" y="121"/>
                </a:lnTo>
                <a:lnTo>
                  <a:pt x="422" y="126"/>
                </a:lnTo>
                <a:lnTo>
                  <a:pt x="423" y="130"/>
                </a:lnTo>
                <a:lnTo>
                  <a:pt x="423" y="135"/>
                </a:lnTo>
                <a:lnTo>
                  <a:pt x="424" y="140"/>
                </a:lnTo>
                <a:lnTo>
                  <a:pt x="424" y="145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7" name=""/>
          <p:cNvSpPr/>
          <p:nvPr/>
        </p:nvSpPr>
        <p:spPr>
          <a:xfrm>
            <a:off x="4041720" y="2889000"/>
            <a:ext cx="169200" cy="115200"/>
          </a:xfrm>
          <a:custGeom>
            <a:avLst/>
            <a:gdLst/>
            <a:ahLst/>
            <a:rect l="0" t="0" r="r" b="b"/>
            <a:pathLst>
              <a:path w="470" h="320">
                <a:moveTo>
                  <a:pt x="447" y="161"/>
                </a:moveTo>
                <a:lnTo>
                  <a:pt x="447" y="156"/>
                </a:lnTo>
                <a:lnTo>
                  <a:pt x="446" y="152"/>
                </a:lnTo>
                <a:lnTo>
                  <a:pt x="446" y="147"/>
                </a:lnTo>
                <a:lnTo>
                  <a:pt x="445" y="143"/>
                </a:lnTo>
                <a:lnTo>
                  <a:pt x="444" y="138"/>
                </a:lnTo>
                <a:lnTo>
                  <a:pt x="443" y="134"/>
                </a:lnTo>
                <a:lnTo>
                  <a:pt x="442" y="129"/>
                </a:lnTo>
                <a:lnTo>
                  <a:pt x="440" y="125"/>
                </a:lnTo>
                <a:lnTo>
                  <a:pt x="438" y="120"/>
                </a:lnTo>
                <a:lnTo>
                  <a:pt x="436" y="116"/>
                </a:lnTo>
                <a:lnTo>
                  <a:pt x="434" y="112"/>
                </a:lnTo>
                <a:lnTo>
                  <a:pt x="432" y="108"/>
                </a:lnTo>
                <a:lnTo>
                  <a:pt x="429" y="103"/>
                </a:lnTo>
                <a:lnTo>
                  <a:pt x="427" y="99"/>
                </a:lnTo>
                <a:lnTo>
                  <a:pt x="424" y="95"/>
                </a:lnTo>
                <a:lnTo>
                  <a:pt x="421" y="91"/>
                </a:lnTo>
                <a:lnTo>
                  <a:pt x="417" y="87"/>
                </a:lnTo>
                <a:lnTo>
                  <a:pt x="414" y="82"/>
                </a:lnTo>
                <a:lnTo>
                  <a:pt x="410" y="79"/>
                </a:lnTo>
                <a:lnTo>
                  <a:pt x="406" y="75"/>
                </a:lnTo>
                <a:lnTo>
                  <a:pt x="402" y="71"/>
                </a:lnTo>
                <a:lnTo>
                  <a:pt x="398" y="68"/>
                </a:lnTo>
                <a:lnTo>
                  <a:pt x="394" y="64"/>
                </a:lnTo>
                <a:lnTo>
                  <a:pt x="390" y="61"/>
                </a:lnTo>
                <a:lnTo>
                  <a:pt x="385" y="58"/>
                </a:lnTo>
                <a:lnTo>
                  <a:pt x="380" y="55"/>
                </a:lnTo>
                <a:lnTo>
                  <a:pt x="375" y="52"/>
                </a:lnTo>
                <a:lnTo>
                  <a:pt x="370" y="49"/>
                </a:lnTo>
                <a:lnTo>
                  <a:pt x="365" y="46"/>
                </a:lnTo>
                <a:lnTo>
                  <a:pt x="360" y="43"/>
                </a:lnTo>
                <a:lnTo>
                  <a:pt x="354" y="41"/>
                </a:lnTo>
                <a:lnTo>
                  <a:pt x="349" y="38"/>
                </a:lnTo>
                <a:lnTo>
                  <a:pt x="343" y="36"/>
                </a:lnTo>
                <a:lnTo>
                  <a:pt x="337" y="33"/>
                </a:lnTo>
                <a:lnTo>
                  <a:pt x="331" y="31"/>
                </a:lnTo>
                <a:lnTo>
                  <a:pt x="325" y="29"/>
                </a:lnTo>
                <a:lnTo>
                  <a:pt x="319" y="27"/>
                </a:lnTo>
                <a:lnTo>
                  <a:pt x="313" y="26"/>
                </a:lnTo>
                <a:lnTo>
                  <a:pt x="307" y="24"/>
                </a:lnTo>
                <a:lnTo>
                  <a:pt x="301" y="23"/>
                </a:lnTo>
                <a:lnTo>
                  <a:pt x="294" y="21"/>
                </a:lnTo>
                <a:lnTo>
                  <a:pt x="288" y="20"/>
                </a:lnTo>
                <a:lnTo>
                  <a:pt x="281" y="19"/>
                </a:lnTo>
                <a:lnTo>
                  <a:pt x="275" y="18"/>
                </a:lnTo>
                <a:lnTo>
                  <a:pt x="268" y="17"/>
                </a:lnTo>
                <a:lnTo>
                  <a:pt x="262" y="17"/>
                </a:lnTo>
                <a:lnTo>
                  <a:pt x="255" y="16"/>
                </a:lnTo>
                <a:lnTo>
                  <a:pt x="249" y="16"/>
                </a:lnTo>
                <a:lnTo>
                  <a:pt x="242" y="16"/>
                </a:lnTo>
                <a:lnTo>
                  <a:pt x="234" y="16"/>
                </a:lnTo>
                <a:lnTo>
                  <a:pt x="228" y="16"/>
                </a:lnTo>
                <a:lnTo>
                  <a:pt x="221" y="16"/>
                </a:lnTo>
                <a:lnTo>
                  <a:pt x="214" y="16"/>
                </a:lnTo>
                <a:lnTo>
                  <a:pt x="208" y="17"/>
                </a:lnTo>
                <a:lnTo>
                  <a:pt x="201" y="17"/>
                </a:lnTo>
                <a:lnTo>
                  <a:pt x="195" y="18"/>
                </a:lnTo>
                <a:lnTo>
                  <a:pt x="188" y="19"/>
                </a:lnTo>
                <a:lnTo>
                  <a:pt x="182" y="20"/>
                </a:lnTo>
                <a:lnTo>
                  <a:pt x="175" y="21"/>
                </a:lnTo>
                <a:lnTo>
                  <a:pt x="169" y="23"/>
                </a:lnTo>
                <a:lnTo>
                  <a:pt x="163" y="24"/>
                </a:lnTo>
                <a:lnTo>
                  <a:pt x="156" y="26"/>
                </a:lnTo>
                <a:lnTo>
                  <a:pt x="150" y="27"/>
                </a:lnTo>
                <a:lnTo>
                  <a:pt x="144" y="29"/>
                </a:lnTo>
                <a:lnTo>
                  <a:pt x="138" y="31"/>
                </a:lnTo>
                <a:lnTo>
                  <a:pt x="132" y="33"/>
                </a:lnTo>
                <a:lnTo>
                  <a:pt x="127" y="36"/>
                </a:lnTo>
                <a:lnTo>
                  <a:pt x="121" y="38"/>
                </a:lnTo>
                <a:lnTo>
                  <a:pt x="115" y="41"/>
                </a:lnTo>
                <a:lnTo>
                  <a:pt x="110" y="43"/>
                </a:lnTo>
                <a:lnTo>
                  <a:pt x="105" y="46"/>
                </a:lnTo>
                <a:lnTo>
                  <a:pt x="99" y="49"/>
                </a:lnTo>
                <a:lnTo>
                  <a:pt x="94" y="52"/>
                </a:lnTo>
                <a:lnTo>
                  <a:pt x="89" y="55"/>
                </a:lnTo>
                <a:lnTo>
                  <a:pt x="85" y="58"/>
                </a:lnTo>
                <a:lnTo>
                  <a:pt x="80" y="61"/>
                </a:lnTo>
                <a:lnTo>
                  <a:pt x="76" y="64"/>
                </a:lnTo>
                <a:lnTo>
                  <a:pt x="71" y="68"/>
                </a:lnTo>
                <a:lnTo>
                  <a:pt x="67" y="71"/>
                </a:lnTo>
                <a:lnTo>
                  <a:pt x="63" y="75"/>
                </a:lnTo>
                <a:lnTo>
                  <a:pt x="59" y="79"/>
                </a:lnTo>
                <a:lnTo>
                  <a:pt x="56" y="82"/>
                </a:lnTo>
                <a:lnTo>
                  <a:pt x="52" y="87"/>
                </a:lnTo>
                <a:lnTo>
                  <a:pt x="49" y="91"/>
                </a:lnTo>
                <a:lnTo>
                  <a:pt x="46" y="95"/>
                </a:lnTo>
                <a:lnTo>
                  <a:pt x="43" y="99"/>
                </a:lnTo>
                <a:lnTo>
                  <a:pt x="40" y="103"/>
                </a:lnTo>
                <a:lnTo>
                  <a:pt x="38" y="108"/>
                </a:lnTo>
                <a:lnTo>
                  <a:pt x="35" y="112"/>
                </a:lnTo>
                <a:lnTo>
                  <a:pt x="33" y="116"/>
                </a:lnTo>
                <a:lnTo>
                  <a:pt x="31" y="120"/>
                </a:lnTo>
                <a:lnTo>
                  <a:pt x="29" y="125"/>
                </a:lnTo>
                <a:lnTo>
                  <a:pt x="28" y="129"/>
                </a:lnTo>
                <a:lnTo>
                  <a:pt x="26" y="134"/>
                </a:lnTo>
                <a:lnTo>
                  <a:pt x="25" y="138"/>
                </a:lnTo>
                <a:lnTo>
                  <a:pt x="24" y="143"/>
                </a:lnTo>
                <a:lnTo>
                  <a:pt x="24" y="147"/>
                </a:lnTo>
                <a:lnTo>
                  <a:pt x="23" y="152"/>
                </a:lnTo>
                <a:lnTo>
                  <a:pt x="23" y="156"/>
                </a:lnTo>
                <a:lnTo>
                  <a:pt x="23" y="161"/>
                </a:lnTo>
                <a:lnTo>
                  <a:pt x="23" y="165"/>
                </a:lnTo>
                <a:lnTo>
                  <a:pt x="23" y="170"/>
                </a:lnTo>
                <a:lnTo>
                  <a:pt x="24" y="174"/>
                </a:lnTo>
                <a:lnTo>
                  <a:pt x="24" y="179"/>
                </a:lnTo>
                <a:lnTo>
                  <a:pt x="25" y="183"/>
                </a:lnTo>
                <a:lnTo>
                  <a:pt x="26" y="188"/>
                </a:lnTo>
                <a:lnTo>
                  <a:pt x="28" y="192"/>
                </a:lnTo>
                <a:lnTo>
                  <a:pt x="29" y="196"/>
                </a:lnTo>
                <a:lnTo>
                  <a:pt x="31" y="201"/>
                </a:lnTo>
                <a:lnTo>
                  <a:pt x="33" y="205"/>
                </a:lnTo>
                <a:lnTo>
                  <a:pt x="35" y="209"/>
                </a:lnTo>
                <a:lnTo>
                  <a:pt x="38" y="214"/>
                </a:lnTo>
                <a:lnTo>
                  <a:pt x="40" y="218"/>
                </a:lnTo>
                <a:lnTo>
                  <a:pt x="43" y="222"/>
                </a:lnTo>
                <a:lnTo>
                  <a:pt x="46" y="226"/>
                </a:lnTo>
                <a:lnTo>
                  <a:pt x="49" y="230"/>
                </a:lnTo>
                <a:lnTo>
                  <a:pt x="52" y="234"/>
                </a:lnTo>
                <a:lnTo>
                  <a:pt x="56" y="238"/>
                </a:lnTo>
                <a:lnTo>
                  <a:pt x="59" y="242"/>
                </a:lnTo>
                <a:lnTo>
                  <a:pt x="63" y="245"/>
                </a:lnTo>
                <a:lnTo>
                  <a:pt x="67" y="249"/>
                </a:lnTo>
                <a:lnTo>
                  <a:pt x="71" y="252"/>
                </a:lnTo>
                <a:lnTo>
                  <a:pt x="76" y="256"/>
                </a:lnTo>
                <a:lnTo>
                  <a:pt x="80" y="259"/>
                </a:lnTo>
                <a:lnTo>
                  <a:pt x="85" y="262"/>
                </a:lnTo>
                <a:lnTo>
                  <a:pt x="89" y="266"/>
                </a:lnTo>
                <a:lnTo>
                  <a:pt x="94" y="269"/>
                </a:lnTo>
                <a:lnTo>
                  <a:pt x="99" y="272"/>
                </a:lnTo>
                <a:lnTo>
                  <a:pt x="105" y="274"/>
                </a:lnTo>
                <a:lnTo>
                  <a:pt x="110" y="277"/>
                </a:lnTo>
                <a:lnTo>
                  <a:pt x="115" y="280"/>
                </a:lnTo>
                <a:lnTo>
                  <a:pt x="121" y="282"/>
                </a:lnTo>
                <a:lnTo>
                  <a:pt x="127" y="285"/>
                </a:lnTo>
                <a:lnTo>
                  <a:pt x="132" y="287"/>
                </a:lnTo>
                <a:lnTo>
                  <a:pt x="138" y="289"/>
                </a:lnTo>
                <a:lnTo>
                  <a:pt x="144" y="291"/>
                </a:lnTo>
                <a:lnTo>
                  <a:pt x="150" y="293"/>
                </a:lnTo>
                <a:lnTo>
                  <a:pt x="156" y="295"/>
                </a:lnTo>
                <a:lnTo>
                  <a:pt x="163" y="296"/>
                </a:lnTo>
                <a:lnTo>
                  <a:pt x="169" y="298"/>
                </a:lnTo>
                <a:lnTo>
                  <a:pt x="175" y="299"/>
                </a:lnTo>
                <a:lnTo>
                  <a:pt x="182" y="300"/>
                </a:lnTo>
                <a:lnTo>
                  <a:pt x="188" y="301"/>
                </a:lnTo>
                <a:lnTo>
                  <a:pt x="195" y="302"/>
                </a:lnTo>
                <a:lnTo>
                  <a:pt x="201" y="303"/>
                </a:lnTo>
                <a:lnTo>
                  <a:pt x="208" y="304"/>
                </a:lnTo>
                <a:lnTo>
                  <a:pt x="214" y="304"/>
                </a:lnTo>
                <a:lnTo>
                  <a:pt x="221" y="304"/>
                </a:lnTo>
                <a:lnTo>
                  <a:pt x="228" y="305"/>
                </a:lnTo>
                <a:lnTo>
                  <a:pt x="234" y="305"/>
                </a:lnTo>
                <a:lnTo>
                  <a:pt x="242" y="305"/>
                </a:lnTo>
                <a:lnTo>
                  <a:pt x="249" y="304"/>
                </a:lnTo>
                <a:lnTo>
                  <a:pt x="255" y="304"/>
                </a:lnTo>
                <a:lnTo>
                  <a:pt x="262" y="304"/>
                </a:lnTo>
                <a:lnTo>
                  <a:pt x="268" y="303"/>
                </a:lnTo>
                <a:lnTo>
                  <a:pt x="275" y="302"/>
                </a:lnTo>
                <a:lnTo>
                  <a:pt x="281" y="301"/>
                </a:lnTo>
                <a:lnTo>
                  <a:pt x="288" y="300"/>
                </a:lnTo>
                <a:lnTo>
                  <a:pt x="294" y="299"/>
                </a:lnTo>
                <a:lnTo>
                  <a:pt x="301" y="298"/>
                </a:lnTo>
                <a:lnTo>
                  <a:pt x="307" y="296"/>
                </a:lnTo>
                <a:lnTo>
                  <a:pt x="313" y="295"/>
                </a:lnTo>
                <a:lnTo>
                  <a:pt x="319" y="293"/>
                </a:lnTo>
                <a:lnTo>
                  <a:pt x="325" y="291"/>
                </a:lnTo>
                <a:lnTo>
                  <a:pt x="331" y="289"/>
                </a:lnTo>
                <a:lnTo>
                  <a:pt x="337" y="287"/>
                </a:lnTo>
                <a:lnTo>
                  <a:pt x="343" y="285"/>
                </a:lnTo>
                <a:lnTo>
                  <a:pt x="349" y="282"/>
                </a:lnTo>
                <a:lnTo>
                  <a:pt x="354" y="280"/>
                </a:lnTo>
                <a:lnTo>
                  <a:pt x="360" y="277"/>
                </a:lnTo>
                <a:lnTo>
                  <a:pt x="365" y="274"/>
                </a:lnTo>
                <a:lnTo>
                  <a:pt x="370" y="272"/>
                </a:lnTo>
                <a:lnTo>
                  <a:pt x="375" y="269"/>
                </a:lnTo>
                <a:lnTo>
                  <a:pt x="380" y="266"/>
                </a:lnTo>
                <a:lnTo>
                  <a:pt x="385" y="262"/>
                </a:lnTo>
                <a:lnTo>
                  <a:pt x="390" y="259"/>
                </a:lnTo>
                <a:lnTo>
                  <a:pt x="394" y="256"/>
                </a:lnTo>
                <a:lnTo>
                  <a:pt x="398" y="252"/>
                </a:lnTo>
                <a:lnTo>
                  <a:pt x="402" y="249"/>
                </a:lnTo>
                <a:lnTo>
                  <a:pt x="406" y="245"/>
                </a:lnTo>
                <a:lnTo>
                  <a:pt x="410" y="242"/>
                </a:lnTo>
                <a:lnTo>
                  <a:pt x="414" y="238"/>
                </a:lnTo>
                <a:lnTo>
                  <a:pt x="417" y="234"/>
                </a:lnTo>
                <a:lnTo>
                  <a:pt x="421" y="230"/>
                </a:lnTo>
                <a:lnTo>
                  <a:pt x="424" y="226"/>
                </a:lnTo>
                <a:lnTo>
                  <a:pt x="427" y="222"/>
                </a:lnTo>
                <a:lnTo>
                  <a:pt x="429" y="218"/>
                </a:lnTo>
                <a:lnTo>
                  <a:pt x="432" y="214"/>
                </a:lnTo>
                <a:lnTo>
                  <a:pt x="434" y="209"/>
                </a:lnTo>
                <a:lnTo>
                  <a:pt x="436" y="205"/>
                </a:lnTo>
                <a:lnTo>
                  <a:pt x="438" y="201"/>
                </a:lnTo>
                <a:lnTo>
                  <a:pt x="440" y="196"/>
                </a:lnTo>
                <a:lnTo>
                  <a:pt x="442" y="192"/>
                </a:lnTo>
                <a:lnTo>
                  <a:pt x="443" y="188"/>
                </a:lnTo>
                <a:lnTo>
                  <a:pt x="444" y="183"/>
                </a:lnTo>
                <a:lnTo>
                  <a:pt x="445" y="179"/>
                </a:lnTo>
                <a:lnTo>
                  <a:pt x="446" y="174"/>
                </a:lnTo>
                <a:lnTo>
                  <a:pt x="446" y="170"/>
                </a:lnTo>
                <a:lnTo>
                  <a:pt x="447" y="165"/>
                </a:lnTo>
                <a:lnTo>
                  <a:pt x="447" y="161"/>
                </a:lnTo>
                <a:moveTo>
                  <a:pt x="470" y="161"/>
                </a:moveTo>
                <a:lnTo>
                  <a:pt x="469" y="166"/>
                </a:lnTo>
                <a:lnTo>
                  <a:pt x="469" y="171"/>
                </a:lnTo>
                <a:lnTo>
                  <a:pt x="468" y="176"/>
                </a:lnTo>
                <a:lnTo>
                  <a:pt x="468" y="181"/>
                </a:lnTo>
                <a:lnTo>
                  <a:pt x="467" y="186"/>
                </a:lnTo>
                <a:lnTo>
                  <a:pt x="465" y="191"/>
                </a:lnTo>
                <a:lnTo>
                  <a:pt x="464" y="195"/>
                </a:lnTo>
                <a:lnTo>
                  <a:pt x="462" y="200"/>
                </a:lnTo>
                <a:lnTo>
                  <a:pt x="460" y="205"/>
                </a:lnTo>
                <a:lnTo>
                  <a:pt x="458" y="210"/>
                </a:lnTo>
                <a:lnTo>
                  <a:pt x="456" y="215"/>
                </a:lnTo>
                <a:lnTo>
                  <a:pt x="453" y="219"/>
                </a:lnTo>
                <a:lnTo>
                  <a:pt x="450" y="224"/>
                </a:lnTo>
                <a:lnTo>
                  <a:pt x="447" y="229"/>
                </a:lnTo>
                <a:lnTo>
                  <a:pt x="444" y="233"/>
                </a:lnTo>
                <a:lnTo>
                  <a:pt x="441" y="237"/>
                </a:lnTo>
                <a:lnTo>
                  <a:pt x="437" y="242"/>
                </a:lnTo>
                <a:lnTo>
                  <a:pt x="433" y="246"/>
                </a:lnTo>
                <a:lnTo>
                  <a:pt x="429" y="250"/>
                </a:lnTo>
                <a:lnTo>
                  <a:pt x="425" y="254"/>
                </a:lnTo>
                <a:lnTo>
                  <a:pt x="420" y="258"/>
                </a:lnTo>
                <a:lnTo>
                  <a:pt x="416" y="262"/>
                </a:lnTo>
                <a:lnTo>
                  <a:pt x="411" y="266"/>
                </a:lnTo>
                <a:lnTo>
                  <a:pt x="406" y="270"/>
                </a:lnTo>
                <a:lnTo>
                  <a:pt x="401" y="273"/>
                </a:lnTo>
                <a:lnTo>
                  <a:pt x="396" y="277"/>
                </a:lnTo>
                <a:lnTo>
                  <a:pt x="390" y="280"/>
                </a:lnTo>
                <a:lnTo>
                  <a:pt x="385" y="283"/>
                </a:lnTo>
                <a:lnTo>
                  <a:pt x="379" y="287"/>
                </a:lnTo>
                <a:lnTo>
                  <a:pt x="373" y="290"/>
                </a:lnTo>
                <a:lnTo>
                  <a:pt x="367" y="293"/>
                </a:lnTo>
                <a:lnTo>
                  <a:pt x="361" y="295"/>
                </a:lnTo>
                <a:lnTo>
                  <a:pt x="355" y="298"/>
                </a:lnTo>
                <a:lnTo>
                  <a:pt x="348" y="300"/>
                </a:lnTo>
                <a:lnTo>
                  <a:pt x="342" y="303"/>
                </a:lnTo>
                <a:lnTo>
                  <a:pt x="335" y="305"/>
                </a:lnTo>
                <a:lnTo>
                  <a:pt x="328" y="307"/>
                </a:lnTo>
                <a:lnTo>
                  <a:pt x="321" y="309"/>
                </a:lnTo>
                <a:lnTo>
                  <a:pt x="315" y="311"/>
                </a:lnTo>
                <a:lnTo>
                  <a:pt x="308" y="312"/>
                </a:lnTo>
                <a:lnTo>
                  <a:pt x="301" y="314"/>
                </a:lnTo>
                <a:lnTo>
                  <a:pt x="294" y="315"/>
                </a:lnTo>
                <a:lnTo>
                  <a:pt x="286" y="316"/>
                </a:lnTo>
                <a:lnTo>
                  <a:pt x="279" y="317"/>
                </a:lnTo>
                <a:lnTo>
                  <a:pt x="272" y="318"/>
                </a:lnTo>
                <a:lnTo>
                  <a:pt x="265" y="319"/>
                </a:lnTo>
                <a:lnTo>
                  <a:pt x="257" y="319"/>
                </a:lnTo>
                <a:lnTo>
                  <a:pt x="250" y="320"/>
                </a:lnTo>
                <a:lnTo>
                  <a:pt x="243" y="320"/>
                </a:lnTo>
                <a:lnTo>
                  <a:pt x="234" y="320"/>
                </a:lnTo>
                <a:lnTo>
                  <a:pt x="227" y="320"/>
                </a:lnTo>
                <a:lnTo>
                  <a:pt x="220" y="320"/>
                </a:lnTo>
                <a:lnTo>
                  <a:pt x="212" y="319"/>
                </a:lnTo>
                <a:lnTo>
                  <a:pt x="205" y="319"/>
                </a:lnTo>
                <a:lnTo>
                  <a:pt x="198" y="318"/>
                </a:lnTo>
                <a:lnTo>
                  <a:pt x="190" y="317"/>
                </a:lnTo>
                <a:lnTo>
                  <a:pt x="183" y="316"/>
                </a:lnTo>
                <a:lnTo>
                  <a:pt x="176" y="315"/>
                </a:lnTo>
                <a:lnTo>
                  <a:pt x="169" y="314"/>
                </a:lnTo>
                <a:lnTo>
                  <a:pt x="162" y="312"/>
                </a:lnTo>
                <a:lnTo>
                  <a:pt x="155" y="311"/>
                </a:lnTo>
                <a:lnTo>
                  <a:pt x="148" y="309"/>
                </a:lnTo>
                <a:lnTo>
                  <a:pt x="141" y="307"/>
                </a:lnTo>
                <a:lnTo>
                  <a:pt x="135" y="305"/>
                </a:lnTo>
                <a:lnTo>
                  <a:pt x="128" y="303"/>
                </a:lnTo>
                <a:lnTo>
                  <a:pt x="121" y="300"/>
                </a:lnTo>
                <a:lnTo>
                  <a:pt x="115" y="298"/>
                </a:lnTo>
                <a:lnTo>
                  <a:pt x="109" y="295"/>
                </a:lnTo>
                <a:lnTo>
                  <a:pt x="103" y="293"/>
                </a:lnTo>
                <a:lnTo>
                  <a:pt x="97" y="290"/>
                </a:lnTo>
                <a:lnTo>
                  <a:pt x="91" y="287"/>
                </a:lnTo>
                <a:lnTo>
                  <a:pt x="85" y="283"/>
                </a:lnTo>
                <a:lnTo>
                  <a:pt x="79" y="280"/>
                </a:lnTo>
                <a:lnTo>
                  <a:pt x="74" y="277"/>
                </a:lnTo>
                <a:lnTo>
                  <a:pt x="69" y="273"/>
                </a:lnTo>
                <a:lnTo>
                  <a:pt x="63" y="270"/>
                </a:lnTo>
                <a:lnTo>
                  <a:pt x="59" y="266"/>
                </a:lnTo>
                <a:lnTo>
                  <a:pt x="54" y="262"/>
                </a:lnTo>
                <a:lnTo>
                  <a:pt x="49" y="258"/>
                </a:lnTo>
                <a:lnTo>
                  <a:pt x="45" y="254"/>
                </a:lnTo>
                <a:lnTo>
                  <a:pt x="40" y="250"/>
                </a:lnTo>
                <a:lnTo>
                  <a:pt x="36" y="246"/>
                </a:lnTo>
                <a:lnTo>
                  <a:pt x="33" y="242"/>
                </a:lnTo>
                <a:lnTo>
                  <a:pt x="29" y="237"/>
                </a:lnTo>
                <a:lnTo>
                  <a:pt x="26" y="233"/>
                </a:lnTo>
                <a:lnTo>
                  <a:pt x="22" y="229"/>
                </a:lnTo>
                <a:lnTo>
                  <a:pt x="19" y="224"/>
                </a:lnTo>
                <a:lnTo>
                  <a:pt x="16" y="219"/>
                </a:lnTo>
                <a:lnTo>
                  <a:pt x="14" y="215"/>
                </a:lnTo>
                <a:lnTo>
                  <a:pt x="11" y="210"/>
                </a:lnTo>
                <a:lnTo>
                  <a:pt x="9" y="205"/>
                </a:lnTo>
                <a:lnTo>
                  <a:pt x="7" y="200"/>
                </a:lnTo>
                <a:lnTo>
                  <a:pt x="6" y="195"/>
                </a:lnTo>
                <a:lnTo>
                  <a:pt x="4" y="191"/>
                </a:lnTo>
                <a:lnTo>
                  <a:pt x="3" y="186"/>
                </a:lnTo>
                <a:lnTo>
                  <a:pt x="2" y="181"/>
                </a:lnTo>
                <a:lnTo>
                  <a:pt x="1" y="176"/>
                </a:lnTo>
                <a:lnTo>
                  <a:pt x="0" y="171"/>
                </a:lnTo>
                <a:lnTo>
                  <a:pt x="0" y="166"/>
                </a:lnTo>
                <a:lnTo>
                  <a:pt x="0" y="161"/>
                </a:lnTo>
                <a:lnTo>
                  <a:pt x="0" y="156"/>
                </a:lnTo>
                <a:lnTo>
                  <a:pt x="0" y="151"/>
                </a:lnTo>
                <a:lnTo>
                  <a:pt x="1" y="146"/>
                </a:lnTo>
                <a:lnTo>
                  <a:pt x="2" y="141"/>
                </a:lnTo>
                <a:lnTo>
                  <a:pt x="3" y="136"/>
                </a:lnTo>
                <a:lnTo>
                  <a:pt x="4" y="131"/>
                </a:lnTo>
                <a:lnTo>
                  <a:pt x="6" y="126"/>
                </a:lnTo>
                <a:lnTo>
                  <a:pt x="7" y="121"/>
                </a:lnTo>
                <a:lnTo>
                  <a:pt x="9" y="116"/>
                </a:lnTo>
                <a:lnTo>
                  <a:pt x="11" y="111"/>
                </a:lnTo>
                <a:lnTo>
                  <a:pt x="14" y="107"/>
                </a:lnTo>
                <a:lnTo>
                  <a:pt x="16" y="102"/>
                </a:lnTo>
                <a:lnTo>
                  <a:pt x="19" y="97"/>
                </a:lnTo>
                <a:lnTo>
                  <a:pt x="22" y="93"/>
                </a:lnTo>
                <a:lnTo>
                  <a:pt x="26" y="88"/>
                </a:lnTo>
                <a:lnTo>
                  <a:pt x="29" y="83"/>
                </a:lnTo>
                <a:lnTo>
                  <a:pt x="33" y="78"/>
                </a:lnTo>
                <a:lnTo>
                  <a:pt x="36" y="74"/>
                </a:lnTo>
                <a:lnTo>
                  <a:pt x="40" y="70"/>
                </a:lnTo>
                <a:lnTo>
                  <a:pt x="45" y="66"/>
                </a:lnTo>
                <a:lnTo>
                  <a:pt x="49" y="62"/>
                </a:lnTo>
                <a:lnTo>
                  <a:pt x="54" y="58"/>
                </a:lnTo>
                <a:lnTo>
                  <a:pt x="59" y="54"/>
                </a:lnTo>
                <a:lnTo>
                  <a:pt x="63" y="51"/>
                </a:lnTo>
                <a:lnTo>
                  <a:pt x="69" y="47"/>
                </a:lnTo>
                <a:lnTo>
                  <a:pt x="74" y="43"/>
                </a:lnTo>
                <a:lnTo>
                  <a:pt x="79" y="40"/>
                </a:lnTo>
                <a:lnTo>
                  <a:pt x="85" y="37"/>
                </a:lnTo>
                <a:lnTo>
                  <a:pt x="91" y="34"/>
                </a:lnTo>
                <a:lnTo>
                  <a:pt x="97" y="31"/>
                </a:lnTo>
                <a:lnTo>
                  <a:pt x="103" y="28"/>
                </a:lnTo>
                <a:lnTo>
                  <a:pt x="109" y="25"/>
                </a:lnTo>
                <a:lnTo>
                  <a:pt x="115" y="22"/>
                </a:lnTo>
                <a:lnTo>
                  <a:pt x="121" y="20"/>
                </a:lnTo>
                <a:lnTo>
                  <a:pt x="128" y="18"/>
                </a:lnTo>
                <a:lnTo>
                  <a:pt x="135" y="15"/>
                </a:lnTo>
                <a:lnTo>
                  <a:pt x="141" y="13"/>
                </a:lnTo>
                <a:lnTo>
                  <a:pt x="148" y="11"/>
                </a:lnTo>
                <a:lnTo>
                  <a:pt x="155" y="10"/>
                </a:lnTo>
                <a:lnTo>
                  <a:pt x="162" y="8"/>
                </a:lnTo>
                <a:lnTo>
                  <a:pt x="169" y="7"/>
                </a:lnTo>
                <a:lnTo>
                  <a:pt x="176" y="5"/>
                </a:lnTo>
                <a:lnTo>
                  <a:pt x="183" y="4"/>
                </a:lnTo>
                <a:lnTo>
                  <a:pt x="190" y="3"/>
                </a:lnTo>
                <a:lnTo>
                  <a:pt x="198" y="2"/>
                </a:lnTo>
                <a:lnTo>
                  <a:pt x="205" y="1"/>
                </a:lnTo>
                <a:lnTo>
                  <a:pt x="212" y="1"/>
                </a:lnTo>
                <a:lnTo>
                  <a:pt x="220" y="1"/>
                </a:lnTo>
                <a:lnTo>
                  <a:pt x="227" y="0"/>
                </a:lnTo>
                <a:lnTo>
                  <a:pt x="234" y="0"/>
                </a:lnTo>
                <a:lnTo>
                  <a:pt x="243" y="0"/>
                </a:lnTo>
                <a:lnTo>
                  <a:pt x="250" y="1"/>
                </a:lnTo>
                <a:lnTo>
                  <a:pt x="257" y="1"/>
                </a:lnTo>
                <a:lnTo>
                  <a:pt x="265" y="1"/>
                </a:lnTo>
                <a:lnTo>
                  <a:pt x="272" y="2"/>
                </a:lnTo>
                <a:lnTo>
                  <a:pt x="279" y="3"/>
                </a:lnTo>
                <a:lnTo>
                  <a:pt x="286" y="4"/>
                </a:lnTo>
                <a:lnTo>
                  <a:pt x="294" y="5"/>
                </a:lnTo>
                <a:lnTo>
                  <a:pt x="301" y="7"/>
                </a:lnTo>
                <a:lnTo>
                  <a:pt x="308" y="8"/>
                </a:lnTo>
                <a:lnTo>
                  <a:pt x="315" y="10"/>
                </a:lnTo>
                <a:lnTo>
                  <a:pt x="321" y="11"/>
                </a:lnTo>
                <a:lnTo>
                  <a:pt x="328" y="13"/>
                </a:lnTo>
                <a:lnTo>
                  <a:pt x="335" y="15"/>
                </a:lnTo>
                <a:lnTo>
                  <a:pt x="342" y="18"/>
                </a:lnTo>
                <a:lnTo>
                  <a:pt x="348" y="20"/>
                </a:lnTo>
                <a:lnTo>
                  <a:pt x="355" y="22"/>
                </a:lnTo>
                <a:lnTo>
                  <a:pt x="361" y="25"/>
                </a:lnTo>
                <a:lnTo>
                  <a:pt x="367" y="28"/>
                </a:lnTo>
                <a:lnTo>
                  <a:pt x="373" y="31"/>
                </a:lnTo>
                <a:lnTo>
                  <a:pt x="379" y="34"/>
                </a:lnTo>
                <a:lnTo>
                  <a:pt x="385" y="37"/>
                </a:lnTo>
                <a:lnTo>
                  <a:pt x="390" y="40"/>
                </a:lnTo>
                <a:lnTo>
                  <a:pt x="396" y="43"/>
                </a:lnTo>
                <a:lnTo>
                  <a:pt x="401" y="47"/>
                </a:lnTo>
                <a:lnTo>
                  <a:pt x="406" y="51"/>
                </a:lnTo>
                <a:lnTo>
                  <a:pt x="411" y="54"/>
                </a:lnTo>
                <a:lnTo>
                  <a:pt x="416" y="58"/>
                </a:lnTo>
                <a:lnTo>
                  <a:pt x="420" y="62"/>
                </a:lnTo>
                <a:lnTo>
                  <a:pt x="425" y="66"/>
                </a:lnTo>
                <a:lnTo>
                  <a:pt x="429" y="70"/>
                </a:lnTo>
                <a:lnTo>
                  <a:pt x="433" y="74"/>
                </a:lnTo>
                <a:lnTo>
                  <a:pt x="437" y="78"/>
                </a:lnTo>
                <a:lnTo>
                  <a:pt x="441" y="83"/>
                </a:lnTo>
                <a:lnTo>
                  <a:pt x="444" y="88"/>
                </a:lnTo>
                <a:lnTo>
                  <a:pt x="447" y="93"/>
                </a:lnTo>
                <a:lnTo>
                  <a:pt x="450" y="97"/>
                </a:lnTo>
                <a:lnTo>
                  <a:pt x="453" y="102"/>
                </a:lnTo>
                <a:lnTo>
                  <a:pt x="456" y="107"/>
                </a:lnTo>
                <a:lnTo>
                  <a:pt x="458" y="111"/>
                </a:lnTo>
                <a:lnTo>
                  <a:pt x="460" y="116"/>
                </a:lnTo>
                <a:lnTo>
                  <a:pt x="462" y="121"/>
                </a:lnTo>
                <a:lnTo>
                  <a:pt x="464" y="126"/>
                </a:lnTo>
                <a:lnTo>
                  <a:pt x="465" y="131"/>
                </a:lnTo>
                <a:lnTo>
                  <a:pt x="467" y="136"/>
                </a:lnTo>
                <a:lnTo>
                  <a:pt x="468" y="141"/>
                </a:lnTo>
                <a:lnTo>
                  <a:pt x="468" y="146"/>
                </a:lnTo>
                <a:lnTo>
                  <a:pt x="469" y="151"/>
                </a:lnTo>
                <a:lnTo>
                  <a:pt x="469" y="156"/>
                </a:lnTo>
                <a:lnTo>
                  <a:pt x="470" y="161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8" name=""/>
          <p:cNvSpPr/>
          <p:nvPr/>
        </p:nvSpPr>
        <p:spPr>
          <a:xfrm>
            <a:off x="4040280" y="2888280"/>
            <a:ext cx="171720" cy="117000"/>
          </a:xfrm>
          <a:custGeom>
            <a:avLst/>
            <a:gdLst/>
            <a:ahLst/>
            <a:rect l="0" t="0" r="r" b="b"/>
            <a:pathLst>
              <a:path w="477" h="325">
                <a:moveTo>
                  <a:pt x="474" y="162"/>
                </a:moveTo>
                <a:lnTo>
                  <a:pt x="473" y="157"/>
                </a:lnTo>
                <a:lnTo>
                  <a:pt x="473" y="152"/>
                </a:lnTo>
                <a:lnTo>
                  <a:pt x="472" y="147"/>
                </a:lnTo>
                <a:lnTo>
                  <a:pt x="472" y="142"/>
                </a:lnTo>
                <a:lnTo>
                  <a:pt x="471" y="137"/>
                </a:lnTo>
                <a:lnTo>
                  <a:pt x="469" y="132"/>
                </a:lnTo>
                <a:lnTo>
                  <a:pt x="468" y="127"/>
                </a:lnTo>
                <a:lnTo>
                  <a:pt x="466" y="122"/>
                </a:lnTo>
                <a:lnTo>
                  <a:pt x="464" y="117"/>
                </a:lnTo>
                <a:lnTo>
                  <a:pt x="462" y="112"/>
                </a:lnTo>
                <a:lnTo>
                  <a:pt x="460" y="108"/>
                </a:lnTo>
                <a:lnTo>
                  <a:pt x="457" y="103"/>
                </a:lnTo>
                <a:lnTo>
                  <a:pt x="454" y="98"/>
                </a:lnTo>
                <a:lnTo>
                  <a:pt x="451" y="94"/>
                </a:lnTo>
                <a:lnTo>
                  <a:pt x="448" y="89"/>
                </a:lnTo>
                <a:lnTo>
                  <a:pt x="445" y="85"/>
                </a:lnTo>
                <a:lnTo>
                  <a:pt x="441" y="80"/>
                </a:lnTo>
                <a:lnTo>
                  <a:pt x="436" y="76"/>
                </a:lnTo>
                <a:lnTo>
                  <a:pt x="432" y="72"/>
                </a:lnTo>
                <a:lnTo>
                  <a:pt x="428" y="68"/>
                </a:lnTo>
                <a:lnTo>
                  <a:pt x="423" y="64"/>
                </a:lnTo>
                <a:lnTo>
                  <a:pt x="419" y="60"/>
                </a:lnTo>
                <a:lnTo>
                  <a:pt x="414" y="56"/>
                </a:lnTo>
                <a:lnTo>
                  <a:pt x="409" y="53"/>
                </a:lnTo>
                <a:lnTo>
                  <a:pt x="404" y="49"/>
                </a:lnTo>
                <a:lnTo>
                  <a:pt x="399" y="45"/>
                </a:lnTo>
                <a:lnTo>
                  <a:pt x="393" y="42"/>
                </a:lnTo>
                <a:lnTo>
                  <a:pt x="388" y="39"/>
                </a:lnTo>
                <a:lnTo>
                  <a:pt x="382" y="36"/>
                </a:lnTo>
                <a:lnTo>
                  <a:pt x="376" y="33"/>
                </a:lnTo>
                <a:lnTo>
                  <a:pt x="370" y="30"/>
                </a:lnTo>
                <a:lnTo>
                  <a:pt x="364" y="27"/>
                </a:lnTo>
                <a:lnTo>
                  <a:pt x="358" y="24"/>
                </a:lnTo>
                <a:lnTo>
                  <a:pt x="351" y="22"/>
                </a:lnTo>
                <a:lnTo>
                  <a:pt x="345" y="20"/>
                </a:lnTo>
                <a:lnTo>
                  <a:pt x="338" y="17"/>
                </a:lnTo>
                <a:lnTo>
                  <a:pt x="331" y="15"/>
                </a:lnTo>
                <a:lnTo>
                  <a:pt x="324" y="13"/>
                </a:lnTo>
                <a:lnTo>
                  <a:pt x="318" y="12"/>
                </a:lnTo>
                <a:lnTo>
                  <a:pt x="311" y="10"/>
                </a:lnTo>
                <a:lnTo>
                  <a:pt x="304" y="9"/>
                </a:lnTo>
                <a:lnTo>
                  <a:pt x="297" y="7"/>
                </a:lnTo>
                <a:lnTo>
                  <a:pt x="289" y="6"/>
                </a:lnTo>
                <a:lnTo>
                  <a:pt x="282" y="5"/>
                </a:lnTo>
                <a:lnTo>
                  <a:pt x="275" y="4"/>
                </a:lnTo>
                <a:lnTo>
                  <a:pt x="268" y="3"/>
                </a:lnTo>
                <a:lnTo>
                  <a:pt x="260" y="3"/>
                </a:lnTo>
                <a:lnTo>
                  <a:pt x="253" y="3"/>
                </a:lnTo>
                <a:lnTo>
                  <a:pt x="246" y="2"/>
                </a:lnTo>
                <a:lnTo>
                  <a:pt x="238" y="2"/>
                </a:lnTo>
                <a:lnTo>
                  <a:pt x="231" y="2"/>
                </a:lnTo>
                <a:lnTo>
                  <a:pt x="224" y="3"/>
                </a:lnTo>
                <a:lnTo>
                  <a:pt x="216" y="3"/>
                </a:lnTo>
                <a:lnTo>
                  <a:pt x="209" y="3"/>
                </a:lnTo>
                <a:lnTo>
                  <a:pt x="202" y="4"/>
                </a:lnTo>
                <a:lnTo>
                  <a:pt x="194" y="5"/>
                </a:lnTo>
                <a:lnTo>
                  <a:pt x="187" y="6"/>
                </a:lnTo>
                <a:lnTo>
                  <a:pt x="180" y="7"/>
                </a:lnTo>
                <a:lnTo>
                  <a:pt x="173" y="9"/>
                </a:lnTo>
                <a:lnTo>
                  <a:pt x="166" y="10"/>
                </a:lnTo>
                <a:lnTo>
                  <a:pt x="159" y="12"/>
                </a:lnTo>
                <a:lnTo>
                  <a:pt x="152" y="13"/>
                </a:lnTo>
                <a:lnTo>
                  <a:pt x="145" y="15"/>
                </a:lnTo>
                <a:lnTo>
                  <a:pt x="139" y="17"/>
                </a:lnTo>
                <a:lnTo>
                  <a:pt x="132" y="20"/>
                </a:lnTo>
                <a:lnTo>
                  <a:pt x="125" y="22"/>
                </a:lnTo>
                <a:lnTo>
                  <a:pt x="119" y="24"/>
                </a:lnTo>
                <a:lnTo>
                  <a:pt x="113" y="27"/>
                </a:lnTo>
                <a:lnTo>
                  <a:pt x="107" y="30"/>
                </a:lnTo>
                <a:lnTo>
                  <a:pt x="101" y="33"/>
                </a:lnTo>
                <a:lnTo>
                  <a:pt x="95" y="36"/>
                </a:lnTo>
                <a:lnTo>
                  <a:pt x="89" y="39"/>
                </a:lnTo>
                <a:lnTo>
                  <a:pt x="83" y="42"/>
                </a:lnTo>
                <a:lnTo>
                  <a:pt x="78" y="45"/>
                </a:lnTo>
                <a:lnTo>
                  <a:pt x="73" y="49"/>
                </a:lnTo>
                <a:lnTo>
                  <a:pt x="67" y="53"/>
                </a:lnTo>
                <a:lnTo>
                  <a:pt x="63" y="56"/>
                </a:lnTo>
                <a:lnTo>
                  <a:pt x="58" y="60"/>
                </a:lnTo>
                <a:lnTo>
                  <a:pt x="53" y="64"/>
                </a:lnTo>
                <a:lnTo>
                  <a:pt x="49" y="68"/>
                </a:lnTo>
                <a:lnTo>
                  <a:pt x="44" y="72"/>
                </a:lnTo>
                <a:lnTo>
                  <a:pt x="40" y="76"/>
                </a:lnTo>
                <a:lnTo>
                  <a:pt x="37" y="80"/>
                </a:lnTo>
                <a:lnTo>
                  <a:pt x="33" y="85"/>
                </a:lnTo>
                <a:lnTo>
                  <a:pt x="30" y="89"/>
                </a:lnTo>
                <a:lnTo>
                  <a:pt x="26" y="94"/>
                </a:lnTo>
                <a:lnTo>
                  <a:pt x="23" y="98"/>
                </a:lnTo>
                <a:lnTo>
                  <a:pt x="20" y="103"/>
                </a:lnTo>
                <a:lnTo>
                  <a:pt x="18" y="108"/>
                </a:lnTo>
                <a:lnTo>
                  <a:pt x="15" y="112"/>
                </a:lnTo>
                <a:lnTo>
                  <a:pt x="13" y="117"/>
                </a:lnTo>
                <a:lnTo>
                  <a:pt x="11" y="122"/>
                </a:lnTo>
                <a:lnTo>
                  <a:pt x="10" y="127"/>
                </a:lnTo>
                <a:lnTo>
                  <a:pt x="8" y="132"/>
                </a:lnTo>
                <a:lnTo>
                  <a:pt x="7" y="137"/>
                </a:lnTo>
                <a:lnTo>
                  <a:pt x="6" y="142"/>
                </a:lnTo>
                <a:lnTo>
                  <a:pt x="5" y="147"/>
                </a:lnTo>
                <a:lnTo>
                  <a:pt x="4" y="152"/>
                </a:lnTo>
                <a:lnTo>
                  <a:pt x="4" y="157"/>
                </a:lnTo>
                <a:lnTo>
                  <a:pt x="4" y="162"/>
                </a:lnTo>
                <a:lnTo>
                  <a:pt x="4" y="167"/>
                </a:lnTo>
                <a:lnTo>
                  <a:pt x="4" y="172"/>
                </a:lnTo>
                <a:lnTo>
                  <a:pt x="5" y="177"/>
                </a:lnTo>
                <a:lnTo>
                  <a:pt x="6" y="182"/>
                </a:lnTo>
                <a:lnTo>
                  <a:pt x="7" y="187"/>
                </a:lnTo>
                <a:lnTo>
                  <a:pt x="8" y="192"/>
                </a:lnTo>
                <a:lnTo>
                  <a:pt x="10" y="196"/>
                </a:lnTo>
                <a:lnTo>
                  <a:pt x="11" y="201"/>
                </a:lnTo>
                <a:lnTo>
                  <a:pt x="13" y="206"/>
                </a:lnTo>
                <a:lnTo>
                  <a:pt x="15" y="211"/>
                </a:lnTo>
                <a:lnTo>
                  <a:pt x="18" y="217"/>
                </a:lnTo>
                <a:lnTo>
                  <a:pt x="20" y="221"/>
                </a:lnTo>
                <a:lnTo>
                  <a:pt x="23" y="226"/>
                </a:lnTo>
                <a:lnTo>
                  <a:pt x="26" y="231"/>
                </a:lnTo>
                <a:lnTo>
                  <a:pt x="30" y="235"/>
                </a:lnTo>
                <a:lnTo>
                  <a:pt x="33" y="239"/>
                </a:lnTo>
                <a:lnTo>
                  <a:pt x="37" y="244"/>
                </a:lnTo>
                <a:lnTo>
                  <a:pt x="40" y="248"/>
                </a:lnTo>
                <a:lnTo>
                  <a:pt x="44" y="252"/>
                </a:lnTo>
                <a:lnTo>
                  <a:pt x="49" y="256"/>
                </a:lnTo>
                <a:lnTo>
                  <a:pt x="53" y="260"/>
                </a:lnTo>
                <a:lnTo>
                  <a:pt x="58" y="264"/>
                </a:lnTo>
                <a:lnTo>
                  <a:pt x="63" y="268"/>
                </a:lnTo>
                <a:lnTo>
                  <a:pt x="67" y="272"/>
                </a:lnTo>
                <a:lnTo>
                  <a:pt x="73" y="275"/>
                </a:lnTo>
                <a:lnTo>
                  <a:pt x="78" y="279"/>
                </a:lnTo>
                <a:lnTo>
                  <a:pt x="83" y="282"/>
                </a:lnTo>
                <a:lnTo>
                  <a:pt x="89" y="285"/>
                </a:lnTo>
                <a:lnTo>
                  <a:pt x="95" y="289"/>
                </a:lnTo>
                <a:lnTo>
                  <a:pt x="101" y="292"/>
                </a:lnTo>
                <a:lnTo>
                  <a:pt x="107" y="295"/>
                </a:lnTo>
                <a:lnTo>
                  <a:pt x="113" y="297"/>
                </a:lnTo>
                <a:lnTo>
                  <a:pt x="119" y="300"/>
                </a:lnTo>
                <a:lnTo>
                  <a:pt x="125" y="302"/>
                </a:lnTo>
                <a:lnTo>
                  <a:pt x="132" y="305"/>
                </a:lnTo>
                <a:lnTo>
                  <a:pt x="139" y="307"/>
                </a:lnTo>
                <a:lnTo>
                  <a:pt x="145" y="309"/>
                </a:lnTo>
                <a:lnTo>
                  <a:pt x="152" y="311"/>
                </a:lnTo>
                <a:lnTo>
                  <a:pt x="159" y="313"/>
                </a:lnTo>
                <a:lnTo>
                  <a:pt x="166" y="314"/>
                </a:lnTo>
                <a:lnTo>
                  <a:pt x="173" y="316"/>
                </a:lnTo>
                <a:lnTo>
                  <a:pt x="180" y="317"/>
                </a:lnTo>
                <a:lnTo>
                  <a:pt x="187" y="318"/>
                </a:lnTo>
                <a:lnTo>
                  <a:pt x="194" y="319"/>
                </a:lnTo>
                <a:lnTo>
                  <a:pt x="202" y="320"/>
                </a:lnTo>
                <a:lnTo>
                  <a:pt x="209" y="321"/>
                </a:lnTo>
                <a:lnTo>
                  <a:pt x="216" y="321"/>
                </a:lnTo>
                <a:lnTo>
                  <a:pt x="224" y="322"/>
                </a:lnTo>
                <a:lnTo>
                  <a:pt x="231" y="322"/>
                </a:lnTo>
                <a:lnTo>
                  <a:pt x="238" y="322"/>
                </a:lnTo>
                <a:lnTo>
                  <a:pt x="246" y="322"/>
                </a:lnTo>
                <a:lnTo>
                  <a:pt x="253" y="322"/>
                </a:lnTo>
                <a:lnTo>
                  <a:pt x="260" y="321"/>
                </a:lnTo>
                <a:lnTo>
                  <a:pt x="268" y="321"/>
                </a:lnTo>
                <a:lnTo>
                  <a:pt x="275" y="320"/>
                </a:lnTo>
                <a:lnTo>
                  <a:pt x="282" y="319"/>
                </a:lnTo>
                <a:lnTo>
                  <a:pt x="289" y="318"/>
                </a:lnTo>
                <a:lnTo>
                  <a:pt x="297" y="317"/>
                </a:lnTo>
                <a:lnTo>
                  <a:pt x="304" y="316"/>
                </a:lnTo>
                <a:lnTo>
                  <a:pt x="311" y="314"/>
                </a:lnTo>
                <a:lnTo>
                  <a:pt x="318" y="313"/>
                </a:lnTo>
                <a:lnTo>
                  <a:pt x="324" y="311"/>
                </a:lnTo>
                <a:lnTo>
                  <a:pt x="331" y="309"/>
                </a:lnTo>
                <a:lnTo>
                  <a:pt x="338" y="307"/>
                </a:lnTo>
                <a:lnTo>
                  <a:pt x="345" y="305"/>
                </a:lnTo>
                <a:lnTo>
                  <a:pt x="351" y="302"/>
                </a:lnTo>
                <a:lnTo>
                  <a:pt x="358" y="300"/>
                </a:lnTo>
                <a:lnTo>
                  <a:pt x="364" y="297"/>
                </a:lnTo>
                <a:lnTo>
                  <a:pt x="370" y="295"/>
                </a:lnTo>
                <a:lnTo>
                  <a:pt x="376" y="292"/>
                </a:lnTo>
                <a:lnTo>
                  <a:pt x="382" y="289"/>
                </a:lnTo>
                <a:lnTo>
                  <a:pt x="388" y="285"/>
                </a:lnTo>
                <a:lnTo>
                  <a:pt x="393" y="282"/>
                </a:lnTo>
                <a:lnTo>
                  <a:pt x="399" y="279"/>
                </a:lnTo>
                <a:lnTo>
                  <a:pt x="404" y="275"/>
                </a:lnTo>
                <a:lnTo>
                  <a:pt x="409" y="272"/>
                </a:lnTo>
                <a:lnTo>
                  <a:pt x="414" y="268"/>
                </a:lnTo>
                <a:lnTo>
                  <a:pt x="419" y="264"/>
                </a:lnTo>
                <a:lnTo>
                  <a:pt x="423" y="260"/>
                </a:lnTo>
                <a:lnTo>
                  <a:pt x="428" y="256"/>
                </a:lnTo>
                <a:lnTo>
                  <a:pt x="432" y="252"/>
                </a:lnTo>
                <a:lnTo>
                  <a:pt x="436" y="248"/>
                </a:lnTo>
                <a:lnTo>
                  <a:pt x="441" y="244"/>
                </a:lnTo>
                <a:lnTo>
                  <a:pt x="445" y="239"/>
                </a:lnTo>
                <a:lnTo>
                  <a:pt x="448" y="235"/>
                </a:lnTo>
                <a:lnTo>
                  <a:pt x="451" y="231"/>
                </a:lnTo>
                <a:lnTo>
                  <a:pt x="454" y="226"/>
                </a:lnTo>
                <a:lnTo>
                  <a:pt x="457" y="221"/>
                </a:lnTo>
                <a:lnTo>
                  <a:pt x="460" y="217"/>
                </a:lnTo>
                <a:lnTo>
                  <a:pt x="462" y="211"/>
                </a:lnTo>
                <a:lnTo>
                  <a:pt x="464" y="206"/>
                </a:lnTo>
                <a:lnTo>
                  <a:pt x="466" y="201"/>
                </a:lnTo>
                <a:lnTo>
                  <a:pt x="468" y="196"/>
                </a:lnTo>
                <a:lnTo>
                  <a:pt x="469" y="192"/>
                </a:lnTo>
                <a:lnTo>
                  <a:pt x="471" y="187"/>
                </a:lnTo>
                <a:lnTo>
                  <a:pt x="472" y="182"/>
                </a:lnTo>
                <a:lnTo>
                  <a:pt x="472" y="177"/>
                </a:lnTo>
                <a:lnTo>
                  <a:pt x="473" y="172"/>
                </a:lnTo>
                <a:lnTo>
                  <a:pt x="473" y="167"/>
                </a:lnTo>
                <a:lnTo>
                  <a:pt x="474" y="162"/>
                </a:lnTo>
                <a:moveTo>
                  <a:pt x="477" y="162"/>
                </a:moveTo>
                <a:lnTo>
                  <a:pt x="477" y="167"/>
                </a:lnTo>
                <a:lnTo>
                  <a:pt x="477" y="172"/>
                </a:lnTo>
                <a:lnTo>
                  <a:pt x="476" y="177"/>
                </a:lnTo>
                <a:lnTo>
                  <a:pt x="475" y="182"/>
                </a:lnTo>
                <a:lnTo>
                  <a:pt x="474" y="187"/>
                </a:lnTo>
                <a:lnTo>
                  <a:pt x="473" y="192"/>
                </a:lnTo>
                <a:lnTo>
                  <a:pt x="472" y="197"/>
                </a:lnTo>
                <a:lnTo>
                  <a:pt x="470" y="202"/>
                </a:lnTo>
                <a:lnTo>
                  <a:pt x="468" y="207"/>
                </a:lnTo>
                <a:lnTo>
                  <a:pt x="466" y="212"/>
                </a:lnTo>
                <a:lnTo>
                  <a:pt x="463" y="218"/>
                </a:lnTo>
                <a:lnTo>
                  <a:pt x="461" y="222"/>
                </a:lnTo>
                <a:lnTo>
                  <a:pt x="458" y="227"/>
                </a:lnTo>
                <a:lnTo>
                  <a:pt x="455" y="232"/>
                </a:lnTo>
                <a:lnTo>
                  <a:pt x="451" y="236"/>
                </a:lnTo>
                <a:lnTo>
                  <a:pt x="448" y="241"/>
                </a:lnTo>
                <a:lnTo>
                  <a:pt x="444" y="245"/>
                </a:lnTo>
                <a:lnTo>
                  <a:pt x="440" y="249"/>
                </a:lnTo>
                <a:lnTo>
                  <a:pt x="435" y="254"/>
                </a:lnTo>
                <a:lnTo>
                  <a:pt x="431" y="258"/>
                </a:lnTo>
                <a:lnTo>
                  <a:pt x="426" y="262"/>
                </a:lnTo>
                <a:lnTo>
                  <a:pt x="422" y="266"/>
                </a:lnTo>
                <a:lnTo>
                  <a:pt x="417" y="270"/>
                </a:lnTo>
                <a:lnTo>
                  <a:pt x="412" y="274"/>
                </a:lnTo>
                <a:lnTo>
                  <a:pt x="407" y="277"/>
                </a:lnTo>
                <a:lnTo>
                  <a:pt x="401" y="281"/>
                </a:lnTo>
                <a:lnTo>
                  <a:pt x="396" y="284"/>
                </a:lnTo>
                <a:lnTo>
                  <a:pt x="390" y="287"/>
                </a:lnTo>
                <a:lnTo>
                  <a:pt x="384" y="291"/>
                </a:lnTo>
                <a:lnTo>
                  <a:pt x="378" y="294"/>
                </a:lnTo>
                <a:lnTo>
                  <a:pt x="372" y="297"/>
                </a:lnTo>
                <a:lnTo>
                  <a:pt x="366" y="299"/>
                </a:lnTo>
                <a:lnTo>
                  <a:pt x="359" y="302"/>
                </a:lnTo>
                <a:lnTo>
                  <a:pt x="353" y="305"/>
                </a:lnTo>
                <a:lnTo>
                  <a:pt x="346" y="307"/>
                </a:lnTo>
                <a:lnTo>
                  <a:pt x="340" y="309"/>
                </a:lnTo>
                <a:lnTo>
                  <a:pt x="333" y="311"/>
                </a:lnTo>
                <a:lnTo>
                  <a:pt x="326" y="313"/>
                </a:lnTo>
                <a:lnTo>
                  <a:pt x="319" y="315"/>
                </a:lnTo>
                <a:lnTo>
                  <a:pt x="312" y="317"/>
                </a:lnTo>
                <a:lnTo>
                  <a:pt x="305" y="318"/>
                </a:lnTo>
                <a:lnTo>
                  <a:pt x="297" y="320"/>
                </a:lnTo>
                <a:lnTo>
                  <a:pt x="290" y="321"/>
                </a:lnTo>
                <a:lnTo>
                  <a:pt x="283" y="322"/>
                </a:lnTo>
                <a:lnTo>
                  <a:pt x="275" y="323"/>
                </a:lnTo>
                <a:lnTo>
                  <a:pt x="268" y="323"/>
                </a:lnTo>
                <a:lnTo>
                  <a:pt x="261" y="324"/>
                </a:lnTo>
                <a:lnTo>
                  <a:pt x="253" y="324"/>
                </a:lnTo>
                <a:lnTo>
                  <a:pt x="246" y="325"/>
                </a:lnTo>
                <a:lnTo>
                  <a:pt x="238" y="325"/>
                </a:lnTo>
                <a:lnTo>
                  <a:pt x="231" y="325"/>
                </a:lnTo>
                <a:lnTo>
                  <a:pt x="223" y="324"/>
                </a:lnTo>
                <a:lnTo>
                  <a:pt x="216" y="324"/>
                </a:lnTo>
                <a:lnTo>
                  <a:pt x="208" y="323"/>
                </a:lnTo>
                <a:lnTo>
                  <a:pt x="201" y="323"/>
                </a:lnTo>
                <a:lnTo>
                  <a:pt x="194" y="322"/>
                </a:lnTo>
                <a:lnTo>
                  <a:pt x="186" y="321"/>
                </a:lnTo>
                <a:lnTo>
                  <a:pt x="179" y="320"/>
                </a:lnTo>
                <a:lnTo>
                  <a:pt x="172" y="318"/>
                </a:lnTo>
                <a:lnTo>
                  <a:pt x="165" y="317"/>
                </a:lnTo>
                <a:lnTo>
                  <a:pt x="158" y="315"/>
                </a:lnTo>
                <a:lnTo>
                  <a:pt x="151" y="313"/>
                </a:lnTo>
                <a:lnTo>
                  <a:pt x="144" y="311"/>
                </a:lnTo>
                <a:lnTo>
                  <a:pt x="137" y="309"/>
                </a:lnTo>
                <a:lnTo>
                  <a:pt x="130" y="307"/>
                </a:lnTo>
                <a:lnTo>
                  <a:pt x="124" y="305"/>
                </a:lnTo>
                <a:lnTo>
                  <a:pt x="117" y="302"/>
                </a:lnTo>
                <a:lnTo>
                  <a:pt x="111" y="299"/>
                </a:lnTo>
                <a:lnTo>
                  <a:pt x="104" y="297"/>
                </a:lnTo>
                <a:lnTo>
                  <a:pt x="98" y="294"/>
                </a:lnTo>
                <a:lnTo>
                  <a:pt x="92" y="291"/>
                </a:lnTo>
                <a:lnTo>
                  <a:pt x="87" y="287"/>
                </a:lnTo>
                <a:lnTo>
                  <a:pt x="81" y="284"/>
                </a:lnTo>
                <a:lnTo>
                  <a:pt x="75" y="281"/>
                </a:lnTo>
                <a:lnTo>
                  <a:pt x="70" y="277"/>
                </a:lnTo>
                <a:lnTo>
                  <a:pt x="65" y="274"/>
                </a:lnTo>
                <a:lnTo>
                  <a:pt x="60" y="270"/>
                </a:lnTo>
                <a:lnTo>
                  <a:pt x="55" y="266"/>
                </a:lnTo>
                <a:lnTo>
                  <a:pt x="50" y="262"/>
                </a:lnTo>
                <a:lnTo>
                  <a:pt x="46" y="258"/>
                </a:lnTo>
                <a:lnTo>
                  <a:pt x="41" y="254"/>
                </a:lnTo>
                <a:lnTo>
                  <a:pt x="37" y="249"/>
                </a:lnTo>
                <a:lnTo>
                  <a:pt x="33" y="245"/>
                </a:lnTo>
                <a:lnTo>
                  <a:pt x="30" y="241"/>
                </a:lnTo>
                <a:lnTo>
                  <a:pt x="26" y="236"/>
                </a:lnTo>
                <a:lnTo>
                  <a:pt x="23" y="232"/>
                </a:lnTo>
                <a:lnTo>
                  <a:pt x="20" y="227"/>
                </a:lnTo>
                <a:lnTo>
                  <a:pt x="17" y="222"/>
                </a:lnTo>
                <a:lnTo>
                  <a:pt x="14" y="218"/>
                </a:lnTo>
                <a:lnTo>
                  <a:pt x="12" y="212"/>
                </a:lnTo>
                <a:lnTo>
                  <a:pt x="10" y="207"/>
                </a:lnTo>
                <a:lnTo>
                  <a:pt x="8" y="202"/>
                </a:lnTo>
                <a:lnTo>
                  <a:pt x="6" y="197"/>
                </a:lnTo>
                <a:lnTo>
                  <a:pt x="4" y="192"/>
                </a:lnTo>
                <a:lnTo>
                  <a:pt x="3" y="187"/>
                </a:lnTo>
                <a:lnTo>
                  <a:pt x="2" y="182"/>
                </a:lnTo>
                <a:lnTo>
                  <a:pt x="1" y="177"/>
                </a:lnTo>
                <a:lnTo>
                  <a:pt x="1" y="172"/>
                </a:lnTo>
                <a:lnTo>
                  <a:pt x="0" y="167"/>
                </a:lnTo>
                <a:lnTo>
                  <a:pt x="0" y="162"/>
                </a:lnTo>
                <a:lnTo>
                  <a:pt x="0" y="157"/>
                </a:lnTo>
                <a:lnTo>
                  <a:pt x="1" y="151"/>
                </a:lnTo>
                <a:lnTo>
                  <a:pt x="1" y="146"/>
                </a:lnTo>
                <a:lnTo>
                  <a:pt x="2" y="141"/>
                </a:lnTo>
                <a:lnTo>
                  <a:pt x="3" y="136"/>
                </a:lnTo>
                <a:lnTo>
                  <a:pt x="4" y="131"/>
                </a:lnTo>
                <a:lnTo>
                  <a:pt x="6" y="126"/>
                </a:lnTo>
                <a:lnTo>
                  <a:pt x="8" y="121"/>
                </a:lnTo>
                <a:lnTo>
                  <a:pt x="10" y="116"/>
                </a:lnTo>
                <a:lnTo>
                  <a:pt x="12" y="112"/>
                </a:lnTo>
                <a:lnTo>
                  <a:pt x="14" y="107"/>
                </a:lnTo>
                <a:lnTo>
                  <a:pt x="17" y="102"/>
                </a:lnTo>
                <a:lnTo>
                  <a:pt x="20" y="97"/>
                </a:lnTo>
                <a:lnTo>
                  <a:pt x="23" y="93"/>
                </a:lnTo>
                <a:lnTo>
                  <a:pt x="26" y="88"/>
                </a:lnTo>
                <a:lnTo>
                  <a:pt x="30" y="84"/>
                </a:lnTo>
                <a:lnTo>
                  <a:pt x="33" y="79"/>
                </a:lnTo>
                <a:lnTo>
                  <a:pt x="37" y="75"/>
                </a:lnTo>
                <a:lnTo>
                  <a:pt x="41" y="71"/>
                </a:lnTo>
                <a:lnTo>
                  <a:pt x="46" y="66"/>
                </a:lnTo>
                <a:lnTo>
                  <a:pt x="50" y="62"/>
                </a:lnTo>
                <a:lnTo>
                  <a:pt x="55" y="58"/>
                </a:lnTo>
                <a:lnTo>
                  <a:pt x="60" y="55"/>
                </a:lnTo>
                <a:lnTo>
                  <a:pt x="65" y="51"/>
                </a:lnTo>
                <a:lnTo>
                  <a:pt x="70" y="47"/>
                </a:lnTo>
                <a:lnTo>
                  <a:pt x="75" y="44"/>
                </a:lnTo>
                <a:lnTo>
                  <a:pt x="81" y="40"/>
                </a:lnTo>
                <a:lnTo>
                  <a:pt x="87" y="37"/>
                </a:lnTo>
                <a:lnTo>
                  <a:pt x="92" y="34"/>
                </a:lnTo>
                <a:lnTo>
                  <a:pt x="98" y="31"/>
                </a:lnTo>
                <a:lnTo>
                  <a:pt x="104" y="28"/>
                </a:lnTo>
                <a:lnTo>
                  <a:pt x="111" y="25"/>
                </a:lnTo>
                <a:lnTo>
                  <a:pt x="117" y="22"/>
                </a:lnTo>
                <a:lnTo>
                  <a:pt x="124" y="20"/>
                </a:lnTo>
                <a:lnTo>
                  <a:pt x="130" y="17"/>
                </a:lnTo>
                <a:lnTo>
                  <a:pt x="137" y="15"/>
                </a:lnTo>
                <a:lnTo>
                  <a:pt x="144" y="13"/>
                </a:lnTo>
                <a:lnTo>
                  <a:pt x="151" y="11"/>
                </a:lnTo>
                <a:lnTo>
                  <a:pt x="158" y="9"/>
                </a:lnTo>
                <a:lnTo>
                  <a:pt x="165" y="8"/>
                </a:lnTo>
                <a:lnTo>
                  <a:pt x="172" y="6"/>
                </a:lnTo>
                <a:lnTo>
                  <a:pt x="179" y="5"/>
                </a:lnTo>
                <a:lnTo>
                  <a:pt x="186" y="4"/>
                </a:lnTo>
                <a:lnTo>
                  <a:pt x="194" y="3"/>
                </a:lnTo>
                <a:lnTo>
                  <a:pt x="201" y="2"/>
                </a:lnTo>
                <a:lnTo>
                  <a:pt x="208" y="1"/>
                </a:lnTo>
                <a:lnTo>
                  <a:pt x="216" y="0"/>
                </a:lnTo>
                <a:lnTo>
                  <a:pt x="223" y="0"/>
                </a:lnTo>
                <a:lnTo>
                  <a:pt x="231" y="0"/>
                </a:lnTo>
                <a:lnTo>
                  <a:pt x="238" y="0"/>
                </a:lnTo>
                <a:lnTo>
                  <a:pt x="246" y="0"/>
                </a:lnTo>
                <a:lnTo>
                  <a:pt x="253" y="0"/>
                </a:lnTo>
                <a:lnTo>
                  <a:pt x="261" y="0"/>
                </a:lnTo>
                <a:lnTo>
                  <a:pt x="268" y="1"/>
                </a:lnTo>
                <a:lnTo>
                  <a:pt x="275" y="2"/>
                </a:lnTo>
                <a:lnTo>
                  <a:pt x="283" y="3"/>
                </a:lnTo>
                <a:lnTo>
                  <a:pt x="290" y="4"/>
                </a:lnTo>
                <a:lnTo>
                  <a:pt x="297" y="5"/>
                </a:lnTo>
                <a:lnTo>
                  <a:pt x="305" y="6"/>
                </a:lnTo>
                <a:lnTo>
                  <a:pt x="312" y="8"/>
                </a:lnTo>
                <a:lnTo>
                  <a:pt x="319" y="9"/>
                </a:lnTo>
                <a:lnTo>
                  <a:pt x="326" y="11"/>
                </a:lnTo>
                <a:lnTo>
                  <a:pt x="333" y="13"/>
                </a:lnTo>
                <a:lnTo>
                  <a:pt x="340" y="15"/>
                </a:lnTo>
                <a:lnTo>
                  <a:pt x="346" y="17"/>
                </a:lnTo>
                <a:lnTo>
                  <a:pt x="353" y="20"/>
                </a:lnTo>
                <a:lnTo>
                  <a:pt x="359" y="22"/>
                </a:lnTo>
                <a:lnTo>
                  <a:pt x="366" y="25"/>
                </a:lnTo>
                <a:lnTo>
                  <a:pt x="372" y="28"/>
                </a:lnTo>
                <a:lnTo>
                  <a:pt x="378" y="31"/>
                </a:lnTo>
                <a:lnTo>
                  <a:pt x="384" y="34"/>
                </a:lnTo>
                <a:lnTo>
                  <a:pt x="390" y="37"/>
                </a:lnTo>
                <a:lnTo>
                  <a:pt x="396" y="40"/>
                </a:lnTo>
                <a:lnTo>
                  <a:pt x="401" y="44"/>
                </a:lnTo>
                <a:lnTo>
                  <a:pt x="407" y="47"/>
                </a:lnTo>
                <a:lnTo>
                  <a:pt x="412" y="51"/>
                </a:lnTo>
                <a:lnTo>
                  <a:pt x="417" y="55"/>
                </a:lnTo>
                <a:lnTo>
                  <a:pt x="422" y="58"/>
                </a:lnTo>
                <a:lnTo>
                  <a:pt x="426" y="62"/>
                </a:lnTo>
                <a:lnTo>
                  <a:pt x="431" y="66"/>
                </a:lnTo>
                <a:lnTo>
                  <a:pt x="435" y="71"/>
                </a:lnTo>
                <a:lnTo>
                  <a:pt x="440" y="75"/>
                </a:lnTo>
                <a:lnTo>
                  <a:pt x="444" y="79"/>
                </a:lnTo>
                <a:lnTo>
                  <a:pt x="448" y="84"/>
                </a:lnTo>
                <a:lnTo>
                  <a:pt x="451" y="88"/>
                </a:lnTo>
                <a:lnTo>
                  <a:pt x="455" y="93"/>
                </a:lnTo>
                <a:lnTo>
                  <a:pt x="458" y="97"/>
                </a:lnTo>
                <a:lnTo>
                  <a:pt x="461" y="102"/>
                </a:lnTo>
                <a:lnTo>
                  <a:pt x="463" y="107"/>
                </a:lnTo>
                <a:lnTo>
                  <a:pt x="466" y="112"/>
                </a:lnTo>
                <a:lnTo>
                  <a:pt x="468" y="116"/>
                </a:lnTo>
                <a:lnTo>
                  <a:pt x="470" y="121"/>
                </a:lnTo>
                <a:lnTo>
                  <a:pt x="472" y="126"/>
                </a:lnTo>
                <a:lnTo>
                  <a:pt x="473" y="131"/>
                </a:lnTo>
                <a:lnTo>
                  <a:pt x="474" y="136"/>
                </a:lnTo>
                <a:lnTo>
                  <a:pt x="475" y="141"/>
                </a:lnTo>
                <a:lnTo>
                  <a:pt x="476" y="146"/>
                </a:lnTo>
                <a:lnTo>
                  <a:pt x="477" y="151"/>
                </a:lnTo>
                <a:lnTo>
                  <a:pt x="477" y="157"/>
                </a:lnTo>
                <a:lnTo>
                  <a:pt x="477" y="162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199" name=""/>
          <p:cNvSpPr/>
          <p:nvPr/>
        </p:nvSpPr>
        <p:spPr>
          <a:xfrm>
            <a:off x="4038840" y="2887200"/>
            <a:ext cx="174600" cy="118800"/>
          </a:xfrm>
          <a:custGeom>
            <a:avLst/>
            <a:gdLst/>
            <a:ahLst/>
            <a:rect l="0" t="0" r="r" b="b"/>
            <a:pathLst>
              <a:path w="485" h="330">
                <a:moveTo>
                  <a:pt x="481" y="166"/>
                </a:moveTo>
                <a:lnTo>
                  <a:pt x="481" y="161"/>
                </a:lnTo>
                <a:lnTo>
                  <a:pt x="481" y="155"/>
                </a:lnTo>
                <a:lnTo>
                  <a:pt x="480" y="150"/>
                </a:lnTo>
                <a:lnTo>
                  <a:pt x="479" y="145"/>
                </a:lnTo>
                <a:lnTo>
                  <a:pt x="478" y="140"/>
                </a:lnTo>
                <a:lnTo>
                  <a:pt x="477" y="135"/>
                </a:lnTo>
                <a:lnTo>
                  <a:pt x="476" y="130"/>
                </a:lnTo>
                <a:lnTo>
                  <a:pt x="474" y="125"/>
                </a:lnTo>
                <a:lnTo>
                  <a:pt x="472" y="120"/>
                </a:lnTo>
                <a:lnTo>
                  <a:pt x="470" y="116"/>
                </a:lnTo>
                <a:lnTo>
                  <a:pt x="467" y="111"/>
                </a:lnTo>
                <a:lnTo>
                  <a:pt x="465" y="106"/>
                </a:lnTo>
                <a:lnTo>
                  <a:pt x="462" y="101"/>
                </a:lnTo>
                <a:lnTo>
                  <a:pt x="459" y="97"/>
                </a:lnTo>
                <a:lnTo>
                  <a:pt x="455" y="92"/>
                </a:lnTo>
                <a:lnTo>
                  <a:pt x="452" y="88"/>
                </a:lnTo>
                <a:lnTo>
                  <a:pt x="448" y="83"/>
                </a:lnTo>
                <a:lnTo>
                  <a:pt x="444" y="79"/>
                </a:lnTo>
                <a:lnTo>
                  <a:pt x="440" y="75"/>
                </a:lnTo>
                <a:lnTo>
                  <a:pt x="436" y="70"/>
                </a:lnTo>
                <a:lnTo>
                  <a:pt x="431" y="66"/>
                </a:lnTo>
                <a:lnTo>
                  <a:pt x="427" y="62"/>
                </a:lnTo>
                <a:lnTo>
                  <a:pt x="422" y="59"/>
                </a:lnTo>
                <a:lnTo>
                  <a:pt x="417" y="55"/>
                </a:lnTo>
                <a:lnTo>
                  <a:pt x="412" y="51"/>
                </a:lnTo>
                <a:lnTo>
                  <a:pt x="406" y="48"/>
                </a:lnTo>
                <a:lnTo>
                  <a:pt x="401" y="44"/>
                </a:lnTo>
                <a:lnTo>
                  <a:pt x="395" y="40"/>
                </a:lnTo>
                <a:lnTo>
                  <a:pt x="389" y="37"/>
                </a:lnTo>
                <a:lnTo>
                  <a:pt x="383" y="34"/>
                </a:lnTo>
                <a:lnTo>
                  <a:pt x="377" y="31"/>
                </a:lnTo>
                <a:lnTo>
                  <a:pt x="371" y="28"/>
                </a:lnTo>
                <a:lnTo>
                  <a:pt x="364" y="25"/>
                </a:lnTo>
                <a:lnTo>
                  <a:pt x="358" y="23"/>
                </a:lnTo>
                <a:lnTo>
                  <a:pt x="351" y="20"/>
                </a:lnTo>
                <a:lnTo>
                  <a:pt x="345" y="18"/>
                </a:lnTo>
                <a:lnTo>
                  <a:pt x="338" y="16"/>
                </a:lnTo>
                <a:lnTo>
                  <a:pt x="331" y="14"/>
                </a:lnTo>
                <a:lnTo>
                  <a:pt x="324" y="12"/>
                </a:lnTo>
                <a:lnTo>
                  <a:pt x="317" y="11"/>
                </a:lnTo>
                <a:lnTo>
                  <a:pt x="310" y="9"/>
                </a:lnTo>
                <a:lnTo>
                  <a:pt x="302" y="8"/>
                </a:lnTo>
                <a:lnTo>
                  <a:pt x="295" y="7"/>
                </a:lnTo>
                <a:lnTo>
                  <a:pt x="288" y="6"/>
                </a:lnTo>
                <a:lnTo>
                  <a:pt x="280" y="5"/>
                </a:lnTo>
                <a:lnTo>
                  <a:pt x="273" y="4"/>
                </a:lnTo>
                <a:lnTo>
                  <a:pt x="266" y="3"/>
                </a:lnTo>
                <a:lnTo>
                  <a:pt x="258" y="3"/>
                </a:lnTo>
                <a:lnTo>
                  <a:pt x="251" y="3"/>
                </a:lnTo>
                <a:lnTo>
                  <a:pt x="243" y="3"/>
                </a:lnTo>
                <a:lnTo>
                  <a:pt x="236" y="3"/>
                </a:lnTo>
                <a:lnTo>
                  <a:pt x="228" y="3"/>
                </a:lnTo>
                <a:lnTo>
                  <a:pt x="221" y="3"/>
                </a:lnTo>
                <a:lnTo>
                  <a:pt x="213" y="4"/>
                </a:lnTo>
                <a:lnTo>
                  <a:pt x="206" y="5"/>
                </a:lnTo>
                <a:lnTo>
                  <a:pt x="199" y="6"/>
                </a:lnTo>
                <a:lnTo>
                  <a:pt x="191" y="7"/>
                </a:lnTo>
                <a:lnTo>
                  <a:pt x="184" y="8"/>
                </a:lnTo>
                <a:lnTo>
                  <a:pt x="177" y="9"/>
                </a:lnTo>
                <a:lnTo>
                  <a:pt x="170" y="11"/>
                </a:lnTo>
                <a:lnTo>
                  <a:pt x="163" y="12"/>
                </a:lnTo>
                <a:lnTo>
                  <a:pt x="156" y="14"/>
                </a:lnTo>
                <a:lnTo>
                  <a:pt x="149" y="16"/>
                </a:lnTo>
                <a:lnTo>
                  <a:pt x="142" y="18"/>
                </a:lnTo>
                <a:lnTo>
                  <a:pt x="135" y="20"/>
                </a:lnTo>
                <a:lnTo>
                  <a:pt x="128" y="23"/>
                </a:lnTo>
                <a:lnTo>
                  <a:pt x="121" y="25"/>
                </a:lnTo>
                <a:lnTo>
                  <a:pt x="115" y="28"/>
                </a:lnTo>
                <a:lnTo>
                  <a:pt x="108" y="31"/>
                </a:lnTo>
                <a:lnTo>
                  <a:pt x="102" y="34"/>
                </a:lnTo>
                <a:lnTo>
                  <a:pt x="96" y="37"/>
                </a:lnTo>
                <a:lnTo>
                  <a:pt x="91" y="40"/>
                </a:lnTo>
                <a:lnTo>
                  <a:pt x="85" y="44"/>
                </a:lnTo>
                <a:lnTo>
                  <a:pt x="79" y="48"/>
                </a:lnTo>
                <a:lnTo>
                  <a:pt x="74" y="51"/>
                </a:lnTo>
                <a:lnTo>
                  <a:pt x="69" y="55"/>
                </a:lnTo>
                <a:lnTo>
                  <a:pt x="64" y="59"/>
                </a:lnTo>
                <a:lnTo>
                  <a:pt x="59" y="62"/>
                </a:lnTo>
                <a:lnTo>
                  <a:pt x="54" y="66"/>
                </a:lnTo>
                <a:lnTo>
                  <a:pt x="50" y="70"/>
                </a:lnTo>
                <a:lnTo>
                  <a:pt x="45" y="75"/>
                </a:lnTo>
                <a:lnTo>
                  <a:pt x="41" y="79"/>
                </a:lnTo>
                <a:lnTo>
                  <a:pt x="37" y="83"/>
                </a:lnTo>
                <a:lnTo>
                  <a:pt x="34" y="88"/>
                </a:lnTo>
                <a:lnTo>
                  <a:pt x="30" y="92"/>
                </a:lnTo>
                <a:lnTo>
                  <a:pt x="27" y="97"/>
                </a:lnTo>
                <a:lnTo>
                  <a:pt x="24" y="101"/>
                </a:lnTo>
                <a:lnTo>
                  <a:pt x="21" y="106"/>
                </a:lnTo>
                <a:lnTo>
                  <a:pt x="18" y="111"/>
                </a:lnTo>
                <a:lnTo>
                  <a:pt x="16" y="116"/>
                </a:lnTo>
                <a:lnTo>
                  <a:pt x="14" y="120"/>
                </a:lnTo>
                <a:lnTo>
                  <a:pt x="12" y="125"/>
                </a:lnTo>
                <a:lnTo>
                  <a:pt x="10" y="130"/>
                </a:lnTo>
                <a:lnTo>
                  <a:pt x="8" y="135"/>
                </a:lnTo>
                <a:lnTo>
                  <a:pt x="7" y="140"/>
                </a:lnTo>
                <a:lnTo>
                  <a:pt x="6" y="145"/>
                </a:lnTo>
                <a:lnTo>
                  <a:pt x="5" y="150"/>
                </a:lnTo>
                <a:lnTo>
                  <a:pt x="5" y="155"/>
                </a:lnTo>
                <a:lnTo>
                  <a:pt x="4" y="161"/>
                </a:lnTo>
                <a:lnTo>
                  <a:pt x="4" y="166"/>
                </a:lnTo>
                <a:lnTo>
                  <a:pt x="4" y="171"/>
                </a:lnTo>
                <a:lnTo>
                  <a:pt x="5" y="176"/>
                </a:lnTo>
                <a:lnTo>
                  <a:pt x="5" y="181"/>
                </a:lnTo>
                <a:lnTo>
                  <a:pt x="6" y="186"/>
                </a:lnTo>
                <a:lnTo>
                  <a:pt x="7" y="191"/>
                </a:lnTo>
                <a:lnTo>
                  <a:pt x="8" y="196"/>
                </a:lnTo>
                <a:lnTo>
                  <a:pt x="10" y="201"/>
                </a:lnTo>
                <a:lnTo>
                  <a:pt x="12" y="206"/>
                </a:lnTo>
                <a:lnTo>
                  <a:pt x="14" y="211"/>
                </a:lnTo>
                <a:lnTo>
                  <a:pt x="16" y="216"/>
                </a:lnTo>
                <a:lnTo>
                  <a:pt x="18" y="221"/>
                </a:lnTo>
                <a:lnTo>
                  <a:pt x="21" y="225"/>
                </a:lnTo>
                <a:lnTo>
                  <a:pt x="24" y="230"/>
                </a:lnTo>
                <a:lnTo>
                  <a:pt x="27" y="235"/>
                </a:lnTo>
                <a:lnTo>
                  <a:pt x="30" y="239"/>
                </a:lnTo>
                <a:lnTo>
                  <a:pt x="34" y="244"/>
                </a:lnTo>
                <a:lnTo>
                  <a:pt x="37" y="248"/>
                </a:lnTo>
                <a:lnTo>
                  <a:pt x="41" y="252"/>
                </a:lnTo>
                <a:lnTo>
                  <a:pt x="45" y="257"/>
                </a:lnTo>
                <a:lnTo>
                  <a:pt x="50" y="261"/>
                </a:lnTo>
                <a:lnTo>
                  <a:pt x="54" y="265"/>
                </a:lnTo>
                <a:lnTo>
                  <a:pt x="59" y="269"/>
                </a:lnTo>
                <a:lnTo>
                  <a:pt x="64" y="273"/>
                </a:lnTo>
                <a:lnTo>
                  <a:pt x="69" y="277"/>
                </a:lnTo>
                <a:lnTo>
                  <a:pt x="74" y="280"/>
                </a:lnTo>
                <a:lnTo>
                  <a:pt x="79" y="284"/>
                </a:lnTo>
                <a:lnTo>
                  <a:pt x="85" y="287"/>
                </a:lnTo>
                <a:lnTo>
                  <a:pt x="91" y="290"/>
                </a:lnTo>
                <a:lnTo>
                  <a:pt x="96" y="294"/>
                </a:lnTo>
                <a:lnTo>
                  <a:pt x="102" y="297"/>
                </a:lnTo>
                <a:lnTo>
                  <a:pt x="108" y="300"/>
                </a:lnTo>
                <a:lnTo>
                  <a:pt x="115" y="302"/>
                </a:lnTo>
                <a:lnTo>
                  <a:pt x="121" y="305"/>
                </a:lnTo>
                <a:lnTo>
                  <a:pt x="128" y="308"/>
                </a:lnTo>
                <a:lnTo>
                  <a:pt x="135" y="310"/>
                </a:lnTo>
                <a:lnTo>
                  <a:pt x="142" y="312"/>
                </a:lnTo>
                <a:lnTo>
                  <a:pt x="149" y="314"/>
                </a:lnTo>
                <a:lnTo>
                  <a:pt x="156" y="316"/>
                </a:lnTo>
                <a:lnTo>
                  <a:pt x="163" y="318"/>
                </a:lnTo>
                <a:lnTo>
                  <a:pt x="170" y="320"/>
                </a:lnTo>
                <a:lnTo>
                  <a:pt x="177" y="321"/>
                </a:lnTo>
                <a:lnTo>
                  <a:pt x="184" y="323"/>
                </a:lnTo>
                <a:lnTo>
                  <a:pt x="191" y="324"/>
                </a:lnTo>
                <a:lnTo>
                  <a:pt x="199" y="325"/>
                </a:lnTo>
                <a:lnTo>
                  <a:pt x="206" y="326"/>
                </a:lnTo>
                <a:lnTo>
                  <a:pt x="213" y="326"/>
                </a:lnTo>
                <a:lnTo>
                  <a:pt x="221" y="327"/>
                </a:lnTo>
                <a:lnTo>
                  <a:pt x="228" y="327"/>
                </a:lnTo>
                <a:lnTo>
                  <a:pt x="236" y="328"/>
                </a:lnTo>
                <a:lnTo>
                  <a:pt x="243" y="328"/>
                </a:lnTo>
                <a:lnTo>
                  <a:pt x="251" y="328"/>
                </a:lnTo>
                <a:lnTo>
                  <a:pt x="258" y="327"/>
                </a:lnTo>
                <a:lnTo>
                  <a:pt x="266" y="327"/>
                </a:lnTo>
                <a:lnTo>
                  <a:pt x="273" y="326"/>
                </a:lnTo>
                <a:lnTo>
                  <a:pt x="280" y="326"/>
                </a:lnTo>
                <a:lnTo>
                  <a:pt x="288" y="325"/>
                </a:lnTo>
                <a:lnTo>
                  <a:pt x="295" y="324"/>
                </a:lnTo>
                <a:lnTo>
                  <a:pt x="302" y="323"/>
                </a:lnTo>
                <a:lnTo>
                  <a:pt x="310" y="321"/>
                </a:lnTo>
                <a:lnTo>
                  <a:pt x="317" y="320"/>
                </a:lnTo>
                <a:lnTo>
                  <a:pt x="324" y="318"/>
                </a:lnTo>
                <a:lnTo>
                  <a:pt x="331" y="316"/>
                </a:lnTo>
                <a:lnTo>
                  <a:pt x="338" y="314"/>
                </a:lnTo>
                <a:lnTo>
                  <a:pt x="345" y="312"/>
                </a:lnTo>
                <a:lnTo>
                  <a:pt x="351" y="310"/>
                </a:lnTo>
                <a:lnTo>
                  <a:pt x="358" y="308"/>
                </a:lnTo>
                <a:lnTo>
                  <a:pt x="364" y="305"/>
                </a:lnTo>
                <a:lnTo>
                  <a:pt x="371" y="302"/>
                </a:lnTo>
                <a:lnTo>
                  <a:pt x="377" y="300"/>
                </a:lnTo>
                <a:lnTo>
                  <a:pt x="383" y="297"/>
                </a:lnTo>
                <a:lnTo>
                  <a:pt x="389" y="294"/>
                </a:lnTo>
                <a:lnTo>
                  <a:pt x="395" y="290"/>
                </a:lnTo>
                <a:lnTo>
                  <a:pt x="401" y="287"/>
                </a:lnTo>
                <a:lnTo>
                  <a:pt x="406" y="284"/>
                </a:lnTo>
                <a:lnTo>
                  <a:pt x="412" y="280"/>
                </a:lnTo>
                <a:lnTo>
                  <a:pt x="417" y="277"/>
                </a:lnTo>
                <a:lnTo>
                  <a:pt x="422" y="273"/>
                </a:lnTo>
                <a:lnTo>
                  <a:pt x="427" y="269"/>
                </a:lnTo>
                <a:lnTo>
                  <a:pt x="431" y="265"/>
                </a:lnTo>
                <a:lnTo>
                  <a:pt x="436" y="261"/>
                </a:lnTo>
                <a:lnTo>
                  <a:pt x="440" y="257"/>
                </a:lnTo>
                <a:lnTo>
                  <a:pt x="444" y="252"/>
                </a:lnTo>
                <a:lnTo>
                  <a:pt x="448" y="248"/>
                </a:lnTo>
                <a:lnTo>
                  <a:pt x="452" y="244"/>
                </a:lnTo>
                <a:lnTo>
                  <a:pt x="455" y="239"/>
                </a:lnTo>
                <a:lnTo>
                  <a:pt x="459" y="235"/>
                </a:lnTo>
                <a:lnTo>
                  <a:pt x="462" y="230"/>
                </a:lnTo>
                <a:lnTo>
                  <a:pt x="465" y="225"/>
                </a:lnTo>
                <a:lnTo>
                  <a:pt x="467" y="221"/>
                </a:lnTo>
                <a:lnTo>
                  <a:pt x="470" y="216"/>
                </a:lnTo>
                <a:lnTo>
                  <a:pt x="472" y="211"/>
                </a:lnTo>
                <a:lnTo>
                  <a:pt x="474" y="206"/>
                </a:lnTo>
                <a:lnTo>
                  <a:pt x="476" y="201"/>
                </a:lnTo>
                <a:lnTo>
                  <a:pt x="477" y="196"/>
                </a:lnTo>
                <a:lnTo>
                  <a:pt x="478" y="191"/>
                </a:lnTo>
                <a:lnTo>
                  <a:pt x="479" y="186"/>
                </a:lnTo>
                <a:lnTo>
                  <a:pt x="480" y="181"/>
                </a:lnTo>
                <a:lnTo>
                  <a:pt x="481" y="176"/>
                </a:lnTo>
                <a:lnTo>
                  <a:pt x="481" y="171"/>
                </a:lnTo>
                <a:lnTo>
                  <a:pt x="481" y="166"/>
                </a:lnTo>
                <a:moveTo>
                  <a:pt x="485" y="166"/>
                </a:moveTo>
                <a:lnTo>
                  <a:pt x="485" y="171"/>
                </a:lnTo>
                <a:lnTo>
                  <a:pt x="485" y="176"/>
                </a:lnTo>
                <a:lnTo>
                  <a:pt x="484" y="181"/>
                </a:lnTo>
                <a:lnTo>
                  <a:pt x="483" y="186"/>
                </a:lnTo>
                <a:lnTo>
                  <a:pt x="482" y="191"/>
                </a:lnTo>
                <a:lnTo>
                  <a:pt x="481" y="196"/>
                </a:lnTo>
                <a:lnTo>
                  <a:pt x="479" y="202"/>
                </a:lnTo>
                <a:lnTo>
                  <a:pt x="477" y="207"/>
                </a:lnTo>
                <a:lnTo>
                  <a:pt x="475" y="212"/>
                </a:lnTo>
                <a:lnTo>
                  <a:pt x="473" y="217"/>
                </a:lnTo>
                <a:lnTo>
                  <a:pt x="471" y="221"/>
                </a:lnTo>
                <a:lnTo>
                  <a:pt x="468" y="226"/>
                </a:lnTo>
                <a:lnTo>
                  <a:pt x="465" y="231"/>
                </a:lnTo>
                <a:lnTo>
                  <a:pt x="462" y="236"/>
                </a:lnTo>
                <a:lnTo>
                  <a:pt x="459" y="240"/>
                </a:lnTo>
                <a:lnTo>
                  <a:pt x="455" y="245"/>
                </a:lnTo>
                <a:lnTo>
                  <a:pt x="451" y="249"/>
                </a:lnTo>
                <a:lnTo>
                  <a:pt x="447" y="254"/>
                </a:lnTo>
                <a:lnTo>
                  <a:pt x="443" y="258"/>
                </a:lnTo>
                <a:lnTo>
                  <a:pt x="439" y="262"/>
                </a:lnTo>
                <a:lnTo>
                  <a:pt x="434" y="267"/>
                </a:lnTo>
                <a:lnTo>
                  <a:pt x="430" y="271"/>
                </a:lnTo>
                <a:lnTo>
                  <a:pt x="425" y="274"/>
                </a:lnTo>
                <a:lnTo>
                  <a:pt x="420" y="278"/>
                </a:lnTo>
                <a:lnTo>
                  <a:pt x="414" y="282"/>
                </a:lnTo>
                <a:lnTo>
                  <a:pt x="409" y="286"/>
                </a:lnTo>
                <a:lnTo>
                  <a:pt x="403" y="289"/>
                </a:lnTo>
                <a:lnTo>
                  <a:pt x="397" y="292"/>
                </a:lnTo>
                <a:lnTo>
                  <a:pt x="391" y="296"/>
                </a:lnTo>
                <a:lnTo>
                  <a:pt x="385" y="299"/>
                </a:lnTo>
                <a:lnTo>
                  <a:pt x="379" y="302"/>
                </a:lnTo>
                <a:lnTo>
                  <a:pt x="373" y="305"/>
                </a:lnTo>
                <a:lnTo>
                  <a:pt x="366" y="307"/>
                </a:lnTo>
                <a:lnTo>
                  <a:pt x="360" y="310"/>
                </a:lnTo>
                <a:lnTo>
                  <a:pt x="353" y="312"/>
                </a:lnTo>
                <a:lnTo>
                  <a:pt x="346" y="315"/>
                </a:lnTo>
                <a:lnTo>
                  <a:pt x="339" y="317"/>
                </a:lnTo>
                <a:lnTo>
                  <a:pt x="332" y="319"/>
                </a:lnTo>
                <a:lnTo>
                  <a:pt x="325" y="320"/>
                </a:lnTo>
                <a:lnTo>
                  <a:pt x="318" y="322"/>
                </a:lnTo>
                <a:lnTo>
                  <a:pt x="311" y="324"/>
                </a:lnTo>
                <a:lnTo>
                  <a:pt x="303" y="325"/>
                </a:lnTo>
                <a:lnTo>
                  <a:pt x="296" y="326"/>
                </a:lnTo>
                <a:lnTo>
                  <a:pt x="289" y="327"/>
                </a:lnTo>
                <a:lnTo>
                  <a:pt x="281" y="328"/>
                </a:lnTo>
                <a:lnTo>
                  <a:pt x="274" y="329"/>
                </a:lnTo>
                <a:lnTo>
                  <a:pt x="266" y="329"/>
                </a:lnTo>
                <a:lnTo>
                  <a:pt x="258" y="330"/>
                </a:lnTo>
                <a:lnTo>
                  <a:pt x="251" y="330"/>
                </a:lnTo>
                <a:lnTo>
                  <a:pt x="243" y="330"/>
                </a:lnTo>
                <a:lnTo>
                  <a:pt x="236" y="330"/>
                </a:lnTo>
                <a:lnTo>
                  <a:pt x="228" y="330"/>
                </a:lnTo>
                <a:lnTo>
                  <a:pt x="220" y="329"/>
                </a:lnTo>
                <a:lnTo>
                  <a:pt x="213" y="329"/>
                </a:lnTo>
                <a:lnTo>
                  <a:pt x="205" y="328"/>
                </a:lnTo>
                <a:lnTo>
                  <a:pt x="198" y="327"/>
                </a:lnTo>
                <a:lnTo>
                  <a:pt x="190" y="326"/>
                </a:lnTo>
                <a:lnTo>
                  <a:pt x="183" y="325"/>
                </a:lnTo>
                <a:lnTo>
                  <a:pt x="176" y="324"/>
                </a:lnTo>
                <a:lnTo>
                  <a:pt x="169" y="322"/>
                </a:lnTo>
                <a:lnTo>
                  <a:pt x="161" y="320"/>
                </a:lnTo>
                <a:lnTo>
                  <a:pt x="154" y="319"/>
                </a:lnTo>
                <a:lnTo>
                  <a:pt x="147" y="317"/>
                </a:lnTo>
                <a:lnTo>
                  <a:pt x="140" y="315"/>
                </a:lnTo>
                <a:lnTo>
                  <a:pt x="133" y="312"/>
                </a:lnTo>
                <a:lnTo>
                  <a:pt x="126" y="310"/>
                </a:lnTo>
                <a:lnTo>
                  <a:pt x="119" y="307"/>
                </a:lnTo>
                <a:lnTo>
                  <a:pt x="113" y="305"/>
                </a:lnTo>
                <a:lnTo>
                  <a:pt x="106" y="302"/>
                </a:lnTo>
                <a:lnTo>
                  <a:pt x="100" y="299"/>
                </a:lnTo>
                <a:lnTo>
                  <a:pt x="94" y="296"/>
                </a:lnTo>
                <a:lnTo>
                  <a:pt x="88" y="292"/>
                </a:lnTo>
                <a:lnTo>
                  <a:pt x="82" y="289"/>
                </a:lnTo>
                <a:lnTo>
                  <a:pt x="77" y="286"/>
                </a:lnTo>
                <a:lnTo>
                  <a:pt x="71" y="282"/>
                </a:lnTo>
                <a:lnTo>
                  <a:pt x="66" y="278"/>
                </a:lnTo>
                <a:lnTo>
                  <a:pt x="61" y="274"/>
                </a:lnTo>
                <a:lnTo>
                  <a:pt x="56" y="271"/>
                </a:lnTo>
                <a:lnTo>
                  <a:pt x="51" y="267"/>
                </a:lnTo>
                <a:lnTo>
                  <a:pt x="47" y="262"/>
                </a:lnTo>
                <a:lnTo>
                  <a:pt x="42" y="258"/>
                </a:lnTo>
                <a:lnTo>
                  <a:pt x="38" y="254"/>
                </a:lnTo>
                <a:lnTo>
                  <a:pt x="34" y="249"/>
                </a:lnTo>
                <a:lnTo>
                  <a:pt x="30" y="245"/>
                </a:lnTo>
                <a:lnTo>
                  <a:pt x="27" y="240"/>
                </a:lnTo>
                <a:lnTo>
                  <a:pt x="23" y="236"/>
                </a:lnTo>
                <a:lnTo>
                  <a:pt x="20" y="231"/>
                </a:lnTo>
                <a:lnTo>
                  <a:pt x="17" y="226"/>
                </a:lnTo>
                <a:lnTo>
                  <a:pt x="15" y="221"/>
                </a:lnTo>
                <a:lnTo>
                  <a:pt x="12" y="217"/>
                </a:lnTo>
                <a:lnTo>
                  <a:pt x="10" y="212"/>
                </a:lnTo>
                <a:lnTo>
                  <a:pt x="8" y="207"/>
                </a:lnTo>
                <a:lnTo>
                  <a:pt x="6" y="202"/>
                </a:lnTo>
                <a:lnTo>
                  <a:pt x="5" y="196"/>
                </a:lnTo>
                <a:lnTo>
                  <a:pt x="3" y="191"/>
                </a:lnTo>
                <a:lnTo>
                  <a:pt x="2" y="186"/>
                </a:lnTo>
                <a:lnTo>
                  <a:pt x="1" y="181"/>
                </a:lnTo>
                <a:lnTo>
                  <a:pt x="1" y="176"/>
                </a:lnTo>
                <a:lnTo>
                  <a:pt x="1" y="171"/>
                </a:lnTo>
                <a:lnTo>
                  <a:pt x="0" y="166"/>
                </a:lnTo>
                <a:lnTo>
                  <a:pt x="1" y="160"/>
                </a:lnTo>
                <a:lnTo>
                  <a:pt x="1" y="155"/>
                </a:lnTo>
                <a:lnTo>
                  <a:pt x="1" y="150"/>
                </a:lnTo>
                <a:lnTo>
                  <a:pt x="2" y="145"/>
                </a:lnTo>
                <a:lnTo>
                  <a:pt x="3" y="140"/>
                </a:lnTo>
                <a:lnTo>
                  <a:pt x="5" y="135"/>
                </a:lnTo>
                <a:lnTo>
                  <a:pt x="6" y="130"/>
                </a:lnTo>
                <a:lnTo>
                  <a:pt x="8" y="125"/>
                </a:lnTo>
                <a:lnTo>
                  <a:pt x="10" y="120"/>
                </a:lnTo>
                <a:lnTo>
                  <a:pt x="12" y="115"/>
                </a:lnTo>
                <a:lnTo>
                  <a:pt x="15" y="110"/>
                </a:lnTo>
                <a:lnTo>
                  <a:pt x="17" y="105"/>
                </a:lnTo>
                <a:lnTo>
                  <a:pt x="20" y="100"/>
                </a:lnTo>
                <a:lnTo>
                  <a:pt x="23" y="96"/>
                </a:lnTo>
                <a:lnTo>
                  <a:pt x="27" y="91"/>
                </a:lnTo>
                <a:lnTo>
                  <a:pt x="30" y="86"/>
                </a:lnTo>
                <a:lnTo>
                  <a:pt x="34" y="82"/>
                </a:lnTo>
                <a:lnTo>
                  <a:pt x="38" y="77"/>
                </a:lnTo>
                <a:lnTo>
                  <a:pt x="42" y="73"/>
                </a:lnTo>
                <a:lnTo>
                  <a:pt x="47" y="69"/>
                </a:lnTo>
                <a:lnTo>
                  <a:pt x="51" y="65"/>
                </a:lnTo>
                <a:lnTo>
                  <a:pt x="56" y="61"/>
                </a:lnTo>
                <a:lnTo>
                  <a:pt x="61" y="57"/>
                </a:lnTo>
                <a:lnTo>
                  <a:pt x="66" y="53"/>
                </a:lnTo>
                <a:lnTo>
                  <a:pt x="71" y="49"/>
                </a:lnTo>
                <a:lnTo>
                  <a:pt x="77" y="46"/>
                </a:lnTo>
                <a:lnTo>
                  <a:pt x="82" y="42"/>
                </a:lnTo>
                <a:lnTo>
                  <a:pt x="88" y="38"/>
                </a:lnTo>
                <a:lnTo>
                  <a:pt x="94" y="35"/>
                </a:lnTo>
                <a:lnTo>
                  <a:pt x="100" y="32"/>
                </a:lnTo>
                <a:lnTo>
                  <a:pt x="106" y="29"/>
                </a:lnTo>
                <a:lnTo>
                  <a:pt x="113" y="26"/>
                </a:lnTo>
                <a:lnTo>
                  <a:pt x="119" y="23"/>
                </a:lnTo>
                <a:lnTo>
                  <a:pt x="126" y="20"/>
                </a:lnTo>
                <a:lnTo>
                  <a:pt x="133" y="18"/>
                </a:lnTo>
                <a:lnTo>
                  <a:pt x="140" y="16"/>
                </a:lnTo>
                <a:lnTo>
                  <a:pt x="147" y="14"/>
                </a:lnTo>
                <a:lnTo>
                  <a:pt x="154" y="12"/>
                </a:lnTo>
                <a:lnTo>
                  <a:pt x="161" y="10"/>
                </a:lnTo>
                <a:lnTo>
                  <a:pt x="169" y="8"/>
                </a:lnTo>
                <a:lnTo>
                  <a:pt x="176" y="7"/>
                </a:lnTo>
                <a:lnTo>
                  <a:pt x="183" y="5"/>
                </a:lnTo>
                <a:lnTo>
                  <a:pt x="190" y="4"/>
                </a:lnTo>
                <a:lnTo>
                  <a:pt x="198" y="3"/>
                </a:lnTo>
                <a:lnTo>
                  <a:pt x="205" y="2"/>
                </a:lnTo>
                <a:lnTo>
                  <a:pt x="213" y="1"/>
                </a:lnTo>
                <a:lnTo>
                  <a:pt x="220" y="1"/>
                </a:lnTo>
                <a:lnTo>
                  <a:pt x="228" y="0"/>
                </a:lnTo>
                <a:lnTo>
                  <a:pt x="236" y="0"/>
                </a:lnTo>
                <a:lnTo>
                  <a:pt x="243" y="0"/>
                </a:lnTo>
                <a:lnTo>
                  <a:pt x="251" y="0"/>
                </a:lnTo>
                <a:lnTo>
                  <a:pt x="258" y="0"/>
                </a:lnTo>
                <a:lnTo>
                  <a:pt x="266" y="1"/>
                </a:lnTo>
                <a:lnTo>
                  <a:pt x="274" y="1"/>
                </a:lnTo>
                <a:lnTo>
                  <a:pt x="281" y="2"/>
                </a:lnTo>
                <a:lnTo>
                  <a:pt x="289" y="3"/>
                </a:lnTo>
                <a:lnTo>
                  <a:pt x="296" y="4"/>
                </a:lnTo>
                <a:lnTo>
                  <a:pt x="303" y="5"/>
                </a:lnTo>
                <a:lnTo>
                  <a:pt x="311" y="7"/>
                </a:lnTo>
                <a:lnTo>
                  <a:pt x="318" y="8"/>
                </a:lnTo>
                <a:lnTo>
                  <a:pt x="325" y="10"/>
                </a:lnTo>
                <a:lnTo>
                  <a:pt x="332" y="12"/>
                </a:lnTo>
                <a:lnTo>
                  <a:pt x="339" y="14"/>
                </a:lnTo>
                <a:lnTo>
                  <a:pt x="346" y="16"/>
                </a:lnTo>
                <a:lnTo>
                  <a:pt x="353" y="18"/>
                </a:lnTo>
                <a:lnTo>
                  <a:pt x="360" y="20"/>
                </a:lnTo>
                <a:lnTo>
                  <a:pt x="366" y="23"/>
                </a:lnTo>
                <a:lnTo>
                  <a:pt x="373" y="26"/>
                </a:lnTo>
                <a:lnTo>
                  <a:pt x="379" y="29"/>
                </a:lnTo>
                <a:lnTo>
                  <a:pt x="385" y="32"/>
                </a:lnTo>
                <a:lnTo>
                  <a:pt x="391" y="35"/>
                </a:lnTo>
                <a:lnTo>
                  <a:pt x="397" y="38"/>
                </a:lnTo>
                <a:lnTo>
                  <a:pt x="403" y="42"/>
                </a:lnTo>
                <a:lnTo>
                  <a:pt x="409" y="46"/>
                </a:lnTo>
                <a:lnTo>
                  <a:pt x="414" y="49"/>
                </a:lnTo>
                <a:lnTo>
                  <a:pt x="420" y="53"/>
                </a:lnTo>
                <a:lnTo>
                  <a:pt x="425" y="57"/>
                </a:lnTo>
                <a:lnTo>
                  <a:pt x="430" y="61"/>
                </a:lnTo>
                <a:lnTo>
                  <a:pt x="434" y="65"/>
                </a:lnTo>
                <a:lnTo>
                  <a:pt x="439" y="69"/>
                </a:lnTo>
                <a:lnTo>
                  <a:pt x="443" y="73"/>
                </a:lnTo>
                <a:lnTo>
                  <a:pt x="447" y="77"/>
                </a:lnTo>
                <a:lnTo>
                  <a:pt x="451" y="82"/>
                </a:lnTo>
                <a:lnTo>
                  <a:pt x="455" y="86"/>
                </a:lnTo>
                <a:lnTo>
                  <a:pt x="459" y="91"/>
                </a:lnTo>
                <a:lnTo>
                  <a:pt x="462" y="96"/>
                </a:lnTo>
                <a:lnTo>
                  <a:pt x="465" y="100"/>
                </a:lnTo>
                <a:lnTo>
                  <a:pt x="468" y="105"/>
                </a:lnTo>
                <a:lnTo>
                  <a:pt x="471" y="110"/>
                </a:lnTo>
                <a:lnTo>
                  <a:pt x="473" y="115"/>
                </a:lnTo>
                <a:lnTo>
                  <a:pt x="475" y="120"/>
                </a:lnTo>
                <a:lnTo>
                  <a:pt x="477" y="125"/>
                </a:lnTo>
                <a:lnTo>
                  <a:pt x="479" y="130"/>
                </a:lnTo>
                <a:lnTo>
                  <a:pt x="481" y="135"/>
                </a:lnTo>
                <a:lnTo>
                  <a:pt x="482" y="140"/>
                </a:lnTo>
                <a:lnTo>
                  <a:pt x="483" y="145"/>
                </a:lnTo>
                <a:lnTo>
                  <a:pt x="484" y="150"/>
                </a:lnTo>
                <a:lnTo>
                  <a:pt x="485" y="155"/>
                </a:lnTo>
                <a:lnTo>
                  <a:pt x="485" y="160"/>
                </a:lnTo>
                <a:lnTo>
                  <a:pt x="485" y="166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0" name=""/>
          <p:cNvSpPr/>
          <p:nvPr/>
        </p:nvSpPr>
        <p:spPr>
          <a:xfrm>
            <a:off x="4030920" y="2881800"/>
            <a:ext cx="190800" cy="129960"/>
          </a:xfrm>
          <a:custGeom>
            <a:avLst/>
            <a:gdLst/>
            <a:ahLst/>
            <a:rect l="0" t="0" r="r" b="b"/>
            <a:pathLst>
              <a:path w="530" h="361">
                <a:moveTo>
                  <a:pt x="507" y="181"/>
                </a:moveTo>
                <a:lnTo>
                  <a:pt x="507" y="175"/>
                </a:lnTo>
                <a:lnTo>
                  <a:pt x="507" y="170"/>
                </a:lnTo>
                <a:lnTo>
                  <a:pt x="506" y="165"/>
                </a:lnTo>
                <a:lnTo>
                  <a:pt x="505" y="160"/>
                </a:lnTo>
                <a:lnTo>
                  <a:pt x="504" y="155"/>
                </a:lnTo>
                <a:lnTo>
                  <a:pt x="503" y="150"/>
                </a:lnTo>
                <a:lnTo>
                  <a:pt x="501" y="145"/>
                </a:lnTo>
                <a:lnTo>
                  <a:pt x="499" y="140"/>
                </a:lnTo>
                <a:lnTo>
                  <a:pt x="497" y="135"/>
                </a:lnTo>
                <a:lnTo>
                  <a:pt x="495" y="130"/>
                </a:lnTo>
                <a:lnTo>
                  <a:pt x="493" y="125"/>
                </a:lnTo>
                <a:lnTo>
                  <a:pt x="490" y="120"/>
                </a:lnTo>
                <a:lnTo>
                  <a:pt x="487" y="115"/>
                </a:lnTo>
                <a:lnTo>
                  <a:pt x="484" y="111"/>
                </a:lnTo>
                <a:lnTo>
                  <a:pt x="481" y="106"/>
                </a:lnTo>
                <a:lnTo>
                  <a:pt x="477" y="101"/>
                </a:lnTo>
                <a:lnTo>
                  <a:pt x="473" y="97"/>
                </a:lnTo>
                <a:lnTo>
                  <a:pt x="469" y="92"/>
                </a:lnTo>
                <a:lnTo>
                  <a:pt x="465" y="88"/>
                </a:lnTo>
                <a:lnTo>
                  <a:pt x="461" y="84"/>
                </a:lnTo>
                <a:lnTo>
                  <a:pt x="456" y="80"/>
                </a:lnTo>
                <a:lnTo>
                  <a:pt x="452" y="76"/>
                </a:lnTo>
                <a:lnTo>
                  <a:pt x="447" y="71"/>
                </a:lnTo>
                <a:lnTo>
                  <a:pt x="442" y="67"/>
                </a:lnTo>
                <a:lnTo>
                  <a:pt x="436" y="63"/>
                </a:lnTo>
                <a:lnTo>
                  <a:pt x="431" y="60"/>
                </a:lnTo>
                <a:lnTo>
                  <a:pt x="425" y="56"/>
                </a:lnTo>
                <a:lnTo>
                  <a:pt x="419" y="53"/>
                </a:lnTo>
                <a:lnTo>
                  <a:pt x="413" y="50"/>
                </a:lnTo>
                <a:lnTo>
                  <a:pt x="407" y="47"/>
                </a:lnTo>
                <a:lnTo>
                  <a:pt x="401" y="44"/>
                </a:lnTo>
                <a:lnTo>
                  <a:pt x="395" y="41"/>
                </a:lnTo>
                <a:lnTo>
                  <a:pt x="388" y="38"/>
                </a:lnTo>
                <a:lnTo>
                  <a:pt x="382" y="35"/>
                </a:lnTo>
                <a:lnTo>
                  <a:pt x="375" y="33"/>
                </a:lnTo>
                <a:lnTo>
                  <a:pt x="368" y="31"/>
                </a:lnTo>
                <a:lnTo>
                  <a:pt x="361" y="29"/>
                </a:lnTo>
                <a:lnTo>
                  <a:pt x="354" y="27"/>
                </a:lnTo>
                <a:lnTo>
                  <a:pt x="347" y="25"/>
                </a:lnTo>
                <a:lnTo>
                  <a:pt x="340" y="23"/>
                </a:lnTo>
                <a:lnTo>
                  <a:pt x="333" y="22"/>
                </a:lnTo>
                <a:lnTo>
                  <a:pt x="325" y="20"/>
                </a:lnTo>
                <a:lnTo>
                  <a:pt x="318" y="19"/>
                </a:lnTo>
                <a:lnTo>
                  <a:pt x="311" y="18"/>
                </a:lnTo>
                <a:lnTo>
                  <a:pt x="303" y="17"/>
                </a:lnTo>
                <a:lnTo>
                  <a:pt x="296" y="16"/>
                </a:lnTo>
                <a:lnTo>
                  <a:pt x="288" y="16"/>
                </a:lnTo>
                <a:lnTo>
                  <a:pt x="280" y="15"/>
                </a:lnTo>
                <a:lnTo>
                  <a:pt x="273" y="15"/>
                </a:lnTo>
                <a:lnTo>
                  <a:pt x="265" y="15"/>
                </a:lnTo>
                <a:lnTo>
                  <a:pt x="258" y="15"/>
                </a:lnTo>
                <a:lnTo>
                  <a:pt x="250" y="15"/>
                </a:lnTo>
                <a:lnTo>
                  <a:pt x="242" y="16"/>
                </a:lnTo>
                <a:lnTo>
                  <a:pt x="235" y="16"/>
                </a:lnTo>
                <a:lnTo>
                  <a:pt x="227" y="17"/>
                </a:lnTo>
                <a:lnTo>
                  <a:pt x="220" y="18"/>
                </a:lnTo>
                <a:lnTo>
                  <a:pt x="212" y="19"/>
                </a:lnTo>
                <a:lnTo>
                  <a:pt x="205" y="20"/>
                </a:lnTo>
                <a:lnTo>
                  <a:pt x="198" y="22"/>
                </a:lnTo>
                <a:lnTo>
                  <a:pt x="191" y="23"/>
                </a:lnTo>
                <a:lnTo>
                  <a:pt x="183" y="25"/>
                </a:lnTo>
                <a:lnTo>
                  <a:pt x="175" y="27"/>
                </a:lnTo>
                <a:lnTo>
                  <a:pt x="168" y="29"/>
                </a:lnTo>
                <a:lnTo>
                  <a:pt x="161" y="31"/>
                </a:lnTo>
                <a:lnTo>
                  <a:pt x="154" y="33"/>
                </a:lnTo>
                <a:lnTo>
                  <a:pt x="148" y="35"/>
                </a:lnTo>
                <a:lnTo>
                  <a:pt x="141" y="38"/>
                </a:lnTo>
                <a:lnTo>
                  <a:pt x="135" y="41"/>
                </a:lnTo>
                <a:lnTo>
                  <a:pt x="128" y="44"/>
                </a:lnTo>
                <a:lnTo>
                  <a:pt x="122" y="47"/>
                </a:lnTo>
                <a:lnTo>
                  <a:pt x="116" y="50"/>
                </a:lnTo>
                <a:lnTo>
                  <a:pt x="110" y="53"/>
                </a:lnTo>
                <a:lnTo>
                  <a:pt x="104" y="56"/>
                </a:lnTo>
                <a:lnTo>
                  <a:pt x="99" y="60"/>
                </a:lnTo>
                <a:lnTo>
                  <a:pt x="93" y="63"/>
                </a:lnTo>
                <a:lnTo>
                  <a:pt x="88" y="67"/>
                </a:lnTo>
                <a:lnTo>
                  <a:pt x="83" y="71"/>
                </a:lnTo>
                <a:lnTo>
                  <a:pt x="78" y="76"/>
                </a:lnTo>
                <a:lnTo>
                  <a:pt x="73" y="80"/>
                </a:lnTo>
                <a:lnTo>
                  <a:pt x="69" y="84"/>
                </a:lnTo>
                <a:lnTo>
                  <a:pt x="64" y="88"/>
                </a:lnTo>
                <a:lnTo>
                  <a:pt x="60" y="92"/>
                </a:lnTo>
                <a:lnTo>
                  <a:pt x="56" y="97"/>
                </a:lnTo>
                <a:lnTo>
                  <a:pt x="52" y="101"/>
                </a:lnTo>
                <a:lnTo>
                  <a:pt x="49" y="106"/>
                </a:lnTo>
                <a:lnTo>
                  <a:pt x="45" y="111"/>
                </a:lnTo>
                <a:lnTo>
                  <a:pt x="42" y="115"/>
                </a:lnTo>
                <a:lnTo>
                  <a:pt x="39" y="120"/>
                </a:lnTo>
                <a:lnTo>
                  <a:pt x="37" y="125"/>
                </a:lnTo>
                <a:lnTo>
                  <a:pt x="34" y="130"/>
                </a:lnTo>
                <a:lnTo>
                  <a:pt x="32" y="135"/>
                </a:lnTo>
                <a:lnTo>
                  <a:pt x="30" y="140"/>
                </a:lnTo>
                <a:lnTo>
                  <a:pt x="28" y="145"/>
                </a:lnTo>
                <a:lnTo>
                  <a:pt x="27" y="150"/>
                </a:lnTo>
                <a:lnTo>
                  <a:pt x="25" y="155"/>
                </a:lnTo>
                <a:lnTo>
                  <a:pt x="24" y="160"/>
                </a:lnTo>
                <a:lnTo>
                  <a:pt x="23" y="165"/>
                </a:lnTo>
                <a:lnTo>
                  <a:pt x="23" y="170"/>
                </a:lnTo>
                <a:lnTo>
                  <a:pt x="23" y="175"/>
                </a:lnTo>
                <a:lnTo>
                  <a:pt x="22" y="181"/>
                </a:lnTo>
                <a:lnTo>
                  <a:pt x="23" y="186"/>
                </a:lnTo>
                <a:lnTo>
                  <a:pt x="23" y="191"/>
                </a:lnTo>
                <a:lnTo>
                  <a:pt x="23" y="196"/>
                </a:lnTo>
                <a:lnTo>
                  <a:pt x="24" y="201"/>
                </a:lnTo>
                <a:lnTo>
                  <a:pt x="25" y="206"/>
                </a:lnTo>
                <a:lnTo>
                  <a:pt x="27" y="211"/>
                </a:lnTo>
                <a:lnTo>
                  <a:pt x="28" y="217"/>
                </a:lnTo>
                <a:lnTo>
                  <a:pt x="30" y="222"/>
                </a:lnTo>
                <a:lnTo>
                  <a:pt x="32" y="227"/>
                </a:lnTo>
                <a:lnTo>
                  <a:pt x="34" y="232"/>
                </a:lnTo>
                <a:lnTo>
                  <a:pt x="37" y="236"/>
                </a:lnTo>
                <a:lnTo>
                  <a:pt x="39" y="241"/>
                </a:lnTo>
                <a:lnTo>
                  <a:pt x="42" y="246"/>
                </a:lnTo>
                <a:lnTo>
                  <a:pt x="45" y="251"/>
                </a:lnTo>
                <a:lnTo>
                  <a:pt x="49" y="255"/>
                </a:lnTo>
                <a:lnTo>
                  <a:pt x="52" y="260"/>
                </a:lnTo>
                <a:lnTo>
                  <a:pt x="56" y="264"/>
                </a:lnTo>
                <a:lnTo>
                  <a:pt x="60" y="269"/>
                </a:lnTo>
                <a:lnTo>
                  <a:pt x="64" y="273"/>
                </a:lnTo>
                <a:lnTo>
                  <a:pt x="69" y="277"/>
                </a:lnTo>
                <a:lnTo>
                  <a:pt x="73" y="282"/>
                </a:lnTo>
                <a:lnTo>
                  <a:pt x="78" y="286"/>
                </a:lnTo>
                <a:lnTo>
                  <a:pt x="83" y="289"/>
                </a:lnTo>
                <a:lnTo>
                  <a:pt x="88" y="293"/>
                </a:lnTo>
                <a:lnTo>
                  <a:pt x="93" y="297"/>
                </a:lnTo>
                <a:lnTo>
                  <a:pt x="99" y="301"/>
                </a:lnTo>
                <a:lnTo>
                  <a:pt x="104" y="304"/>
                </a:lnTo>
                <a:lnTo>
                  <a:pt x="110" y="307"/>
                </a:lnTo>
                <a:lnTo>
                  <a:pt x="116" y="311"/>
                </a:lnTo>
                <a:lnTo>
                  <a:pt x="122" y="314"/>
                </a:lnTo>
                <a:lnTo>
                  <a:pt x="128" y="317"/>
                </a:lnTo>
                <a:lnTo>
                  <a:pt x="135" y="320"/>
                </a:lnTo>
                <a:lnTo>
                  <a:pt x="141" y="322"/>
                </a:lnTo>
                <a:lnTo>
                  <a:pt x="148" y="325"/>
                </a:lnTo>
                <a:lnTo>
                  <a:pt x="154" y="327"/>
                </a:lnTo>
                <a:lnTo>
                  <a:pt x="161" y="330"/>
                </a:lnTo>
                <a:lnTo>
                  <a:pt x="168" y="332"/>
                </a:lnTo>
                <a:lnTo>
                  <a:pt x="175" y="334"/>
                </a:lnTo>
                <a:lnTo>
                  <a:pt x="183" y="335"/>
                </a:lnTo>
                <a:lnTo>
                  <a:pt x="191" y="337"/>
                </a:lnTo>
                <a:lnTo>
                  <a:pt x="198" y="339"/>
                </a:lnTo>
                <a:lnTo>
                  <a:pt x="205" y="340"/>
                </a:lnTo>
                <a:lnTo>
                  <a:pt x="212" y="341"/>
                </a:lnTo>
                <a:lnTo>
                  <a:pt x="220" y="342"/>
                </a:lnTo>
                <a:lnTo>
                  <a:pt x="227" y="343"/>
                </a:lnTo>
                <a:lnTo>
                  <a:pt x="235" y="344"/>
                </a:lnTo>
                <a:lnTo>
                  <a:pt x="242" y="344"/>
                </a:lnTo>
                <a:lnTo>
                  <a:pt x="250" y="345"/>
                </a:lnTo>
                <a:lnTo>
                  <a:pt x="258" y="345"/>
                </a:lnTo>
                <a:lnTo>
                  <a:pt x="265" y="345"/>
                </a:lnTo>
                <a:lnTo>
                  <a:pt x="273" y="345"/>
                </a:lnTo>
                <a:lnTo>
                  <a:pt x="280" y="345"/>
                </a:lnTo>
                <a:lnTo>
                  <a:pt x="288" y="344"/>
                </a:lnTo>
                <a:lnTo>
                  <a:pt x="296" y="344"/>
                </a:lnTo>
                <a:lnTo>
                  <a:pt x="303" y="343"/>
                </a:lnTo>
                <a:lnTo>
                  <a:pt x="311" y="342"/>
                </a:lnTo>
                <a:lnTo>
                  <a:pt x="318" y="341"/>
                </a:lnTo>
                <a:lnTo>
                  <a:pt x="325" y="340"/>
                </a:lnTo>
                <a:lnTo>
                  <a:pt x="333" y="339"/>
                </a:lnTo>
                <a:lnTo>
                  <a:pt x="340" y="337"/>
                </a:lnTo>
                <a:lnTo>
                  <a:pt x="347" y="335"/>
                </a:lnTo>
                <a:lnTo>
                  <a:pt x="354" y="334"/>
                </a:lnTo>
                <a:lnTo>
                  <a:pt x="361" y="332"/>
                </a:lnTo>
                <a:lnTo>
                  <a:pt x="368" y="330"/>
                </a:lnTo>
                <a:lnTo>
                  <a:pt x="375" y="327"/>
                </a:lnTo>
                <a:lnTo>
                  <a:pt x="382" y="325"/>
                </a:lnTo>
                <a:lnTo>
                  <a:pt x="388" y="322"/>
                </a:lnTo>
                <a:lnTo>
                  <a:pt x="395" y="320"/>
                </a:lnTo>
                <a:lnTo>
                  <a:pt x="401" y="317"/>
                </a:lnTo>
                <a:lnTo>
                  <a:pt x="407" y="314"/>
                </a:lnTo>
                <a:lnTo>
                  <a:pt x="413" y="311"/>
                </a:lnTo>
                <a:lnTo>
                  <a:pt x="419" y="307"/>
                </a:lnTo>
                <a:lnTo>
                  <a:pt x="425" y="304"/>
                </a:lnTo>
                <a:lnTo>
                  <a:pt x="431" y="301"/>
                </a:lnTo>
                <a:lnTo>
                  <a:pt x="436" y="297"/>
                </a:lnTo>
                <a:lnTo>
                  <a:pt x="442" y="293"/>
                </a:lnTo>
                <a:lnTo>
                  <a:pt x="447" y="289"/>
                </a:lnTo>
                <a:lnTo>
                  <a:pt x="452" y="286"/>
                </a:lnTo>
                <a:lnTo>
                  <a:pt x="456" y="282"/>
                </a:lnTo>
                <a:lnTo>
                  <a:pt x="461" y="277"/>
                </a:lnTo>
                <a:lnTo>
                  <a:pt x="465" y="273"/>
                </a:lnTo>
                <a:lnTo>
                  <a:pt x="469" y="269"/>
                </a:lnTo>
                <a:lnTo>
                  <a:pt x="473" y="264"/>
                </a:lnTo>
                <a:lnTo>
                  <a:pt x="477" y="260"/>
                </a:lnTo>
                <a:lnTo>
                  <a:pt x="481" y="255"/>
                </a:lnTo>
                <a:lnTo>
                  <a:pt x="484" y="251"/>
                </a:lnTo>
                <a:lnTo>
                  <a:pt x="487" y="246"/>
                </a:lnTo>
                <a:lnTo>
                  <a:pt x="490" y="241"/>
                </a:lnTo>
                <a:lnTo>
                  <a:pt x="493" y="236"/>
                </a:lnTo>
                <a:lnTo>
                  <a:pt x="495" y="232"/>
                </a:lnTo>
                <a:lnTo>
                  <a:pt x="497" y="227"/>
                </a:lnTo>
                <a:lnTo>
                  <a:pt x="499" y="222"/>
                </a:lnTo>
                <a:lnTo>
                  <a:pt x="501" y="217"/>
                </a:lnTo>
                <a:lnTo>
                  <a:pt x="503" y="211"/>
                </a:lnTo>
                <a:lnTo>
                  <a:pt x="504" y="206"/>
                </a:lnTo>
                <a:lnTo>
                  <a:pt x="505" y="201"/>
                </a:lnTo>
                <a:lnTo>
                  <a:pt x="506" y="196"/>
                </a:lnTo>
                <a:lnTo>
                  <a:pt x="507" y="191"/>
                </a:lnTo>
                <a:lnTo>
                  <a:pt x="507" y="186"/>
                </a:lnTo>
                <a:lnTo>
                  <a:pt x="507" y="181"/>
                </a:lnTo>
                <a:moveTo>
                  <a:pt x="530" y="181"/>
                </a:moveTo>
                <a:lnTo>
                  <a:pt x="530" y="186"/>
                </a:lnTo>
                <a:lnTo>
                  <a:pt x="529" y="192"/>
                </a:lnTo>
                <a:lnTo>
                  <a:pt x="529" y="198"/>
                </a:lnTo>
                <a:lnTo>
                  <a:pt x="528" y="203"/>
                </a:lnTo>
                <a:lnTo>
                  <a:pt x="526" y="209"/>
                </a:lnTo>
                <a:lnTo>
                  <a:pt x="525" y="214"/>
                </a:lnTo>
                <a:lnTo>
                  <a:pt x="523" y="220"/>
                </a:lnTo>
                <a:lnTo>
                  <a:pt x="521" y="225"/>
                </a:lnTo>
                <a:lnTo>
                  <a:pt x="519" y="231"/>
                </a:lnTo>
                <a:lnTo>
                  <a:pt x="517" y="236"/>
                </a:lnTo>
                <a:lnTo>
                  <a:pt x="514" y="242"/>
                </a:lnTo>
                <a:lnTo>
                  <a:pt x="511" y="247"/>
                </a:lnTo>
                <a:lnTo>
                  <a:pt x="508" y="252"/>
                </a:lnTo>
                <a:lnTo>
                  <a:pt x="505" y="257"/>
                </a:lnTo>
                <a:lnTo>
                  <a:pt x="501" y="262"/>
                </a:lnTo>
                <a:lnTo>
                  <a:pt x="497" y="267"/>
                </a:lnTo>
                <a:lnTo>
                  <a:pt x="493" y="272"/>
                </a:lnTo>
                <a:lnTo>
                  <a:pt x="489" y="277"/>
                </a:lnTo>
                <a:lnTo>
                  <a:pt x="484" y="282"/>
                </a:lnTo>
                <a:lnTo>
                  <a:pt x="479" y="286"/>
                </a:lnTo>
                <a:lnTo>
                  <a:pt x="474" y="291"/>
                </a:lnTo>
                <a:lnTo>
                  <a:pt x="469" y="295"/>
                </a:lnTo>
                <a:lnTo>
                  <a:pt x="464" y="300"/>
                </a:lnTo>
                <a:lnTo>
                  <a:pt x="458" y="304"/>
                </a:lnTo>
                <a:lnTo>
                  <a:pt x="452" y="308"/>
                </a:lnTo>
                <a:lnTo>
                  <a:pt x="446" y="312"/>
                </a:lnTo>
                <a:lnTo>
                  <a:pt x="440" y="316"/>
                </a:lnTo>
                <a:lnTo>
                  <a:pt x="434" y="319"/>
                </a:lnTo>
                <a:lnTo>
                  <a:pt x="427" y="323"/>
                </a:lnTo>
                <a:lnTo>
                  <a:pt x="421" y="326"/>
                </a:lnTo>
                <a:lnTo>
                  <a:pt x="414" y="330"/>
                </a:lnTo>
                <a:lnTo>
                  <a:pt x="407" y="333"/>
                </a:lnTo>
                <a:lnTo>
                  <a:pt x="400" y="336"/>
                </a:lnTo>
                <a:lnTo>
                  <a:pt x="393" y="338"/>
                </a:lnTo>
                <a:lnTo>
                  <a:pt x="385" y="341"/>
                </a:lnTo>
                <a:lnTo>
                  <a:pt x="378" y="344"/>
                </a:lnTo>
                <a:lnTo>
                  <a:pt x="370" y="346"/>
                </a:lnTo>
                <a:lnTo>
                  <a:pt x="363" y="348"/>
                </a:lnTo>
                <a:lnTo>
                  <a:pt x="355" y="350"/>
                </a:lnTo>
                <a:lnTo>
                  <a:pt x="347" y="352"/>
                </a:lnTo>
                <a:lnTo>
                  <a:pt x="339" y="354"/>
                </a:lnTo>
                <a:lnTo>
                  <a:pt x="331" y="355"/>
                </a:lnTo>
                <a:lnTo>
                  <a:pt x="323" y="356"/>
                </a:lnTo>
                <a:lnTo>
                  <a:pt x="315" y="357"/>
                </a:lnTo>
                <a:lnTo>
                  <a:pt x="307" y="358"/>
                </a:lnTo>
                <a:lnTo>
                  <a:pt x="298" y="359"/>
                </a:lnTo>
                <a:lnTo>
                  <a:pt x="290" y="360"/>
                </a:lnTo>
                <a:lnTo>
                  <a:pt x="282" y="360"/>
                </a:lnTo>
                <a:lnTo>
                  <a:pt x="274" y="361"/>
                </a:lnTo>
                <a:lnTo>
                  <a:pt x="265" y="361"/>
                </a:lnTo>
                <a:lnTo>
                  <a:pt x="257" y="361"/>
                </a:lnTo>
                <a:lnTo>
                  <a:pt x="249" y="360"/>
                </a:lnTo>
                <a:lnTo>
                  <a:pt x="240" y="360"/>
                </a:lnTo>
                <a:lnTo>
                  <a:pt x="232" y="359"/>
                </a:lnTo>
                <a:lnTo>
                  <a:pt x="224" y="358"/>
                </a:lnTo>
                <a:lnTo>
                  <a:pt x="216" y="357"/>
                </a:lnTo>
                <a:lnTo>
                  <a:pt x="208" y="356"/>
                </a:lnTo>
                <a:lnTo>
                  <a:pt x="199" y="355"/>
                </a:lnTo>
                <a:lnTo>
                  <a:pt x="191" y="354"/>
                </a:lnTo>
                <a:lnTo>
                  <a:pt x="184" y="352"/>
                </a:lnTo>
                <a:lnTo>
                  <a:pt x="175" y="350"/>
                </a:lnTo>
                <a:lnTo>
                  <a:pt x="167" y="348"/>
                </a:lnTo>
                <a:lnTo>
                  <a:pt x="159" y="346"/>
                </a:lnTo>
                <a:lnTo>
                  <a:pt x="152" y="344"/>
                </a:lnTo>
                <a:lnTo>
                  <a:pt x="144" y="341"/>
                </a:lnTo>
                <a:lnTo>
                  <a:pt x="137" y="338"/>
                </a:lnTo>
                <a:lnTo>
                  <a:pt x="130" y="336"/>
                </a:lnTo>
                <a:lnTo>
                  <a:pt x="123" y="333"/>
                </a:lnTo>
                <a:lnTo>
                  <a:pt x="116" y="330"/>
                </a:lnTo>
                <a:lnTo>
                  <a:pt x="109" y="326"/>
                </a:lnTo>
                <a:lnTo>
                  <a:pt x="102" y="323"/>
                </a:lnTo>
                <a:lnTo>
                  <a:pt x="96" y="319"/>
                </a:lnTo>
                <a:lnTo>
                  <a:pt x="89" y="316"/>
                </a:lnTo>
                <a:lnTo>
                  <a:pt x="83" y="312"/>
                </a:lnTo>
                <a:lnTo>
                  <a:pt x="77" y="308"/>
                </a:lnTo>
                <a:lnTo>
                  <a:pt x="71" y="304"/>
                </a:lnTo>
                <a:lnTo>
                  <a:pt x="66" y="300"/>
                </a:lnTo>
                <a:lnTo>
                  <a:pt x="60" y="295"/>
                </a:lnTo>
                <a:lnTo>
                  <a:pt x="55" y="291"/>
                </a:lnTo>
                <a:lnTo>
                  <a:pt x="50" y="286"/>
                </a:lnTo>
                <a:lnTo>
                  <a:pt x="45" y="282"/>
                </a:lnTo>
                <a:lnTo>
                  <a:pt x="41" y="277"/>
                </a:lnTo>
                <a:lnTo>
                  <a:pt x="37" y="272"/>
                </a:lnTo>
                <a:lnTo>
                  <a:pt x="32" y="267"/>
                </a:lnTo>
                <a:lnTo>
                  <a:pt x="29" y="262"/>
                </a:lnTo>
                <a:lnTo>
                  <a:pt x="25" y="257"/>
                </a:lnTo>
                <a:lnTo>
                  <a:pt x="22" y="252"/>
                </a:lnTo>
                <a:lnTo>
                  <a:pt x="18" y="247"/>
                </a:lnTo>
                <a:lnTo>
                  <a:pt x="15" y="242"/>
                </a:lnTo>
                <a:lnTo>
                  <a:pt x="13" y="236"/>
                </a:lnTo>
                <a:lnTo>
                  <a:pt x="10" y="231"/>
                </a:lnTo>
                <a:lnTo>
                  <a:pt x="8" y="225"/>
                </a:lnTo>
                <a:lnTo>
                  <a:pt x="6" y="220"/>
                </a:lnTo>
                <a:lnTo>
                  <a:pt x="4" y="214"/>
                </a:lnTo>
                <a:lnTo>
                  <a:pt x="3" y="209"/>
                </a:lnTo>
                <a:lnTo>
                  <a:pt x="2" y="203"/>
                </a:lnTo>
                <a:lnTo>
                  <a:pt x="1" y="198"/>
                </a:lnTo>
                <a:lnTo>
                  <a:pt x="0" y="192"/>
                </a:lnTo>
                <a:lnTo>
                  <a:pt x="0" y="186"/>
                </a:lnTo>
                <a:lnTo>
                  <a:pt x="0" y="181"/>
                </a:lnTo>
                <a:lnTo>
                  <a:pt x="0" y="175"/>
                </a:lnTo>
                <a:lnTo>
                  <a:pt x="0" y="169"/>
                </a:lnTo>
                <a:lnTo>
                  <a:pt x="1" y="164"/>
                </a:lnTo>
                <a:lnTo>
                  <a:pt x="2" y="158"/>
                </a:lnTo>
                <a:lnTo>
                  <a:pt x="3" y="152"/>
                </a:lnTo>
                <a:lnTo>
                  <a:pt x="4" y="147"/>
                </a:lnTo>
                <a:lnTo>
                  <a:pt x="6" y="141"/>
                </a:lnTo>
                <a:lnTo>
                  <a:pt x="8" y="136"/>
                </a:lnTo>
                <a:lnTo>
                  <a:pt x="10" y="130"/>
                </a:lnTo>
                <a:lnTo>
                  <a:pt x="13" y="125"/>
                </a:lnTo>
                <a:lnTo>
                  <a:pt x="15" y="120"/>
                </a:lnTo>
                <a:lnTo>
                  <a:pt x="18" y="114"/>
                </a:lnTo>
                <a:lnTo>
                  <a:pt x="22" y="109"/>
                </a:lnTo>
                <a:lnTo>
                  <a:pt x="25" y="104"/>
                </a:lnTo>
                <a:lnTo>
                  <a:pt x="29" y="99"/>
                </a:lnTo>
                <a:lnTo>
                  <a:pt x="32" y="94"/>
                </a:lnTo>
                <a:lnTo>
                  <a:pt x="37" y="89"/>
                </a:lnTo>
                <a:lnTo>
                  <a:pt x="41" y="84"/>
                </a:lnTo>
                <a:lnTo>
                  <a:pt x="45" y="79"/>
                </a:lnTo>
                <a:lnTo>
                  <a:pt x="50" y="75"/>
                </a:lnTo>
                <a:lnTo>
                  <a:pt x="55" y="69"/>
                </a:lnTo>
                <a:lnTo>
                  <a:pt x="60" y="65"/>
                </a:lnTo>
                <a:lnTo>
                  <a:pt x="66" y="61"/>
                </a:lnTo>
                <a:lnTo>
                  <a:pt x="71" y="56"/>
                </a:lnTo>
                <a:lnTo>
                  <a:pt x="77" y="52"/>
                </a:lnTo>
                <a:lnTo>
                  <a:pt x="83" y="48"/>
                </a:lnTo>
                <a:lnTo>
                  <a:pt x="89" y="45"/>
                </a:lnTo>
                <a:lnTo>
                  <a:pt x="96" y="41"/>
                </a:lnTo>
                <a:lnTo>
                  <a:pt x="102" y="37"/>
                </a:lnTo>
                <a:lnTo>
                  <a:pt x="109" y="34"/>
                </a:lnTo>
                <a:lnTo>
                  <a:pt x="116" y="31"/>
                </a:lnTo>
                <a:lnTo>
                  <a:pt x="123" y="28"/>
                </a:lnTo>
                <a:lnTo>
                  <a:pt x="130" y="25"/>
                </a:lnTo>
                <a:lnTo>
                  <a:pt x="137" y="22"/>
                </a:lnTo>
                <a:lnTo>
                  <a:pt x="144" y="19"/>
                </a:lnTo>
                <a:lnTo>
                  <a:pt x="152" y="17"/>
                </a:lnTo>
                <a:lnTo>
                  <a:pt x="159" y="14"/>
                </a:lnTo>
                <a:lnTo>
                  <a:pt x="167" y="12"/>
                </a:lnTo>
                <a:lnTo>
                  <a:pt x="175" y="10"/>
                </a:lnTo>
                <a:lnTo>
                  <a:pt x="184" y="8"/>
                </a:lnTo>
                <a:lnTo>
                  <a:pt x="191" y="7"/>
                </a:lnTo>
                <a:lnTo>
                  <a:pt x="199" y="5"/>
                </a:lnTo>
                <a:lnTo>
                  <a:pt x="208" y="4"/>
                </a:lnTo>
                <a:lnTo>
                  <a:pt x="216" y="3"/>
                </a:lnTo>
                <a:lnTo>
                  <a:pt x="224" y="2"/>
                </a:lnTo>
                <a:lnTo>
                  <a:pt x="232" y="1"/>
                </a:lnTo>
                <a:lnTo>
                  <a:pt x="240" y="0"/>
                </a:lnTo>
                <a:lnTo>
                  <a:pt x="249" y="0"/>
                </a:lnTo>
                <a:lnTo>
                  <a:pt x="257" y="0"/>
                </a:lnTo>
                <a:lnTo>
                  <a:pt x="265" y="0"/>
                </a:lnTo>
                <a:lnTo>
                  <a:pt x="274" y="0"/>
                </a:lnTo>
                <a:lnTo>
                  <a:pt x="282" y="0"/>
                </a:lnTo>
                <a:lnTo>
                  <a:pt x="290" y="0"/>
                </a:lnTo>
                <a:lnTo>
                  <a:pt x="298" y="1"/>
                </a:lnTo>
                <a:lnTo>
                  <a:pt x="307" y="2"/>
                </a:lnTo>
                <a:lnTo>
                  <a:pt x="315" y="3"/>
                </a:lnTo>
                <a:lnTo>
                  <a:pt x="323" y="4"/>
                </a:lnTo>
                <a:lnTo>
                  <a:pt x="331" y="5"/>
                </a:lnTo>
                <a:lnTo>
                  <a:pt x="339" y="7"/>
                </a:lnTo>
                <a:lnTo>
                  <a:pt x="347" y="8"/>
                </a:lnTo>
                <a:lnTo>
                  <a:pt x="355" y="10"/>
                </a:lnTo>
                <a:lnTo>
                  <a:pt x="363" y="12"/>
                </a:lnTo>
                <a:lnTo>
                  <a:pt x="370" y="14"/>
                </a:lnTo>
                <a:lnTo>
                  <a:pt x="378" y="17"/>
                </a:lnTo>
                <a:lnTo>
                  <a:pt x="385" y="19"/>
                </a:lnTo>
                <a:lnTo>
                  <a:pt x="393" y="22"/>
                </a:lnTo>
                <a:lnTo>
                  <a:pt x="400" y="25"/>
                </a:lnTo>
                <a:lnTo>
                  <a:pt x="407" y="28"/>
                </a:lnTo>
                <a:lnTo>
                  <a:pt x="414" y="31"/>
                </a:lnTo>
                <a:lnTo>
                  <a:pt x="421" y="34"/>
                </a:lnTo>
                <a:lnTo>
                  <a:pt x="427" y="37"/>
                </a:lnTo>
                <a:lnTo>
                  <a:pt x="434" y="41"/>
                </a:lnTo>
                <a:lnTo>
                  <a:pt x="440" y="45"/>
                </a:lnTo>
                <a:lnTo>
                  <a:pt x="446" y="48"/>
                </a:lnTo>
                <a:lnTo>
                  <a:pt x="452" y="52"/>
                </a:lnTo>
                <a:lnTo>
                  <a:pt x="458" y="56"/>
                </a:lnTo>
                <a:lnTo>
                  <a:pt x="464" y="61"/>
                </a:lnTo>
                <a:lnTo>
                  <a:pt x="469" y="65"/>
                </a:lnTo>
                <a:lnTo>
                  <a:pt x="474" y="69"/>
                </a:lnTo>
                <a:lnTo>
                  <a:pt x="479" y="75"/>
                </a:lnTo>
                <a:lnTo>
                  <a:pt x="484" y="79"/>
                </a:lnTo>
                <a:lnTo>
                  <a:pt x="489" y="84"/>
                </a:lnTo>
                <a:lnTo>
                  <a:pt x="493" y="89"/>
                </a:lnTo>
                <a:lnTo>
                  <a:pt x="497" y="94"/>
                </a:lnTo>
                <a:lnTo>
                  <a:pt x="501" y="99"/>
                </a:lnTo>
                <a:lnTo>
                  <a:pt x="505" y="104"/>
                </a:lnTo>
                <a:lnTo>
                  <a:pt x="508" y="109"/>
                </a:lnTo>
                <a:lnTo>
                  <a:pt x="511" y="114"/>
                </a:lnTo>
                <a:lnTo>
                  <a:pt x="514" y="120"/>
                </a:lnTo>
                <a:lnTo>
                  <a:pt x="517" y="125"/>
                </a:lnTo>
                <a:lnTo>
                  <a:pt x="519" y="130"/>
                </a:lnTo>
                <a:lnTo>
                  <a:pt x="521" y="136"/>
                </a:lnTo>
                <a:lnTo>
                  <a:pt x="523" y="141"/>
                </a:lnTo>
                <a:lnTo>
                  <a:pt x="525" y="147"/>
                </a:lnTo>
                <a:lnTo>
                  <a:pt x="526" y="152"/>
                </a:lnTo>
                <a:lnTo>
                  <a:pt x="528" y="158"/>
                </a:lnTo>
                <a:lnTo>
                  <a:pt x="529" y="164"/>
                </a:lnTo>
                <a:lnTo>
                  <a:pt x="529" y="169"/>
                </a:lnTo>
                <a:lnTo>
                  <a:pt x="530" y="175"/>
                </a:lnTo>
                <a:lnTo>
                  <a:pt x="530" y="181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1" name=""/>
          <p:cNvSpPr/>
          <p:nvPr/>
        </p:nvSpPr>
        <p:spPr>
          <a:xfrm>
            <a:off x="4029480" y="2880720"/>
            <a:ext cx="193680" cy="131760"/>
          </a:xfrm>
          <a:custGeom>
            <a:avLst/>
            <a:gdLst/>
            <a:ahLst/>
            <a:rect l="0" t="0" r="r" b="b"/>
            <a:pathLst>
              <a:path w="538" h="366">
                <a:moveTo>
                  <a:pt x="534" y="183"/>
                </a:moveTo>
                <a:lnTo>
                  <a:pt x="534" y="177"/>
                </a:lnTo>
                <a:lnTo>
                  <a:pt x="533" y="171"/>
                </a:lnTo>
                <a:lnTo>
                  <a:pt x="533" y="166"/>
                </a:lnTo>
                <a:lnTo>
                  <a:pt x="532" y="160"/>
                </a:lnTo>
                <a:lnTo>
                  <a:pt x="530" y="154"/>
                </a:lnTo>
                <a:lnTo>
                  <a:pt x="529" y="149"/>
                </a:lnTo>
                <a:lnTo>
                  <a:pt x="527" y="143"/>
                </a:lnTo>
                <a:lnTo>
                  <a:pt x="525" y="138"/>
                </a:lnTo>
                <a:lnTo>
                  <a:pt x="523" y="132"/>
                </a:lnTo>
                <a:lnTo>
                  <a:pt x="521" y="127"/>
                </a:lnTo>
                <a:lnTo>
                  <a:pt x="518" y="122"/>
                </a:lnTo>
                <a:lnTo>
                  <a:pt x="515" y="116"/>
                </a:lnTo>
                <a:lnTo>
                  <a:pt x="512" y="111"/>
                </a:lnTo>
                <a:lnTo>
                  <a:pt x="509" y="106"/>
                </a:lnTo>
                <a:lnTo>
                  <a:pt x="505" y="101"/>
                </a:lnTo>
                <a:lnTo>
                  <a:pt x="501" y="96"/>
                </a:lnTo>
                <a:lnTo>
                  <a:pt x="497" y="91"/>
                </a:lnTo>
                <a:lnTo>
                  <a:pt x="493" y="86"/>
                </a:lnTo>
                <a:lnTo>
                  <a:pt x="488" y="81"/>
                </a:lnTo>
                <a:lnTo>
                  <a:pt x="483" y="77"/>
                </a:lnTo>
                <a:lnTo>
                  <a:pt x="478" y="72"/>
                </a:lnTo>
                <a:lnTo>
                  <a:pt x="473" y="68"/>
                </a:lnTo>
                <a:lnTo>
                  <a:pt x="468" y="64"/>
                </a:lnTo>
                <a:lnTo>
                  <a:pt x="462" y="59"/>
                </a:lnTo>
                <a:lnTo>
                  <a:pt x="456" y="55"/>
                </a:lnTo>
                <a:lnTo>
                  <a:pt x="450" y="51"/>
                </a:lnTo>
                <a:lnTo>
                  <a:pt x="444" y="48"/>
                </a:lnTo>
                <a:lnTo>
                  <a:pt x="438" y="44"/>
                </a:lnTo>
                <a:lnTo>
                  <a:pt x="431" y="40"/>
                </a:lnTo>
                <a:lnTo>
                  <a:pt x="425" y="37"/>
                </a:lnTo>
                <a:lnTo>
                  <a:pt x="418" y="34"/>
                </a:lnTo>
                <a:lnTo>
                  <a:pt x="411" y="31"/>
                </a:lnTo>
                <a:lnTo>
                  <a:pt x="404" y="28"/>
                </a:lnTo>
                <a:lnTo>
                  <a:pt x="397" y="25"/>
                </a:lnTo>
                <a:lnTo>
                  <a:pt x="389" y="22"/>
                </a:lnTo>
                <a:lnTo>
                  <a:pt x="382" y="20"/>
                </a:lnTo>
                <a:lnTo>
                  <a:pt x="374" y="17"/>
                </a:lnTo>
                <a:lnTo>
                  <a:pt x="367" y="15"/>
                </a:lnTo>
                <a:lnTo>
                  <a:pt x="359" y="13"/>
                </a:lnTo>
                <a:lnTo>
                  <a:pt x="351" y="11"/>
                </a:lnTo>
                <a:lnTo>
                  <a:pt x="343" y="10"/>
                </a:lnTo>
                <a:lnTo>
                  <a:pt x="335" y="8"/>
                </a:lnTo>
                <a:lnTo>
                  <a:pt x="326" y="7"/>
                </a:lnTo>
                <a:lnTo>
                  <a:pt x="318" y="6"/>
                </a:lnTo>
                <a:lnTo>
                  <a:pt x="310" y="5"/>
                </a:lnTo>
                <a:lnTo>
                  <a:pt x="301" y="4"/>
                </a:lnTo>
                <a:lnTo>
                  <a:pt x="293" y="3"/>
                </a:lnTo>
                <a:lnTo>
                  <a:pt x="285" y="3"/>
                </a:lnTo>
                <a:lnTo>
                  <a:pt x="277" y="3"/>
                </a:lnTo>
                <a:lnTo>
                  <a:pt x="268" y="3"/>
                </a:lnTo>
                <a:lnTo>
                  <a:pt x="260" y="3"/>
                </a:lnTo>
                <a:lnTo>
                  <a:pt x="252" y="3"/>
                </a:lnTo>
                <a:lnTo>
                  <a:pt x="243" y="3"/>
                </a:lnTo>
                <a:lnTo>
                  <a:pt x="235" y="4"/>
                </a:lnTo>
                <a:lnTo>
                  <a:pt x="227" y="5"/>
                </a:lnTo>
                <a:lnTo>
                  <a:pt x="219" y="6"/>
                </a:lnTo>
                <a:lnTo>
                  <a:pt x="211" y="7"/>
                </a:lnTo>
                <a:lnTo>
                  <a:pt x="202" y="8"/>
                </a:lnTo>
                <a:lnTo>
                  <a:pt x="194" y="10"/>
                </a:lnTo>
                <a:lnTo>
                  <a:pt x="187" y="11"/>
                </a:lnTo>
                <a:lnTo>
                  <a:pt x="179" y="13"/>
                </a:lnTo>
                <a:lnTo>
                  <a:pt x="171" y="15"/>
                </a:lnTo>
                <a:lnTo>
                  <a:pt x="163" y="17"/>
                </a:lnTo>
                <a:lnTo>
                  <a:pt x="156" y="20"/>
                </a:lnTo>
                <a:lnTo>
                  <a:pt x="148" y="22"/>
                </a:lnTo>
                <a:lnTo>
                  <a:pt x="141" y="25"/>
                </a:lnTo>
                <a:lnTo>
                  <a:pt x="134" y="28"/>
                </a:lnTo>
                <a:lnTo>
                  <a:pt x="127" y="31"/>
                </a:lnTo>
                <a:lnTo>
                  <a:pt x="120" y="34"/>
                </a:lnTo>
                <a:lnTo>
                  <a:pt x="113" y="37"/>
                </a:lnTo>
                <a:lnTo>
                  <a:pt x="106" y="40"/>
                </a:lnTo>
                <a:lnTo>
                  <a:pt x="100" y="44"/>
                </a:lnTo>
                <a:lnTo>
                  <a:pt x="93" y="48"/>
                </a:lnTo>
                <a:lnTo>
                  <a:pt x="87" y="51"/>
                </a:lnTo>
                <a:lnTo>
                  <a:pt x="81" y="55"/>
                </a:lnTo>
                <a:lnTo>
                  <a:pt x="75" y="59"/>
                </a:lnTo>
                <a:lnTo>
                  <a:pt x="70" y="64"/>
                </a:lnTo>
                <a:lnTo>
                  <a:pt x="64" y="68"/>
                </a:lnTo>
                <a:lnTo>
                  <a:pt x="59" y="72"/>
                </a:lnTo>
                <a:lnTo>
                  <a:pt x="54" y="77"/>
                </a:lnTo>
                <a:lnTo>
                  <a:pt x="49" y="81"/>
                </a:lnTo>
                <a:lnTo>
                  <a:pt x="45" y="86"/>
                </a:lnTo>
                <a:lnTo>
                  <a:pt x="41" y="91"/>
                </a:lnTo>
                <a:lnTo>
                  <a:pt x="36" y="96"/>
                </a:lnTo>
                <a:lnTo>
                  <a:pt x="33" y="101"/>
                </a:lnTo>
                <a:lnTo>
                  <a:pt x="29" y="106"/>
                </a:lnTo>
                <a:lnTo>
                  <a:pt x="26" y="111"/>
                </a:lnTo>
                <a:lnTo>
                  <a:pt x="22" y="116"/>
                </a:lnTo>
                <a:lnTo>
                  <a:pt x="19" y="122"/>
                </a:lnTo>
                <a:lnTo>
                  <a:pt x="17" y="127"/>
                </a:lnTo>
                <a:lnTo>
                  <a:pt x="14" y="132"/>
                </a:lnTo>
                <a:lnTo>
                  <a:pt x="12" y="138"/>
                </a:lnTo>
                <a:lnTo>
                  <a:pt x="10" y="143"/>
                </a:lnTo>
                <a:lnTo>
                  <a:pt x="8" y="149"/>
                </a:lnTo>
                <a:lnTo>
                  <a:pt x="7" y="154"/>
                </a:lnTo>
                <a:lnTo>
                  <a:pt x="6" y="160"/>
                </a:lnTo>
                <a:lnTo>
                  <a:pt x="5" y="166"/>
                </a:lnTo>
                <a:lnTo>
                  <a:pt x="4" y="171"/>
                </a:lnTo>
                <a:lnTo>
                  <a:pt x="4" y="177"/>
                </a:lnTo>
                <a:lnTo>
                  <a:pt x="4" y="183"/>
                </a:lnTo>
                <a:lnTo>
                  <a:pt x="4" y="188"/>
                </a:lnTo>
                <a:lnTo>
                  <a:pt x="4" y="194"/>
                </a:lnTo>
                <a:lnTo>
                  <a:pt x="5" y="200"/>
                </a:lnTo>
                <a:lnTo>
                  <a:pt x="6" y="205"/>
                </a:lnTo>
                <a:lnTo>
                  <a:pt x="7" y="212"/>
                </a:lnTo>
                <a:lnTo>
                  <a:pt x="8" y="217"/>
                </a:lnTo>
                <a:lnTo>
                  <a:pt x="10" y="223"/>
                </a:lnTo>
                <a:lnTo>
                  <a:pt x="12" y="228"/>
                </a:lnTo>
                <a:lnTo>
                  <a:pt x="14" y="234"/>
                </a:lnTo>
                <a:lnTo>
                  <a:pt x="17" y="239"/>
                </a:lnTo>
                <a:lnTo>
                  <a:pt x="19" y="245"/>
                </a:lnTo>
                <a:lnTo>
                  <a:pt x="22" y="250"/>
                </a:lnTo>
                <a:lnTo>
                  <a:pt x="26" y="255"/>
                </a:lnTo>
                <a:lnTo>
                  <a:pt x="29" y="260"/>
                </a:lnTo>
                <a:lnTo>
                  <a:pt x="33" y="265"/>
                </a:lnTo>
                <a:lnTo>
                  <a:pt x="36" y="270"/>
                </a:lnTo>
                <a:lnTo>
                  <a:pt x="41" y="275"/>
                </a:lnTo>
                <a:lnTo>
                  <a:pt x="45" y="280"/>
                </a:lnTo>
                <a:lnTo>
                  <a:pt x="49" y="285"/>
                </a:lnTo>
                <a:lnTo>
                  <a:pt x="54" y="289"/>
                </a:lnTo>
                <a:lnTo>
                  <a:pt x="59" y="294"/>
                </a:lnTo>
                <a:lnTo>
                  <a:pt x="64" y="298"/>
                </a:lnTo>
                <a:lnTo>
                  <a:pt x="70" y="303"/>
                </a:lnTo>
                <a:lnTo>
                  <a:pt x="75" y="307"/>
                </a:lnTo>
                <a:lnTo>
                  <a:pt x="81" y="311"/>
                </a:lnTo>
                <a:lnTo>
                  <a:pt x="87" y="315"/>
                </a:lnTo>
                <a:lnTo>
                  <a:pt x="93" y="319"/>
                </a:lnTo>
                <a:lnTo>
                  <a:pt x="100" y="322"/>
                </a:lnTo>
                <a:lnTo>
                  <a:pt x="106" y="326"/>
                </a:lnTo>
                <a:lnTo>
                  <a:pt x="113" y="329"/>
                </a:lnTo>
                <a:lnTo>
                  <a:pt x="120" y="333"/>
                </a:lnTo>
                <a:lnTo>
                  <a:pt x="127" y="336"/>
                </a:lnTo>
                <a:lnTo>
                  <a:pt x="134" y="339"/>
                </a:lnTo>
                <a:lnTo>
                  <a:pt x="141" y="341"/>
                </a:lnTo>
                <a:lnTo>
                  <a:pt x="148" y="344"/>
                </a:lnTo>
                <a:lnTo>
                  <a:pt x="156" y="347"/>
                </a:lnTo>
                <a:lnTo>
                  <a:pt x="163" y="349"/>
                </a:lnTo>
                <a:lnTo>
                  <a:pt x="171" y="351"/>
                </a:lnTo>
                <a:lnTo>
                  <a:pt x="179" y="353"/>
                </a:lnTo>
                <a:lnTo>
                  <a:pt x="187" y="355"/>
                </a:lnTo>
                <a:lnTo>
                  <a:pt x="194" y="357"/>
                </a:lnTo>
                <a:lnTo>
                  <a:pt x="202" y="358"/>
                </a:lnTo>
                <a:lnTo>
                  <a:pt x="211" y="359"/>
                </a:lnTo>
                <a:lnTo>
                  <a:pt x="219" y="360"/>
                </a:lnTo>
                <a:lnTo>
                  <a:pt x="227" y="361"/>
                </a:lnTo>
                <a:lnTo>
                  <a:pt x="235" y="362"/>
                </a:lnTo>
                <a:lnTo>
                  <a:pt x="243" y="363"/>
                </a:lnTo>
                <a:lnTo>
                  <a:pt x="252" y="363"/>
                </a:lnTo>
                <a:lnTo>
                  <a:pt x="260" y="364"/>
                </a:lnTo>
                <a:lnTo>
                  <a:pt x="268" y="364"/>
                </a:lnTo>
                <a:lnTo>
                  <a:pt x="277" y="364"/>
                </a:lnTo>
                <a:lnTo>
                  <a:pt x="285" y="363"/>
                </a:lnTo>
                <a:lnTo>
                  <a:pt x="293" y="363"/>
                </a:lnTo>
                <a:lnTo>
                  <a:pt x="301" y="362"/>
                </a:lnTo>
                <a:lnTo>
                  <a:pt x="310" y="361"/>
                </a:lnTo>
                <a:lnTo>
                  <a:pt x="318" y="360"/>
                </a:lnTo>
                <a:lnTo>
                  <a:pt x="326" y="359"/>
                </a:lnTo>
                <a:lnTo>
                  <a:pt x="335" y="358"/>
                </a:lnTo>
                <a:lnTo>
                  <a:pt x="343" y="357"/>
                </a:lnTo>
                <a:lnTo>
                  <a:pt x="351" y="355"/>
                </a:lnTo>
                <a:lnTo>
                  <a:pt x="359" y="353"/>
                </a:lnTo>
                <a:lnTo>
                  <a:pt x="367" y="351"/>
                </a:lnTo>
                <a:lnTo>
                  <a:pt x="374" y="349"/>
                </a:lnTo>
                <a:lnTo>
                  <a:pt x="382" y="347"/>
                </a:lnTo>
                <a:lnTo>
                  <a:pt x="389" y="344"/>
                </a:lnTo>
                <a:lnTo>
                  <a:pt x="397" y="341"/>
                </a:lnTo>
                <a:lnTo>
                  <a:pt x="404" y="339"/>
                </a:lnTo>
                <a:lnTo>
                  <a:pt x="411" y="336"/>
                </a:lnTo>
                <a:lnTo>
                  <a:pt x="418" y="333"/>
                </a:lnTo>
                <a:lnTo>
                  <a:pt x="425" y="329"/>
                </a:lnTo>
                <a:lnTo>
                  <a:pt x="431" y="326"/>
                </a:lnTo>
                <a:lnTo>
                  <a:pt x="438" y="322"/>
                </a:lnTo>
                <a:lnTo>
                  <a:pt x="444" y="319"/>
                </a:lnTo>
                <a:lnTo>
                  <a:pt x="450" y="315"/>
                </a:lnTo>
                <a:lnTo>
                  <a:pt x="456" y="311"/>
                </a:lnTo>
                <a:lnTo>
                  <a:pt x="462" y="307"/>
                </a:lnTo>
                <a:lnTo>
                  <a:pt x="468" y="303"/>
                </a:lnTo>
                <a:lnTo>
                  <a:pt x="473" y="298"/>
                </a:lnTo>
                <a:lnTo>
                  <a:pt x="478" y="294"/>
                </a:lnTo>
                <a:lnTo>
                  <a:pt x="483" y="289"/>
                </a:lnTo>
                <a:lnTo>
                  <a:pt x="488" y="285"/>
                </a:lnTo>
                <a:lnTo>
                  <a:pt x="493" y="280"/>
                </a:lnTo>
                <a:lnTo>
                  <a:pt x="497" y="275"/>
                </a:lnTo>
                <a:lnTo>
                  <a:pt x="501" y="270"/>
                </a:lnTo>
                <a:lnTo>
                  <a:pt x="505" y="265"/>
                </a:lnTo>
                <a:lnTo>
                  <a:pt x="509" y="260"/>
                </a:lnTo>
                <a:lnTo>
                  <a:pt x="512" y="255"/>
                </a:lnTo>
                <a:lnTo>
                  <a:pt x="515" y="250"/>
                </a:lnTo>
                <a:lnTo>
                  <a:pt x="518" y="245"/>
                </a:lnTo>
                <a:lnTo>
                  <a:pt x="521" y="239"/>
                </a:lnTo>
                <a:lnTo>
                  <a:pt x="523" y="234"/>
                </a:lnTo>
                <a:lnTo>
                  <a:pt x="525" y="228"/>
                </a:lnTo>
                <a:lnTo>
                  <a:pt x="527" y="223"/>
                </a:lnTo>
                <a:lnTo>
                  <a:pt x="529" y="217"/>
                </a:lnTo>
                <a:lnTo>
                  <a:pt x="530" y="212"/>
                </a:lnTo>
                <a:lnTo>
                  <a:pt x="532" y="205"/>
                </a:lnTo>
                <a:lnTo>
                  <a:pt x="533" y="200"/>
                </a:lnTo>
                <a:lnTo>
                  <a:pt x="533" y="194"/>
                </a:lnTo>
                <a:lnTo>
                  <a:pt x="534" y="188"/>
                </a:lnTo>
                <a:lnTo>
                  <a:pt x="534" y="183"/>
                </a:lnTo>
                <a:moveTo>
                  <a:pt x="538" y="183"/>
                </a:moveTo>
                <a:lnTo>
                  <a:pt x="537" y="188"/>
                </a:lnTo>
                <a:lnTo>
                  <a:pt x="537" y="194"/>
                </a:lnTo>
                <a:lnTo>
                  <a:pt x="536" y="200"/>
                </a:lnTo>
                <a:lnTo>
                  <a:pt x="535" y="206"/>
                </a:lnTo>
                <a:lnTo>
                  <a:pt x="534" y="212"/>
                </a:lnTo>
                <a:lnTo>
                  <a:pt x="533" y="218"/>
                </a:lnTo>
                <a:lnTo>
                  <a:pt x="531" y="223"/>
                </a:lnTo>
                <a:lnTo>
                  <a:pt x="529" y="229"/>
                </a:lnTo>
                <a:lnTo>
                  <a:pt x="527" y="235"/>
                </a:lnTo>
                <a:lnTo>
                  <a:pt x="524" y="240"/>
                </a:lnTo>
                <a:lnTo>
                  <a:pt x="522" y="245"/>
                </a:lnTo>
                <a:lnTo>
                  <a:pt x="519" y="251"/>
                </a:lnTo>
                <a:lnTo>
                  <a:pt x="515" y="256"/>
                </a:lnTo>
                <a:lnTo>
                  <a:pt x="512" y="261"/>
                </a:lnTo>
                <a:lnTo>
                  <a:pt x="508" y="267"/>
                </a:lnTo>
                <a:lnTo>
                  <a:pt x="504" y="272"/>
                </a:lnTo>
                <a:lnTo>
                  <a:pt x="500" y="277"/>
                </a:lnTo>
                <a:lnTo>
                  <a:pt x="496" y="281"/>
                </a:lnTo>
                <a:lnTo>
                  <a:pt x="491" y="286"/>
                </a:lnTo>
                <a:lnTo>
                  <a:pt x="486" y="291"/>
                </a:lnTo>
                <a:lnTo>
                  <a:pt x="481" y="296"/>
                </a:lnTo>
                <a:lnTo>
                  <a:pt x="476" y="300"/>
                </a:lnTo>
                <a:lnTo>
                  <a:pt x="470" y="304"/>
                </a:lnTo>
                <a:lnTo>
                  <a:pt x="465" y="309"/>
                </a:lnTo>
                <a:lnTo>
                  <a:pt x="459" y="313"/>
                </a:lnTo>
                <a:lnTo>
                  <a:pt x="453" y="317"/>
                </a:lnTo>
                <a:lnTo>
                  <a:pt x="447" y="321"/>
                </a:lnTo>
                <a:lnTo>
                  <a:pt x="440" y="324"/>
                </a:lnTo>
                <a:lnTo>
                  <a:pt x="434" y="328"/>
                </a:lnTo>
                <a:lnTo>
                  <a:pt x="427" y="331"/>
                </a:lnTo>
                <a:lnTo>
                  <a:pt x="420" y="335"/>
                </a:lnTo>
                <a:lnTo>
                  <a:pt x="413" y="338"/>
                </a:lnTo>
                <a:lnTo>
                  <a:pt x="406" y="341"/>
                </a:lnTo>
                <a:lnTo>
                  <a:pt x="398" y="344"/>
                </a:lnTo>
                <a:lnTo>
                  <a:pt x="391" y="346"/>
                </a:lnTo>
                <a:lnTo>
                  <a:pt x="383" y="349"/>
                </a:lnTo>
                <a:lnTo>
                  <a:pt x="376" y="351"/>
                </a:lnTo>
                <a:lnTo>
                  <a:pt x="368" y="353"/>
                </a:lnTo>
                <a:lnTo>
                  <a:pt x="360" y="355"/>
                </a:lnTo>
                <a:lnTo>
                  <a:pt x="352" y="357"/>
                </a:lnTo>
                <a:lnTo>
                  <a:pt x="344" y="359"/>
                </a:lnTo>
                <a:lnTo>
                  <a:pt x="336" y="360"/>
                </a:lnTo>
                <a:lnTo>
                  <a:pt x="327" y="362"/>
                </a:lnTo>
                <a:lnTo>
                  <a:pt x="319" y="363"/>
                </a:lnTo>
                <a:lnTo>
                  <a:pt x="310" y="364"/>
                </a:lnTo>
                <a:lnTo>
                  <a:pt x="302" y="365"/>
                </a:lnTo>
                <a:lnTo>
                  <a:pt x="293" y="365"/>
                </a:lnTo>
                <a:lnTo>
                  <a:pt x="285" y="366"/>
                </a:lnTo>
                <a:lnTo>
                  <a:pt x="277" y="366"/>
                </a:lnTo>
                <a:lnTo>
                  <a:pt x="268" y="366"/>
                </a:lnTo>
                <a:lnTo>
                  <a:pt x="260" y="366"/>
                </a:lnTo>
                <a:lnTo>
                  <a:pt x="251" y="366"/>
                </a:lnTo>
                <a:lnTo>
                  <a:pt x="243" y="365"/>
                </a:lnTo>
                <a:lnTo>
                  <a:pt x="235" y="365"/>
                </a:lnTo>
                <a:lnTo>
                  <a:pt x="226" y="364"/>
                </a:lnTo>
                <a:lnTo>
                  <a:pt x="218" y="363"/>
                </a:lnTo>
                <a:lnTo>
                  <a:pt x="210" y="362"/>
                </a:lnTo>
                <a:lnTo>
                  <a:pt x="202" y="360"/>
                </a:lnTo>
                <a:lnTo>
                  <a:pt x="193" y="359"/>
                </a:lnTo>
                <a:lnTo>
                  <a:pt x="185" y="357"/>
                </a:lnTo>
                <a:lnTo>
                  <a:pt x="177" y="355"/>
                </a:lnTo>
                <a:lnTo>
                  <a:pt x="169" y="353"/>
                </a:lnTo>
                <a:lnTo>
                  <a:pt x="162" y="351"/>
                </a:lnTo>
                <a:lnTo>
                  <a:pt x="154" y="349"/>
                </a:lnTo>
                <a:lnTo>
                  <a:pt x="146" y="346"/>
                </a:lnTo>
                <a:lnTo>
                  <a:pt x="139" y="344"/>
                </a:lnTo>
                <a:lnTo>
                  <a:pt x="132" y="341"/>
                </a:lnTo>
                <a:lnTo>
                  <a:pt x="124" y="338"/>
                </a:lnTo>
                <a:lnTo>
                  <a:pt x="117" y="335"/>
                </a:lnTo>
                <a:lnTo>
                  <a:pt x="111" y="331"/>
                </a:lnTo>
                <a:lnTo>
                  <a:pt x="104" y="328"/>
                </a:lnTo>
                <a:lnTo>
                  <a:pt x="97" y="324"/>
                </a:lnTo>
                <a:lnTo>
                  <a:pt x="91" y="321"/>
                </a:lnTo>
                <a:lnTo>
                  <a:pt x="85" y="317"/>
                </a:lnTo>
                <a:lnTo>
                  <a:pt x="79" y="313"/>
                </a:lnTo>
                <a:lnTo>
                  <a:pt x="73" y="309"/>
                </a:lnTo>
                <a:lnTo>
                  <a:pt x="67" y="304"/>
                </a:lnTo>
                <a:lnTo>
                  <a:pt x="62" y="300"/>
                </a:lnTo>
                <a:lnTo>
                  <a:pt x="56" y="296"/>
                </a:lnTo>
                <a:lnTo>
                  <a:pt x="51" y="291"/>
                </a:lnTo>
                <a:lnTo>
                  <a:pt x="46" y="286"/>
                </a:lnTo>
                <a:lnTo>
                  <a:pt x="42" y="281"/>
                </a:lnTo>
                <a:lnTo>
                  <a:pt x="37" y="277"/>
                </a:lnTo>
                <a:lnTo>
                  <a:pt x="33" y="272"/>
                </a:lnTo>
                <a:lnTo>
                  <a:pt x="29" y="267"/>
                </a:lnTo>
                <a:lnTo>
                  <a:pt x="26" y="261"/>
                </a:lnTo>
                <a:lnTo>
                  <a:pt x="22" y="256"/>
                </a:lnTo>
                <a:lnTo>
                  <a:pt x="19" y="251"/>
                </a:lnTo>
                <a:lnTo>
                  <a:pt x="16" y="245"/>
                </a:lnTo>
                <a:lnTo>
                  <a:pt x="13" y="240"/>
                </a:lnTo>
                <a:lnTo>
                  <a:pt x="11" y="235"/>
                </a:lnTo>
                <a:lnTo>
                  <a:pt x="8" y="229"/>
                </a:lnTo>
                <a:lnTo>
                  <a:pt x="6" y="223"/>
                </a:lnTo>
                <a:lnTo>
                  <a:pt x="5" y="218"/>
                </a:lnTo>
                <a:lnTo>
                  <a:pt x="3" y="212"/>
                </a:lnTo>
                <a:lnTo>
                  <a:pt x="2" y="206"/>
                </a:lnTo>
                <a:lnTo>
                  <a:pt x="1" y="200"/>
                </a:lnTo>
                <a:lnTo>
                  <a:pt x="1" y="194"/>
                </a:lnTo>
                <a:lnTo>
                  <a:pt x="0" y="188"/>
                </a:lnTo>
                <a:lnTo>
                  <a:pt x="0" y="183"/>
                </a:lnTo>
                <a:lnTo>
                  <a:pt x="0" y="177"/>
                </a:lnTo>
                <a:lnTo>
                  <a:pt x="1" y="171"/>
                </a:lnTo>
                <a:lnTo>
                  <a:pt x="1" y="165"/>
                </a:lnTo>
                <a:lnTo>
                  <a:pt x="2" y="160"/>
                </a:lnTo>
                <a:lnTo>
                  <a:pt x="3" y="154"/>
                </a:lnTo>
                <a:lnTo>
                  <a:pt x="5" y="148"/>
                </a:lnTo>
                <a:lnTo>
                  <a:pt x="6" y="143"/>
                </a:lnTo>
                <a:lnTo>
                  <a:pt x="8" y="137"/>
                </a:lnTo>
                <a:lnTo>
                  <a:pt x="11" y="132"/>
                </a:lnTo>
                <a:lnTo>
                  <a:pt x="13" y="126"/>
                </a:lnTo>
                <a:lnTo>
                  <a:pt x="16" y="121"/>
                </a:lnTo>
                <a:lnTo>
                  <a:pt x="19" y="115"/>
                </a:lnTo>
                <a:lnTo>
                  <a:pt x="22" y="110"/>
                </a:lnTo>
                <a:lnTo>
                  <a:pt x="26" y="105"/>
                </a:lnTo>
                <a:lnTo>
                  <a:pt x="29" y="100"/>
                </a:lnTo>
                <a:lnTo>
                  <a:pt x="33" y="95"/>
                </a:lnTo>
                <a:lnTo>
                  <a:pt x="37" y="90"/>
                </a:lnTo>
                <a:lnTo>
                  <a:pt x="42" y="85"/>
                </a:lnTo>
                <a:lnTo>
                  <a:pt x="46" y="80"/>
                </a:lnTo>
                <a:lnTo>
                  <a:pt x="51" y="75"/>
                </a:lnTo>
                <a:lnTo>
                  <a:pt x="56" y="71"/>
                </a:lnTo>
                <a:lnTo>
                  <a:pt x="62" y="66"/>
                </a:lnTo>
                <a:lnTo>
                  <a:pt x="67" y="62"/>
                </a:lnTo>
                <a:lnTo>
                  <a:pt x="73" y="58"/>
                </a:lnTo>
                <a:lnTo>
                  <a:pt x="79" y="54"/>
                </a:lnTo>
                <a:lnTo>
                  <a:pt x="85" y="50"/>
                </a:lnTo>
                <a:lnTo>
                  <a:pt x="91" y="46"/>
                </a:lnTo>
                <a:lnTo>
                  <a:pt x="97" y="42"/>
                </a:lnTo>
                <a:lnTo>
                  <a:pt x="104" y="38"/>
                </a:lnTo>
                <a:lnTo>
                  <a:pt x="111" y="35"/>
                </a:lnTo>
                <a:lnTo>
                  <a:pt x="117" y="32"/>
                </a:lnTo>
                <a:lnTo>
                  <a:pt x="124" y="29"/>
                </a:lnTo>
                <a:lnTo>
                  <a:pt x="132" y="26"/>
                </a:lnTo>
                <a:lnTo>
                  <a:pt x="139" y="23"/>
                </a:lnTo>
                <a:lnTo>
                  <a:pt x="146" y="20"/>
                </a:lnTo>
                <a:lnTo>
                  <a:pt x="154" y="17"/>
                </a:lnTo>
                <a:lnTo>
                  <a:pt x="162" y="15"/>
                </a:lnTo>
                <a:lnTo>
                  <a:pt x="169" y="13"/>
                </a:lnTo>
                <a:lnTo>
                  <a:pt x="177" y="11"/>
                </a:lnTo>
                <a:lnTo>
                  <a:pt x="185" y="9"/>
                </a:lnTo>
                <a:lnTo>
                  <a:pt x="193" y="7"/>
                </a:lnTo>
                <a:lnTo>
                  <a:pt x="202" y="6"/>
                </a:lnTo>
                <a:lnTo>
                  <a:pt x="210" y="4"/>
                </a:lnTo>
                <a:lnTo>
                  <a:pt x="218" y="3"/>
                </a:lnTo>
                <a:lnTo>
                  <a:pt x="226" y="2"/>
                </a:lnTo>
                <a:lnTo>
                  <a:pt x="235" y="2"/>
                </a:lnTo>
                <a:lnTo>
                  <a:pt x="243" y="1"/>
                </a:lnTo>
                <a:lnTo>
                  <a:pt x="251" y="0"/>
                </a:lnTo>
                <a:lnTo>
                  <a:pt x="260" y="0"/>
                </a:lnTo>
                <a:lnTo>
                  <a:pt x="268" y="0"/>
                </a:lnTo>
                <a:lnTo>
                  <a:pt x="277" y="0"/>
                </a:lnTo>
                <a:lnTo>
                  <a:pt x="285" y="0"/>
                </a:lnTo>
                <a:lnTo>
                  <a:pt x="293" y="1"/>
                </a:lnTo>
                <a:lnTo>
                  <a:pt x="302" y="2"/>
                </a:lnTo>
                <a:lnTo>
                  <a:pt x="310" y="2"/>
                </a:lnTo>
                <a:lnTo>
                  <a:pt x="319" y="3"/>
                </a:lnTo>
                <a:lnTo>
                  <a:pt x="327" y="4"/>
                </a:lnTo>
                <a:lnTo>
                  <a:pt x="336" y="6"/>
                </a:lnTo>
                <a:lnTo>
                  <a:pt x="344" y="7"/>
                </a:lnTo>
                <a:lnTo>
                  <a:pt x="352" y="9"/>
                </a:lnTo>
                <a:lnTo>
                  <a:pt x="360" y="11"/>
                </a:lnTo>
                <a:lnTo>
                  <a:pt x="368" y="13"/>
                </a:lnTo>
                <a:lnTo>
                  <a:pt x="376" y="15"/>
                </a:lnTo>
                <a:lnTo>
                  <a:pt x="383" y="17"/>
                </a:lnTo>
                <a:lnTo>
                  <a:pt x="391" y="20"/>
                </a:lnTo>
                <a:lnTo>
                  <a:pt x="398" y="23"/>
                </a:lnTo>
                <a:lnTo>
                  <a:pt x="406" y="26"/>
                </a:lnTo>
                <a:lnTo>
                  <a:pt x="413" y="29"/>
                </a:lnTo>
                <a:lnTo>
                  <a:pt x="420" y="32"/>
                </a:lnTo>
                <a:lnTo>
                  <a:pt x="427" y="35"/>
                </a:lnTo>
                <a:lnTo>
                  <a:pt x="434" y="38"/>
                </a:lnTo>
                <a:lnTo>
                  <a:pt x="440" y="42"/>
                </a:lnTo>
                <a:lnTo>
                  <a:pt x="447" y="46"/>
                </a:lnTo>
                <a:lnTo>
                  <a:pt x="453" y="50"/>
                </a:lnTo>
                <a:lnTo>
                  <a:pt x="459" y="54"/>
                </a:lnTo>
                <a:lnTo>
                  <a:pt x="465" y="58"/>
                </a:lnTo>
                <a:lnTo>
                  <a:pt x="470" y="62"/>
                </a:lnTo>
                <a:lnTo>
                  <a:pt x="476" y="66"/>
                </a:lnTo>
                <a:lnTo>
                  <a:pt x="481" y="71"/>
                </a:lnTo>
                <a:lnTo>
                  <a:pt x="486" y="75"/>
                </a:lnTo>
                <a:lnTo>
                  <a:pt x="491" y="80"/>
                </a:lnTo>
                <a:lnTo>
                  <a:pt x="496" y="85"/>
                </a:lnTo>
                <a:lnTo>
                  <a:pt x="500" y="90"/>
                </a:lnTo>
                <a:lnTo>
                  <a:pt x="504" y="95"/>
                </a:lnTo>
                <a:lnTo>
                  <a:pt x="508" y="100"/>
                </a:lnTo>
                <a:lnTo>
                  <a:pt x="512" y="105"/>
                </a:lnTo>
                <a:lnTo>
                  <a:pt x="515" y="110"/>
                </a:lnTo>
                <a:lnTo>
                  <a:pt x="519" y="115"/>
                </a:lnTo>
                <a:lnTo>
                  <a:pt x="522" y="121"/>
                </a:lnTo>
                <a:lnTo>
                  <a:pt x="524" y="126"/>
                </a:lnTo>
                <a:lnTo>
                  <a:pt x="527" y="132"/>
                </a:lnTo>
                <a:lnTo>
                  <a:pt x="529" y="137"/>
                </a:lnTo>
                <a:lnTo>
                  <a:pt x="531" y="143"/>
                </a:lnTo>
                <a:lnTo>
                  <a:pt x="533" y="148"/>
                </a:lnTo>
                <a:lnTo>
                  <a:pt x="534" y="154"/>
                </a:lnTo>
                <a:lnTo>
                  <a:pt x="535" y="160"/>
                </a:lnTo>
                <a:lnTo>
                  <a:pt x="536" y="165"/>
                </a:lnTo>
                <a:lnTo>
                  <a:pt x="537" y="171"/>
                </a:lnTo>
                <a:lnTo>
                  <a:pt x="537" y="177"/>
                </a:lnTo>
                <a:lnTo>
                  <a:pt x="538" y="183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2" name=""/>
          <p:cNvSpPr/>
          <p:nvPr/>
        </p:nvSpPr>
        <p:spPr>
          <a:xfrm>
            <a:off x="4022640" y="2876040"/>
            <a:ext cx="207000" cy="141120"/>
          </a:xfrm>
          <a:custGeom>
            <a:avLst/>
            <a:gdLst/>
            <a:ahLst/>
            <a:rect l="0" t="0" r="r" b="b"/>
            <a:pathLst>
              <a:path w="575" h="392">
                <a:moveTo>
                  <a:pt x="557" y="197"/>
                </a:moveTo>
                <a:lnTo>
                  <a:pt x="556" y="191"/>
                </a:lnTo>
                <a:lnTo>
                  <a:pt x="556" y="185"/>
                </a:lnTo>
                <a:lnTo>
                  <a:pt x="555" y="179"/>
                </a:lnTo>
                <a:lnTo>
                  <a:pt x="554" y="174"/>
                </a:lnTo>
                <a:lnTo>
                  <a:pt x="553" y="168"/>
                </a:lnTo>
                <a:lnTo>
                  <a:pt x="552" y="162"/>
                </a:lnTo>
                <a:lnTo>
                  <a:pt x="550" y="157"/>
                </a:lnTo>
                <a:lnTo>
                  <a:pt x="548" y="151"/>
                </a:lnTo>
                <a:lnTo>
                  <a:pt x="546" y="146"/>
                </a:lnTo>
                <a:lnTo>
                  <a:pt x="543" y="140"/>
                </a:lnTo>
                <a:lnTo>
                  <a:pt x="541" y="135"/>
                </a:lnTo>
                <a:lnTo>
                  <a:pt x="538" y="129"/>
                </a:lnTo>
                <a:lnTo>
                  <a:pt x="534" y="124"/>
                </a:lnTo>
                <a:lnTo>
                  <a:pt x="531" y="119"/>
                </a:lnTo>
                <a:lnTo>
                  <a:pt x="527" y="114"/>
                </a:lnTo>
                <a:lnTo>
                  <a:pt x="523" y="109"/>
                </a:lnTo>
                <a:lnTo>
                  <a:pt x="519" y="104"/>
                </a:lnTo>
                <a:lnTo>
                  <a:pt x="515" y="99"/>
                </a:lnTo>
                <a:lnTo>
                  <a:pt x="510" y="94"/>
                </a:lnTo>
                <a:lnTo>
                  <a:pt x="505" y="89"/>
                </a:lnTo>
                <a:lnTo>
                  <a:pt x="500" y="85"/>
                </a:lnTo>
                <a:lnTo>
                  <a:pt x="495" y="80"/>
                </a:lnTo>
                <a:lnTo>
                  <a:pt x="489" y="76"/>
                </a:lnTo>
                <a:lnTo>
                  <a:pt x="484" y="72"/>
                </a:lnTo>
                <a:lnTo>
                  <a:pt x="478" y="68"/>
                </a:lnTo>
                <a:lnTo>
                  <a:pt x="472" y="64"/>
                </a:lnTo>
                <a:lnTo>
                  <a:pt x="466" y="60"/>
                </a:lnTo>
                <a:lnTo>
                  <a:pt x="459" y="56"/>
                </a:lnTo>
                <a:lnTo>
                  <a:pt x="453" y="52"/>
                </a:lnTo>
                <a:lnTo>
                  <a:pt x="446" y="49"/>
                </a:lnTo>
                <a:lnTo>
                  <a:pt x="439" y="46"/>
                </a:lnTo>
                <a:lnTo>
                  <a:pt x="432" y="43"/>
                </a:lnTo>
                <a:lnTo>
                  <a:pt x="425" y="40"/>
                </a:lnTo>
                <a:lnTo>
                  <a:pt x="417" y="37"/>
                </a:lnTo>
                <a:lnTo>
                  <a:pt x="410" y="34"/>
                </a:lnTo>
                <a:lnTo>
                  <a:pt x="402" y="31"/>
                </a:lnTo>
                <a:lnTo>
                  <a:pt x="395" y="29"/>
                </a:lnTo>
                <a:lnTo>
                  <a:pt x="387" y="27"/>
                </a:lnTo>
                <a:lnTo>
                  <a:pt x="379" y="25"/>
                </a:lnTo>
                <a:lnTo>
                  <a:pt x="371" y="23"/>
                </a:lnTo>
                <a:lnTo>
                  <a:pt x="363" y="21"/>
                </a:lnTo>
                <a:lnTo>
                  <a:pt x="355" y="20"/>
                </a:lnTo>
                <a:lnTo>
                  <a:pt x="347" y="18"/>
                </a:lnTo>
                <a:lnTo>
                  <a:pt x="339" y="17"/>
                </a:lnTo>
                <a:lnTo>
                  <a:pt x="330" y="16"/>
                </a:lnTo>
                <a:lnTo>
                  <a:pt x="322" y="16"/>
                </a:lnTo>
                <a:lnTo>
                  <a:pt x="313" y="15"/>
                </a:lnTo>
                <a:lnTo>
                  <a:pt x="305" y="14"/>
                </a:lnTo>
                <a:lnTo>
                  <a:pt x="297" y="14"/>
                </a:lnTo>
                <a:lnTo>
                  <a:pt x="288" y="14"/>
                </a:lnTo>
                <a:lnTo>
                  <a:pt x="280" y="14"/>
                </a:lnTo>
                <a:lnTo>
                  <a:pt x="271" y="14"/>
                </a:lnTo>
                <a:lnTo>
                  <a:pt x="263" y="15"/>
                </a:lnTo>
                <a:lnTo>
                  <a:pt x="255" y="16"/>
                </a:lnTo>
                <a:lnTo>
                  <a:pt x="246" y="16"/>
                </a:lnTo>
                <a:lnTo>
                  <a:pt x="238" y="17"/>
                </a:lnTo>
                <a:lnTo>
                  <a:pt x="230" y="18"/>
                </a:lnTo>
                <a:lnTo>
                  <a:pt x="222" y="20"/>
                </a:lnTo>
                <a:lnTo>
                  <a:pt x="213" y="21"/>
                </a:lnTo>
                <a:lnTo>
                  <a:pt x="205" y="23"/>
                </a:lnTo>
                <a:lnTo>
                  <a:pt x="197" y="25"/>
                </a:lnTo>
                <a:lnTo>
                  <a:pt x="189" y="27"/>
                </a:lnTo>
                <a:lnTo>
                  <a:pt x="182" y="29"/>
                </a:lnTo>
                <a:lnTo>
                  <a:pt x="174" y="31"/>
                </a:lnTo>
                <a:lnTo>
                  <a:pt x="166" y="34"/>
                </a:lnTo>
                <a:lnTo>
                  <a:pt x="159" y="37"/>
                </a:lnTo>
                <a:lnTo>
                  <a:pt x="152" y="40"/>
                </a:lnTo>
                <a:lnTo>
                  <a:pt x="144" y="43"/>
                </a:lnTo>
                <a:lnTo>
                  <a:pt x="137" y="46"/>
                </a:lnTo>
                <a:lnTo>
                  <a:pt x="131" y="49"/>
                </a:lnTo>
                <a:lnTo>
                  <a:pt x="124" y="52"/>
                </a:lnTo>
                <a:lnTo>
                  <a:pt x="117" y="56"/>
                </a:lnTo>
                <a:lnTo>
                  <a:pt x="111" y="60"/>
                </a:lnTo>
                <a:lnTo>
                  <a:pt x="105" y="64"/>
                </a:lnTo>
                <a:lnTo>
                  <a:pt x="99" y="68"/>
                </a:lnTo>
                <a:lnTo>
                  <a:pt x="93" y="72"/>
                </a:lnTo>
                <a:lnTo>
                  <a:pt x="87" y="76"/>
                </a:lnTo>
                <a:lnTo>
                  <a:pt x="82" y="80"/>
                </a:lnTo>
                <a:lnTo>
                  <a:pt x="76" y="85"/>
                </a:lnTo>
                <a:lnTo>
                  <a:pt x="71" y="89"/>
                </a:lnTo>
                <a:lnTo>
                  <a:pt x="66" y="94"/>
                </a:lnTo>
                <a:lnTo>
                  <a:pt x="62" y="99"/>
                </a:lnTo>
                <a:lnTo>
                  <a:pt x="57" y="104"/>
                </a:lnTo>
                <a:lnTo>
                  <a:pt x="53" y="109"/>
                </a:lnTo>
                <a:lnTo>
                  <a:pt x="49" y="114"/>
                </a:lnTo>
                <a:lnTo>
                  <a:pt x="46" y="119"/>
                </a:lnTo>
                <a:lnTo>
                  <a:pt x="42" y="124"/>
                </a:lnTo>
                <a:lnTo>
                  <a:pt x="39" y="129"/>
                </a:lnTo>
                <a:lnTo>
                  <a:pt x="36" y="135"/>
                </a:lnTo>
                <a:lnTo>
                  <a:pt x="33" y="140"/>
                </a:lnTo>
                <a:lnTo>
                  <a:pt x="31" y="146"/>
                </a:lnTo>
                <a:lnTo>
                  <a:pt x="28" y="151"/>
                </a:lnTo>
                <a:lnTo>
                  <a:pt x="26" y="157"/>
                </a:lnTo>
                <a:lnTo>
                  <a:pt x="25" y="162"/>
                </a:lnTo>
                <a:lnTo>
                  <a:pt x="23" y="168"/>
                </a:lnTo>
                <a:lnTo>
                  <a:pt x="22" y="174"/>
                </a:lnTo>
                <a:lnTo>
                  <a:pt x="21" y="179"/>
                </a:lnTo>
                <a:lnTo>
                  <a:pt x="21" y="185"/>
                </a:lnTo>
                <a:lnTo>
                  <a:pt x="20" y="191"/>
                </a:lnTo>
                <a:lnTo>
                  <a:pt x="20" y="197"/>
                </a:lnTo>
                <a:lnTo>
                  <a:pt x="20" y="202"/>
                </a:lnTo>
                <a:lnTo>
                  <a:pt x="21" y="208"/>
                </a:lnTo>
                <a:lnTo>
                  <a:pt x="21" y="214"/>
                </a:lnTo>
                <a:lnTo>
                  <a:pt x="22" y="220"/>
                </a:lnTo>
                <a:lnTo>
                  <a:pt x="23" y="225"/>
                </a:lnTo>
                <a:lnTo>
                  <a:pt x="25" y="231"/>
                </a:lnTo>
                <a:lnTo>
                  <a:pt x="26" y="236"/>
                </a:lnTo>
                <a:lnTo>
                  <a:pt x="28" y="242"/>
                </a:lnTo>
                <a:lnTo>
                  <a:pt x="31" y="248"/>
                </a:lnTo>
                <a:lnTo>
                  <a:pt x="33" y="253"/>
                </a:lnTo>
                <a:lnTo>
                  <a:pt x="36" y="258"/>
                </a:lnTo>
                <a:lnTo>
                  <a:pt x="39" y="264"/>
                </a:lnTo>
                <a:lnTo>
                  <a:pt x="42" y="269"/>
                </a:lnTo>
                <a:lnTo>
                  <a:pt x="46" y="274"/>
                </a:lnTo>
                <a:lnTo>
                  <a:pt x="49" y="280"/>
                </a:lnTo>
                <a:lnTo>
                  <a:pt x="53" y="285"/>
                </a:lnTo>
                <a:lnTo>
                  <a:pt x="57" y="290"/>
                </a:lnTo>
                <a:lnTo>
                  <a:pt x="62" y="294"/>
                </a:lnTo>
                <a:lnTo>
                  <a:pt x="66" y="299"/>
                </a:lnTo>
                <a:lnTo>
                  <a:pt x="71" y="304"/>
                </a:lnTo>
                <a:lnTo>
                  <a:pt x="76" y="309"/>
                </a:lnTo>
                <a:lnTo>
                  <a:pt x="82" y="313"/>
                </a:lnTo>
                <a:lnTo>
                  <a:pt x="87" y="317"/>
                </a:lnTo>
                <a:lnTo>
                  <a:pt x="93" y="322"/>
                </a:lnTo>
                <a:lnTo>
                  <a:pt x="99" y="326"/>
                </a:lnTo>
                <a:lnTo>
                  <a:pt x="105" y="330"/>
                </a:lnTo>
                <a:lnTo>
                  <a:pt x="111" y="334"/>
                </a:lnTo>
                <a:lnTo>
                  <a:pt x="117" y="337"/>
                </a:lnTo>
                <a:lnTo>
                  <a:pt x="124" y="341"/>
                </a:lnTo>
                <a:lnTo>
                  <a:pt x="131" y="344"/>
                </a:lnTo>
                <a:lnTo>
                  <a:pt x="137" y="348"/>
                </a:lnTo>
                <a:lnTo>
                  <a:pt x="144" y="351"/>
                </a:lnTo>
                <a:lnTo>
                  <a:pt x="152" y="354"/>
                </a:lnTo>
                <a:lnTo>
                  <a:pt x="159" y="357"/>
                </a:lnTo>
                <a:lnTo>
                  <a:pt x="166" y="359"/>
                </a:lnTo>
                <a:lnTo>
                  <a:pt x="174" y="362"/>
                </a:lnTo>
                <a:lnTo>
                  <a:pt x="182" y="364"/>
                </a:lnTo>
                <a:lnTo>
                  <a:pt x="189" y="366"/>
                </a:lnTo>
                <a:lnTo>
                  <a:pt x="197" y="368"/>
                </a:lnTo>
                <a:lnTo>
                  <a:pt x="205" y="370"/>
                </a:lnTo>
                <a:lnTo>
                  <a:pt x="213" y="372"/>
                </a:lnTo>
                <a:lnTo>
                  <a:pt x="222" y="373"/>
                </a:lnTo>
                <a:lnTo>
                  <a:pt x="230" y="375"/>
                </a:lnTo>
                <a:lnTo>
                  <a:pt x="238" y="376"/>
                </a:lnTo>
                <a:lnTo>
                  <a:pt x="246" y="377"/>
                </a:lnTo>
                <a:lnTo>
                  <a:pt x="255" y="378"/>
                </a:lnTo>
                <a:lnTo>
                  <a:pt x="263" y="378"/>
                </a:lnTo>
                <a:lnTo>
                  <a:pt x="271" y="379"/>
                </a:lnTo>
                <a:lnTo>
                  <a:pt x="280" y="379"/>
                </a:lnTo>
                <a:lnTo>
                  <a:pt x="288" y="379"/>
                </a:lnTo>
                <a:lnTo>
                  <a:pt x="297" y="379"/>
                </a:lnTo>
                <a:lnTo>
                  <a:pt x="305" y="379"/>
                </a:lnTo>
                <a:lnTo>
                  <a:pt x="313" y="378"/>
                </a:lnTo>
                <a:lnTo>
                  <a:pt x="322" y="378"/>
                </a:lnTo>
                <a:lnTo>
                  <a:pt x="330" y="377"/>
                </a:lnTo>
                <a:lnTo>
                  <a:pt x="339" y="376"/>
                </a:lnTo>
                <a:lnTo>
                  <a:pt x="347" y="375"/>
                </a:lnTo>
                <a:lnTo>
                  <a:pt x="355" y="373"/>
                </a:lnTo>
                <a:lnTo>
                  <a:pt x="363" y="372"/>
                </a:lnTo>
                <a:lnTo>
                  <a:pt x="371" y="370"/>
                </a:lnTo>
                <a:lnTo>
                  <a:pt x="379" y="368"/>
                </a:lnTo>
                <a:lnTo>
                  <a:pt x="387" y="366"/>
                </a:lnTo>
                <a:lnTo>
                  <a:pt x="395" y="364"/>
                </a:lnTo>
                <a:lnTo>
                  <a:pt x="402" y="362"/>
                </a:lnTo>
                <a:lnTo>
                  <a:pt x="410" y="359"/>
                </a:lnTo>
                <a:lnTo>
                  <a:pt x="417" y="357"/>
                </a:lnTo>
                <a:lnTo>
                  <a:pt x="425" y="354"/>
                </a:lnTo>
                <a:lnTo>
                  <a:pt x="432" y="351"/>
                </a:lnTo>
                <a:lnTo>
                  <a:pt x="439" y="348"/>
                </a:lnTo>
                <a:lnTo>
                  <a:pt x="446" y="344"/>
                </a:lnTo>
                <a:lnTo>
                  <a:pt x="453" y="341"/>
                </a:lnTo>
                <a:lnTo>
                  <a:pt x="459" y="337"/>
                </a:lnTo>
                <a:lnTo>
                  <a:pt x="466" y="334"/>
                </a:lnTo>
                <a:lnTo>
                  <a:pt x="472" y="330"/>
                </a:lnTo>
                <a:lnTo>
                  <a:pt x="478" y="326"/>
                </a:lnTo>
                <a:lnTo>
                  <a:pt x="484" y="322"/>
                </a:lnTo>
                <a:lnTo>
                  <a:pt x="489" y="317"/>
                </a:lnTo>
                <a:lnTo>
                  <a:pt x="495" y="313"/>
                </a:lnTo>
                <a:lnTo>
                  <a:pt x="500" y="309"/>
                </a:lnTo>
                <a:lnTo>
                  <a:pt x="505" y="304"/>
                </a:lnTo>
                <a:lnTo>
                  <a:pt x="510" y="299"/>
                </a:lnTo>
                <a:lnTo>
                  <a:pt x="515" y="294"/>
                </a:lnTo>
                <a:lnTo>
                  <a:pt x="519" y="290"/>
                </a:lnTo>
                <a:lnTo>
                  <a:pt x="523" y="285"/>
                </a:lnTo>
                <a:lnTo>
                  <a:pt x="527" y="280"/>
                </a:lnTo>
                <a:lnTo>
                  <a:pt x="531" y="274"/>
                </a:lnTo>
                <a:lnTo>
                  <a:pt x="534" y="269"/>
                </a:lnTo>
                <a:lnTo>
                  <a:pt x="538" y="264"/>
                </a:lnTo>
                <a:lnTo>
                  <a:pt x="541" y="258"/>
                </a:lnTo>
                <a:lnTo>
                  <a:pt x="543" y="253"/>
                </a:lnTo>
                <a:lnTo>
                  <a:pt x="546" y="248"/>
                </a:lnTo>
                <a:lnTo>
                  <a:pt x="548" y="242"/>
                </a:lnTo>
                <a:lnTo>
                  <a:pt x="550" y="236"/>
                </a:lnTo>
                <a:lnTo>
                  <a:pt x="552" y="231"/>
                </a:lnTo>
                <a:lnTo>
                  <a:pt x="553" y="225"/>
                </a:lnTo>
                <a:lnTo>
                  <a:pt x="554" y="220"/>
                </a:lnTo>
                <a:lnTo>
                  <a:pt x="555" y="214"/>
                </a:lnTo>
                <a:lnTo>
                  <a:pt x="556" y="208"/>
                </a:lnTo>
                <a:lnTo>
                  <a:pt x="556" y="202"/>
                </a:lnTo>
                <a:lnTo>
                  <a:pt x="557" y="197"/>
                </a:lnTo>
                <a:moveTo>
                  <a:pt x="575" y="197"/>
                </a:moveTo>
                <a:lnTo>
                  <a:pt x="575" y="203"/>
                </a:lnTo>
                <a:lnTo>
                  <a:pt x="575" y="209"/>
                </a:lnTo>
                <a:lnTo>
                  <a:pt x="574" y="215"/>
                </a:lnTo>
                <a:lnTo>
                  <a:pt x="573" y="221"/>
                </a:lnTo>
                <a:lnTo>
                  <a:pt x="572" y="227"/>
                </a:lnTo>
                <a:lnTo>
                  <a:pt x="570" y="233"/>
                </a:lnTo>
                <a:lnTo>
                  <a:pt x="569" y="239"/>
                </a:lnTo>
                <a:lnTo>
                  <a:pt x="566" y="245"/>
                </a:lnTo>
                <a:lnTo>
                  <a:pt x="564" y="251"/>
                </a:lnTo>
                <a:lnTo>
                  <a:pt x="561" y="257"/>
                </a:lnTo>
                <a:lnTo>
                  <a:pt x="558" y="263"/>
                </a:lnTo>
                <a:lnTo>
                  <a:pt x="555" y="269"/>
                </a:lnTo>
                <a:lnTo>
                  <a:pt x="552" y="274"/>
                </a:lnTo>
                <a:lnTo>
                  <a:pt x="548" y="280"/>
                </a:lnTo>
                <a:lnTo>
                  <a:pt x="544" y="285"/>
                </a:lnTo>
                <a:lnTo>
                  <a:pt x="540" y="291"/>
                </a:lnTo>
                <a:lnTo>
                  <a:pt x="535" y="296"/>
                </a:lnTo>
                <a:lnTo>
                  <a:pt x="531" y="301"/>
                </a:lnTo>
                <a:lnTo>
                  <a:pt x="526" y="306"/>
                </a:lnTo>
                <a:lnTo>
                  <a:pt x="521" y="312"/>
                </a:lnTo>
                <a:lnTo>
                  <a:pt x="515" y="316"/>
                </a:lnTo>
                <a:lnTo>
                  <a:pt x="510" y="321"/>
                </a:lnTo>
                <a:lnTo>
                  <a:pt x="504" y="326"/>
                </a:lnTo>
                <a:lnTo>
                  <a:pt x="498" y="330"/>
                </a:lnTo>
                <a:lnTo>
                  <a:pt x="491" y="335"/>
                </a:lnTo>
                <a:lnTo>
                  <a:pt x="485" y="339"/>
                </a:lnTo>
                <a:lnTo>
                  <a:pt x="478" y="343"/>
                </a:lnTo>
                <a:lnTo>
                  <a:pt x="471" y="347"/>
                </a:lnTo>
                <a:lnTo>
                  <a:pt x="464" y="351"/>
                </a:lnTo>
                <a:lnTo>
                  <a:pt x="457" y="355"/>
                </a:lnTo>
                <a:lnTo>
                  <a:pt x="450" y="358"/>
                </a:lnTo>
                <a:lnTo>
                  <a:pt x="442" y="362"/>
                </a:lnTo>
                <a:lnTo>
                  <a:pt x="434" y="365"/>
                </a:lnTo>
                <a:lnTo>
                  <a:pt x="427" y="368"/>
                </a:lnTo>
                <a:lnTo>
                  <a:pt x="419" y="371"/>
                </a:lnTo>
                <a:lnTo>
                  <a:pt x="411" y="373"/>
                </a:lnTo>
                <a:lnTo>
                  <a:pt x="402" y="376"/>
                </a:lnTo>
                <a:lnTo>
                  <a:pt x="394" y="378"/>
                </a:lnTo>
                <a:lnTo>
                  <a:pt x="386" y="381"/>
                </a:lnTo>
                <a:lnTo>
                  <a:pt x="377" y="383"/>
                </a:lnTo>
                <a:lnTo>
                  <a:pt x="368" y="384"/>
                </a:lnTo>
                <a:lnTo>
                  <a:pt x="360" y="386"/>
                </a:lnTo>
                <a:lnTo>
                  <a:pt x="351" y="387"/>
                </a:lnTo>
                <a:lnTo>
                  <a:pt x="342" y="389"/>
                </a:lnTo>
                <a:lnTo>
                  <a:pt x="333" y="390"/>
                </a:lnTo>
                <a:lnTo>
                  <a:pt x="324" y="391"/>
                </a:lnTo>
                <a:lnTo>
                  <a:pt x="315" y="391"/>
                </a:lnTo>
                <a:lnTo>
                  <a:pt x="306" y="392"/>
                </a:lnTo>
                <a:lnTo>
                  <a:pt x="297" y="392"/>
                </a:lnTo>
                <a:lnTo>
                  <a:pt x="288" y="392"/>
                </a:lnTo>
                <a:lnTo>
                  <a:pt x="279" y="392"/>
                </a:lnTo>
                <a:lnTo>
                  <a:pt x="270" y="392"/>
                </a:lnTo>
                <a:lnTo>
                  <a:pt x="261" y="391"/>
                </a:lnTo>
                <a:lnTo>
                  <a:pt x="252" y="391"/>
                </a:lnTo>
                <a:lnTo>
                  <a:pt x="243" y="390"/>
                </a:lnTo>
                <a:lnTo>
                  <a:pt x="234" y="389"/>
                </a:lnTo>
                <a:lnTo>
                  <a:pt x="226" y="387"/>
                </a:lnTo>
                <a:lnTo>
                  <a:pt x="217" y="386"/>
                </a:lnTo>
                <a:lnTo>
                  <a:pt x="208" y="384"/>
                </a:lnTo>
                <a:lnTo>
                  <a:pt x="200" y="383"/>
                </a:lnTo>
                <a:lnTo>
                  <a:pt x="191" y="381"/>
                </a:lnTo>
                <a:lnTo>
                  <a:pt x="183" y="378"/>
                </a:lnTo>
                <a:lnTo>
                  <a:pt x="174" y="376"/>
                </a:lnTo>
                <a:lnTo>
                  <a:pt x="166" y="373"/>
                </a:lnTo>
                <a:lnTo>
                  <a:pt x="158" y="371"/>
                </a:lnTo>
                <a:lnTo>
                  <a:pt x="150" y="368"/>
                </a:lnTo>
                <a:lnTo>
                  <a:pt x="142" y="365"/>
                </a:lnTo>
                <a:lnTo>
                  <a:pt x="134" y="362"/>
                </a:lnTo>
                <a:lnTo>
                  <a:pt x="127" y="358"/>
                </a:lnTo>
                <a:lnTo>
                  <a:pt x="119" y="355"/>
                </a:lnTo>
                <a:lnTo>
                  <a:pt x="112" y="351"/>
                </a:lnTo>
                <a:lnTo>
                  <a:pt x="105" y="347"/>
                </a:lnTo>
                <a:lnTo>
                  <a:pt x="98" y="343"/>
                </a:lnTo>
                <a:lnTo>
                  <a:pt x="92" y="339"/>
                </a:lnTo>
                <a:lnTo>
                  <a:pt x="85" y="335"/>
                </a:lnTo>
                <a:lnTo>
                  <a:pt x="79" y="330"/>
                </a:lnTo>
                <a:lnTo>
                  <a:pt x="73" y="326"/>
                </a:lnTo>
                <a:lnTo>
                  <a:pt x="67" y="321"/>
                </a:lnTo>
                <a:lnTo>
                  <a:pt x="61" y="316"/>
                </a:lnTo>
                <a:lnTo>
                  <a:pt x="56" y="312"/>
                </a:lnTo>
                <a:lnTo>
                  <a:pt x="51" y="306"/>
                </a:lnTo>
                <a:lnTo>
                  <a:pt x="46" y="301"/>
                </a:lnTo>
                <a:lnTo>
                  <a:pt x="41" y="296"/>
                </a:lnTo>
                <a:lnTo>
                  <a:pt x="37" y="291"/>
                </a:lnTo>
                <a:lnTo>
                  <a:pt x="32" y="285"/>
                </a:lnTo>
                <a:lnTo>
                  <a:pt x="28" y="280"/>
                </a:lnTo>
                <a:lnTo>
                  <a:pt x="25" y="274"/>
                </a:lnTo>
                <a:lnTo>
                  <a:pt x="21" y="269"/>
                </a:lnTo>
                <a:lnTo>
                  <a:pt x="17" y="263"/>
                </a:lnTo>
                <a:lnTo>
                  <a:pt x="14" y="257"/>
                </a:lnTo>
                <a:lnTo>
                  <a:pt x="11" y="251"/>
                </a:lnTo>
                <a:lnTo>
                  <a:pt x="9" y="245"/>
                </a:lnTo>
                <a:lnTo>
                  <a:pt x="7" y="239"/>
                </a:lnTo>
                <a:lnTo>
                  <a:pt x="5" y="233"/>
                </a:lnTo>
                <a:lnTo>
                  <a:pt x="4" y="227"/>
                </a:lnTo>
                <a:lnTo>
                  <a:pt x="2" y="221"/>
                </a:lnTo>
                <a:lnTo>
                  <a:pt x="1" y="215"/>
                </a:lnTo>
                <a:lnTo>
                  <a:pt x="1" y="209"/>
                </a:lnTo>
                <a:lnTo>
                  <a:pt x="0" y="203"/>
                </a:lnTo>
                <a:lnTo>
                  <a:pt x="0" y="197"/>
                </a:lnTo>
                <a:lnTo>
                  <a:pt x="0" y="191"/>
                </a:lnTo>
                <a:lnTo>
                  <a:pt x="1" y="184"/>
                </a:lnTo>
                <a:lnTo>
                  <a:pt x="1" y="178"/>
                </a:lnTo>
                <a:lnTo>
                  <a:pt x="2" y="172"/>
                </a:lnTo>
                <a:lnTo>
                  <a:pt x="4" y="166"/>
                </a:lnTo>
                <a:lnTo>
                  <a:pt x="5" y="160"/>
                </a:lnTo>
                <a:lnTo>
                  <a:pt x="7" y="154"/>
                </a:lnTo>
                <a:lnTo>
                  <a:pt x="9" y="148"/>
                </a:lnTo>
                <a:lnTo>
                  <a:pt x="11" y="142"/>
                </a:lnTo>
                <a:lnTo>
                  <a:pt x="14" y="136"/>
                </a:lnTo>
                <a:lnTo>
                  <a:pt x="17" y="130"/>
                </a:lnTo>
                <a:lnTo>
                  <a:pt x="21" y="125"/>
                </a:lnTo>
                <a:lnTo>
                  <a:pt x="25" y="119"/>
                </a:lnTo>
                <a:lnTo>
                  <a:pt x="28" y="113"/>
                </a:lnTo>
                <a:lnTo>
                  <a:pt x="32" y="108"/>
                </a:lnTo>
                <a:lnTo>
                  <a:pt x="37" y="103"/>
                </a:lnTo>
                <a:lnTo>
                  <a:pt x="41" y="97"/>
                </a:lnTo>
                <a:lnTo>
                  <a:pt x="46" y="92"/>
                </a:lnTo>
                <a:lnTo>
                  <a:pt x="51" y="87"/>
                </a:lnTo>
                <a:lnTo>
                  <a:pt x="56" y="82"/>
                </a:lnTo>
                <a:lnTo>
                  <a:pt x="61" y="77"/>
                </a:lnTo>
                <a:lnTo>
                  <a:pt x="67" y="72"/>
                </a:lnTo>
                <a:lnTo>
                  <a:pt x="73" y="67"/>
                </a:lnTo>
                <a:lnTo>
                  <a:pt x="79" y="63"/>
                </a:lnTo>
                <a:lnTo>
                  <a:pt x="85" y="58"/>
                </a:lnTo>
                <a:lnTo>
                  <a:pt x="92" y="54"/>
                </a:lnTo>
                <a:lnTo>
                  <a:pt x="98" y="50"/>
                </a:lnTo>
                <a:lnTo>
                  <a:pt x="105" y="46"/>
                </a:lnTo>
                <a:lnTo>
                  <a:pt x="112" y="42"/>
                </a:lnTo>
                <a:lnTo>
                  <a:pt x="119" y="39"/>
                </a:lnTo>
                <a:lnTo>
                  <a:pt x="127" y="35"/>
                </a:lnTo>
                <a:lnTo>
                  <a:pt x="134" y="32"/>
                </a:lnTo>
                <a:lnTo>
                  <a:pt x="142" y="28"/>
                </a:lnTo>
                <a:lnTo>
                  <a:pt x="150" y="25"/>
                </a:lnTo>
                <a:lnTo>
                  <a:pt x="158" y="23"/>
                </a:lnTo>
                <a:lnTo>
                  <a:pt x="166" y="20"/>
                </a:lnTo>
                <a:lnTo>
                  <a:pt x="174" y="17"/>
                </a:lnTo>
                <a:lnTo>
                  <a:pt x="183" y="15"/>
                </a:lnTo>
                <a:lnTo>
                  <a:pt x="191" y="13"/>
                </a:lnTo>
                <a:lnTo>
                  <a:pt x="200" y="11"/>
                </a:lnTo>
                <a:lnTo>
                  <a:pt x="208" y="9"/>
                </a:lnTo>
                <a:lnTo>
                  <a:pt x="217" y="7"/>
                </a:lnTo>
                <a:lnTo>
                  <a:pt x="226" y="5"/>
                </a:lnTo>
                <a:lnTo>
                  <a:pt x="234" y="4"/>
                </a:lnTo>
                <a:lnTo>
                  <a:pt x="243" y="3"/>
                </a:lnTo>
                <a:lnTo>
                  <a:pt x="252" y="2"/>
                </a:lnTo>
                <a:lnTo>
                  <a:pt x="261" y="1"/>
                </a:lnTo>
                <a:lnTo>
                  <a:pt x="270" y="1"/>
                </a:lnTo>
                <a:lnTo>
                  <a:pt x="279" y="0"/>
                </a:lnTo>
                <a:lnTo>
                  <a:pt x="288" y="0"/>
                </a:lnTo>
                <a:lnTo>
                  <a:pt x="297" y="0"/>
                </a:lnTo>
                <a:lnTo>
                  <a:pt x="306" y="1"/>
                </a:lnTo>
                <a:lnTo>
                  <a:pt x="315" y="1"/>
                </a:lnTo>
                <a:lnTo>
                  <a:pt x="324" y="2"/>
                </a:lnTo>
                <a:lnTo>
                  <a:pt x="333" y="3"/>
                </a:lnTo>
                <a:lnTo>
                  <a:pt x="342" y="4"/>
                </a:lnTo>
                <a:lnTo>
                  <a:pt x="351" y="5"/>
                </a:lnTo>
                <a:lnTo>
                  <a:pt x="360" y="7"/>
                </a:lnTo>
                <a:lnTo>
                  <a:pt x="368" y="9"/>
                </a:lnTo>
                <a:lnTo>
                  <a:pt x="377" y="11"/>
                </a:lnTo>
                <a:lnTo>
                  <a:pt x="386" y="13"/>
                </a:lnTo>
                <a:lnTo>
                  <a:pt x="394" y="15"/>
                </a:lnTo>
                <a:lnTo>
                  <a:pt x="402" y="17"/>
                </a:lnTo>
                <a:lnTo>
                  <a:pt x="411" y="20"/>
                </a:lnTo>
                <a:lnTo>
                  <a:pt x="419" y="23"/>
                </a:lnTo>
                <a:lnTo>
                  <a:pt x="427" y="25"/>
                </a:lnTo>
                <a:lnTo>
                  <a:pt x="434" y="28"/>
                </a:lnTo>
                <a:lnTo>
                  <a:pt x="442" y="32"/>
                </a:lnTo>
                <a:lnTo>
                  <a:pt x="450" y="35"/>
                </a:lnTo>
                <a:lnTo>
                  <a:pt x="457" y="39"/>
                </a:lnTo>
                <a:lnTo>
                  <a:pt x="464" y="42"/>
                </a:lnTo>
                <a:lnTo>
                  <a:pt x="471" y="46"/>
                </a:lnTo>
                <a:lnTo>
                  <a:pt x="478" y="50"/>
                </a:lnTo>
                <a:lnTo>
                  <a:pt x="485" y="54"/>
                </a:lnTo>
                <a:lnTo>
                  <a:pt x="491" y="58"/>
                </a:lnTo>
                <a:lnTo>
                  <a:pt x="498" y="63"/>
                </a:lnTo>
                <a:lnTo>
                  <a:pt x="504" y="67"/>
                </a:lnTo>
                <a:lnTo>
                  <a:pt x="510" y="72"/>
                </a:lnTo>
                <a:lnTo>
                  <a:pt x="515" y="77"/>
                </a:lnTo>
                <a:lnTo>
                  <a:pt x="521" y="82"/>
                </a:lnTo>
                <a:lnTo>
                  <a:pt x="526" y="87"/>
                </a:lnTo>
                <a:lnTo>
                  <a:pt x="531" y="92"/>
                </a:lnTo>
                <a:lnTo>
                  <a:pt x="535" y="97"/>
                </a:lnTo>
                <a:lnTo>
                  <a:pt x="540" y="103"/>
                </a:lnTo>
                <a:lnTo>
                  <a:pt x="544" y="108"/>
                </a:lnTo>
                <a:lnTo>
                  <a:pt x="548" y="113"/>
                </a:lnTo>
                <a:lnTo>
                  <a:pt x="552" y="119"/>
                </a:lnTo>
                <a:lnTo>
                  <a:pt x="555" y="125"/>
                </a:lnTo>
                <a:lnTo>
                  <a:pt x="558" y="130"/>
                </a:lnTo>
                <a:lnTo>
                  <a:pt x="561" y="136"/>
                </a:lnTo>
                <a:lnTo>
                  <a:pt x="564" y="142"/>
                </a:lnTo>
                <a:lnTo>
                  <a:pt x="566" y="148"/>
                </a:lnTo>
                <a:lnTo>
                  <a:pt x="569" y="154"/>
                </a:lnTo>
                <a:lnTo>
                  <a:pt x="570" y="160"/>
                </a:lnTo>
                <a:lnTo>
                  <a:pt x="572" y="166"/>
                </a:lnTo>
                <a:lnTo>
                  <a:pt x="573" y="172"/>
                </a:lnTo>
                <a:lnTo>
                  <a:pt x="574" y="178"/>
                </a:lnTo>
                <a:lnTo>
                  <a:pt x="575" y="184"/>
                </a:lnTo>
                <a:lnTo>
                  <a:pt x="575" y="191"/>
                </a:lnTo>
                <a:lnTo>
                  <a:pt x="575" y="197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3" name=""/>
          <p:cNvSpPr/>
          <p:nvPr/>
        </p:nvSpPr>
        <p:spPr>
          <a:xfrm>
            <a:off x="4020120" y="2874240"/>
            <a:ext cx="212400" cy="144720"/>
          </a:xfrm>
          <a:custGeom>
            <a:avLst/>
            <a:gdLst/>
            <a:ahLst/>
            <a:rect l="0" t="0" r="r" b="b"/>
            <a:pathLst>
              <a:path w="590" h="402">
                <a:moveTo>
                  <a:pt x="582" y="201"/>
                </a:moveTo>
                <a:lnTo>
                  <a:pt x="582" y="195"/>
                </a:lnTo>
                <a:lnTo>
                  <a:pt x="582" y="188"/>
                </a:lnTo>
                <a:lnTo>
                  <a:pt x="581" y="182"/>
                </a:lnTo>
                <a:lnTo>
                  <a:pt x="580" y="176"/>
                </a:lnTo>
                <a:lnTo>
                  <a:pt x="579" y="170"/>
                </a:lnTo>
                <a:lnTo>
                  <a:pt x="577" y="164"/>
                </a:lnTo>
                <a:lnTo>
                  <a:pt x="576" y="158"/>
                </a:lnTo>
                <a:lnTo>
                  <a:pt x="573" y="152"/>
                </a:lnTo>
                <a:lnTo>
                  <a:pt x="571" y="146"/>
                </a:lnTo>
                <a:lnTo>
                  <a:pt x="568" y="140"/>
                </a:lnTo>
                <a:lnTo>
                  <a:pt x="565" y="134"/>
                </a:lnTo>
                <a:lnTo>
                  <a:pt x="562" y="129"/>
                </a:lnTo>
                <a:lnTo>
                  <a:pt x="559" y="123"/>
                </a:lnTo>
                <a:lnTo>
                  <a:pt x="555" y="117"/>
                </a:lnTo>
                <a:lnTo>
                  <a:pt x="551" y="112"/>
                </a:lnTo>
                <a:lnTo>
                  <a:pt x="547" y="107"/>
                </a:lnTo>
                <a:lnTo>
                  <a:pt x="542" y="101"/>
                </a:lnTo>
                <a:lnTo>
                  <a:pt x="538" y="96"/>
                </a:lnTo>
                <a:lnTo>
                  <a:pt x="533" y="91"/>
                </a:lnTo>
                <a:lnTo>
                  <a:pt x="528" y="86"/>
                </a:lnTo>
                <a:lnTo>
                  <a:pt x="522" y="81"/>
                </a:lnTo>
                <a:lnTo>
                  <a:pt x="517" y="76"/>
                </a:lnTo>
                <a:lnTo>
                  <a:pt x="511" y="71"/>
                </a:lnTo>
                <a:lnTo>
                  <a:pt x="505" y="67"/>
                </a:lnTo>
                <a:lnTo>
                  <a:pt x="498" y="62"/>
                </a:lnTo>
                <a:lnTo>
                  <a:pt x="492" y="58"/>
                </a:lnTo>
                <a:lnTo>
                  <a:pt x="485" y="54"/>
                </a:lnTo>
                <a:lnTo>
                  <a:pt x="478" y="50"/>
                </a:lnTo>
                <a:lnTo>
                  <a:pt x="471" y="46"/>
                </a:lnTo>
                <a:lnTo>
                  <a:pt x="464" y="43"/>
                </a:lnTo>
                <a:lnTo>
                  <a:pt x="457" y="39"/>
                </a:lnTo>
                <a:lnTo>
                  <a:pt x="449" y="36"/>
                </a:lnTo>
                <a:lnTo>
                  <a:pt x="441" y="32"/>
                </a:lnTo>
                <a:lnTo>
                  <a:pt x="434" y="29"/>
                </a:lnTo>
                <a:lnTo>
                  <a:pt x="426" y="27"/>
                </a:lnTo>
                <a:lnTo>
                  <a:pt x="418" y="24"/>
                </a:lnTo>
                <a:lnTo>
                  <a:pt x="409" y="21"/>
                </a:lnTo>
                <a:lnTo>
                  <a:pt x="401" y="19"/>
                </a:lnTo>
                <a:lnTo>
                  <a:pt x="393" y="17"/>
                </a:lnTo>
                <a:lnTo>
                  <a:pt x="384" y="15"/>
                </a:lnTo>
                <a:lnTo>
                  <a:pt x="375" y="13"/>
                </a:lnTo>
                <a:lnTo>
                  <a:pt x="367" y="11"/>
                </a:lnTo>
                <a:lnTo>
                  <a:pt x="358" y="10"/>
                </a:lnTo>
                <a:lnTo>
                  <a:pt x="349" y="9"/>
                </a:lnTo>
                <a:lnTo>
                  <a:pt x="340" y="8"/>
                </a:lnTo>
                <a:lnTo>
                  <a:pt x="331" y="7"/>
                </a:lnTo>
                <a:lnTo>
                  <a:pt x="322" y="6"/>
                </a:lnTo>
                <a:lnTo>
                  <a:pt x="312" y="6"/>
                </a:lnTo>
                <a:lnTo>
                  <a:pt x="303" y="5"/>
                </a:lnTo>
                <a:lnTo>
                  <a:pt x="294" y="5"/>
                </a:lnTo>
                <a:lnTo>
                  <a:pt x="285" y="5"/>
                </a:lnTo>
                <a:lnTo>
                  <a:pt x="276" y="6"/>
                </a:lnTo>
                <a:lnTo>
                  <a:pt x="267" y="6"/>
                </a:lnTo>
                <a:lnTo>
                  <a:pt x="258" y="7"/>
                </a:lnTo>
                <a:lnTo>
                  <a:pt x="249" y="8"/>
                </a:lnTo>
                <a:lnTo>
                  <a:pt x="240" y="9"/>
                </a:lnTo>
                <a:lnTo>
                  <a:pt x="232" y="10"/>
                </a:lnTo>
                <a:lnTo>
                  <a:pt x="223" y="11"/>
                </a:lnTo>
                <a:lnTo>
                  <a:pt x="214" y="13"/>
                </a:lnTo>
                <a:lnTo>
                  <a:pt x="206" y="15"/>
                </a:lnTo>
                <a:lnTo>
                  <a:pt x="197" y="17"/>
                </a:lnTo>
                <a:lnTo>
                  <a:pt x="189" y="19"/>
                </a:lnTo>
                <a:lnTo>
                  <a:pt x="180" y="21"/>
                </a:lnTo>
                <a:lnTo>
                  <a:pt x="172" y="24"/>
                </a:lnTo>
                <a:lnTo>
                  <a:pt x="164" y="27"/>
                </a:lnTo>
                <a:lnTo>
                  <a:pt x="156" y="29"/>
                </a:lnTo>
                <a:lnTo>
                  <a:pt x="148" y="32"/>
                </a:lnTo>
                <a:lnTo>
                  <a:pt x="140" y="36"/>
                </a:lnTo>
                <a:lnTo>
                  <a:pt x="133" y="39"/>
                </a:lnTo>
                <a:lnTo>
                  <a:pt x="125" y="43"/>
                </a:lnTo>
                <a:lnTo>
                  <a:pt x="118" y="46"/>
                </a:lnTo>
                <a:lnTo>
                  <a:pt x="111" y="50"/>
                </a:lnTo>
                <a:lnTo>
                  <a:pt x="104" y="54"/>
                </a:lnTo>
                <a:lnTo>
                  <a:pt x="98" y="58"/>
                </a:lnTo>
                <a:lnTo>
                  <a:pt x="91" y="62"/>
                </a:lnTo>
                <a:lnTo>
                  <a:pt x="85" y="67"/>
                </a:lnTo>
                <a:lnTo>
                  <a:pt x="79" y="71"/>
                </a:lnTo>
                <a:lnTo>
                  <a:pt x="73" y="76"/>
                </a:lnTo>
                <a:lnTo>
                  <a:pt x="67" y="81"/>
                </a:lnTo>
                <a:lnTo>
                  <a:pt x="62" y="86"/>
                </a:lnTo>
                <a:lnTo>
                  <a:pt x="57" y="91"/>
                </a:lnTo>
                <a:lnTo>
                  <a:pt x="52" y="96"/>
                </a:lnTo>
                <a:lnTo>
                  <a:pt x="47" y="101"/>
                </a:lnTo>
                <a:lnTo>
                  <a:pt x="43" y="107"/>
                </a:lnTo>
                <a:lnTo>
                  <a:pt x="38" y="112"/>
                </a:lnTo>
                <a:lnTo>
                  <a:pt x="34" y="117"/>
                </a:lnTo>
                <a:lnTo>
                  <a:pt x="31" y="123"/>
                </a:lnTo>
                <a:lnTo>
                  <a:pt x="27" y="129"/>
                </a:lnTo>
                <a:lnTo>
                  <a:pt x="24" y="134"/>
                </a:lnTo>
                <a:lnTo>
                  <a:pt x="21" y="140"/>
                </a:lnTo>
                <a:lnTo>
                  <a:pt x="18" y="146"/>
                </a:lnTo>
                <a:lnTo>
                  <a:pt x="16" y="152"/>
                </a:lnTo>
                <a:lnTo>
                  <a:pt x="14" y="158"/>
                </a:lnTo>
                <a:lnTo>
                  <a:pt x="12" y="164"/>
                </a:lnTo>
                <a:lnTo>
                  <a:pt x="11" y="170"/>
                </a:lnTo>
                <a:lnTo>
                  <a:pt x="9" y="176"/>
                </a:lnTo>
                <a:lnTo>
                  <a:pt x="8" y="182"/>
                </a:lnTo>
                <a:lnTo>
                  <a:pt x="8" y="188"/>
                </a:lnTo>
                <a:lnTo>
                  <a:pt x="7" y="195"/>
                </a:lnTo>
                <a:lnTo>
                  <a:pt x="7" y="201"/>
                </a:lnTo>
                <a:lnTo>
                  <a:pt x="7" y="207"/>
                </a:lnTo>
                <a:lnTo>
                  <a:pt x="8" y="213"/>
                </a:lnTo>
                <a:lnTo>
                  <a:pt x="8" y="219"/>
                </a:lnTo>
                <a:lnTo>
                  <a:pt x="9" y="225"/>
                </a:lnTo>
                <a:lnTo>
                  <a:pt x="11" y="231"/>
                </a:lnTo>
                <a:lnTo>
                  <a:pt x="12" y="238"/>
                </a:lnTo>
                <a:lnTo>
                  <a:pt x="14" y="244"/>
                </a:lnTo>
                <a:lnTo>
                  <a:pt x="16" y="250"/>
                </a:lnTo>
                <a:lnTo>
                  <a:pt x="18" y="256"/>
                </a:lnTo>
                <a:lnTo>
                  <a:pt x="21" y="262"/>
                </a:lnTo>
                <a:lnTo>
                  <a:pt x="24" y="268"/>
                </a:lnTo>
                <a:lnTo>
                  <a:pt x="27" y="274"/>
                </a:lnTo>
                <a:lnTo>
                  <a:pt x="31" y="279"/>
                </a:lnTo>
                <a:lnTo>
                  <a:pt x="34" y="285"/>
                </a:lnTo>
                <a:lnTo>
                  <a:pt x="38" y="290"/>
                </a:lnTo>
                <a:lnTo>
                  <a:pt x="43" y="296"/>
                </a:lnTo>
                <a:lnTo>
                  <a:pt x="47" y="301"/>
                </a:lnTo>
                <a:lnTo>
                  <a:pt x="52" y="306"/>
                </a:lnTo>
                <a:lnTo>
                  <a:pt x="57" y="311"/>
                </a:lnTo>
                <a:lnTo>
                  <a:pt x="62" y="317"/>
                </a:lnTo>
                <a:lnTo>
                  <a:pt x="67" y="321"/>
                </a:lnTo>
                <a:lnTo>
                  <a:pt x="73" y="326"/>
                </a:lnTo>
                <a:lnTo>
                  <a:pt x="79" y="331"/>
                </a:lnTo>
                <a:lnTo>
                  <a:pt x="85" y="335"/>
                </a:lnTo>
                <a:lnTo>
                  <a:pt x="91" y="340"/>
                </a:lnTo>
                <a:lnTo>
                  <a:pt x="98" y="344"/>
                </a:lnTo>
                <a:lnTo>
                  <a:pt x="104" y="348"/>
                </a:lnTo>
                <a:lnTo>
                  <a:pt x="111" y="352"/>
                </a:lnTo>
                <a:lnTo>
                  <a:pt x="118" y="356"/>
                </a:lnTo>
                <a:lnTo>
                  <a:pt x="125" y="360"/>
                </a:lnTo>
                <a:lnTo>
                  <a:pt x="133" y="363"/>
                </a:lnTo>
                <a:lnTo>
                  <a:pt x="140" y="367"/>
                </a:lnTo>
                <a:lnTo>
                  <a:pt x="148" y="370"/>
                </a:lnTo>
                <a:lnTo>
                  <a:pt x="156" y="373"/>
                </a:lnTo>
                <a:lnTo>
                  <a:pt x="164" y="376"/>
                </a:lnTo>
                <a:lnTo>
                  <a:pt x="172" y="378"/>
                </a:lnTo>
                <a:lnTo>
                  <a:pt x="180" y="381"/>
                </a:lnTo>
                <a:lnTo>
                  <a:pt x="189" y="383"/>
                </a:lnTo>
                <a:lnTo>
                  <a:pt x="197" y="386"/>
                </a:lnTo>
                <a:lnTo>
                  <a:pt x="206" y="388"/>
                </a:lnTo>
                <a:lnTo>
                  <a:pt x="214" y="389"/>
                </a:lnTo>
                <a:lnTo>
                  <a:pt x="223" y="391"/>
                </a:lnTo>
                <a:lnTo>
                  <a:pt x="232" y="392"/>
                </a:lnTo>
                <a:lnTo>
                  <a:pt x="240" y="394"/>
                </a:lnTo>
                <a:lnTo>
                  <a:pt x="249" y="395"/>
                </a:lnTo>
                <a:lnTo>
                  <a:pt x="258" y="396"/>
                </a:lnTo>
                <a:lnTo>
                  <a:pt x="267" y="396"/>
                </a:lnTo>
                <a:lnTo>
                  <a:pt x="276" y="397"/>
                </a:lnTo>
                <a:lnTo>
                  <a:pt x="285" y="397"/>
                </a:lnTo>
                <a:lnTo>
                  <a:pt x="294" y="397"/>
                </a:lnTo>
                <a:lnTo>
                  <a:pt x="303" y="397"/>
                </a:lnTo>
                <a:lnTo>
                  <a:pt x="312" y="397"/>
                </a:lnTo>
                <a:lnTo>
                  <a:pt x="322" y="396"/>
                </a:lnTo>
                <a:lnTo>
                  <a:pt x="331" y="396"/>
                </a:lnTo>
                <a:lnTo>
                  <a:pt x="340" y="395"/>
                </a:lnTo>
                <a:lnTo>
                  <a:pt x="349" y="394"/>
                </a:lnTo>
                <a:lnTo>
                  <a:pt x="358" y="392"/>
                </a:lnTo>
                <a:lnTo>
                  <a:pt x="367" y="391"/>
                </a:lnTo>
                <a:lnTo>
                  <a:pt x="375" y="389"/>
                </a:lnTo>
                <a:lnTo>
                  <a:pt x="384" y="388"/>
                </a:lnTo>
                <a:lnTo>
                  <a:pt x="393" y="386"/>
                </a:lnTo>
                <a:lnTo>
                  <a:pt x="401" y="383"/>
                </a:lnTo>
                <a:lnTo>
                  <a:pt x="409" y="381"/>
                </a:lnTo>
                <a:lnTo>
                  <a:pt x="418" y="378"/>
                </a:lnTo>
                <a:lnTo>
                  <a:pt x="426" y="376"/>
                </a:lnTo>
                <a:lnTo>
                  <a:pt x="434" y="373"/>
                </a:lnTo>
                <a:lnTo>
                  <a:pt x="441" y="370"/>
                </a:lnTo>
                <a:lnTo>
                  <a:pt x="449" y="367"/>
                </a:lnTo>
                <a:lnTo>
                  <a:pt x="457" y="363"/>
                </a:lnTo>
                <a:lnTo>
                  <a:pt x="464" y="360"/>
                </a:lnTo>
                <a:lnTo>
                  <a:pt x="471" y="356"/>
                </a:lnTo>
                <a:lnTo>
                  <a:pt x="478" y="352"/>
                </a:lnTo>
                <a:lnTo>
                  <a:pt x="485" y="348"/>
                </a:lnTo>
                <a:lnTo>
                  <a:pt x="492" y="344"/>
                </a:lnTo>
                <a:lnTo>
                  <a:pt x="498" y="340"/>
                </a:lnTo>
                <a:lnTo>
                  <a:pt x="505" y="335"/>
                </a:lnTo>
                <a:lnTo>
                  <a:pt x="511" y="331"/>
                </a:lnTo>
                <a:lnTo>
                  <a:pt x="517" y="326"/>
                </a:lnTo>
                <a:lnTo>
                  <a:pt x="522" y="321"/>
                </a:lnTo>
                <a:lnTo>
                  <a:pt x="528" y="317"/>
                </a:lnTo>
                <a:lnTo>
                  <a:pt x="533" y="311"/>
                </a:lnTo>
                <a:lnTo>
                  <a:pt x="538" y="306"/>
                </a:lnTo>
                <a:lnTo>
                  <a:pt x="542" y="301"/>
                </a:lnTo>
                <a:lnTo>
                  <a:pt x="547" y="296"/>
                </a:lnTo>
                <a:lnTo>
                  <a:pt x="551" y="290"/>
                </a:lnTo>
                <a:lnTo>
                  <a:pt x="555" y="285"/>
                </a:lnTo>
                <a:lnTo>
                  <a:pt x="559" y="279"/>
                </a:lnTo>
                <a:lnTo>
                  <a:pt x="562" y="274"/>
                </a:lnTo>
                <a:lnTo>
                  <a:pt x="565" y="268"/>
                </a:lnTo>
                <a:lnTo>
                  <a:pt x="568" y="262"/>
                </a:lnTo>
                <a:lnTo>
                  <a:pt x="571" y="256"/>
                </a:lnTo>
                <a:lnTo>
                  <a:pt x="573" y="250"/>
                </a:lnTo>
                <a:lnTo>
                  <a:pt x="576" y="244"/>
                </a:lnTo>
                <a:lnTo>
                  <a:pt x="577" y="238"/>
                </a:lnTo>
                <a:lnTo>
                  <a:pt x="579" y="231"/>
                </a:lnTo>
                <a:lnTo>
                  <a:pt x="580" y="225"/>
                </a:lnTo>
                <a:lnTo>
                  <a:pt x="581" y="219"/>
                </a:lnTo>
                <a:lnTo>
                  <a:pt x="582" y="213"/>
                </a:lnTo>
                <a:lnTo>
                  <a:pt x="582" y="207"/>
                </a:lnTo>
                <a:lnTo>
                  <a:pt x="582" y="201"/>
                </a:lnTo>
                <a:moveTo>
                  <a:pt x="590" y="201"/>
                </a:moveTo>
                <a:lnTo>
                  <a:pt x="590" y="207"/>
                </a:lnTo>
                <a:lnTo>
                  <a:pt x="589" y="213"/>
                </a:lnTo>
                <a:lnTo>
                  <a:pt x="589" y="220"/>
                </a:lnTo>
                <a:lnTo>
                  <a:pt x="588" y="226"/>
                </a:lnTo>
                <a:lnTo>
                  <a:pt x="586" y="232"/>
                </a:lnTo>
                <a:lnTo>
                  <a:pt x="585" y="239"/>
                </a:lnTo>
                <a:lnTo>
                  <a:pt x="583" y="245"/>
                </a:lnTo>
                <a:lnTo>
                  <a:pt x="581" y="252"/>
                </a:lnTo>
                <a:lnTo>
                  <a:pt x="578" y="258"/>
                </a:lnTo>
                <a:lnTo>
                  <a:pt x="576" y="264"/>
                </a:lnTo>
                <a:lnTo>
                  <a:pt x="573" y="270"/>
                </a:lnTo>
                <a:lnTo>
                  <a:pt x="569" y="275"/>
                </a:lnTo>
                <a:lnTo>
                  <a:pt x="566" y="281"/>
                </a:lnTo>
                <a:lnTo>
                  <a:pt x="562" y="287"/>
                </a:lnTo>
                <a:lnTo>
                  <a:pt x="558" y="293"/>
                </a:lnTo>
                <a:lnTo>
                  <a:pt x="554" y="298"/>
                </a:lnTo>
                <a:lnTo>
                  <a:pt x="549" y="304"/>
                </a:lnTo>
                <a:lnTo>
                  <a:pt x="544" y="309"/>
                </a:lnTo>
                <a:lnTo>
                  <a:pt x="539" y="314"/>
                </a:lnTo>
                <a:lnTo>
                  <a:pt x="534" y="320"/>
                </a:lnTo>
                <a:lnTo>
                  <a:pt x="528" y="325"/>
                </a:lnTo>
                <a:lnTo>
                  <a:pt x="522" y="329"/>
                </a:lnTo>
                <a:lnTo>
                  <a:pt x="516" y="334"/>
                </a:lnTo>
                <a:lnTo>
                  <a:pt x="510" y="339"/>
                </a:lnTo>
                <a:lnTo>
                  <a:pt x="504" y="343"/>
                </a:lnTo>
                <a:lnTo>
                  <a:pt x="497" y="348"/>
                </a:lnTo>
                <a:lnTo>
                  <a:pt x="490" y="352"/>
                </a:lnTo>
                <a:lnTo>
                  <a:pt x="483" y="356"/>
                </a:lnTo>
                <a:lnTo>
                  <a:pt x="476" y="360"/>
                </a:lnTo>
                <a:lnTo>
                  <a:pt x="468" y="364"/>
                </a:lnTo>
                <a:lnTo>
                  <a:pt x="461" y="368"/>
                </a:lnTo>
                <a:lnTo>
                  <a:pt x="453" y="371"/>
                </a:lnTo>
                <a:lnTo>
                  <a:pt x="445" y="374"/>
                </a:lnTo>
                <a:lnTo>
                  <a:pt x="437" y="377"/>
                </a:lnTo>
                <a:lnTo>
                  <a:pt x="429" y="380"/>
                </a:lnTo>
                <a:lnTo>
                  <a:pt x="421" y="383"/>
                </a:lnTo>
                <a:lnTo>
                  <a:pt x="412" y="386"/>
                </a:lnTo>
                <a:lnTo>
                  <a:pt x="404" y="388"/>
                </a:lnTo>
                <a:lnTo>
                  <a:pt x="395" y="390"/>
                </a:lnTo>
                <a:lnTo>
                  <a:pt x="386" y="392"/>
                </a:lnTo>
                <a:lnTo>
                  <a:pt x="377" y="394"/>
                </a:lnTo>
                <a:lnTo>
                  <a:pt x="369" y="396"/>
                </a:lnTo>
                <a:lnTo>
                  <a:pt x="360" y="397"/>
                </a:lnTo>
                <a:lnTo>
                  <a:pt x="350" y="399"/>
                </a:lnTo>
                <a:lnTo>
                  <a:pt x="341" y="400"/>
                </a:lnTo>
                <a:lnTo>
                  <a:pt x="332" y="401"/>
                </a:lnTo>
                <a:lnTo>
                  <a:pt x="323" y="401"/>
                </a:lnTo>
                <a:lnTo>
                  <a:pt x="313" y="402"/>
                </a:lnTo>
                <a:lnTo>
                  <a:pt x="304" y="402"/>
                </a:lnTo>
                <a:lnTo>
                  <a:pt x="294" y="402"/>
                </a:lnTo>
                <a:lnTo>
                  <a:pt x="285" y="402"/>
                </a:lnTo>
                <a:lnTo>
                  <a:pt x="276" y="402"/>
                </a:lnTo>
                <a:lnTo>
                  <a:pt x="267" y="401"/>
                </a:lnTo>
                <a:lnTo>
                  <a:pt x="257" y="401"/>
                </a:lnTo>
                <a:lnTo>
                  <a:pt x="248" y="400"/>
                </a:lnTo>
                <a:lnTo>
                  <a:pt x="239" y="399"/>
                </a:lnTo>
                <a:lnTo>
                  <a:pt x="230" y="397"/>
                </a:lnTo>
                <a:lnTo>
                  <a:pt x="221" y="396"/>
                </a:lnTo>
                <a:lnTo>
                  <a:pt x="212" y="394"/>
                </a:lnTo>
                <a:lnTo>
                  <a:pt x="203" y="392"/>
                </a:lnTo>
                <a:lnTo>
                  <a:pt x="194" y="390"/>
                </a:lnTo>
                <a:lnTo>
                  <a:pt x="186" y="388"/>
                </a:lnTo>
                <a:lnTo>
                  <a:pt x="177" y="386"/>
                </a:lnTo>
                <a:lnTo>
                  <a:pt x="169" y="383"/>
                </a:lnTo>
                <a:lnTo>
                  <a:pt x="160" y="380"/>
                </a:lnTo>
                <a:lnTo>
                  <a:pt x="152" y="377"/>
                </a:lnTo>
                <a:lnTo>
                  <a:pt x="144" y="374"/>
                </a:lnTo>
                <a:lnTo>
                  <a:pt x="136" y="371"/>
                </a:lnTo>
                <a:lnTo>
                  <a:pt x="129" y="368"/>
                </a:lnTo>
                <a:lnTo>
                  <a:pt x="121" y="364"/>
                </a:lnTo>
                <a:lnTo>
                  <a:pt x="114" y="360"/>
                </a:lnTo>
                <a:lnTo>
                  <a:pt x="106" y="356"/>
                </a:lnTo>
                <a:lnTo>
                  <a:pt x="99" y="352"/>
                </a:lnTo>
                <a:lnTo>
                  <a:pt x="92" y="348"/>
                </a:lnTo>
                <a:lnTo>
                  <a:pt x="86" y="343"/>
                </a:lnTo>
                <a:lnTo>
                  <a:pt x="79" y="339"/>
                </a:lnTo>
                <a:lnTo>
                  <a:pt x="73" y="334"/>
                </a:lnTo>
                <a:lnTo>
                  <a:pt x="67" y="329"/>
                </a:lnTo>
                <a:lnTo>
                  <a:pt x="61" y="325"/>
                </a:lnTo>
                <a:lnTo>
                  <a:pt x="56" y="320"/>
                </a:lnTo>
                <a:lnTo>
                  <a:pt x="50" y="314"/>
                </a:lnTo>
                <a:lnTo>
                  <a:pt x="45" y="309"/>
                </a:lnTo>
                <a:lnTo>
                  <a:pt x="41" y="304"/>
                </a:lnTo>
                <a:lnTo>
                  <a:pt x="36" y="298"/>
                </a:lnTo>
                <a:lnTo>
                  <a:pt x="32" y="293"/>
                </a:lnTo>
                <a:lnTo>
                  <a:pt x="28" y="287"/>
                </a:lnTo>
                <a:lnTo>
                  <a:pt x="24" y="281"/>
                </a:lnTo>
                <a:lnTo>
                  <a:pt x="20" y="275"/>
                </a:lnTo>
                <a:lnTo>
                  <a:pt x="17" y="270"/>
                </a:lnTo>
                <a:lnTo>
                  <a:pt x="14" y="264"/>
                </a:lnTo>
                <a:lnTo>
                  <a:pt x="11" y="258"/>
                </a:lnTo>
                <a:lnTo>
                  <a:pt x="9" y="252"/>
                </a:lnTo>
                <a:lnTo>
                  <a:pt x="7" y="245"/>
                </a:lnTo>
                <a:lnTo>
                  <a:pt x="5" y="239"/>
                </a:lnTo>
                <a:lnTo>
                  <a:pt x="3" y="232"/>
                </a:lnTo>
                <a:lnTo>
                  <a:pt x="2" y="226"/>
                </a:lnTo>
                <a:lnTo>
                  <a:pt x="1" y="220"/>
                </a:lnTo>
                <a:lnTo>
                  <a:pt x="0" y="213"/>
                </a:lnTo>
                <a:lnTo>
                  <a:pt x="0" y="207"/>
                </a:lnTo>
                <a:lnTo>
                  <a:pt x="0" y="201"/>
                </a:lnTo>
                <a:lnTo>
                  <a:pt x="0" y="194"/>
                </a:lnTo>
                <a:lnTo>
                  <a:pt x="0" y="188"/>
                </a:lnTo>
                <a:lnTo>
                  <a:pt x="1" y="182"/>
                </a:lnTo>
                <a:lnTo>
                  <a:pt x="2" y="176"/>
                </a:lnTo>
                <a:lnTo>
                  <a:pt x="3" y="169"/>
                </a:lnTo>
                <a:lnTo>
                  <a:pt x="5" y="163"/>
                </a:lnTo>
                <a:lnTo>
                  <a:pt x="7" y="157"/>
                </a:lnTo>
                <a:lnTo>
                  <a:pt x="9" y="151"/>
                </a:lnTo>
                <a:lnTo>
                  <a:pt x="11" y="145"/>
                </a:lnTo>
                <a:lnTo>
                  <a:pt x="14" y="139"/>
                </a:lnTo>
                <a:lnTo>
                  <a:pt x="17" y="133"/>
                </a:lnTo>
                <a:lnTo>
                  <a:pt x="20" y="127"/>
                </a:lnTo>
                <a:lnTo>
                  <a:pt x="24" y="121"/>
                </a:lnTo>
                <a:lnTo>
                  <a:pt x="28" y="115"/>
                </a:lnTo>
                <a:lnTo>
                  <a:pt x="32" y="110"/>
                </a:lnTo>
                <a:lnTo>
                  <a:pt x="36" y="104"/>
                </a:lnTo>
                <a:lnTo>
                  <a:pt x="41" y="99"/>
                </a:lnTo>
                <a:lnTo>
                  <a:pt x="45" y="93"/>
                </a:lnTo>
                <a:lnTo>
                  <a:pt x="50" y="88"/>
                </a:lnTo>
                <a:lnTo>
                  <a:pt x="56" y="83"/>
                </a:lnTo>
                <a:lnTo>
                  <a:pt x="61" y="78"/>
                </a:lnTo>
                <a:lnTo>
                  <a:pt x="67" y="73"/>
                </a:lnTo>
                <a:lnTo>
                  <a:pt x="73" y="68"/>
                </a:lnTo>
                <a:lnTo>
                  <a:pt x="79" y="63"/>
                </a:lnTo>
                <a:lnTo>
                  <a:pt x="86" y="59"/>
                </a:lnTo>
                <a:lnTo>
                  <a:pt x="92" y="54"/>
                </a:lnTo>
                <a:lnTo>
                  <a:pt x="99" y="50"/>
                </a:lnTo>
                <a:lnTo>
                  <a:pt x="106" y="46"/>
                </a:lnTo>
                <a:lnTo>
                  <a:pt x="114" y="42"/>
                </a:lnTo>
                <a:lnTo>
                  <a:pt x="121" y="38"/>
                </a:lnTo>
                <a:lnTo>
                  <a:pt x="129" y="35"/>
                </a:lnTo>
                <a:lnTo>
                  <a:pt x="136" y="31"/>
                </a:lnTo>
                <a:lnTo>
                  <a:pt x="144" y="28"/>
                </a:lnTo>
                <a:lnTo>
                  <a:pt x="152" y="25"/>
                </a:lnTo>
                <a:lnTo>
                  <a:pt x="160" y="22"/>
                </a:lnTo>
                <a:lnTo>
                  <a:pt x="169" y="19"/>
                </a:lnTo>
                <a:lnTo>
                  <a:pt x="177" y="17"/>
                </a:lnTo>
                <a:lnTo>
                  <a:pt x="186" y="14"/>
                </a:lnTo>
                <a:lnTo>
                  <a:pt x="194" y="12"/>
                </a:lnTo>
                <a:lnTo>
                  <a:pt x="203" y="10"/>
                </a:lnTo>
                <a:lnTo>
                  <a:pt x="212" y="8"/>
                </a:lnTo>
                <a:lnTo>
                  <a:pt x="221" y="6"/>
                </a:lnTo>
                <a:lnTo>
                  <a:pt x="230" y="5"/>
                </a:lnTo>
                <a:lnTo>
                  <a:pt x="239" y="4"/>
                </a:lnTo>
                <a:lnTo>
                  <a:pt x="248" y="3"/>
                </a:lnTo>
                <a:lnTo>
                  <a:pt x="257" y="2"/>
                </a:lnTo>
                <a:lnTo>
                  <a:pt x="267" y="1"/>
                </a:lnTo>
                <a:lnTo>
                  <a:pt x="276" y="0"/>
                </a:lnTo>
                <a:lnTo>
                  <a:pt x="285" y="0"/>
                </a:lnTo>
                <a:lnTo>
                  <a:pt x="294" y="0"/>
                </a:lnTo>
                <a:lnTo>
                  <a:pt x="304" y="0"/>
                </a:lnTo>
                <a:lnTo>
                  <a:pt x="313" y="0"/>
                </a:lnTo>
                <a:lnTo>
                  <a:pt x="323" y="1"/>
                </a:lnTo>
                <a:lnTo>
                  <a:pt x="332" y="2"/>
                </a:lnTo>
                <a:lnTo>
                  <a:pt x="341" y="3"/>
                </a:lnTo>
                <a:lnTo>
                  <a:pt x="350" y="4"/>
                </a:lnTo>
                <a:lnTo>
                  <a:pt x="360" y="5"/>
                </a:lnTo>
                <a:lnTo>
                  <a:pt x="369" y="6"/>
                </a:lnTo>
                <a:lnTo>
                  <a:pt x="377" y="8"/>
                </a:lnTo>
                <a:lnTo>
                  <a:pt x="386" y="10"/>
                </a:lnTo>
                <a:lnTo>
                  <a:pt x="395" y="12"/>
                </a:lnTo>
                <a:lnTo>
                  <a:pt x="404" y="14"/>
                </a:lnTo>
                <a:lnTo>
                  <a:pt x="412" y="17"/>
                </a:lnTo>
                <a:lnTo>
                  <a:pt x="421" y="19"/>
                </a:lnTo>
                <a:lnTo>
                  <a:pt x="429" y="22"/>
                </a:lnTo>
                <a:lnTo>
                  <a:pt x="437" y="25"/>
                </a:lnTo>
                <a:lnTo>
                  <a:pt x="445" y="28"/>
                </a:lnTo>
                <a:lnTo>
                  <a:pt x="453" y="31"/>
                </a:lnTo>
                <a:lnTo>
                  <a:pt x="461" y="35"/>
                </a:lnTo>
                <a:lnTo>
                  <a:pt x="468" y="38"/>
                </a:lnTo>
                <a:lnTo>
                  <a:pt x="476" y="42"/>
                </a:lnTo>
                <a:lnTo>
                  <a:pt x="483" y="46"/>
                </a:lnTo>
                <a:lnTo>
                  <a:pt x="490" y="50"/>
                </a:lnTo>
                <a:lnTo>
                  <a:pt x="497" y="54"/>
                </a:lnTo>
                <a:lnTo>
                  <a:pt x="504" y="59"/>
                </a:lnTo>
                <a:lnTo>
                  <a:pt x="510" y="63"/>
                </a:lnTo>
                <a:lnTo>
                  <a:pt x="516" y="68"/>
                </a:lnTo>
                <a:lnTo>
                  <a:pt x="522" y="73"/>
                </a:lnTo>
                <a:lnTo>
                  <a:pt x="528" y="78"/>
                </a:lnTo>
                <a:lnTo>
                  <a:pt x="534" y="83"/>
                </a:lnTo>
                <a:lnTo>
                  <a:pt x="539" y="88"/>
                </a:lnTo>
                <a:lnTo>
                  <a:pt x="544" y="93"/>
                </a:lnTo>
                <a:lnTo>
                  <a:pt x="549" y="99"/>
                </a:lnTo>
                <a:lnTo>
                  <a:pt x="554" y="104"/>
                </a:lnTo>
                <a:lnTo>
                  <a:pt x="558" y="110"/>
                </a:lnTo>
                <a:lnTo>
                  <a:pt x="562" y="115"/>
                </a:lnTo>
                <a:lnTo>
                  <a:pt x="566" y="121"/>
                </a:lnTo>
                <a:lnTo>
                  <a:pt x="569" y="127"/>
                </a:lnTo>
                <a:lnTo>
                  <a:pt x="573" y="133"/>
                </a:lnTo>
                <a:lnTo>
                  <a:pt x="576" y="139"/>
                </a:lnTo>
                <a:lnTo>
                  <a:pt x="578" y="145"/>
                </a:lnTo>
                <a:lnTo>
                  <a:pt x="581" y="151"/>
                </a:lnTo>
                <a:lnTo>
                  <a:pt x="583" y="157"/>
                </a:lnTo>
                <a:lnTo>
                  <a:pt x="585" y="163"/>
                </a:lnTo>
                <a:lnTo>
                  <a:pt x="586" y="169"/>
                </a:lnTo>
                <a:lnTo>
                  <a:pt x="588" y="176"/>
                </a:lnTo>
                <a:lnTo>
                  <a:pt x="589" y="182"/>
                </a:lnTo>
                <a:lnTo>
                  <a:pt x="589" y="188"/>
                </a:lnTo>
                <a:lnTo>
                  <a:pt x="590" y="194"/>
                </a:lnTo>
                <a:lnTo>
                  <a:pt x="590" y="201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4" name=""/>
          <p:cNvSpPr/>
          <p:nvPr/>
        </p:nvSpPr>
        <p:spPr>
          <a:xfrm>
            <a:off x="4013280" y="2869560"/>
            <a:ext cx="226080" cy="154080"/>
          </a:xfrm>
          <a:custGeom>
            <a:avLst/>
            <a:gdLst/>
            <a:ahLst/>
            <a:rect l="0" t="0" r="r" b="b"/>
            <a:pathLst>
              <a:path w="628" h="428">
                <a:moveTo>
                  <a:pt x="609" y="214"/>
                </a:moveTo>
                <a:lnTo>
                  <a:pt x="609" y="207"/>
                </a:lnTo>
                <a:lnTo>
                  <a:pt x="608" y="201"/>
                </a:lnTo>
                <a:lnTo>
                  <a:pt x="608" y="195"/>
                </a:lnTo>
                <a:lnTo>
                  <a:pt x="607" y="189"/>
                </a:lnTo>
                <a:lnTo>
                  <a:pt x="605" y="182"/>
                </a:lnTo>
                <a:lnTo>
                  <a:pt x="604" y="176"/>
                </a:lnTo>
                <a:lnTo>
                  <a:pt x="602" y="170"/>
                </a:lnTo>
                <a:lnTo>
                  <a:pt x="600" y="164"/>
                </a:lnTo>
                <a:lnTo>
                  <a:pt x="597" y="158"/>
                </a:lnTo>
                <a:lnTo>
                  <a:pt x="595" y="152"/>
                </a:lnTo>
                <a:lnTo>
                  <a:pt x="592" y="146"/>
                </a:lnTo>
                <a:lnTo>
                  <a:pt x="588" y="140"/>
                </a:lnTo>
                <a:lnTo>
                  <a:pt x="585" y="134"/>
                </a:lnTo>
                <a:lnTo>
                  <a:pt x="581" y="128"/>
                </a:lnTo>
                <a:lnTo>
                  <a:pt x="577" y="123"/>
                </a:lnTo>
                <a:lnTo>
                  <a:pt x="573" y="117"/>
                </a:lnTo>
                <a:lnTo>
                  <a:pt x="568" y="112"/>
                </a:lnTo>
                <a:lnTo>
                  <a:pt x="563" y="106"/>
                </a:lnTo>
                <a:lnTo>
                  <a:pt x="558" y="101"/>
                </a:lnTo>
                <a:lnTo>
                  <a:pt x="553" y="96"/>
                </a:lnTo>
                <a:lnTo>
                  <a:pt x="547" y="91"/>
                </a:lnTo>
                <a:lnTo>
                  <a:pt x="541" y="86"/>
                </a:lnTo>
                <a:lnTo>
                  <a:pt x="535" y="81"/>
                </a:lnTo>
                <a:lnTo>
                  <a:pt x="529" y="76"/>
                </a:lnTo>
                <a:lnTo>
                  <a:pt x="523" y="72"/>
                </a:lnTo>
                <a:lnTo>
                  <a:pt x="516" y="67"/>
                </a:lnTo>
                <a:lnTo>
                  <a:pt x="509" y="63"/>
                </a:lnTo>
                <a:lnTo>
                  <a:pt x="502" y="59"/>
                </a:lnTo>
                <a:lnTo>
                  <a:pt x="495" y="55"/>
                </a:lnTo>
                <a:lnTo>
                  <a:pt x="487" y="51"/>
                </a:lnTo>
                <a:lnTo>
                  <a:pt x="480" y="48"/>
                </a:lnTo>
                <a:lnTo>
                  <a:pt x="472" y="44"/>
                </a:lnTo>
                <a:lnTo>
                  <a:pt x="464" y="41"/>
                </a:lnTo>
                <a:lnTo>
                  <a:pt x="456" y="38"/>
                </a:lnTo>
                <a:lnTo>
                  <a:pt x="447" y="35"/>
                </a:lnTo>
                <a:lnTo>
                  <a:pt x="439" y="32"/>
                </a:lnTo>
                <a:lnTo>
                  <a:pt x="430" y="30"/>
                </a:lnTo>
                <a:lnTo>
                  <a:pt x="422" y="27"/>
                </a:lnTo>
                <a:lnTo>
                  <a:pt x="413" y="25"/>
                </a:lnTo>
                <a:lnTo>
                  <a:pt x="404" y="23"/>
                </a:lnTo>
                <a:lnTo>
                  <a:pt x="395" y="21"/>
                </a:lnTo>
                <a:lnTo>
                  <a:pt x="387" y="19"/>
                </a:lnTo>
                <a:lnTo>
                  <a:pt x="378" y="18"/>
                </a:lnTo>
                <a:lnTo>
                  <a:pt x="368" y="17"/>
                </a:lnTo>
                <a:lnTo>
                  <a:pt x="359" y="16"/>
                </a:lnTo>
                <a:lnTo>
                  <a:pt x="350" y="15"/>
                </a:lnTo>
                <a:lnTo>
                  <a:pt x="341" y="14"/>
                </a:lnTo>
                <a:lnTo>
                  <a:pt x="332" y="13"/>
                </a:lnTo>
                <a:lnTo>
                  <a:pt x="323" y="13"/>
                </a:lnTo>
                <a:lnTo>
                  <a:pt x="313" y="13"/>
                </a:lnTo>
                <a:lnTo>
                  <a:pt x="304" y="13"/>
                </a:lnTo>
                <a:lnTo>
                  <a:pt x="295" y="13"/>
                </a:lnTo>
                <a:lnTo>
                  <a:pt x="286" y="14"/>
                </a:lnTo>
                <a:lnTo>
                  <a:pt x="276" y="15"/>
                </a:lnTo>
                <a:lnTo>
                  <a:pt x="267" y="16"/>
                </a:lnTo>
                <a:lnTo>
                  <a:pt x="258" y="17"/>
                </a:lnTo>
                <a:lnTo>
                  <a:pt x="249" y="18"/>
                </a:lnTo>
                <a:lnTo>
                  <a:pt x="240" y="19"/>
                </a:lnTo>
                <a:lnTo>
                  <a:pt x="231" y="21"/>
                </a:lnTo>
                <a:lnTo>
                  <a:pt x="222" y="23"/>
                </a:lnTo>
                <a:lnTo>
                  <a:pt x="213" y="25"/>
                </a:lnTo>
                <a:lnTo>
                  <a:pt x="205" y="27"/>
                </a:lnTo>
                <a:lnTo>
                  <a:pt x="196" y="30"/>
                </a:lnTo>
                <a:lnTo>
                  <a:pt x="188" y="32"/>
                </a:lnTo>
                <a:lnTo>
                  <a:pt x="179" y="35"/>
                </a:lnTo>
                <a:lnTo>
                  <a:pt x="171" y="38"/>
                </a:lnTo>
                <a:lnTo>
                  <a:pt x="163" y="41"/>
                </a:lnTo>
                <a:lnTo>
                  <a:pt x="155" y="44"/>
                </a:lnTo>
                <a:lnTo>
                  <a:pt x="148" y="48"/>
                </a:lnTo>
                <a:lnTo>
                  <a:pt x="140" y="51"/>
                </a:lnTo>
                <a:lnTo>
                  <a:pt x="133" y="55"/>
                </a:lnTo>
                <a:lnTo>
                  <a:pt x="125" y="59"/>
                </a:lnTo>
                <a:lnTo>
                  <a:pt x="118" y="63"/>
                </a:lnTo>
                <a:lnTo>
                  <a:pt x="111" y="67"/>
                </a:lnTo>
                <a:lnTo>
                  <a:pt x="105" y="72"/>
                </a:lnTo>
                <a:lnTo>
                  <a:pt x="98" y="76"/>
                </a:lnTo>
                <a:lnTo>
                  <a:pt x="92" y="81"/>
                </a:lnTo>
                <a:lnTo>
                  <a:pt x="86" y="86"/>
                </a:lnTo>
                <a:lnTo>
                  <a:pt x="80" y="91"/>
                </a:lnTo>
                <a:lnTo>
                  <a:pt x="75" y="96"/>
                </a:lnTo>
                <a:lnTo>
                  <a:pt x="69" y="101"/>
                </a:lnTo>
                <a:lnTo>
                  <a:pt x="64" y="106"/>
                </a:lnTo>
                <a:lnTo>
                  <a:pt x="60" y="112"/>
                </a:lnTo>
                <a:lnTo>
                  <a:pt x="55" y="117"/>
                </a:lnTo>
                <a:lnTo>
                  <a:pt x="51" y="123"/>
                </a:lnTo>
                <a:lnTo>
                  <a:pt x="47" y="128"/>
                </a:lnTo>
                <a:lnTo>
                  <a:pt x="43" y="134"/>
                </a:lnTo>
                <a:lnTo>
                  <a:pt x="39" y="140"/>
                </a:lnTo>
                <a:lnTo>
                  <a:pt x="36" y="146"/>
                </a:lnTo>
                <a:lnTo>
                  <a:pt x="33" y="152"/>
                </a:lnTo>
                <a:lnTo>
                  <a:pt x="30" y="158"/>
                </a:lnTo>
                <a:lnTo>
                  <a:pt x="28" y="164"/>
                </a:lnTo>
                <a:lnTo>
                  <a:pt x="26" y="170"/>
                </a:lnTo>
                <a:lnTo>
                  <a:pt x="24" y="176"/>
                </a:lnTo>
                <a:lnTo>
                  <a:pt x="22" y="182"/>
                </a:lnTo>
                <a:lnTo>
                  <a:pt x="21" y="189"/>
                </a:lnTo>
                <a:lnTo>
                  <a:pt x="20" y="195"/>
                </a:lnTo>
                <a:lnTo>
                  <a:pt x="19" y="201"/>
                </a:lnTo>
                <a:lnTo>
                  <a:pt x="19" y="207"/>
                </a:lnTo>
                <a:lnTo>
                  <a:pt x="19" y="214"/>
                </a:lnTo>
                <a:lnTo>
                  <a:pt x="19" y="220"/>
                </a:lnTo>
                <a:lnTo>
                  <a:pt x="19" y="226"/>
                </a:lnTo>
                <a:lnTo>
                  <a:pt x="20" y="233"/>
                </a:lnTo>
                <a:lnTo>
                  <a:pt x="21" y="239"/>
                </a:lnTo>
                <a:lnTo>
                  <a:pt x="22" y="245"/>
                </a:lnTo>
                <a:lnTo>
                  <a:pt x="24" y="251"/>
                </a:lnTo>
                <a:lnTo>
                  <a:pt x="26" y="257"/>
                </a:lnTo>
                <a:lnTo>
                  <a:pt x="28" y="264"/>
                </a:lnTo>
                <a:lnTo>
                  <a:pt x="30" y="270"/>
                </a:lnTo>
                <a:lnTo>
                  <a:pt x="33" y="276"/>
                </a:lnTo>
                <a:lnTo>
                  <a:pt x="36" y="282"/>
                </a:lnTo>
                <a:lnTo>
                  <a:pt x="39" y="287"/>
                </a:lnTo>
                <a:lnTo>
                  <a:pt x="43" y="293"/>
                </a:lnTo>
                <a:lnTo>
                  <a:pt x="47" y="299"/>
                </a:lnTo>
                <a:lnTo>
                  <a:pt x="51" y="305"/>
                </a:lnTo>
                <a:lnTo>
                  <a:pt x="55" y="310"/>
                </a:lnTo>
                <a:lnTo>
                  <a:pt x="60" y="316"/>
                </a:lnTo>
                <a:lnTo>
                  <a:pt x="64" y="321"/>
                </a:lnTo>
                <a:lnTo>
                  <a:pt x="69" y="326"/>
                </a:lnTo>
                <a:lnTo>
                  <a:pt x="75" y="332"/>
                </a:lnTo>
                <a:lnTo>
                  <a:pt x="80" y="338"/>
                </a:lnTo>
                <a:lnTo>
                  <a:pt x="86" y="342"/>
                </a:lnTo>
                <a:lnTo>
                  <a:pt x="92" y="347"/>
                </a:lnTo>
                <a:lnTo>
                  <a:pt x="98" y="352"/>
                </a:lnTo>
                <a:lnTo>
                  <a:pt x="105" y="356"/>
                </a:lnTo>
                <a:lnTo>
                  <a:pt x="111" y="361"/>
                </a:lnTo>
                <a:lnTo>
                  <a:pt x="118" y="365"/>
                </a:lnTo>
                <a:lnTo>
                  <a:pt x="125" y="369"/>
                </a:lnTo>
                <a:lnTo>
                  <a:pt x="133" y="373"/>
                </a:lnTo>
                <a:lnTo>
                  <a:pt x="140" y="377"/>
                </a:lnTo>
                <a:lnTo>
                  <a:pt x="148" y="381"/>
                </a:lnTo>
                <a:lnTo>
                  <a:pt x="155" y="384"/>
                </a:lnTo>
                <a:lnTo>
                  <a:pt x="163" y="387"/>
                </a:lnTo>
                <a:lnTo>
                  <a:pt x="171" y="390"/>
                </a:lnTo>
                <a:lnTo>
                  <a:pt x="179" y="393"/>
                </a:lnTo>
                <a:lnTo>
                  <a:pt x="188" y="396"/>
                </a:lnTo>
                <a:lnTo>
                  <a:pt x="196" y="399"/>
                </a:lnTo>
                <a:lnTo>
                  <a:pt x="205" y="401"/>
                </a:lnTo>
                <a:lnTo>
                  <a:pt x="213" y="403"/>
                </a:lnTo>
                <a:lnTo>
                  <a:pt x="222" y="405"/>
                </a:lnTo>
                <a:lnTo>
                  <a:pt x="231" y="407"/>
                </a:lnTo>
                <a:lnTo>
                  <a:pt x="240" y="409"/>
                </a:lnTo>
                <a:lnTo>
                  <a:pt x="249" y="410"/>
                </a:lnTo>
                <a:lnTo>
                  <a:pt x="258" y="412"/>
                </a:lnTo>
                <a:lnTo>
                  <a:pt x="267" y="413"/>
                </a:lnTo>
                <a:lnTo>
                  <a:pt x="276" y="414"/>
                </a:lnTo>
                <a:lnTo>
                  <a:pt x="286" y="414"/>
                </a:lnTo>
                <a:lnTo>
                  <a:pt x="295" y="415"/>
                </a:lnTo>
                <a:lnTo>
                  <a:pt x="304" y="415"/>
                </a:lnTo>
                <a:lnTo>
                  <a:pt x="313" y="415"/>
                </a:lnTo>
                <a:lnTo>
                  <a:pt x="323" y="415"/>
                </a:lnTo>
                <a:lnTo>
                  <a:pt x="332" y="415"/>
                </a:lnTo>
                <a:lnTo>
                  <a:pt x="341" y="414"/>
                </a:lnTo>
                <a:lnTo>
                  <a:pt x="350" y="414"/>
                </a:lnTo>
                <a:lnTo>
                  <a:pt x="359" y="413"/>
                </a:lnTo>
                <a:lnTo>
                  <a:pt x="368" y="412"/>
                </a:lnTo>
                <a:lnTo>
                  <a:pt x="378" y="410"/>
                </a:lnTo>
                <a:lnTo>
                  <a:pt x="387" y="409"/>
                </a:lnTo>
                <a:lnTo>
                  <a:pt x="395" y="407"/>
                </a:lnTo>
                <a:lnTo>
                  <a:pt x="404" y="405"/>
                </a:lnTo>
                <a:lnTo>
                  <a:pt x="413" y="403"/>
                </a:lnTo>
                <a:lnTo>
                  <a:pt x="422" y="401"/>
                </a:lnTo>
                <a:lnTo>
                  <a:pt x="430" y="399"/>
                </a:lnTo>
                <a:lnTo>
                  <a:pt x="439" y="396"/>
                </a:lnTo>
                <a:lnTo>
                  <a:pt x="447" y="393"/>
                </a:lnTo>
                <a:lnTo>
                  <a:pt x="456" y="390"/>
                </a:lnTo>
                <a:lnTo>
                  <a:pt x="464" y="387"/>
                </a:lnTo>
                <a:lnTo>
                  <a:pt x="472" y="384"/>
                </a:lnTo>
                <a:lnTo>
                  <a:pt x="480" y="381"/>
                </a:lnTo>
                <a:lnTo>
                  <a:pt x="487" y="377"/>
                </a:lnTo>
                <a:lnTo>
                  <a:pt x="495" y="373"/>
                </a:lnTo>
                <a:lnTo>
                  <a:pt x="502" y="369"/>
                </a:lnTo>
                <a:lnTo>
                  <a:pt x="509" y="365"/>
                </a:lnTo>
                <a:lnTo>
                  <a:pt x="516" y="361"/>
                </a:lnTo>
                <a:lnTo>
                  <a:pt x="523" y="356"/>
                </a:lnTo>
                <a:lnTo>
                  <a:pt x="529" y="352"/>
                </a:lnTo>
                <a:lnTo>
                  <a:pt x="535" y="347"/>
                </a:lnTo>
                <a:lnTo>
                  <a:pt x="541" y="342"/>
                </a:lnTo>
                <a:lnTo>
                  <a:pt x="547" y="338"/>
                </a:lnTo>
                <a:lnTo>
                  <a:pt x="553" y="332"/>
                </a:lnTo>
                <a:lnTo>
                  <a:pt x="558" y="326"/>
                </a:lnTo>
                <a:lnTo>
                  <a:pt x="563" y="321"/>
                </a:lnTo>
                <a:lnTo>
                  <a:pt x="568" y="316"/>
                </a:lnTo>
                <a:lnTo>
                  <a:pt x="573" y="310"/>
                </a:lnTo>
                <a:lnTo>
                  <a:pt x="577" y="305"/>
                </a:lnTo>
                <a:lnTo>
                  <a:pt x="581" y="299"/>
                </a:lnTo>
                <a:lnTo>
                  <a:pt x="585" y="293"/>
                </a:lnTo>
                <a:lnTo>
                  <a:pt x="588" y="287"/>
                </a:lnTo>
                <a:lnTo>
                  <a:pt x="592" y="282"/>
                </a:lnTo>
                <a:lnTo>
                  <a:pt x="595" y="276"/>
                </a:lnTo>
                <a:lnTo>
                  <a:pt x="597" y="270"/>
                </a:lnTo>
                <a:lnTo>
                  <a:pt x="600" y="264"/>
                </a:lnTo>
                <a:lnTo>
                  <a:pt x="602" y="257"/>
                </a:lnTo>
                <a:lnTo>
                  <a:pt x="604" y="251"/>
                </a:lnTo>
                <a:lnTo>
                  <a:pt x="605" y="245"/>
                </a:lnTo>
                <a:lnTo>
                  <a:pt x="607" y="239"/>
                </a:lnTo>
                <a:lnTo>
                  <a:pt x="608" y="233"/>
                </a:lnTo>
                <a:lnTo>
                  <a:pt x="608" y="226"/>
                </a:lnTo>
                <a:lnTo>
                  <a:pt x="609" y="220"/>
                </a:lnTo>
                <a:lnTo>
                  <a:pt x="609" y="214"/>
                </a:lnTo>
                <a:moveTo>
                  <a:pt x="628" y="214"/>
                </a:moveTo>
                <a:lnTo>
                  <a:pt x="628" y="220"/>
                </a:lnTo>
                <a:lnTo>
                  <a:pt x="627" y="227"/>
                </a:lnTo>
                <a:lnTo>
                  <a:pt x="626" y="234"/>
                </a:lnTo>
                <a:lnTo>
                  <a:pt x="625" y="240"/>
                </a:lnTo>
                <a:lnTo>
                  <a:pt x="624" y="247"/>
                </a:lnTo>
                <a:lnTo>
                  <a:pt x="622" y="254"/>
                </a:lnTo>
                <a:lnTo>
                  <a:pt x="620" y="260"/>
                </a:lnTo>
                <a:lnTo>
                  <a:pt x="618" y="267"/>
                </a:lnTo>
                <a:lnTo>
                  <a:pt x="615" y="273"/>
                </a:lnTo>
                <a:lnTo>
                  <a:pt x="613" y="280"/>
                </a:lnTo>
                <a:lnTo>
                  <a:pt x="609" y="286"/>
                </a:lnTo>
                <a:lnTo>
                  <a:pt x="606" y="292"/>
                </a:lnTo>
                <a:lnTo>
                  <a:pt x="602" y="298"/>
                </a:lnTo>
                <a:lnTo>
                  <a:pt x="598" y="305"/>
                </a:lnTo>
                <a:lnTo>
                  <a:pt x="594" y="311"/>
                </a:lnTo>
                <a:lnTo>
                  <a:pt x="589" y="316"/>
                </a:lnTo>
                <a:lnTo>
                  <a:pt x="584" y="322"/>
                </a:lnTo>
                <a:lnTo>
                  <a:pt x="579" y="328"/>
                </a:lnTo>
                <a:lnTo>
                  <a:pt x="574" y="334"/>
                </a:lnTo>
                <a:lnTo>
                  <a:pt x="568" y="340"/>
                </a:lnTo>
                <a:lnTo>
                  <a:pt x="562" y="345"/>
                </a:lnTo>
                <a:lnTo>
                  <a:pt x="556" y="351"/>
                </a:lnTo>
                <a:lnTo>
                  <a:pt x="550" y="356"/>
                </a:lnTo>
                <a:lnTo>
                  <a:pt x="543" y="361"/>
                </a:lnTo>
                <a:lnTo>
                  <a:pt x="536" y="366"/>
                </a:lnTo>
                <a:lnTo>
                  <a:pt x="529" y="370"/>
                </a:lnTo>
                <a:lnTo>
                  <a:pt x="522" y="375"/>
                </a:lnTo>
                <a:lnTo>
                  <a:pt x="514" y="379"/>
                </a:lnTo>
                <a:lnTo>
                  <a:pt x="506" y="383"/>
                </a:lnTo>
                <a:lnTo>
                  <a:pt x="499" y="387"/>
                </a:lnTo>
                <a:lnTo>
                  <a:pt x="491" y="391"/>
                </a:lnTo>
                <a:lnTo>
                  <a:pt x="482" y="395"/>
                </a:lnTo>
                <a:lnTo>
                  <a:pt x="474" y="398"/>
                </a:lnTo>
                <a:lnTo>
                  <a:pt x="465" y="402"/>
                </a:lnTo>
                <a:lnTo>
                  <a:pt x="457" y="405"/>
                </a:lnTo>
                <a:lnTo>
                  <a:pt x="447" y="408"/>
                </a:lnTo>
                <a:lnTo>
                  <a:pt x="438" y="411"/>
                </a:lnTo>
                <a:lnTo>
                  <a:pt x="429" y="413"/>
                </a:lnTo>
                <a:lnTo>
                  <a:pt x="419" y="415"/>
                </a:lnTo>
                <a:lnTo>
                  <a:pt x="410" y="418"/>
                </a:lnTo>
                <a:lnTo>
                  <a:pt x="401" y="420"/>
                </a:lnTo>
                <a:lnTo>
                  <a:pt x="391" y="421"/>
                </a:lnTo>
                <a:lnTo>
                  <a:pt x="382" y="423"/>
                </a:lnTo>
                <a:lnTo>
                  <a:pt x="372" y="424"/>
                </a:lnTo>
                <a:lnTo>
                  <a:pt x="362" y="425"/>
                </a:lnTo>
                <a:lnTo>
                  <a:pt x="353" y="426"/>
                </a:lnTo>
                <a:lnTo>
                  <a:pt x="343" y="427"/>
                </a:lnTo>
                <a:lnTo>
                  <a:pt x="333" y="428"/>
                </a:lnTo>
                <a:lnTo>
                  <a:pt x="323" y="428"/>
                </a:lnTo>
                <a:lnTo>
                  <a:pt x="313" y="428"/>
                </a:lnTo>
                <a:lnTo>
                  <a:pt x="303" y="428"/>
                </a:lnTo>
                <a:lnTo>
                  <a:pt x="294" y="428"/>
                </a:lnTo>
                <a:lnTo>
                  <a:pt x="284" y="427"/>
                </a:lnTo>
                <a:lnTo>
                  <a:pt x="274" y="426"/>
                </a:lnTo>
                <a:lnTo>
                  <a:pt x="264" y="425"/>
                </a:lnTo>
                <a:lnTo>
                  <a:pt x="254" y="424"/>
                </a:lnTo>
                <a:lnTo>
                  <a:pt x="245" y="423"/>
                </a:lnTo>
                <a:lnTo>
                  <a:pt x="235" y="421"/>
                </a:lnTo>
                <a:lnTo>
                  <a:pt x="226" y="420"/>
                </a:lnTo>
                <a:lnTo>
                  <a:pt x="216" y="418"/>
                </a:lnTo>
                <a:lnTo>
                  <a:pt x="207" y="415"/>
                </a:lnTo>
                <a:lnTo>
                  <a:pt x="198" y="413"/>
                </a:lnTo>
                <a:lnTo>
                  <a:pt x="189" y="411"/>
                </a:lnTo>
                <a:lnTo>
                  <a:pt x="180" y="408"/>
                </a:lnTo>
                <a:lnTo>
                  <a:pt x="171" y="405"/>
                </a:lnTo>
                <a:lnTo>
                  <a:pt x="162" y="402"/>
                </a:lnTo>
                <a:lnTo>
                  <a:pt x="154" y="398"/>
                </a:lnTo>
                <a:lnTo>
                  <a:pt x="145" y="395"/>
                </a:lnTo>
                <a:lnTo>
                  <a:pt x="137" y="391"/>
                </a:lnTo>
                <a:lnTo>
                  <a:pt x="129" y="387"/>
                </a:lnTo>
                <a:lnTo>
                  <a:pt x="121" y="383"/>
                </a:lnTo>
                <a:lnTo>
                  <a:pt x="113" y="379"/>
                </a:lnTo>
                <a:lnTo>
                  <a:pt x="106" y="375"/>
                </a:lnTo>
                <a:lnTo>
                  <a:pt x="99" y="370"/>
                </a:lnTo>
                <a:lnTo>
                  <a:pt x="91" y="366"/>
                </a:lnTo>
                <a:lnTo>
                  <a:pt x="85" y="361"/>
                </a:lnTo>
                <a:lnTo>
                  <a:pt x="78" y="356"/>
                </a:lnTo>
                <a:lnTo>
                  <a:pt x="72" y="351"/>
                </a:lnTo>
                <a:lnTo>
                  <a:pt x="65" y="345"/>
                </a:lnTo>
                <a:lnTo>
                  <a:pt x="60" y="340"/>
                </a:lnTo>
                <a:lnTo>
                  <a:pt x="54" y="334"/>
                </a:lnTo>
                <a:lnTo>
                  <a:pt x="48" y="328"/>
                </a:lnTo>
                <a:lnTo>
                  <a:pt x="43" y="322"/>
                </a:lnTo>
                <a:lnTo>
                  <a:pt x="38" y="316"/>
                </a:lnTo>
                <a:lnTo>
                  <a:pt x="34" y="311"/>
                </a:lnTo>
                <a:lnTo>
                  <a:pt x="29" y="305"/>
                </a:lnTo>
                <a:lnTo>
                  <a:pt x="25" y="298"/>
                </a:lnTo>
                <a:lnTo>
                  <a:pt x="22" y="292"/>
                </a:lnTo>
                <a:lnTo>
                  <a:pt x="18" y="286"/>
                </a:lnTo>
                <a:lnTo>
                  <a:pt x="15" y="280"/>
                </a:lnTo>
                <a:lnTo>
                  <a:pt x="12" y="273"/>
                </a:lnTo>
                <a:lnTo>
                  <a:pt x="9" y="267"/>
                </a:lnTo>
                <a:lnTo>
                  <a:pt x="7" y="260"/>
                </a:lnTo>
                <a:lnTo>
                  <a:pt x="5" y="254"/>
                </a:lnTo>
                <a:lnTo>
                  <a:pt x="3" y="247"/>
                </a:lnTo>
                <a:lnTo>
                  <a:pt x="2" y="240"/>
                </a:lnTo>
                <a:lnTo>
                  <a:pt x="1" y="234"/>
                </a:lnTo>
                <a:lnTo>
                  <a:pt x="0" y="227"/>
                </a:lnTo>
                <a:lnTo>
                  <a:pt x="0" y="220"/>
                </a:lnTo>
                <a:lnTo>
                  <a:pt x="0" y="214"/>
                </a:lnTo>
                <a:lnTo>
                  <a:pt x="0" y="207"/>
                </a:lnTo>
                <a:lnTo>
                  <a:pt x="0" y="200"/>
                </a:lnTo>
                <a:lnTo>
                  <a:pt x="1" y="194"/>
                </a:lnTo>
                <a:lnTo>
                  <a:pt x="2" y="187"/>
                </a:lnTo>
                <a:lnTo>
                  <a:pt x="3" y="180"/>
                </a:lnTo>
                <a:lnTo>
                  <a:pt x="5" y="174"/>
                </a:lnTo>
                <a:lnTo>
                  <a:pt x="7" y="167"/>
                </a:lnTo>
                <a:lnTo>
                  <a:pt x="9" y="161"/>
                </a:lnTo>
                <a:lnTo>
                  <a:pt x="12" y="154"/>
                </a:lnTo>
                <a:lnTo>
                  <a:pt x="15" y="148"/>
                </a:lnTo>
                <a:lnTo>
                  <a:pt x="18" y="141"/>
                </a:lnTo>
                <a:lnTo>
                  <a:pt x="22" y="135"/>
                </a:lnTo>
                <a:lnTo>
                  <a:pt x="25" y="129"/>
                </a:lnTo>
                <a:lnTo>
                  <a:pt x="29" y="123"/>
                </a:lnTo>
                <a:lnTo>
                  <a:pt x="34" y="117"/>
                </a:lnTo>
                <a:lnTo>
                  <a:pt x="38" y="111"/>
                </a:lnTo>
                <a:lnTo>
                  <a:pt x="43" y="105"/>
                </a:lnTo>
                <a:lnTo>
                  <a:pt x="48" y="99"/>
                </a:lnTo>
                <a:lnTo>
                  <a:pt x="54" y="94"/>
                </a:lnTo>
                <a:lnTo>
                  <a:pt x="60" y="88"/>
                </a:lnTo>
                <a:lnTo>
                  <a:pt x="65" y="83"/>
                </a:lnTo>
                <a:lnTo>
                  <a:pt x="72" y="78"/>
                </a:lnTo>
                <a:lnTo>
                  <a:pt x="78" y="73"/>
                </a:lnTo>
                <a:lnTo>
                  <a:pt x="85" y="68"/>
                </a:lnTo>
                <a:lnTo>
                  <a:pt x="91" y="63"/>
                </a:lnTo>
                <a:lnTo>
                  <a:pt x="99" y="58"/>
                </a:lnTo>
                <a:lnTo>
                  <a:pt x="106" y="54"/>
                </a:lnTo>
                <a:lnTo>
                  <a:pt x="113" y="49"/>
                </a:lnTo>
                <a:lnTo>
                  <a:pt x="121" y="45"/>
                </a:lnTo>
                <a:lnTo>
                  <a:pt x="129" y="41"/>
                </a:lnTo>
                <a:lnTo>
                  <a:pt x="137" y="37"/>
                </a:lnTo>
                <a:lnTo>
                  <a:pt x="145" y="33"/>
                </a:lnTo>
                <a:lnTo>
                  <a:pt x="154" y="30"/>
                </a:lnTo>
                <a:lnTo>
                  <a:pt x="162" y="27"/>
                </a:lnTo>
                <a:lnTo>
                  <a:pt x="171" y="23"/>
                </a:lnTo>
                <a:lnTo>
                  <a:pt x="180" y="21"/>
                </a:lnTo>
                <a:lnTo>
                  <a:pt x="189" y="18"/>
                </a:lnTo>
                <a:lnTo>
                  <a:pt x="198" y="15"/>
                </a:lnTo>
                <a:lnTo>
                  <a:pt x="207" y="13"/>
                </a:lnTo>
                <a:lnTo>
                  <a:pt x="216" y="11"/>
                </a:lnTo>
                <a:lnTo>
                  <a:pt x="226" y="9"/>
                </a:lnTo>
                <a:lnTo>
                  <a:pt x="235" y="7"/>
                </a:lnTo>
                <a:lnTo>
                  <a:pt x="245" y="5"/>
                </a:lnTo>
                <a:lnTo>
                  <a:pt x="254" y="4"/>
                </a:lnTo>
                <a:lnTo>
                  <a:pt x="264" y="3"/>
                </a:lnTo>
                <a:lnTo>
                  <a:pt x="274" y="2"/>
                </a:lnTo>
                <a:lnTo>
                  <a:pt x="284" y="1"/>
                </a:lnTo>
                <a:lnTo>
                  <a:pt x="294" y="1"/>
                </a:lnTo>
                <a:lnTo>
                  <a:pt x="303" y="0"/>
                </a:lnTo>
                <a:lnTo>
                  <a:pt x="313" y="0"/>
                </a:lnTo>
                <a:lnTo>
                  <a:pt x="323" y="0"/>
                </a:lnTo>
                <a:lnTo>
                  <a:pt x="333" y="1"/>
                </a:lnTo>
                <a:lnTo>
                  <a:pt x="343" y="1"/>
                </a:lnTo>
                <a:lnTo>
                  <a:pt x="353" y="2"/>
                </a:lnTo>
                <a:lnTo>
                  <a:pt x="362" y="3"/>
                </a:lnTo>
                <a:lnTo>
                  <a:pt x="372" y="4"/>
                </a:lnTo>
                <a:lnTo>
                  <a:pt x="382" y="5"/>
                </a:lnTo>
                <a:lnTo>
                  <a:pt x="391" y="7"/>
                </a:lnTo>
                <a:lnTo>
                  <a:pt x="401" y="9"/>
                </a:lnTo>
                <a:lnTo>
                  <a:pt x="410" y="11"/>
                </a:lnTo>
                <a:lnTo>
                  <a:pt x="419" y="13"/>
                </a:lnTo>
                <a:lnTo>
                  <a:pt x="429" y="15"/>
                </a:lnTo>
                <a:lnTo>
                  <a:pt x="438" y="18"/>
                </a:lnTo>
                <a:lnTo>
                  <a:pt x="447" y="21"/>
                </a:lnTo>
                <a:lnTo>
                  <a:pt x="457" y="23"/>
                </a:lnTo>
                <a:lnTo>
                  <a:pt x="465" y="27"/>
                </a:lnTo>
                <a:lnTo>
                  <a:pt x="474" y="30"/>
                </a:lnTo>
                <a:lnTo>
                  <a:pt x="482" y="33"/>
                </a:lnTo>
                <a:lnTo>
                  <a:pt x="491" y="37"/>
                </a:lnTo>
                <a:lnTo>
                  <a:pt x="499" y="41"/>
                </a:lnTo>
                <a:lnTo>
                  <a:pt x="506" y="45"/>
                </a:lnTo>
                <a:lnTo>
                  <a:pt x="514" y="49"/>
                </a:lnTo>
                <a:lnTo>
                  <a:pt x="522" y="54"/>
                </a:lnTo>
                <a:lnTo>
                  <a:pt x="529" y="58"/>
                </a:lnTo>
                <a:lnTo>
                  <a:pt x="536" y="63"/>
                </a:lnTo>
                <a:lnTo>
                  <a:pt x="543" y="68"/>
                </a:lnTo>
                <a:lnTo>
                  <a:pt x="550" y="73"/>
                </a:lnTo>
                <a:lnTo>
                  <a:pt x="556" y="78"/>
                </a:lnTo>
                <a:lnTo>
                  <a:pt x="562" y="83"/>
                </a:lnTo>
                <a:lnTo>
                  <a:pt x="568" y="88"/>
                </a:lnTo>
                <a:lnTo>
                  <a:pt x="574" y="94"/>
                </a:lnTo>
                <a:lnTo>
                  <a:pt x="579" y="99"/>
                </a:lnTo>
                <a:lnTo>
                  <a:pt x="584" y="105"/>
                </a:lnTo>
                <a:lnTo>
                  <a:pt x="589" y="111"/>
                </a:lnTo>
                <a:lnTo>
                  <a:pt x="594" y="117"/>
                </a:lnTo>
                <a:lnTo>
                  <a:pt x="598" y="123"/>
                </a:lnTo>
                <a:lnTo>
                  <a:pt x="602" y="129"/>
                </a:lnTo>
                <a:lnTo>
                  <a:pt x="606" y="135"/>
                </a:lnTo>
                <a:lnTo>
                  <a:pt x="609" y="141"/>
                </a:lnTo>
                <a:lnTo>
                  <a:pt x="613" y="148"/>
                </a:lnTo>
                <a:lnTo>
                  <a:pt x="615" y="154"/>
                </a:lnTo>
                <a:lnTo>
                  <a:pt x="618" y="161"/>
                </a:lnTo>
                <a:lnTo>
                  <a:pt x="620" y="167"/>
                </a:lnTo>
                <a:lnTo>
                  <a:pt x="622" y="174"/>
                </a:lnTo>
                <a:lnTo>
                  <a:pt x="624" y="180"/>
                </a:lnTo>
                <a:lnTo>
                  <a:pt x="625" y="187"/>
                </a:lnTo>
                <a:lnTo>
                  <a:pt x="626" y="194"/>
                </a:lnTo>
                <a:lnTo>
                  <a:pt x="627" y="200"/>
                </a:lnTo>
                <a:lnTo>
                  <a:pt x="628" y="207"/>
                </a:lnTo>
                <a:lnTo>
                  <a:pt x="628" y="214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5" name=""/>
          <p:cNvSpPr/>
          <p:nvPr/>
        </p:nvSpPr>
        <p:spPr>
          <a:xfrm>
            <a:off x="4010400" y="2867760"/>
            <a:ext cx="231480" cy="157680"/>
          </a:xfrm>
          <a:custGeom>
            <a:avLst/>
            <a:gdLst/>
            <a:ahLst/>
            <a:rect l="0" t="0" r="r" b="b"/>
            <a:pathLst>
              <a:path w="643" h="438">
                <a:moveTo>
                  <a:pt x="636" y="220"/>
                </a:moveTo>
                <a:lnTo>
                  <a:pt x="636" y="213"/>
                </a:lnTo>
                <a:lnTo>
                  <a:pt x="635" y="206"/>
                </a:lnTo>
                <a:lnTo>
                  <a:pt x="634" y="200"/>
                </a:lnTo>
                <a:lnTo>
                  <a:pt x="633" y="193"/>
                </a:lnTo>
                <a:lnTo>
                  <a:pt x="632" y="186"/>
                </a:lnTo>
                <a:lnTo>
                  <a:pt x="630" y="180"/>
                </a:lnTo>
                <a:lnTo>
                  <a:pt x="628" y="173"/>
                </a:lnTo>
                <a:lnTo>
                  <a:pt x="626" y="167"/>
                </a:lnTo>
                <a:lnTo>
                  <a:pt x="623" y="160"/>
                </a:lnTo>
                <a:lnTo>
                  <a:pt x="621" y="154"/>
                </a:lnTo>
                <a:lnTo>
                  <a:pt x="617" y="147"/>
                </a:lnTo>
                <a:lnTo>
                  <a:pt x="614" y="141"/>
                </a:lnTo>
                <a:lnTo>
                  <a:pt x="610" y="135"/>
                </a:lnTo>
                <a:lnTo>
                  <a:pt x="606" y="129"/>
                </a:lnTo>
                <a:lnTo>
                  <a:pt x="602" y="123"/>
                </a:lnTo>
                <a:lnTo>
                  <a:pt x="597" y="116"/>
                </a:lnTo>
                <a:lnTo>
                  <a:pt x="592" y="110"/>
                </a:lnTo>
                <a:lnTo>
                  <a:pt x="587" y="104"/>
                </a:lnTo>
                <a:lnTo>
                  <a:pt x="582" y="99"/>
                </a:lnTo>
                <a:lnTo>
                  <a:pt x="576" y="93"/>
                </a:lnTo>
                <a:lnTo>
                  <a:pt x="570" y="88"/>
                </a:lnTo>
                <a:lnTo>
                  <a:pt x="564" y="83"/>
                </a:lnTo>
                <a:lnTo>
                  <a:pt x="558" y="78"/>
                </a:lnTo>
                <a:lnTo>
                  <a:pt x="551" y="73"/>
                </a:lnTo>
                <a:lnTo>
                  <a:pt x="544" y="68"/>
                </a:lnTo>
                <a:lnTo>
                  <a:pt x="537" y="63"/>
                </a:lnTo>
                <a:lnTo>
                  <a:pt x="530" y="59"/>
                </a:lnTo>
                <a:lnTo>
                  <a:pt x="522" y="54"/>
                </a:lnTo>
                <a:lnTo>
                  <a:pt x="514" y="50"/>
                </a:lnTo>
                <a:lnTo>
                  <a:pt x="507" y="46"/>
                </a:lnTo>
                <a:lnTo>
                  <a:pt x="499" y="42"/>
                </a:lnTo>
                <a:lnTo>
                  <a:pt x="490" y="38"/>
                </a:lnTo>
                <a:lnTo>
                  <a:pt x="482" y="35"/>
                </a:lnTo>
                <a:lnTo>
                  <a:pt x="473" y="32"/>
                </a:lnTo>
                <a:lnTo>
                  <a:pt x="465" y="28"/>
                </a:lnTo>
                <a:lnTo>
                  <a:pt x="456" y="26"/>
                </a:lnTo>
                <a:lnTo>
                  <a:pt x="447" y="23"/>
                </a:lnTo>
                <a:lnTo>
                  <a:pt x="438" y="20"/>
                </a:lnTo>
                <a:lnTo>
                  <a:pt x="428" y="18"/>
                </a:lnTo>
                <a:lnTo>
                  <a:pt x="419" y="16"/>
                </a:lnTo>
                <a:lnTo>
                  <a:pt x="410" y="14"/>
                </a:lnTo>
                <a:lnTo>
                  <a:pt x="400" y="12"/>
                </a:lnTo>
                <a:lnTo>
                  <a:pt x="391" y="10"/>
                </a:lnTo>
                <a:lnTo>
                  <a:pt x="381" y="9"/>
                </a:lnTo>
                <a:lnTo>
                  <a:pt x="371" y="8"/>
                </a:lnTo>
                <a:lnTo>
                  <a:pt x="362" y="7"/>
                </a:lnTo>
                <a:lnTo>
                  <a:pt x="352" y="6"/>
                </a:lnTo>
                <a:lnTo>
                  <a:pt x="342" y="6"/>
                </a:lnTo>
                <a:lnTo>
                  <a:pt x="332" y="5"/>
                </a:lnTo>
                <a:lnTo>
                  <a:pt x="322" y="5"/>
                </a:lnTo>
                <a:lnTo>
                  <a:pt x="312" y="5"/>
                </a:lnTo>
                <a:lnTo>
                  <a:pt x="303" y="6"/>
                </a:lnTo>
                <a:lnTo>
                  <a:pt x="293" y="6"/>
                </a:lnTo>
                <a:lnTo>
                  <a:pt x="283" y="7"/>
                </a:lnTo>
                <a:lnTo>
                  <a:pt x="273" y="8"/>
                </a:lnTo>
                <a:lnTo>
                  <a:pt x="263" y="9"/>
                </a:lnTo>
                <a:lnTo>
                  <a:pt x="254" y="10"/>
                </a:lnTo>
                <a:lnTo>
                  <a:pt x="244" y="12"/>
                </a:lnTo>
                <a:lnTo>
                  <a:pt x="235" y="14"/>
                </a:lnTo>
                <a:lnTo>
                  <a:pt x="225" y="16"/>
                </a:lnTo>
                <a:lnTo>
                  <a:pt x="216" y="18"/>
                </a:lnTo>
                <a:lnTo>
                  <a:pt x="207" y="20"/>
                </a:lnTo>
                <a:lnTo>
                  <a:pt x="198" y="23"/>
                </a:lnTo>
                <a:lnTo>
                  <a:pt x="189" y="26"/>
                </a:lnTo>
                <a:lnTo>
                  <a:pt x="180" y="28"/>
                </a:lnTo>
                <a:lnTo>
                  <a:pt x="171" y="32"/>
                </a:lnTo>
                <a:lnTo>
                  <a:pt x="163" y="35"/>
                </a:lnTo>
                <a:lnTo>
                  <a:pt x="154" y="38"/>
                </a:lnTo>
                <a:lnTo>
                  <a:pt x="146" y="42"/>
                </a:lnTo>
                <a:lnTo>
                  <a:pt x="138" y="46"/>
                </a:lnTo>
                <a:lnTo>
                  <a:pt x="130" y="50"/>
                </a:lnTo>
                <a:lnTo>
                  <a:pt x="122" y="54"/>
                </a:lnTo>
                <a:lnTo>
                  <a:pt x="115" y="59"/>
                </a:lnTo>
                <a:lnTo>
                  <a:pt x="108" y="63"/>
                </a:lnTo>
                <a:lnTo>
                  <a:pt x="100" y="68"/>
                </a:lnTo>
                <a:lnTo>
                  <a:pt x="93" y="73"/>
                </a:lnTo>
                <a:lnTo>
                  <a:pt x="86" y="78"/>
                </a:lnTo>
                <a:lnTo>
                  <a:pt x="80" y="83"/>
                </a:lnTo>
                <a:lnTo>
                  <a:pt x="73" y="88"/>
                </a:lnTo>
                <a:lnTo>
                  <a:pt x="68" y="93"/>
                </a:lnTo>
                <a:lnTo>
                  <a:pt x="62" y="99"/>
                </a:lnTo>
                <a:lnTo>
                  <a:pt x="56" y="104"/>
                </a:lnTo>
                <a:lnTo>
                  <a:pt x="51" y="110"/>
                </a:lnTo>
                <a:lnTo>
                  <a:pt x="46" y="116"/>
                </a:lnTo>
                <a:lnTo>
                  <a:pt x="42" y="123"/>
                </a:lnTo>
                <a:lnTo>
                  <a:pt x="37" y="129"/>
                </a:lnTo>
                <a:lnTo>
                  <a:pt x="33" y="135"/>
                </a:lnTo>
                <a:lnTo>
                  <a:pt x="30" y="141"/>
                </a:lnTo>
                <a:lnTo>
                  <a:pt x="26" y="147"/>
                </a:lnTo>
                <a:lnTo>
                  <a:pt x="23" y="154"/>
                </a:lnTo>
                <a:lnTo>
                  <a:pt x="20" y="160"/>
                </a:lnTo>
                <a:lnTo>
                  <a:pt x="17" y="167"/>
                </a:lnTo>
                <a:lnTo>
                  <a:pt x="15" y="173"/>
                </a:lnTo>
                <a:lnTo>
                  <a:pt x="13" y="180"/>
                </a:lnTo>
                <a:lnTo>
                  <a:pt x="11" y="186"/>
                </a:lnTo>
                <a:lnTo>
                  <a:pt x="10" y="193"/>
                </a:lnTo>
                <a:lnTo>
                  <a:pt x="9" y="200"/>
                </a:lnTo>
                <a:lnTo>
                  <a:pt x="8" y="206"/>
                </a:lnTo>
                <a:lnTo>
                  <a:pt x="8" y="213"/>
                </a:lnTo>
                <a:lnTo>
                  <a:pt x="8" y="220"/>
                </a:lnTo>
                <a:lnTo>
                  <a:pt x="8" y="226"/>
                </a:lnTo>
                <a:lnTo>
                  <a:pt x="8" y="233"/>
                </a:lnTo>
                <a:lnTo>
                  <a:pt x="9" y="240"/>
                </a:lnTo>
                <a:lnTo>
                  <a:pt x="10" y="246"/>
                </a:lnTo>
                <a:lnTo>
                  <a:pt x="11" y="253"/>
                </a:lnTo>
                <a:lnTo>
                  <a:pt x="13" y="260"/>
                </a:lnTo>
                <a:lnTo>
                  <a:pt x="15" y="266"/>
                </a:lnTo>
                <a:lnTo>
                  <a:pt x="17" y="273"/>
                </a:lnTo>
                <a:lnTo>
                  <a:pt x="20" y="279"/>
                </a:lnTo>
                <a:lnTo>
                  <a:pt x="23" y="286"/>
                </a:lnTo>
                <a:lnTo>
                  <a:pt x="26" y="292"/>
                </a:lnTo>
                <a:lnTo>
                  <a:pt x="30" y="298"/>
                </a:lnTo>
                <a:lnTo>
                  <a:pt x="33" y="304"/>
                </a:lnTo>
                <a:lnTo>
                  <a:pt x="37" y="311"/>
                </a:lnTo>
                <a:lnTo>
                  <a:pt x="42" y="317"/>
                </a:lnTo>
                <a:lnTo>
                  <a:pt x="46" y="322"/>
                </a:lnTo>
                <a:lnTo>
                  <a:pt x="51" y="328"/>
                </a:lnTo>
                <a:lnTo>
                  <a:pt x="56" y="334"/>
                </a:lnTo>
                <a:lnTo>
                  <a:pt x="62" y="340"/>
                </a:lnTo>
                <a:lnTo>
                  <a:pt x="68" y="345"/>
                </a:lnTo>
                <a:lnTo>
                  <a:pt x="73" y="350"/>
                </a:lnTo>
                <a:lnTo>
                  <a:pt x="80" y="356"/>
                </a:lnTo>
                <a:lnTo>
                  <a:pt x="86" y="361"/>
                </a:lnTo>
                <a:lnTo>
                  <a:pt x="93" y="366"/>
                </a:lnTo>
                <a:lnTo>
                  <a:pt x="100" y="371"/>
                </a:lnTo>
                <a:lnTo>
                  <a:pt x="108" y="375"/>
                </a:lnTo>
                <a:lnTo>
                  <a:pt x="115" y="380"/>
                </a:lnTo>
                <a:lnTo>
                  <a:pt x="122" y="384"/>
                </a:lnTo>
                <a:lnTo>
                  <a:pt x="130" y="388"/>
                </a:lnTo>
                <a:lnTo>
                  <a:pt x="138" y="392"/>
                </a:lnTo>
                <a:lnTo>
                  <a:pt x="146" y="396"/>
                </a:lnTo>
                <a:lnTo>
                  <a:pt x="154" y="400"/>
                </a:lnTo>
                <a:lnTo>
                  <a:pt x="163" y="403"/>
                </a:lnTo>
                <a:lnTo>
                  <a:pt x="171" y="407"/>
                </a:lnTo>
                <a:lnTo>
                  <a:pt x="180" y="410"/>
                </a:lnTo>
                <a:lnTo>
                  <a:pt x="189" y="413"/>
                </a:lnTo>
                <a:lnTo>
                  <a:pt x="198" y="416"/>
                </a:lnTo>
                <a:lnTo>
                  <a:pt x="207" y="418"/>
                </a:lnTo>
                <a:lnTo>
                  <a:pt x="216" y="420"/>
                </a:lnTo>
                <a:lnTo>
                  <a:pt x="225" y="423"/>
                </a:lnTo>
                <a:lnTo>
                  <a:pt x="235" y="425"/>
                </a:lnTo>
                <a:lnTo>
                  <a:pt x="244" y="426"/>
                </a:lnTo>
                <a:lnTo>
                  <a:pt x="254" y="428"/>
                </a:lnTo>
                <a:lnTo>
                  <a:pt x="263" y="429"/>
                </a:lnTo>
                <a:lnTo>
                  <a:pt x="273" y="430"/>
                </a:lnTo>
                <a:lnTo>
                  <a:pt x="283" y="431"/>
                </a:lnTo>
                <a:lnTo>
                  <a:pt x="293" y="432"/>
                </a:lnTo>
                <a:lnTo>
                  <a:pt x="303" y="433"/>
                </a:lnTo>
                <a:lnTo>
                  <a:pt x="312" y="433"/>
                </a:lnTo>
                <a:lnTo>
                  <a:pt x="322" y="433"/>
                </a:lnTo>
                <a:lnTo>
                  <a:pt x="332" y="433"/>
                </a:lnTo>
                <a:lnTo>
                  <a:pt x="342" y="433"/>
                </a:lnTo>
                <a:lnTo>
                  <a:pt x="352" y="432"/>
                </a:lnTo>
                <a:lnTo>
                  <a:pt x="362" y="431"/>
                </a:lnTo>
                <a:lnTo>
                  <a:pt x="371" y="430"/>
                </a:lnTo>
                <a:lnTo>
                  <a:pt x="381" y="429"/>
                </a:lnTo>
                <a:lnTo>
                  <a:pt x="391" y="428"/>
                </a:lnTo>
                <a:lnTo>
                  <a:pt x="400" y="426"/>
                </a:lnTo>
                <a:lnTo>
                  <a:pt x="410" y="425"/>
                </a:lnTo>
                <a:lnTo>
                  <a:pt x="419" y="423"/>
                </a:lnTo>
                <a:lnTo>
                  <a:pt x="428" y="420"/>
                </a:lnTo>
                <a:lnTo>
                  <a:pt x="438" y="418"/>
                </a:lnTo>
                <a:lnTo>
                  <a:pt x="447" y="416"/>
                </a:lnTo>
                <a:lnTo>
                  <a:pt x="456" y="413"/>
                </a:lnTo>
                <a:lnTo>
                  <a:pt x="465" y="410"/>
                </a:lnTo>
                <a:lnTo>
                  <a:pt x="473" y="407"/>
                </a:lnTo>
                <a:lnTo>
                  <a:pt x="482" y="403"/>
                </a:lnTo>
                <a:lnTo>
                  <a:pt x="490" y="400"/>
                </a:lnTo>
                <a:lnTo>
                  <a:pt x="499" y="396"/>
                </a:lnTo>
                <a:lnTo>
                  <a:pt x="507" y="392"/>
                </a:lnTo>
                <a:lnTo>
                  <a:pt x="514" y="388"/>
                </a:lnTo>
                <a:lnTo>
                  <a:pt x="522" y="384"/>
                </a:lnTo>
                <a:lnTo>
                  <a:pt x="530" y="380"/>
                </a:lnTo>
                <a:lnTo>
                  <a:pt x="537" y="375"/>
                </a:lnTo>
                <a:lnTo>
                  <a:pt x="544" y="371"/>
                </a:lnTo>
                <a:lnTo>
                  <a:pt x="551" y="366"/>
                </a:lnTo>
                <a:lnTo>
                  <a:pt x="558" y="361"/>
                </a:lnTo>
                <a:lnTo>
                  <a:pt x="564" y="356"/>
                </a:lnTo>
                <a:lnTo>
                  <a:pt x="570" y="350"/>
                </a:lnTo>
                <a:lnTo>
                  <a:pt x="576" y="345"/>
                </a:lnTo>
                <a:lnTo>
                  <a:pt x="582" y="340"/>
                </a:lnTo>
                <a:lnTo>
                  <a:pt x="587" y="334"/>
                </a:lnTo>
                <a:lnTo>
                  <a:pt x="592" y="328"/>
                </a:lnTo>
                <a:lnTo>
                  <a:pt x="597" y="322"/>
                </a:lnTo>
                <a:lnTo>
                  <a:pt x="602" y="317"/>
                </a:lnTo>
                <a:lnTo>
                  <a:pt x="606" y="311"/>
                </a:lnTo>
                <a:lnTo>
                  <a:pt x="610" y="304"/>
                </a:lnTo>
                <a:lnTo>
                  <a:pt x="614" y="298"/>
                </a:lnTo>
                <a:lnTo>
                  <a:pt x="617" y="292"/>
                </a:lnTo>
                <a:lnTo>
                  <a:pt x="621" y="286"/>
                </a:lnTo>
                <a:lnTo>
                  <a:pt x="623" y="279"/>
                </a:lnTo>
                <a:lnTo>
                  <a:pt x="626" y="273"/>
                </a:lnTo>
                <a:lnTo>
                  <a:pt x="628" y="266"/>
                </a:lnTo>
                <a:lnTo>
                  <a:pt x="630" y="260"/>
                </a:lnTo>
                <a:lnTo>
                  <a:pt x="632" y="253"/>
                </a:lnTo>
                <a:lnTo>
                  <a:pt x="633" y="246"/>
                </a:lnTo>
                <a:lnTo>
                  <a:pt x="634" y="240"/>
                </a:lnTo>
                <a:lnTo>
                  <a:pt x="635" y="233"/>
                </a:lnTo>
                <a:lnTo>
                  <a:pt x="636" y="226"/>
                </a:lnTo>
                <a:lnTo>
                  <a:pt x="636" y="220"/>
                </a:lnTo>
                <a:moveTo>
                  <a:pt x="643" y="220"/>
                </a:moveTo>
                <a:lnTo>
                  <a:pt x="643" y="227"/>
                </a:lnTo>
                <a:lnTo>
                  <a:pt x="643" y="233"/>
                </a:lnTo>
                <a:lnTo>
                  <a:pt x="642" y="240"/>
                </a:lnTo>
                <a:lnTo>
                  <a:pt x="641" y="247"/>
                </a:lnTo>
                <a:lnTo>
                  <a:pt x="639" y="254"/>
                </a:lnTo>
                <a:lnTo>
                  <a:pt x="638" y="261"/>
                </a:lnTo>
                <a:lnTo>
                  <a:pt x="636" y="267"/>
                </a:lnTo>
                <a:lnTo>
                  <a:pt x="633" y="274"/>
                </a:lnTo>
                <a:lnTo>
                  <a:pt x="631" y="281"/>
                </a:lnTo>
                <a:lnTo>
                  <a:pt x="628" y="287"/>
                </a:lnTo>
                <a:lnTo>
                  <a:pt x="624" y="294"/>
                </a:lnTo>
                <a:lnTo>
                  <a:pt x="621" y="300"/>
                </a:lnTo>
                <a:lnTo>
                  <a:pt x="617" y="306"/>
                </a:lnTo>
                <a:lnTo>
                  <a:pt x="613" y="313"/>
                </a:lnTo>
                <a:lnTo>
                  <a:pt x="608" y="319"/>
                </a:lnTo>
                <a:lnTo>
                  <a:pt x="604" y="325"/>
                </a:lnTo>
                <a:lnTo>
                  <a:pt x="599" y="331"/>
                </a:lnTo>
                <a:lnTo>
                  <a:pt x="593" y="337"/>
                </a:lnTo>
                <a:lnTo>
                  <a:pt x="588" y="343"/>
                </a:lnTo>
                <a:lnTo>
                  <a:pt x="582" y="348"/>
                </a:lnTo>
                <a:lnTo>
                  <a:pt x="576" y="354"/>
                </a:lnTo>
                <a:lnTo>
                  <a:pt x="570" y="359"/>
                </a:lnTo>
                <a:lnTo>
                  <a:pt x="563" y="364"/>
                </a:lnTo>
                <a:lnTo>
                  <a:pt x="556" y="369"/>
                </a:lnTo>
                <a:lnTo>
                  <a:pt x="549" y="374"/>
                </a:lnTo>
                <a:lnTo>
                  <a:pt x="542" y="379"/>
                </a:lnTo>
                <a:lnTo>
                  <a:pt x="535" y="384"/>
                </a:lnTo>
                <a:lnTo>
                  <a:pt x="527" y="388"/>
                </a:lnTo>
                <a:lnTo>
                  <a:pt x="519" y="392"/>
                </a:lnTo>
                <a:lnTo>
                  <a:pt x="511" y="396"/>
                </a:lnTo>
                <a:lnTo>
                  <a:pt x="503" y="400"/>
                </a:lnTo>
                <a:lnTo>
                  <a:pt x="494" y="404"/>
                </a:lnTo>
                <a:lnTo>
                  <a:pt x="486" y="408"/>
                </a:lnTo>
                <a:lnTo>
                  <a:pt x="477" y="411"/>
                </a:lnTo>
                <a:lnTo>
                  <a:pt x="468" y="414"/>
                </a:lnTo>
                <a:lnTo>
                  <a:pt x="459" y="417"/>
                </a:lnTo>
                <a:lnTo>
                  <a:pt x="450" y="420"/>
                </a:lnTo>
                <a:lnTo>
                  <a:pt x="440" y="423"/>
                </a:lnTo>
                <a:lnTo>
                  <a:pt x="431" y="425"/>
                </a:lnTo>
                <a:lnTo>
                  <a:pt x="421" y="428"/>
                </a:lnTo>
                <a:lnTo>
                  <a:pt x="412" y="430"/>
                </a:lnTo>
                <a:lnTo>
                  <a:pt x="402" y="431"/>
                </a:lnTo>
                <a:lnTo>
                  <a:pt x="392" y="433"/>
                </a:lnTo>
                <a:lnTo>
                  <a:pt x="382" y="434"/>
                </a:lnTo>
                <a:lnTo>
                  <a:pt x="372" y="436"/>
                </a:lnTo>
                <a:lnTo>
                  <a:pt x="363" y="436"/>
                </a:lnTo>
                <a:lnTo>
                  <a:pt x="352" y="437"/>
                </a:lnTo>
                <a:lnTo>
                  <a:pt x="342" y="438"/>
                </a:lnTo>
                <a:lnTo>
                  <a:pt x="332" y="438"/>
                </a:lnTo>
                <a:lnTo>
                  <a:pt x="322" y="438"/>
                </a:lnTo>
                <a:lnTo>
                  <a:pt x="312" y="438"/>
                </a:lnTo>
                <a:lnTo>
                  <a:pt x="302" y="438"/>
                </a:lnTo>
                <a:lnTo>
                  <a:pt x="292" y="437"/>
                </a:lnTo>
                <a:lnTo>
                  <a:pt x="282" y="436"/>
                </a:lnTo>
                <a:lnTo>
                  <a:pt x="272" y="436"/>
                </a:lnTo>
                <a:lnTo>
                  <a:pt x="262" y="434"/>
                </a:lnTo>
                <a:lnTo>
                  <a:pt x="252" y="433"/>
                </a:lnTo>
                <a:lnTo>
                  <a:pt x="242" y="431"/>
                </a:lnTo>
                <a:lnTo>
                  <a:pt x="233" y="430"/>
                </a:lnTo>
                <a:lnTo>
                  <a:pt x="223" y="428"/>
                </a:lnTo>
                <a:lnTo>
                  <a:pt x="213" y="425"/>
                </a:lnTo>
                <a:lnTo>
                  <a:pt x="204" y="423"/>
                </a:lnTo>
                <a:lnTo>
                  <a:pt x="195" y="420"/>
                </a:lnTo>
                <a:lnTo>
                  <a:pt x="185" y="417"/>
                </a:lnTo>
                <a:lnTo>
                  <a:pt x="176" y="414"/>
                </a:lnTo>
                <a:lnTo>
                  <a:pt x="168" y="411"/>
                </a:lnTo>
                <a:lnTo>
                  <a:pt x="159" y="408"/>
                </a:lnTo>
                <a:lnTo>
                  <a:pt x="150" y="404"/>
                </a:lnTo>
                <a:lnTo>
                  <a:pt x="142" y="400"/>
                </a:lnTo>
                <a:lnTo>
                  <a:pt x="133" y="396"/>
                </a:lnTo>
                <a:lnTo>
                  <a:pt x="125" y="392"/>
                </a:lnTo>
                <a:lnTo>
                  <a:pt x="118" y="388"/>
                </a:lnTo>
                <a:lnTo>
                  <a:pt x="110" y="384"/>
                </a:lnTo>
                <a:lnTo>
                  <a:pt x="102" y="379"/>
                </a:lnTo>
                <a:lnTo>
                  <a:pt x="94" y="374"/>
                </a:lnTo>
                <a:lnTo>
                  <a:pt x="87" y="369"/>
                </a:lnTo>
                <a:lnTo>
                  <a:pt x="80" y="364"/>
                </a:lnTo>
                <a:lnTo>
                  <a:pt x="74" y="359"/>
                </a:lnTo>
                <a:lnTo>
                  <a:pt x="67" y="354"/>
                </a:lnTo>
                <a:lnTo>
                  <a:pt x="61" y="348"/>
                </a:lnTo>
                <a:lnTo>
                  <a:pt x="56" y="343"/>
                </a:lnTo>
                <a:lnTo>
                  <a:pt x="50" y="337"/>
                </a:lnTo>
                <a:lnTo>
                  <a:pt x="45" y="331"/>
                </a:lnTo>
                <a:lnTo>
                  <a:pt x="40" y="325"/>
                </a:lnTo>
                <a:lnTo>
                  <a:pt x="35" y="319"/>
                </a:lnTo>
                <a:lnTo>
                  <a:pt x="31" y="313"/>
                </a:lnTo>
                <a:lnTo>
                  <a:pt x="26" y="306"/>
                </a:lnTo>
                <a:lnTo>
                  <a:pt x="23" y="300"/>
                </a:lnTo>
                <a:lnTo>
                  <a:pt x="19" y="294"/>
                </a:lnTo>
                <a:lnTo>
                  <a:pt x="16" y="287"/>
                </a:lnTo>
                <a:lnTo>
                  <a:pt x="13" y="281"/>
                </a:lnTo>
                <a:lnTo>
                  <a:pt x="10" y="274"/>
                </a:lnTo>
                <a:lnTo>
                  <a:pt x="8" y="267"/>
                </a:lnTo>
                <a:lnTo>
                  <a:pt x="6" y="261"/>
                </a:lnTo>
                <a:lnTo>
                  <a:pt x="4" y="254"/>
                </a:lnTo>
                <a:lnTo>
                  <a:pt x="3" y="247"/>
                </a:lnTo>
                <a:lnTo>
                  <a:pt x="1" y="240"/>
                </a:lnTo>
                <a:lnTo>
                  <a:pt x="1" y="233"/>
                </a:lnTo>
                <a:lnTo>
                  <a:pt x="0" y="227"/>
                </a:lnTo>
                <a:lnTo>
                  <a:pt x="0" y="220"/>
                </a:lnTo>
                <a:lnTo>
                  <a:pt x="0" y="213"/>
                </a:lnTo>
                <a:lnTo>
                  <a:pt x="1" y="206"/>
                </a:lnTo>
                <a:lnTo>
                  <a:pt x="1" y="199"/>
                </a:lnTo>
                <a:lnTo>
                  <a:pt x="3" y="192"/>
                </a:lnTo>
                <a:lnTo>
                  <a:pt x="4" y="185"/>
                </a:lnTo>
                <a:lnTo>
                  <a:pt x="6" y="179"/>
                </a:lnTo>
                <a:lnTo>
                  <a:pt x="8" y="172"/>
                </a:lnTo>
                <a:lnTo>
                  <a:pt x="10" y="165"/>
                </a:lnTo>
                <a:lnTo>
                  <a:pt x="13" y="159"/>
                </a:lnTo>
                <a:lnTo>
                  <a:pt x="16" y="152"/>
                </a:lnTo>
                <a:lnTo>
                  <a:pt x="19" y="146"/>
                </a:lnTo>
                <a:lnTo>
                  <a:pt x="23" y="139"/>
                </a:lnTo>
                <a:lnTo>
                  <a:pt x="26" y="133"/>
                </a:lnTo>
                <a:lnTo>
                  <a:pt x="31" y="127"/>
                </a:lnTo>
                <a:lnTo>
                  <a:pt x="35" y="120"/>
                </a:lnTo>
                <a:lnTo>
                  <a:pt x="40" y="113"/>
                </a:lnTo>
                <a:lnTo>
                  <a:pt x="45" y="107"/>
                </a:lnTo>
                <a:lnTo>
                  <a:pt x="50" y="102"/>
                </a:lnTo>
                <a:lnTo>
                  <a:pt x="56" y="96"/>
                </a:lnTo>
                <a:lnTo>
                  <a:pt x="61" y="90"/>
                </a:lnTo>
                <a:lnTo>
                  <a:pt x="67" y="85"/>
                </a:lnTo>
                <a:lnTo>
                  <a:pt x="74" y="79"/>
                </a:lnTo>
                <a:lnTo>
                  <a:pt x="80" y="74"/>
                </a:lnTo>
                <a:lnTo>
                  <a:pt x="87" y="69"/>
                </a:lnTo>
                <a:lnTo>
                  <a:pt x="94" y="64"/>
                </a:lnTo>
                <a:lnTo>
                  <a:pt x="102" y="59"/>
                </a:lnTo>
                <a:lnTo>
                  <a:pt x="110" y="55"/>
                </a:lnTo>
                <a:lnTo>
                  <a:pt x="118" y="50"/>
                </a:lnTo>
                <a:lnTo>
                  <a:pt x="125" y="46"/>
                </a:lnTo>
                <a:lnTo>
                  <a:pt x="133" y="42"/>
                </a:lnTo>
                <a:lnTo>
                  <a:pt x="142" y="38"/>
                </a:lnTo>
                <a:lnTo>
                  <a:pt x="150" y="34"/>
                </a:lnTo>
                <a:lnTo>
                  <a:pt x="159" y="31"/>
                </a:lnTo>
                <a:lnTo>
                  <a:pt x="168" y="27"/>
                </a:lnTo>
                <a:lnTo>
                  <a:pt x="176" y="24"/>
                </a:lnTo>
                <a:lnTo>
                  <a:pt x="185" y="21"/>
                </a:lnTo>
                <a:lnTo>
                  <a:pt x="195" y="18"/>
                </a:lnTo>
                <a:lnTo>
                  <a:pt x="204" y="15"/>
                </a:lnTo>
                <a:lnTo>
                  <a:pt x="213" y="13"/>
                </a:lnTo>
                <a:lnTo>
                  <a:pt x="223" y="11"/>
                </a:lnTo>
                <a:lnTo>
                  <a:pt x="233" y="9"/>
                </a:lnTo>
                <a:lnTo>
                  <a:pt x="242" y="7"/>
                </a:lnTo>
                <a:lnTo>
                  <a:pt x="252" y="5"/>
                </a:lnTo>
                <a:lnTo>
                  <a:pt x="262" y="4"/>
                </a:lnTo>
                <a:lnTo>
                  <a:pt x="272" y="3"/>
                </a:lnTo>
                <a:lnTo>
                  <a:pt x="282" y="2"/>
                </a:lnTo>
                <a:lnTo>
                  <a:pt x="292" y="1"/>
                </a:lnTo>
                <a:lnTo>
                  <a:pt x="302" y="1"/>
                </a:lnTo>
                <a:lnTo>
                  <a:pt x="312" y="0"/>
                </a:lnTo>
                <a:lnTo>
                  <a:pt x="322" y="0"/>
                </a:lnTo>
                <a:lnTo>
                  <a:pt x="332" y="0"/>
                </a:lnTo>
                <a:lnTo>
                  <a:pt x="342" y="1"/>
                </a:lnTo>
                <a:lnTo>
                  <a:pt x="352" y="1"/>
                </a:lnTo>
                <a:lnTo>
                  <a:pt x="363" y="2"/>
                </a:lnTo>
                <a:lnTo>
                  <a:pt x="372" y="3"/>
                </a:lnTo>
                <a:lnTo>
                  <a:pt x="382" y="4"/>
                </a:lnTo>
                <a:lnTo>
                  <a:pt x="392" y="5"/>
                </a:lnTo>
                <a:lnTo>
                  <a:pt x="402" y="7"/>
                </a:lnTo>
                <a:lnTo>
                  <a:pt x="412" y="9"/>
                </a:lnTo>
                <a:lnTo>
                  <a:pt x="421" y="11"/>
                </a:lnTo>
                <a:lnTo>
                  <a:pt x="431" y="13"/>
                </a:lnTo>
                <a:lnTo>
                  <a:pt x="440" y="15"/>
                </a:lnTo>
                <a:lnTo>
                  <a:pt x="450" y="18"/>
                </a:lnTo>
                <a:lnTo>
                  <a:pt x="459" y="21"/>
                </a:lnTo>
                <a:lnTo>
                  <a:pt x="468" y="24"/>
                </a:lnTo>
                <a:lnTo>
                  <a:pt x="477" y="27"/>
                </a:lnTo>
                <a:lnTo>
                  <a:pt x="486" y="31"/>
                </a:lnTo>
                <a:lnTo>
                  <a:pt x="494" y="34"/>
                </a:lnTo>
                <a:lnTo>
                  <a:pt x="503" y="38"/>
                </a:lnTo>
                <a:lnTo>
                  <a:pt x="511" y="42"/>
                </a:lnTo>
                <a:lnTo>
                  <a:pt x="519" y="46"/>
                </a:lnTo>
                <a:lnTo>
                  <a:pt x="527" y="50"/>
                </a:lnTo>
                <a:lnTo>
                  <a:pt x="535" y="55"/>
                </a:lnTo>
                <a:lnTo>
                  <a:pt x="542" y="59"/>
                </a:lnTo>
                <a:lnTo>
                  <a:pt x="549" y="64"/>
                </a:lnTo>
                <a:lnTo>
                  <a:pt x="556" y="69"/>
                </a:lnTo>
                <a:lnTo>
                  <a:pt x="563" y="74"/>
                </a:lnTo>
                <a:lnTo>
                  <a:pt x="570" y="79"/>
                </a:lnTo>
                <a:lnTo>
                  <a:pt x="576" y="85"/>
                </a:lnTo>
                <a:lnTo>
                  <a:pt x="582" y="90"/>
                </a:lnTo>
                <a:lnTo>
                  <a:pt x="588" y="96"/>
                </a:lnTo>
                <a:lnTo>
                  <a:pt x="593" y="102"/>
                </a:lnTo>
                <a:lnTo>
                  <a:pt x="599" y="107"/>
                </a:lnTo>
                <a:lnTo>
                  <a:pt x="604" y="113"/>
                </a:lnTo>
                <a:lnTo>
                  <a:pt x="608" y="120"/>
                </a:lnTo>
                <a:lnTo>
                  <a:pt x="613" y="127"/>
                </a:lnTo>
                <a:lnTo>
                  <a:pt x="617" y="133"/>
                </a:lnTo>
                <a:lnTo>
                  <a:pt x="621" y="139"/>
                </a:lnTo>
                <a:lnTo>
                  <a:pt x="624" y="146"/>
                </a:lnTo>
                <a:lnTo>
                  <a:pt x="628" y="152"/>
                </a:lnTo>
                <a:lnTo>
                  <a:pt x="631" y="159"/>
                </a:lnTo>
                <a:lnTo>
                  <a:pt x="633" y="165"/>
                </a:lnTo>
                <a:lnTo>
                  <a:pt x="636" y="172"/>
                </a:lnTo>
                <a:lnTo>
                  <a:pt x="638" y="179"/>
                </a:lnTo>
                <a:lnTo>
                  <a:pt x="639" y="185"/>
                </a:lnTo>
                <a:lnTo>
                  <a:pt x="641" y="192"/>
                </a:lnTo>
                <a:lnTo>
                  <a:pt x="642" y="199"/>
                </a:lnTo>
                <a:lnTo>
                  <a:pt x="643" y="206"/>
                </a:lnTo>
                <a:lnTo>
                  <a:pt x="643" y="213"/>
                </a:lnTo>
                <a:lnTo>
                  <a:pt x="643" y="22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6" name=""/>
          <p:cNvSpPr/>
          <p:nvPr/>
        </p:nvSpPr>
        <p:spPr>
          <a:xfrm>
            <a:off x="4003560" y="2863080"/>
            <a:ext cx="245160" cy="167040"/>
          </a:xfrm>
          <a:custGeom>
            <a:avLst/>
            <a:gdLst/>
            <a:ahLst/>
            <a:rect l="0" t="0" r="r" b="b"/>
            <a:pathLst>
              <a:path w="681" h="464">
                <a:moveTo>
                  <a:pt x="662" y="233"/>
                </a:moveTo>
                <a:lnTo>
                  <a:pt x="662" y="226"/>
                </a:lnTo>
                <a:lnTo>
                  <a:pt x="662" y="219"/>
                </a:lnTo>
                <a:lnTo>
                  <a:pt x="661" y="212"/>
                </a:lnTo>
                <a:lnTo>
                  <a:pt x="660" y="205"/>
                </a:lnTo>
                <a:lnTo>
                  <a:pt x="658" y="198"/>
                </a:lnTo>
                <a:lnTo>
                  <a:pt x="657" y="192"/>
                </a:lnTo>
                <a:lnTo>
                  <a:pt x="655" y="185"/>
                </a:lnTo>
                <a:lnTo>
                  <a:pt x="652" y="178"/>
                </a:lnTo>
                <a:lnTo>
                  <a:pt x="650" y="172"/>
                </a:lnTo>
                <a:lnTo>
                  <a:pt x="647" y="165"/>
                </a:lnTo>
                <a:lnTo>
                  <a:pt x="643" y="159"/>
                </a:lnTo>
                <a:lnTo>
                  <a:pt x="640" y="152"/>
                </a:lnTo>
                <a:lnTo>
                  <a:pt x="636" y="146"/>
                </a:lnTo>
                <a:lnTo>
                  <a:pt x="632" y="140"/>
                </a:lnTo>
                <a:lnTo>
                  <a:pt x="627" y="133"/>
                </a:lnTo>
                <a:lnTo>
                  <a:pt x="623" y="126"/>
                </a:lnTo>
                <a:lnTo>
                  <a:pt x="618" y="120"/>
                </a:lnTo>
                <a:lnTo>
                  <a:pt x="612" y="115"/>
                </a:lnTo>
                <a:lnTo>
                  <a:pt x="607" y="109"/>
                </a:lnTo>
                <a:lnTo>
                  <a:pt x="601" y="103"/>
                </a:lnTo>
                <a:lnTo>
                  <a:pt x="595" y="98"/>
                </a:lnTo>
                <a:lnTo>
                  <a:pt x="589" y="92"/>
                </a:lnTo>
                <a:lnTo>
                  <a:pt x="582" y="87"/>
                </a:lnTo>
                <a:lnTo>
                  <a:pt x="575" y="82"/>
                </a:lnTo>
                <a:lnTo>
                  <a:pt x="568" y="77"/>
                </a:lnTo>
                <a:lnTo>
                  <a:pt x="561" y="72"/>
                </a:lnTo>
                <a:lnTo>
                  <a:pt x="554" y="68"/>
                </a:lnTo>
                <a:lnTo>
                  <a:pt x="546" y="63"/>
                </a:lnTo>
                <a:lnTo>
                  <a:pt x="538" y="59"/>
                </a:lnTo>
                <a:lnTo>
                  <a:pt x="530" y="55"/>
                </a:lnTo>
                <a:lnTo>
                  <a:pt x="522" y="51"/>
                </a:lnTo>
                <a:lnTo>
                  <a:pt x="513" y="47"/>
                </a:lnTo>
                <a:lnTo>
                  <a:pt x="505" y="44"/>
                </a:lnTo>
                <a:lnTo>
                  <a:pt x="496" y="40"/>
                </a:lnTo>
                <a:lnTo>
                  <a:pt x="487" y="37"/>
                </a:lnTo>
                <a:lnTo>
                  <a:pt x="478" y="34"/>
                </a:lnTo>
                <a:lnTo>
                  <a:pt x="469" y="31"/>
                </a:lnTo>
                <a:lnTo>
                  <a:pt x="459" y="28"/>
                </a:lnTo>
                <a:lnTo>
                  <a:pt x="450" y="26"/>
                </a:lnTo>
                <a:lnTo>
                  <a:pt x="440" y="24"/>
                </a:lnTo>
                <a:lnTo>
                  <a:pt x="431" y="22"/>
                </a:lnTo>
                <a:lnTo>
                  <a:pt x="421" y="20"/>
                </a:lnTo>
                <a:lnTo>
                  <a:pt x="411" y="18"/>
                </a:lnTo>
                <a:lnTo>
                  <a:pt x="401" y="17"/>
                </a:lnTo>
                <a:lnTo>
                  <a:pt x="391" y="16"/>
                </a:lnTo>
                <a:lnTo>
                  <a:pt x="382" y="15"/>
                </a:lnTo>
                <a:lnTo>
                  <a:pt x="371" y="14"/>
                </a:lnTo>
                <a:lnTo>
                  <a:pt x="361" y="14"/>
                </a:lnTo>
                <a:lnTo>
                  <a:pt x="351" y="13"/>
                </a:lnTo>
                <a:lnTo>
                  <a:pt x="341" y="13"/>
                </a:lnTo>
                <a:lnTo>
                  <a:pt x="331" y="13"/>
                </a:lnTo>
                <a:lnTo>
                  <a:pt x="321" y="14"/>
                </a:lnTo>
                <a:lnTo>
                  <a:pt x="311" y="14"/>
                </a:lnTo>
                <a:lnTo>
                  <a:pt x="301" y="15"/>
                </a:lnTo>
                <a:lnTo>
                  <a:pt x="291" y="16"/>
                </a:lnTo>
                <a:lnTo>
                  <a:pt x="281" y="17"/>
                </a:lnTo>
                <a:lnTo>
                  <a:pt x="271" y="18"/>
                </a:lnTo>
                <a:lnTo>
                  <a:pt x="261" y="20"/>
                </a:lnTo>
                <a:lnTo>
                  <a:pt x="252" y="22"/>
                </a:lnTo>
                <a:lnTo>
                  <a:pt x="242" y="24"/>
                </a:lnTo>
                <a:lnTo>
                  <a:pt x="232" y="26"/>
                </a:lnTo>
                <a:lnTo>
                  <a:pt x="223" y="28"/>
                </a:lnTo>
                <a:lnTo>
                  <a:pt x="214" y="31"/>
                </a:lnTo>
                <a:lnTo>
                  <a:pt x="204" y="34"/>
                </a:lnTo>
                <a:lnTo>
                  <a:pt x="195" y="37"/>
                </a:lnTo>
                <a:lnTo>
                  <a:pt x="187" y="40"/>
                </a:lnTo>
                <a:lnTo>
                  <a:pt x="178" y="44"/>
                </a:lnTo>
                <a:lnTo>
                  <a:pt x="169" y="47"/>
                </a:lnTo>
                <a:lnTo>
                  <a:pt x="161" y="51"/>
                </a:lnTo>
                <a:lnTo>
                  <a:pt x="152" y="55"/>
                </a:lnTo>
                <a:lnTo>
                  <a:pt x="144" y="59"/>
                </a:lnTo>
                <a:lnTo>
                  <a:pt x="137" y="63"/>
                </a:lnTo>
                <a:lnTo>
                  <a:pt x="129" y="68"/>
                </a:lnTo>
                <a:lnTo>
                  <a:pt x="121" y="72"/>
                </a:lnTo>
                <a:lnTo>
                  <a:pt x="114" y="77"/>
                </a:lnTo>
                <a:lnTo>
                  <a:pt x="107" y="82"/>
                </a:lnTo>
                <a:lnTo>
                  <a:pt x="100" y="87"/>
                </a:lnTo>
                <a:lnTo>
                  <a:pt x="93" y="92"/>
                </a:lnTo>
                <a:lnTo>
                  <a:pt x="86" y="98"/>
                </a:lnTo>
                <a:lnTo>
                  <a:pt x="80" y="103"/>
                </a:lnTo>
                <a:lnTo>
                  <a:pt x="75" y="109"/>
                </a:lnTo>
                <a:lnTo>
                  <a:pt x="69" y="115"/>
                </a:lnTo>
                <a:lnTo>
                  <a:pt x="64" y="120"/>
                </a:lnTo>
                <a:lnTo>
                  <a:pt x="59" y="126"/>
                </a:lnTo>
                <a:lnTo>
                  <a:pt x="54" y="133"/>
                </a:lnTo>
                <a:lnTo>
                  <a:pt x="50" y="140"/>
                </a:lnTo>
                <a:lnTo>
                  <a:pt x="45" y="146"/>
                </a:lnTo>
                <a:lnTo>
                  <a:pt x="42" y="152"/>
                </a:lnTo>
                <a:lnTo>
                  <a:pt x="38" y="159"/>
                </a:lnTo>
                <a:lnTo>
                  <a:pt x="35" y="165"/>
                </a:lnTo>
                <a:lnTo>
                  <a:pt x="32" y="172"/>
                </a:lnTo>
                <a:lnTo>
                  <a:pt x="29" y="178"/>
                </a:lnTo>
                <a:lnTo>
                  <a:pt x="27" y="185"/>
                </a:lnTo>
                <a:lnTo>
                  <a:pt x="25" y="192"/>
                </a:lnTo>
                <a:lnTo>
                  <a:pt x="23" y="198"/>
                </a:lnTo>
                <a:lnTo>
                  <a:pt x="22" y="205"/>
                </a:lnTo>
                <a:lnTo>
                  <a:pt x="20" y="212"/>
                </a:lnTo>
                <a:lnTo>
                  <a:pt x="20" y="219"/>
                </a:lnTo>
                <a:lnTo>
                  <a:pt x="19" y="226"/>
                </a:lnTo>
                <a:lnTo>
                  <a:pt x="19" y="233"/>
                </a:lnTo>
                <a:lnTo>
                  <a:pt x="19" y="240"/>
                </a:lnTo>
                <a:lnTo>
                  <a:pt x="20" y="246"/>
                </a:lnTo>
                <a:lnTo>
                  <a:pt x="20" y="253"/>
                </a:lnTo>
                <a:lnTo>
                  <a:pt x="22" y="260"/>
                </a:lnTo>
                <a:lnTo>
                  <a:pt x="23" y="267"/>
                </a:lnTo>
                <a:lnTo>
                  <a:pt x="25" y="274"/>
                </a:lnTo>
                <a:lnTo>
                  <a:pt x="27" y="280"/>
                </a:lnTo>
                <a:lnTo>
                  <a:pt x="29" y="287"/>
                </a:lnTo>
                <a:lnTo>
                  <a:pt x="32" y="294"/>
                </a:lnTo>
                <a:lnTo>
                  <a:pt x="35" y="300"/>
                </a:lnTo>
                <a:lnTo>
                  <a:pt x="38" y="307"/>
                </a:lnTo>
                <a:lnTo>
                  <a:pt x="42" y="313"/>
                </a:lnTo>
                <a:lnTo>
                  <a:pt x="45" y="319"/>
                </a:lnTo>
                <a:lnTo>
                  <a:pt x="50" y="326"/>
                </a:lnTo>
                <a:lnTo>
                  <a:pt x="54" y="332"/>
                </a:lnTo>
                <a:lnTo>
                  <a:pt x="59" y="338"/>
                </a:lnTo>
                <a:lnTo>
                  <a:pt x="64" y="344"/>
                </a:lnTo>
                <a:lnTo>
                  <a:pt x="69" y="350"/>
                </a:lnTo>
                <a:lnTo>
                  <a:pt x="75" y="356"/>
                </a:lnTo>
                <a:lnTo>
                  <a:pt x="80" y="361"/>
                </a:lnTo>
                <a:lnTo>
                  <a:pt x="86" y="367"/>
                </a:lnTo>
                <a:lnTo>
                  <a:pt x="93" y="372"/>
                </a:lnTo>
                <a:lnTo>
                  <a:pt x="100" y="377"/>
                </a:lnTo>
                <a:lnTo>
                  <a:pt x="107" y="382"/>
                </a:lnTo>
                <a:lnTo>
                  <a:pt x="114" y="387"/>
                </a:lnTo>
                <a:lnTo>
                  <a:pt x="121" y="392"/>
                </a:lnTo>
                <a:lnTo>
                  <a:pt x="129" y="397"/>
                </a:lnTo>
                <a:lnTo>
                  <a:pt x="137" y="401"/>
                </a:lnTo>
                <a:lnTo>
                  <a:pt x="144" y="405"/>
                </a:lnTo>
                <a:lnTo>
                  <a:pt x="152" y="409"/>
                </a:lnTo>
                <a:lnTo>
                  <a:pt x="161" y="413"/>
                </a:lnTo>
                <a:lnTo>
                  <a:pt x="169" y="417"/>
                </a:lnTo>
                <a:lnTo>
                  <a:pt x="178" y="421"/>
                </a:lnTo>
                <a:lnTo>
                  <a:pt x="187" y="424"/>
                </a:lnTo>
                <a:lnTo>
                  <a:pt x="195" y="427"/>
                </a:lnTo>
                <a:lnTo>
                  <a:pt x="204" y="430"/>
                </a:lnTo>
                <a:lnTo>
                  <a:pt x="214" y="433"/>
                </a:lnTo>
                <a:lnTo>
                  <a:pt x="223" y="436"/>
                </a:lnTo>
                <a:lnTo>
                  <a:pt x="232" y="438"/>
                </a:lnTo>
                <a:lnTo>
                  <a:pt x="242" y="441"/>
                </a:lnTo>
                <a:lnTo>
                  <a:pt x="252" y="443"/>
                </a:lnTo>
                <a:lnTo>
                  <a:pt x="261" y="444"/>
                </a:lnTo>
                <a:lnTo>
                  <a:pt x="271" y="446"/>
                </a:lnTo>
                <a:lnTo>
                  <a:pt x="281" y="447"/>
                </a:lnTo>
                <a:lnTo>
                  <a:pt x="291" y="449"/>
                </a:lnTo>
                <a:lnTo>
                  <a:pt x="301" y="449"/>
                </a:lnTo>
                <a:lnTo>
                  <a:pt x="311" y="450"/>
                </a:lnTo>
                <a:lnTo>
                  <a:pt x="321" y="451"/>
                </a:lnTo>
                <a:lnTo>
                  <a:pt x="331" y="451"/>
                </a:lnTo>
                <a:lnTo>
                  <a:pt x="341" y="451"/>
                </a:lnTo>
                <a:lnTo>
                  <a:pt x="351" y="451"/>
                </a:lnTo>
                <a:lnTo>
                  <a:pt x="361" y="451"/>
                </a:lnTo>
                <a:lnTo>
                  <a:pt x="371" y="450"/>
                </a:lnTo>
                <a:lnTo>
                  <a:pt x="382" y="449"/>
                </a:lnTo>
                <a:lnTo>
                  <a:pt x="391" y="449"/>
                </a:lnTo>
                <a:lnTo>
                  <a:pt x="401" y="447"/>
                </a:lnTo>
                <a:lnTo>
                  <a:pt x="411" y="446"/>
                </a:lnTo>
                <a:lnTo>
                  <a:pt x="421" y="444"/>
                </a:lnTo>
                <a:lnTo>
                  <a:pt x="431" y="443"/>
                </a:lnTo>
                <a:lnTo>
                  <a:pt x="440" y="441"/>
                </a:lnTo>
                <a:lnTo>
                  <a:pt x="450" y="438"/>
                </a:lnTo>
                <a:lnTo>
                  <a:pt x="459" y="436"/>
                </a:lnTo>
                <a:lnTo>
                  <a:pt x="469" y="433"/>
                </a:lnTo>
                <a:lnTo>
                  <a:pt x="478" y="430"/>
                </a:lnTo>
                <a:lnTo>
                  <a:pt x="487" y="427"/>
                </a:lnTo>
                <a:lnTo>
                  <a:pt x="496" y="424"/>
                </a:lnTo>
                <a:lnTo>
                  <a:pt x="505" y="421"/>
                </a:lnTo>
                <a:lnTo>
                  <a:pt x="513" y="417"/>
                </a:lnTo>
                <a:lnTo>
                  <a:pt x="522" y="413"/>
                </a:lnTo>
                <a:lnTo>
                  <a:pt x="530" y="409"/>
                </a:lnTo>
                <a:lnTo>
                  <a:pt x="538" y="405"/>
                </a:lnTo>
                <a:lnTo>
                  <a:pt x="546" y="401"/>
                </a:lnTo>
                <a:lnTo>
                  <a:pt x="554" y="397"/>
                </a:lnTo>
                <a:lnTo>
                  <a:pt x="561" y="392"/>
                </a:lnTo>
                <a:lnTo>
                  <a:pt x="568" y="387"/>
                </a:lnTo>
                <a:lnTo>
                  <a:pt x="575" y="382"/>
                </a:lnTo>
                <a:lnTo>
                  <a:pt x="582" y="377"/>
                </a:lnTo>
                <a:lnTo>
                  <a:pt x="589" y="372"/>
                </a:lnTo>
                <a:lnTo>
                  <a:pt x="595" y="367"/>
                </a:lnTo>
                <a:lnTo>
                  <a:pt x="601" y="361"/>
                </a:lnTo>
                <a:lnTo>
                  <a:pt x="607" y="356"/>
                </a:lnTo>
                <a:lnTo>
                  <a:pt x="612" y="350"/>
                </a:lnTo>
                <a:lnTo>
                  <a:pt x="618" y="344"/>
                </a:lnTo>
                <a:lnTo>
                  <a:pt x="623" y="338"/>
                </a:lnTo>
                <a:lnTo>
                  <a:pt x="627" y="332"/>
                </a:lnTo>
                <a:lnTo>
                  <a:pt x="632" y="326"/>
                </a:lnTo>
                <a:lnTo>
                  <a:pt x="636" y="319"/>
                </a:lnTo>
                <a:lnTo>
                  <a:pt x="640" y="313"/>
                </a:lnTo>
                <a:lnTo>
                  <a:pt x="643" y="307"/>
                </a:lnTo>
                <a:lnTo>
                  <a:pt x="647" y="300"/>
                </a:lnTo>
                <a:lnTo>
                  <a:pt x="650" y="294"/>
                </a:lnTo>
                <a:lnTo>
                  <a:pt x="652" y="287"/>
                </a:lnTo>
                <a:lnTo>
                  <a:pt x="655" y="280"/>
                </a:lnTo>
                <a:lnTo>
                  <a:pt x="657" y="274"/>
                </a:lnTo>
                <a:lnTo>
                  <a:pt x="658" y="267"/>
                </a:lnTo>
                <a:lnTo>
                  <a:pt x="660" y="260"/>
                </a:lnTo>
                <a:lnTo>
                  <a:pt x="661" y="253"/>
                </a:lnTo>
                <a:lnTo>
                  <a:pt x="662" y="246"/>
                </a:lnTo>
                <a:lnTo>
                  <a:pt x="662" y="240"/>
                </a:lnTo>
                <a:lnTo>
                  <a:pt x="662" y="233"/>
                </a:lnTo>
                <a:moveTo>
                  <a:pt x="681" y="233"/>
                </a:moveTo>
                <a:lnTo>
                  <a:pt x="681" y="240"/>
                </a:lnTo>
                <a:lnTo>
                  <a:pt x="681" y="247"/>
                </a:lnTo>
                <a:lnTo>
                  <a:pt x="680" y="254"/>
                </a:lnTo>
                <a:lnTo>
                  <a:pt x="679" y="262"/>
                </a:lnTo>
                <a:lnTo>
                  <a:pt x="677" y="269"/>
                </a:lnTo>
                <a:lnTo>
                  <a:pt x="675" y="276"/>
                </a:lnTo>
                <a:lnTo>
                  <a:pt x="673" y="283"/>
                </a:lnTo>
                <a:lnTo>
                  <a:pt x="671" y="290"/>
                </a:lnTo>
                <a:lnTo>
                  <a:pt x="668" y="297"/>
                </a:lnTo>
                <a:lnTo>
                  <a:pt x="665" y="304"/>
                </a:lnTo>
                <a:lnTo>
                  <a:pt x="661" y="311"/>
                </a:lnTo>
                <a:lnTo>
                  <a:pt x="657" y="318"/>
                </a:lnTo>
                <a:lnTo>
                  <a:pt x="653" y="325"/>
                </a:lnTo>
                <a:lnTo>
                  <a:pt x="649" y="331"/>
                </a:lnTo>
                <a:lnTo>
                  <a:pt x="644" y="338"/>
                </a:lnTo>
                <a:lnTo>
                  <a:pt x="639" y="344"/>
                </a:lnTo>
                <a:lnTo>
                  <a:pt x="634" y="350"/>
                </a:lnTo>
                <a:lnTo>
                  <a:pt x="628" y="357"/>
                </a:lnTo>
                <a:lnTo>
                  <a:pt x="623" y="363"/>
                </a:lnTo>
                <a:lnTo>
                  <a:pt x="616" y="369"/>
                </a:lnTo>
                <a:lnTo>
                  <a:pt x="610" y="374"/>
                </a:lnTo>
                <a:lnTo>
                  <a:pt x="603" y="380"/>
                </a:lnTo>
                <a:lnTo>
                  <a:pt x="596" y="386"/>
                </a:lnTo>
                <a:lnTo>
                  <a:pt x="589" y="391"/>
                </a:lnTo>
                <a:lnTo>
                  <a:pt x="582" y="396"/>
                </a:lnTo>
                <a:lnTo>
                  <a:pt x="574" y="401"/>
                </a:lnTo>
                <a:lnTo>
                  <a:pt x="566" y="406"/>
                </a:lnTo>
                <a:lnTo>
                  <a:pt x="558" y="411"/>
                </a:lnTo>
                <a:lnTo>
                  <a:pt x="550" y="416"/>
                </a:lnTo>
                <a:lnTo>
                  <a:pt x="541" y="420"/>
                </a:lnTo>
                <a:lnTo>
                  <a:pt x="532" y="424"/>
                </a:lnTo>
                <a:lnTo>
                  <a:pt x="523" y="428"/>
                </a:lnTo>
                <a:lnTo>
                  <a:pt x="514" y="432"/>
                </a:lnTo>
                <a:lnTo>
                  <a:pt x="505" y="435"/>
                </a:lnTo>
                <a:lnTo>
                  <a:pt x="496" y="439"/>
                </a:lnTo>
                <a:lnTo>
                  <a:pt x="486" y="442"/>
                </a:lnTo>
                <a:lnTo>
                  <a:pt x="476" y="445"/>
                </a:lnTo>
                <a:lnTo>
                  <a:pt x="466" y="448"/>
                </a:lnTo>
                <a:lnTo>
                  <a:pt x="456" y="450"/>
                </a:lnTo>
                <a:lnTo>
                  <a:pt x="446" y="453"/>
                </a:lnTo>
                <a:lnTo>
                  <a:pt x="436" y="455"/>
                </a:lnTo>
                <a:lnTo>
                  <a:pt x="426" y="457"/>
                </a:lnTo>
                <a:lnTo>
                  <a:pt x="415" y="459"/>
                </a:lnTo>
                <a:lnTo>
                  <a:pt x="405" y="460"/>
                </a:lnTo>
                <a:lnTo>
                  <a:pt x="394" y="461"/>
                </a:lnTo>
                <a:lnTo>
                  <a:pt x="384" y="462"/>
                </a:lnTo>
                <a:lnTo>
                  <a:pt x="373" y="463"/>
                </a:lnTo>
                <a:lnTo>
                  <a:pt x="363" y="464"/>
                </a:lnTo>
                <a:lnTo>
                  <a:pt x="352" y="464"/>
                </a:lnTo>
                <a:lnTo>
                  <a:pt x="341" y="464"/>
                </a:lnTo>
                <a:lnTo>
                  <a:pt x="331" y="464"/>
                </a:lnTo>
                <a:lnTo>
                  <a:pt x="320" y="464"/>
                </a:lnTo>
                <a:lnTo>
                  <a:pt x="309" y="463"/>
                </a:lnTo>
                <a:lnTo>
                  <a:pt x="299" y="462"/>
                </a:lnTo>
                <a:lnTo>
                  <a:pt x="288" y="461"/>
                </a:lnTo>
                <a:lnTo>
                  <a:pt x="278" y="460"/>
                </a:lnTo>
                <a:lnTo>
                  <a:pt x="267" y="459"/>
                </a:lnTo>
                <a:lnTo>
                  <a:pt x="257" y="457"/>
                </a:lnTo>
                <a:lnTo>
                  <a:pt x="246" y="455"/>
                </a:lnTo>
                <a:lnTo>
                  <a:pt x="236" y="453"/>
                </a:lnTo>
                <a:lnTo>
                  <a:pt x="226" y="450"/>
                </a:lnTo>
                <a:lnTo>
                  <a:pt x="216" y="448"/>
                </a:lnTo>
                <a:lnTo>
                  <a:pt x="206" y="445"/>
                </a:lnTo>
                <a:lnTo>
                  <a:pt x="196" y="442"/>
                </a:lnTo>
                <a:lnTo>
                  <a:pt x="187" y="439"/>
                </a:lnTo>
                <a:lnTo>
                  <a:pt x="177" y="435"/>
                </a:lnTo>
                <a:lnTo>
                  <a:pt x="168" y="432"/>
                </a:lnTo>
                <a:lnTo>
                  <a:pt x="159" y="428"/>
                </a:lnTo>
                <a:lnTo>
                  <a:pt x="150" y="424"/>
                </a:lnTo>
                <a:lnTo>
                  <a:pt x="141" y="420"/>
                </a:lnTo>
                <a:lnTo>
                  <a:pt x="133" y="416"/>
                </a:lnTo>
                <a:lnTo>
                  <a:pt x="124" y="411"/>
                </a:lnTo>
                <a:lnTo>
                  <a:pt x="116" y="406"/>
                </a:lnTo>
                <a:lnTo>
                  <a:pt x="108" y="401"/>
                </a:lnTo>
                <a:lnTo>
                  <a:pt x="101" y="396"/>
                </a:lnTo>
                <a:lnTo>
                  <a:pt x="92" y="391"/>
                </a:lnTo>
                <a:lnTo>
                  <a:pt x="85" y="386"/>
                </a:lnTo>
                <a:lnTo>
                  <a:pt x="78" y="380"/>
                </a:lnTo>
                <a:lnTo>
                  <a:pt x="72" y="374"/>
                </a:lnTo>
                <a:lnTo>
                  <a:pt x="65" y="369"/>
                </a:lnTo>
                <a:lnTo>
                  <a:pt x="59" y="363"/>
                </a:lnTo>
                <a:lnTo>
                  <a:pt x="53" y="357"/>
                </a:lnTo>
                <a:lnTo>
                  <a:pt x="48" y="350"/>
                </a:lnTo>
                <a:lnTo>
                  <a:pt x="42" y="344"/>
                </a:lnTo>
                <a:lnTo>
                  <a:pt x="37" y="338"/>
                </a:lnTo>
                <a:lnTo>
                  <a:pt x="33" y="331"/>
                </a:lnTo>
                <a:lnTo>
                  <a:pt x="28" y="325"/>
                </a:lnTo>
                <a:lnTo>
                  <a:pt x="24" y="318"/>
                </a:lnTo>
                <a:lnTo>
                  <a:pt x="20" y="311"/>
                </a:lnTo>
                <a:lnTo>
                  <a:pt x="17" y="304"/>
                </a:lnTo>
                <a:lnTo>
                  <a:pt x="14" y="297"/>
                </a:lnTo>
                <a:lnTo>
                  <a:pt x="11" y="290"/>
                </a:lnTo>
                <a:lnTo>
                  <a:pt x="8" y="283"/>
                </a:lnTo>
                <a:lnTo>
                  <a:pt x="6" y="276"/>
                </a:lnTo>
                <a:lnTo>
                  <a:pt x="4" y="269"/>
                </a:lnTo>
                <a:lnTo>
                  <a:pt x="3" y="262"/>
                </a:lnTo>
                <a:lnTo>
                  <a:pt x="2" y="254"/>
                </a:lnTo>
                <a:lnTo>
                  <a:pt x="1" y="247"/>
                </a:lnTo>
                <a:lnTo>
                  <a:pt x="0" y="240"/>
                </a:lnTo>
                <a:lnTo>
                  <a:pt x="0" y="233"/>
                </a:lnTo>
                <a:lnTo>
                  <a:pt x="0" y="225"/>
                </a:lnTo>
                <a:lnTo>
                  <a:pt x="1" y="218"/>
                </a:lnTo>
                <a:lnTo>
                  <a:pt x="2" y="211"/>
                </a:lnTo>
                <a:lnTo>
                  <a:pt x="3" y="204"/>
                </a:lnTo>
                <a:lnTo>
                  <a:pt x="4" y="196"/>
                </a:lnTo>
                <a:lnTo>
                  <a:pt x="6" y="189"/>
                </a:lnTo>
                <a:lnTo>
                  <a:pt x="8" y="182"/>
                </a:lnTo>
                <a:lnTo>
                  <a:pt x="11" y="175"/>
                </a:lnTo>
                <a:lnTo>
                  <a:pt x="14" y="168"/>
                </a:lnTo>
                <a:lnTo>
                  <a:pt x="17" y="161"/>
                </a:lnTo>
                <a:lnTo>
                  <a:pt x="20" y="154"/>
                </a:lnTo>
                <a:lnTo>
                  <a:pt x="24" y="147"/>
                </a:lnTo>
                <a:lnTo>
                  <a:pt x="28" y="141"/>
                </a:lnTo>
                <a:lnTo>
                  <a:pt x="33" y="134"/>
                </a:lnTo>
                <a:lnTo>
                  <a:pt x="37" y="127"/>
                </a:lnTo>
                <a:lnTo>
                  <a:pt x="42" y="120"/>
                </a:lnTo>
                <a:lnTo>
                  <a:pt x="48" y="114"/>
                </a:lnTo>
                <a:lnTo>
                  <a:pt x="53" y="108"/>
                </a:lnTo>
                <a:lnTo>
                  <a:pt x="59" y="102"/>
                </a:lnTo>
                <a:lnTo>
                  <a:pt x="65" y="96"/>
                </a:lnTo>
                <a:lnTo>
                  <a:pt x="72" y="90"/>
                </a:lnTo>
                <a:lnTo>
                  <a:pt x="78" y="84"/>
                </a:lnTo>
                <a:lnTo>
                  <a:pt x="85" y="79"/>
                </a:lnTo>
                <a:lnTo>
                  <a:pt x="92" y="73"/>
                </a:lnTo>
                <a:lnTo>
                  <a:pt x="101" y="68"/>
                </a:lnTo>
                <a:lnTo>
                  <a:pt x="108" y="63"/>
                </a:lnTo>
                <a:lnTo>
                  <a:pt x="116" y="58"/>
                </a:lnTo>
                <a:lnTo>
                  <a:pt x="124" y="53"/>
                </a:lnTo>
                <a:lnTo>
                  <a:pt x="133" y="49"/>
                </a:lnTo>
                <a:lnTo>
                  <a:pt x="141" y="44"/>
                </a:lnTo>
                <a:lnTo>
                  <a:pt x="150" y="40"/>
                </a:lnTo>
                <a:lnTo>
                  <a:pt x="159" y="36"/>
                </a:lnTo>
                <a:lnTo>
                  <a:pt x="168" y="32"/>
                </a:lnTo>
                <a:lnTo>
                  <a:pt x="177" y="29"/>
                </a:lnTo>
                <a:lnTo>
                  <a:pt x="187" y="25"/>
                </a:lnTo>
                <a:lnTo>
                  <a:pt x="196" y="22"/>
                </a:lnTo>
                <a:lnTo>
                  <a:pt x="206" y="19"/>
                </a:lnTo>
                <a:lnTo>
                  <a:pt x="216" y="16"/>
                </a:lnTo>
                <a:lnTo>
                  <a:pt x="226" y="14"/>
                </a:lnTo>
                <a:lnTo>
                  <a:pt x="236" y="12"/>
                </a:lnTo>
                <a:lnTo>
                  <a:pt x="246" y="9"/>
                </a:lnTo>
                <a:lnTo>
                  <a:pt x="257" y="7"/>
                </a:lnTo>
                <a:lnTo>
                  <a:pt x="267" y="6"/>
                </a:lnTo>
                <a:lnTo>
                  <a:pt x="278" y="4"/>
                </a:lnTo>
                <a:lnTo>
                  <a:pt x="288" y="3"/>
                </a:lnTo>
                <a:lnTo>
                  <a:pt x="299" y="2"/>
                </a:lnTo>
                <a:lnTo>
                  <a:pt x="309" y="1"/>
                </a:lnTo>
                <a:lnTo>
                  <a:pt x="320" y="1"/>
                </a:lnTo>
                <a:lnTo>
                  <a:pt x="331" y="0"/>
                </a:lnTo>
                <a:lnTo>
                  <a:pt x="341" y="0"/>
                </a:lnTo>
                <a:lnTo>
                  <a:pt x="352" y="0"/>
                </a:lnTo>
                <a:lnTo>
                  <a:pt x="363" y="1"/>
                </a:lnTo>
                <a:lnTo>
                  <a:pt x="373" y="1"/>
                </a:lnTo>
                <a:lnTo>
                  <a:pt x="384" y="2"/>
                </a:lnTo>
                <a:lnTo>
                  <a:pt x="394" y="3"/>
                </a:lnTo>
                <a:lnTo>
                  <a:pt x="405" y="4"/>
                </a:lnTo>
                <a:lnTo>
                  <a:pt x="415" y="6"/>
                </a:lnTo>
                <a:lnTo>
                  <a:pt x="426" y="7"/>
                </a:lnTo>
                <a:lnTo>
                  <a:pt x="436" y="9"/>
                </a:lnTo>
                <a:lnTo>
                  <a:pt x="446" y="12"/>
                </a:lnTo>
                <a:lnTo>
                  <a:pt x="456" y="14"/>
                </a:lnTo>
                <a:lnTo>
                  <a:pt x="466" y="16"/>
                </a:lnTo>
                <a:lnTo>
                  <a:pt x="476" y="19"/>
                </a:lnTo>
                <a:lnTo>
                  <a:pt x="486" y="22"/>
                </a:lnTo>
                <a:lnTo>
                  <a:pt x="496" y="25"/>
                </a:lnTo>
                <a:lnTo>
                  <a:pt x="505" y="29"/>
                </a:lnTo>
                <a:lnTo>
                  <a:pt x="514" y="32"/>
                </a:lnTo>
                <a:lnTo>
                  <a:pt x="523" y="36"/>
                </a:lnTo>
                <a:lnTo>
                  <a:pt x="532" y="40"/>
                </a:lnTo>
                <a:lnTo>
                  <a:pt x="541" y="44"/>
                </a:lnTo>
                <a:lnTo>
                  <a:pt x="550" y="49"/>
                </a:lnTo>
                <a:lnTo>
                  <a:pt x="558" y="53"/>
                </a:lnTo>
                <a:lnTo>
                  <a:pt x="566" y="58"/>
                </a:lnTo>
                <a:lnTo>
                  <a:pt x="574" y="63"/>
                </a:lnTo>
                <a:lnTo>
                  <a:pt x="582" y="68"/>
                </a:lnTo>
                <a:lnTo>
                  <a:pt x="589" y="73"/>
                </a:lnTo>
                <a:lnTo>
                  <a:pt x="596" y="79"/>
                </a:lnTo>
                <a:lnTo>
                  <a:pt x="603" y="84"/>
                </a:lnTo>
                <a:lnTo>
                  <a:pt x="610" y="90"/>
                </a:lnTo>
                <a:lnTo>
                  <a:pt x="616" y="96"/>
                </a:lnTo>
                <a:lnTo>
                  <a:pt x="623" y="102"/>
                </a:lnTo>
                <a:lnTo>
                  <a:pt x="628" y="108"/>
                </a:lnTo>
                <a:lnTo>
                  <a:pt x="634" y="114"/>
                </a:lnTo>
                <a:lnTo>
                  <a:pt x="639" y="120"/>
                </a:lnTo>
                <a:lnTo>
                  <a:pt x="644" y="127"/>
                </a:lnTo>
                <a:lnTo>
                  <a:pt x="649" y="134"/>
                </a:lnTo>
                <a:lnTo>
                  <a:pt x="653" y="141"/>
                </a:lnTo>
                <a:lnTo>
                  <a:pt x="657" y="147"/>
                </a:lnTo>
                <a:lnTo>
                  <a:pt x="661" y="154"/>
                </a:lnTo>
                <a:lnTo>
                  <a:pt x="665" y="161"/>
                </a:lnTo>
                <a:lnTo>
                  <a:pt x="668" y="168"/>
                </a:lnTo>
                <a:lnTo>
                  <a:pt x="671" y="175"/>
                </a:lnTo>
                <a:lnTo>
                  <a:pt x="673" y="182"/>
                </a:lnTo>
                <a:lnTo>
                  <a:pt x="675" y="189"/>
                </a:lnTo>
                <a:lnTo>
                  <a:pt x="677" y="196"/>
                </a:lnTo>
                <a:lnTo>
                  <a:pt x="679" y="204"/>
                </a:lnTo>
                <a:lnTo>
                  <a:pt x="680" y="211"/>
                </a:lnTo>
                <a:lnTo>
                  <a:pt x="681" y="218"/>
                </a:lnTo>
                <a:lnTo>
                  <a:pt x="681" y="225"/>
                </a:lnTo>
                <a:lnTo>
                  <a:pt x="681" y="233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7" name=""/>
          <p:cNvSpPr/>
          <p:nvPr/>
        </p:nvSpPr>
        <p:spPr>
          <a:xfrm>
            <a:off x="3996720" y="2858400"/>
            <a:ext cx="258840" cy="176400"/>
          </a:xfrm>
          <a:custGeom>
            <a:avLst/>
            <a:gdLst/>
            <a:ahLst/>
            <a:rect l="0" t="0" r="r" b="b"/>
            <a:pathLst>
              <a:path w="719" h="490">
                <a:moveTo>
                  <a:pt x="700" y="246"/>
                </a:moveTo>
                <a:lnTo>
                  <a:pt x="700" y="238"/>
                </a:lnTo>
                <a:lnTo>
                  <a:pt x="700" y="231"/>
                </a:lnTo>
                <a:lnTo>
                  <a:pt x="699" y="224"/>
                </a:lnTo>
                <a:lnTo>
                  <a:pt x="698" y="217"/>
                </a:lnTo>
                <a:lnTo>
                  <a:pt x="696" y="209"/>
                </a:lnTo>
                <a:lnTo>
                  <a:pt x="694" y="202"/>
                </a:lnTo>
                <a:lnTo>
                  <a:pt x="692" y="195"/>
                </a:lnTo>
                <a:lnTo>
                  <a:pt x="690" y="188"/>
                </a:lnTo>
                <a:lnTo>
                  <a:pt x="687" y="181"/>
                </a:lnTo>
                <a:lnTo>
                  <a:pt x="684" y="174"/>
                </a:lnTo>
                <a:lnTo>
                  <a:pt x="680" y="167"/>
                </a:lnTo>
                <a:lnTo>
                  <a:pt x="676" y="160"/>
                </a:lnTo>
                <a:lnTo>
                  <a:pt x="672" y="154"/>
                </a:lnTo>
                <a:lnTo>
                  <a:pt x="668" y="147"/>
                </a:lnTo>
                <a:lnTo>
                  <a:pt x="663" y="141"/>
                </a:lnTo>
                <a:lnTo>
                  <a:pt x="658" y="134"/>
                </a:lnTo>
                <a:lnTo>
                  <a:pt x="653" y="128"/>
                </a:lnTo>
                <a:lnTo>
                  <a:pt x="647" y="122"/>
                </a:lnTo>
                <a:lnTo>
                  <a:pt x="642" y="116"/>
                </a:lnTo>
                <a:lnTo>
                  <a:pt x="635" y="109"/>
                </a:lnTo>
                <a:lnTo>
                  <a:pt x="629" y="103"/>
                </a:lnTo>
                <a:lnTo>
                  <a:pt x="622" y="97"/>
                </a:lnTo>
                <a:lnTo>
                  <a:pt x="615" y="92"/>
                </a:lnTo>
                <a:lnTo>
                  <a:pt x="608" y="86"/>
                </a:lnTo>
                <a:lnTo>
                  <a:pt x="601" y="81"/>
                </a:lnTo>
                <a:lnTo>
                  <a:pt x="593" y="76"/>
                </a:lnTo>
                <a:lnTo>
                  <a:pt x="585" y="71"/>
                </a:lnTo>
                <a:lnTo>
                  <a:pt x="577" y="66"/>
                </a:lnTo>
                <a:lnTo>
                  <a:pt x="569" y="62"/>
                </a:lnTo>
                <a:lnTo>
                  <a:pt x="560" y="57"/>
                </a:lnTo>
                <a:lnTo>
                  <a:pt x="551" y="53"/>
                </a:lnTo>
                <a:lnTo>
                  <a:pt x="542" y="49"/>
                </a:lnTo>
                <a:lnTo>
                  <a:pt x="533" y="45"/>
                </a:lnTo>
                <a:lnTo>
                  <a:pt x="524" y="42"/>
                </a:lnTo>
                <a:lnTo>
                  <a:pt x="515" y="38"/>
                </a:lnTo>
                <a:lnTo>
                  <a:pt x="505" y="35"/>
                </a:lnTo>
                <a:lnTo>
                  <a:pt x="495" y="32"/>
                </a:lnTo>
                <a:lnTo>
                  <a:pt x="485" y="29"/>
                </a:lnTo>
                <a:lnTo>
                  <a:pt x="475" y="27"/>
                </a:lnTo>
                <a:lnTo>
                  <a:pt x="465" y="25"/>
                </a:lnTo>
                <a:lnTo>
                  <a:pt x="455" y="22"/>
                </a:lnTo>
                <a:lnTo>
                  <a:pt x="445" y="20"/>
                </a:lnTo>
                <a:lnTo>
                  <a:pt x="434" y="19"/>
                </a:lnTo>
                <a:lnTo>
                  <a:pt x="424" y="17"/>
                </a:lnTo>
                <a:lnTo>
                  <a:pt x="413" y="16"/>
                </a:lnTo>
                <a:lnTo>
                  <a:pt x="403" y="15"/>
                </a:lnTo>
                <a:lnTo>
                  <a:pt x="392" y="14"/>
                </a:lnTo>
                <a:lnTo>
                  <a:pt x="382" y="14"/>
                </a:lnTo>
                <a:lnTo>
                  <a:pt x="371" y="13"/>
                </a:lnTo>
                <a:lnTo>
                  <a:pt x="360" y="13"/>
                </a:lnTo>
                <a:lnTo>
                  <a:pt x="350" y="13"/>
                </a:lnTo>
                <a:lnTo>
                  <a:pt x="339" y="14"/>
                </a:lnTo>
                <a:lnTo>
                  <a:pt x="328" y="14"/>
                </a:lnTo>
                <a:lnTo>
                  <a:pt x="318" y="15"/>
                </a:lnTo>
                <a:lnTo>
                  <a:pt x="307" y="16"/>
                </a:lnTo>
                <a:lnTo>
                  <a:pt x="297" y="17"/>
                </a:lnTo>
                <a:lnTo>
                  <a:pt x="286" y="19"/>
                </a:lnTo>
                <a:lnTo>
                  <a:pt x="276" y="20"/>
                </a:lnTo>
                <a:lnTo>
                  <a:pt x="265" y="22"/>
                </a:lnTo>
                <a:lnTo>
                  <a:pt x="255" y="25"/>
                </a:lnTo>
                <a:lnTo>
                  <a:pt x="245" y="27"/>
                </a:lnTo>
                <a:lnTo>
                  <a:pt x="235" y="29"/>
                </a:lnTo>
                <a:lnTo>
                  <a:pt x="225" y="32"/>
                </a:lnTo>
                <a:lnTo>
                  <a:pt x="215" y="35"/>
                </a:lnTo>
                <a:lnTo>
                  <a:pt x="206" y="38"/>
                </a:lnTo>
                <a:lnTo>
                  <a:pt x="196" y="42"/>
                </a:lnTo>
                <a:lnTo>
                  <a:pt x="187" y="45"/>
                </a:lnTo>
                <a:lnTo>
                  <a:pt x="178" y="49"/>
                </a:lnTo>
                <a:lnTo>
                  <a:pt x="169" y="53"/>
                </a:lnTo>
                <a:lnTo>
                  <a:pt x="160" y="57"/>
                </a:lnTo>
                <a:lnTo>
                  <a:pt x="152" y="62"/>
                </a:lnTo>
                <a:lnTo>
                  <a:pt x="143" y="66"/>
                </a:lnTo>
                <a:lnTo>
                  <a:pt x="135" y="71"/>
                </a:lnTo>
                <a:lnTo>
                  <a:pt x="127" y="76"/>
                </a:lnTo>
                <a:lnTo>
                  <a:pt x="120" y="81"/>
                </a:lnTo>
                <a:lnTo>
                  <a:pt x="112" y="86"/>
                </a:lnTo>
                <a:lnTo>
                  <a:pt x="105" y="92"/>
                </a:lnTo>
                <a:lnTo>
                  <a:pt x="98" y="97"/>
                </a:lnTo>
                <a:lnTo>
                  <a:pt x="92" y="103"/>
                </a:lnTo>
                <a:lnTo>
                  <a:pt x="85" y="109"/>
                </a:lnTo>
                <a:lnTo>
                  <a:pt x="79" y="116"/>
                </a:lnTo>
                <a:lnTo>
                  <a:pt x="73" y="122"/>
                </a:lnTo>
                <a:lnTo>
                  <a:pt x="68" y="128"/>
                </a:lnTo>
                <a:lnTo>
                  <a:pt x="62" y="134"/>
                </a:lnTo>
                <a:lnTo>
                  <a:pt x="57" y="141"/>
                </a:lnTo>
                <a:lnTo>
                  <a:pt x="53" y="147"/>
                </a:lnTo>
                <a:lnTo>
                  <a:pt x="48" y="154"/>
                </a:lnTo>
                <a:lnTo>
                  <a:pt x="44" y="160"/>
                </a:lnTo>
                <a:lnTo>
                  <a:pt x="40" y="167"/>
                </a:lnTo>
                <a:lnTo>
                  <a:pt x="37" y="174"/>
                </a:lnTo>
                <a:lnTo>
                  <a:pt x="34" y="181"/>
                </a:lnTo>
                <a:lnTo>
                  <a:pt x="31" y="188"/>
                </a:lnTo>
                <a:lnTo>
                  <a:pt x="28" y="195"/>
                </a:lnTo>
                <a:lnTo>
                  <a:pt x="26" y="202"/>
                </a:lnTo>
                <a:lnTo>
                  <a:pt x="24" y="209"/>
                </a:lnTo>
                <a:lnTo>
                  <a:pt x="23" y="217"/>
                </a:lnTo>
                <a:lnTo>
                  <a:pt x="22" y="224"/>
                </a:lnTo>
                <a:lnTo>
                  <a:pt x="21" y="231"/>
                </a:lnTo>
                <a:lnTo>
                  <a:pt x="20" y="238"/>
                </a:lnTo>
                <a:lnTo>
                  <a:pt x="20" y="246"/>
                </a:lnTo>
                <a:lnTo>
                  <a:pt x="20" y="253"/>
                </a:lnTo>
                <a:lnTo>
                  <a:pt x="21" y="260"/>
                </a:lnTo>
                <a:lnTo>
                  <a:pt x="22" y="267"/>
                </a:lnTo>
                <a:lnTo>
                  <a:pt x="23" y="275"/>
                </a:lnTo>
                <a:lnTo>
                  <a:pt x="24" y="282"/>
                </a:lnTo>
                <a:lnTo>
                  <a:pt x="26" y="289"/>
                </a:lnTo>
                <a:lnTo>
                  <a:pt x="28" y="296"/>
                </a:lnTo>
                <a:lnTo>
                  <a:pt x="31" y="303"/>
                </a:lnTo>
                <a:lnTo>
                  <a:pt x="34" y="310"/>
                </a:lnTo>
                <a:lnTo>
                  <a:pt x="37" y="317"/>
                </a:lnTo>
                <a:lnTo>
                  <a:pt x="40" y="324"/>
                </a:lnTo>
                <a:lnTo>
                  <a:pt x="44" y="331"/>
                </a:lnTo>
                <a:lnTo>
                  <a:pt x="48" y="338"/>
                </a:lnTo>
                <a:lnTo>
                  <a:pt x="53" y="344"/>
                </a:lnTo>
                <a:lnTo>
                  <a:pt x="57" y="351"/>
                </a:lnTo>
                <a:lnTo>
                  <a:pt x="62" y="357"/>
                </a:lnTo>
                <a:lnTo>
                  <a:pt x="68" y="363"/>
                </a:lnTo>
                <a:lnTo>
                  <a:pt x="73" y="370"/>
                </a:lnTo>
                <a:lnTo>
                  <a:pt x="79" y="376"/>
                </a:lnTo>
                <a:lnTo>
                  <a:pt x="85" y="382"/>
                </a:lnTo>
                <a:lnTo>
                  <a:pt x="92" y="387"/>
                </a:lnTo>
                <a:lnTo>
                  <a:pt x="98" y="393"/>
                </a:lnTo>
                <a:lnTo>
                  <a:pt x="105" y="399"/>
                </a:lnTo>
                <a:lnTo>
                  <a:pt x="112" y="404"/>
                </a:lnTo>
                <a:lnTo>
                  <a:pt x="120" y="409"/>
                </a:lnTo>
                <a:lnTo>
                  <a:pt x="127" y="414"/>
                </a:lnTo>
                <a:lnTo>
                  <a:pt x="135" y="419"/>
                </a:lnTo>
                <a:lnTo>
                  <a:pt x="143" y="424"/>
                </a:lnTo>
                <a:lnTo>
                  <a:pt x="152" y="429"/>
                </a:lnTo>
                <a:lnTo>
                  <a:pt x="160" y="433"/>
                </a:lnTo>
                <a:lnTo>
                  <a:pt x="169" y="437"/>
                </a:lnTo>
                <a:lnTo>
                  <a:pt x="178" y="441"/>
                </a:lnTo>
                <a:lnTo>
                  <a:pt x="187" y="445"/>
                </a:lnTo>
                <a:lnTo>
                  <a:pt x="196" y="448"/>
                </a:lnTo>
                <a:lnTo>
                  <a:pt x="206" y="452"/>
                </a:lnTo>
                <a:lnTo>
                  <a:pt x="215" y="455"/>
                </a:lnTo>
                <a:lnTo>
                  <a:pt x="225" y="458"/>
                </a:lnTo>
                <a:lnTo>
                  <a:pt x="235" y="461"/>
                </a:lnTo>
                <a:lnTo>
                  <a:pt x="245" y="463"/>
                </a:lnTo>
                <a:lnTo>
                  <a:pt x="255" y="466"/>
                </a:lnTo>
                <a:lnTo>
                  <a:pt x="265" y="468"/>
                </a:lnTo>
                <a:lnTo>
                  <a:pt x="276" y="470"/>
                </a:lnTo>
                <a:lnTo>
                  <a:pt x="286" y="472"/>
                </a:lnTo>
                <a:lnTo>
                  <a:pt x="297" y="473"/>
                </a:lnTo>
                <a:lnTo>
                  <a:pt x="307" y="474"/>
                </a:lnTo>
                <a:lnTo>
                  <a:pt x="318" y="475"/>
                </a:lnTo>
                <a:lnTo>
                  <a:pt x="328" y="476"/>
                </a:lnTo>
                <a:lnTo>
                  <a:pt x="339" y="477"/>
                </a:lnTo>
                <a:lnTo>
                  <a:pt x="350" y="477"/>
                </a:lnTo>
                <a:lnTo>
                  <a:pt x="360" y="477"/>
                </a:lnTo>
                <a:lnTo>
                  <a:pt x="371" y="477"/>
                </a:lnTo>
                <a:lnTo>
                  <a:pt x="382" y="477"/>
                </a:lnTo>
                <a:lnTo>
                  <a:pt x="392" y="476"/>
                </a:lnTo>
                <a:lnTo>
                  <a:pt x="403" y="475"/>
                </a:lnTo>
                <a:lnTo>
                  <a:pt x="413" y="474"/>
                </a:lnTo>
                <a:lnTo>
                  <a:pt x="424" y="473"/>
                </a:lnTo>
                <a:lnTo>
                  <a:pt x="434" y="472"/>
                </a:lnTo>
                <a:lnTo>
                  <a:pt x="445" y="470"/>
                </a:lnTo>
                <a:lnTo>
                  <a:pt x="455" y="468"/>
                </a:lnTo>
                <a:lnTo>
                  <a:pt x="465" y="466"/>
                </a:lnTo>
                <a:lnTo>
                  <a:pt x="475" y="463"/>
                </a:lnTo>
                <a:lnTo>
                  <a:pt x="485" y="461"/>
                </a:lnTo>
                <a:lnTo>
                  <a:pt x="495" y="458"/>
                </a:lnTo>
                <a:lnTo>
                  <a:pt x="505" y="455"/>
                </a:lnTo>
                <a:lnTo>
                  <a:pt x="515" y="452"/>
                </a:lnTo>
                <a:lnTo>
                  <a:pt x="524" y="448"/>
                </a:lnTo>
                <a:lnTo>
                  <a:pt x="533" y="445"/>
                </a:lnTo>
                <a:lnTo>
                  <a:pt x="542" y="441"/>
                </a:lnTo>
                <a:lnTo>
                  <a:pt x="551" y="437"/>
                </a:lnTo>
                <a:lnTo>
                  <a:pt x="560" y="433"/>
                </a:lnTo>
                <a:lnTo>
                  <a:pt x="569" y="429"/>
                </a:lnTo>
                <a:lnTo>
                  <a:pt x="577" y="424"/>
                </a:lnTo>
                <a:lnTo>
                  <a:pt x="585" y="419"/>
                </a:lnTo>
                <a:lnTo>
                  <a:pt x="593" y="414"/>
                </a:lnTo>
                <a:lnTo>
                  <a:pt x="601" y="409"/>
                </a:lnTo>
                <a:lnTo>
                  <a:pt x="608" y="404"/>
                </a:lnTo>
                <a:lnTo>
                  <a:pt x="615" y="399"/>
                </a:lnTo>
                <a:lnTo>
                  <a:pt x="622" y="393"/>
                </a:lnTo>
                <a:lnTo>
                  <a:pt x="629" y="387"/>
                </a:lnTo>
                <a:lnTo>
                  <a:pt x="635" y="382"/>
                </a:lnTo>
                <a:lnTo>
                  <a:pt x="642" y="376"/>
                </a:lnTo>
                <a:lnTo>
                  <a:pt x="647" y="370"/>
                </a:lnTo>
                <a:lnTo>
                  <a:pt x="653" y="363"/>
                </a:lnTo>
                <a:lnTo>
                  <a:pt x="658" y="357"/>
                </a:lnTo>
                <a:lnTo>
                  <a:pt x="663" y="351"/>
                </a:lnTo>
                <a:lnTo>
                  <a:pt x="668" y="344"/>
                </a:lnTo>
                <a:lnTo>
                  <a:pt x="672" y="338"/>
                </a:lnTo>
                <a:lnTo>
                  <a:pt x="676" y="331"/>
                </a:lnTo>
                <a:lnTo>
                  <a:pt x="680" y="324"/>
                </a:lnTo>
                <a:lnTo>
                  <a:pt x="684" y="317"/>
                </a:lnTo>
                <a:lnTo>
                  <a:pt x="687" y="310"/>
                </a:lnTo>
                <a:lnTo>
                  <a:pt x="690" y="303"/>
                </a:lnTo>
                <a:lnTo>
                  <a:pt x="692" y="296"/>
                </a:lnTo>
                <a:lnTo>
                  <a:pt x="694" y="289"/>
                </a:lnTo>
                <a:lnTo>
                  <a:pt x="696" y="282"/>
                </a:lnTo>
                <a:lnTo>
                  <a:pt x="698" y="275"/>
                </a:lnTo>
                <a:lnTo>
                  <a:pt x="699" y="267"/>
                </a:lnTo>
                <a:lnTo>
                  <a:pt x="700" y="260"/>
                </a:lnTo>
                <a:lnTo>
                  <a:pt x="700" y="253"/>
                </a:lnTo>
                <a:lnTo>
                  <a:pt x="700" y="246"/>
                </a:lnTo>
                <a:moveTo>
                  <a:pt x="719" y="246"/>
                </a:moveTo>
                <a:lnTo>
                  <a:pt x="719" y="253"/>
                </a:lnTo>
                <a:lnTo>
                  <a:pt x="719" y="261"/>
                </a:lnTo>
                <a:lnTo>
                  <a:pt x="718" y="269"/>
                </a:lnTo>
                <a:lnTo>
                  <a:pt x="716" y="276"/>
                </a:lnTo>
                <a:lnTo>
                  <a:pt x="715" y="284"/>
                </a:lnTo>
                <a:lnTo>
                  <a:pt x="713" y="291"/>
                </a:lnTo>
                <a:lnTo>
                  <a:pt x="711" y="299"/>
                </a:lnTo>
                <a:lnTo>
                  <a:pt x="708" y="306"/>
                </a:lnTo>
                <a:lnTo>
                  <a:pt x="705" y="314"/>
                </a:lnTo>
                <a:lnTo>
                  <a:pt x="702" y="321"/>
                </a:lnTo>
                <a:lnTo>
                  <a:pt x="698" y="328"/>
                </a:lnTo>
                <a:lnTo>
                  <a:pt x="694" y="336"/>
                </a:lnTo>
                <a:lnTo>
                  <a:pt x="690" y="343"/>
                </a:lnTo>
                <a:lnTo>
                  <a:pt x="685" y="350"/>
                </a:lnTo>
                <a:lnTo>
                  <a:pt x="680" y="357"/>
                </a:lnTo>
                <a:lnTo>
                  <a:pt x="675" y="363"/>
                </a:lnTo>
                <a:lnTo>
                  <a:pt x="669" y="370"/>
                </a:lnTo>
                <a:lnTo>
                  <a:pt x="663" y="377"/>
                </a:lnTo>
                <a:lnTo>
                  <a:pt x="657" y="383"/>
                </a:lnTo>
                <a:lnTo>
                  <a:pt x="651" y="389"/>
                </a:lnTo>
                <a:lnTo>
                  <a:pt x="644" y="395"/>
                </a:lnTo>
                <a:lnTo>
                  <a:pt x="637" y="401"/>
                </a:lnTo>
                <a:lnTo>
                  <a:pt x="630" y="407"/>
                </a:lnTo>
                <a:lnTo>
                  <a:pt x="622" y="413"/>
                </a:lnTo>
                <a:lnTo>
                  <a:pt x="614" y="418"/>
                </a:lnTo>
                <a:lnTo>
                  <a:pt x="606" y="424"/>
                </a:lnTo>
                <a:lnTo>
                  <a:pt x="598" y="429"/>
                </a:lnTo>
                <a:lnTo>
                  <a:pt x="589" y="434"/>
                </a:lnTo>
                <a:lnTo>
                  <a:pt x="580" y="439"/>
                </a:lnTo>
                <a:lnTo>
                  <a:pt x="571" y="443"/>
                </a:lnTo>
                <a:lnTo>
                  <a:pt x="562" y="448"/>
                </a:lnTo>
                <a:lnTo>
                  <a:pt x="553" y="452"/>
                </a:lnTo>
                <a:lnTo>
                  <a:pt x="543" y="456"/>
                </a:lnTo>
                <a:lnTo>
                  <a:pt x="533" y="460"/>
                </a:lnTo>
                <a:lnTo>
                  <a:pt x="523" y="463"/>
                </a:lnTo>
                <a:lnTo>
                  <a:pt x="513" y="467"/>
                </a:lnTo>
                <a:lnTo>
                  <a:pt x="503" y="470"/>
                </a:lnTo>
                <a:lnTo>
                  <a:pt x="492" y="473"/>
                </a:lnTo>
                <a:lnTo>
                  <a:pt x="482" y="475"/>
                </a:lnTo>
                <a:lnTo>
                  <a:pt x="471" y="478"/>
                </a:lnTo>
                <a:lnTo>
                  <a:pt x="460" y="480"/>
                </a:lnTo>
                <a:lnTo>
                  <a:pt x="450" y="482"/>
                </a:lnTo>
                <a:lnTo>
                  <a:pt x="439" y="484"/>
                </a:lnTo>
                <a:lnTo>
                  <a:pt x="428" y="486"/>
                </a:lnTo>
                <a:lnTo>
                  <a:pt x="416" y="487"/>
                </a:lnTo>
                <a:lnTo>
                  <a:pt x="405" y="488"/>
                </a:lnTo>
                <a:lnTo>
                  <a:pt x="394" y="489"/>
                </a:lnTo>
                <a:lnTo>
                  <a:pt x="383" y="489"/>
                </a:lnTo>
                <a:lnTo>
                  <a:pt x="372" y="490"/>
                </a:lnTo>
                <a:lnTo>
                  <a:pt x="360" y="490"/>
                </a:lnTo>
                <a:lnTo>
                  <a:pt x="349" y="490"/>
                </a:lnTo>
                <a:lnTo>
                  <a:pt x="338" y="489"/>
                </a:lnTo>
                <a:lnTo>
                  <a:pt x="326" y="489"/>
                </a:lnTo>
                <a:lnTo>
                  <a:pt x="315" y="488"/>
                </a:lnTo>
                <a:lnTo>
                  <a:pt x="304" y="487"/>
                </a:lnTo>
                <a:lnTo>
                  <a:pt x="293" y="486"/>
                </a:lnTo>
                <a:lnTo>
                  <a:pt x="282" y="484"/>
                </a:lnTo>
                <a:lnTo>
                  <a:pt x="271" y="482"/>
                </a:lnTo>
                <a:lnTo>
                  <a:pt x="260" y="480"/>
                </a:lnTo>
                <a:lnTo>
                  <a:pt x="249" y="478"/>
                </a:lnTo>
                <a:lnTo>
                  <a:pt x="239" y="475"/>
                </a:lnTo>
                <a:lnTo>
                  <a:pt x="228" y="473"/>
                </a:lnTo>
                <a:lnTo>
                  <a:pt x="218" y="470"/>
                </a:lnTo>
                <a:lnTo>
                  <a:pt x="207" y="467"/>
                </a:lnTo>
                <a:lnTo>
                  <a:pt x="197" y="463"/>
                </a:lnTo>
                <a:lnTo>
                  <a:pt x="187" y="460"/>
                </a:lnTo>
                <a:lnTo>
                  <a:pt x="178" y="456"/>
                </a:lnTo>
                <a:lnTo>
                  <a:pt x="168" y="452"/>
                </a:lnTo>
                <a:lnTo>
                  <a:pt x="158" y="448"/>
                </a:lnTo>
                <a:lnTo>
                  <a:pt x="149" y="443"/>
                </a:lnTo>
                <a:lnTo>
                  <a:pt x="140" y="439"/>
                </a:lnTo>
                <a:lnTo>
                  <a:pt x="131" y="434"/>
                </a:lnTo>
                <a:lnTo>
                  <a:pt x="123" y="429"/>
                </a:lnTo>
                <a:lnTo>
                  <a:pt x="115" y="424"/>
                </a:lnTo>
                <a:lnTo>
                  <a:pt x="106" y="418"/>
                </a:lnTo>
                <a:lnTo>
                  <a:pt x="99" y="413"/>
                </a:lnTo>
                <a:lnTo>
                  <a:pt x="91" y="407"/>
                </a:lnTo>
                <a:lnTo>
                  <a:pt x="84" y="401"/>
                </a:lnTo>
                <a:lnTo>
                  <a:pt x="77" y="395"/>
                </a:lnTo>
                <a:lnTo>
                  <a:pt x="70" y="389"/>
                </a:lnTo>
                <a:lnTo>
                  <a:pt x="63" y="383"/>
                </a:lnTo>
                <a:lnTo>
                  <a:pt x="57" y="377"/>
                </a:lnTo>
                <a:lnTo>
                  <a:pt x="51" y="370"/>
                </a:lnTo>
                <a:lnTo>
                  <a:pt x="46" y="363"/>
                </a:lnTo>
                <a:lnTo>
                  <a:pt x="40" y="357"/>
                </a:lnTo>
                <a:lnTo>
                  <a:pt x="35" y="350"/>
                </a:lnTo>
                <a:lnTo>
                  <a:pt x="31" y="343"/>
                </a:lnTo>
                <a:lnTo>
                  <a:pt x="26" y="336"/>
                </a:lnTo>
                <a:lnTo>
                  <a:pt x="23" y="328"/>
                </a:lnTo>
                <a:lnTo>
                  <a:pt x="19" y="321"/>
                </a:lnTo>
                <a:lnTo>
                  <a:pt x="16" y="314"/>
                </a:lnTo>
                <a:lnTo>
                  <a:pt x="13" y="306"/>
                </a:lnTo>
                <a:lnTo>
                  <a:pt x="9" y="299"/>
                </a:lnTo>
                <a:lnTo>
                  <a:pt x="7" y="291"/>
                </a:lnTo>
                <a:lnTo>
                  <a:pt x="5" y="284"/>
                </a:lnTo>
                <a:lnTo>
                  <a:pt x="3" y="276"/>
                </a:lnTo>
                <a:lnTo>
                  <a:pt x="2" y="269"/>
                </a:lnTo>
                <a:lnTo>
                  <a:pt x="1" y="261"/>
                </a:lnTo>
                <a:lnTo>
                  <a:pt x="0" y="253"/>
                </a:lnTo>
                <a:lnTo>
                  <a:pt x="0" y="246"/>
                </a:lnTo>
                <a:lnTo>
                  <a:pt x="0" y="238"/>
                </a:lnTo>
                <a:lnTo>
                  <a:pt x="1" y="230"/>
                </a:lnTo>
                <a:lnTo>
                  <a:pt x="2" y="223"/>
                </a:lnTo>
                <a:lnTo>
                  <a:pt x="3" y="215"/>
                </a:lnTo>
                <a:lnTo>
                  <a:pt x="5" y="207"/>
                </a:lnTo>
                <a:lnTo>
                  <a:pt x="7" y="200"/>
                </a:lnTo>
                <a:lnTo>
                  <a:pt x="9" y="192"/>
                </a:lnTo>
                <a:lnTo>
                  <a:pt x="13" y="185"/>
                </a:lnTo>
                <a:lnTo>
                  <a:pt x="16" y="177"/>
                </a:lnTo>
                <a:lnTo>
                  <a:pt x="19" y="170"/>
                </a:lnTo>
                <a:lnTo>
                  <a:pt x="23" y="163"/>
                </a:lnTo>
                <a:lnTo>
                  <a:pt x="26" y="156"/>
                </a:lnTo>
                <a:lnTo>
                  <a:pt x="31" y="149"/>
                </a:lnTo>
                <a:lnTo>
                  <a:pt x="35" y="142"/>
                </a:lnTo>
                <a:lnTo>
                  <a:pt x="40" y="135"/>
                </a:lnTo>
                <a:lnTo>
                  <a:pt x="46" y="128"/>
                </a:lnTo>
                <a:lnTo>
                  <a:pt x="51" y="121"/>
                </a:lnTo>
                <a:lnTo>
                  <a:pt x="57" y="115"/>
                </a:lnTo>
                <a:lnTo>
                  <a:pt x="63" y="107"/>
                </a:lnTo>
                <a:lnTo>
                  <a:pt x="70" y="101"/>
                </a:lnTo>
                <a:lnTo>
                  <a:pt x="77" y="95"/>
                </a:lnTo>
                <a:lnTo>
                  <a:pt x="84" y="89"/>
                </a:lnTo>
                <a:lnTo>
                  <a:pt x="91" y="83"/>
                </a:lnTo>
                <a:lnTo>
                  <a:pt x="99" y="77"/>
                </a:lnTo>
                <a:lnTo>
                  <a:pt x="106" y="72"/>
                </a:lnTo>
                <a:lnTo>
                  <a:pt x="115" y="67"/>
                </a:lnTo>
                <a:lnTo>
                  <a:pt x="123" y="61"/>
                </a:lnTo>
                <a:lnTo>
                  <a:pt x="131" y="56"/>
                </a:lnTo>
                <a:lnTo>
                  <a:pt x="140" y="52"/>
                </a:lnTo>
                <a:lnTo>
                  <a:pt x="149" y="47"/>
                </a:lnTo>
                <a:lnTo>
                  <a:pt x="158" y="43"/>
                </a:lnTo>
                <a:lnTo>
                  <a:pt x="168" y="38"/>
                </a:lnTo>
                <a:lnTo>
                  <a:pt x="178" y="34"/>
                </a:lnTo>
                <a:lnTo>
                  <a:pt x="187" y="31"/>
                </a:lnTo>
                <a:lnTo>
                  <a:pt x="197" y="27"/>
                </a:lnTo>
                <a:lnTo>
                  <a:pt x="207" y="24"/>
                </a:lnTo>
                <a:lnTo>
                  <a:pt x="218" y="20"/>
                </a:lnTo>
                <a:lnTo>
                  <a:pt x="228" y="18"/>
                </a:lnTo>
                <a:lnTo>
                  <a:pt x="239" y="15"/>
                </a:lnTo>
                <a:lnTo>
                  <a:pt x="249" y="12"/>
                </a:lnTo>
                <a:lnTo>
                  <a:pt x="260" y="10"/>
                </a:lnTo>
                <a:lnTo>
                  <a:pt x="271" y="8"/>
                </a:lnTo>
                <a:lnTo>
                  <a:pt x="282" y="6"/>
                </a:lnTo>
                <a:lnTo>
                  <a:pt x="293" y="5"/>
                </a:lnTo>
                <a:lnTo>
                  <a:pt x="304" y="3"/>
                </a:lnTo>
                <a:lnTo>
                  <a:pt x="315" y="2"/>
                </a:lnTo>
                <a:lnTo>
                  <a:pt x="326" y="1"/>
                </a:lnTo>
                <a:lnTo>
                  <a:pt x="338" y="1"/>
                </a:lnTo>
                <a:lnTo>
                  <a:pt x="349" y="0"/>
                </a:lnTo>
                <a:lnTo>
                  <a:pt x="360" y="0"/>
                </a:lnTo>
                <a:lnTo>
                  <a:pt x="372" y="0"/>
                </a:lnTo>
                <a:lnTo>
                  <a:pt x="383" y="1"/>
                </a:lnTo>
                <a:lnTo>
                  <a:pt x="394" y="1"/>
                </a:lnTo>
                <a:lnTo>
                  <a:pt x="405" y="2"/>
                </a:lnTo>
                <a:lnTo>
                  <a:pt x="416" y="3"/>
                </a:lnTo>
                <a:lnTo>
                  <a:pt x="428" y="5"/>
                </a:lnTo>
                <a:lnTo>
                  <a:pt x="439" y="6"/>
                </a:lnTo>
                <a:lnTo>
                  <a:pt x="450" y="8"/>
                </a:lnTo>
                <a:lnTo>
                  <a:pt x="460" y="10"/>
                </a:lnTo>
                <a:lnTo>
                  <a:pt x="471" y="12"/>
                </a:lnTo>
                <a:lnTo>
                  <a:pt x="482" y="15"/>
                </a:lnTo>
                <a:lnTo>
                  <a:pt x="492" y="18"/>
                </a:lnTo>
                <a:lnTo>
                  <a:pt x="503" y="20"/>
                </a:lnTo>
                <a:lnTo>
                  <a:pt x="513" y="24"/>
                </a:lnTo>
                <a:lnTo>
                  <a:pt x="523" y="27"/>
                </a:lnTo>
                <a:lnTo>
                  <a:pt x="533" y="31"/>
                </a:lnTo>
                <a:lnTo>
                  <a:pt x="543" y="34"/>
                </a:lnTo>
                <a:lnTo>
                  <a:pt x="553" y="38"/>
                </a:lnTo>
                <a:lnTo>
                  <a:pt x="562" y="43"/>
                </a:lnTo>
                <a:lnTo>
                  <a:pt x="571" y="47"/>
                </a:lnTo>
                <a:lnTo>
                  <a:pt x="580" y="52"/>
                </a:lnTo>
                <a:lnTo>
                  <a:pt x="589" y="56"/>
                </a:lnTo>
                <a:lnTo>
                  <a:pt x="598" y="61"/>
                </a:lnTo>
                <a:lnTo>
                  <a:pt x="606" y="67"/>
                </a:lnTo>
                <a:lnTo>
                  <a:pt x="614" y="72"/>
                </a:lnTo>
                <a:lnTo>
                  <a:pt x="622" y="77"/>
                </a:lnTo>
                <a:lnTo>
                  <a:pt x="630" y="83"/>
                </a:lnTo>
                <a:lnTo>
                  <a:pt x="637" y="89"/>
                </a:lnTo>
                <a:lnTo>
                  <a:pt x="644" y="95"/>
                </a:lnTo>
                <a:lnTo>
                  <a:pt x="651" y="101"/>
                </a:lnTo>
                <a:lnTo>
                  <a:pt x="657" y="107"/>
                </a:lnTo>
                <a:lnTo>
                  <a:pt x="663" y="115"/>
                </a:lnTo>
                <a:lnTo>
                  <a:pt x="669" y="121"/>
                </a:lnTo>
                <a:lnTo>
                  <a:pt x="675" y="128"/>
                </a:lnTo>
                <a:lnTo>
                  <a:pt x="680" y="135"/>
                </a:lnTo>
                <a:lnTo>
                  <a:pt x="685" y="142"/>
                </a:lnTo>
                <a:lnTo>
                  <a:pt x="690" y="149"/>
                </a:lnTo>
                <a:lnTo>
                  <a:pt x="694" y="156"/>
                </a:lnTo>
                <a:lnTo>
                  <a:pt x="698" y="163"/>
                </a:lnTo>
                <a:lnTo>
                  <a:pt x="702" y="170"/>
                </a:lnTo>
                <a:lnTo>
                  <a:pt x="705" y="177"/>
                </a:lnTo>
                <a:lnTo>
                  <a:pt x="708" y="185"/>
                </a:lnTo>
                <a:lnTo>
                  <a:pt x="711" y="192"/>
                </a:lnTo>
                <a:lnTo>
                  <a:pt x="713" y="200"/>
                </a:lnTo>
                <a:lnTo>
                  <a:pt x="715" y="207"/>
                </a:lnTo>
                <a:lnTo>
                  <a:pt x="716" y="215"/>
                </a:lnTo>
                <a:lnTo>
                  <a:pt x="718" y="223"/>
                </a:lnTo>
                <a:lnTo>
                  <a:pt x="719" y="230"/>
                </a:lnTo>
                <a:lnTo>
                  <a:pt x="719" y="238"/>
                </a:lnTo>
                <a:lnTo>
                  <a:pt x="719" y="246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8" name=""/>
          <p:cNvSpPr/>
          <p:nvPr/>
        </p:nvSpPr>
        <p:spPr>
          <a:xfrm>
            <a:off x="3989880" y="2854080"/>
            <a:ext cx="272520" cy="185400"/>
          </a:xfrm>
          <a:custGeom>
            <a:avLst/>
            <a:gdLst/>
            <a:ahLst/>
            <a:rect l="0" t="0" r="r" b="b"/>
            <a:pathLst>
              <a:path w="757" h="515">
                <a:moveTo>
                  <a:pt x="738" y="258"/>
                </a:moveTo>
                <a:lnTo>
                  <a:pt x="738" y="250"/>
                </a:lnTo>
                <a:lnTo>
                  <a:pt x="738" y="242"/>
                </a:lnTo>
                <a:lnTo>
                  <a:pt x="737" y="235"/>
                </a:lnTo>
                <a:lnTo>
                  <a:pt x="735" y="227"/>
                </a:lnTo>
                <a:lnTo>
                  <a:pt x="734" y="219"/>
                </a:lnTo>
                <a:lnTo>
                  <a:pt x="732" y="212"/>
                </a:lnTo>
                <a:lnTo>
                  <a:pt x="730" y="204"/>
                </a:lnTo>
                <a:lnTo>
                  <a:pt x="727" y="197"/>
                </a:lnTo>
                <a:lnTo>
                  <a:pt x="724" y="189"/>
                </a:lnTo>
                <a:lnTo>
                  <a:pt x="721" y="182"/>
                </a:lnTo>
                <a:lnTo>
                  <a:pt x="717" y="175"/>
                </a:lnTo>
                <a:lnTo>
                  <a:pt x="713" y="168"/>
                </a:lnTo>
                <a:lnTo>
                  <a:pt x="709" y="161"/>
                </a:lnTo>
                <a:lnTo>
                  <a:pt x="704" y="154"/>
                </a:lnTo>
                <a:lnTo>
                  <a:pt x="699" y="147"/>
                </a:lnTo>
                <a:lnTo>
                  <a:pt x="694" y="140"/>
                </a:lnTo>
                <a:lnTo>
                  <a:pt x="688" y="133"/>
                </a:lnTo>
                <a:lnTo>
                  <a:pt x="682" y="127"/>
                </a:lnTo>
                <a:lnTo>
                  <a:pt x="676" y="120"/>
                </a:lnTo>
                <a:lnTo>
                  <a:pt x="670" y="114"/>
                </a:lnTo>
                <a:lnTo>
                  <a:pt x="663" y="108"/>
                </a:lnTo>
                <a:lnTo>
                  <a:pt x="656" y="102"/>
                </a:lnTo>
                <a:lnTo>
                  <a:pt x="649" y="96"/>
                </a:lnTo>
                <a:lnTo>
                  <a:pt x="641" y="90"/>
                </a:lnTo>
                <a:lnTo>
                  <a:pt x="633" y="85"/>
                </a:lnTo>
                <a:lnTo>
                  <a:pt x="625" y="80"/>
                </a:lnTo>
                <a:lnTo>
                  <a:pt x="616" y="74"/>
                </a:lnTo>
                <a:lnTo>
                  <a:pt x="607" y="69"/>
                </a:lnTo>
                <a:lnTo>
                  <a:pt x="598" y="65"/>
                </a:lnTo>
                <a:lnTo>
                  <a:pt x="589" y="60"/>
                </a:lnTo>
                <a:lnTo>
                  <a:pt x="580" y="56"/>
                </a:lnTo>
                <a:lnTo>
                  <a:pt x="571" y="51"/>
                </a:lnTo>
                <a:lnTo>
                  <a:pt x="561" y="47"/>
                </a:lnTo>
                <a:lnTo>
                  <a:pt x="551" y="44"/>
                </a:lnTo>
                <a:lnTo>
                  <a:pt x="541" y="40"/>
                </a:lnTo>
                <a:lnTo>
                  <a:pt x="531" y="36"/>
                </a:lnTo>
                <a:lnTo>
                  <a:pt x="521" y="32"/>
                </a:lnTo>
                <a:lnTo>
                  <a:pt x="510" y="30"/>
                </a:lnTo>
                <a:lnTo>
                  <a:pt x="500" y="27"/>
                </a:lnTo>
                <a:lnTo>
                  <a:pt x="489" y="24"/>
                </a:lnTo>
                <a:lnTo>
                  <a:pt x="478" y="22"/>
                </a:lnTo>
                <a:lnTo>
                  <a:pt x="468" y="20"/>
                </a:lnTo>
                <a:lnTo>
                  <a:pt x="457" y="18"/>
                </a:lnTo>
                <a:lnTo>
                  <a:pt x="446" y="17"/>
                </a:lnTo>
                <a:lnTo>
                  <a:pt x="434" y="15"/>
                </a:lnTo>
                <a:lnTo>
                  <a:pt x="423" y="14"/>
                </a:lnTo>
                <a:lnTo>
                  <a:pt x="412" y="13"/>
                </a:lnTo>
                <a:lnTo>
                  <a:pt x="401" y="13"/>
                </a:lnTo>
                <a:lnTo>
                  <a:pt x="390" y="12"/>
                </a:lnTo>
                <a:lnTo>
                  <a:pt x="378" y="12"/>
                </a:lnTo>
                <a:lnTo>
                  <a:pt x="367" y="12"/>
                </a:lnTo>
                <a:lnTo>
                  <a:pt x="356" y="13"/>
                </a:lnTo>
                <a:lnTo>
                  <a:pt x="344" y="13"/>
                </a:lnTo>
                <a:lnTo>
                  <a:pt x="333" y="14"/>
                </a:lnTo>
                <a:lnTo>
                  <a:pt x="322" y="15"/>
                </a:lnTo>
                <a:lnTo>
                  <a:pt x="311" y="17"/>
                </a:lnTo>
                <a:lnTo>
                  <a:pt x="300" y="18"/>
                </a:lnTo>
                <a:lnTo>
                  <a:pt x="289" y="20"/>
                </a:lnTo>
                <a:lnTo>
                  <a:pt x="278" y="22"/>
                </a:lnTo>
                <a:lnTo>
                  <a:pt x="267" y="24"/>
                </a:lnTo>
                <a:lnTo>
                  <a:pt x="257" y="27"/>
                </a:lnTo>
                <a:lnTo>
                  <a:pt x="246" y="30"/>
                </a:lnTo>
                <a:lnTo>
                  <a:pt x="236" y="32"/>
                </a:lnTo>
                <a:lnTo>
                  <a:pt x="225" y="36"/>
                </a:lnTo>
                <a:lnTo>
                  <a:pt x="215" y="40"/>
                </a:lnTo>
                <a:lnTo>
                  <a:pt x="205" y="44"/>
                </a:lnTo>
                <a:lnTo>
                  <a:pt x="196" y="47"/>
                </a:lnTo>
                <a:lnTo>
                  <a:pt x="186" y="51"/>
                </a:lnTo>
                <a:lnTo>
                  <a:pt x="176" y="56"/>
                </a:lnTo>
                <a:lnTo>
                  <a:pt x="167" y="60"/>
                </a:lnTo>
                <a:lnTo>
                  <a:pt x="158" y="65"/>
                </a:lnTo>
                <a:lnTo>
                  <a:pt x="149" y="69"/>
                </a:lnTo>
                <a:lnTo>
                  <a:pt x="141" y="74"/>
                </a:lnTo>
                <a:lnTo>
                  <a:pt x="133" y="80"/>
                </a:lnTo>
                <a:lnTo>
                  <a:pt x="124" y="85"/>
                </a:lnTo>
                <a:lnTo>
                  <a:pt x="117" y="90"/>
                </a:lnTo>
                <a:lnTo>
                  <a:pt x="109" y="96"/>
                </a:lnTo>
                <a:lnTo>
                  <a:pt x="102" y="102"/>
                </a:lnTo>
                <a:lnTo>
                  <a:pt x="95" y="108"/>
                </a:lnTo>
                <a:lnTo>
                  <a:pt x="88" y="114"/>
                </a:lnTo>
                <a:lnTo>
                  <a:pt x="81" y="120"/>
                </a:lnTo>
                <a:lnTo>
                  <a:pt x="75" y="127"/>
                </a:lnTo>
                <a:lnTo>
                  <a:pt x="69" y="133"/>
                </a:lnTo>
                <a:lnTo>
                  <a:pt x="64" y="140"/>
                </a:lnTo>
                <a:lnTo>
                  <a:pt x="58" y="147"/>
                </a:lnTo>
                <a:lnTo>
                  <a:pt x="53" y="154"/>
                </a:lnTo>
                <a:lnTo>
                  <a:pt x="49" y="161"/>
                </a:lnTo>
                <a:lnTo>
                  <a:pt x="44" y="168"/>
                </a:lnTo>
                <a:lnTo>
                  <a:pt x="41" y="175"/>
                </a:lnTo>
                <a:lnTo>
                  <a:pt x="37" y="182"/>
                </a:lnTo>
                <a:lnTo>
                  <a:pt x="34" y="189"/>
                </a:lnTo>
                <a:lnTo>
                  <a:pt x="31" y="197"/>
                </a:lnTo>
                <a:lnTo>
                  <a:pt x="28" y="204"/>
                </a:lnTo>
                <a:lnTo>
                  <a:pt x="26" y="212"/>
                </a:lnTo>
                <a:lnTo>
                  <a:pt x="24" y="219"/>
                </a:lnTo>
                <a:lnTo>
                  <a:pt x="22" y="227"/>
                </a:lnTo>
                <a:lnTo>
                  <a:pt x="21" y="235"/>
                </a:lnTo>
                <a:lnTo>
                  <a:pt x="20" y="242"/>
                </a:lnTo>
                <a:lnTo>
                  <a:pt x="19" y="250"/>
                </a:lnTo>
                <a:lnTo>
                  <a:pt x="19" y="258"/>
                </a:lnTo>
                <a:lnTo>
                  <a:pt x="19" y="265"/>
                </a:lnTo>
                <a:lnTo>
                  <a:pt x="20" y="273"/>
                </a:lnTo>
                <a:lnTo>
                  <a:pt x="21" y="281"/>
                </a:lnTo>
                <a:lnTo>
                  <a:pt x="22" y="288"/>
                </a:lnTo>
                <a:lnTo>
                  <a:pt x="24" y="296"/>
                </a:lnTo>
                <a:lnTo>
                  <a:pt x="26" y="303"/>
                </a:lnTo>
                <a:lnTo>
                  <a:pt x="28" y="311"/>
                </a:lnTo>
                <a:lnTo>
                  <a:pt x="31" y="318"/>
                </a:lnTo>
                <a:lnTo>
                  <a:pt x="34" y="326"/>
                </a:lnTo>
                <a:lnTo>
                  <a:pt x="37" y="333"/>
                </a:lnTo>
                <a:lnTo>
                  <a:pt x="41" y="340"/>
                </a:lnTo>
                <a:lnTo>
                  <a:pt x="44" y="348"/>
                </a:lnTo>
                <a:lnTo>
                  <a:pt x="49" y="355"/>
                </a:lnTo>
                <a:lnTo>
                  <a:pt x="53" y="362"/>
                </a:lnTo>
                <a:lnTo>
                  <a:pt x="58" y="369"/>
                </a:lnTo>
                <a:lnTo>
                  <a:pt x="64" y="375"/>
                </a:lnTo>
                <a:lnTo>
                  <a:pt x="69" y="382"/>
                </a:lnTo>
                <a:lnTo>
                  <a:pt x="75" y="389"/>
                </a:lnTo>
                <a:lnTo>
                  <a:pt x="81" y="395"/>
                </a:lnTo>
                <a:lnTo>
                  <a:pt x="88" y="401"/>
                </a:lnTo>
                <a:lnTo>
                  <a:pt x="95" y="407"/>
                </a:lnTo>
                <a:lnTo>
                  <a:pt x="102" y="413"/>
                </a:lnTo>
                <a:lnTo>
                  <a:pt x="109" y="419"/>
                </a:lnTo>
                <a:lnTo>
                  <a:pt x="117" y="425"/>
                </a:lnTo>
                <a:lnTo>
                  <a:pt x="124" y="430"/>
                </a:lnTo>
                <a:lnTo>
                  <a:pt x="133" y="436"/>
                </a:lnTo>
                <a:lnTo>
                  <a:pt x="141" y="441"/>
                </a:lnTo>
                <a:lnTo>
                  <a:pt x="149" y="446"/>
                </a:lnTo>
                <a:lnTo>
                  <a:pt x="158" y="451"/>
                </a:lnTo>
                <a:lnTo>
                  <a:pt x="167" y="455"/>
                </a:lnTo>
                <a:lnTo>
                  <a:pt x="176" y="460"/>
                </a:lnTo>
                <a:lnTo>
                  <a:pt x="186" y="464"/>
                </a:lnTo>
                <a:lnTo>
                  <a:pt x="196" y="468"/>
                </a:lnTo>
                <a:lnTo>
                  <a:pt x="205" y="472"/>
                </a:lnTo>
                <a:lnTo>
                  <a:pt x="215" y="475"/>
                </a:lnTo>
                <a:lnTo>
                  <a:pt x="225" y="479"/>
                </a:lnTo>
                <a:lnTo>
                  <a:pt x="236" y="482"/>
                </a:lnTo>
                <a:lnTo>
                  <a:pt x="246" y="485"/>
                </a:lnTo>
                <a:lnTo>
                  <a:pt x="257" y="487"/>
                </a:lnTo>
                <a:lnTo>
                  <a:pt x="267" y="490"/>
                </a:lnTo>
                <a:lnTo>
                  <a:pt x="278" y="492"/>
                </a:lnTo>
                <a:lnTo>
                  <a:pt x="289" y="494"/>
                </a:lnTo>
                <a:lnTo>
                  <a:pt x="300" y="496"/>
                </a:lnTo>
                <a:lnTo>
                  <a:pt x="311" y="498"/>
                </a:lnTo>
                <a:lnTo>
                  <a:pt x="322" y="499"/>
                </a:lnTo>
                <a:lnTo>
                  <a:pt x="333" y="500"/>
                </a:lnTo>
                <a:lnTo>
                  <a:pt x="344" y="501"/>
                </a:lnTo>
                <a:lnTo>
                  <a:pt x="356" y="501"/>
                </a:lnTo>
                <a:lnTo>
                  <a:pt x="367" y="502"/>
                </a:lnTo>
                <a:lnTo>
                  <a:pt x="378" y="502"/>
                </a:lnTo>
                <a:lnTo>
                  <a:pt x="390" y="502"/>
                </a:lnTo>
                <a:lnTo>
                  <a:pt x="401" y="501"/>
                </a:lnTo>
                <a:lnTo>
                  <a:pt x="412" y="501"/>
                </a:lnTo>
                <a:lnTo>
                  <a:pt x="423" y="500"/>
                </a:lnTo>
                <a:lnTo>
                  <a:pt x="434" y="499"/>
                </a:lnTo>
                <a:lnTo>
                  <a:pt x="446" y="498"/>
                </a:lnTo>
                <a:lnTo>
                  <a:pt x="457" y="496"/>
                </a:lnTo>
                <a:lnTo>
                  <a:pt x="468" y="494"/>
                </a:lnTo>
                <a:lnTo>
                  <a:pt x="478" y="492"/>
                </a:lnTo>
                <a:lnTo>
                  <a:pt x="489" y="490"/>
                </a:lnTo>
                <a:lnTo>
                  <a:pt x="500" y="487"/>
                </a:lnTo>
                <a:lnTo>
                  <a:pt x="510" y="485"/>
                </a:lnTo>
                <a:lnTo>
                  <a:pt x="521" y="482"/>
                </a:lnTo>
                <a:lnTo>
                  <a:pt x="531" y="479"/>
                </a:lnTo>
                <a:lnTo>
                  <a:pt x="541" y="475"/>
                </a:lnTo>
                <a:lnTo>
                  <a:pt x="551" y="472"/>
                </a:lnTo>
                <a:lnTo>
                  <a:pt x="561" y="468"/>
                </a:lnTo>
                <a:lnTo>
                  <a:pt x="571" y="464"/>
                </a:lnTo>
                <a:lnTo>
                  <a:pt x="580" y="460"/>
                </a:lnTo>
                <a:lnTo>
                  <a:pt x="589" y="455"/>
                </a:lnTo>
                <a:lnTo>
                  <a:pt x="598" y="451"/>
                </a:lnTo>
                <a:lnTo>
                  <a:pt x="607" y="446"/>
                </a:lnTo>
                <a:lnTo>
                  <a:pt x="616" y="441"/>
                </a:lnTo>
                <a:lnTo>
                  <a:pt x="625" y="436"/>
                </a:lnTo>
                <a:lnTo>
                  <a:pt x="633" y="430"/>
                </a:lnTo>
                <a:lnTo>
                  <a:pt x="641" y="425"/>
                </a:lnTo>
                <a:lnTo>
                  <a:pt x="649" y="419"/>
                </a:lnTo>
                <a:lnTo>
                  <a:pt x="656" y="413"/>
                </a:lnTo>
                <a:lnTo>
                  <a:pt x="663" y="407"/>
                </a:lnTo>
                <a:lnTo>
                  <a:pt x="670" y="401"/>
                </a:lnTo>
                <a:lnTo>
                  <a:pt x="676" y="395"/>
                </a:lnTo>
                <a:lnTo>
                  <a:pt x="682" y="389"/>
                </a:lnTo>
                <a:lnTo>
                  <a:pt x="688" y="382"/>
                </a:lnTo>
                <a:lnTo>
                  <a:pt x="694" y="375"/>
                </a:lnTo>
                <a:lnTo>
                  <a:pt x="699" y="369"/>
                </a:lnTo>
                <a:lnTo>
                  <a:pt x="704" y="362"/>
                </a:lnTo>
                <a:lnTo>
                  <a:pt x="709" y="355"/>
                </a:lnTo>
                <a:lnTo>
                  <a:pt x="713" y="348"/>
                </a:lnTo>
                <a:lnTo>
                  <a:pt x="717" y="340"/>
                </a:lnTo>
                <a:lnTo>
                  <a:pt x="721" y="333"/>
                </a:lnTo>
                <a:lnTo>
                  <a:pt x="724" y="326"/>
                </a:lnTo>
                <a:lnTo>
                  <a:pt x="727" y="318"/>
                </a:lnTo>
                <a:lnTo>
                  <a:pt x="730" y="311"/>
                </a:lnTo>
                <a:lnTo>
                  <a:pt x="732" y="303"/>
                </a:lnTo>
                <a:lnTo>
                  <a:pt x="734" y="296"/>
                </a:lnTo>
                <a:lnTo>
                  <a:pt x="735" y="288"/>
                </a:lnTo>
                <a:lnTo>
                  <a:pt x="737" y="281"/>
                </a:lnTo>
                <a:lnTo>
                  <a:pt x="738" y="273"/>
                </a:lnTo>
                <a:lnTo>
                  <a:pt x="738" y="265"/>
                </a:lnTo>
                <a:lnTo>
                  <a:pt x="738" y="258"/>
                </a:lnTo>
                <a:moveTo>
                  <a:pt x="757" y="258"/>
                </a:moveTo>
                <a:lnTo>
                  <a:pt x="757" y="266"/>
                </a:lnTo>
                <a:lnTo>
                  <a:pt x="756" y="274"/>
                </a:lnTo>
                <a:lnTo>
                  <a:pt x="755" y="282"/>
                </a:lnTo>
                <a:lnTo>
                  <a:pt x="754" y="290"/>
                </a:lnTo>
                <a:lnTo>
                  <a:pt x="752" y="298"/>
                </a:lnTo>
                <a:lnTo>
                  <a:pt x="750" y="306"/>
                </a:lnTo>
                <a:lnTo>
                  <a:pt x="748" y="314"/>
                </a:lnTo>
                <a:lnTo>
                  <a:pt x="745" y="322"/>
                </a:lnTo>
                <a:lnTo>
                  <a:pt x="742" y="329"/>
                </a:lnTo>
                <a:lnTo>
                  <a:pt x="739" y="337"/>
                </a:lnTo>
                <a:lnTo>
                  <a:pt x="735" y="345"/>
                </a:lnTo>
                <a:lnTo>
                  <a:pt x="731" y="352"/>
                </a:lnTo>
                <a:lnTo>
                  <a:pt x="726" y="360"/>
                </a:lnTo>
                <a:lnTo>
                  <a:pt x="721" y="367"/>
                </a:lnTo>
                <a:lnTo>
                  <a:pt x="716" y="374"/>
                </a:lnTo>
                <a:lnTo>
                  <a:pt x="710" y="382"/>
                </a:lnTo>
                <a:lnTo>
                  <a:pt x="704" y="389"/>
                </a:lnTo>
                <a:lnTo>
                  <a:pt x="698" y="395"/>
                </a:lnTo>
                <a:lnTo>
                  <a:pt x="692" y="402"/>
                </a:lnTo>
                <a:lnTo>
                  <a:pt x="685" y="409"/>
                </a:lnTo>
                <a:lnTo>
                  <a:pt x="678" y="415"/>
                </a:lnTo>
                <a:lnTo>
                  <a:pt x="670" y="422"/>
                </a:lnTo>
                <a:lnTo>
                  <a:pt x="663" y="428"/>
                </a:lnTo>
                <a:lnTo>
                  <a:pt x="655" y="434"/>
                </a:lnTo>
                <a:lnTo>
                  <a:pt x="646" y="439"/>
                </a:lnTo>
                <a:lnTo>
                  <a:pt x="638" y="445"/>
                </a:lnTo>
                <a:lnTo>
                  <a:pt x="629" y="451"/>
                </a:lnTo>
                <a:lnTo>
                  <a:pt x="619" y="456"/>
                </a:lnTo>
                <a:lnTo>
                  <a:pt x="610" y="461"/>
                </a:lnTo>
                <a:lnTo>
                  <a:pt x="600" y="466"/>
                </a:lnTo>
                <a:lnTo>
                  <a:pt x="591" y="470"/>
                </a:lnTo>
                <a:lnTo>
                  <a:pt x="581" y="475"/>
                </a:lnTo>
                <a:lnTo>
                  <a:pt x="571" y="479"/>
                </a:lnTo>
                <a:lnTo>
                  <a:pt x="560" y="483"/>
                </a:lnTo>
                <a:lnTo>
                  <a:pt x="550" y="487"/>
                </a:lnTo>
                <a:lnTo>
                  <a:pt x="539" y="490"/>
                </a:lnTo>
                <a:lnTo>
                  <a:pt x="528" y="494"/>
                </a:lnTo>
                <a:lnTo>
                  <a:pt x="517" y="497"/>
                </a:lnTo>
                <a:lnTo>
                  <a:pt x="506" y="500"/>
                </a:lnTo>
                <a:lnTo>
                  <a:pt x="495" y="502"/>
                </a:lnTo>
                <a:lnTo>
                  <a:pt x="484" y="505"/>
                </a:lnTo>
                <a:lnTo>
                  <a:pt x="472" y="507"/>
                </a:lnTo>
                <a:lnTo>
                  <a:pt x="461" y="509"/>
                </a:lnTo>
                <a:lnTo>
                  <a:pt x="449" y="510"/>
                </a:lnTo>
                <a:lnTo>
                  <a:pt x="437" y="512"/>
                </a:lnTo>
                <a:lnTo>
                  <a:pt x="426" y="513"/>
                </a:lnTo>
                <a:lnTo>
                  <a:pt x="414" y="514"/>
                </a:lnTo>
                <a:lnTo>
                  <a:pt x="402" y="514"/>
                </a:lnTo>
                <a:lnTo>
                  <a:pt x="390" y="515"/>
                </a:lnTo>
                <a:lnTo>
                  <a:pt x="378" y="515"/>
                </a:lnTo>
                <a:lnTo>
                  <a:pt x="366" y="515"/>
                </a:lnTo>
                <a:lnTo>
                  <a:pt x="355" y="514"/>
                </a:lnTo>
                <a:lnTo>
                  <a:pt x="343" y="514"/>
                </a:lnTo>
                <a:lnTo>
                  <a:pt x="331" y="513"/>
                </a:lnTo>
                <a:lnTo>
                  <a:pt x="319" y="512"/>
                </a:lnTo>
                <a:lnTo>
                  <a:pt x="307" y="510"/>
                </a:lnTo>
                <a:lnTo>
                  <a:pt x="296" y="509"/>
                </a:lnTo>
                <a:lnTo>
                  <a:pt x="284" y="507"/>
                </a:lnTo>
                <a:lnTo>
                  <a:pt x="273" y="505"/>
                </a:lnTo>
                <a:lnTo>
                  <a:pt x="261" y="502"/>
                </a:lnTo>
                <a:lnTo>
                  <a:pt x="250" y="500"/>
                </a:lnTo>
                <a:lnTo>
                  <a:pt x="239" y="497"/>
                </a:lnTo>
                <a:lnTo>
                  <a:pt x="228" y="494"/>
                </a:lnTo>
                <a:lnTo>
                  <a:pt x="217" y="490"/>
                </a:lnTo>
                <a:lnTo>
                  <a:pt x="207" y="487"/>
                </a:lnTo>
                <a:lnTo>
                  <a:pt x="196" y="483"/>
                </a:lnTo>
                <a:lnTo>
                  <a:pt x="186" y="479"/>
                </a:lnTo>
                <a:lnTo>
                  <a:pt x="176" y="475"/>
                </a:lnTo>
                <a:lnTo>
                  <a:pt x="166" y="470"/>
                </a:lnTo>
                <a:lnTo>
                  <a:pt x="156" y="466"/>
                </a:lnTo>
                <a:lnTo>
                  <a:pt x="147" y="461"/>
                </a:lnTo>
                <a:lnTo>
                  <a:pt x="137" y="456"/>
                </a:lnTo>
                <a:lnTo>
                  <a:pt x="128" y="451"/>
                </a:lnTo>
                <a:lnTo>
                  <a:pt x="120" y="445"/>
                </a:lnTo>
                <a:lnTo>
                  <a:pt x="111" y="439"/>
                </a:lnTo>
                <a:lnTo>
                  <a:pt x="103" y="434"/>
                </a:lnTo>
                <a:lnTo>
                  <a:pt x="95" y="428"/>
                </a:lnTo>
                <a:lnTo>
                  <a:pt x="87" y="422"/>
                </a:lnTo>
                <a:lnTo>
                  <a:pt x="80" y="415"/>
                </a:lnTo>
                <a:lnTo>
                  <a:pt x="73" y="409"/>
                </a:lnTo>
                <a:lnTo>
                  <a:pt x="66" y="402"/>
                </a:lnTo>
                <a:lnTo>
                  <a:pt x="59" y="395"/>
                </a:lnTo>
                <a:lnTo>
                  <a:pt x="53" y="389"/>
                </a:lnTo>
                <a:lnTo>
                  <a:pt x="47" y="382"/>
                </a:lnTo>
                <a:lnTo>
                  <a:pt x="42" y="374"/>
                </a:lnTo>
                <a:lnTo>
                  <a:pt x="36" y="367"/>
                </a:lnTo>
                <a:lnTo>
                  <a:pt x="31" y="360"/>
                </a:lnTo>
                <a:lnTo>
                  <a:pt x="27" y="352"/>
                </a:lnTo>
                <a:lnTo>
                  <a:pt x="23" y="345"/>
                </a:lnTo>
                <a:lnTo>
                  <a:pt x="19" y="337"/>
                </a:lnTo>
                <a:lnTo>
                  <a:pt x="15" y="329"/>
                </a:lnTo>
                <a:lnTo>
                  <a:pt x="12" y="322"/>
                </a:lnTo>
                <a:lnTo>
                  <a:pt x="9" y="314"/>
                </a:lnTo>
                <a:lnTo>
                  <a:pt x="7" y="306"/>
                </a:lnTo>
                <a:lnTo>
                  <a:pt x="5" y="298"/>
                </a:lnTo>
                <a:lnTo>
                  <a:pt x="3" y="290"/>
                </a:lnTo>
                <a:lnTo>
                  <a:pt x="2" y="282"/>
                </a:lnTo>
                <a:lnTo>
                  <a:pt x="1" y="274"/>
                </a:lnTo>
                <a:lnTo>
                  <a:pt x="1" y="266"/>
                </a:lnTo>
                <a:lnTo>
                  <a:pt x="0" y="258"/>
                </a:lnTo>
                <a:lnTo>
                  <a:pt x="1" y="250"/>
                </a:lnTo>
                <a:lnTo>
                  <a:pt x="1" y="242"/>
                </a:lnTo>
                <a:lnTo>
                  <a:pt x="2" y="233"/>
                </a:lnTo>
                <a:lnTo>
                  <a:pt x="3" y="225"/>
                </a:lnTo>
                <a:lnTo>
                  <a:pt x="5" y="217"/>
                </a:lnTo>
                <a:lnTo>
                  <a:pt x="7" y="209"/>
                </a:lnTo>
                <a:lnTo>
                  <a:pt x="9" y="202"/>
                </a:lnTo>
                <a:lnTo>
                  <a:pt x="12" y="194"/>
                </a:lnTo>
                <a:lnTo>
                  <a:pt x="15" y="186"/>
                </a:lnTo>
                <a:lnTo>
                  <a:pt x="19" y="178"/>
                </a:lnTo>
                <a:lnTo>
                  <a:pt x="23" y="171"/>
                </a:lnTo>
                <a:lnTo>
                  <a:pt x="27" y="163"/>
                </a:lnTo>
                <a:lnTo>
                  <a:pt x="31" y="156"/>
                </a:lnTo>
                <a:lnTo>
                  <a:pt x="36" y="148"/>
                </a:lnTo>
                <a:lnTo>
                  <a:pt x="42" y="141"/>
                </a:lnTo>
                <a:lnTo>
                  <a:pt x="47" y="134"/>
                </a:lnTo>
                <a:lnTo>
                  <a:pt x="53" y="127"/>
                </a:lnTo>
                <a:lnTo>
                  <a:pt x="59" y="120"/>
                </a:lnTo>
                <a:lnTo>
                  <a:pt x="66" y="113"/>
                </a:lnTo>
                <a:lnTo>
                  <a:pt x="73" y="107"/>
                </a:lnTo>
                <a:lnTo>
                  <a:pt x="80" y="100"/>
                </a:lnTo>
                <a:lnTo>
                  <a:pt x="87" y="94"/>
                </a:lnTo>
                <a:lnTo>
                  <a:pt x="95" y="88"/>
                </a:lnTo>
                <a:lnTo>
                  <a:pt x="103" y="82"/>
                </a:lnTo>
                <a:lnTo>
                  <a:pt x="111" y="76"/>
                </a:lnTo>
                <a:lnTo>
                  <a:pt x="120" y="70"/>
                </a:lnTo>
                <a:lnTo>
                  <a:pt x="128" y="65"/>
                </a:lnTo>
                <a:lnTo>
                  <a:pt x="137" y="60"/>
                </a:lnTo>
                <a:lnTo>
                  <a:pt x="147" y="54"/>
                </a:lnTo>
                <a:lnTo>
                  <a:pt x="156" y="50"/>
                </a:lnTo>
                <a:lnTo>
                  <a:pt x="166" y="45"/>
                </a:lnTo>
                <a:lnTo>
                  <a:pt x="176" y="41"/>
                </a:lnTo>
                <a:lnTo>
                  <a:pt x="186" y="35"/>
                </a:lnTo>
                <a:lnTo>
                  <a:pt x="196" y="31"/>
                </a:lnTo>
                <a:lnTo>
                  <a:pt x="207" y="28"/>
                </a:lnTo>
                <a:lnTo>
                  <a:pt x="217" y="24"/>
                </a:lnTo>
                <a:lnTo>
                  <a:pt x="228" y="21"/>
                </a:lnTo>
                <a:lnTo>
                  <a:pt x="239" y="18"/>
                </a:lnTo>
                <a:lnTo>
                  <a:pt x="250" y="15"/>
                </a:lnTo>
                <a:lnTo>
                  <a:pt x="261" y="12"/>
                </a:lnTo>
                <a:lnTo>
                  <a:pt x="273" y="10"/>
                </a:lnTo>
                <a:lnTo>
                  <a:pt x="284" y="8"/>
                </a:lnTo>
                <a:lnTo>
                  <a:pt x="296" y="6"/>
                </a:lnTo>
                <a:lnTo>
                  <a:pt x="307" y="4"/>
                </a:lnTo>
                <a:lnTo>
                  <a:pt x="319" y="3"/>
                </a:lnTo>
                <a:lnTo>
                  <a:pt x="331" y="2"/>
                </a:lnTo>
                <a:lnTo>
                  <a:pt x="343" y="1"/>
                </a:lnTo>
                <a:lnTo>
                  <a:pt x="355" y="0"/>
                </a:lnTo>
                <a:lnTo>
                  <a:pt x="366" y="0"/>
                </a:lnTo>
                <a:lnTo>
                  <a:pt x="378" y="0"/>
                </a:lnTo>
                <a:lnTo>
                  <a:pt x="390" y="0"/>
                </a:lnTo>
                <a:lnTo>
                  <a:pt x="402" y="0"/>
                </a:lnTo>
                <a:lnTo>
                  <a:pt x="414" y="1"/>
                </a:lnTo>
                <a:lnTo>
                  <a:pt x="426" y="2"/>
                </a:lnTo>
                <a:lnTo>
                  <a:pt x="437" y="3"/>
                </a:lnTo>
                <a:lnTo>
                  <a:pt x="449" y="4"/>
                </a:lnTo>
                <a:lnTo>
                  <a:pt x="461" y="6"/>
                </a:lnTo>
                <a:lnTo>
                  <a:pt x="472" y="8"/>
                </a:lnTo>
                <a:lnTo>
                  <a:pt x="484" y="10"/>
                </a:lnTo>
                <a:lnTo>
                  <a:pt x="495" y="12"/>
                </a:lnTo>
                <a:lnTo>
                  <a:pt x="506" y="15"/>
                </a:lnTo>
                <a:lnTo>
                  <a:pt x="517" y="18"/>
                </a:lnTo>
                <a:lnTo>
                  <a:pt x="528" y="21"/>
                </a:lnTo>
                <a:lnTo>
                  <a:pt x="539" y="24"/>
                </a:lnTo>
                <a:lnTo>
                  <a:pt x="550" y="28"/>
                </a:lnTo>
                <a:lnTo>
                  <a:pt x="560" y="31"/>
                </a:lnTo>
                <a:lnTo>
                  <a:pt x="571" y="35"/>
                </a:lnTo>
                <a:lnTo>
                  <a:pt x="581" y="41"/>
                </a:lnTo>
                <a:lnTo>
                  <a:pt x="591" y="45"/>
                </a:lnTo>
                <a:lnTo>
                  <a:pt x="600" y="50"/>
                </a:lnTo>
                <a:lnTo>
                  <a:pt x="610" y="54"/>
                </a:lnTo>
                <a:lnTo>
                  <a:pt x="619" y="60"/>
                </a:lnTo>
                <a:lnTo>
                  <a:pt x="629" y="65"/>
                </a:lnTo>
                <a:lnTo>
                  <a:pt x="638" y="70"/>
                </a:lnTo>
                <a:lnTo>
                  <a:pt x="646" y="76"/>
                </a:lnTo>
                <a:lnTo>
                  <a:pt x="655" y="82"/>
                </a:lnTo>
                <a:lnTo>
                  <a:pt x="663" y="88"/>
                </a:lnTo>
                <a:lnTo>
                  <a:pt x="670" y="94"/>
                </a:lnTo>
                <a:lnTo>
                  <a:pt x="678" y="100"/>
                </a:lnTo>
                <a:lnTo>
                  <a:pt x="685" y="107"/>
                </a:lnTo>
                <a:lnTo>
                  <a:pt x="692" y="113"/>
                </a:lnTo>
                <a:lnTo>
                  <a:pt x="698" y="120"/>
                </a:lnTo>
                <a:lnTo>
                  <a:pt x="704" y="127"/>
                </a:lnTo>
                <a:lnTo>
                  <a:pt x="710" y="134"/>
                </a:lnTo>
                <a:lnTo>
                  <a:pt x="716" y="141"/>
                </a:lnTo>
                <a:lnTo>
                  <a:pt x="721" y="148"/>
                </a:lnTo>
                <a:lnTo>
                  <a:pt x="726" y="156"/>
                </a:lnTo>
                <a:lnTo>
                  <a:pt x="731" y="163"/>
                </a:lnTo>
                <a:lnTo>
                  <a:pt x="735" y="171"/>
                </a:lnTo>
                <a:lnTo>
                  <a:pt x="739" y="178"/>
                </a:lnTo>
                <a:lnTo>
                  <a:pt x="742" y="186"/>
                </a:lnTo>
                <a:lnTo>
                  <a:pt x="745" y="194"/>
                </a:lnTo>
                <a:lnTo>
                  <a:pt x="748" y="202"/>
                </a:lnTo>
                <a:lnTo>
                  <a:pt x="750" y="209"/>
                </a:lnTo>
                <a:lnTo>
                  <a:pt x="752" y="217"/>
                </a:lnTo>
                <a:lnTo>
                  <a:pt x="754" y="225"/>
                </a:lnTo>
                <a:lnTo>
                  <a:pt x="755" y="233"/>
                </a:lnTo>
                <a:lnTo>
                  <a:pt x="756" y="242"/>
                </a:lnTo>
                <a:lnTo>
                  <a:pt x="757" y="250"/>
                </a:lnTo>
                <a:lnTo>
                  <a:pt x="757" y="258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09" name=""/>
          <p:cNvSpPr/>
          <p:nvPr/>
        </p:nvSpPr>
        <p:spPr>
          <a:xfrm>
            <a:off x="3988800" y="2853000"/>
            <a:ext cx="275040" cy="187200"/>
          </a:xfrm>
          <a:custGeom>
            <a:avLst/>
            <a:gdLst/>
            <a:ahLst/>
            <a:rect l="0" t="0" r="r" b="b"/>
            <a:pathLst>
              <a:path w="764" h="520">
                <a:moveTo>
                  <a:pt x="760" y="261"/>
                </a:moveTo>
                <a:lnTo>
                  <a:pt x="760" y="253"/>
                </a:lnTo>
                <a:lnTo>
                  <a:pt x="759" y="245"/>
                </a:lnTo>
                <a:lnTo>
                  <a:pt x="758" y="236"/>
                </a:lnTo>
                <a:lnTo>
                  <a:pt x="757" y="228"/>
                </a:lnTo>
                <a:lnTo>
                  <a:pt x="755" y="220"/>
                </a:lnTo>
                <a:lnTo>
                  <a:pt x="753" y="212"/>
                </a:lnTo>
                <a:lnTo>
                  <a:pt x="751" y="205"/>
                </a:lnTo>
                <a:lnTo>
                  <a:pt x="748" y="197"/>
                </a:lnTo>
                <a:lnTo>
                  <a:pt x="744" y="189"/>
                </a:lnTo>
                <a:lnTo>
                  <a:pt x="741" y="181"/>
                </a:lnTo>
                <a:lnTo>
                  <a:pt x="737" y="174"/>
                </a:lnTo>
                <a:lnTo>
                  <a:pt x="733" y="166"/>
                </a:lnTo>
                <a:lnTo>
                  <a:pt x="728" y="159"/>
                </a:lnTo>
                <a:lnTo>
                  <a:pt x="723" y="151"/>
                </a:lnTo>
                <a:lnTo>
                  <a:pt x="718" y="144"/>
                </a:lnTo>
                <a:lnTo>
                  <a:pt x="712" y="137"/>
                </a:lnTo>
                <a:lnTo>
                  <a:pt x="706" y="130"/>
                </a:lnTo>
                <a:lnTo>
                  <a:pt x="700" y="123"/>
                </a:lnTo>
                <a:lnTo>
                  <a:pt x="694" y="115"/>
                </a:lnTo>
                <a:lnTo>
                  <a:pt x="687" y="109"/>
                </a:lnTo>
                <a:lnTo>
                  <a:pt x="680" y="102"/>
                </a:lnTo>
                <a:lnTo>
                  <a:pt x="672" y="96"/>
                </a:lnTo>
                <a:lnTo>
                  <a:pt x="665" y="90"/>
                </a:lnTo>
                <a:lnTo>
                  <a:pt x="657" y="84"/>
                </a:lnTo>
                <a:lnTo>
                  <a:pt x="648" y="78"/>
                </a:lnTo>
                <a:lnTo>
                  <a:pt x="640" y="72"/>
                </a:lnTo>
                <a:lnTo>
                  <a:pt x="631" y="67"/>
                </a:lnTo>
                <a:lnTo>
                  <a:pt x="622" y="62"/>
                </a:lnTo>
                <a:lnTo>
                  <a:pt x="613" y="56"/>
                </a:lnTo>
                <a:lnTo>
                  <a:pt x="603" y="52"/>
                </a:lnTo>
                <a:lnTo>
                  <a:pt x="594" y="47"/>
                </a:lnTo>
                <a:lnTo>
                  <a:pt x="584" y="43"/>
                </a:lnTo>
                <a:lnTo>
                  <a:pt x="574" y="38"/>
                </a:lnTo>
                <a:lnTo>
                  <a:pt x="563" y="34"/>
                </a:lnTo>
                <a:lnTo>
                  <a:pt x="553" y="31"/>
                </a:lnTo>
                <a:lnTo>
                  <a:pt x="542" y="27"/>
                </a:lnTo>
                <a:lnTo>
                  <a:pt x="531" y="24"/>
                </a:lnTo>
                <a:lnTo>
                  <a:pt x="520" y="21"/>
                </a:lnTo>
                <a:lnTo>
                  <a:pt x="509" y="18"/>
                </a:lnTo>
                <a:lnTo>
                  <a:pt x="498" y="15"/>
                </a:lnTo>
                <a:lnTo>
                  <a:pt x="487" y="13"/>
                </a:lnTo>
                <a:lnTo>
                  <a:pt x="475" y="11"/>
                </a:lnTo>
                <a:lnTo>
                  <a:pt x="464" y="9"/>
                </a:lnTo>
                <a:lnTo>
                  <a:pt x="452" y="7"/>
                </a:lnTo>
                <a:lnTo>
                  <a:pt x="440" y="6"/>
                </a:lnTo>
                <a:lnTo>
                  <a:pt x="429" y="5"/>
                </a:lnTo>
                <a:lnTo>
                  <a:pt x="417" y="4"/>
                </a:lnTo>
                <a:lnTo>
                  <a:pt x="405" y="3"/>
                </a:lnTo>
                <a:lnTo>
                  <a:pt x="393" y="3"/>
                </a:lnTo>
                <a:lnTo>
                  <a:pt x="381" y="3"/>
                </a:lnTo>
                <a:lnTo>
                  <a:pt x="369" y="3"/>
                </a:lnTo>
                <a:lnTo>
                  <a:pt x="358" y="3"/>
                </a:lnTo>
                <a:lnTo>
                  <a:pt x="346" y="4"/>
                </a:lnTo>
                <a:lnTo>
                  <a:pt x="334" y="5"/>
                </a:lnTo>
                <a:lnTo>
                  <a:pt x="322" y="6"/>
                </a:lnTo>
                <a:lnTo>
                  <a:pt x="310" y="7"/>
                </a:lnTo>
                <a:lnTo>
                  <a:pt x="299" y="9"/>
                </a:lnTo>
                <a:lnTo>
                  <a:pt x="287" y="11"/>
                </a:lnTo>
                <a:lnTo>
                  <a:pt x="276" y="13"/>
                </a:lnTo>
                <a:lnTo>
                  <a:pt x="264" y="15"/>
                </a:lnTo>
                <a:lnTo>
                  <a:pt x="253" y="18"/>
                </a:lnTo>
                <a:lnTo>
                  <a:pt x="242" y="21"/>
                </a:lnTo>
                <a:lnTo>
                  <a:pt x="231" y="24"/>
                </a:lnTo>
                <a:lnTo>
                  <a:pt x="220" y="27"/>
                </a:lnTo>
                <a:lnTo>
                  <a:pt x="210" y="31"/>
                </a:lnTo>
                <a:lnTo>
                  <a:pt x="199" y="34"/>
                </a:lnTo>
                <a:lnTo>
                  <a:pt x="189" y="38"/>
                </a:lnTo>
                <a:lnTo>
                  <a:pt x="179" y="43"/>
                </a:lnTo>
                <a:lnTo>
                  <a:pt x="169" y="47"/>
                </a:lnTo>
                <a:lnTo>
                  <a:pt x="159" y="52"/>
                </a:lnTo>
                <a:lnTo>
                  <a:pt x="150" y="56"/>
                </a:lnTo>
                <a:lnTo>
                  <a:pt x="140" y="62"/>
                </a:lnTo>
                <a:lnTo>
                  <a:pt x="131" y="67"/>
                </a:lnTo>
                <a:lnTo>
                  <a:pt x="123" y="72"/>
                </a:lnTo>
                <a:lnTo>
                  <a:pt x="114" y="78"/>
                </a:lnTo>
                <a:lnTo>
                  <a:pt x="106" y="84"/>
                </a:lnTo>
                <a:lnTo>
                  <a:pt x="98" y="90"/>
                </a:lnTo>
                <a:lnTo>
                  <a:pt x="90" y="96"/>
                </a:lnTo>
                <a:lnTo>
                  <a:pt x="83" y="102"/>
                </a:lnTo>
                <a:lnTo>
                  <a:pt x="76" y="109"/>
                </a:lnTo>
                <a:lnTo>
                  <a:pt x="69" y="115"/>
                </a:lnTo>
                <a:lnTo>
                  <a:pt x="62" y="123"/>
                </a:lnTo>
                <a:lnTo>
                  <a:pt x="56" y="130"/>
                </a:lnTo>
                <a:lnTo>
                  <a:pt x="50" y="137"/>
                </a:lnTo>
                <a:lnTo>
                  <a:pt x="45" y="144"/>
                </a:lnTo>
                <a:lnTo>
                  <a:pt x="39" y="151"/>
                </a:lnTo>
                <a:lnTo>
                  <a:pt x="34" y="159"/>
                </a:lnTo>
                <a:lnTo>
                  <a:pt x="30" y="166"/>
                </a:lnTo>
                <a:lnTo>
                  <a:pt x="26" y="174"/>
                </a:lnTo>
                <a:lnTo>
                  <a:pt x="22" y="181"/>
                </a:lnTo>
                <a:lnTo>
                  <a:pt x="18" y="189"/>
                </a:lnTo>
                <a:lnTo>
                  <a:pt x="15" y="197"/>
                </a:lnTo>
                <a:lnTo>
                  <a:pt x="12" y="205"/>
                </a:lnTo>
                <a:lnTo>
                  <a:pt x="10" y="212"/>
                </a:lnTo>
                <a:lnTo>
                  <a:pt x="8" y="220"/>
                </a:lnTo>
                <a:lnTo>
                  <a:pt x="6" y="228"/>
                </a:lnTo>
                <a:lnTo>
                  <a:pt x="5" y="236"/>
                </a:lnTo>
                <a:lnTo>
                  <a:pt x="4" y="245"/>
                </a:lnTo>
                <a:lnTo>
                  <a:pt x="4" y="253"/>
                </a:lnTo>
                <a:lnTo>
                  <a:pt x="3" y="261"/>
                </a:lnTo>
                <a:lnTo>
                  <a:pt x="4" y="269"/>
                </a:lnTo>
                <a:lnTo>
                  <a:pt x="4" y="277"/>
                </a:lnTo>
                <a:lnTo>
                  <a:pt x="5" y="285"/>
                </a:lnTo>
                <a:lnTo>
                  <a:pt x="6" y="293"/>
                </a:lnTo>
                <a:lnTo>
                  <a:pt x="8" y="301"/>
                </a:lnTo>
                <a:lnTo>
                  <a:pt x="10" y="309"/>
                </a:lnTo>
                <a:lnTo>
                  <a:pt x="12" y="317"/>
                </a:lnTo>
                <a:lnTo>
                  <a:pt x="15" y="325"/>
                </a:lnTo>
                <a:lnTo>
                  <a:pt x="18" y="332"/>
                </a:lnTo>
                <a:lnTo>
                  <a:pt x="22" y="340"/>
                </a:lnTo>
                <a:lnTo>
                  <a:pt x="26" y="348"/>
                </a:lnTo>
                <a:lnTo>
                  <a:pt x="30" y="355"/>
                </a:lnTo>
                <a:lnTo>
                  <a:pt x="34" y="363"/>
                </a:lnTo>
                <a:lnTo>
                  <a:pt x="39" y="370"/>
                </a:lnTo>
                <a:lnTo>
                  <a:pt x="45" y="377"/>
                </a:lnTo>
                <a:lnTo>
                  <a:pt x="50" y="385"/>
                </a:lnTo>
                <a:lnTo>
                  <a:pt x="56" y="392"/>
                </a:lnTo>
                <a:lnTo>
                  <a:pt x="62" y="398"/>
                </a:lnTo>
                <a:lnTo>
                  <a:pt x="69" y="405"/>
                </a:lnTo>
                <a:lnTo>
                  <a:pt x="76" y="412"/>
                </a:lnTo>
                <a:lnTo>
                  <a:pt x="83" y="418"/>
                </a:lnTo>
                <a:lnTo>
                  <a:pt x="90" y="425"/>
                </a:lnTo>
                <a:lnTo>
                  <a:pt x="98" y="431"/>
                </a:lnTo>
                <a:lnTo>
                  <a:pt x="106" y="437"/>
                </a:lnTo>
                <a:lnTo>
                  <a:pt x="114" y="442"/>
                </a:lnTo>
                <a:lnTo>
                  <a:pt x="123" y="448"/>
                </a:lnTo>
                <a:lnTo>
                  <a:pt x="131" y="454"/>
                </a:lnTo>
                <a:lnTo>
                  <a:pt x="140" y="459"/>
                </a:lnTo>
                <a:lnTo>
                  <a:pt x="150" y="464"/>
                </a:lnTo>
                <a:lnTo>
                  <a:pt x="159" y="469"/>
                </a:lnTo>
                <a:lnTo>
                  <a:pt x="169" y="473"/>
                </a:lnTo>
                <a:lnTo>
                  <a:pt x="179" y="478"/>
                </a:lnTo>
                <a:lnTo>
                  <a:pt x="189" y="482"/>
                </a:lnTo>
                <a:lnTo>
                  <a:pt x="199" y="486"/>
                </a:lnTo>
                <a:lnTo>
                  <a:pt x="210" y="490"/>
                </a:lnTo>
                <a:lnTo>
                  <a:pt x="220" y="493"/>
                </a:lnTo>
                <a:lnTo>
                  <a:pt x="231" y="497"/>
                </a:lnTo>
                <a:lnTo>
                  <a:pt x="242" y="500"/>
                </a:lnTo>
                <a:lnTo>
                  <a:pt x="253" y="503"/>
                </a:lnTo>
                <a:lnTo>
                  <a:pt x="264" y="505"/>
                </a:lnTo>
                <a:lnTo>
                  <a:pt x="276" y="508"/>
                </a:lnTo>
                <a:lnTo>
                  <a:pt x="287" y="510"/>
                </a:lnTo>
                <a:lnTo>
                  <a:pt x="299" y="512"/>
                </a:lnTo>
                <a:lnTo>
                  <a:pt x="310" y="513"/>
                </a:lnTo>
                <a:lnTo>
                  <a:pt x="322" y="515"/>
                </a:lnTo>
                <a:lnTo>
                  <a:pt x="334" y="516"/>
                </a:lnTo>
                <a:lnTo>
                  <a:pt x="346" y="517"/>
                </a:lnTo>
                <a:lnTo>
                  <a:pt x="358" y="517"/>
                </a:lnTo>
                <a:lnTo>
                  <a:pt x="369" y="518"/>
                </a:lnTo>
                <a:lnTo>
                  <a:pt x="381" y="518"/>
                </a:lnTo>
                <a:lnTo>
                  <a:pt x="393" y="518"/>
                </a:lnTo>
                <a:lnTo>
                  <a:pt x="405" y="517"/>
                </a:lnTo>
                <a:lnTo>
                  <a:pt x="417" y="517"/>
                </a:lnTo>
                <a:lnTo>
                  <a:pt x="429" y="516"/>
                </a:lnTo>
                <a:lnTo>
                  <a:pt x="440" y="515"/>
                </a:lnTo>
                <a:lnTo>
                  <a:pt x="452" y="513"/>
                </a:lnTo>
                <a:lnTo>
                  <a:pt x="464" y="512"/>
                </a:lnTo>
                <a:lnTo>
                  <a:pt x="475" y="510"/>
                </a:lnTo>
                <a:lnTo>
                  <a:pt x="487" y="508"/>
                </a:lnTo>
                <a:lnTo>
                  <a:pt x="498" y="505"/>
                </a:lnTo>
                <a:lnTo>
                  <a:pt x="509" y="503"/>
                </a:lnTo>
                <a:lnTo>
                  <a:pt x="520" y="500"/>
                </a:lnTo>
                <a:lnTo>
                  <a:pt x="531" y="497"/>
                </a:lnTo>
                <a:lnTo>
                  <a:pt x="542" y="493"/>
                </a:lnTo>
                <a:lnTo>
                  <a:pt x="553" y="490"/>
                </a:lnTo>
                <a:lnTo>
                  <a:pt x="563" y="486"/>
                </a:lnTo>
                <a:lnTo>
                  <a:pt x="574" y="482"/>
                </a:lnTo>
                <a:lnTo>
                  <a:pt x="584" y="478"/>
                </a:lnTo>
                <a:lnTo>
                  <a:pt x="594" y="473"/>
                </a:lnTo>
                <a:lnTo>
                  <a:pt x="603" y="469"/>
                </a:lnTo>
                <a:lnTo>
                  <a:pt x="613" y="464"/>
                </a:lnTo>
                <a:lnTo>
                  <a:pt x="622" y="459"/>
                </a:lnTo>
                <a:lnTo>
                  <a:pt x="631" y="454"/>
                </a:lnTo>
                <a:lnTo>
                  <a:pt x="640" y="448"/>
                </a:lnTo>
                <a:lnTo>
                  <a:pt x="648" y="442"/>
                </a:lnTo>
                <a:lnTo>
                  <a:pt x="657" y="437"/>
                </a:lnTo>
                <a:lnTo>
                  <a:pt x="665" y="431"/>
                </a:lnTo>
                <a:lnTo>
                  <a:pt x="672" y="425"/>
                </a:lnTo>
                <a:lnTo>
                  <a:pt x="680" y="418"/>
                </a:lnTo>
                <a:lnTo>
                  <a:pt x="687" y="412"/>
                </a:lnTo>
                <a:lnTo>
                  <a:pt x="694" y="405"/>
                </a:lnTo>
                <a:lnTo>
                  <a:pt x="700" y="398"/>
                </a:lnTo>
                <a:lnTo>
                  <a:pt x="706" y="392"/>
                </a:lnTo>
                <a:lnTo>
                  <a:pt x="712" y="385"/>
                </a:lnTo>
                <a:lnTo>
                  <a:pt x="718" y="377"/>
                </a:lnTo>
                <a:lnTo>
                  <a:pt x="723" y="370"/>
                </a:lnTo>
                <a:lnTo>
                  <a:pt x="728" y="363"/>
                </a:lnTo>
                <a:lnTo>
                  <a:pt x="733" y="355"/>
                </a:lnTo>
                <a:lnTo>
                  <a:pt x="737" y="348"/>
                </a:lnTo>
                <a:lnTo>
                  <a:pt x="741" y="340"/>
                </a:lnTo>
                <a:lnTo>
                  <a:pt x="744" y="332"/>
                </a:lnTo>
                <a:lnTo>
                  <a:pt x="748" y="325"/>
                </a:lnTo>
                <a:lnTo>
                  <a:pt x="751" y="317"/>
                </a:lnTo>
                <a:lnTo>
                  <a:pt x="753" y="309"/>
                </a:lnTo>
                <a:lnTo>
                  <a:pt x="755" y="301"/>
                </a:lnTo>
                <a:lnTo>
                  <a:pt x="757" y="293"/>
                </a:lnTo>
                <a:lnTo>
                  <a:pt x="758" y="285"/>
                </a:lnTo>
                <a:lnTo>
                  <a:pt x="759" y="277"/>
                </a:lnTo>
                <a:lnTo>
                  <a:pt x="760" y="269"/>
                </a:lnTo>
                <a:lnTo>
                  <a:pt x="760" y="261"/>
                </a:lnTo>
                <a:moveTo>
                  <a:pt x="764" y="261"/>
                </a:moveTo>
                <a:lnTo>
                  <a:pt x="764" y="269"/>
                </a:lnTo>
                <a:lnTo>
                  <a:pt x="763" y="277"/>
                </a:lnTo>
                <a:lnTo>
                  <a:pt x="762" y="285"/>
                </a:lnTo>
                <a:lnTo>
                  <a:pt x="761" y="293"/>
                </a:lnTo>
                <a:lnTo>
                  <a:pt x="759" y="301"/>
                </a:lnTo>
                <a:lnTo>
                  <a:pt x="757" y="309"/>
                </a:lnTo>
                <a:lnTo>
                  <a:pt x="755" y="317"/>
                </a:lnTo>
                <a:lnTo>
                  <a:pt x="752" y="325"/>
                </a:lnTo>
                <a:lnTo>
                  <a:pt x="749" y="333"/>
                </a:lnTo>
                <a:lnTo>
                  <a:pt x="744" y="341"/>
                </a:lnTo>
                <a:lnTo>
                  <a:pt x="740" y="349"/>
                </a:lnTo>
                <a:lnTo>
                  <a:pt x="736" y="356"/>
                </a:lnTo>
                <a:lnTo>
                  <a:pt x="731" y="364"/>
                </a:lnTo>
                <a:lnTo>
                  <a:pt x="727" y="371"/>
                </a:lnTo>
                <a:lnTo>
                  <a:pt x="721" y="379"/>
                </a:lnTo>
                <a:lnTo>
                  <a:pt x="716" y="386"/>
                </a:lnTo>
                <a:lnTo>
                  <a:pt x="710" y="393"/>
                </a:lnTo>
                <a:lnTo>
                  <a:pt x="703" y="400"/>
                </a:lnTo>
                <a:lnTo>
                  <a:pt x="697" y="407"/>
                </a:lnTo>
                <a:lnTo>
                  <a:pt x="690" y="413"/>
                </a:lnTo>
                <a:lnTo>
                  <a:pt x="683" y="420"/>
                </a:lnTo>
                <a:lnTo>
                  <a:pt x="675" y="426"/>
                </a:lnTo>
                <a:lnTo>
                  <a:pt x="668" y="432"/>
                </a:lnTo>
                <a:lnTo>
                  <a:pt x="659" y="438"/>
                </a:lnTo>
                <a:lnTo>
                  <a:pt x="651" y="444"/>
                </a:lnTo>
                <a:lnTo>
                  <a:pt x="642" y="450"/>
                </a:lnTo>
                <a:lnTo>
                  <a:pt x="634" y="455"/>
                </a:lnTo>
                <a:lnTo>
                  <a:pt x="625" y="461"/>
                </a:lnTo>
                <a:lnTo>
                  <a:pt x="615" y="466"/>
                </a:lnTo>
                <a:lnTo>
                  <a:pt x="606" y="471"/>
                </a:lnTo>
                <a:lnTo>
                  <a:pt x="596" y="475"/>
                </a:lnTo>
                <a:lnTo>
                  <a:pt x="586" y="480"/>
                </a:lnTo>
                <a:lnTo>
                  <a:pt x="576" y="484"/>
                </a:lnTo>
                <a:lnTo>
                  <a:pt x="565" y="488"/>
                </a:lnTo>
                <a:lnTo>
                  <a:pt x="555" y="492"/>
                </a:lnTo>
                <a:lnTo>
                  <a:pt x="544" y="496"/>
                </a:lnTo>
                <a:lnTo>
                  <a:pt x="533" y="499"/>
                </a:lnTo>
                <a:lnTo>
                  <a:pt x="522" y="502"/>
                </a:lnTo>
                <a:lnTo>
                  <a:pt x="511" y="505"/>
                </a:lnTo>
                <a:lnTo>
                  <a:pt x="499" y="508"/>
                </a:lnTo>
                <a:lnTo>
                  <a:pt x="488" y="510"/>
                </a:lnTo>
                <a:lnTo>
                  <a:pt x="476" y="512"/>
                </a:lnTo>
                <a:lnTo>
                  <a:pt x="465" y="514"/>
                </a:lnTo>
                <a:lnTo>
                  <a:pt x="453" y="516"/>
                </a:lnTo>
                <a:lnTo>
                  <a:pt x="441" y="517"/>
                </a:lnTo>
                <a:lnTo>
                  <a:pt x="429" y="518"/>
                </a:lnTo>
                <a:lnTo>
                  <a:pt x="417" y="519"/>
                </a:lnTo>
                <a:lnTo>
                  <a:pt x="405" y="520"/>
                </a:lnTo>
                <a:lnTo>
                  <a:pt x="393" y="520"/>
                </a:lnTo>
                <a:lnTo>
                  <a:pt x="381" y="520"/>
                </a:lnTo>
                <a:lnTo>
                  <a:pt x="369" y="520"/>
                </a:lnTo>
                <a:lnTo>
                  <a:pt x="357" y="520"/>
                </a:lnTo>
                <a:lnTo>
                  <a:pt x="345" y="519"/>
                </a:lnTo>
                <a:lnTo>
                  <a:pt x="333" y="518"/>
                </a:lnTo>
                <a:lnTo>
                  <a:pt x="322" y="517"/>
                </a:lnTo>
                <a:lnTo>
                  <a:pt x="310" y="516"/>
                </a:lnTo>
                <a:lnTo>
                  <a:pt x="298" y="514"/>
                </a:lnTo>
                <a:lnTo>
                  <a:pt x="286" y="512"/>
                </a:lnTo>
                <a:lnTo>
                  <a:pt x="275" y="510"/>
                </a:lnTo>
                <a:lnTo>
                  <a:pt x="263" y="508"/>
                </a:lnTo>
                <a:lnTo>
                  <a:pt x="252" y="505"/>
                </a:lnTo>
                <a:lnTo>
                  <a:pt x="241" y="502"/>
                </a:lnTo>
                <a:lnTo>
                  <a:pt x="230" y="499"/>
                </a:lnTo>
                <a:lnTo>
                  <a:pt x="219" y="496"/>
                </a:lnTo>
                <a:lnTo>
                  <a:pt x="208" y="492"/>
                </a:lnTo>
                <a:lnTo>
                  <a:pt x="197" y="488"/>
                </a:lnTo>
                <a:lnTo>
                  <a:pt x="187" y="484"/>
                </a:lnTo>
                <a:lnTo>
                  <a:pt x="177" y="480"/>
                </a:lnTo>
                <a:lnTo>
                  <a:pt x="167" y="475"/>
                </a:lnTo>
                <a:lnTo>
                  <a:pt x="157" y="471"/>
                </a:lnTo>
                <a:lnTo>
                  <a:pt x="147" y="466"/>
                </a:lnTo>
                <a:lnTo>
                  <a:pt x="138" y="461"/>
                </a:lnTo>
                <a:lnTo>
                  <a:pt x="129" y="455"/>
                </a:lnTo>
                <a:lnTo>
                  <a:pt x="120" y="450"/>
                </a:lnTo>
                <a:lnTo>
                  <a:pt x="111" y="444"/>
                </a:lnTo>
                <a:lnTo>
                  <a:pt x="103" y="438"/>
                </a:lnTo>
                <a:lnTo>
                  <a:pt x="95" y="432"/>
                </a:lnTo>
                <a:lnTo>
                  <a:pt x="87" y="426"/>
                </a:lnTo>
                <a:lnTo>
                  <a:pt x="80" y="420"/>
                </a:lnTo>
                <a:lnTo>
                  <a:pt x="72" y="413"/>
                </a:lnTo>
                <a:lnTo>
                  <a:pt x="66" y="407"/>
                </a:lnTo>
                <a:lnTo>
                  <a:pt x="59" y="400"/>
                </a:lnTo>
                <a:lnTo>
                  <a:pt x="53" y="393"/>
                </a:lnTo>
                <a:lnTo>
                  <a:pt x="47" y="386"/>
                </a:lnTo>
                <a:lnTo>
                  <a:pt x="41" y="379"/>
                </a:lnTo>
                <a:lnTo>
                  <a:pt x="36" y="371"/>
                </a:lnTo>
                <a:lnTo>
                  <a:pt x="31" y="364"/>
                </a:lnTo>
                <a:lnTo>
                  <a:pt x="26" y="356"/>
                </a:lnTo>
                <a:lnTo>
                  <a:pt x="22" y="349"/>
                </a:lnTo>
                <a:lnTo>
                  <a:pt x="18" y="341"/>
                </a:lnTo>
                <a:lnTo>
                  <a:pt x="15" y="333"/>
                </a:lnTo>
                <a:lnTo>
                  <a:pt x="12" y="325"/>
                </a:lnTo>
                <a:lnTo>
                  <a:pt x="9" y="317"/>
                </a:lnTo>
                <a:lnTo>
                  <a:pt x="6" y="309"/>
                </a:lnTo>
                <a:lnTo>
                  <a:pt x="4" y="301"/>
                </a:lnTo>
                <a:lnTo>
                  <a:pt x="3" y="293"/>
                </a:lnTo>
                <a:lnTo>
                  <a:pt x="1" y="285"/>
                </a:lnTo>
                <a:lnTo>
                  <a:pt x="0" y="277"/>
                </a:lnTo>
                <a:lnTo>
                  <a:pt x="0" y="269"/>
                </a:lnTo>
                <a:lnTo>
                  <a:pt x="0" y="261"/>
                </a:lnTo>
                <a:lnTo>
                  <a:pt x="0" y="252"/>
                </a:lnTo>
                <a:lnTo>
                  <a:pt x="0" y="244"/>
                </a:lnTo>
                <a:lnTo>
                  <a:pt x="1" y="236"/>
                </a:lnTo>
                <a:lnTo>
                  <a:pt x="3" y="228"/>
                </a:lnTo>
                <a:lnTo>
                  <a:pt x="4" y="220"/>
                </a:lnTo>
                <a:lnTo>
                  <a:pt x="6" y="212"/>
                </a:lnTo>
                <a:lnTo>
                  <a:pt x="9" y="204"/>
                </a:lnTo>
                <a:lnTo>
                  <a:pt x="12" y="196"/>
                </a:lnTo>
                <a:lnTo>
                  <a:pt x="15" y="188"/>
                </a:lnTo>
                <a:lnTo>
                  <a:pt x="18" y="180"/>
                </a:lnTo>
                <a:lnTo>
                  <a:pt x="22" y="173"/>
                </a:lnTo>
                <a:lnTo>
                  <a:pt x="26" y="165"/>
                </a:lnTo>
                <a:lnTo>
                  <a:pt x="31" y="158"/>
                </a:lnTo>
                <a:lnTo>
                  <a:pt x="36" y="150"/>
                </a:lnTo>
                <a:lnTo>
                  <a:pt x="41" y="143"/>
                </a:lnTo>
                <a:lnTo>
                  <a:pt x="47" y="136"/>
                </a:lnTo>
                <a:lnTo>
                  <a:pt x="53" y="128"/>
                </a:lnTo>
                <a:lnTo>
                  <a:pt x="59" y="121"/>
                </a:lnTo>
                <a:lnTo>
                  <a:pt x="66" y="114"/>
                </a:lnTo>
                <a:lnTo>
                  <a:pt x="72" y="107"/>
                </a:lnTo>
                <a:lnTo>
                  <a:pt x="80" y="100"/>
                </a:lnTo>
                <a:lnTo>
                  <a:pt x="87" y="94"/>
                </a:lnTo>
                <a:lnTo>
                  <a:pt x="95" y="88"/>
                </a:lnTo>
                <a:lnTo>
                  <a:pt x="103" y="82"/>
                </a:lnTo>
                <a:lnTo>
                  <a:pt x="111" y="76"/>
                </a:lnTo>
                <a:lnTo>
                  <a:pt x="120" y="70"/>
                </a:lnTo>
                <a:lnTo>
                  <a:pt x="129" y="65"/>
                </a:lnTo>
                <a:lnTo>
                  <a:pt x="138" y="60"/>
                </a:lnTo>
                <a:lnTo>
                  <a:pt x="147" y="54"/>
                </a:lnTo>
                <a:lnTo>
                  <a:pt x="157" y="50"/>
                </a:lnTo>
                <a:lnTo>
                  <a:pt x="167" y="45"/>
                </a:lnTo>
                <a:lnTo>
                  <a:pt x="177" y="40"/>
                </a:lnTo>
                <a:lnTo>
                  <a:pt x="187" y="36"/>
                </a:lnTo>
                <a:lnTo>
                  <a:pt x="197" y="32"/>
                </a:lnTo>
                <a:lnTo>
                  <a:pt x="208" y="28"/>
                </a:lnTo>
                <a:lnTo>
                  <a:pt x="219" y="25"/>
                </a:lnTo>
                <a:lnTo>
                  <a:pt x="230" y="21"/>
                </a:lnTo>
                <a:lnTo>
                  <a:pt x="241" y="18"/>
                </a:lnTo>
                <a:lnTo>
                  <a:pt x="252" y="15"/>
                </a:lnTo>
                <a:lnTo>
                  <a:pt x="263" y="13"/>
                </a:lnTo>
                <a:lnTo>
                  <a:pt x="275" y="10"/>
                </a:lnTo>
                <a:lnTo>
                  <a:pt x="286" y="8"/>
                </a:lnTo>
                <a:lnTo>
                  <a:pt x="298" y="6"/>
                </a:lnTo>
                <a:lnTo>
                  <a:pt x="310" y="5"/>
                </a:lnTo>
                <a:lnTo>
                  <a:pt x="322" y="3"/>
                </a:lnTo>
                <a:lnTo>
                  <a:pt x="333" y="2"/>
                </a:lnTo>
                <a:lnTo>
                  <a:pt x="345" y="1"/>
                </a:lnTo>
                <a:lnTo>
                  <a:pt x="357" y="0"/>
                </a:lnTo>
                <a:lnTo>
                  <a:pt x="369" y="0"/>
                </a:lnTo>
                <a:lnTo>
                  <a:pt x="381" y="0"/>
                </a:lnTo>
                <a:lnTo>
                  <a:pt x="393" y="0"/>
                </a:lnTo>
                <a:lnTo>
                  <a:pt x="405" y="0"/>
                </a:lnTo>
                <a:lnTo>
                  <a:pt x="417" y="1"/>
                </a:lnTo>
                <a:lnTo>
                  <a:pt x="429" y="2"/>
                </a:lnTo>
                <a:lnTo>
                  <a:pt x="441" y="3"/>
                </a:lnTo>
                <a:lnTo>
                  <a:pt x="453" y="5"/>
                </a:lnTo>
                <a:lnTo>
                  <a:pt x="465" y="6"/>
                </a:lnTo>
                <a:lnTo>
                  <a:pt x="476" y="8"/>
                </a:lnTo>
                <a:lnTo>
                  <a:pt x="488" y="10"/>
                </a:lnTo>
                <a:lnTo>
                  <a:pt x="499" y="13"/>
                </a:lnTo>
                <a:lnTo>
                  <a:pt x="511" y="15"/>
                </a:lnTo>
                <a:lnTo>
                  <a:pt x="522" y="18"/>
                </a:lnTo>
                <a:lnTo>
                  <a:pt x="533" y="21"/>
                </a:lnTo>
                <a:lnTo>
                  <a:pt x="544" y="25"/>
                </a:lnTo>
                <a:lnTo>
                  <a:pt x="555" y="28"/>
                </a:lnTo>
                <a:lnTo>
                  <a:pt x="565" y="32"/>
                </a:lnTo>
                <a:lnTo>
                  <a:pt x="576" y="36"/>
                </a:lnTo>
                <a:lnTo>
                  <a:pt x="586" y="40"/>
                </a:lnTo>
                <a:lnTo>
                  <a:pt x="596" y="45"/>
                </a:lnTo>
                <a:lnTo>
                  <a:pt x="606" y="50"/>
                </a:lnTo>
                <a:lnTo>
                  <a:pt x="615" y="54"/>
                </a:lnTo>
                <a:lnTo>
                  <a:pt x="625" y="60"/>
                </a:lnTo>
                <a:lnTo>
                  <a:pt x="634" y="65"/>
                </a:lnTo>
                <a:lnTo>
                  <a:pt x="642" y="70"/>
                </a:lnTo>
                <a:lnTo>
                  <a:pt x="651" y="76"/>
                </a:lnTo>
                <a:lnTo>
                  <a:pt x="659" y="82"/>
                </a:lnTo>
                <a:lnTo>
                  <a:pt x="668" y="88"/>
                </a:lnTo>
                <a:lnTo>
                  <a:pt x="675" y="94"/>
                </a:lnTo>
                <a:lnTo>
                  <a:pt x="683" y="100"/>
                </a:lnTo>
                <a:lnTo>
                  <a:pt x="690" y="107"/>
                </a:lnTo>
                <a:lnTo>
                  <a:pt x="697" y="114"/>
                </a:lnTo>
                <a:lnTo>
                  <a:pt x="703" y="121"/>
                </a:lnTo>
                <a:lnTo>
                  <a:pt x="710" y="128"/>
                </a:lnTo>
                <a:lnTo>
                  <a:pt x="716" y="136"/>
                </a:lnTo>
                <a:lnTo>
                  <a:pt x="721" y="143"/>
                </a:lnTo>
                <a:lnTo>
                  <a:pt x="727" y="150"/>
                </a:lnTo>
                <a:lnTo>
                  <a:pt x="731" y="158"/>
                </a:lnTo>
                <a:lnTo>
                  <a:pt x="736" y="165"/>
                </a:lnTo>
                <a:lnTo>
                  <a:pt x="740" y="173"/>
                </a:lnTo>
                <a:lnTo>
                  <a:pt x="744" y="180"/>
                </a:lnTo>
                <a:lnTo>
                  <a:pt x="749" y="188"/>
                </a:lnTo>
                <a:lnTo>
                  <a:pt x="752" y="196"/>
                </a:lnTo>
                <a:lnTo>
                  <a:pt x="755" y="204"/>
                </a:lnTo>
                <a:lnTo>
                  <a:pt x="757" y="212"/>
                </a:lnTo>
                <a:lnTo>
                  <a:pt x="759" y="220"/>
                </a:lnTo>
                <a:lnTo>
                  <a:pt x="761" y="228"/>
                </a:lnTo>
                <a:lnTo>
                  <a:pt x="762" y="236"/>
                </a:lnTo>
                <a:lnTo>
                  <a:pt x="763" y="244"/>
                </a:lnTo>
                <a:lnTo>
                  <a:pt x="764" y="252"/>
                </a:lnTo>
                <a:lnTo>
                  <a:pt x="764" y="261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0" name=""/>
          <p:cNvSpPr/>
          <p:nvPr/>
        </p:nvSpPr>
        <p:spPr>
          <a:xfrm>
            <a:off x="3983040" y="2849400"/>
            <a:ext cx="286200" cy="194760"/>
          </a:xfrm>
          <a:custGeom>
            <a:avLst/>
            <a:gdLst/>
            <a:ahLst/>
            <a:rect l="0" t="0" r="r" b="b"/>
            <a:pathLst>
              <a:path w="795" h="541">
                <a:moveTo>
                  <a:pt x="780" y="270"/>
                </a:moveTo>
                <a:lnTo>
                  <a:pt x="780" y="261"/>
                </a:lnTo>
                <a:lnTo>
                  <a:pt x="779" y="253"/>
                </a:lnTo>
                <a:lnTo>
                  <a:pt x="778" y="245"/>
                </a:lnTo>
                <a:lnTo>
                  <a:pt x="777" y="237"/>
                </a:lnTo>
                <a:lnTo>
                  <a:pt x="775" y="229"/>
                </a:lnTo>
                <a:lnTo>
                  <a:pt x="773" y="221"/>
                </a:lnTo>
                <a:lnTo>
                  <a:pt x="771" y="213"/>
                </a:lnTo>
                <a:lnTo>
                  <a:pt x="768" y="205"/>
                </a:lnTo>
                <a:lnTo>
                  <a:pt x="765" y="197"/>
                </a:lnTo>
                <a:lnTo>
                  <a:pt x="761" y="189"/>
                </a:lnTo>
                <a:lnTo>
                  <a:pt x="757" y="182"/>
                </a:lnTo>
                <a:lnTo>
                  <a:pt x="753" y="174"/>
                </a:lnTo>
                <a:lnTo>
                  <a:pt x="748" y="167"/>
                </a:lnTo>
                <a:lnTo>
                  <a:pt x="744" y="159"/>
                </a:lnTo>
                <a:lnTo>
                  <a:pt x="738" y="152"/>
                </a:lnTo>
                <a:lnTo>
                  <a:pt x="733" y="145"/>
                </a:lnTo>
                <a:lnTo>
                  <a:pt x="727" y="137"/>
                </a:lnTo>
                <a:lnTo>
                  <a:pt x="720" y="130"/>
                </a:lnTo>
                <a:lnTo>
                  <a:pt x="714" y="124"/>
                </a:lnTo>
                <a:lnTo>
                  <a:pt x="707" y="117"/>
                </a:lnTo>
                <a:lnTo>
                  <a:pt x="700" y="110"/>
                </a:lnTo>
                <a:lnTo>
                  <a:pt x="692" y="104"/>
                </a:lnTo>
                <a:lnTo>
                  <a:pt x="685" y="98"/>
                </a:lnTo>
                <a:lnTo>
                  <a:pt x="676" y="92"/>
                </a:lnTo>
                <a:lnTo>
                  <a:pt x="668" y="86"/>
                </a:lnTo>
                <a:lnTo>
                  <a:pt x="659" y="80"/>
                </a:lnTo>
                <a:lnTo>
                  <a:pt x="651" y="75"/>
                </a:lnTo>
                <a:lnTo>
                  <a:pt x="642" y="70"/>
                </a:lnTo>
                <a:lnTo>
                  <a:pt x="632" y="64"/>
                </a:lnTo>
                <a:lnTo>
                  <a:pt x="623" y="60"/>
                </a:lnTo>
                <a:lnTo>
                  <a:pt x="613" y="55"/>
                </a:lnTo>
                <a:lnTo>
                  <a:pt x="603" y="50"/>
                </a:lnTo>
                <a:lnTo>
                  <a:pt x="593" y="46"/>
                </a:lnTo>
                <a:lnTo>
                  <a:pt x="582" y="42"/>
                </a:lnTo>
                <a:lnTo>
                  <a:pt x="572" y="38"/>
                </a:lnTo>
                <a:lnTo>
                  <a:pt x="561" y="35"/>
                </a:lnTo>
                <a:lnTo>
                  <a:pt x="550" y="31"/>
                </a:lnTo>
                <a:lnTo>
                  <a:pt x="539" y="28"/>
                </a:lnTo>
                <a:lnTo>
                  <a:pt x="528" y="25"/>
                </a:lnTo>
                <a:lnTo>
                  <a:pt x="516" y="23"/>
                </a:lnTo>
                <a:lnTo>
                  <a:pt x="505" y="20"/>
                </a:lnTo>
                <a:lnTo>
                  <a:pt x="493" y="18"/>
                </a:lnTo>
                <a:lnTo>
                  <a:pt x="482" y="16"/>
                </a:lnTo>
                <a:lnTo>
                  <a:pt x="470" y="15"/>
                </a:lnTo>
                <a:lnTo>
                  <a:pt x="458" y="13"/>
                </a:lnTo>
                <a:lnTo>
                  <a:pt x="446" y="12"/>
                </a:lnTo>
                <a:lnTo>
                  <a:pt x="433" y="11"/>
                </a:lnTo>
                <a:lnTo>
                  <a:pt x="421" y="10"/>
                </a:lnTo>
                <a:lnTo>
                  <a:pt x="409" y="10"/>
                </a:lnTo>
                <a:lnTo>
                  <a:pt x="397" y="10"/>
                </a:lnTo>
                <a:lnTo>
                  <a:pt x="385" y="10"/>
                </a:lnTo>
                <a:lnTo>
                  <a:pt x="373" y="10"/>
                </a:lnTo>
                <a:lnTo>
                  <a:pt x="361" y="11"/>
                </a:lnTo>
                <a:lnTo>
                  <a:pt x="349" y="12"/>
                </a:lnTo>
                <a:lnTo>
                  <a:pt x="338" y="13"/>
                </a:lnTo>
                <a:lnTo>
                  <a:pt x="326" y="15"/>
                </a:lnTo>
                <a:lnTo>
                  <a:pt x="314" y="16"/>
                </a:lnTo>
                <a:lnTo>
                  <a:pt x="302" y="18"/>
                </a:lnTo>
                <a:lnTo>
                  <a:pt x="291" y="20"/>
                </a:lnTo>
                <a:lnTo>
                  <a:pt x="279" y="23"/>
                </a:lnTo>
                <a:lnTo>
                  <a:pt x="268" y="25"/>
                </a:lnTo>
                <a:lnTo>
                  <a:pt x="257" y="28"/>
                </a:lnTo>
                <a:lnTo>
                  <a:pt x="246" y="31"/>
                </a:lnTo>
                <a:lnTo>
                  <a:pt x="235" y="35"/>
                </a:lnTo>
                <a:lnTo>
                  <a:pt x="224" y="38"/>
                </a:lnTo>
                <a:lnTo>
                  <a:pt x="213" y="42"/>
                </a:lnTo>
                <a:lnTo>
                  <a:pt x="203" y="46"/>
                </a:lnTo>
                <a:lnTo>
                  <a:pt x="193" y="50"/>
                </a:lnTo>
                <a:lnTo>
                  <a:pt x="183" y="55"/>
                </a:lnTo>
                <a:lnTo>
                  <a:pt x="173" y="60"/>
                </a:lnTo>
                <a:lnTo>
                  <a:pt x="163" y="64"/>
                </a:lnTo>
                <a:lnTo>
                  <a:pt x="154" y="70"/>
                </a:lnTo>
                <a:lnTo>
                  <a:pt x="145" y="75"/>
                </a:lnTo>
                <a:lnTo>
                  <a:pt x="136" y="80"/>
                </a:lnTo>
                <a:lnTo>
                  <a:pt x="127" y="86"/>
                </a:lnTo>
                <a:lnTo>
                  <a:pt x="119" y="92"/>
                </a:lnTo>
                <a:lnTo>
                  <a:pt x="111" y="98"/>
                </a:lnTo>
                <a:lnTo>
                  <a:pt x="103" y="104"/>
                </a:lnTo>
                <a:lnTo>
                  <a:pt x="96" y="110"/>
                </a:lnTo>
                <a:lnTo>
                  <a:pt x="88" y="117"/>
                </a:lnTo>
                <a:lnTo>
                  <a:pt x="82" y="124"/>
                </a:lnTo>
                <a:lnTo>
                  <a:pt x="75" y="130"/>
                </a:lnTo>
                <a:lnTo>
                  <a:pt x="69" y="137"/>
                </a:lnTo>
                <a:lnTo>
                  <a:pt x="63" y="145"/>
                </a:lnTo>
                <a:lnTo>
                  <a:pt x="57" y="152"/>
                </a:lnTo>
                <a:lnTo>
                  <a:pt x="52" y="159"/>
                </a:lnTo>
                <a:lnTo>
                  <a:pt x="47" y="167"/>
                </a:lnTo>
                <a:lnTo>
                  <a:pt x="42" y="174"/>
                </a:lnTo>
                <a:lnTo>
                  <a:pt x="38" y="182"/>
                </a:lnTo>
                <a:lnTo>
                  <a:pt x="34" y="189"/>
                </a:lnTo>
                <a:lnTo>
                  <a:pt x="31" y="197"/>
                </a:lnTo>
                <a:lnTo>
                  <a:pt x="28" y="205"/>
                </a:lnTo>
                <a:lnTo>
                  <a:pt x="25" y="213"/>
                </a:lnTo>
                <a:lnTo>
                  <a:pt x="22" y="221"/>
                </a:lnTo>
                <a:lnTo>
                  <a:pt x="20" y="229"/>
                </a:lnTo>
                <a:lnTo>
                  <a:pt x="19" y="237"/>
                </a:lnTo>
                <a:lnTo>
                  <a:pt x="17" y="245"/>
                </a:lnTo>
                <a:lnTo>
                  <a:pt x="16" y="253"/>
                </a:lnTo>
                <a:lnTo>
                  <a:pt x="16" y="261"/>
                </a:lnTo>
                <a:lnTo>
                  <a:pt x="16" y="270"/>
                </a:lnTo>
                <a:lnTo>
                  <a:pt x="16" y="278"/>
                </a:lnTo>
                <a:lnTo>
                  <a:pt x="16" y="286"/>
                </a:lnTo>
                <a:lnTo>
                  <a:pt x="17" y="294"/>
                </a:lnTo>
                <a:lnTo>
                  <a:pt x="19" y="302"/>
                </a:lnTo>
                <a:lnTo>
                  <a:pt x="20" y="310"/>
                </a:lnTo>
                <a:lnTo>
                  <a:pt x="22" y="318"/>
                </a:lnTo>
                <a:lnTo>
                  <a:pt x="25" y="326"/>
                </a:lnTo>
                <a:lnTo>
                  <a:pt x="28" y="334"/>
                </a:lnTo>
                <a:lnTo>
                  <a:pt x="31" y="342"/>
                </a:lnTo>
                <a:lnTo>
                  <a:pt x="34" y="350"/>
                </a:lnTo>
                <a:lnTo>
                  <a:pt x="38" y="358"/>
                </a:lnTo>
                <a:lnTo>
                  <a:pt x="42" y="365"/>
                </a:lnTo>
                <a:lnTo>
                  <a:pt x="47" y="373"/>
                </a:lnTo>
                <a:lnTo>
                  <a:pt x="52" y="380"/>
                </a:lnTo>
                <a:lnTo>
                  <a:pt x="57" y="388"/>
                </a:lnTo>
                <a:lnTo>
                  <a:pt x="63" y="395"/>
                </a:lnTo>
                <a:lnTo>
                  <a:pt x="69" y="402"/>
                </a:lnTo>
                <a:lnTo>
                  <a:pt x="75" y="409"/>
                </a:lnTo>
                <a:lnTo>
                  <a:pt x="82" y="416"/>
                </a:lnTo>
                <a:lnTo>
                  <a:pt x="88" y="422"/>
                </a:lnTo>
                <a:lnTo>
                  <a:pt x="96" y="429"/>
                </a:lnTo>
                <a:lnTo>
                  <a:pt x="103" y="435"/>
                </a:lnTo>
                <a:lnTo>
                  <a:pt x="111" y="442"/>
                </a:lnTo>
                <a:lnTo>
                  <a:pt x="119" y="448"/>
                </a:lnTo>
                <a:lnTo>
                  <a:pt x="127" y="454"/>
                </a:lnTo>
                <a:lnTo>
                  <a:pt x="136" y="460"/>
                </a:lnTo>
                <a:lnTo>
                  <a:pt x="145" y="465"/>
                </a:lnTo>
                <a:lnTo>
                  <a:pt x="154" y="471"/>
                </a:lnTo>
                <a:lnTo>
                  <a:pt x="163" y="476"/>
                </a:lnTo>
                <a:lnTo>
                  <a:pt x="173" y="481"/>
                </a:lnTo>
                <a:lnTo>
                  <a:pt x="183" y="485"/>
                </a:lnTo>
                <a:lnTo>
                  <a:pt x="193" y="490"/>
                </a:lnTo>
                <a:lnTo>
                  <a:pt x="203" y="494"/>
                </a:lnTo>
                <a:lnTo>
                  <a:pt x="213" y="498"/>
                </a:lnTo>
                <a:lnTo>
                  <a:pt x="224" y="502"/>
                </a:lnTo>
                <a:lnTo>
                  <a:pt x="235" y="506"/>
                </a:lnTo>
                <a:lnTo>
                  <a:pt x="246" y="509"/>
                </a:lnTo>
                <a:lnTo>
                  <a:pt x="257" y="512"/>
                </a:lnTo>
                <a:lnTo>
                  <a:pt x="268" y="515"/>
                </a:lnTo>
                <a:lnTo>
                  <a:pt x="279" y="518"/>
                </a:lnTo>
                <a:lnTo>
                  <a:pt x="291" y="520"/>
                </a:lnTo>
                <a:lnTo>
                  <a:pt x="302" y="522"/>
                </a:lnTo>
                <a:lnTo>
                  <a:pt x="314" y="524"/>
                </a:lnTo>
                <a:lnTo>
                  <a:pt x="326" y="526"/>
                </a:lnTo>
                <a:lnTo>
                  <a:pt x="338" y="527"/>
                </a:lnTo>
                <a:lnTo>
                  <a:pt x="349" y="528"/>
                </a:lnTo>
                <a:lnTo>
                  <a:pt x="361" y="529"/>
                </a:lnTo>
                <a:lnTo>
                  <a:pt x="373" y="530"/>
                </a:lnTo>
                <a:lnTo>
                  <a:pt x="385" y="530"/>
                </a:lnTo>
                <a:lnTo>
                  <a:pt x="397" y="530"/>
                </a:lnTo>
                <a:lnTo>
                  <a:pt x="409" y="530"/>
                </a:lnTo>
                <a:lnTo>
                  <a:pt x="421" y="530"/>
                </a:lnTo>
                <a:lnTo>
                  <a:pt x="433" y="529"/>
                </a:lnTo>
                <a:lnTo>
                  <a:pt x="446" y="528"/>
                </a:lnTo>
                <a:lnTo>
                  <a:pt x="458" y="527"/>
                </a:lnTo>
                <a:lnTo>
                  <a:pt x="470" y="526"/>
                </a:lnTo>
                <a:lnTo>
                  <a:pt x="482" y="524"/>
                </a:lnTo>
                <a:lnTo>
                  <a:pt x="493" y="522"/>
                </a:lnTo>
                <a:lnTo>
                  <a:pt x="505" y="520"/>
                </a:lnTo>
                <a:lnTo>
                  <a:pt x="516" y="518"/>
                </a:lnTo>
                <a:lnTo>
                  <a:pt x="528" y="515"/>
                </a:lnTo>
                <a:lnTo>
                  <a:pt x="539" y="512"/>
                </a:lnTo>
                <a:lnTo>
                  <a:pt x="550" y="509"/>
                </a:lnTo>
                <a:lnTo>
                  <a:pt x="561" y="506"/>
                </a:lnTo>
                <a:lnTo>
                  <a:pt x="572" y="502"/>
                </a:lnTo>
                <a:lnTo>
                  <a:pt x="582" y="498"/>
                </a:lnTo>
                <a:lnTo>
                  <a:pt x="593" y="494"/>
                </a:lnTo>
                <a:lnTo>
                  <a:pt x="603" y="490"/>
                </a:lnTo>
                <a:lnTo>
                  <a:pt x="613" y="485"/>
                </a:lnTo>
                <a:lnTo>
                  <a:pt x="623" y="481"/>
                </a:lnTo>
                <a:lnTo>
                  <a:pt x="632" y="476"/>
                </a:lnTo>
                <a:lnTo>
                  <a:pt x="642" y="471"/>
                </a:lnTo>
                <a:lnTo>
                  <a:pt x="651" y="465"/>
                </a:lnTo>
                <a:lnTo>
                  <a:pt x="659" y="460"/>
                </a:lnTo>
                <a:lnTo>
                  <a:pt x="668" y="454"/>
                </a:lnTo>
                <a:lnTo>
                  <a:pt x="676" y="448"/>
                </a:lnTo>
                <a:lnTo>
                  <a:pt x="685" y="442"/>
                </a:lnTo>
                <a:lnTo>
                  <a:pt x="692" y="435"/>
                </a:lnTo>
                <a:lnTo>
                  <a:pt x="700" y="429"/>
                </a:lnTo>
                <a:lnTo>
                  <a:pt x="707" y="422"/>
                </a:lnTo>
                <a:lnTo>
                  <a:pt x="714" y="416"/>
                </a:lnTo>
                <a:lnTo>
                  <a:pt x="720" y="409"/>
                </a:lnTo>
                <a:lnTo>
                  <a:pt x="727" y="402"/>
                </a:lnTo>
                <a:lnTo>
                  <a:pt x="733" y="395"/>
                </a:lnTo>
                <a:lnTo>
                  <a:pt x="738" y="388"/>
                </a:lnTo>
                <a:lnTo>
                  <a:pt x="744" y="380"/>
                </a:lnTo>
                <a:lnTo>
                  <a:pt x="748" y="373"/>
                </a:lnTo>
                <a:lnTo>
                  <a:pt x="753" y="365"/>
                </a:lnTo>
                <a:lnTo>
                  <a:pt x="757" y="358"/>
                </a:lnTo>
                <a:lnTo>
                  <a:pt x="761" y="350"/>
                </a:lnTo>
                <a:lnTo>
                  <a:pt x="765" y="342"/>
                </a:lnTo>
                <a:lnTo>
                  <a:pt x="768" y="334"/>
                </a:lnTo>
                <a:lnTo>
                  <a:pt x="771" y="326"/>
                </a:lnTo>
                <a:lnTo>
                  <a:pt x="773" y="318"/>
                </a:lnTo>
                <a:lnTo>
                  <a:pt x="775" y="310"/>
                </a:lnTo>
                <a:lnTo>
                  <a:pt x="777" y="302"/>
                </a:lnTo>
                <a:lnTo>
                  <a:pt x="778" y="294"/>
                </a:lnTo>
                <a:lnTo>
                  <a:pt x="779" y="286"/>
                </a:lnTo>
                <a:lnTo>
                  <a:pt x="780" y="278"/>
                </a:lnTo>
                <a:lnTo>
                  <a:pt x="780" y="270"/>
                </a:lnTo>
                <a:moveTo>
                  <a:pt x="795" y="270"/>
                </a:moveTo>
                <a:lnTo>
                  <a:pt x="795" y="278"/>
                </a:lnTo>
                <a:lnTo>
                  <a:pt x="794" y="287"/>
                </a:lnTo>
                <a:lnTo>
                  <a:pt x="793" y="295"/>
                </a:lnTo>
                <a:lnTo>
                  <a:pt x="792" y="303"/>
                </a:lnTo>
                <a:lnTo>
                  <a:pt x="790" y="312"/>
                </a:lnTo>
                <a:lnTo>
                  <a:pt x="788" y="320"/>
                </a:lnTo>
                <a:lnTo>
                  <a:pt x="785" y="329"/>
                </a:lnTo>
                <a:lnTo>
                  <a:pt x="783" y="337"/>
                </a:lnTo>
                <a:lnTo>
                  <a:pt x="779" y="345"/>
                </a:lnTo>
                <a:lnTo>
                  <a:pt x="776" y="353"/>
                </a:lnTo>
                <a:lnTo>
                  <a:pt x="772" y="361"/>
                </a:lnTo>
                <a:lnTo>
                  <a:pt x="767" y="369"/>
                </a:lnTo>
                <a:lnTo>
                  <a:pt x="762" y="377"/>
                </a:lnTo>
                <a:lnTo>
                  <a:pt x="757" y="385"/>
                </a:lnTo>
                <a:lnTo>
                  <a:pt x="752" y="392"/>
                </a:lnTo>
                <a:lnTo>
                  <a:pt x="746" y="400"/>
                </a:lnTo>
                <a:lnTo>
                  <a:pt x="740" y="407"/>
                </a:lnTo>
                <a:lnTo>
                  <a:pt x="733" y="414"/>
                </a:lnTo>
                <a:lnTo>
                  <a:pt x="726" y="421"/>
                </a:lnTo>
                <a:lnTo>
                  <a:pt x="719" y="428"/>
                </a:lnTo>
                <a:lnTo>
                  <a:pt x="712" y="435"/>
                </a:lnTo>
                <a:lnTo>
                  <a:pt x="704" y="443"/>
                </a:lnTo>
                <a:lnTo>
                  <a:pt x="696" y="449"/>
                </a:lnTo>
                <a:lnTo>
                  <a:pt x="687" y="455"/>
                </a:lnTo>
                <a:lnTo>
                  <a:pt x="679" y="462"/>
                </a:lnTo>
                <a:lnTo>
                  <a:pt x="670" y="467"/>
                </a:lnTo>
                <a:lnTo>
                  <a:pt x="661" y="473"/>
                </a:lnTo>
                <a:lnTo>
                  <a:pt x="651" y="479"/>
                </a:lnTo>
                <a:lnTo>
                  <a:pt x="641" y="484"/>
                </a:lnTo>
                <a:lnTo>
                  <a:pt x="631" y="489"/>
                </a:lnTo>
                <a:lnTo>
                  <a:pt x="621" y="494"/>
                </a:lnTo>
                <a:lnTo>
                  <a:pt x="611" y="499"/>
                </a:lnTo>
                <a:lnTo>
                  <a:pt x="600" y="503"/>
                </a:lnTo>
                <a:lnTo>
                  <a:pt x="589" y="507"/>
                </a:lnTo>
                <a:lnTo>
                  <a:pt x="578" y="511"/>
                </a:lnTo>
                <a:lnTo>
                  <a:pt x="567" y="515"/>
                </a:lnTo>
                <a:lnTo>
                  <a:pt x="556" y="518"/>
                </a:lnTo>
                <a:lnTo>
                  <a:pt x="544" y="522"/>
                </a:lnTo>
                <a:lnTo>
                  <a:pt x="533" y="525"/>
                </a:lnTo>
                <a:lnTo>
                  <a:pt x="521" y="527"/>
                </a:lnTo>
                <a:lnTo>
                  <a:pt x="509" y="530"/>
                </a:lnTo>
                <a:lnTo>
                  <a:pt x="497" y="532"/>
                </a:lnTo>
                <a:lnTo>
                  <a:pt x="485" y="534"/>
                </a:lnTo>
                <a:lnTo>
                  <a:pt x="473" y="536"/>
                </a:lnTo>
                <a:lnTo>
                  <a:pt x="460" y="537"/>
                </a:lnTo>
                <a:lnTo>
                  <a:pt x="448" y="539"/>
                </a:lnTo>
                <a:lnTo>
                  <a:pt x="436" y="539"/>
                </a:lnTo>
                <a:lnTo>
                  <a:pt x="422" y="540"/>
                </a:lnTo>
                <a:lnTo>
                  <a:pt x="410" y="541"/>
                </a:lnTo>
                <a:lnTo>
                  <a:pt x="397" y="541"/>
                </a:lnTo>
                <a:lnTo>
                  <a:pt x="385" y="541"/>
                </a:lnTo>
                <a:lnTo>
                  <a:pt x="372" y="540"/>
                </a:lnTo>
                <a:lnTo>
                  <a:pt x="360" y="539"/>
                </a:lnTo>
                <a:lnTo>
                  <a:pt x="348" y="539"/>
                </a:lnTo>
                <a:lnTo>
                  <a:pt x="335" y="537"/>
                </a:lnTo>
                <a:lnTo>
                  <a:pt x="323" y="536"/>
                </a:lnTo>
                <a:lnTo>
                  <a:pt x="311" y="534"/>
                </a:lnTo>
                <a:lnTo>
                  <a:pt x="299" y="532"/>
                </a:lnTo>
                <a:lnTo>
                  <a:pt x="287" y="530"/>
                </a:lnTo>
                <a:lnTo>
                  <a:pt x="275" y="527"/>
                </a:lnTo>
                <a:lnTo>
                  <a:pt x="263" y="525"/>
                </a:lnTo>
                <a:lnTo>
                  <a:pt x="251" y="522"/>
                </a:lnTo>
                <a:lnTo>
                  <a:pt x="240" y="518"/>
                </a:lnTo>
                <a:lnTo>
                  <a:pt x="228" y="515"/>
                </a:lnTo>
                <a:lnTo>
                  <a:pt x="217" y="511"/>
                </a:lnTo>
                <a:lnTo>
                  <a:pt x="206" y="507"/>
                </a:lnTo>
                <a:lnTo>
                  <a:pt x="195" y="503"/>
                </a:lnTo>
                <a:lnTo>
                  <a:pt x="185" y="499"/>
                </a:lnTo>
                <a:lnTo>
                  <a:pt x="174" y="494"/>
                </a:lnTo>
                <a:lnTo>
                  <a:pt x="164" y="489"/>
                </a:lnTo>
                <a:lnTo>
                  <a:pt x="154" y="484"/>
                </a:lnTo>
                <a:lnTo>
                  <a:pt x="144" y="479"/>
                </a:lnTo>
                <a:lnTo>
                  <a:pt x="135" y="473"/>
                </a:lnTo>
                <a:lnTo>
                  <a:pt x="126" y="467"/>
                </a:lnTo>
                <a:lnTo>
                  <a:pt x="117" y="462"/>
                </a:lnTo>
                <a:lnTo>
                  <a:pt x="108" y="455"/>
                </a:lnTo>
                <a:lnTo>
                  <a:pt x="100" y="449"/>
                </a:lnTo>
                <a:lnTo>
                  <a:pt x="92" y="443"/>
                </a:lnTo>
                <a:lnTo>
                  <a:pt x="84" y="435"/>
                </a:lnTo>
                <a:lnTo>
                  <a:pt x="76" y="428"/>
                </a:lnTo>
                <a:lnTo>
                  <a:pt x="69" y="421"/>
                </a:lnTo>
                <a:lnTo>
                  <a:pt x="62" y="414"/>
                </a:lnTo>
                <a:lnTo>
                  <a:pt x="56" y="407"/>
                </a:lnTo>
                <a:lnTo>
                  <a:pt x="50" y="400"/>
                </a:lnTo>
                <a:lnTo>
                  <a:pt x="44" y="392"/>
                </a:lnTo>
                <a:lnTo>
                  <a:pt x="38" y="385"/>
                </a:lnTo>
                <a:lnTo>
                  <a:pt x="33" y="377"/>
                </a:lnTo>
                <a:lnTo>
                  <a:pt x="28" y="369"/>
                </a:lnTo>
                <a:lnTo>
                  <a:pt x="24" y="361"/>
                </a:lnTo>
                <a:lnTo>
                  <a:pt x="20" y="353"/>
                </a:lnTo>
                <a:lnTo>
                  <a:pt x="16" y="345"/>
                </a:lnTo>
                <a:lnTo>
                  <a:pt x="13" y="337"/>
                </a:lnTo>
                <a:lnTo>
                  <a:pt x="10" y="329"/>
                </a:lnTo>
                <a:lnTo>
                  <a:pt x="8" y="320"/>
                </a:lnTo>
                <a:lnTo>
                  <a:pt x="5" y="312"/>
                </a:lnTo>
                <a:lnTo>
                  <a:pt x="4" y="303"/>
                </a:lnTo>
                <a:lnTo>
                  <a:pt x="2" y="295"/>
                </a:lnTo>
                <a:lnTo>
                  <a:pt x="1" y="287"/>
                </a:lnTo>
                <a:lnTo>
                  <a:pt x="1" y="278"/>
                </a:lnTo>
                <a:lnTo>
                  <a:pt x="0" y="270"/>
                </a:lnTo>
                <a:lnTo>
                  <a:pt x="1" y="261"/>
                </a:lnTo>
                <a:lnTo>
                  <a:pt x="1" y="253"/>
                </a:lnTo>
                <a:lnTo>
                  <a:pt x="2" y="244"/>
                </a:lnTo>
                <a:lnTo>
                  <a:pt x="4" y="236"/>
                </a:lnTo>
                <a:lnTo>
                  <a:pt x="5" y="227"/>
                </a:lnTo>
                <a:lnTo>
                  <a:pt x="8" y="219"/>
                </a:lnTo>
                <a:lnTo>
                  <a:pt x="10" y="211"/>
                </a:lnTo>
                <a:lnTo>
                  <a:pt x="13" y="203"/>
                </a:lnTo>
                <a:lnTo>
                  <a:pt x="16" y="194"/>
                </a:lnTo>
                <a:lnTo>
                  <a:pt x="20" y="186"/>
                </a:lnTo>
                <a:lnTo>
                  <a:pt x="24" y="178"/>
                </a:lnTo>
                <a:lnTo>
                  <a:pt x="28" y="170"/>
                </a:lnTo>
                <a:lnTo>
                  <a:pt x="33" y="162"/>
                </a:lnTo>
                <a:lnTo>
                  <a:pt x="38" y="155"/>
                </a:lnTo>
                <a:lnTo>
                  <a:pt x="44" y="147"/>
                </a:lnTo>
                <a:lnTo>
                  <a:pt x="50" y="140"/>
                </a:lnTo>
                <a:lnTo>
                  <a:pt x="56" y="132"/>
                </a:lnTo>
                <a:lnTo>
                  <a:pt x="62" y="125"/>
                </a:lnTo>
                <a:lnTo>
                  <a:pt x="69" y="118"/>
                </a:lnTo>
                <a:lnTo>
                  <a:pt x="76" y="111"/>
                </a:lnTo>
                <a:lnTo>
                  <a:pt x="84" y="104"/>
                </a:lnTo>
                <a:lnTo>
                  <a:pt x="92" y="98"/>
                </a:lnTo>
                <a:lnTo>
                  <a:pt x="100" y="91"/>
                </a:lnTo>
                <a:lnTo>
                  <a:pt x="108" y="85"/>
                </a:lnTo>
                <a:lnTo>
                  <a:pt x="117" y="79"/>
                </a:lnTo>
                <a:lnTo>
                  <a:pt x="126" y="73"/>
                </a:lnTo>
                <a:lnTo>
                  <a:pt x="135" y="67"/>
                </a:lnTo>
                <a:lnTo>
                  <a:pt x="144" y="62"/>
                </a:lnTo>
                <a:lnTo>
                  <a:pt x="154" y="56"/>
                </a:lnTo>
                <a:lnTo>
                  <a:pt x="164" y="51"/>
                </a:lnTo>
                <a:lnTo>
                  <a:pt x="174" y="46"/>
                </a:lnTo>
                <a:lnTo>
                  <a:pt x="185" y="42"/>
                </a:lnTo>
                <a:lnTo>
                  <a:pt x="195" y="37"/>
                </a:lnTo>
                <a:lnTo>
                  <a:pt x="206" y="33"/>
                </a:lnTo>
                <a:lnTo>
                  <a:pt x="217" y="29"/>
                </a:lnTo>
                <a:lnTo>
                  <a:pt x="228" y="25"/>
                </a:lnTo>
                <a:lnTo>
                  <a:pt x="240" y="22"/>
                </a:lnTo>
                <a:lnTo>
                  <a:pt x="251" y="19"/>
                </a:lnTo>
                <a:lnTo>
                  <a:pt x="263" y="16"/>
                </a:lnTo>
                <a:lnTo>
                  <a:pt x="275" y="13"/>
                </a:lnTo>
                <a:lnTo>
                  <a:pt x="287" y="10"/>
                </a:lnTo>
                <a:lnTo>
                  <a:pt x="299" y="8"/>
                </a:lnTo>
                <a:lnTo>
                  <a:pt x="311" y="6"/>
                </a:lnTo>
                <a:lnTo>
                  <a:pt x="323" y="4"/>
                </a:lnTo>
                <a:lnTo>
                  <a:pt x="335" y="3"/>
                </a:lnTo>
                <a:lnTo>
                  <a:pt x="348" y="2"/>
                </a:lnTo>
                <a:lnTo>
                  <a:pt x="360" y="1"/>
                </a:lnTo>
                <a:lnTo>
                  <a:pt x="372" y="0"/>
                </a:lnTo>
                <a:lnTo>
                  <a:pt x="385" y="0"/>
                </a:lnTo>
                <a:lnTo>
                  <a:pt x="397" y="0"/>
                </a:lnTo>
                <a:lnTo>
                  <a:pt x="410" y="0"/>
                </a:lnTo>
                <a:lnTo>
                  <a:pt x="422" y="0"/>
                </a:lnTo>
                <a:lnTo>
                  <a:pt x="436" y="1"/>
                </a:lnTo>
                <a:lnTo>
                  <a:pt x="448" y="2"/>
                </a:lnTo>
                <a:lnTo>
                  <a:pt x="460" y="3"/>
                </a:lnTo>
                <a:lnTo>
                  <a:pt x="473" y="4"/>
                </a:lnTo>
                <a:lnTo>
                  <a:pt x="485" y="6"/>
                </a:lnTo>
                <a:lnTo>
                  <a:pt x="497" y="8"/>
                </a:lnTo>
                <a:lnTo>
                  <a:pt x="509" y="10"/>
                </a:lnTo>
                <a:lnTo>
                  <a:pt x="521" y="13"/>
                </a:lnTo>
                <a:lnTo>
                  <a:pt x="533" y="16"/>
                </a:lnTo>
                <a:lnTo>
                  <a:pt x="544" y="19"/>
                </a:lnTo>
                <a:lnTo>
                  <a:pt x="556" y="22"/>
                </a:lnTo>
                <a:lnTo>
                  <a:pt x="567" y="25"/>
                </a:lnTo>
                <a:lnTo>
                  <a:pt x="578" y="29"/>
                </a:lnTo>
                <a:lnTo>
                  <a:pt x="589" y="33"/>
                </a:lnTo>
                <a:lnTo>
                  <a:pt x="600" y="37"/>
                </a:lnTo>
                <a:lnTo>
                  <a:pt x="611" y="42"/>
                </a:lnTo>
                <a:lnTo>
                  <a:pt x="621" y="46"/>
                </a:lnTo>
                <a:lnTo>
                  <a:pt x="631" y="51"/>
                </a:lnTo>
                <a:lnTo>
                  <a:pt x="641" y="56"/>
                </a:lnTo>
                <a:lnTo>
                  <a:pt x="651" y="62"/>
                </a:lnTo>
                <a:lnTo>
                  <a:pt x="661" y="67"/>
                </a:lnTo>
                <a:lnTo>
                  <a:pt x="670" y="73"/>
                </a:lnTo>
                <a:lnTo>
                  <a:pt x="679" y="79"/>
                </a:lnTo>
                <a:lnTo>
                  <a:pt x="687" y="85"/>
                </a:lnTo>
                <a:lnTo>
                  <a:pt x="696" y="91"/>
                </a:lnTo>
                <a:lnTo>
                  <a:pt x="704" y="98"/>
                </a:lnTo>
                <a:lnTo>
                  <a:pt x="712" y="104"/>
                </a:lnTo>
                <a:lnTo>
                  <a:pt x="719" y="111"/>
                </a:lnTo>
                <a:lnTo>
                  <a:pt x="726" y="118"/>
                </a:lnTo>
                <a:lnTo>
                  <a:pt x="733" y="125"/>
                </a:lnTo>
                <a:lnTo>
                  <a:pt x="740" y="132"/>
                </a:lnTo>
                <a:lnTo>
                  <a:pt x="746" y="140"/>
                </a:lnTo>
                <a:lnTo>
                  <a:pt x="752" y="147"/>
                </a:lnTo>
                <a:lnTo>
                  <a:pt x="757" y="155"/>
                </a:lnTo>
                <a:lnTo>
                  <a:pt x="762" y="162"/>
                </a:lnTo>
                <a:lnTo>
                  <a:pt x="767" y="170"/>
                </a:lnTo>
                <a:lnTo>
                  <a:pt x="772" y="178"/>
                </a:lnTo>
                <a:lnTo>
                  <a:pt x="776" y="186"/>
                </a:lnTo>
                <a:lnTo>
                  <a:pt x="779" y="194"/>
                </a:lnTo>
                <a:lnTo>
                  <a:pt x="783" y="203"/>
                </a:lnTo>
                <a:lnTo>
                  <a:pt x="785" y="211"/>
                </a:lnTo>
                <a:lnTo>
                  <a:pt x="788" y="219"/>
                </a:lnTo>
                <a:lnTo>
                  <a:pt x="790" y="227"/>
                </a:lnTo>
                <a:lnTo>
                  <a:pt x="792" y="236"/>
                </a:lnTo>
                <a:lnTo>
                  <a:pt x="793" y="244"/>
                </a:lnTo>
                <a:lnTo>
                  <a:pt x="794" y="253"/>
                </a:lnTo>
                <a:lnTo>
                  <a:pt x="795" y="261"/>
                </a:lnTo>
                <a:lnTo>
                  <a:pt x="795" y="270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1" name=""/>
          <p:cNvSpPr/>
          <p:nvPr/>
        </p:nvSpPr>
        <p:spPr>
          <a:xfrm>
            <a:off x="3981960" y="2848320"/>
            <a:ext cx="288720" cy="196560"/>
          </a:xfrm>
          <a:custGeom>
            <a:avLst/>
            <a:gdLst/>
            <a:ahLst/>
            <a:rect l="0" t="0" r="r" b="b"/>
            <a:pathLst>
              <a:path w="802" h="546">
                <a:moveTo>
                  <a:pt x="798" y="273"/>
                </a:moveTo>
                <a:lnTo>
                  <a:pt x="798" y="264"/>
                </a:lnTo>
                <a:lnTo>
                  <a:pt x="797" y="256"/>
                </a:lnTo>
                <a:lnTo>
                  <a:pt x="796" y="247"/>
                </a:lnTo>
                <a:lnTo>
                  <a:pt x="795" y="239"/>
                </a:lnTo>
                <a:lnTo>
                  <a:pt x="793" y="230"/>
                </a:lnTo>
                <a:lnTo>
                  <a:pt x="791" y="222"/>
                </a:lnTo>
                <a:lnTo>
                  <a:pt x="788" y="214"/>
                </a:lnTo>
                <a:lnTo>
                  <a:pt x="786" y="206"/>
                </a:lnTo>
                <a:lnTo>
                  <a:pt x="782" y="197"/>
                </a:lnTo>
                <a:lnTo>
                  <a:pt x="779" y="189"/>
                </a:lnTo>
                <a:lnTo>
                  <a:pt x="775" y="181"/>
                </a:lnTo>
                <a:lnTo>
                  <a:pt x="770" y="173"/>
                </a:lnTo>
                <a:lnTo>
                  <a:pt x="765" y="165"/>
                </a:lnTo>
                <a:lnTo>
                  <a:pt x="760" y="158"/>
                </a:lnTo>
                <a:lnTo>
                  <a:pt x="755" y="150"/>
                </a:lnTo>
                <a:lnTo>
                  <a:pt x="749" y="143"/>
                </a:lnTo>
                <a:lnTo>
                  <a:pt x="743" y="135"/>
                </a:lnTo>
                <a:lnTo>
                  <a:pt x="736" y="128"/>
                </a:lnTo>
                <a:lnTo>
                  <a:pt x="729" y="121"/>
                </a:lnTo>
                <a:lnTo>
                  <a:pt x="722" y="114"/>
                </a:lnTo>
                <a:lnTo>
                  <a:pt x="715" y="107"/>
                </a:lnTo>
                <a:lnTo>
                  <a:pt x="707" y="101"/>
                </a:lnTo>
                <a:lnTo>
                  <a:pt x="699" y="94"/>
                </a:lnTo>
                <a:lnTo>
                  <a:pt x="690" y="88"/>
                </a:lnTo>
                <a:lnTo>
                  <a:pt x="682" y="82"/>
                </a:lnTo>
                <a:lnTo>
                  <a:pt x="673" y="76"/>
                </a:lnTo>
                <a:lnTo>
                  <a:pt x="664" y="70"/>
                </a:lnTo>
                <a:lnTo>
                  <a:pt x="654" y="65"/>
                </a:lnTo>
                <a:lnTo>
                  <a:pt x="644" y="59"/>
                </a:lnTo>
                <a:lnTo>
                  <a:pt x="634" y="54"/>
                </a:lnTo>
                <a:lnTo>
                  <a:pt x="624" y="49"/>
                </a:lnTo>
                <a:lnTo>
                  <a:pt x="614" y="45"/>
                </a:lnTo>
                <a:lnTo>
                  <a:pt x="603" y="40"/>
                </a:lnTo>
                <a:lnTo>
                  <a:pt x="592" y="36"/>
                </a:lnTo>
                <a:lnTo>
                  <a:pt x="581" y="32"/>
                </a:lnTo>
                <a:lnTo>
                  <a:pt x="570" y="28"/>
                </a:lnTo>
                <a:lnTo>
                  <a:pt x="559" y="25"/>
                </a:lnTo>
                <a:lnTo>
                  <a:pt x="546" y="22"/>
                </a:lnTo>
                <a:lnTo>
                  <a:pt x="535" y="19"/>
                </a:lnTo>
                <a:lnTo>
                  <a:pt x="523" y="16"/>
                </a:lnTo>
                <a:lnTo>
                  <a:pt x="511" y="13"/>
                </a:lnTo>
                <a:lnTo>
                  <a:pt x="499" y="11"/>
                </a:lnTo>
                <a:lnTo>
                  <a:pt x="487" y="9"/>
                </a:lnTo>
                <a:lnTo>
                  <a:pt x="475" y="7"/>
                </a:lnTo>
                <a:lnTo>
                  <a:pt x="462" y="6"/>
                </a:lnTo>
                <a:lnTo>
                  <a:pt x="450" y="5"/>
                </a:lnTo>
                <a:lnTo>
                  <a:pt x="438" y="4"/>
                </a:lnTo>
                <a:lnTo>
                  <a:pt x="425" y="3"/>
                </a:lnTo>
                <a:lnTo>
                  <a:pt x="413" y="3"/>
                </a:lnTo>
                <a:lnTo>
                  <a:pt x="400" y="3"/>
                </a:lnTo>
                <a:lnTo>
                  <a:pt x="388" y="3"/>
                </a:lnTo>
                <a:lnTo>
                  <a:pt x="375" y="3"/>
                </a:lnTo>
                <a:lnTo>
                  <a:pt x="363" y="4"/>
                </a:lnTo>
                <a:lnTo>
                  <a:pt x="351" y="5"/>
                </a:lnTo>
                <a:lnTo>
                  <a:pt x="338" y="6"/>
                </a:lnTo>
                <a:lnTo>
                  <a:pt x="326" y="7"/>
                </a:lnTo>
                <a:lnTo>
                  <a:pt x="314" y="9"/>
                </a:lnTo>
                <a:lnTo>
                  <a:pt x="302" y="11"/>
                </a:lnTo>
                <a:lnTo>
                  <a:pt x="290" y="13"/>
                </a:lnTo>
                <a:lnTo>
                  <a:pt x="278" y="16"/>
                </a:lnTo>
                <a:lnTo>
                  <a:pt x="266" y="19"/>
                </a:lnTo>
                <a:lnTo>
                  <a:pt x="254" y="22"/>
                </a:lnTo>
                <a:lnTo>
                  <a:pt x="243" y="25"/>
                </a:lnTo>
                <a:lnTo>
                  <a:pt x="231" y="28"/>
                </a:lnTo>
                <a:lnTo>
                  <a:pt x="220" y="32"/>
                </a:lnTo>
                <a:lnTo>
                  <a:pt x="209" y="36"/>
                </a:lnTo>
                <a:lnTo>
                  <a:pt x="198" y="40"/>
                </a:lnTo>
                <a:lnTo>
                  <a:pt x="188" y="45"/>
                </a:lnTo>
                <a:lnTo>
                  <a:pt x="177" y="49"/>
                </a:lnTo>
                <a:lnTo>
                  <a:pt x="167" y="54"/>
                </a:lnTo>
                <a:lnTo>
                  <a:pt x="157" y="59"/>
                </a:lnTo>
                <a:lnTo>
                  <a:pt x="147" y="65"/>
                </a:lnTo>
                <a:lnTo>
                  <a:pt x="138" y="70"/>
                </a:lnTo>
                <a:lnTo>
                  <a:pt x="129" y="76"/>
                </a:lnTo>
                <a:lnTo>
                  <a:pt x="120" y="82"/>
                </a:lnTo>
                <a:lnTo>
                  <a:pt x="111" y="88"/>
                </a:lnTo>
                <a:lnTo>
                  <a:pt x="103" y="94"/>
                </a:lnTo>
                <a:lnTo>
                  <a:pt x="95" y="101"/>
                </a:lnTo>
                <a:lnTo>
                  <a:pt x="87" y="107"/>
                </a:lnTo>
                <a:lnTo>
                  <a:pt x="79" y="114"/>
                </a:lnTo>
                <a:lnTo>
                  <a:pt x="72" y="121"/>
                </a:lnTo>
                <a:lnTo>
                  <a:pt x="65" y="128"/>
                </a:lnTo>
                <a:lnTo>
                  <a:pt x="59" y="135"/>
                </a:lnTo>
                <a:lnTo>
                  <a:pt x="53" y="143"/>
                </a:lnTo>
                <a:lnTo>
                  <a:pt x="47" y="150"/>
                </a:lnTo>
                <a:lnTo>
                  <a:pt x="41" y="158"/>
                </a:lnTo>
                <a:lnTo>
                  <a:pt x="36" y="165"/>
                </a:lnTo>
                <a:lnTo>
                  <a:pt x="31" y="173"/>
                </a:lnTo>
                <a:lnTo>
                  <a:pt x="27" y="181"/>
                </a:lnTo>
                <a:lnTo>
                  <a:pt x="23" y="189"/>
                </a:lnTo>
                <a:lnTo>
                  <a:pt x="19" y="197"/>
                </a:lnTo>
                <a:lnTo>
                  <a:pt x="16" y="206"/>
                </a:lnTo>
                <a:lnTo>
                  <a:pt x="13" y="214"/>
                </a:lnTo>
                <a:lnTo>
                  <a:pt x="11" y="222"/>
                </a:lnTo>
                <a:lnTo>
                  <a:pt x="8" y="230"/>
                </a:lnTo>
                <a:lnTo>
                  <a:pt x="7" y="239"/>
                </a:lnTo>
                <a:lnTo>
                  <a:pt x="5" y="247"/>
                </a:lnTo>
                <a:lnTo>
                  <a:pt x="4" y="256"/>
                </a:lnTo>
                <a:lnTo>
                  <a:pt x="4" y="264"/>
                </a:lnTo>
                <a:lnTo>
                  <a:pt x="3" y="273"/>
                </a:lnTo>
                <a:lnTo>
                  <a:pt x="4" y="281"/>
                </a:lnTo>
                <a:lnTo>
                  <a:pt x="4" y="290"/>
                </a:lnTo>
                <a:lnTo>
                  <a:pt x="5" y="298"/>
                </a:lnTo>
                <a:lnTo>
                  <a:pt x="7" y="306"/>
                </a:lnTo>
                <a:lnTo>
                  <a:pt x="8" y="315"/>
                </a:lnTo>
                <a:lnTo>
                  <a:pt x="11" y="323"/>
                </a:lnTo>
                <a:lnTo>
                  <a:pt x="13" y="332"/>
                </a:lnTo>
                <a:lnTo>
                  <a:pt x="16" y="340"/>
                </a:lnTo>
                <a:lnTo>
                  <a:pt x="19" y="348"/>
                </a:lnTo>
                <a:lnTo>
                  <a:pt x="23" y="356"/>
                </a:lnTo>
                <a:lnTo>
                  <a:pt x="27" y="364"/>
                </a:lnTo>
                <a:lnTo>
                  <a:pt x="31" y="372"/>
                </a:lnTo>
                <a:lnTo>
                  <a:pt x="36" y="380"/>
                </a:lnTo>
                <a:lnTo>
                  <a:pt x="41" y="388"/>
                </a:lnTo>
                <a:lnTo>
                  <a:pt x="47" y="395"/>
                </a:lnTo>
                <a:lnTo>
                  <a:pt x="53" y="403"/>
                </a:lnTo>
                <a:lnTo>
                  <a:pt x="59" y="410"/>
                </a:lnTo>
                <a:lnTo>
                  <a:pt x="65" y="417"/>
                </a:lnTo>
                <a:lnTo>
                  <a:pt x="72" y="424"/>
                </a:lnTo>
                <a:lnTo>
                  <a:pt x="79" y="431"/>
                </a:lnTo>
                <a:lnTo>
                  <a:pt x="87" y="438"/>
                </a:lnTo>
                <a:lnTo>
                  <a:pt x="95" y="445"/>
                </a:lnTo>
                <a:lnTo>
                  <a:pt x="103" y="451"/>
                </a:lnTo>
                <a:lnTo>
                  <a:pt x="111" y="457"/>
                </a:lnTo>
                <a:lnTo>
                  <a:pt x="120" y="464"/>
                </a:lnTo>
                <a:lnTo>
                  <a:pt x="129" y="469"/>
                </a:lnTo>
                <a:lnTo>
                  <a:pt x="138" y="475"/>
                </a:lnTo>
                <a:lnTo>
                  <a:pt x="147" y="481"/>
                </a:lnTo>
                <a:lnTo>
                  <a:pt x="157" y="486"/>
                </a:lnTo>
                <a:lnTo>
                  <a:pt x="167" y="491"/>
                </a:lnTo>
                <a:lnTo>
                  <a:pt x="177" y="496"/>
                </a:lnTo>
                <a:lnTo>
                  <a:pt x="188" y="501"/>
                </a:lnTo>
                <a:lnTo>
                  <a:pt x="198" y="505"/>
                </a:lnTo>
                <a:lnTo>
                  <a:pt x="209" y="509"/>
                </a:lnTo>
                <a:lnTo>
                  <a:pt x="220" y="513"/>
                </a:lnTo>
                <a:lnTo>
                  <a:pt x="231" y="517"/>
                </a:lnTo>
                <a:lnTo>
                  <a:pt x="243" y="520"/>
                </a:lnTo>
                <a:lnTo>
                  <a:pt x="254" y="524"/>
                </a:lnTo>
                <a:lnTo>
                  <a:pt x="266" y="527"/>
                </a:lnTo>
                <a:lnTo>
                  <a:pt x="278" y="529"/>
                </a:lnTo>
                <a:lnTo>
                  <a:pt x="290" y="532"/>
                </a:lnTo>
                <a:lnTo>
                  <a:pt x="302" y="534"/>
                </a:lnTo>
                <a:lnTo>
                  <a:pt x="314" y="537"/>
                </a:lnTo>
                <a:lnTo>
                  <a:pt x="326" y="539"/>
                </a:lnTo>
                <a:lnTo>
                  <a:pt x="338" y="540"/>
                </a:lnTo>
                <a:lnTo>
                  <a:pt x="351" y="542"/>
                </a:lnTo>
                <a:lnTo>
                  <a:pt x="363" y="542"/>
                </a:lnTo>
                <a:lnTo>
                  <a:pt x="375" y="543"/>
                </a:lnTo>
                <a:lnTo>
                  <a:pt x="388" y="544"/>
                </a:lnTo>
                <a:lnTo>
                  <a:pt x="400" y="544"/>
                </a:lnTo>
                <a:lnTo>
                  <a:pt x="413" y="544"/>
                </a:lnTo>
                <a:lnTo>
                  <a:pt x="425" y="543"/>
                </a:lnTo>
                <a:lnTo>
                  <a:pt x="438" y="542"/>
                </a:lnTo>
                <a:lnTo>
                  <a:pt x="450" y="542"/>
                </a:lnTo>
                <a:lnTo>
                  <a:pt x="462" y="540"/>
                </a:lnTo>
                <a:lnTo>
                  <a:pt x="475" y="539"/>
                </a:lnTo>
                <a:lnTo>
                  <a:pt x="487" y="537"/>
                </a:lnTo>
                <a:lnTo>
                  <a:pt x="499" y="534"/>
                </a:lnTo>
                <a:lnTo>
                  <a:pt x="511" y="532"/>
                </a:lnTo>
                <a:lnTo>
                  <a:pt x="523" y="529"/>
                </a:lnTo>
                <a:lnTo>
                  <a:pt x="535" y="527"/>
                </a:lnTo>
                <a:lnTo>
                  <a:pt x="546" y="524"/>
                </a:lnTo>
                <a:lnTo>
                  <a:pt x="559" y="520"/>
                </a:lnTo>
                <a:lnTo>
                  <a:pt x="570" y="517"/>
                </a:lnTo>
                <a:lnTo>
                  <a:pt x="581" y="513"/>
                </a:lnTo>
                <a:lnTo>
                  <a:pt x="592" y="509"/>
                </a:lnTo>
                <a:lnTo>
                  <a:pt x="603" y="505"/>
                </a:lnTo>
                <a:lnTo>
                  <a:pt x="614" y="501"/>
                </a:lnTo>
                <a:lnTo>
                  <a:pt x="624" y="496"/>
                </a:lnTo>
                <a:lnTo>
                  <a:pt x="634" y="491"/>
                </a:lnTo>
                <a:lnTo>
                  <a:pt x="644" y="486"/>
                </a:lnTo>
                <a:lnTo>
                  <a:pt x="654" y="481"/>
                </a:lnTo>
                <a:lnTo>
                  <a:pt x="664" y="475"/>
                </a:lnTo>
                <a:lnTo>
                  <a:pt x="673" y="469"/>
                </a:lnTo>
                <a:lnTo>
                  <a:pt x="682" y="464"/>
                </a:lnTo>
                <a:lnTo>
                  <a:pt x="690" y="457"/>
                </a:lnTo>
                <a:lnTo>
                  <a:pt x="699" y="451"/>
                </a:lnTo>
                <a:lnTo>
                  <a:pt x="707" y="445"/>
                </a:lnTo>
                <a:lnTo>
                  <a:pt x="715" y="438"/>
                </a:lnTo>
                <a:lnTo>
                  <a:pt x="722" y="431"/>
                </a:lnTo>
                <a:lnTo>
                  <a:pt x="729" y="424"/>
                </a:lnTo>
                <a:lnTo>
                  <a:pt x="736" y="417"/>
                </a:lnTo>
                <a:lnTo>
                  <a:pt x="743" y="410"/>
                </a:lnTo>
                <a:lnTo>
                  <a:pt x="749" y="403"/>
                </a:lnTo>
                <a:lnTo>
                  <a:pt x="755" y="395"/>
                </a:lnTo>
                <a:lnTo>
                  <a:pt x="760" y="388"/>
                </a:lnTo>
                <a:lnTo>
                  <a:pt x="765" y="380"/>
                </a:lnTo>
                <a:lnTo>
                  <a:pt x="770" y="372"/>
                </a:lnTo>
                <a:lnTo>
                  <a:pt x="775" y="364"/>
                </a:lnTo>
                <a:lnTo>
                  <a:pt x="779" y="356"/>
                </a:lnTo>
                <a:lnTo>
                  <a:pt x="782" y="348"/>
                </a:lnTo>
                <a:lnTo>
                  <a:pt x="786" y="340"/>
                </a:lnTo>
                <a:lnTo>
                  <a:pt x="788" y="332"/>
                </a:lnTo>
                <a:lnTo>
                  <a:pt x="791" y="323"/>
                </a:lnTo>
                <a:lnTo>
                  <a:pt x="793" y="315"/>
                </a:lnTo>
                <a:lnTo>
                  <a:pt x="795" y="306"/>
                </a:lnTo>
                <a:lnTo>
                  <a:pt x="796" y="298"/>
                </a:lnTo>
                <a:lnTo>
                  <a:pt x="797" y="290"/>
                </a:lnTo>
                <a:lnTo>
                  <a:pt x="798" y="281"/>
                </a:lnTo>
                <a:lnTo>
                  <a:pt x="798" y="273"/>
                </a:lnTo>
                <a:moveTo>
                  <a:pt x="802" y="273"/>
                </a:moveTo>
                <a:lnTo>
                  <a:pt x="802" y="281"/>
                </a:lnTo>
                <a:lnTo>
                  <a:pt x="801" y="290"/>
                </a:lnTo>
                <a:lnTo>
                  <a:pt x="800" y="298"/>
                </a:lnTo>
                <a:lnTo>
                  <a:pt x="799" y="307"/>
                </a:lnTo>
                <a:lnTo>
                  <a:pt x="797" y="315"/>
                </a:lnTo>
                <a:lnTo>
                  <a:pt x="795" y="324"/>
                </a:lnTo>
                <a:lnTo>
                  <a:pt x="792" y="332"/>
                </a:lnTo>
                <a:lnTo>
                  <a:pt x="789" y="340"/>
                </a:lnTo>
                <a:lnTo>
                  <a:pt x="786" y="349"/>
                </a:lnTo>
                <a:lnTo>
                  <a:pt x="782" y="357"/>
                </a:lnTo>
                <a:lnTo>
                  <a:pt x="778" y="365"/>
                </a:lnTo>
                <a:lnTo>
                  <a:pt x="774" y="373"/>
                </a:lnTo>
                <a:lnTo>
                  <a:pt x="769" y="381"/>
                </a:lnTo>
                <a:lnTo>
                  <a:pt x="764" y="389"/>
                </a:lnTo>
                <a:lnTo>
                  <a:pt x="758" y="396"/>
                </a:lnTo>
                <a:lnTo>
                  <a:pt x="752" y="404"/>
                </a:lnTo>
                <a:lnTo>
                  <a:pt x="746" y="411"/>
                </a:lnTo>
                <a:lnTo>
                  <a:pt x="739" y="419"/>
                </a:lnTo>
                <a:lnTo>
                  <a:pt x="733" y="426"/>
                </a:lnTo>
                <a:lnTo>
                  <a:pt x="725" y="433"/>
                </a:lnTo>
                <a:lnTo>
                  <a:pt x="718" y="440"/>
                </a:lnTo>
                <a:lnTo>
                  <a:pt x="710" y="446"/>
                </a:lnTo>
                <a:lnTo>
                  <a:pt x="702" y="453"/>
                </a:lnTo>
                <a:lnTo>
                  <a:pt x="693" y="459"/>
                </a:lnTo>
                <a:lnTo>
                  <a:pt x="684" y="465"/>
                </a:lnTo>
                <a:lnTo>
                  <a:pt x="675" y="471"/>
                </a:lnTo>
                <a:lnTo>
                  <a:pt x="666" y="477"/>
                </a:lnTo>
                <a:lnTo>
                  <a:pt x="657" y="483"/>
                </a:lnTo>
                <a:lnTo>
                  <a:pt x="647" y="488"/>
                </a:lnTo>
                <a:lnTo>
                  <a:pt x="637" y="493"/>
                </a:lnTo>
                <a:lnTo>
                  <a:pt x="626" y="498"/>
                </a:lnTo>
                <a:lnTo>
                  <a:pt x="616" y="503"/>
                </a:lnTo>
                <a:lnTo>
                  <a:pt x="605" y="507"/>
                </a:lnTo>
                <a:lnTo>
                  <a:pt x="594" y="512"/>
                </a:lnTo>
                <a:lnTo>
                  <a:pt x="583" y="516"/>
                </a:lnTo>
                <a:lnTo>
                  <a:pt x="572" y="519"/>
                </a:lnTo>
                <a:lnTo>
                  <a:pt x="560" y="523"/>
                </a:lnTo>
                <a:lnTo>
                  <a:pt x="548" y="526"/>
                </a:lnTo>
                <a:lnTo>
                  <a:pt x="536" y="529"/>
                </a:lnTo>
                <a:lnTo>
                  <a:pt x="524" y="532"/>
                </a:lnTo>
                <a:lnTo>
                  <a:pt x="512" y="534"/>
                </a:lnTo>
                <a:lnTo>
                  <a:pt x="500" y="538"/>
                </a:lnTo>
                <a:lnTo>
                  <a:pt x="488" y="540"/>
                </a:lnTo>
                <a:lnTo>
                  <a:pt x="475" y="541"/>
                </a:lnTo>
                <a:lnTo>
                  <a:pt x="463" y="543"/>
                </a:lnTo>
                <a:lnTo>
                  <a:pt x="450" y="544"/>
                </a:lnTo>
                <a:lnTo>
                  <a:pt x="438" y="545"/>
                </a:lnTo>
                <a:lnTo>
                  <a:pt x="425" y="546"/>
                </a:lnTo>
                <a:lnTo>
                  <a:pt x="413" y="546"/>
                </a:lnTo>
                <a:lnTo>
                  <a:pt x="400" y="546"/>
                </a:lnTo>
                <a:lnTo>
                  <a:pt x="388" y="546"/>
                </a:lnTo>
                <a:lnTo>
                  <a:pt x="375" y="546"/>
                </a:lnTo>
                <a:lnTo>
                  <a:pt x="363" y="545"/>
                </a:lnTo>
                <a:lnTo>
                  <a:pt x="350" y="544"/>
                </a:lnTo>
                <a:lnTo>
                  <a:pt x="338" y="543"/>
                </a:lnTo>
                <a:lnTo>
                  <a:pt x="325" y="541"/>
                </a:lnTo>
                <a:lnTo>
                  <a:pt x="313" y="540"/>
                </a:lnTo>
                <a:lnTo>
                  <a:pt x="301" y="538"/>
                </a:lnTo>
                <a:lnTo>
                  <a:pt x="289" y="534"/>
                </a:lnTo>
                <a:lnTo>
                  <a:pt x="276" y="532"/>
                </a:lnTo>
                <a:lnTo>
                  <a:pt x="265" y="529"/>
                </a:lnTo>
                <a:lnTo>
                  <a:pt x="253" y="526"/>
                </a:lnTo>
                <a:lnTo>
                  <a:pt x="241" y="523"/>
                </a:lnTo>
                <a:lnTo>
                  <a:pt x="230" y="519"/>
                </a:lnTo>
                <a:lnTo>
                  <a:pt x="218" y="516"/>
                </a:lnTo>
                <a:lnTo>
                  <a:pt x="207" y="512"/>
                </a:lnTo>
                <a:lnTo>
                  <a:pt x="196" y="507"/>
                </a:lnTo>
                <a:lnTo>
                  <a:pt x="186" y="503"/>
                </a:lnTo>
                <a:lnTo>
                  <a:pt x="175" y="498"/>
                </a:lnTo>
                <a:lnTo>
                  <a:pt x="165" y="493"/>
                </a:lnTo>
                <a:lnTo>
                  <a:pt x="155" y="488"/>
                </a:lnTo>
                <a:lnTo>
                  <a:pt x="145" y="483"/>
                </a:lnTo>
                <a:lnTo>
                  <a:pt x="135" y="477"/>
                </a:lnTo>
                <a:lnTo>
                  <a:pt x="126" y="471"/>
                </a:lnTo>
                <a:lnTo>
                  <a:pt x="117" y="465"/>
                </a:lnTo>
                <a:lnTo>
                  <a:pt x="108" y="459"/>
                </a:lnTo>
                <a:lnTo>
                  <a:pt x="100" y="453"/>
                </a:lnTo>
                <a:lnTo>
                  <a:pt x="92" y="446"/>
                </a:lnTo>
                <a:lnTo>
                  <a:pt x="84" y="440"/>
                </a:lnTo>
                <a:lnTo>
                  <a:pt x="76" y="433"/>
                </a:lnTo>
                <a:lnTo>
                  <a:pt x="69" y="426"/>
                </a:lnTo>
                <a:lnTo>
                  <a:pt x="62" y="419"/>
                </a:lnTo>
                <a:lnTo>
                  <a:pt x="55" y="411"/>
                </a:lnTo>
                <a:lnTo>
                  <a:pt x="49" y="404"/>
                </a:lnTo>
                <a:lnTo>
                  <a:pt x="43" y="396"/>
                </a:lnTo>
                <a:lnTo>
                  <a:pt x="38" y="389"/>
                </a:lnTo>
                <a:lnTo>
                  <a:pt x="33" y="381"/>
                </a:lnTo>
                <a:lnTo>
                  <a:pt x="28" y="373"/>
                </a:lnTo>
                <a:lnTo>
                  <a:pt x="23" y="365"/>
                </a:lnTo>
                <a:lnTo>
                  <a:pt x="19" y="357"/>
                </a:lnTo>
                <a:lnTo>
                  <a:pt x="16" y="349"/>
                </a:lnTo>
                <a:lnTo>
                  <a:pt x="12" y="340"/>
                </a:lnTo>
                <a:lnTo>
                  <a:pt x="9" y="332"/>
                </a:lnTo>
                <a:lnTo>
                  <a:pt x="7" y="324"/>
                </a:lnTo>
                <a:lnTo>
                  <a:pt x="5" y="315"/>
                </a:lnTo>
                <a:lnTo>
                  <a:pt x="3" y="307"/>
                </a:lnTo>
                <a:lnTo>
                  <a:pt x="1" y="298"/>
                </a:lnTo>
                <a:lnTo>
                  <a:pt x="1" y="290"/>
                </a:lnTo>
                <a:lnTo>
                  <a:pt x="0" y="281"/>
                </a:lnTo>
                <a:lnTo>
                  <a:pt x="0" y="273"/>
                </a:lnTo>
                <a:lnTo>
                  <a:pt x="0" y="264"/>
                </a:lnTo>
                <a:lnTo>
                  <a:pt x="1" y="256"/>
                </a:lnTo>
                <a:lnTo>
                  <a:pt x="1" y="247"/>
                </a:lnTo>
                <a:lnTo>
                  <a:pt x="3" y="238"/>
                </a:lnTo>
                <a:lnTo>
                  <a:pt x="5" y="230"/>
                </a:lnTo>
                <a:lnTo>
                  <a:pt x="7" y="222"/>
                </a:lnTo>
                <a:lnTo>
                  <a:pt x="9" y="213"/>
                </a:lnTo>
                <a:lnTo>
                  <a:pt x="12" y="205"/>
                </a:lnTo>
                <a:lnTo>
                  <a:pt x="16" y="197"/>
                </a:lnTo>
                <a:lnTo>
                  <a:pt x="19" y="188"/>
                </a:lnTo>
                <a:lnTo>
                  <a:pt x="23" y="180"/>
                </a:lnTo>
                <a:lnTo>
                  <a:pt x="28" y="172"/>
                </a:lnTo>
                <a:lnTo>
                  <a:pt x="33" y="164"/>
                </a:lnTo>
                <a:lnTo>
                  <a:pt x="38" y="157"/>
                </a:lnTo>
                <a:lnTo>
                  <a:pt x="43" y="149"/>
                </a:lnTo>
                <a:lnTo>
                  <a:pt x="49" y="141"/>
                </a:lnTo>
                <a:lnTo>
                  <a:pt x="55" y="134"/>
                </a:lnTo>
                <a:lnTo>
                  <a:pt x="62" y="127"/>
                </a:lnTo>
                <a:lnTo>
                  <a:pt x="69" y="119"/>
                </a:lnTo>
                <a:lnTo>
                  <a:pt x="76" y="112"/>
                </a:lnTo>
                <a:lnTo>
                  <a:pt x="84" y="106"/>
                </a:lnTo>
                <a:lnTo>
                  <a:pt x="92" y="99"/>
                </a:lnTo>
                <a:lnTo>
                  <a:pt x="100" y="92"/>
                </a:lnTo>
                <a:lnTo>
                  <a:pt x="108" y="86"/>
                </a:lnTo>
                <a:lnTo>
                  <a:pt x="117" y="80"/>
                </a:lnTo>
                <a:lnTo>
                  <a:pt x="126" y="74"/>
                </a:lnTo>
                <a:lnTo>
                  <a:pt x="135" y="68"/>
                </a:lnTo>
                <a:lnTo>
                  <a:pt x="145" y="63"/>
                </a:lnTo>
                <a:lnTo>
                  <a:pt x="155" y="57"/>
                </a:lnTo>
                <a:lnTo>
                  <a:pt x="165" y="52"/>
                </a:lnTo>
                <a:lnTo>
                  <a:pt x="175" y="47"/>
                </a:lnTo>
                <a:lnTo>
                  <a:pt x="186" y="43"/>
                </a:lnTo>
                <a:lnTo>
                  <a:pt x="196" y="38"/>
                </a:lnTo>
                <a:lnTo>
                  <a:pt x="207" y="34"/>
                </a:lnTo>
                <a:lnTo>
                  <a:pt x="218" y="30"/>
                </a:lnTo>
                <a:lnTo>
                  <a:pt x="230" y="26"/>
                </a:lnTo>
                <a:lnTo>
                  <a:pt x="241" y="22"/>
                </a:lnTo>
                <a:lnTo>
                  <a:pt x="253" y="19"/>
                </a:lnTo>
                <a:lnTo>
                  <a:pt x="265" y="16"/>
                </a:lnTo>
                <a:lnTo>
                  <a:pt x="276" y="13"/>
                </a:lnTo>
                <a:lnTo>
                  <a:pt x="289" y="11"/>
                </a:lnTo>
                <a:lnTo>
                  <a:pt x="301" y="9"/>
                </a:lnTo>
                <a:lnTo>
                  <a:pt x="313" y="7"/>
                </a:lnTo>
                <a:lnTo>
                  <a:pt x="325" y="5"/>
                </a:lnTo>
                <a:lnTo>
                  <a:pt x="338" y="3"/>
                </a:lnTo>
                <a:lnTo>
                  <a:pt x="350" y="2"/>
                </a:lnTo>
                <a:lnTo>
                  <a:pt x="363" y="1"/>
                </a:lnTo>
                <a:lnTo>
                  <a:pt x="375" y="1"/>
                </a:lnTo>
                <a:lnTo>
                  <a:pt x="388" y="0"/>
                </a:lnTo>
                <a:lnTo>
                  <a:pt x="400" y="0"/>
                </a:lnTo>
                <a:lnTo>
                  <a:pt x="413" y="0"/>
                </a:lnTo>
                <a:lnTo>
                  <a:pt x="425" y="1"/>
                </a:lnTo>
                <a:lnTo>
                  <a:pt x="438" y="1"/>
                </a:lnTo>
                <a:lnTo>
                  <a:pt x="450" y="2"/>
                </a:lnTo>
                <a:lnTo>
                  <a:pt x="463" y="3"/>
                </a:lnTo>
                <a:lnTo>
                  <a:pt x="475" y="5"/>
                </a:lnTo>
                <a:lnTo>
                  <a:pt x="488" y="7"/>
                </a:lnTo>
                <a:lnTo>
                  <a:pt x="500" y="9"/>
                </a:lnTo>
                <a:lnTo>
                  <a:pt x="512" y="11"/>
                </a:lnTo>
                <a:lnTo>
                  <a:pt x="524" y="13"/>
                </a:lnTo>
                <a:lnTo>
                  <a:pt x="536" y="16"/>
                </a:lnTo>
                <a:lnTo>
                  <a:pt x="548" y="19"/>
                </a:lnTo>
                <a:lnTo>
                  <a:pt x="560" y="22"/>
                </a:lnTo>
                <a:lnTo>
                  <a:pt x="572" y="26"/>
                </a:lnTo>
                <a:lnTo>
                  <a:pt x="583" y="30"/>
                </a:lnTo>
                <a:lnTo>
                  <a:pt x="594" y="34"/>
                </a:lnTo>
                <a:lnTo>
                  <a:pt x="605" y="38"/>
                </a:lnTo>
                <a:lnTo>
                  <a:pt x="616" y="43"/>
                </a:lnTo>
                <a:lnTo>
                  <a:pt x="626" y="47"/>
                </a:lnTo>
                <a:lnTo>
                  <a:pt x="637" y="52"/>
                </a:lnTo>
                <a:lnTo>
                  <a:pt x="647" y="57"/>
                </a:lnTo>
                <a:lnTo>
                  <a:pt x="657" y="63"/>
                </a:lnTo>
                <a:lnTo>
                  <a:pt x="666" y="68"/>
                </a:lnTo>
                <a:lnTo>
                  <a:pt x="675" y="74"/>
                </a:lnTo>
                <a:lnTo>
                  <a:pt x="684" y="80"/>
                </a:lnTo>
                <a:lnTo>
                  <a:pt x="693" y="86"/>
                </a:lnTo>
                <a:lnTo>
                  <a:pt x="702" y="92"/>
                </a:lnTo>
                <a:lnTo>
                  <a:pt x="710" y="99"/>
                </a:lnTo>
                <a:lnTo>
                  <a:pt x="718" y="106"/>
                </a:lnTo>
                <a:lnTo>
                  <a:pt x="725" y="112"/>
                </a:lnTo>
                <a:lnTo>
                  <a:pt x="733" y="119"/>
                </a:lnTo>
                <a:lnTo>
                  <a:pt x="739" y="127"/>
                </a:lnTo>
                <a:lnTo>
                  <a:pt x="746" y="134"/>
                </a:lnTo>
                <a:lnTo>
                  <a:pt x="752" y="141"/>
                </a:lnTo>
                <a:lnTo>
                  <a:pt x="758" y="149"/>
                </a:lnTo>
                <a:lnTo>
                  <a:pt x="764" y="157"/>
                </a:lnTo>
                <a:lnTo>
                  <a:pt x="769" y="164"/>
                </a:lnTo>
                <a:lnTo>
                  <a:pt x="774" y="172"/>
                </a:lnTo>
                <a:lnTo>
                  <a:pt x="778" y="180"/>
                </a:lnTo>
                <a:lnTo>
                  <a:pt x="782" y="188"/>
                </a:lnTo>
                <a:lnTo>
                  <a:pt x="786" y="197"/>
                </a:lnTo>
                <a:lnTo>
                  <a:pt x="789" y="205"/>
                </a:lnTo>
                <a:lnTo>
                  <a:pt x="792" y="213"/>
                </a:lnTo>
                <a:lnTo>
                  <a:pt x="795" y="222"/>
                </a:lnTo>
                <a:lnTo>
                  <a:pt x="797" y="230"/>
                </a:lnTo>
                <a:lnTo>
                  <a:pt x="799" y="238"/>
                </a:lnTo>
                <a:lnTo>
                  <a:pt x="800" y="247"/>
                </a:lnTo>
                <a:lnTo>
                  <a:pt x="801" y="256"/>
                </a:lnTo>
                <a:lnTo>
                  <a:pt x="802" y="264"/>
                </a:lnTo>
                <a:lnTo>
                  <a:pt x="802" y="273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2" name=""/>
          <p:cNvSpPr/>
          <p:nvPr/>
        </p:nvSpPr>
        <p:spPr>
          <a:xfrm>
            <a:off x="3976560" y="2844720"/>
            <a:ext cx="299520" cy="204120"/>
          </a:xfrm>
          <a:custGeom>
            <a:avLst/>
            <a:gdLst/>
            <a:ahLst/>
            <a:rect l="0" t="0" r="r" b="b"/>
            <a:pathLst>
              <a:path w="832" h="567">
                <a:moveTo>
                  <a:pt x="817" y="283"/>
                </a:moveTo>
                <a:lnTo>
                  <a:pt x="817" y="274"/>
                </a:lnTo>
                <a:lnTo>
                  <a:pt x="816" y="266"/>
                </a:lnTo>
                <a:lnTo>
                  <a:pt x="815" y="257"/>
                </a:lnTo>
                <a:lnTo>
                  <a:pt x="814" y="248"/>
                </a:lnTo>
                <a:lnTo>
                  <a:pt x="812" y="240"/>
                </a:lnTo>
                <a:lnTo>
                  <a:pt x="810" y="232"/>
                </a:lnTo>
                <a:lnTo>
                  <a:pt x="807" y="223"/>
                </a:lnTo>
                <a:lnTo>
                  <a:pt x="804" y="215"/>
                </a:lnTo>
                <a:lnTo>
                  <a:pt x="801" y="207"/>
                </a:lnTo>
                <a:lnTo>
                  <a:pt x="797" y="198"/>
                </a:lnTo>
                <a:lnTo>
                  <a:pt x="793" y="190"/>
                </a:lnTo>
                <a:lnTo>
                  <a:pt x="789" y="182"/>
                </a:lnTo>
                <a:lnTo>
                  <a:pt x="784" y="174"/>
                </a:lnTo>
                <a:lnTo>
                  <a:pt x="779" y="167"/>
                </a:lnTo>
                <a:lnTo>
                  <a:pt x="773" y="159"/>
                </a:lnTo>
                <a:lnTo>
                  <a:pt x="767" y="151"/>
                </a:lnTo>
                <a:lnTo>
                  <a:pt x="761" y="144"/>
                </a:lnTo>
                <a:lnTo>
                  <a:pt x="754" y="137"/>
                </a:lnTo>
                <a:lnTo>
                  <a:pt x="748" y="129"/>
                </a:lnTo>
                <a:lnTo>
                  <a:pt x="740" y="122"/>
                </a:lnTo>
                <a:lnTo>
                  <a:pt x="733" y="116"/>
                </a:lnTo>
                <a:lnTo>
                  <a:pt x="725" y="109"/>
                </a:lnTo>
                <a:lnTo>
                  <a:pt x="717" y="102"/>
                </a:lnTo>
                <a:lnTo>
                  <a:pt x="708" y="96"/>
                </a:lnTo>
                <a:lnTo>
                  <a:pt x="699" y="90"/>
                </a:lnTo>
                <a:lnTo>
                  <a:pt x="690" y="84"/>
                </a:lnTo>
                <a:lnTo>
                  <a:pt x="681" y="78"/>
                </a:lnTo>
                <a:lnTo>
                  <a:pt x="672" y="73"/>
                </a:lnTo>
                <a:lnTo>
                  <a:pt x="662" y="67"/>
                </a:lnTo>
                <a:lnTo>
                  <a:pt x="652" y="62"/>
                </a:lnTo>
                <a:lnTo>
                  <a:pt x="641" y="57"/>
                </a:lnTo>
                <a:lnTo>
                  <a:pt x="631" y="53"/>
                </a:lnTo>
                <a:lnTo>
                  <a:pt x="620" y="48"/>
                </a:lnTo>
                <a:lnTo>
                  <a:pt x="609" y="44"/>
                </a:lnTo>
                <a:lnTo>
                  <a:pt x="598" y="40"/>
                </a:lnTo>
                <a:lnTo>
                  <a:pt x="587" y="36"/>
                </a:lnTo>
                <a:lnTo>
                  <a:pt x="575" y="32"/>
                </a:lnTo>
                <a:lnTo>
                  <a:pt x="564" y="29"/>
                </a:lnTo>
                <a:lnTo>
                  <a:pt x="552" y="26"/>
                </a:lnTo>
                <a:lnTo>
                  <a:pt x="540" y="23"/>
                </a:lnTo>
                <a:lnTo>
                  <a:pt x="528" y="21"/>
                </a:lnTo>
                <a:lnTo>
                  <a:pt x="516" y="19"/>
                </a:lnTo>
                <a:lnTo>
                  <a:pt x="504" y="17"/>
                </a:lnTo>
                <a:lnTo>
                  <a:pt x="491" y="15"/>
                </a:lnTo>
                <a:lnTo>
                  <a:pt x="479" y="13"/>
                </a:lnTo>
                <a:lnTo>
                  <a:pt x="466" y="12"/>
                </a:lnTo>
                <a:lnTo>
                  <a:pt x="454" y="11"/>
                </a:lnTo>
                <a:lnTo>
                  <a:pt x="441" y="11"/>
                </a:lnTo>
                <a:lnTo>
                  <a:pt x="429" y="10"/>
                </a:lnTo>
                <a:lnTo>
                  <a:pt x="416" y="10"/>
                </a:lnTo>
                <a:lnTo>
                  <a:pt x="404" y="10"/>
                </a:lnTo>
                <a:lnTo>
                  <a:pt x="391" y="11"/>
                </a:lnTo>
                <a:lnTo>
                  <a:pt x="379" y="11"/>
                </a:lnTo>
                <a:lnTo>
                  <a:pt x="366" y="12"/>
                </a:lnTo>
                <a:lnTo>
                  <a:pt x="354" y="13"/>
                </a:lnTo>
                <a:lnTo>
                  <a:pt x="341" y="15"/>
                </a:lnTo>
                <a:lnTo>
                  <a:pt x="329" y="17"/>
                </a:lnTo>
                <a:lnTo>
                  <a:pt x="317" y="19"/>
                </a:lnTo>
                <a:lnTo>
                  <a:pt x="305" y="21"/>
                </a:lnTo>
                <a:lnTo>
                  <a:pt x="292" y="23"/>
                </a:lnTo>
                <a:lnTo>
                  <a:pt x="281" y="26"/>
                </a:lnTo>
                <a:lnTo>
                  <a:pt x="269" y="29"/>
                </a:lnTo>
                <a:lnTo>
                  <a:pt x="257" y="32"/>
                </a:lnTo>
                <a:lnTo>
                  <a:pt x="246" y="36"/>
                </a:lnTo>
                <a:lnTo>
                  <a:pt x="234" y="40"/>
                </a:lnTo>
                <a:lnTo>
                  <a:pt x="223" y="44"/>
                </a:lnTo>
                <a:lnTo>
                  <a:pt x="212" y="48"/>
                </a:lnTo>
                <a:lnTo>
                  <a:pt x="202" y="53"/>
                </a:lnTo>
                <a:lnTo>
                  <a:pt x="191" y="57"/>
                </a:lnTo>
                <a:lnTo>
                  <a:pt x="181" y="62"/>
                </a:lnTo>
                <a:lnTo>
                  <a:pt x="170" y="67"/>
                </a:lnTo>
                <a:lnTo>
                  <a:pt x="160" y="73"/>
                </a:lnTo>
                <a:lnTo>
                  <a:pt x="150" y="78"/>
                </a:lnTo>
                <a:lnTo>
                  <a:pt x="141" y="84"/>
                </a:lnTo>
                <a:lnTo>
                  <a:pt x="132" y="90"/>
                </a:lnTo>
                <a:lnTo>
                  <a:pt x="123" y="96"/>
                </a:lnTo>
                <a:lnTo>
                  <a:pt x="115" y="102"/>
                </a:lnTo>
                <a:lnTo>
                  <a:pt x="107" y="109"/>
                </a:lnTo>
                <a:lnTo>
                  <a:pt x="99" y="116"/>
                </a:lnTo>
                <a:lnTo>
                  <a:pt x="91" y="122"/>
                </a:lnTo>
                <a:lnTo>
                  <a:pt x="84" y="129"/>
                </a:lnTo>
                <a:lnTo>
                  <a:pt x="77" y="137"/>
                </a:lnTo>
                <a:lnTo>
                  <a:pt x="70" y="144"/>
                </a:lnTo>
                <a:lnTo>
                  <a:pt x="64" y="151"/>
                </a:lnTo>
                <a:lnTo>
                  <a:pt x="58" y="159"/>
                </a:lnTo>
                <a:lnTo>
                  <a:pt x="53" y="167"/>
                </a:lnTo>
                <a:lnTo>
                  <a:pt x="48" y="174"/>
                </a:lnTo>
                <a:lnTo>
                  <a:pt x="43" y="182"/>
                </a:lnTo>
                <a:lnTo>
                  <a:pt x="38" y="190"/>
                </a:lnTo>
                <a:lnTo>
                  <a:pt x="34" y="198"/>
                </a:lnTo>
                <a:lnTo>
                  <a:pt x="31" y="207"/>
                </a:lnTo>
                <a:lnTo>
                  <a:pt x="27" y="215"/>
                </a:lnTo>
                <a:lnTo>
                  <a:pt x="24" y="223"/>
                </a:lnTo>
                <a:lnTo>
                  <a:pt x="22" y="232"/>
                </a:lnTo>
                <a:lnTo>
                  <a:pt x="20" y="240"/>
                </a:lnTo>
                <a:lnTo>
                  <a:pt x="18" y="248"/>
                </a:lnTo>
                <a:lnTo>
                  <a:pt x="16" y="257"/>
                </a:lnTo>
                <a:lnTo>
                  <a:pt x="16" y="266"/>
                </a:lnTo>
                <a:lnTo>
                  <a:pt x="15" y="274"/>
                </a:lnTo>
                <a:lnTo>
                  <a:pt x="15" y="283"/>
                </a:lnTo>
                <a:lnTo>
                  <a:pt x="15" y="292"/>
                </a:lnTo>
                <a:lnTo>
                  <a:pt x="16" y="301"/>
                </a:lnTo>
                <a:lnTo>
                  <a:pt x="16" y="309"/>
                </a:lnTo>
                <a:lnTo>
                  <a:pt x="18" y="318"/>
                </a:lnTo>
                <a:lnTo>
                  <a:pt x="20" y="326"/>
                </a:lnTo>
                <a:lnTo>
                  <a:pt x="22" y="335"/>
                </a:lnTo>
                <a:lnTo>
                  <a:pt x="24" y="343"/>
                </a:lnTo>
                <a:lnTo>
                  <a:pt x="27" y="351"/>
                </a:lnTo>
                <a:lnTo>
                  <a:pt x="31" y="360"/>
                </a:lnTo>
                <a:lnTo>
                  <a:pt x="34" y="368"/>
                </a:lnTo>
                <a:lnTo>
                  <a:pt x="38" y="376"/>
                </a:lnTo>
                <a:lnTo>
                  <a:pt x="43" y="384"/>
                </a:lnTo>
                <a:lnTo>
                  <a:pt x="48" y="392"/>
                </a:lnTo>
                <a:lnTo>
                  <a:pt x="53" y="400"/>
                </a:lnTo>
                <a:lnTo>
                  <a:pt x="58" y="407"/>
                </a:lnTo>
                <a:lnTo>
                  <a:pt x="64" y="415"/>
                </a:lnTo>
                <a:lnTo>
                  <a:pt x="70" y="422"/>
                </a:lnTo>
                <a:lnTo>
                  <a:pt x="77" y="430"/>
                </a:lnTo>
                <a:lnTo>
                  <a:pt x="84" y="437"/>
                </a:lnTo>
                <a:lnTo>
                  <a:pt x="91" y="444"/>
                </a:lnTo>
                <a:lnTo>
                  <a:pt x="99" y="451"/>
                </a:lnTo>
                <a:lnTo>
                  <a:pt x="107" y="457"/>
                </a:lnTo>
                <a:lnTo>
                  <a:pt x="115" y="464"/>
                </a:lnTo>
                <a:lnTo>
                  <a:pt x="123" y="470"/>
                </a:lnTo>
                <a:lnTo>
                  <a:pt x="132" y="476"/>
                </a:lnTo>
                <a:lnTo>
                  <a:pt x="141" y="482"/>
                </a:lnTo>
                <a:lnTo>
                  <a:pt x="150" y="488"/>
                </a:lnTo>
                <a:lnTo>
                  <a:pt x="160" y="494"/>
                </a:lnTo>
                <a:lnTo>
                  <a:pt x="170" y="499"/>
                </a:lnTo>
                <a:lnTo>
                  <a:pt x="181" y="504"/>
                </a:lnTo>
                <a:lnTo>
                  <a:pt x="191" y="509"/>
                </a:lnTo>
                <a:lnTo>
                  <a:pt x="202" y="514"/>
                </a:lnTo>
                <a:lnTo>
                  <a:pt x="212" y="518"/>
                </a:lnTo>
                <a:lnTo>
                  <a:pt x="223" y="523"/>
                </a:lnTo>
                <a:lnTo>
                  <a:pt x="234" y="527"/>
                </a:lnTo>
                <a:lnTo>
                  <a:pt x="246" y="530"/>
                </a:lnTo>
                <a:lnTo>
                  <a:pt x="257" y="534"/>
                </a:lnTo>
                <a:lnTo>
                  <a:pt x="269" y="537"/>
                </a:lnTo>
                <a:lnTo>
                  <a:pt x="281" y="540"/>
                </a:lnTo>
                <a:lnTo>
                  <a:pt x="292" y="543"/>
                </a:lnTo>
                <a:lnTo>
                  <a:pt x="305" y="545"/>
                </a:lnTo>
                <a:lnTo>
                  <a:pt x="317" y="548"/>
                </a:lnTo>
                <a:lnTo>
                  <a:pt x="329" y="550"/>
                </a:lnTo>
                <a:lnTo>
                  <a:pt x="341" y="551"/>
                </a:lnTo>
                <a:lnTo>
                  <a:pt x="354" y="553"/>
                </a:lnTo>
                <a:lnTo>
                  <a:pt x="366" y="554"/>
                </a:lnTo>
                <a:lnTo>
                  <a:pt x="379" y="555"/>
                </a:lnTo>
                <a:lnTo>
                  <a:pt x="391" y="556"/>
                </a:lnTo>
                <a:lnTo>
                  <a:pt x="404" y="556"/>
                </a:lnTo>
                <a:lnTo>
                  <a:pt x="416" y="556"/>
                </a:lnTo>
                <a:lnTo>
                  <a:pt x="429" y="556"/>
                </a:lnTo>
                <a:lnTo>
                  <a:pt x="441" y="556"/>
                </a:lnTo>
                <a:lnTo>
                  <a:pt x="454" y="555"/>
                </a:lnTo>
                <a:lnTo>
                  <a:pt x="466" y="554"/>
                </a:lnTo>
                <a:lnTo>
                  <a:pt x="479" y="553"/>
                </a:lnTo>
                <a:lnTo>
                  <a:pt x="491" y="551"/>
                </a:lnTo>
                <a:lnTo>
                  <a:pt x="504" y="550"/>
                </a:lnTo>
                <a:lnTo>
                  <a:pt x="516" y="548"/>
                </a:lnTo>
                <a:lnTo>
                  <a:pt x="528" y="545"/>
                </a:lnTo>
                <a:lnTo>
                  <a:pt x="540" y="543"/>
                </a:lnTo>
                <a:lnTo>
                  <a:pt x="552" y="540"/>
                </a:lnTo>
                <a:lnTo>
                  <a:pt x="564" y="537"/>
                </a:lnTo>
                <a:lnTo>
                  <a:pt x="575" y="534"/>
                </a:lnTo>
                <a:lnTo>
                  <a:pt x="587" y="530"/>
                </a:lnTo>
                <a:lnTo>
                  <a:pt x="598" y="527"/>
                </a:lnTo>
                <a:lnTo>
                  <a:pt x="609" y="523"/>
                </a:lnTo>
                <a:lnTo>
                  <a:pt x="620" y="518"/>
                </a:lnTo>
                <a:lnTo>
                  <a:pt x="631" y="514"/>
                </a:lnTo>
                <a:lnTo>
                  <a:pt x="641" y="509"/>
                </a:lnTo>
                <a:lnTo>
                  <a:pt x="652" y="504"/>
                </a:lnTo>
                <a:lnTo>
                  <a:pt x="662" y="499"/>
                </a:lnTo>
                <a:lnTo>
                  <a:pt x="672" y="494"/>
                </a:lnTo>
                <a:lnTo>
                  <a:pt x="681" y="488"/>
                </a:lnTo>
                <a:lnTo>
                  <a:pt x="690" y="482"/>
                </a:lnTo>
                <a:lnTo>
                  <a:pt x="699" y="476"/>
                </a:lnTo>
                <a:lnTo>
                  <a:pt x="708" y="470"/>
                </a:lnTo>
                <a:lnTo>
                  <a:pt x="717" y="464"/>
                </a:lnTo>
                <a:lnTo>
                  <a:pt x="725" y="457"/>
                </a:lnTo>
                <a:lnTo>
                  <a:pt x="733" y="451"/>
                </a:lnTo>
                <a:lnTo>
                  <a:pt x="740" y="444"/>
                </a:lnTo>
                <a:lnTo>
                  <a:pt x="748" y="437"/>
                </a:lnTo>
                <a:lnTo>
                  <a:pt x="754" y="430"/>
                </a:lnTo>
                <a:lnTo>
                  <a:pt x="761" y="422"/>
                </a:lnTo>
                <a:lnTo>
                  <a:pt x="767" y="415"/>
                </a:lnTo>
                <a:lnTo>
                  <a:pt x="773" y="407"/>
                </a:lnTo>
                <a:lnTo>
                  <a:pt x="779" y="400"/>
                </a:lnTo>
                <a:lnTo>
                  <a:pt x="784" y="392"/>
                </a:lnTo>
                <a:lnTo>
                  <a:pt x="789" y="384"/>
                </a:lnTo>
                <a:lnTo>
                  <a:pt x="793" y="376"/>
                </a:lnTo>
                <a:lnTo>
                  <a:pt x="797" y="368"/>
                </a:lnTo>
                <a:lnTo>
                  <a:pt x="801" y="360"/>
                </a:lnTo>
                <a:lnTo>
                  <a:pt x="804" y="351"/>
                </a:lnTo>
                <a:lnTo>
                  <a:pt x="807" y="343"/>
                </a:lnTo>
                <a:lnTo>
                  <a:pt x="810" y="335"/>
                </a:lnTo>
                <a:lnTo>
                  <a:pt x="812" y="326"/>
                </a:lnTo>
                <a:lnTo>
                  <a:pt x="814" y="318"/>
                </a:lnTo>
                <a:lnTo>
                  <a:pt x="815" y="309"/>
                </a:lnTo>
                <a:lnTo>
                  <a:pt x="816" y="301"/>
                </a:lnTo>
                <a:lnTo>
                  <a:pt x="817" y="292"/>
                </a:lnTo>
                <a:lnTo>
                  <a:pt x="817" y="283"/>
                </a:lnTo>
                <a:moveTo>
                  <a:pt x="832" y="283"/>
                </a:moveTo>
                <a:lnTo>
                  <a:pt x="832" y="293"/>
                </a:lnTo>
                <a:lnTo>
                  <a:pt x="831" y="301"/>
                </a:lnTo>
                <a:lnTo>
                  <a:pt x="830" y="310"/>
                </a:lnTo>
                <a:lnTo>
                  <a:pt x="829" y="319"/>
                </a:lnTo>
                <a:lnTo>
                  <a:pt x="827" y="328"/>
                </a:lnTo>
                <a:lnTo>
                  <a:pt x="825" y="337"/>
                </a:lnTo>
                <a:lnTo>
                  <a:pt x="822" y="345"/>
                </a:lnTo>
                <a:lnTo>
                  <a:pt x="819" y="354"/>
                </a:lnTo>
                <a:lnTo>
                  <a:pt x="815" y="363"/>
                </a:lnTo>
                <a:lnTo>
                  <a:pt x="812" y="371"/>
                </a:lnTo>
                <a:lnTo>
                  <a:pt x="807" y="379"/>
                </a:lnTo>
                <a:lnTo>
                  <a:pt x="803" y="388"/>
                </a:lnTo>
                <a:lnTo>
                  <a:pt x="798" y="396"/>
                </a:lnTo>
                <a:lnTo>
                  <a:pt x="792" y="404"/>
                </a:lnTo>
                <a:lnTo>
                  <a:pt x="787" y="412"/>
                </a:lnTo>
                <a:lnTo>
                  <a:pt x="780" y="420"/>
                </a:lnTo>
                <a:lnTo>
                  <a:pt x="774" y="428"/>
                </a:lnTo>
                <a:lnTo>
                  <a:pt x="767" y="435"/>
                </a:lnTo>
                <a:lnTo>
                  <a:pt x="760" y="443"/>
                </a:lnTo>
                <a:lnTo>
                  <a:pt x="753" y="450"/>
                </a:lnTo>
                <a:lnTo>
                  <a:pt x="745" y="457"/>
                </a:lnTo>
                <a:lnTo>
                  <a:pt x="737" y="464"/>
                </a:lnTo>
                <a:lnTo>
                  <a:pt x="728" y="471"/>
                </a:lnTo>
                <a:lnTo>
                  <a:pt x="719" y="477"/>
                </a:lnTo>
                <a:lnTo>
                  <a:pt x="710" y="484"/>
                </a:lnTo>
                <a:lnTo>
                  <a:pt x="701" y="490"/>
                </a:lnTo>
                <a:lnTo>
                  <a:pt x="691" y="496"/>
                </a:lnTo>
                <a:lnTo>
                  <a:pt x="681" y="502"/>
                </a:lnTo>
                <a:lnTo>
                  <a:pt x="671" y="507"/>
                </a:lnTo>
                <a:lnTo>
                  <a:pt x="661" y="512"/>
                </a:lnTo>
                <a:lnTo>
                  <a:pt x="650" y="518"/>
                </a:lnTo>
                <a:lnTo>
                  <a:pt x="639" y="522"/>
                </a:lnTo>
                <a:lnTo>
                  <a:pt x="628" y="527"/>
                </a:lnTo>
                <a:lnTo>
                  <a:pt x="616" y="532"/>
                </a:lnTo>
                <a:lnTo>
                  <a:pt x="605" y="536"/>
                </a:lnTo>
                <a:lnTo>
                  <a:pt x="593" y="540"/>
                </a:lnTo>
                <a:lnTo>
                  <a:pt x="581" y="543"/>
                </a:lnTo>
                <a:lnTo>
                  <a:pt x="569" y="547"/>
                </a:lnTo>
                <a:lnTo>
                  <a:pt x="557" y="550"/>
                </a:lnTo>
                <a:lnTo>
                  <a:pt x="545" y="553"/>
                </a:lnTo>
                <a:lnTo>
                  <a:pt x="532" y="555"/>
                </a:lnTo>
                <a:lnTo>
                  <a:pt x="520" y="558"/>
                </a:lnTo>
                <a:lnTo>
                  <a:pt x="507" y="560"/>
                </a:lnTo>
                <a:lnTo>
                  <a:pt x="494" y="561"/>
                </a:lnTo>
                <a:lnTo>
                  <a:pt x="481" y="563"/>
                </a:lnTo>
                <a:lnTo>
                  <a:pt x="468" y="564"/>
                </a:lnTo>
                <a:lnTo>
                  <a:pt x="455" y="565"/>
                </a:lnTo>
                <a:lnTo>
                  <a:pt x="442" y="566"/>
                </a:lnTo>
                <a:lnTo>
                  <a:pt x="429" y="566"/>
                </a:lnTo>
                <a:lnTo>
                  <a:pt x="416" y="567"/>
                </a:lnTo>
                <a:lnTo>
                  <a:pt x="403" y="566"/>
                </a:lnTo>
                <a:lnTo>
                  <a:pt x="390" y="566"/>
                </a:lnTo>
                <a:lnTo>
                  <a:pt x="377" y="565"/>
                </a:lnTo>
                <a:lnTo>
                  <a:pt x="364" y="564"/>
                </a:lnTo>
                <a:lnTo>
                  <a:pt x="351" y="563"/>
                </a:lnTo>
                <a:lnTo>
                  <a:pt x="338" y="561"/>
                </a:lnTo>
                <a:lnTo>
                  <a:pt x="326" y="560"/>
                </a:lnTo>
                <a:lnTo>
                  <a:pt x="313" y="558"/>
                </a:lnTo>
                <a:lnTo>
                  <a:pt x="300" y="555"/>
                </a:lnTo>
                <a:lnTo>
                  <a:pt x="288" y="553"/>
                </a:lnTo>
                <a:lnTo>
                  <a:pt x="275" y="550"/>
                </a:lnTo>
                <a:lnTo>
                  <a:pt x="263" y="547"/>
                </a:lnTo>
                <a:lnTo>
                  <a:pt x="251" y="543"/>
                </a:lnTo>
                <a:lnTo>
                  <a:pt x="239" y="540"/>
                </a:lnTo>
                <a:lnTo>
                  <a:pt x="228" y="536"/>
                </a:lnTo>
                <a:lnTo>
                  <a:pt x="216" y="532"/>
                </a:lnTo>
                <a:lnTo>
                  <a:pt x="205" y="527"/>
                </a:lnTo>
                <a:lnTo>
                  <a:pt x="194" y="522"/>
                </a:lnTo>
                <a:lnTo>
                  <a:pt x="183" y="518"/>
                </a:lnTo>
                <a:lnTo>
                  <a:pt x="171" y="512"/>
                </a:lnTo>
                <a:lnTo>
                  <a:pt x="160" y="507"/>
                </a:lnTo>
                <a:lnTo>
                  <a:pt x="150" y="502"/>
                </a:lnTo>
                <a:lnTo>
                  <a:pt x="140" y="496"/>
                </a:lnTo>
                <a:lnTo>
                  <a:pt x="131" y="490"/>
                </a:lnTo>
                <a:lnTo>
                  <a:pt x="121" y="484"/>
                </a:lnTo>
                <a:lnTo>
                  <a:pt x="112" y="477"/>
                </a:lnTo>
                <a:lnTo>
                  <a:pt x="103" y="471"/>
                </a:lnTo>
                <a:lnTo>
                  <a:pt x="95" y="464"/>
                </a:lnTo>
                <a:lnTo>
                  <a:pt x="87" y="457"/>
                </a:lnTo>
                <a:lnTo>
                  <a:pt x="79" y="450"/>
                </a:lnTo>
                <a:lnTo>
                  <a:pt x="71" y="443"/>
                </a:lnTo>
                <a:lnTo>
                  <a:pt x="64" y="435"/>
                </a:lnTo>
                <a:lnTo>
                  <a:pt x="57" y="428"/>
                </a:lnTo>
                <a:lnTo>
                  <a:pt x="51" y="420"/>
                </a:lnTo>
                <a:lnTo>
                  <a:pt x="45" y="412"/>
                </a:lnTo>
                <a:lnTo>
                  <a:pt x="39" y="404"/>
                </a:lnTo>
                <a:lnTo>
                  <a:pt x="34" y="396"/>
                </a:lnTo>
                <a:lnTo>
                  <a:pt x="29" y="388"/>
                </a:lnTo>
                <a:lnTo>
                  <a:pt x="24" y="379"/>
                </a:lnTo>
                <a:lnTo>
                  <a:pt x="20" y="371"/>
                </a:lnTo>
                <a:lnTo>
                  <a:pt x="16" y="363"/>
                </a:lnTo>
                <a:lnTo>
                  <a:pt x="13" y="354"/>
                </a:lnTo>
                <a:lnTo>
                  <a:pt x="10" y="345"/>
                </a:lnTo>
                <a:lnTo>
                  <a:pt x="7" y="337"/>
                </a:lnTo>
                <a:lnTo>
                  <a:pt x="5" y="328"/>
                </a:lnTo>
                <a:lnTo>
                  <a:pt x="3" y="319"/>
                </a:lnTo>
                <a:lnTo>
                  <a:pt x="1" y="310"/>
                </a:lnTo>
                <a:lnTo>
                  <a:pt x="0" y="301"/>
                </a:lnTo>
                <a:lnTo>
                  <a:pt x="0" y="293"/>
                </a:lnTo>
                <a:lnTo>
                  <a:pt x="0" y="283"/>
                </a:lnTo>
                <a:lnTo>
                  <a:pt x="0" y="274"/>
                </a:lnTo>
                <a:lnTo>
                  <a:pt x="0" y="265"/>
                </a:lnTo>
                <a:lnTo>
                  <a:pt x="1" y="256"/>
                </a:lnTo>
                <a:lnTo>
                  <a:pt x="3" y="247"/>
                </a:lnTo>
                <a:lnTo>
                  <a:pt x="5" y="238"/>
                </a:lnTo>
                <a:lnTo>
                  <a:pt x="7" y="230"/>
                </a:lnTo>
                <a:lnTo>
                  <a:pt x="10" y="221"/>
                </a:lnTo>
                <a:lnTo>
                  <a:pt x="13" y="212"/>
                </a:lnTo>
                <a:lnTo>
                  <a:pt x="16" y="204"/>
                </a:lnTo>
                <a:lnTo>
                  <a:pt x="20" y="195"/>
                </a:lnTo>
                <a:lnTo>
                  <a:pt x="24" y="187"/>
                </a:lnTo>
                <a:lnTo>
                  <a:pt x="29" y="179"/>
                </a:lnTo>
                <a:lnTo>
                  <a:pt x="34" y="170"/>
                </a:lnTo>
                <a:lnTo>
                  <a:pt x="39" y="162"/>
                </a:lnTo>
                <a:lnTo>
                  <a:pt x="45" y="154"/>
                </a:lnTo>
                <a:lnTo>
                  <a:pt x="51" y="146"/>
                </a:lnTo>
                <a:lnTo>
                  <a:pt x="57" y="139"/>
                </a:lnTo>
                <a:lnTo>
                  <a:pt x="64" y="131"/>
                </a:lnTo>
                <a:lnTo>
                  <a:pt x="71" y="124"/>
                </a:lnTo>
                <a:lnTo>
                  <a:pt x="79" y="116"/>
                </a:lnTo>
                <a:lnTo>
                  <a:pt x="87" y="109"/>
                </a:lnTo>
                <a:lnTo>
                  <a:pt x="95" y="102"/>
                </a:lnTo>
                <a:lnTo>
                  <a:pt x="103" y="96"/>
                </a:lnTo>
                <a:lnTo>
                  <a:pt x="112" y="89"/>
                </a:lnTo>
                <a:lnTo>
                  <a:pt x="121" y="83"/>
                </a:lnTo>
                <a:lnTo>
                  <a:pt x="131" y="76"/>
                </a:lnTo>
                <a:lnTo>
                  <a:pt x="140" y="70"/>
                </a:lnTo>
                <a:lnTo>
                  <a:pt x="150" y="65"/>
                </a:lnTo>
                <a:lnTo>
                  <a:pt x="160" y="59"/>
                </a:lnTo>
                <a:lnTo>
                  <a:pt x="171" y="54"/>
                </a:lnTo>
                <a:lnTo>
                  <a:pt x="183" y="49"/>
                </a:lnTo>
                <a:lnTo>
                  <a:pt x="194" y="44"/>
                </a:lnTo>
                <a:lnTo>
                  <a:pt x="205" y="39"/>
                </a:lnTo>
                <a:lnTo>
                  <a:pt x="216" y="35"/>
                </a:lnTo>
                <a:lnTo>
                  <a:pt x="228" y="31"/>
                </a:lnTo>
                <a:lnTo>
                  <a:pt x="239" y="27"/>
                </a:lnTo>
                <a:lnTo>
                  <a:pt x="251" y="23"/>
                </a:lnTo>
                <a:lnTo>
                  <a:pt x="263" y="20"/>
                </a:lnTo>
                <a:lnTo>
                  <a:pt x="275" y="17"/>
                </a:lnTo>
                <a:lnTo>
                  <a:pt x="288" y="14"/>
                </a:lnTo>
                <a:lnTo>
                  <a:pt x="300" y="11"/>
                </a:lnTo>
                <a:lnTo>
                  <a:pt x="313" y="9"/>
                </a:lnTo>
                <a:lnTo>
                  <a:pt x="326" y="7"/>
                </a:lnTo>
                <a:lnTo>
                  <a:pt x="338" y="5"/>
                </a:lnTo>
                <a:lnTo>
                  <a:pt x="351" y="3"/>
                </a:lnTo>
                <a:lnTo>
                  <a:pt x="364" y="2"/>
                </a:lnTo>
                <a:lnTo>
                  <a:pt x="377" y="1"/>
                </a:lnTo>
                <a:lnTo>
                  <a:pt x="390" y="0"/>
                </a:lnTo>
                <a:lnTo>
                  <a:pt x="403" y="0"/>
                </a:lnTo>
                <a:lnTo>
                  <a:pt x="416" y="0"/>
                </a:lnTo>
                <a:lnTo>
                  <a:pt x="429" y="0"/>
                </a:lnTo>
                <a:lnTo>
                  <a:pt x="442" y="0"/>
                </a:lnTo>
                <a:lnTo>
                  <a:pt x="455" y="1"/>
                </a:lnTo>
                <a:lnTo>
                  <a:pt x="468" y="2"/>
                </a:lnTo>
                <a:lnTo>
                  <a:pt x="481" y="3"/>
                </a:lnTo>
                <a:lnTo>
                  <a:pt x="494" y="5"/>
                </a:lnTo>
                <a:lnTo>
                  <a:pt x="507" y="7"/>
                </a:lnTo>
                <a:lnTo>
                  <a:pt x="520" y="9"/>
                </a:lnTo>
                <a:lnTo>
                  <a:pt x="532" y="11"/>
                </a:lnTo>
                <a:lnTo>
                  <a:pt x="545" y="14"/>
                </a:lnTo>
                <a:lnTo>
                  <a:pt x="557" y="17"/>
                </a:lnTo>
                <a:lnTo>
                  <a:pt x="569" y="20"/>
                </a:lnTo>
                <a:lnTo>
                  <a:pt x="581" y="23"/>
                </a:lnTo>
                <a:lnTo>
                  <a:pt x="593" y="27"/>
                </a:lnTo>
                <a:lnTo>
                  <a:pt x="605" y="31"/>
                </a:lnTo>
                <a:lnTo>
                  <a:pt x="616" y="35"/>
                </a:lnTo>
                <a:lnTo>
                  <a:pt x="628" y="39"/>
                </a:lnTo>
                <a:lnTo>
                  <a:pt x="639" y="44"/>
                </a:lnTo>
                <a:lnTo>
                  <a:pt x="650" y="49"/>
                </a:lnTo>
                <a:lnTo>
                  <a:pt x="661" y="54"/>
                </a:lnTo>
                <a:lnTo>
                  <a:pt x="671" y="59"/>
                </a:lnTo>
                <a:lnTo>
                  <a:pt x="681" y="65"/>
                </a:lnTo>
                <a:lnTo>
                  <a:pt x="691" y="70"/>
                </a:lnTo>
                <a:lnTo>
                  <a:pt x="701" y="76"/>
                </a:lnTo>
                <a:lnTo>
                  <a:pt x="710" y="83"/>
                </a:lnTo>
                <a:lnTo>
                  <a:pt x="719" y="89"/>
                </a:lnTo>
                <a:lnTo>
                  <a:pt x="728" y="96"/>
                </a:lnTo>
                <a:lnTo>
                  <a:pt x="737" y="102"/>
                </a:lnTo>
                <a:lnTo>
                  <a:pt x="745" y="109"/>
                </a:lnTo>
                <a:lnTo>
                  <a:pt x="753" y="116"/>
                </a:lnTo>
                <a:lnTo>
                  <a:pt x="760" y="124"/>
                </a:lnTo>
                <a:lnTo>
                  <a:pt x="767" y="131"/>
                </a:lnTo>
                <a:lnTo>
                  <a:pt x="774" y="139"/>
                </a:lnTo>
                <a:lnTo>
                  <a:pt x="780" y="146"/>
                </a:lnTo>
                <a:lnTo>
                  <a:pt x="787" y="154"/>
                </a:lnTo>
                <a:lnTo>
                  <a:pt x="792" y="162"/>
                </a:lnTo>
                <a:lnTo>
                  <a:pt x="798" y="170"/>
                </a:lnTo>
                <a:lnTo>
                  <a:pt x="803" y="179"/>
                </a:lnTo>
                <a:lnTo>
                  <a:pt x="807" y="187"/>
                </a:lnTo>
                <a:lnTo>
                  <a:pt x="812" y="195"/>
                </a:lnTo>
                <a:lnTo>
                  <a:pt x="815" y="204"/>
                </a:lnTo>
                <a:lnTo>
                  <a:pt x="819" y="212"/>
                </a:lnTo>
                <a:lnTo>
                  <a:pt x="822" y="221"/>
                </a:lnTo>
                <a:lnTo>
                  <a:pt x="825" y="230"/>
                </a:lnTo>
                <a:lnTo>
                  <a:pt x="827" y="238"/>
                </a:lnTo>
                <a:lnTo>
                  <a:pt x="829" y="247"/>
                </a:lnTo>
                <a:lnTo>
                  <a:pt x="830" y="256"/>
                </a:lnTo>
                <a:lnTo>
                  <a:pt x="831" y="265"/>
                </a:lnTo>
                <a:lnTo>
                  <a:pt x="832" y="274"/>
                </a:lnTo>
                <a:lnTo>
                  <a:pt x="832" y="283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3" name=""/>
          <p:cNvSpPr/>
          <p:nvPr/>
        </p:nvSpPr>
        <p:spPr>
          <a:xfrm>
            <a:off x="3975120" y="2843640"/>
            <a:ext cx="302400" cy="205920"/>
          </a:xfrm>
          <a:custGeom>
            <a:avLst/>
            <a:gdLst/>
            <a:ahLst/>
            <a:rect l="0" t="0" r="r" b="b"/>
            <a:pathLst>
              <a:path w="840" h="572">
                <a:moveTo>
                  <a:pt x="836" y="286"/>
                </a:moveTo>
                <a:lnTo>
                  <a:pt x="836" y="277"/>
                </a:lnTo>
                <a:lnTo>
                  <a:pt x="835" y="268"/>
                </a:lnTo>
                <a:lnTo>
                  <a:pt x="834" y="259"/>
                </a:lnTo>
                <a:lnTo>
                  <a:pt x="833" y="250"/>
                </a:lnTo>
                <a:lnTo>
                  <a:pt x="831" y="241"/>
                </a:lnTo>
                <a:lnTo>
                  <a:pt x="829" y="233"/>
                </a:lnTo>
                <a:lnTo>
                  <a:pt x="826" y="224"/>
                </a:lnTo>
                <a:lnTo>
                  <a:pt x="823" y="215"/>
                </a:lnTo>
                <a:lnTo>
                  <a:pt x="819" y="207"/>
                </a:lnTo>
                <a:lnTo>
                  <a:pt x="816" y="198"/>
                </a:lnTo>
                <a:lnTo>
                  <a:pt x="811" y="190"/>
                </a:lnTo>
                <a:lnTo>
                  <a:pt x="807" y="182"/>
                </a:lnTo>
                <a:lnTo>
                  <a:pt x="802" y="173"/>
                </a:lnTo>
                <a:lnTo>
                  <a:pt x="796" y="165"/>
                </a:lnTo>
                <a:lnTo>
                  <a:pt x="791" y="157"/>
                </a:lnTo>
                <a:lnTo>
                  <a:pt x="784" y="149"/>
                </a:lnTo>
                <a:lnTo>
                  <a:pt x="778" y="142"/>
                </a:lnTo>
                <a:lnTo>
                  <a:pt x="771" y="134"/>
                </a:lnTo>
                <a:lnTo>
                  <a:pt x="764" y="127"/>
                </a:lnTo>
                <a:lnTo>
                  <a:pt x="757" y="119"/>
                </a:lnTo>
                <a:lnTo>
                  <a:pt x="749" y="112"/>
                </a:lnTo>
                <a:lnTo>
                  <a:pt x="741" y="105"/>
                </a:lnTo>
                <a:lnTo>
                  <a:pt x="732" y="99"/>
                </a:lnTo>
                <a:lnTo>
                  <a:pt x="723" y="92"/>
                </a:lnTo>
                <a:lnTo>
                  <a:pt x="714" y="86"/>
                </a:lnTo>
                <a:lnTo>
                  <a:pt x="705" y="79"/>
                </a:lnTo>
                <a:lnTo>
                  <a:pt x="695" y="73"/>
                </a:lnTo>
                <a:lnTo>
                  <a:pt x="685" y="68"/>
                </a:lnTo>
                <a:lnTo>
                  <a:pt x="675" y="62"/>
                </a:lnTo>
                <a:lnTo>
                  <a:pt x="665" y="57"/>
                </a:lnTo>
                <a:lnTo>
                  <a:pt x="654" y="52"/>
                </a:lnTo>
                <a:lnTo>
                  <a:pt x="643" y="47"/>
                </a:lnTo>
                <a:lnTo>
                  <a:pt x="632" y="42"/>
                </a:lnTo>
                <a:lnTo>
                  <a:pt x="620" y="38"/>
                </a:lnTo>
                <a:lnTo>
                  <a:pt x="609" y="34"/>
                </a:lnTo>
                <a:lnTo>
                  <a:pt x="597" y="30"/>
                </a:lnTo>
                <a:lnTo>
                  <a:pt x="585" y="26"/>
                </a:lnTo>
                <a:lnTo>
                  <a:pt x="573" y="23"/>
                </a:lnTo>
                <a:lnTo>
                  <a:pt x="561" y="20"/>
                </a:lnTo>
                <a:lnTo>
                  <a:pt x="549" y="17"/>
                </a:lnTo>
                <a:lnTo>
                  <a:pt x="536" y="14"/>
                </a:lnTo>
                <a:lnTo>
                  <a:pt x="524" y="12"/>
                </a:lnTo>
                <a:lnTo>
                  <a:pt x="511" y="10"/>
                </a:lnTo>
                <a:lnTo>
                  <a:pt x="498" y="8"/>
                </a:lnTo>
                <a:lnTo>
                  <a:pt x="485" y="6"/>
                </a:lnTo>
                <a:lnTo>
                  <a:pt x="472" y="5"/>
                </a:lnTo>
                <a:lnTo>
                  <a:pt x="459" y="4"/>
                </a:lnTo>
                <a:lnTo>
                  <a:pt x="446" y="3"/>
                </a:lnTo>
                <a:lnTo>
                  <a:pt x="433" y="3"/>
                </a:lnTo>
                <a:lnTo>
                  <a:pt x="420" y="3"/>
                </a:lnTo>
                <a:lnTo>
                  <a:pt x="407" y="3"/>
                </a:lnTo>
                <a:lnTo>
                  <a:pt x="394" y="3"/>
                </a:lnTo>
                <a:lnTo>
                  <a:pt x="381" y="4"/>
                </a:lnTo>
                <a:lnTo>
                  <a:pt x="368" y="5"/>
                </a:lnTo>
                <a:lnTo>
                  <a:pt x="355" y="6"/>
                </a:lnTo>
                <a:lnTo>
                  <a:pt x="342" y="8"/>
                </a:lnTo>
                <a:lnTo>
                  <a:pt x="330" y="10"/>
                </a:lnTo>
                <a:lnTo>
                  <a:pt x="317" y="12"/>
                </a:lnTo>
                <a:lnTo>
                  <a:pt x="304" y="14"/>
                </a:lnTo>
                <a:lnTo>
                  <a:pt x="292" y="17"/>
                </a:lnTo>
                <a:lnTo>
                  <a:pt x="279" y="20"/>
                </a:lnTo>
                <a:lnTo>
                  <a:pt x="266" y="23"/>
                </a:lnTo>
                <a:lnTo>
                  <a:pt x="254" y="26"/>
                </a:lnTo>
                <a:lnTo>
                  <a:pt x="242" y="30"/>
                </a:lnTo>
                <a:lnTo>
                  <a:pt x="231" y="34"/>
                </a:lnTo>
                <a:lnTo>
                  <a:pt x="219" y="38"/>
                </a:lnTo>
                <a:lnTo>
                  <a:pt x="208" y="42"/>
                </a:lnTo>
                <a:lnTo>
                  <a:pt x="197" y="47"/>
                </a:lnTo>
                <a:lnTo>
                  <a:pt x="186" y="52"/>
                </a:lnTo>
                <a:lnTo>
                  <a:pt x="175" y="57"/>
                </a:lnTo>
                <a:lnTo>
                  <a:pt x="164" y="62"/>
                </a:lnTo>
                <a:lnTo>
                  <a:pt x="154" y="68"/>
                </a:lnTo>
                <a:lnTo>
                  <a:pt x="144" y="73"/>
                </a:lnTo>
                <a:lnTo>
                  <a:pt x="135" y="79"/>
                </a:lnTo>
                <a:lnTo>
                  <a:pt x="125" y="86"/>
                </a:lnTo>
                <a:lnTo>
                  <a:pt x="116" y="92"/>
                </a:lnTo>
                <a:lnTo>
                  <a:pt x="107" y="99"/>
                </a:lnTo>
                <a:lnTo>
                  <a:pt x="99" y="105"/>
                </a:lnTo>
                <a:lnTo>
                  <a:pt x="91" y="112"/>
                </a:lnTo>
                <a:lnTo>
                  <a:pt x="83" y="119"/>
                </a:lnTo>
                <a:lnTo>
                  <a:pt x="75" y="127"/>
                </a:lnTo>
                <a:lnTo>
                  <a:pt x="68" y="134"/>
                </a:lnTo>
                <a:lnTo>
                  <a:pt x="61" y="142"/>
                </a:lnTo>
                <a:lnTo>
                  <a:pt x="55" y="149"/>
                </a:lnTo>
                <a:lnTo>
                  <a:pt x="49" y="157"/>
                </a:lnTo>
                <a:lnTo>
                  <a:pt x="43" y="165"/>
                </a:lnTo>
                <a:lnTo>
                  <a:pt x="38" y="173"/>
                </a:lnTo>
                <a:lnTo>
                  <a:pt x="33" y="182"/>
                </a:lnTo>
                <a:lnTo>
                  <a:pt x="28" y="190"/>
                </a:lnTo>
                <a:lnTo>
                  <a:pt x="24" y="198"/>
                </a:lnTo>
                <a:lnTo>
                  <a:pt x="20" y="207"/>
                </a:lnTo>
                <a:lnTo>
                  <a:pt x="17" y="215"/>
                </a:lnTo>
                <a:lnTo>
                  <a:pt x="14" y="224"/>
                </a:lnTo>
                <a:lnTo>
                  <a:pt x="11" y="233"/>
                </a:lnTo>
                <a:lnTo>
                  <a:pt x="9" y="241"/>
                </a:lnTo>
                <a:lnTo>
                  <a:pt x="7" y="250"/>
                </a:lnTo>
                <a:lnTo>
                  <a:pt x="5" y="259"/>
                </a:lnTo>
                <a:lnTo>
                  <a:pt x="4" y="268"/>
                </a:lnTo>
                <a:lnTo>
                  <a:pt x="4" y="277"/>
                </a:lnTo>
                <a:lnTo>
                  <a:pt x="4" y="286"/>
                </a:lnTo>
                <a:lnTo>
                  <a:pt x="4" y="295"/>
                </a:lnTo>
                <a:lnTo>
                  <a:pt x="4" y="303"/>
                </a:lnTo>
                <a:lnTo>
                  <a:pt x="5" y="312"/>
                </a:lnTo>
                <a:lnTo>
                  <a:pt x="7" y="321"/>
                </a:lnTo>
                <a:lnTo>
                  <a:pt x="9" y="330"/>
                </a:lnTo>
                <a:lnTo>
                  <a:pt x="11" y="339"/>
                </a:lnTo>
                <a:lnTo>
                  <a:pt x="14" y="347"/>
                </a:lnTo>
                <a:lnTo>
                  <a:pt x="17" y="356"/>
                </a:lnTo>
                <a:lnTo>
                  <a:pt x="20" y="365"/>
                </a:lnTo>
                <a:lnTo>
                  <a:pt x="24" y="374"/>
                </a:lnTo>
                <a:lnTo>
                  <a:pt x="28" y="382"/>
                </a:lnTo>
                <a:lnTo>
                  <a:pt x="33" y="391"/>
                </a:lnTo>
                <a:lnTo>
                  <a:pt x="38" y="399"/>
                </a:lnTo>
                <a:lnTo>
                  <a:pt x="43" y="407"/>
                </a:lnTo>
                <a:lnTo>
                  <a:pt x="49" y="415"/>
                </a:lnTo>
                <a:lnTo>
                  <a:pt x="55" y="423"/>
                </a:lnTo>
                <a:lnTo>
                  <a:pt x="61" y="431"/>
                </a:lnTo>
                <a:lnTo>
                  <a:pt x="68" y="438"/>
                </a:lnTo>
                <a:lnTo>
                  <a:pt x="75" y="446"/>
                </a:lnTo>
                <a:lnTo>
                  <a:pt x="83" y="453"/>
                </a:lnTo>
                <a:lnTo>
                  <a:pt x="91" y="460"/>
                </a:lnTo>
                <a:lnTo>
                  <a:pt x="99" y="467"/>
                </a:lnTo>
                <a:lnTo>
                  <a:pt x="107" y="474"/>
                </a:lnTo>
                <a:lnTo>
                  <a:pt x="116" y="480"/>
                </a:lnTo>
                <a:lnTo>
                  <a:pt x="125" y="487"/>
                </a:lnTo>
                <a:lnTo>
                  <a:pt x="135" y="493"/>
                </a:lnTo>
                <a:lnTo>
                  <a:pt x="144" y="499"/>
                </a:lnTo>
                <a:lnTo>
                  <a:pt x="154" y="505"/>
                </a:lnTo>
                <a:lnTo>
                  <a:pt x="164" y="510"/>
                </a:lnTo>
                <a:lnTo>
                  <a:pt x="175" y="515"/>
                </a:lnTo>
                <a:lnTo>
                  <a:pt x="186" y="521"/>
                </a:lnTo>
                <a:lnTo>
                  <a:pt x="197" y="525"/>
                </a:lnTo>
                <a:lnTo>
                  <a:pt x="208" y="530"/>
                </a:lnTo>
                <a:lnTo>
                  <a:pt x="219" y="535"/>
                </a:lnTo>
                <a:lnTo>
                  <a:pt x="231" y="539"/>
                </a:lnTo>
                <a:lnTo>
                  <a:pt x="242" y="543"/>
                </a:lnTo>
                <a:lnTo>
                  <a:pt x="254" y="546"/>
                </a:lnTo>
                <a:lnTo>
                  <a:pt x="266" y="550"/>
                </a:lnTo>
                <a:lnTo>
                  <a:pt x="279" y="553"/>
                </a:lnTo>
                <a:lnTo>
                  <a:pt x="292" y="556"/>
                </a:lnTo>
                <a:lnTo>
                  <a:pt x="304" y="558"/>
                </a:lnTo>
                <a:lnTo>
                  <a:pt x="317" y="561"/>
                </a:lnTo>
                <a:lnTo>
                  <a:pt x="330" y="563"/>
                </a:lnTo>
                <a:lnTo>
                  <a:pt x="342" y="564"/>
                </a:lnTo>
                <a:lnTo>
                  <a:pt x="355" y="566"/>
                </a:lnTo>
                <a:lnTo>
                  <a:pt x="368" y="567"/>
                </a:lnTo>
                <a:lnTo>
                  <a:pt x="381" y="568"/>
                </a:lnTo>
                <a:lnTo>
                  <a:pt x="394" y="569"/>
                </a:lnTo>
                <a:lnTo>
                  <a:pt x="407" y="569"/>
                </a:lnTo>
                <a:lnTo>
                  <a:pt x="420" y="570"/>
                </a:lnTo>
                <a:lnTo>
                  <a:pt x="433" y="569"/>
                </a:lnTo>
                <a:lnTo>
                  <a:pt x="446" y="569"/>
                </a:lnTo>
                <a:lnTo>
                  <a:pt x="459" y="568"/>
                </a:lnTo>
                <a:lnTo>
                  <a:pt x="472" y="567"/>
                </a:lnTo>
                <a:lnTo>
                  <a:pt x="485" y="566"/>
                </a:lnTo>
                <a:lnTo>
                  <a:pt x="498" y="564"/>
                </a:lnTo>
                <a:lnTo>
                  <a:pt x="511" y="563"/>
                </a:lnTo>
                <a:lnTo>
                  <a:pt x="524" y="561"/>
                </a:lnTo>
                <a:lnTo>
                  <a:pt x="536" y="558"/>
                </a:lnTo>
                <a:lnTo>
                  <a:pt x="549" y="556"/>
                </a:lnTo>
                <a:lnTo>
                  <a:pt x="561" y="553"/>
                </a:lnTo>
                <a:lnTo>
                  <a:pt x="573" y="550"/>
                </a:lnTo>
                <a:lnTo>
                  <a:pt x="585" y="546"/>
                </a:lnTo>
                <a:lnTo>
                  <a:pt x="597" y="543"/>
                </a:lnTo>
                <a:lnTo>
                  <a:pt x="609" y="539"/>
                </a:lnTo>
                <a:lnTo>
                  <a:pt x="620" y="535"/>
                </a:lnTo>
                <a:lnTo>
                  <a:pt x="632" y="530"/>
                </a:lnTo>
                <a:lnTo>
                  <a:pt x="643" y="525"/>
                </a:lnTo>
                <a:lnTo>
                  <a:pt x="654" y="521"/>
                </a:lnTo>
                <a:lnTo>
                  <a:pt x="665" y="515"/>
                </a:lnTo>
                <a:lnTo>
                  <a:pt x="675" y="510"/>
                </a:lnTo>
                <a:lnTo>
                  <a:pt x="685" y="505"/>
                </a:lnTo>
                <a:lnTo>
                  <a:pt x="695" y="499"/>
                </a:lnTo>
                <a:lnTo>
                  <a:pt x="705" y="493"/>
                </a:lnTo>
                <a:lnTo>
                  <a:pt x="714" y="487"/>
                </a:lnTo>
                <a:lnTo>
                  <a:pt x="723" y="480"/>
                </a:lnTo>
                <a:lnTo>
                  <a:pt x="732" y="474"/>
                </a:lnTo>
                <a:lnTo>
                  <a:pt x="741" y="467"/>
                </a:lnTo>
                <a:lnTo>
                  <a:pt x="749" y="460"/>
                </a:lnTo>
                <a:lnTo>
                  <a:pt x="757" y="453"/>
                </a:lnTo>
                <a:lnTo>
                  <a:pt x="764" y="446"/>
                </a:lnTo>
                <a:lnTo>
                  <a:pt x="771" y="438"/>
                </a:lnTo>
                <a:lnTo>
                  <a:pt x="778" y="431"/>
                </a:lnTo>
                <a:lnTo>
                  <a:pt x="784" y="423"/>
                </a:lnTo>
                <a:lnTo>
                  <a:pt x="791" y="415"/>
                </a:lnTo>
                <a:lnTo>
                  <a:pt x="796" y="407"/>
                </a:lnTo>
                <a:lnTo>
                  <a:pt x="802" y="399"/>
                </a:lnTo>
                <a:lnTo>
                  <a:pt x="807" y="391"/>
                </a:lnTo>
                <a:lnTo>
                  <a:pt x="811" y="382"/>
                </a:lnTo>
                <a:lnTo>
                  <a:pt x="816" y="374"/>
                </a:lnTo>
                <a:lnTo>
                  <a:pt x="819" y="365"/>
                </a:lnTo>
                <a:lnTo>
                  <a:pt x="823" y="356"/>
                </a:lnTo>
                <a:lnTo>
                  <a:pt x="826" y="347"/>
                </a:lnTo>
                <a:lnTo>
                  <a:pt x="829" y="339"/>
                </a:lnTo>
                <a:lnTo>
                  <a:pt x="831" y="330"/>
                </a:lnTo>
                <a:lnTo>
                  <a:pt x="833" y="321"/>
                </a:lnTo>
                <a:lnTo>
                  <a:pt x="834" y="312"/>
                </a:lnTo>
                <a:lnTo>
                  <a:pt x="835" y="303"/>
                </a:lnTo>
                <a:lnTo>
                  <a:pt x="836" y="295"/>
                </a:lnTo>
                <a:lnTo>
                  <a:pt x="836" y="286"/>
                </a:lnTo>
                <a:moveTo>
                  <a:pt x="840" y="286"/>
                </a:moveTo>
                <a:lnTo>
                  <a:pt x="839" y="295"/>
                </a:lnTo>
                <a:lnTo>
                  <a:pt x="839" y="304"/>
                </a:lnTo>
                <a:lnTo>
                  <a:pt x="838" y="313"/>
                </a:lnTo>
                <a:lnTo>
                  <a:pt x="836" y="321"/>
                </a:lnTo>
                <a:lnTo>
                  <a:pt x="835" y="330"/>
                </a:lnTo>
                <a:lnTo>
                  <a:pt x="832" y="339"/>
                </a:lnTo>
                <a:lnTo>
                  <a:pt x="830" y="348"/>
                </a:lnTo>
                <a:lnTo>
                  <a:pt x="826" y="357"/>
                </a:lnTo>
                <a:lnTo>
                  <a:pt x="823" y="365"/>
                </a:lnTo>
                <a:lnTo>
                  <a:pt x="819" y="375"/>
                </a:lnTo>
                <a:lnTo>
                  <a:pt x="815" y="383"/>
                </a:lnTo>
                <a:lnTo>
                  <a:pt x="810" y="392"/>
                </a:lnTo>
                <a:lnTo>
                  <a:pt x="805" y="400"/>
                </a:lnTo>
                <a:lnTo>
                  <a:pt x="800" y="408"/>
                </a:lnTo>
                <a:lnTo>
                  <a:pt x="794" y="416"/>
                </a:lnTo>
                <a:lnTo>
                  <a:pt x="788" y="424"/>
                </a:lnTo>
                <a:lnTo>
                  <a:pt x="781" y="432"/>
                </a:lnTo>
                <a:lnTo>
                  <a:pt x="774" y="440"/>
                </a:lnTo>
                <a:lnTo>
                  <a:pt x="767" y="447"/>
                </a:lnTo>
                <a:lnTo>
                  <a:pt x="760" y="454"/>
                </a:lnTo>
                <a:lnTo>
                  <a:pt x="752" y="462"/>
                </a:lnTo>
                <a:lnTo>
                  <a:pt x="743" y="469"/>
                </a:lnTo>
                <a:lnTo>
                  <a:pt x="735" y="475"/>
                </a:lnTo>
                <a:lnTo>
                  <a:pt x="726" y="482"/>
                </a:lnTo>
                <a:lnTo>
                  <a:pt x="717" y="488"/>
                </a:lnTo>
                <a:lnTo>
                  <a:pt x="707" y="495"/>
                </a:lnTo>
                <a:lnTo>
                  <a:pt x="698" y="501"/>
                </a:lnTo>
                <a:lnTo>
                  <a:pt x="688" y="507"/>
                </a:lnTo>
                <a:lnTo>
                  <a:pt x="677" y="512"/>
                </a:lnTo>
                <a:lnTo>
                  <a:pt x="667" y="518"/>
                </a:lnTo>
                <a:lnTo>
                  <a:pt x="656" y="523"/>
                </a:lnTo>
                <a:lnTo>
                  <a:pt x="645" y="528"/>
                </a:lnTo>
                <a:lnTo>
                  <a:pt x="634" y="532"/>
                </a:lnTo>
                <a:lnTo>
                  <a:pt x="622" y="537"/>
                </a:lnTo>
                <a:lnTo>
                  <a:pt x="611" y="541"/>
                </a:lnTo>
                <a:lnTo>
                  <a:pt x="599" y="545"/>
                </a:lnTo>
                <a:lnTo>
                  <a:pt x="587" y="549"/>
                </a:lnTo>
                <a:lnTo>
                  <a:pt x="575" y="552"/>
                </a:lnTo>
                <a:lnTo>
                  <a:pt x="562" y="555"/>
                </a:lnTo>
                <a:lnTo>
                  <a:pt x="550" y="558"/>
                </a:lnTo>
                <a:lnTo>
                  <a:pt x="537" y="561"/>
                </a:lnTo>
                <a:lnTo>
                  <a:pt x="525" y="563"/>
                </a:lnTo>
                <a:lnTo>
                  <a:pt x="512" y="565"/>
                </a:lnTo>
                <a:lnTo>
                  <a:pt x="499" y="567"/>
                </a:lnTo>
                <a:lnTo>
                  <a:pt x="486" y="569"/>
                </a:lnTo>
                <a:lnTo>
                  <a:pt x="473" y="570"/>
                </a:lnTo>
                <a:lnTo>
                  <a:pt x="460" y="571"/>
                </a:lnTo>
                <a:lnTo>
                  <a:pt x="447" y="572"/>
                </a:lnTo>
                <a:lnTo>
                  <a:pt x="433" y="572"/>
                </a:lnTo>
                <a:lnTo>
                  <a:pt x="420" y="572"/>
                </a:lnTo>
                <a:lnTo>
                  <a:pt x="407" y="572"/>
                </a:lnTo>
                <a:lnTo>
                  <a:pt x="394" y="572"/>
                </a:lnTo>
                <a:lnTo>
                  <a:pt x="381" y="571"/>
                </a:lnTo>
                <a:lnTo>
                  <a:pt x="368" y="570"/>
                </a:lnTo>
                <a:lnTo>
                  <a:pt x="355" y="569"/>
                </a:lnTo>
                <a:lnTo>
                  <a:pt x="342" y="567"/>
                </a:lnTo>
                <a:lnTo>
                  <a:pt x="329" y="565"/>
                </a:lnTo>
                <a:lnTo>
                  <a:pt x="316" y="563"/>
                </a:lnTo>
                <a:lnTo>
                  <a:pt x="303" y="561"/>
                </a:lnTo>
                <a:lnTo>
                  <a:pt x="291" y="558"/>
                </a:lnTo>
                <a:lnTo>
                  <a:pt x="278" y="555"/>
                </a:lnTo>
                <a:lnTo>
                  <a:pt x="265" y="552"/>
                </a:lnTo>
                <a:lnTo>
                  <a:pt x="253" y="549"/>
                </a:lnTo>
                <a:lnTo>
                  <a:pt x="241" y="545"/>
                </a:lnTo>
                <a:lnTo>
                  <a:pt x="229" y="541"/>
                </a:lnTo>
                <a:lnTo>
                  <a:pt x="217" y="537"/>
                </a:lnTo>
                <a:lnTo>
                  <a:pt x="206" y="532"/>
                </a:lnTo>
                <a:lnTo>
                  <a:pt x="195" y="528"/>
                </a:lnTo>
                <a:lnTo>
                  <a:pt x="183" y="523"/>
                </a:lnTo>
                <a:lnTo>
                  <a:pt x="173" y="518"/>
                </a:lnTo>
                <a:lnTo>
                  <a:pt x="162" y="512"/>
                </a:lnTo>
                <a:lnTo>
                  <a:pt x="152" y="507"/>
                </a:lnTo>
                <a:lnTo>
                  <a:pt x="142" y="501"/>
                </a:lnTo>
                <a:lnTo>
                  <a:pt x="132" y="495"/>
                </a:lnTo>
                <a:lnTo>
                  <a:pt x="123" y="488"/>
                </a:lnTo>
                <a:lnTo>
                  <a:pt x="114" y="482"/>
                </a:lnTo>
                <a:lnTo>
                  <a:pt x="105" y="475"/>
                </a:lnTo>
                <a:lnTo>
                  <a:pt x="96" y="469"/>
                </a:lnTo>
                <a:lnTo>
                  <a:pt x="88" y="462"/>
                </a:lnTo>
                <a:lnTo>
                  <a:pt x="80" y="454"/>
                </a:lnTo>
                <a:lnTo>
                  <a:pt x="72" y="447"/>
                </a:lnTo>
                <a:lnTo>
                  <a:pt x="65" y="440"/>
                </a:lnTo>
                <a:lnTo>
                  <a:pt x="58" y="432"/>
                </a:lnTo>
                <a:lnTo>
                  <a:pt x="52" y="424"/>
                </a:lnTo>
                <a:lnTo>
                  <a:pt x="46" y="416"/>
                </a:lnTo>
                <a:lnTo>
                  <a:pt x="40" y="408"/>
                </a:lnTo>
                <a:lnTo>
                  <a:pt x="34" y="400"/>
                </a:lnTo>
                <a:lnTo>
                  <a:pt x="29" y="392"/>
                </a:lnTo>
                <a:lnTo>
                  <a:pt x="25" y="383"/>
                </a:lnTo>
                <a:lnTo>
                  <a:pt x="20" y="375"/>
                </a:lnTo>
                <a:lnTo>
                  <a:pt x="16" y="365"/>
                </a:lnTo>
                <a:lnTo>
                  <a:pt x="13" y="357"/>
                </a:lnTo>
                <a:lnTo>
                  <a:pt x="10" y="348"/>
                </a:lnTo>
                <a:lnTo>
                  <a:pt x="7" y="339"/>
                </a:lnTo>
                <a:lnTo>
                  <a:pt x="5" y="330"/>
                </a:lnTo>
                <a:lnTo>
                  <a:pt x="3" y="321"/>
                </a:lnTo>
                <a:lnTo>
                  <a:pt x="2" y="313"/>
                </a:lnTo>
                <a:lnTo>
                  <a:pt x="1" y="304"/>
                </a:lnTo>
                <a:lnTo>
                  <a:pt x="0" y="295"/>
                </a:lnTo>
                <a:lnTo>
                  <a:pt x="0" y="286"/>
                </a:lnTo>
                <a:lnTo>
                  <a:pt x="0" y="277"/>
                </a:lnTo>
                <a:lnTo>
                  <a:pt x="1" y="268"/>
                </a:lnTo>
                <a:lnTo>
                  <a:pt x="2" y="259"/>
                </a:lnTo>
                <a:lnTo>
                  <a:pt x="3" y="250"/>
                </a:lnTo>
                <a:lnTo>
                  <a:pt x="5" y="241"/>
                </a:lnTo>
                <a:lnTo>
                  <a:pt x="7" y="232"/>
                </a:lnTo>
                <a:lnTo>
                  <a:pt x="10" y="223"/>
                </a:lnTo>
                <a:lnTo>
                  <a:pt x="13" y="215"/>
                </a:lnTo>
                <a:lnTo>
                  <a:pt x="16" y="206"/>
                </a:lnTo>
                <a:lnTo>
                  <a:pt x="20" y="197"/>
                </a:lnTo>
                <a:lnTo>
                  <a:pt x="25" y="189"/>
                </a:lnTo>
                <a:lnTo>
                  <a:pt x="29" y="181"/>
                </a:lnTo>
                <a:lnTo>
                  <a:pt x="34" y="172"/>
                </a:lnTo>
                <a:lnTo>
                  <a:pt x="40" y="164"/>
                </a:lnTo>
                <a:lnTo>
                  <a:pt x="46" y="156"/>
                </a:lnTo>
                <a:lnTo>
                  <a:pt x="52" y="148"/>
                </a:lnTo>
                <a:lnTo>
                  <a:pt x="58" y="140"/>
                </a:lnTo>
                <a:lnTo>
                  <a:pt x="65" y="133"/>
                </a:lnTo>
                <a:lnTo>
                  <a:pt x="72" y="125"/>
                </a:lnTo>
                <a:lnTo>
                  <a:pt x="80" y="118"/>
                </a:lnTo>
                <a:lnTo>
                  <a:pt x="88" y="111"/>
                </a:lnTo>
                <a:lnTo>
                  <a:pt x="96" y="104"/>
                </a:lnTo>
                <a:lnTo>
                  <a:pt x="105" y="97"/>
                </a:lnTo>
                <a:lnTo>
                  <a:pt x="114" y="90"/>
                </a:lnTo>
                <a:lnTo>
                  <a:pt x="123" y="84"/>
                </a:lnTo>
                <a:lnTo>
                  <a:pt x="132" y="78"/>
                </a:lnTo>
                <a:lnTo>
                  <a:pt x="142" y="72"/>
                </a:lnTo>
                <a:lnTo>
                  <a:pt x="152" y="66"/>
                </a:lnTo>
                <a:lnTo>
                  <a:pt x="162" y="60"/>
                </a:lnTo>
                <a:lnTo>
                  <a:pt x="173" y="55"/>
                </a:lnTo>
                <a:lnTo>
                  <a:pt x="183" y="50"/>
                </a:lnTo>
                <a:lnTo>
                  <a:pt x="195" y="45"/>
                </a:lnTo>
                <a:lnTo>
                  <a:pt x="206" y="40"/>
                </a:lnTo>
                <a:lnTo>
                  <a:pt x="217" y="36"/>
                </a:lnTo>
                <a:lnTo>
                  <a:pt x="229" y="31"/>
                </a:lnTo>
                <a:lnTo>
                  <a:pt x="241" y="27"/>
                </a:lnTo>
                <a:lnTo>
                  <a:pt x="253" y="24"/>
                </a:lnTo>
                <a:lnTo>
                  <a:pt x="265" y="20"/>
                </a:lnTo>
                <a:lnTo>
                  <a:pt x="278" y="17"/>
                </a:lnTo>
                <a:lnTo>
                  <a:pt x="291" y="14"/>
                </a:lnTo>
                <a:lnTo>
                  <a:pt x="303" y="12"/>
                </a:lnTo>
                <a:lnTo>
                  <a:pt x="316" y="9"/>
                </a:lnTo>
                <a:lnTo>
                  <a:pt x="329" y="7"/>
                </a:lnTo>
                <a:lnTo>
                  <a:pt x="342" y="5"/>
                </a:lnTo>
                <a:lnTo>
                  <a:pt x="355" y="4"/>
                </a:lnTo>
                <a:lnTo>
                  <a:pt x="368" y="2"/>
                </a:lnTo>
                <a:lnTo>
                  <a:pt x="381" y="1"/>
                </a:lnTo>
                <a:lnTo>
                  <a:pt x="394" y="1"/>
                </a:lnTo>
                <a:lnTo>
                  <a:pt x="407" y="0"/>
                </a:lnTo>
                <a:lnTo>
                  <a:pt x="420" y="0"/>
                </a:lnTo>
                <a:lnTo>
                  <a:pt x="433" y="0"/>
                </a:lnTo>
                <a:lnTo>
                  <a:pt x="447" y="1"/>
                </a:lnTo>
                <a:lnTo>
                  <a:pt x="460" y="1"/>
                </a:lnTo>
                <a:lnTo>
                  <a:pt x="473" y="2"/>
                </a:lnTo>
                <a:lnTo>
                  <a:pt x="486" y="4"/>
                </a:lnTo>
                <a:lnTo>
                  <a:pt x="499" y="5"/>
                </a:lnTo>
                <a:lnTo>
                  <a:pt x="512" y="7"/>
                </a:lnTo>
                <a:lnTo>
                  <a:pt x="525" y="9"/>
                </a:lnTo>
                <a:lnTo>
                  <a:pt x="537" y="12"/>
                </a:lnTo>
                <a:lnTo>
                  <a:pt x="550" y="14"/>
                </a:lnTo>
                <a:lnTo>
                  <a:pt x="562" y="17"/>
                </a:lnTo>
                <a:lnTo>
                  <a:pt x="575" y="20"/>
                </a:lnTo>
                <a:lnTo>
                  <a:pt x="587" y="24"/>
                </a:lnTo>
                <a:lnTo>
                  <a:pt x="599" y="27"/>
                </a:lnTo>
                <a:lnTo>
                  <a:pt x="611" y="31"/>
                </a:lnTo>
                <a:lnTo>
                  <a:pt x="622" y="36"/>
                </a:lnTo>
                <a:lnTo>
                  <a:pt x="634" y="40"/>
                </a:lnTo>
                <a:lnTo>
                  <a:pt x="645" y="45"/>
                </a:lnTo>
                <a:lnTo>
                  <a:pt x="656" y="50"/>
                </a:lnTo>
                <a:lnTo>
                  <a:pt x="667" y="55"/>
                </a:lnTo>
                <a:lnTo>
                  <a:pt x="677" y="60"/>
                </a:lnTo>
                <a:lnTo>
                  <a:pt x="688" y="66"/>
                </a:lnTo>
                <a:lnTo>
                  <a:pt x="698" y="72"/>
                </a:lnTo>
                <a:lnTo>
                  <a:pt x="707" y="78"/>
                </a:lnTo>
                <a:lnTo>
                  <a:pt x="717" y="84"/>
                </a:lnTo>
                <a:lnTo>
                  <a:pt x="726" y="90"/>
                </a:lnTo>
                <a:lnTo>
                  <a:pt x="735" y="97"/>
                </a:lnTo>
                <a:lnTo>
                  <a:pt x="743" y="104"/>
                </a:lnTo>
                <a:lnTo>
                  <a:pt x="752" y="111"/>
                </a:lnTo>
                <a:lnTo>
                  <a:pt x="760" y="118"/>
                </a:lnTo>
                <a:lnTo>
                  <a:pt x="767" y="125"/>
                </a:lnTo>
                <a:lnTo>
                  <a:pt x="774" y="133"/>
                </a:lnTo>
                <a:lnTo>
                  <a:pt x="781" y="140"/>
                </a:lnTo>
                <a:lnTo>
                  <a:pt x="788" y="148"/>
                </a:lnTo>
                <a:lnTo>
                  <a:pt x="794" y="156"/>
                </a:lnTo>
                <a:lnTo>
                  <a:pt x="800" y="164"/>
                </a:lnTo>
                <a:lnTo>
                  <a:pt x="805" y="172"/>
                </a:lnTo>
                <a:lnTo>
                  <a:pt x="810" y="181"/>
                </a:lnTo>
                <a:lnTo>
                  <a:pt x="815" y="189"/>
                </a:lnTo>
                <a:lnTo>
                  <a:pt x="819" y="197"/>
                </a:lnTo>
                <a:lnTo>
                  <a:pt x="823" y="206"/>
                </a:lnTo>
                <a:lnTo>
                  <a:pt x="826" y="215"/>
                </a:lnTo>
                <a:lnTo>
                  <a:pt x="830" y="223"/>
                </a:lnTo>
                <a:lnTo>
                  <a:pt x="832" y="232"/>
                </a:lnTo>
                <a:lnTo>
                  <a:pt x="835" y="241"/>
                </a:lnTo>
                <a:lnTo>
                  <a:pt x="836" y="250"/>
                </a:lnTo>
                <a:lnTo>
                  <a:pt x="838" y="259"/>
                </a:lnTo>
                <a:lnTo>
                  <a:pt x="839" y="268"/>
                </a:lnTo>
                <a:lnTo>
                  <a:pt x="839" y="277"/>
                </a:lnTo>
                <a:lnTo>
                  <a:pt x="840" y="286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4" name=""/>
          <p:cNvSpPr/>
          <p:nvPr/>
        </p:nvSpPr>
        <p:spPr>
          <a:xfrm>
            <a:off x="3969720" y="2840040"/>
            <a:ext cx="313200" cy="213120"/>
          </a:xfrm>
          <a:custGeom>
            <a:avLst/>
            <a:gdLst/>
            <a:ahLst/>
            <a:rect l="0" t="0" r="r" b="b"/>
            <a:pathLst>
              <a:path w="870" h="592">
                <a:moveTo>
                  <a:pt x="855" y="297"/>
                </a:moveTo>
                <a:lnTo>
                  <a:pt x="854" y="288"/>
                </a:lnTo>
                <a:lnTo>
                  <a:pt x="854" y="279"/>
                </a:lnTo>
                <a:lnTo>
                  <a:pt x="853" y="270"/>
                </a:lnTo>
                <a:lnTo>
                  <a:pt x="851" y="261"/>
                </a:lnTo>
                <a:lnTo>
                  <a:pt x="850" y="252"/>
                </a:lnTo>
                <a:lnTo>
                  <a:pt x="847" y="243"/>
                </a:lnTo>
                <a:lnTo>
                  <a:pt x="845" y="234"/>
                </a:lnTo>
                <a:lnTo>
                  <a:pt x="841" y="226"/>
                </a:lnTo>
                <a:lnTo>
                  <a:pt x="838" y="217"/>
                </a:lnTo>
                <a:lnTo>
                  <a:pt x="834" y="208"/>
                </a:lnTo>
                <a:lnTo>
                  <a:pt x="830" y="200"/>
                </a:lnTo>
                <a:lnTo>
                  <a:pt x="825" y="192"/>
                </a:lnTo>
                <a:lnTo>
                  <a:pt x="820" y="183"/>
                </a:lnTo>
                <a:lnTo>
                  <a:pt x="815" y="175"/>
                </a:lnTo>
                <a:lnTo>
                  <a:pt x="809" y="167"/>
                </a:lnTo>
                <a:lnTo>
                  <a:pt x="803" y="159"/>
                </a:lnTo>
                <a:lnTo>
                  <a:pt x="796" y="151"/>
                </a:lnTo>
                <a:lnTo>
                  <a:pt x="789" y="144"/>
                </a:lnTo>
                <a:lnTo>
                  <a:pt x="782" y="136"/>
                </a:lnTo>
                <a:lnTo>
                  <a:pt x="775" y="129"/>
                </a:lnTo>
                <a:lnTo>
                  <a:pt x="767" y="122"/>
                </a:lnTo>
                <a:lnTo>
                  <a:pt x="758" y="115"/>
                </a:lnTo>
                <a:lnTo>
                  <a:pt x="750" y="108"/>
                </a:lnTo>
                <a:lnTo>
                  <a:pt x="741" y="101"/>
                </a:lnTo>
                <a:lnTo>
                  <a:pt x="732" y="95"/>
                </a:lnTo>
                <a:lnTo>
                  <a:pt x="722" y="88"/>
                </a:lnTo>
                <a:lnTo>
                  <a:pt x="713" y="82"/>
                </a:lnTo>
                <a:lnTo>
                  <a:pt x="702" y="76"/>
                </a:lnTo>
                <a:lnTo>
                  <a:pt x="691" y="70"/>
                </a:lnTo>
                <a:lnTo>
                  <a:pt x="681" y="65"/>
                </a:lnTo>
                <a:lnTo>
                  <a:pt x="670" y="60"/>
                </a:lnTo>
                <a:lnTo>
                  <a:pt x="659" y="55"/>
                </a:lnTo>
                <a:lnTo>
                  <a:pt x="648" y="50"/>
                </a:lnTo>
                <a:lnTo>
                  <a:pt x="636" y="46"/>
                </a:lnTo>
                <a:lnTo>
                  <a:pt x="625" y="41"/>
                </a:lnTo>
                <a:lnTo>
                  <a:pt x="613" y="37"/>
                </a:lnTo>
                <a:lnTo>
                  <a:pt x="601" y="34"/>
                </a:lnTo>
                <a:lnTo>
                  <a:pt x="589" y="30"/>
                </a:lnTo>
                <a:lnTo>
                  <a:pt x="576" y="27"/>
                </a:lnTo>
                <a:lnTo>
                  <a:pt x="564" y="24"/>
                </a:lnTo>
                <a:lnTo>
                  <a:pt x="551" y="22"/>
                </a:lnTo>
                <a:lnTo>
                  <a:pt x="539" y="19"/>
                </a:lnTo>
                <a:lnTo>
                  <a:pt x="526" y="17"/>
                </a:lnTo>
                <a:lnTo>
                  <a:pt x="513" y="15"/>
                </a:lnTo>
                <a:lnTo>
                  <a:pt x="500" y="14"/>
                </a:lnTo>
                <a:lnTo>
                  <a:pt x="487" y="12"/>
                </a:lnTo>
                <a:lnTo>
                  <a:pt x="474" y="11"/>
                </a:lnTo>
                <a:lnTo>
                  <a:pt x="461" y="11"/>
                </a:lnTo>
                <a:lnTo>
                  <a:pt x="447" y="10"/>
                </a:lnTo>
                <a:lnTo>
                  <a:pt x="434" y="10"/>
                </a:lnTo>
                <a:lnTo>
                  <a:pt x="421" y="10"/>
                </a:lnTo>
                <a:lnTo>
                  <a:pt x="408" y="11"/>
                </a:lnTo>
                <a:lnTo>
                  <a:pt x="395" y="11"/>
                </a:lnTo>
                <a:lnTo>
                  <a:pt x="382" y="12"/>
                </a:lnTo>
                <a:lnTo>
                  <a:pt x="369" y="14"/>
                </a:lnTo>
                <a:lnTo>
                  <a:pt x="356" y="15"/>
                </a:lnTo>
                <a:lnTo>
                  <a:pt x="343" y="17"/>
                </a:lnTo>
                <a:lnTo>
                  <a:pt x="330" y="19"/>
                </a:lnTo>
                <a:lnTo>
                  <a:pt x="317" y="22"/>
                </a:lnTo>
                <a:lnTo>
                  <a:pt x="305" y="24"/>
                </a:lnTo>
                <a:lnTo>
                  <a:pt x="292" y="27"/>
                </a:lnTo>
                <a:lnTo>
                  <a:pt x="280" y="30"/>
                </a:lnTo>
                <a:lnTo>
                  <a:pt x="268" y="34"/>
                </a:lnTo>
                <a:lnTo>
                  <a:pt x="256" y="37"/>
                </a:lnTo>
                <a:lnTo>
                  <a:pt x="244" y="41"/>
                </a:lnTo>
                <a:lnTo>
                  <a:pt x="232" y="46"/>
                </a:lnTo>
                <a:lnTo>
                  <a:pt x="221" y="50"/>
                </a:lnTo>
                <a:lnTo>
                  <a:pt x="210" y="55"/>
                </a:lnTo>
                <a:lnTo>
                  <a:pt x="198" y="60"/>
                </a:lnTo>
                <a:lnTo>
                  <a:pt x="188" y="65"/>
                </a:lnTo>
                <a:lnTo>
                  <a:pt x="177" y="70"/>
                </a:lnTo>
                <a:lnTo>
                  <a:pt x="167" y="76"/>
                </a:lnTo>
                <a:lnTo>
                  <a:pt x="157" y="82"/>
                </a:lnTo>
                <a:lnTo>
                  <a:pt x="147" y="88"/>
                </a:lnTo>
                <a:lnTo>
                  <a:pt x="138" y="95"/>
                </a:lnTo>
                <a:lnTo>
                  <a:pt x="129" y="101"/>
                </a:lnTo>
                <a:lnTo>
                  <a:pt x="120" y="108"/>
                </a:lnTo>
                <a:lnTo>
                  <a:pt x="111" y="115"/>
                </a:lnTo>
                <a:lnTo>
                  <a:pt x="103" y="122"/>
                </a:lnTo>
                <a:lnTo>
                  <a:pt x="95" y="129"/>
                </a:lnTo>
                <a:lnTo>
                  <a:pt x="87" y="136"/>
                </a:lnTo>
                <a:lnTo>
                  <a:pt x="80" y="144"/>
                </a:lnTo>
                <a:lnTo>
                  <a:pt x="73" y="151"/>
                </a:lnTo>
                <a:lnTo>
                  <a:pt x="67" y="159"/>
                </a:lnTo>
                <a:lnTo>
                  <a:pt x="61" y="167"/>
                </a:lnTo>
                <a:lnTo>
                  <a:pt x="55" y="175"/>
                </a:lnTo>
                <a:lnTo>
                  <a:pt x="49" y="183"/>
                </a:lnTo>
                <a:lnTo>
                  <a:pt x="44" y="192"/>
                </a:lnTo>
                <a:lnTo>
                  <a:pt x="40" y="200"/>
                </a:lnTo>
                <a:lnTo>
                  <a:pt x="35" y="208"/>
                </a:lnTo>
                <a:lnTo>
                  <a:pt x="31" y="217"/>
                </a:lnTo>
                <a:lnTo>
                  <a:pt x="28" y="226"/>
                </a:lnTo>
                <a:lnTo>
                  <a:pt x="25" y="234"/>
                </a:lnTo>
                <a:lnTo>
                  <a:pt x="22" y="243"/>
                </a:lnTo>
                <a:lnTo>
                  <a:pt x="20" y="252"/>
                </a:lnTo>
                <a:lnTo>
                  <a:pt x="18" y="261"/>
                </a:lnTo>
                <a:lnTo>
                  <a:pt x="17" y="270"/>
                </a:lnTo>
                <a:lnTo>
                  <a:pt x="16" y="279"/>
                </a:lnTo>
                <a:lnTo>
                  <a:pt x="15" y="288"/>
                </a:lnTo>
                <a:lnTo>
                  <a:pt x="15" y="297"/>
                </a:lnTo>
                <a:lnTo>
                  <a:pt x="15" y="306"/>
                </a:lnTo>
                <a:lnTo>
                  <a:pt x="16" y="315"/>
                </a:lnTo>
                <a:lnTo>
                  <a:pt x="17" y="324"/>
                </a:lnTo>
                <a:lnTo>
                  <a:pt x="18" y="332"/>
                </a:lnTo>
                <a:lnTo>
                  <a:pt x="20" y="341"/>
                </a:lnTo>
                <a:lnTo>
                  <a:pt x="22" y="350"/>
                </a:lnTo>
                <a:lnTo>
                  <a:pt x="25" y="359"/>
                </a:lnTo>
                <a:lnTo>
                  <a:pt x="28" y="368"/>
                </a:lnTo>
                <a:lnTo>
                  <a:pt x="31" y="376"/>
                </a:lnTo>
                <a:lnTo>
                  <a:pt x="35" y="385"/>
                </a:lnTo>
                <a:lnTo>
                  <a:pt x="40" y="393"/>
                </a:lnTo>
                <a:lnTo>
                  <a:pt x="44" y="402"/>
                </a:lnTo>
                <a:lnTo>
                  <a:pt x="49" y="410"/>
                </a:lnTo>
                <a:lnTo>
                  <a:pt x="55" y="418"/>
                </a:lnTo>
                <a:lnTo>
                  <a:pt x="61" y="426"/>
                </a:lnTo>
                <a:lnTo>
                  <a:pt x="67" y="434"/>
                </a:lnTo>
                <a:lnTo>
                  <a:pt x="73" y="442"/>
                </a:lnTo>
                <a:lnTo>
                  <a:pt x="80" y="450"/>
                </a:lnTo>
                <a:lnTo>
                  <a:pt x="87" y="457"/>
                </a:lnTo>
                <a:lnTo>
                  <a:pt x="95" y="464"/>
                </a:lnTo>
                <a:lnTo>
                  <a:pt x="103" y="472"/>
                </a:lnTo>
                <a:lnTo>
                  <a:pt x="111" y="479"/>
                </a:lnTo>
                <a:lnTo>
                  <a:pt x="120" y="485"/>
                </a:lnTo>
                <a:lnTo>
                  <a:pt x="129" y="492"/>
                </a:lnTo>
                <a:lnTo>
                  <a:pt x="138" y="498"/>
                </a:lnTo>
                <a:lnTo>
                  <a:pt x="147" y="505"/>
                </a:lnTo>
                <a:lnTo>
                  <a:pt x="157" y="511"/>
                </a:lnTo>
                <a:lnTo>
                  <a:pt x="167" y="517"/>
                </a:lnTo>
                <a:lnTo>
                  <a:pt x="177" y="522"/>
                </a:lnTo>
                <a:lnTo>
                  <a:pt x="188" y="528"/>
                </a:lnTo>
                <a:lnTo>
                  <a:pt x="198" y="533"/>
                </a:lnTo>
                <a:lnTo>
                  <a:pt x="210" y="538"/>
                </a:lnTo>
                <a:lnTo>
                  <a:pt x="221" y="542"/>
                </a:lnTo>
                <a:lnTo>
                  <a:pt x="232" y="547"/>
                </a:lnTo>
                <a:lnTo>
                  <a:pt x="244" y="551"/>
                </a:lnTo>
                <a:lnTo>
                  <a:pt x="256" y="555"/>
                </a:lnTo>
                <a:lnTo>
                  <a:pt x="268" y="559"/>
                </a:lnTo>
                <a:lnTo>
                  <a:pt x="280" y="562"/>
                </a:lnTo>
                <a:lnTo>
                  <a:pt x="292" y="565"/>
                </a:lnTo>
                <a:lnTo>
                  <a:pt x="305" y="568"/>
                </a:lnTo>
                <a:lnTo>
                  <a:pt x="317" y="571"/>
                </a:lnTo>
                <a:lnTo>
                  <a:pt x="330" y="573"/>
                </a:lnTo>
                <a:lnTo>
                  <a:pt x="343" y="575"/>
                </a:lnTo>
                <a:lnTo>
                  <a:pt x="356" y="577"/>
                </a:lnTo>
                <a:lnTo>
                  <a:pt x="369" y="579"/>
                </a:lnTo>
                <a:lnTo>
                  <a:pt x="382" y="580"/>
                </a:lnTo>
                <a:lnTo>
                  <a:pt x="395" y="581"/>
                </a:lnTo>
                <a:lnTo>
                  <a:pt x="408" y="582"/>
                </a:lnTo>
                <a:lnTo>
                  <a:pt x="421" y="582"/>
                </a:lnTo>
                <a:lnTo>
                  <a:pt x="434" y="582"/>
                </a:lnTo>
                <a:lnTo>
                  <a:pt x="447" y="582"/>
                </a:lnTo>
                <a:lnTo>
                  <a:pt x="461" y="582"/>
                </a:lnTo>
                <a:lnTo>
                  <a:pt x="474" y="581"/>
                </a:lnTo>
                <a:lnTo>
                  <a:pt x="487" y="580"/>
                </a:lnTo>
                <a:lnTo>
                  <a:pt x="500" y="579"/>
                </a:lnTo>
                <a:lnTo>
                  <a:pt x="513" y="577"/>
                </a:lnTo>
                <a:lnTo>
                  <a:pt x="526" y="575"/>
                </a:lnTo>
                <a:lnTo>
                  <a:pt x="539" y="573"/>
                </a:lnTo>
                <a:lnTo>
                  <a:pt x="551" y="571"/>
                </a:lnTo>
                <a:lnTo>
                  <a:pt x="564" y="568"/>
                </a:lnTo>
                <a:lnTo>
                  <a:pt x="576" y="565"/>
                </a:lnTo>
                <a:lnTo>
                  <a:pt x="589" y="562"/>
                </a:lnTo>
                <a:lnTo>
                  <a:pt x="601" y="559"/>
                </a:lnTo>
                <a:lnTo>
                  <a:pt x="613" y="555"/>
                </a:lnTo>
                <a:lnTo>
                  <a:pt x="625" y="551"/>
                </a:lnTo>
                <a:lnTo>
                  <a:pt x="636" y="547"/>
                </a:lnTo>
                <a:lnTo>
                  <a:pt x="648" y="542"/>
                </a:lnTo>
                <a:lnTo>
                  <a:pt x="659" y="538"/>
                </a:lnTo>
                <a:lnTo>
                  <a:pt x="670" y="533"/>
                </a:lnTo>
                <a:lnTo>
                  <a:pt x="681" y="528"/>
                </a:lnTo>
                <a:lnTo>
                  <a:pt x="691" y="522"/>
                </a:lnTo>
                <a:lnTo>
                  <a:pt x="702" y="517"/>
                </a:lnTo>
                <a:lnTo>
                  <a:pt x="713" y="511"/>
                </a:lnTo>
                <a:lnTo>
                  <a:pt x="722" y="505"/>
                </a:lnTo>
                <a:lnTo>
                  <a:pt x="732" y="498"/>
                </a:lnTo>
                <a:lnTo>
                  <a:pt x="741" y="492"/>
                </a:lnTo>
                <a:lnTo>
                  <a:pt x="750" y="485"/>
                </a:lnTo>
                <a:lnTo>
                  <a:pt x="758" y="479"/>
                </a:lnTo>
                <a:lnTo>
                  <a:pt x="767" y="472"/>
                </a:lnTo>
                <a:lnTo>
                  <a:pt x="775" y="464"/>
                </a:lnTo>
                <a:lnTo>
                  <a:pt x="782" y="457"/>
                </a:lnTo>
                <a:lnTo>
                  <a:pt x="789" y="450"/>
                </a:lnTo>
                <a:lnTo>
                  <a:pt x="796" y="442"/>
                </a:lnTo>
                <a:lnTo>
                  <a:pt x="803" y="434"/>
                </a:lnTo>
                <a:lnTo>
                  <a:pt x="809" y="426"/>
                </a:lnTo>
                <a:lnTo>
                  <a:pt x="815" y="418"/>
                </a:lnTo>
                <a:lnTo>
                  <a:pt x="820" y="410"/>
                </a:lnTo>
                <a:lnTo>
                  <a:pt x="825" y="402"/>
                </a:lnTo>
                <a:lnTo>
                  <a:pt x="830" y="393"/>
                </a:lnTo>
                <a:lnTo>
                  <a:pt x="834" y="385"/>
                </a:lnTo>
                <a:lnTo>
                  <a:pt x="838" y="376"/>
                </a:lnTo>
                <a:lnTo>
                  <a:pt x="841" y="368"/>
                </a:lnTo>
                <a:lnTo>
                  <a:pt x="845" y="359"/>
                </a:lnTo>
                <a:lnTo>
                  <a:pt x="847" y="350"/>
                </a:lnTo>
                <a:lnTo>
                  <a:pt x="850" y="341"/>
                </a:lnTo>
                <a:lnTo>
                  <a:pt x="851" y="332"/>
                </a:lnTo>
                <a:lnTo>
                  <a:pt x="853" y="324"/>
                </a:lnTo>
                <a:lnTo>
                  <a:pt x="854" y="315"/>
                </a:lnTo>
                <a:lnTo>
                  <a:pt x="854" y="306"/>
                </a:lnTo>
                <a:lnTo>
                  <a:pt x="855" y="297"/>
                </a:lnTo>
                <a:moveTo>
                  <a:pt x="870" y="297"/>
                </a:moveTo>
                <a:lnTo>
                  <a:pt x="870" y="306"/>
                </a:lnTo>
                <a:lnTo>
                  <a:pt x="869" y="315"/>
                </a:lnTo>
                <a:lnTo>
                  <a:pt x="868" y="324"/>
                </a:lnTo>
                <a:lnTo>
                  <a:pt x="866" y="334"/>
                </a:lnTo>
                <a:lnTo>
                  <a:pt x="864" y="343"/>
                </a:lnTo>
                <a:lnTo>
                  <a:pt x="862" y="352"/>
                </a:lnTo>
                <a:lnTo>
                  <a:pt x="859" y="361"/>
                </a:lnTo>
                <a:lnTo>
                  <a:pt x="856" y="370"/>
                </a:lnTo>
                <a:lnTo>
                  <a:pt x="853" y="379"/>
                </a:lnTo>
                <a:lnTo>
                  <a:pt x="849" y="388"/>
                </a:lnTo>
                <a:lnTo>
                  <a:pt x="844" y="397"/>
                </a:lnTo>
                <a:lnTo>
                  <a:pt x="839" y="406"/>
                </a:lnTo>
                <a:lnTo>
                  <a:pt x="834" y="414"/>
                </a:lnTo>
                <a:lnTo>
                  <a:pt x="828" y="423"/>
                </a:lnTo>
                <a:lnTo>
                  <a:pt x="822" y="431"/>
                </a:lnTo>
                <a:lnTo>
                  <a:pt x="816" y="439"/>
                </a:lnTo>
                <a:lnTo>
                  <a:pt x="809" y="447"/>
                </a:lnTo>
                <a:lnTo>
                  <a:pt x="802" y="455"/>
                </a:lnTo>
                <a:lnTo>
                  <a:pt x="795" y="463"/>
                </a:lnTo>
                <a:lnTo>
                  <a:pt x="787" y="470"/>
                </a:lnTo>
                <a:lnTo>
                  <a:pt x="779" y="478"/>
                </a:lnTo>
                <a:lnTo>
                  <a:pt x="770" y="485"/>
                </a:lnTo>
                <a:lnTo>
                  <a:pt x="761" y="492"/>
                </a:lnTo>
                <a:lnTo>
                  <a:pt x="752" y="499"/>
                </a:lnTo>
                <a:lnTo>
                  <a:pt x="743" y="506"/>
                </a:lnTo>
                <a:lnTo>
                  <a:pt x="733" y="512"/>
                </a:lnTo>
                <a:lnTo>
                  <a:pt x="723" y="518"/>
                </a:lnTo>
                <a:lnTo>
                  <a:pt x="712" y="525"/>
                </a:lnTo>
                <a:lnTo>
                  <a:pt x="701" y="530"/>
                </a:lnTo>
                <a:lnTo>
                  <a:pt x="690" y="536"/>
                </a:lnTo>
                <a:lnTo>
                  <a:pt x="678" y="541"/>
                </a:lnTo>
                <a:lnTo>
                  <a:pt x="667" y="546"/>
                </a:lnTo>
                <a:lnTo>
                  <a:pt x="655" y="551"/>
                </a:lnTo>
                <a:lnTo>
                  <a:pt x="644" y="556"/>
                </a:lnTo>
                <a:lnTo>
                  <a:pt x="632" y="560"/>
                </a:lnTo>
                <a:lnTo>
                  <a:pt x="619" y="564"/>
                </a:lnTo>
                <a:lnTo>
                  <a:pt x="607" y="568"/>
                </a:lnTo>
                <a:lnTo>
                  <a:pt x="594" y="572"/>
                </a:lnTo>
                <a:lnTo>
                  <a:pt x="581" y="575"/>
                </a:lnTo>
                <a:lnTo>
                  <a:pt x="569" y="578"/>
                </a:lnTo>
                <a:lnTo>
                  <a:pt x="555" y="581"/>
                </a:lnTo>
                <a:lnTo>
                  <a:pt x="542" y="583"/>
                </a:lnTo>
                <a:lnTo>
                  <a:pt x="529" y="585"/>
                </a:lnTo>
                <a:lnTo>
                  <a:pt x="516" y="587"/>
                </a:lnTo>
                <a:lnTo>
                  <a:pt x="502" y="589"/>
                </a:lnTo>
                <a:lnTo>
                  <a:pt x="489" y="590"/>
                </a:lnTo>
                <a:lnTo>
                  <a:pt x="475" y="591"/>
                </a:lnTo>
                <a:lnTo>
                  <a:pt x="462" y="592"/>
                </a:lnTo>
                <a:lnTo>
                  <a:pt x="448" y="592"/>
                </a:lnTo>
                <a:lnTo>
                  <a:pt x="434" y="592"/>
                </a:lnTo>
                <a:lnTo>
                  <a:pt x="421" y="592"/>
                </a:lnTo>
                <a:lnTo>
                  <a:pt x="407" y="592"/>
                </a:lnTo>
                <a:lnTo>
                  <a:pt x="393" y="591"/>
                </a:lnTo>
                <a:lnTo>
                  <a:pt x="380" y="590"/>
                </a:lnTo>
                <a:lnTo>
                  <a:pt x="366" y="589"/>
                </a:lnTo>
                <a:lnTo>
                  <a:pt x="353" y="587"/>
                </a:lnTo>
                <a:lnTo>
                  <a:pt x="339" y="585"/>
                </a:lnTo>
                <a:lnTo>
                  <a:pt x="326" y="583"/>
                </a:lnTo>
                <a:lnTo>
                  <a:pt x="313" y="581"/>
                </a:lnTo>
                <a:lnTo>
                  <a:pt x="300" y="578"/>
                </a:lnTo>
                <a:lnTo>
                  <a:pt x="287" y="575"/>
                </a:lnTo>
                <a:lnTo>
                  <a:pt x="274" y="572"/>
                </a:lnTo>
                <a:lnTo>
                  <a:pt x="262" y="568"/>
                </a:lnTo>
                <a:lnTo>
                  <a:pt x="249" y="564"/>
                </a:lnTo>
                <a:lnTo>
                  <a:pt x="237" y="560"/>
                </a:lnTo>
                <a:lnTo>
                  <a:pt x="225" y="556"/>
                </a:lnTo>
                <a:lnTo>
                  <a:pt x="213" y="551"/>
                </a:lnTo>
                <a:lnTo>
                  <a:pt x="201" y="546"/>
                </a:lnTo>
                <a:lnTo>
                  <a:pt x="190" y="541"/>
                </a:lnTo>
                <a:lnTo>
                  <a:pt x="179" y="536"/>
                </a:lnTo>
                <a:lnTo>
                  <a:pt x="168" y="530"/>
                </a:lnTo>
                <a:lnTo>
                  <a:pt x="157" y="525"/>
                </a:lnTo>
                <a:lnTo>
                  <a:pt x="147" y="518"/>
                </a:lnTo>
                <a:lnTo>
                  <a:pt x="137" y="512"/>
                </a:lnTo>
                <a:lnTo>
                  <a:pt x="127" y="506"/>
                </a:lnTo>
                <a:lnTo>
                  <a:pt x="117" y="499"/>
                </a:lnTo>
                <a:lnTo>
                  <a:pt x="108" y="492"/>
                </a:lnTo>
                <a:lnTo>
                  <a:pt x="99" y="485"/>
                </a:lnTo>
                <a:lnTo>
                  <a:pt x="91" y="478"/>
                </a:lnTo>
                <a:lnTo>
                  <a:pt x="83" y="470"/>
                </a:lnTo>
                <a:lnTo>
                  <a:pt x="75" y="463"/>
                </a:lnTo>
                <a:lnTo>
                  <a:pt x="67" y="455"/>
                </a:lnTo>
                <a:lnTo>
                  <a:pt x="60" y="447"/>
                </a:lnTo>
                <a:lnTo>
                  <a:pt x="53" y="439"/>
                </a:lnTo>
                <a:lnTo>
                  <a:pt x="47" y="431"/>
                </a:lnTo>
                <a:lnTo>
                  <a:pt x="41" y="423"/>
                </a:lnTo>
                <a:lnTo>
                  <a:pt x="35" y="414"/>
                </a:lnTo>
                <a:lnTo>
                  <a:pt x="30" y="406"/>
                </a:lnTo>
                <a:lnTo>
                  <a:pt x="25" y="397"/>
                </a:lnTo>
                <a:lnTo>
                  <a:pt x="21" y="388"/>
                </a:lnTo>
                <a:lnTo>
                  <a:pt x="17" y="379"/>
                </a:lnTo>
                <a:lnTo>
                  <a:pt x="13" y="370"/>
                </a:lnTo>
                <a:lnTo>
                  <a:pt x="10" y="361"/>
                </a:lnTo>
                <a:lnTo>
                  <a:pt x="7" y="352"/>
                </a:lnTo>
                <a:lnTo>
                  <a:pt x="5" y="343"/>
                </a:lnTo>
                <a:lnTo>
                  <a:pt x="3" y="334"/>
                </a:lnTo>
                <a:lnTo>
                  <a:pt x="2" y="324"/>
                </a:lnTo>
                <a:lnTo>
                  <a:pt x="1" y="315"/>
                </a:lnTo>
                <a:lnTo>
                  <a:pt x="0" y="306"/>
                </a:lnTo>
                <a:lnTo>
                  <a:pt x="0" y="297"/>
                </a:lnTo>
                <a:lnTo>
                  <a:pt x="0" y="287"/>
                </a:lnTo>
                <a:lnTo>
                  <a:pt x="1" y="278"/>
                </a:lnTo>
                <a:lnTo>
                  <a:pt x="2" y="269"/>
                </a:lnTo>
                <a:lnTo>
                  <a:pt x="3" y="260"/>
                </a:lnTo>
                <a:lnTo>
                  <a:pt x="5" y="250"/>
                </a:lnTo>
                <a:lnTo>
                  <a:pt x="7" y="241"/>
                </a:lnTo>
                <a:lnTo>
                  <a:pt x="10" y="232"/>
                </a:lnTo>
                <a:lnTo>
                  <a:pt x="13" y="223"/>
                </a:lnTo>
                <a:lnTo>
                  <a:pt x="17" y="214"/>
                </a:lnTo>
                <a:lnTo>
                  <a:pt x="21" y="205"/>
                </a:lnTo>
                <a:lnTo>
                  <a:pt x="25" y="196"/>
                </a:lnTo>
                <a:lnTo>
                  <a:pt x="30" y="188"/>
                </a:lnTo>
                <a:lnTo>
                  <a:pt x="35" y="179"/>
                </a:lnTo>
                <a:lnTo>
                  <a:pt x="41" y="171"/>
                </a:lnTo>
                <a:lnTo>
                  <a:pt x="47" y="162"/>
                </a:lnTo>
                <a:lnTo>
                  <a:pt x="53" y="154"/>
                </a:lnTo>
                <a:lnTo>
                  <a:pt x="60" y="146"/>
                </a:lnTo>
                <a:lnTo>
                  <a:pt x="67" y="138"/>
                </a:lnTo>
                <a:lnTo>
                  <a:pt x="75" y="130"/>
                </a:lnTo>
                <a:lnTo>
                  <a:pt x="83" y="123"/>
                </a:lnTo>
                <a:lnTo>
                  <a:pt x="91" y="115"/>
                </a:lnTo>
                <a:lnTo>
                  <a:pt x="99" y="108"/>
                </a:lnTo>
                <a:lnTo>
                  <a:pt x="108" y="101"/>
                </a:lnTo>
                <a:lnTo>
                  <a:pt x="117" y="94"/>
                </a:lnTo>
                <a:lnTo>
                  <a:pt x="127" y="87"/>
                </a:lnTo>
                <a:lnTo>
                  <a:pt x="137" y="80"/>
                </a:lnTo>
                <a:lnTo>
                  <a:pt x="147" y="74"/>
                </a:lnTo>
                <a:lnTo>
                  <a:pt x="157" y="68"/>
                </a:lnTo>
                <a:lnTo>
                  <a:pt x="168" y="62"/>
                </a:lnTo>
                <a:lnTo>
                  <a:pt x="179" y="56"/>
                </a:lnTo>
                <a:lnTo>
                  <a:pt x="190" y="51"/>
                </a:lnTo>
                <a:lnTo>
                  <a:pt x="201" y="46"/>
                </a:lnTo>
                <a:lnTo>
                  <a:pt x="213" y="41"/>
                </a:lnTo>
                <a:lnTo>
                  <a:pt x="225" y="37"/>
                </a:lnTo>
                <a:lnTo>
                  <a:pt x="237" y="32"/>
                </a:lnTo>
                <a:lnTo>
                  <a:pt x="249" y="28"/>
                </a:lnTo>
                <a:lnTo>
                  <a:pt x="262" y="24"/>
                </a:lnTo>
                <a:lnTo>
                  <a:pt x="274" y="21"/>
                </a:lnTo>
                <a:lnTo>
                  <a:pt x="287" y="17"/>
                </a:lnTo>
                <a:lnTo>
                  <a:pt x="300" y="14"/>
                </a:lnTo>
                <a:lnTo>
                  <a:pt x="313" y="12"/>
                </a:lnTo>
                <a:lnTo>
                  <a:pt x="326" y="9"/>
                </a:lnTo>
                <a:lnTo>
                  <a:pt x="339" y="7"/>
                </a:lnTo>
                <a:lnTo>
                  <a:pt x="353" y="5"/>
                </a:lnTo>
                <a:lnTo>
                  <a:pt x="366" y="4"/>
                </a:lnTo>
                <a:lnTo>
                  <a:pt x="380" y="2"/>
                </a:lnTo>
                <a:lnTo>
                  <a:pt x="393" y="1"/>
                </a:lnTo>
                <a:lnTo>
                  <a:pt x="407" y="1"/>
                </a:lnTo>
                <a:lnTo>
                  <a:pt x="421" y="0"/>
                </a:lnTo>
                <a:lnTo>
                  <a:pt x="434" y="0"/>
                </a:lnTo>
                <a:lnTo>
                  <a:pt x="448" y="0"/>
                </a:lnTo>
                <a:lnTo>
                  <a:pt x="462" y="1"/>
                </a:lnTo>
                <a:lnTo>
                  <a:pt x="475" y="1"/>
                </a:lnTo>
                <a:lnTo>
                  <a:pt x="489" y="2"/>
                </a:lnTo>
                <a:lnTo>
                  <a:pt x="502" y="4"/>
                </a:lnTo>
                <a:lnTo>
                  <a:pt x="516" y="5"/>
                </a:lnTo>
                <a:lnTo>
                  <a:pt x="529" y="7"/>
                </a:lnTo>
                <a:lnTo>
                  <a:pt x="542" y="9"/>
                </a:lnTo>
                <a:lnTo>
                  <a:pt x="555" y="12"/>
                </a:lnTo>
                <a:lnTo>
                  <a:pt x="569" y="14"/>
                </a:lnTo>
                <a:lnTo>
                  <a:pt x="581" y="17"/>
                </a:lnTo>
                <a:lnTo>
                  <a:pt x="594" y="21"/>
                </a:lnTo>
                <a:lnTo>
                  <a:pt x="607" y="24"/>
                </a:lnTo>
                <a:lnTo>
                  <a:pt x="619" y="28"/>
                </a:lnTo>
                <a:lnTo>
                  <a:pt x="632" y="32"/>
                </a:lnTo>
                <a:lnTo>
                  <a:pt x="644" y="37"/>
                </a:lnTo>
                <a:lnTo>
                  <a:pt x="655" y="41"/>
                </a:lnTo>
                <a:lnTo>
                  <a:pt x="667" y="46"/>
                </a:lnTo>
                <a:lnTo>
                  <a:pt x="678" y="51"/>
                </a:lnTo>
                <a:lnTo>
                  <a:pt x="690" y="56"/>
                </a:lnTo>
                <a:lnTo>
                  <a:pt x="701" y="62"/>
                </a:lnTo>
                <a:lnTo>
                  <a:pt x="712" y="68"/>
                </a:lnTo>
                <a:lnTo>
                  <a:pt x="723" y="74"/>
                </a:lnTo>
                <a:lnTo>
                  <a:pt x="733" y="80"/>
                </a:lnTo>
                <a:lnTo>
                  <a:pt x="743" y="87"/>
                </a:lnTo>
                <a:lnTo>
                  <a:pt x="752" y="94"/>
                </a:lnTo>
                <a:lnTo>
                  <a:pt x="761" y="101"/>
                </a:lnTo>
                <a:lnTo>
                  <a:pt x="770" y="108"/>
                </a:lnTo>
                <a:lnTo>
                  <a:pt x="779" y="115"/>
                </a:lnTo>
                <a:lnTo>
                  <a:pt x="787" y="123"/>
                </a:lnTo>
                <a:lnTo>
                  <a:pt x="795" y="130"/>
                </a:lnTo>
                <a:lnTo>
                  <a:pt x="802" y="138"/>
                </a:lnTo>
                <a:lnTo>
                  <a:pt x="809" y="146"/>
                </a:lnTo>
                <a:lnTo>
                  <a:pt x="816" y="154"/>
                </a:lnTo>
                <a:lnTo>
                  <a:pt x="822" y="162"/>
                </a:lnTo>
                <a:lnTo>
                  <a:pt x="828" y="171"/>
                </a:lnTo>
                <a:lnTo>
                  <a:pt x="834" y="179"/>
                </a:lnTo>
                <a:lnTo>
                  <a:pt x="839" y="188"/>
                </a:lnTo>
                <a:lnTo>
                  <a:pt x="844" y="196"/>
                </a:lnTo>
                <a:lnTo>
                  <a:pt x="849" y="205"/>
                </a:lnTo>
                <a:lnTo>
                  <a:pt x="853" y="214"/>
                </a:lnTo>
                <a:lnTo>
                  <a:pt x="856" y="223"/>
                </a:lnTo>
                <a:lnTo>
                  <a:pt x="859" y="232"/>
                </a:lnTo>
                <a:lnTo>
                  <a:pt x="862" y="241"/>
                </a:lnTo>
                <a:lnTo>
                  <a:pt x="864" y="250"/>
                </a:lnTo>
                <a:lnTo>
                  <a:pt x="866" y="260"/>
                </a:lnTo>
                <a:lnTo>
                  <a:pt x="868" y="269"/>
                </a:lnTo>
                <a:lnTo>
                  <a:pt x="869" y="278"/>
                </a:lnTo>
                <a:lnTo>
                  <a:pt x="870" y="287"/>
                </a:lnTo>
                <a:lnTo>
                  <a:pt x="870" y="297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5" name=""/>
          <p:cNvSpPr/>
          <p:nvPr/>
        </p:nvSpPr>
        <p:spPr>
          <a:xfrm>
            <a:off x="3964320" y="2836440"/>
            <a:ext cx="324000" cy="220680"/>
          </a:xfrm>
          <a:custGeom>
            <a:avLst/>
            <a:gdLst/>
            <a:ahLst/>
            <a:rect l="0" t="0" r="r" b="b"/>
            <a:pathLst>
              <a:path w="900" h="613">
                <a:moveTo>
                  <a:pt x="885" y="306"/>
                </a:moveTo>
                <a:lnTo>
                  <a:pt x="885" y="296"/>
                </a:lnTo>
                <a:lnTo>
                  <a:pt x="884" y="287"/>
                </a:lnTo>
                <a:lnTo>
                  <a:pt x="883" y="278"/>
                </a:lnTo>
                <a:lnTo>
                  <a:pt x="881" y="269"/>
                </a:lnTo>
                <a:lnTo>
                  <a:pt x="879" y="259"/>
                </a:lnTo>
                <a:lnTo>
                  <a:pt x="877" y="250"/>
                </a:lnTo>
                <a:lnTo>
                  <a:pt x="874" y="241"/>
                </a:lnTo>
                <a:lnTo>
                  <a:pt x="871" y="232"/>
                </a:lnTo>
                <a:lnTo>
                  <a:pt x="868" y="223"/>
                </a:lnTo>
                <a:lnTo>
                  <a:pt x="864" y="214"/>
                </a:lnTo>
                <a:lnTo>
                  <a:pt x="859" y="205"/>
                </a:lnTo>
                <a:lnTo>
                  <a:pt x="854" y="197"/>
                </a:lnTo>
                <a:lnTo>
                  <a:pt x="849" y="188"/>
                </a:lnTo>
                <a:lnTo>
                  <a:pt x="843" y="180"/>
                </a:lnTo>
                <a:lnTo>
                  <a:pt x="837" y="171"/>
                </a:lnTo>
                <a:lnTo>
                  <a:pt x="831" y="163"/>
                </a:lnTo>
                <a:lnTo>
                  <a:pt x="824" y="155"/>
                </a:lnTo>
                <a:lnTo>
                  <a:pt x="817" y="147"/>
                </a:lnTo>
                <a:lnTo>
                  <a:pt x="810" y="139"/>
                </a:lnTo>
                <a:lnTo>
                  <a:pt x="802" y="132"/>
                </a:lnTo>
                <a:lnTo>
                  <a:pt x="794" y="124"/>
                </a:lnTo>
                <a:lnTo>
                  <a:pt x="785" y="117"/>
                </a:lnTo>
                <a:lnTo>
                  <a:pt x="776" y="110"/>
                </a:lnTo>
                <a:lnTo>
                  <a:pt x="767" y="103"/>
                </a:lnTo>
                <a:lnTo>
                  <a:pt x="758" y="97"/>
                </a:lnTo>
                <a:lnTo>
                  <a:pt x="748" y="90"/>
                </a:lnTo>
                <a:lnTo>
                  <a:pt x="738" y="84"/>
                </a:lnTo>
                <a:lnTo>
                  <a:pt x="727" y="78"/>
                </a:lnTo>
                <a:lnTo>
                  <a:pt x="717" y="72"/>
                </a:lnTo>
                <a:lnTo>
                  <a:pt x="706" y="66"/>
                </a:lnTo>
                <a:lnTo>
                  <a:pt x="694" y="61"/>
                </a:lnTo>
                <a:lnTo>
                  <a:pt x="683" y="56"/>
                </a:lnTo>
                <a:lnTo>
                  <a:pt x="671" y="51"/>
                </a:lnTo>
                <a:lnTo>
                  <a:pt x="660" y="47"/>
                </a:lnTo>
                <a:lnTo>
                  <a:pt x="648" y="42"/>
                </a:lnTo>
                <a:lnTo>
                  <a:pt x="635" y="38"/>
                </a:lnTo>
                <a:lnTo>
                  <a:pt x="623" y="34"/>
                </a:lnTo>
                <a:lnTo>
                  <a:pt x="610" y="31"/>
                </a:lnTo>
                <a:lnTo>
                  <a:pt x="597" y="27"/>
                </a:lnTo>
                <a:lnTo>
                  <a:pt x="585" y="24"/>
                </a:lnTo>
                <a:lnTo>
                  <a:pt x="571" y="22"/>
                </a:lnTo>
                <a:lnTo>
                  <a:pt x="558" y="19"/>
                </a:lnTo>
                <a:lnTo>
                  <a:pt x="545" y="17"/>
                </a:lnTo>
                <a:lnTo>
                  <a:pt x="532" y="15"/>
                </a:lnTo>
                <a:lnTo>
                  <a:pt x="518" y="14"/>
                </a:lnTo>
                <a:lnTo>
                  <a:pt x="505" y="12"/>
                </a:lnTo>
                <a:lnTo>
                  <a:pt x="491" y="11"/>
                </a:lnTo>
                <a:lnTo>
                  <a:pt x="478" y="11"/>
                </a:lnTo>
                <a:lnTo>
                  <a:pt x="464" y="10"/>
                </a:lnTo>
                <a:lnTo>
                  <a:pt x="450" y="10"/>
                </a:lnTo>
                <a:lnTo>
                  <a:pt x="437" y="10"/>
                </a:lnTo>
                <a:lnTo>
                  <a:pt x="423" y="11"/>
                </a:lnTo>
                <a:lnTo>
                  <a:pt x="409" y="11"/>
                </a:lnTo>
                <a:lnTo>
                  <a:pt x="396" y="12"/>
                </a:lnTo>
                <a:lnTo>
                  <a:pt x="382" y="14"/>
                </a:lnTo>
                <a:lnTo>
                  <a:pt x="369" y="15"/>
                </a:lnTo>
                <a:lnTo>
                  <a:pt x="355" y="17"/>
                </a:lnTo>
                <a:lnTo>
                  <a:pt x="342" y="19"/>
                </a:lnTo>
                <a:lnTo>
                  <a:pt x="329" y="22"/>
                </a:lnTo>
                <a:lnTo>
                  <a:pt x="316" y="24"/>
                </a:lnTo>
                <a:lnTo>
                  <a:pt x="303" y="27"/>
                </a:lnTo>
                <a:lnTo>
                  <a:pt x="290" y="31"/>
                </a:lnTo>
                <a:lnTo>
                  <a:pt x="278" y="34"/>
                </a:lnTo>
                <a:lnTo>
                  <a:pt x="265" y="38"/>
                </a:lnTo>
                <a:lnTo>
                  <a:pt x="253" y="42"/>
                </a:lnTo>
                <a:lnTo>
                  <a:pt x="241" y="47"/>
                </a:lnTo>
                <a:lnTo>
                  <a:pt x="229" y="51"/>
                </a:lnTo>
                <a:lnTo>
                  <a:pt x="216" y="56"/>
                </a:lnTo>
                <a:lnTo>
                  <a:pt x="205" y="61"/>
                </a:lnTo>
                <a:lnTo>
                  <a:pt x="194" y="66"/>
                </a:lnTo>
                <a:lnTo>
                  <a:pt x="183" y="72"/>
                </a:lnTo>
                <a:lnTo>
                  <a:pt x="172" y="78"/>
                </a:lnTo>
                <a:lnTo>
                  <a:pt x="162" y="84"/>
                </a:lnTo>
                <a:lnTo>
                  <a:pt x="152" y="90"/>
                </a:lnTo>
                <a:lnTo>
                  <a:pt x="142" y="97"/>
                </a:lnTo>
                <a:lnTo>
                  <a:pt x="132" y="103"/>
                </a:lnTo>
                <a:lnTo>
                  <a:pt x="123" y="110"/>
                </a:lnTo>
                <a:lnTo>
                  <a:pt x="114" y="117"/>
                </a:lnTo>
                <a:lnTo>
                  <a:pt x="106" y="124"/>
                </a:lnTo>
                <a:lnTo>
                  <a:pt x="98" y="132"/>
                </a:lnTo>
                <a:lnTo>
                  <a:pt x="90" y="139"/>
                </a:lnTo>
                <a:lnTo>
                  <a:pt x="82" y="147"/>
                </a:lnTo>
                <a:lnTo>
                  <a:pt x="75" y="155"/>
                </a:lnTo>
                <a:lnTo>
                  <a:pt x="68" y="163"/>
                </a:lnTo>
                <a:lnTo>
                  <a:pt x="62" y="171"/>
                </a:lnTo>
                <a:lnTo>
                  <a:pt x="56" y="180"/>
                </a:lnTo>
                <a:lnTo>
                  <a:pt x="50" y="188"/>
                </a:lnTo>
                <a:lnTo>
                  <a:pt x="45" y="197"/>
                </a:lnTo>
                <a:lnTo>
                  <a:pt x="40" y="205"/>
                </a:lnTo>
                <a:lnTo>
                  <a:pt x="36" y="214"/>
                </a:lnTo>
                <a:lnTo>
                  <a:pt x="32" y="223"/>
                </a:lnTo>
                <a:lnTo>
                  <a:pt x="28" y="232"/>
                </a:lnTo>
                <a:lnTo>
                  <a:pt x="25" y="241"/>
                </a:lnTo>
                <a:lnTo>
                  <a:pt x="22" y="250"/>
                </a:lnTo>
                <a:lnTo>
                  <a:pt x="20" y="259"/>
                </a:lnTo>
                <a:lnTo>
                  <a:pt x="18" y="269"/>
                </a:lnTo>
                <a:lnTo>
                  <a:pt x="17" y="278"/>
                </a:lnTo>
                <a:lnTo>
                  <a:pt x="16" y="287"/>
                </a:lnTo>
                <a:lnTo>
                  <a:pt x="15" y="296"/>
                </a:lnTo>
                <a:lnTo>
                  <a:pt x="15" y="306"/>
                </a:lnTo>
                <a:lnTo>
                  <a:pt x="15" y="315"/>
                </a:lnTo>
                <a:lnTo>
                  <a:pt x="16" y="324"/>
                </a:lnTo>
                <a:lnTo>
                  <a:pt x="17" y="333"/>
                </a:lnTo>
                <a:lnTo>
                  <a:pt x="18" y="343"/>
                </a:lnTo>
                <a:lnTo>
                  <a:pt x="20" y="352"/>
                </a:lnTo>
                <a:lnTo>
                  <a:pt x="22" y="361"/>
                </a:lnTo>
                <a:lnTo>
                  <a:pt x="25" y="371"/>
                </a:lnTo>
                <a:lnTo>
                  <a:pt x="28" y="380"/>
                </a:lnTo>
                <a:lnTo>
                  <a:pt x="32" y="389"/>
                </a:lnTo>
                <a:lnTo>
                  <a:pt x="36" y="398"/>
                </a:lnTo>
                <a:lnTo>
                  <a:pt x="40" y="407"/>
                </a:lnTo>
                <a:lnTo>
                  <a:pt x="45" y="416"/>
                </a:lnTo>
                <a:lnTo>
                  <a:pt x="50" y="424"/>
                </a:lnTo>
                <a:lnTo>
                  <a:pt x="56" y="433"/>
                </a:lnTo>
                <a:lnTo>
                  <a:pt x="62" y="441"/>
                </a:lnTo>
                <a:lnTo>
                  <a:pt x="68" y="449"/>
                </a:lnTo>
                <a:lnTo>
                  <a:pt x="75" y="457"/>
                </a:lnTo>
                <a:lnTo>
                  <a:pt x="82" y="465"/>
                </a:lnTo>
                <a:lnTo>
                  <a:pt x="90" y="473"/>
                </a:lnTo>
                <a:lnTo>
                  <a:pt x="98" y="480"/>
                </a:lnTo>
                <a:lnTo>
                  <a:pt x="106" y="488"/>
                </a:lnTo>
                <a:lnTo>
                  <a:pt x="114" y="495"/>
                </a:lnTo>
                <a:lnTo>
                  <a:pt x="123" y="502"/>
                </a:lnTo>
                <a:lnTo>
                  <a:pt x="132" y="509"/>
                </a:lnTo>
                <a:lnTo>
                  <a:pt x="142" y="516"/>
                </a:lnTo>
                <a:lnTo>
                  <a:pt x="152" y="522"/>
                </a:lnTo>
                <a:lnTo>
                  <a:pt x="162" y="528"/>
                </a:lnTo>
                <a:lnTo>
                  <a:pt x="172" y="535"/>
                </a:lnTo>
                <a:lnTo>
                  <a:pt x="183" y="540"/>
                </a:lnTo>
                <a:lnTo>
                  <a:pt x="194" y="546"/>
                </a:lnTo>
                <a:lnTo>
                  <a:pt x="205" y="551"/>
                </a:lnTo>
                <a:lnTo>
                  <a:pt x="216" y="556"/>
                </a:lnTo>
                <a:lnTo>
                  <a:pt x="229" y="561"/>
                </a:lnTo>
                <a:lnTo>
                  <a:pt x="241" y="566"/>
                </a:lnTo>
                <a:lnTo>
                  <a:pt x="253" y="570"/>
                </a:lnTo>
                <a:lnTo>
                  <a:pt x="265" y="574"/>
                </a:lnTo>
                <a:lnTo>
                  <a:pt x="278" y="578"/>
                </a:lnTo>
                <a:lnTo>
                  <a:pt x="290" y="582"/>
                </a:lnTo>
                <a:lnTo>
                  <a:pt x="303" y="585"/>
                </a:lnTo>
                <a:lnTo>
                  <a:pt x="316" y="588"/>
                </a:lnTo>
                <a:lnTo>
                  <a:pt x="329" y="591"/>
                </a:lnTo>
                <a:lnTo>
                  <a:pt x="342" y="593"/>
                </a:lnTo>
                <a:lnTo>
                  <a:pt x="355" y="595"/>
                </a:lnTo>
                <a:lnTo>
                  <a:pt x="369" y="597"/>
                </a:lnTo>
                <a:lnTo>
                  <a:pt x="382" y="599"/>
                </a:lnTo>
                <a:lnTo>
                  <a:pt x="396" y="600"/>
                </a:lnTo>
                <a:lnTo>
                  <a:pt x="409" y="601"/>
                </a:lnTo>
                <a:lnTo>
                  <a:pt x="423" y="602"/>
                </a:lnTo>
                <a:lnTo>
                  <a:pt x="437" y="602"/>
                </a:lnTo>
                <a:lnTo>
                  <a:pt x="450" y="602"/>
                </a:lnTo>
                <a:lnTo>
                  <a:pt x="464" y="602"/>
                </a:lnTo>
                <a:lnTo>
                  <a:pt x="478" y="602"/>
                </a:lnTo>
                <a:lnTo>
                  <a:pt x="491" y="601"/>
                </a:lnTo>
                <a:lnTo>
                  <a:pt x="505" y="600"/>
                </a:lnTo>
                <a:lnTo>
                  <a:pt x="518" y="599"/>
                </a:lnTo>
                <a:lnTo>
                  <a:pt x="532" y="597"/>
                </a:lnTo>
                <a:lnTo>
                  <a:pt x="545" y="595"/>
                </a:lnTo>
                <a:lnTo>
                  <a:pt x="558" y="593"/>
                </a:lnTo>
                <a:lnTo>
                  <a:pt x="571" y="591"/>
                </a:lnTo>
                <a:lnTo>
                  <a:pt x="585" y="588"/>
                </a:lnTo>
                <a:lnTo>
                  <a:pt x="597" y="585"/>
                </a:lnTo>
                <a:lnTo>
                  <a:pt x="610" y="582"/>
                </a:lnTo>
                <a:lnTo>
                  <a:pt x="623" y="578"/>
                </a:lnTo>
                <a:lnTo>
                  <a:pt x="635" y="574"/>
                </a:lnTo>
                <a:lnTo>
                  <a:pt x="648" y="570"/>
                </a:lnTo>
                <a:lnTo>
                  <a:pt x="660" y="566"/>
                </a:lnTo>
                <a:lnTo>
                  <a:pt x="671" y="561"/>
                </a:lnTo>
                <a:lnTo>
                  <a:pt x="683" y="556"/>
                </a:lnTo>
                <a:lnTo>
                  <a:pt x="694" y="551"/>
                </a:lnTo>
                <a:lnTo>
                  <a:pt x="706" y="546"/>
                </a:lnTo>
                <a:lnTo>
                  <a:pt x="717" y="540"/>
                </a:lnTo>
                <a:lnTo>
                  <a:pt x="727" y="535"/>
                </a:lnTo>
                <a:lnTo>
                  <a:pt x="738" y="528"/>
                </a:lnTo>
                <a:lnTo>
                  <a:pt x="748" y="522"/>
                </a:lnTo>
                <a:lnTo>
                  <a:pt x="758" y="516"/>
                </a:lnTo>
                <a:lnTo>
                  <a:pt x="767" y="509"/>
                </a:lnTo>
                <a:lnTo>
                  <a:pt x="776" y="502"/>
                </a:lnTo>
                <a:lnTo>
                  <a:pt x="785" y="495"/>
                </a:lnTo>
                <a:lnTo>
                  <a:pt x="794" y="488"/>
                </a:lnTo>
                <a:lnTo>
                  <a:pt x="802" y="480"/>
                </a:lnTo>
                <a:lnTo>
                  <a:pt x="810" y="473"/>
                </a:lnTo>
                <a:lnTo>
                  <a:pt x="817" y="465"/>
                </a:lnTo>
                <a:lnTo>
                  <a:pt x="824" y="457"/>
                </a:lnTo>
                <a:lnTo>
                  <a:pt x="831" y="449"/>
                </a:lnTo>
                <a:lnTo>
                  <a:pt x="837" y="441"/>
                </a:lnTo>
                <a:lnTo>
                  <a:pt x="843" y="433"/>
                </a:lnTo>
                <a:lnTo>
                  <a:pt x="849" y="424"/>
                </a:lnTo>
                <a:lnTo>
                  <a:pt x="854" y="416"/>
                </a:lnTo>
                <a:lnTo>
                  <a:pt x="859" y="407"/>
                </a:lnTo>
                <a:lnTo>
                  <a:pt x="864" y="398"/>
                </a:lnTo>
                <a:lnTo>
                  <a:pt x="868" y="389"/>
                </a:lnTo>
                <a:lnTo>
                  <a:pt x="871" y="380"/>
                </a:lnTo>
                <a:lnTo>
                  <a:pt x="874" y="371"/>
                </a:lnTo>
                <a:lnTo>
                  <a:pt x="877" y="361"/>
                </a:lnTo>
                <a:lnTo>
                  <a:pt x="879" y="352"/>
                </a:lnTo>
                <a:lnTo>
                  <a:pt x="881" y="343"/>
                </a:lnTo>
                <a:lnTo>
                  <a:pt x="883" y="333"/>
                </a:lnTo>
                <a:lnTo>
                  <a:pt x="884" y="324"/>
                </a:lnTo>
                <a:lnTo>
                  <a:pt x="885" y="315"/>
                </a:lnTo>
                <a:lnTo>
                  <a:pt x="885" y="306"/>
                </a:lnTo>
                <a:moveTo>
                  <a:pt x="900" y="306"/>
                </a:moveTo>
                <a:lnTo>
                  <a:pt x="900" y="315"/>
                </a:lnTo>
                <a:lnTo>
                  <a:pt x="899" y="325"/>
                </a:lnTo>
                <a:lnTo>
                  <a:pt x="898" y="334"/>
                </a:lnTo>
                <a:lnTo>
                  <a:pt x="896" y="344"/>
                </a:lnTo>
                <a:lnTo>
                  <a:pt x="894" y="354"/>
                </a:lnTo>
                <a:lnTo>
                  <a:pt x="892" y="363"/>
                </a:lnTo>
                <a:lnTo>
                  <a:pt x="889" y="373"/>
                </a:lnTo>
                <a:lnTo>
                  <a:pt x="886" y="383"/>
                </a:lnTo>
                <a:lnTo>
                  <a:pt x="882" y="392"/>
                </a:lnTo>
                <a:lnTo>
                  <a:pt x="878" y="401"/>
                </a:lnTo>
                <a:lnTo>
                  <a:pt x="873" y="410"/>
                </a:lnTo>
                <a:lnTo>
                  <a:pt x="868" y="419"/>
                </a:lnTo>
                <a:lnTo>
                  <a:pt x="863" y="428"/>
                </a:lnTo>
                <a:lnTo>
                  <a:pt x="857" y="437"/>
                </a:lnTo>
                <a:lnTo>
                  <a:pt x="851" y="446"/>
                </a:lnTo>
                <a:lnTo>
                  <a:pt x="844" y="454"/>
                </a:lnTo>
                <a:lnTo>
                  <a:pt x="837" y="462"/>
                </a:lnTo>
                <a:lnTo>
                  <a:pt x="830" y="471"/>
                </a:lnTo>
                <a:lnTo>
                  <a:pt x="822" y="479"/>
                </a:lnTo>
                <a:lnTo>
                  <a:pt x="814" y="487"/>
                </a:lnTo>
                <a:lnTo>
                  <a:pt x="806" y="494"/>
                </a:lnTo>
                <a:lnTo>
                  <a:pt x="797" y="502"/>
                </a:lnTo>
                <a:lnTo>
                  <a:pt x="788" y="509"/>
                </a:lnTo>
                <a:lnTo>
                  <a:pt x="778" y="516"/>
                </a:lnTo>
                <a:lnTo>
                  <a:pt x="768" y="523"/>
                </a:lnTo>
                <a:lnTo>
                  <a:pt x="758" y="530"/>
                </a:lnTo>
                <a:lnTo>
                  <a:pt x="748" y="536"/>
                </a:lnTo>
                <a:lnTo>
                  <a:pt x="737" y="542"/>
                </a:lnTo>
                <a:lnTo>
                  <a:pt x="726" y="548"/>
                </a:lnTo>
                <a:lnTo>
                  <a:pt x="715" y="554"/>
                </a:lnTo>
                <a:lnTo>
                  <a:pt x="703" y="560"/>
                </a:lnTo>
                <a:lnTo>
                  <a:pt x="691" y="565"/>
                </a:lnTo>
                <a:lnTo>
                  <a:pt x="679" y="570"/>
                </a:lnTo>
                <a:lnTo>
                  <a:pt x="667" y="575"/>
                </a:lnTo>
                <a:lnTo>
                  <a:pt x="654" y="579"/>
                </a:lnTo>
                <a:lnTo>
                  <a:pt x="642" y="584"/>
                </a:lnTo>
                <a:lnTo>
                  <a:pt x="629" y="587"/>
                </a:lnTo>
                <a:lnTo>
                  <a:pt x="616" y="591"/>
                </a:lnTo>
                <a:lnTo>
                  <a:pt x="603" y="595"/>
                </a:lnTo>
                <a:lnTo>
                  <a:pt x="589" y="598"/>
                </a:lnTo>
                <a:lnTo>
                  <a:pt x="576" y="600"/>
                </a:lnTo>
                <a:lnTo>
                  <a:pt x="562" y="603"/>
                </a:lnTo>
                <a:lnTo>
                  <a:pt x="548" y="605"/>
                </a:lnTo>
                <a:lnTo>
                  <a:pt x="535" y="607"/>
                </a:lnTo>
                <a:lnTo>
                  <a:pt x="521" y="609"/>
                </a:lnTo>
                <a:lnTo>
                  <a:pt x="507" y="610"/>
                </a:lnTo>
                <a:lnTo>
                  <a:pt x="493" y="611"/>
                </a:lnTo>
                <a:lnTo>
                  <a:pt x="478" y="612"/>
                </a:lnTo>
                <a:lnTo>
                  <a:pt x="464" y="612"/>
                </a:lnTo>
                <a:lnTo>
                  <a:pt x="450" y="613"/>
                </a:lnTo>
                <a:lnTo>
                  <a:pt x="436" y="612"/>
                </a:lnTo>
                <a:lnTo>
                  <a:pt x="422" y="612"/>
                </a:lnTo>
                <a:lnTo>
                  <a:pt x="408" y="611"/>
                </a:lnTo>
                <a:lnTo>
                  <a:pt x="394" y="610"/>
                </a:lnTo>
                <a:lnTo>
                  <a:pt x="380" y="609"/>
                </a:lnTo>
                <a:lnTo>
                  <a:pt x="366" y="607"/>
                </a:lnTo>
                <a:lnTo>
                  <a:pt x="352" y="605"/>
                </a:lnTo>
                <a:lnTo>
                  <a:pt x="338" y="603"/>
                </a:lnTo>
                <a:lnTo>
                  <a:pt x="325" y="600"/>
                </a:lnTo>
                <a:lnTo>
                  <a:pt x="311" y="598"/>
                </a:lnTo>
                <a:lnTo>
                  <a:pt x="298" y="595"/>
                </a:lnTo>
                <a:lnTo>
                  <a:pt x="285" y="591"/>
                </a:lnTo>
                <a:lnTo>
                  <a:pt x="272" y="587"/>
                </a:lnTo>
                <a:lnTo>
                  <a:pt x="259" y="584"/>
                </a:lnTo>
                <a:lnTo>
                  <a:pt x="246" y="579"/>
                </a:lnTo>
                <a:lnTo>
                  <a:pt x="234" y="575"/>
                </a:lnTo>
                <a:lnTo>
                  <a:pt x="220" y="570"/>
                </a:lnTo>
                <a:lnTo>
                  <a:pt x="208" y="565"/>
                </a:lnTo>
                <a:lnTo>
                  <a:pt x="197" y="560"/>
                </a:lnTo>
                <a:lnTo>
                  <a:pt x="185" y="554"/>
                </a:lnTo>
                <a:lnTo>
                  <a:pt x="174" y="548"/>
                </a:lnTo>
                <a:lnTo>
                  <a:pt x="163" y="542"/>
                </a:lnTo>
                <a:lnTo>
                  <a:pt x="152" y="536"/>
                </a:lnTo>
                <a:lnTo>
                  <a:pt x="141" y="530"/>
                </a:lnTo>
                <a:lnTo>
                  <a:pt x="131" y="523"/>
                </a:lnTo>
                <a:lnTo>
                  <a:pt x="121" y="516"/>
                </a:lnTo>
                <a:lnTo>
                  <a:pt x="112" y="509"/>
                </a:lnTo>
                <a:lnTo>
                  <a:pt x="103" y="502"/>
                </a:lnTo>
                <a:lnTo>
                  <a:pt x="94" y="494"/>
                </a:lnTo>
                <a:lnTo>
                  <a:pt x="85" y="487"/>
                </a:lnTo>
                <a:lnTo>
                  <a:pt x="77" y="479"/>
                </a:lnTo>
                <a:lnTo>
                  <a:pt x="70" y="471"/>
                </a:lnTo>
                <a:lnTo>
                  <a:pt x="62" y="462"/>
                </a:lnTo>
                <a:lnTo>
                  <a:pt x="55" y="454"/>
                </a:lnTo>
                <a:lnTo>
                  <a:pt x="49" y="446"/>
                </a:lnTo>
                <a:lnTo>
                  <a:pt x="42" y="437"/>
                </a:lnTo>
                <a:lnTo>
                  <a:pt x="37" y="428"/>
                </a:lnTo>
                <a:lnTo>
                  <a:pt x="31" y="419"/>
                </a:lnTo>
                <a:lnTo>
                  <a:pt x="26" y="410"/>
                </a:lnTo>
                <a:lnTo>
                  <a:pt x="22" y="401"/>
                </a:lnTo>
                <a:lnTo>
                  <a:pt x="17" y="392"/>
                </a:lnTo>
                <a:lnTo>
                  <a:pt x="14" y="383"/>
                </a:lnTo>
                <a:lnTo>
                  <a:pt x="10" y="373"/>
                </a:lnTo>
                <a:lnTo>
                  <a:pt x="8" y="363"/>
                </a:lnTo>
                <a:lnTo>
                  <a:pt x="5" y="354"/>
                </a:lnTo>
                <a:lnTo>
                  <a:pt x="3" y="344"/>
                </a:lnTo>
                <a:lnTo>
                  <a:pt x="2" y="334"/>
                </a:lnTo>
                <a:lnTo>
                  <a:pt x="0" y="325"/>
                </a:lnTo>
                <a:lnTo>
                  <a:pt x="0" y="315"/>
                </a:lnTo>
                <a:lnTo>
                  <a:pt x="0" y="306"/>
                </a:lnTo>
                <a:lnTo>
                  <a:pt x="0" y="296"/>
                </a:lnTo>
                <a:lnTo>
                  <a:pt x="0" y="286"/>
                </a:lnTo>
                <a:lnTo>
                  <a:pt x="2" y="277"/>
                </a:lnTo>
                <a:lnTo>
                  <a:pt x="3" y="267"/>
                </a:lnTo>
                <a:lnTo>
                  <a:pt x="5" y="258"/>
                </a:lnTo>
                <a:lnTo>
                  <a:pt x="8" y="248"/>
                </a:lnTo>
                <a:lnTo>
                  <a:pt x="10" y="239"/>
                </a:lnTo>
                <a:lnTo>
                  <a:pt x="14" y="230"/>
                </a:lnTo>
                <a:lnTo>
                  <a:pt x="17" y="220"/>
                </a:lnTo>
                <a:lnTo>
                  <a:pt x="22" y="211"/>
                </a:lnTo>
                <a:lnTo>
                  <a:pt x="26" y="202"/>
                </a:lnTo>
                <a:lnTo>
                  <a:pt x="31" y="193"/>
                </a:lnTo>
                <a:lnTo>
                  <a:pt x="37" y="184"/>
                </a:lnTo>
                <a:lnTo>
                  <a:pt x="42" y="175"/>
                </a:lnTo>
                <a:lnTo>
                  <a:pt x="49" y="167"/>
                </a:lnTo>
                <a:lnTo>
                  <a:pt x="55" y="158"/>
                </a:lnTo>
                <a:lnTo>
                  <a:pt x="62" y="150"/>
                </a:lnTo>
                <a:lnTo>
                  <a:pt x="70" y="142"/>
                </a:lnTo>
                <a:lnTo>
                  <a:pt x="77" y="134"/>
                </a:lnTo>
                <a:lnTo>
                  <a:pt x="85" y="126"/>
                </a:lnTo>
                <a:lnTo>
                  <a:pt x="94" y="118"/>
                </a:lnTo>
                <a:lnTo>
                  <a:pt x="103" y="111"/>
                </a:lnTo>
                <a:lnTo>
                  <a:pt x="112" y="103"/>
                </a:lnTo>
                <a:lnTo>
                  <a:pt x="121" y="96"/>
                </a:lnTo>
                <a:lnTo>
                  <a:pt x="131" y="89"/>
                </a:lnTo>
                <a:lnTo>
                  <a:pt x="141" y="83"/>
                </a:lnTo>
                <a:lnTo>
                  <a:pt x="152" y="76"/>
                </a:lnTo>
                <a:lnTo>
                  <a:pt x="163" y="70"/>
                </a:lnTo>
                <a:lnTo>
                  <a:pt x="174" y="64"/>
                </a:lnTo>
                <a:lnTo>
                  <a:pt x="185" y="58"/>
                </a:lnTo>
                <a:lnTo>
                  <a:pt x="197" y="53"/>
                </a:lnTo>
                <a:lnTo>
                  <a:pt x="208" y="47"/>
                </a:lnTo>
                <a:lnTo>
                  <a:pt x="220" y="42"/>
                </a:lnTo>
                <a:lnTo>
                  <a:pt x="234" y="38"/>
                </a:lnTo>
                <a:lnTo>
                  <a:pt x="246" y="33"/>
                </a:lnTo>
                <a:lnTo>
                  <a:pt x="259" y="29"/>
                </a:lnTo>
                <a:lnTo>
                  <a:pt x="272" y="25"/>
                </a:lnTo>
                <a:lnTo>
                  <a:pt x="285" y="21"/>
                </a:lnTo>
                <a:lnTo>
                  <a:pt x="298" y="18"/>
                </a:lnTo>
                <a:lnTo>
                  <a:pt x="311" y="15"/>
                </a:lnTo>
                <a:lnTo>
                  <a:pt x="325" y="12"/>
                </a:lnTo>
                <a:lnTo>
                  <a:pt x="338" y="9"/>
                </a:lnTo>
                <a:lnTo>
                  <a:pt x="352" y="7"/>
                </a:lnTo>
                <a:lnTo>
                  <a:pt x="366" y="5"/>
                </a:lnTo>
                <a:lnTo>
                  <a:pt x="380" y="3"/>
                </a:lnTo>
                <a:lnTo>
                  <a:pt x="394" y="2"/>
                </a:lnTo>
                <a:lnTo>
                  <a:pt x="408" y="1"/>
                </a:lnTo>
                <a:lnTo>
                  <a:pt x="422" y="0"/>
                </a:lnTo>
                <a:lnTo>
                  <a:pt x="436" y="0"/>
                </a:lnTo>
                <a:lnTo>
                  <a:pt x="450" y="0"/>
                </a:lnTo>
                <a:lnTo>
                  <a:pt x="464" y="0"/>
                </a:lnTo>
                <a:lnTo>
                  <a:pt x="478" y="0"/>
                </a:lnTo>
                <a:lnTo>
                  <a:pt x="493" y="1"/>
                </a:lnTo>
                <a:lnTo>
                  <a:pt x="507" y="2"/>
                </a:lnTo>
                <a:lnTo>
                  <a:pt x="521" y="3"/>
                </a:lnTo>
                <a:lnTo>
                  <a:pt x="535" y="5"/>
                </a:lnTo>
                <a:lnTo>
                  <a:pt x="548" y="7"/>
                </a:lnTo>
                <a:lnTo>
                  <a:pt x="562" y="9"/>
                </a:lnTo>
                <a:lnTo>
                  <a:pt x="576" y="12"/>
                </a:lnTo>
                <a:lnTo>
                  <a:pt x="589" y="15"/>
                </a:lnTo>
                <a:lnTo>
                  <a:pt x="603" y="18"/>
                </a:lnTo>
                <a:lnTo>
                  <a:pt x="616" y="21"/>
                </a:lnTo>
                <a:lnTo>
                  <a:pt x="629" y="25"/>
                </a:lnTo>
                <a:lnTo>
                  <a:pt x="642" y="29"/>
                </a:lnTo>
                <a:lnTo>
                  <a:pt x="654" y="33"/>
                </a:lnTo>
                <a:lnTo>
                  <a:pt x="667" y="38"/>
                </a:lnTo>
                <a:lnTo>
                  <a:pt x="679" y="42"/>
                </a:lnTo>
                <a:lnTo>
                  <a:pt x="691" y="47"/>
                </a:lnTo>
                <a:lnTo>
                  <a:pt x="703" y="53"/>
                </a:lnTo>
                <a:lnTo>
                  <a:pt x="715" y="58"/>
                </a:lnTo>
                <a:lnTo>
                  <a:pt x="726" y="64"/>
                </a:lnTo>
                <a:lnTo>
                  <a:pt x="737" y="70"/>
                </a:lnTo>
                <a:lnTo>
                  <a:pt x="748" y="76"/>
                </a:lnTo>
                <a:lnTo>
                  <a:pt x="758" y="83"/>
                </a:lnTo>
                <a:lnTo>
                  <a:pt x="768" y="89"/>
                </a:lnTo>
                <a:lnTo>
                  <a:pt x="778" y="96"/>
                </a:lnTo>
                <a:lnTo>
                  <a:pt x="788" y="103"/>
                </a:lnTo>
                <a:lnTo>
                  <a:pt x="797" y="111"/>
                </a:lnTo>
                <a:lnTo>
                  <a:pt x="806" y="118"/>
                </a:lnTo>
                <a:lnTo>
                  <a:pt x="814" y="126"/>
                </a:lnTo>
                <a:lnTo>
                  <a:pt x="822" y="134"/>
                </a:lnTo>
                <a:lnTo>
                  <a:pt x="830" y="142"/>
                </a:lnTo>
                <a:lnTo>
                  <a:pt x="837" y="150"/>
                </a:lnTo>
                <a:lnTo>
                  <a:pt x="844" y="158"/>
                </a:lnTo>
                <a:lnTo>
                  <a:pt x="851" y="167"/>
                </a:lnTo>
                <a:lnTo>
                  <a:pt x="857" y="175"/>
                </a:lnTo>
                <a:lnTo>
                  <a:pt x="863" y="184"/>
                </a:lnTo>
                <a:lnTo>
                  <a:pt x="868" y="193"/>
                </a:lnTo>
                <a:lnTo>
                  <a:pt x="873" y="202"/>
                </a:lnTo>
                <a:lnTo>
                  <a:pt x="878" y="211"/>
                </a:lnTo>
                <a:lnTo>
                  <a:pt x="882" y="220"/>
                </a:lnTo>
                <a:lnTo>
                  <a:pt x="886" y="230"/>
                </a:lnTo>
                <a:lnTo>
                  <a:pt x="889" y="239"/>
                </a:lnTo>
                <a:lnTo>
                  <a:pt x="892" y="248"/>
                </a:lnTo>
                <a:lnTo>
                  <a:pt x="894" y="258"/>
                </a:lnTo>
                <a:lnTo>
                  <a:pt x="896" y="267"/>
                </a:lnTo>
                <a:lnTo>
                  <a:pt x="898" y="277"/>
                </a:lnTo>
                <a:lnTo>
                  <a:pt x="899" y="286"/>
                </a:lnTo>
                <a:lnTo>
                  <a:pt x="900" y="296"/>
                </a:lnTo>
                <a:lnTo>
                  <a:pt x="900" y="306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6" name=""/>
          <p:cNvSpPr/>
          <p:nvPr/>
        </p:nvSpPr>
        <p:spPr>
          <a:xfrm>
            <a:off x="3962880" y="2835360"/>
            <a:ext cx="326880" cy="222480"/>
          </a:xfrm>
          <a:custGeom>
            <a:avLst/>
            <a:gdLst/>
            <a:ahLst/>
            <a:rect l="0" t="0" r="r" b="b"/>
            <a:pathLst>
              <a:path w="908" h="618">
                <a:moveTo>
                  <a:pt x="904" y="309"/>
                </a:moveTo>
                <a:lnTo>
                  <a:pt x="904" y="299"/>
                </a:lnTo>
                <a:lnTo>
                  <a:pt x="903" y="289"/>
                </a:lnTo>
                <a:lnTo>
                  <a:pt x="902" y="280"/>
                </a:lnTo>
                <a:lnTo>
                  <a:pt x="900" y="270"/>
                </a:lnTo>
                <a:lnTo>
                  <a:pt x="898" y="261"/>
                </a:lnTo>
                <a:lnTo>
                  <a:pt x="896" y="251"/>
                </a:lnTo>
                <a:lnTo>
                  <a:pt x="893" y="242"/>
                </a:lnTo>
                <a:lnTo>
                  <a:pt x="890" y="233"/>
                </a:lnTo>
                <a:lnTo>
                  <a:pt x="886" y="223"/>
                </a:lnTo>
                <a:lnTo>
                  <a:pt x="882" y="214"/>
                </a:lnTo>
                <a:lnTo>
                  <a:pt x="877" y="205"/>
                </a:lnTo>
                <a:lnTo>
                  <a:pt x="872" y="196"/>
                </a:lnTo>
                <a:lnTo>
                  <a:pt x="867" y="187"/>
                </a:lnTo>
                <a:lnTo>
                  <a:pt x="861" y="178"/>
                </a:lnTo>
                <a:lnTo>
                  <a:pt x="855" y="170"/>
                </a:lnTo>
                <a:lnTo>
                  <a:pt x="848" y="161"/>
                </a:lnTo>
                <a:lnTo>
                  <a:pt x="841" y="153"/>
                </a:lnTo>
                <a:lnTo>
                  <a:pt x="834" y="145"/>
                </a:lnTo>
                <a:lnTo>
                  <a:pt x="826" y="137"/>
                </a:lnTo>
                <a:lnTo>
                  <a:pt x="818" y="129"/>
                </a:lnTo>
                <a:lnTo>
                  <a:pt x="810" y="121"/>
                </a:lnTo>
                <a:lnTo>
                  <a:pt x="801" y="114"/>
                </a:lnTo>
                <a:lnTo>
                  <a:pt x="792" y="106"/>
                </a:lnTo>
                <a:lnTo>
                  <a:pt x="782" y="99"/>
                </a:lnTo>
                <a:lnTo>
                  <a:pt x="772" y="92"/>
                </a:lnTo>
                <a:lnTo>
                  <a:pt x="762" y="86"/>
                </a:lnTo>
                <a:lnTo>
                  <a:pt x="752" y="79"/>
                </a:lnTo>
                <a:lnTo>
                  <a:pt x="741" y="73"/>
                </a:lnTo>
                <a:lnTo>
                  <a:pt x="730" y="67"/>
                </a:lnTo>
                <a:lnTo>
                  <a:pt x="719" y="61"/>
                </a:lnTo>
                <a:lnTo>
                  <a:pt x="707" y="56"/>
                </a:lnTo>
                <a:lnTo>
                  <a:pt x="695" y="50"/>
                </a:lnTo>
                <a:lnTo>
                  <a:pt x="683" y="45"/>
                </a:lnTo>
                <a:lnTo>
                  <a:pt x="671" y="41"/>
                </a:lnTo>
                <a:lnTo>
                  <a:pt x="658" y="36"/>
                </a:lnTo>
                <a:lnTo>
                  <a:pt x="646" y="32"/>
                </a:lnTo>
                <a:lnTo>
                  <a:pt x="633" y="28"/>
                </a:lnTo>
                <a:lnTo>
                  <a:pt x="620" y="24"/>
                </a:lnTo>
                <a:lnTo>
                  <a:pt x="607" y="21"/>
                </a:lnTo>
                <a:lnTo>
                  <a:pt x="593" y="18"/>
                </a:lnTo>
                <a:lnTo>
                  <a:pt x="580" y="15"/>
                </a:lnTo>
                <a:lnTo>
                  <a:pt x="566" y="12"/>
                </a:lnTo>
                <a:lnTo>
                  <a:pt x="552" y="10"/>
                </a:lnTo>
                <a:lnTo>
                  <a:pt x="539" y="8"/>
                </a:lnTo>
                <a:lnTo>
                  <a:pt x="525" y="6"/>
                </a:lnTo>
                <a:lnTo>
                  <a:pt x="511" y="5"/>
                </a:lnTo>
                <a:lnTo>
                  <a:pt x="497" y="4"/>
                </a:lnTo>
                <a:lnTo>
                  <a:pt x="482" y="3"/>
                </a:lnTo>
                <a:lnTo>
                  <a:pt x="468" y="3"/>
                </a:lnTo>
                <a:lnTo>
                  <a:pt x="454" y="3"/>
                </a:lnTo>
                <a:lnTo>
                  <a:pt x="440" y="3"/>
                </a:lnTo>
                <a:lnTo>
                  <a:pt x="426" y="3"/>
                </a:lnTo>
                <a:lnTo>
                  <a:pt x="412" y="4"/>
                </a:lnTo>
                <a:lnTo>
                  <a:pt x="398" y="5"/>
                </a:lnTo>
                <a:lnTo>
                  <a:pt x="384" y="6"/>
                </a:lnTo>
                <a:lnTo>
                  <a:pt x="370" y="8"/>
                </a:lnTo>
                <a:lnTo>
                  <a:pt x="356" y="10"/>
                </a:lnTo>
                <a:lnTo>
                  <a:pt x="342" y="12"/>
                </a:lnTo>
                <a:lnTo>
                  <a:pt x="329" y="15"/>
                </a:lnTo>
                <a:lnTo>
                  <a:pt x="314" y="18"/>
                </a:lnTo>
                <a:lnTo>
                  <a:pt x="301" y="21"/>
                </a:lnTo>
                <a:lnTo>
                  <a:pt x="288" y="24"/>
                </a:lnTo>
                <a:lnTo>
                  <a:pt x="275" y="28"/>
                </a:lnTo>
                <a:lnTo>
                  <a:pt x="262" y="32"/>
                </a:lnTo>
                <a:lnTo>
                  <a:pt x="249" y="36"/>
                </a:lnTo>
                <a:lnTo>
                  <a:pt x="237" y="41"/>
                </a:lnTo>
                <a:lnTo>
                  <a:pt x="224" y="45"/>
                </a:lnTo>
                <a:lnTo>
                  <a:pt x="212" y="50"/>
                </a:lnTo>
                <a:lnTo>
                  <a:pt x="201" y="56"/>
                </a:lnTo>
                <a:lnTo>
                  <a:pt x="189" y="61"/>
                </a:lnTo>
                <a:lnTo>
                  <a:pt x="178" y="67"/>
                </a:lnTo>
                <a:lnTo>
                  <a:pt x="167" y="73"/>
                </a:lnTo>
                <a:lnTo>
                  <a:pt x="156" y="79"/>
                </a:lnTo>
                <a:lnTo>
                  <a:pt x="145" y="86"/>
                </a:lnTo>
                <a:lnTo>
                  <a:pt x="135" y="92"/>
                </a:lnTo>
                <a:lnTo>
                  <a:pt x="125" y="99"/>
                </a:lnTo>
                <a:lnTo>
                  <a:pt x="116" y="106"/>
                </a:lnTo>
                <a:lnTo>
                  <a:pt x="107" y="114"/>
                </a:lnTo>
                <a:lnTo>
                  <a:pt x="98" y="121"/>
                </a:lnTo>
                <a:lnTo>
                  <a:pt x="89" y="129"/>
                </a:lnTo>
                <a:lnTo>
                  <a:pt x="81" y="137"/>
                </a:lnTo>
                <a:lnTo>
                  <a:pt x="74" y="145"/>
                </a:lnTo>
                <a:lnTo>
                  <a:pt x="66" y="153"/>
                </a:lnTo>
                <a:lnTo>
                  <a:pt x="59" y="161"/>
                </a:lnTo>
                <a:lnTo>
                  <a:pt x="53" y="170"/>
                </a:lnTo>
                <a:lnTo>
                  <a:pt x="46" y="178"/>
                </a:lnTo>
                <a:lnTo>
                  <a:pt x="41" y="187"/>
                </a:lnTo>
                <a:lnTo>
                  <a:pt x="35" y="196"/>
                </a:lnTo>
                <a:lnTo>
                  <a:pt x="30" y="205"/>
                </a:lnTo>
                <a:lnTo>
                  <a:pt x="26" y="214"/>
                </a:lnTo>
                <a:lnTo>
                  <a:pt x="21" y="223"/>
                </a:lnTo>
                <a:lnTo>
                  <a:pt x="18" y="233"/>
                </a:lnTo>
                <a:lnTo>
                  <a:pt x="14" y="242"/>
                </a:lnTo>
                <a:lnTo>
                  <a:pt x="12" y="251"/>
                </a:lnTo>
                <a:lnTo>
                  <a:pt x="9" y="261"/>
                </a:lnTo>
                <a:lnTo>
                  <a:pt x="7" y="270"/>
                </a:lnTo>
                <a:lnTo>
                  <a:pt x="6" y="280"/>
                </a:lnTo>
                <a:lnTo>
                  <a:pt x="4" y="289"/>
                </a:lnTo>
                <a:lnTo>
                  <a:pt x="4" y="299"/>
                </a:lnTo>
                <a:lnTo>
                  <a:pt x="4" y="309"/>
                </a:lnTo>
                <a:lnTo>
                  <a:pt x="4" y="318"/>
                </a:lnTo>
                <a:lnTo>
                  <a:pt x="4" y="328"/>
                </a:lnTo>
                <a:lnTo>
                  <a:pt x="6" y="337"/>
                </a:lnTo>
                <a:lnTo>
                  <a:pt x="7" y="347"/>
                </a:lnTo>
                <a:lnTo>
                  <a:pt x="9" y="357"/>
                </a:lnTo>
                <a:lnTo>
                  <a:pt x="12" y="366"/>
                </a:lnTo>
                <a:lnTo>
                  <a:pt x="14" y="375"/>
                </a:lnTo>
                <a:lnTo>
                  <a:pt x="18" y="385"/>
                </a:lnTo>
                <a:lnTo>
                  <a:pt x="21" y="394"/>
                </a:lnTo>
                <a:lnTo>
                  <a:pt x="26" y="403"/>
                </a:lnTo>
                <a:lnTo>
                  <a:pt x="30" y="412"/>
                </a:lnTo>
                <a:lnTo>
                  <a:pt x="35" y="421"/>
                </a:lnTo>
                <a:lnTo>
                  <a:pt x="41" y="430"/>
                </a:lnTo>
                <a:lnTo>
                  <a:pt x="46" y="439"/>
                </a:lnTo>
                <a:lnTo>
                  <a:pt x="53" y="448"/>
                </a:lnTo>
                <a:lnTo>
                  <a:pt x="59" y="457"/>
                </a:lnTo>
                <a:lnTo>
                  <a:pt x="66" y="465"/>
                </a:lnTo>
                <a:lnTo>
                  <a:pt x="74" y="474"/>
                </a:lnTo>
                <a:lnTo>
                  <a:pt x="81" y="482"/>
                </a:lnTo>
                <a:lnTo>
                  <a:pt x="89" y="490"/>
                </a:lnTo>
                <a:lnTo>
                  <a:pt x="98" y="497"/>
                </a:lnTo>
                <a:lnTo>
                  <a:pt x="107" y="505"/>
                </a:lnTo>
                <a:lnTo>
                  <a:pt x="116" y="512"/>
                </a:lnTo>
                <a:lnTo>
                  <a:pt x="125" y="519"/>
                </a:lnTo>
                <a:lnTo>
                  <a:pt x="135" y="526"/>
                </a:lnTo>
                <a:lnTo>
                  <a:pt x="145" y="533"/>
                </a:lnTo>
                <a:lnTo>
                  <a:pt x="156" y="539"/>
                </a:lnTo>
                <a:lnTo>
                  <a:pt x="167" y="545"/>
                </a:lnTo>
                <a:lnTo>
                  <a:pt x="178" y="551"/>
                </a:lnTo>
                <a:lnTo>
                  <a:pt x="189" y="557"/>
                </a:lnTo>
                <a:lnTo>
                  <a:pt x="201" y="563"/>
                </a:lnTo>
                <a:lnTo>
                  <a:pt x="212" y="568"/>
                </a:lnTo>
                <a:lnTo>
                  <a:pt x="224" y="573"/>
                </a:lnTo>
                <a:lnTo>
                  <a:pt x="237" y="578"/>
                </a:lnTo>
                <a:lnTo>
                  <a:pt x="249" y="582"/>
                </a:lnTo>
                <a:lnTo>
                  <a:pt x="262" y="587"/>
                </a:lnTo>
                <a:lnTo>
                  <a:pt x="275" y="590"/>
                </a:lnTo>
                <a:lnTo>
                  <a:pt x="288" y="594"/>
                </a:lnTo>
                <a:lnTo>
                  <a:pt x="301" y="598"/>
                </a:lnTo>
                <a:lnTo>
                  <a:pt x="314" y="601"/>
                </a:lnTo>
                <a:lnTo>
                  <a:pt x="329" y="603"/>
                </a:lnTo>
                <a:lnTo>
                  <a:pt x="342" y="606"/>
                </a:lnTo>
                <a:lnTo>
                  <a:pt x="356" y="608"/>
                </a:lnTo>
                <a:lnTo>
                  <a:pt x="370" y="610"/>
                </a:lnTo>
                <a:lnTo>
                  <a:pt x="384" y="612"/>
                </a:lnTo>
                <a:lnTo>
                  <a:pt x="398" y="613"/>
                </a:lnTo>
                <a:lnTo>
                  <a:pt x="412" y="614"/>
                </a:lnTo>
                <a:lnTo>
                  <a:pt x="426" y="615"/>
                </a:lnTo>
                <a:lnTo>
                  <a:pt x="440" y="615"/>
                </a:lnTo>
                <a:lnTo>
                  <a:pt x="454" y="616"/>
                </a:lnTo>
                <a:lnTo>
                  <a:pt x="468" y="615"/>
                </a:lnTo>
                <a:lnTo>
                  <a:pt x="482" y="615"/>
                </a:lnTo>
                <a:lnTo>
                  <a:pt x="497" y="614"/>
                </a:lnTo>
                <a:lnTo>
                  <a:pt x="511" y="613"/>
                </a:lnTo>
                <a:lnTo>
                  <a:pt x="525" y="612"/>
                </a:lnTo>
                <a:lnTo>
                  <a:pt x="539" y="610"/>
                </a:lnTo>
                <a:lnTo>
                  <a:pt x="552" y="608"/>
                </a:lnTo>
                <a:lnTo>
                  <a:pt x="566" y="606"/>
                </a:lnTo>
                <a:lnTo>
                  <a:pt x="580" y="603"/>
                </a:lnTo>
                <a:lnTo>
                  <a:pt x="593" y="601"/>
                </a:lnTo>
                <a:lnTo>
                  <a:pt x="607" y="598"/>
                </a:lnTo>
                <a:lnTo>
                  <a:pt x="620" y="594"/>
                </a:lnTo>
                <a:lnTo>
                  <a:pt x="633" y="590"/>
                </a:lnTo>
                <a:lnTo>
                  <a:pt x="646" y="587"/>
                </a:lnTo>
                <a:lnTo>
                  <a:pt x="658" y="582"/>
                </a:lnTo>
                <a:lnTo>
                  <a:pt x="671" y="578"/>
                </a:lnTo>
                <a:lnTo>
                  <a:pt x="683" y="573"/>
                </a:lnTo>
                <a:lnTo>
                  <a:pt x="695" y="568"/>
                </a:lnTo>
                <a:lnTo>
                  <a:pt x="707" y="563"/>
                </a:lnTo>
                <a:lnTo>
                  <a:pt x="719" y="557"/>
                </a:lnTo>
                <a:lnTo>
                  <a:pt x="730" y="551"/>
                </a:lnTo>
                <a:lnTo>
                  <a:pt x="741" y="545"/>
                </a:lnTo>
                <a:lnTo>
                  <a:pt x="752" y="539"/>
                </a:lnTo>
                <a:lnTo>
                  <a:pt x="762" y="533"/>
                </a:lnTo>
                <a:lnTo>
                  <a:pt x="772" y="526"/>
                </a:lnTo>
                <a:lnTo>
                  <a:pt x="782" y="519"/>
                </a:lnTo>
                <a:lnTo>
                  <a:pt x="792" y="512"/>
                </a:lnTo>
                <a:lnTo>
                  <a:pt x="801" y="505"/>
                </a:lnTo>
                <a:lnTo>
                  <a:pt x="810" y="497"/>
                </a:lnTo>
                <a:lnTo>
                  <a:pt x="818" y="490"/>
                </a:lnTo>
                <a:lnTo>
                  <a:pt x="826" y="482"/>
                </a:lnTo>
                <a:lnTo>
                  <a:pt x="834" y="474"/>
                </a:lnTo>
                <a:lnTo>
                  <a:pt x="841" y="465"/>
                </a:lnTo>
                <a:lnTo>
                  <a:pt x="848" y="457"/>
                </a:lnTo>
                <a:lnTo>
                  <a:pt x="855" y="448"/>
                </a:lnTo>
                <a:lnTo>
                  <a:pt x="861" y="439"/>
                </a:lnTo>
                <a:lnTo>
                  <a:pt x="867" y="430"/>
                </a:lnTo>
                <a:lnTo>
                  <a:pt x="872" y="421"/>
                </a:lnTo>
                <a:lnTo>
                  <a:pt x="877" y="412"/>
                </a:lnTo>
                <a:lnTo>
                  <a:pt x="882" y="403"/>
                </a:lnTo>
                <a:lnTo>
                  <a:pt x="886" y="394"/>
                </a:lnTo>
                <a:lnTo>
                  <a:pt x="890" y="385"/>
                </a:lnTo>
                <a:lnTo>
                  <a:pt x="893" y="375"/>
                </a:lnTo>
                <a:lnTo>
                  <a:pt x="896" y="366"/>
                </a:lnTo>
                <a:lnTo>
                  <a:pt x="898" y="357"/>
                </a:lnTo>
                <a:lnTo>
                  <a:pt x="900" y="347"/>
                </a:lnTo>
                <a:lnTo>
                  <a:pt x="902" y="337"/>
                </a:lnTo>
                <a:lnTo>
                  <a:pt x="903" y="328"/>
                </a:lnTo>
                <a:lnTo>
                  <a:pt x="904" y="318"/>
                </a:lnTo>
                <a:lnTo>
                  <a:pt x="904" y="309"/>
                </a:lnTo>
                <a:moveTo>
                  <a:pt x="908" y="309"/>
                </a:moveTo>
                <a:lnTo>
                  <a:pt x="907" y="318"/>
                </a:lnTo>
                <a:lnTo>
                  <a:pt x="907" y="328"/>
                </a:lnTo>
                <a:lnTo>
                  <a:pt x="906" y="338"/>
                </a:lnTo>
                <a:lnTo>
                  <a:pt x="904" y="347"/>
                </a:lnTo>
                <a:lnTo>
                  <a:pt x="902" y="357"/>
                </a:lnTo>
                <a:lnTo>
                  <a:pt x="900" y="366"/>
                </a:lnTo>
                <a:lnTo>
                  <a:pt x="897" y="376"/>
                </a:lnTo>
                <a:lnTo>
                  <a:pt x="893" y="385"/>
                </a:lnTo>
                <a:lnTo>
                  <a:pt x="890" y="395"/>
                </a:lnTo>
                <a:lnTo>
                  <a:pt x="885" y="404"/>
                </a:lnTo>
                <a:lnTo>
                  <a:pt x="881" y="413"/>
                </a:lnTo>
                <a:lnTo>
                  <a:pt x="876" y="422"/>
                </a:lnTo>
                <a:lnTo>
                  <a:pt x="870" y="431"/>
                </a:lnTo>
                <a:lnTo>
                  <a:pt x="865" y="440"/>
                </a:lnTo>
                <a:lnTo>
                  <a:pt x="858" y="449"/>
                </a:lnTo>
                <a:lnTo>
                  <a:pt x="852" y="458"/>
                </a:lnTo>
                <a:lnTo>
                  <a:pt x="845" y="467"/>
                </a:lnTo>
                <a:lnTo>
                  <a:pt x="837" y="475"/>
                </a:lnTo>
                <a:lnTo>
                  <a:pt x="829" y="483"/>
                </a:lnTo>
                <a:lnTo>
                  <a:pt x="821" y="491"/>
                </a:lnTo>
                <a:lnTo>
                  <a:pt x="813" y="499"/>
                </a:lnTo>
                <a:lnTo>
                  <a:pt x="804" y="506"/>
                </a:lnTo>
                <a:lnTo>
                  <a:pt x="794" y="514"/>
                </a:lnTo>
                <a:lnTo>
                  <a:pt x="785" y="521"/>
                </a:lnTo>
                <a:lnTo>
                  <a:pt x="775" y="528"/>
                </a:lnTo>
                <a:lnTo>
                  <a:pt x="765" y="535"/>
                </a:lnTo>
                <a:lnTo>
                  <a:pt x="754" y="541"/>
                </a:lnTo>
                <a:lnTo>
                  <a:pt x="743" y="547"/>
                </a:lnTo>
                <a:lnTo>
                  <a:pt x="732" y="553"/>
                </a:lnTo>
                <a:lnTo>
                  <a:pt x="721" y="559"/>
                </a:lnTo>
                <a:lnTo>
                  <a:pt x="709" y="565"/>
                </a:lnTo>
                <a:lnTo>
                  <a:pt x="697" y="570"/>
                </a:lnTo>
                <a:lnTo>
                  <a:pt x="685" y="575"/>
                </a:lnTo>
                <a:lnTo>
                  <a:pt x="673" y="580"/>
                </a:lnTo>
                <a:lnTo>
                  <a:pt x="660" y="585"/>
                </a:lnTo>
                <a:lnTo>
                  <a:pt x="647" y="589"/>
                </a:lnTo>
                <a:lnTo>
                  <a:pt x="634" y="593"/>
                </a:lnTo>
                <a:lnTo>
                  <a:pt x="621" y="597"/>
                </a:lnTo>
                <a:lnTo>
                  <a:pt x="608" y="600"/>
                </a:lnTo>
                <a:lnTo>
                  <a:pt x="594" y="603"/>
                </a:lnTo>
                <a:lnTo>
                  <a:pt x="581" y="606"/>
                </a:lnTo>
                <a:lnTo>
                  <a:pt x="567" y="609"/>
                </a:lnTo>
                <a:lnTo>
                  <a:pt x="553" y="611"/>
                </a:lnTo>
                <a:lnTo>
                  <a:pt x="539" y="613"/>
                </a:lnTo>
                <a:lnTo>
                  <a:pt x="525" y="614"/>
                </a:lnTo>
                <a:lnTo>
                  <a:pt x="511" y="616"/>
                </a:lnTo>
                <a:lnTo>
                  <a:pt x="497" y="617"/>
                </a:lnTo>
                <a:lnTo>
                  <a:pt x="483" y="618"/>
                </a:lnTo>
                <a:lnTo>
                  <a:pt x="468" y="618"/>
                </a:lnTo>
                <a:lnTo>
                  <a:pt x="454" y="618"/>
                </a:lnTo>
                <a:lnTo>
                  <a:pt x="440" y="618"/>
                </a:lnTo>
                <a:lnTo>
                  <a:pt x="426" y="618"/>
                </a:lnTo>
                <a:lnTo>
                  <a:pt x="412" y="617"/>
                </a:lnTo>
                <a:lnTo>
                  <a:pt x="397" y="616"/>
                </a:lnTo>
                <a:lnTo>
                  <a:pt x="383" y="614"/>
                </a:lnTo>
                <a:lnTo>
                  <a:pt x="369" y="613"/>
                </a:lnTo>
                <a:lnTo>
                  <a:pt x="355" y="611"/>
                </a:lnTo>
                <a:lnTo>
                  <a:pt x="341" y="609"/>
                </a:lnTo>
                <a:lnTo>
                  <a:pt x="328" y="606"/>
                </a:lnTo>
                <a:lnTo>
                  <a:pt x="313" y="603"/>
                </a:lnTo>
                <a:lnTo>
                  <a:pt x="300" y="600"/>
                </a:lnTo>
                <a:lnTo>
                  <a:pt x="286" y="597"/>
                </a:lnTo>
                <a:lnTo>
                  <a:pt x="273" y="593"/>
                </a:lnTo>
                <a:lnTo>
                  <a:pt x="260" y="589"/>
                </a:lnTo>
                <a:lnTo>
                  <a:pt x="247" y="585"/>
                </a:lnTo>
                <a:lnTo>
                  <a:pt x="235" y="580"/>
                </a:lnTo>
                <a:lnTo>
                  <a:pt x="222" y="575"/>
                </a:lnTo>
                <a:lnTo>
                  <a:pt x="210" y="570"/>
                </a:lnTo>
                <a:lnTo>
                  <a:pt x="198" y="565"/>
                </a:lnTo>
                <a:lnTo>
                  <a:pt x="187" y="559"/>
                </a:lnTo>
                <a:lnTo>
                  <a:pt x="175" y="553"/>
                </a:lnTo>
                <a:lnTo>
                  <a:pt x="164" y="547"/>
                </a:lnTo>
                <a:lnTo>
                  <a:pt x="153" y="541"/>
                </a:lnTo>
                <a:lnTo>
                  <a:pt x="143" y="535"/>
                </a:lnTo>
                <a:lnTo>
                  <a:pt x="133" y="528"/>
                </a:lnTo>
                <a:lnTo>
                  <a:pt x="123" y="521"/>
                </a:lnTo>
                <a:lnTo>
                  <a:pt x="113" y="514"/>
                </a:lnTo>
                <a:lnTo>
                  <a:pt x="104" y="506"/>
                </a:lnTo>
                <a:lnTo>
                  <a:pt x="95" y="499"/>
                </a:lnTo>
                <a:lnTo>
                  <a:pt x="86" y="491"/>
                </a:lnTo>
                <a:lnTo>
                  <a:pt x="78" y="483"/>
                </a:lnTo>
                <a:lnTo>
                  <a:pt x="70" y="475"/>
                </a:lnTo>
                <a:lnTo>
                  <a:pt x="63" y="467"/>
                </a:lnTo>
                <a:lnTo>
                  <a:pt x="56" y="458"/>
                </a:lnTo>
                <a:lnTo>
                  <a:pt x="49" y="449"/>
                </a:lnTo>
                <a:lnTo>
                  <a:pt x="43" y="440"/>
                </a:lnTo>
                <a:lnTo>
                  <a:pt x="37" y="431"/>
                </a:lnTo>
                <a:lnTo>
                  <a:pt x="32" y="422"/>
                </a:lnTo>
                <a:lnTo>
                  <a:pt x="27" y="413"/>
                </a:lnTo>
                <a:lnTo>
                  <a:pt x="22" y="404"/>
                </a:lnTo>
                <a:lnTo>
                  <a:pt x="18" y="395"/>
                </a:lnTo>
                <a:lnTo>
                  <a:pt x="14" y="385"/>
                </a:lnTo>
                <a:lnTo>
                  <a:pt x="11" y="376"/>
                </a:lnTo>
                <a:lnTo>
                  <a:pt x="8" y="366"/>
                </a:lnTo>
                <a:lnTo>
                  <a:pt x="5" y="357"/>
                </a:lnTo>
                <a:lnTo>
                  <a:pt x="3" y="347"/>
                </a:lnTo>
                <a:lnTo>
                  <a:pt x="2" y="338"/>
                </a:lnTo>
                <a:lnTo>
                  <a:pt x="1" y="328"/>
                </a:lnTo>
                <a:lnTo>
                  <a:pt x="0" y="318"/>
                </a:lnTo>
                <a:lnTo>
                  <a:pt x="0" y="309"/>
                </a:lnTo>
                <a:lnTo>
                  <a:pt x="0" y="299"/>
                </a:lnTo>
                <a:lnTo>
                  <a:pt x="1" y="289"/>
                </a:lnTo>
                <a:lnTo>
                  <a:pt x="2" y="280"/>
                </a:lnTo>
                <a:lnTo>
                  <a:pt x="3" y="270"/>
                </a:lnTo>
                <a:lnTo>
                  <a:pt x="5" y="260"/>
                </a:lnTo>
                <a:lnTo>
                  <a:pt x="8" y="251"/>
                </a:lnTo>
                <a:lnTo>
                  <a:pt x="11" y="241"/>
                </a:lnTo>
                <a:lnTo>
                  <a:pt x="14" y="232"/>
                </a:lnTo>
                <a:lnTo>
                  <a:pt x="18" y="223"/>
                </a:lnTo>
                <a:lnTo>
                  <a:pt x="22" y="213"/>
                </a:lnTo>
                <a:lnTo>
                  <a:pt x="27" y="204"/>
                </a:lnTo>
                <a:lnTo>
                  <a:pt x="32" y="195"/>
                </a:lnTo>
                <a:lnTo>
                  <a:pt x="37" y="186"/>
                </a:lnTo>
                <a:lnTo>
                  <a:pt x="43" y="177"/>
                </a:lnTo>
                <a:lnTo>
                  <a:pt x="49" y="169"/>
                </a:lnTo>
                <a:lnTo>
                  <a:pt x="56" y="160"/>
                </a:lnTo>
                <a:lnTo>
                  <a:pt x="63" y="152"/>
                </a:lnTo>
                <a:lnTo>
                  <a:pt x="70" y="143"/>
                </a:lnTo>
                <a:lnTo>
                  <a:pt x="78" y="135"/>
                </a:lnTo>
                <a:lnTo>
                  <a:pt x="86" y="127"/>
                </a:lnTo>
                <a:lnTo>
                  <a:pt x="95" y="120"/>
                </a:lnTo>
                <a:lnTo>
                  <a:pt x="104" y="112"/>
                </a:lnTo>
                <a:lnTo>
                  <a:pt x="113" y="105"/>
                </a:lnTo>
                <a:lnTo>
                  <a:pt x="123" y="97"/>
                </a:lnTo>
                <a:lnTo>
                  <a:pt x="133" y="90"/>
                </a:lnTo>
                <a:lnTo>
                  <a:pt x="143" y="84"/>
                </a:lnTo>
                <a:lnTo>
                  <a:pt x="153" y="77"/>
                </a:lnTo>
                <a:lnTo>
                  <a:pt x="164" y="71"/>
                </a:lnTo>
                <a:lnTo>
                  <a:pt x="175" y="65"/>
                </a:lnTo>
                <a:lnTo>
                  <a:pt x="187" y="59"/>
                </a:lnTo>
                <a:lnTo>
                  <a:pt x="198" y="53"/>
                </a:lnTo>
                <a:lnTo>
                  <a:pt x="210" y="48"/>
                </a:lnTo>
                <a:lnTo>
                  <a:pt x="222" y="43"/>
                </a:lnTo>
                <a:lnTo>
                  <a:pt x="235" y="38"/>
                </a:lnTo>
                <a:lnTo>
                  <a:pt x="247" y="34"/>
                </a:lnTo>
                <a:lnTo>
                  <a:pt x="260" y="29"/>
                </a:lnTo>
                <a:lnTo>
                  <a:pt x="273" y="25"/>
                </a:lnTo>
                <a:lnTo>
                  <a:pt x="286" y="22"/>
                </a:lnTo>
                <a:lnTo>
                  <a:pt x="300" y="18"/>
                </a:lnTo>
                <a:lnTo>
                  <a:pt x="313" y="15"/>
                </a:lnTo>
                <a:lnTo>
                  <a:pt x="328" y="12"/>
                </a:lnTo>
                <a:lnTo>
                  <a:pt x="341" y="10"/>
                </a:lnTo>
                <a:lnTo>
                  <a:pt x="355" y="8"/>
                </a:lnTo>
                <a:lnTo>
                  <a:pt x="369" y="6"/>
                </a:lnTo>
                <a:lnTo>
                  <a:pt x="383" y="4"/>
                </a:lnTo>
                <a:lnTo>
                  <a:pt x="397" y="3"/>
                </a:lnTo>
                <a:lnTo>
                  <a:pt x="412" y="1"/>
                </a:lnTo>
                <a:lnTo>
                  <a:pt x="426" y="1"/>
                </a:lnTo>
                <a:lnTo>
                  <a:pt x="440" y="0"/>
                </a:lnTo>
                <a:lnTo>
                  <a:pt x="454" y="0"/>
                </a:lnTo>
                <a:lnTo>
                  <a:pt x="468" y="0"/>
                </a:lnTo>
                <a:lnTo>
                  <a:pt x="483" y="1"/>
                </a:lnTo>
                <a:lnTo>
                  <a:pt x="497" y="1"/>
                </a:lnTo>
                <a:lnTo>
                  <a:pt x="511" y="3"/>
                </a:lnTo>
                <a:lnTo>
                  <a:pt x="525" y="4"/>
                </a:lnTo>
                <a:lnTo>
                  <a:pt x="539" y="6"/>
                </a:lnTo>
                <a:lnTo>
                  <a:pt x="553" y="8"/>
                </a:lnTo>
                <a:lnTo>
                  <a:pt x="567" y="10"/>
                </a:lnTo>
                <a:lnTo>
                  <a:pt x="581" y="12"/>
                </a:lnTo>
                <a:lnTo>
                  <a:pt x="594" y="15"/>
                </a:lnTo>
                <a:lnTo>
                  <a:pt x="608" y="18"/>
                </a:lnTo>
                <a:lnTo>
                  <a:pt x="621" y="22"/>
                </a:lnTo>
                <a:lnTo>
                  <a:pt x="634" y="25"/>
                </a:lnTo>
                <a:lnTo>
                  <a:pt x="647" y="29"/>
                </a:lnTo>
                <a:lnTo>
                  <a:pt x="660" y="34"/>
                </a:lnTo>
                <a:lnTo>
                  <a:pt x="673" y="38"/>
                </a:lnTo>
                <a:lnTo>
                  <a:pt x="685" y="43"/>
                </a:lnTo>
                <a:lnTo>
                  <a:pt x="697" y="48"/>
                </a:lnTo>
                <a:lnTo>
                  <a:pt x="709" y="53"/>
                </a:lnTo>
                <a:lnTo>
                  <a:pt x="721" y="59"/>
                </a:lnTo>
                <a:lnTo>
                  <a:pt x="732" y="65"/>
                </a:lnTo>
                <a:lnTo>
                  <a:pt x="743" y="71"/>
                </a:lnTo>
                <a:lnTo>
                  <a:pt x="754" y="77"/>
                </a:lnTo>
                <a:lnTo>
                  <a:pt x="765" y="84"/>
                </a:lnTo>
                <a:lnTo>
                  <a:pt x="775" y="90"/>
                </a:lnTo>
                <a:lnTo>
                  <a:pt x="785" y="97"/>
                </a:lnTo>
                <a:lnTo>
                  <a:pt x="794" y="105"/>
                </a:lnTo>
                <a:lnTo>
                  <a:pt x="804" y="112"/>
                </a:lnTo>
                <a:lnTo>
                  <a:pt x="813" y="120"/>
                </a:lnTo>
                <a:lnTo>
                  <a:pt x="821" y="127"/>
                </a:lnTo>
                <a:lnTo>
                  <a:pt x="829" y="135"/>
                </a:lnTo>
                <a:lnTo>
                  <a:pt x="837" y="143"/>
                </a:lnTo>
                <a:lnTo>
                  <a:pt x="845" y="152"/>
                </a:lnTo>
                <a:lnTo>
                  <a:pt x="852" y="160"/>
                </a:lnTo>
                <a:lnTo>
                  <a:pt x="858" y="169"/>
                </a:lnTo>
                <a:lnTo>
                  <a:pt x="865" y="177"/>
                </a:lnTo>
                <a:lnTo>
                  <a:pt x="870" y="186"/>
                </a:lnTo>
                <a:lnTo>
                  <a:pt x="876" y="195"/>
                </a:lnTo>
                <a:lnTo>
                  <a:pt x="881" y="204"/>
                </a:lnTo>
                <a:lnTo>
                  <a:pt x="885" y="213"/>
                </a:lnTo>
                <a:lnTo>
                  <a:pt x="890" y="223"/>
                </a:lnTo>
                <a:lnTo>
                  <a:pt x="893" y="232"/>
                </a:lnTo>
                <a:lnTo>
                  <a:pt x="897" y="241"/>
                </a:lnTo>
                <a:lnTo>
                  <a:pt x="900" y="251"/>
                </a:lnTo>
                <a:lnTo>
                  <a:pt x="902" y="260"/>
                </a:lnTo>
                <a:lnTo>
                  <a:pt x="904" y="270"/>
                </a:lnTo>
                <a:lnTo>
                  <a:pt x="906" y="280"/>
                </a:lnTo>
                <a:lnTo>
                  <a:pt x="907" y="289"/>
                </a:lnTo>
                <a:lnTo>
                  <a:pt x="907" y="299"/>
                </a:lnTo>
                <a:lnTo>
                  <a:pt x="908" y="309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7" name=""/>
          <p:cNvSpPr/>
          <p:nvPr/>
        </p:nvSpPr>
        <p:spPr>
          <a:xfrm>
            <a:off x="3957480" y="2831760"/>
            <a:ext cx="337680" cy="230040"/>
          </a:xfrm>
          <a:custGeom>
            <a:avLst/>
            <a:gdLst/>
            <a:ahLst/>
            <a:rect l="0" t="0" r="r" b="b"/>
            <a:pathLst>
              <a:path w="938" h="639">
                <a:moveTo>
                  <a:pt x="923" y="320"/>
                </a:moveTo>
                <a:lnTo>
                  <a:pt x="922" y="310"/>
                </a:lnTo>
                <a:lnTo>
                  <a:pt x="922" y="300"/>
                </a:lnTo>
                <a:lnTo>
                  <a:pt x="921" y="291"/>
                </a:lnTo>
                <a:lnTo>
                  <a:pt x="919" y="281"/>
                </a:lnTo>
                <a:lnTo>
                  <a:pt x="917" y="271"/>
                </a:lnTo>
                <a:lnTo>
                  <a:pt x="915" y="262"/>
                </a:lnTo>
                <a:lnTo>
                  <a:pt x="912" y="252"/>
                </a:lnTo>
                <a:lnTo>
                  <a:pt x="908" y="243"/>
                </a:lnTo>
                <a:lnTo>
                  <a:pt x="905" y="234"/>
                </a:lnTo>
                <a:lnTo>
                  <a:pt x="900" y="224"/>
                </a:lnTo>
                <a:lnTo>
                  <a:pt x="896" y="215"/>
                </a:lnTo>
                <a:lnTo>
                  <a:pt x="891" y="206"/>
                </a:lnTo>
                <a:lnTo>
                  <a:pt x="885" y="197"/>
                </a:lnTo>
                <a:lnTo>
                  <a:pt x="880" y="188"/>
                </a:lnTo>
                <a:lnTo>
                  <a:pt x="873" y="180"/>
                </a:lnTo>
                <a:lnTo>
                  <a:pt x="867" y="171"/>
                </a:lnTo>
                <a:lnTo>
                  <a:pt x="860" y="163"/>
                </a:lnTo>
                <a:lnTo>
                  <a:pt x="852" y="154"/>
                </a:lnTo>
                <a:lnTo>
                  <a:pt x="844" y="146"/>
                </a:lnTo>
                <a:lnTo>
                  <a:pt x="836" y="138"/>
                </a:lnTo>
                <a:lnTo>
                  <a:pt x="828" y="131"/>
                </a:lnTo>
                <a:lnTo>
                  <a:pt x="819" y="123"/>
                </a:lnTo>
                <a:lnTo>
                  <a:pt x="809" y="116"/>
                </a:lnTo>
                <a:lnTo>
                  <a:pt x="800" y="108"/>
                </a:lnTo>
                <a:lnTo>
                  <a:pt x="790" y="101"/>
                </a:lnTo>
                <a:lnTo>
                  <a:pt x="780" y="94"/>
                </a:lnTo>
                <a:lnTo>
                  <a:pt x="769" y="87"/>
                </a:lnTo>
                <a:lnTo>
                  <a:pt x="758" y="81"/>
                </a:lnTo>
                <a:lnTo>
                  <a:pt x="747" y="75"/>
                </a:lnTo>
                <a:lnTo>
                  <a:pt x="736" y="69"/>
                </a:lnTo>
                <a:lnTo>
                  <a:pt x="724" y="63"/>
                </a:lnTo>
                <a:lnTo>
                  <a:pt x="711" y="58"/>
                </a:lnTo>
                <a:lnTo>
                  <a:pt x="699" y="53"/>
                </a:lnTo>
                <a:lnTo>
                  <a:pt x="687" y="48"/>
                </a:lnTo>
                <a:lnTo>
                  <a:pt x="674" y="44"/>
                </a:lnTo>
                <a:lnTo>
                  <a:pt x="661" y="39"/>
                </a:lnTo>
                <a:lnTo>
                  <a:pt x="648" y="35"/>
                </a:lnTo>
                <a:lnTo>
                  <a:pt x="635" y="32"/>
                </a:lnTo>
                <a:lnTo>
                  <a:pt x="622" y="28"/>
                </a:lnTo>
                <a:lnTo>
                  <a:pt x="608" y="25"/>
                </a:lnTo>
                <a:lnTo>
                  <a:pt x="595" y="22"/>
                </a:lnTo>
                <a:lnTo>
                  <a:pt x="581" y="20"/>
                </a:lnTo>
                <a:lnTo>
                  <a:pt x="567" y="18"/>
                </a:lnTo>
                <a:lnTo>
                  <a:pt x="553" y="16"/>
                </a:lnTo>
                <a:lnTo>
                  <a:pt x="539" y="14"/>
                </a:lnTo>
                <a:lnTo>
                  <a:pt x="525" y="13"/>
                </a:lnTo>
                <a:lnTo>
                  <a:pt x="511" y="11"/>
                </a:lnTo>
                <a:lnTo>
                  <a:pt x="497" y="11"/>
                </a:lnTo>
                <a:lnTo>
                  <a:pt x="482" y="10"/>
                </a:lnTo>
                <a:lnTo>
                  <a:pt x="468" y="10"/>
                </a:lnTo>
                <a:lnTo>
                  <a:pt x="454" y="10"/>
                </a:lnTo>
                <a:lnTo>
                  <a:pt x="440" y="11"/>
                </a:lnTo>
                <a:lnTo>
                  <a:pt x="426" y="11"/>
                </a:lnTo>
                <a:lnTo>
                  <a:pt x="411" y="13"/>
                </a:lnTo>
                <a:lnTo>
                  <a:pt x="397" y="14"/>
                </a:lnTo>
                <a:lnTo>
                  <a:pt x="383" y="16"/>
                </a:lnTo>
                <a:lnTo>
                  <a:pt x="369" y="18"/>
                </a:lnTo>
                <a:lnTo>
                  <a:pt x="355" y="20"/>
                </a:lnTo>
                <a:lnTo>
                  <a:pt x="342" y="22"/>
                </a:lnTo>
                <a:lnTo>
                  <a:pt x="328" y="25"/>
                </a:lnTo>
                <a:lnTo>
                  <a:pt x="315" y="28"/>
                </a:lnTo>
                <a:lnTo>
                  <a:pt x="301" y="32"/>
                </a:lnTo>
                <a:lnTo>
                  <a:pt x="288" y="35"/>
                </a:lnTo>
                <a:lnTo>
                  <a:pt x="275" y="39"/>
                </a:lnTo>
                <a:lnTo>
                  <a:pt x="262" y="44"/>
                </a:lnTo>
                <a:lnTo>
                  <a:pt x="250" y="48"/>
                </a:lnTo>
                <a:lnTo>
                  <a:pt x="237" y="53"/>
                </a:lnTo>
                <a:lnTo>
                  <a:pt x="225" y="58"/>
                </a:lnTo>
                <a:lnTo>
                  <a:pt x="213" y="63"/>
                </a:lnTo>
                <a:lnTo>
                  <a:pt x="202" y="69"/>
                </a:lnTo>
                <a:lnTo>
                  <a:pt x="190" y="75"/>
                </a:lnTo>
                <a:lnTo>
                  <a:pt x="179" y="81"/>
                </a:lnTo>
                <a:lnTo>
                  <a:pt x="168" y="87"/>
                </a:lnTo>
                <a:lnTo>
                  <a:pt x="158" y="94"/>
                </a:lnTo>
                <a:lnTo>
                  <a:pt x="148" y="101"/>
                </a:lnTo>
                <a:lnTo>
                  <a:pt x="138" y="108"/>
                </a:lnTo>
                <a:lnTo>
                  <a:pt x="128" y="116"/>
                </a:lnTo>
                <a:lnTo>
                  <a:pt x="119" y="123"/>
                </a:lnTo>
                <a:lnTo>
                  <a:pt x="110" y="131"/>
                </a:lnTo>
                <a:lnTo>
                  <a:pt x="101" y="138"/>
                </a:lnTo>
                <a:lnTo>
                  <a:pt x="93" y="146"/>
                </a:lnTo>
                <a:lnTo>
                  <a:pt x="85" y="154"/>
                </a:lnTo>
                <a:lnTo>
                  <a:pt x="78" y="163"/>
                </a:lnTo>
                <a:lnTo>
                  <a:pt x="71" y="171"/>
                </a:lnTo>
                <a:lnTo>
                  <a:pt x="64" y="180"/>
                </a:lnTo>
                <a:lnTo>
                  <a:pt x="58" y="188"/>
                </a:lnTo>
                <a:lnTo>
                  <a:pt x="52" y="197"/>
                </a:lnTo>
                <a:lnTo>
                  <a:pt x="47" y="206"/>
                </a:lnTo>
                <a:lnTo>
                  <a:pt x="42" y="215"/>
                </a:lnTo>
                <a:lnTo>
                  <a:pt x="37" y="224"/>
                </a:lnTo>
                <a:lnTo>
                  <a:pt x="33" y="234"/>
                </a:lnTo>
                <a:lnTo>
                  <a:pt x="29" y="243"/>
                </a:lnTo>
                <a:lnTo>
                  <a:pt x="26" y="252"/>
                </a:lnTo>
                <a:lnTo>
                  <a:pt x="23" y="262"/>
                </a:lnTo>
                <a:lnTo>
                  <a:pt x="20" y="271"/>
                </a:lnTo>
                <a:lnTo>
                  <a:pt x="18" y="281"/>
                </a:lnTo>
                <a:lnTo>
                  <a:pt x="17" y="291"/>
                </a:lnTo>
                <a:lnTo>
                  <a:pt x="16" y="300"/>
                </a:lnTo>
                <a:lnTo>
                  <a:pt x="15" y="310"/>
                </a:lnTo>
                <a:lnTo>
                  <a:pt x="15" y="320"/>
                </a:lnTo>
                <a:lnTo>
                  <a:pt x="15" y="329"/>
                </a:lnTo>
                <a:lnTo>
                  <a:pt x="16" y="339"/>
                </a:lnTo>
                <a:lnTo>
                  <a:pt x="17" y="349"/>
                </a:lnTo>
                <a:lnTo>
                  <a:pt x="18" y="358"/>
                </a:lnTo>
                <a:lnTo>
                  <a:pt x="20" y="368"/>
                </a:lnTo>
                <a:lnTo>
                  <a:pt x="23" y="377"/>
                </a:lnTo>
                <a:lnTo>
                  <a:pt x="26" y="387"/>
                </a:lnTo>
                <a:lnTo>
                  <a:pt x="29" y="396"/>
                </a:lnTo>
                <a:lnTo>
                  <a:pt x="33" y="406"/>
                </a:lnTo>
                <a:lnTo>
                  <a:pt x="37" y="415"/>
                </a:lnTo>
                <a:lnTo>
                  <a:pt x="42" y="424"/>
                </a:lnTo>
                <a:lnTo>
                  <a:pt x="47" y="433"/>
                </a:lnTo>
                <a:lnTo>
                  <a:pt x="52" y="442"/>
                </a:lnTo>
                <a:lnTo>
                  <a:pt x="58" y="451"/>
                </a:lnTo>
                <a:lnTo>
                  <a:pt x="64" y="460"/>
                </a:lnTo>
                <a:lnTo>
                  <a:pt x="71" y="468"/>
                </a:lnTo>
                <a:lnTo>
                  <a:pt x="78" y="477"/>
                </a:lnTo>
                <a:lnTo>
                  <a:pt x="85" y="485"/>
                </a:lnTo>
                <a:lnTo>
                  <a:pt x="93" y="493"/>
                </a:lnTo>
                <a:lnTo>
                  <a:pt x="101" y="501"/>
                </a:lnTo>
                <a:lnTo>
                  <a:pt x="110" y="509"/>
                </a:lnTo>
                <a:lnTo>
                  <a:pt x="119" y="516"/>
                </a:lnTo>
                <a:lnTo>
                  <a:pt x="128" y="524"/>
                </a:lnTo>
                <a:lnTo>
                  <a:pt x="138" y="531"/>
                </a:lnTo>
                <a:lnTo>
                  <a:pt x="148" y="538"/>
                </a:lnTo>
                <a:lnTo>
                  <a:pt x="158" y="545"/>
                </a:lnTo>
                <a:lnTo>
                  <a:pt x="168" y="551"/>
                </a:lnTo>
                <a:lnTo>
                  <a:pt x="179" y="557"/>
                </a:lnTo>
                <a:lnTo>
                  <a:pt x="190" y="563"/>
                </a:lnTo>
                <a:lnTo>
                  <a:pt x="202" y="569"/>
                </a:lnTo>
                <a:lnTo>
                  <a:pt x="213" y="575"/>
                </a:lnTo>
                <a:lnTo>
                  <a:pt x="225" y="580"/>
                </a:lnTo>
                <a:lnTo>
                  <a:pt x="237" y="585"/>
                </a:lnTo>
                <a:lnTo>
                  <a:pt x="250" y="590"/>
                </a:lnTo>
                <a:lnTo>
                  <a:pt x="262" y="595"/>
                </a:lnTo>
                <a:lnTo>
                  <a:pt x="275" y="599"/>
                </a:lnTo>
                <a:lnTo>
                  <a:pt x="288" y="603"/>
                </a:lnTo>
                <a:lnTo>
                  <a:pt x="301" y="607"/>
                </a:lnTo>
                <a:lnTo>
                  <a:pt x="315" y="610"/>
                </a:lnTo>
                <a:lnTo>
                  <a:pt x="328" y="613"/>
                </a:lnTo>
                <a:lnTo>
                  <a:pt x="342" y="616"/>
                </a:lnTo>
                <a:lnTo>
                  <a:pt x="355" y="619"/>
                </a:lnTo>
                <a:lnTo>
                  <a:pt x="369" y="621"/>
                </a:lnTo>
                <a:lnTo>
                  <a:pt x="383" y="623"/>
                </a:lnTo>
                <a:lnTo>
                  <a:pt x="397" y="624"/>
                </a:lnTo>
                <a:lnTo>
                  <a:pt x="411" y="626"/>
                </a:lnTo>
                <a:lnTo>
                  <a:pt x="426" y="627"/>
                </a:lnTo>
                <a:lnTo>
                  <a:pt x="440" y="628"/>
                </a:lnTo>
                <a:lnTo>
                  <a:pt x="454" y="628"/>
                </a:lnTo>
                <a:lnTo>
                  <a:pt x="468" y="628"/>
                </a:lnTo>
                <a:lnTo>
                  <a:pt x="482" y="628"/>
                </a:lnTo>
                <a:lnTo>
                  <a:pt x="497" y="628"/>
                </a:lnTo>
                <a:lnTo>
                  <a:pt x="511" y="627"/>
                </a:lnTo>
                <a:lnTo>
                  <a:pt x="525" y="626"/>
                </a:lnTo>
                <a:lnTo>
                  <a:pt x="539" y="624"/>
                </a:lnTo>
                <a:lnTo>
                  <a:pt x="553" y="623"/>
                </a:lnTo>
                <a:lnTo>
                  <a:pt x="567" y="621"/>
                </a:lnTo>
                <a:lnTo>
                  <a:pt x="581" y="619"/>
                </a:lnTo>
                <a:lnTo>
                  <a:pt x="595" y="616"/>
                </a:lnTo>
                <a:lnTo>
                  <a:pt x="608" y="613"/>
                </a:lnTo>
                <a:lnTo>
                  <a:pt x="622" y="610"/>
                </a:lnTo>
                <a:lnTo>
                  <a:pt x="635" y="607"/>
                </a:lnTo>
                <a:lnTo>
                  <a:pt x="648" y="603"/>
                </a:lnTo>
                <a:lnTo>
                  <a:pt x="661" y="599"/>
                </a:lnTo>
                <a:lnTo>
                  <a:pt x="674" y="595"/>
                </a:lnTo>
                <a:lnTo>
                  <a:pt x="687" y="590"/>
                </a:lnTo>
                <a:lnTo>
                  <a:pt x="699" y="585"/>
                </a:lnTo>
                <a:lnTo>
                  <a:pt x="711" y="580"/>
                </a:lnTo>
                <a:lnTo>
                  <a:pt x="724" y="575"/>
                </a:lnTo>
                <a:lnTo>
                  <a:pt x="736" y="569"/>
                </a:lnTo>
                <a:lnTo>
                  <a:pt x="747" y="563"/>
                </a:lnTo>
                <a:lnTo>
                  <a:pt x="758" y="557"/>
                </a:lnTo>
                <a:lnTo>
                  <a:pt x="769" y="551"/>
                </a:lnTo>
                <a:lnTo>
                  <a:pt x="780" y="545"/>
                </a:lnTo>
                <a:lnTo>
                  <a:pt x="790" y="538"/>
                </a:lnTo>
                <a:lnTo>
                  <a:pt x="800" y="531"/>
                </a:lnTo>
                <a:lnTo>
                  <a:pt x="809" y="524"/>
                </a:lnTo>
                <a:lnTo>
                  <a:pt x="819" y="516"/>
                </a:lnTo>
                <a:lnTo>
                  <a:pt x="828" y="509"/>
                </a:lnTo>
                <a:lnTo>
                  <a:pt x="836" y="501"/>
                </a:lnTo>
                <a:lnTo>
                  <a:pt x="844" y="493"/>
                </a:lnTo>
                <a:lnTo>
                  <a:pt x="852" y="485"/>
                </a:lnTo>
                <a:lnTo>
                  <a:pt x="860" y="477"/>
                </a:lnTo>
                <a:lnTo>
                  <a:pt x="867" y="468"/>
                </a:lnTo>
                <a:lnTo>
                  <a:pt x="873" y="460"/>
                </a:lnTo>
                <a:lnTo>
                  <a:pt x="880" y="451"/>
                </a:lnTo>
                <a:lnTo>
                  <a:pt x="885" y="442"/>
                </a:lnTo>
                <a:lnTo>
                  <a:pt x="891" y="433"/>
                </a:lnTo>
                <a:lnTo>
                  <a:pt x="896" y="424"/>
                </a:lnTo>
                <a:lnTo>
                  <a:pt x="900" y="415"/>
                </a:lnTo>
                <a:lnTo>
                  <a:pt x="905" y="406"/>
                </a:lnTo>
                <a:lnTo>
                  <a:pt x="908" y="396"/>
                </a:lnTo>
                <a:lnTo>
                  <a:pt x="912" y="387"/>
                </a:lnTo>
                <a:lnTo>
                  <a:pt x="915" y="377"/>
                </a:lnTo>
                <a:lnTo>
                  <a:pt x="917" y="368"/>
                </a:lnTo>
                <a:lnTo>
                  <a:pt x="919" y="358"/>
                </a:lnTo>
                <a:lnTo>
                  <a:pt x="921" y="349"/>
                </a:lnTo>
                <a:lnTo>
                  <a:pt x="922" y="339"/>
                </a:lnTo>
                <a:lnTo>
                  <a:pt x="922" y="329"/>
                </a:lnTo>
                <a:lnTo>
                  <a:pt x="923" y="320"/>
                </a:lnTo>
                <a:moveTo>
                  <a:pt x="938" y="320"/>
                </a:moveTo>
                <a:lnTo>
                  <a:pt x="938" y="330"/>
                </a:lnTo>
                <a:lnTo>
                  <a:pt x="937" y="340"/>
                </a:lnTo>
                <a:lnTo>
                  <a:pt x="936" y="350"/>
                </a:lnTo>
                <a:lnTo>
                  <a:pt x="934" y="360"/>
                </a:lnTo>
                <a:lnTo>
                  <a:pt x="932" y="370"/>
                </a:lnTo>
                <a:lnTo>
                  <a:pt x="929" y="379"/>
                </a:lnTo>
                <a:lnTo>
                  <a:pt x="927" y="389"/>
                </a:lnTo>
                <a:lnTo>
                  <a:pt x="923" y="399"/>
                </a:lnTo>
                <a:lnTo>
                  <a:pt x="919" y="409"/>
                </a:lnTo>
                <a:lnTo>
                  <a:pt x="915" y="418"/>
                </a:lnTo>
                <a:lnTo>
                  <a:pt x="910" y="428"/>
                </a:lnTo>
                <a:lnTo>
                  <a:pt x="905" y="437"/>
                </a:lnTo>
                <a:lnTo>
                  <a:pt x="899" y="446"/>
                </a:lnTo>
                <a:lnTo>
                  <a:pt x="893" y="455"/>
                </a:lnTo>
                <a:lnTo>
                  <a:pt x="887" y="464"/>
                </a:lnTo>
                <a:lnTo>
                  <a:pt x="880" y="473"/>
                </a:lnTo>
                <a:lnTo>
                  <a:pt x="873" y="482"/>
                </a:lnTo>
                <a:lnTo>
                  <a:pt x="865" y="491"/>
                </a:lnTo>
                <a:lnTo>
                  <a:pt x="857" y="499"/>
                </a:lnTo>
                <a:lnTo>
                  <a:pt x="848" y="507"/>
                </a:lnTo>
                <a:lnTo>
                  <a:pt x="839" y="515"/>
                </a:lnTo>
                <a:lnTo>
                  <a:pt x="830" y="523"/>
                </a:lnTo>
                <a:lnTo>
                  <a:pt x="821" y="531"/>
                </a:lnTo>
                <a:lnTo>
                  <a:pt x="811" y="538"/>
                </a:lnTo>
                <a:lnTo>
                  <a:pt x="801" y="545"/>
                </a:lnTo>
                <a:lnTo>
                  <a:pt x="790" y="552"/>
                </a:lnTo>
                <a:lnTo>
                  <a:pt x="779" y="559"/>
                </a:lnTo>
                <a:lnTo>
                  <a:pt x="768" y="565"/>
                </a:lnTo>
                <a:lnTo>
                  <a:pt x="756" y="572"/>
                </a:lnTo>
                <a:lnTo>
                  <a:pt x="745" y="578"/>
                </a:lnTo>
                <a:lnTo>
                  <a:pt x="733" y="583"/>
                </a:lnTo>
                <a:lnTo>
                  <a:pt x="719" y="589"/>
                </a:lnTo>
                <a:lnTo>
                  <a:pt x="707" y="594"/>
                </a:lnTo>
                <a:lnTo>
                  <a:pt x="694" y="599"/>
                </a:lnTo>
                <a:lnTo>
                  <a:pt x="681" y="604"/>
                </a:lnTo>
                <a:lnTo>
                  <a:pt x="668" y="608"/>
                </a:lnTo>
                <a:lnTo>
                  <a:pt x="654" y="612"/>
                </a:lnTo>
                <a:lnTo>
                  <a:pt x="641" y="616"/>
                </a:lnTo>
                <a:lnTo>
                  <a:pt x="627" y="620"/>
                </a:lnTo>
                <a:lnTo>
                  <a:pt x="613" y="623"/>
                </a:lnTo>
                <a:lnTo>
                  <a:pt x="599" y="626"/>
                </a:lnTo>
                <a:lnTo>
                  <a:pt x="585" y="628"/>
                </a:lnTo>
                <a:lnTo>
                  <a:pt x="570" y="631"/>
                </a:lnTo>
                <a:lnTo>
                  <a:pt x="556" y="633"/>
                </a:lnTo>
                <a:lnTo>
                  <a:pt x="542" y="635"/>
                </a:lnTo>
                <a:lnTo>
                  <a:pt x="527" y="636"/>
                </a:lnTo>
                <a:lnTo>
                  <a:pt x="512" y="637"/>
                </a:lnTo>
                <a:lnTo>
                  <a:pt x="498" y="638"/>
                </a:lnTo>
                <a:lnTo>
                  <a:pt x="483" y="638"/>
                </a:lnTo>
                <a:lnTo>
                  <a:pt x="468" y="639"/>
                </a:lnTo>
                <a:lnTo>
                  <a:pt x="454" y="638"/>
                </a:lnTo>
                <a:lnTo>
                  <a:pt x="439" y="638"/>
                </a:lnTo>
                <a:lnTo>
                  <a:pt x="424" y="637"/>
                </a:lnTo>
                <a:lnTo>
                  <a:pt x="410" y="636"/>
                </a:lnTo>
                <a:lnTo>
                  <a:pt x="395" y="635"/>
                </a:lnTo>
                <a:lnTo>
                  <a:pt x="380" y="633"/>
                </a:lnTo>
                <a:lnTo>
                  <a:pt x="366" y="631"/>
                </a:lnTo>
                <a:lnTo>
                  <a:pt x="352" y="628"/>
                </a:lnTo>
                <a:lnTo>
                  <a:pt x="338" y="626"/>
                </a:lnTo>
                <a:lnTo>
                  <a:pt x="323" y="623"/>
                </a:lnTo>
                <a:lnTo>
                  <a:pt x="310" y="620"/>
                </a:lnTo>
                <a:lnTo>
                  <a:pt x="296" y="616"/>
                </a:lnTo>
                <a:lnTo>
                  <a:pt x="282" y="612"/>
                </a:lnTo>
                <a:lnTo>
                  <a:pt x="269" y="608"/>
                </a:lnTo>
                <a:lnTo>
                  <a:pt x="256" y="604"/>
                </a:lnTo>
                <a:lnTo>
                  <a:pt x="243" y="599"/>
                </a:lnTo>
                <a:lnTo>
                  <a:pt x="230" y="594"/>
                </a:lnTo>
                <a:lnTo>
                  <a:pt x="217" y="589"/>
                </a:lnTo>
                <a:lnTo>
                  <a:pt x="205" y="583"/>
                </a:lnTo>
                <a:lnTo>
                  <a:pt x="193" y="578"/>
                </a:lnTo>
                <a:lnTo>
                  <a:pt x="181" y="572"/>
                </a:lnTo>
                <a:lnTo>
                  <a:pt x="170" y="565"/>
                </a:lnTo>
                <a:lnTo>
                  <a:pt x="158" y="559"/>
                </a:lnTo>
                <a:lnTo>
                  <a:pt x="148" y="552"/>
                </a:lnTo>
                <a:lnTo>
                  <a:pt x="137" y="545"/>
                </a:lnTo>
                <a:lnTo>
                  <a:pt x="127" y="538"/>
                </a:lnTo>
                <a:lnTo>
                  <a:pt x="117" y="531"/>
                </a:lnTo>
                <a:lnTo>
                  <a:pt x="107" y="523"/>
                </a:lnTo>
                <a:lnTo>
                  <a:pt x="98" y="515"/>
                </a:lnTo>
                <a:lnTo>
                  <a:pt x="89" y="507"/>
                </a:lnTo>
                <a:lnTo>
                  <a:pt x="81" y="499"/>
                </a:lnTo>
                <a:lnTo>
                  <a:pt x="73" y="491"/>
                </a:lnTo>
                <a:lnTo>
                  <a:pt x="65" y="482"/>
                </a:lnTo>
                <a:lnTo>
                  <a:pt x="58" y="473"/>
                </a:lnTo>
                <a:lnTo>
                  <a:pt x="51" y="464"/>
                </a:lnTo>
                <a:lnTo>
                  <a:pt x="44" y="455"/>
                </a:lnTo>
                <a:lnTo>
                  <a:pt x="38" y="446"/>
                </a:lnTo>
                <a:lnTo>
                  <a:pt x="33" y="437"/>
                </a:lnTo>
                <a:lnTo>
                  <a:pt x="27" y="428"/>
                </a:lnTo>
                <a:lnTo>
                  <a:pt x="23" y="418"/>
                </a:lnTo>
                <a:lnTo>
                  <a:pt x="18" y="409"/>
                </a:lnTo>
                <a:lnTo>
                  <a:pt x="14" y="399"/>
                </a:lnTo>
                <a:lnTo>
                  <a:pt x="11" y="389"/>
                </a:lnTo>
                <a:lnTo>
                  <a:pt x="8" y="379"/>
                </a:lnTo>
                <a:lnTo>
                  <a:pt x="5" y="370"/>
                </a:lnTo>
                <a:lnTo>
                  <a:pt x="3" y="360"/>
                </a:lnTo>
                <a:lnTo>
                  <a:pt x="2" y="350"/>
                </a:lnTo>
                <a:lnTo>
                  <a:pt x="1" y="340"/>
                </a:lnTo>
                <a:lnTo>
                  <a:pt x="0" y="330"/>
                </a:lnTo>
                <a:lnTo>
                  <a:pt x="0" y="320"/>
                </a:lnTo>
                <a:lnTo>
                  <a:pt x="0" y="310"/>
                </a:lnTo>
                <a:lnTo>
                  <a:pt x="1" y="300"/>
                </a:lnTo>
                <a:lnTo>
                  <a:pt x="2" y="290"/>
                </a:lnTo>
                <a:lnTo>
                  <a:pt x="3" y="280"/>
                </a:lnTo>
                <a:lnTo>
                  <a:pt x="5" y="270"/>
                </a:lnTo>
                <a:lnTo>
                  <a:pt x="8" y="260"/>
                </a:lnTo>
                <a:lnTo>
                  <a:pt x="11" y="250"/>
                </a:lnTo>
                <a:lnTo>
                  <a:pt x="14" y="240"/>
                </a:lnTo>
                <a:lnTo>
                  <a:pt x="18" y="231"/>
                </a:lnTo>
                <a:lnTo>
                  <a:pt x="23" y="221"/>
                </a:lnTo>
                <a:lnTo>
                  <a:pt x="27" y="212"/>
                </a:lnTo>
                <a:lnTo>
                  <a:pt x="33" y="202"/>
                </a:lnTo>
                <a:lnTo>
                  <a:pt x="38" y="193"/>
                </a:lnTo>
                <a:lnTo>
                  <a:pt x="44" y="184"/>
                </a:lnTo>
                <a:lnTo>
                  <a:pt x="51" y="175"/>
                </a:lnTo>
                <a:lnTo>
                  <a:pt x="58" y="166"/>
                </a:lnTo>
                <a:lnTo>
                  <a:pt x="65" y="157"/>
                </a:lnTo>
                <a:lnTo>
                  <a:pt x="73" y="149"/>
                </a:lnTo>
                <a:lnTo>
                  <a:pt x="81" y="140"/>
                </a:lnTo>
                <a:lnTo>
                  <a:pt x="89" y="132"/>
                </a:lnTo>
                <a:lnTo>
                  <a:pt x="98" y="124"/>
                </a:lnTo>
                <a:lnTo>
                  <a:pt x="107" y="116"/>
                </a:lnTo>
                <a:lnTo>
                  <a:pt x="117" y="109"/>
                </a:lnTo>
                <a:lnTo>
                  <a:pt x="127" y="101"/>
                </a:lnTo>
                <a:lnTo>
                  <a:pt x="137" y="93"/>
                </a:lnTo>
                <a:lnTo>
                  <a:pt x="148" y="86"/>
                </a:lnTo>
                <a:lnTo>
                  <a:pt x="158" y="79"/>
                </a:lnTo>
                <a:lnTo>
                  <a:pt x="170" y="73"/>
                </a:lnTo>
                <a:lnTo>
                  <a:pt x="181" y="67"/>
                </a:lnTo>
                <a:lnTo>
                  <a:pt x="193" y="61"/>
                </a:lnTo>
                <a:lnTo>
                  <a:pt x="205" y="55"/>
                </a:lnTo>
                <a:lnTo>
                  <a:pt x="217" y="49"/>
                </a:lnTo>
                <a:lnTo>
                  <a:pt x="230" y="44"/>
                </a:lnTo>
                <a:lnTo>
                  <a:pt x="243" y="39"/>
                </a:lnTo>
                <a:lnTo>
                  <a:pt x="256" y="35"/>
                </a:lnTo>
                <a:lnTo>
                  <a:pt x="269" y="30"/>
                </a:lnTo>
                <a:lnTo>
                  <a:pt x="282" y="26"/>
                </a:lnTo>
                <a:lnTo>
                  <a:pt x="296" y="22"/>
                </a:lnTo>
                <a:lnTo>
                  <a:pt x="310" y="19"/>
                </a:lnTo>
                <a:lnTo>
                  <a:pt x="323" y="15"/>
                </a:lnTo>
                <a:lnTo>
                  <a:pt x="338" y="12"/>
                </a:lnTo>
                <a:lnTo>
                  <a:pt x="352" y="10"/>
                </a:lnTo>
                <a:lnTo>
                  <a:pt x="366" y="7"/>
                </a:lnTo>
                <a:lnTo>
                  <a:pt x="380" y="5"/>
                </a:lnTo>
                <a:lnTo>
                  <a:pt x="395" y="4"/>
                </a:lnTo>
                <a:lnTo>
                  <a:pt x="410" y="2"/>
                </a:lnTo>
                <a:lnTo>
                  <a:pt x="424" y="1"/>
                </a:lnTo>
                <a:lnTo>
                  <a:pt x="439" y="0"/>
                </a:lnTo>
                <a:lnTo>
                  <a:pt x="454" y="0"/>
                </a:lnTo>
                <a:lnTo>
                  <a:pt x="468" y="0"/>
                </a:lnTo>
                <a:lnTo>
                  <a:pt x="483" y="0"/>
                </a:lnTo>
                <a:lnTo>
                  <a:pt x="498" y="0"/>
                </a:lnTo>
                <a:lnTo>
                  <a:pt x="512" y="1"/>
                </a:lnTo>
                <a:lnTo>
                  <a:pt x="527" y="2"/>
                </a:lnTo>
                <a:lnTo>
                  <a:pt x="542" y="4"/>
                </a:lnTo>
                <a:lnTo>
                  <a:pt x="556" y="5"/>
                </a:lnTo>
                <a:lnTo>
                  <a:pt x="570" y="7"/>
                </a:lnTo>
                <a:lnTo>
                  <a:pt x="585" y="10"/>
                </a:lnTo>
                <a:lnTo>
                  <a:pt x="599" y="12"/>
                </a:lnTo>
                <a:lnTo>
                  <a:pt x="613" y="15"/>
                </a:lnTo>
                <a:lnTo>
                  <a:pt x="627" y="19"/>
                </a:lnTo>
                <a:lnTo>
                  <a:pt x="641" y="22"/>
                </a:lnTo>
                <a:lnTo>
                  <a:pt x="654" y="26"/>
                </a:lnTo>
                <a:lnTo>
                  <a:pt x="668" y="30"/>
                </a:lnTo>
                <a:lnTo>
                  <a:pt x="681" y="35"/>
                </a:lnTo>
                <a:lnTo>
                  <a:pt x="694" y="39"/>
                </a:lnTo>
                <a:lnTo>
                  <a:pt x="707" y="44"/>
                </a:lnTo>
                <a:lnTo>
                  <a:pt x="719" y="49"/>
                </a:lnTo>
                <a:lnTo>
                  <a:pt x="733" y="55"/>
                </a:lnTo>
                <a:lnTo>
                  <a:pt x="745" y="61"/>
                </a:lnTo>
                <a:lnTo>
                  <a:pt x="756" y="67"/>
                </a:lnTo>
                <a:lnTo>
                  <a:pt x="768" y="73"/>
                </a:lnTo>
                <a:lnTo>
                  <a:pt x="779" y="79"/>
                </a:lnTo>
                <a:lnTo>
                  <a:pt x="790" y="86"/>
                </a:lnTo>
                <a:lnTo>
                  <a:pt x="801" y="93"/>
                </a:lnTo>
                <a:lnTo>
                  <a:pt x="811" y="101"/>
                </a:lnTo>
                <a:lnTo>
                  <a:pt x="821" y="109"/>
                </a:lnTo>
                <a:lnTo>
                  <a:pt x="830" y="116"/>
                </a:lnTo>
                <a:lnTo>
                  <a:pt x="839" y="124"/>
                </a:lnTo>
                <a:lnTo>
                  <a:pt x="848" y="132"/>
                </a:lnTo>
                <a:lnTo>
                  <a:pt x="857" y="140"/>
                </a:lnTo>
                <a:lnTo>
                  <a:pt x="865" y="149"/>
                </a:lnTo>
                <a:lnTo>
                  <a:pt x="873" y="157"/>
                </a:lnTo>
                <a:lnTo>
                  <a:pt x="880" y="166"/>
                </a:lnTo>
                <a:lnTo>
                  <a:pt x="887" y="175"/>
                </a:lnTo>
                <a:lnTo>
                  <a:pt x="893" y="184"/>
                </a:lnTo>
                <a:lnTo>
                  <a:pt x="899" y="193"/>
                </a:lnTo>
                <a:lnTo>
                  <a:pt x="905" y="202"/>
                </a:lnTo>
                <a:lnTo>
                  <a:pt x="910" y="212"/>
                </a:lnTo>
                <a:lnTo>
                  <a:pt x="915" y="221"/>
                </a:lnTo>
                <a:lnTo>
                  <a:pt x="919" y="231"/>
                </a:lnTo>
                <a:lnTo>
                  <a:pt x="923" y="240"/>
                </a:lnTo>
                <a:lnTo>
                  <a:pt x="927" y="250"/>
                </a:lnTo>
                <a:lnTo>
                  <a:pt x="929" y="260"/>
                </a:lnTo>
                <a:lnTo>
                  <a:pt x="932" y="270"/>
                </a:lnTo>
                <a:lnTo>
                  <a:pt x="934" y="280"/>
                </a:lnTo>
                <a:lnTo>
                  <a:pt x="936" y="290"/>
                </a:lnTo>
                <a:lnTo>
                  <a:pt x="937" y="300"/>
                </a:lnTo>
                <a:lnTo>
                  <a:pt x="938" y="310"/>
                </a:lnTo>
                <a:lnTo>
                  <a:pt x="938" y="320"/>
                </a:lnTo>
                <a:close/>
              </a:path>
            </a:pathLst>
          </a:custGeom>
          <a:solidFill>
            <a:srgbClr val="f0f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8" name=""/>
          <p:cNvSpPr/>
          <p:nvPr/>
        </p:nvSpPr>
        <p:spPr>
          <a:xfrm>
            <a:off x="3952080" y="2828160"/>
            <a:ext cx="348480" cy="237240"/>
          </a:xfrm>
          <a:custGeom>
            <a:avLst/>
            <a:gdLst/>
            <a:ahLst/>
            <a:rect l="0" t="0" r="r" b="b"/>
            <a:pathLst>
              <a:path w="968" h="659">
                <a:moveTo>
                  <a:pt x="953" y="329"/>
                </a:moveTo>
                <a:lnTo>
                  <a:pt x="953" y="319"/>
                </a:lnTo>
                <a:lnTo>
                  <a:pt x="952" y="309"/>
                </a:lnTo>
                <a:lnTo>
                  <a:pt x="951" y="299"/>
                </a:lnTo>
                <a:lnTo>
                  <a:pt x="949" y="289"/>
                </a:lnTo>
                <a:lnTo>
                  <a:pt x="947" y="279"/>
                </a:lnTo>
                <a:lnTo>
                  <a:pt x="944" y="269"/>
                </a:lnTo>
                <a:lnTo>
                  <a:pt x="942" y="259"/>
                </a:lnTo>
                <a:lnTo>
                  <a:pt x="938" y="249"/>
                </a:lnTo>
                <a:lnTo>
                  <a:pt x="934" y="240"/>
                </a:lnTo>
                <a:lnTo>
                  <a:pt x="930" y="230"/>
                </a:lnTo>
                <a:lnTo>
                  <a:pt x="925" y="221"/>
                </a:lnTo>
                <a:lnTo>
                  <a:pt x="920" y="211"/>
                </a:lnTo>
                <a:lnTo>
                  <a:pt x="914" y="202"/>
                </a:lnTo>
                <a:lnTo>
                  <a:pt x="908" y="193"/>
                </a:lnTo>
                <a:lnTo>
                  <a:pt x="902" y="184"/>
                </a:lnTo>
                <a:lnTo>
                  <a:pt x="895" y="175"/>
                </a:lnTo>
                <a:lnTo>
                  <a:pt x="888" y="166"/>
                </a:lnTo>
                <a:lnTo>
                  <a:pt x="880" y="158"/>
                </a:lnTo>
                <a:lnTo>
                  <a:pt x="872" y="149"/>
                </a:lnTo>
                <a:lnTo>
                  <a:pt x="863" y="141"/>
                </a:lnTo>
                <a:lnTo>
                  <a:pt x="854" y="133"/>
                </a:lnTo>
                <a:lnTo>
                  <a:pt x="845" y="125"/>
                </a:lnTo>
                <a:lnTo>
                  <a:pt x="836" y="118"/>
                </a:lnTo>
                <a:lnTo>
                  <a:pt x="826" y="110"/>
                </a:lnTo>
                <a:lnTo>
                  <a:pt x="816" y="103"/>
                </a:lnTo>
                <a:lnTo>
                  <a:pt x="805" y="96"/>
                </a:lnTo>
                <a:lnTo>
                  <a:pt x="794" y="89"/>
                </a:lnTo>
                <a:lnTo>
                  <a:pt x="783" y="83"/>
                </a:lnTo>
                <a:lnTo>
                  <a:pt x="771" y="77"/>
                </a:lnTo>
                <a:lnTo>
                  <a:pt x="760" y="71"/>
                </a:lnTo>
                <a:lnTo>
                  <a:pt x="748" y="65"/>
                </a:lnTo>
                <a:lnTo>
                  <a:pt x="735" y="59"/>
                </a:lnTo>
                <a:lnTo>
                  <a:pt x="723" y="54"/>
                </a:lnTo>
                <a:lnTo>
                  <a:pt x="710" y="49"/>
                </a:lnTo>
                <a:lnTo>
                  <a:pt x="697" y="45"/>
                </a:lnTo>
                <a:lnTo>
                  <a:pt x="684" y="40"/>
                </a:lnTo>
                <a:lnTo>
                  <a:pt x="670" y="36"/>
                </a:lnTo>
                <a:lnTo>
                  <a:pt x="657" y="32"/>
                </a:lnTo>
                <a:lnTo>
                  <a:pt x="643" y="29"/>
                </a:lnTo>
                <a:lnTo>
                  <a:pt x="629" y="25"/>
                </a:lnTo>
                <a:lnTo>
                  <a:pt x="615" y="22"/>
                </a:lnTo>
                <a:lnTo>
                  <a:pt x="601" y="20"/>
                </a:lnTo>
                <a:lnTo>
                  <a:pt x="586" y="17"/>
                </a:lnTo>
                <a:lnTo>
                  <a:pt x="572" y="15"/>
                </a:lnTo>
                <a:lnTo>
                  <a:pt x="558" y="14"/>
                </a:lnTo>
                <a:lnTo>
                  <a:pt x="543" y="12"/>
                </a:lnTo>
                <a:lnTo>
                  <a:pt x="528" y="11"/>
                </a:lnTo>
                <a:lnTo>
                  <a:pt x="514" y="10"/>
                </a:lnTo>
                <a:lnTo>
                  <a:pt x="499" y="10"/>
                </a:lnTo>
                <a:lnTo>
                  <a:pt x="484" y="10"/>
                </a:lnTo>
                <a:lnTo>
                  <a:pt x="470" y="10"/>
                </a:lnTo>
                <a:lnTo>
                  <a:pt x="455" y="10"/>
                </a:lnTo>
                <a:lnTo>
                  <a:pt x="440" y="11"/>
                </a:lnTo>
                <a:lnTo>
                  <a:pt x="426" y="12"/>
                </a:lnTo>
                <a:lnTo>
                  <a:pt x="411" y="14"/>
                </a:lnTo>
                <a:lnTo>
                  <a:pt x="396" y="15"/>
                </a:lnTo>
                <a:lnTo>
                  <a:pt x="382" y="17"/>
                </a:lnTo>
                <a:lnTo>
                  <a:pt x="368" y="20"/>
                </a:lnTo>
                <a:lnTo>
                  <a:pt x="354" y="22"/>
                </a:lnTo>
                <a:lnTo>
                  <a:pt x="339" y="25"/>
                </a:lnTo>
                <a:lnTo>
                  <a:pt x="326" y="29"/>
                </a:lnTo>
                <a:lnTo>
                  <a:pt x="312" y="32"/>
                </a:lnTo>
                <a:lnTo>
                  <a:pt x="298" y="36"/>
                </a:lnTo>
                <a:lnTo>
                  <a:pt x="285" y="40"/>
                </a:lnTo>
                <a:lnTo>
                  <a:pt x="272" y="45"/>
                </a:lnTo>
                <a:lnTo>
                  <a:pt x="259" y="49"/>
                </a:lnTo>
                <a:lnTo>
                  <a:pt x="246" y="54"/>
                </a:lnTo>
                <a:lnTo>
                  <a:pt x="233" y="59"/>
                </a:lnTo>
                <a:lnTo>
                  <a:pt x="221" y="65"/>
                </a:lnTo>
                <a:lnTo>
                  <a:pt x="209" y="71"/>
                </a:lnTo>
                <a:lnTo>
                  <a:pt x="197" y="77"/>
                </a:lnTo>
                <a:lnTo>
                  <a:pt x="186" y="83"/>
                </a:lnTo>
                <a:lnTo>
                  <a:pt x="174" y="89"/>
                </a:lnTo>
                <a:lnTo>
                  <a:pt x="164" y="96"/>
                </a:lnTo>
                <a:lnTo>
                  <a:pt x="153" y="103"/>
                </a:lnTo>
                <a:lnTo>
                  <a:pt x="142" y="110"/>
                </a:lnTo>
                <a:lnTo>
                  <a:pt x="132" y="118"/>
                </a:lnTo>
                <a:lnTo>
                  <a:pt x="122" y="125"/>
                </a:lnTo>
                <a:lnTo>
                  <a:pt x="113" y="133"/>
                </a:lnTo>
                <a:lnTo>
                  <a:pt x="104" y="141"/>
                </a:lnTo>
                <a:lnTo>
                  <a:pt x="96" y="149"/>
                </a:lnTo>
                <a:lnTo>
                  <a:pt x="88" y="158"/>
                </a:lnTo>
                <a:lnTo>
                  <a:pt x="80" y="166"/>
                </a:lnTo>
                <a:lnTo>
                  <a:pt x="73" y="175"/>
                </a:lnTo>
                <a:lnTo>
                  <a:pt x="66" y="184"/>
                </a:lnTo>
                <a:lnTo>
                  <a:pt x="59" y="193"/>
                </a:lnTo>
                <a:lnTo>
                  <a:pt x="53" y="202"/>
                </a:lnTo>
                <a:lnTo>
                  <a:pt x="48" y="211"/>
                </a:lnTo>
                <a:lnTo>
                  <a:pt x="42" y="221"/>
                </a:lnTo>
                <a:lnTo>
                  <a:pt x="38" y="230"/>
                </a:lnTo>
                <a:lnTo>
                  <a:pt x="33" y="240"/>
                </a:lnTo>
                <a:lnTo>
                  <a:pt x="29" y="249"/>
                </a:lnTo>
                <a:lnTo>
                  <a:pt x="26" y="259"/>
                </a:lnTo>
                <a:lnTo>
                  <a:pt x="23" y="269"/>
                </a:lnTo>
                <a:lnTo>
                  <a:pt x="20" y="279"/>
                </a:lnTo>
                <a:lnTo>
                  <a:pt x="18" y="289"/>
                </a:lnTo>
                <a:lnTo>
                  <a:pt x="17" y="299"/>
                </a:lnTo>
                <a:lnTo>
                  <a:pt x="16" y="309"/>
                </a:lnTo>
                <a:lnTo>
                  <a:pt x="15" y="319"/>
                </a:lnTo>
                <a:lnTo>
                  <a:pt x="15" y="329"/>
                </a:lnTo>
                <a:lnTo>
                  <a:pt x="15" y="339"/>
                </a:lnTo>
                <a:lnTo>
                  <a:pt x="16" y="349"/>
                </a:lnTo>
                <a:lnTo>
                  <a:pt x="17" y="359"/>
                </a:lnTo>
                <a:lnTo>
                  <a:pt x="18" y="370"/>
                </a:lnTo>
                <a:lnTo>
                  <a:pt x="20" y="380"/>
                </a:lnTo>
                <a:lnTo>
                  <a:pt x="23" y="389"/>
                </a:lnTo>
                <a:lnTo>
                  <a:pt x="26" y="399"/>
                </a:lnTo>
                <a:lnTo>
                  <a:pt x="29" y="409"/>
                </a:lnTo>
                <a:lnTo>
                  <a:pt x="33" y="419"/>
                </a:lnTo>
                <a:lnTo>
                  <a:pt x="38" y="428"/>
                </a:lnTo>
                <a:lnTo>
                  <a:pt x="42" y="438"/>
                </a:lnTo>
                <a:lnTo>
                  <a:pt x="48" y="447"/>
                </a:lnTo>
                <a:lnTo>
                  <a:pt x="53" y="456"/>
                </a:lnTo>
                <a:lnTo>
                  <a:pt x="59" y="465"/>
                </a:lnTo>
                <a:lnTo>
                  <a:pt x="66" y="474"/>
                </a:lnTo>
                <a:lnTo>
                  <a:pt x="73" y="483"/>
                </a:lnTo>
                <a:lnTo>
                  <a:pt x="80" y="492"/>
                </a:lnTo>
                <a:lnTo>
                  <a:pt x="88" y="501"/>
                </a:lnTo>
                <a:lnTo>
                  <a:pt x="96" y="509"/>
                </a:lnTo>
                <a:lnTo>
                  <a:pt x="104" y="517"/>
                </a:lnTo>
                <a:lnTo>
                  <a:pt x="113" y="525"/>
                </a:lnTo>
                <a:lnTo>
                  <a:pt x="122" y="533"/>
                </a:lnTo>
                <a:lnTo>
                  <a:pt x="132" y="541"/>
                </a:lnTo>
                <a:lnTo>
                  <a:pt x="142" y="548"/>
                </a:lnTo>
                <a:lnTo>
                  <a:pt x="153" y="555"/>
                </a:lnTo>
                <a:lnTo>
                  <a:pt x="164" y="562"/>
                </a:lnTo>
                <a:lnTo>
                  <a:pt x="174" y="569"/>
                </a:lnTo>
                <a:lnTo>
                  <a:pt x="186" y="575"/>
                </a:lnTo>
                <a:lnTo>
                  <a:pt x="197" y="582"/>
                </a:lnTo>
                <a:lnTo>
                  <a:pt x="209" y="588"/>
                </a:lnTo>
                <a:lnTo>
                  <a:pt x="221" y="593"/>
                </a:lnTo>
                <a:lnTo>
                  <a:pt x="233" y="599"/>
                </a:lnTo>
                <a:lnTo>
                  <a:pt x="246" y="604"/>
                </a:lnTo>
                <a:lnTo>
                  <a:pt x="259" y="609"/>
                </a:lnTo>
                <a:lnTo>
                  <a:pt x="272" y="614"/>
                </a:lnTo>
                <a:lnTo>
                  <a:pt x="285" y="618"/>
                </a:lnTo>
                <a:lnTo>
                  <a:pt x="298" y="622"/>
                </a:lnTo>
                <a:lnTo>
                  <a:pt x="312" y="626"/>
                </a:lnTo>
                <a:lnTo>
                  <a:pt x="326" y="630"/>
                </a:lnTo>
                <a:lnTo>
                  <a:pt x="339" y="633"/>
                </a:lnTo>
                <a:lnTo>
                  <a:pt x="354" y="636"/>
                </a:lnTo>
                <a:lnTo>
                  <a:pt x="368" y="638"/>
                </a:lnTo>
                <a:lnTo>
                  <a:pt x="382" y="641"/>
                </a:lnTo>
                <a:lnTo>
                  <a:pt x="396" y="643"/>
                </a:lnTo>
                <a:lnTo>
                  <a:pt x="411" y="645"/>
                </a:lnTo>
                <a:lnTo>
                  <a:pt x="426" y="646"/>
                </a:lnTo>
                <a:lnTo>
                  <a:pt x="440" y="647"/>
                </a:lnTo>
                <a:lnTo>
                  <a:pt x="455" y="648"/>
                </a:lnTo>
                <a:lnTo>
                  <a:pt x="470" y="648"/>
                </a:lnTo>
                <a:lnTo>
                  <a:pt x="484" y="649"/>
                </a:lnTo>
                <a:lnTo>
                  <a:pt x="499" y="648"/>
                </a:lnTo>
                <a:lnTo>
                  <a:pt x="514" y="648"/>
                </a:lnTo>
                <a:lnTo>
                  <a:pt x="528" y="647"/>
                </a:lnTo>
                <a:lnTo>
                  <a:pt x="543" y="646"/>
                </a:lnTo>
                <a:lnTo>
                  <a:pt x="558" y="645"/>
                </a:lnTo>
                <a:lnTo>
                  <a:pt x="572" y="643"/>
                </a:lnTo>
                <a:lnTo>
                  <a:pt x="586" y="641"/>
                </a:lnTo>
                <a:lnTo>
                  <a:pt x="601" y="638"/>
                </a:lnTo>
                <a:lnTo>
                  <a:pt x="615" y="636"/>
                </a:lnTo>
                <a:lnTo>
                  <a:pt x="629" y="633"/>
                </a:lnTo>
                <a:lnTo>
                  <a:pt x="643" y="630"/>
                </a:lnTo>
                <a:lnTo>
                  <a:pt x="657" y="626"/>
                </a:lnTo>
                <a:lnTo>
                  <a:pt x="670" y="622"/>
                </a:lnTo>
                <a:lnTo>
                  <a:pt x="684" y="618"/>
                </a:lnTo>
                <a:lnTo>
                  <a:pt x="697" y="614"/>
                </a:lnTo>
                <a:lnTo>
                  <a:pt x="710" y="609"/>
                </a:lnTo>
                <a:lnTo>
                  <a:pt x="723" y="604"/>
                </a:lnTo>
                <a:lnTo>
                  <a:pt x="735" y="599"/>
                </a:lnTo>
                <a:lnTo>
                  <a:pt x="748" y="593"/>
                </a:lnTo>
                <a:lnTo>
                  <a:pt x="760" y="588"/>
                </a:lnTo>
                <a:lnTo>
                  <a:pt x="771" y="582"/>
                </a:lnTo>
                <a:lnTo>
                  <a:pt x="783" y="575"/>
                </a:lnTo>
                <a:lnTo>
                  <a:pt x="794" y="569"/>
                </a:lnTo>
                <a:lnTo>
                  <a:pt x="805" y="562"/>
                </a:lnTo>
                <a:lnTo>
                  <a:pt x="816" y="555"/>
                </a:lnTo>
                <a:lnTo>
                  <a:pt x="826" y="548"/>
                </a:lnTo>
                <a:lnTo>
                  <a:pt x="836" y="541"/>
                </a:lnTo>
                <a:lnTo>
                  <a:pt x="845" y="533"/>
                </a:lnTo>
                <a:lnTo>
                  <a:pt x="854" y="525"/>
                </a:lnTo>
                <a:lnTo>
                  <a:pt x="863" y="517"/>
                </a:lnTo>
                <a:lnTo>
                  <a:pt x="872" y="509"/>
                </a:lnTo>
                <a:lnTo>
                  <a:pt x="880" y="501"/>
                </a:lnTo>
                <a:lnTo>
                  <a:pt x="888" y="492"/>
                </a:lnTo>
                <a:lnTo>
                  <a:pt x="895" y="483"/>
                </a:lnTo>
                <a:lnTo>
                  <a:pt x="902" y="474"/>
                </a:lnTo>
                <a:lnTo>
                  <a:pt x="908" y="465"/>
                </a:lnTo>
                <a:lnTo>
                  <a:pt x="914" y="456"/>
                </a:lnTo>
                <a:lnTo>
                  <a:pt x="920" y="447"/>
                </a:lnTo>
                <a:lnTo>
                  <a:pt x="925" y="438"/>
                </a:lnTo>
                <a:lnTo>
                  <a:pt x="930" y="428"/>
                </a:lnTo>
                <a:lnTo>
                  <a:pt x="934" y="419"/>
                </a:lnTo>
                <a:lnTo>
                  <a:pt x="938" y="409"/>
                </a:lnTo>
                <a:lnTo>
                  <a:pt x="942" y="399"/>
                </a:lnTo>
                <a:lnTo>
                  <a:pt x="944" y="389"/>
                </a:lnTo>
                <a:lnTo>
                  <a:pt x="947" y="380"/>
                </a:lnTo>
                <a:lnTo>
                  <a:pt x="949" y="370"/>
                </a:lnTo>
                <a:lnTo>
                  <a:pt x="951" y="359"/>
                </a:lnTo>
                <a:lnTo>
                  <a:pt x="952" y="349"/>
                </a:lnTo>
                <a:lnTo>
                  <a:pt x="953" y="339"/>
                </a:lnTo>
                <a:lnTo>
                  <a:pt x="953" y="329"/>
                </a:lnTo>
                <a:moveTo>
                  <a:pt x="968" y="329"/>
                </a:moveTo>
                <a:lnTo>
                  <a:pt x="968" y="339"/>
                </a:lnTo>
                <a:lnTo>
                  <a:pt x="967" y="349"/>
                </a:lnTo>
                <a:lnTo>
                  <a:pt x="966" y="360"/>
                </a:lnTo>
                <a:lnTo>
                  <a:pt x="964" y="371"/>
                </a:lnTo>
                <a:lnTo>
                  <a:pt x="962" y="381"/>
                </a:lnTo>
                <a:lnTo>
                  <a:pt x="959" y="391"/>
                </a:lnTo>
                <a:lnTo>
                  <a:pt x="956" y="401"/>
                </a:lnTo>
                <a:lnTo>
                  <a:pt x="953" y="412"/>
                </a:lnTo>
                <a:lnTo>
                  <a:pt x="949" y="421"/>
                </a:lnTo>
                <a:lnTo>
                  <a:pt x="944" y="431"/>
                </a:lnTo>
                <a:lnTo>
                  <a:pt x="939" y="441"/>
                </a:lnTo>
                <a:lnTo>
                  <a:pt x="934" y="451"/>
                </a:lnTo>
                <a:lnTo>
                  <a:pt x="928" y="460"/>
                </a:lnTo>
                <a:lnTo>
                  <a:pt x="922" y="470"/>
                </a:lnTo>
                <a:lnTo>
                  <a:pt x="915" y="479"/>
                </a:lnTo>
                <a:lnTo>
                  <a:pt x="908" y="488"/>
                </a:lnTo>
                <a:lnTo>
                  <a:pt x="901" y="497"/>
                </a:lnTo>
                <a:lnTo>
                  <a:pt x="893" y="506"/>
                </a:lnTo>
                <a:lnTo>
                  <a:pt x="884" y="515"/>
                </a:lnTo>
                <a:lnTo>
                  <a:pt x="876" y="523"/>
                </a:lnTo>
                <a:lnTo>
                  <a:pt x="866" y="531"/>
                </a:lnTo>
                <a:lnTo>
                  <a:pt x="857" y="539"/>
                </a:lnTo>
                <a:lnTo>
                  <a:pt x="847" y="547"/>
                </a:lnTo>
                <a:lnTo>
                  <a:pt x="837" y="555"/>
                </a:lnTo>
                <a:lnTo>
                  <a:pt x="826" y="562"/>
                </a:lnTo>
                <a:lnTo>
                  <a:pt x="815" y="570"/>
                </a:lnTo>
                <a:lnTo>
                  <a:pt x="804" y="577"/>
                </a:lnTo>
                <a:lnTo>
                  <a:pt x="793" y="583"/>
                </a:lnTo>
                <a:lnTo>
                  <a:pt x="781" y="590"/>
                </a:lnTo>
                <a:lnTo>
                  <a:pt x="769" y="596"/>
                </a:lnTo>
                <a:lnTo>
                  <a:pt x="756" y="602"/>
                </a:lnTo>
                <a:lnTo>
                  <a:pt x="743" y="608"/>
                </a:lnTo>
                <a:lnTo>
                  <a:pt x="730" y="613"/>
                </a:lnTo>
                <a:lnTo>
                  <a:pt x="717" y="618"/>
                </a:lnTo>
                <a:lnTo>
                  <a:pt x="704" y="623"/>
                </a:lnTo>
                <a:lnTo>
                  <a:pt x="690" y="627"/>
                </a:lnTo>
                <a:lnTo>
                  <a:pt x="676" y="632"/>
                </a:lnTo>
                <a:lnTo>
                  <a:pt x="662" y="636"/>
                </a:lnTo>
                <a:lnTo>
                  <a:pt x="648" y="639"/>
                </a:lnTo>
                <a:lnTo>
                  <a:pt x="634" y="643"/>
                </a:lnTo>
                <a:lnTo>
                  <a:pt x="619" y="646"/>
                </a:lnTo>
                <a:lnTo>
                  <a:pt x="605" y="648"/>
                </a:lnTo>
                <a:lnTo>
                  <a:pt x="590" y="651"/>
                </a:lnTo>
                <a:lnTo>
                  <a:pt x="575" y="653"/>
                </a:lnTo>
                <a:lnTo>
                  <a:pt x="560" y="655"/>
                </a:lnTo>
                <a:lnTo>
                  <a:pt x="545" y="656"/>
                </a:lnTo>
                <a:lnTo>
                  <a:pt x="530" y="657"/>
                </a:lnTo>
                <a:lnTo>
                  <a:pt x="515" y="658"/>
                </a:lnTo>
                <a:lnTo>
                  <a:pt x="499" y="659"/>
                </a:lnTo>
                <a:lnTo>
                  <a:pt x="484" y="659"/>
                </a:lnTo>
                <a:lnTo>
                  <a:pt x="469" y="659"/>
                </a:lnTo>
                <a:lnTo>
                  <a:pt x="454" y="658"/>
                </a:lnTo>
                <a:lnTo>
                  <a:pt x="439" y="657"/>
                </a:lnTo>
                <a:lnTo>
                  <a:pt x="424" y="656"/>
                </a:lnTo>
                <a:lnTo>
                  <a:pt x="409" y="655"/>
                </a:lnTo>
                <a:lnTo>
                  <a:pt x="394" y="653"/>
                </a:lnTo>
                <a:lnTo>
                  <a:pt x="379" y="651"/>
                </a:lnTo>
                <a:lnTo>
                  <a:pt x="364" y="648"/>
                </a:lnTo>
                <a:lnTo>
                  <a:pt x="349" y="646"/>
                </a:lnTo>
                <a:lnTo>
                  <a:pt x="335" y="643"/>
                </a:lnTo>
                <a:lnTo>
                  <a:pt x="320" y="639"/>
                </a:lnTo>
                <a:lnTo>
                  <a:pt x="306" y="636"/>
                </a:lnTo>
                <a:lnTo>
                  <a:pt x="292" y="632"/>
                </a:lnTo>
                <a:lnTo>
                  <a:pt x="278" y="627"/>
                </a:lnTo>
                <a:lnTo>
                  <a:pt x="265" y="623"/>
                </a:lnTo>
                <a:lnTo>
                  <a:pt x="251" y="618"/>
                </a:lnTo>
                <a:lnTo>
                  <a:pt x="238" y="613"/>
                </a:lnTo>
                <a:lnTo>
                  <a:pt x="225" y="608"/>
                </a:lnTo>
                <a:lnTo>
                  <a:pt x="212" y="602"/>
                </a:lnTo>
                <a:lnTo>
                  <a:pt x="200" y="596"/>
                </a:lnTo>
                <a:lnTo>
                  <a:pt x="188" y="590"/>
                </a:lnTo>
                <a:lnTo>
                  <a:pt x="176" y="583"/>
                </a:lnTo>
                <a:lnTo>
                  <a:pt x="164" y="577"/>
                </a:lnTo>
                <a:lnTo>
                  <a:pt x="153" y="570"/>
                </a:lnTo>
                <a:lnTo>
                  <a:pt x="141" y="562"/>
                </a:lnTo>
                <a:lnTo>
                  <a:pt x="131" y="555"/>
                </a:lnTo>
                <a:lnTo>
                  <a:pt x="120" y="547"/>
                </a:lnTo>
                <a:lnTo>
                  <a:pt x="111" y="539"/>
                </a:lnTo>
                <a:lnTo>
                  <a:pt x="101" y="531"/>
                </a:lnTo>
                <a:lnTo>
                  <a:pt x="92" y="523"/>
                </a:lnTo>
                <a:lnTo>
                  <a:pt x="83" y="515"/>
                </a:lnTo>
                <a:lnTo>
                  <a:pt x="75" y="506"/>
                </a:lnTo>
                <a:lnTo>
                  <a:pt x="67" y="497"/>
                </a:lnTo>
                <a:lnTo>
                  <a:pt x="59" y="488"/>
                </a:lnTo>
                <a:lnTo>
                  <a:pt x="52" y="479"/>
                </a:lnTo>
                <a:lnTo>
                  <a:pt x="46" y="470"/>
                </a:lnTo>
                <a:lnTo>
                  <a:pt x="39" y="460"/>
                </a:lnTo>
                <a:lnTo>
                  <a:pt x="34" y="451"/>
                </a:lnTo>
                <a:lnTo>
                  <a:pt x="28" y="441"/>
                </a:lnTo>
                <a:lnTo>
                  <a:pt x="23" y="431"/>
                </a:lnTo>
                <a:lnTo>
                  <a:pt x="19" y="421"/>
                </a:lnTo>
                <a:lnTo>
                  <a:pt x="15" y="412"/>
                </a:lnTo>
                <a:lnTo>
                  <a:pt x="11" y="401"/>
                </a:lnTo>
                <a:lnTo>
                  <a:pt x="8" y="391"/>
                </a:lnTo>
                <a:lnTo>
                  <a:pt x="6" y="381"/>
                </a:lnTo>
                <a:lnTo>
                  <a:pt x="3" y="371"/>
                </a:lnTo>
                <a:lnTo>
                  <a:pt x="2" y="360"/>
                </a:lnTo>
                <a:lnTo>
                  <a:pt x="1" y="349"/>
                </a:lnTo>
                <a:lnTo>
                  <a:pt x="0" y="339"/>
                </a:lnTo>
                <a:lnTo>
                  <a:pt x="0" y="329"/>
                </a:lnTo>
                <a:lnTo>
                  <a:pt x="0" y="318"/>
                </a:lnTo>
                <a:lnTo>
                  <a:pt x="1" y="308"/>
                </a:lnTo>
                <a:lnTo>
                  <a:pt x="2" y="298"/>
                </a:lnTo>
                <a:lnTo>
                  <a:pt x="3" y="287"/>
                </a:lnTo>
                <a:lnTo>
                  <a:pt x="6" y="277"/>
                </a:lnTo>
                <a:lnTo>
                  <a:pt x="8" y="267"/>
                </a:lnTo>
                <a:lnTo>
                  <a:pt x="11" y="257"/>
                </a:lnTo>
                <a:lnTo>
                  <a:pt x="15" y="247"/>
                </a:lnTo>
                <a:lnTo>
                  <a:pt x="19" y="237"/>
                </a:lnTo>
                <a:lnTo>
                  <a:pt x="23" y="227"/>
                </a:lnTo>
                <a:lnTo>
                  <a:pt x="28" y="217"/>
                </a:lnTo>
                <a:lnTo>
                  <a:pt x="34" y="207"/>
                </a:lnTo>
                <a:lnTo>
                  <a:pt x="39" y="198"/>
                </a:lnTo>
                <a:lnTo>
                  <a:pt x="46" y="189"/>
                </a:lnTo>
                <a:lnTo>
                  <a:pt x="52" y="179"/>
                </a:lnTo>
                <a:lnTo>
                  <a:pt x="59" y="170"/>
                </a:lnTo>
                <a:lnTo>
                  <a:pt x="67" y="161"/>
                </a:lnTo>
                <a:lnTo>
                  <a:pt x="75" y="152"/>
                </a:lnTo>
                <a:lnTo>
                  <a:pt x="83" y="144"/>
                </a:lnTo>
                <a:lnTo>
                  <a:pt x="92" y="135"/>
                </a:lnTo>
                <a:lnTo>
                  <a:pt x="101" y="127"/>
                </a:lnTo>
                <a:lnTo>
                  <a:pt x="111" y="119"/>
                </a:lnTo>
                <a:lnTo>
                  <a:pt x="120" y="111"/>
                </a:lnTo>
                <a:lnTo>
                  <a:pt x="131" y="103"/>
                </a:lnTo>
                <a:lnTo>
                  <a:pt x="141" y="96"/>
                </a:lnTo>
                <a:lnTo>
                  <a:pt x="153" y="89"/>
                </a:lnTo>
                <a:lnTo>
                  <a:pt x="164" y="82"/>
                </a:lnTo>
                <a:lnTo>
                  <a:pt x="176" y="75"/>
                </a:lnTo>
                <a:lnTo>
                  <a:pt x="188" y="69"/>
                </a:lnTo>
                <a:lnTo>
                  <a:pt x="200" y="62"/>
                </a:lnTo>
                <a:lnTo>
                  <a:pt x="212" y="56"/>
                </a:lnTo>
                <a:lnTo>
                  <a:pt x="225" y="51"/>
                </a:lnTo>
                <a:lnTo>
                  <a:pt x="238" y="45"/>
                </a:lnTo>
                <a:lnTo>
                  <a:pt x="251" y="40"/>
                </a:lnTo>
                <a:lnTo>
                  <a:pt x="265" y="35"/>
                </a:lnTo>
                <a:lnTo>
                  <a:pt x="278" y="31"/>
                </a:lnTo>
                <a:lnTo>
                  <a:pt x="292" y="27"/>
                </a:lnTo>
                <a:lnTo>
                  <a:pt x="306" y="23"/>
                </a:lnTo>
                <a:lnTo>
                  <a:pt x="320" y="19"/>
                </a:lnTo>
                <a:lnTo>
                  <a:pt x="335" y="16"/>
                </a:lnTo>
                <a:lnTo>
                  <a:pt x="349" y="13"/>
                </a:lnTo>
                <a:lnTo>
                  <a:pt x="364" y="10"/>
                </a:lnTo>
                <a:lnTo>
                  <a:pt x="379" y="7"/>
                </a:lnTo>
                <a:lnTo>
                  <a:pt x="394" y="5"/>
                </a:lnTo>
                <a:lnTo>
                  <a:pt x="409" y="4"/>
                </a:lnTo>
                <a:lnTo>
                  <a:pt x="424" y="2"/>
                </a:lnTo>
                <a:lnTo>
                  <a:pt x="439" y="1"/>
                </a:lnTo>
                <a:lnTo>
                  <a:pt x="454" y="0"/>
                </a:lnTo>
                <a:lnTo>
                  <a:pt x="469" y="0"/>
                </a:lnTo>
                <a:lnTo>
                  <a:pt x="484" y="0"/>
                </a:lnTo>
                <a:lnTo>
                  <a:pt x="499" y="0"/>
                </a:lnTo>
                <a:lnTo>
                  <a:pt x="515" y="0"/>
                </a:lnTo>
                <a:lnTo>
                  <a:pt x="530" y="1"/>
                </a:lnTo>
                <a:lnTo>
                  <a:pt x="545" y="2"/>
                </a:lnTo>
                <a:lnTo>
                  <a:pt x="560" y="4"/>
                </a:lnTo>
                <a:lnTo>
                  <a:pt x="575" y="5"/>
                </a:lnTo>
                <a:lnTo>
                  <a:pt x="590" y="7"/>
                </a:lnTo>
                <a:lnTo>
                  <a:pt x="605" y="10"/>
                </a:lnTo>
                <a:lnTo>
                  <a:pt x="619" y="13"/>
                </a:lnTo>
                <a:lnTo>
                  <a:pt x="634" y="16"/>
                </a:lnTo>
                <a:lnTo>
                  <a:pt x="648" y="19"/>
                </a:lnTo>
                <a:lnTo>
                  <a:pt x="662" y="23"/>
                </a:lnTo>
                <a:lnTo>
                  <a:pt x="676" y="27"/>
                </a:lnTo>
                <a:lnTo>
                  <a:pt x="690" y="31"/>
                </a:lnTo>
                <a:lnTo>
                  <a:pt x="704" y="35"/>
                </a:lnTo>
                <a:lnTo>
                  <a:pt x="717" y="40"/>
                </a:lnTo>
                <a:lnTo>
                  <a:pt x="730" y="45"/>
                </a:lnTo>
                <a:lnTo>
                  <a:pt x="743" y="51"/>
                </a:lnTo>
                <a:lnTo>
                  <a:pt x="756" y="56"/>
                </a:lnTo>
                <a:lnTo>
                  <a:pt x="769" y="62"/>
                </a:lnTo>
                <a:lnTo>
                  <a:pt x="781" y="69"/>
                </a:lnTo>
                <a:lnTo>
                  <a:pt x="793" y="75"/>
                </a:lnTo>
                <a:lnTo>
                  <a:pt x="804" y="82"/>
                </a:lnTo>
                <a:lnTo>
                  <a:pt x="815" y="89"/>
                </a:lnTo>
                <a:lnTo>
                  <a:pt x="826" y="96"/>
                </a:lnTo>
                <a:lnTo>
                  <a:pt x="837" y="103"/>
                </a:lnTo>
                <a:lnTo>
                  <a:pt x="847" y="111"/>
                </a:lnTo>
                <a:lnTo>
                  <a:pt x="857" y="119"/>
                </a:lnTo>
                <a:lnTo>
                  <a:pt x="866" y="127"/>
                </a:lnTo>
                <a:lnTo>
                  <a:pt x="876" y="135"/>
                </a:lnTo>
                <a:lnTo>
                  <a:pt x="884" y="144"/>
                </a:lnTo>
                <a:lnTo>
                  <a:pt x="893" y="152"/>
                </a:lnTo>
                <a:lnTo>
                  <a:pt x="901" y="161"/>
                </a:lnTo>
                <a:lnTo>
                  <a:pt x="908" y="170"/>
                </a:lnTo>
                <a:lnTo>
                  <a:pt x="915" y="179"/>
                </a:lnTo>
                <a:lnTo>
                  <a:pt x="922" y="189"/>
                </a:lnTo>
                <a:lnTo>
                  <a:pt x="928" y="198"/>
                </a:lnTo>
                <a:lnTo>
                  <a:pt x="934" y="207"/>
                </a:lnTo>
                <a:lnTo>
                  <a:pt x="939" y="217"/>
                </a:lnTo>
                <a:lnTo>
                  <a:pt x="944" y="227"/>
                </a:lnTo>
                <a:lnTo>
                  <a:pt x="949" y="237"/>
                </a:lnTo>
                <a:lnTo>
                  <a:pt x="953" y="247"/>
                </a:lnTo>
                <a:lnTo>
                  <a:pt x="956" y="257"/>
                </a:lnTo>
                <a:lnTo>
                  <a:pt x="959" y="267"/>
                </a:lnTo>
                <a:lnTo>
                  <a:pt x="962" y="277"/>
                </a:lnTo>
                <a:lnTo>
                  <a:pt x="964" y="287"/>
                </a:lnTo>
                <a:lnTo>
                  <a:pt x="966" y="298"/>
                </a:lnTo>
                <a:lnTo>
                  <a:pt x="967" y="308"/>
                </a:lnTo>
                <a:lnTo>
                  <a:pt x="968" y="318"/>
                </a:lnTo>
                <a:lnTo>
                  <a:pt x="968" y="329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19" name=""/>
          <p:cNvSpPr/>
          <p:nvPr/>
        </p:nvSpPr>
        <p:spPr>
          <a:xfrm>
            <a:off x="3950640" y="2827080"/>
            <a:ext cx="351360" cy="239040"/>
          </a:xfrm>
          <a:custGeom>
            <a:avLst/>
            <a:gdLst/>
            <a:ahLst/>
            <a:rect l="0" t="0" r="r" b="b"/>
            <a:pathLst>
              <a:path w="976" h="664">
                <a:moveTo>
                  <a:pt x="972" y="332"/>
                </a:moveTo>
                <a:lnTo>
                  <a:pt x="972" y="321"/>
                </a:lnTo>
                <a:lnTo>
                  <a:pt x="971" y="311"/>
                </a:lnTo>
                <a:lnTo>
                  <a:pt x="970" y="301"/>
                </a:lnTo>
                <a:lnTo>
                  <a:pt x="968" y="290"/>
                </a:lnTo>
                <a:lnTo>
                  <a:pt x="966" y="280"/>
                </a:lnTo>
                <a:lnTo>
                  <a:pt x="963" y="270"/>
                </a:lnTo>
                <a:lnTo>
                  <a:pt x="960" y="260"/>
                </a:lnTo>
                <a:lnTo>
                  <a:pt x="957" y="250"/>
                </a:lnTo>
                <a:lnTo>
                  <a:pt x="953" y="240"/>
                </a:lnTo>
                <a:lnTo>
                  <a:pt x="948" y="230"/>
                </a:lnTo>
                <a:lnTo>
                  <a:pt x="943" y="220"/>
                </a:lnTo>
                <a:lnTo>
                  <a:pt x="938" y="210"/>
                </a:lnTo>
                <a:lnTo>
                  <a:pt x="932" y="201"/>
                </a:lnTo>
                <a:lnTo>
                  <a:pt x="926" y="192"/>
                </a:lnTo>
                <a:lnTo>
                  <a:pt x="919" y="182"/>
                </a:lnTo>
                <a:lnTo>
                  <a:pt x="912" y="173"/>
                </a:lnTo>
                <a:lnTo>
                  <a:pt x="905" y="164"/>
                </a:lnTo>
                <a:lnTo>
                  <a:pt x="897" y="155"/>
                </a:lnTo>
                <a:lnTo>
                  <a:pt x="888" y="147"/>
                </a:lnTo>
                <a:lnTo>
                  <a:pt x="880" y="138"/>
                </a:lnTo>
                <a:lnTo>
                  <a:pt x="870" y="130"/>
                </a:lnTo>
                <a:lnTo>
                  <a:pt x="861" y="122"/>
                </a:lnTo>
                <a:lnTo>
                  <a:pt x="851" y="114"/>
                </a:lnTo>
                <a:lnTo>
                  <a:pt x="841" y="106"/>
                </a:lnTo>
                <a:lnTo>
                  <a:pt x="830" y="99"/>
                </a:lnTo>
                <a:lnTo>
                  <a:pt x="819" y="92"/>
                </a:lnTo>
                <a:lnTo>
                  <a:pt x="808" y="85"/>
                </a:lnTo>
                <a:lnTo>
                  <a:pt x="797" y="78"/>
                </a:lnTo>
                <a:lnTo>
                  <a:pt x="785" y="72"/>
                </a:lnTo>
                <a:lnTo>
                  <a:pt x="773" y="65"/>
                </a:lnTo>
                <a:lnTo>
                  <a:pt x="760" y="59"/>
                </a:lnTo>
                <a:lnTo>
                  <a:pt x="747" y="54"/>
                </a:lnTo>
                <a:lnTo>
                  <a:pt x="734" y="48"/>
                </a:lnTo>
                <a:lnTo>
                  <a:pt x="721" y="43"/>
                </a:lnTo>
                <a:lnTo>
                  <a:pt x="708" y="38"/>
                </a:lnTo>
                <a:lnTo>
                  <a:pt x="694" y="34"/>
                </a:lnTo>
                <a:lnTo>
                  <a:pt x="680" y="30"/>
                </a:lnTo>
                <a:lnTo>
                  <a:pt x="666" y="26"/>
                </a:lnTo>
                <a:lnTo>
                  <a:pt x="652" y="22"/>
                </a:lnTo>
                <a:lnTo>
                  <a:pt x="638" y="19"/>
                </a:lnTo>
                <a:lnTo>
                  <a:pt x="623" y="16"/>
                </a:lnTo>
                <a:lnTo>
                  <a:pt x="609" y="13"/>
                </a:lnTo>
                <a:lnTo>
                  <a:pt x="594" y="10"/>
                </a:lnTo>
                <a:lnTo>
                  <a:pt x="579" y="8"/>
                </a:lnTo>
                <a:lnTo>
                  <a:pt x="564" y="7"/>
                </a:lnTo>
                <a:lnTo>
                  <a:pt x="549" y="5"/>
                </a:lnTo>
                <a:lnTo>
                  <a:pt x="534" y="4"/>
                </a:lnTo>
                <a:lnTo>
                  <a:pt x="519" y="3"/>
                </a:lnTo>
                <a:lnTo>
                  <a:pt x="503" y="3"/>
                </a:lnTo>
                <a:lnTo>
                  <a:pt x="488" y="3"/>
                </a:lnTo>
                <a:lnTo>
                  <a:pt x="473" y="3"/>
                </a:lnTo>
                <a:lnTo>
                  <a:pt x="458" y="3"/>
                </a:lnTo>
                <a:lnTo>
                  <a:pt x="443" y="4"/>
                </a:lnTo>
                <a:lnTo>
                  <a:pt x="428" y="5"/>
                </a:lnTo>
                <a:lnTo>
                  <a:pt x="413" y="7"/>
                </a:lnTo>
                <a:lnTo>
                  <a:pt x="398" y="8"/>
                </a:lnTo>
                <a:lnTo>
                  <a:pt x="383" y="10"/>
                </a:lnTo>
                <a:lnTo>
                  <a:pt x="368" y="13"/>
                </a:lnTo>
                <a:lnTo>
                  <a:pt x="353" y="16"/>
                </a:lnTo>
                <a:lnTo>
                  <a:pt x="339" y="19"/>
                </a:lnTo>
                <a:lnTo>
                  <a:pt x="324" y="22"/>
                </a:lnTo>
                <a:lnTo>
                  <a:pt x="310" y="26"/>
                </a:lnTo>
                <a:lnTo>
                  <a:pt x="296" y="30"/>
                </a:lnTo>
                <a:lnTo>
                  <a:pt x="282" y="34"/>
                </a:lnTo>
                <a:lnTo>
                  <a:pt x="269" y="38"/>
                </a:lnTo>
                <a:lnTo>
                  <a:pt x="255" y="43"/>
                </a:lnTo>
                <a:lnTo>
                  <a:pt x="242" y="48"/>
                </a:lnTo>
                <a:lnTo>
                  <a:pt x="229" y="54"/>
                </a:lnTo>
                <a:lnTo>
                  <a:pt x="215" y="59"/>
                </a:lnTo>
                <a:lnTo>
                  <a:pt x="203" y="65"/>
                </a:lnTo>
                <a:lnTo>
                  <a:pt x="191" y="72"/>
                </a:lnTo>
                <a:lnTo>
                  <a:pt x="179" y="78"/>
                </a:lnTo>
                <a:lnTo>
                  <a:pt x="167" y="85"/>
                </a:lnTo>
                <a:lnTo>
                  <a:pt x="156" y="92"/>
                </a:lnTo>
                <a:lnTo>
                  <a:pt x="145" y="99"/>
                </a:lnTo>
                <a:lnTo>
                  <a:pt x="135" y="106"/>
                </a:lnTo>
                <a:lnTo>
                  <a:pt x="124" y="114"/>
                </a:lnTo>
                <a:lnTo>
                  <a:pt x="115" y="122"/>
                </a:lnTo>
                <a:lnTo>
                  <a:pt x="105" y="130"/>
                </a:lnTo>
                <a:lnTo>
                  <a:pt x="96" y="138"/>
                </a:lnTo>
                <a:lnTo>
                  <a:pt x="87" y="147"/>
                </a:lnTo>
                <a:lnTo>
                  <a:pt x="79" y="155"/>
                </a:lnTo>
                <a:lnTo>
                  <a:pt x="71" y="164"/>
                </a:lnTo>
                <a:lnTo>
                  <a:pt x="63" y="173"/>
                </a:lnTo>
                <a:lnTo>
                  <a:pt x="56" y="182"/>
                </a:lnTo>
                <a:lnTo>
                  <a:pt x="50" y="192"/>
                </a:lnTo>
                <a:lnTo>
                  <a:pt x="43" y="201"/>
                </a:lnTo>
                <a:lnTo>
                  <a:pt x="38" y="210"/>
                </a:lnTo>
                <a:lnTo>
                  <a:pt x="32" y="220"/>
                </a:lnTo>
                <a:lnTo>
                  <a:pt x="27" y="230"/>
                </a:lnTo>
                <a:lnTo>
                  <a:pt x="23" y="240"/>
                </a:lnTo>
                <a:lnTo>
                  <a:pt x="19" y="250"/>
                </a:lnTo>
                <a:lnTo>
                  <a:pt x="15" y="260"/>
                </a:lnTo>
                <a:lnTo>
                  <a:pt x="12" y="270"/>
                </a:lnTo>
                <a:lnTo>
                  <a:pt x="10" y="280"/>
                </a:lnTo>
                <a:lnTo>
                  <a:pt x="7" y="290"/>
                </a:lnTo>
                <a:lnTo>
                  <a:pt x="6" y="301"/>
                </a:lnTo>
                <a:lnTo>
                  <a:pt x="5" y="311"/>
                </a:lnTo>
                <a:lnTo>
                  <a:pt x="4" y="321"/>
                </a:lnTo>
                <a:lnTo>
                  <a:pt x="4" y="332"/>
                </a:lnTo>
                <a:lnTo>
                  <a:pt x="4" y="342"/>
                </a:lnTo>
                <a:lnTo>
                  <a:pt x="5" y="352"/>
                </a:lnTo>
                <a:lnTo>
                  <a:pt x="6" y="363"/>
                </a:lnTo>
                <a:lnTo>
                  <a:pt x="7" y="373"/>
                </a:lnTo>
                <a:lnTo>
                  <a:pt x="10" y="383"/>
                </a:lnTo>
                <a:lnTo>
                  <a:pt x="12" y="393"/>
                </a:lnTo>
                <a:lnTo>
                  <a:pt x="15" y="403"/>
                </a:lnTo>
                <a:lnTo>
                  <a:pt x="19" y="414"/>
                </a:lnTo>
                <a:lnTo>
                  <a:pt x="23" y="423"/>
                </a:lnTo>
                <a:lnTo>
                  <a:pt x="27" y="433"/>
                </a:lnTo>
                <a:lnTo>
                  <a:pt x="32" y="444"/>
                </a:lnTo>
                <a:lnTo>
                  <a:pt x="38" y="454"/>
                </a:lnTo>
                <a:lnTo>
                  <a:pt x="43" y="463"/>
                </a:lnTo>
                <a:lnTo>
                  <a:pt x="50" y="473"/>
                </a:lnTo>
                <a:lnTo>
                  <a:pt x="56" y="482"/>
                </a:lnTo>
                <a:lnTo>
                  <a:pt x="63" y="491"/>
                </a:lnTo>
                <a:lnTo>
                  <a:pt x="71" y="500"/>
                </a:lnTo>
                <a:lnTo>
                  <a:pt x="79" y="509"/>
                </a:lnTo>
                <a:lnTo>
                  <a:pt x="87" y="518"/>
                </a:lnTo>
                <a:lnTo>
                  <a:pt x="96" y="526"/>
                </a:lnTo>
                <a:lnTo>
                  <a:pt x="105" y="534"/>
                </a:lnTo>
                <a:lnTo>
                  <a:pt x="115" y="542"/>
                </a:lnTo>
                <a:lnTo>
                  <a:pt x="124" y="550"/>
                </a:lnTo>
                <a:lnTo>
                  <a:pt x="135" y="558"/>
                </a:lnTo>
                <a:lnTo>
                  <a:pt x="145" y="565"/>
                </a:lnTo>
                <a:lnTo>
                  <a:pt x="156" y="573"/>
                </a:lnTo>
                <a:lnTo>
                  <a:pt x="167" y="580"/>
                </a:lnTo>
                <a:lnTo>
                  <a:pt x="179" y="586"/>
                </a:lnTo>
                <a:lnTo>
                  <a:pt x="191" y="593"/>
                </a:lnTo>
                <a:lnTo>
                  <a:pt x="203" y="599"/>
                </a:lnTo>
                <a:lnTo>
                  <a:pt x="215" y="605"/>
                </a:lnTo>
                <a:lnTo>
                  <a:pt x="229" y="611"/>
                </a:lnTo>
                <a:lnTo>
                  <a:pt x="242" y="616"/>
                </a:lnTo>
                <a:lnTo>
                  <a:pt x="255" y="621"/>
                </a:lnTo>
                <a:lnTo>
                  <a:pt x="269" y="626"/>
                </a:lnTo>
                <a:lnTo>
                  <a:pt x="282" y="630"/>
                </a:lnTo>
                <a:lnTo>
                  <a:pt x="296" y="635"/>
                </a:lnTo>
                <a:lnTo>
                  <a:pt x="310" y="639"/>
                </a:lnTo>
                <a:lnTo>
                  <a:pt x="324" y="642"/>
                </a:lnTo>
                <a:lnTo>
                  <a:pt x="339" y="646"/>
                </a:lnTo>
                <a:lnTo>
                  <a:pt x="353" y="649"/>
                </a:lnTo>
                <a:lnTo>
                  <a:pt x="368" y="651"/>
                </a:lnTo>
                <a:lnTo>
                  <a:pt x="383" y="654"/>
                </a:lnTo>
                <a:lnTo>
                  <a:pt x="398" y="656"/>
                </a:lnTo>
                <a:lnTo>
                  <a:pt x="413" y="658"/>
                </a:lnTo>
                <a:lnTo>
                  <a:pt x="428" y="659"/>
                </a:lnTo>
                <a:lnTo>
                  <a:pt x="443" y="660"/>
                </a:lnTo>
                <a:lnTo>
                  <a:pt x="458" y="661"/>
                </a:lnTo>
                <a:lnTo>
                  <a:pt x="473" y="662"/>
                </a:lnTo>
                <a:lnTo>
                  <a:pt x="488" y="662"/>
                </a:lnTo>
                <a:lnTo>
                  <a:pt x="503" y="662"/>
                </a:lnTo>
                <a:lnTo>
                  <a:pt x="519" y="661"/>
                </a:lnTo>
                <a:lnTo>
                  <a:pt x="534" y="660"/>
                </a:lnTo>
                <a:lnTo>
                  <a:pt x="549" y="659"/>
                </a:lnTo>
                <a:lnTo>
                  <a:pt x="564" y="658"/>
                </a:lnTo>
                <a:lnTo>
                  <a:pt x="579" y="656"/>
                </a:lnTo>
                <a:lnTo>
                  <a:pt x="594" y="654"/>
                </a:lnTo>
                <a:lnTo>
                  <a:pt x="609" y="651"/>
                </a:lnTo>
                <a:lnTo>
                  <a:pt x="623" y="649"/>
                </a:lnTo>
                <a:lnTo>
                  <a:pt x="638" y="646"/>
                </a:lnTo>
                <a:lnTo>
                  <a:pt x="652" y="642"/>
                </a:lnTo>
                <a:lnTo>
                  <a:pt x="666" y="639"/>
                </a:lnTo>
                <a:lnTo>
                  <a:pt x="680" y="635"/>
                </a:lnTo>
                <a:lnTo>
                  <a:pt x="694" y="630"/>
                </a:lnTo>
                <a:lnTo>
                  <a:pt x="708" y="626"/>
                </a:lnTo>
                <a:lnTo>
                  <a:pt x="721" y="621"/>
                </a:lnTo>
                <a:lnTo>
                  <a:pt x="734" y="616"/>
                </a:lnTo>
                <a:lnTo>
                  <a:pt x="747" y="611"/>
                </a:lnTo>
                <a:lnTo>
                  <a:pt x="760" y="605"/>
                </a:lnTo>
                <a:lnTo>
                  <a:pt x="773" y="599"/>
                </a:lnTo>
                <a:lnTo>
                  <a:pt x="785" y="593"/>
                </a:lnTo>
                <a:lnTo>
                  <a:pt x="797" y="586"/>
                </a:lnTo>
                <a:lnTo>
                  <a:pt x="808" y="580"/>
                </a:lnTo>
                <a:lnTo>
                  <a:pt x="819" y="573"/>
                </a:lnTo>
                <a:lnTo>
                  <a:pt x="830" y="565"/>
                </a:lnTo>
                <a:lnTo>
                  <a:pt x="841" y="558"/>
                </a:lnTo>
                <a:lnTo>
                  <a:pt x="851" y="550"/>
                </a:lnTo>
                <a:lnTo>
                  <a:pt x="861" y="542"/>
                </a:lnTo>
                <a:lnTo>
                  <a:pt x="870" y="534"/>
                </a:lnTo>
                <a:lnTo>
                  <a:pt x="880" y="526"/>
                </a:lnTo>
                <a:lnTo>
                  <a:pt x="888" y="518"/>
                </a:lnTo>
                <a:lnTo>
                  <a:pt x="897" y="509"/>
                </a:lnTo>
                <a:lnTo>
                  <a:pt x="905" y="500"/>
                </a:lnTo>
                <a:lnTo>
                  <a:pt x="912" y="491"/>
                </a:lnTo>
                <a:lnTo>
                  <a:pt x="919" y="482"/>
                </a:lnTo>
                <a:lnTo>
                  <a:pt x="926" y="473"/>
                </a:lnTo>
                <a:lnTo>
                  <a:pt x="932" y="463"/>
                </a:lnTo>
                <a:lnTo>
                  <a:pt x="938" y="454"/>
                </a:lnTo>
                <a:lnTo>
                  <a:pt x="943" y="444"/>
                </a:lnTo>
                <a:lnTo>
                  <a:pt x="948" y="433"/>
                </a:lnTo>
                <a:lnTo>
                  <a:pt x="953" y="423"/>
                </a:lnTo>
                <a:lnTo>
                  <a:pt x="957" y="414"/>
                </a:lnTo>
                <a:lnTo>
                  <a:pt x="960" y="403"/>
                </a:lnTo>
                <a:lnTo>
                  <a:pt x="963" y="393"/>
                </a:lnTo>
                <a:lnTo>
                  <a:pt x="966" y="383"/>
                </a:lnTo>
                <a:lnTo>
                  <a:pt x="968" y="373"/>
                </a:lnTo>
                <a:lnTo>
                  <a:pt x="970" y="363"/>
                </a:lnTo>
                <a:lnTo>
                  <a:pt x="971" y="352"/>
                </a:lnTo>
                <a:lnTo>
                  <a:pt x="972" y="342"/>
                </a:lnTo>
                <a:lnTo>
                  <a:pt x="972" y="332"/>
                </a:lnTo>
                <a:moveTo>
                  <a:pt x="976" y="332"/>
                </a:moveTo>
                <a:lnTo>
                  <a:pt x="975" y="342"/>
                </a:lnTo>
                <a:lnTo>
                  <a:pt x="975" y="352"/>
                </a:lnTo>
                <a:lnTo>
                  <a:pt x="974" y="363"/>
                </a:lnTo>
                <a:lnTo>
                  <a:pt x="972" y="373"/>
                </a:lnTo>
                <a:lnTo>
                  <a:pt x="970" y="384"/>
                </a:lnTo>
                <a:lnTo>
                  <a:pt x="967" y="394"/>
                </a:lnTo>
                <a:lnTo>
                  <a:pt x="964" y="404"/>
                </a:lnTo>
                <a:lnTo>
                  <a:pt x="960" y="414"/>
                </a:lnTo>
                <a:lnTo>
                  <a:pt x="956" y="424"/>
                </a:lnTo>
                <a:lnTo>
                  <a:pt x="952" y="434"/>
                </a:lnTo>
                <a:lnTo>
                  <a:pt x="947" y="445"/>
                </a:lnTo>
                <a:lnTo>
                  <a:pt x="941" y="455"/>
                </a:lnTo>
                <a:lnTo>
                  <a:pt x="936" y="464"/>
                </a:lnTo>
                <a:lnTo>
                  <a:pt x="929" y="474"/>
                </a:lnTo>
                <a:lnTo>
                  <a:pt x="923" y="483"/>
                </a:lnTo>
                <a:lnTo>
                  <a:pt x="915" y="492"/>
                </a:lnTo>
                <a:lnTo>
                  <a:pt x="908" y="502"/>
                </a:lnTo>
                <a:lnTo>
                  <a:pt x="900" y="510"/>
                </a:lnTo>
                <a:lnTo>
                  <a:pt x="891" y="519"/>
                </a:lnTo>
                <a:lnTo>
                  <a:pt x="883" y="528"/>
                </a:lnTo>
                <a:lnTo>
                  <a:pt x="873" y="536"/>
                </a:lnTo>
                <a:lnTo>
                  <a:pt x="864" y="544"/>
                </a:lnTo>
                <a:lnTo>
                  <a:pt x="854" y="552"/>
                </a:lnTo>
                <a:lnTo>
                  <a:pt x="844" y="560"/>
                </a:lnTo>
                <a:lnTo>
                  <a:pt x="833" y="567"/>
                </a:lnTo>
                <a:lnTo>
                  <a:pt x="822" y="574"/>
                </a:lnTo>
                <a:lnTo>
                  <a:pt x="811" y="581"/>
                </a:lnTo>
                <a:lnTo>
                  <a:pt x="799" y="588"/>
                </a:lnTo>
                <a:lnTo>
                  <a:pt x="787" y="595"/>
                </a:lnTo>
                <a:lnTo>
                  <a:pt x="775" y="601"/>
                </a:lnTo>
                <a:lnTo>
                  <a:pt x="762" y="607"/>
                </a:lnTo>
                <a:lnTo>
                  <a:pt x="749" y="613"/>
                </a:lnTo>
                <a:lnTo>
                  <a:pt x="736" y="618"/>
                </a:lnTo>
                <a:lnTo>
                  <a:pt x="723" y="623"/>
                </a:lnTo>
                <a:lnTo>
                  <a:pt x="710" y="628"/>
                </a:lnTo>
                <a:lnTo>
                  <a:pt x="696" y="633"/>
                </a:lnTo>
                <a:lnTo>
                  <a:pt x="682" y="637"/>
                </a:lnTo>
                <a:lnTo>
                  <a:pt x="668" y="641"/>
                </a:lnTo>
                <a:lnTo>
                  <a:pt x="653" y="645"/>
                </a:lnTo>
                <a:lnTo>
                  <a:pt x="639" y="648"/>
                </a:lnTo>
                <a:lnTo>
                  <a:pt x="624" y="651"/>
                </a:lnTo>
                <a:lnTo>
                  <a:pt x="609" y="654"/>
                </a:lnTo>
                <a:lnTo>
                  <a:pt x="595" y="656"/>
                </a:lnTo>
                <a:lnTo>
                  <a:pt x="580" y="658"/>
                </a:lnTo>
                <a:lnTo>
                  <a:pt x="565" y="660"/>
                </a:lnTo>
                <a:lnTo>
                  <a:pt x="549" y="662"/>
                </a:lnTo>
                <a:lnTo>
                  <a:pt x="534" y="663"/>
                </a:lnTo>
                <a:lnTo>
                  <a:pt x="519" y="664"/>
                </a:lnTo>
                <a:lnTo>
                  <a:pt x="504" y="664"/>
                </a:lnTo>
                <a:lnTo>
                  <a:pt x="488" y="664"/>
                </a:lnTo>
                <a:lnTo>
                  <a:pt x="473" y="664"/>
                </a:lnTo>
                <a:lnTo>
                  <a:pt x="458" y="664"/>
                </a:lnTo>
                <a:lnTo>
                  <a:pt x="442" y="663"/>
                </a:lnTo>
                <a:lnTo>
                  <a:pt x="427" y="662"/>
                </a:lnTo>
                <a:lnTo>
                  <a:pt x="412" y="660"/>
                </a:lnTo>
                <a:lnTo>
                  <a:pt x="397" y="658"/>
                </a:lnTo>
                <a:lnTo>
                  <a:pt x="382" y="656"/>
                </a:lnTo>
                <a:lnTo>
                  <a:pt x="367" y="654"/>
                </a:lnTo>
                <a:lnTo>
                  <a:pt x="352" y="651"/>
                </a:lnTo>
                <a:lnTo>
                  <a:pt x="338" y="648"/>
                </a:lnTo>
                <a:lnTo>
                  <a:pt x="323" y="645"/>
                </a:lnTo>
                <a:lnTo>
                  <a:pt x="309" y="641"/>
                </a:lnTo>
                <a:lnTo>
                  <a:pt x="295" y="637"/>
                </a:lnTo>
                <a:lnTo>
                  <a:pt x="281" y="633"/>
                </a:lnTo>
                <a:lnTo>
                  <a:pt x="267" y="628"/>
                </a:lnTo>
                <a:lnTo>
                  <a:pt x="253" y="623"/>
                </a:lnTo>
                <a:lnTo>
                  <a:pt x="240" y="618"/>
                </a:lnTo>
                <a:lnTo>
                  <a:pt x="226" y="613"/>
                </a:lnTo>
                <a:lnTo>
                  <a:pt x="213" y="607"/>
                </a:lnTo>
                <a:lnTo>
                  <a:pt x="201" y="601"/>
                </a:lnTo>
                <a:lnTo>
                  <a:pt x="188" y="595"/>
                </a:lnTo>
                <a:lnTo>
                  <a:pt x="177" y="588"/>
                </a:lnTo>
                <a:lnTo>
                  <a:pt x="165" y="581"/>
                </a:lnTo>
                <a:lnTo>
                  <a:pt x="154" y="574"/>
                </a:lnTo>
                <a:lnTo>
                  <a:pt x="143" y="567"/>
                </a:lnTo>
                <a:lnTo>
                  <a:pt x="132" y="560"/>
                </a:lnTo>
                <a:lnTo>
                  <a:pt x="122" y="552"/>
                </a:lnTo>
                <a:lnTo>
                  <a:pt x="112" y="544"/>
                </a:lnTo>
                <a:lnTo>
                  <a:pt x="102" y="536"/>
                </a:lnTo>
                <a:lnTo>
                  <a:pt x="93" y="528"/>
                </a:lnTo>
                <a:lnTo>
                  <a:pt x="84" y="519"/>
                </a:lnTo>
                <a:lnTo>
                  <a:pt x="76" y="510"/>
                </a:lnTo>
                <a:lnTo>
                  <a:pt x="68" y="502"/>
                </a:lnTo>
                <a:lnTo>
                  <a:pt x="60" y="492"/>
                </a:lnTo>
                <a:lnTo>
                  <a:pt x="53" y="483"/>
                </a:lnTo>
                <a:lnTo>
                  <a:pt x="46" y="474"/>
                </a:lnTo>
                <a:lnTo>
                  <a:pt x="40" y="464"/>
                </a:lnTo>
                <a:lnTo>
                  <a:pt x="34" y="455"/>
                </a:lnTo>
                <a:lnTo>
                  <a:pt x="29" y="445"/>
                </a:lnTo>
                <a:lnTo>
                  <a:pt x="24" y="434"/>
                </a:lnTo>
                <a:lnTo>
                  <a:pt x="19" y="424"/>
                </a:lnTo>
                <a:lnTo>
                  <a:pt x="15" y="414"/>
                </a:lnTo>
                <a:lnTo>
                  <a:pt x="12" y="404"/>
                </a:lnTo>
                <a:lnTo>
                  <a:pt x="8" y="394"/>
                </a:lnTo>
                <a:lnTo>
                  <a:pt x="6" y="384"/>
                </a:lnTo>
                <a:lnTo>
                  <a:pt x="4" y="373"/>
                </a:lnTo>
                <a:lnTo>
                  <a:pt x="2" y="363"/>
                </a:lnTo>
                <a:lnTo>
                  <a:pt x="1" y="352"/>
                </a:lnTo>
                <a:lnTo>
                  <a:pt x="0" y="342"/>
                </a:lnTo>
                <a:lnTo>
                  <a:pt x="0" y="332"/>
                </a:lnTo>
                <a:lnTo>
                  <a:pt x="0" y="321"/>
                </a:lnTo>
                <a:lnTo>
                  <a:pt x="1" y="311"/>
                </a:lnTo>
                <a:lnTo>
                  <a:pt x="2" y="300"/>
                </a:lnTo>
                <a:lnTo>
                  <a:pt x="4" y="290"/>
                </a:lnTo>
                <a:lnTo>
                  <a:pt x="6" y="280"/>
                </a:lnTo>
                <a:lnTo>
                  <a:pt x="8" y="269"/>
                </a:lnTo>
                <a:lnTo>
                  <a:pt x="12" y="259"/>
                </a:lnTo>
                <a:lnTo>
                  <a:pt x="15" y="249"/>
                </a:lnTo>
                <a:lnTo>
                  <a:pt x="19" y="239"/>
                </a:lnTo>
                <a:lnTo>
                  <a:pt x="24" y="229"/>
                </a:lnTo>
                <a:lnTo>
                  <a:pt x="29" y="219"/>
                </a:lnTo>
                <a:lnTo>
                  <a:pt x="34" y="210"/>
                </a:lnTo>
                <a:lnTo>
                  <a:pt x="40" y="200"/>
                </a:lnTo>
                <a:lnTo>
                  <a:pt x="46" y="190"/>
                </a:lnTo>
                <a:lnTo>
                  <a:pt x="53" y="181"/>
                </a:lnTo>
                <a:lnTo>
                  <a:pt x="60" y="172"/>
                </a:lnTo>
                <a:lnTo>
                  <a:pt x="68" y="163"/>
                </a:lnTo>
                <a:lnTo>
                  <a:pt x="76" y="154"/>
                </a:lnTo>
                <a:lnTo>
                  <a:pt x="84" y="145"/>
                </a:lnTo>
                <a:lnTo>
                  <a:pt x="93" y="137"/>
                </a:lnTo>
                <a:lnTo>
                  <a:pt x="102" y="128"/>
                </a:lnTo>
                <a:lnTo>
                  <a:pt x="112" y="120"/>
                </a:lnTo>
                <a:lnTo>
                  <a:pt x="122" y="112"/>
                </a:lnTo>
                <a:lnTo>
                  <a:pt x="132" y="105"/>
                </a:lnTo>
                <a:lnTo>
                  <a:pt x="143" y="97"/>
                </a:lnTo>
                <a:lnTo>
                  <a:pt x="154" y="90"/>
                </a:lnTo>
                <a:lnTo>
                  <a:pt x="165" y="83"/>
                </a:lnTo>
                <a:lnTo>
                  <a:pt x="177" y="76"/>
                </a:lnTo>
                <a:lnTo>
                  <a:pt x="188" y="70"/>
                </a:lnTo>
                <a:lnTo>
                  <a:pt x="201" y="63"/>
                </a:lnTo>
                <a:lnTo>
                  <a:pt x="213" y="57"/>
                </a:lnTo>
                <a:lnTo>
                  <a:pt x="226" y="52"/>
                </a:lnTo>
                <a:lnTo>
                  <a:pt x="240" y="46"/>
                </a:lnTo>
                <a:lnTo>
                  <a:pt x="253" y="41"/>
                </a:lnTo>
                <a:lnTo>
                  <a:pt x="267" y="36"/>
                </a:lnTo>
                <a:lnTo>
                  <a:pt x="281" y="32"/>
                </a:lnTo>
                <a:lnTo>
                  <a:pt x="295" y="27"/>
                </a:lnTo>
                <a:lnTo>
                  <a:pt x="309" y="23"/>
                </a:lnTo>
                <a:lnTo>
                  <a:pt x="323" y="20"/>
                </a:lnTo>
                <a:lnTo>
                  <a:pt x="338" y="16"/>
                </a:lnTo>
                <a:lnTo>
                  <a:pt x="352" y="13"/>
                </a:lnTo>
                <a:lnTo>
                  <a:pt x="367" y="10"/>
                </a:lnTo>
                <a:lnTo>
                  <a:pt x="382" y="8"/>
                </a:lnTo>
                <a:lnTo>
                  <a:pt x="397" y="6"/>
                </a:lnTo>
                <a:lnTo>
                  <a:pt x="412" y="4"/>
                </a:lnTo>
                <a:lnTo>
                  <a:pt x="427" y="3"/>
                </a:lnTo>
                <a:lnTo>
                  <a:pt x="442" y="1"/>
                </a:lnTo>
                <a:lnTo>
                  <a:pt x="458" y="1"/>
                </a:lnTo>
                <a:lnTo>
                  <a:pt x="473" y="0"/>
                </a:lnTo>
                <a:lnTo>
                  <a:pt x="488" y="0"/>
                </a:lnTo>
                <a:lnTo>
                  <a:pt x="504" y="0"/>
                </a:lnTo>
                <a:lnTo>
                  <a:pt x="519" y="1"/>
                </a:lnTo>
                <a:lnTo>
                  <a:pt x="534" y="1"/>
                </a:lnTo>
                <a:lnTo>
                  <a:pt x="549" y="3"/>
                </a:lnTo>
                <a:lnTo>
                  <a:pt x="565" y="4"/>
                </a:lnTo>
                <a:lnTo>
                  <a:pt x="580" y="6"/>
                </a:lnTo>
                <a:lnTo>
                  <a:pt x="595" y="8"/>
                </a:lnTo>
                <a:lnTo>
                  <a:pt x="609" y="10"/>
                </a:lnTo>
                <a:lnTo>
                  <a:pt x="624" y="13"/>
                </a:lnTo>
                <a:lnTo>
                  <a:pt x="639" y="16"/>
                </a:lnTo>
                <a:lnTo>
                  <a:pt x="653" y="20"/>
                </a:lnTo>
                <a:lnTo>
                  <a:pt x="668" y="23"/>
                </a:lnTo>
                <a:lnTo>
                  <a:pt x="682" y="27"/>
                </a:lnTo>
                <a:lnTo>
                  <a:pt x="696" y="32"/>
                </a:lnTo>
                <a:lnTo>
                  <a:pt x="710" y="36"/>
                </a:lnTo>
                <a:lnTo>
                  <a:pt x="723" y="41"/>
                </a:lnTo>
                <a:lnTo>
                  <a:pt x="736" y="46"/>
                </a:lnTo>
                <a:lnTo>
                  <a:pt x="749" y="52"/>
                </a:lnTo>
                <a:lnTo>
                  <a:pt x="762" y="57"/>
                </a:lnTo>
                <a:lnTo>
                  <a:pt x="775" y="63"/>
                </a:lnTo>
                <a:lnTo>
                  <a:pt x="787" y="70"/>
                </a:lnTo>
                <a:lnTo>
                  <a:pt x="799" y="76"/>
                </a:lnTo>
                <a:lnTo>
                  <a:pt x="811" y="83"/>
                </a:lnTo>
                <a:lnTo>
                  <a:pt x="822" y="90"/>
                </a:lnTo>
                <a:lnTo>
                  <a:pt x="833" y="97"/>
                </a:lnTo>
                <a:lnTo>
                  <a:pt x="844" y="105"/>
                </a:lnTo>
                <a:lnTo>
                  <a:pt x="854" y="112"/>
                </a:lnTo>
                <a:lnTo>
                  <a:pt x="864" y="120"/>
                </a:lnTo>
                <a:lnTo>
                  <a:pt x="873" y="128"/>
                </a:lnTo>
                <a:lnTo>
                  <a:pt x="883" y="137"/>
                </a:lnTo>
                <a:lnTo>
                  <a:pt x="891" y="145"/>
                </a:lnTo>
                <a:lnTo>
                  <a:pt x="900" y="154"/>
                </a:lnTo>
                <a:lnTo>
                  <a:pt x="908" y="163"/>
                </a:lnTo>
                <a:lnTo>
                  <a:pt x="915" y="172"/>
                </a:lnTo>
                <a:lnTo>
                  <a:pt x="923" y="181"/>
                </a:lnTo>
                <a:lnTo>
                  <a:pt x="929" y="190"/>
                </a:lnTo>
                <a:lnTo>
                  <a:pt x="936" y="200"/>
                </a:lnTo>
                <a:lnTo>
                  <a:pt x="941" y="210"/>
                </a:lnTo>
                <a:lnTo>
                  <a:pt x="947" y="219"/>
                </a:lnTo>
                <a:lnTo>
                  <a:pt x="952" y="229"/>
                </a:lnTo>
                <a:lnTo>
                  <a:pt x="956" y="239"/>
                </a:lnTo>
                <a:lnTo>
                  <a:pt x="960" y="249"/>
                </a:lnTo>
                <a:lnTo>
                  <a:pt x="964" y="259"/>
                </a:lnTo>
                <a:lnTo>
                  <a:pt x="967" y="269"/>
                </a:lnTo>
                <a:lnTo>
                  <a:pt x="970" y="280"/>
                </a:lnTo>
                <a:lnTo>
                  <a:pt x="972" y="290"/>
                </a:lnTo>
                <a:lnTo>
                  <a:pt x="974" y="300"/>
                </a:lnTo>
                <a:lnTo>
                  <a:pt x="975" y="311"/>
                </a:lnTo>
                <a:lnTo>
                  <a:pt x="975" y="321"/>
                </a:lnTo>
                <a:lnTo>
                  <a:pt x="976" y="332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0" name=""/>
          <p:cNvSpPr/>
          <p:nvPr/>
        </p:nvSpPr>
        <p:spPr>
          <a:xfrm>
            <a:off x="3946320" y="2824200"/>
            <a:ext cx="359640" cy="244800"/>
          </a:xfrm>
          <a:custGeom>
            <a:avLst/>
            <a:gdLst/>
            <a:ahLst/>
            <a:rect l="0" t="0" r="r" b="b"/>
            <a:pathLst>
              <a:path w="999" h="680">
                <a:moveTo>
                  <a:pt x="988" y="340"/>
                </a:moveTo>
                <a:lnTo>
                  <a:pt x="987" y="329"/>
                </a:lnTo>
                <a:lnTo>
                  <a:pt x="987" y="319"/>
                </a:lnTo>
                <a:lnTo>
                  <a:pt x="986" y="308"/>
                </a:lnTo>
                <a:lnTo>
                  <a:pt x="984" y="298"/>
                </a:lnTo>
                <a:lnTo>
                  <a:pt x="982" y="288"/>
                </a:lnTo>
                <a:lnTo>
                  <a:pt x="979" y="277"/>
                </a:lnTo>
                <a:lnTo>
                  <a:pt x="976" y="267"/>
                </a:lnTo>
                <a:lnTo>
                  <a:pt x="972" y="257"/>
                </a:lnTo>
                <a:lnTo>
                  <a:pt x="968" y="247"/>
                </a:lnTo>
                <a:lnTo>
                  <a:pt x="964" y="237"/>
                </a:lnTo>
                <a:lnTo>
                  <a:pt x="959" y="227"/>
                </a:lnTo>
                <a:lnTo>
                  <a:pt x="953" y="218"/>
                </a:lnTo>
                <a:lnTo>
                  <a:pt x="948" y="208"/>
                </a:lnTo>
                <a:lnTo>
                  <a:pt x="941" y="198"/>
                </a:lnTo>
                <a:lnTo>
                  <a:pt x="935" y="189"/>
                </a:lnTo>
                <a:lnTo>
                  <a:pt x="927" y="180"/>
                </a:lnTo>
                <a:lnTo>
                  <a:pt x="920" y="171"/>
                </a:lnTo>
                <a:lnTo>
                  <a:pt x="912" y="162"/>
                </a:lnTo>
                <a:lnTo>
                  <a:pt x="903" y="153"/>
                </a:lnTo>
                <a:lnTo>
                  <a:pt x="895" y="145"/>
                </a:lnTo>
                <a:lnTo>
                  <a:pt x="885" y="136"/>
                </a:lnTo>
                <a:lnTo>
                  <a:pt x="876" y="128"/>
                </a:lnTo>
                <a:lnTo>
                  <a:pt x="866" y="120"/>
                </a:lnTo>
                <a:lnTo>
                  <a:pt x="856" y="113"/>
                </a:lnTo>
                <a:lnTo>
                  <a:pt x="845" y="105"/>
                </a:lnTo>
                <a:lnTo>
                  <a:pt x="834" y="98"/>
                </a:lnTo>
                <a:lnTo>
                  <a:pt x="823" y="91"/>
                </a:lnTo>
                <a:lnTo>
                  <a:pt x="811" y="84"/>
                </a:lnTo>
                <a:lnTo>
                  <a:pt x="799" y="78"/>
                </a:lnTo>
                <a:lnTo>
                  <a:pt x="787" y="71"/>
                </a:lnTo>
                <a:lnTo>
                  <a:pt x="774" y="65"/>
                </a:lnTo>
                <a:lnTo>
                  <a:pt x="761" y="60"/>
                </a:lnTo>
                <a:lnTo>
                  <a:pt x="748" y="54"/>
                </a:lnTo>
                <a:lnTo>
                  <a:pt x="735" y="49"/>
                </a:lnTo>
                <a:lnTo>
                  <a:pt x="722" y="44"/>
                </a:lnTo>
                <a:lnTo>
                  <a:pt x="708" y="40"/>
                </a:lnTo>
                <a:lnTo>
                  <a:pt x="694" y="35"/>
                </a:lnTo>
                <a:lnTo>
                  <a:pt x="680" y="31"/>
                </a:lnTo>
                <a:lnTo>
                  <a:pt x="665" y="28"/>
                </a:lnTo>
                <a:lnTo>
                  <a:pt x="651" y="24"/>
                </a:lnTo>
                <a:lnTo>
                  <a:pt x="636" y="21"/>
                </a:lnTo>
                <a:lnTo>
                  <a:pt x="621" y="18"/>
                </a:lnTo>
                <a:lnTo>
                  <a:pt x="607" y="16"/>
                </a:lnTo>
                <a:lnTo>
                  <a:pt x="592" y="14"/>
                </a:lnTo>
                <a:lnTo>
                  <a:pt x="577" y="12"/>
                </a:lnTo>
                <a:lnTo>
                  <a:pt x="561" y="11"/>
                </a:lnTo>
                <a:lnTo>
                  <a:pt x="546" y="9"/>
                </a:lnTo>
                <a:lnTo>
                  <a:pt x="531" y="9"/>
                </a:lnTo>
                <a:lnTo>
                  <a:pt x="516" y="8"/>
                </a:lnTo>
                <a:lnTo>
                  <a:pt x="499" y="8"/>
                </a:lnTo>
                <a:lnTo>
                  <a:pt x="484" y="8"/>
                </a:lnTo>
                <a:lnTo>
                  <a:pt x="469" y="9"/>
                </a:lnTo>
                <a:lnTo>
                  <a:pt x="453" y="9"/>
                </a:lnTo>
                <a:lnTo>
                  <a:pt x="438" y="11"/>
                </a:lnTo>
                <a:lnTo>
                  <a:pt x="423" y="12"/>
                </a:lnTo>
                <a:lnTo>
                  <a:pt x="408" y="14"/>
                </a:lnTo>
                <a:lnTo>
                  <a:pt x="393" y="16"/>
                </a:lnTo>
                <a:lnTo>
                  <a:pt x="378" y="18"/>
                </a:lnTo>
                <a:lnTo>
                  <a:pt x="363" y="21"/>
                </a:lnTo>
                <a:lnTo>
                  <a:pt x="349" y="24"/>
                </a:lnTo>
                <a:lnTo>
                  <a:pt x="334" y="28"/>
                </a:lnTo>
                <a:lnTo>
                  <a:pt x="320" y="31"/>
                </a:lnTo>
                <a:lnTo>
                  <a:pt x="306" y="35"/>
                </a:lnTo>
                <a:lnTo>
                  <a:pt x="292" y="40"/>
                </a:lnTo>
                <a:lnTo>
                  <a:pt x="278" y="44"/>
                </a:lnTo>
                <a:lnTo>
                  <a:pt x="264" y="49"/>
                </a:lnTo>
                <a:lnTo>
                  <a:pt x="251" y="54"/>
                </a:lnTo>
                <a:lnTo>
                  <a:pt x="238" y="60"/>
                </a:lnTo>
                <a:lnTo>
                  <a:pt x="225" y="65"/>
                </a:lnTo>
                <a:lnTo>
                  <a:pt x="213" y="71"/>
                </a:lnTo>
                <a:lnTo>
                  <a:pt x="200" y="78"/>
                </a:lnTo>
                <a:lnTo>
                  <a:pt x="189" y="84"/>
                </a:lnTo>
                <a:lnTo>
                  <a:pt x="177" y="91"/>
                </a:lnTo>
                <a:lnTo>
                  <a:pt x="166" y="98"/>
                </a:lnTo>
                <a:lnTo>
                  <a:pt x="155" y="105"/>
                </a:lnTo>
                <a:lnTo>
                  <a:pt x="144" y="113"/>
                </a:lnTo>
                <a:lnTo>
                  <a:pt x="134" y="120"/>
                </a:lnTo>
                <a:lnTo>
                  <a:pt x="124" y="128"/>
                </a:lnTo>
                <a:lnTo>
                  <a:pt x="114" y="136"/>
                </a:lnTo>
                <a:lnTo>
                  <a:pt x="105" y="145"/>
                </a:lnTo>
                <a:lnTo>
                  <a:pt x="96" y="153"/>
                </a:lnTo>
                <a:lnTo>
                  <a:pt x="88" y="162"/>
                </a:lnTo>
                <a:lnTo>
                  <a:pt x="80" y="171"/>
                </a:lnTo>
                <a:lnTo>
                  <a:pt x="72" y="180"/>
                </a:lnTo>
                <a:lnTo>
                  <a:pt x="65" y="189"/>
                </a:lnTo>
                <a:lnTo>
                  <a:pt x="58" y="198"/>
                </a:lnTo>
                <a:lnTo>
                  <a:pt x="52" y="208"/>
                </a:lnTo>
                <a:lnTo>
                  <a:pt x="46" y="218"/>
                </a:lnTo>
                <a:lnTo>
                  <a:pt x="41" y="227"/>
                </a:lnTo>
                <a:lnTo>
                  <a:pt x="36" y="237"/>
                </a:lnTo>
                <a:lnTo>
                  <a:pt x="31" y="247"/>
                </a:lnTo>
                <a:lnTo>
                  <a:pt x="27" y="257"/>
                </a:lnTo>
                <a:lnTo>
                  <a:pt x="24" y="267"/>
                </a:lnTo>
                <a:lnTo>
                  <a:pt x="20" y="277"/>
                </a:lnTo>
                <a:lnTo>
                  <a:pt x="18" y="288"/>
                </a:lnTo>
                <a:lnTo>
                  <a:pt x="16" y="298"/>
                </a:lnTo>
                <a:lnTo>
                  <a:pt x="14" y="308"/>
                </a:lnTo>
                <a:lnTo>
                  <a:pt x="13" y="319"/>
                </a:lnTo>
                <a:lnTo>
                  <a:pt x="12" y="329"/>
                </a:lnTo>
                <a:lnTo>
                  <a:pt x="12" y="340"/>
                </a:lnTo>
                <a:lnTo>
                  <a:pt x="12" y="350"/>
                </a:lnTo>
                <a:lnTo>
                  <a:pt x="13" y="360"/>
                </a:lnTo>
                <a:lnTo>
                  <a:pt x="14" y="371"/>
                </a:lnTo>
                <a:lnTo>
                  <a:pt x="16" y="381"/>
                </a:lnTo>
                <a:lnTo>
                  <a:pt x="18" y="392"/>
                </a:lnTo>
                <a:lnTo>
                  <a:pt x="20" y="402"/>
                </a:lnTo>
                <a:lnTo>
                  <a:pt x="24" y="412"/>
                </a:lnTo>
                <a:lnTo>
                  <a:pt x="27" y="422"/>
                </a:lnTo>
                <a:lnTo>
                  <a:pt x="31" y="432"/>
                </a:lnTo>
                <a:lnTo>
                  <a:pt x="36" y="442"/>
                </a:lnTo>
                <a:lnTo>
                  <a:pt x="41" y="452"/>
                </a:lnTo>
                <a:lnTo>
                  <a:pt x="46" y="462"/>
                </a:lnTo>
                <a:lnTo>
                  <a:pt x="52" y="471"/>
                </a:lnTo>
                <a:lnTo>
                  <a:pt x="58" y="481"/>
                </a:lnTo>
                <a:lnTo>
                  <a:pt x="65" y="490"/>
                </a:lnTo>
                <a:lnTo>
                  <a:pt x="72" y="499"/>
                </a:lnTo>
                <a:lnTo>
                  <a:pt x="80" y="509"/>
                </a:lnTo>
                <a:lnTo>
                  <a:pt x="88" y="517"/>
                </a:lnTo>
                <a:lnTo>
                  <a:pt x="96" y="526"/>
                </a:lnTo>
                <a:lnTo>
                  <a:pt x="105" y="535"/>
                </a:lnTo>
                <a:lnTo>
                  <a:pt x="114" y="543"/>
                </a:lnTo>
                <a:lnTo>
                  <a:pt x="124" y="551"/>
                </a:lnTo>
                <a:lnTo>
                  <a:pt x="134" y="559"/>
                </a:lnTo>
                <a:lnTo>
                  <a:pt x="144" y="567"/>
                </a:lnTo>
                <a:lnTo>
                  <a:pt x="155" y="574"/>
                </a:lnTo>
                <a:lnTo>
                  <a:pt x="166" y="581"/>
                </a:lnTo>
                <a:lnTo>
                  <a:pt x="177" y="588"/>
                </a:lnTo>
                <a:lnTo>
                  <a:pt x="189" y="595"/>
                </a:lnTo>
                <a:lnTo>
                  <a:pt x="200" y="602"/>
                </a:lnTo>
                <a:lnTo>
                  <a:pt x="213" y="608"/>
                </a:lnTo>
                <a:lnTo>
                  <a:pt x="225" y="614"/>
                </a:lnTo>
                <a:lnTo>
                  <a:pt x="238" y="620"/>
                </a:lnTo>
                <a:lnTo>
                  <a:pt x="251" y="625"/>
                </a:lnTo>
                <a:lnTo>
                  <a:pt x="264" y="631"/>
                </a:lnTo>
                <a:lnTo>
                  <a:pt x="278" y="636"/>
                </a:lnTo>
                <a:lnTo>
                  <a:pt x="292" y="641"/>
                </a:lnTo>
                <a:lnTo>
                  <a:pt x="306" y="645"/>
                </a:lnTo>
                <a:lnTo>
                  <a:pt x="320" y="649"/>
                </a:lnTo>
                <a:lnTo>
                  <a:pt x="334" y="653"/>
                </a:lnTo>
                <a:lnTo>
                  <a:pt x="349" y="656"/>
                </a:lnTo>
                <a:lnTo>
                  <a:pt x="363" y="659"/>
                </a:lnTo>
                <a:lnTo>
                  <a:pt x="378" y="662"/>
                </a:lnTo>
                <a:lnTo>
                  <a:pt x="393" y="664"/>
                </a:lnTo>
                <a:lnTo>
                  <a:pt x="408" y="666"/>
                </a:lnTo>
                <a:lnTo>
                  <a:pt x="423" y="668"/>
                </a:lnTo>
                <a:lnTo>
                  <a:pt x="438" y="670"/>
                </a:lnTo>
                <a:lnTo>
                  <a:pt x="453" y="671"/>
                </a:lnTo>
                <a:lnTo>
                  <a:pt x="469" y="672"/>
                </a:lnTo>
                <a:lnTo>
                  <a:pt x="484" y="672"/>
                </a:lnTo>
                <a:lnTo>
                  <a:pt x="499" y="672"/>
                </a:lnTo>
                <a:lnTo>
                  <a:pt x="516" y="672"/>
                </a:lnTo>
                <a:lnTo>
                  <a:pt x="531" y="672"/>
                </a:lnTo>
                <a:lnTo>
                  <a:pt x="546" y="671"/>
                </a:lnTo>
                <a:lnTo>
                  <a:pt x="561" y="670"/>
                </a:lnTo>
                <a:lnTo>
                  <a:pt x="577" y="668"/>
                </a:lnTo>
                <a:lnTo>
                  <a:pt x="592" y="666"/>
                </a:lnTo>
                <a:lnTo>
                  <a:pt x="607" y="664"/>
                </a:lnTo>
                <a:lnTo>
                  <a:pt x="621" y="662"/>
                </a:lnTo>
                <a:lnTo>
                  <a:pt x="636" y="659"/>
                </a:lnTo>
                <a:lnTo>
                  <a:pt x="651" y="656"/>
                </a:lnTo>
                <a:lnTo>
                  <a:pt x="665" y="653"/>
                </a:lnTo>
                <a:lnTo>
                  <a:pt x="680" y="649"/>
                </a:lnTo>
                <a:lnTo>
                  <a:pt x="694" y="645"/>
                </a:lnTo>
                <a:lnTo>
                  <a:pt x="708" y="641"/>
                </a:lnTo>
                <a:lnTo>
                  <a:pt x="722" y="636"/>
                </a:lnTo>
                <a:lnTo>
                  <a:pt x="735" y="631"/>
                </a:lnTo>
                <a:lnTo>
                  <a:pt x="748" y="625"/>
                </a:lnTo>
                <a:lnTo>
                  <a:pt x="761" y="620"/>
                </a:lnTo>
                <a:lnTo>
                  <a:pt x="774" y="614"/>
                </a:lnTo>
                <a:lnTo>
                  <a:pt x="787" y="608"/>
                </a:lnTo>
                <a:lnTo>
                  <a:pt x="799" y="602"/>
                </a:lnTo>
                <a:lnTo>
                  <a:pt x="811" y="595"/>
                </a:lnTo>
                <a:lnTo>
                  <a:pt x="823" y="588"/>
                </a:lnTo>
                <a:lnTo>
                  <a:pt x="834" y="581"/>
                </a:lnTo>
                <a:lnTo>
                  <a:pt x="845" y="574"/>
                </a:lnTo>
                <a:lnTo>
                  <a:pt x="856" y="567"/>
                </a:lnTo>
                <a:lnTo>
                  <a:pt x="866" y="559"/>
                </a:lnTo>
                <a:lnTo>
                  <a:pt x="876" y="551"/>
                </a:lnTo>
                <a:lnTo>
                  <a:pt x="885" y="543"/>
                </a:lnTo>
                <a:lnTo>
                  <a:pt x="895" y="535"/>
                </a:lnTo>
                <a:lnTo>
                  <a:pt x="903" y="526"/>
                </a:lnTo>
                <a:lnTo>
                  <a:pt x="912" y="517"/>
                </a:lnTo>
                <a:lnTo>
                  <a:pt x="920" y="509"/>
                </a:lnTo>
                <a:lnTo>
                  <a:pt x="927" y="499"/>
                </a:lnTo>
                <a:lnTo>
                  <a:pt x="935" y="490"/>
                </a:lnTo>
                <a:lnTo>
                  <a:pt x="941" y="481"/>
                </a:lnTo>
                <a:lnTo>
                  <a:pt x="948" y="471"/>
                </a:lnTo>
                <a:lnTo>
                  <a:pt x="953" y="462"/>
                </a:lnTo>
                <a:lnTo>
                  <a:pt x="959" y="452"/>
                </a:lnTo>
                <a:lnTo>
                  <a:pt x="964" y="442"/>
                </a:lnTo>
                <a:lnTo>
                  <a:pt x="968" y="432"/>
                </a:lnTo>
                <a:lnTo>
                  <a:pt x="972" y="422"/>
                </a:lnTo>
                <a:lnTo>
                  <a:pt x="976" y="412"/>
                </a:lnTo>
                <a:lnTo>
                  <a:pt x="979" y="402"/>
                </a:lnTo>
                <a:lnTo>
                  <a:pt x="982" y="392"/>
                </a:lnTo>
                <a:lnTo>
                  <a:pt x="984" y="381"/>
                </a:lnTo>
                <a:lnTo>
                  <a:pt x="986" y="371"/>
                </a:lnTo>
                <a:lnTo>
                  <a:pt x="987" y="360"/>
                </a:lnTo>
                <a:lnTo>
                  <a:pt x="987" y="350"/>
                </a:lnTo>
                <a:lnTo>
                  <a:pt x="988" y="340"/>
                </a:lnTo>
                <a:moveTo>
                  <a:pt x="999" y="340"/>
                </a:moveTo>
                <a:lnTo>
                  <a:pt x="999" y="350"/>
                </a:lnTo>
                <a:lnTo>
                  <a:pt x="998" y="361"/>
                </a:lnTo>
                <a:lnTo>
                  <a:pt x="997" y="372"/>
                </a:lnTo>
                <a:lnTo>
                  <a:pt x="995" y="382"/>
                </a:lnTo>
                <a:lnTo>
                  <a:pt x="993" y="393"/>
                </a:lnTo>
                <a:lnTo>
                  <a:pt x="990" y="403"/>
                </a:lnTo>
                <a:lnTo>
                  <a:pt x="987" y="414"/>
                </a:lnTo>
                <a:lnTo>
                  <a:pt x="983" y="424"/>
                </a:lnTo>
                <a:lnTo>
                  <a:pt x="979" y="434"/>
                </a:lnTo>
                <a:lnTo>
                  <a:pt x="975" y="445"/>
                </a:lnTo>
                <a:lnTo>
                  <a:pt x="970" y="455"/>
                </a:lnTo>
                <a:lnTo>
                  <a:pt x="964" y="465"/>
                </a:lnTo>
                <a:lnTo>
                  <a:pt x="958" y="474"/>
                </a:lnTo>
                <a:lnTo>
                  <a:pt x="952" y="484"/>
                </a:lnTo>
                <a:lnTo>
                  <a:pt x="945" y="494"/>
                </a:lnTo>
                <a:lnTo>
                  <a:pt x="937" y="503"/>
                </a:lnTo>
                <a:lnTo>
                  <a:pt x="930" y="512"/>
                </a:lnTo>
                <a:lnTo>
                  <a:pt x="921" y="522"/>
                </a:lnTo>
                <a:lnTo>
                  <a:pt x="913" y="530"/>
                </a:lnTo>
                <a:lnTo>
                  <a:pt x="904" y="539"/>
                </a:lnTo>
                <a:lnTo>
                  <a:pt x="894" y="548"/>
                </a:lnTo>
                <a:lnTo>
                  <a:pt x="885" y="556"/>
                </a:lnTo>
                <a:lnTo>
                  <a:pt x="874" y="564"/>
                </a:lnTo>
                <a:lnTo>
                  <a:pt x="864" y="572"/>
                </a:lnTo>
                <a:lnTo>
                  <a:pt x="853" y="580"/>
                </a:lnTo>
                <a:lnTo>
                  <a:pt x="842" y="587"/>
                </a:lnTo>
                <a:lnTo>
                  <a:pt x="830" y="594"/>
                </a:lnTo>
                <a:lnTo>
                  <a:pt x="818" y="601"/>
                </a:lnTo>
                <a:lnTo>
                  <a:pt x="806" y="608"/>
                </a:lnTo>
                <a:lnTo>
                  <a:pt x="793" y="614"/>
                </a:lnTo>
                <a:lnTo>
                  <a:pt x="781" y="620"/>
                </a:lnTo>
                <a:lnTo>
                  <a:pt x="768" y="626"/>
                </a:lnTo>
                <a:lnTo>
                  <a:pt x="754" y="633"/>
                </a:lnTo>
                <a:lnTo>
                  <a:pt x="741" y="638"/>
                </a:lnTo>
                <a:lnTo>
                  <a:pt x="727" y="643"/>
                </a:lnTo>
                <a:lnTo>
                  <a:pt x="713" y="648"/>
                </a:lnTo>
                <a:lnTo>
                  <a:pt x="698" y="652"/>
                </a:lnTo>
                <a:lnTo>
                  <a:pt x="684" y="656"/>
                </a:lnTo>
                <a:lnTo>
                  <a:pt x="669" y="660"/>
                </a:lnTo>
                <a:lnTo>
                  <a:pt x="654" y="663"/>
                </a:lnTo>
                <a:lnTo>
                  <a:pt x="639" y="667"/>
                </a:lnTo>
                <a:lnTo>
                  <a:pt x="624" y="669"/>
                </a:lnTo>
                <a:lnTo>
                  <a:pt x="609" y="672"/>
                </a:lnTo>
                <a:lnTo>
                  <a:pt x="594" y="674"/>
                </a:lnTo>
                <a:lnTo>
                  <a:pt x="578" y="676"/>
                </a:lnTo>
                <a:lnTo>
                  <a:pt x="563" y="677"/>
                </a:lnTo>
                <a:lnTo>
                  <a:pt x="547" y="679"/>
                </a:lnTo>
                <a:lnTo>
                  <a:pt x="532" y="679"/>
                </a:lnTo>
                <a:lnTo>
                  <a:pt x="516" y="680"/>
                </a:lnTo>
                <a:lnTo>
                  <a:pt x="499" y="680"/>
                </a:lnTo>
                <a:lnTo>
                  <a:pt x="484" y="680"/>
                </a:lnTo>
                <a:lnTo>
                  <a:pt x="468" y="679"/>
                </a:lnTo>
                <a:lnTo>
                  <a:pt x="452" y="679"/>
                </a:lnTo>
                <a:lnTo>
                  <a:pt x="437" y="677"/>
                </a:lnTo>
                <a:lnTo>
                  <a:pt x="421" y="676"/>
                </a:lnTo>
                <a:lnTo>
                  <a:pt x="406" y="674"/>
                </a:lnTo>
                <a:lnTo>
                  <a:pt x="390" y="672"/>
                </a:lnTo>
                <a:lnTo>
                  <a:pt x="375" y="669"/>
                </a:lnTo>
                <a:lnTo>
                  <a:pt x="360" y="667"/>
                </a:lnTo>
                <a:lnTo>
                  <a:pt x="345" y="663"/>
                </a:lnTo>
                <a:lnTo>
                  <a:pt x="330" y="660"/>
                </a:lnTo>
                <a:lnTo>
                  <a:pt x="316" y="656"/>
                </a:lnTo>
                <a:lnTo>
                  <a:pt x="301" y="652"/>
                </a:lnTo>
                <a:lnTo>
                  <a:pt x="287" y="648"/>
                </a:lnTo>
                <a:lnTo>
                  <a:pt x="273" y="643"/>
                </a:lnTo>
                <a:lnTo>
                  <a:pt x="259" y="638"/>
                </a:lnTo>
                <a:lnTo>
                  <a:pt x="245" y="633"/>
                </a:lnTo>
                <a:lnTo>
                  <a:pt x="232" y="626"/>
                </a:lnTo>
                <a:lnTo>
                  <a:pt x="219" y="620"/>
                </a:lnTo>
                <a:lnTo>
                  <a:pt x="206" y="614"/>
                </a:lnTo>
                <a:lnTo>
                  <a:pt x="194" y="608"/>
                </a:lnTo>
                <a:lnTo>
                  <a:pt x="181" y="601"/>
                </a:lnTo>
                <a:lnTo>
                  <a:pt x="169" y="594"/>
                </a:lnTo>
                <a:lnTo>
                  <a:pt x="158" y="587"/>
                </a:lnTo>
                <a:lnTo>
                  <a:pt x="147" y="580"/>
                </a:lnTo>
                <a:lnTo>
                  <a:pt x="136" y="572"/>
                </a:lnTo>
                <a:lnTo>
                  <a:pt x="125" y="564"/>
                </a:lnTo>
                <a:lnTo>
                  <a:pt x="115" y="556"/>
                </a:lnTo>
                <a:lnTo>
                  <a:pt x="105" y="548"/>
                </a:lnTo>
                <a:lnTo>
                  <a:pt x="96" y="539"/>
                </a:lnTo>
                <a:lnTo>
                  <a:pt x="87" y="530"/>
                </a:lnTo>
                <a:lnTo>
                  <a:pt x="78" y="522"/>
                </a:lnTo>
                <a:lnTo>
                  <a:pt x="70" y="512"/>
                </a:lnTo>
                <a:lnTo>
                  <a:pt x="62" y="503"/>
                </a:lnTo>
                <a:lnTo>
                  <a:pt x="55" y="494"/>
                </a:lnTo>
                <a:lnTo>
                  <a:pt x="48" y="484"/>
                </a:lnTo>
                <a:lnTo>
                  <a:pt x="41" y="474"/>
                </a:lnTo>
                <a:lnTo>
                  <a:pt x="36" y="465"/>
                </a:lnTo>
                <a:lnTo>
                  <a:pt x="30" y="455"/>
                </a:lnTo>
                <a:lnTo>
                  <a:pt x="25" y="445"/>
                </a:lnTo>
                <a:lnTo>
                  <a:pt x="20" y="434"/>
                </a:lnTo>
                <a:lnTo>
                  <a:pt x="16" y="424"/>
                </a:lnTo>
                <a:lnTo>
                  <a:pt x="12" y="414"/>
                </a:lnTo>
                <a:lnTo>
                  <a:pt x="9" y="403"/>
                </a:lnTo>
                <a:lnTo>
                  <a:pt x="7" y="393"/>
                </a:lnTo>
                <a:lnTo>
                  <a:pt x="4" y="382"/>
                </a:lnTo>
                <a:lnTo>
                  <a:pt x="3" y="372"/>
                </a:lnTo>
                <a:lnTo>
                  <a:pt x="1" y="361"/>
                </a:lnTo>
                <a:lnTo>
                  <a:pt x="1" y="350"/>
                </a:lnTo>
                <a:lnTo>
                  <a:pt x="0" y="340"/>
                </a:lnTo>
                <a:lnTo>
                  <a:pt x="1" y="329"/>
                </a:lnTo>
                <a:lnTo>
                  <a:pt x="1" y="318"/>
                </a:lnTo>
                <a:lnTo>
                  <a:pt x="3" y="308"/>
                </a:lnTo>
                <a:lnTo>
                  <a:pt x="4" y="297"/>
                </a:lnTo>
                <a:lnTo>
                  <a:pt x="7" y="287"/>
                </a:lnTo>
                <a:lnTo>
                  <a:pt x="9" y="276"/>
                </a:lnTo>
                <a:lnTo>
                  <a:pt x="12" y="266"/>
                </a:lnTo>
                <a:lnTo>
                  <a:pt x="16" y="255"/>
                </a:lnTo>
                <a:lnTo>
                  <a:pt x="20" y="245"/>
                </a:lnTo>
                <a:lnTo>
                  <a:pt x="25" y="235"/>
                </a:lnTo>
                <a:lnTo>
                  <a:pt x="30" y="225"/>
                </a:lnTo>
                <a:lnTo>
                  <a:pt x="36" y="215"/>
                </a:lnTo>
                <a:lnTo>
                  <a:pt x="41" y="205"/>
                </a:lnTo>
                <a:lnTo>
                  <a:pt x="48" y="195"/>
                </a:lnTo>
                <a:lnTo>
                  <a:pt x="55" y="186"/>
                </a:lnTo>
                <a:lnTo>
                  <a:pt x="62" y="176"/>
                </a:lnTo>
                <a:lnTo>
                  <a:pt x="70" y="167"/>
                </a:lnTo>
                <a:lnTo>
                  <a:pt x="78" y="158"/>
                </a:lnTo>
                <a:lnTo>
                  <a:pt x="87" y="149"/>
                </a:lnTo>
                <a:lnTo>
                  <a:pt x="96" y="140"/>
                </a:lnTo>
                <a:lnTo>
                  <a:pt x="105" y="132"/>
                </a:lnTo>
                <a:lnTo>
                  <a:pt x="115" y="123"/>
                </a:lnTo>
                <a:lnTo>
                  <a:pt x="125" y="115"/>
                </a:lnTo>
                <a:lnTo>
                  <a:pt x="136" y="107"/>
                </a:lnTo>
                <a:lnTo>
                  <a:pt x="147" y="100"/>
                </a:lnTo>
                <a:lnTo>
                  <a:pt x="158" y="92"/>
                </a:lnTo>
                <a:lnTo>
                  <a:pt x="169" y="85"/>
                </a:lnTo>
                <a:lnTo>
                  <a:pt x="181" y="78"/>
                </a:lnTo>
                <a:lnTo>
                  <a:pt x="194" y="71"/>
                </a:lnTo>
                <a:lnTo>
                  <a:pt x="206" y="65"/>
                </a:lnTo>
                <a:lnTo>
                  <a:pt x="219" y="59"/>
                </a:lnTo>
                <a:lnTo>
                  <a:pt x="232" y="53"/>
                </a:lnTo>
                <a:lnTo>
                  <a:pt x="245" y="47"/>
                </a:lnTo>
                <a:lnTo>
                  <a:pt x="259" y="42"/>
                </a:lnTo>
                <a:lnTo>
                  <a:pt x="273" y="37"/>
                </a:lnTo>
                <a:lnTo>
                  <a:pt x="287" y="33"/>
                </a:lnTo>
                <a:lnTo>
                  <a:pt x="301" y="28"/>
                </a:lnTo>
                <a:lnTo>
                  <a:pt x="316" y="24"/>
                </a:lnTo>
                <a:lnTo>
                  <a:pt x="330" y="20"/>
                </a:lnTo>
                <a:lnTo>
                  <a:pt x="345" y="17"/>
                </a:lnTo>
                <a:lnTo>
                  <a:pt x="360" y="14"/>
                </a:lnTo>
                <a:lnTo>
                  <a:pt x="375" y="11"/>
                </a:lnTo>
                <a:lnTo>
                  <a:pt x="390" y="8"/>
                </a:lnTo>
                <a:lnTo>
                  <a:pt x="406" y="6"/>
                </a:lnTo>
                <a:lnTo>
                  <a:pt x="421" y="4"/>
                </a:lnTo>
                <a:lnTo>
                  <a:pt x="437" y="3"/>
                </a:lnTo>
                <a:lnTo>
                  <a:pt x="452" y="2"/>
                </a:lnTo>
                <a:lnTo>
                  <a:pt x="468" y="1"/>
                </a:lnTo>
                <a:lnTo>
                  <a:pt x="484" y="0"/>
                </a:lnTo>
                <a:lnTo>
                  <a:pt x="499" y="0"/>
                </a:lnTo>
                <a:lnTo>
                  <a:pt x="516" y="0"/>
                </a:lnTo>
                <a:lnTo>
                  <a:pt x="532" y="1"/>
                </a:lnTo>
                <a:lnTo>
                  <a:pt x="547" y="2"/>
                </a:lnTo>
                <a:lnTo>
                  <a:pt x="563" y="3"/>
                </a:lnTo>
                <a:lnTo>
                  <a:pt x="578" y="4"/>
                </a:lnTo>
                <a:lnTo>
                  <a:pt x="594" y="6"/>
                </a:lnTo>
                <a:lnTo>
                  <a:pt x="609" y="8"/>
                </a:lnTo>
                <a:lnTo>
                  <a:pt x="624" y="11"/>
                </a:lnTo>
                <a:lnTo>
                  <a:pt x="639" y="14"/>
                </a:lnTo>
                <a:lnTo>
                  <a:pt x="654" y="17"/>
                </a:lnTo>
                <a:lnTo>
                  <a:pt x="669" y="20"/>
                </a:lnTo>
                <a:lnTo>
                  <a:pt x="684" y="24"/>
                </a:lnTo>
                <a:lnTo>
                  <a:pt x="698" y="28"/>
                </a:lnTo>
                <a:lnTo>
                  <a:pt x="713" y="33"/>
                </a:lnTo>
                <a:lnTo>
                  <a:pt x="727" y="37"/>
                </a:lnTo>
                <a:lnTo>
                  <a:pt x="741" y="42"/>
                </a:lnTo>
                <a:lnTo>
                  <a:pt x="754" y="47"/>
                </a:lnTo>
                <a:lnTo>
                  <a:pt x="768" y="53"/>
                </a:lnTo>
                <a:lnTo>
                  <a:pt x="781" y="59"/>
                </a:lnTo>
                <a:lnTo>
                  <a:pt x="793" y="65"/>
                </a:lnTo>
                <a:lnTo>
                  <a:pt x="806" y="71"/>
                </a:lnTo>
                <a:lnTo>
                  <a:pt x="818" y="78"/>
                </a:lnTo>
                <a:lnTo>
                  <a:pt x="830" y="85"/>
                </a:lnTo>
                <a:lnTo>
                  <a:pt x="842" y="92"/>
                </a:lnTo>
                <a:lnTo>
                  <a:pt x="853" y="100"/>
                </a:lnTo>
                <a:lnTo>
                  <a:pt x="864" y="107"/>
                </a:lnTo>
                <a:lnTo>
                  <a:pt x="874" y="115"/>
                </a:lnTo>
                <a:lnTo>
                  <a:pt x="885" y="123"/>
                </a:lnTo>
                <a:lnTo>
                  <a:pt x="894" y="132"/>
                </a:lnTo>
                <a:lnTo>
                  <a:pt x="904" y="140"/>
                </a:lnTo>
                <a:lnTo>
                  <a:pt x="913" y="149"/>
                </a:lnTo>
                <a:lnTo>
                  <a:pt x="921" y="158"/>
                </a:lnTo>
                <a:lnTo>
                  <a:pt x="930" y="167"/>
                </a:lnTo>
                <a:lnTo>
                  <a:pt x="937" y="176"/>
                </a:lnTo>
                <a:lnTo>
                  <a:pt x="945" y="186"/>
                </a:lnTo>
                <a:lnTo>
                  <a:pt x="952" y="195"/>
                </a:lnTo>
                <a:lnTo>
                  <a:pt x="958" y="205"/>
                </a:lnTo>
                <a:lnTo>
                  <a:pt x="964" y="215"/>
                </a:lnTo>
                <a:lnTo>
                  <a:pt x="970" y="225"/>
                </a:lnTo>
                <a:lnTo>
                  <a:pt x="975" y="235"/>
                </a:lnTo>
                <a:lnTo>
                  <a:pt x="979" y="245"/>
                </a:lnTo>
                <a:lnTo>
                  <a:pt x="983" y="255"/>
                </a:lnTo>
                <a:lnTo>
                  <a:pt x="987" y="266"/>
                </a:lnTo>
                <a:lnTo>
                  <a:pt x="990" y="276"/>
                </a:lnTo>
                <a:lnTo>
                  <a:pt x="993" y="287"/>
                </a:lnTo>
                <a:lnTo>
                  <a:pt x="995" y="297"/>
                </a:lnTo>
                <a:lnTo>
                  <a:pt x="997" y="308"/>
                </a:lnTo>
                <a:lnTo>
                  <a:pt x="998" y="318"/>
                </a:lnTo>
                <a:lnTo>
                  <a:pt x="999" y="329"/>
                </a:lnTo>
                <a:lnTo>
                  <a:pt x="999" y="340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1" name=""/>
          <p:cNvSpPr/>
          <p:nvPr/>
        </p:nvSpPr>
        <p:spPr>
          <a:xfrm>
            <a:off x="3945240" y="2823480"/>
            <a:ext cx="362160" cy="246600"/>
          </a:xfrm>
          <a:custGeom>
            <a:avLst/>
            <a:gdLst/>
            <a:ahLst/>
            <a:rect l="0" t="0" r="r" b="b"/>
            <a:pathLst>
              <a:path w="1006" h="685">
                <a:moveTo>
                  <a:pt x="1002" y="343"/>
                </a:moveTo>
                <a:lnTo>
                  <a:pt x="1002" y="332"/>
                </a:lnTo>
                <a:lnTo>
                  <a:pt x="1001" y="321"/>
                </a:lnTo>
                <a:lnTo>
                  <a:pt x="1000" y="311"/>
                </a:lnTo>
                <a:lnTo>
                  <a:pt x="998" y="300"/>
                </a:lnTo>
                <a:lnTo>
                  <a:pt x="996" y="290"/>
                </a:lnTo>
                <a:lnTo>
                  <a:pt x="993" y="279"/>
                </a:lnTo>
                <a:lnTo>
                  <a:pt x="990" y="269"/>
                </a:lnTo>
                <a:lnTo>
                  <a:pt x="986" y="258"/>
                </a:lnTo>
                <a:lnTo>
                  <a:pt x="982" y="248"/>
                </a:lnTo>
                <a:lnTo>
                  <a:pt x="978" y="238"/>
                </a:lnTo>
                <a:lnTo>
                  <a:pt x="973" y="228"/>
                </a:lnTo>
                <a:lnTo>
                  <a:pt x="967" y="218"/>
                </a:lnTo>
                <a:lnTo>
                  <a:pt x="961" y="208"/>
                </a:lnTo>
                <a:lnTo>
                  <a:pt x="955" y="198"/>
                </a:lnTo>
                <a:lnTo>
                  <a:pt x="948" y="189"/>
                </a:lnTo>
                <a:lnTo>
                  <a:pt x="940" y="179"/>
                </a:lnTo>
                <a:lnTo>
                  <a:pt x="933" y="170"/>
                </a:lnTo>
                <a:lnTo>
                  <a:pt x="924" y="161"/>
                </a:lnTo>
                <a:lnTo>
                  <a:pt x="916" y="152"/>
                </a:lnTo>
                <a:lnTo>
                  <a:pt x="907" y="143"/>
                </a:lnTo>
                <a:lnTo>
                  <a:pt x="897" y="135"/>
                </a:lnTo>
                <a:lnTo>
                  <a:pt x="888" y="126"/>
                </a:lnTo>
                <a:lnTo>
                  <a:pt x="877" y="118"/>
                </a:lnTo>
                <a:lnTo>
                  <a:pt x="867" y="110"/>
                </a:lnTo>
                <a:lnTo>
                  <a:pt x="856" y="103"/>
                </a:lnTo>
                <a:lnTo>
                  <a:pt x="845" y="95"/>
                </a:lnTo>
                <a:lnTo>
                  <a:pt x="833" y="88"/>
                </a:lnTo>
                <a:lnTo>
                  <a:pt x="821" y="81"/>
                </a:lnTo>
                <a:lnTo>
                  <a:pt x="809" y="74"/>
                </a:lnTo>
                <a:lnTo>
                  <a:pt x="796" y="68"/>
                </a:lnTo>
                <a:lnTo>
                  <a:pt x="784" y="62"/>
                </a:lnTo>
                <a:lnTo>
                  <a:pt x="771" y="56"/>
                </a:lnTo>
                <a:lnTo>
                  <a:pt x="757" y="50"/>
                </a:lnTo>
                <a:lnTo>
                  <a:pt x="744" y="45"/>
                </a:lnTo>
                <a:lnTo>
                  <a:pt x="730" y="40"/>
                </a:lnTo>
                <a:lnTo>
                  <a:pt x="716" y="36"/>
                </a:lnTo>
                <a:lnTo>
                  <a:pt x="701" y="31"/>
                </a:lnTo>
                <a:lnTo>
                  <a:pt x="687" y="27"/>
                </a:lnTo>
                <a:lnTo>
                  <a:pt x="672" y="23"/>
                </a:lnTo>
                <a:lnTo>
                  <a:pt x="657" y="20"/>
                </a:lnTo>
                <a:lnTo>
                  <a:pt x="642" y="17"/>
                </a:lnTo>
                <a:lnTo>
                  <a:pt x="627" y="14"/>
                </a:lnTo>
                <a:lnTo>
                  <a:pt x="612" y="10"/>
                </a:lnTo>
                <a:lnTo>
                  <a:pt x="596" y="8"/>
                </a:lnTo>
                <a:lnTo>
                  <a:pt x="580" y="6"/>
                </a:lnTo>
                <a:lnTo>
                  <a:pt x="565" y="5"/>
                </a:lnTo>
                <a:lnTo>
                  <a:pt x="549" y="4"/>
                </a:lnTo>
                <a:lnTo>
                  <a:pt x="534" y="3"/>
                </a:lnTo>
                <a:lnTo>
                  <a:pt x="518" y="2"/>
                </a:lnTo>
                <a:lnTo>
                  <a:pt x="502" y="2"/>
                </a:lnTo>
                <a:lnTo>
                  <a:pt x="487" y="2"/>
                </a:lnTo>
                <a:lnTo>
                  <a:pt x="471" y="3"/>
                </a:lnTo>
                <a:lnTo>
                  <a:pt x="455" y="4"/>
                </a:lnTo>
                <a:lnTo>
                  <a:pt x="440" y="5"/>
                </a:lnTo>
                <a:lnTo>
                  <a:pt x="424" y="6"/>
                </a:lnTo>
                <a:lnTo>
                  <a:pt x="409" y="8"/>
                </a:lnTo>
                <a:lnTo>
                  <a:pt x="393" y="10"/>
                </a:lnTo>
                <a:lnTo>
                  <a:pt x="378" y="14"/>
                </a:lnTo>
                <a:lnTo>
                  <a:pt x="363" y="17"/>
                </a:lnTo>
                <a:lnTo>
                  <a:pt x="348" y="20"/>
                </a:lnTo>
                <a:lnTo>
                  <a:pt x="333" y="23"/>
                </a:lnTo>
                <a:lnTo>
                  <a:pt x="319" y="27"/>
                </a:lnTo>
                <a:lnTo>
                  <a:pt x="304" y="31"/>
                </a:lnTo>
                <a:lnTo>
                  <a:pt x="290" y="36"/>
                </a:lnTo>
                <a:lnTo>
                  <a:pt x="276" y="40"/>
                </a:lnTo>
                <a:lnTo>
                  <a:pt x="262" y="45"/>
                </a:lnTo>
                <a:lnTo>
                  <a:pt x="248" y="50"/>
                </a:lnTo>
                <a:lnTo>
                  <a:pt x="235" y="56"/>
                </a:lnTo>
                <a:lnTo>
                  <a:pt x="222" y="62"/>
                </a:lnTo>
                <a:lnTo>
                  <a:pt x="209" y="68"/>
                </a:lnTo>
                <a:lnTo>
                  <a:pt x="197" y="74"/>
                </a:lnTo>
                <a:lnTo>
                  <a:pt x="184" y="81"/>
                </a:lnTo>
                <a:lnTo>
                  <a:pt x="172" y="88"/>
                </a:lnTo>
                <a:lnTo>
                  <a:pt x="161" y="95"/>
                </a:lnTo>
                <a:lnTo>
                  <a:pt x="150" y="103"/>
                </a:lnTo>
                <a:lnTo>
                  <a:pt x="139" y="110"/>
                </a:lnTo>
                <a:lnTo>
                  <a:pt x="128" y="118"/>
                </a:lnTo>
                <a:lnTo>
                  <a:pt x="118" y="126"/>
                </a:lnTo>
                <a:lnTo>
                  <a:pt x="108" y="135"/>
                </a:lnTo>
                <a:lnTo>
                  <a:pt x="99" y="143"/>
                </a:lnTo>
                <a:lnTo>
                  <a:pt x="90" y="152"/>
                </a:lnTo>
                <a:lnTo>
                  <a:pt x="81" y="161"/>
                </a:lnTo>
                <a:lnTo>
                  <a:pt x="73" y="170"/>
                </a:lnTo>
                <a:lnTo>
                  <a:pt x="65" y="179"/>
                </a:lnTo>
                <a:lnTo>
                  <a:pt x="58" y="189"/>
                </a:lnTo>
                <a:lnTo>
                  <a:pt x="51" y="198"/>
                </a:lnTo>
                <a:lnTo>
                  <a:pt x="44" y="208"/>
                </a:lnTo>
                <a:lnTo>
                  <a:pt x="39" y="218"/>
                </a:lnTo>
                <a:lnTo>
                  <a:pt x="33" y="228"/>
                </a:lnTo>
                <a:lnTo>
                  <a:pt x="28" y="238"/>
                </a:lnTo>
                <a:lnTo>
                  <a:pt x="23" y="248"/>
                </a:lnTo>
                <a:lnTo>
                  <a:pt x="19" y="258"/>
                </a:lnTo>
                <a:lnTo>
                  <a:pt x="15" y="269"/>
                </a:lnTo>
                <a:lnTo>
                  <a:pt x="12" y="279"/>
                </a:lnTo>
                <a:lnTo>
                  <a:pt x="10" y="290"/>
                </a:lnTo>
                <a:lnTo>
                  <a:pt x="7" y="300"/>
                </a:lnTo>
                <a:lnTo>
                  <a:pt x="6" y="311"/>
                </a:lnTo>
                <a:lnTo>
                  <a:pt x="4" y="321"/>
                </a:lnTo>
                <a:lnTo>
                  <a:pt x="4" y="332"/>
                </a:lnTo>
                <a:lnTo>
                  <a:pt x="3" y="343"/>
                </a:lnTo>
                <a:lnTo>
                  <a:pt x="4" y="353"/>
                </a:lnTo>
                <a:lnTo>
                  <a:pt x="4" y="364"/>
                </a:lnTo>
                <a:lnTo>
                  <a:pt x="6" y="375"/>
                </a:lnTo>
                <a:lnTo>
                  <a:pt x="7" y="385"/>
                </a:lnTo>
                <a:lnTo>
                  <a:pt x="10" y="396"/>
                </a:lnTo>
                <a:lnTo>
                  <a:pt x="12" y="406"/>
                </a:lnTo>
                <a:lnTo>
                  <a:pt x="15" y="417"/>
                </a:lnTo>
                <a:lnTo>
                  <a:pt x="19" y="427"/>
                </a:lnTo>
                <a:lnTo>
                  <a:pt x="23" y="437"/>
                </a:lnTo>
                <a:lnTo>
                  <a:pt x="28" y="448"/>
                </a:lnTo>
                <a:lnTo>
                  <a:pt x="33" y="458"/>
                </a:lnTo>
                <a:lnTo>
                  <a:pt x="39" y="468"/>
                </a:lnTo>
                <a:lnTo>
                  <a:pt x="44" y="477"/>
                </a:lnTo>
                <a:lnTo>
                  <a:pt x="51" y="487"/>
                </a:lnTo>
                <a:lnTo>
                  <a:pt x="58" y="497"/>
                </a:lnTo>
                <a:lnTo>
                  <a:pt x="65" y="506"/>
                </a:lnTo>
                <a:lnTo>
                  <a:pt x="73" y="515"/>
                </a:lnTo>
                <a:lnTo>
                  <a:pt x="81" y="525"/>
                </a:lnTo>
                <a:lnTo>
                  <a:pt x="90" y="533"/>
                </a:lnTo>
                <a:lnTo>
                  <a:pt x="99" y="542"/>
                </a:lnTo>
                <a:lnTo>
                  <a:pt x="108" y="551"/>
                </a:lnTo>
                <a:lnTo>
                  <a:pt x="118" y="559"/>
                </a:lnTo>
                <a:lnTo>
                  <a:pt x="128" y="567"/>
                </a:lnTo>
                <a:lnTo>
                  <a:pt x="139" y="575"/>
                </a:lnTo>
                <a:lnTo>
                  <a:pt x="150" y="583"/>
                </a:lnTo>
                <a:lnTo>
                  <a:pt x="161" y="590"/>
                </a:lnTo>
                <a:lnTo>
                  <a:pt x="172" y="597"/>
                </a:lnTo>
                <a:lnTo>
                  <a:pt x="184" y="604"/>
                </a:lnTo>
                <a:lnTo>
                  <a:pt x="197" y="611"/>
                </a:lnTo>
                <a:lnTo>
                  <a:pt x="209" y="617"/>
                </a:lnTo>
                <a:lnTo>
                  <a:pt x="222" y="623"/>
                </a:lnTo>
                <a:lnTo>
                  <a:pt x="235" y="629"/>
                </a:lnTo>
                <a:lnTo>
                  <a:pt x="248" y="635"/>
                </a:lnTo>
                <a:lnTo>
                  <a:pt x="262" y="640"/>
                </a:lnTo>
                <a:lnTo>
                  <a:pt x="276" y="645"/>
                </a:lnTo>
                <a:lnTo>
                  <a:pt x="290" y="650"/>
                </a:lnTo>
                <a:lnTo>
                  <a:pt x="304" y="654"/>
                </a:lnTo>
                <a:lnTo>
                  <a:pt x="319" y="658"/>
                </a:lnTo>
                <a:lnTo>
                  <a:pt x="333" y="662"/>
                </a:lnTo>
                <a:lnTo>
                  <a:pt x="348" y="665"/>
                </a:lnTo>
                <a:lnTo>
                  <a:pt x="363" y="669"/>
                </a:lnTo>
                <a:lnTo>
                  <a:pt x="378" y="671"/>
                </a:lnTo>
                <a:lnTo>
                  <a:pt x="393" y="674"/>
                </a:lnTo>
                <a:lnTo>
                  <a:pt x="409" y="676"/>
                </a:lnTo>
                <a:lnTo>
                  <a:pt x="424" y="678"/>
                </a:lnTo>
                <a:lnTo>
                  <a:pt x="440" y="679"/>
                </a:lnTo>
                <a:lnTo>
                  <a:pt x="455" y="681"/>
                </a:lnTo>
                <a:lnTo>
                  <a:pt x="471" y="681"/>
                </a:lnTo>
                <a:lnTo>
                  <a:pt x="487" y="682"/>
                </a:lnTo>
                <a:lnTo>
                  <a:pt x="502" y="682"/>
                </a:lnTo>
                <a:lnTo>
                  <a:pt x="518" y="682"/>
                </a:lnTo>
                <a:lnTo>
                  <a:pt x="534" y="681"/>
                </a:lnTo>
                <a:lnTo>
                  <a:pt x="549" y="681"/>
                </a:lnTo>
                <a:lnTo>
                  <a:pt x="565" y="679"/>
                </a:lnTo>
                <a:lnTo>
                  <a:pt x="580" y="678"/>
                </a:lnTo>
                <a:lnTo>
                  <a:pt x="596" y="676"/>
                </a:lnTo>
                <a:lnTo>
                  <a:pt x="612" y="674"/>
                </a:lnTo>
                <a:lnTo>
                  <a:pt x="627" y="671"/>
                </a:lnTo>
                <a:lnTo>
                  <a:pt x="642" y="669"/>
                </a:lnTo>
                <a:lnTo>
                  <a:pt x="657" y="665"/>
                </a:lnTo>
                <a:lnTo>
                  <a:pt x="672" y="662"/>
                </a:lnTo>
                <a:lnTo>
                  <a:pt x="687" y="658"/>
                </a:lnTo>
                <a:lnTo>
                  <a:pt x="701" y="654"/>
                </a:lnTo>
                <a:lnTo>
                  <a:pt x="716" y="650"/>
                </a:lnTo>
                <a:lnTo>
                  <a:pt x="730" y="645"/>
                </a:lnTo>
                <a:lnTo>
                  <a:pt x="744" y="640"/>
                </a:lnTo>
                <a:lnTo>
                  <a:pt x="757" y="635"/>
                </a:lnTo>
                <a:lnTo>
                  <a:pt x="771" y="629"/>
                </a:lnTo>
                <a:lnTo>
                  <a:pt x="784" y="623"/>
                </a:lnTo>
                <a:lnTo>
                  <a:pt x="796" y="617"/>
                </a:lnTo>
                <a:lnTo>
                  <a:pt x="809" y="611"/>
                </a:lnTo>
                <a:lnTo>
                  <a:pt x="821" y="604"/>
                </a:lnTo>
                <a:lnTo>
                  <a:pt x="833" y="597"/>
                </a:lnTo>
                <a:lnTo>
                  <a:pt x="845" y="590"/>
                </a:lnTo>
                <a:lnTo>
                  <a:pt x="856" y="583"/>
                </a:lnTo>
                <a:lnTo>
                  <a:pt x="867" y="575"/>
                </a:lnTo>
                <a:lnTo>
                  <a:pt x="877" y="567"/>
                </a:lnTo>
                <a:lnTo>
                  <a:pt x="888" y="559"/>
                </a:lnTo>
                <a:lnTo>
                  <a:pt x="897" y="551"/>
                </a:lnTo>
                <a:lnTo>
                  <a:pt x="907" y="542"/>
                </a:lnTo>
                <a:lnTo>
                  <a:pt x="916" y="533"/>
                </a:lnTo>
                <a:lnTo>
                  <a:pt x="924" y="525"/>
                </a:lnTo>
                <a:lnTo>
                  <a:pt x="933" y="515"/>
                </a:lnTo>
                <a:lnTo>
                  <a:pt x="940" y="506"/>
                </a:lnTo>
                <a:lnTo>
                  <a:pt x="948" y="497"/>
                </a:lnTo>
                <a:lnTo>
                  <a:pt x="955" y="487"/>
                </a:lnTo>
                <a:lnTo>
                  <a:pt x="961" y="477"/>
                </a:lnTo>
                <a:lnTo>
                  <a:pt x="967" y="468"/>
                </a:lnTo>
                <a:lnTo>
                  <a:pt x="973" y="458"/>
                </a:lnTo>
                <a:lnTo>
                  <a:pt x="978" y="448"/>
                </a:lnTo>
                <a:lnTo>
                  <a:pt x="982" y="437"/>
                </a:lnTo>
                <a:lnTo>
                  <a:pt x="986" y="427"/>
                </a:lnTo>
                <a:lnTo>
                  <a:pt x="990" y="417"/>
                </a:lnTo>
                <a:lnTo>
                  <a:pt x="993" y="406"/>
                </a:lnTo>
                <a:lnTo>
                  <a:pt x="996" y="396"/>
                </a:lnTo>
                <a:lnTo>
                  <a:pt x="998" y="385"/>
                </a:lnTo>
                <a:lnTo>
                  <a:pt x="1000" y="375"/>
                </a:lnTo>
                <a:lnTo>
                  <a:pt x="1001" y="364"/>
                </a:lnTo>
                <a:lnTo>
                  <a:pt x="1002" y="353"/>
                </a:lnTo>
                <a:lnTo>
                  <a:pt x="1002" y="343"/>
                </a:lnTo>
                <a:moveTo>
                  <a:pt x="1006" y="343"/>
                </a:moveTo>
                <a:lnTo>
                  <a:pt x="1006" y="353"/>
                </a:lnTo>
                <a:lnTo>
                  <a:pt x="1005" y="364"/>
                </a:lnTo>
                <a:lnTo>
                  <a:pt x="1004" y="375"/>
                </a:lnTo>
                <a:lnTo>
                  <a:pt x="1002" y="386"/>
                </a:lnTo>
                <a:lnTo>
                  <a:pt x="1000" y="396"/>
                </a:lnTo>
                <a:lnTo>
                  <a:pt x="997" y="407"/>
                </a:lnTo>
                <a:lnTo>
                  <a:pt x="994" y="417"/>
                </a:lnTo>
                <a:lnTo>
                  <a:pt x="990" y="428"/>
                </a:lnTo>
                <a:lnTo>
                  <a:pt x="986" y="438"/>
                </a:lnTo>
                <a:lnTo>
                  <a:pt x="981" y="448"/>
                </a:lnTo>
                <a:lnTo>
                  <a:pt x="976" y="458"/>
                </a:lnTo>
                <a:lnTo>
                  <a:pt x="971" y="469"/>
                </a:lnTo>
                <a:lnTo>
                  <a:pt x="964" y="478"/>
                </a:lnTo>
                <a:lnTo>
                  <a:pt x="958" y="488"/>
                </a:lnTo>
                <a:lnTo>
                  <a:pt x="951" y="498"/>
                </a:lnTo>
                <a:lnTo>
                  <a:pt x="944" y="507"/>
                </a:lnTo>
                <a:lnTo>
                  <a:pt x="936" y="517"/>
                </a:lnTo>
                <a:lnTo>
                  <a:pt x="928" y="526"/>
                </a:lnTo>
                <a:lnTo>
                  <a:pt x="919" y="535"/>
                </a:lnTo>
                <a:lnTo>
                  <a:pt x="910" y="544"/>
                </a:lnTo>
                <a:lnTo>
                  <a:pt x="900" y="552"/>
                </a:lnTo>
                <a:lnTo>
                  <a:pt x="890" y="561"/>
                </a:lnTo>
                <a:lnTo>
                  <a:pt x="880" y="569"/>
                </a:lnTo>
                <a:lnTo>
                  <a:pt x="870" y="577"/>
                </a:lnTo>
                <a:lnTo>
                  <a:pt x="859" y="584"/>
                </a:lnTo>
                <a:lnTo>
                  <a:pt x="847" y="592"/>
                </a:lnTo>
                <a:lnTo>
                  <a:pt x="836" y="599"/>
                </a:lnTo>
                <a:lnTo>
                  <a:pt x="824" y="606"/>
                </a:lnTo>
                <a:lnTo>
                  <a:pt x="811" y="613"/>
                </a:lnTo>
                <a:lnTo>
                  <a:pt x="799" y="619"/>
                </a:lnTo>
                <a:lnTo>
                  <a:pt x="786" y="626"/>
                </a:lnTo>
                <a:lnTo>
                  <a:pt x="773" y="631"/>
                </a:lnTo>
                <a:lnTo>
                  <a:pt x="759" y="637"/>
                </a:lnTo>
                <a:lnTo>
                  <a:pt x="745" y="642"/>
                </a:lnTo>
                <a:lnTo>
                  <a:pt x="731" y="647"/>
                </a:lnTo>
                <a:lnTo>
                  <a:pt x="717" y="652"/>
                </a:lnTo>
                <a:lnTo>
                  <a:pt x="703" y="657"/>
                </a:lnTo>
                <a:lnTo>
                  <a:pt x="688" y="661"/>
                </a:lnTo>
                <a:lnTo>
                  <a:pt x="673" y="664"/>
                </a:lnTo>
                <a:lnTo>
                  <a:pt x="659" y="668"/>
                </a:lnTo>
                <a:lnTo>
                  <a:pt x="643" y="671"/>
                </a:lnTo>
                <a:lnTo>
                  <a:pt x="628" y="674"/>
                </a:lnTo>
                <a:lnTo>
                  <a:pt x="613" y="676"/>
                </a:lnTo>
                <a:lnTo>
                  <a:pt x="596" y="679"/>
                </a:lnTo>
                <a:lnTo>
                  <a:pt x="581" y="680"/>
                </a:lnTo>
                <a:lnTo>
                  <a:pt x="565" y="682"/>
                </a:lnTo>
                <a:lnTo>
                  <a:pt x="550" y="683"/>
                </a:lnTo>
                <a:lnTo>
                  <a:pt x="534" y="684"/>
                </a:lnTo>
                <a:lnTo>
                  <a:pt x="518" y="684"/>
                </a:lnTo>
                <a:lnTo>
                  <a:pt x="502" y="685"/>
                </a:lnTo>
                <a:lnTo>
                  <a:pt x="486" y="684"/>
                </a:lnTo>
                <a:lnTo>
                  <a:pt x="471" y="684"/>
                </a:lnTo>
                <a:lnTo>
                  <a:pt x="455" y="683"/>
                </a:lnTo>
                <a:lnTo>
                  <a:pt x="439" y="682"/>
                </a:lnTo>
                <a:lnTo>
                  <a:pt x="424" y="680"/>
                </a:lnTo>
                <a:lnTo>
                  <a:pt x="408" y="679"/>
                </a:lnTo>
                <a:lnTo>
                  <a:pt x="393" y="676"/>
                </a:lnTo>
                <a:lnTo>
                  <a:pt x="377" y="674"/>
                </a:lnTo>
                <a:lnTo>
                  <a:pt x="362" y="671"/>
                </a:lnTo>
                <a:lnTo>
                  <a:pt x="347" y="668"/>
                </a:lnTo>
                <a:lnTo>
                  <a:pt x="332" y="664"/>
                </a:lnTo>
                <a:lnTo>
                  <a:pt x="317" y="661"/>
                </a:lnTo>
                <a:lnTo>
                  <a:pt x="303" y="657"/>
                </a:lnTo>
                <a:lnTo>
                  <a:pt x="288" y="652"/>
                </a:lnTo>
                <a:lnTo>
                  <a:pt x="274" y="647"/>
                </a:lnTo>
                <a:lnTo>
                  <a:pt x="260" y="642"/>
                </a:lnTo>
                <a:lnTo>
                  <a:pt x="246" y="637"/>
                </a:lnTo>
                <a:lnTo>
                  <a:pt x="233" y="631"/>
                </a:lnTo>
                <a:lnTo>
                  <a:pt x="220" y="626"/>
                </a:lnTo>
                <a:lnTo>
                  <a:pt x="207" y="619"/>
                </a:lnTo>
                <a:lnTo>
                  <a:pt x="194" y="613"/>
                </a:lnTo>
                <a:lnTo>
                  <a:pt x="182" y="606"/>
                </a:lnTo>
                <a:lnTo>
                  <a:pt x="170" y="599"/>
                </a:lnTo>
                <a:lnTo>
                  <a:pt x="158" y="592"/>
                </a:lnTo>
                <a:lnTo>
                  <a:pt x="147" y="584"/>
                </a:lnTo>
                <a:lnTo>
                  <a:pt x="136" y="577"/>
                </a:lnTo>
                <a:lnTo>
                  <a:pt x="125" y="569"/>
                </a:lnTo>
                <a:lnTo>
                  <a:pt x="115" y="561"/>
                </a:lnTo>
                <a:lnTo>
                  <a:pt x="105" y="552"/>
                </a:lnTo>
                <a:lnTo>
                  <a:pt x="96" y="544"/>
                </a:lnTo>
                <a:lnTo>
                  <a:pt x="87" y="535"/>
                </a:lnTo>
                <a:lnTo>
                  <a:pt x="78" y="526"/>
                </a:lnTo>
                <a:lnTo>
                  <a:pt x="70" y="517"/>
                </a:lnTo>
                <a:lnTo>
                  <a:pt x="62" y="507"/>
                </a:lnTo>
                <a:lnTo>
                  <a:pt x="54" y="498"/>
                </a:lnTo>
                <a:lnTo>
                  <a:pt x="48" y="488"/>
                </a:lnTo>
                <a:lnTo>
                  <a:pt x="41" y="478"/>
                </a:lnTo>
                <a:lnTo>
                  <a:pt x="35" y="469"/>
                </a:lnTo>
                <a:lnTo>
                  <a:pt x="29" y="458"/>
                </a:lnTo>
                <a:lnTo>
                  <a:pt x="24" y="448"/>
                </a:lnTo>
                <a:lnTo>
                  <a:pt x="20" y="438"/>
                </a:lnTo>
                <a:lnTo>
                  <a:pt x="15" y="428"/>
                </a:lnTo>
                <a:lnTo>
                  <a:pt x="12" y="417"/>
                </a:lnTo>
                <a:lnTo>
                  <a:pt x="9" y="407"/>
                </a:lnTo>
                <a:lnTo>
                  <a:pt x="6" y="396"/>
                </a:lnTo>
                <a:lnTo>
                  <a:pt x="4" y="386"/>
                </a:lnTo>
                <a:lnTo>
                  <a:pt x="2" y="375"/>
                </a:lnTo>
                <a:lnTo>
                  <a:pt x="1" y="364"/>
                </a:lnTo>
                <a:lnTo>
                  <a:pt x="0" y="353"/>
                </a:lnTo>
                <a:lnTo>
                  <a:pt x="0" y="343"/>
                </a:lnTo>
                <a:lnTo>
                  <a:pt x="0" y="332"/>
                </a:lnTo>
                <a:lnTo>
                  <a:pt x="1" y="321"/>
                </a:lnTo>
                <a:lnTo>
                  <a:pt x="2" y="310"/>
                </a:lnTo>
                <a:lnTo>
                  <a:pt x="4" y="300"/>
                </a:lnTo>
                <a:lnTo>
                  <a:pt x="6" y="289"/>
                </a:lnTo>
                <a:lnTo>
                  <a:pt x="9" y="279"/>
                </a:lnTo>
                <a:lnTo>
                  <a:pt x="12" y="268"/>
                </a:lnTo>
                <a:lnTo>
                  <a:pt x="15" y="258"/>
                </a:lnTo>
                <a:lnTo>
                  <a:pt x="20" y="247"/>
                </a:lnTo>
                <a:lnTo>
                  <a:pt x="24" y="237"/>
                </a:lnTo>
                <a:lnTo>
                  <a:pt x="29" y="227"/>
                </a:lnTo>
                <a:lnTo>
                  <a:pt x="35" y="217"/>
                </a:lnTo>
                <a:lnTo>
                  <a:pt x="41" y="207"/>
                </a:lnTo>
                <a:lnTo>
                  <a:pt x="48" y="197"/>
                </a:lnTo>
                <a:lnTo>
                  <a:pt x="54" y="187"/>
                </a:lnTo>
                <a:lnTo>
                  <a:pt x="62" y="178"/>
                </a:lnTo>
                <a:lnTo>
                  <a:pt x="70" y="169"/>
                </a:lnTo>
                <a:lnTo>
                  <a:pt x="78" y="159"/>
                </a:lnTo>
                <a:lnTo>
                  <a:pt x="87" y="150"/>
                </a:lnTo>
                <a:lnTo>
                  <a:pt x="96" y="142"/>
                </a:lnTo>
                <a:lnTo>
                  <a:pt x="105" y="133"/>
                </a:lnTo>
                <a:lnTo>
                  <a:pt x="115" y="125"/>
                </a:lnTo>
                <a:lnTo>
                  <a:pt x="125" y="116"/>
                </a:lnTo>
                <a:lnTo>
                  <a:pt x="136" y="109"/>
                </a:lnTo>
                <a:lnTo>
                  <a:pt x="147" y="101"/>
                </a:lnTo>
                <a:lnTo>
                  <a:pt x="158" y="93"/>
                </a:lnTo>
                <a:lnTo>
                  <a:pt x="170" y="86"/>
                </a:lnTo>
                <a:lnTo>
                  <a:pt x="182" y="79"/>
                </a:lnTo>
                <a:lnTo>
                  <a:pt x="194" y="72"/>
                </a:lnTo>
                <a:lnTo>
                  <a:pt x="207" y="66"/>
                </a:lnTo>
                <a:lnTo>
                  <a:pt x="220" y="60"/>
                </a:lnTo>
                <a:lnTo>
                  <a:pt x="233" y="54"/>
                </a:lnTo>
                <a:lnTo>
                  <a:pt x="246" y="48"/>
                </a:lnTo>
                <a:lnTo>
                  <a:pt x="260" y="43"/>
                </a:lnTo>
                <a:lnTo>
                  <a:pt x="274" y="38"/>
                </a:lnTo>
                <a:lnTo>
                  <a:pt x="288" y="33"/>
                </a:lnTo>
                <a:lnTo>
                  <a:pt x="303" y="29"/>
                </a:lnTo>
                <a:lnTo>
                  <a:pt x="317" y="25"/>
                </a:lnTo>
                <a:lnTo>
                  <a:pt x="332" y="21"/>
                </a:lnTo>
                <a:lnTo>
                  <a:pt x="347" y="17"/>
                </a:lnTo>
                <a:lnTo>
                  <a:pt x="362" y="14"/>
                </a:lnTo>
                <a:lnTo>
                  <a:pt x="377" y="10"/>
                </a:lnTo>
                <a:lnTo>
                  <a:pt x="393" y="8"/>
                </a:lnTo>
                <a:lnTo>
                  <a:pt x="408" y="6"/>
                </a:lnTo>
                <a:lnTo>
                  <a:pt x="424" y="4"/>
                </a:lnTo>
                <a:lnTo>
                  <a:pt x="439" y="2"/>
                </a:lnTo>
                <a:lnTo>
                  <a:pt x="455" y="1"/>
                </a:lnTo>
                <a:lnTo>
                  <a:pt x="471" y="0"/>
                </a:lnTo>
                <a:lnTo>
                  <a:pt x="486" y="0"/>
                </a:lnTo>
                <a:lnTo>
                  <a:pt x="502" y="0"/>
                </a:lnTo>
                <a:lnTo>
                  <a:pt x="518" y="0"/>
                </a:lnTo>
                <a:lnTo>
                  <a:pt x="534" y="0"/>
                </a:lnTo>
                <a:lnTo>
                  <a:pt x="550" y="1"/>
                </a:lnTo>
                <a:lnTo>
                  <a:pt x="565" y="2"/>
                </a:lnTo>
                <a:lnTo>
                  <a:pt x="581" y="4"/>
                </a:lnTo>
                <a:lnTo>
                  <a:pt x="596" y="6"/>
                </a:lnTo>
                <a:lnTo>
                  <a:pt x="613" y="8"/>
                </a:lnTo>
                <a:lnTo>
                  <a:pt x="628" y="10"/>
                </a:lnTo>
                <a:lnTo>
                  <a:pt x="643" y="14"/>
                </a:lnTo>
                <a:lnTo>
                  <a:pt x="659" y="17"/>
                </a:lnTo>
                <a:lnTo>
                  <a:pt x="673" y="21"/>
                </a:lnTo>
                <a:lnTo>
                  <a:pt x="688" y="25"/>
                </a:lnTo>
                <a:lnTo>
                  <a:pt x="703" y="29"/>
                </a:lnTo>
                <a:lnTo>
                  <a:pt x="717" y="33"/>
                </a:lnTo>
                <a:lnTo>
                  <a:pt x="731" y="38"/>
                </a:lnTo>
                <a:lnTo>
                  <a:pt x="745" y="43"/>
                </a:lnTo>
                <a:lnTo>
                  <a:pt x="759" y="48"/>
                </a:lnTo>
                <a:lnTo>
                  <a:pt x="773" y="54"/>
                </a:lnTo>
                <a:lnTo>
                  <a:pt x="786" y="60"/>
                </a:lnTo>
                <a:lnTo>
                  <a:pt x="799" y="66"/>
                </a:lnTo>
                <a:lnTo>
                  <a:pt x="811" y="72"/>
                </a:lnTo>
                <a:lnTo>
                  <a:pt x="824" y="79"/>
                </a:lnTo>
                <a:lnTo>
                  <a:pt x="836" y="86"/>
                </a:lnTo>
                <a:lnTo>
                  <a:pt x="847" y="93"/>
                </a:lnTo>
                <a:lnTo>
                  <a:pt x="859" y="101"/>
                </a:lnTo>
                <a:lnTo>
                  <a:pt x="870" y="109"/>
                </a:lnTo>
                <a:lnTo>
                  <a:pt x="880" y="116"/>
                </a:lnTo>
                <a:lnTo>
                  <a:pt x="890" y="125"/>
                </a:lnTo>
                <a:lnTo>
                  <a:pt x="900" y="133"/>
                </a:lnTo>
                <a:lnTo>
                  <a:pt x="910" y="142"/>
                </a:lnTo>
                <a:lnTo>
                  <a:pt x="919" y="150"/>
                </a:lnTo>
                <a:lnTo>
                  <a:pt x="928" y="159"/>
                </a:lnTo>
                <a:lnTo>
                  <a:pt x="936" y="169"/>
                </a:lnTo>
                <a:lnTo>
                  <a:pt x="944" y="178"/>
                </a:lnTo>
                <a:lnTo>
                  <a:pt x="951" y="187"/>
                </a:lnTo>
                <a:lnTo>
                  <a:pt x="958" y="197"/>
                </a:lnTo>
                <a:lnTo>
                  <a:pt x="964" y="207"/>
                </a:lnTo>
                <a:lnTo>
                  <a:pt x="971" y="217"/>
                </a:lnTo>
                <a:lnTo>
                  <a:pt x="976" y="227"/>
                </a:lnTo>
                <a:lnTo>
                  <a:pt x="981" y="237"/>
                </a:lnTo>
                <a:lnTo>
                  <a:pt x="986" y="247"/>
                </a:lnTo>
                <a:lnTo>
                  <a:pt x="990" y="258"/>
                </a:lnTo>
                <a:lnTo>
                  <a:pt x="994" y="268"/>
                </a:lnTo>
                <a:lnTo>
                  <a:pt x="997" y="279"/>
                </a:lnTo>
                <a:lnTo>
                  <a:pt x="1000" y="289"/>
                </a:lnTo>
                <a:lnTo>
                  <a:pt x="1002" y="300"/>
                </a:lnTo>
                <a:lnTo>
                  <a:pt x="1004" y="310"/>
                </a:lnTo>
                <a:lnTo>
                  <a:pt x="1005" y="321"/>
                </a:lnTo>
                <a:lnTo>
                  <a:pt x="1006" y="332"/>
                </a:lnTo>
                <a:lnTo>
                  <a:pt x="1006" y="343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2" name=""/>
          <p:cNvSpPr/>
          <p:nvPr/>
        </p:nvSpPr>
        <p:spPr>
          <a:xfrm>
            <a:off x="3943800" y="2822400"/>
            <a:ext cx="365040" cy="248400"/>
          </a:xfrm>
          <a:custGeom>
            <a:avLst/>
            <a:gdLst/>
            <a:ahLst/>
            <a:rect l="0" t="0" r="r" b="b"/>
            <a:pathLst>
              <a:path w="1014" h="690">
                <a:moveTo>
                  <a:pt x="1010" y="346"/>
                </a:moveTo>
                <a:lnTo>
                  <a:pt x="1010" y="335"/>
                </a:lnTo>
                <a:lnTo>
                  <a:pt x="1009" y="324"/>
                </a:lnTo>
                <a:lnTo>
                  <a:pt x="1008" y="313"/>
                </a:lnTo>
                <a:lnTo>
                  <a:pt x="1006" y="303"/>
                </a:lnTo>
                <a:lnTo>
                  <a:pt x="1004" y="292"/>
                </a:lnTo>
                <a:lnTo>
                  <a:pt x="1001" y="282"/>
                </a:lnTo>
                <a:lnTo>
                  <a:pt x="998" y="271"/>
                </a:lnTo>
                <a:lnTo>
                  <a:pt x="994" y="261"/>
                </a:lnTo>
                <a:lnTo>
                  <a:pt x="990" y="250"/>
                </a:lnTo>
                <a:lnTo>
                  <a:pt x="985" y="240"/>
                </a:lnTo>
                <a:lnTo>
                  <a:pt x="980" y="230"/>
                </a:lnTo>
                <a:lnTo>
                  <a:pt x="975" y="220"/>
                </a:lnTo>
                <a:lnTo>
                  <a:pt x="968" y="210"/>
                </a:lnTo>
                <a:lnTo>
                  <a:pt x="962" y="200"/>
                </a:lnTo>
                <a:lnTo>
                  <a:pt x="955" y="190"/>
                </a:lnTo>
                <a:lnTo>
                  <a:pt x="948" y="181"/>
                </a:lnTo>
                <a:lnTo>
                  <a:pt x="940" y="172"/>
                </a:lnTo>
                <a:lnTo>
                  <a:pt x="932" y="162"/>
                </a:lnTo>
                <a:lnTo>
                  <a:pt x="923" y="153"/>
                </a:lnTo>
                <a:lnTo>
                  <a:pt x="914" y="145"/>
                </a:lnTo>
                <a:lnTo>
                  <a:pt x="904" y="136"/>
                </a:lnTo>
                <a:lnTo>
                  <a:pt x="894" y="128"/>
                </a:lnTo>
                <a:lnTo>
                  <a:pt x="884" y="119"/>
                </a:lnTo>
                <a:lnTo>
                  <a:pt x="874" y="112"/>
                </a:lnTo>
                <a:lnTo>
                  <a:pt x="863" y="104"/>
                </a:lnTo>
                <a:lnTo>
                  <a:pt x="851" y="96"/>
                </a:lnTo>
                <a:lnTo>
                  <a:pt x="840" y="89"/>
                </a:lnTo>
                <a:lnTo>
                  <a:pt x="828" y="81"/>
                </a:lnTo>
                <a:lnTo>
                  <a:pt x="815" y="74"/>
                </a:lnTo>
                <a:lnTo>
                  <a:pt x="803" y="68"/>
                </a:lnTo>
                <a:lnTo>
                  <a:pt x="790" y="62"/>
                </a:lnTo>
                <a:lnTo>
                  <a:pt x="777" y="56"/>
                </a:lnTo>
                <a:lnTo>
                  <a:pt x="763" y="50"/>
                </a:lnTo>
                <a:lnTo>
                  <a:pt x="749" y="45"/>
                </a:lnTo>
                <a:lnTo>
                  <a:pt x="735" y="40"/>
                </a:lnTo>
                <a:lnTo>
                  <a:pt x="721" y="35"/>
                </a:lnTo>
                <a:lnTo>
                  <a:pt x="707" y="31"/>
                </a:lnTo>
                <a:lnTo>
                  <a:pt x="692" y="27"/>
                </a:lnTo>
                <a:lnTo>
                  <a:pt x="676" y="23"/>
                </a:lnTo>
                <a:lnTo>
                  <a:pt x="662" y="19"/>
                </a:lnTo>
                <a:lnTo>
                  <a:pt x="646" y="16"/>
                </a:lnTo>
                <a:lnTo>
                  <a:pt x="631" y="13"/>
                </a:lnTo>
                <a:lnTo>
                  <a:pt x="616" y="11"/>
                </a:lnTo>
                <a:lnTo>
                  <a:pt x="600" y="9"/>
                </a:lnTo>
                <a:lnTo>
                  <a:pt x="585" y="7"/>
                </a:lnTo>
                <a:lnTo>
                  <a:pt x="569" y="5"/>
                </a:lnTo>
                <a:lnTo>
                  <a:pt x="554" y="4"/>
                </a:lnTo>
                <a:lnTo>
                  <a:pt x="538" y="3"/>
                </a:lnTo>
                <a:lnTo>
                  <a:pt x="522" y="3"/>
                </a:lnTo>
                <a:lnTo>
                  <a:pt x="506" y="3"/>
                </a:lnTo>
                <a:lnTo>
                  <a:pt x="490" y="3"/>
                </a:lnTo>
                <a:lnTo>
                  <a:pt x="475" y="3"/>
                </a:lnTo>
                <a:lnTo>
                  <a:pt x="459" y="4"/>
                </a:lnTo>
                <a:lnTo>
                  <a:pt x="443" y="5"/>
                </a:lnTo>
                <a:lnTo>
                  <a:pt x="428" y="7"/>
                </a:lnTo>
                <a:lnTo>
                  <a:pt x="412" y="9"/>
                </a:lnTo>
                <a:lnTo>
                  <a:pt x="397" y="11"/>
                </a:lnTo>
                <a:lnTo>
                  <a:pt x="381" y="13"/>
                </a:lnTo>
                <a:lnTo>
                  <a:pt x="366" y="16"/>
                </a:lnTo>
                <a:lnTo>
                  <a:pt x="351" y="19"/>
                </a:lnTo>
                <a:lnTo>
                  <a:pt x="336" y="23"/>
                </a:lnTo>
                <a:lnTo>
                  <a:pt x="321" y="27"/>
                </a:lnTo>
                <a:lnTo>
                  <a:pt x="307" y="31"/>
                </a:lnTo>
                <a:lnTo>
                  <a:pt x="292" y="35"/>
                </a:lnTo>
                <a:lnTo>
                  <a:pt x="278" y="40"/>
                </a:lnTo>
                <a:lnTo>
                  <a:pt x="264" y="45"/>
                </a:lnTo>
                <a:lnTo>
                  <a:pt x="250" y="50"/>
                </a:lnTo>
                <a:lnTo>
                  <a:pt x="237" y="56"/>
                </a:lnTo>
                <a:lnTo>
                  <a:pt x="224" y="62"/>
                </a:lnTo>
                <a:lnTo>
                  <a:pt x="211" y="68"/>
                </a:lnTo>
                <a:lnTo>
                  <a:pt x="198" y="74"/>
                </a:lnTo>
                <a:lnTo>
                  <a:pt x="186" y="81"/>
                </a:lnTo>
                <a:lnTo>
                  <a:pt x="174" y="89"/>
                </a:lnTo>
                <a:lnTo>
                  <a:pt x="162" y="96"/>
                </a:lnTo>
                <a:lnTo>
                  <a:pt x="151" y="104"/>
                </a:lnTo>
                <a:lnTo>
                  <a:pt x="140" y="112"/>
                </a:lnTo>
                <a:lnTo>
                  <a:pt x="129" y="119"/>
                </a:lnTo>
                <a:lnTo>
                  <a:pt x="119" y="128"/>
                </a:lnTo>
                <a:lnTo>
                  <a:pt x="109" y="136"/>
                </a:lnTo>
                <a:lnTo>
                  <a:pt x="100" y="145"/>
                </a:lnTo>
                <a:lnTo>
                  <a:pt x="91" y="153"/>
                </a:lnTo>
                <a:lnTo>
                  <a:pt x="82" y="162"/>
                </a:lnTo>
                <a:lnTo>
                  <a:pt x="74" y="172"/>
                </a:lnTo>
                <a:lnTo>
                  <a:pt x="66" y="181"/>
                </a:lnTo>
                <a:lnTo>
                  <a:pt x="58" y="190"/>
                </a:lnTo>
                <a:lnTo>
                  <a:pt x="52" y="200"/>
                </a:lnTo>
                <a:lnTo>
                  <a:pt x="45" y="210"/>
                </a:lnTo>
                <a:lnTo>
                  <a:pt x="39" y="220"/>
                </a:lnTo>
                <a:lnTo>
                  <a:pt x="33" y="230"/>
                </a:lnTo>
                <a:lnTo>
                  <a:pt x="28" y="240"/>
                </a:lnTo>
                <a:lnTo>
                  <a:pt x="24" y="250"/>
                </a:lnTo>
                <a:lnTo>
                  <a:pt x="19" y="261"/>
                </a:lnTo>
                <a:lnTo>
                  <a:pt x="16" y="271"/>
                </a:lnTo>
                <a:lnTo>
                  <a:pt x="13" y="282"/>
                </a:lnTo>
                <a:lnTo>
                  <a:pt x="10" y="292"/>
                </a:lnTo>
                <a:lnTo>
                  <a:pt x="8" y="303"/>
                </a:lnTo>
                <a:lnTo>
                  <a:pt x="6" y="313"/>
                </a:lnTo>
                <a:lnTo>
                  <a:pt x="5" y="324"/>
                </a:lnTo>
                <a:lnTo>
                  <a:pt x="4" y="335"/>
                </a:lnTo>
                <a:lnTo>
                  <a:pt x="4" y="346"/>
                </a:lnTo>
                <a:lnTo>
                  <a:pt x="4" y="356"/>
                </a:lnTo>
                <a:lnTo>
                  <a:pt x="5" y="367"/>
                </a:lnTo>
                <a:lnTo>
                  <a:pt x="6" y="378"/>
                </a:lnTo>
                <a:lnTo>
                  <a:pt x="8" y="389"/>
                </a:lnTo>
                <a:lnTo>
                  <a:pt x="10" y="399"/>
                </a:lnTo>
                <a:lnTo>
                  <a:pt x="13" y="410"/>
                </a:lnTo>
                <a:lnTo>
                  <a:pt x="16" y="420"/>
                </a:lnTo>
                <a:lnTo>
                  <a:pt x="19" y="431"/>
                </a:lnTo>
                <a:lnTo>
                  <a:pt x="24" y="441"/>
                </a:lnTo>
                <a:lnTo>
                  <a:pt x="28" y="451"/>
                </a:lnTo>
                <a:lnTo>
                  <a:pt x="33" y="461"/>
                </a:lnTo>
                <a:lnTo>
                  <a:pt x="39" y="472"/>
                </a:lnTo>
                <a:lnTo>
                  <a:pt x="45" y="481"/>
                </a:lnTo>
                <a:lnTo>
                  <a:pt x="52" y="491"/>
                </a:lnTo>
                <a:lnTo>
                  <a:pt x="58" y="501"/>
                </a:lnTo>
                <a:lnTo>
                  <a:pt x="66" y="510"/>
                </a:lnTo>
                <a:lnTo>
                  <a:pt x="74" y="520"/>
                </a:lnTo>
                <a:lnTo>
                  <a:pt x="82" y="529"/>
                </a:lnTo>
                <a:lnTo>
                  <a:pt x="91" y="538"/>
                </a:lnTo>
                <a:lnTo>
                  <a:pt x="100" y="547"/>
                </a:lnTo>
                <a:lnTo>
                  <a:pt x="109" y="555"/>
                </a:lnTo>
                <a:lnTo>
                  <a:pt x="119" y="564"/>
                </a:lnTo>
                <a:lnTo>
                  <a:pt x="129" y="572"/>
                </a:lnTo>
                <a:lnTo>
                  <a:pt x="140" y="580"/>
                </a:lnTo>
                <a:lnTo>
                  <a:pt x="151" y="587"/>
                </a:lnTo>
                <a:lnTo>
                  <a:pt x="162" y="595"/>
                </a:lnTo>
                <a:lnTo>
                  <a:pt x="174" y="602"/>
                </a:lnTo>
                <a:lnTo>
                  <a:pt x="186" y="609"/>
                </a:lnTo>
                <a:lnTo>
                  <a:pt x="198" y="616"/>
                </a:lnTo>
                <a:lnTo>
                  <a:pt x="211" y="622"/>
                </a:lnTo>
                <a:lnTo>
                  <a:pt x="224" y="629"/>
                </a:lnTo>
                <a:lnTo>
                  <a:pt x="237" y="634"/>
                </a:lnTo>
                <a:lnTo>
                  <a:pt x="250" y="640"/>
                </a:lnTo>
                <a:lnTo>
                  <a:pt x="264" y="645"/>
                </a:lnTo>
                <a:lnTo>
                  <a:pt x="278" y="650"/>
                </a:lnTo>
                <a:lnTo>
                  <a:pt x="292" y="655"/>
                </a:lnTo>
                <a:lnTo>
                  <a:pt x="307" y="660"/>
                </a:lnTo>
                <a:lnTo>
                  <a:pt x="321" y="664"/>
                </a:lnTo>
                <a:lnTo>
                  <a:pt x="336" y="667"/>
                </a:lnTo>
                <a:lnTo>
                  <a:pt x="351" y="671"/>
                </a:lnTo>
                <a:lnTo>
                  <a:pt x="366" y="674"/>
                </a:lnTo>
                <a:lnTo>
                  <a:pt x="381" y="677"/>
                </a:lnTo>
                <a:lnTo>
                  <a:pt x="397" y="679"/>
                </a:lnTo>
                <a:lnTo>
                  <a:pt x="412" y="682"/>
                </a:lnTo>
                <a:lnTo>
                  <a:pt x="428" y="683"/>
                </a:lnTo>
                <a:lnTo>
                  <a:pt x="443" y="685"/>
                </a:lnTo>
                <a:lnTo>
                  <a:pt x="459" y="686"/>
                </a:lnTo>
                <a:lnTo>
                  <a:pt x="475" y="687"/>
                </a:lnTo>
                <a:lnTo>
                  <a:pt x="490" y="687"/>
                </a:lnTo>
                <a:lnTo>
                  <a:pt x="506" y="688"/>
                </a:lnTo>
                <a:lnTo>
                  <a:pt x="522" y="687"/>
                </a:lnTo>
                <a:lnTo>
                  <a:pt x="538" y="687"/>
                </a:lnTo>
                <a:lnTo>
                  <a:pt x="554" y="686"/>
                </a:lnTo>
                <a:lnTo>
                  <a:pt x="569" y="685"/>
                </a:lnTo>
                <a:lnTo>
                  <a:pt x="585" y="683"/>
                </a:lnTo>
                <a:lnTo>
                  <a:pt x="600" y="682"/>
                </a:lnTo>
                <a:lnTo>
                  <a:pt x="616" y="679"/>
                </a:lnTo>
                <a:lnTo>
                  <a:pt x="631" y="677"/>
                </a:lnTo>
                <a:lnTo>
                  <a:pt x="646" y="674"/>
                </a:lnTo>
                <a:lnTo>
                  <a:pt x="662" y="671"/>
                </a:lnTo>
                <a:lnTo>
                  <a:pt x="676" y="667"/>
                </a:lnTo>
                <a:lnTo>
                  <a:pt x="692" y="664"/>
                </a:lnTo>
                <a:lnTo>
                  <a:pt x="707" y="660"/>
                </a:lnTo>
                <a:lnTo>
                  <a:pt x="721" y="655"/>
                </a:lnTo>
                <a:lnTo>
                  <a:pt x="735" y="650"/>
                </a:lnTo>
                <a:lnTo>
                  <a:pt x="749" y="645"/>
                </a:lnTo>
                <a:lnTo>
                  <a:pt x="763" y="640"/>
                </a:lnTo>
                <a:lnTo>
                  <a:pt x="777" y="634"/>
                </a:lnTo>
                <a:lnTo>
                  <a:pt x="790" y="629"/>
                </a:lnTo>
                <a:lnTo>
                  <a:pt x="803" y="622"/>
                </a:lnTo>
                <a:lnTo>
                  <a:pt x="815" y="616"/>
                </a:lnTo>
                <a:lnTo>
                  <a:pt x="828" y="609"/>
                </a:lnTo>
                <a:lnTo>
                  <a:pt x="840" y="602"/>
                </a:lnTo>
                <a:lnTo>
                  <a:pt x="851" y="595"/>
                </a:lnTo>
                <a:lnTo>
                  <a:pt x="863" y="587"/>
                </a:lnTo>
                <a:lnTo>
                  <a:pt x="874" y="580"/>
                </a:lnTo>
                <a:lnTo>
                  <a:pt x="884" y="572"/>
                </a:lnTo>
                <a:lnTo>
                  <a:pt x="894" y="564"/>
                </a:lnTo>
                <a:lnTo>
                  <a:pt x="904" y="555"/>
                </a:lnTo>
                <a:lnTo>
                  <a:pt x="914" y="547"/>
                </a:lnTo>
                <a:lnTo>
                  <a:pt x="923" y="538"/>
                </a:lnTo>
                <a:lnTo>
                  <a:pt x="932" y="529"/>
                </a:lnTo>
                <a:lnTo>
                  <a:pt x="940" y="520"/>
                </a:lnTo>
                <a:lnTo>
                  <a:pt x="948" y="510"/>
                </a:lnTo>
                <a:lnTo>
                  <a:pt x="955" y="501"/>
                </a:lnTo>
                <a:lnTo>
                  <a:pt x="962" y="491"/>
                </a:lnTo>
                <a:lnTo>
                  <a:pt x="968" y="481"/>
                </a:lnTo>
                <a:lnTo>
                  <a:pt x="975" y="472"/>
                </a:lnTo>
                <a:lnTo>
                  <a:pt x="980" y="461"/>
                </a:lnTo>
                <a:lnTo>
                  <a:pt x="985" y="451"/>
                </a:lnTo>
                <a:lnTo>
                  <a:pt x="990" y="441"/>
                </a:lnTo>
                <a:lnTo>
                  <a:pt x="994" y="431"/>
                </a:lnTo>
                <a:lnTo>
                  <a:pt x="998" y="420"/>
                </a:lnTo>
                <a:lnTo>
                  <a:pt x="1001" y="410"/>
                </a:lnTo>
                <a:lnTo>
                  <a:pt x="1004" y="399"/>
                </a:lnTo>
                <a:lnTo>
                  <a:pt x="1006" y="389"/>
                </a:lnTo>
                <a:lnTo>
                  <a:pt x="1008" y="378"/>
                </a:lnTo>
                <a:lnTo>
                  <a:pt x="1009" y="367"/>
                </a:lnTo>
                <a:lnTo>
                  <a:pt x="1010" y="356"/>
                </a:lnTo>
                <a:lnTo>
                  <a:pt x="1010" y="346"/>
                </a:lnTo>
                <a:moveTo>
                  <a:pt x="1014" y="346"/>
                </a:moveTo>
                <a:lnTo>
                  <a:pt x="1013" y="356"/>
                </a:lnTo>
                <a:lnTo>
                  <a:pt x="1013" y="367"/>
                </a:lnTo>
                <a:lnTo>
                  <a:pt x="1011" y="378"/>
                </a:lnTo>
                <a:lnTo>
                  <a:pt x="1010" y="389"/>
                </a:lnTo>
                <a:lnTo>
                  <a:pt x="1007" y="400"/>
                </a:lnTo>
                <a:lnTo>
                  <a:pt x="1005" y="410"/>
                </a:lnTo>
                <a:lnTo>
                  <a:pt x="1001" y="421"/>
                </a:lnTo>
                <a:lnTo>
                  <a:pt x="998" y="431"/>
                </a:lnTo>
                <a:lnTo>
                  <a:pt x="993" y="442"/>
                </a:lnTo>
                <a:lnTo>
                  <a:pt x="989" y="452"/>
                </a:lnTo>
                <a:lnTo>
                  <a:pt x="984" y="462"/>
                </a:lnTo>
                <a:lnTo>
                  <a:pt x="978" y="472"/>
                </a:lnTo>
                <a:lnTo>
                  <a:pt x="972" y="482"/>
                </a:lnTo>
                <a:lnTo>
                  <a:pt x="965" y="492"/>
                </a:lnTo>
                <a:lnTo>
                  <a:pt x="958" y="502"/>
                </a:lnTo>
                <a:lnTo>
                  <a:pt x="951" y="512"/>
                </a:lnTo>
                <a:lnTo>
                  <a:pt x="943" y="521"/>
                </a:lnTo>
                <a:lnTo>
                  <a:pt x="935" y="530"/>
                </a:lnTo>
                <a:lnTo>
                  <a:pt x="926" y="539"/>
                </a:lnTo>
                <a:lnTo>
                  <a:pt x="917" y="548"/>
                </a:lnTo>
                <a:lnTo>
                  <a:pt x="907" y="557"/>
                </a:lnTo>
                <a:lnTo>
                  <a:pt x="897" y="565"/>
                </a:lnTo>
                <a:lnTo>
                  <a:pt x="887" y="574"/>
                </a:lnTo>
                <a:lnTo>
                  <a:pt x="876" y="582"/>
                </a:lnTo>
                <a:lnTo>
                  <a:pt x="865" y="589"/>
                </a:lnTo>
                <a:lnTo>
                  <a:pt x="854" y="597"/>
                </a:lnTo>
                <a:lnTo>
                  <a:pt x="842" y="604"/>
                </a:lnTo>
                <a:lnTo>
                  <a:pt x="830" y="611"/>
                </a:lnTo>
                <a:lnTo>
                  <a:pt x="818" y="618"/>
                </a:lnTo>
                <a:lnTo>
                  <a:pt x="805" y="624"/>
                </a:lnTo>
                <a:lnTo>
                  <a:pt x="792" y="631"/>
                </a:lnTo>
                <a:lnTo>
                  <a:pt x="779" y="637"/>
                </a:lnTo>
                <a:lnTo>
                  <a:pt x="765" y="642"/>
                </a:lnTo>
                <a:lnTo>
                  <a:pt x="751" y="648"/>
                </a:lnTo>
                <a:lnTo>
                  <a:pt x="737" y="653"/>
                </a:lnTo>
                <a:lnTo>
                  <a:pt x="723" y="657"/>
                </a:lnTo>
                <a:lnTo>
                  <a:pt x="708" y="662"/>
                </a:lnTo>
                <a:lnTo>
                  <a:pt x="694" y="666"/>
                </a:lnTo>
                <a:lnTo>
                  <a:pt x="678" y="670"/>
                </a:lnTo>
                <a:lnTo>
                  <a:pt x="663" y="673"/>
                </a:lnTo>
                <a:lnTo>
                  <a:pt x="648" y="677"/>
                </a:lnTo>
                <a:lnTo>
                  <a:pt x="632" y="679"/>
                </a:lnTo>
                <a:lnTo>
                  <a:pt x="617" y="682"/>
                </a:lnTo>
                <a:lnTo>
                  <a:pt x="601" y="684"/>
                </a:lnTo>
                <a:lnTo>
                  <a:pt x="585" y="686"/>
                </a:lnTo>
                <a:lnTo>
                  <a:pt x="570" y="688"/>
                </a:lnTo>
                <a:lnTo>
                  <a:pt x="554" y="689"/>
                </a:lnTo>
                <a:lnTo>
                  <a:pt x="538" y="690"/>
                </a:lnTo>
                <a:lnTo>
                  <a:pt x="522" y="690"/>
                </a:lnTo>
                <a:lnTo>
                  <a:pt x="506" y="690"/>
                </a:lnTo>
                <a:lnTo>
                  <a:pt x="490" y="690"/>
                </a:lnTo>
                <a:lnTo>
                  <a:pt x="474" y="690"/>
                </a:lnTo>
                <a:lnTo>
                  <a:pt x="459" y="689"/>
                </a:lnTo>
                <a:lnTo>
                  <a:pt x="443" y="688"/>
                </a:lnTo>
                <a:lnTo>
                  <a:pt x="427" y="686"/>
                </a:lnTo>
                <a:lnTo>
                  <a:pt x="411" y="684"/>
                </a:lnTo>
                <a:lnTo>
                  <a:pt x="396" y="682"/>
                </a:lnTo>
                <a:lnTo>
                  <a:pt x="380" y="679"/>
                </a:lnTo>
                <a:lnTo>
                  <a:pt x="365" y="677"/>
                </a:lnTo>
                <a:lnTo>
                  <a:pt x="350" y="673"/>
                </a:lnTo>
                <a:lnTo>
                  <a:pt x="335" y="670"/>
                </a:lnTo>
                <a:lnTo>
                  <a:pt x="320" y="666"/>
                </a:lnTo>
                <a:lnTo>
                  <a:pt x="305" y="662"/>
                </a:lnTo>
                <a:lnTo>
                  <a:pt x="291" y="657"/>
                </a:lnTo>
                <a:lnTo>
                  <a:pt x="276" y="653"/>
                </a:lnTo>
                <a:lnTo>
                  <a:pt x="262" y="648"/>
                </a:lnTo>
                <a:lnTo>
                  <a:pt x="249" y="642"/>
                </a:lnTo>
                <a:lnTo>
                  <a:pt x="235" y="637"/>
                </a:lnTo>
                <a:lnTo>
                  <a:pt x="222" y="631"/>
                </a:lnTo>
                <a:lnTo>
                  <a:pt x="209" y="624"/>
                </a:lnTo>
                <a:lnTo>
                  <a:pt x="196" y="618"/>
                </a:lnTo>
                <a:lnTo>
                  <a:pt x="184" y="611"/>
                </a:lnTo>
                <a:lnTo>
                  <a:pt x="171" y="604"/>
                </a:lnTo>
                <a:lnTo>
                  <a:pt x="160" y="597"/>
                </a:lnTo>
                <a:lnTo>
                  <a:pt x="148" y="589"/>
                </a:lnTo>
                <a:lnTo>
                  <a:pt x="137" y="582"/>
                </a:lnTo>
                <a:lnTo>
                  <a:pt x="126" y="574"/>
                </a:lnTo>
                <a:lnTo>
                  <a:pt x="116" y="565"/>
                </a:lnTo>
                <a:lnTo>
                  <a:pt x="106" y="557"/>
                </a:lnTo>
                <a:lnTo>
                  <a:pt x="97" y="548"/>
                </a:lnTo>
                <a:lnTo>
                  <a:pt x="87" y="539"/>
                </a:lnTo>
                <a:lnTo>
                  <a:pt x="79" y="530"/>
                </a:lnTo>
                <a:lnTo>
                  <a:pt x="70" y="521"/>
                </a:lnTo>
                <a:lnTo>
                  <a:pt x="63" y="512"/>
                </a:lnTo>
                <a:lnTo>
                  <a:pt x="55" y="502"/>
                </a:lnTo>
                <a:lnTo>
                  <a:pt x="48" y="492"/>
                </a:lnTo>
                <a:lnTo>
                  <a:pt x="42" y="482"/>
                </a:lnTo>
                <a:lnTo>
                  <a:pt x="35" y="472"/>
                </a:lnTo>
                <a:lnTo>
                  <a:pt x="30" y="462"/>
                </a:lnTo>
                <a:lnTo>
                  <a:pt x="25" y="452"/>
                </a:lnTo>
                <a:lnTo>
                  <a:pt x="20" y="442"/>
                </a:lnTo>
                <a:lnTo>
                  <a:pt x="16" y="431"/>
                </a:lnTo>
                <a:lnTo>
                  <a:pt x="12" y="421"/>
                </a:lnTo>
                <a:lnTo>
                  <a:pt x="9" y="410"/>
                </a:lnTo>
                <a:lnTo>
                  <a:pt x="6" y="400"/>
                </a:lnTo>
                <a:lnTo>
                  <a:pt x="4" y="389"/>
                </a:lnTo>
                <a:lnTo>
                  <a:pt x="2" y="378"/>
                </a:lnTo>
                <a:lnTo>
                  <a:pt x="1" y="367"/>
                </a:lnTo>
                <a:lnTo>
                  <a:pt x="0" y="356"/>
                </a:lnTo>
                <a:lnTo>
                  <a:pt x="0" y="346"/>
                </a:lnTo>
                <a:lnTo>
                  <a:pt x="0" y="335"/>
                </a:lnTo>
                <a:lnTo>
                  <a:pt x="1" y="324"/>
                </a:lnTo>
                <a:lnTo>
                  <a:pt x="2" y="313"/>
                </a:lnTo>
                <a:lnTo>
                  <a:pt x="4" y="302"/>
                </a:lnTo>
                <a:lnTo>
                  <a:pt x="6" y="292"/>
                </a:lnTo>
                <a:lnTo>
                  <a:pt x="9" y="281"/>
                </a:lnTo>
                <a:lnTo>
                  <a:pt x="12" y="270"/>
                </a:lnTo>
                <a:lnTo>
                  <a:pt x="16" y="260"/>
                </a:lnTo>
                <a:lnTo>
                  <a:pt x="20" y="250"/>
                </a:lnTo>
                <a:lnTo>
                  <a:pt x="25" y="239"/>
                </a:lnTo>
                <a:lnTo>
                  <a:pt x="30" y="229"/>
                </a:lnTo>
                <a:lnTo>
                  <a:pt x="35" y="219"/>
                </a:lnTo>
                <a:lnTo>
                  <a:pt x="42" y="209"/>
                </a:lnTo>
                <a:lnTo>
                  <a:pt x="48" y="199"/>
                </a:lnTo>
                <a:lnTo>
                  <a:pt x="55" y="189"/>
                </a:lnTo>
                <a:lnTo>
                  <a:pt x="63" y="180"/>
                </a:lnTo>
                <a:lnTo>
                  <a:pt x="70" y="170"/>
                </a:lnTo>
                <a:lnTo>
                  <a:pt x="79" y="161"/>
                </a:lnTo>
                <a:lnTo>
                  <a:pt x="87" y="152"/>
                </a:lnTo>
                <a:lnTo>
                  <a:pt x="97" y="143"/>
                </a:lnTo>
                <a:lnTo>
                  <a:pt x="106" y="134"/>
                </a:lnTo>
                <a:lnTo>
                  <a:pt x="116" y="126"/>
                </a:lnTo>
                <a:lnTo>
                  <a:pt x="126" y="118"/>
                </a:lnTo>
                <a:lnTo>
                  <a:pt x="137" y="110"/>
                </a:lnTo>
                <a:lnTo>
                  <a:pt x="148" y="102"/>
                </a:lnTo>
                <a:lnTo>
                  <a:pt x="160" y="94"/>
                </a:lnTo>
                <a:lnTo>
                  <a:pt x="171" y="87"/>
                </a:lnTo>
                <a:lnTo>
                  <a:pt x="184" y="79"/>
                </a:lnTo>
                <a:lnTo>
                  <a:pt x="196" y="72"/>
                </a:lnTo>
                <a:lnTo>
                  <a:pt x="209" y="66"/>
                </a:lnTo>
                <a:lnTo>
                  <a:pt x="222" y="60"/>
                </a:lnTo>
                <a:lnTo>
                  <a:pt x="235" y="54"/>
                </a:lnTo>
                <a:lnTo>
                  <a:pt x="249" y="48"/>
                </a:lnTo>
                <a:lnTo>
                  <a:pt x="262" y="43"/>
                </a:lnTo>
                <a:lnTo>
                  <a:pt x="276" y="38"/>
                </a:lnTo>
                <a:lnTo>
                  <a:pt x="291" y="33"/>
                </a:lnTo>
                <a:lnTo>
                  <a:pt x="305" y="28"/>
                </a:lnTo>
                <a:lnTo>
                  <a:pt x="320" y="24"/>
                </a:lnTo>
                <a:lnTo>
                  <a:pt x="335" y="20"/>
                </a:lnTo>
                <a:lnTo>
                  <a:pt x="350" y="17"/>
                </a:lnTo>
                <a:lnTo>
                  <a:pt x="365" y="14"/>
                </a:lnTo>
                <a:lnTo>
                  <a:pt x="380" y="11"/>
                </a:lnTo>
                <a:lnTo>
                  <a:pt x="396" y="8"/>
                </a:lnTo>
                <a:lnTo>
                  <a:pt x="411" y="6"/>
                </a:lnTo>
                <a:lnTo>
                  <a:pt x="427" y="4"/>
                </a:lnTo>
                <a:lnTo>
                  <a:pt x="443" y="3"/>
                </a:lnTo>
                <a:lnTo>
                  <a:pt x="459" y="2"/>
                </a:lnTo>
                <a:lnTo>
                  <a:pt x="474" y="1"/>
                </a:lnTo>
                <a:lnTo>
                  <a:pt x="490" y="0"/>
                </a:lnTo>
                <a:lnTo>
                  <a:pt x="506" y="0"/>
                </a:lnTo>
                <a:lnTo>
                  <a:pt x="522" y="0"/>
                </a:lnTo>
                <a:lnTo>
                  <a:pt x="538" y="1"/>
                </a:lnTo>
                <a:lnTo>
                  <a:pt x="554" y="2"/>
                </a:lnTo>
                <a:lnTo>
                  <a:pt x="570" y="3"/>
                </a:lnTo>
                <a:lnTo>
                  <a:pt x="585" y="4"/>
                </a:lnTo>
                <a:lnTo>
                  <a:pt x="601" y="6"/>
                </a:lnTo>
                <a:lnTo>
                  <a:pt x="617" y="8"/>
                </a:lnTo>
                <a:lnTo>
                  <a:pt x="632" y="11"/>
                </a:lnTo>
                <a:lnTo>
                  <a:pt x="648" y="14"/>
                </a:lnTo>
                <a:lnTo>
                  <a:pt x="663" y="17"/>
                </a:lnTo>
                <a:lnTo>
                  <a:pt x="678" y="20"/>
                </a:lnTo>
                <a:lnTo>
                  <a:pt x="694" y="24"/>
                </a:lnTo>
                <a:lnTo>
                  <a:pt x="708" y="28"/>
                </a:lnTo>
                <a:lnTo>
                  <a:pt x="723" y="33"/>
                </a:lnTo>
                <a:lnTo>
                  <a:pt x="737" y="38"/>
                </a:lnTo>
                <a:lnTo>
                  <a:pt x="751" y="43"/>
                </a:lnTo>
                <a:lnTo>
                  <a:pt x="765" y="48"/>
                </a:lnTo>
                <a:lnTo>
                  <a:pt x="779" y="54"/>
                </a:lnTo>
                <a:lnTo>
                  <a:pt x="792" y="60"/>
                </a:lnTo>
                <a:lnTo>
                  <a:pt x="805" y="66"/>
                </a:lnTo>
                <a:lnTo>
                  <a:pt x="818" y="72"/>
                </a:lnTo>
                <a:lnTo>
                  <a:pt x="830" y="79"/>
                </a:lnTo>
                <a:lnTo>
                  <a:pt x="842" y="87"/>
                </a:lnTo>
                <a:lnTo>
                  <a:pt x="854" y="94"/>
                </a:lnTo>
                <a:lnTo>
                  <a:pt x="865" y="102"/>
                </a:lnTo>
                <a:lnTo>
                  <a:pt x="876" y="110"/>
                </a:lnTo>
                <a:lnTo>
                  <a:pt x="887" y="118"/>
                </a:lnTo>
                <a:lnTo>
                  <a:pt x="897" y="126"/>
                </a:lnTo>
                <a:lnTo>
                  <a:pt x="907" y="134"/>
                </a:lnTo>
                <a:lnTo>
                  <a:pt x="917" y="143"/>
                </a:lnTo>
                <a:lnTo>
                  <a:pt x="926" y="152"/>
                </a:lnTo>
                <a:lnTo>
                  <a:pt x="935" y="161"/>
                </a:lnTo>
                <a:lnTo>
                  <a:pt x="943" y="170"/>
                </a:lnTo>
                <a:lnTo>
                  <a:pt x="951" y="180"/>
                </a:lnTo>
                <a:lnTo>
                  <a:pt x="958" y="189"/>
                </a:lnTo>
                <a:lnTo>
                  <a:pt x="965" y="199"/>
                </a:lnTo>
                <a:lnTo>
                  <a:pt x="972" y="209"/>
                </a:lnTo>
                <a:lnTo>
                  <a:pt x="978" y="219"/>
                </a:lnTo>
                <a:lnTo>
                  <a:pt x="984" y="229"/>
                </a:lnTo>
                <a:lnTo>
                  <a:pt x="989" y="239"/>
                </a:lnTo>
                <a:lnTo>
                  <a:pt x="993" y="250"/>
                </a:lnTo>
                <a:lnTo>
                  <a:pt x="998" y="260"/>
                </a:lnTo>
                <a:lnTo>
                  <a:pt x="1001" y="270"/>
                </a:lnTo>
                <a:lnTo>
                  <a:pt x="1005" y="281"/>
                </a:lnTo>
                <a:lnTo>
                  <a:pt x="1007" y="292"/>
                </a:lnTo>
                <a:lnTo>
                  <a:pt x="1010" y="302"/>
                </a:lnTo>
                <a:lnTo>
                  <a:pt x="1011" y="313"/>
                </a:lnTo>
                <a:lnTo>
                  <a:pt x="1013" y="324"/>
                </a:lnTo>
                <a:lnTo>
                  <a:pt x="1013" y="335"/>
                </a:lnTo>
                <a:lnTo>
                  <a:pt x="1014" y="346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3" name=""/>
          <p:cNvSpPr/>
          <p:nvPr/>
        </p:nvSpPr>
        <p:spPr>
          <a:xfrm>
            <a:off x="3939840" y="2819520"/>
            <a:ext cx="372960" cy="254160"/>
          </a:xfrm>
          <a:custGeom>
            <a:avLst/>
            <a:gdLst/>
            <a:ahLst/>
            <a:rect l="0" t="0" r="r" b="b"/>
            <a:pathLst>
              <a:path w="1036" h="706">
                <a:moveTo>
                  <a:pt x="1025" y="354"/>
                </a:moveTo>
                <a:lnTo>
                  <a:pt x="1024" y="343"/>
                </a:lnTo>
                <a:lnTo>
                  <a:pt x="1024" y="332"/>
                </a:lnTo>
                <a:lnTo>
                  <a:pt x="1022" y="321"/>
                </a:lnTo>
                <a:lnTo>
                  <a:pt x="1021" y="310"/>
                </a:lnTo>
                <a:lnTo>
                  <a:pt x="1018" y="300"/>
                </a:lnTo>
                <a:lnTo>
                  <a:pt x="1016" y="289"/>
                </a:lnTo>
                <a:lnTo>
                  <a:pt x="1012" y="278"/>
                </a:lnTo>
                <a:lnTo>
                  <a:pt x="1009" y="268"/>
                </a:lnTo>
                <a:lnTo>
                  <a:pt x="1004" y="257"/>
                </a:lnTo>
                <a:lnTo>
                  <a:pt x="1000" y="246"/>
                </a:lnTo>
                <a:lnTo>
                  <a:pt x="995" y="236"/>
                </a:lnTo>
                <a:lnTo>
                  <a:pt x="989" y="226"/>
                </a:lnTo>
                <a:lnTo>
                  <a:pt x="983" y="216"/>
                </a:lnTo>
                <a:lnTo>
                  <a:pt x="976" y="206"/>
                </a:lnTo>
                <a:lnTo>
                  <a:pt x="969" y="196"/>
                </a:lnTo>
                <a:lnTo>
                  <a:pt x="962" y="187"/>
                </a:lnTo>
                <a:lnTo>
                  <a:pt x="953" y="177"/>
                </a:lnTo>
                <a:lnTo>
                  <a:pt x="945" y="168"/>
                </a:lnTo>
                <a:lnTo>
                  <a:pt x="936" y="159"/>
                </a:lnTo>
                <a:lnTo>
                  <a:pt x="927" y="150"/>
                </a:lnTo>
                <a:lnTo>
                  <a:pt x="917" y="141"/>
                </a:lnTo>
                <a:lnTo>
                  <a:pt x="907" y="133"/>
                </a:lnTo>
                <a:lnTo>
                  <a:pt x="897" y="125"/>
                </a:lnTo>
                <a:lnTo>
                  <a:pt x="886" y="117"/>
                </a:lnTo>
                <a:lnTo>
                  <a:pt x="875" y="109"/>
                </a:lnTo>
                <a:lnTo>
                  <a:pt x="864" y="101"/>
                </a:lnTo>
                <a:lnTo>
                  <a:pt x="852" y="94"/>
                </a:lnTo>
                <a:lnTo>
                  <a:pt x="840" y="87"/>
                </a:lnTo>
                <a:lnTo>
                  <a:pt x="828" y="80"/>
                </a:lnTo>
                <a:lnTo>
                  <a:pt x="815" y="74"/>
                </a:lnTo>
                <a:lnTo>
                  <a:pt x="802" y="68"/>
                </a:lnTo>
                <a:lnTo>
                  <a:pt x="789" y="62"/>
                </a:lnTo>
                <a:lnTo>
                  <a:pt x="775" y="56"/>
                </a:lnTo>
                <a:lnTo>
                  <a:pt x="761" y="51"/>
                </a:lnTo>
                <a:lnTo>
                  <a:pt x="747" y="46"/>
                </a:lnTo>
                <a:lnTo>
                  <a:pt x="733" y="41"/>
                </a:lnTo>
                <a:lnTo>
                  <a:pt x="718" y="36"/>
                </a:lnTo>
                <a:lnTo>
                  <a:pt x="704" y="32"/>
                </a:lnTo>
                <a:lnTo>
                  <a:pt x="689" y="28"/>
                </a:lnTo>
                <a:lnTo>
                  <a:pt x="674" y="25"/>
                </a:lnTo>
                <a:lnTo>
                  <a:pt x="659" y="22"/>
                </a:lnTo>
                <a:lnTo>
                  <a:pt x="643" y="19"/>
                </a:lnTo>
                <a:lnTo>
                  <a:pt x="628" y="16"/>
                </a:lnTo>
                <a:lnTo>
                  <a:pt x="612" y="14"/>
                </a:lnTo>
                <a:lnTo>
                  <a:pt x="596" y="12"/>
                </a:lnTo>
                <a:lnTo>
                  <a:pt x="581" y="11"/>
                </a:lnTo>
                <a:lnTo>
                  <a:pt x="565" y="10"/>
                </a:lnTo>
                <a:lnTo>
                  <a:pt x="549" y="9"/>
                </a:lnTo>
                <a:lnTo>
                  <a:pt x="533" y="8"/>
                </a:lnTo>
                <a:lnTo>
                  <a:pt x="517" y="8"/>
                </a:lnTo>
                <a:lnTo>
                  <a:pt x="501" y="8"/>
                </a:lnTo>
                <a:lnTo>
                  <a:pt x="485" y="9"/>
                </a:lnTo>
                <a:lnTo>
                  <a:pt x="470" y="10"/>
                </a:lnTo>
                <a:lnTo>
                  <a:pt x="454" y="11"/>
                </a:lnTo>
                <a:lnTo>
                  <a:pt x="438" y="12"/>
                </a:lnTo>
                <a:lnTo>
                  <a:pt x="422" y="14"/>
                </a:lnTo>
                <a:lnTo>
                  <a:pt x="407" y="16"/>
                </a:lnTo>
                <a:lnTo>
                  <a:pt x="391" y="19"/>
                </a:lnTo>
                <a:lnTo>
                  <a:pt x="376" y="22"/>
                </a:lnTo>
                <a:lnTo>
                  <a:pt x="361" y="25"/>
                </a:lnTo>
                <a:lnTo>
                  <a:pt x="346" y="28"/>
                </a:lnTo>
                <a:lnTo>
                  <a:pt x="331" y="32"/>
                </a:lnTo>
                <a:lnTo>
                  <a:pt x="316" y="36"/>
                </a:lnTo>
                <a:lnTo>
                  <a:pt x="302" y="41"/>
                </a:lnTo>
                <a:lnTo>
                  <a:pt x="287" y="46"/>
                </a:lnTo>
                <a:lnTo>
                  <a:pt x="273" y="51"/>
                </a:lnTo>
                <a:lnTo>
                  <a:pt x="260" y="56"/>
                </a:lnTo>
                <a:lnTo>
                  <a:pt x="246" y="62"/>
                </a:lnTo>
                <a:lnTo>
                  <a:pt x="233" y="68"/>
                </a:lnTo>
                <a:lnTo>
                  <a:pt x="220" y="74"/>
                </a:lnTo>
                <a:lnTo>
                  <a:pt x="207" y="80"/>
                </a:lnTo>
                <a:lnTo>
                  <a:pt x="195" y="87"/>
                </a:lnTo>
                <a:lnTo>
                  <a:pt x="182" y="94"/>
                </a:lnTo>
                <a:lnTo>
                  <a:pt x="171" y="101"/>
                </a:lnTo>
                <a:lnTo>
                  <a:pt x="159" y="109"/>
                </a:lnTo>
                <a:lnTo>
                  <a:pt x="148" y="117"/>
                </a:lnTo>
                <a:lnTo>
                  <a:pt x="137" y="125"/>
                </a:lnTo>
                <a:lnTo>
                  <a:pt x="127" y="133"/>
                </a:lnTo>
                <a:lnTo>
                  <a:pt x="117" y="141"/>
                </a:lnTo>
                <a:lnTo>
                  <a:pt x="108" y="150"/>
                </a:lnTo>
                <a:lnTo>
                  <a:pt x="98" y="159"/>
                </a:lnTo>
                <a:lnTo>
                  <a:pt x="90" y="168"/>
                </a:lnTo>
                <a:lnTo>
                  <a:pt x="81" y="177"/>
                </a:lnTo>
                <a:lnTo>
                  <a:pt x="74" y="187"/>
                </a:lnTo>
                <a:lnTo>
                  <a:pt x="66" y="196"/>
                </a:lnTo>
                <a:lnTo>
                  <a:pt x="59" y="206"/>
                </a:lnTo>
                <a:lnTo>
                  <a:pt x="53" y="216"/>
                </a:lnTo>
                <a:lnTo>
                  <a:pt x="46" y="226"/>
                </a:lnTo>
                <a:lnTo>
                  <a:pt x="41" y="236"/>
                </a:lnTo>
                <a:lnTo>
                  <a:pt x="36" y="246"/>
                </a:lnTo>
                <a:lnTo>
                  <a:pt x="31" y="257"/>
                </a:lnTo>
                <a:lnTo>
                  <a:pt x="27" y="268"/>
                </a:lnTo>
                <a:lnTo>
                  <a:pt x="23" y="278"/>
                </a:lnTo>
                <a:lnTo>
                  <a:pt x="20" y="289"/>
                </a:lnTo>
                <a:lnTo>
                  <a:pt x="17" y="300"/>
                </a:lnTo>
                <a:lnTo>
                  <a:pt x="15" y="310"/>
                </a:lnTo>
                <a:lnTo>
                  <a:pt x="13" y="321"/>
                </a:lnTo>
                <a:lnTo>
                  <a:pt x="12" y="332"/>
                </a:lnTo>
                <a:lnTo>
                  <a:pt x="11" y="343"/>
                </a:lnTo>
                <a:lnTo>
                  <a:pt x="11" y="354"/>
                </a:lnTo>
                <a:lnTo>
                  <a:pt x="11" y="364"/>
                </a:lnTo>
                <a:lnTo>
                  <a:pt x="12" y="375"/>
                </a:lnTo>
                <a:lnTo>
                  <a:pt x="13" y="386"/>
                </a:lnTo>
                <a:lnTo>
                  <a:pt x="15" y="397"/>
                </a:lnTo>
                <a:lnTo>
                  <a:pt x="17" y="408"/>
                </a:lnTo>
                <a:lnTo>
                  <a:pt x="20" y="418"/>
                </a:lnTo>
                <a:lnTo>
                  <a:pt x="23" y="429"/>
                </a:lnTo>
                <a:lnTo>
                  <a:pt x="27" y="439"/>
                </a:lnTo>
                <a:lnTo>
                  <a:pt x="31" y="450"/>
                </a:lnTo>
                <a:lnTo>
                  <a:pt x="36" y="460"/>
                </a:lnTo>
                <a:lnTo>
                  <a:pt x="41" y="470"/>
                </a:lnTo>
                <a:lnTo>
                  <a:pt x="46" y="480"/>
                </a:lnTo>
                <a:lnTo>
                  <a:pt x="53" y="490"/>
                </a:lnTo>
                <a:lnTo>
                  <a:pt x="59" y="500"/>
                </a:lnTo>
                <a:lnTo>
                  <a:pt x="66" y="510"/>
                </a:lnTo>
                <a:lnTo>
                  <a:pt x="74" y="520"/>
                </a:lnTo>
                <a:lnTo>
                  <a:pt x="81" y="529"/>
                </a:lnTo>
                <a:lnTo>
                  <a:pt x="90" y="538"/>
                </a:lnTo>
                <a:lnTo>
                  <a:pt x="98" y="547"/>
                </a:lnTo>
                <a:lnTo>
                  <a:pt x="108" y="556"/>
                </a:lnTo>
                <a:lnTo>
                  <a:pt x="117" y="565"/>
                </a:lnTo>
                <a:lnTo>
                  <a:pt x="127" y="573"/>
                </a:lnTo>
                <a:lnTo>
                  <a:pt x="137" y="582"/>
                </a:lnTo>
                <a:lnTo>
                  <a:pt x="148" y="590"/>
                </a:lnTo>
                <a:lnTo>
                  <a:pt x="159" y="597"/>
                </a:lnTo>
                <a:lnTo>
                  <a:pt x="171" y="605"/>
                </a:lnTo>
                <a:lnTo>
                  <a:pt x="182" y="612"/>
                </a:lnTo>
                <a:lnTo>
                  <a:pt x="195" y="619"/>
                </a:lnTo>
                <a:lnTo>
                  <a:pt x="207" y="626"/>
                </a:lnTo>
                <a:lnTo>
                  <a:pt x="220" y="632"/>
                </a:lnTo>
                <a:lnTo>
                  <a:pt x="233" y="639"/>
                </a:lnTo>
                <a:lnTo>
                  <a:pt x="246" y="645"/>
                </a:lnTo>
                <a:lnTo>
                  <a:pt x="260" y="650"/>
                </a:lnTo>
                <a:lnTo>
                  <a:pt x="273" y="656"/>
                </a:lnTo>
                <a:lnTo>
                  <a:pt x="287" y="661"/>
                </a:lnTo>
                <a:lnTo>
                  <a:pt x="302" y="665"/>
                </a:lnTo>
                <a:lnTo>
                  <a:pt x="316" y="670"/>
                </a:lnTo>
                <a:lnTo>
                  <a:pt x="331" y="674"/>
                </a:lnTo>
                <a:lnTo>
                  <a:pt x="346" y="678"/>
                </a:lnTo>
                <a:lnTo>
                  <a:pt x="361" y="681"/>
                </a:lnTo>
                <a:lnTo>
                  <a:pt x="376" y="685"/>
                </a:lnTo>
                <a:lnTo>
                  <a:pt x="391" y="687"/>
                </a:lnTo>
                <a:lnTo>
                  <a:pt x="407" y="690"/>
                </a:lnTo>
                <a:lnTo>
                  <a:pt x="422" y="692"/>
                </a:lnTo>
                <a:lnTo>
                  <a:pt x="438" y="694"/>
                </a:lnTo>
                <a:lnTo>
                  <a:pt x="454" y="696"/>
                </a:lnTo>
                <a:lnTo>
                  <a:pt x="470" y="697"/>
                </a:lnTo>
                <a:lnTo>
                  <a:pt x="485" y="698"/>
                </a:lnTo>
                <a:lnTo>
                  <a:pt x="501" y="698"/>
                </a:lnTo>
                <a:lnTo>
                  <a:pt x="517" y="698"/>
                </a:lnTo>
                <a:lnTo>
                  <a:pt x="533" y="698"/>
                </a:lnTo>
                <a:lnTo>
                  <a:pt x="549" y="698"/>
                </a:lnTo>
                <a:lnTo>
                  <a:pt x="565" y="697"/>
                </a:lnTo>
                <a:lnTo>
                  <a:pt x="581" y="696"/>
                </a:lnTo>
                <a:lnTo>
                  <a:pt x="596" y="694"/>
                </a:lnTo>
                <a:lnTo>
                  <a:pt x="612" y="692"/>
                </a:lnTo>
                <a:lnTo>
                  <a:pt x="628" y="690"/>
                </a:lnTo>
                <a:lnTo>
                  <a:pt x="643" y="687"/>
                </a:lnTo>
                <a:lnTo>
                  <a:pt x="659" y="685"/>
                </a:lnTo>
                <a:lnTo>
                  <a:pt x="674" y="681"/>
                </a:lnTo>
                <a:lnTo>
                  <a:pt x="689" y="678"/>
                </a:lnTo>
                <a:lnTo>
                  <a:pt x="704" y="674"/>
                </a:lnTo>
                <a:lnTo>
                  <a:pt x="718" y="670"/>
                </a:lnTo>
                <a:lnTo>
                  <a:pt x="733" y="665"/>
                </a:lnTo>
                <a:lnTo>
                  <a:pt x="747" y="661"/>
                </a:lnTo>
                <a:lnTo>
                  <a:pt x="761" y="656"/>
                </a:lnTo>
                <a:lnTo>
                  <a:pt x="775" y="650"/>
                </a:lnTo>
                <a:lnTo>
                  <a:pt x="789" y="645"/>
                </a:lnTo>
                <a:lnTo>
                  <a:pt x="802" y="639"/>
                </a:lnTo>
                <a:lnTo>
                  <a:pt x="815" y="632"/>
                </a:lnTo>
                <a:lnTo>
                  <a:pt x="828" y="626"/>
                </a:lnTo>
                <a:lnTo>
                  <a:pt x="840" y="619"/>
                </a:lnTo>
                <a:lnTo>
                  <a:pt x="852" y="612"/>
                </a:lnTo>
                <a:lnTo>
                  <a:pt x="864" y="605"/>
                </a:lnTo>
                <a:lnTo>
                  <a:pt x="875" y="597"/>
                </a:lnTo>
                <a:lnTo>
                  <a:pt x="886" y="590"/>
                </a:lnTo>
                <a:lnTo>
                  <a:pt x="897" y="582"/>
                </a:lnTo>
                <a:lnTo>
                  <a:pt x="907" y="573"/>
                </a:lnTo>
                <a:lnTo>
                  <a:pt x="917" y="565"/>
                </a:lnTo>
                <a:lnTo>
                  <a:pt x="927" y="556"/>
                </a:lnTo>
                <a:lnTo>
                  <a:pt x="936" y="547"/>
                </a:lnTo>
                <a:lnTo>
                  <a:pt x="945" y="538"/>
                </a:lnTo>
                <a:lnTo>
                  <a:pt x="953" y="529"/>
                </a:lnTo>
                <a:lnTo>
                  <a:pt x="962" y="520"/>
                </a:lnTo>
                <a:lnTo>
                  <a:pt x="969" y="510"/>
                </a:lnTo>
                <a:lnTo>
                  <a:pt x="976" y="500"/>
                </a:lnTo>
                <a:lnTo>
                  <a:pt x="983" y="490"/>
                </a:lnTo>
                <a:lnTo>
                  <a:pt x="989" y="480"/>
                </a:lnTo>
                <a:lnTo>
                  <a:pt x="995" y="470"/>
                </a:lnTo>
                <a:lnTo>
                  <a:pt x="1000" y="460"/>
                </a:lnTo>
                <a:lnTo>
                  <a:pt x="1004" y="450"/>
                </a:lnTo>
                <a:lnTo>
                  <a:pt x="1009" y="439"/>
                </a:lnTo>
                <a:lnTo>
                  <a:pt x="1012" y="429"/>
                </a:lnTo>
                <a:lnTo>
                  <a:pt x="1016" y="418"/>
                </a:lnTo>
                <a:lnTo>
                  <a:pt x="1018" y="408"/>
                </a:lnTo>
                <a:lnTo>
                  <a:pt x="1021" y="397"/>
                </a:lnTo>
                <a:lnTo>
                  <a:pt x="1022" y="386"/>
                </a:lnTo>
                <a:lnTo>
                  <a:pt x="1024" y="375"/>
                </a:lnTo>
                <a:lnTo>
                  <a:pt x="1024" y="364"/>
                </a:lnTo>
                <a:lnTo>
                  <a:pt x="1025" y="354"/>
                </a:lnTo>
                <a:moveTo>
                  <a:pt x="1036" y="354"/>
                </a:moveTo>
                <a:lnTo>
                  <a:pt x="1036" y="365"/>
                </a:lnTo>
                <a:lnTo>
                  <a:pt x="1035" y="376"/>
                </a:lnTo>
                <a:lnTo>
                  <a:pt x="1034" y="387"/>
                </a:lnTo>
                <a:lnTo>
                  <a:pt x="1032" y="398"/>
                </a:lnTo>
                <a:lnTo>
                  <a:pt x="1030" y="409"/>
                </a:lnTo>
                <a:lnTo>
                  <a:pt x="1027" y="420"/>
                </a:lnTo>
                <a:lnTo>
                  <a:pt x="1023" y="430"/>
                </a:lnTo>
                <a:lnTo>
                  <a:pt x="1020" y="441"/>
                </a:lnTo>
                <a:lnTo>
                  <a:pt x="1015" y="452"/>
                </a:lnTo>
                <a:lnTo>
                  <a:pt x="1011" y="463"/>
                </a:lnTo>
                <a:lnTo>
                  <a:pt x="1005" y="473"/>
                </a:lnTo>
                <a:lnTo>
                  <a:pt x="1000" y="483"/>
                </a:lnTo>
                <a:lnTo>
                  <a:pt x="993" y="494"/>
                </a:lnTo>
                <a:lnTo>
                  <a:pt x="987" y="504"/>
                </a:lnTo>
                <a:lnTo>
                  <a:pt x="979" y="514"/>
                </a:lnTo>
                <a:lnTo>
                  <a:pt x="972" y="523"/>
                </a:lnTo>
                <a:lnTo>
                  <a:pt x="964" y="533"/>
                </a:lnTo>
                <a:lnTo>
                  <a:pt x="954" y="542"/>
                </a:lnTo>
                <a:lnTo>
                  <a:pt x="945" y="552"/>
                </a:lnTo>
                <a:lnTo>
                  <a:pt x="936" y="561"/>
                </a:lnTo>
                <a:lnTo>
                  <a:pt x="926" y="570"/>
                </a:lnTo>
                <a:lnTo>
                  <a:pt x="916" y="578"/>
                </a:lnTo>
                <a:lnTo>
                  <a:pt x="906" y="587"/>
                </a:lnTo>
                <a:lnTo>
                  <a:pt x="895" y="595"/>
                </a:lnTo>
                <a:lnTo>
                  <a:pt x="883" y="603"/>
                </a:lnTo>
                <a:lnTo>
                  <a:pt x="872" y="610"/>
                </a:lnTo>
                <a:lnTo>
                  <a:pt x="860" y="618"/>
                </a:lnTo>
                <a:lnTo>
                  <a:pt x="847" y="625"/>
                </a:lnTo>
                <a:lnTo>
                  <a:pt x="835" y="632"/>
                </a:lnTo>
                <a:lnTo>
                  <a:pt x="822" y="639"/>
                </a:lnTo>
                <a:lnTo>
                  <a:pt x="808" y="645"/>
                </a:lnTo>
                <a:lnTo>
                  <a:pt x="795" y="651"/>
                </a:lnTo>
                <a:lnTo>
                  <a:pt x="781" y="657"/>
                </a:lnTo>
                <a:lnTo>
                  <a:pt x="767" y="662"/>
                </a:lnTo>
                <a:lnTo>
                  <a:pt x="752" y="668"/>
                </a:lnTo>
                <a:lnTo>
                  <a:pt x="738" y="672"/>
                </a:lnTo>
                <a:lnTo>
                  <a:pt x="723" y="677"/>
                </a:lnTo>
                <a:lnTo>
                  <a:pt x="708" y="681"/>
                </a:lnTo>
                <a:lnTo>
                  <a:pt x="693" y="685"/>
                </a:lnTo>
                <a:lnTo>
                  <a:pt x="677" y="689"/>
                </a:lnTo>
                <a:lnTo>
                  <a:pt x="662" y="692"/>
                </a:lnTo>
                <a:lnTo>
                  <a:pt x="646" y="695"/>
                </a:lnTo>
                <a:lnTo>
                  <a:pt x="630" y="697"/>
                </a:lnTo>
                <a:lnTo>
                  <a:pt x="614" y="700"/>
                </a:lnTo>
                <a:lnTo>
                  <a:pt x="598" y="702"/>
                </a:lnTo>
                <a:lnTo>
                  <a:pt x="582" y="703"/>
                </a:lnTo>
                <a:lnTo>
                  <a:pt x="566" y="704"/>
                </a:lnTo>
                <a:lnTo>
                  <a:pt x="550" y="705"/>
                </a:lnTo>
                <a:lnTo>
                  <a:pt x="534" y="706"/>
                </a:lnTo>
                <a:lnTo>
                  <a:pt x="517" y="706"/>
                </a:lnTo>
                <a:lnTo>
                  <a:pt x="501" y="706"/>
                </a:lnTo>
                <a:lnTo>
                  <a:pt x="485" y="705"/>
                </a:lnTo>
                <a:lnTo>
                  <a:pt x="469" y="704"/>
                </a:lnTo>
                <a:lnTo>
                  <a:pt x="452" y="703"/>
                </a:lnTo>
                <a:lnTo>
                  <a:pt x="436" y="702"/>
                </a:lnTo>
                <a:lnTo>
                  <a:pt x="420" y="700"/>
                </a:lnTo>
                <a:lnTo>
                  <a:pt x="404" y="697"/>
                </a:lnTo>
                <a:lnTo>
                  <a:pt x="389" y="695"/>
                </a:lnTo>
                <a:lnTo>
                  <a:pt x="373" y="692"/>
                </a:lnTo>
                <a:lnTo>
                  <a:pt x="357" y="689"/>
                </a:lnTo>
                <a:lnTo>
                  <a:pt x="342" y="685"/>
                </a:lnTo>
                <a:lnTo>
                  <a:pt x="327" y="681"/>
                </a:lnTo>
                <a:lnTo>
                  <a:pt x="312" y="677"/>
                </a:lnTo>
                <a:lnTo>
                  <a:pt x="297" y="672"/>
                </a:lnTo>
                <a:lnTo>
                  <a:pt x="282" y="668"/>
                </a:lnTo>
                <a:lnTo>
                  <a:pt x="268" y="662"/>
                </a:lnTo>
                <a:lnTo>
                  <a:pt x="254" y="657"/>
                </a:lnTo>
                <a:lnTo>
                  <a:pt x="240" y="651"/>
                </a:lnTo>
                <a:lnTo>
                  <a:pt x="226" y="645"/>
                </a:lnTo>
                <a:lnTo>
                  <a:pt x="213" y="639"/>
                </a:lnTo>
                <a:lnTo>
                  <a:pt x="200" y="632"/>
                </a:lnTo>
                <a:lnTo>
                  <a:pt x="187" y="625"/>
                </a:lnTo>
                <a:lnTo>
                  <a:pt x="175" y="618"/>
                </a:lnTo>
                <a:lnTo>
                  <a:pt x="163" y="610"/>
                </a:lnTo>
                <a:lnTo>
                  <a:pt x="151" y="603"/>
                </a:lnTo>
                <a:lnTo>
                  <a:pt x="140" y="595"/>
                </a:lnTo>
                <a:lnTo>
                  <a:pt x="129" y="587"/>
                </a:lnTo>
                <a:lnTo>
                  <a:pt x="118" y="578"/>
                </a:lnTo>
                <a:lnTo>
                  <a:pt x="108" y="570"/>
                </a:lnTo>
                <a:lnTo>
                  <a:pt x="98" y="561"/>
                </a:lnTo>
                <a:lnTo>
                  <a:pt x="89" y="552"/>
                </a:lnTo>
                <a:lnTo>
                  <a:pt x="80" y="542"/>
                </a:lnTo>
                <a:lnTo>
                  <a:pt x="72" y="533"/>
                </a:lnTo>
                <a:lnTo>
                  <a:pt x="64" y="523"/>
                </a:lnTo>
                <a:lnTo>
                  <a:pt x="56" y="514"/>
                </a:lnTo>
                <a:lnTo>
                  <a:pt x="49" y="504"/>
                </a:lnTo>
                <a:lnTo>
                  <a:pt x="42" y="494"/>
                </a:lnTo>
                <a:lnTo>
                  <a:pt x="36" y="483"/>
                </a:lnTo>
                <a:lnTo>
                  <a:pt x="30" y="473"/>
                </a:lnTo>
                <a:lnTo>
                  <a:pt x="25" y="463"/>
                </a:lnTo>
                <a:lnTo>
                  <a:pt x="20" y="452"/>
                </a:lnTo>
                <a:lnTo>
                  <a:pt x="16" y="441"/>
                </a:lnTo>
                <a:lnTo>
                  <a:pt x="12" y="430"/>
                </a:lnTo>
                <a:lnTo>
                  <a:pt x="9" y="420"/>
                </a:lnTo>
                <a:lnTo>
                  <a:pt x="6" y="409"/>
                </a:lnTo>
                <a:lnTo>
                  <a:pt x="4" y="398"/>
                </a:lnTo>
                <a:lnTo>
                  <a:pt x="2" y="387"/>
                </a:lnTo>
                <a:lnTo>
                  <a:pt x="1" y="376"/>
                </a:lnTo>
                <a:lnTo>
                  <a:pt x="0" y="365"/>
                </a:lnTo>
                <a:lnTo>
                  <a:pt x="0" y="354"/>
                </a:lnTo>
                <a:lnTo>
                  <a:pt x="0" y="343"/>
                </a:lnTo>
                <a:lnTo>
                  <a:pt x="1" y="332"/>
                </a:lnTo>
                <a:lnTo>
                  <a:pt x="2" y="320"/>
                </a:lnTo>
                <a:lnTo>
                  <a:pt x="4" y="309"/>
                </a:lnTo>
                <a:lnTo>
                  <a:pt x="6" y="299"/>
                </a:lnTo>
                <a:lnTo>
                  <a:pt x="9" y="288"/>
                </a:lnTo>
                <a:lnTo>
                  <a:pt x="12" y="277"/>
                </a:lnTo>
                <a:lnTo>
                  <a:pt x="16" y="266"/>
                </a:lnTo>
                <a:lnTo>
                  <a:pt x="20" y="254"/>
                </a:lnTo>
                <a:lnTo>
                  <a:pt x="25" y="244"/>
                </a:lnTo>
                <a:lnTo>
                  <a:pt x="30" y="233"/>
                </a:lnTo>
                <a:lnTo>
                  <a:pt x="36" y="223"/>
                </a:lnTo>
                <a:lnTo>
                  <a:pt x="42" y="213"/>
                </a:lnTo>
                <a:lnTo>
                  <a:pt x="49" y="203"/>
                </a:lnTo>
                <a:lnTo>
                  <a:pt x="56" y="193"/>
                </a:lnTo>
                <a:lnTo>
                  <a:pt x="64" y="183"/>
                </a:lnTo>
                <a:lnTo>
                  <a:pt x="72" y="173"/>
                </a:lnTo>
                <a:lnTo>
                  <a:pt x="80" y="164"/>
                </a:lnTo>
                <a:lnTo>
                  <a:pt x="89" y="155"/>
                </a:lnTo>
                <a:lnTo>
                  <a:pt x="98" y="146"/>
                </a:lnTo>
                <a:lnTo>
                  <a:pt x="108" y="137"/>
                </a:lnTo>
                <a:lnTo>
                  <a:pt x="118" y="128"/>
                </a:lnTo>
                <a:lnTo>
                  <a:pt x="129" y="120"/>
                </a:lnTo>
                <a:lnTo>
                  <a:pt x="140" y="111"/>
                </a:lnTo>
                <a:lnTo>
                  <a:pt x="151" y="104"/>
                </a:lnTo>
                <a:lnTo>
                  <a:pt x="163" y="96"/>
                </a:lnTo>
                <a:lnTo>
                  <a:pt x="175" y="88"/>
                </a:lnTo>
                <a:lnTo>
                  <a:pt x="187" y="81"/>
                </a:lnTo>
                <a:lnTo>
                  <a:pt x="200" y="74"/>
                </a:lnTo>
                <a:lnTo>
                  <a:pt x="213" y="68"/>
                </a:lnTo>
                <a:lnTo>
                  <a:pt x="226" y="61"/>
                </a:lnTo>
                <a:lnTo>
                  <a:pt x="240" y="55"/>
                </a:lnTo>
                <a:lnTo>
                  <a:pt x="254" y="49"/>
                </a:lnTo>
                <a:lnTo>
                  <a:pt x="268" y="44"/>
                </a:lnTo>
                <a:lnTo>
                  <a:pt x="282" y="39"/>
                </a:lnTo>
                <a:lnTo>
                  <a:pt x="297" y="34"/>
                </a:lnTo>
                <a:lnTo>
                  <a:pt x="312" y="29"/>
                </a:lnTo>
                <a:lnTo>
                  <a:pt x="327" y="25"/>
                </a:lnTo>
                <a:lnTo>
                  <a:pt x="342" y="21"/>
                </a:lnTo>
                <a:lnTo>
                  <a:pt x="357" y="18"/>
                </a:lnTo>
                <a:lnTo>
                  <a:pt x="373" y="14"/>
                </a:lnTo>
                <a:lnTo>
                  <a:pt x="389" y="11"/>
                </a:lnTo>
                <a:lnTo>
                  <a:pt x="404" y="9"/>
                </a:lnTo>
                <a:lnTo>
                  <a:pt x="420" y="7"/>
                </a:lnTo>
                <a:lnTo>
                  <a:pt x="436" y="5"/>
                </a:lnTo>
                <a:lnTo>
                  <a:pt x="452" y="3"/>
                </a:lnTo>
                <a:lnTo>
                  <a:pt x="469" y="2"/>
                </a:lnTo>
                <a:lnTo>
                  <a:pt x="485" y="1"/>
                </a:lnTo>
                <a:lnTo>
                  <a:pt x="501" y="1"/>
                </a:lnTo>
                <a:lnTo>
                  <a:pt x="517" y="0"/>
                </a:lnTo>
                <a:lnTo>
                  <a:pt x="534" y="1"/>
                </a:lnTo>
                <a:lnTo>
                  <a:pt x="550" y="1"/>
                </a:lnTo>
                <a:lnTo>
                  <a:pt x="566" y="2"/>
                </a:lnTo>
                <a:lnTo>
                  <a:pt x="582" y="3"/>
                </a:lnTo>
                <a:lnTo>
                  <a:pt x="598" y="5"/>
                </a:lnTo>
                <a:lnTo>
                  <a:pt x="614" y="7"/>
                </a:lnTo>
                <a:lnTo>
                  <a:pt x="630" y="9"/>
                </a:lnTo>
                <a:lnTo>
                  <a:pt x="646" y="11"/>
                </a:lnTo>
                <a:lnTo>
                  <a:pt x="662" y="14"/>
                </a:lnTo>
                <a:lnTo>
                  <a:pt x="677" y="18"/>
                </a:lnTo>
                <a:lnTo>
                  <a:pt x="693" y="21"/>
                </a:lnTo>
                <a:lnTo>
                  <a:pt x="708" y="25"/>
                </a:lnTo>
                <a:lnTo>
                  <a:pt x="723" y="29"/>
                </a:lnTo>
                <a:lnTo>
                  <a:pt x="738" y="34"/>
                </a:lnTo>
                <a:lnTo>
                  <a:pt x="752" y="39"/>
                </a:lnTo>
                <a:lnTo>
                  <a:pt x="767" y="44"/>
                </a:lnTo>
                <a:lnTo>
                  <a:pt x="781" y="49"/>
                </a:lnTo>
                <a:lnTo>
                  <a:pt x="795" y="55"/>
                </a:lnTo>
                <a:lnTo>
                  <a:pt x="808" y="61"/>
                </a:lnTo>
                <a:lnTo>
                  <a:pt x="822" y="68"/>
                </a:lnTo>
                <a:lnTo>
                  <a:pt x="835" y="74"/>
                </a:lnTo>
                <a:lnTo>
                  <a:pt x="847" y="81"/>
                </a:lnTo>
                <a:lnTo>
                  <a:pt x="860" y="88"/>
                </a:lnTo>
                <a:lnTo>
                  <a:pt x="872" y="96"/>
                </a:lnTo>
                <a:lnTo>
                  <a:pt x="883" y="104"/>
                </a:lnTo>
                <a:lnTo>
                  <a:pt x="895" y="111"/>
                </a:lnTo>
                <a:lnTo>
                  <a:pt x="906" y="120"/>
                </a:lnTo>
                <a:lnTo>
                  <a:pt x="916" y="128"/>
                </a:lnTo>
                <a:lnTo>
                  <a:pt x="926" y="137"/>
                </a:lnTo>
                <a:lnTo>
                  <a:pt x="936" y="146"/>
                </a:lnTo>
                <a:lnTo>
                  <a:pt x="945" y="155"/>
                </a:lnTo>
                <a:lnTo>
                  <a:pt x="954" y="164"/>
                </a:lnTo>
                <a:lnTo>
                  <a:pt x="964" y="173"/>
                </a:lnTo>
                <a:lnTo>
                  <a:pt x="972" y="183"/>
                </a:lnTo>
                <a:lnTo>
                  <a:pt x="979" y="193"/>
                </a:lnTo>
                <a:lnTo>
                  <a:pt x="987" y="203"/>
                </a:lnTo>
                <a:lnTo>
                  <a:pt x="993" y="213"/>
                </a:lnTo>
                <a:lnTo>
                  <a:pt x="1000" y="223"/>
                </a:lnTo>
                <a:lnTo>
                  <a:pt x="1005" y="233"/>
                </a:lnTo>
                <a:lnTo>
                  <a:pt x="1011" y="244"/>
                </a:lnTo>
                <a:lnTo>
                  <a:pt x="1015" y="254"/>
                </a:lnTo>
                <a:lnTo>
                  <a:pt x="1020" y="266"/>
                </a:lnTo>
                <a:lnTo>
                  <a:pt x="1023" y="277"/>
                </a:lnTo>
                <a:lnTo>
                  <a:pt x="1027" y="288"/>
                </a:lnTo>
                <a:lnTo>
                  <a:pt x="1030" y="299"/>
                </a:lnTo>
                <a:lnTo>
                  <a:pt x="1032" y="309"/>
                </a:lnTo>
                <a:lnTo>
                  <a:pt x="1034" y="320"/>
                </a:lnTo>
                <a:lnTo>
                  <a:pt x="1035" y="332"/>
                </a:lnTo>
                <a:lnTo>
                  <a:pt x="1036" y="343"/>
                </a:lnTo>
                <a:lnTo>
                  <a:pt x="1036" y="354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4" name=""/>
          <p:cNvSpPr/>
          <p:nvPr/>
        </p:nvSpPr>
        <p:spPr>
          <a:xfrm>
            <a:off x="3938400" y="2818800"/>
            <a:ext cx="375840" cy="255960"/>
          </a:xfrm>
          <a:custGeom>
            <a:avLst/>
            <a:gdLst/>
            <a:ahLst/>
            <a:rect l="0" t="0" r="r" b="b"/>
            <a:pathLst>
              <a:path w="1044" h="711">
                <a:moveTo>
                  <a:pt x="1040" y="356"/>
                </a:moveTo>
                <a:lnTo>
                  <a:pt x="1040" y="345"/>
                </a:lnTo>
                <a:lnTo>
                  <a:pt x="1039" y="334"/>
                </a:lnTo>
                <a:lnTo>
                  <a:pt x="1038" y="321"/>
                </a:lnTo>
                <a:lnTo>
                  <a:pt x="1036" y="310"/>
                </a:lnTo>
                <a:lnTo>
                  <a:pt x="1034" y="300"/>
                </a:lnTo>
                <a:lnTo>
                  <a:pt x="1031" y="289"/>
                </a:lnTo>
                <a:lnTo>
                  <a:pt x="1027" y="278"/>
                </a:lnTo>
                <a:lnTo>
                  <a:pt x="1024" y="267"/>
                </a:lnTo>
                <a:lnTo>
                  <a:pt x="1019" y="256"/>
                </a:lnTo>
                <a:lnTo>
                  <a:pt x="1015" y="246"/>
                </a:lnTo>
                <a:lnTo>
                  <a:pt x="1009" y="235"/>
                </a:lnTo>
                <a:lnTo>
                  <a:pt x="1004" y="225"/>
                </a:lnTo>
                <a:lnTo>
                  <a:pt x="997" y="215"/>
                </a:lnTo>
                <a:lnTo>
                  <a:pt x="991" y="205"/>
                </a:lnTo>
                <a:lnTo>
                  <a:pt x="983" y="195"/>
                </a:lnTo>
                <a:lnTo>
                  <a:pt x="976" y="185"/>
                </a:lnTo>
                <a:lnTo>
                  <a:pt x="968" y="175"/>
                </a:lnTo>
                <a:lnTo>
                  <a:pt x="959" y="166"/>
                </a:lnTo>
                <a:lnTo>
                  <a:pt x="950" y="157"/>
                </a:lnTo>
                <a:lnTo>
                  <a:pt x="941" y="148"/>
                </a:lnTo>
                <a:lnTo>
                  <a:pt x="931" y="139"/>
                </a:lnTo>
                <a:lnTo>
                  <a:pt x="921" y="130"/>
                </a:lnTo>
                <a:lnTo>
                  <a:pt x="911" y="122"/>
                </a:lnTo>
                <a:lnTo>
                  <a:pt x="900" y="113"/>
                </a:lnTo>
                <a:lnTo>
                  <a:pt x="888" y="106"/>
                </a:lnTo>
                <a:lnTo>
                  <a:pt x="877" y="98"/>
                </a:lnTo>
                <a:lnTo>
                  <a:pt x="865" y="90"/>
                </a:lnTo>
                <a:lnTo>
                  <a:pt x="852" y="83"/>
                </a:lnTo>
                <a:lnTo>
                  <a:pt x="840" y="76"/>
                </a:lnTo>
                <a:lnTo>
                  <a:pt x="827" y="70"/>
                </a:lnTo>
                <a:lnTo>
                  <a:pt x="813" y="63"/>
                </a:lnTo>
                <a:lnTo>
                  <a:pt x="800" y="57"/>
                </a:lnTo>
                <a:lnTo>
                  <a:pt x="786" y="51"/>
                </a:lnTo>
                <a:lnTo>
                  <a:pt x="772" y="46"/>
                </a:lnTo>
                <a:lnTo>
                  <a:pt x="757" y="41"/>
                </a:lnTo>
                <a:lnTo>
                  <a:pt x="743" y="36"/>
                </a:lnTo>
                <a:lnTo>
                  <a:pt x="728" y="31"/>
                </a:lnTo>
                <a:lnTo>
                  <a:pt x="713" y="27"/>
                </a:lnTo>
                <a:lnTo>
                  <a:pt x="698" y="23"/>
                </a:lnTo>
                <a:lnTo>
                  <a:pt x="682" y="20"/>
                </a:lnTo>
                <a:lnTo>
                  <a:pt x="667" y="16"/>
                </a:lnTo>
                <a:lnTo>
                  <a:pt x="651" y="13"/>
                </a:lnTo>
                <a:lnTo>
                  <a:pt x="635" y="11"/>
                </a:lnTo>
                <a:lnTo>
                  <a:pt x="619" y="9"/>
                </a:lnTo>
                <a:lnTo>
                  <a:pt x="603" y="7"/>
                </a:lnTo>
                <a:lnTo>
                  <a:pt x="587" y="5"/>
                </a:lnTo>
                <a:lnTo>
                  <a:pt x="571" y="4"/>
                </a:lnTo>
                <a:lnTo>
                  <a:pt x="555" y="3"/>
                </a:lnTo>
                <a:lnTo>
                  <a:pt x="539" y="3"/>
                </a:lnTo>
                <a:lnTo>
                  <a:pt x="522" y="2"/>
                </a:lnTo>
                <a:lnTo>
                  <a:pt x="506" y="3"/>
                </a:lnTo>
                <a:lnTo>
                  <a:pt x="490" y="3"/>
                </a:lnTo>
                <a:lnTo>
                  <a:pt x="474" y="4"/>
                </a:lnTo>
                <a:lnTo>
                  <a:pt x="457" y="5"/>
                </a:lnTo>
                <a:lnTo>
                  <a:pt x="441" y="7"/>
                </a:lnTo>
                <a:lnTo>
                  <a:pt x="425" y="9"/>
                </a:lnTo>
                <a:lnTo>
                  <a:pt x="409" y="11"/>
                </a:lnTo>
                <a:lnTo>
                  <a:pt x="394" y="13"/>
                </a:lnTo>
                <a:lnTo>
                  <a:pt x="378" y="16"/>
                </a:lnTo>
                <a:lnTo>
                  <a:pt x="362" y="20"/>
                </a:lnTo>
                <a:lnTo>
                  <a:pt x="347" y="23"/>
                </a:lnTo>
                <a:lnTo>
                  <a:pt x="332" y="27"/>
                </a:lnTo>
                <a:lnTo>
                  <a:pt x="317" y="31"/>
                </a:lnTo>
                <a:lnTo>
                  <a:pt x="302" y="36"/>
                </a:lnTo>
                <a:lnTo>
                  <a:pt x="287" y="41"/>
                </a:lnTo>
                <a:lnTo>
                  <a:pt x="273" y="46"/>
                </a:lnTo>
                <a:lnTo>
                  <a:pt x="259" y="51"/>
                </a:lnTo>
                <a:lnTo>
                  <a:pt x="245" y="57"/>
                </a:lnTo>
                <a:lnTo>
                  <a:pt x="231" y="63"/>
                </a:lnTo>
                <a:lnTo>
                  <a:pt x="218" y="70"/>
                </a:lnTo>
                <a:lnTo>
                  <a:pt x="205" y="76"/>
                </a:lnTo>
                <a:lnTo>
                  <a:pt x="192" y="83"/>
                </a:lnTo>
                <a:lnTo>
                  <a:pt x="180" y="90"/>
                </a:lnTo>
                <a:lnTo>
                  <a:pt x="168" y="98"/>
                </a:lnTo>
                <a:lnTo>
                  <a:pt x="156" y="106"/>
                </a:lnTo>
                <a:lnTo>
                  <a:pt x="145" y="113"/>
                </a:lnTo>
                <a:lnTo>
                  <a:pt x="134" y="122"/>
                </a:lnTo>
                <a:lnTo>
                  <a:pt x="123" y="130"/>
                </a:lnTo>
                <a:lnTo>
                  <a:pt x="113" y="139"/>
                </a:lnTo>
                <a:lnTo>
                  <a:pt x="103" y="148"/>
                </a:lnTo>
                <a:lnTo>
                  <a:pt x="94" y="157"/>
                </a:lnTo>
                <a:lnTo>
                  <a:pt x="85" y="166"/>
                </a:lnTo>
                <a:lnTo>
                  <a:pt x="77" y="175"/>
                </a:lnTo>
                <a:lnTo>
                  <a:pt x="69" y="185"/>
                </a:lnTo>
                <a:lnTo>
                  <a:pt x="61" y="195"/>
                </a:lnTo>
                <a:lnTo>
                  <a:pt x="54" y="205"/>
                </a:lnTo>
                <a:lnTo>
                  <a:pt x="47" y="215"/>
                </a:lnTo>
                <a:lnTo>
                  <a:pt x="41" y="225"/>
                </a:lnTo>
                <a:lnTo>
                  <a:pt x="35" y="235"/>
                </a:lnTo>
                <a:lnTo>
                  <a:pt x="30" y="246"/>
                </a:lnTo>
                <a:lnTo>
                  <a:pt x="25" y="256"/>
                </a:lnTo>
                <a:lnTo>
                  <a:pt x="21" y="267"/>
                </a:lnTo>
                <a:lnTo>
                  <a:pt x="17" y="278"/>
                </a:lnTo>
                <a:lnTo>
                  <a:pt x="14" y="289"/>
                </a:lnTo>
                <a:lnTo>
                  <a:pt x="11" y="300"/>
                </a:lnTo>
                <a:lnTo>
                  <a:pt x="9" y="310"/>
                </a:lnTo>
                <a:lnTo>
                  <a:pt x="7" y="321"/>
                </a:lnTo>
                <a:lnTo>
                  <a:pt x="6" y="334"/>
                </a:lnTo>
                <a:lnTo>
                  <a:pt x="5" y="345"/>
                </a:lnTo>
                <a:lnTo>
                  <a:pt x="5" y="356"/>
                </a:lnTo>
                <a:lnTo>
                  <a:pt x="5" y="367"/>
                </a:lnTo>
                <a:lnTo>
                  <a:pt x="6" y="378"/>
                </a:lnTo>
                <a:lnTo>
                  <a:pt x="7" y="389"/>
                </a:lnTo>
                <a:lnTo>
                  <a:pt x="9" y="400"/>
                </a:lnTo>
                <a:lnTo>
                  <a:pt x="11" y="411"/>
                </a:lnTo>
                <a:lnTo>
                  <a:pt x="14" y="422"/>
                </a:lnTo>
                <a:lnTo>
                  <a:pt x="17" y="432"/>
                </a:lnTo>
                <a:lnTo>
                  <a:pt x="21" y="443"/>
                </a:lnTo>
                <a:lnTo>
                  <a:pt x="25" y="454"/>
                </a:lnTo>
                <a:lnTo>
                  <a:pt x="30" y="465"/>
                </a:lnTo>
                <a:lnTo>
                  <a:pt x="35" y="475"/>
                </a:lnTo>
                <a:lnTo>
                  <a:pt x="41" y="485"/>
                </a:lnTo>
                <a:lnTo>
                  <a:pt x="47" y="496"/>
                </a:lnTo>
                <a:lnTo>
                  <a:pt x="54" y="506"/>
                </a:lnTo>
                <a:lnTo>
                  <a:pt x="61" y="516"/>
                </a:lnTo>
                <a:lnTo>
                  <a:pt x="69" y="525"/>
                </a:lnTo>
                <a:lnTo>
                  <a:pt x="77" y="535"/>
                </a:lnTo>
                <a:lnTo>
                  <a:pt x="85" y="544"/>
                </a:lnTo>
                <a:lnTo>
                  <a:pt x="94" y="554"/>
                </a:lnTo>
                <a:lnTo>
                  <a:pt x="103" y="563"/>
                </a:lnTo>
                <a:lnTo>
                  <a:pt x="113" y="572"/>
                </a:lnTo>
                <a:lnTo>
                  <a:pt x="123" y="580"/>
                </a:lnTo>
                <a:lnTo>
                  <a:pt x="134" y="589"/>
                </a:lnTo>
                <a:lnTo>
                  <a:pt x="145" y="597"/>
                </a:lnTo>
                <a:lnTo>
                  <a:pt x="156" y="605"/>
                </a:lnTo>
                <a:lnTo>
                  <a:pt x="168" y="612"/>
                </a:lnTo>
                <a:lnTo>
                  <a:pt x="180" y="620"/>
                </a:lnTo>
                <a:lnTo>
                  <a:pt x="192" y="627"/>
                </a:lnTo>
                <a:lnTo>
                  <a:pt x="205" y="634"/>
                </a:lnTo>
                <a:lnTo>
                  <a:pt x="218" y="641"/>
                </a:lnTo>
                <a:lnTo>
                  <a:pt x="231" y="647"/>
                </a:lnTo>
                <a:lnTo>
                  <a:pt x="245" y="653"/>
                </a:lnTo>
                <a:lnTo>
                  <a:pt x="259" y="659"/>
                </a:lnTo>
                <a:lnTo>
                  <a:pt x="273" y="664"/>
                </a:lnTo>
                <a:lnTo>
                  <a:pt x="287" y="670"/>
                </a:lnTo>
                <a:lnTo>
                  <a:pt x="302" y="674"/>
                </a:lnTo>
                <a:lnTo>
                  <a:pt x="317" y="679"/>
                </a:lnTo>
                <a:lnTo>
                  <a:pt x="332" y="683"/>
                </a:lnTo>
                <a:lnTo>
                  <a:pt x="347" y="687"/>
                </a:lnTo>
                <a:lnTo>
                  <a:pt x="362" y="691"/>
                </a:lnTo>
                <a:lnTo>
                  <a:pt x="378" y="694"/>
                </a:lnTo>
                <a:lnTo>
                  <a:pt x="394" y="697"/>
                </a:lnTo>
                <a:lnTo>
                  <a:pt x="409" y="699"/>
                </a:lnTo>
                <a:lnTo>
                  <a:pt x="425" y="702"/>
                </a:lnTo>
                <a:lnTo>
                  <a:pt x="441" y="704"/>
                </a:lnTo>
                <a:lnTo>
                  <a:pt x="457" y="705"/>
                </a:lnTo>
                <a:lnTo>
                  <a:pt x="474" y="706"/>
                </a:lnTo>
                <a:lnTo>
                  <a:pt x="490" y="707"/>
                </a:lnTo>
                <a:lnTo>
                  <a:pt x="506" y="708"/>
                </a:lnTo>
                <a:lnTo>
                  <a:pt x="522" y="708"/>
                </a:lnTo>
                <a:lnTo>
                  <a:pt x="539" y="708"/>
                </a:lnTo>
                <a:lnTo>
                  <a:pt x="555" y="707"/>
                </a:lnTo>
                <a:lnTo>
                  <a:pt x="571" y="706"/>
                </a:lnTo>
                <a:lnTo>
                  <a:pt x="587" y="705"/>
                </a:lnTo>
                <a:lnTo>
                  <a:pt x="603" y="704"/>
                </a:lnTo>
                <a:lnTo>
                  <a:pt x="619" y="702"/>
                </a:lnTo>
                <a:lnTo>
                  <a:pt x="635" y="699"/>
                </a:lnTo>
                <a:lnTo>
                  <a:pt x="651" y="697"/>
                </a:lnTo>
                <a:lnTo>
                  <a:pt x="667" y="694"/>
                </a:lnTo>
                <a:lnTo>
                  <a:pt x="682" y="691"/>
                </a:lnTo>
                <a:lnTo>
                  <a:pt x="698" y="687"/>
                </a:lnTo>
                <a:lnTo>
                  <a:pt x="713" y="683"/>
                </a:lnTo>
                <a:lnTo>
                  <a:pt x="728" y="679"/>
                </a:lnTo>
                <a:lnTo>
                  <a:pt x="743" y="674"/>
                </a:lnTo>
                <a:lnTo>
                  <a:pt x="757" y="670"/>
                </a:lnTo>
                <a:lnTo>
                  <a:pt x="772" y="664"/>
                </a:lnTo>
                <a:lnTo>
                  <a:pt x="786" y="659"/>
                </a:lnTo>
                <a:lnTo>
                  <a:pt x="800" y="653"/>
                </a:lnTo>
                <a:lnTo>
                  <a:pt x="813" y="647"/>
                </a:lnTo>
                <a:lnTo>
                  <a:pt x="827" y="641"/>
                </a:lnTo>
                <a:lnTo>
                  <a:pt x="840" y="634"/>
                </a:lnTo>
                <a:lnTo>
                  <a:pt x="852" y="627"/>
                </a:lnTo>
                <a:lnTo>
                  <a:pt x="865" y="620"/>
                </a:lnTo>
                <a:lnTo>
                  <a:pt x="877" y="612"/>
                </a:lnTo>
                <a:lnTo>
                  <a:pt x="888" y="605"/>
                </a:lnTo>
                <a:lnTo>
                  <a:pt x="900" y="597"/>
                </a:lnTo>
                <a:lnTo>
                  <a:pt x="911" y="589"/>
                </a:lnTo>
                <a:lnTo>
                  <a:pt x="921" y="580"/>
                </a:lnTo>
                <a:lnTo>
                  <a:pt x="931" y="572"/>
                </a:lnTo>
                <a:lnTo>
                  <a:pt x="941" y="563"/>
                </a:lnTo>
                <a:lnTo>
                  <a:pt x="950" y="554"/>
                </a:lnTo>
                <a:lnTo>
                  <a:pt x="959" y="544"/>
                </a:lnTo>
                <a:lnTo>
                  <a:pt x="968" y="535"/>
                </a:lnTo>
                <a:lnTo>
                  <a:pt x="976" y="525"/>
                </a:lnTo>
                <a:lnTo>
                  <a:pt x="983" y="516"/>
                </a:lnTo>
                <a:lnTo>
                  <a:pt x="991" y="506"/>
                </a:lnTo>
                <a:lnTo>
                  <a:pt x="997" y="496"/>
                </a:lnTo>
                <a:lnTo>
                  <a:pt x="1004" y="485"/>
                </a:lnTo>
                <a:lnTo>
                  <a:pt x="1009" y="475"/>
                </a:lnTo>
                <a:lnTo>
                  <a:pt x="1015" y="465"/>
                </a:lnTo>
                <a:lnTo>
                  <a:pt x="1019" y="454"/>
                </a:lnTo>
                <a:lnTo>
                  <a:pt x="1024" y="443"/>
                </a:lnTo>
                <a:lnTo>
                  <a:pt x="1027" y="432"/>
                </a:lnTo>
                <a:lnTo>
                  <a:pt x="1031" y="422"/>
                </a:lnTo>
                <a:lnTo>
                  <a:pt x="1034" y="411"/>
                </a:lnTo>
                <a:lnTo>
                  <a:pt x="1036" y="400"/>
                </a:lnTo>
                <a:lnTo>
                  <a:pt x="1038" y="389"/>
                </a:lnTo>
                <a:lnTo>
                  <a:pt x="1039" y="378"/>
                </a:lnTo>
                <a:lnTo>
                  <a:pt x="1040" y="367"/>
                </a:lnTo>
                <a:lnTo>
                  <a:pt x="1040" y="356"/>
                </a:lnTo>
                <a:moveTo>
                  <a:pt x="1044" y="356"/>
                </a:moveTo>
                <a:lnTo>
                  <a:pt x="1043" y="367"/>
                </a:lnTo>
                <a:lnTo>
                  <a:pt x="1043" y="378"/>
                </a:lnTo>
                <a:lnTo>
                  <a:pt x="1041" y="389"/>
                </a:lnTo>
                <a:lnTo>
                  <a:pt x="1040" y="400"/>
                </a:lnTo>
                <a:lnTo>
                  <a:pt x="1037" y="411"/>
                </a:lnTo>
                <a:lnTo>
                  <a:pt x="1034" y="422"/>
                </a:lnTo>
                <a:lnTo>
                  <a:pt x="1031" y="433"/>
                </a:lnTo>
                <a:lnTo>
                  <a:pt x="1027" y="444"/>
                </a:lnTo>
                <a:lnTo>
                  <a:pt x="1023" y="455"/>
                </a:lnTo>
                <a:lnTo>
                  <a:pt x="1018" y="465"/>
                </a:lnTo>
                <a:lnTo>
                  <a:pt x="1013" y="476"/>
                </a:lnTo>
                <a:lnTo>
                  <a:pt x="1007" y="486"/>
                </a:lnTo>
                <a:lnTo>
                  <a:pt x="1001" y="497"/>
                </a:lnTo>
                <a:lnTo>
                  <a:pt x="994" y="507"/>
                </a:lnTo>
                <a:lnTo>
                  <a:pt x="987" y="517"/>
                </a:lnTo>
                <a:lnTo>
                  <a:pt x="979" y="527"/>
                </a:lnTo>
                <a:lnTo>
                  <a:pt x="971" y="536"/>
                </a:lnTo>
                <a:lnTo>
                  <a:pt x="963" y="546"/>
                </a:lnTo>
                <a:lnTo>
                  <a:pt x="954" y="555"/>
                </a:lnTo>
                <a:lnTo>
                  <a:pt x="944" y="564"/>
                </a:lnTo>
                <a:lnTo>
                  <a:pt x="934" y="573"/>
                </a:lnTo>
                <a:lnTo>
                  <a:pt x="924" y="582"/>
                </a:lnTo>
                <a:lnTo>
                  <a:pt x="913" y="590"/>
                </a:lnTo>
                <a:lnTo>
                  <a:pt x="902" y="599"/>
                </a:lnTo>
                <a:lnTo>
                  <a:pt x="891" y="607"/>
                </a:lnTo>
                <a:lnTo>
                  <a:pt x="879" y="614"/>
                </a:lnTo>
                <a:lnTo>
                  <a:pt x="867" y="622"/>
                </a:lnTo>
                <a:lnTo>
                  <a:pt x="855" y="629"/>
                </a:lnTo>
                <a:lnTo>
                  <a:pt x="842" y="636"/>
                </a:lnTo>
                <a:lnTo>
                  <a:pt x="829" y="643"/>
                </a:lnTo>
                <a:lnTo>
                  <a:pt x="815" y="649"/>
                </a:lnTo>
                <a:lnTo>
                  <a:pt x="802" y="655"/>
                </a:lnTo>
                <a:lnTo>
                  <a:pt x="788" y="661"/>
                </a:lnTo>
                <a:lnTo>
                  <a:pt x="773" y="667"/>
                </a:lnTo>
                <a:lnTo>
                  <a:pt x="759" y="672"/>
                </a:lnTo>
                <a:lnTo>
                  <a:pt x="744" y="677"/>
                </a:lnTo>
                <a:lnTo>
                  <a:pt x="729" y="681"/>
                </a:lnTo>
                <a:lnTo>
                  <a:pt x="714" y="686"/>
                </a:lnTo>
                <a:lnTo>
                  <a:pt x="699" y="690"/>
                </a:lnTo>
                <a:lnTo>
                  <a:pt x="683" y="693"/>
                </a:lnTo>
                <a:lnTo>
                  <a:pt x="668" y="696"/>
                </a:lnTo>
                <a:lnTo>
                  <a:pt x="652" y="699"/>
                </a:lnTo>
                <a:lnTo>
                  <a:pt x="636" y="702"/>
                </a:lnTo>
                <a:lnTo>
                  <a:pt x="620" y="704"/>
                </a:lnTo>
                <a:lnTo>
                  <a:pt x="604" y="706"/>
                </a:lnTo>
                <a:lnTo>
                  <a:pt x="588" y="708"/>
                </a:lnTo>
                <a:lnTo>
                  <a:pt x="571" y="709"/>
                </a:lnTo>
                <a:lnTo>
                  <a:pt x="555" y="710"/>
                </a:lnTo>
                <a:lnTo>
                  <a:pt x="539" y="710"/>
                </a:lnTo>
                <a:lnTo>
                  <a:pt x="522" y="711"/>
                </a:lnTo>
                <a:lnTo>
                  <a:pt x="506" y="710"/>
                </a:lnTo>
                <a:lnTo>
                  <a:pt x="490" y="710"/>
                </a:lnTo>
                <a:lnTo>
                  <a:pt x="473" y="709"/>
                </a:lnTo>
                <a:lnTo>
                  <a:pt x="457" y="708"/>
                </a:lnTo>
                <a:lnTo>
                  <a:pt x="441" y="706"/>
                </a:lnTo>
                <a:lnTo>
                  <a:pt x="425" y="704"/>
                </a:lnTo>
                <a:lnTo>
                  <a:pt x="409" y="702"/>
                </a:lnTo>
                <a:lnTo>
                  <a:pt x="393" y="699"/>
                </a:lnTo>
                <a:lnTo>
                  <a:pt x="377" y="696"/>
                </a:lnTo>
                <a:lnTo>
                  <a:pt x="361" y="693"/>
                </a:lnTo>
                <a:lnTo>
                  <a:pt x="346" y="690"/>
                </a:lnTo>
                <a:lnTo>
                  <a:pt x="330" y="686"/>
                </a:lnTo>
                <a:lnTo>
                  <a:pt x="315" y="681"/>
                </a:lnTo>
                <a:lnTo>
                  <a:pt x="300" y="677"/>
                </a:lnTo>
                <a:lnTo>
                  <a:pt x="286" y="672"/>
                </a:lnTo>
                <a:lnTo>
                  <a:pt x="271" y="667"/>
                </a:lnTo>
                <a:lnTo>
                  <a:pt x="257" y="661"/>
                </a:lnTo>
                <a:lnTo>
                  <a:pt x="243" y="655"/>
                </a:lnTo>
                <a:lnTo>
                  <a:pt x="229" y="649"/>
                </a:lnTo>
                <a:lnTo>
                  <a:pt x="216" y="643"/>
                </a:lnTo>
                <a:lnTo>
                  <a:pt x="203" y="636"/>
                </a:lnTo>
                <a:lnTo>
                  <a:pt x="190" y="629"/>
                </a:lnTo>
                <a:lnTo>
                  <a:pt x="177" y="622"/>
                </a:lnTo>
                <a:lnTo>
                  <a:pt x="165" y="614"/>
                </a:lnTo>
                <a:lnTo>
                  <a:pt x="154" y="607"/>
                </a:lnTo>
                <a:lnTo>
                  <a:pt x="142" y="599"/>
                </a:lnTo>
                <a:lnTo>
                  <a:pt x="131" y="590"/>
                </a:lnTo>
                <a:lnTo>
                  <a:pt x="120" y="582"/>
                </a:lnTo>
                <a:lnTo>
                  <a:pt x="110" y="573"/>
                </a:lnTo>
                <a:lnTo>
                  <a:pt x="100" y="564"/>
                </a:lnTo>
                <a:lnTo>
                  <a:pt x="91" y="555"/>
                </a:lnTo>
                <a:lnTo>
                  <a:pt x="82" y="546"/>
                </a:lnTo>
                <a:lnTo>
                  <a:pt x="73" y="536"/>
                </a:lnTo>
                <a:lnTo>
                  <a:pt x="65" y="527"/>
                </a:lnTo>
                <a:lnTo>
                  <a:pt x="58" y="517"/>
                </a:lnTo>
                <a:lnTo>
                  <a:pt x="50" y="507"/>
                </a:lnTo>
                <a:lnTo>
                  <a:pt x="44" y="497"/>
                </a:lnTo>
                <a:lnTo>
                  <a:pt x="37" y="486"/>
                </a:lnTo>
                <a:lnTo>
                  <a:pt x="32" y="476"/>
                </a:lnTo>
                <a:lnTo>
                  <a:pt x="26" y="465"/>
                </a:lnTo>
                <a:lnTo>
                  <a:pt x="22" y="455"/>
                </a:lnTo>
                <a:lnTo>
                  <a:pt x="17" y="444"/>
                </a:lnTo>
                <a:lnTo>
                  <a:pt x="13" y="433"/>
                </a:lnTo>
                <a:lnTo>
                  <a:pt x="10" y="422"/>
                </a:lnTo>
                <a:lnTo>
                  <a:pt x="7" y="411"/>
                </a:lnTo>
                <a:lnTo>
                  <a:pt x="5" y="400"/>
                </a:lnTo>
                <a:lnTo>
                  <a:pt x="3" y="389"/>
                </a:lnTo>
                <a:lnTo>
                  <a:pt x="1" y="378"/>
                </a:lnTo>
                <a:lnTo>
                  <a:pt x="0" y="367"/>
                </a:lnTo>
                <a:lnTo>
                  <a:pt x="0" y="356"/>
                </a:lnTo>
                <a:lnTo>
                  <a:pt x="0" y="345"/>
                </a:lnTo>
                <a:lnTo>
                  <a:pt x="1" y="333"/>
                </a:lnTo>
                <a:lnTo>
                  <a:pt x="3" y="321"/>
                </a:lnTo>
                <a:lnTo>
                  <a:pt x="5" y="310"/>
                </a:lnTo>
                <a:lnTo>
                  <a:pt x="7" y="299"/>
                </a:lnTo>
                <a:lnTo>
                  <a:pt x="10" y="288"/>
                </a:lnTo>
                <a:lnTo>
                  <a:pt x="13" y="277"/>
                </a:lnTo>
                <a:lnTo>
                  <a:pt x="17" y="266"/>
                </a:lnTo>
                <a:lnTo>
                  <a:pt x="22" y="256"/>
                </a:lnTo>
                <a:lnTo>
                  <a:pt x="26" y="245"/>
                </a:lnTo>
                <a:lnTo>
                  <a:pt x="32" y="234"/>
                </a:lnTo>
                <a:lnTo>
                  <a:pt x="37" y="224"/>
                </a:lnTo>
                <a:lnTo>
                  <a:pt x="44" y="214"/>
                </a:lnTo>
                <a:lnTo>
                  <a:pt x="50" y="204"/>
                </a:lnTo>
                <a:lnTo>
                  <a:pt x="58" y="194"/>
                </a:lnTo>
                <a:lnTo>
                  <a:pt x="65" y="184"/>
                </a:lnTo>
                <a:lnTo>
                  <a:pt x="73" y="174"/>
                </a:lnTo>
                <a:lnTo>
                  <a:pt x="82" y="165"/>
                </a:lnTo>
                <a:lnTo>
                  <a:pt x="91" y="155"/>
                </a:lnTo>
                <a:lnTo>
                  <a:pt x="100" y="146"/>
                </a:lnTo>
                <a:lnTo>
                  <a:pt x="110" y="137"/>
                </a:lnTo>
                <a:lnTo>
                  <a:pt x="120" y="128"/>
                </a:lnTo>
                <a:lnTo>
                  <a:pt x="131" y="120"/>
                </a:lnTo>
                <a:lnTo>
                  <a:pt x="142" y="112"/>
                </a:lnTo>
                <a:lnTo>
                  <a:pt x="154" y="104"/>
                </a:lnTo>
                <a:lnTo>
                  <a:pt x="165" y="96"/>
                </a:lnTo>
                <a:lnTo>
                  <a:pt x="177" y="88"/>
                </a:lnTo>
                <a:lnTo>
                  <a:pt x="190" y="81"/>
                </a:lnTo>
                <a:lnTo>
                  <a:pt x="203" y="74"/>
                </a:lnTo>
                <a:lnTo>
                  <a:pt x="216" y="68"/>
                </a:lnTo>
                <a:lnTo>
                  <a:pt x="229" y="61"/>
                </a:lnTo>
                <a:lnTo>
                  <a:pt x="243" y="55"/>
                </a:lnTo>
                <a:lnTo>
                  <a:pt x="257" y="49"/>
                </a:lnTo>
                <a:lnTo>
                  <a:pt x="271" y="44"/>
                </a:lnTo>
                <a:lnTo>
                  <a:pt x="286" y="38"/>
                </a:lnTo>
                <a:lnTo>
                  <a:pt x="300" y="34"/>
                </a:lnTo>
                <a:lnTo>
                  <a:pt x="315" y="29"/>
                </a:lnTo>
                <a:lnTo>
                  <a:pt x="330" y="25"/>
                </a:lnTo>
                <a:lnTo>
                  <a:pt x="346" y="21"/>
                </a:lnTo>
                <a:lnTo>
                  <a:pt x="361" y="17"/>
                </a:lnTo>
                <a:lnTo>
                  <a:pt x="377" y="14"/>
                </a:lnTo>
                <a:lnTo>
                  <a:pt x="393" y="11"/>
                </a:lnTo>
                <a:lnTo>
                  <a:pt x="409" y="8"/>
                </a:lnTo>
                <a:lnTo>
                  <a:pt x="425" y="6"/>
                </a:lnTo>
                <a:lnTo>
                  <a:pt x="441" y="4"/>
                </a:lnTo>
                <a:lnTo>
                  <a:pt x="457" y="3"/>
                </a:lnTo>
                <a:lnTo>
                  <a:pt x="473" y="1"/>
                </a:lnTo>
                <a:lnTo>
                  <a:pt x="490" y="0"/>
                </a:lnTo>
                <a:lnTo>
                  <a:pt x="506" y="0"/>
                </a:lnTo>
                <a:lnTo>
                  <a:pt x="522" y="0"/>
                </a:lnTo>
                <a:lnTo>
                  <a:pt x="539" y="0"/>
                </a:lnTo>
                <a:lnTo>
                  <a:pt x="555" y="0"/>
                </a:lnTo>
                <a:lnTo>
                  <a:pt x="571" y="1"/>
                </a:lnTo>
                <a:lnTo>
                  <a:pt x="588" y="3"/>
                </a:lnTo>
                <a:lnTo>
                  <a:pt x="604" y="4"/>
                </a:lnTo>
                <a:lnTo>
                  <a:pt x="620" y="6"/>
                </a:lnTo>
                <a:lnTo>
                  <a:pt x="636" y="8"/>
                </a:lnTo>
                <a:lnTo>
                  <a:pt x="652" y="11"/>
                </a:lnTo>
                <a:lnTo>
                  <a:pt x="668" y="14"/>
                </a:lnTo>
                <a:lnTo>
                  <a:pt x="683" y="17"/>
                </a:lnTo>
                <a:lnTo>
                  <a:pt x="699" y="21"/>
                </a:lnTo>
                <a:lnTo>
                  <a:pt x="714" y="25"/>
                </a:lnTo>
                <a:lnTo>
                  <a:pt x="729" y="29"/>
                </a:lnTo>
                <a:lnTo>
                  <a:pt x="744" y="34"/>
                </a:lnTo>
                <a:lnTo>
                  <a:pt x="759" y="38"/>
                </a:lnTo>
                <a:lnTo>
                  <a:pt x="773" y="44"/>
                </a:lnTo>
                <a:lnTo>
                  <a:pt x="788" y="49"/>
                </a:lnTo>
                <a:lnTo>
                  <a:pt x="802" y="55"/>
                </a:lnTo>
                <a:lnTo>
                  <a:pt x="815" y="61"/>
                </a:lnTo>
                <a:lnTo>
                  <a:pt x="829" y="68"/>
                </a:lnTo>
                <a:lnTo>
                  <a:pt x="842" y="74"/>
                </a:lnTo>
                <a:lnTo>
                  <a:pt x="855" y="81"/>
                </a:lnTo>
                <a:lnTo>
                  <a:pt x="867" y="88"/>
                </a:lnTo>
                <a:lnTo>
                  <a:pt x="879" y="96"/>
                </a:lnTo>
                <a:lnTo>
                  <a:pt x="891" y="104"/>
                </a:lnTo>
                <a:lnTo>
                  <a:pt x="902" y="112"/>
                </a:lnTo>
                <a:lnTo>
                  <a:pt x="913" y="120"/>
                </a:lnTo>
                <a:lnTo>
                  <a:pt x="924" y="128"/>
                </a:lnTo>
                <a:lnTo>
                  <a:pt x="934" y="137"/>
                </a:lnTo>
                <a:lnTo>
                  <a:pt x="944" y="146"/>
                </a:lnTo>
                <a:lnTo>
                  <a:pt x="954" y="155"/>
                </a:lnTo>
                <a:lnTo>
                  <a:pt x="963" y="165"/>
                </a:lnTo>
                <a:lnTo>
                  <a:pt x="971" y="174"/>
                </a:lnTo>
                <a:lnTo>
                  <a:pt x="979" y="184"/>
                </a:lnTo>
                <a:lnTo>
                  <a:pt x="987" y="194"/>
                </a:lnTo>
                <a:lnTo>
                  <a:pt x="994" y="204"/>
                </a:lnTo>
                <a:lnTo>
                  <a:pt x="1001" y="214"/>
                </a:lnTo>
                <a:lnTo>
                  <a:pt x="1007" y="224"/>
                </a:lnTo>
                <a:lnTo>
                  <a:pt x="1013" y="234"/>
                </a:lnTo>
                <a:lnTo>
                  <a:pt x="1018" y="245"/>
                </a:lnTo>
                <a:lnTo>
                  <a:pt x="1023" y="256"/>
                </a:lnTo>
                <a:lnTo>
                  <a:pt x="1027" y="266"/>
                </a:lnTo>
                <a:lnTo>
                  <a:pt x="1031" y="277"/>
                </a:lnTo>
                <a:lnTo>
                  <a:pt x="1034" y="288"/>
                </a:lnTo>
                <a:lnTo>
                  <a:pt x="1037" y="299"/>
                </a:lnTo>
                <a:lnTo>
                  <a:pt x="1040" y="310"/>
                </a:lnTo>
                <a:lnTo>
                  <a:pt x="1041" y="321"/>
                </a:lnTo>
                <a:lnTo>
                  <a:pt x="1043" y="333"/>
                </a:lnTo>
                <a:lnTo>
                  <a:pt x="1043" y="345"/>
                </a:lnTo>
                <a:lnTo>
                  <a:pt x="1044" y="356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5" name=""/>
          <p:cNvSpPr/>
          <p:nvPr/>
        </p:nvSpPr>
        <p:spPr>
          <a:xfrm>
            <a:off x="3934080" y="2815920"/>
            <a:ext cx="384120" cy="261360"/>
          </a:xfrm>
          <a:custGeom>
            <a:avLst/>
            <a:gdLst/>
            <a:ahLst/>
            <a:rect l="0" t="0" r="r" b="b"/>
            <a:pathLst>
              <a:path w="1067" h="726">
                <a:moveTo>
                  <a:pt x="1056" y="363"/>
                </a:moveTo>
                <a:lnTo>
                  <a:pt x="1055" y="352"/>
                </a:lnTo>
                <a:lnTo>
                  <a:pt x="1055" y="340"/>
                </a:lnTo>
                <a:lnTo>
                  <a:pt x="1053" y="329"/>
                </a:lnTo>
                <a:lnTo>
                  <a:pt x="1052" y="318"/>
                </a:lnTo>
                <a:lnTo>
                  <a:pt x="1049" y="307"/>
                </a:lnTo>
                <a:lnTo>
                  <a:pt x="1046" y="296"/>
                </a:lnTo>
                <a:lnTo>
                  <a:pt x="1043" y="285"/>
                </a:lnTo>
                <a:lnTo>
                  <a:pt x="1039" y="274"/>
                </a:lnTo>
                <a:lnTo>
                  <a:pt x="1035" y="264"/>
                </a:lnTo>
                <a:lnTo>
                  <a:pt x="1030" y="253"/>
                </a:lnTo>
                <a:lnTo>
                  <a:pt x="1025" y="242"/>
                </a:lnTo>
                <a:lnTo>
                  <a:pt x="1019" y="232"/>
                </a:lnTo>
                <a:lnTo>
                  <a:pt x="1013" y="222"/>
                </a:lnTo>
                <a:lnTo>
                  <a:pt x="1006" y="212"/>
                </a:lnTo>
                <a:lnTo>
                  <a:pt x="999" y="202"/>
                </a:lnTo>
                <a:lnTo>
                  <a:pt x="991" y="192"/>
                </a:lnTo>
                <a:lnTo>
                  <a:pt x="983" y="182"/>
                </a:lnTo>
                <a:lnTo>
                  <a:pt x="975" y="173"/>
                </a:lnTo>
                <a:lnTo>
                  <a:pt x="966" y="163"/>
                </a:lnTo>
                <a:lnTo>
                  <a:pt x="956" y="154"/>
                </a:lnTo>
                <a:lnTo>
                  <a:pt x="946" y="145"/>
                </a:lnTo>
                <a:lnTo>
                  <a:pt x="936" y="136"/>
                </a:lnTo>
                <a:lnTo>
                  <a:pt x="925" y="128"/>
                </a:lnTo>
                <a:lnTo>
                  <a:pt x="914" y="120"/>
                </a:lnTo>
                <a:lnTo>
                  <a:pt x="903" y="112"/>
                </a:lnTo>
                <a:lnTo>
                  <a:pt x="891" y="104"/>
                </a:lnTo>
                <a:lnTo>
                  <a:pt x="879" y="96"/>
                </a:lnTo>
                <a:lnTo>
                  <a:pt x="867" y="89"/>
                </a:lnTo>
                <a:lnTo>
                  <a:pt x="854" y="82"/>
                </a:lnTo>
                <a:lnTo>
                  <a:pt x="841" y="76"/>
                </a:lnTo>
                <a:lnTo>
                  <a:pt x="827" y="69"/>
                </a:lnTo>
                <a:lnTo>
                  <a:pt x="814" y="63"/>
                </a:lnTo>
                <a:lnTo>
                  <a:pt x="800" y="57"/>
                </a:lnTo>
                <a:lnTo>
                  <a:pt x="785" y="52"/>
                </a:lnTo>
                <a:lnTo>
                  <a:pt x="771" y="46"/>
                </a:lnTo>
                <a:lnTo>
                  <a:pt x="756" y="42"/>
                </a:lnTo>
                <a:lnTo>
                  <a:pt x="741" y="37"/>
                </a:lnTo>
                <a:lnTo>
                  <a:pt x="726" y="33"/>
                </a:lnTo>
                <a:lnTo>
                  <a:pt x="711" y="29"/>
                </a:lnTo>
                <a:lnTo>
                  <a:pt x="695" y="25"/>
                </a:lnTo>
                <a:lnTo>
                  <a:pt x="680" y="22"/>
                </a:lnTo>
                <a:lnTo>
                  <a:pt x="664" y="19"/>
                </a:lnTo>
                <a:lnTo>
                  <a:pt x="648" y="16"/>
                </a:lnTo>
                <a:lnTo>
                  <a:pt x="632" y="14"/>
                </a:lnTo>
                <a:lnTo>
                  <a:pt x="616" y="12"/>
                </a:lnTo>
                <a:lnTo>
                  <a:pt x="600" y="11"/>
                </a:lnTo>
                <a:lnTo>
                  <a:pt x="583" y="9"/>
                </a:lnTo>
                <a:lnTo>
                  <a:pt x="567" y="8"/>
                </a:lnTo>
                <a:lnTo>
                  <a:pt x="551" y="8"/>
                </a:lnTo>
                <a:lnTo>
                  <a:pt x="534" y="8"/>
                </a:lnTo>
                <a:lnTo>
                  <a:pt x="518" y="8"/>
                </a:lnTo>
                <a:lnTo>
                  <a:pt x="502" y="8"/>
                </a:lnTo>
                <a:lnTo>
                  <a:pt x="485" y="9"/>
                </a:lnTo>
                <a:lnTo>
                  <a:pt x="469" y="11"/>
                </a:lnTo>
                <a:lnTo>
                  <a:pt x="453" y="12"/>
                </a:lnTo>
                <a:lnTo>
                  <a:pt x="437" y="14"/>
                </a:lnTo>
                <a:lnTo>
                  <a:pt x="421" y="16"/>
                </a:lnTo>
                <a:lnTo>
                  <a:pt x="405" y="19"/>
                </a:lnTo>
                <a:lnTo>
                  <a:pt x="389" y="22"/>
                </a:lnTo>
                <a:lnTo>
                  <a:pt x="373" y="25"/>
                </a:lnTo>
                <a:lnTo>
                  <a:pt x="358" y="29"/>
                </a:lnTo>
                <a:lnTo>
                  <a:pt x="342" y="33"/>
                </a:lnTo>
                <a:lnTo>
                  <a:pt x="327" y="37"/>
                </a:lnTo>
                <a:lnTo>
                  <a:pt x="312" y="42"/>
                </a:lnTo>
                <a:lnTo>
                  <a:pt x="298" y="46"/>
                </a:lnTo>
                <a:lnTo>
                  <a:pt x="283" y="52"/>
                </a:lnTo>
                <a:lnTo>
                  <a:pt x="269" y="57"/>
                </a:lnTo>
                <a:lnTo>
                  <a:pt x="254" y="63"/>
                </a:lnTo>
                <a:lnTo>
                  <a:pt x="240" y="69"/>
                </a:lnTo>
                <a:lnTo>
                  <a:pt x="227" y="76"/>
                </a:lnTo>
                <a:lnTo>
                  <a:pt x="214" y="82"/>
                </a:lnTo>
                <a:lnTo>
                  <a:pt x="201" y="89"/>
                </a:lnTo>
                <a:lnTo>
                  <a:pt x="188" y="96"/>
                </a:lnTo>
                <a:lnTo>
                  <a:pt x="176" y="104"/>
                </a:lnTo>
                <a:lnTo>
                  <a:pt x="165" y="112"/>
                </a:lnTo>
                <a:lnTo>
                  <a:pt x="153" y="120"/>
                </a:lnTo>
                <a:lnTo>
                  <a:pt x="142" y="128"/>
                </a:lnTo>
                <a:lnTo>
                  <a:pt x="131" y="136"/>
                </a:lnTo>
                <a:lnTo>
                  <a:pt x="121" y="145"/>
                </a:lnTo>
                <a:lnTo>
                  <a:pt x="111" y="154"/>
                </a:lnTo>
                <a:lnTo>
                  <a:pt x="102" y="163"/>
                </a:lnTo>
                <a:lnTo>
                  <a:pt x="93" y="173"/>
                </a:lnTo>
                <a:lnTo>
                  <a:pt x="84" y="182"/>
                </a:lnTo>
                <a:lnTo>
                  <a:pt x="76" y="192"/>
                </a:lnTo>
                <a:lnTo>
                  <a:pt x="69" y="202"/>
                </a:lnTo>
                <a:lnTo>
                  <a:pt x="61" y="212"/>
                </a:lnTo>
                <a:lnTo>
                  <a:pt x="55" y="222"/>
                </a:lnTo>
                <a:lnTo>
                  <a:pt x="48" y="232"/>
                </a:lnTo>
                <a:lnTo>
                  <a:pt x="43" y="242"/>
                </a:lnTo>
                <a:lnTo>
                  <a:pt x="37" y="253"/>
                </a:lnTo>
                <a:lnTo>
                  <a:pt x="33" y="264"/>
                </a:lnTo>
                <a:lnTo>
                  <a:pt x="28" y="274"/>
                </a:lnTo>
                <a:lnTo>
                  <a:pt x="24" y="285"/>
                </a:lnTo>
                <a:lnTo>
                  <a:pt x="21" y="296"/>
                </a:lnTo>
                <a:lnTo>
                  <a:pt x="18" y="307"/>
                </a:lnTo>
                <a:lnTo>
                  <a:pt x="16" y="318"/>
                </a:lnTo>
                <a:lnTo>
                  <a:pt x="14" y="329"/>
                </a:lnTo>
                <a:lnTo>
                  <a:pt x="13" y="340"/>
                </a:lnTo>
                <a:lnTo>
                  <a:pt x="12" y="352"/>
                </a:lnTo>
                <a:lnTo>
                  <a:pt x="12" y="363"/>
                </a:lnTo>
                <a:lnTo>
                  <a:pt x="12" y="374"/>
                </a:lnTo>
                <a:lnTo>
                  <a:pt x="13" y="385"/>
                </a:lnTo>
                <a:lnTo>
                  <a:pt x="14" y="396"/>
                </a:lnTo>
                <a:lnTo>
                  <a:pt x="16" y="407"/>
                </a:lnTo>
                <a:lnTo>
                  <a:pt x="18" y="418"/>
                </a:lnTo>
                <a:lnTo>
                  <a:pt x="21" y="429"/>
                </a:lnTo>
                <a:lnTo>
                  <a:pt x="24" y="440"/>
                </a:lnTo>
                <a:lnTo>
                  <a:pt x="28" y="451"/>
                </a:lnTo>
                <a:lnTo>
                  <a:pt x="33" y="462"/>
                </a:lnTo>
                <a:lnTo>
                  <a:pt x="37" y="472"/>
                </a:lnTo>
                <a:lnTo>
                  <a:pt x="43" y="483"/>
                </a:lnTo>
                <a:lnTo>
                  <a:pt x="48" y="493"/>
                </a:lnTo>
                <a:lnTo>
                  <a:pt x="55" y="504"/>
                </a:lnTo>
                <a:lnTo>
                  <a:pt x="61" y="514"/>
                </a:lnTo>
                <a:lnTo>
                  <a:pt x="69" y="525"/>
                </a:lnTo>
                <a:lnTo>
                  <a:pt x="76" y="535"/>
                </a:lnTo>
                <a:lnTo>
                  <a:pt x="84" y="544"/>
                </a:lnTo>
                <a:lnTo>
                  <a:pt x="93" y="554"/>
                </a:lnTo>
                <a:lnTo>
                  <a:pt x="102" y="563"/>
                </a:lnTo>
                <a:lnTo>
                  <a:pt x="111" y="572"/>
                </a:lnTo>
                <a:lnTo>
                  <a:pt x="121" y="581"/>
                </a:lnTo>
                <a:lnTo>
                  <a:pt x="131" y="590"/>
                </a:lnTo>
                <a:lnTo>
                  <a:pt x="142" y="598"/>
                </a:lnTo>
                <a:lnTo>
                  <a:pt x="153" y="607"/>
                </a:lnTo>
                <a:lnTo>
                  <a:pt x="165" y="615"/>
                </a:lnTo>
                <a:lnTo>
                  <a:pt x="176" y="622"/>
                </a:lnTo>
                <a:lnTo>
                  <a:pt x="188" y="630"/>
                </a:lnTo>
                <a:lnTo>
                  <a:pt x="201" y="637"/>
                </a:lnTo>
                <a:lnTo>
                  <a:pt x="214" y="644"/>
                </a:lnTo>
                <a:lnTo>
                  <a:pt x="227" y="651"/>
                </a:lnTo>
                <a:lnTo>
                  <a:pt x="240" y="657"/>
                </a:lnTo>
                <a:lnTo>
                  <a:pt x="254" y="663"/>
                </a:lnTo>
                <a:lnTo>
                  <a:pt x="269" y="669"/>
                </a:lnTo>
                <a:lnTo>
                  <a:pt x="283" y="675"/>
                </a:lnTo>
                <a:lnTo>
                  <a:pt x="298" y="680"/>
                </a:lnTo>
                <a:lnTo>
                  <a:pt x="312" y="685"/>
                </a:lnTo>
                <a:lnTo>
                  <a:pt x="327" y="689"/>
                </a:lnTo>
                <a:lnTo>
                  <a:pt x="342" y="694"/>
                </a:lnTo>
                <a:lnTo>
                  <a:pt x="358" y="698"/>
                </a:lnTo>
                <a:lnTo>
                  <a:pt x="373" y="701"/>
                </a:lnTo>
                <a:lnTo>
                  <a:pt x="389" y="704"/>
                </a:lnTo>
                <a:lnTo>
                  <a:pt x="405" y="707"/>
                </a:lnTo>
                <a:lnTo>
                  <a:pt x="421" y="710"/>
                </a:lnTo>
                <a:lnTo>
                  <a:pt x="437" y="712"/>
                </a:lnTo>
                <a:lnTo>
                  <a:pt x="453" y="714"/>
                </a:lnTo>
                <a:lnTo>
                  <a:pt x="469" y="716"/>
                </a:lnTo>
                <a:lnTo>
                  <a:pt x="485" y="717"/>
                </a:lnTo>
                <a:lnTo>
                  <a:pt x="502" y="718"/>
                </a:lnTo>
                <a:lnTo>
                  <a:pt x="518" y="718"/>
                </a:lnTo>
                <a:lnTo>
                  <a:pt x="534" y="719"/>
                </a:lnTo>
                <a:lnTo>
                  <a:pt x="551" y="718"/>
                </a:lnTo>
                <a:lnTo>
                  <a:pt x="567" y="718"/>
                </a:lnTo>
                <a:lnTo>
                  <a:pt x="583" y="717"/>
                </a:lnTo>
                <a:lnTo>
                  <a:pt x="600" y="716"/>
                </a:lnTo>
                <a:lnTo>
                  <a:pt x="616" y="714"/>
                </a:lnTo>
                <a:lnTo>
                  <a:pt x="632" y="712"/>
                </a:lnTo>
                <a:lnTo>
                  <a:pt x="648" y="710"/>
                </a:lnTo>
                <a:lnTo>
                  <a:pt x="664" y="707"/>
                </a:lnTo>
                <a:lnTo>
                  <a:pt x="680" y="704"/>
                </a:lnTo>
                <a:lnTo>
                  <a:pt x="695" y="701"/>
                </a:lnTo>
                <a:lnTo>
                  <a:pt x="711" y="698"/>
                </a:lnTo>
                <a:lnTo>
                  <a:pt x="726" y="694"/>
                </a:lnTo>
                <a:lnTo>
                  <a:pt x="741" y="689"/>
                </a:lnTo>
                <a:lnTo>
                  <a:pt x="756" y="685"/>
                </a:lnTo>
                <a:lnTo>
                  <a:pt x="771" y="680"/>
                </a:lnTo>
                <a:lnTo>
                  <a:pt x="785" y="675"/>
                </a:lnTo>
                <a:lnTo>
                  <a:pt x="800" y="669"/>
                </a:lnTo>
                <a:lnTo>
                  <a:pt x="814" y="663"/>
                </a:lnTo>
                <a:lnTo>
                  <a:pt x="827" y="657"/>
                </a:lnTo>
                <a:lnTo>
                  <a:pt x="841" y="651"/>
                </a:lnTo>
                <a:lnTo>
                  <a:pt x="854" y="644"/>
                </a:lnTo>
                <a:lnTo>
                  <a:pt x="867" y="637"/>
                </a:lnTo>
                <a:lnTo>
                  <a:pt x="879" y="630"/>
                </a:lnTo>
                <a:lnTo>
                  <a:pt x="891" y="622"/>
                </a:lnTo>
                <a:lnTo>
                  <a:pt x="903" y="615"/>
                </a:lnTo>
                <a:lnTo>
                  <a:pt x="914" y="607"/>
                </a:lnTo>
                <a:lnTo>
                  <a:pt x="925" y="598"/>
                </a:lnTo>
                <a:lnTo>
                  <a:pt x="936" y="590"/>
                </a:lnTo>
                <a:lnTo>
                  <a:pt x="946" y="581"/>
                </a:lnTo>
                <a:lnTo>
                  <a:pt x="956" y="572"/>
                </a:lnTo>
                <a:lnTo>
                  <a:pt x="966" y="563"/>
                </a:lnTo>
                <a:lnTo>
                  <a:pt x="975" y="554"/>
                </a:lnTo>
                <a:lnTo>
                  <a:pt x="983" y="544"/>
                </a:lnTo>
                <a:lnTo>
                  <a:pt x="991" y="535"/>
                </a:lnTo>
                <a:lnTo>
                  <a:pt x="999" y="525"/>
                </a:lnTo>
                <a:lnTo>
                  <a:pt x="1006" y="514"/>
                </a:lnTo>
                <a:lnTo>
                  <a:pt x="1013" y="504"/>
                </a:lnTo>
                <a:lnTo>
                  <a:pt x="1019" y="493"/>
                </a:lnTo>
                <a:lnTo>
                  <a:pt x="1025" y="483"/>
                </a:lnTo>
                <a:lnTo>
                  <a:pt x="1030" y="472"/>
                </a:lnTo>
                <a:lnTo>
                  <a:pt x="1035" y="462"/>
                </a:lnTo>
                <a:lnTo>
                  <a:pt x="1039" y="451"/>
                </a:lnTo>
                <a:lnTo>
                  <a:pt x="1043" y="440"/>
                </a:lnTo>
                <a:lnTo>
                  <a:pt x="1046" y="429"/>
                </a:lnTo>
                <a:lnTo>
                  <a:pt x="1049" y="418"/>
                </a:lnTo>
                <a:lnTo>
                  <a:pt x="1052" y="407"/>
                </a:lnTo>
                <a:lnTo>
                  <a:pt x="1053" y="396"/>
                </a:lnTo>
                <a:lnTo>
                  <a:pt x="1055" y="385"/>
                </a:lnTo>
                <a:lnTo>
                  <a:pt x="1055" y="374"/>
                </a:lnTo>
                <a:lnTo>
                  <a:pt x="1056" y="363"/>
                </a:lnTo>
                <a:moveTo>
                  <a:pt x="1067" y="363"/>
                </a:moveTo>
                <a:lnTo>
                  <a:pt x="1067" y="374"/>
                </a:lnTo>
                <a:lnTo>
                  <a:pt x="1066" y="385"/>
                </a:lnTo>
                <a:lnTo>
                  <a:pt x="1065" y="397"/>
                </a:lnTo>
                <a:lnTo>
                  <a:pt x="1063" y="408"/>
                </a:lnTo>
                <a:lnTo>
                  <a:pt x="1060" y="419"/>
                </a:lnTo>
                <a:lnTo>
                  <a:pt x="1058" y="431"/>
                </a:lnTo>
                <a:lnTo>
                  <a:pt x="1054" y="442"/>
                </a:lnTo>
                <a:lnTo>
                  <a:pt x="1050" y="453"/>
                </a:lnTo>
                <a:lnTo>
                  <a:pt x="1046" y="464"/>
                </a:lnTo>
                <a:lnTo>
                  <a:pt x="1041" y="475"/>
                </a:lnTo>
                <a:lnTo>
                  <a:pt x="1036" y="485"/>
                </a:lnTo>
                <a:lnTo>
                  <a:pt x="1030" y="496"/>
                </a:lnTo>
                <a:lnTo>
                  <a:pt x="1023" y="507"/>
                </a:lnTo>
                <a:lnTo>
                  <a:pt x="1016" y="518"/>
                </a:lnTo>
                <a:lnTo>
                  <a:pt x="1009" y="528"/>
                </a:lnTo>
                <a:lnTo>
                  <a:pt x="1001" y="538"/>
                </a:lnTo>
                <a:lnTo>
                  <a:pt x="993" y="548"/>
                </a:lnTo>
                <a:lnTo>
                  <a:pt x="984" y="558"/>
                </a:lnTo>
                <a:lnTo>
                  <a:pt x="975" y="567"/>
                </a:lnTo>
                <a:lnTo>
                  <a:pt x="965" y="577"/>
                </a:lnTo>
                <a:lnTo>
                  <a:pt x="955" y="586"/>
                </a:lnTo>
                <a:lnTo>
                  <a:pt x="945" y="595"/>
                </a:lnTo>
                <a:lnTo>
                  <a:pt x="934" y="603"/>
                </a:lnTo>
                <a:lnTo>
                  <a:pt x="923" y="612"/>
                </a:lnTo>
                <a:lnTo>
                  <a:pt x="911" y="620"/>
                </a:lnTo>
                <a:lnTo>
                  <a:pt x="899" y="628"/>
                </a:lnTo>
                <a:lnTo>
                  <a:pt x="887" y="636"/>
                </a:lnTo>
                <a:lnTo>
                  <a:pt x="874" y="643"/>
                </a:lnTo>
                <a:lnTo>
                  <a:pt x="861" y="650"/>
                </a:lnTo>
                <a:lnTo>
                  <a:pt x="847" y="657"/>
                </a:lnTo>
                <a:lnTo>
                  <a:pt x="834" y="664"/>
                </a:lnTo>
                <a:lnTo>
                  <a:pt x="820" y="670"/>
                </a:lnTo>
                <a:lnTo>
                  <a:pt x="805" y="676"/>
                </a:lnTo>
                <a:lnTo>
                  <a:pt x="791" y="681"/>
                </a:lnTo>
                <a:lnTo>
                  <a:pt x="776" y="687"/>
                </a:lnTo>
                <a:lnTo>
                  <a:pt x="761" y="692"/>
                </a:lnTo>
                <a:lnTo>
                  <a:pt x="746" y="696"/>
                </a:lnTo>
                <a:lnTo>
                  <a:pt x="730" y="701"/>
                </a:lnTo>
                <a:lnTo>
                  <a:pt x="715" y="705"/>
                </a:lnTo>
                <a:lnTo>
                  <a:pt x="699" y="708"/>
                </a:lnTo>
                <a:lnTo>
                  <a:pt x="683" y="712"/>
                </a:lnTo>
                <a:lnTo>
                  <a:pt x="667" y="715"/>
                </a:lnTo>
                <a:lnTo>
                  <a:pt x="650" y="717"/>
                </a:lnTo>
                <a:lnTo>
                  <a:pt x="634" y="720"/>
                </a:lnTo>
                <a:lnTo>
                  <a:pt x="618" y="722"/>
                </a:lnTo>
                <a:lnTo>
                  <a:pt x="601" y="723"/>
                </a:lnTo>
                <a:lnTo>
                  <a:pt x="584" y="725"/>
                </a:lnTo>
                <a:lnTo>
                  <a:pt x="568" y="726"/>
                </a:lnTo>
                <a:lnTo>
                  <a:pt x="551" y="726"/>
                </a:lnTo>
                <a:lnTo>
                  <a:pt x="534" y="726"/>
                </a:lnTo>
                <a:lnTo>
                  <a:pt x="518" y="726"/>
                </a:lnTo>
                <a:lnTo>
                  <a:pt x="501" y="726"/>
                </a:lnTo>
                <a:lnTo>
                  <a:pt x="484" y="725"/>
                </a:lnTo>
                <a:lnTo>
                  <a:pt x="467" y="723"/>
                </a:lnTo>
                <a:lnTo>
                  <a:pt x="451" y="722"/>
                </a:lnTo>
                <a:lnTo>
                  <a:pt x="434" y="720"/>
                </a:lnTo>
                <a:lnTo>
                  <a:pt x="418" y="717"/>
                </a:lnTo>
                <a:lnTo>
                  <a:pt x="402" y="715"/>
                </a:lnTo>
                <a:lnTo>
                  <a:pt x="386" y="712"/>
                </a:lnTo>
                <a:lnTo>
                  <a:pt x="370" y="708"/>
                </a:lnTo>
                <a:lnTo>
                  <a:pt x="354" y="705"/>
                </a:lnTo>
                <a:lnTo>
                  <a:pt x="338" y="701"/>
                </a:lnTo>
                <a:lnTo>
                  <a:pt x="323" y="696"/>
                </a:lnTo>
                <a:lnTo>
                  <a:pt x="307" y="692"/>
                </a:lnTo>
                <a:lnTo>
                  <a:pt x="292" y="687"/>
                </a:lnTo>
                <a:lnTo>
                  <a:pt x="278" y="681"/>
                </a:lnTo>
                <a:lnTo>
                  <a:pt x="263" y="676"/>
                </a:lnTo>
                <a:lnTo>
                  <a:pt x="248" y="670"/>
                </a:lnTo>
                <a:lnTo>
                  <a:pt x="234" y="664"/>
                </a:lnTo>
                <a:lnTo>
                  <a:pt x="220" y="657"/>
                </a:lnTo>
                <a:lnTo>
                  <a:pt x="207" y="650"/>
                </a:lnTo>
                <a:lnTo>
                  <a:pt x="194" y="643"/>
                </a:lnTo>
                <a:lnTo>
                  <a:pt x="181" y="636"/>
                </a:lnTo>
                <a:lnTo>
                  <a:pt x="169" y="628"/>
                </a:lnTo>
                <a:lnTo>
                  <a:pt x="157" y="620"/>
                </a:lnTo>
                <a:lnTo>
                  <a:pt x="145" y="612"/>
                </a:lnTo>
                <a:lnTo>
                  <a:pt x="134" y="603"/>
                </a:lnTo>
                <a:lnTo>
                  <a:pt x="123" y="595"/>
                </a:lnTo>
                <a:lnTo>
                  <a:pt x="112" y="586"/>
                </a:lnTo>
                <a:lnTo>
                  <a:pt x="102" y="577"/>
                </a:lnTo>
                <a:lnTo>
                  <a:pt x="93" y="567"/>
                </a:lnTo>
                <a:lnTo>
                  <a:pt x="83" y="558"/>
                </a:lnTo>
                <a:lnTo>
                  <a:pt x="75" y="548"/>
                </a:lnTo>
                <a:lnTo>
                  <a:pt x="66" y="538"/>
                </a:lnTo>
                <a:lnTo>
                  <a:pt x="59" y="528"/>
                </a:lnTo>
                <a:lnTo>
                  <a:pt x="51" y="518"/>
                </a:lnTo>
                <a:lnTo>
                  <a:pt x="44" y="507"/>
                </a:lnTo>
                <a:lnTo>
                  <a:pt x="38" y="496"/>
                </a:lnTo>
                <a:lnTo>
                  <a:pt x="32" y="485"/>
                </a:lnTo>
                <a:lnTo>
                  <a:pt x="27" y="475"/>
                </a:lnTo>
                <a:lnTo>
                  <a:pt x="22" y="464"/>
                </a:lnTo>
                <a:lnTo>
                  <a:pt x="17" y="453"/>
                </a:lnTo>
                <a:lnTo>
                  <a:pt x="13" y="442"/>
                </a:lnTo>
                <a:lnTo>
                  <a:pt x="10" y="431"/>
                </a:lnTo>
                <a:lnTo>
                  <a:pt x="7" y="419"/>
                </a:lnTo>
                <a:lnTo>
                  <a:pt x="5" y="408"/>
                </a:lnTo>
                <a:lnTo>
                  <a:pt x="3" y="397"/>
                </a:lnTo>
                <a:lnTo>
                  <a:pt x="2" y="385"/>
                </a:lnTo>
                <a:lnTo>
                  <a:pt x="1" y="374"/>
                </a:lnTo>
                <a:lnTo>
                  <a:pt x="0" y="363"/>
                </a:lnTo>
                <a:lnTo>
                  <a:pt x="1" y="351"/>
                </a:lnTo>
                <a:lnTo>
                  <a:pt x="2" y="340"/>
                </a:lnTo>
                <a:lnTo>
                  <a:pt x="3" y="329"/>
                </a:lnTo>
                <a:lnTo>
                  <a:pt x="5" y="317"/>
                </a:lnTo>
                <a:lnTo>
                  <a:pt x="7" y="306"/>
                </a:lnTo>
                <a:lnTo>
                  <a:pt x="10" y="295"/>
                </a:lnTo>
                <a:lnTo>
                  <a:pt x="13" y="284"/>
                </a:lnTo>
                <a:lnTo>
                  <a:pt x="17" y="272"/>
                </a:lnTo>
                <a:lnTo>
                  <a:pt x="22" y="261"/>
                </a:lnTo>
                <a:lnTo>
                  <a:pt x="27" y="251"/>
                </a:lnTo>
                <a:lnTo>
                  <a:pt x="32" y="240"/>
                </a:lnTo>
                <a:lnTo>
                  <a:pt x="38" y="229"/>
                </a:lnTo>
                <a:lnTo>
                  <a:pt x="44" y="219"/>
                </a:lnTo>
                <a:lnTo>
                  <a:pt x="51" y="208"/>
                </a:lnTo>
                <a:lnTo>
                  <a:pt x="59" y="198"/>
                </a:lnTo>
                <a:lnTo>
                  <a:pt x="66" y="188"/>
                </a:lnTo>
                <a:lnTo>
                  <a:pt x="75" y="178"/>
                </a:lnTo>
                <a:lnTo>
                  <a:pt x="83" y="168"/>
                </a:lnTo>
                <a:lnTo>
                  <a:pt x="93" y="159"/>
                </a:lnTo>
                <a:lnTo>
                  <a:pt x="102" y="150"/>
                </a:lnTo>
                <a:lnTo>
                  <a:pt x="112" y="140"/>
                </a:lnTo>
                <a:lnTo>
                  <a:pt x="123" y="132"/>
                </a:lnTo>
                <a:lnTo>
                  <a:pt x="134" y="123"/>
                </a:lnTo>
                <a:lnTo>
                  <a:pt x="145" y="114"/>
                </a:lnTo>
                <a:lnTo>
                  <a:pt x="157" y="106"/>
                </a:lnTo>
                <a:lnTo>
                  <a:pt x="169" y="98"/>
                </a:lnTo>
                <a:lnTo>
                  <a:pt x="181" y="91"/>
                </a:lnTo>
                <a:lnTo>
                  <a:pt x="194" y="83"/>
                </a:lnTo>
                <a:lnTo>
                  <a:pt x="207" y="76"/>
                </a:lnTo>
                <a:lnTo>
                  <a:pt x="220" y="69"/>
                </a:lnTo>
                <a:lnTo>
                  <a:pt x="234" y="63"/>
                </a:lnTo>
                <a:lnTo>
                  <a:pt x="248" y="57"/>
                </a:lnTo>
                <a:lnTo>
                  <a:pt x="263" y="51"/>
                </a:lnTo>
                <a:lnTo>
                  <a:pt x="278" y="45"/>
                </a:lnTo>
                <a:lnTo>
                  <a:pt x="292" y="40"/>
                </a:lnTo>
                <a:lnTo>
                  <a:pt x="307" y="35"/>
                </a:lnTo>
                <a:lnTo>
                  <a:pt x="323" y="30"/>
                </a:lnTo>
                <a:lnTo>
                  <a:pt x="338" y="26"/>
                </a:lnTo>
                <a:lnTo>
                  <a:pt x="354" y="22"/>
                </a:lnTo>
                <a:lnTo>
                  <a:pt x="370" y="18"/>
                </a:lnTo>
                <a:lnTo>
                  <a:pt x="386" y="14"/>
                </a:lnTo>
                <a:lnTo>
                  <a:pt x="402" y="11"/>
                </a:lnTo>
                <a:lnTo>
                  <a:pt x="418" y="9"/>
                </a:lnTo>
                <a:lnTo>
                  <a:pt x="434" y="7"/>
                </a:lnTo>
                <a:lnTo>
                  <a:pt x="451" y="5"/>
                </a:lnTo>
                <a:lnTo>
                  <a:pt x="467" y="3"/>
                </a:lnTo>
                <a:lnTo>
                  <a:pt x="484" y="2"/>
                </a:lnTo>
                <a:lnTo>
                  <a:pt x="501" y="1"/>
                </a:lnTo>
                <a:lnTo>
                  <a:pt x="518" y="0"/>
                </a:lnTo>
                <a:lnTo>
                  <a:pt x="534" y="0"/>
                </a:lnTo>
                <a:lnTo>
                  <a:pt x="551" y="0"/>
                </a:lnTo>
                <a:lnTo>
                  <a:pt x="568" y="1"/>
                </a:lnTo>
                <a:lnTo>
                  <a:pt x="584" y="2"/>
                </a:lnTo>
                <a:lnTo>
                  <a:pt x="601" y="3"/>
                </a:lnTo>
                <a:lnTo>
                  <a:pt x="618" y="5"/>
                </a:lnTo>
                <a:lnTo>
                  <a:pt x="634" y="7"/>
                </a:lnTo>
                <a:lnTo>
                  <a:pt x="650" y="9"/>
                </a:lnTo>
                <a:lnTo>
                  <a:pt x="667" y="11"/>
                </a:lnTo>
                <a:lnTo>
                  <a:pt x="683" y="14"/>
                </a:lnTo>
                <a:lnTo>
                  <a:pt x="699" y="18"/>
                </a:lnTo>
                <a:lnTo>
                  <a:pt x="715" y="22"/>
                </a:lnTo>
                <a:lnTo>
                  <a:pt x="730" y="26"/>
                </a:lnTo>
                <a:lnTo>
                  <a:pt x="746" y="30"/>
                </a:lnTo>
                <a:lnTo>
                  <a:pt x="761" y="35"/>
                </a:lnTo>
                <a:lnTo>
                  <a:pt x="776" y="40"/>
                </a:lnTo>
                <a:lnTo>
                  <a:pt x="791" y="45"/>
                </a:lnTo>
                <a:lnTo>
                  <a:pt x="805" y="51"/>
                </a:lnTo>
                <a:lnTo>
                  <a:pt x="820" y="57"/>
                </a:lnTo>
                <a:lnTo>
                  <a:pt x="834" y="63"/>
                </a:lnTo>
                <a:lnTo>
                  <a:pt x="847" y="69"/>
                </a:lnTo>
                <a:lnTo>
                  <a:pt x="861" y="76"/>
                </a:lnTo>
                <a:lnTo>
                  <a:pt x="874" y="83"/>
                </a:lnTo>
                <a:lnTo>
                  <a:pt x="887" y="91"/>
                </a:lnTo>
                <a:lnTo>
                  <a:pt x="899" y="98"/>
                </a:lnTo>
                <a:lnTo>
                  <a:pt x="911" y="106"/>
                </a:lnTo>
                <a:lnTo>
                  <a:pt x="923" y="114"/>
                </a:lnTo>
                <a:lnTo>
                  <a:pt x="934" y="123"/>
                </a:lnTo>
                <a:lnTo>
                  <a:pt x="945" y="132"/>
                </a:lnTo>
                <a:lnTo>
                  <a:pt x="955" y="140"/>
                </a:lnTo>
                <a:lnTo>
                  <a:pt x="965" y="150"/>
                </a:lnTo>
                <a:lnTo>
                  <a:pt x="975" y="159"/>
                </a:lnTo>
                <a:lnTo>
                  <a:pt x="984" y="168"/>
                </a:lnTo>
                <a:lnTo>
                  <a:pt x="993" y="178"/>
                </a:lnTo>
                <a:lnTo>
                  <a:pt x="1001" y="188"/>
                </a:lnTo>
                <a:lnTo>
                  <a:pt x="1009" y="198"/>
                </a:lnTo>
                <a:lnTo>
                  <a:pt x="1016" y="208"/>
                </a:lnTo>
                <a:lnTo>
                  <a:pt x="1023" y="219"/>
                </a:lnTo>
                <a:lnTo>
                  <a:pt x="1030" y="229"/>
                </a:lnTo>
                <a:lnTo>
                  <a:pt x="1036" y="240"/>
                </a:lnTo>
                <a:lnTo>
                  <a:pt x="1041" y="251"/>
                </a:lnTo>
                <a:lnTo>
                  <a:pt x="1046" y="261"/>
                </a:lnTo>
                <a:lnTo>
                  <a:pt x="1050" y="272"/>
                </a:lnTo>
                <a:lnTo>
                  <a:pt x="1054" y="284"/>
                </a:lnTo>
                <a:lnTo>
                  <a:pt x="1058" y="295"/>
                </a:lnTo>
                <a:lnTo>
                  <a:pt x="1060" y="306"/>
                </a:lnTo>
                <a:lnTo>
                  <a:pt x="1063" y="317"/>
                </a:lnTo>
                <a:lnTo>
                  <a:pt x="1065" y="329"/>
                </a:lnTo>
                <a:lnTo>
                  <a:pt x="1066" y="340"/>
                </a:lnTo>
                <a:lnTo>
                  <a:pt x="1067" y="351"/>
                </a:lnTo>
                <a:lnTo>
                  <a:pt x="1067" y="363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6" name=""/>
          <p:cNvSpPr/>
          <p:nvPr/>
        </p:nvSpPr>
        <p:spPr>
          <a:xfrm>
            <a:off x="3933000" y="2815200"/>
            <a:ext cx="386640" cy="263160"/>
          </a:xfrm>
          <a:custGeom>
            <a:avLst/>
            <a:gdLst/>
            <a:ahLst/>
            <a:rect l="0" t="0" r="r" b="b"/>
            <a:pathLst>
              <a:path w="1074" h="731">
                <a:moveTo>
                  <a:pt x="1070" y="365"/>
                </a:moveTo>
                <a:lnTo>
                  <a:pt x="1070" y="353"/>
                </a:lnTo>
                <a:lnTo>
                  <a:pt x="1069" y="342"/>
                </a:lnTo>
                <a:lnTo>
                  <a:pt x="1068" y="331"/>
                </a:lnTo>
                <a:lnTo>
                  <a:pt x="1066" y="319"/>
                </a:lnTo>
                <a:lnTo>
                  <a:pt x="1063" y="308"/>
                </a:lnTo>
                <a:lnTo>
                  <a:pt x="1061" y="297"/>
                </a:lnTo>
                <a:lnTo>
                  <a:pt x="1057" y="286"/>
                </a:lnTo>
                <a:lnTo>
                  <a:pt x="1053" y="274"/>
                </a:lnTo>
                <a:lnTo>
                  <a:pt x="1049" y="263"/>
                </a:lnTo>
                <a:lnTo>
                  <a:pt x="1044" y="253"/>
                </a:lnTo>
                <a:lnTo>
                  <a:pt x="1039" y="242"/>
                </a:lnTo>
                <a:lnTo>
                  <a:pt x="1033" y="231"/>
                </a:lnTo>
                <a:lnTo>
                  <a:pt x="1026" y="221"/>
                </a:lnTo>
                <a:lnTo>
                  <a:pt x="1019" y="210"/>
                </a:lnTo>
                <a:lnTo>
                  <a:pt x="1012" y="200"/>
                </a:lnTo>
                <a:lnTo>
                  <a:pt x="1004" y="190"/>
                </a:lnTo>
                <a:lnTo>
                  <a:pt x="996" y="180"/>
                </a:lnTo>
                <a:lnTo>
                  <a:pt x="987" y="170"/>
                </a:lnTo>
                <a:lnTo>
                  <a:pt x="978" y="161"/>
                </a:lnTo>
                <a:lnTo>
                  <a:pt x="968" y="152"/>
                </a:lnTo>
                <a:lnTo>
                  <a:pt x="958" y="142"/>
                </a:lnTo>
                <a:lnTo>
                  <a:pt x="948" y="134"/>
                </a:lnTo>
                <a:lnTo>
                  <a:pt x="937" y="125"/>
                </a:lnTo>
                <a:lnTo>
                  <a:pt x="926" y="116"/>
                </a:lnTo>
                <a:lnTo>
                  <a:pt x="914" y="108"/>
                </a:lnTo>
                <a:lnTo>
                  <a:pt x="902" y="100"/>
                </a:lnTo>
                <a:lnTo>
                  <a:pt x="890" y="93"/>
                </a:lnTo>
                <a:lnTo>
                  <a:pt x="877" y="85"/>
                </a:lnTo>
                <a:lnTo>
                  <a:pt x="864" y="78"/>
                </a:lnTo>
                <a:lnTo>
                  <a:pt x="850" y="71"/>
                </a:lnTo>
                <a:lnTo>
                  <a:pt x="837" y="65"/>
                </a:lnTo>
                <a:lnTo>
                  <a:pt x="823" y="59"/>
                </a:lnTo>
                <a:lnTo>
                  <a:pt x="808" y="53"/>
                </a:lnTo>
                <a:lnTo>
                  <a:pt x="794" y="47"/>
                </a:lnTo>
                <a:lnTo>
                  <a:pt x="779" y="42"/>
                </a:lnTo>
                <a:lnTo>
                  <a:pt x="764" y="37"/>
                </a:lnTo>
                <a:lnTo>
                  <a:pt x="749" y="32"/>
                </a:lnTo>
                <a:lnTo>
                  <a:pt x="733" y="28"/>
                </a:lnTo>
                <a:lnTo>
                  <a:pt x="718" y="24"/>
                </a:lnTo>
                <a:lnTo>
                  <a:pt x="702" y="20"/>
                </a:lnTo>
                <a:lnTo>
                  <a:pt x="686" y="16"/>
                </a:lnTo>
                <a:lnTo>
                  <a:pt x="670" y="13"/>
                </a:lnTo>
                <a:lnTo>
                  <a:pt x="653" y="11"/>
                </a:lnTo>
                <a:lnTo>
                  <a:pt x="637" y="9"/>
                </a:lnTo>
                <a:lnTo>
                  <a:pt x="621" y="7"/>
                </a:lnTo>
                <a:lnTo>
                  <a:pt x="604" y="5"/>
                </a:lnTo>
                <a:lnTo>
                  <a:pt x="587" y="4"/>
                </a:lnTo>
                <a:lnTo>
                  <a:pt x="571" y="3"/>
                </a:lnTo>
                <a:lnTo>
                  <a:pt x="554" y="2"/>
                </a:lnTo>
                <a:lnTo>
                  <a:pt x="537" y="2"/>
                </a:lnTo>
                <a:lnTo>
                  <a:pt x="521" y="2"/>
                </a:lnTo>
                <a:lnTo>
                  <a:pt x="504" y="3"/>
                </a:lnTo>
                <a:lnTo>
                  <a:pt x="487" y="4"/>
                </a:lnTo>
                <a:lnTo>
                  <a:pt x="470" y="5"/>
                </a:lnTo>
                <a:lnTo>
                  <a:pt x="454" y="7"/>
                </a:lnTo>
                <a:lnTo>
                  <a:pt x="437" y="9"/>
                </a:lnTo>
                <a:lnTo>
                  <a:pt x="421" y="11"/>
                </a:lnTo>
                <a:lnTo>
                  <a:pt x="405" y="13"/>
                </a:lnTo>
                <a:lnTo>
                  <a:pt x="389" y="16"/>
                </a:lnTo>
                <a:lnTo>
                  <a:pt x="373" y="20"/>
                </a:lnTo>
                <a:lnTo>
                  <a:pt x="357" y="24"/>
                </a:lnTo>
                <a:lnTo>
                  <a:pt x="340" y="28"/>
                </a:lnTo>
                <a:lnTo>
                  <a:pt x="325" y="32"/>
                </a:lnTo>
                <a:lnTo>
                  <a:pt x="309" y="37"/>
                </a:lnTo>
                <a:lnTo>
                  <a:pt x="294" y="42"/>
                </a:lnTo>
                <a:lnTo>
                  <a:pt x="280" y="47"/>
                </a:lnTo>
                <a:lnTo>
                  <a:pt x="265" y="53"/>
                </a:lnTo>
                <a:lnTo>
                  <a:pt x="251" y="59"/>
                </a:lnTo>
                <a:lnTo>
                  <a:pt x="237" y="65"/>
                </a:lnTo>
                <a:lnTo>
                  <a:pt x="223" y="71"/>
                </a:lnTo>
                <a:lnTo>
                  <a:pt x="210" y="78"/>
                </a:lnTo>
                <a:lnTo>
                  <a:pt x="197" y="85"/>
                </a:lnTo>
                <a:lnTo>
                  <a:pt x="184" y="93"/>
                </a:lnTo>
                <a:lnTo>
                  <a:pt x="172" y="100"/>
                </a:lnTo>
                <a:lnTo>
                  <a:pt x="160" y="108"/>
                </a:lnTo>
                <a:lnTo>
                  <a:pt x="148" y="116"/>
                </a:lnTo>
                <a:lnTo>
                  <a:pt x="137" y="125"/>
                </a:lnTo>
                <a:lnTo>
                  <a:pt x="126" y="134"/>
                </a:lnTo>
                <a:lnTo>
                  <a:pt x="115" y="142"/>
                </a:lnTo>
                <a:lnTo>
                  <a:pt x="105" y="152"/>
                </a:lnTo>
                <a:lnTo>
                  <a:pt x="96" y="161"/>
                </a:lnTo>
                <a:lnTo>
                  <a:pt x="86" y="170"/>
                </a:lnTo>
                <a:lnTo>
                  <a:pt x="78" y="180"/>
                </a:lnTo>
                <a:lnTo>
                  <a:pt x="69" y="190"/>
                </a:lnTo>
                <a:lnTo>
                  <a:pt x="62" y="200"/>
                </a:lnTo>
                <a:lnTo>
                  <a:pt x="54" y="210"/>
                </a:lnTo>
                <a:lnTo>
                  <a:pt x="47" y="221"/>
                </a:lnTo>
                <a:lnTo>
                  <a:pt x="41" y="231"/>
                </a:lnTo>
                <a:lnTo>
                  <a:pt x="35" y="242"/>
                </a:lnTo>
                <a:lnTo>
                  <a:pt x="30" y="253"/>
                </a:lnTo>
                <a:lnTo>
                  <a:pt x="25" y="263"/>
                </a:lnTo>
                <a:lnTo>
                  <a:pt x="20" y="274"/>
                </a:lnTo>
                <a:lnTo>
                  <a:pt x="16" y="286"/>
                </a:lnTo>
                <a:lnTo>
                  <a:pt x="13" y="297"/>
                </a:lnTo>
                <a:lnTo>
                  <a:pt x="10" y="308"/>
                </a:lnTo>
                <a:lnTo>
                  <a:pt x="8" y="319"/>
                </a:lnTo>
                <a:lnTo>
                  <a:pt x="6" y="331"/>
                </a:lnTo>
                <a:lnTo>
                  <a:pt x="5" y="342"/>
                </a:lnTo>
                <a:lnTo>
                  <a:pt x="4" y="353"/>
                </a:lnTo>
                <a:lnTo>
                  <a:pt x="3" y="365"/>
                </a:lnTo>
                <a:lnTo>
                  <a:pt x="4" y="376"/>
                </a:lnTo>
                <a:lnTo>
                  <a:pt x="5" y="387"/>
                </a:lnTo>
                <a:lnTo>
                  <a:pt x="6" y="399"/>
                </a:lnTo>
                <a:lnTo>
                  <a:pt x="8" y="410"/>
                </a:lnTo>
                <a:lnTo>
                  <a:pt x="10" y="421"/>
                </a:lnTo>
                <a:lnTo>
                  <a:pt x="13" y="433"/>
                </a:lnTo>
                <a:lnTo>
                  <a:pt x="16" y="444"/>
                </a:lnTo>
                <a:lnTo>
                  <a:pt x="20" y="455"/>
                </a:lnTo>
                <a:lnTo>
                  <a:pt x="25" y="466"/>
                </a:lnTo>
                <a:lnTo>
                  <a:pt x="30" y="477"/>
                </a:lnTo>
                <a:lnTo>
                  <a:pt x="35" y="487"/>
                </a:lnTo>
                <a:lnTo>
                  <a:pt x="41" y="498"/>
                </a:lnTo>
                <a:lnTo>
                  <a:pt x="47" y="509"/>
                </a:lnTo>
                <a:lnTo>
                  <a:pt x="54" y="519"/>
                </a:lnTo>
                <a:lnTo>
                  <a:pt x="62" y="529"/>
                </a:lnTo>
                <a:lnTo>
                  <a:pt x="69" y="539"/>
                </a:lnTo>
                <a:lnTo>
                  <a:pt x="78" y="549"/>
                </a:lnTo>
                <a:lnTo>
                  <a:pt x="86" y="559"/>
                </a:lnTo>
                <a:lnTo>
                  <a:pt x="96" y="568"/>
                </a:lnTo>
                <a:lnTo>
                  <a:pt x="105" y="579"/>
                </a:lnTo>
                <a:lnTo>
                  <a:pt x="115" y="588"/>
                </a:lnTo>
                <a:lnTo>
                  <a:pt x="126" y="597"/>
                </a:lnTo>
                <a:lnTo>
                  <a:pt x="137" y="605"/>
                </a:lnTo>
                <a:lnTo>
                  <a:pt x="148" y="614"/>
                </a:lnTo>
                <a:lnTo>
                  <a:pt x="160" y="622"/>
                </a:lnTo>
                <a:lnTo>
                  <a:pt x="172" y="630"/>
                </a:lnTo>
                <a:lnTo>
                  <a:pt x="184" y="638"/>
                </a:lnTo>
                <a:lnTo>
                  <a:pt x="197" y="645"/>
                </a:lnTo>
                <a:lnTo>
                  <a:pt x="210" y="652"/>
                </a:lnTo>
                <a:lnTo>
                  <a:pt x="223" y="659"/>
                </a:lnTo>
                <a:lnTo>
                  <a:pt x="237" y="666"/>
                </a:lnTo>
                <a:lnTo>
                  <a:pt x="251" y="672"/>
                </a:lnTo>
                <a:lnTo>
                  <a:pt x="265" y="678"/>
                </a:lnTo>
                <a:lnTo>
                  <a:pt x="280" y="683"/>
                </a:lnTo>
                <a:lnTo>
                  <a:pt x="294" y="689"/>
                </a:lnTo>
                <a:lnTo>
                  <a:pt x="309" y="694"/>
                </a:lnTo>
                <a:lnTo>
                  <a:pt x="325" y="698"/>
                </a:lnTo>
                <a:lnTo>
                  <a:pt x="340" y="703"/>
                </a:lnTo>
                <a:lnTo>
                  <a:pt x="357" y="707"/>
                </a:lnTo>
                <a:lnTo>
                  <a:pt x="373" y="710"/>
                </a:lnTo>
                <a:lnTo>
                  <a:pt x="389" y="714"/>
                </a:lnTo>
                <a:lnTo>
                  <a:pt x="405" y="717"/>
                </a:lnTo>
                <a:lnTo>
                  <a:pt x="421" y="719"/>
                </a:lnTo>
                <a:lnTo>
                  <a:pt x="437" y="722"/>
                </a:lnTo>
                <a:lnTo>
                  <a:pt x="454" y="724"/>
                </a:lnTo>
                <a:lnTo>
                  <a:pt x="470" y="725"/>
                </a:lnTo>
                <a:lnTo>
                  <a:pt x="487" y="727"/>
                </a:lnTo>
                <a:lnTo>
                  <a:pt x="504" y="728"/>
                </a:lnTo>
                <a:lnTo>
                  <a:pt x="521" y="728"/>
                </a:lnTo>
                <a:lnTo>
                  <a:pt x="537" y="728"/>
                </a:lnTo>
                <a:lnTo>
                  <a:pt x="554" y="728"/>
                </a:lnTo>
                <a:lnTo>
                  <a:pt x="571" y="728"/>
                </a:lnTo>
                <a:lnTo>
                  <a:pt x="587" y="727"/>
                </a:lnTo>
                <a:lnTo>
                  <a:pt x="604" y="725"/>
                </a:lnTo>
                <a:lnTo>
                  <a:pt x="621" y="724"/>
                </a:lnTo>
                <a:lnTo>
                  <a:pt x="637" y="722"/>
                </a:lnTo>
                <a:lnTo>
                  <a:pt x="653" y="719"/>
                </a:lnTo>
                <a:lnTo>
                  <a:pt x="670" y="717"/>
                </a:lnTo>
                <a:lnTo>
                  <a:pt x="686" y="714"/>
                </a:lnTo>
                <a:lnTo>
                  <a:pt x="702" y="710"/>
                </a:lnTo>
                <a:lnTo>
                  <a:pt x="718" y="707"/>
                </a:lnTo>
                <a:lnTo>
                  <a:pt x="733" y="703"/>
                </a:lnTo>
                <a:lnTo>
                  <a:pt x="749" y="698"/>
                </a:lnTo>
                <a:lnTo>
                  <a:pt x="764" y="694"/>
                </a:lnTo>
                <a:lnTo>
                  <a:pt x="779" y="689"/>
                </a:lnTo>
                <a:lnTo>
                  <a:pt x="794" y="683"/>
                </a:lnTo>
                <a:lnTo>
                  <a:pt x="808" y="678"/>
                </a:lnTo>
                <a:lnTo>
                  <a:pt x="823" y="672"/>
                </a:lnTo>
                <a:lnTo>
                  <a:pt x="837" y="666"/>
                </a:lnTo>
                <a:lnTo>
                  <a:pt x="850" y="659"/>
                </a:lnTo>
                <a:lnTo>
                  <a:pt x="864" y="652"/>
                </a:lnTo>
                <a:lnTo>
                  <a:pt x="877" y="645"/>
                </a:lnTo>
                <a:lnTo>
                  <a:pt x="890" y="638"/>
                </a:lnTo>
                <a:lnTo>
                  <a:pt x="902" y="630"/>
                </a:lnTo>
                <a:lnTo>
                  <a:pt x="914" y="622"/>
                </a:lnTo>
                <a:lnTo>
                  <a:pt x="926" y="614"/>
                </a:lnTo>
                <a:lnTo>
                  <a:pt x="937" y="605"/>
                </a:lnTo>
                <a:lnTo>
                  <a:pt x="948" y="597"/>
                </a:lnTo>
                <a:lnTo>
                  <a:pt x="958" y="588"/>
                </a:lnTo>
                <a:lnTo>
                  <a:pt x="968" y="579"/>
                </a:lnTo>
                <a:lnTo>
                  <a:pt x="978" y="568"/>
                </a:lnTo>
                <a:lnTo>
                  <a:pt x="987" y="559"/>
                </a:lnTo>
                <a:lnTo>
                  <a:pt x="996" y="549"/>
                </a:lnTo>
                <a:lnTo>
                  <a:pt x="1004" y="539"/>
                </a:lnTo>
                <a:lnTo>
                  <a:pt x="1012" y="529"/>
                </a:lnTo>
                <a:lnTo>
                  <a:pt x="1019" y="519"/>
                </a:lnTo>
                <a:lnTo>
                  <a:pt x="1026" y="509"/>
                </a:lnTo>
                <a:lnTo>
                  <a:pt x="1033" y="498"/>
                </a:lnTo>
                <a:lnTo>
                  <a:pt x="1039" y="487"/>
                </a:lnTo>
                <a:lnTo>
                  <a:pt x="1044" y="477"/>
                </a:lnTo>
                <a:lnTo>
                  <a:pt x="1049" y="466"/>
                </a:lnTo>
                <a:lnTo>
                  <a:pt x="1053" y="455"/>
                </a:lnTo>
                <a:lnTo>
                  <a:pt x="1057" y="444"/>
                </a:lnTo>
                <a:lnTo>
                  <a:pt x="1061" y="433"/>
                </a:lnTo>
                <a:lnTo>
                  <a:pt x="1063" y="421"/>
                </a:lnTo>
                <a:lnTo>
                  <a:pt x="1066" y="410"/>
                </a:lnTo>
                <a:lnTo>
                  <a:pt x="1068" y="399"/>
                </a:lnTo>
                <a:lnTo>
                  <a:pt x="1069" y="387"/>
                </a:lnTo>
                <a:lnTo>
                  <a:pt x="1070" y="376"/>
                </a:lnTo>
                <a:lnTo>
                  <a:pt x="1070" y="365"/>
                </a:lnTo>
                <a:moveTo>
                  <a:pt x="1074" y="365"/>
                </a:moveTo>
                <a:lnTo>
                  <a:pt x="1074" y="376"/>
                </a:lnTo>
                <a:lnTo>
                  <a:pt x="1073" y="388"/>
                </a:lnTo>
                <a:lnTo>
                  <a:pt x="1071" y="399"/>
                </a:lnTo>
                <a:lnTo>
                  <a:pt x="1070" y="410"/>
                </a:lnTo>
                <a:lnTo>
                  <a:pt x="1067" y="422"/>
                </a:lnTo>
                <a:lnTo>
                  <a:pt x="1064" y="433"/>
                </a:lnTo>
                <a:lnTo>
                  <a:pt x="1061" y="444"/>
                </a:lnTo>
                <a:lnTo>
                  <a:pt x="1057" y="455"/>
                </a:lnTo>
                <a:lnTo>
                  <a:pt x="1053" y="467"/>
                </a:lnTo>
                <a:lnTo>
                  <a:pt x="1048" y="477"/>
                </a:lnTo>
                <a:lnTo>
                  <a:pt x="1042" y="488"/>
                </a:lnTo>
                <a:lnTo>
                  <a:pt x="1036" y="499"/>
                </a:lnTo>
                <a:lnTo>
                  <a:pt x="1030" y="510"/>
                </a:lnTo>
                <a:lnTo>
                  <a:pt x="1023" y="520"/>
                </a:lnTo>
                <a:lnTo>
                  <a:pt x="1015" y="530"/>
                </a:lnTo>
                <a:lnTo>
                  <a:pt x="1007" y="541"/>
                </a:lnTo>
                <a:lnTo>
                  <a:pt x="999" y="551"/>
                </a:lnTo>
                <a:lnTo>
                  <a:pt x="990" y="560"/>
                </a:lnTo>
                <a:lnTo>
                  <a:pt x="981" y="570"/>
                </a:lnTo>
                <a:lnTo>
                  <a:pt x="971" y="580"/>
                </a:lnTo>
                <a:lnTo>
                  <a:pt x="961" y="589"/>
                </a:lnTo>
                <a:lnTo>
                  <a:pt x="951" y="598"/>
                </a:lnTo>
                <a:lnTo>
                  <a:pt x="940" y="607"/>
                </a:lnTo>
                <a:lnTo>
                  <a:pt x="928" y="616"/>
                </a:lnTo>
                <a:lnTo>
                  <a:pt x="917" y="624"/>
                </a:lnTo>
                <a:lnTo>
                  <a:pt x="905" y="632"/>
                </a:lnTo>
                <a:lnTo>
                  <a:pt x="892" y="640"/>
                </a:lnTo>
                <a:lnTo>
                  <a:pt x="879" y="647"/>
                </a:lnTo>
                <a:lnTo>
                  <a:pt x="866" y="654"/>
                </a:lnTo>
                <a:lnTo>
                  <a:pt x="853" y="661"/>
                </a:lnTo>
                <a:lnTo>
                  <a:pt x="839" y="668"/>
                </a:lnTo>
                <a:lnTo>
                  <a:pt x="825" y="674"/>
                </a:lnTo>
                <a:lnTo>
                  <a:pt x="810" y="680"/>
                </a:lnTo>
                <a:lnTo>
                  <a:pt x="796" y="686"/>
                </a:lnTo>
                <a:lnTo>
                  <a:pt x="781" y="691"/>
                </a:lnTo>
                <a:lnTo>
                  <a:pt x="766" y="696"/>
                </a:lnTo>
                <a:lnTo>
                  <a:pt x="750" y="701"/>
                </a:lnTo>
                <a:lnTo>
                  <a:pt x="735" y="705"/>
                </a:lnTo>
                <a:lnTo>
                  <a:pt x="719" y="709"/>
                </a:lnTo>
                <a:lnTo>
                  <a:pt x="703" y="713"/>
                </a:lnTo>
                <a:lnTo>
                  <a:pt x="687" y="716"/>
                </a:lnTo>
                <a:lnTo>
                  <a:pt x="671" y="719"/>
                </a:lnTo>
                <a:lnTo>
                  <a:pt x="654" y="722"/>
                </a:lnTo>
                <a:lnTo>
                  <a:pt x="638" y="724"/>
                </a:lnTo>
                <a:lnTo>
                  <a:pt x="621" y="726"/>
                </a:lnTo>
                <a:lnTo>
                  <a:pt x="604" y="728"/>
                </a:lnTo>
                <a:lnTo>
                  <a:pt x="588" y="729"/>
                </a:lnTo>
                <a:lnTo>
                  <a:pt x="571" y="730"/>
                </a:lnTo>
                <a:lnTo>
                  <a:pt x="554" y="731"/>
                </a:lnTo>
                <a:lnTo>
                  <a:pt x="537" y="731"/>
                </a:lnTo>
                <a:lnTo>
                  <a:pt x="520" y="731"/>
                </a:lnTo>
                <a:lnTo>
                  <a:pt x="504" y="730"/>
                </a:lnTo>
                <a:lnTo>
                  <a:pt x="487" y="729"/>
                </a:lnTo>
                <a:lnTo>
                  <a:pt x="470" y="728"/>
                </a:lnTo>
                <a:lnTo>
                  <a:pt x="453" y="726"/>
                </a:lnTo>
                <a:lnTo>
                  <a:pt x="437" y="724"/>
                </a:lnTo>
                <a:lnTo>
                  <a:pt x="420" y="722"/>
                </a:lnTo>
                <a:lnTo>
                  <a:pt x="404" y="719"/>
                </a:lnTo>
                <a:lnTo>
                  <a:pt x="388" y="716"/>
                </a:lnTo>
                <a:lnTo>
                  <a:pt x="371" y="713"/>
                </a:lnTo>
                <a:lnTo>
                  <a:pt x="355" y="709"/>
                </a:lnTo>
                <a:lnTo>
                  <a:pt x="339" y="705"/>
                </a:lnTo>
                <a:lnTo>
                  <a:pt x="323" y="701"/>
                </a:lnTo>
                <a:lnTo>
                  <a:pt x="308" y="696"/>
                </a:lnTo>
                <a:lnTo>
                  <a:pt x="293" y="691"/>
                </a:lnTo>
                <a:lnTo>
                  <a:pt x="278" y="686"/>
                </a:lnTo>
                <a:lnTo>
                  <a:pt x="263" y="680"/>
                </a:lnTo>
                <a:lnTo>
                  <a:pt x="249" y="674"/>
                </a:lnTo>
                <a:lnTo>
                  <a:pt x="235" y="668"/>
                </a:lnTo>
                <a:lnTo>
                  <a:pt x="221" y="661"/>
                </a:lnTo>
                <a:lnTo>
                  <a:pt x="207" y="654"/>
                </a:lnTo>
                <a:lnTo>
                  <a:pt x="194" y="647"/>
                </a:lnTo>
                <a:lnTo>
                  <a:pt x="181" y="640"/>
                </a:lnTo>
                <a:lnTo>
                  <a:pt x="169" y="632"/>
                </a:lnTo>
                <a:lnTo>
                  <a:pt x="157" y="624"/>
                </a:lnTo>
                <a:lnTo>
                  <a:pt x="145" y="616"/>
                </a:lnTo>
                <a:lnTo>
                  <a:pt x="134" y="607"/>
                </a:lnTo>
                <a:lnTo>
                  <a:pt x="123" y="598"/>
                </a:lnTo>
                <a:lnTo>
                  <a:pt x="112" y="589"/>
                </a:lnTo>
                <a:lnTo>
                  <a:pt x="102" y="580"/>
                </a:lnTo>
                <a:lnTo>
                  <a:pt x="92" y="570"/>
                </a:lnTo>
                <a:lnTo>
                  <a:pt x="83" y="560"/>
                </a:lnTo>
                <a:lnTo>
                  <a:pt x="74" y="551"/>
                </a:lnTo>
                <a:lnTo>
                  <a:pt x="66" y="541"/>
                </a:lnTo>
                <a:lnTo>
                  <a:pt x="58" y="530"/>
                </a:lnTo>
                <a:lnTo>
                  <a:pt x="51" y="520"/>
                </a:lnTo>
                <a:lnTo>
                  <a:pt x="44" y="510"/>
                </a:lnTo>
                <a:lnTo>
                  <a:pt x="37" y="499"/>
                </a:lnTo>
                <a:lnTo>
                  <a:pt x="31" y="488"/>
                </a:lnTo>
                <a:lnTo>
                  <a:pt x="26" y="477"/>
                </a:lnTo>
                <a:lnTo>
                  <a:pt x="21" y="467"/>
                </a:lnTo>
                <a:lnTo>
                  <a:pt x="17" y="455"/>
                </a:lnTo>
                <a:lnTo>
                  <a:pt x="13" y="444"/>
                </a:lnTo>
                <a:lnTo>
                  <a:pt x="9" y="433"/>
                </a:lnTo>
                <a:lnTo>
                  <a:pt x="6" y="422"/>
                </a:lnTo>
                <a:lnTo>
                  <a:pt x="4" y="410"/>
                </a:lnTo>
                <a:lnTo>
                  <a:pt x="2" y="399"/>
                </a:lnTo>
                <a:lnTo>
                  <a:pt x="1" y="388"/>
                </a:lnTo>
                <a:lnTo>
                  <a:pt x="0" y="376"/>
                </a:lnTo>
                <a:lnTo>
                  <a:pt x="0" y="365"/>
                </a:lnTo>
                <a:lnTo>
                  <a:pt x="0" y="353"/>
                </a:lnTo>
                <a:lnTo>
                  <a:pt x="1" y="342"/>
                </a:lnTo>
                <a:lnTo>
                  <a:pt x="2" y="330"/>
                </a:lnTo>
                <a:lnTo>
                  <a:pt x="4" y="319"/>
                </a:lnTo>
                <a:lnTo>
                  <a:pt x="6" y="308"/>
                </a:lnTo>
                <a:lnTo>
                  <a:pt x="9" y="296"/>
                </a:lnTo>
                <a:lnTo>
                  <a:pt x="13" y="285"/>
                </a:lnTo>
                <a:lnTo>
                  <a:pt x="17" y="274"/>
                </a:lnTo>
                <a:lnTo>
                  <a:pt x="21" y="263"/>
                </a:lnTo>
                <a:lnTo>
                  <a:pt x="26" y="252"/>
                </a:lnTo>
                <a:lnTo>
                  <a:pt x="31" y="241"/>
                </a:lnTo>
                <a:lnTo>
                  <a:pt x="37" y="230"/>
                </a:lnTo>
                <a:lnTo>
                  <a:pt x="44" y="220"/>
                </a:lnTo>
                <a:lnTo>
                  <a:pt x="51" y="209"/>
                </a:lnTo>
                <a:lnTo>
                  <a:pt x="58" y="199"/>
                </a:lnTo>
                <a:lnTo>
                  <a:pt x="66" y="189"/>
                </a:lnTo>
                <a:lnTo>
                  <a:pt x="74" y="179"/>
                </a:lnTo>
                <a:lnTo>
                  <a:pt x="83" y="169"/>
                </a:lnTo>
                <a:lnTo>
                  <a:pt x="92" y="159"/>
                </a:lnTo>
                <a:lnTo>
                  <a:pt x="102" y="150"/>
                </a:lnTo>
                <a:lnTo>
                  <a:pt x="112" y="141"/>
                </a:lnTo>
                <a:lnTo>
                  <a:pt x="123" y="132"/>
                </a:lnTo>
                <a:lnTo>
                  <a:pt x="134" y="123"/>
                </a:lnTo>
                <a:lnTo>
                  <a:pt x="145" y="115"/>
                </a:lnTo>
                <a:lnTo>
                  <a:pt x="157" y="106"/>
                </a:lnTo>
                <a:lnTo>
                  <a:pt x="169" y="98"/>
                </a:lnTo>
                <a:lnTo>
                  <a:pt x="181" y="91"/>
                </a:lnTo>
                <a:lnTo>
                  <a:pt x="194" y="83"/>
                </a:lnTo>
                <a:lnTo>
                  <a:pt x="207" y="76"/>
                </a:lnTo>
                <a:lnTo>
                  <a:pt x="221" y="69"/>
                </a:lnTo>
                <a:lnTo>
                  <a:pt x="235" y="63"/>
                </a:lnTo>
                <a:lnTo>
                  <a:pt x="249" y="56"/>
                </a:lnTo>
                <a:lnTo>
                  <a:pt x="263" y="50"/>
                </a:lnTo>
                <a:lnTo>
                  <a:pt x="278" y="45"/>
                </a:lnTo>
                <a:lnTo>
                  <a:pt x="293" y="39"/>
                </a:lnTo>
                <a:lnTo>
                  <a:pt x="308" y="34"/>
                </a:lnTo>
                <a:lnTo>
                  <a:pt x="323" y="30"/>
                </a:lnTo>
                <a:lnTo>
                  <a:pt x="339" y="25"/>
                </a:lnTo>
                <a:lnTo>
                  <a:pt x="355" y="21"/>
                </a:lnTo>
                <a:lnTo>
                  <a:pt x="371" y="17"/>
                </a:lnTo>
                <a:lnTo>
                  <a:pt x="388" y="14"/>
                </a:lnTo>
                <a:lnTo>
                  <a:pt x="404" y="11"/>
                </a:lnTo>
                <a:lnTo>
                  <a:pt x="420" y="8"/>
                </a:lnTo>
                <a:lnTo>
                  <a:pt x="437" y="6"/>
                </a:lnTo>
                <a:lnTo>
                  <a:pt x="453" y="4"/>
                </a:lnTo>
                <a:lnTo>
                  <a:pt x="470" y="2"/>
                </a:lnTo>
                <a:lnTo>
                  <a:pt x="487" y="1"/>
                </a:lnTo>
                <a:lnTo>
                  <a:pt x="504" y="0"/>
                </a:lnTo>
                <a:lnTo>
                  <a:pt x="520" y="0"/>
                </a:lnTo>
                <a:lnTo>
                  <a:pt x="537" y="0"/>
                </a:lnTo>
                <a:lnTo>
                  <a:pt x="554" y="0"/>
                </a:lnTo>
                <a:lnTo>
                  <a:pt x="571" y="0"/>
                </a:lnTo>
                <a:lnTo>
                  <a:pt x="588" y="1"/>
                </a:lnTo>
                <a:lnTo>
                  <a:pt x="604" y="2"/>
                </a:lnTo>
                <a:lnTo>
                  <a:pt x="621" y="4"/>
                </a:lnTo>
                <a:lnTo>
                  <a:pt x="638" y="6"/>
                </a:lnTo>
                <a:lnTo>
                  <a:pt x="654" y="8"/>
                </a:lnTo>
                <a:lnTo>
                  <a:pt x="671" y="11"/>
                </a:lnTo>
                <a:lnTo>
                  <a:pt x="687" y="14"/>
                </a:lnTo>
                <a:lnTo>
                  <a:pt x="703" y="17"/>
                </a:lnTo>
                <a:lnTo>
                  <a:pt x="719" y="21"/>
                </a:lnTo>
                <a:lnTo>
                  <a:pt x="735" y="25"/>
                </a:lnTo>
                <a:lnTo>
                  <a:pt x="750" y="30"/>
                </a:lnTo>
                <a:lnTo>
                  <a:pt x="766" y="34"/>
                </a:lnTo>
                <a:lnTo>
                  <a:pt x="781" y="39"/>
                </a:lnTo>
                <a:lnTo>
                  <a:pt x="796" y="45"/>
                </a:lnTo>
                <a:lnTo>
                  <a:pt x="810" y="50"/>
                </a:lnTo>
                <a:lnTo>
                  <a:pt x="825" y="56"/>
                </a:lnTo>
                <a:lnTo>
                  <a:pt x="839" y="63"/>
                </a:lnTo>
                <a:lnTo>
                  <a:pt x="853" y="69"/>
                </a:lnTo>
                <a:lnTo>
                  <a:pt x="866" y="76"/>
                </a:lnTo>
                <a:lnTo>
                  <a:pt x="879" y="83"/>
                </a:lnTo>
                <a:lnTo>
                  <a:pt x="892" y="91"/>
                </a:lnTo>
                <a:lnTo>
                  <a:pt x="905" y="98"/>
                </a:lnTo>
                <a:lnTo>
                  <a:pt x="917" y="106"/>
                </a:lnTo>
                <a:lnTo>
                  <a:pt x="928" y="115"/>
                </a:lnTo>
                <a:lnTo>
                  <a:pt x="940" y="123"/>
                </a:lnTo>
                <a:lnTo>
                  <a:pt x="951" y="132"/>
                </a:lnTo>
                <a:lnTo>
                  <a:pt x="961" y="141"/>
                </a:lnTo>
                <a:lnTo>
                  <a:pt x="971" y="150"/>
                </a:lnTo>
                <a:lnTo>
                  <a:pt x="981" y="159"/>
                </a:lnTo>
                <a:lnTo>
                  <a:pt x="990" y="169"/>
                </a:lnTo>
                <a:lnTo>
                  <a:pt x="999" y="179"/>
                </a:lnTo>
                <a:lnTo>
                  <a:pt x="1007" y="189"/>
                </a:lnTo>
                <a:lnTo>
                  <a:pt x="1015" y="199"/>
                </a:lnTo>
                <a:lnTo>
                  <a:pt x="1023" y="209"/>
                </a:lnTo>
                <a:lnTo>
                  <a:pt x="1030" y="220"/>
                </a:lnTo>
                <a:lnTo>
                  <a:pt x="1036" y="230"/>
                </a:lnTo>
                <a:lnTo>
                  <a:pt x="1042" y="241"/>
                </a:lnTo>
                <a:lnTo>
                  <a:pt x="1048" y="252"/>
                </a:lnTo>
                <a:lnTo>
                  <a:pt x="1053" y="263"/>
                </a:lnTo>
                <a:lnTo>
                  <a:pt x="1057" y="274"/>
                </a:lnTo>
                <a:lnTo>
                  <a:pt x="1061" y="285"/>
                </a:lnTo>
                <a:lnTo>
                  <a:pt x="1064" y="296"/>
                </a:lnTo>
                <a:lnTo>
                  <a:pt x="1067" y="308"/>
                </a:lnTo>
                <a:lnTo>
                  <a:pt x="1070" y="319"/>
                </a:lnTo>
                <a:lnTo>
                  <a:pt x="1071" y="330"/>
                </a:lnTo>
                <a:lnTo>
                  <a:pt x="1073" y="342"/>
                </a:lnTo>
                <a:lnTo>
                  <a:pt x="1074" y="353"/>
                </a:lnTo>
                <a:lnTo>
                  <a:pt x="1074" y="365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7" name=""/>
          <p:cNvSpPr/>
          <p:nvPr/>
        </p:nvSpPr>
        <p:spPr>
          <a:xfrm>
            <a:off x="3931560" y="2814120"/>
            <a:ext cx="389520" cy="264960"/>
          </a:xfrm>
          <a:custGeom>
            <a:avLst/>
            <a:gdLst/>
            <a:ahLst/>
            <a:rect l="0" t="0" r="r" b="b"/>
            <a:pathLst>
              <a:path w="1082" h="736">
                <a:moveTo>
                  <a:pt x="1078" y="368"/>
                </a:moveTo>
                <a:lnTo>
                  <a:pt x="1078" y="356"/>
                </a:lnTo>
                <a:lnTo>
                  <a:pt x="1077" y="345"/>
                </a:lnTo>
                <a:lnTo>
                  <a:pt x="1075" y="333"/>
                </a:lnTo>
                <a:lnTo>
                  <a:pt x="1074" y="322"/>
                </a:lnTo>
                <a:lnTo>
                  <a:pt x="1071" y="311"/>
                </a:lnTo>
                <a:lnTo>
                  <a:pt x="1068" y="299"/>
                </a:lnTo>
                <a:lnTo>
                  <a:pt x="1065" y="288"/>
                </a:lnTo>
                <a:lnTo>
                  <a:pt x="1061" y="277"/>
                </a:lnTo>
                <a:lnTo>
                  <a:pt x="1057" y="266"/>
                </a:lnTo>
                <a:lnTo>
                  <a:pt x="1052" y="255"/>
                </a:lnTo>
                <a:lnTo>
                  <a:pt x="1046" y="244"/>
                </a:lnTo>
                <a:lnTo>
                  <a:pt x="1040" y="233"/>
                </a:lnTo>
                <a:lnTo>
                  <a:pt x="1034" y="223"/>
                </a:lnTo>
                <a:lnTo>
                  <a:pt x="1027" y="212"/>
                </a:lnTo>
                <a:lnTo>
                  <a:pt x="1019" y="202"/>
                </a:lnTo>
                <a:lnTo>
                  <a:pt x="1011" y="192"/>
                </a:lnTo>
                <a:lnTo>
                  <a:pt x="1003" y="182"/>
                </a:lnTo>
                <a:lnTo>
                  <a:pt x="994" y="172"/>
                </a:lnTo>
                <a:lnTo>
                  <a:pt x="985" y="162"/>
                </a:lnTo>
                <a:lnTo>
                  <a:pt x="975" y="153"/>
                </a:lnTo>
                <a:lnTo>
                  <a:pt x="965" y="144"/>
                </a:lnTo>
                <a:lnTo>
                  <a:pt x="955" y="135"/>
                </a:lnTo>
                <a:lnTo>
                  <a:pt x="944" y="126"/>
                </a:lnTo>
                <a:lnTo>
                  <a:pt x="932" y="118"/>
                </a:lnTo>
                <a:lnTo>
                  <a:pt x="921" y="109"/>
                </a:lnTo>
                <a:lnTo>
                  <a:pt x="909" y="101"/>
                </a:lnTo>
                <a:lnTo>
                  <a:pt x="896" y="94"/>
                </a:lnTo>
                <a:lnTo>
                  <a:pt x="883" y="86"/>
                </a:lnTo>
                <a:lnTo>
                  <a:pt x="870" y="79"/>
                </a:lnTo>
                <a:lnTo>
                  <a:pt x="857" y="72"/>
                </a:lnTo>
                <a:lnTo>
                  <a:pt x="843" y="66"/>
                </a:lnTo>
                <a:lnTo>
                  <a:pt x="829" y="59"/>
                </a:lnTo>
                <a:lnTo>
                  <a:pt x="814" y="53"/>
                </a:lnTo>
                <a:lnTo>
                  <a:pt x="800" y="48"/>
                </a:lnTo>
                <a:lnTo>
                  <a:pt x="785" y="42"/>
                </a:lnTo>
                <a:lnTo>
                  <a:pt x="770" y="37"/>
                </a:lnTo>
                <a:lnTo>
                  <a:pt x="754" y="33"/>
                </a:lnTo>
                <a:lnTo>
                  <a:pt x="739" y="28"/>
                </a:lnTo>
                <a:lnTo>
                  <a:pt x="723" y="24"/>
                </a:lnTo>
                <a:lnTo>
                  <a:pt x="707" y="20"/>
                </a:lnTo>
                <a:lnTo>
                  <a:pt x="691" y="17"/>
                </a:lnTo>
                <a:lnTo>
                  <a:pt x="675" y="14"/>
                </a:lnTo>
                <a:lnTo>
                  <a:pt x="658" y="11"/>
                </a:lnTo>
                <a:lnTo>
                  <a:pt x="642" y="9"/>
                </a:lnTo>
                <a:lnTo>
                  <a:pt x="625" y="7"/>
                </a:lnTo>
                <a:lnTo>
                  <a:pt x="608" y="5"/>
                </a:lnTo>
                <a:lnTo>
                  <a:pt x="592" y="4"/>
                </a:lnTo>
                <a:lnTo>
                  <a:pt x="575" y="3"/>
                </a:lnTo>
                <a:lnTo>
                  <a:pt x="558" y="3"/>
                </a:lnTo>
                <a:lnTo>
                  <a:pt x="541" y="3"/>
                </a:lnTo>
                <a:lnTo>
                  <a:pt x="524" y="3"/>
                </a:lnTo>
                <a:lnTo>
                  <a:pt x="508" y="3"/>
                </a:lnTo>
                <a:lnTo>
                  <a:pt x="491" y="4"/>
                </a:lnTo>
                <a:lnTo>
                  <a:pt x="474" y="5"/>
                </a:lnTo>
                <a:lnTo>
                  <a:pt x="457" y="7"/>
                </a:lnTo>
                <a:lnTo>
                  <a:pt x="441" y="9"/>
                </a:lnTo>
                <a:lnTo>
                  <a:pt x="424" y="11"/>
                </a:lnTo>
                <a:lnTo>
                  <a:pt x="407" y="14"/>
                </a:lnTo>
                <a:lnTo>
                  <a:pt x="391" y="17"/>
                </a:lnTo>
                <a:lnTo>
                  <a:pt x="374" y="20"/>
                </a:lnTo>
                <a:lnTo>
                  <a:pt x="358" y="24"/>
                </a:lnTo>
                <a:lnTo>
                  <a:pt x="343" y="28"/>
                </a:lnTo>
                <a:lnTo>
                  <a:pt x="327" y="33"/>
                </a:lnTo>
                <a:lnTo>
                  <a:pt x="312" y="37"/>
                </a:lnTo>
                <a:lnTo>
                  <a:pt x="297" y="42"/>
                </a:lnTo>
                <a:lnTo>
                  <a:pt x="282" y="48"/>
                </a:lnTo>
                <a:lnTo>
                  <a:pt x="267" y="53"/>
                </a:lnTo>
                <a:lnTo>
                  <a:pt x="253" y="59"/>
                </a:lnTo>
                <a:lnTo>
                  <a:pt x="239" y="66"/>
                </a:lnTo>
                <a:lnTo>
                  <a:pt x="225" y="72"/>
                </a:lnTo>
                <a:lnTo>
                  <a:pt x="211" y="79"/>
                </a:lnTo>
                <a:lnTo>
                  <a:pt x="198" y="86"/>
                </a:lnTo>
                <a:lnTo>
                  <a:pt x="185" y="94"/>
                </a:lnTo>
                <a:lnTo>
                  <a:pt x="173" y="101"/>
                </a:lnTo>
                <a:lnTo>
                  <a:pt x="161" y="109"/>
                </a:lnTo>
                <a:lnTo>
                  <a:pt x="149" y="118"/>
                </a:lnTo>
                <a:lnTo>
                  <a:pt x="138" y="126"/>
                </a:lnTo>
                <a:lnTo>
                  <a:pt x="127" y="135"/>
                </a:lnTo>
                <a:lnTo>
                  <a:pt x="116" y="144"/>
                </a:lnTo>
                <a:lnTo>
                  <a:pt x="106" y="153"/>
                </a:lnTo>
                <a:lnTo>
                  <a:pt x="96" y="162"/>
                </a:lnTo>
                <a:lnTo>
                  <a:pt x="87" y="172"/>
                </a:lnTo>
                <a:lnTo>
                  <a:pt x="78" y="182"/>
                </a:lnTo>
                <a:lnTo>
                  <a:pt x="70" y="192"/>
                </a:lnTo>
                <a:lnTo>
                  <a:pt x="62" y="202"/>
                </a:lnTo>
                <a:lnTo>
                  <a:pt x="55" y="212"/>
                </a:lnTo>
                <a:lnTo>
                  <a:pt x="48" y="223"/>
                </a:lnTo>
                <a:lnTo>
                  <a:pt x="41" y="233"/>
                </a:lnTo>
                <a:lnTo>
                  <a:pt x="35" y="244"/>
                </a:lnTo>
                <a:lnTo>
                  <a:pt x="30" y="255"/>
                </a:lnTo>
                <a:lnTo>
                  <a:pt x="25" y="266"/>
                </a:lnTo>
                <a:lnTo>
                  <a:pt x="21" y="277"/>
                </a:lnTo>
                <a:lnTo>
                  <a:pt x="17" y="288"/>
                </a:lnTo>
                <a:lnTo>
                  <a:pt x="13" y="299"/>
                </a:lnTo>
                <a:lnTo>
                  <a:pt x="10" y="311"/>
                </a:lnTo>
                <a:lnTo>
                  <a:pt x="8" y="322"/>
                </a:lnTo>
                <a:lnTo>
                  <a:pt x="6" y="333"/>
                </a:lnTo>
                <a:lnTo>
                  <a:pt x="5" y="345"/>
                </a:lnTo>
                <a:lnTo>
                  <a:pt x="4" y="356"/>
                </a:lnTo>
                <a:lnTo>
                  <a:pt x="4" y="368"/>
                </a:lnTo>
                <a:lnTo>
                  <a:pt x="4" y="379"/>
                </a:lnTo>
                <a:lnTo>
                  <a:pt x="5" y="391"/>
                </a:lnTo>
                <a:lnTo>
                  <a:pt x="6" y="402"/>
                </a:lnTo>
                <a:lnTo>
                  <a:pt x="8" y="413"/>
                </a:lnTo>
                <a:lnTo>
                  <a:pt x="10" y="425"/>
                </a:lnTo>
                <a:lnTo>
                  <a:pt x="13" y="436"/>
                </a:lnTo>
                <a:lnTo>
                  <a:pt x="17" y="447"/>
                </a:lnTo>
                <a:lnTo>
                  <a:pt x="21" y="458"/>
                </a:lnTo>
                <a:lnTo>
                  <a:pt x="25" y="470"/>
                </a:lnTo>
                <a:lnTo>
                  <a:pt x="30" y="480"/>
                </a:lnTo>
                <a:lnTo>
                  <a:pt x="35" y="491"/>
                </a:lnTo>
                <a:lnTo>
                  <a:pt x="41" y="502"/>
                </a:lnTo>
                <a:lnTo>
                  <a:pt x="48" y="513"/>
                </a:lnTo>
                <a:lnTo>
                  <a:pt x="55" y="523"/>
                </a:lnTo>
                <a:lnTo>
                  <a:pt x="62" y="533"/>
                </a:lnTo>
                <a:lnTo>
                  <a:pt x="70" y="544"/>
                </a:lnTo>
                <a:lnTo>
                  <a:pt x="78" y="554"/>
                </a:lnTo>
                <a:lnTo>
                  <a:pt x="87" y="563"/>
                </a:lnTo>
                <a:lnTo>
                  <a:pt x="96" y="573"/>
                </a:lnTo>
                <a:lnTo>
                  <a:pt x="106" y="582"/>
                </a:lnTo>
                <a:lnTo>
                  <a:pt x="116" y="591"/>
                </a:lnTo>
                <a:lnTo>
                  <a:pt x="127" y="600"/>
                </a:lnTo>
                <a:lnTo>
                  <a:pt x="138" y="609"/>
                </a:lnTo>
                <a:lnTo>
                  <a:pt x="149" y="618"/>
                </a:lnTo>
                <a:lnTo>
                  <a:pt x="161" y="626"/>
                </a:lnTo>
                <a:lnTo>
                  <a:pt x="173" y="634"/>
                </a:lnTo>
                <a:lnTo>
                  <a:pt x="185" y="643"/>
                </a:lnTo>
                <a:lnTo>
                  <a:pt x="198" y="650"/>
                </a:lnTo>
                <a:lnTo>
                  <a:pt x="211" y="657"/>
                </a:lnTo>
                <a:lnTo>
                  <a:pt x="225" y="664"/>
                </a:lnTo>
                <a:lnTo>
                  <a:pt x="239" y="671"/>
                </a:lnTo>
                <a:lnTo>
                  <a:pt x="253" y="677"/>
                </a:lnTo>
                <a:lnTo>
                  <a:pt x="267" y="683"/>
                </a:lnTo>
                <a:lnTo>
                  <a:pt x="282" y="689"/>
                </a:lnTo>
                <a:lnTo>
                  <a:pt x="297" y="694"/>
                </a:lnTo>
                <a:lnTo>
                  <a:pt x="312" y="699"/>
                </a:lnTo>
                <a:lnTo>
                  <a:pt x="327" y="704"/>
                </a:lnTo>
                <a:lnTo>
                  <a:pt x="343" y="708"/>
                </a:lnTo>
                <a:lnTo>
                  <a:pt x="358" y="712"/>
                </a:lnTo>
                <a:lnTo>
                  <a:pt x="374" y="716"/>
                </a:lnTo>
                <a:lnTo>
                  <a:pt x="391" y="719"/>
                </a:lnTo>
                <a:lnTo>
                  <a:pt x="407" y="722"/>
                </a:lnTo>
                <a:lnTo>
                  <a:pt x="424" y="725"/>
                </a:lnTo>
                <a:lnTo>
                  <a:pt x="441" y="727"/>
                </a:lnTo>
                <a:lnTo>
                  <a:pt x="457" y="729"/>
                </a:lnTo>
                <a:lnTo>
                  <a:pt x="474" y="731"/>
                </a:lnTo>
                <a:lnTo>
                  <a:pt x="491" y="732"/>
                </a:lnTo>
                <a:lnTo>
                  <a:pt x="508" y="733"/>
                </a:lnTo>
                <a:lnTo>
                  <a:pt x="524" y="734"/>
                </a:lnTo>
                <a:lnTo>
                  <a:pt x="541" y="734"/>
                </a:lnTo>
                <a:lnTo>
                  <a:pt x="558" y="734"/>
                </a:lnTo>
                <a:lnTo>
                  <a:pt x="575" y="733"/>
                </a:lnTo>
                <a:lnTo>
                  <a:pt x="592" y="732"/>
                </a:lnTo>
                <a:lnTo>
                  <a:pt x="608" y="731"/>
                </a:lnTo>
                <a:lnTo>
                  <a:pt x="625" y="729"/>
                </a:lnTo>
                <a:lnTo>
                  <a:pt x="642" y="727"/>
                </a:lnTo>
                <a:lnTo>
                  <a:pt x="658" y="725"/>
                </a:lnTo>
                <a:lnTo>
                  <a:pt x="675" y="722"/>
                </a:lnTo>
                <a:lnTo>
                  <a:pt x="691" y="719"/>
                </a:lnTo>
                <a:lnTo>
                  <a:pt x="707" y="716"/>
                </a:lnTo>
                <a:lnTo>
                  <a:pt x="723" y="712"/>
                </a:lnTo>
                <a:lnTo>
                  <a:pt x="739" y="708"/>
                </a:lnTo>
                <a:lnTo>
                  <a:pt x="754" y="704"/>
                </a:lnTo>
                <a:lnTo>
                  <a:pt x="770" y="699"/>
                </a:lnTo>
                <a:lnTo>
                  <a:pt x="785" y="694"/>
                </a:lnTo>
                <a:lnTo>
                  <a:pt x="800" y="689"/>
                </a:lnTo>
                <a:lnTo>
                  <a:pt x="814" y="683"/>
                </a:lnTo>
                <a:lnTo>
                  <a:pt x="829" y="677"/>
                </a:lnTo>
                <a:lnTo>
                  <a:pt x="843" y="671"/>
                </a:lnTo>
                <a:lnTo>
                  <a:pt x="857" y="664"/>
                </a:lnTo>
                <a:lnTo>
                  <a:pt x="870" y="657"/>
                </a:lnTo>
                <a:lnTo>
                  <a:pt x="883" y="650"/>
                </a:lnTo>
                <a:lnTo>
                  <a:pt x="896" y="643"/>
                </a:lnTo>
                <a:lnTo>
                  <a:pt x="909" y="634"/>
                </a:lnTo>
                <a:lnTo>
                  <a:pt x="921" y="626"/>
                </a:lnTo>
                <a:lnTo>
                  <a:pt x="932" y="618"/>
                </a:lnTo>
                <a:lnTo>
                  <a:pt x="944" y="609"/>
                </a:lnTo>
                <a:lnTo>
                  <a:pt x="955" y="600"/>
                </a:lnTo>
                <a:lnTo>
                  <a:pt x="965" y="591"/>
                </a:lnTo>
                <a:lnTo>
                  <a:pt x="975" y="582"/>
                </a:lnTo>
                <a:lnTo>
                  <a:pt x="985" y="573"/>
                </a:lnTo>
                <a:lnTo>
                  <a:pt x="994" y="563"/>
                </a:lnTo>
                <a:lnTo>
                  <a:pt x="1003" y="554"/>
                </a:lnTo>
                <a:lnTo>
                  <a:pt x="1011" y="544"/>
                </a:lnTo>
                <a:lnTo>
                  <a:pt x="1019" y="533"/>
                </a:lnTo>
                <a:lnTo>
                  <a:pt x="1027" y="523"/>
                </a:lnTo>
                <a:lnTo>
                  <a:pt x="1034" y="513"/>
                </a:lnTo>
                <a:lnTo>
                  <a:pt x="1040" y="502"/>
                </a:lnTo>
                <a:lnTo>
                  <a:pt x="1046" y="491"/>
                </a:lnTo>
                <a:lnTo>
                  <a:pt x="1052" y="480"/>
                </a:lnTo>
                <a:lnTo>
                  <a:pt x="1057" y="470"/>
                </a:lnTo>
                <a:lnTo>
                  <a:pt x="1061" y="458"/>
                </a:lnTo>
                <a:lnTo>
                  <a:pt x="1065" y="447"/>
                </a:lnTo>
                <a:lnTo>
                  <a:pt x="1068" y="436"/>
                </a:lnTo>
                <a:lnTo>
                  <a:pt x="1071" y="425"/>
                </a:lnTo>
                <a:lnTo>
                  <a:pt x="1074" y="413"/>
                </a:lnTo>
                <a:lnTo>
                  <a:pt x="1075" y="402"/>
                </a:lnTo>
                <a:lnTo>
                  <a:pt x="1077" y="391"/>
                </a:lnTo>
                <a:lnTo>
                  <a:pt x="1078" y="379"/>
                </a:lnTo>
                <a:lnTo>
                  <a:pt x="1078" y="368"/>
                </a:lnTo>
                <a:moveTo>
                  <a:pt x="1082" y="368"/>
                </a:moveTo>
                <a:lnTo>
                  <a:pt x="1081" y="379"/>
                </a:lnTo>
                <a:lnTo>
                  <a:pt x="1081" y="391"/>
                </a:lnTo>
                <a:lnTo>
                  <a:pt x="1079" y="402"/>
                </a:lnTo>
                <a:lnTo>
                  <a:pt x="1077" y="414"/>
                </a:lnTo>
                <a:lnTo>
                  <a:pt x="1075" y="425"/>
                </a:lnTo>
                <a:lnTo>
                  <a:pt x="1072" y="437"/>
                </a:lnTo>
                <a:lnTo>
                  <a:pt x="1069" y="448"/>
                </a:lnTo>
                <a:lnTo>
                  <a:pt x="1065" y="459"/>
                </a:lnTo>
                <a:lnTo>
                  <a:pt x="1060" y="470"/>
                </a:lnTo>
                <a:lnTo>
                  <a:pt x="1055" y="481"/>
                </a:lnTo>
                <a:lnTo>
                  <a:pt x="1050" y="492"/>
                </a:lnTo>
                <a:lnTo>
                  <a:pt x="1044" y="503"/>
                </a:lnTo>
                <a:lnTo>
                  <a:pt x="1037" y="514"/>
                </a:lnTo>
                <a:lnTo>
                  <a:pt x="1030" y="524"/>
                </a:lnTo>
                <a:lnTo>
                  <a:pt x="1023" y="535"/>
                </a:lnTo>
                <a:lnTo>
                  <a:pt x="1015" y="545"/>
                </a:lnTo>
                <a:lnTo>
                  <a:pt x="1006" y="555"/>
                </a:lnTo>
                <a:lnTo>
                  <a:pt x="997" y="565"/>
                </a:lnTo>
                <a:lnTo>
                  <a:pt x="988" y="574"/>
                </a:lnTo>
                <a:lnTo>
                  <a:pt x="978" y="584"/>
                </a:lnTo>
                <a:lnTo>
                  <a:pt x="968" y="593"/>
                </a:lnTo>
                <a:lnTo>
                  <a:pt x="958" y="602"/>
                </a:lnTo>
                <a:lnTo>
                  <a:pt x="947" y="611"/>
                </a:lnTo>
                <a:lnTo>
                  <a:pt x="935" y="619"/>
                </a:lnTo>
                <a:lnTo>
                  <a:pt x="923" y="628"/>
                </a:lnTo>
                <a:lnTo>
                  <a:pt x="911" y="637"/>
                </a:lnTo>
                <a:lnTo>
                  <a:pt x="899" y="644"/>
                </a:lnTo>
                <a:lnTo>
                  <a:pt x="886" y="652"/>
                </a:lnTo>
                <a:lnTo>
                  <a:pt x="872" y="659"/>
                </a:lnTo>
                <a:lnTo>
                  <a:pt x="859" y="666"/>
                </a:lnTo>
                <a:lnTo>
                  <a:pt x="845" y="673"/>
                </a:lnTo>
                <a:lnTo>
                  <a:pt x="831" y="679"/>
                </a:lnTo>
                <a:lnTo>
                  <a:pt x="816" y="685"/>
                </a:lnTo>
                <a:lnTo>
                  <a:pt x="802" y="691"/>
                </a:lnTo>
                <a:lnTo>
                  <a:pt x="787" y="696"/>
                </a:lnTo>
                <a:lnTo>
                  <a:pt x="771" y="701"/>
                </a:lnTo>
                <a:lnTo>
                  <a:pt x="756" y="706"/>
                </a:lnTo>
                <a:lnTo>
                  <a:pt x="740" y="711"/>
                </a:lnTo>
                <a:lnTo>
                  <a:pt x="724" y="715"/>
                </a:lnTo>
                <a:lnTo>
                  <a:pt x="708" y="718"/>
                </a:lnTo>
                <a:lnTo>
                  <a:pt x="692" y="722"/>
                </a:lnTo>
                <a:lnTo>
                  <a:pt x="676" y="725"/>
                </a:lnTo>
                <a:lnTo>
                  <a:pt x="659" y="728"/>
                </a:lnTo>
                <a:lnTo>
                  <a:pt x="642" y="730"/>
                </a:lnTo>
                <a:lnTo>
                  <a:pt x="626" y="732"/>
                </a:lnTo>
                <a:lnTo>
                  <a:pt x="609" y="733"/>
                </a:lnTo>
                <a:lnTo>
                  <a:pt x="592" y="735"/>
                </a:lnTo>
                <a:lnTo>
                  <a:pt x="575" y="736"/>
                </a:lnTo>
                <a:lnTo>
                  <a:pt x="558" y="736"/>
                </a:lnTo>
                <a:lnTo>
                  <a:pt x="541" y="736"/>
                </a:lnTo>
                <a:lnTo>
                  <a:pt x="524" y="736"/>
                </a:lnTo>
                <a:lnTo>
                  <a:pt x="507" y="736"/>
                </a:lnTo>
                <a:lnTo>
                  <a:pt x="490" y="735"/>
                </a:lnTo>
                <a:lnTo>
                  <a:pt x="474" y="733"/>
                </a:lnTo>
                <a:lnTo>
                  <a:pt x="457" y="732"/>
                </a:lnTo>
                <a:lnTo>
                  <a:pt x="440" y="730"/>
                </a:lnTo>
                <a:lnTo>
                  <a:pt x="423" y="728"/>
                </a:lnTo>
                <a:lnTo>
                  <a:pt x="406" y="725"/>
                </a:lnTo>
                <a:lnTo>
                  <a:pt x="390" y="722"/>
                </a:lnTo>
                <a:lnTo>
                  <a:pt x="373" y="718"/>
                </a:lnTo>
                <a:lnTo>
                  <a:pt x="357" y="715"/>
                </a:lnTo>
                <a:lnTo>
                  <a:pt x="341" y="711"/>
                </a:lnTo>
                <a:lnTo>
                  <a:pt x="326" y="706"/>
                </a:lnTo>
                <a:lnTo>
                  <a:pt x="310" y="701"/>
                </a:lnTo>
                <a:lnTo>
                  <a:pt x="295" y="696"/>
                </a:lnTo>
                <a:lnTo>
                  <a:pt x="280" y="691"/>
                </a:lnTo>
                <a:lnTo>
                  <a:pt x="265" y="685"/>
                </a:lnTo>
                <a:lnTo>
                  <a:pt x="251" y="679"/>
                </a:lnTo>
                <a:lnTo>
                  <a:pt x="237" y="673"/>
                </a:lnTo>
                <a:lnTo>
                  <a:pt x="223" y="666"/>
                </a:lnTo>
                <a:lnTo>
                  <a:pt x="209" y="659"/>
                </a:lnTo>
                <a:lnTo>
                  <a:pt x="196" y="652"/>
                </a:lnTo>
                <a:lnTo>
                  <a:pt x="183" y="644"/>
                </a:lnTo>
                <a:lnTo>
                  <a:pt x="170" y="637"/>
                </a:lnTo>
                <a:lnTo>
                  <a:pt x="158" y="628"/>
                </a:lnTo>
                <a:lnTo>
                  <a:pt x="146" y="619"/>
                </a:lnTo>
                <a:lnTo>
                  <a:pt x="135" y="611"/>
                </a:lnTo>
                <a:lnTo>
                  <a:pt x="124" y="602"/>
                </a:lnTo>
                <a:lnTo>
                  <a:pt x="113" y="593"/>
                </a:lnTo>
                <a:lnTo>
                  <a:pt x="103" y="584"/>
                </a:lnTo>
                <a:lnTo>
                  <a:pt x="93" y="574"/>
                </a:lnTo>
                <a:lnTo>
                  <a:pt x="84" y="565"/>
                </a:lnTo>
                <a:lnTo>
                  <a:pt x="75" y="555"/>
                </a:lnTo>
                <a:lnTo>
                  <a:pt x="67" y="545"/>
                </a:lnTo>
                <a:lnTo>
                  <a:pt x="59" y="535"/>
                </a:lnTo>
                <a:lnTo>
                  <a:pt x="51" y="524"/>
                </a:lnTo>
                <a:lnTo>
                  <a:pt x="44" y="514"/>
                </a:lnTo>
                <a:lnTo>
                  <a:pt x="38" y="503"/>
                </a:lnTo>
                <a:lnTo>
                  <a:pt x="32" y="492"/>
                </a:lnTo>
                <a:lnTo>
                  <a:pt x="26" y="481"/>
                </a:lnTo>
                <a:lnTo>
                  <a:pt x="21" y="470"/>
                </a:lnTo>
                <a:lnTo>
                  <a:pt x="17" y="459"/>
                </a:lnTo>
                <a:lnTo>
                  <a:pt x="13" y="448"/>
                </a:lnTo>
                <a:lnTo>
                  <a:pt x="9" y="437"/>
                </a:lnTo>
                <a:lnTo>
                  <a:pt x="7" y="425"/>
                </a:lnTo>
                <a:lnTo>
                  <a:pt x="4" y="414"/>
                </a:lnTo>
                <a:lnTo>
                  <a:pt x="2" y="402"/>
                </a:lnTo>
                <a:lnTo>
                  <a:pt x="1" y="391"/>
                </a:lnTo>
                <a:lnTo>
                  <a:pt x="0" y="379"/>
                </a:lnTo>
                <a:lnTo>
                  <a:pt x="0" y="368"/>
                </a:lnTo>
                <a:lnTo>
                  <a:pt x="0" y="356"/>
                </a:lnTo>
                <a:lnTo>
                  <a:pt x="1" y="345"/>
                </a:lnTo>
                <a:lnTo>
                  <a:pt x="2" y="333"/>
                </a:lnTo>
                <a:lnTo>
                  <a:pt x="4" y="322"/>
                </a:lnTo>
                <a:lnTo>
                  <a:pt x="7" y="310"/>
                </a:lnTo>
                <a:lnTo>
                  <a:pt x="9" y="299"/>
                </a:lnTo>
                <a:lnTo>
                  <a:pt x="13" y="287"/>
                </a:lnTo>
                <a:lnTo>
                  <a:pt x="17" y="276"/>
                </a:lnTo>
                <a:lnTo>
                  <a:pt x="21" y="265"/>
                </a:lnTo>
                <a:lnTo>
                  <a:pt x="26" y="254"/>
                </a:lnTo>
                <a:lnTo>
                  <a:pt x="32" y="243"/>
                </a:lnTo>
                <a:lnTo>
                  <a:pt x="38" y="232"/>
                </a:lnTo>
                <a:lnTo>
                  <a:pt x="44" y="222"/>
                </a:lnTo>
                <a:lnTo>
                  <a:pt x="51" y="211"/>
                </a:lnTo>
                <a:lnTo>
                  <a:pt x="59" y="201"/>
                </a:lnTo>
                <a:lnTo>
                  <a:pt x="67" y="191"/>
                </a:lnTo>
                <a:lnTo>
                  <a:pt x="75" y="180"/>
                </a:lnTo>
                <a:lnTo>
                  <a:pt x="84" y="171"/>
                </a:lnTo>
                <a:lnTo>
                  <a:pt x="93" y="161"/>
                </a:lnTo>
                <a:lnTo>
                  <a:pt x="103" y="152"/>
                </a:lnTo>
                <a:lnTo>
                  <a:pt x="113" y="142"/>
                </a:lnTo>
                <a:lnTo>
                  <a:pt x="124" y="133"/>
                </a:lnTo>
                <a:lnTo>
                  <a:pt x="135" y="124"/>
                </a:lnTo>
                <a:lnTo>
                  <a:pt x="146" y="116"/>
                </a:lnTo>
                <a:lnTo>
                  <a:pt x="158" y="108"/>
                </a:lnTo>
                <a:lnTo>
                  <a:pt x="170" y="100"/>
                </a:lnTo>
                <a:lnTo>
                  <a:pt x="183" y="92"/>
                </a:lnTo>
                <a:lnTo>
                  <a:pt x="196" y="84"/>
                </a:lnTo>
                <a:lnTo>
                  <a:pt x="209" y="77"/>
                </a:lnTo>
                <a:lnTo>
                  <a:pt x="223" y="70"/>
                </a:lnTo>
                <a:lnTo>
                  <a:pt x="237" y="64"/>
                </a:lnTo>
                <a:lnTo>
                  <a:pt x="251" y="57"/>
                </a:lnTo>
                <a:lnTo>
                  <a:pt x="265" y="51"/>
                </a:lnTo>
                <a:lnTo>
                  <a:pt x="280" y="45"/>
                </a:lnTo>
                <a:lnTo>
                  <a:pt x="295" y="40"/>
                </a:lnTo>
                <a:lnTo>
                  <a:pt x="310" y="35"/>
                </a:lnTo>
                <a:lnTo>
                  <a:pt x="326" y="30"/>
                </a:lnTo>
                <a:lnTo>
                  <a:pt x="341" y="26"/>
                </a:lnTo>
                <a:lnTo>
                  <a:pt x="357" y="22"/>
                </a:lnTo>
                <a:lnTo>
                  <a:pt x="373" y="18"/>
                </a:lnTo>
                <a:lnTo>
                  <a:pt x="390" y="15"/>
                </a:lnTo>
                <a:lnTo>
                  <a:pt x="406" y="11"/>
                </a:lnTo>
                <a:lnTo>
                  <a:pt x="423" y="9"/>
                </a:lnTo>
                <a:lnTo>
                  <a:pt x="440" y="6"/>
                </a:lnTo>
                <a:lnTo>
                  <a:pt x="457" y="4"/>
                </a:lnTo>
                <a:lnTo>
                  <a:pt x="474" y="3"/>
                </a:lnTo>
                <a:lnTo>
                  <a:pt x="490" y="2"/>
                </a:lnTo>
                <a:lnTo>
                  <a:pt x="507" y="1"/>
                </a:lnTo>
                <a:lnTo>
                  <a:pt x="524" y="0"/>
                </a:lnTo>
                <a:lnTo>
                  <a:pt x="541" y="0"/>
                </a:lnTo>
                <a:lnTo>
                  <a:pt x="558" y="0"/>
                </a:lnTo>
                <a:lnTo>
                  <a:pt x="575" y="1"/>
                </a:lnTo>
                <a:lnTo>
                  <a:pt x="592" y="2"/>
                </a:lnTo>
                <a:lnTo>
                  <a:pt x="609" y="3"/>
                </a:lnTo>
                <a:lnTo>
                  <a:pt x="626" y="4"/>
                </a:lnTo>
                <a:lnTo>
                  <a:pt x="642" y="6"/>
                </a:lnTo>
                <a:lnTo>
                  <a:pt x="659" y="9"/>
                </a:lnTo>
                <a:lnTo>
                  <a:pt x="676" y="11"/>
                </a:lnTo>
                <a:lnTo>
                  <a:pt x="692" y="15"/>
                </a:lnTo>
                <a:lnTo>
                  <a:pt x="708" y="18"/>
                </a:lnTo>
                <a:lnTo>
                  <a:pt x="724" y="22"/>
                </a:lnTo>
                <a:lnTo>
                  <a:pt x="740" y="26"/>
                </a:lnTo>
                <a:lnTo>
                  <a:pt x="756" y="30"/>
                </a:lnTo>
                <a:lnTo>
                  <a:pt x="771" y="35"/>
                </a:lnTo>
                <a:lnTo>
                  <a:pt x="787" y="40"/>
                </a:lnTo>
                <a:lnTo>
                  <a:pt x="802" y="45"/>
                </a:lnTo>
                <a:lnTo>
                  <a:pt x="816" y="51"/>
                </a:lnTo>
                <a:lnTo>
                  <a:pt x="831" y="57"/>
                </a:lnTo>
                <a:lnTo>
                  <a:pt x="845" y="64"/>
                </a:lnTo>
                <a:lnTo>
                  <a:pt x="859" y="70"/>
                </a:lnTo>
                <a:lnTo>
                  <a:pt x="872" y="77"/>
                </a:lnTo>
                <a:lnTo>
                  <a:pt x="886" y="84"/>
                </a:lnTo>
                <a:lnTo>
                  <a:pt x="899" y="92"/>
                </a:lnTo>
                <a:lnTo>
                  <a:pt x="911" y="100"/>
                </a:lnTo>
                <a:lnTo>
                  <a:pt x="923" y="108"/>
                </a:lnTo>
                <a:lnTo>
                  <a:pt x="935" y="116"/>
                </a:lnTo>
                <a:lnTo>
                  <a:pt x="947" y="124"/>
                </a:lnTo>
                <a:lnTo>
                  <a:pt x="958" y="133"/>
                </a:lnTo>
                <a:lnTo>
                  <a:pt x="968" y="142"/>
                </a:lnTo>
                <a:lnTo>
                  <a:pt x="978" y="152"/>
                </a:lnTo>
                <a:lnTo>
                  <a:pt x="988" y="161"/>
                </a:lnTo>
                <a:lnTo>
                  <a:pt x="997" y="171"/>
                </a:lnTo>
                <a:lnTo>
                  <a:pt x="1006" y="180"/>
                </a:lnTo>
                <a:lnTo>
                  <a:pt x="1015" y="191"/>
                </a:lnTo>
                <a:lnTo>
                  <a:pt x="1023" y="201"/>
                </a:lnTo>
                <a:lnTo>
                  <a:pt x="1030" y="211"/>
                </a:lnTo>
                <a:lnTo>
                  <a:pt x="1037" y="222"/>
                </a:lnTo>
                <a:lnTo>
                  <a:pt x="1044" y="232"/>
                </a:lnTo>
                <a:lnTo>
                  <a:pt x="1050" y="243"/>
                </a:lnTo>
                <a:lnTo>
                  <a:pt x="1055" y="254"/>
                </a:lnTo>
                <a:lnTo>
                  <a:pt x="1060" y="265"/>
                </a:lnTo>
                <a:lnTo>
                  <a:pt x="1065" y="276"/>
                </a:lnTo>
                <a:lnTo>
                  <a:pt x="1069" y="287"/>
                </a:lnTo>
                <a:lnTo>
                  <a:pt x="1072" y="299"/>
                </a:lnTo>
                <a:lnTo>
                  <a:pt x="1075" y="310"/>
                </a:lnTo>
                <a:lnTo>
                  <a:pt x="1077" y="322"/>
                </a:lnTo>
                <a:lnTo>
                  <a:pt x="1079" y="333"/>
                </a:lnTo>
                <a:lnTo>
                  <a:pt x="1081" y="345"/>
                </a:lnTo>
                <a:lnTo>
                  <a:pt x="1081" y="356"/>
                </a:lnTo>
                <a:lnTo>
                  <a:pt x="1082" y="368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8" name=""/>
          <p:cNvSpPr/>
          <p:nvPr/>
        </p:nvSpPr>
        <p:spPr>
          <a:xfrm>
            <a:off x="3927600" y="2811240"/>
            <a:ext cx="397440" cy="270720"/>
          </a:xfrm>
          <a:custGeom>
            <a:avLst/>
            <a:gdLst/>
            <a:ahLst/>
            <a:rect l="0" t="0" r="r" b="b"/>
            <a:pathLst>
              <a:path w="1104" h="752">
                <a:moveTo>
                  <a:pt x="1093" y="377"/>
                </a:moveTo>
                <a:lnTo>
                  <a:pt x="1092" y="365"/>
                </a:lnTo>
                <a:lnTo>
                  <a:pt x="1092" y="354"/>
                </a:lnTo>
                <a:lnTo>
                  <a:pt x="1090" y="342"/>
                </a:lnTo>
                <a:lnTo>
                  <a:pt x="1088" y="331"/>
                </a:lnTo>
                <a:lnTo>
                  <a:pt x="1086" y="319"/>
                </a:lnTo>
                <a:lnTo>
                  <a:pt x="1083" y="308"/>
                </a:lnTo>
                <a:lnTo>
                  <a:pt x="1080" y="296"/>
                </a:lnTo>
                <a:lnTo>
                  <a:pt x="1076" y="285"/>
                </a:lnTo>
                <a:lnTo>
                  <a:pt x="1071" y="274"/>
                </a:lnTo>
                <a:lnTo>
                  <a:pt x="1066" y="263"/>
                </a:lnTo>
                <a:lnTo>
                  <a:pt x="1061" y="252"/>
                </a:lnTo>
                <a:lnTo>
                  <a:pt x="1055" y="241"/>
                </a:lnTo>
                <a:lnTo>
                  <a:pt x="1048" y="231"/>
                </a:lnTo>
                <a:lnTo>
                  <a:pt x="1041" y="220"/>
                </a:lnTo>
                <a:lnTo>
                  <a:pt x="1034" y="210"/>
                </a:lnTo>
                <a:lnTo>
                  <a:pt x="1026" y="200"/>
                </a:lnTo>
                <a:lnTo>
                  <a:pt x="1017" y="189"/>
                </a:lnTo>
                <a:lnTo>
                  <a:pt x="1008" y="180"/>
                </a:lnTo>
                <a:lnTo>
                  <a:pt x="999" y="170"/>
                </a:lnTo>
                <a:lnTo>
                  <a:pt x="989" y="161"/>
                </a:lnTo>
                <a:lnTo>
                  <a:pt x="979" y="151"/>
                </a:lnTo>
                <a:lnTo>
                  <a:pt x="969" y="142"/>
                </a:lnTo>
                <a:lnTo>
                  <a:pt x="958" y="133"/>
                </a:lnTo>
                <a:lnTo>
                  <a:pt x="946" y="125"/>
                </a:lnTo>
                <a:lnTo>
                  <a:pt x="934" y="117"/>
                </a:lnTo>
                <a:lnTo>
                  <a:pt x="922" y="109"/>
                </a:lnTo>
                <a:lnTo>
                  <a:pt x="910" y="101"/>
                </a:lnTo>
                <a:lnTo>
                  <a:pt x="897" y="93"/>
                </a:lnTo>
                <a:lnTo>
                  <a:pt x="883" y="86"/>
                </a:lnTo>
                <a:lnTo>
                  <a:pt x="870" y="79"/>
                </a:lnTo>
                <a:lnTo>
                  <a:pt x="856" y="73"/>
                </a:lnTo>
                <a:lnTo>
                  <a:pt x="842" y="65"/>
                </a:lnTo>
                <a:lnTo>
                  <a:pt x="827" y="59"/>
                </a:lnTo>
                <a:lnTo>
                  <a:pt x="813" y="53"/>
                </a:lnTo>
                <a:lnTo>
                  <a:pt x="798" y="48"/>
                </a:lnTo>
                <a:lnTo>
                  <a:pt x="782" y="43"/>
                </a:lnTo>
                <a:lnTo>
                  <a:pt x="767" y="38"/>
                </a:lnTo>
                <a:lnTo>
                  <a:pt x="751" y="34"/>
                </a:lnTo>
                <a:lnTo>
                  <a:pt x="735" y="30"/>
                </a:lnTo>
                <a:lnTo>
                  <a:pt x="719" y="26"/>
                </a:lnTo>
                <a:lnTo>
                  <a:pt x="703" y="23"/>
                </a:lnTo>
                <a:lnTo>
                  <a:pt x="687" y="19"/>
                </a:lnTo>
                <a:lnTo>
                  <a:pt x="669" y="17"/>
                </a:lnTo>
                <a:lnTo>
                  <a:pt x="652" y="14"/>
                </a:lnTo>
                <a:lnTo>
                  <a:pt x="636" y="12"/>
                </a:lnTo>
                <a:lnTo>
                  <a:pt x="619" y="11"/>
                </a:lnTo>
                <a:lnTo>
                  <a:pt x="602" y="10"/>
                </a:lnTo>
                <a:lnTo>
                  <a:pt x="585" y="9"/>
                </a:lnTo>
                <a:lnTo>
                  <a:pt x="568" y="8"/>
                </a:lnTo>
                <a:lnTo>
                  <a:pt x="551" y="8"/>
                </a:lnTo>
                <a:lnTo>
                  <a:pt x="534" y="8"/>
                </a:lnTo>
                <a:lnTo>
                  <a:pt x="517" y="9"/>
                </a:lnTo>
                <a:lnTo>
                  <a:pt x="500" y="10"/>
                </a:lnTo>
                <a:lnTo>
                  <a:pt x="484" y="11"/>
                </a:lnTo>
                <a:lnTo>
                  <a:pt x="467" y="12"/>
                </a:lnTo>
                <a:lnTo>
                  <a:pt x="450" y="14"/>
                </a:lnTo>
                <a:lnTo>
                  <a:pt x="433" y="17"/>
                </a:lnTo>
                <a:lnTo>
                  <a:pt x="417" y="19"/>
                </a:lnTo>
                <a:lnTo>
                  <a:pt x="401" y="23"/>
                </a:lnTo>
                <a:lnTo>
                  <a:pt x="384" y="26"/>
                </a:lnTo>
                <a:lnTo>
                  <a:pt x="368" y="30"/>
                </a:lnTo>
                <a:lnTo>
                  <a:pt x="352" y="34"/>
                </a:lnTo>
                <a:lnTo>
                  <a:pt x="337" y="38"/>
                </a:lnTo>
                <a:lnTo>
                  <a:pt x="321" y="43"/>
                </a:lnTo>
                <a:lnTo>
                  <a:pt x="306" y="48"/>
                </a:lnTo>
                <a:lnTo>
                  <a:pt x="291" y="53"/>
                </a:lnTo>
                <a:lnTo>
                  <a:pt x="276" y="59"/>
                </a:lnTo>
                <a:lnTo>
                  <a:pt x="262" y="65"/>
                </a:lnTo>
                <a:lnTo>
                  <a:pt x="248" y="73"/>
                </a:lnTo>
                <a:lnTo>
                  <a:pt x="234" y="79"/>
                </a:lnTo>
                <a:lnTo>
                  <a:pt x="220" y="86"/>
                </a:lnTo>
                <a:lnTo>
                  <a:pt x="207" y="93"/>
                </a:lnTo>
                <a:lnTo>
                  <a:pt x="194" y="101"/>
                </a:lnTo>
                <a:lnTo>
                  <a:pt x="181" y="109"/>
                </a:lnTo>
                <a:lnTo>
                  <a:pt x="169" y="117"/>
                </a:lnTo>
                <a:lnTo>
                  <a:pt x="157" y="125"/>
                </a:lnTo>
                <a:lnTo>
                  <a:pt x="146" y="133"/>
                </a:lnTo>
                <a:lnTo>
                  <a:pt x="135" y="142"/>
                </a:lnTo>
                <a:lnTo>
                  <a:pt x="124" y="151"/>
                </a:lnTo>
                <a:lnTo>
                  <a:pt x="114" y="161"/>
                </a:lnTo>
                <a:lnTo>
                  <a:pt x="104" y="170"/>
                </a:lnTo>
                <a:lnTo>
                  <a:pt x="95" y="180"/>
                </a:lnTo>
                <a:lnTo>
                  <a:pt x="86" y="189"/>
                </a:lnTo>
                <a:lnTo>
                  <a:pt x="78" y="200"/>
                </a:lnTo>
                <a:lnTo>
                  <a:pt x="70" y="210"/>
                </a:lnTo>
                <a:lnTo>
                  <a:pt x="62" y="220"/>
                </a:lnTo>
                <a:lnTo>
                  <a:pt x="55" y="231"/>
                </a:lnTo>
                <a:lnTo>
                  <a:pt x="49" y="241"/>
                </a:lnTo>
                <a:lnTo>
                  <a:pt x="43" y="252"/>
                </a:lnTo>
                <a:lnTo>
                  <a:pt x="37" y="263"/>
                </a:lnTo>
                <a:lnTo>
                  <a:pt x="32" y="274"/>
                </a:lnTo>
                <a:lnTo>
                  <a:pt x="28" y="285"/>
                </a:lnTo>
                <a:lnTo>
                  <a:pt x="24" y="296"/>
                </a:lnTo>
                <a:lnTo>
                  <a:pt x="20" y="308"/>
                </a:lnTo>
                <a:lnTo>
                  <a:pt x="18" y="319"/>
                </a:lnTo>
                <a:lnTo>
                  <a:pt x="15" y="331"/>
                </a:lnTo>
                <a:lnTo>
                  <a:pt x="13" y="342"/>
                </a:lnTo>
                <a:lnTo>
                  <a:pt x="12" y="354"/>
                </a:lnTo>
                <a:lnTo>
                  <a:pt x="11" y="365"/>
                </a:lnTo>
                <a:lnTo>
                  <a:pt x="11" y="377"/>
                </a:lnTo>
                <a:lnTo>
                  <a:pt x="11" y="388"/>
                </a:lnTo>
                <a:lnTo>
                  <a:pt x="12" y="400"/>
                </a:lnTo>
                <a:lnTo>
                  <a:pt x="13" y="411"/>
                </a:lnTo>
                <a:lnTo>
                  <a:pt x="15" y="423"/>
                </a:lnTo>
                <a:lnTo>
                  <a:pt x="18" y="434"/>
                </a:lnTo>
                <a:lnTo>
                  <a:pt x="20" y="446"/>
                </a:lnTo>
                <a:lnTo>
                  <a:pt x="24" y="457"/>
                </a:lnTo>
                <a:lnTo>
                  <a:pt x="28" y="468"/>
                </a:lnTo>
                <a:lnTo>
                  <a:pt x="32" y="479"/>
                </a:lnTo>
                <a:lnTo>
                  <a:pt x="37" y="490"/>
                </a:lnTo>
                <a:lnTo>
                  <a:pt x="43" y="501"/>
                </a:lnTo>
                <a:lnTo>
                  <a:pt x="49" y="512"/>
                </a:lnTo>
                <a:lnTo>
                  <a:pt x="55" y="523"/>
                </a:lnTo>
                <a:lnTo>
                  <a:pt x="62" y="533"/>
                </a:lnTo>
                <a:lnTo>
                  <a:pt x="70" y="544"/>
                </a:lnTo>
                <a:lnTo>
                  <a:pt x="78" y="554"/>
                </a:lnTo>
                <a:lnTo>
                  <a:pt x="86" y="564"/>
                </a:lnTo>
                <a:lnTo>
                  <a:pt x="95" y="574"/>
                </a:lnTo>
                <a:lnTo>
                  <a:pt x="104" y="583"/>
                </a:lnTo>
                <a:lnTo>
                  <a:pt x="114" y="593"/>
                </a:lnTo>
                <a:lnTo>
                  <a:pt x="124" y="602"/>
                </a:lnTo>
                <a:lnTo>
                  <a:pt x="135" y="611"/>
                </a:lnTo>
                <a:lnTo>
                  <a:pt x="146" y="620"/>
                </a:lnTo>
                <a:lnTo>
                  <a:pt x="157" y="628"/>
                </a:lnTo>
                <a:lnTo>
                  <a:pt x="169" y="637"/>
                </a:lnTo>
                <a:lnTo>
                  <a:pt x="181" y="645"/>
                </a:lnTo>
                <a:lnTo>
                  <a:pt x="194" y="652"/>
                </a:lnTo>
                <a:lnTo>
                  <a:pt x="207" y="660"/>
                </a:lnTo>
                <a:lnTo>
                  <a:pt x="220" y="667"/>
                </a:lnTo>
                <a:lnTo>
                  <a:pt x="234" y="674"/>
                </a:lnTo>
                <a:lnTo>
                  <a:pt x="248" y="681"/>
                </a:lnTo>
                <a:lnTo>
                  <a:pt x="262" y="687"/>
                </a:lnTo>
                <a:lnTo>
                  <a:pt x="276" y="693"/>
                </a:lnTo>
                <a:lnTo>
                  <a:pt x="291" y="699"/>
                </a:lnTo>
                <a:lnTo>
                  <a:pt x="306" y="704"/>
                </a:lnTo>
                <a:lnTo>
                  <a:pt x="321" y="709"/>
                </a:lnTo>
                <a:lnTo>
                  <a:pt x="337" y="714"/>
                </a:lnTo>
                <a:lnTo>
                  <a:pt x="352" y="719"/>
                </a:lnTo>
                <a:lnTo>
                  <a:pt x="368" y="723"/>
                </a:lnTo>
                <a:lnTo>
                  <a:pt x="384" y="726"/>
                </a:lnTo>
                <a:lnTo>
                  <a:pt x="401" y="730"/>
                </a:lnTo>
                <a:lnTo>
                  <a:pt x="417" y="733"/>
                </a:lnTo>
                <a:lnTo>
                  <a:pt x="433" y="736"/>
                </a:lnTo>
                <a:lnTo>
                  <a:pt x="450" y="738"/>
                </a:lnTo>
                <a:lnTo>
                  <a:pt x="467" y="740"/>
                </a:lnTo>
                <a:lnTo>
                  <a:pt x="484" y="741"/>
                </a:lnTo>
                <a:lnTo>
                  <a:pt x="500" y="743"/>
                </a:lnTo>
                <a:lnTo>
                  <a:pt x="517" y="744"/>
                </a:lnTo>
                <a:lnTo>
                  <a:pt x="534" y="744"/>
                </a:lnTo>
                <a:lnTo>
                  <a:pt x="551" y="744"/>
                </a:lnTo>
                <a:lnTo>
                  <a:pt x="568" y="744"/>
                </a:lnTo>
                <a:lnTo>
                  <a:pt x="585" y="744"/>
                </a:lnTo>
                <a:lnTo>
                  <a:pt x="602" y="743"/>
                </a:lnTo>
                <a:lnTo>
                  <a:pt x="619" y="741"/>
                </a:lnTo>
                <a:lnTo>
                  <a:pt x="636" y="740"/>
                </a:lnTo>
                <a:lnTo>
                  <a:pt x="652" y="738"/>
                </a:lnTo>
                <a:lnTo>
                  <a:pt x="669" y="736"/>
                </a:lnTo>
                <a:lnTo>
                  <a:pt x="687" y="733"/>
                </a:lnTo>
                <a:lnTo>
                  <a:pt x="703" y="730"/>
                </a:lnTo>
                <a:lnTo>
                  <a:pt x="719" y="726"/>
                </a:lnTo>
                <a:lnTo>
                  <a:pt x="735" y="723"/>
                </a:lnTo>
                <a:lnTo>
                  <a:pt x="751" y="719"/>
                </a:lnTo>
                <a:lnTo>
                  <a:pt x="767" y="714"/>
                </a:lnTo>
                <a:lnTo>
                  <a:pt x="782" y="709"/>
                </a:lnTo>
                <a:lnTo>
                  <a:pt x="798" y="704"/>
                </a:lnTo>
                <a:lnTo>
                  <a:pt x="813" y="699"/>
                </a:lnTo>
                <a:lnTo>
                  <a:pt x="827" y="693"/>
                </a:lnTo>
                <a:lnTo>
                  <a:pt x="842" y="687"/>
                </a:lnTo>
                <a:lnTo>
                  <a:pt x="856" y="681"/>
                </a:lnTo>
                <a:lnTo>
                  <a:pt x="870" y="674"/>
                </a:lnTo>
                <a:lnTo>
                  <a:pt x="883" y="667"/>
                </a:lnTo>
                <a:lnTo>
                  <a:pt x="897" y="660"/>
                </a:lnTo>
                <a:lnTo>
                  <a:pt x="910" y="652"/>
                </a:lnTo>
                <a:lnTo>
                  <a:pt x="922" y="645"/>
                </a:lnTo>
                <a:lnTo>
                  <a:pt x="934" y="637"/>
                </a:lnTo>
                <a:lnTo>
                  <a:pt x="946" y="628"/>
                </a:lnTo>
                <a:lnTo>
                  <a:pt x="958" y="620"/>
                </a:lnTo>
                <a:lnTo>
                  <a:pt x="969" y="611"/>
                </a:lnTo>
                <a:lnTo>
                  <a:pt x="979" y="602"/>
                </a:lnTo>
                <a:lnTo>
                  <a:pt x="989" y="593"/>
                </a:lnTo>
                <a:lnTo>
                  <a:pt x="999" y="583"/>
                </a:lnTo>
                <a:lnTo>
                  <a:pt x="1008" y="574"/>
                </a:lnTo>
                <a:lnTo>
                  <a:pt x="1017" y="564"/>
                </a:lnTo>
                <a:lnTo>
                  <a:pt x="1026" y="554"/>
                </a:lnTo>
                <a:lnTo>
                  <a:pt x="1034" y="544"/>
                </a:lnTo>
                <a:lnTo>
                  <a:pt x="1041" y="533"/>
                </a:lnTo>
                <a:lnTo>
                  <a:pt x="1048" y="523"/>
                </a:lnTo>
                <a:lnTo>
                  <a:pt x="1055" y="512"/>
                </a:lnTo>
                <a:lnTo>
                  <a:pt x="1061" y="501"/>
                </a:lnTo>
                <a:lnTo>
                  <a:pt x="1066" y="490"/>
                </a:lnTo>
                <a:lnTo>
                  <a:pt x="1071" y="479"/>
                </a:lnTo>
                <a:lnTo>
                  <a:pt x="1076" y="468"/>
                </a:lnTo>
                <a:lnTo>
                  <a:pt x="1080" y="457"/>
                </a:lnTo>
                <a:lnTo>
                  <a:pt x="1083" y="446"/>
                </a:lnTo>
                <a:lnTo>
                  <a:pt x="1086" y="434"/>
                </a:lnTo>
                <a:lnTo>
                  <a:pt x="1088" y="423"/>
                </a:lnTo>
                <a:lnTo>
                  <a:pt x="1090" y="411"/>
                </a:lnTo>
                <a:lnTo>
                  <a:pt x="1092" y="400"/>
                </a:lnTo>
                <a:lnTo>
                  <a:pt x="1092" y="388"/>
                </a:lnTo>
                <a:lnTo>
                  <a:pt x="1093" y="377"/>
                </a:lnTo>
                <a:moveTo>
                  <a:pt x="1104" y="377"/>
                </a:moveTo>
                <a:lnTo>
                  <a:pt x="1104" y="388"/>
                </a:lnTo>
                <a:lnTo>
                  <a:pt x="1103" y="400"/>
                </a:lnTo>
                <a:lnTo>
                  <a:pt x="1101" y="412"/>
                </a:lnTo>
                <a:lnTo>
                  <a:pt x="1100" y="424"/>
                </a:lnTo>
                <a:lnTo>
                  <a:pt x="1097" y="435"/>
                </a:lnTo>
                <a:lnTo>
                  <a:pt x="1094" y="447"/>
                </a:lnTo>
                <a:lnTo>
                  <a:pt x="1091" y="459"/>
                </a:lnTo>
                <a:lnTo>
                  <a:pt x="1087" y="470"/>
                </a:lnTo>
                <a:lnTo>
                  <a:pt x="1082" y="481"/>
                </a:lnTo>
                <a:lnTo>
                  <a:pt x="1077" y="493"/>
                </a:lnTo>
                <a:lnTo>
                  <a:pt x="1071" y="504"/>
                </a:lnTo>
                <a:lnTo>
                  <a:pt x="1065" y="515"/>
                </a:lnTo>
                <a:lnTo>
                  <a:pt x="1059" y="526"/>
                </a:lnTo>
                <a:lnTo>
                  <a:pt x="1051" y="536"/>
                </a:lnTo>
                <a:lnTo>
                  <a:pt x="1044" y="547"/>
                </a:lnTo>
                <a:lnTo>
                  <a:pt x="1036" y="558"/>
                </a:lnTo>
                <a:lnTo>
                  <a:pt x="1027" y="568"/>
                </a:lnTo>
                <a:lnTo>
                  <a:pt x="1018" y="578"/>
                </a:lnTo>
                <a:lnTo>
                  <a:pt x="1009" y="588"/>
                </a:lnTo>
                <a:lnTo>
                  <a:pt x="999" y="597"/>
                </a:lnTo>
                <a:lnTo>
                  <a:pt x="988" y="607"/>
                </a:lnTo>
                <a:lnTo>
                  <a:pt x="977" y="616"/>
                </a:lnTo>
                <a:lnTo>
                  <a:pt x="966" y="625"/>
                </a:lnTo>
                <a:lnTo>
                  <a:pt x="954" y="634"/>
                </a:lnTo>
                <a:lnTo>
                  <a:pt x="942" y="642"/>
                </a:lnTo>
                <a:lnTo>
                  <a:pt x="930" y="650"/>
                </a:lnTo>
                <a:lnTo>
                  <a:pt x="917" y="658"/>
                </a:lnTo>
                <a:lnTo>
                  <a:pt x="904" y="666"/>
                </a:lnTo>
                <a:lnTo>
                  <a:pt x="890" y="673"/>
                </a:lnTo>
                <a:lnTo>
                  <a:pt x="877" y="680"/>
                </a:lnTo>
                <a:lnTo>
                  <a:pt x="862" y="687"/>
                </a:lnTo>
                <a:lnTo>
                  <a:pt x="848" y="694"/>
                </a:lnTo>
                <a:lnTo>
                  <a:pt x="833" y="700"/>
                </a:lnTo>
                <a:lnTo>
                  <a:pt x="818" y="706"/>
                </a:lnTo>
                <a:lnTo>
                  <a:pt x="803" y="711"/>
                </a:lnTo>
                <a:lnTo>
                  <a:pt x="787" y="716"/>
                </a:lnTo>
                <a:lnTo>
                  <a:pt x="771" y="721"/>
                </a:lnTo>
                <a:lnTo>
                  <a:pt x="755" y="726"/>
                </a:lnTo>
                <a:lnTo>
                  <a:pt x="739" y="730"/>
                </a:lnTo>
                <a:lnTo>
                  <a:pt x="723" y="734"/>
                </a:lnTo>
                <a:lnTo>
                  <a:pt x="706" y="737"/>
                </a:lnTo>
                <a:lnTo>
                  <a:pt x="689" y="740"/>
                </a:lnTo>
                <a:lnTo>
                  <a:pt x="673" y="743"/>
                </a:lnTo>
                <a:lnTo>
                  <a:pt x="655" y="745"/>
                </a:lnTo>
                <a:lnTo>
                  <a:pt x="638" y="747"/>
                </a:lnTo>
                <a:lnTo>
                  <a:pt x="620" y="749"/>
                </a:lnTo>
                <a:lnTo>
                  <a:pt x="603" y="750"/>
                </a:lnTo>
                <a:lnTo>
                  <a:pt x="586" y="751"/>
                </a:lnTo>
                <a:lnTo>
                  <a:pt x="569" y="752"/>
                </a:lnTo>
                <a:lnTo>
                  <a:pt x="551" y="752"/>
                </a:lnTo>
                <a:lnTo>
                  <a:pt x="534" y="752"/>
                </a:lnTo>
                <a:lnTo>
                  <a:pt x="517" y="751"/>
                </a:lnTo>
                <a:lnTo>
                  <a:pt x="499" y="750"/>
                </a:lnTo>
                <a:lnTo>
                  <a:pt x="482" y="749"/>
                </a:lnTo>
                <a:lnTo>
                  <a:pt x="465" y="747"/>
                </a:lnTo>
                <a:lnTo>
                  <a:pt x="448" y="745"/>
                </a:lnTo>
                <a:lnTo>
                  <a:pt x="431" y="743"/>
                </a:lnTo>
                <a:lnTo>
                  <a:pt x="414" y="740"/>
                </a:lnTo>
                <a:lnTo>
                  <a:pt x="397" y="737"/>
                </a:lnTo>
                <a:lnTo>
                  <a:pt x="381" y="734"/>
                </a:lnTo>
                <a:lnTo>
                  <a:pt x="364" y="730"/>
                </a:lnTo>
                <a:lnTo>
                  <a:pt x="348" y="726"/>
                </a:lnTo>
                <a:lnTo>
                  <a:pt x="332" y="721"/>
                </a:lnTo>
                <a:lnTo>
                  <a:pt x="316" y="716"/>
                </a:lnTo>
                <a:lnTo>
                  <a:pt x="301" y="711"/>
                </a:lnTo>
                <a:lnTo>
                  <a:pt x="285" y="706"/>
                </a:lnTo>
                <a:lnTo>
                  <a:pt x="270" y="700"/>
                </a:lnTo>
                <a:lnTo>
                  <a:pt x="256" y="694"/>
                </a:lnTo>
                <a:lnTo>
                  <a:pt x="241" y="687"/>
                </a:lnTo>
                <a:lnTo>
                  <a:pt x="227" y="680"/>
                </a:lnTo>
                <a:lnTo>
                  <a:pt x="213" y="673"/>
                </a:lnTo>
                <a:lnTo>
                  <a:pt x="200" y="666"/>
                </a:lnTo>
                <a:lnTo>
                  <a:pt x="186" y="658"/>
                </a:lnTo>
                <a:lnTo>
                  <a:pt x="174" y="650"/>
                </a:lnTo>
                <a:lnTo>
                  <a:pt x="161" y="642"/>
                </a:lnTo>
                <a:lnTo>
                  <a:pt x="149" y="634"/>
                </a:lnTo>
                <a:lnTo>
                  <a:pt x="137" y="625"/>
                </a:lnTo>
                <a:lnTo>
                  <a:pt x="126" y="616"/>
                </a:lnTo>
                <a:lnTo>
                  <a:pt x="115" y="607"/>
                </a:lnTo>
                <a:lnTo>
                  <a:pt x="105" y="597"/>
                </a:lnTo>
                <a:lnTo>
                  <a:pt x="95" y="588"/>
                </a:lnTo>
                <a:lnTo>
                  <a:pt x="85" y="578"/>
                </a:lnTo>
                <a:lnTo>
                  <a:pt x="76" y="568"/>
                </a:lnTo>
                <a:lnTo>
                  <a:pt x="68" y="558"/>
                </a:lnTo>
                <a:lnTo>
                  <a:pt x="60" y="547"/>
                </a:lnTo>
                <a:lnTo>
                  <a:pt x="52" y="536"/>
                </a:lnTo>
                <a:lnTo>
                  <a:pt x="45" y="526"/>
                </a:lnTo>
                <a:lnTo>
                  <a:pt x="38" y="515"/>
                </a:lnTo>
                <a:lnTo>
                  <a:pt x="32" y="504"/>
                </a:lnTo>
                <a:lnTo>
                  <a:pt x="27" y="493"/>
                </a:lnTo>
                <a:lnTo>
                  <a:pt x="21" y="481"/>
                </a:lnTo>
                <a:lnTo>
                  <a:pt x="17" y="470"/>
                </a:lnTo>
                <a:lnTo>
                  <a:pt x="13" y="459"/>
                </a:lnTo>
                <a:lnTo>
                  <a:pt x="9" y="447"/>
                </a:lnTo>
                <a:lnTo>
                  <a:pt x="6" y="435"/>
                </a:lnTo>
                <a:lnTo>
                  <a:pt x="4" y="424"/>
                </a:lnTo>
                <a:lnTo>
                  <a:pt x="2" y="412"/>
                </a:lnTo>
                <a:lnTo>
                  <a:pt x="1" y="400"/>
                </a:lnTo>
                <a:lnTo>
                  <a:pt x="0" y="388"/>
                </a:lnTo>
                <a:lnTo>
                  <a:pt x="0" y="377"/>
                </a:lnTo>
                <a:lnTo>
                  <a:pt x="0" y="365"/>
                </a:lnTo>
                <a:lnTo>
                  <a:pt x="1" y="353"/>
                </a:lnTo>
                <a:lnTo>
                  <a:pt x="2" y="341"/>
                </a:lnTo>
                <a:lnTo>
                  <a:pt x="4" y="330"/>
                </a:lnTo>
                <a:lnTo>
                  <a:pt x="6" y="318"/>
                </a:lnTo>
                <a:lnTo>
                  <a:pt x="9" y="306"/>
                </a:lnTo>
                <a:lnTo>
                  <a:pt x="13" y="295"/>
                </a:lnTo>
                <a:lnTo>
                  <a:pt x="17" y="283"/>
                </a:lnTo>
                <a:lnTo>
                  <a:pt x="21" y="272"/>
                </a:lnTo>
                <a:lnTo>
                  <a:pt x="27" y="261"/>
                </a:lnTo>
                <a:lnTo>
                  <a:pt x="32" y="249"/>
                </a:lnTo>
                <a:lnTo>
                  <a:pt x="38" y="238"/>
                </a:lnTo>
                <a:lnTo>
                  <a:pt x="45" y="228"/>
                </a:lnTo>
                <a:lnTo>
                  <a:pt x="52" y="217"/>
                </a:lnTo>
                <a:lnTo>
                  <a:pt x="60" y="206"/>
                </a:lnTo>
                <a:lnTo>
                  <a:pt x="68" y="196"/>
                </a:lnTo>
                <a:lnTo>
                  <a:pt x="76" y="186"/>
                </a:lnTo>
                <a:lnTo>
                  <a:pt x="85" y="175"/>
                </a:lnTo>
                <a:lnTo>
                  <a:pt x="95" y="166"/>
                </a:lnTo>
                <a:lnTo>
                  <a:pt x="105" y="156"/>
                </a:lnTo>
                <a:lnTo>
                  <a:pt x="115" y="147"/>
                </a:lnTo>
                <a:lnTo>
                  <a:pt x="126" y="137"/>
                </a:lnTo>
                <a:lnTo>
                  <a:pt x="137" y="128"/>
                </a:lnTo>
                <a:lnTo>
                  <a:pt x="149" y="120"/>
                </a:lnTo>
                <a:lnTo>
                  <a:pt x="161" y="111"/>
                </a:lnTo>
                <a:lnTo>
                  <a:pt x="174" y="103"/>
                </a:lnTo>
                <a:lnTo>
                  <a:pt x="186" y="95"/>
                </a:lnTo>
                <a:lnTo>
                  <a:pt x="200" y="87"/>
                </a:lnTo>
                <a:lnTo>
                  <a:pt x="213" y="80"/>
                </a:lnTo>
                <a:lnTo>
                  <a:pt x="227" y="73"/>
                </a:lnTo>
                <a:lnTo>
                  <a:pt x="241" y="65"/>
                </a:lnTo>
                <a:lnTo>
                  <a:pt x="256" y="59"/>
                </a:lnTo>
                <a:lnTo>
                  <a:pt x="270" y="53"/>
                </a:lnTo>
                <a:lnTo>
                  <a:pt x="285" y="47"/>
                </a:lnTo>
                <a:lnTo>
                  <a:pt x="301" y="41"/>
                </a:lnTo>
                <a:lnTo>
                  <a:pt x="316" y="36"/>
                </a:lnTo>
                <a:lnTo>
                  <a:pt x="332" y="31"/>
                </a:lnTo>
                <a:lnTo>
                  <a:pt x="348" y="27"/>
                </a:lnTo>
                <a:lnTo>
                  <a:pt x="364" y="22"/>
                </a:lnTo>
                <a:lnTo>
                  <a:pt x="381" y="19"/>
                </a:lnTo>
                <a:lnTo>
                  <a:pt x="397" y="15"/>
                </a:lnTo>
                <a:lnTo>
                  <a:pt x="414" y="12"/>
                </a:lnTo>
                <a:lnTo>
                  <a:pt x="431" y="9"/>
                </a:lnTo>
                <a:lnTo>
                  <a:pt x="448" y="7"/>
                </a:lnTo>
                <a:lnTo>
                  <a:pt x="465" y="5"/>
                </a:lnTo>
                <a:lnTo>
                  <a:pt x="482" y="3"/>
                </a:lnTo>
                <a:lnTo>
                  <a:pt x="499" y="2"/>
                </a:lnTo>
                <a:lnTo>
                  <a:pt x="517" y="1"/>
                </a:lnTo>
                <a:lnTo>
                  <a:pt x="534" y="0"/>
                </a:lnTo>
                <a:lnTo>
                  <a:pt x="551" y="0"/>
                </a:lnTo>
                <a:lnTo>
                  <a:pt x="569" y="0"/>
                </a:lnTo>
                <a:lnTo>
                  <a:pt x="586" y="1"/>
                </a:lnTo>
                <a:lnTo>
                  <a:pt x="603" y="2"/>
                </a:lnTo>
                <a:lnTo>
                  <a:pt x="620" y="3"/>
                </a:lnTo>
                <a:lnTo>
                  <a:pt x="638" y="5"/>
                </a:lnTo>
                <a:lnTo>
                  <a:pt x="655" y="7"/>
                </a:lnTo>
                <a:lnTo>
                  <a:pt x="673" y="9"/>
                </a:lnTo>
                <a:lnTo>
                  <a:pt x="689" y="12"/>
                </a:lnTo>
                <a:lnTo>
                  <a:pt x="706" y="15"/>
                </a:lnTo>
                <a:lnTo>
                  <a:pt x="723" y="19"/>
                </a:lnTo>
                <a:lnTo>
                  <a:pt x="739" y="22"/>
                </a:lnTo>
                <a:lnTo>
                  <a:pt x="755" y="27"/>
                </a:lnTo>
                <a:lnTo>
                  <a:pt x="771" y="31"/>
                </a:lnTo>
                <a:lnTo>
                  <a:pt x="787" y="36"/>
                </a:lnTo>
                <a:lnTo>
                  <a:pt x="803" y="41"/>
                </a:lnTo>
                <a:lnTo>
                  <a:pt x="818" y="47"/>
                </a:lnTo>
                <a:lnTo>
                  <a:pt x="833" y="53"/>
                </a:lnTo>
                <a:lnTo>
                  <a:pt x="848" y="59"/>
                </a:lnTo>
                <a:lnTo>
                  <a:pt x="862" y="65"/>
                </a:lnTo>
                <a:lnTo>
                  <a:pt x="877" y="73"/>
                </a:lnTo>
                <a:lnTo>
                  <a:pt x="890" y="80"/>
                </a:lnTo>
                <a:lnTo>
                  <a:pt x="904" y="87"/>
                </a:lnTo>
                <a:lnTo>
                  <a:pt x="917" y="95"/>
                </a:lnTo>
                <a:lnTo>
                  <a:pt x="930" y="103"/>
                </a:lnTo>
                <a:lnTo>
                  <a:pt x="942" y="111"/>
                </a:lnTo>
                <a:lnTo>
                  <a:pt x="954" y="120"/>
                </a:lnTo>
                <a:lnTo>
                  <a:pt x="966" y="128"/>
                </a:lnTo>
                <a:lnTo>
                  <a:pt x="977" y="137"/>
                </a:lnTo>
                <a:lnTo>
                  <a:pt x="988" y="147"/>
                </a:lnTo>
                <a:lnTo>
                  <a:pt x="999" y="156"/>
                </a:lnTo>
                <a:lnTo>
                  <a:pt x="1009" y="166"/>
                </a:lnTo>
                <a:lnTo>
                  <a:pt x="1018" y="175"/>
                </a:lnTo>
                <a:lnTo>
                  <a:pt x="1027" y="186"/>
                </a:lnTo>
                <a:lnTo>
                  <a:pt x="1036" y="196"/>
                </a:lnTo>
                <a:lnTo>
                  <a:pt x="1044" y="206"/>
                </a:lnTo>
                <a:lnTo>
                  <a:pt x="1051" y="217"/>
                </a:lnTo>
                <a:lnTo>
                  <a:pt x="1059" y="228"/>
                </a:lnTo>
                <a:lnTo>
                  <a:pt x="1065" y="238"/>
                </a:lnTo>
                <a:lnTo>
                  <a:pt x="1071" y="249"/>
                </a:lnTo>
                <a:lnTo>
                  <a:pt x="1077" y="261"/>
                </a:lnTo>
                <a:lnTo>
                  <a:pt x="1082" y="272"/>
                </a:lnTo>
                <a:lnTo>
                  <a:pt x="1087" y="283"/>
                </a:lnTo>
                <a:lnTo>
                  <a:pt x="1091" y="295"/>
                </a:lnTo>
                <a:lnTo>
                  <a:pt x="1094" y="306"/>
                </a:lnTo>
                <a:lnTo>
                  <a:pt x="1097" y="318"/>
                </a:lnTo>
                <a:lnTo>
                  <a:pt x="1100" y="330"/>
                </a:lnTo>
                <a:lnTo>
                  <a:pt x="1101" y="341"/>
                </a:lnTo>
                <a:lnTo>
                  <a:pt x="1103" y="353"/>
                </a:lnTo>
                <a:lnTo>
                  <a:pt x="1104" y="365"/>
                </a:lnTo>
                <a:lnTo>
                  <a:pt x="1104" y="377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29" name=""/>
          <p:cNvSpPr/>
          <p:nvPr/>
        </p:nvSpPr>
        <p:spPr>
          <a:xfrm>
            <a:off x="3926160" y="2810520"/>
            <a:ext cx="400320" cy="272520"/>
          </a:xfrm>
          <a:custGeom>
            <a:avLst/>
            <a:gdLst/>
            <a:ahLst/>
            <a:rect l="0" t="0" r="r" b="b"/>
            <a:pathLst>
              <a:path w="1112" h="757">
                <a:moveTo>
                  <a:pt x="1108" y="379"/>
                </a:moveTo>
                <a:lnTo>
                  <a:pt x="1108" y="367"/>
                </a:lnTo>
                <a:lnTo>
                  <a:pt x="1107" y="355"/>
                </a:lnTo>
                <a:lnTo>
                  <a:pt x="1105" y="343"/>
                </a:lnTo>
                <a:lnTo>
                  <a:pt x="1104" y="332"/>
                </a:lnTo>
                <a:lnTo>
                  <a:pt x="1101" y="320"/>
                </a:lnTo>
                <a:lnTo>
                  <a:pt x="1098" y="308"/>
                </a:lnTo>
                <a:lnTo>
                  <a:pt x="1095" y="297"/>
                </a:lnTo>
                <a:lnTo>
                  <a:pt x="1091" y="285"/>
                </a:lnTo>
                <a:lnTo>
                  <a:pt x="1086" y="274"/>
                </a:lnTo>
                <a:lnTo>
                  <a:pt x="1081" y="263"/>
                </a:lnTo>
                <a:lnTo>
                  <a:pt x="1075" y="251"/>
                </a:lnTo>
                <a:lnTo>
                  <a:pt x="1069" y="240"/>
                </a:lnTo>
                <a:lnTo>
                  <a:pt x="1063" y="230"/>
                </a:lnTo>
                <a:lnTo>
                  <a:pt x="1055" y="219"/>
                </a:lnTo>
                <a:lnTo>
                  <a:pt x="1048" y="208"/>
                </a:lnTo>
                <a:lnTo>
                  <a:pt x="1040" y="198"/>
                </a:lnTo>
                <a:lnTo>
                  <a:pt x="1031" y="188"/>
                </a:lnTo>
                <a:lnTo>
                  <a:pt x="1022" y="177"/>
                </a:lnTo>
                <a:lnTo>
                  <a:pt x="1013" y="168"/>
                </a:lnTo>
                <a:lnTo>
                  <a:pt x="1003" y="158"/>
                </a:lnTo>
                <a:lnTo>
                  <a:pt x="992" y="149"/>
                </a:lnTo>
                <a:lnTo>
                  <a:pt x="981" y="139"/>
                </a:lnTo>
                <a:lnTo>
                  <a:pt x="970" y="130"/>
                </a:lnTo>
                <a:lnTo>
                  <a:pt x="958" y="122"/>
                </a:lnTo>
                <a:lnTo>
                  <a:pt x="946" y="112"/>
                </a:lnTo>
                <a:lnTo>
                  <a:pt x="934" y="104"/>
                </a:lnTo>
                <a:lnTo>
                  <a:pt x="921" y="96"/>
                </a:lnTo>
                <a:lnTo>
                  <a:pt x="908" y="88"/>
                </a:lnTo>
                <a:lnTo>
                  <a:pt x="894" y="81"/>
                </a:lnTo>
                <a:lnTo>
                  <a:pt x="881" y="74"/>
                </a:lnTo>
                <a:lnTo>
                  <a:pt x="866" y="67"/>
                </a:lnTo>
                <a:lnTo>
                  <a:pt x="852" y="61"/>
                </a:lnTo>
                <a:lnTo>
                  <a:pt x="837" y="55"/>
                </a:lnTo>
                <a:lnTo>
                  <a:pt x="822" y="49"/>
                </a:lnTo>
                <a:lnTo>
                  <a:pt x="807" y="43"/>
                </a:lnTo>
                <a:lnTo>
                  <a:pt x="791" y="38"/>
                </a:lnTo>
                <a:lnTo>
                  <a:pt x="775" y="33"/>
                </a:lnTo>
                <a:lnTo>
                  <a:pt x="759" y="29"/>
                </a:lnTo>
                <a:lnTo>
                  <a:pt x="742" y="24"/>
                </a:lnTo>
                <a:lnTo>
                  <a:pt x="726" y="21"/>
                </a:lnTo>
                <a:lnTo>
                  <a:pt x="709" y="17"/>
                </a:lnTo>
                <a:lnTo>
                  <a:pt x="692" y="14"/>
                </a:lnTo>
                <a:lnTo>
                  <a:pt x="676" y="11"/>
                </a:lnTo>
                <a:lnTo>
                  <a:pt x="659" y="9"/>
                </a:lnTo>
                <a:lnTo>
                  <a:pt x="642" y="7"/>
                </a:lnTo>
                <a:lnTo>
                  <a:pt x="624" y="5"/>
                </a:lnTo>
                <a:lnTo>
                  <a:pt x="607" y="4"/>
                </a:lnTo>
                <a:lnTo>
                  <a:pt x="590" y="3"/>
                </a:lnTo>
                <a:lnTo>
                  <a:pt x="573" y="2"/>
                </a:lnTo>
                <a:lnTo>
                  <a:pt x="555" y="2"/>
                </a:lnTo>
                <a:lnTo>
                  <a:pt x="538" y="2"/>
                </a:lnTo>
                <a:lnTo>
                  <a:pt x="521" y="3"/>
                </a:lnTo>
                <a:lnTo>
                  <a:pt x="503" y="4"/>
                </a:lnTo>
                <a:lnTo>
                  <a:pt x="486" y="5"/>
                </a:lnTo>
                <a:lnTo>
                  <a:pt x="469" y="7"/>
                </a:lnTo>
                <a:lnTo>
                  <a:pt x="452" y="9"/>
                </a:lnTo>
                <a:lnTo>
                  <a:pt x="435" y="11"/>
                </a:lnTo>
                <a:lnTo>
                  <a:pt x="418" y="14"/>
                </a:lnTo>
                <a:lnTo>
                  <a:pt x="401" y="17"/>
                </a:lnTo>
                <a:lnTo>
                  <a:pt x="385" y="21"/>
                </a:lnTo>
                <a:lnTo>
                  <a:pt x="368" y="24"/>
                </a:lnTo>
                <a:lnTo>
                  <a:pt x="352" y="29"/>
                </a:lnTo>
                <a:lnTo>
                  <a:pt x="336" y="33"/>
                </a:lnTo>
                <a:lnTo>
                  <a:pt x="320" y="38"/>
                </a:lnTo>
                <a:lnTo>
                  <a:pt x="305" y="43"/>
                </a:lnTo>
                <a:lnTo>
                  <a:pt x="289" y="49"/>
                </a:lnTo>
                <a:lnTo>
                  <a:pt x="274" y="55"/>
                </a:lnTo>
                <a:lnTo>
                  <a:pt x="260" y="61"/>
                </a:lnTo>
                <a:lnTo>
                  <a:pt x="245" y="67"/>
                </a:lnTo>
                <a:lnTo>
                  <a:pt x="231" y="74"/>
                </a:lnTo>
                <a:lnTo>
                  <a:pt x="217" y="81"/>
                </a:lnTo>
                <a:lnTo>
                  <a:pt x="204" y="88"/>
                </a:lnTo>
                <a:lnTo>
                  <a:pt x="190" y="96"/>
                </a:lnTo>
                <a:lnTo>
                  <a:pt x="178" y="104"/>
                </a:lnTo>
                <a:lnTo>
                  <a:pt x="165" y="112"/>
                </a:lnTo>
                <a:lnTo>
                  <a:pt x="153" y="122"/>
                </a:lnTo>
                <a:lnTo>
                  <a:pt x="141" y="130"/>
                </a:lnTo>
                <a:lnTo>
                  <a:pt x="130" y="139"/>
                </a:lnTo>
                <a:lnTo>
                  <a:pt x="119" y="149"/>
                </a:lnTo>
                <a:lnTo>
                  <a:pt x="109" y="158"/>
                </a:lnTo>
                <a:lnTo>
                  <a:pt x="99" y="168"/>
                </a:lnTo>
                <a:lnTo>
                  <a:pt x="89" y="177"/>
                </a:lnTo>
                <a:lnTo>
                  <a:pt x="80" y="188"/>
                </a:lnTo>
                <a:lnTo>
                  <a:pt x="72" y="198"/>
                </a:lnTo>
                <a:lnTo>
                  <a:pt x="64" y="208"/>
                </a:lnTo>
                <a:lnTo>
                  <a:pt x="56" y="219"/>
                </a:lnTo>
                <a:lnTo>
                  <a:pt x="49" y="230"/>
                </a:lnTo>
                <a:lnTo>
                  <a:pt x="42" y="240"/>
                </a:lnTo>
                <a:lnTo>
                  <a:pt x="36" y="251"/>
                </a:lnTo>
                <a:lnTo>
                  <a:pt x="31" y="263"/>
                </a:lnTo>
                <a:lnTo>
                  <a:pt x="25" y="274"/>
                </a:lnTo>
                <a:lnTo>
                  <a:pt x="21" y="285"/>
                </a:lnTo>
                <a:lnTo>
                  <a:pt x="17" y="297"/>
                </a:lnTo>
                <a:lnTo>
                  <a:pt x="13" y="308"/>
                </a:lnTo>
                <a:lnTo>
                  <a:pt x="10" y="320"/>
                </a:lnTo>
                <a:lnTo>
                  <a:pt x="8" y="332"/>
                </a:lnTo>
                <a:lnTo>
                  <a:pt x="6" y="343"/>
                </a:lnTo>
                <a:lnTo>
                  <a:pt x="5" y="355"/>
                </a:lnTo>
                <a:lnTo>
                  <a:pt x="4" y="367"/>
                </a:lnTo>
                <a:lnTo>
                  <a:pt x="4" y="379"/>
                </a:lnTo>
                <a:lnTo>
                  <a:pt x="4" y="390"/>
                </a:lnTo>
                <a:lnTo>
                  <a:pt x="5" y="402"/>
                </a:lnTo>
                <a:lnTo>
                  <a:pt x="6" y="414"/>
                </a:lnTo>
                <a:lnTo>
                  <a:pt x="8" y="426"/>
                </a:lnTo>
                <a:lnTo>
                  <a:pt x="10" y="437"/>
                </a:lnTo>
                <a:lnTo>
                  <a:pt x="13" y="449"/>
                </a:lnTo>
                <a:lnTo>
                  <a:pt x="17" y="461"/>
                </a:lnTo>
                <a:lnTo>
                  <a:pt x="21" y="472"/>
                </a:lnTo>
                <a:lnTo>
                  <a:pt x="25" y="483"/>
                </a:lnTo>
                <a:lnTo>
                  <a:pt x="31" y="495"/>
                </a:lnTo>
                <a:lnTo>
                  <a:pt x="36" y="506"/>
                </a:lnTo>
                <a:lnTo>
                  <a:pt x="42" y="517"/>
                </a:lnTo>
                <a:lnTo>
                  <a:pt x="49" y="528"/>
                </a:lnTo>
                <a:lnTo>
                  <a:pt x="56" y="538"/>
                </a:lnTo>
                <a:lnTo>
                  <a:pt x="64" y="549"/>
                </a:lnTo>
                <a:lnTo>
                  <a:pt x="72" y="560"/>
                </a:lnTo>
                <a:lnTo>
                  <a:pt x="80" y="570"/>
                </a:lnTo>
                <a:lnTo>
                  <a:pt x="89" y="580"/>
                </a:lnTo>
                <a:lnTo>
                  <a:pt x="99" y="590"/>
                </a:lnTo>
                <a:lnTo>
                  <a:pt x="109" y="599"/>
                </a:lnTo>
                <a:lnTo>
                  <a:pt x="119" y="609"/>
                </a:lnTo>
                <a:lnTo>
                  <a:pt x="130" y="618"/>
                </a:lnTo>
                <a:lnTo>
                  <a:pt x="141" y="627"/>
                </a:lnTo>
                <a:lnTo>
                  <a:pt x="153" y="636"/>
                </a:lnTo>
                <a:lnTo>
                  <a:pt x="165" y="644"/>
                </a:lnTo>
                <a:lnTo>
                  <a:pt x="178" y="652"/>
                </a:lnTo>
                <a:lnTo>
                  <a:pt x="190" y="660"/>
                </a:lnTo>
                <a:lnTo>
                  <a:pt x="204" y="668"/>
                </a:lnTo>
                <a:lnTo>
                  <a:pt x="217" y="675"/>
                </a:lnTo>
                <a:lnTo>
                  <a:pt x="231" y="682"/>
                </a:lnTo>
                <a:lnTo>
                  <a:pt x="245" y="689"/>
                </a:lnTo>
                <a:lnTo>
                  <a:pt x="260" y="696"/>
                </a:lnTo>
                <a:lnTo>
                  <a:pt x="274" y="702"/>
                </a:lnTo>
                <a:lnTo>
                  <a:pt x="289" y="708"/>
                </a:lnTo>
                <a:lnTo>
                  <a:pt x="305" y="713"/>
                </a:lnTo>
                <a:lnTo>
                  <a:pt x="320" y="718"/>
                </a:lnTo>
                <a:lnTo>
                  <a:pt x="336" y="723"/>
                </a:lnTo>
                <a:lnTo>
                  <a:pt x="352" y="728"/>
                </a:lnTo>
                <a:lnTo>
                  <a:pt x="368" y="732"/>
                </a:lnTo>
                <a:lnTo>
                  <a:pt x="385" y="736"/>
                </a:lnTo>
                <a:lnTo>
                  <a:pt x="401" y="739"/>
                </a:lnTo>
                <a:lnTo>
                  <a:pt x="418" y="742"/>
                </a:lnTo>
                <a:lnTo>
                  <a:pt x="435" y="745"/>
                </a:lnTo>
                <a:lnTo>
                  <a:pt x="452" y="747"/>
                </a:lnTo>
                <a:lnTo>
                  <a:pt x="469" y="749"/>
                </a:lnTo>
                <a:lnTo>
                  <a:pt x="486" y="751"/>
                </a:lnTo>
                <a:lnTo>
                  <a:pt x="503" y="752"/>
                </a:lnTo>
                <a:lnTo>
                  <a:pt x="521" y="753"/>
                </a:lnTo>
                <a:lnTo>
                  <a:pt x="538" y="754"/>
                </a:lnTo>
                <a:lnTo>
                  <a:pt x="555" y="754"/>
                </a:lnTo>
                <a:lnTo>
                  <a:pt x="573" y="754"/>
                </a:lnTo>
                <a:lnTo>
                  <a:pt x="590" y="753"/>
                </a:lnTo>
                <a:lnTo>
                  <a:pt x="607" y="752"/>
                </a:lnTo>
                <a:lnTo>
                  <a:pt x="624" y="751"/>
                </a:lnTo>
                <a:lnTo>
                  <a:pt x="642" y="749"/>
                </a:lnTo>
                <a:lnTo>
                  <a:pt x="659" y="747"/>
                </a:lnTo>
                <a:lnTo>
                  <a:pt x="676" y="745"/>
                </a:lnTo>
                <a:lnTo>
                  <a:pt x="692" y="742"/>
                </a:lnTo>
                <a:lnTo>
                  <a:pt x="709" y="739"/>
                </a:lnTo>
                <a:lnTo>
                  <a:pt x="726" y="736"/>
                </a:lnTo>
                <a:lnTo>
                  <a:pt x="742" y="732"/>
                </a:lnTo>
                <a:lnTo>
                  <a:pt x="759" y="728"/>
                </a:lnTo>
                <a:lnTo>
                  <a:pt x="775" y="723"/>
                </a:lnTo>
                <a:lnTo>
                  <a:pt x="791" y="718"/>
                </a:lnTo>
                <a:lnTo>
                  <a:pt x="807" y="713"/>
                </a:lnTo>
                <a:lnTo>
                  <a:pt x="822" y="708"/>
                </a:lnTo>
                <a:lnTo>
                  <a:pt x="837" y="702"/>
                </a:lnTo>
                <a:lnTo>
                  <a:pt x="852" y="696"/>
                </a:lnTo>
                <a:lnTo>
                  <a:pt x="866" y="689"/>
                </a:lnTo>
                <a:lnTo>
                  <a:pt x="881" y="682"/>
                </a:lnTo>
                <a:lnTo>
                  <a:pt x="894" y="675"/>
                </a:lnTo>
                <a:lnTo>
                  <a:pt x="908" y="668"/>
                </a:lnTo>
                <a:lnTo>
                  <a:pt x="921" y="660"/>
                </a:lnTo>
                <a:lnTo>
                  <a:pt x="934" y="652"/>
                </a:lnTo>
                <a:lnTo>
                  <a:pt x="946" y="644"/>
                </a:lnTo>
                <a:lnTo>
                  <a:pt x="958" y="636"/>
                </a:lnTo>
                <a:lnTo>
                  <a:pt x="970" y="627"/>
                </a:lnTo>
                <a:lnTo>
                  <a:pt x="981" y="618"/>
                </a:lnTo>
                <a:lnTo>
                  <a:pt x="992" y="609"/>
                </a:lnTo>
                <a:lnTo>
                  <a:pt x="1003" y="599"/>
                </a:lnTo>
                <a:lnTo>
                  <a:pt x="1013" y="590"/>
                </a:lnTo>
                <a:lnTo>
                  <a:pt x="1022" y="580"/>
                </a:lnTo>
                <a:lnTo>
                  <a:pt x="1031" y="570"/>
                </a:lnTo>
                <a:lnTo>
                  <a:pt x="1040" y="560"/>
                </a:lnTo>
                <a:lnTo>
                  <a:pt x="1048" y="549"/>
                </a:lnTo>
                <a:lnTo>
                  <a:pt x="1055" y="538"/>
                </a:lnTo>
                <a:lnTo>
                  <a:pt x="1063" y="528"/>
                </a:lnTo>
                <a:lnTo>
                  <a:pt x="1069" y="517"/>
                </a:lnTo>
                <a:lnTo>
                  <a:pt x="1075" y="506"/>
                </a:lnTo>
                <a:lnTo>
                  <a:pt x="1081" y="495"/>
                </a:lnTo>
                <a:lnTo>
                  <a:pt x="1086" y="483"/>
                </a:lnTo>
                <a:lnTo>
                  <a:pt x="1091" y="472"/>
                </a:lnTo>
                <a:lnTo>
                  <a:pt x="1095" y="461"/>
                </a:lnTo>
                <a:lnTo>
                  <a:pt x="1098" y="449"/>
                </a:lnTo>
                <a:lnTo>
                  <a:pt x="1101" y="437"/>
                </a:lnTo>
                <a:lnTo>
                  <a:pt x="1104" y="426"/>
                </a:lnTo>
                <a:lnTo>
                  <a:pt x="1105" y="414"/>
                </a:lnTo>
                <a:lnTo>
                  <a:pt x="1107" y="402"/>
                </a:lnTo>
                <a:lnTo>
                  <a:pt x="1108" y="390"/>
                </a:lnTo>
                <a:lnTo>
                  <a:pt x="1108" y="379"/>
                </a:lnTo>
                <a:moveTo>
                  <a:pt x="1112" y="379"/>
                </a:moveTo>
                <a:lnTo>
                  <a:pt x="1111" y="391"/>
                </a:lnTo>
                <a:lnTo>
                  <a:pt x="1111" y="402"/>
                </a:lnTo>
                <a:lnTo>
                  <a:pt x="1109" y="414"/>
                </a:lnTo>
                <a:lnTo>
                  <a:pt x="1107" y="426"/>
                </a:lnTo>
                <a:lnTo>
                  <a:pt x="1105" y="438"/>
                </a:lnTo>
                <a:lnTo>
                  <a:pt x="1102" y="449"/>
                </a:lnTo>
                <a:lnTo>
                  <a:pt x="1098" y="461"/>
                </a:lnTo>
                <a:lnTo>
                  <a:pt x="1094" y="473"/>
                </a:lnTo>
                <a:lnTo>
                  <a:pt x="1090" y="484"/>
                </a:lnTo>
                <a:lnTo>
                  <a:pt x="1085" y="495"/>
                </a:lnTo>
                <a:lnTo>
                  <a:pt x="1079" y="507"/>
                </a:lnTo>
                <a:lnTo>
                  <a:pt x="1073" y="518"/>
                </a:lnTo>
                <a:lnTo>
                  <a:pt x="1066" y="529"/>
                </a:lnTo>
                <a:lnTo>
                  <a:pt x="1059" y="540"/>
                </a:lnTo>
                <a:lnTo>
                  <a:pt x="1051" y="550"/>
                </a:lnTo>
                <a:lnTo>
                  <a:pt x="1043" y="561"/>
                </a:lnTo>
                <a:lnTo>
                  <a:pt x="1034" y="571"/>
                </a:lnTo>
                <a:lnTo>
                  <a:pt x="1025" y="581"/>
                </a:lnTo>
                <a:lnTo>
                  <a:pt x="1016" y="591"/>
                </a:lnTo>
                <a:lnTo>
                  <a:pt x="1006" y="601"/>
                </a:lnTo>
                <a:lnTo>
                  <a:pt x="995" y="610"/>
                </a:lnTo>
                <a:lnTo>
                  <a:pt x="984" y="620"/>
                </a:lnTo>
                <a:lnTo>
                  <a:pt x="973" y="629"/>
                </a:lnTo>
                <a:lnTo>
                  <a:pt x="961" y="637"/>
                </a:lnTo>
                <a:lnTo>
                  <a:pt x="949" y="646"/>
                </a:lnTo>
                <a:lnTo>
                  <a:pt x="936" y="654"/>
                </a:lnTo>
                <a:lnTo>
                  <a:pt x="924" y="662"/>
                </a:lnTo>
                <a:lnTo>
                  <a:pt x="910" y="670"/>
                </a:lnTo>
                <a:lnTo>
                  <a:pt x="897" y="677"/>
                </a:lnTo>
                <a:lnTo>
                  <a:pt x="883" y="684"/>
                </a:lnTo>
                <a:lnTo>
                  <a:pt x="868" y="691"/>
                </a:lnTo>
                <a:lnTo>
                  <a:pt x="854" y="698"/>
                </a:lnTo>
                <a:lnTo>
                  <a:pt x="839" y="704"/>
                </a:lnTo>
                <a:lnTo>
                  <a:pt x="824" y="710"/>
                </a:lnTo>
                <a:lnTo>
                  <a:pt x="808" y="715"/>
                </a:lnTo>
                <a:lnTo>
                  <a:pt x="793" y="721"/>
                </a:lnTo>
                <a:lnTo>
                  <a:pt x="777" y="726"/>
                </a:lnTo>
                <a:lnTo>
                  <a:pt x="761" y="730"/>
                </a:lnTo>
                <a:lnTo>
                  <a:pt x="743" y="734"/>
                </a:lnTo>
                <a:lnTo>
                  <a:pt x="727" y="738"/>
                </a:lnTo>
                <a:lnTo>
                  <a:pt x="710" y="742"/>
                </a:lnTo>
                <a:lnTo>
                  <a:pt x="693" y="745"/>
                </a:lnTo>
                <a:lnTo>
                  <a:pt x="676" y="748"/>
                </a:lnTo>
                <a:lnTo>
                  <a:pt x="659" y="750"/>
                </a:lnTo>
                <a:lnTo>
                  <a:pt x="642" y="752"/>
                </a:lnTo>
                <a:lnTo>
                  <a:pt x="625" y="754"/>
                </a:lnTo>
                <a:lnTo>
                  <a:pt x="608" y="755"/>
                </a:lnTo>
                <a:lnTo>
                  <a:pt x="590" y="756"/>
                </a:lnTo>
                <a:lnTo>
                  <a:pt x="573" y="756"/>
                </a:lnTo>
                <a:lnTo>
                  <a:pt x="555" y="757"/>
                </a:lnTo>
                <a:lnTo>
                  <a:pt x="538" y="756"/>
                </a:lnTo>
                <a:lnTo>
                  <a:pt x="520" y="756"/>
                </a:lnTo>
                <a:lnTo>
                  <a:pt x="503" y="755"/>
                </a:lnTo>
                <a:lnTo>
                  <a:pt x="486" y="754"/>
                </a:lnTo>
                <a:lnTo>
                  <a:pt x="468" y="752"/>
                </a:lnTo>
                <a:lnTo>
                  <a:pt x="451" y="750"/>
                </a:lnTo>
                <a:lnTo>
                  <a:pt x="434" y="748"/>
                </a:lnTo>
                <a:lnTo>
                  <a:pt x="417" y="745"/>
                </a:lnTo>
                <a:lnTo>
                  <a:pt x="400" y="742"/>
                </a:lnTo>
                <a:lnTo>
                  <a:pt x="384" y="738"/>
                </a:lnTo>
                <a:lnTo>
                  <a:pt x="367" y="734"/>
                </a:lnTo>
                <a:lnTo>
                  <a:pt x="351" y="730"/>
                </a:lnTo>
                <a:lnTo>
                  <a:pt x="335" y="726"/>
                </a:lnTo>
                <a:lnTo>
                  <a:pt x="319" y="721"/>
                </a:lnTo>
                <a:lnTo>
                  <a:pt x="303" y="715"/>
                </a:lnTo>
                <a:lnTo>
                  <a:pt x="288" y="710"/>
                </a:lnTo>
                <a:lnTo>
                  <a:pt x="273" y="704"/>
                </a:lnTo>
                <a:lnTo>
                  <a:pt x="258" y="698"/>
                </a:lnTo>
                <a:lnTo>
                  <a:pt x="243" y="691"/>
                </a:lnTo>
                <a:lnTo>
                  <a:pt x="229" y="684"/>
                </a:lnTo>
                <a:lnTo>
                  <a:pt x="215" y="677"/>
                </a:lnTo>
                <a:lnTo>
                  <a:pt x="201" y="670"/>
                </a:lnTo>
                <a:lnTo>
                  <a:pt x="188" y="662"/>
                </a:lnTo>
                <a:lnTo>
                  <a:pt x="175" y="654"/>
                </a:lnTo>
                <a:lnTo>
                  <a:pt x="162" y="646"/>
                </a:lnTo>
                <a:lnTo>
                  <a:pt x="150" y="637"/>
                </a:lnTo>
                <a:lnTo>
                  <a:pt x="139" y="629"/>
                </a:lnTo>
                <a:lnTo>
                  <a:pt x="127" y="620"/>
                </a:lnTo>
                <a:lnTo>
                  <a:pt x="116" y="610"/>
                </a:lnTo>
                <a:lnTo>
                  <a:pt x="106" y="601"/>
                </a:lnTo>
                <a:lnTo>
                  <a:pt x="96" y="591"/>
                </a:lnTo>
                <a:lnTo>
                  <a:pt x="86" y="581"/>
                </a:lnTo>
                <a:lnTo>
                  <a:pt x="77" y="571"/>
                </a:lnTo>
                <a:lnTo>
                  <a:pt x="69" y="561"/>
                </a:lnTo>
                <a:lnTo>
                  <a:pt x="60" y="550"/>
                </a:lnTo>
                <a:lnTo>
                  <a:pt x="53" y="540"/>
                </a:lnTo>
                <a:lnTo>
                  <a:pt x="45" y="529"/>
                </a:lnTo>
                <a:lnTo>
                  <a:pt x="39" y="518"/>
                </a:lnTo>
                <a:lnTo>
                  <a:pt x="33" y="507"/>
                </a:lnTo>
                <a:lnTo>
                  <a:pt x="27" y="495"/>
                </a:lnTo>
                <a:lnTo>
                  <a:pt x="22" y="484"/>
                </a:lnTo>
                <a:lnTo>
                  <a:pt x="17" y="473"/>
                </a:lnTo>
                <a:lnTo>
                  <a:pt x="13" y="461"/>
                </a:lnTo>
                <a:lnTo>
                  <a:pt x="10" y="449"/>
                </a:lnTo>
                <a:lnTo>
                  <a:pt x="7" y="438"/>
                </a:lnTo>
                <a:lnTo>
                  <a:pt x="4" y="426"/>
                </a:lnTo>
                <a:lnTo>
                  <a:pt x="2" y="414"/>
                </a:lnTo>
                <a:lnTo>
                  <a:pt x="1" y="402"/>
                </a:lnTo>
                <a:lnTo>
                  <a:pt x="0" y="391"/>
                </a:lnTo>
                <a:lnTo>
                  <a:pt x="0" y="379"/>
                </a:lnTo>
                <a:lnTo>
                  <a:pt x="0" y="367"/>
                </a:lnTo>
                <a:lnTo>
                  <a:pt x="1" y="355"/>
                </a:lnTo>
                <a:lnTo>
                  <a:pt x="2" y="343"/>
                </a:lnTo>
                <a:lnTo>
                  <a:pt x="4" y="331"/>
                </a:lnTo>
                <a:lnTo>
                  <a:pt x="7" y="320"/>
                </a:lnTo>
                <a:lnTo>
                  <a:pt x="10" y="308"/>
                </a:lnTo>
                <a:lnTo>
                  <a:pt x="13" y="296"/>
                </a:lnTo>
                <a:lnTo>
                  <a:pt x="17" y="285"/>
                </a:lnTo>
                <a:lnTo>
                  <a:pt x="22" y="273"/>
                </a:lnTo>
                <a:lnTo>
                  <a:pt x="27" y="262"/>
                </a:lnTo>
                <a:lnTo>
                  <a:pt x="33" y="251"/>
                </a:lnTo>
                <a:lnTo>
                  <a:pt x="39" y="239"/>
                </a:lnTo>
                <a:lnTo>
                  <a:pt x="45" y="229"/>
                </a:lnTo>
                <a:lnTo>
                  <a:pt x="53" y="218"/>
                </a:lnTo>
                <a:lnTo>
                  <a:pt x="60" y="207"/>
                </a:lnTo>
                <a:lnTo>
                  <a:pt x="69" y="197"/>
                </a:lnTo>
                <a:lnTo>
                  <a:pt x="77" y="186"/>
                </a:lnTo>
                <a:lnTo>
                  <a:pt x="86" y="176"/>
                </a:lnTo>
                <a:lnTo>
                  <a:pt x="96" y="166"/>
                </a:lnTo>
                <a:lnTo>
                  <a:pt x="106" y="156"/>
                </a:lnTo>
                <a:lnTo>
                  <a:pt x="116" y="147"/>
                </a:lnTo>
                <a:lnTo>
                  <a:pt x="127" y="138"/>
                </a:lnTo>
                <a:lnTo>
                  <a:pt x="139" y="129"/>
                </a:lnTo>
                <a:lnTo>
                  <a:pt x="150" y="119"/>
                </a:lnTo>
                <a:lnTo>
                  <a:pt x="162" y="110"/>
                </a:lnTo>
                <a:lnTo>
                  <a:pt x="175" y="102"/>
                </a:lnTo>
                <a:lnTo>
                  <a:pt x="188" y="94"/>
                </a:lnTo>
                <a:lnTo>
                  <a:pt x="201" y="86"/>
                </a:lnTo>
                <a:lnTo>
                  <a:pt x="215" y="79"/>
                </a:lnTo>
                <a:lnTo>
                  <a:pt x="229" y="72"/>
                </a:lnTo>
                <a:lnTo>
                  <a:pt x="243" y="65"/>
                </a:lnTo>
                <a:lnTo>
                  <a:pt x="258" y="58"/>
                </a:lnTo>
                <a:lnTo>
                  <a:pt x="273" y="52"/>
                </a:lnTo>
                <a:lnTo>
                  <a:pt x="288" y="46"/>
                </a:lnTo>
                <a:lnTo>
                  <a:pt x="303" y="41"/>
                </a:lnTo>
                <a:lnTo>
                  <a:pt x="319" y="36"/>
                </a:lnTo>
                <a:lnTo>
                  <a:pt x="335" y="31"/>
                </a:lnTo>
                <a:lnTo>
                  <a:pt x="351" y="26"/>
                </a:lnTo>
                <a:lnTo>
                  <a:pt x="367" y="22"/>
                </a:lnTo>
                <a:lnTo>
                  <a:pt x="384" y="18"/>
                </a:lnTo>
                <a:lnTo>
                  <a:pt x="400" y="15"/>
                </a:lnTo>
                <a:lnTo>
                  <a:pt x="417" y="12"/>
                </a:lnTo>
                <a:lnTo>
                  <a:pt x="434" y="9"/>
                </a:lnTo>
                <a:lnTo>
                  <a:pt x="451" y="6"/>
                </a:lnTo>
                <a:lnTo>
                  <a:pt x="468" y="4"/>
                </a:lnTo>
                <a:lnTo>
                  <a:pt x="486" y="3"/>
                </a:lnTo>
                <a:lnTo>
                  <a:pt x="503" y="1"/>
                </a:lnTo>
                <a:lnTo>
                  <a:pt x="520" y="0"/>
                </a:lnTo>
                <a:lnTo>
                  <a:pt x="538" y="0"/>
                </a:lnTo>
                <a:lnTo>
                  <a:pt x="555" y="0"/>
                </a:lnTo>
                <a:lnTo>
                  <a:pt x="573" y="0"/>
                </a:lnTo>
                <a:lnTo>
                  <a:pt x="590" y="0"/>
                </a:lnTo>
                <a:lnTo>
                  <a:pt x="608" y="1"/>
                </a:lnTo>
                <a:lnTo>
                  <a:pt x="625" y="3"/>
                </a:lnTo>
                <a:lnTo>
                  <a:pt x="642" y="4"/>
                </a:lnTo>
                <a:lnTo>
                  <a:pt x="659" y="6"/>
                </a:lnTo>
                <a:lnTo>
                  <a:pt x="676" y="9"/>
                </a:lnTo>
                <a:lnTo>
                  <a:pt x="693" y="12"/>
                </a:lnTo>
                <a:lnTo>
                  <a:pt x="710" y="15"/>
                </a:lnTo>
                <a:lnTo>
                  <a:pt x="727" y="18"/>
                </a:lnTo>
                <a:lnTo>
                  <a:pt x="743" y="22"/>
                </a:lnTo>
                <a:lnTo>
                  <a:pt x="761" y="26"/>
                </a:lnTo>
                <a:lnTo>
                  <a:pt x="777" y="31"/>
                </a:lnTo>
                <a:lnTo>
                  <a:pt x="793" y="36"/>
                </a:lnTo>
                <a:lnTo>
                  <a:pt x="808" y="41"/>
                </a:lnTo>
                <a:lnTo>
                  <a:pt x="824" y="46"/>
                </a:lnTo>
                <a:lnTo>
                  <a:pt x="839" y="52"/>
                </a:lnTo>
                <a:lnTo>
                  <a:pt x="854" y="58"/>
                </a:lnTo>
                <a:lnTo>
                  <a:pt x="868" y="65"/>
                </a:lnTo>
                <a:lnTo>
                  <a:pt x="883" y="72"/>
                </a:lnTo>
                <a:lnTo>
                  <a:pt x="897" y="79"/>
                </a:lnTo>
                <a:lnTo>
                  <a:pt x="910" y="86"/>
                </a:lnTo>
                <a:lnTo>
                  <a:pt x="924" y="94"/>
                </a:lnTo>
                <a:lnTo>
                  <a:pt x="936" y="102"/>
                </a:lnTo>
                <a:lnTo>
                  <a:pt x="949" y="110"/>
                </a:lnTo>
                <a:lnTo>
                  <a:pt x="961" y="119"/>
                </a:lnTo>
                <a:lnTo>
                  <a:pt x="973" y="129"/>
                </a:lnTo>
                <a:lnTo>
                  <a:pt x="984" y="138"/>
                </a:lnTo>
                <a:lnTo>
                  <a:pt x="995" y="147"/>
                </a:lnTo>
                <a:lnTo>
                  <a:pt x="1006" y="156"/>
                </a:lnTo>
                <a:lnTo>
                  <a:pt x="1016" y="166"/>
                </a:lnTo>
                <a:lnTo>
                  <a:pt x="1025" y="176"/>
                </a:lnTo>
                <a:lnTo>
                  <a:pt x="1034" y="186"/>
                </a:lnTo>
                <a:lnTo>
                  <a:pt x="1043" y="197"/>
                </a:lnTo>
                <a:lnTo>
                  <a:pt x="1051" y="207"/>
                </a:lnTo>
                <a:lnTo>
                  <a:pt x="1059" y="218"/>
                </a:lnTo>
                <a:lnTo>
                  <a:pt x="1066" y="229"/>
                </a:lnTo>
                <a:lnTo>
                  <a:pt x="1073" y="239"/>
                </a:lnTo>
                <a:lnTo>
                  <a:pt x="1079" y="251"/>
                </a:lnTo>
                <a:lnTo>
                  <a:pt x="1085" y="262"/>
                </a:lnTo>
                <a:lnTo>
                  <a:pt x="1090" y="273"/>
                </a:lnTo>
                <a:lnTo>
                  <a:pt x="1094" y="285"/>
                </a:lnTo>
                <a:lnTo>
                  <a:pt x="1098" y="296"/>
                </a:lnTo>
                <a:lnTo>
                  <a:pt x="1102" y="308"/>
                </a:lnTo>
                <a:lnTo>
                  <a:pt x="1105" y="320"/>
                </a:lnTo>
                <a:lnTo>
                  <a:pt x="1107" y="331"/>
                </a:lnTo>
                <a:lnTo>
                  <a:pt x="1109" y="343"/>
                </a:lnTo>
                <a:lnTo>
                  <a:pt x="1111" y="355"/>
                </a:lnTo>
                <a:lnTo>
                  <a:pt x="1111" y="367"/>
                </a:lnTo>
                <a:lnTo>
                  <a:pt x="1112" y="379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0" name=""/>
          <p:cNvSpPr/>
          <p:nvPr/>
        </p:nvSpPr>
        <p:spPr>
          <a:xfrm>
            <a:off x="3921840" y="2807640"/>
            <a:ext cx="408600" cy="277920"/>
          </a:xfrm>
          <a:custGeom>
            <a:avLst/>
            <a:gdLst/>
            <a:ahLst/>
            <a:rect l="0" t="0" r="r" b="b"/>
            <a:pathLst>
              <a:path w="1135" h="772">
                <a:moveTo>
                  <a:pt x="1124" y="387"/>
                </a:moveTo>
                <a:lnTo>
                  <a:pt x="1123" y="375"/>
                </a:lnTo>
                <a:lnTo>
                  <a:pt x="1123" y="363"/>
                </a:lnTo>
                <a:lnTo>
                  <a:pt x="1121" y="351"/>
                </a:lnTo>
                <a:lnTo>
                  <a:pt x="1119" y="339"/>
                </a:lnTo>
                <a:lnTo>
                  <a:pt x="1117" y="328"/>
                </a:lnTo>
                <a:lnTo>
                  <a:pt x="1114" y="316"/>
                </a:lnTo>
                <a:lnTo>
                  <a:pt x="1110" y="304"/>
                </a:lnTo>
                <a:lnTo>
                  <a:pt x="1106" y="292"/>
                </a:lnTo>
                <a:lnTo>
                  <a:pt x="1102" y="280"/>
                </a:lnTo>
                <a:lnTo>
                  <a:pt x="1097" y="269"/>
                </a:lnTo>
                <a:lnTo>
                  <a:pt x="1091" y="258"/>
                </a:lnTo>
                <a:lnTo>
                  <a:pt x="1085" y="246"/>
                </a:lnTo>
                <a:lnTo>
                  <a:pt x="1078" y="236"/>
                </a:lnTo>
                <a:lnTo>
                  <a:pt x="1071" y="225"/>
                </a:lnTo>
                <a:lnTo>
                  <a:pt x="1063" y="214"/>
                </a:lnTo>
                <a:lnTo>
                  <a:pt x="1055" y="204"/>
                </a:lnTo>
                <a:lnTo>
                  <a:pt x="1046" y="193"/>
                </a:lnTo>
                <a:lnTo>
                  <a:pt x="1037" y="183"/>
                </a:lnTo>
                <a:lnTo>
                  <a:pt x="1028" y="173"/>
                </a:lnTo>
                <a:lnTo>
                  <a:pt x="1018" y="163"/>
                </a:lnTo>
                <a:lnTo>
                  <a:pt x="1007" y="154"/>
                </a:lnTo>
                <a:lnTo>
                  <a:pt x="995" y="145"/>
                </a:lnTo>
                <a:lnTo>
                  <a:pt x="984" y="136"/>
                </a:lnTo>
                <a:lnTo>
                  <a:pt x="972" y="127"/>
                </a:lnTo>
                <a:lnTo>
                  <a:pt x="960" y="118"/>
                </a:lnTo>
                <a:lnTo>
                  <a:pt x="947" y="110"/>
                </a:lnTo>
                <a:lnTo>
                  <a:pt x="935" y="102"/>
                </a:lnTo>
                <a:lnTo>
                  <a:pt x="921" y="94"/>
                </a:lnTo>
                <a:lnTo>
                  <a:pt x="908" y="87"/>
                </a:lnTo>
                <a:lnTo>
                  <a:pt x="894" y="80"/>
                </a:lnTo>
                <a:lnTo>
                  <a:pt x="879" y="73"/>
                </a:lnTo>
                <a:lnTo>
                  <a:pt x="865" y="66"/>
                </a:lnTo>
                <a:lnTo>
                  <a:pt x="850" y="60"/>
                </a:lnTo>
                <a:lnTo>
                  <a:pt x="835" y="54"/>
                </a:lnTo>
                <a:lnTo>
                  <a:pt x="819" y="49"/>
                </a:lnTo>
                <a:lnTo>
                  <a:pt x="804" y="44"/>
                </a:lnTo>
                <a:lnTo>
                  <a:pt x="788" y="39"/>
                </a:lnTo>
                <a:lnTo>
                  <a:pt x="772" y="34"/>
                </a:lnTo>
                <a:lnTo>
                  <a:pt x="755" y="30"/>
                </a:lnTo>
                <a:lnTo>
                  <a:pt x="739" y="26"/>
                </a:lnTo>
                <a:lnTo>
                  <a:pt x="722" y="23"/>
                </a:lnTo>
                <a:lnTo>
                  <a:pt x="705" y="20"/>
                </a:lnTo>
                <a:lnTo>
                  <a:pt x="688" y="17"/>
                </a:lnTo>
                <a:lnTo>
                  <a:pt x="671" y="14"/>
                </a:lnTo>
                <a:lnTo>
                  <a:pt x="654" y="12"/>
                </a:lnTo>
                <a:lnTo>
                  <a:pt x="637" y="11"/>
                </a:lnTo>
                <a:lnTo>
                  <a:pt x="620" y="9"/>
                </a:lnTo>
                <a:lnTo>
                  <a:pt x="602" y="8"/>
                </a:lnTo>
                <a:lnTo>
                  <a:pt x="585" y="8"/>
                </a:lnTo>
                <a:lnTo>
                  <a:pt x="567" y="8"/>
                </a:lnTo>
                <a:lnTo>
                  <a:pt x="550" y="8"/>
                </a:lnTo>
                <a:lnTo>
                  <a:pt x="532" y="8"/>
                </a:lnTo>
                <a:lnTo>
                  <a:pt x="515" y="9"/>
                </a:lnTo>
                <a:lnTo>
                  <a:pt x="498" y="11"/>
                </a:lnTo>
                <a:lnTo>
                  <a:pt x="480" y="12"/>
                </a:lnTo>
                <a:lnTo>
                  <a:pt x="463" y="14"/>
                </a:lnTo>
                <a:lnTo>
                  <a:pt x="446" y="17"/>
                </a:lnTo>
                <a:lnTo>
                  <a:pt x="429" y="20"/>
                </a:lnTo>
                <a:lnTo>
                  <a:pt x="412" y="23"/>
                </a:lnTo>
                <a:lnTo>
                  <a:pt x="396" y="26"/>
                </a:lnTo>
                <a:lnTo>
                  <a:pt x="379" y="30"/>
                </a:lnTo>
                <a:lnTo>
                  <a:pt x="363" y="34"/>
                </a:lnTo>
                <a:lnTo>
                  <a:pt x="347" y="39"/>
                </a:lnTo>
                <a:lnTo>
                  <a:pt x="331" y="44"/>
                </a:lnTo>
                <a:lnTo>
                  <a:pt x="315" y="49"/>
                </a:lnTo>
                <a:lnTo>
                  <a:pt x="300" y="54"/>
                </a:lnTo>
                <a:lnTo>
                  <a:pt x="285" y="60"/>
                </a:lnTo>
                <a:lnTo>
                  <a:pt x="270" y="66"/>
                </a:lnTo>
                <a:lnTo>
                  <a:pt x="255" y="73"/>
                </a:lnTo>
                <a:lnTo>
                  <a:pt x="241" y="80"/>
                </a:lnTo>
                <a:lnTo>
                  <a:pt x="227" y="87"/>
                </a:lnTo>
                <a:lnTo>
                  <a:pt x="213" y="94"/>
                </a:lnTo>
                <a:lnTo>
                  <a:pt x="200" y="102"/>
                </a:lnTo>
                <a:lnTo>
                  <a:pt x="187" y="110"/>
                </a:lnTo>
                <a:lnTo>
                  <a:pt x="174" y="118"/>
                </a:lnTo>
                <a:lnTo>
                  <a:pt x="162" y="127"/>
                </a:lnTo>
                <a:lnTo>
                  <a:pt x="151" y="136"/>
                </a:lnTo>
                <a:lnTo>
                  <a:pt x="139" y="145"/>
                </a:lnTo>
                <a:lnTo>
                  <a:pt x="128" y="154"/>
                </a:lnTo>
                <a:lnTo>
                  <a:pt x="118" y="163"/>
                </a:lnTo>
                <a:lnTo>
                  <a:pt x="108" y="173"/>
                </a:lnTo>
                <a:lnTo>
                  <a:pt x="98" y="183"/>
                </a:lnTo>
                <a:lnTo>
                  <a:pt x="89" y="193"/>
                </a:lnTo>
                <a:lnTo>
                  <a:pt x="81" y="204"/>
                </a:lnTo>
                <a:lnTo>
                  <a:pt x="72" y="214"/>
                </a:lnTo>
                <a:lnTo>
                  <a:pt x="65" y="225"/>
                </a:lnTo>
                <a:lnTo>
                  <a:pt x="57" y="236"/>
                </a:lnTo>
                <a:lnTo>
                  <a:pt x="51" y="246"/>
                </a:lnTo>
                <a:lnTo>
                  <a:pt x="45" y="258"/>
                </a:lnTo>
                <a:lnTo>
                  <a:pt x="39" y="269"/>
                </a:lnTo>
                <a:lnTo>
                  <a:pt x="34" y="280"/>
                </a:lnTo>
                <a:lnTo>
                  <a:pt x="29" y="292"/>
                </a:lnTo>
                <a:lnTo>
                  <a:pt x="25" y="304"/>
                </a:lnTo>
                <a:lnTo>
                  <a:pt x="22" y="316"/>
                </a:lnTo>
                <a:lnTo>
                  <a:pt x="19" y="328"/>
                </a:lnTo>
                <a:lnTo>
                  <a:pt x="16" y="339"/>
                </a:lnTo>
                <a:lnTo>
                  <a:pt x="14" y="351"/>
                </a:lnTo>
                <a:lnTo>
                  <a:pt x="13" y="363"/>
                </a:lnTo>
                <a:lnTo>
                  <a:pt x="12" y="375"/>
                </a:lnTo>
                <a:lnTo>
                  <a:pt x="12" y="387"/>
                </a:lnTo>
                <a:lnTo>
                  <a:pt x="12" y="399"/>
                </a:lnTo>
                <a:lnTo>
                  <a:pt x="13" y="410"/>
                </a:lnTo>
                <a:lnTo>
                  <a:pt x="14" y="422"/>
                </a:lnTo>
                <a:lnTo>
                  <a:pt x="16" y="434"/>
                </a:lnTo>
                <a:lnTo>
                  <a:pt x="19" y="446"/>
                </a:lnTo>
                <a:lnTo>
                  <a:pt x="22" y="457"/>
                </a:lnTo>
                <a:lnTo>
                  <a:pt x="25" y="469"/>
                </a:lnTo>
                <a:lnTo>
                  <a:pt x="29" y="481"/>
                </a:lnTo>
                <a:lnTo>
                  <a:pt x="34" y="492"/>
                </a:lnTo>
                <a:lnTo>
                  <a:pt x="39" y="503"/>
                </a:lnTo>
                <a:lnTo>
                  <a:pt x="45" y="515"/>
                </a:lnTo>
                <a:lnTo>
                  <a:pt x="51" y="526"/>
                </a:lnTo>
                <a:lnTo>
                  <a:pt x="57" y="537"/>
                </a:lnTo>
                <a:lnTo>
                  <a:pt x="65" y="548"/>
                </a:lnTo>
                <a:lnTo>
                  <a:pt x="72" y="558"/>
                </a:lnTo>
                <a:lnTo>
                  <a:pt x="81" y="569"/>
                </a:lnTo>
                <a:lnTo>
                  <a:pt x="89" y="579"/>
                </a:lnTo>
                <a:lnTo>
                  <a:pt x="98" y="589"/>
                </a:lnTo>
                <a:lnTo>
                  <a:pt x="108" y="599"/>
                </a:lnTo>
                <a:lnTo>
                  <a:pt x="118" y="609"/>
                </a:lnTo>
                <a:lnTo>
                  <a:pt x="128" y="618"/>
                </a:lnTo>
                <a:lnTo>
                  <a:pt x="139" y="628"/>
                </a:lnTo>
                <a:lnTo>
                  <a:pt x="151" y="637"/>
                </a:lnTo>
                <a:lnTo>
                  <a:pt x="162" y="645"/>
                </a:lnTo>
                <a:lnTo>
                  <a:pt x="174" y="654"/>
                </a:lnTo>
                <a:lnTo>
                  <a:pt x="187" y="662"/>
                </a:lnTo>
                <a:lnTo>
                  <a:pt x="200" y="670"/>
                </a:lnTo>
                <a:lnTo>
                  <a:pt x="213" y="678"/>
                </a:lnTo>
                <a:lnTo>
                  <a:pt x="227" y="685"/>
                </a:lnTo>
                <a:lnTo>
                  <a:pt x="241" y="692"/>
                </a:lnTo>
                <a:lnTo>
                  <a:pt x="255" y="699"/>
                </a:lnTo>
                <a:lnTo>
                  <a:pt x="270" y="706"/>
                </a:lnTo>
                <a:lnTo>
                  <a:pt x="285" y="712"/>
                </a:lnTo>
                <a:lnTo>
                  <a:pt x="300" y="718"/>
                </a:lnTo>
                <a:lnTo>
                  <a:pt x="315" y="723"/>
                </a:lnTo>
                <a:lnTo>
                  <a:pt x="331" y="729"/>
                </a:lnTo>
                <a:lnTo>
                  <a:pt x="347" y="734"/>
                </a:lnTo>
                <a:lnTo>
                  <a:pt x="363" y="738"/>
                </a:lnTo>
                <a:lnTo>
                  <a:pt x="379" y="742"/>
                </a:lnTo>
                <a:lnTo>
                  <a:pt x="396" y="746"/>
                </a:lnTo>
                <a:lnTo>
                  <a:pt x="412" y="750"/>
                </a:lnTo>
                <a:lnTo>
                  <a:pt x="429" y="753"/>
                </a:lnTo>
                <a:lnTo>
                  <a:pt x="446" y="756"/>
                </a:lnTo>
                <a:lnTo>
                  <a:pt x="463" y="758"/>
                </a:lnTo>
                <a:lnTo>
                  <a:pt x="480" y="760"/>
                </a:lnTo>
                <a:lnTo>
                  <a:pt x="498" y="762"/>
                </a:lnTo>
                <a:lnTo>
                  <a:pt x="515" y="763"/>
                </a:lnTo>
                <a:lnTo>
                  <a:pt x="532" y="764"/>
                </a:lnTo>
                <a:lnTo>
                  <a:pt x="550" y="764"/>
                </a:lnTo>
                <a:lnTo>
                  <a:pt x="567" y="765"/>
                </a:lnTo>
                <a:lnTo>
                  <a:pt x="585" y="764"/>
                </a:lnTo>
                <a:lnTo>
                  <a:pt x="602" y="764"/>
                </a:lnTo>
                <a:lnTo>
                  <a:pt x="620" y="763"/>
                </a:lnTo>
                <a:lnTo>
                  <a:pt x="637" y="762"/>
                </a:lnTo>
                <a:lnTo>
                  <a:pt x="654" y="760"/>
                </a:lnTo>
                <a:lnTo>
                  <a:pt x="671" y="758"/>
                </a:lnTo>
                <a:lnTo>
                  <a:pt x="688" y="756"/>
                </a:lnTo>
                <a:lnTo>
                  <a:pt x="705" y="753"/>
                </a:lnTo>
                <a:lnTo>
                  <a:pt x="722" y="750"/>
                </a:lnTo>
                <a:lnTo>
                  <a:pt x="739" y="746"/>
                </a:lnTo>
                <a:lnTo>
                  <a:pt x="755" y="742"/>
                </a:lnTo>
                <a:lnTo>
                  <a:pt x="772" y="738"/>
                </a:lnTo>
                <a:lnTo>
                  <a:pt x="788" y="734"/>
                </a:lnTo>
                <a:lnTo>
                  <a:pt x="804" y="729"/>
                </a:lnTo>
                <a:lnTo>
                  <a:pt x="819" y="723"/>
                </a:lnTo>
                <a:lnTo>
                  <a:pt x="835" y="718"/>
                </a:lnTo>
                <a:lnTo>
                  <a:pt x="850" y="712"/>
                </a:lnTo>
                <a:lnTo>
                  <a:pt x="865" y="706"/>
                </a:lnTo>
                <a:lnTo>
                  <a:pt x="879" y="699"/>
                </a:lnTo>
                <a:lnTo>
                  <a:pt x="894" y="692"/>
                </a:lnTo>
                <a:lnTo>
                  <a:pt x="908" y="685"/>
                </a:lnTo>
                <a:lnTo>
                  <a:pt x="921" y="678"/>
                </a:lnTo>
                <a:lnTo>
                  <a:pt x="935" y="670"/>
                </a:lnTo>
                <a:lnTo>
                  <a:pt x="947" y="662"/>
                </a:lnTo>
                <a:lnTo>
                  <a:pt x="960" y="654"/>
                </a:lnTo>
                <a:lnTo>
                  <a:pt x="972" y="645"/>
                </a:lnTo>
                <a:lnTo>
                  <a:pt x="984" y="637"/>
                </a:lnTo>
                <a:lnTo>
                  <a:pt x="995" y="628"/>
                </a:lnTo>
                <a:lnTo>
                  <a:pt x="1007" y="618"/>
                </a:lnTo>
                <a:lnTo>
                  <a:pt x="1018" y="609"/>
                </a:lnTo>
                <a:lnTo>
                  <a:pt x="1028" y="599"/>
                </a:lnTo>
                <a:lnTo>
                  <a:pt x="1037" y="589"/>
                </a:lnTo>
                <a:lnTo>
                  <a:pt x="1046" y="579"/>
                </a:lnTo>
                <a:lnTo>
                  <a:pt x="1055" y="569"/>
                </a:lnTo>
                <a:lnTo>
                  <a:pt x="1063" y="558"/>
                </a:lnTo>
                <a:lnTo>
                  <a:pt x="1071" y="548"/>
                </a:lnTo>
                <a:lnTo>
                  <a:pt x="1078" y="537"/>
                </a:lnTo>
                <a:lnTo>
                  <a:pt x="1085" y="526"/>
                </a:lnTo>
                <a:lnTo>
                  <a:pt x="1091" y="515"/>
                </a:lnTo>
                <a:lnTo>
                  <a:pt x="1097" y="503"/>
                </a:lnTo>
                <a:lnTo>
                  <a:pt x="1102" y="492"/>
                </a:lnTo>
                <a:lnTo>
                  <a:pt x="1106" y="481"/>
                </a:lnTo>
                <a:lnTo>
                  <a:pt x="1110" y="469"/>
                </a:lnTo>
                <a:lnTo>
                  <a:pt x="1114" y="457"/>
                </a:lnTo>
                <a:lnTo>
                  <a:pt x="1117" y="446"/>
                </a:lnTo>
                <a:lnTo>
                  <a:pt x="1119" y="434"/>
                </a:lnTo>
                <a:lnTo>
                  <a:pt x="1121" y="422"/>
                </a:lnTo>
                <a:lnTo>
                  <a:pt x="1123" y="410"/>
                </a:lnTo>
                <a:lnTo>
                  <a:pt x="1123" y="399"/>
                </a:lnTo>
                <a:lnTo>
                  <a:pt x="1124" y="387"/>
                </a:lnTo>
                <a:moveTo>
                  <a:pt x="1135" y="387"/>
                </a:moveTo>
                <a:lnTo>
                  <a:pt x="1135" y="399"/>
                </a:lnTo>
                <a:lnTo>
                  <a:pt x="1134" y="411"/>
                </a:lnTo>
                <a:lnTo>
                  <a:pt x="1133" y="423"/>
                </a:lnTo>
                <a:lnTo>
                  <a:pt x="1131" y="435"/>
                </a:lnTo>
                <a:lnTo>
                  <a:pt x="1128" y="447"/>
                </a:lnTo>
                <a:lnTo>
                  <a:pt x="1125" y="459"/>
                </a:lnTo>
                <a:lnTo>
                  <a:pt x="1121" y="471"/>
                </a:lnTo>
                <a:lnTo>
                  <a:pt x="1117" y="483"/>
                </a:lnTo>
                <a:lnTo>
                  <a:pt x="1113" y="494"/>
                </a:lnTo>
                <a:lnTo>
                  <a:pt x="1107" y="506"/>
                </a:lnTo>
                <a:lnTo>
                  <a:pt x="1102" y="517"/>
                </a:lnTo>
                <a:lnTo>
                  <a:pt x="1095" y="529"/>
                </a:lnTo>
                <a:lnTo>
                  <a:pt x="1088" y="540"/>
                </a:lnTo>
                <a:lnTo>
                  <a:pt x="1081" y="551"/>
                </a:lnTo>
                <a:lnTo>
                  <a:pt x="1073" y="562"/>
                </a:lnTo>
                <a:lnTo>
                  <a:pt x="1065" y="572"/>
                </a:lnTo>
                <a:lnTo>
                  <a:pt x="1056" y="583"/>
                </a:lnTo>
                <a:lnTo>
                  <a:pt x="1047" y="593"/>
                </a:lnTo>
                <a:lnTo>
                  <a:pt x="1037" y="603"/>
                </a:lnTo>
                <a:lnTo>
                  <a:pt x="1027" y="613"/>
                </a:lnTo>
                <a:lnTo>
                  <a:pt x="1016" y="623"/>
                </a:lnTo>
                <a:lnTo>
                  <a:pt x="1005" y="633"/>
                </a:lnTo>
                <a:lnTo>
                  <a:pt x="992" y="642"/>
                </a:lnTo>
                <a:lnTo>
                  <a:pt x="980" y="651"/>
                </a:lnTo>
                <a:lnTo>
                  <a:pt x="968" y="659"/>
                </a:lnTo>
                <a:lnTo>
                  <a:pt x="955" y="668"/>
                </a:lnTo>
                <a:lnTo>
                  <a:pt x="942" y="676"/>
                </a:lnTo>
                <a:lnTo>
                  <a:pt x="929" y="684"/>
                </a:lnTo>
                <a:lnTo>
                  <a:pt x="915" y="691"/>
                </a:lnTo>
                <a:lnTo>
                  <a:pt x="900" y="699"/>
                </a:lnTo>
                <a:lnTo>
                  <a:pt x="886" y="706"/>
                </a:lnTo>
                <a:lnTo>
                  <a:pt x="871" y="712"/>
                </a:lnTo>
                <a:lnTo>
                  <a:pt x="856" y="719"/>
                </a:lnTo>
                <a:lnTo>
                  <a:pt x="840" y="725"/>
                </a:lnTo>
                <a:lnTo>
                  <a:pt x="825" y="730"/>
                </a:lnTo>
                <a:lnTo>
                  <a:pt x="809" y="736"/>
                </a:lnTo>
                <a:lnTo>
                  <a:pt x="792" y="741"/>
                </a:lnTo>
                <a:lnTo>
                  <a:pt x="776" y="745"/>
                </a:lnTo>
                <a:lnTo>
                  <a:pt x="759" y="750"/>
                </a:lnTo>
                <a:lnTo>
                  <a:pt x="742" y="753"/>
                </a:lnTo>
                <a:lnTo>
                  <a:pt x="725" y="757"/>
                </a:lnTo>
                <a:lnTo>
                  <a:pt x="708" y="760"/>
                </a:lnTo>
                <a:lnTo>
                  <a:pt x="691" y="763"/>
                </a:lnTo>
                <a:lnTo>
                  <a:pt x="673" y="766"/>
                </a:lnTo>
                <a:lnTo>
                  <a:pt x="656" y="768"/>
                </a:lnTo>
                <a:lnTo>
                  <a:pt x="638" y="769"/>
                </a:lnTo>
                <a:lnTo>
                  <a:pt x="621" y="771"/>
                </a:lnTo>
                <a:lnTo>
                  <a:pt x="603" y="772"/>
                </a:lnTo>
                <a:lnTo>
                  <a:pt x="585" y="772"/>
                </a:lnTo>
                <a:lnTo>
                  <a:pt x="567" y="772"/>
                </a:lnTo>
                <a:lnTo>
                  <a:pt x="549" y="772"/>
                </a:lnTo>
                <a:lnTo>
                  <a:pt x="532" y="772"/>
                </a:lnTo>
                <a:lnTo>
                  <a:pt x="514" y="771"/>
                </a:lnTo>
                <a:lnTo>
                  <a:pt x="496" y="769"/>
                </a:lnTo>
                <a:lnTo>
                  <a:pt x="479" y="768"/>
                </a:lnTo>
                <a:lnTo>
                  <a:pt x="461" y="766"/>
                </a:lnTo>
                <a:lnTo>
                  <a:pt x="444" y="763"/>
                </a:lnTo>
                <a:lnTo>
                  <a:pt x="426" y="760"/>
                </a:lnTo>
                <a:lnTo>
                  <a:pt x="409" y="757"/>
                </a:lnTo>
                <a:lnTo>
                  <a:pt x="392" y="753"/>
                </a:lnTo>
                <a:lnTo>
                  <a:pt x="375" y="750"/>
                </a:lnTo>
                <a:lnTo>
                  <a:pt x="359" y="745"/>
                </a:lnTo>
                <a:lnTo>
                  <a:pt x="342" y="741"/>
                </a:lnTo>
                <a:lnTo>
                  <a:pt x="326" y="736"/>
                </a:lnTo>
                <a:lnTo>
                  <a:pt x="310" y="730"/>
                </a:lnTo>
                <a:lnTo>
                  <a:pt x="294" y="725"/>
                </a:lnTo>
                <a:lnTo>
                  <a:pt x="279" y="719"/>
                </a:lnTo>
                <a:lnTo>
                  <a:pt x="264" y="712"/>
                </a:lnTo>
                <a:lnTo>
                  <a:pt x="249" y="706"/>
                </a:lnTo>
                <a:lnTo>
                  <a:pt x="234" y="699"/>
                </a:lnTo>
                <a:lnTo>
                  <a:pt x="220" y="691"/>
                </a:lnTo>
                <a:lnTo>
                  <a:pt x="206" y="684"/>
                </a:lnTo>
                <a:lnTo>
                  <a:pt x="192" y="676"/>
                </a:lnTo>
                <a:lnTo>
                  <a:pt x="179" y="668"/>
                </a:lnTo>
                <a:lnTo>
                  <a:pt x="166" y="659"/>
                </a:lnTo>
                <a:lnTo>
                  <a:pt x="154" y="651"/>
                </a:lnTo>
                <a:lnTo>
                  <a:pt x="142" y="642"/>
                </a:lnTo>
                <a:lnTo>
                  <a:pt x="131" y="633"/>
                </a:lnTo>
                <a:lnTo>
                  <a:pt x="119" y="623"/>
                </a:lnTo>
                <a:lnTo>
                  <a:pt x="109" y="613"/>
                </a:lnTo>
                <a:lnTo>
                  <a:pt x="98" y="603"/>
                </a:lnTo>
                <a:lnTo>
                  <a:pt x="89" y="593"/>
                </a:lnTo>
                <a:lnTo>
                  <a:pt x="79" y="583"/>
                </a:lnTo>
                <a:lnTo>
                  <a:pt x="71" y="572"/>
                </a:lnTo>
                <a:lnTo>
                  <a:pt x="62" y="562"/>
                </a:lnTo>
                <a:lnTo>
                  <a:pt x="54" y="551"/>
                </a:lnTo>
                <a:lnTo>
                  <a:pt x="47" y="540"/>
                </a:lnTo>
                <a:lnTo>
                  <a:pt x="40" y="529"/>
                </a:lnTo>
                <a:lnTo>
                  <a:pt x="34" y="517"/>
                </a:lnTo>
                <a:lnTo>
                  <a:pt x="28" y="506"/>
                </a:lnTo>
                <a:lnTo>
                  <a:pt x="23" y="494"/>
                </a:lnTo>
                <a:lnTo>
                  <a:pt x="18" y="483"/>
                </a:lnTo>
                <a:lnTo>
                  <a:pt x="14" y="471"/>
                </a:lnTo>
                <a:lnTo>
                  <a:pt x="11" y="459"/>
                </a:lnTo>
                <a:lnTo>
                  <a:pt x="7" y="447"/>
                </a:lnTo>
                <a:lnTo>
                  <a:pt x="5" y="435"/>
                </a:lnTo>
                <a:lnTo>
                  <a:pt x="3" y="423"/>
                </a:lnTo>
                <a:lnTo>
                  <a:pt x="2" y="411"/>
                </a:lnTo>
                <a:lnTo>
                  <a:pt x="1" y="399"/>
                </a:lnTo>
                <a:lnTo>
                  <a:pt x="0" y="387"/>
                </a:lnTo>
                <a:lnTo>
                  <a:pt x="1" y="375"/>
                </a:lnTo>
                <a:lnTo>
                  <a:pt x="2" y="362"/>
                </a:lnTo>
                <a:lnTo>
                  <a:pt x="3" y="350"/>
                </a:lnTo>
                <a:lnTo>
                  <a:pt x="5" y="338"/>
                </a:lnTo>
                <a:lnTo>
                  <a:pt x="7" y="326"/>
                </a:lnTo>
                <a:lnTo>
                  <a:pt x="11" y="314"/>
                </a:lnTo>
                <a:lnTo>
                  <a:pt x="14" y="303"/>
                </a:lnTo>
                <a:lnTo>
                  <a:pt x="18" y="290"/>
                </a:lnTo>
                <a:lnTo>
                  <a:pt x="23" y="278"/>
                </a:lnTo>
                <a:lnTo>
                  <a:pt x="28" y="266"/>
                </a:lnTo>
                <a:lnTo>
                  <a:pt x="34" y="255"/>
                </a:lnTo>
                <a:lnTo>
                  <a:pt x="40" y="244"/>
                </a:lnTo>
                <a:lnTo>
                  <a:pt x="47" y="232"/>
                </a:lnTo>
                <a:lnTo>
                  <a:pt x="54" y="221"/>
                </a:lnTo>
                <a:lnTo>
                  <a:pt x="62" y="211"/>
                </a:lnTo>
                <a:lnTo>
                  <a:pt x="71" y="200"/>
                </a:lnTo>
                <a:lnTo>
                  <a:pt x="79" y="189"/>
                </a:lnTo>
                <a:lnTo>
                  <a:pt x="89" y="179"/>
                </a:lnTo>
                <a:lnTo>
                  <a:pt x="98" y="169"/>
                </a:lnTo>
                <a:lnTo>
                  <a:pt x="109" y="159"/>
                </a:lnTo>
                <a:lnTo>
                  <a:pt x="119" y="149"/>
                </a:lnTo>
                <a:lnTo>
                  <a:pt x="131" y="140"/>
                </a:lnTo>
                <a:lnTo>
                  <a:pt x="142" y="131"/>
                </a:lnTo>
                <a:lnTo>
                  <a:pt x="154" y="122"/>
                </a:lnTo>
                <a:lnTo>
                  <a:pt x="166" y="113"/>
                </a:lnTo>
                <a:lnTo>
                  <a:pt x="179" y="104"/>
                </a:lnTo>
                <a:lnTo>
                  <a:pt x="192" y="96"/>
                </a:lnTo>
                <a:lnTo>
                  <a:pt x="206" y="88"/>
                </a:lnTo>
                <a:lnTo>
                  <a:pt x="220" y="81"/>
                </a:lnTo>
                <a:lnTo>
                  <a:pt x="234" y="74"/>
                </a:lnTo>
                <a:lnTo>
                  <a:pt x="249" y="67"/>
                </a:lnTo>
                <a:lnTo>
                  <a:pt x="264" y="60"/>
                </a:lnTo>
                <a:lnTo>
                  <a:pt x="279" y="54"/>
                </a:lnTo>
                <a:lnTo>
                  <a:pt x="294" y="48"/>
                </a:lnTo>
                <a:lnTo>
                  <a:pt x="310" y="42"/>
                </a:lnTo>
                <a:lnTo>
                  <a:pt x="326" y="37"/>
                </a:lnTo>
                <a:lnTo>
                  <a:pt x="342" y="32"/>
                </a:lnTo>
                <a:lnTo>
                  <a:pt x="359" y="27"/>
                </a:lnTo>
                <a:lnTo>
                  <a:pt x="375" y="23"/>
                </a:lnTo>
                <a:lnTo>
                  <a:pt x="392" y="19"/>
                </a:lnTo>
                <a:lnTo>
                  <a:pt x="409" y="15"/>
                </a:lnTo>
                <a:lnTo>
                  <a:pt x="426" y="12"/>
                </a:lnTo>
                <a:lnTo>
                  <a:pt x="444" y="9"/>
                </a:lnTo>
                <a:lnTo>
                  <a:pt x="461" y="7"/>
                </a:lnTo>
                <a:lnTo>
                  <a:pt x="479" y="5"/>
                </a:lnTo>
                <a:lnTo>
                  <a:pt x="496" y="3"/>
                </a:lnTo>
                <a:lnTo>
                  <a:pt x="514" y="2"/>
                </a:lnTo>
                <a:lnTo>
                  <a:pt x="532" y="1"/>
                </a:lnTo>
                <a:lnTo>
                  <a:pt x="549" y="0"/>
                </a:lnTo>
                <a:lnTo>
                  <a:pt x="567" y="0"/>
                </a:lnTo>
                <a:lnTo>
                  <a:pt x="585" y="0"/>
                </a:lnTo>
                <a:lnTo>
                  <a:pt x="603" y="1"/>
                </a:lnTo>
                <a:lnTo>
                  <a:pt x="621" y="2"/>
                </a:lnTo>
                <a:lnTo>
                  <a:pt x="638" y="3"/>
                </a:lnTo>
                <a:lnTo>
                  <a:pt x="656" y="5"/>
                </a:lnTo>
                <a:lnTo>
                  <a:pt x="673" y="7"/>
                </a:lnTo>
                <a:lnTo>
                  <a:pt x="691" y="9"/>
                </a:lnTo>
                <a:lnTo>
                  <a:pt x="708" y="12"/>
                </a:lnTo>
                <a:lnTo>
                  <a:pt x="725" y="15"/>
                </a:lnTo>
                <a:lnTo>
                  <a:pt x="742" y="19"/>
                </a:lnTo>
                <a:lnTo>
                  <a:pt x="759" y="23"/>
                </a:lnTo>
                <a:lnTo>
                  <a:pt x="776" y="27"/>
                </a:lnTo>
                <a:lnTo>
                  <a:pt x="792" y="32"/>
                </a:lnTo>
                <a:lnTo>
                  <a:pt x="809" y="37"/>
                </a:lnTo>
                <a:lnTo>
                  <a:pt x="825" y="42"/>
                </a:lnTo>
                <a:lnTo>
                  <a:pt x="840" y="48"/>
                </a:lnTo>
                <a:lnTo>
                  <a:pt x="856" y="54"/>
                </a:lnTo>
                <a:lnTo>
                  <a:pt x="871" y="60"/>
                </a:lnTo>
                <a:lnTo>
                  <a:pt x="886" y="67"/>
                </a:lnTo>
                <a:lnTo>
                  <a:pt x="900" y="74"/>
                </a:lnTo>
                <a:lnTo>
                  <a:pt x="915" y="81"/>
                </a:lnTo>
                <a:lnTo>
                  <a:pt x="929" y="88"/>
                </a:lnTo>
                <a:lnTo>
                  <a:pt x="942" y="96"/>
                </a:lnTo>
                <a:lnTo>
                  <a:pt x="955" y="104"/>
                </a:lnTo>
                <a:lnTo>
                  <a:pt x="968" y="113"/>
                </a:lnTo>
                <a:lnTo>
                  <a:pt x="980" y="122"/>
                </a:lnTo>
                <a:lnTo>
                  <a:pt x="992" y="131"/>
                </a:lnTo>
                <a:lnTo>
                  <a:pt x="1005" y="140"/>
                </a:lnTo>
                <a:lnTo>
                  <a:pt x="1016" y="149"/>
                </a:lnTo>
                <a:lnTo>
                  <a:pt x="1027" y="159"/>
                </a:lnTo>
                <a:lnTo>
                  <a:pt x="1037" y="169"/>
                </a:lnTo>
                <a:lnTo>
                  <a:pt x="1047" y="179"/>
                </a:lnTo>
                <a:lnTo>
                  <a:pt x="1056" y="189"/>
                </a:lnTo>
                <a:lnTo>
                  <a:pt x="1065" y="200"/>
                </a:lnTo>
                <a:lnTo>
                  <a:pt x="1073" y="211"/>
                </a:lnTo>
                <a:lnTo>
                  <a:pt x="1081" y="221"/>
                </a:lnTo>
                <a:lnTo>
                  <a:pt x="1088" y="232"/>
                </a:lnTo>
                <a:lnTo>
                  <a:pt x="1095" y="244"/>
                </a:lnTo>
                <a:lnTo>
                  <a:pt x="1102" y="255"/>
                </a:lnTo>
                <a:lnTo>
                  <a:pt x="1107" y="266"/>
                </a:lnTo>
                <a:lnTo>
                  <a:pt x="1113" y="278"/>
                </a:lnTo>
                <a:lnTo>
                  <a:pt x="1117" y="290"/>
                </a:lnTo>
                <a:lnTo>
                  <a:pt x="1121" y="303"/>
                </a:lnTo>
                <a:lnTo>
                  <a:pt x="1125" y="314"/>
                </a:lnTo>
                <a:lnTo>
                  <a:pt x="1128" y="326"/>
                </a:lnTo>
                <a:lnTo>
                  <a:pt x="1131" y="338"/>
                </a:lnTo>
                <a:lnTo>
                  <a:pt x="1133" y="350"/>
                </a:lnTo>
                <a:lnTo>
                  <a:pt x="1134" y="362"/>
                </a:lnTo>
                <a:lnTo>
                  <a:pt x="1135" y="375"/>
                </a:lnTo>
                <a:lnTo>
                  <a:pt x="1135" y="387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1" name=""/>
          <p:cNvSpPr/>
          <p:nvPr/>
        </p:nvSpPr>
        <p:spPr>
          <a:xfrm>
            <a:off x="3920760" y="2806560"/>
            <a:ext cx="411120" cy="280080"/>
          </a:xfrm>
          <a:custGeom>
            <a:avLst/>
            <a:gdLst/>
            <a:ahLst/>
            <a:rect l="0" t="0" r="r" b="b"/>
            <a:pathLst>
              <a:path w="1142" h="778">
                <a:moveTo>
                  <a:pt x="1138" y="390"/>
                </a:moveTo>
                <a:lnTo>
                  <a:pt x="1138" y="378"/>
                </a:lnTo>
                <a:lnTo>
                  <a:pt x="1137" y="365"/>
                </a:lnTo>
                <a:lnTo>
                  <a:pt x="1136" y="353"/>
                </a:lnTo>
                <a:lnTo>
                  <a:pt x="1134" y="340"/>
                </a:lnTo>
                <a:lnTo>
                  <a:pt x="1131" y="328"/>
                </a:lnTo>
                <a:lnTo>
                  <a:pt x="1128" y="316"/>
                </a:lnTo>
                <a:lnTo>
                  <a:pt x="1124" y="305"/>
                </a:lnTo>
                <a:lnTo>
                  <a:pt x="1120" y="293"/>
                </a:lnTo>
                <a:lnTo>
                  <a:pt x="1116" y="281"/>
                </a:lnTo>
                <a:lnTo>
                  <a:pt x="1110" y="269"/>
                </a:lnTo>
                <a:lnTo>
                  <a:pt x="1105" y="258"/>
                </a:lnTo>
                <a:lnTo>
                  <a:pt x="1098" y="247"/>
                </a:lnTo>
                <a:lnTo>
                  <a:pt x="1091" y="235"/>
                </a:lnTo>
                <a:lnTo>
                  <a:pt x="1083" y="224"/>
                </a:lnTo>
                <a:lnTo>
                  <a:pt x="1075" y="214"/>
                </a:lnTo>
                <a:lnTo>
                  <a:pt x="1067" y="203"/>
                </a:lnTo>
                <a:lnTo>
                  <a:pt x="1058" y="192"/>
                </a:lnTo>
                <a:lnTo>
                  <a:pt x="1049" y="182"/>
                </a:lnTo>
                <a:lnTo>
                  <a:pt x="1039" y="172"/>
                </a:lnTo>
                <a:lnTo>
                  <a:pt x="1029" y="162"/>
                </a:lnTo>
                <a:lnTo>
                  <a:pt x="1018" y="152"/>
                </a:lnTo>
                <a:lnTo>
                  <a:pt x="1007" y="143"/>
                </a:lnTo>
                <a:lnTo>
                  <a:pt x="995" y="134"/>
                </a:lnTo>
                <a:lnTo>
                  <a:pt x="983" y="125"/>
                </a:lnTo>
                <a:lnTo>
                  <a:pt x="971" y="116"/>
                </a:lnTo>
                <a:lnTo>
                  <a:pt x="958" y="107"/>
                </a:lnTo>
                <a:lnTo>
                  <a:pt x="945" y="99"/>
                </a:lnTo>
                <a:lnTo>
                  <a:pt x="932" y="91"/>
                </a:lnTo>
                <a:lnTo>
                  <a:pt x="918" y="84"/>
                </a:lnTo>
                <a:lnTo>
                  <a:pt x="903" y="77"/>
                </a:lnTo>
                <a:lnTo>
                  <a:pt x="889" y="70"/>
                </a:lnTo>
                <a:lnTo>
                  <a:pt x="874" y="63"/>
                </a:lnTo>
                <a:lnTo>
                  <a:pt x="859" y="57"/>
                </a:lnTo>
                <a:lnTo>
                  <a:pt x="843" y="51"/>
                </a:lnTo>
                <a:lnTo>
                  <a:pt x="828" y="45"/>
                </a:lnTo>
                <a:lnTo>
                  <a:pt x="812" y="40"/>
                </a:lnTo>
                <a:lnTo>
                  <a:pt x="795" y="35"/>
                </a:lnTo>
                <a:lnTo>
                  <a:pt x="779" y="30"/>
                </a:lnTo>
                <a:lnTo>
                  <a:pt x="762" y="26"/>
                </a:lnTo>
                <a:lnTo>
                  <a:pt x="745" y="22"/>
                </a:lnTo>
                <a:lnTo>
                  <a:pt x="728" y="18"/>
                </a:lnTo>
                <a:lnTo>
                  <a:pt x="711" y="15"/>
                </a:lnTo>
                <a:lnTo>
                  <a:pt x="694" y="12"/>
                </a:lnTo>
                <a:lnTo>
                  <a:pt x="676" y="10"/>
                </a:lnTo>
                <a:lnTo>
                  <a:pt x="659" y="8"/>
                </a:lnTo>
                <a:lnTo>
                  <a:pt x="641" y="6"/>
                </a:lnTo>
                <a:lnTo>
                  <a:pt x="624" y="5"/>
                </a:lnTo>
                <a:lnTo>
                  <a:pt x="606" y="4"/>
                </a:lnTo>
                <a:lnTo>
                  <a:pt x="588" y="3"/>
                </a:lnTo>
                <a:lnTo>
                  <a:pt x="570" y="3"/>
                </a:lnTo>
                <a:lnTo>
                  <a:pt x="552" y="3"/>
                </a:lnTo>
                <a:lnTo>
                  <a:pt x="535" y="4"/>
                </a:lnTo>
                <a:lnTo>
                  <a:pt x="517" y="5"/>
                </a:lnTo>
                <a:lnTo>
                  <a:pt x="499" y="6"/>
                </a:lnTo>
                <a:lnTo>
                  <a:pt x="482" y="8"/>
                </a:lnTo>
                <a:lnTo>
                  <a:pt x="464" y="10"/>
                </a:lnTo>
                <a:lnTo>
                  <a:pt x="447" y="12"/>
                </a:lnTo>
                <a:lnTo>
                  <a:pt x="429" y="15"/>
                </a:lnTo>
                <a:lnTo>
                  <a:pt x="412" y="18"/>
                </a:lnTo>
                <a:lnTo>
                  <a:pt x="395" y="22"/>
                </a:lnTo>
                <a:lnTo>
                  <a:pt x="378" y="26"/>
                </a:lnTo>
                <a:lnTo>
                  <a:pt x="362" y="30"/>
                </a:lnTo>
                <a:lnTo>
                  <a:pt x="345" y="35"/>
                </a:lnTo>
                <a:lnTo>
                  <a:pt x="329" y="40"/>
                </a:lnTo>
                <a:lnTo>
                  <a:pt x="313" y="45"/>
                </a:lnTo>
                <a:lnTo>
                  <a:pt x="297" y="51"/>
                </a:lnTo>
                <a:lnTo>
                  <a:pt x="282" y="57"/>
                </a:lnTo>
                <a:lnTo>
                  <a:pt x="267" y="63"/>
                </a:lnTo>
                <a:lnTo>
                  <a:pt x="252" y="70"/>
                </a:lnTo>
                <a:lnTo>
                  <a:pt x="237" y="77"/>
                </a:lnTo>
                <a:lnTo>
                  <a:pt x="223" y="84"/>
                </a:lnTo>
                <a:lnTo>
                  <a:pt x="209" y="91"/>
                </a:lnTo>
                <a:lnTo>
                  <a:pt x="195" y="99"/>
                </a:lnTo>
                <a:lnTo>
                  <a:pt x="182" y="107"/>
                </a:lnTo>
                <a:lnTo>
                  <a:pt x="169" y="116"/>
                </a:lnTo>
                <a:lnTo>
                  <a:pt x="157" y="125"/>
                </a:lnTo>
                <a:lnTo>
                  <a:pt x="145" y="134"/>
                </a:lnTo>
                <a:lnTo>
                  <a:pt x="134" y="143"/>
                </a:lnTo>
                <a:lnTo>
                  <a:pt x="122" y="152"/>
                </a:lnTo>
                <a:lnTo>
                  <a:pt x="112" y="162"/>
                </a:lnTo>
                <a:lnTo>
                  <a:pt x="101" y="172"/>
                </a:lnTo>
                <a:lnTo>
                  <a:pt x="92" y="182"/>
                </a:lnTo>
                <a:lnTo>
                  <a:pt x="82" y="192"/>
                </a:lnTo>
                <a:lnTo>
                  <a:pt x="74" y="203"/>
                </a:lnTo>
                <a:lnTo>
                  <a:pt x="65" y="214"/>
                </a:lnTo>
                <a:lnTo>
                  <a:pt x="57" y="224"/>
                </a:lnTo>
                <a:lnTo>
                  <a:pt x="50" y="235"/>
                </a:lnTo>
                <a:lnTo>
                  <a:pt x="43" y="247"/>
                </a:lnTo>
                <a:lnTo>
                  <a:pt x="37" y="258"/>
                </a:lnTo>
                <a:lnTo>
                  <a:pt x="31" y="269"/>
                </a:lnTo>
                <a:lnTo>
                  <a:pt x="26" y="281"/>
                </a:lnTo>
                <a:lnTo>
                  <a:pt x="21" y="293"/>
                </a:lnTo>
                <a:lnTo>
                  <a:pt x="17" y="305"/>
                </a:lnTo>
                <a:lnTo>
                  <a:pt x="14" y="316"/>
                </a:lnTo>
                <a:lnTo>
                  <a:pt x="10" y="328"/>
                </a:lnTo>
                <a:lnTo>
                  <a:pt x="8" y="340"/>
                </a:lnTo>
                <a:lnTo>
                  <a:pt x="6" y="353"/>
                </a:lnTo>
                <a:lnTo>
                  <a:pt x="5" y="365"/>
                </a:lnTo>
                <a:lnTo>
                  <a:pt x="4" y="378"/>
                </a:lnTo>
                <a:lnTo>
                  <a:pt x="3" y="390"/>
                </a:lnTo>
                <a:lnTo>
                  <a:pt x="4" y="402"/>
                </a:lnTo>
                <a:lnTo>
                  <a:pt x="5" y="414"/>
                </a:lnTo>
                <a:lnTo>
                  <a:pt x="6" y="426"/>
                </a:lnTo>
                <a:lnTo>
                  <a:pt x="8" y="438"/>
                </a:lnTo>
                <a:lnTo>
                  <a:pt x="10" y="450"/>
                </a:lnTo>
                <a:lnTo>
                  <a:pt x="14" y="462"/>
                </a:lnTo>
                <a:lnTo>
                  <a:pt x="17" y="474"/>
                </a:lnTo>
                <a:lnTo>
                  <a:pt x="21" y="486"/>
                </a:lnTo>
                <a:lnTo>
                  <a:pt x="26" y="497"/>
                </a:lnTo>
                <a:lnTo>
                  <a:pt x="31" y="509"/>
                </a:lnTo>
                <a:lnTo>
                  <a:pt x="37" y="520"/>
                </a:lnTo>
                <a:lnTo>
                  <a:pt x="43" y="532"/>
                </a:lnTo>
                <a:lnTo>
                  <a:pt x="50" y="543"/>
                </a:lnTo>
                <a:lnTo>
                  <a:pt x="57" y="554"/>
                </a:lnTo>
                <a:lnTo>
                  <a:pt x="65" y="565"/>
                </a:lnTo>
                <a:lnTo>
                  <a:pt x="74" y="575"/>
                </a:lnTo>
                <a:lnTo>
                  <a:pt x="82" y="586"/>
                </a:lnTo>
                <a:lnTo>
                  <a:pt x="92" y="596"/>
                </a:lnTo>
                <a:lnTo>
                  <a:pt x="101" y="606"/>
                </a:lnTo>
                <a:lnTo>
                  <a:pt x="112" y="616"/>
                </a:lnTo>
                <a:lnTo>
                  <a:pt x="122" y="626"/>
                </a:lnTo>
                <a:lnTo>
                  <a:pt x="134" y="636"/>
                </a:lnTo>
                <a:lnTo>
                  <a:pt x="145" y="645"/>
                </a:lnTo>
                <a:lnTo>
                  <a:pt x="157" y="654"/>
                </a:lnTo>
                <a:lnTo>
                  <a:pt x="169" y="662"/>
                </a:lnTo>
                <a:lnTo>
                  <a:pt x="182" y="671"/>
                </a:lnTo>
                <a:lnTo>
                  <a:pt x="195" y="679"/>
                </a:lnTo>
                <a:lnTo>
                  <a:pt x="209" y="687"/>
                </a:lnTo>
                <a:lnTo>
                  <a:pt x="223" y="694"/>
                </a:lnTo>
                <a:lnTo>
                  <a:pt x="237" y="702"/>
                </a:lnTo>
                <a:lnTo>
                  <a:pt x="252" y="709"/>
                </a:lnTo>
                <a:lnTo>
                  <a:pt x="267" y="715"/>
                </a:lnTo>
                <a:lnTo>
                  <a:pt x="282" y="722"/>
                </a:lnTo>
                <a:lnTo>
                  <a:pt x="297" y="728"/>
                </a:lnTo>
                <a:lnTo>
                  <a:pt x="313" y="733"/>
                </a:lnTo>
                <a:lnTo>
                  <a:pt x="329" y="739"/>
                </a:lnTo>
                <a:lnTo>
                  <a:pt x="345" y="744"/>
                </a:lnTo>
                <a:lnTo>
                  <a:pt x="362" y="748"/>
                </a:lnTo>
                <a:lnTo>
                  <a:pt x="378" y="753"/>
                </a:lnTo>
                <a:lnTo>
                  <a:pt x="395" y="756"/>
                </a:lnTo>
                <a:lnTo>
                  <a:pt x="412" y="760"/>
                </a:lnTo>
                <a:lnTo>
                  <a:pt x="429" y="763"/>
                </a:lnTo>
                <a:lnTo>
                  <a:pt x="447" y="766"/>
                </a:lnTo>
                <a:lnTo>
                  <a:pt x="464" y="769"/>
                </a:lnTo>
                <a:lnTo>
                  <a:pt x="482" y="771"/>
                </a:lnTo>
                <a:lnTo>
                  <a:pt x="499" y="772"/>
                </a:lnTo>
                <a:lnTo>
                  <a:pt x="517" y="774"/>
                </a:lnTo>
                <a:lnTo>
                  <a:pt x="535" y="775"/>
                </a:lnTo>
                <a:lnTo>
                  <a:pt x="552" y="775"/>
                </a:lnTo>
                <a:lnTo>
                  <a:pt x="570" y="775"/>
                </a:lnTo>
                <a:lnTo>
                  <a:pt x="588" y="775"/>
                </a:lnTo>
                <a:lnTo>
                  <a:pt x="606" y="775"/>
                </a:lnTo>
                <a:lnTo>
                  <a:pt x="624" y="774"/>
                </a:lnTo>
                <a:lnTo>
                  <a:pt x="641" y="772"/>
                </a:lnTo>
                <a:lnTo>
                  <a:pt x="659" y="771"/>
                </a:lnTo>
                <a:lnTo>
                  <a:pt x="676" y="769"/>
                </a:lnTo>
                <a:lnTo>
                  <a:pt x="694" y="766"/>
                </a:lnTo>
                <a:lnTo>
                  <a:pt x="711" y="763"/>
                </a:lnTo>
                <a:lnTo>
                  <a:pt x="728" y="760"/>
                </a:lnTo>
                <a:lnTo>
                  <a:pt x="745" y="756"/>
                </a:lnTo>
                <a:lnTo>
                  <a:pt x="762" y="753"/>
                </a:lnTo>
                <a:lnTo>
                  <a:pt x="779" y="748"/>
                </a:lnTo>
                <a:lnTo>
                  <a:pt x="795" y="744"/>
                </a:lnTo>
                <a:lnTo>
                  <a:pt x="812" y="739"/>
                </a:lnTo>
                <a:lnTo>
                  <a:pt x="828" y="733"/>
                </a:lnTo>
                <a:lnTo>
                  <a:pt x="843" y="728"/>
                </a:lnTo>
                <a:lnTo>
                  <a:pt x="859" y="722"/>
                </a:lnTo>
                <a:lnTo>
                  <a:pt x="874" y="715"/>
                </a:lnTo>
                <a:lnTo>
                  <a:pt x="889" y="709"/>
                </a:lnTo>
                <a:lnTo>
                  <a:pt x="903" y="702"/>
                </a:lnTo>
                <a:lnTo>
                  <a:pt x="918" y="694"/>
                </a:lnTo>
                <a:lnTo>
                  <a:pt x="932" y="687"/>
                </a:lnTo>
                <a:lnTo>
                  <a:pt x="945" y="679"/>
                </a:lnTo>
                <a:lnTo>
                  <a:pt x="958" y="671"/>
                </a:lnTo>
                <a:lnTo>
                  <a:pt x="971" y="662"/>
                </a:lnTo>
                <a:lnTo>
                  <a:pt x="983" y="654"/>
                </a:lnTo>
                <a:lnTo>
                  <a:pt x="995" y="645"/>
                </a:lnTo>
                <a:lnTo>
                  <a:pt x="1007" y="636"/>
                </a:lnTo>
                <a:lnTo>
                  <a:pt x="1018" y="626"/>
                </a:lnTo>
                <a:lnTo>
                  <a:pt x="1029" y="616"/>
                </a:lnTo>
                <a:lnTo>
                  <a:pt x="1039" y="606"/>
                </a:lnTo>
                <a:lnTo>
                  <a:pt x="1049" y="596"/>
                </a:lnTo>
                <a:lnTo>
                  <a:pt x="1058" y="586"/>
                </a:lnTo>
                <a:lnTo>
                  <a:pt x="1067" y="575"/>
                </a:lnTo>
                <a:lnTo>
                  <a:pt x="1075" y="565"/>
                </a:lnTo>
                <a:lnTo>
                  <a:pt x="1083" y="554"/>
                </a:lnTo>
                <a:lnTo>
                  <a:pt x="1091" y="543"/>
                </a:lnTo>
                <a:lnTo>
                  <a:pt x="1098" y="532"/>
                </a:lnTo>
                <a:lnTo>
                  <a:pt x="1105" y="520"/>
                </a:lnTo>
                <a:lnTo>
                  <a:pt x="1110" y="509"/>
                </a:lnTo>
                <a:lnTo>
                  <a:pt x="1116" y="497"/>
                </a:lnTo>
                <a:lnTo>
                  <a:pt x="1120" y="486"/>
                </a:lnTo>
                <a:lnTo>
                  <a:pt x="1124" y="474"/>
                </a:lnTo>
                <a:lnTo>
                  <a:pt x="1128" y="462"/>
                </a:lnTo>
                <a:lnTo>
                  <a:pt x="1131" y="450"/>
                </a:lnTo>
                <a:lnTo>
                  <a:pt x="1134" y="438"/>
                </a:lnTo>
                <a:lnTo>
                  <a:pt x="1136" y="426"/>
                </a:lnTo>
                <a:lnTo>
                  <a:pt x="1137" y="414"/>
                </a:lnTo>
                <a:lnTo>
                  <a:pt x="1138" y="402"/>
                </a:lnTo>
                <a:lnTo>
                  <a:pt x="1138" y="390"/>
                </a:lnTo>
                <a:moveTo>
                  <a:pt x="1142" y="390"/>
                </a:moveTo>
                <a:lnTo>
                  <a:pt x="1142" y="402"/>
                </a:lnTo>
                <a:lnTo>
                  <a:pt x="1141" y="414"/>
                </a:lnTo>
                <a:lnTo>
                  <a:pt x="1139" y="426"/>
                </a:lnTo>
                <a:lnTo>
                  <a:pt x="1137" y="438"/>
                </a:lnTo>
                <a:lnTo>
                  <a:pt x="1135" y="450"/>
                </a:lnTo>
                <a:lnTo>
                  <a:pt x="1132" y="462"/>
                </a:lnTo>
                <a:lnTo>
                  <a:pt x="1128" y="474"/>
                </a:lnTo>
                <a:lnTo>
                  <a:pt x="1124" y="486"/>
                </a:lnTo>
                <a:lnTo>
                  <a:pt x="1119" y="498"/>
                </a:lnTo>
                <a:lnTo>
                  <a:pt x="1114" y="510"/>
                </a:lnTo>
                <a:lnTo>
                  <a:pt x="1108" y="521"/>
                </a:lnTo>
                <a:lnTo>
                  <a:pt x="1102" y="533"/>
                </a:lnTo>
                <a:lnTo>
                  <a:pt x="1095" y="544"/>
                </a:lnTo>
                <a:lnTo>
                  <a:pt x="1087" y="555"/>
                </a:lnTo>
                <a:lnTo>
                  <a:pt x="1079" y="566"/>
                </a:lnTo>
                <a:lnTo>
                  <a:pt x="1070" y="577"/>
                </a:lnTo>
                <a:lnTo>
                  <a:pt x="1061" y="587"/>
                </a:lnTo>
                <a:lnTo>
                  <a:pt x="1052" y="598"/>
                </a:lnTo>
                <a:lnTo>
                  <a:pt x="1042" y="608"/>
                </a:lnTo>
                <a:lnTo>
                  <a:pt x="1032" y="618"/>
                </a:lnTo>
                <a:lnTo>
                  <a:pt x="1021" y="628"/>
                </a:lnTo>
                <a:lnTo>
                  <a:pt x="1010" y="637"/>
                </a:lnTo>
                <a:lnTo>
                  <a:pt x="998" y="646"/>
                </a:lnTo>
                <a:lnTo>
                  <a:pt x="986" y="655"/>
                </a:lnTo>
                <a:lnTo>
                  <a:pt x="974" y="664"/>
                </a:lnTo>
                <a:lnTo>
                  <a:pt x="961" y="673"/>
                </a:lnTo>
                <a:lnTo>
                  <a:pt x="948" y="681"/>
                </a:lnTo>
                <a:lnTo>
                  <a:pt x="934" y="689"/>
                </a:lnTo>
                <a:lnTo>
                  <a:pt x="920" y="696"/>
                </a:lnTo>
                <a:lnTo>
                  <a:pt x="906" y="704"/>
                </a:lnTo>
                <a:lnTo>
                  <a:pt x="891" y="711"/>
                </a:lnTo>
                <a:lnTo>
                  <a:pt x="876" y="717"/>
                </a:lnTo>
                <a:lnTo>
                  <a:pt x="861" y="724"/>
                </a:lnTo>
                <a:lnTo>
                  <a:pt x="845" y="730"/>
                </a:lnTo>
                <a:lnTo>
                  <a:pt x="829" y="736"/>
                </a:lnTo>
                <a:lnTo>
                  <a:pt x="813" y="741"/>
                </a:lnTo>
                <a:lnTo>
                  <a:pt x="797" y="746"/>
                </a:lnTo>
                <a:lnTo>
                  <a:pt x="780" y="751"/>
                </a:lnTo>
                <a:lnTo>
                  <a:pt x="764" y="755"/>
                </a:lnTo>
                <a:lnTo>
                  <a:pt x="747" y="759"/>
                </a:lnTo>
                <a:lnTo>
                  <a:pt x="729" y="763"/>
                </a:lnTo>
                <a:lnTo>
                  <a:pt x="712" y="766"/>
                </a:lnTo>
                <a:lnTo>
                  <a:pt x="695" y="769"/>
                </a:lnTo>
                <a:lnTo>
                  <a:pt x="677" y="771"/>
                </a:lnTo>
                <a:lnTo>
                  <a:pt x="660" y="773"/>
                </a:lnTo>
                <a:lnTo>
                  <a:pt x="642" y="775"/>
                </a:lnTo>
                <a:lnTo>
                  <a:pt x="624" y="776"/>
                </a:lnTo>
                <a:lnTo>
                  <a:pt x="606" y="777"/>
                </a:lnTo>
                <a:lnTo>
                  <a:pt x="588" y="778"/>
                </a:lnTo>
                <a:lnTo>
                  <a:pt x="570" y="778"/>
                </a:lnTo>
                <a:lnTo>
                  <a:pt x="552" y="778"/>
                </a:lnTo>
                <a:lnTo>
                  <a:pt x="534" y="777"/>
                </a:lnTo>
                <a:lnTo>
                  <a:pt x="517" y="776"/>
                </a:lnTo>
                <a:lnTo>
                  <a:pt x="499" y="775"/>
                </a:lnTo>
                <a:lnTo>
                  <a:pt x="481" y="773"/>
                </a:lnTo>
                <a:lnTo>
                  <a:pt x="463" y="771"/>
                </a:lnTo>
                <a:lnTo>
                  <a:pt x="446" y="769"/>
                </a:lnTo>
                <a:lnTo>
                  <a:pt x="428" y="766"/>
                </a:lnTo>
                <a:lnTo>
                  <a:pt x="411" y="763"/>
                </a:lnTo>
                <a:lnTo>
                  <a:pt x="394" y="759"/>
                </a:lnTo>
                <a:lnTo>
                  <a:pt x="377" y="755"/>
                </a:lnTo>
                <a:lnTo>
                  <a:pt x="360" y="751"/>
                </a:lnTo>
                <a:lnTo>
                  <a:pt x="344" y="746"/>
                </a:lnTo>
                <a:lnTo>
                  <a:pt x="327" y="741"/>
                </a:lnTo>
                <a:lnTo>
                  <a:pt x="311" y="736"/>
                </a:lnTo>
                <a:lnTo>
                  <a:pt x="295" y="730"/>
                </a:lnTo>
                <a:lnTo>
                  <a:pt x="280" y="724"/>
                </a:lnTo>
                <a:lnTo>
                  <a:pt x="265" y="717"/>
                </a:lnTo>
                <a:lnTo>
                  <a:pt x="250" y="711"/>
                </a:lnTo>
                <a:lnTo>
                  <a:pt x="235" y="704"/>
                </a:lnTo>
                <a:lnTo>
                  <a:pt x="221" y="696"/>
                </a:lnTo>
                <a:lnTo>
                  <a:pt x="207" y="689"/>
                </a:lnTo>
                <a:lnTo>
                  <a:pt x="193" y="681"/>
                </a:lnTo>
                <a:lnTo>
                  <a:pt x="180" y="673"/>
                </a:lnTo>
                <a:lnTo>
                  <a:pt x="167" y="664"/>
                </a:lnTo>
                <a:lnTo>
                  <a:pt x="154" y="655"/>
                </a:lnTo>
                <a:lnTo>
                  <a:pt x="142" y="646"/>
                </a:lnTo>
                <a:lnTo>
                  <a:pt x="131" y="637"/>
                </a:lnTo>
                <a:lnTo>
                  <a:pt x="119" y="628"/>
                </a:lnTo>
                <a:lnTo>
                  <a:pt x="109" y="618"/>
                </a:lnTo>
                <a:lnTo>
                  <a:pt x="98" y="608"/>
                </a:lnTo>
                <a:lnTo>
                  <a:pt x="89" y="598"/>
                </a:lnTo>
                <a:lnTo>
                  <a:pt x="79" y="587"/>
                </a:lnTo>
                <a:lnTo>
                  <a:pt x="70" y="577"/>
                </a:lnTo>
                <a:lnTo>
                  <a:pt x="62" y="566"/>
                </a:lnTo>
                <a:lnTo>
                  <a:pt x="54" y="555"/>
                </a:lnTo>
                <a:lnTo>
                  <a:pt x="47" y="544"/>
                </a:lnTo>
                <a:lnTo>
                  <a:pt x="40" y="533"/>
                </a:lnTo>
                <a:lnTo>
                  <a:pt x="33" y="521"/>
                </a:lnTo>
                <a:lnTo>
                  <a:pt x="28" y="510"/>
                </a:lnTo>
                <a:lnTo>
                  <a:pt x="22" y="498"/>
                </a:lnTo>
                <a:lnTo>
                  <a:pt x="18" y="486"/>
                </a:lnTo>
                <a:lnTo>
                  <a:pt x="13" y="474"/>
                </a:lnTo>
                <a:lnTo>
                  <a:pt x="10" y="462"/>
                </a:lnTo>
                <a:lnTo>
                  <a:pt x="7" y="450"/>
                </a:lnTo>
                <a:lnTo>
                  <a:pt x="4" y="438"/>
                </a:lnTo>
                <a:lnTo>
                  <a:pt x="2" y="426"/>
                </a:lnTo>
                <a:lnTo>
                  <a:pt x="1" y="414"/>
                </a:lnTo>
                <a:lnTo>
                  <a:pt x="0" y="402"/>
                </a:lnTo>
                <a:lnTo>
                  <a:pt x="0" y="390"/>
                </a:lnTo>
                <a:lnTo>
                  <a:pt x="0" y="377"/>
                </a:lnTo>
                <a:lnTo>
                  <a:pt x="1" y="365"/>
                </a:lnTo>
                <a:lnTo>
                  <a:pt x="2" y="353"/>
                </a:lnTo>
                <a:lnTo>
                  <a:pt x="4" y="340"/>
                </a:lnTo>
                <a:lnTo>
                  <a:pt x="7" y="328"/>
                </a:lnTo>
                <a:lnTo>
                  <a:pt x="10" y="316"/>
                </a:lnTo>
                <a:lnTo>
                  <a:pt x="13" y="304"/>
                </a:lnTo>
                <a:lnTo>
                  <a:pt x="18" y="292"/>
                </a:lnTo>
                <a:lnTo>
                  <a:pt x="22" y="280"/>
                </a:lnTo>
                <a:lnTo>
                  <a:pt x="28" y="269"/>
                </a:lnTo>
                <a:lnTo>
                  <a:pt x="33" y="257"/>
                </a:lnTo>
                <a:lnTo>
                  <a:pt x="40" y="246"/>
                </a:lnTo>
                <a:lnTo>
                  <a:pt x="47" y="234"/>
                </a:lnTo>
                <a:lnTo>
                  <a:pt x="54" y="223"/>
                </a:lnTo>
                <a:lnTo>
                  <a:pt x="62" y="212"/>
                </a:lnTo>
                <a:lnTo>
                  <a:pt x="70" y="202"/>
                </a:lnTo>
                <a:lnTo>
                  <a:pt x="79" y="191"/>
                </a:lnTo>
                <a:lnTo>
                  <a:pt x="89" y="181"/>
                </a:lnTo>
                <a:lnTo>
                  <a:pt x="98" y="170"/>
                </a:lnTo>
                <a:lnTo>
                  <a:pt x="109" y="160"/>
                </a:lnTo>
                <a:lnTo>
                  <a:pt x="119" y="151"/>
                </a:lnTo>
                <a:lnTo>
                  <a:pt x="131" y="141"/>
                </a:lnTo>
                <a:lnTo>
                  <a:pt x="142" y="132"/>
                </a:lnTo>
                <a:lnTo>
                  <a:pt x="154" y="123"/>
                </a:lnTo>
                <a:lnTo>
                  <a:pt x="167" y="114"/>
                </a:lnTo>
                <a:lnTo>
                  <a:pt x="180" y="106"/>
                </a:lnTo>
                <a:lnTo>
                  <a:pt x="193" y="97"/>
                </a:lnTo>
                <a:lnTo>
                  <a:pt x="207" y="89"/>
                </a:lnTo>
                <a:lnTo>
                  <a:pt x="221" y="82"/>
                </a:lnTo>
                <a:lnTo>
                  <a:pt x="235" y="75"/>
                </a:lnTo>
                <a:lnTo>
                  <a:pt x="250" y="68"/>
                </a:lnTo>
                <a:lnTo>
                  <a:pt x="265" y="61"/>
                </a:lnTo>
                <a:lnTo>
                  <a:pt x="280" y="54"/>
                </a:lnTo>
                <a:lnTo>
                  <a:pt x="295" y="48"/>
                </a:lnTo>
                <a:lnTo>
                  <a:pt x="311" y="43"/>
                </a:lnTo>
                <a:lnTo>
                  <a:pt x="327" y="37"/>
                </a:lnTo>
                <a:lnTo>
                  <a:pt x="344" y="32"/>
                </a:lnTo>
                <a:lnTo>
                  <a:pt x="360" y="28"/>
                </a:lnTo>
                <a:lnTo>
                  <a:pt x="377" y="23"/>
                </a:lnTo>
                <a:lnTo>
                  <a:pt x="394" y="19"/>
                </a:lnTo>
                <a:lnTo>
                  <a:pt x="411" y="16"/>
                </a:lnTo>
                <a:lnTo>
                  <a:pt x="428" y="13"/>
                </a:lnTo>
                <a:lnTo>
                  <a:pt x="446" y="10"/>
                </a:lnTo>
                <a:lnTo>
                  <a:pt x="463" y="7"/>
                </a:lnTo>
                <a:lnTo>
                  <a:pt x="481" y="5"/>
                </a:lnTo>
                <a:lnTo>
                  <a:pt x="499" y="3"/>
                </a:lnTo>
                <a:lnTo>
                  <a:pt x="517" y="2"/>
                </a:lnTo>
                <a:lnTo>
                  <a:pt x="534" y="1"/>
                </a:lnTo>
                <a:lnTo>
                  <a:pt x="552" y="1"/>
                </a:lnTo>
                <a:lnTo>
                  <a:pt x="570" y="0"/>
                </a:lnTo>
                <a:lnTo>
                  <a:pt x="588" y="1"/>
                </a:lnTo>
                <a:lnTo>
                  <a:pt x="606" y="1"/>
                </a:lnTo>
                <a:lnTo>
                  <a:pt x="624" y="2"/>
                </a:lnTo>
                <a:lnTo>
                  <a:pt x="642" y="3"/>
                </a:lnTo>
                <a:lnTo>
                  <a:pt x="660" y="5"/>
                </a:lnTo>
                <a:lnTo>
                  <a:pt x="677" y="7"/>
                </a:lnTo>
                <a:lnTo>
                  <a:pt x="695" y="10"/>
                </a:lnTo>
                <a:lnTo>
                  <a:pt x="712" y="13"/>
                </a:lnTo>
                <a:lnTo>
                  <a:pt x="729" y="16"/>
                </a:lnTo>
                <a:lnTo>
                  <a:pt x="747" y="19"/>
                </a:lnTo>
                <a:lnTo>
                  <a:pt x="764" y="23"/>
                </a:lnTo>
                <a:lnTo>
                  <a:pt x="780" y="28"/>
                </a:lnTo>
                <a:lnTo>
                  <a:pt x="797" y="32"/>
                </a:lnTo>
                <a:lnTo>
                  <a:pt x="813" y="37"/>
                </a:lnTo>
                <a:lnTo>
                  <a:pt x="829" y="43"/>
                </a:lnTo>
                <a:lnTo>
                  <a:pt x="845" y="48"/>
                </a:lnTo>
                <a:lnTo>
                  <a:pt x="861" y="54"/>
                </a:lnTo>
                <a:lnTo>
                  <a:pt x="876" y="61"/>
                </a:lnTo>
                <a:lnTo>
                  <a:pt x="891" y="68"/>
                </a:lnTo>
                <a:lnTo>
                  <a:pt x="906" y="75"/>
                </a:lnTo>
                <a:lnTo>
                  <a:pt x="920" y="82"/>
                </a:lnTo>
                <a:lnTo>
                  <a:pt x="934" y="89"/>
                </a:lnTo>
                <a:lnTo>
                  <a:pt x="948" y="97"/>
                </a:lnTo>
                <a:lnTo>
                  <a:pt x="961" y="106"/>
                </a:lnTo>
                <a:lnTo>
                  <a:pt x="974" y="114"/>
                </a:lnTo>
                <a:lnTo>
                  <a:pt x="986" y="123"/>
                </a:lnTo>
                <a:lnTo>
                  <a:pt x="998" y="132"/>
                </a:lnTo>
                <a:lnTo>
                  <a:pt x="1010" y="141"/>
                </a:lnTo>
                <a:lnTo>
                  <a:pt x="1021" y="151"/>
                </a:lnTo>
                <a:lnTo>
                  <a:pt x="1032" y="160"/>
                </a:lnTo>
                <a:lnTo>
                  <a:pt x="1042" y="170"/>
                </a:lnTo>
                <a:lnTo>
                  <a:pt x="1052" y="181"/>
                </a:lnTo>
                <a:lnTo>
                  <a:pt x="1061" y="191"/>
                </a:lnTo>
                <a:lnTo>
                  <a:pt x="1070" y="202"/>
                </a:lnTo>
                <a:lnTo>
                  <a:pt x="1079" y="212"/>
                </a:lnTo>
                <a:lnTo>
                  <a:pt x="1087" y="223"/>
                </a:lnTo>
                <a:lnTo>
                  <a:pt x="1095" y="234"/>
                </a:lnTo>
                <a:lnTo>
                  <a:pt x="1102" y="246"/>
                </a:lnTo>
                <a:lnTo>
                  <a:pt x="1108" y="257"/>
                </a:lnTo>
                <a:lnTo>
                  <a:pt x="1114" y="269"/>
                </a:lnTo>
                <a:lnTo>
                  <a:pt x="1119" y="280"/>
                </a:lnTo>
                <a:lnTo>
                  <a:pt x="1124" y="292"/>
                </a:lnTo>
                <a:lnTo>
                  <a:pt x="1128" y="304"/>
                </a:lnTo>
                <a:lnTo>
                  <a:pt x="1132" y="316"/>
                </a:lnTo>
                <a:lnTo>
                  <a:pt x="1135" y="328"/>
                </a:lnTo>
                <a:lnTo>
                  <a:pt x="1137" y="340"/>
                </a:lnTo>
                <a:lnTo>
                  <a:pt x="1139" y="353"/>
                </a:lnTo>
                <a:lnTo>
                  <a:pt x="1141" y="365"/>
                </a:lnTo>
                <a:lnTo>
                  <a:pt x="1142" y="377"/>
                </a:lnTo>
                <a:lnTo>
                  <a:pt x="1142" y="390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2" name=""/>
          <p:cNvSpPr/>
          <p:nvPr/>
        </p:nvSpPr>
        <p:spPr>
          <a:xfrm>
            <a:off x="3919320" y="2805840"/>
            <a:ext cx="414000" cy="281880"/>
          </a:xfrm>
          <a:custGeom>
            <a:avLst/>
            <a:gdLst/>
            <a:ahLst/>
            <a:rect l="0" t="0" r="r" b="b"/>
            <a:pathLst>
              <a:path w="1150" h="783">
                <a:moveTo>
                  <a:pt x="1146" y="391"/>
                </a:moveTo>
                <a:lnTo>
                  <a:pt x="1146" y="378"/>
                </a:lnTo>
                <a:lnTo>
                  <a:pt x="1145" y="366"/>
                </a:lnTo>
                <a:lnTo>
                  <a:pt x="1143" y="354"/>
                </a:lnTo>
                <a:lnTo>
                  <a:pt x="1141" y="342"/>
                </a:lnTo>
                <a:lnTo>
                  <a:pt x="1139" y="330"/>
                </a:lnTo>
                <a:lnTo>
                  <a:pt x="1136" y="318"/>
                </a:lnTo>
                <a:lnTo>
                  <a:pt x="1132" y="306"/>
                </a:lnTo>
                <a:lnTo>
                  <a:pt x="1128" y="294"/>
                </a:lnTo>
                <a:lnTo>
                  <a:pt x="1123" y="282"/>
                </a:lnTo>
                <a:lnTo>
                  <a:pt x="1118" y="271"/>
                </a:lnTo>
                <a:lnTo>
                  <a:pt x="1112" y="259"/>
                </a:lnTo>
                <a:lnTo>
                  <a:pt x="1106" y="248"/>
                </a:lnTo>
                <a:lnTo>
                  <a:pt x="1099" y="236"/>
                </a:lnTo>
                <a:lnTo>
                  <a:pt x="1092" y="225"/>
                </a:lnTo>
                <a:lnTo>
                  <a:pt x="1084" y="214"/>
                </a:lnTo>
                <a:lnTo>
                  <a:pt x="1075" y="204"/>
                </a:lnTo>
                <a:lnTo>
                  <a:pt x="1066" y="193"/>
                </a:lnTo>
                <a:lnTo>
                  <a:pt x="1057" y="183"/>
                </a:lnTo>
                <a:lnTo>
                  <a:pt x="1047" y="172"/>
                </a:lnTo>
                <a:lnTo>
                  <a:pt x="1037" y="162"/>
                </a:lnTo>
                <a:lnTo>
                  <a:pt x="1026" y="153"/>
                </a:lnTo>
                <a:lnTo>
                  <a:pt x="1015" y="143"/>
                </a:lnTo>
                <a:lnTo>
                  <a:pt x="1003" y="134"/>
                </a:lnTo>
                <a:lnTo>
                  <a:pt x="991" y="125"/>
                </a:lnTo>
                <a:lnTo>
                  <a:pt x="979" y="116"/>
                </a:lnTo>
                <a:lnTo>
                  <a:pt x="966" y="108"/>
                </a:lnTo>
                <a:lnTo>
                  <a:pt x="953" y="99"/>
                </a:lnTo>
                <a:lnTo>
                  <a:pt x="939" y="91"/>
                </a:lnTo>
                <a:lnTo>
                  <a:pt x="925" y="84"/>
                </a:lnTo>
                <a:lnTo>
                  <a:pt x="911" y="77"/>
                </a:lnTo>
                <a:lnTo>
                  <a:pt x="896" y="70"/>
                </a:lnTo>
                <a:lnTo>
                  <a:pt x="881" y="63"/>
                </a:lnTo>
                <a:lnTo>
                  <a:pt x="866" y="56"/>
                </a:lnTo>
                <a:lnTo>
                  <a:pt x="850" y="50"/>
                </a:lnTo>
                <a:lnTo>
                  <a:pt x="834" y="45"/>
                </a:lnTo>
                <a:lnTo>
                  <a:pt x="818" y="39"/>
                </a:lnTo>
                <a:lnTo>
                  <a:pt x="802" y="34"/>
                </a:lnTo>
                <a:lnTo>
                  <a:pt x="785" y="30"/>
                </a:lnTo>
                <a:lnTo>
                  <a:pt x="769" y="25"/>
                </a:lnTo>
                <a:lnTo>
                  <a:pt x="752" y="21"/>
                </a:lnTo>
                <a:lnTo>
                  <a:pt x="734" y="18"/>
                </a:lnTo>
                <a:lnTo>
                  <a:pt x="717" y="15"/>
                </a:lnTo>
                <a:lnTo>
                  <a:pt x="700" y="12"/>
                </a:lnTo>
                <a:lnTo>
                  <a:pt x="682" y="9"/>
                </a:lnTo>
                <a:lnTo>
                  <a:pt x="665" y="7"/>
                </a:lnTo>
                <a:lnTo>
                  <a:pt x="647" y="5"/>
                </a:lnTo>
                <a:lnTo>
                  <a:pt x="629" y="4"/>
                </a:lnTo>
                <a:lnTo>
                  <a:pt x="611" y="3"/>
                </a:lnTo>
                <a:lnTo>
                  <a:pt x="593" y="3"/>
                </a:lnTo>
                <a:lnTo>
                  <a:pt x="575" y="2"/>
                </a:lnTo>
                <a:lnTo>
                  <a:pt x="557" y="3"/>
                </a:lnTo>
                <a:lnTo>
                  <a:pt x="539" y="3"/>
                </a:lnTo>
                <a:lnTo>
                  <a:pt x="522" y="4"/>
                </a:lnTo>
                <a:lnTo>
                  <a:pt x="504" y="5"/>
                </a:lnTo>
                <a:lnTo>
                  <a:pt x="486" y="7"/>
                </a:lnTo>
                <a:lnTo>
                  <a:pt x="468" y="9"/>
                </a:lnTo>
                <a:lnTo>
                  <a:pt x="451" y="12"/>
                </a:lnTo>
                <a:lnTo>
                  <a:pt x="433" y="15"/>
                </a:lnTo>
                <a:lnTo>
                  <a:pt x="416" y="18"/>
                </a:lnTo>
                <a:lnTo>
                  <a:pt x="399" y="21"/>
                </a:lnTo>
                <a:lnTo>
                  <a:pt x="382" y="25"/>
                </a:lnTo>
                <a:lnTo>
                  <a:pt x="365" y="30"/>
                </a:lnTo>
                <a:lnTo>
                  <a:pt x="349" y="34"/>
                </a:lnTo>
                <a:lnTo>
                  <a:pt x="332" y="39"/>
                </a:lnTo>
                <a:lnTo>
                  <a:pt x="316" y="45"/>
                </a:lnTo>
                <a:lnTo>
                  <a:pt x="300" y="50"/>
                </a:lnTo>
                <a:lnTo>
                  <a:pt x="285" y="56"/>
                </a:lnTo>
                <a:lnTo>
                  <a:pt x="270" y="63"/>
                </a:lnTo>
                <a:lnTo>
                  <a:pt x="255" y="70"/>
                </a:lnTo>
                <a:lnTo>
                  <a:pt x="240" y="77"/>
                </a:lnTo>
                <a:lnTo>
                  <a:pt x="226" y="84"/>
                </a:lnTo>
                <a:lnTo>
                  <a:pt x="212" y="91"/>
                </a:lnTo>
                <a:lnTo>
                  <a:pt x="198" y="99"/>
                </a:lnTo>
                <a:lnTo>
                  <a:pt x="185" y="108"/>
                </a:lnTo>
                <a:lnTo>
                  <a:pt x="172" y="116"/>
                </a:lnTo>
                <a:lnTo>
                  <a:pt x="159" y="125"/>
                </a:lnTo>
                <a:lnTo>
                  <a:pt x="147" y="134"/>
                </a:lnTo>
                <a:lnTo>
                  <a:pt x="136" y="143"/>
                </a:lnTo>
                <a:lnTo>
                  <a:pt x="124" y="153"/>
                </a:lnTo>
                <a:lnTo>
                  <a:pt x="114" y="162"/>
                </a:lnTo>
                <a:lnTo>
                  <a:pt x="103" y="172"/>
                </a:lnTo>
                <a:lnTo>
                  <a:pt x="94" y="183"/>
                </a:lnTo>
                <a:lnTo>
                  <a:pt x="84" y="193"/>
                </a:lnTo>
                <a:lnTo>
                  <a:pt x="75" y="204"/>
                </a:lnTo>
                <a:lnTo>
                  <a:pt x="67" y="214"/>
                </a:lnTo>
                <a:lnTo>
                  <a:pt x="59" y="225"/>
                </a:lnTo>
                <a:lnTo>
                  <a:pt x="52" y="236"/>
                </a:lnTo>
                <a:lnTo>
                  <a:pt x="45" y="248"/>
                </a:lnTo>
                <a:lnTo>
                  <a:pt x="38" y="259"/>
                </a:lnTo>
                <a:lnTo>
                  <a:pt x="33" y="271"/>
                </a:lnTo>
                <a:lnTo>
                  <a:pt x="27" y="282"/>
                </a:lnTo>
                <a:lnTo>
                  <a:pt x="23" y="294"/>
                </a:lnTo>
                <a:lnTo>
                  <a:pt x="17" y="306"/>
                </a:lnTo>
                <a:lnTo>
                  <a:pt x="14" y="318"/>
                </a:lnTo>
                <a:lnTo>
                  <a:pt x="11" y="330"/>
                </a:lnTo>
                <a:lnTo>
                  <a:pt x="8" y="342"/>
                </a:lnTo>
                <a:lnTo>
                  <a:pt x="6" y="354"/>
                </a:lnTo>
                <a:lnTo>
                  <a:pt x="5" y="366"/>
                </a:lnTo>
                <a:lnTo>
                  <a:pt x="4" y="378"/>
                </a:lnTo>
                <a:lnTo>
                  <a:pt x="4" y="391"/>
                </a:lnTo>
                <a:lnTo>
                  <a:pt x="4" y="403"/>
                </a:lnTo>
                <a:lnTo>
                  <a:pt x="5" y="416"/>
                </a:lnTo>
                <a:lnTo>
                  <a:pt x="6" y="428"/>
                </a:lnTo>
                <a:lnTo>
                  <a:pt x="8" y="440"/>
                </a:lnTo>
                <a:lnTo>
                  <a:pt x="11" y="452"/>
                </a:lnTo>
                <a:lnTo>
                  <a:pt x="14" y="464"/>
                </a:lnTo>
                <a:lnTo>
                  <a:pt x="17" y="476"/>
                </a:lnTo>
                <a:lnTo>
                  <a:pt x="23" y="488"/>
                </a:lnTo>
                <a:lnTo>
                  <a:pt x="27" y="500"/>
                </a:lnTo>
                <a:lnTo>
                  <a:pt x="33" y="512"/>
                </a:lnTo>
                <a:lnTo>
                  <a:pt x="38" y="523"/>
                </a:lnTo>
                <a:lnTo>
                  <a:pt x="45" y="535"/>
                </a:lnTo>
                <a:lnTo>
                  <a:pt x="52" y="546"/>
                </a:lnTo>
                <a:lnTo>
                  <a:pt x="59" y="557"/>
                </a:lnTo>
                <a:lnTo>
                  <a:pt x="67" y="568"/>
                </a:lnTo>
                <a:lnTo>
                  <a:pt x="75" y="579"/>
                </a:lnTo>
                <a:lnTo>
                  <a:pt x="84" y="589"/>
                </a:lnTo>
                <a:lnTo>
                  <a:pt x="94" y="600"/>
                </a:lnTo>
                <a:lnTo>
                  <a:pt x="103" y="610"/>
                </a:lnTo>
                <a:lnTo>
                  <a:pt x="114" y="620"/>
                </a:lnTo>
                <a:lnTo>
                  <a:pt x="124" y="630"/>
                </a:lnTo>
                <a:lnTo>
                  <a:pt x="136" y="639"/>
                </a:lnTo>
                <a:lnTo>
                  <a:pt x="147" y="648"/>
                </a:lnTo>
                <a:lnTo>
                  <a:pt x="159" y="657"/>
                </a:lnTo>
                <a:lnTo>
                  <a:pt x="172" y="666"/>
                </a:lnTo>
                <a:lnTo>
                  <a:pt x="185" y="675"/>
                </a:lnTo>
                <a:lnTo>
                  <a:pt x="198" y="683"/>
                </a:lnTo>
                <a:lnTo>
                  <a:pt x="212" y="691"/>
                </a:lnTo>
                <a:lnTo>
                  <a:pt x="226" y="698"/>
                </a:lnTo>
                <a:lnTo>
                  <a:pt x="240" y="706"/>
                </a:lnTo>
                <a:lnTo>
                  <a:pt x="255" y="713"/>
                </a:lnTo>
                <a:lnTo>
                  <a:pt x="270" y="719"/>
                </a:lnTo>
                <a:lnTo>
                  <a:pt x="285" y="726"/>
                </a:lnTo>
                <a:lnTo>
                  <a:pt x="300" y="732"/>
                </a:lnTo>
                <a:lnTo>
                  <a:pt x="316" y="738"/>
                </a:lnTo>
                <a:lnTo>
                  <a:pt x="332" y="743"/>
                </a:lnTo>
                <a:lnTo>
                  <a:pt x="349" y="748"/>
                </a:lnTo>
                <a:lnTo>
                  <a:pt x="365" y="753"/>
                </a:lnTo>
                <a:lnTo>
                  <a:pt x="382" y="757"/>
                </a:lnTo>
                <a:lnTo>
                  <a:pt x="399" y="761"/>
                </a:lnTo>
                <a:lnTo>
                  <a:pt x="416" y="765"/>
                </a:lnTo>
                <a:lnTo>
                  <a:pt x="433" y="768"/>
                </a:lnTo>
                <a:lnTo>
                  <a:pt x="451" y="771"/>
                </a:lnTo>
                <a:lnTo>
                  <a:pt x="468" y="773"/>
                </a:lnTo>
                <a:lnTo>
                  <a:pt x="486" y="775"/>
                </a:lnTo>
                <a:lnTo>
                  <a:pt x="504" y="777"/>
                </a:lnTo>
                <a:lnTo>
                  <a:pt x="522" y="778"/>
                </a:lnTo>
                <a:lnTo>
                  <a:pt x="539" y="779"/>
                </a:lnTo>
                <a:lnTo>
                  <a:pt x="557" y="780"/>
                </a:lnTo>
                <a:lnTo>
                  <a:pt x="575" y="780"/>
                </a:lnTo>
                <a:lnTo>
                  <a:pt x="593" y="780"/>
                </a:lnTo>
                <a:lnTo>
                  <a:pt x="611" y="779"/>
                </a:lnTo>
                <a:lnTo>
                  <a:pt x="629" y="778"/>
                </a:lnTo>
                <a:lnTo>
                  <a:pt x="647" y="777"/>
                </a:lnTo>
                <a:lnTo>
                  <a:pt x="665" y="775"/>
                </a:lnTo>
                <a:lnTo>
                  <a:pt x="682" y="773"/>
                </a:lnTo>
                <a:lnTo>
                  <a:pt x="700" y="771"/>
                </a:lnTo>
                <a:lnTo>
                  <a:pt x="717" y="768"/>
                </a:lnTo>
                <a:lnTo>
                  <a:pt x="734" y="765"/>
                </a:lnTo>
                <a:lnTo>
                  <a:pt x="752" y="761"/>
                </a:lnTo>
                <a:lnTo>
                  <a:pt x="769" y="757"/>
                </a:lnTo>
                <a:lnTo>
                  <a:pt x="785" y="753"/>
                </a:lnTo>
                <a:lnTo>
                  <a:pt x="802" y="748"/>
                </a:lnTo>
                <a:lnTo>
                  <a:pt x="818" y="743"/>
                </a:lnTo>
                <a:lnTo>
                  <a:pt x="834" y="738"/>
                </a:lnTo>
                <a:lnTo>
                  <a:pt x="850" y="732"/>
                </a:lnTo>
                <a:lnTo>
                  <a:pt x="866" y="726"/>
                </a:lnTo>
                <a:lnTo>
                  <a:pt x="881" y="719"/>
                </a:lnTo>
                <a:lnTo>
                  <a:pt x="896" y="713"/>
                </a:lnTo>
                <a:lnTo>
                  <a:pt x="911" y="706"/>
                </a:lnTo>
                <a:lnTo>
                  <a:pt x="925" y="698"/>
                </a:lnTo>
                <a:lnTo>
                  <a:pt x="939" y="691"/>
                </a:lnTo>
                <a:lnTo>
                  <a:pt x="953" y="683"/>
                </a:lnTo>
                <a:lnTo>
                  <a:pt x="966" y="675"/>
                </a:lnTo>
                <a:lnTo>
                  <a:pt x="979" y="666"/>
                </a:lnTo>
                <a:lnTo>
                  <a:pt x="991" y="657"/>
                </a:lnTo>
                <a:lnTo>
                  <a:pt x="1003" y="648"/>
                </a:lnTo>
                <a:lnTo>
                  <a:pt x="1015" y="639"/>
                </a:lnTo>
                <a:lnTo>
                  <a:pt x="1026" y="630"/>
                </a:lnTo>
                <a:lnTo>
                  <a:pt x="1037" y="620"/>
                </a:lnTo>
                <a:lnTo>
                  <a:pt x="1047" y="610"/>
                </a:lnTo>
                <a:lnTo>
                  <a:pt x="1057" y="600"/>
                </a:lnTo>
                <a:lnTo>
                  <a:pt x="1066" y="589"/>
                </a:lnTo>
                <a:lnTo>
                  <a:pt x="1075" y="579"/>
                </a:lnTo>
                <a:lnTo>
                  <a:pt x="1084" y="568"/>
                </a:lnTo>
                <a:lnTo>
                  <a:pt x="1092" y="557"/>
                </a:lnTo>
                <a:lnTo>
                  <a:pt x="1099" y="546"/>
                </a:lnTo>
                <a:lnTo>
                  <a:pt x="1106" y="535"/>
                </a:lnTo>
                <a:lnTo>
                  <a:pt x="1112" y="523"/>
                </a:lnTo>
                <a:lnTo>
                  <a:pt x="1118" y="512"/>
                </a:lnTo>
                <a:lnTo>
                  <a:pt x="1123" y="500"/>
                </a:lnTo>
                <a:lnTo>
                  <a:pt x="1128" y="488"/>
                </a:lnTo>
                <a:lnTo>
                  <a:pt x="1132" y="476"/>
                </a:lnTo>
                <a:lnTo>
                  <a:pt x="1136" y="464"/>
                </a:lnTo>
                <a:lnTo>
                  <a:pt x="1139" y="452"/>
                </a:lnTo>
                <a:lnTo>
                  <a:pt x="1141" y="440"/>
                </a:lnTo>
                <a:lnTo>
                  <a:pt x="1143" y="428"/>
                </a:lnTo>
                <a:lnTo>
                  <a:pt x="1145" y="416"/>
                </a:lnTo>
                <a:lnTo>
                  <a:pt x="1146" y="403"/>
                </a:lnTo>
                <a:lnTo>
                  <a:pt x="1146" y="391"/>
                </a:lnTo>
                <a:moveTo>
                  <a:pt x="1150" y="391"/>
                </a:moveTo>
                <a:lnTo>
                  <a:pt x="1149" y="403"/>
                </a:lnTo>
                <a:lnTo>
                  <a:pt x="1148" y="416"/>
                </a:lnTo>
                <a:lnTo>
                  <a:pt x="1147" y="428"/>
                </a:lnTo>
                <a:lnTo>
                  <a:pt x="1145" y="441"/>
                </a:lnTo>
                <a:lnTo>
                  <a:pt x="1143" y="453"/>
                </a:lnTo>
                <a:lnTo>
                  <a:pt x="1139" y="465"/>
                </a:lnTo>
                <a:lnTo>
                  <a:pt x="1136" y="477"/>
                </a:lnTo>
                <a:lnTo>
                  <a:pt x="1132" y="489"/>
                </a:lnTo>
                <a:lnTo>
                  <a:pt x="1127" y="501"/>
                </a:lnTo>
                <a:lnTo>
                  <a:pt x="1121" y="512"/>
                </a:lnTo>
                <a:lnTo>
                  <a:pt x="1116" y="524"/>
                </a:lnTo>
                <a:lnTo>
                  <a:pt x="1109" y="536"/>
                </a:lnTo>
                <a:lnTo>
                  <a:pt x="1102" y="547"/>
                </a:lnTo>
                <a:lnTo>
                  <a:pt x="1095" y="558"/>
                </a:lnTo>
                <a:lnTo>
                  <a:pt x="1087" y="569"/>
                </a:lnTo>
                <a:lnTo>
                  <a:pt x="1079" y="580"/>
                </a:lnTo>
                <a:lnTo>
                  <a:pt x="1070" y="591"/>
                </a:lnTo>
                <a:lnTo>
                  <a:pt x="1060" y="601"/>
                </a:lnTo>
                <a:lnTo>
                  <a:pt x="1050" y="611"/>
                </a:lnTo>
                <a:lnTo>
                  <a:pt x="1040" y="621"/>
                </a:lnTo>
                <a:lnTo>
                  <a:pt x="1029" y="631"/>
                </a:lnTo>
                <a:lnTo>
                  <a:pt x="1018" y="641"/>
                </a:lnTo>
                <a:lnTo>
                  <a:pt x="1006" y="650"/>
                </a:lnTo>
                <a:lnTo>
                  <a:pt x="994" y="659"/>
                </a:lnTo>
                <a:lnTo>
                  <a:pt x="981" y="668"/>
                </a:lnTo>
                <a:lnTo>
                  <a:pt x="968" y="677"/>
                </a:lnTo>
                <a:lnTo>
                  <a:pt x="955" y="685"/>
                </a:lnTo>
                <a:lnTo>
                  <a:pt x="941" y="693"/>
                </a:lnTo>
                <a:lnTo>
                  <a:pt x="927" y="700"/>
                </a:lnTo>
                <a:lnTo>
                  <a:pt x="913" y="708"/>
                </a:lnTo>
                <a:lnTo>
                  <a:pt x="898" y="715"/>
                </a:lnTo>
                <a:lnTo>
                  <a:pt x="883" y="722"/>
                </a:lnTo>
                <a:lnTo>
                  <a:pt x="868" y="728"/>
                </a:lnTo>
                <a:lnTo>
                  <a:pt x="852" y="734"/>
                </a:lnTo>
                <a:lnTo>
                  <a:pt x="836" y="740"/>
                </a:lnTo>
                <a:lnTo>
                  <a:pt x="820" y="745"/>
                </a:lnTo>
                <a:lnTo>
                  <a:pt x="803" y="750"/>
                </a:lnTo>
                <a:lnTo>
                  <a:pt x="787" y="755"/>
                </a:lnTo>
                <a:lnTo>
                  <a:pt x="770" y="759"/>
                </a:lnTo>
                <a:lnTo>
                  <a:pt x="753" y="763"/>
                </a:lnTo>
                <a:lnTo>
                  <a:pt x="735" y="767"/>
                </a:lnTo>
                <a:lnTo>
                  <a:pt x="718" y="770"/>
                </a:lnTo>
                <a:lnTo>
                  <a:pt x="701" y="773"/>
                </a:lnTo>
                <a:lnTo>
                  <a:pt x="683" y="776"/>
                </a:lnTo>
                <a:lnTo>
                  <a:pt x="665" y="778"/>
                </a:lnTo>
                <a:lnTo>
                  <a:pt x="647" y="779"/>
                </a:lnTo>
                <a:lnTo>
                  <a:pt x="629" y="781"/>
                </a:lnTo>
                <a:lnTo>
                  <a:pt x="611" y="782"/>
                </a:lnTo>
                <a:lnTo>
                  <a:pt x="593" y="782"/>
                </a:lnTo>
                <a:lnTo>
                  <a:pt x="575" y="783"/>
                </a:lnTo>
                <a:lnTo>
                  <a:pt x="557" y="782"/>
                </a:lnTo>
                <a:lnTo>
                  <a:pt x="539" y="782"/>
                </a:lnTo>
                <a:lnTo>
                  <a:pt x="521" y="781"/>
                </a:lnTo>
                <a:lnTo>
                  <a:pt x="503" y="779"/>
                </a:lnTo>
                <a:lnTo>
                  <a:pt x="485" y="778"/>
                </a:lnTo>
                <a:lnTo>
                  <a:pt x="468" y="776"/>
                </a:lnTo>
                <a:lnTo>
                  <a:pt x="450" y="773"/>
                </a:lnTo>
                <a:lnTo>
                  <a:pt x="432" y="770"/>
                </a:lnTo>
                <a:lnTo>
                  <a:pt x="415" y="767"/>
                </a:lnTo>
                <a:lnTo>
                  <a:pt x="398" y="763"/>
                </a:lnTo>
                <a:lnTo>
                  <a:pt x="381" y="759"/>
                </a:lnTo>
                <a:lnTo>
                  <a:pt x="364" y="755"/>
                </a:lnTo>
                <a:lnTo>
                  <a:pt x="347" y="750"/>
                </a:lnTo>
                <a:lnTo>
                  <a:pt x="331" y="745"/>
                </a:lnTo>
                <a:lnTo>
                  <a:pt x="315" y="740"/>
                </a:lnTo>
                <a:lnTo>
                  <a:pt x="299" y="734"/>
                </a:lnTo>
                <a:lnTo>
                  <a:pt x="283" y="728"/>
                </a:lnTo>
                <a:lnTo>
                  <a:pt x="268" y="722"/>
                </a:lnTo>
                <a:lnTo>
                  <a:pt x="252" y="715"/>
                </a:lnTo>
                <a:lnTo>
                  <a:pt x="238" y="708"/>
                </a:lnTo>
                <a:lnTo>
                  <a:pt x="223" y="700"/>
                </a:lnTo>
                <a:lnTo>
                  <a:pt x="209" y="693"/>
                </a:lnTo>
                <a:lnTo>
                  <a:pt x="195" y="685"/>
                </a:lnTo>
                <a:lnTo>
                  <a:pt x="182" y="677"/>
                </a:lnTo>
                <a:lnTo>
                  <a:pt x="169" y="668"/>
                </a:lnTo>
                <a:lnTo>
                  <a:pt x="157" y="659"/>
                </a:lnTo>
                <a:lnTo>
                  <a:pt x="144" y="650"/>
                </a:lnTo>
                <a:lnTo>
                  <a:pt x="133" y="641"/>
                </a:lnTo>
                <a:lnTo>
                  <a:pt x="121" y="631"/>
                </a:lnTo>
                <a:lnTo>
                  <a:pt x="111" y="621"/>
                </a:lnTo>
                <a:lnTo>
                  <a:pt x="100" y="611"/>
                </a:lnTo>
                <a:lnTo>
                  <a:pt x="90" y="601"/>
                </a:lnTo>
                <a:lnTo>
                  <a:pt x="81" y="591"/>
                </a:lnTo>
                <a:lnTo>
                  <a:pt x="72" y="580"/>
                </a:lnTo>
                <a:lnTo>
                  <a:pt x="64" y="569"/>
                </a:lnTo>
                <a:lnTo>
                  <a:pt x="56" y="558"/>
                </a:lnTo>
                <a:lnTo>
                  <a:pt x="48" y="547"/>
                </a:lnTo>
                <a:lnTo>
                  <a:pt x="41" y="536"/>
                </a:lnTo>
                <a:lnTo>
                  <a:pt x="35" y="524"/>
                </a:lnTo>
                <a:lnTo>
                  <a:pt x="29" y="512"/>
                </a:lnTo>
                <a:lnTo>
                  <a:pt x="24" y="501"/>
                </a:lnTo>
                <a:lnTo>
                  <a:pt x="18" y="489"/>
                </a:lnTo>
                <a:lnTo>
                  <a:pt x="14" y="477"/>
                </a:lnTo>
                <a:lnTo>
                  <a:pt x="10" y="465"/>
                </a:lnTo>
                <a:lnTo>
                  <a:pt x="7" y="453"/>
                </a:lnTo>
                <a:lnTo>
                  <a:pt x="4" y="441"/>
                </a:lnTo>
                <a:lnTo>
                  <a:pt x="2" y="428"/>
                </a:lnTo>
                <a:lnTo>
                  <a:pt x="1" y="416"/>
                </a:lnTo>
                <a:lnTo>
                  <a:pt x="0" y="403"/>
                </a:lnTo>
                <a:lnTo>
                  <a:pt x="0" y="391"/>
                </a:lnTo>
                <a:lnTo>
                  <a:pt x="0" y="378"/>
                </a:lnTo>
                <a:lnTo>
                  <a:pt x="1" y="366"/>
                </a:lnTo>
                <a:lnTo>
                  <a:pt x="2" y="354"/>
                </a:lnTo>
                <a:lnTo>
                  <a:pt x="4" y="342"/>
                </a:lnTo>
                <a:lnTo>
                  <a:pt x="7" y="330"/>
                </a:lnTo>
                <a:lnTo>
                  <a:pt x="10" y="317"/>
                </a:lnTo>
                <a:lnTo>
                  <a:pt x="14" y="305"/>
                </a:lnTo>
                <a:lnTo>
                  <a:pt x="18" y="293"/>
                </a:lnTo>
                <a:lnTo>
                  <a:pt x="24" y="282"/>
                </a:lnTo>
                <a:lnTo>
                  <a:pt x="29" y="270"/>
                </a:lnTo>
                <a:lnTo>
                  <a:pt x="35" y="258"/>
                </a:lnTo>
                <a:lnTo>
                  <a:pt x="41" y="247"/>
                </a:lnTo>
                <a:lnTo>
                  <a:pt x="48" y="235"/>
                </a:lnTo>
                <a:lnTo>
                  <a:pt x="56" y="224"/>
                </a:lnTo>
                <a:lnTo>
                  <a:pt x="64" y="213"/>
                </a:lnTo>
                <a:lnTo>
                  <a:pt x="72" y="202"/>
                </a:lnTo>
                <a:lnTo>
                  <a:pt x="81" y="192"/>
                </a:lnTo>
                <a:lnTo>
                  <a:pt x="90" y="181"/>
                </a:lnTo>
                <a:lnTo>
                  <a:pt x="100" y="171"/>
                </a:lnTo>
                <a:lnTo>
                  <a:pt x="111" y="161"/>
                </a:lnTo>
                <a:lnTo>
                  <a:pt x="121" y="151"/>
                </a:lnTo>
                <a:lnTo>
                  <a:pt x="133" y="142"/>
                </a:lnTo>
                <a:lnTo>
                  <a:pt x="144" y="132"/>
                </a:lnTo>
                <a:lnTo>
                  <a:pt x="157" y="123"/>
                </a:lnTo>
                <a:lnTo>
                  <a:pt x="169" y="114"/>
                </a:lnTo>
                <a:lnTo>
                  <a:pt x="182" y="106"/>
                </a:lnTo>
                <a:lnTo>
                  <a:pt x="195" y="97"/>
                </a:lnTo>
                <a:lnTo>
                  <a:pt x="209" y="89"/>
                </a:lnTo>
                <a:lnTo>
                  <a:pt x="223" y="82"/>
                </a:lnTo>
                <a:lnTo>
                  <a:pt x="238" y="74"/>
                </a:lnTo>
                <a:lnTo>
                  <a:pt x="252" y="67"/>
                </a:lnTo>
                <a:lnTo>
                  <a:pt x="268" y="61"/>
                </a:lnTo>
                <a:lnTo>
                  <a:pt x="283" y="54"/>
                </a:lnTo>
                <a:lnTo>
                  <a:pt x="299" y="48"/>
                </a:lnTo>
                <a:lnTo>
                  <a:pt x="315" y="42"/>
                </a:lnTo>
                <a:lnTo>
                  <a:pt x="331" y="37"/>
                </a:lnTo>
                <a:lnTo>
                  <a:pt x="347" y="32"/>
                </a:lnTo>
                <a:lnTo>
                  <a:pt x="364" y="27"/>
                </a:lnTo>
                <a:lnTo>
                  <a:pt x="381" y="23"/>
                </a:lnTo>
                <a:lnTo>
                  <a:pt x="398" y="19"/>
                </a:lnTo>
                <a:lnTo>
                  <a:pt x="415" y="15"/>
                </a:lnTo>
                <a:lnTo>
                  <a:pt x="432" y="12"/>
                </a:lnTo>
                <a:lnTo>
                  <a:pt x="450" y="9"/>
                </a:lnTo>
                <a:lnTo>
                  <a:pt x="468" y="7"/>
                </a:lnTo>
                <a:lnTo>
                  <a:pt x="485" y="5"/>
                </a:lnTo>
                <a:lnTo>
                  <a:pt x="503" y="3"/>
                </a:lnTo>
                <a:lnTo>
                  <a:pt x="521" y="2"/>
                </a:lnTo>
                <a:lnTo>
                  <a:pt x="539" y="1"/>
                </a:lnTo>
                <a:lnTo>
                  <a:pt x="557" y="0"/>
                </a:lnTo>
                <a:lnTo>
                  <a:pt x="575" y="0"/>
                </a:lnTo>
                <a:lnTo>
                  <a:pt x="593" y="0"/>
                </a:lnTo>
                <a:lnTo>
                  <a:pt x="611" y="1"/>
                </a:lnTo>
                <a:lnTo>
                  <a:pt x="629" y="2"/>
                </a:lnTo>
                <a:lnTo>
                  <a:pt x="647" y="3"/>
                </a:lnTo>
                <a:lnTo>
                  <a:pt x="665" y="5"/>
                </a:lnTo>
                <a:lnTo>
                  <a:pt x="683" y="7"/>
                </a:lnTo>
                <a:lnTo>
                  <a:pt x="701" y="9"/>
                </a:lnTo>
                <a:lnTo>
                  <a:pt x="718" y="12"/>
                </a:lnTo>
                <a:lnTo>
                  <a:pt x="735" y="15"/>
                </a:lnTo>
                <a:lnTo>
                  <a:pt x="753" y="19"/>
                </a:lnTo>
                <a:lnTo>
                  <a:pt x="770" y="23"/>
                </a:lnTo>
                <a:lnTo>
                  <a:pt x="787" y="27"/>
                </a:lnTo>
                <a:lnTo>
                  <a:pt x="803" y="32"/>
                </a:lnTo>
                <a:lnTo>
                  <a:pt x="820" y="37"/>
                </a:lnTo>
                <a:lnTo>
                  <a:pt x="836" y="42"/>
                </a:lnTo>
                <a:lnTo>
                  <a:pt x="852" y="48"/>
                </a:lnTo>
                <a:lnTo>
                  <a:pt x="868" y="54"/>
                </a:lnTo>
                <a:lnTo>
                  <a:pt x="883" y="61"/>
                </a:lnTo>
                <a:lnTo>
                  <a:pt x="898" y="67"/>
                </a:lnTo>
                <a:lnTo>
                  <a:pt x="913" y="74"/>
                </a:lnTo>
                <a:lnTo>
                  <a:pt x="927" y="82"/>
                </a:lnTo>
                <a:lnTo>
                  <a:pt x="941" y="89"/>
                </a:lnTo>
                <a:lnTo>
                  <a:pt x="955" y="97"/>
                </a:lnTo>
                <a:lnTo>
                  <a:pt x="968" y="106"/>
                </a:lnTo>
                <a:lnTo>
                  <a:pt x="981" y="114"/>
                </a:lnTo>
                <a:lnTo>
                  <a:pt x="994" y="123"/>
                </a:lnTo>
                <a:lnTo>
                  <a:pt x="1006" y="132"/>
                </a:lnTo>
                <a:lnTo>
                  <a:pt x="1018" y="142"/>
                </a:lnTo>
                <a:lnTo>
                  <a:pt x="1029" y="151"/>
                </a:lnTo>
                <a:lnTo>
                  <a:pt x="1040" y="161"/>
                </a:lnTo>
                <a:lnTo>
                  <a:pt x="1050" y="171"/>
                </a:lnTo>
                <a:lnTo>
                  <a:pt x="1060" y="181"/>
                </a:lnTo>
                <a:lnTo>
                  <a:pt x="1070" y="192"/>
                </a:lnTo>
                <a:lnTo>
                  <a:pt x="1079" y="202"/>
                </a:lnTo>
                <a:lnTo>
                  <a:pt x="1087" y="213"/>
                </a:lnTo>
                <a:lnTo>
                  <a:pt x="1095" y="224"/>
                </a:lnTo>
                <a:lnTo>
                  <a:pt x="1102" y="235"/>
                </a:lnTo>
                <a:lnTo>
                  <a:pt x="1109" y="247"/>
                </a:lnTo>
                <a:lnTo>
                  <a:pt x="1116" y="258"/>
                </a:lnTo>
                <a:lnTo>
                  <a:pt x="1121" y="270"/>
                </a:lnTo>
                <a:lnTo>
                  <a:pt x="1127" y="282"/>
                </a:lnTo>
                <a:lnTo>
                  <a:pt x="1132" y="293"/>
                </a:lnTo>
                <a:lnTo>
                  <a:pt x="1136" y="305"/>
                </a:lnTo>
                <a:lnTo>
                  <a:pt x="1139" y="317"/>
                </a:lnTo>
                <a:lnTo>
                  <a:pt x="1143" y="330"/>
                </a:lnTo>
                <a:lnTo>
                  <a:pt x="1145" y="342"/>
                </a:lnTo>
                <a:lnTo>
                  <a:pt x="1147" y="354"/>
                </a:lnTo>
                <a:lnTo>
                  <a:pt x="1148" y="366"/>
                </a:lnTo>
                <a:lnTo>
                  <a:pt x="1149" y="378"/>
                </a:lnTo>
                <a:lnTo>
                  <a:pt x="1150" y="391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3" name=""/>
          <p:cNvSpPr/>
          <p:nvPr/>
        </p:nvSpPr>
        <p:spPr>
          <a:xfrm>
            <a:off x="3915360" y="2802960"/>
            <a:ext cx="421920" cy="287280"/>
          </a:xfrm>
          <a:custGeom>
            <a:avLst/>
            <a:gdLst/>
            <a:ahLst/>
            <a:rect l="0" t="0" r="r" b="b"/>
            <a:pathLst>
              <a:path w="1172" h="798">
                <a:moveTo>
                  <a:pt x="1161" y="399"/>
                </a:moveTo>
                <a:lnTo>
                  <a:pt x="1160" y="386"/>
                </a:lnTo>
                <a:lnTo>
                  <a:pt x="1159" y="374"/>
                </a:lnTo>
                <a:lnTo>
                  <a:pt x="1158" y="362"/>
                </a:lnTo>
                <a:lnTo>
                  <a:pt x="1156" y="350"/>
                </a:lnTo>
                <a:lnTo>
                  <a:pt x="1154" y="338"/>
                </a:lnTo>
                <a:lnTo>
                  <a:pt x="1150" y="325"/>
                </a:lnTo>
                <a:lnTo>
                  <a:pt x="1147" y="313"/>
                </a:lnTo>
                <a:lnTo>
                  <a:pt x="1143" y="301"/>
                </a:lnTo>
                <a:lnTo>
                  <a:pt x="1138" y="290"/>
                </a:lnTo>
                <a:lnTo>
                  <a:pt x="1132" y="278"/>
                </a:lnTo>
                <a:lnTo>
                  <a:pt x="1127" y="266"/>
                </a:lnTo>
                <a:lnTo>
                  <a:pt x="1120" y="255"/>
                </a:lnTo>
                <a:lnTo>
                  <a:pt x="1113" y="243"/>
                </a:lnTo>
                <a:lnTo>
                  <a:pt x="1106" y="232"/>
                </a:lnTo>
                <a:lnTo>
                  <a:pt x="1098" y="221"/>
                </a:lnTo>
                <a:lnTo>
                  <a:pt x="1090" y="210"/>
                </a:lnTo>
                <a:lnTo>
                  <a:pt x="1081" y="200"/>
                </a:lnTo>
                <a:lnTo>
                  <a:pt x="1071" y="189"/>
                </a:lnTo>
                <a:lnTo>
                  <a:pt x="1061" y="179"/>
                </a:lnTo>
                <a:lnTo>
                  <a:pt x="1051" y="169"/>
                </a:lnTo>
                <a:lnTo>
                  <a:pt x="1040" y="159"/>
                </a:lnTo>
                <a:lnTo>
                  <a:pt x="1029" y="150"/>
                </a:lnTo>
                <a:lnTo>
                  <a:pt x="1017" y="140"/>
                </a:lnTo>
                <a:lnTo>
                  <a:pt x="1005" y="131"/>
                </a:lnTo>
                <a:lnTo>
                  <a:pt x="992" y="122"/>
                </a:lnTo>
                <a:lnTo>
                  <a:pt x="979" y="114"/>
                </a:lnTo>
                <a:lnTo>
                  <a:pt x="966" y="105"/>
                </a:lnTo>
                <a:lnTo>
                  <a:pt x="952" y="97"/>
                </a:lnTo>
                <a:lnTo>
                  <a:pt x="938" y="90"/>
                </a:lnTo>
                <a:lnTo>
                  <a:pt x="924" y="82"/>
                </a:lnTo>
                <a:lnTo>
                  <a:pt x="909" y="75"/>
                </a:lnTo>
                <a:lnTo>
                  <a:pt x="894" y="69"/>
                </a:lnTo>
                <a:lnTo>
                  <a:pt x="879" y="62"/>
                </a:lnTo>
                <a:lnTo>
                  <a:pt x="863" y="56"/>
                </a:lnTo>
                <a:lnTo>
                  <a:pt x="847" y="50"/>
                </a:lnTo>
                <a:lnTo>
                  <a:pt x="831" y="45"/>
                </a:lnTo>
                <a:lnTo>
                  <a:pt x="814" y="40"/>
                </a:lnTo>
                <a:lnTo>
                  <a:pt x="798" y="35"/>
                </a:lnTo>
                <a:lnTo>
                  <a:pt x="781" y="31"/>
                </a:lnTo>
                <a:lnTo>
                  <a:pt x="764" y="27"/>
                </a:lnTo>
                <a:lnTo>
                  <a:pt x="746" y="23"/>
                </a:lnTo>
                <a:lnTo>
                  <a:pt x="729" y="20"/>
                </a:lnTo>
                <a:lnTo>
                  <a:pt x="712" y="17"/>
                </a:lnTo>
                <a:lnTo>
                  <a:pt x="694" y="15"/>
                </a:lnTo>
                <a:lnTo>
                  <a:pt x="676" y="13"/>
                </a:lnTo>
                <a:lnTo>
                  <a:pt x="658" y="11"/>
                </a:lnTo>
                <a:lnTo>
                  <a:pt x="640" y="10"/>
                </a:lnTo>
                <a:lnTo>
                  <a:pt x="622" y="9"/>
                </a:lnTo>
                <a:lnTo>
                  <a:pt x="604" y="8"/>
                </a:lnTo>
                <a:lnTo>
                  <a:pt x="586" y="8"/>
                </a:lnTo>
                <a:lnTo>
                  <a:pt x="568" y="8"/>
                </a:lnTo>
                <a:lnTo>
                  <a:pt x="550" y="9"/>
                </a:lnTo>
                <a:lnTo>
                  <a:pt x="532" y="10"/>
                </a:lnTo>
                <a:lnTo>
                  <a:pt x="514" y="11"/>
                </a:lnTo>
                <a:lnTo>
                  <a:pt x="496" y="13"/>
                </a:lnTo>
                <a:lnTo>
                  <a:pt x="479" y="15"/>
                </a:lnTo>
                <a:lnTo>
                  <a:pt x="461" y="17"/>
                </a:lnTo>
                <a:lnTo>
                  <a:pt x="443" y="20"/>
                </a:lnTo>
                <a:lnTo>
                  <a:pt x="426" y="23"/>
                </a:lnTo>
                <a:lnTo>
                  <a:pt x="409" y="27"/>
                </a:lnTo>
                <a:lnTo>
                  <a:pt x="392" y="31"/>
                </a:lnTo>
                <a:lnTo>
                  <a:pt x="375" y="35"/>
                </a:lnTo>
                <a:lnTo>
                  <a:pt x="358" y="40"/>
                </a:lnTo>
                <a:lnTo>
                  <a:pt x="342" y="45"/>
                </a:lnTo>
                <a:lnTo>
                  <a:pt x="326" y="50"/>
                </a:lnTo>
                <a:lnTo>
                  <a:pt x="310" y="56"/>
                </a:lnTo>
                <a:lnTo>
                  <a:pt x="294" y="62"/>
                </a:lnTo>
                <a:lnTo>
                  <a:pt x="279" y="69"/>
                </a:lnTo>
                <a:lnTo>
                  <a:pt x="263" y="75"/>
                </a:lnTo>
                <a:lnTo>
                  <a:pt x="248" y="82"/>
                </a:lnTo>
                <a:lnTo>
                  <a:pt x="233" y="90"/>
                </a:lnTo>
                <a:lnTo>
                  <a:pt x="219" y="97"/>
                </a:lnTo>
                <a:lnTo>
                  <a:pt x="205" y="105"/>
                </a:lnTo>
                <a:lnTo>
                  <a:pt x="192" y="114"/>
                </a:lnTo>
                <a:lnTo>
                  <a:pt x="179" y="122"/>
                </a:lnTo>
                <a:lnTo>
                  <a:pt x="167" y="131"/>
                </a:lnTo>
                <a:lnTo>
                  <a:pt x="154" y="140"/>
                </a:lnTo>
                <a:lnTo>
                  <a:pt x="143" y="150"/>
                </a:lnTo>
                <a:lnTo>
                  <a:pt x="131" y="159"/>
                </a:lnTo>
                <a:lnTo>
                  <a:pt x="121" y="169"/>
                </a:lnTo>
                <a:lnTo>
                  <a:pt x="110" y="179"/>
                </a:lnTo>
                <a:lnTo>
                  <a:pt x="100" y="189"/>
                </a:lnTo>
                <a:lnTo>
                  <a:pt x="91" y="200"/>
                </a:lnTo>
                <a:lnTo>
                  <a:pt x="82" y="210"/>
                </a:lnTo>
                <a:lnTo>
                  <a:pt x="74" y="221"/>
                </a:lnTo>
                <a:lnTo>
                  <a:pt x="66" y="232"/>
                </a:lnTo>
                <a:lnTo>
                  <a:pt x="58" y="243"/>
                </a:lnTo>
                <a:lnTo>
                  <a:pt x="51" y="255"/>
                </a:lnTo>
                <a:lnTo>
                  <a:pt x="45" y="266"/>
                </a:lnTo>
                <a:lnTo>
                  <a:pt x="39" y="278"/>
                </a:lnTo>
                <a:lnTo>
                  <a:pt x="34" y="290"/>
                </a:lnTo>
                <a:lnTo>
                  <a:pt x="29" y="301"/>
                </a:lnTo>
                <a:lnTo>
                  <a:pt x="25" y="313"/>
                </a:lnTo>
                <a:lnTo>
                  <a:pt x="21" y="325"/>
                </a:lnTo>
                <a:lnTo>
                  <a:pt x="18" y="338"/>
                </a:lnTo>
                <a:lnTo>
                  <a:pt x="15" y="350"/>
                </a:lnTo>
                <a:lnTo>
                  <a:pt x="13" y="362"/>
                </a:lnTo>
                <a:lnTo>
                  <a:pt x="12" y="374"/>
                </a:lnTo>
                <a:lnTo>
                  <a:pt x="11" y="386"/>
                </a:lnTo>
                <a:lnTo>
                  <a:pt x="11" y="399"/>
                </a:lnTo>
                <a:lnTo>
                  <a:pt x="11" y="411"/>
                </a:lnTo>
                <a:lnTo>
                  <a:pt x="12" y="423"/>
                </a:lnTo>
                <a:lnTo>
                  <a:pt x="13" y="435"/>
                </a:lnTo>
                <a:lnTo>
                  <a:pt x="15" y="448"/>
                </a:lnTo>
                <a:lnTo>
                  <a:pt x="18" y="460"/>
                </a:lnTo>
                <a:lnTo>
                  <a:pt x="21" y="472"/>
                </a:lnTo>
                <a:lnTo>
                  <a:pt x="25" y="484"/>
                </a:lnTo>
                <a:lnTo>
                  <a:pt x="29" y="496"/>
                </a:lnTo>
                <a:lnTo>
                  <a:pt x="34" y="508"/>
                </a:lnTo>
                <a:lnTo>
                  <a:pt x="39" y="519"/>
                </a:lnTo>
                <a:lnTo>
                  <a:pt x="45" y="531"/>
                </a:lnTo>
                <a:lnTo>
                  <a:pt x="51" y="543"/>
                </a:lnTo>
                <a:lnTo>
                  <a:pt x="58" y="554"/>
                </a:lnTo>
                <a:lnTo>
                  <a:pt x="66" y="565"/>
                </a:lnTo>
                <a:lnTo>
                  <a:pt x="74" y="576"/>
                </a:lnTo>
                <a:lnTo>
                  <a:pt x="82" y="588"/>
                </a:lnTo>
                <a:lnTo>
                  <a:pt x="91" y="599"/>
                </a:lnTo>
                <a:lnTo>
                  <a:pt x="100" y="609"/>
                </a:lnTo>
                <a:lnTo>
                  <a:pt x="110" y="619"/>
                </a:lnTo>
                <a:lnTo>
                  <a:pt x="121" y="629"/>
                </a:lnTo>
                <a:lnTo>
                  <a:pt x="131" y="639"/>
                </a:lnTo>
                <a:lnTo>
                  <a:pt x="143" y="649"/>
                </a:lnTo>
                <a:lnTo>
                  <a:pt x="154" y="658"/>
                </a:lnTo>
                <a:lnTo>
                  <a:pt x="167" y="667"/>
                </a:lnTo>
                <a:lnTo>
                  <a:pt x="179" y="676"/>
                </a:lnTo>
                <a:lnTo>
                  <a:pt x="192" y="685"/>
                </a:lnTo>
                <a:lnTo>
                  <a:pt x="205" y="693"/>
                </a:lnTo>
                <a:lnTo>
                  <a:pt x="219" y="701"/>
                </a:lnTo>
                <a:lnTo>
                  <a:pt x="233" y="708"/>
                </a:lnTo>
                <a:lnTo>
                  <a:pt x="248" y="716"/>
                </a:lnTo>
                <a:lnTo>
                  <a:pt x="263" y="723"/>
                </a:lnTo>
                <a:lnTo>
                  <a:pt x="279" y="730"/>
                </a:lnTo>
                <a:lnTo>
                  <a:pt x="294" y="736"/>
                </a:lnTo>
                <a:lnTo>
                  <a:pt x="310" y="742"/>
                </a:lnTo>
                <a:lnTo>
                  <a:pt x="326" y="748"/>
                </a:lnTo>
                <a:lnTo>
                  <a:pt x="342" y="753"/>
                </a:lnTo>
                <a:lnTo>
                  <a:pt x="358" y="758"/>
                </a:lnTo>
                <a:lnTo>
                  <a:pt x="375" y="763"/>
                </a:lnTo>
                <a:lnTo>
                  <a:pt x="392" y="767"/>
                </a:lnTo>
                <a:lnTo>
                  <a:pt x="409" y="771"/>
                </a:lnTo>
                <a:lnTo>
                  <a:pt x="426" y="775"/>
                </a:lnTo>
                <a:lnTo>
                  <a:pt x="443" y="778"/>
                </a:lnTo>
                <a:lnTo>
                  <a:pt x="461" y="781"/>
                </a:lnTo>
                <a:lnTo>
                  <a:pt x="479" y="784"/>
                </a:lnTo>
                <a:lnTo>
                  <a:pt x="496" y="786"/>
                </a:lnTo>
                <a:lnTo>
                  <a:pt x="514" y="787"/>
                </a:lnTo>
                <a:lnTo>
                  <a:pt x="532" y="789"/>
                </a:lnTo>
                <a:lnTo>
                  <a:pt x="550" y="790"/>
                </a:lnTo>
                <a:lnTo>
                  <a:pt x="568" y="790"/>
                </a:lnTo>
                <a:lnTo>
                  <a:pt x="586" y="791"/>
                </a:lnTo>
                <a:lnTo>
                  <a:pt x="604" y="790"/>
                </a:lnTo>
                <a:lnTo>
                  <a:pt x="622" y="790"/>
                </a:lnTo>
                <a:lnTo>
                  <a:pt x="640" y="789"/>
                </a:lnTo>
                <a:lnTo>
                  <a:pt x="658" y="787"/>
                </a:lnTo>
                <a:lnTo>
                  <a:pt x="676" y="786"/>
                </a:lnTo>
                <a:lnTo>
                  <a:pt x="694" y="784"/>
                </a:lnTo>
                <a:lnTo>
                  <a:pt x="712" y="781"/>
                </a:lnTo>
                <a:lnTo>
                  <a:pt x="729" y="778"/>
                </a:lnTo>
                <a:lnTo>
                  <a:pt x="746" y="775"/>
                </a:lnTo>
                <a:lnTo>
                  <a:pt x="764" y="771"/>
                </a:lnTo>
                <a:lnTo>
                  <a:pt x="781" y="767"/>
                </a:lnTo>
                <a:lnTo>
                  <a:pt x="798" y="763"/>
                </a:lnTo>
                <a:lnTo>
                  <a:pt x="814" y="758"/>
                </a:lnTo>
                <a:lnTo>
                  <a:pt x="831" y="753"/>
                </a:lnTo>
                <a:lnTo>
                  <a:pt x="847" y="748"/>
                </a:lnTo>
                <a:lnTo>
                  <a:pt x="863" y="742"/>
                </a:lnTo>
                <a:lnTo>
                  <a:pt x="879" y="736"/>
                </a:lnTo>
                <a:lnTo>
                  <a:pt x="894" y="730"/>
                </a:lnTo>
                <a:lnTo>
                  <a:pt x="909" y="723"/>
                </a:lnTo>
                <a:lnTo>
                  <a:pt x="924" y="716"/>
                </a:lnTo>
                <a:lnTo>
                  <a:pt x="938" y="708"/>
                </a:lnTo>
                <a:lnTo>
                  <a:pt x="952" y="701"/>
                </a:lnTo>
                <a:lnTo>
                  <a:pt x="966" y="693"/>
                </a:lnTo>
                <a:lnTo>
                  <a:pt x="979" y="685"/>
                </a:lnTo>
                <a:lnTo>
                  <a:pt x="992" y="676"/>
                </a:lnTo>
                <a:lnTo>
                  <a:pt x="1005" y="667"/>
                </a:lnTo>
                <a:lnTo>
                  <a:pt x="1017" y="658"/>
                </a:lnTo>
                <a:lnTo>
                  <a:pt x="1029" y="649"/>
                </a:lnTo>
                <a:lnTo>
                  <a:pt x="1040" y="639"/>
                </a:lnTo>
                <a:lnTo>
                  <a:pt x="1051" y="629"/>
                </a:lnTo>
                <a:lnTo>
                  <a:pt x="1061" y="619"/>
                </a:lnTo>
                <a:lnTo>
                  <a:pt x="1071" y="609"/>
                </a:lnTo>
                <a:lnTo>
                  <a:pt x="1081" y="599"/>
                </a:lnTo>
                <a:lnTo>
                  <a:pt x="1090" y="588"/>
                </a:lnTo>
                <a:lnTo>
                  <a:pt x="1098" y="576"/>
                </a:lnTo>
                <a:lnTo>
                  <a:pt x="1106" y="565"/>
                </a:lnTo>
                <a:lnTo>
                  <a:pt x="1113" y="554"/>
                </a:lnTo>
                <a:lnTo>
                  <a:pt x="1120" y="543"/>
                </a:lnTo>
                <a:lnTo>
                  <a:pt x="1127" y="531"/>
                </a:lnTo>
                <a:lnTo>
                  <a:pt x="1132" y="519"/>
                </a:lnTo>
                <a:lnTo>
                  <a:pt x="1138" y="508"/>
                </a:lnTo>
                <a:lnTo>
                  <a:pt x="1143" y="496"/>
                </a:lnTo>
                <a:lnTo>
                  <a:pt x="1147" y="484"/>
                </a:lnTo>
                <a:lnTo>
                  <a:pt x="1150" y="472"/>
                </a:lnTo>
                <a:lnTo>
                  <a:pt x="1154" y="460"/>
                </a:lnTo>
                <a:lnTo>
                  <a:pt x="1156" y="448"/>
                </a:lnTo>
                <a:lnTo>
                  <a:pt x="1158" y="435"/>
                </a:lnTo>
                <a:lnTo>
                  <a:pt x="1159" y="423"/>
                </a:lnTo>
                <a:lnTo>
                  <a:pt x="1160" y="411"/>
                </a:lnTo>
                <a:lnTo>
                  <a:pt x="1161" y="399"/>
                </a:lnTo>
                <a:moveTo>
                  <a:pt x="1172" y="399"/>
                </a:moveTo>
                <a:lnTo>
                  <a:pt x="1172" y="411"/>
                </a:lnTo>
                <a:lnTo>
                  <a:pt x="1171" y="424"/>
                </a:lnTo>
                <a:lnTo>
                  <a:pt x="1169" y="436"/>
                </a:lnTo>
                <a:lnTo>
                  <a:pt x="1167" y="449"/>
                </a:lnTo>
                <a:lnTo>
                  <a:pt x="1165" y="461"/>
                </a:lnTo>
                <a:lnTo>
                  <a:pt x="1162" y="473"/>
                </a:lnTo>
                <a:lnTo>
                  <a:pt x="1158" y="486"/>
                </a:lnTo>
                <a:lnTo>
                  <a:pt x="1154" y="498"/>
                </a:lnTo>
                <a:lnTo>
                  <a:pt x="1149" y="510"/>
                </a:lnTo>
                <a:lnTo>
                  <a:pt x="1143" y="522"/>
                </a:lnTo>
                <a:lnTo>
                  <a:pt x="1137" y="534"/>
                </a:lnTo>
                <a:lnTo>
                  <a:pt x="1131" y="545"/>
                </a:lnTo>
                <a:lnTo>
                  <a:pt x="1124" y="557"/>
                </a:lnTo>
                <a:lnTo>
                  <a:pt x="1116" y="568"/>
                </a:lnTo>
                <a:lnTo>
                  <a:pt x="1108" y="580"/>
                </a:lnTo>
                <a:lnTo>
                  <a:pt x="1099" y="592"/>
                </a:lnTo>
                <a:lnTo>
                  <a:pt x="1090" y="603"/>
                </a:lnTo>
                <a:lnTo>
                  <a:pt x="1081" y="613"/>
                </a:lnTo>
                <a:lnTo>
                  <a:pt x="1071" y="624"/>
                </a:lnTo>
                <a:lnTo>
                  <a:pt x="1060" y="634"/>
                </a:lnTo>
                <a:lnTo>
                  <a:pt x="1049" y="644"/>
                </a:lnTo>
                <a:lnTo>
                  <a:pt x="1038" y="654"/>
                </a:lnTo>
                <a:lnTo>
                  <a:pt x="1026" y="663"/>
                </a:lnTo>
                <a:lnTo>
                  <a:pt x="1013" y="672"/>
                </a:lnTo>
                <a:lnTo>
                  <a:pt x="1000" y="681"/>
                </a:lnTo>
                <a:lnTo>
                  <a:pt x="987" y="690"/>
                </a:lnTo>
                <a:lnTo>
                  <a:pt x="974" y="699"/>
                </a:lnTo>
                <a:lnTo>
                  <a:pt x="960" y="707"/>
                </a:lnTo>
                <a:lnTo>
                  <a:pt x="945" y="715"/>
                </a:lnTo>
                <a:lnTo>
                  <a:pt x="931" y="722"/>
                </a:lnTo>
                <a:lnTo>
                  <a:pt x="915" y="729"/>
                </a:lnTo>
                <a:lnTo>
                  <a:pt x="900" y="736"/>
                </a:lnTo>
                <a:lnTo>
                  <a:pt x="884" y="743"/>
                </a:lnTo>
                <a:lnTo>
                  <a:pt x="868" y="749"/>
                </a:lnTo>
                <a:lnTo>
                  <a:pt x="852" y="755"/>
                </a:lnTo>
                <a:lnTo>
                  <a:pt x="836" y="760"/>
                </a:lnTo>
                <a:lnTo>
                  <a:pt x="819" y="765"/>
                </a:lnTo>
                <a:lnTo>
                  <a:pt x="802" y="770"/>
                </a:lnTo>
                <a:lnTo>
                  <a:pt x="785" y="775"/>
                </a:lnTo>
                <a:lnTo>
                  <a:pt x="767" y="779"/>
                </a:lnTo>
                <a:lnTo>
                  <a:pt x="750" y="782"/>
                </a:lnTo>
                <a:lnTo>
                  <a:pt x="732" y="786"/>
                </a:lnTo>
                <a:lnTo>
                  <a:pt x="714" y="789"/>
                </a:lnTo>
                <a:lnTo>
                  <a:pt x="696" y="791"/>
                </a:lnTo>
                <a:lnTo>
                  <a:pt x="678" y="793"/>
                </a:lnTo>
                <a:lnTo>
                  <a:pt x="660" y="795"/>
                </a:lnTo>
                <a:lnTo>
                  <a:pt x="641" y="796"/>
                </a:lnTo>
                <a:lnTo>
                  <a:pt x="623" y="797"/>
                </a:lnTo>
                <a:lnTo>
                  <a:pt x="605" y="798"/>
                </a:lnTo>
                <a:lnTo>
                  <a:pt x="586" y="798"/>
                </a:lnTo>
                <a:lnTo>
                  <a:pt x="568" y="798"/>
                </a:lnTo>
                <a:lnTo>
                  <a:pt x="549" y="797"/>
                </a:lnTo>
                <a:lnTo>
                  <a:pt x="531" y="796"/>
                </a:lnTo>
                <a:lnTo>
                  <a:pt x="513" y="795"/>
                </a:lnTo>
                <a:lnTo>
                  <a:pt x="495" y="793"/>
                </a:lnTo>
                <a:lnTo>
                  <a:pt x="477" y="791"/>
                </a:lnTo>
                <a:lnTo>
                  <a:pt x="458" y="789"/>
                </a:lnTo>
                <a:lnTo>
                  <a:pt x="441" y="786"/>
                </a:lnTo>
                <a:lnTo>
                  <a:pt x="423" y="782"/>
                </a:lnTo>
                <a:lnTo>
                  <a:pt x="405" y="779"/>
                </a:lnTo>
                <a:lnTo>
                  <a:pt x="388" y="775"/>
                </a:lnTo>
                <a:lnTo>
                  <a:pt x="371" y="770"/>
                </a:lnTo>
                <a:lnTo>
                  <a:pt x="354" y="765"/>
                </a:lnTo>
                <a:lnTo>
                  <a:pt x="337" y="760"/>
                </a:lnTo>
                <a:lnTo>
                  <a:pt x="320" y="755"/>
                </a:lnTo>
                <a:lnTo>
                  <a:pt x="304" y="749"/>
                </a:lnTo>
                <a:lnTo>
                  <a:pt x="288" y="743"/>
                </a:lnTo>
                <a:lnTo>
                  <a:pt x="272" y="736"/>
                </a:lnTo>
                <a:lnTo>
                  <a:pt x="257" y="729"/>
                </a:lnTo>
                <a:lnTo>
                  <a:pt x="241" y="722"/>
                </a:lnTo>
                <a:lnTo>
                  <a:pt x="226" y="715"/>
                </a:lnTo>
                <a:lnTo>
                  <a:pt x="212" y="707"/>
                </a:lnTo>
                <a:lnTo>
                  <a:pt x="198" y="699"/>
                </a:lnTo>
                <a:lnTo>
                  <a:pt x="184" y="690"/>
                </a:lnTo>
                <a:lnTo>
                  <a:pt x="171" y="681"/>
                </a:lnTo>
                <a:lnTo>
                  <a:pt x="158" y="672"/>
                </a:lnTo>
                <a:lnTo>
                  <a:pt x="146" y="663"/>
                </a:lnTo>
                <a:lnTo>
                  <a:pt x="134" y="654"/>
                </a:lnTo>
                <a:lnTo>
                  <a:pt x="122" y="644"/>
                </a:lnTo>
                <a:lnTo>
                  <a:pt x="111" y="634"/>
                </a:lnTo>
                <a:lnTo>
                  <a:pt x="101" y="624"/>
                </a:lnTo>
                <a:lnTo>
                  <a:pt x="91" y="613"/>
                </a:lnTo>
                <a:lnTo>
                  <a:pt x="81" y="603"/>
                </a:lnTo>
                <a:lnTo>
                  <a:pt x="72" y="592"/>
                </a:lnTo>
                <a:lnTo>
                  <a:pt x="63" y="580"/>
                </a:lnTo>
                <a:lnTo>
                  <a:pt x="55" y="568"/>
                </a:lnTo>
                <a:lnTo>
                  <a:pt x="48" y="557"/>
                </a:lnTo>
                <a:lnTo>
                  <a:pt x="41" y="545"/>
                </a:lnTo>
                <a:lnTo>
                  <a:pt x="34" y="534"/>
                </a:lnTo>
                <a:lnTo>
                  <a:pt x="28" y="522"/>
                </a:lnTo>
                <a:lnTo>
                  <a:pt x="23" y="510"/>
                </a:lnTo>
                <a:lnTo>
                  <a:pt x="18" y="498"/>
                </a:lnTo>
                <a:lnTo>
                  <a:pt x="14" y="486"/>
                </a:lnTo>
                <a:lnTo>
                  <a:pt x="10" y="473"/>
                </a:lnTo>
                <a:lnTo>
                  <a:pt x="7" y="461"/>
                </a:lnTo>
                <a:lnTo>
                  <a:pt x="4" y="449"/>
                </a:lnTo>
                <a:lnTo>
                  <a:pt x="2" y="436"/>
                </a:lnTo>
                <a:lnTo>
                  <a:pt x="1" y="424"/>
                </a:lnTo>
                <a:lnTo>
                  <a:pt x="0" y="411"/>
                </a:lnTo>
                <a:lnTo>
                  <a:pt x="0" y="399"/>
                </a:lnTo>
                <a:lnTo>
                  <a:pt x="0" y="386"/>
                </a:lnTo>
                <a:lnTo>
                  <a:pt x="1" y="374"/>
                </a:lnTo>
                <a:lnTo>
                  <a:pt x="2" y="361"/>
                </a:lnTo>
                <a:lnTo>
                  <a:pt x="4" y="349"/>
                </a:lnTo>
                <a:lnTo>
                  <a:pt x="7" y="336"/>
                </a:lnTo>
                <a:lnTo>
                  <a:pt x="10" y="324"/>
                </a:lnTo>
                <a:lnTo>
                  <a:pt x="14" y="312"/>
                </a:lnTo>
                <a:lnTo>
                  <a:pt x="18" y="300"/>
                </a:lnTo>
                <a:lnTo>
                  <a:pt x="23" y="287"/>
                </a:lnTo>
                <a:lnTo>
                  <a:pt x="28" y="275"/>
                </a:lnTo>
                <a:lnTo>
                  <a:pt x="34" y="264"/>
                </a:lnTo>
                <a:lnTo>
                  <a:pt x="41" y="252"/>
                </a:lnTo>
                <a:lnTo>
                  <a:pt x="48" y="240"/>
                </a:lnTo>
                <a:lnTo>
                  <a:pt x="55" y="229"/>
                </a:lnTo>
                <a:lnTo>
                  <a:pt x="63" y="218"/>
                </a:lnTo>
                <a:lnTo>
                  <a:pt x="72" y="207"/>
                </a:lnTo>
                <a:lnTo>
                  <a:pt x="81" y="196"/>
                </a:lnTo>
                <a:lnTo>
                  <a:pt x="91" y="185"/>
                </a:lnTo>
                <a:lnTo>
                  <a:pt x="101" y="175"/>
                </a:lnTo>
                <a:lnTo>
                  <a:pt x="111" y="164"/>
                </a:lnTo>
                <a:lnTo>
                  <a:pt x="122" y="154"/>
                </a:lnTo>
                <a:lnTo>
                  <a:pt x="134" y="145"/>
                </a:lnTo>
                <a:lnTo>
                  <a:pt x="146" y="135"/>
                </a:lnTo>
                <a:lnTo>
                  <a:pt x="158" y="126"/>
                </a:lnTo>
                <a:lnTo>
                  <a:pt x="171" y="117"/>
                </a:lnTo>
                <a:lnTo>
                  <a:pt x="184" y="108"/>
                </a:lnTo>
                <a:lnTo>
                  <a:pt x="198" y="100"/>
                </a:lnTo>
                <a:lnTo>
                  <a:pt x="212" y="92"/>
                </a:lnTo>
                <a:lnTo>
                  <a:pt x="226" y="84"/>
                </a:lnTo>
                <a:lnTo>
                  <a:pt x="241" y="76"/>
                </a:lnTo>
                <a:lnTo>
                  <a:pt x="257" y="69"/>
                </a:lnTo>
                <a:lnTo>
                  <a:pt x="272" y="62"/>
                </a:lnTo>
                <a:lnTo>
                  <a:pt x="288" y="56"/>
                </a:lnTo>
                <a:lnTo>
                  <a:pt x="304" y="49"/>
                </a:lnTo>
                <a:lnTo>
                  <a:pt x="320" y="44"/>
                </a:lnTo>
                <a:lnTo>
                  <a:pt x="337" y="38"/>
                </a:lnTo>
                <a:lnTo>
                  <a:pt x="354" y="33"/>
                </a:lnTo>
                <a:lnTo>
                  <a:pt x="371" y="28"/>
                </a:lnTo>
                <a:lnTo>
                  <a:pt x="388" y="24"/>
                </a:lnTo>
                <a:lnTo>
                  <a:pt x="405" y="20"/>
                </a:lnTo>
                <a:lnTo>
                  <a:pt x="423" y="16"/>
                </a:lnTo>
                <a:lnTo>
                  <a:pt x="441" y="13"/>
                </a:lnTo>
                <a:lnTo>
                  <a:pt x="458" y="10"/>
                </a:lnTo>
                <a:lnTo>
                  <a:pt x="477" y="7"/>
                </a:lnTo>
                <a:lnTo>
                  <a:pt x="495" y="5"/>
                </a:lnTo>
                <a:lnTo>
                  <a:pt x="513" y="3"/>
                </a:lnTo>
                <a:lnTo>
                  <a:pt x="531" y="2"/>
                </a:lnTo>
                <a:lnTo>
                  <a:pt x="549" y="1"/>
                </a:lnTo>
                <a:lnTo>
                  <a:pt x="568" y="0"/>
                </a:lnTo>
                <a:lnTo>
                  <a:pt x="586" y="0"/>
                </a:lnTo>
                <a:lnTo>
                  <a:pt x="605" y="0"/>
                </a:lnTo>
                <a:lnTo>
                  <a:pt x="623" y="1"/>
                </a:lnTo>
                <a:lnTo>
                  <a:pt x="641" y="2"/>
                </a:lnTo>
                <a:lnTo>
                  <a:pt x="660" y="3"/>
                </a:lnTo>
                <a:lnTo>
                  <a:pt x="678" y="5"/>
                </a:lnTo>
                <a:lnTo>
                  <a:pt x="696" y="7"/>
                </a:lnTo>
                <a:lnTo>
                  <a:pt x="714" y="10"/>
                </a:lnTo>
                <a:lnTo>
                  <a:pt x="732" y="13"/>
                </a:lnTo>
                <a:lnTo>
                  <a:pt x="750" y="16"/>
                </a:lnTo>
                <a:lnTo>
                  <a:pt x="767" y="20"/>
                </a:lnTo>
                <a:lnTo>
                  <a:pt x="785" y="24"/>
                </a:lnTo>
                <a:lnTo>
                  <a:pt x="802" y="28"/>
                </a:lnTo>
                <a:lnTo>
                  <a:pt x="819" y="33"/>
                </a:lnTo>
                <a:lnTo>
                  <a:pt x="836" y="38"/>
                </a:lnTo>
                <a:lnTo>
                  <a:pt x="852" y="44"/>
                </a:lnTo>
                <a:lnTo>
                  <a:pt x="868" y="49"/>
                </a:lnTo>
                <a:lnTo>
                  <a:pt x="884" y="56"/>
                </a:lnTo>
                <a:lnTo>
                  <a:pt x="900" y="62"/>
                </a:lnTo>
                <a:lnTo>
                  <a:pt x="915" y="69"/>
                </a:lnTo>
                <a:lnTo>
                  <a:pt x="931" y="76"/>
                </a:lnTo>
                <a:lnTo>
                  <a:pt x="945" y="84"/>
                </a:lnTo>
                <a:lnTo>
                  <a:pt x="960" y="92"/>
                </a:lnTo>
                <a:lnTo>
                  <a:pt x="974" y="100"/>
                </a:lnTo>
                <a:lnTo>
                  <a:pt x="987" y="108"/>
                </a:lnTo>
                <a:lnTo>
                  <a:pt x="1000" y="117"/>
                </a:lnTo>
                <a:lnTo>
                  <a:pt x="1013" y="126"/>
                </a:lnTo>
                <a:lnTo>
                  <a:pt x="1026" y="135"/>
                </a:lnTo>
                <a:lnTo>
                  <a:pt x="1038" y="145"/>
                </a:lnTo>
                <a:lnTo>
                  <a:pt x="1049" y="154"/>
                </a:lnTo>
                <a:lnTo>
                  <a:pt x="1060" y="164"/>
                </a:lnTo>
                <a:lnTo>
                  <a:pt x="1071" y="175"/>
                </a:lnTo>
                <a:lnTo>
                  <a:pt x="1081" y="185"/>
                </a:lnTo>
                <a:lnTo>
                  <a:pt x="1090" y="196"/>
                </a:lnTo>
                <a:lnTo>
                  <a:pt x="1099" y="207"/>
                </a:lnTo>
                <a:lnTo>
                  <a:pt x="1108" y="218"/>
                </a:lnTo>
                <a:lnTo>
                  <a:pt x="1116" y="229"/>
                </a:lnTo>
                <a:lnTo>
                  <a:pt x="1124" y="240"/>
                </a:lnTo>
                <a:lnTo>
                  <a:pt x="1131" y="252"/>
                </a:lnTo>
                <a:lnTo>
                  <a:pt x="1137" y="264"/>
                </a:lnTo>
                <a:lnTo>
                  <a:pt x="1143" y="275"/>
                </a:lnTo>
                <a:lnTo>
                  <a:pt x="1149" y="287"/>
                </a:lnTo>
                <a:lnTo>
                  <a:pt x="1154" y="300"/>
                </a:lnTo>
                <a:lnTo>
                  <a:pt x="1158" y="312"/>
                </a:lnTo>
                <a:lnTo>
                  <a:pt x="1162" y="324"/>
                </a:lnTo>
                <a:lnTo>
                  <a:pt x="1165" y="336"/>
                </a:lnTo>
                <a:lnTo>
                  <a:pt x="1167" y="349"/>
                </a:lnTo>
                <a:lnTo>
                  <a:pt x="1169" y="361"/>
                </a:lnTo>
                <a:lnTo>
                  <a:pt x="1171" y="374"/>
                </a:lnTo>
                <a:lnTo>
                  <a:pt x="1172" y="386"/>
                </a:lnTo>
                <a:lnTo>
                  <a:pt x="1172" y="399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4" name=""/>
          <p:cNvSpPr/>
          <p:nvPr/>
        </p:nvSpPr>
        <p:spPr>
          <a:xfrm>
            <a:off x="3913920" y="2802240"/>
            <a:ext cx="424800" cy="289080"/>
          </a:xfrm>
          <a:custGeom>
            <a:avLst/>
            <a:gdLst/>
            <a:ahLst/>
            <a:rect l="0" t="0" r="r" b="b"/>
            <a:pathLst>
              <a:path w="1180" h="803">
                <a:moveTo>
                  <a:pt x="1176" y="401"/>
                </a:moveTo>
                <a:lnTo>
                  <a:pt x="1176" y="388"/>
                </a:lnTo>
                <a:lnTo>
                  <a:pt x="1175" y="376"/>
                </a:lnTo>
                <a:lnTo>
                  <a:pt x="1173" y="363"/>
                </a:lnTo>
                <a:lnTo>
                  <a:pt x="1171" y="351"/>
                </a:lnTo>
                <a:lnTo>
                  <a:pt x="1169" y="338"/>
                </a:lnTo>
                <a:lnTo>
                  <a:pt x="1166" y="326"/>
                </a:lnTo>
                <a:lnTo>
                  <a:pt x="1162" y="314"/>
                </a:lnTo>
                <a:lnTo>
                  <a:pt x="1158" y="302"/>
                </a:lnTo>
                <a:lnTo>
                  <a:pt x="1153" y="289"/>
                </a:lnTo>
                <a:lnTo>
                  <a:pt x="1147" y="277"/>
                </a:lnTo>
                <a:lnTo>
                  <a:pt x="1141" y="266"/>
                </a:lnTo>
                <a:lnTo>
                  <a:pt x="1135" y="254"/>
                </a:lnTo>
                <a:lnTo>
                  <a:pt x="1128" y="242"/>
                </a:lnTo>
                <a:lnTo>
                  <a:pt x="1120" y="231"/>
                </a:lnTo>
                <a:lnTo>
                  <a:pt x="1112" y="220"/>
                </a:lnTo>
                <a:lnTo>
                  <a:pt x="1103" y="209"/>
                </a:lnTo>
                <a:lnTo>
                  <a:pt x="1094" y="198"/>
                </a:lnTo>
                <a:lnTo>
                  <a:pt x="1085" y="187"/>
                </a:lnTo>
                <a:lnTo>
                  <a:pt x="1075" y="177"/>
                </a:lnTo>
                <a:lnTo>
                  <a:pt x="1064" y="166"/>
                </a:lnTo>
                <a:lnTo>
                  <a:pt x="1053" y="156"/>
                </a:lnTo>
                <a:lnTo>
                  <a:pt x="1042" y="147"/>
                </a:lnTo>
                <a:lnTo>
                  <a:pt x="1030" y="137"/>
                </a:lnTo>
                <a:lnTo>
                  <a:pt x="1017" y="128"/>
                </a:lnTo>
                <a:lnTo>
                  <a:pt x="1004" y="119"/>
                </a:lnTo>
                <a:lnTo>
                  <a:pt x="991" y="110"/>
                </a:lnTo>
                <a:lnTo>
                  <a:pt x="978" y="102"/>
                </a:lnTo>
                <a:lnTo>
                  <a:pt x="964" y="94"/>
                </a:lnTo>
                <a:lnTo>
                  <a:pt x="949" y="86"/>
                </a:lnTo>
                <a:lnTo>
                  <a:pt x="935" y="78"/>
                </a:lnTo>
                <a:lnTo>
                  <a:pt x="919" y="71"/>
                </a:lnTo>
                <a:lnTo>
                  <a:pt x="904" y="64"/>
                </a:lnTo>
                <a:lnTo>
                  <a:pt x="888" y="58"/>
                </a:lnTo>
                <a:lnTo>
                  <a:pt x="872" y="51"/>
                </a:lnTo>
                <a:lnTo>
                  <a:pt x="856" y="46"/>
                </a:lnTo>
                <a:lnTo>
                  <a:pt x="840" y="40"/>
                </a:lnTo>
                <a:lnTo>
                  <a:pt x="823" y="35"/>
                </a:lnTo>
                <a:lnTo>
                  <a:pt x="806" y="30"/>
                </a:lnTo>
                <a:lnTo>
                  <a:pt x="789" y="26"/>
                </a:lnTo>
                <a:lnTo>
                  <a:pt x="771" y="22"/>
                </a:lnTo>
                <a:lnTo>
                  <a:pt x="754" y="18"/>
                </a:lnTo>
                <a:lnTo>
                  <a:pt x="736" y="15"/>
                </a:lnTo>
                <a:lnTo>
                  <a:pt x="718" y="12"/>
                </a:lnTo>
                <a:lnTo>
                  <a:pt x="700" y="9"/>
                </a:lnTo>
                <a:lnTo>
                  <a:pt x="682" y="7"/>
                </a:lnTo>
                <a:lnTo>
                  <a:pt x="664" y="5"/>
                </a:lnTo>
                <a:lnTo>
                  <a:pt x="645" y="4"/>
                </a:lnTo>
                <a:lnTo>
                  <a:pt x="627" y="3"/>
                </a:lnTo>
                <a:lnTo>
                  <a:pt x="609" y="2"/>
                </a:lnTo>
                <a:lnTo>
                  <a:pt x="590" y="2"/>
                </a:lnTo>
                <a:lnTo>
                  <a:pt x="572" y="2"/>
                </a:lnTo>
                <a:lnTo>
                  <a:pt x="553" y="3"/>
                </a:lnTo>
                <a:lnTo>
                  <a:pt x="535" y="4"/>
                </a:lnTo>
                <a:lnTo>
                  <a:pt x="517" y="5"/>
                </a:lnTo>
                <a:lnTo>
                  <a:pt x="499" y="7"/>
                </a:lnTo>
                <a:lnTo>
                  <a:pt x="481" y="9"/>
                </a:lnTo>
                <a:lnTo>
                  <a:pt x="462" y="12"/>
                </a:lnTo>
                <a:lnTo>
                  <a:pt x="445" y="15"/>
                </a:lnTo>
                <a:lnTo>
                  <a:pt x="427" y="18"/>
                </a:lnTo>
                <a:lnTo>
                  <a:pt x="409" y="22"/>
                </a:lnTo>
                <a:lnTo>
                  <a:pt x="392" y="26"/>
                </a:lnTo>
                <a:lnTo>
                  <a:pt x="375" y="30"/>
                </a:lnTo>
                <a:lnTo>
                  <a:pt x="358" y="35"/>
                </a:lnTo>
                <a:lnTo>
                  <a:pt x="341" y="40"/>
                </a:lnTo>
                <a:lnTo>
                  <a:pt x="324" y="46"/>
                </a:lnTo>
                <a:lnTo>
                  <a:pt x="307" y="51"/>
                </a:lnTo>
                <a:lnTo>
                  <a:pt x="291" y="58"/>
                </a:lnTo>
                <a:lnTo>
                  <a:pt x="275" y="64"/>
                </a:lnTo>
                <a:lnTo>
                  <a:pt x="260" y="71"/>
                </a:lnTo>
                <a:lnTo>
                  <a:pt x="245" y="78"/>
                </a:lnTo>
                <a:lnTo>
                  <a:pt x="230" y="86"/>
                </a:lnTo>
                <a:lnTo>
                  <a:pt x="216" y="94"/>
                </a:lnTo>
                <a:lnTo>
                  <a:pt x="202" y="102"/>
                </a:lnTo>
                <a:lnTo>
                  <a:pt x="188" y="110"/>
                </a:lnTo>
                <a:lnTo>
                  <a:pt x="175" y="119"/>
                </a:lnTo>
                <a:lnTo>
                  <a:pt x="162" y="128"/>
                </a:lnTo>
                <a:lnTo>
                  <a:pt x="150" y="137"/>
                </a:lnTo>
                <a:lnTo>
                  <a:pt x="138" y="147"/>
                </a:lnTo>
                <a:lnTo>
                  <a:pt x="126" y="156"/>
                </a:lnTo>
                <a:lnTo>
                  <a:pt x="115" y="166"/>
                </a:lnTo>
                <a:lnTo>
                  <a:pt x="105" y="177"/>
                </a:lnTo>
                <a:lnTo>
                  <a:pt x="95" y="187"/>
                </a:lnTo>
                <a:lnTo>
                  <a:pt x="85" y="198"/>
                </a:lnTo>
                <a:lnTo>
                  <a:pt x="76" y="209"/>
                </a:lnTo>
                <a:lnTo>
                  <a:pt x="67" y="220"/>
                </a:lnTo>
                <a:lnTo>
                  <a:pt x="59" y="231"/>
                </a:lnTo>
                <a:lnTo>
                  <a:pt x="52" y="242"/>
                </a:lnTo>
                <a:lnTo>
                  <a:pt x="45" y="254"/>
                </a:lnTo>
                <a:lnTo>
                  <a:pt x="38" y="266"/>
                </a:lnTo>
                <a:lnTo>
                  <a:pt x="32" y="277"/>
                </a:lnTo>
                <a:lnTo>
                  <a:pt x="27" y="289"/>
                </a:lnTo>
                <a:lnTo>
                  <a:pt x="22" y="302"/>
                </a:lnTo>
                <a:lnTo>
                  <a:pt x="18" y="314"/>
                </a:lnTo>
                <a:lnTo>
                  <a:pt x="14" y="326"/>
                </a:lnTo>
                <a:lnTo>
                  <a:pt x="11" y="338"/>
                </a:lnTo>
                <a:lnTo>
                  <a:pt x="8" y="351"/>
                </a:lnTo>
                <a:lnTo>
                  <a:pt x="6" y="363"/>
                </a:lnTo>
                <a:lnTo>
                  <a:pt x="5" y="376"/>
                </a:lnTo>
                <a:lnTo>
                  <a:pt x="4" y="388"/>
                </a:lnTo>
                <a:lnTo>
                  <a:pt x="4" y="401"/>
                </a:lnTo>
                <a:lnTo>
                  <a:pt x="4" y="413"/>
                </a:lnTo>
                <a:lnTo>
                  <a:pt x="5" y="426"/>
                </a:lnTo>
                <a:lnTo>
                  <a:pt x="6" y="438"/>
                </a:lnTo>
                <a:lnTo>
                  <a:pt x="8" y="451"/>
                </a:lnTo>
                <a:lnTo>
                  <a:pt x="11" y="463"/>
                </a:lnTo>
                <a:lnTo>
                  <a:pt x="14" y="475"/>
                </a:lnTo>
                <a:lnTo>
                  <a:pt x="18" y="488"/>
                </a:lnTo>
                <a:lnTo>
                  <a:pt x="22" y="500"/>
                </a:lnTo>
                <a:lnTo>
                  <a:pt x="27" y="512"/>
                </a:lnTo>
                <a:lnTo>
                  <a:pt x="32" y="524"/>
                </a:lnTo>
                <a:lnTo>
                  <a:pt x="38" y="536"/>
                </a:lnTo>
                <a:lnTo>
                  <a:pt x="45" y="547"/>
                </a:lnTo>
                <a:lnTo>
                  <a:pt x="52" y="559"/>
                </a:lnTo>
                <a:lnTo>
                  <a:pt x="59" y="570"/>
                </a:lnTo>
                <a:lnTo>
                  <a:pt x="67" y="582"/>
                </a:lnTo>
                <a:lnTo>
                  <a:pt x="76" y="593"/>
                </a:lnTo>
                <a:lnTo>
                  <a:pt x="85" y="604"/>
                </a:lnTo>
                <a:lnTo>
                  <a:pt x="95" y="614"/>
                </a:lnTo>
                <a:lnTo>
                  <a:pt x="105" y="625"/>
                </a:lnTo>
                <a:lnTo>
                  <a:pt x="115" y="635"/>
                </a:lnTo>
                <a:lnTo>
                  <a:pt x="126" y="646"/>
                </a:lnTo>
                <a:lnTo>
                  <a:pt x="138" y="656"/>
                </a:lnTo>
                <a:lnTo>
                  <a:pt x="150" y="665"/>
                </a:lnTo>
                <a:lnTo>
                  <a:pt x="162" y="674"/>
                </a:lnTo>
                <a:lnTo>
                  <a:pt x="175" y="683"/>
                </a:lnTo>
                <a:lnTo>
                  <a:pt x="188" y="692"/>
                </a:lnTo>
                <a:lnTo>
                  <a:pt x="202" y="701"/>
                </a:lnTo>
                <a:lnTo>
                  <a:pt x="216" y="709"/>
                </a:lnTo>
                <a:lnTo>
                  <a:pt x="230" y="717"/>
                </a:lnTo>
                <a:lnTo>
                  <a:pt x="245" y="724"/>
                </a:lnTo>
                <a:lnTo>
                  <a:pt x="260" y="731"/>
                </a:lnTo>
                <a:lnTo>
                  <a:pt x="275" y="738"/>
                </a:lnTo>
                <a:lnTo>
                  <a:pt x="291" y="745"/>
                </a:lnTo>
                <a:lnTo>
                  <a:pt x="307" y="751"/>
                </a:lnTo>
                <a:lnTo>
                  <a:pt x="324" y="757"/>
                </a:lnTo>
                <a:lnTo>
                  <a:pt x="341" y="762"/>
                </a:lnTo>
                <a:lnTo>
                  <a:pt x="358" y="767"/>
                </a:lnTo>
                <a:lnTo>
                  <a:pt x="375" y="772"/>
                </a:lnTo>
                <a:lnTo>
                  <a:pt x="392" y="777"/>
                </a:lnTo>
                <a:lnTo>
                  <a:pt x="409" y="781"/>
                </a:lnTo>
                <a:lnTo>
                  <a:pt x="427" y="784"/>
                </a:lnTo>
                <a:lnTo>
                  <a:pt x="445" y="788"/>
                </a:lnTo>
                <a:lnTo>
                  <a:pt x="462" y="791"/>
                </a:lnTo>
                <a:lnTo>
                  <a:pt x="481" y="793"/>
                </a:lnTo>
                <a:lnTo>
                  <a:pt x="499" y="795"/>
                </a:lnTo>
                <a:lnTo>
                  <a:pt x="517" y="797"/>
                </a:lnTo>
                <a:lnTo>
                  <a:pt x="535" y="798"/>
                </a:lnTo>
                <a:lnTo>
                  <a:pt x="553" y="799"/>
                </a:lnTo>
                <a:lnTo>
                  <a:pt x="572" y="800"/>
                </a:lnTo>
                <a:lnTo>
                  <a:pt x="590" y="800"/>
                </a:lnTo>
                <a:lnTo>
                  <a:pt x="609" y="800"/>
                </a:lnTo>
                <a:lnTo>
                  <a:pt x="627" y="799"/>
                </a:lnTo>
                <a:lnTo>
                  <a:pt x="645" y="798"/>
                </a:lnTo>
                <a:lnTo>
                  <a:pt x="664" y="797"/>
                </a:lnTo>
                <a:lnTo>
                  <a:pt x="682" y="795"/>
                </a:lnTo>
                <a:lnTo>
                  <a:pt x="700" y="793"/>
                </a:lnTo>
                <a:lnTo>
                  <a:pt x="718" y="791"/>
                </a:lnTo>
                <a:lnTo>
                  <a:pt x="736" y="788"/>
                </a:lnTo>
                <a:lnTo>
                  <a:pt x="754" y="784"/>
                </a:lnTo>
                <a:lnTo>
                  <a:pt x="771" y="781"/>
                </a:lnTo>
                <a:lnTo>
                  <a:pt x="789" y="777"/>
                </a:lnTo>
                <a:lnTo>
                  <a:pt x="806" y="772"/>
                </a:lnTo>
                <a:lnTo>
                  <a:pt x="823" y="767"/>
                </a:lnTo>
                <a:lnTo>
                  <a:pt x="840" y="762"/>
                </a:lnTo>
                <a:lnTo>
                  <a:pt x="856" y="757"/>
                </a:lnTo>
                <a:lnTo>
                  <a:pt x="872" y="751"/>
                </a:lnTo>
                <a:lnTo>
                  <a:pt x="888" y="745"/>
                </a:lnTo>
                <a:lnTo>
                  <a:pt x="904" y="738"/>
                </a:lnTo>
                <a:lnTo>
                  <a:pt x="919" y="731"/>
                </a:lnTo>
                <a:lnTo>
                  <a:pt x="935" y="724"/>
                </a:lnTo>
                <a:lnTo>
                  <a:pt x="949" y="717"/>
                </a:lnTo>
                <a:lnTo>
                  <a:pt x="964" y="709"/>
                </a:lnTo>
                <a:lnTo>
                  <a:pt x="978" y="701"/>
                </a:lnTo>
                <a:lnTo>
                  <a:pt x="991" y="692"/>
                </a:lnTo>
                <a:lnTo>
                  <a:pt x="1004" y="683"/>
                </a:lnTo>
                <a:lnTo>
                  <a:pt x="1017" y="674"/>
                </a:lnTo>
                <a:lnTo>
                  <a:pt x="1030" y="665"/>
                </a:lnTo>
                <a:lnTo>
                  <a:pt x="1042" y="656"/>
                </a:lnTo>
                <a:lnTo>
                  <a:pt x="1053" y="646"/>
                </a:lnTo>
                <a:lnTo>
                  <a:pt x="1064" y="635"/>
                </a:lnTo>
                <a:lnTo>
                  <a:pt x="1075" y="625"/>
                </a:lnTo>
                <a:lnTo>
                  <a:pt x="1085" y="614"/>
                </a:lnTo>
                <a:lnTo>
                  <a:pt x="1094" y="604"/>
                </a:lnTo>
                <a:lnTo>
                  <a:pt x="1103" y="593"/>
                </a:lnTo>
                <a:lnTo>
                  <a:pt x="1112" y="582"/>
                </a:lnTo>
                <a:lnTo>
                  <a:pt x="1120" y="570"/>
                </a:lnTo>
                <a:lnTo>
                  <a:pt x="1128" y="559"/>
                </a:lnTo>
                <a:lnTo>
                  <a:pt x="1135" y="547"/>
                </a:lnTo>
                <a:lnTo>
                  <a:pt x="1141" y="536"/>
                </a:lnTo>
                <a:lnTo>
                  <a:pt x="1147" y="524"/>
                </a:lnTo>
                <a:lnTo>
                  <a:pt x="1153" y="512"/>
                </a:lnTo>
                <a:lnTo>
                  <a:pt x="1158" y="500"/>
                </a:lnTo>
                <a:lnTo>
                  <a:pt x="1162" y="488"/>
                </a:lnTo>
                <a:lnTo>
                  <a:pt x="1166" y="475"/>
                </a:lnTo>
                <a:lnTo>
                  <a:pt x="1169" y="463"/>
                </a:lnTo>
                <a:lnTo>
                  <a:pt x="1171" y="451"/>
                </a:lnTo>
                <a:lnTo>
                  <a:pt x="1173" y="438"/>
                </a:lnTo>
                <a:lnTo>
                  <a:pt x="1175" y="426"/>
                </a:lnTo>
                <a:lnTo>
                  <a:pt x="1176" y="413"/>
                </a:lnTo>
                <a:lnTo>
                  <a:pt x="1176" y="401"/>
                </a:lnTo>
                <a:moveTo>
                  <a:pt x="1180" y="401"/>
                </a:moveTo>
                <a:lnTo>
                  <a:pt x="1179" y="413"/>
                </a:lnTo>
                <a:lnTo>
                  <a:pt x="1179" y="426"/>
                </a:lnTo>
                <a:lnTo>
                  <a:pt x="1177" y="438"/>
                </a:lnTo>
                <a:lnTo>
                  <a:pt x="1175" y="451"/>
                </a:lnTo>
                <a:lnTo>
                  <a:pt x="1172" y="463"/>
                </a:lnTo>
                <a:lnTo>
                  <a:pt x="1169" y="476"/>
                </a:lnTo>
                <a:lnTo>
                  <a:pt x="1166" y="488"/>
                </a:lnTo>
                <a:lnTo>
                  <a:pt x="1161" y="500"/>
                </a:lnTo>
                <a:lnTo>
                  <a:pt x="1156" y="513"/>
                </a:lnTo>
                <a:lnTo>
                  <a:pt x="1151" y="525"/>
                </a:lnTo>
                <a:lnTo>
                  <a:pt x="1145" y="537"/>
                </a:lnTo>
                <a:lnTo>
                  <a:pt x="1138" y="548"/>
                </a:lnTo>
                <a:lnTo>
                  <a:pt x="1131" y="560"/>
                </a:lnTo>
                <a:lnTo>
                  <a:pt x="1124" y="571"/>
                </a:lnTo>
                <a:lnTo>
                  <a:pt x="1115" y="583"/>
                </a:lnTo>
                <a:lnTo>
                  <a:pt x="1107" y="594"/>
                </a:lnTo>
                <a:lnTo>
                  <a:pt x="1098" y="605"/>
                </a:lnTo>
                <a:lnTo>
                  <a:pt x="1088" y="616"/>
                </a:lnTo>
                <a:lnTo>
                  <a:pt x="1078" y="626"/>
                </a:lnTo>
                <a:lnTo>
                  <a:pt x="1067" y="636"/>
                </a:lnTo>
                <a:lnTo>
                  <a:pt x="1056" y="648"/>
                </a:lnTo>
                <a:lnTo>
                  <a:pt x="1044" y="657"/>
                </a:lnTo>
                <a:lnTo>
                  <a:pt x="1032" y="667"/>
                </a:lnTo>
                <a:lnTo>
                  <a:pt x="1020" y="676"/>
                </a:lnTo>
                <a:lnTo>
                  <a:pt x="1007" y="685"/>
                </a:lnTo>
                <a:lnTo>
                  <a:pt x="994" y="694"/>
                </a:lnTo>
                <a:lnTo>
                  <a:pt x="980" y="703"/>
                </a:lnTo>
                <a:lnTo>
                  <a:pt x="966" y="711"/>
                </a:lnTo>
                <a:lnTo>
                  <a:pt x="952" y="719"/>
                </a:lnTo>
                <a:lnTo>
                  <a:pt x="937" y="726"/>
                </a:lnTo>
                <a:lnTo>
                  <a:pt x="922" y="733"/>
                </a:lnTo>
                <a:lnTo>
                  <a:pt x="906" y="740"/>
                </a:lnTo>
                <a:lnTo>
                  <a:pt x="890" y="747"/>
                </a:lnTo>
                <a:lnTo>
                  <a:pt x="874" y="753"/>
                </a:lnTo>
                <a:lnTo>
                  <a:pt x="858" y="759"/>
                </a:lnTo>
                <a:lnTo>
                  <a:pt x="841" y="765"/>
                </a:lnTo>
                <a:lnTo>
                  <a:pt x="824" y="770"/>
                </a:lnTo>
                <a:lnTo>
                  <a:pt x="807" y="775"/>
                </a:lnTo>
                <a:lnTo>
                  <a:pt x="790" y="779"/>
                </a:lnTo>
                <a:lnTo>
                  <a:pt x="772" y="783"/>
                </a:lnTo>
                <a:lnTo>
                  <a:pt x="755" y="787"/>
                </a:lnTo>
                <a:lnTo>
                  <a:pt x="737" y="790"/>
                </a:lnTo>
                <a:lnTo>
                  <a:pt x="719" y="793"/>
                </a:lnTo>
                <a:lnTo>
                  <a:pt x="701" y="796"/>
                </a:lnTo>
                <a:lnTo>
                  <a:pt x="682" y="798"/>
                </a:lnTo>
                <a:lnTo>
                  <a:pt x="664" y="800"/>
                </a:lnTo>
                <a:lnTo>
                  <a:pt x="646" y="801"/>
                </a:lnTo>
                <a:lnTo>
                  <a:pt x="627" y="802"/>
                </a:lnTo>
                <a:lnTo>
                  <a:pt x="609" y="803"/>
                </a:lnTo>
                <a:lnTo>
                  <a:pt x="590" y="803"/>
                </a:lnTo>
                <a:lnTo>
                  <a:pt x="572" y="803"/>
                </a:lnTo>
                <a:lnTo>
                  <a:pt x="553" y="802"/>
                </a:lnTo>
                <a:lnTo>
                  <a:pt x="535" y="801"/>
                </a:lnTo>
                <a:lnTo>
                  <a:pt x="516" y="800"/>
                </a:lnTo>
                <a:lnTo>
                  <a:pt x="498" y="798"/>
                </a:lnTo>
                <a:lnTo>
                  <a:pt x="480" y="796"/>
                </a:lnTo>
                <a:lnTo>
                  <a:pt x="462" y="793"/>
                </a:lnTo>
                <a:lnTo>
                  <a:pt x="444" y="790"/>
                </a:lnTo>
                <a:lnTo>
                  <a:pt x="426" y="787"/>
                </a:lnTo>
                <a:lnTo>
                  <a:pt x="408" y="783"/>
                </a:lnTo>
                <a:lnTo>
                  <a:pt x="391" y="779"/>
                </a:lnTo>
                <a:lnTo>
                  <a:pt x="373" y="775"/>
                </a:lnTo>
                <a:lnTo>
                  <a:pt x="356" y="770"/>
                </a:lnTo>
                <a:lnTo>
                  <a:pt x="339" y="765"/>
                </a:lnTo>
                <a:lnTo>
                  <a:pt x="323" y="759"/>
                </a:lnTo>
                <a:lnTo>
                  <a:pt x="305" y="753"/>
                </a:lnTo>
                <a:lnTo>
                  <a:pt x="289" y="747"/>
                </a:lnTo>
                <a:lnTo>
                  <a:pt x="273" y="740"/>
                </a:lnTo>
                <a:lnTo>
                  <a:pt x="258" y="733"/>
                </a:lnTo>
                <a:lnTo>
                  <a:pt x="243" y="726"/>
                </a:lnTo>
                <a:lnTo>
                  <a:pt x="228" y="719"/>
                </a:lnTo>
                <a:lnTo>
                  <a:pt x="214" y="711"/>
                </a:lnTo>
                <a:lnTo>
                  <a:pt x="199" y="703"/>
                </a:lnTo>
                <a:lnTo>
                  <a:pt x="186" y="694"/>
                </a:lnTo>
                <a:lnTo>
                  <a:pt x="172" y="685"/>
                </a:lnTo>
                <a:lnTo>
                  <a:pt x="160" y="676"/>
                </a:lnTo>
                <a:lnTo>
                  <a:pt x="147" y="667"/>
                </a:lnTo>
                <a:lnTo>
                  <a:pt x="135" y="657"/>
                </a:lnTo>
                <a:lnTo>
                  <a:pt x="123" y="648"/>
                </a:lnTo>
                <a:lnTo>
                  <a:pt x="112" y="636"/>
                </a:lnTo>
                <a:lnTo>
                  <a:pt x="102" y="626"/>
                </a:lnTo>
                <a:lnTo>
                  <a:pt x="92" y="616"/>
                </a:lnTo>
                <a:lnTo>
                  <a:pt x="82" y="605"/>
                </a:lnTo>
                <a:lnTo>
                  <a:pt x="73" y="594"/>
                </a:lnTo>
                <a:lnTo>
                  <a:pt x="64" y="583"/>
                </a:lnTo>
                <a:lnTo>
                  <a:pt x="56" y="571"/>
                </a:lnTo>
                <a:lnTo>
                  <a:pt x="48" y="560"/>
                </a:lnTo>
                <a:lnTo>
                  <a:pt x="41" y="548"/>
                </a:lnTo>
                <a:lnTo>
                  <a:pt x="35" y="537"/>
                </a:lnTo>
                <a:lnTo>
                  <a:pt x="29" y="525"/>
                </a:lnTo>
                <a:lnTo>
                  <a:pt x="23" y="513"/>
                </a:lnTo>
                <a:lnTo>
                  <a:pt x="18" y="500"/>
                </a:lnTo>
                <a:lnTo>
                  <a:pt x="14" y="488"/>
                </a:lnTo>
                <a:lnTo>
                  <a:pt x="10" y="476"/>
                </a:lnTo>
                <a:lnTo>
                  <a:pt x="7" y="463"/>
                </a:lnTo>
                <a:lnTo>
                  <a:pt x="4" y="451"/>
                </a:lnTo>
                <a:lnTo>
                  <a:pt x="2" y="438"/>
                </a:lnTo>
                <a:lnTo>
                  <a:pt x="1" y="426"/>
                </a:lnTo>
                <a:lnTo>
                  <a:pt x="0" y="413"/>
                </a:lnTo>
                <a:lnTo>
                  <a:pt x="0" y="401"/>
                </a:lnTo>
                <a:lnTo>
                  <a:pt x="0" y="388"/>
                </a:lnTo>
                <a:lnTo>
                  <a:pt x="1" y="375"/>
                </a:lnTo>
                <a:lnTo>
                  <a:pt x="2" y="363"/>
                </a:lnTo>
                <a:lnTo>
                  <a:pt x="4" y="350"/>
                </a:lnTo>
                <a:lnTo>
                  <a:pt x="7" y="338"/>
                </a:lnTo>
                <a:lnTo>
                  <a:pt x="10" y="325"/>
                </a:lnTo>
                <a:lnTo>
                  <a:pt x="14" y="313"/>
                </a:lnTo>
                <a:lnTo>
                  <a:pt x="18" y="301"/>
                </a:lnTo>
                <a:lnTo>
                  <a:pt x="23" y="289"/>
                </a:lnTo>
                <a:lnTo>
                  <a:pt x="29" y="277"/>
                </a:lnTo>
                <a:lnTo>
                  <a:pt x="35" y="265"/>
                </a:lnTo>
                <a:lnTo>
                  <a:pt x="41" y="253"/>
                </a:lnTo>
                <a:lnTo>
                  <a:pt x="48" y="241"/>
                </a:lnTo>
                <a:lnTo>
                  <a:pt x="56" y="230"/>
                </a:lnTo>
                <a:lnTo>
                  <a:pt x="64" y="219"/>
                </a:lnTo>
                <a:lnTo>
                  <a:pt x="73" y="207"/>
                </a:lnTo>
                <a:lnTo>
                  <a:pt x="82" y="196"/>
                </a:lnTo>
                <a:lnTo>
                  <a:pt x="92" y="186"/>
                </a:lnTo>
                <a:lnTo>
                  <a:pt x="102" y="175"/>
                </a:lnTo>
                <a:lnTo>
                  <a:pt x="112" y="165"/>
                </a:lnTo>
                <a:lnTo>
                  <a:pt x="123" y="155"/>
                </a:lnTo>
                <a:lnTo>
                  <a:pt x="135" y="145"/>
                </a:lnTo>
                <a:lnTo>
                  <a:pt x="147" y="135"/>
                </a:lnTo>
                <a:lnTo>
                  <a:pt x="160" y="126"/>
                </a:lnTo>
                <a:lnTo>
                  <a:pt x="172" y="117"/>
                </a:lnTo>
                <a:lnTo>
                  <a:pt x="186" y="108"/>
                </a:lnTo>
                <a:lnTo>
                  <a:pt x="199" y="100"/>
                </a:lnTo>
                <a:lnTo>
                  <a:pt x="214" y="92"/>
                </a:lnTo>
                <a:lnTo>
                  <a:pt x="228" y="84"/>
                </a:lnTo>
                <a:lnTo>
                  <a:pt x="243" y="76"/>
                </a:lnTo>
                <a:lnTo>
                  <a:pt x="258" y="69"/>
                </a:lnTo>
                <a:lnTo>
                  <a:pt x="273" y="62"/>
                </a:lnTo>
                <a:lnTo>
                  <a:pt x="289" y="55"/>
                </a:lnTo>
                <a:lnTo>
                  <a:pt x="305" y="49"/>
                </a:lnTo>
                <a:lnTo>
                  <a:pt x="323" y="43"/>
                </a:lnTo>
                <a:lnTo>
                  <a:pt x="339" y="38"/>
                </a:lnTo>
                <a:lnTo>
                  <a:pt x="356" y="33"/>
                </a:lnTo>
                <a:lnTo>
                  <a:pt x="373" y="28"/>
                </a:lnTo>
                <a:lnTo>
                  <a:pt x="391" y="23"/>
                </a:lnTo>
                <a:lnTo>
                  <a:pt x="408" y="19"/>
                </a:lnTo>
                <a:lnTo>
                  <a:pt x="426" y="15"/>
                </a:lnTo>
                <a:lnTo>
                  <a:pt x="444" y="12"/>
                </a:lnTo>
                <a:lnTo>
                  <a:pt x="462" y="9"/>
                </a:lnTo>
                <a:lnTo>
                  <a:pt x="480" y="7"/>
                </a:lnTo>
                <a:lnTo>
                  <a:pt x="498" y="4"/>
                </a:lnTo>
                <a:lnTo>
                  <a:pt x="516" y="3"/>
                </a:lnTo>
                <a:lnTo>
                  <a:pt x="535" y="1"/>
                </a:lnTo>
                <a:lnTo>
                  <a:pt x="553" y="0"/>
                </a:lnTo>
                <a:lnTo>
                  <a:pt x="572" y="0"/>
                </a:lnTo>
                <a:lnTo>
                  <a:pt x="590" y="0"/>
                </a:lnTo>
                <a:lnTo>
                  <a:pt x="609" y="0"/>
                </a:lnTo>
                <a:lnTo>
                  <a:pt x="627" y="0"/>
                </a:lnTo>
                <a:lnTo>
                  <a:pt x="646" y="1"/>
                </a:lnTo>
                <a:lnTo>
                  <a:pt x="664" y="3"/>
                </a:lnTo>
                <a:lnTo>
                  <a:pt x="682" y="4"/>
                </a:lnTo>
                <a:lnTo>
                  <a:pt x="701" y="7"/>
                </a:lnTo>
                <a:lnTo>
                  <a:pt x="719" y="9"/>
                </a:lnTo>
                <a:lnTo>
                  <a:pt x="737" y="12"/>
                </a:lnTo>
                <a:lnTo>
                  <a:pt x="755" y="15"/>
                </a:lnTo>
                <a:lnTo>
                  <a:pt x="772" y="19"/>
                </a:lnTo>
                <a:lnTo>
                  <a:pt x="790" y="23"/>
                </a:lnTo>
                <a:lnTo>
                  <a:pt x="807" y="28"/>
                </a:lnTo>
                <a:lnTo>
                  <a:pt x="824" y="33"/>
                </a:lnTo>
                <a:lnTo>
                  <a:pt x="841" y="38"/>
                </a:lnTo>
                <a:lnTo>
                  <a:pt x="858" y="43"/>
                </a:lnTo>
                <a:lnTo>
                  <a:pt x="874" y="49"/>
                </a:lnTo>
                <a:lnTo>
                  <a:pt x="890" y="55"/>
                </a:lnTo>
                <a:lnTo>
                  <a:pt x="906" y="62"/>
                </a:lnTo>
                <a:lnTo>
                  <a:pt x="922" y="69"/>
                </a:lnTo>
                <a:lnTo>
                  <a:pt x="937" y="76"/>
                </a:lnTo>
                <a:lnTo>
                  <a:pt x="952" y="84"/>
                </a:lnTo>
                <a:lnTo>
                  <a:pt x="966" y="92"/>
                </a:lnTo>
                <a:lnTo>
                  <a:pt x="980" y="100"/>
                </a:lnTo>
                <a:lnTo>
                  <a:pt x="994" y="108"/>
                </a:lnTo>
                <a:lnTo>
                  <a:pt x="1007" y="117"/>
                </a:lnTo>
                <a:lnTo>
                  <a:pt x="1020" y="126"/>
                </a:lnTo>
                <a:lnTo>
                  <a:pt x="1032" y="135"/>
                </a:lnTo>
                <a:lnTo>
                  <a:pt x="1044" y="145"/>
                </a:lnTo>
                <a:lnTo>
                  <a:pt x="1056" y="155"/>
                </a:lnTo>
                <a:lnTo>
                  <a:pt x="1067" y="165"/>
                </a:lnTo>
                <a:lnTo>
                  <a:pt x="1078" y="175"/>
                </a:lnTo>
                <a:lnTo>
                  <a:pt x="1088" y="186"/>
                </a:lnTo>
                <a:lnTo>
                  <a:pt x="1098" y="196"/>
                </a:lnTo>
                <a:lnTo>
                  <a:pt x="1107" y="207"/>
                </a:lnTo>
                <a:lnTo>
                  <a:pt x="1115" y="219"/>
                </a:lnTo>
                <a:lnTo>
                  <a:pt x="1124" y="230"/>
                </a:lnTo>
                <a:lnTo>
                  <a:pt x="1131" y="241"/>
                </a:lnTo>
                <a:lnTo>
                  <a:pt x="1138" y="253"/>
                </a:lnTo>
                <a:lnTo>
                  <a:pt x="1145" y="265"/>
                </a:lnTo>
                <a:lnTo>
                  <a:pt x="1151" y="277"/>
                </a:lnTo>
                <a:lnTo>
                  <a:pt x="1156" y="289"/>
                </a:lnTo>
                <a:lnTo>
                  <a:pt x="1161" y="301"/>
                </a:lnTo>
                <a:lnTo>
                  <a:pt x="1166" y="313"/>
                </a:lnTo>
                <a:lnTo>
                  <a:pt x="1169" y="325"/>
                </a:lnTo>
                <a:lnTo>
                  <a:pt x="1172" y="338"/>
                </a:lnTo>
                <a:lnTo>
                  <a:pt x="1175" y="350"/>
                </a:lnTo>
                <a:lnTo>
                  <a:pt x="1177" y="363"/>
                </a:lnTo>
                <a:lnTo>
                  <a:pt x="1179" y="375"/>
                </a:lnTo>
                <a:lnTo>
                  <a:pt x="1179" y="388"/>
                </a:lnTo>
                <a:lnTo>
                  <a:pt x="1180" y="401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5" name=""/>
          <p:cNvSpPr/>
          <p:nvPr/>
        </p:nvSpPr>
        <p:spPr>
          <a:xfrm>
            <a:off x="3912480" y="2801160"/>
            <a:ext cx="427320" cy="290880"/>
          </a:xfrm>
          <a:custGeom>
            <a:avLst/>
            <a:gdLst/>
            <a:ahLst/>
            <a:rect l="0" t="0" r="r" b="b"/>
            <a:pathLst>
              <a:path w="1187" h="808">
                <a:moveTo>
                  <a:pt x="1184" y="404"/>
                </a:moveTo>
                <a:lnTo>
                  <a:pt x="1183" y="391"/>
                </a:lnTo>
                <a:lnTo>
                  <a:pt x="1183" y="378"/>
                </a:lnTo>
                <a:lnTo>
                  <a:pt x="1181" y="366"/>
                </a:lnTo>
                <a:lnTo>
                  <a:pt x="1179" y="353"/>
                </a:lnTo>
                <a:lnTo>
                  <a:pt x="1176" y="341"/>
                </a:lnTo>
                <a:lnTo>
                  <a:pt x="1173" y="328"/>
                </a:lnTo>
                <a:lnTo>
                  <a:pt x="1170" y="316"/>
                </a:lnTo>
                <a:lnTo>
                  <a:pt x="1165" y="304"/>
                </a:lnTo>
                <a:lnTo>
                  <a:pt x="1160" y="292"/>
                </a:lnTo>
                <a:lnTo>
                  <a:pt x="1155" y="280"/>
                </a:lnTo>
                <a:lnTo>
                  <a:pt x="1149" y="268"/>
                </a:lnTo>
                <a:lnTo>
                  <a:pt x="1142" y="256"/>
                </a:lnTo>
                <a:lnTo>
                  <a:pt x="1135" y="244"/>
                </a:lnTo>
                <a:lnTo>
                  <a:pt x="1128" y="233"/>
                </a:lnTo>
                <a:lnTo>
                  <a:pt x="1119" y="222"/>
                </a:lnTo>
                <a:lnTo>
                  <a:pt x="1111" y="210"/>
                </a:lnTo>
                <a:lnTo>
                  <a:pt x="1102" y="199"/>
                </a:lnTo>
                <a:lnTo>
                  <a:pt x="1092" y="189"/>
                </a:lnTo>
                <a:lnTo>
                  <a:pt x="1082" y="178"/>
                </a:lnTo>
                <a:lnTo>
                  <a:pt x="1071" y="168"/>
                </a:lnTo>
                <a:lnTo>
                  <a:pt x="1060" y="158"/>
                </a:lnTo>
                <a:lnTo>
                  <a:pt x="1048" y="148"/>
                </a:lnTo>
                <a:lnTo>
                  <a:pt x="1036" y="138"/>
                </a:lnTo>
                <a:lnTo>
                  <a:pt x="1024" y="129"/>
                </a:lnTo>
                <a:lnTo>
                  <a:pt x="1011" y="120"/>
                </a:lnTo>
                <a:lnTo>
                  <a:pt x="998" y="111"/>
                </a:lnTo>
                <a:lnTo>
                  <a:pt x="984" y="103"/>
                </a:lnTo>
                <a:lnTo>
                  <a:pt x="970" y="95"/>
                </a:lnTo>
                <a:lnTo>
                  <a:pt x="956" y="87"/>
                </a:lnTo>
                <a:lnTo>
                  <a:pt x="941" y="79"/>
                </a:lnTo>
                <a:lnTo>
                  <a:pt x="926" y="72"/>
                </a:lnTo>
                <a:lnTo>
                  <a:pt x="910" y="65"/>
                </a:lnTo>
                <a:lnTo>
                  <a:pt x="894" y="58"/>
                </a:lnTo>
                <a:lnTo>
                  <a:pt x="878" y="52"/>
                </a:lnTo>
                <a:lnTo>
                  <a:pt x="862" y="46"/>
                </a:lnTo>
                <a:lnTo>
                  <a:pt x="845" y="41"/>
                </a:lnTo>
                <a:lnTo>
                  <a:pt x="828" y="36"/>
                </a:lnTo>
                <a:lnTo>
                  <a:pt x="811" y="31"/>
                </a:lnTo>
                <a:lnTo>
                  <a:pt x="794" y="26"/>
                </a:lnTo>
                <a:lnTo>
                  <a:pt x="776" y="22"/>
                </a:lnTo>
                <a:lnTo>
                  <a:pt x="759" y="18"/>
                </a:lnTo>
                <a:lnTo>
                  <a:pt x="741" y="15"/>
                </a:lnTo>
                <a:lnTo>
                  <a:pt x="723" y="12"/>
                </a:lnTo>
                <a:lnTo>
                  <a:pt x="705" y="10"/>
                </a:lnTo>
                <a:lnTo>
                  <a:pt x="686" y="7"/>
                </a:lnTo>
                <a:lnTo>
                  <a:pt x="668" y="6"/>
                </a:lnTo>
                <a:lnTo>
                  <a:pt x="650" y="4"/>
                </a:lnTo>
                <a:lnTo>
                  <a:pt x="631" y="3"/>
                </a:lnTo>
                <a:lnTo>
                  <a:pt x="613" y="3"/>
                </a:lnTo>
                <a:lnTo>
                  <a:pt x="594" y="3"/>
                </a:lnTo>
                <a:lnTo>
                  <a:pt x="576" y="3"/>
                </a:lnTo>
                <a:lnTo>
                  <a:pt x="557" y="3"/>
                </a:lnTo>
                <a:lnTo>
                  <a:pt x="539" y="4"/>
                </a:lnTo>
                <a:lnTo>
                  <a:pt x="520" y="6"/>
                </a:lnTo>
                <a:lnTo>
                  <a:pt x="502" y="7"/>
                </a:lnTo>
                <a:lnTo>
                  <a:pt x="484" y="10"/>
                </a:lnTo>
                <a:lnTo>
                  <a:pt x="466" y="12"/>
                </a:lnTo>
                <a:lnTo>
                  <a:pt x="448" y="15"/>
                </a:lnTo>
                <a:lnTo>
                  <a:pt x="430" y="18"/>
                </a:lnTo>
                <a:lnTo>
                  <a:pt x="412" y="22"/>
                </a:lnTo>
                <a:lnTo>
                  <a:pt x="394" y="26"/>
                </a:lnTo>
                <a:lnTo>
                  <a:pt x="376" y="31"/>
                </a:lnTo>
                <a:lnTo>
                  <a:pt x="359" y="36"/>
                </a:lnTo>
                <a:lnTo>
                  <a:pt x="342" y="41"/>
                </a:lnTo>
                <a:lnTo>
                  <a:pt x="326" y="46"/>
                </a:lnTo>
                <a:lnTo>
                  <a:pt x="309" y="52"/>
                </a:lnTo>
                <a:lnTo>
                  <a:pt x="293" y="58"/>
                </a:lnTo>
                <a:lnTo>
                  <a:pt x="277" y="65"/>
                </a:lnTo>
                <a:lnTo>
                  <a:pt x="262" y="72"/>
                </a:lnTo>
                <a:lnTo>
                  <a:pt x="247" y="79"/>
                </a:lnTo>
                <a:lnTo>
                  <a:pt x="232" y="87"/>
                </a:lnTo>
                <a:lnTo>
                  <a:pt x="218" y="95"/>
                </a:lnTo>
                <a:lnTo>
                  <a:pt x="203" y="103"/>
                </a:lnTo>
                <a:lnTo>
                  <a:pt x="190" y="111"/>
                </a:lnTo>
                <a:lnTo>
                  <a:pt x="176" y="120"/>
                </a:lnTo>
                <a:lnTo>
                  <a:pt x="164" y="129"/>
                </a:lnTo>
                <a:lnTo>
                  <a:pt x="151" y="138"/>
                </a:lnTo>
                <a:lnTo>
                  <a:pt x="139" y="148"/>
                </a:lnTo>
                <a:lnTo>
                  <a:pt x="127" y="158"/>
                </a:lnTo>
                <a:lnTo>
                  <a:pt x="116" y="168"/>
                </a:lnTo>
                <a:lnTo>
                  <a:pt x="106" y="178"/>
                </a:lnTo>
                <a:lnTo>
                  <a:pt x="96" y="189"/>
                </a:lnTo>
                <a:lnTo>
                  <a:pt x="86" y="199"/>
                </a:lnTo>
                <a:lnTo>
                  <a:pt x="77" y="210"/>
                </a:lnTo>
                <a:lnTo>
                  <a:pt x="68" y="222"/>
                </a:lnTo>
                <a:lnTo>
                  <a:pt x="60" y="233"/>
                </a:lnTo>
                <a:lnTo>
                  <a:pt x="52" y="244"/>
                </a:lnTo>
                <a:lnTo>
                  <a:pt x="45" y="256"/>
                </a:lnTo>
                <a:lnTo>
                  <a:pt x="39" y="268"/>
                </a:lnTo>
                <a:lnTo>
                  <a:pt x="33" y="280"/>
                </a:lnTo>
                <a:lnTo>
                  <a:pt x="27" y="292"/>
                </a:lnTo>
                <a:lnTo>
                  <a:pt x="22" y="304"/>
                </a:lnTo>
                <a:lnTo>
                  <a:pt x="18" y="316"/>
                </a:lnTo>
                <a:lnTo>
                  <a:pt x="14" y="328"/>
                </a:lnTo>
                <a:lnTo>
                  <a:pt x="11" y="341"/>
                </a:lnTo>
                <a:lnTo>
                  <a:pt x="8" y="353"/>
                </a:lnTo>
                <a:lnTo>
                  <a:pt x="6" y="366"/>
                </a:lnTo>
                <a:lnTo>
                  <a:pt x="5" y="378"/>
                </a:lnTo>
                <a:lnTo>
                  <a:pt x="4" y="391"/>
                </a:lnTo>
                <a:lnTo>
                  <a:pt x="4" y="404"/>
                </a:lnTo>
                <a:lnTo>
                  <a:pt x="4" y="416"/>
                </a:lnTo>
                <a:lnTo>
                  <a:pt x="5" y="429"/>
                </a:lnTo>
                <a:lnTo>
                  <a:pt x="6" y="441"/>
                </a:lnTo>
                <a:lnTo>
                  <a:pt x="8" y="454"/>
                </a:lnTo>
                <a:lnTo>
                  <a:pt x="11" y="466"/>
                </a:lnTo>
                <a:lnTo>
                  <a:pt x="14" y="479"/>
                </a:lnTo>
                <a:lnTo>
                  <a:pt x="18" y="491"/>
                </a:lnTo>
                <a:lnTo>
                  <a:pt x="22" y="503"/>
                </a:lnTo>
                <a:lnTo>
                  <a:pt x="27" y="516"/>
                </a:lnTo>
                <a:lnTo>
                  <a:pt x="33" y="528"/>
                </a:lnTo>
                <a:lnTo>
                  <a:pt x="39" y="540"/>
                </a:lnTo>
                <a:lnTo>
                  <a:pt x="45" y="551"/>
                </a:lnTo>
                <a:lnTo>
                  <a:pt x="52" y="563"/>
                </a:lnTo>
                <a:lnTo>
                  <a:pt x="60" y="574"/>
                </a:lnTo>
                <a:lnTo>
                  <a:pt x="68" y="586"/>
                </a:lnTo>
                <a:lnTo>
                  <a:pt x="77" y="597"/>
                </a:lnTo>
                <a:lnTo>
                  <a:pt x="86" y="608"/>
                </a:lnTo>
                <a:lnTo>
                  <a:pt x="96" y="619"/>
                </a:lnTo>
                <a:lnTo>
                  <a:pt x="106" y="629"/>
                </a:lnTo>
                <a:lnTo>
                  <a:pt x="116" y="639"/>
                </a:lnTo>
                <a:lnTo>
                  <a:pt x="127" y="650"/>
                </a:lnTo>
                <a:lnTo>
                  <a:pt x="139" y="659"/>
                </a:lnTo>
                <a:lnTo>
                  <a:pt x="151" y="669"/>
                </a:lnTo>
                <a:lnTo>
                  <a:pt x="164" y="678"/>
                </a:lnTo>
                <a:lnTo>
                  <a:pt x="176" y="687"/>
                </a:lnTo>
                <a:lnTo>
                  <a:pt x="190" y="697"/>
                </a:lnTo>
                <a:lnTo>
                  <a:pt x="203" y="706"/>
                </a:lnTo>
                <a:lnTo>
                  <a:pt x="218" y="714"/>
                </a:lnTo>
                <a:lnTo>
                  <a:pt x="232" y="722"/>
                </a:lnTo>
                <a:lnTo>
                  <a:pt x="247" y="729"/>
                </a:lnTo>
                <a:lnTo>
                  <a:pt x="262" y="736"/>
                </a:lnTo>
                <a:lnTo>
                  <a:pt x="277" y="743"/>
                </a:lnTo>
                <a:lnTo>
                  <a:pt x="293" y="750"/>
                </a:lnTo>
                <a:lnTo>
                  <a:pt x="309" y="756"/>
                </a:lnTo>
                <a:lnTo>
                  <a:pt x="326" y="762"/>
                </a:lnTo>
                <a:lnTo>
                  <a:pt x="342" y="768"/>
                </a:lnTo>
                <a:lnTo>
                  <a:pt x="359" y="773"/>
                </a:lnTo>
                <a:lnTo>
                  <a:pt x="376" y="778"/>
                </a:lnTo>
                <a:lnTo>
                  <a:pt x="394" y="782"/>
                </a:lnTo>
                <a:lnTo>
                  <a:pt x="412" y="786"/>
                </a:lnTo>
                <a:lnTo>
                  <a:pt x="430" y="790"/>
                </a:lnTo>
                <a:lnTo>
                  <a:pt x="448" y="793"/>
                </a:lnTo>
                <a:lnTo>
                  <a:pt x="466" y="796"/>
                </a:lnTo>
                <a:lnTo>
                  <a:pt x="484" y="799"/>
                </a:lnTo>
                <a:lnTo>
                  <a:pt x="502" y="801"/>
                </a:lnTo>
                <a:lnTo>
                  <a:pt x="520" y="803"/>
                </a:lnTo>
                <a:lnTo>
                  <a:pt x="539" y="804"/>
                </a:lnTo>
                <a:lnTo>
                  <a:pt x="557" y="805"/>
                </a:lnTo>
                <a:lnTo>
                  <a:pt x="576" y="806"/>
                </a:lnTo>
                <a:lnTo>
                  <a:pt x="594" y="806"/>
                </a:lnTo>
                <a:lnTo>
                  <a:pt x="613" y="806"/>
                </a:lnTo>
                <a:lnTo>
                  <a:pt x="631" y="805"/>
                </a:lnTo>
                <a:lnTo>
                  <a:pt x="650" y="804"/>
                </a:lnTo>
                <a:lnTo>
                  <a:pt x="668" y="803"/>
                </a:lnTo>
                <a:lnTo>
                  <a:pt x="686" y="801"/>
                </a:lnTo>
                <a:lnTo>
                  <a:pt x="705" y="799"/>
                </a:lnTo>
                <a:lnTo>
                  <a:pt x="723" y="796"/>
                </a:lnTo>
                <a:lnTo>
                  <a:pt x="741" y="793"/>
                </a:lnTo>
                <a:lnTo>
                  <a:pt x="759" y="790"/>
                </a:lnTo>
                <a:lnTo>
                  <a:pt x="776" y="786"/>
                </a:lnTo>
                <a:lnTo>
                  <a:pt x="794" y="782"/>
                </a:lnTo>
                <a:lnTo>
                  <a:pt x="811" y="778"/>
                </a:lnTo>
                <a:lnTo>
                  <a:pt x="828" y="773"/>
                </a:lnTo>
                <a:lnTo>
                  <a:pt x="845" y="768"/>
                </a:lnTo>
                <a:lnTo>
                  <a:pt x="862" y="762"/>
                </a:lnTo>
                <a:lnTo>
                  <a:pt x="878" y="756"/>
                </a:lnTo>
                <a:lnTo>
                  <a:pt x="894" y="750"/>
                </a:lnTo>
                <a:lnTo>
                  <a:pt x="910" y="743"/>
                </a:lnTo>
                <a:lnTo>
                  <a:pt x="926" y="736"/>
                </a:lnTo>
                <a:lnTo>
                  <a:pt x="941" y="729"/>
                </a:lnTo>
                <a:lnTo>
                  <a:pt x="956" y="722"/>
                </a:lnTo>
                <a:lnTo>
                  <a:pt x="970" y="714"/>
                </a:lnTo>
                <a:lnTo>
                  <a:pt x="984" y="706"/>
                </a:lnTo>
                <a:lnTo>
                  <a:pt x="998" y="697"/>
                </a:lnTo>
                <a:lnTo>
                  <a:pt x="1011" y="687"/>
                </a:lnTo>
                <a:lnTo>
                  <a:pt x="1024" y="678"/>
                </a:lnTo>
                <a:lnTo>
                  <a:pt x="1036" y="669"/>
                </a:lnTo>
                <a:lnTo>
                  <a:pt x="1048" y="659"/>
                </a:lnTo>
                <a:lnTo>
                  <a:pt x="1060" y="650"/>
                </a:lnTo>
                <a:lnTo>
                  <a:pt x="1071" y="639"/>
                </a:lnTo>
                <a:lnTo>
                  <a:pt x="1082" y="629"/>
                </a:lnTo>
                <a:lnTo>
                  <a:pt x="1092" y="619"/>
                </a:lnTo>
                <a:lnTo>
                  <a:pt x="1102" y="608"/>
                </a:lnTo>
                <a:lnTo>
                  <a:pt x="1111" y="597"/>
                </a:lnTo>
                <a:lnTo>
                  <a:pt x="1119" y="586"/>
                </a:lnTo>
                <a:lnTo>
                  <a:pt x="1128" y="574"/>
                </a:lnTo>
                <a:lnTo>
                  <a:pt x="1135" y="563"/>
                </a:lnTo>
                <a:lnTo>
                  <a:pt x="1142" y="551"/>
                </a:lnTo>
                <a:lnTo>
                  <a:pt x="1149" y="540"/>
                </a:lnTo>
                <a:lnTo>
                  <a:pt x="1155" y="528"/>
                </a:lnTo>
                <a:lnTo>
                  <a:pt x="1160" y="516"/>
                </a:lnTo>
                <a:lnTo>
                  <a:pt x="1165" y="503"/>
                </a:lnTo>
                <a:lnTo>
                  <a:pt x="1170" y="491"/>
                </a:lnTo>
                <a:lnTo>
                  <a:pt x="1173" y="479"/>
                </a:lnTo>
                <a:lnTo>
                  <a:pt x="1176" y="466"/>
                </a:lnTo>
                <a:lnTo>
                  <a:pt x="1179" y="454"/>
                </a:lnTo>
                <a:lnTo>
                  <a:pt x="1181" y="441"/>
                </a:lnTo>
                <a:lnTo>
                  <a:pt x="1183" y="429"/>
                </a:lnTo>
                <a:lnTo>
                  <a:pt x="1183" y="416"/>
                </a:lnTo>
                <a:lnTo>
                  <a:pt x="1184" y="404"/>
                </a:lnTo>
                <a:moveTo>
                  <a:pt x="1187" y="404"/>
                </a:moveTo>
                <a:lnTo>
                  <a:pt x="1187" y="416"/>
                </a:lnTo>
                <a:lnTo>
                  <a:pt x="1186" y="429"/>
                </a:lnTo>
                <a:lnTo>
                  <a:pt x="1185" y="442"/>
                </a:lnTo>
                <a:lnTo>
                  <a:pt x="1183" y="454"/>
                </a:lnTo>
                <a:lnTo>
                  <a:pt x="1180" y="467"/>
                </a:lnTo>
                <a:lnTo>
                  <a:pt x="1177" y="479"/>
                </a:lnTo>
                <a:lnTo>
                  <a:pt x="1173" y="492"/>
                </a:lnTo>
                <a:lnTo>
                  <a:pt x="1169" y="504"/>
                </a:lnTo>
                <a:lnTo>
                  <a:pt x="1164" y="516"/>
                </a:lnTo>
                <a:lnTo>
                  <a:pt x="1158" y="528"/>
                </a:lnTo>
                <a:lnTo>
                  <a:pt x="1152" y="540"/>
                </a:lnTo>
                <a:lnTo>
                  <a:pt x="1146" y="552"/>
                </a:lnTo>
                <a:lnTo>
                  <a:pt x="1139" y="564"/>
                </a:lnTo>
                <a:lnTo>
                  <a:pt x="1131" y="576"/>
                </a:lnTo>
                <a:lnTo>
                  <a:pt x="1123" y="587"/>
                </a:lnTo>
                <a:lnTo>
                  <a:pt x="1114" y="598"/>
                </a:lnTo>
                <a:lnTo>
                  <a:pt x="1105" y="609"/>
                </a:lnTo>
                <a:lnTo>
                  <a:pt x="1095" y="620"/>
                </a:lnTo>
                <a:lnTo>
                  <a:pt x="1085" y="631"/>
                </a:lnTo>
                <a:lnTo>
                  <a:pt x="1074" y="641"/>
                </a:lnTo>
                <a:lnTo>
                  <a:pt x="1063" y="651"/>
                </a:lnTo>
                <a:lnTo>
                  <a:pt x="1051" y="661"/>
                </a:lnTo>
                <a:lnTo>
                  <a:pt x="1039" y="671"/>
                </a:lnTo>
                <a:lnTo>
                  <a:pt x="1027" y="680"/>
                </a:lnTo>
                <a:lnTo>
                  <a:pt x="1014" y="689"/>
                </a:lnTo>
                <a:lnTo>
                  <a:pt x="1000" y="699"/>
                </a:lnTo>
                <a:lnTo>
                  <a:pt x="987" y="707"/>
                </a:lnTo>
                <a:lnTo>
                  <a:pt x="972" y="716"/>
                </a:lnTo>
                <a:lnTo>
                  <a:pt x="958" y="724"/>
                </a:lnTo>
                <a:lnTo>
                  <a:pt x="943" y="731"/>
                </a:lnTo>
                <a:lnTo>
                  <a:pt x="928" y="739"/>
                </a:lnTo>
                <a:lnTo>
                  <a:pt x="912" y="746"/>
                </a:lnTo>
                <a:lnTo>
                  <a:pt x="896" y="752"/>
                </a:lnTo>
                <a:lnTo>
                  <a:pt x="880" y="758"/>
                </a:lnTo>
                <a:lnTo>
                  <a:pt x="864" y="764"/>
                </a:lnTo>
                <a:lnTo>
                  <a:pt x="847" y="770"/>
                </a:lnTo>
                <a:lnTo>
                  <a:pt x="830" y="775"/>
                </a:lnTo>
                <a:lnTo>
                  <a:pt x="813" y="780"/>
                </a:lnTo>
                <a:lnTo>
                  <a:pt x="795" y="784"/>
                </a:lnTo>
                <a:lnTo>
                  <a:pt x="778" y="789"/>
                </a:lnTo>
                <a:lnTo>
                  <a:pt x="760" y="792"/>
                </a:lnTo>
                <a:lnTo>
                  <a:pt x="742" y="796"/>
                </a:lnTo>
                <a:lnTo>
                  <a:pt x="724" y="799"/>
                </a:lnTo>
                <a:lnTo>
                  <a:pt x="705" y="801"/>
                </a:lnTo>
                <a:lnTo>
                  <a:pt x="687" y="803"/>
                </a:lnTo>
                <a:lnTo>
                  <a:pt x="669" y="805"/>
                </a:lnTo>
                <a:lnTo>
                  <a:pt x="650" y="807"/>
                </a:lnTo>
                <a:lnTo>
                  <a:pt x="631" y="808"/>
                </a:lnTo>
                <a:lnTo>
                  <a:pt x="613" y="808"/>
                </a:lnTo>
                <a:lnTo>
                  <a:pt x="594" y="808"/>
                </a:lnTo>
                <a:lnTo>
                  <a:pt x="576" y="808"/>
                </a:lnTo>
                <a:lnTo>
                  <a:pt x="557" y="808"/>
                </a:lnTo>
                <a:lnTo>
                  <a:pt x="538" y="807"/>
                </a:lnTo>
                <a:lnTo>
                  <a:pt x="520" y="805"/>
                </a:lnTo>
                <a:lnTo>
                  <a:pt x="501" y="803"/>
                </a:lnTo>
                <a:lnTo>
                  <a:pt x="483" y="801"/>
                </a:lnTo>
                <a:lnTo>
                  <a:pt x="465" y="799"/>
                </a:lnTo>
                <a:lnTo>
                  <a:pt x="447" y="796"/>
                </a:lnTo>
                <a:lnTo>
                  <a:pt x="429" y="792"/>
                </a:lnTo>
                <a:lnTo>
                  <a:pt x="411" y="789"/>
                </a:lnTo>
                <a:lnTo>
                  <a:pt x="392" y="784"/>
                </a:lnTo>
                <a:lnTo>
                  <a:pt x="375" y="780"/>
                </a:lnTo>
                <a:lnTo>
                  <a:pt x="358" y="775"/>
                </a:lnTo>
                <a:lnTo>
                  <a:pt x="341" y="770"/>
                </a:lnTo>
                <a:lnTo>
                  <a:pt x="324" y="764"/>
                </a:lnTo>
                <a:lnTo>
                  <a:pt x="307" y="758"/>
                </a:lnTo>
                <a:lnTo>
                  <a:pt x="291" y="752"/>
                </a:lnTo>
                <a:lnTo>
                  <a:pt x="275" y="746"/>
                </a:lnTo>
                <a:lnTo>
                  <a:pt x="260" y="739"/>
                </a:lnTo>
                <a:lnTo>
                  <a:pt x="245" y="731"/>
                </a:lnTo>
                <a:lnTo>
                  <a:pt x="230" y="724"/>
                </a:lnTo>
                <a:lnTo>
                  <a:pt x="215" y="716"/>
                </a:lnTo>
                <a:lnTo>
                  <a:pt x="201" y="707"/>
                </a:lnTo>
                <a:lnTo>
                  <a:pt x="187" y="699"/>
                </a:lnTo>
                <a:lnTo>
                  <a:pt x="174" y="689"/>
                </a:lnTo>
                <a:lnTo>
                  <a:pt x="161" y="680"/>
                </a:lnTo>
                <a:lnTo>
                  <a:pt x="148" y="671"/>
                </a:lnTo>
                <a:lnTo>
                  <a:pt x="136" y="661"/>
                </a:lnTo>
                <a:lnTo>
                  <a:pt x="125" y="651"/>
                </a:lnTo>
                <a:lnTo>
                  <a:pt x="113" y="641"/>
                </a:lnTo>
                <a:lnTo>
                  <a:pt x="103" y="631"/>
                </a:lnTo>
                <a:lnTo>
                  <a:pt x="92" y="620"/>
                </a:lnTo>
                <a:lnTo>
                  <a:pt x="83" y="609"/>
                </a:lnTo>
                <a:lnTo>
                  <a:pt x="73" y="598"/>
                </a:lnTo>
                <a:lnTo>
                  <a:pt x="65" y="587"/>
                </a:lnTo>
                <a:lnTo>
                  <a:pt x="56" y="576"/>
                </a:lnTo>
                <a:lnTo>
                  <a:pt x="49" y="564"/>
                </a:lnTo>
                <a:lnTo>
                  <a:pt x="42" y="552"/>
                </a:lnTo>
                <a:lnTo>
                  <a:pt x="35" y="540"/>
                </a:lnTo>
                <a:lnTo>
                  <a:pt x="29" y="528"/>
                </a:lnTo>
                <a:lnTo>
                  <a:pt x="24" y="516"/>
                </a:lnTo>
                <a:lnTo>
                  <a:pt x="19" y="504"/>
                </a:lnTo>
                <a:lnTo>
                  <a:pt x="14" y="492"/>
                </a:lnTo>
                <a:lnTo>
                  <a:pt x="11" y="479"/>
                </a:lnTo>
                <a:lnTo>
                  <a:pt x="7" y="467"/>
                </a:lnTo>
                <a:lnTo>
                  <a:pt x="5" y="454"/>
                </a:lnTo>
                <a:lnTo>
                  <a:pt x="3" y="442"/>
                </a:lnTo>
                <a:lnTo>
                  <a:pt x="1" y="429"/>
                </a:lnTo>
                <a:lnTo>
                  <a:pt x="0" y="416"/>
                </a:lnTo>
                <a:lnTo>
                  <a:pt x="0" y="404"/>
                </a:lnTo>
                <a:lnTo>
                  <a:pt x="0" y="391"/>
                </a:lnTo>
                <a:lnTo>
                  <a:pt x="1" y="378"/>
                </a:lnTo>
                <a:lnTo>
                  <a:pt x="3" y="366"/>
                </a:lnTo>
                <a:lnTo>
                  <a:pt x="5" y="353"/>
                </a:lnTo>
                <a:lnTo>
                  <a:pt x="7" y="340"/>
                </a:lnTo>
                <a:lnTo>
                  <a:pt x="11" y="328"/>
                </a:lnTo>
                <a:lnTo>
                  <a:pt x="14" y="316"/>
                </a:lnTo>
                <a:lnTo>
                  <a:pt x="19" y="303"/>
                </a:lnTo>
                <a:lnTo>
                  <a:pt x="24" y="291"/>
                </a:lnTo>
                <a:lnTo>
                  <a:pt x="29" y="279"/>
                </a:lnTo>
                <a:lnTo>
                  <a:pt x="35" y="267"/>
                </a:lnTo>
                <a:lnTo>
                  <a:pt x="42" y="255"/>
                </a:lnTo>
                <a:lnTo>
                  <a:pt x="49" y="243"/>
                </a:lnTo>
                <a:lnTo>
                  <a:pt x="56" y="232"/>
                </a:lnTo>
                <a:lnTo>
                  <a:pt x="65" y="220"/>
                </a:lnTo>
                <a:lnTo>
                  <a:pt x="73" y="209"/>
                </a:lnTo>
                <a:lnTo>
                  <a:pt x="83" y="198"/>
                </a:lnTo>
                <a:lnTo>
                  <a:pt x="92" y="187"/>
                </a:lnTo>
                <a:lnTo>
                  <a:pt x="103" y="177"/>
                </a:lnTo>
                <a:lnTo>
                  <a:pt x="113" y="166"/>
                </a:lnTo>
                <a:lnTo>
                  <a:pt x="125" y="156"/>
                </a:lnTo>
                <a:lnTo>
                  <a:pt x="136" y="146"/>
                </a:lnTo>
                <a:lnTo>
                  <a:pt x="148" y="137"/>
                </a:lnTo>
                <a:lnTo>
                  <a:pt x="161" y="127"/>
                </a:lnTo>
                <a:lnTo>
                  <a:pt x="174" y="118"/>
                </a:lnTo>
                <a:lnTo>
                  <a:pt x="187" y="109"/>
                </a:lnTo>
                <a:lnTo>
                  <a:pt x="201" y="101"/>
                </a:lnTo>
                <a:lnTo>
                  <a:pt x="215" y="93"/>
                </a:lnTo>
                <a:lnTo>
                  <a:pt x="230" y="85"/>
                </a:lnTo>
                <a:lnTo>
                  <a:pt x="245" y="77"/>
                </a:lnTo>
                <a:lnTo>
                  <a:pt x="260" y="70"/>
                </a:lnTo>
                <a:lnTo>
                  <a:pt x="275" y="63"/>
                </a:lnTo>
                <a:lnTo>
                  <a:pt x="291" y="56"/>
                </a:lnTo>
                <a:lnTo>
                  <a:pt x="307" y="50"/>
                </a:lnTo>
                <a:lnTo>
                  <a:pt x="324" y="44"/>
                </a:lnTo>
                <a:lnTo>
                  <a:pt x="341" y="38"/>
                </a:lnTo>
                <a:lnTo>
                  <a:pt x="358" y="33"/>
                </a:lnTo>
                <a:lnTo>
                  <a:pt x="375" y="28"/>
                </a:lnTo>
                <a:lnTo>
                  <a:pt x="392" y="24"/>
                </a:lnTo>
                <a:lnTo>
                  <a:pt x="411" y="20"/>
                </a:lnTo>
                <a:lnTo>
                  <a:pt x="429" y="16"/>
                </a:lnTo>
                <a:lnTo>
                  <a:pt x="447" y="13"/>
                </a:lnTo>
                <a:lnTo>
                  <a:pt x="465" y="10"/>
                </a:lnTo>
                <a:lnTo>
                  <a:pt x="483" y="7"/>
                </a:lnTo>
                <a:lnTo>
                  <a:pt x="501" y="5"/>
                </a:lnTo>
                <a:lnTo>
                  <a:pt x="520" y="3"/>
                </a:lnTo>
                <a:lnTo>
                  <a:pt x="538" y="2"/>
                </a:lnTo>
                <a:lnTo>
                  <a:pt x="557" y="1"/>
                </a:lnTo>
                <a:lnTo>
                  <a:pt x="576" y="0"/>
                </a:lnTo>
                <a:lnTo>
                  <a:pt x="594" y="0"/>
                </a:lnTo>
                <a:lnTo>
                  <a:pt x="613" y="0"/>
                </a:lnTo>
                <a:lnTo>
                  <a:pt x="631" y="1"/>
                </a:lnTo>
                <a:lnTo>
                  <a:pt x="650" y="2"/>
                </a:lnTo>
                <a:lnTo>
                  <a:pt x="669" y="3"/>
                </a:lnTo>
                <a:lnTo>
                  <a:pt x="687" y="5"/>
                </a:lnTo>
                <a:lnTo>
                  <a:pt x="705" y="7"/>
                </a:lnTo>
                <a:lnTo>
                  <a:pt x="724" y="10"/>
                </a:lnTo>
                <a:lnTo>
                  <a:pt x="742" y="13"/>
                </a:lnTo>
                <a:lnTo>
                  <a:pt x="760" y="16"/>
                </a:lnTo>
                <a:lnTo>
                  <a:pt x="778" y="20"/>
                </a:lnTo>
                <a:lnTo>
                  <a:pt x="795" y="24"/>
                </a:lnTo>
                <a:lnTo>
                  <a:pt x="813" y="28"/>
                </a:lnTo>
                <a:lnTo>
                  <a:pt x="830" y="33"/>
                </a:lnTo>
                <a:lnTo>
                  <a:pt x="847" y="38"/>
                </a:lnTo>
                <a:lnTo>
                  <a:pt x="864" y="44"/>
                </a:lnTo>
                <a:lnTo>
                  <a:pt x="880" y="50"/>
                </a:lnTo>
                <a:lnTo>
                  <a:pt x="896" y="56"/>
                </a:lnTo>
                <a:lnTo>
                  <a:pt x="912" y="63"/>
                </a:lnTo>
                <a:lnTo>
                  <a:pt x="928" y="70"/>
                </a:lnTo>
                <a:lnTo>
                  <a:pt x="943" y="77"/>
                </a:lnTo>
                <a:lnTo>
                  <a:pt x="958" y="85"/>
                </a:lnTo>
                <a:lnTo>
                  <a:pt x="972" y="93"/>
                </a:lnTo>
                <a:lnTo>
                  <a:pt x="987" y="101"/>
                </a:lnTo>
                <a:lnTo>
                  <a:pt x="1000" y="109"/>
                </a:lnTo>
                <a:lnTo>
                  <a:pt x="1014" y="118"/>
                </a:lnTo>
                <a:lnTo>
                  <a:pt x="1027" y="127"/>
                </a:lnTo>
                <a:lnTo>
                  <a:pt x="1039" y="137"/>
                </a:lnTo>
                <a:lnTo>
                  <a:pt x="1051" y="146"/>
                </a:lnTo>
                <a:lnTo>
                  <a:pt x="1063" y="156"/>
                </a:lnTo>
                <a:lnTo>
                  <a:pt x="1074" y="166"/>
                </a:lnTo>
                <a:lnTo>
                  <a:pt x="1085" y="177"/>
                </a:lnTo>
                <a:lnTo>
                  <a:pt x="1095" y="187"/>
                </a:lnTo>
                <a:lnTo>
                  <a:pt x="1105" y="198"/>
                </a:lnTo>
                <a:lnTo>
                  <a:pt x="1114" y="209"/>
                </a:lnTo>
                <a:lnTo>
                  <a:pt x="1123" y="220"/>
                </a:lnTo>
                <a:lnTo>
                  <a:pt x="1131" y="232"/>
                </a:lnTo>
                <a:lnTo>
                  <a:pt x="1139" y="243"/>
                </a:lnTo>
                <a:lnTo>
                  <a:pt x="1146" y="255"/>
                </a:lnTo>
                <a:lnTo>
                  <a:pt x="1152" y="267"/>
                </a:lnTo>
                <a:lnTo>
                  <a:pt x="1158" y="279"/>
                </a:lnTo>
                <a:lnTo>
                  <a:pt x="1164" y="291"/>
                </a:lnTo>
                <a:lnTo>
                  <a:pt x="1169" y="303"/>
                </a:lnTo>
                <a:lnTo>
                  <a:pt x="1173" y="316"/>
                </a:lnTo>
                <a:lnTo>
                  <a:pt x="1177" y="328"/>
                </a:lnTo>
                <a:lnTo>
                  <a:pt x="1180" y="340"/>
                </a:lnTo>
                <a:lnTo>
                  <a:pt x="1183" y="353"/>
                </a:lnTo>
                <a:lnTo>
                  <a:pt x="1185" y="366"/>
                </a:lnTo>
                <a:lnTo>
                  <a:pt x="1186" y="378"/>
                </a:lnTo>
                <a:lnTo>
                  <a:pt x="1187" y="391"/>
                </a:lnTo>
                <a:lnTo>
                  <a:pt x="1187" y="404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6" name=""/>
          <p:cNvSpPr/>
          <p:nvPr/>
        </p:nvSpPr>
        <p:spPr>
          <a:xfrm>
            <a:off x="3908520" y="2798280"/>
            <a:ext cx="435600" cy="296640"/>
          </a:xfrm>
          <a:custGeom>
            <a:avLst/>
            <a:gdLst/>
            <a:ahLst/>
            <a:rect l="0" t="0" r="r" b="b"/>
            <a:pathLst>
              <a:path w="1210" h="824">
                <a:moveTo>
                  <a:pt x="1198" y="413"/>
                </a:moveTo>
                <a:lnTo>
                  <a:pt x="1198" y="400"/>
                </a:lnTo>
                <a:lnTo>
                  <a:pt x="1197" y="387"/>
                </a:lnTo>
                <a:lnTo>
                  <a:pt x="1196" y="375"/>
                </a:lnTo>
                <a:lnTo>
                  <a:pt x="1194" y="362"/>
                </a:lnTo>
                <a:lnTo>
                  <a:pt x="1191" y="349"/>
                </a:lnTo>
                <a:lnTo>
                  <a:pt x="1188" y="337"/>
                </a:lnTo>
                <a:lnTo>
                  <a:pt x="1184" y="325"/>
                </a:lnTo>
                <a:lnTo>
                  <a:pt x="1180" y="312"/>
                </a:lnTo>
                <a:lnTo>
                  <a:pt x="1175" y="300"/>
                </a:lnTo>
                <a:lnTo>
                  <a:pt x="1169" y="288"/>
                </a:lnTo>
                <a:lnTo>
                  <a:pt x="1163" y="276"/>
                </a:lnTo>
                <a:lnTo>
                  <a:pt x="1157" y="264"/>
                </a:lnTo>
                <a:lnTo>
                  <a:pt x="1150" y="252"/>
                </a:lnTo>
                <a:lnTo>
                  <a:pt x="1142" y="241"/>
                </a:lnTo>
                <a:lnTo>
                  <a:pt x="1134" y="229"/>
                </a:lnTo>
                <a:lnTo>
                  <a:pt x="1125" y="218"/>
                </a:lnTo>
                <a:lnTo>
                  <a:pt x="1116" y="207"/>
                </a:lnTo>
                <a:lnTo>
                  <a:pt x="1106" y="196"/>
                </a:lnTo>
                <a:lnTo>
                  <a:pt x="1096" y="186"/>
                </a:lnTo>
                <a:lnTo>
                  <a:pt x="1085" y="175"/>
                </a:lnTo>
                <a:lnTo>
                  <a:pt x="1074" y="165"/>
                </a:lnTo>
                <a:lnTo>
                  <a:pt x="1062" y="155"/>
                </a:lnTo>
                <a:lnTo>
                  <a:pt x="1050" y="146"/>
                </a:lnTo>
                <a:lnTo>
                  <a:pt x="1038" y="136"/>
                </a:lnTo>
                <a:lnTo>
                  <a:pt x="1025" y="127"/>
                </a:lnTo>
                <a:lnTo>
                  <a:pt x="1011" y="118"/>
                </a:lnTo>
                <a:lnTo>
                  <a:pt x="998" y="110"/>
                </a:lnTo>
                <a:lnTo>
                  <a:pt x="983" y="102"/>
                </a:lnTo>
                <a:lnTo>
                  <a:pt x="969" y="94"/>
                </a:lnTo>
                <a:lnTo>
                  <a:pt x="954" y="86"/>
                </a:lnTo>
                <a:lnTo>
                  <a:pt x="939" y="79"/>
                </a:lnTo>
                <a:lnTo>
                  <a:pt x="923" y="72"/>
                </a:lnTo>
                <a:lnTo>
                  <a:pt x="907" y="65"/>
                </a:lnTo>
                <a:lnTo>
                  <a:pt x="891" y="59"/>
                </a:lnTo>
                <a:lnTo>
                  <a:pt x="875" y="53"/>
                </a:lnTo>
                <a:lnTo>
                  <a:pt x="858" y="47"/>
                </a:lnTo>
                <a:lnTo>
                  <a:pt x="841" y="42"/>
                </a:lnTo>
                <a:lnTo>
                  <a:pt x="824" y="37"/>
                </a:lnTo>
                <a:lnTo>
                  <a:pt x="806" y="32"/>
                </a:lnTo>
                <a:lnTo>
                  <a:pt x="789" y="28"/>
                </a:lnTo>
                <a:lnTo>
                  <a:pt x="771" y="24"/>
                </a:lnTo>
                <a:lnTo>
                  <a:pt x="753" y="21"/>
                </a:lnTo>
                <a:lnTo>
                  <a:pt x="735" y="18"/>
                </a:lnTo>
                <a:lnTo>
                  <a:pt x="716" y="15"/>
                </a:lnTo>
                <a:lnTo>
                  <a:pt x="698" y="13"/>
                </a:lnTo>
                <a:lnTo>
                  <a:pt x="680" y="11"/>
                </a:lnTo>
                <a:lnTo>
                  <a:pt x="661" y="10"/>
                </a:lnTo>
                <a:lnTo>
                  <a:pt x="642" y="9"/>
                </a:lnTo>
                <a:lnTo>
                  <a:pt x="623" y="8"/>
                </a:lnTo>
                <a:lnTo>
                  <a:pt x="604" y="8"/>
                </a:lnTo>
                <a:lnTo>
                  <a:pt x="586" y="8"/>
                </a:lnTo>
                <a:lnTo>
                  <a:pt x="567" y="9"/>
                </a:lnTo>
                <a:lnTo>
                  <a:pt x="548" y="10"/>
                </a:lnTo>
                <a:lnTo>
                  <a:pt x="530" y="11"/>
                </a:lnTo>
                <a:lnTo>
                  <a:pt x="511" y="13"/>
                </a:lnTo>
                <a:lnTo>
                  <a:pt x="493" y="15"/>
                </a:lnTo>
                <a:lnTo>
                  <a:pt x="475" y="18"/>
                </a:lnTo>
                <a:lnTo>
                  <a:pt x="457" y="21"/>
                </a:lnTo>
                <a:lnTo>
                  <a:pt x="439" y="24"/>
                </a:lnTo>
                <a:lnTo>
                  <a:pt x="421" y="28"/>
                </a:lnTo>
                <a:lnTo>
                  <a:pt x="403" y="32"/>
                </a:lnTo>
                <a:lnTo>
                  <a:pt x="386" y="37"/>
                </a:lnTo>
                <a:lnTo>
                  <a:pt x="369" y="42"/>
                </a:lnTo>
                <a:lnTo>
                  <a:pt x="352" y="47"/>
                </a:lnTo>
                <a:lnTo>
                  <a:pt x="335" y="53"/>
                </a:lnTo>
                <a:lnTo>
                  <a:pt x="318" y="59"/>
                </a:lnTo>
                <a:lnTo>
                  <a:pt x="302" y="65"/>
                </a:lnTo>
                <a:lnTo>
                  <a:pt x="286" y="72"/>
                </a:lnTo>
                <a:lnTo>
                  <a:pt x="271" y="79"/>
                </a:lnTo>
                <a:lnTo>
                  <a:pt x="256" y="86"/>
                </a:lnTo>
                <a:lnTo>
                  <a:pt x="241" y="94"/>
                </a:lnTo>
                <a:lnTo>
                  <a:pt x="226" y="102"/>
                </a:lnTo>
                <a:lnTo>
                  <a:pt x="212" y="110"/>
                </a:lnTo>
                <a:lnTo>
                  <a:pt x="198" y="118"/>
                </a:lnTo>
                <a:lnTo>
                  <a:pt x="185" y="127"/>
                </a:lnTo>
                <a:lnTo>
                  <a:pt x="172" y="136"/>
                </a:lnTo>
                <a:lnTo>
                  <a:pt x="159" y="146"/>
                </a:lnTo>
                <a:lnTo>
                  <a:pt x="147" y="155"/>
                </a:lnTo>
                <a:lnTo>
                  <a:pt x="136" y="165"/>
                </a:lnTo>
                <a:lnTo>
                  <a:pt x="124" y="175"/>
                </a:lnTo>
                <a:lnTo>
                  <a:pt x="114" y="186"/>
                </a:lnTo>
                <a:lnTo>
                  <a:pt x="103" y="196"/>
                </a:lnTo>
                <a:lnTo>
                  <a:pt x="94" y="207"/>
                </a:lnTo>
                <a:lnTo>
                  <a:pt x="84" y="218"/>
                </a:lnTo>
                <a:lnTo>
                  <a:pt x="76" y="229"/>
                </a:lnTo>
                <a:lnTo>
                  <a:pt x="67" y="241"/>
                </a:lnTo>
                <a:lnTo>
                  <a:pt x="60" y="252"/>
                </a:lnTo>
                <a:lnTo>
                  <a:pt x="53" y="264"/>
                </a:lnTo>
                <a:lnTo>
                  <a:pt x="46" y="276"/>
                </a:lnTo>
                <a:lnTo>
                  <a:pt x="40" y="288"/>
                </a:lnTo>
                <a:lnTo>
                  <a:pt x="35" y="300"/>
                </a:lnTo>
                <a:lnTo>
                  <a:pt x="30" y="312"/>
                </a:lnTo>
                <a:lnTo>
                  <a:pt x="25" y="325"/>
                </a:lnTo>
                <a:lnTo>
                  <a:pt x="22" y="337"/>
                </a:lnTo>
                <a:lnTo>
                  <a:pt x="18" y="349"/>
                </a:lnTo>
                <a:lnTo>
                  <a:pt x="16" y="362"/>
                </a:lnTo>
                <a:lnTo>
                  <a:pt x="14" y="375"/>
                </a:lnTo>
                <a:lnTo>
                  <a:pt x="12" y="387"/>
                </a:lnTo>
                <a:lnTo>
                  <a:pt x="11" y="400"/>
                </a:lnTo>
                <a:lnTo>
                  <a:pt x="11" y="413"/>
                </a:lnTo>
                <a:lnTo>
                  <a:pt x="11" y="425"/>
                </a:lnTo>
                <a:lnTo>
                  <a:pt x="12" y="438"/>
                </a:lnTo>
                <a:lnTo>
                  <a:pt x="14" y="451"/>
                </a:lnTo>
                <a:lnTo>
                  <a:pt x="16" y="463"/>
                </a:lnTo>
                <a:lnTo>
                  <a:pt x="18" y="476"/>
                </a:lnTo>
                <a:lnTo>
                  <a:pt x="22" y="488"/>
                </a:lnTo>
                <a:lnTo>
                  <a:pt x="25" y="501"/>
                </a:lnTo>
                <a:lnTo>
                  <a:pt x="30" y="513"/>
                </a:lnTo>
                <a:lnTo>
                  <a:pt x="35" y="525"/>
                </a:lnTo>
                <a:lnTo>
                  <a:pt x="40" y="537"/>
                </a:lnTo>
                <a:lnTo>
                  <a:pt x="46" y="549"/>
                </a:lnTo>
                <a:lnTo>
                  <a:pt x="53" y="561"/>
                </a:lnTo>
                <a:lnTo>
                  <a:pt x="60" y="573"/>
                </a:lnTo>
                <a:lnTo>
                  <a:pt x="67" y="585"/>
                </a:lnTo>
                <a:lnTo>
                  <a:pt x="76" y="596"/>
                </a:lnTo>
                <a:lnTo>
                  <a:pt x="84" y="607"/>
                </a:lnTo>
                <a:lnTo>
                  <a:pt x="94" y="618"/>
                </a:lnTo>
                <a:lnTo>
                  <a:pt x="103" y="629"/>
                </a:lnTo>
                <a:lnTo>
                  <a:pt x="114" y="640"/>
                </a:lnTo>
                <a:lnTo>
                  <a:pt x="124" y="650"/>
                </a:lnTo>
                <a:lnTo>
                  <a:pt x="136" y="660"/>
                </a:lnTo>
                <a:lnTo>
                  <a:pt x="147" y="670"/>
                </a:lnTo>
                <a:lnTo>
                  <a:pt x="159" y="680"/>
                </a:lnTo>
                <a:lnTo>
                  <a:pt x="172" y="689"/>
                </a:lnTo>
                <a:lnTo>
                  <a:pt x="185" y="698"/>
                </a:lnTo>
                <a:lnTo>
                  <a:pt x="198" y="707"/>
                </a:lnTo>
                <a:lnTo>
                  <a:pt x="212" y="715"/>
                </a:lnTo>
                <a:lnTo>
                  <a:pt x="226" y="724"/>
                </a:lnTo>
                <a:lnTo>
                  <a:pt x="241" y="732"/>
                </a:lnTo>
                <a:lnTo>
                  <a:pt x="256" y="739"/>
                </a:lnTo>
                <a:lnTo>
                  <a:pt x="271" y="747"/>
                </a:lnTo>
                <a:lnTo>
                  <a:pt x="286" y="754"/>
                </a:lnTo>
                <a:lnTo>
                  <a:pt x="302" y="760"/>
                </a:lnTo>
                <a:lnTo>
                  <a:pt x="318" y="766"/>
                </a:lnTo>
                <a:lnTo>
                  <a:pt x="335" y="772"/>
                </a:lnTo>
                <a:lnTo>
                  <a:pt x="352" y="778"/>
                </a:lnTo>
                <a:lnTo>
                  <a:pt x="369" y="783"/>
                </a:lnTo>
                <a:lnTo>
                  <a:pt x="386" y="788"/>
                </a:lnTo>
                <a:lnTo>
                  <a:pt x="403" y="792"/>
                </a:lnTo>
                <a:lnTo>
                  <a:pt x="421" y="797"/>
                </a:lnTo>
                <a:lnTo>
                  <a:pt x="439" y="800"/>
                </a:lnTo>
                <a:lnTo>
                  <a:pt x="457" y="804"/>
                </a:lnTo>
                <a:lnTo>
                  <a:pt x="475" y="807"/>
                </a:lnTo>
                <a:lnTo>
                  <a:pt x="493" y="809"/>
                </a:lnTo>
                <a:lnTo>
                  <a:pt x="511" y="811"/>
                </a:lnTo>
                <a:lnTo>
                  <a:pt x="530" y="813"/>
                </a:lnTo>
                <a:lnTo>
                  <a:pt x="548" y="815"/>
                </a:lnTo>
                <a:lnTo>
                  <a:pt x="567" y="816"/>
                </a:lnTo>
                <a:lnTo>
                  <a:pt x="586" y="816"/>
                </a:lnTo>
                <a:lnTo>
                  <a:pt x="604" y="816"/>
                </a:lnTo>
                <a:lnTo>
                  <a:pt x="623" y="816"/>
                </a:lnTo>
                <a:lnTo>
                  <a:pt x="642" y="816"/>
                </a:lnTo>
                <a:lnTo>
                  <a:pt x="661" y="815"/>
                </a:lnTo>
                <a:lnTo>
                  <a:pt x="680" y="813"/>
                </a:lnTo>
                <a:lnTo>
                  <a:pt x="698" y="811"/>
                </a:lnTo>
                <a:lnTo>
                  <a:pt x="716" y="809"/>
                </a:lnTo>
                <a:lnTo>
                  <a:pt x="735" y="807"/>
                </a:lnTo>
                <a:lnTo>
                  <a:pt x="753" y="804"/>
                </a:lnTo>
                <a:lnTo>
                  <a:pt x="771" y="800"/>
                </a:lnTo>
                <a:lnTo>
                  <a:pt x="789" y="797"/>
                </a:lnTo>
                <a:lnTo>
                  <a:pt x="806" y="792"/>
                </a:lnTo>
                <a:lnTo>
                  <a:pt x="824" y="788"/>
                </a:lnTo>
                <a:lnTo>
                  <a:pt x="841" y="783"/>
                </a:lnTo>
                <a:lnTo>
                  <a:pt x="858" y="778"/>
                </a:lnTo>
                <a:lnTo>
                  <a:pt x="875" y="772"/>
                </a:lnTo>
                <a:lnTo>
                  <a:pt x="891" y="766"/>
                </a:lnTo>
                <a:lnTo>
                  <a:pt x="907" y="760"/>
                </a:lnTo>
                <a:lnTo>
                  <a:pt x="923" y="754"/>
                </a:lnTo>
                <a:lnTo>
                  <a:pt x="939" y="747"/>
                </a:lnTo>
                <a:lnTo>
                  <a:pt x="954" y="739"/>
                </a:lnTo>
                <a:lnTo>
                  <a:pt x="969" y="732"/>
                </a:lnTo>
                <a:lnTo>
                  <a:pt x="983" y="724"/>
                </a:lnTo>
                <a:lnTo>
                  <a:pt x="998" y="715"/>
                </a:lnTo>
                <a:lnTo>
                  <a:pt x="1011" y="707"/>
                </a:lnTo>
                <a:lnTo>
                  <a:pt x="1025" y="698"/>
                </a:lnTo>
                <a:lnTo>
                  <a:pt x="1038" y="689"/>
                </a:lnTo>
                <a:lnTo>
                  <a:pt x="1050" y="680"/>
                </a:lnTo>
                <a:lnTo>
                  <a:pt x="1062" y="670"/>
                </a:lnTo>
                <a:lnTo>
                  <a:pt x="1074" y="660"/>
                </a:lnTo>
                <a:lnTo>
                  <a:pt x="1085" y="650"/>
                </a:lnTo>
                <a:lnTo>
                  <a:pt x="1096" y="640"/>
                </a:lnTo>
                <a:lnTo>
                  <a:pt x="1106" y="629"/>
                </a:lnTo>
                <a:lnTo>
                  <a:pt x="1116" y="618"/>
                </a:lnTo>
                <a:lnTo>
                  <a:pt x="1125" y="607"/>
                </a:lnTo>
                <a:lnTo>
                  <a:pt x="1134" y="596"/>
                </a:lnTo>
                <a:lnTo>
                  <a:pt x="1142" y="585"/>
                </a:lnTo>
                <a:lnTo>
                  <a:pt x="1150" y="573"/>
                </a:lnTo>
                <a:lnTo>
                  <a:pt x="1157" y="561"/>
                </a:lnTo>
                <a:lnTo>
                  <a:pt x="1163" y="549"/>
                </a:lnTo>
                <a:lnTo>
                  <a:pt x="1169" y="537"/>
                </a:lnTo>
                <a:lnTo>
                  <a:pt x="1175" y="525"/>
                </a:lnTo>
                <a:lnTo>
                  <a:pt x="1180" y="513"/>
                </a:lnTo>
                <a:lnTo>
                  <a:pt x="1184" y="501"/>
                </a:lnTo>
                <a:lnTo>
                  <a:pt x="1188" y="488"/>
                </a:lnTo>
                <a:lnTo>
                  <a:pt x="1191" y="476"/>
                </a:lnTo>
                <a:lnTo>
                  <a:pt x="1194" y="463"/>
                </a:lnTo>
                <a:lnTo>
                  <a:pt x="1196" y="451"/>
                </a:lnTo>
                <a:lnTo>
                  <a:pt x="1197" y="438"/>
                </a:lnTo>
                <a:lnTo>
                  <a:pt x="1198" y="425"/>
                </a:lnTo>
                <a:lnTo>
                  <a:pt x="1198" y="413"/>
                </a:lnTo>
                <a:moveTo>
                  <a:pt x="1210" y="413"/>
                </a:moveTo>
                <a:lnTo>
                  <a:pt x="1210" y="426"/>
                </a:lnTo>
                <a:lnTo>
                  <a:pt x="1209" y="438"/>
                </a:lnTo>
                <a:lnTo>
                  <a:pt x="1207" y="451"/>
                </a:lnTo>
                <a:lnTo>
                  <a:pt x="1205" y="464"/>
                </a:lnTo>
                <a:lnTo>
                  <a:pt x="1202" y="477"/>
                </a:lnTo>
                <a:lnTo>
                  <a:pt x="1199" y="490"/>
                </a:lnTo>
                <a:lnTo>
                  <a:pt x="1195" y="502"/>
                </a:lnTo>
                <a:lnTo>
                  <a:pt x="1191" y="515"/>
                </a:lnTo>
                <a:lnTo>
                  <a:pt x="1186" y="527"/>
                </a:lnTo>
                <a:lnTo>
                  <a:pt x="1180" y="540"/>
                </a:lnTo>
                <a:lnTo>
                  <a:pt x="1174" y="552"/>
                </a:lnTo>
                <a:lnTo>
                  <a:pt x="1167" y="564"/>
                </a:lnTo>
                <a:lnTo>
                  <a:pt x="1160" y="576"/>
                </a:lnTo>
                <a:lnTo>
                  <a:pt x="1152" y="588"/>
                </a:lnTo>
                <a:lnTo>
                  <a:pt x="1144" y="599"/>
                </a:lnTo>
                <a:lnTo>
                  <a:pt x="1135" y="611"/>
                </a:lnTo>
                <a:lnTo>
                  <a:pt x="1126" y="622"/>
                </a:lnTo>
                <a:lnTo>
                  <a:pt x="1116" y="633"/>
                </a:lnTo>
                <a:lnTo>
                  <a:pt x="1105" y="644"/>
                </a:lnTo>
                <a:lnTo>
                  <a:pt x="1094" y="654"/>
                </a:lnTo>
                <a:lnTo>
                  <a:pt x="1083" y="665"/>
                </a:lnTo>
                <a:lnTo>
                  <a:pt x="1071" y="675"/>
                </a:lnTo>
                <a:lnTo>
                  <a:pt x="1059" y="685"/>
                </a:lnTo>
                <a:lnTo>
                  <a:pt x="1046" y="694"/>
                </a:lnTo>
                <a:lnTo>
                  <a:pt x="1033" y="704"/>
                </a:lnTo>
                <a:lnTo>
                  <a:pt x="1019" y="713"/>
                </a:lnTo>
                <a:lnTo>
                  <a:pt x="1005" y="721"/>
                </a:lnTo>
                <a:lnTo>
                  <a:pt x="991" y="730"/>
                </a:lnTo>
                <a:lnTo>
                  <a:pt x="976" y="738"/>
                </a:lnTo>
                <a:lnTo>
                  <a:pt x="961" y="746"/>
                </a:lnTo>
                <a:lnTo>
                  <a:pt x="945" y="753"/>
                </a:lnTo>
                <a:lnTo>
                  <a:pt x="929" y="760"/>
                </a:lnTo>
                <a:lnTo>
                  <a:pt x="913" y="767"/>
                </a:lnTo>
                <a:lnTo>
                  <a:pt x="897" y="773"/>
                </a:lnTo>
                <a:lnTo>
                  <a:pt x="880" y="779"/>
                </a:lnTo>
                <a:lnTo>
                  <a:pt x="863" y="785"/>
                </a:lnTo>
                <a:lnTo>
                  <a:pt x="845" y="790"/>
                </a:lnTo>
                <a:lnTo>
                  <a:pt x="828" y="795"/>
                </a:lnTo>
                <a:lnTo>
                  <a:pt x="810" y="800"/>
                </a:lnTo>
                <a:lnTo>
                  <a:pt x="792" y="804"/>
                </a:lnTo>
                <a:lnTo>
                  <a:pt x="774" y="808"/>
                </a:lnTo>
                <a:lnTo>
                  <a:pt x="756" y="811"/>
                </a:lnTo>
                <a:lnTo>
                  <a:pt x="737" y="814"/>
                </a:lnTo>
                <a:lnTo>
                  <a:pt x="719" y="817"/>
                </a:lnTo>
                <a:lnTo>
                  <a:pt x="700" y="819"/>
                </a:lnTo>
                <a:lnTo>
                  <a:pt x="681" y="821"/>
                </a:lnTo>
                <a:lnTo>
                  <a:pt x="662" y="822"/>
                </a:lnTo>
                <a:lnTo>
                  <a:pt x="643" y="823"/>
                </a:lnTo>
                <a:lnTo>
                  <a:pt x="623" y="824"/>
                </a:lnTo>
                <a:lnTo>
                  <a:pt x="604" y="824"/>
                </a:lnTo>
                <a:lnTo>
                  <a:pt x="585" y="824"/>
                </a:lnTo>
                <a:lnTo>
                  <a:pt x="566" y="823"/>
                </a:lnTo>
                <a:lnTo>
                  <a:pt x="547" y="822"/>
                </a:lnTo>
                <a:lnTo>
                  <a:pt x="528" y="821"/>
                </a:lnTo>
                <a:lnTo>
                  <a:pt x="510" y="819"/>
                </a:lnTo>
                <a:lnTo>
                  <a:pt x="491" y="817"/>
                </a:lnTo>
                <a:lnTo>
                  <a:pt x="472" y="814"/>
                </a:lnTo>
                <a:lnTo>
                  <a:pt x="454" y="811"/>
                </a:lnTo>
                <a:lnTo>
                  <a:pt x="436" y="808"/>
                </a:lnTo>
                <a:lnTo>
                  <a:pt x="417" y="804"/>
                </a:lnTo>
                <a:lnTo>
                  <a:pt x="399" y="800"/>
                </a:lnTo>
                <a:lnTo>
                  <a:pt x="382" y="795"/>
                </a:lnTo>
                <a:lnTo>
                  <a:pt x="364" y="790"/>
                </a:lnTo>
                <a:lnTo>
                  <a:pt x="347" y="785"/>
                </a:lnTo>
                <a:lnTo>
                  <a:pt x="330" y="779"/>
                </a:lnTo>
                <a:lnTo>
                  <a:pt x="313" y="773"/>
                </a:lnTo>
                <a:lnTo>
                  <a:pt x="296" y="767"/>
                </a:lnTo>
                <a:lnTo>
                  <a:pt x="280" y="760"/>
                </a:lnTo>
                <a:lnTo>
                  <a:pt x="264" y="753"/>
                </a:lnTo>
                <a:lnTo>
                  <a:pt x="249" y="746"/>
                </a:lnTo>
                <a:lnTo>
                  <a:pt x="234" y="738"/>
                </a:lnTo>
                <a:lnTo>
                  <a:pt x="219" y="730"/>
                </a:lnTo>
                <a:lnTo>
                  <a:pt x="204" y="721"/>
                </a:lnTo>
                <a:lnTo>
                  <a:pt x="190" y="713"/>
                </a:lnTo>
                <a:lnTo>
                  <a:pt x="177" y="704"/>
                </a:lnTo>
                <a:lnTo>
                  <a:pt x="164" y="694"/>
                </a:lnTo>
                <a:lnTo>
                  <a:pt x="151" y="685"/>
                </a:lnTo>
                <a:lnTo>
                  <a:pt x="138" y="675"/>
                </a:lnTo>
                <a:lnTo>
                  <a:pt x="127" y="665"/>
                </a:lnTo>
                <a:lnTo>
                  <a:pt x="115" y="654"/>
                </a:lnTo>
                <a:lnTo>
                  <a:pt x="104" y="644"/>
                </a:lnTo>
                <a:lnTo>
                  <a:pt x="94" y="633"/>
                </a:lnTo>
                <a:lnTo>
                  <a:pt x="84" y="622"/>
                </a:lnTo>
                <a:lnTo>
                  <a:pt x="74" y="611"/>
                </a:lnTo>
                <a:lnTo>
                  <a:pt x="66" y="599"/>
                </a:lnTo>
                <a:lnTo>
                  <a:pt x="57" y="588"/>
                </a:lnTo>
                <a:lnTo>
                  <a:pt x="49" y="576"/>
                </a:lnTo>
                <a:lnTo>
                  <a:pt x="42" y="564"/>
                </a:lnTo>
                <a:lnTo>
                  <a:pt x="35" y="552"/>
                </a:lnTo>
                <a:lnTo>
                  <a:pt x="29" y="540"/>
                </a:lnTo>
                <a:lnTo>
                  <a:pt x="24" y="527"/>
                </a:lnTo>
                <a:lnTo>
                  <a:pt x="19" y="515"/>
                </a:lnTo>
                <a:lnTo>
                  <a:pt x="14" y="502"/>
                </a:lnTo>
                <a:lnTo>
                  <a:pt x="10" y="490"/>
                </a:lnTo>
                <a:lnTo>
                  <a:pt x="7" y="477"/>
                </a:lnTo>
                <a:lnTo>
                  <a:pt x="4" y="464"/>
                </a:lnTo>
                <a:lnTo>
                  <a:pt x="2" y="451"/>
                </a:lnTo>
                <a:lnTo>
                  <a:pt x="1" y="438"/>
                </a:lnTo>
                <a:lnTo>
                  <a:pt x="0" y="426"/>
                </a:lnTo>
                <a:lnTo>
                  <a:pt x="0" y="413"/>
                </a:lnTo>
                <a:lnTo>
                  <a:pt x="0" y="400"/>
                </a:lnTo>
                <a:lnTo>
                  <a:pt x="1" y="387"/>
                </a:lnTo>
                <a:lnTo>
                  <a:pt x="2" y="374"/>
                </a:lnTo>
                <a:lnTo>
                  <a:pt x="4" y="361"/>
                </a:lnTo>
                <a:lnTo>
                  <a:pt x="7" y="348"/>
                </a:lnTo>
                <a:lnTo>
                  <a:pt x="10" y="336"/>
                </a:lnTo>
                <a:lnTo>
                  <a:pt x="14" y="323"/>
                </a:lnTo>
                <a:lnTo>
                  <a:pt x="19" y="310"/>
                </a:lnTo>
                <a:lnTo>
                  <a:pt x="24" y="298"/>
                </a:lnTo>
                <a:lnTo>
                  <a:pt x="29" y="286"/>
                </a:lnTo>
                <a:lnTo>
                  <a:pt x="35" y="273"/>
                </a:lnTo>
                <a:lnTo>
                  <a:pt x="42" y="261"/>
                </a:lnTo>
                <a:lnTo>
                  <a:pt x="49" y="249"/>
                </a:lnTo>
                <a:lnTo>
                  <a:pt x="57" y="237"/>
                </a:lnTo>
                <a:lnTo>
                  <a:pt x="66" y="226"/>
                </a:lnTo>
                <a:lnTo>
                  <a:pt x="74" y="214"/>
                </a:lnTo>
                <a:lnTo>
                  <a:pt x="84" y="203"/>
                </a:lnTo>
                <a:lnTo>
                  <a:pt x="94" y="192"/>
                </a:lnTo>
                <a:lnTo>
                  <a:pt x="104" y="181"/>
                </a:lnTo>
                <a:lnTo>
                  <a:pt x="115" y="171"/>
                </a:lnTo>
                <a:lnTo>
                  <a:pt x="127" y="160"/>
                </a:lnTo>
                <a:lnTo>
                  <a:pt x="138" y="150"/>
                </a:lnTo>
                <a:lnTo>
                  <a:pt x="151" y="141"/>
                </a:lnTo>
                <a:lnTo>
                  <a:pt x="164" y="131"/>
                </a:lnTo>
                <a:lnTo>
                  <a:pt x="177" y="122"/>
                </a:lnTo>
                <a:lnTo>
                  <a:pt x="190" y="113"/>
                </a:lnTo>
                <a:lnTo>
                  <a:pt x="204" y="104"/>
                </a:lnTo>
                <a:lnTo>
                  <a:pt x="219" y="96"/>
                </a:lnTo>
                <a:lnTo>
                  <a:pt x="234" y="88"/>
                </a:lnTo>
                <a:lnTo>
                  <a:pt x="249" y="80"/>
                </a:lnTo>
                <a:lnTo>
                  <a:pt x="264" y="72"/>
                </a:lnTo>
                <a:lnTo>
                  <a:pt x="280" y="65"/>
                </a:lnTo>
                <a:lnTo>
                  <a:pt x="296" y="59"/>
                </a:lnTo>
                <a:lnTo>
                  <a:pt x="313" y="52"/>
                </a:lnTo>
                <a:lnTo>
                  <a:pt x="330" y="46"/>
                </a:lnTo>
                <a:lnTo>
                  <a:pt x="347" y="40"/>
                </a:lnTo>
                <a:lnTo>
                  <a:pt x="364" y="34"/>
                </a:lnTo>
                <a:lnTo>
                  <a:pt x="382" y="29"/>
                </a:lnTo>
                <a:lnTo>
                  <a:pt x="399" y="25"/>
                </a:lnTo>
                <a:lnTo>
                  <a:pt x="417" y="20"/>
                </a:lnTo>
                <a:lnTo>
                  <a:pt x="436" y="17"/>
                </a:lnTo>
                <a:lnTo>
                  <a:pt x="454" y="13"/>
                </a:lnTo>
                <a:lnTo>
                  <a:pt x="472" y="10"/>
                </a:lnTo>
                <a:lnTo>
                  <a:pt x="491" y="8"/>
                </a:lnTo>
                <a:lnTo>
                  <a:pt x="510" y="5"/>
                </a:lnTo>
                <a:lnTo>
                  <a:pt x="528" y="3"/>
                </a:lnTo>
                <a:lnTo>
                  <a:pt x="547" y="2"/>
                </a:lnTo>
                <a:lnTo>
                  <a:pt x="566" y="1"/>
                </a:lnTo>
                <a:lnTo>
                  <a:pt x="585" y="0"/>
                </a:lnTo>
                <a:lnTo>
                  <a:pt x="604" y="0"/>
                </a:lnTo>
                <a:lnTo>
                  <a:pt x="623" y="0"/>
                </a:lnTo>
                <a:lnTo>
                  <a:pt x="643" y="1"/>
                </a:lnTo>
                <a:lnTo>
                  <a:pt x="662" y="2"/>
                </a:lnTo>
                <a:lnTo>
                  <a:pt x="681" y="3"/>
                </a:lnTo>
                <a:lnTo>
                  <a:pt x="700" y="5"/>
                </a:lnTo>
                <a:lnTo>
                  <a:pt x="719" y="8"/>
                </a:lnTo>
                <a:lnTo>
                  <a:pt x="737" y="10"/>
                </a:lnTo>
                <a:lnTo>
                  <a:pt x="756" y="13"/>
                </a:lnTo>
                <a:lnTo>
                  <a:pt x="774" y="17"/>
                </a:lnTo>
                <a:lnTo>
                  <a:pt x="792" y="20"/>
                </a:lnTo>
                <a:lnTo>
                  <a:pt x="810" y="25"/>
                </a:lnTo>
                <a:lnTo>
                  <a:pt x="828" y="29"/>
                </a:lnTo>
                <a:lnTo>
                  <a:pt x="845" y="34"/>
                </a:lnTo>
                <a:lnTo>
                  <a:pt x="863" y="40"/>
                </a:lnTo>
                <a:lnTo>
                  <a:pt x="880" y="46"/>
                </a:lnTo>
                <a:lnTo>
                  <a:pt x="897" y="52"/>
                </a:lnTo>
                <a:lnTo>
                  <a:pt x="913" y="59"/>
                </a:lnTo>
                <a:lnTo>
                  <a:pt x="929" y="65"/>
                </a:lnTo>
                <a:lnTo>
                  <a:pt x="945" y="72"/>
                </a:lnTo>
                <a:lnTo>
                  <a:pt x="961" y="80"/>
                </a:lnTo>
                <a:lnTo>
                  <a:pt x="976" y="88"/>
                </a:lnTo>
                <a:lnTo>
                  <a:pt x="991" y="96"/>
                </a:lnTo>
                <a:lnTo>
                  <a:pt x="1005" y="104"/>
                </a:lnTo>
                <a:lnTo>
                  <a:pt x="1019" y="113"/>
                </a:lnTo>
                <a:lnTo>
                  <a:pt x="1033" y="122"/>
                </a:lnTo>
                <a:lnTo>
                  <a:pt x="1046" y="131"/>
                </a:lnTo>
                <a:lnTo>
                  <a:pt x="1059" y="141"/>
                </a:lnTo>
                <a:lnTo>
                  <a:pt x="1071" y="150"/>
                </a:lnTo>
                <a:lnTo>
                  <a:pt x="1083" y="160"/>
                </a:lnTo>
                <a:lnTo>
                  <a:pt x="1094" y="171"/>
                </a:lnTo>
                <a:lnTo>
                  <a:pt x="1105" y="181"/>
                </a:lnTo>
                <a:lnTo>
                  <a:pt x="1116" y="192"/>
                </a:lnTo>
                <a:lnTo>
                  <a:pt x="1126" y="203"/>
                </a:lnTo>
                <a:lnTo>
                  <a:pt x="1135" y="214"/>
                </a:lnTo>
                <a:lnTo>
                  <a:pt x="1144" y="226"/>
                </a:lnTo>
                <a:lnTo>
                  <a:pt x="1152" y="237"/>
                </a:lnTo>
                <a:lnTo>
                  <a:pt x="1160" y="249"/>
                </a:lnTo>
                <a:lnTo>
                  <a:pt x="1167" y="261"/>
                </a:lnTo>
                <a:lnTo>
                  <a:pt x="1174" y="273"/>
                </a:lnTo>
                <a:lnTo>
                  <a:pt x="1180" y="286"/>
                </a:lnTo>
                <a:lnTo>
                  <a:pt x="1186" y="298"/>
                </a:lnTo>
                <a:lnTo>
                  <a:pt x="1191" y="310"/>
                </a:lnTo>
                <a:lnTo>
                  <a:pt x="1195" y="323"/>
                </a:lnTo>
                <a:lnTo>
                  <a:pt x="1199" y="336"/>
                </a:lnTo>
                <a:lnTo>
                  <a:pt x="1202" y="348"/>
                </a:lnTo>
                <a:lnTo>
                  <a:pt x="1205" y="361"/>
                </a:lnTo>
                <a:lnTo>
                  <a:pt x="1207" y="374"/>
                </a:lnTo>
                <a:lnTo>
                  <a:pt x="1209" y="387"/>
                </a:lnTo>
                <a:lnTo>
                  <a:pt x="1210" y="400"/>
                </a:lnTo>
                <a:lnTo>
                  <a:pt x="1210" y="413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7" name=""/>
          <p:cNvSpPr/>
          <p:nvPr/>
        </p:nvSpPr>
        <p:spPr>
          <a:xfrm>
            <a:off x="3907080" y="2797560"/>
            <a:ext cx="438480" cy="298440"/>
          </a:xfrm>
          <a:custGeom>
            <a:avLst/>
            <a:gdLst/>
            <a:ahLst/>
            <a:rect l="0" t="0" r="r" b="b"/>
            <a:pathLst>
              <a:path w="1218" h="829">
                <a:moveTo>
                  <a:pt x="1214" y="415"/>
                </a:moveTo>
                <a:lnTo>
                  <a:pt x="1214" y="402"/>
                </a:lnTo>
                <a:lnTo>
                  <a:pt x="1213" y="389"/>
                </a:lnTo>
                <a:lnTo>
                  <a:pt x="1211" y="376"/>
                </a:lnTo>
                <a:lnTo>
                  <a:pt x="1209" y="363"/>
                </a:lnTo>
                <a:lnTo>
                  <a:pt x="1206" y="350"/>
                </a:lnTo>
                <a:lnTo>
                  <a:pt x="1203" y="338"/>
                </a:lnTo>
                <a:lnTo>
                  <a:pt x="1199" y="325"/>
                </a:lnTo>
                <a:lnTo>
                  <a:pt x="1195" y="312"/>
                </a:lnTo>
                <a:lnTo>
                  <a:pt x="1190" y="300"/>
                </a:lnTo>
                <a:lnTo>
                  <a:pt x="1184" y="288"/>
                </a:lnTo>
                <a:lnTo>
                  <a:pt x="1178" y="275"/>
                </a:lnTo>
                <a:lnTo>
                  <a:pt x="1171" y="263"/>
                </a:lnTo>
                <a:lnTo>
                  <a:pt x="1164" y="251"/>
                </a:lnTo>
                <a:lnTo>
                  <a:pt x="1156" y="239"/>
                </a:lnTo>
                <a:lnTo>
                  <a:pt x="1148" y="228"/>
                </a:lnTo>
                <a:lnTo>
                  <a:pt x="1139" y="216"/>
                </a:lnTo>
                <a:lnTo>
                  <a:pt x="1130" y="205"/>
                </a:lnTo>
                <a:lnTo>
                  <a:pt x="1120" y="194"/>
                </a:lnTo>
                <a:lnTo>
                  <a:pt x="1109" y="183"/>
                </a:lnTo>
                <a:lnTo>
                  <a:pt x="1098" y="173"/>
                </a:lnTo>
                <a:lnTo>
                  <a:pt x="1087" y="162"/>
                </a:lnTo>
                <a:lnTo>
                  <a:pt x="1075" y="152"/>
                </a:lnTo>
                <a:lnTo>
                  <a:pt x="1063" y="143"/>
                </a:lnTo>
                <a:lnTo>
                  <a:pt x="1050" y="133"/>
                </a:lnTo>
                <a:lnTo>
                  <a:pt x="1037" y="124"/>
                </a:lnTo>
                <a:lnTo>
                  <a:pt x="1023" y="115"/>
                </a:lnTo>
                <a:lnTo>
                  <a:pt x="1009" y="106"/>
                </a:lnTo>
                <a:lnTo>
                  <a:pt x="995" y="98"/>
                </a:lnTo>
                <a:lnTo>
                  <a:pt x="980" y="90"/>
                </a:lnTo>
                <a:lnTo>
                  <a:pt x="965" y="81"/>
                </a:lnTo>
                <a:lnTo>
                  <a:pt x="949" y="73"/>
                </a:lnTo>
                <a:lnTo>
                  <a:pt x="933" y="66"/>
                </a:lnTo>
                <a:lnTo>
                  <a:pt x="917" y="60"/>
                </a:lnTo>
                <a:lnTo>
                  <a:pt x="901" y="53"/>
                </a:lnTo>
                <a:lnTo>
                  <a:pt x="884" y="47"/>
                </a:lnTo>
                <a:lnTo>
                  <a:pt x="867" y="41"/>
                </a:lnTo>
                <a:lnTo>
                  <a:pt x="849" y="36"/>
                </a:lnTo>
                <a:lnTo>
                  <a:pt x="832" y="31"/>
                </a:lnTo>
                <a:lnTo>
                  <a:pt x="814" y="27"/>
                </a:lnTo>
                <a:lnTo>
                  <a:pt x="796" y="22"/>
                </a:lnTo>
                <a:lnTo>
                  <a:pt x="778" y="19"/>
                </a:lnTo>
                <a:lnTo>
                  <a:pt x="760" y="15"/>
                </a:lnTo>
                <a:lnTo>
                  <a:pt x="741" y="12"/>
                </a:lnTo>
                <a:lnTo>
                  <a:pt x="723" y="10"/>
                </a:lnTo>
                <a:lnTo>
                  <a:pt x="704" y="7"/>
                </a:lnTo>
                <a:lnTo>
                  <a:pt x="684" y="5"/>
                </a:lnTo>
                <a:lnTo>
                  <a:pt x="665" y="4"/>
                </a:lnTo>
                <a:lnTo>
                  <a:pt x="646" y="3"/>
                </a:lnTo>
                <a:lnTo>
                  <a:pt x="627" y="2"/>
                </a:lnTo>
                <a:lnTo>
                  <a:pt x="608" y="2"/>
                </a:lnTo>
                <a:lnTo>
                  <a:pt x="589" y="2"/>
                </a:lnTo>
                <a:lnTo>
                  <a:pt x="570" y="3"/>
                </a:lnTo>
                <a:lnTo>
                  <a:pt x="551" y="4"/>
                </a:lnTo>
                <a:lnTo>
                  <a:pt x="532" y="5"/>
                </a:lnTo>
                <a:lnTo>
                  <a:pt x="514" y="7"/>
                </a:lnTo>
                <a:lnTo>
                  <a:pt x="495" y="10"/>
                </a:lnTo>
                <a:lnTo>
                  <a:pt x="476" y="12"/>
                </a:lnTo>
                <a:lnTo>
                  <a:pt x="458" y="15"/>
                </a:lnTo>
                <a:lnTo>
                  <a:pt x="440" y="19"/>
                </a:lnTo>
                <a:lnTo>
                  <a:pt x="421" y="22"/>
                </a:lnTo>
                <a:lnTo>
                  <a:pt x="403" y="27"/>
                </a:lnTo>
                <a:lnTo>
                  <a:pt x="386" y="31"/>
                </a:lnTo>
                <a:lnTo>
                  <a:pt x="368" y="36"/>
                </a:lnTo>
                <a:lnTo>
                  <a:pt x="351" y="41"/>
                </a:lnTo>
                <a:lnTo>
                  <a:pt x="334" y="47"/>
                </a:lnTo>
                <a:lnTo>
                  <a:pt x="317" y="53"/>
                </a:lnTo>
                <a:lnTo>
                  <a:pt x="300" y="60"/>
                </a:lnTo>
                <a:lnTo>
                  <a:pt x="284" y="66"/>
                </a:lnTo>
                <a:lnTo>
                  <a:pt x="268" y="73"/>
                </a:lnTo>
                <a:lnTo>
                  <a:pt x="253" y="81"/>
                </a:lnTo>
                <a:lnTo>
                  <a:pt x="238" y="90"/>
                </a:lnTo>
                <a:lnTo>
                  <a:pt x="223" y="98"/>
                </a:lnTo>
                <a:lnTo>
                  <a:pt x="208" y="106"/>
                </a:lnTo>
                <a:lnTo>
                  <a:pt x="194" y="115"/>
                </a:lnTo>
                <a:lnTo>
                  <a:pt x="181" y="124"/>
                </a:lnTo>
                <a:lnTo>
                  <a:pt x="168" y="133"/>
                </a:lnTo>
                <a:lnTo>
                  <a:pt x="155" y="143"/>
                </a:lnTo>
                <a:lnTo>
                  <a:pt x="142" y="152"/>
                </a:lnTo>
                <a:lnTo>
                  <a:pt x="131" y="162"/>
                </a:lnTo>
                <a:lnTo>
                  <a:pt x="119" y="173"/>
                </a:lnTo>
                <a:lnTo>
                  <a:pt x="108" y="183"/>
                </a:lnTo>
                <a:lnTo>
                  <a:pt x="98" y="194"/>
                </a:lnTo>
                <a:lnTo>
                  <a:pt x="88" y="205"/>
                </a:lnTo>
                <a:lnTo>
                  <a:pt x="78" y="216"/>
                </a:lnTo>
                <a:lnTo>
                  <a:pt x="70" y="228"/>
                </a:lnTo>
                <a:lnTo>
                  <a:pt x="61" y="239"/>
                </a:lnTo>
                <a:lnTo>
                  <a:pt x="53" y="251"/>
                </a:lnTo>
                <a:lnTo>
                  <a:pt x="46" y="263"/>
                </a:lnTo>
                <a:lnTo>
                  <a:pt x="39" y="275"/>
                </a:lnTo>
                <a:lnTo>
                  <a:pt x="33" y="288"/>
                </a:lnTo>
                <a:lnTo>
                  <a:pt x="28" y="300"/>
                </a:lnTo>
                <a:lnTo>
                  <a:pt x="23" y="312"/>
                </a:lnTo>
                <a:lnTo>
                  <a:pt x="18" y="325"/>
                </a:lnTo>
                <a:lnTo>
                  <a:pt x="14" y="338"/>
                </a:lnTo>
                <a:lnTo>
                  <a:pt x="11" y="350"/>
                </a:lnTo>
                <a:lnTo>
                  <a:pt x="8" y="363"/>
                </a:lnTo>
                <a:lnTo>
                  <a:pt x="6" y="376"/>
                </a:lnTo>
                <a:lnTo>
                  <a:pt x="5" y="389"/>
                </a:lnTo>
                <a:lnTo>
                  <a:pt x="4" y="402"/>
                </a:lnTo>
                <a:lnTo>
                  <a:pt x="4" y="415"/>
                </a:lnTo>
                <a:lnTo>
                  <a:pt x="4" y="428"/>
                </a:lnTo>
                <a:lnTo>
                  <a:pt x="5" y="440"/>
                </a:lnTo>
                <a:lnTo>
                  <a:pt x="6" y="453"/>
                </a:lnTo>
                <a:lnTo>
                  <a:pt x="8" y="466"/>
                </a:lnTo>
                <a:lnTo>
                  <a:pt x="11" y="479"/>
                </a:lnTo>
                <a:lnTo>
                  <a:pt x="14" y="492"/>
                </a:lnTo>
                <a:lnTo>
                  <a:pt x="18" y="504"/>
                </a:lnTo>
                <a:lnTo>
                  <a:pt x="23" y="517"/>
                </a:lnTo>
                <a:lnTo>
                  <a:pt x="28" y="529"/>
                </a:lnTo>
                <a:lnTo>
                  <a:pt x="33" y="542"/>
                </a:lnTo>
                <a:lnTo>
                  <a:pt x="39" y="554"/>
                </a:lnTo>
                <a:lnTo>
                  <a:pt x="46" y="566"/>
                </a:lnTo>
                <a:lnTo>
                  <a:pt x="53" y="578"/>
                </a:lnTo>
                <a:lnTo>
                  <a:pt x="61" y="590"/>
                </a:lnTo>
                <a:lnTo>
                  <a:pt x="70" y="601"/>
                </a:lnTo>
                <a:lnTo>
                  <a:pt x="78" y="613"/>
                </a:lnTo>
                <a:lnTo>
                  <a:pt x="88" y="624"/>
                </a:lnTo>
                <a:lnTo>
                  <a:pt x="98" y="635"/>
                </a:lnTo>
                <a:lnTo>
                  <a:pt x="108" y="646"/>
                </a:lnTo>
                <a:lnTo>
                  <a:pt x="119" y="656"/>
                </a:lnTo>
                <a:lnTo>
                  <a:pt x="131" y="667"/>
                </a:lnTo>
                <a:lnTo>
                  <a:pt x="142" y="677"/>
                </a:lnTo>
                <a:lnTo>
                  <a:pt x="155" y="687"/>
                </a:lnTo>
                <a:lnTo>
                  <a:pt x="168" y="696"/>
                </a:lnTo>
                <a:lnTo>
                  <a:pt x="181" y="706"/>
                </a:lnTo>
                <a:lnTo>
                  <a:pt x="194" y="715"/>
                </a:lnTo>
                <a:lnTo>
                  <a:pt x="208" y="723"/>
                </a:lnTo>
                <a:lnTo>
                  <a:pt x="223" y="732"/>
                </a:lnTo>
                <a:lnTo>
                  <a:pt x="238" y="740"/>
                </a:lnTo>
                <a:lnTo>
                  <a:pt x="253" y="748"/>
                </a:lnTo>
                <a:lnTo>
                  <a:pt x="268" y="755"/>
                </a:lnTo>
                <a:lnTo>
                  <a:pt x="284" y="762"/>
                </a:lnTo>
                <a:lnTo>
                  <a:pt x="300" y="769"/>
                </a:lnTo>
                <a:lnTo>
                  <a:pt x="317" y="775"/>
                </a:lnTo>
                <a:lnTo>
                  <a:pt x="334" y="781"/>
                </a:lnTo>
                <a:lnTo>
                  <a:pt x="351" y="787"/>
                </a:lnTo>
                <a:lnTo>
                  <a:pt x="368" y="792"/>
                </a:lnTo>
                <a:lnTo>
                  <a:pt x="386" y="797"/>
                </a:lnTo>
                <a:lnTo>
                  <a:pt x="403" y="802"/>
                </a:lnTo>
                <a:lnTo>
                  <a:pt x="421" y="806"/>
                </a:lnTo>
                <a:lnTo>
                  <a:pt x="440" y="810"/>
                </a:lnTo>
                <a:lnTo>
                  <a:pt x="458" y="813"/>
                </a:lnTo>
                <a:lnTo>
                  <a:pt x="476" y="816"/>
                </a:lnTo>
                <a:lnTo>
                  <a:pt x="495" y="819"/>
                </a:lnTo>
                <a:lnTo>
                  <a:pt x="514" y="821"/>
                </a:lnTo>
                <a:lnTo>
                  <a:pt x="532" y="823"/>
                </a:lnTo>
                <a:lnTo>
                  <a:pt x="551" y="824"/>
                </a:lnTo>
                <a:lnTo>
                  <a:pt x="570" y="825"/>
                </a:lnTo>
                <a:lnTo>
                  <a:pt x="589" y="826"/>
                </a:lnTo>
                <a:lnTo>
                  <a:pt x="608" y="826"/>
                </a:lnTo>
                <a:lnTo>
                  <a:pt x="627" y="826"/>
                </a:lnTo>
                <a:lnTo>
                  <a:pt x="646" y="825"/>
                </a:lnTo>
                <a:lnTo>
                  <a:pt x="665" y="824"/>
                </a:lnTo>
                <a:lnTo>
                  <a:pt x="684" y="823"/>
                </a:lnTo>
                <a:lnTo>
                  <a:pt x="704" y="821"/>
                </a:lnTo>
                <a:lnTo>
                  <a:pt x="723" y="819"/>
                </a:lnTo>
                <a:lnTo>
                  <a:pt x="741" y="816"/>
                </a:lnTo>
                <a:lnTo>
                  <a:pt x="760" y="813"/>
                </a:lnTo>
                <a:lnTo>
                  <a:pt x="778" y="810"/>
                </a:lnTo>
                <a:lnTo>
                  <a:pt x="796" y="806"/>
                </a:lnTo>
                <a:lnTo>
                  <a:pt x="814" y="802"/>
                </a:lnTo>
                <a:lnTo>
                  <a:pt x="832" y="797"/>
                </a:lnTo>
                <a:lnTo>
                  <a:pt x="849" y="792"/>
                </a:lnTo>
                <a:lnTo>
                  <a:pt x="867" y="787"/>
                </a:lnTo>
                <a:lnTo>
                  <a:pt x="884" y="781"/>
                </a:lnTo>
                <a:lnTo>
                  <a:pt x="901" y="775"/>
                </a:lnTo>
                <a:lnTo>
                  <a:pt x="917" y="769"/>
                </a:lnTo>
                <a:lnTo>
                  <a:pt x="933" y="762"/>
                </a:lnTo>
                <a:lnTo>
                  <a:pt x="949" y="755"/>
                </a:lnTo>
                <a:lnTo>
                  <a:pt x="965" y="748"/>
                </a:lnTo>
                <a:lnTo>
                  <a:pt x="980" y="740"/>
                </a:lnTo>
                <a:lnTo>
                  <a:pt x="995" y="732"/>
                </a:lnTo>
                <a:lnTo>
                  <a:pt x="1009" y="723"/>
                </a:lnTo>
                <a:lnTo>
                  <a:pt x="1023" y="715"/>
                </a:lnTo>
                <a:lnTo>
                  <a:pt x="1037" y="706"/>
                </a:lnTo>
                <a:lnTo>
                  <a:pt x="1050" y="696"/>
                </a:lnTo>
                <a:lnTo>
                  <a:pt x="1063" y="687"/>
                </a:lnTo>
                <a:lnTo>
                  <a:pt x="1075" y="677"/>
                </a:lnTo>
                <a:lnTo>
                  <a:pt x="1087" y="667"/>
                </a:lnTo>
                <a:lnTo>
                  <a:pt x="1098" y="656"/>
                </a:lnTo>
                <a:lnTo>
                  <a:pt x="1109" y="646"/>
                </a:lnTo>
                <a:lnTo>
                  <a:pt x="1120" y="635"/>
                </a:lnTo>
                <a:lnTo>
                  <a:pt x="1130" y="624"/>
                </a:lnTo>
                <a:lnTo>
                  <a:pt x="1139" y="613"/>
                </a:lnTo>
                <a:lnTo>
                  <a:pt x="1148" y="601"/>
                </a:lnTo>
                <a:lnTo>
                  <a:pt x="1156" y="590"/>
                </a:lnTo>
                <a:lnTo>
                  <a:pt x="1164" y="578"/>
                </a:lnTo>
                <a:lnTo>
                  <a:pt x="1171" y="566"/>
                </a:lnTo>
                <a:lnTo>
                  <a:pt x="1178" y="554"/>
                </a:lnTo>
                <a:lnTo>
                  <a:pt x="1184" y="542"/>
                </a:lnTo>
                <a:lnTo>
                  <a:pt x="1190" y="529"/>
                </a:lnTo>
                <a:lnTo>
                  <a:pt x="1195" y="517"/>
                </a:lnTo>
                <a:lnTo>
                  <a:pt x="1199" y="504"/>
                </a:lnTo>
                <a:lnTo>
                  <a:pt x="1203" y="492"/>
                </a:lnTo>
                <a:lnTo>
                  <a:pt x="1206" y="479"/>
                </a:lnTo>
                <a:lnTo>
                  <a:pt x="1209" y="466"/>
                </a:lnTo>
                <a:lnTo>
                  <a:pt x="1211" y="453"/>
                </a:lnTo>
                <a:lnTo>
                  <a:pt x="1213" y="440"/>
                </a:lnTo>
                <a:lnTo>
                  <a:pt x="1214" y="428"/>
                </a:lnTo>
                <a:lnTo>
                  <a:pt x="1214" y="415"/>
                </a:lnTo>
                <a:moveTo>
                  <a:pt x="1218" y="415"/>
                </a:moveTo>
                <a:lnTo>
                  <a:pt x="1217" y="428"/>
                </a:lnTo>
                <a:lnTo>
                  <a:pt x="1216" y="441"/>
                </a:lnTo>
                <a:lnTo>
                  <a:pt x="1215" y="454"/>
                </a:lnTo>
                <a:lnTo>
                  <a:pt x="1213" y="467"/>
                </a:lnTo>
                <a:lnTo>
                  <a:pt x="1210" y="479"/>
                </a:lnTo>
                <a:lnTo>
                  <a:pt x="1207" y="492"/>
                </a:lnTo>
                <a:lnTo>
                  <a:pt x="1203" y="505"/>
                </a:lnTo>
                <a:lnTo>
                  <a:pt x="1198" y="518"/>
                </a:lnTo>
                <a:lnTo>
                  <a:pt x="1193" y="530"/>
                </a:lnTo>
                <a:lnTo>
                  <a:pt x="1188" y="543"/>
                </a:lnTo>
                <a:lnTo>
                  <a:pt x="1182" y="555"/>
                </a:lnTo>
                <a:lnTo>
                  <a:pt x="1175" y="567"/>
                </a:lnTo>
                <a:lnTo>
                  <a:pt x="1168" y="579"/>
                </a:lnTo>
                <a:lnTo>
                  <a:pt x="1160" y="591"/>
                </a:lnTo>
                <a:lnTo>
                  <a:pt x="1151" y="603"/>
                </a:lnTo>
                <a:lnTo>
                  <a:pt x="1142" y="614"/>
                </a:lnTo>
                <a:lnTo>
                  <a:pt x="1133" y="625"/>
                </a:lnTo>
                <a:lnTo>
                  <a:pt x="1123" y="636"/>
                </a:lnTo>
                <a:lnTo>
                  <a:pt x="1112" y="647"/>
                </a:lnTo>
                <a:lnTo>
                  <a:pt x="1101" y="658"/>
                </a:lnTo>
                <a:lnTo>
                  <a:pt x="1090" y="668"/>
                </a:lnTo>
                <a:lnTo>
                  <a:pt x="1078" y="679"/>
                </a:lnTo>
                <a:lnTo>
                  <a:pt x="1066" y="688"/>
                </a:lnTo>
                <a:lnTo>
                  <a:pt x="1053" y="698"/>
                </a:lnTo>
                <a:lnTo>
                  <a:pt x="1039" y="707"/>
                </a:lnTo>
                <a:lnTo>
                  <a:pt x="1026" y="716"/>
                </a:lnTo>
                <a:lnTo>
                  <a:pt x="1012" y="725"/>
                </a:lnTo>
                <a:lnTo>
                  <a:pt x="997" y="734"/>
                </a:lnTo>
                <a:lnTo>
                  <a:pt x="982" y="742"/>
                </a:lnTo>
                <a:lnTo>
                  <a:pt x="967" y="750"/>
                </a:lnTo>
                <a:lnTo>
                  <a:pt x="951" y="757"/>
                </a:lnTo>
                <a:lnTo>
                  <a:pt x="935" y="764"/>
                </a:lnTo>
                <a:lnTo>
                  <a:pt x="919" y="771"/>
                </a:lnTo>
                <a:lnTo>
                  <a:pt x="902" y="777"/>
                </a:lnTo>
                <a:lnTo>
                  <a:pt x="885" y="784"/>
                </a:lnTo>
                <a:lnTo>
                  <a:pt x="868" y="789"/>
                </a:lnTo>
                <a:lnTo>
                  <a:pt x="851" y="795"/>
                </a:lnTo>
                <a:lnTo>
                  <a:pt x="833" y="800"/>
                </a:lnTo>
                <a:lnTo>
                  <a:pt x="815" y="804"/>
                </a:lnTo>
                <a:lnTo>
                  <a:pt x="797" y="808"/>
                </a:lnTo>
                <a:lnTo>
                  <a:pt x="779" y="812"/>
                </a:lnTo>
                <a:lnTo>
                  <a:pt x="761" y="816"/>
                </a:lnTo>
                <a:lnTo>
                  <a:pt x="742" y="819"/>
                </a:lnTo>
                <a:lnTo>
                  <a:pt x="723" y="821"/>
                </a:lnTo>
                <a:lnTo>
                  <a:pt x="704" y="824"/>
                </a:lnTo>
                <a:lnTo>
                  <a:pt x="684" y="825"/>
                </a:lnTo>
                <a:lnTo>
                  <a:pt x="666" y="827"/>
                </a:lnTo>
                <a:lnTo>
                  <a:pt x="646" y="828"/>
                </a:lnTo>
                <a:lnTo>
                  <a:pt x="627" y="828"/>
                </a:lnTo>
                <a:lnTo>
                  <a:pt x="608" y="829"/>
                </a:lnTo>
                <a:lnTo>
                  <a:pt x="589" y="828"/>
                </a:lnTo>
                <a:lnTo>
                  <a:pt x="570" y="828"/>
                </a:lnTo>
                <a:lnTo>
                  <a:pt x="551" y="827"/>
                </a:lnTo>
                <a:lnTo>
                  <a:pt x="532" y="825"/>
                </a:lnTo>
                <a:lnTo>
                  <a:pt x="513" y="824"/>
                </a:lnTo>
                <a:lnTo>
                  <a:pt x="494" y="821"/>
                </a:lnTo>
                <a:lnTo>
                  <a:pt x="476" y="819"/>
                </a:lnTo>
                <a:lnTo>
                  <a:pt x="457" y="816"/>
                </a:lnTo>
                <a:lnTo>
                  <a:pt x="439" y="812"/>
                </a:lnTo>
                <a:lnTo>
                  <a:pt x="420" y="808"/>
                </a:lnTo>
                <a:lnTo>
                  <a:pt x="402" y="804"/>
                </a:lnTo>
                <a:lnTo>
                  <a:pt x="384" y="800"/>
                </a:lnTo>
                <a:lnTo>
                  <a:pt x="367" y="795"/>
                </a:lnTo>
                <a:lnTo>
                  <a:pt x="349" y="789"/>
                </a:lnTo>
                <a:lnTo>
                  <a:pt x="332" y="784"/>
                </a:lnTo>
                <a:lnTo>
                  <a:pt x="315" y="777"/>
                </a:lnTo>
                <a:lnTo>
                  <a:pt x="299" y="771"/>
                </a:lnTo>
                <a:lnTo>
                  <a:pt x="282" y="764"/>
                </a:lnTo>
                <a:lnTo>
                  <a:pt x="266" y="757"/>
                </a:lnTo>
                <a:lnTo>
                  <a:pt x="251" y="750"/>
                </a:lnTo>
                <a:lnTo>
                  <a:pt x="235" y="742"/>
                </a:lnTo>
                <a:lnTo>
                  <a:pt x="220" y="734"/>
                </a:lnTo>
                <a:lnTo>
                  <a:pt x="206" y="725"/>
                </a:lnTo>
                <a:lnTo>
                  <a:pt x="192" y="716"/>
                </a:lnTo>
                <a:lnTo>
                  <a:pt x="178" y="707"/>
                </a:lnTo>
                <a:lnTo>
                  <a:pt x="165" y="698"/>
                </a:lnTo>
                <a:lnTo>
                  <a:pt x="152" y="688"/>
                </a:lnTo>
                <a:lnTo>
                  <a:pt x="140" y="679"/>
                </a:lnTo>
                <a:lnTo>
                  <a:pt x="128" y="668"/>
                </a:lnTo>
                <a:lnTo>
                  <a:pt x="116" y="658"/>
                </a:lnTo>
                <a:lnTo>
                  <a:pt x="105" y="647"/>
                </a:lnTo>
                <a:lnTo>
                  <a:pt x="95" y="636"/>
                </a:lnTo>
                <a:lnTo>
                  <a:pt x="85" y="625"/>
                </a:lnTo>
                <a:lnTo>
                  <a:pt x="75" y="614"/>
                </a:lnTo>
                <a:lnTo>
                  <a:pt x="66" y="603"/>
                </a:lnTo>
                <a:lnTo>
                  <a:pt x="58" y="591"/>
                </a:lnTo>
                <a:lnTo>
                  <a:pt x="50" y="579"/>
                </a:lnTo>
                <a:lnTo>
                  <a:pt x="43" y="567"/>
                </a:lnTo>
                <a:lnTo>
                  <a:pt x="36" y="555"/>
                </a:lnTo>
                <a:lnTo>
                  <a:pt x="30" y="543"/>
                </a:lnTo>
                <a:lnTo>
                  <a:pt x="24" y="530"/>
                </a:lnTo>
                <a:lnTo>
                  <a:pt x="19" y="518"/>
                </a:lnTo>
                <a:lnTo>
                  <a:pt x="15" y="505"/>
                </a:lnTo>
                <a:lnTo>
                  <a:pt x="11" y="492"/>
                </a:lnTo>
                <a:lnTo>
                  <a:pt x="7" y="479"/>
                </a:lnTo>
                <a:lnTo>
                  <a:pt x="5" y="467"/>
                </a:lnTo>
                <a:lnTo>
                  <a:pt x="3" y="454"/>
                </a:lnTo>
                <a:lnTo>
                  <a:pt x="1" y="441"/>
                </a:lnTo>
                <a:lnTo>
                  <a:pt x="0" y="428"/>
                </a:lnTo>
                <a:lnTo>
                  <a:pt x="0" y="415"/>
                </a:lnTo>
                <a:lnTo>
                  <a:pt x="0" y="402"/>
                </a:lnTo>
                <a:lnTo>
                  <a:pt x="1" y="389"/>
                </a:lnTo>
                <a:lnTo>
                  <a:pt x="3" y="376"/>
                </a:lnTo>
                <a:lnTo>
                  <a:pt x="5" y="363"/>
                </a:lnTo>
                <a:lnTo>
                  <a:pt x="7" y="350"/>
                </a:lnTo>
                <a:lnTo>
                  <a:pt x="11" y="337"/>
                </a:lnTo>
                <a:lnTo>
                  <a:pt x="15" y="324"/>
                </a:lnTo>
                <a:lnTo>
                  <a:pt x="19" y="312"/>
                </a:lnTo>
                <a:lnTo>
                  <a:pt x="24" y="299"/>
                </a:lnTo>
                <a:lnTo>
                  <a:pt x="30" y="287"/>
                </a:lnTo>
                <a:lnTo>
                  <a:pt x="36" y="274"/>
                </a:lnTo>
                <a:lnTo>
                  <a:pt x="43" y="262"/>
                </a:lnTo>
                <a:lnTo>
                  <a:pt x="50" y="250"/>
                </a:lnTo>
                <a:lnTo>
                  <a:pt x="58" y="238"/>
                </a:lnTo>
                <a:lnTo>
                  <a:pt x="66" y="227"/>
                </a:lnTo>
                <a:lnTo>
                  <a:pt x="75" y="215"/>
                </a:lnTo>
                <a:lnTo>
                  <a:pt x="85" y="204"/>
                </a:lnTo>
                <a:lnTo>
                  <a:pt x="95" y="193"/>
                </a:lnTo>
                <a:lnTo>
                  <a:pt x="105" y="182"/>
                </a:lnTo>
                <a:lnTo>
                  <a:pt x="116" y="171"/>
                </a:lnTo>
                <a:lnTo>
                  <a:pt x="128" y="161"/>
                </a:lnTo>
                <a:lnTo>
                  <a:pt x="140" y="151"/>
                </a:lnTo>
                <a:lnTo>
                  <a:pt x="152" y="141"/>
                </a:lnTo>
                <a:lnTo>
                  <a:pt x="165" y="131"/>
                </a:lnTo>
                <a:lnTo>
                  <a:pt x="178" y="122"/>
                </a:lnTo>
                <a:lnTo>
                  <a:pt x="192" y="113"/>
                </a:lnTo>
                <a:lnTo>
                  <a:pt x="206" y="104"/>
                </a:lnTo>
                <a:lnTo>
                  <a:pt x="220" y="96"/>
                </a:lnTo>
                <a:lnTo>
                  <a:pt x="235" y="88"/>
                </a:lnTo>
                <a:lnTo>
                  <a:pt x="251" y="79"/>
                </a:lnTo>
                <a:lnTo>
                  <a:pt x="266" y="71"/>
                </a:lnTo>
                <a:lnTo>
                  <a:pt x="282" y="64"/>
                </a:lnTo>
                <a:lnTo>
                  <a:pt x="299" y="57"/>
                </a:lnTo>
                <a:lnTo>
                  <a:pt x="315" y="51"/>
                </a:lnTo>
                <a:lnTo>
                  <a:pt x="332" y="45"/>
                </a:lnTo>
                <a:lnTo>
                  <a:pt x="349" y="39"/>
                </a:lnTo>
                <a:lnTo>
                  <a:pt x="367" y="34"/>
                </a:lnTo>
                <a:lnTo>
                  <a:pt x="384" y="29"/>
                </a:lnTo>
                <a:lnTo>
                  <a:pt x="402" y="24"/>
                </a:lnTo>
                <a:lnTo>
                  <a:pt x="420" y="20"/>
                </a:lnTo>
                <a:lnTo>
                  <a:pt x="439" y="16"/>
                </a:lnTo>
                <a:lnTo>
                  <a:pt x="457" y="13"/>
                </a:lnTo>
                <a:lnTo>
                  <a:pt x="476" y="10"/>
                </a:lnTo>
                <a:lnTo>
                  <a:pt x="494" y="7"/>
                </a:lnTo>
                <a:lnTo>
                  <a:pt x="513" y="5"/>
                </a:lnTo>
                <a:lnTo>
                  <a:pt x="532" y="3"/>
                </a:lnTo>
                <a:lnTo>
                  <a:pt x="551" y="1"/>
                </a:lnTo>
                <a:lnTo>
                  <a:pt x="570" y="0"/>
                </a:lnTo>
                <a:lnTo>
                  <a:pt x="589" y="0"/>
                </a:lnTo>
                <a:lnTo>
                  <a:pt x="608" y="0"/>
                </a:lnTo>
                <a:lnTo>
                  <a:pt x="627" y="0"/>
                </a:lnTo>
                <a:lnTo>
                  <a:pt x="646" y="0"/>
                </a:lnTo>
                <a:lnTo>
                  <a:pt x="666" y="1"/>
                </a:lnTo>
                <a:lnTo>
                  <a:pt x="684" y="3"/>
                </a:lnTo>
                <a:lnTo>
                  <a:pt x="704" y="5"/>
                </a:lnTo>
                <a:lnTo>
                  <a:pt x="723" y="7"/>
                </a:lnTo>
                <a:lnTo>
                  <a:pt x="742" y="10"/>
                </a:lnTo>
                <a:lnTo>
                  <a:pt x="761" y="13"/>
                </a:lnTo>
                <a:lnTo>
                  <a:pt x="779" y="16"/>
                </a:lnTo>
                <a:lnTo>
                  <a:pt x="797" y="20"/>
                </a:lnTo>
                <a:lnTo>
                  <a:pt x="815" y="24"/>
                </a:lnTo>
                <a:lnTo>
                  <a:pt x="833" y="29"/>
                </a:lnTo>
                <a:lnTo>
                  <a:pt x="851" y="34"/>
                </a:lnTo>
                <a:lnTo>
                  <a:pt x="868" y="39"/>
                </a:lnTo>
                <a:lnTo>
                  <a:pt x="885" y="45"/>
                </a:lnTo>
                <a:lnTo>
                  <a:pt x="902" y="51"/>
                </a:lnTo>
                <a:lnTo>
                  <a:pt x="919" y="57"/>
                </a:lnTo>
                <a:lnTo>
                  <a:pt x="935" y="64"/>
                </a:lnTo>
                <a:lnTo>
                  <a:pt x="951" y="71"/>
                </a:lnTo>
                <a:lnTo>
                  <a:pt x="967" y="79"/>
                </a:lnTo>
                <a:lnTo>
                  <a:pt x="982" y="88"/>
                </a:lnTo>
                <a:lnTo>
                  <a:pt x="997" y="96"/>
                </a:lnTo>
                <a:lnTo>
                  <a:pt x="1012" y="104"/>
                </a:lnTo>
                <a:lnTo>
                  <a:pt x="1026" y="113"/>
                </a:lnTo>
                <a:lnTo>
                  <a:pt x="1039" y="122"/>
                </a:lnTo>
                <a:lnTo>
                  <a:pt x="1053" y="131"/>
                </a:lnTo>
                <a:lnTo>
                  <a:pt x="1066" y="141"/>
                </a:lnTo>
                <a:lnTo>
                  <a:pt x="1078" y="151"/>
                </a:lnTo>
                <a:lnTo>
                  <a:pt x="1090" y="161"/>
                </a:lnTo>
                <a:lnTo>
                  <a:pt x="1101" y="171"/>
                </a:lnTo>
                <a:lnTo>
                  <a:pt x="1112" y="182"/>
                </a:lnTo>
                <a:lnTo>
                  <a:pt x="1123" y="193"/>
                </a:lnTo>
                <a:lnTo>
                  <a:pt x="1133" y="204"/>
                </a:lnTo>
                <a:lnTo>
                  <a:pt x="1142" y="215"/>
                </a:lnTo>
                <a:lnTo>
                  <a:pt x="1151" y="227"/>
                </a:lnTo>
                <a:lnTo>
                  <a:pt x="1160" y="238"/>
                </a:lnTo>
                <a:lnTo>
                  <a:pt x="1168" y="250"/>
                </a:lnTo>
                <a:lnTo>
                  <a:pt x="1175" y="262"/>
                </a:lnTo>
                <a:lnTo>
                  <a:pt x="1182" y="274"/>
                </a:lnTo>
                <a:lnTo>
                  <a:pt x="1188" y="287"/>
                </a:lnTo>
                <a:lnTo>
                  <a:pt x="1193" y="299"/>
                </a:lnTo>
                <a:lnTo>
                  <a:pt x="1198" y="312"/>
                </a:lnTo>
                <a:lnTo>
                  <a:pt x="1203" y="324"/>
                </a:lnTo>
                <a:lnTo>
                  <a:pt x="1207" y="337"/>
                </a:lnTo>
                <a:lnTo>
                  <a:pt x="1210" y="350"/>
                </a:lnTo>
                <a:lnTo>
                  <a:pt x="1213" y="363"/>
                </a:lnTo>
                <a:lnTo>
                  <a:pt x="1215" y="376"/>
                </a:lnTo>
                <a:lnTo>
                  <a:pt x="1216" y="389"/>
                </a:lnTo>
                <a:lnTo>
                  <a:pt x="1217" y="402"/>
                </a:lnTo>
                <a:lnTo>
                  <a:pt x="1218" y="415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8" name=""/>
          <p:cNvSpPr/>
          <p:nvPr/>
        </p:nvSpPr>
        <p:spPr>
          <a:xfrm>
            <a:off x="3905640" y="2796480"/>
            <a:ext cx="441000" cy="300240"/>
          </a:xfrm>
          <a:custGeom>
            <a:avLst/>
            <a:gdLst/>
            <a:ahLst/>
            <a:rect l="0" t="0" r="r" b="b"/>
            <a:pathLst>
              <a:path w="1225" h="834">
                <a:moveTo>
                  <a:pt x="1222" y="418"/>
                </a:moveTo>
                <a:lnTo>
                  <a:pt x="1221" y="405"/>
                </a:lnTo>
                <a:lnTo>
                  <a:pt x="1220" y="392"/>
                </a:lnTo>
                <a:lnTo>
                  <a:pt x="1219" y="379"/>
                </a:lnTo>
                <a:lnTo>
                  <a:pt x="1217" y="366"/>
                </a:lnTo>
                <a:lnTo>
                  <a:pt x="1214" y="353"/>
                </a:lnTo>
                <a:lnTo>
                  <a:pt x="1211" y="340"/>
                </a:lnTo>
                <a:lnTo>
                  <a:pt x="1207" y="327"/>
                </a:lnTo>
                <a:lnTo>
                  <a:pt x="1202" y="315"/>
                </a:lnTo>
                <a:lnTo>
                  <a:pt x="1197" y="302"/>
                </a:lnTo>
                <a:lnTo>
                  <a:pt x="1192" y="290"/>
                </a:lnTo>
                <a:lnTo>
                  <a:pt x="1186" y="277"/>
                </a:lnTo>
                <a:lnTo>
                  <a:pt x="1179" y="265"/>
                </a:lnTo>
                <a:lnTo>
                  <a:pt x="1172" y="253"/>
                </a:lnTo>
                <a:lnTo>
                  <a:pt x="1164" y="241"/>
                </a:lnTo>
                <a:lnTo>
                  <a:pt x="1155" y="230"/>
                </a:lnTo>
                <a:lnTo>
                  <a:pt x="1146" y="218"/>
                </a:lnTo>
                <a:lnTo>
                  <a:pt x="1137" y="207"/>
                </a:lnTo>
                <a:lnTo>
                  <a:pt x="1127" y="196"/>
                </a:lnTo>
                <a:lnTo>
                  <a:pt x="1116" y="185"/>
                </a:lnTo>
                <a:lnTo>
                  <a:pt x="1105" y="174"/>
                </a:lnTo>
                <a:lnTo>
                  <a:pt x="1094" y="164"/>
                </a:lnTo>
                <a:lnTo>
                  <a:pt x="1082" y="154"/>
                </a:lnTo>
                <a:lnTo>
                  <a:pt x="1070" y="143"/>
                </a:lnTo>
                <a:lnTo>
                  <a:pt x="1057" y="133"/>
                </a:lnTo>
                <a:lnTo>
                  <a:pt x="1043" y="124"/>
                </a:lnTo>
                <a:lnTo>
                  <a:pt x="1030" y="115"/>
                </a:lnTo>
                <a:lnTo>
                  <a:pt x="1016" y="106"/>
                </a:lnTo>
                <a:lnTo>
                  <a:pt x="1001" y="98"/>
                </a:lnTo>
                <a:lnTo>
                  <a:pt x="986" y="90"/>
                </a:lnTo>
                <a:lnTo>
                  <a:pt x="971" y="82"/>
                </a:lnTo>
                <a:lnTo>
                  <a:pt x="955" y="74"/>
                </a:lnTo>
                <a:lnTo>
                  <a:pt x="939" y="67"/>
                </a:lnTo>
                <a:lnTo>
                  <a:pt x="923" y="60"/>
                </a:lnTo>
                <a:lnTo>
                  <a:pt x="906" y="54"/>
                </a:lnTo>
                <a:lnTo>
                  <a:pt x="889" y="48"/>
                </a:lnTo>
                <a:lnTo>
                  <a:pt x="872" y="42"/>
                </a:lnTo>
                <a:lnTo>
                  <a:pt x="855" y="37"/>
                </a:lnTo>
                <a:lnTo>
                  <a:pt x="837" y="32"/>
                </a:lnTo>
                <a:lnTo>
                  <a:pt x="819" y="27"/>
                </a:lnTo>
                <a:lnTo>
                  <a:pt x="801" y="23"/>
                </a:lnTo>
                <a:lnTo>
                  <a:pt x="783" y="19"/>
                </a:lnTo>
                <a:lnTo>
                  <a:pt x="764" y="16"/>
                </a:lnTo>
                <a:lnTo>
                  <a:pt x="745" y="13"/>
                </a:lnTo>
                <a:lnTo>
                  <a:pt x="726" y="10"/>
                </a:lnTo>
                <a:lnTo>
                  <a:pt x="707" y="8"/>
                </a:lnTo>
                <a:lnTo>
                  <a:pt x="688" y="6"/>
                </a:lnTo>
                <a:lnTo>
                  <a:pt x="670" y="4"/>
                </a:lnTo>
                <a:lnTo>
                  <a:pt x="650" y="3"/>
                </a:lnTo>
                <a:lnTo>
                  <a:pt x="631" y="3"/>
                </a:lnTo>
                <a:lnTo>
                  <a:pt x="612" y="3"/>
                </a:lnTo>
                <a:lnTo>
                  <a:pt x="593" y="3"/>
                </a:lnTo>
                <a:lnTo>
                  <a:pt x="574" y="3"/>
                </a:lnTo>
                <a:lnTo>
                  <a:pt x="555" y="4"/>
                </a:lnTo>
                <a:lnTo>
                  <a:pt x="536" y="6"/>
                </a:lnTo>
                <a:lnTo>
                  <a:pt x="517" y="8"/>
                </a:lnTo>
                <a:lnTo>
                  <a:pt x="498" y="10"/>
                </a:lnTo>
                <a:lnTo>
                  <a:pt x="480" y="13"/>
                </a:lnTo>
                <a:lnTo>
                  <a:pt x="461" y="16"/>
                </a:lnTo>
                <a:lnTo>
                  <a:pt x="443" y="19"/>
                </a:lnTo>
                <a:lnTo>
                  <a:pt x="424" y="23"/>
                </a:lnTo>
                <a:lnTo>
                  <a:pt x="406" y="27"/>
                </a:lnTo>
                <a:lnTo>
                  <a:pt x="388" y="32"/>
                </a:lnTo>
                <a:lnTo>
                  <a:pt x="371" y="37"/>
                </a:lnTo>
                <a:lnTo>
                  <a:pt x="353" y="42"/>
                </a:lnTo>
                <a:lnTo>
                  <a:pt x="336" y="48"/>
                </a:lnTo>
                <a:lnTo>
                  <a:pt x="319" y="54"/>
                </a:lnTo>
                <a:lnTo>
                  <a:pt x="303" y="60"/>
                </a:lnTo>
                <a:lnTo>
                  <a:pt x="286" y="67"/>
                </a:lnTo>
                <a:lnTo>
                  <a:pt x="270" y="74"/>
                </a:lnTo>
                <a:lnTo>
                  <a:pt x="255" y="82"/>
                </a:lnTo>
                <a:lnTo>
                  <a:pt x="239" y="90"/>
                </a:lnTo>
                <a:lnTo>
                  <a:pt x="224" y="98"/>
                </a:lnTo>
                <a:lnTo>
                  <a:pt x="210" y="106"/>
                </a:lnTo>
                <a:lnTo>
                  <a:pt x="196" y="115"/>
                </a:lnTo>
                <a:lnTo>
                  <a:pt x="182" y="124"/>
                </a:lnTo>
                <a:lnTo>
                  <a:pt x="169" y="133"/>
                </a:lnTo>
                <a:lnTo>
                  <a:pt x="156" y="143"/>
                </a:lnTo>
                <a:lnTo>
                  <a:pt x="144" y="154"/>
                </a:lnTo>
                <a:lnTo>
                  <a:pt x="132" y="164"/>
                </a:lnTo>
                <a:lnTo>
                  <a:pt x="120" y="174"/>
                </a:lnTo>
                <a:lnTo>
                  <a:pt x="109" y="185"/>
                </a:lnTo>
                <a:lnTo>
                  <a:pt x="99" y="196"/>
                </a:lnTo>
                <a:lnTo>
                  <a:pt x="89" y="207"/>
                </a:lnTo>
                <a:lnTo>
                  <a:pt x="79" y="218"/>
                </a:lnTo>
                <a:lnTo>
                  <a:pt x="70" y="230"/>
                </a:lnTo>
                <a:lnTo>
                  <a:pt x="62" y="241"/>
                </a:lnTo>
                <a:lnTo>
                  <a:pt x="54" y="253"/>
                </a:lnTo>
                <a:lnTo>
                  <a:pt x="47" y="265"/>
                </a:lnTo>
                <a:lnTo>
                  <a:pt x="40" y="277"/>
                </a:lnTo>
                <a:lnTo>
                  <a:pt x="34" y="290"/>
                </a:lnTo>
                <a:lnTo>
                  <a:pt x="28" y="302"/>
                </a:lnTo>
                <a:lnTo>
                  <a:pt x="23" y="315"/>
                </a:lnTo>
                <a:lnTo>
                  <a:pt x="19" y="327"/>
                </a:lnTo>
                <a:lnTo>
                  <a:pt x="15" y="340"/>
                </a:lnTo>
                <a:lnTo>
                  <a:pt x="11" y="353"/>
                </a:lnTo>
                <a:lnTo>
                  <a:pt x="9" y="366"/>
                </a:lnTo>
                <a:lnTo>
                  <a:pt x="7" y="379"/>
                </a:lnTo>
                <a:lnTo>
                  <a:pt x="5" y="392"/>
                </a:lnTo>
                <a:lnTo>
                  <a:pt x="4" y="405"/>
                </a:lnTo>
                <a:lnTo>
                  <a:pt x="4" y="418"/>
                </a:lnTo>
                <a:lnTo>
                  <a:pt x="4" y="431"/>
                </a:lnTo>
                <a:lnTo>
                  <a:pt x="5" y="444"/>
                </a:lnTo>
                <a:lnTo>
                  <a:pt x="7" y="457"/>
                </a:lnTo>
                <a:lnTo>
                  <a:pt x="9" y="470"/>
                </a:lnTo>
                <a:lnTo>
                  <a:pt x="11" y="482"/>
                </a:lnTo>
                <a:lnTo>
                  <a:pt x="15" y="495"/>
                </a:lnTo>
                <a:lnTo>
                  <a:pt x="19" y="508"/>
                </a:lnTo>
                <a:lnTo>
                  <a:pt x="23" y="521"/>
                </a:lnTo>
                <a:lnTo>
                  <a:pt x="28" y="533"/>
                </a:lnTo>
                <a:lnTo>
                  <a:pt x="34" y="546"/>
                </a:lnTo>
                <a:lnTo>
                  <a:pt x="40" y="558"/>
                </a:lnTo>
                <a:lnTo>
                  <a:pt x="47" y="570"/>
                </a:lnTo>
                <a:lnTo>
                  <a:pt x="54" y="582"/>
                </a:lnTo>
                <a:lnTo>
                  <a:pt x="62" y="594"/>
                </a:lnTo>
                <a:lnTo>
                  <a:pt x="70" y="606"/>
                </a:lnTo>
                <a:lnTo>
                  <a:pt x="79" y="617"/>
                </a:lnTo>
                <a:lnTo>
                  <a:pt x="89" y="628"/>
                </a:lnTo>
                <a:lnTo>
                  <a:pt x="99" y="639"/>
                </a:lnTo>
                <a:lnTo>
                  <a:pt x="109" y="650"/>
                </a:lnTo>
                <a:lnTo>
                  <a:pt x="120" y="661"/>
                </a:lnTo>
                <a:lnTo>
                  <a:pt x="132" y="671"/>
                </a:lnTo>
                <a:lnTo>
                  <a:pt x="144" y="682"/>
                </a:lnTo>
                <a:lnTo>
                  <a:pt x="156" y="691"/>
                </a:lnTo>
                <a:lnTo>
                  <a:pt x="169" y="701"/>
                </a:lnTo>
                <a:lnTo>
                  <a:pt x="182" y="710"/>
                </a:lnTo>
                <a:lnTo>
                  <a:pt x="196" y="719"/>
                </a:lnTo>
                <a:lnTo>
                  <a:pt x="210" y="728"/>
                </a:lnTo>
                <a:lnTo>
                  <a:pt x="224" y="737"/>
                </a:lnTo>
                <a:lnTo>
                  <a:pt x="239" y="745"/>
                </a:lnTo>
                <a:lnTo>
                  <a:pt x="255" y="753"/>
                </a:lnTo>
                <a:lnTo>
                  <a:pt x="270" y="760"/>
                </a:lnTo>
                <a:lnTo>
                  <a:pt x="286" y="767"/>
                </a:lnTo>
                <a:lnTo>
                  <a:pt x="303" y="774"/>
                </a:lnTo>
                <a:lnTo>
                  <a:pt x="319" y="780"/>
                </a:lnTo>
                <a:lnTo>
                  <a:pt x="336" y="787"/>
                </a:lnTo>
                <a:lnTo>
                  <a:pt x="353" y="792"/>
                </a:lnTo>
                <a:lnTo>
                  <a:pt x="371" y="798"/>
                </a:lnTo>
                <a:lnTo>
                  <a:pt x="388" y="803"/>
                </a:lnTo>
                <a:lnTo>
                  <a:pt x="406" y="807"/>
                </a:lnTo>
                <a:lnTo>
                  <a:pt x="424" y="811"/>
                </a:lnTo>
                <a:lnTo>
                  <a:pt x="443" y="815"/>
                </a:lnTo>
                <a:lnTo>
                  <a:pt x="461" y="819"/>
                </a:lnTo>
                <a:lnTo>
                  <a:pt x="480" y="822"/>
                </a:lnTo>
                <a:lnTo>
                  <a:pt x="498" y="824"/>
                </a:lnTo>
                <a:lnTo>
                  <a:pt x="517" y="827"/>
                </a:lnTo>
                <a:lnTo>
                  <a:pt x="536" y="828"/>
                </a:lnTo>
                <a:lnTo>
                  <a:pt x="555" y="830"/>
                </a:lnTo>
                <a:lnTo>
                  <a:pt x="574" y="831"/>
                </a:lnTo>
                <a:lnTo>
                  <a:pt x="593" y="831"/>
                </a:lnTo>
                <a:lnTo>
                  <a:pt x="612" y="832"/>
                </a:lnTo>
                <a:lnTo>
                  <a:pt x="631" y="831"/>
                </a:lnTo>
                <a:lnTo>
                  <a:pt x="650" y="831"/>
                </a:lnTo>
                <a:lnTo>
                  <a:pt x="670" y="830"/>
                </a:lnTo>
                <a:lnTo>
                  <a:pt x="688" y="828"/>
                </a:lnTo>
                <a:lnTo>
                  <a:pt x="707" y="827"/>
                </a:lnTo>
                <a:lnTo>
                  <a:pt x="726" y="824"/>
                </a:lnTo>
                <a:lnTo>
                  <a:pt x="745" y="822"/>
                </a:lnTo>
                <a:lnTo>
                  <a:pt x="764" y="819"/>
                </a:lnTo>
                <a:lnTo>
                  <a:pt x="783" y="815"/>
                </a:lnTo>
                <a:lnTo>
                  <a:pt x="801" y="811"/>
                </a:lnTo>
                <a:lnTo>
                  <a:pt x="819" y="807"/>
                </a:lnTo>
                <a:lnTo>
                  <a:pt x="837" y="803"/>
                </a:lnTo>
                <a:lnTo>
                  <a:pt x="855" y="798"/>
                </a:lnTo>
                <a:lnTo>
                  <a:pt x="872" y="792"/>
                </a:lnTo>
                <a:lnTo>
                  <a:pt x="889" y="787"/>
                </a:lnTo>
                <a:lnTo>
                  <a:pt x="906" y="780"/>
                </a:lnTo>
                <a:lnTo>
                  <a:pt x="923" y="774"/>
                </a:lnTo>
                <a:lnTo>
                  <a:pt x="939" y="767"/>
                </a:lnTo>
                <a:lnTo>
                  <a:pt x="955" y="760"/>
                </a:lnTo>
                <a:lnTo>
                  <a:pt x="971" y="753"/>
                </a:lnTo>
                <a:lnTo>
                  <a:pt x="986" y="745"/>
                </a:lnTo>
                <a:lnTo>
                  <a:pt x="1001" y="737"/>
                </a:lnTo>
                <a:lnTo>
                  <a:pt x="1016" y="728"/>
                </a:lnTo>
                <a:lnTo>
                  <a:pt x="1030" y="719"/>
                </a:lnTo>
                <a:lnTo>
                  <a:pt x="1043" y="710"/>
                </a:lnTo>
                <a:lnTo>
                  <a:pt x="1057" y="701"/>
                </a:lnTo>
                <a:lnTo>
                  <a:pt x="1070" y="691"/>
                </a:lnTo>
                <a:lnTo>
                  <a:pt x="1082" y="682"/>
                </a:lnTo>
                <a:lnTo>
                  <a:pt x="1094" y="671"/>
                </a:lnTo>
                <a:lnTo>
                  <a:pt x="1105" y="661"/>
                </a:lnTo>
                <a:lnTo>
                  <a:pt x="1116" y="650"/>
                </a:lnTo>
                <a:lnTo>
                  <a:pt x="1127" y="639"/>
                </a:lnTo>
                <a:lnTo>
                  <a:pt x="1137" y="628"/>
                </a:lnTo>
                <a:lnTo>
                  <a:pt x="1146" y="617"/>
                </a:lnTo>
                <a:lnTo>
                  <a:pt x="1155" y="606"/>
                </a:lnTo>
                <a:lnTo>
                  <a:pt x="1164" y="594"/>
                </a:lnTo>
                <a:lnTo>
                  <a:pt x="1172" y="582"/>
                </a:lnTo>
                <a:lnTo>
                  <a:pt x="1179" y="570"/>
                </a:lnTo>
                <a:lnTo>
                  <a:pt x="1186" y="558"/>
                </a:lnTo>
                <a:lnTo>
                  <a:pt x="1192" y="546"/>
                </a:lnTo>
                <a:lnTo>
                  <a:pt x="1197" y="533"/>
                </a:lnTo>
                <a:lnTo>
                  <a:pt x="1202" y="521"/>
                </a:lnTo>
                <a:lnTo>
                  <a:pt x="1207" y="508"/>
                </a:lnTo>
                <a:lnTo>
                  <a:pt x="1211" y="495"/>
                </a:lnTo>
                <a:lnTo>
                  <a:pt x="1214" y="482"/>
                </a:lnTo>
                <a:lnTo>
                  <a:pt x="1217" y="470"/>
                </a:lnTo>
                <a:lnTo>
                  <a:pt x="1219" y="457"/>
                </a:lnTo>
                <a:lnTo>
                  <a:pt x="1220" y="444"/>
                </a:lnTo>
                <a:lnTo>
                  <a:pt x="1221" y="431"/>
                </a:lnTo>
                <a:lnTo>
                  <a:pt x="1222" y="418"/>
                </a:lnTo>
                <a:moveTo>
                  <a:pt x="1225" y="418"/>
                </a:moveTo>
                <a:lnTo>
                  <a:pt x="1225" y="431"/>
                </a:lnTo>
                <a:lnTo>
                  <a:pt x="1224" y="444"/>
                </a:lnTo>
                <a:lnTo>
                  <a:pt x="1223" y="457"/>
                </a:lnTo>
                <a:lnTo>
                  <a:pt x="1221" y="470"/>
                </a:lnTo>
                <a:lnTo>
                  <a:pt x="1218" y="483"/>
                </a:lnTo>
                <a:lnTo>
                  <a:pt x="1215" y="496"/>
                </a:lnTo>
                <a:lnTo>
                  <a:pt x="1211" y="509"/>
                </a:lnTo>
                <a:lnTo>
                  <a:pt x="1206" y="521"/>
                </a:lnTo>
                <a:lnTo>
                  <a:pt x="1201" y="534"/>
                </a:lnTo>
                <a:lnTo>
                  <a:pt x="1195" y="546"/>
                </a:lnTo>
                <a:lnTo>
                  <a:pt x="1189" y="559"/>
                </a:lnTo>
                <a:lnTo>
                  <a:pt x="1182" y="571"/>
                </a:lnTo>
                <a:lnTo>
                  <a:pt x="1175" y="583"/>
                </a:lnTo>
                <a:lnTo>
                  <a:pt x="1167" y="595"/>
                </a:lnTo>
                <a:lnTo>
                  <a:pt x="1159" y="607"/>
                </a:lnTo>
                <a:lnTo>
                  <a:pt x="1150" y="618"/>
                </a:lnTo>
                <a:lnTo>
                  <a:pt x="1140" y="630"/>
                </a:lnTo>
                <a:lnTo>
                  <a:pt x="1130" y="641"/>
                </a:lnTo>
                <a:lnTo>
                  <a:pt x="1120" y="652"/>
                </a:lnTo>
                <a:lnTo>
                  <a:pt x="1108" y="663"/>
                </a:lnTo>
                <a:lnTo>
                  <a:pt x="1097" y="673"/>
                </a:lnTo>
                <a:lnTo>
                  <a:pt x="1085" y="683"/>
                </a:lnTo>
                <a:lnTo>
                  <a:pt x="1072" y="693"/>
                </a:lnTo>
                <a:lnTo>
                  <a:pt x="1059" y="703"/>
                </a:lnTo>
                <a:lnTo>
                  <a:pt x="1046" y="712"/>
                </a:lnTo>
                <a:lnTo>
                  <a:pt x="1032" y="721"/>
                </a:lnTo>
                <a:lnTo>
                  <a:pt x="1018" y="730"/>
                </a:lnTo>
                <a:lnTo>
                  <a:pt x="1003" y="739"/>
                </a:lnTo>
                <a:lnTo>
                  <a:pt x="988" y="747"/>
                </a:lnTo>
                <a:lnTo>
                  <a:pt x="973" y="755"/>
                </a:lnTo>
                <a:lnTo>
                  <a:pt x="957" y="762"/>
                </a:lnTo>
                <a:lnTo>
                  <a:pt x="941" y="769"/>
                </a:lnTo>
                <a:lnTo>
                  <a:pt x="925" y="776"/>
                </a:lnTo>
                <a:lnTo>
                  <a:pt x="908" y="783"/>
                </a:lnTo>
                <a:lnTo>
                  <a:pt x="891" y="789"/>
                </a:lnTo>
                <a:lnTo>
                  <a:pt x="874" y="795"/>
                </a:lnTo>
                <a:lnTo>
                  <a:pt x="856" y="800"/>
                </a:lnTo>
                <a:lnTo>
                  <a:pt x="839" y="805"/>
                </a:lnTo>
                <a:lnTo>
                  <a:pt x="821" y="810"/>
                </a:lnTo>
                <a:lnTo>
                  <a:pt x="802" y="814"/>
                </a:lnTo>
                <a:lnTo>
                  <a:pt x="784" y="818"/>
                </a:lnTo>
                <a:lnTo>
                  <a:pt x="764" y="821"/>
                </a:lnTo>
                <a:lnTo>
                  <a:pt x="746" y="824"/>
                </a:lnTo>
                <a:lnTo>
                  <a:pt x="727" y="827"/>
                </a:lnTo>
                <a:lnTo>
                  <a:pt x="708" y="829"/>
                </a:lnTo>
                <a:lnTo>
                  <a:pt x="689" y="831"/>
                </a:lnTo>
                <a:lnTo>
                  <a:pt x="670" y="832"/>
                </a:lnTo>
                <a:lnTo>
                  <a:pt x="651" y="833"/>
                </a:lnTo>
                <a:lnTo>
                  <a:pt x="631" y="834"/>
                </a:lnTo>
                <a:lnTo>
                  <a:pt x="612" y="834"/>
                </a:lnTo>
                <a:lnTo>
                  <a:pt x="593" y="834"/>
                </a:lnTo>
                <a:lnTo>
                  <a:pt x="574" y="833"/>
                </a:lnTo>
                <a:lnTo>
                  <a:pt x="555" y="832"/>
                </a:lnTo>
                <a:lnTo>
                  <a:pt x="536" y="831"/>
                </a:lnTo>
                <a:lnTo>
                  <a:pt x="516" y="829"/>
                </a:lnTo>
                <a:lnTo>
                  <a:pt x="498" y="827"/>
                </a:lnTo>
                <a:lnTo>
                  <a:pt x="479" y="824"/>
                </a:lnTo>
                <a:lnTo>
                  <a:pt x="460" y="821"/>
                </a:lnTo>
                <a:lnTo>
                  <a:pt x="441" y="818"/>
                </a:lnTo>
                <a:lnTo>
                  <a:pt x="423" y="814"/>
                </a:lnTo>
                <a:lnTo>
                  <a:pt x="405" y="810"/>
                </a:lnTo>
                <a:lnTo>
                  <a:pt x="387" y="805"/>
                </a:lnTo>
                <a:lnTo>
                  <a:pt x="369" y="800"/>
                </a:lnTo>
                <a:lnTo>
                  <a:pt x="352" y="795"/>
                </a:lnTo>
                <a:lnTo>
                  <a:pt x="334" y="789"/>
                </a:lnTo>
                <a:lnTo>
                  <a:pt x="317" y="783"/>
                </a:lnTo>
                <a:lnTo>
                  <a:pt x="301" y="776"/>
                </a:lnTo>
                <a:lnTo>
                  <a:pt x="284" y="769"/>
                </a:lnTo>
                <a:lnTo>
                  <a:pt x="268" y="762"/>
                </a:lnTo>
                <a:lnTo>
                  <a:pt x="252" y="755"/>
                </a:lnTo>
                <a:lnTo>
                  <a:pt x="237" y="747"/>
                </a:lnTo>
                <a:lnTo>
                  <a:pt x="222" y="739"/>
                </a:lnTo>
                <a:lnTo>
                  <a:pt x="207" y="730"/>
                </a:lnTo>
                <a:lnTo>
                  <a:pt x="193" y="721"/>
                </a:lnTo>
                <a:lnTo>
                  <a:pt x="179" y="712"/>
                </a:lnTo>
                <a:lnTo>
                  <a:pt x="166" y="703"/>
                </a:lnTo>
                <a:lnTo>
                  <a:pt x="153" y="693"/>
                </a:lnTo>
                <a:lnTo>
                  <a:pt x="141" y="683"/>
                </a:lnTo>
                <a:lnTo>
                  <a:pt x="129" y="673"/>
                </a:lnTo>
                <a:lnTo>
                  <a:pt x="117" y="663"/>
                </a:lnTo>
                <a:lnTo>
                  <a:pt x="106" y="652"/>
                </a:lnTo>
                <a:lnTo>
                  <a:pt x="95" y="641"/>
                </a:lnTo>
                <a:lnTo>
                  <a:pt x="85" y="630"/>
                </a:lnTo>
                <a:lnTo>
                  <a:pt x="76" y="618"/>
                </a:lnTo>
                <a:lnTo>
                  <a:pt x="67" y="607"/>
                </a:lnTo>
                <a:lnTo>
                  <a:pt x="58" y="595"/>
                </a:lnTo>
                <a:lnTo>
                  <a:pt x="50" y="583"/>
                </a:lnTo>
                <a:lnTo>
                  <a:pt x="43" y="571"/>
                </a:lnTo>
                <a:lnTo>
                  <a:pt x="36" y="559"/>
                </a:lnTo>
                <a:lnTo>
                  <a:pt x="30" y="546"/>
                </a:lnTo>
                <a:lnTo>
                  <a:pt x="24" y="534"/>
                </a:lnTo>
                <a:lnTo>
                  <a:pt x="19" y="521"/>
                </a:lnTo>
                <a:lnTo>
                  <a:pt x="15" y="509"/>
                </a:lnTo>
                <a:lnTo>
                  <a:pt x="11" y="496"/>
                </a:lnTo>
                <a:lnTo>
                  <a:pt x="8" y="483"/>
                </a:lnTo>
                <a:lnTo>
                  <a:pt x="5" y="470"/>
                </a:lnTo>
                <a:lnTo>
                  <a:pt x="3" y="457"/>
                </a:lnTo>
                <a:lnTo>
                  <a:pt x="1" y="444"/>
                </a:lnTo>
                <a:lnTo>
                  <a:pt x="0" y="431"/>
                </a:lnTo>
                <a:lnTo>
                  <a:pt x="0" y="418"/>
                </a:lnTo>
                <a:lnTo>
                  <a:pt x="0" y="405"/>
                </a:lnTo>
                <a:lnTo>
                  <a:pt x="1" y="391"/>
                </a:lnTo>
                <a:lnTo>
                  <a:pt x="3" y="378"/>
                </a:lnTo>
                <a:lnTo>
                  <a:pt x="5" y="365"/>
                </a:lnTo>
                <a:lnTo>
                  <a:pt x="8" y="352"/>
                </a:lnTo>
                <a:lnTo>
                  <a:pt x="11" y="340"/>
                </a:lnTo>
                <a:lnTo>
                  <a:pt x="15" y="327"/>
                </a:lnTo>
                <a:lnTo>
                  <a:pt x="19" y="314"/>
                </a:lnTo>
                <a:lnTo>
                  <a:pt x="24" y="301"/>
                </a:lnTo>
                <a:lnTo>
                  <a:pt x="30" y="289"/>
                </a:lnTo>
                <a:lnTo>
                  <a:pt x="36" y="277"/>
                </a:lnTo>
                <a:lnTo>
                  <a:pt x="43" y="264"/>
                </a:lnTo>
                <a:lnTo>
                  <a:pt x="50" y="252"/>
                </a:lnTo>
                <a:lnTo>
                  <a:pt x="58" y="240"/>
                </a:lnTo>
                <a:lnTo>
                  <a:pt x="67" y="229"/>
                </a:lnTo>
                <a:lnTo>
                  <a:pt x="76" y="217"/>
                </a:lnTo>
                <a:lnTo>
                  <a:pt x="85" y="206"/>
                </a:lnTo>
                <a:lnTo>
                  <a:pt x="95" y="194"/>
                </a:lnTo>
                <a:lnTo>
                  <a:pt x="106" y="184"/>
                </a:lnTo>
                <a:lnTo>
                  <a:pt x="117" y="173"/>
                </a:lnTo>
                <a:lnTo>
                  <a:pt x="129" y="162"/>
                </a:lnTo>
                <a:lnTo>
                  <a:pt x="141" y="152"/>
                </a:lnTo>
                <a:lnTo>
                  <a:pt x="153" y="141"/>
                </a:lnTo>
                <a:lnTo>
                  <a:pt x="166" y="131"/>
                </a:lnTo>
                <a:lnTo>
                  <a:pt x="179" y="122"/>
                </a:lnTo>
                <a:lnTo>
                  <a:pt x="193" y="113"/>
                </a:lnTo>
                <a:lnTo>
                  <a:pt x="207" y="104"/>
                </a:lnTo>
                <a:lnTo>
                  <a:pt x="222" y="96"/>
                </a:lnTo>
                <a:lnTo>
                  <a:pt x="237" y="87"/>
                </a:lnTo>
                <a:lnTo>
                  <a:pt x="252" y="80"/>
                </a:lnTo>
                <a:lnTo>
                  <a:pt x="268" y="72"/>
                </a:lnTo>
                <a:lnTo>
                  <a:pt x="284" y="65"/>
                </a:lnTo>
                <a:lnTo>
                  <a:pt x="301" y="58"/>
                </a:lnTo>
                <a:lnTo>
                  <a:pt x="317" y="52"/>
                </a:lnTo>
                <a:lnTo>
                  <a:pt x="334" y="45"/>
                </a:lnTo>
                <a:lnTo>
                  <a:pt x="352" y="40"/>
                </a:lnTo>
                <a:lnTo>
                  <a:pt x="369" y="34"/>
                </a:lnTo>
                <a:lnTo>
                  <a:pt x="387" y="29"/>
                </a:lnTo>
                <a:lnTo>
                  <a:pt x="405" y="25"/>
                </a:lnTo>
                <a:lnTo>
                  <a:pt x="423" y="20"/>
                </a:lnTo>
                <a:lnTo>
                  <a:pt x="441" y="17"/>
                </a:lnTo>
                <a:lnTo>
                  <a:pt x="460" y="13"/>
                </a:lnTo>
                <a:lnTo>
                  <a:pt x="479" y="10"/>
                </a:lnTo>
                <a:lnTo>
                  <a:pt x="498" y="7"/>
                </a:lnTo>
                <a:lnTo>
                  <a:pt x="516" y="5"/>
                </a:lnTo>
                <a:lnTo>
                  <a:pt x="536" y="3"/>
                </a:lnTo>
                <a:lnTo>
                  <a:pt x="555" y="2"/>
                </a:lnTo>
                <a:lnTo>
                  <a:pt x="574" y="1"/>
                </a:lnTo>
                <a:lnTo>
                  <a:pt x="593" y="0"/>
                </a:lnTo>
                <a:lnTo>
                  <a:pt x="612" y="0"/>
                </a:lnTo>
                <a:lnTo>
                  <a:pt x="631" y="0"/>
                </a:lnTo>
                <a:lnTo>
                  <a:pt x="651" y="1"/>
                </a:lnTo>
                <a:lnTo>
                  <a:pt x="670" y="2"/>
                </a:lnTo>
                <a:lnTo>
                  <a:pt x="689" y="3"/>
                </a:lnTo>
                <a:lnTo>
                  <a:pt x="708" y="5"/>
                </a:lnTo>
                <a:lnTo>
                  <a:pt x="727" y="7"/>
                </a:lnTo>
                <a:lnTo>
                  <a:pt x="746" y="10"/>
                </a:lnTo>
                <a:lnTo>
                  <a:pt x="764" y="13"/>
                </a:lnTo>
                <a:lnTo>
                  <a:pt x="784" y="17"/>
                </a:lnTo>
                <a:lnTo>
                  <a:pt x="802" y="20"/>
                </a:lnTo>
                <a:lnTo>
                  <a:pt x="821" y="25"/>
                </a:lnTo>
                <a:lnTo>
                  <a:pt x="839" y="29"/>
                </a:lnTo>
                <a:lnTo>
                  <a:pt x="856" y="34"/>
                </a:lnTo>
                <a:lnTo>
                  <a:pt x="874" y="40"/>
                </a:lnTo>
                <a:lnTo>
                  <a:pt x="891" y="45"/>
                </a:lnTo>
                <a:lnTo>
                  <a:pt x="908" y="52"/>
                </a:lnTo>
                <a:lnTo>
                  <a:pt x="925" y="58"/>
                </a:lnTo>
                <a:lnTo>
                  <a:pt x="941" y="65"/>
                </a:lnTo>
                <a:lnTo>
                  <a:pt x="957" y="72"/>
                </a:lnTo>
                <a:lnTo>
                  <a:pt x="973" y="80"/>
                </a:lnTo>
                <a:lnTo>
                  <a:pt x="988" y="87"/>
                </a:lnTo>
                <a:lnTo>
                  <a:pt x="1003" y="96"/>
                </a:lnTo>
                <a:lnTo>
                  <a:pt x="1018" y="104"/>
                </a:lnTo>
                <a:lnTo>
                  <a:pt x="1032" y="113"/>
                </a:lnTo>
                <a:lnTo>
                  <a:pt x="1046" y="122"/>
                </a:lnTo>
                <a:lnTo>
                  <a:pt x="1059" y="131"/>
                </a:lnTo>
                <a:lnTo>
                  <a:pt x="1072" y="141"/>
                </a:lnTo>
                <a:lnTo>
                  <a:pt x="1085" y="152"/>
                </a:lnTo>
                <a:lnTo>
                  <a:pt x="1097" y="162"/>
                </a:lnTo>
                <a:lnTo>
                  <a:pt x="1108" y="173"/>
                </a:lnTo>
                <a:lnTo>
                  <a:pt x="1120" y="184"/>
                </a:lnTo>
                <a:lnTo>
                  <a:pt x="1130" y="194"/>
                </a:lnTo>
                <a:lnTo>
                  <a:pt x="1140" y="206"/>
                </a:lnTo>
                <a:lnTo>
                  <a:pt x="1150" y="217"/>
                </a:lnTo>
                <a:lnTo>
                  <a:pt x="1159" y="229"/>
                </a:lnTo>
                <a:lnTo>
                  <a:pt x="1167" y="240"/>
                </a:lnTo>
                <a:lnTo>
                  <a:pt x="1175" y="252"/>
                </a:lnTo>
                <a:lnTo>
                  <a:pt x="1182" y="264"/>
                </a:lnTo>
                <a:lnTo>
                  <a:pt x="1189" y="277"/>
                </a:lnTo>
                <a:lnTo>
                  <a:pt x="1195" y="289"/>
                </a:lnTo>
                <a:lnTo>
                  <a:pt x="1201" y="301"/>
                </a:lnTo>
                <a:lnTo>
                  <a:pt x="1206" y="314"/>
                </a:lnTo>
                <a:lnTo>
                  <a:pt x="1211" y="327"/>
                </a:lnTo>
                <a:lnTo>
                  <a:pt x="1215" y="340"/>
                </a:lnTo>
                <a:lnTo>
                  <a:pt x="1218" y="352"/>
                </a:lnTo>
                <a:lnTo>
                  <a:pt x="1221" y="365"/>
                </a:lnTo>
                <a:lnTo>
                  <a:pt x="1223" y="378"/>
                </a:lnTo>
                <a:lnTo>
                  <a:pt x="1224" y="391"/>
                </a:lnTo>
                <a:lnTo>
                  <a:pt x="1225" y="405"/>
                </a:lnTo>
                <a:lnTo>
                  <a:pt x="1225" y="418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39" name=""/>
          <p:cNvSpPr/>
          <p:nvPr/>
        </p:nvSpPr>
        <p:spPr>
          <a:xfrm>
            <a:off x="3903120" y="2794680"/>
            <a:ext cx="446400" cy="303840"/>
          </a:xfrm>
          <a:custGeom>
            <a:avLst/>
            <a:gdLst/>
            <a:ahLst/>
            <a:rect l="0" t="0" r="r" b="b"/>
            <a:pathLst>
              <a:path w="1240" h="844">
                <a:moveTo>
                  <a:pt x="1232" y="423"/>
                </a:moveTo>
                <a:lnTo>
                  <a:pt x="1232" y="410"/>
                </a:lnTo>
                <a:lnTo>
                  <a:pt x="1231" y="396"/>
                </a:lnTo>
                <a:lnTo>
                  <a:pt x="1230" y="383"/>
                </a:lnTo>
                <a:lnTo>
                  <a:pt x="1228" y="370"/>
                </a:lnTo>
                <a:lnTo>
                  <a:pt x="1225" y="357"/>
                </a:lnTo>
                <a:lnTo>
                  <a:pt x="1222" y="345"/>
                </a:lnTo>
                <a:lnTo>
                  <a:pt x="1218" y="332"/>
                </a:lnTo>
                <a:lnTo>
                  <a:pt x="1213" y="319"/>
                </a:lnTo>
                <a:lnTo>
                  <a:pt x="1208" y="306"/>
                </a:lnTo>
                <a:lnTo>
                  <a:pt x="1202" y="294"/>
                </a:lnTo>
                <a:lnTo>
                  <a:pt x="1196" y="282"/>
                </a:lnTo>
                <a:lnTo>
                  <a:pt x="1189" y="269"/>
                </a:lnTo>
                <a:lnTo>
                  <a:pt x="1182" y="257"/>
                </a:lnTo>
                <a:lnTo>
                  <a:pt x="1174" y="244"/>
                </a:lnTo>
                <a:lnTo>
                  <a:pt x="1166" y="233"/>
                </a:lnTo>
                <a:lnTo>
                  <a:pt x="1157" y="221"/>
                </a:lnTo>
                <a:lnTo>
                  <a:pt x="1147" y="210"/>
                </a:lnTo>
                <a:lnTo>
                  <a:pt x="1137" y="198"/>
                </a:lnTo>
                <a:lnTo>
                  <a:pt x="1127" y="188"/>
                </a:lnTo>
                <a:lnTo>
                  <a:pt x="1115" y="177"/>
                </a:lnTo>
                <a:lnTo>
                  <a:pt x="1104" y="166"/>
                </a:lnTo>
                <a:lnTo>
                  <a:pt x="1092" y="156"/>
                </a:lnTo>
                <a:lnTo>
                  <a:pt x="1079" y="146"/>
                </a:lnTo>
                <a:lnTo>
                  <a:pt x="1066" y="136"/>
                </a:lnTo>
                <a:lnTo>
                  <a:pt x="1053" y="127"/>
                </a:lnTo>
                <a:lnTo>
                  <a:pt x="1039" y="118"/>
                </a:lnTo>
                <a:lnTo>
                  <a:pt x="1025" y="109"/>
                </a:lnTo>
                <a:lnTo>
                  <a:pt x="1010" y="101"/>
                </a:lnTo>
                <a:lnTo>
                  <a:pt x="995" y="92"/>
                </a:lnTo>
                <a:lnTo>
                  <a:pt x="980" y="85"/>
                </a:lnTo>
                <a:lnTo>
                  <a:pt x="964" y="77"/>
                </a:lnTo>
                <a:lnTo>
                  <a:pt x="948" y="70"/>
                </a:lnTo>
                <a:lnTo>
                  <a:pt x="932" y="63"/>
                </a:lnTo>
                <a:lnTo>
                  <a:pt x="914" y="57"/>
                </a:lnTo>
                <a:lnTo>
                  <a:pt x="897" y="50"/>
                </a:lnTo>
                <a:lnTo>
                  <a:pt x="880" y="45"/>
                </a:lnTo>
                <a:lnTo>
                  <a:pt x="862" y="39"/>
                </a:lnTo>
                <a:lnTo>
                  <a:pt x="845" y="34"/>
                </a:lnTo>
                <a:lnTo>
                  <a:pt x="827" y="30"/>
                </a:lnTo>
                <a:lnTo>
                  <a:pt x="808" y="25"/>
                </a:lnTo>
                <a:lnTo>
                  <a:pt x="790" y="22"/>
                </a:lnTo>
                <a:lnTo>
                  <a:pt x="771" y="18"/>
                </a:lnTo>
                <a:lnTo>
                  <a:pt x="753" y="15"/>
                </a:lnTo>
                <a:lnTo>
                  <a:pt x="734" y="12"/>
                </a:lnTo>
                <a:lnTo>
                  <a:pt x="715" y="10"/>
                </a:lnTo>
                <a:lnTo>
                  <a:pt x="696" y="8"/>
                </a:lnTo>
                <a:lnTo>
                  <a:pt x="677" y="7"/>
                </a:lnTo>
                <a:lnTo>
                  <a:pt x="658" y="6"/>
                </a:lnTo>
                <a:lnTo>
                  <a:pt x="638" y="5"/>
                </a:lnTo>
                <a:lnTo>
                  <a:pt x="619" y="5"/>
                </a:lnTo>
                <a:lnTo>
                  <a:pt x="600" y="5"/>
                </a:lnTo>
                <a:lnTo>
                  <a:pt x="581" y="6"/>
                </a:lnTo>
                <a:lnTo>
                  <a:pt x="562" y="7"/>
                </a:lnTo>
                <a:lnTo>
                  <a:pt x="543" y="8"/>
                </a:lnTo>
                <a:lnTo>
                  <a:pt x="523" y="10"/>
                </a:lnTo>
                <a:lnTo>
                  <a:pt x="505" y="12"/>
                </a:lnTo>
                <a:lnTo>
                  <a:pt x="486" y="15"/>
                </a:lnTo>
                <a:lnTo>
                  <a:pt x="467" y="18"/>
                </a:lnTo>
                <a:lnTo>
                  <a:pt x="448" y="22"/>
                </a:lnTo>
                <a:lnTo>
                  <a:pt x="430" y="25"/>
                </a:lnTo>
                <a:lnTo>
                  <a:pt x="412" y="30"/>
                </a:lnTo>
                <a:lnTo>
                  <a:pt x="394" y="34"/>
                </a:lnTo>
                <a:lnTo>
                  <a:pt x="376" y="39"/>
                </a:lnTo>
                <a:lnTo>
                  <a:pt x="359" y="45"/>
                </a:lnTo>
                <a:lnTo>
                  <a:pt x="341" y="50"/>
                </a:lnTo>
                <a:lnTo>
                  <a:pt x="324" y="57"/>
                </a:lnTo>
                <a:lnTo>
                  <a:pt x="308" y="63"/>
                </a:lnTo>
                <a:lnTo>
                  <a:pt x="291" y="70"/>
                </a:lnTo>
                <a:lnTo>
                  <a:pt x="275" y="77"/>
                </a:lnTo>
                <a:lnTo>
                  <a:pt x="259" y="85"/>
                </a:lnTo>
                <a:lnTo>
                  <a:pt x="244" y="92"/>
                </a:lnTo>
                <a:lnTo>
                  <a:pt x="229" y="101"/>
                </a:lnTo>
                <a:lnTo>
                  <a:pt x="214" y="109"/>
                </a:lnTo>
                <a:lnTo>
                  <a:pt x="200" y="118"/>
                </a:lnTo>
                <a:lnTo>
                  <a:pt x="186" y="127"/>
                </a:lnTo>
                <a:lnTo>
                  <a:pt x="173" y="136"/>
                </a:lnTo>
                <a:lnTo>
                  <a:pt x="160" y="146"/>
                </a:lnTo>
                <a:lnTo>
                  <a:pt x="148" y="156"/>
                </a:lnTo>
                <a:lnTo>
                  <a:pt x="136" y="166"/>
                </a:lnTo>
                <a:lnTo>
                  <a:pt x="124" y="177"/>
                </a:lnTo>
                <a:lnTo>
                  <a:pt x="113" y="188"/>
                </a:lnTo>
                <a:lnTo>
                  <a:pt x="102" y="198"/>
                </a:lnTo>
                <a:lnTo>
                  <a:pt x="92" y="210"/>
                </a:lnTo>
                <a:lnTo>
                  <a:pt x="83" y="221"/>
                </a:lnTo>
                <a:lnTo>
                  <a:pt x="74" y="233"/>
                </a:lnTo>
                <a:lnTo>
                  <a:pt x="65" y="244"/>
                </a:lnTo>
                <a:lnTo>
                  <a:pt x="57" y="257"/>
                </a:lnTo>
                <a:lnTo>
                  <a:pt x="50" y="269"/>
                </a:lnTo>
                <a:lnTo>
                  <a:pt x="43" y="282"/>
                </a:lnTo>
                <a:lnTo>
                  <a:pt x="37" y="294"/>
                </a:lnTo>
                <a:lnTo>
                  <a:pt x="31" y="306"/>
                </a:lnTo>
                <a:lnTo>
                  <a:pt x="26" y="319"/>
                </a:lnTo>
                <a:lnTo>
                  <a:pt x="22" y="332"/>
                </a:lnTo>
                <a:lnTo>
                  <a:pt x="18" y="345"/>
                </a:lnTo>
                <a:lnTo>
                  <a:pt x="15" y="357"/>
                </a:lnTo>
                <a:lnTo>
                  <a:pt x="12" y="370"/>
                </a:lnTo>
                <a:lnTo>
                  <a:pt x="10" y="383"/>
                </a:lnTo>
                <a:lnTo>
                  <a:pt x="8" y="396"/>
                </a:lnTo>
                <a:lnTo>
                  <a:pt x="7" y="410"/>
                </a:lnTo>
                <a:lnTo>
                  <a:pt x="7" y="423"/>
                </a:lnTo>
                <a:lnTo>
                  <a:pt x="7" y="436"/>
                </a:lnTo>
                <a:lnTo>
                  <a:pt x="8" y="449"/>
                </a:lnTo>
                <a:lnTo>
                  <a:pt x="10" y="462"/>
                </a:lnTo>
                <a:lnTo>
                  <a:pt x="12" y="475"/>
                </a:lnTo>
                <a:lnTo>
                  <a:pt x="15" y="488"/>
                </a:lnTo>
                <a:lnTo>
                  <a:pt x="18" y="501"/>
                </a:lnTo>
                <a:lnTo>
                  <a:pt x="22" y="514"/>
                </a:lnTo>
                <a:lnTo>
                  <a:pt x="26" y="526"/>
                </a:lnTo>
                <a:lnTo>
                  <a:pt x="31" y="539"/>
                </a:lnTo>
                <a:lnTo>
                  <a:pt x="37" y="551"/>
                </a:lnTo>
                <a:lnTo>
                  <a:pt x="43" y="564"/>
                </a:lnTo>
                <a:lnTo>
                  <a:pt x="50" y="576"/>
                </a:lnTo>
                <a:lnTo>
                  <a:pt x="57" y="588"/>
                </a:lnTo>
                <a:lnTo>
                  <a:pt x="65" y="600"/>
                </a:lnTo>
                <a:lnTo>
                  <a:pt x="74" y="612"/>
                </a:lnTo>
                <a:lnTo>
                  <a:pt x="83" y="623"/>
                </a:lnTo>
                <a:lnTo>
                  <a:pt x="92" y="635"/>
                </a:lnTo>
                <a:lnTo>
                  <a:pt x="102" y="646"/>
                </a:lnTo>
                <a:lnTo>
                  <a:pt x="113" y="657"/>
                </a:lnTo>
                <a:lnTo>
                  <a:pt x="124" y="668"/>
                </a:lnTo>
                <a:lnTo>
                  <a:pt x="136" y="678"/>
                </a:lnTo>
                <a:lnTo>
                  <a:pt x="148" y="688"/>
                </a:lnTo>
                <a:lnTo>
                  <a:pt x="160" y="698"/>
                </a:lnTo>
                <a:lnTo>
                  <a:pt x="173" y="708"/>
                </a:lnTo>
                <a:lnTo>
                  <a:pt x="186" y="717"/>
                </a:lnTo>
                <a:lnTo>
                  <a:pt x="200" y="726"/>
                </a:lnTo>
                <a:lnTo>
                  <a:pt x="214" y="735"/>
                </a:lnTo>
                <a:lnTo>
                  <a:pt x="229" y="744"/>
                </a:lnTo>
                <a:lnTo>
                  <a:pt x="244" y="752"/>
                </a:lnTo>
                <a:lnTo>
                  <a:pt x="259" y="760"/>
                </a:lnTo>
                <a:lnTo>
                  <a:pt x="275" y="767"/>
                </a:lnTo>
                <a:lnTo>
                  <a:pt x="291" y="774"/>
                </a:lnTo>
                <a:lnTo>
                  <a:pt x="308" y="781"/>
                </a:lnTo>
                <a:lnTo>
                  <a:pt x="324" y="788"/>
                </a:lnTo>
                <a:lnTo>
                  <a:pt x="341" y="794"/>
                </a:lnTo>
                <a:lnTo>
                  <a:pt x="359" y="800"/>
                </a:lnTo>
                <a:lnTo>
                  <a:pt x="376" y="805"/>
                </a:lnTo>
                <a:lnTo>
                  <a:pt x="394" y="810"/>
                </a:lnTo>
                <a:lnTo>
                  <a:pt x="412" y="815"/>
                </a:lnTo>
                <a:lnTo>
                  <a:pt x="430" y="819"/>
                </a:lnTo>
                <a:lnTo>
                  <a:pt x="448" y="823"/>
                </a:lnTo>
                <a:lnTo>
                  <a:pt x="467" y="826"/>
                </a:lnTo>
                <a:lnTo>
                  <a:pt x="486" y="829"/>
                </a:lnTo>
                <a:lnTo>
                  <a:pt x="505" y="832"/>
                </a:lnTo>
                <a:lnTo>
                  <a:pt x="523" y="834"/>
                </a:lnTo>
                <a:lnTo>
                  <a:pt x="543" y="836"/>
                </a:lnTo>
                <a:lnTo>
                  <a:pt x="562" y="837"/>
                </a:lnTo>
                <a:lnTo>
                  <a:pt x="581" y="838"/>
                </a:lnTo>
                <a:lnTo>
                  <a:pt x="600" y="839"/>
                </a:lnTo>
                <a:lnTo>
                  <a:pt x="619" y="839"/>
                </a:lnTo>
                <a:lnTo>
                  <a:pt x="638" y="839"/>
                </a:lnTo>
                <a:lnTo>
                  <a:pt x="658" y="838"/>
                </a:lnTo>
                <a:lnTo>
                  <a:pt x="677" y="837"/>
                </a:lnTo>
                <a:lnTo>
                  <a:pt x="696" y="836"/>
                </a:lnTo>
                <a:lnTo>
                  <a:pt x="715" y="834"/>
                </a:lnTo>
                <a:lnTo>
                  <a:pt x="734" y="832"/>
                </a:lnTo>
                <a:lnTo>
                  <a:pt x="753" y="829"/>
                </a:lnTo>
                <a:lnTo>
                  <a:pt x="771" y="826"/>
                </a:lnTo>
                <a:lnTo>
                  <a:pt x="790" y="823"/>
                </a:lnTo>
                <a:lnTo>
                  <a:pt x="808" y="819"/>
                </a:lnTo>
                <a:lnTo>
                  <a:pt x="827" y="815"/>
                </a:lnTo>
                <a:lnTo>
                  <a:pt x="845" y="810"/>
                </a:lnTo>
                <a:lnTo>
                  <a:pt x="862" y="805"/>
                </a:lnTo>
                <a:lnTo>
                  <a:pt x="880" y="800"/>
                </a:lnTo>
                <a:lnTo>
                  <a:pt x="897" y="794"/>
                </a:lnTo>
                <a:lnTo>
                  <a:pt x="914" y="788"/>
                </a:lnTo>
                <a:lnTo>
                  <a:pt x="932" y="781"/>
                </a:lnTo>
                <a:lnTo>
                  <a:pt x="948" y="774"/>
                </a:lnTo>
                <a:lnTo>
                  <a:pt x="964" y="767"/>
                </a:lnTo>
                <a:lnTo>
                  <a:pt x="980" y="760"/>
                </a:lnTo>
                <a:lnTo>
                  <a:pt x="995" y="752"/>
                </a:lnTo>
                <a:lnTo>
                  <a:pt x="1010" y="744"/>
                </a:lnTo>
                <a:lnTo>
                  <a:pt x="1025" y="735"/>
                </a:lnTo>
                <a:lnTo>
                  <a:pt x="1039" y="726"/>
                </a:lnTo>
                <a:lnTo>
                  <a:pt x="1053" y="717"/>
                </a:lnTo>
                <a:lnTo>
                  <a:pt x="1066" y="708"/>
                </a:lnTo>
                <a:lnTo>
                  <a:pt x="1079" y="698"/>
                </a:lnTo>
                <a:lnTo>
                  <a:pt x="1092" y="688"/>
                </a:lnTo>
                <a:lnTo>
                  <a:pt x="1104" y="678"/>
                </a:lnTo>
                <a:lnTo>
                  <a:pt x="1115" y="668"/>
                </a:lnTo>
                <a:lnTo>
                  <a:pt x="1127" y="657"/>
                </a:lnTo>
                <a:lnTo>
                  <a:pt x="1137" y="646"/>
                </a:lnTo>
                <a:lnTo>
                  <a:pt x="1147" y="635"/>
                </a:lnTo>
                <a:lnTo>
                  <a:pt x="1157" y="623"/>
                </a:lnTo>
                <a:lnTo>
                  <a:pt x="1166" y="612"/>
                </a:lnTo>
                <a:lnTo>
                  <a:pt x="1174" y="600"/>
                </a:lnTo>
                <a:lnTo>
                  <a:pt x="1182" y="588"/>
                </a:lnTo>
                <a:lnTo>
                  <a:pt x="1189" y="576"/>
                </a:lnTo>
                <a:lnTo>
                  <a:pt x="1196" y="564"/>
                </a:lnTo>
                <a:lnTo>
                  <a:pt x="1202" y="551"/>
                </a:lnTo>
                <a:lnTo>
                  <a:pt x="1208" y="539"/>
                </a:lnTo>
                <a:lnTo>
                  <a:pt x="1213" y="526"/>
                </a:lnTo>
                <a:lnTo>
                  <a:pt x="1218" y="514"/>
                </a:lnTo>
                <a:lnTo>
                  <a:pt x="1222" y="501"/>
                </a:lnTo>
                <a:lnTo>
                  <a:pt x="1225" y="488"/>
                </a:lnTo>
                <a:lnTo>
                  <a:pt x="1228" y="475"/>
                </a:lnTo>
                <a:lnTo>
                  <a:pt x="1230" y="462"/>
                </a:lnTo>
                <a:lnTo>
                  <a:pt x="1231" y="449"/>
                </a:lnTo>
                <a:lnTo>
                  <a:pt x="1232" y="436"/>
                </a:lnTo>
                <a:lnTo>
                  <a:pt x="1232" y="423"/>
                </a:lnTo>
                <a:moveTo>
                  <a:pt x="1240" y="423"/>
                </a:moveTo>
                <a:lnTo>
                  <a:pt x="1240" y="436"/>
                </a:lnTo>
                <a:lnTo>
                  <a:pt x="1239" y="449"/>
                </a:lnTo>
                <a:lnTo>
                  <a:pt x="1237" y="462"/>
                </a:lnTo>
                <a:lnTo>
                  <a:pt x="1235" y="476"/>
                </a:lnTo>
                <a:lnTo>
                  <a:pt x="1232" y="489"/>
                </a:lnTo>
                <a:lnTo>
                  <a:pt x="1229" y="502"/>
                </a:lnTo>
                <a:lnTo>
                  <a:pt x="1225" y="515"/>
                </a:lnTo>
                <a:lnTo>
                  <a:pt x="1220" y="528"/>
                </a:lnTo>
                <a:lnTo>
                  <a:pt x="1215" y="540"/>
                </a:lnTo>
                <a:lnTo>
                  <a:pt x="1210" y="553"/>
                </a:lnTo>
                <a:lnTo>
                  <a:pt x="1203" y="566"/>
                </a:lnTo>
                <a:lnTo>
                  <a:pt x="1196" y="578"/>
                </a:lnTo>
                <a:lnTo>
                  <a:pt x="1189" y="590"/>
                </a:lnTo>
                <a:lnTo>
                  <a:pt x="1181" y="602"/>
                </a:lnTo>
                <a:lnTo>
                  <a:pt x="1172" y="614"/>
                </a:lnTo>
                <a:lnTo>
                  <a:pt x="1163" y="626"/>
                </a:lnTo>
                <a:lnTo>
                  <a:pt x="1154" y="637"/>
                </a:lnTo>
                <a:lnTo>
                  <a:pt x="1143" y="649"/>
                </a:lnTo>
                <a:lnTo>
                  <a:pt x="1133" y="660"/>
                </a:lnTo>
                <a:lnTo>
                  <a:pt x="1122" y="671"/>
                </a:lnTo>
                <a:lnTo>
                  <a:pt x="1110" y="681"/>
                </a:lnTo>
                <a:lnTo>
                  <a:pt x="1098" y="691"/>
                </a:lnTo>
                <a:lnTo>
                  <a:pt x="1085" y="702"/>
                </a:lnTo>
                <a:lnTo>
                  <a:pt x="1072" y="711"/>
                </a:lnTo>
                <a:lnTo>
                  <a:pt x="1058" y="721"/>
                </a:lnTo>
                <a:lnTo>
                  <a:pt x="1044" y="730"/>
                </a:lnTo>
                <a:lnTo>
                  <a:pt x="1030" y="739"/>
                </a:lnTo>
                <a:lnTo>
                  <a:pt x="1015" y="748"/>
                </a:lnTo>
                <a:lnTo>
                  <a:pt x="1000" y="756"/>
                </a:lnTo>
                <a:lnTo>
                  <a:pt x="984" y="764"/>
                </a:lnTo>
                <a:lnTo>
                  <a:pt x="969" y="771"/>
                </a:lnTo>
                <a:lnTo>
                  <a:pt x="952" y="779"/>
                </a:lnTo>
                <a:lnTo>
                  <a:pt x="936" y="786"/>
                </a:lnTo>
                <a:lnTo>
                  <a:pt x="918" y="792"/>
                </a:lnTo>
                <a:lnTo>
                  <a:pt x="901" y="798"/>
                </a:lnTo>
                <a:lnTo>
                  <a:pt x="883" y="804"/>
                </a:lnTo>
                <a:lnTo>
                  <a:pt x="865" y="810"/>
                </a:lnTo>
                <a:lnTo>
                  <a:pt x="847" y="815"/>
                </a:lnTo>
                <a:lnTo>
                  <a:pt x="829" y="819"/>
                </a:lnTo>
                <a:lnTo>
                  <a:pt x="811" y="824"/>
                </a:lnTo>
                <a:lnTo>
                  <a:pt x="792" y="828"/>
                </a:lnTo>
                <a:lnTo>
                  <a:pt x="773" y="831"/>
                </a:lnTo>
                <a:lnTo>
                  <a:pt x="754" y="834"/>
                </a:lnTo>
                <a:lnTo>
                  <a:pt x="735" y="837"/>
                </a:lnTo>
                <a:lnTo>
                  <a:pt x="716" y="839"/>
                </a:lnTo>
                <a:lnTo>
                  <a:pt x="697" y="841"/>
                </a:lnTo>
                <a:lnTo>
                  <a:pt x="678" y="842"/>
                </a:lnTo>
                <a:lnTo>
                  <a:pt x="658" y="844"/>
                </a:lnTo>
                <a:lnTo>
                  <a:pt x="639" y="844"/>
                </a:lnTo>
                <a:lnTo>
                  <a:pt x="619" y="844"/>
                </a:lnTo>
                <a:lnTo>
                  <a:pt x="600" y="844"/>
                </a:lnTo>
                <a:lnTo>
                  <a:pt x="580" y="844"/>
                </a:lnTo>
                <a:lnTo>
                  <a:pt x="561" y="842"/>
                </a:lnTo>
                <a:lnTo>
                  <a:pt x="542" y="841"/>
                </a:lnTo>
                <a:lnTo>
                  <a:pt x="522" y="839"/>
                </a:lnTo>
                <a:lnTo>
                  <a:pt x="503" y="837"/>
                </a:lnTo>
                <a:lnTo>
                  <a:pt x="484" y="834"/>
                </a:lnTo>
                <a:lnTo>
                  <a:pt x="465" y="831"/>
                </a:lnTo>
                <a:lnTo>
                  <a:pt x="446" y="828"/>
                </a:lnTo>
                <a:lnTo>
                  <a:pt x="428" y="824"/>
                </a:lnTo>
                <a:lnTo>
                  <a:pt x="409" y="819"/>
                </a:lnTo>
                <a:lnTo>
                  <a:pt x="391" y="815"/>
                </a:lnTo>
                <a:lnTo>
                  <a:pt x="373" y="810"/>
                </a:lnTo>
                <a:lnTo>
                  <a:pt x="355" y="804"/>
                </a:lnTo>
                <a:lnTo>
                  <a:pt x="338" y="798"/>
                </a:lnTo>
                <a:lnTo>
                  <a:pt x="321" y="792"/>
                </a:lnTo>
                <a:lnTo>
                  <a:pt x="304" y="786"/>
                </a:lnTo>
                <a:lnTo>
                  <a:pt x="287" y="779"/>
                </a:lnTo>
                <a:lnTo>
                  <a:pt x="271" y="771"/>
                </a:lnTo>
                <a:lnTo>
                  <a:pt x="255" y="764"/>
                </a:lnTo>
                <a:lnTo>
                  <a:pt x="239" y="756"/>
                </a:lnTo>
                <a:lnTo>
                  <a:pt x="224" y="748"/>
                </a:lnTo>
                <a:lnTo>
                  <a:pt x="209" y="739"/>
                </a:lnTo>
                <a:lnTo>
                  <a:pt x="195" y="730"/>
                </a:lnTo>
                <a:lnTo>
                  <a:pt x="181" y="721"/>
                </a:lnTo>
                <a:lnTo>
                  <a:pt x="168" y="711"/>
                </a:lnTo>
                <a:lnTo>
                  <a:pt x="154" y="702"/>
                </a:lnTo>
                <a:lnTo>
                  <a:pt x="142" y="691"/>
                </a:lnTo>
                <a:lnTo>
                  <a:pt x="130" y="681"/>
                </a:lnTo>
                <a:lnTo>
                  <a:pt x="118" y="671"/>
                </a:lnTo>
                <a:lnTo>
                  <a:pt x="107" y="660"/>
                </a:lnTo>
                <a:lnTo>
                  <a:pt x="96" y="649"/>
                </a:lnTo>
                <a:lnTo>
                  <a:pt x="86" y="637"/>
                </a:lnTo>
                <a:lnTo>
                  <a:pt x="76" y="626"/>
                </a:lnTo>
                <a:lnTo>
                  <a:pt x="67" y="614"/>
                </a:lnTo>
                <a:lnTo>
                  <a:pt x="59" y="602"/>
                </a:lnTo>
                <a:lnTo>
                  <a:pt x="51" y="590"/>
                </a:lnTo>
                <a:lnTo>
                  <a:pt x="43" y="578"/>
                </a:lnTo>
                <a:lnTo>
                  <a:pt x="36" y="566"/>
                </a:lnTo>
                <a:lnTo>
                  <a:pt x="30" y="553"/>
                </a:lnTo>
                <a:lnTo>
                  <a:pt x="24" y="540"/>
                </a:lnTo>
                <a:lnTo>
                  <a:pt x="19" y="528"/>
                </a:lnTo>
                <a:lnTo>
                  <a:pt x="14" y="515"/>
                </a:lnTo>
                <a:lnTo>
                  <a:pt x="11" y="502"/>
                </a:lnTo>
                <a:lnTo>
                  <a:pt x="7" y="489"/>
                </a:lnTo>
                <a:lnTo>
                  <a:pt x="4" y="476"/>
                </a:lnTo>
                <a:lnTo>
                  <a:pt x="2" y="462"/>
                </a:lnTo>
                <a:lnTo>
                  <a:pt x="1" y="449"/>
                </a:lnTo>
                <a:lnTo>
                  <a:pt x="0" y="436"/>
                </a:lnTo>
                <a:lnTo>
                  <a:pt x="0" y="423"/>
                </a:lnTo>
                <a:lnTo>
                  <a:pt x="0" y="409"/>
                </a:lnTo>
                <a:lnTo>
                  <a:pt x="1" y="396"/>
                </a:lnTo>
                <a:lnTo>
                  <a:pt x="2" y="383"/>
                </a:lnTo>
                <a:lnTo>
                  <a:pt x="4" y="370"/>
                </a:lnTo>
                <a:lnTo>
                  <a:pt x="7" y="357"/>
                </a:lnTo>
                <a:lnTo>
                  <a:pt x="11" y="344"/>
                </a:lnTo>
                <a:lnTo>
                  <a:pt x="14" y="331"/>
                </a:lnTo>
                <a:lnTo>
                  <a:pt x="19" y="318"/>
                </a:lnTo>
                <a:lnTo>
                  <a:pt x="24" y="305"/>
                </a:lnTo>
                <a:lnTo>
                  <a:pt x="30" y="292"/>
                </a:lnTo>
                <a:lnTo>
                  <a:pt x="36" y="280"/>
                </a:lnTo>
                <a:lnTo>
                  <a:pt x="43" y="267"/>
                </a:lnTo>
                <a:lnTo>
                  <a:pt x="51" y="255"/>
                </a:lnTo>
                <a:lnTo>
                  <a:pt x="59" y="242"/>
                </a:lnTo>
                <a:lnTo>
                  <a:pt x="67" y="230"/>
                </a:lnTo>
                <a:lnTo>
                  <a:pt x="76" y="218"/>
                </a:lnTo>
                <a:lnTo>
                  <a:pt x="86" y="207"/>
                </a:lnTo>
                <a:lnTo>
                  <a:pt x="96" y="196"/>
                </a:lnTo>
                <a:lnTo>
                  <a:pt x="107" y="185"/>
                </a:lnTo>
                <a:lnTo>
                  <a:pt x="118" y="174"/>
                </a:lnTo>
                <a:lnTo>
                  <a:pt x="130" y="163"/>
                </a:lnTo>
                <a:lnTo>
                  <a:pt x="142" y="153"/>
                </a:lnTo>
                <a:lnTo>
                  <a:pt x="154" y="143"/>
                </a:lnTo>
                <a:lnTo>
                  <a:pt x="168" y="133"/>
                </a:lnTo>
                <a:lnTo>
                  <a:pt x="181" y="123"/>
                </a:lnTo>
                <a:lnTo>
                  <a:pt x="195" y="114"/>
                </a:lnTo>
                <a:lnTo>
                  <a:pt x="209" y="105"/>
                </a:lnTo>
                <a:lnTo>
                  <a:pt x="224" y="97"/>
                </a:lnTo>
                <a:lnTo>
                  <a:pt x="239" y="88"/>
                </a:lnTo>
                <a:lnTo>
                  <a:pt x="255" y="80"/>
                </a:lnTo>
                <a:lnTo>
                  <a:pt x="271" y="73"/>
                </a:lnTo>
                <a:lnTo>
                  <a:pt x="287" y="66"/>
                </a:lnTo>
                <a:lnTo>
                  <a:pt x="304" y="59"/>
                </a:lnTo>
                <a:lnTo>
                  <a:pt x="321" y="52"/>
                </a:lnTo>
                <a:lnTo>
                  <a:pt x="338" y="46"/>
                </a:lnTo>
                <a:lnTo>
                  <a:pt x="355" y="40"/>
                </a:lnTo>
                <a:lnTo>
                  <a:pt x="373" y="35"/>
                </a:lnTo>
                <a:lnTo>
                  <a:pt x="391" y="30"/>
                </a:lnTo>
                <a:lnTo>
                  <a:pt x="409" y="25"/>
                </a:lnTo>
                <a:lnTo>
                  <a:pt x="428" y="21"/>
                </a:lnTo>
                <a:lnTo>
                  <a:pt x="446" y="17"/>
                </a:lnTo>
                <a:lnTo>
                  <a:pt x="465" y="13"/>
                </a:lnTo>
                <a:lnTo>
                  <a:pt x="484" y="10"/>
                </a:lnTo>
                <a:lnTo>
                  <a:pt x="503" y="7"/>
                </a:lnTo>
                <a:lnTo>
                  <a:pt x="522" y="5"/>
                </a:lnTo>
                <a:lnTo>
                  <a:pt x="542" y="3"/>
                </a:lnTo>
                <a:lnTo>
                  <a:pt x="561" y="2"/>
                </a:lnTo>
                <a:lnTo>
                  <a:pt x="580" y="1"/>
                </a:lnTo>
                <a:lnTo>
                  <a:pt x="600" y="0"/>
                </a:lnTo>
                <a:lnTo>
                  <a:pt x="619" y="0"/>
                </a:lnTo>
                <a:lnTo>
                  <a:pt x="639" y="0"/>
                </a:lnTo>
                <a:lnTo>
                  <a:pt x="658" y="1"/>
                </a:lnTo>
                <a:lnTo>
                  <a:pt x="678" y="2"/>
                </a:lnTo>
                <a:lnTo>
                  <a:pt x="697" y="3"/>
                </a:lnTo>
                <a:lnTo>
                  <a:pt x="716" y="5"/>
                </a:lnTo>
                <a:lnTo>
                  <a:pt x="735" y="7"/>
                </a:lnTo>
                <a:lnTo>
                  <a:pt x="754" y="10"/>
                </a:lnTo>
                <a:lnTo>
                  <a:pt x="773" y="13"/>
                </a:lnTo>
                <a:lnTo>
                  <a:pt x="792" y="17"/>
                </a:lnTo>
                <a:lnTo>
                  <a:pt x="811" y="21"/>
                </a:lnTo>
                <a:lnTo>
                  <a:pt x="829" y="25"/>
                </a:lnTo>
                <a:lnTo>
                  <a:pt x="847" y="30"/>
                </a:lnTo>
                <a:lnTo>
                  <a:pt x="865" y="35"/>
                </a:lnTo>
                <a:lnTo>
                  <a:pt x="883" y="40"/>
                </a:lnTo>
                <a:lnTo>
                  <a:pt x="901" y="46"/>
                </a:lnTo>
                <a:lnTo>
                  <a:pt x="918" y="52"/>
                </a:lnTo>
                <a:lnTo>
                  <a:pt x="936" y="59"/>
                </a:lnTo>
                <a:lnTo>
                  <a:pt x="952" y="66"/>
                </a:lnTo>
                <a:lnTo>
                  <a:pt x="969" y="73"/>
                </a:lnTo>
                <a:lnTo>
                  <a:pt x="984" y="80"/>
                </a:lnTo>
                <a:lnTo>
                  <a:pt x="1000" y="88"/>
                </a:lnTo>
                <a:lnTo>
                  <a:pt x="1015" y="97"/>
                </a:lnTo>
                <a:lnTo>
                  <a:pt x="1030" y="105"/>
                </a:lnTo>
                <a:lnTo>
                  <a:pt x="1044" y="114"/>
                </a:lnTo>
                <a:lnTo>
                  <a:pt x="1058" y="123"/>
                </a:lnTo>
                <a:lnTo>
                  <a:pt x="1072" y="133"/>
                </a:lnTo>
                <a:lnTo>
                  <a:pt x="1085" y="143"/>
                </a:lnTo>
                <a:lnTo>
                  <a:pt x="1098" y="153"/>
                </a:lnTo>
                <a:lnTo>
                  <a:pt x="1110" y="163"/>
                </a:lnTo>
                <a:lnTo>
                  <a:pt x="1122" y="174"/>
                </a:lnTo>
                <a:lnTo>
                  <a:pt x="1133" y="185"/>
                </a:lnTo>
                <a:lnTo>
                  <a:pt x="1143" y="196"/>
                </a:lnTo>
                <a:lnTo>
                  <a:pt x="1154" y="207"/>
                </a:lnTo>
                <a:lnTo>
                  <a:pt x="1163" y="218"/>
                </a:lnTo>
                <a:lnTo>
                  <a:pt x="1172" y="230"/>
                </a:lnTo>
                <a:lnTo>
                  <a:pt x="1181" y="242"/>
                </a:lnTo>
                <a:lnTo>
                  <a:pt x="1189" y="255"/>
                </a:lnTo>
                <a:lnTo>
                  <a:pt x="1196" y="267"/>
                </a:lnTo>
                <a:lnTo>
                  <a:pt x="1203" y="280"/>
                </a:lnTo>
                <a:lnTo>
                  <a:pt x="1210" y="292"/>
                </a:lnTo>
                <a:lnTo>
                  <a:pt x="1215" y="305"/>
                </a:lnTo>
                <a:lnTo>
                  <a:pt x="1220" y="318"/>
                </a:lnTo>
                <a:lnTo>
                  <a:pt x="1225" y="331"/>
                </a:lnTo>
                <a:lnTo>
                  <a:pt x="1229" y="344"/>
                </a:lnTo>
                <a:lnTo>
                  <a:pt x="1232" y="357"/>
                </a:lnTo>
                <a:lnTo>
                  <a:pt x="1235" y="370"/>
                </a:lnTo>
                <a:lnTo>
                  <a:pt x="1237" y="383"/>
                </a:lnTo>
                <a:lnTo>
                  <a:pt x="1239" y="396"/>
                </a:lnTo>
                <a:lnTo>
                  <a:pt x="1240" y="409"/>
                </a:lnTo>
                <a:lnTo>
                  <a:pt x="1240" y="423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0" name=""/>
          <p:cNvSpPr/>
          <p:nvPr/>
        </p:nvSpPr>
        <p:spPr>
          <a:xfrm>
            <a:off x="3900240" y="2792880"/>
            <a:ext cx="451800" cy="307800"/>
          </a:xfrm>
          <a:custGeom>
            <a:avLst/>
            <a:gdLst/>
            <a:ahLst/>
            <a:rect l="0" t="0" r="r" b="b"/>
            <a:pathLst>
              <a:path w="1255" h="855">
                <a:moveTo>
                  <a:pt x="1248" y="428"/>
                </a:moveTo>
                <a:lnTo>
                  <a:pt x="1248" y="414"/>
                </a:lnTo>
                <a:lnTo>
                  <a:pt x="1247" y="401"/>
                </a:lnTo>
                <a:lnTo>
                  <a:pt x="1245" y="388"/>
                </a:lnTo>
                <a:lnTo>
                  <a:pt x="1243" y="375"/>
                </a:lnTo>
                <a:lnTo>
                  <a:pt x="1240" y="362"/>
                </a:lnTo>
                <a:lnTo>
                  <a:pt x="1237" y="349"/>
                </a:lnTo>
                <a:lnTo>
                  <a:pt x="1233" y="335"/>
                </a:lnTo>
                <a:lnTo>
                  <a:pt x="1228" y="322"/>
                </a:lnTo>
                <a:lnTo>
                  <a:pt x="1223" y="309"/>
                </a:lnTo>
                <a:lnTo>
                  <a:pt x="1218" y="296"/>
                </a:lnTo>
                <a:lnTo>
                  <a:pt x="1211" y="284"/>
                </a:lnTo>
                <a:lnTo>
                  <a:pt x="1204" y="271"/>
                </a:lnTo>
                <a:lnTo>
                  <a:pt x="1197" y="259"/>
                </a:lnTo>
                <a:lnTo>
                  <a:pt x="1189" y="247"/>
                </a:lnTo>
                <a:lnTo>
                  <a:pt x="1180" y="235"/>
                </a:lnTo>
                <a:lnTo>
                  <a:pt x="1171" y="223"/>
                </a:lnTo>
                <a:lnTo>
                  <a:pt x="1162" y="212"/>
                </a:lnTo>
                <a:lnTo>
                  <a:pt x="1151" y="201"/>
                </a:lnTo>
                <a:lnTo>
                  <a:pt x="1141" y="190"/>
                </a:lnTo>
                <a:lnTo>
                  <a:pt x="1130" y="179"/>
                </a:lnTo>
                <a:lnTo>
                  <a:pt x="1118" y="168"/>
                </a:lnTo>
                <a:lnTo>
                  <a:pt x="1106" y="158"/>
                </a:lnTo>
                <a:lnTo>
                  <a:pt x="1093" y="148"/>
                </a:lnTo>
                <a:lnTo>
                  <a:pt x="1080" y="138"/>
                </a:lnTo>
                <a:lnTo>
                  <a:pt x="1065" y="128"/>
                </a:lnTo>
                <a:lnTo>
                  <a:pt x="1051" y="119"/>
                </a:lnTo>
                <a:lnTo>
                  <a:pt x="1037" y="110"/>
                </a:lnTo>
                <a:lnTo>
                  <a:pt x="1022" y="102"/>
                </a:lnTo>
                <a:lnTo>
                  <a:pt x="1007" y="93"/>
                </a:lnTo>
                <a:lnTo>
                  <a:pt x="991" y="85"/>
                </a:lnTo>
                <a:lnTo>
                  <a:pt x="976" y="78"/>
                </a:lnTo>
                <a:lnTo>
                  <a:pt x="959" y="71"/>
                </a:lnTo>
                <a:lnTo>
                  <a:pt x="943" y="64"/>
                </a:lnTo>
                <a:lnTo>
                  <a:pt x="926" y="57"/>
                </a:lnTo>
                <a:lnTo>
                  <a:pt x="909" y="51"/>
                </a:lnTo>
                <a:lnTo>
                  <a:pt x="891" y="45"/>
                </a:lnTo>
                <a:lnTo>
                  <a:pt x="873" y="40"/>
                </a:lnTo>
                <a:lnTo>
                  <a:pt x="855" y="35"/>
                </a:lnTo>
                <a:lnTo>
                  <a:pt x="837" y="30"/>
                </a:lnTo>
                <a:lnTo>
                  <a:pt x="819" y="26"/>
                </a:lnTo>
                <a:lnTo>
                  <a:pt x="800" y="22"/>
                </a:lnTo>
                <a:lnTo>
                  <a:pt x="781" y="18"/>
                </a:lnTo>
                <a:lnTo>
                  <a:pt x="762" y="15"/>
                </a:lnTo>
                <a:lnTo>
                  <a:pt x="743" y="12"/>
                </a:lnTo>
                <a:lnTo>
                  <a:pt x="724" y="10"/>
                </a:lnTo>
                <a:lnTo>
                  <a:pt x="705" y="8"/>
                </a:lnTo>
                <a:lnTo>
                  <a:pt x="686" y="7"/>
                </a:lnTo>
                <a:lnTo>
                  <a:pt x="666" y="6"/>
                </a:lnTo>
                <a:lnTo>
                  <a:pt x="647" y="5"/>
                </a:lnTo>
                <a:lnTo>
                  <a:pt x="627" y="5"/>
                </a:lnTo>
                <a:lnTo>
                  <a:pt x="608" y="5"/>
                </a:lnTo>
                <a:lnTo>
                  <a:pt x="588" y="6"/>
                </a:lnTo>
                <a:lnTo>
                  <a:pt x="569" y="7"/>
                </a:lnTo>
                <a:lnTo>
                  <a:pt x="550" y="8"/>
                </a:lnTo>
                <a:lnTo>
                  <a:pt x="530" y="10"/>
                </a:lnTo>
                <a:lnTo>
                  <a:pt x="511" y="12"/>
                </a:lnTo>
                <a:lnTo>
                  <a:pt x="492" y="15"/>
                </a:lnTo>
                <a:lnTo>
                  <a:pt x="473" y="18"/>
                </a:lnTo>
                <a:lnTo>
                  <a:pt x="454" y="22"/>
                </a:lnTo>
                <a:lnTo>
                  <a:pt x="436" y="26"/>
                </a:lnTo>
                <a:lnTo>
                  <a:pt x="417" y="30"/>
                </a:lnTo>
                <a:lnTo>
                  <a:pt x="399" y="35"/>
                </a:lnTo>
                <a:lnTo>
                  <a:pt x="381" y="40"/>
                </a:lnTo>
                <a:lnTo>
                  <a:pt x="363" y="45"/>
                </a:lnTo>
                <a:lnTo>
                  <a:pt x="346" y="51"/>
                </a:lnTo>
                <a:lnTo>
                  <a:pt x="329" y="57"/>
                </a:lnTo>
                <a:lnTo>
                  <a:pt x="312" y="64"/>
                </a:lnTo>
                <a:lnTo>
                  <a:pt x="295" y="71"/>
                </a:lnTo>
                <a:lnTo>
                  <a:pt x="279" y="78"/>
                </a:lnTo>
                <a:lnTo>
                  <a:pt x="263" y="85"/>
                </a:lnTo>
                <a:lnTo>
                  <a:pt x="247" y="93"/>
                </a:lnTo>
                <a:lnTo>
                  <a:pt x="232" y="102"/>
                </a:lnTo>
                <a:lnTo>
                  <a:pt x="217" y="110"/>
                </a:lnTo>
                <a:lnTo>
                  <a:pt x="203" y="119"/>
                </a:lnTo>
                <a:lnTo>
                  <a:pt x="189" y="128"/>
                </a:lnTo>
                <a:lnTo>
                  <a:pt x="176" y="138"/>
                </a:lnTo>
                <a:lnTo>
                  <a:pt x="162" y="148"/>
                </a:lnTo>
                <a:lnTo>
                  <a:pt x="150" y="158"/>
                </a:lnTo>
                <a:lnTo>
                  <a:pt x="138" y="168"/>
                </a:lnTo>
                <a:lnTo>
                  <a:pt x="126" y="179"/>
                </a:lnTo>
                <a:lnTo>
                  <a:pt x="115" y="190"/>
                </a:lnTo>
                <a:lnTo>
                  <a:pt x="104" y="201"/>
                </a:lnTo>
                <a:lnTo>
                  <a:pt x="94" y="212"/>
                </a:lnTo>
                <a:lnTo>
                  <a:pt x="84" y="223"/>
                </a:lnTo>
                <a:lnTo>
                  <a:pt x="75" y="235"/>
                </a:lnTo>
                <a:lnTo>
                  <a:pt x="67" y="247"/>
                </a:lnTo>
                <a:lnTo>
                  <a:pt x="59" y="259"/>
                </a:lnTo>
                <a:lnTo>
                  <a:pt x="51" y="271"/>
                </a:lnTo>
                <a:lnTo>
                  <a:pt x="44" y="284"/>
                </a:lnTo>
                <a:lnTo>
                  <a:pt x="38" y="296"/>
                </a:lnTo>
                <a:lnTo>
                  <a:pt x="32" y="309"/>
                </a:lnTo>
                <a:lnTo>
                  <a:pt x="27" y="322"/>
                </a:lnTo>
                <a:lnTo>
                  <a:pt x="22" y="335"/>
                </a:lnTo>
                <a:lnTo>
                  <a:pt x="19" y="349"/>
                </a:lnTo>
                <a:lnTo>
                  <a:pt x="15" y="362"/>
                </a:lnTo>
                <a:lnTo>
                  <a:pt x="12" y="375"/>
                </a:lnTo>
                <a:lnTo>
                  <a:pt x="10" y="388"/>
                </a:lnTo>
                <a:lnTo>
                  <a:pt x="9" y="401"/>
                </a:lnTo>
                <a:lnTo>
                  <a:pt x="8" y="414"/>
                </a:lnTo>
                <a:lnTo>
                  <a:pt x="8" y="428"/>
                </a:lnTo>
                <a:lnTo>
                  <a:pt x="8" y="441"/>
                </a:lnTo>
                <a:lnTo>
                  <a:pt x="9" y="454"/>
                </a:lnTo>
                <a:lnTo>
                  <a:pt x="10" y="467"/>
                </a:lnTo>
                <a:lnTo>
                  <a:pt x="12" y="481"/>
                </a:lnTo>
                <a:lnTo>
                  <a:pt x="15" y="494"/>
                </a:lnTo>
                <a:lnTo>
                  <a:pt x="19" y="507"/>
                </a:lnTo>
                <a:lnTo>
                  <a:pt x="22" y="520"/>
                </a:lnTo>
                <a:lnTo>
                  <a:pt x="27" y="533"/>
                </a:lnTo>
                <a:lnTo>
                  <a:pt x="32" y="545"/>
                </a:lnTo>
                <a:lnTo>
                  <a:pt x="38" y="558"/>
                </a:lnTo>
                <a:lnTo>
                  <a:pt x="44" y="571"/>
                </a:lnTo>
                <a:lnTo>
                  <a:pt x="51" y="583"/>
                </a:lnTo>
                <a:lnTo>
                  <a:pt x="59" y="595"/>
                </a:lnTo>
                <a:lnTo>
                  <a:pt x="67" y="607"/>
                </a:lnTo>
                <a:lnTo>
                  <a:pt x="75" y="619"/>
                </a:lnTo>
                <a:lnTo>
                  <a:pt x="84" y="631"/>
                </a:lnTo>
                <a:lnTo>
                  <a:pt x="94" y="642"/>
                </a:lnTo>
                <a:lnTo>
                  <a:pt x="104" y="654"/>
                </a:lnTo>
                <a:lnTo>
                  <a:pt x="115" y="665"/>
                </a:lnTo>
                <a:lnTo>
                  <a:pt x="126" y="676"/>
                </a:lnTo>
                <a:lnTo>
                  <a:pt x="138" y="686"/>
                </a:lnTo>
                <a:lnTo>
                  <a:pt x="150" y="696"/>
                </a:lnTo>
                <a:lnTo>
                  <a:pt x="162" y="707"/>
                </a:lnTo>
                <a:lnTo>
                  <a:pt x="176" y="716"/>
                </a:lnTo>
                <a:lnTo>
                  <a:pt x="189" y="726"/>
                </a:lnTo>
                <a:lnTo>
                  <a:pt x="203" y="735"/>
                </a:lnTo>
                <a:lnTo>
                  <a:pt x="217" y="744"/>
                </a:lnTo>
                <a:lnTo>
                  <a:pt x="232" y="753"/>
                </a:lnTo>
                <a:lnTo>
                  <a:pt x="247" y="761"/>
                </a:lnTo>
                <a:lnTo>
                  <a:pt x="263" y="769"/>
                </a:lnTo>
                <a:lnTo>
                  <a:pt x="279" y="776"/>
                </a:lnTo>
                <a:lnTo>
                  <a:pt x="295" y="784"/>
                </a:lnTo>
                <a:lnTo>
                  <a:pt x="312" y="791"/>
                </a:lnTo>
                <a:lnTo>
                  <a:pt x="329" y="797"/>
                </a:lnTo>
                <a:lnTo>
                  <a:pt x="346" y="803"/>
                </a:lnTo>
                <a:lnTo>
                  <a:pt x="363" y="809"/>
                </a:lnTo>
                <a:lnTo>
                  <a:pt x="381" y="815"/>
                </a:lnTo>
                <a:lnTo>
                  <a:pt x="399" y="820"/>
                </a:lnTo>
                <a:lnTo>
                  <a:pt x="417" y="824"/>
                </a:lnTo>
                <a:lnTo>
                  <a:pt x="436" y="829"/>
                </a:lnTo>
                <a:lnTo>
                  <a:pt x="454" y="833"/>
                </a:lnTo>
                <a:lnTo>
                  <a:pt x="473" y="836"/>
                </a:lnTo>
                <a:lnTo>
                  <a:pt x="492" y="839"/>
                </a:lnTo>
                <a:lnTo>
                  <a:pt x="511" y="842"/>
                </a:lnTo>
                <a:lnTo>
                  <a:pt x="530" y="844"/>
                </a:lnTo>
                <a:lnTo>
                  <a:pt x="550" y="846"/>
                </a:lnTo>
                <a:lnTo>
                  <a:pt x="569" y="847"/>
                </a:lnTo>
                <a:lnTo>
                  <a:pt x="588" y="849"/>
                </a:lnTo>
                <a:lnTo>
                  <a:pt x="608" y="849"/>
                </a:lnTo>
                <a:lnTo>
                  <a:pt x="627" y="849"/>
                </a:lnTo>
                <a:lnTo>
                  <a:pt x="647" y="849"/>
                </a:lnTo>
                <a:lnTo>
                  <a:pt x="666" y="849"/>
                </a:lnTo>
                <a:lnTo>
                  <a:pt x="686" y="847"/>
                </a:lnTo>
                <a:lnTo>
                  <a:pt x="705" y="846"/>
                </a:lnTo>
                <a:lnTo>
                  <a:pt x="724" y="844"/>
                </a:lnTo>
                <a:lnTo>
                  <a:pt x="743" y="842"/>
                </a:lnTo>
                <a:lnTo>
                  <a:pt x="762" y="839"/>
                </a:lnTo>
                <a:lnTo>
                  <a:pt x="781" y="836"/>
                </a:lnTo>
                <a:lnTo>
                  <a:pt x="800" y="833"/>
                </a:lnTo>
                <a:lnTo>
                  <a:pt x="819" y="829"/>
                </a:lnTo>
                <a:lnTo>
                  <a:pt x="837" y="824"/>
                </a:lnTo>
                <a:lnTo>
                  <a:pt x="855" y="820"/>
                </a:lnTo>
                <a:lnTo>
                  <a:pt x="873" y="815"/>
                </a:lnTo>
                <a:lnTo>
                  <a:pt x="891" y="809"/>
                </a:lnTo>
                <a:lnTo>
                  <a:pt x="909" y="803"/>
                </a:lnTo>
                <a:lnTo>
                  <a:pt x="926" y="797"/>
                </a:lnTo>
                <a:lnTo>
                  <a:pt x="943" y="791"/>
                </a:lnTo>
                <a:lnTo>
                  <a:pt x="959" y="784"/>
                </a:lnTo>
                <a:lnTo>
                  <a:pt x="976" y="776"/>
                </a:lnTo>
                <a:lnTo>
                  <a:pt x="991" y="769"/>
                </a:lnTo>
                <a:lnTo>
                  <a:pt x="1007" y="761"/>
                </a:lnTo>
                <a:lnTo>
                  <a:pt x="1022" y="753"/>
                </a:lnTo>
                <a:lnTo>
                  <a:pt x="1037" y="744"/>
                </a:lnTo>
                <a:lnTo>
                  <a:pt x="1051" y="735"/>
                </a:lnTo>
                <a:lnTo>
                  <a:pt x="1065" y="726"/>
                </a:lnTo>
                <a:lnTo>
                  <a:pt x="1080" y="716"/>
                </a:lnTo>
                <a:lnTo>
                  <a:pt x="1093" y="707"/>
                </a:lnTo>
                <a:lnTo>
                  <a:pt x="1106" y="696"/>
                </a:lnTo>
                <a:lnTo>
                  <a:pt x="1118" y="686"/>
                </a:lnTo>
                <a:lnTo>
                  <a:pt x="1130" y="676"/>
                </a:lnTo>
                <a:lnTo>
                  <a:pt x="1141" y="665"/>
                </a:lnTo>
                <a:lnTo>
                  <a:pt x="1151" y="654"/>
                </a:lnTo>
                <a:lnTo>
                  <a:pt x="1162" y="642"/>
                </a:lnTo>
                <a:lnTo>
                  <a:pt x="1171" y="631"/>
                </a:lnTo>
                <a:lnTo>
                  <a:pt x="1180" y="619"/>
                </a:lnTo>
                <a:lnTo>
                  <a:pt x="1189" y="607"/>
                </a:lnTo>
                <a:lnTo>
                  <a:pt x="1197" y="595"/>
                </a:lnTo>
                <a:lnTo>
                  <a:pt x="1204" y="583"/>
                </a:lnTo>
                <a:lnTo>
                  <a:pt x="1211" y="571"/>
                </a:lnTo>
                <a:lnTo>
                  <a:pt x="1218" y="558"/>
                </a:lnTo>
                <a:lnTo>
                  <a:pt x="1223" y="545"/>
                </a:lnTo>
                <a:lnTo>
                  <a:pt x="1228" y="533"/>
                </a:lnTo>
                <a:lnTo>
                  <a:pt x="1233" y="520"/>
                </a:lnTo>
                <a:lnTo>
                  <a:pt x="1237" y="507"/>
                </a:lnTo>
                <a:lnTo>
                  <a:pt x="1240" y="494"/>
                </a:lnTo>
                <a:lnTo>
                  <a:pt x="1243" y="481"/>
                </a:lnTo>
                <a:lnTo>
                  <a:pt x="1245" y="467"/>
                </a:lnTo>
                <a:lnTo>
                  <a:pt x="1247" y="454"/>
                </a:lnTo>
                <a:lnTo>
                  <a:pt x="1248" y="441"/>
                </a:lnTo>
                <a:lnTo>
                  <a:pt x="1248" y="428"/>
                </a:lnTo>
                <a:moveTo>
                  <a:pt x="1255" y="428"/>
                </a:moveTo>
                <a:lnTo>
                  <a:pt x="1255" y="441"/>
                </a:lnTo>
                <a:lnTo>
                  <a:pt x="1254" y="454"/>
                </a:lnTo>
                <a:lnTo>
                  <a:pt x="1253" y="468"/>
                </a:lnTo>
                <a:lnTo>
                  <a:pt x="1251" y="481"/>
                </a:lnTo>
                <a:lnTo>
                  <a:pt x="1248" y="494"/>
                </a:lnTo>
                <a:lnTo>
                  <a:pt x="1244" y="508"/>
                </a:lnTo>
                <a:lnTo>
                  <a:pt x="1240" y="521"/>
                </a:lnTo>
                <a:lnTo>
                  <a:pt x="1236" y="534"/>
                </a:lnTo>
                <a:lnTo>
                  <a:pt x="1231" y="547"/>
                </a:lnTo>
                <a:lnTo>
                  <a:pt x="1225" y="560"/>
                </a:lnTo>
                <a:lnTo>
                  <a:pt x="1218" y="572"/>
                </a:lnTo>
                <a:lnTo>
                  <a:pt x="1211" y="585"/>
                </a:lnTo>
                <a:lnTo>
                  <a:pt x="1204" y="597"/>
                </a:lnTo>
                <a:lnTo>
                  <a:pt x="1196" y="609"/>
                </a:lnTo>
                <a:lnTo>
                  <a:pt x="1187" y="621"/>
                </a:lnTo>
                <a:lnTo>
                  <a:pt x="1178" y="633"/>
                </a:lnTo>
                <a:lnTo>
                  <a:pt x="1168" y="645"/>
                </a:lnTo>
                <a:lnTo>
                  <a:pt x="1158" y="656"/>
                </a:lnTo>
                <a:lnTo>
                  <a:pt x="1147" y="668"/>
                </a:lnTo>
                <a:lnTo>
                  <a:pt x="1136" y="679"/>
                </a:lnTo>
                <a:lnTo>
                  <a:pt x="1124" y="689"/>
                </a:lnTo>
                <a:lnTo>
                  <a:pt x="1112" y="700"/>
                </a:lnTo>
                <a:lnTo>
                  <a:pt x="1099" y="710"/>
                </a:lnTo>
                <a:lnTo>
                  <a:pt x="1085" y="720"/>
                </a:lnTo>
                <a:lnTo>
                  <a:pt x="1071" y="729"/>
                </a:lnTo>
                <a:lnTo>
                  <a:pt x="1057" y="739"/>
                </a:lnTo>
                <a:lnTo>
                  <a:pt x="1042" y="748"/>
                </a:lnTo>
                <a:lnTo>
                  <a:pt x="1027" y="757"/>
                </a:lnTo>
                <a:lnTo>
                  <a:pt x="1012" y="765"/>
                </a:lnTo>
                <a:lnTo>
                  <a:pt x="996" y="773"/>
                </a:lnTo>
                <a:lnTo>
                  <a:pt x="980" y="781"/>
                </a:lnTo>
                <a:lnTo>
                  <a:pt x="963" y="788"/>
                </a:lnTo>
                <a:lnTo>
                  <a:pt x="947" y="795"/>
                </a:lnTo>
                <a:lnTo>
                  <a:pt x="929" y="802"/>
                </a:lnTo>
                <a:lnTo>
                  <a:pt x="912" y="808"/>
                </a:lnTo>
                <a:lnTo>
                  <a:pt x="894" y="814"/>
                </a:lnTo>
                <a:lnTo>
                  <a:pt x="876" y="819"/>
                </a:lnTo>
                <a:lnTo>
                  <a:pt x="858" y="825"/>
                </a:lnTo>
                <a:lnTo>
                  <a:pt x="840" y="829"/>
                </a:lnTo>
                <a:lnTo>
                  <a:pt x="821" y="834"/>
                </a:lnTo>
                <a:lnTo>
                  <a:pt x="802" y="838"/>
                </a:lnTo>
                <a:lnTo>
                  <a:pt x="783" y="841"/>
                </a:lnTo>
                <a:lnTo>
                  <a:pt x="764" y="844"/>
                </a:lnTo>
                <a:lnTo>
                  <a:pt x="745" y="847"/>
                </a:lnTo>
                <a:lnTo>
                  <a:pt x="725" y="849"/>
                </a:lnTo>
                <a:lnTo>
                  <a:pt x="706" y="851"/>
                </a:lnTo>
                <a:lnTo>
                  <a:pt x="686" y="853"/>
                </a:lnTo>
                <a:lnTo>
                  <a:pt x="667" y="854"/>
                </a:lnTo>
                <a:lnTo>
                  <a:pt x="647" y="854"/>
                </a:lnTo>
                <a:lnTo>
                  <a:pt x="627" y="855"/>
                </a:lnTo>
                <a:lnTo>
                  <a:pt x="608" y="854"/>
                </a:lnTo>
                <a:lnTo>
                  <a:pt x="588" y="854"/>
                </a:lnTo>
                <a:lnTo>
                  <a:pt x="568" y="853"/>
                </a:lnTo>
                <a:lnTo>
                  <a:pt x="549" y="851"/>
                </a:lnTo>
                <a:lnTo>
                  <a:pt x="529" y="849"/>
                </a:lnTo>
                <a:lnTo>
                  <a:pt x="510" y="847"/>
                </a:lnTo>
                <a:lnTo>
                  <a:pt x="490" y="844"/>
                </a:lnTo>
                <a:lnTo>
                  <a:pt x="471" y="841"/>
                </a:lnTo>
                <a:lnTo>
                  <a:pt x="452" y="838"/>
                </a:lnTo>
                <a:lnTo>
                  <a:pt x="433" y="834"/>
                </a:lnTo>
                <a:lnTo>
                  <a:pt x="415" y="829"/>
                </a:lnTo>
                <a:lnTo>
                  <a:pt x="396" y="825"/>
                </a:lnTo>
                <a:lnTo>
                  <a:pt x="378" y="819"/>
                </a:lnTo>
                <a:lnTo>
                  <a:pt x="360" y="814"/>
                </a:lnTo>
                <a:lnTo>
                  <a:pt x="342" y="808"/>
                </a:lnTo>
                <a:lnTo>
                  <a:pt x="325" y="802"/>
                </a:lnTo>
                <a:lnTo>
                  <a:pt x="308" y="795"/>
                </a:lnTo>
                <a:lnTo>
                  <a:pt x="291" y="788"/>
                </a:lnTo>
                <a:lnTo>
                  <a:pt x="275" y="781"/>
                </a:lnTo>
                <a:lnTo>
                  <a:pt x="259" y="773"/>
                </a:lnTo>
                <a:lnTo>
                  <a:pt x="243" y="765"/>
                </a:lnTo>
                <a:lnTo>
                  <a:pt x="227" y="757"/>
                </a:lnTo>
                <a:lnTo>
                  <a:pt x="212" y="748"/>
                </a:lnTo>
                <a:lnTo>
                  <a:pt x="198" y="739"/>
                </a:lnTo>
                <a:lnTo>
                  <a:pt x="184" y="729"/>
                </a:lnTo>
                <a:lnTo>
                  <a:pt x="170" y="720"/>
                </a:lnTo>
                <a:lnTo>
                  <a:pt x="157" y="710"/>
                </a:lnTo>
                <a:lnTo>
                  <a:pt x="144" y="700"/>
                </a:lnTo>
                <a:lnTo>
                  <a:pt x="132" y="689"/>
                </a:lnTo>
                <a:lnTo>
                  <a:pt x="120" y="679"/>
                </a:lnTo>
                <a:lnTo>
                  <a:pt x="108" y="668"/>
                </a:lnTo>
                <a:lnTo>
                  <a:pt x="98" y="656"/>
                </a:lnTo>
                <a:lnTo>
                  <a:pt x="87" y="645"/>
                </a:lnTo>
                <a:lnTo>
                  <a:pt x="78" y="633"/>
                </a:lnTo>
                <a:lnTo>
                  <a:pt x="68" y="621"/>
                </a:lnTo>
                <a:lnTo>
                  <a:pt x="60" y="609"/>
                </a:lnTo>
                <a:lnTo>
                  <a:pt x="52" y="597"/>
                </a:lnTo>
                <a:lnTo>
                  <a:pt x="44" y="585"/>
                </a:lnTo>
                <a:lnTo>
                  <a:pt x="37" y="572"/>
                </a:lnTo>
                <a:lnTo>
                  <a:pt x="31" y="560"/>
                </a:lnTo>
                <a:lnTo>
                  <a:pt x="25" y="547"/>
                </a:lnTo>
                <a:lnTo>
                  <a:pt x="20" y="534"/>
                </a:lnTo>
                <a:lnTo>
                  <a:pt x="15" y="521"/>
                </a:lnTo>
                <a:lnTo>
                  <a:pt x="11" y="508"/>
                </a:lnTo>
                <a:lnTo>
                  <a:pt x="8" y="494"/>
                </a:lnTo>
                <a:lnTo>
                  <a:pt x="5" y="481"/>
                </a:lnTo>
                <a:lnTo>
                  <a:pt x="3" y="468"/>
                </a:lnTo>
                <a:lnTo>
                  <a:pt x="1" y="454"/>
                </a:lnTo>
                <a:lnTo>
                  <a:pt x="0" y="441"/>
                </a:lnTo>
                <a:lnTo>
                  <a:pt x="0" y="428"/>
                </a:lnTo>
                <a:lnTo>
                  <a:pt x="0" y="414"/>
                </a:lnTo>
                <a:lnTo>
                  <a:pt x="1" y="401"/>
                </a:lnTo>
                <a:lnTo>
                  <a:pt x="3" y="387"/>
                </a:lnTo>
                <a:lnTo>
                  <a:pt x="5" y="374"/>
                </a:lnTo>
                <a:lnTo>
                  <a:pt x="8" y="361"/>
                </a:lnTo>
                <a:lnTo>
                  <a:pt x="11" y="348"/>
                </a:lnTo>
                <a:lnTo>
                  <a:pt x="15" y="334"/>
                </a:lnTo>
                <a:lnTo>
                  <a:pt x="20" y="320"/>
                </a:lnTo>
                <a:lnTo>
                  <a:pt x="25" y="308"/>
                </a:lnTo>
                <a:lnTo>
                  <a:pt x="31" y="295"/>
                </a:lnTo>
                <a:lnTo>
                  <a:pt x="37" y="282"/>
                </a:lnTo>
                <a:lnTo>
                  <a:pt x="44" y="270"/>
                </a:lnTo>
                <a:lnTo>
                  <a:pt x="52" y="257"/>
                </a:lnTo>
                <a:lnTo>
                  <a:pt x="60" y="245"/>
                </a:lnTo>
                <a:lnTo>
                  <a:pt x="68" y="233"/>
                </a:lnTo>
                <a:lnTo>
                  <a:pt x="78" y="221"/>
                </a:lnTo>
                <a:lnTo>
                  <a:pt x="87" y="209"/>
                </a:lnTo>
                <a:lnTo>
                  <a:pt x="98" y="198"/>
                </a:lnTo>
                <a:lnTo>
                  <a:pt x="108" y="187"/>
                </a:lnTo>
                <a:lnTo>
                  <a:pt x="120" y="176"/>
                </a:lnTo>
                <a:lnTo>
                  <a:pt x="132" y="165"/>
                </a:lnTo>
                <a:lnTo>
                  <a:pt x="144" y="155"/>
                </a:lnTo>
                <a:lnTo>
                  <a:pt x="157" y="144"/>
                </a:lnTo>
                <a:lnTo>
                  <a:pt x="170" y="134"/>
                </a:lnTo>
                <a:lnTo>
                  <a:pt x="184" y="125"/>
                </a:lnTo>
                <a:lnTo>
                  <a:pt x="198" y="115"/>
                </a:lnTo>
                <a:lnTo>
                  <a:pt x="212" y="106"/>
                </a:lnTo>
                <a:lnTo>
                  <a:pt x="227" y="98"/>
                </a:lnTo>
                <a:lnTo>
                  <a:pt x="243" y="89"/>
                </a:lnTo>
                <a:lnTo>
                  <a:pt x="259" y="81"/>
                </a:lnTo>
                <a:lnTo>
                  <a:pt x="275" y="74"/>
                </a:lnTo>
                <a:lnTo>
                  <a:pt x="291" y="66"/>
                </a:lnTo>
                <a:lnTo>
                  <a:pt x="308" y="59"/>
                </a:lnTo>
                <a:lnTo>
                  <a:pt x="325" y="53"/>
                </a:lnTo>
                <a:lnTo>
                  <a:pt x="342" y="46"/>
                </a:lnTo>
                <a:lnTo>
                  <a:pt x="360" y="40"/>
                </a:lnTo>
                <a:lnTo>
                  <a:pt x="378" y="35"/>
                </a:lnTo>
                <a:lnTo>
                  <a:pt x="396" y="30"/>
                </a:lnTo>
                <a:lnTo>
                  <a:pt x="415" y="25"/>
                </a:lnTo>
                <a:lnTo>
                  <a:pt x="433" y="21"/>
                </a:lnTo>
                <a:lnTo>
                  <a:pt x="452" y="17"/>
                </a:lnTo>
                <a:lnTo>
                  <a:pt x="471" y="13"/>
                </a:lnTo>
                <a:lnTo>
                  <a:pt x="490" y="10"/>
                </a:lnTo>
                <a:lnTo>
                  <a:pt x="510" y="7"/>
                </a:lnTo>
                <a:lnTo>
                  <a:pt x="529" y="5"/>
                </a:lnTo>
                <a:lnTo>
                  <a:pt x="549" y="3"/>
                </a:lnTo>
                <a:lnTo>
                  <a:pt x="568" y="2"/>
                </a:lnTo>
                <a:lnTo>
                  <a:pt x="588" y="1"/>
                </a:lnTo>
                <a:lnTo>
                  <a:pt x="608" y="0"/>
                </a:lnTo>
                <a:lnTo>
                  <a:pt x="627" y="0"/>
                </a:lnTo>
                <a:lnTo>
                  <a:pt x="647" y="0"/>
                </a:lnTo>
                <a:lnTo>
                  <a:pt x="667" y="1"/>
                </a:lnTo>
                <a:lnTo>
                  <a:pt x="686" y="2"/>
                </a:lnTo>
                <a:lnTo>
                  <a:pt x="706" y="3"/>
                </a:lnTo>
                <a:lnTo>
                  <a:pt x="725" y="5"/>
                </a:lnTo>
                <a:lnTo>
                  <a:pt x="745" y="7"/>
                </a:lnTo>
                <a:lnTo>
                  <a:pt x="764" y="10"/>
                </a:lnTo>
                <a:lnTo>
                  <a:pt x="783" y="13"/>
                </a:lnTo>
                <a:lnTo>
                  <a:pt x="802" y="17"/>
                </a:lnTo>
                <a:lnTo>
                  <a:pt x="821" y="21"/>
                </a:lnTo>
                <a:lnTo>
                  <a:pt x="840" y="25"/>
                </a:lnTo>
                <a:lnTo>
                  <a:pt x="858" y="30"/>
                </a:lnTo>
                <a:lnTo>
                  <a:pt x="876" y="35"/>
                </a:lnTo>
                <a:lnTo>
                  <a:pt x="894" y="40"/>
                </a:lnTo>
                <a:lnTo>
                  <a:pt x="912" y="46"/>
                </a:lnTo>
                <a:lnTo>
                  <a:pt x="929" y="53"/>
                </a:lnTo>
                <a:lnTo>
                  <a:pt x="947" y="59"/>
                </a:lnTo>
                <a:lnTo>
                  <a:pt x="963" y="66"/>
                </a:lnTo>
                <a:lnTo>
                  <a:pt x="980" y="74"/>
                </a:lnTo>
                <a:lnTo>
                  <a:pt x="996" y="81"/>
                </a:lnTo>
                <a:lnTo>
                  <a:pt x="1012" y="89"/>
                </a:lnTo>
                <a:lnTo>
                  <a:pt x="1027" y="98"/>
                </a:lnTo>
                <a:lnTo>
                  <a:pt x="1042" y="106"/>
                </a:lnTo>
                <a:lnTo>
                  <a:pt x="1057" y="115"/>
                </a:lnTo>
                <a:lnTo>
                  <a:pt x="1071" y="125"/>
                </a:lnTo>
                <a:lnTo>
                  <a:pt x="1085" y="134"/>
                </a:lnTo>
                <a:lnTo>
                  <a:pt x="1099" y="144"/>
                </a:lnTo>
                <a:lnTo>
                  <a:pt x="1112" y="155"/>
                </a:lnTo>
                <a:lnTo>
                  <a:pt x="1124" y="165"/>
                </a:lnTo>
                <a:lnTo>
                  <a:pt x="1136" y="176"/>
                </a:lnTo>
                <a:lnTo>
                  <a:pt x="1147" y="187"/>
                </a:lnTo>
                <a:lnTo>
                  <a:pt x="1158" y="198"/>
                </a:lnTo>
                <a:lnTo>
                  <a:pt x="1168" y="209"/>
                </a:lnTo>
                <a:lnTo>
                  <a:pt x="1178" y="221"/>
                </a:lnTo>
                <a:lnTo>
                  <a:pt x="1187" y="233"/>
                </a:lnTo>
                <a:lnTo>
                  <a:pt x="1196" y="245"/>
                </a:lnTo>
                <a:lnTo>
                  <a:pt x="1204" y="257"/>
                </a:lnTo>
                <a:lnTo>
                  <a:pt x="1211" y="270"/>
                </a:lnTo>
                <a:lnTo>
                  <a:pt x="1218" y="282"/>
                </a:lnTo>
                <a:lnTo>
                  <a:pt x="1225" y="295"/>
                </a:lnTo>
                <a:lnTo>
                  <a:pt x="1231" y="308"/>
                </a:lnTo>
                <a:lnTo>
                  <a:pt x="1236" y="320"/>
                </a:lnTo>
                <a:lnTo>
                  <a:pt x="1240" y="334"/>
                </a:lnTo>
                <a:lnTo>
                  <a:pt x="1244" y="348"/>
                </a:lnTo>
                <a:lnTo>
                  <a:pt x="1248" y="361"/>
                </a:lnTo>
                <a:lnTo>
                  <a:pt x="1251" y="374"/>
                </a:lnTo>
                <a:lnTo>
                  <a:pt x="1253" y="387"/>
                </a:lnTo>
                <a:lnTo>
                  <a:pt x="1254" y="401"/>
                </a:lnTo>
                <a:lnTo>
                  <a:pt x="1255" y="414"/>
                </a:lnTo>
                <a:lnTo>
                  <a:pt x="1255" y="428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1" name=""/>
          <p:cNvSpPr/>
          <p:nvPr/>
        </p:nvSpPr>
        <p:spPr>
          <a:xfrm>
            <a:off x="3893400" y="2788200"/>
            <a:ext cx="465480" cy="316800"/>
          </a:xfrm>
          <a:custGeom>
            <a:avLst/>
            <a:gdLst/>
            <a:ahLst/>
            <a:rect l="0" t="0" r="r" b="b"/>
            <a:pathLst>
              <a:path w="1293" h="880">
                <a:moveTo>
                  <a:pt x="1274" y="440"/>
                </a:moveTo>
                <a:lnTo>
                  <a:pt x="1274" y="426"/>
                </a:lnTo>
                <a:lnTo>
                  <a:pt x="1273" y="413"/>
                </a:lnTo>
                <a:lnTo>
                  <a:pt x="1272" y="399"/>
                </a:lnTo>
                <a:lnTo>
                  <a:pt x="1270" y="386"/>
                </a:lnTo>
                <a:lnTo>
                  <a:pt x="1267" y="373"/>
                </a:lnTo>
                <a:lnTo>
                  <a:pt x="1263" y="360"/>
                </a:lnTo>
                <a:lnTo>
                  <a:pt x="1259" y="347"/>
                </a:lnTo>
                <a:lnTo>
                  <a:pt x="1255" y="333"/>
                </a:lnTo>
                <a:lnTo>
                  <a:pt x="1250" y="321"/>
                </a:lnTo>
                <a:lnTo>
                  <a:pt x="1244" y="308"/>
                </a:lnTo>
                <a:lnTo>
                  <a:pt x="1237" y="295"/>
                </a:lnTo>
                <a:lnTo>
                  <a:pt x="1230" y="283"/>
                </a:lnTo>
                <a:lnTo>
                  <a:pt x="1223" y="270"/>
                </a:lnTo>
                <a:lnTo>
                  <a:pt x="1215" y="258"/>
                </a:lnTo>
                <a:lnTo>
                  <a:pt x="1206" y="246"/>
                </a:lnTo>
                <a:lnTo>
                  <a:pt x="1197" y="234"/>
                </a:lnTo>
                <a:lnTo>
                  <a:pt x="1187" y="222"/>
                </a:lnTo>
                <a:lnTo>
                  <a:pt x="1177" y="211"/>
                </a:lnTo>
                <a:lnTo>
                  <a:pt x="1166" y="200"/>
                </a:lnTo>
                <a:lnTo>
                  <a:pt x="1155" y="189"/>
                </a:lnTo>
                <a:lnTo>
                  <a:pt x="1143" y="178"/>
                </a:lnTo>
                <a:lnTo>
                  <a:pt x="1131" y="168"/>
                </a:lnTo>
                <a:lnTo>
                  <a:pt x="1118" y="157"/>
                </a:lnTo>
                <a:lnTo>
                  <a:pt x="1104" y="147"/>
                </a:lnTo>
                <a:lnTo>
                  <a:pt x="1091" y="138"/>
                </a:lnTo>
                <a:lnTo>
                  <a:pt x="1077" y="128"/>
                </a:lnTo>
                <a:lnTo>
                  <a:pt x="1062" y="119"/>
                </a:lnTo>
                <a:lnTo>
                  <a:pt x="1047" y="111"/>
                </a:lnTo>
                <a:lnTo>
                  <a:pt x="1032" y="102"/>
                </a:lnTo>
                <a:lnTo>
                  <a:pt x="1016" y="94"/>
                </a:lnTo>
                <a:lnTo>
                  <a:pt x="1000" y="87"/>
                </a:lnTo>
                <a:lnTo>
                  <a:pt x="983" y="79"/>
                </a:lnTo>
                <a:lnTo>
                  <a:pt x="967" y="72"/>
                </a:lnTo>
                <a:lnTo>
                  <a:pt x="949" y="66"/>
                </a:lnTo>
                <a:lnTo>
                  <a:pt x="932" y="59"/>
                </a:lnTo>
                <a:lnTo>
                  <a:pt x="914" y="53"/>
                </a:lnTo>
                <a:lnTo>
                  <a:pt x="896" y="48"/>
                </a:lnTo>
                <a:lnTo>
                  <a:pt x="878" y="43"/>
                </a:lnTo>
                <a:lnTo>
                  <a:pt x="860" y="38"/>
                </a:lnTo>
                <a:lnTo>
                  <a:pt x="841" y="34"/>
                </a:lnTo>
                <a:lnTo>
                  <a:pt x="822" y="30"/>
                </a:lnTo>
                <a:lnTo>
                  <a:pt x="803" y="26"/>
                </a:lnTo>
                <a:lnTo>
                  <a:pt x="784" y="23"/>
                </a:lnTo>
                <a:lnTo>
                  <a:pt x="765" y="20"/>
                </a:lnTo>
                <a:lnTo>
                  <a:pt x="745" y="18"/>
                </a:lnTo>
                <a:lnTo>
                  <a:pt x="726" y="16"/>
                </a:lnTo>
                <a:lnTo>
                  <a:pt x="706" y="15"/>
                </a:lnTo>
                <a:lnTo>
                  <a:pt x="687" y="14"/>
                </a:lnTo>
                <a:lnTo>
                  <a:pt x="667" y="13"/>
                </a:lnTo>
                <a:lnTo>
                  <a:pt x="647" y="13"/>
                </a:lnTo>
                <a:lnTo>
                  <a:pt x="628" y="13"/>
                </a:lnTo>
                <a:lnTo>
                  <a:pt x="608" y="14"/>
                </a:lnTo>
                <a:lnTo>
                  <a:pt x="588" y="15"/>
                </a:lnTo>
                <a:lnTo>
                  <a:pt x="569" y="16"/>
                </a:lnTo>
                <a:lnTo>
                  <a:pt x="549" y="18"/>
                </a:lnTo>
                <a:lnTo>
                  <a:pt x="530" y="20"/>
                </a:lnTo>
                <a:lnTo>
                  <a:pt x="510" y="23"/>
                </a:lnTo>
                <a:lnTo>
                  <a:pt x="491" y="26"/>
                </a:lnTo>
                <a:lnTo>
                  <a:pt x="472" y="30"/>
                </a:lnTo>
                <a:lnTo>
                  <a:pt x="453" y="34"/>
                </a:lnTo>
                <a:lnTo>
                  <a:pt x="435" y="38"/>
                </a:lnTo>
                <a:lnTo>
                  <a:pt x="416" y="43"/>
                </a:lnTo>
                <a:lnTo>
                  <a:pt x="398" y="48"/>
                </a:lnTo>
                <a:lnTo>
                  <a:pt x="380" y="53"/>
                </a:lnTo>
                <a:lnTo>
                  <a:pt x="362" y="59"/>
                </a:lnTo>
                <a:lnTo>
                  <a:pt x="345" y="66"/>
                </a:lnTo>
                <a:lnTo>
                  <a:pt x="328" y="72"/>
                </a:lnTo>
                <a:lnTo>
                  <a:pt x="311" y="79"/>
                </a:lnTo>
                <a:lnTo>
                  <a:pt x="295" y="87"/>
                </a:lnTo>
                <a:lnTo>
                  <a:pt x="279" y="94"/>
                </a:lnTo>
                <a:lnTo>
                  <a:pt x="263" y="102"/>
                </a:lnTo>
                <a:lnTo>
                  <a:pt x="247" y="111"/>
                </a:lnTo>
                <a:lnTo>
                  <a:pt x="232" y="119"/>
                </a:lnTo>
                <a:lnTo>
                  <a:pt x="218" y="128"/>
                </a:lnTo>
                <a:lnTo>
                  <a:pt x="204" y="138"/>
                </a:lnTo>
                <a:lnTo>
                  <a:pt x="190" y="147"/>
                </a:lnTo>
                <a:lnTo>
                  <a:pt x="177" y="157"/>
                </a:lnTo>
                <a:lnTo>
                  <a:pt x="163" y="168"/>
                </a:lnTo>
                <a:lnTo>
                  <a:pt x="151" y="178"/>
                </a:lnTo>
                <a:lnTo>
                  <a:pt x="139" y="189"/>
                </a:lnTo>
                <a:lnTo>
                  <a:pt x="127" y="200"/>
                </a:lnTo>
                <a:lnTo>
                  <a:pt x="117" y="211"/>
                </a:lnTo>
                <a:lnTo>
                  <a:pt x="106" y="222"/>
                </a:lnTo>
                <a:lnTo>
                  <a:pt x="97" y="234"/>
                </a:lnTo>
                <a:lnTo>
                  <a:pt x="87" y="246"/>
                </a:lnTo>
                <a:lnTo>
                  <a:pt x="79" y="258"/>
                </a:lnTo>
                <a:lnTo>
                  <a:pt x="71" y="270"/>
                </a:lnTo>
                <a:lnTo>
                  <a:pt x="63" y="283"/>
                </a:lnTo>
                <a:lnTo>
                  <a:pt x="56" y="295"/>
                </a:lnTo>
                <a:lnTo>
                  <a:pt x="50" y="308"/>
                </a:lnTo>
                <a:lnTo>
                  <a:pt x="44" y="321"/>
                </a:lnTo>
                <a:lnTo>
                  <a:pt x="39" y="333"/>
                </a:lnTo>
                <a:lnTo>
                  <a:pt x="34" y="347"/>
                </a:lnTo>
                <a:lnTo>
                  <a:pt x="30" y="360"/>
                </a:lnTo>
                <a:lnTo>
                  <a:pt x="27" y="373"/>
                </a:lnTo>
                <a:lnTo>
                  <a:pt x="24" y="386"/>
                </a:lnTo>
                <a:lnTo>
                  <a:pt x="22" y="399"/>
                </a:lnTo>
                <a:lnTo>
                  <a:pt x="20" y="413"/>
                </a:lnTo>
                <a:lnTo>
                  <a:pt x="19" y="426"/>
                </a:lnTo>
                <a:lnTo>
                  <a:pt x="19" y="440"/>
                </a:lnTo>
                <a:lnTo>
                  <a:pt x="19" y="453"/>
                </a:lnTo>
                <a:lnTo>
                  <a:pt x="20" y="466"/>
                </a:lnTo>
                <a:lnTo>
                  <a:pt x="22" y="480"/>
                </a:lnTo>
                <a:lnTo>
                  <a:pt x="24" y="493"/>
                </a:lnTo>
                <a:lnTo>
                  <a:pt x="27" y="506"/>
                </a:lnTo>
                <a:lnTo>
                  <a:pt x="30" y="520"/>
                </a:lnTo>
                <a:lnTo>
                  <a:pt x="34" y="533"/>
                </a:lnTo>
                <a:lnTo>
                  <a:pt x="39" y="546"/>
                </a:lnTo>
                <a:lnTo>
                  <a:pt x="44" y="559"/>
                </a:lnTo>
                <a:lnTo>
                  <a:pt x="50" y="572"/>
                </a:lnTo>
                <a:lnTo>
                  <a:pt x="56" y="584"/>
                </a:lnTo>
                <a:lnTo>
                  <a:pt x="63" y="597"/>
                </a:lnTo>
                <a:lnTo>
                  <a:pt x="71" y="610"/>
                </a:lnTo>
                <a:lnTo>
                  <a:pt x="79" y="622"/>
                </a:lnTo>
                <a:lnTo>
                  <a:pt x="87" y="634"/>
                </a:lnTo>
                <a:lnTo>
                  <a:pt x="97" y="646"/>
                </a:lnTo>
                <a:lnTo>
                  <a:pt x="106" y="658"/>
                </a:lnTo>
                <a:lnTo>
                  <a:pt x="117" y="669"/>
                </a:lnTo>
                <a:lnTo>
                  <a:pt x="127" y="681"/>
                </a:lnTo>
                <a:lnTo>
                  <a:pt x="139" y="692"/>
                </a:lnTo>
                <a:lnTo>
                  <a:pt x="151" y="702"/>
                </a:lnTo>
                <a:lnTo>
                  <a:pt x="163" y="713"/>
                </a:lnTo>
                <a:lnTo>
                  <a:pt x="177" y="723"/>
                </a:lnTo>
                <a:lnTo>
                  <a:pt x="190" y="733"/>
                </a:lnTo>
                <a:lnTo>
                  <a:pt x="204" y="742"/>
                </a:lnTo>
                <a:lnTo>
                  <a:pt x="218" y="752"/>
                </a:lnTo>
                <a:lnTo>
                  <a:pt x="232" y="761"/>
                </a:lnTo>
                <a:lnTo>
                  <a:pt x="247" y="770"/>
                </a:lnTo>
                <a:lnTo>
                  <a:pt x="263" y="778"/>
                </a:lnTo>
                <a:lnTo>
                  <a:pt x="279" y="786"/>
                </a:lnTo>
                <a:lnTo>
                  <a:pt x="295" y="794"/>
                </a:lnTo>
                <a:lnTo>
                  <a:pt x="311" y="801"/>
                </a:lnTo>
                <a:lnTo>
                  <a:pt x="328" y="808"/>
                </a:lnTo>
                <a:lnTo>
                  <a:pt x="345" y="815"/>
                </a:lnTo>
                <a:lnTo>
                  <a:pt x="362" y="821"/>
                </a:lnTo>
                <a:lnTo>
                  <a:pt x="380" y="827"/>
                </a:lnTo>
                <a:lnTo>
                  <a:pt x="398" y="832"/>
                </a:lnTo>
                <a:lnTo>
                  <a:pt x="416" y="838"/>
                </a:lnTo>
                <a:lnTo>
                  <a:pt x="435" y="842"/>
                </a:lnTo>
                <a:lnTo>
                  <a:pt x="453" y="847"/>
                </a:lnTo>
                <a:lnTo>
                  <a:pt x="472" y="851"/>
                </a:lnTo>
                <a:lnTo>
                  <a:pt x="491" y="854"/>
                </a:lnTo>
                <a:lnTo>
                  <a:pt x="510" y="857"/>
                </a:lnTo>
                <a:lnTo>
                  <a:pt x="530" y="860"/>
                </a:lnTo>
                <a:lnTo>
                  <a:pt x="549" y="862"/>
                </a:lnTo>
                <a:lnTo>
                  <a:pt x="569" y="864"/>
                </a:lnTo>
                <a:lnTo>
                  <a:pt x="588" y="866"/>
                </a:lnTo>
                <a:lnTo>
                  <a:pt x="608" y="867"/>
                </a:lnTo>
                <a:lnTo>
                  <a:pt x="628" y="867"/>
                </a:lnTo>
                <a:lnTo>
                  <a:pt x="647" y="868"/>
                </a:lnTo>
                <a:lnTo>
                  <a:pt x="667" y="867"/>
                </a:lnTo>
                <a:lnTo>
                  <a:pt x="687" y="867"/>
                </a:lnTo>
                <a:lnTo>
                  <a:pt x="706" y="866"/>
                </a:lnTo>
                <a:lnTo>
                  <a:pt x="726" y="864"/>
                </a:lnTo>
                <a:lnTo>
                  <a:pt x="745" y="862"/>
                </a:lnTo>
                <a:lnTo>
                  <a:pt x="765" y="860"/>
                </a:lnTo>
                <a:lnTo>
                  <a:pt x="784" y="857"/>
                </a:lnTo>
                <a:lnTo>
                  <a:pt x="803" y="854"/>
                </a:lnTo>
                <a:lnTo>
                  <a:pt x="822" y="851"/>
                </a:lnTo>
                <a:lnTo>
                  <a:pt x="841" y="847"/>
                </a:lnTo>
                <a:lnTo>
                  <a:pt x="860" y="842"/>
                </a:lnTo>
                <a:lnTo>
                  <a:pt x="878" y="838"/>
                </a:lnTo>
                <a:lnTo>
                  <a:pt x="896" y="832"/>
                </a:lnTo>
                <a:lnTo>
                  <a:pt x="914" y="827"/>
                </a:lnTo>
                <a:lnTo>
                  <a:pt x="932" y="821"/>
                </a:lnTo>
                <a:lnTo>
                  <a:pt x="949" y="815"/>
                </a:lnTo>
                <a:lnTo>
                  <a:pt x="967" y="808"/>
                </a:lnTo>
                <a:lnTo>
                  <a:pt x="983" y="801"/>
                </a:lnTo>
                <a:lnTo>
                  <a:pt x="1000" y="794"/>
                </a:lnTo>
                <a:lnTo>
                  <a:pt x="1016" y="786"/>
                </a:lnTo>
                <a:lnTo>
                  <a:pt x="1032" y="778"/>
                </a:lnTo>
                <a:lnTo>
                  <a:pt x="1047" y="770"/>
                </a:lnTo>
                <a:lnTo>
                  <a:pt x="1062" y="761"/>
                </a:lnTo>
                <a:lnTo>
                  <a:pt x="1077" y="752"/>
                </a:lnTo>
                <a:lnTo>
                  <a:pt x="1091" y="742"/>
                </a:lnTo>
                <a:lnTo>
                  <a:pt x="1104" y="733"/>
                </a:lnTo>
                <a:lnTo>
                  <a:pt x="1118" y="723"/>
                </a:lnTo>
                <a:lnTo>
                  <a:pt x="1131" y="713"/>
                </a:lnTo>
                <a:lnTo>
                  <a:pt x="1143" y="702"/>
                </a:lnTo>
                <a:lnTo>
                  <a:pt x="1155" y="692"/>
                </a:lnTo>
                <a:lnTo>
                  <a:pt x="1166" y="681"/>
                </a:lnTo>
                <a:lnTo>
                  <a:pt x="1177" y="669"/>
                </a:lnTo>
                <a:lnTo>
                  <a:pt x="1187" y="658"/>
                </a:lnTo>
                <a:lnTo>
                  <a:pt x="1197" y="646"/>
                </a:lnTo>
                <a:lnTo>
                  <a:pt x="1206" y="634"/>
                </a:lnTo>
                <a:lnTo>
                  <a:pt x="1215" y="622"/>
                </a:lnTo>
                <a:lnTo>
                  <a:pt x="1223" y="610"/>
                </a:lnTo>
                <a:lnTo>
                  <a:pt x="1230" y="597"/>
                </a:lnTo>
                <a:lnTo>
                  <a:pt x="1237" y="584"/>
                </a:lnTo>
                <a:lnTo>
                  <a:pt x="1244" y="572"/>
                </a:lnTo>
                <a:lnTo>
                  <a:pt x="1250" y="559"/>
                </a:lnTo>
                <a:lnTo>
                  <a:pt x="1255" y="546"/>
                </a:lnTo>
                <a:lnTo>
                  <a:pt x="1259" y="533"/>
                </a:lnTo>
                <a:lnTo>
                  <a:pt x="1263" y="520"/>
                </a:lnTo>
                <a:lnTo>
                  <a:pt x="1267" y="506"/>
                </a:lnTo>
                <a:lnTo>
                  <a:pt x="1270" y="493"/>
                </a:lnTo>
                <a:lnTo>
                  <a:pt x="1272" y="480"/>
                </a:lnTo>
                <a:lnTo>
                  <a:pt x="1273" y="466"/>
                </a:lnTo>
                <a:lnTo>
                  <a:pt x="1274" y="453"/>
                </a:lnTo>
                <a:lnTo>
                  <a:pt x="1274" y="440"/>
                </a:lnTo>
                <a:moveTo>
                  <a:pt x="1293" y="440"/>
                </a:moveTo>
                <a:lnTo>
                  <a:pt x="1293" y="453"/>
                </a:lnTo>
                <a:lnTo>
                  <a:pt x="1292" y="467"/>
                </a:lnTo>
                <a:lnTo>
                  <a:pt x="1291" y="481"/>
                </a:lnTo>
                <a:lnTo>
                  <a:pt x="1288" y="495"/>
                </a:lnTo>
                <a:lnTo>
                  <a:pt x="1285" y="508"/>
                </a:lnTo>
                <a:lnTo>
                  <a:pt x="1282" y="522"/>
                </a:lnTo>
                <a:lnTo>
                  <a:pt x="1278" y="536"/>
                </a:lnTo>
                <a:lnTo>
                  <a:pt x="1273" y="549"/>
                </a:lnTo>
                <a:lnTo>
                  <a:pt x="1268" y="562"/>
                </a:lnTo>
                <a:lnTo>
                  <a:pt x="1262" y="576"/>
                </a:lnTo>
                <a:lnTo>
                  <a:pt x="1255" y="589"/>
                </a:lnTo>
                <a:lnTo>
                  <a:pt x="1248" y="602"/>
                </a:lnTo>
                <a:lnTo>
                  <a:pt x="1240" y="615"/>
                </a:lnTo>
                <a:lnTo>
                  <a:pt x="1232" y="628"/>
                </a:lnTo>
                <a:lnTo>
                  <a:pt x="1223" y="640"/>
                </a:lnTo>
                <a:lnTo>
                  <a:pt x="1213" y="652"/>
                </a:lnTo>
                <a:lnTo>
                  <a:pt x="1203" y="664"/>
                </a:lnTo>
                <a:lnTo>
                  <a:pt x="1193" y="676"/>
                </a:lnTo>
                <a:lnTo>
                  <a:pt x="1182" y="688"/>
                </a:lnTo>
                <a:lnTo>
                  <a:pt x="1170" y="699"/>
                </a:lnTo>
                <a:lnTo>
                  <a:pt x="1158" y="710"/>
                </a:lnTo>
                <a:lnTo>
                  <a:pt x="1145" y="721"/>
                </a:lnTo>
                <a:lnTo>
                  <a:pt x="1132" y="731"/>
                </a:lnTo>
                <a:lnTo>
                  <a:pt x="1118" y="742"/>
                </a:lnTo>
                <a:lnTo>
                  <a:pt x="1104" y="752"/>
                </a:lnTo>
                <a:lnTo>
                  <a:pt x="1090" y="761"/>
                </a:lnTo>
                <a:lnTo>
                  <a:pt x="1075" y="770"/>
                </a:lnTo>
                <a:lnTo>
                  <a:pt x="1059" y="779"/>
                </a:lnTo>
                <a:lnTo>
                  <a:pt x="1043" y="788"/>
                </a:lnTo>
                <a:lnTo>
                  <a:pt x="1027" y="796"/>
                </a:lnTo>
                <a:lnTo>
                  <a:pt x="1010" y="804"/>
                </a:lnTo>
                <a:lnTo>
                  <a:pt x="993" y="812"/>
                </a:lnTo>
                <a:lnTo>
                  <a:pt x="976" y="819"/>
                </a:lnTo>
                <a:lnTo>
                  <a:pt x="959" y="826"/>
                </a:lnTo>
                <a:lnTo>
                  <a:pt x="941" y="832"/>
                </a:lnTo>
                <a:lnTo>
                  <a:pt x="922" y="839"/>
                </a:lnTo>
                <a:lnTo>
                  <a:pt x="904" y="844"/>
                </a:lnTo>
                <a:lnTo>
                  <a:pt x="885" y="849"/>
                </a:lnTo>
                <a:lnTo>
                  <a:pt x="866" y="854"/>
                </a:lnTo>
                <a:lnTo>
                  <a:pt x="847" y="859"/>
                </a:lnTo>
                <a:lnTo>
                  <a:pt x="828" y="863"/>
                </a:lnTo>
                <a:lnTo>
                  <a:pt x="808" y="867"/>
                </a:lnTo>
                <a:lnTo>
                  <a:pt x="788" y="870"/>
                </a:lnTo>
                <a:lnTo>
                  <a:pt x="768" y="873"/>
                </a:lnTo>
                <a:lnTo>
                  <a:pt x="748" y="875"/>
                </a:lnTo>
                <a:lnTo>
                  <a:pt x="728" y="877"/>
                </a:lnTo>
                <a:lnTo>
                  <a:pt x="708" y="878"/>
                </a:lnTo>
                <a:lnTo>
                  <a:pt x="688" y="879"/>
                </a:lnTo>
                <a:lnTo>
                  <a:pt x="668" y="880"/>
                </a:lnTo>
                <a:lnTo>
                  <a:pt x="647" y="880"/>
                </a:lnTo>
                <a:lnTo>
                  <a:pt x="627" y="880"/>
                </a:lnTo>
                <a:lnTo>
                  <a:pt x="607" y="879"/>
                </a:lnTo>
                <a:lnTo>
                  <a:pt x="586" y="878"/>
                </a:lnTo>
                <a:lnTo>
                  <a:pt x="566" y="877"/>
                </a:lnTo>
                <a:lnTo>
                  <a:pt x="546" y="875"/>
                </a:lnTo>
                <a:lnTo>
                  <a:pt x="526" y="873"/>
                </a:lnTo>
                <a:lnTo>
                  <a:pt x="506" y="870"/>
                </a:lnTo>
                <a:lnTo>
                  <a:pt x="487" y="867"/>
                </a:lnTo>
                <a:lnTo>
                  <a:pt x="467" y="863"/>
                </a:lnTo>
                <a:lnTo>
                  <a:pt x="448" y="859"/>
                </a:lnTo>
                <a:lnTo>
                  <a:pt x="428" y="854"/>
                </a:lnTo>
                <a:lnTo>
                  <a:pt x="409" y="849"/>
                </a:lnTo>
                <a:lnTo>
                  <a:pt x="391" y="844"/>
                </a:lnTo>
                <a:lnTo>
                  <a:pt x="372" y="839"/>
                </a:lnTo>
                <a:lnTo>
                  <a:pt x="354" y="832"/>
                </a:lnTo>
                <a:lnTo>
                  <a:pt x="336" y="826"/>
                </a:lnTo>
                <a:lnTo>
                  <a:pt x="318" y="819"/>
                </a:lnTo>
                <a:lnTo>
                  <a:pt x="301" y="812"/>
                </a:lnTo>
                <a:lnTo>
                  <a:pt x="284" y="804"/>
                </a:lnTo>
                <a:lnTo>
                  <a:pt x="267" y="796"/>
                </a:lnTo>
                <a:lnTo>
                  <a:pt x="251" y="788"/>
                </a:lnTo>
                <a:lnTo>
                  <a:pt x="235" y="779"/>
                </a:lnTo>
                <a:lnTo>
                  <a:pt x="220" y="770"/>
                </a:lnTo>
                <a:lnTo>
                  <a:pt x="205" y="761"/>
                </a:lnTo>
                <a:lnTo>
                  <a:pt x="190" y="752"/>
                </a:lnTo>
                <a:lnTo>
                  <a:pt x="176" y="742"/>
                </a:lnTo>
                <a:lnTo>
                  <a:pt x="162" y="731"/>
                </a:lnTo>
                <a:lnTo>
                  <a:pt x="148" y="721"/>
                </a:lnTo>
                <a:lnTo>
                  <a:pt x="136" y="710"/>
                </a:lnTo>
                <a:lnTo>
                  <a:pt x="124" y="699"/>
                </a:lnTo>
                <a:lnTo>
                  <a:pt x="112" y="688"/>
                </a:lnTo>
                <a:lnTo>
                  <a:pt x="101" y="676"/>
                </a:lnTo>
                <a:lnTo>
                  <a:pt x="90" y="664"/>
                </a:lnTo>
                <a:lnTo>
                  <a:pt x="80" y="652"/>
                </a:lnTo>
                <a:lnTo>
                  <a:pt x="71" y="640"/>
                </a:lnTo>
                <a:lnTo>
                  <a:pt x="62" y="628"/>
                </a:lnTo>
                <a:lnTo>
                  <a:pt x="53" y="615"/>
                </a:lnTo>
                <a:lnTo>
                  <a:pt x="45" y="602"/>
                </a:lnTo>
                <a:lnTo>
                  <a:pt x="38" y="589"/>
                </a:lnTo>
                <a:lnTo>
                  <a:pt x="32" y="576"/>
                </a:lnTo>
                <a:lnTo>
                  <a:pt x="26" y="562"/>
                </a:lnTo>
                <a:lnTo>
                  <a:pt x="20" y="549"/>
                </a:lnTo>
                <a:lnTo>
                  <a:pt x="16" y="536"/>
                </a:lnTo>
                <a:lnTo>
                  <a:pt x="12" y="522"/>
                </a:lnTo>
                <a:lnTo>
                  <a:pt x="8" y="508"/>
                </a:lnTo>
                <a:lnTo>
                  <a:pt x="5" y="495"/>
                </a:lnTo>
                <a:lnTo>
                  <a:pt x="3" y="481"/>
                </a:lnTo>
                <a:lnTo>
                  <a:pt x="1" y="467"/>
                </a:lnTo>
                <a:lnTo>
                  <a:pt x="0" y="453"/>
                </a:lnTo>
                <a:lnTo>
                  <a:pt x="0" y="440"/>
                </a:lnTo>
                <a:lnTo>
                  <a:pt x="0" y="426"/>
                </a:lnTo>
                <a:lnTo>
                  <a:pt x="1" y="412"/>
                </a:lnTo>
                <a:lnTo>
                  <a:pt x="3" y="398"/>
                </a:lnTo>
                <a:lnTo>
                  <a:pt x="5" y="385"/>
                </a:lnTo>
                <a:lnTo>
                  <a:pt x="8" y="371"/>
                </a:lnTo>
                <a:lnTo>
                  <a:pt x="12" y="357"/>
                </a:lnTo>
                <a:lnTo>
                  <a:pt x="16" y="344"/>
                </a:lnTo>
                <a:lnTo>
                  <a:pt x="20" y="330"/>
                </a:lnTo>
                <a:lnTo>
                  <a:pt x="26" y="317"/>
                </a:lnTo>
                <a:lnTo>
                  <a:pt x="32" y="304"/>
                </a:lnTo>
                <a:lnTo>
                  <a:pt x="38" y="291"/>
                </a:lnTo>
                <a:lnTo>
                  <a:pt x="45" y="278"/>
                </a:lnTo>
                <a:lnTo>
                  <a:pt x="53" y="265"/>
                </a:lnTo>
                <a:lnTo>
                  <a:pt x="62" y="252"/>
                </a:lnTo>
                <a:lnTo>
                  <a:pt x="71" y="240"/>
                </a:lnTo>
                <a:lnTo>
                  <a:pt x="80" y="228"/>
                </a:lnTo>
                <a:lnTo>
                  <a:pt x="90" y="216"/>
                </a:lnTo>
                <a:lnTo>
                  <a:pt x="101" y="204"/>
                </a:lnTo>
                <a:lnTo>
                  <a:pt x="112" y="192"/>
                </a:lnTo>
                <a:lnTo>
                  <a:pt x="124" y="181"/>
                </a:lnTo>
                <a:lnTo>
                  <a:pt x="136" y="170"/>
                </a:lnTo>
                <a:lnTo>
                  <a:pt x="148" y="159"/>
                </a:lnTo>
                <a:lnTo>
                  <a:pt x="162" y="149"/>
                </a:lnTo>
                <a:lnTo>
                  <a:pt x="176" y="139"/>
                </a:lnTo>
                <a:lnTo>
                  <a:pt x="190" y="129"/>
                </a:lnTo>
                <a:lnTo>
                  <a:pt x="205" y="119"/>
                </a:lnTo>
                <a:lnTo>
                  <a:pt x="220" y="110"/>
                </a:lnTo>
                <a:lnTo>
                  <a:pt x="235" y="101"/>
                </a:lnTo>
                <a:lnTo>
                  <a:pt x="251" y="92"/>
                </a:lnTo>
                <a:lnTo>
                  <a:pt x="267" y="84"/>
                </a:lnTo>
                <a:lnTo>
                  <a:pt x="284" y="76"/>
                </a:lnTo>
                <a:lnTo>
                  <a:pt x="301" y="68"/>
                </a:lnTo>
                <a:lnTo>
                  <a:pt x="318" y="61"/>
                </a:lnTo>
                <a:lnTo>
                  <a:pt x="336" y="54"/>
                </a:lnTo>
                <a:lnTo>
                  <a:pt x="354" y="48"/>
                </a:lnTo>
                <a:lnTo>
                  <a:pt x="372" y="42"/>
                </a:lnTo>
                <a:lnTo>
                  <a:pt x="391" y="36"/>
                </a:lnTo>
                <a:lnTo>
                  <a:pt x="409" y="31"/>
                </a:lnTo>
                <a:lnTo>
                  <a:pt x="428" y="26"/>
                </a:lnTo>
                <a:lnTo>
                  <a:pt x="448" y="21"/>
                </a:lnTo>
                <a:lnTo>
                  <a:pt x="467" y="17"/>
                </a:lnTo>
                <a:lnTo>
                  <a:pt x="487" y="14"/>
                </a:lnTo>
                <a:lnTo>
                  <a:pt x="506" y="11"/>
                </a:lnTo>
                <a:lnTo>
                  <a:pt x="526" y="8"/>
                </a:lnTo>
                <a:lnTo>
                  <a:pt x="546" y="5"/>
                </a:lnTo>
                <a:lnTo>
                  <a:pt x="566" y="3"/>
                </a:lnTo>
                <a:lnTo>
                  <a:pt x="586" y="2"/>
                </a:lnTo>
                <a:lnTo>
                  <a:pt x="607" y="1"/>
                </a:lnTo>
                <a:lnTo>
                  <a:pt x="627" y="0"/>
                </a:lnTo>
                <a:lnTo>
                  <a:pt x="647" y="0"/>
                </a:lnTo>
                <a:lnTo>
                  <a:pt x="668" y="0"/>
                </a:lnTo>
                <a:lnTo>
                  <a:pt x="688" y="1"/>
                </a:lnTo>
                <a:lnTo>
                  <a:pt x="708" y="2"/>
                </a:lnTo>
                <a:lnTo>
                  <a:pt x="728" y="3"/>
                </a:lnTo>
                <a:lnTo>
                  <a:pt x="748" y="5"/>
                </a:lnTo>
                <a:lnTo>
                  <a:pt x="768" y="8"/>
                </a:lnTo>
                <a:lnTo>
                  <a:pt x="788" y="11"/>
                </a:lnTo>
                <a:lnTo>
                  <a:pt x="808" y="14"/>
                </a:lnTo>
                <a:lnTo>
                  <a:pt x="828" y="17"/>
                </a:lnTo>
                <a:lnTo>
                  <a:pt x="847" y="21"/>
                </a:lnTo>
                <a:lnTo>
                  <a:pt x="866" y="26"/>
                </a:lnTo>
                <a:lnTo>
                  <a:pt x="885" y="31"/>
                </a:lnTo>
                <a:lnTo>
                  <a:pt x="904" y="36"/>
                </a:lnTo>
                <a:lnTo>
                  <a:pt x="922" y="42"/>
                </a:lnTo>
                <a:lnTo>
                  <a:pt x="941" y="48"/>
                </a:lnTo>
                <a:lnTo>
                  <a:pt x="959" y="54"/>
                </a:lnTo>
                <a:lnTo>
                  <a:pt x="976" y="61"/>
                </a:lnTo>
                <a:lnTo>
                  <a:pt x="993" y="68"/>
                </a:lnTo>
                <a:lnTo>
                  <a:pt x="1010" y="76"/>
                </a:lnTo>
                <a:lnTo>
                  <a:pt x="1027" y="84"/>
                </a:lnTo>
                <a:lnTo>
                  <a:pt x="1043" y="92"/>
                </a:lnTo>
                <a:lnTo>
                  <a:pt x="1059" y="101"/>
                </a:lnTo>
                <a:lnTo>
                  <a:pt x="1075" y="110"/>
                </a:lnTo>
                <a:lnTo>
                  <a:pt x="1090" y="119"/>
                </a:lnTo>
                <a:lnTo>
                  <a:pt x="1104" y="129"/>
                </a:lnTo>
                <a:lnTo>
                  <a:pt x="1118" y="139"/>
                </a:lnTo>
                <a:lnTo>
                  <a:pt x="1132" y="149"/>
                </a:lnTo>
                <a:lnTo>
                  <a:pt x="1145" y="159"/>
                </a:lnTo>
                <a:lnTo>
                  <a:pt x="1158" y="170"/>
                </a:lnTo>
                <a:lnTo>
                  <a:pt x="1170" y="181"/>
                </a:lnTo>
                <a:lnTo>
                  <a:pt x="1182" y="192"/>
                </a:lnTo>
                <a:lnTo>
                  <a:pt x="1193" y="204"/>
                </a:lnTo>
                <a:lnTo>
                  <a:pt x="1203" y="216"/>
                </a:lnTo>
                <a:lnTo>
                  <a:pt x="1213" y="228"/>
                </a:lnTo>
                <a:lnTo>
                  <a:pt x="1223" y="240"/>
                </a:lnTo>
                <a:lnTo>
                  <a:pt x="1232" y="252"/>
                </a:lnTo>
                <a:lnTo>
                  <a:pt x="1240" y="265"/>
                </a:lnTo>
                <a:lnTo>
                  <a:pt x="1248" y="278"/>
                </a:lnTo>
                <a:lnTo>
                  <a:pt x="1255" y="291"/>
                </a:lnTo>
                <a:lnTo>
                  <a:pt x="1262" y="304"/>
                </a:lnTo>
                <a:lnTo>
                  <a:pt x="1268" y="317"/>
                </a:lnTo>
                <a:lnTo>
                  <a:pt x="1273" y="330"/>
                </a:lnTo>
                <a:lnTo>
                  <a:pt x="1278" y="344"/>
                </a:lnTo>
                <a:lnTo>
                  <a:pt x="1282" y="357"/>
                </a:lnTo>
                <a:lnTo>
                  <a:pt x="1285" y="371"/>
                </a:lnTo>
                <a:lnTo>
                  <a:pt x="1288" y="385"/>
                </a:lnTo>
                <a:lnTo>
                  <a:pt x="1291" y="398"/>
                </a:lnTo>
                <a:lnTo>
                  <a:pt x="1292" y="412"/>
                </a:lnTo>
                <a:lnTo>
                  <a:pt x="1293" y="426"/>
                </a:lnTo>
                <a:lnTo>
                  <a:pt x="1293" y="440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2" name=""/>
          <p:cNvSpPr/>
          <p:nvPr/>
        </p:nvSpPr>
        <p:spPr>
          <a:xfrm>
            <a:off x="3891960" y="2787120"/>
            <a:ext cx="468360" cy="318960"/>
          </a:xfrm>
          <a:custGeom>
            <a:avLst/>
            <a:gdLst/>
            <a:ahLst/>
            <a:rect l="0" t="0" r="r" b="b"/>
            <a:pathLst>
              <a:path w="1301" h="886">
                <a:moveTo>
                  <a:pt x="1297" y="443"/>
                </a:moveTo>
                <a:lnTo>
                  <a:pt x="1297" y="429"/>
                </a:lnTo>
                <a:lnTo>
                  <a:pt x="1296" y="415"/>
                </a:lnTo>
                <a:lnTo>
                  <a:pt x="1295" y="401"/>
                </a:lnTo>
                <a:lnTo>
                  <a:pt x="1292" y="388"/>
                </a:lnTo>
                <a:lnTo>
                  <a:pt x="1289" y="374"/>
                </a:lnTo>
                <a:lnTo>
                  <a:pt x="1286" y="360"/>
                </a:lnTo>
                <a:lnTo>
                  <a:pt x="1282" y="347"/>
                </a:lnTo>
                <a:lnTo>
                  <a:pt x="1277" y="333"/>
                </a:lnTo>
                <a:lnTo>
                  <a:pt x="1272" y="320"/>
                </a:lnTo>
                <a:lnTo>
                  <a:pt x="1266" y="307"/>
                </a:lnTo>
                <a:lnTo>
                  <a:pt x="1259" y="294"/>
                </a:lnTo>
                <a:lnTo>
                  <a:pt x="1252" y="281"/>
                </a:lnTo>
                <a:lnTo>
                  <a:pt x="1244" y="268"/>
                </a:lnTo>
                <a:lnTo>
                  <a:pt x="1236" y="255"/>
                </a:lnTo>
                <a:lnTo>
                  <a:pt x="1227" y="243"/>
                </a:lnTo>
                <a:lnTo>
                  <a:pt x="1217" y="231"/>
                </a:lnTo>
                <a:lnTo>
                  <a:pt x="1207" y="219"/>
                </a:lnTo>
                <a:lnTo>
                  <a:pt x="1197" y="207"/>
                </a:lnTo>
                <a:lnTo>
                  <a:pt x="1186" y="195"/>
                </a:lnTo>
                <a:lnTo>
                  <a:pt x="1174" y="184"/>
                </a:lnTo>
                <a:lnTo>
                  <a:pt x="1162" y="173"/>
                </a:lnTo>
                <a:lnTo>
                  <a:pt x="1149" y="162"/>
                </a:lnTo>
                <a:lnTo>
                  <a:pt x="1136" y="152"/>
                </a:lnTo>
                <a:lnTo>
                  <a:pt x="1122" y="142"/>
                </a:lnTo>
                <a:lnTo>
                  <a:pt x="1108" y="132"/>
                </a:lnTo>
                <a:lnTo>
                  <a:pt x="1094" y="122"/>
                </a:lnTo>
                <a:lnTo>
                  <a:pt x="1079" y="113"/>
                </a:lnTo>
                <a:lnTo>
                  <a:pt x="1063" y="104"/>
                </a:lnTo>
                <a:lnTo>
                  <a:pt x="1047" y="95"/>
                </a:lnTo>
                <a:lnTo>
                  <a:pt x="1031" y="87"/>
                </a:lnTo>
                <a:lnTo>
                  <a:pt x="1014" y="79"/>
                </a:lnTo>
                <a:lnTo>
                  <a:pt x="997" y="71"/>
                </a:lnTo>
                <a:lnTo>
                  <a:pt x="980" y="64"/>
                </a:lnTo>
                <a:lnTo>
                  <a:pt x="963" y="57"/>
                </a:lnTo>
                <a:lnTo>
                  <a:pt x="945" y="51"/>
                </a:lnTo>
                <a:lnTo>
                  <a:pt x="926" y="45"/>
                </a:lnTo>
                <a:lnTo>
                  <a:pt x="908" y="39"/>
                </a:lnTo>
                <a:lnTo>
                  <a:pt x="889" y="34"/>
                </a:lnTo>
                <a:lnTo>
                  <a:pt x="870" y="29"/>
                </a:lnTo>
                <a:lnTo>
                  <a:pt x="851" y="24"/>
                </a:lnTo>
                <a:lnTo>
                  <a:pt x="832" y="20"/>
                </a:lnTo>
                <a:lnTo>
                  <a:pt x="812" y="17"/>
                </a:lnTo>
                <a:lnTo>
                  <a:pt x="792" y="14"/>
                </a:lnTo>
                <a:lnTo>
                  <a:pt x="772" y="11"/>
                </a:lnTo>
                <a:lnTo>
                  <a:pt x="752" y="8"/>
                </a:lnTo>
                <a:lnTo>
                  <a:pt x="732" y="6"/>
                </a:lnTo>
                <a:lnTo>
                  <a:pt x="712" y="5"/>
                </a:lnTo>
                <a:lnTo>
                  <a:pt x="692" y="4"/>
                </a:lnTo>
                <a:lnTo>
                  <a:pt x="672" y="3"/>
                </a:lnTo>
                <a:lnTo>
                  <a:pt x="651" y="3"/>
                </a:lnTo>
                <a:lnTo>
                  <a:pt x="631" y="3"/>
                </a:lnTo>
                <a:lnTo>
                  <a:pt x="611" y="4"/>
                </a:lnTo>
                <a:lnTo>
                  <a:pt x="590" y="5"/>
                </a:lnTo>
                <a:lnTo>
                  <a:pt x="570" y="6"/>
                </a:lnTo>
                <a:lnTo>
                  <a:pt x="550" y="8"/>
                </a:lnTo>
                <a:lnTo>
                  <a:pt x="530" y="11"/>
                </a:lnTo>
                <a:lnTo>
                  <a:pt x="510" y="14"/>
                </a:lnTo>
                <a:lnTo>
                  <a:pt x="491" y="17"/>
                </a:lnTo>
                <a:lnTo>
                  <a:pt x="471" y="20"/>
                </a:lnTo>
                <a:lnTo>
                  <a:pt x="452" y="24"/>
                </a:lnTo>
                <a:lnTo>
                  <a:pt x="432" y="29"/>
                </a:lnTo>
                <a:lnTo>
                  <a:pt x="413" y="34"/>
                </a:lnTo>
                <a:lnTo>
                  <a:pt x="395" y="39"/>
                </a:lnTo>
                <a:lnTo>
                  <a:pt x="376" y="45"/>
                </a:lnTo>
                <a:lnTo>
                  <a:pt x="358" y="51"/>
                </a:lnTo>
                <a:lnTo>
                  <a:pt x="340" y="57"/>
                </a:lnTo>
                <a:lnTo>
                  <a:pt x="322" y="64"/>
                </a:lnTo>
                <a:lnTo>
                  <a:pt x="305" y="71"/>
                </a:lnTo>
                <a:lnTo>
                  <a:pt x="288" y="79"/>
                </a:lnTo>
                <a:lnTo>
                  <a:pt x="271" y="87"/>
                </a:lnTo>
                <a:lnTo>
                  <a:pt x="255" y="95"/>
                </a:lnTo>
                <a:lnTo>
                  <a:pt x="239" y="104"/>
                </a:lnTo>
                <a:lnTo>
                  <a:pt x="223" y="113"/>
                </a:lnTo>
                <a:lnTo>
                  <a:pt x="208" y="122"/>
                </a:lnTo>
                <a:lnTo>
                  <a:pt x="193" y="132"/>
                </a:lnTo>
                <a:lnTo>
                  <a:pt x="179" y="142"/>
                </a:lnTo>
                <a:lnTo>
                  <a:pt x="166" y="152"/>
                </a:lnTo>
                <a:lnTo>
                  <a:pt x="152" y="162"/>
                </a:lnTo>
                <a:lnTo>
                  <a:pt x="140" y="173"/>
                </a:lnTo>
                <a:lnTo>
                  <a:pt x="128" y="184"/>
                </a:lnTo>
                <a:lnTo>
                  <a:pt x="116" y="195"/>
                </a:lnTo>
                <a:lnTo>
                  <a:pt x="105" y="207"/>
                </a:lnTo>
                <a:lnTo>
                  <a:pt x="94" y="219"/>
                </a:lnTo>
                <a:lnTo>
                  <a:pt x="84" y="231"/>
                </a:lnTo>
                <a:lnTo>
                  <a:pt x="75" y="243"/>
                </a:lnTo>
                <a:lnTo>
                  <a:pt x="66" y="255"/>
                </a:lnTo>
                <a:lnTo>
                  <a:pt x="57" y="268"/>
                </a:lnTo>
                <a:lnTo>
                  <a:pt x="49" y="281"/>
                </a:lnTo>
                <a:lnTo>
                  <a:pt x="42" y="294"/>
                </a:lnTo>
                <a:lnTo>
                  <a:pt x="36" y="307"/>
                </a:lnTo>
                <a:lnTo>
                  <a:pt x="30" y="320"/>
                </a:lnTo>
                <a:lnTo>
                  <a:pt x="24" y="333"/>
                </a:lnTo>
                <a:lnTo>
                  <a:pt x="20" y="347"/>
                </a:lnTo>
                <a:lnTo>
                  <a:pt x="16" y="360"/>
                </a:lnTo>
                <a:lnTo>
                  <a:pt x="12" y="374"/>
                </a:lnTo>
                <a:lnTo>
                  <a:pt x="9" y="388"/>
                </a:lnTo>
                <a:lnTo>
                  <a:pt x="7" y="401"/>
                </a:lnTo>
                <a:lnTo>
                  <a:pt x="5" y="415"/>
                </a:lnTo>
                <a:lnTo>
                  <a:pt x="4" y="429"/>
                </a:lnTo>
                <a:lnTo>
                  <a:pt x="4" y="443"/>
                </a:lnTo>
                <a:lnTo>
                  <a:pt x="4" y="456"/>
                </a:lnTo>
                <a:lnTo>
                  <a:pt x="5" y="470"/>
                </a:lnTo>
                <a:lnTo>
                  <a:pt x="7" y="484"/>
                </a:lnTo>
                <a:lnTo>
                  <a:pt x="9" y="498"/>
                </a:lnTo>
                <a:lnTo>
                  <a:pt x="12" y="511"/>
                </a:lnTo>
                <a:lnTo>
                  <a:pt x="16" y="525"/>
                </a:lnTo>
                <a:lnTo>
                  <a:pt x="20" y="539"/>
                </a:lnTo>
                <a:lnTo>
                  <a:pt x="24" y="552"/>
                </a:lnTo>
                <a:lnTo>
                  <a:pt x="30" y="565"/>
                </a:lnTo>
                <a:lnTo>
                  <a:pt x="36" y="579"/>
                </a:lnTo>
                <a:lnTo>
                  <a:pt x="42" y="592"/>
                </a:lnTo>
                <a:lnTo>
                  <a:pt x="49" y="605"/>
                </a:lnTo>
                <a:lnTo>
                  <a:pt x="57" y="617"/>
                </a:lnTo>
                <a:lnTo>
                  <a:pt x="66" y="630"/>
                </a:lnTo>
                <a:lnTo>
                  <a:pt x="75" y="642"/>
                </a:lnTo>
                <a:lnTo>
                  <a:pt x="84" y="654"/>
                </a:lnTo>
                <a:lnTo>
                  <a:pt x="94" y="667"/>
                </a:lnTo>
                <a:lnTo>
                  <a:pt x="105" y="679"/>
                </a:lnTo>
                <a:lnTo>
                  <a:pt x="116" y="691"/>
                </a:lnTo>
                <a:lnTo>
                  <a:pt x="128" y="702"/>
                </a:lnTo>
                <a:lnTo>
                  <a:pt x="140" y="713"/>
                </a:lnTo>
                <a:lnTo>
                  <a:pt x="152" y="724"/>
                </a:lnTo>
                <a:lnTo>
                  <a:pt x="166" y="734"/>
                </a:lnTo>
                <a:lnTo>
                  <a:pt x="179" y="745"/>
                </a:lnTo>
                <a:lnTo>
                  <a:pt x="193" y="755"/>
                </a:lnTo>
                <a:lnTo>
                  <a:pt x="208" y="764"/>
                </a:lnTo>
                <a:lnTo>
                  <a:pt x="223" y="773"/>
                </a:lnTo>
                <a:lnTo>
                  <a:pt x="239" y="782"/>
                </a:lnTo>
                <a:lnTo>
                  <a:pt x="255" y="791"/>
                </a:lnTo>
                <a:lnTo>
                  <a:pt x="271" y="799"/>
                </a:lnTo>
                <a:lnTo>
                  <a:pt x="288" y="807"/>
                </a:lnTo>
                <a:lnTo>
                  <a:pt x="305" y="815"/>
                </a:lnTo>
                <a:lnTo>
                  <a:pt x="322" y="822"/>
                </a:lnTo>
                <a:lnTo>
                  <a:pt x="340" y="829"/>
                </a:lnTo>
                <a:lnTo>
                  <a:pt x="358" y="835"/>
                </a:lnTo>
                <a:lnTo>
                  <a:pt x="376" y="842"/>
                </a:lnTo>
                <a:lnTo>
                  <a:pt x="395" y="847"/>
                </a:lnTo>
                <a:lnTo>
                  <a:pt x="413" y="852"/>
                </a:lnTo>
                <a:lnTo>
                  <a:pt x="432" y="857"/>
                </a:lnTo>
                <a:lnTo>
                  <a:pt x="452" y="862"/>
                </a:lnTo>
                <a:lnTo>
                  <a:pt x="471" y="866"/>
                </a:lnTo>
                <a:lnTo>
                  <a:pt x="491" y="870"/>
                </a:lnTo>
                <a:lnTo>
                  <a:pt x="510" y="873"/>
                </a:lnTo>
                <a:lnTo>
                  <a:pt x="530" y="876"/>
                </a:lnTo>
                <a:lnTo>
                  <a:pt x="550" y="878"/>
                </a:lnTo>
                <a:lnTo>
                  <a:pt x="570" y="880"/>
                </a:lnTo>
                <a:lnTo>
                  <a:pt x="590" y="881"/>
                </a:lnTo>
                <a:lnTo>
                  <a:pt x="611" y="882"/>
                </a:lnTo>
                <a:lnTo>
                  <a:pt x="631" y="883"/>
                </a:lnTo>
                <a:lnTo>
                  <a:pt x="651" y="883"/>
                </a:lnTo>
                <a:lnTo>
                  <a:pt x="672" y="883"/>
                </a:lnTo>
                <a:lnTo>
                  <a:pt x="692" y="882"/>
                </a:lnTo>
                <a:lnTo>
                  <a:pt x="712" y="881"/>
                </a:lnTo>
                <a:lnTo>
                  <a:pt x="732" y="880"/>
                </a:lnTo>
                <a:lnTo>
                  <a:pt x="752" y="878"/>
                </a:lnTo>
                <a:lnTo>
                  <a:pt x="772" y="876"/>
                </a:lnTo>
                <a:lnTo>
                  <a:pt x="792" y="873"/>
                </a:lnTo>
                <a:lnTo>
                  <a:pt x="812" y="870"/>
                </a:lnTo>
                <a:lnTo>
                  <a:pt x="832" y="866"/>
                </a:lnTo>
                <a:lnTo>
                  <a:pt x="851" y="862"/>
                </a:lnTo>
                <a:lnTo>
                  <a:pt x="870" y="857"/>
                </a:lnTo>
                <a:lnTo>
                  <a:pt x="889" y="852"/>
                </a:lnTo>
                <a:lnTo>
                  <a:pt x="908" y="847"/>
                </a:lnTo>
                <a:lnTo>
                  <a:pt x="926" y="842"/>
                </a:lnTo>
                <a:lnTo>
                  <a:pt x="945" y="835"/>
                </a:lnTo>
                <a:lnTo>
                  <a:pt x="963" y="829"/>
                </a:lnTo>
                <a:lnTo>
                  <a:pt x="980" y="822"/>
                </a:lnTo>
                <a:lnTo>
                  <a:pt x="997" y="815"/>
                </a:lnTo>
                <a:lnTo>
                  <a:pt x="1014" y="807"/>
                </a:lnTo>
                <a:lnTo>
                  <a:pt x="1031" y="799"/>
                </a:lnTo>
                <a:lnTo>
                  <a:pt x="1047" y="791"/>
                </a:lnTo>
                <a:lnTo>
                  <a:pt x="1063" y="782"/>
                </a:lnTo>
                <a:lnTo>
                  <a:pt x="1079" y="773"/>
                </a:lnTo>
                <a:lnTo>
                  <a:pt x="1094" y="764"/>
                </a:lnTo>
                <a:lnTo>
                  <a:pt x="1108" y="755"/>
                </a:lnTo>
                <a:lnTo>
                  <a:pt x="1122" y="745"/>
                </a:lnTo>
                <a:lnTo>
                  <a:pt x="1136" y="734"/>
                </a:lnTo>
                <a:lnTo>
                  <a:pt x="1149" y="724"/>
                </a:lnTo>
                <a:lnTo>
                  <a:pt x="1162" y="713"/>
                </a:lnTo>
                <a:lnTo>
                  <a:pt x="1174" y="702"/>
                </a:lnTo>
                <a:lnTo>
                  <a:pt x="1186" y="691"/>
                </a:lnTo>
                <a:lnTo>
                  <a:pt x="1197" y="679"/>
                </a:lnTo>
                <a:lnTo>
                  <a:pt x="1207" y="667"/>
                </a:lnTo>
                <a:lnTo>
                  <a:pt x="1217" y="654"/>
                </a:lnTo>
                <a:lnTo>
                  <a:pt x="1227" y="642"/>
                </a:lnTo>
                <a:lnTo>
                  <a:pt x="1236" y="630"/>
                </a:lnTo>
                <a:lnTo>
                  <a:pt x="1244" y="617"/>
                </a:lnTo>
                <a:lnTo>
                  <a:pt x="1252" y="605"/>
                </a:lnTo>
                <a:lnTo>
                  <a:pt x="1259" y="592"/>
                </a:lnTo>
                <a:lnTo>
                  <a:pt x="1266" y="579"/>
                </a:lnTo>
                <a:lnTo>
                  <a:pt x="1272" y="565"/>
                </a:lnTo>
                <a:lnTo>
                  <a:pt x="1277" y="552"/>
                </a:lnTo>
                <a:lnTo>
                  <a:pt x="1282" y="539"/>
                </a:lnTo>
                <a:lnTo>
                  <a:pt x="1286" y="525"/>
                </a:lnTo>
                <a:lnTo>
                  <a:pt x="1289" y="511"/>
                </a:lnTo>
                <a:lnTo>
                  <a:pt x="1292" y="498"/>
                </a:lnTo>
                <a:lnTo>
                  <a:pt x="1295" y="484"/>
                </a:lnTo>
                <a:lnTo>
                  <a:pt x="1296" y="470"/>
                </a:lnTo>
                <a:lnTo>
                  <a:pt x="1297" y="456"/>
                </a:lnTo>
                <a:lnTo>
                  <a:pt x="1297" y="443"/>
                </a:lnTo>
                <a:moveTo>
                  <a:pt x="1301" y="443"/>
                </a:moveTo>
                <a:lnTo>
                  <a:pt x="1301" y="457"/>
                </a:lnTo>
                <a:lnTo>
                  <a:pt x="1300" y="470"/>
                </a:lnTo>
                <a:lnTo>
                  <a:pt x="1298" y="484"/>
                </a:lnTo>
                <a:lnTo>
                  <a:pt x="1296" y="498"/>
                </a:lnTo>
                <a:lnTo>
                  <a:pt x="1293" y="512"/>
                </a:lnTo>
                <a:lnTo>
                  <a:pt x="1290" y="526"/>
                </a:lnTo>
                <a:lnTo>
                  <a:pt x="1286" y="539"/>
                </a:lnTo>
                <a:lnTo>
                  <a:pt x="1281" y="553"/>
                </a:lnTo>
                <a:lnTo>
                  <a:pt x="1275" y="566"/>
                </a:lnTo>
                <a:lnTo>
                  <a:pt x="1269" y="579"/>
                </a:lnTo>
                <a:lnTo>
                  <a:pt x="1263" y="592"/>
                </a:lnTo>
                <a:lnTo>
                  <a:pt x="1256" y="605"/>
                </a:lnTo>
                <a:lnTo>
                  <a:pt x="1248" y="618"/>
                </a:lnTo>
                <a:lnTo>
                  <a:pt x="1239" y="631"/>
                </a:lnTo>
                <a:lnTo>
                  <a:pt x="1230" y="643"/>
                </a:lnTo>
                <a:lnTo>
                  <a:pt x="1221" y="657"/>
                </a:lnTo>
                <a:lnTo>
                  <a:pt x="1211" y="669"/>
                </a:lnTo>
                <a:lnTo>
                  <a:pt x="1200" y="681"/>
                </a:lnTo>
                <a:lnTo>
                  <a:pt x="1189" y="692"/>
                </a:lnTo>
                <a:lnTo>
                  <a:pt x="1177" y="704"/>
                </a:lnTo>
                <a:lnTo>
                  <a:pt x="1165" y="715"/>
                </a:lnTo>
                <a:lnTo>
                  <a:pt x="1152" y="726"/>
                </a:lnTo>
                <a:lnTo>
                  <a:pt x="1139" y="736"/>
                </a:lnTo>
                <a:lnTo>
                  <a:pt x="1125" y="746"/>
                </a:lnTo>
                <a:lnTo>
                  <a:pt x="1111" y="756"/>
                </a:lnTo>
                <a:lnTo>
                  <a:pt x="1096" y="766"/>
                </a:lnTo>
                <a:lnTo>
                  <a:pt x="1081" y="775"/>
                </a:lnTo>
                <a:lnTo>
                  <a:pt x="1066" y="784"/>
                </a:lnTo>
                <a:lnTo>
                  <a:pt x="1050" y="793"/>
                </a:lnTo>
                <a:lnTo>
                  <a:pt x="1033" y="801"/>
                </a:lnTo>
                <a:lnTo>
                  <a:pt x="1017" y="809"/>
                </a:lnTo>
                <a:lnTo>
                  <a:pt x="999" y="817"/>
                </a:lnTo>
                <a:lnTo>
                  <a:pt x="982" y="824"/>
                </a:lnTo>
                <a:lnTo>
                  <a:pt x="964" y="831"/>
                </a:lnTo>
                <a:lnTo>
                  <a:pt x="946" y="838"/>
                </a:lnTo>
                <a:lnTo>
                  <a:pt x="928" y="844"/>
                </a:lnTo>
                <a:lnTo>
                  <a:pt x="909" y="850"/>
                </a:lnTo>
                <a:lnTo>
                  <a:pt x="891" y="855"/>
                </a:lnTo>
                <a:lnTo>
                  <a:pt x="871" y="860"/>
                </a:lnTo>
                <a:lnTo>
                  <a:pt x="852" y="864"/>
                </a:lnTo>
                <a:lnTo>
                  <a:pt x="833" y="868"/>
                </a:lnTo>
                <a:lnTo>
                  <a:pt x="813" y="872"/>
                </a:lnTo>
                <a:lnTo>
                  <a:pt x="793" y="875"/>
                </a:lnTo>
                <a:lnTo>
                  <a:pt x="773" y="878"/>
                </a:lnTo>
                <a:lnTo>
                  <a:pt x="753" y="880"/>
                </a:lnTo>
                <a:lnTo>
                  <a:pt x="733" y="882"/>
                </a:lnTo>
                <a:lnTo>
                  <a:pt x="712" y="884"/>
                </a:lnTo>
                <a:lnTo>
                  <a:pt x="692" y="885"/>
                </a:lnTo>
                <a:lnTo>
                  <a:pt x="672" y="886"/>
                </a:lnTo>
                <a:lnTo>
                  <a:pt x="651" y="886"/>
                </a:lnTo>
                <a:lnTo>
                  <a:pt x="631" y="886"/>
                </a:lnTo>
                <a:lnTo>
                  <a:pt x="610" y="885"/>
                </a:lnTo>
                <a:lnTo>
                  <a:pt x="590" y="884"/>
                </a:lnTo>
                <a:lnTo>
                  <a:pt x="570" y="882"/>
                </a:lnTo>
                <a:lnTo>
                  <a:pt x="550" y="880"/>
                </a:lnTo>
                <a:lnTo>
                  <a:pt x="529" y="878"/>
                </a:lnTo>
                <a:lnTo>
                  <a:pt x="509" y="875"/>
                </a:lnTo>
                <a:lnTo>
                  <a:pt x="490" y="872"/>
                </a:lnTo>
                <a:lnTo>
                  <a:pt x="470" y="868"/>
                </a:lnTo>
                <a:lnTo>
                  <a:pt x="450" y="864"/>
                </a:lnTo>
                <a:lnTo>
                  <a:pt x="431" y="860"/>
                </a:lnTo>
                <a:lnTo>
                  <a:pt x="412" y="855"/>
                </a:lnTo>
                <a:lnTo>
                  <a:pt x="393" y="850"/>
                </a:lnTo>
                <a:lnTo>
                  <a:pt x="375" y="844"/>
                </a:lnTo>
                <a:lnTo>
                  <a:pt x="356" y="838"/>
                </a:lnTo>
                <a:lnTo>
                  <a:pt x="338" y="831"/>
                </a:lnTo>
                <a:lnTo>
                  <a:pt x="320" y="824"/>
                </a:lnTo>
                <a:lnTo>
                  <a:pt x="303" y="817"/>
                </a:lnTo>
                <a:lnTo>
                  <a:pt x="286" y="809"/>
                </a:lnTo>
                <a:lnTo>
                  <a:pt x="269" y="801"/>
                </a:lnTo>
                <a:lnTo>
                  <a:pt x="253" y="793"/>
                </a:lnTo>
                <a:lnTo>
                  <a:pt x="237" y="784"/>
                </a:lnTo>
                <a:lnTo>
                  <a:pt x="220" y="775"/>
                </a:lnTo>
                <a:lnTo>
                  <a:pt x="205" y="766"/>
                </a:lnTo>
                <a:lnTo>
                  <a:pt x="191" y="756"/>
                </a:lnTo>
                <a:lnTo>
                  <a:pt x="176" y="746"/>
                </a:lnTo>
                <a:lnTo>
                  <a:pt x="163" y="736"/>
                </a:lnTo>
                <a:lnTo>
                  <a:pt x="149" y="726"/>
                </a:lnTo>
                <a:lnTo>
                  <a:pt x="137" y="715"/>
                </a:lnTo>
                <a:lnTo>
                  <a:pt x="124" y="704"/>
                </a:lnTo>
                <a:lnTo>
                  <a:pt x="113" y="692"/>
                </a:lnTo>
                <a:lnTo>
                  <a:pt x="102" y="681"/>
                </a:lnTo>
                <a:lnTo>
                  <a:pt x="91" y="669"/>
                </a:lnTo>
                <a:lnTo>
                  <a:pt x="81" y="657"/>
                </a:lnTo>
                <a:lnTo>
                  <a:pt x="71" y="643"/>
                </a:lnTo>
                <a:lnTo>
                  <a:pt x="62" y="631"/>
                </a:lnTo>
                <a:lnTo>
                  <a:pt x="54" y="618"/>
                </a:lnTo>
                <a:lnTo>
                  <a:pt x="46" y="605"/>
                </a:lnTo>
                <a:lnTo>
                  <a:pt x="39" y="592"/>
                </a:lnTo>
                <a:lnTo>
                  <a:pt x="32" y="579"/>
                </a:lnTo>
                <a:lnTo>
                  <a:pt x="26" y="566"/>
                </a:lnTo>
                <a:lnTo>
                  <a:pt x="21" y="553"/>
                </a:lnTo>
                <a:lnTo>
                  <a:pt x="16" y="539"/>
                </a:lnTo>
                <a:lnTo>
                  <a:pt x="12" y="526"/>
                </a:lnTo>
                <a:lnTo>
                  <a:pt x="8" y="512"/>
                </a:lnTo>
                <a:lnTo>
                  <a:pt x="5" y="498"/>
                </a:lnTo>
                <a:lnTo>
                  <a:pt x="3" y="484"/>
                </a:lnTo>
                <a:lnTo>
                  <a:pt x="2" y="470"/>
                </a:lnTo>
                <a:lnTo>
                  <a:pt x="1" y="457"/>
                </a:lnTo>
                <a:lnTo>
                  <a:pt x="0" y="443"/>
                </a:lnTo>
                <a:lnTo>
                  <a:pt x="1" y="429"/>
                </a:lnTo>
                <a:lnTo>
                  <a:pt x="2" y="415"/>
                </a:lnTo>
                <a:lnTo>
                  <a:pt x="3" y="401"/>
                </a:lnTo>
                <a:lnTo>
                  <a:pt x="5" y="387"/>
                </a:lnTo>
                <a:lnTo>
                  <a:pt x="8" y="373"/>
                </a:lnTo>
                <a:lnTo>
                  <a:pt x="12" y="360"/>
                </a:lnTo>
                <a:lnTo>
                  <a:pt x="16" y="346"/>
                </a:lnTo>
                <a:lnTo>
                  <a:pt x="21" y="333"/>
                </a:lnTo>
                <a:lnTo>
                  <a:pt x="26" y="319"/>
                </a:lnTo>
                <a:lnTo>
                  <a:pt x="32" y="306"/>
                </a:lnTo>
                <a:lnTo>
                  <a:pt x="39" y="293"/>
                </a:lnTo>
                <a:lnTo>
                  <a:pt x="46" y="280"/>
                </a:lnTo>
                <a:lnTo>
                  <a:pt x="54" y="267"/>
                </a:lnTo>
                <a:lnTo>
                  <a:pt x="62" y="254"/>
                </a:lnTo>
                <a:lnTo>
                  <a:pt x="71" y="242"/>
                </a:lnTo>
                <a:lnTo>
                  <a:pt x="81" y="230"/>
                </a:lnTo>
                <a:lnTo>
                  <a:pt x="91" y="218"/>
                </a:lnTo>
                <a:lnTo>
                  <a:pt x="102" y="206"/>
                </a:lnTo>
                <a:lnTo>
                  <a:pt x="113" y="194"/>
                </a:lnTo>
                <a:lnTo>
                  <a:pt x="124" y="183"/>
                </a:lnTo>
                <a:lnTo>
                  <a:pt x="137" y="172"/>
                </a:lnTo>
                <a:lnTo>
                  <a:pt x="149" y="161"/>
                </a:lnTo>
                <a:lnTo>
                  <a:pt x="163" y="150"/>
                </a:lnTo>
                <a:lnTo>
                  <a:pt x="176" y="140"/>
                </a:lnTo>
                <a:lnTo>
                  <a:pt x="191" y="130"/>
                </a:lnTo>
                <a:lnTo>
                  <a:pt x="205" y="120"/>
                </a:lnTo>
                <a:lnTo>
                  <a:pt x="220" y="111"/>
                </a:lnTo>
                <a:lnTo>
                  <a:pt x="237" y="102"/>
                </a:lnTo>
                <a:lnTo>
                  <a:pt x="253" y="93"/>
                </a:lnTo>
                <a:lnTo>
                  <a:pt x="269" y="85"/>
                </a:lnTo>
                <a:lnTo>
                  <a:pt x="286" y="77"/>
                </a:lnTo>
                <a:lnTo>
                  <a:pt x="303" y="69"/>
                </a:lnTo>
                <a:lnTo>
                  <a:pt x="320" y="62"/>
                </a:lnTo>
                <a:lnTo>
                  <a:pt x="338" y="55"/>
                </a:lnTo>
                <a:lnTo>
                  <a:pt x="356" y="49"/>
                </a:lnTo>
                <a:lnTo>
                  <a:pt x="375" y="42"/>
                </a:lnTo>
                <a:lnTo>
                  <a:pt x="393" y="37"/>
                </a:lnTo>
                <a:lnTo>
                  <a:pt x="412" y="31"/>
                </a:lnTo>
                <a:lnTo>
                  <a:pt x="431" y="27"/>
                </a:lnTo>
                <a:lnTo>
                  <a:pt x="450" y="22"/>
                </a:lnTo>
                <a:lnTo>
                  <a:pt x="470" y="18"/>
                </a:lnTo>
                <a:lnTo>
                  <a:pt x="490" y="14"/>
                </a:lnTo>
                <a:lnTo>
                  <a:pt x="509" y="11"/>
                </a:lnTo>
                <a:lnTo>
                  <a:pt x="529" y="8"/>
                </a:lnTo>
                <a:lnTo>
                  <a:pt x="550" y="6"/>
                </a:lnTo>
                <a:lnTo>
                  <a:pt x="570" y="4"/>
                </a:lnTo>
                <a:lnTo>
                  <a:pt x="590" y="2"/>
                </a:lnTo>
                <a:lnTo>
                  <a:pt x="610" y="1"/>
                </a:lnTo>
                <a:lnTo>
                  <a:pt x="631" y="1"/>
                </a:lnTo>
                <a:lnTo>
                  <a:pt x="651" y="0"/>
                </a:lnTo>
                <a:lnTo>
                  <a:pt x="672" y="1"/>
                </a:lnTo>
                <a:lnTo>
                  <a:pt x="692" y="1"/>
                </a:lnTo>
                <a:lnTo>
                  <a:pt x="712" y="2"/>
                </a:lnTo>
                <a:lnTo>
                  <a:pt x="733" y="4"/>
                </a:lnTo>
                <a:lnTo>
                  <a:pt x="753" y="6"/>
                </a:lnTo>
                <a:lnTo>
                  <a:pt x="773" y="8"/>
                </a:lnTo>
                <a:lnTo>
                  <a:pt x="793" y="11"/>
                </a:lnTo>
                <a:lnTo>
                  <a:pt x="813" y="14"/>
                </a:lnTo>
                <a:lnTo>
                  <a:pt x="833" y="18"/>
                </a:lnTo>
                <a:lnTo>
                  <a:pt x="852" y="22"/>
                </a:lnTo>
                <a:lnTo>
                  <a:pt x="871" y="27"/>
                </a:lnTo>
                <a:lnTo>
                  <a:pt x="891" y="31"/>
                </a:lnTo>
                <a:lnTo>
                  <a:pt x="909" y="37"/>
                </a:lnTo>
                <a:lnTo>
                  <a:pt x="928" y="42"/>
                </a:lnTo>
                <a:lnTo>
                  <a:pt x="946" y="49"/>
                </a:lnTo>
                <a:lnTo>
                  <a:pt x="964" y="55"/>
                </a:lnTo>
                <a:lnTo>
                  <a:pt x="982" y="62"/>
                </a:lnTo>
                <a:lnTo>
                  <a:pt x="999" y="69"/>
                </a:lnTo>
                <a:lnTo>
                  <a:pt x="1017" y="77"/>
                </a:lnTo>
                <a:lnTo>
                  <a:pt x="1033" y="85"/>
                </a:lnTo>
                <a:lnTo>
                  <a:pt x="1050" y="93"/>
                </a:lnTo>
                <a:lnTo>
                  <a:pt x="1066" y="102"/>
                </a:lnTo>
                <a:lnTo>
                  <a:pt x="1081" y="111"/>
                </a:lnTo>
                <a:lnTo>
                  <a:pt x="1096" y="120"/>
                </a:lnTo>
                <a:lnTo>
                  <a:pt x="1111" y="130"/>
                </a:lnTo>
                <a:lnTo>
                  <a:pt x="1125" y="140"/>
                </a:lnTo>
                <a:lnTo>
                  <a:pt x="1139" y="150"/>
                </a:lnTo>
                <a:lnTo>
                  <a:pt x="1152" y="161"/>
                </a:lnTo>
                <a:lnTo>
                  <a:pt x="1165" y="172"/>
                </a:lnTo>
                <a:lnTo>
                  <a:pt x="1177" y="183"/>
                </a:lnTo>
                <a:lnTo>
                  <a:pt x="1189" y="194"/>
                </a:lnTo>
                <a:lnTo>
                  <a:pt x="1200" y="206"/>
                </a:lnTo>
                <a:lnTo>
                  <a:pt x="1211" y="218"/>
                </a:lnTo>
                <a:lnTo>
                  <a:pt x="1221" y="230"/>
                </a:lnTo>
                <a:lnTo>
                  <a:pt x="1230" y="242"/>
                </a:lnTo>
                <a:lnTo>
                  <a:pt x="1239" y="254"/>
                </a:lnTo>
                <a:lnTo>
                  <a:pt x="1248" y="267"/>
                </a:lnTo>
                <a:lnTo>
                  <a:pt x="1256" y="280"/>
                </a:lnTo>
                <a:lnTo>
                  <a:pt x="1263" y="293"/>
                </a:lnTo>
                <a:lnTo>
                  <a:pt x="1269" y="306"/>
                </a:lnTo>
                <a:lnTo>
                  <a:pt x="1275" y="319"/>
                </a:lnTo>
                <a:lnTo>
                  <a:pt x="1281" y="333"/>
                </a:lnTo>
                <a:lnTo>
                  <a:pt x="1286" y="346"/>
                </a:lnTo>
                <a:lnTo>
                  <a:pt x="1290" y="360"/>
                </a:lnTo>
                <a:lnTo>
                  <a:pt x="1293" y="373"/>
                </a:lnTo>
                <a:lnTo>
                  <a:pt x="1296" y="387"/>
                </a:lnTo>
                <a:lnTo>
                  <a:pt x="1298" y="401"/>
                </a:lnTo>
                <a:lnTo>
                  <a:pt x="1300" y="415"/>
                </a:lnTo>
                <a:lnTo>
                  <a:pt x="1301" y="429"/>
                </a:lnTo>
                <a:lnTo>
                  <a:pt x="1301" y="443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3" name=""/>
          <p:cNvSpPr/>
          <p:nvPr/>
        </p:nvSpPr>
        <p:spPr>
          <a:xfrm>
            <a:off x="3885120" y="2782800"/>
            <a:ext cx="482040" cy="327960"/>
          </a:xfrm>
          <a:custGeom>
            <a:avLst/>
            <a:gdLst/>
            <a:ahLst/>
            <a:rect l="0" t="0" r="r" b="b"/>
            <a:pathLst>
              <a:path w="1339" h="911">
                <a:moveTo>
                  <a:pt x="1320" y="456"/>
                </a:moveTo>
                <a:lnTo>
                  <a:pt x="1320" y="442"/>
                </a:lnTo>
                <a:lnTo>
                  <a:pt x="1319" y="428"/>
                </a:lnTo>
                <a:lnTo>
                  <a:pt x="1317" y="414"/>
                </a:lnTo>
                <a:lnTo>
                  <a:pt x="1315" y="400"/>
                </a:lnTo>
                <a:lnTo>
                  <a:pt x="1312" y="386"/>
                </a:lnTo>
                <a:lnTo>
                  <a:pt x="1309" y="373"/>
                </a:lnTo>
                <a:lnTo>
                  <a:pt x="1305" y="359"/>
                </a:lnTo>
                <a:lnTo>
                  <a:pt x="1300" y="346"/>
                </a:lnTo>
                <a:lnTo>
                  <a:pt x="1294" y="332"/>
                </a:lnTo>
                <a:lnTo>
                  <a:pt x="1288" y="319"/>
                </a:lnTo>
                <a:lnTo>
                  <a:pt x="1282" y="306"/>
                </a:lnTo>
                <a:lnTo>
                  <a:pt x="1275" y="293"/>
                </a:lnTo>
                <a:lnTo>
                  <a:pt x="1267" y="280"/>
                </a:lnTo>
                <a:lnTo>
                  <a:pt x="1258" y="267"/>
                </a:lnTo>
                <a:lnTo>
                  <a:pt x="1249" y="255"/>
                </a:lnTo>
                <a:lnTo>
                  <a:pt x="1240" y="243"/>
                </a:lnTo>
                <a:lnTo>
                  <a:pt x="1230" y="231"/>
                </a:lnTo>
                <a:lnTo>
                  <a:pt x="1219" y="219"/>
                </a:lnTo>
                <a:lnTo>
                  <a:pt x="1208" y="207"/>
                </a:lnTo>
                <a:lnTo>
                  <a:pt x="1196" y="196"/>
                </a:lnTo>
                <a:lnTo>
                  <a:pt x="1184" y="185"/>
                </a:lnTo>
                <a:lnTo>
                  <a:pt x="1171" y="174"/>
                </a:lnTo>
                <a:lnTo>
                  <a:pt x="1158" y="163"/>
                </a:lnTo>
                <a:lnTo>
                  <a:pt x="1144" y="153"/>
                </a:lnTo>
                <a:lnTo>
                  <a:pt x="1130" y="143"/>
                </a:lnTo>
                <a:lnTo>
                  <a:pt x="1115" y="133"/>
                </a:lnTo>
                <a:lnTo>
                  <a:pt x="1100" y="124"/>
                </a:lnTo>
                <a:lnTo>
                  <a:pt x="1085" y="115"/>
                </a:lnTo>
                <a:lnTo>
                  <a:pt x="1069" y="106"/>
                </a:lnTo>
                <a:lnTo>
                  <a:pt x="1052" y="98"/>
                </a:lnTo>
                <a:lnTo>
                  <a:pt x="1036" y="90"/>
                </a:lnTo>
                <a:lnTo>
                  <a:pt x="1018" y="82"/>
                </a:lnTo>
                <a:lnTo>
                  <a:pt x="1001" y="75"/>
                </a:lnTo>
                <a:lnTo>
                  <a:pt x="983" y="68"/>
                </a:lnTo>
                <a:lnTo>
                  <a:pt x="965" y="62"/>
                </a:lnTo>
                <a:lnTo>
                  <a:pt x="947" y="55"/>
                </a:lnTo>
                <a:lnTo>
                  <a:pt x="928" y="50"/>
                </a:lnTo>
                <a:lnTo>
                  <a:pt x="910" y="44"/>
                </a:lnTo>
                <a:lnTo>
                  <a:pt x="890" y="40"/>
                </a:lnTo>
                <a:lnTo>
                  <a:pt x="871" y="35"/>
                </a:lnTo>
                <a:lnTo>
                  <a:pt x="852" y="31"/>
                </a:lnTo>
                <a:lnTo>
                  <a:pt x="832" y="27"/>
                </a:lnTo>
                <a:lnTo>
                  <a:pt x="812" y="24"/>
                </a:lnTo>
                <a:lnTo>
                  <a:pt x="792" y="21"/>
                </a:lnTo>
                <a:lnTo>
                  <a:pt x="772" y="19"/>
                </a:lnTo>
                <a:lnTo>
                  <a:pt x="752" y="17"/>
                </a:lnTo>
                <a:lnTo>
                  <a:pt x="731" y="15"/>
                </a:lnTo>
                <a:lnTo>
                  <a:pt x="711" y="14"/>
                </a:lnTo>
                <a:lnTo>
                  <a:pt x="691" y="14"/>
                </a:lnTo>
                <a:lnTo>
                  <a:pt x="670" y="13"/>
                </a:lnTo>
                <a:lnTo>
                  <a:pt x="650" y="14"/>
                </a:lnTo>
                <a:lnTo>
                  <a:pt x="629" y="14"/>
                </a:lnTo>
                <a:lnTo>
                  <a:pt x="609" y="15"/>
                </a:lnTo>
                <a:lnTo>
                  <a:pt x="589" y="17"/>
                </a:lnTo>
                <a:lnTo>
                  <a:pt x="568" y="19"/>
                </a:lnTo>
                <a:lnTo>
                  <a:pt x="547" y="21"/>
                </a:lnTo>
                <a:lnTo>
                  <a:pt x="527" y="24"/>
                </a:lnTo>
                <a:lnTo>
                  <a:pt x="508" y="27"/>
                </a:lnTo>
                <a:lnTo>
                  <a:pt x="488" y="31"/>
                </a:lnTo>
                <a:lnTo>
                  <a:pt x="468" y="35"/>
                </a:lnTo>
                <a:lnTo>
                  <a:pt x="449" y="40"/>
                </a:lnTo>
                <a:lnTo>
                  <a:pt x="430" y="44"/>
                </a:lnTo>
                <a:lnTo>
                  <a:pt x="411" y="50"/>
                </a:lnTo>
                <a:lnTo>
                  <a:pt x="393" y="55"/>
                </a:lnTo>
                <a:lnTo>
                  <a:pt x="374" y="62"/>
                </a:lnTo>
                <a:lnTo>
                  <a:pt x="356" y="68"/>
                </a:lnTo>
                <a:lnTo>
                  <a:pt x="338" y="75"/>
                </a:lnTo>
                <a:lnTo>
                  <a:pt x="321" y="82"/>
                </a:lnTo>
                <a:lnTo>
                  <a:pt x="304" y="90"/>
                </a:lnTo>
                <a:lnTo>
                  <a:pt x="287" y="98"/>
                </a:lnTo>
                <a:lnTo>
                  <a:pt x="271" y="106"/>
                </a:lnTo>
                <a:lnTo>
                  <a:pt x="255" y="115"/>
                </a:lnTo>
                <a:lnTo>
                  <a:pt x="239" y="124"/>
                </a:lnTo>
                <a:lnTo>
                  <a:pt x="224" y="133"/>
                </a:lnTo>
                <a:lnTo>
                  <a:pt x="210" y="143"/>
                </a:lnTo>
                <a:lnTo>
                  <a:pt x="195" y="153"/>
                </a:lnTo>
                <a:lnTo>
                  <a:pt x="182" y="163"/>
                </a:lnTo>
                <a:lnTo>
                  <a:pt x="168" y="174"/>
                </a:lnTo>
                <a:lnTo>
                  <a:pt x="156" y="185"/>
                </a:lnTo>
                <a:lnTo>
                  <a:pt x="143" y="196"/>
                </a:lnTo>
                <a:lnTo>
                  <a:pt x="132" y="207"/>
                </a:lnTo>
                <a:lnTo>
                  <a:pt x="121" y="219"/>
                </a:lnTo>
                <a:lnTo>
                  <a:pt x="110" y="231"/>
                </a:lnTo>
                <a:lnTo>
                  <a:pt x="100" y="243"/>
                </a:lnTo>
                <a:lnTo>
                  <a:pt x="90" y="255"/>
                </a:lnTo>
                <a:lnTo>
                  <a:pt x="81" y="267"/>
                </a:lnTo>
                <a:lnTo>
                  <a:pt x="73" y="280"/>
                </a:lnTo>
                <a:lnTo>
                  <a:pt x="65" y="293"/>
                </a:lnTo>
                <a:lnTo>
                  <a:pt x="58" y="306"/>
                </a:lnTo>
                <a:lnTo>
                  <a:pt x="51" y="319"/>
                </a:lnTo>
                <a:lnTo>
                  <a:pt x="45" y="332"/>
                </a:lnTo>
                <a:lnTo>
                  <a:pt x="40" y="346"/>
                </a:lnTo>
                <a:lnTo>
                  <a:pt x="35" y="359"/>
                </a:lnTo>
                <a:lnTo>
                  <a:pt x="31" y="373"/>
                </a:lnTo>
                <a:lnTo>
                  <a:pt x="27" y="386"/>
                </a:lnTo>
                <a:lnTo>
                  <a:pt x="24" y="400"/>
                </a:lnTo>
                <a:lnTo>
                  <a:pt x="22" y="414"/>
                </a:lnTo>
                <a:lnTo>
                  <a:pt x="21" y="428"/>
                </a:lnTo>
                <a:lnTo>
                  <a:pt x="20" y="442"/>
                </a:lnTo>
                <a:lnTo>
                  <a:pt x="19" y="456"/>
                </a:lnTo>
                <a:lnTo>
                  <a:pt x="20" y="470"/>
                </a:lnTo>
                <a:lnTo>
                  <a:pt x="21" y="483"/>
                </a:lnTo>
                <a:lnTo>
                  <a:pt x="22" y="497"/>
                </a:lnTo>
                <a:lnTo>
                  <a:pt x="24" y="511"/>
                </a:lnTo>
                <a:lnTo>
                  <a:pt x="27" y="525"/>
                </a:lnTo>
                <a:lnTo>
                  <a:pt x="31" y="539"/>
                </a:lnTo>
                <a:lnTo>
                  <a:pt x="35" y="552"/>
                </a:lnTo>
                <a:lnTo>
                  <a:pt x="40" y="566"/>
                </a:lnTo>
                <a:lnTo>
                  <a:pt x="45" y="579"/>
                </a:lnTo>
                <a:lnTo>
                  <a:pt x="51" y="592"/>
                </a:lnTo>
                <a:lnTo>
                  <a:pt x="58" y="605"/>
                </a:lnTo>
                <a:lnTo>
                  <a:pt x="65" y="618"/>
                </a:lnTo>
                <a:lnTo>
                  <a:pt x="73" y="631"/>
                </a:lnTo>
                <a:lnTo>
                  <a:pt x="81" y="644"/>
                </a:lnTo>
                <a:lnTo>
                  <a:pt x="90" y="656"/>
                </a:lnTo>
                <a:lnTo>
                  <a:pt x="100" y="669"/>
                </a:lnTo>
                <a:lnTo>
                  <a:pt x="110" y="681"/>
                </a:lnTo>
                <a:lnTo>
                  <a:pt x="121" y="693"/>
                </a:lnTo>
                <a:lnTo>
                  <a:pt x="132" y="704"/>
                </a:lnTo>
                <a:lnTo>
                  <a:pt x="143" y="716"/>
                </a:lnTo>
                <a:lnTo>
                  <a:pt x="156" y="727"/>
                </a:lnTo>
                <a:lnTo>
                  <a:pt x="168" y="738"/>
                </a:lnTo>
                <a:lnTo>
                  <a:pt x="182" y="748"/>
                </a:lnTo>
                <a:lnTo>
                  <a:pt x="195" y="758"/>
                </a:lnTo>
                <a:lnTo>
                  <a:pt x="210" y="768"/>
                </a:lnTo>
                <a:lnTo>
                  <a:pt x="224" y="778"/>
                </a:lnTo>
                <a:lnTo>
                  <a:pt x="239" y="787"/>
                </a:lnTo>
                <a:lnTo>
                  <a:pt x="255" y="796"/>
                </a:lnTo>
                <a:lnTo>
                  <a:pt x="271" y="805"/>
                </a:lnTo>
                <a:lnTo>
                  <a:pt x="287" y="813"/>
                </a:lnTo>
                <a:lnTo>
                  <a:pt x="304" y="821"/>
                </a:lnTo>
                <a:lnTo>
                  <a:pt x="321" y="829"/>
                </a:lnTo>
                <a:lnTo>
                  <a:pt x="338" y="836"/>
                </a:lnTo>
                <a:lnTo>
                  <a:pt x="356" y="843"/>
                </a:lnTo>
                <a:lnTo>
                  <a:pt x="374" y="850"/>
                </a:lnTo>
                <a:lnTo>
                  <a:pt x="393" y="856"/>
                </a:lnTo>
                <a:lnTo>
                  <a:pt x="411" y="862"/>
                </a:lnTo>
                <a:lnTo>
                  <a:pt x="430" y="867"/>
                </a:lnTo>
                <a:lnTo>
                  <a:pt x="449" y="872"/>
                </a:lnTo>
                <a:lnTo>
                  <a:pt x="468" y="876"/>
                </a:lnTo>
                <a:lnTo>
                  <a:pt x="488" y="880"/>
                </a:lnTo>
                <a:lnTo>
                  <a:pt x="508" y="884"/>
                </a:lnTo>
                <a:lnTo>
                  <a:pt x="527" y="887"/>
                </a:lnTo>
                <a:lnTo>
                  <a:pt x="547" y="890"/>
                </a:lnTo>
                <a:lnTo>
                  <a:pt x="568" y="892"/>
                </a:lnTo>
                <a:lnTo>
                  <a:pt x="589" y="894"/>
                </a:lnTo>
                <a:lnTo>
                  <a:pt x="609" y="896"/>
                </a:lnTo>
                <a:lnTo>
                  <a:pt x="629" y="897"/>
                </a:lnTo>
                <a:lnTo>
                  <a:pt x="650" y="898"/>
                </a:lnTo>
                <a:lnTo>
                  <a:pt x="670" y="898"/>
                </a:lnTo>
                <a:lnTo>
                  <a:pt x="691" y="898"/>
                </a:lnTo>
                <a:lnTo>
                  <a:pt x="711" y="897"/>
                </a:lnTo>
                <a:lnTo>
                  <a:pt x="731" y="896"/>
                </a:lnTo>
                <a:lnTo>
                  <a:pt x="752" y="894"/>
                </a:lnTo>
                <a:lnTo>
                  <a:pt x="772" y="892"/>
                </a:lnTo>
                <a:lnTo>
                  <a:pt x="792" y="890"/>
                </a:lnTo>
                <a:lnTo>
                  <a:pt x="812" y="887"/>
                </a:lnTo>
                <a:lnTo>
                  <a:pt x="832" y="884"/>
                </a:lnTo>
                <a:lnTo>
                  <a:pt x="852" y="880"/>
                </a:lnTo>
                <a:lnTo>
                  <a:pt x="871" y="876"/>
                </a:lnTo>
                <a:lnTo>
                  <a:pt x="890" y="872"/>
                </a:lnTo>
                <a:lnTo>
                  <a:pt x="910" y="867"/>
                </a:lnTo>
                <a:lnTo>
                  <a:pt x="928" y="862"/>
                </a:lnTo>
                <a:lnTo>
                  <a:pt x="947" y="856"/>
                </a:lnTo>
                <a:lnTo>
                  <a:pt x="965" y="850"/>
                </a:lnTo>
                <a:lnTo>
                  <a:pt x="983" y="843"/>
                </a:lnTo>
                <a:lnTo>
                  <a:pt x="1001" y="836"/>
                </a:lnTo>
                <a:lnTo>
                  <a:pt x="1018" y="829"/>
                </a:lnTo>
                <a:lnTo>
                  <a:pt x="1036" y="821"/>
                </a:lnTo>
                <a:lnTo>
                  <a:pt x="1052" y="813"/>
                </a:lnTo>
                <a:lnTo>
                  <a:pt x="1069" y="805"/>
                </a:lnTo>
                <a:lnTo>
                  <a:pt x="1085" y="796"/>
                </a:lnTo>
                <a:lnTo>
                  <a:pt x="1100" y="787"/>
                </a:lnTo>
                <a:lnTo>
                  <a:pt x="1115" y="778"/>
                </a:lnTo>
                <a:lnTo>
                  <a:pt x="1130" y="768"/>
                </a:lnTo>
                <a:lnTo>
                  <a:pt x="1144" y="758"/>
                </a:lnTo>
                <a:lnTo>
                  <a:pt x="1158" y="748"/>
                </a:lnTo>
                <a:lnTo>
                  <a:pt x="1171" y="738"/>
                </a:lnTo>
                <a:lnTo>
                  <a:pt x="1184" y="727"/>
                </a:lnTo>
                <a:lnTo>
                  <a:pt x="1196" y="716"/>
                </a:lnTo>
                <a:lnTo>
                  <a:pt x="1208" y="704"/>
                </a:lnTo>
                <a:lnTo>
                  <a:pt x="1219" y="693"/>
                </a:lnTo>
                <a:lnTo>
                  <a:pt x="1230" y="681"/>
                </a:lnTo>
                <a:lnTo>
                  <a:pt x="1240" y="669"/>
                </a:lnTo>
                <a:lnTo>
                  <a:pt x="1249" y="656"/>
                </a:lnTo>
                <a:lnTo>
                  <a:pt x="1258" y="644"/>
                </a:lnTo>
                <a:lnTo>
                  <a:pt x="1267" y="631"/>
                </a:lnTo>
                <a:lnTo>
                  <a:pt x="1275" y="618"/>
                </a:lnTo>
                <a:lnTo>
                  <a:pt x="1282" y="605"/>
                </a:lnTo>
                <a:lnTo>
                  <a:pt x="1288" y="592"/>
                </a:lnTo>
                <a:lnTo>
                  <a:pt x="1294" y="579"/>
                </a:lnTo>
                <a:lnTo>
                  <a:pt x="1300" y="566"/>
                </a:lnTo>
                <a:lnTo>
                  <a:pt x="1305" y="552"/>
                </a:lnTo>
                <a:lnTo>
                  <a:pt x="1309" y="539"/>
                </a:lnTo>
                <a:lnTo>
                  <a:pt x="1312" y="525"/>
                </a:lnTo>
                <a:lnTo>
                  <a:pt x="1315" y="511"/>
                </a:lnTo>
                <a:lnTo>
                  <a:pt x="1317" y="497"/>
                </a:lnTo>
                <a:lnTo>
                  <a:pt x="1319" y="483"/>
                </a:lnTo>
                <a:lnTo>
                  <a:pt x="1320" y="470"/>
                </a:lnTo>
                <a:lnTo>
                  <a:pt x="1320" y="456"/>
                </a:lnTo>
                <a:moveTo>
                  <a:pt x="1339" y="456"/>
                </a:moveTo>
                <a:lnTo>
                  <a:pt x="1339" y="470"/>
                </a:lnTo>
                <a:lnTo>
                  <a:pt x="1338" y="484"/>
                </a:lnTo>
                <a:lnTo>
                  <a:pt x="1336" y="498"/>
                </a:lnTo>
                <a:lnTo>
                  <a:pt x="1334" y="513"/>
                </a:lnTo>
                <a:lnTo>
                  <a:pt x="1331" y="527"/>
                </a:lnTo>
                <a:lnTo>
                  <a:pt x="1327" y="541"/>
                </a:lnTo>
                <a:lnTo>
                  <a:pt x="1323" y="555"/>
                </a:lnTo>
                <a:lnTo>
                  <a:pt x="1318" y="569"/>
                </a:lnTo>
                <a:lnTo>
                  <a:pt x="1313" y="583"/>
                </a:lnTo>
                <a:lnTo>
                  <a:pt x="1306" y="596"/>
                </a:lnTo>
                <a:lnTo>
                  <a:pt x="1300" y="610"/>
                </a:lnTo>
                <a:lnTo>
                  <a:pt x="1292" y="623"/>
                </a:lnTo>
                <a:lnTo>
                  <a:pt x="1284" y="636"/>
                </a:lnTo>
                <a:lnTo>
                  <a:pt x="1275" y="649"/>
                </a:lnTo>
                <a:lnTo>
                  <a:pt x="1266" y="662"/>
                </a:lnTo>
                <a:lnTo>
                  <a:pt x="1256" y="675"/>
                </a:lnTo>
                <a:lnTo>
                  <a:pt x="1246" y="687"/>
                </a:lnTo>
                <a:lnTo>
                  <a:pt x="1235" y="700"/>
                </a:lnTo>
                <a:lnTo>
                  <a:pt x="1223" y="711"/>
                </a:lnTo>
                <a:lnTo>
                  <a:pt x="1211" y="723"/>
                </a:lnTo>
                <a:lnTo>
                  <a:pt x="1199" y="735"/>
                </a:lnTo>
                <a:lnTo>
                  <a:pt x="1186" y="746"/>
                </a:lnTo>
                <a:lnTo>
                  <a:pt x="1172" y="757"/>
                </a:lnTo>
                <a:lnTo>
                  <a:pt x="1158" y="767"/>
                </a:lnTo>
                <a:lnTo>
                  <a:pt x="1143" y="777"/>
                </a:lnTo>
                <a:lnTo>
                  <a:pt x="1128" y="787"/>
                </a:lnTo>
                <a:lnTo>
                  <a:pt x="1113" y="797"/>
                </a:lnTo>
                <a:lnTo>
                  <a:pt x="1097" y="806"/>
                </a:lnTo>
                <a:lnTo>
                  <a:pt x="1080" y="815"/>
                </a:lnTo>
                <a:lnTo>
                  <a:pt x="1063" y="824"/>
                </a:lnTo>
                <a:lnTo>
                  <a:pt x="1046" y="832"/>
                </a:lnTo>
                <a:lnTo>
                  <a:pt x="1029" y="840"/>
                </a:lnTo>
                <a:lnTo>
                  <a:pt x="1011" y="847"/>
                </a:lnTo>
                <a:lnTo>
                  <a:pt x="992" y="854"/>
                </a:lnTo>
                <a:lnTo>
                  <a:pt x="974" y="861"/>
                </a:lnTo>
                <a:lnTo>
                  <a:pt x="955" y="867"/>
                </a:lnTo>
                <a:lnTo>
                  <a:pt x="936" y="873"/>
                </a:lnTo>
                <a:lnTo>
                  <a:pt x="916" y="879"/>
                </a:lnTo>
                <a:lnTo>
                  <a:pt x="897" y="884"/>
                </a:lnTo>
                <a:lnTo>
                  <a:pt x="877" y="889"/>
                </a:lnTo>
                <a:lnTo>
                  <a:pt x="857" y="893"/>
                </a:lnTo>
                <a:lnTo>
                  <a:pt x="837" y="896"/>
                </a:lnTo>
                <a:lnTo>
                  <a:pt x="816" y="900"/>
                </a:lnTo>
                <a:lnTo>
                  <a:pt x="796" y="903"/>
                </a:lnTo>
                <a:lnTo>
                  <a:pt x="775" y="905"/>
                </a:lnTo>
                <a:lnTo>
                  <a:pt x="754" y="907"/>
                </a:lnTo>
                <a:lnTo>
                  <a:pt x="733" y="909"/>
                </a:lnTo>
                <a:lnTo>
                  <a:pt x="712" y="910"/>
                </a:lnTo>
                <a:lnTo>
                  <a:pt x="691" y="911"/>
                </a:lnTo>
                <a:lnTo>
                  <a:pt x="670" y="911"/>
                </a:lnTo>
                <a:lnTo>
                  <a:pt x="649" y="911"/>
                </a:lnTo>
                <a:lnTo>
                  <a:pt x="628" y="910"/>
                </a:lnTo>
                <a:lnTo>
                  <a:pt x="607" y="909"/>
                </a:lnTo>
                <a:lnTo>
                  <a:pt x="586" y="907"/>
                </a:lnTo>
                <a:lnTo>
                  <a:pt x="565" y="905"/>
                </a:lnTo>
                <a:lnTo>
                  <a:pt x="544" y="903"/>
                </a:lnTo>
                <a:lnTo>
                  <a:pt x="523" y="900"/>
                </a:lnTo>
                <a:lnTo>
                  <a:pt x="503" y="896"/>
                </a:lnTo>
                <a:lnTo>
                  <a:pt x="483" y="893"/>
                </a:lnTo>
                <a:lnTo>
                  <a:pt x="463" y="889"/>
                </a:lnTo>
                <a:lnTo>
                  <a:pt x="443" y="884"/>
                </a:lnTo>
                <a:lnTo>
                  <a:pt x="423" y="879"/>
                </a:lnTo>
                <a:lnTo>
                  <a:pt x="404" y="873"/>
                </a:lnTo>
                <a:lnTo>
                  <a:pt x="384" y="867"/>
                </a:lnTo>
                <a:lnTo>
                  <a:pt x="366" y="861"/>
                </a:lnTo>
                <a:lnTo>
                  <a:pt x="347" y="854"/>
                </a:lnTo>
                <a:lnTo>
                  <a:pt x="329" y="847"/>
                </a:lnTo>
                <a:lnTo>
                  <a:pt x="311" y="840"/>
                </a:lnTo>
                <a:lnTo>
                  <a:pt x="293" y="832"/>
                </a:lnTo>
                <a:lnTo>
                  <a:pt x="276" y="824"/>
                </a:lnTo>
                <a:lnTo>
                  <a:pt x="259" y="815"/>
                </a:lnTo>
                <a:lnTo>
                  <a:pt x="243" y="806"/>
                </a:lnTo>
                <a:lnTo>
                  <a:pt x="227" y="797"/>
                </a:lnTo>
                <a:lnTo>
                  <a:pt x="211" y="787"/>
                </a:lnTo>
                <a:lnTo>
                  <a:pt x="196" y="777"/>
                </a:lnTo>
                <a:lnTo>
                  <a:pt x="182" y="767"/>
                </a:lnTo>
                <a:lnTo>
                  <a:pt x="168" y="757"/>
                </a:lnTo>
                <a:lnTo>
                  <a:pt x="154" y="746"/>
                </a:lnTo>
                <a:lnTo>
                  <a:pt x="141" y="735"/>
                </a:lnTo>
                <a:lnTo>
                  <a:pt x="128" y="723"/>
                </a:lnTo>
                <a:lnTo>
                  <a:pt x="116" y="711"/>
                </a:lnTo>
                <a:lnTo>
                  <a:pt x="105" y="700"/>
                </a:lnTo>
                <a:lnTo>
                  <a:pt x="94" y="687"/>
                </a:lnTo>
                <a:lnTo>
                  <a:pt x="83" y="675"/>
                </a:lnTo>
                <a:lnTo>
                  <a:pt x="73" y="662"/>
                </a:lnTo>
                <a:lnTo>
                  <a:pt x="64" y="649"/>
                </a:lnTo>
                <a:lnTo>
                  <a:pt x="55" y="636"/>
                </a:lnTo>
                <a:lnTo>
                  <a:pt x="47" y="623"/>
                </a:lnTo>
                <a:lnTo>
                  <a:pt x="40" y="610"/>
                </a:lnTo>
                <a:lnTo>
                  <a:pt x="33" y="596"/>
                </a:lnTo>
                <a:lnTo>
                  <a:pt x="27" y="583"/>
                </a:lnTo>
                <a:lnTo>
                  <a:pt x="21" y="569"/>
                </a:lnTo>
                <a:lnTo>
                  <a:pt x="17" y="555"/>
                </a:lnTo>
                <a:lnTo>
                  <a:pt x="12" y="541"/>
                </a:lnTo>
                <a:lnTo>
                  <a:pt x="9" y="527"/>
                </a:lnTo>
                <a:lnTo>
                  <a:pt x="6" y="513"/>
                </a:lnTo>
                <a:lnTo>
                  <a:pt x="3" y="498"/>
                </a:lnTo>
                <a:lnTo>
                  <a:pt x="2" y="484"/>
                </a:lnTo>
                <a:lnTo>
                  <a:pt x="1" y="470"/>
                </a:lnTo>
                <a:lnTo>
                  <a:pt x="0" y="456"/>
                </a:lnTo>
                <a:lnTo>
                  <a:pt x="1" y="441"/>
                </a:lnTo>
                <a:lnTo>
                  <a:pt x="2" y="427"/>
                </a:lnTo>
                <a:lnTo>
                  <a:pt x="3" y="413"/>
                </a:lnTo>
                <a:lnTo>
                  <a:pt x="6" y="399"/>
                </a:lnTo>
                <a:lnTo>
                  <a:pt x="9" y="384"/>
                </a:lnTo>
                <a:lnTo>
                  <a:pt x="12" y="370"/>
                </a:lnTo>
                <a:lnTo>
                  <a:pt x="17" y="356"/>
                </a:lnTo>
                <a:lnTo>
                  <a:pt x="21" y="342"/>
                </a:lnTo>
                <a:lnTo>
                  <a:pt x="27" y="329"/>
                </a:lnTo>
                <a:lnTo>
                  <a:pt x="33" y="315"/>
                </a:lnTo>
                <a:lnTo>
                  <a:pt x="40" y="301"/>
                </a:lnTo>
                <a:lnTo>
                  <a:pt x="47" y="288"/>
                </a:lnTo>
                <a:lnTo>
                  <a:pt x="55" y="275"/>
                </a:lnTo>
                <a:lnTo>
                  <a:pt x="64" y="262"/>
                </a:lnTo>
                <a:lnTo>
                  <a:pt x="73" y="249"/>
                </a:lnTo>
                <a:lnTo>
                  <a:pt x="83" y="236"/>
                </a:lnTo>
                <a:lnTo>
                  <a:pt x="94" y="224"/>
                </a:lnTo>
                <a:lnTo>
                  <a:pt x="105" y="212"/>
                </a:lnTo>
                <a:lnTo>
                  <a:pt x="116" y="200"/>
                </a:lnTo>
                <a:lnTo>
                  <a:pt x="128" y="188"/>
                </a:lnTo>
                <a:lnTo>
                  <a:pt x="141" y="177"/>
                </a:lnTo>
                <a:lnTo>
                  <a:pt x="154" y="166"/>
                </a:lnTo>
                <a:lnTo>
                  <a:pt x="168" y="155"/>
                </a:lnTo>
                <a:lnTo>
                  <a:pt x="182" y="144"/>
                </a:lnTo>
                <a:lnTo>
                  <a:pt x="196" y="134"/>
                </a:lnTo>
                <a:lnTo>
                  <a:pt x="211" y="124"/>
                </a:lnTo>
                <a:lnTo>
                  <a:pt x="227" y="114"/>
                </a:lnTo>
                <a:lnTo>
                  <a:pt x="243" y="105"/>
                </a:lnTo>
                <a:lnTo>
                  <a:pt x="259" y="96"/>
                </a:lnTo>
                <a:lnTo>
                  <a:pt x="276" y="87"/>
                </a:lnTo>
                <a:lnTo>
                  <a:pt x="293" y="79"/>
                </a:lnTo>
                <a:lnTo>
                  <a:pt x="311" y="71"/>
                </a:lnTo>
                <a:lnTo>
                  <a:pt x="329" y="64"/>
                </a:lnTo>
                <a:lnTo>
                  <a:pt x="347" y="57"/>
                </a:lnTo>
                <a:lnTo>
                  <a:pt x="366" y="50"/>
                </a:lnTo>
                <a:lnTo>
                  <a:pt x="384" y="44"/>
                </a:lnTo>
                <a:lnTo>
                  <a:pt x="404" y="38"/>
                </a:lnTo>
                <a:lnTo>
                  <a:pt x="423" y="32"/>
                </a:lnTo>
                <a:lnTo>
                  <a:pt x="443" y="27"/>
                </a:lnTo>
                <a:lnTo>
                  <a:pt x="463" y="23"/>
                </a:lnTo>
                <a:lnTo>
                  <a:pt x="483" y="19"/>
                </a:lnTo>
                <a:lnTo>
                  <a:pt x="503" y="15"/>
                </a:lnTo>
                <a:lnTo>
                  <a:pt x="523" y="11"/>
                </a:lnTo>
                <a:lnTo>
                  <a:pt x="544" y="9"/>
                </a:lnTo>
                <a:lnTo>
                  <a:pt x="565" y="6"/>
                </a:lnTo>
                <a:lnTo>
                  <a:pt x="586" y="3"/>
                </a:lnTo>
                <a:lnTo>
                  <a:pt x="607" y="2"/>
                </a:lnTo>
                <a:lnTo>
                  <a:pt x="628" y="0"/>
                </a:lnTo>
                <a:lnTo>
                  <a:pt x="649" y="0"/>
                </a:lnTo>
                <a:lnTo>
                  <a:pt x="670" y="0"/>
                </a:lnTo>
                <a:lnTo>
                  <a:pt x="691" y="0"/>
                </a:lnTo>
                <a:lnTo>
                  <a:pt x="712" y="0"/>
                </a:lnTo>
                <a:lnTo>
                  <a:pt x="733" y="2"/>
                </a:lnTo>
                <a:lnTo>
                  <a:pt x="754" y="3"/>
                </a:lnTo>
                <a:lnTo>
                  <a:pt x="775" y="6"/>
                </a:lnTo>
                <a:lnTo>
                  <a:pt x="796" y="9"/>
                </a:lnTo>
                <a:lnTo>
                  <a:pt x="816" y="11"/>
                </a:lnTo>
                <a:lnTo>
                  <a:pt x="837" y="15"/>
                </a:lnTo>
                <a:lnTo>
                  <a:pt x="857" y="19"/>
                </a:lnTo>
                <a:lnTo>
                  <a:pt x="877" y="23"/>
                </a:lnTo>
                <a:lnTo>
                  <a:pt x="897" y="27"/>
                </a:lnTo>
                <a:lnTo>
                  <a:pt x="916" y="32"/>
                </a:lnTo>
                <a:lnTo>
                  <a:pt x="936" y="38"/>
                </a:lnTo>
                <a:lnTo>
                  <a:pt x="955" y="44"/>
                </a:lnTo>
                <a:lnTo>
                  <a:pt x="974" y="50"/>
                </a:lnTo>
                <a:lnTo>
                  <a:pt x="992" y="57"/>
                </a:lnTo>
                <a:lnTo>
                  <a:pt x="1011" y="64"/>
                </a:lnTo>
                <a:lnTo>
                  <a:pt x="1029" y="71"/>
                </a:lnTo>
                <a:lnTo>
                  <a:pt x="1046" y="79"/>
                </a:lnTo>
                <a:lnTo>
                  <a:pt x="1063" y="87"/>
                </a:lnTo>
                <a:lnTo>
                  <a:pt x="1080" y="96"/>
                </a:lnTo>
                <a:lnTo>
                  <a:pt x="1097" y="105"/>
                </a:lnTo>
                <a:lnTo>
                  <a:pt x="1113" y="114"/>
                </a:lnTo>
                <a:lnTo>
                  <a:pt x="1128" y="124"/>
                </a:lnTo>
                <a:lnTo>
                  <a:pt x="1143" y="134"/>
                </a:lnTo>
                <a:lnTo>
                  <a:pt x="1158" y="144"/>
                </a:lnTo>
                <a:lnTo>
                  <a:pt x="1172" y="155"/>
                </a:lnTo>
                <a:lnTo>
                  <a:pt x="1186" y="166"/>
                </a:lnTo>
                <a:lnTo>
                  <a:pt x="1199" y="177"/>
                </a:lnTo>
                <a:lnTo>
                  <a:pt x="1211" y="188"/>
                </a:lnTo>
                <a:lnTo>
                  <a:pt x="1223" y="200"/>
                </a:lnTo>
                <a:lnTo>
                  <a:pt x="1235" y="212"/>
                </a:lnTo>
                <a:lnTo>
                  <a:pt x="1246" y="224"/>
                </a:lnTo>
                <a:lnTo>
                  <a:pt x="1256" y="236"/>
                </a:lnTo>
                <a:lnTo>
                  <a:pt x="1266" y="249"/>
                </a:lnTo>
                <a:lnTo>
                  <a:pt x="1275" y="262"/>
                </a:lnTo>
                <a:lnTo>
                  <a:pt x="1284" y="275"/>
                </a:lnTo>
                <a:lnTo>
                  <a:pt x="1292" y="288"/>
                </a:lnTo>
                <a:lnTo>
                  <a:pt x="1300" y="301"/>
                </a:lnTo>
                <a:lnTo>
                  <a:pt x="1306" y="315"/>
                </a:lnTo>
                <a:lnTo>
                  <a:pt x="1313" y="329"/>
                </a:lnTo>
                <a:lnTo>
                  <a:pt x="1318" y="342"/>
                </a:lnTo>
                <a:lnTo>
                  <a:pt x="1323" y="356"/>
                </a:lnTo>
                <a:lnTo>
                  <a:pt x="1327" y="370"/>
                </a:lnTo>
                <a:lnTo>
                  <a:pt x="1331" y="384"/>
                </a:lnTo>
                <a:lnTo>
                  <a:pt x="1334" y="399"/>
                </a:lnTo>
                <a:lnTo>
                  <a:pt x="1336" y="413"/>
                </a:lnTo>
                <a:lnTo>
                  <a:pt x="1338" y="427"/>
                </a:lnTo>
                <a:lnTo>
                  <a:pt x="1339" y="441"/>
                </a:lnTo>
                <a:lnTo>
                  <a:pt x="1339" y="456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4" name=""/>
          <p:cNvSpPr/>
          <p:nvPr/>
        </p:nvSpPr>
        <p:spPr>
          <a:xfrm>
            <a:off x="3879720" y="2778840"/>
            <a:ext cx="492840" cy="335520"/>
          </a:xfrm>
          <a:custGeom>
            <a:avLst/>
            <a:gdLst/>
            <a:ahLst/>
            <a:rect l="0" t="0" r="r" b="b"/>
            <a:pathLst>
              <a:path w="1369" h="932">
                <a:moveTo>
                  <a:pt x="1354" y="467"/>
                </a:moveTo>
                <a:lnTo>
                  <a:pt x="1354" y="452"/>
                </a:lnTo>
                <a:lnTo>
                  <a:pt x="1353" y="438"/>
                </a:lnTo>
                <a:lnTo>
                  <a:pt x="1351" y="424"/>
                </a:lnTo>
                <a:lnTo>
                  <a:pt x="1349" y="410"/>
                </a:lnTo>
                <a:lnTo>
                  <a:pt x="1346" y="395"/>
                </a:lnTo>
                <a:lnTo>
                  <a:pt x="1342" y="381"/>
                </a:lnTo>
                <a:lnTo>
                  <a:pt x="1338" y="367"/>
                </a:lnTo>
                <a:lnTo>
                  <a:pt x="1333" y="353"/>
                </a:lnTo>
                <a:lnTo>
                  <a:pt x="1328" y="340"/>
                </a:lnTo>
                <a:lnTo>
                  <a:pt x="1321" y="326"/>
                </a:lnTo>
                <a:lnTo>
                  <a:pt x="1315" y="312"/>
                </a:lnTo>
                <a:lnTo>
                  <a:pt x="1307" y="299"/>
                </a:lnTo>
                <a:lnTo>
                  <a:pt x="1299" y="286"/>
                </a:lnTo>
                <a:lnTo>
                  <a:pt x="1290" y="273"/>
                </a:lnTo>
                <a:lnTo>
                  <a:pt x="1281" y="260"/>
                </a:lnTo>
                <a:lnTo>
                  <a:pt x="1271" y="247"/>
                </a:lnTo>
                <a:lnTo>
                  <a:pt x="1261" y="235"/>
                </a:lnTo>
                <a:lnTo>
                  <a:pt x="1250" y="223"/>
                </a:lnTo>
                <a:lnTo>
                  <a:pt x="1238" y="211"/>
                </a:lnTo>
                <a:lnTo>
                  <a:pt x="1226" y="199"/>
                </a:lnTo>
                <a:lnTo>
                  <a:pt x="1214" y="188"/>
                </a:lnTo>
                <a:lnTo>
                  <a:pt x="1201" y="176"/>
                </a:lnTo>
                <a:lnTo>
                  <a:pt x="1187" y="165"/>
                </a:lnTo>
                <a:lnTo>
                  <a:pt x="1173" y="154"/>
                </a:lnTo>
                <a:lnTo>
                  <a:pt x="1158" y="144"/>
                </a:lnTo>
                <a:lnTo>
                  <a:pt x="1143" y="134"/>
                </a:lnTo>
                <a:lnTo>
                  <a:pt x="1128" y="124"/>
                </a:lnTo>
                <a:lnTo>
                  <a:pt x="1112" y="115"/>
                </a:lnTo>
                <a:lnTo>
                  <a:pt x="1095" y="106"/>
                </a:lnTo>
                <a:lnTo>
                  <a:pt x="1078" y="97"/>
                </a:lnTo>
                <a:lnTo>
                  <a:pt x="1061" y="89"/>
                </a:lnTo>
                <a:lnTo>
                  <a:pt x="1044" y="81"/>
                </a:lnTo>
                <a:lnTo>
                  <a:pt x="1026" y="74"/>
                </a:lnTo>
                <a:lnTo>
                  <a:pt x="1007" y="67"/>
                </a:lnTo>
                <a:lnTo>
                  <a:pt x="989" y="60"/>
                </a:lnTo>
                <a:lnTo>
                  <a:pt x="970" y="54"/>
                </a:lnTo>
                <a:lnTo>
                  <a:pt x="951" y="48"/>
                </a:lnTo>
                <a:lnTo>
                  <a:pt x="931" y="42"/>
                </a:lnTo>
                <a:lnTo>
                  <a:pt x="912" y="37"/>
                </a:lnTo>
                <a:lnTo>
                  <a:pt x="892" y="33"/>
                </a:lnTo>
                <a:lnTo>
                  <a:pt x="872" y="29"/>
                </a:lnTo>
                <a:lnTo>
                  <a:pt x="852" y="25"/>
                </a:lnTo>
                <a:lnTo>
                  <a:pt x="830" y="21"/>
                </a:lnTo>
                <a:lnTo>
                  <a:pt x="810" y="19"/>
                </a:lnTo>
                <a:lnTo>
                  <a:pt x="789" y="16"/>
                </a:lnTo>
                <a:lnTo>
                  <a:pt x="768" y="14"/>
                </a:lnTo>
                <a:lnTo>
                  <a:pt x="747" y="13"/>
                </a:lnTo>
                <a:lnTo>
                  <a:pt x="726" y="11"/>
                </a:lnTo>
                <a:lnTo>
                  <a:pt x="705" y="11"/>
                </a:lnTo>
                <a:lnTo>
                  <a:pt x="684" y="11"/>
                </a:lnTo>
                <a:lnTo>
                  <a:pt x="663" y="11"/>
                </a:lnTo>
                <a:lnTo>
                  <a:pt x="642" y="11"/>
                </a:lnTo>
                <a:lnTo>
                  <a:pt x="621" y="13"/>
                </a:lnTo>
                <a:lnTo>
                  <a:pt x="600" y="14"/>
                </a:lnTo>
                <a:lnTo>
                  <a:pt x="580" y="16"/>
                </a:lnTo>
                <a:lnTo>
                  <a:pt x="559" y="19"/>
                </a:lnTo>
                <a:lnTo>
                  <a:pt x="538" y="21"/>
                </a:lnTo>
                <a:lnTo>
                  <a:pt x="518" y="25"/>
                </a:lnTo>
                <a:lnTo>
                  <a:pt x="498" y="29"/>
                </a:lnTo>
                <a:lnTo>
                  <a:pt x="478" y="33"/>
                </a:lnTo>
                <a:lnTo>
                  <a:pt x="458" y="37"/>
                </a:lnTo>
                <a:lnTo>
                  <a:pt x="438" y="42"/>
                </a:lnTo>
                <a:lnTo>
                  <a:pt x="419" y="48"/>
                </a:lnTo>
                <a:lnTo>
                  <a:pt x="399" y="54"/>
                </a:lnTo>
                <a:lnTo>
                  <a:pt x="381" y="60"/>
                </a:lnTo>
                <a:lnTo>
                  <a:pt x="362" y="67"/>
                </a:lnTo>
                <a:lnTo>
                  <a:pt x="344" y="74"/>
                </a:lnTo>
                <a:lnTo>
                  <a:pt x="326" y="81"/>
                </a:lnTo>
                <a:lnTo>
                  <a:pt x="308" y="89"/>
                </a:lnTo>
                <a:lnTo>
                  <a:pt x="291" y="97"/>
                </a:lnTo>
                <a:lnTo>
                  <a:pt x="274" y="106"/>
                </a:lnTo>
                <a:lnTo>
                  <a:pt x="258" y="115"/>
                </a:lnTo>
                <a:lnTo>
                  <a:pt x="242" y="124"/>
                </a:lnTo>
                <a:lnTo>
                  <a:pt x="226" y="134"/>
                </a:lnTo>
                <a:lnTo>
                  <a:pt x="211" y="144"/>
                </a:lnTo>
                <a:lnTo>
                  <a:pt x="197" y="154"/>
                </a:lnTo>
                <a:lnTo>
                  <a:pt x="183" y="165"/>
                </a:lnTo>
                <a:lnTo>
                  <a:pt x="169" y="176"/>
                </a:lnTo>
                <a:lnTo>
                  <a:pt x="156" y="188"/>
                </a:lnTo>
                <a:lnTo>
                  <a:pt x="143" y="199"/>
                </a:lnTo>
                <a:lnTo>
                  <a:pt x="131" y="211"/>
                </a:lnTo>
                <a:lnTo>
                  <a:pt x="120" y="223"/>
                </a:lnTo>
                <a:lnTo>
                  <a:pt x="109" y="235"/>
                </a:lnTo>
                <a:lnTo>
                  <a:pt x="98" y="247"/>
                </a:lnTo>
                <a:lnTo>
                  <a:pt x="88" y="260"/>
                </a:lnTo>
                <a:lnTo>
                  <a:pt x="79" y="273"/>
                </a:lnTo>
                <a:lnTo>
                  <a:pt x="70" y="286"/>
                </a:lnTo>
                <a:lnTo>
                  <a:pt x="62" y="299"/>
                </a:lnTo>
                <a:lnTo>
                  <a:pt x="55" y="312"/>
                </a:lnTo>
                <a:lnTo>
                  <a:pt x="48" y="326"/>
                </a:lnTo>
                <a:lnTo>
                  <a:pt x="42" y="340"/>
                </a:lnTo>
                <a:lnTo>
                  <a:pt x="36" y="353"/>
                </a:lnTo>
                <a:lnTo>
                  <a:pt x="32" y="367"/>
                </a:lnTo>
                <a:lnTo>
                  <a:pt x="27" y="381"/>
                </a:lnTo>
                <a:lnTo>
                  <a:pt x="24" y="395"/>
                </a:lnTo>
                <a:lnTo>
                  <a:pt x="21" y="410"/>
                </a:lnTo>
                <a:lnTo>
                  <a:pt x="18" y="424"/>
                </a:lnTo>
                <a:lnTo>
                  <a:pt x="17" y="438"/>
                </a:lnTo>
                <a:lnTo>
                  <a:pt x="16" y="452"/>
                </a:lnTo>
                <a:lnTo>
                  <a:pt x="15" y="467"/>
                </a:lnTo>
                <a:lnTo>
                  <a:pt x="16" y="481"/>
                </a:lnTo>
                <a:lnTo>
                  <a:pt x="17" y="495"/>
                </a:lnTo>
                <a:lnTo>
                  <a:pt x="18" y="509"/>
                </a:lnTo>
                <a:lnTo>
                  <a:pt x="21" y="524"/>
                </a:lnTo>
                <a:lnTo>
                  <a:pt x="24" y="538"/>
                </a:lnTo>
                <a:lnTo>
                  <a:pt x="27" y="552"/>
                </a:lnTo>
                <a:lnTo>
                  <a:pt x="32" y="566"/>
                </a:lnTo>
                <a:lnTo>
                  <a:pt x="36" y="580"/>
                </a:lnTo>
                <a:lnTo>
                  <a:pt x="42" y="594"/>
                </a:lnTo>
                <a:lnTo>
                  <a:pt x="48" y="607"/>
                </a:lnTo>
                <a:lnTo>
                  <a:pt x="55" y="621"/>
                </a:lnTo>
                <a:lnTo>
                  <a:pt x="62" y="634"/>
                </a:lnTo>
                <a:lnTo>
                  <a:pt x="70" y="647"/>
                </a:lnTo>
                <a:lnTo>
                  <a:pt x="79" y="660"/>
                </a:lnTo>
                <a:lnTo>
                  <a:pt x="88" y="673"/>
                </a:lnTo>
                <a:lnTo>
                  <a:pt x="98" y="686"/>
                </a:lnTo>
                <a:lnTo>
                  <a:pt x="109" y="698"/>
                </a:lnTo>
                <a:lnTo>
                  <a:pt x="120" y="711"/>
                </a:lnTo>
                <a:lnTo>
                  <a:pt x="131" y="722"/>
                </a:lnTo>
                <a:lnTo>
                  <a:pt x="143" y="734"/>
                </a:lnTo>
                <a:lnTo>
                  <a:pt x="156" y="746"/>
                </a:lnTo>
                <a:lnTo>
                  <a:pt x="169" y="757"/>
                </a:lnTo>
                <a:lnTo>
                  <a:pt x="183" y="768"/>
                </a:lnTo>
                <a:lnTo>
                  <a:pt x="197" y="778"/>
                </a:lnTo>
                <a:lnTo>
                  <a:pt x="211" y="788"/>
                </a:lnTo>
                <a:lnTo>
                  <a:pt x="226" y="798"/>
                </a:lnTo>
                <a:lnTo>
                  <a:pt x="242" y="808"/>
                </a:lnTo>
                <a:lnTo>
                  <a:pt x="258" y="817"/>
                </a:lnTo>
                <a:lnTo>
                  <a:pt x="274" y="826"/>
                </a:lnTo>
                <a:lnTo>
                  <a:pt x="291" y="835"/>
                </a:lnTo>
                <a:lnTo>
                  <a:pt x="308" y="843"/>
                </a:lnTo>
                <a:lnTo>
                  <a:pt x="326" y="851"/>
                </a:lnTo>
                <a:lnTo>
                  <a:pt x="344" y="858"/>
                </a:lnTo>
                <a:lnTo>
                  <a:pt x="362" y="865"/>
                </a:lnTo>
                <a:lnTo>
                  <a:pt x="381" y="872"/>
                </a:lnTo>
                <a:lnTo>
                  <a:pt x="399" y="878"/>
                </a:lnTo>
                <a:lnTo>
                  <a:pt x="419" y="884"/>
                </a:lnTo>
                <a:lnTo>
                  <a:pt x="438" y="890"/>
                </a:lnTo>
                <a:lnTo>
                  <a:pt x="458" y="895"/>
                </a:lnTo>
                <a:lnTo>
                  <a:pt x="478" y="900"/>
                </a:lnTo>
                <a:lnTo>
                  <a:pt x="498" y="904"/>
                </a:lnTo>
                <a:lnTo>
                  <a:pt x="518" y="907"/>
                </a:lnTo>
                <a:lnTo>
                  <a:pt x="538" y="911"/>
                </a:lnTo>
                <a:lnTo>
                  <a:pt x="559" y="914"/>
                </a:lnTo>
                <a:lnTo>
                  <a:pt x="580" y="916"/>
                </a:lnTo>
                <a:lnTo>
                  <a:pt x="600" y="918"/>
                </a:lnTo>
                <a:lnTo>
                  <a:pt x="621" y="920"/>
                </a:lnTo>
                <a:lnTo>
                  <a:pt x="642" y="921"/>
                </a:lnTo>
                <a:lnTo>
                  <a:pt x="663" y="922"/>
                </a:lnTo>
                <a:lnTo>
                  <a:pt x="684" y="922"/>
                </a:lnTo>
                <a:lnTo>
                  <a:pt x="705" y="922"/>
                </a:lnTo>
                <a:lnTo>
                  <a:pt x="726" y="921"/>
                </a:lnTo>
                <a:lnTo>
                  <a:pt x="747" y="920"/>
                </a:lnTo>
                <a:lnTo>
                  <a:pt x="768" y="918"/>
                </a:lnTo>
                <a:lnTo>
                  <a:pt x="789" y="916"/>
                </a:lnTo>
                <a:lnTo>
                  <a:pt x="810" y="914"/>
                </a:lnTo>
                <a:lnTo>
                  <a:pt x="830" y="911"/>
                </a:lnTo>
                <a:lnTo>
                  <a:pt x="852" y="907"/>
                </a:lnTo>
                <a:lnTo>
                  <a:pt x="872" y="904"/>
                </a:lnTo>
                <a:lnTo>
                  <a:pt x="892" y="900"/>
                </a:lnTo>
                <a:lnTo>
                  <a:pt x="912" y="895"/>
                </a:lnTo>
                <a:lnTo>
                  <a:pt x="931" y="890"/>
                </a:lnTo>
                <a:lnTo>
                  <a:pt x="951" y="884"/>
                </a:lnTo>
                <a:lnTo>
                  <a:pt x="970" y="878"/>
                </a:lnTo>
                <a:lnTo>
                  <a:pt x="989" y="872"/>
                </a:lnTo>
                <a:lnTo>
                  <a:pt x="1007" y="865"/>
                </a:lnTo>
                <a:lnTo>
                  <a:pt x="1026" y="858"/>
                </a:lnTo>
                <a:lnTo>
                  <a:pt x="1044" y="851"/>
                </a:lnTo>
                <a:lnTo>
                  <a:pt x="1061" y="843"/>
                </a:lnTo>
                <a:lnTo>
                  <a:pt x="1078" y="835"/>
                </a:lnTo>
                <a:lnTo>
                  <a:pt x="1095" y="826"/>
                </a:lnTo>
                <a:lnTo>
                  <a:pt x="1112" y="817"/>
                </a:lnTo>
                <a:lnTo>
                  <a:pt x="1128" y="808"/>
                </a:lnTo>
                <a:lnTo>
                  <a:pt x="1143" y="798"/>
                </a:lnTo>
                <a:lnTo>
                  <a:pt x="1158" y="788"/>
                </a:lnTo>
                <a:lnTo>
                  <a:pt x="1173" y="778"/>
                </a:lnTo>
                <a:lnTo>
                  <a:pt x="1187" y="768"/>
                </a:lnTo>
                <a:lnTo>
                  <a:pt x="1201" y="757"/>
                </a:lnTo>
                <a:lnTo>
                  <a:pt x="1214" y="746"/>
                </a:lnTo>
                <a:lnTo>
                  <a:pt x="1226" y="734"/>
                </a:lnTo>
                <a:lnTo>
                  <a:pt x="1238" y="722"/>
                </a:lnTo>
                <a:lnTo>
                  <a:pt x="1250" y="711"/>
                </a:lnTo>
                <a:lnTo>
                  <a:pt x="1261" y="698"/>
                </a:lnTo>
                <a:lnTo>
                  <a:pt x="1271" y="686"/>
                </a:lnTo>
                <a:lnTo>
                  <a:pt x="1281" y="673"/>
                </a:lnTo>
                <a:lnTo>
                  <a:pt x="1290" y="660"/>
                </a:lnTo>
                <a:lnTo>
                  <a:pt x="1299" y="647"/>
                </a:lnTo>
                <a:lnTo>
                  <a:pt x="1307" y="634"/>
                </a:lnTo>
                <a:lnTo>
                  <a:pt x="1315" y="621"/>
                </a:lnTo>
                <a:lnTo>
                  <a:pt x="1321" y="607"/>
                </a:lnTo>
                <a:lnTo>
                  <a:pt x="1328" y="594"/>
                </a:lnTo>
                <a:lnTo>
                  <a:pt x="1333" y="580"/>
                </a:lnTo>
                <a:lnTo>
                  <a:pt x="1338" y="566"/>
                </a:lnTo>
                <a:lnTo>
                  <a:pt x="1342" y="552"/>
                </a:lnTo>
                <a:lnTo>
                  <a:pt x="1346" y="538"/>
                </a:lnTo>
                <a:lnTo>
                  <a:pt x="1349" y="524"/>
                </a:lnTo>
                <a:lnTo>
                  <a:pt x="1351" y="509"/>
                </a:lnTo>
                <a:lnTo>
                  <a:pt x="1353" y="495"/>
                </a:lnTo>
                <a:lnTo>
                  <a:pt x="1354" y="481"/>
                </a:lnTo>
                <a:lnTo>
                  <a:pt x="1354" y="467"/>
                </a:lnTo>
                <a:moveTo>
                  <a:pt x="1369" y="467"/>
                </a:moveTo>
                <a:lnTo>
                  <a:pt x="1369" y="481"/>
                </a:lnTo>
                <a:lnTo>
                  <a:pt x="1368" y="496"/>
                </a:lnTo>
                <a:lnTo>
                  <a:pt x="1366" y="510"/>
                </a:lnTo>
                <a:lnTo>
                  <a:pt x="1364" y="525"/>
                </a:lnTo>
                <a:lnTo>
                  <a:pt x="1361" y="539"/>
                </a:lnTo>
                <a:lnTo>
                  <a:pt x="1357" y="554"/>
                </a:lnTo>
                <a:lnTo>
                  <a:pt x="1353" y="568"/>
                </a:lnTo>
                <a:lnTo>
                  <a:pt x="1348" y="582"/>
                </a:lnTo>
                <a:lnTo>
                  <a:pt x="1342" y="596"/>
                </a:lnTo>
                <a:lnTo>
                  <a:pt x="1336" y="610"/>
                </a:lnTo>
                <a:lnTo>
                  <a:pt x="1329" y="624"/>
                </a:lnTo>
                <a:lnTo>
                  <a:pt x="1321" y="638"/>
                </a:lnTo>
                <a:lnTo>
                  <a:pt x="1313" y="651"/>
                </a:lnTo>
                <a:lnTo>
                  <a:pt x="1304" y="665"/>
                </a:lnTo>
                <a:lnTo>
                  <a:pt x="1295" y="678"/>
                </a:lnTo>
                <a:lnTo>
                  <a:pt x="1285" y="691"/>
                </a:lnTo>
                <a:lnTo>
                  <a:pt x="1274" y="704"/>
                </a:lnTo>
                <a:lnTo>
                  <a:pt x="1263" y="716"/>
                </a:lnTo>
                <a:lnTo>
                  <a:pt x="1251" y="728"/>
                </a:lnTo>
                <a:lnTo>
                  <a:pt x="1239" y="740"/>
                </a:lnTo>
                <a:lnTo>
                  <a:pt x="1226" y="752"/>
                </a:lnTo>
                <a:lnTo>
                  <a:pt x="1212" y="763"/>
                </a:lnTo>
                <a:lnTo>
                  <a:pt x="1198" y="774"/>
                </a:lnTo>
                <a:lnTo>
                  <a:pt x="1184" y="785"/>
                </a:lnTo>
                <a:lnTo>
                  <a:pt x="1169" y="796"/>
                </a:lnTo>
                <a:lnTo>
                  <a:pt x="1153" y="806"/>
                </a:lnTo>
                <a:lnTo>
                  <a:pt x="1138" y="816"/>
                </a:lnTo>
                <a:lnTo>
                  <a:pt x="1121" y="825"/>
                </a:lnTo>
                <a:lnTo>
                  <a:pt x="1104" y="834"/>
                </a:lnTo>
                <a:lnTo>
                  <a:pt x="1087" y="843"/>
                </a:lnTo>
                <a:lnTo>
                  <a:pt x="1070" y="852"/>
                </a:lnTo>
                <a:lnTo>
                  <a:pt x="1052" y="860"/>
                </a:lnTo>
                <a:lnTo>
                  <a:pt x="1033" y="867"/>
                </a:lnTo>
                <a:lnTo>
                  <a:pt x="1015" y="875"/>
                </a:lnTo>
                <a:lnTo>
                  <a:pt x="996" y="881"/>
                </a:lnTo>
                <a:lnTo>
                  <a:pt x="976" y="888"/>
                </a:lnTo>
                <a:lnTo>
                  <a:pt x="957" y="894"/>
                </a:lnTo>
                <a:lnTo>
                  <a:pt x="937" y="899"/>
                </a:lnTo>
                <a:lnTo>
                  <a:pt x="917" y="905"/>
                </a:lnTo>
                <a:lnTo>
                  <a:pt x="897" y="909"/>
                </a:lnTo>
                <a:lnTo>
                  <a:pt x="876" y="914"/>
                </a:lnTo>
                <a:lnTo>
                  <a:pt x="855" y="917"/>
                </a:lnTo>
                <a:lnTo>
                  <a:pt x="833" y="921"/>
                </a:lnTo>
                <a:lnTo>
                  <a:pt x="812" y="924"/>
                </a:lnTo>
                <a:lnTo>
                  <a:pt x="791" y="926"/>
                </a:lnTo>
                <a:lnTo>
                  <a:pt x="770" y="928"/>
                </a:lnTo>
                <a:lnTo>
                  <a:pt x="749" y="930"/>
                </a:lnTo>
                <a:lnTo>
                  <a:pt x="727" y="931"/>
                </a:lnTo>
                <a:lnTo>
                  <a:pt x="706" y="932"/>
                </a:lnTo>
                <a:lnTo>
                  <a:pt x="684" y="932"/>
                </a:lnTo>
                <a:lnTo>
                  <a:pt x="663" y="932"/>
                </a:lnTo>
                <a:lnTo>
                  <a:pt x="641" y="931"/>
                </a:lnTo>
                <a:lnTo>
                  <a:pt x="620" y="930"/>
                </a:lnTo>
                <a:lnTo>
                  <a:pt x="599" y="928"/>
                </a:lnTo>
                <a:lnTo>
                  <a:pt x="577" y="926"/>
                </a:lnTo>
                <a:lnTo>
                  <a:pt x="556" y="924"/>
                </a:lnTo>
                <a:lnTo>
                  <a:pt x="535" y="921"/>
                </a:lnTo>
                <a:lnTo>
                  <a:pt x="514" y="917"/>
                </a:lnTo>
                <a:lnTo>
                  <a:pt x="493" y="914"/>
                </a:lnTo>
                <a:lnTo>
                  <a:pt x="473" y="909"/>
                </a:lnTo>
                <a:lnTo>
                  <a:pt x="453" y="905"/>
                </a:lnTo>
                <a:lnTo>
                  <a:pt x="432" y="899"/>
                </a:lnTo>
                <a:lnTo>
                  <a:pt x="413" y="894"/>
                </a:lnTo>
                <a:lnTo>
                  <a:pt x="393" y="888"/>
                </a:lnTo>
                <a:lnTo>
                  <a:pt x="374" y="881"/>
                </a:lnTo>
                <a:lnTo>
                  <a:pt x="355" y="875"/>
                </a:lnTo>
                <a:lnTo>
                  <a:pt x="336" y="867"/>
                </a:lnTo>
                <a:lnTo>
                  <a:pt x="318" y="860"/>
                </a:lnTo>
                <a:lnTo>
                  <a:pt x="300" y="852"/>
                </a:lnTo>
                <a:lnTo>
                  <a:pt x="282" y="843"/>
                </a:lnTo>
                <a:lnTo>
                  <a:pt x="265" y="834"/>
                </a:lnTo>
                <a:lnTo>
                  <a:pt x="248" y="825"/>
                </a:lnTo>
                <a:lnTo>
                  <a:pt x="232" y="816"/>
                </a:lnTo>
                <a:lnTo>
                  <a:pt x="216" y="806"/>
                </a:lnTo>
                <a:lnTo>
                  <a:pt x="201" y="796"/>
                </a:lnTo>
                <a:lnTo>
                  <a:pt x="186" y="785"/>
                </a:lnTo>
                <a:lnTo>
                  <a:pt x="171" y="774"/>
                </a:lnTo>
                <a:lnTo>
                  <a:pt x="157" y="763"/>
                </a:lnTo>
                <a:lnTo>
                  <a:pt x="144" y="752"/>
                </a:lnTo>
                <a:lnTo>
                  <a:pt x="131" y="740"/>
                </a:lnTo>
                <a:lnTo>
                  <a:pt x="119" y="728"/>
                </a:lnTo>
                <a:lnTo>
                  <a:pt x="107" y="716"/>
                </a:lnTo>
                <a:lnTo>
                  <a:pt x="96" y="704"/>
                </a:lnTo>
                <a:lnTo>
                  <a:pt x="85" y="691"/>
                </a:lnTo>
                <a:lnTo>
                  <a:pt x="75" y="678"/>
                </a:lnTo>
                <a:lnTo>
                  <a:pt x="65" y="665"/>
                </a:lnTo>
                <a:lnTo>
                  <a:pt x="57" y="651"/>
                </a:lnTo>
                <a:lnTo>
                  <a:pt x="48" y="638"/>
                </a:lnTo>
                <a:lnTo>
                  <a:pt x="41" y="624"/>
                </a:lnTo>
                <a:lnTo>
                  <a:pt x="34" y="610"/>
                </a:lnTo>
                <a:lnTo>
                  <a:pt x="27" y="596"/>
                </a:lnTo>
                <a:lnTo>
                  <a:pt x="22" y="582"/>
                </a:lnTo>
                <a:lnTo>
                  <a:pt x="17" y="568"/>
                </a:lnTo>
                <a:lnTo>
                  <a:pt x="12" y="554"/>
                </a:lnTo>
                <a:lnTo>
                  <a:pt x="9" y="539"/>
                </a:lnTo>
                <a:lnTo>
                  <a:pt x="6" y="525"/>
                </a:lnTo>
                <a:lnTo>
                  <a:pt x="3" y="510"/>
                </a:lnTo>
                <a:lnTo>
                  <a:pt x="2" y="496"/>
                </a:lnTo>
                <a:lnTo>
                  <a:pt x="1" y="481"/>
                </a:lnTo>
                <a:lnTo>
                  <a:pt x="0" y="467"/>
                </a:lnTo>
                <a:lnTo>
                  <a:pt x="1" y="452"/>
                </a:lnTo>
                <a:lnTo>
                  <a:pt x="2" y="437"/>
                </a:lnTo>
                <a:lnTo>
                  <a:pt x="3" y="423"/>
                </a:lnTo>
                <a:lnTo>
                  <a:pt x="6" y="408"/>
                </a:lnTo>
                <a:lnTo>
                  <a:pt x="9" y="394"/>
                </a:lnTo>
                <a:lnTo>
                  <a:pt x="12" y="379"/>
                </a:lnTo>
                <a:lnTo>
                  <a:pt x="17" y="365"/>
                </a:lnTo>
                <a:lnTo>
                  <a:pt x="22" y="351"/>
                </a:lnTo>
                <a:lnTo>
                  <a:pt x="27" y="337"/>
                </a:lnTo>
                <a:lnTo>
                  <a:pt x="34" y="323"/>
                </a:lnTo>
                <a:lnTo>
                  <a:pt x="41" y="309"/>
                </a:lnTo>
                <a:lnTo>
                  <a:pt x="48" y="295"/>
                </a:lnTo>
                <a:lnTo>
                  <a:pt x="57" y="282"/>
                </a:lnTo>
                <a:lnTo>
                  <a:pt x="65" y="268"/>
                </a:lnTo>
                <a:lnTo>
                  <a:pt x="75" y="255"/>
                </a:lnTo>
                <a:lnTo>
                  <a:pt x="85" y="242"/>
                </a:lnTo>
                <a:lnTo>
                  <a:pt x="96" y="230"/>
                </a:lnTo>
                <a:lnTo>
                  <a:pt x="107" y="217"/>
                </a:lnTo>
                <a:lnTo>
                  <a:pt x="119" y="205"/>
                </a:lnTo>
                <a:lnTo>
                  <a:pt x="131" y="193"/>
                </a:lnTo>
                <a:lnTo>
                  <a:pt x="144" y="180"/>
                </a:lnTo>
                <a:lnTo>
                  <a:pt x="157" y="169"/>
                </a:lnTo>
                <a:lnTo>
                  <a:pt x="171" y="158"/>
                </a:lnTo>
                <a:lnTo>
                  <a:pt x="186" y="147"/>
                </a:lnTo>
                <a:lnTo>
                  <a:pt x="201" y="137"/>
                </a:lnTo>
                <a:lnTo>
                  <a:pt x="216" y="126"/>
                </a:lnTo>
                <a:lnTo>
                  <a:pt x="232" y="117"/>
                </a:lnTo>
                <a:lnTo>
                  <a:pt x="248" y="107"/>
                </a:lnTo>
                <a:lnTo>
                  <a:pt x="265" y="98"/>
                </a:lnTo>
                <a:lnTo>
                  <a:pt x="282" y="89"/>
                </a:lnTo>
                <a:lnTo>
                  <a:pt x="300" y="81"/>
                </a:lnTo>
                <a:lnTo>
                  <a:pt x="318" y="73"/>
                </a:lnTo>
                <a:lnTo>
                  <a:pt x="336" y="65"/>
                </a:lnTo>
                <a:lnTo>
                  <a:pt x="355" y="58"/>
                </a:lnTo>
                <a:lnTo>
                  <a:pt x="374" y="51"/>
                </a:lnTo>
                <a:lnTo>
                  <a:pt x="393" y="45"/>
                </a:lnTo>
                <a:lnTo>
                  <a:pt x="413" y="39"/>
                </a:lnTo>
                <a:lnTo>
                  <a:pt x="432" y="33"/>
                </a:lnTo>
                <a:lnTo>
                  <a:pt x="453" y="28"/>
                </a:lnTo>
                <a:lnTo>
                  <a:pt x="473" y="23"/>
                </a:lnTo>
                <a:lnTo>
                  <a:pt x="493" y="19"/>
                </a:lnTo>
                <a:lnTo>
                  <a:pt x="514" y="15"/>
                </a:lnTo>
                <a:lnTo>
                  <a:pt x="535" y="11"/>
                </a:lnTo>
                <a:lnTo>
                  <a:pt x="556" y="8"/>
                </a:lnTo>
                <a:lnTo>
                  <a:pt x="577" y="6"/>
                </a:lnTo>
                <a:lnTo>
                  <a:pt x="599" y="4"/>
                </a:lnTo>
                <a:lnTo>
                  <a:pt x="620" y="2"/>
                </a:lnTo>
                <a:lnTo>
                  <a:pt x="641" y="1"/>
                </a:lnTo>
                <a:lnTo>
                  <a:pt x="663" y="0"/>
                </a:lnTo>
                <a:lnTo>
                  <a:pt x="684" y="0"/>
                </a:lnTo>
                <a:lnTo>
                  <a:pt x="706" y="0"/>
                </a:lnTo>
                <a:lnTo>
                  <a:pt x="727" y="1"/>
                </a:lnTo>
                <a:lnTo>
                  <a:pt x="749" y="2"/>
                </a:lnTo>
                <a:lnTo>
                  <a:pt x="770" y="4"/>
                </a:lnTo>
                <a:lnTo>
                  <a:pt x="791" y="6"/>
                </a:lnTo>
                <a:lnTo>
                  <a:pt x="812" y="8"/>
                </a:lnTo>
                <a:lnTo>
                  <a:pt x="833" y="11"/>
                </a:lnTo>
                <a:lnTo>
                  <a:pt x="855" y="15"/>
                </a:lnTo>
                <a:lnTo>
                  <a:pt x="876" y="19"/>
                </a:lnTo>
                <a:lnTo>
                  <a:pt x="897" y="23"/>
                </a:lnTo>
                <a:lnTo>
                  <a:pt x="917" y="28"/>
                </a:lnTo>
                <a:lnTo>
                  <a:pt x="937" y="33"/>
                </a:lnTo>
                <a:lnTo>
                  <a:pt x="957" y="39"/>
                </a:lnTo>
                <a:lnTo>
                  <a:pt x="976" y="45"/>
                </a:lnTo>
                <a:lnTo>
                  <a:pt x="996" y="51"/>
                </a:lnTo>
                <a:lnTo>
                  <a:pt x="1015" y="58"/>
                </a:lnTo>
                <a:lnTo>
                  <a:pt x="1033" y="65"/>
                </a:lnTo>
                <a:lnTo>
                  <a:pt x="1052" y="73"/>
                </a:lnTo>
                <a:lnTo>
                  <a:pt x="1070" y="81"/>
                </a:lnTo>
                <a:lnTo>
                  <a:pt x="1087" y="89"/>
                </a:lnTo>
                <a:lnTo>
                  <a:pt x="1104" y="98"/>
                </a:lnTo>
                <a:lnTo>
                  <a:pt x="1121" y="107"/>
                </a:lnTo>
                <a:lnTo>
                  <a:pt x="1138" y="117"/>
                </a:lnTo>
                <a:lnTo>
                  <a:pt x="1153" y="126"/>
                </a:lnTo>
                <a:lnTo>
                  <a:pt x="1169" y="137"/>
                </a:lnTo>
                <a:lnTo>
                  <a:pt x="1184" y="147"/>
                </a:lnTo>
                <a:lnTo>
                  <a:pt x="1198" y="158"/>
                </a:lnTo>
                <a:lnTo>
                  <a:pt x="1212" y="169"/>
                </a:lnTo>
                <a:lnTo>
                  <a:pt x="1226" y="180"/>
                </a:lnTo>
                <a:lnTo>
                  <a:pt x="1239" y="193"/>
                </a:lnTo>
                <a:lnTo>
                  <a:pt x="1251" y="205"/>
                </a:lnTo>
                <a:lnTo>
                  <a:pt x="1263" y="217"/>
                </a:lnTo>
                <a:lnTo>
                  <a:pt x="1274" y="230"/>
                </a:lnTo>
                <a:lnTo>
                  <a:pt x="1285" y="242"/>
                </a:lnTo>
                <a:lnTo>
                  <a:pt x="1295" y="255"/>
                </a:lnTo>
                <a:lnTo>
                  <a:pt x="1304" y="268"/>
                </a:lnTo>
                <a:lnTo>
                  <a:pt x="1313" y="282"/>
                </a:lnTo>
                <a:lnTo>
                  <a:pt x="1321" y="295"/>
                </a:lnTo>
                <a:lnTo>
                  <a:pt x="1329" y="309"/>
                </a:lnTo>
                <a:lnTo>
                  <a:pt x="1336" y="323"/>
                </a:lnTo>
                <a:lnTo>
                  <a:pt x="1342" y="337"/>
                </a:lnTo>
                <a:lnTo>
                  <a:pt x="1348" y="351"/>
                </a:lnTo>
                <a:lnTo>
                  <a:pt x="1353" y="365"/>
                </a:lnTo>
                <a:lnTo>
                  <a:pt x="1357" y="379"/>
                </a:lnTo>
                <a:lnTo>
                  <a:pt x="1361" y="394"/>
                </a:lnTo>
                <a:lnTo>
                  <a:pt x="1364" y="408"/>
                </a:lnTo>
                <a:lnTo>
                  <a:pt x="1366" y="423"/>
                </a:lnTo>
                <a:lnTo>
                  <a:pt x="1368" y="437"/>
                </a:lnTo>
                <a:lnTo>
                  <a:pt x="1369" y="452"/>
                </a:lnTo>
                <a:lnTo>
                  <a:pt x="1369" y="467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5" name=""/>
          <p:cNvSpPr/>
          <p:nvPr/>
        </p:nvSpPr>
        <p:spPr>
          <a:xfrm>
            <a:off x="3877200" y="2777040"/>
            <a:ext cx="498240" cy="339120"/>
          </a:xfrm>
          <a:custGeom>
            <a:avLst/>
            <a:gdLst/>
            <a:ahLst/>
            <a:rect l="0" t="0" r="r" b="b"/>
            <a:pathLst>
              <a:path w="1384" h="942">
                <a:moveTo>
                  <a:pt x="1376" y="472"/>
                </a:moveTo>
                <a:lnTo>
                  <a:pt x="1376" y="457"/>
                </a:lnTo>
                <a:lnTo>
                  <a:pt x="1375" y="442"/>
                </a:lnTo>
                <a:lnTo>
                  <a:pt x="1373" y="428"/>
                </a:lnTo>
                <a:lnTo>
                  <a:pt x="1371" y="413"/>
                </a:lnTo>
                <a:lnTo>
                  <a:pt x="1368" y="399"/>
                </a:lnTo>
                <a:lnTo>
                  <a:pt x="1364" y="384"/>
                </a:lnTo>
                <a:lnTo>
                  <a:pt x="1360" y="370"/>
                </a:lnTo>
                <a:lnTo>
                  <a:pt x="1355" y="356"/>
                </a:lnTo>
                <a:lnTo>
                  <a:pt x="1349" y="342"/>
                </a:lnTo>
                <a:lnTo>
                  <a:pt x="1343" y="328"/>
                </a:lnTo>
                <a:lnTo>
                  <a:pt x="1336" y="314"/>
                </a:lnTo>
                <a:lnTo>
                  <a:pt x="1328" y="300"/>
                </a:lnTo>
                <a:lnTo>
                  <a:pt x="1320" y="287"/>
                </a:lnTo>
                <a:lnTo>
                  <a:pt x="1311" y="272"/>
                </a:lnTo>
                <a:lnTo>
                  <a:pt x="1302" y="259"/>
                </a:lnTo>
                <a:lnTo>
                  <a:pt x="1292" y="246"/>
                </a:lnTo>
                <a:lnTo>
                  <a:pt x="1281" y="234"/>
                </a:lnTo>
                <a:lnTo>
                  <a:pt x="1270" y="221"/>
                </a:lnTo>
                <a:lnTo>
                  <a:pt x="1258" y="209"/>
                </a:lnTo>
                <a:lnTo>
                  <a:pt x="1246" y="197"/>
                </a:lnTo>
                <a:lnTo>
                  <a:pt x="1233" y="185"/>
                </a:lnTo>
                <a:lnTo>
                  <a:pt x="1219" y="174"/>
                </a:lnTo>
                <a:lnTo>
                  <a:pt x="1205" y="163"/>
                </a:lnTo>
                <a:lnTo>
                  <a:pt x="1191" y="152"/>
                </a:lnTo>
                <a:lnTo>
                  <a:pt x="1176" y="142"/>
                </a:lnTo>
                <a:lnTo>
                  <a:pt x="1160" y="131"/>
                </a:lnTo>
                <a:lnTo>
                  <a:pt x="1145" y="122"/>
                </a:lnTo>
                <a:lnTo>
                  <a:pt x="1128" y="112"/>
                </a:lnTo>
                <a:lnTo>
                  <a:pt x="1111" y="103"/>
                </a:lnTo>
                <a:lnTo>
                  <a:pt x="1094" y="94"/>
                </a:lnTo>
                <a:lnTo>
                  <a:pt x="1077" y="86"/>
                </a:lnTo>
                <a:lnTo>
                  <a:pt x="1059" y="78"/>
                </a:lnTo>
                <a:lnTo>
                  <a:pt x="1040" y="70"/>
                </a:lnTo>
                <a:lnTo>
                  <a:pt x="1022" y="63"/>
                </a:lnTo>
                <a:lnTo>
                  <a:pt x="1003" y="56"/>
                </a:lnTo>
                <a:lnTo>
                  <a:pt x="983" y="50"/>
                </a:lnTo>
                <a:lnTo>
                  <a:pt x="963" y="44"/>
                </a:lnTo>
                <a:lnTo>
                  <a:pt x="943" y="38"/>
                </a:lnTo>
                <a:lnTo>
                  <a:pt x="923" y="33"/>
                </a:lnTo>
                <a:lnTo>
                  <a:pt x="903" y="28"/>
                </a:lnTo>
                <a:lnTo>
                  <a:pt x="882" y="24"/>
                </a:lnTo>
                <a:lnTo>
                  <a:pt x="861" y="20"/>
                </a:lnTo>
                <a:lnTo>
                  <a:pt x="840" y="16"/>
                </a:lnTo>
                <a:lnTo>
                  <a:pt x="819" y="13"/>
                </a:lnTo>
                <a:lnTo>
                  <a:pt x="798" y="11"/>
                </a:lnTo>
                <a:lnTo>
                  <a:pt x="777" y="9"/>
                </a:lnTo>
                <a:lnTo>
                  <a:pt x="756" y="7"/>
                </a:lnTo>
                <a:lnTo>
                  <a:pt x="734" y="6"/>
                </a:lnTo>
                <a:lnTo>
                  <a:pt x="713" y="5"/>
                </a:lnTo>
                <a:lnTo>
                  <a:pt x="691" y="5"/>
                </a:lnTo>
                <a:lnTo>
                  <a:pt x="670" y="5"/>
                </a:lnTo>
                <a:lnTo>
                  <a:pt x="648" y="6"/>
                </a:lnTo>
                <a:lnTo>
                  <a:pt x="627" y="7"/>
                </a:lnTo>
                <a:lnTo>
                  <a:pt x="606" y="9"/>
                </a:lnTo>
                <a:lnTo>
                  <a:pt x="584" y="11"/>
                </a:lnTo>
                <a:lnTo>
                  <a:pt x="563" y="13"/>
                </a:lnTo>
                <a:lnTo>
                  <a:pt x="542" y="16"/>
                </a:lnTo>
                <a:lnTo>
                  <a:pt x="521" y="20"/>
                </a:lnTo>
                <a:lnTo>
                  <a:pt x="500" y="24"/>
                </a:lnTo>
                <a:lnTo>
                  <a:pt x="480" y="28"/>
                </a:lnTo>
                <a:lnTo>
                  <a:pt x="460" y="33"/>
                </a:lnTo>
                <a:lnTo>
                  <a:pt x="439" y="38"/>
                </a:lnTo>
                <a:lnTo>
                  <a:pt x="420" y="44"/>
                </a:lnTo>
                <a:lnTo>
                  <a:pt x="400" y="50"/>
                </a:lnTo>
                <a:lnTo>
                  <a:pt x="381" y="56"/>
                </a:lnTo>
                <a:lnTo>
                  <a:pt x="362" y="63"/>
                </a:lnTo>
                <a:lnTo>
                  <a:pt x="343" y="70"/>
                </a:lnTo>
                <a:lnTo>
                  <a:pt x="325" y="78"/>
                </a:lnTo>
                <a:lnTo>
                  <a:pt x="307" y="86"/>
                </a:lnTo>
                <a:lnTo>
                  <a:pt x="289" y="94"/>
                </a:lnTo>
                <a:lnTo>
                  <a:pt x="272" y="103"/>
                </a:lnTo>
                <a:lnTo>
                  <a:pt x="255" y="112"/>
                </a:lnTo>
                <a:lnTo>
                  <a:pt x="239" y="122"/>
                </a:lnTo>
                <a:lnTo>
                  <a:pt x="223" y="131"/>
                </a:lnTo>
                <a:lnTo>
                  <a:pt x="208" y="142"/>
                </a:lnTo>
                <a:lnTo>
                  <a:pt x="193" y="152"/>
                </a:lnTo>
                <a:lnTo>
                  <a:pt x="178" y="163"/>
                </a:lnTo>
                <a:lnTo>
                  <a:pt x="164" y="174"/>
                </a:lnTo>
                <a:lnTo>
                  <a:pt x="151" y="185"/>
                </a:lnTo>
                <a:lnTo>
                  <a:pt x="138" y="197"/>
                </a:lnTo>
                <a:lnTo>
                  <a:pt x="126" y="209"/>
                </a:lnTo>
                <a:lnTo>
                  <a:pt x="114" y="221"/>
                </a:lnTo>
                <a:lnTo>
                  <a:pt x="103" y="234"/>
                </a:lnTo>
                <a:lnTo>
                  <a:pt x="92" y="246"/>
                </a:lnTo>
                <a:lnTo>
                  <a:pt x="82" y="259"/>
                </a:lnTo>
                <a:lnTo>
                  <a:pt x="72" y="272"/>
                </a:lnTo>
                <a:lnTo>
                  <a:pt x="64" y="287"/>
                </a:lnTo>
                <a:lnTo>
                  <a:pt x="55" y="300"/>
                </a:lnTo>
                <a:lnTo>
                  <a:pt x="48" y="314"/>
                </a:lnTo>
                <a:lnTo>
                  <a:pt x="41" y="328"/>
                </a:lnTo>
                <a:lnTo>
                  <a:pt x="34" y="342"/>
                </a:lnTo>
                <a:lnTo>
                  <a:pt x="29" y="356"/>
                </a:lnTo>
                <a:lnTo>
                  <a:pt x="24" y="370"/>
                </a:lnTo>
                <a:lnTo>
                  <a:pt x="19" y="384"/>
                </a:lnTo>
                <a:lnTo>
                  <a:pt x="16" y="399"/>
                </a:lnTo>
                <a:lnTo>
                  <a:pt x="13" y="413"/>
                </a:lnTo>
                <a:lnTo>
                  <a:pt x="10" y="428"/>
                </a:lnTo>
                <a:lnTo>
                  <a:pt x="9" y="442"/>
                </a:lnTo>
                <a:lnTo>
                  <a:pt x="8" y="457"/>
                </a:lnTo>
                <a:lnTo>
                  <a:pt x="7" y="472"/>
                </a:lnTo>
                <a:lnTo>
                  <a:pt x="8" y="486"/>
                </a:lnTo>
                <a:lnTo>
                  <a:pt x="9" y="501"/>
                </a:lnTo>
                <a:lnTo>
                  <a:pt x="10" y="515"/>
                </a:lnTo>
                <a:lnTo>
                  <a:pt x="13" y="530"/>
                </a:lnTo>
                <a:lnTo>
                  <a:pt x="16" y="544"/>
                </a:lnTo>
                <a:lnTo>
                  <a:pt x="19" y="559"/>
                </a:lnTo>
                <a:lnTo>
                  <a:pt x="24" y="573"/>
                </a:lnTo>
                <a:lnTo>
                  <a:pt x="29" y="587"/>
                </a:lnTo>
                <a:lnTo>
                  <a:pt x="34" y="601"/>
                </a:lnTo>
                <a:lnTo>
                  <a:pt x="41" y="615"/>
                </a:lnTo>
                <a:lnTo>
                  <a:pt x="48" y="629"/>
                </a:lnTo>
                <a:lnTo>
                  <a:pt x="55" y="643"/>
                </a:lnTo>
                <a:lnTo>
                  <a:pt x="64" y="656"/>
                </a:lnTo>
                <a:lnTo>
                  <a:pt x="72" y="670"/>
                </a:lnTo>
                <a:lnTo>
                  <a:pt x="82" y="683"/>
                </a:lnTo>
                <a:lnTo>
                  <a:pt x="92" y="696"/>
                </a:lnTo>
                <a:lnTo>
                  <a:pt x="103" y="709"/>
                </a:lnTo>
                <a:lnTo>
                  <a:pt x="114" y="721"/>
                </a:lnTo>
                <a:lnTo>
                  <a:pt x="126" y="733"/>
                </a:lnTo>
                <a:lnTo>
                  <a:pt x="138" y="745"/>
                </a:lnTo>
                <a:lnTo>
                  <a:pt x="151" y="757"/>
                </a:lnTo>
                <a:lnTo>
                  <a:pt x="164" y="768"/>
                </a:lnTo>
                <a:lnTo>
                  <a:pt x="178" y="779"/>
                </a:lnTo>
                <a:lnTo>
                  <a:pt x="193" y="790"/>
                </a:lnTo>
                <a:lnTo>
                  <a:pt x="208" y="801"/>
                </a:lnTo>
                <a:lnTo>
                  <a:pt x="223" y="811"/>
                </a:lnTo>
                <a:lnTo>
                  <a:pt x="239" y="821"/>
                </a:lnTo>
                <a:lnTo>
                  <a:pt x="255" y="830"/>
                </a:lnTo>
                <a:lnTo>
                  <a:pt x="272" y="839"/>
                </a:lnTo>
                <a:lnTo>
                  <a:pt x="289" y="848"/>
                </a:lnTo>
                <a:lnTo>
                  <a:pt x="307" y="857"/>
                </a:lnTo>
                <a:lnTo>
                  <a:pt x="325" y="865"/>
                </a:lnTo>
                <a:lnTo>
                  <a:pt x="343" y="872"/>
                </a:lnTo>
                <a:lnTo>
                  <a:pt x="362" y="880"/>
                </a:lnTo>
                <a:lnTo>
                  <a:pt x="381" y="886"/>
                </a:lnTo>
                <a:lnTo>
                  <a:pt x="400" y="893"/>
                </a:lnTo>
                <a:lnTo>
                  <a:pt x="420" y="899"/>
                </a:lnTo>
                <a:lnTo>
                  <a:pt x="439" y="904"/>
                </a:lnTo>
                <a:lnTo>
                  <a:pt x="460" y="910"/>
                </a:lnTo>
                <a:lnTo>
                  <a:pt x="480" y="914"/>
                </a:lnTo>
                <a:lnTo>
                  <a:pt x="500" y="919"/>
                </a:lnTo>
                <a:lnTo>
                  <a:pt x="521" y="922"/>
                </a:lnTo>
                <a:lnTo>
                  <a:pt x="542" y="926"/>
                </a:lnTo>
                <a:lnTo>
                  <a:pt x="563" y="929"/>
                </a:lnTo>
                <a:lnTo>
                  <a:pt x="584" y="931"/>
                </a:lnTo>
                <a:lnTo>
                  <a:pt x="606" y="933"/>
                </a:lnTo>
                <a:lnTo>
                  <a:pt x="627" y="935"/>
                </a:lnTo>
                <a:lnTo>
                  <a:pt x="648" y="936"/>
                </a:lnTo>
                <a:lnTo>
                  <a:pt x="670" y="937"/>
                </a:lnTo>
                <a:lnTo>
                  <a:pt x="691" y="937"/>
                </a:lnTo>
                <a:lnTo>
                  <a:pt x="713" y="937"/>
                </a:lnTo>
                <a:lnTo>
                  <a:pt x="734" y="936"/>
                </a:lnTo>
                <a:lnTo>
                  <a:pt x="756" y="935"/>
                </a:lnTo>
                <a:lnTo>
                  <a:pt x="777" y="933"/>
                </a:lnTo>
                <a:lnTo>
                  <a:pt x="798" y="931"/>
                </a:lnTo>
                <a:lnTo>
                  <a:pt x="819" y="929"/>
                </a:lnTo>
                <a:lnTo>
                  <a:pt x="840" y="926"/>
                </a:lnTo>
                <a:lnTo>
                  <a:pt x="861" y="922"/>
                </a:lnTo>
                <a:lnTo>
                  <a:pt x="882" y="919"/>
                </a:lnTo>
                <a:lnTo>
                  <a:pt x="903" y="914"/>
                </a:lnTo>
                <a:lnTo>
                  <a:pt x="923" y="910"/>
                </a:lnTo>
                <a:lnTo>
                  <a:pt x="943" y="904"/>
                </a:lnTo>
                <a:lnTo>
                  <a:pt x="963" y="899"/>
                </a:lnTo>
                <a:lnTo>
                  <a:pt x="983" y="893"/>
                </a:lnTo>
                <a:lnTo>
                  <a:pt x="1003" y="886"/>
                </a:lnTo>
                <a:lnTo>
                  <a:pt x="1022" y="880"/>
                </a:lnTo>
                <a:lnTo>
                  <a:pt x="1040" y="872"/>
                </a:lnTo>
                <a:lnTo>
                  <a:pt x="1059" y="865"/>
                </a:lnTo>
                <a:lnTo>
                  <a:pt x="1077" y="857"/>
                </a:lnTo>
                <a:lnTo>
                  <a:pt x="1094" y="848"/>
                </a:lnTo>
                <a:lnTo>
                  <a:pt x="1111" y="839"/>
                </a:lnTo>
                <a:lnTo>
                  <a:pt x="1128" y="830"/>
                </a:lnTo>
                <a:lnTo>
                  <a:pt x="1145" y="821"/>
                </a:lnTo>
                <a:lnTo>
                  <a:pt x="1160" y="811"/>
                </a:lnTo>
                <a:lnTo>
                  <a:pt x="1176" y="801"/>
                </a:lnTo>
                <a:lnTo>
                  <a:pt x="1191" y="790"/>
                </a:lnTo>
                <a:lnTo>
                  <a:pt x="1205" y="779"/>
                </a:lnTo>
                <a:lnTo>
                  <a:pt x="1219" y="768"/>
                </a:lnTo>
                <a:lnTo>
                  <a:pt x="1233" y="757"/>
                </a:lnTo>
                <a:lnTo>
                  <a:pt x="1246" y="745"/>
                </a:lnTo>
                <a:lnTo>
                  <a:pt x="1258" y="733"/>
                </a:lnTo>
                <a:lnTo>
                  <a:pt x="1270" y="721"/>
                </a:lnTo>
                <a:lnTo>
                  <a:pt x="1281" y="709"/>
                </a:lnTo>
                <a:lnTo>
                  <a:pt x="1292" y="696"/>
                </a:lnTo>
                <a:lnTo>
                  <a:pt x="1302" y="683"/>
                </a:lnTo>
                <a:lnTo>
                  <a:pt x="1311" y="670"/>
                </a:lnTo>
                <a:lnTo>
                  <a:pt x="1320" y="656"/>
                </a:lnTo>
                <a:lnTo>
                  <a:pt x="1328" y="643"/>
                </a:lnTo>
                <a:lnTo>
                  <a:pt x="1336" y="629"/>
                </a:lnTo>
                <a:lnTo>
                  <a:pt x="1343" y="615"/>
                </a:lnTo>
                <a:lnTo>
                  <a:pt x="1349" y="601"/>
                </a:lnTo>
                <a:lnTo>
                  <a:pt x="1355" y="587"/>
                </a:lnTo>
                <a:lnTo>
                  <a:pt x="1360" y="573"/>
                </a:lnTo>
                <a:lnTo>
                  <a:pt x="1364" y="559"/>
                </a:lnTo>
                <a:lnTo>
                  <a:pt x="1368" y="544"/>
                </a:lnTo>
                <a:lnTo>
                  <a:pt x="1371" y="530"/>
                </a:lnTo>
                <a:lnTo>
                  <a:pt x="1373" y="515"/>
                </a:lnTo>
                <a:lnTo>
                  <a:pt x="1375" y="501"/>
                </a:lnTo>
                <a:lnTo>
                  <a:pt x="1376" y="486"/>
                </a:lnTo>
                <a:lnTo>
                  <a:pt x="1376" y="472"/>
                </a:lnTo>
                <a:moveTo>
                  <a:pt x="1384" y="472"/>
                </a:moveTo>
                <a:lnTo>
                  <a:pt x="1383" y="486"/>
                </a:lnTo>
                <a:lnTo>
                  <a:pt x="1382" y="501"/>
                </a:lnTo>
                <a:lnTo>
                  <a:pt x="1381" y="516"/>
                </a:lnTo>
                <a:lnTo>
                  <a:pt x="1378" y="531"/>
                </a:lnTo>
                <a:lnTo>
                  <a:pt x="1375" y="545"/>
                </a:lnTo>
                <a:lnTo>
                  <a:pt x="1371" y="560"/>
                </a:lnTo>
                <a:lnTo>
                  <a:pt x="1367" y="574"/>
                </a:lnTo>
                <a:lnTo>
                  <a:pt x="1362" y="589"/>
                </a:lnTo>
                <a:lnTo>
                  <a:pt x="1356" y="603"/>
                </a:lnTo>
                <a:lnTo>
                  <a:pt x="1350" y="617"/>
                </a:lnTo>
                <a:lnTo>
                  <a:pt x="1343" y="631"/>
                </a:lnTo>
                <a:lnTo>
                  <a:pt x="1335" y="645"/>
                </a:lnTo>
                <a:lnTo>
                  <a:pt x="1327" y="659"/>
                </a:lnTo>
                <a:lnTo>
                  <a:pt x="1318" y="672"/>
                </a:lnTo>
                <a:lnTo>
                  <a:pt x="1308" y="685"/>
                </a:lnTo>
                <a:lnTo>
                  <a:pt x="1298" y="698"/>
                </a:lnTo>
                <a:lnTo>
                  <a:pt x="1287" y="711"/>
                </a:lnTo>
                <a:lnTo>
                  <a:pt x="1276" y="724"/>
                </a:lnTo>
                <a:lnTo>
                  <a:pt x="1264" y="736"/>
                </a:lnTo>
                <a:lnTo>
                  <a:pt x="1252" y="748"/>
                </a:lnTo>
                <a:lnTo>
                  <a:pt x="1239" y="760"/>
                </a:lnTo>
                <a:lnTo>
                  <a:pt x="1225" y="772"/>
                </a:lnTo>
                <a:lnTo>
                  <a:pt x="1211" y="783"/>
                </a:lnTo>
                <a:lnTo>
                  <a:pt x="1196" y="794"/>
                </a:lnTo>
                <a:lnTo>
                  <a:pt x="1181" y="804"/>
                </a:lnTo>
                <a:lnTo>
                  <a:pt x="1166" y="815"/>
                </a:lnTo>
                <a:lnTo>
                  <a:pt x="1150" y="825"/>
                </a:lnTo>
                <a:lnTo>
                  <a:pt x="1133" y="834"/>
                </a:lnTo>
                <a:lnTo>
                  <a:pt x="1116" y="843"/>
                </a:lnTo>
                <a:lnTo>
                  <a:pt x="1099" y="852"/>
                </a:lnTo>
                <a:lnTo>
                  <a:pt x="1081" y="861"/>
                </a:lnTo>
                <a:lnTo>
                  <a:pt x="1063" y="869"/>
                </a:lnTo>
                <a:lnTo>
                  <a:pt x="1044" y="877"/>
                </a:lnTo>
                <a:lnTo>
                  <a:pt x="1025" y="884"/>
                </a:lnTo>
                <a:lnTo>
                  <a:pt x="1006" y="891"/>
                </a:lnTo>
                <a:lnTo>
                  <a:pt x="987" y="897"/>
                </a:lnTo>
                <a:lnTo>
                  <a:pt x="966" y="904"/>
                </a:lnTo>
                <a:lnTo>
                  <a:pt x="946" y="909"/>
                </a:lnTo>
                <a:lnTo>
                  <a:pt x="925" y="914"/>
                </a:lnTo>
                <a:lnTo>
                  <a:pt x="905" y="919"/>
                </a:lnTo>
                <a:lnTo>
                  <a:pt x="884" y="924"/>
                </a:lnTo>
                <a:lnTo>
                  <a:pt x="863" y="927"/>
                </a:lnTo>
                <a:lnTo>
                  <a:pt x="842" y="931"/>
                </a:lnTo>
                <a:lnTo>
                  <a:pt x="821" y="934"/>
                </a:lnTo>
                <a:lnTo>
                  <a:pt x="799" y="936"/>
                </a:lnTo>
                <a:lnTo>
                  <a:pt x="778" y="939"/>
                </a:lnTo>
                <a:lnTo>
                  <a:pt x="756" y="940"/>
                </a:lnTo>
                <a:lnTo>
                  <a:pt x="735" y="941"/>
                </a:lnTo>
                <a:lnTo>
                  <a:pt x="713" y="942"/>
                </a:lnTo>
                <a:lnTo>
                  <a:pt x="691" y="942"/>
                </a:lnTo>
                <a:lnTo>
                  <a:pt x="670" y="942"/>
                </a:lnTo>
                <a:lnTo>
                  <a:pt x="648" y="941"/>
                </a:lnTo>
                <a:lnTo>
                  <a:pt x="626" y="940"/>
                </a:lnTo>
                <a:lnTo>
                  <a:pt x="605" y="939"/>
                </a:lnTo>
                <a:lnTo>
                  <a:pt x="583" y="936"/>
                </a:lnTo>
                <a:lnTo>
                  <a:pt x="562" y="934"/>
                </a:lnTo>
                <a:lnTo>
                  <a:pt x="540" y="931"/>
                </a:lnTo>
                <a:lnTo>
                  <a:pt x="519" y="927"/>
                </a:lnTo>
                <a:lnTo>
                  <a:pt x="498" y="924"/>
                </a:lnTo>
                <a:lnTo>
                  <a:pt x="478" y="919"/>
                </a:lnTo>
                <a:lnTo>
                  <a:pt x="457" y="914"/>
                </a:lnTo>
                <a:lnTo>
                  <a:pt x="437" y="909"/>
                </a:lnTo>
                <a:lnTo>
                  <a:pt x="417" y="904"/>
                </a:lnTo>
                <a:lnTo>
                  <a:pt x="397" y="897"/>
                </a:lnTo>
                <a:lnTo>
                  <a:pt x="377" y="891"/>
                </a:lnTo>
                <a:lnTo>
                  <a:pt x="358" y="884"/>
                </a:lnTo>
                <a:lnTo>
                  <a:pt x="339" y="877"/>
                </a:lnTo>
                <a:lnTo>
                  <a:pt x="321" y="869"/>
                </a:lnTo>
                <a:lnTo>
                  <a:pt x="303" y="861"/>
                </a:lnTo>
                <a:lnTo>
                  <a:pt x="285" y="852"/>
                </a:lnTo>
                <a:lnTo>
                  <a:pt x="267" y="843"/>
                </a:lnTo>
                <a:lnTo>
                  <a:pt x="250" y="834"/>
                </a:lnTo>
                <a:lnTo>
                  <a:pt x="234" y="825"/>
                </a:lnTo>
                <a:lnTo>
                  <a:pt x="218" y="815"/>
                </a:lnTo>
                <a:lnTo>
                  <a:pt x="202" y="804"/>
                </a:lnTo>
                <a:lnTo>
                  <a:pt x="187" y="794"/>
                </a:lnTo>
                <a:lnTo>
                  <a:pt x="173" y="783"/>
                </a:lnTo>
                <a:lnTo>
                  <a:pt x="158" y="772"/>
                </a:lnTo>
                <a:lnTo>
                  <a:pt x="145" y="760"/>
                </a:lnTo>
                <a:lnTo>
                  <a:pt x="132" y="748"/>
                </a:lnTo>
                <a:lnTo>
                  <a:pt x="119" y="736"/>
                </a:lnTo>
                <a:lnTo>
                  <a:pt x="107" y="724"/>
                </a:lnTo>
                <a:lnTo>
                  <a:pt x="96" y="711"/>
                </a:lnTo>
                <a:lnTo>
                  <a:pt x="85" y="698"/>
                </a:lnTo>
                <a:lnTo>
                  <a:pt x="75" y="685"/>
                </a:lnTo>
                <a:lnTo>
                  <a:pt x="66" y="672"/>
                </a:lnTo>
                <a:lnTo>
                  <a:pt x="57" y="659"/>
                </a:lnTo>
                <a:lnTo>
                  <a:pt x="48" y="645"/>
                </a:lnTo>
                <a:lnTo>
                  <a:pt x="41" y="631"/>
                </a:lnTo>
                <a:lnTo>
                  <a:pt x="34" y="617"/>
                </a:lnTo>
                <a:lnTo>
                  <a:pt x="27" y="603"/>
                </a:lnTo>
                <a:lnTo>
                  <a:pt x="21" y="589"/>
                </a:lnTo>
                <a:lnTo>
                  <a:pt x="16" y="574"/>
                </a:lnTo>
                <a:lnTo>
                  <a:pt x="12" y="560"/>
                </a:lnTo>
                <a:lnTo>
                  <a:pt x="8" y="545"/>
                </a:lnTo>
                <a:lnTo>
                  <a:pt x="5" y="531"/>
                </a:lnTo>
                <a:lnTo>
                  <a:pt x="3" y="516"/>
                </a:lnTo>
                <a:lnTo>
                  <a:pt x="1" y="501"/>
                </a:lnTo>
                <a:lnTo>
                  <a:pt x="0" y="486"/>
                </a:lnTo>
                <a:lnTo>
                  <a:pt x="0" y="472"/>
                </a:lnTo>
                <a:lnTo>
                  <a:pt x="0" y="457"/>
                </a:lnTo>
                <a:lnTo>
                  <a:pt x="1" y="442"/>
                </a:lnTo>
                <a:lnTo>
                  <a:pt x="3" y="427"/>
                </a:lnTo>
                <a:lnTo>
                  <a:pt x="5" y="413"/>
                </a:lnTo>
                <a:lnTo>
                  <a:pt x="8" y="398"/>
                </a:lnTo>
                <a:lnTo>
                  <a:pt x="12" y="383"/>
                </a:lnTo>
                <a:lnTo>
                  <a:pt x="16" y="369"/>
                </a:lnTo>
                <a:lnTo>
                  <a:pt x="21" y="355"/>
                </a:lnTo>
                <a:lnTo>
                  <a:pt x="27" y="340"/>
                </a:lnTo>
                <a:lnTo>
                  <a:pt x="34" y="326"/>
                </a:lnTo>
                <a:lnTo>
                  <a:pt x="41" y="312"/>
                </a:lnTo>
                <a:lnTo>
                  <a:pt x="48" y="298"/>
                </a:lnTo>
                <a:lnTo>
                  <a:pt x="57" y="284"/>
                </a:lnTo>
                <a:lnTo>
                  <a:pt x="66" y="270"/>
                </a:lnTo>
                <a:lnTo>
                  <a:pt x="75" y="257"/>
                </a:lnTo>
                <a:lnTo>
                  <a:pt x="85" y="244"/>
                </a:lnTo>
                <a:lnTo>
                  <a:pt x="96" y="231"/>
                </a:lnTo>
                <a:lnTo>
                  <a:pt x="107" y="219"/>
                </a:lnTo>
                <a:lnTo>
                  <a:pt x="119" y="206"/>
                </a:lnTo>
                <a:lnTo>
                  <a:pt x="132" y="194"/>
                </a:lnTo>
                <a:lnTo>
                  <a:pt x="145" y="182"/>
                </a:lnTo>
                <a:lnTo>
                  <a:pt x="158" y="171"/>
                </a:lnTo>
                <a:lnTo>
                  <a:pt x="173" y="159"/>
                </a:lnTo>
                <a:lnTo>
                  <a:pt x="187" y="149"/>
                </a:lnTo>
                <a:lnTo>
                  <a:pt x="202" y="138"/>
                </a:lnTo>
                <a:lnTo>
                  <a:pt x="218" y="128"/>
                </a:lnTo>
                <a:lnTo>
                  <a:pt x="234" y="118"/>
                </a:lnTo>
                <a:lnTo>
                  <a:pt x="250" y="108"/>
                </a:lnTo>
                <a:lnTo>
                  <a:pt x="267" y="99"/>
                </a:lnTo>
                <a:lnTo>
                  <a:pt x="285" y="90"/>
                </a:lnTo>
                <a:lnTo>
                  <a:pt x="303" y="81"/>
                </a:lnTo>
                <a:lnTo>
                  <a:pt x="321" y="73"/>
                </a:lnTo>
                <a:lnTo>
                  <a:pt x="339" y="66"/>
                </a:lnTo>
                <a:lnTo>
                  <a:pt x="358" y="58"/>
                </a:lnTo>
                <a:lnTo>
                  <a:pt x="377" y="51"/>
                </a:lnTo>
                <a:lnTo>
                  <a:pt x="397" y="45"/>
                </a:lnTo>
                <a:lnTo>
                  <a:pt x="417" y="39"/>
                </a:lnTo>
                <a:lnTo>
                  <a:pt x="437" y="33"/>
                </a:lnTo>
                <a:lnTo>
                  <a:pt x="457" y="28"/>
                </a:lnTo>
                <a:lnTo>
                  <a:pt x="478" y="23"/>
                </a:lnTo>
                <a:lnTo>
                  <a:pt x="498" y="19"/>
                </a:lnTo>
                <a:lnTo>
                  <a:pt x="519" y="15"/>
                </a:lnTo>
                <a:lnTo>
                  <a:pt x="540" y="11"/>
                </a:lnTo>
                <a:lnTo>
                  <a:pt x="562" y="8"/>
                </a:lnTo>
                <a:lnTo>
                  <a:pt x="583" y="6"/>
                </a:lnTo>
                <a:lnTo>
                  <a:pt x="605" y="4"/>
                </a:lnTo>
                <a:lnTo>
                  <a:pt x="626" y="2"/>
                </a:lnTo>
                <a:lnTo>
                  <a:pt x="648" y="1"/>
                </a:lnTo>
                <a:lnTo>
                  <a:pt x="670" y="0"/>
                </a:lnTo>
                <a:lnTo>
                  <a:pt x="691" y="0"/>
                </a:lnTo>
                <a:lnTo>
                  <a:pt x="713" y="0"/>
                </a:lnTo>
                <a:lnTo>
                  <a:pt x="735" y="1"/>
                </a:lnTo>
                <a:lnTo>
                  <a:pt x="756" y="2"/>
                </a:lnTo>
                <a:lnTo>
                  <a:pt x="778" y="4"/>
                </a:lnTo>
                <a:lnTo>
                  <a:pt x="799" y="6"/>
                </a:lnTo>
                <a:lnTo>
                  <a:pt x="821" y="8"/>
                </a:lnTo>
                <a:lnTo>
                  <a:pt x="842" y="11"/>
                </a:lnTo>
                <a:lnTo>
                  <a:pt x="863" y="15"/>
                </a:lnTo>
                <a:lnTo>
                  <a:pt x="884" y="19"/>
                </a:lnTo>
                <a:lnTo>
                  <a:pt x="905" y="23"/>
                </a:lnTo>
                <a:lnTo>
                  <a:pt x="925" y="28"/>
                </a:lnTo>
                <a:lnTo>
                  <a:pt x="946" y="33"/>
                </a:lnTo>
                <a:lnTo>
                  <a:pt x="966" y="39"/>
                </a:lnTo>
                <a:lnTo>
                  <a:pt x="987" y="45"/>
                </a:lnTo>
                <a:lnTo>
                  <a:pt x="1006" y="51"/>
                </a:lnTo>
                <a:lnTo>
                  <a:pt x="1025" y="58"/>
                </a:lnTo>
                <a:lnTo>
                  <a:pt x="1044" y="66"/>
                </a:lnTo>
                <a:lnTo>
                  <a:pt x="1063" y="73"/>
                </a:lnTo>
                <a:lnTo>
                  <a:pt x="1081" y="81"/>
                </a:lnTo>
                <a:lnTo>
                  <a:pt x="1099" y="90"/>
                </a:lnTo>
                <a:lnTo>
                  <a:pt x="1116" y="99"/>
                </a:lnTo>
                <a:lnTo>
                  <a:pt x="1133" y="108"/>
                </a:lnTo>
                <a:lnTo>
                  <a:pt x="1150" y="118"/>
                </a:lnTo>
                <a:lnTo>
                  <a:pt x="1166" y="128"/>
                </a:lnTo>
                <a:lnTo>
                  <a:pt x="1181" y="138"/>
                </a:lnTo>
                <a:lnTo>
                  <a:pt x="1196" y="149"/>
                </a:lnTo>
                <a:lnTo>
                  <a:pt x="1211" y="159"/>
                </a:lnTo>
                <a:lnTo>
                  <a:pt x="1225" y="171"/>
                </a:lnTo>
                <a:lnTo>
                  <a:pt x="1239" y="182"/>
                </a:lnTo>
                <a:lnTo>
                  <a:pt x="1252" y="194"/>
                </a:lnTo>
                <a:lnTo>
                  <a:pt x="1264" y="206"/>
                </a:lnTo>
                <a:lnTo>
                  <a:pt x="1276" y="219"/>
                </a:lnTo>
                <a:lnTo>
                  <a:pt x="1287" y="231"/>
                </a:lnTo>
                <a:lnTo>
                  <a:pt x="1298" y="244"/>
                </a:lnTo>
                <a:lnTo>
                  <a:pt x="1308" y="257"/>
                </a:lnTo>
                <a:lnTo>
                  <a:pt x="1318" y="270"/>
                </a:lnTo>
                <a:lnTo>
                  <a:pt x="1327" y="284"/>
                </a:lnTo>
                <a:lnTo>
                  <a:pt x="1335" y="298"/>
                </a:lnTo>
                <a:lnTo>
                  <a:pt x="1343" y="312"/>
                </a:lnTo>
                <a:lnTo>
                  <a:pt x="1350" y="326"/>
                </a:lnTo>
                <a:lnTo>
                  <a:pt x="1356" y="340"/>
                </a:lnTo>
                <a:lnTo>
                  <a:pt x="1362" y="355"/>
                </a:lnTo>
                <a:lnTo>
                  <a:pt x="1367" y="369"/>
                </a:lnTo>
                <a:lnTo>
                  <a:pt x="1371" y="383"/>
                </a:lnTo>
                <a:lnTo>
                  <a:pt x="1375" y="398"/>
                </a:lnTo>
                <a:lnTo>
                  <a:pt x="1378" y="413"/>
                </a:lnTo>
                <a:lnTo>
                  <a:pt x="1381" y="427"/>
                </a:lnTo>
                <a:lnTo>
                  <a:pt x="1382" y="442"/>
                </a:lnTo>
                <a:lnTo>
                  <a:pt x="1383" y="457"/>
                </a:lnTo>
                <a:lnTo>
                  <a:pt x="1384" y="472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6" name=""/>
          <p:cNvSpPr/>
          <p:nvPr/>
        </p:nvSpPr>
        <p:spPr>
          <a:xfrm>
            <a:off x="3875760" y="2776320"/>
            <a:ext cx="501120" cy="340920"/>
          </a:xfrm>
          <a:custGeom>
            <a:avLst/>
            <a:gdLst/>
            <a:ahLst/>
            <a:rect l="0" t="0" r="r" b="b"/>
            <a:pathLst>
              <a:path w="1392" h="947">
                <a:moveTo>
                  <a:pt x="1388" y="474"/>
                </a:moveTo>
                <a:lnTo>
                  <a:pt x="1387" y="459"/>
                </a:lnTo>
                <a:lnTo>
                  <a:pt x="1386" y="444"/>
                </a:lnTo>
                <a:lnTo>
                  <a:pt x="1385" y="429"/>
                </a:lnTo>
                <a:lnTo>
                  <a:pt x="1382" y="415"/>
                </a:lnTo>
                <a:lnTo>
                  <a:pt x="1379" y="400"/>
                </a:lnTo>
                <a:lnTo>
                  <a:pt x="1375" y="385"/>
                </a:lnTo>
                <a:lnTo>
                  <a:pt x="1371" y="371"/>
                </a:lnTo>
                <a:lnTo>
                  <a:pt x="1366" y="357"/>
                </a:lnTo>
                <a:lnTo>
                  <a:pt x="1360" y="342"/>
                </a:lnTo>
                <a:lnTo>
                  <a:pt x="1354" y="327"/>
                </a:lnTo>
                <a:lnTo>
                  <a:pt x="1347" y="313"/>
                </a:lnTo>
                <a:lnTo>
                  <a:pt x="1339" y="299"/>
                </a:lnTo>
                <a:lnTo>
                  <a:pt x="1331" y="286"/>
                </a:lnTo>
                <a:lnTo>
                  <a:pt x="1322" y="272"/>
                </a:lnTo>
                <a:lnTo>
                  <a:pt x="1312" y="259"/>
                </a:lnTo>
                <a:lnTo>
                  <a:pt x="1302" y="246"/>
                </a:lnTo>
                <a:lnTo>
                  <a:pt x="1291" y="233"/>
                </a:lnTo>
                <a:lnTo>
                  <a:pt x="1280" y="221"/>
                </a:lnTo>
                <a:lnTo>
                  <a:pt x="1268" y="208"/>
                </a:lnTo>
                <a:lnTo>
                  <a:pt x="1256" y="196"/>
                </a:lnTo>
                <a:lnTo>
                  <a:pt x="1243" y="184"/>
                </a:lnTo>
                <a:lnTo>
                  <a:pt x="1229" y="173"/>
                </a:lnTo>
                <a:lnTo>
                  <a:pt x="1215" y="161"/>
                </a:lnTo>
                <a:lnTo>
                  <a:pt x="1200" y="151"/>
                </a:lnTo>
                <a:lnTo>
                  <a:pt x="1185" y="140"/>
                </a:lnTo>
                <a:lnTo>
                  <a:pt x="1170" y="130"/>
                </a:lnTo>
                <a:lnTo>
                  <a:pt x="1154" y="120"/>
                </a:lnTo>
                <a:lnTo>
                  <a:pt x="1137" y="110"/>
                </a:lnTo>
                <a:lnTo>
                  <a:pt x="1120" y="101"/>
                </a:lnTo>
                <a:lnTo>
                  <a:pt x="1103" y="92"/>
                </a:lnTo>
                <a:lnTo>
                  <a:pt x="1085" y="83"/>
                </a:lnTo>
                <a:lnTo>
                  <a:pt x="1067" y="75"/>
                </a:lnTo>
                <a:lnTo>
                  <a:pt x="1047" y="68"/>
                </a:lnTo>
                <a:lnTo>
                  <a:pt x="1028" y="60"/>
                </a:lnTo>
                <a:lnTo>
                  <a:pt x="1009" y="53"/>
                </a:lnTo>
                <a:lnTo>
                  <a:pt x="990" y="47"/>
                </a:lnTo>
                <a:lnTo>
                  <a:pt x="970" y="41"/>
                </a:lnTo>
                <a:lnTo>
                  <a:pt x="950" y="35"/>
                </a:lnTo>
                <a:lnTo>
                  <a:pt x="929" y="30"/>
                </a:lnTo>
                <a:lnTo>
                  <a:pt x="909" y="25"/>
                </a:lnTo>
                <a:lnTo>
                  <a:pt x="888" y="21"/>
                </a:lnTo>
                <a:lnTo>
                  <a:pt x="867" y="17"/>
                </a:lnTo>
                <a:lnTo>
                  <a:pt x="846" y="13"/>
                </a:lnTo>
                <a:lnTo>
                  <a:pt x="825" y="10"/>
                </a:lnTo>
                <a:lnTo>
                  <a:pt x="803" y="8"/>
                </a:lnTo>
                <a:lnTo>
                  <a:pt x="782" y="6"/>
                </a:lnTo>
                <a:lnTo>
                  <a:pt x="760" y="4"/>
                </a:lnTo>
                <a:lnTo>
                  <a:pt x="739" y="3"/>
                </a:lnTo>
                <a:lnTo>
                  <a:pt x="717" y="2"/>
                </a:lnTo>
                <a:lnTo>
                  <a:pt x="695" y="2"/>
                </a:lnTo>
                <a:lnTo>
                  <a:pt x="674" y="2"/>
                </a:lnTo>
                <a:lnTo>
                  <a:pt x="652" y="3"/>
                </a:lnTo>
                <a:lnTo>
                  <a:pt x="630" y="4"/>
                </a:lnTo>
                <a:lnTo>
                  <a:pt x="609" y="6"/>
                </a:lnTo>
                <a:lnTo>
                  <a:pt x="587" y="8"/>
                </a:lnTo>
                <a:lnTo>
                  <a:pt x="566" y="10"/>
                </a:lnTo>
                <a:lnTo>
                  <a:pt x="544" y="13"/>
                </a:lnTo>
                <a:lnTo>
                  <a:pt x="523" y="17"/>
                </a:lnTo>
                <a:lnTo>
                  <a:pt x="502" y="21"/>
                </a:lnTo>
                <a:lnTo>
                  <a:pt x="482" y="25"/>
                </a:lnTo>
                <a:lnTo>
                  <a:pt x="461" y="30"/>
                </a:lnTo>
                <a:lnTo>
                  <a:pt x="441" y="35"/>
                </a:lnTo>
                <a:lnTo>
                  <a:pt x="421" y="41"/>
                </a:lnTo>
                <a:lnTo>
                  <a:pt x="401" y="47"/>
                </a:lnTo>
                <a:lnTo>
                  <a:pt x="381" y="53"/>
                </a:lnTo>
                <a:lnTo>
                  <a:pt x="362" y="60"/>
                </a:lnTo>
                <a:lnTo>
                  <a:pt x="343" y="68"/>
                </a:lnTo>
                <a:lnTo>
                  <a:pt x="325" y="75"/>
                </a:lnTo>
                <a:lnTo>
                  <a:pt x="307" y="83"/>
                </a:lnTo>
                <a:lnTo>
                  <a:pt x="289" y="92"/>
                </a:lnTo>
                <a:lnTo>
                  <a:pt x="271" y="101"/>
                </a:lnTo>
                <a:lnTo>
                  <a:pt x="254" y="110"/>
                </a:lnTo>
                <a:lnTo>
                  <a:pt x="238" y="120"/>
                </a:lnTo>
                <a:lnTo>
                  <a:pt x="222" y="130"/>
                </a:lnTo>
                <a:lnTo>
                  <a:pt x="206" y="140"/>
                </a:lnTo>
                <a:lnTo>
                  <a:pt x="191" y="151"/>
                </a:lnTo>
                <a:lnTo>
                  <a:pt x="177" y="161"/>
                </a:lnTo>
                <a:lnTo>
                  <a:pt x="162" y="173"/>
                </a:lnTo>
                <a:lnTo>
                  <a:pt x="149" y="184"/>
                </a:lnTo>
                <a:lnTo>
                  <a:pt x="136" y="196"/>
                </a:lnTo>
                <a:lnTo>
                  <a:pt x="123" y="208"/>
                </a:lnTo>
                <a:lnTo>
                  <a:pt x="111" y="221"/>
                </a:lnTo>
                <a:lnTo>
                  <a:pt x="100" y="233"/>
                </a:lnTo>
                <a:lnTo>
                  <a:pt x="89" y="246"/>
                </a:lnTo>
                <a:lnTo>
                  <a:pt x="79" y="259"/>
                </a:lnTo>
                <a:lnTo>
                  <a:pt x="70" y="272"/>
                </a:lnTo>
                <a:lnTo>
                  <a:pt x="61" y="286"/>
                </a:lnTo>
                <a:lnTo>
                  <a:pt x="52" y="299"/>
                </a:lnTo>
                <a:lnTo>
                  <a:pt x="45" y="313"/>
                </a:lnTo>
                <a:lnTo>
                  <a:pt x="38" y="327"/>
                </a:lnTo>
                <a:lnTo>
                  <a:pt x="31" y="342"/>
                </a:lnTo>
                <a:lnTo>
                  <a:pt x="25" y="357"/>
                </a:lnTo>
                <a:lnTo>
                  <a:pt x="20" y="371"/>
                </a:lnTo>
                <a:lnTo>
                  <a:pt x="16" y="385"/>
                </a:lnTo>
                <a:lnTo>
                  <a:pt x="12" y="400"/>
                </a:lnTo>
                <a:lnTo>
                  <a:pt x="9" y="415"/>
                </a:lnTo>
                <a:lnTo>
                  <a:pt x="7" y="429"/>
                </a:lnTo>
                <a:lnTo>
                  <a:pt x="5" y="444"/>
                </a:lnTo>
                <a:lnTo>
                  <a:pt x="4" y="459"/>
                </a:lnTo>
                <a:lnTo>
                  <a:pt x="4" y="474"/>
                </a:lnTo>
                <a:lnTo>
                  <a:pt x="4" y="488"/>
                </a:lnTo>
                <a:lnTo>
                  <a:pt x="5" y="503"/>
                </a:lnTo>
                <a:lnTo>
                  <a:pt x="7" y="518"/>
                </a:lnTo>
                <a:lnTo>
                  <a:pt x="9" y="533"/>
                </a:lnTo>
                <a:lnTo>
                  <a:pt x="12" y="547"/>
                </a:lnTo>
                <a:lnTo>
                  <a:pt x="16" y="562"/>
                </a:lnTo>
                <a:lnTo>
                  <a:pt x="20" y="576"/>
                </a:lnTo>
                <a:lnTo>
                  <a:pt x="25" y="591"/>
                </a:lnTo>
                <a:lnTo>
                  <a:pt x="31" y="605"/>
                </a:lnTo>
                <a:lnTo>
                  <a:pt x="38" y="619"/>
                </a:lnTo>
                <a:lnTo>
                  <a:pt x="45" y="633"/>
                </a:lnTo>
                <a:lnTo>
                  <a:pt x="52" y="647"/>
                </a:lnTo>
                <a:lnTo>
                  <a:pt x="61" y="661"/>
                </a:lnTo>
                <a:lnTo>
                  <a:pt x="70" y="674"/>
                </a:lnTo>
                <a:lnTo>
                  <a:pt x="79" y="687"/>
                </a:lnTo>
                <a:lnTo>
                  <a:pt x="89" y="700"/>
                </a:lnTo>
                <a:lnTo>
                  <a:pt x="100" y="713"/>
                </a:lnTo>
                <a:lnTo>
                  <a:pt x="111" y="726"/>
                </a:lnTo>
                <a:lnTo>
                  <a:pt x="123" y="738"/>
                </a:lnTo>
                <a:lnTo>
                  <a:pt x="136" y="750"/>
                </a:lnTo>
                <a:lnTo>
                  <a:pt x="149" y="762"/>
                </a:lnTo>
                <a:lnTo>
                  <a:pt x="162" y="774"/>
                </a:lnTo>
                <a:lnTo>
                  <a:pt x="177" y="785"/>
                </a:lnTo>
                <a:lnTo>
                  <a:pt x="191" y="796"/>
                </a:lnTo>
                <a:lnTo>
                  <a:pt x="206" y="806"/>
                </a:lnTo>
                <a:lnTo>
                  <a:pt x="222" y="817"/>
                </a:lnTo>
                <a:lnTo>
                  <a:pt x="238" y="827"/>
                </a:lnTo>
                <a:lnTo>
                  <a:pt x="254" y="836"/>
                </a:lnTo>
                <a:lnTo>
                  <a:pt x="271" y="845"/>
                </a:lnTo>
                <a:lnTo>
                  <a:pt x="289" y="854"/>
                </a:lnTo>
                <a:lnTo>
                  <a:pt x="307" y="863"/>
                </a:lnTo>
                <a:lnTo>
                  <a:pt x="325" y="871"/>
                </a:lnTo>
                <a:lnTo>
                  <a:pt x="343" y="879"/>
                </a:lnTo>
                <a:lnTo>
                  <a:pt x="362" y="886"/>
                </a:lnTo>
                <a:lnTo>
                  <a:pt x="381" y="893"/>
                </a:lnTo>
                <a:lnTo>
                  <a:pt x="401" y="899"/>
                </a:lnTo>
                <a:lnTo>
                  <a:pt x="421" y="906"/>
                </a:lnTo>
                <a:lnTo>
                  <a:pt x="441" y="911"/>
                </a:lnTo>
                <a:lnTo>
                  <a:pt x="461" y="916"/>
                </a:lnTo>
                <a:lnTo>
                  <a:pt x="482" y="921"/>
                </a:lnTo>
                <a:lnTo>
                  <a:pt x="502" y="926"/>
                </a:lnTo>
                <a:lnTo>
                  <a:pt x="523" y="929"/>
                </a:lnTo>
                <a:lnTo>
                  <a:pt x="544" y="933"/>
                </a:lnTo>
                <a:lnTo>
                  <a:pt x="566" y="936"/>
                </a:lnTo>
                <a:lnTo>
                  <a:pt x="587" y="938"/>
                </a:lnTo>
                <a:lnTo>
                  <a:pt x="609" y="941"/>
                </a:lnTo>
                <a:lnTo>
                  <a:pt x="630" y="942"/>
                </a:lnTo>
                <a:lnTo>
                  <a:pt x="652" y="943"/>
                </a:lnTo>
                <a:lnTo>
                  <a:pt x="674" y="944"/>
                </a:lnTo>
                <a:lnTo>
                  <a:pt x="695" y="944"/>
                </a:lnTo>
                <a:lnTo>
                  <a:pt x="717" y="944"/>
                </a:lnTo>
                <a:lnTo>
                  <a:pt x="739" y="943"/>
                </a:lnTo>
                <a:lnTo>
                  <a:pt x="760" y="942"/>
                </a:lnTo>
                <a:lnTo>
                  <a:pt x="782" y="941"/>
                </a:lnTo>
                <a:lnTo>
                  <a:pt x="803" y="938"/>
                </a:lnTo>
                <a:lnTo>
                  <a:pt x="825" y="936"/>
                </a:lnTo>
                <a:lnTo>
                  <a:pt x="846" y="933"/>
                </a:lnTo>
                <a:lnTo>
                  <a:pt x="867" y="929"/>
                </a:lnTo>
                <a:lnTo>
                  <a:pt x="888" y="926"/>
                </a:lnTo>
                <a:lnTo>
                  <a:pt x="909" y="921"/>
                </a:lnTo>
                <a:lnTo>
                  <a:pt x="929" y="916"/>
                </a:lnTo>
                <a:lnTo>
                  <a:pt x="950" y="911"/>
                </a:lnTo>
                <a:lnTo>
                  <a:pt x="970" y="906"/>
                </a:lnTo>
                <a:lnTo>
                  <a:pt x="990" y="899"/>
                </a:lnTo>
                <a:lnTo>
                  <a:pt x="1009" y="893"/>
                </a:lnTo>
                <a:lnTo>
                  <a:pt x="1028" y="886"/>
                </a:lnTo>
                <a:lnTo>
                  <a:pt x="1047" y="879"/>
                </a:lnTo>
                <a:lnTo>
                  <a:pt x="1067" y="871"/>
                </a:lnTo>
                <a:lnTo>
                  <a:pt x="1085" y="863"/>
                </a:lnTo>
                <a:lnTo>
                  <a:pt x="1103" y="854"/>
                </a:lnTo>
                <a:lnTo>
                  <a:pt x="1120" y="845"/>
                </a:lnTo>
                <a:lnTo>
                  <a:pt x="1137" y="836"/>
                </a:lnTo>
                <a:lnTo>
                  <a:pt x="1154" y="827"/>
                </a:lnTo>
                <a:lnTo>
                  <a:pt x="1170" y="817"/>
                </a:lnTo>
                <a:lnTo>
                  <a:pt x="1185" y="806"/>
                </a:lnTo>
                <a:lnTo>
                  <a:pt x="1200" y="796"/>
                </a:lnTo>
                <a:lnTo>
                  <a:pt x="1215" y="785"/>
                </a:lnTo>
                <a:lnTo>
                  <a:pt x="1229" y="774"/>
                </a:lnTo>
                <a:lnTo>
                  <a:pt x="1243" y="762"/>
                </a:lnTo>
                <a:lnTo>
                  <a:pt x="1256" y="750"/>
                </a:lnTo>
                <a:lnTo>
                  <a:pt x="1268" y="738"/>
                </a:lnTo>
                <a:lnTo>
                  <a:pt x="1280" y="726"/>
                </a:lnTo>
                <a:lnTo>
                  <a:pt x="1291" y="713"/>
                </a:lnTo>
                <a:lnTo>
                  <a:pt x="1302" y="700"/>
                </a:lnTo>
                <a:lnTo>
                  <a:pt x="1312" y="687"/>
                </a:lnTo>
                <a:lnTo>
                  <a:pt x="1322" y="674"/>
                </a:lnTo>
                <a:lnTo>
                  <a:pt x="1331" y="661"/>
                </a:lnTo>
                <a:lnTo>
                  <a:pt x="1339" y="647"/>
                </a:lnTo>
                <a:lnTo>
                  <a:pt x="1347" y="633"/>
                </a:lnTo>
                <a:lnTo>
                  <a:pt x="1354" y="619"/>
                </a:lnTo>
                <a:lnTo>
                  <a:pt x="1360" y="605"/>
                </a:lnTo>
                <a:lnTo>
                  <a:pt x="1366" y="591"/>
                </a:lnTo>
                <a:lnTo>
                  <a:pt x="1371" y="576"/>
                </a:lnTo>
                <a:lnTo>
                  <a:pt x="1375" y="562"/>
                </a:lnTo>
                <a:lnTo>
                  <a:pt x="1379" y="547"/>
                </a:lnTo>
                <a:lnTo>
                  <a:pt x="1382" y="533"/>
                </a:lnTo>
                <a:lnTo>
                  <a:pt x="1385" y="518"/>
                </a:lnTo>
                <a:lnTo>
                  <a:pt x="1386" y="503"/>
                </a:lnTo>
                <a:lnTo>
                  <a:pt x="1387" y="488"/>
                </a:lnTo>
                <a:lnTo>
                  <a:pt x="1388" y="474"/>
                </a:lnTo>
                <a:moveTo>
                  <a:pt x="1392" y="474"/>
                </a:moveTo>
                <a:lnTo>
                  <a:pt x="1391" y="489"/>
                </a:lnTo>
                <a:lnTo>
                  <a:pt x="1390" y="503"/>
                </a:lnTo>
                <a:lnTo>
                  <a:pt x="1388" y="518"/>
                </a:lnTo>
                <a:lnTo>
                  <a:pt x="1386" y="533"/>
                </a:lnTo>
                <a:lnTo>
                  <a:pt x="1383" y="548"/>
                </a:lnTo>
                <a:lnTo>
                  <a:pt x="1379" y="562"/>
                </a:lnTo>
                <a:lnTo>
                  <a:pt x="1375" y="577"/>
                </a:lnTo>
                <a:lnTo>
                  <a:pt x="1370" y="591"/>
                </a:lnTo>
                <a:lnTo>
                  <a:pt x="1364" y="606"/>
                </a:lnTo>
                <a:lnTo>
                  <a:pt x="1357" y="620"/>
                </a:lnTo>
                <a:lnTo>
                  <a:pt x="1350" y="634"/>
                </a:lnTo>
                <a:lnTo>
                  <a:pt x="1343" y="648"/>
                </a:lnTo>
                <a:lnTo>
                  <a:pt x="1334" y="662"/>
                </a:lnTo>
                <a:lnTo>
                  <a:pt x="1325" y="675"/>
                </a:lnTo>
                <a:lnTo>
                  <a:pt x="1316" y="688"/>
                </a:lnTo>
                <a:lnTo>
                  <a:pt x="1306" y="702"/>
                </a:lnTo>
                <a:lnTo>
                  <a:pt x="1295" y="714"/>
                </a:lnTo>
                <a:lnTo>
                  <a:pt x="1283" y="727"/>
                </a:lnTo>
                <a:lnTo>
                  <a:pt x="1271" y="740"/>
                </a:lnTo>
                <a:lnTo>
                  <a:pt x="1259" y="752"/>
                </a:lnTo>
                <a:lnTo>
                  <a:pt x="1246" y="764"/>
                </a:lnTo>
                <a:lnTo>
                  <a:pt x="1232" y="775"/>
                </a:lnTo>
                <a:lnTo>
                  <a:pt x="1218" y="787"/>
                </a:lnTo>
                <a:lnTo>
                  <a:pt x="1203" y="798"/>
                </a:lnTo>
                <a:lnTo>
                  <a:pt x="1188" y="808"/>
                </a:lnTo>
                <a:lnTo>
                  <a:pt x="1172" y="819"/>
                </a:lnTo>
                <a:lnTo>
                  <a:pt x="1156" y="829"/>
                </a:lnTo>
                <a:lnTo>
                  <a:pt x="1139" y="838"/>
                </a:lnTo>
                <a:lnTo>
                  <a:pt x="1122" y="848"/>
                </a:lnTo>
                <a:lnTo>
                  <a:pt x="1105" y="856"/>
                </a:lnTo>
                <a:lnTo>
                  <a:pt x="1087" y="865"/>
                </a:lnTo>
                <a:lnTo>
                  <a:pt x="1069" y="873"/>
                </a:lnTo>
                <a:lnTo>
                  <a:pt x="1050" y="881"/>
                </a:lnTo>
                <a:lnTo>
                  <a:pt x="1030" y="888"/>
                </a:lnTo>
                <a:lnTo>
                  <a:pt x="1011" y="895"/>
                </a:lnTo>
                <a:lnTo>
                  <a:pt x="991" y="902"/>
                </a:lnTo>
                <a:lnTo>
                  <a:pt x="971" y="908"/>
                </a:lnTo>
                <a:lnTo>
                  <a:pt x="951" y="914"/>
                </a:lnTo>
                <a:lnTo>
                  <a:pt x="931" y="919"/>
                </a:lnTo>
                <a:lnTo>
                  <a:pt x="910" y="924"/>
                </a:lnTo>
                <a:lnTo>
                  <a:pt x="889" y="928"/>
                </a:lnTo>
                <a:lnTo>
                  <a:pt x="868" y="932"/>
                </a:lnTo>
                <a:lnTo>
                  <a:pt x="847" y="935"/>
                </a:lnTo>
                <a:lnTo>
                  <a:pt x="826" y="938"/>
                </a:lnTo>
                <a:lnTo>
                  <a:pt x="804" y="941"/>
                </a:lnTo>
                <a:lnTo>
                  <a:pt x="782" y="943"/>
                </a:lnTo>
                <a:lnTo>
                  <a:pt x="761" y="945"/>
                </a:lnTo>
                <a:lnTo>
                  <a:pt x="739" y="946"/>
                </a:lnTo>
                <a:lnTo>
                  <a:pt x="717" y="947"/>
                </a:lnTo>
                <a:lnTo>
                  <a:pt x="695" y="947"/>
                </a:lnTo>
                <a:lnTo>
                  <a:pt x="673" y="947"/>
                </a:lnTo>
                <a:lnTo>
                  <a:pt x="652" y="946"/>
                </a:lnTo>
                <a:lnTo>
                  <a:pt x="630" y="945"/>
                </a:lnTo>
                <a:lnTo>
                  <a:pt x="608" y="943"/>
                </a:lnTo>
                <a:lnTo>
                  <a:pt x="586" y="941"/>
                </a:lnTo>
                <a:lnTo>
                  <a:pt x="565" y="938"/>
                </a:lnTo>
                <a:lnTo>
                  <a:pt x="544" y="935"/>
                </a:lnTo>
                <a:lnTo>
                  <a:pt x="522" y="932"/>
                </a:lnTo>
                <a:lnTo>
                  <a:pt x="501" y="928"/>
                </a:lnTo>
                <a:lnTo>
                  <a:pt x="480" y="924"/>
                </a:lnTo>
                <a:lnTo>
                  <a:pt x="460" y="919"/>
                </a:lnTo>
                <a:lnTo>
                  <a:pt x="439" y="914"/>
                </a:lnTo>
                <a:lnTo>
                  <a:pt x="419" y="908"/>
                </a:lnTo>
                <a:lnTo>
                  <a:pt x="399" y="902"/>
                </a:lnTo>
                <a:lnTo>
                  <a:pt x="380" y="895"/>
                </a:lnTo>
                <a:lnTo>
                  <a:pt x="360" y="888"/>
                </a:lnTo>
                <a:lnTo>
                  <a:pt x="341" y="881"/>
                </a:lnTo>
                <a:lnTo>
                  <a:pt x="323" y="873"/>
                </a:lnTo>
                <a:lnTo>
                  <a:pt x="304" y="865"/>
                </a:lnTo>
                <a:lnTo>
                  <a:pt x="287" y="856"/>
                </a:lnTo>
                <a:lnTo>
                  <a:pt x="269" y="848"/>
                </a:lnTo>
                <a:lnTo>
                  <a:pt x="252" y="838"/>
                </a:lnTo>
                <a:lnTo>
                  <a:pt x="235" y="829"/>
                </a:lnTo>
                <a:lnTo>
                  <a:pt x="219" y="819"/>
                </a:lnTo>
                <a:lnTo>
                  <a:pt x="204" y="808"/>
                </a:lnTo>
                <a:lnTo>
                  <a:pt x="188" y="798"/>
                </a:lnTo>
                <a:lnTo>
                  <a:pt x="174" y="787"/>
                </a:lnTo>
                <a:lnTo>
                  <a:pt x="160" y="775"/>
                </a:lnTo>
                <a:lnTo>
                  <a:pt x="146" y="764"/>
                </a:lnTo>
                <a:lnTo>
                  <a:pt x="133" y="752"/>
                </a:lnTo>
                <a:lnTo>
                  <a:pt x="120" y="740"/>
                </a:lnTo>
                <a:lnTo>
                  <a:pt x="108" y="727"/>
                </a:lnTo>
                <a:lnTo>
                  <a:pt x="97" y="714"/>
                </a:lnTo>
                <a:lnTo>
                  <a:pt x="86" y="702"/>
                </a:lnTo>
                <a:lnTo>
                  <a:pt x="76" y="688"/>
                </a:lnTo>
                <a:lnTo>
                  <a:pt x="66" y="675"/>
                </a:lnTo>
                <a:lnTo>
                  <a:pt x="57" y="662"/>
                </a:lnTo>
                <a:lnTo>
                  <a:pt x="49" y="648"/>
                </a:lnTo>
                <a:lnTo>
                  <a:pt x="41" y="634"/>
                </a:lnTo>
                <a:lnTo>
                  <a:pt x="34" y="620"/>
                </a:lnTo>
                <a:lnTo>
                  <a:pt x="28" y="606"/>
                </a:lnTo>
                <a:lnTo>
                  <a:pt x="22" y="591"/>
                </a:lnTo>
                <a:lnTo>
                  <a:pt x="17" y="577"/>
                </a:lnTo>
                <a:lnTo>
                  <a:pt x="12" y="562"/>
                </a:lnTo>
                <a:lnTo>
                  <a:pt x="9" y="548"/>
                </a:lnTo>
                <a:lnTo>
                  <a:pt x="5" y="533"/>
                </a:lnTo>
                <a:lnTo>
                  <a:pt x="3" y="518"/>
                </a:lnTo>
                <a:lnTo>
                  <a:pt x="1" y="503"/>
                </a:lnTo>
                <a:lnTo>
                  <a:pt x="0" y="489"/>
                </a:lnTo>
                <a:lnTo>
                  <a:pt x="0" y="474"/>
                </a:lnTo>
                <a:lnTo>
                  <a:pt x="0" y="459"/>
                </a:lnTo>
                <a:lnTo>
                  <a:pt x="1" y="444"/>
                </a:lnTo>
                <a:lnTo>
                  <a:pt x="3" y="429"/>
                </a:lnTo>
                <a:lnTo>
                  <a:pt x="5" y="414"/>
                </a:lnTo>
                <a:lnTo>
                  <a:pt x="9" y="400"/>
                </a:lnTo>
                <a:lnTo>
                  <a:pt x="12" y="385"/>
                </a:lnTo>
                <a:lnTo>
                  <a:pt x="17" y="370"/>
                </a:lnTo>
                <a:lnTo>
                  <a:pt x="22" y="356"/>
                </a:lnTo>
                <a:lnTo>
                  <a:pt x="28" y="342"/>
                </a:lnTo>
                <a:lnTo>
                  <a:pt x="34" y="326"/>
                </a:lnTo>
                <a:lnTo>
                  <a:pt x="41" y="312"/>
                </a:lnTo>
                <a:lnTo>
                  <a:pt x="49" y="298"/>
                </a:lnTo>
                <a:lnTo>
                  <a:pt x="57" y="285"/>
                </a:lnTo>
                <a:lnTo>
                  <a:pt x="66" y="271"/>
                </a:lnTo>
                <a:lnTo>
                  <a:pt x="76" y="258"/>
                </a:lnTo>
                <a:lnTo>
                  <a:pt x="86" y="245"/>
                </a:lnTo>
                <a:lnTo>
                  <a:pt x="97" y="232"/>
                </a:lnTo>
                <a:lnTo>
                  <a:pt x="108" y="219"/>
                </a:lnTo>
                <a:lnTo>
                  <a:pt x="120" y="207"/>
                </a:lnTo>
                <a:lnTo>
                  <a:pt x="133" y="195"/>
                </a:lnTo>
                <a:lnTo>
                  <a:pt x="146" y="183"/>
                </a:lnTo>
                <a:lnTo>
                  <a:pt x="160" y="171"/>
                </a:lnTo>
                <a:lnTo>
                  <a:pt x="174" y="160"/>
                </a:lnTo>
                <a:lnTo>
                  <a:pt x="188" y="149"/>
                </a:lnTo>
                <a:lnTo>
                  <a:pt x="204" y="138"/>
                </a:lnTo>
                <a:lnTo>
                  <a:pt x="219" y="128"/>
                </a:lnTo>
                <a:lnTo>
                  <a:pt x="235" y="118"/>
                </a:lnTo>
                <a:lnTo>
                  <a:pt x="252" y="108"/>
                </a:lnTo>
                <a:lnTo>
                  <a:pt x="269" y="99"/>
                </a:lnTo>
                <a:lnTo>
                  <a:pt x="287" y="90"/>
                </a:lnTo>
                <a:lnTo>
                  <a:pt x="304" y="81"/>
                </a:lnTo>
                <a:lnTo>
                  <a:pt x="323" y="73"/>
                </a:lnTo>
                <a:lnTo>
                  <a:pt x="341" y="65"/>
                </a:lnTo>
                <a:lnTo>
                  <a:pt x="360" y="58"/>
                </a:lnTo>
                <a:lnTo>
                  <a:pt x="380" y="51"/>
                </a:lnTo>
                <a:lnTo>
                  <a:pt x="399" y="45"/>
                </a:lnTo>
                <a:lnTo>
                  <a:pt x="419" y="38"/>
                </a:lnTo>
                <a:lnTo>
                  <a:pt x="439" y="33"/>
                </a:lnTo>
                <a:lnTo>
                  <a:pt x="460" y="27"/>
                </a:lnTo>
                <a:lnTo>
                  <a:pt x="480" y="23"/>
                </a:lnTo>
                <a:lnTo>
                  <a:pt x="501" y="18"/>
                </a:lnTo>
                <a:lnTo>
                  <a:pt x="522" y="14"/>
                </a:lnTo>
                <a:lnTo>
                  <a:pt x="544" y="11"/>
                </a:lnTo>
                <a:lnTo>
                  <a:pt x="565" y="8"/>
                </a:lnTo>
                <a:lnTo>
                  <a:pt x="586" y="5"/>
                </a:lnTo>
                <a:lnTo>
                  <a:pt x="608" y="3"/>
                </a:lnTo>
                <a:lnTo>
                  <a:pt x="630" y="2"/>
                </a:lnTo>
                <a:lnTo>
                  <a:pt x="652" y="0"/>
                </a:lnTo>
                <a:lnTo>
                  <a:pt x="673" y="0"/>
                </a:lnTo>
                <a:lnTo>
                  <a:pt x="695" y="0"/>
                </a:lnTo>
                <a:lnTo>
                  <a:pt x="717" y="0"/>
                </a:lnTo>
                <a:lnTo>
                  <a:pt x="739" y="0"/>
                </a:lnTo>
                <a:lnTo>
                  <a:pt x="761" y="2"/>
                </a:lnTo>
                <a:lnTo>
                  <a:pt x="782" y="3"/>
                </a:lnTo>
                <a:lnTo>
                  <a:pt x="804" y="5"/>
                </a:lnTo>
                <a:lnTo>
                  <a:pt x="826" y="8"/>
                </a:lnTo>
                <a:lnTo>
                  <a:pt x="847" y="11"/>
                </a:lnTo>
                <a:lnTo>
                  <a:pt x="868" y="14"/>
                </a:lnTo>
                <a:lnTo>
                  <a:pt x="889" y="18"/>
                </a:lnTo>
                <a:lnTo>
                  <a:pt x="910" y="23"/>
                </a:lnTo>
                <a:lnTo>
                  <a:pt x="931" y="27"/>
                </a:lnTo>
                <a:lnTo>
                  <a:pt x="951" y="33"/>
                </a:lnTo>
                <a:lnTo>
                  <a:pt x="971" y="38"/>
                </a:lnTo>
                <a:lnTo>
                  <a:pt x="991" y="45"/>
                </a:lnTo>
                <a:lnTo>
                  <a:pt x="1011" y="51"/>
                </a:lnTo>
                <a:lnTo>
                  <a:pt x="1030" y="58"/>
                </a:lnTo>
                <a:lnTo>
                  <a:pt x="1050" y="65"/>
                </a:lnTo>
                <a:lnTo>
                  <a:pt x="1069" y="73"/>
                </a:lnTo>
                <a:lnTo>
                  <a:pt x="1087" y="81"/>
                </a:lnTo>
                <a:lnTo>
                  <a:pt x="1105" y="90"/>
                </a:lnTo>
                <a:lnTo>
                  <a:pt x="1122" y="99"/>
                </a:lnTo>
                <a:lnTo>
                  <a:pt x="1139" y="108"/>
                </a:lnTo>
                <a:lnTo>
                  <a:pt x="1156" y="118"/>
                </a:lnTo>
                <a:lnTo>
                  <a:pt x="1172" y="128"/>
                </a:lnTo>
                <a:lnTo>
                  <a:pt x="1188" y="138"/>
                </a:lnTo>
                <a:lnTo>
                  <a:pt x="1203" y="149"/>
                </a:lnTo>
                <a:lnTo>
                  <a:pt x="1218" y="160"/>
                </a:lnTo>
                <a:lnTo>
                  <a:pt x="1232" y="171"/>
                </a:lnTo>
                <a:lnTo>
                  <a:pt x="1246" y="183"/>
                </a:lnTo>
                <a:lnTo>
                  <a:pt x="1259" y="195"/>
                </a:lnTo>
                <a:lnTo>
                  <a:pt x="1271" y="207"/>
                </a:lnTo>
                <a:lnTo>
                  <a:pt x="1283" y="219"/>
                </a:lnTo>
                <a:lnTo>
                  <a:pt x="1295" y="232"/>
                </a:lnTo>
                <a:lnTo>
                  <a:pt x="1306" y="245"/>
                </a:lnTo>
                <a:lnTo>
                  <a:pt x="1316" y="258"/>
                </a:lnTo>
                <a:lnTo>
                  <a:pt x="1325" y="271"/>
                </a:lnTo>
                <a:lnTo>
                  <a:pt x="1334" y="285"/>
                </a:lnTo>
                <a:lnTo>
                  <a:pt x="1343" y="298"/>
                </a:lnTo>
                <a:lnTo>
                  <a:pt x="1350" y="312"/>
                </a:lnTo>
                <a:lnTo>
                  <a:pt x="1357" y="326"/>
                </a:lnTo>
                <a:lnTo>
                  <a:pt x="1364" y="342"/>
                </a:lnTo>
                <a:lnTo>
                  <a:pt x="1370" y="356"/>
                </a:lnTo>
                <a:lnTo>
                  <a:pt x="1375" y="370"/>
                </a:lnTo>
                <a:lnTo>
                  <a:pt x="1379" y="385"/>
                </a:lnTo>
                <a:lnTo>
                  <a:pt x="1383" y="400"/>
                </a:lnTo>
                <a:lnTo>
                  <a:pt x="1386" y="414"/>
                </a:lnTo>
                <a:lnTo>
                  <a:pt x="1388" y="429"/>
                </a:lnTo>
                <a:lnTo>
                  <a:pt x="1390" y="444"/>
                </a:lnTo>
                <a:lnTo>
                  <a:pt x="1391" y="459"/>
                </a:lnTo>
                <a:lnTo>
                  <a:pt x="1392" y="474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7" name=""/>
          <p:cNvSpPr/>
          <p:nvPr/>
        </p:nvSpPr>
        <p:spPr>
          <a:xfrm>
            <a:off x="3870360" y="2772360"/>
            <a:ext cx="511920" cy="348480"/>
          </a:xfrm>
          <a:custGeom>
            <a:avLst/>
            <a:gdLst/>
            <a:ahLst/>
            <a:rect l="0" t="0" r="r" b="b"/>
            <a:pathLst>
              <a:path w="1422" h="968">
                <a:moveTo>
                  <a:pt x="1407" y="484"/>
                </a:moveTo>
                <a:lnTo>
                  <a:pt x="1406" y="469"/>
                </a:lnTo>
                <a:lnTo>
                  <a:pt x="1405" y="454"/>
                </a:lnTo>
                <a:lnTo>
                  <a:pt x="1403" y="439"/>
                </a:lnTo>
                <a:lnTo>
                  <a:pt x="1401" y="424"/>
                </a:lnTo>
                <a:lnTo>
                  <a:pt x="1398" y="410"/>
                </a:lnTo>
                <a:lnTo>
                  <a:pt x="1394" y="395"/>
                </a:lnTo>
                <a:lnTo>
                  <a:pt x="1390" y="380"/>
                </a:lnTo>
                <a:lnTo>
                  <a:pt x="1385" y="366"/>
                </a:lnTo>
                <a:lnTo>
                  <a:pt x="1379" y="352"/>
                </a:lnTo>
                <a:lnTo>
                  <a:pt x="1372" y="337"/>
                </a:lnTo>
                <a:lnTo>
                  <a:pt x="1365" y="323"/>
                </a:lnTo>
                <a:lnTo>
                  <a:pt x="1358" y="309"/>
                </a:lnTo>
                <a:lnTo>
                  <a:pt x="1349" y="296"/>
                </a:lnTo>
                <a:lnTo>
                  <a:pt x="1340" y="282"/>
                </a:lnTo>
                <a:lnTo>
                  <a:pt x="1331" y="269"/>
                </a:lnTo>
                <a:lnTo>
                  <a:pt x="1321" y="256"/>
                </a:lnTo>
                <a:lnTo>
                  <a:pt x="1309" y="243"/>
                </a:lnTo>
                <a:lnTo>
                  <a:pt x="1297" y="230"/>
                </a:lnTo>
                <a:lnTo>
                  <a:pt x="1285" y="218"/>
                </a:lnTo>
                <a:lnTo>
                  <a:pt x="1273" y="206"/>
                </a:lnTo>
                <a:lnTo>
                  <a:pt x="1260" y="194"/>
                </a:lnTo>
                <a:lnTo>
                  <a:pt x="1246" y="182"/>
                </a:lnTo>
                <a:lnTo>
                  <a:pt x="1232" y="171"/>
                </a:lnTo>
                <a:lnTo>
                  <a:pt x="1217" y="160"/>
                </a:lnTo>
                <a:lnTo>
                  <a:pt x="1202" y="149"/>
                </a:lnTo>
                <a:lnTo>
                  <a:pt x="1186" y="139"/>
                </a:lnTo>
                <a:lnTo>
                  <a:pt x="1170" y="129"/>
                </a:lnTo>
                <a:lnTo>
                  <a:pt x="1153" y="119"/>
                </a:lnTo>
                <a:lnTo>
                  <a:pt x="1136" y="110"/>
                </a:lnTo>
                <a:lnTo>
                  <a:pt x="1119" y="101"/>
                </a:lnTo>
                <a:lnTo>
                  <a:pt x="1101" y="92"/>
                </a:lnTo>
                <a:lnTo>
                  <a:pt x="1083" y="84"/>
                </a:lnTo>
                <a:lnTo>
                  <a:pt x="1064" y="76"/>
                </a:lnTo>
                <a:lnTo>
                  <a:pt x="1045" y="69"/>
                </a:lnTo>
                <a:lnTo>
                  <a:pt x="1026" y="62"/>
                </a:lnTo>
                <a:lnTo>
                  <a:pt x="1006" y="56"/>
                </a:lnTo>
                <a:lnTo>
                  <a:pt x="986" y="49"/>
                </a:lnTo>
                <a:lnTo>
                  <a:pt x="966" y="44"/>
                </a:lnTo>
                <a:lnTo>
                  <a:pt x="946" y="38"/>
                </a:lnTo>
                <a:lnTo>
                  <a:pt x="925" y="34"/>
                </a:lnTo>
                <a:lnTo>
                  <a:pt x="904" y="29"/>
                </a:lnTo>
                <a:lnTo>
                  <a:pt x="883" y="25"/>
                </a:lnTo>
                <a:lnTo>
                  <a:pt x="862" y="22"/>
                </a:lnTo>
                <a:lnTo>
                  <a:pt x="841" y="19"/>
                </a:lnTo>
                <a:lnTo>
                  <a:pt x="819" y="16"/>
                </a:lnTo>
                <a:lnTo>
                  <a:pt x="797" y="14"/>
                </a:lnTo>
                <a:lnTo>
                  <a:pt x="776" y="13"/>
                </a:lnTo>
                <a:lnTo>
                  <a:pt x="754" y="11"/>
                </a:lnTo>
                <a:lnTo>
                  <a:pt x="732" y="11"/>
                </a:lnTo>
                <a:lnTo>
                  <a:pt x="710" y="11"/>
                </a:lnTo>
                <a:lnTo>
                  <a:pt x="688" y="11"/>
                </a:lnTo>
                <a:lnTo>
                  <a:pt x="667" y="11"/>
                </a:lnTo>
                <a:lnTo>
                  <a:pt x="645" y="13"/>
                </a:lnTo>
                <a:lnTo>
                  <a:pt x="623" y="14"/>
                </a:lnTo>
                <a:lnTo>
                  <a:pt x="601" y="16"/>
                </a:lnTo>
                <a:lnTo>
                  <a:pt x="580" y="19"/>
                </a:lnTo>
                <a:lnTo>
                  <a:pt x="559" y="22"/>
                </a:lnTo>
                <a:lnTo>
                  <a:pt x="537" y="25"/>
                </a:lnTo>
                <a:lnTo>
                  <a:pt x="516" y="29"/>
                </a:lnTo>
                <a:lnTo>
                  <a:pt x="495" y="34"/>
                </a:lnTo>
                <a:lnTo>
                  <a:pt x="475" y="38"/>
                </a:lnTo>
                <a:lnTo>
                  <a:pt x="454" y="44"/>
                </a:lnTo>
                <a:lnTo>
                  <a:pt x="434" y="49"/>
                </a:lnTo>
                <a:lnTo>
                  <a:pt x="414" y="56"/>
                </a:lnTo>
                <a:lnTo>
                  <a:pt x="395" y="62"/>
                </a:lnTo>
                <a:lnTo>
                  <a:pt x="375" y="69"/>
                </a:lnTo>
                <a:lnTo>
                  <a:pt x="356" y="76"/>
                </a:lnTo>
                <a:lnTo>
                  <a:pt x="338" y="84"/>
                </a:lnTo>
                <a:lnTo>
                  <a:pt x="319" y="92"/>
                </a:lnTo>
                <a:lnTo>
                  <a:pt x="302" y="101"/>
                </a:lnTo>
                <a:lnTo>
                  <a:pt x="284" y="110"/>
                </a:lnTo>
                <a:lnTo>
                  <a:pt x="267" y="119"/>
                </a:lnTo>
                <a:lnTo>
                  <a:pt x="250" y="129"/>
                </a:lnTo>
                <a:lnTo>
                  <a:pt x="234" y="139"/>
                </a:lnTo>
                <a:lnTo>
                  <a:pt x="219" y="149"/>
                </a:lnTo>
                <a:lnTo>
                  <a:pt x="203" y="160"/>
                </a:lnTo>
                <a:lnTo>
                  <a:pt x="189" y="171"/>
                </a:lnTo>
                <a:lnTo>
                  <a:pt x="175" y="182"/>
                </a:lnTo>
                <a:lnTo>
                  <a:pt x="161" y="194"/>
                </a:lnTo>
                <a:lnTo>
                  <a:pt x="148" y="206"/>
                </a:lnTo>
                <a:lnTo>
                  <a:pt x="135" y="218"/>
                </a:lnTo>
                <a:lnTo>
                  <a:pt x="123" y="230"/>
                </a:lnTo>
                <a:lnTo>
                  <a:pt x="112" y="243"/>
                </a:lnTo>
                <a:lnTo>
                  <a:pt x="101" y="256"/>
                </a:lnTo>
                <a:lnTo>
                  <a:pt x="91" y="269"/>
                </a:lnTo>
                <a:lnTo>
                  <a:pt x="81" y="282"/>
                </a:lnTo>
                <a:lnTo>
                  <a:pt x="72" y="296"/>
                </a:lnTo>
                <a:lnTo>
                  <a:pt x="64" y="309"/>
                </a:lnTo>
                <a:lnTo>
                  <a:pt x="56" y="323"/>
                </a:lnTo>
                <a:lnTo>
                  <a:pt x="49" y="337"/>
                </a:lnTo>
                <a:lnTo>
                  <a:pt x="43" y="352"/>
                </a:lnTo>
                <a:lnTo>
                  <a:pt x="37" y="366"/>
                </a:lnTo>
                <a:lnTo>
                  <a:pt x="32" y="380"/>
                </a:lnTo>
                <a:lnTo>
                  <a:pt x="27" y="395"/>
                </a:lnTo>
                <a:lnTo>
                  <a:pt x="24" y="410"/>
                </a:lnTo>
                <a:lnTo>
                  <a:pt x="20" y="424"/>
                </a:lnTo>
                <a:lnTo>
                  <a:pt x="18" y="439"/>
                </a:lnTo>
                <a:lnTo>
                  <a:pt x="16" y="454"/>
                </a:lnTo>
                <a:lnTo>
                  <a:pt x="15" y="469"/>
                </a:lnTo>
                <a:lnTo>
                  <a:pt x="15" y="484"/>
                </a:lnTo>
                <a:lnTo>
                  <a:pt x="15" y="499"/>
                </a:lnTo>
                <a:lnTo>
                  <a:pt x="16" y="514"/>
                </a:lnTo>
                <a:lnTo>
                  <a:pt x="18" y="529"/>
                </a:lnTo>
                <a:lnTo>
                  <a:pt x="20" y="544"/>
                </a:lnTo>
                <a:lnTo>
                  <a:pt x="24" y="559"/>
                </a:lnTo>
                <a:lnTo>
                  <a:pt x="27" y="573"/>
                </a:lnTo>
                <a:lnTo>
                  <a:pt x="32" y="588"/>
                </a:lnTo>
                <a:lnTo>
                  <a:pt x="37" y="602"/>
                </a:lnTo>
                <a:lnTo>
                  <a:pt x="43" y="617"/>
                </a:lnTo>
                <a:lnTo>
                  <a:pt x="49" y="631"/>
                </a:lnTo>
                <a:lnTo>
                  <a:pt x="56" y="645"/>
                </a:lnTo>
                <a:lnTo>
                  <a:pt x="64" y="659"/>
                </a:lnTo>
                <a:lnTo>
                  <a:pt x="72" y="673"/>
                </a:lnTo>
                <a:lnTo>
                  <a:pt x="81" y="686"/>
                </a:lnTo>
                <a:lnTo>
                  <a:pt x="91" y="699"/>
                </a:lnTo>
                <a:lnTo>
                  <a:pt x="101" y="713"/>
                </a:lnTo>
                <a:lnTo>
                  <a:pt x="112" y="725"/>
                </a:lnTo>
                <a:lnTo>
                  <a:pt x="123" y="738"/>
                </a:lnTo>
                <a:lnTo>
                  <a:pt x="135" y="751"/>
                </a:lnTo>
                <a:lnTo>
                  <a:pt x="148" y="763"/>
                </a:lnTo>
                <a:lnTo>
                  <a:pt x="161" y="775"/>
                </a:lnTo>
                <a:lnTo>
                  <a:pt x="175" y="786"/>
                </a:lnTo>
                <a:lnTo>
                  <a:pt x="189" y="798"/>
                </a:lnTo>
                <a:lnTo>
                  <a:pt x="203" y="809"/>
                </a:lnTo>
                <a:lnTo>
                  <a:pt x="219" y="819"/>
                </a:lnTo>
                <a:lnTo>
                  <a:pt x="234" y="830"/>
                </a:lnTo>
                <a:lnTo>
                  <a:pt x="250" y="840"/>
                </a:lnTo>
                <a:lnTo>
                  <a:pt x="267" y="849"/>
                </a:lnTo>
                <a:lnTo>
                  <a:pt x="284" y="859"/>
                </a:lnTo>
                <a:lnTo>
                  <a:pt x="302" y="867"/>
                </a:lnTo>
                <a:lnTo>
                  <a:pt x="319" y="876"/>
                </a:lnTo>
                <a:lnTo>
                  <a:pt x="338" y="884"/>
                </a:lnTo>
                <a:lnTo>
                  <a:pt x="356" y="892"/>
                </a:lnTo>
                <a:lnTo>
                  <a:pt x="375" y="899"/>
                </a:lnTo>
                <a:lnTo>
                  <a:pt x="395" y="906"/>
                </a:lnTo>
                <a:lnTo>
                  <a:pt x="414" y="913"/>
                </a:lnTo>
                <a:lnTo>
                  <a:pt x="434" y="919"/>
                </a:lnTo>
                <a:lnTo>
                  <a:pt x="454" y="925"/>
                </a:lnTo>
                <a:lnTo>
                  <a:pt x="475" y="930"/>
                </a:lnTo>
                <a:lnTo>
                  <a:pt x="495" y="935"/>
                </a:lnTo>
                <a:lnTo>
                  <a:pt x="516" y="939"/>
                </a:lnTo>
                <a:lnTo>
                  <a:pt x="537" y="943"/>
                </a:lnTo>
                <a:lnTo>
                  <a:pt x="559" y="946"/>
                </a:lnTo>
                <a:lnTo>
                  <a:pt x="580" y="949"/>
                </a:lnTo>
                <a:lnTo>
                  <a:pt x="601" y="952"/>
                </a:lnTo>
                <a:lnTo>
                  <a:pt x="623" y="954"/>
                </a:lnTo>
                <a:lnTo>
                  <a:pt x="645" y="956"/>
                </a:lnTo>
                <a:lnTo>
                  <a:pt x="667" y="957"/>
                </a:lnTo>
                <a:lnTo>
                  <a:pt x="688" y="958"/>
                </a:lnTo>
                <a:lnTo>
                  <a:pt x="710" y="958"/>
                </a:lnTo>
                <a:lnTo>
                  <a:pt x="732" y="958"/>
                </a:lnTo>
                <a:lnTo>
                  <a:pt x="754" y="957"/>
                </a:lnTo>
                <a:lnTo>
                  <a:pt x="776" y="956"/>
                </a:lnTo>
                <a:lnTo>
                  <a:pt x="797" y="954"/>
                </a:lnTo>
                <a:lnTo>
                  <a:pt x="819" y="952"/>
                </a:lnTo>
                <a:lnTo>
                  <a:pt x="841" y="949"/>
                </a:lnTo>
                <a:lnTo>
                  <a:pt x="862" y="946"/>
                </a:lnTo>
                <a:lnTo>
                  <a:pt x="883" y="943"/>
                </a:lnTo>
                <a:lnTo>
                  <a:pt x="904" y="939"/>
                </a:lnTo>
                <a:lnTo>
                  <a:pt x="925" y="935"/>
                </a:lnTo>
                <a:lnTo>
                  <a:pt x="946" y="930"/>
                </a:lnTo>
                <a:lnTo>
                  <a:pt x="966" y="925"/>
                </a:lnTo>
                <a:lnTo>
                  <a:pt x="986" y="919"/>
                </a:lnTo>
                <a:lnTo>
                  <a:pt x="1006" y="913"/>
                </a:lnTo>
                <a:lnTo>
                  <a:pt x="1026" y="906"/>
                </a:lnTo>
                <a:lnTo>
                  <a:pt x="1045" y="899"/>
                </a:lnTo>
                <a:lnTo>
                  <a:pt x="1064" y="892"/>
                </a:lnTo>
                <a:lnTo>
                  <a:pt x="1083" y="884"/>
                </a:lnTo>
                <a:lnTo>
                  <a:pt x="1101" y="876"/>
                </a:lnTo>
                <a:lnTo>
                  <a:pt x="1119" y="867"/>
                </a:lnTo>
                <a:lnTo>
                  <a:pt x="1136" y="859"/>
                </a:lnTo>
                <a:lnTo>
                  <a:pt x="1153" y="849"/>
                </a:lnTo>
                <a:lnTo>
                  <a:pt x="1170" y="840"/>
                </a:lnTo>
                <a:lnTo>
                  <a:pt x="1186" y="830"/>
                </a:lnTo>
                <a:lnTo>
                  <a:pt x="1202" y="819"/>
                </a:lnTo>
                <a:lnTo>
                  <a:pt x="1217" y="809"/>
                </a:lnTo>
                <a:lnTo>
                  <a:pt x="1232" y="798"/>
                </a:lnTo>
                <a:lnTo>
                  <a:pt x="1246" y="786"/>
                </a:lnTo>
                <a:lnTo>
                  <a:pt x="1260" y="775"/>
                </a:lnTo>
                <a:lnTo>
                  <a:pt x="1273" y="763"/>
                </a:lnTo>
                <a:lnTo>
                  <a:pt x="1285" y="751"/>
                </a:lnTo>
                <a:lnTo>
                  <a:pt x="1297" y="738"/>
                </a:lnTo>
                <a:lnTo>
                  <a:pt x="1309" y="725"/>
                </a:lnTo>
                <a:lnTo>
                  <a:pt x="1321" y="713"/>
                </a:lnTo>
                <a:lnTo>
                  <a:pt x="1331" y="699"/>
                </a:lnTo>
                <a:lnTo>
                  <a:pt x="1340" y="686"/>
                </a:lnTo>
                <a:lnTo>
                  <a:pt x="1349" y="673"/>
                </a:lnTo>
                <a:lnTo>
                  <a:pt x="1358" y="659"/>
                </a:lnTo>
                <a:lnTo>
                  <a:pt x="1365" y="645"/>
                </a:lnTo>
                <a:lnTo>
                  <a:pt x="1372" y="631"/>
                </a:lnTo>
                <a:lnTo>
                  <a:pt x="1379" y="617"/>
                </a:lnTo>
                <a:lnTo>
                  <a:pt x="1385" y="602"/>
                </a:lnTo>
                <a:lnTo>
                  <a:pt x="1390" y="588"/>
                </a:lnTo>
                <a:lnTo>
                  <a:pt x="1394" y="573"/>
                </a:lnTo>
                <a:lnTo>
                  <a:pt x="1398" y="559"/>
                </a:lnTo>
                <a:lnTo>
                  <a:pt x="1401" y="544"/>
                </a:lnTo>
                <a:lnTo>
                  <a:pt x="1403" y="529"/>
                </a:lnTo>
                <a:lnTo>
                  <a:pt x="1405" y="514"/>
                </a:lnTo>
                <a:lnTo>
                  <a:pt x="1406" y="499"/>
                </a:lnTo>
                <a:lnTo>
                  <a:pt x="1407" y="484"/>
                </a:lnTo>
                <a:moveTo>
                  <a:pt x="1422" y="484"/>
                </a:moveTo>
                <a:lnTo>
                  <a:pt x="1421" y="499"/>
                </a:lnTo>
                <a:lnTo>
                  <a:pt x="1420" y="515"/>
                </a:lnTo>
                <a:lnTo>
                  <a:pt x="1418" y="530"/>
                </a:lnTo>
                <a:lnTo>
                  <a:pt x="1416" y="545"/>
                </a:lnTo>
                <a:lnTo>
                  <a:pt x="1413" y="560"/>
                </a:lnTo>
                <a:lnTo>
                  <a:pt x="1409" y="575"/>
                </a:lnTo>
                <a:lnTo>
                  <a:pt x="1405" y="590"/>
                </a:lnTo>
                <a:lnTo>
                  <a:pt x="1399" y="605"/>
                </a:lnTo>
                <a:lnTo>
                  <a:pt x="1393" y="620"/>
                </a:lnTo>
                <a:lnTo>
                  <a:pt x="1387" y="634"/>
                </a:lnTo>
                <a:lnTo>
                  <a:pt x="1380" y="648"/>
                </a:lnTo>
                <a:lnTo>
                  <a:pt x="1372" y="663"/>
                </a:lnTo>
                <a:lnTo>
                  <a:pt x="1363" y="677"/>
                </a:lnTo>
                <a:lnTo>
                  <a:pt x="1354" y="690"/>
                </a:lnTo>
                <a:lnTo>
                  <a:pt x="1344" y="704"/>
                </a:lnTo>
                <a:lnTo>
                  <a:pt x="1334" y="718"/>
                </a:lnTo>
                <a:lnTo>
                  <a:pt x="1323" y="731"/>
                </a:lnTo>
                <a:lnTo>
                  <a:pt x="1310" y="744"/>
                </a:lnTo>
                <a:lnTo>
                  <a:pt x="1298" y="756"/>
                </a:lnTo>
                <a:lnTo>
                  <a:pt x="1285" y="769"/>
                </a:lnTo>
                <a:lnTo>
                  <a:pt x="1272" y="781"/>
                </a:lnTo>
                <a:lnTo>
                  <a:pt x="1258" y="793"/>
                </a:lnTo>
                <a:lnTo>
                  <a:pt x="1243" y="804"/>
                </a:lnTo>
                <a:lnTo>
                  <a:pt x="1228" y="816"/>
                </a:lnTo>
                <a:lnTo>
                  <a:pt x="1213" y="826"/>
                </a:lnTo>
                <a:lnTo>
                  <a:pt x="1197" y="837"/>
                </a:lnTo>
                <a:lnTo>
                  <a:pt x="1180" y="847"/>
                </a:lnTo>
                <a:lnTo>
                  <a:pt x="1163" y="857"/>
                </a:lnTo>
                <a:lnTo>
                  <a:pt x="1146" y="867"/>
                </a:lnTo>
                <a:lnTo>
                  <a:pt x="1128" y="876"/>
                </a:lnTo>
                <a:lnTo>
                  <a:pt x="1110" y="884"/>
                </a:lnTo>
                <a:lnTo>
                  <a:pt x="1091" y="893"/>
                </a:lnTo>
                <a:lnTo>
                  <a:pt x="1072" y="901"/>
                </a:lnTo>
                <a:lnTo>
                  <a:pt x="1052" y="908"/>
                </a:lnTo>
                <a:lnTo>
                  <a:pt x="1033" y="915"/>
                </a:lnTo>
                <a:lnTo>
                  <a:pt x="1013" y="922"/>
                </a:lnTo>
                <a:lnTo>
                  <a:pt x="992" y="928"/>
                </a:lnTo>
                <a:lnTo>
                  <a:pt x="972" y="934"/>
                </a:lnTo>
                <a:lnTo>
                  <a:pt x="951" y="939"/>
                </a:lnTo>
                <a:lnTo>
                  <a:pt x="930" y="944"/>
                </a:lnTo>
                <a:lnTo>
                  <a:pt x="908" y="949"/>
                </a:lnTo>
                <a:lnTo>
                  <a:pt x="887" y="953"/>
                </a:lnTo>
                <a:lnTo>
                  <a:pt x="865" y="956"/>
                </a:lnTo>
                <a:lnTo>
                  <a:pt x="843" y="960"/>
                </a:lnTo>
                <a:lnTo>
                  <a:pt x="821" y="962"/>
                </a:lnTo>
                <a:lnTo>
                  <a:pt x="799" y="964"/>
                </a:lnTo>
                <a:lnTo>
                  <a:pt x="777" y="966"/>
                </a:lnTo>
                <a:lnTo>
                  <a:pt x="755" y="967"/>
                </a:lnTo>
                <a:lnTo>
                  <a:pt x="733" y="968"/>
                </a:lnTo>
                <a:lnTo>
                  <a:pt x="710" y="968"/>
                </a:lnTo>
                <a:lnTo>
                  <a:pt x="688" y="968"/>
                </a:lnTo>
                <a:lnTo>
                  <a:pt x="666" y="967"/>
                </a:lnTo>
                <a:lnTo>
                  <a:pt x="643" y="966"/>
                </a:lnTo>
                <a:lnTo>
                  <a:pt x="621" y="964"/>
                </a:lnTo>
                <a:lnTo>
                  <a:pt x="599" y="962"/>
                </a:lnTo>
                <a:lnTo>
                  <a:pt x="577" y="960"/>
                </a:lnTo>
                <a:lnTo>
                  <a:pt x="555" y="956"/>
                </a:lnTo>
                <a:lnTo>
                  <a:pt x="534" y="953"/>
                </a:lnTo>
                <a:lnTo>
                  <a:pt x="512" y="949"/>
                </a:lnTo>
                <a:lnTo>
                  <a:pt x="491" y="944"/>
                </a:lnTo>
                <a:lnTo>
                  <a:pt x="470" y="939"/>
                </a:lnTo>
                <a:lnTo>
                  <a:pt x="449" y="934"/>
                </a:lnTo>
                <a:lnTo>
                  <a:pt x="428" y="928"/>
                </a:lnTo>
                <a:lnTo>
                  <a:pt x="408" y="922"/>
                </a:lnTo>
                <a:lnTo>
                  <a:pt x="388" y="915"/>
                </a:lnTo>
                <a:lnTo>
                  <a:pt x="368" y="908"/>
                </a:lnTo>
                <a:lnTo>
                  <a:pt x="349" y="901"/>
                </a:lnTo>
                <a:lnTo>
                  <a:pt x="330" y="893"/>
                </a:lnTo>
                <a:lnTo>
                  <a:pt x="311" y="884"/>
                </a:lnTo>
                <a:lnTo>
                  <a:pt x="293" y="876"/>
                </a:lnTo>
                <a:lnTo>
                  <a:pt x="275" y="867"/>
                </a:lnTo>
                <a:lnTo>
                  <a:pt x="257" y="857"/>
                </a:lnTo>
                <a:lnTo>
                  <a:pt x="240" y="847"/>
                </a:lnTo>
                <a:lnTo>
                  <a:pt x="224" y="837"/>
                </a:lnTo>
                <a:lnTo>
                  <a:pt x="208" y="826"/>
                </a:lnTo>
                <a:lnTo>
                  <a:pt x="192" y="816"/>
                </a:lnTo>
                <a:lnTo>
                  <a:pt x="177" y="804"/>
                </a:lnTo>
                <a:lnTo>
                  <a:pt x="163" y="793"/>
                </a:lnTo>
                <a:lnTo>
                  <a:pt x="149" y="781"/>
                </a:lnTo>
                <a:lnTo>
                  <a:pt x="136" y="769"/>
                </a:lnTo>
                <a:lnTo>
                  <a:pt x="123" y="756"/>
                </a:lnTo>
                <a:lnTo>
                  <a:pt x="110" y="744"/>
                </a:lnTo>
                <a:lnTo>
                  <a:pt x="99" y="731"/>
                </a:lnTo>
                <a:lnTo>
                  <a:pt x="88" y="718"/>
                </a:lnTo>
                <a:lnTo>
                  <a:pt x="77" y="704"/>
                </a:lnTo>
                <a:lnTo>
                  <a:pt x="67" y="690"/>
                </a:lnTo>
                <a:lnTo>
                  <a:pt x="58" y="677"/>
                </a:lnTo>
                <a:lnTo>
                  <a:pt x="50" y="663"/>
                </a:lnTo>
                <a:lnTo>
                  <a:pt x="42" y="648"/>
                </a:lnTo>
                <a:lnTo>
                  <a:pt x="35" y="634"/>
                </a:lnTo>
                <a:lnTo>
                  <a:pt x="28" y="620"/>
                </a:lnTo>
                <a:lnTo>
                  <a:pt x="22" y="605"/>
                </a:lnTo>
                <a:lnTo>
                  <a:pt x="17" y="590"/>
                </a:lnTo>
                <a:lnTo>
                  <a:pt x="12" y="575"/>
                </a:lnTo>
                <a:lnTo>
                  <a:pt x="9" y="560"/>
                </a:lnTo>
                <a:lnTo>
                  <a:pt x="5" y="545"/>
                </a:lnTo>
                <a:lnTo>
                  <a:pt x="3" y="530"/>
                </a:lnTo>
                <a:lnTo>
                  <a:pt x="1" y="515"/>
                </a:lnTo>
                <a:lnTo>
                  <a:pt x="0" y="499"/>
                </a:lnTo>
                <a:lnTo>
                  <a:pt x="0" y="484"/>
                </a:lnTo>
                <a:lnTo>
                  <a:pt x="0" y="468"/>
                </a:lnTo>
                <a:lnTo>
                  <a:pt x="1" y="453"/>
                </a:lnTo>
                <a:lnTo>
                  <a:pt x="3" y="438"/>
                </a:lnTo>
                <a:lnTo>
                  <a:pt x="5" y="423"/>
                </a:lnTo>
                <a:lnTo>
                  <a:pt x="9" y="408"/>
                </a:lnTo>
                <a:lnTo>
                  <a:pt x="12" y="393"/>
                </a:lnTo>
                <a:lnTo>
                  <a:pt x="17" y="378"/>
                </a:lnTo>
                <a:lnTo>
                  <a:pt x="22" y="363"/>
                </a:lnTo>
                <a:lnTo>
                  <a:pt x="28" y="349"/>
                </a:lnTo>
                <a:lnTo>
                  <a:pt x="35" y="334"/>
                </a:lnTo>
                <a:lnTo>
                  <a:pt x="42" y="320"/>
                </a:lnTo>
                <a:lnTo>
                  <a:pt x="50" y="306"/>
                </a:lnTo>
                <a:lnTo>
                  <a:pt x="58" y="292"/>
                </a:lnTo>
                <a:lnTo>
                  <a:pt x="67" y="278"/>
                </a:lnTo>
                <a:lnTo>
                  <a:pt x="77" y="264"/>
                </a:lnTo>
                <a:lnTo>
                  <a:pt x="88" y="251"/>
                </a:lnTo>
                <a:lnTo>
                  <a:pt x="99" y="238"/>
                </a:lnTo>
                <a:lnTo>
                  <a:pt x="110" y="225"/>
                </a:lnTo>
                <a:lnTo>
                  <a:pt x="123" y="212"/>
                </a:lnTo>
                <a:lnTo>
                  <a:pt x="136" y="199"/>
                </a:lnTo>
                <a:lnTo>
                  <a:pt x="149" y="187"/>
                </a:lnTo>
                <a:lnTo>
                  <a:pt x="163" y="176"/>
                </a:lnTo>
                <a:lnTo>
                  <a:pt x="177" y="164"/>
                </a:lnTo>
                <a:lnTo>
                  <a:pt x="192" y="153"/>
                </a:lnTo>
                <a:lnTo>
                  <a:pt x="208" y="142"/>
                </a:lnTo>
                <a:lnTo>
                  <a:pt x="224" y="131"/>
                </a:lnTo>
                <a:lnTo>
                  <a:pt x="240" y="121"/>
                </a:lnTo>
                <a:lnTo>
                  <a:pt x="257" y="111"/>
                </a:lnTo>
                <a:lnTo>
                  <a:pt x="275" y="102"/>
                </a:lnTo>
                <a:lnTo>
                  <a:pt x="293" y="93"/>
                </a:lnTo>
                <a:lnTo>
                  <a:pt x="311" y="84"/>
                </a:lnTo>
                <a:lnTo>
                  <a:pt x="330" y="75"/>
                </a:lnTo>
                <a:lnTo>
                  <a:pt x="349" y="68"/>
                </a:lnTo>
                <a:lnTo>
                  <a:pt x="368" y="60"/>
                </a:lnTo>
                <a:lnTo>
                  <a:pt x="388" y="53"/>
                </a:lnTo>
                <a:lnTo>
                  <a:pt x="408" y="46"/>
                </a:lnTo>
                <a:lnTo>
                  <a:pt x="428" y="40"/>
                </a:lnTo>
                <a:lnTo>
                  <a:pt x="449" y="34"/>
                </a:lnTo>
                <a:lnTo>
                  <a:pt x="470" y="29"/>
                </a:lnTo>
                <a:lnTo>
                  <a:pt x="491" y="24"/>
                </a:lnTo>
                <a:lnTo>
                  <a:pt x="512" y="19"/>
                </a:lnTo>
                <a:lnTo>
                  <a:pt x="534" y="15"/>
                </a:lnTo>
                <a:lnTo>
                  <a:pt x="555" y="12"/>
                </a:lnTo>
                <a:lnTo>
                  <a:pt x="577" y="9"/>
                </a:lnTo>
                <a:lnTo>
                  <a:pt x="599" y="6"/>
                </a:lnTo>
                <a:lnTo>
                  <a:pt x="621" y="4"/>
                </a:lnTo>
                <a:lnTo>
                  <a:pt x="643" y="2"/>
                </a:lnTo>
                <a:lnTo>
                  <a:pt x="666" y="1"/>
                </a:lnTo>
                <a:lnTo>
                  <a:pt x="688" y="0"/>
                </a:lnTo>
                <a:lnTo>
                  <a:pt x="710" y="0"/>
                </a:lnTo>
                <a:lnTo>
                  <a:pt x="733" y="0"/>
                </a:lnTo>
                <a:lnTo>
                  <a:pt x="755" y="1"/>
                </a:lnTo>
                <a:lnTo>
                  <a:pt x="777" y="2"/>
                </a:lnTo>
                <a:lnTo>
                  <a:pt x="799" y="4"/>
                </a:lnTo>
                <a:lnTo>
                  <a:pt x="821" y="6"/>
                </a:lnTo>
                <a:lnTo>
                  <a:pt x="843" y="9"/>
                </a:lnTo>
                <a:lnTo>
                  <a:pt x="865" y="12"/>
                </a:lnTo>
                <a:lnTo>
                  <a:pt x="887" y="15"/>
                </a:lnTo>
                <a:lnTo>
                  <a:pt x="908" y="19"/>
                </a:lnTo>
                <a:lnTo>
                  <a:pt x="930" y="24"/>
                </a:lnTo>
                <a:lnTo>
                  <a:pt x="951" y="29"/>
                </a:lnTo>
                <a:lnTo>
                  <a:pt x="972" y="34"/>
                </a:lnTo>
                <a:lnTo>
                  <a:pt x="992" y="40"/>
                </a:lnTo>
                <a:lnTo>
                  <a:pt x="1013" y="46"/>
                </a:lnTo>
                <a:lnTo>
                  <a:pt x="1033" y="53"/>
                </a:lnTo>
                <a:lnTo>
                  <a:pt x="1052" y="60"/>
                </a:lnTo>
                <a:lnTo>
                  <a:pt x="1072" y="68"/>
                </a:lnTo>
                <a:lnTo>
                  <a:pt x="1091" y="75"/>
                </a:lnTo>
                <a:lnTo>
                  <a:pt x="1110" y="84"/>
                </a:lnTo>
                <a:lnTo>
                  <a:pt x="1128" y="93"/>
                </a:lnTo>
                <a:lnTo>
                  <a:pt x="1146" y="102"/>
                </a:lnTo>
                <a:lnTo>
                  <a:pt x="1163" y="111"/>
                </a:lnTo>
                <a:lnTo>
                  <a:pt x="1180" y="121"/>
                </a:lnTo>
                <a:lnTo>
                  <a:pt x="1197" y="131"/>
                </a:lnTo>
                <a:lnTo>
                  <a:pt x="1213" y="142"/>
                </a:lnTo>
                <a:lnTo>
                  <a:pt x="1228" y="153"/>
                </a:lnTo>
                <a:lnTo>
                  <a:pt x="1243" y="164"/>
                </a:lnTo>
                <a:lnTo>
                  <a:pt x="1258" y="176"/>
                </a:lnTo>
                <a:lnTo>
                  <a:pt x="1272" y="187"/>
                </a:lnTo>
                <a:lnTo>
                  <a:pt x="1285" y="199"/>
                </a:lnTo>
                <a:lnTo>
                  <a:pt x="1298" y="212"/>
                </a:lnTo>
                <a:lnTo>
                  <a:pt x="1310" y="225"/>
                </a:lnTo>
                <a:lnTo>
                  <a:pt x="1323" y="238"/>
                </a:lnTo>
                <a:lnTo>
                  <a:pt x="1334" y="251"/>
                </a:lnTo>
                <a:lnTo>
                  <a:pt x="1344" y="264"/>
                </a:lnTo>
                <a:lnTo>
                  <a:pt x="1354" y="278"/>
                </a:lnTo>
                <a:lnTo>
                  <a:pt x="1363" y="292"/>
                </a:lnTo>
                <a:lnTo>
                  <a:pt x="1372" y="306"/>
                </a:lnTo>
                <a:lnTo>
                  <a:pt x="1380" y="320"/>
                </a:lnTo>
                <a:lnTo>
                  <a:pt x="1387" y="334"/>
                </a:lnTo>
                <a:lnTo>
                  <a:pt x="1393" y="349"/>
                </a:lnTo>
                <a:lnTo>
                  <a:pt x="1399" y="363"/>
                </a:lnTo>
                <a:lnTo>
                  <a:pt x="1405" y="378"/>
                </a:lnTo>
                <a:lnTo>
                  <a:pt x="1409" y="393"/>
                </a:lnTo>
                <a:lnTo>
                  <a:pt x="1413" y="408"/>
                </a:lnTo>
                <a:lnTo>
                  <a:pt x="1416" y="423"/>
                </a:lnTo>
                <a:lnTo>
                  <a:pt x="1418" y="438"/>
                </a:lnTo>
                <a:lnTo>
                  <a:pt x="1420" y="453"/>
                </a:lnTo>
                <a:lnTo>
                  <a:pt x="1421" y="468"/>
                </a:lnTo>
                <a:lnTo>
                  <a:pt x="1422" y="484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8" name=""/>
          <p:cNvSpPr/>
          <p:nvPr/>
        </p:nvSpPr>
        <p:spPr>
          <a:xfrm>
            <a:off x="3867480" y="2770560"/>
            <a:ext cx="517320" cy="352080"/>
          </a:xfrm>
          <a:custGeom>
            <a:avLst/>
            <a:gdLst/>
            <a:ahLst/>
            <a:rect l="0" t="0" r="r" b="b"/>
            <a:pathLst>
              <a:path w="1437" h="978">
                <a:moveTo>
                  <a:pt x="1430" y="489"/>
                </a:moveTo>
                <a:lnTo>
                  <a:pt x="1429" y="473"/>
                </a:lnTo>
                <a:lnTo>
                  <a:pt x="1428" y="458"/>
                </a:lnTo>
                <a:lnTo>
                  <a:pt x="1426" y="443"/>
                </a:lnTo>
                <a:lnTo>
                  <a:pt x="1424" y="428"/>
                </a:lnTo>
                <a:lnTo>
                  <a:pt x="1421" y="413"/>
                </a:lnTo>
                <a:lnTo>
                  <a:pt x="1417" y="398"/>
                </a:lnTo>
                <a:lnTo>
                  <a:pt x="1413" y="383"/>
                </a:lnTo>
                <a:lnTo>
                  <a:pt x="1407" y="368"/>
                </a:lnTo>
                <a:lnTo>
                  <a:pt x="1401" y="354"/>
                </a:lnTo>
                <a:lnTo>
                  <a:pt x="1395" y="339"/>
                </a:lnTo>
                <a:lnTo>
                  <a:pt x="1388" y="325"/>
                </a:lnTo>
                <a:lnTo>
                  <a:pt x="1380" y="311"/>
                </a:lnTo>
                <a:lnTo>
                  <a:pt x="1371" y="297"/>
                </a:lnTo>
                <a:lnTo>
                  <a:pt x="1362" y="283"/>
                </a:lnTo>
                <a:lnTo>
                  <a:pt x="1352" y="269"/>
                </a:lnTo>
                <a:lnTo>
                  <a:pt x="1342" y="256"/>
                </a:lnTo>
                <a:lnTo>
                  <a:pt x="1331" y="243"/>
                </a:lnTo>
                <a:lnTo>
                  <a:pt x="1319" y="230"/>
                </a:lnTo>
                <a:lnTo>
                  <a:pt x="1307" y="217"/>
                </a:lnTo>
                <a:lnTo>
                  <a:pt x="1294" y="204"/>
                </a:lnTo>
                <a:lnTo>
                  <a:pt x="1281" y="192"/>
                </a:lnTo>
                <a:lnTo>
                  <a:pt x="1267" y="181"/>
                </a:lnTo>
                <a:lnTo>
                  <a:pt x="1252" y="169"/>
                </a:lnTo>
                <a:lnTo>
                  <a:pt x="1237" y="158"/>
                </a:lnTo>
                <a:lnTo>
                  <a:pt x="1222" y="147"/>
                </a:lnTo>
                <a:lnTo>
                  <a:pt x="1206" y="136"/>
                </a:lnTo>
                <a:lnTo>
                  <a:pt x="1189" y="126"/>
                </a:lnTo>
                <a:lnTo>
                  <a:pt x="1172" y="116"/>
                </a:lnTo>
                <a:lnTo>
                  <a:pt x="1155" y="107"/>
                </a:lnTo>
                <a:lnTo>
                  <a:pt x="1137" y="98"/>
                </a:lnTo>
                <a:lnTo>
                  <a:pt x="1119" y="89"/>
                </a:lnTo>
                <a:lnTo>
                  <a:pt x="1100" y="80"/>
                </a:lnTo>
                <a:lnTo>
                  <a:pt x="1081" y="73"/>
                </a:lnTo>
                <a:lnTo>
                  <a:pt x="1061" y="65"/>
                </a:lnTo>
                <a:lnTo>
                  <a:pt x="1042" y="58"/>
                </a:lnTo>
                <a:lnTo>
                  <a:pt x="1022" y="51"/>
                </a:lnTo>
                <a:lnTo>
                  <a:pt x="1001" y="45"/>
                </a:lnTo>
                <a:lnTo>
                  <a:pt x="981" y="39"/>
                </a:lnTo>
                <a:lnTo>
                  <a:pt x="960" y="34"/>
                </a:lnTo>
                <a:lnTo>
                  <a:pt x="939" y="29"/>
                </a:lnTo>
                <a:lnTo>
                  <a:pt x="917" y="24"/>
                </a:lnTo>
                <a:lnTo>
                  <a:pt x="896" y="20"/>
                </a:lnTo>
                <a:lnTo>
                  <a:pt x="874" y="17"/>
                </a:lnTo>
                <a:lnTo>
                  <a:pt x="852" y="14"/>
                </a:lnTo>
                <a:lnTo>
                  <a:pt x="830" y="11"/>
                </a:lnTo>
                <a:lnTo>
                  <a:pt x="808" y="9"/>
                </a:lnTo>
                <a:lnTo>
                  <a:pt x="786" y="7"/>
                </a:lnTo>
                <a:lnTo>
                  <a:pt x="764" y="6"/>
                </a:lnTo>
                <a:lnTo>
                  <a:pt x="742" y="5"/>
                </a:lnTo>
                <a:lnTo>
                  <a:pt x="719" y="5"/>
                </a:lnTo>
                <a:lnTo>
                  <a:pt x="697" y="5"/>
                </a:lnTo>
                <a:lnTo>
                  <a:pt x="675" y="6"/>
                </a:lnTo>
                <a:lnTo>
                  <a:pt x="652" y="7"/>
                </a:lnTo>
                <a:lnTo>
                  <a:pt x="630" y="9"/>
                </a:lnTo>
                <a:lnTo>
                  <a:pt x="608" y="11"/>
                </a:lnTo>
                <a:lnTo>
                  <a:pt x="586" y="14"/>
                </a:lnTo>
                <a:lnTo>
                  <a:pt x="564" y="17"/>
                </a:lnTo>
                <a:lnTo>
                  <a:pt x="543" y="20"/>
                </a:lnTo>
                <a:lnTo>
                  <a:pt x="521" y="24"/>
                </a:lnTo>
                <a:lnTo>
                  <a:pt x="500" y="29"/>
                </a:lnTo>
                <a:lnTo>
                  <a:pt x="479" y="34"/>
                </a:lnTo>
                <a:lnTo>
                  <a:pt x="458" y="39"/>
                </a:lnTo>
                <a:lnTo>
                  <a:pt x="437" y="45"/>
                </a:lnTo>
                <a:lnTo>
                  <a:pt x="417" y="51"/>
                </a:lnTo>
                <a:lnTo>
                  <a:pt x="397" y="58"/>
                </a:lnTo>
                <a:lnTo>
                  <a:pt x="377" y="65"/>
                </a:lnTo>
                <a:lnTo>
                  <a:pt x="358" y="73"/>
                </a:lnTo>
                <a:lnTo>
                  <a:pt x="339" y="80"/>
                </a:lnTo>
                <a:lnTo>
                  <a:pt x="320" y="89"/>
                </a:lnTo>
                <a:lnTo>
                  <a:pt x="302" y="98"/>
                </a:lnTo>
                <a:lnTo>
                  <a:pt x="284" y="107"/>
                </a:lnTo>
                <a:lnTo>
                  <a:pt x="266" y="116"/>
                </a:lnTo>
                <a:lnTo>
                  <a:pt x="249" y="126"/>
                </a:lnTo>
                <a:lnTo>
                  <a:pt x="233" y="136"/>
                </a:lnTo>
                <a:lnTo>
                  <a:pt x="217" y="147"/>
                </a:lnTo>
                <a:lnTo>
                  <a:pt x="201" y="158"/>
                </a:lnTo>
                <a:lnTo>
                  <a:pt x="186" y="169"/>
                </a:lnTo>
                <a:lnTo>
                  <a:pt x="172" y="181"/>
                </a:lnTo>
                <a:lnTo>
                  <a:pt x="158" y="192"/>
                </a:lnTo>
                <a:lnTo>
                  <a:pt x="145" y="204"/>
                </a:lnTo>
                <a:lnTo>
                  <a:pt x="132" y="217"/>
                </a:lnTo>
                <a:lnTo>
                  <a:pt x="119" y="230"/>
                </a:lnTo>
                <a:lnTo>
                  <a:pt x="108" y="243"/>
                </a:lnTo>
                <a:lnTo>
                  <a:pt x="97" y="256"/>
                </a:lnTo>
                <a:lnTo>
                  <a:pt x="86" y="269"/>
                </a:lnTo>
                <a:lnTo>
                  <a:pt x="76" y="283"/>
                </a:lnTo>
                <a:lnTo>
                  <a:pt x="67" y="297"/>
                </a:lnTo>
                <a:lnTo>
                  <a:pt x="59" y="311"/>
                </a:lnTo>
                <a:lnTo>
                  <a:pt x="51" y="325"/>
                </a:lnTo>
                <a:lnTo>
                  <a:pt x="44" y="339"/>
                </a:lnTo>
                <a:lnTo>
                  <a:pt x="37" y="354"/>
                </a:lnTo>
                <a:lnTo>
                  <a:pt x="31" y="368"/>
                </a:lnTo>
                <a:lnTo>
                  <a:pt x="26" y="383"/>
                </a:lnTo>
                <a:lnTo>
                  <a:pt x="21" y="398"/>
                </a:lnTo>
                <a:lnTo>
                  <a:pt x="17" y="413"/>
                </a:lnTo>
                <a:lnTo>
                  <a:pt x="13" y="428"/>
                </a:lnTo>
                <a:lnTo>
                  <a:pt x="11" y="443"/>
                </a:lnTo>
                <a:lnTo>
                  <a:pt x="9" y="458"/>
                </a:lnTo>
                <a:lnTo>
                  <a:pt x="8" y="473"/>
                </a:lnTo>
                <a:lnTo>
                  <a:pt x="8" y="489"/>
                </a:lnTo>
                <a:lnTo>
                  <a:pt x="8" y="504"/>
                </a:lnTo>
                <a:lnTo>
                  <a:pt x="9" y="519"/>
                </a:lnTo>
                <a:lnTo>
                  <a:pt x="11" y="534"/>
                </a:lnTo>
                <a:lnTo>
                  <a:pt x="13" y="549"/>
                </a:lnTo>
                <a:lnTo>
                  <a:pt x="17" y="564"/>
                </a:lnTo>
                <a:lnTo>
                  <a:pt x="21" y="579"/>
                </a:lnTo>
                <a:lnTo>
                  <a:pt x="26" y="594"/>
                </a:lnTo>
                <a:lnTo>
                  <a:pt x="31" y="610"/>
                </a:lnTo>
                <a:lnTo>
                  <a:pt x="37" y="625"/>
                </a:lnTo>
                <a:lnTo>
                  <a:pt x="44" y="639"/>
                </a:lnTo>
                <a:lnTo>
                  <a:pt x="51" y="653"/>
                </a:lnTo>
                <a:lnTo>
                  <a:pt x="59" y="668"/>
                </a:lnTo>
                <a:lnTo>
                  <a:pt x="67" y="682"/>
                </a:lnTo>
                <a:lnTo>
                  <a:pt x="76" y="695"/>
                </a:lnTo>
                <a:lnTo>
                  <a:pt x="86" y="709"/>
                </a:lnTo>
                <a:lnTo>
                  <a:pt x="97" y="723"/>
                </a:lnTo>
                <a:lnTo>
                  <a:pt x="108" y="736"/>
                </a:lnTo>
                <a:lnTo>
                  <a:pt x="119" y="749"/>
                </a:lnTo>
                <a:lnTo>
                  <a:pt x="132" y="761"/>
                </a:lnTo>
                <a:lnTo>
                  <a:pt x="145" y="774"/>
                </a:lnTo>
                <a:lnTo>
                  <a:pt x="158" y="786"/>
                </a:lnTo>
                <a:lnTo>
                  <a:pt x="172" y="798"/>
                </a:lnTo>
                <a:lnTo>
                  <a:pt x="186" y="809"/>
                </a:lnTo>
                <a:lnTo>
                  <a:pt x="201" y="821"/>
                </a:lnTo>
                <a:lnTo>
                  <a:pt x="217" y="831"/>
                </a:lnTo>
                <a:lnTo>
                  <a:pt x="233" y="842"/>
                </a:lnTo>
                <a:lnTo>
                  <a:pt x="249" y="852"/>
                </a:lnTo>
                <a:lnTo>
                  <a:pt x="266" y="862"/>
                </a:lnTo>
                <a:lnTo>
                  <a:pt x="284" y="872"/>
                </a:lnTo>
                <a:lnTo>
                  <a:pt x="302" y="881"/>
                </a:lnTo>
                <a:lnTo>
                  <a:pt x="320" y="889"/>
                </a:lnTo>
                <a:lnTo>
                  <a:pt x="339" y="898"/>
                </a:lnTo>
                <a:lnTo>
                  <a:pt x="358" y="906"/>
                </a:lnTo>
                <a:lnTo>
                  <a:pt x="377" y="913"/>
                </a:lnTo>
                <a:lnTo>
                  <a:pt x="397" y="920"/>
                </a:lnTo>
                <a:lnTo>
                  <a:pt x="417" y="927"/>
                </a:lnTo>
                <a:lnTo>
                  <a:pt x="437" y="933"/>
                </a:lnTo>
                <a:lnTo>
                  <a:pt x="458" y="939"/>
                </a:lnTo>
                <a:lnTo>
                  <a:pt x="479" y="944"/>
                </a:lnTo>
                <a:lnTo>
                  <a:pt x="500" y="949"/>
                </a:lnTo>
                <a:lnTo>
                  <a:pt x="521" y="954"/>
                </a:lnTo>
                <a:lnTo>
                  <a:pt x="543" y="958"/>
                </a:lnTo>
                <a:lnTo>
                  <a:pt x="564" y="961"/>
                </a:lnTo>
                <a:lnTo>
                  <a:pt x="586" y="965"/>
                </a:lnTo>
                <a:lnTo>
                  <a:pt x="608" y="967"/>
                </a:lnTo>
                <a:lnTo>
                  <a:pt x="630" y="969"/>
                </a:lnTo>
                <a:lnTo>
                  <a:pt x="652" y="971"/>
                </a:lnTo>
                <a:lnTo>
                  <a:pt x="675" y="972"/>
                </a:lnTo>
                <a:lnTo>
                  <a:pt x="697" y="973"/>
                </a:lnTo>
                <a:lnTo>
                  <a:pt x="719" y="973"/>
                </a:lnTo>
                <a:lnTo>
                  <a:pt x="742" y="973"/>
                </a:lnTo>
                <a:lnTo>
                  <a:pt x="764" y="972"/>
                </a:lnTo>
                <a:lnTo>
                  <a:pt x="786" y="971"/>
                </a:lnTo>
                <a:lnTo>
                  <a:pt x="808" y="969"/>
                </a:lnTo>
                <a:lnTo>
                  <a:pt x="830" y="967"/>
                </a:lnTo>
                <a:lnTo>
                  <a:pt x="852" y="965"/>
                </a:lnTo>
                <a:lnTo>
                  <a:pt x="874" y="961"/>
                </a:lnTo>
                <a:lnTo>
                  <a:pt x="896" y="958"/>
                </a:lnTo>
                <a:lnTo>
                  <a:pt x="917" y="954"/>
                </a:lnTo>
                <a:lnTo>
                  <a:pt x="939" y="949"/>
                </a:lnTo>
                <a:lnTo>
                  <a:pt x="960" y="944"/>
                </a:lnTo>
                <a:lnTo>
                  <a:pt x="981" y="939"/>
                </a:lnTo>
                <a:lnTo>
                  <a:pt x="1001" y="933"/>
                </a:lnTo>
                <a:lnTo>
                  <a:pt x="1022" y="927"/>
                </a:lnTo>
                <a:lnTo>
                  <a:pt x="1042" y="920"/>
                </a:lnTo>
                <a:lnTo>
                  <a:pt x="1061" y="913"/>
                </a:lnTo>
                <a:lnTo>
                  <a:pt x="1081" y="906"/>
                </a:lnTo>
                <a:lnTo>
                  <a:pt x="1100" y="898"/>
                </a:lnTo>
                <a:lnTo>
                  <a:pt x="1119" y="889"/>
                </a:lnTo>
                <a:lnTo>
                  <a:pt x="1137" y="881"/>
                </a:lnTo>
                <a:lnTo>
                  <a:pt x="1155" y="872"/>
                </a:lnTo>
                <a:lnTo>
                  <a:pt x="1172" y="862"/>
                </a:lnTo>
                <a:lnTo>
                  <a:pt x="1189" y="852"/>
                </a:lnTo>
                <a:lnTo>
                  <a:pt x="1206" y="842"/>
                </a:lnTo>
                <a:lnTo>
                  <a:pt x="1222" y="831"/>
                </a:lnTo>
                <a:lnTo>
                  <a:pt x="1237" y="821"/>
                </a:lnTo>
                <a:lnTo>
                  <a:pt x="1252" y="809"/>
                </a:lnTo>
                <a:lnTo>
                  <a:pt x="1267" y="798"/>
                </a:lnTo>
                <a:lnTo>
                  <a:pt x="1281" y="786"/>
                </a:lnTo>
                <a:lnTo>
                  <a:pt x="1294" y="774"/>
                </a:lnTo>
                <a:lnTo>
                  <a:pt x="1307" y="761"/>
                </a:lnTo>
                <a:lnTo>
                  <a:pt x="1319" y="749"/>
                </a:lnTo>
                <a:lnTo>
                  <a:pt x="1331" y="736"/>
                </a:lnTo>
                <a:lnTo>
                  <a:pt x="1342" y="723"/>
                </a:lnTo>
                <a:lnTo>
                  <a:pt x="1352" y="709"/>
                </a:lnTo>
                <a:lnTo>
                  <a:pt x="1362" y="695"/>
                </a:lnTo>
                <a:lnTo>
                  <a:pt x="1371" y="682"/>
                </a:lnTo>
                <a:lnTo>
                  <a:pt x="1380" y="668"/>
                </a:lnTo>
                <a:lnTo>
                  <a:pt x="1388" y="653"/>
                </a:lnTo>
                <a:lnTo>
                  <a:pt x="1395" y="639"/>
                </a:lnTo>
                <a:lnTo>
                  <a:pt x="1401" y="625"/>
                </a:lnTo>
                <a:lnTo>
                  <a:pt x="1407" y="610"/>
                </a:lnTo>
                <a:lnTo>
                  <a:pt x="1413" y="594"/>
                </a:lnTo>
                <a:lnTo>
                  <a:pt x="1417" y="579"/>
                </a:lnTo>
                <a:lnTo>
                  <a:pt x="1421" y="564"/>
                </a:lnTo>
                <a:lnTo>
                  <a:pt x="1424" y="549"/>
                </a:lnTo>
                <a:lnTo>
                  <a:pt x="1426" y="534"/>
                </a:lnTo>
                <a:lnTo>
                  <a:pt x="1428" y="519"/>
                </a:lnTo>
                <a:lnTo>
                  <a:pt x="1429" y="504"/>
                </a:lnTo>
                <a:lnTo>
                  <a:pt x="1430" y="489"/>
                </a:lnTo>
                <a:moveTo>
                  <a:pt x="1437" y="489"/>
                </a:moveTo>
                <a:lnTo>
                  <a:pt x="1437" y="504"/>
                </a:lnTo>
                <a:lnTo>
                  <a:pt x="1436" y="519"/>
                </a:lnTo>
                <a:lnTo>
                  <a:pt x="1434" y="535"/>
                </a:lnTo>
                <a:lnTo>
                  <a:pt x="1432" y="550"/>
                </a:lnTo>
                <a:lnTo>
                  <a:pt x="1428" y="565"/>
                </a:lnTo>
                <a:lnTo>
                  <a:pt x="1424" y="580"/>
                </a:lnTo>
                <a:lnTo>
                  <a:pt x="1420" y="595"/>
                </a:lnTo>
                <a:lnTo>
                  <a:pt x="1415" y="611"/>
                </a:lnTo>
                <a:lnTo>
                  <a:pt x="1409" y="626"/>
                </a:lnTo>
                <a:lnTo>
                  <a:pt x="1402" y="641"/>
                </a:lnTo>
                <a:lnTo>
                  <a:pt x="1395" y="655"/>
                </a:lnTo>
                <a:lnTo>
                  <a:pt x="1387" y="670"/>
                </a:lnTo>
                <a:lnTo>
                  <a:pt x="1378" y="684"/>
                </a:lnTo>
                <a:lnTo>
                  <a:pt x="1369" y="698"/>
                </a:lnTo>
                <a:lnTo>
                  <a:pt x="1359" y="711"/>
                </a:lnTo>
                <a:lnTo>
                  <a:pt x="1348" y="725"/>
                </a:lnTo>
                <a:lnTo>
                  <a:pt x="1337" y="738"/>
                </a:lnTo>
                <a:lnTo>
                  <a:pt x="1325" y="751"/>
                </a:lnTo>
                <a:lnTo>
                  <a:pt x="1313" y="764"/>
                </a:lnTo>
                <a:lnTo>
                  <a:pt x="1300" y="777"/>
                </a:lnTo>
                <a:lnTo>
                  <a:pt x="1287" y="789"/>
                </a:lnTo>
                <a:lnTo>
                  <a:pt x="1272" y="801"/>
                </a:lnTo>
                <a:lnTo>
                  <a:pt x="1258" y="813"/>
                </a:lnTo>
                <a:lnTo>
                  <a:pt x="1243" y="824"/>
                </a:lnTo>
                <a:lnTo>
                  <a:pt x="1227" y="835"/>
                </a:lnTo>
                <a:lnTo>
                  <a:pt x="1211" y="846"/>
                </a:lnTo>
                <a:lnTo>
                  <a:pt x="1194" y="856"/>
                </a:lnTo>
                <a:lnTo>
                  <a:pt x="1177" y="866"/>
                </a:lnTo>
                <a:lnTo>
                  <a:pt x="1159" y="876"/>
                </a:lnTo>
                <a:lnTo>
                  <a:pt x="1141" y="885"/>
                </a:lnTo>
                <a:lnTo>
                  <a:pt x="1123" y="894"/>
                </a:lnTo>
                <a:lnTo>
                  <a:pt x="1104" y="902"/>
                </a:lnTo>
                <a:lnTo>
                  <a:pt x="1085" y="910"/>
                </a:lnTo>
                <a:lnTo>
                  <a:pt x="1065" y="918"/>
                </a:lnTo>
                <a:lnTo>
                  <a:pt x="1045" y="925"/>
                </a:lnTo>
                <a:lnTo>
                  <a:pt x="1025" y="932"/>
                </a:lnTo>
                <a:lnTo>
                  <a:pt x="1004" y="938"/>
                </a:lnTo>
                <a:lnTo>
                  <a:pt x="984" y="944"/>
                </a:lnTo>
                <a:lnTo>
                  <a:pt x="962" y="949"/>
                </a:lnTo>
                <a:lnTo>
                  <a:pt x="941" y="954"/>
                </a:lnTo>
                <a:lnTo>
                  <a:pt x="920" y="959"/>
                </a:lnTo>
                <a:lnTo>
                  <a:pt x="898" y="963"/>
                </a:lnTo>
                <a:lnTo>
                  <a:pt x="876" y="966"/>
                </a:lnTo>
                <a:lnTo>
                  <a:pt x="854" y="970"/>
                </a:lnTo>
                <a:lnTo>
                  <a:pt x="832" y="972"/>
                </a:lnTo>
                <a:lnTo>
                  <a:pt x="809" y="974"/>
                </a:lnTo>
                <a:lnTo>
                  <a:pt x="787" y="976"/>
                </a:lnTo>
                <a:lnTo>
                  <a:pt x="764" y="977"/>
                </a:lnTo>
                <a:lnTo>
                  <a:pt x="742" y="978"/>
                </a:lnTo>
                <a:lnTo>
                  <a:pt x="719" y="978"/>
                </a:lnTo>
                <a:lnTo>
                  <a:pt x="697" y="978"/>
                </a:lnTo>
                <a:lnTo>
                  <a:pt x="674" y="977"/>
                </a:lnTo>
                <a:lnTo>
                  <a:pt x="652" y="976"/>
                </a:lnTo>
                <a:lnTo>
                  <a:pt x="629" y="974"/>
                </a:lnTo>
                <a:lnTo>
                  <a:pt x="607" y="972"/>
                </a:lnTo>
                <a:lnTo>
                  <a:pt x="585" y="970"/>
                </a:lnTo>
                <a:lnTo>
                  <a:pt x="563" y="966"/>
                </a:lnTo>
                <a:lnTo>
                  <a:pt x="541" y="963"/>
                </a:lnTo>
                <a:lnTo>
                  <a:pt x="519" y="959"/>
                </a:lnTo>
                <a:lnTo>
                  <a:pt x="497" y="954"/>
                </a:lnTo>
                <a:lnTo>
                  <a:pt x="476" y="949"/>
                </a:lnTo>
                <a:lnTo>
                  <a:pt x="455" y="944"/>
                </a:lnTo>
                <a:lnTo>
                  <a:pt x="434" y="938"/>
                </a:lnTo>
                <a:lnTo>
                  <a:pt x="414" y="932"/>
                </a:lnTo>
                <a:lnTo>
                  <a:pt x="393" y="925"/>
                </a:lnTo>
                <a:lnTo>
                  <a:pt x="373" y="918"/>
                </a:lnTo>
                <a:lnTo>
                  <a:pt x="354" y="910"/>
                </a:lnTo>
                <a:lnTo>
                  <a:pt x="335" y="902"/>
                </a:lnTo>
                <a:lnTo>
                  <a:pt x="316" y="894"/>
                </a:lnTo>
                <a:lnTo>
                  <a:pt x="297" y="885"/>
                </a:lnTo>
                <a:lnTo>
                  <a:pt x="279" y="876"/>
                </a:lnTo>
                <a:lnTo>
                  <a:pt x="262" y="866"/>
                </a:lnTo>
                <a:lnTo>
                  <a:pt x="244" y="856"/>
                </a:lnTo>
                <a:lnTo>
                  <a:pt x="228" y="846"/>
                </a:lnTo>
                <a:lnTo>
                  <a:pt x="212" y="835"/>
                </a:lnTo>
                <a:lnTo>
                  <a:pt x="196" y="824"/>
                </a:lnTo>
                <a:lnTo>
                  <a:pt x="181" y="813"/>
                </a:lnTo>
                <a:lnTo>
                  <a:pt x="166" y="801"/>
                </a:lnTo>
                <a:lnTo>
                  <a:pt x="152" y="789"/>
                </a:lnTo>
                <a:lnTo>
                  <a:pt x="138" y="777"/>
                </a:lnTo>
                <a:lnTo>
                  <a:pt x="125" y="764"/>
                </a:lnTo>
                <a:lnTo>
                  <a:pt x="113" y="751"/>
                </a:lnTo>
                <a:lnTo>
                  <a:pt x="101" y="738"/>
                </a:lnTo>
                <a:lnTo>
                  <a:pt x="90" y="725"/>
                </a:lnTo>
                <a:lnTo>
                  <a:pt x="80" y="711"/>
                </a:lnTo>
                <a:lnTo>
                  <a:pt x="70" y="698"/>
                </a:lnTo>
                <a:lnTo>
                  <a:pt x="60" y="684"/>
                </a:lnTo>
                <a:lnTo>
                  <a:pt x="52" y="670"/>
                </a:lnTo>
                <a:lnTo>
                  <a:pt x="44" y="655"/>
                </a:lnTo>
                <a:lnTo>
                  <a:pt x="36" y="641"/>
                </a:lnTo>
                <a:lnTo>
                  <a:pt x="30" y="626"/>
                </a:lnTo>
                <a:lnTo>
                  <a:pt x="24" y="611"/>
                </a:lnTo>
                <a:lnTo>
                  <a:pt x="18" y="595"/>
                </a:lnTo>
                <a:lnTo>
                  <a:pt x="13" y="580"/>
                </a:lnTo>
                <a:lnTo>
                  <a:pt x="9" y="565"/>
                </a:lnTo>
                <a:lnTo>
                  <a:pt x="6" y="550"/>
                </a:lnTo>
                <a:lnTo>
                  <a:pt x="4" y="535"/>
                </a:lnTo>
                <a:lnTo>
                  <a:pt x="2" y="519"/>
                </a:lnTo>
                <a:lnTo>
                  <a:pt x="1" y="504"/>
                </a:lnTo>
                <a:lnTo>
                  <a:pt x="0" y="489"/>
                </a:lnTo>
                <a:lnTo>
                  <a:pt x="1" y="473"/>
                </a:lnTo>
                <a:lnTo>
                  <a:pt x="2" y="458"/>
                </a:lnTo>
                <a:lnTo>
                  <a:pt x="4" y="443"/>
                </a:lnTo>
                <a:lnTo>
                  <a:pt x="6" y="427"/>
                </a:lnTo>
                <a:lnTo>
                  <a:pt x="9" y="412"/>
                </a:lnTo>
                <a:lnTo>
                  <a:pt x="13" y="397"/>
                </a:lnTo>
                <a:lnTo>
                  <a:pt x="18" y="382"/>
                </a:lnTo>
                <a:lnTo>
                  <a:pt x="24" y="367"/>
                </a:lnTo>
                <a:lnTo>
                  <a:pt x="30" y="352"/>
                </a:lnTo>
                <a:lnTo>
                  <a:pt x="36" y="338"/>
                </a:lnTo>
                <a:lnTo>
                  <a:pt x="44" y="323"/>
                </a:lnTo>
                <a:lnTo>
                  <a:pt x="52" y="309"/>
                </a:lnTo>
                <a:lnTo>
                  <a:pt x="60" y="295"/>
                </a:lnTo>
                <a:lnTo>
                  <a:pt x="70" y="281"/>
                </a:lnTo>
                <a:lnTo>
                  <a:pt x="80" y="267"/>
                </a:lnTo>
                <a:lnTo>
                  <a:pt x="90" y="253"/>
                </a:lnTo>
                <a:lnTo>
                  <a:pt x="101" y="240"/>
                </a:lnTo>
                <a:lnTo>
                  <a:pt x="113" y="227"/>
                </a:lnTo>
                <a:lnTo>
                  <a:pt x="125" y="214"/>
                </a:lnTo>
                <a:lnTo>
                  <a:pt x="138" y="201"/>
                </a:lnTo>
                <a:lnTo>
                  <a:pt x="152" y="189"/>
                </a:lnTo>
                <a:lnTo>
                  <a:pt x="166" y="177"/>
                </a:lnTo>
                <a:lnTo>
                  <a:pt x="181" y="166"/>
                </a:lnTo>
                <a:lnTo>
                  <a:pt x="196" y="154"/>
                </a:lnTo>
                <a:lnTo>
                  <a:pt x="212" y="143"/>
                </a:lnTo>
                <a:lnTo>
                  <a:pt x="228" y="132"/>
                </a:lnTo>
                <a:lnTo>
                  <a:pt x="244" y="122"/>
                </a:lnTo>
                <a:lnTo>
                  <a:pt x="262" y="112"/>
                </a:lnTo>
                <a:lnTo>
                  <a:pt x="279" y="103"/>
                </a:lnTo>
                <a:lnTo>
                  <a:pt x="297" y="93"/>
                </a:lnTo>
                <a:lnTo>
                  <a:pt x="316" y="85"/>
                </a:lnTo>
                <a:lnTo>
                  <a:pt x="335" y="76"/>
                </a:lnTo>
                <a:lnTo>
                  <a:pt x="354" y="68"/>
                </a:lnTo>
                <a:lnTo>
                  <a:pt x="373" y="61"/>
                </a:lnTo>
                <a:lnTo>
                  <a:pt x="393" y="53"/>
                </a:lnTo>
                <a:lnTo>
                  <a:pt x="414" y="47"/>
                </a:lnTo>
                <a:lnTo>
                  <a:pt x="434" y="40"/>
                </a:lnTo>
                <a:lnTo>
                  <a:pt x="455" y="34"/>
                </a:lnTo>
                <a:lnTo>
                  <a:pt x="476" y="29"/>
                </a:lnTo>
                <a:lnTo>
                  <a:pt x="497" y="24"/>
                </a:lnTo>
                <a:lnTo>
                  <a:pt x="519" y="19"/>
                </a:lnTo>
                <a:lnTo>
                  <a:pt x="541" y="15"/>
                </a:lnTo>
                <a:lnTo>
                  <a:pt x="563" y="12"/>
                </a:lnTo>
                <a:lnTo>
                  <a:pt x="585" y="9"/>
                </a:lnTo>
                <a:lnTo>
                  <a:pt x="607" y="6"/>
                </a:lnTo>
                <a:lnTo>
                  <a:pt x="629" y="4"/>
                </a:lnTo>
                <a:lnTo>
                  <a:pt x="652" y="2"/>
                </a:lnTo>
                <a:lnTo>
                  <a:pt x="674" y="1"/>
                </a:lnTo>
                <a:lnTo>
                  <a:pt x="697" y="0"/>
                </a:lnTo>
                <a:lnTo>
                  <a:pt x="719" y="0"/>
                </a:lnTo>
                <a:lnTo>
                  <a:pt x="742" y="0"/>
                </a:lnTo>
                <a:lnTo>
                  <a:pt x="764" y="1"/>
                </a:lnTo>
                <a:lnTo>
                  <a:pt x="787" y="2"/>
                </a:lnTo>
                <a:lnTo>
                  <a:pt x="809" y="4"/>
                </a:lnTo>
                <a:lnTo>
                  <a:pt x="832" y="6"/>
                </a:lnTo>
                <a:lnTo>
                  <a:pt x="854" y="9"/>
                </a:lnTo>
                <a:lnTo>
                  <a:pt x="876" y="12"/>
                </a:lnTo>
                <a:lnTo>
                  <a:pt x="898" y="15"/>
                </a:lnTo>
                <a:lnTo>
                  <a:pt x="920" y="19"/>
                </a:lnTo>
                <a:lnTo>
                  <a:pt x="941" y="24"/>
                </a:lnTo>
                <a:lnTo>
                  <a:pt x="962" y="29"/>
                </a:lnTo>
                <a:lnTo>
                  <a:pt x="984" y="34"/>
                </a:lnTo>
                <a:lnTo>
                  <a:pt x="1004" y="40"/>
                </a:lnTo>
                <a:lnTo>
                  <a:pt x="1025" y="47"/>
                </a:lnTo>
                <a:lnTo>
                  <a:pt x="1045" y="53"/>
                </a:lnTo>
                <a:lnTo>
                  <a:pt x="1065" y="61"/>
                </a:lnTo>
                <a:lnTo>
                  <a:pt x="1085" y="68"/>
                </a:lnTo>
                <a:lnTo>
                  <a:pt x="1104" y="76"/>
                </a:lnTo>
                <a:lnTo>
                  <a:pt x="1123" y="85"/>
                </a:lnTo>
                <a:lnTo>
                  <a:pt x="1141" y="93"/>
                </a:lnTo>
                <a:lnTo>
                  <a:pt x="1159" y="103"/>
                </a:lnTo>
                <a:lnTo>
                  <a:pt x="1177" y="112"/>
                </a:lnTo>
                <a:lnTo>
                  <a:pt x="1194" y="122"/>
                </a:lnTo>
                <a:lnTo>
                  <a:pt x="1211" y="132"/>
                </a:lnTo>
                <a:lnTo>
                  <a:pt x="1227" y="143"/>
                </a:lnTo>
                <a:lnTo>
                  <a:pt x="1243" y="154"/>
                </a:lnTo>
                <a:lnTo>
                  <a:pt x="1258" y="166"/>
                </a:lnTo>
                <a:lnTo>
                  <a:pt x="1272" y="177"/>
                </a:lnTo>
                <a:lnTo>
                  <a:pt x="1287" y="189"/>
                </a:lnTo>
                <a:lnTo>
                  <a:pt x="1300" y="201"/>
                </a:lnTo>
                <a:lnTo>
                  <a:pt x="1313" y="214"/>
                </a:lnTo>
                <a:lnTo>
                  <a:pt x="1325" y="227"/>
                </a:lnTo>
                <a:lnTo>
                  <a:pt x="1337" y="240"/>
                </a:lnTo>
                <a:lnTo>
                  <a:pt x="1348" y="253"/>
                </a:lnTo>
                <a:lnTo>
                  <a:pt x="1359" y="267"/>
                </a:lnTo>
                <a:lnTo>
                  <a:pt x="1369" y="281"/>
                </a:lnTo>
                <a:lnTo>
                  <a:pt x="1378" y="295"/>
                </a:lnTo>
                <a:lnTo>
                  <a:pt x="1387" y="309"/>
                </a:lnTo>
                <a:lnTo>
                  <a:pt x="1395" y="323"/>
                </a:lnTo>
                <a:lnTo>
                  <a:pt x="1402" y="338"/>
                </a:lnTo>
                <a:lnTo>
                  <a:pt x="1409" y="352"/>
                </a:lnTo>
                <a:lnTo>
                  <a:pt x="1415" y="367"/>
                </a:lnTo>
                <a:lnTo>
                  <a:pt x="1420" y="382"/>
                </a:lnTo>
                <a:lnTo>
                  <a:pt x="1424" y="397"/>
                </a:lnTo>
                <a:lnTo>
                  <a:pt x="1428" y="412"/>
                </a:lnTo>
                <a:lnTo>
                  <a:pt x="1432" y="427"/>
                </a:lnTo>
                <a:lnTo>
                  <a:pt x="1434" y="443"/>
                </a:lnTo>
                <a:lnTo>
                  <a:pt x="1436" y="458"/>
                </a:lnTo>
                <a:lnTo>
                  <a:pt x="1437" y="473"/>
                </a:lnTo>
                <a:lnTo>
                  <a:pt x="1437" y="489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49" name=""/>
          <p:cNvSpPr/>
          <p:nvPr/>
        </p:nvSpPr>
        <p:spPr>
          <a:xfrm>
            <a:off x="3862080" y="2766960"/>
            <a:ext cx="528120" cy="359640"/>
          </a:xfrm>
          <a:custGeom>
            <a:avLst/>
            <a:gdLst/>
            <a:ahLst/>
            <a:rect l="0" t="0" r="r" b="b"/>
            <a:pathLst>
              <a:path w="1467" h="999">
                <a:moveTo>
                  <a:pt x="1452" y="499"/>
                </a:moveTo>
                <a:lnTo>
                  <a:pt x="1452" y="483"/>
                </a:lnTo>
                <a:lnTo>
                  <a:pt x="1451" y="468"/>
                </a:lnTo>
                <a:lnTo>
                  <a:pt x="1449" y="453"/>
                </a:lnTo>
                <a:lnTo>
                  <a:pt x="1447" y="437"/>
                </a:lnTo>
                <a:lnTo>
                  <a:pt x="1443" y="422"/>
                </a:lnTo>
                <a:lnTo>
                  <a:pt x="1439" y="407"/>
                </a:lnTo>
                <a:lnTo>
                  <a:pt x="1435" y="392"/>
                </a:lnTo>
                <a:lnTo>
                  <a:pt x="1430" y="377"/>
                </a:lnTo>
                <a:lnTo>
                  <a:pt x="1424" y="362"/>
                </a:lnTo>
                <a:lnTo>
                  <a:pt x="1417" y="348"/>
                </a:lnTo>
                <a:lnTo>
                  <a:pt x="1410" y="333"/>
                </a:lnTo>
                <a:lnTo>
                  <a:pt x="1402" y="319"/>
                </a:lnTo>
                <a:lnTo>
                  <a:pt x="1393" y="305"/>
                </a:lnTo>
                <a:lnTo>
                  <a:pt x="1384" y="291"/>
                </a:lnTo>
                <a:lnTo>
                  <a:pt x="1374" y="277"/>
                </a:lnTo>
                <a:lnTo>
                  <a:pt x="1363" y="263"/>
                </a:lnTo>
                <a:lnTo>
                  <a:pt x="1352" y="250"/>
                </a:lnTo>
                <a:lnTo>
                  <a:pt x="1340" y="237"/>
                </a:lnTo>
                <a:lnTo>
                  <a:pt x="1328" y="224"/>
                </a:lnTo>
                <a:lnTo>
                  <a:pt x="1315" y="211"/>
                </a:lnTo>
                <a:lnTo>
                  <a:pt x="1302" y="199"/>
                </a:lnTo>
                <a:lnTo>
                  <a:pt x="1287" y="187"/>
                </a:lnTo>
                <a:lnTo>
                  <a:pt x="1273" y="176"/>
                </a:lnTo>
                <a:lnTo>
                  <a:pt x="1258" y="164"/>
                </a:lnTo>
                <a:lnTo>
                  <a:pt x="1242" y="153"/>
                </a:lnTo>
                <a:lnTo>
                  <a:pt x="1226" y="142"/>
                </a:lnTo>
                <a:lnTo>
                  <a:pt x="1209" y="132"/>
                </a:lnTo>
                <a:lnTo>
                  <a:pt x="1192" y="122"/>
                </a:lnTo>
                <a:lnTo>
                  <a:pt x="1174" y="113"/>
                </a:lnTo>
                <a:lnTo>
                  <a:pt x="1156" y="103"/>
                </a:lnTo>
                <a:lnTo>
                  <a:pt x="1138" y="95"/>
                </a:lnTo>
                <a:lnTo>
                  <a:pt x="1119" y="86"/>
                </a:lnTo>
                <a:lnTo>
                  <a:pt x="1100" y="78"/>
                </a:lnTo>
                <a:lnTo>
                  <a:pt x="1080" y="71"/>
                </a:lnTo>
                <a:lnTo>
                  <a:pt x="1060" y="63"/>
                </a:lnTo>
                <a:lnTo>
                  <a:pt x="1040" y="57"/>
                </a:lnTo>
                <a:lnTo>
                  <a:pt x="1019" y="50"/>
                </a:lnTo>
                <a:lnTo>
                  <a:pt x="999" y="44"/>
                </a:lnTo>
                <a:lnTo>
                  <a:pt x="977" y="39"/>
                </a:lnTo>
                <a:lnTo>
                  <a:pt x="956" y="34"/>
                </a:lnTo>
                <a:lnTo>
                  <a:pt x="935" y="29"/>
                </a:lnTo>
                <a:lnTo>
                  <a:pt x="913" y="25"/>
                </a:lnTo>
                <a:lnTo>
                  <a:pt x="891" y="22"/>
                </a:lnTo>
                <a:lnTo>
                  <a:pt x="869" y="19"/>
                </a:lnTo>
                <a:lnTo>
                  <a:pt x="847" y="16"/>
                </a:lnTo>
                <a:lnTo>
                  <a:pt x="824" y="14"/>
                </a:lnTo>
                <a:lnTo>
                  <a:pt x="802" y="12"/>
                </a:lnTo>
                <a:lnTo>
                  <a:pt x="779" y="11"/>
                </a:lnTo>
                <a:lnTo>
                  <a:pt x="757" y="10"/>
                </a:lnTo>
                <a:lnTo>
                  <a:pt x="734" y="10"/>
                </a:lnTo>
                <a:lnTo>
                  <a:pt x="712" y="10"/>
                </a:lnTo>
                <a:lnTo>
                  <a:pt x="689" y="11"/>
                </a:lnTo>
                <a:lnTo>
                  <a:pt x="667" y="12"/>
                </a:lnTo>
                <a:lnTo>
                  <a:pt x="644" y="14"/>
                </a:lnTo>
                <a:lnTo>
                  <a:pt x="622" y="16"/>
                </a:lnTo>
                <a:lnTo>
                  <a:pt x="600" y="19"/>
                </a:lnTo>
                <a:lnTo>
                  <a:pt x="578" y="22"/>
                </a:lnTo>
                <a:lnTo>
                  <a:pt x="556" y="25"/>
                </a:lnTo>
                <a:lnTo>
                  <a:pt x="534" y="29"/>
                </a:lnTo>
                <a:lnTo>
                  <a:pt x="512" y="34"/>
                </a:lnTo>
                <a:lnTo>
                  <a:pt x="491" y="39"/>
                </a:lnTo>
                <a:lnTo>
                  <a:pt x="470" y="44"/>
                </a:lnTo>
                <a:lnTo>
                  <a:pt x="449" y="50"/>
                </a:lnTo>
                <a:lnTo>
                  <a:pt x="429" y="57"/>
                </a:lnTo>
                <a:lnTo>
                  <a:pt x="408" y="63"/>
                </a:lnTo>
                <a:lnTo>
                  <a:pt x="388" y="71"/>
                </a:lnTo>
                <a:lnTo>
                  <a:pt x="369" y="78"/>
                </a:lnTo>
                <a:lnTo>
                  <a:pt x="350" y="86"/>
                </a:lnTo>
                <a:lnTo>
                  <a:pt x="331" y="95"/>
                </a:lnTo>
                <a:lnTo>
                  <a:pt x="312" y="103"/>
                </a:lnTo>
                <a:lnTo>
                  <a:pt x="294" y="113"/>
                </a:lnTo>
                <a:lnTo>
                  <a:pt x="277" y="122"/>
                </a:lnTo>
                <a:lnTo>
                  <a:pt x="258" y="132"/>
                </a:lnTo>
                <a:lnTo>
                  <a:pt x="242" y="142"/>
                </a:lnTo>
                <a:lnTo>
                  <a:pt x="226" y="153"/>
                </a:lnTo>
                <a:lnTo>
                  <a:pt x="210" y="164"/>
                </a:lnTo>
                <a:lnTo>
                  <a:pt x="195" y="176"/>
                </a:lnTo>
                <a:lnTo>
                  <a:pt x="180" y="187"/>
                </a:lnTo>
                <a:lnTo>
                  <a:pt x="166" y="199"/>
                </a:lnTo>
                <a:lnTo>
                  <a:pt x="152" y="211"/>
                </a:lnTo>
                <a:lnTo>
                  <a:pt x="139" y="224"/>
                </a:lnTo>
                <a:lnTo>
                  <a:pt x="127" y="237"/>
                </a:lnTo>
                <a:lnTo>
                  <a:pt x="115" y="250"/>
                </a:lnTo>
                <a:lnTo>
                  <a:pt x="104" y="263"/>
                </a:lnTo>
                <a:lnTo>
                  <a:pt x="94" y="277"/>
                </a:lnTo>
                <a:lnTo>
                  <a:pt x="84" y="291"/>
                </a:lnTo>
                <a:lnTo>
                  <a:pt x="74" y="305"/>
                </a:lnTo>
                <a:lnTo>
                  <a:pt x="66" y="319"/>
                </a:lnTo>
                <a:lnTo>
                  <a:pt x="58" y="333"/>
                </a:lnTo>
                <a:lnTo>
                  <a:pt x="50" y="348"/>
                </a:lnTo>
                <a:lnTo>
                  <a:pt x="44" y="362"/>
                </a:lnTo>
                <a:lnTo>
                  <a:pt x="38" y="377"/>
                </a:lnTo>
                <a:lnTo>
                  <a:pt x="33" y="392"/>
                </a:lnTo>
                <a:lnTo>
                  <a:pt x="28" y="407"/>
                </a:lnTo>
                <a:lnTo>
                  <a:pt x="24" y="422"/>
                </a:lnTo>
                <a:lnTo>
                  <a:pt x="21" y="437"/>
                </a:lnTo>
                <a:lnTo>
                  <a:pt x="19" y="453"/>
                </a:lnTo>
                <a:lnTo>
                  <a:pt x="17" y="468"/>
                </a:lnTo>
                <a:lnTo>
                  <a:pt x="16" y="483"/>
                </a:lnTo>
                <a:lnTo>
                  <a:pt x="15" y="499"/>
                </a:lnTo>
                <a:lnTo>
                  <a:pt x="16" y="514"/>
                </a:lnTo>
                <a:lnTo>
                  <a:pt x="17" y="529"/>
                </a:lnTo>
                <a:lnTo>
                  <a:pt x="19" y="545"/>
                </a:lnTo>
                <a:lnTo>
                  <a:pt x="21" y="560"/>
                </a:lnTo>
                <a:lnTo>
                  <a:pt x="24" y="575"/>
                </a:lnTo>
                <a:lnTo>
                  <a:pt x="28" y="590"/>
                </a:lnTo>
                <a:lnTo>
                  <a:pt x="33" y="605"/>
                </a:lnTo>
                <a:lnTo>
                  <a:pt x="38" y="620"/>
                </a:lnTo>
                <a:lnTo>
                  <a:pt x="44" y="635"/>
                </a:lnTo>
                <a:lnTo>
                  <a:pt x="50" y="650"/>
                </a:lnTo>
                <a:lnTo>
                  <a:pt x="58" y="664"/>
                </a:lnTo>
                <a:lnTo>
                  <a:pt x="66" y="679"/>
                </a:lnTo>
                <a:lnTo>
                  <a:pt x="74" y="693"/>
                </a:lnTo>
                <a:lnTo>
                  <a:pt x="84" y="707"/>
                </a:lnTo>
                <a:lnTo>
                  <a:pt x="94" y="720"/>
                </a:lnTo>
                <a:lnTo>
                  <a:pt x="104" y="734"/>
                </a:lnTo>
                <a:lnTo>
                  <a:pt x="115" y="747"/>
                </a:lnTo>
                <a:lnTo>
                  <a:pt x="127" y="760"/>
                </a:lnTo>
                <a:lnTo>
                  <a:pt x="139" y="773"/>
                </a:lnTo>
                <a:lnTo>
                  <a:pt x="152" y="786"/>
                </a:lnTo>
                <a:lnTo>
                  <a:pt x="166" y="799"/>
                </a:lnTo>
                <a:lnTo>
                  <a:pt x="180" y="811"/>
                </a:lnTo>
                <a:lnTo>
                  <a:pt x="195" y="823"/>
                </a:lnTo>
                <a:lnTo>
                  <a:pt x="210" y="834"/>
                </a:lnTo>
                <a:lnTo>
                  <a:pt x="226" y="845"/>
                </a:lnTo>
                <a:lnTo>
                  <a:pt x="242" y="856"/>
                </a:lnTo>
                <a:lnTo>
                  <a:pt x="258" y="866"/>
                </a:lnTo>
                <a:lnTo>
                  <a:pt x="277" y="876"/>
                </a:lnTo>
                <a:lnTo>
                  <a:pt x="294" y="886"/>
                </a:lnTo>
                <a:lnTo>
                  <a:pt x="312" y="895"/>
                </a:lnTo>
                <a:lnTo>
                  <a:pt x="331" y="904"/>
                </a:lnTo>
                <a:lnTo>
                  <a:pt x="350" y="912"/>
                </a:lnTo>
                <a:lnTo>
                  <a:pt x="369" y="920"/>
                </a:lnTo>
                <a:lnTo>
                  <a:pt x="388" y="928"/>
                </a:lnTo>
                <a:lnTo>
                  <a:pt x="408" y="935"/>
                </a:lnTo>
                <a:lnTo>
                  <a:pt x="429" y="942"/>
                </a:lnTo>
                <a:lnTo>
                  <a:pt x="449" y="948"/>
                </a:lnTo>
                <a:lnTo>
                  <a:pt x="470" y="954"/>
                </a:lnTo>
                <a:lnTo>
                  <a:pt x="491" y="959"/>
                </a:lnTo>
                <a:lnTo>
                  <a:pt x="512" y="964"/>
                </a:lnTo>
                <a:lnTo>
                  <a:pt x="534" y="969"/>
                </a:lnTo>
                <a:lnTo>
                  <a:pt x="556" y="973"/>
                </a:lnTo>
                <a:lnTo>
                  <a:pt x="578" y="976"/>
                </a:lnTo>
                <a:lnTo>
                  <a:pt x="600" y="980"/>
                </a:lnTo>
                <a:lnTo>
                  <a:pt x="622" y="982"/>
                </a:lnTo>
                <a:lnTo>
                  <a:pt x="644" y="984"/>
                </a:lnTo>
                <a:lnTo>
                  <a:pt x="667" y="986"/>
                </a:lnTo>
                <a:lnTo>
                  <a:pt x="689" y="987"/>
                </a:lnTo>
                <a:lnTo>
                  <a:pt x="712" y="988"/>
                </a:lnTo>
                <a:lnTo>
                  <a:pt x="734" y="988"/>
                </a:lnTo>
                <a:lnTo>
                  <a:pt x="757" y="988"/>
                </a:lnTo>
                <a:lnTo>
                  <a:pt x="779" y="987"/>
                </a:lnTo>
                <a:lnTo>
                  <a:pt x="802" y="986"/>
                </a:lnTo>
                <a:lnTo>
                  <a:pt x="824" y="984"/>
                </a:lnTo>
                <a:lnTo>
                  <a:pt x="847" y="982"/>
                </a:lnTo>
                <a:lnTo>
                  <a:pt x="869" y="980"/>
                </a:lnTo>
                <a:lnTo>
                  <a:pt x="891" y="976"/>
                </a:lnTo>
                <a:lnTo>
                  <a:pt x="913" y="973"/>
                </a:lnTo>
                <a:lnTo>
                  <a:pt x="935" y="969"/>
                </a:lnTo>
                <a:lnTo>
                  <a:pt x="956" y="964"/>
                </a:lnTo>
                <a:lnTo>
                  <a:pt x="977" y="959"/>
                </a:lnTo>
                <a:lnTo>
                  <a:pt x="999" y="954"/>
                </a:lnTo>
                <a:lnTo>
                  <a:pt x="1019" y="948"/>
                </a:lnTo>
                <a:lnTo>
                  <a:pt x="1040" y="942"/>
                </a:lnTo>
                <a:lnTo>
                  <a:pt x="1060" y="935"/>
                </a:lnTo>
                <a:lnTo>
                  <a:pt x="1080" y="928"/>
                </a:lnTo>
                <a:lnTo>
                  <a:pt x="1100" y="920"/>
                </a:lnTo>
                <a:lnTo>
                  <a:pt x="1119" y="912"/>
                </a:lnTo>
                <a:lnTo>
                  <a:pt x="1138" y="904"/>
                </a:lnTo>
                <a:lnTo>
                  <a:pt x="1156" y="895"/>
                </a:lnTo>
                <a:lnTo>
                  <a:pt x="1174" y="886"/>
                </a:lnTo>
                <a:lnTo>
                  <a:pt x="1192" y="876"/>
                </a:lnTo>
                <a:lnTo>
                  <a:pt x="1209" y="866"/>
                </a:lnTo>
                <a:lnTo>
                  <a:pt x="1226" y="856"/>
                </a:lnTo>
                <a:lnTo>
                  <a:pt x="1242" y="845"/>
                </a:lnTo>
                <a:lnTo>
                  <a:pt x="1258" y="834"/>
                </a:lnTo>
                <a:lnTo>
                  <a:pt x="1273" y="823"/>
                </a:lnTo>
                <a:lnTo>
                  <a:pt x="1287" y="811"/>
                </a:lnTo>
                <a:lnTo>
                  <a:pt x="1302" y="799"/>
                </a:lnTo>
                <a:lnTo>
                  <a:pt x="1315" y="786"/>
                </a:lnTo>
                <a:lnTo>
                  <a:pt x="1328" y="773"/>
                </a:lnTo>
                <a:lnTo>
                  <a:pt x="1340" y="760"/>
                </a:lnTo>
                <a:lnTo>
                  <a:pt x="1352" y="747"/>
                </a:lnTo>
                <a:lnTo>
                  <a:pt x="1363" y="734"/>
                </a:lnTo>
                <a:lnTo>
                  <a:pt x="1374" y="720"/>
                </a:lnTo>
                <a:lnTo>
                  <a:pt x="1384" y="707"/>
                </a:lnTo>
                <a:lnTo>
                  <a:pt x="1393" y="693"/>
                </a:lnTo>
                <a:lnTo>
                  <a:pt x="1402" y="679"/>
                </a:lnTo>
                <a:lnTo>
                  <a:pt x="1410" y="664"/>
                </a:lnTo>
                <a:lnTo>
                  <a:pt x="1417" y="650"/>
                </a:lnTo>
                <a:lnTo>
                  <a:pt x="1424" y="635"/>
                </a:lnTo>
                <a:lnTo>
                  <a:pt x="1430" y="620"/>
                </a:lnTo>
                <a:lnTo>
                  <a:pt x="1435" y="605"/>
                </a:lnTo>
                <a:lnTo>
                  <a:pt x="1439" y="590"/>
                </a:lnTo>
                <a:lnTo>
                  <a:pt x="1443" y="575"/>
                </a:lnTo>
                <a:lnTo>
                  <a:pt x="1447" y="560"/>
                </a:lnTo>
                <a:lnTo>
                  <a:pt x="1449" y="545"/>
                </a:lnTo>
                <a:lnTo>
                  <a:pt x="1451" y="529"/>
                </a:lnTo>
                <a:lnTo>
                  <a:pt x="1452" y="514"/>
                </a:lnTo>
                <a:lnTo>
                  <a:pt x="1452" y="499"/>
                </a:lnTo>
                <a:moveTo>
                  <a:pt x="1467" y="499"/>
                </a:moveTo>
                <a:lnTo>
                  <a:pt x="1467" y="514"/>
                </a:lnTo>
                <a:lnTo>
                  <a:pt x="1466" y="530"/>
                </a:lnTo>
                <a:lnTo>
                  <a:pt x="1464" y="546"/>
                </a:lnTo>
                <a:lnTo>
                  <a:pt x="1462" y="561"/>
                </a:lnTo>
                <a:lnTo>
                  <a:pt x="1458" y="577"/>
                </a:lnTo>
                <a:lnTo>
                  <a:pt x="1454" y="592"/>
                </a:lnTo>
                <a:lnTo>
                  <a:pt x="1450" y="607"/>
                </a:lnTo>
                <a:lnTo>
                  <a:pt x="1444" y="623"/>
                </a:lnTo>
                <a:lnTo>
                  <a:pt x="1438" y="638"/>
                </a:lnTo>
                <a:lnTo>
                  <a:pt x="1431" y="653"/>
                </a:lnTo>
                <a:lnTo>
                  <a:pt x="1424" y="668"/>
                </a:lnTo>
                <a:lnTo>
                  <a:pt x="1416" y="682"/>
                </a:lnTo>
                <a:lnTo>
                  <a:pt x="1407" y="697"/>
                </a:lnTo>
                <a:lnTo>
                  <a:pt x="1398" y="711"/>
                </a:lnTo>
                <a:lnTo>
                  <a:pt x="1387" y="725"/>
                </a:lnTo>
                <a:lnTo>
                  <a:pt x="1377" y="739"/>
                </a:lnTo>
                <a:lnTo>
                  <a:pt x="1365" y="753"/>
                </a:lnTo>
                <a:lnTo>
                  <a:pt x="1353" y="766"/>
                </a:lnTo>
                <a:lnTo>
                  <a:pt x="1341" y="779"/>
                </a:lnTo>
                <a:lnTo>
                  <a:pt x="1327" y="793"/>
                </a:lnTo>
                <a:lnTo>
                  <a:pt x="1313" y="805"/>
                </a:lnTo>
                <a:lnTo>
                  <a:pt x="1299" y="818"/>
                </a:lnTo>
                <a:lnTo>
                  <a:pt x="1284" y="830"/>
                </a:lnTo>
                <a:lnTo>
                  <a:pt x="1269" y="841"/>
                </a:lnTo>
                <a:lnTo>
                  <a:pt x="1253" y="852"/>
                </a:lnTo>
                <a:lnTo>
                  <a:pt x="1236" y="863"/>
                </a:lnTo>
                <a:lnTo>
                  <a:pt x="1219" y="874"/>
                </a:lnTo>
                <a:lnTo>
                  <a:pt x="1202" y="884"/>
                </a:lnTo>
                <a:lnTo>
                  <a:pt x="1184" y="894"/>
                </a:lnTo>
                <a:lnTo>
                  <a:pt x="1165" y="903"/>
                </a:lnTo>
                <a:lnTo>
                  <a:pt x="1146" y="912"/>
                </a:lnTo>
                <a:lnTo>
                  <a:pt x="1127" y="921"/>
                </a:lnTo>
                <a:lnTo>
                  <a:pt x="1107" y="929"/>
                </a:lnTo>
                <a:lnTo>
                  <a:pt x="1087" y="937"/>
                </a:lnTo>
                <a:lnTo>
                  <a:pt x="1067" y="944"/>
                </a:lnTo>
                <a:lnTo>
                  <a:pt x="1046" y="951"/>
                </a:lnTo>
                <a:lnTo>
                  <a:pt x="1025" y="957"/>
                </a:lnTo>
                <a:lnTo>
                  <a:pt x="1004" y="963"/>
                </a:lnTo>
                <a:lnTo>
                  <a:pt x="983" y="969"/>
                </a:lnTo>
                <a:lnTo>
                  <a:pt x="961" y="974"/>
                </a:lnTo>
                <a:lnTo>
                  <a:pt x="939" y="979"/>
                </a:lnTo>
                <a:lnTo>
                  <a:pt x="917" y="983"/>
                </a:lnTo>
                <a:lnTo>
                  <a:pt x="894" y="986"/>
                </a:lnTo>
                <a:lnTo>
                  <a:pt x="872" y="990"/>
                </a:lnTo>
                <a:lnTo>
                  <a:pt x="849" y="992"/>
                </a:lnTo>
                <a:lnTo>
                  <a:pt x="826" y="995"/>
                </a:lnTo>
                <a:lnTo>
                  <a:pt x="803" y="996"/>
                </a:lnTo>
                <a:lnTo>
                  <a:pt x="780" y="998"/>
                </a:lnTo>
                <a:lnTo>
                  <a:pt x="757" y="998"/>
                </a:lnTo>
                <a:lnTo>
                  <a:pt x="734" y="999"/>
                </a:lnTo>
                <a:lnTo>
                  <a:pt x="711" y="998"/>
                </a:lnTo>
                <a:lnTo>
                  <a:pt x="688" y="998"/>
                </a:lnTo>
                <a:lnTo>
                  <a:pt x="665" y="996"/>
                </a:lnTo>
                <a:lnTo>
                  <a:pt x="642" y="995"/>
                </a:lnTo>
                <a:lnTo>
                  <a:pt x="620" y="992"/>
                </a:lnTo>
                <a:lnTo>
                  <a:pt x="597" y="990"/>
                </a:lnTo>
                <a:lnTo>
                  <a:pt x="574" y="986"/>
                </a:lnTo>
                <a:lnTo>
                  <a:pt x="552" y="983"/>
                </a:lnTo>
                <a:lnTo>
                  <a:pt x="530" y="979"/>
                </a:lnTo>
                <a:lnTo>
                  <a:pt x="508" y="974"/>
                </a:lnTo>
                <a:lnTo>
                  <a:pt x="486" y="969"/>
                </a:lnTo>
                <a:lnTo>
                  <a:pt x="464" y="963"/>
                </a:lnTo>
                <a:lnTo>
                  <a:pt x="443" y="957"/>
                </a:lnTo>
                <a:lnTo>
                  <a:pt x="422" y="951"/>
                </a:lnTo>
                <a:lnTo>
                  <a:pt x="401" y="944"/>
                </a:lnTo>
                <a:lnTo>
                  <a:pt x="381" y="937"/>
                </a:lnTo>
                <a:lnTo>
                  <a:pt x="361" y="929"/>
                </a:lnTo>
                <a:lnTo>
                  <a:pt x="341" y="921"/>
                </a:lnTo>
                <a:lnTo>
                  <a:pt x="322" y="912"/>
                </a:lnTo>
                <a:lnTo>
                  <a:pt x="303" y="903"/>
                </a:lnTo>
                <a:lnTo>
                  <a:pt x="285" y="894"/>
                </a:lnTo>
                <a:lnTo>
                  <a:pt x="266" y="884"/>
                </a:lnTo>
                <a:lnTo>
                  <a:pt x="248" y="874"/>
                </a:lnTo>
                <a:lnTo>
                  <a:pt x="231" y="863"/>
                </a:lnTo>
                <a:lnTo>
                  <a:pt x="215" y="852"/>
                </a:lnTo>
                <a:lnTo>
                  <a:pt x="199" y="841"/>
                </a:lnTo>
                <a:lnTo>
                  <a:pt x="183" y="830"/>
                </a:lnTo>
                <a:lnTo>
                  <a:pt x="168" y="818"/>
                </a:lnTo>
                <a:lnTo>
                  <a:pt x="154" y="805"/>
                </a:lnTo>
                <a:lnTo>
                  <a:pt x="140" y="793"/>
                </a:lnTo>
                <a:lnTo>
                  <a:pt x="127" y="779"/>
                </a:lnTo>
                <a:lnTo>
                  <a:pt x="114" y="766"/>
                </a:lnTo>
                <a:lnTo>
                  <a:pt x="102" y="753"/>
                </a:lnTo>
                <a:lnTo>
                  <a:pt x="91" y="739"/>
                </a:lnTo>
                <a:lnTo>
                  <a:pt x="80" y="725"/>
                </a:lnTo>
                <a:lnTo>
                  <a:pt x="70" y="711"/>
                </a:lnTo>
                <a:lnTo>
                  <a:pt x="60" y="697"/>
                </a:lnTo>
                <a:lnTo>
                  <a:pt x="52" y="682"/>
                </a:lnTo>
                <a:lnTo>
                  <a:pt x="44" y="668"/>
                </a:lnTo>
                <a:lnTo>
                  <a:pt x="36" y="653"/>
                </a:lnTo>
                <a:lnTo>
                  <a:pt x="29" y="638"/>
                </a:lnTo>
                <a:lnTo>
                  <a:pt x="23" y="623"/>
                </a:lnTo>
                <a:lnTo>
                  <a:pt x="18" y="607"/>
                </a:lnTo>
                <a:lnTo>
                  <a:pt x="13" y="592"/>
                </a:lnTo>
                <a:lnTo>
                  <a:pt x="9" y="577"/>
                </a:lnTo>
                <a:lnTo>
                  <a:pt x="6" y="561"/>
                </a:lnTo>
                <a:lnTo>
                  <a:pt x="3" y="546"/>
                </a:lnTo>
                <a:lnTo>
                  <a:pt x="2" y="530"/>
                </a:lnTo>
                <a:lnTo>
                  <a:pt x="1" y="514"/>
                </a:lnTo>
                <a:lnTo>
                  <a:pt x="0" y="499"/>
                </a:lnTo>
                <a:lnTo>
                  <a:pt x="1" y="483"/>
                </a:lnTo>
                <a:lnTo>
                  <a:pt x="2" y="467"/>
                </a:lnTo>
                <a:lnTo>
                  <a:pt x="3" y="452"/>
                </a:lnTo>
                <a:lnTo>
                  <a:pt x="6" y="436"/>
                </a:lnTo>
                <a:lnTo>
                  <a:pt x="9" y="421"/>
                </a:lnTo>
                <a:lnTo>
                  <a:pt x="13" y="405"/>
                </a:lnTo>
                <a:lnTo>
                  <a:pt x="18" y="390"/>
                </a:lnTo>
                <a:lnTo>
                  <a:pt x="23" y="375"/>
                </a:lnTo>
                <a:lnTo>
                  <a:pt x="29" y="359"/>
                </a:lnTo>
                <a:lnTo>
                  <a:pt x="36" y="344"/>
                </a:lnTo>
                <a:lnTo>
                  <a:pt x="44" y="330"/>
                </a:lnTo>
                <a:lnTo>
                  <a:pt x="52" y="315"/>
                </a:lnTo>
                <a:lnTo>
                  <a:pt x="60" y="301"/>
                </a:lnTo>
                <a:lnTo>
                  <a:pt x="70" y="286"/>
                </a:lnTo>
                <a:lnTo>
                  <a:pt x="80" y="272"/>
                </a:lnTo>
                <a:lnTo>
                  <a:pt x="91" y="258"/>
                </a:lnTo>
                <a:lnTo>
                  <a:pt x="102" y="245"/>
                </a:lnTo>
                <a:lnTo>
                  <a:pt x="114" y="231"/>
                </a:lnTo>
                <a:lnTo>
                  <a:pt x="127" y="218"/>
                </a:lnTo>
                <a:lnTo>
                  <a:pt x="140" y="205"/>
                </a:lnTo>
                <a:lnTo>
                  <a:pt x="154" y="193"/>
                </a:lnTo>
                <a:lnTo>
                  <a:pt x="168" y="181"/>
                </a:lnTo>
                <a:lnTo>
                  <a:pt x="183" y="169"/>
                </a:lnTo>
                <a:lnTo>
                  <a:pt x="199" y="157"/>
                </a:lnTo>
                <a:lnTo>
                  <a:pt x="215" y="146"/>
                </a:lnTo>
                <a:lnTo>
                  <a:pt x="231" y="135"/>
                </a:lnTo>
                <a:lnTo>
                  <a:pt x="248" y="124"/>
                </a:lnTo>
                <a:lnTo>
                  <a:pt x="266" y="114"/>
                </a:lnTo>
                <a:lnTo>
                  <a:pt x="285" y="104"/>
                </a:lnTo>
                <a:lnTo>
                  <a:pt x="303" y="95"/>
                </a:lnTo>
                <a:lnTo>
                  <a:pt x="322" y="86"/>
                </a:lnTo>
                <a:lnTo>
                  <a:pt x="341" y="77"/>
                </a:lnTo>
                <a:lnTo>
                  <a:pt x="361" y="69"/>
                </a:lnTo>
                <a:lnTo>
                  <a:pt x="381" y="61"/>
                </a:lnTo>
                <a:lnTo>
                  <a:pt x="401" y="54"/>
                </a:lnTo>
                <a:lnTo>
                  <a:pt x="422" y="47"/>
                </a:lnTo>
                <a:lnTo>
                  <a:pt x="443" y="41"/>
                </a:lnTo>
                <a:lnTo>
                  <a:pt x="464" y="35"/>
                </a:lnTo>
                <a:lnTo>
                  <a:pt x="486" y="29"/>
                </a:lnTo>
                <a:lnTo>
                  <a:pt x="508" y="24"/>
                </a:lnTo>
                <a:lnTo>
                  <a:pt x="530" y="20"/>
                </a:lnTo>
                <a:lnTo>
                  <a:pt x="552" y="15"/>
                </a:lnTo>
                <a:lnTo>
                  <a:pt x="574" y="12"/>
                </a:lnTo>
                <a:lnTo>
                  <a:pt x="597" y="9"/>
                </a:lnTo>
                <a:lnTo>
                  <a:pt x="620" y="6"/>
                </a:lnTo>
                <a:lnTo>
                  <a:pt x="642" y="4"/>
                </a:lnTo>
                <a:lnTo>
                  <a:pt x="665" y="2"/>
                </a:lnTo>
                <a:lnTo>
                  <a:pt x="688" y="1"/>
                </a:lnTo>
                <a:lnTo>
                  <a:pt x="711" y="0"/>
                </a:lnTo>
                <a:lnTo>
                  <a:pt x="734" y="0"/>
                </a:lnTo>
                <a:lnTo>
                  <a:pt x="757" y="0"/>
                </a:lnTo>
                <a:lnTo>
                  <a:pt x="780" y="1"/>
                </a:lnTo>
                <a:lnTo>
                  <a:pt x="803" y="2"/>
                </a:lnTo>
                <a:lnTo>
                  <a:pt x="826" y="4"/>
                </a:lnTo>
                <a:lnTo>
                  <a:pt x="849" y="6"/>
                </a:lnTo>
                <a:lnTo>
                  <a:pt x="872" y="9"/>
                </a:lnTo>
                <a:lnTo>
                  <a:pt x="894" y="12"/>
                </a:lnTo>
                <a:lnTo>
                  <a:pt x="917" y="15"/>
                </a:lnTo>
                <a:lnTo>
                  <a:pt x="939" y="20"/>
                </a:lnTo>
                <a:lnTo>
                  <a:pt x="961" y="24"/>
                </a:lnTo>
                <a:lnTo>
                  <a:pt x="983" y="29"/>
                </a:lnTo>
                <a:lnTo>
                  <a:pt x="1004" y="35"/>
                </a:lnTo>
                <a:lnTo>
                  <a:pt x="1025" y="41"/>
                </a:lnTo>
                <a:lnTo>
                  <a:pt x="1046" y="47"/>
                </a:lnTo>
                <a:lnTo>
                  <a:pt x="1067" y="54"/>
                </a:lnTo>
                <a:lnTo>
                  <a:pt x="1087" y="61"/>
                </a:lnTo>
                <a:lnTo>
                  <a:pt x="1107" y="69"/>
                </a:lnTo>
                <a:lnTo>
                  <a:pt x="1127" y="77"/>
                </a:lnTo>
                <a:lnTo>
                  <a:pt x="1146" y="86"/>
                </a:lnTo>
                <a:lnTo>
                  <a:pt x="1165" y="95"/>
                </a:lnTo>
                <a:lnTo>
                  <a:pt x="1184" y="104"/>
                </a:lnTo>
                <a:lnTo>
                  <a:pt x="1202" y="114"/>
                </a:lnTo>
                <a:lnTo>
                  <a:pt x="1219" y="124"/>
                </a:lnTo>
                <a:lnTo>
                  <a:pt x="1236" y="135"/>
                </a:lnTo>
                <a:lnTo>
                  <a:pt x="1253" y="146"/>
                </a:lnTo>
                <a:lnTo>
                  <a:pt x="1269" y="157"/>
                </a:lnTo>
                <a:lnTo>
                  <a:pt x="1284" y="169"/>
                </a:lnTo>
                <a:lnTo>
                  <a:pt x="1299" y="181"/>
                </a:lnTo>
                <a:lnTo>
                  <a:pt x="1313" y="193"/>
                </a:lnTo>
                <a:lnTo>
                  <a:pt x="1327" y="205"/>
                </a:lnTo>
                <a:lnTo>
                  <a:pt x="1341" y="218"/>
                </a:lnTo>
                <a:lnTo>
                  <a:pt x="1353" y="231"/>
                </a:lnTo>
                <a:lnTo>
                  <a:pt x="1365" y="245"/>
                </a:lnTo>
                <a:lnTo>
                  <a:pt x="1377" y="258"/>
                </a:lnTo>
                <a:lnTo>
                  <a:pt x="1387" y="272"/>
                </a:lnTo>
                <a:lnTo>
                  <a:pt x="1398" y="286"/>
                </a:lnTo>
                <a:lnTo>
                  <a:pt x="1407" y="301"/>
                </a:lnTo>
                <a:lnTo>
                  <a:pt x="1416" y="315"/>
                </a:lnTo>
                <a:lnTo>
                  <a:pt x="1424" y="330"/>
                </a:lnTo>
                <a:lnTo>
                  <a:pt x="1431" y="344"/>
                </a:lnTo>
                <a:lnTo>
                  <a:pt x="1438" y="359"/>
                </a:lnTo>
                <a:lnTo>
                  <a:pt x="1444" y="375"/>
                </a:lnTo>
                <a:lnTo>
                  <a:pt x="1450" y="390"/>
                </a:lnTo>
                <a:lnTo>
                  <a:pt x="1454" y="405"/>
                </a:lnTo>
                <a:lnTo>
                  <a:pt x="1458" y="421"/>
                </a:lnTo>
                <a:lnTo>
                  <a:pt x="1462" y="436"/>
                </a:lnTo>
                <a:lnTo>
                  <a:pt x="1464" y="452"/>
                </a:lnTo>
                <a:lnTo>
                  <a:pt x="1466" y="467"/>
                </a:lnTo>
                <a:lnTo>
                  <a:pt x="1467" y="483"/>
                </a:lnTo>
                <a:lnTo>
                  <a:pt x="1467" y="499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0" name=""/>
          <p:cNvSpPr/>
          <p:nvPr/>
        </p:nvSpPr>
        <p:spPr>
          <a:xfrm>
            <a:off x="3858120" y="2764080"/>
            <a:ext cx="536400" cy="365040"/>
          </a:xfrm>
          <a:custGeom>
            <a:avLst/>
            <a:gdLst/>
            <a:ahLst/>
            <a:rect l="0" t="0" r="r" b="b"/>
            <a:pathLst>
              <a:path w="1490" h="1014">
                <a:moveTo>
                  <a:pt x="1478" y="507"/>
                </a:moveTo>
                <a:lnTo>
                  <a:pt x="1478" y="491"/>
                </a:lnTo>
                <a:lnTo>
                  <a:pt x="1477" y="475"/>
                </a:lnTo>
                <a:lnTo>
                  <a:pt x="1475" y="460"/>
                </a:lnTo>
                <a:lnTo>
                  <a:pt x="1473" y="444"/>
                </a:lnTo>
                <a:lnTo>
                  <a:pt x="1469" y="429"/>
                </a:lnTo>
                <a:lnTo>
                  <a:pt x="1465" y="413"/>
                </a:lnTo>
                <a:lnTo>
                  <a:pt x="1461" y="398"/>
                </a:lnTo>
                <a:lnTo>
                  <a:pt x="1455" y="383"/>
                </a:lnTo>
                <a:lnTo>
                  <a:pt x="1449" y="367"/>
                </a:lnTo>
                <a:lnTo>
                  <a:pt x="1442" y="352"/>
                </a:lnTo>
                <a:lnTo>
                  <a:pt x="1435" y="338"/>
                </a:lnTo>
                <a:lnTo>
                  <a:pt x="1427" y="323"/>
                </a:lnTo>
                <a:lnTo>
                  <a:pt x="1418" y="309"/>
                </a:lnTo>
                <a:lnTo>
                  <a:pt x="1409" y="294"/>
                </a:lnTo>
                <a:lnTo>
                  <a:pt x="1398" y="280"/>
                </a:lnTo>
                <a:lnTo>
                  <a:pt x="1388" y="266"/>
                </a:lnTo>
                <a:lnTo>
                  <a:pt x="1376" y="253"/>
                </a:lnTo>
                <a:lnTo>
                  <a:pt x="1364" y="239"/>
                </a:lnTo>
                <a:lnTo>
                  <a:pt x="1352" y="226"/>
                </a:lnTo>
                <a:lnTo>
                  <a:pt x="1338" y="213"/>
                </a:lnTo>
                <a:lnTo>
                  <a:pt x="1324" y="201"/>
                </a:lnTo>
                <a:lnTo>
                  <a:pt x="1310" y="189"/>
                </a:lnTo>
                <a:lnTo>
                  <a:pt x="1295" y="177"/>
                </a:lnTo>
                <a:lnTo>
                  <a:pt x="1280" y="165"/>
                </a:lnTo>
                <a:lnTo>
                  <a:pt x="1264" y="154"/>
                </a:lnTo>
                <a:lnTo>
                  <a:pt x="1247" y="143"/>
                </a:lnTo>
                <a:lnTo>
                  <a:pt x="1230" y="132"/>
                </a:lnTo>
                <a:lnTo>
                  <a:pt x="1213" y="122"/>
                </a:lnTo>
                <a:lnTo>
                  <a:pt x="1195" y="112"/>
                </a:lnTo>
                <a:lnTo>
                  <a:pt x="1176" y="103"/>
                </a:lnTo>
                <a:lnTo>
                  <a:pt x="1157" y="94"/>
                </a:lnTo>
                <a:lnTo>
                  <a:pt x="1138" y="85"/>
                </a:lnTo>
                <a:lnTo>
                  <a:pt x="1118" y="77"/>
                </a:lnTo>
                <a:lnTo>
                  <a:pt x="1098" y="69"/>
                </a:lnTo>
                <a:lnTo>
                  <a:pt x="1078" y="62"/>
                </a:lnTo>
                <a:lnTo>
                  <a:pt x="1057" y="55"/>
                </a:lnTo>
                <a:lnTo>
                  <a:pt x="1036" y="49"/>
                </a:lnTo>
                <a:lnTo>
                  <a:pt x="1015" y="43"/>
                </a:lnTo>
                <a:lnTo>
                  <a:pt x="994" y="37"/>
                </a:lnTo>
                <a:lnTo>
                  <a:pt x="972" y="32"/>
                </a:lnTo>
                <a:lnTo>
                  <a:pt x="950" y="28"/>
                </a:lnTo>
                <a:lnTo>
                  <a:pt x="928" y="23"/>
                </a:lnTo>
                <a:lnTo>
                  <a:pt x="905" y="20"/>
                </a:lnTo>
                <a:lnTo>
                  <a:pt x="883" y="17"/>
                </a:lnTo>
                <a:lnTo>
                  <a:pt x="860" y="14"/>
                </a:lnTo>
                <a:lnTo>
                  <a:pt x="837" y="12"/>
                </a:lnTo>
                <a:lnTo>
                  <a:pt x="814" y="10"/>
                </a:lnTo>
                <a:lnTo>
                  <a:pt x="791" y="9"/>
                </a:lnTo>
                <a:lnTo>
                  <a:pt x="768" y="8"/>
                </a:lnTo>
                <a:lnTo>
                  <a:pt x="745" y="8"/>
                </a:lnTo>
                <a:lnTo>
                  <a:pt x="722" y="8"/>
                </a:lnTo>
                <a:lnTo>
                  <a:pt x="699" y="9"/>
                </a:lnTo>
                <a:lnTo>
                  <a:pt x="676" y="10"/>
                </a:lnTo>
                <a:lnTo>
                  <a:pt x="653" y="12"/>
                </a:lnTo>
                <a:lnTo>
                  <a:pt x="631" y="14"/>
                </a:lnTo>
                <a:lnTo>
                  <a:pt x="608" y="17"/>
                </a:lnTo>
                <a:lnTo>
                  <a:pt x="585" y="20"/>
                </a:lnTo>
                <a:lnTo>
                  <a:pt x="563" y="23"/>
                </a:lnTo>
                <a:lnTo>
                  <a:pt x="541" y="28"/>
                </a:lnTo>
                <a:lnTo>
                  <a:pt x="519" y="32"/>
                </a:lnTo>
                <a:lnTo>
                  <a:pt x="497" y="37"/>
                </a:lnTo>
                <a:lnTo>
                  <a:pt x="475" y="43"/>
                </a:lnTo>
                <a:lnTo>
                  <a:pt x="454" y="49"/>
                </a:lnTo>
                <a:lnTo>
                  <a:pt x="432" y="55"/>
                </a:lnTo>
                <a:lnTo>
                  <a:pt x="411" y="62"/>
                </a:lnTo>
                <a:lnTo>
                  <a:pt x="391" y="69"/>
                </a:lnTo>
                <a:lnTo>
                  <a:pt x="371" y="77"/>
                </a:lnTo>
                <a:lnTo>
                  <a:pt x="351" y="85"/>
                </a:lnTo>
                <a:lnTo>
                  <a:pt x="332" y="94"/>
                </a:lnTo>
                <a:lnTo>
                  <a:pt x="313" y="103"/>
                </a:lnTo>
                <a:lnTo>
                  <a:pt x="295" y="112"/>
                </a:lnTo>
                <a:lnTo>
                  <a:pt x="277" y="122"/>
                </a:lnTo>
                <a:lnTo>
                  <a:pt x="259" y="132"/>
                </a:lnTo>
                <a:lnTo>
                  <a:pt x="242" y="143"/>
                </a:lnTo>
                <a:lnTo>
                  <a:pt x="226" y="154"/>
                </a:lnTo>
                <a:lnTo>
                  <a:pt x="210" y="165"/>
                </a:lnTo>
                <a:lnTo>
                  <a:pt x="194" y="177"/>
                </a:lnTo>
                <a:lnTo>
                  <a:pt x="179" y="189"/>
                </a:lnTo>
                <a:lnTo>
                  <a:pt x="165" y="201"/>
                </a:lnTo>
                <a:lnTo>
                  <a:pt x="151" y="213"/>
                </a:lnTo>
                <a:lnTo>
                  <a:pt x="138" y="226"/>
                </a:lnTo>
                <a:lnTo>
                  <a:pt x="125" y="239"/>
                </a:lnTo>
                <a:lnTo>
                  <a:pt x="113" y="253"/>
                </a:lnTo>
                <a:lnTo>
                  <a:pt x="102" y="266"/>
                </a:lnTo>
                <a:lnTo>
                  <a:pt x="91" y="280"/>
                </a:lnTo>
                <a:lnTo>
                  <a:pt x="81" y="294"/>
                </a:lnTo>
                <a:lnTo>
                  <a:pt x="71" y="309"/>
                </a:lnTo>
                <a:lnTo>
                  <a:pt x="63" y="323"/>
                </a:lnTo>
                <a:lnTo>
                  <a:pt x="55" y="338"/>
                </a:lnTo>
                <a:lnTo>
                  <a:pt x="47" y="352"/>
                </a:lnTo>
                <a:lnTo>
                  <a:pt x="40" y="367"/>
                </a:lnTo>
                <a:lnTo>
                  <a:pt x="34" y="383"/>
                </a:lnTo>
                <a:lnTo>
                  <a:pt x="29" y="398"/>
                </a:lnTo>
                <a:lnTo>
                  <a:pt x="24" y="413"/>
                </a:lnTo>
                <a:lnTo>
                  <a:pt x="20" y="429"/>
                </a:lnTo>
                <a:lnTo>
                  <a:pt x="17" y="444"/>
                </a:lnTo>
                <a:lnTo>
                  <a:pt x="14" y="460"/>
                </a:lnTo>
                <a:lnTo>
                  <a:pt x="13" y="475"/>
                </a:lnTo>
                <a:lnTo>
                  <a:pt x="12" y="491"/>
                </a:lnTo>
                <a:lnTo>
                  <a:pt x="11" y="507"/>
                </a:lnTo>
                <a:lnTo>
                  <a:pt x="12" y="522"/>
                </a:lnTo>
                <a:lnTo>
                  <a:pt x="13" y="538"/>
                </a:lnTo>
                <a:lnTo>
                  <a:pt x="14" y="554"/>
                </a:lnTo>
                <a:lnTo>
                  <a:pt x="17" y="569"/>
                </a:lnTo>
                <a:lnTo>
                  <a:pt x="20" y="585"/>
                </a:lnTo>
                <a:lnTo>
                  <a:pt x="24" y="600"/>
                </a:lnTo>
                <a:lnTo>
                  <a:pt x="29" y="615"/>
                </a:lnTo>
                <a:lnTo>
                  <a:pt x="34" y="631"/>
                </a:lnTo>
                <a:lnTo>
                  <a:pt x="40" y="646"/>
                </a:lnTo>
                <a:lnTo>
                  <a:pt x="47" y="661"/>
                </a:lnTo>
                <a:lnTo>
                  <a:pt x="55" y="676"/>
                </a:lnTo>
                <a:lnTo>
                  <a:pt x="63" y="690"/>
                </a:lnTo>
                <a:lnTo>
                  <a:pt x="71" y="705"/>
                </a:lnTo>
                <a:lnTo>
                  <a:pt x="81" y="719"/>
                </a:lnTo>
                <a:lnTo>
                  <a:pt x="91" y="733"/>
                </a:lnTo>
                <a:lnTo>
                  <a:pt x="102" y="747"/>
                </a:lnTo>
                <a:lnTo>
                  <a:pt x="113" y="761"/>
                </a:lnTo>
                <a:lnTo>
                  <a:pt x="125" y="774"/>
                </a:lnTo>
                <a:lnTo>
                  <a:pt x="138" y="787"/>
                </a:lnTo>
                <a:lnTo>
                  <a:pt x="151" y="800"/>
                </a:lnTo>
                <a:lnTo>
                  <a:pt x="165" y="812"/>
                </a:lnTo>
                <a:lnTo>
                  <a:pt x="179" y="825"/>
                </a:lnTo>
                <a:lnTo>
                  <a:pt x="194" y="837"/>
                </a:lnTo>
                <a:lnTo>
                  <a:pt x="210" y="848"/>
                </a:lnTo>
                <a:lnTo>
                  <a:pt x="226" y="859"/>
                </a:lnTo>
                <a:lnTo>
                  <a:pt x="242" y="870"/>
                </a:lnTo>
                <a:lnTo>
                  <a:pt x="259" y="881"/>
                </a:lnTo>
                <a:lnTo>
                  <a:pt x="277" y="891"/>
                </a:lnTo>
                <a:lnTo>
                  <a:pt x="295" y="901"/>
                </a:lnTo>
                <a:lnTo>
                  <a:pt x="313" y="910"/>
                </a:lnTo>
                <a:lnTo>
                  <a:pt x="332" y="919"/>
                </a:lnTo>
                <a:lnTo>
                  <a:pt x="351" y="928"/>
                </a:lnTo>
                <a:lnTo>
                  <a:pt x="371" y="937"/>
                </a:lnTo>
                <a:lnTo>
                  <a:pt x="391" y="945"/>
                </a:lnTo>
                <a:lnTo>
                  <a:pt x="411" y="952"/>
                </a:lnTo>
                <a:lnTo>
                  <a:pt x="432" y="959"/>
                </a:lnTo>
                <a:lnTo>
                  <a:pt x="454" y="965"/>
                </a:lnTo>
                <a:lnTo>
                  <a:pt x="475" y="971"/>
                </a:lnTo>
                <a:lnTo>
                  <a:pt x="497" y="977"/>
                </a:lnTo>
                <a:lnTo>
                  <a:pt x="519" y="982"/>
                </a:lnTo>
                <a:lnTo>
                  <a:pt x="541" y="987"/>
                </a:lnTo>
                <a:lnTo>
                  <a:pt x="563" y="991"/>
                </a:lnTo>
                <a:lnTo>
                  <a:pt x="585" y="994"/>
                </a:lnTo>
                <a:lnTo>
                  <a:pt x="608" y="998"/>
                </a:lnTo>
                <a:lnTo>
                  <a:pt x="631" y="1000"/>
                </a:lnTo>
                <a:lnTo>
                  <a:pt x="653" y="1003"/>
                </a:lnTo>
                <a:lnTo>
                  <a:pt x="676" y="1004"/>
                </a:lnTo>
                <a:lnTo>
                  <a:pt x="699" y="1006"/>
                </a:lnTo>
                <a:lnTo>
                  <a:pt x="722" y="1006"/>
                </a:lnTo>
                <a:lnTo>
                  <a:pt x="745" y="1007"/>
                </a:lnTo>
                <a:lnTo>
                  <a:pt x="768" y="1006"/>
                </a:lnTo>
                <a:lnTo>
                  <a:pt x="791" y="1006"/>
                </a:lnTo>
                <a:lnTo>
                  <a:pt x="814" y="1004"/>
                </a:lnTo>
                <a:lnTo>
                  <a:pt x="837" y="1003"/>
                </a:lnTo>
                <a:lnTo>
                  <a:pt x="860" y="1000"/>
                </a:lnTo>
                <a:lnTo>
                  <a:pt x="883" y="998"/>
                </a:lnTo>
                <a:lnTo>
                  <a:pt x="905" y="994"/>
                </a:lnTo>
                <a:lnTo>
                  <a:pt x="928" y="991"/>
                </a:lnTo>
                <a:lnTo>
                  <a:pt x="950" y="987"/>
                </a:lnTo>
                <a:lnTo>
                  <a:pt x="972" y="982"/>
                </a:lnTo>
                <a:lnTo>
                  <a:pt x="994" y="977"/>
                </a:lnTo>
                <a:lnTo>
                  <a:pt x="1015" y="971"/>
                </a:lnTo>
                <a:lnTo>
                  <a:pt x="1036" y="965"/>
                </a:lnTo>
                <a:lnTo>
                  <a:pt x="1057" y="959"/>
                </a:lnTo>
                <a:lnTo>
                  <a:pt x="1078" y="952"/>
                </a:lnTo>
                <a:lnTo>
                  <a:pt x="1098" y="945"/>
                </a:lnTo>
                <a:lnTo>
                  <a:pt x="1118" y="937"/>
                </a:lnTo>
                <a:lnTo>
                  <a:pt x="1138" y="928"/>
                </a:lnTo>
                <a:lnTo>
                  <a:pt x="1157" y="919"/>
                </a:lnTo>
                <a:lnTo>
                  <a:pt x="1176" y="910"/>
                </a:lnTo>
                <a:lnTo>
                  <a:pt x="1195" y="901"/>
                </a:lnTo>
                <a:lnTo>
                  <a:pt x="1213" y="891"/>
                </a:lnTo>
                <a:lnTo>
                  <a:pt x="1230" y="881"/>
                </a:lnTo>
                <a:lnTo>
                  <a:pt x="1247" y="870"/>
                </a:lnTo>
                <a:lnTo>
                  <a:pt x="1264" y="859"/>
                </a:lnTo>
                <a:lnTo>
                  <a:pt x="1280" y="848"/>
                </a:lnTo>
                <a:lnTo>
                  <a:pt x="1295" y="837"/>
                </a:lnTo>
                <a:lnTo>
                  <a:pt x="1310" y="825"/>
                </a:lnTo>
                <a:lnTo>
                  <a:pt x="1324" y="812"/>
                </a:lnTo>
                <a:lnTo>
                  <a:pt x="1338" y="800"/>
                </a:lnTo>
                <a:lnTo>
                  <a:pt x="1352" y="787"/>
                </a:lnTo>
                <a:lnTo>
                  <a:pt x="1364" y="774"/>
                </a:lnTo>
                <a:lnTo>
                  <a:pt x="1376" y="761"/>
                </a:lnTo>
                <a:lnTo>
                  <a:pt x="1388" y="747"/>
                </a:lnTo>
                <a:lnTo>
                  <a:pt x="1398" y="733"/>
                </a:lnTo>
                <a:lnTo>
                  <a:pt x="1409" y="719"/>
                </a:lnTo>
                <a:lnTo>
                  <a:pt x="1418" y="705"/>
                </a:lnTo>
                <a:lnTo>
                  <a:pt x="1427" y="690"/>
                </a:lnTo>
                <a:lnTo>
                  <a:pt x="1435" y="676"/>
                </a:lnTo>
                <a:lnTo>
                  <a:pt x="1442" y="661"/>
                </a:lnTo>
                <a:lnTo>
                  <a:pt x="1449" y="646"/>
                </a:lnTo>
                <a:lnTo>
                  <a:pt x="1455" y="631"/>
                </a:lnTo>
                <a:lnTo>
                  <a:pt x="1461" y="615"/>
                </a:lnTo>
                <a:lnTo>
                  <a:pt x="1465" y="600"/>
                </a:lnTo>
                <a:lnTo>
                  <a:pt x="1469" y="585"/>
                </a:lnTo>
                <a:lnTo>
                  <a:pt x="1473" y="569"/>
                </a:lnTo>
                <a:lnTo>
                  <a:pt x="1475" y="554"/>
                </a:lnTo>
                <a:lnTo>
                  <a:pt x="1477" y="538"/>
                </a:lnTo>
                <a:lnTo>
                  <a:pt x="1478" y="522"/>
                </a:lnTo>
                <a:lnTo>
                  <a:pt x="1478" y="507"/>
                </a:lnTo>
                <a:moveTo>
                  <a:pt x="1490" y="507"/>
                </a:moveTo>
                <a:lnTo>
                  <a:pt x="1489" y="523"/>
                </a:lnTo>
                <a:lnTo>
                  <a:pt x="1488" y="538"/>
                </a:lnTo>
                <a:lnTo>
                  <a:pt x="1486" y="554"/>
                </a:lnTo>
                <a:lnTo>
                  <a:pt x="1484" y="570"/>
                </a:lnTo>
                <a:lnTo>
                  <a:pt x="1480" y="586"/>
                </a:lnTo>
                <a:lnTo>
                  <a:pt x="1476" y="602"/>
                </a:lnTo>
                <a:lnTo>
                  <a:pt x="1472" y="617"/>
                </a:lnTo>
                <a:lnTo>
                  <a:pt x="1466" y="633"/>
                </a:lnTo>
                <a:lnTo>
                  <a:pt x="1460" y="648"/>
                </a:lnTo>
                <a:lnTo>
                  <a:pt x="1453" y="663"/>
                </a:lnTo>
                <a:lnTo>
                  <a:pt x="1446" y="678"/>
                </a:lnTo>
                <a:lnTo>
                  <a:pt x="1437" y="693"/>
                </a:lnTo>
                <a:lnTo>
                  <a:pt x="1428" y="708"/>
                </a:lnTo>
                <a:lnTo>
                  <a:pt x="1419" y="722"/>
                </a:lnTo>
                <a:lnTo>
                  <a:pt x="1408" y="737"/>
                </a:lnTo>
                <a:lnTo>
                  <a:pt x="1398" y="751"/>
                </a:lnTo>
                <a:lnTo>
                  <a:pt x="1386" y="765"/>
                </a:lnTo>
                <a:lnTo>
                  <a:pt x="1374" y="778"/>
                </a:lnTo>
                <a:lnTo>
                  <a:pt x="1361" y="791"/>
                </a:lnTo>
                <a:lnTo>
                  <a:pt x="1347" y="804"/>
                </a:lnTo>
                <a:lnTo>
                  <a:pt x="1333" y="817"/>
                </a:lnTo>
                <a:lnTo>
                  <a:pt x="1319" y="830"/>
                </a:lnTo>
                <a:lnTo>
                  <a:pt x="1304" y="842"/>
                </a:lnTo>
                <a:lnTo>
                  <a:pt x="1288" y="853"/>
                </a:lnTo>
                <a:lnTo>
                  <a:pt x="1272" y="865"/>
                </a:lnTo>
                <a:lnTo>
                  <a:pt x="1255" y="876"/>
                </a:lnTo>
                <a:lnTo>
                  <a:pt x="1238" y="887"/>
                </a:lnTo>
                <a:lnTo>
                  <a:pt x="1220" y="897"/>
                </a:lnTo>
                <a:lnTo>
                  <a:pt x="1201" y="907"/>
                </a:lnTo>
                <a:lnTo>
                  <a:pt x="1183" y="916"/>
                </a:lnTo>
                <a:lnTo>
                  <a:pt x="1164" y="926"/>
                </a:lnTo>
                <a:lnTo>
                  <a:pt x="1144" y="935"/>
                </a:lnTo>
                <a:lnTo>
                  <a:pt x="1124" y="944"/>
                </a:lnTo>
                <a:lnTo>
                  <a:pt x="1104" y="952"/>
                </a:lnTo>
                <a:lnTo>
                  <a:pt x="1083" y="959"/>
                </a:lnTo>
                <a:lnTo>
                  <a:pt x="1062" y="966"/>
                </a:lnTo>
                <a:lnTo>
                  <a:pt x="1041" y="973"/>
                </a:lnTo>
                <a:lnTo>
                  <a:pt x="1019" y="979"/>
                </a:lnTo>
                <a:lnTo>
                  <a:pt x="997" y="984"/>
                </a:lnTo>
                <a:lnTo>
                  <a:pt x="975" y="989"/>
                </a:lnTo>
                <a:lnTo>
                  <a:pt x="953" y="994"/>
                </a:lnTo>
                <a:lnTo>
                  <a:pt x="930" y="998"/>
                </a:lnTo>
                <a:lnTo>
                  <a:pt x="908" y="1002"/>
                </a:lnTo>
                <a:lnTo>
                  <a:pt x="885" y="1005"/>
                </a:lnTo>
                <a:lnTo>
                  <a:pt x="862" y="1008"/>
                </a:lnTo>
                <a:lnTo>
                  <a:pt x="839" y="1010"/>
                </a:lnTo>
                <a:lnTo>
                  <a:pt x="815" y="1012"/>
                </a:lnTo>
                <a:lnTo>
                  <a:pt x="792" y="1013"/>
                </a:lnTo>
                <a:lnTo>
                  <a:pt x="769" y="1014"/>
                </a:lnTo>
                <a:lnTo>
                  <a:pt x="745" y="1014"/>
                </a:lnTo>
                <a:lnTo>
                  <a:pt x="722" y="1014"/>
                </a:lnTo>
                <a:lnTo>
                  <a:pt x="699" y="1013"/>
                </a:lnTo>
                <a:lnTo>
                  <a:pt x="675" y="1012"/>
                </a:lnTo>
                <a:lnTo>
                  <a:pt x="652" y="1010"/>
                </a:lnTo>
                <a:lnTo>
                  <a:pt x="629" y="1008"/>
                </a:lnTo>
                <a:lnTo>
                  <a:pt x="606" y="1005"/>
                </a:lnTo>
                <a:lnTo>
                  <a:pt x="583" y="1002"/>
                </a:lnTo>
                <a:lnTo>
                  <a:pt x="560" y="998"/>
                </a:lnTo>
                <a:lnTo>
                  <a:pt x="538" y="994"/>
                </a:lnTo>
                <a:lnTo>
                  <a:pt x="515" y="989"/>
                </a:lnTo>
                <a:lnTo>
                  <a:pt x="493" y="984"/>
                </a:lnTo>
                <a:lnTo>
                  <a:pt x="471" y="979"/>
                </a:lnTo>
                <a:lnTo>
                  <a:pt x="450" y="973"/>
                </a:lnTo>
                <a:lnTo>
                  <a:pt x="427" y="966"/>
                </a:lnTo>
                <a:lnTo>
                  <a:pt x="406" y="959"/>
                </a:lnTo>
                <a:lnTo>
                  <a:pt x="386" y="952"/>
                </a:lnTo>
                <a:lnTo>
                  <a:pt x="365" y="944"/>
                </a:lnTo>
                <a:lnTo>
                  <a:pt x="345" y="935"/>
                </a:lnTo>
                <a:lnTo>
                  <a:pt x="326" y="926"/>
                </a:lnTo>
                <a:lnTo>
                  <a:pt x="307" y="916"/>
                </a:lnTo>
                <a:lnTo>
                  <a:pt x="288" y="907"/>
                </a:lnTo>
                <a:lnTo>
                  <a:pt x="270" y="897"/>
                </a:lnTo>
                <a:lnTo>
                  <a:pt x="252" y="887"/>
                </a:lnTo>
                <a:lnTo>
                  <a:pt x="235" y="876"/>
                </a:lnTo>
                <a:lnTo>
                  <a:pt x="218" y="865"/>
                </a:lnTo>
                <a:lnTo>
                  <a:pt x="202" y="853"/>
                </a:lnTo>
                <a:lnTo>
                  <a:pt x="186" y="842"/>
                </a:lnTo>
                <a:lnTo>
                  <a:pt x="171" y="830"/>
                </a:lnTo>
                <a:lnTo>
                  <a:pt x="156" y="817"/>
                </a:lnTo>
                <a:lnTo>
                  <a:pt x="142" y="804"/>
                </a:lnTo>
                <a:lnTo>
                  <a:pt x="129" y="791"/>
                </a:lnTo>
                <a:lnTo>
                  <a:pt x="116" y="778"/>
                </a:lnTo>
                <a:lnTo>
                  <a:pt x="104" y="765"/>
                </a:lnTo>
                <a:lnTo>
                  <a:pt x="92" y="751"/>
                </a:lnTo>
                <a:lnTo>
                  <a:pt x="81" y="737"/>
                </a:lnTo>
                <a:lnTo>
                  <a:pt x="71" y="722"/>
                </a:lnTo>
                <a:lnTo>
                  <a:pt x="61" y="708"/>
                </a:lnTo>
                <a:lnTo>
                  <a:pt x="52" y="693"/>
                </a:lnTo>
                <a:lnTo>
                  <a:pt x="44" y="678"/>
                </a:lnTo>
                <a:lnTo>
                  <a:pt x="36" y="663"/>
                </a:lnTo>
                <a:lnTo>
                  <a:pt x="29" y="648"/>
                </a:lnTo>
                <a:lnTo>
                  <a:pt x="23" y="633"/>
                </a:lnTo>
                <a:lnTo>
                  <a:pt x="18" y="617"/>
                </a:lnTo>
                <a:lnTo>
                  <a:pt x="13" y="602"/>
                </a:lnTo>
                <a:lnTo>
                  <a:pt x="9" y="586"/>
                </a:lnTo>
                <a:lnTo>
                  <a:pt x="6" y="570"/>
                </a:lnTo>
                <a:lnTo>
                  <a:pt x="3" y="554"/>
                </a:lnTo>
                <a:lnTo>
                  <a:pt x="1" y="538"/>
                </a:lnTo>
                <a:lnTo>
                  <a:pt x="0" y="523"/>
                </a:lnTo>
                <a:lnTo>
                  <a:pt x="0" y="507"/>
                </a:lnTo>
                <a:lnTo>
                  <a:pt x="0" y="491"/>
                </a:lnTo>
                <a:lnTo>
                  <a:pt x="1" y="475"/>
                </a:lnTo>
                <a:lnTo>
                  <a:pt x="3" y="459"/>
                </a:lnTo>
                <a:lnTo>
                  <a:pt x="6" y="443"/>
                </a:lnTo>
                <a:lnTo>
                  <a:pt x="9" y="427"/>
                </a:lnTo>
                <a:lnTo>
                  <a:pt x="13" y="412"/>
                </a:lnTo>
                <a:lnTo>
                  <a:pt x="18" y="396"/>
                </a:lnTo>
                <a:lnTo>
                  <a:pt x="23" y="381"/>
                </a:lnTo>
                <a:lnTo>
                  <a:pt x="29" y="365"/>
                </a:lnTo>
                <a:lnTo>
                  <a:pt x="36" y="350"/>
                </a:lnTo>
                <a:lnTo>
                  <a:pt x="44" y="335"/>
                </a:lnTo>
                <a:lnTo>
                  <a:pt x="52" y="320"/>
                </a:lnTo>
                <a:lnTo>
                  <a:pt x="61" y="305"/>
                </a:lnTo>
                <a:lnTo>
                  <a:pt x="71" y="291"/>
                </a:lnTo>
                <a:lnTo>
                  <a:pt x="81" y="277"/>
                </a:lnTo>
                <a:lnTo>
                  <a:pt x="92" y="263"/>
                </a:lnTo>
                <a:lnTo>
                  <a:pt x="104" y="249"/>
                </a:lnTo>
                <a:lnTo>
                  <a:pt x="116" y="235"/>
                </a:lnTo>
                <a:lnTo>
                  <a:pt x="129" y="222"/>
                </a:lnTo>
                <a:lnTo>
                  <a:pt x="142" y="209"/>
                </a:lnTo>
                <a:lnTo>
                  <a:pt x="156" y="196"/>
                </a:lnTo>
                <a:lnTo>
                  <a:pt x="171" y="184"/>
                </a:lnTo>
                <a:lnTo>
                  <a:pt x="186" y="172"/>
                </a:lnTo>
                <a:lnTo>
                  <a:pt x="202" y="160"/>
                </a:lnTo>
                <a:lnTo>
                  <a:pt x="218" y="148"/>
                </a:lnTo>
                <a:lnTo>
                  <a:pt x="235" y="137"/>
                </a:lnTo>
                <a:lnTo>
                  <a:pt x="252" y="127"/>
                </a:lnTo>
                <a:lnTo>
                  <a:pt x="270" y="116"/>
                </a:lnTo>
                <a:lnTo>
                  <a:pt x="288" y="106"/>
                </a:lnTo>
                <a:lnTo>
                  <a:pt x="307" y="97"/>
                </a:lnTo>
                <a:lnTo>
                  <a:pt x="326" y="88"/>
                </a:lnTo>
                <a:lnTo>
                  <a:pt x="345" y="79"/>
                </a:lnTo>
                <a:lnTo>
                  <a:pt x="365" y="71"/>
                </a:lnTo>
                <a:lnTo>
                  <a:pt x="386" y="63"/>
                </a:lnTo>
                <a:lnTo>
                  <a:pt x="406" y="55"/>
                </a:lnTo>
                <a:lnTo>
                  <a:pt x="427" y="48"/>
                </a:lnTo>
                <a:lnTo>
                  <a:pt x="450" y="42"/>
                </a:lnTo>
                <a:lnTo>
                  <a:pt x="471" y="36"/>
                </a:lnTo>
                <a:lnTo>
                  <a:pt x="493" y="30"/>
                </a:lnTo>
                <a:lnTo>
                  <a:pt x="515" y="25"/>
                </a:lnTo>
                <a:lnTo>
                  <a:pt x="538" y="20"/>
                </a:lnTo>
                <a:lnTo>
                  <a:pt x="560" y="16"/>
                </a:lnTo>
                <a:lnTo>
                  <a:pt x="583" y="12"/>
                </a:lnTo>
                <a:lnTo>
                  <a:pt x="606" y="9"/>
                </a:lnTo>
                <a:lnTo>
                  <a:pt x="629" y="6"/>
                </a:lnTo>
                <a:lnTo>
                  <a:pt x="652" y="4"/>
                </a:lnTo>
                <a:lnTo>
                  <a:pt x="675" y="2"/>
                </a:lnTo>
                <a:lnTo>
                  <a:pt x="699" y="1"/>
                </a:lnTo>
                <a:lnTo>
                  <a:pt x="722" y="0"/>
                </a:lnTo>
                <a:lnTo>
                  <a:pt x="745" y="0"/>
                </a:lnTo>
                <a:lnTo>
                  <a:pt x="769" y="0"/>
                </a:lnTo>
                <a:lnTo>
                  <a:pt x="792" y="1"/>
                </a:lnTo>
                <a:lnTo>
                  <a:pt x="815" y="2"/>
                </a:lnTo>
                <a:lnTo>
                  <a:pt x="839" y="4"/>
                </a:lnTo>
                <a:lnTo>
                  <a:pt x="862" y="6"/>
                </a:lnTo>
                <a:lnTo>
                  <a:pt x="885" y="9"/>
                </a:lnTo>
                <a:lnTo>
                  <a:pt x="908" y="12"/>
                </a:lnTo>
                <a:lnTo>
                  <a:pt x="930" y="16"/>
                </a:lnTo>
                <a:lnTo>
                  <a:pt x="953" y="20"/>
                </a:lnTo>
                <a:lnTo>
                  <a:pt x="975" y="25"/>
                </a:lnTo>
                <a:lnTo>
                  <a:pt x="997" y="30"/>
                </a:lnTo>
                <a:lnTo>
                  <a:pt x="1019" y="36"/>
                </a:lnTo>
                <a:lnTo>
                  <a:pt x="1041" y="42"/>
                </a:lnTo>
                <a:lnTo>
                  <a:pt x="1062" y="48"/>
                </a:lnTo>
                <a:lnTo>
                  <a:pt x="1083" y="55"/>
                </a:lnTo>
                <a:lnTo>
                  <a:pt x="1104" y="63"/>
                </a:lnTo>
                <a:lnTo>
                  <a:pt x="1124" y="71"/>
                </a:lnTo>
                <a:lnTo>
                  <a:pt x="1144" y="79"/>
                </a:lnTo>
                <a:lnTo>
                  <a:pt x="1164" y="88"/>
                </a:lnTo>
                <a:lnTo>
                  <a:pt x="1183" y="97"/>
                </a:lnTo>
                <a:lnTo>
                  <a:pt x="1201" y="106"/>
                </a:lnTo>
                <a:lnTo>
                  <a:pt x="1220" y="116"/>
                </a:lnTo>
                <a:lnTo>
                  <a:pt x="1238" y="127"/>
                </a:lnTo>
                <a:lnTo>
                  <a:pt x="1255" y="137"/>
                </a:lnTo>
                <a:lnTo>
                  <a:pt x="1272" y="148"/>
                </a:lnTo>
                <a:lnTo>
                  <a:pt x="1288" y="160"/>
                </a:lnTo>
                <a:lnTo>
                  <a:pt x="1304" y="172"/>
                </a:lnTo>
                <a:lnTo>
                  <a:pt x="1319" y="184"/>
                </a:lnTo>
                <a:lnTo>
                  <a:pt x="1333" y="196"/>
                </a:lnTo>
                <a:lnTo>
                  <a:pt x="1347" y="209"/>
                </a:lnTo>
                <a:lnTo>
                  <a:pt x="1361" y="222"/>
                </a:lnTo>
                <a:lnTo>
                  <a:pt x="1374" y="235"/>
                </a:lnTo>
                <a:lnTo>
                  <a:pt x="1386" y="249"/>
                </a:lnTo>
                <a:lnTo>
                  <a:pt x="1398" y="263"/>
                </a:lnTo>
                <a:lnTo>
                  <a:pt x="1408" y="277"/>
                </a:lnTo>
                <a:lnTo>
                  <a:pt x="1419" y="291"/>
                </a:lnTo>
                <a:lnTo>
                  <a:pt x="1428" y="305"/>
                </a:lnTo>
                <a:lnTo>
                  <a:pt x="1437" y="320"/>
                </a:lnTo>
                <a:lnTo>
                  <a:pt x="1446" y="335"/>
                </a:lnTo>
                <a:lnTo>
                  <a:pt x="1453" y="350"/>
                </a:lnTo>
                <a:lnTo>
                  <a:pt x="1460" y="365"/>
                </a:lnTo>
                <a:lnTo>
                  <a:pt x="1466" y="381"/>
                </a:lnTo>
                <a:lnTo>
                  <a:pt x="1472" y="396"/>
                </a:lnTo>
                <a:lnTo>
                  <a:pt x="1476" y="412"/>
                </a:lnTo>
                <a:lnTo>
                  <a:pt x="1480" y="427"/>
                </a:lnTo>
                <a:lnTo>
                  <a:pt x="1484" y="443"/>
                </a:lnTo>
                <a:lnTo>
                  <a:pt x="1486" y="459"/>
                </a:lnTo>
                <a:lnTo>
                  <a:pt x="1488" y="475"/>
                </a:lnTo>
                <a:lnTo>
                  <a:pt x="1489" y="491"/>
                </a:lnTo>
                <a:lnTo>
                  <a:pt x="1490" y="507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1" name=""/>
          <p:cNvSpPr/>
          <p:nvPr/>
        </p:nvSpPr>
        <p:spPr>
          <a:xfrm>
            <a:off x="3848400" y="2757600"/>
            <a:ext cx="555480" cy="378000"/>
          </a:xfrm>
          <a:custGeom>
            <a:avLst/>
            <a:gdLst/>
            <a:ahLst/>
            <a:rect l="0" t="0" r="r" b="b"/>
            <a:pathLst>
              <a:path w="1543" h="1050">
                <a:moveTo>
                  <a:pt x="1517" y="526"/>
                </a:moveTo>
                <a:lnTo>
                  <a:pt x="1516" y="510"/>
                </a:lnTo>
                <a:lnTo>
                  <a:pt x="1515" y="494"/>
                </a:lnTo>
                <a:lnTo>
                  <a:pt x="1513" y="478"/>
                </a:lnTo>
                <a:lnTo>
                  <a:pt x="1511" y="462"/>
                </a:lnTo>
                <a:lnTo>
                  <a:pt x="1507" y="446"/>
                </a:lnTo>
                <a:lnTo>
                  <a:pt x="1503" y="431"/>
                </a:lnTo>
                <a:lnTo>
                  <a:pt x="1499" y="415"/>
                </a:lnTo>
                <a:lnTo>
                  <a:pt x="1493" y="400"/>
                </a:lnTo>
                <a:lnTo>
                  <a:pt x="1487" y="384"/>
                </a:lnTo>
                <a:lnTo>
                  <a:pt x="1480" y="369"/>
                </a:lnTo>
                <a:lnTo>
                  <a:pt x="1473" y="354"/>
                </a:lnTo>
                <a:lnTo>
                  <a:pt x="1464" y="339"/>
                </a:lnTo>
                <a:lnTo>
                  <a:pt x="1455" y="324"/>
                </a:lnTo>
                <a:lnTo>
                  <a:pt x="1446" y="310"/>
                </a:lnTo>
                <a:lnTo>
                  <a:pt x="1435" y="296"/>
                </a:lnTo>
                <a:lnTo>
                  <a:pt x="1425" y="282"/>
                </a:lnTo>
                <a:lnTo>
                  <a:pt x="1413" y="268"/>
                </a:lnTo>
                <a:lnTo>
                  <a:pt x="1401" y="254"/>
                </a:lnTo>
                <a:lnTo>
                  <a:pt x="1388" y="241"/>
                </a:lnTo>
                <a:lnTo>
                  <a:pt x="1374" y="228"/>
                </a:lnTo>
                <a:lnTo>
                  <a:pt x="1360" y="215"/>
                </a:lnTo>
                <a:lnTo>
                  <a:pt x="1346" y="202"/>
                </a:lnTo>
                <a:lnTo>
                  <a:pt x="1331" y="190"/>
                </a:lnTo>
                <a:lnTo>
                  <a:pt x="1315" y="178"/>
                </a:lnTo>
                <a:lnTo>
                  <a:pt x="1299" y="166"/>
                </a:lnTo>
                <a:lnTo>
                  <a:pt x="1282" y="155"/>
                </a:lnTo>
                <a:lnTo>
                  <a:pt x="1265" y="145"/>
                </a:lnTo>
                <a:lnTo>
                  <a:pt x="1247" y="134"/>
                </a:lnTo>
                <a:lnTo>
                  <a:pt x="1228" y="124"/>
                </a:lnTo>
                <a:lnTo>
                  <a:pt x="1210" y="115"/>
                </a:lnTo>
                <a:lnTo>
                  <a:pt x="1191" y="106"/>
                </a:lnTo>
                <a:lnTo>
                  <a:pt x="1171" y="97"/>
                </a:lnTo>
                <a:lnTo>
                  <a:pt x="1151" y="89"/>
                </a:lnTo>
                <a:lnTo>
                  <a:pt x="1131" y="81"/>
                </a:lnTo>
                <a:lnTo>
                  <a:pt x="1110" y="73"/>
                </a:lnTo>
                <a:lnTo>
                  <a:pt x="1089" y="66"/>
                </a:lnTo>
                <a:lnTo>
                  <a:pt x="1068" y="60"/>
                </a:lnTo>
                <a:lnTo>
                  <a:pt x="1046" y="54"/>
                </a:lnTo>
                <a:lnTo>
                  <a:pt x="1024" y="48"/>
                </a:lnTo>
                <a:lnTo>
                  <a:pt x="1002" y="43"/>
                </a:lnTo>
                <a:lnTo>
                  <a:pt x="980" y="38"/>
                </a:lnTo>
                <a:lnTo>
                  <a:pt x="957" y="34"/>
                </a:lnTo>
                <a:lnTo>
                  <a:pt x="935" y="30"/>
                </a:lnTo>
                <a:lnTo>
                  <a:pt x="912" y="27"/>
                </a:lnTo>
                <a:lnTo>
                  <a:pt x="889" y="24"/>
                </a:lnTo>
                <a:lnTo>
                  <a:pt x="865" y="22"/>
                </a:lnTo>
                <a:lnTo>
                  <a:pt x="841" y="20"/>
                </a:lnTo>
                <a:lnTo>
                  <a:pt x="818" y="19"/>
                </a:lnTo>
                <a:lnTo>
                  <a:pt x="795" y="18"/>
                </a:lnTo>
                <a:lnTo>
                  <a:pt x="771" y="18"/>
                </a:lnTo>
                <a:lnTo>
                  <a:pt x="748" y="18"/>
                </a:lnTo>
                <a:lnTo>
                  <a:pt x="725" y="19"/>
                </a:lnTo>
                <a:lnTo>
                  <a:pt x="701" y="20"/>
                </a:lnTo>
                <a:lnTo>
                  <a:pt x="678" y="22"/>
                </a:lnTo>
                <a:lnTo>
                  <a:pt x="655" y="24"/>
                </a:lnTo>
                <a:lnTo>
                  <a:pt x="632" y="27"/>
                </a:lnTo>
                <a:lnTo>
                  <a:pt x="609" y="30"/>
                </a:lnTo>
                <a:lnTo>
                  <a:pt x="586" y="34"/>
                </a:lnTo>
                <a:lnTo>
                  <a:pt x="564" y="38"/>
                </a:lnTo>
                <a:lnTo>
                  <a:pt x="541" y="43"/>
                </a:lnTo>
                <a:lnTo>
                  <a:pt x="519" y="48"/>
                </a:lnTo>
                <a:lnTo>
                  <a:pt x="497" y="54"/>
                </a:lnTo>
                <a:lnTo>
                  <a:pt x="476" y="60"/>
                </a:lnTo>
                <a:lnTo>
                  <a:pt x="454" y="66"/>
                </a:lnTo>
                <a:lnTo>
                  <a:pt x="433" y="73"/>
                </a:lnTo>
                <a:lnTo>
                  <a:pt x="413" y="81"/>
                </a:lnTo>
                <a:lnTo>
                  <a:pt x="392" y="89"/>
                </a:lnTo>
                <a:lnTo>
                  <a:pt x="372" y="97"/>
                </a:lnTo>
                <a:lnTo>
                  <a:pt x="353" y="106"/>
                </a:lnTo>
                <a:lnTo>
                  <a:pt x="334" y="115"/>
                </a:lnTo>
                <a:lnTo>
                  <a:pt x="315" y="124"/>
                </a:lnTo>
                <a:lnTo>
                  <a:pt x="297" y="134"/>
                </a:lnTo>
                <a:lnTo>
                  <a:pt x="279" y="145"/>
                </a:lnTo>
                <a:lnTo>
                  <a:pt x="262" y="155"/>
                </a:lnTo>
                <a:lnTo>
                  <a:pt x="245" y="166"/>
                </a:lnTo>
                <a:lnTo>
                  <a:pt x="229" y="178"/>
                </a:lnTo>
                <a:lnTo>
                  <a:pt x="213" y="190"/>
                </a:lnTo>
                <a:lnTo>
                  <a:pt x="198" y="202"/>
                </a:lnTo>
                <a:lnTo>
                  <a:pt x="183" y="215"/>
                </a:lnTo>
                <a:lnTo>
                  <a:pt x="169" y="228"/>
                </a:lnTo>
                <a:lnTo>
                  <a:pt x="156" y="241"/>
                </a:lnTo>
                <a:lnTo>
                  <a:pt x="143" y="254"/>
                </a:lnTo>
                <a:lnTo>
                  <a:pt x="131" y="268"/>
                </a:lnTo>
                <a:lnTo>
                  <a:pt x="119" y="282"/>
                </a:lnTo>
                <a:lnTo>
                  <a:pt x="108" y="296"/>
                </a:lnTo>
                <a:lnTo>
                  <a:pt x="98" y="310"/>
                </a:lnTo>
                <a:lnTo>
                  <a:pt x="88" y="324"/>
                </a:lnTo>
                <a:lnTo>
                  <a:pt x="79" y="339"/>
                </a:lnTo>
                <a:lnTo>
                  <a:pt x="71" y="354"/>
                </a:lnTo>
                <a:lnTo>
                  <a:pt x="63" y="369"/>
                </a:lnTo>
                <a:lnTo>
                  <a:pt x="56" y="384"/>
                </a:lnTo>
                <a:lnTo>
                  <a:pt x="50" y="400"/>
                </a:lnTo>
                <a:lnTo>
                  <a:pt x="45" y="415"/>
                </a:lnTo>
                <a:lnTo>
                  <a:pt x="40" y="431"/>
                </a:lnTo>
                <a:lnTo>
                  <a:pt x="36" y="446"/>
                </a:lnTo>
                <a:lnTo>
                  <a:pt x="33" y="462"/>
                </a:lnTo>
                <a:lnTo>
                  <a:pt x="30" y="478"/>
                </a:lnTo>
                <a:lnTo>
                  <a:pt x="28" y="494"/>
                </a:lnTo>
                <a:lnTo>
                  <a:pt x="27" y="510"/>
                </a:lnTo>
                <a:lnTo>
                  <a:pt x="27" y="526"/>
                </a:lnTo>
                <a:lnTo>
                  <a:pt x="27" y="542"/>
                </a:lnTo>
                <a:lnTo>
                  <a:pt x="28" y="557"/>
                </a:lnTo>
                <a:lnTo>
                  <a:pt x="30" y="573"/>
                </a:lnTo>
                <a:lnTo>
                  <a:pt x="33" y="589"/>
                </a:lnTo>
                <a:lnTo>
                  <a:pt x="36" y="605"/>
                </a:lnTo>
                <a:lnTo>
                  <a:pt x="40" y="621"/>
                </a:lnTo>
                <a:lnTo>
                  <a:pt x="45" y="636"/>
                </a:lnTo>
                <a:lnTo>
                  <a:pt x="50" y="652"/>
                </a:lnTo>
                <a:lnTo>
                  <a:pt x="56" y="667"/>
                </a:lnTo>
                <a:lnTo>
                  <a:pt x="63" y="682"/>
                </a:lnTo>
                <a:lnTo>
                  <a:pt x="71" y="697"/>
                </a:lnTo>
                <a:lnTo>
                  <a:pt x="79" y="712"/>
                </a:lnTo>
                <a:lnTo>
                  <a:pt x="88" y="727"/>
                </a:lnTo>
                <a:lnTo>
                  <a:pt x="98" y="741"/>
                </a:lnTo>
                <a:lnTo>
                  <a:pt x="108" y="756"/>
                </a:lnTo>
                <a:lnTo>
                  <a:pt x="119" y="770"/>
                </a:lnTo>
                <a:lnTo>
                  <a:pt x="131" y="784"/>
                </a:lnTo>
                <a:lnTo>
                  <a:pt x="143" y="797"/>
                </a:lnTo>
                <a:lnTo>
                  <a:pt x="156" y="810"/>
                </a:lnTo>
                <a:lnTo>
                  <a:pt x="169" y="823"/>
                </a:lnTo>
                <a:lnTo>
                  <a:pt x="183" y="836"/>
                </a:lnTo>
                <a:lnTo>
                  <a:pt x="198" y="849"/>
                </a:lnTo>
                <a:lnTo>
                  <a:pt x="213" y="861"/>
                </a:lnTo>
                <a:lnTo>
                  <a:pt x="229" y="872"/>
                </a:lnTo>
                <a:lnTo>
                  <a:pt x="245" y="884"/>
                </a:lnTo>
                <a:lnTo>
                  <a:pt x="262" y="895"/>
                </a:lnTo>
                <a:lnTo>
                  <a:pt x="279" y="906"/>
                </a:lnTo>
                <a:lnTo>
                  <a:pt x="297" y="916"/>
                </a:lnTo>
                <a:lnTo>
                  <a:pt x="315" y="926"/>
                </a:lnTo>
                <a:lnTo>
                  <a:pt x="334" y="935"/>
                </a:lnTo>
                <a:lnTo>
                  <a:pt x="353" y="945"/>
                </a:lnTo>
                <a:lnTo>
                  <a:pt x="372" y="953"/>
                </a:lnTo>
                <a:lnTo>
                  <a:pt x="392" y="962"/>
                </a:lnTo>
                <a:lnTo>
                  <a:pt x="413" y="970"/>
                </a:lnTo>
                <a:lnTo>
                  <a:pt x="433" y="977"/>
                </a:lnTo>
                <a:lnTo>
                  <a:pt x="454" y="984"/>
                </a:lnTo>
                <a:lnTo>
                  <a:pt x="476" y="991"/>
                </a:lnTo>
                <a:lnTo>
                  <a:pt x="497" y="997"/>
                </a:lnTo>
                <a:lnTo>
                  <a:pt x="519" y="1002"/>
                </a:lnTo>
                <a:lnTo>
                  <a:pt x="541" y="1007"/>
                </a:lnTo>
                <a:lnTo>
                  <a:pt x="564" y="1012"/>
                </a:lnTo>
                <a:lnTo>
                  <a:pt x="586" y="1016"/>
                </a:lnTo>
                <a:lnTo>
                  <a:pt x="609" y="1020"/>
                </a:lnTo>
                <a:lnTo>
                  <a:pt x="632" y="1023"/>
                </a:lnTo>
                <a:lnTo>
                  <a:pt x="655" y="1026"/>
                </a:lnTo>
                <a:lnTo>
                  <a:pt x="678" y="1028"/>
                </a:lnTo>
                <a:lnTo>
                  <a:pt x="701" y="1030"/>
                </a:lnTo>
                <a:lnTo>
                  <a:pt x="725" y="1031"/>
                </a:lnTo>
                <a:lnTo>
                  <a:pt x="748" y="1032"/>
                </a:lnTo>
                <a:lnTo>
                  <a:pt x="771" y="1032"/>
                </a:lnTo>
                <a:lnTo>
                  <a:pt x="795" y="1032"/>
                </a:lnTo>
                <a:lnTo>
                  <a:pt x="818" y="1031"/>
                </a:lnTo>
                <a:lnTo>
                  <a:pt x="841" y="1030"/>
                </a:lnTo>
                <a:lnTo>
                  <a:pt x="865" y="1028"/>
                </a:lnTo>
                <a:lnTo>
                  <a:pt x="889" y="1026"/>
                </a:lnTo>
                <a:lnTo>
                  <a:pt x="912" y="1023"/>
                </a:lnTo>
                <a:lnTo>
                  <a:pt x="935" y="1020"/>
                </a:lnTo>
                <a:lnTo>
                  <a:pt x="957" y="1016"/>
                </a:lnTo>
                <a:lnTo>
                  <a:pt x="980" y="1012"/>
                </a:lnTo>
                <a:lnTo>
                  <a:pt x="1002" y="1007"/>
                </a:lnTo>
                <a:lnTo>
                  <a:pt x="1024" y="1002"/>
                </a:lnTo>
                <a:lnTo>
                  <a:pt x="1046" y="997"/>
                </a:lnTo>
                <a:lnTo>
                  <a:pt x="1068" y="991"/>
                </a:lnTo>
                <a:lnTo>
                  <a:pt x="1089" y="984"/>
                </a:lnTo>
                <a:lnTo>
                  <a:pt x="1110" y="977"/>
                </a:lnTo>
                <a:lnTo>
                  <a:pt x="1131" y="970"/>
                </a:lnTo>
                <a:lnTo>
                  <a:pt x="1151" y="962"/>
                </a:lnTo>
                <a:lnTo>
                  <a:pt x="1171" y="953"/>
                </a:lnTo>
                <a:lnTo>
                  <a:pt x="1191" y="945"/>
                </a:lnTo>
                <a:lnTo>
                  <a:pt x="1210" y="935"/>
                </a:lnTo>
                <a:lnTo>
                  <a:pt x="1228" y="926"/>
                </a:lnTo>
                <a:lnTo>
                  <a:pt x="1247" y="916"/>
                </a:lnTo>
                <a:lnTo>
                  <a:pt x="1265" y="906"/>
                </a:lnTo>
                <a:lnTo>
                  <a:pt x="1282" y="895"/>
                </a:lnTo>
                <a:lnTo>
                  <a:pt x="1299" y="884"/>
                </a:lnTo>
                <a:lnTo>
                  <a:pt x="1315" y="872"/>
                </a:lnTo>
                <a:lnTo>
                  <a:pt x="1331" y="861"/>
                </a:lnTo>
                <a:lnTo>
                  <a:pt x="1346" y="849"/>
                </a:lnTo>
                <a:lnTo>
                  <a:pt x="1360" y="836"/>
                </a:lnTo>
                <a:lnTo>
                  <a:pt x="1374" y="823"/>
                </a:lnTo>
                <a:lnTo>
                  <a:pt x="1388" y="810"/>
                </a:lnTo>
                <a:lnTo>
                  <a:pt x="1401" y="797"/>
                </a:lnTo>
                <a:lnTo>
                  <a:pt x="1413" y="784"/>
                </a:lnTo>
                <a:lnTo>
                  <a:pt x="1425" y="770"/>
                </a:lnTo>
                <a:lnTo>
                  <a:pt x="1435" y="756"/>
                </a:lnTo>
                <a:lnTo>
                  <a:pt x="1446" y="741"/>
                </a:lnTo>
                <a:lnTo>
                  <a:pt x="1455" y="727"/>
                </a:lnTo>
                <a:lnTo>
                  <a:pt x="1464" y="712"/>
                </a:lnTo>
                <a:lnTo>
                  <a:pt x="1473" y="697"/>
                </a:lnTo>
                <a:lnTo>
                  <a:pt x="1480" y="682"/>
                </a:lnTo>
                <a:lnTo>
                  <a:pt x="1487" y="667"/>
                </a:lnTo>
                <a:lnTo>
                  <a:pt x="1493" y="652"/>
                </a:lnTo>
                <a:lnTo>
                  <a:pt x="1499" y="636"/>
                </a:lnTo>
                <a:lnTo>
                  <a:pt x="1503" y="621"/>
                </a:lnTo>
                <a:lnTo>
                  <a:pt x="1507" y="605"/>
                </a:lnTo>
                <a:lnTo>
                  <a:pt x="1511" y="589"/>
                </a:lnTo>
                <a:lnTo>
                  <a:pt x="1513" y="573"/>
                </a:lnTo>
                <a:lnTo>
                  <a:pt x="1515" y="557"/>
                </a:lnTo>
                <a:lnTo>
                  <a:pt x="1516" y="542"/>
                </a:lnTo>
                <a:lnTo>
                  <a:pt x="1517" y="526"/>
                </a:lnTo>
                <a:moveTo>
                  <a:pt x="1543" y="526"/>
                </a:moveTo>
                <a:lnTo>
                  <a:pt x="1543" y="542"/>
                </a:lnTo>
                <a:lnTo>
                  <a:pt x="1542" y="559"/>
                </a:lnTo>
                <a:lnTo>
                  <a:pt x="1540" y="575"/>
                </a:lnTo>
                <a:lnTo>
                  <a:pt x="1537" y="591"/>
                </a:lnTo>
                <a:lnTo>
                  <a:pt x="1534" y="608"/>
                </a:lnTo>
                <a:lnTo>
                  <a:pt x="1529" y="624"/>
                </a:lnTo>
                <a:lnTo>
                  <a:pt x="1525" y="640"/>
                </a:lnTo>
                <a:lnTo>
                  <a:pt x="1519" y="656"/>
                </a:lnTo>
                <a:lnTo>
                  <a:pt x="1512" y="672"/>
                </a:lnTo>
                <a:lnTo>
                  <a:pt x="1505" y="688"/>
                </a:lnTo>
                <a:lnTo>
                  <a:pt x="1498" y="703"/>
                </a:lnTo>
                <a:lnTo>
                  <a:pt x="1489" y="719"/>
                </a:lnTo>
                <a:lnTo>
                  <a:pt x="1480" y="734"/>
                </a:lnTo>
                <a:lnTo>
                  <a:pt x="1470" y="749"/>
                </a:lnTo>
                <a:lnTo>
                  <a:pt x="1459" y="764"/>
                </a:lnTo>
                <a:lnTo>
                  <a:pt x="1448" y="778"/>
                </a:lnTo>
                <a:lnTo>
                  <a:pt x="1436" y="793"/>
                </a:lnTo>
                <a:lnTo>
                  <a:pt x="1423" y="807"/>
                </a:lnTo>
                <a:lnTo>
                  <a:pt x="1410" y="821"/>
                </a:lnTo>
                <a:lnTo>
                  <a:pt x="1396" y="834"/>
                </a:lnTo>
                <a:lnTo>
                  <a:pt x="1381" y="847"/>
                </a:lnTo>
                <a:lnTo>
                  <a:pt x="1366" y="860"/>
                </a:lnTo>
                <a:lnTo>
                  <a:pt x="1350" y="873"/>
                </a:lnTo>
                <a:lnTo>
                  <a:pt x="1334" y="885"/>
                </a:lnTo>
                <a:lnTo>
                  <a:pt x="1317" y="897"/>
                </a:lnTo>
                <a:lnTo>
                  <a:pt x="1300" y="908"/>
                </a:lnTo>
                <a:lnTo>
                  <a:pt x="1282" y="919"/>
                </a:lnTo>
                <a:lnTo>
                  <a:pt x="1264" y="930"/>
                </a:lnTo>
                <a:lnTo>
                  <a:pt x="1245" y="940"/>
                </a:lnTo>
                <a:lnTo>
                  <a:pt x="1225" y="950"/>
                </a:lnTo>
                <a:lnTo>
                  <a:pt x="1206" y="960"/>
                </a:lnTo>
                <a:lnTo>
                  <a:pt x="1185" y="969"/>
                </a:lnTo>
                <a:lnTo>
                  <a:pt x="1165" y="977"/>
                </a:lnTo>
                <a:lnTo>
                  <a:pt x="1144" y="985"/>
                </a:lnTo>
                <a:lnTo>
                  <a:pt x="1122" y="993"/>
                </a:lnTo>
                <a:lnTo>
                  <a:pt x="1100" y="1000"/>
                </a:lnTo>
                <a:lnTo>
                  <a:pt x="1078" y="1007"/>
                </a:lnTo>
                <a:lnTo>
                  <a:pt x="1056" y="1013"/>
                </a:lnTo>
                <a:lnTo>
                  <a:pt x="1033" y="1019"/>
                </a:lnTo>
                <a:lnTo>
                  <a:pt x="1010" y="1025"/>
                </a:lnTo>
                <a:lnTo>
                  <a:pt x="987" y="1029"/>
                </a:lnTo>
                <a:lnTo>
                  <a:pt x="964" y="1034"/>
                </a:lnTo>
                <a:lnTo>
                  <a:pt x="940" y="1038"/>
                </a:lnTo>
                <a:lnTo>
                  <a:pt x="917" y="1041"/>
                </a:lnTo>
                <a:lnTo>
                  <a:pt x="893" y="1044"/>
                </a:lnTo>
                <a:lnTo>
                  <a:pt x="869" y="1046"/>
                </a:lnTo>
                <a:lnTo>
                  <a:pt x="844" y="1048"/>
                </a:lnTo>
                <a:lnTo>
                  <a:pt x="820" y="1049"/>
                </a:lnTo>
                <a:lnTo>
                  <a:pt x="795" y="1050"/>
                </a:lnTo>
                <a:lnTo>
                  <a:pt x="771" y="1050"/>
                </a:lnTo>
                <a:lnTo>
                  <a:pt x="747" y="1050"/>
                </a:lnTo>
                <a:lnTo>
                  <a:pt x="723" y="1049"/>
                </a:lnTo>
                <a:lnTo>
                  <a:pt x="699" y="1048"/>
                </a:lnTo>
                <a:lnTo>
                  <a:pt x="675" y="1046"/>
                </a:lnTo>
                <a:lnTo>
                  <a:pt x="651" y="1044"/>
                </a:lnTo>
                <a:lnTo>
                  <a:pt x="627" y="1041"/>
                </a:lnTo>
                <a:lnTo>
                  <a:pt x="603" y="1038"/>
                </a:lnTo>
                <a:lnTo>
                  <a:pt x="580" y="1034"/>
                </a:lnTo>
                <a:lnTo>
                  <a:pt x="556" y="1029"/>
                </a:lnTo>
                <a:lnTo>
                  <a:pt x="533" y="1025"/>
                </a:lnTo>
                <a:lnTo>
                  <a:pt x="510" y="1019"/>
                </a:lnTo>
                <a:lnTo>
                  <a:pt x="487" y="1013"/>
                </a:lnTo>
                <a:lnTo>
                  <a:pt x="465" y="1007"/>
                </a:lnTo>
                <a:lnTo>
                  <a:pt x="443" y="1000"/>
                </a:lnTo>
                <a:lnTo>
                  <a:pt x="421" y="993"/>
                </a:lnTo>
                <a:lnTo>
                  <a:pt x="400" y="985"/>
                </a:lnTo>
                <a:lnTo>
                  <a:pt x="379" y="977"/>
                </a:lnTo>
                <a:lnTo>
                  <a:pt x="358" y="969"/>
                </a:lnTo>
                <a:lnTo>
                  <a:pt x="338" y="960"/>
                </a:lnTo>
                <a:lnTo>
                  <a:pt x="318" y="950"/>
                </a:lnTo>
                <a:lnTo>
                  <a:pt x="299" y="940"/>
                </a:lnTo>
                <a:lnTo>
                  <a:pt x="280" y="930"/>
                </a:lnTo>
                <a:lnTo>
                  <a:pt x="261" y="919"/>
                </a:lnTo>
                <a:lnTo>
                  <a:pt x="244" y="908"/>
                </a:lnTo>
                <a:lnTo>
                  <a:pt x="226" y="897"/>
                </a:lnTo>
                <a:lnTo>
                  <a:pt x="209" y="885"/>
                </a:lnTo>
                <a:lnTo>
                  <a:pt x="193" y="873"/>
                </a:lnTo>
                <a:lnTo>
                  <a:pt x="177" y="860"/>
                </a:lnTo>
                <a:lnTo>
                  <a:pt x="162" y="847"/>
                </a:lnTo>
                <a:lnTo>
                  <a:pt x="148" y="834"/>
                </a:lnTo>
                <a:lnTo>
                  <a:pt x="134" y="821"/>
                </a:lnTo>
                <a:lnTo>
                  <a:pt x="120" y="807"/>
                </a:lnTo>
                <a:lnTo>
                  <a:pt x="108" y="793"/>
                </a:lnTo>
                <a:lnTo>
                  <a:pt x="96" y="778"/>
                </a:lnTo>
                <a:lnTo>
                  <a:pt x="84" y="764"/>
                </a:lnTo>
                <a:lnTo>
                  <a:pt x="74" y="749"/>
                </a:lnTo>
                <a:lnTo>
                  <a:pt x="64" y="734"/>
                </a:lnTo>
                <a:lnTo>
                  <a:pt x="55" y="719"/>
                </a:lnTo>
                <a:lnTo>
                  <a:pt x="46" y="703"/>
                </a:lnTo>
                <a:lnTo>
                  <a:pt x="38" y="688"/>
                </a:lnTo>
                <a:lnTo>
                  <a:pt x="31" y="672"/>
                </a:lnTo>
                <a:lnTo>
                  <a:pt x="25" y="656"/>
                </a:lnTo>
                <a:lnTo>
                  <a:pt x="19" y="640"/>
                </a:lnTo>
                <a:lnTo>
                  <a:pt x="14" y="624"/>
                </a:lnTo>
                <a:lnTo>
                  <a:pt x="10" y="608"/>
                </a:lnTo>
                <a:lnTo>
                  <a:pt x="6" y="591"/>
                </a:lnTo>
                <a:lnTo>
                  <a:pt x="4" y="575"/>
                </a:lnTo>
                <a:lnTo>
                  <a:pt x="2" y="559"/>
                </a:lnTo>
                <a:lnTo>
                  <a:pt x="1" y="542"/>
                </a:lnTo>
                <a:lnTo>
                  <a:pt x="0" y="526"/>
                </a:lnTo>
                <a:lnTo>
                  <a:pt x="1" y="509"/>
                </a:lnTo>
                <a:lnTo>
                  <a:pt x="2" y="493"/>
                </a:lnTo>
                <a:lnTo>
                  <a:pt x="4" y="476"/>
                </a:lnTo>
                <a:lnTo>
                  <a:pt x="6" y="460"/>
                </a:lnTo>
                <a:lnTo>
                  <a:pt x="10" y="444"/>
                </a:lnTo>
                <a:lnTo>
                  <a:pt x="14" y="427"/>
                </a:lnTo>
                <a:lnTo>
                  <a:pt x="19" y="411"/>
                </a:lnTo>
                <a:lnTo>
                  <a:pt x="25" y="395"/>
                </a:lnTo>
                <a:lnTo>
                  <a:pt x="31" y="379"/>
                </a:lnTo>
                <a:lnTo>
                  <a:pt x="38" y="364"/>
                </a:lnTo>
                <a:lnTo>
                  <a:pt x="46" y="348"/>
                </a:lnTo>
                <a:lnTo>
                  <a:pt x="55" y="333"/>
                </a:lnTo>
                <a:lnTo>
                  <a:pt x="64" y="317"/>
                </a:lnTo>
                <a:lnTo>
                  <a:pt x="74" y="302"/>
                </a:lnTo>
                <a:lnTo>
                  <a:pt x="84" y="288"/>
                </a:lnTo>
                <a:lnTo>
                  <a:pt x="96" y="273"/>
                </a:lnTo>
                <a:lnTo>
                  <a:pt x="108" y="259"/>
                </a:lnTo>
                <a:lnTo>
                  <a:pt x="120" y="245"/>
                </a:lnTo>
                <a:lnTo>
                  <a:pt x="134" y="231"/>
                </a:lnTo>
                <a:lnTo>
                  <a:pt x="148" y="217"/>
                </a:lnTo>
                <a:lnTo>
                  <a:pt x="162" y="203"/>
                </a:lnTo>
                <a:lnTo>
                  <a:pt x="177" y="190"/>
                </a:lnTo>
                <a:lnTo>
                  <a:pt x="193" y="178"/>
                </a:lnTo>
                <a:lnTo>
                  <a:pt x="209" y="166"/>
                </a:lnTo>
                <a:lnTo>
                  <a:pt x="226" y="154"/>
                </a:lnTo>
                <a:lnTo>
                  <a:pt x="244" y="142"/>
                </a:lnTo>
                <a:lnTo>
                  <a:pt x="261" y="131"/>
                </a:lnTo>
                <a:lnTo>
                  <a:pt x="280" y="120"/>
                </a:lnTo>
                <a:lnTo>
                  <a:pt x="299" y="110"/>
                </a:lnTo>
                <a:lnTo>
                  <a:pt x="318" y="100"/>
                </a:lnTo>
                <a:lnTo>
                  <a:pt x="338" y="91"/>
                </a:lnTo>
                <a:lnTo>
                  <a:pt x="358" y="82"/>
                </a:lnTo>
                <a:lnTo>
                  <a:pt x="379" y="73"/>
                </a:lnTo>
                <a:lnTo>
                  <a:pt x="400" y="65"/>
                </a:lnTo>
                <a:lnTo>
                  <a:pt x="421" y="57"/>
                </a:lnTo>
                <a:lnTo>
                  <a:pt x="443" y="50"/>
                </a:lnTo>
                <a:lnTo>
                  <a:pt x="465" y="43"/>
                </a:lnTo>
                <a:lnTo>
                  <a:pt x="487" y="37"/>
                </a:lnTo>
                <a:lnTo>
                  <a:pt x="510" y="31"/>
                </a:lnTo>
                <a:lnTo>
                  <a:pt x="533" y="26"/>
                </a:lnTo>
                <a:lnTo>
                  <a:pt x="556" y="21"/>
                </a:lnTo>
                <a:lnTo>
                  <a:pt x="580" y="17"/>
                </a:lnTo>
                <a:lnTo>
                  <a:pt x="603" y="13"/>
                </a:lnTo>
                <a:lnTo>
                  <a:pt x="627" y="9"/>
                </a:lnTo>
                <a:lnTo>
                  <a:pt x="651" y="7"/>
                </a:lnTo>
                <a:lnTo>
                  <a:pt x="675" y="4"/>
                </a:lnTo>
                <a:lnTo>
                  <a:pt x="699" y="2"/>
                </a:lnTo>
                <a:lnTo>
                  <a:pt x="723" y="1"/>
                </a:lnTo>
                <a:lnTo>
                  <a:pt x="747" y="0"/>
                </a:lnTo>
                <a:lnTo>
                  <a:pt x="771" y="0"/>
                </a:lnTo>
                <a:lnTo>
                  <a:pt x="795" y="0"/>
                </a:lnTo>
                <a:lnTo>
                  <a:pt x="820" y="1"/>
                </a:lnTo>
                <a:lnTo>
                  <a:pt x="844" y="2"/>
                </a:lnTo>
                <a:lnTo>
                  <a:pt x="869" y="4"/>
                </a:lnTo>
                <a:lnTo>
                  <a:pt x="893" y="7"/>
                </a:lnTo>
                <a:lnTo>
                  <a:pt x="917" y="9"/>
                </a:lnTo>
                <a:lnTo>
                  <a:pt x="940" y="13"/>
                </a:lnTo>
                <a:lnTo>
                  <a:pt x="964" y="17"/>
                </a:lnTo>
                <a:lnTo>
                  <a:pt x="987" y="21"/>
                </a:lnTo>
                <a:lnTo>
                  <a:pt x="1010" y="26"/>
                </a:lnTo>
                <a:lnTo>
                  <a:pt x="1033" y="31"/>
                </a:lnTo>
                <a:lnTo>
                  <a:pt x="1056" y="37"/>
                </a:lnTo>
                <a:lnTo>
                  <a:pt x="1078" y="43"/>
                </a:lnTo>
                <a:lnTo>
                  <a:pt x="1100" y="50"/>
                </a:lnTo>
                <a:lnTo>
                  <a:pt x="1122" y="57"/>
                </a:lnTo>
                <a:lnTo>
                  <a:pt x="1144" y="65"/>
                </a:lnTo>
                <a:lnTo>
                  <a:pt x="1165" y="73"/>
                </a:lnTo>
                <a:lnTo>
                  <a:pt x="1185" y="82"/>
                </a:lnTo>
                <a:lnTo>
                  <a:pt x="1206" y="91"/>
                </a:lnTo>
                <a:lnTo>
                  <a:pt x="1225" y="100"/>
                </a:lnTo>
                <a:lnTo>
                  <a:pt x="1245" y="110"/>
                </a:lnTo>
                <a:lnTo>
                  <a:pt x="1264" y="120"/>
                </a:lnTo>
                <a:lnTo>
                  <a:pt x="1282" y="131"/>
                </a:lnTo>
                <a:lnTo>
                  <a:pt x="1300" y="142"/>
                </a:lnTo>
                <a:lnTo>
                  <a:pt x="1317" y="154"/>
                </a:lnTo>
                <a:lnTo>
                  <a:pt x="1334" y="166"/>
                </a:lnTo>
                <a:lnTo>
                  <a:pt x="1350" y="178"/>
                </a:lnTo>
                <a:lnTo>
                  <a:pt x="1366" y="190"/>
                </a:lnTo>
                <a:lnTo>
                  <a:pt x="1381" y="203"/>
                </a:lnTo>
                <a:lnTo>
                  <a:pt x="1396" y="217"/>
                </a:lnTo>
                <a:lnTo>
                  <a:pt x="1410" y="231"/>
                </a:lnTo>
                <a:lnTo>
                  <a:pt x="1423" y="245"/>
                </a:lnTo>
                <a:lnTo>
                  <a:pt x="1436" y="259"/>
                </a:lnTo>
                <a:lnTo>
                  <a:pt x="1448" y="273"/>
                </a:lnTo>
                <a:lnTo>
                  <a:pt x="1459" y="288"/>
                </a:lnTo>
                <a:lnTo>
                  <a:pt x="1470" y="302"/>
                </a:lnTo>
                <a:lnTo>
                  <a:pt x="1480" y="317"/>
                </a:lnTo>
                <a:lnTo>
                  <a:pt x="1489" y="333"/>
                </a:lnTo>
                <a:lnTo>
                  <a:pt x="1498" y="348"/>
                </a:lnTo>
                <a:lnTo>
                  <a:pt x="1505" y="364"/>
                </a:lnTo>
                <a:lnTo>
                  <a:pt x="1512" y="379"/>
                </a:lnTo>
                <a:lnTo>
                  <a:pt x="1519" y="395"/>
                </a:lnTo>
                <a:lnTo>
                  <a:pt x="1525" y="411"/>
                </a:lnTo>
                <a:lnTo>
                  <a:pt x="1529" y="427"/>
                </a:lnTo>
                <a:lnTo>
                  <a:pt x="1534" y="444"/>
                </a:lnTo>
                <a:lnTo>
                  <a:pt x="1537" y="460"/>
                </a:lnTo>
                <a:lnTo>
                  <a:pt x="1540" y="476"/>
                </a:lnTo>
                <a:lnTo>
                  <a:pt x="1542" y="493"/>
                </a:lnTo>
                <a:lnTo>
                  <a:pt x="1543" y="509"/>
                </a:lnTo>
                <a:lnTo>
                  <a:pt x="1543" y="526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2" name=""/>
          <p:cNvSpPr/>
          <p:nvPr/>
        </p:nvSpPr>
        <p:spPr>
          <a:xfrm>
            <a:off x="3847320" y="2756880"/>
            <a:ext cx="558000" cy="379800"/>
          </a:xfrm>
          <a:custGeom>
            <a:avLst/>
            <a:gdLst/>
            <a:ahLst/>
            <a:rect l="0" t="0" r="r" b="b"/>
            <a:pathLst>
              <a:path w="1550" h="1055">
                <a:moveTo>
                  <a:pt x="1546" y="528"/>
                </a:moveTo>
                <a:lnTo>
                  <a:pt x="1546" y="511"/>
                </a:lnTo>
                <a:lnTo>
                  <a:pt x="1545" y="495"/>
                </a:lnTo>
                <a:lnTo>
                  <a:pt x="1543" y="478"/>
                </a:lnTo>
                <a:lnTo>
                  <a:pt x="1540" y="462"/>
                </a:lnTo>
                <a:lnTo>
                  <a:pt x="1537" y="446"/>
                </a:lnTo>
                <a:lnTo>
                  <a:pt x="1532" y="429"/>
                </a:lnTo>
                <a:lnTo>
                  <a:pt x="1528" y="413"/>
                </a:lnTo>
                <a:lnTo>
                  <a:pt x="1522" y="397"/>
                </a:lnTo>
                <a:lnTo>
                  <a:pt x="1515" y="381"/>
                </a:lnTo>
                <a:lnTo>
                  <a:pt x="1508" y="366"/>
                </a:lnTo>
                <a:lnTo>
                  <a:pt x="1501" y="350"/>
                </a:lnTo>
                <a:lnTo>
                  <a:pt x="1492" y="335"/>
                </a:lnTo>
                <a:lnTo>
                  <a:pt x="1483" y="319"/>
                </a:lnTo>
                <a:lnTo>
                  <a:pt x="1473" y="304"/>
                </a:lnTo>
                <a:lnTo>
                  <a:pt x="1462" y="290"/>
                </a:lnTo>
                <a:lnTo>
                  <a:pt x="1451" y="275"/>
                </a:lnTo>
                <a:lnTo>
                  <a:pt x="1439" y="261"/>
                </a:lnTo>
                <a:lnTo>
                  <a:pt x="1426" y="246"/>
                </a:lnTo>
                <a:lnTo>
                  <a:pt x="1413" y="232"/>
                </a:lnTo>
                <a:lnTo>
                  <a:pt x="1399" y="218"/>
                </a:lnTo>
                <a:lnTo>
                  <a:pt x="1384" y="205"/>
                </a:lnTo>
                <a:lnTo>
                  <a:pt x="1369" y="192"/>
                </a:lnTo>
                <a:lnTo>
                  <a:pt x="1353" y="180"/>
                </a:lnTo>
                <a:lnTo>
                  <a:pt x="1337" y="168"/>
                </a:lnTo>
                <a:lnTo>
                  <a:pt x="1320" y="156"/>
                </a:lnTo>
                <a:lnTo>
                  <a:pt x="1303" y="144"/>
                </a:lnTo>
                <a:lnTo>
                  <a:pt x="1285" y="133"/>
                </a:lnTo>
                <a:lnTo>
                  <a:pt x="1267" y="122"/>
                </a:lnTo>
                <a:lnTo>
                  <a:pt x="1248" y="112"/>
                </a:lnTo>
                <a:lnTo>
                  <a:pt x="1228" y="102"/>
                </a:lnTo>
                <a:lnTo>
                  <a:pt x="1209" y="93"/>
                </a:lnTo>
                <a:lnTo>
                  <a:pt x="1188" y="84"/>
                </a:lnTo>
                <a:lnTo>
                  <a:pt x="1168" y="75"/>
                </a:lnTo>
                <a:lnTo>
                  <a:pt x="1147" y="67"/>
                </a:lnTo>
                <a:lnTo>
                  <a:pt x="1125" y="59"/>
                </a:lnTo>
                <a:lnTo>
                  <a:pt x="1103" y="52"/>
                </a:lnTo>
                <a:lnTo>
                  <a:pt x="1081" y="45"/>
                </a:lnTo>
                <a:lnTo>
                  <a:pt x="1059" y="39"/>
                </a:lnTo>
                <a:lnTo>
                  <a:pt x="1036" y="33"/>
                </a:lnTo>
                <a:lnTo>
                  <a:pt x="1013" y="28"/>
                </a:lnTo>
                <a:lnTo>
                  <a:pt x="990" y="23"/>
                </a:lnTo>
                <a:lnTo>
                  <a:pt x="967" y="19"/>
                </a:lnTo>
                <a:lnTo>
                  <a:pt x="943" y="15"/>
                </a:lnTo>
                <a:lnTo>
                  <a:pt x="919" y="11"/>
                </a:lnTo>
                <a:lnTo>
                  <a:pt x="895" y="9"/>
                </a:lnTo>
                <a:lnTo>
                  <a:pt x="871" y="6"/>
                </a:lnTo>
                <a:lnTo>
                  <a:pt x="847" y="4"/>
                </a:lnTo>
                <a:lnTo>
                  <a:pt x="823" y="3"/>
                </a:lnTo>
                <a:lnTo>
                  <a:pt x="798" y="2"/>
                </a:lnTo>
                <a:lnTo>
                  <a:pt x="774" y="2"/>
                </a:lnTo>
                <a:lnTo>
                  <a:pt x="750" y="2"/>
                </a:lnTo>
                <a:lnTo>
                  <a:pt x="726" y="3"/>
                </a:lnTo>
                <a:lnTo>
                  <a:pt x="702" y="4"/>
                </a:lnTo>
                <a:lnTo>
                  <a:pt x="678" y="6"/>
                </a:lnTo>
                <a:lnTo>
                  <a:pt x="654" y="9"/>
                </a:lnTo>
                <a:lnTo>
                  <a:pt x="630" y="11"/>
                </a:lnTo>
                <a:lnTo>
                  <a:pt x="606" y="15"/>
                </a:lnTo>
                <a:lnTo>
                  <a:pt x="583" y="19"/>
                </a:lnTo>
                <a:lnTo>
                  <a:pt x="559" y="23"/>
                </a:lnTo>
                <a:lnTo>
                  <a:pt x="536" y="28"/>
                </a:lnTo>
                <a:lnTo>
                  <a:pt x="513" y="33"/>
                </a:lnTo>
                <a:lnTo>
                  <a:pt x="490" y="39"/>
                </a:lnTo>
                <a:lnTo>
                  <a:pt x="468" y="45"/>
                </a:lnTo>
                <a:lnTo>
                  <a:pt x="446" y="52"/>
                </a:lnTo>
                <a:lnTo>
                  <a:pt x="424" y="59"/>
                </a:lnTo>
                <a:lnTo>
                  <a:pt x="403" y="67"/>
                </a:lnTo>
                <a:lnTo>
                  <a:pt x="382" y="75"/>
                </a:lnTo>
                <a:lnTo>
                  <a:pt x="361" y="84"/>
                </a:lnTo>
                <a:lnTo>
                  <a:pt x="341" y="93"/>
                </a:lnTo>
                <a:lnTo>
                  <a:pt x="321" y="102"/>
                </a:lnTo>
                <a:lnTo>
                  <a:pt x="302" y="112"/>
                </a:lnTo>
                <a:lnTo>
                  <a:pt x="283" y="122"/>
                </a:lnTo>
                <a:lnTo>
                  <a:pt x="264" y="133"/>
                </a:lnTo>
                <a:lnTo>
                  <a:pt x="247" y="144"/>
                </a:lnTo>
                <a:lnTo>
                  <a:pt x="229" y="156"/>
                </a:lnTo>
                <a:lnTo>
                  <a:pt x="212" y="168"/>
                </a:lnTo>
                <a:lnTo>
                  <a:pt x="196" y="180"/>
                </a:lnTo>
                <a:lnTo>
                  <a:pt x="180" y="192"/>
                </a:lnTo>
                <a:lnTo>
                  <a:pt x="165" y="205"/>
                </a:lnTo>
                <a:lnTo>
                  <a:pt x="151" y="218"/>
                </a:lnTo>
                <a:lnTo>
                  <a:pt x="137" y="232"/>
                </a:lnTo>
                <a:lnTo>
                  <a:pt x="123" y="246"/>
                </a:lnTo>
                <a:lnTo>
                  <a:pt x="111" y="261"/>
                </a:lnTo>
                <a:lnTo>
                  <a:pt x="99" y="275"/>
                </a:lnTo>
                <a:lnTo>
                  <a:pt x="87" y="290"/>
                </a:lnTo>
                <a:lnTo>
                  <a:pt x="77" y="304"/>
                </a:lnTo>
                <a:lnTo>
                  <a:pt x="67" y="319"/>
                </a:lnTo>
                <a:lnTo>
                  <a:pt x="58" y="335"/>
                </a:lnTo>
                <a:lnTo>
                  <a:pt x="49" y="350"/>
                </a:lnTo>
                <a:lnTo>
                  <a:pt x="41" y="366"/>
                </a:lnTo>
                <a:lnTo>
                  <a:pt x="34" y="381"/>
                </a:lnTo>
                <a:lnTo>
                  <a:pt x="28" y="397"/>
                </a:lnTo>
                <a:lnTo>
                  <a:pt x="22" y="413"/>
                </a:lnTo>
                <a:lnTo>
                  <a:pt x="17" y="429"/>
                </a:lnTo>
                <a:lnTo>
                  <a:pt x="13" y="446"/>
                </a:lnTo>
                <a:lnTo>
                  <a:pt x="9" y="462"/>
                </a:lnTo>
                <a:lnTo>
                  <a:pt x="7" y="478"/>
                </a:lnTo>
                <a:lnTo>
                  <a:pt x="5" y="495"/>
                </a:lnTo>
                <a:lnTo>
                  <a:pt x="4" y="511"/>
                </a:lnTo>
                <a:lnTo>
                  <a:pt x="3" y="528"/>
                </a:lnTo>
                <a:lnTo>
                  <a:pt x="4" y="544"/>
                </a:lnTo>
                <a:lnTo>
                  <a:pt x="5" y="561"/>
                </a:lnTo>
                <a:lnTo>
                  <a:pt x="7" y="577"/>
                </a:lnTo>
                <a:lnTo>
                  <a:pt x="9" y="593"/>
                </a:lnTo>
                <a:lnTo>
                  <a:pt x="13" y="610"/>
                </a:lnTo>
                <a:lnTo>
                  <a:pt x="17" y="626"/>
                </a:lnTo>
                <a:lnTo>
                  <a:pt x="22" y="642"/>
                </a:lnTo>
                <a:lnTo>
                  <a:pt x="28" y="658"/>
                </a:lnTo>
                <a:lnTo>
                  <a:pt x="34" y="674"/>
                </a:lnTo>
                <a:lnTo>
                  <a:pt x="41" y="690"/>
                </a:lnTo>
                <a:lnTo>
                  <a:pt x="49" y="705"/>
                </a:lnTo>
                <a:lnTo>
                  <a:pt x="58" y="721"/>
                </a:lnTo>
                <a:lnTo>
                  <a:pt x="67" y="736"/>
                </a:lnTo>
                <a:lnTo>
                  <a:pt x="77" y="751"/>
                </a:lnTo>
                <a:lnTo>
                  <a:pt x="87" y="766"/>
                </a:lnTo>
                <a:lnTo>
                  <a:pt x="99" y="780"/>
                </a:lnTo>
                <a:lnTo>
                  <a:pt x="111" y="795"/>
                </a:lnTo>
                <a:lnTo>
                  <a:pt x="123" y="809"/>
                </a:lnTo>
                <a:lnTo>
                  <a:pt x="137" y="823"/>
                </a:lnTo>
                <a:lnTo>
                  <a:pt x="151" y="836"/>
                </a:lnTo>
                <a:lnTo>
                  <a:pt x="165" y="849"/>
                </a:lnTo>
                <a:lnTo>
                  <a:pt x="180" y="862"/>
                </a:lnTo>
                <a:lnTo>
                  <a:pt x="196" y="875"/>
                </a:lnTo>
                <a:lnTo>
                  <a:pt x="212" y="887"/>
                </a:lnTo>
                <a:lnTo>
                  <a:pt x="229" y="899"/>
                </a:lnTo>
                <a:lnTo>
                  <a:pt x="247" y="910"/>
                </a:lnTo>
                <a:lnTo>
                  <a:pt x="264" y="921"/>
                </a:lnTo>
                <a:lnTo>
                  <a:pt x="283" y="932"/>
                </a:lnTo>
                <a:lnTo>
                  <a:pt x="302" y="942"/>
                </a:lnTo>
                <a:lnTo>
                  <a:pt x="321" y="952"/>
                </a:lnTo>
                <a:lnTo>
                  <a:pt x="341" y="962"/>
                </a:lnTo>
                <a:lnTo>
                  <a:pt x="361" y="971"/>
                </a:lnTo>
                <a:lnTo>
                  <a:pt x="382" y="979"/>
                </a:lnTo>
                <a:lnTo>
                  <a:pt x="403" y="987"/>
                </a:lnTo>
                <a:lnTo>
                  <a:pt x="424" y="995"/>
                </a:lnTo>
                <a:lnTo>
                  <a:pt x="446" y="1002"/>
                </a:lnTo>
                <a:lnTo>
                  <a:pt x="468" y="1009"/>
                </a:lnTo>
                <a:lnTo>
                  <a:pt x="490" y="1015"/>
                </a:lnTo>
                <a:lnTo>
                  <a:pt x="513" y="1021"/>
                </a:lnTo>
                <a:lnTo>
                  <a:pt x="536" y="1027"/>
                </a:lnTo>
                <a:lnTo>
                  <a:pt x="559" y="1031"/>
                </a:lnTo>
                <a:lnTo>
                  <a:pt x="583" y="1036"/>
                </a:lnTo>
                <a:lnTo>
                  <a:pt x="606" y="1040"/>
                </a:lnTo>
                <a:lnTo>
                  <a:pt x="630" y="1043"/>
                </a:lnTo>
                <a:lnTo>
                  <a:pt x="654" y="1046"/>
                </a:lnTo>
                <a:lnTo>
                  <a:pt x="678" y="1048"/>
                </a:lnTo>
                <a:lnTo>
                  <a:pt x="702" y="1050"/>
                </a:lnTo>
                <a:lnTo>
                  <a:pt x="726" y="1051"/>
                </a:lnTo>
                <a:lnTo>
                  <a:pt x="750" y="1052"/>
                </a:lnTo>
                <a:lnTo>
                  <a:pt x="774" y="1052"/>
                </a:lnTo>
                <a:lnTo>
                  <a:pt x="798" y="1052"/>
                </a:lnTo>
                <a:lnTo>
                  <a:pt x="823" y="1051"/>
                </a:lnTo>
                <a:lnTo>
                  <a:pt x="847" y="1050"/>
                </a:lnTo>
                <a:lnTo>
                  <a:pt x="871" y="1048"/>
                </a:lnTo>
                <a:lnTo>
                  <a:pt x="895" y="1046"/>
                </a:lnTo>
                <a:lnTo>
                  <a:pt x="919" y="1043"/>
                </a:lnTo>
                <a:lnTo>
                  <a:pt x="943" y="1040"/>
                </a:lnTo>
                <a:lnTo>
                  <a:pt x="967" y="1036"/>
                </a:lnTo>
                <a:lnTo>
                  <a:pt x="990" y="1031"/>
                </a:lnTo>
                <a:lnTo>
                  <a:pt x="1013" y="1027"/>
                </a:lnTo>
                <a:lnTo>
                  <a:pt x="1036" y="1021"/>
                </a:lnTo>
                <a:lnTo>
                  <a:pt x="1059" y="1015"/>
                </a:lnTo>
                <a:lnTo>
                  <a:pt x="1081" y="1009"/>
                </a:lnTo>
                <a:lnTo>
                  <a:pt x="1103" y="1002"/>
                </a:lnTo>
                <a:lnTo>
                  <a:pt x="1125" y="995"/>
                </a:lnTo>
                <a:lnTo>
                  <a:pt x="1147" y="987"/>
                </a:lnTo>
                <a:lnTo>
                  <a:pt x="1168" y="979"/>
                </a:lnTo>
                <a:lnTo>
                  <a:pt x="1188" y="971"/>
                </a:lnTo>
                <a:lnTo>
                  <a:pt x="1209" y="962"/>
                </a:lnTo>
                <a:lnTo>
                  <a:pt x="1228" y="952"/>
                </a:lnTo>
                <a:lnTo>
                  <a:pt x="1248" y="942"/>
                </a:lnTo>
                <a:lnTo>
                  <a:pt x="1267" y="932"/>
                </a:lnTo>
                <a:lnTo>
                  <a:pt x="1285" y="921"/>
                </a:lnTo>
                <a:lnTo>
                  <a:pt x="1303" y="910"/>
                </a:lnTo>
                <a:lnTo>
                  <a:pt x="1320" y="899"/>
                </a:lnTo>
                <a:lnTo>
                  <a:pt x="1337" y="887"/>
                </a:lnTo>
                <a:lnTo>
                  <a:pt x="1353" y="875"/>
                </a:lnTo>
                <a:lnTo>
                  <a:pt x="1369" y="862"/>
                </a:lnTo>
                <a:lnTo>
                  <a:pt x="1384" y="849"/>
                </a:lnTo>
                <a:lnTo>
                  <a:pt x="1399" y="836"/>
                </a:lnTo>
                <a:lnTo>
                  <a:pt x="1413" y="823"/>
                </a:lnTo>
                <a:lnTo>
                  <a:pt x="1426" y="809"/>
                </a:lnTo>
                <a:lnTo>
                  <a:pt x="1439" y="795"/>
                </a:lnTo>
                <a:lnTo>
                  <a:pt x="1451" y="780"/>
                </a:lnTo>
                <a:lnTo>
                  <a:pt x="1462" y="766"/>
                </a:lnTo>
                <a:lnTo>
                  <a:pt x="1473" y="751"/>
                </a:lnTo>
                <a:lnTo>
                  <a:pt x="1483" y="736"/>
                </a:lnTo>
                <a:lnTo>
                  <a:pt x="1492" y="721"/>
                </a:lnTo>
                <a:lnTo>
                  <a:pt x="1501" y="705"/>
                </a:lnTo>
                <a:lnTo>
                  <a:pt x="1508" y="690"/>
                </a:lnTo>
                <a:lnTo>
                  <a:pt x="1515" y="674"/>
                </a:lnTo>
                <a:lnTo>
                  <a:pt x="1522" y="658"/>
                </a:lnTo>
                <a:lnTo>
                  <a:pt x="1528" y="642"/>
                </a:lnTo>
                <a:lnTo>
                  <a:pt x="1532" y="626"/>
                </a:lnTo>
                <a:lnTo>
                  <a:pt x="1537" y="610"/>
                </a:lnTo>
                <a:lnTo>
                  <a:pt x="1540" y="593"/>
                </a:lnTo>
                <a:lnTo>
                  <a:pt x="1543" y="577"/>
                </a:lnTo>
                <a:lnTo>
                  <a:pt x="1545" y="561"/>
                </a:lnTo>
                <a:lnTo>
                  <a:pt x="1546" y="544"/>
                </a:lnTo>
                <a:lnTo>
                  <a:pt x="1546" y="528"/>
                </a:lnTo>
                <a:moveTo>
                  <a:pt x="1550" y="528"/>
                </a:moveTo>
                <a:lnTo>
                  <a:pt x="1549" y="544"/>
                </a:lnTo>
                <a:lnTo>
                  <a:pt x="1548" y="561"/>
                </a:lnTo>
                <a:lnTo>
                  <a:pt x="1546" y="577"/>
                </a:lnTo>
                <a:lnTo>
                  <a:pt x="1544" y="594"/>
                </a:lnTo>
                <a:lnTo>
                  <a:pt x="1540" y="610"/>
                </a:lnTo>
                <a:lnTo>
                  <a:pt x="1536" y="626"/>
                </a:lnTo>
                <a:lnTo>
                  <a:pt x="1531" y="643"/>
                </a:lnTo>
                <a:lnTo>
                  <a:pt x="1526" y="659"/>
                </a:lnTo>
                <a:lnTo>
                  <a:pt x="1519" y="675"/>
                </a:lnTo>
                <a:lnTo>
                  <a:pt x="1512" y="691"/>
                </a:lnTo>
                <a:lnTo>
                  <a:pt x="1504" y="706"/>
                </a:lnTo>
                <a:lnTo>
                  <a:pt x="1495" y="722"/>
                </a:lnTo>
                <a:lnTo>
                  <a:pt x="1486" y="737"/>
                </a:lnTo>
                <a:lnTo>
                  <a:pt x="1476" y="752"/>
                </a:lnTo>
                <a:lnTo>
                  <a:pt x="1465" y="767"/>
                </a:lnTo>
                <a:lnTo>
                  <a:pt x="1454" y="782"/>
                </a:lnTo>
                <a:lnTo>
                  <a:pt x="1442" y="796"/>
                </a:lnTo>
                <a:lnTo>
                  <a:pt x="1429" y="810"/>
                </a:lnTo>
                <a:lnTo>
                  <a:pt x="1416" y="824"/>
                </a:lnTo>
                <a:lnTo>
                  <a:pt x="1402" y="837"/>
                </a:lnTo>
                <a:lnTo>
                  <a:pt x="1387" y="851"/>
                </a:lnTo>
                <a:lnTo>
                  <a:pt x="1372" y="864"/>
                </a:lnTo>
                <a:lnTo>
                  <a:pt x="1356" y="876"/>
                </a:lnTo>
                <a:lnTo>
                  <a:pt x="1340" y="889"/>
                </a:lnTo>
                <a:lnTo>
                  <a:pt x="1323" y="900"/>
                </a:lnTo>
                <a:lnTo>
                  <a:pt x="1306" y="912"/>
                </a:lnTo>
                <a:lnTo>
                  <a:pt x="1288" y="923"/>
                </a:lnTo>
                <a:lnTo>
                  <a:pt x="1269" y="934"/>
                </a:lnTo>
                <a:lnTo>
                  <a:pt x="1250" y="944"/>
                </a:lnTo>
                <a:lnTo>
                  <a:pt x="1231" y="954"/>
                </a:lnTo>
                <a:lnTo>
                  <a:pt x="1211" y="964"/>
                </a:lnTo>
                <a:lnTo>
                  <a:pt x="1190" y="973"/>
                </a:lnTo>
                <a:lnTo>
                  <a:pt x="1170" y="981"/>
                </a:lnTo>
                <a:lnTo>
                  <a:pt x="1148" y="990"/>
                </a:lnTo>
                <a:lnTo>
                  <a:pt x="1127" y="997"/>
                </a:lnTo>
                <a:lnTo>
                  <a:pt x="1105" y="1005"/>
                </a:lnTo>
                <a:lnTo>
                  <a:pt x="1083" y="1011"/>
                </a:lnTo>
                <a:lnTo>
                  <a:pt x="1060" y="1018"/>
                </a:lnTo>
                <a:lnTo>
                  <a:pt x="1038" y="1024"/>
                </a:lnTo>
                <a:lnTo>
                  <a:pt x="1015" y="1029"/>
                </a:lnTo>
                <a:lnTo>
                  <a:pt x="991" y="1034"/>
                </a:lnTo>
                <a:lnTo>
                  <a:pt x="968" y="1038"/>
                </a:lnTo>
                <a:lnTo>
                  <a:pt x="944" y="1042"/>
                </a:lnTo>
                <a:lnTo>
                  <a:pt x="919" y="1045"/>
                </a:lnTo>
                <a:lnTo>
                  <a:pt x="895" y="1048"/>
                </a:lnTo>
                <a:lnTo>
                  <a:pt x="871" y="1051"/>
                </a:lnTo>
                <a:lnTo>
                  <a:pt x="847" y="1052"/>
                </a:lnTo>
                <a:lnTo>
                  <a:pt x="823" y="1054"/>
                </a:lnTo>
                <a:lnTo>
                  <a:pt x="799" y="1055"/>
                </a:lnTo>
                <a:lnTo>
                  <a:pt x="774" y="1055"/>
                </a:lnTo>
                <a:lnTo>
                  <a:pt x="750" y="1055"/>
                </a:lnTo>
                <a:lnTo>
                  <a:pt x="726" y="1054"/>
                </a:lnTo>
                <a:lnTo>
                  <a:pt x="701" y="1052"/>
                </a:lnTo>
                <a:lnTo>
                  <a:pt x="677" y="1051"/>
                </a:lnTo>
                <a:lnTo>
                  <a:pt x="653" y="1048"/>
                </a:lnTo>
                <a:lnTo>
                  <a:pt x="629" y="1045"/>
                </a:lnTo>
                <a:lnTo>
                  <a:pt x="605" y="1042"/>
                </a:lnTo>
                <a:lnTo>
                  <a:pt x="582" y="1038"/>
                </a:lnTo>
                <a:lnTo>
                  <a:pt x="558" y="1034"/>
                </a:lnTo>
                <a:lnTo>
                  <a:pt x="535" y="1029"/>
                </a:lnTo>
                <a:lnTo>
                  <a:pt x="512" y="1024"/>
                </a:lnTo>
                <a:lnTo>
                  <a:pt x="489" y="1018"/>
                </a:lnTo>
                <a:lnTo>
                  <a:pt x="467" y="1011"/>
                </a:lnTo>
                <a:lnTo>
                  <a:pt x="444" y="1005"/>
                </a:lnTo>
                <a:lnTo>
                  <a:pt x="423" y="997"/>
                </a:lnTo>
                <a:lnTo>
                  <a:pt x="401" y="990"/>
                </a:lnTo>
                <a:lnTo>
                  <a:pt x="380" y="981"/>
                </a:lnTo>
                <a:lnTo>
                  <a:pt x="359" y="973"/>
                </a:lnTo>
                <a:lnTo>
                  <a:pt x="339" y="964"/>
                </a:lnTo>
                <a:lnTo>
                  <a:pt x="319" y="954"/>
                </a:lnTo>
                <a:lnTo>
                  <a:pt x="299" y="944"/>
                </a:lnTo>
                <a:lnTo>
                  <a:pt x="280" y="934"/>
                </a:lnTo>
                <a:lnTo>
                  <a:pt x="262" y="923"/>
                </a:lnTo>
                <a:lnTo>
                  <a:pt x="244" y="912"/>
                </a:lnTo>
                <a:lnTo>
                  <a:pt x="227" y="900"/>
                </a:lnTo>
                <a:lnTo>
                  <a:pt x="210" y="889"/>
                </a:lnTo>
                <a:lnTo>
                  <a:pt x="193" y="876"/>
                </a:lnTo>
                <a:lnTo>
                  <a:pt x="177" y="864"/>
                </a:lnTo>
                <a:lnTo>
                  <a:pt x="162" y="851"/>
                </a:lnTo>
                <a:lnTo>
                  <a:pt x="148" y="837"/>
                </a:lnTo>
                <a:lnTo>
                  <a:pt x="134" y="824"/>
                </a:lnTo>
                <a:lnTo>
                  <a:pt x="120" y="810"/>
                </a:lnTo>
                <a:lnTo>
                  <a:pt x="108" y="796"/>
                </a:lnTo>
                <a:lnTo>
                  <a:pt x="95" y="782"/>
                </a:lnTo>
                <a:lnTo>
                  <a:pt x="84" y="767"/>
                </a:lnTo>
                <a:lnTo>
                  <a:pt x="73" y="752"/>
                </a:lnTo>
                <a:lnTo>
                  <a:pt x="63" y="737"/>
                </a:lnTo>
                <a:lnTo>
                  <a:pt x="54" y="722"/>
                </a:lnTo>
                <a:lnTo>
                  <a:pt x="45" y="706"/>
                </a:lnTo>
                <a:lnTo>
                  <a:pt x="38" y="691"/>
                </a:lnTo>
                <a:lnTo>
                  <a:pt x="30" y="675"/>
                </a:lnTo>
                <a:lnTo>
                  <a:pt x="24" y="659"/>
                </a:lnTo>
                <a:lnTo>
                  <a:pt x="18" y="643"/>
                </a:lnTo>
                <a:lnTo>
                  <a:pt x="13" y="626"/>
                </a:lnTo>
                <a:lnTo>
                  <a:pt x="9" y="610"/>
                </a:lnTo>
                <a:lnTo>
                  <a:pt x="6" y="594"/>
                </a:lnTo>
                <a:lnTo>
                  <a:pt x="3" y="577"/>
                </a:lnTo>
                <a:lnTo>
                  <a:pt x="1" y="561"/>
                </a:lnTo>
                <a:lnTo>
                  <a:pt x="0" y="544"/>
                </a:lnTo>
                <a:lnTo>
                  <a:pt x="0" y="528"/>
                </a:lnTo>
                <a:lnTo>
                  <a:pt x="0" y="511"/>
                </a:lnTo>
                <a:lnTo>
                  <a:pt x="1" y="495"/>
                </a:lnTo>
                <a:lnTo>
                  <a:pt x="3" y="478"/>
                </a:lnTo>
                <a:lnTo>
                  <a:pt x="6" y="462"/>
                </a:lnTo>
                <a:lnTo>
                  <a:pt x="9" y="445"/>
                </a:lnTo>
                <a:lnTo>
                  <a:pt x="13" y="429"/>
                </a:lnTo>
                <a:lnTo>
                  <a:pt x="18" y="413"/>
                </a:lnTo>
                <a:lnTo>
                  <a:pt x="24" y="397"/>
                </a:lnTo>
                <a:lnTo>
                  <a:pt x="30" y="381"/>
                </a:lnTo>
                <a:lnTo>
                  <a:pt x="38" y="365"/>
                </a:lnTo>
                <a:lnTo>
                  <a:pt x="45" y="349"/>
                </a:lnTo>
                <a:lnTo>
                  <a:pt x="54" y="334"/>
                </a:lnTo>
                <a:lnTo>
                  <a:pt x="63" y="318"/>
                </a:lnTo>
                <a:lnTo>
                  <a:pt x="73" y="303"/>
                </a:lnTo>
                <a:lnTo>
                  <a:pt x="84" y="288"/>
                </a:lnTo>
                <a:lnTo>
                  <a:pt x="95" y="274"/>
                </a:lnTo>
                <a:lnTo>
                  <a:pt x="108" y="259"/>
                </a:lnTo>
                <a:lnTo>
                  <a:pt x="120" y="244"/>
                </a:lnTo>
                <a:lnTo>
                  <a:pt x="134" y="230"/>
                </a:lnTo>
                <a:lnTo>
                  <a:pt x="148" y="217"/>
                </a:lnTo>
                <a:lnTo>
                  <a:pt x="162" y="204"/>
                </a:lnTo>
                <a:lnTo>
                  <a:pt x="177" y="191"/>
                </a:lnTo>
                <a:lnTo>
                  <a:pt x="193" y="178"/>
                </a:lnTo>
                <a:lnTo>
                  <a:pt x="210" y="166"/>
                </a:lnTo>
                <a:lnTo>
                  <a:pt x="227" y="154"/>
                </a:lnTo>
                <a:lnTo>
                  <a:pt x="244" y="142"/>
                </a:lnTo>
                <a:lnTo>
                  <a:pt x="262" y="131"/>
                </a:lnTo>
                <a:lnTo>
                  <a:pt x="280" y="120"/>
                </a:lnTo>
                <a:lnTo>
                  <a:pt x="299" y="110"/>
                </a:lnTo>
                <a:lnTo>
                  <a:pt x="319" y="100"/>
                </a:lnTo>
                <a:lnTo>
                  <a:pt x="339" y="91"/>
                </a:lnTo>
                <a:lnTo>
                  <a:pt x="359" y="82"/>
                </a:lnTo>
                <a:lnTo>
                  <a:pt x="380" y="73"/>
                </a:lnTo>
                <a:lnTo>
                  <a:pt x="401" y="65"/>
                </a:lnTo>
                <a:lnTo>
                  <a:pt x="423" y="57"/>
                </a:lnTo>
                <a:lnTo>
                  <a:pt x="444" y="50"/>
                </a:lnTo>
                <a:lnTo>
                  <a:pt x="467" y="43"/>
                </a:lnTo>
                <a:lnTo>
                  <a:pt x="489" y="37"/>
                </a:lnTo>
                <a:lnTo>
                  <a:pt x="512" y="31"/>
                </a:lnTo>
                <a:lnTo>
                  <a:pt x="535" y="25"/>
                </a:lnTo>
                <a:lnTo>
                  <a:pt x="558" y="20"/>
                </a:lnTo>
                <a:lnTo>
                  <a:pt x="582" y="16"/>
                </a:lnTo>
                <a:lnTo>
                  <a:pt x="605" y="12"/>
                </a:lnTo>
                <a:lnTo>
                  <a:pt x="629" y="9"/>
                </a:lnTo>
                <a:lnTo>
                  <a:pt x="653" y="6"/>
                </a:lnTo>
                <a:lnTo>
                  <a:pt x="677" y="4"/>
                </a:lnTo>
                <a:lnTo>
                  <a:pt x="701" y="2"/>
                </a:lnTo>
                <a:lnTo>
                  <a:pt x="726" y="1"/>
                </a:lnTo>
                <a:lnTo>
                  <a:pt x="750" y="0"/>
                </a:lnTo>
                <a:lnTo>
                  <a:pt x="774" y="0"/>
                </a:lnTo>
                <a:lnTo>
                  <a:pt x="799" y="0"/>
                </a:lnTo>
                <a:lnTo>
                  <a:pt x="823" y="1"/>
                </a:lnTo>
                <a:lnTo>
                  <a:pt x="847" y="2"/>
                </a:lnTo>
                <a:lnTo>
                  <a:pt x="871" y="4"/>
                </a:lnTo>
                <a:lnTo>
                  <a:pt x="895" y="6"/>
                </a:lnTo>
                <a:lnTo>
                  <a:pt x="919" y="9"/>
                </a:lnTo>
                <a:lnTo>
                  <a:pt x="944" y="12"/>
                </a:lnTo>
                <a:lnTo>
                  <a:pt x="968" y="16"/>
                </a:lnTo>
                <a:lnTo>
                  <a:pt x="991" y="20"/>
                </a:lnTo>
                <a:lnTo>
                  <a:pt x="1015" y="25"/>
                </a:lnTo>
                <a:lnTo>
                  <a:pt x="1038" y="31"/>
                </a:lnTo>
                <a:lnTo>
                  <a:pt x="1060" y="37"/>
                </a:lnTo>
                <a:lnTo>
                  <a:pt x="1083" y="43"/>
                </a:lnTo>
                <a:lnTo>
                  <a:pt x="1105" y="50"/>
                </a:lnTo>
                <a:lnTo>
                  <a:pt x="1127" y="57"/>
                </a:lnTo>
                <a:lnTo>
                  <a:pt x="1148" y="65"/>
                </a:lnTo>
                <a:lnTo>
                  <a:pt x="1170" y="73"/>
                </a:lnTo>
                <a:lnTo>
                  <a:pt x="1190" y="82"/>
                </a:lnTo>
                <a:lnTo>
                  <a:pt x="1211" y="91"/>
                </a:lnTo>
                <a:lnTo>
                  <a:pt x="1231" y="100"/>
                </a:lnTo>
                <a:lnTo>
                  <a:pt x="1250" y="110"/>
                </a:lnTo>
                <a:lnTo>
                  <a:pt x="1269" y="120"/>
                </a:lnTo>
                <a:lnTo>
                  <a:pt x="1288" y="131"/>
                </a:lnTo>
                <a:lnTo>
                  <a:pt x="1306" y="142"/>
                </a:lnTo>
                <a:lnTo>
                  <a:pt x="1323" y="154"/>
                </a:lnTo>
                <a:lnTo>
                  <a:pt x="1340" y="166"/>
                </a:lnTo>
                <a:lnTo>
                  <a:pt x="1356" y="178"/>
                </a:lnTo>
                <a:lnTo>
                  <a:pt x="1372" y="191"/>
                </a:lnTo>
                <a:lnTo>
                  <a:pt x="1387" y="204"/>
                </a:lnTo>
                <a:lnTo>
                  <a:pt x="1402" y="217"/>
                </a:lnTo>
                <a:lnTo>
                  <a:pt x="1416" y="230"/>
                </a:lnTo>
                <a:lnTo>
                  <a:pt x="1429" y="244"/>
                </a:lnTo>
                <a:lnTo>
                  <a:pt x="1442" y="259"/>
                </a:lnTo>
                <a:lnTo>
                  <a:pt x="1454" y="274"/>
                </a:lnTo>
                <a:lnTo>
                  <a:pt x="1465" y="288"/>
                </a:lnTo>
                <a:lnTo>
                  <a:pt x="1476" y="303"/>
                </a:lnTo>
                <a:lnTo>
                  <a:pt x="1486" y="318"/>
                </a:lnTo>
                <a:lnTo>
                  <a:pt x="1495" y="334"/>
                </a:lnTo>
                <a:lnTo>
                  <a:pt x="1504" y="349"/>
                </a:lnTo>
                <a:lnTo>
                  <a:pt x="1512" y="365"/>
                </a:lnTo>
                <a:lnTo>
                  <a:pt x="1519" y="381"/>
                </a:lnTo>
                <a:lnTo>
                  <a:pt x="1526" y="397"/>
                </a:lnTo>
                <a:lnTo>
                  <a:pt x="1531" y="413"/>
                </a:lnTo>
                <a:lnTo>
                  <a:pt x="1536" y="429"/>
                </a:lnTo>
                <a:lnTo>
                  <a:pt x="1540" y="445"/>
                </a:lnTo>
                <a:lnTo>
                  <a:pt x="1544" y="462"/>
                </a:lnTo>
                <a:lnTo>
                  <a:pt x="1546" y="478"/>
                </a:lnTo>
                <a:lnTo>
                  <a:pt x="1548" y="495"/>
                </a:lnTo>
                <a:lnTo>
                  <a:pt x="1549" y="511"/>
                </a:lnTo>
                <a:lnTo>
                  <a:pt x="1550" y="528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3" name=""/>
          <p:cNvSpPr/>
          <p:nvPr/>
        </p:nvSpPr>
        <p:spPr>
          <a:xfrm>
            <a:off x="3845880" y="2755800"/>
            <a:ext cx="560880" cy="381600"/>
          </a:xfrm>
          <a:custGeom>
            <a:avLst/>
            <a:gdLst/>
            <a:ahLst/>
            <a:rect l="0" t="0" r="r" b="b"/>
            <a:pathLst>
              <a:path w="1558" h="1060">
                <a:moveTo>
                  <a:pt x="1554" y="531"/>
                </a:moveTo>
                <a:lnTo>
                  <a:pt x="1553" y="514"/>
                </a:lnTo>
                <a:lnTo>
                  <a:pt x="1552" y="498"/>
                </a:lnTo>
                <a:lnTo>
                  <a:pt x="1550" y="481"/>
                </a:lnTo>
                <a:lnTo>
                  <a:pt x="1548" y="465"/>
                </a:lnTo>
                <a:lnTo>
                  <a:pt x="1544" y="448"/>
                </a:lnTo>
                <a:lnTo>
                  <a:pt x="1540" y="432"/>
                </a:lnTo>
                <a:lnTo>
                  <a:pt x="1535" y="416"/>
                </a:lnTo>
                <a:lnTo>
                  <a:pt x="1530" y="400"/>
                </a:lnTo>
                <a:lnTo>
                  <a:pt x="1523" y="384"/>
                </a:lnTo>
                <a:lnTo>
                  <a:pt x="1516" y="368"/>
                </a:lnTo>
                <a:lnTo>
                  <a:pt x="1508" y="352"/>
                </a:lnTo>
                <a:lnTo>
                  <a:pt x="1499" y="337"/>
                </a:lnTo>
                <a:lnTo>
                  <a:pt x="1490" y="321"/>
                </a:lnTo>
                <a:lnTo>
                  <a:pt x="1480" y="306"/>
                </a:lnTo>
                <a:lnTo>
                  <a:pt x="1469" y="291"/>
                </a:lnTo>
                <a:lnTo>
                  <a:pt x="1458" y="276"/>
                </a:lnTo>
                <a:lnTo>
                  <a:pt x="1446" y="261"/>
                </a:lnTo>
                <a:lnTo>
                  <a:pt x="1433" y="247"/>
                </a:lnTo>
                <a:lnTo>
                  <a:pt x="1420" y="233"/>
                </a:lnTo>
                <a:lnTo>
                  <a:pt x="1406" y="220"/>
                </a:lnTo>
                <a:lnTo>
                  <a:pt x="1391" y="207"/>
                </a:lnTo>
                <a:lnTo>
                  <a:pt x="1376" y="194"/>
                </a:lnTo>
                <a:lnTo>
                  <a:pt x="1360" y="181"/>
                </a:lnTo>
                <a:lnTo>
                  <a:pt x="1344" y="169"/>
                </a:lnTo>
                <a:lnTo>
                  <a:pt x="1327" y="157"/>
                </a:lnTo>
                <a:lnTo>
                  <a:pt x="1310" y="145"/>
                </a:lnTo>
                <a:lnTo>
                  <a:pt x="1292" y="134"/>
                </a:lnTo>
                <a:lnTo>
                  <a:pt x="1273" y="123"/>
                </a:lnTo>
                <a:lnTo>
                  <a:pt x="1254" y="113"/>
                </a:lnTo>
                <a:lnTo>
                  <a:pt x="1235" y="103"/>
                </a:lnTo>
                <a:lnTo>
                  <a:pt x="1215" y="94"/>
                </a:lnTo>
                <a:lnTo>
                  <a:pt x="1194" y="85"/>
                </a:lnTo>
                <a:lnTo>
                  <a:pt x="1174" y="76"/>
                </a:lnTo>
                <a:lnTo>
                  <a:pt x="1152" y="68"/>
                </a:lnTo>
                <a:lnTo>
                  <a:pt x="1131" y="60"/>
                </a:lnTo>
                <a:lnTo>
                  <a:pt x="1109" y="53"/>
                </a:lnTo>
                <a:lnTo>
                  <a:pt x="1087" y="46"/>
                </a:lnTo>
                <a:lnTo>
                  <a:pt x="1064" y="40"/>
                </a:lnTo>
                <a:lnTo>
                  <a:pt x="1042" y="34"/>
                </a:lnTo>
                <a:lnTo>
                  <a:pt x="1019" y="28"/>
                </a:lnTo>
                <a:lnTo>
                  <a:pt x="995" y="23"/>
                </a:lnTo>
                <a:lnTo>
                  <a:pt x="971" y="19"/>
                </a:lnTo>
                <a:lnTo>
                  <a:pt x="947" y="15"/>
                </a:lnTo>
                <a:lnTo>
                  <a:pt x="923" y="12"/>
                </a:lnTo>
                <a:lnTo>
                  <a:pt x="899" y="9"/>
                </a:lnTo>
                <a:lnTo>
                  <a:pt x="875" y="7"/>
                </a:lnTo>
                <a:lnTo>
                  <a:pt x="851" y="5"/>
                </a:lnTo>
                <a:lnTo>
                  <a:pt x="827" y="4"/>
                </a:lnTo>
                <a:lnTo>
                  <a:pt x="803" y="3"/>
                </a:lnTo>
                <a:lnTo>
                  <a:pt x="778" y="3"/>
                </a:lnTo>
                <a:lnTo>
                  <a:pt x="754" y="3"/>
                </a:lnTo>
                <a:lnTo>
                  <a:pt x="730" y="4"/>
                </a:lnTo>
                <a:lnTo>
                  <a:pt x="705" y="5"/>
                </a:lnTo>
                <a:lnTo>
                  <a:pt x="681" y="7"/>
                </a:lnTo>
                <a:lnTo>
                  <a:pt x="657" y="9"/>
                </a:lnTo>
                <a:lnTo>
                  <a:pt x="633" y="12"/>
                </a:lnTo>
                <a:lnTo>
                  <a:pt x="609" y="15"/>
                </a:lnTo>
                <a:lnTo>
                  <a:pt x="586" y="19"/>
                </a:lnTo>
                <a:lnTo>
                  <a:pt x="562" y="23"/>
                </a:lnTo>
                <a:lnTo>
                  <a:pt x="539" y="28"/>
                </a:lnTo>
                <a:lnTo>
                  <a:pt x="516" y="34"/>
                </a:lnTo>
                <a:lnTo>
                  <a:pt x="493" y="40"/>
                </a:lnTo>
                <a:lnTo>
                  <a:pt x="471" y="46"/>
                </a:lnTo>
                <a:lnTo>
                  <a:pt x="448" y="53"/>
                </a:lnTo>
                <a:lnTo>
                  <a:pt x="427" y="60"/>
                </a:lnTo>
                <a:lnTo>
                  <a:pt x="405" y="68"/>
                </a:lnTo>
                <a:lnTo>
                  <a:pt x="384" y="76"/>
                </a:lnTo>
                <a:lnTo>
                  <a:pt x="363" y="85"/>
                </a:lnTo>
                <a:lnTo>
                  <a:pt x="343" y="94"/>
                </a:lnTo>
                <a:lnTo>
                  <a:pt x="323" y="103"/>
                </a:lnTo>
                <a:lnTo>
                  <a:pt x="303" y="113"/>
                </a:lnTo>
                <a:lnTo>
                  <a:pt x="284" y="123"/>
                </a:lnTo>
                <a:lnTo>
                  <a:pt x="266" y="134"/>
                </a:lnTo>
                <a:lnTo>
                  <a:pt x="248" y="145"/>
                </a:lnTo>
                <a:lnTo>
                  <a:pt x="231" y="157"/>
                </a:lnTo>
                <a:lnTo>
                  <a:pt x="214" y="169"/>
                </a:lnTo>
                <a:lnTo>
                  <a:pt x="197" y="181"/>
                </a:lnTo>
                <a:lnTo>
                  <a:pt x="181" y="194"/>
                </a:lnTo>
                <a:lnTo>
                  <a:pt x="166" y="207"/>
                </a:lnTo>
                <a:lnTo>
                  <a:pt x="152" y="220"/>
                </a:lnTo>
                <a:lnTo>
                  <a:pt x="138" y="233"/>
                </a:lnTo>
                <a:lnTo>
                  <a:pt x="124" y="247"/>
                </a:lnTo>
                <a:lnTo>
                  <a:pt x="112" y="261"/>
                </a:lnTo>
                <a:lnTo>
                  <a:pt x="99" y="276"/>
                </a:lnTo>
                <a:lnTo>
                  <a:pt x="88" y="291"/>
                </a:lnTo>
                <a:lnTo>
                  <a:pt x="77" y="306"/>
                </a:lnTo>
                <a:lnTo>
                  <a:pt x="67" y="321"/>
                </a:lnTo>
                <a:lnTo>
                  <a:pt x="58" y="337"/>
                </a:lnTo>
                <a:lnTo>
                  <a:pt x="49" y="352"/>
                </a:lnTo>
                <a:lnTo>
                  <a:pt x="42" y="368"/>
                </a:lnTo>
                <a:lnTo>
                  <a:pt x="34" y="384"/>
                </a:lnTo>
                <a:lnTo>
                  <a:pt x="28" y="400"/>
                </a:lnTo>
                <a:lnTo>
                  <a:pt x="22" y="416"/>
                </a:lnTo>
                <a:lnTo>
                  <a:pt x="17" y="432"/>
                </a:lnTo>
                <a:lnTo>
                  <a:pt x="13" y="448"/>
                </a:lnTo>
                <a:lnTo>
                  <a:pt x="10" y="465"/>
                </a:lnTo>
                <a:lnTo>
                  <a:pt x="7" y="481"/>
                </a:lnTo>
                <a:lnTo>
                  <a:pt x="5" y="498"/>
                </a:lnTo>
                <a:lnTo>
                  <a:pt x="4" y="514"/>
                </a:lnTo>
                <a:lnTo>
                  <a:pt x="4" y="531"/>
                </a:lnTo>
                <a:lnTo>
                  <a:pt x="4" y="547"/>
                </a:lnTo>
                <a:lnTo>
                  <a:pt x="5" y="564"/>
                </a:lnTo>
                <a:lnTo>
                  <a:pt x="7" y="580"/>
                </a:lnTo>
                <a:lnTo>
                  <a:pt x="10" y="597"/>
                </a:lnTo>
                <a:lnTo>
                  <a:pt x="13" y="613"/>
                </a:lnTo>
                <a:lnTo>
                  <a:pt x="17" y="629"/>
                </a:lnTo>
                <a:lnTo>
                  <a:pt x="22" y="646"/>
                </a:lnTo>
                <a:lnTo>
                  <a:pt x="28" y="662"/>
                </a:lnTo>
                <a:lnTo>
                  <a:pt x="34" y="678"/>
                </a:lnTo>
                <a:lnTo>
                  <a:pt x="42" y="694"/>
                </a:lnTo>
                <a:lnTo>
                  <a:pt x="49" y="709"/>
                </a:lnTo>
                <a:lnTo>
                  <a:pt x="58" y="725"/>
                </a:lnTo>
                <a:lnTo>
                  <a:pt x="67" y="740"/>
                </a:lnTo>
                <a:lnTo>
                  <a:pt x="77" y="755"/>
                </a:lnTo>
                <a:lnTo>
                  <a:pt x="88" y="770"/>
                </a:lnTo>
                <a:lnTo>
                  <a:pt x="99" y="785"/>
                </a:lnTo>
                <a:lnTo>
                  <a:pt x="112" y="799"/>
                </a:lnTo>
                <a:lnTo>
                  <a:pt x="124" y="813"/>
                </a:lnTo>
                <a:lnTo>
                  <a:pt x="138" y="827"/>
                </a:lnTo>
                <a:lnTo>
                  <a:pt x="152" y="840"/>
                </a:lnTo>
                <a:lnTo>
                  <a:pt x="166" y="854"/>
                </a:lnTo>
                <a:lnTo>
                  <a:pt x="181" y="867"/>
                </a:lnTo>
                <a:lnTo>
                  <a:pt x="197" y="879"/>
                </a:lnTo>
                <a:lnTo>
                  <a:pt x="214" y="892"/>
                </a:lnTo>
                <a:lnTo>
                  <a:pt x="231" y="903"/>
                </a:lnTo>
                <a:lnTo>
                  <a:pt x="248" y="915"/>
                </a:lnTo>
                <a:lnTo>
                  <a:pt x="266" y="926"/>
                </a:lnTo>
                <a:lnTo>
                  <a:pt x="284" y="937"/>
                </a:lnTo>
                <a:lnTo>
                  <a:pt x="303" y="947"/>
                </a:lnTo>
                <a:lnTo>
                  <a:pt x="323" y="957"/>
                </a:lnTo>
                <a:lnTo>
                  <a:pt x="343" y="967"/>
                </a:lnTo>
                <a:lnTo>
                  <a:pt x="363" y="976"/>
                </a:lnTo>
                <a:lnTo>
                  <a:pt x="384" y="984"/>
                </a:lnTo>
                <a:lnTo>
                  <a:pt x="405" y="993"/>
                </a:lnTo>
                <a:lnTo>
                  <a:pt x="427" y="1000"/>
                </a:lnTo>
                <a:lnTo>
                  <a:pt x="448" y="1008"/>
                </a:lnTo>
                <a:lnTo>
                  <a:pt x="471" y="1014"/>
                </a:lnTo>
                <a:lnTo>
                  <a:pt x="493" y="1021"/>
                </a:lnTo>
                <a:lnTo>
                  <a:pt x="516" y="1027"/>
                </a:lnTo>
                <a:lnTo>
                  <a:pt x="539" y="1032"/>
                </a:lnTo>
                <a:lnTo>
                  <a:pt x="562" y="1037"/>
                </a:lnTo>
                <a:lnTo>
                  <a:pt x="586" y="1041"/>
                </a:lnTo>
                <a:lnTo>
                  <a:pt x="609" y="1045"/>
                </a:lnTo>
                <a:lnTo>
                  <a:pt x="633" y="1048"/>
                </a:lnTo>
                <a:lnTo>
                  <a:pt x="657" y="1051"/>
                </a:lnTo>
                <a:lnTo>
                  <a:pt x="681" y="1054"/>
                </a:lnTo>
                <a:lnTo>
                  <a:pt x="705" y="1055"/>
                </a:lnTo>
                <a:lnTo>
                  <a:pt x="730" y="1057"/>
                </a:lnTo>
                <a:lnTo>
                  <a:pt x="754" y="1058"/>
                </a:lnTo>
                <a:lnTo>
                  <a:pt x="778" y="1058"/>
                </a:lnTo>
                <a:lnTo>
                  <a:pt x="803" y="1058"/>
                </a:lnTo>
                <a:lnTo>
                  <a:pt x="827" y="1057"/>
                </a:lnTo>
                <a:lnTo>
                  <a:pt x="851" y="1055"/>
                </a:lnTo>
                <a:lnTo>
                  <a:pt x="875" y="1054"/>
                </a:lnTo>
                <a:lnTo>
                  <a:pt x="899" y="1051"/>
                </a:lnTo>
                <a:lnTo>
                  <a:pt x="923" y="1048"/>
                </a:lnTo>
                <a:lnTo>
                  <a:pt x="947" y="1045"/>
                </a:lnTo>
                <a:lnTo>
                  <a:pt x="971" y="1041"/>
                </a:lnTo>
                <a:lnTo>
                  <a:pt x="995" y="1037"/>
                </a:lnTo>
                <a:lnTo>
                  <a:pt x="1019" y="1032"/>
                </a:lnTo>
                <a:lnTo>
                  <a:pt x="1042" y="1027"/>
                </a:lnTo>
                <a:lnTo>
                  <a:pt x="1064" y="1021"/>
                </a:lnTo>
                <a:lnTo>
                  <a:pt x="1087" y="1014"/>
                </a:lnTo>
                <a:lnTo>
                  <a:pt x="1109" y="1008"/>
                </a:lnTo>
                <a:lnTo>
                  <a:pt x="1131" y="1000"/>
                </a:lnTo>
                <a:lnTo>
                  <a:pt x="1152" y="993"/>
                </a:lnTo>
                <a:lnTo>
                  <a:pt x="1174" y="984"/>
                </a:lnTo>
                <a:lnTo>
                  <a:pt x="1194" y="976"/>
                </a:lnTo>
                <a:lnTo>
                  <a:pt x="1215" y="967"/>
                </a:lnTo>
                <a:lnTo>
                  <a:pt x="1235" y="957"/>
                </a:lnTo>
                <a:lnTo>
                  <a:pt x="1254" y="947"/>
                </a:lnTo>
                <a:lnTo>
                  <a:pt x="1273" y="937"/>
                </a:lnTo>
                <a:lnTo>
                  <a:pt x="1292" y="926"/>
                </a:lnTo>
                <a:lnTo>
                  <a:pt x="1310" y="915"/>
                </a:lnTo>
                <a:lnTo>
                  <a:pt x="1327" y="903"/>
                </a:lnTo>
                <a:lnTo>
                  <a:pt x="1344" y="892"/>
                </a:lnTo>
                <a:lnTo>
                  <a:pt x="1360" y="879"/>
                </a:lnTo>
                <a:lnTo>
                  <a:pt x="1376" y="867"/>
                </a:lnTo>
                <a:lnTo>
                  <a:pt x="1391" y="854"/>
                </a:lnTo>
                <a:lnTo>
                  <a:pt x="1406" y="840"/>
                </a:lnTo>
                <a:lnTo>
                  <a:pt x="1420" y="827"/>
                </a:lnTo>
                <a:lnTo>
                  <a:pt x="1433" y="813"/>
                </a:lnTo>
                <a:lnTo>
                  <a:pt x="1446" y="799"/>
                </a:lnTo>
                <a:lnTo>
                  <a:pt x="1458" y="785"/>
                </a:lnTo>
                <a:lnTo>
                  <a:pt x="1469" y="770"/>
                </a:lnTo>
                <a:lnTo>
                  <a:pt x="1480" y="755"/>
                </a:lnTo>
                <a:lnTo>
                  <a:pt x="1490" y="740"/>
                </a:lnTo>
                <a:lnTo>
                  <a:pt x="1499" y="725"/>
                </a:lnTo>
                <a:lnTo>
                  <a:pt x="1508" y="709"/>
                </a:lnTo>
                <a:lnTo>
                  <a:pt x="1516" y="694"/>
                </a:lnTo>
                <a:lnTo>
                  <a:pt x="1523" y="678"/>
                </a:lnTo>
                <a:lnTo>
                  <a:pt x="1530" y="662"/>
                </a:lnTo>
                <a:lnTo>
                  <a:pt x="1535" y="646"/>
                </a:lnTo>
                <a:lnTo>
                  <a:pt x="1540" y="629"/>
                </a:lnTo>
                <a:lnTo>
                  <a:pt x="1544" y="613"/>
                </a:lnTo>
                <a:lnTo>
                  <a:pt x="1548" y="597"/>
                </a:lnTo>
                <a:lnTo>
                  <a:pt x="1550" y="580"/>
                </a:lnTo>
                <a:lnTo>
                  <a:pt x="1552" y="564"/>
                </a:lnTo>
                <a:lnTo>
                  <a:pt x="1553" y="547"/>
                </a:lnTo>
                <a:lnTo>
                  <a:pt x="1554" y="531"/>
                </a:lnTo>
                <a:moveTo>
                  <a:pt x="1558" y="531"/>
                </a:moveTo>
                <a:lnTo>
                  <a:pt x="1557" y="547"/>
                </a:lnTo>
                <a:lnTo>
                  <a:pt x="1556" y="564"/>
                </a:lnTo>
                <a:lnTo>
                  <a:pt x="1554" y="581"/>
                </a:lnTo>
                <a:lnTo>
                  <a:pt x="1551" y="597"/>
                </a:lnTo>
                <a:lnTo>
                  <a:pt x="1548" y="614"/>
                </a:lnTo>
                <a:lnTo>
                  <a:pt x="1544" y="630"/>
                </a:lnTo>
                <a:lnTo>
                  <a:pt x="1539" y="646"/>
                </a:lnTo>
                <a:lnTo>
                  <a:pt x="1533" y="662"/>
                </a:lnTo>
                <a:lnTo>
                  <a:pt x="1527" y="678"/>
                </a:lnTo>
                <a:lnTo>
                  <a:pt x="1520" y="694"/>
                </a:lnTo>
                <a:lnTo>
                  <a:pt x="1512" y="710"/>
                </a:lnTo>
                <a:lnTo>
                  <a:pt x="1503" y="726"/>
                </a:lnTo>
                <a:lnTo>
                  <a:pt x="1494" y="741"/>
                </a:lnTo>
                <a:lnTo>
                  <a:pt x="1484" y="756"/>
                </a:lnTo>
                <a:lnTo>
                  <a:pt x="1473" y="771"/>
                </a:lnTo>
                <a:lnTo>
                  <a:pt x="1461" y="786"/>
                </a:lnTo>
                <a:lnTo>
                  <a:pt x="1449" y="800"/>
                </a:lnTo>
                <a:lnTo>
                  <a:pt x="1436" y="814"/>
                </a:lnTo>
                <a:lnTo>
                  <a:pt x="1423" y="828"/>
                </a:lnTo>
                <a:lnTo>
                  <a:pt x="1409" y="842"/>
                </a:lnTo>
                <a:lnTo>
                  <a:pt x="1394" y="855"/>
                </a:lnTo>
                <a:lnTo>
                  <a:pt x="1379" y="868"/>
                </a:lnTo>
                <a:lnTo>
                  <a:pt x="1363" y="881"/>
                </a:lnTo>
                <a:lnTo>
                  <a:pt x="1347" y="893"/>
                </a:lnTo>
                <a:lnTo>
                  <a:pt x="1330" y="905"/>
                </a:lnTo>
                <a:lnTo>
                  <a:pt x="1312" y="917"/>
                </a:lnTo>
                <a:lnTo>
                  <a:pt x="1294" y="928"/>
                </a:lnTo>
                <a:lnTo>
                  <a:pt x="1275" y="939"/>
                </a:lnTo>
                <a:lnTo>
                  <a:pt x="1256" y="949"/>
                </a:lnTo>
                <a:lnTo>
                  <a:pt x="1237" y="959"/>
                </a:lnTo>
                <a:lnTo>
                  <a:pt x="1217" y="969"/>
                </a:lnTo>
                <a:lnTo>
                  <a:pt x="1196" y="978"/>
                </a:lnTo>
                <a:lnTo>
                  <a:pt x="1175" y="987"/>
                </a:lnTo>
                <a:lnTo>
                  <a:pt x="1154" y="995"/>
                </a:lnTo>
                <a:lnTo>
                  <a:pt x="1133" y="1003"/>
                </a:lnTo>
                <a:lnTo>
                  <a:pt x="1111" y="1010"/>
                </a:lnTo>
                <a:lnTo>
                  <a:pt x="1088" y="1017"/>
                </a:lnTo>
                <a:lnTo>
                  <a:pt x="1066" y="1023"/>
                </a:lnTo>
                <a:lnTo>
                  <a:pt x="1043" y="1029"/>
                </a:lnTo>
                <a:lnTo>
                  <a:pt x="1020" y="1034"/>
                </a:lnTo>
                <a:lnTo>
                  <a:pt x="996" y="1039"/>
                </a:lnTo>
                <a:lnTo>
                  <a:pt x="972" y="1044"/>
                </a:lnTo>
                <a:lnTo>
                  <a:pt x="948" y="1048"/>
                </a:lnTo>
                <a:lnTo>
                  <a:pt x="924" y="1051"/>
                </a:lnTo>
                <a:lnTo>
                  <a:pt x="900" y="1054"/>
                </a:lnTo>
                <a:lnTo>
                  <a:pt x="876" y="1056"/>
                </a:lnTo>
                <a:lnTo>
                  <a:pt x="852" y="1058"/>
                </a:lnTo>
                <a:lnTo>
                  <a:pt x="827" y="1059"/>
                </a:lnTo>
                <a:lnTo>
                  <a:pt x="803" y="1060"/>
                </a:lnTo>
                <a:lnTo>
                  <a:pt x="778" y="1060"/>
                </a:lnTo>
                <a:lnTo>
                  <a:pt x="754" y="1060"/>
                </a:lnTo>
                <a:lnTo>
                  <a:pt x="729" y="1059"/>
                </a:lnTo>
                <a:lnTo>
                  <a:pt x="705" y="1058"/>
                </a:lnTo>
                <a:lnTo>
                  <a:pt x="681" y="1056"/>
                </a:lnTo>
                <a:lnTo>
                  <a:pt x="656" y="1054"/>
                </a:lnTo>
                <a:lnTo>
                  <a:pt x="632" y="1051"/>
                </a:lnTo>
                <a:lnTo>
                  <a:pt x="608" y="1048"/>
                </a:lnTo>
                <a:lnTo>
                  <a:pt x="585" y="1044"/>
                </a:lnTo>
                <a:lnTo>
                  <a:pt x="561" y="1039"/>
                </a:lnTo>
                <a:lnTo>
                  <a:pt x="538" y="1034"/>
                </a:lnTo>
                <a:lnTo>
                  <a:pt x="515" y="1029"/>
                </a:lnTo>
                <a:lnTo>
                  <a:pt x="492" y="1023"/>
                </a:lnTo>
                <a:lnTo>
                  <a:pt x="469" y="1017"/>
                </a:lnTo>
                <a:lnTo>
                  <a:pt x="447" y="1010"/>
                </a:lnTo>
                <a:lnTo>
                  <a:pt x="425" y="1003"/>
                </a:lnTo>
                <a:lnTo>
                  <a:pt x="403" y="995"/>
                </a:lnTo>
                <a:lnTo>
                  <a:pt x="382" y="987"/>
                </a:lnTo>
                <a:lnTo>
                  <a:pt x="361" y="978"/>
                </a:lnTo>
                <a:lnTo>
                  <a:pt x="341" y="969"/>
                </a:lnTo>
                <a:lnTo>
                  <a:pt x="321" y="959"/>
                </a:lnTo>
                <a:lnTo>
                  <a:pt x="301" y="949"/>
                </a:lnTo>
                <a:lnTo>
                  <a:pt x="282" y="939"/>
                </a:lnTo>
                <a:lnTo>
                  <a:pt x="263" y="928"/>
                </a:lnTo>
                <a:lnTo>
                  <a:pt x="245" y="917"/>
                </a:lnTo>
                <a:lnTo>
                  <a:pt x="228" y="905"/>
                </a:lnTo>
                <a:lnTo>
                  <a:pt x="211" y="893"/>
                </a:lnTo>
                <a:lnTo>
                  <a:pt x="194" y="881"/>
                </a:lnTo>
                <a:lnTo>
                  <a:pt x="178" y="868"/>
                </a:lnTo>
                <a:lnTo>
                  <a:pt x="163" y="855"/>
                </a:lnTo>
                <a:lnTo>
                  <a:pt x="149" y="842"/>
                </a:lnTo>
                <a:lnTo>
                  <a:pt x="134" y="828"/>
                </a:lnTo>
                <a:lnTo>
                  <a:pt x="121" y="814"/>
                </a:lnTo>
                <a:lnTo>
                  <a:pt x="108" y="800"/>
                </a:lnTo>
                <a:lnTo>
                  <a:pt x="96" y="786"/>
                </a:lnTo>
                <a:lnTo>
                  <a:pt x="85" y="771"/>
                </a:lnTo>
                <a:lnTo>
                  <a:pt x="74" y="756"/>
                </a:lnTo>
                <a:lnTo>
                  <a:pt x="64" y="741"/>
                </a:lnTo>
                <a:lnTo>
                  <a:pt x="55" y="726"/>
                </a:lnTo>
                <a:lnTo>
                  <a:pt x="46" y="710"/>
                </a:lnTo>
                <a:lnTo>
                  <a:pt x="38" y="694"/>
                </a:lnTo>
                <a:lnTo>
                  <a:pt x="31" y="678"/>
                </a:lnTo>
                <a:lnTo>
                  <a:pt x="24" y="662"/>
                </a:lnTo>
                <a:lnTo>
                  <a:pt x="19" y="646"/>
                </a:lnTo>
                <a:lnTo>
                  <a:pt x="14" y="630"/>
                </a:lnTo>
                <a:lnTo>
                  <a:pt x="9" y="614"/>
                </a:lnTo>
                <a:lnTo>
                  <a:pt x="6" y="597"/>
                </a:lnTo>
                <a:lnTo>
                  <a:pt x="3" y="581"/>
                </a:lnTo>
                <a:lnTo>
                  <a:pt x="1" y="564"/>
                </a:lnTo>
                <a:lnTo>
                  <a:pt x="0" y="547"/>
                </a:lnTo>
                <a:lnTo>
                  <a:pt x="0" y="531"/>
                </a:lnTo>
                <a:lnTo>
                  <a:pt x="0" y="514"/>
                </a:lnTo>
                <a:lnTo>
                  <a:pt x="1" y="497"/>
                </a:lnTo>
                <a:lnTo>
                  <a:pt x="3" y="481"/>
                </a:lnTo>
                <a:lnTo>
                  <a:pt x="6" y="464"/>
                </a:lnTo>
                <a:lnTo>
                  <a:pt x="9" y="448"/>
                </a:lnTo>
                <a:lnTo>
                  <a:pt x="14" y="431"/>
                </a:lnTo>
                <a:lnTo>
                  <a:pt x="19" y="415"/>
                </a:lnTo>
                <a:lnTo>
                  <a:pt x="24" y="399"/>
                </a:lnTo>
                <a:lnTo>
                  <a:pt x="31" y="383"/>
                </a:lnTo>
                <a:lnTo>
                  <a:pt x="38" y="367"/>
                </a:lnTo>
                <a:lnTo>
                  <a:pt x="46" y="351"/>
                </a:lnTo>
                <a:lnTo>
                  <a:pt x="55" y="336"/>
                </a:lnTo>
                <a:lnTo>
                  <a:pt x="64" y="320"/>
                </a:lnTo>
                <a:lnTo>
                  <a:pt x="74" y="305"/>
                </a:lnTo>
                <a:lnTo>
                  <a:pt x="85" y="290"/>
                </a:lnTo>
                <a:lnTo>
                  <a:pt x="96" y="274"/>
                </a:lnTo>
                <a:lnTo>
                  <a:pt x="108" y="260"/>
                </a:lnTo>
                <a:lnTo>
                  <a:pt x="121" y="246"/>
                </a:lnTo>
                <a:lnTo>
                  <a:pt x="134" y="232"/>
                </a:lnTo>
                <a:lnTo>
                  <a:pt x="149" y="218"/>
                </a:lnTo>
                <a:lnTo>
                  <a:pt x="163" y="205"/>
                </a:lnTo>
                <a:lnTo>
                  <a:pt x="178" y="192"/>
                </a:lnTo>
                <a:lnTo>
                  <a:pt x="194" y="179"/>
                </a:lnTo>
                <a:lnTo>
                  <a:pt x="211" y="167"/>
                </a:lnTo>
                <a:lnTo>
                  <a:pt x="228" y="155"/>
                </a:lnTo>
                <a:lnTo>
                  <a:pt x="245" y="144"/>
                </a:lnTo>
                <a:lnTo>
                  <a:pt x="263" y="132"/>
                </a:lnTo>
                <a:lnTo>
                  <a:pt x="282" y="121"/>
                </a:lnTo>
                <a:lnTo>
                  <a:pt x="301" y="111"/>
                </a:lnTo>
                <a:lnTo>
                  <a:pt x="321" y="101"/>
                </a:lnTo>
                <a:lnTo>
                  <a:pt x="341" y="92"/>
                </a:lnTo>
                <a:lnTo>
                  <a:pt x="361" y="82"/>
                </a:lnTo>
                <a:lnTo>
                  <a:pt x="382" y="74"/>
                </a:lnTo>
                <a:lnTo>
                  <a:pt x="403" y="65"/>
                </a:lnTo>
                <a:lnTo>
                  <a:pt x="425" y="58"/>
                </a:lnTo>
                <a:lnTo>
                  <a:pt x="447" y="50"/>
                </a:lnTo>
                <a:lnTo>
                  <a:pt x="469" y="44"/>
                </a:lnTo>
                <a:lnTo>
                  <a:pt x="492" y="37"/>
                </a:lnTo>
                <a:lnTo>
                  <a:pt x="515" y="31"/>
                </a:lnTo>
                <a:lnTo>
                  <a:pt x="538" y="26"/>
                </a:lnTo>
                <a:lnTo>
                  <a:pt x="561" y="21"/>
                </a:lnTo>
                <a:lnTo>
                  <a:pt x="585" y="17"/>
                </a:lnTo>
                <a:lnTo>
                  <a:pt x="608" y="13"/>
                </a:lnTo>
                <a:lnTo>
                  <a:pt x="632" y="9"/>
                </a:lnTo>
                <a:lnTo>
                  <a:pt x="656" y="6"/>
                </a:lnTo>
                <a:lnTo>
                  <a:pt x="681" y="4"/>
                </a:lnTo>
                <a:lnTo>
                  <a:pt x="705" y="2"/>
                </a:lnTo>
                <a:lnTo>
                  <a:pt x="729" y="1"/>
                </a:lnTo>
                <a:lnTo>
                  <a:pt x="754" y="0"/>
                </a:lnTo>
                <a:lnTo>
                  <a:pt x="778" y="0"/>
                </a:lnTo>
                <a:lnTo>
                  <a:pt x="803" y="0"/>
                </a:lnTo>
                <a:lnTo>
                  <a:pt x="827" y="1"/>
                </a:lnTo>
                <a:lnTo>
                  <a:pt x="852" y="2"/>
                </a:lnTo>
                <a:lnTo>
                  <a:pt x="876" y="4"/>
                </a:lnTo>
                <a:lnTo>
                  <a:pt x="900" y="6"/>
                </a:lnTo>
                <a:lnTo>
                  <a:pt x="924" y="9"/>
                </a:lnTo>
                <a:lnTo>
                  <a:pt x="948" y="13"/>
                </a:lnTo>
                <a:lnTo>
                  <a:pt x="972" y="17"/>
                </a:lnTo>
                <a:lnTo>
                  <a:pt x="996" y="21"/>
                </a:lnTo>
                <a:lnTo>
                  <a:pt x="1020" y="26"/>
                </a:lnTo>
                <a:lnTo>
                  <a:pt x="1043" y="31"/>
                </a:lnTo>
                <a:lnTo>
                  <a:pt x="1066" y="37"/>
                </a:lnTo>
                <a:lnTo>
                  <a:pt x="1088" y="44"/>
                </a:lnTo>
                <a:lnTo>
                  <a:pt x="1111" y="50"/>
                </a:lnTo>
                <a:lnTo>
                  <a:pt x="1133" y="58"/>
                </a:lnTo>
                <a:lnTo>
                  <a:pt x="1154" y="65"/>
                </a:lnTo>
                <a:lnTo>
                  <a:pt x="1175" y="74"/>
                </a:lnTo>
                <a:lnTo>
                  <a:pt x="1196" y="82"/>
                </a:lnTo>
                <a:lnTo>
                  <a:pt x="1217" y="92"/>
                </a:lnTo>
                <a:lnTo>
                  <a:pt x="1237" y="101"/>
                </a:lnTo>
                <a:lnTo>
                  <a:pt x="1256" y="111"/>
                </a:lnTo>
                <a:lnTo>
                  <a:pt x="1275" y="121"/>
                </a:lnTo>
                <a:lnTo>
                  <a:pt x="1294" y="132"/>
                </a:lnTo>
                <a:lnTo>
                  <a:pt x="1312" y="144"/>
                </a:lnTo>
                <a:lnTo>
                  <a:pt x="1330" y="155"/>
                </a:lnTo>
                <a:lnTo>
                  <a:pt x="1347" y="167"/>
                </a:lnTo>
                <a:lnTo>
                  <a:pt x="1363" y="179"/>
                </a:lnTo>
                <a:lnTo>
                  <a:pt x="1379" y="192"/>
                </a:lnTo>
                <a:lnTo>
                  <a:pt x="1394" y="205"/>
                </a:lnTo>
                <a:lnTo>
                  <a:pt x="1409" y="218"/>
                </a:lnTo>
                <a:lnTo>
                  <a:pt x="1423" y="232"/>
                </a:lnTo>
                <a:lnTo>
                  <a:pt x="1436" y="246"/>
                </a:lnTo>
                <a:lnTo>
                  <a:pt x="1449" y="260"/>
                </a:lnTo>
                <a:lnTo>
                  <a:pt x="1461" y="274"/>
                </a:lnTo>
                <a:lnTo>
                  <a:pt x="1473" y="290"/>
                </a:lnTo>
                <a:lnTo>
                  <a:pt x="1484" y="305"/>
                </a:lnTo>
                <a:lnTo>
                  <a:pt x="1494" y="320"/>
                </a:lnTo>
                <a:lnTo>
                  <a:pt x="1503" y="336"/>
                </a:lnTo>
                <a:lnTo>
                  <a:pt x="1512" y="351"/>
                </a:lnTo>
                <a:lnTo>
                  <a:pt x="1520" y="367"/>
                </a:lnTo>
                <a:lnTo>
                  <a:pt x="1527" y="383"/>
                </a:lnTo>
                <a:lnTo>
                  <a:pt x="1533" y="399"/>
                </a:lnTo>
                <a:lnTo>
                  <a:pt x="1539" y="415"/>
                </a:lnTo>
                <a:lnTo>
                  <a:pt x="1544" y="431"/>
                </a:lnTo>
                <a:lnTo>
                  <a:pt x="1548" y="448"/>
                </a:lnTo>
                <a:lnTo>
                  <a:pt x="1551" y="464"/>
                </a:lnTo>
                <a:lnTo>
                  <a:pt x="1554" y="481"/>
                </a:lnTo>
                <a:lnTo>
                  <a:pt x="1556" y="497"/>
                </a:lnTo>
                <a:lnTo>
                  <a:pt x="1557" y="514"/>
                </a:lnTo>
                <a:lnTo>
                  <a:pt x="1558" y="531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4" name=""/>
          <p:cNvSpPr/>
          <p:nvPr/>
        </p:nvSpPr>
        <p:spPr>
          <a:xfrm>
            <a:off x="3837600" y="2750400"/>
            <a:ext cx="577080" cy="392760"/>
          </a:xfrm>
          <a:custGeom>
            <a:avLst/>
            <a:gdLst/>
            <a:ahLst/>
            <a:rect l="0" t="0" r="r" b="b"/>
            <a:pathLst>
              <a:path w="1603" h="1091">
                <a:moveTo>
                  <a:pt x="1581" y="546"/>
                </a:moveTo>
                <a:lnTo>
                  <a:pt x="1580" y="528"/>
                </a:lnTo>
                <a:lnTo>
                  <a:pt x="1579" y="511"/>
                </a:lnTo>
                <a:lnTo>
                  <a:pt x="1577" y="495"/>
                </a:lnTo>
                <a:lnTo>
                  <a:pt x="1574" y="478"/>
                </a:lnTo>
                <a:lnTo>
                  <a:pt x="1571" y="462"/>
                </a:lnTo>
                <a:lnTo>
                  <a:pt x="1567" y="445"/>
                </a:lnTo>
                <a:lnTo>
                  <a:pt x="1562" y="429"/>
                </a:lnTo>
                <a:lnTo>
                  <a:pt x="1556" y="413"/>
                </a:lnTo>
                <a:lnTo>
                  <a:pt x="1550" y="397"/>
                </a:lnTo>
                <a:lnTo>
                  <a:pt x="1543" y="381"/>
                </a:lnTo>
                <a:lnTo>
                  <a:pt x="1535" y="365"/>
                </a:lnTo>
                <a:lnTo>
                  <a:pt x="1526" y="350"/>
                </a:lnTo>
                <a:lnTo>
                  <a:pt x="1517" y="334"/>
                </a:lnTo>
                <a:lnTo>
                  <a:pt x="1507" y="319"/>
                </a:lnTo>
                <a:lnTo>
                  <a:pt x="1496" y="304"/>
                </a:lnTo>
                <a:lnTo>
                  <a:pt x="1484" y="289"/>
                </a:lnTo>
                <a:lnTo>
                  <a:pt x="1472" y="275"/>
                </a:lnTo>
                <a:lnTo>
                  <a:pt x="1459" y="261"/>
                </a:lnTo>
                <a:lnTo>
                  <a:pt x="1446" y="247"/>
                </a:lnTo>
                <a:lnTo>
                  <a:pt x="1432" y="233"/>
                </a:lnTo>
                <a:lnTo>
                  <a:pt x="1417" y="220"/>
                </a:lnTo>
                <a:lnTo>
                  <a:pt x="1402" y="207"/>
                </a:lnTo>
                <a:lnTo>
                  <a:pt x="1386" y="194"/>
                </a:lnTo>
                <a:lnTo>
                  <a:pt x="1370" y="182"/>
                </a:lnTo>
                <a:lnTo>
                  <a:pt x="1352" y="170"/>
                </a:lnTo>
                <a:lnTo>
                  <a:pt x="1334" y="159"/>
                </a:lnTo>
                <a:lnTo>
                  <a:pt x="1316" y="147"/>
                </a:lnTo>
                <a:lnTo>
                  <a:pt x="1297" y="136"/>
                </a:lnTo>
                <a:lnTo>
                  <a:pt x="1278" y="126"/>
                </a:lnTo>
                <a:lnTo>
                  <a:pt x="1259" y="116"/>
                </a:lnTo>
                <a:lnTo>
                  <a:pt x="1239" y="107"/>
                </a:lnTo>
                <a:lnTo>
                  <a:pt x="1218" y="97"/>
                </a:lnTo>
                <a:lnTo>
                  <a:pt x="1197" y="89"/>
                </a:lnTo>
                <a:lnTo>
                  <a:pt x="1176" y="80"/>
                </a:lnTo>
                <a:lnTo>
                  <a:pt x="1155" y="73"/>
                </a:lnTo>
                <a:lnTo>
                  <a:pt x="1133" y="65"/>
                </a:lnTo>
                <a:lnTo>
                  <a:pt x="1110" y="59"/>
                </a:lnTo>
                <a:lnTo>
                  <a:pt x="1088" y="52"/>
                </a:lnTo>
                <a:lnTo>
                  <a:pt x="1065" y="46"/>
                </a:lnTo>
                <a:lnTo>
                  <a:pt x="1042" y="41"/>
                </a:lnTo>
                <a:lnTo>
                  <a:pt x="1018" y="36"/>
                </a:lnTo>
                <a:lnTo>
                  <a:pt x="995" y="32"/>
                </a:lnTo>
                <a:lnTo>
                  <a:pt x="971" y="28"/>
                </a:lnTo>
                <a:lnTo>
                  <a:pt x="947" y="24"/>
                </a:lnTo>
                <a:lnTo>
                  <a:pt x="923" y="21"/>
                </a:lnTo>
                <a:lnTo>
                  <a:pt x="899" y="19"/>
                </a:lnTo>
                <a:lnTo>
                  <a:pt x="875" y="17"/>
                </a:lnTo>
                <a:lnTo>
                  <a:pt x="850" y="16"/>
                </a:lnTo>
                <a:lnTo>
                  <a:pt x="826" y="15"/>
                </a:lnTo>
                <a:lnTo>
                  <a:pt x="801" y="15"/>
                </a:lnTo>
                <a:lnTo>
                  <a:pt x="777" y="15"/>
                </a:lnTo>
                <a:lnTo>
                  <a:pt x="752" y="16"/>
                </a:lnTo>
                <a:lnTo>
                  <a:pt x="728" y="17"/>
                </a:lnTo>
                <a:lnTo>
                  <a:pt x="704" y="19"/>
                </a:lnTo>
                <a:lnTo>
                  <a:pt x="679" y="21"/>
                </a:lnTo>
                <a:lnTo>
                  <a:pt x="655" y="24"/>
                </a:lnTo>
                <a:lnTo>
                  <a:pt x="631" y="28"/>
                </a:lnTo>
                <a:lnTo>
                  <a:pt x="608" y="32"/>
                </a:lnTo>
                <a:lnTo>
                  <a:pt x="584" y="36"/>
                </a:lnTo>
                <a:lnTo>
                  <a:pt x="561" y="41"/>
                </a:lnTo>
                <a:lnTo>
                  <a:pt x="538" y="46"/>
                </a:lnTo>
                <a:lnTo>
                  <a:pt x="515" y="52"/>
                </a:lnTo>
                <a:lnTo>
                  <a:pt x="492" y="59"/>
                </a:lnTo>
                <a:lnTo>
                  <a:pt x="470" y="65"/>
                </a:lnTo>
                <a:lnTo>
                  <a:pt x="448" y="73"/>
                </a:lnTo>
                <a:lnTo>
                  <a:pt x="426" y="80"/>
                </a:lnTo>
                <a:lnTo>
                  <a:pt x="405" y="89"/>
                </a:lnTo>
                <a:lnTo>
                  <a:pt x="384" y="97"/>
                </a:lnTo>
                <a:lnTo>
                  <a:pt x="364" y="107"/>
                </a:lnTo>
                <a:lnTo>
                  <a:pt x="344" y="116"/>
                </a:lnTo>
                <a:lnTo>
                  <a:pt x="324" y="126"/>
                </a:lnTo>
                <a:lnTo>
                  <a:pt x="305" y="136"/>
                </a:lnTo>
                <a:lnTo>
                  <a:pt x="286" y="147"/>
                </a:lnTo>
                <a:lnTo>
                  <a:pt x="268" y="159"/>
                </a:lnTo>
                <a:lnTo>
                  <a:pt x="251" y="170"/>
                </a:lnTo>
                <a:lnTo>
                  <a:pt x="234" y="182"/>
                </a:lnTo>
                <a:lnTo>
                  <a:pt x="217" y="194"/>
                </a:lnTo>
                <a:lnTo>
                  <a:pt x="201" y="207"/>
                </a:lnTo>
                <a:lnTo>
                  <a:pt x="186" y="220"/>
                </a:lnTo>
                <a:lnTo>
                  <a:pt x="172" y="233"/>
                </a:lnTo>
                <a:lnTo>
                  <a:pt x="157" y="247"/>
                </a:lnTo>
                <a:lnTo>
                  <a:pt x="144" y="261"/>
                </a:lnTo>
                <a:lnTo>
                  <a:pt x="131" y="275"/>
                </a:lnTo>
                <a:lnTo>
                  <a:pt x="119" y="289"/>
                </a:lnTo>
                <a:lnTo>
                  <a:pt x="108" y="304"/>
                </a:lnTo>
                <a:lnTo>
                  <a:pt x="97" y="319"/>
                </a:lnTo>
                <a:lnTo>
                  <a:pt x="87" y="334"/>
                </a:lnTo>
                <a:lnTo>
                  <a:pt x="78" y="350"/>
                </a:lnTo>
                <a:lnTo>
                  <a:pt x="69" y="365"/>
                </a:lnTo>
                <a:lnTo>
                  <a:pt x="61" y="381"/>
                </a:lnTo>
                <a:lnTo>
                  <a:pt x="54" y="397"/>
                </a:lnTo>
                <a:lnTo>
                  <a:pt x="47" y="413"/>
                </a:lnTo>
                <a:lnTo>
                  <a:pt x="42" y="429"/>
                </a:lnTo>
                <a:lnTo>
                  <a:pt x="37" y="445"/>
                </a:lnTo>
                <a:lnTo>
                  <a:pt x="32" y="462"/>
                </a:lnTo>
                <a:lnTo>
                  <a:pt x="29" y="478"/>
                </a:lnTo>
                <a:lnTo>
                  <a:pt x="26" y="495"/>
                </a:lnTo>
                <a:lnTo>
                  <a:pt x="24" y="511"/>
                </a:lnTo>
                <a:lnTo>
                  <a:pt x="23" y="528"/>
                </a:lnTo>
                <a:lnTo>
                  <a:pt x="23" y="546"/>
                </a:lnTo>
                <a:lnTo>
                  <a:pt x="23" y="562"/>
                </a:lnTo>
                <a:lnTo>
                  <a:pt x="24" y="579"/>
                </a:lnTo>
                <a:lnTo>
                  <a:pt x="26" y="596"/>
                </a:lnTo>
                <a:lnTo>
                  <a:pt x="29" y="612"/>
                </a:lnTo>
                <a:lnTo>
                  <a:pt x="32" y="629"/>
                </a:lnTo>
                <a:lnTo>
                  <a:pt x="37" y="645"/>
                </a:lnTo>
                <a:lnTo>
                  <a:pt x="42" y="661"/>
                </a:lnTo>
                <a:lnTo>
                  <a:pt x="47" y="677"/>
                </a:lnTo>
                <a:lnTo>
                  <a:pt x="54" y="693"/>
                </a:lnTo>
                <a:lnTo>
                  <a:pt x="61" y="709"/>
                </a:lnTo>
                <a:lnTo>
                  <a:pt x="69" y="725"/>
                </a:lnTo>
                <a:lnTo>
                  <a:pt x="78" y="741"/>
                </a:lnTo>
                <a:lnTo>
                  <a:pt x="87" y="756"/>
                </a:lnTo>
                <a:lnTo>
                  <a:pt x="97" y="771"/>
                </a:lnTo>
                <a:lnTo>
                  <a:pt x="108" y="786"/>
                </a:lnTo>
                <a:lnTo>
                  <a:pt x="119" y="801"/>
                </a:lnTo>
                <a:lnTo>
                  <a:pt x="131" y="815"/>
                </a:lnTo>
                <a:lnTo>
                  <a:pt x="144" y="829"/>
                </a:lnTo>
                <a:lnTo>
                  <a:pt x="157" y="843"/>
                </a:lnTo>
                <a:lnTo>
                  <a:pt x="172" y="857"/>
                </a:lnTo>
                <a:lnTo>
                  <a:pt x="186" y="870"/>
                </a:lnTo>
                <a:lnTo>
                  <a:pt x="201" y="883"/>
                </a:lnTo>
                <a:lnTo>
                  <a:pt x="217" y="896"/>
                </a:lnTo>
                <a:lnTo>
                  <a:pt x="234" y="908"/>
                </a:lnTo>
                <a:lnTo>
                  <a:pt x="251" y="920"/>
                </a:lnTo>
                <a:lnTo>
                  <a:pt x="268" y="932"/>
                </a:lnTo>
                <a:lnTo>
                  <a:pt x="286" y="943"/>
                </a:lnTo>
                <a:lnTo>
                  <a:pt x="305" y="954"/>
                </a:lnTo>
                <a:lnTo>
                  <a:pt x="324" y="964"/>
                </a:lnTo>
                <a:lnTo>
                  <a:pt x="344" y="974"/>
                </a:lnTo>
                <a:lnTo>
                  <a:pt x="364" y="984"/>
                </a:lnTo>
                <a:lnTo>
                  <a:pt x="384" y="993"/>
                </a:lnTo>
                <a:lnTo>
                  <a:pt x="405" y="1002"/>
                </a:lnTo>
                <a:lnTo>
                  <a:pt x="426" y="1010"/>
                </a:lnTo>
                <a:lnTo>
                  <a:pt x="448" y="1018"/>
                </a:lnTo>
                <a:lnTo>
                  <a:pt x="470" y="1025"/>
                </a:lnTo>
                <a:lnTo>
                  <a:pt x="492" y="1032"/>
                </a:lnTo>
                <a:lnTo>
                  <a:pt x="515" y="1038"/>
                </a:lnTo>
                <a:lnTo>
                  <a:pt x="538" y="1044"/>
                </a:lnTo>
                <a:lnTo>
                  <a:pt x="561" y="1049"/>
                </a:lnTo>
                <a:lnTo>
                  <a:pt x="584" y="1054"/>
                </a:lnTo>
                <a:lnTo>
                  <a:pt x="608" y="1059"/>
                </a:lnTo>
                <a:lnTo>
                  <a:pt x="631" y="1063"/>
                </a:lnTo>
                <a:lnTo>
                  <a:pt x="655" y="1066"/>
                </a:lnTo>
                <a:lnTo>
                  <a:pt x="679" y="1069"/>
                </a:lnTo>
                <a:lnTo>
                  <a:pt x="704" y="1071"/>
                </a:lnTo>
                <a:lnTo>
                  <a:pt x="728" y="1073"/>
                </a:lnTo>
                <a:lnTo>
                  <a:pt x="752" y="1074"/>
                </a:lnTo>
                <a:lnTo>
                  <a:pt x="777" y="1075"/>
                </a:lnTo>
                <a:lnTo>
                  <a:pt x="801" y="1075"/>
                </a:lnTo>
                <a:lnTo>
                  <a:pt x="826" y="1075"/>
                </a:lnTo>
                <a:lnTo>
                  <a:pt x="850" y="1074"/>
                </a:lnTo>
                <a:lnTo>
                  <a:pt x="875" y="1073"/>
                </a:lnTo>
                <a:lnTo>
                  <a:pt x="899" y="1071"/>
                </a:lnTo>
                <a:lnTo>
                  <a:pt x="923" y="1069"/>
                </a:lnTo>
                <a:lnTo>
                  <a:pt x="947" y="1066"/>
                </a:lnTo>
                <a:lnTo>
                  <a:pt x="971" y="1063"/>
                </a:lnTo>
                <a:lnTo>
                  <a:pt x="995" y="1059"/>
                </a:lnTo>
                <a:lnTo>
                  <a:pt x="1018" y="1054"/>
                </a:lnTo>
                <a:lnTo>
                  <a:pt x="1042" y="1049"/>
                </a:lnTo>
                <a:lnTo>
                  <a:pt x="1065" y="1044"/>
                </a:lnTo>
                <a:lnTo>
                  <a:pt x="1088" y="1038"/>
                </a:lnTo>
                <a:lnTo>
                  <a:pt x="1110" y="1032"/>
                </a:lnTo>
                <a:lnTo>
                  <a:pt x="1133" y="1025"/>
                </a:lnTo>
                <a:lnTo>
                  <a:pt x="1155" y="1018"/>
                </a:lnTo>
                <a:lnTo>
                  <a:pt x="1176" y="1010"/>
                </a:lnTo>
                <a:lnTo>
                  <a:pt x="1197" y="1002"/>
                </a:lnTo>
                <a:lnTo>
                  <a:pt x="1218" y="993"/>
                </a:lnTo>
                <a:lnTo>
                  <a:pt x="1239" y="984"/>
                </a:lnTo>
                <a:lnTo>
                  <a:pt x="1259" y="974"/>
                </a:lnTo>
                <a:lnTo>
                  <a:pt x="1278" y="964"/>
                </a:lnTo>
                <a:lnTo>
                  <a:pt x="1297" y="954"/>
                </a:lnTo>
                <a:lnTo>
                  <a:pt x="1316" y="943"/>
                </a:lnTo>
                <a:lnTo>
                  <a:pt x="1334" y="932"/>
                </a:lnTo>
                <a:lnTo>
                  <a:pt x="1352" y="920"/>
                </a:lnTo>
                <a:lnTo>
                  <a:pt x="1370" y="908"/>
                </a:lnTo>
                <a:lnTo>
                  <a:pt x="1386" y="896"/>
                </a:lnTo>
                <a:lnTo>
                  <a:pt x="1402" y="883"/>
                </a:lnTo>
                <a:lnTo>
                  <a:pt x="1417" y="870"/>
                </a:lnTo>
                <a:lnTo>
                  <a:pt x="1432" y="857"/>
                </a:lnTo>
                <a:lnTo>
                  <a:pt x="1446" y="843"/>
                </a:lnTo>
                <a:lnTo>
                  <a:pt x="1459" y="829"/>
                </a:lnTo>
                <a:lnTo>
                  <a:pt x="1472" y="815"/>
                </a:lnTo>
                <a:lnTo>
                  <a:pt x="1484" y="801"/>
                </a:lnTo>
                <a:lnTo>
                  <a:pt x="1496" y="786"/>
                </a:lnTo>
                <a:lnTo>
                  <a:pt x="1507" y="771"/>
                </a:lnTo>
                <a:lnTo>
                  <a:pt x="1517" y="756"/>
                </a:lnTo>
                <a:lnTo>
                  <a:pt x="1526" y="741"/>
                </a:lnTo>
                <a:lnTo>
                  <a:pt x="1535" y="725"/>
                </a:lnTo>
                <a:lnTo>
                  <a:pt x="1543" y="709"/>
                </a:lnTo>
                <a:lnTo>
                  <a:pt x="1550" y="693"/>
                </a:lnTo>
                <a:lnTo>
                  <a:pt x="1556" y="677"/>
                </a:lnTo>
                <a:lnTo>
                  <a:pt x="1562" y="661"/>
                </a:lnTo>
                <a:lnTo>
                  <a:pt x="1567" y="645"/>
                </a:lnTo>
                <a:lnTo>
                  <a:pt x="1571" y="629"/>
                </a:lnTo>
                <a:lnTo>
                  <a:pt x="1574" y="612"/>
                </a:lnTo>
                <a:lnTo>
                  <a:pt x="1577" y="596"/>
                </a:lnTo>
                <a:lnTo>
                  <a:pt x="1579" y="579"/>
                </a:lnTo>
                <a:lnTo>
                  <a:pt x="1580" y="562"/>
                </a:lnTo>
                <a:lnTo>
                  <a:pt x="1581" y="546"/>
                </a:lnTo>
                <a:moveTo>
                  <a:pt x="1603" y="546"/>
                </a:moveTo>
                <a:lnTo>
                  <a:pt x="1603" y="563"/>
                </a:lnTo>
                <a:lnTo>
                  <a:pt x="1602" y="580"/>
                </a:lnTo>
                <a:lnTo>
                  <a:pt x="1600" y="597"/>
                </a:lnTo>
                <a:lnTo>
                  <a:pt x="1597" y="614"/>
                </a:lnTo>
                <a:lnTo>
                  <a:pt x="1593" y="631"/>
                </a:lnTo>
                <a:lnTo>
                  <a:pt x="1589" y="648"/>
                </a:lnTo>
                <a:lnTo>
                  <a:pt x="1584" y="665"/>
                </a:lnTo>
                <a:lnTo>
                  <a:pt x="1578" y="681"/>
                </a:lnTo>
                <a:lnTo>
                  <a:pt x="1572" y="698"/>
                </a:lnTo>
                <a:lnTo>
                  <a:pt x="1564" y="714"/>
                </a:lnTo>
                <a:lnTo>
                  <a:pt x="1556" y="730"/>
                </a:lnTo>
                <a:lnTo>
                  <a:pt x="1547" y="746"/>
                </a:lnTo>
                <a:lnTo>
                  <a:pt x="1537" y="762"/>
                </a:lnTo>
                <a:lnTo>
                  <a:pt x="1527" y="778"/>
                </a:lnTo>
                <a:lnTo>
                  <a:pt x="1516" y="793"/>
                </a:lnTo>
                <a:lnTo>
                  <a:pt x="1504" y="808"/>
                </a:lnTo>
                <a:lnTo>
                  <a:pt x="1492" y="823"/>
                </a:lnTo>
                <a:lnTo>
                  <a:pt x="1479" y="838"/>
                </a:lnTo>
                <a:lnTo>
                  <a:pt x="1465" y="852"/>
                </a:lnTo>
                <a:lnTo>
                  <a:pt x="1450" y="866"/>
                </a:lnTo>
                <a:lnTo>
                  <a:pt x="1435" y="880"/>
                </a:lnTo>
                <a:lnTo>
                  <a:pt x="1419" y="893"/>
                </a:lnTo>
                <a:lnTo>
                  <a:pt x="1403" y="906"/>
                </a:lnTo>
                <a:lnTo>
                  <a:pt x="1386" y="919"/>
                </a:lnTo>
                <a:lnTo>
                  <a:pt x="1369" y="931"/>
                </a:lnTo>
                <a:lnTo>
                  <a:pt x="1350" y="943"/>
                </a:lnTo>
                <a:lnTo>
                  <a:pt x="1331" y="955"/>
                </a:lnTo>
                <a:lnTo>
                  <a:pt x="1312" y="966"/>
                </a:lnTo>
                <a:lnTo>
                  <a:pt x="1292" y="976"/>
                </a:lnTo>
                <a:lnTo>
                  <a:pt x="1272" y="987"/>
                </a:lnTo>
                <a:lnTo>
                  <a:pt x="1252" y="997"/>
                </a:lnTo>
                <a:lnTo>
                  <a:pt x="1230" y="1006"/>
                </a:lnTo>
                <a:lnTo>
                  <a:pt x="1209" y="1015"/>
                </a:lnTo>
                <a:lnTo>
                  <a:pt x="1187" y="1023"/>
                </a:lnTo>
                <a:lnTo>
                  <a:pt x="1165" y="1031"/>
                </a:lnTo>
                <a:lnTo>
                  <a:pt x="1142" y="1039"/>
                </a:lnTo>
                <a:lnTo>
                  <a:pt x="1119" y="1046"/>
                </a:lnTo>
                <a:lnTo>
                  <a:pt x="1096" y="1053"/>
                </a:lnTo>
                <a:lnTo>
                  <a:pt x="1073" y="1059"/>
                </a:lnTo>
                <a:lnTo>
                  <a:pt x="1049" y="1064"/>
                </a:lnTo>
                <a:lnTo>
                  <a:pt x="1025" y="1069"/>
                </a:lnTo>
                <a:lnTo>
                  <a:pt x="1000" y="1074"/>
                </a:lnTo>
                <a:lnTo>
                  <a:pt x="976" y="1078"/>
                </a:lnTo>
                <a:lnTo>
                  <a:pt x="951" y="1081"/>
                </a:lnTo>
                <a:lnTo>
                  <a:pt x="927" y="1084"/>
                </a:lnTo>
                <a:lnTo>
                  <a:pt x="902" y="1086"/>
                </a:lnTo>
                <a:lnTo>
                  <a:pt x="877" y="1088"/>
                </a:lnTo>
                <a:lnTo>
                  <a:pt x="852" y="1090"/>
                </a:lnTo>
                <a:lnTo>
                  <a:pt x="826" y="1091"/>
                </a:lnTo>
                <a:lnTo>
                  <a:pt x="801" y="1091"/>
                </a:lnTo>
                <a:lnTo>
                  <a:pt x="776" y="1091"/>
                </a:lnTo>
                <a:lnTo>
                  <a:pt x="751" y="1090"/>
                </a:lnTo>
                <a:lnTo>
                  <a:pt x="726" y="1088"/>
                </a:lnTo>
                <a:lnTo>
                  <a:pt x="701" y="1086"/>
                </a:lnTo>
                <a:lnTo>
                  <a:pt x="676" y="1084"/>
                </a:lnTo>
                <a:lnTo>
                  <a:pt x="651" y="1081"/>
                </a:lnTo>
                <a:lnTo>
                  <a:pt x="627" y="1078"/>
                </a:lnTo>
                <a:lnTo>
                  <a:pt x="602" y="1074"/>
                </a:lnTo>
                <a:lnTo>
                  <a:pt x="578" y="1069"/>
                </a:lnTo>
                <a:lnTo>
                  <a:pt x="554" y="1064"/>
                </a:lnTo>
                <a:lnTo>
                  <a:pt x="530" y="1059"/>
                </a:lnTo>
                <a:lnTo>
                  <a:pt x="506" y="1053"/>
                </a:lnTo>
                <a:lnTo>
                  <a:pt x="483" y="1046"/>
                </a:lnTo>
                <a:lnTo>
                  <a:pt x="460" y="1039"/>
                </a:lnTo>
                <a:lnTo>
                  <a:pt x="438" y="1031"/>
                </a:lnTo>
                <a:lnTo>
                  <a:pt x="415" y="1023"/>
                </a:lnTo>
                <a:lnTo>
                  <a:pt x="393" y="1015"/>
                </a:lnTo>
                <a:lnTo>
                  <a:pt x="372" y="1006"/>
                </a:lnTo>
                <a:lnTo>
                  <a:pt x="351" y="997"/>
                </a:lnTo>
                <a:lnTo>
                  <a:pt x="330" y="987"/>
                </a:lnTo>
                <a:lnTo>
                  <a:pt x="310" y="976"/>
                </a:lnTo>
                <a:lnTo>
                  <a:pt x="291" y="966"/>
                </a:lnTo>
                <a:lnTo>
                  <a:pt x="271" y="955"/>
                </a:lnTo>
                <a:lnTo>
                  <a:pt x="253" y="943"/>
                </a:lnTo>
                <a:lnTo>
                  <a:pt x="235" y="931"/>
                </a:lnTo>
                <a:lnTo>
                  <a:pt x="217" y="919"/>
                </a:lnTo>
                <a:lnTo>
                  <a:pt x="200" y="906"/>
                </a:lnTo>
                <a:lnTo>
                  <a:pt x="184" y="893"/>
                </a:lnTo>
                <a:lnTo>
                  <a:pt x="168" y="880"/>
                </a:lnTo>
                <a:lnTo>
                  <a:pt x="153" y="866"/>
                </a:lnTo>
                <a:lnTo>
                  <a:pt x="139" y="852"/>
                </a:lnTo>
                <a:lnTo>
                  <a:pt x="125" y="838"/>
                </a:lnTo>
                <a:lnTo>
                  <a:pt x="112" y="823"/>
                </a:lnTo>
                <a:lnTo>
                  <a:pt x="99" y="808"/>
                </a:lnTo>
                <a:lnTo>
                  <a:pt x="88" y="793"/>
                </a:lnTo>
                <a:lnTo>
                  <a:pt x="76" y="778"/>
                </a:lnTo>
                <a:lnTo>
                  <a:pt x="66" y="762"/>
                </a:lnTo>
                <a:lnTo>
                  <a:pt x="56" y="746"/>
                </a:lnTo>
                <a:lnTo>
                  <a:pt x="48" y="730"/>
                </a:lnTo>
                <a:lnTo>
                  <a:pt x="39" y="714"/>
                </a:lnTo>
                <a:lnTo>
                  <a:pt x="32" y="698"/>
                </a:lnTo>
                <a:lnTo>
                  <a:pt x="25" y="681"/>
                </a:lnTo>
                <a:lnTo>
                  <a:pt x="19" y="665"/>
                </a:lnTo>
                <a:lnTo>
                  <a:pt x="14" y="648"/>
                </a:lnTo>
                <a:lnTo>
                  <a:pt x="10" y="631"/>
                </a:lnTo>
                <a:lnTo>
                  <a:pt x="7" y="614"/>
                </a:lnTo>
                <a:lnTo>
                  <a:pt x="4" y="597"/>
                </a:lnTo>
                <a:lnTo>
                  <a:pt x="2" y="580"/>
                </a:lnTo>
                <a:lnTo>
                  <a:pt x="1" y="563"/>
                </a:lnTo>
                <a:lnTo>
                  <a:pt x="0" y="546"/>
                </a:lnTo>
                <a:lnTo>
                  <a:pt x="1" y="528"/>
                </a:lnTo>
                <a:lnTo>
                  <a:pt x="2" y="510"/>
                </a:lnTo>
                <a:lnTo>
                  <a:pt x="4" y="493"/>
                </a:lnTo>
                <a:lnTo>
                  <a:pt x="7" y="476"/>
                </a:lnTo>
                <a:lnTo>
                  <a:pt x="10" y="459"/>
                </a:lnTo>
                <a:lnTo>
                  <a:pt x="14" y="443"/>
                </a:lnTo>
                <a:lnTo>
                  <a:pt x="19" y="426"/>
                </a:lnTo>
                <a:lnTo>
                  <a:pt x="25" y="409"/>
                </a:lnTo>
                <a:lnTo>
                  <a:pt x="32" y="393"/>
                </a:lnTo>
                <a:lnTo>
                  <a:pt x="39" y="376"/>
                </a:lnTo>
                <a:lnTo>
                  <a:pt x="48" y="360"/>
                </a:lnTo>
                <a:lnTo>
                  <a:pt x="56" y="344"/>
                </a:lnTo>
                <a:lnTo>
                  <a:pt x="66" y="328"/>
                </a:lnTo>
                <a:lnTo>
                  <a:pt x="76" y="313"/>
                </a:lnTo>
                <a:lnTo>
                  <a:pt x="88" y="297"/>
                </a:lnTo>
                <a:lnTo>
                  <a:pt x="99" y="282"/>
                </a:lnTo>
                <a:lnTo>
                  <a:pt x="112" y="267"/>
                </a:lnTo>
                <a:lnTo>
                  <a:pt x="125" y="253"/>
                </a:lnTo>
                <a:lnTo>
                  <a:pt x="139" y="238"/>
                </a:lnTo>
                <a:lnTo>
                  <a:pt x="153" y="224"/>
                </a:lnTo>
                <a:lnTo>
                  <a:pt x="168" y="211"/>
                </a:lnTo>
                <a:lnTo>
                  <a:pt x="184" y="197"/>
                </a:lnTo>
                <a:lnTo>
                  <a:pt x="200" y="184"/>
                </a:lnTo>
                <a:lnTo>
                  <a:pt x="217" y="171"/>
                </a:lnTo>
                <a:lnTo>
                  <a:pt x="235" y="159"/>
                </a:lnTo>
                <a:lnTo>
                  <a:pt x="253" y="147"/>
                </a:lnTo>
                <a:lnTo>
                  <a:pt x="271" y="136"/>
                </a:lnTo>
                <a:lnTo>
                  <a:pt x="291" y="125"/>
                </a:lnTo>
                <a:lnTo>
                  <a:pt x="310" y="114"/>
                </a:lnTo>
                <a:lnTo>
                  <a:pt x="330" y="104"/>
                </a:lnTo>
                <a:lnTo>
                  <a:pt x="351" y="94"/>
                </a:lnTo>
                <a:lnTo>
                  <a:pt x="372" y="84"/>
                </a:lnTo>
                <a:lnTo>
                  <a:pt x="393" y="75"/>
                </a:lnTo>
                <a:lnTo>
                  <a:pt x="415" y="67"/>
                </a:lnTo>
                <a:lnTo>
                  <a:pt x="438" y="59"/>
                </a:lnTo>
                <a:lnTo>
                  <a:pt x="460" y="51"/>
                </a:lnTo>
                <a:lnTo>
                  <a:pt x="483" y="44"/>
                </a:lnTo>
                <a:lnTo>
                  <a:pt x="506" y="38"/>
                </a:lnTo>
                <a:lnTo>
                  <a:pt x="530" y="32"/>
                </a:lnTo>
                <a:lnTo>
                  <a:pt x="554" y="26"/>
                </a:lnTo>
                <a:lnTo>
                  <a:pt x="578" y="21"/>
                </a:lnTo>
                <a:lnTo>
                  <a:pt x="602" y="17"/>
                </a:lnTo>
                <a:lnTo>
                  <a:pt x="627" y="13"/>
                </a:lnTo>
                <a:lnTo>
                  <a:pt x="651" y="9"/>
                </a:lnTo>
                <a:lnTo>
                  <a:pt x="676" y="6"/>
                </a:lnTo>
                <a:lnTo>
                  <a:pt x="701" y="4"/>
                </a:lnTo>
                <a:lnTo>
                  <a:pt x="726" y="2"/>
                </a:lnTo>
                <a:lnTo>
                  <a:pt x="751" y="1"/>
                </a:lnTo>
                <a:lnTo>
                  <a:pt x="776" y="0"/>
                </a:lnTo>
                <a:lnTo>
                  <a:pt x="801" y="0"/>
                </a:lnTo>
                <a:lnTo>
                  <a:pt x="826" y="0"/>
                </a:lnTo>
                <a:lnTo>
                  <a:pt x="852" y="1"/>
                </a:lnTo>
                <a:lnTo>
                  <a:pt x="877" y="2"/>
                </a:lnTo>
                <a:lnTo>
                  <a:pt x="902" y="4"/>
                </a:lnTo>
                <a:lnTo>
                  <a:pt x="927" y="6"/>
                </a:lnTo>
                <a:lnTo>
                  <a:pt x="951" y="9"/>
                </a:lnTo>
                <a:lnTo>
                  <a:pt x="976" y="13"/>
                </a:lnTo>
                <a:lnTo>
                  <a:pt x="1000" y="17"/>
                </a:lnTo>
                <a:lnTo>
                  <a:pt x="1025" y="21"/>
                </a:lnTo>
                <a:lnTo>
                  <a:pt x="1049" y="26"/>
                </a:lnTo>
                <a:lnTo>
                  <a:pt x="1073" y="32"/>
                </a:lnTo>
                <a:lnTo>
                  <a:pt x="1096" y="38"/>
                </a:lnTo>
                <a:lnTo>
                  <a:pt x="1119" y="44"/>
                </a:lnTo>
                <a:lnTo>
                  <a:pt x="1142" y="51"/>
                </a:lnTo>
                <a:lnTo>
                  <a:pt x="1165" y="59"/>
                </a:lnTo>
                <a:lnTo>
                  <a:pt x="1187" y="67"/>
                </a:lnTo>
                <a:lnTo>
                  <a:pt x="1209" y="75"/>
                </a:lnTo>
                <a:lnTo>
                  <a:pt x="1230" y="84"/>
                </a:lnTo>
                <a:lnTo>
                  <a:pt x="1252" y="94"/>
                </a:lnTo>
                <a:lnTo>
                  <a:pt x="1272" y="104"/>
                </a:lnTo>
                <a:lnTo>
                  <a:pt x="1292" y="114"/>
                </a:lnTo>
                <a:lnTo>
                  <a:pt x="1312" y="125"/>
                </a:lnTo>
                <a:lnTo>
                  <a:pt x="1331" y="136"/>
                </a:lnTo>
                <a:lnTo>
                  <a:pt x="1350" y="147"/>
                </a:lnTo>
                <a:lnTo>
                  <a:pt x="1369" y="159"/>
                </a:lnTo>
                <a:lnTo>
                  <a:pt x="1386" y="171"/>
                </a:lnTo>
                <a:lnTo>
                  <a:pt x="1403" y="184"/>
                </a:lnTo>
                <a:lnTo>
                  <a:pt x="1419" y="197"/>
                </a:lnTo>
                <a:lnTo>
                  <a:pt x="1435" y="211"/>
                </a:lnTo>
                <a:lnTo>
                  <a:pt x="1450" y="224"/>
                </a:lnTo>
                <a:lnTo>
                  <a:pt x="1465" y="238"/>
                </a:lnTo>
                <a:lnTo>
                  <a:pt x="1479" y="253"/>
                </a:lnTo>
                <a:lnTo>
                  <a:pt x="1492" y="267"/>
                </a:lnTo>
                <a:lnTo>
                  <a:pt x="1504" y="282"/>
                </a:lnTo>
                <a:lnTo>
                  <a:pt x="1516" y="297"/>
                </a:lnTo>
                <a:lnTo>
                  <a:pt x="1527" y="313"/>
                </a:lnTo>
                <a:lnTo>
                  <a:pt x="1537" y="328"/>
                </a:lnTo>
                <a:lnTo>
                  <a:pt x="1547" y="344"/>
                </a:lnTo>
                <a:lnTo>
                  <a:pt x="1556" y="360"/>
                </a:lnTo>
                <a:lnTo>
                  <a:pt x="1564" y="376"/>
                </a:lnTo>
                <a:lnTo>
                  <a:pt x="1572" y="393"/>
                </a:lnTo>
                <a:lnTo>
                  <a:pt x="1578" y="409"/>
                </a:lnTo>
                <a:lnTo>
                  <a:pt x="1584" y="426"/>
                </a:lnTo>
                <a:lnTo>
                  <a:pt x="1589" y="443"/>
                </a:lnTo>
                <a:lnTo>
                  <a:pt x="1593" y="459"/>
                </a:lnTo>
                <a:lnTo>
                  <a:pt x="1597" y="476"/>
                </a:lnTo>
                <a:lnTo>
                  <a:pt x="1600" y="493"/>
                </a:lnTo>
                <a:lnTo>
                  <a:pt x="1602" y="510"/>
                </a:lnTo>
                <a:lnTo>
                  <a:pt x="1603" y="528"/>
                </a:lnTo>
                <a:lnTo>
                  <a:pt x="1603" y="546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5" name=""/>
          <p:cNvSpPr/>
          <p:nvPr/>
        </p:nvSpPr>
        <p:spPr>
          <a:xfrm>
            <a:off x="3835080" y="2748240"/>
            <a:ext cx="582480" cy="396720"/>
          </a:xfrm>
          <a:custGeom>
            <a:avLst/>
            <a:gdLst/>
            <a:ahLst/>
            <a:rect l="0" t="0" r="r" b="b"/>
            <a:pathLst>
              <a:path w="1618" h="1102">
                <a:moveTo>
                  <a:pt x="1610" y="551"/>
                </a:moveTo>
                <a:lnTo>
                  <a:pt x="1610" y="534"/>
                </a:lnTo>
                <a:lnTo>
                  <a:pt x="1609" y="516"/>
                </a:lnTo>
                <a:lnTo>
                  <a:pt x="1607" y="499"/>
                </a:lnTo>
                <a:lnTo>
                  <a:pt x="1604" y="482"/>
                </a:lnTo>
                <a:lnTo>
                  <a:pt x="1600" y="465"/>
                </a:lnTo>
                <a:lnTo>
                  <a:pt x="1596" y="449"/>
                </a:lnTo>
                <a:lnTo>
                  <a:pt x="1591" y="432"/>
                </a:lnTo>
                <a:lnTo>
                  <a:pt x="1585" y="415"/>
                </a:lnTo>
                <a:lnTo>
                  <a:pt x="1579" y="399"/>
                </a:lnTo>
                <a:lnTo>
                  <a:pt x="1571" y="382"/>
                </a:lnTo>
                <a:lnTo>
                  <a:pt x="1563" y="366"/>
                </a:lnTo>
                <a:lnTo>
                  <a:pt x="1554" y="350"/>
                </a:lnTo>
                <a:lnTo>
                  <a:pt x="1544" y="334"/>
                </a:lnTo>
                <a:lnTo>
                  <a:pt x="1534" y="319"/>
                </a:lnTo>
                <a:lnTo>
                  <a:pt x="1523" y="303"/>
                </a:lnTo>
                <a:lnTo>
                  <a:pt x="1511" y="288"/>
                </a:lnTo>
                <a:lnTo>
                  <a:pt x="1499" y="273"/>
                </a:lnTo>
                <a:lnTo>
                  <a:pt x="1486" y="259"/>
                </a:lnTo>
                <a:lnTo>
                  <a:pt x="1471" y="244"/>
                </a:lnTo>
                <a:lnTo>
                  <a:pt x="1456" y="230"/>
                </a:lnTo>
                <a:lnTo>
                  <a:pt x="1441" y="217"/>
                </a:lnTo>
                <a:lnTo>
                  <a:pt x="1425" y="203"/>
                </a:lnTo>
                <a:lnTo>
                  <a:pt x="1409" y="190"/>
                </a:lnTo>
                <a:lnTo>
                  <a:pt x="1392" y="177"/>
                </a:lnTo>
                <a:lnTo>
                  <a:pt x="1375" y="165"/>
                </a:lnTo>
                <a:lnTo>
                  <a:pt x="1357" y="153"/>
                </a:lnTo>
                <a:lnTo>
                  <a:pt x="1338" y="142"/>
                </a:lnTo>
                <a:lnTo>
                  <a:pt x="1319" y="131"/>
                </a:lnTo>
                <a:lnTo>
                  <a:pt x="1299" y="120"/>
                </a:lnTo>
                <a:lnTo>
                  <a:pt x="1279" y="110"/>
                </a:lnTo>
                <a:lnTo>
                  <a:pt x="1259" y="100"/>
                </a:lnTo>
                <a:lnTo>
                  <a:pt x="1237" y="90"/>
                </a:lnTo>
                <a:lnTo>
                  <a:pt x="1216" y="81"/>
                </a:lnTo>
                <a:lnTo>
                  <a:pt x="1194" y="73"/>
                </a:lnTo>
                <a:lnTo>
                  <a:pt x="1172" y="65"/>
                </a:lnTo>
                <a:lnTo>
                  <a:pt x="1149" y="57"/>
                </a:lnTo>
                <a:lnTo>
                  <a:pt x="1126" y="50"/>
                </a:lnTo>
                <a:lnTo>
                  <a:pt x="1103" y="44"/>
                </a:lnTo>
                <a:lnTo>
                  <a:pt x="1080" y="38"/>
                </a:lnTo>
                <a:lnTo>
                  <a:pt x="1056" y="32"/>
                </a:lnTo>
                <a:lnTo>
                  <a:pt x="1032" y="27"/>
                </a:lnTo>
                <a:lnTo>
                  <a:pt x="1007" y="23"/>
                </a:lnTo>
                <a:lnTo>
                  <a:pt x="983" y="19"/>
                </a:lnTo>
                <a:lnTo>
                  <a:pt x="958" y="15"/>
                </a:lnTo>
                <a:lnTo>
                  <a:pt x="934" y="12"/>
                </a:lnTo>
                <a:lnTo>
                  <a:pt x="909" y="10"/>
                </a:lnTo>
                <a:lnTo>
                  <a:pt x="884" y="8"/>
                </a:lnTo>
                <a:lnTo>
                  <a:pt x="859" y="7"/>
                </a:lnTo>
                <a:lnTo>
                  <a:pt x="833" y="6"/>
                </a:lnTo>
                <a:lnTo>
                  <a:pt x="808" y="6"/>
                </a:lnTo>
                <a:lnTo>
                  <a:pt x="783" y="6"/>
                </a:lnTo>
                <a:lnTo>
                  <a:pt x="758" y="7"/>
                </a:lnTo>
                <a:lnTo>
                  <a:pt x="733" y="8"/>
                </a:lnTo>
                <a:lnTo>
                  <a:pt x="708" y="10"/>
                </a:lnTo>
                <a:lnTo>
                  <a:pt x="683" y="12"/>
                </a:lnTo>
                <a:lnTo>
                  <a:pt x="658" y="15"/>
                </a:lnTo>
                <a:lnTo>
                  <a:pt x="634" y="19"/>
                </a:lnTo>
                <a:lnTo>
                  <a:pt x="609" y="23"/>
                </a:lnTo>
                <a:lnTo>
                  <a:pt x="585" y="27"/>
                </a:lnTo>
                <a:lnTo>
                  <a:pt x="561" y="32"/>
                </a:lnTo>
                <a:lnTo>
                  <a:pt x="537" y="38"/>
                </a:lnTo>
                <a:lnTo>
                  <a:pt x="513" y="44"/>
                </a:lnTo>
                <a:lnTo>
                  <a:pt x="490" y="50"/>
                </a:lnTo>
                <a:lnTo>
                  <a:pt x="467" y="57"/>
                </a:lnTo>
                <a:lnTo>
                  <a:pt x="445" y="65"/>
                </a:lnTo>
                <a:lnTo>
                  <a:pt x="422" y="73"/>
                </a:lnTo>
                <a:lnTo>
                  <a:pt x="400" y="81"/>
                </a:lnTo>
                <a:lnTo>
                  <a:pt x="379" y="90"/>
                </a:lnTo>
                <a:lnTo>
                  <a:pt x="358" y="100"/>
                </a:lnTo>
                <a:lnTo>
                  <a:pt x="337" y="110"/>
                </a:lnTo>
                <a:lnTo>
                  <a:pt x="317" y="120"/>
                </a:lnTo>
                <a:lnTo>
                  <a:pt x="298" y="131"/>
                </a:lnTo>
                <a:lnTo>
                  <a:pt x="278" y="142"/>
                </a:lnTo>
                <a:lnTo>
                  <a:pt x="260" y="153"/>
                </a:lnTo>
                <a:lnTo>
                  <a:pt x="242" y="165"/>
                </a:lnTo>
                <a:lnTo>
                  <a:pt x="224" y="177"/>
                </a:lnTo>
                <a:lnTo>
                  <a:pt x="207" y="190"/>
                </a:lnTo>
                <a:lnTo>
                  <a:pt x="191" y="203"/>
                </a:lnTo>
                <a:lnTo>
                  <a:pt x="175" y="217"/>
                </a:lnTo>
                <a:lnTo>
                  <a:pt x="160" y="230"/>
                </a:lnTo>
                <a:lnTo>
                  <a:pt x="146" y="244"/>
                </a:lnTo>
                <a:lnTo>
                  <a:pt x="132" y="259"/>
                </a:lnTo>
                <a:lnTo>
                  <a:pt x="119" y="273"/>
                </a:lnTo>
                <a:lnTo>
                  <a:pt x="106" y="288"/>
                </a:lnTo>
                <a:lnTo>
                  <a:pt x="95" y="303"/>
                </a:lnTo>
                <a:lnTo>
                  <a:pt x="83" y="319"/>
                </a:lnTo>
                <a:lnTo>
                  <a:pt x="73" y="334"/>
                </a:lnTo>
                <a:lnTo>
                  <a:pt x="63" y="350"/>
                </a:lnTo>
                <a:lnTo>
                  <a:pt x="55" y="366"/>
                </a:lnTo>
                <a:lnTo>
                  <a:pt x="46" y="382"/>
                </a:lnTo>
                <a:lnTo>
                  <a:pt x="39" y="399"/>
                </a:lnTo>
                <a:lnTo>
                  <a:pt x="32" y="415"/>
                </a:lnTo>
                <a:lnTo>
                  <a:pt x="26" y="432"/>
                </a:lnTo>
                <a:lnTo>
                  <a:pt x="21" y="449"/>
                </a:lnTo>
                <a:lnTo>
                  <a:pt x="17" y="465"/>
                </a:lnTo>
                <a:lnTo>
                  <a:pt x="14" y="482"/>
                </a:lnTo>
                <a:lnTo>
                  <a:pt x="11" y="499"/>
                </a:lnTo>
                <a:lnTo>
                  <a:pt x="9" y="516"/>
                </a:lnTo>
                <a:lnTo>
                  <a:pt x="8" y="534"/>
                </a:lnTo>
                <a:lnTo>
                  <a:pt x="7" y="551"/>
                </a:lnTo>
                <a:lnTo>
                  <a:pt x="8" y="568"/>
                </a:lnTo>
                <a:lnTo>
                  <a:pt x="9" y="585"/>
                </a:lnTo>
                <a:lnTo>
                  <a:pt x="11" y="602"/>
                </a:lnTo>
                <a:lnTo>
                  <a:pt x="14" y="620"/>
                </a:lnTo>
                <a:lnTo>
                  <a:pt x="17" y="637"/>
                </a:lnTo>
                <a:lnTo>
                  <a:pt x="21" y="654"/>
                </a:lnTo>
                <a:lnTo>
                  <a:pt x="26" y="671"/>
                </a:lnTo>
                <a:lnTo>
                  <a:pt x="32" y="687"/>
                </a:lnTo>
                <a:lnTo>
                  <a:pt x="39" y="704"/>
                </a:lnTo>
                <a:lnTo>
                  <a:pt x="46" y="720"/>
                </a:lnTo>
                <a:lnTo>
                  <a:pt x="55" y="736"/>
                </a:lnTo>
                <a:lnTo>
                  <a:pt x="63" y="752"/>
                </a:lnTo>
                <a:lnTo>
                  <a:pt x="73" y="768"/>
                </a:lnTo>
                <a:lnTo>
                  <a:pt x="83" y="784"/>
                </a:lnTo>
                <a:lnTo>
                  <a:pt x="95" y="799"/>
                </a:lnTo>
                <a:lnTo>
                  <a:pt x="106" y="814"/>
                </a:lnTo>
                <a:lnTo>
                  <a:pt x="119" y="829"/>
                </a:lnTo>
                <a:lnTo>
                  <a:pt x="132" y="844"/>
                </a:lnTo>
                <a:lnTo>
                  <a:pt x="146" y="858"/>
                </a:lnTo>
                <a:lnTo>
                  <a:pt x="160" y="872"/>
                </a:lnTo>
                <a:lnTo>
                  <a:pt x="175" y="886"/>
                </a:lnTo>
                <a:lnTo>
                  <a:pt x="191" y="899"/>
                </a:lnTo>
                <a:lnTo>
                  <a:pt x="207" y="912"/>
                </a:lnTo>
                <a:lnTo>
                  <a:pt x="224" y="925"/>
                </a:lnTo>
                <a:lnTo>
                  <a:pt x="242" y="937"/>
                </a:lnTo>
                <a:lnTo>
                  <a:pt x="260" y="949"/>
                </a:lnTo>
                <a:lnTo>
                  <a:pt x="278" y="961"/>
                </a:lnTo>
                <a:lnTo>
                  <a:pt x="298" y="972"/>
                </a:lnTo>
                <a:lnTo>
                  <a:pt x="317" y="982"/>
                </a:lnTo>
                <a:lnTo>
                  <a:pt x="337" y="993"/>
                </a:lnTo>
                <a:lnTo>
                  <a:pt x="358" y="1003"/>
                </a:lnTo>
                <a:lnTo>
                  <a:pt x="379" y="1012"/>
                </a:lnTo>
                <a:lnTo>
                  <a:pt x="400" y="1021"/>
                </a:lnTo>
                <a:lnTo>
                  <a:pt x="422" y="1029"/>
                </a:lnTo>
                <a:lnTo>
                  <a:pt x="445" y="1037"/>
                </a:lnTo>
                <a:lnTo>
                  <a:pt x="467" y="1045"/>
                </a:lnTo>
                <a:lnTo>
                  <a:pt x="490" y="1052"/>
                </a:lnTo>
                <a:lnTo>
                  <a:pt x="513" y="1059"/>
                </a:lnTo>
                <a:lnTo>
                  <a:pt x="537" y="1065"/>
                </a:lnTo>
                <a:lnTo>
                  <a:pt x="561" y="1070"/>
                </a:lnTo>
                <a:lnTo>
                  <a:pt x="585" y="1075"/>
                </a:lnTo>
                <a:lnTo>
                  <a:pt x="609" y="1080"/>
                </a:lnTo>
                <a:lnTo>
                  <a:pt x="634" y="1084"/>
                </a:lnTo>
                <a:lnTo>
                  <a:pt x="658" y="1087"/>
                </a:lnTo>
                <a:lnTo>
                  <a:pt x="683" y="1090"/>
                </a:lnTo>
                <a:lnTo>
                  <a:pt x="708" y="1092"/>
                </a:lnTo>
                <a:lnTo>
                  <a:pt x="733" y="1094"/>
                </a:lnTo>
                <a:lnTo>
                  <a:pt x="758" y="1096"/>
                </a:lnTo>
                <a:lnTo>
                  <a:pt x="783" y="1097"/>
                </a:lnTo>
                <a:lnTo>
                  <a:pt x="808" y="1097"/>
                </a:lnTo>
                <a:lnTo>
                  <a:pt x="833" y="1097"/>
                </a:lnTo>
                <a:lnTo>
                  <a:pt x="859" y="1096"/>
                </a:lnTo>
                <a:lnTo>
                  <a:pt x="884" y="1094"/>
                </a:lnTo>
                <a:lnTo>
                  <a:pt x="909" y="1092"/>
                </a:lnTo>
                <a:lnTo>
                  <a:pt x="934" y="1090"/>
                </a:lnTo>
                <a:lnTo>
                  <a:pt x="958" y="1087"/>
                </a:lnTo>
                <a:lnTo>
                  <a:pt x="983" y="1084"/>
                </a:lnTo>
                <a:lnTo>
                  <a:pt x="1007" y="1080"/>
                </a:lnTo>
                <a:lnTo>
                  <a:pt x="1032" y="1075"/>
                </a:lnTo>
                <a:lnTo>
                  <a:pt x="1056" y="1070"/>
                </a:lnTo>
                <a:lnTo>
                  <a:pt x="1080" y="1065"/>
                </a:lnTo>
                <a:lnTo>
                  <a:pt x="1103" y="1059"/>
                </a:lnTo>
                <a:lnTo>
                  <a:pt x="1126" y="1052"/>
                </a:lnTo>
                <a:lnTo>
                  <a:pt x="1149" y="1045"/>
                </a:lnTo>
                <a:lnTo>
                  <a:pt x="1172" y="1037"/>
                </a:lnTo>
                <a:lnTo>
                  <a:pt x="1194" y="1029"/>
                </a:lnTo>
                <a:lnTo>
                  <a:pt x="1216" y="1021"/>
                </a:lnTo>
                <a:lnTo>
                  <a:pt x="1237" y="1012"/>
                </a:lnTo>
                <a:lnTo>
                  <a:pt x="1259" y="1003"/>
                </a:lnTo>
                <a:lnTo>
                  <a:pt x="1279" y="993"/>
                </a:lnTo>
                <a:lnTo>
                  <a:pt x="1299" y="982"/>
                </a:lnTo>
                <a:lnTo>
                  <a:pt x="1319" y="972"/>
                </a:lnTo>
                <a:lnTo>
                  <a:pt x="1338" y="961"/>
                </a:lnTo>
                <a:lnTo>
                  <a:pt x="1357" y="949"/>
                </a:lnTo>
                <a:lnTo>
                  <a:pt x="1375" y="937"/>
                </a:lnTo>
                <a:lnTo>
                  <a:pt x="1392" y="925"/>
                </a:lnTo>
                <a:lnTo>
                  <a:pt x="1409" y="912"/>
                </a:lnTo>
                <a:lnTo>
                  <a:pt x="1425" y="899"/>
                </a:lnTo>
                <a:lnTo>
                  <a:pt x="1441" y="886"/>
                </a:lnTo>
                <a:lnTo>
                  <a:pt x="1456" y="872"/>
                </a:lnTo>
                <a:lnTo>
                  <a:pt x="1471" y="858"/>
                </a:lnTo>
                <a:lnTo>
                  <a:pt x="1486" y="844"/>
                </a:lnTo>
                <a:lnTo>
                  <a:pt x="1499" y="829"/>
                </a:lnTo>
                <a:lnTo>
                  <a:pt x="1511" y="814"/>
                </a:lnTo>
                <a:lnTo>
                  <a:pt x="1523" y="799"/>
                </a:lnTo>
                <a:lnTo>
                  <a:pt x="1534" y="784"/>
                </a:lnTo>
                <a:lnTo>
                  <a:pt x="1544" y="768"/>
                </a:lnTo>
                <a:lnTo>
                  <a:pt x="1554" y="752"/>
                </a:lnTo>
                <a:lnTo>
                  <a:pt x="1563" y="736"/>
                </a:lnTo>
                <a:lnTo>
                  <a:pt x="1571" y="720"/>
                </a:lnTo>
                <a:lnTo>
                  <a:pt x="1579" y="704"/>
                </a:lnTo>
                <a:lnTo>
                  <a:pt x="1585" y="687"/>
                </a:lnTo>
                <a:lnTo>
                  <a:pt x="1591" y="671"/>
                </a:lnTo>
                <a:lnTo>
                  <a:pt x="1596" y="654"/>
                </a:lnTo>
                <a:lnTo>
                  <a:pt x="1600" y="637"/>
                </a:lnTo>
                <a:lnTo>
                  <a:pt x="1604" y="620"/>
                </a:lnTo>
                <a:lnTo>
                  <a:pt x="1607" y="602"/>
                </a:lnTo>
                <a:lnTo>
                  <a:pt x="1609" y="585"/>
                </a:lnTo>
                <a:lnTo>
                  <a:pt x="1610" y="568"/>
                </a:lnTo>
                <a:lnTo>
                  <a:pt x="1610" y="551"/>
                </a:lnTo>
                <a:moveTo>
                  <a:pt x="1618" y="551"/>
                </a:moveTo>
                <a:lnTo>
                  <a:pt x="1617" y="568"/>
                </a:lnTo>
                <a:lnTo>
                  <a:pt x="1616" y="585"/>
                </a:lnTo>
                <a:lnTo>
                  <a:pt x="1614" y="602"/>
                </a:lnTo>
                <a:lnTo>
                  <a:pt x="1611" y="621"/>
                </a:lnTo>
                <a:lnTo>
                  <a:pt x="1608" y="638"/>
                </a:lnTo>
                <a:lnTo>
                  <a:pt x="1604" y="655"/>
                </a:lnTo>
                <a:lnTo>
                  <a:pt x="1598" y="672"/>
                </a:lnTo>
                <a:lnTo>
                  <a:pt x="1592" y="688"/>
                </a:lnTo>
                <a:lnTo>
                  <a:pt x="1586" y="705"/>
                </a:lnTo>
                <a:lnTo>
                  <a:pt x="1578" y="722"/>
                </a:lnTo>
                <a:lnTo>
                  <a:pt x="1570" y="738"/>
                </a:lnTo>
                <a:lnTo>
                  <a:pt x="1561" y="754"/>
                </a:lnTo>
                <a:lnTo>
                  <a:pt x="1551" y="770"/>
                </a:lnTo>
                <a:lnTo>
                  <a:pt x="1541" y="786"/>
                </a:lnTo>
                <a:lnTo>
                  <a:pt x="1530" y="801"/>
                </a:lnTo>
                <a:lnTo>
                  <a:pt x="1518" y="817"/>
                </a:lnTo>
                <a:lnTo>
                  <a:pt x="1505" y="832"/>
                </a:lnTo>
                <a:lnTo>
                  <a:pt x="1492" y="847"/>
                </a:lnTo>
                <a:lnTo>
                  <a:pt x="1478" y="861"/>
                </a:lnTo>
                <a:lnTo>
                  <a:pt x="1462" y="875"/>
                </a:lnTo>
                <a:lnTo>
                  <a:pt x="1447" y="889"/>
                </a:lnTo>
                <a:lnTo>
                  <a:pt x="1431" y="902"/>
                </a:lnTo>
                <a:lnTo>
                  <a:pt x="1415" y="916"/>
                </a:lnTo>
                <a:lnTo>
                  <a:pt x="1398" y="928"/>
                </a:lnTo>
                <a:lnTo>
                  <a:pt x="1380" y="941"/>
                </a:lnTo>
                <a:lnTo>
                  <a:pt x="1362" y="953"/>
                </a:lnTo>
                <a:lnTo>
                  <a:pt x="1343" y="964"/>
                </a:lnTo>
                <a:lnTo>
                  <a:pt x="1324" y="976"/>
                </a:lnTo>
                <a:lnTo>
                  <a:pt x="1304" y="986"/>
                </a:lnTo>
                <a:lnTo>
                  <a:pt x="1284" y="997"/>
                </a:lnTo>
                <a:lnTo>
                  <a:pt x="1263" y="1007"/>
                </a:lnTo>
                <a:lnTo>
                  <a:pt x="1242" y="1016"/>
                </a:lnTo>
                <a:lnTo>
                  <a:pt x="1220" y="1025"/>
                </a:lnTo>
                <a:lnTo>
                  <a:pt x="1198" y="1034"/>
                </a:lnTo>
                <a:lnTo>
                  <a:pt x="1175" y="1042"/>
                </a:lnTo>
                <a:lnTo>
                  <a:pt x="1153" y="1050"/>
                </a:lnTo>
                <a:lnTo>
                  <a:pt x="1129" y="1057"/>
                </a:lnTo>
                <a:lnTo>
                  <a:pt x="1106" y="1063"/>
                </a:lnTo>
                <a:lnTo>
                  <a:pt x="1082" y="1069"/>
                </a:lnTo>
                <a:lnTo>
                  <a:pt x="1058" y="1075"/>
                </a:lnTo>
                <a:lnTo>
                  <a:pt x="1034" y="1080"/>
                </a:lnTo>
                <a:lnTo>
                  <a:pt x="1009" y="1085"/>
                </a:lnTo>
                <a:lnTo>
                  <a:pt x="985" y="1089"/>
                </a:lnTo>
                <a:lnTo>
                  <a:pt x="960" y="1092"/>
                </a:lnTo>
                <a:lnTo>
                  <a:pt x="935" y="1095"/>
                </a:lnTo>
                <a:lnTo>
                  <a:pt x="910" y="1098"/>
                </a:lnTo>
                <a:lnTo>
                  <a:pt x="884" y="1099"/>
                </a:lnTo>
                <a:lnTo>
                  <a:pt x="859" y="1101"/>
                </a:lnTo>
                <a:lnTo>
                  <a:pt x="834" y="1102"/>
                </a:lnTo>
                <a:lnTo>
                  <a:pt x="808" y="1102"/>
                </a:lnTo>
                <a:lnTo>
                  <a:pt x="783" y="1102"/>
                </a:lnTo>
                <a:lnTo>
                  <a:pt x="757" y="1101"/>
                </a:lnTo>
                <a:lnTo>
                  <a:pt x="732" y="1099"/>
                </a:lnTo>
                <a:lnTo>
                  <a:pt x="707" y="1098"/>
                </a:lnTo>
                <a:lnTo>
                  <a:pt x="682" y="1095"/>
                </a:lnTo>
                <a:lnTo>
                  <a:pt x="657" y="1092"/>
                </a:lnTo>
                <a:lnTo>
                  <a:pt x="632" y="1089"/>
                </a:lnTo>
                <a:lnTo>
                  <a:pt x="607" y="1085"/>
                </a:lnTo>
                <a:lnTo>
                  <a:pt x="583" y="1080"/>
                </a:lnTo>
                <a:lnTo>
                  <a:pt x="558" y="1075"/>
                </a:lnTo>
                <a:lnTo>
                  <a:pt x="534" y="1069"/>
                </a:lnTo>
                <a:lnTo>
                  <a:pt x="511" y="1063"/>
                </a:lnTo>
                <a:lnTo>
                  <a:pt x="487" y="1057"/>
                </a:lnTo>
                <a:lnTo>
                  <a:pt x="464" y="1050"/>
                </a:lnTo>
                <a:lnTo>
                  <a:pt x="441" y="1042"/>
                </a:lnTo>
                <a:lnTo>
                  <a:pt x="419" y="1034"/>
                </a:lnTo>
                <a:lnTo>
                  <a:pt x="397" y="1025"/>
                </a:lnTo>
                <a:lnTo>
                  <a:pt x="375" y="1016"/>
                </a:lnTo>
                <a:lnTo>
                  <a:pt x="354" y="1007"/>
                </a:lnTo>
                <a:lnTo>
                  <a:pt x="333" y="997"/>
                </a:lnTo>
                <a:lnTo>
                  <a:pt x="313" y="986"/>
                </a:lnTo>
                <a:lnTo>
                  <a:pt x="293" y="976"/>
                </a:lnTo>
                <a:lnTo>
                  <a:pt x="274" y="964"/>
                </a:lnTo>
                <a:lnTo>
                  <a:pt x="255" y="953"/>
                </a:lnTo>
                <a:lnTo>
                  <a:pt x="236" y="941"/>
                </a:lnTo>
                <a:lnTo>
                  <a:pt x="219" y="928"/>
                </a:lnTo>
                <a:lnTo>
                  <a:pt x="202" y="916"/>
                </a:lnTo>
                <a:lnTo>
                  <a:pt x="185" y="902"/>
                </a:lnTo>
                <a:lnTo>
                  <a:pt x="169" y="889"/>
                </a:lnTo>
                <a:lnTo>
                  <a:pt x="154" y="875"/>
                </a:lnTo>
                <a:lnTo>
                  <a:pt x="139" y="861"/>
                </a:lnTo>
                <a:lnTo>
                  <a:pt x="126" y="847"/>
                </a:lnTo>
                <a:lnTo>
                  <a:pt x="112" y="832"/>
                </a:lnTo>
                <a:lnTo>
                  <a:pt x="100" y="817"/>
                </a:lnTo>
                <a:lnTo>
                  <a:pt x="88" y="801"/>
                </a:lnTo>
                <a:lnTo>
                  <a:pt x="77" y="786"/>
                </a:lnTo>
                <a:lnTo>
                  <a:pt x="66" y="770"/>
                </a:lnTo>
                <a:lnTo>
                  <a:pt x="56" y="754"/>
                </a:lnTo>
                <a:lnTo>
                  <a:pt x="47" y="738"/>
                </a:lnTo>
                <a:lnTo>
                  <a:pt x="39" y="722"/>
                </a:lnTo>
                <a:lnTo>
                  <a:pt x="32" y="705"/>
                </a:lnTo>
                <a:lnTo>
                  <a:pt x="25" y="688"/>
                </a:lnTo>
                <a:lnTo>
                  <a:pt x="19" y="672"/>
                </a:lnTo>
                <a:lnTo>
                  <a:pt x="14" y="655"/>
                </a:lnTo>
                <a:lnTo>
                  <a:pt x="10" y="638"/>
                </a:lnTo>
                <a:lnTo>
                  <a:pt x="6" y="621"/>
                </a:lnTo>
                <a:lnTo>
                  <a:pt x="3" y="602"/>
                </a:lnTo>
                <a:lnTo>
                  <a:pt x="1" y="585"/>
                </a:lnTo>
                <a:lnTo>
                  <a:pt x="0" y="568"/>
                </a:lnTo>
                <a:lnTo>
                  <a:pt x="0" y="551"/>
                </a:lnTo>
                <a:lnTo>
                  <a:pt x="0" y="533"/>
                </a:lnTo>
                <a:lnTo>
                  <a:pt x="1" y="516"/>
                </a:lnTo>
                <a:lnTo>
                  <a:pt x="3" y="499"/>
                </a:lnTo>
                <a:lnTo>
                  <a:pt x="6" y="482"/>
                </a:lnTo>
                <a:lnTo>
                  <a:pt x="10" y="465"/>
                </a:lnTo>
                <a:lnTo>
                  <a:pt x="14" y="448"/>
                </a:lnTo>
                <a:lnTo>
                  <a:pt x="19" y="431"/>
                </a:lnTo>
                <a:lnTo>
                  <a:pt x="25" y="414"/>
                </a:lnTo>
                <a:lnTo>
                  <a:pt x="32" y="397"/>
                </a:lnTo>
                <a:lnTo>
                  <a:pt x="39" y="381"/>
                </a:lnTo>
                <a:lnTo>
                  <a:pt x="47" y="364"/>
                </a:lnTo>
                <a:lnTo>
                  <a:pt x="56" y="348"/>
                </a:lnTo>
                <a:lnTo>
                  <a:pt x="66" y="332"/>
                </a:lnTo>
                <a:lnTo>
                  <a:pt x="77" y="316"/>
                </a:lnTo>
                <a:lnTo>
                  <a:pt x="88" y="301"/>
                </a:lnTo>
                <a:lnTo>
                  <a:pt x="100" y="286"/>
                </a:lnTo>
                <a:lnTo>
                  <a:pt x="112" y="271"/>
                </a:lnTo>
                <a:lnTo>
                  <a:pt x="126" y="256"/>
                </a:lnTo>
                <a:lnTo>
                  <a:pt x="139" y="241"/>
                </a:lnTo>
                <a:lnTo>
                  <a:pt x="154" y="227"/>
                </a:lnTo>
                <a:lnTo>
                  <a:pt x="169" y="213"/>
                </a:lnTo>
                <a:lnTo>
                  <a:pt x="185" y="200"/>
                </a:lnTo>
                <a:lnTo>
                  <a:pt x="202" y="187"/>
                </a:lnTo>
                <a:lnTo>
                  <a:pt x="219" y="174"/>
                </a:lnTo>
                <a:lnTo>
                  <a:pt x="236" y="162"/>
                </a:lnTo>
                <a:lnTo>
                  <a:pt x="255" y="150"/>
                </a:lnTo>
                <a:lnTo>
                  <a:pt x="274" y="138"/>
                </a:lnTo>
                <a:lnTo>
                  <a:pt x="293" y="127"/>
                </a:lnTo>
                <a:lnTo>
                  <a:pt x="313" y="116"/>
                </a:lnTo>
                <a:lnTo>
                  <a:pt x="333" y="105"/>
                </a:lnTo>
                <a:lnTo>
                  <a:pt x="354" y="96"/>
                </a:lnTo>
                <a:lnTo>
                  <a:pt x="375" y="86"/>
                </a:lnTo>
                <a:lnTo>
                  <a:pt x="397" y="77"/>
                </a:lnTo>
                <a:lnTo>
                  <a:pt x="419" y="68"/>
                </a:lnTo>
                <a:lnTo>
                  <a:pt x="441" y="60"/>
                </a:lnTo>
                <a:lnTo>
                  <a:pt x="464" y="53"/>
                </a:lnTo>
                <a:lnTo>
                  <a:pt x="487" y="46"/>
                </a:lnTo>
                <a:lnTo>
                  <a:pt x="511" y="39"/>
                </a:lnTo>
                <a:lnTo>
                  <a:pt x="534" y="33"/>
                </a:lnTo>
                <a:lnTo>
                  <a:pt x="558" y="27"/>
                </a:lnTo>
                <a:lnTo>
                  <a:pt x="583" y="22"/>
                </a:lnTo>
                <a:lnTo>
                  <a:pt x="607" y="18"/>
                </a:lnTo>
                <a:lnTo>
                  <a:pt x="632" y="14"/>
                </a:lnTo>
                <a:lnTo>
                  <a:pt x="657" y="10"/>
                </a:lnTo>
                <a:lnTo>
                  <a:pt x="682" y="7"/>
                </a:lnTo>
                <a:lnTo>
                  <a:pt x="707" y="5"/>
                </a:lnTo>
                <a:lnTo>
                  <a:pt x="732" y="3"/>
                </a:lnTo>
                <a:lnTo>
                  <a:pt x="757" y="1"/>
                </a:lnTo>
                <a:lnTo>
                  <a:pt x="783" y="1"/>
                </a:lnTo>
                <a:lnTo>
                  <a:pt x="808" y="0"/>
                </a:lnTo>
                <a:lnTo>
                  <a:pt x="834" y="1"/>
                </a:lnTo>
                <a:lnTo>
                  <a:pt x="859" y="1"/>
                </a:lnTo>
                <a:lnTo>
                  <a:pt x="884" y="3"/>
                </a:lnTo>
                <a:lnTo>
                  <a:pt x="910" y="5"/>
                </a:lnTo>
                <a:lnTo>
                  <a:pt x="935" y="7"/>
                </a:lnTo>
                <a:lnTo>
                  <a:pt x="960" y="10"/>
                </a:lnTo>
                <a:lnTo>
                  <a:pt x="985" y="14"/>
                </a:lnTo>
                <a:lnTo>
                  <a:pt x="1009" y="18"/>
                </a:lnTo>
                <a:lnTo>
                  <a:pt x="1034" y="22"/>
                </a:lnTo>
                <a:lnTo>
                  <a:pt x="1058" y="27"/>
                </a:lnTo>
                <a:lnTo>
                  <a:pt x="1082" y="33"/>
                </a:lnTo>
                <a:lnTo>
                  <a:pt x="1106" y="39"/>
                </a:lnTo>
                <a:lnTo>
                  <a:pt x="1129" y="46"/>
                </a:lnTo>
                <a:lnTo>
                  <a:pt x="1153" y="53"/>
                </a:lnTo>
                <a:lnTo>
                  <a:pt x="1175" y="60"/>
                </a:lnTo>
                <a:lnTo>
                  <a:pt x="1198" y="68"/>
                </a:lnTo>
                <a:lnTo>
                  <a:pt x="1220" y="77"/>
                </a:lnTo>
                <a:lnTo>
                  <a:pt x="1242" y="86"/>
                </a:lnTo>
                <a:lnTo>
                  <a:pt x="1263" y="96"/>
                </a:lnTo>
                <a:lnTo>
                  <a:pt x="1284" y="105"/>
                </a:lnTo>
                <a:lnTo>
                  <a:pt x="1304" y="116"/>
                </a:lnTo>
                <a:lnTo>
                  <a:pt x="1324" y="127"/>
                </a:lnTo>
                <a:lnTo>
                  <a:pt x="1343" y="138"/>
                </a:lnTo>
                <a:lnTo>
                  <a:pt x="1362" y="150"/>
                </a:lnTo>
                <a:lnTo>
                  <a:pt x="1380" y="162"/>
                </a:lnTo>
                <a:lnTo>
                  <a:pt x="1398" y="174"/>
                </a:lnTo>
                <a:lnTo>
                  <a:pt x="1415" y="187"/>
                </a:lnTo>
                <a:lnTo>
                  <a:pt x="1431" y="200"/>
                </a:lnTo>
                <a:lnTo>
                  <a:pt x="1447" y="213"/>
                </a:lnTo>
                <a:lnTo>
                  <a:pt x="1462" y="227"/>
                </a:lnTo>
                <a:lnTo>
                  <a:pt x="1478" y="241"/>
                </a:lnTo>
                <a:lnTo>
                  <a:pt x="1492" y="256"/>
                </a:lnTo>
                <a:lnTo>
                  <a:pt x="1505" y="271"/>
                </a:lnTo>
                <a:lnTo>
                  <a:pt x="1518" y="286"/>
                </a:lnTo>
                <a:lnTo>
                  <a:pt x="1530" y="301"/>
                </a:lnTo>
                <a:lnTo>
                  <a:pt x="1541" y="316"/>
                </a:lnTo>
                <a:lnTo>
                  <a:pt x="1551" y="332"/>
                </a:lnTo>
                <a:lnTo>
                  <a:pt x="1561" y="348"/>
                </a:lnTo>
                <a:lnTo>
                  <a:pt x="1570" y="364"/>
                </a:lnTo>
                <a:lnTo>
                  <a:pt x="1578" y="381"/>
                </a:lnTo>
                <a:lnTo>
                  <a:pt x="1586" y="397"/>
                </a:lnTo>
                <a:lnTo>
                  <a:pt x="1592" y="414"/>
                </a:lnTo>
                <a:lnTo>
                  <a:pt x="1598" y="431"/>
                </a:lnTo>
                <a:lnTo>
                  <a:pt x="1604" y="448"/>
                </a:lnTo>
                <a:lnTo>
                  <a:pt x="1608" y="465"/>
                </a:lnTo>
                <a:lnTo>
                  <a:pt x="1611" y="482"/>
                </a:lnTo>
                <a:lnTo>
                  <a:pt x="1614" y="499"/>
                </a:lnTo>
                <a:lnTo>
                  <a:pt x="1616" y="516"/>
                </a:lnTo>
                <a:lnTo>
                  <a:pt x="1617" y="533"/>
                </a:lnTo>
                <a:lnTo>
                  <a:pt x="1618" y="551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6" name=""/>
          <p:cNvSpPr/>
          <p:nvPr/>
        </p:nvSpPr>
        <p:spPr>
          <a:xfrm>
            <a:off x="3821400" y="2739240"/>
            <a:ext cx="609840" cy="415080"/>
          </a:xfrm>
          <a:custGeom>
            <a:avLst/>
            <a:gdLst/>
            <a:ahLst/>
            <a:rect l="0" t="0" r="r" b="b"/>
            <a:pathLst>
              <a:path w="1694" h="1153">
                <a:moveTo>
                  <a:pt x="1656" y="576"/>
                </a:moveTo>
                <a:lnTo>
                  <a:pt x="1655" y="558"/>
                </a:lnTo>
                <a:lnTo>
                  <a:pt x="1654" y="541"/>
                </a:lnTo>
                <a:lnTo>
                  <a:pt x="1652" y="524"/>
                </a:lnTo>
                <a:lnTo>
                  <a:pt x="1649" y="507"/>
                </a:lnTo>
                <a:lnTo>
                  <a:pt x="1646" y="490"/>
                </a:lnTo>
                <a:lnTo>
                  <a:pt x="1642" y="473"/>
                </a:lnTo>
                <a:lnTo>
                  <a:pt x="1636" y="456"/>
                </a:lnTo>
                <a:lnTo>
                  <a:pt x="1630" y="439"/>
                </a:lnTo>
                <a:lnTo>
                  <a:pt x="1624" y="422"/>
                </a:lnTo>
                <a:lnTo>
                  <a:pt x="1616" y="406"/>
                </a:lnTo>
                <a:lnTo>
                  <a:pt x="1608" y="389"/>
                </a:lnTo>
                <a:lnTo>
                  <a:pt x="1599" y="373"/>
                </a:lnTo>
                <a:lnTo>
                  <a:pt x="1589" y="357"/>
                </a:lnTo>
                <a:lnTo>
                  <a:pt x="1579" y="341"/>
                </a:lnTo>
                <a:lnTo>
                  <a:pt x="1568" y="326"/>
                </a:lnTo>
                <a:lnTo>
                  <a:pt x="1556" y="311"/>
                </a:lnTo>
                <a:lnTo>
                  <a:pt x="1543" y="296"/>
                </a:lnTo>
                <a:lnTo>
                  <a:pt x="1530" y="281"/>
                </a:lnTo>
                <a:lnTo>
                  <a:pt x="1516" y="266"/>
                </a:lnTo>
                <a:lnTo>
                  <a:pt x="1501" y="252"/>
                </a:lnTo>
                <a:lnTo>
                  <a:pt x="1486" y="238"/>
                </a:lnTo>
                <a:lnTo>
                  <a:pt x="1470" y="225"/>
                </a:lnTo>
                <a:lnTo>
                  <a:pt x="1454" y="212"/>
                </a:lnTo>
                <a:lnTo>
                  <a:pt x="1437" y="199"/>
                </a:lnTo>
                <a:lnTo>
                  <a:pt x="1419" y="187"/>
                </a:lnTo>
                <a:lnTo>
                  <a:pt x="1401" y="175"/>
                </a:lnTo>
                <a:lnTo>
                  <a:pt x="1382" y="163"/>
                </a:lnTo>
                <a:lnTo>
                  <a:pt x="1363" y="152"/>
                </a:lnTo>
                <a:lnTo>
                  <a:pt x="1343" y="141"/>
                </a:lnTo>
                <a:lnTo>
                  <a:pt x="1323" y="130"/>
                </a:lnTo>
                <a:lnTo>
                  <a:pt x="1302" y="121"/>
                </a:lnTo>
                <a:lnTo>
                  <a:pt x="1281" y="111"/>
                </a:lnTo>
                <a:lnTo>
                  <a:pt x="1259" y="102"/>
                </a:lnTo>
                <a:lnTo>
                  <a:pt x="1237" y="93"/>
                </a:lnTo>
                <a:lnTo>
                  <a:pt x="1214" y="85"/>
                </a:lnTo>
                <a:lnTo>
                  <a:pt x="1192" y="78"/>
                </a:lnTo>
                <a:lnTo>
                  <a:pt x="1168" y="71"/>
                </a:lnTo>
                <a:lnTo>
                  <a:pt x="1145" y="64"/>
                </a:lnTo>
                <a:lnTo>
                  <a:pt x="1121" y="58"/>
                </a:lnTo>
                <a:lnTo>
                  <a:pt x="1097" y="52"/>
                </a:lnTo>
                <a:lnTo>
                  <a:pt x="1073" y="47"/>
                </a:lnTo>
                <a:lnTo>
                  <a:pt x="1048" y="43"/>
                </a:lnTo>
                <a:lnTo>
                  <a:pt x="1024" y="39"/>
                </a:lnTo>
                <a:lnTo>
                  <a:pt x="999" y="35"/>
                </a:lnTo>
                <a:lnTo>
                  <a:pt x="974" y="32"/>
                </a:lnTo>
                <a:lnTo>
                  <a:pt x="949" y="30"/>
                </a:lnTo>
                <a:lnTo>
                  <a:pt x="923" y="28"/>
                </a:lnTo>
                <a:lnTo>
                  <a:pt x="898" y="26"/>
                </a:lnTo>
                <a:lnTo>
                  <a:pt x="873" y="26"/>
                </a:lnTo>
                <a:lnTo>
                  <a:pt x="847" y="25"/>
                </a:lnTo>
                <a:lnTo>
                  <a:pt x="822" y="26"/>
                </a:lnTo>
                <a:lnTo>
                  <a:pt x="796" y="26"/>
                </a:lnTo>
                <a:lnTo>
                  <a:pt x="771" y="28"/>
                </a:lnTo>
                <a:lnTo>
                  <a:pt x="746" y="30"/>
                </a:lnTo>
                <a:lnTo>
                  <a:pt x="721" y="32"/>
                </a:lnTo>
                <a:lnTo>
                  <a:pt x="696" y="35"/>
                </a:lnTo>
                <a:lnTo>
                  <a:pt x="671" y="39"/>
                </a:lnTo>
                <a:lnTo>
                  <a:pt x="646" y="43"/>
                </a:lnTo>
                <a:lnTo>
                  <a:pt x="622" y="47"/>
                </a:lnTo>
                <a:lnTo>
                  <a:pt x="597" y="52"/>
                </a:lnTo>
                <a:lnTo>
                  <a:pt x="573" y="58"/>
                </a:lnTo>
                <a:lnTo>
                  <a:pt x="550" y="64"/>
                </a:lnTo>
                <a:lnTo>
                  <a:pt x="526" y="71"/>
                </a:lnTo>
                <a:lnTo>
                  <a:pt x="503" y="78"/>
                </a:lnTo>
                <a:lnTo>
                  <a:pt x="480" y="85"/>
                </a:lnTo>
                <a:lnTo>
                  <a:pt x="458" y="93"/>
                </a:lnTo>
                <a:lnTo>
                  <a:pt x="436" y="102"/>
                </a:lnTo>
                <a:lnTo>
                  <a:pt x="414" y="111"/>
                </a:lnTo>
                <a:lnTo>
                  <a:pt x="393" y="121"/>
                </a:lnTo>
                <a:lnTo>
                  <a:pt x="371" y="130"/>
                </a:lnTo>
                <a:lnTo>
                  <a:pt x="351" y="141"/>
                </a:lnTo>
                <a:lnTo>
                  <a:pt x="331" y="152"/>
                </a:lnTo>
                <a:lnTo>
                  <a:pt x="312" y="163"/>
                </a:lnTo>
                <a:lnTo>
                  <a:pt x="293" y="175"/>
                </a:lnTo>
                <a:lnTo>
                  <a:pt x="274" y="187"/>
                </a:lnTo>
                <a:lnTo>
                  <a:pt x="257" y="199"/>
                </a:lnTo>
                <a:lnTo>
                  <a:pt x="240" y="212"/>
                </a:lnTo>
                <a:lnTo>
                  <a:pt x="223" y="225"/>
                </a:lnTo>
                <a:lnTo>
                  <a:pt x="207" y="238"/>
                </a:lnTo>
                <a:lnTo>
                  <a:pt x="192" y="252"/>
                </a:lnTo>
                <a:lnTo>
                  <a:pt x="177" y="266"/>
                </a:lnTo>
                <a:lnTo>
                  <a:pt x="164" y="281"/>
                </a:lnTo>
                <a:lnTo>
                  <a:pt x="150" y="296"/>
                </a:lnTo>
                <a:lnTo>
                  <a:pt x="138" y="311"/>
                </a:lnTo>
                <a:lnTo>
                  <a:pt x="126" y="326"/>
                </a:lnTo>
                <a:lnTo>
                  <a:pt x="115" y="341"/>
                </a:lnTo>
                <a:lnTo>
                  <a:pt x="104" y="357"/>
                </a:lnTo>
                <a:lnTo>
                  <a:pt x="94" y="373"/>
                </a:lnTo>
                <a:lnTo>
                  <a:pt x="85" y="389"/>
                </a:lnTo>
                <a:lnTo>
                  <a:pt x="77" y="406"/>
                </a:lnTo>
                <a:lnTo>
                  <a:pt x="70" y="422"/>
                </a:lnTo>
                <a:lnTo>
                  <a:pt x="63" y="439"/>
                </a:lnTo>
                <a:lnTo>
                  <a:pt x="57" y="456"/>
                </a:lnTo>
                <a:lnTo>
                  <a:pt x="52" y="473"/>
                </a:lnTo>
                <a:lnTo>
                  <a:pt x="48" y="490"/>
                </a:lnTo>
                <a:lnTo>
                  <a:pt x="44" y="507"/>
                </a:lnTo>
                <a:lnTo>
                  <a:pt x="41" y="524"/>
                </a:lnTo>
                <a:lnTo>
                  <a:pt x="39" y="541"/>
                </a:lnTo>
                <a:lnTo>
                  <a:pt x="38" y="558"/>
                </a:lnTo>
                <a:lnTo>
                  <a:pt x="38" y="576"/>
                </a:lnTo>
                <a:lnTo>
                  <a:pt x="38" y="593"/>
                </a:lnTo>
                <a:lnTo>
                  <a:pt x="39" y="610"/>
                </a:lnTo>
                <a:lnTo>
                  <a:pt x="41" y="627"/>
                </a:lnTo>
                <a:lnTo>
                  <a:pt x="44" y="645"/>
                </a:lnTo>
                <a:lnTo>
                  <a:pt x="48" y="662"/>
                </a:lnTo>
                <a:lnTo>
                  <a:pt x="52" y="679"/>
                </a:lnTo>
                <a:lnTo>
                  <a:pt x="57" y="696"/>
                </a:lnTo>
                <a:lnTo>
                  <a:pt x="63" y="712"/>
                </a:lnTo>
                <a:lnTo>
                  <a:pt x="70" y="729"/>
                </a:lnTo>
                <a:lnTo>
                  <a:pt x="77" y="746"/>
                </a:lnTo>
                <a:lnTo>
                  <a:pt x="85" y="762"/>
                </a:lnTo>
                <a:lnTo>
                  <a:pt x="94" y="778"/>
                </a:lnTo>
                <a:lnTo>
                  <a:pt x="104" y="794"/>
                </a:lnTo>
                <a:lnTo>
                  <a:pt x="115" y="810"/>
                </a:lnTo>
                <a:lnTo>
                  <a:pt x="126" y="825"/>
                </a:lnTo>
                <a:lnTo>
                  <a:pt x="138" y="841"/>
                </a:lnTo>
                <a:lnTo>
                  <a:pt x="150" y="856"/>
                </a:lnTo>
                <a:lnTo>
                  <a:pt x="164" y="871"/>
                </a:lnTo>
                <a:lnTo>
                  <a:pt x="177" y="885"/>
                </a:lnTo>
                <a:lnTo>
                  <a:pt x="192" y="899"/>
                </a:lnTo>
                <a:lnTo>
                  <a:pt x="207" y="913"/>
                </a:lnTo>
                <a:lnTo>
                  <a:pt x="223" y="926"/>
                </a:lnTo>
                <a:lnTo>
                  <a:pt x="240" y="940"/>
                </a:lnTo>
                <a:lnTo>
                  <a:pt x="257" y="952"/>
                </a:lnTo>
                <a:lnTo>
                  <a:pt x="274" y="965"/>
                </a:lnTo>
                <a:lnTo>
                  <a:pt x="293" y="977"/>
                </a:lnTo>
                <a:lnTo>
                  <a:pt x="312" y="988"/>
                </a:lnTo>
                <a:lnTo>
                  <a:pt x="331" y="1000"/>
                </a:lnTo>
                <a:lnTo>
                  <a:pt x="351" y="1010"/>
                </a:lnTo>
                <a:lnTo>
                  <a:pt x="371" y="1021"/>
                </a:lnTo>
                <a:lnTo>
                  <a:pt x="393" y="1032"/>
                </a:lnTo>
                <a:lnTo>
                  <a:pt x="414" y="1041"/>
                </a:lnTo>
                <a:lnTo>
                  <a:pt x="436" y="1050"/>
                </a:lnTo>
                <a:lnTo>
                  <a:pt x="458" y="1059"/>
                </a:lnTo>
                <a:lnTo>
                  <a:pt x="480" y="1067"/>
                </a:lnTo>
                <a:lnTo>
                  <a:pt x="503" y="1075"/>
                </a:lnTo>
                <a:lnTo>
                  <a:pt x="526" y="1082"/>
                </a:lnTo>
                <a:lnTo>
                  <a:pt x="550" y="1088"/>
                </a:lnTo>
                <a:lnTo>
                  <a:pt x="573" y="1094"/>
                </a:lnTo>
                <a:lnTo>
                  <a:pt x="597" y="1100"/>
                </a:lnTo>
                <a:lnTo>
                  <a:pt x="622" y="1105"/>
                </a:lnTo>
                <a:lnTo>
                  <a:pt x="646" y="1110"/>
                </a:lnTo>
                <a:lnTo>
                  <a:pt x="671" y="1114"/>
                </a:lnTo>
                <a:lnTo>
                  <a:pt x="696" y="1117"/>
                </a:lnTo>
                <a:lnTo>
                  <a:pt x="721" y="1120"/>
                </a:lnTo>
                <a:lnTo>
                  <a:pt x="746" y="1123"/>
                </a:lnTo>
                <a:lnTo>
                  <a:pt x="771" y="1124"/>
                </a:lnTo>
                <a:lnTo>
                  <a:pt x="796" y="1126"/>
                </a:lnTo>
                <a:lnTo>
                  <a:pt x="822" y="1127"/>
                </a:lnTo>
                <a:lnTo>
                  <a:pt x="847" y="1127"/>
                </a:lnTo>
                <a:lnTo>
                  <a:pt x="873" y="1127"/>
                </a:lnTo>
                <a:lnTo>
                  <a:pt x="898" y="1126"/>
                </a:lnTo>
                <a:lnTo>
                  <a:pt x="923" y="1124"/>
                </a:lnTo>
                <a:lnTo>
                  <a:pt x="949" y="1123"/>
                </a:lnTo>
                <a:lnTo>
                  <a:pt x="974" y="1120"/>
                </a:lnTo>
                <a:lnTo>
                  <a:pt x="999" y="1117"/>
                </a:lnTo>
                <a:lnTo>
                  <a:pt x="1024" y="1114"/>
                </a:lnTo>
                <a:lnTo>
                  <a:pt x="1048" y="1110"/>
                </a:lnTo>
                <a:lnTo>
                  <a:pt x="1073" y="1105"/>
                </a:lnTo>
                <a:lnTo>
                  <a:pt x="1097" y="1100"/>
                </a:lnTo>
                <a:lnTo>
                  <a:pt x="1121" y="1094"/>
                </a:lnTo>
                <a:lnTo>
                  <a:pt x="1145" y="1088"/>
                </a:lnTo>
                <a:lnTo>
                  <a:pt x="1168" y="1082"/>
                </a:lnTo>
                <a:lnTo>
                  <a:pt x="1192" y="1075"/>
                </a:lnTo>
                <a:lnTo>
                  <a:pt x="1214" y="1067"/>
                </a:lnTo>
                <a:lnTo>
                  <a:pt x="1237" y="1059"/>
                </a:lnTo>
                <a:lnTo>
                  <a:pt x="1259" y="1050"/>
                </a:lnTo>
                <a:lnTo>
                  <a:pt x="1281" y="1041"/>
                </a:lnTo>
                <a:lnTo>
                  <a:pt x="1302" y="1032"/>
                </a:lnTo>
                <a:lnTo>
                  <a:pt x="1323" y="1021"/>
                </a:lnTo>
                <a:lnTo>
                  <a:pt x="1343" y="1010"/>
                </a:lnTo>
                <a:lnTo>
                  <a:pt x="1363" y="1000"/>
                </a:lnTo>
                <a:lnTo>
                  <a:pt x="1382" y="988"/>
                </a:lnTo>
                <a:lnTo>
                  <a:pt x="1401" y="977"/>
                </a:lnTo>
                <a:lnTo>
                  <a:pt x="1419" y="965"/>
                </a:lnTo>
                <a:lnTo>
                  <a:pt x="1437" y="952"/>
                </a:lnTo>
                <a:lnTo>
                  <a:pt x="1454" y="940"/>
                </a:lnTo>
                <a:lnTo>
                  <a:pt x="1470" y="926"/>
                </a:lnTo>
                <a:lnTo>
                  <a:pt x="1486" y="913"/>
                </a:lnTo>
                <a:lnTo>
                  <a:pt x="1501" y="899"/>
                </a:lnTo>
                <a:lnTo>
                  <a:pt x="1516" y="885"/>
                </a:lnTo>
                <a:lnTo>
                  <a:pt x="1530" y="871"/>
                </a:lnTo>
                <a:lnTo>
                  <a:pt x="1543" y="856"/>
                </a:lnTo>
                <a:lnTo>
                  <a:pt x="1556" y="841"/>
                </a:lnTo>
                <a:lnTo>
                  <a:pt x="1568" y="825"/>
                </a:lnTo>
                <a:lnTo>
                  <a:pt x="1579" y="810"/>
                </a:lnTo>
                <a:lnTo>
                  <a:pt x="1589" y="794"/>
                </a:lnTo>
                <a:lnTo>
                  <a:pt x="1599" y="778"/>
                </a:lnTo>
                <a:lnTo>
                  <a:pt x="1608" y="762"/>
                </a:lnTo>
                <a:lnTo>
                  <a:pt x="1616" y="746"/>
                </a:lnTo>
                <a:lnTo>
                  <a:pt x="1624" y="729"/>
                </a:lnTo>
                <a:lnTo>
                  <a:pt x="1630" y="712"/>
                </a:lnTo>
                <a:lnTo>
                  <a:pt x="1636" y="696"/>
                </a:lnTo>
                <a:lnTo>
                  <a:pt x="1642" y="679"/>
                </a:lnTo>
                <a:lnTo>
                  <a:pt x="1646" y="662"/>
                </a:lnTo>
                <a:lnTo>
                  <a:pt x="1649" y="645"/>
                </a:lnTo>
                <a:lnTo>
                  <a:pt x="1652" y="627"/>
                </a:lnTo>
                <a:lnTo>
                  <a:pt x="1654" y="610"/>
                </a:lnTo>
                <a:lnTo>
                  <a:pt x="1655" y="593"/>
                </a:lnTo>
                <a:lnTo>
                  <a:pt x="1656" y="576"/>
                </a:lnTo>
                <a:moveTo>
                  <a:pt x="1694" y="576"/>
                </a:moveTo>
                <a:lnTo>
                  <a:pt x="1693" y="594"/>
                </a:lnTo>
                <a:lnTo>
                  <a:pt x="1692" y="612"/>
                </a:lnTo>
                <a:lnTo>
                  <a:pt x="1690" y="630"/>
                </a:lnTo>
                <a:lnTo>
                  <a:pt x="1687" y="648"/>
                </a:lnTo>
                <a:lnTo>
                  <a:pt x="1683" y="666"/>
                </a:lnTo>
                <a:lnTo>
                  <a:pt x="1679" y="684"/>
                </a:lnTo>
                <a:lnTo>
                  <a:pt x="1673" y="701"/>
                </a:lnTo>
                <a:lnTo>
                  <a:pt x="1667" y="719"/>
                </a:lnTo>
                <a:lnTo>
                  <a:pt x="1660" y="736"/>
                </a:lnTo>
                <a:lnTo>
                  <a:pt x="1652" y="754"/>
                </a:lnTo>
                <a:lnTo>
                  <a:pt x="1644" y="771"/>
                </a:lnTo>
                <a:lnTo>
                  <a:pt x="1634" y="788"/>
                </a:lnTo>
                <a:lnTo>
                  <a:pt x="1624" y="804"/>
                </a:lnTo>
                <a:lnTo>
                  <a:pt x="1613" y="821"/>
                </a:lnTo>
                <a:lnTo>
                  <a:pt x="1601" y="837"/>
                </a:lnTo>
                <a:lnTo>
                  <a:pt x="1589" y="853"/>
                </a:lnTo>
                <a:lnTo>
                  <a:pt x="1576" y="869"/>
                </a:lnTo>
                <a:lnTo>
                  <a:pt x="1562" y="884"/>
                </a:lnTo>
                <a:lnTo>
                  <a:pt x="1547" y="899"/>
                </a:lnTo>
                <a:lnTo>
                  <a:pt x="1532" y="914"/>
                </a:lnTo>
                <a:lnTo>
                  <a:pt x="1516" y="929"/>
                </a:lnTo>
                <a:lnTo>
                  <a:pt x="1499" y="943"/>
                </a:lnTo>
                <a:lnTo>
                  <a:pt x="1482" y="957"/>
                </a:lnTo>
                <a:lnTo>
                  <a:pt x="1464" y="970"/>
                </a:lnTo>
                <a:lnTo>
                  <a:pt x="1446" y="983"/>
                </a:lnTo>
                <a:lnTo>
                  <a:pt x="1427" y="996"/>
                </a:lnTo>
                <a:lnTo>
                  <a:pt x="1407" y="1008"/>
                </a:lnTo>
                <a:lnTo>
                  <a:pt x="1387" y="1019"/>
                </a:lnTo>
                <a:lnTo>
                  <a:pt x="1366" y="1032"/>
                </a:lnTo>
                <a:lnTo>
                  <a:pt x="1345" y="1043"/>
                </a:lnTo>
                <a:lnTo>
                  <a:pt x="1323" y="1053"/>
                </a:lnTo>
                <a:lnTo>
                  <a:pt x="1301" y="1063"/>
                </a:lnTo>
                <a:lnTo>
                  <a:pt x="1278" y="1072"/>
                </a:lnTo>
                <a:lnTo>
                  <a:pt x="1255" y="1081"/>
                </a:lnTo>
                <a:lnTo>
                  <a:pt x="1232" y="1090"/>
                </a:lnTo>
                <a:lnTo>
                  <a:pt x="1208" y="1098"/>
                </a:lnTo>
                <a:lnTo>
                  <a:pt x="1183" y="1105"/>
                </a:lnTo>
                <a:lnTo>
                  <a:pt x="1159" y="1112"/>
                </a:lnTo>
                <a:lnTo>
                  <a:pt x="1134" y="1119"/>
                </a:lnTo>
                <a:lnTo>
                  <a:pt x="1109" y="1124"/>
                </a:lnTo>
                <a:lnTo>
                  <a:pt x="1083" y="1130"/>
                </a:lnTo>
                <a:lnTo>
                  <a:pt x="1058" y="1135"/>
                </a:lnTo>
                <a:lnTo>
                  <a:pt x="1032" y="1139"/>
                </a:lnTo>
                <a:lnTo>
                  <a:pt x="1006" y="1142"/>
                </a:lnTo>
                <a:lnTo>
                  <a:pt x="980" y="1146"/>
                </a:lnTo>
                <a:lnTo>
                  <a:pt x="953" y="1148"/>
                </a:lnTo>
                <a:lnTo>
                  <a:pt x="927" y="1150"/>
                </a:lnTo>
                <a:lnTo>
                  <a:pt x="900" y="1152"/>
                </a:lnTo>
                <a:lnTo>
                  <a:pt x="874" y="1152"/>
                </a:lnTo>
                <a:lnTo>
                  <a:pt x="847" y="1153"/>
                </a:lnTo>
                <a:lnTo>
                  <a:pt x="821" y="1152"/>
                </a:lnTo>
                <a:lnTo>
                  <a:pt x="794" y="1152"/>
                </a:lnTo>
                <a:lnTo>
                  <a:pt x="768" y="1150"/>
                </a:lnTo>
                <a:lnTo>
                  <a:pt x="741" y="1148"/>
                </a:lnTo>
                <a:lnTo>
                  <a:pt x="715" y="1146"/>
                </a:lnTo>
                <a:lnTo>
                  <a:pt x="689" y="1142"/>
                </a:lnTo>
                <a:lnTo>
                  <a:pt x="663" y="1139"/>
                </a:lnTo>
                <a:lnTo>
                  <a:pt x="637" y="1135"/>
                </a:lnTo>
                <a:lnTo>
                  <a:pt x="611" y="1130"/>
                </a:lnTo>
                <a:lnTo>
                  <a:pt x="586" y="1124"/>
                </a:lnTo>
                <a:lnTo>
                  <a:pt x="561" y="1119"/>
                </a:lnTo>
                <a:lnTo>
                  <a:pt x="536" y="1112"/>
                </a:lnTo>
                <a:lnTo>
                  <a:pt x="511" y="1105"/>
                </a:lnTo>
                <a:lnTo>
                  <a:pt x="487" y="1098"/>
                </a:lnTo>
                <a:lnTo>
                  <a:pt x="463" y="1090"/>
                </a:lnTo>
                <a:lnTo>
                  <a:pt x="439" y="1081"/>
                </a:lnTo>
                <a:lnTo>
                  <a:pt x="416" y="1072"/>
                </a:lnTo>
                <a:lnTo>
                  <a:pt x="394" y="1063"/>
                </a:lnTo>
                <a:lnTo>
                  <a:pt x="371" y="1053"/>
                </a:lnTo>
                <a:lnTo>
                  <a:pt x="349" y="1043"/>
                </a:lnTo>
                <a:lnTo>
                  <a:pt x="327" y="1032"/>
                </a:lnTo>
                <a:lnTo>
                  <a:pt x="307" y="1019"/>
                </a:lnTo>
                <a:lnTo>
                  <a:pt x="287" y="1008"/>
                </a:lnTo>
                <a:lnTo>
                  <a:pt x="267" y="996"/>
                </a:lnTo>
                <a:lnTo>
                  <a:pt x="248" y="983"/>
                </a:lnTo>
                <a:lnTo>
                  <a:pt x="229" y="970"/>
                </a:lnTo>
                <a:lnTo>
                  <a:pt x="211" y="957"/>
                </a:lnTo>
                <a:lnTo>
                  <a:pt x="194" y="943"/>
                </a:lnTo>
                <a:lnTo>
                  <a:pt x="177" y="929"/>
                </a:lnTo>
                <a:lnTo>
                  <a:pt x="161" y="914"/>
                </a:lnTo>
                <a:lnTo>
                  <a:pt x="146" y="899"/>
                </a:lnTo>
                <a:lnTo>
                  <a:pt x="132" y="884"/>
                </a:lnTo>
                <a:lnTo>
                  <a:pt x="118" y="869"/>
                </a:lnTo>
                <a:lnTo>
                  <a:pt x="105" y="853"/>
                </a:lnTo>
                <a:lnTo>
                  <a:pt x="92" y="837"/>
                </a:lnTo>
                <a:lnTo>
                  <a:pt x="80" y="821"/>
                </a:lnTo>
                <a:lnTo>
                  <a:pt x="69" y="804"/>
                </a:lnTo>
                <a:lnTo>
                  <a:pt x="59" y="788"/>
                </a:lnTo>
                <a:lnTo>
                  <a:pt x="50" y="771"/>
                </a:lnTo>
                <a:lnTo>
                  <a:pt x="41" y="754"/>
                </a:lnTo>
                <a:lnTo>
                  <a:pt x="33" y="736"/>
                </a:lnTo>
                <a:lnTo>
                  <a:pt x="26" y="719"/>
                </a:lnTo>
                <a:lnTo>
                  <a:pt x="20" y="701"/>
                </a:lnTo>
                <a:lnTo>
                  <a:pt x="15" y="684"/>
                </a:lnTo>
                <a:lnTo>
                  <a:pt x="10" y="666"/>
                </a:lnTo>
                <a:lnTo>
                  <a:pt x="7" y="648"/>
                </a:lnTo>
                <a:lnTo>
                  <a:pt x="4" y="630"/>
                </a:lnTo>
                <a:lnTo>
                  <a:pt x="2" y="612"/>
                </a:lnTo>
                <a:lnTo>
                  <a:pt x="0" y="594"/>
                </a:lnTo>
                <a:lnTo>
                  <a:pt x="0" y="576"/>
                </a:lnTo>
                <a:lnTo>
                  <a:pt x="0" y="558"/>
                </a:lnTo>
                <a:lnTo>
                  <a:pt x="2" y="539"/>
                </a:lnTo>
                <a:lnTo>
                  <a:pt x="4" y="521"/>
                </a:lnTo>
                <a:lnTo>
                  <a:pt x="7" y="503"/>
                </a:lnTo>
                <a:lnTo>
                  <a:pt x="10" y="486"/>
                </a:lnTo>
                <a:lnTo>
                  <a:pt x="15" y="468"/>
                </a:lnTo>
                <a:lnTo>
                  <a:pt x="20" y="450"/>
                </a:lnTo>
                <a:lnTo>
                  <a:pt x="26" y="432"/>
                </a:lnTo>
                <a:lnTo>
                  <a:pt x="33" y="415"/>
                </a:lnTo>
                <a:lnTo>
                  <a:pt x="41" y="398"/>
                </a:lnTo>
                <a:lnTo>
                  <a:pt x="50" y="381"/>
                </a:lnTo>
                <a:lnTo>
                  <a:pt x="59" y="364"/>
                </a:lnTo>
                <a:lnTo>
                  <a:pt x="69" y="347"/>
                </a:lnTo>
                <a:lnTo>
                  <a:pt x="80" y="330"/>
                </a:lnTo>
                <a:lnTo>
                  <a:pt x="92" y="314"/>
                </a:lnTo>
                <a:lnTo>
                  <a:pt x="105" y="298"/>
                </a:lnTo>
                <a:lnTo>
                  <a:pt x="118" y="282"/>
                </a:lnTo>
                <a:lnTo>
                  <a:pt x="132" y="267"/>
                </a:lnTo>
                <a:lnTo>
                  <a:pt x="146" y="252"/>
                </a:lnTo>
                <a:lnTo>
                  <a:pt x="161" y="237"/>
                </a:lnTo>
                <a:lnTo>
                  <a:pt x="177" y="223"/>
                </a:lnTo>
                <a:lnTo>
                  <a:pt x="194" y="208"/>
                </a:lnTo>
                <a:lnTo>
                  <a:pt x="211" y="195"/>
                </a:lnTo>
                <a:lnTo>
                  <a:pt x="229" y="181"/>
                </a:lnTo>
                <a:lnTo>
                  <a:pt x="248" y="168"/>
                </a:lnTo>
                <a:lnTo>
                  <a:pt x="267" y="156"/>
                </a:lnTo>
                <a:lnTo>
                  <a:pt x="287" y="144"/>
                </a:lnTo>
                <a:lnTo>
                  <a:pt x="307" y="132"/>
                </a:lnTo>
                <a:lnTo>
                  <a:pt x="327" y="121"/>
                </a:lnTo>
                <a:lnTo>
                  <a:pt x="349" y="110"/>
                </a:lnTo>
                <a:lnTo>
                  <a:pt x="371" y="99"/>
                </a:lnTo>
                <a:lnTo>
                  <a:pt x="394" y="89"/>
                </a:lnTo>
                <a:lnTo>
                  <a:pt x="416" y="80"/>
                </a:lnTo>
                <a:lnTo>
                  <a:pt x="439" y="71"/>
                </a:lnTo>
                <a:lnTo>
                  <a:pt x="463" y="62"/>
                </a:lnTo>
                <a:lnTo>
                  <a:pt x="487" y="54"/>
                </a:lnTo>
                <a:lnTo>
                  <a:pt x="511" y="47"/>
                </a:lnTo>
                <a:lnTo>
                  <a:pt x="536" y="40"/>
                </a:lnTo>
                <a:lnTo>
                  <a:pt x="561" y="34"/>
                </a:lnTo>
                <a:lnTo>
                  <a:pt x="586" y="28"/>
                </a:lnTo>
                <a:lnTo>
                  <a:pt x="611" y="23"/>
                </a:lnTo>
                <a:lnTo>
                  <a:pt x="637" y="18"/>
                </a:lnTo>
                <a:lnTo>
                  <a:pt x="663" y="14"/>
                </a:lnTo>
                <a:lnTo>
                  <a:pt x="689" y="10"/>
                </a:lnTo>
                <a:lnTo>
                  <a:pt x="715" y="7"/>
                </a:lnTo>
                <a:lnTo>
                  <a:pt x="741" y="4"/>
                </a:lnTo>
                <a:lnTo>
                  <a:pt x="768" y="2"/>
                </a:lnTo>
                <a:lnTo>
                  <a:pt x="794" y="1"/>
                </a:lnTo>
                <a:lnTo>
                  <a:pt x="821" y="0"/>
                </a:lnTo>
                <a:lnTo>
                  <a:pt x="847" y="0"/>
                </a:lnTo>
                <a:lnTo>
                  <a:pt x="874" y="0"/>
                </a:lnTo>
                <a:lnTo>
                  <a:pt x="900" y="1"/>
                </a:lnTo>
                <a:lnTo>
                  <a:pt x="927" y="2"/>
                </a:lnTo>
                <a:lnTo>
                  <a:pt x="953" y="4"/>
                </a:lnTo>
                <a:lnTo>
                  <a:pt x="980" y="7"/>
                </a:lnTo>
                <a:lnTo>
                  <a:pt x="1006" y="10"/>
                </a:lnTo>
                <a:lnTo>
                  <a:pt x="1032" y="14"/>
                </a:lnTo>
                <a:lnTo>
                  <a:pt x="1058" y="18"/>
                </a:lnTo>
                <a:lnTo>
                  <a:pt x="1083" y="23"/>
                </a:lnTo>
                <a:lnTo>
                  <a:pt x="1109" y="28"/>
                </a:lnTo>
                <a:lnTo>
                  <a:pt x="1134" y="34"/>
                </a:lnTo>
                <a:lnTo>
                  <a:pt x="1159" y="40"/>
                </a:lnTo>
                <a:lnTo>
                  <a:pt x="1183" y="47"/>
                </a:lnTo>
                <a:lnTo>
                  <a:pt x="1208" y="54"/>
                </a:lnTo>
                <a:lnTo>
                  <a:pt x="1232" y="62"/>
                </a:lnTo>
                <a:lnTo>
                  <a:pt x="1255" y="71"/>
                </a:lnTo>
                <a:lnTo>
                  <a:pt x="1278" y="80"/>
                </a:lnTo>
                <a:lnTo>
                  <a:pt x="1301" y="89"/>
                </a:lnTo>
                <a:lnTo>
                  <a:pt x="1323" y="99"/>
                </a:lnTo>
                <a:lnTo>
                  <a:pt x="1345" y="110"/>
                </a:lnTo>
                <a:lnTo>
                  <a:pt x="1366" y="121"/>
                </a:lnTo>
                <a:lnTo>
                  <a:pt x="1387" y="132"/>
                </a:lnTo>
                <a:lnTo>
                  <a:pt x="1407" y="144"/>
                </a:lnTo>
                <a:lnTo>
                  <a:pt x="1427" y="156"/>
                </a:lnTo>
                <a:lnTo>
                  <a:pt x="1446" y="168"/>
                </a:lnTo>
                <a:lnTo>
                  <a:pt x="1464" y="181"/>
                </a:lnTo>
                <a:lnTo>
                  <a:pt x="1482" y="195"/>
                </a:lnTo>
                <a:lnTo>
                  <a:pt x="1499" y="208"/>
                </a:lnTo>
                <a:lnTo>
                  <a:pt x="1516" y="223"/>
                </a:lnTo>
                <a:lnTo>
                  <a:pt x="1532" y="237"/>
                </a:lnTo>
                <a:lnTo>
                  <a:pt x="1547" y="252"/>
                </a:lnTo>
                <a:lnTo>
                  <a:pt x="1562" y="267"/>
                </a:lnTo>
                <a:lnTo>
                  <a:pt x="1576" y="282"/>
                </a:lnTo>
                <a:lnTo>
                  <a:pt x="1589" y="298"/>
                </a:lnTo>
                <a:lnTo>
                  <a:pt x="1601" y="314"/>
                </a:lnTo>
                <a:lnTo>
                  <a:pt x="1613" y="330"/>
                </a:lnTo>
                <a:lnTo>
                  <a:pt x="1624" y="347"/>
                </a:lnTo>
                <a:lnTo>
                  <a:pt x="1634" y="364"/>
                </a:lnTo>
                <a:lnTo>
                  <a:pt x="1644" y="381"/>
                </a:lnTo>
                <a:lnTo>
                  <a:pt x="1652" y="398"/>
                </a:lnTo>
                <a:lnTo>
                  <a:pt x="1660" y="415"/>
                </a:lnTo>
                <a:lnTo>
                  <a:pt x="1667" y="432"/>
                </a:lnTo>
                <a:lnTo>
                  <a:pt x="1673" y="450"/>
                </a:lnTo>
                <a:lnTo>
                  <a:pt x="1679" y="468"/>
                </a:lnTo>
                <a:lnTo>
                  <a:pt x="1683" y="486"/>
                </a:lnTo>
                <a:lnTo>
                  <a:pt x="1687" y="503"/>
                </a:lnTo>
                <a:lnTo>
                  <a:pt x="1690" y="521"/>
                </a:lnTo>
                <a:lnTo>
                  <a:pt x="1692" y="539"/>
                </a:lnTo>
                <a:lnTo>
                  <a:pt x="1693" y="558"/>
                </a:lnTo>
                <a:lnTo>
                  <a:pt x="1694" y="576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7" name=""/>
          <p:cNvSpPr/>
          <p:nvPr/>
        </p:nvSpPr>
        <p:spPr>
          <a:xfrm>
            <a:off x="3818520" y="2737440"/>
            <a:ext cx="615240" cy="418680"/>
          </a:xfrm>
          <a:custGeom>
            <a:avLst/>
            <a:gdLst/>
            <a:ahLst/>
            <a:rect l="0" t="0" r="r" b="b"/>
            <a:pathLst>
              <a:path w="1709" h="1163">
                <a:moveTo>
                  <a:pt x="1702" y="581"/>
                </a:moveTo>
                <a:lnTo>
                  <a:pt x="1701" y="563"/>
                </a:lnTo>
                <a:lnTo>
                  <a:pt x="1700" y="544"/>
                </a:lnTo>
                <a:lnTo>
                  <a:pt x="1698" y="526"/>
                </a:lnTo>
                <a:lnTo>
                  <a:pt x="1695" y="508"/>
                </a:lnTo>
                <a:lnTo>
                  <a:pt x="1691" y="491"/>
                </a:lnTo>
                <a:lnTo>
                  <a:pt x="1687" y="473"/>
                </a:lnTo>
                <a:lnTo>
                  <a:pt x="1681" y="455"/>
                </a:lnTo>
                <a:lnTo>
                  <a:pt x="1675" y="437"/>
                </a:lnTo>
                <a:lnTo>
                  <a:pt x="1668" y="420"/>
                </a:lnTo>
                <a:lnTo>
                  <a:pt x="1660" y="403"/>
                </a:lnTo>
                <a:lnTo>
                  <a:pt x="1652" y="386"/>
                </a:lnTo>
                <a:lnTo>
                  <a:pt x="1642" y="369"/>
                </a:lnTo>
                <a:lnTo>
                  <a:pt x="1632" y="352"/>
                </a:lnTo>
                <a:lnTo>
                  <a:pt x="1621" y="335"/>
                </a:lnTo>
                <a:lnTo>
                  <a:pt x="1609" y="319"/>
                </a:lnTo>
                <a:lnTo>
                  <a:pt x="1597" y="303"/>
                </a:lnTo>
                <a:lnTo>
                  <a:pt x="1584" y="287"/>
                </a:lnTo>
                <a:lnTo>
                  <a:pt x="1570" y="272"/>
                </a:lnTo>
                <a:lnTo>
                  <a:pt x="1555" y="257"/>
                </a:lnTo>
                <a:lnTo>
                  <a:pt x="1540" y="242"/>
                </a:lnTo>
                <a:lnTo>
                  <a:pt x="1524" y="228"/>
                </a:lnTo>
                <a:lnTo>
                  <a:pt x="1507" y="213"/>
                </a:lnTo>
                <a:lnTo>
                  <a:pt x="1490" y="200"/>
                </a:lnTo>
                <a:lnTo>
                  <a:pt x="1472" y="186"/>
                </a:lnTo>
                <a:lnTo>
                  <a:pt x="1454" y="173"/>
                </a:lnTo>
                <a:lnTo>
                  <a:pt x="1435" y="161"/>
                </a:lnTo>
                <a:lnTo>
                  <a:pt x="1415" y="149"/>
                </a:lnTo>
                <a:lnTo>
                  <a:pt x="1395" y="137"/>
                </a:lnTo>
                <a:lnTo>
                  <a:pt x="1374" y="126"/>
                </a:lnTo>
                <a:lnTo>
                  <a:pt x="1353" y="115"/>
                </a:lnTo>
                <a:lnTo>
                  <a:pt x="1331" y="104"/>
                </a:lnTo>
                <a:lnTo>
                  <a:pt x="1309" y="94"/>
                </a:lnTo>
                <a:lnTo>
                  <a:pt x="1286" y="85"/>
                </a:lnTo>
                <a:lnTo>
                  <a:pt x="1263" y="76"/>
                </a:lnTo>
                <a:lnTo>
                  <a:pt x="1240" y="67"/>
                </a:lnTo>
                <a:lnTo>
                  <a:pt x="1216" y="59"/>
                </a:lnTo>
                <a:lnTo>
                  <a:pt x="1191" y="52"/>
                </a:lnTo>
                <a:lnTo>
                  <a:pt x="1167" y="45"/>
                </a:lnTo>
                <a:lnTo>
                  <a:pt x="1142" y="39"/>
                </a:lnTo>
                <a:lnTo>
                  <a:pt x="1117" y="33"/>
                </a:lnTo>
                <a:lnTo>
                  <a:pt x="1091" y="28"/>
                </a:lnTo>
                <a:lnTo>
                  <a:pt x="1066" y="23"/>
                </a:lnTo>
                <a:lnTo>
                  <a:pt x="1040" y="19"/>
                </a:lnTo>
                <a:lnTo>
                  <a:pt x="1014" y="15"/>
                </a:lnTo>
                <a:lnTo>
                  <a:pt x="988" y="12"/>
                </a:lnTo>
                <a:lnTo>
                  <a:pt x="961" y="9"/>
                </a:lnTo>
                <a:lnTo>
                  <a:pt x="935" y="7"/>
                </a:lnTo>
                <a:lnTo>
                  <a:pt x="908" y="6"/>
                </a:lnTo>
                <a:lnTo>
                  <a:pt x="882" y="5"/>
                </a:lnTo>
                <a:lnTo>
                  <a:pt x="855" y="5"/>
                </a:lnTo>
                <a:lnTo>
                  <a:pt x="829" y="5"/>
                </a:lnTo>
                <a:lnTo>
                  <a:pt x="802" y="6"/>
                </a:lnTo>
                <a:lnTo>
                  <a:pt x="776" y="7"/>
                </a:lnTo>
                <a:lnTo>
                  <a:pt x="749" y="9"/>
                </a:lnTo>
                <a:lnTo>
                  <a:pt x="723" y="12"/>
                </a:lnTo>
                <a:lnTo>
                  <a:pt x="697" y="15"/>
                </a:lnTo>
                <a:lnTo>
                  <a:pt x="671" y="19"/>
                </a:lnTo>
                <a:lnTo>
                  <a:pt x="645" y="23"/>
                </a:lnTo>
                <a:lnTo>
                  <a:pt x="619" y="28"/>
                </a:lnTo>
                <a:lnTo>
                  <a:pt x="594" y="33"/>
                </a:lnTo>
                <a:lnTo>
                  <a:pt x="569" y="39"/>
                </a:lnTo>
                <a:lnTo>
                  <a:pt x="544" y="45"/>
                </a:lnTo>
                <a:lnTo>
                  <a:pt x="519" y="52"/>
                </a:lnTo>
                <a:lnTo>
                  <a:pt x="495" y="59"/>
                </a:lnTo>
                <a:lnTo>
                  <a:pt x="470" y="67"/>
                </a:lnTo>
                <a:lnTo>
                  <a:pt x="446" y="76"/>
                </a:lnTo>
                <a:lnTo>
                  <a:pt x="423" y="85"/>
                </a:lnTo>
                <a:lnTo>
                  <a:pt x="401" y="94"/>
                </a:lnTo>
                <a:lnTo>
                  <a:pt x="379" y="104"/>
                </a:lnTo>
                <a:lnTo>
                  <a:pt x="357" y="115"/>
                </a:lnTo>
                <a:lnTo>
                  <a:pt x="335" y="126"/>
                </a:lnTo>
                <a:lnTo>
                  <a:pt x="315" y="137"/>
                </a:lnTo>
                <a:lnTo>
                  <a:pt x="295" y="149"/>
                </a:lnTo>
                <a:lnTo>
                  <a:pt x="275" y="161"/>
                </a:lnTo>
                <a:lnTo>
                  <a:pt x="256" y="173"/>
                </a:lnTo>
                <a:lnTo>
                  <a:pt x="237" y="186"/>
                </a:lnTo>
                <a:lnTo>
                  <a:pt x="219" y="200"/>
                </a:lnTo>
                <a:lnTo>
                  <a:pt x="202" y="213"/>
                </a:lnTo>
                <a:lnTo>
                  <a:pt x="185" y="228"/>
                </a:lnTo>
                <a:lnTo>
                  <a:pt x="169" y="242"/>
                </a:lnTo>
                <a:lnTo>
                  <a:pt x="154" y="257"/>
                </a:lnTo>
                <a:lnTo>
                  <a:pt x="140" y="272"/>
                </a:lnTo>
                <a:lnTo>
                  <a:pt x="126" y="287"/>
                </a:lnTo>
                <a:lnTo>
                  <a:pt x="113" y="303"/>
                </a:lnTo>
                <a:lnTo>
                  <a:pt x="100" y="319"/>
                </a:lnTo>
                <a:lnTo>
                  <a:pt x="88" y="335"/>
                </a:lnTo>
                <a:lnTo>
                  <a:pt x="77" y="352"/>
                </a:lnTo>
                <a:lnTo>
                  <a:pt x="67" y="369"/>
                </a:lnTo>
                <a:lnTo>
                  <a:pt x="58" y="386"/>
                </a:lnTo>
                <a:lnTo>
                  <a:pt x="49" y="403"/>
                </a:lnTo>
                <a:lnTo>
                  <a:pt x="41" y="420"/>
                </a:lnTo>
                <a:lnTo>
                  <a:pt x="34" y="437"/>
                </a:lnTo>
                <a:lnTo>
                  <a:pt x="28" y="455"/>
                </a:lnTo>
                <a:lnTo>
                  <a:pt x="23" y="473"/>
                </a:lnTo>
                <a:lnTo>
                  <a:pt x="18" y="491"/>
                </a:lnTo>
                <a:lnTo>
                  <a:pt x="15" y="508"/>
                </a:lnTo>
                <a:lnTo>
                  <a:pt x="12" y="526"/>
                </a:lnTo>
                <a:lnTo>
                  <a:pt x="10" y="544"/>
                </a:lnTo>
                <a:lnTo>
                  <a:pt x="8" y="563"/>
                </a:lnTo>
                <a:lnTo>
                  <a:pt x="8" y="581"/>
                </a:lnTo>
                <a:lnTo>
                  <a:pt x="8" y="599"/>
                </a:lnTo>
                <a:lnTo>
                  <a:pt x="10" y="617"/>
                </a:lnTo>
                <a:lnTo>
                  <a:pt x="12" y="635"/>
                </a:lnTo>
                <a:lnTo>
                  <a:pt x="15" y="653"/>
                </a:lnTo>
                <a:lnTo>
                  <a:pt x="18" y="671"/>
                </a:lnTo>
                <a:lnTo>
                  <a:pt x="23" y="689"/>
                </a:lnTo>
                <a:lnTo>
                  <a:pt x="28" y="706"/>
                </a:lnTo>
                <a:lnTo>
                  <a:pt x="34" y="724"/>
                </a:lnTo>
                <a:lnTo>
                  <a:pt x="41" y="741"/>
                </a:lnTo>
                <a:lnTo>
                  <a:pt x="49" y="759"/>
                </a:lnTo>
                <a:lnTo>
                  <a:pt x="58" y="776"/>
                </a:lnTo>
                <a:lnTo>
                  <a:pt x="67" y="793"/>
                </a:lnTo>
                <a:lnTo>
                  <a:pt x="77" y="809"/>
                </a:lnTo>
                <a:lnTo>
                  <a:pt x="88" y="826"/>
                </a:lnTo>
                <a:lnTo>
                  <a:pt x="100" y="842"/>
                </a:lnTo>
                <a:lnTo>
                  <a:pt x="113" y="858"/>
                </a:lnTo>
                <a:lnTo>
                  <a:pt x="126" y="874"/>
                </a:lnTo>
                <a:lnTo>
                  <a:pt x="140" y="889"/>
                </a:lnTo>
                <a:lnTo>
                  <a:pt x="154" y="904"/>
                </a:lnTo>
                <a:lnTo>
                  <a:pt x="169" y="919"/>
                </a:lnTo>
                <a:lnTo>
                  <a:pt x="185" y="934"/>
                </a:lnTo>
                <a:lnTo>
                  <a:pt x="202" y="948"/>
                </a:lnTo>
                <a:lnTo>
                  <a:pt x="219" y="962"/>
                </a:lnTo>
                <a:lnTo>
                  <a:pt x="237" y="975"/>
                </a:lnTo>
                <a:lnTo>
                  <a:pt x="256" y="988"/>
                </a:lnTo>
                <a:lnTo>
                  <a:pt x="275" y="1001"/>
                </a:lnTo>
                <a:lnTo>
                  <a:pt x="295" y="1013"/>
                </a:lnTo>
                <a:lnTo>
                  <a:pt x="315" y="1024"/>
                </a:lnTo>
                <a:lnTo>
                  <a:pt x="335" y="1036"/>
                </a:lnTo>
                <a:lnTo>
                  <a:pt x="357" y="1047"/>
                </a:lnTo>
                <a:lnTo>
                  <a:pt x="379" y="1057"/>
                </a:lnTo>
                <a:lnTo>
                  <a:pt x="401" y="1067"/>
                </a:lnTo>
                <a:lnTo>
                  <a:pt x="423" y="1076"/>
                </a:lnTo>
                <a:lnTo>
                  <a:pt x="446" y="1085"/>
                </a:lnTo>
                <a:lnTo>
                  <a:pt x="470" y="1094"/>
                </a:lnTo>
                <a:lnTo>
                  <a:pt x="495" y="1102"/>
                </a:lnTo>
                <a:lnTo>
                  <a:pt x="519" y="1109"/>
                </a:lnTo>
                <a:lnTo>
                  <a:pt x="544" y="1117"/>
                </a:lnTo>
                <a:lnTo>
                  <a:pt x="569" y="1124"/>
                </a:lnTo>
                <a:lnTo>
                  <a:pt x="594" y="1129"/>
                </a:lnTo>
                <a:lnTo>
                  <a:pt x="619" y="1135"/>
                </a:lnTo>
                <a:lnTo>
                  <a:pt x="645" y="1140"/>
                </a:lnTo>
                <a:lnTo>
                  <a:pt x="671" y="1144"/>
                </a:lnTo>
                <a:lnTo>
                  <a:pt x="697" y="1147"/>
                </a:lnTo>
                <a:lnTo>
                  <a:pt x="723" y="1151"/>
                </a:lnTo>
                <a:lnTo>
                  <a:pt x="749" y="1153"/>
                </a:lnTo>
                <a:lnTo>
                  <a:pt x="776" y="1155"/>
                </a:lnTo>
                <a:lnTo>
                  <a:pt x="802" y="1157"/>
                </a:lnTo>
                <a:lnTo>
                  <a:pt x="829" y="1157"/>
                </a:lnTo>
                <a:lnTo>
                  <a:pt x="855" y="1158"/>
                </a:lnTo>
                <a:lnTo>
                  <a:pt x="882" y="1157"/>
                </a:lnTo>
                <a:lnTo>
                  <a:pt x="908" y="1157"/>
                </a:lnTo>
                <a:lnTo>
                  <a:pt x="935" y="1155"/>
                </a:lnTo>
                <a:lnTo>
                  <a:pt x="961" y="1153"/>
                </a:lnTo>
                <a:lnTo>
                  <a:pt x="988" y="1151"/>
                </a:lnTo>
                <a:lnTo>
                  <a:pt x="1014" y="1147"/>
                </a:lnTo>
                <a:lnTo>
                  <a:pt x="1040" y="1144"/>
                </a:lnTo>
                <a:lnTo>
                  <a:pt x="1066" y="1140"/>
                </a:lnTo>
                <a:lnTo>
                  <a:pt x="1091" y="1135"/>
                </a:lnTo>
                <a:lnTo>
                  <a:pt x="1117" y="1129"/>
                </a:lnTo>
                <a:lnTo>
                  <a:pt x="1142" y="1124"/>
                </a:lnTo>
                <a:lnTo>
                  <a:pt x="1167" y="1117"/>
                </a:lnTo>
                <a:lnTo>
                  <a:pt x="1191" y="1109"/>
                </a:lnTo>
                <a:lnTo>
                  <a:pt x="1216" y="1102"/>
                </a:lnTo>
                <a:lnTo>
                  <a:pt x="1240" y="1094"/>
                </a:lnTo>
                <a:lnTo>
                  <a:pt x="1263" y="1085"/>
                </a:lnTo>
                <a:lnTo>
                  <a:pt x="1286" y="1076"/>
                </a:lnTo>
                <a:lnTo>
                  <a:pt x="1309" y="1067"/>
                </a:lnTo>
                <a:lnTo>
                  <a:pt x="1331" y="1057"/>
                </a:lnTo>
                <a:lnTo>
                  <a:pt x="1353" y="1047"/>
                </a:lnTo>
                <a:lnTo>
                  <a:pt x="1374" y="1036"/>
                </a:lnTo>
                <a:lnTo>
                  <a:pt x="1395" y="1024"/>
                </a:lnTo>
                <a:lnTo>
                  <a:pt x="1415" y="1013"/>
                </a:lnTo>
                <a:lnTo>
                  <a:pt x="1435" y="1001"/>
                </a:lnTo>
                <a:lnTo>
                  <a:pt x="1454" y="988"/>
                </a:lnTo>
                <a:lnTo>
                  <a:pt x="1472" y="975"/>
                </a:lnTo>
                <a:lnTo>
                  <a:pt x="1490" y="962"/>
                </a:lnTo>
                <a:lnTo>
                  <a:pt x="1507" y="948"/>
                </a:lnTo>
                <a:lnTo>
                  <a:pt x="1524" y="934"/>
                </a:lnTo>
                <a:lnTo>
                  <a:pt x="1540" y="919"/>
                </a:lnTo>
                <a:lnTo>
                  <a:pt x="1555" y="904"/>
                </a:lnTo>
                <a:lnTo>
                  <a:pt x="1570" y="889"/>
                </a:lnTo>
                <a:lnTo>
                  <a:pt x="1584" y="874"/>
                </a:lnTo>
                <a:lnTo>
                  <a:pt x="1597" y="858"/>
                </a:lnTo>
                <a:lnTo>
                  <a:pt x="1609" y="842"/>
                </a:lnTo>
                <a:lnTo>
                  <a:pt x="1621" y="826"/>
                </a:lnTo>
                <a:lnTo>
                  <a:pt x="1632" y="809"/>
                </a:lnTo>
                <a:lnTo>
                  <a:pt x="1642" y="793"/>
                </a:lnTo>
                <a:lnTo>
                  <a:pt x="1652" y="776"/>
                </a:lnTo>
                <a:lnTo>
                  <a:pt x="1660" y="759"/>
                </a:lnTo>
                <a:lnTo>
                  <a:pt x="1668" y="741"/>
                </a:lnTo>
                <a:lnTo>
                  <a:pt x="1675" y="724"/>
                </a:lnTo>
                <a:lnTo>
                  <a:pt x="1681" y="706"/>
                </a:lnTo>
                <a:lnTo>
                  <a:pt x="1687" y="689"/>
                </a:lnTo>
                <a:lnTo>
                  <a:pt x="1691" y="671"/>
                </a:lnTo>
                <a:lnTo>
                  <a:pt x="1695" y="653"/>
                </a:lnTo>
                <a:lnTo>
                  <a:pt x="1698" y="635"/>
                </a:lnTo>
                <a:lnTo>
                  <a:pt x="1700" y="617"/>
                </a:lnTo>
                <a:lnTo>
                  <a:pt x="1701" y="599"/>
                </a:lnTo>
                <a:lnTo>
                  <a:pt x="1702" y="581"/>
                </a:lnTo>
                <a:moveTo>
                  <a:pt x="1709" y="581"/>
                </a:moveTo>
                <a:lnTo>
                  <a:pt x="1709" y="599"/>
                </a:lnTo>
                <a:lnTo>
                  <a:pt x="1708" y="617"/>
                </a:lnTo>
                <a:lnTo>
                  <a:pt x="1705" y="635"/>
                </a:lnTo>
                <a:lnTo>
                  <a:pt x="1702" y="653"/>
                </a:lnTo>
                <a:lnTo>
                  <a:pt x="1699" y="672"/>
                </a:lnTo>
                <a:lnTo>
                  <a:pt x="1694" y="690"/>
                </a:lnTo>
                <a:lnTo>
                  <a:pt x="1689" y="707"/>
                </a:lnTo>
                <a:lnTo>
                  <a:pt x="1682" y="725"/>
                </a:lnTo>
                <a:lnTo>
                  <a:pt x="1675" y="743"/>
                </a:lnTo>
                <a:lnTo>
                  <a:pt x="1667" y="760"/>
                </a:lnTo>
                <a:lnTo>
                  <a:pt x="1659" y="778"/>
                </a:lnTo>
                <a:lnTo>
                  <a:pt x="1649" y="795"/>
                </a:lnTo>
                <a:lnTo>
                  <a:pt x="1639" y="811"/>
                </a:lnTo>
                <a:lnTo>
                  <a:pt x="1628" y="828"/>
                </a:lnTo>
                <a:lnTo>
                  <a:pt x="1616" y="844"/>
                </a:lnTo>
                <a:lnTo>
                  <a:pt x="1604" y="861"/>
                </a:lnTo>
                <a:lnTo>
                  <a:pt x="1590" y="876"/>
                </a:lnTo>
                <a:lnTo>
                  <a:pt x="1576" y="892"/>
                </a:lnTo>
                <a:lnTo>
                  <a:pt x="1562" y="907"/>
                </a:lnTo>
                <a:lnTo>
                  <a:pt x="1546" y="922"/>
                </a:lnTo>
                <a:lnTo>
                  <a:pt x="1530" y="937"/>
                </a:lnTo>
                <a:lnTo>
                  <a:pt x="1513" y="951"/>
                </a:lnTo>
                <a:lnTo>
                  <a:pt x="1496" y="965"/>
                </a:lnTo>
                <a:lnTo>
                  <a:pt x="1478" y="978"/>
                </a:lnTo>
                <a:lnTo>
                  <a:pt x="1459" y="992"/>
                </a:lnTo>
                <a:lnTo>
                  <a:pt x="1440" y="1004"/>
                </a:lnTo>
                <a:lnTo>
                  <a:pt x="1420" y="1017"/>
                </a:lnTo>
                <a:lnTo>
                  <a:pt x="1400" y="1028"/>
                </a:lnTo>
                <a:lnTo>
                  <a:pt x="1379" y="1040"/>
                </a:lnTo>
                <a:lnTo>
                  <a:pt x="1357" y="1051"/>
                </a:lnTo>
                <a:lnTo>
                  <a:pt x="1335" y="1061"/>
                </a:lnTo>
                <a:lnTo>
                  <a:pt x="1313" y="1071"/>
                </a:lnTo>
                <a:lnTo>
                  <a:pt x="1290" y="1081"/>
                </a:lnTo>
                <a:lnTo>
                  <a:pt x="1267" y="1090"/>
                </a:lnTo>
                <a:lnTo>
                  <a:pt x="1243" y="1098"/>
                </a:lnTo>
                <a:lnTo>
                  <a:pt x="1219" y="1106"/>
                </a:lnTo>
                <a:lnTo>
                  <a:pt x="1194" y="1115"/>
                </a:lnTo>
                <a:lnTo>
                  <a:pt x="1170" y="1122"/>
                </a:lnTo>
                <a:lnTo>
                  <a:pt x="1145" y="1128"/>
                </a:lnTo>
                <a:lnTo>
                  <a:pt x="1119" y="1134"/>
                </a:lnTo>
                <a:lnTo>
                  <a:pt x="1093" y="1140"/>
                </a:lnTo>
                <a:lnTo>
                  <a:pt x="1068" y="1145"/>
                </a:lnTo>
                <a:lnTo>
                  <a:pt x="1042" y="1149"/>
                </a:lnTo>
                <a:lnTo>
                  <a:pt x="1015" y="1152"/>
                </a:lnTo>
                <a:lnTo>
                  <a:pt x="989" y="1156"/>
                </a:lnTo>
                <a:lnTo>
                  <a:pt x="962" y="1158"/>
                </a:lnTo>
                <a:lnTo>
                  <a:pt x="936" y="1160"/>
                </a:lnTo>
                <a:lnTo>
                  <a:pt x="909" y="1162"/>
                </a:lnTo>
                <a:lnTo>
                  <a:pt x="882" y="1163"/>
                </a:lnTo>
                <a:lnTo>
                  <a:pt x="855" y="1163"/>
                </a:lnTo>
                <a:lnTo>
                  <a:pt x="828" y="1163"/>
                </a:lnTo>
                <a:lnTo>
                  <a:pt x="802" y="1162"/>
                </a:lnTo>
                <a:lnTo>
                  <a:pt x="775" y="1160"/>
                </a:lnTo>
                <a:lnTo>
                  <a:pt x="748" y="1158"/>
                </a:lnTo>
                <a:lnTo>
                  <a:pt x="722" y="1156"/>
                </a:lnTo>
                <a:lnTo>
                  <a:pt x="695" y="1152"/>
                </a:lnTo>
                <a:lnTo>
                  <a:pt x="669" y="1149"/>
                </a:lnTo>
                <a:lnTo>
                  <a:pt x="643" y="1145"/>
                </a:lnTo>
                <a:lnTo>
                  <a:pt x="617" y="1140"/>
                </a:lnTo>
                <a:lnTo>
                  <a:pt x="591" y="1134"/>
                </a:lnTo>
                <a:lnTo>
                  <a:pt x="566" y="1128"/>
                </a:lnTo>
                <a:lnTo>
                  <a:pt x="541" y="1122"/>
                </a:lnTo>
                <a:lnTo>
                  <a:pt x="516" y="1115"/>
                </a:lnTo>
                <a:lnTo>
                  <a:pt x="492" y="1106"/>
                </a:lnTo>
                <a:lnTo>
                  <a:pt x="467" y="1098"/>
                </a:lnTo>
                <a:lnTo>
                  <a:pt x="443" y="1090"/>
                </a:lnTo>
                <a:lnTo>
                  <a:pt x="420" y="1081"/>
                </a:lnTo>
                <a:lnTo>
                  <a:pt x="397" y="1071"/>
                </a:lnTo>
                <a:lnTo>
                  <a:pt x="374" y="1061"/>
                </a:lnTo>
                <a:lnTo>
                  <a:pt x="352" y="1051"/>
                </a:lnTo>
                <a:lnTo>
                  <a:pt x="331" y="1040"/>
                </a:lnTo>
                <a:lnTo>
                  <a:pt x="310" y="1028"/>
                </a:lnTo>
                <a:lnTo>
                  <a:pt x="290" y="1017"/>
                </a:lnTo>
                <a:lnTo>
                  <a:pt x="270" y="1004"/>
                </a:lnTo>
                <a:lnTo>
                  <a:pt x="250" y="992"/>
                </a:lnTo>
                <a:lnTo>
                  <a:pt x="232" y="978"/>
                </a:lnTo>
                <a:lnTo>
                  <a:pt x="214" y="965"/>
                </a:lnTo>
                <a:lnTo>
                  <a:pt x="196" y="951"/>
                </a:lnTo>
                <a:lnTo>
                  <a:pt x="179" y="937"/>
                </a:lnTo>
                <a:lnTo>
                  <a:pt x="163" y="922"/>
                </a:lnTo>
                <a:lnTo>
                  <a:pt x="148" y="907"/>
                </a:lnTo>
                <a:lnTo>
                  <a:pt x="133" y="892"/>
                </a:lnTo>
                <a:lnTo>
                  <a:pt x="119" y="876"/>
                </a:lnTo>
                <a:lnTo>
                  <a:pt x="106" y="861"/>
                </a:lnTo>
                <a:lnTo>
                  <a:pt x="93" y="844"/>
                </a:lnTo>
                <a:lnTo>
                  <a:pt x="82" y="828"/>
                </a:lnTo>
                <a:lnTo>
                  <a:pt x="71" y="811"/>
                </a:lnTo>
                <a:lnTo>
                  <a:pt x="60" y="795"/>
                </a:lnTo>
                <a:lnTo>
                  <a:pt x="51" y="778"/>
                </a:lnTo>
                <a:lnTo>
                  <a:pt x="42" y="760"/>
                </a:lnTo>
                <a:lnTo>
                  <a:pt x="34" y="743"/>
                </a:lnTo>
                <a:lnTo>
                  <a:pt x="27" y="725"/>
                </a:lnTo>
                <a:lnTo>
                  <a:pt x="21" y="707"/>
                </a:lnTo>
                <a:lnTo>
                  <a:pt x="15" y="690"/>
                </a:lnTo>
                <a:lnTo>
                  <a:pt x="11" y="672"/>
                </a:lnTo>
                <a:lnTo>
                  <a:pt x="7" y="653"/>
                </a:lnTo>
                <a:lnTo>
                  <a:pt x="4" y="635"/>
                </a:lnTo>
                <a:lnTo>
                  <a:pt x="2" y="617"/>
                </a:lnTo>
                <a:lnTo>
                  <a:pt x="1" y="599"/>
                </a:lnTo>
                <a:lnTo>
                  <a:pt x="0" y="581"/>
                </a:lnTo>
                <a:lnTo>
                  <a:pt x="1" y="562"/>
                </a:lnTo>
                <a:lnTo>
                  <a:pt x="2" y="544"/>
                </a:lnTo>
                <a:lnTo>
                  <a:pt x="4" y="526"/>
                </a:lnTo>
                <a:lnTo>
                  <a:pt x="7" y="508"/>
                </a:lnTo>
                <a:lnTo>
                  <a:pt x="11" y="490"/>
                </a:lnTo>
                <a:lnTo>
                  <a:pt x="15" y="472"/>
                </a:lnTo>
                <a:lnTo>
                  <a:pt x="21" y="454"/>
                </a:lnTo>
                <a:lnTo>
                  <a:pt x="27" y="436"/>
                </a:lnTo>
                <a:lnTo>
                  <a:pt x="34" y="419"/>
                </a:lnTo>
                <a:lnTo>
                  <a:pt x="42" y="401"/>
                </a:lnTo>
                <a:lnTo>
                  <a:pt x="51" y="384"/>
                </a:lnTo>
                <a:lnTo>
                  <a:pt x="60" y="367"/>
                </a:lnTo>
                <a:lnTo>
                  <a:pt x="71" y="350"/>
                </a:lnTo>
                <a:lnTo>
                  <a:pt x="82" y="333"/>
                </a:lnTo>
                <a:lnTo>
                  <a:pt x="93" y="317"/>
                </a:lnTo>
                <a:lnTo>
                  <a:pt x="106" y="301"/>
                </a:lnTo>
                <a:lnTo>
                  <a:pt x="119" y="285"/>
                </a:lnTo>
                <a:lnTo>
                  <a:pt x="133" y="269"/>
                </a:lnTo>
                <a:lnTo>
                  <a:pt x="148" y="254"/>
                </a:lnTo>
                <a:lnTo>
                  <a:pt x="163" y="239"/>
                </a:lnTo>
                <a:lnTo>
                  <a:pt x="179" y="224"/>
                </a:lnTo>
                <a:lnTo>
                  <a:pt x="196" y="210"/>
                </a:lnTo>
                <a:lnTo>
                  <a:pt x="214" y="196"/>
                </a:lnTo>
                <a:lnTo>
                  <a:pt x="232" y="183"/>
                </a:lnTo>
                <a:lnTo>
                  <a:pt x="250" y="170"/>
                </a:lnTo>
                <a:lnTo>
                  <a:pt x="270" y="157"/>
                </a:lnTo>
                <a:lnTo>
                  <a:pt x="290" y="145"/>
                </a:lnTo>
                <a:lnTo>
                  <a:pt x="310" y="133"/>
                </a:lnTo>
                <a:lnTo>
                  <a:pt x="331" y="121"/>
                </a:lnTo>
                <a:lnTo>
                  <a:pt x="352" y="110"/>
                </a:lnTo>
                <a:lnTo>
                  <a:pt x="374" y="100"/>
                </a:lnTo>
                <a:lnTo>
                  <a:pt x="397" y="90"/>
                </a:lnTo>
                <a:lnTo>
                  <a:pt x="420" y="80"/>
                </a:lnTo>
                <a:lnTo>
                  <a:pt x="443" y="71"/>
                </a:lnTo>
                <a:lnTo>
                  <a:pt x="467" y="63"/>
                </a:lnTo>
                <a:lnTo>
                  <a:pt x="492" y="55"/>
                </a:lnTo>
                <a:lnTo>
                  <a:pt x="516" y="47"/>
                </a:lnTo>
                <a:lnTo>
                  <a:pt x="541" y="40"/>
                </a:lnTo>
                <a:lnTo>
                  <a:pt x="566" y="34"/>
                </a:lnTo>
                <a:lnTo>
                  <a:pt x="591" y="28"/>
                </a:lnTo>
                <a:lnTo>
                  <a:pt x="617" y="23"/>
                </a:lnTo>
                <a:lnTo>
                  <a:pt x="643" y="18"/>
                </a:lnTo>
                <a:lnTo>
                  <a:pt x="669" y="14"/>
                </a:lnTo>
                <a:lnTo>
                  <a:pt x="695" y="10"/>
                </a:lnTo>
                <a:lnTo>
                  <a:pt x="722" y="7"/>
                </a:lnTo>
                <a:lnTo>
                  <a:pt x="748" y="4"/>
                </a:lnTo>
                <a:lnTo>
                  <a:pt x="775" y="2"/>
                </a:lnTo>
                <a:lnTo>
                  <a:pt x="802" y="1"/>
                </a:lnTo>
                <a:lnTo>
                  <a:pt x="828" y="0"/>
                </a:lnTo>
                <a:lnTo>
                  <a:pt x="855" y="0"/>
                </a:lnTo>
                <a:lnTo>
                  <a:pt x="882" y="0"/>
                </a:lnTo>
                <a:lnTo>
                  <a:pt x="909" y="1"/>
                </a:lnTo>
                <a:lnTo>
                  <a:pt x="936" y="2"/>
                </a:lnTo>
                <a:lnTo>
                  <a:pt x="962" y="4"/>
                </a:lnTo>
                <a:lnTo>
                  <a:pt x="989" y="7"/>
                </a:lnTo>
                <a:lnTo>
                  <a:pt x="1015" y="10"/>
                </a:lnTo>
                <a:lnTo>
                  <a:pt x="1042" y="14"/>
                </a:lnTo>
                <a:lnTo>
                  <a:pt x="1068" y="18"/>
                </a:lnTo>
                <a:lnTo>
                  <a:pt x="1093" y="23"/>
                </a:lnTo>
                <a:lnTo>
                  <a:pt x="1119" y="28"/>
                </a:lnTo>
                <a:lnTo>
                  <a:pt x="1145" y="34"/>
                </a:lnTo>
                <a:lnTo>
                  <a:pt x="1170" y="40"/>
                </a:lnTo>
                <a:lnTo>
                  <a:pt x="1194" y="47"/>
                </a:lnTo>
                <a:lnTo>
                  <a:pt x="1219" y="55"/>
                </a:lnTo>
                <a:lnTo>
                  <a:pt x="1243" y="63"/>
                </a:lnTo>
                <a:lnTo>
                  <a:pt x="1267" y="71"/>
                </a:lnTo>
                <a:lnTo>
                  <a:pt x="1290" y="80"/>
                </a:lnTo>
                <a:lnTo>
                  <a:pt x="1313" y="90"/>
                </a:lnTo>
                <a:lnTo>
                  <a:pt x="1335" y="100"/>
                </a:lnTo>
                <a:lnTo>
                  <a:pt x="1357" y="110"/>
                </a:lnTo>
                <a:lnTo>
                  <a:pt x="1379" y="121"/>
                </a:lnTo>
                <a:lnTo>
                  <a:pt x="1400" y="133"/>
                </a:lnTo>
                <a:lnTo>
                  <a:pt x="1420" y="145"/>
                </a:lnTo>
                <a:lnTo>
                  <a:pt x="1440" y="157"/>
                </a:lnTo>
                <a:lnTo>
                  <a:pt x="1459" y="170"/>
                </a:lnTo>
                <a:lnTo>
                  <a:pt x="1478" y="183"/>
                </a:lnTo>
                <a:lnTo>
                  <a:pt x="1496" y="196"/>
                </a:lnTo>
                <a:lnTo>
                  <a:pt x="1513" y="210"/>
                </a:lnTo>
                <a:lnTo>
                  <a:pt x="1530" y="224"/>
                </a:lnTo>
                <a:lnTo>
                  <a:pt x="1546" y="239"/>
                </a:lnTo>
                <a:lnTo>
                  <a:pt x="1562" y="254"/>
                </a:lnTo>
                <a:lnTo>
                  <a:pt x="1576" y="269"/>
                </a:lnTo>
                <a:lnTo>
                  <a:pt x="1590" y="285"/>
                </a:lnTo>
                <a:lnTo>
                  <a:pt x="1604" y="301"/>
                </a:lnTo>
                <a:lnTo>
                  <a:pt x="1616" y="317"/>
                </a:lnTo>
                <a:lnTo>
                  <a:pt x="1628" y="333"/>
                </a:lnTo>
                <a:lnTo>
                  <a:pt x="1639" y="350"/>
                </a:lnTo>
                <a:lnTo>
                  <a:pt x="1649" y="367"/>
                </a:lnTo>
                <a:lnTo>
                  <a:pt x="1659" y="384"/>
                </a:lnTo>
                <a:lnTo>
                  <a:pt x="1667" y="401"/>
                </a:lnTo>
                <a:lnTo>
                  <a:pt x="1675" y="419"/>
                </a:lnTo>
                <a:lnTo>
                  <a:pt x="1682" y="436"/>
                </a:lnTo>
                <a:lnTo>
                  <a:pt x="1689" y="454"/>
                </a:lnTo>
                <a:lnTo>
                  <a:pt x="1694" y="472"/>
                </a:lnTo>
                <a:lnTo>
                  <a:pt x="1699" y="490"/>
                </a:lnTo>
                <a:lnTo>
                  <a:pt x="1702" y="508"/>
                </a:lnTo>
                <a:lnTo>
                  <a:pt x="1705" y="526"/>
                </a:lnTo>
                <a:lnTo>
                  <a:pt x="1708" y="544"/>
                </a:lnTo>
                <a:lnTo>
                  <a:pt x="1709" y="562"/>
                </a:lnTo>
                <a:lnTo>
                  <a:pt x="1709" y="581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8" name=""/>
          <p:cNvSpPr/>
          <p:nvPr/>
        </p:nvSpPr>
        <p:spPr>
          <a:xfrm>
            <a:off x="3817440" y="2736360"/>
            <a:ext cx="617760" cy="420480"/>
          </a:xfrm>
          <a:custGeom>
            <a:avLst/>
            <a:gdLst/>
            <a:ahLst/>
            <a:rect l="0" t="0" r="r" b="b"/>
            <a:pathLst>
              <a:path w="1716" h="1168">
                <a:moveTo>
                  <a:pt x="1712" y="584"/>
                </a:moveTo>
                <a:lnTo>
                  <a:pt x="1712" y="565"/>
                </a:lnTo>
                <a:lnTo>
                  <a:pt x="1711" y="547"/>
                </a:lnTo>
                <a:lnTo>
                  <a:pt x="1708" y="529"/>
                </a:lnTo>
                <a:lnTo>
                  <a:pt x="1705" y="511"/>
                </a:lnTo>
                <a:lnTo>
                  <a:pt x="1702" y="493"/>
                </a:lnTo>
                <a:lnTo>
                  <a:pt x="1697" y="475"/>
                </a:lnTo>
                <a:lnTo>
                  <a:pt x="1692" y="457"/>
                </a:lnTo>
                <a:lnTo>
                  <a:pt x="1685" y="439"/>
                </a:lnTo>
                <a:lnTo>
                  <a:pt x="1678" y="422"/>
                </a:lnTo>
                <a:lnTo>
                  <a:pt x="1670" y="404"/>
                </a:lnTo>
                <a:lnTo>
                  <a:pt x="1662" y="387"/>
                </a:lnTo>
                <a:lnTo>
                  <a:pt x="1652" y="370"/>
                </a:lnTo>
                <a:lnTo>
                  <a:pt x="1642" y="353"/>
                </a:lnTo>
                <a:lnTo>
                  <a:pt x="1631" y="336"/>
                </a:lnTo>
                <a:lnTo>
                  <a:pt x="1619" y="320"/>
                </a:lnTo>
                <a:lnTo>
                  <a:pt x="1607" y="304"/>
                </a:lnTo>
                <a:lnTo>
                  <a:pt x="1593" y="288"/>
                </a:lnTo>
                <a:lnTo>
                  <a:pt x="1579" y="272"/>
                </a:lnTo>
                <a:lnTo>
                  <a:pt x="1565" y="257"/>
                </a:lnTo>
                <a:lnTo>
                  <a:pt x="1549" y="242"/>
                </a:lnTo>
                <a:lnTo>
                  <a:pt x="1533" y="227"/>
                </a:lnTo>
                <a:lnTo>
                  <a:pt x="1516" y="213"/>
                </a:lnTo>
                <a:lnTo>
                  <a:pt x="1499" y="199"/>
                </a:lnTo>
                <a:lnTo>
                  <a:pt x="1481" y="186"/>
                </a:lnTo>
                <a:lnTo>
                  <a:pt x="1462" y="173"/>
                </a:lnTo>
                <a:lnTo>
                  <a:pt x="1443" y="160"/>
                </a:lnTo>
                <a:lnTo>
                  <a:pt x="1423" y="148"/>
                </a:lnTo>
                <a:lnTo>
                  <a:pt x="1403" y="136"/>
                </a:lnTo>
                <a:lnTo>
                  <a:pt x="1382" y="124"/>
                </a:lnTo>
                <a:lnTo>
                  <a:pt x="1360" y="113"/>
                </a:lnTo>
                <a:lnTo>
                  <a:pt x="1338" y="103"/>
                </a:lnTo>
                <a:lnTo>
                  <a:pt x="1316" y="93"/>
                </a:lnTo>
                <a:lnTo>
                  <a:pt x="1293" y="83"/>
                </a:lnTo>
                <a:lnTo>
                  <a:pt x="1270" y="74"/>
                </a:lnTo>
                <a:lnTo>
                  <a:pt x="1246" y="66"/>
                </a:lnTo>
                <a:lnTo>
                  <a:pt x="1222" y="58"/>
                </a:lnTo>
                <a:lnTo>
                  <a:pt x="1197" y="50"/>
                </a:lnTo>
                <a:lnTo>
                  <a:pt x="1173" y="43"/>
                </a:lnTo>
                <a:lnTo>
                  <a:pt x="1148" y="37"/>
                </a:lnTo>
                <a:lnTo>
                  <a:pt x="1122" y="31"/>
                </a:lnTo>
                <a:lnTo>
                  <a:pt x="1096" y="26"/>
                </a:lnTo>
                <a:lnTo>
                  <a:pt x="1071" y="21"/>
                </a:lnTo>
                <a:lnTo>
                  <a:pt x="1045" y="17"/>
                </a:lnTo>
                <a:lnTo>
                  <a:pt x="1018" y="13"/>
                </a:lnTo>
                <a:lnTo>
                  <a:pt x="992" y="10"/>
                </a:lnTo>
                <a:lnTo>
                  <a:pt x="965" y="7"/>
                </a:lnTo>
                <a:lnTo>
                  <a:pt x="939" y="5"/>
                </a:lnTo>
                <a:lnTo>
                  <a:pt x="912" y="4"/>
                </a:lnTo>
                <a:lnTo>
                  <a:pt x="885" y="3"/>
                </a:lnTo>
                <a:lnTo>
                  <a:pt x="858" y="3"/>
                </a:lnTo>
                <a:lnTo>
                  <a:pt x="831" y="3"/>
                </a:lnTo>
                <a:lnTo>
                  <a:pt x="805" y="4"/>
                </a:lnTo>
                <a:lnTo>
                  <a:pt x="778" y="5"/>
                </a:lnTo>
                <a:lnTo>
                  <a:pt x="751" y="7"/>
                </a:lnTo>
                <a:lnTo>
                  <a:pt x="725" y="10"/>
                </a:lnTo>
                <a:lnTo>
                  <a:pt x="698" y="13"/>
                </a:lnTo>
                <a:lnTo>
                  <a:pt x="672" y="17"/>
                </a:lnTo>
                <a:lnTo>
                  <a:pt x="646" y="21"/>
                </a:lnTo>
                <a:lnTo>
                  <a:pt x="620" y="26"/>
                </a:lnTo>
                <a:lnTo>
                  <a:pt x="594" y="31"/>
                </a:lnTo>
                <a:lnTo>
                  <a:pt x="569" y="37"/>
                </a:lnTo>
                <a:lnTo>
                  <a:pt x="543" y="43"/>
                </a:lnTo>
                <a:lnTo>
                  <a:pt x="518" y="50"/>
                </a:lnTo>
                <a:lnTo>
                  <a:pt x="494" y="58"/>
                </a:lnTo>
                <a:lnTo>
                  <a:pt x="470" y="66"/>
                </a:lnTo>
                <a:lnTo>
                  <a:pt x="446" y="74"/>
                </a:lnTo>
                <a:lnTo>
                  <a:pt x="423" y="83"/>
                </a:lnTo>
                <a:lnTo>
                  <a:pt x="400" y="93"/>
                </a:lnTo>
                <a:lnTo>
                  <a:pt x="377" y="103"/>
                </a:lnTo>
                <a:lnTo>
                  <a:pt x="355" y="113"/>
                </a:lnTo>
                <a:lnTo>
                  <a:pt x="334" y="124"/>
                </a:lnTo>
                <a:lnTo>
                  <a:pt x="313" y="136"/>
                </a:lnTo>
                <a:lnTo>
                  <a:pt x="293" y="148"/>
                </a:lnTo>
                <a:lnTo>
                  <a:pt x="273" y="160"/>
                </a:lnTo>
                <a:lnTo>
                  <a:pt x="253" y="173"/>
                </a:lnTo>
                <a:lnTo>
                  <a:pt x="235" y="186"/>
                </a:lnTo>
                <a:lnTo>
                  <a:pt x="217" y="199"/>
                </a:lnTo>
                <a:lnTo>
                  <a:pt x="199" y="213"/>
                </a:lnTo>
                <a:lnTo>
                  <a:pt x="182" y="227"/>
                </a:lnTo>
                <a:lnTo>
                  <a:pt x="166" y="242"/>
                </a:lnTo>
                <a:lnTo>
                  <a:pt x="151" y="257"/>
                </a:lnTo>
                <a:lnTo>
                  <a:pt x="136" y="272"/>
                </a:lnTo>
                <a:lnTo>
                  <a:pt x="122" y="288"/>
                </a:lnTo>
                <a:lnTo>
                  <a:pt x="109" y="304"/>
                </a:lnTo>
                <a:lnTo>
                  <a:pt x="96" y="320"/>
                </a:lnTo>
                <a:lnTo>
                  <a:pt x="85" y="336"/>
                </a:lnTo>
                <a:lnTo>
                  <a:pt x="74" y="353"/>
                </a:lnTo>
                <a:lnTo>
                  <a:pt x="63" y="370"/>
                </a:lnTo>
                <a:lnTo>
                  <a:pt x="54" y="387"/>
                </a:lnTo>
                <a:lnTo>
                  <a:pt x="45" y="404"/>
                </a:lnTo>
                <a:lnTo>
                  <a:pt x="37" y="422"/>
                </a:lnTo>
                <a:lnTo>
                  <a:pt x="30" y="439"/>
                </a:lnTo>
                <a:lnTo>
                  <a:pt x="24" y="457"/>
                </a:lnTo>
                <a:lnTo>
                  <a:pt x="18" y="475"/>
                </a:lnTo>
                <a:lnTo>
                  <a:pt x="14" y="493"/>
                </a:lnTo>
                <a:lnTo>
                  <a:pt x="10" y="511"/>
                </a:lnTo>
                <a:lnTo>
                  <a:pt x="7" y="529"/>
                </a:lnTo>
                <a:lnTo>
                  <a:pt x="5" y="547"/>
                </a:lnTo>
                <a:lnTo>
                  <a:pt x="4" y="565"/>
                </a:lnTo>
                <a:lnTo>
                  <a:pt x="3" y="584"/>
                </a:lnTo>
                <a:lnTo>
                  <a:pt x="4" y="602"/>
                </a:lnTo>
                <a:lnTo>
                  <a:pt x="5" y="620"/>
                </a:lnTo>
                <a:lnTo>
                  <a:pt x="7" y="638"/>
                </a:lnTo>
                <a:lnTo>
                  <a:pt x="10" y="656"/>
                </a:lnTo>
                <a:lnTo>
                  <a:pt x="14" y="675"/>
                </a:lnTo>
                <a:lnTo>
                  <a:pt x="18" y="693"/>
                </a:lnTo>
                <a:lnTo>
                  <a:pt x="24" y="710"/>
                </a:lnTo>
                <a:lnTo>
                  <a:pt x="30" y="728"/>
                </a:lnTo>
                <a:lnTo>
                  <a:pt x="37" y="746"/>
                </a:lnTo>
                <a:lnTo>
                  <a:pt x="45" y="763"/>
                </a:lnTo>
                <a:lnTo>
                  <a:pt x="54" y="781"/>
                </a:lnTo>
                <a:lnTo>
                  <a:pt x="63" y="798"/>
                </a:lnTo>
                <a:lnTo>
                  <a:pt x="74" y="814"/>
                </a:lnTo>
                <a:lnTo>
                  <a:pt x="85" y="831"/>
                </a:lnTo>
                <a:lnTo>
                  <a:pt x="96" y="847"/>
                </a:lnTo>
                <a:lnTo>
                  <a:pt x="109" y="864"/>
                </a:lnTo>
                <a:lnTo>
                  <a:pt x="122" y="879"/>
                </a:lnTo>
                <a:lnTo>
                  <a:pt x="136" y="895"/>
                </a:lnTo>
                <a:lnTo>
                  <a:pt x="151" y="910"/>
                </a:lnTo>
                <a:lnTo>
                  <a:pt x="166" y="925"/>
                </a:lnTo>
                <a:lnTo>
                  <a:pt x="182" y="940"/>
                </a:lnTo>
                <a:lnTo>
                  <a:pt x="199" y="954"/>
                </a:lnTo>
                <a:lnTo>
                  <a:pt x="217" y="968"/>
                </a:lnTo>
                <a:lnTo>
                  <a:pt x="235" y="981"/>
                </a:lnTo>
                <a:lnTo>
                  <a:pt x="253" y="995"/>
                </a:lnTo>
                <a:lnTo>
                  <a:pt x="273" y="1007"/>
                </a:lnTo>
                <a:lnTo>
                  <a:pt x="293" y="1020"/>
                </a:lnTo>
                <a:lnTo>
                  <a:pt x="313" y="1031"/>
                </a:lnTo>
                <a:lnTo>
                  <a:pt x="334" y="1043"/>
                </a:lnTo>
                <a:lnTo>
                  <a:pt x="355" y="1054"/>
                </a:lnTo>
                <a:lnTo>
                  <a:pt x="377" y="1064"/>
                </a:lnTo>
                <a:lnTo>
                  <a:pt x="400" y="1074"/>
                </a:lnTo>
                <a:lnTo>
                  <a:pt x="423" y="1084"/>
                </a:lnTo>
                <a:lnTo>
                  <a:pt x="446" y="1093"/>
                </a:lnTo>
                <a:lnTo>
                  <a:pt x="470" y="1101"/>
                </a:lnTo>
                <a:lnTo>
                  <a:pt x="494" y="1109"/>
                </a:lnTo>
                <a:lnTo>
                  <a:pt x="518" y="1117"/>
                </a:lnTo>
                <a:lnTo>
                  <a:pt x="543" y="1124"/>
                </a:lnTo>
                <a:lnTo>
                  <a:pt x="569" y="1130"/>
                </a:lnTo>
                <a:lnTo>
                  <a:pt x="594" y="1136"/>
                </a:lnTo>
                <a:lnTo>
                  <a:pt x="620" y="1142"/>
                </a:lnTo>
                <a:lnTo>
                  <a:pt x="646" y="1147"/>
                </a:lnTo>
                <a:lnTo>
                  <a:pt x="672" y="1151"/>
                </a:lnTo>
                <a:lnTo>
                  <a:pt x="698" y="1155"/>
                </a:lnTo>
                <a:lnTo>
                  <a:pt x="725" y="1159"/>
                </a:lnTo>
                <a:lnTo>
                  <a:pt x="751" y="1161"/>
                </a:lnTo>
                <a:lnTo>
                  <a:pt x="778" y="1163"/>
                </a:lnTo>
                <a:lnTo>
                  <a:pt x="805" y="1165"/>
                </a:lnTo>
                <a:lnTo>
                  <a:pt x="831" y="1166"/>
                </a:lnTo>
                <a:lnTo>
                  <a:pt x="858" y="1166"/>
                </a:lnTo>
                <a:lnTo>
                  <a:pt x="885" y="1166"/>
                </a:lnTo>
                <a:lnTo>
                  <a:pt x="912" y="1165"/>
                </a:lnTo>
                <a:lnTo>
                  <a:pt x="939" y="1163"/>
                </a:lnTo>
                <a:lnTo>
                  <a:pt x="965" y="1161"/>
                </a:lnTo>
                <a:lnTo>
                  <a:pt x="992" y="1159"/>
                </a:lnTo>
                <a:lnTo>
                  <a:pt x="1018" y="1155"/>
                </a:lnTo>
                <a:lnTo>
                  <a:pt x="1045" y="1151"/>
                </a:lnTo>
                <a:lnTo>
                  <a:pt x="1071" y="1147"/>
                </a:lnTo>
                <a:lnTo>
                  <a:pt x="1096" y="1142"/>
                </a:lnTo>
                <a:lnTo>
                  <a:pt x="1122" y="1136"/>
                </a:lnTo>
                <a:lnTo>
                  <a:pt x="1148" y="1130"/>
                </a:lnTo>
                <a:lnTo>
                  <a:pt x="1173" y="1124"/>
                </a:lnTo>
                <a:lnTo>
                  <a:pt x="1197" y="1117"/>
                </a:lnTo>
                <a:lnTo>
                  <a:pt x="1222" y="1109"/>
                </a:lnTo>
                <a:lnTo>
                  <a:pt x="1246" y="1101"/>
                </a:lnTo>
                <a:lnTo>
                  <a:pt x="1270" y="1093"/>
                </a:lnTo>
                <a:lnTo>
                  <a:pt x="1293" y="1084"/>
                </a:lnTo>
                <a:lnTo>
                  <a:pt x="1316" y="1074"/>
                </a:lnTo>
                <a:lnTo>
                  <a:pt x="1338" y="1064"/>
                </a:lnTo>
                <a:lnTo>
                  <a:pt x="1360" y="1054"/>
                </a:lnTo>
                <a:lnTo>
                  <a:pt x="1382" y="1043"/>
                </a:lnTo>
                <a:lnTo>
                  <a:pt x="1403" y="1031"/>
                </a:lnTo>
                <a:lnTo>
                  <a:pt x="1423" y="1020"/>
                </a:lnTo>
                <a:lnTo>
                  <a:pt x="1443" y="1007"/>
                </a:lnTo>
                <a:lnTo>
                  <a:pt x="1462" y="995"/>
                </a:lnTo>
                <a:lnTo>
                  <a:pt x="1481" y="981"/>
                </a:lnTo>
                <a:lnTo>
                  <a:pt x="1499" y="968"/>
                </a:lnTo>
                <a:lnTo>
                  <a:pt x="1516" y="954"/>
                </a:lnTo>
                <a:lnTo>
                  <a:pt x="1533" y="940"/>
                </a:lnTo>
                <a:lnTo>
                  <a:pt x="1549" y="925"/>
                </a:lnTo>
                <a:lnTo>
                  <a:pt x="1565" y="910"/>
                </a:lnTo>
                <a:lnTo>
                  <a:pt x="1579" y="895"/>
                </a:lnTo>
                <a:lnTo>
                  <a:pt x="1593" y="879"/>
                </a:lnTo>
                <a:lnTo>
                  <a:pt x="1607" y="864"/>
                </a:lnTo>
                <a:lnTo>
                  <a:pt x="1619" y="847"/>
                </a:lnTo>
                <a:lnTo>
                  <a:pt x="1631" y="831"/>
                </a:lnTo>
                <a:lnTo>
                  <a:pt x="1642" y="814"/>
                </a:lnTo>
                <a:lnTo>
                  <a:pt x="1652" y="798"/>
                </a:lnTo>
                <a:lnTo>
                  <a:pt x="1662" y="781"/>
                </a:lnTo>
                <a:lnTo>
                  <a:pt x="1670" y="763"/>
                </a:lnTo>
                <a:lnTo>
                  <a:pt x="1678" y="746"/>
                </a:lnTo>
                <a:lnTo>
                  <a:pt x="1685" y="728"/>
                </a:lnTo>
                <a:lnTo>
                  <a:pt x="1692" y="710"/>
                </a:lnTo>
                <a:lnTo>
                  <a:pt x="1697" y="693"/>
                </a:lnTo>
                <a:lnTo>
                  <a:pt x="1702" y="675"/>
                </a:lnTo>
                <a:lnTo>
                  <a:pt x="1705" y="656"/>
                </a:lnTo>
                <a:lnTo>
                  <a:pt x="1708" y="638"/>
                </a:lnTo>
                <a:lnTo>
                  <a:pt x="1711" y="620"/>
                </a:lnTo>
                <a:lnTo>
                  <a:pt x="1712" y="602"/>
                </a:lnTo>
                <a:lnTo>
                  <a:pt x="1712" y="584"/>
                </a:lnTo>
                <a:moveTo>
                  <a:pt x="1716" y="584"/>
                </a:moveTo>
                <a:lnTo>
                  <a:pt x="1716" y="602"/>
                </a:lnTo>
                <a:lnTo>
                  <a:pt x="1714" y="620"/>
                </a:lnTo>
                <a:lnTo>
                  <a:pt x="1712" y="639"/>
                </a:lnTo>
                <a:lnTo>
                  <a:pt x="1709" y="657"/>
                </a:lnTo>
                <a:lnTo>
                  <a:pt x="1705" y="675"/>
                </a:lnTo>
                <a:lnTo>
                  <a:pt x="1701" y="693"/>
                </a:lnTo>
                <a:lnTo>
                  <a:pt x="1695" y="711"/>
                </a:lnTo>
                <a:lnTo>
                  <a:pt x="1689" y="729"/>
                </a:lnTo>
                <a:lnTo>
                  <a:pt x="1682" y="747"/>
                </a:lnTo>
                <a:lnTo>
                  <a:pt x="1674" y="764"/>
                </a:lnTo>
                <a:lnTo>
                  <a:pt x="1665" y="781"/>
                </a:lnTo>
                <a:lnTo>
                  <a:pt x="1656" y="799"/>
                </a:lnTo>
                <a:lnTo>
                  <a:pt x="1645" y="815"/>
                </a:lnTo>
                <a:lnTo>
                  <a:pt x="1634" y="832"/>
                </a:lnTo>
                <a:lnTo>
                  <a:pt x="1622" y="849"/>
                </a:lnTo>
                <a:lnTo>
                  <a:pt x="1610" y="865"/>
                </a:lnTo>
                <a:lnTo>
                  <a:pt x="1597" y="881"/>
                </a:lnTo>
                <a:lnTo>
                  <a:pt x="1582" y="896"/>
                </a:lnTo>
                <a:lnTo>
                  <a:pt x="1568" y="912"/>
                </a:lnTo>
                <a:lnTo>
                  <a:pt x="1552" y="927"/>
                </a:lnTo>
                <a:lnTo>
                  <a:pt x="1536" y="941"/>
                </a:lnTo>
                <a:lnTo>
                  <a:pt x="1519" y="956"/>
                </a:lnTo>
                <a:lnTo>
                  <a:pt x="1502" y="970"/>
                </a:lnTo>
                <a:lnTo>
                  <a:pt x="1484" y="983"/>
                </a:lnTo>
                <a:lnTo>
                  <a:pt x="1465" y="996"/>
                </a:lnTo>
                <a:lnTo>
                  <a:pt x="1445" y="1009"/>
                </a:lnTo>
                <a:lnTo>
                  <a:pt x="1425" y="1021"/>
                </a:lnTo>
                <a:lnTo>
                  <a:pt x="1405" y="1033"/>
                </a:lnTo>
                <a:lnTo>
                  <a:pt x="1384" y="1045"/>
                </a:lnTo>
                <a:lnTo>
                  <a:pt x="1362" y="1056"/>
                </a:lnTo>
                <a:lnTo>
                  <a:pt x="1340" y="1066"/>
                </a:lnTo>
                <a:lnTo>
                  <a:pt x="1318" y="1076"/>
                </a:lnTo>
                <a:lnTo>
                  <a:pt x="1295" y="1086"/>
                </a:lnTo>
                <a:lnTo>
                  <a:pt x="1271" y="1095"/>
                </a:lnTo>
                <a:lnTo>
                  <a:pt x="1248" y="1104"/>
                </a:lnTo>
                <a:lnTo>
                  <a:pt x="1223" y="1112"/>
                </a:lnTo>
                <a:lnTo>
                  <a:pt x="1199" y="1119"/>
                </a:lnTo>
                <a:lnTo>
                  <a:pt x="1174" y="1126"/>
                </a:lnTo>
                <a:lnTo>
                  <a:pt x="1149" y="1133"/>
                </a:lnTo>
                <a:lnTo>
                  <a:pt x="1123" y="1139"/>
                </a:lnTo>
                <a:lnTo>
                  <a:pt x="1098" y="1144"/>
                </a:lnTo>
                <a:lnTo>
                  <a:pt x="1072" y="1149"/>
                </a:lnTo>
                <a:lnTo>
                  <a:pt x="1045" y="1154"/>
                </a:lnTo>
                <a:lnTo>
                  <a:pt x="1019" y="1158"/>
                </a:lnTo>
                <a:lnTo>
                  <a:pt x="992" y="1161"/>
                </a:lnTo>
                <a:lnTo>
                  <a:pt x="966" y="1164"/>
                </a:lnTo>
                <a:lnTo>
                  <a:pt x="939" y="1166"/>
                </a:lnTo>
                <a:lnTo>
                  <a:pt x="912" y="1167"/>
                </a:lnTo>
                <a:lnTo>
                  <a:pt x="885" y="1168"/>
                </a:lnTo>
                <a:lnTo>
                  <a:pt x="858" y="1168"/>
                </a:lnTo>
                <a:lnTo>
                  <a:pt x="831" y="1168"/>
                </a:lnTo>
                <a:lnTo>
                  <a:pt x="804" y="1167"/>
                </a:lnTo>
                <a:lnTo>
                  <a:pt x="778" y="1166"/>
                </a:lnTo>
                <a:lnTo>
                  <a:pt x="751" y="1164"/>
                </a:lnTo>
                <a:lnTo>
                  <a:pt x="724" y="1161"/>
                </a:lnTo>
                <a:lnTo>
                  <a:pt x="698" y="1158"/>
                </a:lnTo>
                <a:lnTo>
                  <a:pt x="671" y="1154"/>
                </a:lnTo>
                <a:lnTo>
                  <a:pt x="645" y="1149"/>
                </a:lnTo>
                <a:lnTo>
                  <a:pt x="619" y="1144"/>
                </a:lnTo>
                <a:lnTo>
                  <a:pt x="593" y="1139"/>
                </a:lnTo>
                <a:lnTo>
                  <a:pt x="568" y="1133"/>
                </a:lnTo>
                <a:lnTo>
                  <a:pt x="541" y="1126"/>
                </a:lnTo>
                <a:lnTo>
                  <a:pt x="517" y="1119"/>
                </a:lnTo>
                <a:lnTo>
                  <a:pt x="492" y="1112"/>
                </a:lnTo>
                <a:lnTo>
                  <a:pt x="468" y="1104"/>
                </a:lnTo>
                <a:lnTo>
                  <a:pt x="444" y="1095"/>
                </a:lnTo>
                <a:lnTo>
                  <a:pt x="421" y="1086"/>
                </a:lnTo>
                <a:lnTo>
                  <a:pt x="398" y="1076"/>
                </a:lnTo>
                <a:lnTo>
                  <a:pt x="375" y="1066"/>
                </a:lnTo>
                <a:lnTo>
                  <a:pt x="353" y="1056"/>
                </a:lnTo>
                <a:lnTo>
                  <a:pt x="332" y="1045"/>
                </a:lnTo>
                <a:lnTo>
                  <a:pt x="311" y="1033"/>
                </a:lnTo>
                <a:lnTo>
                  <a:pt x="290" y="1021"/>
                </a:lnTo>
                <a:lnTo>
                  <a:pt x="270" y="1009"/>
                </a:lnTo>
                <a:lnTo>
                  <a:pt x="251" y="996"/>
                </a:lnTo>
                <a:lnTo>
                  <a:pt x="232" y="983"/>
                </a:lnTo>
                <a:lnTo>
                  <a:pt x="214" y="970"/>
                </a:lnTo>
                <a:lnTo>
                  <a:pt x="196" y="956"/>
                </a:lnTo>
                <a:lnTo>
                  <a:pt x="180" y="941"/>
                </a:lnTo>
                <a:lnTo>
                  <a:pt x="163" y="927"/>
                </a:lnTo>
                <a:lnTo>
                  <a:pt x="148" y="912"/>
                </a:lnTo>
                <a:lnTo>
                  <a:pt x="133" y="896"/>
                </a:lnTo>
                <a:lnTo>
                  <a:pt x="119" y="881"/>
                </a:lnTo>
                <a:lnTo>
                  <a:pt x="106" y="865"/>
                </a:lnTo>
                <a:lnTo>
                  <a:pt x="93" y="849"/>
                </a:lnTo>
                <a:lnTo>
                  <a:pt x="81" y="832"/>
                </a:lnTo>
                <a:lnTo>
                  <a:pt x="70" y="815"/>
                </a:lnTo>
                <a:lnTo>
                  <a:pt x="60" y="799"/>
                </a:lnTo>
                <a:lnTo>
                  <a:pt x="50" y="781"/>
                </a:lnTo>
                <a:lnTo>
                  <a:pt x="41" y="764"/>
                </a:lnTo>
                <a:lnTo>
                  <a:pt x="34" y="747"/>
                </a:lnTo>
                <a:lnTo>
                  <a:pt x="26" y="729"/>
                </a:lnTo>
                <a:lnTo>
                  <a:pt x="20" y="711"/>
                </a:lnTo>
                <a:lnTo>
                  <a:pt x="15" y="693"/>
                </a:lnTo>
                <a:lnTo>
                  <a:pt x="10" y="675"/>
                </a:lnTo>
                <a:lnTo>
                  <a:pt x="6" y="657"/>
                </a:lnTo>
                <a:lnTo>
                  <a:pt x="3" y="639"/>
                </a:lnTo>
                <a:lnTo>
                  <a:pt x="1" y="620"/>
                </a:lnTo>
                <a:lnTo>
                  <a:pt x="0" y="602"/>
                </a:lnTo>
                <a:lnTo>
                  <a:pt x="0" y="584"/>
                </a:lnTo>
                <a:lnTo>
                  <a:pt x="0" y="565"/>
                </a:lnTo>
                <a:lnTo>
                  <a:pt x="1" y="547"/>
                </a:lnTo>
                <a:lnTo>
                  <a:pt x="3" y="529"/>
                </a:lnTo>
                <a:lnTo>
                  <a:pt x="6" y="510"/>
                </a:lnTo>
                <a:lnTo>
                  <a:pt x="10" y="492"/>
                </a:lnTo>
                <a:lnTo>
                  <a:pt x="15" y="474"/>
                </a:lnTo>
                <a:lnTo>
                  <a:pt x="20" y="456"/>
                </a:lnTo>
                <a:lnTo>
                  <a:pt x="26" y="438"/>
                </a:lnTo>
                <a:lnTo>
                  <a:pt x="34" y="421"/>
                </a:lnTo>
                <a:lnTo>
                  <a:pt x="41" y="403"/>
                </a:lnTo>
                <a:lnTo>
                  <a:pt x="50" y="386"/>
                </a:lnTo>
                <a:lnTo>
                  <a:pt x="60" y="369"/>
                </a:lnTo>
                <a:lnTo>
                  <a:pt x="70" y="352"/>
                </a:lnTo>
                <a:lnTo>
                  <a:pt x="81" y="335"/>
                </a:lnTo>
                <a:lnTo>
                  <a:pt x="93" y="319"/>
                </a:lnTo>
                <a:lnTo>
                  <a:pt x="106" y="302"/>
                </a:lnTo>
                <a:lnTo>
                  <a:pt x="119" y="287"/>
                </a:lnTo>
                <a:lnTo>
                  <a:pt x="133" y="271"/>
                </a:lnTo>
                <a:lnTo>
                  <a:pt x="148" y="256"/>
                </a:lnTo>
                <a:lnTo>
                  <a:pt x="163" y="241"/>
                </a:lnTo>
                <a:lnTo>
                  <a:pt x="180" y="226"/>
                </a:lnTo>
                <a:lnTo>
                  <a:pt x="196" y="212"/>
                </a:lnTo>
                <a:lnTo>
                  <a:pt x="214" y="198"/>
                </a:lnTo>
                <a:lnTo>
                  <a:pt x="232" y="184"/>
                </a:lnTo>
                <a:lnTo>
                  <a:pt x="251" y="171"/>
                </a:lnTo>
                <a:lnTo>
                  <a:pt x="270" y="158"/>
                </a:lnTo>
                <a:lnTo>
                  <a:pt x="290" y="146"/>
                </a:lnTo>
                <a:lnTo>
                  <a:pt x="311" y="134"/>
                </a:lnTo>
                <a:lnTo>
                  <a:pt x="332" y="122"/>
                </a:lnTo>
                <a:lnTo>
                  <a:pt x="353" y="111"/>
                </a:lnTo>
                <a:lnTo>
                  <a:pt x="375" y="101"/>
                </a:lnTo>
                <a:lnTo>
                  <a:pt x="398" y="91"/>
                </a:lnTo>
                <a:lnTo>
                  <a:pt x="421" y="81"/>
                </a:lnTo>
                <a:lnTo>
                  <a:pt x="444" y="72"/>
                </a:lnTo>
                <a:lnTo>
                  <a:pt x="468" y="64"/>
                </a:lnTo>
                <a:lnTo>
                  <a:pt x="492" y="55"/>
                </a:lnTo>
                <a:lnTo>
                  <a:pt x="517" y="48"/>
                </a:lnTo>
                <a:lnTo>
                  <a:pt x="541" y="41"/>
                </a:lnTo>
                <a:lnTo>
                  <a:pt x="568" y="34"/>
                </a:lnTo>
                <a:lnTo>
                  <a:pt x="593" y="29"/>
                </a:lnTo>
                <a:lnTo>
                  <a:pt x="619" y="23"/>
                </a:lnTo>
                <a:lnTo>
                  <a:pt x="645" y="18"/>
                </a:lnTo>
                <a:lnTo>
                  <a:pt x="671" y="14"/>
                </a:lnTo>
                <a:lnTo>
                  <a:pt x="698" y="10"/>
                </a:lnTo>
                <a:lnTo>
                  <a:pt x="724" y="7"/>
                </a:lnTo>
                <a:lnTo>
                  <a:pt x="751" y="5"/>
                </a:lnTo>
                <a:lnTo>
                  <a:pt x="778" y="3"/>
                </a:lnTo>
                <a:lnTo>
                  <a:pt x="804" y="1"/>
                </a:lnTo>
                <a:lnTo>
                  <a:pt x="831" y="0"/>
                </a:lnTo>
                <a:lnTo>
                  <a:pt x="858" y="0"/>
                </a:lnTo>
                <a:lnTo>
                  <a:pt x="885" y="0"/>
                </a:lnTo>
                <a:lnTo>
                  <a:pt x="912" y="1"/>
                </a:lnTo>
                <a:lnTo>
                  <a:pt x="939" y="3"/>
                </a:lnTo>
                <a:lnTo>
                  <a:pt x="966" y="5"/>
                </a:lnTo>
                <a:lnTo>
                  <a:pt x="992" y="7"/>
                </a:lnTo>
                <a:lnTo>
                  <a:pt x="1019" y="10"/>
                </a:lnTo>
                <a:lnTo>
                  <a:pt x="1045" y="14"/>
                </a:lnTo>
                <a:lnTo>
                  <a:pt x="1072" y="18"/>
                </a:lnTo>
                <a:lnTo>
                  <a:pt x="1098" y="23"/>
                </a:lnTo>
                <a:lnTo>
                  <a:pt x="1123" y="29"/>
                </a:lnTo>
                <a:lnTo>
                  <a:pt x="1149" y="34"/>
                </a:lnTo>
                <a:lnTo>
                  <a:pt x="1174" y="41"/>
                </a:lnTo>
                <a:lnTo>
                  <a:pt x="1199" y="48"/>
                </a:lnTo>
                <a:lnTo>
                  <a:pt x="1223" y="55"/>
                </a:lnTo>
                <a:lnTo>
                  <a:pt x="1248" y="64"/>
                </a:lnTo>
                <a:lnTo>
                  <a:pt x="1271" y="72"/>
                </a:lnTo>
                <a:lnTo>
                  <a:pt x="1295" y="81"/>
                </a:lnTo>
                <a:lnTo>
                  <a:pt x="1318" y="91"/>
                </a:lnTo>
                <a:lnTo>
                  <a:pt x="1340" y="101"/>
                </a:lnTo>
                <a:lnTo>
                  <a:pt x="1362" y="111"/>
                </a:lnTo>
                <a:lnTo>
                  <a:pt x="1384" y="122"/>
                </a:lnTo>
                <a:lnTo>
                  <a:pt x="1405" y="134"/>
                </a:lnTo>
                <a:lnTo>
                  <a:pt x="1425" y="146"/>
                </a:lnTo>
                <a:lnTo>
                  <a:pt x="1445" y="158"/>
                </a:lnTo>
                <a:lnTo>
                  <a:pt x="1465" y="171"/>
                </a:lnTo>
                <a:lnTo>
                  <a:pt x="1484" y="184"/>
                </a:lnTo>
                <a:lnTo>
                  <a:pt x="1502" y="198"/>
                </a:lnTo>
                <a:lnTo>
                  <a:pt x="1519" y="212"/>
                </a:lnTo>
                <a:lnTo>
                  <a:pt x="1536" y="226"/>
                </a:lnTo>
                <a:lnTo>
                  <a:pt x="1552" y="241"/>
                </a:lnTo>
                <a:lnTo>
                  <a:pt x="1568" y="256"/>
                </a:lnTo>
                <a:lnTo>
                  <a:pt x="1582" y="271"/>
                </a:lnTo>
                <a:lnTo>
                  <a:pt x="1597" y="287"/>
                </a:lnTo>
                <a:lnTo>
                  <a:pt x="1610" y="302"/>
                </a:lnTo>
                <a:lnTo>
                  <a:pt x="1622" y="319"/>
                </a:lnTo>
                <a:lnTo>
                  <a:pt x="1634" y="335"/>
                </a:lnTo>
                <a:lnTo>
                  <a:pt x="1645" y="352"/>
                </a:lnTo>
                <a:lnTo>
                  <a:pt x="1656" y="369"/>
                </a:lnTo>
                <a:lnTo>
                  <a:pt x="1665" y="386"/>
                </a:lnTo>
                <a:lnTo>
                  <a:pt x="1674" y="403"/>
                </a:lnTo>
                <a:lnTo>
                  <a:pt x="1682" y="421"/>
                </a:lnTo>
                <a:lnTo>
                  <a:pt x="1689" y="438"/>
                </a:lnTo>
                <a:lnTo>
                  <a:pt x="1695" y="456"/>
                </a:lnTo>
                <a:lnTo>
                  <a:pt x="1701" y="474"/>
                </a:lnTo>
                <a:lnTo>
                  <a:pt x="1705" y="492"/>
                </a:lnTo>
                <a:lnTo>
                  <a:pt x="1709" y="510"/>
                </a:lnTo>
                <a:lnTo>
                  <a:pt x="1712" y="529"/>
                </a:lnTo>
                <a:lnTo>
                  <a:pt x="1714" y="547"/>
                </a:lnTo>
                <a:lnTo>
                  <a:pt x="1716" y="565"/>
                </a:lnTo>
                <a:lnTo>
                  <a:pt x="1716" y="584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59" name=""/>
          <p:cNvSpPr/>
          <p:nvPr/>
        </p:nvSpPr>
        <p:spPr>
          <a:xfrm>
            <a:off x="3798360" y="2723400"/>
            <a:ext cx="655920" cy="446400"/>
          </a:xfrm>
          <a:custGeom>
            <a:avLst/>
            <a:gdLst/>
            <a:ahLst/>
            <a:rect l="0" t="0" r="r" b="b"/>
            <a:pathLst>
              <a:path w="1822" h="1240">
                <a:moveTo>
                  <a:pt x="1769" y="621"/>
                </a:moveTo>
                <a:lnTo>
                  <a:pt x="1769" y="602"/>
                </a:lnTo>
                <a:lnTo>
                  <a:pt x="1767" y="584"/>
                </a:lnTo>
                <a:lnTo>
                  <a:pt x="1765" y="566"/>
                </a:lnTo>
                <a:lnTo>
                  <a:pt x="1762" y="547"/>
                </a:lnTo>
                <a:lnTo>
                  <a:pt x="1758" y="529"/>
                </a:lnTo>
                <a:lnTo>
                  <a:pt x="1754" y="511"/>
                </a:lnTo>
                <a:lnTo>
                  <a:pt x="1748" y="493"/>
                </a:lnTo>
                <a:lnTo>
                  <a:pt x="1742" y="474"/>
                </a:lnTo>
                <a:lnTo>
                  <a:pt x="1735" y="457"/>
                </a:lnTo>
                <a:lnTo>
                  <a:pt x="1727" y="439"/>
                </a:lnTo>
                <a:lnTo>
                  <a:pt x="1718" y="422"/>
                </a:lnTo>
                <a:lnTo>
                  <a:pt x="1709" y="405"/>
                </a:lnTo>
                <a:lnTo>
                  <a:pt x="1698" y="388"/>
                </a:lnTo>
                <a:lnTo>
                  <a:pt x="1687" y="371"/>
                </a:lnTo>
                <a:lnTo>
                  <a:pt x="1675" y="355"/>
                </a:lnTo>
                <a:lnTo>
                  <a:pt x="1663" y="338"/>
                </a:lnTo>
                <a:lnTo>
                  <a:pt x="1650" y="323"/>
                </a:lnTo>
                <a:lnTo>
                  <a:pt x="1635" y="307"/>
                </a:lnTo>
                <a:lnTo>
                  <a:pt x="1621" y="292"/>
                </a:lnTo>
                <a:lnTo>
                  <a:pt x="1605" y="277"/>
                </a:lnTo>
                <a:lnTo>
                  <a:pt x="1589" y="262"/>
                </a:lnTo>
                <a:lnTo>
                  <a:pt x="1572" y="248"/>
                </a:lnTo>
                <a:lnTo>
                  <a:pt x="1555" y="234"/>
                </a:lnTo>
                <a:lnTo>
                  <a:pt x="1537" y="220"/>
                </a:lnTo>
                <a:lnTo>
                  <a:pt x="1518" y="207"/>
                </a:lnTo>
                <a:lnTo>
                  <a:pt x="1498" y="194"/>
                </a:lnTo>
                <a:lnTo>
                  <a:pt x="1478" y="182"/>
                </a:lnTo>
                <a:lnTo>
                  <a:pt x="1458" y="170"/>
                </a:lnTo>
                <a:lnTo>
                  <a:pt x="1437" y="158"/>
                </a:lnTo>
                <a:lnTo>
                  <a:pt x="1415" y="147"/>
                </a:lnTo>
                <a:lnTo>
                  <a:pt x="1393" y="137"/>
                </a:lnTo>
                <a:lnTo>
                  <a:pt x="1371" y="127"/>
                </a:lnTo>
                <a:lnTo>
                  <a:pt x="1348" y="117"/>
                </a:lnTo>
                <a:lnTo>
                  <a:pt x="1324" y="108"/>
                </a:lnTo>
                <a:lnTo>
                  <a:pt x="1301" y="100"/>
                </a:lnTo>
                <a:lnTo>
                  <a:pt x="1275" y="91"/>
                </a:lnTo>
                <a:lnTo>
                  <a:pt x="1251" y="84"/>
                </a:lnTo>
                <a:lnTo>
                  <a:pt x="1226" y="77"/>
                </a:lnTo>
                <a:lnTo>
                  <a:pt x="1201" y="70"/>
                </a:lnTo>
                <a:lnTo>
                  <a:pt x="1175" y="65"/>
                </a:lnTo>
                <a:lnTo>
                  <a:pt x="1150" y="59"/>
                </a:lnTo>
                <a:lnTo>
                  <a:pt x="1124" y="54"/>
                </a:lnTo>
                <a:lnTo>
                  <a:pt x="1097" y="50"/>
                </a:lnTo>
                <a:lnTo>
                  <a:pt x="1071" y="46"/>
                </a:lnTo>
                <a:lnTo>
                  <a:pt x="1044" y="43"/>
                </a:lnTo>
                <a:lnTo>
                  <a:pt x="1018" y="41"/>
                </a:lnTo>
                <a:lnTo>
                  <a:pt x="991" y="39"/>
                </a:lnTo>
                <a:lnTo>
                  <a:pt x="964" y="37"/>
                </a:lnTo>
                <a:lnTo>
                  <a:pt x="937" y="36"/>
                </a:lnTo>
                <a:lnTo>
                  <a:pt x="910" y="36"/>
                </a:lnTo>
                <a:lnTo>
                  <a:pt x="883" y="36"/>
                </a:lnTo>
                <a:lnTo>
                  <a:pt x="856" y="37"/>
                </a:lnTo>
                <a:lnTo>
                  <a:pt x="830" y="39"/>
                </a:lnTo>
                <a:lnTo>
                  <a:pt x="803" y="41"/>
                </a:lnTo>
                <a:lnTo>
                  <a:pt x="776" y="43"/>
                </a:lnTo>
                <a:lnTo>
                  <a:pt x="750" y="46"/>
                </a:lnTo>
                <a:lnTo>
                  <a:pt x="723" y="50"/>
                </a:lnTo>
                <a:lnTo>
                  <a:pt x="697" y="54"/>
                </a:lnTo>
                <a:lnTo>
                  <a:pt x="671" y="59"/>
                </a:lnTo>
                <a:lnTo>
                  <a:pt x="645" y="65"/>
                </a:lnTo>
                <a:lnTo>
                  <a:pt x="620" y="70"/>
                </a:lnTo>
                <a:lnTo>
                  <a:pt x="594" y="77"/>
                </a:lnTo>
                <a:lnTo>
                  <a:pt x="570" y="84"/>
                </a:lnTo>
                <a:lnTo>
                  <a:pt x="545" y="91"/>
                </a:lnTo>
                <a:lnTo>
                  <a:pt x="521" y="100"/>
                </a:lnTo>
                <a:lnTo>
                  <a:pt x="497" y="108"/>
                </a:lnTo>
                <a:lnTo>
                  <a:pt x="474" y="117"/>
                </a:lnTo>
                <a:lnTo>
                  <a:pt x="451" y="127"/>
                </a:lnTo>
                <a:lnTo>
                  <a:pt x="428" y="137"/>
                </a:lnTo>
                <a:lnTo>
                  <a:pt x="406" y="147"/>
                </a:lnTo>
                <a:lnTo>
                  <a:pt x="385" y="158"/>
                </a:lnTo>
                <a:lnTo>
                  <a:pt x="364" y="170"/>
                </a:lnTo>
                <a:lnTo>
                  <a:pt x="343" y="182"/>
                </a:lnTo>
                <a:lnTo>
                  <a:pt x="323" y="194"/>
                </a:lnTo>
                <a:lnTo>
                  <a:pt x="304" y="207"/>
                </a:lnTo>
                <a:lnTo>
                  <a:pt x="285" y="220"/>
                </a:lnTo>
                <a:lnTo>
                  <a:pt x="267" y="234"/>
                </a:lnTo>
                <a:lnTo>
                  <a:pt x="249" y="248"/>
                </a:lnTo>
                <a:lnTo>
                  <a:pt x="233" y="262"/>
                </a:lnTo>
                <a:lnTo>
                  <a:pt x="216" y="277"/>
                </a:lnTo>
                <a:lnTo>
                  <a:pt x="201" y="292"/>
                </a:lnTo>
                <a:lnTo>
                  <a:pt x="186" y="307"/>
                </a:lnTo>
                <a:lnTo>
                  <a:pt x="172" y="323"/>
                </a:lnTo>
                <a:lnTo>
                  <a:pt x="159" y="338"/>
                </a:lnTo>
                <a:lnTo>
                  <a:pt x="146" y="355"/>
                </a:lnTo>
                <a:lnTo>
                  <a:pt x="134" y="371"/>
                </a:lnTo>
                <a:lnTo>
                  <a:pt x="123" y="388"/>
                </a:lnTo>
                <a:lnTo>
                  <a:pt x="113" y="405"/>
                </a:lnTo>
                <a:lnTo>
                  <a:pt x="103" y="422"/>
                </a:lnTo>
                <a:lnTo>
                  <a:pt x="94" y="439"/>
                </a:lnTo>
                <a:lnTo>
                  <a:pt x="87" y="457"/>
                </a:lnTo>
                <a:lnTo>
                  <a:pt x="79" y="474"/>
                </a:lnTo>
                <a:lnTo>
                  <a:pt x="73" y="493"/>
                </a:lnTo>
                <a:lnTo>
                  <a:pt x="68" y="511"/>
                </a:lnTo>
                <a:lnTo>
                  <a:pt x="63" y="529"/>
                </a:lnTo>
                <a:lnTo>
                  <a:pt x="59" y="547"/>
                </a:lnTo>
                <a:lnTo>
                  <a:pt x="56" y="566"/>
                </a:lnTo>
                <a:lnTo>
                  <a:pt x="54" y="584"/>
                </a:lnTo>
                <a:lnTo>
                  <a:pt x="53" y="602"/>
                </a:lnTo>
                <a:lnTo>
                  <a:pt x="53" y="621"/>
                </a:lnTo>
                <a:lnTo>
                  <a:pt x="53" y="639"/>
                </a:lnTo>
                <a:lnTo>
                  <a:pt x="54" y="657"/>
                </a:lnTo>
                <a:lnTo>
                  <a:pt x="56" y="676"/>
                </a:lnTo>
                <a:lnTo>
                  <a:pt x="59" y="694"/>
                </a:lnTo>
                <a:lnTo>
                  <a:pt x="63" y="712"/>
                </a:lnTo>
                <a:lnTo>
                  <a:pt x="68" y="730"/>
                </a:lnTo>
                <a:lnTo>
                  <a:pt x="73" y="748"/>
                </a:lnTo>
                <a:lnTo>
                  <a:pt x="79" y="766"/>
                </a:lnTo>
                <a:lnTo>
                  <a:pt x="87" y="784"/>
                </a:lnTo>
                <a:lnTo>
                  <a:pt x="94" y="801"/>
                </a:lnTo>
                <a:lnTo>
                  <a:pt x="103" y="818"/>
                </a:lnTo>
                <a:lnTo>
                  <a:pt x="113" y="836"/>
                </a:lnTo>
                <a:lnTo>
                  <a:pt x="123" y="852"/>
                </a:lnTo>
                <a:lnTo>
                  <a:pt x="134" y="869"/>
                </a:lnTo>
                <a:lnTo>
                  <a:pt x="146" y="886"/>
                </a:lnTo>
                <a:lnTo>
                  <a:pt x="159" y="902"/>
                </a:lnTo>
                <a:lnTo>
                  <a:pt x="172" y="918"/>
                </a:lnTo>
                <a:lnTo>
                  <a:pt x="186" y="933"/>
                </a:lnTo>
                <a:lnTo>
                  <a:pt x="201" y="949"/>
                </a:lnTo>
                <a:lnTo>
                  <a:pt x="216" y="964"/>
                </a:lnTo>
                <a:lnTo>
                  <a:pt x="233" y="978"/>
                </a:lnTo>
                <a:lnTo>
                  <a:pt x="249" y="993"/>
                </a:lnTo>
                <a:lnTo>
                  <a:pt x="267" y="1007"/>
                </a:lnTo>
                <a:lnTo>
                  <a:pt x="285" y="1020"/>
                </a:lnTo>
                <a:lnTo>
                  <a:pt x="304" y="1033"/>
                </a:lnTo>
                <a:lnTo>
                  <a:pt x="323" y="1046"/>
                </a:lnTo>
                <a:lnTo>
                  <a:pt x="343" y="1058"/>
                </a:lnTo>
                <a:lnTo>
                  <a:pt x="364" y="1070"/>
                </a:lnTo>
                <a:lnTo>
                  <a:pt x="385" y="1082"/>
                </a:lnTo>
                <a:lnTo>
                  <a:pt x="406" y="1093"/>
                </a:lnTo>
                <a:lnTo>
                  <a:pt x="428" y="1103"/>
                </a:lnTo>
                <a:lnTo>
                  <a:pt x="451" y="1113"/>
                </a:lnTo>
                <a:lnTo>
                  <a:pt x="474" y="1123"/>
                </a:lnTo>
                <a:lnTo>
                  <a:pt x="497" y="1132"/>
                </a:lnTo>
                <a:lnTo>
                  <a:pt x="521" y="1141"/>
                </a:lnTo>
                <a:lnTo>
                  <a:pt x="545" y="1149"/>
                </a:lnTo>
                <a:lnTo>
                  <a:pt x="570" y="1156"/>
                </a:lnTo>
                <a:lnTo>
                  <a:pt x="594" y="1163"/>
                </a:lnTo>
                <a:lnTo>
                  <a:pt x="620" y="1170"/>
                </a:lnTo>
                <a:lnTo>
                  <a:pt x="645" y="1176"/>
                </a:lnTo>
                <a:lnTo>
                  <a:pt x="671" y="1181"/>
                </a:lnTo>
                <a:lnTo>
                  <a:pt x="697" y="1186"/>
                </a:lnTo>
                <a:lnTo>
                  <a:pt x="723" y="1190"/>
                </a:lnTo>
                <a:lnTo>
                  <a:pt x="750" y="1194"/>
                </a:lnTo>
                <a:lnTo>
                  <a:pt x="776" y="1197"/>
                </a:lnTo>
                <a:lnTo>
                  <a:pt x="803" y="1200"/>
                </a:lnTo>
                <a:lnTo>
                  <a:pt x="830" y="1202"/>
                </a:lnTo>
                <a:lnTo>
                  <a:pt x="856" y="1203"/>
                </a:lnTo>
                <a:lnTo>
                  <a:pt x="883" y="1204"/>
                </a:lnTo>
                <a:lnTo>
                  <a:pt x="910" y="1204"/>
                </a:lnTo>
                <a:lnTo>
                  <a:pt x="937" y="1204"/>
                </a:lnTo>
                <a:lnTo>
                  <a:pt x="964" y="1203"/>
                </a:lnTo>
                <a:lnTo>
                  <a:pt x="991" y="1202"/>
                </a:lnTo>
                <a:lnTo>
                  <a:pt x="1018" y="1200"/>
                </a:lnTo>
                <a:lnTo>
                  <a:pt x="1044" y="1197"/>
                </a:lnTo>
                <a:lnTo>
                  <a:pt x="1071" y="1194"/>
                </a:lnTo>
                <a:lnTo>
                  <a:pt x="1097" y="1190"/>
                </a:lnTo>
                <a:lnTo>
                  <a:pt x="1124" y="1186"/>
                </a:lnTo>
                <a:lnTo>
                  <a:pt x="1150" y="1181"/>
                </a:lnTo>
                <a:lnTo>
                  <a:pt x="1175" y="1176"/>
                </a:lnTo>
                <a:lnTo>
                  <a:pt x="1201" y="1170"/>
                </a:lnTo>
                <a:lnTo>
                  <a:pt x="1226" y="1163"/>
                </a:lnTo>
                <a:lnTo>
                  <a:pt x="1251" y="1156"/>
                </a:lnTo>
                <a:lnTo>
                  <a:pt x="1275" y="1149"/>
                </a:lnTo>
                <a:lnTo>
                  <a:pt x="1301" y="1141"/>
                </a:lnTo>
                <a:lnTo>
                  <a:pt x="1324" y="1132"/>
                </a:lnTo>
                <a:lnTo>
                  <a:pt x="1348" y="1123"/>
                </a:lnTo>
                <a:lnTo>
                  <a:pt x="1371" y="1113"/>
                </a:lnTo>
                <a:lnTo>
                  <a:pt x="1393" y="1103"/>
                </a:lnTo>
                <a:lnTo>
                  <a:pt x="1415" y="1093"/>
                </a:lnTo>
                <a:lnTo>
                  <a:pt x="1437" y="1082"/>
                </a:lnTo>
                <a:lnTo>
                  <a:pt x="1458" y="1070"/>
                </a:lnTo>
                <a:lnTo>
                  <a:pt x="1478" y="1058"/>
                </a:lnTo>
                <a:lnTo>
                  <a:pt x="1498" y="1046"/>
                </a:lnTo>
                <a:lnTo>
                  <a:pt x="1518" y="1033"/>
                </a:lnTo>
                <a:lnTo>
                  <a:pt x="1537" y="1020"/>
                </a:lnTo>
                <a:lnTo>
                  <a:pt x="1555" y="1007"/>
                </a:lnTo>
                <a:lnTo>
                  <a:pt x="1572" y="993"/>
                </a:lnTo>
                <a:lnTo>
                  <a:pt x="1589" y="978"/>
                </a:lnTo>
                <a:lnTo>
                  <a:pt x="1605" y="964"/>
                </a:lnTo>
                <a:lnTo>
                  <a:pt x="1621" y="949"/>
                </a:lnTo>
                <a:lnTo>
                  <a:pt x="1635" y="933"/>
                </a:lnTo>
                <a:lnTo>
                  <a:pt x="1650" y="918"/>
                </a:lnTo>
                <a:lnTo>
                  <a:pt x="1663" y="902"/>
                </a:lnTo>
                <a:lnTo>
                  <a:pt x="1675" y="886"/>
                </a:lnTo>
                <a:lnTo>
                  <a:pt x="1687" y="869"/>
                </a:lnTo>
                <a:lnTo>
                  <a:pt x="1698" y="852"/>
                </a:lnTo>
                <a:lnTo>
                  <a:pt x="1709" y="836"/>
                </a:lnTo>
                <a:lnTo>
                  <a:pt x="1718" y="818"/>
                </a:lnTo>
                <a:lnTo>
                  <a:pt x="1727" y="801"/>
                </a:lnTo>
                <a:lnTo>
                  <a:pt x="1735" y="784"/>
                </a:lnTo>
                <a:lnTo>
                  <a:pt x="1742" y="766"/>
                </a:lnTo>
                <a:lnTo>
                  <a:pt x="1748" y="748"/>
                </a:lnTo>
                <a:lnTo>
                  <a:pt x="1754" y="730"/>
                </a:lnTo>
                <a:lnTo>
                  <a:pt x="1758" y="712"/>
                </a:lnTo>
                <a:lnTo>
                  <a:pt x="1762" y="694"/>
                </a:lnTo>
                <a:lnTo>
                  <a:pt x="1765" y="676"/>
                </a:lnTo>
                <a:lnTo>
                  <a:pt x="1767" y="657"/>
                </a:lnTo>
                <a:lnTo>
                  <a:pt x="1769" y="639"/>
                </a:lnTo>
                <a:lnTo>
                  <a:pt x="1769" y="621"/>
                </a:lnTo>
                <a:moveTo>
                  <a:pt x="1822" y="621"/>
                </a:moveTo>
                <a:lnTo>
                  <a:pt x="1821" y="640"/>
                </a:lnTo>
                <a:lnTo>
                  <a:pt x="1820" y="660"/>
                </a:lnTo>
                <a:lnTo>
                  <a:pt x="1818" y="679"/>
                </a:lnTo>
                <a:lnTo>
                  <a:pt x="1815" y="698"/>
                </a:lnTo>
                <a:lnTo>
                  <a:pt x="1811" y="718"/>
                </a:lnTo>
                <a:lnTo>
                  <a:pt x="1806" y="737"/>
                </a:lnTo>
                <a:lnTo>
                  <a:pt x="1800" y="756"/>
                </a:lnTo>
                <a:lnTo>
                  <a:pt x="1793" y="775"/>
                </a:lnTo>
                <a:lnTo>
                  <a:pt x="1786" y="794"/>
                </a:lnTo>
                <a:lnTo>
                  <a:pt x="1777" y="812"/>
                </a:lnTo>
                <a:lnTo>
                  <a:pt x="1768" y="831"/>
                </a:lnTo>
                <a:lnTo>
                  <a:pt x="1758" y="849"/>
                </a:lnTo>
                <a:lnTo>
                  <a:pt x="1747" y="867"/>
                </a:lnTo>
                <a:lnTo>
                  <a:pt x="1735" y="885"/>
                </a:lnTo>
                <a:lnTo>
                  <a:pt x="1723" y="902"/>
                </a:lnTo>
                <a:lnTo>
                  <a:pt x="1709" y="919"/>
                </a:lnTo>
                <a:lnTo>
                  <a:pt x="1695" y="936"/>
                </a:lnTo>
                <a:lnTo>
                  <a:pt x="1680" y="953"/>
                </a:lnTo>
                <a:lnTo>
                  <a:pt x="1664" y="969"/>
                </a:lnTo>
                <a:lnTo>
                  <a:pt x="1648" y="985"/>
                </a:lnTo>
                <a:lnTo>
                  <a:pt x="1631" y="1000"/>
                </a:lnTo>
                <a:lnTo>
                  <a:pt x="1613" y="1016"/>
                </a:lnTo>
                <a:lnTo>
                  <a:pt x="1594" y="1030"/>
                </a:lnTo>
                <a:lnTo>
                  <a:pt x="1575" y="1045"/>
                </a:lnTo>
                <a:lnTo>
                  <a:pt x="1555" y="1059"/>
                </a:lnTo>
                <a:lnTo>
                  <a:pt x="1535" y="1072"/>
                </a:lnTo>
                <a:lnTo>
                  <a:pt x="1513" y="1086"/>
                </a:lnTo>
                <a:lnTo>
                  <a:pt x="1492" y="1098"/>
                </a:lnTo>
                <a:lnTo>
                  <a:pt x="1469" y="1110"/>
                </a:lnTo>
                <a:lnTo>
                  <a:pt x="1447" y="1122"/>
                </a:lnTo>
                <a:lnTo>
                  <a:pt x="1423" y="1133"/>
                </a:lnTo>
                <a:lnTo>
                  <a:pt x="1399" y="1144"/>
                </a:lnTo>
                <a:lnTo>
                  <a:pt x="1375" y="1154"/>
                </a:lnTo>
                <a:lnTo>
                  <a:pt x="1350" y="1164"/>
                </a:lnTo>
                <a:lnTo>
                  <a:pt x="1325" y="1173"/>
                </a:lnTo>
                <a:lnTo>
                  <a:pt x="1299" y="1181"/>
                </a:lnTo>
                <a:lnTo>
                  <a:pt x="1272" y="1189"/>
                </a:lnTo>
                <a:lnTo>
                  <a:pt x="1245" y="1197"/>
                </a:lnTo>
                <a:lnTo>
                  <a:pt x="1219" y="1204"/>
                </a:lnTo>
                <a:lnTo>
                  <a:pt x="1192" y="1210"/>
                </a:lnTo>
                <a:lnTo>
                  <a:pt x="1164" y="1216"/>
                </a:lnTo>
                <a:lnTo>
                  <a:pt x="1137" y="1221"/>
                </a:lnTo>
                <a:lnTo>
                  <a:pt x="1109" y="1225"/>
                </a:lnTo>
                <a:lnTo>
                  <a:pt x="1081" y="1229"/>
                </a:lnTo>
                <a:lnTo>
                  <a:pt x="1053" y="1233"/>
                </a:lnTo>
                <a:lnTo>
                  <a:pt x="1024" y="1235"/>
                </a:lnTo>
                <a:lnTo>
                  <a:pt x="996" y="1238"/>
                </a:lnTo>
                <a:lnTo>
                  <a:pt x="967" y="1239"/>
                </a:lnTo>
                <a:lnTo>
                  <a:pt x="939" y="1240"/>
                </a:lnTo>
                <a:lnTo>
                  <a:pt x="910" y="1240"/>
                </a:lnTo>
                <a:lnTo>
                  <a:pt x="882" y="1240"/>
                </a:lnTo>
                <a:lnTo>
                  <a:pt x="853" y="1239"/>
                </a:lnTo>
                <a:lnTo>
                  <a:pt x="825" y="1238"/>
                </a:lnTo>
                <a:lnTo>
                  <a:pt x="796" y="1235"/>
                </a:lnTo>
                <a:lnTo>
                  <a:pt x="768" y="1233"/>
                </a:lnTo>
                <a:lnTo>
                  <a:pt x="740" y="1229"/>
                </a:lnTo>
                <a:lnTo>
                  <a:pt x="712" y="1225"/>
                </a:lnTo>
                <a:lnTo>
                  <a:pt x="684" y="1221"/>
                </a:lnTo>
                <a:lnTo>
                  <a:pt x="656" y="1216"/>
                </a:lnTo>
                <a:lnTo>
                  <a:pt x="629" y="1210"/>
                </a:lnTo>
                <a:lnTo>
                  <a:pt x="602" y="1204"/>
                </a:lnTo>
                <a:lnTo>
                  <a:pt x="575" y="1197"/>
                </a:lnTo>
                <a:lnTo>
                  <a:pt x="549" y="1189"/>
                </a:lnTo>
                <a:lnTo>
                  <a:pt x="523" y="1181"/>
                </a:lnTo>
                <a:lnTo>
                  <a:pt x="497" y="1173"/>
                </a:lnTo>
                <a:lnTo>
                  <a:pt x="472" y="1164"/>
                </a:lnTo>
                <a:lnTo>
                  <a:pt x="447" y="1154"/>
                </a:lnTo>
                <a:lnTo>
                  <a:pt x="422" y="1144"/>
                </a:lnTo>
                <a:lnTo>
                  <a:pt x="398" y="1133"/>
                </a:lnTo>
                <a:lnTo>
                  <a:pt x="375" y="1122"/>
                </a:lnTo>
                <a:lnTo>
                  <a:pt x="352" y="1110"/>
                </a:lnTo>
                <a:lnTo>
                  <a:pt x="330" y="1098"/>
                </a:lnTo>
                <a:lnTo>
                  <a:pt x="308" y="1086"/>
                </a:lnTo>
                <a:lnTo>
                  <a:pt x="287" y="1072"/>
                </a:lnTo>
                <a:lnTo>
                  <a:pt x="266" y="1059"/>
                </a:lnTo>
                <a:lnTo>
                  <a:pt x="246" y="1045"/>
                </a:lnTo>
                <a:lnTo>
                  <a:pt x="227" y="1030"/>
                </a:lnTo>
                <a:lnTo>
                  <a:pt x="209" y="1016"/>
                </a:lnTo>
                <a:lnTo>
                  <a:pt x="191" y="1000"/>
                </a:lnTo>
                <a:lnTo>
                  <a:pt x="174" y="985"/>
                </a:lnTo>
                <a:lnTo>
                  <a:pt x="157" y="969"/>
                </a:lnTo>
                <a:lnTo>
                  <a:pt x="141" y="953"/>
                </a:lnTo>
                <a:lnTo>
                  <a:pt x="126" y="936"/>
                </a:lnTo>
                <a:lnTo>
                  <a:pt x="112" y="919"/>
                </a:lnTo>
                <a:lnTo>
                  <a:pt x="99" y="902"/>
                </a:lnTo>
                <a:lnTo>
                  <a:pt x="86" y="885"/>
                </a:lnTo>
                <a:lnTo>
                  <a:pt x="75" y="867"/>
                </a:lnTo>
                <a:lnTo>
                  <a:pt x="64" y="849"/>
                </a:lnTo>
                <a:lnTo>
                  <a:pt x="53" y="831"/>
                </a:lnTo>
                <a:lnTo>
                  <a:pt x="44" y="812"/>
                </a:lnTo>
                <a:lnTo>
                  <a:pt x="36" y="794"/>
                </a:lnTo>
                <a:lnTo>
                  <a:pt x="28" y="775"/>
                </a:lnTo>
                <a:lnTo>
                  <a:pt x="22" y="756"/>
                </a:lnTo>
                <a:lnTo>
                  <a:pt x="16" y="737"/>
                </a:lnTo>
                <a:lnTo>
                  <a:pt x="11" y="718"/>
                </a:lnTo>
                <a:lnTo>
                  <a:pt x="7" y="698"/>
                </a:lnTo>
                <a:lnTo>
                  <a:pt x="4" y="679"/>
                </a:lnTo>
                <a:lnTo>
                  <a:pt x="1" y="660"/>
                </a:lnTo>
                <a:lnTo>
                  <a:pt x="0" y="640"/>
                </a:lnTo>
                <a:lnTo>
                  <a:pt x="0" y="621"/>
                </a:lnTo>
                <a:lnTo>
                  <a:pt x="0" y="601"/>
                </a:lnTo>
                <a:lnTo>
                  <a:pt x="1" y="582"/>
                </a:lnTo>
                <a:lnTo>
                  <a:pt x="4" y="562"/>
                </a:lnTo>
                <a:lnTo>
                  <a:pt x="7" y="543"/>
                </a:lnTo>
                <a:lnTo>
                  <a:pt x="11" y="524"/>
                </a:lnTo>
                <a:lnTo>
                  <a:pt x="16" y="505"/>
                </a:lnTo>
                <a:lnTo>
                  <a:pt x="22" y="484"/>
                </a:lnTo>
                <a:lnTo>
                  <a:pt x="28" y="466"/>
                </a:lnTo>
                <a:lnTo>
                  <a:pt x="36" y="447"/>
                </a:lnTo>
                <a:lnTo>
                  <a:pt x="44" y="428"/>
                </a:lnTo>
                <a:lnTo>
                  <a:pt x="53" y="410"/>
                </a:lnTo>
                <a:lnTo>
                  <a:pt x="64" y="392"/>
                </a:lnTo>
                <a:lnTo>
                  <a:pt x="75" y="374"/>
                </a:lnTo>
                <a:lnTo>
                  <a:pt x="86" y="356"/>
                </a:lnTo>
                <a:lnTo>
                  <a:pt x="99" y="338"/>
                </a:lnTo>
                <a:lnTo>
                  <a:pt x="112" y="321"/>
                </a:lnTo>
                <a:lnTo>
                  <a:pt x="126" y="304"/>
                </a:lnTo>
                <a:lnTo>
                  <a:pt x="141" y="288"/>
                </a:lnTo>
                <a:lnTo>
                  <a:pt x="157" y="271"/>
                </a:lnTo>
                <a:lnTo>
                  <a:pt x="174" y="255"/>
                </a:lnTo>
                <a:lnTo>
                  <a:pt x="191" y="240"/>
                </a:lnTo>
                <a:lnTo>
                  <a:pt x="209" y="225"/>
                </a:lnTo>
                <a:lnTo>
                  <a:pt x="227" y="210"/>
                </a:lnTo>
                <a:lnTo>
                  <a:pt x="246" y="195"/>
                </a:lnTo>
                <a:lnTo>
                  <a:pt x="266" y="181"/>
                </a:lnTo>
                <a:lnTo>
                  <a:pt x="287" y="168"/>
                </a:lnTo>
                <a:lnTo>
                  <a:pt x="308" y="155"/>
                </a:lnTo>
                <a:lnTo>
                  <a:pt x="330" y="142"/>
                </a:lnTo>
                <a:lnTo>
                  <a:pt x="352" y="130"/>
                </a:lnTo>
                <a:lnTo>
                  <a:pt x="375" y="118"/>
                </a:lnTo>
                <a:lnTo>
                  <a:pt x="398" y="107"/>
                </a:lnTo>
                <a:lnTo>
                  <a:pt x="422" y="96"/>
                </a:lnTo>
                <a:lnTo>
                  <a:pt x="447" y="86"/>
                </a:lnTo>
                <a:lnTo>
                  <a:pt x="472" y="77"/>
                </a:lnTo>
                <a:lnTo>
                  <a:pt x="497" y="67"/>
                </a:lnTo>
                <a:lnTo>
                  <a:pt x="523" y="59"/>
                </a:lnTo>
                <a:lnTo>
                  <a:pt x="549" y="51"/>
                </a:lnTo>
                <a:lnTo>
                  <a:pt x="575" y="43"/>
                </a:lnTo>
                <a:lnTo>
                  <a:pt x="602" y="37"/>
                </a:lnTo>
                <a:lnTo>
                  <a:pt x="629" y="30"/>
                </a:lnTo>
                <a:lnTo>
                  <a:pt x="656" y="25"/>
                </a:lnTo>
                <a:lnTo>
                  <a:pt x="684" y="19"/>
                </a:lnTo>
                <a:lnTo>
                  <a:pt x="712" y="15"/>
                </a:lnTo>
                <a:lnTo>
                  <a:pt x="740" y="11"/>
                </a:lnTo>
                <a:lnTo>
                  <a:pt x="768" y="8"/>
                </a:lnTo>
                <a:lnTo>
                  <a:pt x="796" y="5"/>
                </a:lnTo>
                <a:lnTo>
                  <a:pt x="825" y="3"/>
                </a:lnTo>
                <a:lnTo>
                  <a:pt x="853" y="1"/>
                </a:lnTo>
                <a:lnTo>
                  <a:pt x="882" y="0"/>
                </a:lnTo>
                <a:lnTo>
                  <a:pt x="910" y="0"/>
                </a:lnTo>
                <a:lnTo>
                  <a:pt x="939" y="0"/>
                </a:lnTo>
                <a:lnTo>
                  <a:pt x="967" y="1"/>
                </a:lnTo>
                <a:lnTo>
                  <a:pt x="996" y="3"/>
                </a:lnTo>
                <a:lnTo>
                  <a:pt x="1024" y="5"/>
                </a:lnTo>
                <a:lnTo>
                  <a:pt x="1053" y="8"/>
                </a:lnTo>
                <a:lnTo>
                  <a:pt x="1081" y="11"/>
                </a:lnTo>
                <a:lnTo>
                  <a:pt x="1109" y="15"/>
                </a:lnTo>
                <a:lnTo>
                  <a:pt x="1137" y="19"/>
                </a:lnTo>
                <a:lnTo>
                  <a:pt x="1164" y="25"/>
                </a:lnTo>
                <a:lnTo>
                  <a:pt x="1192" y="30"/>
                </a:lnTo>
                <a:lnTo>
                  <a:pt x="1219" y="37"/>
                </a:lnTo>
                <a:lnTo>
                  <a:pt x="1245" y="43"/>
                </a:lnTo>
                <a:lnTo>
                  <a:pt x="1272" y="51"/>
                </a:lnTo>
                <a:lnTo>
                  <a:pt x="1299" y="59"/>
                </a:lnTo>
                <a:lnTo>
                  <a:pt x="1325" y="67"/>
                </a:lnTo>
                <a:lnTo>
                  <a:pt x="1350" y="77"/>
                </a:lnTo>
                <a:lnTo>
                  <a:pt x="1375" y="86"/>
                </a:lnTo>
                <a:lnTo>
                  <a:pt x="1399" y="96"/>
                </a:lnTo>
                <a:lnTo>
                  <a:pt x="1423" y="107"/>
                </a:lnTo>
                <a:lnTo>
                  <a:pt x="1447" y="118"/>
                </a:lnTo>
                <a:lnTo>
                  <a:pt x="1469" y="130"/>
                </a:lnTo>
                <a:lnTo>
                  <a:pt x="1492" y="142"/>
                </a:lnTo>
                <a:lnTo>
                  <a:pt x="1513" y="155"/>
                </a:lnTo>
                <a:lnTo>
                  <a:pt x="1535" y="168"/>
                </a:lnTo>
                <a:lnTo>
                  <a:pt x="1555" y="181"/>
                </a:lnTo>
                <a:lnTo>
                  <a:pt x="1575" y="195"/>
                </a:lnTo>
                <a:lnTo>
                  <a:pt x="1594" y="210"/>
                </a:lnTo>
                <a:lnTo>
                  <a:pt x="1613" y="225"/>
                </a:lnTo>
                <a:lnTo>
                  <a:pt x="1631" y="240"/>
                </a:lnTo>
                <a:lnTo>
                  <a:pt x="1648" y="255"/>
                </a:lnTo>
                <a:lnTo>
                  <a:pt x="1664" y="271"/>
                </a:lnTo>
                <a:lnTo>
                  <a:pt x="1680" y="288"/>
                </a:lnTo>
                <a:lnTo>
                  <a:pt x="1695" y="304"/>
                </a:lnTo>
                <a:lnTo>
                  <a:pt x="1709" y="321"/>
                </a:lnTo>
                <a:lnTo>
                  <a:pt x="1723" y="338"/>
                </a:lnTo>
                <a:lnTo>
                  <a:pt x="1735" y="356"/>
                </a:lnTo>
                <a:lnTo>
                  <a:pt x="1747" y="374"/>
                </a:lnTo>
                <a:lnTo>
                  <a:pt x="1758" y="392"/>
                </a:lnTo>
                <a:lnTo>
                  <a:pt x="1768" y="410"/>
                </a:lnTo>
                <a:lnTo>
                  <a:pt x="1777" y="428"/>
                </a:lnTo>
                <a:lnTo>
                  <a:pt x="1786" y="447"/>
                </a:lnTo>
                <a:lnTo>
                  <a:pt x="1793" y="466"/>
                </a:lnTo>
                <a:lnTo>
                  <a:pt x="1800" y="484"/>
                </a:lnTo>
                <a:lnTo>
                  <a:pt x="1806" y="505"/>
                </a:lnTo>
                <a:lnTo>
                  <a:pt x="1811" y="524"/>
                </a:lnTo>
                <a:lnTo>
                  <a:pt x="1815" y="543"/>
                </a:lnTo>
                <a:lnTo>
                  <a:pt x="1818" y="562"/>
                </a:lnTo>
                <a:lnTo>
                  <a:pt x="1820" y="582"/>
                </a:lnTo>
                <a:lnTo>
                  <a:pt x="1821" y="601"/>
                </a:lnTo>
                <a:lnTo>
                  <a:pt x="1822" y="621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0" name=""/>
          <p:cNvSpPr/>
          <p:nvPr/>
        </p:nvSpPr>
        <p:spPr>
          <a:xfrm>
            <a:off x="3796920" y="2722320"/>
            <a:ext cx="658800" cy="448560"/>
          </a:xfrm>
          <a:custGeom>
            <a:avLst/>
            <a:gdLst/>
            <a:ahLst/>
            <a:rect l="0" t="0" r="r" b="b"/>
            <a:pathLst>
              <a:path w="1830" h="1246">
                <a:moveTo>
                  <a:pt x="1826" y="624"/>
                </a:moveTo>
                <a:lnTo>
                  <a:pt x="1825" y="604"/>
                </a:lnTo>
                <a:lnTo>
                  <a:pt x="1824" y="585"/>
                </a:lnTo>
                <a:lnTo>
                  <a:pt x="1822" y="565"/>
                </a:lnTo>
                <a:lnTo>
                  <a:pt x="1819" y="546"/>
                </a:lnTo>
                <a:lnTo>
                  <a:pt x="1815" y="527"/>
                </a:lnTo>
                <a:lnTo>
                  <a:pt x="1810" y="507"/>
                </a:lnTo>
                <a:lnTo>
                  <a:pt x="1804" y="487"/>
                </a:lnTo>
                <a:lnTo>
                  <a:pt x="1797" y="469"/>
                </a:lnTo>
                <a:lnTo>
                  <a:pt x="1790" y="450"/>
                </a:lnTo>
                <a:lnTo>
                  <a:pt x="1781" y="431"/>
                </a:lnTo>
                <a:lnTo>
                  <a:pt x="1772" y="413"/>
                </a:lnTo>
                <a:lnTo>
                  <a:pt x="1762" y="395"/>
                </a:lnTo>
                <a:lnTo>
                  <a:pt x="1751" y="377"/>
                </a:lnTo>
                <a:lnTo>
                  <a:pt x="1739" y="359"/>
                </a:lnTo>
                <a:lnTo>
                  <a:pt x="1727" y="341"/>
                </a:lnTo>
                <a:lnTo>
                  <a:pt x="1713" y="324"/>
                </a:lnTo>
                <a:lnTo>
                  <a:pt x="1699" y="307"/>
                </a:lnTo>
                <a:lnTo>
                  <a:pt x="1684" y="291"/>
                </a:lnTo>
                <a:lnTo>
                  <a:pt x="1668" y="274"/>
                </a:lnTo>
                <a:lnTo>
                  <a:pt x="1652" y="258"/>
                </a:lnTo>
                <a:lnTo>
                  <a:pt x="1635" y="243"/>
                </a:lnTo>
                <a:lnTo>
                  <a:pt x="1617" y="228"/>
                </a:lnTo>
                <a:lnTo>
                  <a:pt x="1598" y="213"/>
                </a:lnTo>
                <a:lnTo>
                  <a:pt x="1579" y="198"/>
                </a:lnTo>
                <a:lnTo>
                  <a:pt x="1559" y="184"/>
                </a:lnTo>
                <a:lnTo>
                  <a:pt x="1539" y="171"/>
                </a:lnTo>
                <a:lnTo>
                  <a:pt x="1517" y="158"/>
                </a:lnTo>
                <a:lnTo>
                  <a:pt x="1496" y="145"/>
                </a:lnTo>
                <a:lnTo>
                  <a:pt x="1473" y="133"/>
                </a:lnTo>
                <a:lnTo>
                  <a:pt x="1451" y="121"/>
                </a:lnTo>
                <a:lnTo>
                  <a:pt x="1427" y="110"/>
                </a:lnTo>
                <a:lnTo>
                  <a:pt x="1403" y="99"/>
                </a:lnTo>
                <a:lnTo>
                  <a:pt x="1379" y="89"/>
                </a:lnTo>
                <a:lnTo>
                  <a:pt x="1354" y="80"/>
                </a:lnTo>
                <a:lnTo>
                  <a:pt x="1328" y="70"/>
                </a:lnTo>
                <a:lnTo>
                  <a:pt x="1302" y="62"/>
                </a:lnTo>
                <a:lnTo>
                  <a:pt x="1276" y="54"/>
                </a:lnTo>
                <a:lnTo>
                  <a:pt x="1249" y="46"/>
                </a:lnTo>
                <a:lnTo>
                  <a:pt x="1223" y="40"/>
                </a:lnTo>
                <a:lnTo>
                  <a:pt x="1196" y="33"/>
                </a:lnTo>
                <a:lnTo>
                  <a:pt x="1168" y="28"/>
                </a:lnTo>
                <a:lnTo>
                  <a:pt x="1141" y="22"/>
                </a:lnTo>
                <a:lnTo>
                  <a:pt x="1113" y="18"/>
                </a:lnTo>
                <a:lnTo>
                  <a:pt x="1085" y="14"/>
                </a:lnTo>
                <a:lnTo>
                  <a:pt x="1057" y="11"/>
                </a:lnTo>
                <a:lnTo>
                  <a:pt x="1028" y="8"/>
                </a:lnTo>
                <a:lnTo>
                  <a:pt x="1000" y="6"/>
                </a:lnTo>
                <a:lnTo>
                  <a:pt x="971" y="4"/>
                </a:lnTo>
                <a:lnTo>
                  <a:pt x="943" y="3"/>
                </a:lnTo>
                <a:lnTo>
                  <a:pt x="914" y="3"/>
                </a:lnTo>
                <a:lnTo>
                  <a:pt x="886" y="3"/>
                </a:lnTo>
                <a:lnTo>
                  <a:pt x="857" y="4"/>
                </a:lnTo>
                <a:lnTo>
                  <a:pt x="829" y="6"/>
                </a:lnTo>
                <a:lnTo>
                  <a:pt x="800" y="8"/>
                </a:lnTo>
                <a:lnTo>
                  <a:pt x="772" y="11"/>
                </a:lnTo>
                <a:lnTo>
                  <a:pt x="744" y="14"/>
                </a:lnTo>
                <a:lnTo>
                  <a:pt x="716" y="18"/>
                </a:lnTo>
                <a:lnTo>
                  <a:pt x="688" y="22"/>
                </a:lnTo>
                <a:lnTo>
                  <a:pt x="660" y="28"/>
                </a:lnTo>
                <a:lnTo>
                  <a:pt x="633" y="33"/>
                </a:lnTo>
                <a:lnTo>
                  <a:pt x="606" y="40"/>
                </a:lnTo>
                <a:lnTo>
                  <a:pt x="579" y="46"/>
                </a:lnTo>
                <a:lnTo>
                  <a:pt x="553" y="54"/>
                </a:lnTo>
                <a:lnTo>
                  <a:pt x="527" y="62"/>
                </a:lnTo>
                <a:lnTo>
                  <a:pt x="501" y="70"/>
                </a:lnTo>
                <a:lnTo>
                  <a:pt x="476" y="80"/>
                </a:lnTo>
                <a:lnTo>
                  <a:pt x="451" y="89"/>
                </a:lnTo>
                <a:lnTo>
                  <a:pt x="426" y="99"/>
                </a:lnTo>
                <a:lnTo>
                  <a:pt x="402" y="110"/>
                </a:lnTo>
                <a:lnTo>
                  <a:pt x="379" y="121"/>
                </a:lnTo>
                <a:lnTo>
                  <a:pt x="356" y="133"/>
                </a:lnTo>
                <a:lnTo>
                  <a:pt x="334" y="145"/>
                </a:lnTo>
                <a:lnTo>
                  <a:pt x="312" y="158"/>
                </a:lnTo>
                <a:lnTo>
                  <a:pt x="291" y="171"/>
                </a:lnTo>
                <a:lnTo>
                  <a:pt x="270" y="184"/>
                </a:lnTo>
                <a:lnTo>
                  <a:pt x="250" y="198"/>
                </a:lnTo>
                <a:lnTo>
                  <a:pt x="231" y="213"/>
                </a:lnTo>
                <a:lnTo>
                  <a:pt x="213" y="228"/>
                </a:lnTo>
                <a:lnTo>
                  <a:pt x="195" y="243"/>
                </a:lnTo>
                <a:lnTo>
                  <a:pt x="178" y="258"/>
                </a:lnTo>
                <a:lnTo>
                  <a:pt x="161" y="274"/>
                </a:lnTo>
                <a:lnTo>
                  <a:pt x="145" y="291"/>
                </a:lnTo>
                <a:lnTo>
                  <a:pt x="130" y="307"/>
                </a:lnTo>
                <a:lnTo>
                  <a:pt x="116" y="324"/>
                </a:lnTo>
                <a:lnTo>
                  <a:pt x="103" y="341"/>
                </a:lnTo>
                <a:lnTo>
                  <a:pt x="90" y="359"/>
                </a:lnTo>
                <a:lnTo>
                  <a:pt x="79" y="377"/>
                </a:lnTo>
                <a:lnTo>
                  <a:pt x="68" y="395"/>
                </a:lnTo>
                <a:lnTo>
                  <a:pt x="57" y="413"/>
                </a:lnTo>
                <a:lnTo>
                  <a:pt x="48" y="431"/>
                </a:lnTo>
                <a:lnTo>
                  <a:pt x="40" y="450"/>
                </a:lnTo>
                <a:lnTo>
                  <a:pt x="32" y="469"/>
                </a:lnTo>
                <a:lnTo>
                  <a:pt x="26" y="487"/>
                </a:lnTo>
                <a:lnTo>
                  <a:pt x="20" y="507"/>
                </a:lnTo>
                <a:lnTo>
                  <a:pt x="15" y="527"/>
                </a:lnTo>
                <a:lnTo>
                  <a:pt x="11" y="546"/>
                </a:lnTo>
                <a:lnTo>
                  <a:pt x="8" y="565"/>
                </a:lnTo>
                <a:lnTo>
                  <a:pt x="5" y="585"/>
                </a:lnTo>
                <a:lnTo>
                  <a:pt x="4" y="604"/>
                </a:lnTo>
                <a:lnTo>
                  <a:pt x="4" y="624"/>
                </a:lnTo>
                <a:lnTo>
                  <a:pt x="4" y="643"/>
                </a:lnTo>
                <a:lnTo>
                  <a:pt x="5" y="663"/>
                </a:lnTo>
                <a:lnTo>
                  <a:pt x="8" y="682"/>
                </a:lnTo>
                <a:lnTo>
                  <a:pt x="11" y="701"/>
                </a:lnTo>
                <a:lnTo>
                  <a:pt x="15" y="721"/>
                </a:lnTo>
                <a:lnTo>
                  <a:pt x="20" y="740"/>
                </a:lnTo>
                <a:lnTo>
                  <a:pt x="26" y="759"/>
                </a:lnTo>
                <a:lnTo>
                  <a:pt x="32" y="778"/>
                </a:lnTo>
                <a:lnTo>
                  <a:pt x="40" y="797"/>
                </a:lnTo>
                <a:lnTo>
                  <a:pt x="48" y="815"/>
                </a:lnTo>
                <a:lnTo>
                  <a:pt x="57" y="834"/>
                </a:lnTo>
                <a:lnTo>
                  <a:pt x="68" y="852"/>
                </a:lnTo>
                <a:lnTo>
                  <a:pt x="79" y="870"/>
                </a:lnTo>
                <a:lnTo>
                  <a:pt x="90" y="888"/>
                </a:lnTo>
                <a:lnTo>
                  <a:pt x="103" y="905"/>
                </a:lnTo>
                <a:lnTo>
                  <a:pt x="116" y="922"/>
                </a:lnTo>
                <a:lnTo>
                  <a:pt x="130" y="939"/>
                </a:lnTo>
                <a:lnTo>
                  <a:pt x="145" y="956"/>
                </a:lnTo>
                <a:lnTo>
                  <a:pt x="161" y="972"/>
                </a:lnTo>
                <a:lnTo>
                  <a:pt x="178" y="988"/>
                </a:lnTo>
                <a:lnTo>
                  <a:pt x="195" y="1003"/>
                </a:lnTo>
                <a:lnTo>
                  <a:pt x="213" y="1019"/>
                </a:lnTo>
                <a:lnTo>
                  <a:pt x="231" y="1033"/>
                </a:lnTo>
                <a:lnTo>
                  <a:pt x="250" y="1048"/>
                </a:lnTo>
                <a:lnTo>
                  <a:pt x="270" y="1062"/>
                </a:lnTo>
                <a:lnTo>
                  <a:pt x="291" y="1075"/>
                </a:lnTo>
                <a:lnTo>
                  <a:pt x="312" y="1089"/>
                </a:lnTo>
                <a:lnTo>
                  <a:pt x="334" y="1101"/>
                </a:lnTo>
                <a:lnTo>
                  <a:pt x="356" y="1113"/>
                </a:lnTo>
                <a:lnTo>
                  <a:pt x="379" y="1125"/>
                </a:lnTo>
                <a:lnTo>
                  <a:pt x="402" y="1136"/>
                </a:lnTo>
                <a:lnTo>
                  <a:pt x="426" y="1147"/>
                </a:lnTo>
                <a:lnTo>
                  <a:pt x="451" y="1157"/>
                </a:lnTo>
                <a:lnTo>
                  <a:pt x="476" y="1167"/>
                </a:lnTo>
                <a:lnTo>
                  <a:pt x="501" y="1176"/>
                </a:lnTo>
                <a:lnTo>
                  <a:pt x="527" y="1184"/>
                </a:lnTo>
                <a:lnTo>
                  <a:pt x="553" y="1192"/>
                </a:lnTo>
                <a:lnTo>
                  <a:pt x="579" y="1200"/>
                </a:lnTo>
                <a:lnTo>
                  <a:pt x="606" y="1207"/>
                </a:lnTo>
                <a:lnTo>
                  <a:pt x="633" y="1213"/>
                </a:lnTo>
                <a:lnTo>
                  <a:pt x="660" y="1219"/>
                </a:lnTo>
                <a:lnTo>
                  <a:pt x="688" y="1224"/>
                </a:lnTo>
                <a:lnTo>
                  <a:pt x="716" y="1228"/>
                </a:lnTo>
                <a:lnTo>
                  <a:pt x="744" y="1232"/>
                </a:lnTo>
                <a:lnTo>
                  <a:pt x="772" y="1236"/>
                </a:lnTo>
                <a:lnTo>
                  <a:pt x="800" y="1238"/>
                </a:lnTo>
                <a:lnTo>
                  <a:pt x="829" y="1241"/>
                </a:lnTo>
                <a:lnTo>
                  <a:pt x="857" y="1242"/>
                </a:lnTo>
                <a:lnTo>
                  <a:pt x="886" y="1243"/>
                </a:lnTo>
                <a:lnTo>
                  <a:pt x="914" y="1243"/>
                </a:lnTo>
                <a:lnTo>
                  <a:pt x="943" y="1243"/>
                </a:lnTo>
                <a:lnTo>
                  <a:pt x="971" y="1242"/>
                </a:lnTo>
                <a:lnTo>
                  <a:pt x="1000" y="1241"/>
                </a:lnTo>
                <a:lnTo>
                  <a:pt x="1028" y="1238"/>
                </a:lnTo>
                <a:lnTo>
                  <a:pt x="1057" y="1236"/>
                </a:lnTo>
                <a:lnTo>
                  <a:pt x="1085" y="1232"/>
                </a:lnTo>
                <a:lnTo>
                  <a:pt x="1113" y="1228"/>
                </a:lnTo>
                <a:lnTo>
                  <a:pt x="1141" y="1224"/>
                </a:lnTo>
                <a:lnTo>
                  <a:pt x="1168" y="1219"/>
                </a:lnTo>
                <a:lnTo>
                  <a:pt x="1196" y="1213"/>
                </a:lnTo>
                <a:lnTo>
                  <a:pt x="1223" y="1207"/>
                </a:lnTo>
                <a:lnTo>
                  <a:pt x="1249" y="1200"/>
                </a:lnTo>
                <a:lnTo>
                  <a:pt x="1276" y="1192"/>
                </a:lnTo>
                <a:lnTo>
                  <a:pt x="1302" y="1184"/>
                </a:lnTo>
                <a:lnTo>
                  <a:pt x="1328" y="1176"/>
                </a:lnTo>
                <a:lnTo>
                  <a:pt x="1354" y="1167"/>
                </a:lnTo>
                <a:lnTo>
                  <a:pt x="1379" y="1157"/>
                </a:lnTo>
                <a:lnTo>
                  <a:pt x="1403" y="1147"/>
                </a:lnTo>
                <a:lnTo>
                  <a:pt x="1427" y="1136"/>
                </a:lnTo>
                <a:lnTo>
                  <a:pt x="1451" y="1125"/>
                </a:lnTo>
                <a:lnTo>
                  <a:pt x="1473" y="1113"/>
                </a:lnTo>
                <a:lnTo>
                  <a:pt x="1496" y="1101"/>
                </a:lnTo>
                <a:lnTo>
                  <a:pt x="1517" y="1089"/>
                </a:lnTo>
                <a:lnTo>
                  <a:pt x="1539" y="1075"/>
                </a:lnTo>
                <a:lnTo>
                  <a:pt x="1559" y="1062"/>
                </a:lnTo>
                <a:lnTo>
                  <a:pt x="1579" y="1048"/>
                </a:lnTo>
                <a:lnTo>
                  <a:pt x="1598" y="1033"/>
                </a:lnTo>
                <a:lnTo>
                  <a:pt x="1617" y="1019"/>
                </a:lnTo>
                <a:lnTo>
                  <a:pt x="1635" y="1003"/>
                </a:lnTo>
                <a:lnTo>
                  <a:pt x="1652" y="988"/>
                </a:lnTo>
                <a:lnTo>
                  <a:pt x="1668" y="972"/>
                </a:lnTo>
                <a:lnTo>
                  <a:pt x="1684" y="956"/>
                </a:lnTo>
                <a:lnTo>
                  <a:pt x="1699" y="939"/>
                </a:lnTo>
                <a:lnTo>
                  <a:pt x="1713" y="922"/>
                </a:lnTo>
                <a:lnTo>
                  <a:pt x="1727" y="905"/>
                </a:lnTo>
                <a:lnTo>
                  <a:pt x="1739" y="888"/>
                </a:lnTo>
                <a:lnTo>
                  <a:pt x="1751" y="870"/>
                </a:lnTo>
                <a:lnTo>
                  <a:pt x="1762" y="852"/>
                </a:lnTo>
                <a:lnTo>
                  <a:pt x="1772" y="834"/>
                </a:lnTo>
                <a:lnTo>
                  <a:pt x="1781" y="815"/>
                </a:lnTo>
                <a:lnTo>
                  <a:pt x="1790" y="797"/>
                </a:lnTo>
                <a:lnTo>
                  <a:pt x="1797" y="778"/>
                </a:lnTo>
                <a:lnTo>
                  <a:pt x="1804" y="759"/>
                </a:lnTo>
                <a:lnTo>
                  <a:pt x="1810" y="740"/>
                </a:lnTo>
                <a:lnTo>
                  <a:pt x="1815" y="721"/>
                </a:lnTo>
                <a:lnTo>
                  <a:pt x="1819" y="701"/>
                </a:lnTo>
                <a:lnTo>
                  <a:pt x="1822" y="682"/>
                </a:lnTo>
                <a:lnTo>
                  <a:pt x="1824" y="663"/>
                </a:lnTo>
                <a:lnTo>
                  <a:pt x="1825" y="643"/>
                </a:lnTo>
                <a:lnTo>
                  <a:pt x="1826" y="624"/>
                </a:lnTo>
                <a:moveTo>
                  <a:pt x="1830" y="624"/>
                </a:moveTo>
                <a:lnTo>
                  <a:pt x="1829" y="643"/>
                </a:lnTo>
                <a:lnTo>
                  <a:pt x="1828" y="663"/>
                </a:lnTo>
                <a:lnTo>
                  <a:pt x="1826" y="682"/>
                </a:lnTo>
                <a:lnTo>
                  <a:pt x="1822" y="702"/>
                </a:lnTo>
                <a:lnTo>
                  <a:pt x="1818" y="721"/>
                </a:lnTo>
                <a:lnTo>
                  <a:pt x="1813" y="740"/>
                </a:lnTo>
                <a:lnTo>
                  <a:pt x="1808" y="759"/>
                </a:lnTo>
                <a:lnTo>
                  <a:pt x="1801" y="778"/>
                </a:lnTo>
                <a:lnTo>
                  <a:pt x="1793" y="797"/>
                </a:lnTo>
                <a:lnTo>
                  <a:pt x="1785" y="816"/>
                </a:lnTo>
                <a:lnTo>
                  <a:pt x="1776" y="834"/>
                </a:lnTo>
                <a:lnTo>
                  <a:pt x="1765" y="853"/>
                </a:lnTo>
                <a:lnTo>
                  <a:pt x="1754" y="871"/>
                </a:lnTo>
                <a:lnTo>
                  <a:pt x="1743" y="889"/>
                </a:lnTo>
                <a:lnTo>
                  <a:pt x="1730" y="906"/>
                </a:lnTo>
                <a:lnTo>
                  <a:pt x="1717" y="923"/>
                </a:lnTo>
                <a:lnTo>
                  <a:pt x="1702" y="940"/>
                </a:lnTo>
                <a:lnTo>
                  <a:pt x="1687" y="957"/>
                </a:lnTo>
                <a:lnTo>
                  <a:pt x="1672" y="973"/>
                </a:lnTo>
                <a:lnTo>
                  <a:pt x="1655" y="989"/>
                </a:lnTo>
                <a:lnTo>
                  <a:pt x="1638" y="1005"/>
                </a:lnTo>
                <a:lnTo>
                  <a:pt x="1620" y="1020"/>
                </a:lnTo>
                <a:lnTo>
                  <a:pt x="1601" y="1035"/>
                </a:lnTo>
                <a:lnTo>
                  <a:pt x="1582" y="1050"/>
                </a:lnTo>
                <a:lnTo>
                  <a:pt x="1562" y="1064"/>
                </a:lnTo>
                <a:lnTo>
                  <a:pt x="1541" y="1077"/>
                </a:lnTo>
                <a:lnTo>
                  <a:pt x="1520" y="1090"/>
                </a:lnTo>
                <a:lnTo>
                  <a:pt x="1498" y="1103"/>
                </a:lnTo>
                <a:lnTo>
                  <a:pt x="1476" y="1115"/>
                </a:lnTo>
                <a:lnTo>
                  <a:pt x="1453" y="1127"/>
                </a:lnTo>
                <a:lnTo>
                  <a:pt x="1429" y="1138"/>
                </a:lnTo>
                <a:lnTo>
                  <a:pt x="1405" y="1149"/>
                </a:lnTo>
                <a:lnTo>
                  <a:pt x="1381" y="1159"/>
                </a:lnTo>
                <a:lnTo>
                  <a:pt x="1356" y="1169"/>
                </a:lnTo>
                <a:lnTo>
                  <a:pt x="1329" y="1178"/>
                </a:lnTo>
                <a:lnTo>
                  <a:pt x="1304" y="1187"/>
                </a:lnTo>
                <a:lnTo>
                  <a:pt x="1277" y="1195"/>
                </a:lnTo>
                <a:lnTo>
                  <a:pt x="1251" y="1202"/>
                </a:lnTo>
                <a:lnTo>
                  <a:pt x="1224" y="1209"/>
                </a:lnTo>
                <a:lnTo>
                  <a:pt x="1197" y="1215"/>
                </a:lnTo>
                <a:lnTo>
                  <a:pt x="1169" y="1221"/>
                </a:lnTo>
                <a:lnTo>
                  <a:pt x="1142" y="1226"/>
                </a:lnTo>
                <a:lnTo>
                  <a:pt x="1114" y="1231"/>
                </a:lnTo>
                <a:lnTo>
                  <a:pt x="1086" y="1235"/>
                </a:lnTo>
                <a:lnTo>
                  <a:pt x="1057" y="1238"/>
                </a:lnTo>
                <a:lnTo>
                  <a:pt x="1029" y="1241"/>
                </a:lnTo>
                <a:lnTo>
                  <a:pt x="1000" y="1243"/>
                </a:lnTo>
                <a:lnTo>
                  <a:pt x="972" y="1245"/>
                </a:lnTo>
                <a:lnTo>
                  <a:pt x="943" y="1246"/>
                </a:lnTo>
                <a:lnTo>
                  <a:pt x="914" y="1246"/>
                </a:lnTo>
                <a:lnTo>
                  <a:pt x="886" y="1246"/>
                </a:lnTo>
                <a:lnTo>
                  <a:pt x="857" y="1245"/>
                </a:lnTo>
                <a:lnTo>
                  <a:pt x="828" y="1243"/>
                </a:lnTo>
                <a:lnTo>
                  <a:pt x="800" y="1241"/>
                </a:lnTo>
                <a:lnTo>
                  <a:pt x="771" y="1238"/>
                </a:lnTo>
                <a:lnTo>
                  <a:pt x="743" y="1235"/>
                </a:lnTo>
                <a:lnTo>
                  <a:pt x="715" y="1231"/>
                </a:lnTo>
                <a:lnTo>
                  <a:pt x="687" y="1226"/>
                </a:lnTo>
                <a:lnTo>
                  <a:pt x="659" y="1221"/>
                </a:lnTo>
                <a:lnTo>
                  <a:pt x="632" y="1215"/>
                </a:lnTo>
                <a:lnTo>
                  <a:pt x="605" y="1209"/>
                </a:lnTo>
                <a:lnTo>
                  <a:pt x="578" y="1202"/>
                </a:lnTo>
                <a:lnTo>
                  <a:pt x="551" y="1195"/>
                </a:lnTo>
                <a:lnTo>
                  <a:pt x="525" y="1187"/>
                </a:lnTo>
                <a:lnTo>
                  <a:pt x="499" y="1178"/>
                </a:lnTo>
                <a:lnTo>
                  <a:pt x="474" y="1169"/>
                </a:lnTo>
                <a:lnTo>
                  <a:pt x="449" y="1159"/>
                </a:lnTo>
                <a:lnTo>
                  <a:pt x="424" y="1149"/>
                </a:lnTo>
                <a:lnTo>
                  <a:pt x="400" y="1138"/>
                </a:lnTo>
                <a:lnTo>
                  <a:pt x="377" y="1127"/>
                </a:lnTo>
                <a:lnTo>
                  <a:pt x="354" y="1115"/>
                </a:lnTo>
                <a:lnTo>
                  <a:pt x="331" y="1103"/>
                </a:lnTo>
                <a:lnTo>
                  <a:pt x="310" y="1090"/>
                </a:lnTo>
                <a:lnTo>
                  <a:pt x="288" y="1077"/>
                </a:lnTo>
                <a:lnTo>
                  <a:pt x="268" y="1064"/>
                </a:lnTo>
                <a:lnTo>
                  <a:pt x="248" y="1050"/>
                </a:lnTo>
                <a:lnTo>
                  <a:pt x="228" y="1035"/>
                </a:lnTo>
                <a:lnTo>
                  <a:pt x="210" y="1020"/>
                </a:lnTo>
                <a:lnTo>
                  <a:pt x="192" y="1005"/>
                </a:lnTo>
                <a:lnTo>
                  <a:pt x="174" y="989"/>
                </a:lnTo>
                <a:lnTo>
                  <a:pt x="158" y="973"/>
                </a:lnTo>
                <a:lnTo>
                  <a:pt x="142" y="957"/>
                </a:lnTo>
                <a:lnTo>
                  <a:pt x="127" y="940"/>
                </a:lnTo>
                <a:lnTo>
                  <a:pt x="113" y="923"/>
                </a:lnTo>
                <a:lnTo>
                  <a:pt x="99" y="906"/>
                </a:lnTo>
                <a:lnTo>
                  <a:pt x="87" y="889"/>
                </a:lnTo>
                <a:lnTo>
                  <a:pt x="75" y="871"/>
                </a:lnTo>
                <a:lnTo>
                  <a:pt x="64" y="853"/>
                </a:lnTo>
                <a:lnTo>
                  <a:pt x="54" y="834"/>
                </a:lnTo>
                <a:lnTo>
                  <a:pt x="45" y="816"/>
                </a:lnTo>
                <a:lnTo>
                  <a:pt x="36" y="797"/>
                </a:lnTo>
                <a:lnTo>
                  <a:pt x="29" y="778"/>
                </a:lnTo>
                <a:lnTo>
                  <a:pt x="22" y="759"/>
                </a:lnTo>
                <a:lnTo>
                  <a:pt x="16" y="740"/>
                </a:lnTo>
                <a:lnTo>
                  <a:pt x="11" y="721"/>
                </a:lnTo>
                <a:lnTo>
                  <a:pt x="7" y="702"/>
                </a:lnTo>
                <a:lnTo>
                  <a:pt x="4" y="682"/>
                </a:lnTo>
                <a:lnTo>
                  <a:pt x="2" y="663"/>
                </a:lnTo>
                <a:lnTo>
                  <a:pt x="0" y="643"/>
                </a:lnTo>
                <a:lnTo>
                  <a:pt x="0" y="624"/>
                </a:lnTo>
                <a:lnTo>
                  <a:pt x="0" y="604"/>
                </a:lnTo>
                <a:lnTo>
                  <a:pt x="2" y="585"/>
                </a:lnTo>
                <a:lnTo>
                  <a:pt x="4" y="565"/>
                </a:lnTo>
                <a:lnTo>
                  <a:pt x="7" y="546"/>
                </a:lnTo>
                <a:lnTo>
                  <a:pt x="11" y="526"/>
                </a:lnTo>
                <a:lnTo>
                  <a:pt x="16" y="506"/>
                </a:lnTo>
                <a:lnTo>
                  <a:pt x="22" y="487"/>
                </a:lnTo>
                <a:lnTo>
                  <a:pt x="29" y="468"/>
                </a:lnTo>
                <a:lnTo>
                  <a:pt x="36" y="449"/>
                </a:lnTo>
                <a:lnTo>
                  <a:pt x="45" y="430"/>
                </a:lnTo>
                <a:lnTo>
                  <a:pt x="54" y="412"/>
                </a:lnTo>
                <a:lnTo>
                  <a:pt x="64" y="394"/>
                </a:lnTo>
                <a:lnTo>
                  <a:pt x="75" y="376"/>
                </a:lnTo>
                <a:lnTo>
                  <a:pt x="87" y="358"/>
                </a:lnTo>
                <a:lnTo>
                  <a:pt x="99" y="340"/>
                </a:lnTo>
                <a:lnTo>
                  <a:pt x="113" y="323"/>
                </a:lnTo>
                <a:lnTo>
                  <a:pt x="127" y="306"/>
                </a:lnTo>
                <a:lnTo>
                  <a:pt x="142" y="289"/>
                </a:lnTo>
                <a:lnTo>
                  <a:pt x="158" y="273"/>
                </a:lnTo>
                <a:lnTo>
                  <a:pt x="174" y="257"/>
                </a:lnTo>
                <a:lnTo>
                  <a:pt x="192" y="241"/>
                </a:lnTo>
                <a:lnTo>
                  <a:pt x="210" y="226"/>
                </a:lnTo>
                <a:lnTo>
                  <a:pt x="228" y="211"/>
                </a:lnTo>
                <a:lnTo>
                  <a:pt x="248" y="197"/>
                </a:lnTo>
                <a:lnTo>
                  <a:pt x="268" y="183"/>
                </a:lnTo>
                <a:lnTo>
                  <a:pt x="288" y="169"/>
                </a:lnTo>
                <a:lnTo>
                  <a:pt x="310" y="156"/>
                </a:lnTo>
                <a:lnTo>
                  <a:pt x="331" y="143"/>
                </a:lnTo>
                <a:lnTo>
                  <a:pt x="354" y="131"/>
                </a:lnTo>
                <a:lnTo>
                  <a:pt x="377" y="119"/>
                </a:lnTo>
                <a:lnTo>
                  <a:pt x="400" y="108"/>
                </a:lnTo>
                <a:lnTo>
                  <a:pt x="424" y="97"/>
                </a:lnTo>
                <a:lnTo>
                  <a:pt x="449" y="87"/>
                </a:lnTo>
                <a:lnTo>
                  <a:pt x="474" y="77"/>
                </a:lnTo>
                <a:lnTo>
                  <a:pt x="499" y="68"/>
                </a:lnTo>
                <a:lnTo>
                  <a:pt x="525" y="60"/>
                </a:lnTo>
                <a:lnTo>
                  <a:pt x="551" y="52"/>
                </a:lnTo>
                <a:lnTo>
                  <a:pt x="578" y="44"/>
                </a:lnTo>
                <a:lnTo>
                  <a:pt x="605" y="37"/>
                </a:lnTo>
                <a:lnTo>
                  <a:pt x="632" y="31"/>
                </a:lnTo>
                <a:lnTo>
                  <a:pt x="659" y="25"/>
                </a:lnTo>
                <a:lnTo>
                  <a:pt x="687" y="20"/>
                </a:lnTo>
                <a:lnTo>
                  <a:pt x="715" y="15"/>
                </a:lnTo>
                <a:lnTo>
                  <a:pt x="743" y="11"/>
                </a:lnTo>
                <a:lnTo>
                  <a:pt x="771" y="8"/>
                </a:lnTo>
                <a:lnTo>
                  <a:pt x="800" y="5"/>
                </a:lnTo>
                <a:lnTo>
                  <a:pt x="828" y="3"/>
                </a:lnTo>
                <a:lnTo>
                  <a:pt x="857" y="2"/>
                </a:lnTo>
                <a:lnTo>
                  <a:pt x="886" y="1"/>
                </a:lnTo>
                <a:lnTo>
                  <a:pt x="914" y="0"/>
                </a:lnTo>
                <a:lnTo>
                  <a:pt x="943" y="1"/>
                </a:lnTo>
                <a:lnTo>
                  <a:pt x="972" y="2"/>
                </a:lnTo>
                <a:lnTo>
                  <a:pt x="1000" y="3"/>
                </a:lnTo>
                <a:lnTo>
                  <a:pt x="1029" y="5"/>
                </a:lnTo>
                <a:lnTo>
                  <a:pt x="1057" y="8"/>
                </a:lnTo>
                <a:lnTo>
                  <a:pt x="1086" y="11"/>
                </a:lnTo>
                <a:lnTo>
                  <a:pt x="1114" y="15"/>
                </a:lnTo>
                <a:lnTo>
                  <a:pt x="1142" y="20"/>
                </a:lnTo>
                <a:lnTo>
                  <a:pt x="1169" y="25"/>
                </a:lnTo>
                <a:lnTo>
                  <a:pt x="1197" y="31"/>
                </a:lnTo>
                <a:lnTo>
                  <a:pt x="1224" y="37"/>
                </a:lnTo>
                <a:lnTo>
                  <a:pt x="1251" y="44"/>
                </a:lnTo>
                <a:lnTo>
                  <a:pt x="1277" y="52"/>
                </a:lnTo>
                <a:lnTo>
                  <a:pt x="1304" y="60"/>
                </a:lnTo>
                <a:lnTo>
                  <a:pt x="1329" y="68"/>
                </a:lnTo>
                <a:lnTo>
                  <a:pt x="1356" y="77"/>
                </a:lnTo>
                <a:lnTo>
                  <a:pt x="1381" y="87"/>
                </a:lnTo>
                <a:lnTo>
                  <a:pt x="1405" y="97"/>
                </a:lnTo>
                <a:lnTo>
                  <a:pt x="1429" y="108"/>
                </a:lnTo>
                <a:lnTo>
                  <a:pt x="1453" y="119"/>
                </a:lnTo>
                <a:lnTo>
                  <a:pt x="1476" y="131"/>
                </a:lnTo>
                <a:lnTo>
                  <a:pt x="1498" y="143"/>
                </a:lnTo>
                <a:lnTo>
                  <a:pt x="1520" y="156"/>
                </a:lnTo>
                <a:lnTo>
                  <a:pt x="1541" y="169"/>
                </a:lnTo>
                <a:lnTo>
                  <a:pt x="1562" y="183"/>
                </a:lnTo>
                <a:lnTo>
                  <a:pt x="1582" y="197"/>
                </a:lnTo>
                <a:lnTo>
                  <a:pt x="1601" y="211"/>
                </a:lnTo>
                <a:lnTo>
                  <a:pt x="1620" y="226"/>
                </a:lnTo>
                <a:lnTo>
                  <a:pt x="1638" y="241"/>
                </a:lnTo>
                <a:lnTo>
                  <a:pt x="1655" y="257"/>
                </a:lnTo>
                <a:lnTo>
                  <a:pt x="1672" y="273"/>
                </a:lnTo>
                <a:lnTo>
                  <a:pt x="1687" y="289"/>
                </a:lnTo>
                <a:lnTo>
                  <a:pt x="1702" y="306"/>
                </a:lnTo>
                <a:lnTo>
                  <a:pt x="1717" y="323"/>
                </a:lnTo>
                <a:lnTo>
                  <a:pt x="1730" y="340"/>
                </a:lnTo>
                <a:lnTo>
                  <a:pt x="1743" y="358"/>
                </a:lnTo>
                <a:lnTo>
                  <a:pt x="1754" y="376"/>
                </a:lnTo>
                <a:lnTo>
                  <a:pt x="1765" y="394"/>
                </a:lnTo>
                <a:lnTo>
                  <a:pt x="1776" y="412"/>
                </a:lnTo>
                <a:lnTo>
                  <a:pt x="1785" y="430"/>
                </a:lnTo>
                <a:lnTo>
                  <a:pt x="1793" y="449"/>
                </a:lnTo>
                <a:lnTo>
                  <a:pt x="1801" y="468"/>
                </a:lnTo>
                <a:lnTo>
                  <a:pt x="1808" y="487"/>
                </a:lnTo>
                <a:lnTo>
                  <a:pt x="1813" y="506"/>
                </a:lnTo>
                <a:lnTo>
                  <a:pt x="1818" y="526"/>
                </a:lnTo>
                <a:lnTo>
                  <a:pt x="1822" y="546"/>
                </a:lnTo>
                <a:lnTo>
                  <a:pt x="1826" y="565"/>
                </a:lnTo>
                <a:lnTo>
                  <a:pt x="1828" y="585"/>
                </a:lnTo>
                <a:lnTo>
                  <a:pt x="1829" y="604"/>
                </a:lnTo>
                <a:lnTo>
                  <a:pt x="1830" y="624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1" name=""/>
          <p:cNvSpPr/>
          <p:nvPr/>
        </p:nvSpPr>
        <p:spPr>
          <a:xfrm>
            <a:off x="3795480" y="2721600"/>
            <a:ext cx="661320" cy="450360"/>
          </a:xfrm>
          <a:custGeom>
            <a:avLst/>
            <a:gdLst/>
            <a:ahLst/>
            <a:rect l="0" t="0" r="r" b="b"/>
            <a:pathLst>
              <a:path w="1837" h="1251">
                <a:moveTo>
                  <a:pt x="1834" y="626"/>
                </a:moveTo>
                <a:lnTo>
                  <a:pt x="1833" y="606"/>
                </a:lnTo>
                <a:lnTo>
                  <a:pt x="1832" y="587"/>
                </a:lnTo>
                <a:lnTo>
                  <a:pt x="1830" y="567"/>
                </a:lnTo>
                <a:lnTo>
                  <a:pt x="1826" y="547"/>
                </a:lnTo>
                <a:lnTo>
                  <a:pt x="1822" y="527"/>
                </a:lnTo>
                <a:lnTo>
                  <a:pt x="1817" y="508"/>
                </a:lnTo>
                <a:lnTo>
                  <a:pt x="1812" y="489"/>
                </a:lnTo>
                <a:lnTo>
                  <a:pt x="1805" y="470"/>
                </a:lnTo>
                <a:lnTo>
                  <a:pt x="1797" y="451"/>
                </a:lnTo>
                <a:lnTo>
                  <a:pt x="1789" y="432"/>
                </a:lnTo>
                <a:lnTo>
                  <a:pt x="1780" y="414"/>
                </a:lnTo>
                <a:lnTo>
                  <a:pt x="1769" y="396"/>
                </a:lnTo>
                <a:lnTo>
                  <a:pt x="1758" y="378"/>
                </a:lnTo>
                <a:lnTo>
                  <a:pt x="1747" y="360"/>
                </a:lnTo>
                <a:lnTo>
                  <a:pt x="1734" y="342"/>
                </a:lnTo>
                <a:lnTo>
                  <a:pt x="1721" y="325"/>
                </a:lnTo>
                <a:lnTo>
                  <a:pt x="1706" y="308"/>
                </a:lnTo>
                <a:lnTo>
                  <a:pt x="1691" y="291"/>
                </a:lnTo>
                <a:lnTo>
                  <a:pt x="1676" y="275"/>
                </a:lnTo>
                <a:lnTo>
                  <a:pt x="1659" y="259"/>
                </a:lnTo>
                <a:lnTo>
                  <a:pt x="1642" y="243"/>
                </a:lnTo>
                <a:lnTo>
                  <a:pt x="1624" y="228"/>
                </a:lnTo>
                <a:lnTo>
                  <a:pt x="1605" y="213"/>
                </a:lnTo>
                <a:lnTo>
                  <a:pt x="1586" y="199"/>
                </a:lnTo>
                <a:lnTo>
                  <a:pt x="1566" y="185"/>
                </a:lnTo>
                <a:lnTo>
                  <a:pt x="1545" y="171"/>
                </a:lnTo>
                <a:lnTo>
                  <a:pt x="1524" y="158"/>
                </a:lnTo>
                <a:lnTo>
                  <a:pt x="1502" y="145"/>
                </a:lnTo>
                <a:lnTo>
                  <a:pt x="1480" y="133"/>
                </a:lnTo>
                <a:lnTo>
                  <a:pt x="1457" y="121"/>
                </a:lnTo>
                <a:lnTo>
                  <a:pt x="1433" y="110"/>
                </a:lnTo>
                <a:lnTo>
                  <a:pt x="1409" y="99"/>
                </a:lnTo>
                <a:lnTo>
                  <a:pt x="1384" y="89"/>
                </a:lnTo>
                <a:lnTo>
                  <a:pt x="1359" y="79"/>
                </a:lnTo>
                <a:lnTo>
                  <a:pt x="1333" y="70"/>
                </a:lnTo>
                <a:lnTo>
                  <a:pt x="1308" y="62"/>
                </a:lnTo>
                <a:lnTo>
                  <a:pt x="1281" y="54"/>
                </a:lnTo>
                <a:lnTo>
                  <a:pt x="1255" y="46"/>
                </a:lnTo>
                <a:lnTo>
                  <a:pt x="1228" y="39"/>
                </a:lnTo>
                <a:lnTo>
                  <a:pt x="1201" y="33"/>
                </a:lnTo>
                <a:lnTo>
                  <a:pt x="1173" y="27"/>
                </a:lnTo>
                <a:lnTo>
                  <a:pt x="1146" y="22"/>
                </a:lnTo>
                <a:lnTo>
                  <a:pt x="1118" y="17"/>
                </a:lnTo>
                <a:lnTo>
                  <a:pt x="1090" y="13"/>
                </a:lnTo>
                <a:lnTo>
                  <a:pt x="1061" y="10"/>
                </a:lnTo>
                <a:lnTo>
                  <a:pt x="1033" y="7"/>
                </a:lnTo>
                <a:lnTo>
                  <a:pt x="1004" y="5"/>
                </a:lnTo>
                <a:lnTo>
                  <a:pt x="976" y="4"/>
                </a:lnTo>
                <a:lnTo>
                  <a:pt x="947" y="3"/>
                </a:lnTo>
                <a:lnTo>
                  <a:pt x="918" y="2"/>
                </a:lnTo>
                <a:lnTo>
                  <a:pt x="890" y="3"/>
                </a:lnTo>
                <a:lnTo>
                  <a:pt x="861" y="4"/>
                </a:lnTo>
                <a:lnTo>
                  <a:pt x="832" y="5"/>
                </a:lnTo>
                <a:lnTo>
                  <a:pt x="804" y="7"/>
                </a:lnTo>
                <a:lnTo>
                  <a:pt x="775" y="10"/>
                </a:lnTo>
                <a:lnTo>
                  <a:pt x="747" y="13"/>
                </a:lnTo>
                <a:lnTo>
                  <a:pt x="719" y="17"/>
                </a:lnTo>
                <a:lnTo>
                  <a:pt x="691" y="22"/>
                </a:lnTo>
                <a:lnTo>
                  <a:pt x="663" y="27"/>
                </a:lnTo>
                <a:lnTo>
                  <a:pt x="636" y="33"/>
                </a:lnTo>
                <a:lnTo>
                  <a:pt x="609" y="39"/>
                </a:lnTo>
                <a:lnTo>
                  <a:pt x="582" y="46"/>
                </a:lnTo>
                <a:lnTo>
                  <a:pt x="555" y="54"/>
                </a:lnTo>
                <a:lnTo>
                  <a:pt x="529" y="62"/>
                </a:lnTo>
                <a:lnTo>
                  <a:pt x="503" y="70"/>
                </a:lnTo>
                <a:lnTo>
                  <a:pt x="478" y="79"/>
                </a:lnTo>
                <a:lnTo>
                  <a:pt x="453" y="89"/>
                </a:lnTo>
                <a:lnTo>
                  <a:pt x="428" y="99"/>
                </a:lnTo>
                <a:lnTo>
                  <a:pt x="404" y="110"/>
                </a:lnTo>
                <a:lnTo>
                  <a:pt x="381" y="121"/>
                </a:lnTo>
                <a:lnTo>
                  <a:pt x="358" y="133"/>
                </a:lnTo>
                <a:lnTo>
                  <a:pt x="335" y="145"/>
                </a:lnTo>
                <a:lnTo>
                  <a:pt x="314" y="158"/>
                </a:lnTo>
                <a:lnTo>
                  <a:pt x="292" y="171"/>
                </a:lnTo>
                <a:lnTo>
                  <a:pt x="272" y="185"/>
                </a:lnTo>
                <a:lnTo>
                  <a:pt x="252" y="199"/>
                </a:lnTo>
                <a:lnTo>
                  <a:pt x="232" y="213"/>
                </a:lnTo>
                <a:lnTo>
                  <a:pt x="214" y="228"/>
                </a:lnTo>
                <a:lnTo>
                  <a:pt x="196" y="243"/>
                </a:lnTo>
                <a:lnTo>
                  <a:pt x="178" y="259"/>
                </a:lnTo>
                <a:lnTo>
                  <a:pt x="162" y="275"/>
                </a:lnTo>
                <a:lnTo>
                  <a:pt x="146" y="291"/>
                </a:lnTo>
                <a:lnTo>
                  <a:pt x="131" y="308"/>
                </a:lnTo>
                <a:lnTo>
                  <a:pt x="117" y="325"/>
                </a:lnTo>
                <a:lnTo>
                  <a:pt x="103" y="342"/>
                </a:lnTo>
                <a:lnTo>
                  <a:pt x="91" y="360"/>
                </a:lnTo>
                <a:lnTo>
                  <a:pt x="79" y="378"/>
                </a:lnTo>
                <a:lnTo>
                  <a:pt x="68" y="396"/>
                </a:lnTo>
                <a:lnTo>
                  <a:pt x="58" y="414"/>
                </a:lnTo>
                <a:lnTo>
                  <a:pt x="49" y="432"/>
                </a:lnTo>
                <a:lnTo>
                  <a:pt x="40" y="451"/>
                </a:lnTo>
                <a:lnTo>
                  <a:pt x="33" y="470"/>
                </a:lnTo>
                <a:lnTo>
                  <a:pt x="26" y="489"/>
                </a:lnTo>
                <a:lnTo>
                  <a:pt x="20" y="508"/>
                </a:lnTo>
                <a:lnTo>
                  <a:pt x="15" y="527"/>
                </a:lnTo>
                <a:lnTo>
                  <a:pt x="11" y="547"/>
                </a:lnTo>
                <a:lnTo>
                  <a:pt x="8" y="567"/>
                </a:lnTo>
                <a:lnTo>
                  <a:pt x="6" y="587"/>
                </a:lnTo>
                <a:lnTo>
                  <a:pt x="4" y="606"/>
                </a:lnTo>
                <a:lnTo>
                  <a:pt x="4" y="626"/>
                </a:lnTo>
                <a:lnTo>
                  <a:pt x="4" y="645"/>
                </a:lnTo>
                <a:lnTo>
                  <a:pt x="6" y="665"/>
                </a:lnTo>
                <a:lnTo>
                  <a:pt x="8" y="684"/>
                </a:lnTo>
                <a:lnTo>
                  <a:pt x="11" y="704"/>
                </a:lnTo>
                <a:lnTo>
                  <a:pt x="15" y="723"/>
                </a:lnTo>
                <a:lnTo>
                  <a:pt x="20" y="742"/>
                </a:lnTo>
                <a:lnTo>
                  <a:pt x="26" y="761"/>
                </a:lnTo>
                <a:lnTo>
                  <a:pt x="33" y="780"/>
                </a:lnTo>
                <a:lnTo>
                  <a:pt x="40" y="799"/>
                </a:lnTo>
                <a:lnTo>
                  <a:pt x="49" y="818"/>
                </a:lnTo>
                <a:lnTo>
                  <a:pt x="58" y="836"/>
                </a:lnTo>
                <a:lnTo>
                  <a:pt x="68" y="855"/>
                </a:lnTo>
                <a:lnTo>
                  <a:pt x="79" y="873"/>
                </a:lnTo>
                <a:lnTo>
                  <a:pt x="91" y="891"/>
                </a:lnTo>
                <a:lnTo>
                  <a:pt x="103" y="908"/>
                </a:lnTo>
                <a:lnTo>
                  <a:pt x="117" y="925"/>
                </a:lnTo>
                <a:lnTo>
                  <a:pt x="131" y="942"/>
                </a:lnTo>
                <a:lnTo>
                  <a:pt x="146" y="959"/>
                </a:lnTo>
                <a:lnTo>
                  <a:pt x="162" y="975"/>
                </a:lnTo>
                <a:lnTo>
                  <a:pt x="178" y="991"/>
                </a:lnTo>
                <a:lnTo>
                  <a:pt x="196" y="1007"/>
                </a:lnTo>
                <a:lnTo>
                  <a:pt x="214" y="1022"/>
                </a:lnTo>
                <a:lnTo>
                  <a:pt x="232" y="1037"/>
                </a:lnTo>
                <a:lnTo>
                  <a:pt x="252" y="1052"/>
                </a:lnTo>
                <a:lnTo>
                  <a:pt x="272" y="1066"/>
                </a:lnTo>
                <a:lnTo>
                  <a:pt x="292" y="1079"/>
                </a:lnTo>
                <a:lnTo>
                  <a:pt x="314" y="1092"/>
                </a:lnTo>
                <a:lnTo>
                  <a:pt x="335" y="1105"/>
                </a:lnTo>
                <a:lnTo>
                  <a:pt x="358" y="1117"/>
                </a:lnTo>
                <a:lnTo>
                  <a:pt x="381" y="1129"/>
                </a:lnTo>
                <a:lnTo>
                  <a:pt x="404" y="1140"/>
                </a:lnTo>
                <a:lnTo>
                  <a:pt x="428" y="1151"/>
                </a:lnTo>
                <a:lnTo>
                  <a:pt x="453" y="1161"/>
                </a:lnTo>
                <a:lnTo>
                  <a:pt x="478" y="1171"/>
                </a:lnTo>
                <a:lnTo>
                  <a:pt x="503" y="1180"/>
                </a:lnTo>
                <a:lnTo>
                  <a:pt x="529" y="1189"/>
                </a:lnTo>
                <a:lnTo>
                  <a:pt x="555" y="1197"/>
                </a:lnTo>
                <a:lnTo>
                  <a:pt x="582" y="1204"/>
                </a:lnTo>
                <a:lnTo>
                  <a:pt x="609" y="1211"/>
                </a:lnTo>
                <a:lnTo>
                  <a:pt x="636" y="1217"/>
                </a:lnTo>
                <a:lnTo>
                  <a:pt x="663" y="1223"/>
                </a:lnTo>
                <a:lnTo>
                  <a:pt x="691" y="1228"/>
                </a:lnTo>
                <a:lnTo>
                  <a:pt x="719" y="1233"/>
                </a:lnTo>
                <a:lnTo>
                  <a:pt x="747" y="1237"/>
                </a:lnTo>
                <a:lnTo>
                  <a:pt x="775" y="1240"/>
                </a:lnTo>
                <a:lnTo>
                  <a:pt x="804" y="1243"/>
                </a:lnTo>
                <a:lnTo>
                  <a:pt x="832" y="1245"/>
                </a:lnTo>
                <a:lnTo>
                  <a:pt x="861" y="1247"/>
                </a:lnTo>
                <a:lnTo>
                  <a:pt x="890" y="1248"/>
                </a:lnTo>
                <a:lnTo>
                  <a:pt x="918" y="1248"/>
                </a:lnTo>
                <a:lnTo>
                  <a:pt x="947" y="1248"/>
                </a:lnTo>
                <a:lnTo>
                  <a:pt x="976" y="1247"/>
                </a:lnTo>
                <a:lnTo>
                  <a:pt x="1004" y="1245"/>
                </a:lnTo>
                <a:lnTo>
                  <a:pt x="1033" y="1243"/>
                </a:lnTo>
                <a:lnTo>
                  <a:pt x="1061" y="1240"/>
                </a:lnTo>
                <a:lnTo>
                  <a:pt x="1090" y="1237"/>
                </a:lnTo>
                <a:lnTo>
                  <a:pt x="1118" y="1233"/>
                </a:lnTo>
                <a:lnTo>
                  <a:pt x="1146" y="1228"/>
                </a:lnTo>
                <a:lnTo>
                  <a:pt x="1173" y="1223"/>
                </a:lnTo>
                <a:lnTo>
                  <a:pt x="1201" y="1217"/>
                </a:lnTo>
                <a:lnTo>
                  <a:pt x="1228" y="1211"/>
                </a:lnTo>
                <a:lnTo>
                  <a:pt x="1255" y="1204"/>
                </a:lnTo>
                <a:lnTo>
                  <a:pt x="1281" y="1197"/>
                </a:lnTo>
                <a:lnTo>
                  <a:pt x="1308" y="1189"/>
                </a:lnTo>
                <a:lnTo>
                  <a:pt x="1333" y="1180"/>
                </a:lnTo>
                <a:lnTo>
                  <a:pt x="1359" y="1171"/>
                </a:lnTo>
                <a:lnTo>
                  <a:pt x="1384" y="1161"/>
                </a:lnTo>
                <a:lnTo>
                  <a:pt x="1409" y="1151"/>
                </a:lnTo>
                <a:lnTo>
                  <a:pt x="1433" y="1140"/>
                </a:lnTo>
                <a:lnTo>
                  <a:pt x="1457" y="1129"/>
                </a:lnTo>
                <a:lnTo>
                  <a:pt x="1480" y="1117"/>
                </a:lnTo>
                <a:lnTo>
                  <a:pt x="1502" y="1105"/>
                </a:lnTo>
                <a:lnTo>
                  <a:pt x="1524" y="1092"/>
                </a:lnTo>
                <a:lnTo>
                  <a:pt x="1545" y="1079"/>
                </a:lnTo>
                <a:lnTo>
                  <a:pt x="1566" y="1066"/>
                </a:lnTo>
                <a:lnTo>
                  <a:pt x="1586" y="1052"/>
                </a:lnTo>
                <a:lnTo>
                  <a:pt x="1605" y="1037"/>
                </a:lnTo>
                <a:lnTo>
                  <a:pt x="1624" y="1022"/>
                </a:lnTo>
                <a:lnTo>
                  <a:pt x="1642" y="1007"/>
                </a:lnTo>
                <a:lnTo>
                  <a:pt x="1659" y="991"/>
                </a:lnTo>
                <a:lnTo>
                  <a:pt x="1676" y="975"/>
                </a:lnTo>
                <a:lnTo>
                  <a:pt x="1691" y="959"/>
                </a:lnTo>
                <a:lnTo>
                  <a:pt x="1706" y="942"/>
                </a:lnTo>
                <a:lnTo>
                  <a:pt x="1721" y="925"/>
                </a:lnTo>
                <a:lnTo>
                  <a:pt x="1734" y="908"/>
                </a:lnTo>
                <a:lnTo>
                  <a:pt x="1747" y="891"/>
                </a:lnTo>
                <a:lnTo>
                  <a:pt x="1758" y="873"/>
                </a:lnTo>
                <a:lnTo>
                  <a:pt x="1769" y="855"/>
                </a:lnTo>
                <a:lnTo>
                  <a:pt x="1780" y="836"/>
                </a:lnTo>
                <a:lnTo>
                  <a:pt x="1789" y="818"/>
                </a:lnTo>
                <a:lnTo>
                  <a:pt x="1797" y="799"/>
                </a:lnTo>
                <a:lnTo>
                  <a:pt x="1805" y="780"/>
                </a:lnTo>
                <a:lnTo>
                  <a:pt x="1812" y="761"/>
                </a:lnTo>
                <a:lnTo>
                  <a:pt x="1817" y="742"/>
                </a:lnTo>
                <a:lnTo>
                  <a:pt x="1822" y="723"/>
                </a:lnTo>
                <a:lnTo>
                  <a:pt x="1826" y="704"/>
                </a:lnTo>
                <a:lnTo>
                  <a:pt x="1830" y="684"/>
                </a:lnTo>
                <a:lnTo>
                  <a:pt x="1832" y="665"/>
                </a:lnTo>
                <a:lnTo>
                  <a:pt x="1833" y="645"/>
                </a:lnTo>
                <a:lnTo>
                  <a:pt x="1834" y="626"/>
                </a:lnTo>
                <a:moveTo>
                  <a:pt x="1837" y="626"/>
                </a:moveTo>
                <a:lnTo>
                  <a:pt x="1837" y="645"/>
                </a:lnTo>
                <a:lnTo>
                  <a:pt x="1836" y="665"/>
                </a:lnTo>
                <a:lnTo>
                  <a:pt x="1833" y="684"/>
                </a:lnTo>
                <a:lnTo>
                  <a:pt x="1830" y="704"/>
                </a:lnTo>
                <a:lnTo>
                  <a:pt x="1826" y="723"/>
                </a:lnTo>
                <a:lnTo>
                  <a:pt x="1821" y="743"/>
                </a:lnTo>
                <a:lnTo>
                  <a:pt x="1815" y="762"/>
                </a:lnTo>
                <a:lnTo>
                  <a:pt x="1809" y="781"/>
                </a:lnTo>
                <a:lnTo>
                  <a:pt x="1801" y="800"/>
                </a:lnTo>
                <a:lnTo>
                  <a:pt x="1793" y="819"/>
                </a:lnTo>
                <a:lnTo>
                  <a:pt x="1783" y="837"/>
                </a:lnTo>
                <a:lnTo>
                  <a:pt x="1773" y="856"/>
                </a:lnTo>
                <a:lnTo>
                  <a:pt x="1762" y="874"/>
                </a:lnTo>
                <a:lnTo>
                  <a:pt x="1750" y="892"/>
                </a:lnTo>
                <a:lnTo>
                  <a:pt x="1737" y="909"/>
                </a:lnTo>
                <a:lnTo>
                  <a:pt x="1724" y="927"/>
                </a:lnTo>
                <a:lnTo>
                  <a:pt x="1710" y="944"/>
                </a:lnTo>
                <a:lnTo>
                  <a:pt x="1695" y="960"/>
                </a:lnTo>
                <a:lnTo>
                  <a:pt x="1679" y="977"/>
                </a:lnTo>
                <a:lnTo>
                  <a:pt x="1662" y="993"/>
                </a:lnTo>
                <a:lnTo>
                  <a:pt x="1645" y="1009"/>
                </a:lnTo>
                <a:lnTo>
                  <a:pt x="1627" y="1024"/>
                </a:lnTo>
                <a:lnTo>
                  <a:pt x="1608" y="1039"/>
                </a:lnTo>
                <a:lnTo>
                  <a:pt x="1589" y="1053"/>
                </a:lnTo>
                <a:lnTo>
                  <a:pt x="1569" y="1067"/>
                </a:lnTo>
                <a:lnTo>
                  <a:pt x="1548" y="1081"/>
                </a:lnTo>
                <a:lnTo>
                  <a:pt x="1526" y="1094"/>
                </a:lnTo>
                <a:lnTo>
                  <a:pt x="1505" y="1107"/>
                </a:lnTo>
                <a:lnTo>
                  <a:pt x="1482" y="1119"/>
                </a:lnTo>
                <a:lnTo>
                  <a:pt x="1459" y="1131"/>
                </a:lnTo>
                <a:lnTo>
                  <a:pt x="1435" y="1142"/>
                </a:lnTo>
                <a:lnTo>
                  <a:pt x="1411" y="1153"/>
                </a:lnTo>
                <a:lnTo>
                  <a:pt x="1386" y="1163"/>
                </a:lnTo>
                <a:lnTo>
                  <a:pt x="1361" y="1173"/>
                </a:lnTo>
                <a:lnTo>
                  <a:pt x="1335" y="1182"/>
                </a:lnTo>
                <a:lnTo>
                  <a:pt x="1309" y="1191"/>
                </a:lnTo>
                <a:lnTo>
                  <a:pt x="1283" y="1199"/>
                </a:lnTo>
                <a:lnTo>
                  <a:pt x="1256" y="1207"/>
                </a:lnTo>
                <a:lnTo>
                  <a:pt x="1229" y="1214"/>
                </a:lnTo>
                <a:lnTo>
                  <a:pt x="1202" y="1220"/>
                </a:lnTo>
                <a:lnTo>
                  <a:pt x="1174" y="1226"/>
                </a:lnTo>
                <a:lnTo>
                  <a:pt x="1147" y="1231"/>
                </a:lnTo>
                <a:lnTo>
                  <a:pt x="1119" y="1235"/>
                </a:lnTo>
                <a:lnTo>
                  <a:pt x="1090" y="1239"/>
                </a:lnTo>
                <a:lnTo>
                  <a:pt x="1062" y="1243"/>
                </a:lnTo>
                <a:lnTo>
                  <a:pt x="1033" y="1246"/>
                </a:lnTo>
                <a:lnTo>
                  <a:pt x="1005" y="1248"/>
                </a:lnTo>
                <a:lnTo>
                  <a:pt x="976" y="1249"/>
                </a:lnTo>
                <a:lnTo>
                  <a:pt x="947" y="1250"/>
                </a:lnTo>
                <a:lnTo>
                  <a:pt x="918" y="1251"/>
                </a:lnTo>
                <a:lnTo>
                  <a:pt x="889" y="1250"/>
                </a:lnTo>
                <a:lnTo>
                  <a:pt x="861" y="1249"/>
                </a:lnTo>
                <a:lnTo>
                  <a:pt x="832" y="1248"/>
                </a:lnTo>
                <a:lnTo>
                  <a:pt x="803" y="1246"/>
                </a:lnTo>
                <a:lnTo>
                  <a:pt x="775" y="1243"/>
                </a:lnTo>
                <a:lnTo>
                  <a:pt x="746" y="1239"/>
                </a:lnTo>
                <a:lnTo>
                  <a:pt x="718" y="1235"/>
                </a:lnTo>
                <a:lnTo>
                  <a:pt x="690" y="1231"/>
                </a:lnTo>
                <a:lnTo>
                  <a:pt x="662" y="1226"/>
                </a:lnTo>
                <a:lnTo>
                  <a:pt x="635" y="1220"/>
                </a:lnTo>
                <a:lnTo>
                  <a:pt x="607" y="1214"/>
                </a:lnTo>
                <a:lnTo>
                  <a:pt x="580" y="1207"/>
                </a:lnTo>
                <a:lnTo>
                  <a:pt x="554" y="1199"/>
                </a:lnTo>
                <a:lnTo>
                  <a:pt x="527" y="1191"/>
                </a:lnTo>
                <a:lnTo>
                  <a:pt x="501" y="1182"/>
                </a:lnTo>
                <a:lnTo>
                  <a:pt x="476" y="1173"/>
                </a:lnTo>
                <a:lnTo>
                  <a:pt x="451" y="1163"/>
                </a:lnTo>
                <a:lnTo>
                  <a:pt x="426" y="1153"/>
                </a:lnTo>
                <a:lnTo>
                  <a:pt x="402" y="1142"/>
                </a:lnTo>
                <a:lnTo>
                  <a:pt x="379" y="1131"/>
                </a:lnTo>
                <a:lnTo>
                  <a:pt x="355" y="1119"/>
                </a:lnTo>
                <a:lnTo>
                  <a:pt x="333" y="1107"/>
                </a:lnTo>
                <a:lnTo>
                  <a:pt x="311" y="1094"/>
                </a:lnTo>
                <a:lnTo>
                  <a:pt x="290" y="1081"/>
                </a:lnTo>
                <a:lnTo>
                  <a:pt x="269" y="1067"/>
                </a:lnTo>
                <a:lnTo>
                  <a:pt x="249" y="1053"/>
                </a:lnTo>
                <a:lnTo>
                  <a:pt x="230" y="1039"/>
                </a:lnTo>
                <a:lnTo>
                  <a:pt x="211" y="1024"/>
                </a:lnTo>
                <a:lnTo>
                  <a:pt x="193" y="1009"/>
                </a:lnTo>
                <a:lnTo>
                  <a:pt x="175" y="993"/>
                </a:lnTo>
                <a:lnTo>
                  <a:pt x="159" y="977"/>
                </a:lnTo>
                <a:lnTo>
                  <a:pt x="143" y="960"/>
                </a:lnTo>
                <a:lnTo>
                  <a:pt x="128" y="944"/>
                </a:lnTo>
                <a:lnTo>
                  <a:pt x="114" y="927"/>
                </a:lnTo>
                <a:lnTo>
                  <a:pt x="100" y="909"/>
                </a:lnTo>
                <a:lnTo>
                  <a:pt x="87" y="892"/>
                </a:lnTo>
                <a:lnTo>
                  <a:pt x="76" y="874"/>
                </a:lnTo>
                <a:lnTo>
                  <a:pt x="65" y="856"/>
                </a:lnTo>
                <a:lnTo>
                  <a:pt x="54" y="837"/>
                </a:lnTo>
                <a:lnTo>
                  <a:pt x="45" y="819"/>
                </a:lnTo>
                <a:lnTo>
                  <a:pt x="37" y="800"/>
                </a:lnTo>
                <a:lnTo>
                  <a:pt x="29" y="781"/>
                </a:lnTo>
                <a:lnTo>
                  <a:pt x="22" y="762"/>
                </a:lnTo>
                <a:lnTo>
                  <a:pt x="16" y="743"/>
                </a:lnTo>
                <a:lnTo>
                  <a:pt x="11" y="723"/>
                </a:lnTo>
                <a:lnTo>
                  <a:pt x="7" y="704"/>
                </a:lnTo>
                <a:lnTo>
                  <a:pt x="4" y="684"/>
                </a:lnTo>
                <a:lnTo>
                  <a:pt x="2" y="665"/>
                </a:lnTo>
                <a:lnTo>
                  <a:pt x="1" y="645"/>
                </a:lnTo>
                <a:lnTo>
                  <a:pt x="0" y="626"/>
                </a:lnTo>
                <a:lnTo>
                  <a:pt x="1" y="606"/>
                </a:lnTo>
                <a:lnTo>
                  <a:pt x="2" y="586"/>
                </a:lnTo>
                <a:lnTo>
                  <a:pt x="4" y="567"/>
                </a:lnTo>
                <a:lnTo>
                  <a:pt x="7" y="546"/>
                </a:lnTo>
                <a:lnTo>
                  <a:pt x="11" y="527"/>
                </a:lnTo>
                <a:lnTo>
                  <a:pt x="16" y="508"/>
                </a:lnTo>
                <a:lnTo>
                  <a:pt x="22" y="488"/>
                </a:lnTo>
                <a:lnTo>
                  <a:pt x="29" y="469"/>
                </a:lnTo>
                <a:lnTo>
                  <a:pt x="37" y="450"/>
                </a:lnTo>
                <a:lnTo>
                  <a:pt x="45" y="432"/>
                </a:lnTo>
                <a:lnTo>
                  <a:pt x="54" y="413"/>
                </a:lnTo>
                <a:lnTo>
                  <a:pt x="65" y="395"/>
                </a:lnTo>
                <a:lnTo>
                  <a:pt x="76" y="376"/>
                </a:lnTo>
                <a:lnTo>
                  <a:pt x="87" y="359"/>
                </a:lnTo>
                <a:lnTo>
                  <a:pt x="100" y="341"/>
                </a:lnTo>
                <a:lnTo>
                  <a:pt x="114" y="324"/>
                </a:lnTo>
                <a:lnTo>
                  <a:pt x="128" y="307"/>
                </a:lnTo>
                <a:lnTo>
                  <a:pt x="143" y="290"/>
                </a:lnTo>
                <a:lnTo>
                  <a:pt x="159" y="273"/>
                </a:lnTo>
                <a:lnTo>
                  <a:pt x="175" y="257"/>
                </a:lnTo>
                <a:lnTo>
                  <a:pt x="193" y="242"/>
                </a:lnTo>
                <a:lnTo>
                  <a:pt x="211" y="226"/>
                </a:lnTo>
                <a:lnTo>
                  <a:pt x="230" y="211"/>
                </a:lnTo>
                <a:lnTo>
                  <a:pt x="249" y="197"/>
                </a:lnTo>
                <a:lnTo>
                  <a:pt x="269" y="183"/>
                </a:lnTo>
                <a:lnTo>
                  <a:pt x="290" y="169"/>
                </a:lnTo>
                <a:lnTo>
                  <a:pt x="311" y="156"/>
                </a:lnTo>
                <a:lnTo>
                  <a:pt x="333" y="143"/>
                </a:lnTo>
                <a:lnTo>
                  <a:pt x="355" y="131"/>
                </a:lnTo>
                <a:lnTo>
                  <a:pt x="379" y="119"/>
                </a:lnTo>
                <a:lnTo>
                  <a:pt x="402" y="108"/>
                </a:lnTo>
                <a:lnTo>
                  <a:pt x="426" y="97"/>
                </a:lnTo>
                <a:lnTo>
                  <a:pt x="451" y="87"/>
                </a:lnTo>
                <a:lnTo>
                  <a:pt x="476" y="77"/>
                </a:lnTo>
                <a:lnTo>
                  <a:pt x="501" y="68"/>
                </a:lnTo>
                <a:lnTo>
                  <a:pt x="527" y="59"/>
                </a:lnTo>
                <a:lnTo>
                  <a:pt x="554" y="51"/>
                </a:lnTo>
                <a:lnTo>
                  <a:pt x="580" y="44"/>
                </a:lnTo>
                <a:lnTo>
                  <a:pt x="607" y="37"/>
                </a:lnTo>
                <a:lnTo>
                  <a:pt x="635" y="30"/>
                </a:lnTo>
                <a:lnTo>
                  <a:pt x="662" y="25"/>
                </a:lnTo>
                <a:lnTo>
                  <a:pt x="690" y="19"/>
                </a:lnTo>
                <a:lnTo>
                  <a:pt x="718" y="15"/>
                </a:lnTo>
                <a:lnTo>
                  <a:pt x="746" y="11"/>
                </a:lnTo>
                <a:lnTo>
                  <a:pt x="775" y="7"/>
                </a:lnTo>
                <a:lnTo>
                  <a:pt x="803" y="5"/>
                </a:lnTo>
                <a:lnTo>
                  <a:pt x="832" y="3"/>
                </a:lnTo>
                <a:lnTo>
                  <a:pt x="861" y="1"/>
                </a:lnTo>
                <a:lnTo>
                  <a:pt x="889" y="0"/>
                </a:lnTo>
                <a:lnTo>
                  <a:pt x="918" y="0"/>
                </a:lnTo>
                <a:lnTo>
                  <a:pt x="947" y="0"/>
                </a:lnTo>
                <a:lnTo>
                  <a:pt x="976" y="1"/>
                </a:lnTo>
                <a:lnTo>
                  <a:pt x="1005" y="3"/>
                </a:lnTo>
                <a:lnTo>
                  <a:pt x="1033" y="5"/>
                </a:lnTo>
                <a:lnTo>
                  <a:pt x="1062" y="7"/>
                </a:lnTo>
                <a:lnTo>
                  <a:pt x="1090" y="11"/>
                </a:lnTo>
                <a:lnTo>
                  <a:pt x="1119" y="15"/>
                </a:lnTo>
                <a:lnTo>
                  <a:pt x="1147" y="19"/>
                </a:lnTo>
                <a:lnTo>
                  <a:pt x="1174" y="25"/>
                </a:lnTo>
                <a:lnTo>
                  <a:pt x="1202" y="30"/>
                </a:lnTo>
                <a:lnTo>
                  <a:pt x="1229" y="37"/>
                </a:lnTo>
                <a:lnTo>
                  <a:pt x="1256" y="44"/>
                </a:lnTo>
                <a:lnTo>
                  <a:pt x="1283" y="51"/>
                </a:lnTo>
                <a:lnTo>
                  <a:pt x="1309" y="59"/>
                </a:lnTo>
                <a:lnTo>
                  <a:pt x="1335" y="68"/>
                </a:lnTo>
                <a:lnTo>
                  <a:pt x="1361" y="77"/>
                </a:lnTo>
                <a:lnTo>
                  <a:pt x="1386" y="87"/>
                </a:lnTo>
                <a:lnTo>
                  <a:pt x="1411" y="97"/>
                </a:lnTo>
                <a:lnTo>
                  <a:pt x="1435" y="108"/>
                </a:lnTo>
                <a:lnTo>
                  <a:pt x="1459" y="119"/>
                </a:lnTo>
                <a:lnTo>
                  <a:pt x="1482" y="131"/>
                </a:lnTo>
                <a:lnTo>
                  <a:pt x="1505" y="143"/>
                </a:lnTo>
                <a:lnTo>
                  <a:pt x="1526" y="156"/>
                </a:lnTo>
                <a:lnTo>
                  <a:pt x="1548" y="169"/>
                </a:lnTo>
                <a:lnTo>
                  <a:pt x="1569" y="183"/>
                </a:lnTo>
                <a:lnTo>
                  <a:pt x="1589" y="197"/>
                </a:lnTo>
                <a:lnTo>
                  <a:pt x="1608" y="211"/>
                </a:lnTo>
                <a:lnTo>
                  <a:pt x="1627" y="226"/>
                </a:lnTo>
                <a:lnTo>
                  <a:pt x="1645" y="242"/>
                </a:lnTo>
                <a:lnTo>
                  <a:pt x="1662" y="257"/>
                </a:lnTo>
                <a:lnTo>
                  <a:pt x="1679" y="273"/>
                </a:lnTo>
                <a:lnTo>
                  <a:pt x="1695" y="290"/>
                </a:lnTo>
                <a:lnTo>
                  <a:pt x="1710" y="307"/>
                </a:lnTo>
                <a:lnTo>
                  <a:pt x="1724" y="324"/>
                </a:lnTo>
                <a:lnTo>
                  <a:pt x="1737" y="341"/>
                </a:lnTo>
                <a:lnTo>
                  <a:pt x="1750" y="359"/>
                </a:lnTo>
                <a:lnTo>
                  <a:pt x="1762" y="376"/>
                </a:lnTo>
                <a:lnTo>
                  <a:pt x="1773" y="395"/>
                </a:lnTo>
                <a:lnTo>
                  <a:pt x="1783" y="413"/>
                </a:lnTo>
                <a:lnTo>
                  <a:pt x="1793" y="432"/>
                </a:lnTo>
                <a:lnTo>
                  <a:pt x="1801" y="450"/>
                </a:lnTo>
                <a:lnTo>
                  <a:pt x="1809" y="469"/>
                </a:lnTo>
                <a:lnTo>
                  <a:pt x="1815" y="488"/>
                </a:lnTo>
                <a:lnTo>
                  <a:pt x="1821" y="508"/>
                </a:lnTo>
                <a:lnTo>
                  <a:pt x="1826" y="527"/>
                </a:lnTo>
                <a:lnTo>
                  <a:pt x="1830" y="546"/>
                </a:lnTo>
                <a:lnTo>
                  <a:pt x="1833" y="567"/>
                </a:lnTo>
                <a:lnTo>
                  <a:pt x="1836" y="586"/>
                </a:lnTo>
                <a:lnTo>
                  <a:pt x="1837" y="606"/>
                </a:lnTo>
                <a:lnTo>
                  <a:pt x="1837" y="626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2" name=""/>
          <p:cNvSpPr/>
          <p:nvPr/>
        </p:nvSpPr>
        <p:spPr>
          <a:xfrm>
            <a:off x="3777840" y="2709360"/>
            <a:ext cx="696960" cy="474480"/>
          </a:xfrm>
          <a:custGeom>
            <a:avLst/>
            <a:gdLst/>
            <a:ahLst/>
            <a:rect l="0" t="0" r="r" b="b"/>
            <a:pathLst>
              <a:path w="1936" h="1318">
                <a:moveTo>
                  <a:pt x="1886" y="659"/>
                </a:moveTo>
                <a:lnTo>
                  <a:pt x="1886" y="639"/>
                </a:lnTo>
                <a:lnTo>
                  <a:pt x="1885" y="619"/>
                </a:lnTo>
                <a:lnTo>
                  <a:pt x="1882" y="600"/>
                </a:lnTo>
                <a:lnTo>
                  <a:pt x="1879" y="580"/>
                </a:lnTo>
                <a:lnTo>
                  <a:pt x="1875" y="561"/>
                </a:lnTo>
                <a:lnTo>
                  <a:pt x="1870" y="542"/>
                </a:lnTo>
                <a:lnTo>
                  <a:pt x="1864" y="522"/>
                </a:lnTo>
                <a:lnTo>
                  <a:pt x="1858" y="503"/>
                </a:lnTo>
                <a:lnTo>
                  <a:pt x="1850" y="484"/>
                </a:lnTo>
                <a:lnTo>
                  <a:pt x="1842" y="466"/>
                </a:lnTo>
                <a:lnTo>
                  <a:pt x="1832" y="447"/>
                </a:lnTo>
                <a:lnTo>
                  <a:pt x="1822" y="429"/>
                </a:lnTo>
                <a:lnTo>
                  <a:pt x="1811" y="410"/>
                </a:lnTo>
                <a:lnTo>
                  <a:pt x="1799" y="393"/>
                </a:lnTo>
                <a:lnTo>
                  <a:pt x="1786" y="375"/>
                </a:lnTo>
                <a:lnTo>
                  <a:pt x="1773" y="358"/>
                </a:lnTo>
                <a:lnTo>
                  <a:pt x="1759" y="341"/>
                </a:lnTo>
                <a:lnTo>
                  <a:pt x="1744" y="324"/>
                </a:lnTo>
                <a:lnTo>
                  <a:pt x="1728" y="307"/>
                </a:lnTo>
                <a:lnTo>
                  <a:pt x="1711" y="291"/>
                </a:lnTo>
                <a:lnTo>
                  <a:pt x="1694" y="276"/>
                </a:lnTo>
                <a:lnTo>
                  <a:pt x="1676" y="260"/>
                </a:lnTo>
                <a:lnTo>
                  <a:pt x="1657" y="245"/>
                </a:lnTo>
                <a:lnTo>
                  <a:pt x="1638" y="231"/>
                </a:lnTo>
                <a:lnTo>
                  <a:pt x="1618" y="217"/>
                </a:lnTo>
                <a:lnTo>
                  <a:pt x="1597" y="203"/>
                </a:lnTo>
                <a:lnTo>
                  <a:pt x="1575" y="190"/>
                </a:lnTo>
                <a:lnTo>
                  <a:pt x="1554" y="177"/>
                </a:lnTo>
                <a:lnTo>
                  <a:pt x="1531" y="165"/>
                </a:lnTo>
                <a:lnTo>
                  <a:pt x="1508" y="153"/>
                </a:lnTo>
                <a:lnTo>
                  <a:pt x="1484" y="142"/>
                </a:lnTo>
                <a:lnTo>
                  <a:pt x="1460" y="131"/>
                </a:lnTo>
                <a:lnTo>
                  <a:pt x="1436" y="121"/>
                </a:lnTo>
                <a:lnTo>
                  <a:pt x="1411" y="111"/>
                </a:lnTo>
                <a:lnTo>
                  <a:pt x="1385" y="102"/>
                </a:lnTo>
                <a:lnTo>
                  <a:pt x="1359" y="93"/>
                </a:lnTo>
                <a:lnTo>
                  <a:pt x="1333" y="85"/>
                </a:lnTo>
                <a:lnTo>
                  <a:pt x="1306" y="78"/>
                </a:lnTo>
                <a:lnTo>
                  <a:pt x="1279" y="71"/>
                </a:lnTo>
                <a:lnTo>
                  <a:pt x="1252" y="64"/>
                </a:lnTo>
                <a:lnTo>
                  <a:pt x="1224" y="59"/>
                </a:lnTo>
                <a:lnTo>
                  <a:pt x="1197" y="53"/>
                </a:lnTo>
                <a:lnTo>
                  <a:pt x="1169" y="49"/>
                </a:lnTo>
                <a:lnTo>
                  <a:pt x="1140" y="45"/>
                </a:lnTo>
                <a:lnTo>
                  <a:pt x="1112" y="41"/>
                </a:lnTo>
                <a:lnTo>
                  <a:pt x="1083" y="39"/>
                </a:lnTo>
                <a:lnTo>
                  <a:pt x="1055" y="37"/>
                </a:lnTo>
                <a:lnTo>
                  <a:pt x="1026" y="35"/>
                </a:lnTo>
                <a:lnTo>
                  <a:pt x="997" y="34"/>
                </a:lnTo>
                <a:lnTo>
                  <a:pt x="968" y="34"/>
                </a:lnTo>
                <a:lnTo>
                  <a:pt x="939" y="34"/>
                </a:lnTo>
                <a:lnTo>
                  <a:pt x="911" y="35"/>
                </a:lnTo>
                <a:lnTo>
                  <a:pt x="882" y="37"/>
                </a:lnTo>
                <a:lnTo>
                  <a:pt x="853" y="39"/>
                </a:lnTo>
                <a:lnTo>
                  <a:pt x="825" y="41"/>
                </a:lnTo>
                <a:lnTo>
                  <a:pt x="796" y="45"/>
                </a:lnTo>
                <a:lnTo>
                  <a:pt x="768" y="49"/>
                </a:lnTo>
                <a:lnTo>
                  <a:pt x="740" y="53"/>
                </a:lnTo>
                <a:lnTo>
                  <a:pt x="712" y="59"/>
                </a:lnTo>
                <a:lnTo>
                  <a:pt x="685" y="64"/>
                </a:lnTo>
                <a:lnTo>
                  <a:pt x="657" y="71"/>
                </a:lnTo>
                <a:lnTo>
                  <a:pt x="630" y="78"/>
                </a:lnTo>
                <a:lnTo>
                  <a:pt x="604" y="85"/>
                </a:lnTo>
                <a:lnTo>
                  <a:pt x="577" y="93"/>
                </a:lnTo>
                <a:lnTo>
                  <a:pt x="551" y="102"/>
                </a:lnTo>
                <a:lnTo>
                  <a:pt x="526" y="111"/>
                </a:lnTo>
                <a:lnTo>
                  <a:pt x="501" y="121"/>
                </a:lnTo>
                <a:lnTo>
                  <a:pt x="476" y="131"/>
                </a:lnTo>
                <a:lnTo>
                  <a:pt x="452" y="142"/>
                </a:lnTo>
                <a:lnTo>
                  <a:pt x="429" y="153"/>
                </a:lnTo>
                <a:lnTo>
                  <a:pt x="405" y="165"/>
                </a:lnTo>
                <a:lnTo>
                  <a:pt x="383" y="177"/>
                </a:lnTo>
                <a:lnTo>
                  <a:pt x="361" y="190"/>
                </a:lnTo>
                <a:lnTo>
                  <a:pt x="340" y="203"/>
                </a:lnTo>
                <a:lnTo>
                  <a:pt x="319" y="217"/>
                </a:lnTo>
                <a:lnTo>
                  <a:pt x="299" y="231"/>
                </a:lnTo>
                <a:lnTo>
                  <a:pt x="280" y="245"/>
                </a:lnTo>
                <a:lnTo>
                  <a:pt x="261" y="260"/>
                </a:lnTo>
                <a:lnTo>
                  <a:pt x="243" y="276"/>
                </a:lnTo>
                <a:lnTo>
                  <a:pt x="225" y="291"/>
                </a:lnTo>
                <a:lnTo>
                  <a:pt x="209" y="307"/>
                </a:lnTo>
                <a:lnTo>
                  <a:pt x="193" y="324"/>
                </a:lnTo>
                <a:lnTo>
                  <a:pt x="178" y="341"/>
                </a:lnTo>
                <a:lnTo>
                  <a:pt x="164" y="358"/>
                </a:lnTo>
                <a:lnTo>
                  <a:pt x="150" y="375"/>
                </a:lnTo>
                <a:lnTo>
                  <a:pt x="136" y="393"/>
                </a:lnTo>
                <a:lnTo>
                  <a:pt x="125" y="410"/>
                </a:lnTo>
                <a:lnTo>
                  <a:pt x="114" y="429"/>
                </a:lnTo>
                <a:lnTo>
                  <a:pt x="103" y="447"/>
                </a:lnTo>
                <a:lnTo>
                  <a:pt x="94" y="466"/>
                </a:lnTo>
                <a:lnTo>
                  <a:pt x="86" y="484"/>
                </a:lnTo>
                <a:lnTo>
                  <a:pt x="78" y="503"/>
                </a:lnTo>
                <a:lnTo>
                  <a:pt x="71" y="522"/>
                </a:lnTo>
                <a:lnTo>
                  <a:pt x="65" y="542"/>
                </a:lnTo>
                <a:lnTo>
                  <a:pt x="60" y="561"/>
                </a:lnTo>
                <a:lnTo>
                  <a:pt x="56" y="580"/>
                </a:lnTo>
                <a:lnTo>
                  <a:pt x="53" y="600"/>
                </a:lnTo>
                <a:lnTo>
                  <a:pt x="51" y="619"/>
                </a:lnTo>
                <a:lnTo>
                  <a:pt x="50" y="639"/>
                </a:lnTo>
                <a:lnTo>
                  <a:pt x="49" y="659"/>
                </a:lnTo>
                <a:lnTo>
                  <a:pt x="50" y="678"/>
                </a:lnTo>
                <a:lnTo>
                  <a:pt x="51" y="698"/>
                </a:lnTo>
                <a:lnTo>
                  <a:pt x="53" y="717"/>
                </a:lnTo>
                <a:lnTo>
                  <a:pt x="56" y="737"/>
                </a:lnTo>
                <a:lnTo>
                  <a:pt x="60" y="756"/>
                </a:lnTo>
                <a:lnTo>
                  <a:pt x="65" y="776"/>
                </a:lnTo>
                <a:lnTo>
                  <a:pt x="71" y="795"/>
                </a:lnTo>
                <a:lnTo>
                  <a:pt x="78" y="814"/>
                </a:lnTo>
                <a:lnTo>
                  <a:pt x="86" y="833"/>
                </a:lnTo>
                <a:lnTo>
                  <a:pt x="94" y="852"/>
                </a:lnTo>
                <a:lnTo>
                  <a:pt x="103" y="870"/>
                </a:lnTo>
                <a:lnTo>
                  <a:pt x="114" y="889"/>
                </a:lnTo>
                <a:lnTo>
                  <a:pt x="125" y="907"/>
                </a:lnTo>
                <a:lnTo>
                  <a:pt x="136" y="925"/>
                </a:lnTo>
                <a:lnTo>
                  <a:pt x="150" y="942"/>
                </a:lnTo>
                <a:lnTo>
                  <a:pt x="164" y="960"/>
                </a:lnTo>
                <a:lnTo>
                  <a:pt x="178" y="977"/>
                </a:lnTo>
                <a:lnTo>
                  <a:pt x="193" y="993"/>
                </a:lnTo>
                <a:lnTo>
                  <a:pt x="209" y="1010"/>
                </a:lnTo>
                <a:lnTo>
                  <a:pt x="225" y="1026"/>
                </a:lnTo>
                <a:lnTo>
                  <a:pt x="243" y="1043"/>
                </a:lnTo>
                <a:lnTo>
                  <a:pt x="261" y="1058"/>
                </a:lnTo>
                <a:lnTo>
                  <a:pt x="280" y="1073"/>
                </a:lnTo>
                <a:lnTo>
                  <a:pt x="299" y="1087"/>
                </a:lnTo>
                <a:lnTo>
                  <a:pt x="319" y="1101"/>
                </a:lnTo>
                <a:lnTo>
                  <a:pt x="340" y="1115"/>
                </a:lnTo>
                <a:lnTo>
                  <a:pt x="361" y="1128"/>
                </a:lnTo>
                <a:lnTo>
                  <a:pt x="383" y="1141"/>
                </a:lnTo>
                <a:lnTo>
                  <a:pt x="405" y="1153"/>
                </a:lnTo>
                <a:lnTo>
                  <a:pt x="429" y="1165"/>
                </a:lnTo>
                <a:lnTo>
                  <a:pt x="452" y="1176"/>
                </a:lnTo>
                <a:lnTo>
                  <a:pt x="476" y="1187"/>
                </a:lnTo>
                <a:lnTo>
                  <a:pt x="501" y="1197"/>
                </a:lnTo>
                <a:lnTo>
                  <a:pt x="526" y="1207"/>
                </a:lnTo>
                <a:lnTo>
                  <a:pt x="551" y="1216"/>
                </a:lnTo>
                <a:lnTo>
                  <a:pt x="577" y="1225"/>
                </a:lnTo>
                <a:lnTo>
                  <a:pt x="604" y="1233"/>
                </a:lnTo>
                <a:lnTo>
                  <a:pt x="630" y="1241"/>
                </a:lnTo>
                <a:lnTo>
                  <a:pt x="657" y="1248"/>
                </a:lnTo>
                <a:lnTo>
                  <a:pt x="685" y="1254"/>
                </a:lnTo>
                <a:lnTo>
                  <a:pt x="712" y="1260"/>
                </a:lnTo>
                <a:lnTo>
                  <a:pt x="740" y="1265"/>
                </a:lnTo>
                <a:lnTo>
                  <a:pt x="768" y="1269"/>
                </a:lnTo>
                <a:lnTo>
                  <a:pt x="796" y="1273"/>
                </a:lnTo>
                <a:lnTo>
                  <a:pt x="825" y="1277"/>
                </a:lnTo>
                <a:lnTo>
                  <a:pt x="853" y="1280"/>
                </a:lnTo>
                <a:lnTo>
                  <a:pt x="882" y="1282"/>
                </a:lnTo>
                <a:lnTo>
                  <a:pt x="911" y="1283"/>
                </a:lnTo>
                <a:lnTo>
                  <a:pt x="939" y="1284"/>
                </a:lnTo>
                <a:lnTo>
                  <a:pt x="968" y="1285"/>
                </a:lnTo>
                <a:lnTo>
                  <a:pt x="997" y="1284"/>
                </a:lnTo>
                <a:lnTo>
                  <a:pt x="1026" y="1283"/>
                </a:lnTo>
                <a:lnTo>
                  <a:pt x="1055" y="1282"/>
                </a:lnTo>
                <a:lnTo>
                  <a:pt x="1083" y="1280"/>
                </a:lnTo>
                <a:lnTo>
                  <a:pt x="1112" y="1277"/>
                </a:lnTo>
                <a:lnTo>
                  <a:pt x="1140" y="1273"/>
                </a:lnTo>
                <a:lnTo>
                  <a:pt x="1169" y="1269"/>
                </a:lnTo>
                <a:lnTo>
                  <a:pt x="1197" y="1265"/>
                </a:lnTo>
                <a:lnTo>
                  <a:pt x="1224" y="1260"/>
                </a:lnTo>
                <a:lnTo>
                  <a:pt x="1252" y="1254"/>
                </a:lnTo>
                <a:lnTo>
                  <a:pt x="1279" y="1248"/>
                </a:lnTo>
                <a:lnTo>
                  <a:pt x="1306" y="1241"/>
                </a:lnTo>
                <a:lnTo>
                  <a:pt x="1333" y="1233"/>
                </a:lnTo>
                <a:lnTo>
                  <a:pt x="1359" y="1225"/>
                </a:lnTo>
                <a:lnTo>
                  <a:pt x="1385" y="1216"/>
                </a:lnTo>
                <a:lnTo>
                  <a:pt x="1411" y="1207"/>
                </a:lnTo>
                <a:lnTo>
                  <a:pt x="1436" y="1197"/>
                </a:lnTo>
                <a:lnTo>
                  <a:pt x="1460" y="1187"/>
                </a:lnTo>
                <a:lnTo>
                  <a:pt x="1484" y="1176"/>
                </a:lnTo>
                <a:lnTo>
                  <a:pt x="1508" y="1165"/>
                </a:lnTo>
                <a:lnTo>
                  <a:pt x="1531" y="1153"/>
                </a:lnTo>
                <a:lnTo>
                  <a:pt x="1554" y="1141"/>
                </a:lnTo>
                <a:lnTo>
                  <a:pt x="1575" y="1128"/>
                </a:lnTo>
                <a:lnTo>
                  <a:pt x="1597" y="1115"/>
                </a:lnTo>
                <a:lnTo>
                  <a:pt x="1618" y="1101"/>
                </a:lnTo>
                <a:lnTo>
                  <a:pt x="1638" y="1087"/>
                </a:lnTo>
                <a:lnTo>
                  <a:pt x="1657" y="1073"/>
                </a:lnTo>
                <a:lnTo>
                  <a:pt x="1676" y="1058"/>
                </a:lnTo>
                <a:lnTo>
                  <a:pt x="1694" y="1043"/>
                </a:lnTo>
                <a:lnTo>
                  <a:pt x="1711" y="1026"/>
                </a:lnTo>
                <a:lnTo>
                  <a:pt x="1728" y="1010"/>
                </a:lnTo>
                <a:lnTo>
                  <a:pt x="1744" y="993"/>
                </a:lnTo>
                <a:lnTo>
                  <a:pt x="1759" y="977"/>
                </a:lnTo>
                <a:lnTo>
                  <a:pt x="1773" y="960"/>
                </a:lnTo>
                <a:lnTo>
                  <a:pt x="1786" y="942"/>
                </a:lnTo>
                <a:lnTo>
                  <a:pt x="1799" y="925"/>
                </a:lnTo>
                <a:lnTo>
                  <a:pt x="1811" y="907"/>
                </a:lnTo>
                <a:lnTo>
                  <a:pt x="1822" y="889"/>
                </a:lnTo>
                <a:lnTo>
                  <a:pt x="1832" y="870"/>
                </a:lnTo>
                <a:lnTo>
                  <a:pt x="1842" y="852"/>
                </a:lnTo>
                <a:lnTo>
                  <a:pt x="1850" y="833"/>
                </a:lnTo>
                <a:lnTo>
                  <a:pt x="1858" y="814"/>
                </a:lnTo>
                <a:lnTo>
                  <a:pt x="1864" y="795"/>
                </a:lnTo>
                <a:lnTo>
                  <a:pt x="1870" y="776"/>
                </a:lnTo>
                <a:lnTo>
                  <a:pt x="1875" y="756"/>
                </a:lnTo>
                <a:lnTo>
                  <a:pt x="1879" y="737"/>
                </a:lnTo>
                <a:lnTo>
                  <a:pt x="1882" y="717"/>
                </a:lnTo>
                <a:lnTo>
                  <a:pt x="1885" y="698"/>
                </a:lnTo>
                <a:lnTo>
                  <a:pt x="1886" y="678"/>
                </a:lnTo>
                <a:lnTo>
                  <a:pt x="1886" y="659"/>
                </a:lnTo>
                <a:moveTo>
                  <a:pt x="1936" y="659"/>
                </a:moveTo>
                <a:lnTo>
                  <a:pt x="1935" y="679"/>
                </a:lnTo>
                <a:lnTo>
                  <a:pt x="1934" y="700"/>
                </a:lnTo>
                <a:lnTo>
                  <a:pt x="1931" y="721"/>
                </a:lnTo>
                <a:lnTo>
                  <a:pt x="1928" y="741"/>
                </a:lnTo>
                <a:lnTo>
                  <a:pt x="1924" y="762"/>
                </a:lnTo>
                <a:lnTo>
                  <a:pt x="1918" y="782"/>
                </a:lnTo>
                <a:lnTo>
                  <a:pt x="1912" y="802"/>
                </a:lnTo>
                <a:lnTo>
                  <a:pt x="1905" y="822"/>
                </a:lnTo>
                <a:lnTo>
                  <a:pt x="1897" y="842"/>
                </a:lnTo>
                <a:lnTo>
                  <a:pt x="1888" y="862"/>
                </a:lnTo>
                <a:lnTo>
                  <a:pt x="1878" y="882"/>
                </a:lnTo>
                <a:lnTo>
                  <a:pt x="1868" y="901"/>
                </a:lnTo>
                <a:lnTo>
                  <a:pt x="1856" y="920"/>
                </a:lnTo>
                <a:lnTo>
                  <a:pt x="1844" y="939"/>
                </a:lnTo>
                <a:lnTo>
                  <a:pt x="1830" y="958"/>
                </a:lnTo>
                <a:lnTo>
                  <a:pt x="1816" y="976"/>
                </a:lnTo>
                <a:lnTo>
                  <a:pt x="1801" y="994"/>
                </a:lnTo>
                <a:lnTo>
                  <a:pt x="1785" y="1011"/>
                </a:lnTo>
                <a:lnTo>
                  <a:pt x="1768" y="1030"/>
                </a:lnTo>
                <a:lnTo>
                  <a:pt x="1751" y="1047"/>
                </a:lnTo>
                <a:lnTo>
                  <a:pt x="1733" y="1063"/>
                </a:lnTo>
                <a:lnTo>
                  <a:pt x="1714" y="1079"/>
                </a:lnTo>
                <a:lnTo>
                  <a:pt x="1694" y="1095"/>
                </a:lnTo>
                <a:lnTo>
                  <a:pt x="1673" y="1110"/>
                </a:lnTo>
                <a:lnTo>
                  <a:pt x="1652" y="1125"/>
                </a:lnTo>
                <a:lnTo>
                  <a:pt x="1630" y="1140"/>
                </a:lnTo>
                <a:lnTo>
                  <a:pt x="1608" y="1153"/>
                </a:lnTo>
                <a:lnTo>
                  <a:pt x="1585" y="1167"/>
                </a:lnTo>
                <a:lnTo>
                  <a:pt x="1561" y="1180"/>
                </a:lnTo>
                <a:lnTo>
                  <a:pt x="1537" y="1192"/>
                </a:lnTo>
                <a:lnTo>
                  <a:pt x="1512" y="1204"/>
                </a:lnTo>
                <a:lnTo>
                  <a:pt x="1487" y="1215"/>
                </a:lnTo>
                <a:lnTo>
                  <a:pt x="1461" y="1226"/>
                </a:lnTo>
                <a:lnTo>
                  <a:pt x="1434" y="1237"/>
                </a:lnTo>
                <a:lnTo>
                  <a:pt x="1407" y="1246"/>
                </a:lnTo>
                <a:lnTo>
                  <a:pt x="1380" y="1255"/>
                </a:lnTo>
                <a:lnTo>
                  <a:pt x="1352" y="1264"/>
                </a:lnTo>
                <a:lnTo>
                  <a:pt x="1324" y="1272"/>
                </a:lnTo>
                <a:lnTo>
                  <a:pt x="1296" y="1279"/>
                </a:lnTo>
                <a:lnTo>
                  <a:pt x="1267" y="1286"/>
                </a:lnTo>
                <a:lnTo>
                  <a:pt x="1238" y="1292"/>
                </a:lnTo>
                <a:lnTo>
                  <a:pt x="1209" y="1297"/>
                </a:lnTo>
                <a:lnTo>
                  <a:pt x="1179" y="1302"/>
                </a:lnTo>
                <a:lnTo>
                  <a:pt x="1150" y="1306"/>
                </a:lnTo>
                <a:lnTo>
                  <a:pt x="1120" y="1310"/>
                </a:lnTo>
                <a:lnTo>
                  <a:pt x="1089" y="1313"/>
                </a:lnTo>
                <a:lnTo>
                  <a:pt x="1059" y="1315"/>
                </a:lnTo>
                <a:lnTo>
                  <a:pt x="1029" y="1317"/>
                </a:lnTo>
                <a:lnTo>
                  <a:pt x="999" y="1318"/>
                </a:lnTo>
                <a:lnTo>
                  <a:pt x="968" y="1318"/>
                </a:lnTo>
                <a:lnTo>
                  <a:pt x="938" y="1318"/>
                </a:lnTo>
                <a:lnTo>
                  <a:pt x="908" y="1317"/>
                </a:lnTo>
                <a:lnTo>
                  <a:pt x="877" y="1315"/>
                </a:lnTo>
                <a:lnTo>
                  <a:pt x="847" y="1313"/>
                </a:lnTo>
                <a:lnTo>
                  <a:pt x="817" y="1310"/>
                </a:lnTo>
                <a:lnTo>
                  <a:pt x="787" y="1306"/>
                </a:lnTo>
                <a:lnTo>
                  <a:pt x="757" y="1302"/>
                </a:lnTo>
                <a:lnTo>
                  <a:pt x="728" y="1297"/>
                </a:lnTo>
                <a:lnTo>
                  <a:pt x="698" y="1292"/>
                </a:lnTo>
                <a:lnTo>
                  <a:pt x="669" y="1286"/>
                </a:lnTo>
                <a:lnTo>
                  <a:pt x="641" y="1279"/>
                </a:lnTo>
                <a:lnTo>
                  <a:pt x="612" y="1272"/>
                </a:lnTo>
                <a:lnTo>
                  <a:pt x="584" y="1264"/>
                </a:lnTo>
                <a:lnTo>
                  <a:pt x="556" y="1255"/>
                </a:lnTo>
                <a:lnTo>
                  <a:pt x="529" y="1246"/>
                </a:lnTo>
                <a:lnTo>
                  <a:pt x="502" y="1237"/>
                </a:lnTo>
                <a:lnTo>
                  <a:pt x="476" y="1226"/>
                </a:lnTo>
                <a:lnTo>
                  <a:pt x="450" y="1215"/>
                </a:lnTo>
                <a:lnTo>
                  <a:pt x="425" y="1204"/>
                </a:lnTo>
                <a:lnTo>
                  <a:pt x="400" y="1192"/>
                </a:lnTo>
                <a:lnTo>
                  <a:pt x="375" y="1180"/>
                </a:lnTo>
                <a:lnTo>
                  <a:pt x="352" y="1167"/>
                </a:lnTo>
                <a:lnTo>
                  <a:pt x="329" y="1153"/>
                </a:lnTo>
                <a:lnTo>
                  <a:pt x="306" y="1140"/>
                </a:lnTo>
                <a:lnTo>
                  <a:pt x="284" y="1125"/>
                </a:lnTo>
                <a:lnTo>
                  <a:pt x="263" y="1110"/>
                </a:lnTo>
                <a:lnTo>
                  <a:pt x="243" y="1095"/>
                </a:lnTo>
                <a:lnTo>
                  <a:pt x="223" y="1079"/>
                </a:lnTo>
                <a:lnTo>
                  <a:pt x="204" y="1063"/>
                </a:lnTo>
                <a:lnTo>
                  <a:pt x="186" y="1047"/>
                </a:lnTo>
                <a:lnTo>
                  <a:pt x="168" y="1030"/>
                </a:lnTo>
                <a:lnTo>
                  <a:pt x="152" y="1011"/>
                </a:lnTo>
                <a:lnTo>
                  <a:pt x="135" y="994"/>
                </a:lnTo>
                <a:lnTo>
                  <a:pt x="120" y="976"/>
                </a:lnTo>
                <a:lnTo>
                  <a:pt x="105" y="958"/>
                </a:lnTo>
                <a:lnTo>
                  <a:pt x="92" y="939"/>
                </a:lnTo>
                <a:lnTo>
                  <a:pt x="79" y="920"/>
                </a:lnTo>
                <a:lnTo>
                  <a:pt x="68" y="901"/>
                </a:lnTo>
                <a:lnTo>
                  <a:pt x="57" y="882"/>
                </a:lnTo>
                <a:lnTo>
                  <a:pt x="47" y="862"/>
                </a:lnTo>
                <a:lnTo>
                  <a:pt x="38" y="842"/>
                </a:lnTo>
                <a:lnTo>
                  <a:pt x="30" y="822"/>
                </a:lnTo>
                <a:lnTo>
                  <a:pt x="23" y="802"/>
                </a:lnTo>
                <a:lnTo>
                  <a:pt x="17" y="782"/>
                </a:lnTo>
                <a:lnTo>
                  <a:pt x="12" y="762"/>
                </a:lnTo>
                <a:lnTo>
                  <a:pt x="8" y="741"/>
                </a:lnTo>
                <a:lnTo>
                  <a:pt x="4" y="721"/>
                </a:lnTo>
                <a:lnTo>
                  <a:pt x="2" y="700"/>
                </a:lnTo>
                <a:lnTo>
                  <a:pt x="0" y="679"/>
                </a:lnTo>
                <a:lnTo>
                  <a:pt x="0" y="659"/>
                </a:lnTo>
                <a:lnTo>
                  <a:pt x="0" y="638"/>
                </a:lnTo>
                <a:lnTo>
                  <a:pt x="2" y="617"/>
                </a:lnTo>
                <a:lnTo>
                  <a:pt x="4" y="597"/>
                </a:lnTo>
                <a:lnTo>
                  <a:pt x="8" y="576"/>
                </a:lnTo>
                <a:lnTo>
                  <a:pt x="12" y="556"/>
                </a:lnTo>
                <a:lnTo>
                  <a:pt x="17" y="535"/>
                </a:lnTo>
                <a:lnTo>
                  <a:pt x="23" y="515"/>
                </a:lnTo>
                <a:lnTo>
                  <a:pt x="30" y="495"/>
                </a:lnTo>
                <a:lnTo>
                  <a:pt x="38" y="475"/>
                </a:lnTo>
                <a:lnTo>
                  <a:pt x="47" y="455"/>
                </a:lnTo>
                <a:lnTo>
                  <a:pt x="57" y="436"/>
                </a:lnTo>
                <a:lnTo>
                  <a:pt x="68" y="416"/>
                </a:lnTo>
                <a:lnTo>
                  <a:pt x="79" y="397"/>
                </a:lnTo>
                <a:lnTo>
                  <a:pt x="92" y="378"/>
                </a:lnTo>
                <a:lnTo>
                  <a:pt x="105" y="360"/>
                </a:lnTo>
                <a:lnTo>
                  <a:pt x="120" y="342"/>
                </a:lnTo>
                <a:lnTo>
                  <a:pt x="135" y="324"/>
                </a:lnTo>
                <a:lnTo>
                  <a:pt x="152" y="306"/>
                </a:lnTo>
                <a:lnTo>
                  <a:pt x="168" y="289"/>
                </a:lnTo>
                <a:lnTo>
                  <a:pt x="186" y="272"/>
                </a:lnTo>
                <a:lnTo>
                  <a:pt x="204" y="255"/>
                </a:lnTo>
                <a:lnTo>
                  <a:pt x="223" y="239"/>
                </a:lnTo>
                <a:lnTo>
                  <a:pt x="243" y="223"/>
                </a:lnTo>
                <a:lnTo>
                  <a:pt x="263" y="208"/>
                </a:lnTo>
                <a:lnTo>
                  <a:pt x="284" y="193"/>
                </a:lnTo>
                <a:lnTo>
                  <a:pt x="306" y="179"/>
                </a:lnTo>
                <a:lnTo>
                  <a:pt x="329" y="165"/>
                </a:lnTo>
                <a:lnTo>
                  <a:pt x="352" y="151"/>
                </a:lnTo>
                <a:lnTo>
                  <a:pt x="375" y="139"/>
                </a:lnTo>
                <a:lnTo>
                  <a:pt x="400" y="126"/>
                </a:lnTo>
                <a:lnTo>
                  <a:pt x="425" y="114"/>
                </a:lnTo>
                <a:lnTo>
                  <a:pt x="450" y="103"/>
                </a:lnTo>
                <a:lnTo>
                  <a:pt x="476" y="92"/>
                </a:lnTo>
                <a:lnTo>
                  <a:pt x="502" y="82"/>
                </a:lnTo>
                <a:lnTo>
                  <a:pt x="529" y="72"/>
                </a:lnTo>
                <a:lnTo>
                  <a:pt x="556" y="63"/>
                </a:lnTo>
                <a:lnTo>
                  <a:pt x="584" y="55"/>
                </a:lnTo>
                <a:lnTo>
                  <a:pt x="612" y="47"/>
                </a:lnTo>
                <a:lnTo>
                  <a:pt x="641" y="39"/>
                </a:lnTo>
                <a:lnTo>
                  <a:pt x="669" y="33"/>
                </a:lnTo>
                <a:lnTo>
                  <a:pt x="698" y="27"/>
                </a:lnTo>
                <a:lnTo>
                  <a:pt x="728" y="21"/>
                </a:lnTo>
                <a:lnTo>
                  <a:pt x="757" y="16"/>
                </a:lnTo>
                <a:lnTo>
                  <a:pt x="787" y="12"/>
                </a:lnTo>
                <a:lnTo>
                  <a:pt x="817" y="8"/>
                </a:lnTo>
                <a:lnTo>
                  <a:pt x="847" y="6"/>
                </a:lnTo>
                <a:lnTo>
                  <a:pt x="877" y="3"/>
                </a:lnTo>
                <a:lnTo>
                  <a:pt x="908" y="2"/>
                </a:lnTo>
                <a:lnTo>
                  <a:pt x="938" y="1"/>
                </a:lnTo>
                <a:lnTo>
                  <a:pt x="968" y="0"/>
                </a:lnTo>
                <a:lnTo>
                  <a:pt x="999" y="1"/>
                </a:lnTo>
                <a:lnTo>
                  <a:pt x="1029" y="2"/>
                </a:lnTo>
                <a:lnTo>
                  <a:pt x="1059" y="3"/>
                </a:lnTo>
                <a:lnTo>
                  <a:pt x="1089" y="6"/>
                </a:lnTo>
                <a:lnTo>
                  <a:pt x="1120" y="8"/>
                </a:lnTo>
                <a:lnTo>
                  <a:pt x="1150" y="12"/>
                </a:lnTo>
                <a:lnTo>
                  <a:pt x="1179" y="16"/>
                </a:lnTo>
                <a:lnTo>
                  <a:pt x="1209" y="21"/>
                </a:lnTo>
                <a:lnTo>
                  <a:pt x="1238" y="27"/>
                </a:lnTo>
                <a:lnTo>
                  <a:pt x="1267" y="33"/>
                </a:lnTo>
                <a:lnTo>
                  <a:pt x="1296" y="39"/>
                </a:lnTo>
                <a:lnTo>
                  <a:pt x="1324" y="47"/>
                </a:lnTo>
                <a:lnTo>
                  <a:pt x="1352" y="55"/>
                </a:lnTo>
                <a:lnTo>
                  <a:pt x="1380" y="63"/>
                </a:lnTo>
                <a:lnTo>
                  <a:pt x="1407" y="72"/>
                </a:lnTo>
                <a:lnTo>
                  <a:pt x="1434" y="82"/>
                </a:lnTo>
                <a:lnTo>
                  <a:pt x="1461" y="92"/>
                </a:lnTo>
                <a:lnTo>
                  <a:pt x="1487" y="103"/>
                </a:lnTo>
                <a:lnTo>
                  <a:pt x="1512" y="114"/>
                </a:lnTo>
                <a:lnTo>
                  <a:pt x="1537" y="126"/>
                </a:lnTo>
                <a:lnTo>
                  <a:pt x="1561" y="139"/>
                </a:lnTo>
                <a:lnTo>
                  <a:pt x="1585" y="151"/>
                </a:lnTo>
                <a:lnTo>
                  <a:pt x="1608" y="165"/>
                </a:lnTo>
                <a:lnTo>
                  <a:pt x="1630" y="179"/>
                </a:lnTo>
                <a:lnTo>
                  <a:pt x="1652" y="193"/>
                </a:lnTo>
                <a:lnTo>
                  <a:pt x="1673" y="208"/>
                </a:lnTo>
                <a:lnTo>
                  <a:pt x="1694" y="223"/>
                </a:lnTo>
                <a:lnTo>
                  <a:pt x="1714" y="239"/>
                </a:lnTo>
                <a:lnTo>
                  <a:pt x="1733" y="255"/>
                </a:lnTo>
                <a:lnTo>
                  <a:pt x="1751" y="272"/>
                </a:lnTo>
                <a:lnTo>
                  <a:pt x="1768" y="289"/>
                </a:lnTo>
                <a:lnTo>
                  <a:pt x="1785" y="306"/>
                </a:lnTo>
                <a:lnTo>
                  <a:pt x="1801" y="324"/>
                </a:lnTo>
                <a:lnTo>
                  <a:pt x="1816" y="342"/>
                </a:lnTo>
                <a:lnTo>
                  <a:pt x="1830" y="360"/>
                </a:lnTo>
                <a:lnTo>
                  <a:pt x="1844" y="378"/>
                </a:lnTo>
                <a:lnTo>
                  <a:pt x="1856" y="397"/>
                </a:lnTo>
                <a:lnTo>
                  <a:pt x="1868" y="416"/>
                </a:lnTo>
                <a:lnTo>
                  <a:pt x="1878" y="436"/>
                </a:lnTo>
                <a:lnTo>
                  <a:pt x="1888" y="455"/>
                </a:lnTo>
                <a:lnTo>
                  <a:pt x="1897" y="475"/>
                </a:lnTo>
                <a:lnTo>
                  <a:pt x="1905" y="495"/>
                </a:lnTo>
                <a:lnTo>
                  <a:pt x="1912" y="515"/>
                </a:lnTo>
                <a:lnTo>
                  <a:pt x="1918" y="535"/>
                </a:lnTo>
                <a:lnTo>
                  <a:pt x="1924" y="556"/>
                </a:lnTo>
                <a:lnTo>
                  <a:pt x="1928" y="576"/>
                </a:lnTo>
                <a:lnTo>
                  <a:pt x="1931" y="597"/>
                </a:lnTo>
                <a:lnTo>
                  <a:pt x="1934" y="617"/>
                </a:lnTo>
                <a:lnTo>
                  <a:pt x="1935" y="638"/>
                </a:lnTo>
                <a:lnTo>
                  <a:pt x="1936" y="659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3" name=""/>
          <p:cNvSpPr/>
          <p:nvPr/>
        </p:nvSpPr>
        <p:spPr>
          <a:xfrm>
            <a:off x="4125960" y="29466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4" name=""/>
          <p:cNvSpPr/>
          <p:nvPr/>
        </p:nvSpPr>
        <p:spPr>
          <a:xfrm>
            <a:off x="3777840" y="2709360"/>
            <a:ext cx="696960" cy="474480"/>
          </a:xfrm>
          <a:custGeom>
            <a:avLst/>
            <a:gdLst/>
            <a:ahLst/>
            <a:rect l="0" t="0" r="r" b="b"/>
            <a:pathLst>
              <a:path w="1936" h="1318">
                <a:moveTo>
                  <a:pt x="0" y="1318"/>
                </a:moveTo>
                <a:lnTo>
                  <a:pt x="0" y="0"/>
                </a:lnTo>
                <a:lnTo>
                  <a:pt x="1936" y="0"/>
                </a:lnTo>
                <a:lnTo>
                  <a:pt x="1936" y="1318"/>
                </a:lnTo>
                <a:lnTo>
                  <a:pt x="0" y="1318"/>
                </a:lnTo>
                <a:moveTo>
                  <a:pt x="1936" y="659"/>
                </a:moveTo>
                <a:lnTo>
                  <a:pt x="1935" y="638"/>
                </a:lnTo>
                <a:lnTo>
                  <a:pt x="1934" y="617"/>
                </a:lnTo>
                <a:lnTo>
                  <a:pt x="1931" y="597"/>
                </a:lnTo>
                <a:lnTo>
                  <a:pt x="1928" y="576"/>
                </a:lnTo>
                <a:lnTo>
                  <a:pt x="1924" y="556"/>
                </a:lnTo>
                <a:lnTo>
                  <a:pt x="1918" y="535"/>
                </a:lnTo>
                <a:lnTo>
                  <a:pt x="1912" y="515"/>
                </a:lnTo>
                <a:lnTo>
                  <a:pt x="1905" y="495"/>
                </a:lnTo>
                <a:lnTo>
                  <a:pt x="1897" y="475"/>
                </a:lnTo>
                <a:lnTo>
                  <a:pt x="1888" y="455"/>
                </a:lnTo>
                <a:lnTo>
                  <a:pt x="1878" y="436"/>
                </a:lnTo>
                <a:lnTo>
                  <a:pt x="1868" y="416"/>
                </a:lnTo>
                <a:lnTo>
                  <a:pt x="1856" y="397"/>
                </a:lnTo>
                <a:lnTo>
                  <a:pt x="1844" y="378"/>
                </a:lnTo>
                <a:lnTo>
                  <a:pt x="1830" y="360"/>
                </a:lnTo>
                <a:lnTo>
                  <a:pt x="1816" y="342"/>
                </a:lnTo>
                <a:lnTo>
                  <a:pt x="1801" y="324"/>
                </a:lnTo>
                <a:lnTo>
                  <a:pt x="1785" y="306"/>
                </a:lnTo>
                <a:lnTo>
                  <a:pt x="1768" y="289"/>
                </a:lnTo>
                <a:lnTo>
                  <a:pt x="1751" y="272"/>
                </a:lnTo>
                <a:lnTo>
                  <a:pt x="1733" y="255"/>
                </a:lnTo>
                <a:lnTo>
                  <a:pt x="1714" y="239"/>
                </a:lnTo>
                <a:lnTo>
                  <a:pt x="1694" y="223"/>
                </a:lnTo>
                <a:lnTo>
                  <a:pt x="1673" y="208"/>
                </a:lnTo>
                <a:lnTo>
                  <a:pt x="1652" y="193"/>
                </a:lnTo>
                <a:lnTo>
                  <a:pt x="1630" y="179"/>
                </a:lnTo>
                <a:lnTo>
                  <a:pt x="1608" y="165"/>
                </a:lnTo>
                <a:lnTo>
                  <a:pt x="1585" y="151"/>
                </a:lnTo>
                <a:lnTo>
                  <a:pt x="1561" y="139"/>
                </a:lnTo>
                <a:lnTo>
                  <a:pt x="1537" y="126"/>
                </a:lnTo>
                <a:lnTo>
                  <a:pt x="1512" y="114"/>
                </a:lnTo>
                <a:lnTo>
                  <a:pt x="1487" y="103"/>
                </a:lnTo>
                <a:lnTo>
                  <a:pt x="1461" y="92"/>
                </a:lnTo>
                <a:lnTo>
                  <a:pt x="1434" y="82"/>
                </a:lnTo>
                <a:lnTo>
                  <a:pt x="1407" y="72"/>
                </a:lnTo>
                <a:lnTo>
                  <a:pt x="1380" y="63"/>
                </a:lnTo>
                <a:lnTo>
                  <a:pt x="1352" y="55"/>
                </a:lnTo>
                <a:lnTo>
                  <a:pt x="1324" y="47"/>
                </a:lnTo>
                <a:lnTo>
                  <a:pt x="1296" y="39"/>
                </a:lnTo>
                <a:lnTo>
                  <a:pt x="1267" y="33"/>
                </a:lnTo>
                <a:lnTo>
                  <a:pt x="1238" y="27"/>
                </a:lnTo>
                <a:lnTo>
                  <a:pt x="1209" y="21"/>
                </a:lnTo>
                <a:lnTo>
                  <a:pt x="1179" y="16"/>
                </a:lnTo>
                <a:lnTo>
                  <a:pt x="1150" y="12"/>
                </a:lnTo>
                <a:lnTo>
                  <a:pt x="1120" y="8"/>
                </a:lnTo>
                <a:lnTo>
                  <a:pt x="1089" y="6"/>
                </a:lnTo>
                <a:lnTo>
                  <a:pt x="1059" y="3"/>
                </a:lnTo>
                <a:lnTo>
                  <a:pt x="1029" y="2"/>
                </a:lnTo>
                <a:lnTo>
                  <a:pt x="999" y="1"/>
                </a:lnTo>
                <a:lnTo>
                  <a:pt x="968" y="0"/>
                </a:lnTo>
                <a:lnTo>
                  <a:pt x="938" y="1"/>
                </a:lnTo>
                <a:lnTo>
                  <a:pt x="908" y="2"/>
                </a:lnTo>
                <a:lnTo>
                  <a:pt x="877" y="3"/>
                </a:lnTo>
                <a:lnTo>
                  <a:pt x="847" y="6"/>
                </a:lnTo>
                <a:lnTo>
                  <a:pt x="817" y="8"/>
                </a:lnTo>
                <a:lnTo>
                  <a:pt x="787" y="12"/>
                </a:lnTo>
                <a:lnTo>
                  <a:pt x="757" y="16"/>
                </a:lnTo>
                <a:lnTo>
                  <a:pt x="728" y="21"/>
                </a:lnTo>
                <a:lnTo>
                  <a:pt x="698" y="27"/>
                </a:lnTo>
                <a:lnTo>
                  <a:pt x="669" y="33"/>
                </a:lnTo>
                <a:lnTo>
                  <a:pt x="641" y="39"/>
                </a:lnTo>
                <a:lnTo>
                  <a:pt x="612" y="47"/>
                </a:lnTo>
                <a:lnTo>
                  <a:pt x="584" y="55"/>
                </a:lnTo>
                <a:lnTo>
                  <a:pt x="556" y="63"/>
                </a:lnTo>
                <a:lnTo>
                  <a:pt x="529" y="72"/>
                </a:lnTo>
                <a:lnTo>
                  <a:pt x="502" y="82"/>
                </a:lnTo>
                <a:lnTo>
                  <a:pt x="476" y="92"/>
                </a:lnTo>
                <a:lnTo>
                  <a:pt x="450" y="103"/>
                </a:lnTo>
                <a:lnTo>
                  <a:pt x="425" y="114"/>
                </a:lnTo>
                <a:lnTo>
                  <a:pt x="400" y="126"/>
                </a:lnTo>
                <a:lnTo>
                  <a:pt x="375" y="139"/>
                </a:lnTo>
                <a:lnTo>
                  <a:pt x="352" y="151"/>
                </a:lnTo>
                <a:lnTo>
                  <a:pt x="329" y="165"/>
                </a:lnTo>
                <a:lnTo>
                  <a:pt x="306" y="179"/>
                </a:lnTo>
                <a:lnTo>
                  <a:pt x="284" y="193"/>
                </a:lnTo>
                <a:lnTo>
                  <a:pt x="263" y="208"/>
                </a:lnTo>
                <a:lnTo>
                  <a:pt x="243" y="223"/>
                </a:lnTo>
                <a:lnTo>
                  <a:pt x="223" y="239"/>
                </a:lnTo>
                <a:lnTo>
                  <a:pt x="204" y="255"/>
                </a:lnTo>
                <a:lnTo>
                  <a:pt x="186" y="272"/>
                </a:lnTo>
                <a:lnTo>
                  <a:pt x="168" y="289"/>
                </a:lnTo>
                <a:lnTo>
                  <a:pt x="152" y="306"/>
                </a:lnTo>
                <a:lnTo>
                  <a:pt x="135" y="324"/>
                </a:lnTo>
                <a:lnTo>
                  <a:pt x="120" y="342"/>
                </a:lnTo>
                <a:lnTo>
                  <a:pt x="105" y="360"/>
                </a:lnTo>
                <a:lnTo>
                  <a:pt x="92" y="378"/>
                </a:lnTo>
                <a:lnTo>
                  <a:pt x="79" y="397"/>
                </a:lnTo>
                <a:lnTo>
                  <a:pt x="68" y="416"/>
                </a:lnTo>
                <a:lnTo>
                  <a:pt x="57" y="436"/>
                </a:lnTo>
                <a:lnTo>
                  <a:pt x="47" y="455"/>
                </a:lnTo>
                <a:lnTo>
                  <a:pt x="38" y="475"/>
                </a:lnTo>
                <a:lnTo>
                  <a:pt x="30" y="495"/>
                </a:lnTo>
                <a:lnTo>
                  <a:pt x="23" y="515"/>
                </a:lnTo>
                <a:lnTo>
                  <a:pt x="17" y="535"/>
                </a:lnTo>
                <a:lnTo>
                  <a:pt x="12" y="556"/>
                </a:lnTo>
                <a:lnTo>
                  <a:pt x="8" y="576"/>
                </a:lnTo>
                <a:lnTo>
                  <a:pt x="4" y="597"/>
                </a:lnTo>
                <a:lnTo>
                  <a:pt x="2" y="617"/>
                </a:lnTo>
                <a:lnTo>
                  <a:pt x="0" y="638"/>
                </a:lnTo>
                <a:lnTo>
                  <a:pt x="0" y="659"/>
                </a:lnTo>
                <a:lnTo>
                  <a:pt x="0" y="679"/>
                </a:lnTo>
                <a:lnTo>
                  <a:pt x="2" y="700"/>
                </a:lnTo>
                <a:lnTo>
                  <a:pt x="4" y="721"/>
                </a:lnTo>
                <a:lnTo>
                  <a:pt x="8" y="741"/>
                </a:lnTo>
                <a:lnTo>
                  <a:pt x="12" y="762"/>
                </a:lnTo>
                <a:lnTo>
                  <a:pt x="17" y="782"/>
                </a:lnTo>
                <a:lnTo>
                  <a:pt x="23" y="802"/>
                </a:lnTo>
                <a:lnTo>
                  <a:pt x="30" y="822"/>
                </a:lnTo>
                <a:lnTo>
                  <a:pt x="38" y="842"/>
                </a:lnTo>
                <a:lnTo>
                  <a:pt x="47" y="862"/>
                </a:lnTo>
                <a:lnTo>
                  <a:pt x="57" y="882"/>
                </a:lnTo>
                <a:lnTo>
                  <a:pt x="68" y="901"/>
                </a:lnTo>
                <a:lnTo>
                  <a:pt x="79" y="920"/>
                </a:lnTo>
                <a:lnTo>
                  <a:pt x="92" y="939"/>
                </a:lnTo>
                <a:lnTo>
                  <a:pt x="105" y="958"/>
                </a:lnTo>
                <a:lnTo>
                  <a:pt x="120" y="976"/>
                </a:lnTo>
                <a:lnTo>
                  <a:pt x="135" y="994"/>
                </a:lnTo>
                <a:lnTo>
                  <a:pt x="152" y="1011"/>
                </a:lnTo>
                <a:lnTo>
                  <a:pt x="168" y="1030"/>
                </a:lnTo>
                <a:lnTo>
                  <a:pt x="186" y="1047"/>
                </a:lnTo>
                <a:lnTo>
                  <a:pt x="204" y="1063"/>
                </a:lnTo>
                <a:lnTo>
                  <a:pt x="223" y="1079"/>
                </a:lnTo>
                <a:lnTo>
                  <a:pt x="243" y="1095"/>
                </a:lnTo>
                <a:lnTo>
                  <a:pt x="263" y="1110"/>
                </a:lnTo>
                <a:lnTo>
                  <a:pt x="284" y="1125"/>
                </a:lnTo>
                <a:lnTo>
                  <a:pt x="306" y="1140"/>
                </a:lnTo>
                <a:lnTo>
                  <a:pt x="329" y="1153"/>
                </a:lnTo>
                <a:lnTo>
                  <a:pt x="352" y="1167"/>
                </a:lnTo>
                <a:lnTo>
                  <a:pt x="375" y="1180"/>
                </a:lnTo>
                <a:lnTo>
                  <a:pt x="400" y="1192"/>
                </a:lnTo>
                <a:lnTo>
                  <a:pt x="425" y="1204"/>
                </a:lnTo>
                <a:lnTo>
                  <a:pt x="450" y="1215"/>
                </a:lnTo>
                <a:lnTo>
                  <a:pt x="476" y="1226"/>
                </a:lnTo>
                <a:lnTo>
                  <a:pt x="502" y="1237"/>
                </a:lnTo>
                <a:lnTo>
                  <a:pt x="529" y="1246"/>
                </a:lnTo>
                <a:lnTo>
                  <a:pt x="556" y="1255"/>
                </a:lnTo>
                <a:lnTo>
                  <a:pt x="584" y="1264"/>
                </a:lnTo>
                <a:lnTo>
                  <a:pt x="612" y="1272"/>
                </a:lnTo>
                <a:lnTo>
                  <a:pt x="641" y="1279"/>
                </a:lnTo>
                <a:lnTo>
                  <a:pt x="669" y="1286"/>
                </a:lnTo>
                <a:lnTo>
                  <a:pt x="698" y="1292"/>
                </a:lnTo>
                <a:lnTo>
                  <a:pt x="728" y="1297"/>
                </a:lnTo>
                <a:lnTo>
                  <a:pt x="757" y="1302"/>
                </a:lnTo>
                <a:lnTo>
                  <a:pt x="787" y="1306"/>
                </a:lnTo>
                <a:lnTo>
                  <a:pt x="817" y="1310"/>
                </a:lnTo>
                <a:lnTo>
                  <a:pt x="847" y="1313"/>
                </a:lnTo>
                <a:lnTo>
                  <a:pt x="877" y="1315"/>
                </a:lnTo>
                <a:lnTo>
                  <a:pt x="908" y="1317"/>
                </a:lnTo>
                <a:lnTo>
                  <a:pt x="938" y="1318"/>
                </a:lnTo>
                <a:lnTo>
                  <a:pt x="968" y="1318"/>
                </a:lnTo>
                <a:lnTo>
                  <a:pt x="999" y="1318"/>
                </a:lnTo>
                <a:lnTo>
                  <a:pt x="1029" y="1317"/>
                </a:lnTo>
                <a:lnTo>
                  <a:pt x="1059" y="1315"/>
                </a:lnTo>
                <a:lnTo>
                  <a:pt x="1089" y="1313"/>
                </a:lnTo>
                <a:lnTo>
                  <a:pt x="1120" y="1310"/>
                </a:lnTo>
                <a:lnTo>
                  <a:pt x="1150" y="1306"/>
                </a:lnTo>
                <a:lnTo>
                  <a:pt x="1179" y="1302"/>
                </a:lnTo>
                <a:lnTo>
                  <a:pt x="1209" y="1297"/>
                </a:lnTo>
                <a:lnTo>
                  <a:pt x="1238" y="1292"/>
                </a:lnTo>
                <a:lnTo>
                  <a:pt x="1267" y="1286"/>
                </a:lnTo>
                <a:lnTo>
                  <a:pt x="1296" y="1279"/>
                </a:lnTo>
                <a:lnTo>
                  <a:pt x="1324" y="1272"/>
                </a:lnTo>
                <a:lnTo>
                  <a:pt x="1352" y="1264"/>
                </a:lnTo>
                <a:lnTo>
                  <a:pt x="1380" y="1255"/>
                </a:lnTo>
                <a:lnTo>
                  <a:pt x="1407" y="1246"/>
                </a:lnTo>
                <a:lnTo>
                  <a:pt x="1434" y="1237"/>
                </a:lnTo>
                <a:lnTo>
                  <a:pt x="1461" y="1226"/>
                </a:lnTo>
                <a:lnTo>
                  <a:pt x="1487" y="1215"/>
                </a:lnTo>
                <a:lnTo>
                  <a:pt x="1512" y="1204"/>
                </a:lnTo>
                <a:lnTo>
                  <a:pt x="1537" y="1192"/>
                </a:lnTo>
                <a:lnTo>
                  <a:pt x="1561" y="1180"/>
                </a:lnTo>
                <a:lnTo>
                  <a:pt x="1585" y="1167"/>
                </a:lnTo>
                <a:lnTo>
                  <a:pt x="1608" y="1153"/>
                </a:lnTo>
                <a:lnTo>
                  <a:pt x="1630" y="1140"/>
                </a:lnTo>
                <a:lnTo>
                  <a:pt x="1652" y="1125"/>
                </a:lnTo>
                <a:lnTo>
                  <a:pt x="1673" y="1110"/>
                </a:lnTo>
                <a:lnTo>
                  <a:pt x="1694" y="1095"/>
                </a:lnTo>
                <a:lnTo>
                  <a:pt x="1714" y="1079"/>
                </a:lnTo>
                <a:lnTo>
                  <a:pt x="1733" y="1063"/>
                </a:lnTo>
                <a:lnTo>
                  <a:pt x="1751" y="1047"/>
                </a:lnTo>
                <a:lnTo>
                  <a:pt x="1768" y="1030"/>
                </a:lnTo>
                <a:lnTo>
                  <a:pt x="1785" y="1011"/>
                </a:lnTo>
                <a:lnTo>
                  <a:pt x="1801" y="994"/>
                </a:lnTo>
                <a:lnTo>
                  <a:pt x="1816" y="976"/>
                </a:lnTo>
                <a:lnTo>
                  <a:pt x="1830" y="958"/>
                </a:lnTo>
                <a:lnTo>
                  <a:pt x="1844" y="939"/>
                </a:lnTo>
                <a:lnTo>
                  <a:pt x="1856" y="920"/>
                </a:lnTo>
                <a:lnTo>
                  <a:pt x="1868" y="901"/>
                </a:lnTo>
                <a:lnTo>
                  <a:pt x="1878" y="882"/>
                </a:lnTo>
                <a:lnTo>
                  <a:pt x="1888" y="862"/>
                </a:lnTo>
                <a:lnTo>
                  <a:pt x="1897" y="842"/>
                </a:lnTo>
                <a:lnTo>
                  <a:pt x="1905" y="822"/>
                </a:lnTo>
                <a:lnTo>
                  <a:pt x="1912" y="802"/>
                </a:lnTo>
                <a:lnTo>
                  <a:pt x="1918" y="782"/>
                </a:lnTo>
                <a:lnTo>
                  <a:pt x="1924" y="762"/>
                </a:lnTo>
                <a:lnTo>
                  <a:pt x="1928" y="741"/>
                </a:lnTo>
                <a:lnTo>
                  <a:pt x="1931" y="721"/>
                </a:lnTo>
                <a:lnTo>
                  <a:pt x="1934" y="700"/>
                </a:lnTo>
                <a:lnTo>
                  <a:pt x="1935" y="679"/>
                </a:lnTo>
                <a:lnTo>
                  <a:pt x="1936" y="659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5" name=""/>
          <p:cNvSpPr/>
          <p:nvPr/>
        </p:nvSpPr>
        <p:spPr>
          <a:xfrm>
            <a:off x="3777840" y="2709360"/>
            <a:ext cx="696960" cy="474480"/>
          </a:xfrm>
          <a:custGeom>
            <a:avLst/>
            <a:gdLst/>
            <a:ahLst/>
            <a:rect l="0" t="0" r="r" b="b"/>
            <a:pathLst>
              <a:path w="1936" h="1318">
                <a:moveTo>
                  <a:pt x="0" y="659"/>
                </a:moveTo>
                <a:cubicBezTo>
                  <a:pt x="0" y="295"/>
                  <a:pt x="434" y="0"/>
                  <a:pt x="968" y="0"/>
                </a:cubicBezTo>
                <a:cubicBezTo>
                  <a:pt x="1502" y="0"/>
                  <a:pt x="1936" y="295"/>
                  <a:pt x="1936" y="659"/>
                </a:cubicBezTo>
                <a:cubicBezTo>
                  <a:pt x="1936" y="1022"/>
                  <a:pt x="1502" y="1318"/>
                  <a:pt x="968" y="1318"/>
                </a:cubicBezTo>
                <a:cubicBezTo>
                  <a:pt x="434" y="1318"/>
                  <a:pt x="0" y="1022"/>
                  <a:pt x="0" y="659"/>
                </a:cubicBez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6" name=""/>
          <p:cNvSpPr/>
          <p:nvPr/>
        </p:nvSpPr>
        <p:spPr>
          <a:xfrm>
            <a:off x="4015440" y="3337560"/>
            <a:ext cx="210960" cy="2520"/>
          </a:xfrm>
          <a:custGeom>
            <a:avLst/>
            <a:gdLst/>
            <a:ahLst/>
            <a:rect l="0" t="0" r="r" b="b"/>
            <a:pathLst>
              <a:path w="586" h="7">
                <a:moveTo>
                  <a:pt x="0" y="0"/>
                </a:moveTo>
                <a:lnTo>
                  <a:pt x="586" y="0"/>
                </a:lnTo>
                <a:lnTo>
                  <a:pt x="586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7" name=""/>
          <p:cNvSpPr/>
          <p:nvPr/>
        </p:nvSpPr>
        <p:spPr>
          <a:xfrm>
            <a:off x="4015440" y="33397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8" name=""/>
          <p:cNvSpPr/>
          <p:nvPr/>
        </p:nvSpPr>
        <p:spPr>
          <a:xfrm>
            <a:off x="4015440" y="33400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69" name=""/>
          <p:cNvSpPr/>
          <p:nvPr/>
        </p:nvSpPr>
        <p:spPr>
          <a:xfrm>
            <a:off x="4015440" y="33408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0" name=""/>
          <p:cNvSpPr/>
          <p:nvPr/>
        </p:nvSpPr>
        <p:spPr>
          <a:xfrm>
            <a:off x="4015440" y="3341880"/>
            <a:ext cx="210960" cy="2520"/>
          </a:xfrm>
          <a:custGeom>
            <a:avLst/>
            <a:gdLst/>
            <a:ahLst/>
            <a:rect l="0" t="0" r="r" b="b"/>
            <a:pathLst>
              <a:path w="586" h="7">
                <a:moveTo>
                  <a:pt x="0" y="0"/>
                </a:moveTo>
                <a:lnTo>
                  <a:pt x="586" y="0"/>
                </a:lnTo>
                <a:lnTo>
                  <a:pt x="586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1" name=""/>
          <p:cNvSpPr/>
          <p:nvPr/>
        </p:nvSpPr>
        <p:spPr>
          <a:xfrm>
            <a:off x="4015440" y="33440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2" name=""/>
          <p:cNvSpPr/>
          <p:nvPr/>
        </p:nvSpPr>
        <p:spPr>
          <a:xfrm>
            <a:off x="4015440" y="33451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3" name=""/>
          <p:cNvSpPr/>
          <p:nvPr/>
        </p:nvSpPr>
        <p:spPr>
          <a:xfrm>
            <a:off x="4015440" y="3346200"/>
            <a:ext cx="210960" cy="2520"/>
          </a:xfrm>
          <a:custGeom>
            <a:avLst/>
            <a:gdLst/>
            <a:ahLst/>
            <a:rect l="0" t="0" r="r" b="b"/>
            <a:pathLst>
              <a:path w="586" h="7">
                <a:moveTo>
                  <a:pt x="0" y="0"/>
                </a:moveTo>
                <a:lnTo>
                  <a:pt x="586" y="0"/>
                </a:lnTo>
                <a:lnTo>
                  <a:pt x="586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4" name=""/>
          <p:cNvSpPr/>
          <p:nvPr/>
        </p:nvSpPr>
        <p:spPr>
          <a:xfrm>
            <a:off x="4015440" y="33483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5" name=""/>
          <p:cNvSpPr/>
          <p:nvPr/>
        </p:nvSpPr>
        <p:spPr>
          <a:xfrm>
            <a:off x="4015440" y="33487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6" name=""/>
          <p:cNvSpPr/>
          <p:nvPr/>
        </p:nvSpPr>
        <p:spPr>
          <a:xfrm>
            <a:off x="4015440" y="33494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7" name=""/>
          <p:cNvSpPr/>
          <p:nvPr/>
        </p:nvSpPr>
        <p:spPr>
          <a:xfrm>
            <a:off x="4015440" y="33505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8" name=""/>
          <p:cNvSpPr/>
          <p:nvPr/>
        </p:nvSpPr>
        <p:spPr>
          <a:xfrm>
            <a:off x="4015440" y="33516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79" name=""/>
          <p:cNvSpPr/>
          <p:nvPr/>
        </p:nvSpPr>
        <p:spPr>
          <a:xfrm>
            <a:off x="4015440" y="33523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0" name=""/>
          <p:cNvSpPr/>
          <p:nvPr/>
        </p:nvSpPr>
        <p:spPr>
          <a:xfrm>
            <a:off x="4015440" y="33526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1" name=""/>
          <p:cNvSpPr/>
          <p:nvPr/>
        </p:nvSpPr>
        <p:spPr>
          <a:xfrm>
            <a:off x="4015440" y="33537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2" name=""/>
          <p:cNvSpPr/>
          <p:nvPr/>
        </p:nvSpPr>
        <p:spPr>
          <a:xfrm>
            <a:off x="4015440" y="33544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3" name=""/>
          <p:cNvSpPr/>
          <p:nvPr/>
        </p:nvSpPr>
        <p:spPr>
          <a:xfrm>
            <a:off x="4015440" y="3354840"/>
            <a:ext cx="210960" cy="2520"/>
          </a:xfrm>
          <a:custGeom>
            <a:avLst/>
            <a:gdLst/>
            <a:ahLst/>
            <a:rect l="0" t="0" r="r" b="b"/>
            <a:pathLst>
              <a:path w="586" h="7">
                <a:moveTo>
                  <a:pt x="0" y="0"/>
                </a:moveTo>
                <a:lnTo>
                  <a:pt x="586" y="0"/>
                </a:lnTo>
                <a:lnTo>
                  <a:pt x="586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4" name=""/>
          <p:cNvSpPr/>
          <p:nvPr/>
        </p:nvSpPr>
        <p:spPr>
          <a:xfrm>
            <a:off x="4015440" y="3357000"/>
            <a:ext cx="210960" cy="2520"/>
          </a:xfrm>
          <a:custGeom>
            <a:avLst/>
            <a:gdLst/>
            <a:ahLst/>
            <a:rect l="0" t="0" r="r" b="b"/>
            <a:pathLst>
              <a:path w="586" h="7">
                <a:moveTo>
                  <a:pt x="0" y="0"/>
                </a:moveTo>
                <a:lnTo>
                  <a:pt x="586" y="0"/>
                </a:lnTo>
                <a:lnTo>
                  <a:pt x="586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5" name=""/>
          <p:cNvSpPr/>
          <p:nvPr/>
        </p:nvSpPr>
        <p:spPr>
          <a:xfrm>
            <a:off x="4015440" y="3359160"/>
            <a:ext cx="210960" cy="2520"/>
          </a:xfrm>
          <a:custGeom>
            <a:avLst/>
            <a:gdLst/>
            <a:ahLst/>
            <a:rect l="0" t="0" r="r" b="b"/>
            <a:pathLst>
              <a:path w="586" h="7">
                <a:moveTo>
                  <a:pt x="0" y="0"/>
                </a:moveTo>
                <a:lnTo>
                  <a:pt x="586" y="0"/>
                </a:lnTo>
                <a:lnTo>
                  <a:pt x="586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6" name=""/>
          <p:cNvSpPr/>
          <p:nvPr/>
        </p:nvSpPr>
        <p:spPr>
          <a:xfrm>
            <a:off x="4015440" y="33613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7" name=""/>
          <p:cNvSpPr/>
          <p:nvPr/>
        </p:nvSpPr>
        <p:spPr>
          <a:xfrm>
            <a:off x="4015440" y="33624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8" name=""/>
          <p:cNvSpPr/>
          <p:nvPr/>
        </p:nvSpPr>
        <p:spPr>
          <a:xfrm>
            <a:off x="4015440" y="33631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89" name=""/>
          <p:cNvSpPr/>
          <p:nvPr/>
        </p:nvSpPr>
        <p:spPr>
          <a:xfrm>
            <a:off x="4015440" y="33638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0" name=""/>
          <p:cNvSpPr/>
          <p:nvPr/>
        </p:nvSpPr>
        <p:spPr>
          <a:xfrm>
            <a:off x="4015440" y="33649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0f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1" name=""/>
          <p:cNvSpPr/>
          <p:nvPr/>
        </p:nvSpPr>
        <p:spPr>
          <a:xfrm>
            <a:off x="4015440" y="33660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2" name=""/>
          <p:cNvSpPr/>
          <p:nvPr/>
        </p:nvSpPr>
        <p:spPr>
          <a:xfrm>
            <a:off x="4015440" y="33663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3" name=""/>
          <p:cNvSpPr/>
          <p:nvPr/>
        </p:nvSpPr>
        <p:spPr>
          <a:xfrm>
            <a:off x="4015440" y="33670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4" name=""/>
          <p:cNvSpPr/>
          <p:nvPr/>
        </p:nvSpPr>
        <p:spPr>
          <a:xfrm>
            <a:off x="4015440" y="33681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5" name=""/>
          <p:cNvSpPr/>
          <p:nvPr/>
        </p:nvSpPr>
        <p:spPr>
          <a:xfrm>
            <a:off x="4015440" y="33692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6" name=""/>
          <p:cNvSpPr/>
          <p:nvPr/>
        </p:nvSpPr>
        <p:spPr>
          <a:xfrm>
            <a:off x="4015440" y="33696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7" name=""/>
          <p:cNvSpPr/>
          <p:nvPr/>
        </p:nvSpPr>
        <p:spPr>
          <a:xfrm>
            <a:off x="4015440" y="33703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8" name=""/>
          <p:cNvSpPr/>
          <p:nvPr/>
        </p:nvSpPr>
        <p:spPr>
          <a:xfrm>
            <a:off x="4015440" y="33706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299" name=""/>
          <p:cNvSpPr/>
          <p:nvPr/>
        </p:nvSpPr>
        <p:spPr>
          <a:xfrm>
            <a:off x="4015440" y="33714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0" name=""/>
          <p:cNvSpPr/>
          <p:nvPr/>
        </p:nvSpPr>
        <p:spPr>
          <a:xfrm>
            <a:off x="4015440" y="33724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1" name=""/>
          <p:cNvSpPr/>
          <p:nvPr/>
        </p:nvSpPr>
        <p:spPr>
          <a:xfrm>
            <a:off x="4015440" y="33735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2" name=""/>
          <p:cNvSpPr/>
          <p:nvPr/>
        </p:nvSpPr>
        <p:spPr>
          <a:xfrm>
            <a:off x="4015440" y="33746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3" name=""/>
          <p:cNvSpPr/>
          <p:nvPr/>
        </p:nvSpPr>
        <p:spPr>
          <a:xfrm>
            <a:off x="4015440" y="33757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4" name=""/>
          <p:cNvSpPr/>
          <p:nvPr/>
        </p:nvSpPr>
        <p:spPr>
          <a:xfrm>
            <a:off x="4015440" y="33768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5" name=""/>
          <p:cNvSpPr/>
          <p:nvPr/>
        </p:nvSpPr>
        <p:spPr>
          <a:xfrm>
            <a:off x="4015440" y="33778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6" name=""/>
          <p:cNvSpPr/>
          <p:nvPr/>
        </p:nvSpPr>
        <p:spPr>
          <a:xfrm>
            <a:off x="4015440" y="33789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7" name=""/>
          <p:cNvSpPr/>
          <p:nvPr/>
        </p:nvSpPr>
        <p:spPr>
          <a:xfrm>
            <a:off x="4015440" y="33800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8" name=""/>
          <p:cNvSpPr/>
          <p:nvPr/>
        </p:nvSpPr>
        <p:spPr>
          <a:xfrm>
            <a:off x="4015440" y="33811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09" name=""/>
          <p:cNvSpPr/>
          <p:nvPr/>
        </p:nvSpPr>
        <p:spPr>
          <a:xfrm>
            <a:off x="4015440" y="33822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0" name=""/>
          <p:cNvSpPr/>
          <p:nvPr/>
        </p:nvSpPr>
        <p:spPr>
          <a:xfrm>
            <a:off x="4015440" y="33832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1" name=""/>
          <p:cNvSpPr/>
          <p:nvPr/>
        </p:nvSpPr>
        <p:spPr>
          <a:xfrm>
            <a:off x="4015440" y="33840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2" name=""/>
          <p:cNvSpPr/>
          <p:nvPr/>
        </p:nvSpPr>
        <p:spPr>
          <a:xfrm>
            <a:off x="4015440" y="33843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3" name=""/>
          <p:cNvSpPr/>
          <p:nvPr/>
        </p:nvSpPr>
        <p:spPr>
          <a:xfrm>
            <a:off x="4015440" y="33850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4" name=""/>
          <p:cNvSpPr/>
          <p:nvPr/>
        </p:nvSpPr>
        <p:spPr>
          <a:xfrm>
            <a:off x="4015440" y="33854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5" name=""/>
          <p:cNvSpPr/>
          <p:nvPr/>
        </p:nvSpPr>
        <p:spPr>
          <a:xfrm>
            <a:off x="4015440" y="33861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6" name=""/>
          <p:cNvSpPr/>
          <p:nvPr/>
        </p:nvSpPr>
        <p:spPr>
          <a:xfrm>
            <a:off x="4015440" y="33865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7" name=""/>
          <p:cNvSpPr/>
          <p:nvPr/>
        </p:nvSpPr>
        <p:spPr>
          <a:xfrm>
            <a:off x="4015440" y="33876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c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8" name=""/>
          <p:cNvSpPr/>
          <p:nvPr/>
        </p:nvSpPr>
        <p:spPr>
          <a:xfrm>
            <a:off x="4015440" y="33883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bdb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19" name=""/>
          <p:cNvSpPr/>
          <p:nvPr/>
        </p:nvSpPr>
        <p:spPr>
          <a:xfrm>
            <a:off x="4015440" y="33890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0" name=""/>
          <p:cNvSpPr/>
          <p:nvPr/>
        </p:nvSpPr>
        <p:spPr>
          <a:xfrm>
            <a:off x="4015440" y="33894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1" name=""/>
          <p:cNvSpPr/>
          <p:nvPr/>
        </p:nvSpPr>
        <p:spPr>
          <a:xfrm>
            <a:off x="4015440" y="33901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2" name=""/>
          <p:cNvSpPr/>
          <p:nvPr/>
        </p:nvSpPr>
        <p:spPr>
          <a:xfrm>
            <a:off x="4015440" y="33912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3" name=""/>
          <p:cNvSpPr/>
          <p:nvPr/>
        </p:nvSpPr>
        <p:spPr>
          <a:xfrm>
            <a:off x="4015440" y="33915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4" name=""/>
          <p:cNvSpPr/>
          <p:nvPr/>
        </p:nvSpPr>
        <p:spPr>
          <a:xfrm>
            <a:off x="4015440" y="33922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5" name=""/>
          <p:cNvSpPr/>
          <p:nvPr/>
        </p:nvSpPr>
        <p:spPr>
          <a:xfrm>
            <a:off x="4015440" y="33933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6" name=""/>
          <p:cNvSpPr/>
          <p:nvPr/>
        </p:nvSpPr>
        <p:spPr>
          <a:xfrm>
            <a:off x="4015440" y="33937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7" name=""/>
          <p:cNvSpPr/>
          <p:nvPr/>
        </p:nvSpPr>
        <p:spPr>
          <a:xfrm>
            <a:off x="4015440" y="33944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8" name=""/>
          <p:cNvSpPr/>
          <p:nvPr/>
        </p:nvSpPr>
        <p:spPr>
          <a:xfrm>
            <a:off x="4015440" y="33948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29" name=""/>
          <p:cNvSpPr/>
          <p:nvPr/>
        </p:nvSpPr>
        <p:spPr>
          <a:xfrm>
            <a:off x="4015440" y="33955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0" name=""/>
          <p:cNvSpPr/>
          <p:nvPr/>
        </p:nvSpPr>
        <p:spPr>
          <a:xfrm>
            <a:off x="4015440" y="33958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1" name=""/>
          <p:cNvSpPr/>
          <p:nvPr/>
        </p:nvSpPr>
        <p:spPr>
          <a:xfrm>
            <a:off x="4015440" y="33966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2" name=""/>
          <p:cNvSpPr/>
          <p:nvPr/>
        </p:nvSpPr>
        <p:spPr>
          <a:xfrm>
            <a:off x="4015440" y="33969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3" name=""/>
          <p:cNvSpPr/>
          <p:nvPr/>
        </p:nvSpPr>
        <p:spPr>
          <a:xfrm>
            <a:off x="4015440" y="33976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4" name=""/>
          <p:cNvSpPr/>
          <p:nvPr/>
        </p:nvSpPr>
        <p:spPr>
          <a:xfrm>
            <a:off x="4015440" y="33980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5" name=""/>
          <p:cNvSpPr/>
          <p:nvPr/>
        </p:nvSpPr>
        <p:spPr>
          <a:xfrm>
            <a:off x="4015440" y="33987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6" name=""/>
          <p:cNvSpPr/>
          <p:nvPr/>
        </p:nvSpPr>
        <p:spPr>
          <a:xfrm>
            <a:off x="4015440" y="33991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7" name=""/>
          <p:cNvSpPr/>
          <p:nvPr/>
        </p:nvSpPr>
        <p:spPr>
          <a:xfrm>
            <a:off x="4015440" y="33998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8" name=""/>
          <p:cNvSpPr/>
          <p:nvPr/>
        </p:nvSpPr>
        <p:spPr>
          <a:xfrm>
            <a:off x="4015440" y="34002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39" name=""/>
          <p:cNvSpPr/>
          <p:nvPr/>
        </p:nvSpPr>
        <p:spPr>
          <a:xfrm>
            <a:off x="4015440" y="34009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0" name=""/>
          <p:cNvSpPr/>
          <p:nvPr/>
        </p:nvSpPr>
        <p:spPr>
          <a:xfrm>
            <a:off x="4015440" y="34012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1" name=""/>
          <p:cNvSpPr/>
          <p:nvPr/>
        </p:nvSpPr>
        <p:spPr>
          <a:xfrm>
            <a:off x="4015440" y="34020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2" name=""/>
          <p:cNvSpPr/>
          <p:nvPr/>
        </p:nvSpPr>
        <p:spPr>
          <a:xfrm>
            <a:off x="4015440" y="34027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3" name=""/>
          <p:cNvSpPr/>
          <p:nvPr/>
        </p:nvSpPr>
        <p:spPr>
          <a:xfrm>
            <a:off x="4015440" y="34030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4" name=""/>
          <p:cNvSpPr/>
          <p:nvPr/>
        </p:nvSpPr>
        <p:spPr>
          <a:xfrm>
            <a:off x="4015440" y="34038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5" name=""/>
          <p:cNvSpPr/>
          <p:nvPr/>
        </p:nvSpPr>
        <p:spPr>
          <a:xfrm>
            <a:off x="4015440" y="34041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6" name=""/>
          <p:cNvSpPr/>
          <p:nvPr/>
        </p:nvSpPr>
        <p:spPr>
          <a:xfrm>
            <a:off x="4015440" y="34048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7" name=""/>
          <p:cNvSpPr/>
          <p:nvPr/>
        </p:nvSpPr>
        <p:spPr>
          <a:xfrm>
            <a:off x="4015440" y="34052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8" name=""/>
          <p:cNvSpPr/>
          <p:nvPr/>
        </p:nvSpPr>
        <p:spPr>
          <a:xfrm>
            <a:off x="4015440" y="34059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49" name=""/>
          <p:cNvSpPr/>
          <p:nvPr/>
        </p:nvSpPr>
        <p:spPr>
          <a:xfrm>
            <a:off x="4015440" y="34063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0" name=""/>
          <p:cNvSpPr/>
          <p:nvPr/>
        </p:nvSpPr>
        <p:spPr>
          <a:xfrm>
            <a:off x="4015440" y="34070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1" name=""/>
          <p:cNvSpPr/>
          <p:nvPr/>
        </p:nvSpPr>
        <p:spPr>
          <a:xfrm>
            <a:off x="4015440" y="34074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2" name=""/>
          <p:cNvSpPr/>
          <p:nvPr/>
        </p:nvSpPr>
        <p:spPr>
          <a:xfrm>
            <a:off x="4015440" y="34081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3" name=""/>
          <p:cNvSpPr/>
          <p:nvPr/>
        </p:nvSpPr>
        <p:spPr>
          <a:xfrm>
            <a:off x="4015440" y="34084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4" name=""/>
          <p:cNvSpPr/>
          <p:nvPr/>
        </p:nvSpPr>
        <p:spPr>
          <a:xfrm>
            <a:off x="4015440" y="34092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5" name=""/>
          <p:cNvSpPr/>
          <p:nvPr/>
        </p:nvSpPr>
        <p:spPr>
          <a:xfrm>
            <a:off x="4015440" y="34095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6" name=""/>
          <p:cNvSpPr/>
          <p:nvPr/>
        </p:nvSpPr>
        <p:spPr>
          <a:xfrm>
            <a:off x="4015440" y="34102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7" name=""/>
          <p:cNvSpPr/>
          <p:nvPr/>
        </p:nvSpPr>
        <p:spPr>
          <a:xfrm>
            <a:off x="4015440" y="34106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8" name=""/>
          <p:cNvSpPr/>
          <p:nvPr/>
        </p:nvSpPr>
        <p:spPr>
          <a:xfrm>
            <a:off x="4015440" y="34113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59" name=""/>
          <p:cNvSpPr/>
          <p:nvPr/>
        </p:nvSpPr>
        <p:spPr>
          <a:xfrm>
            <a:off x="4015440" y="34117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0" name=""/>
          <p:cNvSpPr/>
          <p:nvPr/>
        </p:nvSpPr>
        <p:spPr>
          <a:xfrm>
            <a:off x="4015440" y="34124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1" name=""/>
          <p:cNvSpPr/>
          <p:nvPr/>
        </p:nvSpPr>
        <p:spPr>
          <a:xfrm>
            <a:off x="4015440" y="34128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2" name=""/>
          <p:cNvSpPr/>
          <p:nvPr/>
        </p:nvSpPr>
        <p:spPr>
          <a:xfrm>
            <a:off x="4015440" y="34135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3" name=""/>
          <p:cNvSpPr/>
          <p:nvPr/>
        </p:nvSpPr>
        <p:spPr>
          <a:xfrm>
            <a:off x="4015440" y="34138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4" name=""/>
          <p:cNvSpPr/>
          <p:nvPr/>
        </p:nvSpPr>
        <p:spPr>
          <a:xfrm>
            <a:off x="4015440" y="34146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5" name=""/>
          <p:cNvSpPr/>
          <p:nvPr/>
        </p:nvSpPr>
        <p:spPr>
          <a:xfrm>
            <a:off x="4015440" y="34153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6" name=""/>
          <p:cNvSpPr/>
          <p:nvPr/>
        </p:nvSpPr>
        <p:spPr>
          <a:xfrm>
            <a:off x="4015440" y="34156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7" name=""/>
          <p:cNvSpPr/>
          <p:nvPr/>
        </p:nvSpPr>
        <p:spPr>
          <a:xfrm>
            <a:off x="4015440" y="34164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8" name=""/>
          <p:cNvSpPr/>
          <p:nvPr/>
        </p:nvSpPr>
        <p:spPr>
          <a:xfrm>
            <a:off x="4015440" y="34167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69" name=""/>
          <p:cNvSpPr/>
          <p:nvPr/>
        </p:nvSpPr>
        <p:spPr>
          <a:xfrm>
            <a:off x="4015440" y="34174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0" name=""/>
          <p:cNvSpPr/>
          <p:nvPr/>
        </p:nvSpPr>
        <p:spPr>
          <a:xfrm>
            <a:off x="4015440" y="34178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1" name=""/>
          <p:cNvSpPr/>
          <p:nvPr/>
        </p:nvSpPr>
        <p:spPr>
          <a:xfrm>
            <a:off x="4015440" y="34185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2" name=""/>
          <p:cNvSpPr/>
          <p:nvPr/>
        </p:nvSpPr>
        <p:spPr>
          <a:xfrm>
            <a:off x="4015440" y="34189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3" name=""/>
          <p:cNvSpPr/>
          <p:nvPr/>
        </p:nvSpPr>
        <p:spPr>
          <a:xfrm>
            <a:off x="4015440" y="34196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4" name=""/>
          <p:cNvSpPr/>
          <p:nvPr/>
        </p:nvSpPr>
        <p:spPr>
          <a:xfrm>
            <a:off x="4015440" y="34200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5" name=""/>
          <p:cNvSpPr/>
          <p:nvPr/>
        </p:nvSpPr>
        <p:spPr>
          <a:xfrm>
            <a:off x="4015440" y="34207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6" name=""/>
          <p:cNvSpPr/>
          <p:nvPr/>
        </p:nvSpPr>
        <p:spPr>
          <a:xfrm>
            <a:off x="4015440" y="34210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7" name=""/>
          <p:cNvSpPr/>
          <p:nvPr/>
        </p:nvSpPr>
        <p:spPr>
          <a:xfrm>
            <a:off x="4015440" y="34218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8" name=""/>
          <p:cNvSpPr/>
          <p:nvPr/>
        </p:nvSpPr>
        <p:spPr>
          <a:xfrm>
            <a:off x="4015440" y="34221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79" name=""/>
          <p:cNvSpPr/>
          <p:nvPr/>
        </p:nvSpPr>
        <p:spPr>
          <a:xfrm>
            <a:off x="4015440" y="34228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0" name=""/>
          <p:cNvSpPr/>
          <p:nvPr/>
        </p:nvSpPr>
        <p:spPr>
          <a:xfrm>
            <a:off x="4015440" y="34232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1" name=""/>
          <p:cNvSpPr/>
          <p:nvPr/>
        </p:nvSpPr>
        <p:spPr>
          <a:xfrm>
            <a:off x="4015440" y="34239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2" name=""/>
          <p:cNvSpPr/>
          <p:nvPr/>
        </p:nvSpPr>
        <p:spPr>
          <a:xfrm>
            <a:off x="4015440" y="34243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3" name=""/>
          <p:cNvSpPr/>
          <p:nvPr/>
        </p:nvSpPr>
        <p:spPr>
          <a:xfrm>
            <a:off x="4015440" y="34250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4" name=""/>
          <p:cNvSpPr/>
          <p:nvPr/>
        </p:nvSpPr>
        <p:spPr>
          <a:xfrm>
            <a:off x="4015440" y="34254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5" name=""/>
          <p:cNvSpPr/>
          <p:nvPr/>
        </p:nvSpPr>
        <p:spPr>
          <a:xfrm>
            <a:off x="4015440" y="34261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6" name=""/>
          <p:cNvSpPr/>
          <p:nvPr/>
        </p:nvSpPr>
        <p:spPr>
          <a:xfrm>
            <a:off x="4015440" y="34264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7" name=""/>
          <p:cNvSpPr/>
          <p:nvPr/>
        </p:nvSpPr>
        <p:spPr>
          <a:xfrm>
            <a:off x="4015440" y="34272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388" name=""/>
          <p:cNvSpPr/>
          <p:nvPr/>
        </p:nvSpPr>
        <p:spPr>
          <a:xfrm>
            <a:off x="4015440" y="34279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89" name=""/>
          <p:cNvSpPr/>
          <p:nvPr/>
        </p:nvSpPr>
        <p:spPr>
          <a:xfrm>
            <a:off x="4015440" y="34282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0" name=""/>
          <p:cNvSpPr/>
          <p:nvPr/>
        </p:nvSpPr>
        <p:spPr>
          <a:xfrm>
            <a:off x="4015440" y="34290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1" name=""/>
          <p:cNvSpPr/>
          <p:nvPr/>
        </p:nvSpPr>
        <p:spPr>
          <a:xfrm>
            <a:off x="4015440" y="34293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2" name=""/>
          <p:cNvSpPr/>
          <p:nvPr/>
        </p:nvSpPr>
        <p:spPr>
          <a:xfrm>
            <a:off x="4015440" y="34300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3" name=""/>
          <p:cNvSpPr/>
          <p:nvPr/>
        </p:nvSpPr>
        <p:spPr>
          <a:xfrm>
            <a:off x="4015440" y="34304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4" name=""/>
          <p:cNvSpPr/>
          <p:nvPr/>
        </p:nvSpPr>
        <p:spPr>
          <a:xfrm>
            <a:off x="4015440" y="34311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5" name=""/>
          <p:cNvSpPr/>
          <p:nvPr/>
        </p:nvSpPr>
        <p:spPr>
          <a:xfrm>
            <a:off x="4015440" y="34315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6" name=""/>
          <p:cNvSpPr/>
          <p:nvPr/>
        </p:nvSpPr>
        <p:spPr>
          <a:xfrm>
            <a:off x="4015440" y="34322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7" name=""/>
          <p:cNvSpPr/>
          <p:nvPr/>
        </p:nvSpPr>
        <p:spPr>
          <a:xfrm>
            <a:off x="4015440" y="34326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8" name=""/>
          <p:cNvSpPr/>
          <p:nvPr/>
        </p:nvSpPr>
        <p:spPr>
          <a:xfrm>
            <a:off x="4015440" y="34333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399" name=""/>
          <p:cNvSpPr/>
          <p:nvPr/>
        </p:nvSpPr>
        <p:spPr>
          <a:xfrm>
            <a:off x="4015440" y="34336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0" name=""/>
          <p:cNvSpPr/>
          <p:nvPr/>
        </p:nvSpPr>
        <p:spPr>
          <a:xfrm>
            <a:off x="4015440" y="34344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1" name=""/>
          <p:cNvSpPr/>
          <p:nvPr/>
        </p:nvSpPr>
        <p:spPr>
          <a:xfrm>
            <a:off x="4015440" y="34347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2" name=""/>
          <p:cNvSpPr/>
          <p:nvPr/>
        </p:nvSpPr>
        <p:spPr>
          <a:xfrm>
            <a:off x="4015440" y="34354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3" name=""/>
          <p:cNvSpPr/>
          <p:nvPr/>
        </p:nvSpPr>
        <p:spPr>
          <a:xfrm>
            <a:off x="4015440" y="34358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4" name=""/>
          <p:cNvSpPr/>
          <p:nvPr/>
        </p:nvSpPr>
        <p:spPr>
          <a:xfrm>
            <a:off x="4015440" y="34365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5" name=""/>
          <p:cNvSpPr/>
          <p:nvPr/>
        </p:nvSpPr>
        <p:spPr>
          <a:xfrm>
            <a:off x="4015440" y="34369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6" name=""/>
          <p:cNvSpPr/>
          <p:nvPr/>
        </p:nvSpPr>
        <p:spPr>
          <a:xfrm>
            <a:off x="4015440" y="34376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7" name=""/>
          <p:cNvSpPr/>
          <p:nvPr/>
        </p:nvSpPr>
        <p:spPr>
          <a:xfrm>
            <a:off x="4015440" y="34380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8" name=""/>
          <p:cNvSpPr/>
          <p:nvPr/>
        </p:nvSpPr>
        <p:spPr>
          <a:xfrm>
            <a:off x="4015440" y="34387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09" name=""/>
          <p:cNvSpPr/>
          <p:nvPr/>
        </p:nvSpPr>
        <p:spPr>
          <a:xfrm>
            <a:off x="4015440" y="34390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0" name=""/>
          <p:cNvSpPr/>
          <p:nvPr/>
        </p:nvSpPr>
        <p:spPr>
          <a:xfrm>
            <a:off x="4015440" y="34398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1" name=""/>
          <p:cNvSpPr/>
          <p:nvPr/>
        </p:nvSpPr>
        <p:spPr>
          <a:xfrm>
            <a:off x="4015440" y="34405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2" name=""/>
          <p:cNvSpPr/>
          <p:nvPr/>
        </p:nvSpPr>
        <p:spPr>
          <a:xfrm>
            <a:off x="4015440" y="34408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3" name=""/>
          <p:cNvSpPr/>
          <p:nvPr/>
        </p:nvSpPr>
        <p:spPr>
          <a:xfrm>
            <a:off x="4015440" y="34416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4" name=""/>
          <p:cNvSpPr/>
          <p:nvPr/>
        </p:nvSpPr>
        <p:spPr>
          <a:xfrm>
            <a:off x="4015440" y="34419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5" name=""/>
          <p:cNvSpPr/>
          <p:nvPr/>
        </p:nvSpPr>
        <p:spPr>
          <a:xfrm>
            <a:off x="4015440" y="34426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6" name=""/>
          <p:cNvSpPr/>
          <p:nvPr/>
        </p:nvSpPr>
        <p:spPr>
          <a:xfrm>
            <a:off x="4015440" y="34430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7" name=""/>
          <p:cNvSpPr/>
          <p:nvPr/>
        </p:nvSpPr>
        <p:spPr>
          <a:xfrm>
            <a:off x="4015440" y="34437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8" name=""/>
          <p:cNvSpPr/>
          <p:nvPr/>
        </p:nvSpPr>
        <p:spPr>
          <a:xfrm>
            <a:off x="4015440" y="34448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19" name=""/>
          <p:cNvSpPr/>
          <p:nvPr/>
        </p:nvSpPr>
        <p:spPr>
          <a:xfrm>
            <a:off x="4015440" y="34452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0" name=""/>
          <p:cNvSpPr/>
          <p:nvPr/>
        </p:nvSpPr>
        <p:spPr>
          <a:xfrm>
            <a:off x="4015440" y="34459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1" name=""/>
          <p:cNvSpPr/>
          <p:nvPr/>
        </p:nvSpPr>
        <p:spPr>
          <a:xfrm>
            <a:off x="4015440" y="34462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2" name=""/>
          <p:cNvSpPr/>
          <p:nvPr/>
        </p:nvSpPr>
        <p:spPr>
          <a:xfrm>
            <a:off x="4015440" y="34470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3" name=""/>
          <p:cNvSpPr/>
          <p:nvPr/>
        </p:nvSpPr>
        <p:spPr>
          <a:xfrm>
            <a:off x="4015440" y="344808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b7b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4" name=""/>
          <p:cNvSpPr/>
          <p:nvPr/>
        </p:nvSpPr>
        <p:spPr>
          <a:xfrm>
            <a:off x="4015440" y="34484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a7a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5" name=""/>
          <p:cNvSpPr/>
          <p:nvPr/>
        </p:nvSpPr>
        <p:spPr>
          <a:xfrm>
            <a:off x="4015440" y="34491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6" name=""/>
          <p:cNvSpPr/>
          <p:nvPr/>
        </p:nvSpPr>
        <p:spPr>
          <a:xfrm>
            <a:off x="4015440" y="34502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7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7" name=""/>
          <p:cNvSpPr/>
          <p:nvPr/>
        </p:nvSpPr>
        <p:spPr>
          <a:xfrm>
            <a:off x="4015440" y="34506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8" name=""/>
          <p:cNvSpPr/>
          <p:nvPr/>
        </p:nvSpPr>
        <p:spPr>
          <a:xfrm>
            <a:off x="4015440" y="34513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67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29" name=""/>
          <p:cNvSpPr/>
          <p:nvPr/>
        </p:nvSpPr>
        <p:spPr>
          <a:xfrm>
            <a:off x="4015440" y="34524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57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0" name=""/>
          <p:cNvSpPr/>
          <p:nvPr/>
        </p:nvSpPr>
        <p:spPr>
          <a:xfrm>
            <a:off x="4015440" y="34531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1" name=""/>
          <p:cNvSpPr/>
          <p:nvPr/>
        </p:nvSpPr>
        <p:spPr>
          <a:xfrm>
            <a:off x="4015440" y="34534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2" name=""/>
          <p:cNvSpPr/>
          <p:nvPr/>
        </p:nvSpPr>
        <p:spPr>
          <a:xfrm>
            <a:off x="4015440" y="34542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3" name=""/>
          <p:cNvSpPr/>
          <p:nvPr/>
        </p:nvSpPr>
        <p:spPr>
          <a:xfrm>
            <a:off x="4015440" y="34545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4" name=""/>
          <p:cNvSpPr/>
          <p:nvPr/>
        </p:nvSpPr>
        <p:spPr>
          <a:xfrm>
            <a:off x="4015440" y="34556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171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5" name=""/>
          <p:cNvSpPr/>
          <p:nvPr/>
        </p:nvSpPr>
        <p:spPr>
          <a:xfrm>
            <a:off x="4015440" y="34563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6" name=""/>
          <p:cNvSpPr/>
          <p:nvPr/>
        </p:nvSpPr>
        <p:spPr>
          <a:xfrm>
            <a:off x="4015440" y="34567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7" name=""/>
          <p:cNvSpPr/>
          <p:nvPr/>
        </p:nvSpPr>
        <p:spPr>
          <a:xfrm>
            <a:off x="4015440" y="34574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8" name=""/>
          <p:cNvSpPr/>
          <p:nvPr/>
        </p:nvSpPr>
        <p:spPr>
          <a:xfrm>
            <a:off x="4015440" y="34578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e6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39" name=""/>
          <p:cNvSpPr/>
          <p:nvPr/>
        </p:nvSpPr>
        <p:spPr>
          <a:xfrm>
            <a:off x="4015440" y="34588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0" name=""/>
          <p:cNvSpPr/>
          <p:nvPr/>
        </p:nvSpPr>
        <p:spPr>
          <a:xfrm>
            <a:off x="4015440" y="34599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c6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1" name=""/>
          <p:cNvSpPr/>
          <p:nvPr/>
        </p:nvSpPr>
        <p:spPr>
          <a:xfrm>
            <a:off x="4015440" y="34610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2" name=""/>
          <p:cNvSpPr/>
          <p:nvPr/>
        </p:nvSpPr>
        <p:spPr>
          <a:xfrm>
            <a:off x="4015440" y="34621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3" name=""/>
          <p:cNvSpPr/>
          <p:nvPr/>
        </p:nvSpPr>
        <p:spPr>
          <a:xfrm>
            <a:off x="4015440" y="346284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4" name=""/>
          <p:cNvSpPr/>
          <p:nvPr/>
        </p:nvSpPr>
        <p:spPr>
          <a:xfrm>
            <a:off x="4015440" y="34632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5" name=""/>
          <p:cNvSpPr/>
          <p:nvPr/>
        </p:nvSpPr>
        <p:spPr>
          <a:xfrm>
            <a:off x="4015440" y="34639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6" name=""/>
          <p:cNvSpPr/>
          <p:nvPr/>
        </p:nvSpPr>
        <p:spPr>
          <a:xfrm>
            <a:off x="4015440" y="34642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7" name=""/>
          <p:cNvSpPr/>
          <p:nvPr/>
        </p:nvSpPr>
        <p:spPr>
          <a:xfrm>
            <a:off x="4015440" y="34650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8" name=""/>
          <p:cNvSpPr/>
          <p:nvPr/>
        </p:nvSpPr>
        <p:spPr>
          <a:xfrm>
            <a:off x="4015440" y="34653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49" name=""/>
          <p:cNvSpPr/>
          <p:nvPr/>
        </p:nvSpPr>
        <p:spPr>
          <a:xfrm>
            <a:off x="4015440" y="34660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0" name=""/>
          <p:cNvSpPr/>
          <p:nvPr/>
        </p:nvSpPr>
        <p:spPr>
          <a:xfrm>
            <a:off x="4015440" y="346680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1" name=""/>
          <p:cNvSpPr/>
          <p:nvPr/>
        </p:nvSpPr>
        <p:spPr>
          <a:xfrm>
            <a:off x="4015440" y="34678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2" name=""/>
          <p:cNvSpPr/>
          <p:nvPr/>
        </p:nvSpPr>
        <p:spPr>
          <a:xfrm>
            <a:off x="4015440" y="34689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3" name=""/>
          <p:cNvSpPr/>
          <p:nvPr/>
        </p:nvSpPr>
        <p:spPr>
          <a:xfrm>
            <a:off x="4015440" y="34700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363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4" name=""/>
          <p:cNvSpPr/>
          <p:nvPr/>
        </p:nvSpPr>
        <p:spPr>
          <a:xfrm>
            <a:off x="4015440" y="347112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5" name=""/>
          <p:cNvSpPr/>
          <p:nvPr/>
        </p:nvSpPr>
        <p:spPr>
          <a:xfrm>
            <a:off x="4015440" y="34714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6" name=""/>
          <p:cNvSpPr/>
          <p:nvPr/>
        </p:nvSpPr>
        <p:spPr>
          <a:xfrm>
            <a:off x="4015440" y="347220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7" name=""/>
          <p:cNvSpPr/>
          <p:nvPr/>
        </p:nvSpPr>
        <p:spPr>
          <a:xfrm>
            <a:off x="4015440" y="347256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8" name=""/>
          <p:cNvSpPr/>
          <p:nvPr/>
        </p:nvSpPr>
        <p:spPr>
          <a:xfrm>
            <a:off x="4015440" y="347328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59" name=""/>
          <p:cNvSpPr/>
          <p:nvPr/>
        </p:nvSpPr>
        <p:spPr>
          <a:xfrm>
            <a:off x="4015440" y="3474360"/>
            <a:ext cx="210960" cy="720"/>
          </a:xfrm>
          <a:custGeom>
            <a:avLst/>
            <a:gdLst/>
            <a:ahLst/>
            <a:rect l="0" t="0" r="r" b="b"/>
            <a:pathLst>
              <a:path w="586" h="2">
                <a:moveTo>
                  <a:pt x="0" y="0"/>
                </a:moveTo>
                <a:lnTo>
                  <a:pt x="586" y="0"/>
                </a:lnTo>
                <a:lnTo>
                  <a:pt x="58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60" name=""/>
          <p:cNvSpPr/>
          <p:nvPr/>
        </p:nvSpPr>
        <p:spPr>
          <a:xfrm>
            <a:off x="4015440" y="34747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61" name=""/>
          <p:cNvSpPr/>
          <p:nvPr/>
        </p:nvSpPr>
        <p:spPr>
          <a:xfrm>
            <a:off x="4015440" y="347544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62" name=""/>
          <p:cNvSpPr/>
          <p:nvPr/>
        </p:nvSpPr>
        <p:spPr>
          <a:xfrm>
            <a:off x="4015440" y="3476520"/>
            <a:ext cx="210960" cy="1440"/>
          </a:xfrm>
          <a:custGeom>
            <a:avLst/>
            <a:gdLst/>
            <a:ahLst/>
            <a:rect l="0" t="0" r="r" b="b"/>
            <a:pathLst>
              <a:path w="586" h="4">
                <a:moveTo>
                  <a:pt x="0" y="0"/>
                </a:moveTo>
                <a:lnTo>
                  <a:pt x="586" y="0"/>
                </a:lnTo>
                <a:lnTo>
                  <a:pt x="58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463" name=""/>
          <p:cNvSpPr/>
          <p:nvPr/>
        </p:nvSpPr>
        <p:spPr>
          <a:xfrm>
            <a:off x="4015440" y="3337560"/>
            <a:ext cx="210960" cy="140400"/>
          </a:xfrm>
          <a:custGeom>
            <a:avLst/>
            <a:gdLst/>
            <a:ahLst/>
            <a:rect l="0" t="0" r="r" b="b"/>
            <a:pathLst>
              <a:path w="586" h="390">
                <a:moveTo>
                  <a:pt x="0" y="194"/>
                </a:moveTo>
                <a:cubicBezTo>
                  <a:pt x="0" y="87"/>
                  <a:pt x="131" y="0"/>
                  <a:pt x="293" y="0"/>
                </a:cubicBezTo>
                <a:cubicBezTo>
                  <a:pt x="455" y="0"/>
                  <a:pt x="586" y="87"/>
                  <a:pt x="586" y="194"/>
                </a:cubicBezTo>
                <a:cubicBezTo>
                  <a:pt x="586" y="303"/>
                  <a:pt x="455" y="390"/>
                  <a:pt x="293" y="390"/>
                </a:cubicBezTo>
                <a:cubicBezTo>
                  <a:pt x="131" y="390"/>
                  <a:pt x="0" y="303"/>
                  <a:pt x="0" y="194"/>
                </a:cubicBez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64" name=""/>
          <p:cNvSpPr/>
          <p:nvPr/>
        </p:nvSpPr>
        <p:spPr>
          <a:xfrm>
            <a:off x="3893760" y="3128760"/>
            <a:ext cx="14760" cy="1080"/>
          </a:xfrm>
          <a:custGeom>
            <a:avLst/>
            <a:gdLst/>
            <a:ahLst/>
            <a:rect l="0" t="0" r="r" b="b"/>
            <a:pathLst>
              <a:path w="41" h="3">
                <a:moveTo>
                  <a:pt x="0" y="0"/>
                </a:moveTo>
                <a:lnTo>
                  <a:pt x="41" y="0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65" name=""/>
          <p:cNvSpPr/>
          <p:nvPr/>
        </p:nvSpPr>
        <p:spPr>
          <a:xfrm>
            <a:off x="3893760" y="3128760"/>
            <a:ext cx="22320" cy="1800"/>
          </a:xfrm>
          <a:custGeom>
            <a:avLst/>
            <a:gdLst/>
            <a:ahLst/>
            <a:rect l="0" t="0" r="r" b="b"/>
            <a:pathLst>
              <a:path w="62" h="5">
                <a:moveTo>
                  <a:pt x="0" y="2"/>
                </a:moveTo>
                <a:lnTo>
                  <a:pt x="41" y="0"/>
                </a:lnTo>
                <a:lnTo>
                  <a:pt x="62" y="0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66" name=""/>
          <p:cNvSpPr/>
          <p:nvPr/>
        </p:nvSpPr>
        <p:spPr>
          <a:xfrm>
            <a:off x="3893760" y="3128760"/>
            <a:ext cx="29520" cy="2160"/>
          </a:xfrm>
          <a:custGeom>
            <a:avLst/>
            <a:gdLst/>
            <a:ahLst/>
            <a:rect l="0" t="0" r="r" b="b"/>
            <a:pathLst>
              <a:path w="82" h="6">
                <a:moveTo>
                  <a:pt x="0" y="5"/>
                </a:moveTo>
                <a:lnTo>
                  <a:pt x="61" y="0"/>
                </a:lnTo>
                <a:lnTo>
                  <a:pt x="82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67" name=""/>
          <p:cNvSpPr/>
          <p:nvPr/>
        </p:nvSpPr>
        <p:spPr>
          <a:xfrm>
            <a:off x="3893760" y="3128760"/>
            <a:ext cx="44280" cy="3240"/>
          </a:xfrm>
          <a:custGeom>
            <a:avLst/>
            <a:gdLst/>
            <a:ahLst/>
            <a:rect l="0" t="0" r="r" b="b"/>
            <a:pathLst>
              <a:path w="123" h="9">
                <a:moveTo>
                  <a:pt x="0" y="6"/>
                </a:moveTo>
                <a:lnTo>
                  <a:pt x="81" y="0"/>
                </a:lnTo>
                <a:lnTo>
                  <a:pt x="123" y="0"/>
                </a:lnTo>
                <a:lnTo>
                  <a:pt x="0" y="9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68" name=""/>
          <p:cNvSpPr/>
          <p:nvPr/>
        </p:nvSpPr>
        <p:spPr>
          <a:xfrm>
            <a:off x="3893760" y="3128760"/>
            <a:ext cx="47880" cy="3600"/>
          </a:xfrm>
          <a:custGeom>
            <a:avLst/>
            <a:gdLst/>
            <a:ahLst/>
            <a:rect l="0" t="0" r="r" b="b"/>
            <a:pathLst>
              <a:path w="133" h="10">
                <a:moveTo>
                  <a:pt x="0" y="9"/>
                </a:moveTo>
                <a:lnTo>
                  <a:pt x="123" y="0"/>
                </a:lnTo>
                <a:lnTo>
                  <a:pt x="133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69" name=""/>
          <p:cNvSpPr/>
          <p:nvPr/>
        </p:nvSpPr>
        <p:spPr>
          <a:xfrm>
            <a:off x="3893760" y="3128760"/>
            <a:ext cx="51480" cy="3960"/>
          </a:xfrm>
          <a:custGeom>
            <a:avLst/>
            <a:gdLst/>
            <a:ahLst/>
            <a:rect l="0" t="0" r="r" b="b"/>
            <a:pathLst>
              <a:path w="143" h="11">
                <a:moveTo>
                  <a:pt x="0" y="10"/>
                </a:moveTo>
                <a:lnTo>
                  <a:pt x="133" y="0"/>
                </a:lnTo>
                <a:lnTo>
                  <a:pt x="143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0" name=""/>
          <p:cNvSpPr/>
          <p:nvPr/>
        </p:nvSpPr>
        <p:spPr>
          <a:xfrm>
            <a:off x="3893760" y="3128760"/>
            <a:ext cx="58680" cy="4320"/>
          </a:xfrm>
          <a:custGeom>
            <a:avLst/>
            <a:gdLst/>
            <a:ahLst/>
            <a:rect l="0" t="0" r="r" b="b"/>
            <a:pathLst>
              <a:path w="163" h="12">
                <a:moveTo>
                  <a:pt x="0" y="11"/>
                </a:moveTo>
                <a:lnTo>
                  <a:pt x="143" y="0"/>
                </a:lnTo>
                <a:lnTo>
                  <a:pt x="163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1" name=""/>
          <p:cNvSpPr/>
          <p:nvPr/>
        </p:nvSpPr>
        <p:spPr>
          <a:xfrm>
            <a:off x="3893760" y="3128760"/>
            <a:ext cx="66240" cy="5040"/>
          </a:xfrm>
          <a:custGeom>
            <a:avLst/>
            <a:gdLst/>
            <a:ahLst/>
            <a:rect l="0" t="0" r="r" b="b"/>
            <a:pathLst>
              <a:path w="184" h="14">
                <a:moveTo>
                  <a:pt x="0" y="11"/>
                </a:moveTo>
                <a:lnTo>
                  <a:pt x="163" y="0"/>
                </a:lnTo>
                <a:lnTo>
                  <a:pt x="184" y="0"/>
                </a:lnTo>
                <a:lnTo>
                  <a:pt x="0" y="14"/>
                </a:lnTo>
                <a:lnTo>
                  <a:pt x="0" y="11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2" name=""/>
          <p:cNvSpPr/>
          <p:nvPr/>
        </p:nvSpPr>
        <p:spPr>
          <a:xfrm>
            <a:off x="3893760" y="3128760"/>
            <a:ext cx="69840" cy="5040"/>
          </a:xfrm>
          <a:custGeom>
            <a:avLst/>
            <a:gdLst/>
            <a:ahLst/>
            <a:rect l="0" t="0" r="r" b="b"/>
            <a:pathLst>
              <a:path w="194" h="14">
                <a:moveTo>
                  <a:pt x="0" y="14"/>
                </a:moveTo>
                <a:lnTo>
                  <a:pt x="184" y="0"/>
                </a:lnTo>
                <a:lnTo>
                  <a:pt x="194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3" name=""/>
          <p:cNvSpPr/>
          <p:nvPr/>
        </p:nvSpPr>
        <p:spPr>
          <a:xfrm>
            <a:off x="3893760" y="3128760"/>
            <a:ext cx="73440" cy="5400"/>
          </a:xfrm>
          <a:custGeom>
            <a:avLst/>
            <a:gdLst/>
            <a:ahLst/>
            <a:rect l="0" t="0" r="r" b="b"/>
            <a:pathLst>
              <a:path w="204" h="15">
                <a:moveTo>
                  <a:pt x="0" y="14"/>
                </a:moveTo>
                <a:lnTo>
                  <a:pt x="194" y="0"/>
                </a:lnTo>
                <a:lnTo>
                  <a:pt x="204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4" name=""/>
          <p:cNvSpPr/>
          <p:nvPr/>
        </p:nvSpPr>
        <p:spPr>
          <a:xfrm>
            <a:off x="3893760" y="3128760"/>
            <a:ext cx="88200" cy="6480"/>
          </a:xfrm>
          <a:custGeom>
            <a:avLst/>
            <a:gdLst/>
            <a:ahLst/>
            <a:rect l="0" t="0" r="r" b="b"/>
            <a:pathLst>
              <a:path w="245" h="18">
                <a:moveTo>
                  <a:pt x="0" y="15"/>
                </a:moveTo>
                <a:lnTo>
                  <a:pt x="204" y="0"/>
                </a:lnTo>
                <a:lnTo>
                  <a:pt x="245" y="0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5" name=""/>
          <p:cNvSpPr/>
          <p:nvPr/>
        </p:nvSpPr>
        <p:spPr>
          <a:xfrm>
            <a:off x="3893760" y="3128760"/>
            <a:ext cx="91800" cy="6840"/>
          </a:xfrm>
          <a:custGeom>
            <a:avLst/>
            <a:gdLst/>
            <a:ahLst/>
            <a:rect l="0" t="0" r="r" b="b"/>
            <a:pathLst>
              <a:path w="255" h="19">
                <a:moveTo>
                  <a:pt x="0" y="18"/>
                </a:moveTo>
                <a:lnTo>
                  <a:pt x="245" y="0"/>
                </a:lnTo>
                <a:lnTo>
                  <a:pt x="255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6" name=""/>
          <p:cNvSpPr/>
          <p:nvPr/>
        </p:nvSpPr>
        <p:spPr>
          <a:xfrm>
            <a:off x="3893760" y="3128760"/>
            <a:ext cx="95400" cy="6840"/>
          </a:xfrm>
          <a:custGeom>
            <a:avLst/>
            <a:gdLst/>
            <a:ahLst/>
            <a:rect l="0" t="0" r="r" b="b"/>
            <a:pathLst>
              <a:path w="265" h="19">
                <a:moveTo>
                  <a:pt x="0" y="19"/>
                </a:moveTo>
                <a:lnTo>
                  <a:pt x="255" y="0"/>
                </a:lnTo>
                <a:lnTo>
                  <a:pt x="265" y="0"/>
                </a:lnTo>
                <a:lnTo>
                  <a:pt x="0" y="19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7" name=""/>
          <p:cNvSpPr/>
          <p:nvPr/>
        </p:nvSpPr>
        <p:spPr>
          <a:xfrm>
            <a:off x="3893760" y="3128760"/>
            <a:ext cx="102960" cy="7560"/>
          </a:xfrm>
          <a:custGeom>
            <a:avLst/>
            <a:gdLst/>
            <a:ahLst/>
            <a:rect l="0" t="0" r="r" b="b"/>
            <a:pathLst>
              <a:path w="286" h="21">
                <a:moveTo>
                  <a:pt x="0" y="18"/>
                </a:moveTo>
                <a:lnTo>
                  <a:pt x="265" y="0"/>
                </a:lnTo>
                <a:lnTo>
                  <a:pt x="286" y="0"/>
                </a:lnTo>
                <a:lnTo>
                  <a:pt x="0" y="21"/>
                </a:lnTo>
                <a:lnTo>
                  <a:pt x="0" y="18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8" name=""/>
          <p:cNvSpPr/>
          <p:nvPr/>
        </p:nvSpPr>
        <p:spPr>
          <a:xfrm>
            <a:off x="3893760" y="3128760"/>
            <a:ext cx="106560" cy="7920"/>
          </a:xfrm>
          <a:custGeom>
            <a:avLst/>
            <a:gdLst/>
            <a:ahLst/>
            <a:rect l="0" t="0" r="r" b="b"/>
            <a:pathLst>
              <a:path w="296" h="22">
                <a:moveTo>
                  <a:pt x="0" y="21"/>
                </a:moveTo>
                <a:lnTo>
                  <a:pt x="286" y="0"/>
                </a:lnTo>
                <a:lnTo>
                  <a:pt x="296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79" name=""/>
          <p:cNvSpPr/>
          <p:nvPr/>
        </p:nvSpPr>
        <p:spPr>
          <a:xfrm>
            <a:off x="3893760" y="3128760"/>
            <a:ext cx="110160" cy="7920"/>
          </a:xfrm>
          <a:custGeom>
            <a:avLst/>
            <a:gdLst/>
            <a:ahLst/>
            <a:rect l="0" t="0" r="r" b="b"/>
            <a:pathLst>
              <a:path w="306" h="22">
                <a:moveTo>
                  <a:pt x="0" y="22"/>
                </a:moveTo>
                <a:lnTo>
                  <a:pt x="296" y="0"/>
                </a:lnTo>
                <a:lnTo>
                  <a:pt x="306" y="0"/>
                </a:lnTo>
                <a:lnTo>
                  <a:pt x="0" y="22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0" name=""/>
          <p:cNvSpPr/>
          <p:nvPr/>
        </p:nvSpPr>
        <p:spPr>
          <a:xfrm>
            <a:off x="3893760" y="3128760"/>
            <a:ext cx="117360" cy="8640"/>
          </a:xfrm>
          <a:custGeom>
            <a:avLst/>
            <a:gdLst/>
            <a:ahLst/>
            <a:rect l="0" t="0" r="r" b="b"/>
            <a:pathLst>
              <a:path w="326" h="24">
                <a:moveTo>
                  <a:pt x="0" y="22"/>
                </a:moveTo>
                <a:lnTo>
                  <a:pt x="306" y="0"/>
                </a:lnTo>
                <a:lnTo>
                  <a:pt x="326" y="0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1" name=""/>
          <p:cNvSpPr/>
          <p:nvPr/>
        </p:nvSpPr>
        <p:spPr>
          <a:xfrm>
            <a:off x="3893760" y="3128760"/>
            <a:ext cx="120960" cy="8640"/>
          </a:xfrm>
          <a:custGeom>
            <a:avLst/>
            <a:gdLst/>
            <a:ahLst/>
            <a:rect l="0" t="0" r="r" b="b"/>
            <a:pathLst>
              <a:path w="336" h="24">
                <a:moveTo>
                  <a:pt x="0" y="24"/>
                </a:moveTo>
                <a:lnTo>
                  <a:pt x="326" y="0"/>
                </a:lnTo>
                <a:lnTo>
                  <a:pt x="336" y="0"/>
                </a:lnTo>
                <a:lnTo>
                  <a:pt x="0" y="24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2" name=""/>
          <p:cNvSpPr/>
          <p:nvPr/>
        </p:nvSpPr>
        <p:spPr>
          <a:xfrm>
            <a:off x="3893760" y="3128760"/>
            <a:ext cx="124920" cy="9000"/>
          </a:xfrm>
          <a:custGeom>
            <a:avLst/>
            <a:gdLst/>
            <a:ahLst/>
            <a:rect l="0" t="0" r="r" b="b"/>
            <a:pathLst>
              <a:path w="347" h="25">
                <a:moveTo>
                  <a:pt x="0" y="24"/>
                </a:moveTo>
                <a:lnTo>
                  <a:pt x="336" y="0"/>
                </a:lnTo>
                <a:lnTo>
                  <a:pt x="347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3" name=""/>
          <p:cNvSpPr/>
          <p:nvPr/>
        </p:nvSpPr>
        <p:spPr>
          <a:xfrm>
            <a:off x="3893760" y="3128760"/>
            <a:ext cx="132120" cy="9720"/>
          </a:xfrm>
          <a:custGeom>
            <a:avLst/>
            <a:gdLst/>
            <a:ahLst/>
            <a:rect l="0" t="0" r="r" b="b"/>
            <a:pathLst>
              <a:path w="367" h="27">
                <a:moveTo>
                  <a:pt x="0" y="25"/>
                </a:moveTo>
                <a:lnTo>
                  <a:pt x="346" y="0"/>
                </a:lnTo>
                <a:lnTo>
                  <a:pt x="367" y="0"/>
                </a:lnTo>
                <a:lnTo>
                  <a:pt x="0" y="27"/>
                </a:lnTo>
                <a:lnTo>
                  <a:pt x="0" y="25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4" name=""/>
          <p:cNvSpPr/>
          <p:nvPr/>
        </p:nvSpPr>
        <p:spPr>
          <a:xfrm>
            <a:off x="3893760" y="3128760"/>
            <a:ext cx="135720" cy="9720"/>
          </a:xfrm>
          <a:custGeom>
            <a:avLst/>
            <a:gdLst/>
            <a:ahLst/>
            <a:rect l="0" t="0" r="r" b="b"/>
            <a:pathLst>
              <a:path w="377" h="27">
                <a:moveTo>
                  <a:pt x="0" y="27"/>
                </a:moveTo>
                <a:lnTo>
                  <a:pt x="367" y="0"/>
                </a:lnTo>
                <a:lnTo>
                  <a:pt x="377" y="0"/>
                </a:lnTo>
                <a:lnTo>
                  <a:pt x="0" y="27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5" name=""/>
          <p:cNvSpPr/>
          <p:nvPr/>
        </p:nvSpPr>
        <p:spPr>
          <a:xfrm>
            <a:off x="3893760" y="3128760"/>
            <a:ext cx="139320" cy="10080"/>
          </a:xfrm>
          <a:custGeom>
            <a:avLst/>
            <a:gdLst/>
            <a:ahLst/>
            <a:rect l="0" t="0" r="r" b="b"/>
            <a:pathLst>
              <a:path w="387" h="28">
                <a:moveTo>
                  <a:pt x="0" y="27"/>
                </a:moveTo>
                <a:lnTo>
                  <a:pt x="377" y="0"/>
                </a:lnTo>
                <a:lnTo>
                  <a:pt x="387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6" name=""/>
          <p:cNvSpPr/>
          <p:nvPr/>
        </p:nvSpPr>
        <p:spPr>
          <a:xfrm>
            <a:off x="3893760" y="3128760"/>
            <a:ext cx="142920" cy="10440"/>
          </a:xfrm>
          <a:custGeom>
            <a:avLst/>
            <a:gdLst/>
            <a:ahLst/>
            <a:rect l="0" t="0" r="r" b="b"/>
            <a:pathLst>
              <a:path w="397" h="29">
                <a:moveTo>
                  <a:pt x="0" y="28"/>
                </a:moveTo>
                <a:lnTo>
                  <a:pt x="387" y="0"/>
                </a:lnTo>
                <a:lnTo>
                  <a:pt x="397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7" name=""/>
          <p:cNvSpPr/>
          <p:nvPr/>
        </p:nvSpPr>
        <p:spPr>
          <a:xfrm>
            <a:off x="3893760" y="3128760"/>
            <a:ext cx="146880" cy="10800"/>
          </a:xfrm>
          <a:custGeom>
            <a:avLst/>
            <a:gdLst/>
            <a:ahLst/>
            <a:rect l="0" t="0" r="r" b="b"/>
            <a:pathLst>
              <a:path w="408" h="30">
                <a:moveTo>
                  <a:pt x="0" y="29"/>
                </a:moveTo>
                <a:lnTo>
                  <a:pt x="397" y="0"/>
                </a:lnTo>
                <a:lnTo>
                  <a:pt x="408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8" name=""/>
          <p:cNvSpPr/>
          <p:nvPr/>
        </p:nvSpPr>
        <p:spPr>
          <a:xfrm>
            <a:off x="3893760" y="3128760"/>
            <a:ext cx="150480" cy="10800"/>
          </a:xfrm>
          <a:custGeom>
            <a:avLst/>
            <a:gdLst/>
            <a:ahLst/>
            <a:rect l="0" t="0" r="r" b="b"/>
            <a:pathLst>
              <a:path w="418" h="30">
                <a:moveTo>
                  <a:pt x="0" y="30"/>
                </a:moveTo>
                <a:lnTo>
                  <a:pt x="408" y="0"/>
                </a:lnTo>
                <a:lnTo>
                  <a:pt x="418" y="0"/>
                </a:lnTo>
                <a:lnTo>
                  <a:pt x="0" y="30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89" name=""/>
          <p:cNvSpPr/>
          <p:nvPr/>
        </p:nvSpPr>
        <p:spPr>
          <a:xfrm>
            <a:off x="3893760" y="3128760"/>
            <a:ext cx="154080" cy="11160"/>
          </a:xfrm>
          <a:custGeom>
            <a:avLst/>
            <a:gdLst/>
            <a:ahLst/>
            <a:rect l="0" t="0" r="r" b="b"/>
            <a:pathLst>
              <a:path w="428" h="31">
                <a:moveTo>
                  <a:pt x="0" y="30"/>
                </a:moveTo>
                <a:lnTo>
                  <a:pt x="418" y="0"/>
                </a:lnTo>
                <a:lnTo>
                  <a:pt x="428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0" name=""/>
          <p:cNvSpPr/>
          <p:nvPr/>
        </p:nvSpPr>
        <p:spPr>
          <a:xfrm>
            <a:off x="3893760" y="3128760"/>
            <a:ext cx="161280" cy="11520"/>
          </a:xfrm>
          <a:custGeom>
            <a:avLst/>
            <a:gdLst/>
            <a:ahLst/>
            <a:rect l="0" t="0" r="r" b="b"/>
            <a:pathLst>
              <a:path w="448" h="32">
                <a:moveTo>
                  <a:pt x="0" y="31"/>
                </a:moveTo>
                <a:lnTo>
                  <a:pt x="428" y="0"/>
                </a:lnTo>
                <a:lnTo>
                  <a:pt x="448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1" name=""/>
          <p:cNvSpPr/>
          <p:nvPr/>
        </p:nvSpPr>
        <p:spPr>
          <a:xfrm>
            <a:off x="3893760" y="3128760"/>
            <a:ext cx="168840" cy="12240"/>
          </a:xfrm>
          <a:custGeom>
            <a:avLst/>
            <a:gdLst/>
            <a:ahLst/>
            <a:rect l="0" t="0" r="r" b="b"/>
            <a:pathLst>
              <a:path w="469" h="34">
                <a:moveTo>
                  <a:pt x="0" y="32"/>
                </a:moveTo>
                <a:lnTo>
                  <a:pt x="448" y="0"/>
                </a:lnTo>
                <a:lnTo>
                  <a:pt x="469" y="0"/>
                </a:lnTo>
                <a:lnTo>
                  <a:pt x="0" y="34"/>
                </a:lnTo>
                <a:lnTo>
                  <a:pt x="0" y="3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2" name=""/>
          <p:cNvSpPr/>
          <p:nvPr/>
        </p:nvSpPr>
        <p:spPr>
          <a:xfrm>
            <a:off x="3893760" y="3128760"/>
            <a:ext cx="172440" cy="12600"/>
          </a:xfrm>
          <a:custGeom>
            <a:avLst/>
            <a:gdLst/>
            <a:ahLst/>
            <a:rect l="0" t="0" r="r" b="b"/>
            <a:pathLst>
              <a:path w="479" h="35">
                <a:moveTo>
                  <a:pt x="0" y="34"/>
                </a:moveTo>
                <a:lnTo>
                  <a:pt x="469" y="0"/>
                </a:lnTo>
                <a:lnTo>
                  <a:pt x="479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3" name=""/>
          <p:cNvSpPr/>
          <p:nvPr/>
        </p:nvSpPr>
        <p:spPr>
          <a:xfrm>
            <a:off x="3893760" y="3128760"/>
            <a:ext cx="176040" cy="12600"/>
          </a:xfrm>
          <a:custGeom>
            <a:avLst/>
            <a:gdLst/>
            <a:ahLst/>
            <a:rect l="0" t="0" r="r" b="b"/>
            <a:pathLst>
              <a:path w="489" h="35">
                <a:moveTo>
                  <a:pt x="0" y="35"/>
                </a:moveTo>
                <a:lnTo>
                  <a:pt x="479" y="0"/>
                </a:lnTo>
                <a:lnTo>
                  <a:pt x="489" y="0"/>
                </a:lnTo>
                <a:lnTo>
                  <a:pt x="0" y="35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4" name=""/>
          <p:cNvSpPr/>
          <p:nvPr/>
        </p:nvSpPr>
        <p:spPr>
          <a:xfrm>
            <a:off x="3893760" y="3128760"/>
            <a:ext cx="179640" cy="12960"/>
          </a:xfrm>
          <a:custGeom>
            <a:avLst/>
            <a:gdLst/>
            <a:ahLst/>
            <a:rect l="0" t="0" r="r" b="b"/>
            <a:pathLst>
              <a:path w="499" h="36">
                <a:moveTo>
                  <a:pt x="0" y="35"/>
                </a:moveTo>
                <a:lnTo>
                  <a:pt x="489" y="0"/>
                </a:lnTo>
                <a:lnTo>
                  <a:pt x="499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5" name=""/>
          <p:cNvSpPr/>
          <p:nvPr/>
        </p:nvSpPr>
        <p:spPr>
          <a:xfrm>
            <a:off x="3893760" y="3128760"/>
            <a:ext cx="183240" cy="13320"/>
          </a:xfrm>
          <a:custGeom>
            <a:avLst/>
            <a:gdLst/>
            <a:ahLst/>
            <a:rect l="0" t="0" r="r" b="b"/>
            <a:pathLst>
              <a:path w="509" h="37">
                <a:moveTo>
                  <a:pt x="0" y="36"/>
                </a:moveTo>
                <a:lnTo>
                  <a:pt x="499" y="0"/>
                </a:lnTo>
                <a:lnTo>
                  <a:pt x="509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6" name=""/>
          <p:cNvSpPr/>
          <p:nvPr/>
        </p:nvSpPr>
        <p:spPr>
          <a:xfrm>
            <a:off x="3893760" y="3128760"/>
            <a:ext cx="190800" cy="13680"/>
          </a:xfrm>
          <a:custGeom>
            <a:avLst/>
            <a:gdLst/>
            <a:ahLst/>
            <a:rect l="0" t="0" r="r" b="b"/>
            <a:pathLst>
              <a:path w="530" h="38">
                <a:moveTo>
                  <a:pt x="0" y="37"/>
                </a:moveTo>
                <a:lnTo>
                  <a:pt x="509" y="0"/>
                </a:lnTo>
                <a:lnTo>
                  <a:pt x="530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7" name=""/>
          <p:cNvSpPr/>
          <p:nvPr/>
        </p:nvSpPr>
        <p:spPr>
          <a:xfrm>
            <a:off x="3893760" y="3128760"/>
            <a:ext cx="198000" cy="14400"/>
          </a:xfrm>
          <a:custGeom>
            <a:avLst/>
            <a:gdLst/>
            <a:ahLst/>
            <a:rect l="0" t="0" r="r" b="b"/>
            <a:pathLst>
              <a:path w="550" h="40">
                <a:moveTo>
                  <a:pt x="0" y="38"/>
                </a:moveTo>
                <a:lnTo>
                  <a:pt x="530" y="0"/>
                </a:lnTo>
                <a:lnTo>
                  <a:pt x="550" y="0"/>
                </a:lnTo>
                <a:lnTo>
                  <a:pt x="0" y="40"/>
                </a:lnTo>
                <a:lnTo>
                  <a:pt x="0" y="38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8" name=""/>
          <p:cNvSpPr/>
          <p:nvPr/>
        </p:nvSpPr>
        <p:spPr>
          <a:xfrm>
            <a:off x="3893760" y="3128760"/>
            <a:ext cx="201600" cy="14400"/>
          </a:xfrm>
          <a:custGeom>
            <a:avLst/>
            <a:gdLst/>
            <a:ahLst/>
            <a:rect l="0" t="0" r="r" b="b"/>
            <a:pathLst>
              <a:path w="560" h="40">
                <a:moveTo>
                  <a:pt x="0" y="40"/>
                </a:moveTo>
                <a:lnTo>
                  <a:pt x="550" y="0"/>
                </a:lnTo>
                <a:lnTo>
                  <a:pt x="560" y="0"/>
                </a:lnTo>
                <a:lnTo>
                  <a:pt x="0" y="40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499" name=""/>
          <p:cNvSpPr/>
          <p:nvPr/>
        </p:nvSpPr>
        <p:spPr>
          <a:xfrm>
            <a:off x="3893760" y="3128760"/>
            <a:ext cx="205200" cy="14760"/>
          </a:xfrm>
          <a:custGeom>
            <a:avLst/>
            <a:gdLst/>
            <a:ahLst/>
            <a:rect l="0" t="0" r="r" b="b"/>
            <a:pathLst>
              <a:path w="570" h="41">
                <a:moveTo>
                  <a:pt x="0" y="40"/>
                </a:moveTo>
                <a:lnTo>
                  <a:pt x="560" y="0"/>
                </a:lnTo>
                <a:lnTo>
                  <a:pt x="570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0" name=""/>
          <p:cNvSpPr/>
          <p:nvPr/>
        </p:nvSpPr>
        <p:spPr>
          <a:xfrm>
            <a:off x="3893760" y="3128760"/>
            <a:ext cx="209160" cy="15120"/>
          </a:xfrm>
          <a:custGeom>
            <a:avLst/>
            <a:gdLst/>
            <a:ahLst/>
            <a:rect l="0" t="0" r="r" b="b"/>
            <a:pathLst>
              <a:path w="581" h="42">
                <a:moveTo>
                  <a:pt x="0" y="41"/>
                </a:moveTo>
                <a:lnTo>
                  <a:pt x="570" y="0"/>
                </a:lnTo>
                <a:lnTo>
                  <a:pt x="581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1" name=""/>
          <p:cNvSpPr/>
          <p:nvPr/>
        </p:nvSpPr>
        <p:spPr>
          <a:xfrm>
            <a:off x="3893760" y="3128760"/>
            <a:ext cx="212760" cy="15480"/>
          </a:xfrm>
          <a:custGeom>
            <a:avLst/>
            <a:gdLst/>
            <a:ahLst/>
            <a:rect l="0" t="0" r="r" b="b"/>
            <a:pathLst>
              <a:path w="591" h="43">
                <a:moveTo>
                  <a:pt x="0" y="42"/>
                </a:moveTo>
                <a:lnTo>
                  <a:pt x="581" y="0"/>
                </a:lnTo>
                <a:lnTo>
                  <a:pt x="59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2" name=""/>
          <p:cNvSpPr/>
          <p:nvPr/>
        </p:nvSpPr>
        <p:spPr>
          <a:xfrm>
            <a:off x="3893760" y="3128760"/>
            <a:ext cx="219960" cy="15840"/>
          </a:xfrm>
          <a:custGeom>
            <a:avLst/>
            <a:gdLst/>
            <a:ahLst/>
            <a:rect l="0" t="0" r="r" b="b"/>
            <a:pathLst>
              <a:path w="611" h="44">
                <a:moveTo>
                  <a:pt x="0" y="43"/>
                </a:moveTo>
                <a:lnTo>
                  <a:pt x="591" y="0"/>
                </a:lnTo>
                <a:lnTo>
                  <a:pt x="611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3" name=""/>
          <p:cNvSpPr/>
          <p:nvPr/>
        </p:nvSpPr>
        <p:spPr>
          <a:xfrm>
            <a:off x="3893760" y="3128760"/>
            <a:ext cx="227520" cy="16560"/>
          </a:xfrm>
          <a:custGeom>
            <a:avLst/>
            <a:gdLst/>
            <a:ahLst/>
            <a:rect l="0" t="0" r="r" b="b"/>
            <a:pathLst>
              <a:path w="632" h="46">
                <a:moveTo>
                  <a:pt x="0" y="44"/>
                </a:moveTo>
                <a:lnTo>
                  <a:pt x="611" y="0"/>
                </a:lnTo>
                <a:lnTo>
                  <a:pt x="632" y="0"/>
                </a:lnTo>
                <a:lnTo>
                  <a:pt x="0" y="46"/>
                </a:lnTo>
                <a:lnTo>
                  <a:pt x="0" y="44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4" name=""/>
          <p:cNvSpPr/>
          <p:nvPr/>
        </p:nvSpPr>
        <p:spPr>
          <a:xfrm>
            <a:off x="3893760" y="3128760"/>
            <a:ext cx="231120" cy="16560"/>
          </a:xfrm>
          <a:custGeom>
            <a:avLst/>
            <a:gdLst/>
            <a:ahLst/>
            <a:rect l="0" t="0" r="r" b="b"/>
            <a:pathLst>
              <a:path w="642" h="46">
                <a:moveTo>
                  <a:pt x="0" y="46"/>
                </a:moveTo>
                <a:lnTo>
                  <a:pt x="632" y="0"/>
                </a:lnTo>
                <a:lnTo>
                  <a:pt x="642" y="0"/>
                </a:lnTo>
                <a:lnTo>
                  <a:pt x="0" y="46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5" name=""/>
          <p:cNvSpPr/>
          <p:nvPr/>
        </p:nvSpPr>
        <p:spPr>
          <a:xfrm>
            <a:off x="3893760" y="3128760"/>
            <a:ext cx="234720" cy="16920"/>
          </a:xfrm>
          <a:custGeom>
            <a:avLst/>
            <a:gdLst/>
            <a:ahLst/>
            <a:rect l="0" t="0" r="r" b="b"/>
            <a:pathLst>
              <a:path w="652" h="47">
                <a:moveTo>
                  <a:pt x="0" y="46"/>
                </a:moveTo>
                <a:lnTo>
                  <a:pt x="642" y="0"/>
                </a:lnTo>
                <a:lnTo>
                  <a:pt x="652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6" name=""/>
          <p:cNvSpPr/>
          <p:nvPr/>
        </p:nvSpPr>
        <p:spPr>
          <a:xfrm>
            <a:off x="3893760" y="3128760"/>
            <a:ext cx="241920" cy="17280"/>
          </a:xfrm>
          <a:custGeom>
            <a:avLst/>
            <a:gdLst/>
            <a:ahLst/>
            <a:rect l="0" t="0" r="r" b="b"/>
            <a:pathLst>
              <a:path w="672" h="48">
                <a:moveTo>
                  <a:pt x="0" y="47"/>
                </a:moveTo>
                <a:lnTo>
                  <a:pt x="652" y="0"/>
                </a:lnTo>
                <a:lnTo>
                  <a:pt x="672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7" name=""/>
          <p:cNvSpPr/>
          <p:nvPr/>
        </p:nvSpPr>
        <p:spPr>
          <a:xfrm>
            <a:off x="3893760" y="3128760"/>
            <a:ext cx="245520" cy="17640"/>
          </a:xfrm>
          <a:custGeom>
            <a:avLst/>
            <a:gdLst/>
            <a:ahLst/>
            <a:rect l="0" t="0" r="r" b="b"/>
            <a:pathLst>
              <a:path w="682" h="49">
                <a:moveTo>
                  <a:pt x="0" y="48"/>
                </a:moveTo>
                <a:lnTo>
                  <a:pt x="672" y="0"/>
                </a:lnTo>
                <a:lnTo>
                  <a:pt x="682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8" name=""/>
          <p:cNvSpPr/>
          <p:nvPr/>
        </p:nvSpPr>
        <p:spPr>
          <a:xfrm>
            <a:off x="3893760" y="3128760"/>
            <a:ext cx="249480" cy="18000"/>
          </a:xfrm>
          <a:custGeom>
            <a:avLst/>
            <a:gdLst/>
            <a:ahLst/>
            <a:rect l="0" t="0" r="r" b="b"/>
            <a:pathLst>
              <a:path w="693" h="50">
                <a:moveTo>
                  <a:pt x="0" y="49"/>
                </a:moveTo>
                <a:lnTo>
                  <a:pt x="682" y="0"/>
                </a:lnTo>
                <a:lnTo>
                  <a:pt x="693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09" name=""/>
          <p:cNvSpPr/>
          <p:nvPr/>
        </p:nvSpPr>
        <p:spPr>
          <a:xfrm>
            <a:off x="3893760" y="3128760"/>
            <a:ext cx="253080" cy="18360"/>
          </a:xfrm>
          <a:custGeom>
            <a:avLst/>
            <a:gdLst/>
            <a:ahLst/>
            <a:rect l="0" t="0" r="r" b="b"/>
            <a:pathLst>
              <a:path w="703" h="51">
                <a:moveTo>
                  <a:pt x="0" y="50"/>
                </a:moveTo>
                <a:lnTo>
                  <a:pt x="693" y="0"/>
                </a:lnTo>
                <a:lnTo>
                  <a:pt x="703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0" name=""/>
          <p:cNvSpPr/>
          <p:nvPr/>
        </p:nvSpPr>
        <p:spPr>
          <a:xfrm>
            <a:off x="3893760" y="3128760"/>
            <a:ext cx="256680" cy="18360"/>
          </a:xfrm>
          <a:custGeom>
            <a:avLst/>
            <a:gdLst/>
            <a:ahLst/>
            <a:rect l="0" t="0" r="r" b="b"/>
            <a:pathLst>
              <a:path w="713" h="51">
                <a:moveTo>
                  <a:pt x="0" y="51"/>
                </a:moveTo>
                <a:lnTo>
                  <a:pt x="703" y="0"/>
                </a:lnTo>
                <a:lnTo>
                  <a:pt x="713" y="0"/>
                </a:lnTo>
                <a:lnTo>
                  <a:pt x="0" y="51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1" name=""/>
          <p:cNvSpPr/>
          <p:nvPr/>
        </p:nvSpPr>
        <p:spPr>
          <a:xfrm>
            <a:off x="3893760" y="3128760"/>
            <a:ext cx="263880" cy="19080"/>
          </a:xfrm>
          <a:custGeom>
            <a:avLst/>
            <a:gdLst/>
            <a:ahLst/>
            <a:rect l="0" t="0" r="r" b="b"/>
            <a:pathLst>
              <a:path w="733" h="53">
                <a:moveTo>
                  <a:pt x="0" y="51"/>
                </a:moveTo>
                <a:lnTo>
                  <a:pt x="713" y="0"/>
                </a:lnTo>
                <a:lnTo>
                  <a:pt x="733" y="0"/>
                </a:lnTo>
                <a:lnTo>
                  <a:pt x="0" y="53"/>
                </a:lnTo>
                <a:lnTo>
                  <a:pt x="0" y="51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2" name=""/>
          <p:cNvSpPr/>
          <p:nvPr/>
        </p:nvSpPr>
        <p:spPr>
          <a:xfrm>
            <a:off x="3893760" y="3128760"/>
            <a:ext cx="267480" cy="19440"/>
          </a:xfrm>
          <a:custGeom>
            <a:avLst/>
            <a:gdLst/>
            <a:ahLst/>
            <a:rect l="0" t="0" r="r" b="b"/>
            <a:pathLst>
              <a:path w="743" h="54">
                <a:moveTo>
                  <a:pt x="0" y="53"/>
                </a:moveTo>
                <a:lnTo>
                  <a:pt x="733" y="0"/>
                </a:lnTo>
                <a:lnTo>
                  <a:pt x="743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3" name=""/>
          <p:cNvSpPr/>
          <p:nvPr/>
        </p:nvSpPr>
        <p:spPr>
          <a:xfrm>
            <a:off x="3893760" y="3128760"/>
            <a:ext cx="271440" cy="19440"/>
          </a:xfrm>
          <a:custGeom>
            <a:avLst/>
            <a:gdLst/>
            <a:ahLst/>
            <a:rect l="0" t="0" r="r" b="b"/>
            <a:pathLst>
              <a:path w="754" h="54">
                <a:moveTo>
                  <a:pt x="0" y="54"/>
                </a:moveTo>
                <a:lnTo>
                  <a:pt x="743" y="0"/>
                </a:lnTo>
                <a:lnTo>
                  <a:pt x="754" y="0"/>
                </a:lnTo>
                <a:lnTo>
                  <a:pt x="0" y="54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4" name=""/>
          <p:cNvSpPr/>
          <p:nvPr/>
        </p:nvSpPr>
        <p:spPr>
          <a:xfrm>
            <a:off x="3893760" y="3128760"/>
            <a:ext cx="275040" cy="19800"/>
          </a:xfrm>
          <a:custGeom>
            <a:avLst/>
            <a:gdLst/>
            <a:ahLst/>
            <a:rect l="0" t="0" r="r" b="b"/>
            <a:pathLst>
              <a:path w="764" h="55">
                <a:moveTo>
                  <a:pt x="0" y="54"/>
                </a:moveTo>
                <a:lnTo>
                  <a:pt x="754" y="0"/>
                </a:lnTo>
                <a:lnTo>
                  <a:pt x="764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5" name=""/>
          <p:cNvSpPr/>
          <p:nvPr/>
        </p:nvSpPr>
        <p:spPr>
          <a:xfrm>
            <a:off x="3893760" y="3128760"/>
            <a:ext cx="278640" cy="20160"/>
          </a:xfrm>
          <a:custGeom>
            <a:avLst/>
            <a:gdLst/>
            <a:ahLst/>
            <a:rect l="0" t="0" r="r" b="b"/>
            <a:pathLst>
              <a:path w="774" h="56">
                <a:moveTo>
                  <a:pt x="0" y="55"/>
                </a:moveTo>
                <a:lnTo>
                  <a:pt x="764" y="0"/>
                </a:lnTo>
                <a:lnTo>
                  <a:pt x="774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6" name=""/>
          <p:cNvSpPr/>
          <p:nvPr/>
        </p:nvSpPr>
        <p:spPr>
          <a:xfrm>
            <a:off x="3893760" y="3128760"/>
            <a:ext cx="282240" cy="20160"/>
          </a:xfrm>
          <a:custGeom>
            <a:avLst/>
            <a:gdLst/>
            <a:ahLst/>
            <a:rect l="0" t="0" r="r" b="b"/>
            <a:pathLst>
              <a:path w="784" h="56">
                <a:moveTo>
                  <a:pt x="0" y="56"/>
                </a:moveTo>
                <a:lnTo>
                  <a:pt x="774" y="0"/>
                </a:lnTo>
                <a:lnTo>
                  <a:pt x="784" y="0"/>
                </a:lnTo>
                <a:lnTo>
                  <a:pt x="0" y="56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7" name=""/>
          <p:cNvSpPr/>
          <p:nvPr/>
        </p:nvSpPr>
        <p:spPr>
          <a:xfrm>
            <a:off x="3893760" y="3128760"/>
            <a:ext cx="285840" cy="20520"/>
          </a:xfrm>
          <a:custGeom>
            <a:avLst/>
            <a:gdLst/>
            <a:ahLst/>
            <a:rect l="0" t="0" r="r" b="b"/>
            <a:pathLst>
              <a:path w="794" h="57">
                <a:moveTo>
                  <a:pt x="0" y="56"/>
                </a:moveTo>
                <a:lnTo>
                  <a:pt x="784" y="0"/>
                </a:lnTo>
                <a:lnTo>
                  <a:pt x="794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8" name=""/>
          <p:cNvSpPr/>
          <p:nvPr/>
        </p:nvSpPr>
        <p:spPr>
          <a:xfrm>
            <a:off x="3893760" y="3128760"/>
            <a:ext cx="293400" cy="21240"/>
          </a:xfrm>
          <a:custGeom>
            <a:avLst/>
            <a:gdLst/>
            <a:ahLst/>
            <a:rect l="0" t="0" r="r" b="b"/>
            <a:pathLst>
              <a:path w="815" h="59">
                <a:moveTo>
                  <a:pt x="0" y="57"/>
                </a:moveTo>
                <a:lnTo>
                  <a:pt x="794" y="0"/>
                </a:lnTo>
                <a:lnTo>
                  <a:pt x="815" y="0"/>
                </a:lnTo>
                <a:lnTo>
                  <a:pt x="0" y="59"/>
                </a:lnTo>
                <a:lnTo>
                  <a:pt x="0" y="57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19" name=""/>
          <p:cNvSpPr/>
          <p:nvPr/>
        </p:nvSpPr>
        <p:spPr>
          <a:xfrm>
            <a:off x="3893760" y="3128760"/>
            <a:ext cx="297000" cy="21240"/>
          </a:xfrm>
          <a:custGeom>
            <a:avLst/>
            <a:gdLst/>
            <a:ahLst/>
            <a:rect l="0" t="0" r="r" b="b"/>
            <a:pathLst>
              <a:path w="825" h="59">
                <a:moveTo>
                  <a:pt x="0" y="59"/>
                </a:moveTo>
                <a:lnTo>
                  <a:pt x="815" y="0"/>
                </a:lnTo>
                <a:lnTo>
                  <a:pt x="825" y="0"/>
                </a:lnTo>
                <a:lnTo>
                  <a:pt x="0" y="59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0" name=""/>
          <p:cNvSpPr/>
          <p:nvPr/>
        </p:nvSpPr>
        <p:spPr>
          <a:xfrm>
            <a:off x="3893760" y="3128760"/>
            <a:ext cx="300600" cy="21600"/>
          </a:xfrm>
          <a:custGeom>
            <a:avLst/>
            <a:gdLst/>
            <a:ahLst/>
            <a:rect l="0" t="0" r="r" b="b"/>
            <a:pathLst>
              <a:path w="835" h="60">
                <a:moveTo>
                  <a:pt x="0" y="59"/>
                </a:moveTo>
                <a:lnTo>
                  <a:pt x="825" y="0"/>
                </a:lnTo>
                <a:lnTo>
                  <a:pt x="835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1" name=""/>
          <p:cNvSpPr/>
          <p:nvPr/>
        </p:nvSpPr>
        <p:spPr>
          <a:xfrm>
            <a:off x="3893760" y="3128760"/>
            <a:ext cx="304200" cy="21960"/>
          </a:xfrm>
          <a:custGeom>
            <a:avLst/>
            <a:gdLst/>
            <a:ahLst/>
            <a:rect l="0" t="0" r="r" b="b"/>
            <a:pathLst>
              <a:path w="845" h="61">
                <a:moveTo>
                  <a:pt x="0" y="60"/>
                </a:moveTo>
                <a:lnTo>
                  <a:pt x="835" y="0"/>
                </a:lnTo>
                <a:lnTo>
                  <a:pt x="845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2" name=""/>
          <p:cNvSpPr/>
          <p:nvPr/>
        </p:nvSpPr>
        <p:spPr>
          <a:xfrm>
            <a:off x="3893760" y="3128760"/>
            <a:ext cx="307800" cy="22320"/>
          </a:xfrm>
          <a:custGeom>
            <a:avLst/>
            <a:gdLst/>
            <a:ahLst/>
            <a:rect l="0" t="0" r="r" b="b"/>
            <a:pathLst>
              <a:path w="855" h="62">
                <a:moveTo>
                  <a:pt x="0" y="61"/>
                </a:moveTo>
                <a:lnTo>
                  <a:pt x="845" y="0"/>
                </a:lnTo>
                <a:lnTo>
                  <a:pt x="855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3" name=""/>
          <p:cNvSpPr/>
          <p:nvPr/>
        </p:nvSpPr>
        <p:spPr>
          <a:xfrm>
            <a:off x="3893760" y="3128760"/>
            <a:ext cx="311760" cy="22320"/>
          </a:xfrm>
          <a:custGeom>
            <a:avLst/>
            <a:gdLst/>
            <a:ahLst/>
            <a:rect l="0" t="0" r="r" b="b"/>
            <a:pathLst>
              <a:path w="866" h="62">
                <a:moveTo>
                  <a:pt x="0" y="62"/>
                </a:moveTo>
                <a:lnTo>
                  <a:pt x="855" y="0"/>
                </a:lnTo>
                <a:lnTo>
                  <a:pt x="866" y="0"/>
                </a:lnTo>
                <a:lnTo>
                  <a:pt x="0" y="62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4" name=""/>
          <p:cNvSpPr/>
          <p:nvPr/>
        </p:nvSpPr>
        <p:spPr>
          <a:xfrm>
            <a:off x="3893760" y="3128760"/>
            <a:ext cx="315360" cy="22680"/>
          </a:xfrm>
          <a:custGeom>
            <a:avLst/>
            <a:gdLst/>
            <a:ahLst/>
            <a:rect l="0" t="0" r="r" b="b"/>
            <a:pathLst>
              <a:path w="876" h="63">
                <a:moveTo>
                  <a:pt x="0" y="62"/>
                </a:moveTo>
                <a:lnTo>
                  <a:pt x="866" y="0"/>
                </a:lnTo>
                <a:lnTo>
                  <a:pt x="876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5" name=""/>
          <p:cNvSpPr/>
          <p:nvPr/>
        </p:nvSpPr>
        <p:spPr>
          <a:xfrm>
            <a:off x="3893760" y="3128760"/>
            <a:ext cx="318960" cy="23040"/>
          </a:xfrm>
          <a:custGeom>
            <a:avLst/>
            <a:gdLst/>
            <a:ahLst/>
            <a:rect l="0" t="0" r="r" b="b"/>
            <a:pathLst>
              <a:path w="886" h="64">
                <a:moveTo>
                  <a:pt x="0" y="63"/>
                </a:moveTo>
                <a:lnTo>
                  <a:pt x="876" y="0"/>
                </a:lnTo>
                <a:lnTo>
                  <a:pt x="886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6" name=""/>
          <p:cNvSpPr/>
          <p:nvPr/>
        </p:nvSpPr>
        <p:spPr>
          <a:xfrm>
            <a:off x="3893760" y="3128760"/>
            <a:ext cx="322560" cy="23040"/>
          </a:xfrm>
          <a:custGeom>
            <a:avLst/>
            <a:gdLst/>
            <a:ahLst/>
            <a:rect l="0" t="0" r="r" b="b"/>
            <a:pathLst>
              <a:path w="896" h="64">
                <a:moveTo>
                  <a:pt x="0" y="64"/>
                </a:moveTo>
                <a:lnTo>
                  <a:pt x="886" y="0"/>
                </a:lnTo>
                <a:lnTo>
                  <a:pt x="896" y="0"/>
                </a:lnTo>
                <a:lnTo>
                  <a:pt x="0" y="64"/>
                </a:lnTo>
                <a:close/>
              </a:path>
            </a:pathLst>
          </a:custGeom>
          <a:solidFill>
            <a:srgbClr val="eee5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7" name=""/>
          <p:cNvSpPr/>
          <p:nvPr/>
        </p:nvSpPr>
        <p:spPr>
          <a:xfrm>
            <a:off x="3893760" y="3128760"/>
            <a:ext cx="326160" cy="23400"/>
          </a:xfrm>
          <a:custGeom>
            <a:avLst/>
            <a:gdLst/>
            <a:ahLst/>
            <a:rect l="0" t="0" r="r" b="b"/>
            <a:pathLst>
              <a:path w="906" h="65">
                <a:moveTo>
                  <a:pt x="0" y="64"/>
                </a:moveTo>
                <a:lnTo>
                  <a:pt x="896" y="0"/>
                </a:lnTo>
                <a:lnTo>
                  <a:pt x="906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8" name=""/>
          <p:cNvSpPr/>
          <p:nvPr/>
        </p:nvSpPr>
        <p:spPr>
          <a:xfrm>
            <a:off x="3893760" y="3128760"/>
            <a:ext cx="329760" cy="23760"/>
          </a:xfrm>
          <a:custGeom>
            <a:avLst/>
            <a:gdLst/>
            <a:ahLst/>
            <a:rect l="0" t="0" r="r" b="b"/>
            <a:pathLst>
              <a:path w="916" h="66">
                <a:moveTo>
                  <a:pt x="0" y="65"/>
                </a:moveTo>
                <a:lnTo>
                  <a:pt x="906" y="0"/>
                </a:lnTo>
                <a:lnTo>
                  <a:pt x="916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29" name=""/>
          <p:cNvSpPr/>
          <p:nvPr/>
        </p:nvSpPr>
        <p:spPr>
          <a:xfrm>
            <a:off x="3893760" y="3128760"/>
            <a:ext cx="333720" cy="24120"/>
          </a:xfrm>
          <a:custGeom>
            <a:avLst/>
            <a:gdLst/>
            <a:ahLst/>
            <a:rect l="0" t="0" r="r" b="b"/>
            <a:pathLst>
              <a:path w="927" h="67">
                <a:moveTo>
                  <a:pt x="0" y="66"/>
                </a:moveTo>
                <a:lnTo>
                  <a:pt x="916" y="0"/>
                </a:lnTo>
                <a:lnTo>
                  <a:pt x="927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0" name=""/>
          <p:cNvSpPr/>
          <p:nvPr/>
        </p:nvSpPr>
        <p:spPr>
          <a:xfrm>
            <a:off x="3893760" y="3128760"/>
            <a:ext cx="337320" cy="24120"/>
          </a:xfrm>
          <a:custGeom>
            <a:avLst/>
            <a:gdLst/>
            <a:ahLst/>
            <a:rect l="0" t="0" r="r" b="b"/>
            <a:pathLst>
              <a:path w="937" h="67">
                <a:moveTo>
                  <a:pt x="0" y="67"/>
                </a:moveTo>
                <a:lnTo>
                  <a:pt x="927" y="0"/>
                </a:lnTo>
                <a:lnTo>
                  <a:pt x="937" y="0"/>
                </a:lnTo>
                <a:lnTo>
                  <a:pt x="0" y="67"/>
                </a:lnTo>
                <a:close/>
              </a:path>
            </a:pathLst>
          </a:custGeom>
          <a:solidFill>
            <a:srgbClr val="ede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1" name=""/>
          <p:cNvSpPr/>
          <p:nvPr/>
        </p:nvSpPr>
        <p:spPr>
          <a:xfrm>
            <a:off x="3893760" y="3128760"/>
            <a:ext cx="340920" cy="24480"/>
          </a:xfrm>
          <a:custGeom>
            <a:avLst/>
            <a:gdLst/>
            <a:ahLst/>
            <a:rect l="0" t="0" r="r" b="b"/>
            <a:pathLst>
              <a:path w="947" h="68">
                <a:moveTo>
                  <a:pt x="0" y="67"/>
                </a:moveTo>
                <a:lnTo>
                  <a:pt x="937" y="0"/>
                </a:lnTo>
                <a:lnTo>
                  <a:pt x="947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2" name=""/>
          <p:cNvSpPr/>
          <p:nvPr/>
        </p:nvSpPr>
        <p:spPr>
          <a:xfrm>
            <a:off x="3893760" y="3128760"/>
            <a:ext cx="344520" cy="24840"/>
          </a:xfrm>
          <a:custGeom>
            <a:avLst/>
            <a:gdLst/>
            <a:ahLst/>
            <a:rect l="0" t="0" r="r" b="b"/>
            <a:pathLst>
              <a:path w="957" h="69">
                <a:moveTo>
                  <a:pt x="0" y="68"/>
                </a:moveTo>
                <a:lnTo>
                  <a:pt x="947" y="0"/>
                </a:lnTo>
                <a:lnTo>
                  <a:pt x="957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3" name=""/>
          <p:cNvSpPr/>
          <p:nvPr/>
        </p:nvSpPr>
        <p:spPr>
          <a:xfrm>
            <a:off x="3893760" y="3128760"/>
            <a:ext cx="351720" cy="25200"/>
          </a:xfrm>
          <a:custGeom>
            <a:avLst/>
            <a:gdLst/>
            <a:ahLst/>
            <a:rect l="0" t="0" r="r" b="b"/>
            <a:pathLst>
              <a:path w="977" h="70">
                <a:moveTo>
                  <a:pt x="0" y="69"/>
                </a:moveTo>
                <a:lnTo>
                  <a:pt x="957" y="0"/>
                </a:lnTo>
                <a:lnTo>
                  <a:pt x="977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4" name=""/>
          <p:cNvSpPr/>
          <p:nvPr/>
        </p:nvSpPr>
        <p:spPr>
          <a:xfrm>
            <a:off x="3893760" y="3128760"/>
            <a:ext cx="355680" cy="25560"/>
          </a:xfrm>
          <a:custGeom>
            <a:avLst/>
            <a:gdLst/>
            <a:ahLst/>
            <a:rect l="0" t="0" r="r" b="b"/>
            <a:pathLst>
              <a:path w="988" h="71">
                <a:moveTo>
                  <a:pt x="0" y="70"/>
                </a:moveTo>
                <a:lnTo>
                  <a:pt x="977" y="0"/>
                </a:lnTo>
                <a:lnTo>
                  <a:pt x="988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ece0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5" name=""/>
          <p:cNvSpPr/>
          <p:nvPr/>
        </p:nvSpPr>
        <p:spPr>
          <a:xfrm>
            <a:off x="3893760" y="3128760"/>
            <a:ext cx="359280" cy="25920"/>
          </a:xfrm>
          <a:custGeom>
            <a:avLst/>
            <a:gdLst/>
            <a:ahLst/>
            <a:rect l="0" t="0" r="r" b="b"/>
            <a:pathLst>
              <a:path w="998" h="72">
                <a:moveTo>
                  <a:pt x="0" y="71"/>
                </a:moveTo>
                <a:lnTo>
                  <a:pt x="988" y="0"/>
                </a:lnTo>
                <a:lnTo>
                  <a:pt x="998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6" name=""/>
          <p:cNvSpPr/>
          <p:nvPr/>
        </p:nvSpPr>
        <p:spPr>
          <a:xfrm>
            <a:off x="3893760" y="3128760"/>
            <a:ext cx="362880" cy="25920"/>
          </a:xfrm>
          <a:custGeom>
            <a:avLst/>
            <a:gdLst/>
            <a:ahLst/>
            <a:rect l="0" t="0" r="r" b="b"/>
            <a:pathLst>
              <a:path w="1008" h="72">
                <a:moveTo>
                  <a:pt x="0" y="72"/>
                </a:moveTo>
                <a:lnTo>
                  <a:pt x="998" y="0"/>
                </a:lnTo>
                <a:lnTo>
                  <a:pt x="1008" y="0"/>
                </a:lnTo>
                <a:lnTo>
                  <a:pt x="0" y="72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7" name=""/>
          <p:cNvSpPr/>
          <p:nvPr/>
        </p:nvSpPr>
        <p:spPr>
          <a:xfrm>
            <a:off x="3893760" y="3128760"/>
            <a:ext cx="366480" cy="26280"/>
          </a:xfrm>
          <a:custGeom>
            <a:avLst/>
            <a:gdLst/>
            <a:ahLst/>
            <a:rect l="0" t="0" r="r" b="b"/>
            <a:pathLst>
              <a:path w="1018" h="73">
                <a:moveTo>
                  <a:pt x="0" y="72"/>
                </a:moveTo>
                <a:lnTo>
                  <a:pt x="1008" y="0"/>
                </a:lnTo>
                <a:lnTo>
                  <a:pt x="1018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8" name=""/>
          <p:cNvSpPr/>
          <p:nvPr/>
        </p:nvSpPr>
        <p:spPr>
          <a:xfrm>
            <a:off x="3893760" y="3128760"/>
            <a:ext cx="373680" cy="27000"/>
          </a:xfrm>
          <a:custGeom>
            <a:avLst/>
            <a:gdLst/>
            <a:ahLst/>
            <a:rect l="0" t="0" r="r" b="b"/>
            <a:pathLst>
              <a:path w="1038" h="75">
                <a:moveTo>
                  <a:pt x="0" y="73"/>
                </a:moveTo>
                <a:lnTo>
                  <a:pt x="1018" y="0"/>
                </a:lnTo>
                <a:lnTo>
                  <a:pt x="1038" y="0"/>
                </a:lnTo>
                <a:lnTo>
                  <a:pt x="0" y="75"/>
                </a:lnTo>
                <a:lnTo>
                  <a:pt x="0" y="73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39" name=""/>
          <p:cNvSpPr/>
          <p:nvPr/>
        </p:nvSpPr>
        <p:spPr>
          <a:xfrm>
            <a:off x="3893760" y="3128760"/>
            <a:ext cx="377640" cy="27000"/>
          </a:xfrm>
          <a:custGeom>
            <a:avLst/>
            <a:gdLst/>
            <a:ahLst/>
            <a:rect l="0" t="0" r="r" b="b"/>
            <a:pathLst>
              <a:path w="1049" h="75">
                <a:moveTo>
                  <a:pt x="0" y="75"/>
                </a:moveTo>
                <a:lnTo>
                  <a:pt x="1038" y="0"/>
                </a:lnTo>
                <a:lnTo>
                  <a:pt x="1049" y="0"/>
                </a:lnTo>
                <a:lnTo>
                  <a:pt x="0" y="75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0" name=""/>
          <p:cNvSpPr/>
          <p:nvPr/>
        </p:nvSpPr>
        <p:spPr>
          <a:xfrm>
            <a:off x="3893760" y="3128760"/>
            <a:ext cx="381240" cy="27360"/>
          </a:xfrm>
          <a:custGeom>
            <a:avLst/>
            <a:gdLst/>
            <a:ahLst/>
            <a:rect l="0" t="0" r="r" b="b"/>
            <a:pathLst>
              <a:path w="1059" h="76">
                <a:moveTo>
                  <a:pt x="0" y="75"/>
                </a:moveTo>
                <a:lnTo>
                  <a:pt x="1049" y="0"/>
                </a:lnTo>
                <a:lnTo>
                  <a:pt x="1059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1" name=""/>
          <p:cNvSpPr/>
          <p:nvPr/>
        </p:nvSpPr>
        <p:spPr>
          <a:xfrm>
            <a:off x="3893760" y="3128760"/>
            <a:ext cx="384840" cy="27720"/>
          </a:xfrm>
          <a:custGeom>
            <a:avLst/>
            <a:gdLst/>
            <a:ahLst/>
            <a:rect l="0" t="0" r="r" b="b"/>
            <a:pathLst>
              <a:path w="1069" h="77">
                <a:moveTo>
                  <a:pt x="0" y="76"/>
                </a:moveTo>
                <a:lnTo>
                  <a:pt x="1059" y="0"/>
                </a:lnTo>
                <a:lnTo>
                  <a:pt x="1069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2" name=""/>
          <p:cNvSpPr/>
          <p:nvPr/>
        </p:nvSpPr>
        <p:spPr>
          <a:xfrm>
            <a:off x="3893760" y="3128760"/>
            <a:ext cx="388440" cy="27720"/>
          </a:xfrm>
          <a:custGeom>
            <a:avLst/>
            <a:gdLst/>
            <a:ahLst/>
            <a:rect l="0" t="0" r="r" b="b"/>
            <a:pathLst>
              <a:path w="1079" h="77">
                <a:moveTo>
                  <a:pt x="0" y="77"/>
                </a:moveTo>
                <a:lnTo>
                  <a:pt x="1069" y="0"/>
                </a:lnTo>
                <a:lnTo>
                  <a:pt x="1079" y="0"/>
                </a:lnTo>
                <a:lnTo>
                  <a:pt x="0" y="77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3" name=""/>
          <p:cNvSpPr/>
          <p:nvPr/>
        </p:nvSpPr>
        <p:spPr>
          <a:xfrm>
            <a:off x="3893760" y="3128760"/>
            <a:ext cx="392040" cy="28080"/>
          </a:xfrm>
          <a:custGeom>
            <a:avLst/>
            <a:gdLst/>
            <a:ahLst/>
            <a:rect l="0" t="0" r="r" b="b"/>
            <a:pathLst>
              <a:path w="1089" h="78">
                <a:moveTo>
                  <a:pt x="0" y="77"/>
                </a:moveTo>
                <a:lnTo>
                  <a:pt x="1079" y="0"/>
                </a:lnTo>
                <a:lnTo>
                  <a:pt x="1089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4" name=""/>
          <p:cNvSpPr/>
          <p:nvPr/>
        </p:nvSpPr>
        <p:spPr>
          <a:xfrm>
            <a:off x="3893760" y="3128760"/>
            <a:ext cx="396000" cy="28440"/>
          </a:xfrm>
          <a:custGeom>
            <a:avLst/>
            <a:gdLst/>
            <a:ahLst/>
            <a:rect l="0" t="0" r="r" b="b"/>
            <a:pathLst>
              <a:path w="1100" h="79">
                <a:moveTo>
                  <a:pt x="0" y="78"/>
                </a:moveTo>
                <a:lnTo>
                  <a:pt x="1089" y="0"/>
                </a:lnTo>
                <a:lnTo>
                  <a:pt x="1100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5" name=""/>
          <p:cNvSpPr/>
          <p:nvPr/>
        </p:nvSpPr>
        <p:spPr>
          <a:xfrm>
            <a:off x="3893760" y="3128760"/>
            <a:ext cx="399600" cy="28800"/>
          </a:xfrm>
          <a:custGeom>
            <a:avLst/>
            <a:gdLst/>
            <a:ahLst/>
            <a:rect l="0" t="0" r="r" b="b"/>
            <a:pathLst>
              <a:path w="1110" h="80">
                <a:moveTo>
                  <a:pt x="0" y="79"/>
                </a:moveTo>
                <a:lnTo>
                  <a:pt x="1100" y="0"/>
                </a:lnTo>
                <a:lnTo>
                  <a:pt x="1110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6" name=""/>
          <p:cNvSpPr/>
          <p:nvPr/>
        </p:nvSpPr>
        <p:spPr>
          <a:xfrm>
            <a:off x="3893760" y="3128760"/>
            <a:ext cx="403200" cy="28800"/>
          </a:xfrm>
          <a:custGeom>
            <a:avLst/>
            <a:gdLst/>
            <a:ahLst/>
            <a:rect l="0" t="0" r="r" b="b"/>
            <a:pathLst>
              <a:path w="1120" h="80">
                <a:moveTo>
                  <a:pt x="0" y="80"/>
                </a:moveTo>
                <a:lnTo>
                  <a:pt x="1110" y="0"/>
                </a:lnTo>
                <a:lnTo>
                  <a:pt x="1120" y="0"/>
                </a:lnTo>
                <a:lnTo>
                  <a:pt x="0" y="80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7" name=""/>
          <p:cNvSpPr/>
          <p:nvPr/>
        </p:nvSpPr>
        <p:spPr>
          <a:xfrm>
            <a:off x="3893760" y="3128760"/>
            <a:ext cx="406800" cy="29160"/>
          </a:xfrm>
          <a:custGeom>
            <a:avLst/>
            <a:gdLst/>
            <a:ahLst/>
            <a:rect l="0" t="0" r="r" b="b"/>
            <a:pathLst>
              <a:path w="1130" h="81">
                <a:moveTo>
                  <a:pt x="0" y="80"/>
                </a:moveTo>
                <a:lnTo>
                  <a:pt x="1120" y="0"/>
                </a:lnTo>
                <a:lnTo>
                  <a:pt x="1130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8" name=""/>
          <p:cNvSpPr/>
          <p:nvPr/>
        </p:nvSpPr>
        <p:spPr>
          <a:xfrm>
            <a:off x="3893760" y="3128760"/>
            <a:ext cx="410400" cy="29520"/>
          </a:xfrm>
          <a:custGeom>
            <a:avLst/>
            <a:gdLst/>
            <a:ahLst/>
            <a:rect l="0" t="0" r="r" b="b"/>
            <a:pathLst>
              <a:path w="1140" h="82">
                <a:moveTo>
                  <a:pt x="0" y="81"/>
                </a:moveTo>
                <a:lnTo>
                  <a:pt x="1130" y="0"/>
                </a:lnTo>
                <a:lnTo>
                  <a:pt x="1140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49" name=""/>
          <p:cNvSpPr/>
          <p:nvPr/>
        </p:nvSpPr>
        <p:spPr>
          <a:xfrm>
            <a:off x="3893760" y="3128760"/>
            <a:ext cx="414000" cy="29880"/>
          </a:xfrm>
          <a:custGeom>
            <a:avLst/>
            <a:gdLst/>
            <a:ahLst/>
            <a:rect l="0" t="0" r="r" b="b"/>
            <a:pathLst>
              <a:path w="1150" h="83">
                <a:moveTo>
                  <a:pt x="0" y="82"/>
                </a:moveTo>
                <a:lnTo>
                  <a:pt x="1140" y="0"/>
                </a:lnTo>
                <a:lnTo>
                  <a:pt x="1150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0" name=""/>
          <p:cNvSpPr/>
          <p:nvPr/>
        </p:nvSpPr>
        <p:spPr>
          <a:xfrm>
            <a:off x="3893760" y="3128760"/>
            <a:ext cx="417960" cy="29880"/>
          </a:xfrm>
          <a:custGeom>
            <a:avLst/>
            <a:gdLst/>
            <a:ahLst/>
            <a:rect l="0" t="0" r="r" b="b"/>
            <a:pathLst>
              <a:path w="1161" h="83">
                <a:moveTo>
                  <a:pt x="0" y="83"/>
                </a:moveTo>
                <a:lnTo>
                  <a:pt x="1150" y="0"/>
                </a:lnTo>
                <a:lnTo>
                  <a:pt x="1161" y="0"/>
                </a:lnTo>
                <a:lnTo>
                  <a:pt x="0" y="83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1" name=""/>
          <p:cNvSpPr/>
          <p:nvPr/>
        </p:nvSpPr>
        <p:spPr>
          <a:xfrm>
            <a:off x="3893760" y="3128760"/>
            <a:ext cx="421560" cy="30240"/>
          </a:xfrm>
          <a:custGeom>
            <a:avLst/>
            <a:gdLst/>
            <a:ahLst/>
            <a:rect l="0" t="0" r="r" b="b"/>
            <a:pathLst>
              <a:path w="1171" h="84">
                <a:moveTo>
                  <a:pt x="0" y="83"/>
                </a:moveTo>
                <a:lnTo>
                  <a:pt x="1161" y="0"/>
                </a:lnTo>
                <a:lnTo>
                  <a:pt x="1171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2" name=""/>
          <p:cNvSpPr/>
          <p:nvPr/>
        </p:nvSpPr>
        <p:spPr>
          <a:xfrm>
            <a:off x="3893760" y="3128760"/>
            <a:ext cx="425160" cy="30600"/>
          </a:xfrm>
          <a:custGeom>
            <a:avLst/>
            <a:gdLst/>
            <a:ahLst/>
            <a:rect l="0" t="0" r="r" b="b"/>
            <a:pathLst>
              <a:path w="1181" h="85">
                <a:moveTo>
                  <a:pt x="0" y="84"/>
                </a:moveTo>
                <a:lnTo>
                  <a:pt x="1171" y="0"/>
                </a:lnTo>
                <a:lnTo>
                  <a:pt x="1181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3" name=""/>
          <p:cNvSpPr/>
          <p:nvPr/>
        </p:nvSpPr>
        <p:spPr>
          <a:xfrm>
            <a:off x="3893760" y="3128760"/>
            <a:ext cx="428760" cy="30600"/>
          </a:xfrm>
          <a:custGeom>
            <a:avLst/>
            <a:gdLst/>
            <a:ahLst/>
            <a:rect l="0" t="0" r="r" b="b"/>
            <a:pathLst>
              <a:path w="1191" h="85">
                <a:moveTo>
                  <a:pt x="0" y="85"/>
                </a:moveTo>
                <a:lnTo>
                  <a:pt x="1181" y="0"/>
                </a:lnTo>
                <a:lnTo>
                  <a:pt x="1191" y="0"/>
                </a:lnTo>
                <a:lnTo>
                  <a:pt x="0" y="85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4" name=""/>
          <p:cNvSpPr/>
          <p:nvPr/>
        </p:nvSpPr>
        <p:spPr>
          <a:xfrm>
            <a:off x="3893760" y="3128760"/>
            <a:ext cx="432360" cy="30960"/>
          </a:xfrm>
          <a:custGeom>
            <a:avLst/>
            <a:gdLst/>
            <a:ahLst/>
            <a:rect l="0" t="0" r="r" b="b"/>
            <a:pathLst>
              <a:path w="1201" h="86">
                <a:moveTo>
                  <a:pt x="0" y="85"/>
                </a:moveTo>
                <a:lnTo>
                  <a:pt x="1191" y="0"/>
                </a:lnTo>
                <a:lnTo>
                  <a:pt x="1201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5" name=""/>
          <p:cNvSpPr/>
          <p:nvPr/>
        </p:nvSpPr>
        <p:spPr>
          <a:xfrm>
            <a:off x="3893760" y="3128760"/>
            <a:ext cx="435960" cy="31320"/>
          </a:xfrm>
          <a:custGeom>
            <a:avLst/>
            <a:gdLst/>
            <a:ahLst/>
            <a:rect l="0" t="0" r="r" b="b"/>
            <a:pathLst>
              <a:path w="1211" h="87">
                <a:moveTo>
                  <a:pt x="0" y="86"/>
                </a:moveTo>
                <a:lnTo>
                  <a:pt x="1201" y="0"/>
                </a:lnTo>
                <a:lnTo>
                  <a:pt x="1211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6" name=""/>
          <p:cNvSpPr/>
          <p:nvPr/>
        </p:nvSpPr>
        <p:spPr>
          <a:xfrm>
            <a:off x="3893760" y="3128760"/>
            <a:ext cx="439920" cy="31680"/>
          </a:xfrm>
          <a:custGeom>
            <a:avLst/>
            <a:gdLst/>
            <a:ahLst/>
            <a:rect l="0" t="0" r="r" b="b"/>
            <a:pathLst>
              <a:path w="1222" h="88">
                <a:moveTo>
                  <a:pt x="0" y="87"/>
                </a:moveTo>
                <a:lnTo>
                  <a:pt x="1211" y="0"/>
                </a:lnTo>
                <a:lnTo>
                  <a:pt x="1222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7" name=""/>
          <p:cNvSpPr/>
          <p:nvPr/>
        </p:nvSpPr>
        <p:spPr>
          <a:xfrm>
            <a:off x="3893760" y="3128760"/>
            <a:ext cx="443520" cy="31680"/>
          </a:xfrm>
          <a:custGeom>
            <a:avLst/>
            <a:gdLst/>
            <a:ahLst/>
            <a:rect l="0" t="0" r="r" b="b"/>
            <a:pathLst>
              <a:path w="1232" h="88">
                <a:moveTo>
                  <a:pt x="0" y="88"/>
                </a:moveTo>
                <a:lnTo>
                  <a:pt x="1222" y="0"/>
                </a:lnTo>
                <a:lnTo>
                  <a:pt x="1232" y="0"/>
                </a:lnTo>
                <a:lnTo>
                  <a:pt x="0" y="88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8" name=""/>
          <p:cNvSpPr/>
          <p:nvPr/>
        </p:nvSpPr>
        <p:spPr>
          <a:xfrm>
            <a:off x="3893760" y="3128760"/>
            <a:ext cx="447120" cy="32040"/>
          </a:xfrm>
          <a:custGeom>
            <a:avLst/>
            <a:gdLst/>
            <a:ahLst/>
            <a:rect l="0" t="0" r="r" b="b"/>
            <a:pathLst>
              <a:path w="1242" h="89">
                <a:moveTo>
                  <a:pt x="0" y="88"/>
                </a:moveTo>
                <a:lnTo>
                  <a:pt x="1232" y="0"/>
                </a:lnTo>
                <a:lnTo>
                  <a:pt x="1242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59" name=""/>
          <p:cNvSpPr/>
          <p:nvPr/>
        </p:nvSpPr>
        <p:spPr>
          <a:xfrm>
            <a:off x="3893760" y="3128760"/>
            <a:ext cx="450720" cy="32400"/>
          </a:xfrm>
          <a:custGeom>
            <a:avLst/>
            <a:gdLst/>
            <a:ahLst/>
            <a:rect l="0" t="0" r="r" b="b"/>
            <a:pathLst>
              <a:path w="1252" h="90">
                <a:moveTo>
                  <a:pt x="0" y="89"/>
                </a:moveTo>
                <a:lnTo>
                  <a:pt x="1242" y="0"/>
                </a:lnTo>
                <a:lnTo>
                  <a:pt x="1252" y="0"/>
                </a:lnTo>
                <a:lnTo>
                  <a:pt x="0" y="90"/>
                </a:lnTo>
                <a:lnTo>
                  <a:pt x="0" y="89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0" name=""/>
          <p:cNvSpPr/>
          <p:nvPr/>
        </p:nvSpPr>
        <p:spPr>
          <a:xfrm>
            <a:off x="3893760" y="3128760"/>
            <a:ext cx="454320" cy="32760"/>
          </a:xfrm>
          <a:custGeom>
            <a:avLst/>
            <a:gdLst/>
            <a:ahLst/>
            <a:rect l="0" t="0" r="r" b="b"/>
            <a:pathLst>
              <a:path w="1262" h="91">
                <a:moveTo>
                  <a:pt x="0" y="90"/>
                </a:moveTo>
                <a:lnTo>
                  <a:pt x="1252" y="0"/>
                </a:lnTo>
                <a:lnTo>
                  <a:pt x="1262" y="0"/>
                </a:lnTo>
                <a:lnTo>
                  <a:pt x="0" y="91"/>
                </a:lnTo>
                <a:lnTo>
                  <a:pt x="0" y="90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1" name=""/>
          <p:cNvSpPr/>
          <p:nvPr/>
        </p:nvSpPr>
        <p:spPr>
          <a:xfrm>
            <a:off x="3893760" y="3128760"/>
            <a:ext cx="458280" cy="32760"/>
          </a:xfrm>
          <a:custGeom>
            <a:avLst/>
            <a:gdLst/>
            <a:ahLst/>
            <a:rect l="0" t="0" r="r" b="b"/>
            <a:pathLst>
              <a:path w="1273" h="91">
                <a:moveTo>
                  <a:pt x="0" y="91"/>
                </a:moveTo>
                <a:lnTo>
                  <a:pt x="1262" y="0"/>
                </a:lnTo>
                <a:lnTo>
                  <a:pt x="1273" y="0"/>
                </a:lnTo>
                <a:lnTo>
                  <a:pt x="0" y="91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2" name=""/>
          <p:cNvSpPr/>
          <p:nvPr/>
        </p:nvSpPr>
        <p:spPr>
          <a:xfrm>
            <a:off x="3893760" y="3128760"/>
            <a:ext cx="461880" cy="33120"/>
          </a:xfrm>
          <a:custGeom>
            <a:avLst/>
            <a:gdLst/>
            <a:ahLst/>
            <a:rect l="0" t="0" r="r" b="b"/>
            <a:pathLst>
              <a:path w="1283" h="92">
                <a:moveTo>
                  <a:pt x="0" y="90"/>
                </a:moveTo>
                <a:lnTo>
                  <a:pt x="1273" y="0"/>
                </a:lnTo>
                <a:lnTo>
                  <a:pt x="1283" y="0"/>
                </a:lnTo>
                <a:lnTo>
                  <a:pt x="0" y="92"/>
                </a:lnTo>
                <a:lnTo>
                  <a:pt x="0" y="90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3" name=""/>
          <p:cNvSpPr/>
          <p:nvPr/>
        </p:nvSpPr>
        <p:spPr>
          <a:xfrm>
            <a:off x="3893760" y="3128760"/>
            <a:ext cx="465480" cy="33480"/>
          </a:xfrm>
          <a:custGeom>
            <a:avLst/>
            <a:gdLst/>
            <a:ahLst/>
            <a:rect l="0" t="0" r="r" b="b"/>
            <a:pathLst>
              <a:path w="1293" h="93">
                <a:moveTo>
                  <a:pt x="0" y="92"/>
                </a:moveTo>
                <a:lnTo>
                  <a:pt x="1283" y="0"/>
                </a:lnTo>
                <a:lnTo>
                  <a:pt x="1293" y="0"/>
                </a:lnTo>
                <a:lnTo>
                  <a:pt x="0" y="93"/>
                </a:lnTo>
                <a:lnTo>
                  <a:pt x="0" y="92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4" name=""/>
          <p:cNvSpPr/>
          <p:nvPr/>
        </p:nvSpPr>
        <p:spPr>
          <a:xfrm>
            <a:off x="3893760" y="3128760"/>
            <a:ext cx="468000" cy="33480"/>
          </a:xfrm>
          <a:custGeom>
            <a:avLst/>
            <a:gdLst/>
            <a:ahLst/>
            <a:rect l="0" t="0" r="r" b="b"/>
            <a:pathLst>
              <a:path w="1300" h="93">
                <a:moveTo>
                  <a:pt x="0" y="93"/>
                </a:moveTo>
                <a:lnTo>
                  <a:pt x="1293" y="0"/>
                </a:lnTo>
                <a:lnTo>
                  <a:pt x="1300" y="0"/>
                </a:lnTo>
                <a:lnTo>
                  <a:pt x="0" y="93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5" name=""/>
          <p:cNvSpPr/>
          <p:nvPr/>
        </p:nvSpPr>
        <p:spPr>
          <a:xfrm>
            <a:off x="3893760" y="3128760"/>
            <a:ext cx="468000" cy="33840"/>
          </a:xfrm>
          <a:custGeom>
            <a:avLst/>
            <a:gdLst/>
            <a:ahLst/>
            <a:rect l="0" t="0" r="r" b="b"/>
            <a:pathLst>
              <a:path w="1300" h="94">
                <a:moveTo>
                  <a:pt x="0" y="93"/>
                </a:moveTo>
                <a:lnTo>
                  <a:pt x="1300" y="0"/>
                </a:lnTo>
                <a:lnTo>
                  <a:pt x="7" y="94"/>
                </a:lnTo>
                <a:lnTo>
                  <a:pt x="0" y="93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6" name=""/>
          <p:cNvSpPr/>
          <p:nvPr/>
        </p:nvSpPr>
        <p:spPr>
          <a:xfrm>
            <a:off x="3896280" y="3128760"/>
            <a:ext cx="465480" cy="33840"/>
          </a:xfrm>
          <a:custGeom>
            <a:avLst/>
            <a:gdLst/>
            <a:ahLst/>
            <a:rect l="0" t="0" r="r" b="b"/>
            <a:pathLst>
              <a:path w="1293" h="94">
                <a:moveTo>
                  <a:pt x="0" y="94"/>
                </a:moveTo>
                <a:lnTo>
                  <a:pt x="1293" y="0"/>
                </a:lnTo>
                <a:lnTo>
                  <a:pt x="1293" y="1"/>
                </a:lnTo>
                <a:lnTo>
                  <a:pt x="10" y="94"/>
                </a:lnTo>
                <a:lnTo>
                  <a:pt x="0" y="94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7" name=""/>
          <p:cNvSpPr/>
          <p:nvPr/>
        </p:nvSpPr>
        <p:spPr>
          <a:xfrm>
            <a:off x="3899880" y="3129120"/>
            <a:ext cx="461880" cy="33480"/>
          </a:xfrm>
          <a:custGeom>
            <a:avLst/>
            <a:gdLst/>
            <a:ahLst/>
            <a:rect l="0" t="0" r="r" b="b"/>
            <a:pathLst>
              <a:path w="1283" h="93">
                <a:moveTo>
                  <a:pt x="0" y="93"/>
                </a:moveTo>
                <a:lnTo>
                  <a:pt x="1283" y="0"/>
                </a:lnTo>
                <a:lnTo>
                  <a:pt x="1283" y="1"/>
                </a:lnTo>
                <a:lnTo>
                  <a:pt x="10" y="93"/>
                </a:lnTo>
                <a:lnTo>
                  <a:pt x="0" y="93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8" name=""/>
          <p:cNvSpPr/>
          <p:nvPr/>
        </p:nvSpPr>
        <p:spPr>
          <a:xfrm>
            <a:off x="3903480" y="3129480"/>
            <a:ext cx="458280" cy="33120"/>
          </a:xfrm>
          <a:custGeom>
            <a:avLst/>
            <a:gdLst/>
            <a:ahLst/>
            <a:rect l="0" t="0" r="r" b="b"/>
            <a:pathLst>
              <a:path w="1273" h="92">
                <a:moveTo>
                  <a:pt x="0" y="92"/>
                </a:moveTo>
                <a:lnTo>
                  <a:pt x="1273" y="0"/>
                </a:lnTo>
                <a:lnTo>
                  <a:pt x="1273" y="1"/>
                </a:lnTo>
                <a:lnTo>
                  <a:pt x="11" y="92"/>
                </a:lnTo>
                <a:lnTo>
                  <a:pt x="0" y="92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69" name=""/>
          <p:cNvSpPr/>
          <p:nvPr/>
        </p:nvSpPr>
        <p:spPr>
          <a:xfrm>
            <a:off x="3907440" y="3129840"/>
            <a:ext cx="454320" cy="32760"/>
          </a:xfrm>
          <a:custGeom>
            <a:avLst/>
            <a:gdLst/>
            <a:ahLst/>
            <a:rect l="0" t="0" r="r" b="b"/>
            <a:pathLst>
              <a:path w="1262" h="91">
                <a:moveTo>
                  <a:pt x="0" y="91"/>
                </a:moveTo>
                <a:lnTo>
                  <a:pt x="1262" y="0"/>
                </a:lnTo>
                <a:lnTo>
                  <a:pt x="10" y="91"/>
                </a:lnTo>
                <a:lnTo>
                  <a:pt x="0" y="91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0" name=""/>
          <p:cNvSpPr/>
          <p:nvPr/>
        </p:nvSpPr>
        <p:spPr>
          <a:xfrm>
            <a:off x="3911040" y="3129840"/>
            <a:ext cx="450720" cy="32760"/>
          </a:xfrm>
          <a:custGeom>
            <a:avLst/>
            <a:gdLst/>
            <a:ahLst/>
            <a:rect l="0" t="0" r="r" b="b"/>
            <a:pathLst>
              <a:path w="1252" h="91">
                <a:moveTo>
                  <a:pt x="0" y="91"/>
                </a:moveTo>
                <a:lnTo>
                  <a:pt x="1252" y="0"/>
                </a:lnTo>
                <a:lnTo>
                  <a:pt x="1252" y="1"/>
                </a:lnTo>
                <a:lnTo>
                  <a:pt x="10" y="91"/>
                </a:lnTo>
                <a:lnTo>
                  <a:pt x="0" y="91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1" name=""/>
          <p:cNvSpPr/>
          <p:nvPr/>
        </p:nvSpPr>
        <p:spPr>
          <a:xfrm>
            <a:off x="3914640" y="3130200"/>
            <a:ext cx="447120" cy="32400"/>
          </a:xfrm>
          <a:custGeom>
            <a:avLst/>
            <a:gdLst/>
            <a:ahLst/>
            <a:rect l="0" t="0" r="r" b="b"/>
            <a:pathLst>
              <a:path w="1242" h="90">
                <a:moveTo>
                  <a:pt x="0" y="90"/>
                </a:moveTo>
                <a:lnTo>
                  <a:pt x="1242" y="0"/>
                </a:lnTo>
                <a:lnTo>
                  <a:pt x="1242" y="1"/>
                </a:lnTo>
                <a:lnTo>
                  <a:pt x="10" y="90"/>
                </a:lnTo>
                <a:lnTo>
                  <a:pt x="0" y="90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2" name=""/>
          <p:cNvSpPr/>
          <p:nvPr/>
        </p:nvSpPr>
        <p:spPr>
          <a:xfrm>
            <a:off x="3918240" y="3130560"/>
            <a:ext cx="443520" cy="32040"/>
          </a:xfrm>
          <a:custGeom>
            <a:avLst/>
            <a:gdLst/>
            <a:ahLst/>
            <a:rect l="0" t="0" r="r" b="b"/>
            <a:pathLst>
              <a:path w="1232" h="89">
                <a:moveTo>
                  <a:pt x="0" y="89"/>
                </a:moveTo>
                <a:lnTo>
                  <a:pt x="1232" y="0"/>
                </a:lnTo>
                <a:lnTo>
                  <a:pt x="1232" y="1"/>
                </a:lnTo>
                <a:lnTo>
                  <a:pt x="10" y="89"/>
                </a:lnTo>
                <a:lnTo>
                  <a:pt x="0" y="89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3" name=""/>
          <p:cNvSpPr/>
          <p:nvPr/>
        </p:nvSpPr>
        <p:spPr>
          <a:xfrm>
            <a:off x="3921840" y="3130920"/>
            <a:ext cx="439920" cy="31680"/>
          </a:xfrm>
          <a:custGeom>
            <a:avLst/>
            <a:gdLst/>
            <a:ahLst/>
            <a:rect l="0" t="0" r="r" b="b"/>
            <a:pathLst>
              <a:path w="1222" h="88">
                <a:moveTo>
                  <a:pt x="0" y="88"/>
                </a:moveTo>
                <a:lnTo>
                  <a:pt x="1222" y="0"/>
                </a:lnTo>
                <a:lnTo>
                  <a:pt x="11" y="88"/>
                </a:lnTo>
                <a:lnTo>
                  <a:pt x="0" y="88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4" name=""/>
          <p:cNvSpPr/>
          <p:nvPr/>
        </p:nvSpPr>
        <p:spPr>
          <a:xfrm>
            <a:off x="3925800" y="3130920"/>
            <a:ext cx="435960" cy="31680"/>
          </a:xfrm>
          <a:custGeom>
            <a:avLst/>
            <a:gdLst/>
            <a:ahLst/>
            <a:rect l="0" t="0" r="r" b="b"/>
            <a:pathLst>
              <a:path w="1211" h="88">
                <a:moveTo>
                  <a:pt x="0" y="88"/>
                </a:moveTo>
                <a:lnTo>
                  <a:pt x="1211" y="0"/>
                </a:lnTo>
                <a:lnTo>
                  <a:pt x="1211" y="1"/>
                </a:lnTo>
                <a:lnTo>
                  <a:pt x="10" y="88"/>
                </a:lnTo>
                <a:lnTo>
                  <a:pt x="0" y="88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5" name=""/>
          <p:cNvSpPr/>
          <p:nvPr/>
        </p:nvSpPr>
        <p:spPr>
          <a:xfrm>
            <a:off x="3929400" y="3131280"/>
            <a:ext cx="432360" cy="31320"/>
          </a:xfrm>
          <a:custGeom>
            <a:avLst/>
            <a:gdLst/>
            <a:ahLst/>
            <a:rect l="0" t="0" r="r" b="b"/>
            <a:pathLst>
              <a:path w="1201" h="87">
                <a:moveTo>
                  <a:pt x="0" y="87"/>
                </a:moveTo>
                <a:lnTo>
                  <a:pt x="1201" y="0"/>
                </a:lnTo>
                <a:lnTo>
                  <a:pt x="1201" y="1"/>
                </a:lnTo>
                <a:lnTo>
                  <a:pt x="10" y="87"/>
                </a:lnTo>
                <a:lnTo>
                  <a:pt x="0" y="87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6" name=""/>
          <p:cNvSpPr/>
          <p:nvPr/>
        </p:nvSpPr>
        <p:spPr>
          <a:xfrm>
            <a:off x="3933000" y="3131640"/>
            <a:ext cx="428760" cy="30960"/>
          </a:xfrm>
          <a:custGeom>
            <a:avLst/>
            <a:gdLst/>
            <a:ahLst/>
            <a:rect l="0" t="0" r="r" b="b"/>
            <a:pathLst>
              <a:path w="1191" h="86">
                <a:moveTo>
                  <a:pt x="0" y="86"/>
                </a:moveTo>
                <a:lnTo>
                  <a:pt x="1191" y="0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7" name=""/>
          <p:cNvSpPr/>
          <p:nvPr/>
        </p:nvSpPr>
        <p:spPr>
          <a:xfrm>
            <a:off x="3936600" y="3131640"/>
            <a:ext cx="425160" cy="30960"/>
          </a:xfrm>
          <a:custGeom>
            <a:avLst/>
            <a:gdLst/>
            <a:ahLst/>
            <a:rect l="0" t="0" r="r" b="b"/>
            <a:pathLst>
              <a:path w="1181" h="86">
                <a:moveTo>
                  <a:pt x="0" y="86"/>
                </a:moveTo>
                <a:lnTo>
                  <a:pt x="1181" y="0"/>
                </a:lnTo>
                <a:lnTo>
                  <a:pt x="1181" y="1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8" name=""/>
          <p:cNvSpPr/>
          <p:nvPr/>
        </p:nvSpPr>
        <p:spPr>
          <a:xfrm>
            <a:off x="3940200" y="3132000"/>
            <a:ext cx="421560" cy="30600"/>
          </a:xfrm>
          <a:custGeom>
            <a:avLst/>
            <a:gdLst/>
            <a:ahLst/>
            <a:rect l="0" t="0" r="r" b="b"/>
            <a:pathLst>
              <a:path w="1171" h="85">
                <a:moveTo>
                  <a:pt x="0" y="85"/>
                </a:moveTo>
                <a:lnTo>
                  <a:pt x="1171" y="0"/>
                </a:lnTo>
                <a:lnTo>
                  <a:pt x="1171" y="1"/>
                </a:lnTo>
                <a:lnTo>
                  <a:pt x="1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79" name=""/>
          <p:cNvSpPr/>
          <p:nvPr/>
        </p:nvSpPr>
        <p:spPr>
          <a:xfrm>
            <a:off x="3943800" y="3132360"/>
            <a:ext cx="417960" cy="30240"/>
          </a:xfrm>
          <a:custGeom>
            <a:avLst/>
            <a:gdLst/>
            <a:ahLst/>
            <a:rect l="0" t="0" r="r" b="b"/>
            <a:pathLst>
              <a:path w="1161" h="84">
                <a:moveTo>
                  <a:pt x="0" y="84"/>
                </a:moveTo>
                <a:lnTo>
                  <a:pt x="1161" y="0"/>
                </a:lnTo>
                <a:lnTo>
                  <a:pt x="1161" y="1"/>
                </a:lnTo>
                <a:lnTo>
                  <a:pt x="11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0" name=""/>
          <p:cNvSpPr/>
          <p:nvPr/>
        </p:nvSpPr>
        <p:spPr>
          <a:xfrm>
            <a:off x="3947760" y="3132720"/>
            <a:ext cx="414000" cy="29880"/>
          </a:xfrm>
          <a:custGeom>
            <a:avLst/>
            <a:gdLst/>
            <a:ahLst/>
            <a:rect l="0" t="0" r="r" b="b"/>
            <a:pathLst>
              <a:path w="1150" h="83">
                <a:moveTo>
                  <a:pt x="0" y="83"/>
                </a:moveTo>
                <a:lnTo>
                  <a:pt x="1150" y="0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1" name=""/>
          <p:cNvSpPr/>
          <p:nvPr/>
        </p:nvSpPr>
        <p:spPr>
          <a:xfrm>
            <a:off x="3951360" y="3132720"/>
            <a:ext cx="410400" cy="29880"/>
          </a:xfrm>
          <a:custGeom>
            <a:avLst/>
            <a:gdLst/>
            <a:ahLst/>
            <a:rect l="0" t="0" r="r" b="b"/>
            <a:pathLst>
              <a:path w="1140" h="83">
                <a:moveTo>
                  <a:pt x="0" y="83"/>
                </a:moveTo>
                <a:lnTo>
                  <a:pt x="1140" y="0"/>
                </a:lnTo>
                <a:lnTo>
                  <a:pt x="1140" y="1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2" name=""/>
          <p:cNvSpPr/>
          <p:nvPr/>
        </p:nvSpPr>
        <p:spPr>
          <a:xfrm>
            <a:off x="3954960" y="3133080"/>
            <a:ext cx="406800" cy="29520"/>
          </a:xfrm>
          <a:custGeom>
            <a:avLst/>
            <a:gdLst/>
            <a:ahLst/>
            <a:rect l="0" t="0" r="r" b="b"/>
            <a:pathLst>
              <a:path w="1130" h="82">
                <a:moveTo>
                  <a:pt x="0" y="82"/>
                </a:moveTo>
                <a:lnTo>
                  <a:pt x="1130" y="0"/>
                </a:lnTo>
                <a:lnTo>
                  <a:pt x="1130" y="1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3" name=""/>
          <p:cNvSpPr/>
          <p:nvPr/>
        </p:nvSpPr>
        <p:spPr>
          <a:xfrm>
            <a:off x="3958560" y="3133440"/>
            <a:ext cx="403200" cy="29160"/>
          </a:xfrm>
          <a:custGeom>
            <a:avLst/>
            <a:gdLst/>
            <a:ahLst/>
            <a:rect l="0" t="0" r="r" b="b"/>
            <a:pathLst>
              <a:path w="1120" h="81">
                <a:moveTo>
                  <a:pt x="0" y="81"/>
                </a:moveTo>
                <a:lnTo>
                  <a:pt x="1120" y="0"/>
                </a:lnTo>
                <a:lnTo>
                  <a:pt x="1120" y="1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4" name=""/>
          <p:cNvSpPr/>
          <p:nvPr/>
        </p:nvSpPr>
        <p:spPr>
          <a:xfrm>
            <a:off x="3962160" y="3133800"/>
            <a:ext cx="399600" cy="28800"/>
          </a:xfrm>
          <a:custGeom>
            <a:avLst/>
            <a:gdLst/>
            <a:ahLst/>
            <a:rect l="0" t="0" r="r" b="b"/>
            <a:pathLst>
              <a:path w="1110" h="80">
                <a:moveTo>
                  <a:pt x="0" y="80"/>
                </a:moveTo>
                <a:lnTo>
                  <a:pt x="1110" y="0"/>
                </a:lnTo>
                <a:lnTo>
                  <a:pt x="1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5" name=""/>
          <p:cNvSpPr/>
          <p:nvPr/>
        </p:nvSpPr>
        <p:spPr>
          <a:xfrm>
            <a:off x="3965760" y="3133800"/>
            <a:ext cx="396000" cy="28800"/>
          </a:xfrm>
          <a:custGeom>
            <a:avLst/>
            <a:gdLst/>
            <a:ahLst/>
            <a:rect l="0" t="0" r="r" b="b"/>
            <a:pathLst>
              <a:path w="1100" h="80">
                <a:moveTo>
                  <a:pt x="0" y="80"/>
                </a:moveTo>
                <a:lnTo>
                  <a:pt x="1100" y="0"/>
                </a:lnTo>
                <a:lnTo>
                  <a:pt x="1100" y="1"/>
                </a:lnTo>
                <a:lnTo>
                  <a:pt x="11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6" name=""/>
          <p:cNvSpPr/>
          <p:nvPr/>
        </p:nvSpPr>
        <p:spPr>
          <a:xfrm>
            <a:off x="3969720" y="3134160"/>
            <a:ext cx="392040" cy="28440"/>
          </a:xfrm>
          <a:custGeom>
            <a:avLst/>
            <a:gdLst/>
            <a:ahLst/>
            <a:rect l="0" t="0" r="r" b="b"/>
            <a:pathLst>
              <a:path w="1089" h="79">
                <a:moveTo>
                  <a:pt x="0" y="79"/>
                </a:moveTo>
                <a:lnTo>
                  <a:pt x="1089" y="0"/>
                </a:lnTo>
                <a:lnTo>
                  <a:pt x="1089" y="1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7" name=""/>
          <p:cNvSpPr/>
          <p:nvPr/>
        </p:nvSpPr>
        <p:spPr>
          <a:xfrm>
            <a:off x="3973320" y="3134520"/>
            <a:ext cx="388440" cy="28080"/>
          </a:xfrm>
          <a:custGeom>
            <a:avLst/>
            <a:gdLst/>
            <a:ahLst/>
            <a:rect l="0" t="0" r="r" b="b"/>
            <a:pathLst>
              <a:path w="1079" h="78">
                <a:moveTo>
                  <a:pt x="0" y="78"/>
                </a:moveTo>
                <a:lnTo>
                  <a:pt x="1079" y="0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8" name=""/>
          <p:cNvSpPr/>
          <p:nvPr/>
        </p:nvSpPr>
        <p:spPr>
          <a:xfrm>
            <a:off x="3976920" y="3134520"/>
            <a:ext cx="384840" cy="28080"/>
          </a:xfrm>
          <a:custGeom>
            <a:avLst/>
            <a:gdLst/>
            <a:ahLst/>
            <a:rect l="0" t="0" r="r" b="b"/>
            <a:pathLst>
              <a:path w="1069" h="78">
                <a:moveTo>
                  <a:pt x="0" y="78"/>
                </a:moveTo>
                <a:lnTo>
                  <a:pt x="1069" y="0"/>
                </a:lnTo>
                <a:lnTo>
                  <a:pt x="1069" y="1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89" name=""/>
          <p:cNvSpPr/>
          <p:nvPr/>
        </p:nvSpPr>
        <p:spPr>
          <a:xfrm>
            <a:off x="3980520" y="3134880"/>
            <a:ext cx="381240" cy="27720"/>
          </a:xfrm>
          <a:custGeom>
            <a:avLst/>
            <a:gdLst/>
            <a:ahLst/>
            <a:rect l="0" t="0" r="r" b="b"/>
            <a:pathLst>
              <a:path w="1059" h="77">
                <a:moveTo>
                  <a:pt x="0" y="77"/>
                </a:moveTo>
                <a:lnTo>
                  <a:pt x="1059" y="0"/>
                </a:lnTo>
                <a:lnTo>
                  <a:pt x="1059" y="1"/>
                </a:lnTo>
                <a:lnTo>
                  <a:pt x="10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0" name=""/>
          <p:cNvSpPr/>
          <p:nvPr/>
        </p:nvSpPr>
        <p:spPr>
          <a:xfrm>
            <a:off x="3984120" y="3135240"/>
            <a:ext cx="377640" cy="27360"/>
          </a:xfrm>
          <a:custGeom>
            <a:avLst/>
            <a:gdLst/>
            <a:ahLst/>
            <a:rect l="0" t="0" r="r" b="b"/>
            <a:pathLst>
              <a:path w="1049" h="76">
                <a:moveTo>
                  <a:pt x="0" y="76"/>
                </a:moveTo>
                <a:lnTo>
                  <a:pt x="1049" y="0"/>
                </a:lnTo>
                <a:lnTo>
                  <a:pt x="1049" y="1"/>
                </a:lnTo>
                <a:lnTo>
                  <a:pt x="1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1" name=""/>
          <p:cNvSpPr/>
          <p:nvPr/>
        </p:nvSpPr>
        <p:spPr>
          <a:xfrm>
            <a:off x="3987720" y="3135600"/>
            <a:ext cx="374040" cy="27000"/>
          </a:xfrm>
          <a:custGeom>
            <a:avLst/>
            <a:gdLst/>
            <a:ahLst/>
            <a:rect l="0" t="0" r="r" b="b"/>
            <a:pathLst>
              <a:path w="1039" h="75">
                <a:moveTo>
                  <a:pt x="0" y="75"/>
                </a:moveTo>
                <a:lnTo>
                  <a:pt x="1039" y="0"/>
                </a:lnTo>
                <a:lnTo>
                  <a:pt x="11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2" name=""/>
          <p:cNvSpPr/>
          <p:nvPr/>
        </p:nvSpPr>
        <p:spPr>
          <a:xfrm>
            <a:off x="3991680" y="3135600"/>
            <a:ext cx="370080" cy="27000"/>
          </a:xfrm>
          <a:custGeom>
            <a:avLst/>
            <a:gdLst/>
            <a:ahLst/>
            <a:rect l="0" t="0" r="r" b="b"/>
            <a:pathLst>
              <a:path w="1028" h="75">
                <a:moveTo>
                  <a:pt x="0" y="75"/>
                </a:moveTo>
                <a:lnTo>
                  <a:pt x="1028" y="0"/>
                </a:lnTo>
                <a:lnTo>
                  <a:pt x="1028" y="1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3" name=""/>
          <p:cNvSpPr/>
          <p:nvPr/>
        </p:nvSpPr>
        <p:spPr>
          <a:xfrm>
            <a:off x="3995280" y="3135960"/>
            <a:ext cx="366480" cy="26640"/>
          </a:xfrm>
          <a:custGeom>
            <a:avLst/>
            <a:gdLst/>
            <a:ahLst/>
            <a:rect l="0" t="0" r="r" b="b"/>
            <a:pathLst>
              <a:path w="1018" h="74">
                <a:moveTo>
                  <a:pt x="0" y="74"/>
                </a:moveTo>
                <a:lnTo>
                  <a:pt x="1018" y="0"/>
                </a:lnTo>
                <a:lnTo>
                  <a:pt x="1018" y="1"/>
                </a:lnTo>
                <a:lnTo>
                  <a:pt x="10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4" name=""/>
          <p:cNvSpPr/>
          <p:nvPr/>
        </p:nvSpPr>
        <p:spPr>
          <a:xfrm>
            <a:off x="3998880" y="3136320"/>
            <a:ext cx="362880" cy="26280"/>
          </a:xfrm>
          <a:custGeom>
            <a:avLst/>
            <a:gdLst/>
            <a:ahLst/>
            <a:rect l="0" t="0" r="r" b="b"/>
            <a:pathLst>
              <a:path w="1008" h="73">
                <a:moveTo>
                  <a:pt x="0" y="73"/>
                </a:moveTo>
                <a:lnTo>
                  <a:pt x="1008" y="0"/>
                </a:lnTo>
                <a:lnTo>
                  <a:pt x="1008" y="1"/>
                </a:lnTo>
                <a:lnTo>
                  <a:pt x="10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5" name=""/>
          <p:cNvSpPr/>
          <p:nvPr/>
        </p:nvSpPr>
        <p:spPr>
          <a:xfrm>
            <a:off x="4002480" y="3136680"/>
            <a:ext cx="359280" cy="25920"/>
          </a:xfrm>
          <a:custGeom>
            <a:avLst/>
            <a:gdLst/>
            <a:ahLst/>
            <a:rect l="0" t="0" r="r" b="b"/>
            <a:pathLst>
              <a:path w="998" h="72">
                <a:moveTo>
                  <a:pt x="0" y="72"/>
                </a:moveTo>
                <a:lnTo>
                  <a:pt x="998" y="0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6" name=""/>
          <p:cNvSpPr/>
          <p:nvPr/>
        </p:nvSpPr>
        <p:spPr>
          <a:xfrm>
            <a:off x="4006080" y="3136680"/>
            <a:ext cx="355680" cy="25920"/>
          </a:xfrm>
          <a:custGeom>
            <a:avLst/>
            <a:gdLst/>
            <a:ahLst/>
            <a:rect l="0" t="0" r="r" b="b"/>
            <a:pathLst>
              <a:path w="988" h="72">
                <a:moveTo>
                  <a:pt x="0" y="72"/>
                </a:moveTo>
                <a:lnTo>
                  <a:pt x="988" y="0"/>
                </a:lnTo>
                <a:lnTo>
                  <a:pt x="988" y="1"/>
                </a:lnTo>
                <a:lnTo>
                  <a:pt x="11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7" name=""/>
          <p:cNvSpPr/>
          <p:nvPr/>
        </p:nvSpPr>
        <p:spPr>
          <a:xfrm>
            <a:off x="4010040" y="3137040"/>
            <a:ext cx="351720" cy="25560"/>
          </a:xfrm>
          <a:custGeom>
            <a:avLst/>
            <a:gdLst/>
            <a:ahLst/>
            <a:rect l="0" t="0" r="r" b="b"/>
            <a:pathLst>
              <a:path w="977" h="71">
                <a:moveTo>
                  <a:pt x="0" y="71"/>
                </a:moveTo>
                <a:lnTo>
                  <a:pt x="977" y="0"/>
                </a:lnTo>
                <a:lnTo>
                  <a:pt x="977" y="1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8" name=""/>
          <p:cNvSpPr/>
          <p:nvPr/>
        </p:nvSpPr>
        <p:spPr>
          <a:xfrm>
            <a:off x="4013640" y="3137400"/>
            <a:ext cx="348120" cy="25200"/>
          </a:xfrm>
          <a:custGeom>
            <a:avLst/>
            <a:gdLst/>
            <a:ahLst/>
            <a:rect l="0" t="0" r="r" b="b"/>
            <a:pathLst>
              <a:path w="967" h="70">
                <a:moveTo>
                  <a:pt x="0" y="70"/>
                </a:moveTo>
                <a:lnTo>
                  <a:pt x="967" y="0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599" name=""/>
          <p:cNvSpPr/>
          <p:nvPr/>
        </p:nvSpPr>
        <p:spPr>
          <a:xfrm>
            <a:off x="4017240" y="3137400"/>
            <a:ext cx="344520" cy="25200"/>
          </a:xfrm>
          <a:custGeom>
            <a:avLst/>
            <a:gdLst/>
            <a:ahLst/>
            <a:rect l="0" t="0" r="r" b="b"/>
            <a:pathLst>
              <a:path w="957" h="70">
                <a:moveTo>
                  <a:pt x="0" y="70"/>
                </a:moveTo>
                <a:lnTo>
                  <a:pt x="957" y="0"/>
                </a:lnTo>
                <a:lnTo>
                  <a:pt x="957" y="1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0" name=""/>
          <p:cNvSpPr/>
          <p:nvPr/>
        </p:nvSpPr>
        <p:spPr>
          <a:xfrm>
            <a:off x="4020840" y="3137760"/>
            <a:ext cx="340920" cy="24840"/>
          </a:xfrm>
          <a:custGeom>
            <a:avLst/>
            <a:gdLst/>
            <a:ahLst/>
            <a:rect l="0" t="0" r="r" b="b"/>
            <a:pathLst>
              <a:path w="947" h="69">
                <a:moveTo>
                  <a:pt x="0" y="69"/>
                </a:moveTo>
                <a:lnTo>
                  <a:pt x="947" y="0"/>
                </a:lnTo>
                <a:lnTo>
                  <a:pt x="947" y="1"/>
                </a:lnTo>
                <a:lnTo>
                  <a:pt x="10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1" name=""/>
          <p:cNvSpPr/>
          <p:nvPr/>
        </p:nvSpPr>
        <p:spPr>
          <a:xfrm>
            <a:off x="4024440" y="3138120"/>
            <a:ext cx="337320" cy="24480"/>
          </a:xfrm>
          <a:custGeom>
            <a:avLst/>
            <a:gdLst/>
            <a:ahLst/>
            <a:rect l="0" t="0" r="r" b="b"/>
            <a:pathLst>
              <a:path w="937" h="68">
                <a:moveTo>
                  <a:pt x="0" y="68"/>
                </a:moveTo>
                <a:lnTo>
                  <a:pt x="937" y="0"/>
                </a:lnTo>
                <a:lnTo>
                  <a:pt x="937" y="1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2" name=""/>
          <p:cNvSpPr/>
          <p:nvPr/>
        </p:nvSpPr>
        <p:spPr>
          <a:xfrm>
            <a:off x="4028040" y="3138480"/>
            <a:ext cx="333720" cy="24120"/>
          </a:xfrm>
          <a:custGeom>
            <a:avLst/>
            <a:gdLst/>
            <a:ahLst/>
            <a:rect l="0" t="0" r="r" b="b"/>
            <a:pathLst>
              <a:path w="927" h="67">
                <a:moveTo>
                  <a:pt x="0" y="67"/>
                </a:moveTo>
                <a:lnTo>
                  <a:pt x="927" y="0"/>
                </a:lnTo>
                <a:lnTo>
                  <a:pt x="11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3" name=""/>
          <p:cNvSpPr/>
          <p:nvPr/>
        </p:nvSpPr>
        <p:spPr>
          <a:xfrm>
            <a:off x="4032000" y="3138480"/>
            <a:ext cx="329760" cy="24120"/>
          </a:xfrm>
          <a:custGeom>
            <a:avLst/>
            <a:gdLst/>
            <a:ahLst/>
            <a:rect l="0" t="0" r="r" b="b"/>
            <a:pathLst>
              <a:path w="916" h="67">
                <a:moveTo>
                  <a:pt x="0" y="67"/>
                </a:moveTo>
                <a:lnTo>
                  <a:pt x="916" y="0"/>
                </a:lnTo>
                <a:lnTo>
                  <a:pt x="916" y="1"/>
                </a:lnTo>
                <a:lnTo>
                  <a:pt x="10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4" name=""/>
          <p:cNvSpPr/>
          <p:nvPr/>
        </p:nvSpPr>
        <p:spPr>
          <a:xfrm>
            <a:off x="4035600" y="3138840"/>
            <a:ext cx="326160" cy="23760"/>
          </a:xfrm>
          <a:custGeom>
            <a:avLst/>
            <a:gdLst/>
            <a:ahLst/>
            <a:rect l="0" t="0" r="r" b="b"/>
            <a:pathLst>
              <a:path w="906" h="66">
                <a:moveTo>
                  <a:pt x="0" y="66"/>
                </a:moveTo>
                <a:lnTo>
                  <a:pt x="906" y="0"/>
                </a:lnTo>
                <a:lnTo>
                  <a:pt x="906" y="1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5" name=""/>
          <p:cNvSpPr/>
          <p:nvPr/>
        </p:nvSpPr>
        <p:spPr>
          <a:xfrm>
            <a:off x="4039200" y="3139200"/>
            <a:ext cx="322560" cy="23400"/>
          </a:xfrm>
          <a:custGeom>
            <a:avLst/>
            <a:gdLst/>
            <a:ahLst/>
            <a:rect l="0" t="0" r="r" b="b"/>
            <a:pathLst>
              <a:path w="896" h="65">
                <a:moveTo>
                  <a:pt x="0" y="65"/>
                </a:moveTo>
                <a:lnTo>
                  <a:pt x="896" y="0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6" name=""/>
          <p:cNvSpPr/>
          <p:nvPr/>
        </p:nvSpPr>
        <p:spPr>
          <a:xfrm>
            <a:off x="4042800" y="3139200"/>
            <a:ext cx="318960" cy="23400"/>
          </a:xfrm>
          <a:custGeom>
            <a:avLst/>
            <a:gdLst/>
            <a:ahLst/>
            <a:rect l="0" t="0" r="r" b="b"/>
            <a:pathLst>
              <a:path w="886" h="65">
                <a:moveTo>
                  <a:pt x="0" y="65"/>
                </a:moveTo>
                <a:lnTo>
                  <a:pt x="886" y="0"/>
                </a:lnTo>
                <a:lnTo>
                  <a:pt x="886" y="1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7" name=""/>
          <p:cNvSpPr/>
          <p:nvPr/>
        </p:nvSpPr>
        <p:spPr>
          <a:xfrm>
            <a:off x="4046400" y="3139560"/>
            <a:ext cx="315360" cy="23040"/>
          </a:xfrm>
          <a:custGeom>
            <a:avLst/>
            <a:gdLst/>
            <a:ahLst/>
            <a:rect l="0" t="0" r="r" b="b"/>
            <a:pathLst>
              <a:path w="876" h="64">
                <a:moveTo>
                  <a:pt x="0" y="64"/>
                </a:moveTo>
                <a:lnTo>
                  <a:pt x="876" y="0"/>
                </a:lnTo>
                <a:lnTo>
                  <a:pt x="876" y="1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8" name=""/>
          <p:cNvSpPr/>
          <p:nvPr/>
        </p:nvSpPr>
        <p:spPr>
          <a:xfrm>
            <a:off x="4050000" y="3139920"/>
            <a:ext cx="311760" cy="22680"/>
          </a:xfrm>
          <a:custGeom>
            <a:avLst/>
            <a:gdLst/>
            <a:ahLst/>
            <a:rect l="0" t="0" r="r" b="b"/>
            <a:pathLst>
              <a:path w="866" h="63">
                <a:moveTo>
                  <a:pt x="0" y="63"/>
                </a:moveTo>
                <a:lnTo>
                  <a:pt x="866" y="0"/>
                </a:lnTo>
                <a:lnTo>
                  <a:pt x="866" y="1"/>
                </a:lnTo>
                <a:lnTo>
                  <a:pt x="11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09" name=""/>
          <p:cNvSpPr/>
          <p:nvPr/>
        </p:nvSpPr>
        <p:spPr>
          <a:xfrm>
            <a:off x="4053960" y="3140280"/>
            <a:ext cx="307800" cy="22320"/>
          </a:xfrm>
          <a:custGeom>
            <a:avLst/>
            <a:gdLst/>
            <a:ahLst/>
            <a:rect l="0" t="0" r="r" b="b"/>
            <a:pathLst>
              <a:path w="855" h="62">
                <a:moveTo>
                  <a:pt x="0" y="62"/>
                </a:moveTo>
                <a:lnTo>
                  <a:pt x="855" y="0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0" name=""/>
          <p:cNvSpPr/>
          <p:nvPr/>
        </p:nvSpPr>
        <p:spPr>
          <a:xfrm>
            <a:off x="4057560" y="3140280"/>
            <a:ext cx="304200" cy="22320"/>
          </a:xfrm>
          <a:custGeom>
            <a:avLst/>
            <a:gdLst/>
            <a:ahLst/>
            <a:rect l="0" t="0" r="r" b="b"/>
            <a:pathLst>
              <a:path w="845" h="62">
                <a:moveTo>
                  <a:pt x="0" y="62"/>
                </a:moveTo>
                <a:lnTo>
                  <a:pt x="845" y="0"/>
                </a:lnTo>
                <a:lnTo>
                  <a:pt x="845" y="1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1" name=""/>
          <p:cNvSpPr/>
          <p:nvPr/>
        </p:nvSpPr>
        <p:spPr>
          <a:xfrm>
            <a:off x="4061160" y="3140640"/>
            <a:ext cx="300600" cy="21960"/>
          </a:xfrm>
          <a:custGeom>
            <a:avLst/>
            <a:gdLst/>
            <a:ahLst/>
            <a:rect l="0" t="0" r="r" b="b"/>
            <a:pathLst>
              <a:path w="835" h="61">
                <a:moveTo>
                  <a:pt x="0" y="61"/>
                </a:moveTo>
                <a:lnTo>
                  <a:pt x="835" y="0"/>
                </a:lnTo>
                <a:lnTo>
                  <a:pt x="835" y="1"/>
                </a:lnTo>
                <a:lnTo>
                  <a:pt x="1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2" name=""/>
          <p:cNvSpPr/>
          <p:nvPr/>
        </p:nvSpPr>
        <p:spPr>
          <a:xfrm>
            <a:off x="4064760" y="3141000"/>
            <a:ext cx="297000" cy="21600"/>
          </a:xfrm>
          <a:custGeom>
            <a:avLst/>
            <a:gdLst/>
            <a:ahLst/>
            <a:rect l="0" t="0" r="r" b="b"/>
            <a:pathLst>
              <a:path w="825" h="60">
                <a:moveTo>
                  <a:pt x="0" y="60"/>
                </a:moveTo>
                <a:lnTo>
                  <a:pt x="825" y="0"/>
                </a:lnTo>
                <a:lnTo>
                  <a:pt x="825" y="1"/>
                </a:lnTo>
                <a:lnTo>
                  <a:pt x="1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3" name=""/>
          <p:cNvSpPr/>
          <p:nvPr/>
        </p:nvSpPr>
        <p:spPr>
          <a:xfrm>
            <a:off x="4068360" y="3141360"/>
            <a:ext cx="293400" cy="21240"/>
          </a:xfrm>
          <a:custGeom>
            <a:avLst/>
            <a:gdLst/>
            <a:ahLst/>
            <a:rect l="0" t="0" r="r" b="b"/>
            <a:pathLst>
              <a:path w="815" h="59">
                <a:moveTo>
                  <a:pt x="0" y="59"/>
                </a:moveTo>
                <a:lnTo>
                  <a:pt x="815" y="0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4" name=""/>
          <p:cNvSpPr/>
          <p:nvPr/>
        </p:nvSpPr>
        <p:spPr>
          <a:xfrm>
            <a:off x="4071960" y="3141360"/>
            <a:ext cx="289800" cy="21240"/>
          </a:xfrm>
          <a:custGeom>
            <a:avLst/>
            <a:gdLst/>
            <a:ahLst/>
            <a:rect l="0" t="0" r="r" b="b"/>
            <a:pathLst>
              <a:path w="805" h="59">
                <a:moveTo>
                  <a:pt x="0" y="59"/>
                </a:moveTo>
                <a:lnTo>
                  <a:pt x="805" y="0"/>
                </a:lnTo>
                <a:lnTo>
                  <a:pt x="805" y="1"/>
                </a:lnTo>
                <a:lnTo>
                  <a:pt x="11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5" name=""/>
          <p:cNvSpPr/>
          <p:nvPr/>
        </p:nvSpPr>
        <p:spPr>
          <a:xfrm>
            <a:off x="4075920" y="3141720"/>
            <a:ext cx="285840" cy="20880"/>
          </a:xfrm>
          <a:custGeom>
            <a:avLst/>
            <a:gdLst/>
            <a:ahLst/>
            <a:rect l="0" t="0" r="r" b="b"/>
            <a:pathLst>
              <a:path w="794" h="58">
                <a:moveTo>
                  <a:pt x="0" y="58"/>
                </a:moveTo>
                <a:lnTo>
                  <a:pt x="794" y="0"/>
                </a:lnTo>
                <a:lnTo>
                  <a:pt x="794" y="1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6" name=""/>
          <p:cNvSpPr/>
          <p:nvPr/>
        </p:nvSpPr>
        <p:spPr>
          <a:xfrm>
            <a:off x="4079520" y="3142080"/>
            <a:ext cx="282240" cy="20520"/>
          </a:xfrm>
          <a:custGeom>
            <a:avLst/>
            <a:gdLst/>
            <a:ahLst/>
            <a:rect l="0" t="0" r="r" b="b"/>
            <a:pathLst>
              <a:path w="784" h="57">
                <a:moveTo>
                  <a:pt x="0" y="57"/>
                </a:moveTo>
                <a:lnTo>
                  <a:pt x="784" y="0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7" name=""/>
          <p:cNvSpPr/>
          <p:nvPr/>
        </p:nvSpPr>
        <p:spPr>
          <a:xfrm>
            <a:off x="4083120" y="3142080"/>
            <a:ext cx="278640" cy="20520"/>
          </a:xfrm>
          <a:custGeom>
            <a:avLst/>
            <a:gdLst/>
            <a:ahLst/>
            <a:rect l="0" t="0" r="r" b="b"/>
            <a:pathLst>
              <a:path w="774" h="57">
                <a:moveTo>
                  <a:pt x="0" y="57"/>
                </a:moveTo>
                <a:lnTo>
                  <a:pt x="774" y="0"/>
                </a:lnTo>
                <a:lnTo>
                  <a:pt x="774" y="1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8" name=""/>
          <p:cNvSpPr/>
          <p:nvPr/>
        </p:nvSpPr>
        <p:spPr>
          <a:xfrm>
            <a:off x="4086720" y="3142440"/>
            <a:ext cx="275040" cy="20160"/>
          </a:xfrm>
          <a:custGeom>
            <a:avLst/>
            <a:gdLst/>
            <a:ahLst/>
            <a:rect l="0" t="0" r="r" b="b"/>
            <a:pathLst>
              <a:path w="764" h="56">
                <a:moveTo>
                  <a:pt x="0" y="56"/>
                </a:moveTo>
                <a:lnTo>
                  <a:pt x="764" y="0"/>
                </a:lnTo>
                <a:lnTo>
                  <a:pt x="764" y="1"/>
                </a:lnTo>
                <a:lnTo>
                  <a:pt x="10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19" name=""/>
          <p:cNvSpPr/>
          <p:nvPr/>
        </p:nvSpPr>
        <p:spPr>
          <a:xfrm>
            <a:off x="4090320" y="3142800"/>
            <a:ext cx="271440" cy="19800"/>
          </a:xfrm>
          <a:custGeom>
            <a:avLst/>
            <a:gdLst/>
            <a:ahLst/>
            <a:rect l="0" t="0" r="r" b="b"/>
            <a:pathLst>
              <a:path w="754" h="55">
                <a:moveTo>
                  <a:pt x="0" y="55"/>
                </a:moveTo>
                <a:lnTo>
                  <a:pt x="754" y="0"/>
                </a:lnTo>
                <a:lnTo>
                  <a:pt x="754" y="1"/>
                </a:lnTo>
                <a:lnTo>
                  <a:pt x="11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0" name=""/>
          <p:cNvSpPr/>
          <p:nvPr/>
        </p:nvSpPr>
        <p:spPr>
          <a:xfrm>
            <a:off x="4094280" y="3143160"/>
            <a:ext cx="267480" cy="19440"/>
          </a:xfrm>
          <a:custGeom>
            <a:avLst/>
            <a:gdLst/>
            <a:ahLst/>
            <a:rect l="0" t="0" r="r" b="b"/>
            <a:pathLst>
              <a:path w="743" h="54">
                <a:moveTo>
                  <a:pt x="0" y="54"/>
                </a:moveTo>
                <a:lnTo>
                  <a:pt x="743" y="0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1" name=""/>
          <p:cNvSpPr/>
          <p:nvPr/>
        </p:nvSpPr>
        <p:spPr>
          <a:xfrm>
            <a:off x="4097880" y="3143160"/>
            <a:ext cx="263880" cy="19440"/>
          </a:xfrm>
          <a:custGeom>
            <a:avLst/>
            <a:gdLst/>
            <a:ahLst/>
            <a:rect l="0" t="0" r="r" b="b"/>
            <a:pathLst>
              <a:path w="733" h="54">
                <a:moveTo>
                  <a:pt x="0" y="54"/>
                </a:moveTo>
                <a:lnTo>
                  <a:pt x="733" y="0"/>
                </a:lnTo>
                <a:lnTo>
                  <a:pt x="733" y="1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2" name=""/>
          <p:cNvSpPr/>
          <p:nvPr/>
        </p:nvSpPr>
        <p:spPr>
          <a:xfrm>
            <a:off x="4101480" y="3143520"/>
            <a:ext cx="260280" cy="19080"/>
          </a:xfrm>
          <a:custGeom>
            <a:avLst/>
            <a:gdLst/>
            <a:ahLst/>
            <a:rect l="0" t="0" r="r" b="b"/>
            <a:pathLst>
              <a:path w="723" h="53">
                <a:moveTo>
                  <a:pt x="0" y="53"/>
                </a:moveTo>
                <a:lnTo>
                  <a:pt x="723" y="0"/>
                </a:lnTo>
                <a:lnTo>
                  <a:pt x="723" y="1"/>
                </a:lnTo>
                <a:lnTo>
                  <a:pt x="10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4a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3" name=""/>
          <p:cNvSpPr/>
          <p:nvPr/>
        </p:nvSpPr>
        <p:spPr>
          <a:xfrm>
            <a:off x="4105080" y="3143880"/>
            <a:ext cx="256680" cy="18720"/>
          </a:xfrm>
          <a:custGeom>
            <a:avLst/>
            <a:gdLst/>
            <a:ahLst/>
            <a:rect l="0" t="0" r="r" b="b"/>
            <a:pathLst>
              <a:path w="713" h="52">
                <a:moveTo>
                  <a:pt x="0" y="52"/>
                </a:moveTo>
                <a:lnTo>
                  <a:pt x="713" y="0"/>
                </a:lnTo>
                <a:lnTo>
                  <a:pt x="713" y="1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4" name=""/>
          <p:cNvSpPr/>
          <p:nvPr/>
        </p:nvSpPr>
        <p:spPr>
          <a:xfrm>
            <a:off x="4108680" y="3144240"/>
            <a:ext cx="253080" cy="18360"/>
          </a:xfrm>
          <a:custGeom>
            <a:avLst/>
            <a:gdLst/>
            <a:ahLst/>
            <a:rect l="0" t="0" r="r" b="b"/>
            <a:pathLst>
              <a:path w="703" h="51">
                <a:moveTo>
                  <a:pt x="0" y="51"/>
                </a:moveTo>
                <a:lnTo>
                  <a:pt x="703" y="0"/>
                </a:lnTo>
                <a:lnTo>
                  <a:pt x="10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5" name=""/>
          <p:cNvSpPr/>
          <p:nvPr/>
        </p:nvSpPr>
        <p:spPr>
          <a:xfrm>
            <a:off x="4112280" y="3144240"/>
            <a:ext cx="249480" cy="18360"/>
          </a:xfrm>
          <a:custGeom>
            <a:avLst/>
            <a:gdLst/>
            <a:ahLst/>
            <a:rect l="0" t="0" r="r" b="b"/>
            <a:pathLst>
              <a:path w="693" h="51">
                <a:moveTo>
                  <a:pt x="0" y="51"/>
                </a:moveTo>
                <a:lnTo>
                  <a:pt x="693" y="0"/>
                </a:lnTo>
                <a:lnTo>
                  <a:pt x="693" y="1"/>
                </a:lnTo>
                <a:lnTo>
                  <a:pt x="11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6" name=""/>
          <p:cNvSpPr/>
          <p:nvPr/>
        </p:nvSpPr>
        <p:spPr>
          <a:xfrm>
            <a:off x="4116240" y="3144600"/>
            <a:ext cx="245520" cy="18000"/>
          </a:xfrm>
          <a:custGeom>
            <a:avLst/>
            <a:gdLst/>
            <a:ahLst/>
            <a:rect l="0" t="0" r="r" b="b"/>
            <a:pathLst>
              <a:path w="682" h="50">
                <a:moveTo>
                  <a:pt x="0" y="50"/>
                </a:moveTo>
                <a:lnTo>
                  <a:pt x="682" y="0"/>
                </a:lnTo>
                <a:lnTo>
                  <a:pt x="682" y="1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3a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7" name=""/>
          <p:cNvSpPr/>
          <p:nvPr/>
        </p:nvSpPr>
        <p:spPr>
          <a:xfrm>
            <a:off x="4119840" y="3144960"/>
            <a:ext cx="241920" cy="17640"/>
          </a:xfrm>
          <a:custGeom>
            <a:avLst/>
            <a:gdLst/>
            <a:ahLst/>
            <a:rect l="0" t="0" r="r" b="b"/>
            <a:pathLst>
              <a:path w="672" h="49">
                <a:moveTo>
                  <a:pt x="0" y="49"/>
                </a:moveTo>
                <a:lnTo>
                  <a:pt x="672" y="0"/>
                </a:lnTo>
                <a:lnTo>
                  <a:pt x="1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8" name=""/>
          <p:cNvSpPr/>
          <p:nvPr/>
        </p:nvSpPr>
        <p:spPr>
          <a:xfrm>
            <a:off x="4123440" y="3144960"/>
            <a:ext cx="238320" cy="17640"/>
          </a:xfrm>
          <a:custGeom>
            <a:avLst/>
            <a:gdLst/>
            <a:ahLst/>
            <a:rect l="0" t="0" r="r" b="b"/>
            <a:pathLst>
              <a:path w="662" h="49">
                <a:moveTo>
                  <a:pt x="0" y="49"/>
                </a:moveTo>
                <a:lnTo>
                  <a:pt x="662" y="0"/>
                </a:lnTo>
                <a:lnTo>
                  <a:pt x="662" y="1"/>
                </a:lnTo>
                <a:lnTo>
                  <a:pt x="1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29" name=""/>
          <p:cNvSpPr/>
          <p:nvPr/>
        </p:nvSpPr>
        <p:spPr>
          <a:xfrm>
            <a:off x="4127040" y="3145320"/>
            <a:ext cx="234720" cy="17280"/>
          </a:xfrm>
          <a:custGeom>
            <a:avLst/>
            <a:gdLst/>
            <a:ahLst/>
            <a:rect l="0" t="0" r="r" b="b"/>
            <a:pathLst>
              <a:path w="652" h="48">
                <a:moveTo>
                  <a:pt x="0" y="48"/>
                </a:moveTo>
                <a:lnTo>
                  <a:pt x="652" y="0"/>
                </a:lnTo>
                <a:lnTo>
                  <a:pt x="652" y="1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0" name=""/>
          <p:cNvSpPr/>
          <p:nvPr/>
        </p:nvSpPr>
        <p:spPr>
          <a:xfrm>
            <a:off x="4130640" y="3145680"/>
            <a:ext cx="231120" cy="16920"/>
          </a:xfrm>
          <a:custGeom>
            <a:avLst/>
            <a:gdLst/>
            <a:ahLst/>
            <a:rect l="0" t="0" r="r" b="b"/>
            <a:pathLst>
              <a:path w="642" h="47">
                <a:moveTo>
                  <a:pt x="0" y="47"/>
                </a:moveTo>
                <a:lnTo>
                  <a:pt x="642" y="0"/>
                </a:lnTo>
                <a:lnTo>
                  <a:pt x="642" y="1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1" name=""/>
          <p:cNvSpPr/>
          <p:nvPr/>
        </p:nvSpPr>
        <p:spPr>
          <a:xfrm>
            <a:off x="4134240" y="3146040"/>
            <a:ext cx="227520" cy="16560"/>
          </a:xfrm>
          <a:custGeom>
            <a:avLst/>
            <a:gdLst/>
            <a:ahLst/>
            <a:rect l="0" t="0" r="r" b="b"/>
            <a:pathLst>
              <a:path w="632" h="46">
                <a:moveTo>
                  <a:pt x="0" y="46"/>
                </a:moveTo>
                <a:lnTo>
                  <a:pt x="632" y="0"/>
                </a:lnTo>
                <a:lnTo>
                  <a:pt x="11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2" name=""/>
          <p:cNvSpPr/>
          <p:nvPr/>
        </p:nvSpPr>
        <p:spPr>
          <a:xfrm>
            <a:off x="4138200" y="3146040"/>
            <a:ext cx="223560" cy="16560"/>
          </a:xfrm>
          <a:custGeom>
            <a:avLst/>
            <a:gdLst/>
            <a:ahLst/>
            <a:rect l="0" t="0" r="r" b="b"/>
            <a:pathLst>
              <a:path w="621" h="46">
                <a:moveTo>
                  <a:pt x="0" y="46"/>
                </a:moveTo>
                <a:lnTo>
                  <a:pt x="621" y="0"/>
                </a:lnTo>
                <a:lnTo>
                  <a:pt x="621" y="1"/>
                </a:lnTo>
                <a:lnTo>
                  <a:pt x="10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2a9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3" name=""/>
          <p:cNvSpPr/>
          <p:nvPr/>
        </p:nvSpPr>
        <p:spPr>
          <a:xfrm>
            <a:off x="4141800" y="3146400"/>
            <a:ext cx="219960" cy="16200"/>
          </a:xfrm>
          <a:custGeom>
            <a:avLst/>
            <a:gdLst/>
            <a:ahLst/>
            <a:rect l="0" t="0" r="r" b="b"/>
            <a:pathLst>
              <a:path w="611" h="45">
                <a:moveTo>
                  <a:pt x="0" y="45"/>
                </a:moveTo>
                <a:lnTo>
                  <a:pt x="611" y="0"/>
                </a:lnTo>
                <a:lnTo>
                  <a:pt x="611" y="1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2a8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4" name=""/>
          <p:cNvSpPr/>
          <p:nvPr/>
        </p:nvSpPr>
        <p:spPr>
          <a:xfrm>
            <a:off x="4145400" y="3146760"/>
            <a:ext cx="216360" cy="15840"/>
          </a:xfrm>
          <a:custGeom>
            <a:avLst/>
            <a:gdLst/>
            <a:ahLst/>
            <a:rect l="0" t="0" r="r" b="b"/>
            <a:pathLst>
              <a:path w="601" h="44">
                <a:moveTo>
                  <a:pt x="0" y="44"/>
                </a:moveTo>
                <a:lnTo>
                  <a:pt x="601" y="0"/>
                </a:lnTo>
                <a:lnTo>
                  <a:pt x="601" y="1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5" name=""/>
          <p:cNvSpPr/>
          <p:nvPr/>
        </p:nvSpPr>
        <p:spPr>
          <a:xfrm>
            <a:off x="4149000" y="3147120"/>
            <a:ext cx="212760" cy="15480"/>
          </a:xfrm>
          <a:custGeom>
            <a:avLst/>
            <a:gdLst/>
            <a:ahLst/>
            <a:rect l="0" t="0" r="r" b="b"/>
            <a:pathLst>
              <a:path w="591" h="43">
                <a:moveTo>
                  <a:pt x="0" y="43"/>
                </a:moveTo>
                <a:lnTo>
                  <a:pt x="591" y="0"/>
                </a:lnTo>
                <a:lnTo>
                  <a:pt x="1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6" name=""/>
          <p:cNvSpPr/>
          <p:nvPr/>
        </p:nvSpPr>
        <p:spPr>
          <a:xfrm>
            <a:off x="4152600" y="3147120"/>
            <a:ext cx="209160" cy="15480"/>
          </a:xfrm>
          <a:custGeom>
            <a:avLst/>
            <a:gdLst/>
            <a:ahLst/>
            <a:rect l="0" t="0" r="r" b="b"/>
            <a:pathLst>
              <a:path w="581" h="43">
                <a:moveTo>
                  <a:pt x="0" y="43"/>
                </a:moveTo>
                <a:lnTo>
                  <a:pt x="581" y="0"/>
                </a:lnTo>
                <a:lnTo>
                  <a:pt x="581" y="1"/>
                </a:lnTo>
                <a:lnTo>
                  <a:pt x="11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2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7" name=""/>
          <p:cNvSpPr/>
          <p:nvPr/>
        </p:nvSpPr>
        <p:spPr>
          <a:xfrm>
            <a:off x="4156560" y="3147480"/>
            <a:ext cx="205200" cy="15120"/>
          </a:xfrm>
          <a:custGeom>
            <a:avLst/>
            <a:gdLst/>
            <a:ahLst/>
            <a:rect l="0" t="0" r="r" b="b"/>
            <a:pathLst>
              <a:path w="570" h="42">
                <a:moveTo>
                  <a:pt x="0" y="42"/>
                </a:moveTo>
                <a:lnTo>
                  <a:pt x="570" y="0"/>
                </a:lnTo>
                <a:lnTo>
                  <a:pt x="570" y="1"/>
                </a:lnTo>
                <a:lnTo>
                  <a:pt x="1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1a7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8" name=""/>
          <p:cNvSpPr/>
          <p:nvPr/>
        </p:nvSpPr>
        <p:spPr>
          <a:xfrm>
            <a:off x="4160160" y="3147840"/>
            <a:ext cx="201600" cy="14760"/>
          </a:xfrm>
          <a:custGeom>
            <a:avLst/>
            <a:gdLst/>
            <a:ahLst/>
            <a:rect l="0" t="0" r="r" b="b"/>
            <a:pathLst>
              <a:path w="560" h="41">
                <a:moveTo>
                  <a:pt x="0" y="41"/>
                </a:moveTo>
                <a:lnTo>
                  <a:pt x="560" y="0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39" name=""/>
          <p:cNvSpPr/>
          <p:nvPr/>
        </p:nvSpPr>
        <p:spPr>
          <a:xfrm>
            <a:off x="4163760" y="3147840"/>
            <a:ext cx="198000" cy="14760"/>
          </a:xfrm>
          <a:custGeom>
            <a:avLst/>
            <a:gdLst/>
            <a:ahLst/>
            <a:rect l="0" t="0" r="r" b="b"/>
            <a:pathLst>
              <a:path w="550" h="41">
                <a:moveTo>
                  <a:pt x="0" y="41"/>
                </a:moveTo>
                <a:lnTo>
                  <a:pt x="550" y="0"/>
                </a:lnTo>
                <a:lnTo>
                  <a:pt x="550" y="1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0" name=""/>
          <p:cNvSpPr/>
          <p:nvPr/>
        </p:nvSpPr>
        <p:spPr>
          <a:xfrm>
            <a:off x="4167360" y="3148200"/>
            <a:ext cx="194400" cy="14400"/>
          </a:xfrm>
          <a:custGeom>
            <a:avLst/>
            <a:gdLst/>
            <a:ahLst/>
            <a:rect l="0" t="0" r="r" b="b"/>
            <a:pathLst>
              <a:path w="540" h="40">
                <a:moveTo>
                  <a:pt x="0" y="40"/>
                </a:moveTo>
                <a:lnTo>
                  <a:pt x="540" y="0"/>
                </a:lnTo>
                <a:lnTo>
                  <a:pt x="540" y="1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1" name=""/>
          <p:cNvSpPr/>
          <p:nvPr/>
        </p:nvSpPr>
        <p:spPr>
          <a:xfrm>
            <a:off x="4170960" y="3148560"/>
            <a:ext cx="190800" cy="14040"/>
          </a:xfrm>
          <a:custGeom>
            <a:avLst/>
            <a:gdLst/>
            <a:ahLst/>
            <a:rect l="0" t="0" r="r" b="b"/>
            <a:pathLst>
              <a:path w="530" h="39">
                <a:moveTo>
                  <a:pt x="0" y="39"/>
                </a:moveTo>
                <a:lnTo>
                  <a:pt x="530" y="0"/>
                </a:lnTo>
                <a:lnTo>
                  <a:pt x="530" y="1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2" name=""/>
          <p:cNvSpPr/>
          <p:nvPr/>
        </p:nvSpPr>
        <p:spPr>
          <a:xfrm>
            <a:off x="4174560" y="3148920"/>
            <a:ext cx="187200" cy="13680"/>
          </a:xfrm>
          <a:custGeom>
            <a:avLst/>
            <a:gdLst/>
            <a:ahLst/>
            <a:rect l="0" t="0" r="r" b="b"/>
            <a:pathLst>
              <a:path w="520" h="38">
                <a:moveTo>
                  <a:pt x="0" y="38"/>
                </a:moveTo>
                <a:lnTo>
                  <a:pt x="520" y="0"/>
                </a:lnTo>
                <a:lnTo>
                  <a:pt x="11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5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3" name=""/>
          <p:cNvSpPr/>
          <p:nvPr/>
        </p:nvSpPr>
        <p:spPr>
          <a:xfrm>
            <a:off x="4178520" y="3148920"/>
            <a:ext cx="183240" cy="13680"/>
          </a:xfrm>
          <a:custGeom>
            <a:avLst/>
            <a:gdLst/>
            <a:ahLst/>
            <a:rect l="0" t="0" r="r" b="b"/>
            <a:pathLst>
              <a:path w="509" h="38">
                <a:moveTo>
                  <a:pt x="0" y="38"/>
                </a:moveTo>
                <a:lnTo>
                  <a:pt x="509" y="0"/>
                </a:lnTo>
                <a:lnTo>
                  <a:pt x="509" y="1"/>
                </a:lnTo>
                <a:lnTo>
                  <a:pt x="1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4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4" name=""/>
          <p:cNvSpPr/>
          <p:nvPr/>
        </p:nvSpPr>
        <p:spPr>
          <a:xfrm>
            <a:off x="4182120" y="3149280"/>
            <a:ext cx="179640" cy="13320"/>
          </a:xfrm>
          <a:custGeom>
            <a:avLst/>
            <a:gdLst/>
            <a:ahLst/>
            <a:rect l="0" t="0" r="r" b="b"/>
            <a:pathLst>
              <a:path w="499" h="37">
                <a:moveTo>
                  <a:pt x="0" y="37"/>
                </a:moveTo>
                <a:lnTo>
                  <a:pt x="499" y="0"/>
                </a:lnTo>
                <a:lnTo>
                  <a:pt x="499" y="1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5" name=""/>
          <p:cNvSpPr/>
          <p:nvPr/>
        </p:nvSpPr>
        <p:spPr>
          <a:xfrm>
            <a:off x="4185720" y="3149640"/>
            <a:ext cx="176040" cy="12960"/>
          </a:xfrm>
          <a:custGeom>
            <a:avLst/>
            <a:gdLst/>
            <a:ahLst/>
            <a:rect l="0" t="0" r="r" b="b"/>
            <a:pathLst>
              <a:path w="489" h="36">
                <a:moveTo>
                  <a:pt x="0" y="36"/>
                </a:moveTo>
                <a:lnTo>
                  <a:pt x="489" y="0"/>
                </a:lnTo>
                <a:lnTo>
                  <a:pt x="489" y="1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6" name=""/>
          <p:cNvSpPr/>
          <p:nvPr/>
        </p:nvSpPr>
        <p:spPr>
          <a:xfrm>
            <a:off x="4189320" y="3150000"/>
            <a:ext cx="172440" cy="12600"/>
          </a:xfrm>
          <a:custGeom>
            <a:avLst/>
            <a:gdLst/>
            <a:ahLst/>
            <a:rect l="0" t="0" r="r" b="b"/>
            <a:pathLst>
              <a:path w="479" h="35">
                <a:moveTo>
                  <a:pt x="0" y="35"/>
                </a:moveTo>
                <a:lnTo>
                  <a:pt x="479" y="0"/>
                </a:lnTo>
                <a:lnTo>
                  <a:pt x="10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7" name=""/>
          <p:cNvSpPr/>
          <p:nvPr/>
        </p:nvSpPr>
        <p:spPr>
          <a:xfrm>
            <a:off x="4192920" y="3150000"/>
            <a:ext cx="168840" cy="12600"/>
          </a:xfrm>
          <a:custGeom>
            <a:avLst/>
            <a:gdLst/>
            <a:ahLst/>
            <a:rect l="0" t="0" r="r" b="b"/>
            <a:pathLst>
              <a:path w="469" h="35">
                <a:moveTo>
                  <a:pt x="0" y="35"/>
                </a:moveTo>
                <a:lnTo>
                  <a:pt x="469" y="0"/>
                </a:lnTo>
                <a:lnTo>
                  <a:pt x="469" y="1"/>
                </a:lnTo>
                <a:lnTo>
                  <a:pt x="10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0a3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8" name=""/>
          <p:cNvSpPr/>
          <p:nvPr/>
        </p:nvSpPr>
        <p:spPr>
          <a:xfrm>
            <a:off x="4196520" y="3150360"/>
            <a:ext cx="165240" cy="12600"/>
          </a:xfrm>
          <a:custGeom>
            <a:avLst/>
            <a:gdLst/>
            <a:ahLst/>
            <a:rect l="0" t="0" r="r" b="b"/>
            <a:pathLst>
              <a:path w="459" h="35">
                <a:moveTo>
                  <a:pt x="0" y="35"/>
                </a:moveTo>
                <a:lnTo>
                  <a:pt x="459" y="0"/>
                </a:lnTo>
                <a:lnTo>
                  <a:pt x="459" y="2"/>
                </a:lnTo>
                <a:lnTo>
                  <a:pt x="11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49" name=""/>
          <p:cNvSpPr/>
          <p:nvPr/>
        </p:nvSpPr>
        <p:spPr>
          <a:xfrm>
            <a:off x="4200480" y="3150720"/>
            <a:ext cx="161280" cy="11880"/>
          </a:xfrm>
          <a:custGeom>
            <a:avLst/>
            <a:gdLst/>
            <a:ahLst/>
            <a:rect l="0" t="0" r="r" b="b"/>
            <a:pathLst>
              <a:path w="448" h="33">
                <a:moveTo>
                  <a:pt x="0" y="33"/>
                </a:moveTo>
                <a:lnTo>
                  <a:pt x="448" y="0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0" name=""/>
          <p:cNvSpPr/>
          <p:nvPr/>
        </p:nvSpPr>
        <p:spPr>
          <a:xfrm>
            <a:off x="4204080" y="3150720"/>
            <a:ext cx="157680" cy="11880"/>
          </a:xfrm>
          <a:custGeom>
            <a:avLst/>
            <a:gdLst/>
            <a:ahLst/>
            <a:rect l="0" t="0" r="r" b="b"/>
            <a:pathLst>
              <a:path w="438" h="33">
                <a:moveTo>
                  <a:pt x="0" y="33"/>
                </a:moveTo>
                <a:lnTo>
                  <a:pt x="438" y="0"/>
                </a:lnTo>
                <a:lnTo>
                  <a:pt x="438" y="1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1" name=""/>
          <p:cNvSpPr/>
          <p:nvPr/>
        </p:nvSpPr>
        <p:spPr>
          <a:xfrm>
            <a:off x="4207680" y="3151080"/>
            <a:ext cx="154080" cy="11520"/>
          </a:xfrm>
          <a:custGeom>
            <a:avLst/>
            <a:gdLst/>
            <a:ahLst/>
            <a:rect l="0" t="0" r="r" b="b"/>
            <a:pathLst>
              <a:path w="428" h="32">
                <a:moveTo>
                  <a:pt x="0" y="32"/>
                </a:moveTo>
                <a:lnTo>
                  <a:pt x="428" y="0"/>
                </a:lnTo>
                <a:lnTo>
                  <a:pt x="428" y="1"/>
                </a:lnTo>
                <a:lnTo>
                  <a:pt x="10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2" name=""/>
          <p:cNvSpPr/>
          <p:nvPr/>
        </p:nvSpPr>
        <p:spPr>
          <a:xfrm>
            <a:off x="4211280" y="3151440"/>
            <a:ext cx="150480" cy="11160"/>
          </a:xfrm>
          <a:custGeom>
            <a:avLst/>
            <a:gdLst/>
            <a:ahLst/>
            <a:rect l="0" t="0" r="r" b="b"/>
            <a:pathLst>
              <a:path w="418" h="31">
                <a:moveTo>
                  <a:pt x="0" y="31"/>
                </a:moveTo>
                <a:lnTo>
                  <a:pt x="418" y="0"/>
                </a:lnTo>
                <a:lnTo>
                  <a:pt x="418" y="1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fa1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3" name=""/>
          <p:cNvSpPr/>
          <p:nvPr/>
        </p:nvSpPr>
        <p:spPr>
          <a:xfrm>
            <a:off x="4214880" y="3151800"/>
            <a:ext cx="146880" cy="10800"/>
          </a:xfrm>
          <a:custGeom>
            <a:avLst/>
            <a:gdLst/>
            <a:ahLst/>
            <a:rect l="0" t="0" r="r" b="b"/>
            <a:pathLst>
              <a:path w="408" h="30">
                <a:moveTo>
                  <a:pt x="0" y="30"/>
                </a:moveTo>
                <a:lnTo>
                  <a:pt x="408" y="0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4" name=""/>
          <p:cNvSpPr/>
          <p:nvPr/>
        </p:nvSpPr>
        <p:spPr>
          <a:xfrm>
            <a:off x="4218480" y="3151800"/>
            <a:ext cx="143280" cy="10800"/>
          </a:xfrm>
          <a:custGeom>
            <a:avLst/>
            <a:gdLst/>
            <a:ahLst/>
            <a:rect l="0" t="0" r="r" b="b"/>
            <a:pathLst>
              <a:path w="398" h="30">
                <a:moveTo>
                  <a:pt x="0" y="30"/>
                </a:moveTo>
                <a:lnTo>
                  <a:pt x="398" y="0"/>
                </a:lnTo>
                <a:lnTo>
                  <a:pt x="398" y="1"/>
                </a:lnTo>
                <a:lnTo>
                  <a:pt x="11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1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5" name=""/>
          <p:cNvSpPr/>
          <p:nvPr/>
        </p:nvSpPr>
        <p:spPr>
          <a:xfrm>
            <a:off x="4222440" y="3152160"/>
            <a:ext cx="139320" cy="10440"/>
          </a:xfrm>
          <a:custGeom>
            <a:avLst/>
            <a:gdLst/>
            <a:ahLst/>
            <a:rect l="0" t="0" r="r" b="b"/>
            <a:pathLst>
              <a:path w="387" h="29">
                <a:moveTo>
                  <a:pt x="0" y="29"/>
                </a:moveTo>
                <a:lnTo>
                  <a:pt x="387" y="0"/>
                </a:lnTo>
                <a:lnTo>
                  <a:pt x="387" y="1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6" name=""/>
          <p:cNvSpPr/>
          <p:nvPr/>
        </p:nvSpPr>
        <p:spPr>
          <a:xfrm>
            <a:off x="4226040" y="3152520"/>
            <a:ext cx="135720" cy="10080"/>
          </a:xfrm>
          <a:custGeom>
            <a:avLst/>
            <a:gdLst/>
            <a:ahLst/>
            <a:rect l="0" t="0" r="r" b="b"/>
            <a:pathLst>
              <a:path w="377" h="28">
                <a:moveTo>
                  <a:pt x="0" y="28"/>
                </a:moveTo>
                <a:lnTo>
                  <a:pt x="377" y="0"/>
                </a:lnTo>
                <a:lnTo>
                  <a:pt x="377" y="1"/>
                </a:lnTo>
                <a:lnTo>
                  <a:pt x="10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7" name=""/>
          <p:cNvSpPr/>
          <p:nvPr/>
        </p:nvSpPr>
        <p:spPr>
          <a:xfrm>
            <a:off x="4229640" y="3152880"/>
            <a:ext cx="132120" cy="9720"/>
          </a:xfrm>
          <a:custGeom>
            <a:avLst/>
            <a:gdLst/>
            <a:ahLst/>
            <a:rect l="0" t="0" r="r" b="b"/>
            <a:pathLst>
              <a:path w="367" h="27">
                <a:moveTo>
                  <a:pt x="0" y="27"/>
                </a:moveTo>
                <a:lnTo>
                  <a:pt x="367" y="0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8" name=""/>
          <p:cNvSpPr/>
          <p:nvPr/>
        </p:nvSpPr>
        <p:spPr>
          <a:xfrm>
            <a:off x="4233240" y="3152880"/>
            <a:ext cx="128520" cy="9720"/>
          </a:xfrm>
          <a:custGeom>
            <a:avLst/>
            <a:gdLst/>
            <a:ahLst/>
            <a:rect l="0" t="0" r="r" b="b"/>
            <a:pathLst>
              <a:path w="357" h="27">
                <a:moveTo>
                  <a:pt x="0" y="27"/>
                </a:moveTo>
                <a:lnTo>
                  <a:pt x="357" y="0"/>
                </a:lnTo>
                <a:lnTo>
                  <a:pt x="357" y="1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59" name=""/>
          <p:cNvSpPr/>
          <p:nvPr/>
        </p:nvSpPr>
        <p:spPr>
          <a:xfrm>
            <a:off x="4236840" y="3153240"/>
            <a:ext cx="124920" cy="9360"/>
          </a:xfrm>
          <a:custGeom>
            <a:avLst/>
            <a:gdLst/>
            <a:ahLst/>
            <a:rect l="0" t="0" r="r" b="b"/>
            <a:pathLst>
              <a:path w="347" h="26">
                <a:moveTo>
                  <a:pt x="0" y="26"/>
                </a:moveTo>
                <a:lnTo>
                  <a:pt x="347" y="0"/>
                </a:lnTo>
                <a:lnTo>
                  <a:pt x="347" y="1"/>
                </a:lnTo>
                <a:lnTo>
                  <a:pt x="11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0" name=""/>
          <p:cNvSpPr/>
          <p:nvPr/>
        </p:nvSpPr>
        <p:spPr>
          <a:xfrm>
            <a:off x="4240800" y="3153600"/>
            <a:ext cx="120960" cy="9000"/>
          </a:xfrm>
          <a:custGeom>
            <a:avLst/>
            <a:gdLst/>
            <a:ahLst/>
            <a:rect l="0" t="0" r="r" b="b"/>
            <a:pathLst>
              <a:path w="336" h="25">
                <a:moveTo>
                  <a:pt x="0" y="25"/>
                </a:moveTo>
                <a:lnTo>
                  <a:pt x="336" y="0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1" name=""/>
          <p:cNvSpPr/>
          <p:nvPr/>
        </p:nvSpPr>
        <p:spPr>
          <a:xfrm>
            <a:off x="4244400" y="3153600"/>
            <a:ext cx="117360" cy="9000"/>
          </a:xfrm>
          <a:custGeom>
            <a:avLst/>
            <a:gdLst/>
            <a:ahLst/>
            <a:rect l="0" t="0" r="r" b="b"/>
            <a:pathLst>
              <a:path w="326" h="25">
                <a:moveTo>
                  <a:pt x="0" y="25"/>
                </a:moveTo>
                <a:lnTo>
                  <a:pt x="326" y="0"/>
                </a:lnTo>
                <a:lnTo>
                  <a:pt x="326" y="1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2" name=""/>
          <p:cNvSpPr/>
          <p:nvPr/>
        </p:nvSpPr>
        <p:spPr>
          <a:xfrm>
            <a:off x="4248000" y="3153960"/>
            <a:ext cx="113760" cy="8640"/>
          </a:xfrm>
          <a:custGeom>
            <a:avLst/>
            <a:gdLst/>
            <a:ahLst/>
            <a:rect l="0" t="0" r="r" b="b"/>
            <a:pathLst>
              <a:path w="316" h="24">
                <a:moveTo>
                  <a:pt x="0" y="24"/>
                </a:moveTo>
                <a:lnTo>
                  <a:pt x="316" y="0"/>
                </a:lnTo>
                <a:lnTo>
                  <a:pt x="316" y="1"/>
                </a:lnTo>
                <a:lnTo>
                  <a:pt x="10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3" name=""/>
          <p:cNvSpPr/>
          <p:nvPr/>
        </p:nvSpPr>
        <p:spPr>
          <a:xfrm>
            <a:off x="4251600" y="3154320"/>
            <a:ext cx="110160" cy="8280"/>
          </a:xfrm>
          <a:custGeom>
            <a:avLst/>
            <a:gdLst/>
            <a:ahLst/>
            <a:rect l="0" t="0" r="r" b="b"/>
            <a:pathLst>
              <a:path w="306" h="23">
                <a:moveTo>
                  <a:pt x="0" y="23"/>
                </a:moveTo>
                <a:lnTo>
                  <a:pt x="306" y="0"/>
                </a:lnTo>
                <a:lnTo>
                  <a:pt x="306" y="1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4" name=""/>
          <p:cNvSpPr/>
          <p:nvPr/>
        </p:nvSpPr>
        <p:spPr>
          <a:xfrm>
            <a:off x="4255200" y="3154680"/>
            <a:ext cx="106560" cy="7920"/>
          </a:xfrm>
          <a:custGeom>
            <a:avLst/>
            <a:gdLst/>
            <a:ahLst/>
            <a:rect l="0" t="0" r="r" b="b"/>
            <a:pathLst>
              <a:path w="296" h="22">
                <a:moveTo>
                  <a:pt x="0" y="22"/>
                </a:moveTo>
                <a:lnTo>
                  <a:pt x="296" y="0"/>
                </a:lnTo>
                <a:lnTo>
                  <a:pt x="10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5" name=""/>
          <p:cNvSpPr/>
          <p:nvPr/>
        </p:nvSpPr>
        <p:spPr>
          <a:xfrm>
            <a:off x="4258800" y="3154680"/>
            <a:ext cx="102960" cy="7920"/>
          </a:xfrm>
          <a:custGeom>
            <a:avLst/>
            <a:gdLst/>
            <a:ahLst/>
            <a:rect l="0" t="0" r="r" b="b"/>
            <a:pathLst>
              <a:path w="286" h="22">
                <a:moveTo>
                  <a:pt x="0" y="22"/>
                </a:moveTo>
                <a:lnTo>
                  <a:pt x="286" y="0"/>
                </a:lnTo>
                <a:lnTo>
                  <a:pt x="286" y="1"/>
                </a:lnTo>
                <a:lnTo>
                  <a:pt x="11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6" name=""/>
          <p:cNvSpPr/>
          <p:nvPr/>
        </p:nvSpPr>
        <p:spPr>
          <a:xfrm>
            <a:off x="4262760" y="3155040"/>
            <a:ext cx="99000" cy="7560"/>
          </a:xfrm>
          <a:custGeom>
            <a:avLst/>
            <a:gdLst/>
            <a:ahLst/>
            <a:rect l="0" t="0" r="r" b="b"/>
            <a:pathLst>
              <a:path w="275" h="21">
                <a:moveTo>
                  <a:pt x="0" y="21"/>
                </a:moveTo>
                <a:lnTo>
                  <a:pt x="275" y="0"/>
                </a:lnTo>
                <a:lnTo>
                  <a:pt x="275" y="1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7" name=""/>
          <p:cNvSpPr/>
          <p:nvPr/>
        </p:nvSpPr>
        <p:spPr>
          <a:xfrm>
            <a:off x="4266360" y="3155400"/>
            <a:ext cx="95400" cy="7200"/>
          </a:xfrm>
          <a:custGeom>
            <a:avLst/>
            <a:gdLst/>
            <a:ahLst/>
            <a:rect l="0" t="0" r="r" b="b"/>
            <a:pathLst>
              <a:path w="265" h="20">
                <a:moveTo>
                  <a:pt x="0" y="20"/>
                </a:moveTo>
                <a:lnTo>
                  <a:pt x="265" y="0"/>
                </a:lnTo>
                <a:lnTo>
                  <a:pt x="265" y="1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8" name=""/>
          <p:cNvSpPr/>
          <p:nvPr/>
        </p:nvSpPr>
        <p:spPr>
          <a:xfrm>
            <a:off x="4269960" y="3155760"/>
            <a:ext cx="91800" cy="6840"/>
          </a:xfrm>
          <a:custGeom>
            <a:avLst/>
            <a:gdLst/>
            <a:ahLst/>
            <a:rect l="0" t="0" r="r" b="b"/>
            <a:pathLst>
              <a:path w="255" h="19">
                <a:moveTo>
                  <a:pt x="0" y="19"/>
                </a:moveTo>
                <a:lnTo>
                  <a:pt x="255" y="0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69" name=""/>
          <p:cNvSpPr/>
          <p:nvPr/>
        </p:nvSpPr>
        <p:spPr>
          <a:xfrm>
            <a:off x="4273560" y="3155760"/>
            <a:ext cx="88200" cy="6840"/>
          </a:xfrm>
          <a:custGeom>
            <a:avLst/>
            <a:gdLst/>
            <a:ahLst/>
            <a:rect l="0" t="0" r="r" b="b"/>
            <a:pathLst>
              <a:path w="245" h="19">
                <a:moveTo>
                  <a:pt x="0" y="19"/>
                </a:moveTo>
                <a:lnTo>
                  <a:pt x="245" y="0"/>
                </a:lnTo>
                <a:lnTo>
                  <a:pt x="245" y="1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d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70" name=""/>
          <p:cNvSpPr/>
          <p:nvPr/>
        </p:nvSpPr>
        <p:spPr>
          <a:xfrm>
            <a:off x="4277160" y="3156120"/>
            <a:ext cx="84600" cy="6480"/>
          </a:xfrm>
          <a:custGeom>
            <a:avLst/>
            <a:gdLst/>
            <a:ahLst/>
            <a:rect l="0" t="0" r="r" b="b"/>
            <a:pathLst>
              <a:path w="235" h="18">
                <a:moveTo>
                  <a:pt x="0" y="18"/>
                </a:moveTo>
                <a:lnTo>
                  <a:pt x="235" y="0"/>
                </a:lnTo>
                <a:lnTo>
                  <a:pt x="235" y="1"/>
                </a:lnTo>
                <a:lnTo>
                  <a:pt x="10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71" name=""/>
          <p:cNvSpPr/>
          <p:nvPr/>
        </p:nvSpPr>
        <p:spPr>
          <a:xfrm>
            <a:off x="4280760" y="3156480"/>
            <a:ext cx="81000" cy="6120"/>
          </a:xfrm>
          <a:custGeom>
            <a:avLst/>
            <a:gdLst/>
            <a:ahLst/>
            <a:rect l="0" t="0" r="r" b="b"/>
            <a:pathLst>
              <a:path w="225" h="17">
                <a:moveTo>
                  <a:pt x="0" y="17"/>
                </a:moveTo>
                <a:lnTo>
                  <a:pt x="225" y="0"/>
                </a:lnTo>
                <a:lnTo>
                  <a:pt x="11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72" name=""/>
          <p:cNvSpPr/>
          <p:nvPr/>
        </p:nvSpPr>
        <p:spPr>
          <a:xfrm>
            <a:off x="4284720" y="3156480"/>
            <a:ext cx="77040" cy="6120"/>
          </a:xfrm>
          <a:custGeom>
            <a:avLst/>
            <a:gdLst/>
            <a:ahLst/>
            <a:rect l="0" t="0" r="r" b="b"/>
            <a:pathLst>
              <a:path w="214" h="17">
                <a:moveTo>
                  <a:pt x="0" y="17"/>
                </a:moveTo>
                <a:lnTo>
                  <a:pt x="214" y="0"/>
                </a:lnTo>
                <a:lnTo>
                  <a:pt x="214" y="1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73" name=""/>
          <p:cNvSpPr/>
          <p:nvPr/>
        </p:nvSpPr>
        <p:spPr>
          <a:xfrm>
            <a:off x="4288320" y="3156840"/>
            <a:ext cx="73440" cy="5760"/>
          </a:xfrm>
          <a:custGeom>
            <a:avLst/>
            <a:gdLst/>
            <a:ahLst/>
            <a:rect l="0" t="0" r="r" b="b"/>
            <a:pathLst>
              <a:path w="204" h="16">
                <a:moveTo>
                  <a:pt x="0" y="16"/>
                </a:moveTo>
                <a:lnTo>
                  <a:pt x="204" y="0"/>
                </a:lnTo>
                <a:lnTo>
                  <a:pt x="204" y="1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74" name=""/>
          <p:cNvSpPr/>
          <p:nvPr/>
        </p:nvSpPr>
        <p:spPr>
          <a:xfrm>
            <a:off x="4291920" y="3157200"/>
            <a:ext cx="69840" cy="5400"/>
          </a:xfrm>
          <a:custGeom>
            <a:avLst/>
            <a:gdLst/>
            <a:ahLst/>
            <a:rect l="0" t="0" r="r" b="b"/>
            <a:pathLst>
              <a:path w="194" h="15">
                <a:moveTo>
                  <a:pt x="0" y="15"/>
                </a:moveTo>
                <a:lnTo>
                  <a:pt x="194" y="0"/>
                </a:lnTo>
                <a:lnTo>
                  <a:pt x="194" y="1"/>
                </a:lnTo>
                <a:lnTo>
                  <a:pt x="1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75" name=""/>
          <p:cNvSpPr/>
          <p:nvPr/>
        </p:nvSpPr>
        <p:spPr>
          <a:xfrm>
            <a:off x="4295520" y="3157560"/>
            <a:ext cx="66240" cy="5040"/>
          </a:xfrm>
          <a:custGeom>
            <a:avLst/>
            <a:gdLst/>
            <a:ahLst/>
            <a:rect l="0" t="0" r="r" b="b"/>
            <a:pathLst>
              <a:path w="184" h="14">
                <a:moveTo>
                  <a:pt x="0" y="14"/>
                </a:moveTo>
                <a:lnTo>
                  <a:pt x="184" y="0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76" name=""/>
          <p:cNvSpPr/>
          <p:nvPr/>
        </p:nvSpPr>
        <p:spPr>
          <a:xfrm>
            <a:off x="4299120" y="3157560"/>
            <a:ext cx="62640" cy="5040"/>
          </a:xfrm>
          <a:custGeom>
            <a:avLst/>
            <a:gdLst/>
            <a:ahLst/>
            <a:rect l="0" t="0" r="r" b="b"/>
            <a:pathLst>
              <a:path w="174" h="14">
                <a:moveTo>
                  <a:pt x="0" y="14"/>
                </a:moveTo>
                <a:lnTo>
                  <a:pt x="174" y="0"/>
                </a:lnTo>
                <a:lnTo>
                  <a:pt x="174" y="1"/>
                </a:lnTo>
                <a:lnTo>
                  <a:pt x="1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77" name=""/>
          <p:cNvSpPr/>
          <p:nvPr/>
        </p:nvSpPr>
        <p:spPr>
          <a:xfrm>
            <a:off x="4303080" y="3157920"/>
            <a:ext cx="58680" cy="5040"/>
          </a:xfrm>
          <a:custGeom>
            <a:avLst/>
            <a:gdLst/>
            <a:ahLst/>
            <a:rect l="0" t="0" r="r" b="b"/>
            <a:pathLst>
              <a:path w="163" h="14">
                <a:moveTo>
                  <a:pt x="0" y="14"/>
                </a:moveTo>
                <a:lnTo>
                  <a:pt x="163" y="0"/>
                </a:lnTo>
                <a:lnTo>
                  <a:pt x="163" y="2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78" name=""/>
          <p:cNvSpPr/>
          <p:nvPr/>
        </p:nvSpPr>
        <p:spPr>
          <a:xfrm>
            <a:off x="4306680" y="3158280"/>
            <a:ext cx="55080" cy="4320"/>
          </a:xfrm>
          <a:custGeom>
            <a:avLst/>
            <a:gdLst/>
            <a:ahLst/>
            <a:rect l="0" t="0" r="r" b="b"/>
            <a:pathLst>
              <a:path w="153" h="12">
                <a:moveTo>
                  <a:pt x="0" y="12"/>
                </a:moveTo>
                <a:lnTo>
                  <a:pt x="153" y="0"/>
                </a:lnTo>
                <a:lnTo>
                  <a:pt x="153" y="1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79" name=""/>
          <p:cNvSpPr/>
          <p:nvPr/>
        </p:nvSpPr>
        <p:spPr>
          <a:xfrm>
            <a:off x="4310280" y="3158640"/>
            <a:ext cx="51480" cy="3960"/>
          </a:xfrm>
          <a:custGeom>
            <a:avLst/>
            <a:gdLst/>
            <a:ahLst/>
            <a:rect l="0" t="0" r="r" b="b"/>
            <a:pathLst>
              <a:path w="143" h="11">
                <a:moveTo>
                  <a:pt x="0" y="11"/>
                </a:moveTo>
                <a:lnTo>
                  <a:pt x="143" y="0"/>
                </a:lnTo>
                <a:lnTo>
                  <a:pt x="1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0" name=""/>
          <p:cNvSpPr/>
          <p:nvPr/>
        </p:nvSpPr>
        <p:spPr>
          <a:xfrm>
            <a:off x="4313880" y="3158640"/>
            <a:ext cx="47880" cy="3960"/>
          </a:xfrm>
          <a:custGeom>
            <a:avLst/>
            <a:gdLst/>
            <a:ahLst/>
            <a:rect l="0" t="0" r="r" b="b"/>
            <a:pathLst>
              <a:path w="133" h="11">
                <a:moveTo>
                  <a:pt x="0" y="11"/>
                </a:moveTo>
                <a:lnTo>
                  <a:pt x="133" y="0"/>
                </a:lnTo>
                <a:lnTo>
                  <a:pt x="133" y="1"/>
                </a:lnTo>
                <a:lnTo>
                  <a:pt x="1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1" name=""/>
          <p:cNvSpPr/>
          <p:nvPr/>
        </p:nvSpPr>
        <p:spPr>
          <a:xfrm>
            <a:off x="4317480" y="3159000"/>
            <a:ext cx="44280" cy="3600"/>
          </a:xfrm>
          <a:custGeom>
            <a:avLst/>
            <a:gdLst/>
            <a:ahLst/>
            <a:rect l="0" t="0" r="r" b="b"/>
            <a:pathLst>
              <a:path w="123" h="10">
                <a:moveTo>
                  <a:pt x="0" y="10"/>
                </a:moveTo>
                <a:lnTo>
                  <a:pt x="123" y="0"/>
                </a:lnTo>
                <a:lnTo>
                  <a:pt x="123" y="1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2" name=""/>
          <p:cNvSpPr/>
          <p:nvPr/>
        </p:nvSpPr>
        <p:spPr>
          <a:xfrm>
            <a:off x="4321080" y="3159360"/>
            <a:ext cx="40680" cy="3240"/>
          </a:xfrm>
          <a:custGeom>
            <a:avLst/>
            <a:gdLst/>
            <a:ahLst/>
            <a:rect l="0" t="0" r="r" b="b"/>
            <a:pathLst>
              <a:path w="113" h="9">
                <a:moveTo>
                  <a:pt x="0" y="9"/>
                </a:moveTo>
                <a:lnTo>
                  <a:pt x="113" y="0"/>
                </a:lnTo>
                <a:lnTo>
                  <a:pt x="11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3" name=""/>
          <p:cNvSpPr/>
          <p:nvPr/>
        </p:nvSpPr>
        <p:spPr>
          <a:xfrm>
            <a:off x="4325040" y="3159360"/>
            <a:ext cx="36720" cy="3240"/>
          </a:xfrm>
          <a:custGeom>
            <a:avLst/>
            <a:gdLst/>
            <a:ahLst/>
            <a:rect l="0" t="0" r="r" b="b"/>
            <a:pathLst>
              <a:path w="102" h="9">
                <a:moveTo>
                  <a:pt x="0" y="9"/>
                </a:moveTo>
                <a:lnTo>
                  <a:pt x="102" y="0"/>
                </a:lnTo>
                <a:lnTo>
                  <a:pt x="102" y="1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4" name=""/>
          <p:cNvSpPr/>
          <p:nvPr/>
        </p:nvSpPr>
        <p:spPr>
          <a:xfrm>
            <a:off x="4328640" y="3159720"/>
            <a:ext cx="33120" cy="2880"/>
          </a:xfrm>
          <a:custGeom>
            <a:avLst/>
            <a:gdLst/>
            <a:ahLst/>
            <a:rect l="0" t="0" r="r" b="b"/>
            <a:pathLst>
              <a:path w="92" h="8">
                <a:moveTo>
                  <a:pt x="0" y="8"/>
                </a:moveTo>
                <a:lnTo>
                  <a:pt x="92" y="0"/>
                </a:lnTo>
                <a:lnTo>
                  <a:pt x="92" y="1"/>
                </a:lnTo>
                <a:lnTo>
                  <a:pt x="10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5" name=""/>
          <p:cNvSpPr/>
          <p:nvPr/>
        </p:nvSpPr>
        <p:spPr>
          <a:xfrm>
            <a:off x="4332240" y="3160080"/>
            <a:ext cx="29520" cy="2520"/>
          </a:xfrm>
          <a:custGeom>
            <a:avLst/>
            <a:gdLst/>
            <a:ahLst/>
            <a:rect l="0" t="0" r="r" b="b"/>
            <a:pathLst>
              <a:path w="82" h="7">
                <a:moveTo>
                  <a:pt x="0" y="7"/>
                </a:moveTo>
                <a:lnTo>
                  <a:pt x="82" y="0"/>
                </a:lnTo>
                <a:lnTo>
                  <a:pt x="82" y="1"/>
                </a:lnTo>
                <a:lnTo>
                  <a:pt x="10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6" name=""/>
          <p:cNvSpPr/>
          <p:nvPr/>
        </p:nvSpPr>
        <p:spPr>
          <a:xfrm>
            <a:off x="4335840" y="3160440"/>
            <a:ext cx="25920" cy="2160"/>
          </a:xfrm>
          <a:custGeom>
            <a:avLst/>
            <a:gdLst/>
            <a:ahLst/>
            <a:rect l="0" t="0" r="r" b="b"/>
            <a:pathLst>
              <a:path w="72" h="6">
                <a:moveTo>
                  <a:pt x="0" y="6"/>
                </a:moveTo>
                <a:lnTo>
                  <a:pt x="72" y="0"/>
                </a:lnTo>
                <a:lnTo>
                  <a:pt x="10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7" name=""/>
          <p:cNvSpPr/>
          <p:nvPr/>
        </p:nvSpPr>
        <p:spPr>
          <a:xfrm>
            <a:off x="4339440" y="3160440"/>
            <a:ext cx="22320" cy="2160"/>
          </a:xfrm>
          <a:custGeom>
            <a:avLst/>
            <a:gdLst/>
            <a:ahLst/>
            <a:rect l="0" t="0" r="r" b="b"/>
            <a:pathLst>
              <a:path w="62" h="6">
                <a:moveTo>
                  <a:pt x="0" y="6"/>
                </a:moveTo>
                <a:lnTo>
                  <a:pt x="62" y="0"/>
                </a:lnTo>
                <a:lnTo>
                  <a:pt x="62" y="1"/>
                </a:lnTo>
                <a:lnTo>
                  <a:pt x="10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8" name=""/>
          <p:cNvSpPr/>
          <p:nvPr/>
        </p:nvSpPr>
        <p:spPr>
          <a:xfrm>
            <a:off x="4343040" y="3160800"/>
            <a:ext cx="18720" cy="1800"/>
          </a:xfrm>
          <a:custGeom>
            <a:avLst/>
            <a:gdLst/>
            <a:ahLst/>
            <a:rect l="0" t="0" r="r" b="b"/>
            <a:pathLst>
              <a:path w="52" h="5">
                <a:moveTo>
                  <a:pt x="0" y="5"/>
                </a:moveTo>
                <a:lnTo>
                  <a:pt x="52" y="0"/>
                </a:lnTo>
                <a:lnTo>
                  <a:pt x="52" y="1"/>
                </a:lnTo>
                <a:lnTo>
                  <a:pt x="12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89" name=""/>
          <p:cNvSpPr/>
          <p:nvPr/>
        </p:nvSpPr>
        <p:spPr>
          <a:xfrm>
            <a:off x="4347000" y="3161160"/>
            <a:ext cx="14760" cy="1440"/>
          </a:xfrm>
          <a:custGeom>
            <a:avLst/>
            <a:gdLst/>
            <a:ahLst/>
            <a:rect l="0" t="0" r="r" b="b"/>
            <a:pathLst>
              <a:path w="41" h="4">
                <a:moveTo>
                  <a:pt x="0" y="4"/>
                </a:moveTo>
                <a:lnTo>
                  <a:pt x="41" y="0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90" name=""/>
          <p:cNvSpPr/>
          <p:nvPr/>
        </p:nvSpPr>
        <p:spPr>
          <a:xfrm>
            <a:off x="4350600" y="3161160"/>
            <a:ext cx="11160" cy="1440"/>
          </a:xfrm>
          <a:custGeom>
            <a:avLst/>
            <a:gdLst/>
            <a:ahLst/>
            <a:rect l="0" t="0" r="r" b="b"/>
            <a:pathLst>
              <a:path w="31" h="4">
                <a:moveTo>
                  <a:pt x="0" y="4"/>
                </a:moveTo>
                <a:lnTo>
                  <a:pt x="31" y="0"/>
                </a:lnTo>
                <a:lnTo>
                  <a:pt x="31" y="1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91" name=""/>
          <p:cNvSpPr/>
          <p:nvPr/>
        </p:nvSpPr>
        <p:spPr>
          <a:xfrm>
            <a:off x="4354200" y="316152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92" name=""/>
          <p:cNvSpPr/>
          <p:nvPr/>
        </p:nvSpPr>
        <p:spPr>
          <a:xfrm>
            <a:off x="4357800" y="316188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693" name=""/>
          <p:cNvSpPr/>
          <p:nvPr/>
        </p:nvSpPr>
        <p:spPr>
          <a:xfrm>
            <a:off x="3893760" y="3128760"/>
            <a:ext cx="468000" cy="33840"/>
          </a:xfrm>
          <a:custGeom>
            <a:avLst/>
            <a:gdLst/>
            <a:ahLst/>
            <a:rect l="0" t="0" r="r" b="b"/>
            <a:pathLst>
              <a:path w="1300" h="94">
                <a:moveTo>
                  <a:pt x="0" y="94"/>
                </a:moveTo>
                <a:lnTo>
                  <a:pt x="1300" y="94"/>
                </a:lnTo>
                <a:lnTo>
                  <a:pt x="1300" y="0"/>
                </a:lnTo>
                <a:lnTo>
                  <a:pt x="0" y="0"/>
                </a:lnTo>
                <a:lnTo>
                  <a:pt x="0" y="9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94" name=""/>
          <p:cNvSpPr/>
          <p:nvPr/>
        </p:nvSpPr>
        <p:spPr>
          <a:xfrm>
            <a:off x="3940920" y="3163680"/>
            <a:ext cx="12240" cy="1800"/>
          </a:xfrm>
          <a:custGeom>
            <a:avLst/>
            <a:gdLst/>
            <a:ahLst/>
            <a:rect l="0" t="0" r="r" b="b"/>
            <a:pathLst>
              <a:path w="34" h="5">
                <a:moveTo>
                  <a:pt x="0" y="0"/>
                </a:moveTo>
                <a:lnTo>
                  <a:pt x="34" y="0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95" name=""/>
          <p:cNvSpPr/>
          <p:nvPr/>
        </p:nvSpPr>
        <p:spPr>
          <a:xfrm>
            <a:off x="3940920" y="316368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4"/>
                </a:moveTo>
                <a:lnTo>
                  <a:pt x="34" y="0"/>
                </a:lnTo>
                <a:lnTo>
                  <a:pt x="50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96" name=""/>
          <p:cNvSpPr/>
          <p:nvPr/>
        </p:nvSpPr>
        <p:spPr>
          <a:xfrm>
            <a:off x="3940920" y="3163680"/>
            <a:ext cx="23760" cy="2160"/>
          </a:xfrm>
          <a:custGeom>
            <a:avLst/>
            <a:gdLst/>
            <a:ahLst/>
            <a:rect l="0" t="0" r="r" b="b"/>
            <a:pathLst>
              <a:path w="66" h="6">
                <a:moveTo>
                  <a:pt x="0" y="4"/>
                </a:moveTo>
                <a:lnTo>
                  <a:pt x="50" y="0"/>
                </a:lnTo>
                <a:lnTo>
                  <a:pt x="66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97" name=""/>
          <p:cNvSpPr/>
          <p:nvPr/>
        </p:nvSpPr>
        <p:spPr>
          <a:xfrm>
            <a:off x="3940920" y="3163680"/>
            <a:ext cx="29880" cy="2520"/>
          </a:xfrm>
          <a:custGeom>
            <a:avLst/>
            <a:gdLst/>
            <a:ahLst/>
            <a:rect l="0" t="0" r="r" b="b"/>
            <a:pathLst>
              <a:path w="83" h="7">
                <a:moveTo>
                  <a:pt x="0" y="6"/>
                </a:moveTo>
                <a:lnTo>
                  <a:pt x="66" y="0"/>
                </a:lnTo>
                <a:lnTo>
                  <a:pt x="83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98" name=""/>
          <p:cNvSpPr/>
          <p:nvPr/>
        </p:nvSpPr>
        <p:spPr>
          <a:xfrm>
            <a:off x="3940920" y="3163680"/>
            <a:ext cx="35640" cy="3600"/>
          </a:xfrm>
          <a:custGeom>
            <a:avLst/>
            <a:gdLst/>
            <a:ahLst/>
            <a:rect l="0" t="0" r="r" b="b"/>
            <a:pathLst>
              <a:path w="99" h="10">
                <a:moveTo>
                  <a:pt x="0" y="7"/>
                </a:moveTo>
                <a:lnTo>
                  <a:pt x="83" y="0"/>
                </a:lnTo>
                <a:lnTo>
                  <a:pt x="99" y="0"/>
                </a:lnTo>
                <a:lnTo>
                  <a:pt x="0" y="10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699" name=""/>
          <p:cNvSpPr/>
          <p:nvPr/>
        </p:nvSpPr>
        <p:spPr>
          <a:xfrm>
            <a:off x="3940920" y="3163680"/>
            <a:ext cx="41400" cy="3600"/>
          </a:xfrm>
          <a:custGeom>
            <a:avLst/>
            <a:gdLst/>
            <a:ahLst/>
            <a:rect l="0" t="0" r="r" b="b"/>
            <a:pathLst>
              <a:path w="115" h="10">
                <a:moveTo>
                  <a:pt x="0" y="9"/>
                </a:moveTo>
                <a:lnTo>
                  <a:pt x="99" y="0"/>
                </a:lnTo>
                <a:lnTo>
                  <a:pt x="115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0" name=""/>
          <p:cNvSpPr/>
          <p:nvPr/>
        </p:nvSpPr>
        <p:spPr>
          <a:xfrm>
            <a:off x="3940920" y="3163680"/>
            <a:ext cx="47160" cy="3960"/>
          </a:xfrm>
          <a:custGeom>
            <a:avLst/>
            <a:gdLst/>
            <a:ahLst/>
            <a:rect l="0" t="0" r="r" b="b"/>
            <a:pathLst>
              <a:path w="131" h="11">
                <a:moveTo>
                  <a:pt x="0" y="10"/>
                </a:moveTo>
                <a:lnTo>
                  <a:pt x="115" y="0"/>
                </a:lnTo>
                <a:lnTo>
                  <a:pt x="131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1" name=""/>
          <p:cNvSpPr/>
          <p:nvPr/>
        </p:nvSpPr>
        <p:spPr>
          <a:xfrm>
            <a:off x="3940920" y="3163680"/>
            <a:ext cx="59040" cy="5040"/>
          </a:xfrm>
          <a:custGeom>
            <a:avLst/>
            <a:gdLst/>
            <a:ahLst/>
            <a:rect l="0" t="0" r="r" b="b"/>
            <a:pathLst>
              <a:path w="164" h="14">
                <a:moveTo>
                  <a:pt x="0" y="11"/>
                </a:moveTo>
                <a:lnTo>
                  <a:pt x="131" y="0"/>
                </a:lnTo>
                <a:lnTo>
                  <a:pt x="164" y="0"/>
                </a:lnTo>
                <a:lnTo>
                  <a:pt x="0" y="14"/>
                </a:lnTo>
                <a:lnTo>
                  <a:pt x="0" y="11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2" name=""/>
          <p:cNvSpPr/>
          <p:nvPr/>
        </p:nvSpPr>
        <p:spPr>
          <a:xfrm>
            <a:off x="3940920" y="3163680"/>
            <a:ext cx="61920" cy="5400"/>
          </a:xfrm>
          <a:custGeom>
            <a:avLst/>
            <a:gdLst/>
            <a:ahLst/>
            <a:rect l="0" t="0" r="r" b="b"/>
            <a:pathLst>
              <a:path w="172" h="15">
                <a:moveTo>
                  <a:pt x="0" y="14"/>
                </a:moveTo>
                <a:lnTo>
                  <a:pt x="164" y="0"/>
                </a:lnTo>
                <a:lnTo>
                  <a:pt x="172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3" name=""/>
          <p:cNvSpPr/>
          <p:nvPr/>
        </p:nvSpPr>
        <p:spPr>
          <a:xfrm>
            <a:off x="3940920" y="316368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72" y="0"/>
                </a:lnTo>
                <a:lnTo>
                  <a:pt x="180" y="0"/>
                </a:lnTo>
                <a:lnTo>
                  <a:pt x="0" y="15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4" name=""/>
          <p:cNvSpPr/>
          <p:nvPr/>
        </p:nvSpPr>
        <p:spPr>
          <a:xfrm>
            <a:off x="3940920" y="3163680"/>
            <a:ext cx="70920" cy="6120"/>
          </a:xfrm>
          <a:custGeom>
            <a:avLst/>
            <a:gdLst/>
            <a:ahLst/>
            <a:rect l="0" t="0" r="r" b="b"/>
            <a:pathLst>
              <a:path w="197" h="17">
                <a:moveTo>
                  <a:pt x="0" y="15"/>
                </a:moveTo>
                <a:lnTo>
                  <a:pt x="180" y="0"/>
                </a:lnTo>
                <a:lnTo>
                  <a:pt x="197" y="0"/>
                </a:lnTo>
                <a:lnTo>
                  <a:pt x="0" y="17"/>
                </a:lnTo>
                <a:lnTo>
                  <a:pt x="0" y="15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5" name=""/>
          <p:cNvSpPr/>
          <p:nvPr/>
        </p:nvSpPr>
        <p:spPr>
          <a:xfrm>
            <a:off x="3940920" y="3163680"/>
            <a:ext cx="76680" cy="6480"/>
          </a:xfrm>
          <a:custGeom>
            <a:avLst/>
            <a:gdLst/>
            <a:ahLst/>
            <a:rect l="0" t="0" r="r" b="b"/>
            <a:pathLst>
              <a:path w="213" h="18">
                <a:moveTo>
                  <a:pt x="0" y="17"/>
                </a:moveTo>
                <a:lnTo>
                  <a:pt x="197" y="0"/>
                </a:lnTo>
                <a:lnTo>
                  <a:pt x="213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6" name=""/>
          <p:cNvSpPr/>
          <p:nvPr/>
        </p:nvSpPr>
        <p:spPr>
          <a:xfrm>
            <a:off x="3940920" y="3163680"/>
            <a:ext cx="79560" cy="6840"/>
          </a:xfrm>
          <a:custGeom>
            <a:avLst/>
            <a:gdLst/>
            <a:ahLst/>
            <a:rect l="0" t="0" r="r" b="b"/>
            <a:pathLst>
              <a:path w="221" h="19">
                <a:moveTo>
                  <a:pt x="0" y="18"/>
                </a:moveTo>
                <a:lnTo>
                  <a:pt x="213" y="0"/>
                </a:lnTo>
                <a:lnTo>
                  <a:pt x="221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7" name=""/>
          <p:cNvSpPr/>
          <p:nvPr/>
        </p:nvSpPr>
        <p:spPr>
          <a:xfrm>
            <a:off x="3940920" y="3163680"/>
            <a:ext cx="82440" cy="6840"/>
          </a:xfrm>
          <a:custGeom>
            <a:avLst/>
            <a:gdLst/>
            <a:ahLst/>
            <a:rect l="0" t="0" r="r" b="b"/>
            <a:pathLst>
              <a:path w="229" h="19">
                <a:moveTo>
                  <a:pt x="0" y="19"/>
                </a:moveTo>
                <a:lnTo>
                  <a:pt x="221" y="0"/>
                </a:lnTo>
                <a:lnTo>
                  <a:pt x="229" y="0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8" name=""/>
          <p:cNvSpPr/>
          <p:nvPr/>
        </p:nvSpPr>
        <p:spPr>
          <a:xfrm>
            <a:off x="3940920" y="3163680"/>
            <a:ext cx="88560" cy="7560"/>
          </a:xfrm>
          <a:custGeom>
            <a:avLst/>
            <a:gdLst/>
            <a:ahLst/>
            <a:rect l="0" t="0" r="r" b="b"/>
            <a:pathLst>
              <a:path w="246" h="21">
                <a:moveTo>
                  <a:pt x="0" y="18"/>
                </a:moveTo>
                <a:lnTo>
                  <a:pt x="229" y="0"/>
                </a:lnTo>
                <a:lnTo>
                  <a:pt x="246" y="0"/>
                </a:lnTo>
                <a:lnTo>
                  <a:pt x="0" y="21"/>
                </a:lnTo>
                <a:lnTo>
                  <a:pt x="0" y="18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09" name=""/>
          <p:cNvSpPr/>
          <p:nvPr/>
        </p:nvSpPr>
        <p:spPr>
          <a:xfrm>
            <a:off x="3940920" y="3163680"/>
            <a:ext cx="91440" cy="7560"/>
          </a:xfrm>
          <a:custGeom>
            <a:avLst/>
            <a:gdLst/>
            <a:ahLst/>
            <a:rect l="0" t="0" r="r" b="b"/>
            <a:pathLst>
              <a:path w="254" h="21">
                <a:moveTo>
                  <a:pt x="0" y="21"/>
                </a:moveTo>
                <a:lnTo>
                  <a:pt x="246" y="0"/>
                </a:lnTo>
                <a:lnTo>
                  <a:pt x="254" y="0"/>
                </a:lnTo>
                <a:lnTo>
                  <a:pt x="0" y="21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0" name=""/>
          <p:cNvSpPr/>
          <p:nvPr/>
        </p:nvSpPr>
        <p:spPr>
          <a:xfrm>
            <a:off x="3940920" y="3163680"/>
            <a:ext cx="94320" cy="7920"/>
          </a:xfrm>
          <a:custGeom>
            <a:avLst/>
            <a:gdLst/>
            <a:ahLst/>
            <a:rect l="0" t="0" r="r" b="b"/>
            <a:pathLst>
              <a:path w="262" h="22">
                <a:moveTo>
                  <a:pt x="0" y="21"/>
                </a:moveTo>
                <a:lnTo>
                  <a:pt x="254" y="0"/>
                </a:lnTo>
                <a:lnTo>
                  <a:pt x="262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1" name=""/>
          <p:cNvSpPr/>
          <p:nvPr/>
        </p:nvSpPr>
        <p:spPr>
          <a:xfrm>
            <a:off x="3940920" y="3163680"/>
            <a:ext cx="106200" cy="9000"/>
          </a:xfrm>
          <a:custGeom>
            <a:avLst/>
            <a:gdLst/>
            <a:ahLst/>
            <a:rect l="0" t="0" r="r" b="b"/>
            <a:pathLst>
              <a:path w="295" h="25">
                <a:moveTo>
                  <a:pt x="0" y="22"/>
                </a:moveTo>
                <a:lnTo>
                  <a:pt x="262" y="0"/>
                </a:lnTo>
                <a:lnTo>
                  <a:pt x="295" y="0"/>
                </a:lnTo>
                <a:lnTo>
                  <a:pt x="0" y="25"/>
                </a:lnTo>
                <a:lnTo>
                  <a:pt x="0" y="22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2" name=""/>
          <p:cNvSpPr/>
          <p:nvPr/>
        </p:nvSpPr>
        <p:spPr>
          <a:xfrm>
            <a:off x="3940920" y="3163680"/>
            <a:ext cx="117720" cy="9720"/>
          </a:xfrm>
          <a:custGeom>
            <a:avLst/>
            <a:gdLst/>
            <a:ahLst/>
            <a:rect l="0" t="0" r="r" b="b"/>
            <a:pathLst>
              <a:path w="327" h="27">
                <a:moveTo>
                  <a:pt x="0" y="25"/>
                </a:moveTo>
                <a:lnTo>
                  <a:pt x="294" y="0"/>
                </a:lnTo>
                <a:lnTo>
                  <a:pt x="327" y="0"/>
                </a:lnTo>
                <a:lnTo>
                  <a:pt x="0" y="27"/>
                </a:lnTo>
                <a:lnTo>
                  <a:pt x="0" y="25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3" name=""/>
          <p:cNvSpPr/>
          <p:nvPr/>
        </p:nvSpPr>
        <p:spPr>
          <a:xfrm>
            <a:off x="3940920" y="3163680"/>
            <a:ext cx="123840" cy="10800"/>
          </a:xfrm>
          <a:custGeom>
            <a:avLst/>
            <a:gdLst/>
            <a:ahLst/>
            <a:rect l="0" t="0" r="r" b="b"/>
            <a:pathLst>
              <a:path w="344" h="30">
                <a:moveTo>
                  <a:pt x="0" y="27"/>
                </a:moveTo>
                <a:lnTo>
                  <a:pt x="327" y="0"/>
                </a:lnTo>
                <a:lnTo>
                  <a:pt x="344" y="0"/>
                </a:lnTo>
                <a:lnTo>
                  <a:pt x="0" y="30"/>
                </a:lnTo>
                <a:lnTo>
                  <a:pt x="0" y="27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4" name=""/>
          <p:cNvSpPr/>
          <p:nvPr/>
        </p:nvSpPr>
        <p:spPr>
          <a:xfrm>
            <a:off x="3940920" y="3163680"/>
            <a:ext cx="126720" cy="10440"/>
          </a:xfrm>
          <a:custGeom>
            <a:avLst/>
            <a:gdLst/>
            <a:ahLst/>
            <a:rect l="0" t="0" r="r" b="b"/>
            <a:pathLst>
              <a:path w="352" h="29">
                <a:moveTo>
                  <a:pt x="0" y="29"/>
                </a:moveTo>
                <a:lnTo>
                  <a:pt x="344" y="0"/>
                </a:lnTo>
                <a:lnTo>
                  <a:pt x="352" y="0"/>
                </a:lnTo>
                <a:lnTo>
                  <a:pt x="0" y="29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5" name=""/>
          <p:cNvSpPr/>
          <p:nvPr/>
        </p:nvSpPr>
        <p:spPr>
          <a:xfrm>
            <a:off x="3940920" y="316368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29"/>
                </a:moveTo>
                <a:lnTo>
                  <a:pt x="352" y="0"/>
                </a:lnTo>
                <a:lnTo>
                  <a:pt x="36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6" name=""/>
          <p:cNvSpPr/>
          <p:nvPr/>
        </p:nvSpPr>
        <p:spPr>
          <a:xfrm>
            <a:off x="3940920" y="3163680"/>
            <a:ext cx="135360" cy="11160"/>
          </a:xfrm>
          <a:custGeom>
            <a:avLst/>
            <a:gdLst/>
            <a:ahLst/>
            <a:rect l="0" t="0" r="r" b="b"/>
            <a:pathLst>
              <a:path w="376" h="31">
                <a:moveTo>
                  <a:pt x="0" y="30"/>
                </a:moveTo>
                <a:lnTo>
                  <a:pt x="360" y="0"/>
                </a:lnTo>
                <a:lnTo>
                  <a:pt x="376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7" name=""/>
          <p:cNvSpPr/>
          <p:nvPr/>
        </p:nvSpPr>
        <p:spPr>
          <a:xfrm>
            <a:off x="3940920" y="3163680"/>
            <a:ext cx="138240" cy="11520"/>
          </a:xfrm>
          <a:custGeom>
            <a:avLst/>
            <a:gdLst/>
            <a:ahLst/>
            <a:rect l="0" t="0" r="r" b="b"/>
            <a:pathLst>
              <a:path w="384" h="32">
                <a:moveTo>
                  <a:pt x="0" y="31"/>
                </a:moveTo>
                <a:lnTo>
                  <a:pt x="376" y="0"/>
                </a:lnTo>
                <a:lnTo>
                  <a:pt x="384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8" name=""/>
          <p:cNvSpPr/>
          <p:nvPr/>
        </p:nvSpPr>
        <p:spPr>
          <a:xfrm>
            <a:off x="3940920" y="3163680"/>
            <a:ext cx="141480" cy="12240"/>
          </a:xfrm>
          <a:custGeom>
            <a:avLst/>
            <a:gdLst/>
            <a:ahLst/>
            <a:rect l="0" t="0" r="r" b="b"/>
            <a:pathLst>
              <a:path w="393" h="34">
                <a:moveTo>
                  <a:pt x="0" y="32"/>
                </a:moveTo>
                <a:lnTo>
                  <a:pt x="384" y="0"/>
                </a:lnTo>
                <a:lnTo>
                  <a:pt x="393" y="0"/>
                </a:lnTo>
                <a:lnTo>
                  <a:pt x="0" y="34"/>
                </a:lnTo>
                <a:lnTo>
                  <a:pt x="0" y="32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19" name=""/>
          <p:cNvSpPr/>
          <p:nvPr/>
        </p:nvSpPr>
        <p:spPr>
          <a:xfrm>
            <a:off x="3940920" y="316368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3"/>
                </a:moveTo>
                <a:lnTo>
                  <a:pt x="393" y="0"/>
                </a:lnTo>
                <a:lnTo>
                  <a:pt x="409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0" name=""/>
          <p:cNvSpPr/>
          <p:nvPr/>
        </p:nvSpPr>
        <p:spPr>
          <a:xfrm>
            <a:off x="3940920" y="3163680"/>
            <a:ext cx="153000" cy="12600"/>
          </a:xfrm>
          <a:custGeom>
            <a:avLst/>
            <a:gdLst/>
            <a:ahLst/>
            <a:rect l="0" t="0" r="r" b="b"/>
            <a:pathLst>
              <a:path w="425" h="35">
                <a:moveTo>
                  <a:pt x="0" y="34"/>
                </a:moveTo>
                <a:lnTo>
                  <a:pt x="409" y="0"/>
                </a:lnTo>
                <a:lnTo>
                  <a:pt x="425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1" name=""/>
          <p:cNvSpPr/>
          <p:nvPr/>
        </p:nvSpPr>
        <p:spPr>
          <a:xfrm>
            <a:off x="3940920" y="3163680"/>
            <a:ext cx="155880" cy="12960"/>
          </a:xfrm>
          <a:custGeom>
            <a:avLst/>
            <a:gdLst/>
            <a:ahLst/>
            <a:rect l="0" t="0" r="r" b="b"/>
            <a:pathLst>
              <a:path w="433" h="36">
                <a:moveTo>
                  <a:pt x="0" y="35"/>
                </a:moveTo>
                <a:lnTo>
                  <a:pt x="425" y="0"/>
                </a:lnTo>
                <a:lnTo>
                  <a:pt x="433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2" name=""/>
          <p:cNvSpPr/>
          <p:nvPr/>
        </p:nvSpPr>
        <p:spPr>
          <a:xfrm>
            <a:off x="3940920" y="3163680"/>
            <a:ext cx="159120" cy="13320"/>
          </a:xfrm>
          <a:custGeom>
            <a:avLst/>
            <a:gdLst/>
            <a:ahLst/>
            <a:rect l="0" t="0" r="r" b="b"/>
            <a:pathLst>
              <a:path w="442" h="37">
                <a:moveTo>
                  <a:pt x="0" y="36"/>
                </a:moveTo>
                <a:lnTo>
                  <a:pt x="433" y="0"/>
                </a:lnTo>
                <a:lnTo>
                  <a:pt x="442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3" name=""/>
          <p:cNvSpPr/>
          <p:nvPr/>
        </p:nvSpPr>
        <p:spPr>
          <a:xfrm>
            <a:off x="3940920" y="3163680"/>
            <a:ext cx="164880" cy="13680"/>
          </a:xfrm>
          <a:custGeom>
            <a:avLst/>
            <a:gdLst/>
            <a:ahLst/>
            <a:rect l="0" t="0" r="r" b="b"/>
            <a:pathLst>
              <a:path w="458" h="38">
                <a:moveTo>
                  <a:pt x="0" y="37"/>
                </a:moveTo>
                <a:lnTo>
                  <a:pt x="442" y="0"/>
                </a:lnTo>
                <a:lnTo>
                  <a:pt x="458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4" name=""/>
          <p:cNvSpPr/>
          <p:nvPr/>
        </p:nvSpPr>
        <p:spPr>
          <a:xfrm>
            <a:off x="3940920" y="3163680"/>
            <a:ext cx="167760" cy="13680"/>
          </a:xfrm>
          <a:custGeom>
            <a:avLst/>
            <a:gdLst/>
            <a:ahLst/>
            <a:rect l="0" t="0" r="r" b="b"/>
            <a:pathLst>
              <a:path w="466" h="38">
                <a:moveTo>
                  <a:pt x="0" y="38"/>
                </a:moveTo>
                <a:lnTo>
                  <a:pt x="458" y="0"/>
                </a:lnTo>
                <a:lnTo>
                  <a:pt x="466" y="0"/>
                </a:lnTo>
                <a:lnTo>
                  <a:pt x="0" y="38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5" name=""/>
          <p:cNvSpPr/>
          <p:nvPr/>
        </p:nvSpPr>
        <p:spPr>
          <a:xfrm>
            <a:off x="3940920" y="3163680"/>
            <a:ext cx="170640" cy="14040"/>
          </a:xfrm>
          <a:custGeom>
            <a:avLst/>
            <a:gdLst/>
            <a:ahLst/>
            <a:rect l="0" t="0" r="r" b="b"/>
            <a:pathLst>
              <a:path w="474" h="39">
                <a:moveTo>
                  <a:pt x="0" y="38"/>
                </a:moveTo>
                <a:lnTo>
                  <a:pt x="466" y="0"/>
                </a:lnTo>
                <a:lnTo>
                  <a:pt x="474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6" name=""/>
          <p:cNvSpPr/>
          <p:nvPr/>
        </p:nvSpPr>
        <p:spPr>
          <a:xfrm>
            <a:off x="3940920" y="3163680"/>
            <a:ext cx="173520" cy="14400"/>
          </a:xfrm>
          <a:custGeom>
            <a:avLst/>
            <a:gdLst/>
            <a:ahLst/>
            <a:rect l="0" t="0" r="r" b="b"/>
            <a:pathLst>
              <a:path w="482" h="40">
                <a:moveTo>
                  <a:pt x="0" y="39"/>
                </a:moveTo>
                <a:lnTo>
                  <a:pt x="474" y="0"/>
                </a:lnTo>
                <a:lnTo>
                  <a:pt x="482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7" name=""/>
          <p:cNvSpPr/>
          <p:nvPr/>
        </p:nvSpPr>
        <p:spPr>
          <a:xfrm>
            <a:off x="3940920" y="3163680"/>
            <a:ext cx="176760" cy="14400"/>
          </a:xfrm>
          <a:custGeom>
            <a:avLst/>
            <a:gdLst/>
            <a:ahLst/>
            <a:rect l="0" t="0" r="r" b="b"/>
            <a:pathLst>
              <a:path w="491" h="40">
                <a:moveTo>
                  <a:pt x="0" y="40"/>
                </a:moveTo>
                <a:lnTo>
                  <a:pt x="482" y="0"/>
                </a:lnTo>
                <a:lnTo>
                  <a:pt x="491" y="0"/>
                </a:lnTo>
                <a:lnTo>
                  <a:pt x="0" y="4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8" name=""/>
          <p:cNvSpPr/>
          <p:nvPr/>
        </p:nvSpPr>
        <p:spPr>
          <a:xfrm>
            <a:off x="3940920" y="3163680"/>
            <a:ext cx="179640" cy="14760"/>
          </a:xfrm>
          <a:custGeom>
            <a:avLst/>
            <a:gdLst/>
            <a:ahLst/>
            <a:rect l="0" t="0" r="r" b="b"/>
            <a:pathLst>
              <a:path w="499" h="41">
                <a:moveTo>
                  <a:pt x="0" y="40"/>
                </a:moveTo>
                <a:lnTo>
                  <a:pt x="491" y="0"/>
                </a:lnTo>
                <a:lnTo>
                  <a:pt x="499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29" name=""/>
          <p:cNvSpPr/>
          <p:nvPr/>
        </p:nvSpPr>
        <p:spPr>
          <a:xfrm>
            <a:off x="3940920" y="3163680"/>
            <a:ext cx="182520" cy="15120"/>
          </a:xfrm>
          <a:custGeom>
            <a:avLst/>
            <a:gdLst/>
            <a:ahLst/>
            <a:rect l="0" t="0" r="r" b="b"/>
            <a:pathLst>
              <a:path w="507" h="42">
                <a:moveTo>
                  <a:pt x="0" y="41"/>
                </a:moveTo>
                <a:lnTo>
                  <a:pt x="499" y="0"/>
                </a:lnTo>
                <a:lnTo>
                  <a:pt x="507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0" name=""/>
          <p:cNvSpPr/>
          <p:nvPr/>
        </p:nvSpPr>
        <p:spPr>
          <a:xfrm>
            <a:off x="3940920" y="316368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07" y="0"/>
                </a:lnTo>
                <a:lnTo>
                  <a:pt x="515" y="0"/>
                </a:lnTo>
                <a:lnTo>
                  <a:pt x="0" y="4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1" name=""/>
          <p:cNvSpPr/>
          <p:nvPr/>
        </p:nvSpPr>
        <p:spPr>
          <a:xfrm>
            <a:off x="3940920" y="3163680"/>
            <a:ext cx="188280" cy="15480"/>
          </a:xfrm>
          <a:custGeom>
            <a:avLst/>
            <a:gdLst/>
            <a:ahLst/>
            <a:rect l="0" t="0" r="r" b="b"/>
            <a:pathLst>
              <a:path w="523" h="43">
                <a:moveTo>
                  <a:pt x="0" y="42"/>
                </a:moveTo>
                <a:lnTo>
                  <a:pt x="515" y="0"/>
                </a:lnTo>
                <a:lnTo>
                  <a:pt x="523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2" name=""/>
          <p:cNvSpPr/>
          <p:nvPr/>
        </p:nvSpPr>
        <p:spPr>
          <a:xfrm>
            <a:off x="3940920" y="3163680"/>
            <a:ext cx="194400" cy="15840"/>
          </a:xfrm>
          <a:custGeom>
            <a:avLst/>
            <a:gdLst/>
            <a:ahLst/>
            <a:rect l="0" t="0" r="r" b="b"/>
            <a:pathLst>
              <a:path w="540" h="44">
                <a:moveTo>
                  <a:pt x="0" y="43"/>
                </a:moveTo>
                <a:lnTo>
                  <a:pt x="523" y="0"/>
                </a:lnTo>
                <a:lnTo>
                  <a:pt x="540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3" name=""/>
          <p:cNvSpPr/>
          <p:nvPr/>
        </p:nvSpPr>
        <p:spPr>
          <a:xfrm>
            <a:off x="3940920" y="3163680"/>
            <a:ext cx="200160" cy="16560"/>
          </a:xfrm>
          <a:custGeom>
            <a:avLst/>
            <a:gdLst/>
            <a:ahLst/>
            <a:rect l="0" t="0" r="r" b="b"/>
            <a:pathLst>
              <a:path w="556" h="46">
                <a:moveTo>
                  <a:pt x="0" y="44"/>
                </a:moveTo>
                <a:lnTo>
                  <a:pt x="540" y="0"/>
                </a:lnTo>
                <a:lnTo>
                  <a:pt x="556" y="0"/>
                </a:lnTo>
                <a:lnTo>
                  <a:pt x="0" y="46"/>
                </a:lnTo>
                <a:lnTo>
                  <a:pt x="0" y="4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4" name=""/>
          <p:cNvSpPr/>
          <p:nvPr/>
        </p:nvSpPr>
        <p:spPr>
          <a:xfrm>
            <a:off x="3940920" y="3163680"/>
            <a:ext cx="205920" cy="16920"/>
          </a:xfrm>
          <a:custGeom>
            <a:avLst/>
            <a:gdLst/>
            <a:ahLst/>
            <a:rect l="0" t="0" r="r" b="b"/>
            <a:pathLst>
              <a:path w="572" h="47">
                <a:moveTo>
                  <a:pt x="0" y="46"/>
                </a:moveTo>
                <a:lnTo>
                  <a:pt x="556" y="0"/>
                </a:lnTo>
                <a:lnTo>
                  <a:pt x="572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5" name=""/>
          <p:cNvSpPr/>
          <p:nvPr/>
        </p:nvSpPr>
        <p:spPr>
          <a:xfrm>
            <a:off x="3940920" y="3163680"/>
            <a:ext cx="212040" cy="17280"/>
          </a:xfrm>
          <a:custGeom>
            <a:avLst/>
            <a:gdLst/>
            <a:ahLst/>
            <a:rect l="0" t="0" r="r" b="b"/>
            <a:pathLst>
              <a:path w="589" h="48">
                <a:moveTo>
                  <a:pt x="0" y="47"/>
                </a:moveTo>
                <a:lnTo>
                  <a:pt x="572" y="0"/>
                </a:lnTo>
                <a:lnTo>
                  <a:pt x="589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6" name=""/>
          <p:cNvSpPr/>
          <p:nvPr/>
        </p:nvSpPr>
        <p:spPr>
          <a:xfrm>
            <a:off x="3940920" y="3163680"/>
            <a:ext cx="217800" cy="18000"/>
          </a:xfrm>
          <a:custGeom>
            <a:avLst/>
            <a:gdLst/>
            <a:ahLst/>
            <a:rect l="0" t="0" r="r" b="b"/>
            <a:pathLst>
              <a:path w="605" h="50">
                <a:moveTo>
                  <a:pt x="0" y="48"/>
                </a:moveTo>
                <a:lnTo>
                  <a:pt x="589" y="0"/>
                </a:lnTo>
                <a:lnTo>
                  <a:pt x="605" y="0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7" name=""/>
          <p:cNvSpPr/>
          <p:nvPr/>
        </p:nvSpPr>
        <p:spPr>
          <a:xfrm>
            <a:off x="3940920" y="3163680"/>
            <a:ext cx="223560" cy="18360"/>
          </a:xfrm>
          <a:custGeom>
            <a:avLst/>
            <a:gdLst/>
            <a:ahLst/>
            <a:rect l="0" t="0" r="r" b="b"/>
            <a:pathLst>
              <a:path w="621" h="51">
                <a:moveTo>
                  <a:pt x="0" y="50"/>
                </a:moveTo>
                <a:lnTo>
                  <a:pt x="605" y="0"/>
                </a:lnTo>
                <a:lnTo>
                  <a:pt x="621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8" name=""/>
          <p:cNvSpPr/>
          <p:nvPr/>
        </p:nvSpPr>
        <p:spPr>
          <a:xfrm>
            <a:off x="3940920" y="3163680"/>
            <a:ext cx="229320" cy="18720"/>
          </a:xfrm>
          <a:custGeom>
            <a:avLst/>
            <a:gdLst/>
            <a:ahLst/>
            <a:rect l="0" t="0" r="r" b="b"/>
            <a:pathLst>
              <a:path w="637" h="52">
                <a:moveTo>
                  <a:pt x="0" y="51"/>
                </a:moveTo>
                <a:lnTo>
                  <a:pt x="621" y="0"/>
                </a:lnTo>
                <a:lnTo>
                  <a:pt x="637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39" name=""/>
          <p:cNvSpPr/>
          <p:nvPr/>
        </p:nvSpPr>
        <p:spPr>
          <a:xfrm>
            <a:off x="3940920" y="3163680"/>
            <a:ext cx="235440" cy="19440"/>
          </a:xfrm>
          <a:custGeom>
            <a:avLst/>
            <a:gdLst/>
            <a:ahLst/>
            <a:rect l="0" t="0" r="r" b="b"/>
            <a:pathLst>
              <a:path w="654" h="54">
                <a:moveTo>
                  <a:pt x="0" y="52"/>
                </a:moveTo>
                <a:lnTo>
                  <a:pt x="637" y="0"/>
                </a:lnTo>
                <a:lnTo>
                  <a:pt x="654" y="0"/>
                </a:lnTo>
                <a:lnTo>
                  <a:pt x="0" y="54"/>
                </a:lnTo>
                <a:lnTo>
                  <a:pt x="0" y="52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0" name=""/>
          <p:cNvSpPr/>
          <p:nvPr/>
        </p:nvSpPr>
        <p:spPr>
          <a:xfrm>
            <a:off x="3940920" y="3163680"/>
            <a:ext cx="238320" cy="19440"/>
          </a:xfrm>
          <a:custGeom>
            <a:avLst/>
            <a:gdLst/>
            <a:ahLst/>
            <a:rect l="0" t="0" r="r" b="b"/>
            <a:pathLst>
              <a:path w="662" h="54">
                <a:moveTo>
                  <a:pt x="0" y="54"/>
                </a:moveTo>
                <a:lnTo>
                  <a:pt x="654" y="0"/>
                </a:lnTo>
                <a:lnTo>
                  <a:pt x="662" y="0"/>
                </a:lnTo>
                <a:lnTo>
                  <a:pt x="0" y="54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1" name=""/>
          <p:cNvSpPr/>
          <p:nvPr/>
        </p:nvSpPr>
        <p:spPr>
          <a:xfrm>
            <a:off x="3940920" y="3163680"/>
            <a:ext cx="241200" cy="19800"/>
          </a:xfrm>
          <a:custGeom>
            <a:avLst/>
            <a:gdLst/>
            <a:ahLst/>
            <a:rect l="0" t="0" r="r" b="b"/>
            <a:pathLst>
              <a:path w="670" h="55">
                <a:moveTo>
                  <a:pt x="0" y="54"/>
                </a:moveTo>
                <a:lnTo>
                  <a:pt x="662" y="0"/>
                </a:lnTo>
                <a:lnTo>
                  <a:pt x="670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2" name=""/>
          <p:cNvSpPr/>
          <p:nvPr/>
        </p:nvSpPr>
        <p:spPr>
          <a:xfrm>
            <a:off x="3940920" y="3163680"/>
            <a:ext cx="244080" cy="20160"/>
          </a:xfrm>
          <a:custGeom>
            <a:avLst/>
            <a:gdLst/>
            <a:ahLst/>
            <a:rect l="0" t="0" r="r" b="b"/>
            <a:pathLst>
              <a:path w="678" h="56">
                <a:moveTo>
                  <a:pt x="0" y="55"/>
                </a:moveTo>
                <a:lnTo>
                  <a:pt x="670" y="0"/>
                </a:lnTo>
                <a:lnTo>
                  <a:pt x="678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3" name=""/>
          <p:cNvSpPr/>
          <p:nvPr/>
        </p:nvSpPr>
        <p:spPr>
          <a:xfrm>
            <a:off x="3940920" y="3163680"/>
            <a:ext cx="246960" cy="20160"/>
          </a:xfrm>
          <a:custGeom>
            <a:avLst/>
            <a:gdLst/>
            <a:ahLst/>
            <a:rect l="0" t="0" r="r" b="b"/>
            <a:pathLst>
              <a:path w="686" h="56">
                <a:moveTo>
                  <a:pt x="0" y="56"/>
                </a:moveTo>
                <a:lnTo>
                  <a:pt x="678" y="0"/>
                </a:lnTo>
                <a:lnTo>
                  <a:pt x="686" y="0"/>
                </a:lnTo>
                <a:lnTo>
                  <a:pt x="0" y="56"/>
                </a:lnTo>
                <a:close/>
              </a:path>
            </a:pathLst>
          </a:custGeom>
          <a:solidFill>
            <a:srgbClr val="d9c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4" name=""/>
          <p:cNvSpPr/>
          <p:nvPr/>
        </p:nvSpPr>
        <p:spPr>
          <a:xfrm>
            <a:off x="3940920" y="3163680"/>
            <a:ext cx="250200" cy="20520"/>
          </a:xfrm>
          <a:custGeom>
            <a:avLst/>
            <a:gdLst/>
            <a:ahLst/>
            <a:rect l="0" t="0" r="r" b="b"/>
            <a:pathLst>
              <a:path w="695" h="57">
                <a:moveTo>
                  <a:pt x="0" y="56"/>
                </a:moveTo>
                <a:lnTo>
                  <a:pt x="686" y="0"/>
                </a:lnTo>
                <a:lnTo>
                  <a:pt x="69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5" name=""/>
          <p:cNvSpPr/>
          <p:nvPr/>
        </p:nvSpPr>
        <p:spPr>
          <a:xfrm>
            <a:off x="3940920" y="3163680"/>
            <a:ext cx="253080" cy="20880"/>
          </a:xfrm>
          <a:custGeom>
            <a:avLst/>
            <a:gdLst/>
            <a:ahLst/>
            <a:rect l="0" t="0" r="r" b="b"/>
            <a:pathLst>
              <a:path w="703" h="58">
                <a:moveTo>
                  <a:pt x="0" y="57"/>
                </a:moveTo>
                <a:lnTo>
                  <a:pt x="695" y="0"/>
                </a:lnTo>
                <a:lnTo>
                  <a:pt x="703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9c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6" name=""/>
          <p:cNvSpPr/>
          <p:nvPr/>
        </p:nvSpPr>
        <p:spPr>
          <a:xfrm>
            <a:off x="3940920" y="3163680"/>
            <a:ext cx="255960" cy="20880"/>
          </a:xfrm>
          <a:custGeom>
            <a:avLst/>
            <a:gdLst/>
            <a:ahLst/>
            <a:rect l="0" t="0" r="r" b="b"/>
            <a:pathLst>
              <a:path w="711" h="58">
                <a:moveTo>
                  <a:pt x="0" y="58"/>
                </a:moveTo>
                <a:lnTo>
                  <a:pt x="703" y="0"/>
                </a:lnTo>
                <a:lnTo>
                  <a:pt x="711" y="0"/>
                </a:lnTo>
                <a:lnTo>
                  <a:pt x="0" y="58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7" name=""/>
          <p:cNvSpPr/>
          <p:nvPr/>
        </p:nvSpPr>
        <p:spPr>
          <a:xfrm>
            <a:off x="3940920" y="316368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8"/>
                </a:moveTo>
                <a:lnTo>
                  <a:pt x="711" y="0"/>
                </a:lnTo>
                <a:lnTo>
                  <a:pt x="71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8" name=""/>
          <p:cNvSpPr/>
          <p:nvPr/>
        </p:nvSpPr>
        <p:spPr>
          <a:xfrm>
            <a:off x="3940920" y="3163680"/>
            <a:ext cx="261720" cy="21600"/>
          </a:xfrm>
          <a:custGeom>
            <a:avLst/>
            <a:gdLst/>
            <a:ahLst/>
            <a:rect l="0" t="0" r="r" b="b"/>
            <a:pathLst>
              <a:path w="727" h="60">
                <a:moveTo>
                  <a:pt x="0" y="59"/>
                </a:moveTo>
                <a:lnTo>
                  <a:pt x="719" y="0"/>
                </a:lnTo>
                <a:lnTo>
                  <a:pt x="727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49" name=""/>
          <p:cNvSpPr/>
          <p:nvPr/>
        </p:nvSpPr>
        <p:spPr>
          <a:xfrm>
            <a:off x="3940920" y="3163680"/>
            <a:ext cx="264600" cy="21600"/>
          </a:xfrm>
          <a:custGeom>
            <a:avLst/>
            <a:gdLst/>
            <a:ahLst/>
            <a:rect l="0" t="0" r="r" b="b"/>
            <a:pathLst>
              <a:path w="735" h="60">
                <a:moveTo>
                  <a:pt x="0" y="60"/>
                </a:moveTo>
                <a:lnTo>
                  <a:pt x="727" y="0"/>
                </a:lnTo>
                <a:lnTo>
                  <a:pt x="735" y="0"/>
                </a:lnTo>
                <a:lnTo>
                  <a:pt x="0" y="60"/>
                </a:lnTo>
                <a:close/>
              </a:path>
            </a:pathLst>
          </a:custGeom>
          <a:solidFill>
            <a:srgbClr val="d9c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0" name=""/>
          <p:cNvSpPr/>
          <p:nvPr/>
        </p:nvSpPr>
        <p:spPr>
          <a:xfrm>
            <a:off x="3940920" y="3163680"/>
            <a:ext cx="267840" cy="21960"/>
          </a:xfrm>
          <a:custGeom>
            <a:avLst/>
            <a:gdLst/>
            <a:ahLst/>
            <a:rect l="0" t="0" r="r" b="b"/>
            <a:pathLst>
              <a:path w="744" h="61">
                <a:moveTo>
                  <a:pt x="0" y="60"/>
                </a:moveTo>
                <a:lnTo>
                  <a:pt x="735" y="0"/>
                </a:lnTo>
                <a:lnTo>
                  <a:pt x="74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1" name=""/>
          <p:cNvSpPr/>
          <p:nvPr/>
        </p:nvSpPr>
        <p:spPr>
          <a:xfrm>
            <a:off x="3940920" y="3163680"/>
            <a:ext cx="270720" cy="22320"/>
          </a:xfrm>
          <a:custGeom>
            <a:avLst/>
            <a:gdLst/>
            <a:ahLst/>
            <a:rect l="0" t="0" r="r" b="b"/>
            <a:pathLst>
              <a:path w="752" h="62">
                <a:moveTo>
                  <a:pt x="0" y="61"/>
                </a:moveTo>
                <a:lnTo>
                  <a:pt x="744" y="0"/>
                </a:lnTo>
                <a:lnTo>
                  <a:pt x="752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8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2" name=""/>
          <p:cNvSpPr/>
          <p:nvPr/>
        </p:nvSpPr>
        <p:spPr>
          <a:xfrm>
            <a:off x="3940920" y="3163680"/>
            <a:ext cx="273600" cy="22320"/>
          </a:xfrm>
          <a:custGeom>
            <a:avLst/>
            <a:gdLst/>
            <a:ahLst/>
            <a:rect l="0" t="0" r="r" b="b"/>
            <a:pathLst>
              <a:path w="760" h="62">
                <a:moveTo>
                  <a:pt x="0" y="62"/>
                </a:moveTo>
                <a:lnTo>
                  <a:pt x="752" y="0"/>
                </a:lnTo>
                <a:lnTo>
                  <a:pt x="760" y="0"/>
                </a:lnTo>
                <a:lnTo>
                  <a:pt x="0" y="62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3" name=""/>
          <p:cNvSpPr/>
          <p:nvPr/>
        </p:nvSpPr>
        <p:spPr>
          <a:xfrm>
            <a:off x="3940920" y="3163680"/>
            <a:ext cx="276480" cy="22680"/>
          </a:xfrm>
          <a:custGeom>
            <a:avLst/>
            <a:gdLst/>
            <a:ahLst/>
            <a:rect l="0" t="0" r="r" b="b"/>
            <a:pathLst>
              <a:path w="768" h="63">
                <a:moveTo>
                  <a:pt x="0" y="62"/>
                </a:moveTo>
                <a:lnTo>
                  <a:pt x="760" y="0"/>
                </a:lnTo>
                <a:lnTo>
                  <a:pt x="768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4" name=""/>
          <p:cNvSpPr/>
          <p:nvPr/>
        </p:nvSpPr>
        <p:spPr>
          <a:xfrm>
            <a:off x="3940920" y="3163680"/>
            <a:ext cx="279360" cy="23040"/>
          </a:xfrm>
          <a:custGeom>
            <a:avLst/>
            <a:gdLst/>
            <a:ahLst/>
            <a:rect l="0" t="0" r="r" b="b"/>
            <a:pathLst>
              <a:path w="776" h="64">
                <a:moveTo>
                  <a:pt x="0" y="63"/>
                </a:moveTo>
                <a:lnTo>
                  <a:pt x="768" y="0"/>
                </a:lnTo>
                <a:lnTo>
                  <a:pt x="776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5" name=""/>
          <p:cNvSpPr/>
          <p:nvPr/>
        </p:nvSpPr>
        <p:spPr>
          <a:xfrm>
            <a:off x="3940920" y="3163680"/>
            <a:ext cx="282240" cy="23040"/>
          </a:xfrm>
          <a:custGeom>
            <a:avLst/>
            <a:gdLst/>
            <a:ahLst/>
            <a:rect l="0" t="0" r="r" b="b"/>
            <a:pathLst>
              <a:path w="784" h="64">
                <a:moveTo>
                  <a:pt x="0" y="64"/>
                </a:moveTo>
                <a:lnTo>
                  <a:pt x="776" y="0"/>
                </a:lnTo>
                <a:lnTo>
                  <a:pt x="784" y="0"/>
                </a:lnTo>
                <a:lnTo>
                  <a:pt x="0" y="64"/>
                </a:lnTo>
                <a:close/>
              </a:path>
            </a:pathLst>
          </a:custGeom>
          <a:solidFill>
            <a:srgbClr val="d8cb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6" name=""/>
          <p:cNvSpPr/>
          <p:nvPr/>
        </p:nvSpPr>
        <p:spPr>
          <a:xfrm>
            <a:off x="3940920" y="3163680"/>
            <a:ext cx="285480" cy="23760"/>
          </a:xfrm>
          <a:custGeom>
            <a:avLst/>
            <a:gdLst/>
            <a:ahLst/>
            <a:rect l="0" t="0" r="r" b="b"/>
            <a:pathLst>
              <a:path w="793" h="66">
                <a:moveTo>
                  <a:pt x="0" y="64"/>
                </a:moveTo>
                <a:lnTo>
                  <a:pt x="784" y="0"/>
                </a:lnTo>
                <a:lnTo>
                  <a:pt x="793" y="0"/>
                </a:lnTo>
                <a:lnTo>
                  <a:pt x="0" y="66"/>
                </a:lnTo>
                <a:lnTo>
                  <a:pt x="0" y="64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7" name=""/>
          <p:cNvSpPr/>
          <p:nvPr/>
        </p:nvSpPr>
        <p:spPr>
          <a:xfrm>
            <a:off x="3940920" y="3163680"/>
            <a:ext cx="288360" cy="23760"/>
          </a:xfrm>
          <a:custGeom>
            <a:avLst/>
            <a:gdLst/>
            <a:ahLst/>
            <a:rect l="0" t="0" r="r" b="b"/>
            <a:pathLst>
              <a:path w="801" h="66">
                <a:moveTo>
                  <a:pt x="0" y="65"/>
                </a:moveTo>
                <a:lnTo>
                  <a:pt x="793" y="0"/>
                </a:lnTo>
                <a:lnTo>
                  <a:pt x="801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8cb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8" name=""/>
          <p:cNvSpPr/>
          <p:nvPr/>
        </p:nvSpPr>
        <p:spPr>
          <a:xfrm>
            <a:off x="3940920" y="3163680"/>
            <a:ext cx="291240" cy="23760"/>
          </a:xfrm>
          <a:custGeom>
            <a:avLst/>
            <a:gdLst/>
            <a:ahLst/>
            <a:rect l="0" t="0" r="r" b="b"/>
            <a:pathLst>
              <a:path w="809" h="66">
                <a:moveTo>
                  <a:pt x="0" y="66"/>
                </a:moveTo>
                <a:lnTo>
                  <a:pt x="801" y="0"/>
                </a:lnTo>
                <a:lnTo>
                  <a:pt x="809" y="0"/>
                </a:lnTo>
                <a:lnTo>
                  <a:pt x="0" y="66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59" name=""/>
          <p:cNvSpPr/>
          <p:nvPr/>
        </p:nvSpPr>
        <p:spPr>
          <a:xfrm>
            <a:off x="3940920" y="3163680"/>
            <a:ext cx="294120" cy="24120"/>
          </a:xfrm>
          <a:custGeom>
            <a:avLst/>
            <a:gdLst/>
            <a:ahLst/>
            <a:rect l="0" t="0" r="r" b="b"/>
            <a:pathLst>
              <a:path w="817" h="67">
                <a:moveTo>
                  <a:pt x="0" y="66"/>
                </a:moveTo>
                <a:lnTo>
                  <a:pt x="809" y="0"/>
                </a:lnTo>
                <a:lnTo>
                  <a:pt x="817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0" name=""/>
          <p:cNvSpPr/>
          <p:nvPr/>
        </p:nvSpPr>
        <p:spPr>
          <a:xfrm>
            <a:off x="3940920" y="3163680"/>
            <a:ext cx="297000" cy="24480"/>
          </a:xfrm>
          <a:custGeom>
            <a:avLst/>
            <a:gdLst/>
            <a:ahLst/>
            <a:rect l="0" t="0" r="r" b="b"/>
            <a:pathLst>
              <a:path w="825" h="68">
                <a:moveTo>
                  <a:pt x="0" y="67"/>
                </a:moveTo>
                <a:lnTo>
                  <a:pt x="817" y="0"/>
                </a:lnTo>
                <a:lnTo>
                  <a:pt x="825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1" name=""/>
          <p:cNvSpPr/>
          <p:nvPr/>
        </p:nvSpPr>
        <p:spPr>
          <a:xfrm>
            <a:off x="3940920" y="3163680"/>
            <a:ext cx="299880" cy="24480"/>
          </a:xfrm>
          <a:custGeom>
            <a:avLst/>
            <a:gdLst/>
            <a:ahLst/>
            <a:rect l="0" t="0" r="r" b="b"/>
            <a:pathLst>
              <a:path w="833" h="68">
                <a:moveTo>
                  <a:pt x="0" y="68"/>
                </a:moveTo>
                <a:lnTo>
                  <a:pt x="825" y="0"/>
                </a:lnTo>
                <a:lnTo>
                  <a:pt x="833" y="0"/>
                </a:lnTo>
                <a:lnTo>
                  <a:pt x="0" y="68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2" name=""/>
          <p:cNvSpPr/>
          <p:nvPr/>
        </p:nvSpPr>
        <p:spPr>
          <a:xfrm>
            <a:off x="3940920" y="3163680"/>
            <a:ext cx="303120" cy="24840"/>
          </a:xfrm>
          <a:custGeom>
            <a:avLst/>
            <a:gdLst/>
            <a:ahLst/>
            <a:rect l="0" t="0" r="r" b="b"/>
            <a:pathLst>
              <a:path w="842" h="69">
                <a:moveTo>
                  <a:pt x="0" y="68"/>
                </a:moveTo>
                <a:lnTo>
                  <a:pt x="833" y="0"/>
                </a:lnTo>
                <a:lnTo>
                  <a:pt x="842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3" name=""/>
          <p:cNvSpPr/>
          <p:nvPr/>
        </p:nvSpPr>
        <p:spPr>
          <a:xfrm>
            <a:off x="3940920" y="3163680"/>
            <a:ext cx="306000" cy="24840"/>
          </a:xfrm>
          <a:custGeom>
            <a:avLst/>
            <a:gdLst/>
            <a:ahLst/>
            <a:rect l="0" t="0" r="r" b="b"/>
            <a:pathLst>
              <a:path w="850" h="69">
                <a:moveTo>
                  <a:pt x="0" y="69"/>
                </a:moveTo>
                <a:lnTo>
                  <a:pt x="842" y="0"/>
                </a:lnTo>
                <a:lnTo>
                  <a:pt x="850" y="0"/>
                </a:lnTo>
                <a:lnTo>
                  <a:pt x="0" y="69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4" name=""/>
          <p:cNvSpPr/>
          <p:nvPr/>
        </p:nvSpPr>
        <p:spPr>
          <a:xfrm>
            <a:off x="3940920" y="3163680"/>
            <a:ext cx="308880" cy="25200"/>
          </a:xfrm>
          <a:custGeom>
            <a:avLst/>
            <a:gdLst/>
            <a:ahLst/>
            <a:rect l="0" t="0" r="r" b="b"/>
            <a:pathLst>
              <a:path w="858" h="70">
                <a:moveTo>
                  <a:pt x="0" y="69"/>
                </a:moveTo>
                <a:lnTo>
                  <a:pt x="850" y="0"/>
                </a:lnTo>
                <a:lnTo>
                  <a:pt x="858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5" name=""/>
          <p:cNvSpPr/>
          <p:nvPr/>
        </p:nvSpPr>
        <p:spPr>
          <a:xfrm>
            <a:off x="3940920" y="3163680"/>
            <a:ext cx="311760" cy="25560"/>
          </a:xfrm>
          <a:custGeom>
            <a:avLst/>
            <a:gdLst/>
            <a:ahLst/>
            <a:rect l="0" t="0" r="r" b="b"/>
            <a:pathLst>
              <a:path w="866" h="71">
                <a:moveTo>
                  <a:pt x="0" y="70"/>
                </a:moveTo>
                <a:lnTo>
                  <a:pt x="858" y="0"/>
                </a:lnTo>
                <a:lnTo>
                  <a:pt x="866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6" name=""/>
          <p:cNvSpPr/>
          <p:nvPr/>
        </p:nvSpPr>
        <p:spPr>
          <a:xfrm>
            <a:off x="3940920" y="3163680"/>
            <a:ext cx="314640" cy="25560"/>
          </a:xfrm>
          <a:custGeom>
            <a:avLst/>
            <a:gdLst/>
            <a:ahLst/>
            <a:rect l="0" t="0" r="r" b="b"/>
            <a:pathLst>
              <a:path w="874" h="71">
                <a:moveTo>
                  <a:pt x="0" y="71"/>
                </a:moveTo>
                <a:lnTo>
                  <a:pt x="866" y="0"/>
                </a:lnTo>
                <a:lnTo>
                  <a:pt x="874" y="0"/>
                </a:lnTo>
                <a:lnTo>
                  <a:pt x="0" y="71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7" name=""/>
          <p:cNvSpPr/>
          <p:nvPr/>
        </p:nvSpPr>
        <p:spPr>
          <a:xfrm>
            <a:off x="3940920" y="3163680"/>
            <a:ext cx="317520" cy="25920"/>
          </a:xfrm>
          <a:custGeom>
            <a:avLst/>
            <a:gdLst/>
            <a:ahLst/>
            <a:rect l="0" t="0" r="r" b="b"/>
            <a:pathLst>
              <a:path w="882" h="72">
                <a:moveTo>
                  <a:pt x="0" y="71"/>
                </a:moveTo>
                <a:lnTo>
                  <a:pt x="874" y="0"/>
                </a:lnTo>
                <a:lnTo>
                  <a:pt x="882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8" name=""/>
          <p:cNvSpPr/>
          <p:nvPr/>
        </p:nvSpPr>
        <p:spPr>
          <a:xfrm>
            <a:off x="3940920" y="3163680"/>
            <a:ext cx="320400" cy="26280"/>
          </a:xfrm>
          <a:custGeom>
            <a:avLst/>
            <a:gdLst/>
            <a:ahLst/>
            <a:rect l="0" t="0" r="r" b="b"/>
            <a:pathLst>
              <a:path w="890" h="73">
                <a:moveTo>
                  <a:pt x="0" y="72"/>
                </a:moveTo>
                <a:lnTo>
                  <a:pt x="882" y="0"/>
                </a:lnTo>
                <a:lnTo>
                  <a:pt x="890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69" name=""/>
          <p:cNvSpPr/>
          <p:nvPr/>
        </p:nvSpPr>
        <p:spPr>
          <a:xfrm>
            <a:off x="3940920" y="3163680"/>
            <a:ext cx="323640" cy="26280"/>
          </a:xfrm>
          <a:custGeom>
            <a:avLst/>
            <a:gdLst/>
            <a:ahLst/>
            <a:rect l="0" t="0" r="r" b="b"/>
            <a:pathLst>
              <a:path w="899" h="73">
                <a:moveTo>
                  <a:pt x="0" y="73"/>
                </a:moveTo>
                <a:lnTo>
                  <a:pt x="890" y="0"/>
                </a:lnTo>
                <a:lnTo>
                  <a:pt x="899" y="0"/>
                </a:lnTo>
                <a:lnTo>
                  <a:pt x="0" y="73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0" name=""/>
          <p:cNvSpPr/>
          <p:nvPr/>
        </p:nvSpPr>
        <p:spPr>
          <a:xfrm>
            <a:off x="3940920" y="3163680"/>
            <a:ext cx="326520" cy="26640"/>
          </a:xfrm>
          <a:custGeom>
            <a:avLst/>
            <a:gdLst/>
            <a:ahLst/>
            <a:rect l="0" t="0" r="r" b="b"/>
            <a:pathLst>
              <a:path w="907" h="74">
                <a:moveTo>
                  <a:pt x="0" y="73"/>
                </a:moveTo>
                <a:lnTo>
                  <a:pt x="899" y="0"/>
                </a:lnTo>
                <a:lnTo>
                  <a:pt x="907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1" name=""/>
          <p:cNvSpPr/>
          <p:nvPr/>
        </p:nvSpPr>
        <p:spPr>
          <a:xfrm>
            <a:off x="3940920" y="3163680"/>
            <a:ext cx="329400" cy="27000"/>
          </a:xfrm>
          <a:custGeom>
            <a:avLst/>
            <a:gdLst/>
            <a:ahLst/>
            <a:rect l="0" t="0" r="r" b="b"/>
            <a:pathLst>
              <a:path w="915" h="75">
                <a:moveTo>
                  <a:pt x="0" y="74"/>
                </a:moveTo>
                <a:lnTo>
                  <a:pt x="907" y="0"/>
                </a:lnTo>
                <a:lnTo>
                  <a:pt x="915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2" name=""/>
          <p:cNvSpPr/>
          <p:nvPr/>
        </p:nvSpPr>
        <p:spPr>
          <a:xfrm>
            <a:off x="3940920" y="3163680"/>
            <a:ext cx="332280" cy="27000"/>
          </a:xfrm>
          <a:custGeom>
            <a:avLst/>
            <a:gdLst/>
            <a:ahLst/>
            <a:rect l="0" t="0" r="r" b="b"/>
            <a:pathLst>
              <a:path w="923" h="75">
                <a:moveTo>
                  <a:pt x="0" y="75"/>
                </a:moveTo>
                <a:lnTo>
                  <a:pt x="915" y="0"/>
                </a:lnTo>
                <a:lnTo>
                  <a:pt x="923" y="0"/>
                </a:lnTo>
                <a:lnTo>
                  <a:pt x="0" y="75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3" name=""/>
          <p:cNvSpPr/>
          <p:nvPr/>
        </p:nvSpPr>
        <p:spPr>
          <a:xfrm>
            <a:off x="3940920" y="3163680"/>
            <a:ext cx="335160" cy="27360"/>
          </a:xfrm>
          <a:custGeom>
            <a:avLst/>
            <a:gdLst/>
            <a:ahLst/>
            <a:rect l="0" t="0" r="r" b="b"/>
            <a:pathLst>
              <a:path w="931" h="76">
                <a:moveTo>
                  <a:pt x="0" y="75"/>
                </a:moveTo>
                <a:lnTo>
                  <a:pt x="923" y="0"/>
                </a:lnTo>
                <a:lnTo>
                  <a:pt x="931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4" name=""/>
          <p:cNvSpPr/>
          <p:nvPr/>
        </p:nvSpPr>
        <p:spPr>
          <a:xfrm>
            <a:off x="3940920" y="3163680"/>
            <a:ext cx="338040" cy="27720"/>
          </a:xfrm>
          <a:custGeom>
            <a:avLst/>
            <a:gdLst/>
            <a:ahLst/>
            <a:rect l="0" t="0" r="r" b="b"/>
            <a:pathLst>
              <a:path w="939" h="77">
                <a:moveTo>
                  <a:pt x="0" y="76"/>
                </a:moveTo>
                <a:lnTo>
                  <a:pt x="931" y="0"/>
                </a:lnTo>
                <a:lnTo>
                  <a:pt x="939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5" name=""/>
          <p:cNvSpPr/>
          <p:nvPr/>
        </p:nvSpPr>
        <p:spPr>
          <a:xfrm>
            <a:off x="3940920" y="3163680"/>
            <a:ext cx="341280" cy="27720"/>
          </a:xfrm>
          <a:custGeom>
            <a:avLst/>
            <a:gdLst/>
            <a:ahLst/>
            <a:rect l="0" t="0" r="r" b="b"/>
            <a:pathLst>
              <a:path w="948" h="77">
                <a:moveTo>
                  <a:pt x="0" y="77"/>
                </a:moveTo>
                <a:lnTo>
                  <a:pt x="939" y="0"/>
                </a:lnTo>
                <a:lnTo>
                  <a:pt x="948" y="0"/>
                </a:lnTo>
                <a:lnTo>
                  <a:pt x="0" y="77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6" name=""/>
          <p:cNvSpPr/>
          <p:nvPr/>
        </p:nvSpPr>
        <p:spPr>
          <a:xfrm>
            <a:off x="3940920" y="3163680"/>
            <a:ext cx="344160" cy="28080"/>
          </a:xfrm>
          <a:custGeom>
            <a:avLst/>
            <a:gdLst/>
            <a:ahLst/>
            <a:rect l="0" t="0" r="r" b="b"/>
            <a:pathLst>
              <a:path w="956" h="78">
                <a:moveTo>
                  <a:pt x="0" y="77"/>
                </a:moveTo>
                <a:lnTo>
                  <a:pt x="948" y="0"/>
                </a:lnTo>
                <a:lnTo>
                  <a:pt x="956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7" name=""/>
          <p:cNvSpPr/>
          <p:nvPr/>
        </p:nvSpPr>
        <p:spPr>
          <a:xfrm>
            <a:off x="3940920" y="3163680"/>
            <a:ext cx="347040" cy="28440"/>
          </a:xfrm>
          <a:custGeom>
            <a:avLst/>
            <a:gdLst/>
            <a:ahLst/>
            <a:rect l="0" t="0" r="r" b="b"/>
            <a:pathLst>
              <a:path w="964" h="79">
                <a:moveTo>
                  <a:pt x="0" y="78"/>
                </a:moveTo>
                <a:lnTo>
                  <a:pt x="956" y="0"/>
                </a:lnTo>
                <a:lnTo>
                  <a:pt x="964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8" name=""/>
          <p:cNvSpPr/>
          <p:nvPr/>
        </p:nvSpPr>
        <p:spPr>
          <a:xfrm>
            <a:off x="3940920" y="3163680"/>
            <a:ext cx="349920" cy="28440"/>
          </a:xfrm>
          <a:custGeom>
            <a:avLst/>
            <a:gdLst/>
            <a:ahLst/>
            <a:rect l="0" t="0" r="r" b="b"/>
            <a:pathLst>
              <a:path w="972" h="79">
                <a:moveTo>
                  <a:pt x="0" y="79"/>
                </a:moveTo>
                <a:lnTo>
                  <a:pt x="964" y="0"/>
                </a:lnTo>
                <a:lnTo>
                  <a:pt x="972" y="0"/>
                </a:lnTo>
                <a:lnTo>
                  <a:pt x="0" y="7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79" name=""/>
          <p:cNvSpPr/>
          <p:nvPr/>
        </p:nvSpPr>
        <p:spPr>
          <a:xfrm>
            <a:off x="3940920" y="3163680"/>
            <a:ext cx="352800" cy="28800"/>
          </a:xfrm>
          <a:custGeom>
            <a:avLst/>
            <a:gdLst/>
            <a:ahLst/>
            <a:rect l="0" t="0" r="r" b="b"/>
            <a:pathLst>
              <a:path w="980" h="80">
                <a:moveTo>
                  <a:pt x="0" y="79"/>
                </a:moveTo>
                <a:lnTo>
                  <a:pt x="972" y="0"/>
                </a:lnTo>
                <a:lnTo>
                  <a:pt x="980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0" name=""/>
          <p:cNvSpPr/>
          <p:nvPr/>
        </p:nvSpPr>
        <p:spPr>
          <a:xfrm>
            <a:off x="3940920" y="3163680"/>
            <a:ext cx="355680" cy="29160"/>
          </a:xfrm>
          <a:custGeom>
            <a:avLst/>
            <a:gdLst/>
            <a:ahLst/>
            <a:rect l="0" t="0" r="r" b="b"/>
            <a:pathLst>
              <a:path w="988" h="81">
                <a:moveTo>
                  <a:pt x="0" y="80"/>
                </a:moveTo>
                <a:lnTo>
                  <a:pt x="980" y="0"/>
                </a:lnTo>
                <a:lnTo>
                  <a:pt x="988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1" name=""/>
          <p:cNvSpPr/>
          <p:nvPr/>
        </p:nvSpPr>
        <p:spPr>
          <a:xfrm>
            <a:off x="3940920" y="3163680"/>
            <a:ext cx="358920" cy="29160"/>
          </a:xfrm>
          <a:custGeom>
            <a:avLst/>
            <a:gdLst/>
            <a:ahLst/>
            <a:rect l="0" t="0" r="r" b="b"/>
            <a:pathLst>
              <a:path w="997" h="81">
                <a:moveTo>
                  <a:pt x="0" y="81"/>
                </a:moveTo>
                <a:lnTo>
                  <a:pt x="988" y="0"/>
                </a:lnTo>
                <a:lnTo>
                  <a:pt x="997" y="0"/>
                </a:lnTo>
                <a:lnTo>
                  <a:pt x="0" y="8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2" name=""/>
          <p:cNvSpPr/>
          <p:nvPr/>
        </p:nvSpPr>
        <p:spPr>
          <a:xfrm>
            <a:off x="3940920" y="3163680"/>
            <a:ext cx="361800" cy="29520"/>
          </a:xfrm>
          <a:custGeom>
            <a:avLst/>
            <a:gdLst/>
            <a:ahLst/>
            <a:rect l="0" t="0" r="r" b="b"/>
            <a:pathLst>
              <a:path w="1005" h="82">
                <a:moveTo>
                  <a:pt x="0" y="81"/>
                </a:moveTo>
                <a:lnTo>
                  <a:pt x="997" y="0"/>
                </a:lnTo>
                <a:lnTo>
                  <a:pt x="1005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3" name=""/>
          <p:cNvSpPr/>
          <p:nvPr/>
        </p:nvSpPr>
        <p:spPr>
          <a:xfrm>
            <a:off x="3940920" y="3163680"/>
            <a:ext cx="364680" cy="30240"/>
          </a:xfrm>
          <a:custGeom>
            <a:avLst/>
            <a:gdLst/>
            <a:ahLst/>
            <a:rect l="0" t="0" r="r" b="b"/>
            <a:pathLst>
              <a:path w="1013" h="84">
                <a:moveTo>
                  <a:pt x="0" y="82"/>
                </a:moveTo>
                <a:lnTo>
                  <a:pt x="1005" y="0"/>
                </a:lnTo>
                <a:lnTo>
                  <a:pt x="1013" y="0"/>
                </a:lnTo>
                <a:lnTo>
                  <a:pt x="0" y="84"/>
                </a:lnTo>
                <a:lnTo>
                  <a:pt x="0" y="8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4" name=""/>
          <p:cNvSpPr/>
          <p:nvPr/>
        </p:nvSpPr>
        <p:spPr>
          <a:xfrm>
            <a:off x="3940920" y="3163680"/>
            <a:ext cx="367560" cy="29880"/>
          </a:xfrm>
          <a:custGeom>
            <a:avLst/>
            <a:gdLst/>
            <a:ahLst/>
            <a:rect l="0" t="0" r="r" b="b"/>
            <a:pathLst>
              <a:path w="1021" h="83">
                <a:moveTo>
                  <a:pt x="0" y="83"/>
                </a:moveTo>
                <a:lnTo>
                  <a:pt x="1013" y="0"/>
                </a:lnTo>
                <a:lnTo>
                  <a:pt x="1021" y="0"/>
                </a:lnTo>
                <a:lnTo>
                  <a:pt x="0" y="8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5" name=""/>
          <p:cNvSpPr/>
          <p:nvPr/>
        </p:nvSpPr>
        <p:spPr>
          <a:xfrm>
            <a:off x="3940920" y="3163680"/>
            <a:ext cx="370440" cy="30240"/>
          </a:xfrm>
          <a:custGeom>
            <a:avLst/>
            <a:gdLst/>
            <a:ahLst/>
            <a:rect l="0" t="0" r="r" b="b"/>
            <a:pathLst>
              <a:path w="1029" h="84">
                <a:moveTo>
                  <a:pt x="0" y="83"/>
                </a:moveTo>
                <a:lnTo>
                  <a:pt x="1021" y="0"/>
                </a:lnTo>
                <a:lnTo>
                  <a:pt x="1029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6" name=""/>
          <p:cNvSpPr/>
          <p:nvPr/>
        </p:nvSpPr>
        <p:spPr>
          <a:xfrm>
            <a:off x="3940920" y="3163680"/>
            <a:ext cx="373320" cy="30600"/>
          </a:xfrm>
          <a:custGeom>
            <a:avLst/>
            <a:gdLst/>
            <a:ahLst/>
            <a:rect l="0" t="0" r="r" b="b"/>
            <a:pathLst>
              <a:path w="1037" h="85">
                <a:moveTo>
                  <a:pt x="0" y="84"/>
                </a:moveTo>
                <a:lnTo>
                  <a:pt x="1029" y="0"/>
                </a:lnTo>
                <a:lnTo>
                  <a:pt x="1037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7" name=""/>
          <p:cNvSpPr/>
          <p:nvPr/>
        </p:nvSpPr>
        <p:spPr>
          <a:xfrm>
            <a:off x="3940920" y="3163680"/>
            <a:ext cx="375120" cy="30600"/>
          </a:xfrm>
          <a:custGeom>
            <a:avLst/>
            <a:gdLst/>
            <a:ahLst/>
            <a:rect l="0" t="0" r="r" b="b"/>
            <a:pathLst>
              <a:path w="1042" h="85">
                <a:moveTo>
                  <a:pt x="0" y="85"/>
                </a:moveTo>
                <a:lnTo>
                  <a:pt x="1037" y="0"/>
                </a:lnTo>
                <a:lnTo>
                  <a:pt x="1042" y="0"/>
                </a:lnTo>
                <a:lnTo>
                  <a:pt x="0" y="85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8" name=""/>
          <p:cNvSpPr/>
          <p:nvPr/>
        </p:nvSpPr>
        <p:spPr>
          <a:xfrm>
            <a:off x="3940920" y="3163680"/>
            <a:ext cx="375120" cy="30960"/>
          </a:xfrm>
          <a:custGeom>
            <a:avLst/>
            <a:gdLst/>
            <a:ahLst/>
            <a:rect l="0" t="0" r="r" b="b"/>
            <a:pathLst>
              <a:path w="1042" h="86">
                <a:moveTo>
                  <a:pt x="0" y="85"/>
                </a:moveTo>
                <a:lnTo>
                  <a:pt x="1042" y="0"/>
                </a:lnTo>
                <a:lnTo>
                  <a:pt x="1042" y="1"/>
                </a:lnTo>
                <a:lnTo>
                  <a:pt x="5" y="86"/>
                </a:lnTo>
                <a:lnTo>
                  <a:pt x="0" y="85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89" name=""/>
          <p:cNvSpPr/>
          <p:nvPr/>
        </p:nvSpPr>
        <p:spPr>
          <a:xfrm>
            <a:off x="3942720" y="3164040"/>
            <a:ext cx="373320" cy="30600"/>
          </a:xfrm>
          <a:custGeom>
            <a:avLst/>
            <a:gdLst/>
            <a:ahLst/>
            <a:rect l="0" t="0" r="r" b="b"/>
            <a:pathLst>
              <a:path w="1037" h="85">
                <a:moveTo>
                  <a:pt x="0" y="85"/>
                </a:moveTo>
                <a:lnTo>
                  <a:pt x="1037" y="0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0" name=""/>
          <p:cNvSpPr/>
          <p:nvPr/>
        </p:nvSpPr>
        <p:spPr>
          <a:xfrm>
            <a:off x="3945600" y="3164040"/>
            <a:ext cx="370440" cy="30600"/>
          </a:xfrm>
          <a:custGeom>
            <a:avLst/>
            <a:gdLst/>
            <a:ahLst/>
            <a:rect l="0" t="0" r="r" b="b"/>
            <a:pathLst>
              <a:path w="1029" h="85">
                <a:moveTo>
                  <a:pt x="0" y="85"/>
                </a:moveTo>
                <a:lnTo>
                  <a:pt x="1029" y="0"/>
                </a:lnTo>
                <a:lnTo>
                  <a:pt x="1029" y="1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1" name=""/>
          <p:cNvSpPr/>
          <p:nvPr/>
        </p:nvSpPr>
        <p:spPr>
          <a:xfrm>
            <a:off x="3948480" y="3164400"/>
            <a:ext cx="367560" cy="30240"/>
          </a:xfrm>
          <a:custGeom>
            <a:avLst/>
            <a:gdLst/>
            <a:ahLst/>
            <a:rect l="0" t="0" r="r" b="b"/>
            <a:pathLst>
              <a:path w="1021" h="84">
                <a:moveTo>
                  <a:pt x="0" y="84"/>
                </a:moveTo>
                <a:lnTo>
                  <a:pt x="1021" y="0"/>
                </a:lnTo>
                <a:lnTo>
                  <a:pt x="1021" y="1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2" name=""/>
          <p:cNvSpPr/>
          <p:nvPr/>
        </p:nvSpPr>
        <p:spPr>
          <a:xfrm>
            <a:off x="3951360" y="3164760"/>
            <a:ext cx="364680" cy="29880"/>
          </a:xfrm>
          <a:custGeom>
            <a:avLst/>
            <a:gdLst/>
            <a:ahLst/>
            <a:rect l="0" t="0" r="r" b="b"/>
            <a:pathLst>
              <a:path w="1013" h="83">
                <a:moveTo>
                  <a:pt x="0" y="83"/>
                </a:moveTo>
                <a:lnTo>
                  <a:pt x="1013" y="0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3" name=""/>
          <p:cNvSpPr/>
          <p:nvPr/>
        </p:nvSpPr>
        <p:spPr>
          <a:xfrm>
            <a:off x="3954240" y="3164760"/>
            <a:ext cx="361800" cy="29880"/>
          </a:xfrm>
          <a:custGeom>
            <a:avLst/>
            <a:gdLst/>
            <a:ahLst/>
            <a:rect l="0" t="0" r="r" b="b"/>
            <a:pathLst>
              <a:path w="1005" h="83">
                <a:moveTo>
                  <a:pt x="0" y="83"/>
                </a:moveTo>
                <a:lnTo>
                  <a:pt x="1005" y="0"/>
                </a:lnTo>
                <a:lnTo>
                  <a:pt x="1005" y="1"/>
                </a:lnTo>
                <a:lnTo>
                  <a:pt x="9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4" name=""/>
          <p:cNvSpPr/>
          <p:nvPr/>
        </p:nvSpPr>
        <p:spPr>
          <a:xfrm>
            <a:off x="3957480" y="3165120"/>
            <a:ext cx="358560" cy="29520"/>
          </a:xfrm>
          <a:custGeom>
            <a:avLst/>
            <a:gdLst/>
            <a:ahLst/>
            <a:rect l="0" t="0" r="r" b="b"/>
            <a:pathLst>
              <a:path w="996" h="82">
                <a:moveTo>
                  <a:pt x="0" y="82"/>
                </a:moveTo>
                <a:lnTo>
                  <a:pt x="996" y="0"/>
                </a:lnTo>
                <a:lnTo>
                  <a:pt x="996" y="1"/>
                </a:lnTo>
                <a:lnTo>
                  <a:pt x="8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5" name=""/>
          <p:cNvSpPr/>
          <p:nvPr/>
        </p:nvSpPr>
        <p:spPr>
          <a:xfrm>
            <a:off x="3960360" y="3165480"/>
            <a:ext cx="355680" cy="29160"/>
          </a:xfrm>
          <a:custGeom>
            <a:avLst/>
            <a:gdLst/>
            <a:ahLst/>
            <a:rect l="0" t="0" r="r" b="b"/>
            <a:pathLst>
              <a:path w="988" h="81">
                <a:moveTo>
                  <a:pt x="0" y="81"/>
                </a:moveTo>
                <a:lnTo>
                  <a:pt x="988" y="0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6" name=""/>
          <p:cNvSpPr/>
          <p:nvPr/>
        </p:nvSpPr>
        <p:spPr>
          <a:xfrm>
            <a:off x="3963240" y="3165480"/>
            <a:ext cx="352800" cy="29160"/>
          </a:xfrm>
          <a:custGeom>
            <a:avLst/>
            <a:gdLst/>
            <a:ahLst/>
            <a:rect l="0" t="0" r="r" b="b"/>
            <a:pathLst>
              <a:path w="980" h="81">
                <a:moveTo>
                  <a:pt x="0" y="81"/>
                </a:moveTo>
                <a:lnTo>
                  <a:pt x="980" y="0"/>
                </a:lnTo>
                <a:lnTo>
                  <a:pt x="980" y="1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7" name=""/>
          <p:cNvSpPr/>
          <p:nvPr/>
        </p:nvSpPr>
        <p:spPr>
          <a:xfrm>
            <a:off x="3966120" y="3165840"/>
            <a:ext cx="349920" cy="28800"/>
          </a:xfrm>
          <a:custGeom>
            <a:avLst/>
            <a:gdLst/>
            <a:ahLst/>
            <a:rect l="0" t="0" r="r" b="b"/>
            <a:pathLst>
              <a:path w="972" h="80">
                <a:moveTo>
                  <a:pt x="0" y="80"/>
                </a:moveTo>
                <a:lnTo>
                  <a:pt x="972" y="0"/>
                </a:lnTo>
                <a:lnTo>
                  <a:pt x="972" y="1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8" name=""/>
          <p:cNvSpPr/>
          <p:nvPr/>
        </p:nvSpPr>
        <p:spPr>
          <a:xfrm>
            <a:off x="3969000" y="3166200"/>
            <a:ext cx="347040" cy="28440"/>
          </a:xfrm>
          <a:custGeom>
            <a:avLst/>
            <a:gdLst/>
            <a:ahLst/>
            <a:rect l="0" t="0" r="r" b="b"/>
            <a:pathLst>
              <a:path w="964" h="79">
                <a:moveTo>
                  <a:pt x="0" y="79"/>
                </a:moveTo>
                <a:lnTo>
                  <a:pt x="964" y="0"/>
                </a:lnTo>
                <a:lnTo>
                  <a:pt x="8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799" name=""/>
          <p:cNvSpPr/>
          <p:nvPr/>
        </p:nvSpPr>
        <p:spPr>
          <a:xfrm>
            <a:off x="3971880" y="3166200"/>
            <a:ext cx="344160" cy="28440"/>
          </a:xfrm>
          <a:custGeom>
            <a:avLst/>
            <a:gdLst/>
            <a:ahLst/>
            <a:rect l="0" t="0" r="r" b="b"/>
            <a:pathLst>
              <a:path w="956" h="79">
                <a:moveTo>
                  <a:pt x="0" y="79"/>
                </a:moveTo>
                <a:lnTo>
                  <a:pt x="956" y="0"/>
                </a:lnTo>
                <a:lnTo>
                  <a:pt x="956" y="1"/>
                </a:lnTo>
                <a:lnTo>
                  <a:pt x="9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0" name=""/>
          <p:cNvSpPr/>
          <p:nvPr/>
        </p:nvSpPr>
        <p:spPr>
          <a:xfrm>
            <a:off x="3975120" y="3166560"/>
            <a:ext cx="340920" cy="28080"/>
          </a:xfrm>
          <a:custGeom>
            <a:avLst/>
            <a:gdLst/>
            <a:ahLst/>
            <a:rect l="0" t="0" r="r" b="b"/>
            <a:pathLst>
              <a:path w="947" h="78">
                <a:moveTo>
                  <a:pt x="0" y="78"/>
                </a:moveTo>
                <a:lnTo>
                  <a:pt x="947" y="0"/>
                </a:lnTo>
                <a:lnTo>
                  <a:pt x="947" y="1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1" name=""/>
          <p:cNvSpPr/>
          <p:nvPr/>
        </p:nvSpPr>
        <p:spPr>
          <a:xfrm>
            <a:off x="3978000" y="3166920"/>
            <a:ext cx="338040" cy="27720"/>
          </a:xfrm>
          <a:custGeom>
            <a:avLst/>
            <a:gdLst/>
            <a:ahLst/>
            <a:rect l="0" t="0" r="r" b="b"/>
            <a:pathLst>
              <a:path w="939" h="77">
                <a:moveTo>
                  <a:pt x="0" y="77"/>
                </a:moveTo>
                <a:lnTo>
                  <a:pt x="939" y="0"/>
                </a:lnTo>
                <a:lnTo>
                  <a:pt x="8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2" name=""/>
          <p:cNvSpPr/>
          <p:nvPr/>
        </p:nvSpPr>
        <p:spPr>
          <a:xfrm>
            <a:off x="3980880" y="3166920"/>
            <a:ext cx="335160" cy="27720"/>
          </a:xfrm>
          <a:custGeom>
            <a:avLst/>
            <a:gdLst/>
            <a:ahLst/>
            <a:rect l="0" t="0" r="r" b="b"/>
            <a:pathLst>
              <a:path w="931" h="77">
                <a:moveTo>
                  <a:pt x="0" y="77"/>
                </a:moveTo>
                <a:lnTo>
                  <a:pt x="931" y="0"/>
                </a:lnTo>
                <a:lnTo>
                  <a:pt x="931" y="1"/>
                </a:lnTo>
                <a:lnTo>
                  <a:pt x="8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3" name=""/>
          <p:cNvSpPr/>
          <p:nvPr/>
        </p:nvSpPr>
        <p:spPr>
          <a:xfrm>
            <a:off x="3983760" y="3167280"/>
            <a:ext cx="332280" cy="27360"/>
          </a:xfrm>
          <a:custGeom>
            <a:avLst/>
            <a:gdLst/>
            <a:ahLst/>
            <a:rect l="0" t="0" r="r" b="b"/>
            <a:pathLst>
              <a:path w="923" h="76">
                <a:moveTo>
                  <a:pt x="0" y="76"/>
                </a:moveTo>
                <a:lnTo>
                  <a:pt x="923" y="0"/>
                </a:lnTo>
                <a:lnTo>
                  <a:pt x="923" y="1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4" name=""/>
          <p:cNvSpPr/>
          <p:nvPr/>
        </p:nvSpPr>
        <p:spPr>
          <a:xfrm>
            <a:off x="3986640" y="3167640"/>
            <a:ext cx="329400" cy="27000"/>
          </a:xfrm>
          <a:custGeom>
            <a:avLst/>
            <a:gdLst/>
            <a:ahLst/>
            <a:rect l="0" t="0" r="r" b="b"/>
            <a:pathLst>
              <a:path w="915" h="75">
                <a:moveTo>
                  <a:pt x="0" y="75"/>
                </a:moveTo>
                <a:lnTo>
                  <a:pt x="915" y="0"/>
                </a:lnTo>
                <a:lnTo>
                  <a:pt x="8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5" name=""/>
          <p:cNvSpPr/>
          <p:nvPr/>
        </p:nvSpPr>
        <p:spPr>
          <a:xfrm>
            <a:off x="3989520" y="3167640"/>
            <a:ext cx="326520" cy="27000"/>
          </a:xfrm>
          <a:custGeom>
            <a:avLst/>
            <a:gdLst/>
            <a:ahLst/>
            <a:rect l="0" t="0" r="r" b="b"/>
            <a:pathLst>
              <a:path w="907" h="75">
                <a:moveTo>
                  <a:pt x="0" y="75"/>
                </a:moveTo>
                <a:lnTo>
                  <a:pt x="907" y="0"/>
                </a:lnTo>
                <a:lnTo>
                  <a:pt x="907" y="1"/>
                </a:lnTo>
                <a:lnTo>
                  <a:pt x="9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6" name=""/>
          <p:cNvSpPr/>
          <p:nvPr/>
        </p:nvSpPr>
        <p:spPr>
          <a:xfrm>
            <a:off x="3992760" y="3168000"/>
            <a:ext cx="323280" cy="26640"/>
          </a:xfrm>
          <a:custGeom>
            <a:avLst/>
            <a:gdLst/>
            <a:ahLst/>
            <a:rect l="0" t="0" r="r" b="b"/>
            <a:pathLst>
              <a:path w="898" h="74">
                <a:moveTo>
                  <a:pt x="0" y="74"/>
                </a:moveTo>
                <a:lnTo>
                  <a:pt x="898" y="0"/>
                </a:lnTo>
                <a:lnTo>
                  <a:pt x="898" y="1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7" name=""/>
          <p:cNvSpPr/>
          <p:nvPr/>
        </p:nvSpPr>
        <p:spPr>
          <a:xfrm>
            <a:off x="3995640" y="3168360"/>
            <a:ext cx="320400" cy="26280"/>
          </a:xfrm>
          <a:custGeom>
            <a:avLst/>
            <a:gdLst/>
            <a:ahLst/>
            <a:rect l="0" t="0" r="r" b="b"/>
            <a:pathLst>
              <a:path w="890" h="73">
                <a:moveTo>
                  <a:pt x="0" y="73"/>
                </a:moveTo>
                <a:lnTo>
                  <a:pt x="890" y="0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8" name=""/>
          <p:cNvSpPr/>
          <p:nvPr/>
        </p:nvSpPr>
        <p:spPr>
          <a:xfrm>
            <a:off x="3998520" y="3168360"/>
            <a:ext cx="317520" cy="26280"/>
          </a:xfrm>
          <a:custGeom>
            <a:avLst/>
            <a:gdLst/>
            <a:ahLst/>
            <a:rect l="0" t="0" r="r" b="b"/>
            <a:pathLst>
              <a:path w="882" h="73">
                <a:moveTo>
                  <a:pt x="0" y="73"/>
                </a:moveTo>
                <a:lnTo>
                  <a:pt x="882" y="0"/>
                </a:lnTo>
                <a:lnTo>
                  <a:pt x="882" y="1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09" name=""/>
          <p:cNvSpPr/>
          <p:nvPr/>
        </p:nvSpPr>
        <p:spPr>
          <a:xfrm>
            <a:off x="4001400" y="3168720"/>
            <a:ext cx="314640" cy="25920"/>
          </a:xfrm>
          <a:custGeom>
            <a:avLst/>
            <a:gdLst/>
            <a:ahLst/>
            <a:rect l="0" t="0" r="r" b="b"/>
            <a:pathLst>
              <a:path w="874" h="72">
                <a:moveTo>
                  <a:pt x="0" y="72"/>
                </a:moveTo>
                <a:lnTo>
                  <a:pt x="874" y="0"/>
                </a:lnTo>
                <a:lnTo>
                  <a:pt x="874" y="1"/>
                </a:lnTo>
                <a:lnTo>
                  <a:pt x="8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0" name=""/>
          <p:cNvSpPr/>
          <p:nvPr/>
        </p:nvSpPr>
        <p:spPr>
          <a:xfrm>
            <a:off x="4004280" y="3169080"/>
            <a:ext cx="311760" cy="25560"/>
          </a:xfrm>
          <a:custGeom>
            <a:avLst/>
            <a:gdLst/>
            <a:ahLst/>
            <a:rect l="0" t="0" r="r" b="b"/>
            <a:pathLst>
              <a:path w="866" h="71">
                <a:moveTo>
                  <a:pt x="0" y="71"/>
                </a:moveTo>
                <a:lnTo>
                  <a:pt x="866" y="0"/>
                </a:lnTo>
                <a:lnTo>
                  <a:pt x="8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1" name=""/>
          <p:cNvSpPr/>
          <p:nvPr/>
        </p:nvSpPr>
        <p:spPr>
          <a:xfrm>
            <a:off x="4007160" y="3169080"/>
            <a:ext cx="308880" cy="25560"/>
          </a:xfrm>
          <a:custGeom>
            <a:avLst/>
            <a:gdLst/>
            <a:ahLst/>
            <a:rect l="0" t="0" r="r" b="b"/>
            <a:pathLst>
              <a:path w="858" h="71">
                <a:moveTo>
                  <a:pt x="0" y="71"/>
                </a:moveTo>
                <a:lnTo>
                  <a:pt x="858" y="0"/>
                </a:lnTo>
                <a:lnTo>
                  <a:pt x="858" y="1"/>
                </a:lnTo>
                <a:lnTo>
                  <a:pt x="9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2" name=""/>
          <p:cNvSpPr/>
          <p:nvPr/>
        </p:nvSpPr>
        <p:spPr>
          <a:xfrm>
            <a:off x="4010400" y="3169440"/>
            <a:ext cx="305640" cy="25200"/>
          </a:xfrm>
          <a:custGeom>
            <a:avLst/>
            <a:gdLst/>
            <a:ahLst/>
            <a:rect l="0" t="0" r="r" b="b"/>
            <a:pathLst>
              <a:path w="849" h="70">
                <a:moveTo>
                  <a:pt x="0" y="70"/>
                </a:moveTo>
                <a:lnTo>
                  <a:pt x="849" y="0"/>
                </a:lnTo>
                <a:lnTo>
                  <a:pt x="849" y="1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3" name=""/>
          <p:cNvSpPr/>
          <p:nvPr/>
        </p:nvSpPr>
        <p:spPr>
          <a:xfrm>
            <a:off x="4013280" y="3169800"/>
            <a:ext cx="302760" cy="24840"/>
          </a:xfrm>
          <a:custGeom>
            <a:avLst/>
            <a:gdLst/>
            <a:ahLst/>
            <a:rect l="0" t="0" r="r" b="b"/>
            <a:pathLst>
              <a:path w="841" h="69">
                <a:moveTo>
                  <a:pt x="0" y="69"/>
                </a:moveTo>
                <a:lnTo>
                  <a:pt x="841" y="0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4" name=""/>
          <p:cNvSpPr/>
          <p:nvPr/>
        </p:nvSpPr>
        <p:spPr>
          <a:xfrm>
            <a:off x="4016160" y="3169800"/>
            <a:ext cx="299880" cy="24840"/>
          </a:xfrm>
          <a:custGeom>
            <a:avLst/>
            <a:gdLst/>
            <a:ahLst/>
            <a:rect l="0" t="0" r="r" b="b"/>
            <a:pathLst>
              <a:path w="833" h="69">
                <a:moveTo>
                  <a:pt x="0" y="69"/>
                </a:moveTo>
                <a:lnTo>
                  <a:pt x="833" y="0"/>
                </a:lnTo>
                <a:lnTo>
                  <a:pt x="833" y="1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5" name=""/>
          <p:cNvSpPr/>
          <p:nvPr/>
        </p:nvSpPr>
        <p:spPr>
          <a:xfrm>
            <a:off x="4019040" y="3170160"/>
            <a:ext cx="297000" cy="24480"/>
          </a:xfrm>
          <a:custGeom>
            <a:avLst/>
            <a:gdLst/>
            <a:ahLst/>
            <a:rect l="0" t="0" r="r" b="b"/>
            <a:pathLst>
              <a:path w="825" h="68">
                <a:moveTo>
                  <a:pt x="0" y="68"/>
                </a:moveTo>
                <a:lnTo>
                  <a:pt x="825" y="0"/>
                </a:lnTo>
                <a:lnTo>
                  <a:pt x="825" y="1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6" name=""/>
          <p:cNvSpPr/>
          <p:nvPr/>
        </p:nvSpPr>
        <p:spPr>
          <a:xfrm>
            <a:off x="4021920" y="3170520"/>
            <a:ext cx="294120" cy="24480"/>
          </a:xfrm>
          <a:custGeom>
            <a:avLst/>
            <a:gdLst/>
            <a:ahLst/>
            <a:rect l="0" t="0" r="r" b="b"/>
            <a:pathLst>
              <a:path w="817" h="68">
                <a:moveTo>
                  <a:pt x="0" y="68"/>
                </a:moveTo>
                <a:lnTo>
                  <a:pt x="817" y="0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7" name=""/>
          <p:cNvSpPr/>
          <p:nvPr/>
        </p:nvSpPr>
        <p:spPr>
          <a:xfrm>
            <a:off x="4024800" y="3170520"/>
            <a:ext cx="291240" cy="24480"/>
          </a:xfrm>
          <a:custGeom>
            <a:avLst/>
            <a:gdLst/>
            <a:ahLst/>
            <a:rect l="0" t="0" r="r" b="b"/>
            <a:pathLst>
              <a:path w="809" h="68">
                <a:moveTo>
                  <a:pt x="0" y="68"/>
                </a:moveTo>
                <a:lnTo>
                  <a:pt x="809" y="0"/>
                </a:lnTo>
                <a:lnTo>
                  <a:pt x="809" y="2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8" name=""/>
          <p:cNvSpPr/>
          <p:nvPr/>
        </p:nvSpPr>
        <p:spPr>
          <a:xfrm>
            <a:off x="4027680" y="3170880"/>
            <a:ext cx="288360" cy="23760"/>
          </a:xfrm>
          <a:custGeom>
            <a:avLst/>
            <a:gdLst/>
            <a:ahLst/>
            <a:rect l="0" t="0" r="r" b="b"/>
            <a:pathLst>
              <a:path w="801" h="66">
                <a:moveTo>
                  <a:pt x="0" y="66"/>
                </a:moveTo>
                <a:lnTo>
                  <a:pt x="801" y="0"/>
                </a:lnTo>
                <a:lnTo>
                  <a:pt x="801" y="1"/>
                </a:lnTo>
                <a:lnTo>
                  <a:pt x="9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19" name=""/>
          <p:cNvSpPr/>
          <p:nvPr/>
        </p:nvSpPr>
        <p:spPr>
          <a:xfrm>
            <a:off x="4030920" y="3171240"/>
            <a:ext cx="285120" cy="23400"/>
          </a:xfrm>
          <a:custGeom>
            <a:avLst/>
            <a:gdLst/>
            <a:ahLst/>
            <a:rect l="0" t="0" r="r" b="b"/>
            <a:pathLst>
              <a:path w="792" h="65">
                <a:moveTo>
                  <a:pt x="0" y="65"/>
                </a:moveTo>
                <a:lnTo>
                  <a:pt x="792" y="0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0" name=""/>
          <p:cNvSpPr/>
          <p:nvPr/>
        </p:nvSpPr>
        <p:spPr>
          <a:xfrm>
            <a:off x="4033800" y="3171240"/>
            <a:ext cx="282240" cy="23400"/>
          </a:xfrm>
          <a:custGeom>
            <a:avLst/>
            <a:gdLst/>
            <a:ahLst/>
            <a:rect l="0" t="0" r="r" b="b"/>
            <a:pathLst>
              <a:path w="784" h="65">
                <a:moveTo>
                  <a:pt x="0" y="65"/>
                </a:moveTo>
                <a:lnTo>
                  <a:pt x="784" y="0"/>
                </a:lnTo>
                <a:lnTo>
                  <a:pt x="784" y="1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1" name=""/>
          <p:cNvSpPr/>
          <p:nvPr/>
        </p:nvSpPr>
        <p:spPr>
          <a:xfrm>
            <a:off x="4036680" y="3171600"/>
            <a:ext cx="279360" cy="23040"/>
          </a:xfrm>
          <a:custGeom>
            <a:avLst/>
            <a:gdLst/>
            <a:ahLst/>
            <a:rect l="0" t="0" r="r" b="b"/>
            <a:pathLst>
              <a:path w="776" h="64">
                <a:moveTo>
                  <a:pt x="0" y="64"/>
                </a:moveTo>
                <a:lnTo>
                  <a:pt x="776" y="0"/>
                </a:lnTo>
                <a:lnTo>
                  <a:pt x="776" y="1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2" name=""/>
          <p:cNvSpPr/>
          <p:nvPr/>
        </p:nvSpPr>
        <p:spPr>
          <a:xfrm>
            <a:off x="4039560" y="3171960"/>
            <a:ext cx="276480" cy="22680"/>
          </a:xfrm>
          <a:custGeom>
            <a:avLst/>
            <a:gdLst/>
            <a:ahLst/>
            <a:rect l="0" t="0" r="r" b="b"/>
            <a:pathLst>
              <a:path w="768" h="63">
                <a:moveTo>
                  <a:pt x="0" y="63"/>
                </a:moveTo>
                <a:lnTo>
                  <a:pt x="768" y="0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3" name=""/>
          <p:cNvSpPr/>
          <p:nvPr/>
        </p:nvSpPr>
        <p:spPr>
          <a:xfrm>
            <a:off x="4042440" y="3171960"/>
            <a:ext cx="273600" cy="22680"/>
          </a:xfrm>
          <a:custGeom>
            <a:avLst/>
            <a:gdLst/>
            <a:ahLst/>
            <a:rect l="0" t="0" r="r" b="b"/>
            <a:pathLst>
              <a:path w="760" h="63">
                <a:moveTo>
                  <a:pt x="0" y="63"/>
                </a:moveTo>
                <a:lnTo>
                  <a:pt x="760" y="0"/>
                </a:lnTo>
                <a:lnTo>
                  <a:pt x="760" y="1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4" name=""/>
          <p:cNvSpPr/>
          <p:nvPr/>
        </p:nvSpPr>
        <p:spPr>
          <a:xfrm>
            <a:off x="4045320" y="3172320"/>
            <a:ext cx="270720" cy="22320"/>
          </a:xfrm>
          <a:custGeom>
            <a:avLst/>
            <a:gdLst/>
            <a:ahLst/>
            <a:rect l="0" t="0" r="r" b="b"/>
            <a:pathLst>
              <a:path w="752" h="62">
                <a:moveTo>
                  <a:pt x="0" y="62"/>
                </a:moveTo>
                <a:lnTo>
                  <a:pt x="752" y="0"/>
                </a:lnTo>
                <a:lnTo>
                  <a:pt x="752" y="1"/>
                </a:lnTo>
                <a:lnTo>
                  <a:pt x="9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5" name=""/>
          <p:cNvSpPr/>
          <p:nvPr/>
        </p:nvSpPr>
        <p:spPr>
          <a:xfrm>
            <a:off x="4048560" y="3172680"/>
            <a:ext cx="267480" cy="21960"/>
          </a:xfrm>
          <a:custGeom>
            <a:avLst/>
            <a:gdLst/>
            <a:ahLst/>
            <a:rect l="0" t="0" r="r" b="b"/>
            <a:pathLst>
              <a:path w="743" h="61">
                <a:moveTo>
                  <a:pt x="0" y="61"/>
                </a:moveTo>
                <a:lnTo>
                  <a:pt x="743" y="0"/>
                </a:lnTo>
                <a:lnTo>
                  <a:pt x="8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6" name=""/>
          <p:cNvSpPr/>
          <p:nvPr/>
        </p:nvSpPr>
        <p:spPr>
          <a:xfrm>
            <a:off x="4051440" y="3172680"/>
            <a:ext cx="264600" cy="21960"/>
          </a:xfrm>
          <a:custGeom>
            <a:avLst/>
            <a:gdLst/>
            <a:ahLst/>
            <a:rect l="0" t="0" r="r" b="b"/>
            <a:pathLst>
              <a:path w="735" h="61">
                <a:moveTo>
                  <a:pt x="0" y="61"/>
                </a:moveTo>
                <a:lnTo>
                  <a:pt x="735" y="0"/>
                </a:lnTo>
                <a:lnTo>
                  <a:pt x="735" y="1"/>
                </a:lnTo>
                <a:lnTo>
                  <a:pt x="8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7" name=""/>
          <p:cNvSpPr/>
          <p:nvPr/>
        </p:nvSpPr>
        <p:spPr>
          <a:xfrm>
            <a:off x="4054320" y="3173040"/>
            <a:ext cx="261720" cy="21600"/>
          </a:xfrm>
          <a:custGeom>
            <a:avLst/>
            <a:gdLst/>
            <a:ahLst/>
            <a:rect l="0" t="0" r="r" b="b"/>
            <a:pathLst>
              <a:path w="727" h="60">
                <a:moveTo>
                  <a:pt x="0" y="60"/>
                </a:moveTo>
                <a:lnTo>
                  <a:pt x="727" y="0"/>
                </a:lnTo>
                <a:lnTo>
                  <a:pt x="727" y="1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8" name=""/>
          <p:cNvSpPr/>
          <p:nvPr/>
        </p:nvSpPr>
        <p:spPr>
          <a:xfrm>
            <a:off x="4057200" y="317340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9"/>
                </a:moveTo>
                <a:lnTo>
                  <a:pt x="719" y="0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29" name=""/>
          <p:cNvSpPr/>
          <p:nvPr/>
        </p:nvSpPr>
        <p:spPr>
          <a:xfrm>
            <a:off x="4060080" y="3173400"/>
            <a:ext cx="255960" cy="21240"/>
          </a:xfrm>
          <a:custGeom>
            <a:avLst/>
            <a:gdLst/>
            <a:ahLst/>
            <a:rect l="0" t="0" r="r" b="b"/>
            <a:pathLst>
              <a:path w="711" h="59">
                <a:moveTo>
                  <a:pt x="0" y="59"/>
                </a:moveTo>
                <a:lnTo>
                  <a:pt x="711" y="0"/>
                </a:lnTo>
                <a:lnTo>
                  <a:pt x="711" y="1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0" name=""/>
          <p:cNvSpPr/>
          <p:nvPr/>
        </p:nvSpPr>
        <p:spPr>
          <a:xfrm>
            <a:off x="4062960" y="3173760"/>
            <a:ext cx="253080" cy="20880"/>
          </a:xfrm>
          <a:custGeom>
            <a:avLst/>
            <a:gdLst/>
            <a:ahLst/>
            <a:rect l="0" t="0" r="r" b="b"/>
            <a:pathLst>
              <a:path w="703" h="58">
                <a:moveTo>
                  <a:pt x="0" y="58"/>
                </a:moveTo>
                <a:lnTo>
                  <a:pt x="703" y="0"/>
                </a:lnTo>
                <a:lnTo>
                  <a:pt x="703" y="1"/>
                </a:lnTo>
                <a:lnTo>
                  <a:pt x="9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1" name=""/>
          <p:cNvSpPr/>
          <p:nvPr/>
        </p:nvSpPr>
        <p:spPr>
          <a:xfrm>
            <a:off x="4066200" y="3174120"/>
            <a:ext cx="249840" cy="20520"/>
          </a:xfrm>
          <a:custGeom>
            <a:avLst/>
            <a:gdLst/>
            <a:ahLst/>
            <a:rect l="0" t="0" r="r" b="b"/>
            <a:pathLst>
              <a:path w="694" h="57">
                <a:moveTo>
                  <a:pt x="0" y="57"/>
                </a:moveTo>
                <a:lnTo>
                  <a:pt x="694" y="0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2" name=""/>
          <p:cNvSpPr/>
          <p:nvPr/>
        </p:nvSpPr>
        <p:spPr>
          <a:xfrm>
            <a:off x="4069080" y="3174120"/>
            <a:ext cx="246960" cy="20520"/>
          </a:xfrm>
          <a:custGeom>
            <a:avLst/>
            <a:gdLst/>
            <a:ahLst/>
            <a:rect l="0" t="0" r="r" b="b"/>
            <a:pathLst>
              <a:path w="686" h="57">
                <a:moveTo>
                  <a:pt x="0" y="57"/>
                </a:moveTo>
                <a:lnTo>
                  <a:pt x="686" y="0"/>
                </a:lnTo>
                <a:lnTo>
                  <a:pt x="686" y="1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3" name=""/>
          <p:cNvSpPr/>
          <p:nvPr/>
        </p:nvSpPr>
        <p:spPr>
          <a:xfrm>
            <a:off x="4071960" y="3174480"/>
            <a:ext cx="244080" cy="20160"/>
          </a:xfrm>
          <a:custGeom>
            <a:avLst/>
            <a:gdLst/>
            <a:ahLst/>
            <a:rect l="0" t="0" r="r" b="b"/>
            <a:pathLst>
              <a:path w="678" h="56">
                <a:moveTo>
                  <a:pt x="0" y="56"/>
                </a:moveTo>
                <a:lnTo>
                  <a:pt x="678" y="0"/>
                </a:lnTo>
                <a:lnTo>
                  <a:pt x="8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4" name=""/>
          <p:cNvSpPr/>
          <p:nvPr/>
        </p:nvSpPr>
        <p:spPr>
          <a:xfrm>
            <a:off x="4074840" y="3174480"/>
            <a:ext cx="241200" cy="20160"/>
          </a:xfrm>
          <a:custGeom>
            <a:avLst/>
            <a:gdLst/>
            <a:ahLst/>
            <a:rect l="0" t="0" r="r" b="b"/>
            <a:pathLst>
              <a:path w="670" h="56">
                <a:moveTo>
                  <a:pt x="0" y="56"/>
                </a:moveTo>
                <a:lnTo>
                  <a:pt x="670" y="0"/>
                </a:lnTo>
                <a:lnTo>
                  <a:pt x="670" y="1"/>
                </a:lnTo>
                <a:lnTo>
                  <a:pt x="8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5" name=""/>
          <p:cNvSpPr/>
          <p:nvPr/>
        </p:nvSpPr>
        <p:spPr>
          <a:xfrm>
            <a:off x="4077720" y="3174840"/>
            <a:ext cx="238320" cy="19800"/>
          </a:xfrm>
          <a:custGeom>
            <a:avLst/>
            <a:gdLst/>
            <a:ahLst/>
            <a:rect l="0" t="0" r="r" b="b"/>
            <a:pathLst>
              <a:path w="662" h="55">
                <a:moveTo>
                  <a:pt x="0" y="55"/>
                </a:moveTo>
                <a:lnTo>
                  <a:pt x="662" y="0"/>
                </a:lnTo>
                <a:lnTo>
                  <a:pt x="662" y="1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6" name=""/>
          <p:cNvSpPr/>
          <p:nvPr/>
        </p:nvSpPr>
        <p:spPr>
          <a:xfrm>
            <a:off x="4080600" y="3175200"/>
            <a:ext cx="235440" cy="19440"/>
          </a:xfrm>
          <a:custGeom>
            <a:avLst/>
            <a:gdLst/>
            <a:ahLst/>
            <a:rect l="0" t="0" r="r" b="b"/>
            <a:pathLst>
              <a:path w="654" h="54">
                <a:moveTo>
                  <a:pt x="0" y="54"/>
                </a:moveTo>
                <a:lnTo>
                  <a:pt x="654" y="0"/>
                </a:lnTo>
                <a:lnTo>
                  <a:pt x="9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7" name=""/>
          <p:cNvSpPr/>
          <p:nvPr/>
        </p:nvSpPr>
        <p:spPr>
          <a:xfrm>
            <a:off x="4083840" y="3175200"/>
            <a:ext cx="232200" cy="19440"/>
          </a:xfrm>
          <a:custGeom>
            <a:avLst/>
            <a:gdLst/>
            <a:ahLst/>
            <a:rect l="0" t="0" r="r" b="b"/>
            <a:pathLst>
              <a:path w="645" h="54">
                <a:moveTo>
                  <a:pt x="0" y="54"/>
                </a:moveTo>
                <a:lnTo>
                  <a:pt x="645" y="0"/>
                </a:lnTo>
                <a:lnTo>
                  <a:pt x="645" y="1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8" name=""/>
          <p:cNvSpPr/>
          <p:nvPr/>
        </p:nvSpPr>
        <p:spPr>
          <a:xfrm>
            <a:off x="4086720" y="3175560"/>
            <a:ext cx="229320" cy="19080"/>
          </a:xfrm>
          <a:custGeom>
            <a:avLst/>
            <a:gdLst/>
            <a:ahLst/>
            <a:rect l="0" t="0" r="r" b="b"/>
            <a:pathLst>
              <a:path w="637" h="53">
                <a:moveTo>
                  <a:pt x="0" y="53"/>
                </a:moveTo>
                <a:lnTo>
                  <a:pt x="637" y="0"/>
                </a:lnTo>
                <a:lnTo>
                  <a:pt x="637" y="1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39" name=""/>
          <p:cNvSpPr/>
          <p:nvPr/>
        </p:nvSpPr>
        <p:spPr>
          <a:xfrm>
            <a:off x="4089600" y="3175920"/>
            <a:ext cx="226440" cy="18720"/>
          </a:xfrm>
          <a:custGeom>
            <a:avLst/>
            <a:gdLst/>
            <a:ahLst/>
            <a:rect l="0" t="0" r="r" b="b"/>
            <a:pathLst>
              <a:path w="629" h="52">
                <a:moveTo>
                  <a:pt x="0" y="52"/>
                </a:moveTo>
                <a:lnTo>
                  <a:pt x="629" y="0"/>
                </a:lnTo>
                <a:lnTo>
                  <a:pt x="8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0" name=""/>
          <p:cNvSpPr/>
          <p:nvPr/>
        </p:nvSpPr>
        <p:spPr>
          <a:xfrm>
            <a:off x="4092480" y="3175920"/>
            <a:ext cx="223560" cy="18720"/>
          </a:xfrm>
          <a:custGeom>
            <a:avLst/>
            <a:gdLst/>
            <a:ahLst/>
            <a:rect l="0" t="0" r="r" b="b"/>
            <a:pathLst>
              <a:path w="621" h="52">
                <a:moveTo>
                  <a:pt x="0" y="52"/>
                </a:moveTo>
                <a:lnTo>
                  <a:pt x="621" y="0"/>
                </a:lnTo>
                <a:lnTo>
                  <a:pt x="621" y="1"/>
                </a:lnTo>
                <a:lnTo>
                  <a:pt x="8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1" name=""/>
          <p:cNvSpPr/>
          <p:nvPr/>
        </p:nvSpPr>
        <p:spPr>
          <a:xfrm>
            <a:off x="4095360" y="3176280"/>
            <a:ext cx="220680" cy="18360"/>
          </a:xfrm>
          <a:custGeom>
            <a:avLst/>
            <a:gdLst/>
            <a:ahLst/>
            <a:rect l="0" t="0" r="r" b="b"/>
            <a:pathLst>
              <a:path w="613" h="51">
                <a:moveTo>
                  <a:pt x="0" y="51"/>
                </a:moveTo>
                <a:lnTo>
                  <a:pt x="613" y="0"/>
                </a:lnTo>
                <a:lnTo>
                  <a:pt x="613" y="1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2" name=""/>
          <p:cNvSpPr/>
          <p:nvPr/>
        </p:nvSpPr>
        <p:spPr>
          <a:xfrm>
            <a:off x="4098240" y="3176640"/>
            <a:ext cx="217800" cy="18000"/>
          </a:xfrm>
          <a:custGeom>
            <a:avLst/>
            <a:gdLst/>
            <a:ahLst/>
            <a:rect l="0" t="0" r="r" b="b"/>
            <a:pathLst>
              <a:path w="605" h="50">
                <a:moveTo>
                  <a:pt x="0" y="50"/>
                </a:moveTo>
                <a:lnTo>
                  <a:pt x="605" y="0"/>
                </a:lnTo>
                <a:lnTo>
                  <a:pt x="9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3" name=""/>
          <p:cNvSpPr/>
          <p:nvPr/>
        </p:nvSpPr>
        <p:spPr>
          <a:xfrm>
            <a:off x="4101480" y="3176640"/>
            <a:ext cx="214560" cy="18000"/>
          </a:xfrm>
          <a:custGeom>
            <a:avLst/>
            <a:gdLst/>
            <a:ahLst/>
            <a:rect l="0" t="0" r="r" b="b"/>
            <a:pathLst>
              <a:path w="596" h="50">
                <a:moveTo>
                  <a:pt x="0" y="50"/>
                </a:moveTo>
                <a:lnTo>
                  <a:pt x="596" y="0"/>
                </a:lnTo>
                <a:lnTo>
                  <a:pt x="596" y="1"/>
                </a:lnTo>
                <a:lnTo>
                  <a:pt x="8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4" name=""/>
          <p:cNvSpPr/>
          <p:nvPr/>
        </p:nvSpPr>
        <p:spPr>
          <a:xfrm>
            <a:off x="4104360" y="3177000"/>
            <a:ext cx="211680" cy="17640"/>
          </a:xfrm>
          <a:custGeom>
            <a:avLst/>
            <a:gdLst/>
            <a:ahLst/>
            <a:rect l="0" t="0" r="r" b="b"/>
            <a:pathLst>
              <a:path w="588" h="49">
                <a:moveTo>
                  <a:pt x="0" y="49"/>
                </a:moveTo>
                <a:lnTo>
                  <a:pt x="588" y="0"/>
                </a:lnTo>
                <a:lnTo>
                  <a:pt x="588" y="1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5" name=""/>
          <p:cNvSpPr/>
          <p:nvPr/>
        </p:nvSpPr>
        <p:spPr>
          <a:xfrm>
            <a:off x="4107240" y="3177360"/>
            <a:ext cx="208800" cy="17280"/>
          </a:xfrm>
          <a:custGeom>
            <a:avLst/>
            <a:gdLst/>
            <a:ahLst/>
            <a:rect l="0" t="0" r="r" b="b"/>
            <a:pathLst>
              <a:path w="580" h="48">
                <a:moveTo>
                  <a:pt x="0" y="48"/>
                </a:moveTo>
                <a:lnTo>
                  <a:pt x="580" y="0"/>
                </a:lnTo>
                <a:lnTo>
                  <a:pt x="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6" name=""/>
          <p:cNvSpPr/>
          <p:nvPr/>
        </p:nvSpPr>
        <p:spPr>
          <a:xfrm>
            <a:off x="4110120" y="3177360"/>
            <a:ext cx="205920" cy="17280"/>
          </a:xfrm>
          <a:custGeom>
            <a:avLst/>
            <a:gdLst/>
            <a:ahLst/>
            <a:rect l="0" t="0" r="r" b="b"/>
            <a:pathLst>
              <a:path w="572" h="48">
                <a:moveTo>
                  <a:pt x="0" y="48"/>
                </a:moveTo>
                <a:lnTo>
                  <a:pt x="572" y="0"/>
                </a:lnTo>
                <a:lnTo>
                  <a:pt x="572" y="1"/>
                </a:lnTo>
                <a:lnTo>
                  <a:pt x="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7" name=""/>
          <p:cNvSpPr/>
          <p:nvPr/>
        </p:nvSpPr>
        <p:spPr>
          <a:xfrm>
            <a:off x="4113000" y="3177720"/>
            <a:ext cx="203040" cy="16920"/>
          </a:xfrm>
          <a:custGeom>
            <a:avLst/>
            <a:gdLst/>
            <a:ahLst/>
            <a:rect l="0" t="0" r="r" b="b"/>
            <a:pathLst>
              <a:path w="564" h="47">
                <a:moveTo>
                  <a:pt x="0" y="47"/>
                </a:moveTo>
                <a:lnTo>
                  <a:pt x="564" y="0"/>
                </a:lnTo>
                <a:lnTo>
                  <a:pt x="564" y="1"/>
                </a:lnTo>
                <a:lnTo>
                  <a:pt x="8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8" name=""/>
          <p:cNvSpPr/>
          <p:nvPr/>
        </p:nvSpPr>
        <p:spPr>
          <a:xfrm>
            <a:off x="4115880" y="3178080"/>
            <a:ext cx="200160" cy="16560"/>
          </a:xfrm>
          <a:custGeom>
            <a:avLst/>
            <a:gdLst/>
            <a:ahLst/>
            <a:rect l="0" t="0" r="r" b="b"/>
            <a:pathLst>
              <a:path w="556" h="46">
                <a:moveTo>
                  <a:pt x="0" y="46"/>
                </a:moveTo>
                <a:lnTo>
                  <a:pt x="556" y="0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49" name=""/>
          <p:cNvSpPr/>
          <p:nvPr/>
        </p:nvSpPr>
        <p:spPr>
          <a:xfrm>
            <a:off x="4118760" y="3178080"/>
            <a:ext cx="197280" cy="16560"/>
          </a:xfrm>
          <a:custGeom>
            <a:avLst/>
            <a:gdLst/>
            <a:ahLst/>
            <a:rect l="0" t="0" r="r" b="b"/>
            <a:pathLst>
              <a:path w="548" h="46">
                <a:moveTo>
                  <a:pt x="0" y="46"/>
                </a:moveTo>
                <a:lnTo>
                  <a:pt x="548" y="0"/>
                </a:lnTo>
                <a:lnTo>
                  <a:pt x="548" y="1"/>
                </a:lnTo>
                <a:lnTo>
                  <a:pt x="9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0" name=""/>
          <p:cNvSpPr/>
          <p:nvPr/>
        </p:nvSpPr>
        <p:spPr>
          <a:xfrm>
            <a:off x="4122000" y="3178440"/>
            <a:ext cx="194040" cy="16200"/>
          </a:xfrm>
          <a:custGeom>
            <a:avLst/>
            <a:gdLst/>
            <a:ahLst/>
            <a:rect l="0" t="0" r="r" b="b"/>
            <a:pathLst>
              <a:path w="539" h="45">
                <a:moveTo>
                  <a:pt x="0" y="45"/>
                </a:moveTo>
                <a:lnTo>
                  <a:pt x="539" y="0"/>
                </a:lnTo>
                <a:lnTo>
                  <a:pt x="539" y="1"/>
                </a:lnTo>
                <a:lnTo>
                  <a:pt x="8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1" name=""/>
          <p:cNvSpPr/>
          <p:nvPr/>
        </p:nvSpPr>
        <p:spPr>
          <a:xfrm>
            <a:off x="4124880" y="3178800"/>
            <a:ext cx="191160" cy="15840"/>
          </a:xfrm>
          <a:custGeom>
            <a:avLst/>
            <a:gdLst/>
            <a:ahLst/>
            <a:rect l="0" t="0" r="r" b="b"/>
            <a:pathLst>
              <a:path w="531" h="44">
                <a:moveTo>
                  <a:pt x="0" y="44"/>
                </a:moveTo>
                <a:lnTo>
                  <a:pt x="531" y="0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2" name=""/>
          <p:cNvSpPr/>
          <p:nvPr/>
        </p:nvSpPr>
        <p:spPr>
          <a:xfrm>
            <a:off x="4127760" y="3178800"/>
            <a:ext cx="188280" cy="15840"/>
          </a:xfrm>
          <a:custGeom>
            <a:avLst/>
            <a:gdLst/>
            <a:ahLst/>
            <a:rect l="0" t="0" r="r" b="b"/>
            <a:pathLst>
              <a:path w="523" h="44">
                <a:moveTo>
                  <a:pt x="0" y="44"/>
                </a:moveTo>
                <a:lnTo>
                  <a:pt x="523" y="0"/>
                </a:lnTo>
                <a:lnTo>
                  <a:pt x="523" y="1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3" name=""/>
          <p:cNvSpPr/>
          <p:nvPr/>
        </p:nvSpPr>
        <p:spPr>
          <a:xfrm>
            <a:off x="4130640" y="3179160"/>
            <a:ext cx="185400" cy="15480"/>
          </a:xfrm>
          <a:custGeom>
            <a:avLst/>
            <a:gdLst/>
            <a:ahLst/>
            <a:rect l="0" t="0" r="r" b="b"/>
            <a:pathLst>
              <a:path w="515" h="43">
                <a:moveTo>
                  <a:pt x="0" y="43"/>
                </a:moveTo>
                <a:lnTo>
                  <a:pt x="515" y="0"/>
                </a:lnTo>
                <a:lnTo>
                  <a:pt x="515" y="1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4" name=""/>
          <p:cNvSpPr/>
          <p:nvPr/>
        </p:nvSpPr>
        <p:spPr>
          <a:xfrm>
            <a:off x="4133520" y="3179520"/>
            <a:ext cx="182520" cy="15120"/>
          </a:xfrm>
          <a:custGeom>
            <a:avLst/>
            <a:gdLst/>
            <a:ahLst/>
            <a:rect l="0" t="0" r="r" b="b"/>
            <a:pathLst>
              <a:path w="507" h="42">
                <a:moveTo>
                  <a:pt x="0" y="42"/>
                </a:moveTo>
                <a:lnTo>
                  <a:pt x="507" y="0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5" name=""/>
          <p:cNvSpPr/>
          <p:nvPr/>
        </p:nvSpPr>
        <p:spPr>
          <a:xfrm>
            <a:off x="4136400" y="3179520"/>
            <a:ext cx="179640" cy="15120"/>
          </a:xfrm>
          <a:custGeom>
            <a:avLst/>
            <a:gdLst/>
            <a:ahLst/>
            <a:rect l="0" t="0" r="r" b="b"/>
            <a:pathLst>
              <a:path w="499" h="42">
                <a:moveTo>
                  <a:pt x="0" y="42"/>
                </a:moveTo>
                <a:lnTo>
                  <a:pt x="499" y="0"/>
                </a:lnTo>
                <a:lnTo>
                  <a:pt x="499" y="1"/>
                </a:lnTo>
                <a:lnTo>
                  <a:pt x="9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6" name=""/>
          <p:cNvSpPr/>
          <p:nvPr/>
        </p:nvSpPr>
        <p:spPr>
          <a:xfrm>
            <a:off x="4139640" y="3179880"/>
            <a:ext cx="176400" cy="15120"/>
          </a:xfrm>
          <a:custGeom>
            <a:avLst/>
            <a:gdLst/>
            <a:ahLst/>
            <a:rect l="0" t="0" r="r" b="b"/>
            <a:pathLst>
              <a:path w="490" h="42">
                <a:moveTo>
                  <a:pt x="0" y="42"/>
                </a:moveTo>
                <a:lnTo>
                  <a:pt x="490" y="0"/>
                </a:lnTo>
                <a:lnTo>
                  <a:pt x="490" y="2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7" name=""/>
          <p:cNvSpPr/>
          <p:nvPr/>
        </p:nvSpPr>
        <p:spPr>
          <a:xfrm>
            <a:off x="4142520" y="3180240"/>
            <a:ext cx="173520" cy="14760"/>
          </a:xfrm>
          <a:custGeom>
            <a:avLst/>
            <a:gdLst/>
            <a:ahLst/>
            <a:rect l="0" t="0" r="r" b="b"/>
            <a:pathLst>
              <a:path w="482" h="41">
                <a:moveTo>
                  <a:pt x="0" y="41"/>
                </a:moveTo>
                <a:lnTo>
                  <a:pt x="482" y="0"/>
                </a:lnTo>
                <a:lnTo>
                  <a:pt x="8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8" name=""/>
          <p:cNvSpPr/>
          <p:nvPr/>
        </p:nvSpPr>
        <p:spPr>
          <a:xfrm>
            <a:off x="4145400" y="3180240"/>
            <a:ext cx="170640" cy="14760"/>
          </a:xfrm>
          <a:custGeom>
            <a:avLst/>
            <a:gdLst/>
            <a:ahLst/>
            <a:rect l="0" t="0" r="r" b="b"/>
            <a:pathLst>
              <a:path w="474" h="41">
                <a:moveTo>
                  <a:pt x="0" y="41"/>
                </a:moveTo>
                <a:lnTo>
                  <a:pt x="474" y="0"/>
                </a:lnTo>
                <a:lnTo>
                  <a:pt x="474" y="2"/>
                </a:lnTo>
                <a:lnTo>
                  <a:pt x="8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59" name=""/>
          <p:cNvSpPr/>
          <p:nvPr/>
        </p:nvSpPr>
        <p:spPr>
          <a:xfrm>
            <a:off x="4148280" y="3180600"/>
            <a:ext cx="167760" cy="14040"/>
          </a:xfrm>
          <a:custGeom>
            <a:avLst/>
            <a:gdLst/>
            <a:ahLst/>
            <a:rect l="0" t="0" r="r" b="b"/>
            <a:pathLst>
              <a:path w="466" h="39">
                <a:moveTo>
                  <a:pt x="0" y="39"/>
                </a:moveTo>
                <a:lnTo>
                  <a:pt x="466" y="0"/>
                </a:lnTo>
                <a:lnTo>
                  <a:pt x="466" y="1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0" name=""/>
          <p:cNvSpPr/>
          <p:nvPr/>
        </p:nvSpPr>
        <p:spPr>
          <a:xfrm>
            <a:off x="4151160" y="3180960"/>
            <a:ext cx="164880" cy="13680"/>
          </a:xfrm>
          <a:custGeom>
            <a:avLst/>
            <a:gdLst/>
            <a:ahLst/>
            <a:rect l="0" t="0" r="r" b="b"/>
            <a:pathLst>
              <a:path w="458" h="38">
                <a:moveTo>
                  <a:pt x="0" y="38"/>
                </a:moveTo>
                <a:lnTo>
                  <a:pt x="458" y="0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1" name=""/>
          <p:cNvSpPr/>
          <p:nvPr/>
        </p:nvSpPr>
        <p:spPr>
          <a:xfrm>
            <a:off x="4154040" y="3180960"/>
            <a:ext cx="162000" cy="13680"/>
          </a:xfrm>
          <a:custGeom>
            <a:avLst/>
            <a:gdLst/>
            <a:ahLst/>
            <a:rect l="0" t="0" r="r" b="b"/>
            <a:pathLst>
              <a:path w="450" h="38">
                <a:moveTo>
                  <a:pt x="0" y="38"/>
                </a:moveTo>
                <a:lnTo>
                  <a:pt x="450" y="0"/>
                </a:lnTo>
                <a:lnTo>
                  <a:pt x="450" y="1"/>
                </a:lnTo>
                <a:lnTo>
                  <a:pt x="9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2" name=""/>
          <p:cNvSpPr/>
          <p:nvPr/>
        </p:nvSpPr>
        <p:spPr>
          <a:xfrm>
            <a:off x="4157280" y="3181320"/>
            <a:ext cx="158760" cy="13680"/>
          </a:xfrm>
          <a:custGeom>
            <a:avLst/>
            <a:gdLst/>
            <a:ahLst/>
            <a:rect l="0" t="0" r="r" b="b"/>
            <a:pathLst>
              <a:path w="441" h="38">
                <a:moveTo>
                  <a:pt x="0" y="38"/>
                </a:moveTo>
                <a:lnTo>
                  <a:pt x="441" y="0"/>
                </a:lnTo>
                <a:lnTo>
                  <a:pt x="441" y="2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3" name=""/>
          <p:cNvSpPr/>
          <p:nvPr/>
        </p:nvSpPr>
        <p:spPr>
          <a:xfrm>
            <a:off x="4160160" y="3181680"/>
            <a:ext cx="155880" cy="12960"/>
          </a:xfrm>
          <a:custGeom>
            <a:avLst/>
            <a:gdLst/>
            <a:ahLst/>
            <a:rect l="0" t="0" r="r" b="b"/>
            <a:pathLst>
              <a:path w="433" h="36">
                <a:moveTo>
                  <a:pt x="0" y="36"/>
                </a:moveTo>
                <a:lnTo>
                  <a:pt x="433" y="0"/>
                </a:lnTo>
                <a:lnTo>
                  <a:pt x="8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4" name=""/>
          <p:cNvSpPr/>
          <p:nvPr/>
        </p:nvSpPr>
        <p:spPr>
          <a:xfrm>
            <a:off x="4163040" y="3181680"/>
            <a:ext cx="153000" cy="12960"/>
          </a:xfrm>
          <a:custGeom>
            <a:avLst/>
            <a:gdLst/>
            <a:ahLst/>
            <a:rect l="0" t="0" r="r" b="b"/>
            <a:pathLst>
              <a:path w="425" h="36">
                <a:moveTo>
                  <a:pt x="0" y="36"/>
                </a:moveTo>
                <a:lnTo>
                  <a:pt x="425" y="0"/>
                </a:lnTo>
                <a:lnTo>
                  <a:pt x="425" y="1"/>
                </a:lnTo>
                <a:lnTo>
                  <a:pt x="8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5" name=""/>
          <p:cNvSpPr/>
          <p:nvPr/>
        </p:nvSpPr>
        <p:spPr>
          <a:xfrm>
            <a:off x="4165920" y="3182040"/>
            <a:ext cx="150120" cy="12600"/>
          </a:xfrm>
          <a:custGeom>
            <a:avLst/>
            <a:gdLst/>
            <a:ahLst/>
            <a:rect l="0" t="0" r="r" b="b"/>
            <a:pathLst>
              <a:path w="417" h="35">
                <a:moveTo>
                  <a:pt x="0" y="35"/>
                </a:moveTo>
                <a:lnTo>
                  <a:pt x="417" y="0"/>
                </a:lnTo>
                <a:lnTo>
                  <a:pt x="417" y="1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6" name=""/>
          <p:cNvSpPr/>
          <p:nvPr/>
        </p:nvSpPr>
        <p:spPr>
          <a:xfrm>
            <a:off x="4168800" y="318240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4"/>
                </a:moveTo>
                <a:lnTo>
                  <a:pt x="409" y="0"/>
                </a:lnTo>
                <a:lnTo>
                  <a:pt x="8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7" name=""/>
          <p:cNvSpPr/>
          <p:nvPr/>
        </p:nvSpPr>
        <p:spPr>
          <a:xfrm>
            <a:off x="4171680" y="3182400"/>
            <a:ext cx="144360" cy="12240"/>
          </a:xfrm>
          <a:custGeom>
            <a:avLst/>
            <a:gdLst/>
            <a:ahLst/>
            <a:rect l="0" t="0" r="r" b="b"/>
            <a:pathLst>
              <a:path w="401" h="34">
                <a:moveTo>
                  <a:pt x="0" y="34"/>
                </a:moveTo>
                <a:lnTo>
                  <a:pt x="401" y="0"/>
                </a:lnTo>
                <a:lnTo>
                  <a:pt x="401" y="1"/>
                </a:lnTo>
                <a:lnTo>
                  <a:pt x="9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8" name=""/>
          <p:cNvSpPr/>
          <p:nvPr/>
        </p:nvSpPr>
        <p:spPr>
          <a:xfrm>
            <a:off x="4174920" y="3182760"/>
            <a:ext cx="141120" cy="11880"/>
          </a:xfrm>
          <a:custGeom>
            <a:avLst/>
            <a:gdLst/>
            <a:ahLst/>
            <a:rect l="0" t="0" r="r" b="b"/>
            <a:pathLst>
              <a:path w="392" h="33">
                <a:moveTo>
                  <a:pt x="0" y="33"/>
                </a:moveTo>
                <a:lnTo>
                  <a:pt x="392" y="0"/>
                </a:lnTo>
                <a:lnTo>
                  <a:pt x="392" y="1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69" name=""/>
          <p:cNvSpPr/>
          <p:nvPr/>
        </p:nvSpPr>
        <p:spPr>
          <a:xfrm>
            <a:off x="4177800" y="3183120"/>
            <a:ext cx="138240" cy="11520"/>
          </a:xfrm>
          <a:custGeom>
            <a:avLst/>
            <a:gdLst/>
            <a:ahLst/>
            <a:rect l="0" t="0" r="r" b="b"/>
            <a:pathLst>
              <a:path w="384" h="32">
                <a:moveTo>
                  <a:pt x="0" y="32"/>
                </a:moveTo>
                <a:lnTo>
                  <a:pt x="384" y="0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0" name=""/>
          <p:cNvSpPr/>
          <p:nvPr/>
        </p:nvSpPr>
        <p:spPr>
          <a:xfrm>
            <a:off x="4180680" y="3183120"/>
            <a:ext cx="135360" cy="11520"/>
          </a:xfrm>
          <a:custGeom>
            <a:avLst/>
            <a:gdLst/>
            <a:ahLst/>
            <a:rect l="0" t="0" r="r" b="b"/>
            <a:pathLst>
              <a:path w="376" h="32">
                <a:moveTo>
                  <a:pt x="0" y="32"/>
                </a:moveTo>
                <a:lnTo>
                  <a:pt x="376" y="0"/>
                </a:lnTo>
                <a:lnTo>
                  <a:pt x="376" y="1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1" name=""/>
          <p:cNvSpPr/>
          <p:nvPr/>
        </p:nvSpPr>
        <p:spPr>
          <a:xfrm>
            <a:off x="4183560" y="3183480"/>
            <a:ext cx="132480" cy="11160"/>
          </a:xfrm>
          <a:custGeom>
            <a:avLst/>
            <a:gdLst/>
            <a:ahLst/>
            <a:rect l="0" t="0" r="r" b="b"/>
            <a:pathLst>
              <a:path w="368" h="31">
                <a:moveTo>
                  <a:pt x="0" y="31"/>
                </a:moveTo>
                <a:lnTo>
                  <a:pt x="368" y="0"/>
                </a:lnTo>
                <a:lnTo>
                  <a:pt x="368" y="1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2" name=""/>
          <p:cNvSpPr/>
          <p:nvPr/>
        </p:nvSpPr>
        <p:spPr>
          <a:xfrm>
            <a:off x="4186440" y="318384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60" y="0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3" name=""/>
          <p:cNvSpPr/>
          <p:nvPr/>
        </p:nvSpPr>
        <p:spPr>
          <a:xfrm>
            <a:off x="4189320" y="3183840"/>
            <a:ext cx="126720" cy="10800"/>
          </a:xfrm>
          <a:custGeom>
            <a:avLst/>
            <a:gdLst/>
            <a:ahLst/>
            <a:rect l="0" t="0" r="r" b="b"/>
            <a:pathLst>
              <a:path w="352" h="30">
                <a:moveTo>
                  <a:pt x="0" y="30"/>
                </a:moveTo>
                <a:lnTo>
                  <a:pt x="352" y="0"/>
                </a:lnTo>
                <a:lnTo>
                  <a:pt x="352" y="1"/>
                </a:lnTo>
                <a:lnTo>
                  <a:pt x="9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4" name=""/>
          <p:cNvSpPr/>
          <p:nvPr/>
        </p:nvSpPr>
        <p:spPr>
          <a:xfrm>
            <a:off x="4192560" y="3184200"/>
            <a:ext cx="123480" cy="10440"/>
          </a:xfrm>
          <a:custGeom>
            <a:avLst/>
            <a:gdLst/>
            <a:ahLst/>
            <a:rect l="0" t="0" r="r" b="b"/>
            <a:pathLst>
              <a:path w="343" h="29">
                <a:moveTo>
                  <a:pt x="0" y="29"/>
                </a:moveTo>
                <a:lnTo>
                  <a:pt x="343" y="0"/>
                </a:lnTo>
                <a:lnTo>
                  <a:pt x="343" y="1"/>
                </a:lnTo>
                <a:lnTo>
                  <a:pt x="8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5" name=""/>
          <p:cNvSpPr/>
          <p:nvPr/>
        </p:nvSpPr>
        <p:spPr>
          <a:xfrm>
            <a:off x="4195440" y="318456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6" name=""/>
          <p:cNvSpPr/>
          <p:nvPr/>
        </p:nvSpPr>
        <p:spPr>
          <a:xfrm>
            <a:off x="4198320" y="3184560"/>
            <a:ext cx="117720" cy="10080"/>
          </a:xfrm>
          <a:custGeom>
            <a:avLst/>
            <a:gdLst/>
            <a:ahLst/>
            <a:rect l="0" t="0" r="r" b="b"/>
            <a:pathLst>
              <a:path w="327" h="28">
                <a:moveTo>
                  <a:pt x="0" y="28"/>
                </a:moveTo>
                <a:lnTo>
                  <a:pt x="327" y="0"/>
                </a:lnTo>
                <a:lnTo>
                  <a:pt x="327" y="1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7" name=""/>
          <p:cNvSpPr/>
          <p:nvPr/>
        </p:nvSpPr>
        <p:spPr>
          <a:xfrm>
            <a:off x="4201200" y="3184920"/>
            <a:ext cx="114840" cy="9720"/>
          </a:xfrm>
          <a:custGeom>
            <a:avLst/>
            <a:gdLst/>
            <a:ahLst/>
            <a:rect l="0" t="0" r="r" b="b"/>
            <a:pathLst>
              <a:path w="319" h="27">
                <a:moveTo>
                  <a:pt x="0" y="27"/>
                </a:moveTo>
                <a:lnTo>
                  <a:pt x="319" y="0"/>
                </a:lnTo>
                <a:lnTo>
                  <a:pt x="319" y="1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8" name=""/>
          <p:cNvSpPr/>
          <p:nvPr/>
        </p:nvSpPr>
        <p:spPr>
          <a:xfrm>
            <a:off x="4204080" y="3185280"/>
            <a:ext cx="111960" cy="9360"/>
          </a:xfrm>
          <a:custGeom>
            <a:avLst/>
            <a:gdLst/>
            <a:ahLst/>
            <a:rect l="0" t="0" r="r" b="b"/>
            <a:pathLst>
              <a:path w="311" h="26">
                <a:moveTo>
                  <a:pt x="0" y="26"/>
                </a:moveTo>
                <a:lnTo>
                  <a:pt x="311" y="0"/>
                </a:lnTo>
                <a:lnTo>
                  <a:pt x="8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79" name=""/>
          <p:cNvSpPr/>
          <p:nvPr/>
        </p:nvSpPr>
        <p:spPr>
          <a:xfrm>
            <a:off x="4206960" y="3185280"/>
            <a:ext cx="109080" cy="9360"/>
          </a:xfrm>
          <a:custGeom>
            <a:avLst/>
            <a:gdLst/>
            <a:ahLst/>
            <a:rect l="0" t="0" r="r" b="b"/>
            <a:pathLst>
              <a:path w="303" h="26">
                <a:moveTo>
                  <a:pt x="0" y="26"/>
                </a:moveTo>
                <a:lnTo>
                  <a:pt x="303" y="0"/>
                </a:lnTo>
                <a:lnTo>
                  <a:pt x="303" y="1"/>
                </a:lnTo>
                <a:lnTo>
                  <a:pt x="8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0" name=""/>
          <p:cNvSpPr/>
          <p:nvPr/>
        </p:nvSpPr>
        <p:spPr>
          <a:xfrm>
            <a:off x="4209840" y="3185640"/>
            <a:ext cx="106200" cy="9000"/>
          </a:xfrm>
          <a:custGeom>
            <a:avLst/>
            <a:gdLst/>
            <a:ahLst/>
            <a:rect l="0" t="0" r="r" b="b"/>
            <a:pathLst>
              <a:path w="295" h="25">
                <a:moveTo>
                  <a:pt x="0" y="25"/>
                </a:moveTo>
                <a:lnTo>
                  <a:pt x="295" y="0"/>
                </a:lnTo>
                <a:lnTo>
                  <a:pt x="9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1" name=""/>
          <p:cNvSpPr/>
          <p:nvPr/>
        </p:nvSpPr>
        <p:spPr>
          <a:xfrm>
            <a:off x="4213080" y="3185640"/>
            <a:ext cx="102960" cy="9000"/>
          </a:xfrm>
          <a:custGeom>
            <a:avLst/>
            <a:gdLst/>
            <a:ahLst/>
            <a:rect l="0" t="0" r="r" b="b"/>
            <a:pathLst>
              <a:path w="286" h="25">
                <a:moveTo>
                  <a:pt x="0" y="25"/>
                </a:moveTo>
                <a:lnTo>
                  <a:pt x="286" y="0"/>
                </a:lnTo>
                <a:lnTo>
                  <a:pt x="286" y="1"/>
                </a:lnTo>
                <a:lnTo>
                  <a:pt x="8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2" name=""/>
          <p:cNvSpPr/>
          <p:nvPr/>
        </p:nvSpPr>
        <p:spPr>
          <a:xfrm>
            <a:off x="4215960" y="3186000"/>
            <a:ext cx="100080" cy="8640"/>
          </a:xfrm>
          <a:custGeom>
            <a:avLst/>
            <a:gdLst/>
            <a:ahLst/>
            <a:rect l="0" t="0" r="r" b="b"/>
            <a:pathLst>
              <a:path w="278" h="24">
                <a:moveTo>
                  <a:pt x="0" y="24"/>
                </a:moveTo>
                <a:lnTo>
                  <a:pt x="278" y="0"/>
                </a:lnTo>
                <a:lnTo>
                  <a:pt x="278" y="1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3" name=""/>
          <p:cNvSpPr/>
          <p:nvPr/>
        </p:nvSpPr>
        <p:spPr>
          <a:xfrm>
            <a:off x="4218840" y="3186360"/>
            <a:ext cx="97200" cy="8640"/>
          </a:xfrm>
          <a:custGeom>
            <a:avLst/>
            <a:gdLst/>
            <a:ahLst/>
            <a:rect l="0" t="0" r="r" b="b"/>
            <a:pathLst>
              <a:path w="270" h="24">
                <a:moveTo>
                  <a:pt x="0" y="24"/>
                </a:moveTo>
                <a:lnTo>
                  <a:pt x="270" y="0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4" name=""/>
          <p:cNvSpPr/>
          <p:nvPr/>
        </p:nvSpPr>
        <p:spPr>
          <a:xfrm>
            <a:off x="4221720" y="3186360"/>
            <a:ext cx="94320" cy="8640"/>
          </a:xfrm>
          <a:custGeom>
            <a:avLst/>
            <a:gdLst/>
            <a:ahLst/>
            <a:rect l="0" t="0" r="r" b="b"/>
            <a:pathLst>
              <a:path w="262" h="24">
                <a:moveTo>
                  <a:pt x="0" y="24"/>
                </a:moveTo>
                <a:lnTo>
                  <a:pt x="262" y="0"/>
                </a:lnTo>
                <a:lnTo>
                  <a:pt x="262" y="2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5" name=""/>
          <p:cNvSpPr/>
          <p:nvPr/>
        </p:nvSpPr>
        <p:spPr>
          <a:xfrm>
            <a:off x="4224600" y="3186720"/>
            <a:ext cx="91440" cy="7920"/>
          </a:xfrm>
          <a:custGeom>
            <a:avLst/>
            <a:gdLst/>
            <a:ahLst/>
            <a:rect l="0" t="0" r="r" b="b"/>
            <a:pathLst>
              <a:path w="254" h="22">
                <a:moveTo>
                  <a:pt x="0" y="22"/>
                </a:moveTo>
                <a:lnTo>
                  <a:pt x="254" y="0"/>
                </a:lnTo>
                <a:lnTo>
                  <a:pt x="254" y="1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6" name=""/>
          <p:cNvSpPr/>
          <p:nvPr/>
        </p:nvSpPr>
        <p:spPr>
          <a:xfrm>
            <a:off x="4227480" y="3187080"/>
            <a:ext cx="88560" cy="7560"/>
          </a:xfrm>
          <a:custGeom>
            <a:avLst/>
            <a:gdLst/>
            <a:ahLst/>
            <a:rect l="0" t="0" r="r" b="b"/>
            <a:pathLst>
              <a:path w="246" h="21">
                <a:moveTo>
                  <a:pt x="0" y="21"/>
                </a:moveTo>
                <a:lnTo>
                  <a:pt x="246" y="0"/>
                </a:lnTo>
                <a:lnTo>
                  <a:pt x="9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7" name=""/>
          <p:cNvSpPr/>
          <p:nvPr/>
        </p:nvSpPr>
        <p:spPr>
          <a:xfrm>
            <a:off x="4230720" y="3187080"/>
            <a:ext cx="85320" cy="7560"/>
          </a:xfrm>
          <a:custGeom>
            <a:avLst/>
            <a:gdLst/>
            <a:ahLst/>
            <a:rect l="0" t="0" r="r" b="b"/>
            <a:pathLst>
              <a:path w="237" h="21">
                <a:moveTo>
                  <a:pt x="0" y="21"/>
                </a:moveTo>
                <a:lnTo>
                  <a:pt x="237" y="0"/>
                </a:lnTo>
                <a:lnTo>
                  <a:pt x="237" y="1"/>
                </a:lnTo>
                <a:lnTo>
                  <a:pt x="8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8" name=""/>
          <p:cNvSpPr/>
          <p:nvPr/>
        </p:nvSpPr>
        <p:spPr>
          <a:xfrm>
            <a:off x="4233600" y="3187440"/>
            <a:ext cx="82440" cy="7200"/>
          </a:xfrm>
          <a:custGeom>
            <a:avLst/>
            <a:gdLst/>
            <a:ahLst/>
            <a:rect l="0" t="0" r="r" b="b"/>
            <a:pathLst>
              <a:path w="229" h="20">
                <a:moveTo>
                  <a:pt x="0" y="20"/>
                </a:moveTo>
                <a:lnTo>
                  <a:pt x="229" y="0"/>
                </a:lnTo>
                <a:lnTo>
                  <a:pt x="229" y="1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89" name=""/>
          <p:cNvSpPr/>
          <p:nvPr/>
        </p:nvSpPr>
        <p:spPr>
          <a:xfrm>
            <a:off x="4236480" y="3187800"/>
            <a:ext cx="79560" cy="6840"/>
          </a:xfrm>
          <a:custGeom>
            <a:avLst/>
            <a:gdLst/>
            <a:ahLst/>
            <a:rect l="0" t="0" r="r" b="b"/>
            <a:pathLst>
              <a:path w="221" h="19">
                <a:moveTo>
                  <a:pt x="0" y="19"/>
                </a:moveTo>
                <a:lnTo>
                  <a:pt x="221" y="0"/>
                </a:lnTo>
                <a:lnTo>
                  <a:pt x="9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90" name=""/>
          <p:cNvSpPr/>
          <p:nvPr/>
        </p:nvSpPr>
        <p:spPr>
          <a:xfrm>
            <a:off x="4239360" y="3187800"/>
            <a:ext cx="76680" cy="6840"/>
          </a:xfrm>
          <a:custGeom>
            <a:avLst/>
            <a:gdLst/>
            <a:ahLst/>
            <a:rect l="0" t="0" r="r" b="b"/>
            <a:pathLst>
              <a:path w="213" h="19">
                <a:moveTo>
                  <a:pt x="0" y="19"/>
                </a:moveTo>
                <a:lnTo>
                  <a:pt x="213" y="0"/>
                </a:lnTo>
                <a:lnTo>
                  <a:pt x="213" y="1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91" name=""/>
          <p:cNvSpPr/>
          <p:nvPr/>
        </p:nvSpPr>
        <p:spPr>
          <a:xfrm>
            <a:off x="4242240" y="3188160"/>
            <a:ext cx="73800" cy="6480"/>
          </a:xfrm>
          <a:custGeom>
            <a:avLst/>
            <a:gdLst/>
            <a:ahLst/>
            <a:rect l="0" t="0" r="r" b="b"/>
            <a:pathLst>
              <a:path w="205" h="18">
                <a:moveTo>
                  <a:pt x="0" y="18"/>
                </a:moveTo>
                <a:lnTo>
                  <a:pt x="205" y="0"/>
                </a:lnTo>
                <a:lnTo>
                  <a:pt x="205" y="1"/>
                </a:lnTo>
                <a:lnTo>
                  <a:pt x="8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92" name=""/>
          <p:cNvSpPr/>
          <p:nvPr/>
        </p:nvSpPr>
        <p:spPr>
          <a:xfrm>
            <a:off x="4245120" y="3188520"/>
            <a:ext cx="70920" cy="6480"/>
          </a:xfrm>
          <a:custGeom>
            <a:avLst/>
            <a:gdLst/>
            <a:ahLst/>
            <a:rect l="0" t="0" r="r" b="b"/>
            <a:pathLst>
              <a:path w="197" h="18">
                <a:moveTo>
                  <a:pt x="0" y="18"/>
                </a:moveTo>
                <a:lnTo>
                  <a:pt x="197" y="0"/>
                </a:lnTo>
                <a:lnTo>
                  <a:pt x="197" y="2"/>
                </a:lnTo>
                <a:lnTo>
                  <a:pt x="18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893" name=""/>
          <p:cNvSpPr/>
          <p:nvPr/>
        </p:nvSpPr>
        <p:spPr>
          <a:xfrm>
            <a:off x="4251240" y="3188880"/>
            <a:ext cx="64800" cy="5760"/>
          </a:xfrm>
          <a:custGeom>
            <a:avLst/>
            <a:gdLst/>
            <a:ahLst/>
            <a:rect l="0" t="0" r="r" b="b"/>
            <a:pathLst>
              <a:path w="180" h="16">
                <a:moveTo>
                  <a:pt x="0" y="16"/>
                </a:moveTo>
                <a:lnTo>
                  <a:pt x="180" y="0"/>
                </a:lnTo>
                <a:lnTo>
                  <a:pt x="180" y="1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894" name=""/>
          <p:cNvSpPr/>
          <p:nvPr/>
        </p:nvSpPr>
        <p:spPr>
          <a:xfrm>
            <a:off x="4254120" y="3189240"/>
            <a:ext cx="61920" cy="5760"/>
          </a:xfrm>
          <a:custGeom>
            <a:avLst/>
            <a:gdLst/>
            <a:ahLst/>
            <a:rect l="0" t="0" r="r" b="b"/>
            <a:pathLst>
              <a:path w="172" h="16">
                <a:moveTo>
                  <a:pt x="0" y="16"/>
                </a:moveTo>
                <a:lnTo>
                  <a:pt x="172" y="0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895" name=""/>
          <p:cNvSpPr/>
          <p:nvPr/>
        </p:nvSpPr>
        <p:spPr>
          <a:xfrm>
            <a:off x="4257000" y="3189240"/>
            <a:ext cx="59040" cy="5760"/>
          </a:xfrm>
          <a:custGeom>
            <a:avLst/>
            <a:gdLst/>
            <a:ahLst/>
            <a:rect l="0" t="0" r="r" b="b"/>
            <a:pathLst>
              <a:path w="164" h="16">
                <a:moveTo>
                  <a:pt x="0" y="16"/>
                </a:moveTo>
                <a:lnTo>
                  <a:pt x="164" y="0"/>
                </a:lnTo>
                <a:lnTo>
                  <a:pt x="164" y="2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896" name=""/>
          <p:cNvSpPr/>
          <p:nvPr/>
        </p:nvSpPr>
        <p:spPr>
          <a:xfrm>
            <a:off x="4259880" y="3189600"/>
            <a:ext cx="56160" cy="5040"/>
          </a:xfrm>
          <a:custGeom>
            <a:avLst/>
            <a:gdLst/>
            <a:ahLst/>
            <a:rect l="0" t="0" r="r" b="b"/>
            <a:pathLst>
              <a:path w="156" h="14">
                <a:moveTo>
                  <a:pt x="0" y="14"/>
                </a:moveTo>
                <a:lnTo>
                  <a:pt x="156" y="0"/>
                </a:lnTo>
                <a:lnTo>
                  <a:pt x="156" y="1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897" name=""/>
          <p:cNvSpPr/>
          <p:nvPr/>
        </p:nvSpPr>
        <p:spPr>
          <a:xfrm>
            <a:off x="4262760" y="3189960"/>
            <a:ext cx="53280" cy="4680"/>
          </a:xfrm>
          <a:custGeom>
            <a:avLst/>
            <a:gdLst/>
            <a:ahLst/>
            <a:rect l="0" t="0" r="r" b="b"/>
            <a:pathLst>
              <a:path w="148" h="13">
                <a:moveTo>
                  <a:pt x="0" y="13"/>
                </a:moveTo>
                <a:lnTo>
                  <a:pt x="148" y="0"/>
                </a:lnTo>
                <a:lnTo>
                  <a:pt x="9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898" name=""/>
          <p:cNvSpPr/>
          <p:nvPr/>
        </p:nvSpPr>
        <p:spPr>
          <a:xfrm>
            <a:off x="4266000" y="3189960"/>
            <a:ext cx="50040" cy="4680"/>
          </a:xfrm>
          <a:custGeom>
            <a:avLst/>
            <a:gdLst/>
            <a:ahLst/>
            <a:rect l="0" t="0" r="r" b="b"/>
            <a:pathLst>
              <a:path w="139" h="13">
                <a:moveTo>
                  <a:pt x="0" y="13"/>
                </a:moveTo>
                <a:lnTo>
                  <a:pt x="139" y="0"/>
                </a:lnTo>
                <a:lnTo>
                  <a:pt x="139" y="1"/>
                </a:lnTo>
                <a:lnTo>
                  <a:pt x="8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899" name=""/>
          <p:cNvSpPr/>
          <p:nvPr/>
        </p:nvSpPr>
        <p:spPr>
          <a:xfrm>
            <a:off x="4268880" y="319032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2"/>
                </a:moveTo>
                <a:lnTo>
                  <a:pt x="131" y="0"/>
                </a:lnTo>
                <a:lnTo>
                  <a:pt x="131" y="1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0" name=""/>
          <p:cNvSpPr/>
          <p:nvPr/>
        </p:nvSpPr>
        <p:spPr>
          <a:xfrm>
            <a:off x="4271760" y="3190680"/>
            <a:ext cx="44280" cy="3960"/>
          </a:xfrm>
          <a:custGeom>
            <a:avLst/>
            <a:gdLst/>
            <a:ahLst/>
            <a:rect l="0" t="0" r="r" b="b"/>
            <a:pathLst>
              <a:path w="123" h="11">
                <a:moveTo>
                  <a:pt x="0" y="11"/>
                </a:moveTo>
                <a:lnTo>
                  <a:pt x="123" y="0"/>
                </a:lnTo>
                <a:lnTo>
                  <a:pt x="8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1" name=""/>
          <p:cNvSpPr/>
          <p:nvPr/>
        </p:nvSpPr>
        <p:spPr>
          <a:xfrm>
            <a:off x="4274640" y="3190680"/>
            <a:ext cx="41400" cy="3960"/>
          </a:xfrm>
          <a:custGeom>
            <a:avLst/>
            <a:gdLst/>
            <a:ahLst/>
            <a:rect l="0" t="0" r="r" b="b"/>
            <a:pathLst>
              <a:path w="115" h="11">
                <a:moveTo>
                  <a:pt x="0" y="11"/>
                </a:moveTo>
                <a:lnTo>
                  <a:pt x="115" y="0"/>
                </a:lnTo>
                <a:lnTo>
                  <a:pt x="115" y="1"/>
                </a:lnTo>
                <a:lnTo>
                  <a:pt x="8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2" name=""/>
          <p:cNvSpPr/>
          <p:nvPr/>
        </p:nvSpPr>
        <p:spPr>
          <a:xfrm>
            <a:off x="4277520" y="3191040"/>
            <a:ext cx="38520" cy="3600"/>
          </a:xfrm>
          <a:custGeom>
            <a:avLst/>
            <a:gdLst/>
            <a:ahLst/>
            <a:rect l="0" t="0" r="r" b="b"/>
            <a:pathLst>
              <a:path w="107" h="10">
                <a:moveTo>
                  <a:pt x="0" y="10"/>
                </a:moveTo>
                <a:lnTo>
                  <a:pt x="107" y="0"/>
                </a:lnTo>
                <a:lnTo>
                  <a:pt x="107" y="1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3" name=""/>
          <p:cNvSpPr/>
          <p:nvPr/>
        </p:nvSpPr>
        <p:spPr>
          <a:xfrm>
            <a:off x="4280400" y="3191400"/>
            <a:ext cx="35640" cy="3600"/>
          </a:xfrm>
          <a:custGeom>
            <a:avLst/>
            <a:gdLst/>
            <a:ahLst/>
            <a:rect l="0" t="0" r="r" b="b"/>
            <a:pathLst>
              <a:path w="99" h="10">
                <a:moveTo>
                  <a:pt x="0" y="10"/>
                </a:moveTo>
                <a:lnTo>
                  <a:pt x="99" y="0"/>
                </a:lnTo>
                <a:lnTo>
                  <a:pt x="9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4" name=""/>
          <p:cNvSpPr/>
          <p:nvPr/>
        </p:nvSpPr>
        <p:spPr>
          <a:xfrm>
            <a:off x="4283640" y="3191400"/>
            <a:ext cx="32400" cy="3600"/>
          </a:xfrm>
          <a:custGeom>
            <a:avLst/>
            <a:gdLst/>
            <a:ahLst/>
            <a:rect l="0" t="0" r="r" b="b"/>
            <a:pathLst>
              <a:path w="90" h="10">
                <a:moveTo>
                  <a:pt x="0" y="10"/>
                </a:moveTo>
                <a:lnTo>
                  <a:pt x="90" y="0"/>
                </a:lnTo>
                <a:lnTo>
                  <a:pt x="90" y="2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5" name=""/>
          <p:cNvSpPr/>
          <p:nvPr/>
        </p:nvSpPr>
        <p:spPr>
          <a:xfrm>
            <a:off x="4286520" y="3191760"/>
            <a:ext cx="29520" cy="2880"/>
          </a:xfrm>
          <a:custGeom>
            <a:avLst/>
            <a:gdLst/>
            <a:ahLst/>
            <a:rect l="0" t="0" r="r" b="b"/>
            <a:pathLst>
              <a:path w="82" h="8">
                <a:moveTo>
                  <a:pt x="0" y="8"/>
                </a:moveTo>
                <a:lnTo>
                  <a:pt x="82" y="0"/>
                </a:lnTo>
                <a:lnTo>
                  <a:pt x="82" y="1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6" name=""/>
          <p:cNvSpPr/>
          <p:nvPr/>
        </p:nvSpPr>
        <p:spPr>
          <a:xfrm>
            <a:off x="4289400" y="3192120"/>
            <a:ext cx="26640" cy="2880"/>
          </a:xfrm>
          <a:custGeom>
            <a:avLst/>
            <a:gdLst/>
            <a:ahLst/>
            <a:rect l="0" t="0" r="r" b="b"/>
            <a:pathLst>
              <a:path w="74" h="8">
                <a:moveTo>
                  <a:pt x="0" y="8"/>
                </a:moveTo>
                <a:lnTo>
                  <a:pt x="74" y="0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7" name=""/>
          <p:cNvSpPr/>
          <p:nvPr/>
        </p:nvSpPr>
        <p:spPr>
          <a:xfrm>
            <a:off x="4292280" y="3192120"/>
            <a:ext cx="23760" cy="2880"/>
          </a:xfrm>
          <a:custGeom>
            <a:avLst/>
            <a:gdLst/>
            <a:ahLst/>
            <a:rect l="0" t="0" r="r" b="b"/>
            <a:pathLst>
              <a:path w="66" h="8">
                <a:moveTo>
                  <a:pt x="0" y="8"/>
                </a:moveTo>
                <a:lnTo>
                  <a:pt x="66" y="0"/>
                </a:lnTo>
                <a:lnTo>
                  <a:pt x="66" y="2"/>
                </a:lnTo>
                <a:lnTo>
                  <a:pt x="9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8" name=""/>
          <p:cNvSpPr/>
          <p:nvPr/>
        </p:nvSpPr>
        <p:spPr>
          <a:xfrm>
            <a:off x="4295160" y="3192480"/>
            <a:ext cx="20880" cy="2160"/>
          </a:xfrm>
          <a:custGeom>
            <a:avLst/>
            <a:gdLst/>
            <a:ahLst/>
            <a:rect l="0" t="0" r="r" b="b"/>
            <a:pathLst>
              <a:path w="58" h="6">
                <a:moveTo>
                  <a:pt x="0" y="6"/>
                </a:moveTo>
                <a:lnTo>
                  <a:pt x="58" y="0"/>
                </a:lnTo>
                <a:lnTo>
                  <a:pt x="58" y="1"/>
                </a:lnTo>
                <a:lnTo>
                  <a:pt x="8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09" name=""/>
          <p:cNvSpPr/>
          <p:nvPr/>
        </p:nvSpPr>
        <p:spPr>
          <a:xfrm>
            <a:off x="4298040" y="319284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8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10" name=""/>
          <p:cNvSpPr/>
          <p:nvPr/>
        </p:nvSpPr>
        <p:spPr>
          <a:xfrm>
            <a:off x="4300920" y="3192840"/>
            <a:ext cx="15120" cy="2160"/>
          </a:xfrm>
          <a:custGeom>
            <a:avLst/>
            <a:gdLst/>
            <a:ahLst/>
            <a:rect l="0" t="0" r="r" b="b"/>
            <a:pathLst>
              <a:path w="42" h="6">
                <a:moveTo>
                  <a:pt x="0" y="6"/>
                </a:moveTo>
                <a:lnTo>
                  <a:pt x="42" y="0"/>
                </a:lnTo>
                <a:lnTo>
                  <a:pt x="42" y="2"/>
                </a:lnTo>
                <a:lnTo>
                  <a:pt x="9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11" name=""/>
          <p:cNvSpPr/>
          <p:nvPr/>
        </p:nvSpPr>
        <p:spPr>
          <a:xfrm>
            <a:off x="4304160" y="3193200"/>
            <a:ext cx="11880" cy="1800"/>
          </a:xfrm>
          <a:custGeom>
            <a:avLst/>
            <a:gdLst/>
            <a:ahLst/>
            <a:rect l="0" t="0" r="r" b="b"/>
            <a:pathLst>
              <a:path w="33" h="5">
                <a:moveTo>
                  <a:pt x="0" y="5"/>
                </a:moveTo>
                <a:lnTo>
                  <a:pt x="33" y="0"/>
                </a:lnTo>
                <a:lnTo>
                  <a:pt x="33" y="2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12" name=""/>
          <p:cNvSpPr/>
          <p:nvPr/>
        </p:nvSpPr>
        <p:spPr>
          <a:xfrm>
            <a:off x="4307040" y="3193560"/>
            <a:ext cx="9000" cy="1440"/>
          </a:xfrm>
          <a:custGeom>
            <a:avLst/>
            <a:gdLst/>
            <a:ahLst/>
            <a:rect l="0" t="0" r="r" b="b"/>
            <a:pathLst>
              <a:path w="25" h="4">
                <a:moveTo>
                  <a:pt x="0" y="4"/>
                </a:moveTo>
                <a:lnTo>
                  <a:pt x="25" y="0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13" name=""/>
          <p:cNvSpPr/>
          <p:nvPr/>
        </p:nvSpPr>
        <p:spPr>
          <a:xfrm>
            <a:off x="4309920" y="3193560"/>
            <a:ext cx="6120" cy="1440"/>
          </a:xfrm>
          <a:custGeom>
            <a:avLst/>
            <a:gdLst/>
            <a:ahLst/>
            <a:rect l="0" t="0" r="r" b="b"/>
            <a:pathLst>
              <a:path w="17" h="4">
                <a:moveTo>
                  <a:pt x="0" y="4"/>
                </a:moveTo>
                <a:lnTo>
                  <a:pt x="17" y="0"/>
                </a:lnTo>
                <a:lnTo>
                  <a:pt x="17" y="2"/>
                </a:lnTo>
                <a:lnTo>
                  <a:pt x="9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14" name=""/>
          <p:cNvSpPr/>
          <p:nvPr/>
        </p:nvSpPr>
        <p:spPr>
          <a:xfrm>
            <a:off x="4312800" y="3193920"/>
            <a:ext cx="2880" cy="360"/>
          </a:xfrm>
          <a:custGeom>
            <a:avLst/>
            <a:gdLst/>
            <a:ahLst/>
            <a:rect l="0" t="0" r="r" b="b"/>
            <a:pathLst>
              <a:path w="8" h="1">
                <a:moveTo>
                  <a:pt x="0" y="1"/>
                </a:moveTo>
                <a:lnTo>
                  <a:pt x="8" y="0"/>
                </a:lnTo>
                <a:lnTo>
                  <a:pt x="8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7915" name=""/>
          <p:cNvSpPr/>
          <p:nvPr/>
        </p:nvSpPr>
        <p:spPr>
          <a:xfrm>
            <a:off x="3940920" y="3163680"/>
            <a:ext cx="375120" cy="30960"/>
          </a:xfrm>
          <a:custGeom>
            <a:avLst/>
            <a:gdLst/>
            <a:ahLst/>
            <a:rect l="0" t="0" r="r" b="b"/>
            <a:pathLst>
              <a:path w="1042" h="86">
                <a:moveTo>
                  <a:pt x="0" y="86"/>
                </a:moveTo>
                <a:lnTo>
                  <a:pt x="1042" y="86"/>
                </a:lnTo>
                <a:lnTo>
                  <a:pt x="1042" y="0"/>
                </a:lnTo>
                <a:lnTo>
                  <a:pt x="0" y="0"/>
                </a:lnTo>
                <a:lnTo>
                  <a:pt x="0" y="86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16" name=""/>
          <p:cNvSpPr/>
          <p:nvPr/>
        </p:nvSpPr>
        <p:spPr>
          <a:xfrm>
            <a:off x="3893760" y="3194280"/>
            <a:ext cx="14760" cy="1080"/>
          </a:xfrm>
          <a:custGeom>
            <a:avLst/>
            <a:gdLst/>
            <a:ahLst/>
            <a:rect l="0" t="0" r="r" b="b"/>
            <a:pathLst>
              <a:path w="41" h="3">
                <a:moveTo>
                  <a:pt x="0" y="0"/>
                </a:moveTo>
                <a:lnTo>
                  <a:pt x="41" y="0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17" name=""/>
          <p:cNvSpPr/>
          <p:nvPr/>
        </p:nvSpPr>
        <p:spPr>
          <a:xfrm>
            <a:off x="3893760" y="3194280"/>
            <a:ext cx="22320" cy="1800"/>
          </a:xfrm>
          <a:custGeom>
            <a:avLst/>
            <a:gdLst/>
            <a:ahLst/>
            <a:rect l="0" t="0" r="r" b="b"/>
            <a:pathLst>
              <a:path w="62" h="5">
                <a:moveTo>
                  <a:pt x="0" y="3"/>
                </a:moveTo>
                <a:lnTo>
                  <a:pt x="41" y="0"/>
                </a:lnTo>
                <a:lnTo>
                  <a:pt x="62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18" name=""/>
          <p:cNvSpPr/>
          <p:nvPr/>
        </p:nvSpPr>
        <p:spPr>
          <a:xfrm>
            <a:off x="3893760" y="3194280"/>
            <a:ext cx="29520" cy="2160"/>
          </a:xfrm>
          <a:custGeom>
            <a:avLst/>
            <a:gdLst/>
            <a:ahLst/>
            <a:rect l="0" t="0" r="r" b="b"/>
            <a:pathLst>
              <a:path w="82" h="6">
                <a:moveTo>
                  <a:pt x="0" y="4"/>
                </a:moveTo>
                <a:lnTo>
                  <a:pt x="61" y="0"/>
                </a:lnTo>
                <a:lnTo>
                  <a:pt x="82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19" name=""/>
          <p:cNvSpPr/>
          <p:nvPr/>
        </p:nvSpPr>
        <p:spPr>
          <a:xfrm>
            <a:off x="3893760" y="3194280"/>
            <a:ext cx="44280" cy="3240"/>
          </a:xfrm>
          <a:custGeom>
            <a:avLst/>
            <a:gdLst/>
            <a:ahLst/>
            <a:rect l="0" t="0" r="r" b="b"/>
            <a:pathLst>
              <a:path w="123" h="9">
                <a:moveTo>
                  <a:pt x="0" y="6"/>
                </a:moveTo>
                <a:lnTo>
                  <a:pt x="81" y="0"/>
                </a:lnTo>
                <a:lnTo>
                  <a:pt x="123" y="0"/>
                </a:lnTo>
                <a:lnTo>
                  <a:pt x="0" y="9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0" name=""/>
          <p:cNvSpPr/>
          <p:nvPr/>
        </p:nvSpPr>
        <p:spPr>
          <a:xfrm>
            <a:off x="3893760" y="3194280"/>
            <a:ext cx="47880" cy="3600"/>
          </a:xfrm>
          <a:custGeom>
            <a:avLst/>
            <a:gdLst/>
            <a:ahLst/>
            <a:rect l="0" t="0" r="r" b="b"/>
            <a:pathLst>
              <a:path w="133" h="10">
                <a:moveTo>
                  <a:pt x="0" y="9"/>
                </a:moveTo>
                <a:lnTo>
                  <a:pt x="123" y="0"/>
                </a:lnTo>
                <a:lnTo>
                  <a:pt x="133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1" name=""/>
          <p:cNvSpPr/>
          <p:nvPr/>
        </p:nvSpPr>
        <p:spPr>
          <a:xfrm>
            <a:off x="3893760" y="3194280"/>
            <a:ext cx="51480" cy="3600"/>
          </a:xfrm>
          <a:custGeom>
            <a:avLst/>
            <a:gdLst/>
            <a:ahLst/>
            <a:rect l="0" t="0" r="r" b="b"/>
            <a:pathLst>
              <a:path w="143" h="10">
                <a:moveTo>
                  <a:pt x="0" y="10"/>
                </a:moveTo>
                <a:lnTo>
                  <a:pt x="133" y="0"/>
                </a:lnTo>
                <a:lnTo>
                  <a:pt x="143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2" name=""/>
          <p:cNvSpPr/>
          <p:nvPr/>
        </p:nvSpPr>
        <p:spPr>
          <a:xfrm>
            <a:off x="3893760" y="3194280"/>
            <a:ext cx="59040" cy="4320"/>
          </a:xfrm>
          <a:custGeom>
            <a:avLst/>
            <a:gdLst/>
            <a:ahLst/>
            <a:rect l="0" t="0" r="r" b="b"/>
            <a:pathLst>
              <a:path w="164" h="12">
                <a:moveTo>
                  <a:pt x="0" y="9"/>
                </a:moveTo>
                <a:lnTo>
                  <a:pt x="143" y="0"/>
                </a:lnTo>
                <a:lnTo>
                  <a:pt x="164" y="0"/>
                </a:lnTo>
                <a:lnTo>
                  <a:pt x="0" y="12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3" name=""/>
          <p:cNvSpPr/>
          <p:nvPr/>
        </p:nvSpPr>
        <p:spPr>
          <a:xfrm>
            <a:off x="3893760" y="3194280"/>
            <a:ext cx="66240" cy="4680"/>
          </a:xfrm>
          <a:custGeom>
            <a:avLst/>
            <a:gdLst/>
            <a:ahLst/>
            <a:rect l="0" t="0" r="r" b="b"/>
            <a:pathLst>
              <a:path w="184" h="13">
                <a:moveTo>
                  <a:pt x="0" y="12"/>
                </a:moveTo>
                <a:lnTo>
                  <a:pt x="164" y="0"/>
                </a:lnTo>
                <a:lnTo>
                  <a:pt x="184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4" name=""/>
          <p:cNvSpPr/>
          <p:nvPr/>
        </p:nvSpPr>
        <p:spPr>
          <a:xfrm>
            <a:off x="3893760" y="3194280"/>
            <a:ext cx="69840" cy="5040"/>
          </a:xfrm>
          <a:custGeom>
            <a:avLst/>
            <a:gdLst/>
            <a:ahLst/>
            <a:rect l="0" t="0" r="r" b="b"/>
            <a:pathLst>
              <a:path w="194" h="14">
                <a:moveTo>
                  <a:pt x="0" y="12"/>
                </a:moveTo>
                <a:lnTo>
                  <a:pt x="184" y="0"/>
                </a:lnTo>
                <a:lnTo>
                  <a:pt x="194" y="0"/>
                </a:lnTo>
                <a:lnTo>
                  <a:pt x="0" y="14"/>
                </a:lnTo>
                <a:lnTo>
                  <a:pt x="0" y="12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5" name=""/>
          <p:cNvSpPr/>
          <p:nvPr/>
        </p:nvSpPr>
        <p:spPr>
          <a:xfrm>
            <a:off x="3893760" y="3194280"/>
            <a:ext cx="73800" cy="5040"/>
          </a:xfrm>
          <a:custGeom>
            <a:avLst/>
            <a:gdLst/>
            <a:ahLst/>
            <a:rect l="0" t="0" r="r" b="b"/>
            <a:pathLst>
              <a:path w="205" h="14">
                <a:moveTo>
                  <a:pt x="0" y="14"/>
                </a:moveTo>
                <a:lnTo>
                  <a:pt x="194" y="0"/>
                </a:lnTo>
                <a:lnTo>
                  <a:pt x="205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6" name=""/>
          <p:cNvSpPr/>
          <p:nvPr/>
        </p:nvSpPr>
        <p:spPr>
          <a:xfrm>
            <a:off x="3893760" y="3194280"/>
            <a:ext cx="88200" cy="6120"/>
          </a:xfrm>
          <a:custGeom>
            <a:avLst/>
            <a:gdLst/>
            <a:ahLst/>
            <a:rect l="0" t="0" r="r" b="b"/>
            <a:pathLst>
              <a:path w="245" h="17">
                <a:moveTo>
                  <a:pt x="0" y="13"/>
                </a:moveTo>
                <a:lnTo>
                  <a:pt x="205" y="0"/>
                </a:lnTo>
                <a:lnTo>
                  <a:pt x="245" y="0"/>
                </a:lnTo>
                <a:lnTo>
                  <a:pt x="0" y="17"/>
                </a:lnTo>
                <a:lnTo>
                  <a:pt x="0" y="13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7" name=""/>
          <p:cNvSpPr/>
          <p:nvPr/>
        </p:nvSpPr>
        <p:spPr>
          <a:xfrm>
            <a:off x="3893760" y="3194280"/>
            <a:ext cx="92160" cy="6480"/>
          </a:xfrm>
          <a:custGeom>
            <a:avLst/>
            <a:gdLst/>
            <a:ahLst/>
            <a:rect l="0" t="0" r="r" b="b"/>
            <a:pathLst>
              <a:path w="256" h="18">
                <a:moveTo>
                  <a:pt x="0" y="17"/>
                </a:moveTo>
                <a:lnTo>
                  <a:pt x="245" y="0"/>
                </a:lnTo>
                <a:lnTo>
                  <a:pt x="256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8" name=""/>
          <p:cNvSpPr/>
          <p:nvPr/>
        </p:nvSpPr>
        <p:spPr>
          <a:xfrm>
            <a:off x="3893760" y="3194280"/>
            <a:ext cx="95760" cy="6840"/>
          </a:xfrm>
          <a:custGeom>
            <a:avLst/>
            <a:gdLst/>
            <a:ahLst/>
            <a:rect l="0" t="0" r="r" b="b"/>
            <a:pathLst>
              <a:path w="266" h="19">
                <a:moveTo>
                  <a:pt x="0" y="18"/>
                </a:moveTo>
                <a:lnTo>
                  <a:pt x="256" y="0"/>
                </a:lnTo>
                <a:lnTo>
                  <a:pt x="266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29" name=""/>
          <p:cNvSpPr/>
          <p:nvPr/>
        </p:nvSpPr>
        <p:spPr>
          <a:xfrm>
            <a:off x="3893760" y="3194280"/>
            <a:ext cx="102960" cy="7200"/>
          </a:xfrm>
          <a:custGeom>
            <a:avLst/>
            <a:gdLst/>
            <a:ahLst/>
            <a:rect l="0" t="0" r="r" b="b"/>
            <a:pathLst>
              <a:path w="286" h="20">
                <a:moveTo>
                  <a:pt x="0" y="19"/>
                </a:moveTo>
                <a:lnTo>
                  <a:pt x="266" y="0"/>
                </a:lnTo>
                <a:lnTo>
                  <a:pt x="286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0" name=""/>
          <p:cNvSpPr/>
          <p:nvPr/>
        </p:nvSpPr>
        <p:spPr>
          <a:xfrm>
            <a:off x="3893760" y="3194280"/>
            <a:ext cx="106560" cy="7560"/>
          </a:xfrm>
          <a:custGeom>
            <a:avLst/>
            <a:gdLst/>
            <a:ahLst/>
            <a:rect l="0" t="0" r="r" b="b"/>
            <a:pathLst>
              <a:path w="296" h="21">
                <a:moveTo>
                  <a:pt x="0" y="20"/>
                </a:moveTo>
                <a:lnTo>
                  <a:pt x="286" y="0"/>
                </a:lnTo>
                <a:lnTo>
                  <a:pt x="296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1" name=""/>
          <p:cNvSpPr/>
          <p:nvPr/>
        </p:nvSpPr>
        <p:spPr>
          <a:xfrm>
            <a:off x="3893760" y="3194280"/>
            <a:ext cx="110520" cy="7560"/>
          </a:xfrm>
          <a:custGeom>
            <a:avLst/>
            <a:gdLst/>
            <a:ahLst/>
            <a:rect l="0" t="0" r="r" b="b"/>
            <a:pathLst>
              <a:path w="307" h="21">
                <a:moveTo>
                  <a:pt x="0" y="21"/>
                </a:moveTo>
                <a:lnTo>
                  <a:pt x="296" y="0"/>
                </a:lnTo>
                <a:lnTo>
                  <a:pt x="307" y="0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2" name=""/>
          <p:cNvSpPr/>
          <p:nvPr/>
        </p:nvSpPr>
        <p:spPr>
          <a:xfrm>
            <a:off x="3893760" y="3194280"/>
            <a:ext cx="117720" cy="8280"/>
          </a:xfrm>
          <a:custGeom>
            <a:avLst/>
            <a:gdLst/>
            <a:ahLst/>
            <a:rect l="0" t="0" r="r" b="b"/>
            <a:pathLst>
              <a:path w="327" h="23">
                <a:moveTo>
                  <a:pt x="0" y="21"/>
                </a:moveTo>
                <a:lnTo>
                  <a:pt x="307" y="0"/>
                </a:lnTo>
                <a:lnTo>
                  <a:pt x="327" y="0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3" name=""/>
          <p:cNvSpPr/>
          <p:nvPr/>
        </p:nvSpPr>
        <p:spPr>
          <a:xfrm>
            <a:off x="3893760" y="3194280"/>
            <a:ext cx="121320" cy="8280"/>
          </a:xfrm>
          <a:custGeom>
            <a:avLst/>
            <a:gdLst/>
            <a:ahLst/>
            <a:rect l="0" t="0" r="r" b="b"/>
            <a:pathLst>
              <a:path w="337" h="23">
                <a:moveTo>
                  <a:pt x="0" y="23"/>
                </a:moveTo>
                <a:lnTo>
                  <a:pt x="327" y="0"/>
                </a:lnTo>
                <a:lnTo>
                  <a:pt x="337" y="0"/>
                </a:lnTo>
                <a:lnTo>
                  <a:pt x="0" y="23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4" name=""/>
          <p:cNvSpPr/>
          <p:nvPr/>
        </p:nvSpPr>
        <p:spPr>
          <a:xfrm>
            <a:off x="3893760" y="3194280"/>
            <a:ext cx="124920" cy="8640"/>
          </a:xfrm>
          <a:custGeom>
            <a:avLst/>
            <a:gdLst/>
            <a:ahLst/>
            <a:rect l="0" t="0" r="r" b="b"/>
            <a:pathLst>
              <a:path w="347" h="24">
                <a:moveTo>
                  <a:pt x="0" y="23"/>
                </a:moveTo>
                <a:lnTo>
                  <a:pt x="337" y="0"/>
                </a:lnTo>
                <a:lnTo>
                  <a:pt x="347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5" name=""/>
          <p:cNvSpPr/>
          <p:nvPr/>
        </p:nvSpPr>
        <p:spPr>
          <a:xfrm>
            <a:off x="3893760" y="3194280"/>
            <a:ext cx="132480" cy="9000"/>
          </a:xfrm>
          <a:custGeom>
            <a:avLst/>
            <a:gdLst/>
            <a:ahLst/>
            <a:rect l="0" t="0" r="r" b="b"/>
            <a:pathLst>
              <a:path w="368" h="25">
                <a:moveTo>
                  <a:pt x="0" y="24"/>
                </a:moveTo>
                <a:lnTo>
                  <a:pt x="347" y="0"/>
                </a:lnTo>
                <a:lnTo>
                  <a:pt x="368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6" name=""/>
          <p:cNvSpPr/>
          <p:nvPr/>
        </p:nvSpPr>
        <p:spPr>
          <a:xfrm>
            <a:off x="3893760" y="3194280"/>
            <a:ext cx="136080" cy="9360"/>
          </a:xfrm>
          <a:custGeom>
            <a:avLst/>
            <a:gdLst/>
            <a:ahLst/>
            <a:rect l="0" t="0" r="r" b="b"/>
            <a:pathLst>
              <a:path w="378" h="26">
                <a:moveTo>
                  <a:pt x="0" y="25"/>
                </a:moveTo>
                <a:lnTo>
                  <a:pt x="368" y="0"/>
                </a:lnTo>
                <a:lnTo>
                  <a:pt x="378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7" name=""/>
          <p:cNvSpPr/>
          <p:nvPr/>
        </p:nvSpPr>
        <p:spPr>
          <a:xfrm>
            <a:off x="3893760" y="3194280"/>
            <a:ext cx="139680" cy="9720"/>
          </a:xfrm>
          <a:custGeom>
            <a:avLst/>
            <a:gdLst/>
            <a:ahLst/>
            <a:rect l="0" t="0" r="r" b="b"/>
            <a:pathLst>
              <a:path w="388" h="27">
                <a:moveTo>
                  <a:pt x="0" y="26"/>
                </a:moveTo>
                <a:lnTo>
                  <a:pt x="378" y="0"/>
                </a:lnTo>
                <a:lnTo>
                  <a:pt x="388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8" name=""/>
          <p:cNvSpPr/>
          <p:nvPr/>
        </p:nvSpPr>
        <p:spPr>
          <a:xfrm>
            <a:off x="3893760" y="3194280"/>
            <a:ext cx="143280" cy="10080"/>
          </a:xfrm>
          <a:custGeom>
            <a:avLst/>
            <a:gdLst/>
            <a:ahLst/>
            <a:rect l="0" t="0" r="r" b="b"/>
            <a:pathLst>
              <a:path w="398" h="28">
                <a:moveTo>
                  <a:pt x="0" y="27"/>
                </a:moveTo>
                <a:lnTo>
                  <a:pt x="388" y="0"/>
                </a:lnTo>
                <a:lnTo>
                  <a:pt x="398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39" name=""/>
          <p:cNvSpPr/>
          <p:nvPr/>
        </p:nvSpPr>
        <p:spPr>
          <a:xfrm>
            <a:off x="3893760" y="3194280"/>
            <a:ext cx="147240" cy="10080"/>
          </a:xfrm>
          <a:custGeom>
            <a:avLst/>
            <a:gdLst/>
            <a:ahLst/>
            <a:rect l="0" t="0" r="r" b="b"/>
            <a:pathLst>
              <a:path w="409" h="28">
                <a:moveTo>
                  <a:pt x="0" y="28"/>
                </a:moveTo>
                <a:lnTo>
                  <a:pt x="398" y="0"/>
                </a:lnTo>
                <a:lnTo>
                  <a:pt x="409" y="0"/>
                </a:lnTo>
                <a:lnTo>
                  <a:pt x="0" y="28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0" name=""/>
          <p:cNvSpPr/>
          <p:nvPr/>
        </p:nvSpPr>
        <p:spPr>
          <a:xfrm>
            <a:off x="3893760" y="3194280"/>
            <a:ext cx="150840" cy="10440"/>
          </a:xfrm>
          <a:custGeom>
            <a:avLst/>
            <a:gdLst/>
            <a:ahLst/>
            <a:rect l="0" t="0" r="r" b="b"/>
            <a:pathLst>
              <a:path w="419" h="29">
                <a:moveTo>
                  <a:pt x="0" y="28"/>
                </a:moveTo>
                <a:lnTo>
                  <a:pt x="409" y="0"/>
                </a:lnTo>
                <a:lnTo>
                  <a:pt x="419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1" name=""/>
          <p:cNvSpPr/>
          <p:nvPr/>
        </p:nvSpPr>
        <p:spPr>
          <a:xfrm>
            <a:off x="3893760" y="3194280"/>
            <a:ext cx="154440" cy="10800"/>
          </a:xfrm>
          <a:custGeom>
            <a:avLst/>
            <a:gdLst/>
            <a:ahLst/>
            <a:rect l="0" t="0" r="r" b="b"/>
            <a:pathLst>
              <a:path w="429" h="30">
                <a:moveTo>
                  <a:pt x="0" y="29"/>
                </a:moveTo>
                <a:lnTo>
                  <a:pt x="419" y="0"/>
                </a:lnTo>
                <a:lnTo>
                  <a:pt x="429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2" name=""/>
          <p:cNvSpPr/>
          <p:nvPr/>
        </p:nvSpPr>
        <p:spPr>
          <a:xfrm>
            <a:off x="3893760" y="3194280"/>
            <a:ext cx="161640" cy="11160"/>
          </a:xfrm>
          <a:custGeom>
            <a:avLst/>
            <a:gdLst/>
            <a:ahLst/>
            <a:rect l="0" t="0" r="r" b="b"/>
            <a:pathLst>
              <a:path w="449" h="31">
                <a:moveTo>
                  <a:pt x="0" y="30"/>
                </a:moveTo>
                <a:lnTo>
                  <a:pt x="429" y="0"/>
                </a:lnTo>
                <a:lnTo>
                  <a:pt x="449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3" name=""/>
          <p:cNvSpPr/>
          <p:nvPr/>
        </p:nvSpPr>
        <p:spPr>
          <a:xfrm>
            <a:off x="3893760" y="3194280"/>
            <a:ext cx="169200" cy="11520"/>
          </a:xfrm>
          <a:custGeom>
            <a:avLst/>
            <a:gdLst/>
            <a:ahLst/>
            <a:rect l="0" t="0" r="r" b="b"/>
            <a:pathLst>
              <a:path w="470" h="32">
                <a:moveTo>
                  <a:pt x="0" y="31"/>
                </a:moveTo>
                <a:lnTo>
                  <a:pt x="449" y="0"/>
                </a:lnTo>
                <a:lnTo>
                  <a:pt x="470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4" name=""/>
          <p:cNvSpPr/>
          <p:nvPr/>
        </p:nvSpPr>
        <p:spPr>
          <a:xfrm>
            <a:off x="3893760" y="3194280"/>
            <a:ext cx="172800" cy="11880"/>
          </a:xfrm>
          <a:custGeom>
            <a:avLst/>
            <a:gdLst/>
            <a:ahLst/>
            <a:rect l="0" t="0" r="r" b="b"/>
            <a:pathLst>
              <a:path w="480" h="33">
                <a:moveTo>
                  <a:pt x="0" y="32"/>
                </a:moveTo>
                <a:lnTo>
                  <a:pt x="470" y="0"/>
                </a:lnTo>
                <a:lnTo>
                  <a:pt x="480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5" name=""/>
          <p:cNvSpPr/>
          <p:nvPr/>
        </p:nvSpPr>
        <p:spPr>
          <a:xfrm>
            <a:off x="3893760" y="3194280"/>
            <a:ext cx="176400" cy="12240"/>
          </a:xfrm>
          <a:custGeom>
            <a:avLst/>
            <a:gdLst/>
            <a:ahLst/>
            <a:rect l="0" t="0" r="r" b="b"/>
            <a:pathLst>
              <a:path w="490" h="34">
                <a:moveTo>
                  <a:pt x="0" y="33"/>
                </a:moveTo>
                <a:lnTo>
                  <a:pt x="480" y="0"/>
                </a:lnTo>
                <a:lnTo>
                  <a:pt x="490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6" name=""/>
          <p:cNvSpPr/>
          <p:nvPr/>
        </p:nvSpPr>
        <p:spPr>
          <a:xfrm>
            <a:off x="3893760" y="3194280"/>
            <a:ext cx="180000" cy="12240"/>
          </a:xfrm>
          <a:custGeom>
            <a:avLst/>
            <a:gdLst/>
            <a:ahLst/>
            <a:rect l="0" t="0" r="r" b="b"/>
            <a:pathLst>
              <a:path w="500" h="34">
                <a:moveTo>
                  <a:pt x="0" y="34"/>
                </a:moveTo>
                <a:lnTo>
                  <a:pt x="490" y="0"/>
                </a:lnTo>
                <a:lnTo>
                  <a:pt x="500" y="0"/>
                </a:lnTo>
                <a:lnTo>
                  <a:pt x="0" y="34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7" name=""/>
          <p:cNvSpPr/>
          <p:nvPr/>
        </p:nvSpPr>
        <p:spPr>
          <a:xfrm>
            <a:off x="3893760" y="3194280"/>
            <a:ext cx="183960" cy="12600"/>
          </a:xfrm>
          <a:custGeom>
            <a:avLst/>
            <a:gdLst/>
            <a:ahLst/>
            <a:rect l="0" t="0" r="r" b="b"/>
            <a:pathLst>
              <a:path w="511" h="35">
                <a:moveTo>
                  <a:pt x="0" y="34"/>
                </a:moveTo>
                <a:lnTo>
                  <a:pt x="500" y="0"/>
                </a:lnTo>
                <a:lnTo>
                  <a:pt x="511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8" name=""/>
          <p:cNvSpPr/>
          <p:nvPr/>
        </p:nvSpPr>
        <p:spPr>
          <a:xfrm>
            <a:off x="3893760" y="3194280"/>
            <a:ext cx="191160" cy="13320"/>
          </a:xfrm>
          <a:custGeom>
            <a:avLst/>
            <a:gdLst/>
            <a:ahLst/>
            <a:rect l="0" t="0" r="r" b="b"/>
            <a:pathLst>
              <a:path w="531" h="37">
                <a:moveTo>
                  <a:pt x="0" y="34"/>
                </a:moveTo>
                <a:lnTo>
                  <a:pt x="511" y="0"/>
                </a:lnTo>
                <a:lnTo>
                  <a:pt x="531" y="0"/>
                </a:lnTo>
                <a:lnTo>
                  <a:pt x="0" y="37"/>
                </a:lnTo>
                <a:lnTo>
                  <a:pt x="0" y="34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49" name=""/>
          <p:cNvSpPr/>
          <p:nvPr/>
        </p:nvSpPr>
        <p:spPr>
          <a:xfrm>
            <a:off x="3893760" y="3194280"/>
            <a:ext cx="198360" cy="13680"/>
          </a:xfrm>
          <a:custGeom>
            <a:avLst/>
            <a:gdLst/>
            <a:ahLst/>
            <a:rect l="0" t="0" r="r" b="b"/>
            <a:pathLst>
              <a:path w="551" h="38">
                <a:moveTo>
                  <a:pt x="0" y="37"/>
                </a:moveTo>
                <a:lnTo>
                  <a:pt x="531" y="0"/>
                </a:lnTo>
                <a:lnTo>
                  <a:pt x="551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0" name=""/>
          <p:cNvSpPr/>
          <p:nvPr/>
        </p:nvSpPr>
        <p:spPr>
          <a:xfrm>
            <a:off x="3893760" y="3194280"/>
            <a:ext cx="202320" cy="14040"/>
          </a:xfrm>
          <a:custGeom>
            <a:avLst/>
            <a:gdLst/>
            <a:ahLst/>
            <a:rect l="0" t="0" r="r" b="b"/>
            <a:pathLst>
              <a:path w="562" h="39">
                <a:moveTo>
                  <a:pt x="0" y="37"/>
                </a:moveTo>
                <a:lnTo>
                  <a:pt x="551" y="0"/>
                </a:lnTo>
                <a:lnTo>
                  <a:pt x="562" y="0"/>
                </a:lnTo>
                <a:lnTo>
                  <a:pt x="0" y="39"/>
                </a:lnTo>
                <a:lnTo>
                  <a:pt x="0" y="37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1" name=""/>
          <p:cNvSpPr/>
          <p:nvPr/>
        </p:nvSpPr>
        <p:spPr>
          <a:xfrm>
            <a:off x="3893760" y="3194280"/>
            <a:ext cx="205920" cy="14040"/>
          </a:xfrm>
          <a:custGeom>
            <a:avLst/>
            <a:gdLst/>
            <a:ahLst/>
            <a:rect l="0" t="0" r="r" b="b"/>
            <a:pathLst>
              <a:path w="572" h="39">
                <a:moveTo>
                  <a:pt x="0" y="39"/>
                </a:moveTo>
                <a:lnTo>
                  <a:pt x="562" y="0"/>
                </a:lnTo>
                <a:lnTo>
                  <a:pt x="572" y="0"/>
                </a:lnTo>
                <a:lnTo>
                  <a:pt x="0" y="39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2" name=""/>
          <p:cNvSpPr/>
          <p:nvPr/>
        </p:nvSpPr>
        <p:spPr>
          <a:xfrm>
            <a:off x="3893760" y="3194280"/>
            <a:ext cx="209520" cy="14400"/>
          </a:xfrm>
          <a:custGeom>
            <a:avLst/>
            <a:gdLst/>
            <a:ahLst/>
            <a:rect l="0" t="0" r="r" b="b"/>
            <a:pathLst>
              <a:path w="582" h="40">
                <a:moveTo>
                  <a:pt x="0" y="38"/>
                </a:moveTo>
                <a:lnTo>
                  <a:pt x="572" y="0"/>
                </a:lnTo>
                <a:lnTo>
                  <a:pt x="582" y="0"/>
                </a:lnTo>
                <a:lnTo>
                  <a:pt x="0" y="40"/>
                </a:lnTo>
                <a:lnTo>
                  <a:pt x="0" y="38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3" name=""/>
          <p:cNvSpPr/>
          <p:nvPr/>
        </p:nvSpPr>
        <p:spPr>
          <a:xfrm>
            <a:off x="3893760" y="3194280"/>
            <a:ext cx="213120" cy="14760"/>
          </a:xfrm>
          <a:custGeom>
            <a:avLst/>
            <a:gdLst/>
            <a:ahLst/>
            <a:rect l="0" t="0" r="r" b="b"/>
            <a:pathLst>
              <a:path w="592" h="41">
                <a:moveTo>
                  <a:pt x="0" y="40"/>
                </a:moveTo>
                <a:lnTo>
                  <a:pt x="582" y="0"/>
                </a:lnTo>
                <a:lnTo>
                  <a:pt x="592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4" name=""/>
          <p:cNvSpPr/>
          <p:nvPr/>
        </p:nvSpPr>
        <p:spPr>
          <a:xfrm>
            <a:off x="3893760" y="3194280"/>
            <a:ext cx="220680" cy="15120"/>
          </a:xfrm>
          <a:custGeom>
            <a:avLst/>
            <a:gdLst/>
            <a:ahLst/>
            <a:rect l="0" t="0" r="r" b="b"/>
            <a:pathLst>
              <a:path w="613" h="42">
                <a:moveTo>
                  <a:pt x="0" y="41"/>
                </a:moveTo>
                <a:lnTo>
                  <a:pt x="592" y="0"/>
                </a:lnTo>
                <a:lnTo>
                  <a:pt x="613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5" name=""/>
          <p:cNvSpPr/>
          <p:nvPr/>
        </p:nvSpPr>
        <p:spPr>
          <a:xfrm>
            <a:off x="3893760" y="3194280"/>
            <a:ext cx="227880" cy="15480"/>
          </a:xfrm>
          <a:custGeom>
            <a:avLst/>
            <a:gdLst/>
            <a:ahLst/>
            <a:rect l="0" t="0" r="r" b="b"/>
            <a:pathLst>
              <a:path w="633" h="43">
                <a:moveTo>
                  <a:pt x="0" y="42"/>
                </a:moveTo>
                <a:lnTo>
                  <a:pt x="613" y="0"/>
                </a:lnTo>
                <a:lnTo>
                  <a:pt x="633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6" name=""/>
          <p:cNvSpPr/>
          <p:nvPr/>
        </p:nvSpPr>
        <p:spPr>
          <a:xfrm>
            <a:off x="3893760" y="3194280"/>
            <a:ext cx="231480" cy="15840"/>
          </a:xfrm>
          <a:custGeom>
            <a:avLst/>
            <a:gdLst/>
            <a:ahLst/>
            <a:rect l="0" t="0" r="r" b="b"/>
            <a:pathLst>
              <a:path w="643" h="44">
                <a:moveTo>
                  <a:pt x="0" y="43"/>
                </a:moveTo>
                <a:lnTo>
                  <a:pt x="633" y="0"/>
                </a:lnTo>
                <a:lnTo>
                  <a:pt x="643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7" name=""/>
          <p:cNvSpPr/>
          <p:nvPr/>
        </p:nvSpPr>
        <p:spPr>
          <a:xfrm>
            <a:off x="3893760" y="3194280"/>
            <a:ext cx="235080" cy="16200"/>
          </a:xfrm>
          <a:custGeom>
            <a:avLst/>
            <a:gdLst/>
            <a:ahLst/>
            <a:rect l="0" t="0" r="r" b="b"/>
            <a:pathLst>
              <a:path w="653" h="45">
                <a:moveTo>
                  <a:pt x="0" y="44"/>
                </a:moveTo>
                <a:lnTo>
                  <a:pt x="643" y="0"/>
                </a:lnTo>
                <a:lnTo>
                  <a:pt x="653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8" name=""/>
          <p:cNvSpPr/>
          <p:nvPr/>
        </p:nvSpPr>
        <p:spPr>
          <a:xfrm>
            <a:off x="3893760" y="3194280"/>
            <a:ext cx="242640" cy="16560"/>
          </a:xfrm>
          <a:custGeom>
            <a:avLst/>
            <a:gdLst/>
            <a:ahLst/>
            <a:rect l="0" t="0" r="r" b="b"/>
            <a:pathLst>
              <a:path w="674" h="46">
                <a:moveTo>
                  <a:pt x="0" y="45"/>
                </a:moveTo>
                <a:lnTo>
                  <a:pt x="653" y="0"/>
                </a:lnTo>
                <a:lnTo>
                  <a:pt x="674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59" name=""/>
          <p:cNvSpPr/>
          <p:nvPr/>
        </p:nvSpPr>
        <p:spPr>
          <a:xfrm>
            <a:off x="3893760" y="3194280"/>
            <a:ext cx="246240" cy="16920"/>
          </a:xfrm>
          <a:custGeom>
            <a:avLst/>
            <a:gdLst/>
            <a:ahLst/>
            <a:rect l="0" t="0" r="r" b="b"/>
            <a:pathLst>
              <a:path w="684" h="47">
                <a:moveTo>
                  <a:pt x="0" y="46"/>
                </a:moveTo>
                <a:lnTo>
                  <a:pt x="674" y="0"/>
                </a:lnTo>
                <a:lnTo>
                  <a:pt x="684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0" name=""/>
          <p:cNvSpPr/>
          <p:nvPr/>
        </p:nvSpPr>
        <p:spPr>
          <a:xfrm>
            <a:off x="3893760" y="3194280"/>
            <a:ext cx="249840" cy="17280"/>
          </a:xfrm>
          <a:custGeom>
            <a:avLst/>
            <a:gdLst/>
            <a:ahLst/>
            <a:rect l="0" t="0" r="r" b="b"/>
            <a:pathLst>
              <a:path w="694" h="48">
                <a:moveTo>
                  <a:pt x="0" y="47"/>
                </a:moveTo>
                <a:lnTo>
                  <a:pt x="684" y="0"/>
                </a:lnTo>
                <a:lnTo>
                  <a:pt x="694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1" name=""/>
          <p:cNvSpPr/>
          <p:nvPr/>
        </p:nvSpPr>
        <p:spPr>
          <a:xfrm>
            <a:off x="3893760" y="3194280"/>
            <a:ext cx="253440" cy="17280"/>
          </a:xfrm>
          <a:custGeom>
            <a:avLst/>
            <a:gdLst/>
            <a:ahLst/>
            <a:rect l="0" t="0" r="r" b="b"/>
            <a:pathLst>
              <a:path w="704" h="48">
                <a:moveTo>
                  <a:pt x="0" y="48"/>
                </a:moveTo>
                <a:lnTo>
                  <a:pt x="694" y="0"/>
                </a:lnTo>
                <a:lnTo>
                  <a:pt x="704" y="0"/>
                </a:lnTo>
                <a:lnTo>
                  <a:pt x="0" y="48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2" name=""/>
          <p:cNvSpPr/>
          <p:nvPr/>
        </p:nvSpPr>
        <p:spPr>
          <a:xfrm>
            <a:off x="3893760" y="3194280"/>
            <a:ext cx="257400" cy="17640"/>
          </a:xfrm>
          <a:custGeom>
            <a:avLst/>
            <a:gdLst/>
            <a:ahLst/>
            <a:rect l="0" t="0" r="r" b="b"/>
            <a:pathLst>
              <a:path w="715" h="49">
                <a:moveTo>
                  <a:pt x="0" y="48"/>
                </a:moveTo>
                <a:lnTo>
                  <a:pt x="704" y="0"/>
                </a:lnTo>
                <a:lnTo>
                  <a:pt x="715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3" name=""/>
          <p:cNvSpPr/>
          <p:nvPr/>
        </p:nvSpPr>
        <p:spPr>
          <a:xfrm>
            <a:off x="3893760" y="3194280"/>
            <a:ext cx="264600" cy="18000"/>
          </a:xfrm>
          <a:custGeom>
            <a:avLst/>
            <a:gdLst/>
            <a:ahLst/>
            <a:rect l="0" t="0" r="r" b="b"/>
            <a:pathLst>
              <a:path w="735" h="50">
                <a:moveTo>
                  <a:pt x="0" y="49"/>
                </a:moveTo>
                <a:lnTo>
                  <a:pt x="715" y="0"/>
                </a:lnTo>
                <a:lnTo>
                  <a:pt x="735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4" name=""/>
          <p:cNvSpPr/>
          <p:nvPr/>
        </p:nvSpPr>
        <p:spPr>
          <a:xfrm>
            <a:off x="3893760" y="3194280"/>
            <a:ext cx="268200" cy="18360"/>
          </a:xfrm>
          <a:custGeom>
            <a:avLst/>
            <a:gdLst/>
            <a:ahLst/>
            <a:rect l="0" t="0" r="r" b="b"/>
            <a:pathLst>
              <a:path w="745" h="51">
                <a:moveTo>
                  <a:pt x="0" y="50"/>
                </a:moveTo>
                <a:lnTo>
                  <a:pt x="735" y="0"/>
                </a:lnTo>
                <a:lnTo>
                  <a:pt x="745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5" name=""/>
          <p:cNvSpPr/>
          <p:nvPr/>
        </p:nvSpPr>
        <p:spPr>
          <a:xfrm>
            <a:off x="3893760" y="3194280"/>
            <a:ext cx="271800" cy="18720"/>
          </a:xfrm>
          <a:custGeom>
            <a:avLst/>
            <a:gdLst/>
            <a:ahLst/>
            <a:rect l="0" t="0" r="r" b="b"/>
            <a:pathLst>
              <a:path w="755" h="52">
                <a:moveTo>
                  <a:pt x="0" y="51"/>
                </a:moveTo>
                <a:lnTo>
                  <a:pt x="745" y="0"/>
                </a:lnTo>
                <a:lnTo>
                  <a:pt x="755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6" name=""/>
          <p:cNvSpPr/>
          <p:nvPr/>
        </p:nvSpPr>
        <p:spPr>
          <a:xfrm>
            <a:off x="3893760" y="3194280"/>
            <a:ext cx="275760" cy="18720"/>
          </a:xfrm>
          <a:custGeom>
            <a:avLst/>
            <a:gdLst/>
            <a:ahLst/>
            <a:rect l="0" t="0" r="r" b="b"/>
            <a:pathLst>
              <a:path w="766" h="52">
                <a:moveTo>
                  <a:pt x="0" y="52"/>
                </a:moveTo>
                <a:lnTo>
                  <a:pt x="755" y="0"/>
                </a:lnTo>
                <a:lnTo>
                  <a:pt x="766" y="0"/>
                </a:lnTo>
                <a:lnTo>
                  <a:pt x="0" y="52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7" name=""/>
          <p:cNvSpPr/>
          <p:nvPr/>
        </p:nvSpPr>
        <p:spPr>
          <a:xfrm>
            <a:off x="3893760" y="3194280"/>
            <a:ext cx="279360" cy="19080"/>
          </a:xfrm>
          <a:custGeom>
            <a:avLst/>
            <a:gdLst/>
            <a:ahLst/>
            <a:rect l="0" t="0" r="r" b="b"/>
            <a:pathLst>
              <a:path w="776" h="53">
                <a:moveTo>
                  <a:pt x="0" y="52"/>
                </a:moveTo>
                <a:lnTo>
                  <a:pt x="766" y="0"/>
                </a:lnTo>
                <a:lnTo>
                  <a:pt x="776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8" name=""/>
          <p:cNvSpPr/>
          <p:nvPr/>
        </p:nvSpPr>
        <p:spPr>
          <a:xfrm>
            <a:off x="3893760" y="3194280"/>
            <a:ext cx="282960" cy="19440"/>
          </a:xfrm>
          <a:custGeom>
            <a:avLst/>
            <a:gdLst/>
            <a:ahLst/>
            <a:rect l="0" t="0" r="r" b="b"/>
            <a:pathLst>
              <a:path w="786" h="54">
                <a:moveTo>
                  <a:pt x="0" y="53"/>
                </a:moveTo>
                <a:lnTo>
                  <a:pt x="776" y="0"/>
                </a:lnTo>
                <a:lnTo>
                  <a:pt x="786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69" name=""/>
          <p:cNvSpPr/>
          <p:nvPr/>
        </p:nvSpPr>
        <p:spPr>
          <a:xfrm>
            <a:off x="3893760" y="3194280"/>
            <a:ext cx="286560" cy="19440"/>
          </a:xfrm>
          <a:custGeom>
            <a:avLst/>
            <a:gdLst/>
            <a:ahLst/>
            <a:rect l="0" t="0" r="r" b="b"/>
            <a:pathLst>
              <a:path w="796" h="54">
                <a:moveTo>
                  <a:pt x="0" y="54"/>
                </a:moveTo>
                <a:lnTo>
                  <a:pt x="786" y="0"/>
                </a:lnTo>
                <a:lnTo>
                  <a:pt x="796" y="0"/>
                </a:lnTo>
                <a:lnTo>
                  <a:pt x="0" y="54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0" name=""/>
          <p:cNvSpPr/>
          <p:nvPr/>
        </p:nvSpPr>
        <p:spPr>
          <a:xfrm>
            <a:off x="3893760" y="3194280"/>
            <a:ext cx="294120" cy="20160"/>
          </a:xfrm>
          <a:custGeom>
            <a:avLst/>
            <a:gdLst/>
            <a:ahLst/>
            <a:rect l="0" t="0" r="r" b="b"/>
            <a:pathLst>
              <a:path w="817" h="56">
                <a:moveTo>
                  <a:pt x="0" y="54"/>
                </a:moveTo>
                <a:lnTo>
                  <a:pt x="796" y="0"/>
                </a:lnTo>
                <a:lnTo>
                  <a:pt x="817" y="0"/>
                </a:lnTo>
                <a:lnTo>
                  <a:pt x="0" y="56"/>
                </a:lnTo>
                <a:lnTo>
                  <a:pt x="0" y="54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1" name=""/>
          <p:cNvSpPr/>
          <p:nvPr/>
        </p:nvSpPr>
        <p:spPr>
          <a:xfrm>
            <a:off x="3893760" y="3194280"/>
            <a:ext cx="297720" cy="20520"/>
          </a:xfrm>
          <a:custGeom>
            <a:avLst/>
            <a:gdLst/>
            <a:ahLst/>
            <a:rect l="0" t="0" r="r" b="b"/>
            <a:pathLst>
              <a:path w="827" h="57">
                <a:moveTo>
                  <a:pt x="0" y="56"/>
                </a:moveTo>
                <a:lnTo>
                  <a:pt x="817" y="0"/>
                </a:lnTo>
                <a:lnTo>
                  <a:pt x="827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2" name=""/>
          <p:cNvSpPr/>
          <p:nvPr/>
        </p:nvSpPr>
        <p:spPr>
          <a:xfrm>
            <a:off x="3893760" y="3194280"/>
            <a:ext cx="301320" cy="20520"/>
          </a:xfrm>
          <a:custGeom>
            <a:avLst/>
            <a:gdLst/>
            <a:ahLst/>
            <a:rect l="0" t="0" r="r" b="b"/>
            <a:pathLst>
              <a:path w="837" h="57">
                <a:moveTo>
                  <a:pt x="0" y="57"/>
                </a:moveTo>
                <a:lnTo>
                  <a:pt x="827" y="0"/>
                </a:lnTo>
                <a:lnTo>
                  <a:pt x="837" y="0"/>
                </a:lnTo>
                <a:lnTo>
                  <a:pt x="0" y="57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3" name=""/>
          <p:cNvSpPr/>
          <p:nvPr/>
        </p:nvSpPr>
        <p:spPr>
          <a:xfrm>
            <a:off x="3893760" y="3194280"/>
            <a:ext cx="304920" cy="20880"/>
          </a:xfrm>
          <a:custGeom>
            <a:avLst/>
            <a:gdLst/>
            <a:ahLst/>
            <a:rect l="0" t="0" r="r" b="b"/>
            <a:pathLst>
              <a:path w="847" h="58">
                <a:moveTo>
                  <a:pt x="0" y="57"/>
                </a:moveTo>
                <a:lnTo>
                  <a:pt x="837" y="0"/>
                </a:lnTo>
                <a:lnTo>
                  <a:pt x="84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4" name=""/>
          <p:cNvSpPr/>
          <p:nvPr/>
        </p:nvSpPr>
        <p:spPr>
          <a:xfrm>
            <a:off x="3893760" y="3194280"/>
            <a:ext cx="308520" cy="21240"/>
          </a:xfrm>
          <a:custGeom>
            <a:avLst/>
            <a:gdLst/>
            <a:ahLst/>
            <a:rect l="0" t="0" r="r" b="b"/>
            <a:pathLst>
              <a:path w="857" h="59">
                <a:moveTo>
                  <a:pt x="0" y="58"/>
                </a:moveTo>
                <a:lnTo>
                  <a:pt x="847" y="0"/>
                </a:lnTo>
                <a:lnTo>
                  <a:pt x="857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5" name=""/>
          <p:cNvSpPr/>
          <p:nvPr/>
        </p:nvSpPr>
        <p:spPr>
          <a:xfrm>
            <a:off x="3893760" y="3194280"/>
            <a:ext cx="312480" cy="21240"/>
          </a:xfrm>
          <a:custGeom>
            <a:avLst/>
            <a:gdLst/>
            <a:ahLst/>
            <a:rect l="0" t="0" r="r" b="b"/>
            <a:pathLst>
              <a:path w="868" h="59">
                <a:moveTo>
                  <a:pt x="0" y="59"/>
                </a:moveTo>
                <a:lnTo>
                  <a:pt x="857" y="0"/>
                </a:lnTo>
                <a:lnTo>
                  <a:pt x="868" y="0"/>
                </a:lnTo>
                <a:lnTo>
                  <a:pt x="0" y="59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6" name=""/>
          <p:cNvSpPr/>
          <p:nvPr/>
        </p:nvSpPr>
        <p:spPr>
          <a:xfrm>
            <a:off x="3893760" y="3194280"/>
            <a:ext cx="316080" cy="21600"/>
          </a:xfrm>
          <a:custGeom>
            <a:avLst/>
            <a:gdLst/>
            <a:ahLst/>
            <a:rect l="0" t="0" r="r" b="b"/>
            <a:pathLst>
              <a:path w="878" h="60">
                <a:moveTo>
                  <a:pt x="0" y="59"/>
                </a:moveTo>
                <a:lnTo>
                  <a:pt x="868" y="0"/>
                </a:lnTo>
                <a:lnTo>
                  <a:pt x="878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7" name=""/>
          <p:cNvSpPr/>
          <p:nvPr/>
        </p:nvSpPr>
        <p:spPr>
          <a:xfrm>
            <a:off x="3893760" y="3194280"/>
            <a:ext cx="319680" cy="21960"/>
          </a:xfrm>
          <a:custGeom>
            <a:avLst/>
            <a:gdLst/>
            <a:ahLst/>
            <a:rect l="0" t="0" r="r" b="b"/>
            <a:pathLst>
              <a:path w="888" h="61">
                <a:moveTo>
                  <a:pt x="0" y="60"/>
                </a:moveTo>
                <a:lnTo>
                  <a:pt x="878" y="0"/>
                </a:lnTo>
                <a:lnTo>
                  <a:pt x="888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8" name=""/>
          <p:cNvSpPr/>
          <p:nvPr/>
        </p:nvSpPr>
        <p:spPr>
          <a:xfrm>
            <a:off x="3893760" y="3194280"/>
            <a:ext cx="323280" cy="21960"/>
          </a:xfrm>
          <a:custGeom>
            <a:avLst/>
            <a:gdLst/>
            <a:ahLst/>
            <a:rect l="0" t="0" r="r" b="b"/>
            <a:pathLst>
              <a:path w="898" h="61">
                <a:moveTo>
                  <a:pt x="0" y="61"/>
                </a:moveTo>
                <a:lnTo>
                  <a:pt x="888" y="0"/>
                </a:lnTo>
                <a:lnTo>
                  <a:pt x="898" y="0"/>
                </a:lnTo>
                <a:lnTo>
                  <a:pt x="0" y="61"/>
                </a:lnTo>
                <a:close/>
              </a:path>
            </a:pathLst>
          </a:custGeom>
          <a:solidFill>
            <a:srgbClr val="eee5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79" name=""/>
          <p:cNvSpPr/>
          <p:nvPr/>
        </p:nvSpPr>
        <p:spPr>
          <a:xfrm>
            <a:off x="3893760" y="3194280"/>
            <a:ext cx="326880" cy="22320"/>
          </a:xfrm>
          <a:custGeom>
            <a:avLst/>
            <a:gdLst/>
            <a:ahLst/>
            <a:rect l="0" t="0" r="r" b="b"/>
            <a:pathLst>
              <a:path w="908" h="62">
                <a:moveTo>
                  <a:pt x="0" y="61"/>
                </a:moveTo>
                <a:lnTo>
                  <a:pt x="898" y="0"/>
                </a:lnTo>
                <a:lnTo>
                  <a:pt x="908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0" name=""/>
          <p:cNvSpPr/>
          <p:nvPr/>
        </p:nvSpPr>
        <p:spPr>
          <a:xfrm>
            <a:off x="3893760" y="3194280"/>
            <a:ext cx="330840" cy="22680"/>
          </a:xfrm>
          <a:custGeom>
            <a:avLst/>
            <a:gdLst/>
            <a:ahLst/>
            <a:rect l="0" t="0" r="r" b="b"/>
            <a:pathLst>
              <a:path w="919" h="63">
                <a:moveTo>
                  <a:pt x="0" y="62"/>
                </a:moveTo>
                <a:lnTo>
                  <a:pt x="908" y="0"/>
                </a:lnTo>
                <a:lnTo>
                  <a:pt x="919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1" name=""/>
          <p:cNvSpPr/>
          <p:nvPr/>
        </p:nvSpPr>
        <p:spPr>
          <a:xfrm>
            <a:off x="3893760" y="3194280"/>
            <a:ext cx="334440" cy="22680"/>
          </a:xfrm>
          <a:custGeom>
            <a:avLst/>
            <a:gdLst/>
            <a:ahLst/>
            <a:rect l="0" t="0" r="r" b="b"/>
            <a:pathLst>
              <a:path w="929" h="63">
                <a:moveTo>
                  <a:pt x="0" y="63"/>
                </a:moveTo>
                <a:lnTo>
                  <a:pt x="919" y="0"/>
                </a:lnTo>
                <a:lnTo>
                  <a:pt x="929" y="0"/>
                </a:lnTo>
                <a:lnTo>
                  <a:pt x="0" y="63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2" name=""/>
          <p:cNvSpPr/>
          <p:nvPr/>
        </p:nvSpPr>
        <p:spPr>
          <a:xfrm>
            <a:off x="3893760" y="3194280"/>
            <a:ext cx="338040" cy="23040"/>
          </a:xfrm>
          <a:custGeom>
            <a:avLst/>
            <a:gdLst/>
            <a:ahLst/>
            <a:rect l="0" t="0" r="r" b="b"/>
            <a:pathLst>
              <a:path w="939" h="64">
                <a:moveTo>
                  <a:pt x="0" y="63"/>
                </a:moveTo>
                <a:lnTo>
                  <a:pt x="929" y="0"/>
                </a:lnTo>
                <a:lnTo>
                  <a:pt x="939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de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3" name=""/>
          <p:cNvSpPr/>
          <p:nvPr/>
        </p:nvSpPr>
        <p:spPr>
          <a:xfrm>
            <a:off x="3893760" y="3194280"/>
            <a:ext cx="341640" cy="23400"/>
          </a:xfrm>
          <a:custGeom>
            <a:avLst/>
            <a:gdLst/>
            <a:ahLst/>
            <a:rect l="0" t="0" r="r" b="b"/>
            <a:pathLst>
              <a:path w="949" h="65">
                <a:moveTo>
                  <a:pt x="0" y="64"/>
                </a:moveTo>
                <a:lnTo>
                  <a:pt x="939" y="0"/>
                </a:lnTo>
                <a:lnTo>
                  <a:pt x="949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4" name=""/>
          <p:cNvSpPr/>
          <p:nvPr/>
        </p:nvSpPr>
        <p:spPr>
          <a:xfrm>
            <a:off x="3893760" y="3194280"/>
            <a:ext cx="345240" cy="23760"/>
          </a:xfrm>
          <a:custGeom>
            <a:avLst/>
            <a:gdLst/>
            <a:ahLst/>
            <a:rect l="0" t="0" r="r" b="b"/>
            <a:pathLst>
              <a:path w="959" h="66">
                <a:moveTo>
                  <a:pt x="0" y="65"/>
                </a:moveTo>
                <a:lnTo>
                  <a:pt x="949" y="0"/>
                </a:lnTo>
                <a:lnTo>
                  <a:pt x="959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5" name=""/>
          <p:cNvSpPr/>
          <p:nvPr/>
        </p:nvSpPr>
        <p:spPr>
          <a:xfrm>
            <a:off x="3893760" y="3194280"/>
            <a:ext cx="352800" cy="24120"/>
          </a:xfrm>
          <a:custGeom>
            <a:avLst/>
            <a:gdLst/>
            <a:ahLst/>
            <a:rect l="0" t="0" r="r" b="b"/>
            <a:pathLst>
              <a:path w="980" h="67">
                <a:moveTo>
                  <a:pt x="0" y="66"/>
                </a:moveTo>
                <a:lnTo>
                  <a:pt x="959" y="0"/>
                </a:lnTo>
                <a:lnTo>
                  <a:pt x="980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6" name=""/>
          <p:cNvSpPr/>
          <p:nvPr/>
        </p:nvSpPr>
        <p:spPr>
          <a:xfrm>
            <a:off x="3893760" y="3194280"/>
            <a:ext cx="356400" cy="24480"/>
          </a:xfrm>
          <a:custGeom>
            <a:avLst/>
            <a:gdLst/>
            <a:ahLst/>
            <a:rect l="0" t="0" r="r" b="b"/>
            <a:pathLst>
              <a:path w="990" h="68">
                <a:moveTo>
                  <a:pt x="0" y="67"/>
                </a:moveTo>
                <a:lnTo>
                  <a:pt x="980" y="0"/>
                </a:lnTo>
                <a:lnTo>
                  <a:pt x="990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ece0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7" name=""/>
          <p:cNvSpPr/>
          <p:nvPr/>
        </p:nvSpPr>
        <p:spPr>
          <a:xfrm>
            <a:off x="3893760" y="3194280"/>
            <a:ext cx="360000" cy="24480"/>
          </a:xfrm>
          <a:custGeom>
            <a:avLst/>
            <a:gdLst/>
            <a:ahLst/>
            <a:rect l="0" t="0" r="r" b="b"/>
            <a:pathLst>
              <a:path w="1000" h="68">
                <a:moveTo>
                  <a:pt x="0" y="68"/>
                </a:moveTo>
                <a:lnTo>
                  <a:pt x="990" y="0"/>
                </a:lnTo>
                <a:lnTo>
                  <a:pt x="1000" y="0"/>
                </a:lnTo>
                <a:lnTo>
                  <a:pt x="0" y="68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8" name=""/>
          <p:cNvSpPr/>
          <p:nvPr/>
        </p:nvSpPr>
        <p:spPr>
          <a:xfrm>
            <a:off x="3893760" y="3194280"/>
            <a:ext cx="363600" cy="24840"/>
          </a:xfrm>
          <a:custGeom>
            <a:avLst/>
            <a:gdLst/>
            <a:ahLst/>
            <a:rect l="0" t="0" r="r" b="b"/>
            <a:pathLst>
              <a:path w="1010" h="69">
                <a:moveTo>
                  <a:pt x="0" y="68"/>
                </a:moveTo>
                <a:lnTo>
                  <a:pt x="1000" y="0"/>
                </a:lnTo>
                <a:lnTo>
                  <a:pt x="1010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89" name=""/>
          <p:cNvSpPr/>
          <p:nvPr/>
        </p:nvSpPr>
        <p:spPr>
          <a:xfrm>
            <a:off x="3893760" y="3194280"/>
            <a:ext cx="367560" cy="25200"/>
          </a:xfrm>
          <a:custGeom>
            <a:avLst/>
            <a:gdLst/>
            <a:ahLst/>
            <a:rect l="0" t="0" r="r" b="b"/>
            <a:pathLst>
              <a:path w="1021" h="70">
                <a:moveTo>
                  <a:pt x="0" y="69"/>
                </a:moveTo>
                <a:lnTo>
                  <a:pt x="1010" y="0"/>
                </a:lnTo>
                <a:lnTo>
                  <a:pt x="1021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0" name=""/>
          <p:cNvSpPr/>
          <p:nvPr/>
        </p:nvSpPr>
        <p:spPr>
          <a:xfrm>
            <a:off x="3893760" y="3194280"/>
            <a:ext cx="374760" cy="25560"/>
          </a:xfrm>
          <a:custGeom>
            <a:avLst/>
            <a:gdLst/>
            <a:ahLst/>
            <a:rect l="0" t="0" r="r" b="b"/>
            <a:pathLst>
              <a:path w="1041" h="71">
                <a:moveTo>
                  <a:pt x="0" y="70"/>
                </a:moveTo>
                <a:lnTo>
                  <a:pt x="1021" y="0"/>
                </a:lnTo>
                <a:lnTo>
                  <a:pt x="1041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1" name=""/>
          <p:cNvSpPr/>
          <p:nvPr/>
        </p:nvSpPr>
        <p:spPr>
          <a:xfrm>
            <a:off x="3893760" y="3194280"/>
            <a:ext cx="378360" cy="25920"/>
          </a:xfrm>
          <a:custGeom>
            <a:avLst/>
            <a:gdLst/>
            <a:ahLst/>
            <a:rect l="0" t="0" r="r" b="b"/>
            <a:pathLst>
              <a:path w="1051" h="72">
                <a:moveTo>
                  <a:pt x="0" y="71"/>
                </a:moveTo>
                <a:lnTo>
                  <a:pt x="1041" y="0"/>
                </a:lnTo>
                <a:lnTo>
                  <a:pt x="1051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2" name=""/>
          <p:cNvSpPr/>
          <p:nvPr/>
        </p:nvSpPr>
        <p:spPr>
          <a:xfrm>
            <a:off x="3893760" y="3194280"/>
            <a:ext cx="381960" cy="25920"/>
          </a:xfrm>
          <a:custGeom>
            <a:avLst/>
            <a:gdLst/>
            <a:ahLst/>
            <a:rect l="0" t="0" r="r" b="b"/>
            <a:pathLst>
              <a:path w="1061" h="72">
                <a:moveTo>
                  <a:pt x="0" y="72"/>
                </a:moveTo>
                <a:lnTo>
                  <a:pt x="1051" y="0"/>
                </a:lnTo>
                <a:lnTo>
                  <a:pt x="1061" y="0"/>
                </a:lnTo>
                <a:lnTo>
                  <a:pt x="0" y="72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3" name=""/>
          <p:cNvSpPr/>
          <p:nvPr/>
        </p:nvSpPr>
        <p:spPr>
          <a:xfrm>
            <a:off x="3893760" y="3194280"/>
            <a:ext cx="385920" cy="26280"/>
          </a:xfrm>
          <a:custGeom>
            <a:avLst/>
            <a:gdLst/>
            <a:ahLst/>
            <a:rect l="0" t="0" r="r" b="b"/>
            <a:pathLst>
              <a:path w="1072" h="73">
                <a:moveTo>
                  <a:pt x="0" y="72"/>
                </a:moveTo>
                <a:lnTo>
                  <a:pt x="1061" y="0"/>
                </a:lnTo>
                <a:lnTo>
                  <a:pt x="1072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4" name=""/>
          <p:cNvSpPr/>
          <p:nvPr/>
        </p:nvSpPr>
        <p:spPr>
          <a:xfrm>
            <a:off x="3893760" y="3194280"/>
            <a:ext cx="389520" cy="26640"/>
          </a:xfrm>
          <a:custGeom>
            <a:avLst/>
            <a:gdLst/>
            <a:ahLst/>
            <a:rect l="0" t="0" r="r" b="b"/>
            <a:pathLst>
              <a:path w="1082" h="74">
                <a:moveTo>
                  <a:pt x="0" y="73"/>
                </a:moveTo>
                <a:lnTo>
                  <a:pt x="1072" y="0"/>
                </a:lnTo>
                <a:lnTo>
                  <a:pt x="1082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5" name=""/>
          <p:cNvSpPr/>
          <p:nvPr/>
        </p:nvSpPr>
        <p:spPr>
          <a:xfrm>
            <a:off x="3893760" y="3194280"/>
            <a:ext cx="393120" cy="27000"/>
          </a:xfrm>
          <a:custGeom>
            <a:avLst/>
            <a:gdLst/>
            <a:ahLst/>
            <a:rect l="0" t="0" r="r" b="b"/>
            <a:pathLst>
              <a:path w="1092" h="75">
                <a:moveTo>
                  <a:pt x="0" y="74"/>
                </a:moveTo>
                <a:lnTo>
                  <a:pt x="1082" y="0"/>
                </a:lnTo>
                <a:lnTo>
                  <a:pt x="1092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6" name=""/>
          <p:cNvSpPr/>
          <p:nvPr/>
        </p:nvSpPr>
        <p:spPr>
          <a:xfrm>
            <a:off x="3893760" y="3194280"/>
            <a:ext cx="396720" cy="27000"/>
          </a:xfrm>
          <a:custGeom>
            <a:avLst/>
            <a:gdLst/>
            <a:ahLst/>
            <a:rect l="0" t="0" r="r" b="b"/>
            <a:pathLst>
              <a:path w="1102" h="75">
                <a:moveTo>
                  <a:pt x="0" y="75"/>
                </a:moveTo>
                <a:lnTo>
                  <a:pt x="1092" y="0"/>
                </a:lnTo>
                <a:lnTo>
                  <a:pt x="1102" y="0"/>
                </a:lnTo>
                <a:lnTo>
                  <a:pt x="0" y="75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7" name=""/>
          <p:cNvSpPr/>
          <p:nvPr/>
        </p:nvSpPr>
        <p:spPr>
          <a:xfrm>
            <a:off x="3893760" y="3194280"/>
            <a:ext cx="400320" cy="27360"/>
          </a:xfrm>
          <a:custGeom>
            <a:avLst/>
            <a:gdLst/>
            <a:ahLst/>
            <a:rect l="0" t="0" r="r" b="b"/>
            <a:pathLst>
              <a:path w="1112" h="76">
                <a:moveTo>
                  <a:pt x="0" y="75"/>
                </a:moveTo>
                <a:lnTo>
                  <a:pt x="1102" y="0"/>
                </a:lnTo>
                <a:lnTo>
                  <a:pt x="1112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8" name=""/>
          <p:cNvSpPr/>
          <p:nvPr/>
        </p:nvSpPr>
        <p:spPr>
          <a:xfrm>
            <a:off x="3893760" y="3194280"/>
            <a:ext cx="404280" cy="27720"/>
          </a:xfrm>
          <a:custGeom>
            <a:avLst/>
            <a:gdLst/>
            <a:ahLst/>
            <a:rect l="0" t="0" r="r" b="b"/>
            <a:pathLst>
              <a:path w="1123" h="77">
                <a:moveTo>
                  <a:pt x="0" y="76"/>
                </a:moveTo>
                <a:lnTo>
                  <a:pt x="1112" y="0"/>
                </a:lnTo>
                <a:lnTo>
                  <a:pt x="1123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7999" name=""/>
          <p:cNvSpPr/>
          <p:nvPr/>
        </p:nvSpPr>
        <p:spPr>
          <a:xfrm>
            <a:off x="3893760" y="3194280"/>
            <a:ext cx="407880" cy="27720"/>
          </a:xfrm>
          <a:custGeom>
            <a:avLst/>
            <a:gdLst/>
            <a:ahLst/>
            <a:rect l="0" t="0" r="r" b="b"/>
            <a:pathLst>
              <a:path w="1133" h="77">
                <a:moveTo>
                  <a:pt x="0" y="77"/>
                </a:moveTo>
                <a:lnTo>
                  <a:pt x="1123" y="0"/>
                </a:lnTo>
                <a:lnTo>
                  <a:pt x="1133" y="0"/>
                </a:lnTo>
                <a:lnTo>
                  <a:pt x="0" y="77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0" name=""/>
          <p:cNvSpPr/>
          <p:nvPr/>
        </p:nvSpPr>
        <p:spPr>
          <a:xfrm>
            <a:off x="3893760" y="3194280"/>
            <a:ext cx="411480" cy="28080"/>
          </a:xfrm>
          <a:custGeom>
            <a:avLst/>
            <a:gdLst/>
            <a:ahLst/>
            <a:rect l="0" t="0" r="r" b="b"/>
            <a:pathLst>
              <a:path w="1143" h="78">
                <a:moveTo>
                  <a:pt x="0" y="77"/>
                </a:moveTo>
                <a:lnTo>
                  <a:pt x="1133" y="0"/>
                </a:lnTo>
                <a:lnTo>
                  <a:pt x="1143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1" name=""/>
          <p:cNvSpPr/>
          <p:nvPr/>
        </p:nvSpPr>
        <p:spPr>
          <a:xfrm>
            <a:off x="3893760" y="3194280"/>
            <a:ext cx="415080" cy="28440"/>
          </a:xfrm>
          <a:custGeom>
            <a:avLst/>
            <a:gdLst/>
            <a:ahLst/>
            <a:rect l="0" t="0" r="r" b="b"/>
            <a:pathLst>
              <a:path w="1153" h="79">
                <a:moveTo>
                  <a:pt x="0" y="78"/>
                </a:moveTo>
                <a:lnTo>
                  <a:pt x="1143" y="0"/>
                </a:lnTo>
                <a:lnTo>
                  <a:pt x="1153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2" name=""/>
          <p:cNvSpPr/>
          <p:nvPr/>
        </p:nvSpPr>
        <p:spPr>
          <a:xfrm>
            <a:off x="3893760" y="3194280"/>
            <a:ext cx="418680" cy="28440"/>
          </a:xfrm>
          <a:custGeom>
            <a:avLst/>
            <a:gdLst/>
            <a:ahLst/>
            <a:rect l="0" t="0" r="r" b="b"/>
            <a:pathLst>
              <a:path w="1163" h="79">
                <a:moveTo>
                  <a:pt x="0" y="79"/>
                </a:moveTo>
                <a:lnTo>
                  <a:pt x="1153" y="0"/>
                </a:lnTo>
                <a:lnTo>
                  <a:pt x="1163" y="0"/>
                </a:lnTo>
                <a:lnTo>
                  <a:pt x="0" y="79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3" name=""/>
          <p:cNvSpPr/>
          <p:nvPr/>
        </p:nvSpPr>
        <p:spPr>
          <a:xfrm>
            <a:off x="3893760" y="3194280"/>
            <a:ext cx="422640" cy="28800"/>
          </a:xfrm>
          <a:custGeom>
            <a:avLst/>
            <a:gdLst/>
            <a:ahLst/>
            <a:rect l="0" t="0" r="r" b="b"/>
            <a:pathLst>
              <a:path w="1174" h="80">
                <a:moveTo>
                  <a:pt x="0" y="79"/>
                </a:moveTo>
                <a:lnTo>
                  <a:pt x="1163" y="0"/>
                </a:lnTo>
                <a:lnTo>
                  <a:pt x="1174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4" name=""/>
          <p:cNvSpPr/>
          <p:nvPr/>
        </p:nvSpPr>
        <p:spPr>
          <a:xfrm>
            <a:off x="3893760" y="3194280"/>
            <a:ext cx="426240" cy="29160"/>
          </a:xfrm>
          <a:custGeom>
            <a:avLst/>
            <a:gdLst/>
            <a:ahLst/>
            <a:rect l="0" t="0" r="r" b="b"/>
            <a:pathLst>
              <a:path w="1184" h="81">
                <a:moveTo>
                  <a:pt x="0" y="80"/>
                </a:moveTo>
                <a:lnTo>
                  <a:pt x="1174" y="0"/>
                </a:lnTo>
                <a:lnTo>
                  <a:pt x="1184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5" name=""/>
          <p:cNvSpPr/>
          <p:nvPr/>
        </p:nvSpPr>
        <p:spPr>
          <a:xfrm>
            <a:off x="3893760" y="3194280"/>
            <a:ext cx="429840" cy="29160"/>
          </a:xfrm>
          <a:custGeom>
            <a:avLst/>
            <a:gdLst/>
            <a:ahLst/>
            <a:rect l="0" t="0" r="r" b="b"/>
            <a:pathLst>
              <a:path w="1194" h="81">
                <a:moveTo>
                  <a:pt x="0" y="81"/>
                </a:moveTo>
                <a:lnTo>
                  <a:pt x="1184" y="0"/>
                </a:lnTo>
                <a:lnTo>
                  <a:pt x="1194" y="0"/>
                </a:lnTo>
                <a:lnTo>
                  <a:pt x="0" y="81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6" name=""/>
          <p:cNvSpPr/>
          <p:nvPr/>
        </p:nvSpPr>
        <p:spPr>
          <a:xfrm>
            <a:off x="3893760" y="3194280"/>
            <a:ext cx="433440" cy="29520"/>
          </a:xfrm>
          <a:custGeom>
            <a:avLst/>
            <a:gdLst/>
            <a:ahLst/>
            <a:rect l="0" t="0" r="r" b="b"/>
            <a:pathLst>
              <a:path w="1204" h="82">
                <a:moveTo>
                  <a:pt x="0" y="81"/>
                </a:moveTo>
                <a:lnTo>
                  <a:pt x="1194" y="0"/>
                </a:lnTo>
                <a:lnTo>
                  <a:pt x="1204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7" name=""/>
          <p:cNvSpPr/>
          <p:nvPr/>
        </p:nvSpPr>
        <p:spPr>
          <a:xfrm>
            <a:off x="3893760" y="3194280"/>
            <a:ext cx="437040" cy="29880"/>
          </a:xfrm>
          <a:custGeom>
            <a:avLst/>
            <a:gdLst/>
            <a:ahLst/>
            <a:rect l="0" t="0" r="r" b="b"/>
            <a:pathLst>
              <a:path w="1214" h="83">
                <a:moveTo>
                  <a:pt x="0" y="82"/>
                </a:moveTo>
                <a:lnTo>
                  <a:pt x="1204" y="0"/>
                </a:lnTo>
                <a:lnTo>
                  <a:pt x="1214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8" name=""/>
          <p:cNvSpPr/>
          <p:nvPr/>
        </p:nvSpPr>
        <p:spPr>
          <a:xfrm>
            <a:off x="3893760" y="3194280"/>
            <a:ext cx="441000" cy="30240"/>
          </a:xfrm>
          <a:custGeom>
            <a:avLst/>
            <a:gdLst/>
            <a:ahLst/>
            <a:rect l="0" t="0" r="r" b="b"/>
            <a:pathLst>
              <a:path w="1225" h="84">
                <a:moveTo>
                  <a:pt x="0" y="83"/>
                </a:moveTo>
                <a:lnTo>
                  <a:pt x="1214" y="0"/>
                </a:lnTo>
                <a:lnTo>
                  <a:pt x="1225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09" name=""/>
          <p:cNvSpPr/>
          <p:nvPr/>
        </p:nvSpPr>
        <p:spPr>
          <a:xfrm>
            <a:off x="3893760" y="3194280"/>
            <a:ext cx="444600" cy="30240"/>
          </a:xfrm>
          <a:custGeom>
            <a:avLst/>
            <a:gdLst/>
            <a:ahLst/>
            <a:rect l="0" t="0" r="r" b="b"/>
            <a:pathLst>
              <a:path w="1235" h="84">
                <a:moveTo>
                  <a:pt x="0" y="84"/>
                </a:moveTo>
                <a:lnTo>
                  <a:pt x="1225" y="0"/>
                </a:lnTo>
                <a:lnTo>
                  <a:pt x="1235" y="0"/>
                </a:lnTo>
                <a:lnTo>
                  <a:pt x="0" y="84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0" name=""/>
          <p:cNvSpPr/>
          <p:nvPr/>
        </p:nvSpPr>
        <p:spPr>
          <a:xfrm>
            <a:off x="3893760" y="3194280"/>
            <a:ext cx="448200" cy="30600"/>
          </a:xfrm>
          <a:custGeom>
            <a:avLst/>
            <a:gdLst/>
            <a:ahLst/>
            <a:rect l="0" t="0" r="r" b="b"/>
            <a:pathLst>
              <a:path w="1245" h="85">
                <a:moveTo>
                  <a:pt x="0" y="84"/>
                </a:moveTo>
                <a:lnTo>
                  <a:pt x="1235" y="0"/>
                </a:lnTo>
                <a:lnTo>
                  <a:pt x="1245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1" name=""/>
          <p:cNvSpPr/>
          <p:nvPr/>
        </p:nvSpPr>
        <p:spPr>
          <a:xfrm>
            <a:off x="3893760" y="3194280"/>
            <a:ext cx="451800" cy="30960"/>
          </a:xfrm>
          <a:custGeom>
            <a:avLst/>
            <a:gdLst/>
            <a:ahLst/>
            <a:rect l="0" t="0" r="r" b="b"/>
            <a:pathLst>
              <a:path w="1255" h="86">
                <a:moveTo>
                  <a:pt x="0" y="85"/>
                </a:moveTo>
                <a:lnTo>
                  <a:pt x="1245" y="0"/>
                </a:lnTo>
                <a:lnTo>
                  <a:pt x="1255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2" name=""/>
          <p:cNvSpPr/>
          <p:nvPr/>
        </p:nvSpPr>
        <p:spPr>
          <a:xfrm>
            <a:off x="3893760" y="3194280"/>
            <a:ext cx="455400" cy="30960"/>
          </a:xfrm>
          <a:custGeom>
            <a:avLst/>
            <a:gdLst/>
            <a:ahLst/>
            <a:rect l="0" t="0" r="r" b="b"/>
            <a:pathLst>
              <a:path w="1265" h="86">
                <a:moveTo>
                  <a:pt x="0" y="86"/>
                </a:moveTo>
                <a:lnTo>
                  <a:pt x="1255" y="0"/>
                </a:lnTo>
                <a:lnTo>
                  <a:pt x="1265" y="0"/>
                </a:lnTo>
                <a:lnTo>
                  <a:pt x="0" y="86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3" name=""/>
          <p:cNvSpPr/>
          <p:nvPr/>
        </p:nvSpPr>
        <p:spPr>
          <a:xfrm>
            <a:off x="3893760" y="3194280"/>
            <a:ext cx="459360" cy="31320"/>
          </a:xfrm>
          <a:custGeom>
            <a:avLst/>
            <a:gdLst/>
            <a:ahLst/>
            <a:rect l="0" t="0" r="r" b="b"/>
            <a:pathLst>
              <a:path w="1276" h="87">
                <a:moveTo>
                  <a:pt x="0" y="86"/>
                </a:moveTo>
                <a:lnTo>
                  <a:pt x="1265" y="0"/>
                </a:lnTo>
                <a:lnTo>
                  <a:pt x="1276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4" name=""/>
          <p:cNvSpPr/>
          <p:nvPr/>
        </p:nvSpPr>
        <p:spPr>
          <a:xfrm>
            <a:off x="3893760" y="3194280"/>
            <a:ext cx="462960" cy="31680"/>
          </a:xfrm>
          <a:custGeom>
            <a:avLst/>
            <a:gdLst/>
            <a:ahLst/>
            <a:rect l="0" t="0" r="r" b="b"/>
            <a:pathLst>
              <a:path w="1286" h="88">
                <a:moveTo>
                  <a:pt x="0" y="87"/>
                </a:moveTo>
                <a:lnTo>
                  <a:pt x="1276" y="0"/>
                </a:lnTo>
                <a:lnTo>
                  <a:pt x="1286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5" name=""/>
          <p:cNvSpPr/>
          <p:nvPr/>
        </p:nvSpPr>
        <p:spPr>
          <a:xfrm>
            <a:off x="3893760" y="3194280"/>
            <a:ext cx="466560" cy="31680"/>
          </a:xfrm>
          <a:custGeom>
            <a:avLst/>
            <a:gdLst/>
            <a:ahLst/>
            <a:rect l="0" t="0" r="r" b="b"/>
            <a:pathLst>
              <a:path w="1296" h="88">
                <a:moveTo>
                  <a:pt x="0" y="88"/>
                </a:moveTo>
                <a:lnTo>
                  <a:pt x="1286" y="0"/>
                </a:lnTo>
                <a:lnTo>
                  <a:pt x="1296" y="0"/>
                </a:lnTo>
                <a:lnTo>
                  <a:pt x="0" y="88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6" name=""/>
          <p:cNvSpPr/>
          <p:nvPr/>
        </p:nvSpPr>
        <p:spPr>
          <a:xfrm>
            <a:off x="3893760" y="3194280"/>
            <a:ext cx="468000" cy="32040"/>
          </a:xfrm>
          <a:custGeom>
            <a:avLst/>
            <a:gdLst/>
            <a:ahLst/>
            <a:rect l="0" t="0" r="r" b="b"/>
            <a:pathLst>
              <a:path w="1300" h="89">
                <a:moveTo>
                  <a:pt x="0" y="88"/>
                </a:moveTo>
                <a:lnTo>
                  <a:pt x="1296" y="0"/>
                </a:lnTo>
                <a:lnTo>
                  <a:pt x="1300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7" name=""/>
          <p:cNvSpPr/>
          <p:nvPr/>
        </p:nvSpPr>
        <p:spPr>
          <a:xfrm>
            <a:off x="3893760" y="3194280"/>
            <a:ext cx="468000" cy="32040"/>
          </a:xfrm>
          <a:custGeom>
            <a:avLst/>
            <a:gdLst/>
            <a:ahLst/>
            <a:rect l="0" t="0" r="r" b="b"/>
            <a:pathLst>
              <a:path w="1300" h="89">
                <a:moveTo>
                  <a:pt x="0" y="89"/>
                </a:moveTo>
                <a:lnTo>
                  <a:pt x="1300" y="0"/>
                </a:lnTo>
                <a:lnTo>
                  <a:pt x="1300" y="1"/>
                </a:lnTo>
                <a:lnTo>
                  <a:pt x="4" y="89"/>
                </a:lnTo>
                <a:lnTo>
                  <a:pt x="0" y="89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8" name=""/>
          <p:cNvSpPr/>
          <p:nvPr/>
        </p:nvSpPr>
        <p:spPr>
          <a:xfrm>
            <a:off x="3895200" y="3194640"/>
            <a:ext cx="466560" cy="31680"/>
          </a:xfrm>
          <a:custGeom>
            <a:avLst/>
            <a:gdLst/>
            <a:ahLst/>
            <a:rect l="0" t="0" r="r" b="b"/>
            <a:pathLst>
              <a:path w="1296" h="88">
                <a:moveTo>
                  <a:pt x="0" y="88"/>
                </a:moveTo>
                <a:lnTo>
                  <a:pt x="1296" y="0"/>
                </a:lnTo>
                <a:lnTo>
                  <a:pt x="10" y="88"/>
                </a:lnTo>
                <a:lnTo>
                  <a:pt x="0" y="88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19" name=""/>
          <p:cNvSpPr/>
          <p:nvPr/>
        </p:nvSpPr>
        <p:spPr>
          <a:xfrm>
            <a:off x="3898800" y="3194640"/>
            <a:ext cx="462960" cy="31680"/>
          </a:xfrm>
          <a:custGeom>
            <a:avLst/>
            <a:gdLst/>
            <a:ahLst/>
            <a:rect l="0" t="0" r="r" b="b"/>
            <a:pathLst>
              <a:path w="1286" h="88">
                <a:moveTo>
                  <a:pt x="0" y="88"/>
                </a:moveTo>
                <a:lnTo>
                  <a:pt x="1286" y="0"/>
                </a:lnTo>
                <a:lnTo>
                  <a:pt x="1286" y="1"/>
                </a:lnTo>
                <a:lnTo>
                  <a:pt x="10" y="88"/>
                </a:lnTo>
                <a:lnTo>
                  <a:pt x="0" y="88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0" name=""/>
          <p:cNvSpPr/>
          <p:nvPr/>
        </p:nvSpPr>
        <p:spPr>
          <a:xfrm>
            <a:off x="3902400" y="3195000"/>
            <a:ext cx="459360" cy="31320"/>
          </a:xfrm>
          <a:custGeom>
            <a:avLst/>
            <a:gdLst/>
            <a:ahLst/>
            <a:rect l="0" t="0" r="r" b="b"/>
            <a:pathLst>
              <a:path w="1276" h="87">
                <a:moveTo>
                  <a:pt x="0" y="87"/>
                </a:moveTo>
                <a:lnTo>
                  <a:pt x="1276" y="0"/>
                </a:lnTo>
                <a:lnTo>
                  <a:pt x="1276" y="1"/>
                </a:lnTo>
                <a:lnTo>
                  <a:pt x="11" y="87"/>
                </a:lnTo>
                <a:lnTo>
                  <a:pt x="0" y="87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1" name=""/>
          <p:cNvSpPr/>
          <p:nvPr/>
        </p:nvSpPr>
        <p:spPr>
          <a:xfrm>
            <a:off x="3906360" y="3195360"/>
            <a:ext cx="455400" cy="30960"/>
          </a:xfrm>
          <a:custGeom>
            <a:avLst/>
            <a:gdLst/>
            <a:ahLst/>
            <a:rect l="0" t="0" r="r" b="b"/>
            <a:pathLst>
              <a:path w="1265" h="86">
                <a:moveTo>
                  <a:pt x="0" y="86"/>
                </a:moveTo>
                <a:lnTo>
                  <a:pt x="1265" y="0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2" name=""/>
          <p:cNvSpPr/>
          <p:nvPr/>
        </p:nvSpPr>
        <p:spPr>
          <a:xfrm>
            <a:off x="3909960" y="3195360"/>
            <a:ext cx="451800" cy="30960"/>
          </a:xfrm>
          <a:custGeom>
            <a:avLst/>
            <a:gdLst/>
            <a:ahLst/>
            <a:rect l="0" t="0" r="r" b="b"/>
            <a:pathLst>
              <a:path w="1255" h="86">
                <a:moveTo>
                  <a:pt x="0" y="86"/>
                </a:moveTo>
                <a:lnTo>
                  <a:pt x="1255" y="0"/>
                </a:lnTo>
                <a:lnTo>
                  <a:pt x="1255" y="1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3" name=""/>
          <p:cNvSpPr/>
          <p:nvPr/>
        </p:nvSpPr>
        <p:spPr>
          <a:xfrm>
            <a:off x="3913560" y="3195720"/>
            <a:ext cx="448200" cy="30600"/>
          </a:xfrm>
          <a:custGeom>
            <a:avLst/>
            <a:gdLst/>
            <a:ahLst/>
            <a:rect l="0" t="0" r="r" b="b"/>
            <a:pathLst>
              <a:path w="1245" h="85">
                <a:moveTo>
                  <a:pt x="0" y="85"/>
                </a:moveTo>
                <a:lnTo>
                  <a:pt x="1245" y="0"/>
                </a:lnTo>
                <a:lnTo>
                  <a:pt x="1245" y="1"/>
                </a:lnTo>
                <a:lnTo>
                  <a:pt x="1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4" name=""/>
          <p:cNvSpPr/>
          <p:nvPr/>
        </p:nvSpPr>
        <p:spPr>
          <a:xfrm>
            <a:off x="3917160" y="3196080"/>
            <a:ext cx="444600" cy="30240"/>
          </a:xfrm>
          <a:custGeom>
            <a:avLst/>
            <a:gdLst/>
            <a:ahLst/>
            <a:rect l="0" t="0" r="r" b="b"/>
            <a:pathLst>
              <a:path w="1235" h="84">
                <a:moveTo>
                  <a:pt x="0" y="84"/>
                </a:moveTo>
                <a:lnTo>
                  <a:pt x="1235" y="0"/>
                </a:lnTo>
                <a:lnTo>
                  <a:pt x="10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5" name=""/>
          <p:cNvSpPr/>
          <p:nvPr/>
        </p:nvSpPr>
        <p:spPr>
          <a:xfrm>
            <a:off x="3920760" y="3196080"/>
            <a:ext cx="441000" cy="30240"/>
          </a:xfrm>
          <a:custGeom>
            <a:avLst/>
            <a:gdLst/>
            <a:ahLst/>
            <a:rect l="0" t="0" r="r" b="b"/>
            <a:pathLst>
              <a:path w="1225" h="84">
                <a:moveTo>
                  <a:pt x="0" y="84"/>
                </a:moveTo>
                <a:lnTo>
                  <a:pt x="1225" y="0"/>
                </a:lnTo>
                <a:lnTo>
                  <a:pt x="1225" y="1"/>
                </a:lnTo>
                <a:lnTo>
                  <a:pt x="11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6" name=""/>
          <p:cNvSpPr/>
          <p:nvPr/>
        </p:nvSpPr>
        <p:spPr>
          <a:xfrm>
            <a:off x="3924720" y="3196440"/>
            <a:ext cx="437040" cy="29880"/>
          </a:xfrm>
          <a:custGeom>
            <a:avLst/>
            <a:gdLst/>
            <a:ahLst/>
            <a:rect l="0" t="0" r="r" b="b"/>
            <a:pathLst>
              <a:path w="1214" h="83">
                <a:moveTo>
                  <a:pt x="0" y="83"/>
                </a:moveTo>
                <a:lnTo>
                  <a:pt x="1214" y="0"/>
                </a:lnTo>
                <a:lnTo>
                  <a:pt x="1214" y="1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7" name=""/>
          <p:cNvSpPr/>
          <p:nvPr/>
        </p:nvSpPr>
        <p:spPr>
          <a:xfrm>
            <a:off x="3928320" y="3196800"/>
            <a:ext cx="433440" cy="29520"/>
          </a:xfrm>
          <a:custGeom>
            <a:avLst/>
            <a:gdLst/>
            <a:ahLst/>
            <a:rect l="0" t="0" r="r" b="b"/>
            <a:pathLst>
              <a:path w="1204" h="82">
                <a:moveTo>
                  <a:pt x="0" y="82"/>
                </a:moveTo>
                <a:lnTo>
                  <a:pt x="1204" y="0"/>
                </a:lnTo>
                <a:lnTo>
                  <a:pt x="1204" y="1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8" name=""/>
          <p:cNvSpPr/>
          <p:nvPr/>
        </p:nvSpPr>
        <p:spPr>
          <a:xfrm>
            <a:off x="3931920" y="3197160"/>
            <a:ext cx="429840" cy="29160"/>
          </a:xfrm>
          <a:custGeom>
            <a:avLst/>
            <a:gdLst/>
            <a:ahLst/>
            <a:rect l="0" t="0" r="r" b="b"/>
            <a:pathLst>
              <a:path w="1194" h="81">
                <a:moveTo>
                  <a:pt x="0" y="81"/>
                </a:moveTo>
                <a:lnTo>
                  <a:pt x="1194" y="0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29" name=""/>
          <p:cNvSpPr/>
          <p:nvPr/>
        </p:nvSpPr>
        <p:spPr>
          <a:xfrm>
            <a:off x="3935520" y="3197160"/>
            <a:ext cx="426240" cy="29160"/>
          </a:xfrm>
          <a:custGeom>
            <a:avLst/>
            <a:gdLst/>
            <a:ahLst/>
            <a:rect l="0" t="0" r="r" b="b"/>
            <a:pathLst>
              <a:path w="1184" h="81">
                <a:moveTo>
                  <a:pt x="0" y="81"/>
                </a:moveTo>
                <a:lnTo>
                  <a:pt x="1184" y="0"/>
                </a:lnTo>
                <a:lnTo>
                  <a:pt x="1184" y="1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0" name=""/>
          <p:cNvSpPr/>
          <p:nvPr/>
        </p:nvSpPr>
        <p:spPr>
          <a:xfrm>
            <a:off x="3939120" y="3197520"/>
            <a:ext cx="422640" cy="28800"/>
          </a:xfrm>
          <a:custGeom>
            <a:avLst/>
            <a:gdLst/>
            <a:ahLst/>
            <a:rect l="0" t="0" r="r" b="b"/>
            <a:pathLst>
              <a:path w="1174" h="80">
                <a:moveTo>
                  <a:pt x="0" y="80"/>
                </a:moveTo>
                <a:lnTo>
                  <a:pt x="1174" y="0"/>
                </a:lnTo>
                <a:lnTo>
                  <a:pt x="1174" y="1"/>
                </a:lnTo>
                <a:lnTo>
                  <a:pt x="11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1" name=""/>
          <p:cNvSpPr/>
          <p:nvPr/>
        </p:nvSpPr>
        <p:spPr>
          <a:xfrm>
            <a:off x="3943080" y="3197880"/>
            <a:ext cx="418680" cy="28440"/>
          </a:xfrm>
          <a:custGeom>
            <a:avLst/>
            <a:gdLst/>
            <a:ahLst/>
            <a:rect l="0" t="0" r="r" b="b"/>
            <a:pathLst>
              <a:path w="1163" h="79">
                <a:moveTo>
                  <a:pt x="0" y="79"/>
                </a:moveTo>
                <a:lnTo>
                  <a:pt x="1163" y="0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2" name=""/>
          <p:cNvSpPr/>
          <p:nvPr/>
        </p:nvSpPr>
        <p:spPr>
          <a:xfrm>
            <a:off x="3946680" y="3197880"/>
            <a:ext cx="415080" cy="28440"/>
          </a:xfrm>
          <a:custGeom>
            <a:avLst/>
            <a:gdLst/>
            <a:ahLst/>
            <a:rect l="0" t="0" r="r" b="b"/>
            <a:pathLst>
              <a:path w="1153" h="79">
                <a:moveTo>
                  <a:pt x="0" y="79"/>
                </a:moveTo>
                <a:lnTo>
                  <a:pt x="1153" y="0"/>
                </a:lnTo>
                <a:lnTo>
                  <a:pt x="1153" y="1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3" name=""/>
          <p:cNvSpPr/>
          <p:nvPr/>
        </p:nvSpPr>
        <p:spPr>
          <a:xfrm>
            <a:off x="3950280" y="3198240"/>
            <a:ext cx="411480" cy="28080"/>
          </a:xfrm>
          <a:custGeom>
            <a:avLst/>
            <a:gdLst/>
            <a:ahLst/>
            <a:rect l="0" t="0" r="r" b="b"/>
            <a:pathLst>
              <a:path w="1143" h="78">
                <a:moveTo>
                  <a:pt x="0" y="78"/>
                </a:moveTo>
                <a:lnTo>
                  <a:pt x="1143" y="0"/>
                </a:lnTo>
                <a:lnTo>
                  <a:pt x="1143" y="1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4" name=""/>
          <p:cNvSpPr/>
          <p:nvPr/>
        </p:nvSpPr>
        <p:spPr>
          <a:xfrm>
            <a:off x="3953880" y="3198600"/>
            <a:ext cx="407880" cy="27720"/>
          </a:xfrm>
          <a:custGeom>
            <a:avLst/>
            <a:gdLst/>
            <a:ahLst/>
            <a:rect l="0" t="0" r="r" b="b"/>
            <a:pathLst>
              <a:path w="1133" h="77">
                <a:moveTo>
                  <a:pt x="0" y="77"/>
                </a:moveTo>
                <a:lnTo>
                  <a:pt x="1133" y="0"/>
                </a:lnTo>
                <a:lnTo>
                  <a:pt x="10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5" name=""/>
          <p:cNvSpPr/>
          <p:nvPr/>
        </p:nvSpPr>
        <p:spPr>
          <a:xfrm>
            <a:off x="3957480" y="3198600"/>
            <a:ext cx="404280" cy="27720"/>
          </a:xfrm>
          <a:custGeom>
            <a:avLst/>
            <a:gdLst/>
            <a:ahLst/>
            <a:rect l="0" t="0" r="r" b="b"/>
            <a:pathLst>
              <a:path w="1123" h="77">
                <a:moveTo>
                  <a:pt x="0" y="77"/>
                </a:moveTo>
                <a:lnTo>
                  <a:pt x="1123" y="0"/>
                </a:lnTo>
                <a:lnTo>
                  <a:pt x="1123" y="1"/>
                </a:lnTo>
                <a:lnTo>
                  <a:pt x="11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6" name=""/>
          <p:cNvSpPr/>
          <p:nvPr/>
        </p:nvSpPr>
        <p:spPr>
          <a:xfrm>
            <a:off x="3961440" y="3198960"/>
            <a:ext cx="400320" cy="27360"/>
          </a:xfrm>
          <a:custGeom>
            <a:avLst/>
            <a:gdLst/>
            <a:ahLst/>
            <a:rect l="0" t="0" r="r" b="b"/>
            <a:pathLst>
              <a:path w="1112" h="76">
                <a:moveTo>
                  <a:pt x="0" y="76"/>
                </a:moveTo>
                <a:lnTo>
                  <a:pt x="1112" y="0"/>
                </a:lnTo>
                <a:lnTo>
                  <a:pt x="1112" y="1"/>
                </a:lnTo>
                <a:lnTo>
                  <a:pt x="1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7" name=""/>
          <p:cNvSpPr/>
          <p:nvPr/>
        </p:nvSpPr>
        <p:spPr>
          <a:xfrm>
            <a:off x="3965040" y="3199320"/>
            <a:ext cx="396720" cy="27000"/>
          </a:xfrm>
          <a:custGeom>
            <a:avLst/>
            <a:gdLst/>
            <a:ahLst/>
            <a:rect l="0" t="0" r="r" b="b"/>
            <a:pathLst>
              <a:path w="1102" h="75">
                <a:moveTo>
                  <a:pt x="0" y="75"/>
                </a:moveTo>
                <a:lnTo>
                  <a:pt x="1102" y="0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dc3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8" name=""/>
          <p:cNvSpPr/>
          <p:nvPr/>
        </p:nvSpPr>
        <p:spPr>
          <a:xfrm>
            <a:off x="3968640" y="3199320"/>
            <a:ext cx="393120" cy="27000"/>
          </a:xfrm>
          <a:custGeom>
            <a:avLst/>
            <a:gdLst/>
            <a:ahLst/>
            <a:rect l="0" t="0" r="r" b="b"/>
            <a:pathLst>
              <a:path w="1092" h="75">
                <a:moveTo>
                  <a:pt x="0" y="75"/>
                </a:moveTo>
                <a:lnTo>
                  <a:pt x="1092" y="0"/>
                </a:lnTo>
                <a:lnTo>
                  <a:pt x="1092" y="1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39" name=""/>
          <p:cNvSpPr/>
          <p:nvPr/>
        </p:nvSpPr>
        <p:spPr>
          <a:xfrm>
            <a:off x="3972240" y="3199680"/>
            <a:ext cx="389520" cy="26640"/>
          </a:xfrm>
          <a:custGeom>
            <a:avLst/>
            <a:gdLst/>
            <a:ahLst/>
            <a:rect l="0" t="0" r="r" b="b"/>
            <a:pathLst>
              <a:path w="1082" h="74">
                <a:moveTo>
                  <a:pt x="0" y="74"/>
                </a:moveTo>
                <a:lnTo>
                  <a:pt x="1082" y="0"/>
                </a:lnTo>
                <a:lnTo>
                  <a:pt x="1082" y="1"/>
                </a:lnTo>
                <a:lnTo>
                  <a:pt x="10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dc2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0" name=""/>
          <p:cNvSpPr/>
          <p:nvPr/>
        </p:nvSpPr>
        <p:spPr>
          <a:xfrm>
            <a:off x="3975840" y="3200040"/>
            <a:ext cx="385920" cy="26280"/>
          </a:xfrm>
          <a:custGeom>
            <a:avLst/>
            <a:gdLst/>
            <a:ahLst/>
            <a:rect l="0" t="0" r="r" b="b"/>
            <a:pathLst>
              <a:path w="1072" h="73">
                <a:moveTo>
                  <a:pt x="0" y="73"/>
                </a:moveTo>
                <a:lnTo>
                  <a:pt x="1072" y="0"/>
                </a:lnTo>
                <a:lnTo>
                  <a:pt x="1072" y="1"/>
                </a:lnTo>
                <a:lnTo>
                  <a:pt x="11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1" name=""/>
          <p:cNvSpPr/>
          <p:nvPr/>
        </p:nvSpPr>
        <p:spPr>
          <a:xfrm>
            <a:off x="3979800" y="3200400"/>
            <a:ext cx="381960" cy="25920"/>
          </a:xfrm>
          <a:custGeom>
            <a:avLst/>
            <a:gdLst/>
            <a:ahLst/>
            <a:rect l="0" t="0" r="r" b="b"/>
            <a:pathLst>
              <a:path w="1061" h="72">
                <a:moveTo>
                  <a:pt x="0" y="72"/>
                </a:moveTo>
                <a:lnTo>
                  <a:pt x="1061" y="0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cc0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2" name=""/>
          <p:cNvSpPr/>
          <p:nvPr/>
        </p:nvSpPr>
        <p:spPr>
          <a:xfrm>
            <a:off x="3983400" y="3200400"/>
            <a:ext cx="378360" cy="25920"/>
          </a:xfrm>
          <a:custGeom>
            <a:avLst/>
            <a:gdLst/>
            <a:ahLst/>
            <a:rect l="0" t="0" r="r" b="b"/>
            <a:pathLst>
              <a:path w="1051" h="72">
                <a:moveTo>
                  <a:pt x="0" y="72"/>
                </a:moveTo>
                <a:lnTo>
                  <a:pt x="1051" y="0"/>
                </a:lnTo>
                <a:lnTo>
                  <a:pt x="1051" y="1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3" name=""/>
          <p:cNvSpPr/>
          <p:nvPr/>
        </p:nvSpPr>
        <p:spPr>
          <a:xfrm>
            <a:off x="3987000" y="3200760"/>
            <a:ext cx="374760" cy="25560"/>
          </a:xfrm>
          <a:custGeom>
            <a:avLst/>
            <a:gdLst/>
            <a:ahLst/>
            <a:rect l="0" t="0" r="r" b="b"/>
            <a:pathLst>
              <a:path w="1041" h="71">
                <a:moveTo>
                  <a:pt x="0" y="71"/>
                </a:moveTo>
                <a:lnTo>
                  <a:pt x="1041" y="0"/>
                </a:lnTo>
                <a:lnTo>
                  <a:pt x="1041" y="1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c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4" name=""/>
          <p:cNvSpPr/>
          <p:nvPr/>
        </p:nvSpPr>
        <p:spPr>
          <a:xfrm>
            <a:off x="3990600" y="3201120"/>
            <a:ext cx="371160" cy="25200"/>
          </a:xfrm>
          <a:custGeom>
            <a:avLst/>
            <a:gdLst/>
            <a:ahLst/>
            <a:rect l="0" t="0" r="r" b="b"/>
            <a:pathLst>
              <a:path w="1031" h="70">
                <a:moveTo>
                  <a:pt x="0" y="70"/>
                </a:moveTo>
                <a:lnTo>
                  <a:pt x="1031" y="0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5" name=""/>
          <p:cNvSpPr/>
          <p:nvPr/>
        </p:nvSpPr>
        <p:spPr>
          <a:xfrm>
            <a:off x="3994200" y="3201120"/>
            <a:ext cx="367560" cy="25200"/>
          </a:xfrm>
          <a:custGeom>
            <a:avLst/>
            <a:gdLst/>
            <a:ahLst/>
            <a:rect l="0" t="0" r="r" b="b"/>
            <a:pathLst>
              <a:path w="1021" h="70">
                <a:moveTo>
                  <a:pt x="0" y="70"/>
                </a:moveTo>
                <a:lnTo>
                  <a:pt x="1021" y="0"/>
                </a:lnTo>
                <a:lnTo>
                  <a:pt x="1021" y="1"/>
                </a:lnTo>
                <a:lnTo>
                  <a:pt x="11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6" name=""/>
          <p:cNvSpPr/>
          <p:nvPr/>
        </p:nvSpPr>
        <p:spPr>
          <a:xfrm>
            <a:off x="3998160" y="3201480"/>
            <a:ext cx="363600" cy="24840"/>
          </a:xfrm>
          <a:custGeom>
            <a:avLst/>
            <a:gdLst/>
            <a:ahLst/>
            <a:rect l="0" t="0" r="r" b="b"/>
            <a:pathLst>
              <a:path w="1010" h="69">
                <a:moveTo>
                  <a:pt x="0" y="69"/>
                </a:moveTo>
                <a:lnTo>
                  <a:pt x="1010" y="0"/>
                </a:lnTo>
                <a:lnTo>
                  <a:pt x="1010" y="1"/>
                </a:lnTo>
                <a:lnTo>
                  <a:pt x="10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7" name=""/>
          <p:cNvSpPr/>
          <p:nvPr/>
        </p:nvSpPr>
        <p:spPr>
          <a:xfrm>
            <a:off x="4001760" y="3201840"/>
            <a:ext cx="360000" cy="24480"/>
          </a:xfrm>
          <a:custGeom>
            <a:avLst/>
            <a:gdLst/>
            <a:ahLst/>
            <a:rect l="0" t="0" r="r" b="b"/>
            <a:pathLst>
              <a:path w="1000" h="68">
                <a:moveTo>
                  <a:pt x="0" y="68"/>
                </a:moveTo>
                <a:lnTo>
                  <a:pt x="1000" y="0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8" name=""/>
          <p:cNvSpPr/>
          <p:nvPr/>
        </p:nvSpPr>
        <p:spPr>
          <a:xfrm>
            <a:off x="4005360" y="3201840"/>
            <a:ext cx="356400" cy="24480"/>
          </a:xfrm>
          <a:custGeom>
            <a:avLst/>
            <a:gdLst/>
            <a:ahLst/>
            <a:rect l="0" t="0" r="r" b="b"/>
            <a:pathLst>
              <a:path w="990" h="68">
                <a:moveTo>
                  <a:pt x="0" y="68"/>
                </a:moveTo>
                <a:lnTo>
                  <a:pt x="990" y="0"/>
                </a:lnTo>
                <a:lnTo>
                  <a:pt x="990" y="1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49" name=""/>
          <p:cNvSpPr/>
          <p:nvPr/>
        </p:nvSpPr>
        <p:spPr>
          <a:xfrm>
            <a:off x="4008960" y="3202200"/>
            <a:ext cx="352800" cy="24120"/>
          </a:xfrm>
          <a:custGeom>
            <a:avLst/>
            <a:gdLst/>
            <a:ahLst/>
            <a:rect l="0" t="0" r="r" b="b"/>
            <a:pathLst>
              <a:path w="980" h="67">
                <a:moveTo>
                  <a:pt x="0" y="67"/>
                </a:moveTo>
                <a:lnTo>
                  <a:pt x="980" y="0"/>
                </a:lnTo>
                <a:lnTo>
                  <a:pt x="980" y="1"/>
                </a:lnTo>
                <a:lnTo>
                  <a:pt x="10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0" name=""/>
          <p:cNvSpPr/>
          <p:nvPr/>
        </p:nvSpPr>
        <p:spPr>
          <a:xfrm>
            <a:off x="4012560" y="3202560"/>
            <a:ext cx="349200" cy="23760"/>
          </a:xfrm>
          <a:custGeom>
            <a:avLst/>
            <a:gdLst/>
            <a:ahLst/>
            <a:rect l="0" t="0" r="r" b="b"/>
            <a:pathLst>
              <a:path w="970" h="66">
                <a:moveTo>
                  <a:pt x="0" y="66"/>
                </a:moveTo>
                <a:lnTo>
                  <a:pt x="970" y="0"/>
                </a:lnTo>
                <a:lnTo>
                  <a:pt x="11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1" name=""/>
          <p:cNvSpPr/>
          <p:nvPr/>
        </p:nvSpPr>
        <p:spPr>
          <a:xfrm>
            <a:off x="4016520" y="3202560"/>
            <a:ext cx="345240" cy="23760"/>
          </a:xfrm>
          <a:custGeom>
            <a:avLst/>
            <a:gdLst/>
            <a:ahLst/>
            <a:rect l="0" t="0" r="r" b="b"/>
            <a:pathLst>
              <a:path w="959" h="66">
                <a:moveTo>
                  <a:pt x="0" y="66"/>
                </a:moveTo>
                <a:lnTo>
                  <a:pt x="959" y="0"/>
                </a:lnTo>
                <a:lnTo>
                  <a:pt x="959" y="1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2" name=""/>
          <p:cNvSpPr/>
          <p:nvPr/>
        </p:nvSpPr>
        <p:spPr>
          <a:xfrm>
            <a:off x="4020120" y="3202920"/>
            <a:ext cx="341640" cy="23400"/>
          </a:xfrm>
          <a:custGeom>
            <a:avLst/>
            <a:gdLst/>
            <a:ahLst/>
            <a:rect l="0" t="0" r="r" b="b"/>
            <a:pathLst>
              <a:path w="949" h="65">
                <a:moveTo>
                  <a:pt x="0" y="65"/>
                </a:moveTo>
                <a:lnTo>
                  <a:pt x="949" y="0"/>
                </a:lnTo>
                <a:lnTo>
                  <a:pt x="949" y="1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3" name=""/>
          <p:cNvSpPr/>
          <p:nvPr/>
        </p:nvSpPr>
        <p:spPr>
          <a:xfrm>
            <a:off x="4023720" y="3203280"/>
            <a:ext cx="338040" cy="23040"/>
          </a:xfrm>
          <a:custGeom>
            <a:avLst/>
            <a:gdLst/>
            <a:ahLst/>
            <a:rect l="0" t="0" r="r" b="b"/>
            <a:pathLst>
              <a:path w="939" h="64">
                <a:moveTo>
                  <a:pt x="0" y="64"/>
                </a:moveTo>
                <a:lnTo>
                  <a:pt x="939" y="0"/>
                </a:lnTo>
                <a:lnTo>
                  <a:pt x="939" y="1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4" name=""/>
          <p:cNvSpPr/>
          <p:nvPr/>
        </p:nvSpPr>
        <p:spPr>
          <a:xfrm>
            <a:off x="4027320" y="3203640"/>
            <a:ext cx="334440" cy="22680"/>
          </a:xfrm>
          <a:custGeom>
            <a:avLst/>
            <a:gdLst/>
            <a:ahLst/>
            <a:rect l="0" t="0" r="r" b="b"/>
            <a:pathLst>
              <a:path w="929" h="63">
                <a:moveTo>
                  <a:pt x="0" y="63"/>
                </a:moveTo>
                <a:lnTo>
                  <a:pt x="929" y="0"/>
                </a:lnTo>
                <a:lnTo>
                  <a:pt x="10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5" name=""/>
          <p:cNvSpPr/>
          <p:nvPr/>
        </p:nvSpPr>
        <p:spPr>
          <a:xfrm>
            <a:off x="4030920" y="3203640"/>
            <a:ext cx="330840" cy="22680"/>
          </a:xfrm>
          <a:custGeom>
            <a:avLst/>
            <a:gdLst/>
            <a:ahLst/>
            <a:rect l="0" t="0" r="r" b="b"/>
            <a:pathLst>
              <a:path w="919" h="63">
                <a:moveTo>
                  <a:pt x="0" y="63"/>
                </a:moveTo>
                <a:lnTo>
                  <a:pt x="919" y="0"/>
                </a:lnTo>
                <a:lnTo>
                  <a:pt x="919" y="1"/>
                </a:lnTo>
                <a:lnTo>
                  <a:pt x="11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6" name=""/>
          <p:cNvSpPr/>
          <p:nvPr/>
        </p:nvSpPr>
        <p:spPr>
          <a:xfrm>
            <a:off x="4034880" y="3204000"/>
            <a:ext cx="326880" cy="22320"/>
          </a:xfrm>
          <a:custGeom>
            <a:avLst/>
            <a:gdLst/>
            <a:ahLst/>
            <a:rect l="0" t="0" r="r" b="b"/>
            <a:pathLst>
              <a:path w="908" h="62">
                <a:moveTo>
                  <a:pt x="0" y="62"/>
                </a:moveTo>
                <a:lnTo>
                  <a:pt x="908" y="0"/>
                </a:lnTo>
                <a:lnTo>
                  <a:pt x="908" y="1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7" name=""/>
          <p:cNvSpPr/>
          <p:nvPr/>
        </p:nvSpPr>
        <p:spPr>
          <a:xfrm>
            <a:off x="4038480" y="3204360"/>
            <a:ext cx="323280" cy="21960"/>
          </a:xfrm>
          <a:custGeom>
            <a:avLst/>
            <a:gdLst/>
            <a:ahLst/>
            <a:rect l="0" t="0" r="r" b="b"/>
            <a:pathLst>
              <a:path w="898" h="61">
                <a:moveTo>
                  <a:pt x="0" y="61"/>
                </a:moveTo>
                <a:lnTo>
                  <a:pt x="898" y="0"/>
                </a:lnTo>
                <a:lnTo>
                  <a:pt x="1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8" name=""/>
          <p:cNvSpPr/>
          <p:nvPr/>
        </p:nvSpPr>
        <p:spPr>
          <a:xfrm>
            <a:off x="4042080" y="3204360"/>
            <a:ext cx="319680" cy="21960"/>
          </a:xfrm>
          <a:custGeom>
            <a:avLst/>
            <a:gdLst/>
            <a:ahLst/>
            <a:rect l="0" t="0" r="r" b="b"/>
            <a:pathLst>
              <a:path w="888" h="61">
                <a:moveTo>
                  <a:pt x="0" y="61"/>
                </a:moveTo>
                <a:lnTo>
                  <a:pt x="888" y="0"/>
                </a:lnTo>
                <a:lnTo>
                  <a:pt x="888" y="1"/>
                </a:lnTo>
                <a:lnTo>
                  <a:pt x="1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59" name=""/>
          <p:cNvSpPr/>
          <p:nvPr/>
        </p:nvSpPr>
        <p:spPr>
          <a:xfrm>
            <a:off x="4045680" y="3204720"/>
            <a:ext cx="316080" cy="21600"/>
          </a:xfrm>
          <a:custGeom>
            <a:avLst/>
            <a:gdLst/>
            <a:ahLst/>
            <a:rect l="0" t="0" r="r" b="b"/>
            <a:pathLst>
              <a:path w="878" h="60">
                <a:moveTo>
                  <a:pt x="0" y="60"/>
                </a:moveTo>
                <a:lnTo>
                  <a:pt x="878" y="0"/>
                </a:lnTo>
                <a:lnTo>
                  <a:pt x="878" y="1"/>
                </a:lnTo>
                <a:lnTo>
                  <a:pt x="1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0" name=""/>
          <p:cNvSpPr/>
          <p:nvPr/>
        </p:nvSpPr>
        <p:spPr>
          <a:xfrm>
            <a:off x="4049280" y="3205080"/>
            <a:ext cx="312480" cy="21240"/>
          </a:xfrm>
          <a:custGeom>
            <a:avLst/>
            <a:gdLst/>
            <a:ahLst/>
            <a:rect l="0" t="0" r="r" b="b"/>
            <a:pathLst>
              <a:path w="868" h="59">
                <a:moveTo>
                  <a:pt x="0" y="59"/>
                </a:moveTo>
                <a:lnTo>
                  <a:pt x="868" y="0"/>
                </a:lnTo>
                <a:lnTo>
                  <a:pt x="11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1" name=""/>
          <p:cNvSpPr/>
          <p:nvPr/>
        </p:nvSpPr>
        <p:spPr>
          <a:xfrm>
            <a:off x="4053240" y="3205080"/>
            <a:ext cx="308520" cy="21240"/>
          </a:xfrm>
          <a:custGeom>
            <a:avLst/>
            <a:gdLst/>
            <a:ahLst/>
            <a:rect l="0" t="0" r="r" b="b"/>
            <a:pathLst>
              <a:path w="857" h="59">
                <a:moveTo>
                  <a:pt x="0" y="59"/>
                </a:moveTo>
                <a:lnTo>
                  <a:pt x="857" y="0"/>
                </a:lnTo>
                <a:lnTo>
                  <a:pt x="857" y="1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2" name=""/>
          <p:cNvSpPr/>
          <p:nvPr/>
        </p:nvSpPr>
        <p:spPr>
          <a:xfrm>
            <a:off x="4056840" y="3205440"/>
            <a:ext cx="304920" cy="20880"/>
          </a:xfrm>
          <a:custGeom>
            <a:avLst/>
            <a:gdLst/>
            <a:ahLst/>
            <a:rect l="0" t="0" r="r" b="b"/>
            <a:pathLst>
              <a:path w="847" h="58">
                <a:moveTo>
                  <a:pt x="0" y="58"/>
                </a:moveTo>
                <a:lnTo>
                  <a:pt x="847" y="0"/>
                </a:lnTo>
                <a:lnTo>
                  <a:pt x="847" y="1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3" name=""/>
          <p:cNvSpPr/>
          <p:nvPr/>
        </p:nvSpPr>
        <p:spPr>
          <a:xfrm>
            <a:off x="4060440" y="3205800"/>
            <a:ext cx="301320" cy="20520"/>
          </a:xfrm>
          <a:custGeom>
            <a:avLst/>
            <a:gdLst/>
            <a:ahLst/>
            <a:rect l="0" t="0" r="r" b="b"/>
            <a:pathLst>
              <a:path w="837" h="57">
                <a:moveTo>
                  <a:pt x="0" y="57"/>
                </a:moveTo>
                <a:lnTo>
                  <a:pt x="837" y="0"/>
                </a:lnTo>
                <a:lnTo>
                  <a:pt x="11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4" name=""/>
          <p:cNvSpPr/>
          <p:nvPr/>
        </p:nvSpPr>
        <p:spPr>
          <a:xfrm>
            <a:off x="4064040" y="3205800"/>
            <a:ext cx="297720" cy="20520"/>
          </a:xfrm>
          <a:custGeom>
            <a:avLst/>
            <a:gdLst/>
            <a:ahLst/>
            <a:rect l="0" t="0" r="r" b="b"/>
            <a:pathLst>
              <a:path w="827" h="57">
                <a:moveTo>
                  <a:pt x="0" y="57"/>
                </a:moveTo>
                <a:lnTo>
                  <a:pt x="827" y="0"/>
                </a:lnTo>
                <a:lnTo>
                  <a:pt x="827" y="1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5" name=""/>
          <p:cNvSpPr/>
          <p:nvPr/>
        </p:nvSpPr>
        <p:spPr>
          <a:xfrm>
            <a:off x="4067640" y="3206160"/>
            <a:ext cx="294120" cy="20160"/>
          </a:xfrm>
          <a:custGeom>
            <a:avLst/>
            <a:gdLst/>
            <a:ahLst/>
            <a:rect l="0" t="0" r="r" b="b"/>
            <a:pathLst>
              <a:path w="817" h="56">
                <a:moveTo>
                  <a:pt x="0" y="56"/>
                </a:moveTo>
                <a:lnTo>
                  <a:pt x="817" y="0"/>
                </a:lnTo>
                <a:lnTo>
                  <a:pt x="817" y="1"/>
                </a:lnTo>
                <a:lnTo>
                  <a:pt x="11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6" name=""/>
          <p:cNvSpPr/>
          <p:nvPr/>
        </p:nvSpPr>
        <p:spPr>
          <a:xfrm>
            <a:off x="4071600" y="3206520"/>
            <a:ext cx="290160" cy="19800"/>
          </a:xfrm>
          <a:custGeom>
            <a:avLst/>
            <a:gdLst/>
            <a:ahLst/>
            <a:rect l="0" t="0" r="r" b="b"/>
            <a:pathLst>
              <a:path w="806" h="55">
                <a:moveTo>
                  <a:pt x="0" y="55"/>
                </a:moveTo>
                <a:lnTo>
                  <a:pt x="806" y="0"/>
                </a:lnTo>
                <a:lnTo>
                  <a:pt x="806" y="1"/>
                </a:lnTo>
                <a:lnTo>
                  <a:pt x="10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7" name=""/>
          <p:cNvSpPr/>
          <p:nvPr/>
        </p:nvSpPr>
        <p:spPr>
          <a:xfrm>
            <a:off x="4075200" y="3206880"/>
            <a:ext cx="286560" cy="19440"/>
          </a:xfrm>
          <a:custGeom>
            <a:avLst/>
            <a:gdLst/>
            <a:ahLst/>
            <a:rect l="0" t="0" r="r" b="b"/>
            <a:pathLst>
              <a:path w="796" h="54">
                <a:moveTo>
                  <a:pt x="0" y="54"/>
                </a:moveTo>
                <a:lnTo>
                  <a:pt x="796" y="0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8" name=""/>
          <p:cNvSpPr/>
          <p:nvPr/>
        </p:nvSpPr>
        <p:spPr>
          <a:xfrm>
            <a:off x="4078800" y="3206880"/>
            <a:ext cx="282960" cy="19440"/>
          </a:xfrm>
          <a:custGeom>
            <a:avLst/>
            <a:gdLst/>
            <a:ahLst/>
            <a:rect l="0" t="0" r="r" b="b"/>
            <a:pathLst>
              <a:path w="786" h="54">
                <a:moveTo>
                  <a:pt x="0" y="54"/>
                </a:moveTo>
                <a:lnTo>
                  <a:pt x="786" y="0"/>
                </a:lnTo>
                <a:lnTo>
                  <a:pt x="786" y="1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69" name=""/>
          <p:cNvSpPr/>
          <p:nvPr/>
        </p:nvSpPr>
        <p:spPr>
          <a:xfrm>
            <a:off x="4082400" y="3207240"/>
            <a:ext cx="279360" cy="19080"/>
          </a:xfrm>
          <a:custGeom>
            <a:avLst/>
            <a:gdLst/>
            <a:ahLst/>
            <a:rect l="0" t="0" r="r" b="b"/>
            <a:pathLst>
              <a:path w="776" h="53">
                <a:moveTo>
                  <a:pt x="0" y="53"/>
                </a:moveTo>
                <a:lnTo>
                  <a:pt x="776" y="0"/>
                </a:lnTo>
                <a:lnTo>
                  <a:pt x="776" y="1"/>
                </a:lnTo>
                <a:lnTo>
                  <a:pt x="10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0" name=""/>
          <p:cNvSpPr/>
          <p:nvPr/>
        </p:nvSpPr>
        <p:spPr>
          <a:xfrm>
            <a:off x="4086000" y="3207600"/>
            <a:ext cx="275760" cy="18720"/>
          </a:xfrm>
          <a:custGeom>
            <a:avLst/>
            <a:gdLst/>
            <a:ahLst/>
            <a:rect l="0" t="0" r="r" b="b"/>
            <a:pathLst>
              <a:path w="766" h="52">
                <a:moveTo>
                  <a:pt x="0" y="52"/>
                </a:moveTo>
                <a:lnTo>
                  <a:pt x="766" y="0"/>
                </a:lnTo>
                <a:lnTo>
                  <a:pt x="11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1" name=""/>
          <p:cNvSpPr/>
          <p:nvPr/>
        </p:nvSpPr>
        <p:spPr>
          <a:xfrm>
            <a:off x="4089960" y="3207600"/>
            <a:ext cx="271800" cy="18720"/>
          </a:xfrm>
          <a:custGeom>
            <a:avLst/>
            <a:gdLst/>
            <a:ahLst/>
            <a:rect l="0" t="0" r="r" b="b"/>
            <a:pathLst>
              <a:path w="755" h="52">
                <a:moveTo>
                  <a:pt x="0" y="52"/>
                </a:moveTo>
                <a:lnTo>
                  <a:pt x="755" y="0"/>
                </a:lnTo>
                <a:lnTo>
                  <a:pt x="755" y="1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2" name=""/>
          <p:cNvSpPr/>
          <p:nvPr/>
        </p:nvSpPr>
        <p:spPr>
          <a:xfrm>
            <a:off x="4093560" y="3207960"/>
            <a:ext cx="268200" cy="18360"/>
          </a:xfrm>
          <a:custGeom>
            <a:avLst/>
            <a:gdLst/>
            <a:ahLst/>
            <a:rect l="0" t="0" r="r" b="b"/>
            <a:pathLst>
              <a:path w="745" h="51">
                <a:moveTo>
                  <a:pt x="0" y="51"/>
                </a:moveTo>
                <a:lnTo>
                  <a:pt x="745" y="0"/>
                </a:lnTo>
                <a:lnTo>
                  <a:pt x="745" y="1"/>
                </a:lnTo>
                <a:lnTo>
                  <a:pt x="10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3" name=""/>
          <p:cNvSpPr/>
          <p:nvPr/>
        </p:nvSpPr>
        <p:spPr>
          <a:xfrm>
            <a:off x="4097160" y="3208320"/>
            <a:ext cx="264600" cy="18000"/>
          </a:xfrm>
          <a:custGeom>
            <a:avLst/>
            <a:gdLst/>
            <a:ahLst/>
            <a:rect l="0" t="0" r="r" b="b"/>
            <a:pathLst>
              <a:path w="735" h="50">
                <a:moveTo>
                  <a:pt x="0" y="50"/>
                </a:moveTo>
                <a:lnTo>
                  <a:pt x="735" y="0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4" name=""/>
          <p:cNvSpPr/>
          <p:nvPr/>
        </p:nvSpPr>
        <p:spPr>
          <a:xfrm>
            <a:off x="4100760" y="3208320"/>
            <a:ext cx="261000" cy="18000"/>
          </a:xfrm>
          <a:custGeom>
            <a:avLst/>
            <a:gdLst/>
            <a:ahLst/>
            <a:rect l="0" t="0" r="r" b="b"/>
            <a:pathLst>
              <a:path w="725" h="50">
                <a:moveTo>
                  <a:pt x="0" y="50"/>
                </a:moveTo>
                <a:lnTo>
                  <a:pt x="725" y="0"/>
                </a:lnTo>
                <a:lnTo>
                  <a:pt x="725" y="1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4a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5" name=""/>
          <p:cNvSpPr/>
          <p:nvPr/>
        </p:nvSpPr>
        <p:spPr>
          <a:xfrm>
            <a:off x="4104360" y="3208680"/>
            <a:ext cx="257400" cy="17640"/>
          </a:xfrm>
          <a:custGeom>
            <a:avLst/>
            <a:gdLst/>
            <a:ahLst/>
            <a:rect l="0" t="0" r="r" b="b"/>
            <a:pathLst>
              <a:path w="715" h="49">
                <a:moveTo>
                  <a:pt x="0" y="49"/>
                </a:moveTo>
                <a:lnTo>
                  <a:pt x="715" y="0"/>
                </a:lnTo>
                <a:lnTo>
                  <a:pt x="715" y="1"/>
                </a:lnTo>
                <a:lnTo>
                  <a:pt x="11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6" name=""/>
          <p:cNvSpPr/>
          <p:nvPr/>
        </p:nvSpPr>
        <p:spPr>
          <a:xfrm>
            <a:off x="4108320" y="3209040"/>
            <a:ext cx="253440" cy="17280"/>
          </a:xfrm>
          <a:custGeom>
            <a:avLst/>
            <a:gdLst/>
            <a:ahLst/>
            <a:rect l="0" t="0" r="r" b="b"/>
            <a:pathLst>
              <a:path w="704" h="48">
                <a:moveTo>
                  <a:pt x="0" y="48"/>
                </a:moveTo>
                <a:lnTo>
                  <a:pt x="704" y="0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7" name=""/>
          <p:cNvSpPr/>
          <p:nvPr/>
        </p:nvSpPr>
        <p:spPr>
          <a:xfrm>
            <a:off x="4111920" y="3209040"/>
            <a:ext cx="249840" cy="17280"/>
          </a:xfrm>
          <a:custGeom>
            <a:avLst/>
            <a:gdLst/>
            <a:ahLst/>
            <a:rect l="0" t="0" r="r" b="b"/>
            <a:pathLst>
              <a:path w="694" h="48">
                <a:moveTo>
                  <a:pt x="0" y="48"/>
                </a:moveTo>
                <a:lnTo>
                  <a:pt x="694" y="0"/>
                </a:lnTo>
                <a:lnTo>
                  <a:pt x="694" y="1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8" name=""/>
          <p:cNvSpPr/>
          <p:nvPr/>
        </p:nvSpPr>
        <p:spPr>
          <a:xfrm>
            <a:off x="4115520" y="3209400"/>
            <a:ext cx="246240" cy="16920"/>
          </a:xfrm>
          <a:custGeom>
            <a:avLst/>
            <a:gdLst/>
            <a:ahLst/>
            <a:rect l="0" t="0" r="r" b="b"/>
            <a:pathLst>
              <a:path w="684" h="47">
                <a:moveTo>
                  <a:pt x="0" y="47"/>
                </a:moveTo>
                <a:lnTo>
                  <a:pt x="684" y="0"/>
                </a:lnTo>
                <a:lnTo>
                  <a:pt x="684" y="1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3a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79" name=""/>
          <p:cNvSpPr/>
          <p:nvPr/>
        </p:nvSpPr>
        <p:spPr>
          <a:xfrm>
            <a:off x="4119120" y="3209760"/>
            <a:ext cx="242640" cy="16560"/>
          </a:xfrm>
          <a:custGeom>
            <a:avLst/>
            <a:gdLst/>
            <a:ahLst/>
            <a:rect l="0" t="0" r="r" b="b"/>
            <a:pathLst>
              <a:path w="674" h="46">
                <a:moveTo>
                  <a:pt x="0" y="46"/>
                </a:moveTo>
                <a:lnTo>
                  <a:pt x="674" y="0"/>
                </a:lnTo>
                <a:lnTo>
                  <a:pt x="674" y="1"/>
                </a:lnTo>
                <a:lnTo>
                  <a:pt x="10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0" name=""/>
          <p:cNvSpPr/>
          <p:nvPr/>
        </p:nvSpPr>
        <p:spPr>
          <a:xfrm>
            <a:off x="4122720" y="3210120"/>
            <a:ext cx="239040" cy="16200"/>
          </a:xfrm>
          <a:custGeom>
            <a:avLst/>
            <a:gdLst/>
            <a:ahLst/>
            <a:rect l="0" t="0" r="r" b="b"/>
            <a:pathLst>
              <a:path w="664" h="45">
                <a:moveTo>
                  <a:pt x="0" y="45"/>
                </a:moveTo>
                <a:lnTo>
                  <a:pt x="664" y="0"/>
                </a:lnTo>
                <a:lnTo>
                  <a:pt x="11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1" name=""/>
          <p:cNvSpPr/>
          <p:nvPr/>
        </p:nvSpPr>
        <p:spPr>
          <a:xfrm>
            <a:off x="4126680" y="3210120"/>
            <a:ext cx="235080" cy="16200"/>
          </a:xfrm>
          <a:custGeom>
            <a:avLst/>
            <a:gdLst/>
            <a:ahLst/>
            <a:rect l="0" t="0" r="r" b="b"/>
            <a:pathLst>
              <a:path w="653" h="45">
                <a:moveTo>
                  <a:pt x="0" y="45"/>
                </a:moveTo>
                <a:lnTo>
                  <a:pt x="653" y="0"/>
                </a:lnTo>
                <a:lnTo>
                  <a:pt x="653" y="1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2" name=""/>
          <p:cNvSpPr/>
          <p:nvPr/>
        </p:nvSpPr>
        <p:spPr>
          <a:xfrm>
            <a:off x="4130280" y="3210480"/>
            <a:ext cx="231480" cy="15840"/>
          </a:xfrm>
          <a:custGeom>
            <a:avLst/>
            <a:gdLst/>
            <a:ahLst/>
            <a:rect l="0" t="0" r="r" b="b"/>
            <a:pathLst>
              <a:path w="643" h="44">
                <a:moveTo>
                  <a:pt x="0" y="44"/>
                </a:moveTo>
                <a:lnTo>
                  <a:pt x="643" y="0"/>
                </a:lnTo>
                <a:lnTo>
                  <a:pt x="643" y="1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3" name=""/>
          <p:cNvSpPr/>
          <p:nvPr/>
        </p:nvSpPr>
        <p:spPr>
          <a:xfrm>
            <a:off x="4133880" y="3210840"/>
            <a:ext cx="227880" cy="15480"/>
          </a:xfrm>
          <a:custGeom>
            <a:avLst/>
            <a:gdLst/>
            <a:ahLst/>
            <a:rect l="0" t="0" r="r" b="b"/>
            <a:pathLst>
              <a:path w="633" h="43">
                <a:moveTo>
                  <a:pt x="0" y="43"/>
                </a:moveTo>
                <a:lnTo>
                  <a:pt x="633" y="0"/>
                </a:lnTo>
                <a:lnTo>
                  <a:pt x="1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4" name=""/>
          <p:cNvSpPr/>
          <p:nvPr/>
        </p:nvSpPr>
        <p:spPr>
          <a:xfrm>
            <a:off x="4137480" y="3210840"/>
            <a:ext cx="224280" cy="15480"/>
          </a:xfrm>
          <a:custGeom>
            <a:avLst/>
            <a:gdLst/>
            <a:ahLst/>
            <a:rect l="0" t="0" r="r" b="b"/>
            <a:pathLst>
              <a:path w="623" h="43">
                <a:moveTo>
                  <a:pt x="0" y="43"/>
                </a:moveTo>
                <a:lnTo>
                  <a:pt x="623" y="0"/>
                </a:lnTo>
                <a:lnTo>
                  <a:pt x="623" y="1"/>
                </a:lnTo>
                <a:lnTo>
                  <a:pt x="1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5" name=""/>
          <p:cNvSpPr/>
          <p:nvPr/>
        </p:nvSpPr>
        <p:spPr>
          <a:xfrm>
            <a:off x="4141080" y="3211200"/>
            <a:ext cx="220680" cy="15120"/>
          </a:xfrm>
          <a:custGeom>
            <a:avLst/>
            <a:gdLst/>
            <a:ahLst/>
            <a:rect l="0" t="0" r="r" b="b"/>
            <a:pathLst>
              <a:path w="613" h="42">
                <a:moveTo>
                  <a:pt x="0" y="42"/>
                </a:moveTo>
                <a:lnTo>
                  <a:pt x="613" y="0"/>
                </a:lnTo>
                <a:lnTo>
                  <a:pt x="613" y="1"/>
                </a:lnTo>
                <a:lnTo>
                  <a:pt x="11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2a8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6" name=""/>
          <p:cNvSpPr/>
          <p:nvPr/>
        </p:nvSpPr>
        <p:spPr>
          <a:xfrm>
            <a:off x="4145040" y="3211560"/>
            <a:ext cx="216720" cy="14760"/>
          </a:xfrm>
          <a:custGeom>
            <a:avLst/>
            <a:gdLst/>
            <a:ahLst/>
            <a:rect l="0" t="0" r="r" b="b"/>
            <a:pathLst>
              <a:path w="602" h="41">
                <a:moveTo>
                  <a:pt x="0" y="41"/>
                </a:moveTo>
                <a:lnTo>
                  <a:pt x="602" y="0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7" name=""/>
          <p:cNvSpPr/>
          <p:nvPr/>
        </p:nvSpPr>
        <p:spPr>
          <a:xfrm>
            <a:off x="4148640" y="3211560"/>
            <a:ext cx="213120" cy="14760"/>
          </a:xfrm>
          <a:custGeom>
            <a:avLst/>
            <a:gdLst/>
            <a:ahLst/>
            <a:rect l="0" t="0" r="r" b="b"/>
            <a:pathLst>
              <a:path w="592" h="41">
                <a:moveTo>
                  <a:pt x="0" y="41"/>
                </a:moveTo>
                <a:lnTo>
                  <a:pt x="592" y="0"/>
                </a:lnTo>
                <a:lnTo>
                  <a:pt x="592" y="1"/>
                </a:lnTo>
                <a:lnTo>
                  <a:pt x="11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8" name=""/>
          <p:cNvSpPr/>
          <p:nvPr/>
        </p:nvSpPr>
        <p:spPr>
          <a:xfrm>
            <a:off x="4152240" y="3211920"/>
            <a:ext cx="209520" cy="14400"/>
          </a:xfrm>
          <a:custGeom>
            <a:avLst/>
            <a:gdLst/>
            <a:ahLst/>
            <a:rect l="0" t="0" r="r" b="b"/>
            <a:pathLst>
              <a:path w="582" h="40">
                <a:moveTo>
                  <a:pt x="0" y="40"/>
                </a:moveTo>
                <a:lnTo>
                  <a:pt x="582" y="0"/>
                </a:lnTo>
                <a:lnTo>
                  <a:pt x="582" y="1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89" name=""/>
          <p:cNvSpPr/>
          <p:nvPr/>
        </p:nvSpPr>
        <p:spPr>
          <a:xfrm>
            <a:off x="4155840" y="3212280"/>
            <a:ext cx="205920" cy="14040"/>
          </a:xfrm>
          <a:custGeom>
            <a:avLst/>
            <a:gdLst/>
            <a:ahLst/>
            <a:rect l="0" t="0" r="r" b="b"/>
            <a:pathLst>
              <a:path w="572" h="39">
                <a:moveTo>
                  <a:pt x="0" y="39"/>
                </a:moveTo>
                <a:lnTo>
                  <a:pt x="572" y="0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1a7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0" name=""/>
          <p:cNvSpPr/>
          <p:nvPr/>
        </p:nvSpPr>
        <p:spPr>
          <a:xfrm>
            <a:off x="4159440" y="3212280"/>
            <a:ext cx="202320" cy="14040"/>
          </a:xfrm>
          <a:custGeom>
            <a:avLst/>
            <a:gdLst/>
            <a:ahLst/>
            <a:rect l="0" t="0" r="r" b="b"/>
            <a:pathLst>
              <a:path w="562" h="39">
                <a:moveTo>
                  <a:pt x="0" y="39"/>
                </a:moveTo>
                <a:lnTo>
                  <a:pt x="562" y="0"/>
                </a:lnTo>
                <a:lnTo>
                  <a:pt x="562" y="1"/>
                </a:lnTo>
                <a:lnTo>
                  <a:pt x="11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1" name=""/>
          <p:cNvSpPr/>
          <p:nvPr/>
        </p:nvSpPr>
        <p:spPr>
          <a:xfrm>
            <a:off x="4163400" y="3212640"/>
            <a:ext cx="198360" cy="13680"/>
          </a:xfrm>
          <a:custGeom>
            <a:avLst/>
            <a:gdLst/>
            <a:ahLst/>
            <a:rect l="0" t="0" r="r" b="b"/>
            <a:pathLst>
              <a:path w="551" h="38">
                <a:moveTo>
                  <a:pt x="0" y="38"/>
                </a:moveTo>
                <a:lnTo>
                  <a:pt x="551" y="0"/>
                </a:lnTo>
                <a:lnTo>
                  <a:pt x="551" y="1"/>
                </a:lnTo>
                <a:lnTo>
                  <a:pt x="1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2" name=""/>
          <p:cNvSpPr/>
          <p:nvPr/>
        </p:nvSpPr>
        <p:spPr>
          <a:xfrm>
            <a:off x="4167000" y="3213000"/>
            <a:ext cx="194760" cy="13320"/>
          </a:xfrm>
          <a:custGeom>
            <a:avLst/>
            <a:gdLst/>
            <a:ahLst/>
            <a:rect l="0" t="0" r="r" b="b"/>
            <a:pathLst>
              <a:path w="541" h="37">
                <a:moveTo>
                  <a:pt x="0" y="37"/>
                </a:moveTo>
                <a:lnTo>
                  <a:pt x="541" y="0"/>
                </a:lnTo>
                <a:lnTo>
                  <a:pt x="541" y="1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3" name=""/>
          <p:cNvSpPr/>
          <p:nvPr/>
        </p:nvSpPr>
        <p:spPr>
          <a:xfrm>
            <a:off x="4170600" y="3213360"/>
            <a:ext cx="191160" cy="12960"/>
          </a:xfrm>
          <a:custGeom>
            <a:avLst/>
            <a:gdLst/>
            <a:ahLst/>
            <a:rect l="0" t="0" r="r" b="b"/>
            <a:pathLst>
              <a:path w="531" h="36">
                <a:moveTo>
                  <a:pt x="0" y="36"/>
                </a:moveTo>
                <a:lnTo>
                  <a:pt x="531" y="0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4" name=""/>
          <p:cNvSpPr/>
          <p:nvPr/>
        </p:nvSpPr>
        <p:spPr>
          <a:xfrm>
            <a:off x="4174200" y="3213360"/>
            <a:ext cx="187560" cy="12960"/>
          </a:xfrm>
          <a:custGeom>
            <a:avLst/>
            <a:gdLst/>
            <a:ahLst/>
            <a:rect l="0" t="0" r="r" b="b"/>
            <a:pathLst>
              <a:path w="521" h="36">
                <a:moveTo>
                  <a:pt x="0" y="36"/>
                </a:moveTo>
                <a:lnTo>
                  <a:pt x="521" y="0"/>
                </a:lnTo>
                <a:lnTo>
                  <a:pt x="521" y="1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5" name=""/>
          <p:cNvSpPr/>
          <p:nvPr/>
        </p:nvSpPr>
        <p:spPr>
          <a:xfrm>
            <a:off x="4177800" y="3213720"/>
            <a:ext cx="183960" cy="12600"/>
          </a:xfrm>
          <a:custGeom>
            <a:avLst/>
            <a:gdLst/>
            <a:ahLst/>
            <a:rect l="0" t="0" r="r" b="b"/>
            <a:pathLst>
              <a:path w="511" h="35">
                <a:moveTo>
                  <a:pt x="0" y="35"/>
                </a:moveTo>
                <a:lnTo>
                  <a:pt x="511" y="0"/>
                </a:lnTo>
                <a:lnTo>
                  <a:pt x="511" y="1"/>
                </a:lnTo>
                <a:lnTo>
                  <a:pt x="11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6" name=""/>
          <p:cNvSpPr/>
          <p:nvPr/>
        </p:nvSpPr>
        <p:spPr>
          <a:xfrm>
            <a:off x="4181760" y="3214080"/>
            <a:ext cx="180000" cy="12240"/>
          </a:xfrm>
          <a:custGeom>
            <a:avLst/>
            <a:gdLst/>
            <a:ahLst/>
            <a:rect l="0" t="0" r="r" b="b"/>
            <a:pathLst>
              <a:path w="500" h="34">
                <a:moveTo>
                  <a:pt x="0" y="34"/>
                </a:moveTo>
                <a:lnTo>
                  <a:pt x="500" y="0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7" name=""/>
          <p:cNvSpPr/>
          <p:nvPr/>
        </p:nvSpPr>
        <p:spPr>
          <a:xfrm>
            <a:off x="4185360" y="3214080"/>
            <a:ext cx="176400" cy="12240"/>
          </a:xfrm>
          <a:custGeom>
            <a:avLst/>
            <a:gdLst/>
            <a:ahLst/>
            <a:rect l="0" t="0" r="r" b="b"/>
            <a:pathLst>
              <a:path w="490" h="34">
                <a:moveTo>
                  <a:pt x="0" y="34"/>
                </a:moveTo>
                <a:lnTo>
                  <a:pt x="490" y="0"/>
                </a:lnTo>
                <a:lnTo>
                  <a:pt x="490" y="1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8" name=""/>
          <p:cNvSpPr/>
          <p:nvPr/>
        </p:nvSpPr>
        <p:spPr>
          <a:xfrm>
            <a:off x="4188960" y="3214440"/>
            <a:ext cx="172800" cy="11880"/>
          </a:xfrm>
          <a:custGeom>
            <a:avLst/>
            <a:gdLst/>
            <a:ahLst/>
            <a:rect l="0" t="0" r="r" b="b"/>
            <a:pathLst>
              <a:path w="480" h="33">
                <a:moveTo>
                  <a:pt x="0" y="33"/>
                </a:moveTo>
                <a:lnTo>
                  <a:pt x="480" y="0"/>
                </a:lnTo>
                <a:lnTo>
                  <a:pt x="480" y="1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099" name=""/>
          <p:cNvSpPr/>
          <p:nvPr/>
        </p:nvSpPr>
        <p:spPr>
          <a:xfrm>
            <a:off x="4192560" y="3214800"/>
            <a:ext cx="169200" cy="11520"/>
          </a:xfrm>
          <a:custGeom>
            <a:avLst/>
            <a:gdLst/>
            <a:ahLst/>
            <a:rect l="0" t="0" r="r" b="b"/>
            <a:pathLst>
              <a:path w="470" h="32">
                <a:moveTo>
                  <a:pt x="0" y="32"/>
                </a:moveTo>
                <a:lnTo>
                  <a:pt x="470" y="0"/>
                </a:lnTo>
                <a:lnTo>
                  <a:pt x="10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0" name=""/>
          <p:cNvSpPr/>
          <p:nvPr/>
        </p:nvSpPr>
        <p:spPr>
          <a:xfrm>
            <a:off x="4196160" y="3214800"/>
            <a:ext cx="165600" cy="11520"/>
          </a:xfrm>
          <a:custGeom>
            <a:avLst/>
            <a:gdLst/>
            <a:ahLst/>
            <a:rect l="0" t="0" r="r" b="b"/>
            <a:pathLst>
              <a:path w="460" h="32">
                <a:moveTo>
                  <a:pt x="0" y="32"/>
                </a:moveTo>
                <a:lnTo>
                  <a:pt x="460" y="0"/>
                </a:lnTo>
                <a:lnTo>
                  <a:pt x="460" y="1"/>
                </a:lnTo>
                <a:lnTo>
                  <a:pt x="11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1" name=""/>
          <p:cNvSpPr/>
          <p:nvPr/>
        </p:nvSpPr>
        <p:spPr>
          <a:xfrm>
            <a:off x="4200120" y="3215160"/>
            <a:ext cx="161640" cy="11160"/>
          </a:xfrm>
          <a:custGeom>
            <a:avLst/>
            <a:gdLst/>
            <a:ahLst/>
            <a:rect l="0" t="0" r="r" b="b"/>
            <a:pathLst>
              <a:path w="449" h="31">
                <a:moveTo>
                  <a:pt x="0" y="31"/>
                </a:moveTo>
                <a:lnTo>
                  <a:pt x="449" y="0"/>
                </a:lnTo>
                <a:lnTo>
                  <a:pt x="449" y="1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2" name=""/>
          <p:cNvSpPr/>
          <p:nvPr/>
        </p:nvSpPr>
        <p:spPr>
          <a:xfrm>
            <a:off x="4203720" y="3215520"/>
            <a:ext cx="158040" cy="10800"/>
          </a:xfrm>
          <a:custGeom>
            <a:avLst/>
            <a:gdLst/>
            <a:ahLst/>
            <a:rect l="0" t="0" r="r" b="b"/>
            <a:pathLst>
              <a:path w="439" h="30">
                <a:moveTo>
                  <a:pt x="0" y="30"/>
                </a:moveTo>
                <a:lnTo>
                  <a:pt x="439" y="0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3" name=""/>
          <p:cNvSpPr/>
          <p:nvPr/>
        </p:nvSpPr>
        <p:spPr>
          <a:xfrm>
            <a:off x="4207320" y="3215520"/>
            <a:ext cx="154440" cy="10800"/>
          </a:xfrm>
          <a:custGeom>
            <a:avLst/>
            <a:gdLst/>
            <a:ahLst/>
            <a:rect l="0" t="0" r="r" b="b"/>
            <a:pathLst>
              <a:path w="429" h="30">
                <a:moveTo>
                  <a:pt x="0" y="30"/>
                </a:moveTo>
                <a:lnTo>
                  <a:pt x="429" y="0"/>
                </a:lnTo>
                <a:lnTo>
                  <a:pt x="429" y="1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4" name=""/>
          <p:cNvSpPr/>
          <p:nvPr/>
        </p:nvSpPr>
        <p:spPr>
          <a:xfrm>
            <a:off x="4210920" y="3215880"/>
            <a:ext cx="150840" cy="10440"/>
          </a:xfrm>
          <a:custGeom>
            <a:avLst/>
            <a:gdLst/>
            <a:ahLst/>
            <a:rect l="0" t="0" r="r" b="b"/>
            <a:pathLst>
              <a:path w="419" h="29">
                <a:moveTo>
                  <a:pt x="0" y="29"/>
                </a:moveTo>
                <a:lnTo>
                  <a:pt x="419" y="0"/>
                </a:lnTo>
                <a:lnTo>
                  <a:pt x="419" y="1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5" name=""/>
          <p:cNvSpPr/>
          <p:nvPr/>
        </p:nvSpPr>
        <p:spPr>
          <a:xfrm>
            <a:off x="4214520" y="3216240"/>
            <a:ext cx="147240" cy="10080"/>
          </a:xfrm>
          <a:custGeom>
            <a:avLst/>
            <a:gdLst/>
            <a:ahLst/>
            <a:rect l="0" t="0" r="r" b="b"/>
            <a:pathLst>
              <a:path w="409" h="28">
                <a:moveTo>
                  <a:pt x="0" y="28"/>
                </a:moveTo>
                <a:lnTo>
                  <a:pt x="409" y="0"/>
                </a:lnTo>
                <a:lnTo>
                  <a:pt x="409" y="1"/>
                </a:lnTo>
                <a:lnTo>
                  <a:pt x="11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6" name=""/>
          <p:cNvSpPr/>
          <p:nvPr/>
        </p:nvSpPr>
        <p:spPr>
          <a:xfrm>
            <a:off x="4218480" y="3216600"/>
            <a:ext cx="143280" cy="9720"/>
          </a:xfrm>
          <a:custGeom>
            <a:avLst/>
            <a:gdLst/>
            <a:ahLst/>
            <a:rect l="0" t="0" r="r" b="b"/>
            <a:pathLst>
              <a:path w="398" h="27">
                <a:moveTo>
                  <a:pt x="0" y="27"/>
                </a:moveTo>
                <a:lnTo>
                  <a:pt x="398" y="0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1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7" name=""/>
          <p:cNvSpPr/>
          <p:nvPr/>
        </p:nvSpPr>
        <p:spPr>
          <a:xfrm>
            <a:off x="4222080" y="3216600"/>
            <a:ext cx="139680" cy="9720"/>
          </a:xfrm>
          <a:custGeom>
            <a:avLst/>
            <a:gdLst/>
            <a:ahLst/>
            <a:rect l="0" t="0" r="r" b="b"/>
            <a:pathLst>
              <a:path w="388" h="27">
                <a:moveTo>
                  <a:pt x="0" y="27"/>
                </a:moveTo>
                <a:lnTo>
                  <a:pt x="388" y="0"/>
                </a:lnTo>
                <a:lnTo>
                  <a:pt x="388" y="1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8" name=""/>
          <p:cNvSpPr/>
          <p:nvPr/>
        </p:nvSpPr>
        <p:spPr>
          <a:xfrm>
            <a:off x="4225680" y="3216960"/>
            <a:ext cx="136080" cy="9360"/>
          </a:xfrm>
          <a:custGeom>
            <a:avLst/>
            <a:gdLst/>
            <a:ahLst/>
            <a:rect l="0" t="0" r="r" b="b"/>
            <a:pathLst>
              <a:path w="378" h="26">
                <a:moveTo>
                  <a:pt x="0" y="26"/>
                </a:moveTo>
                <a:lnTo>
                  <a:pt x="378" y="0"/>
                </a:lnTo>
                <a:lnTo>
                  <a:pt x="378" y="1"/>
                </a:lnTo>
                <a:lnTo>
                  <a:pt x="1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09" name=""/>
          <p:cNvSpPr/>
          <p:nvPr/>
        </p:nvSpPr>
        <p:spPr>
          <a:xfrm>
            <a:off x="4229280" y="3217320"/>
            <a:ext cx="132480" cy="9000"/>
          </a:xfrm>
          <a:custGeom>
            <a:avLst/>
            <a:gdLst/>
            <a:ahLst/>
            <a:rect l="0" t="0" r="r" b="b"/>
            <a:pathLst>
              <a:path w="368" h="25">
                <a:moveTo>
                  <a:pt x="0" y="25"/>
                </a:moveTo>
                <a:lnTo>
                  <a:pt x="368" y="0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0" name=""/>
          <p:cNvSpPr/>
          <p:nvPr/>
        </p:nvSpPr>
        <p:spPr>
          <a:xfrm>
            <a:off x="4232880" y="3217320"/>
            <a:ext cx="128880" cy="9000"/>
          </a:xfrm>
          <a:custGeom>
            <a:avLst/>
            <a:gdLst/>
            <a:ahLst/>
            <a:rect l="0" t="0" r="r" b="b"/>
            <a:pathLst>
              <a:path w="358" h="25">
                <a:moveTo>
                  <a:pt x="0" y="25"/>
                </a:moveTo>
                <a:lnTo>
                  <a:pt x="358" y="0"/>
                </a:lnTo>
                <a:lnTo>
                  <a:pt x="358" y="1"/>
                </a:lnTo>
                <a:lnTo>
                  <a:pt x="11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1" name=""/>
          <p:cNvSpPr/>
          <p:nvPr/>
        </p:nvSpPr>
        <p:spPr>
          <a:xfrm>
            <a:off x="4236840" y="3217680"/>
            <a:ext cx="124920" cy="8640"/>
          </a:xfrm>
          <a:custGeom>
            <a:avLst/>
            <a:gdLst/>
            <a:ahLst/>
            <a:rect l="0" t="0" r="r" b="b"/>
            <a:pathLst>
              <a:path w="347" h="24">
                <a:moveTo>
                  <a:pt x="0" y="24"/>
                </a:moveTo>
                <a:lnTo>
                  <a:pt x="347" y="0"/>
                </a:lnTo>
                <a:lnTo>
                  <a:pt x="347" y="1"/>
                </a:lnTo>
                <a:lnTo>
                  <a:pt x="10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2" name=""/>
          <p:cNvSpPr/>
          <p:nvPr/>
        </p:nvSpPr>
        <p:spPr>
          <a:xfrm>
            <a:off x="4240440" y="3218040"/>
            <a:ext cx="121320" cy="8280"/>
          </a:xfrm>
          <a:custGeom>
            <a:avLst/>
            <a:gdLst/>
            <a:ahLst/>
            <a:rect l="0" t="0" r="r" b="b"/>
            <a:pathLst>
              <a:path w="337" h="23">
                <a:moveTo>
                  <a:pt x="0" y="23"/>
                </a:moveTo>
                <a:lnTo>
                  <a:pt x="337" y="0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3" name=""/>
          <p:cNvSpPr/>
          <p:nvPr/>
        </p:nvSpPr>
        <p:spPr>
          <a:xfrm>
            <a:off x="4244040" y="3218040"/>
            <a:ext cx="117720" cy="8280"/>
          </a:xfrm>
          <a:custGeom>
            <a:avLst/>
            <a:gdLst/>
            <a:ahLst/>
            <a:rect l="0" t="0" r="r" b="b"/>
            <a:pathLst>
              <a:path w="327" h="23">
                <a:moveTo>
                  <a:pt x="0" y="23"/>
                </a:moveTo>
                <a:lnTo>
                  <a:pt x="327" y="0"/>
                </a:lnTo>
                <a:lnTo>
                  <a:pt x="327" y="1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4" name=""/>
          <p:cNvSpPr/>
          <p:nvPr/>
        </p:nvSpPr>
        <p:spPr>
          <a:xfrm>
            <a:off x="4247640" y="3218400"/>
            <a:ext cx="114120" cy="7920"/>
          </a:xfrm>
          <a:custGeom>
            <a:avLst/>
            <a:gdLst/>
            <a:ahLst/>
            <a:rect l="0" t="0" r="r" b="b"/>
            <a:pathLst>
              <a:path w="317" h="22">
                <a:moveTo>
                  <a:pt x="0" y="22"/>
                </a:moveTo>
                <a:lnTo>
                  <a:pt x="317" y="0"/>
                </a:lnTo>
                <a:lnTo>
                  <a:pt x="317" y="1"/>
                </a:lnTo>
                <a:lnTo>
                  <a:pt x="10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5" name=""/>
          <p:cNvSpPr/>
          <p:nvPr/>
        </p:nvSpPr>
        <p:spPr>
          <a:xfrm>
            <a:off x="4251240" y="3218760"/>
            <a:ext cx="110520" cy="7560"/>
          </a:xfrm>
          <a:custGeom>
            <a:avLst/>
            <a:gdLst/>
            <a:ahLst/>
            <a:rect l="0" t="0" r="r" b="b"/>
            <a:pathLst>
              <a:path w="307" h="21">
                <a:moveTo>
                  <a:pt x="0" y="21"/>
                </a:moveTo>
                <a:lnTo>
                  <a:pt x="307" y="0"/>
                </a:lnTo>
                <a:lnTo>
                  <a:pt x="11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6" name=""/>
          <p:cNvSpPr/>
          <p:nvPr/>
        </p:nvSpPr>
        <p:spPr>
          <a:xfrm>
            <a:off x="4255200" y="3218760"/>
            <a:ext cx="106560" cy="7560"/>
          </a:xfrm>
          <a:custGeom>
            <a:avLst/>
            <a:gdLst/>
            <a:ahLst/>
            <a:rect l="0" t="0" r="r" b="b"/>
            <a:pathLst>
              <a:path w="296" h="21">
                <a:moveTo>
                  <a:pt x="0" y="21"/>
                </a:moveTo>
                <a:lnTo>
                  <a:pt x="296" y="0"/>
                </a:lnTo>
                <a:lnTo>
                  <a:pt x="296" y="1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7" name=""/>
          <p:cNvSpPr/>
          <p:nvPr/>
        </p:nvSpPr>
        <p:spPr>
          <a:xfrm>
            <a:off x="4258800" y="3219120"/>
            <a:ext cx="102960" cy="7200"/>
          </a:xfrm>
          <a:custGeom>
            <a:avLst/>
            <a:gdLst/>
            <a:ahLst/>
            <a:rect l="0" t="0" r="r" b="b"/>
            <a:pathLst>
              <a:path w="286" h="20">
                <a:moveTo>
                  <a:pt x="0" y="20"/>
                </a:moveTo>
                <a:lnTo>
                  <a:pt x="286" y="0"/>
                </a:lnTo>
                <a:lnTo>
                  <a:pt x="286" y="1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8" name=""/>
          <p:cNvSpPr/>
          <p:nvPr/>
        </p:nvSpPr>
        <p:spPr>
          <a:xfrm>
            <a:off x="4262400" y="3219480"/>
            <a:ext cx="99360" cy="6840"/>
          </a:xfrm>
          <a:custGeom>
            <a:avLst/>
            <a:gdLst/>
            <a:ahLst/>
            <a:rect l="0" t="0" r="r" b="b"/>
            <a:pathLst>
              <a:path w="276" h="19">
                <a:moveTo>
                  <a:pt x="0" y="19"/>
                </a:moveTo>
                <a:lnTo>
                  <a:pt x="276" y="0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19" name=""/>
          <p:cNvSpPr/>
          <p:nvPr/>
        </p:nvSpPr>
        <p:spPr>
          <a:xfrm>
            <a:off x="4266000" y="3219480"/>
            <a:ext cx="95760" cy="6840"/>
          </a:xfrm>
          <a:custGeom>
            <a:avLst/>
            <a:gdLst/>
            <a:ahLst/>
            <a:rect l="0" t="0" r="r" b="b"/>
            <a:pathLst>
              <a:path w="266" h="19">
                <a:moveTo>
                  <a:pt x="0" y="19"/>
                </a:moveTo>
                <a:lnTo>
                  <a:pt x="266" y="0"/>
                </a:lnTo>
                <a:lnTo>
                  <a:pt x="266" y="1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0" name=""/>
          <p:cNvSpPr/>
          <p:nvPr/>
        </p:nvSpPr>
        <p:spPr>
          <a:xfrm>
            <a:off x="4269600" y="3219840"/>
            <a:ext cx="92160" cy="6480"/>
          </a:xfrm>
          <a:custGeom>
            <a:avLst/>
            <a:gdLst/>
            <a:ahLst/>
            <a:rect l="0" t="0" r="r" b="b"/>
            <a:pathLst>
              <a:path w="256" h="18">
                <a:moveTo>
                  <a:pt x="0" y="18"/>
                </a:moveTo>
                <a:lnTo>
                  <a:pt x="256" y="0"/>
                </a:lnTo>
                <a:lnTo>
                  <a:pt x="256" y="1"/>
                </a:lnTo>
                <a:lnTo>
                  <a:pt x="11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1" name=""/>
          <p:cNvSpPr/>
          <p:nvPr/>
        </p:nvSpPr>
        <p:spPr>
          <a:xfrm>
            <a:off x="4273560" y="3220200"/>
            <a:ext cx="88200" cy="6120"/>
          </a:xfrm>
          <a:custGeom>
            <a:avLst/>
            <a:gdLst/>
            <a:ahLst/>
            <a:rect l="0" t="0" r="r" b="b"/>
            <a:pathLst>
              <a:path w="245" h="17">
                <a:moveTo>
                  <a:pt x="0" y="17"/>
                </a:moveTo>
                <a:lnTo>
                  <a:pt x="245" y="0"/>
                </a:lnTo>
                <a:lnTo>
                  <a:pt x="245" y="1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2" name=""/>
          <p:cNvSpPr/>
          <p:nvPr/>
        </p:nvSpPr>
        <p:spPr>
          <a:xfrm>
            <a:off x="4277160" y="3220560"/>
            <a:ext cx="84600" cy="5760"/>
          </a:xfrm>
          <a:custGeom>
            <a:avLst/>
            <a:gdLst/>
            <a:ahLst/>
            <a:rect l="0" t="0" r="r" b="b"/>
            <a:pathLst>
              <a:path w="235" h="16">
                <a:moveTo>
                  <a:pt x="0" y="16"/>
                </a:moveTo>
                <a:lnTo>
                  <a:pt x="235" y="0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3" name=""/>
          <p:cNvSpPr/>
          <p:nvPr/>
        </p:nvSpPr>
        <p:spPr>
          <a:xfrm>
            <a:off x="4280760" y="3220560"/>
            <a:ext cx="81000" cy="5760"/>
          </a:xfrm>
          <a:custGeom>
            <a:avLst/>
            <a:gdLst/>
            <a:ahLst/>
            <a:rect l="0" t="0" r="r" b="b"/>
            <a:pathLst>
              <a:path w="225" h="16">
                <a:moveTo>
                  <a:pt x="0" y="16"/>
                </a:moveTo>
                <a:lnTo>
                  <a:pt x="225" y="0"/>
                </a:lnTo>
                <a:lnTo>
                  <a:pt x="225" y="1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4" name=""/>
          <p:cNvSpPr/>
          <p:nvPr/>
        </p:nvSpPr>
        <p:spPr>
          <a:xfrm>
            <a:off x="4284360" y="3220920"/>
            <a:ext cx="77400" cy="5400"/>
          </a:xfrm>
          <a:custGeom>
            <a:avLst/>
            <a:gdLst/>
            <a:ahLst/>
            <a:rect l="0" t="0" r="r" b="b"/>
            <a:pathLst>
              <a:path w="215" h="15">
                <a:moveTo>
                  <a:pt x="0" y="15"/>
                </a:moveTo>
                <a:lnTo>
                  <a:pt x="215" y="0"/>
                </a:lnTo>
                <a:lnTo>
                  <a:pt x="215" y="1"/>
                </a:lnTo>
                <a:lnTo>
                  <a:pt x="1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5" name=""/>
          <p:cNvSpPr/>
          <p:nvPr/>
        </p:nvSpPr>
        <p:spPr>
          <a:xfrm>
            <a:off x="4287960" y="3221280"/>
            <a:ext cx="73800" cy="5040"/>
          </a:xfrm>
          <a:custGeom>
            <a:avLst/>
            <a:gdLst/>
            <a:ahLst/>
            <a:rect l="0" t="0" r="r" b="b"/>
            <a:pathLst>
              <a:path w="205" h="14">
                <a:moveTo>
                  <a:pt x="0" y="14"/>
                </a:moveTo>
                <a:lnTo>
                  <a:pt x="205" y="0"/>
                </a:lnTo>
                <a:lnTo>
                  <a:pt x="1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6" name=""/>
          <p:cNvSpPr/>
          <p:nvPr/>
        </p:nvSpPr>
        <p:spPr>
          <a:xfrm>
            <a:off x="4291920" y="3221280"/>
            <a:ext cx="69840" cy="5040"/>
          </a:xfrm>
          <a:custGeom>
            <a:avLst/>
            <a:gdLst/>
            <a:ahLst/>
            <a:rect l="0" t="0" r="r" b="b"/>
            <a:pathLst>
              <a:path w="194" h="14">
                <a:moveTo>
                  <a:pt x="0" y="14"/>
                </a:moveTo>
                <a:lnTo>
                  <a:pt x="194" y="0"/>
                </a:lnTo>
                <a:lnTo>
                  <a:pt x="194" y="1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7" name=""/>
          <p:cNvSpPr/>
          <p:nvPr/>
        </p:nvSpPr>
        <p:spPr>
          <a:xfrm>
            <a:off x="4295520" y="3221640"/>
            <a:ext cx="66240" cy="4680"/>
          </a:xfrm>
          <a:custGeom>
            <a:avLst/>
            <a:gdLst/>
            <a:ahLst/>
            <a:rect l="0" t="0" r="r" b="b"/>
            <a:pathLst>
              <a:path w="184" h="13">
                <a:moveTo>
                  <a:pt x="0" y="13"/>
                </a:moveTo>
                <a:lnTo>
                  <a:pt x="184" y="0"/>
                </a:lnTo>
                <a:lnTo>
                  <a:pt x="184" y="1"/>
                </a:lnTo>
                <a:lnTo>
                  <a:pt x="10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8" name=""/>
          <p:cNvSpPr/>
          <p:nvPr/>
        </p:nvSpPr>
        <p:spPr>
          <a:xfrm>
            <a:off x="4299120" y="3222000"/>
            <a:ext cx="62640" cy="4320"/>
          </a:xfrm>
          <a:custGeom>
            <a:avLst/>
            <a:gdLst/>
            <a:ahLst/>
            <a:rect l="0" t="0" r="r" b="b"/>
            <a:pathLst>
              <a:path w="174" h="12">
                <a:moveTo>
                  <a:pt x="0" y="12"/>
                </a:moveTo>
                <a:lnTo>
                  <a:pt x="174" y="0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29" name=""/>
          <p:cNvSpPr/>
          <p:nvPr/>
        </p:nvSpPr>
        <p:spPr>
          <a:xfrm>
            <a:off x="4302720" y="3222000"/>
            <a:ext cx="59040" cy="4320"/>
          </a:xfrm>
          <a:custGeom>
            <a:avLst/>
            <a:gdLst/>
            <a:ahLst/>
            <a:rect l="0" t="0" r="r" b="b"/>
            <a:pathLst>
              <a:path w="164" h="12">
                <a:moveTo>
                  <a:pt x="0" y="12"/>
                </a:moveTo>
                <a:lnTo>
                  <a:pt x="164" y="0"/>
                </a:lnTo>
                <a:lnTo>
                  <a:pt x="164" y="1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0" name=""/>
          <p:cNvSpPr/>
          <p:nvPr/>
        </p:nvSpPr>
        <p:spPr>
          <a:xfrm>
            <a:off x="4306320" y="3222360"/>
            <a:ext cx="55440" cy="3960"/>
          </a:xfrm>
          <a:custGeom>
            <a:avLst/>
            <a:gdLst/>
            <a:ahLst/>
            <a:rect l="0" t="0" r="r" b="b"/>
            <a:pathLst>
              <a:path w="154" h="11">
                <a:moveTo>
                  <a:pt x="0" y="11"/>
                </a:moveTo>
                <a:lnTo>
                  <a:pt x="154" y="0"/>
                </a:lnTo>
                <a:lnTo>
                  <a:pt x="154" y="1"/>
                </a:lnTo>
                <a:lnTo>
                  <a:pt x="11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1" name=""/>
          <p:cNvSpPr/>
          <p:nvPr/>
        </p:nvSpPr>
        <p:spPr>
          <a:xfrm>
            <a:off x="4310280" y="3222720"/>
            <a:ext cx="51480" cy="3600"/>
          </a:xfrm>
          <a:custGeom>
            <a:avLst/>
            <a:gdLst/>
            <a:ahLst/>
            <a:rect l="0" t="0" r="r" b="b"/>
            <a:pathLst>
              <a:path w="143" h="10">
                <a:moveTo>
                  <a:pt x="0" y="10"/>
                </a:moveTo>
                <a:lnTo>
                  <a:pt x="143" y="0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2" name=""/>
          <p:cNvSpPr/>
          <p:nvPr/>
        </p:nvSpPr>
        <p:spPr>
          <a:xfrm>
            <a:off x="4313880" y="3222720"/>
            <a:ext cx="47880" cy="3600"/>
          </a:xfrm>
          <a:custGeom>
            <a:avLst/>
            <a:gdLst/>
            <a:ahLst/>
            <a:rect l="0" t="0" r="r" b="b"/>
            <a:pathLst>
              <a:path w="133" h="10">
                <a:moveTo>
                  <a:pt x="0" y="10"/>
                </a:moveTo>
                <a:lnTo>
                  <a:pt x="133" y="0"/>
                </a:lnTo>
                <a:lnTo>
                  <a:pt x="133" y="1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3" name=""/>
          <p:cNvSpPr/>
          <p:nvPr/>
        </p:nvSpPr>
        <p:spPr>
          <a:xfrm>
            <a:off x="4317480" y="3223080"/>
            <a:ext cx="44280" cy="3240"/>
          </a:xfrm>
          <a:custGeom>
            <a:avLst/>
            <a:gdLst/>
            <a:ahLst/>
            <a:rect l="0" t="0" r="r" b="b"/>
            <a:pathLst>
              <a:path w="123" h="9">
                <a:moveTo>
                  <a:pt x="0" y="9"/>
                </a:moveTo>
                <a:lnTo>
                  <a:pt x="123" y="0"/>
                </a:lnTo>
                <a:lnTo>
                  <a:pt x="123" y="1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4" name=""/>
          <p:cNvSpPr/>
          <p:nvPr/>
        </p:nvSpPr>
        <p:spPr>
          <a:xfrm>
            <a:off x="4321080" y="3223440"/>
            <a:ext cx="40680" cy="2880"/>
          </a:xfrm>
          <a:custGeom>
            <a:avLst/>
            <a:gdLst/>
            <a:ahLst/>
            <a:rect l="0" t="0" r="r" b="b"/>
            <a:pathLst>
              <a:path w="113" h="8">
                <a:moveTo>
                  <a:pt x="0" y="8"/>
                </a:moveTo>
                <a:lnTo>
                  <a:pt x="113" y="0"/>
                </a:lnTo>
                <a:lnTo>
                  <a:pt x="113" y="1"/>
                </a:lnTo>
                <a:lnTo>
                  <a:pt x="10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5" name=""/>
          <p:cNvSpPr/>
          <p:nvPr/>
        </p:nvSpPr>
        <p:spPr>
          <a:xfrm>
            <a:off x="4324680" y="3223800"/>
            <a:ext cx="37080" cy="2520"/>
          </a:xfrm>
          <a:custGeom>
            <a:avLst/>
            <a:gdLst/>
            <a:ahLst/>
            <a:rect l="0" t="0" r="r" b="b"/>
            <a:pathLst>
              <a:path w="103" h="7">
                <a:moveTo>
                  <a:pt x="0" y="7"/>
                </a:moveTo>
                <a:lnTo>
                  <a:pt x="103" y="0"/>
                </a:lnTo>
                <a:lnTo>
                  <a:pt x="11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6" name=""/>
          <p:cNvSpPr/>
          <p:nvPr/>
        </p:nvSpPr>
        <p:spPr>
          <a:xfrm>
            <a:off x="4328640" y="3223800"/>
            <a:ext cx="33120" cy="2520"/>
          </a:xfrm>
          <a:custGeom>
            <a:avLst/>
            <a:gdLst/>
            <a:ahLst/>
            <a:rect l="0" t="0" r="r" b="b"/>
            <a:pathLst>
              <a:path w="92" h="7">
                <a:moveTo>
                  <a:pt x="0" y="7"/>
                </a:moveTo>
                <a:lnTo>
                  <a:pt x="92" y="0"/>
                </a:lnTo>
                <a:lnTo>
                  <a:pt x="92" y="1"/>
                </a:lnTo>
                <a:lnTo>
                  <a:pt x="10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7" name=""/>
          <p:cNvSpPr/>
          <p:nvPr/>
        </p:nvSpPr>
        <p:spPr>
          <a:xfrm>
            <a:off x="4332240" y="3224160"/>
            <a:ext cx="29520" cy="2160"/>
          </a:xfrm>
          <a:custGeom>
            <a:avLst/>
            <a:gdLst/>
            <a:ahLst/>
            <a:rect l="0" t="0" r="r" b="b"/>
            <a:pathLst>
              <a:path w="82" h="6">
                <a:moveTo>
                  <a:pt x="0" y="6"/>
                </a:moveTo>
                <a:lnTo>
                  <a:pt x="82" y="0"/>
                </a:lnTo>
                <a:lnTo>
                  <a:pt x="82" y="1"/>
                </a:lnTo>
                <a:lnTo>
                  <a:pt x="10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8" name=""/>
          <p:cNvSpPr/>
          <p:nvPr/>
        </p:nvSpPr>
        <p:spPr>
          <a:xfrm>
            <a:off x="4335840" y="3224520"/>
            <a:ext cx="25920" cy="1800"/>
          </a:xfrm>
          <a:custGeom>
            <a:avLst/>
            <a:gdLst/>
            <a:ahLst/>
            <a:rect l="0" t="0" r="r" b="b"/>
            <a:pathLst>
              <a:path w="72" h="5">
                <a:moveTo>
                  <a:pt x="0" y="5"/>
                </a:moveTo>
                <a:lnTo>
                  <a:pt x="72" y="0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39" name=""/>
          <p:cNvSpPr/>
          <p:nvPr/>
        </p:nvSpPr>
        <p:spPr>
          <a:xfrm>
            <a:off x="4339440" y="3224520"/>
            <a:ext cx="22320" cy="1800"/>
          </a:xfrm>
          <a:custGeom>
            <a:avLst/>
            <a:gdLst/>
            <a:ahLst/>
            <a:rect l="0" t="0" r="r" b="b"/>
            <a:pathLst>
              <a:path w="62" h="5">
                <a:moveTo>
                  <a:pt x="0" y="5"/>
                </a:moveTo>
                <a:lnTo>
                  <a:pt x="62" y="0"/>
                </a:lnTo>
                <a:lnTo>
                  <a:pt x="62" y="2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40" name=""/>
          <p:cNvSpPr/>
          <p:nvPr/>
        </p:nvSpPr>
        <p:spPr>
          <a:xfrm>
            <a:off x="4343040" y="3224880"/>
            <a:ext cx="18720" cy="1440"/>
          </a:xfrm>
          <a:custGeom>
            <a:avLst/>
            <a:gdLst/>
            <a:ahLst/>
            <a:rect l="0" t="0" r="r" b="b"/>
            <a:pathLst>
              <a:path w="52" h="4">
                <a:moveTo>
                  <a:pt x="0" y="4"/>
                </a:moveTo>
                <a:lnTo>
                  <a:pt x="52" y="0"/>
                </a:lnTo>
                <a:lnTo>
                  <a:pt x="52" y="1"/>
                </a:lnTo>
                <a:lnTo>
                  <a:pt x="12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41" name=""/>
          <p:cNvSpPr/>
          <p:nvPr/>
        </p:nvSpPr>
        <p:spPr>
          <a:xfrm>
            <a:off x="4347000" y="3225240"/>
            <a:ext cx="14760" cy="1080"/>
          </a:xfrm>
          <a:custGeom>
            <a:avLst/>
            <a:gdLst/>
            <a:ahLst/>
            <a:rect l="0" t="0" r="r" b="b"/>
            <a:pathLst>
              <a:path w="41" h="3">
                <a:moveTo>
                  <a:pt x="0" y="3"/>
                </a:moveTo>
                <a:lnTo>
                  <a:pt x="41" y="0"/>
                </a:lnTo>
                <a:lnTo>
                  <a:pt x="10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42" name=""/>
          <p:cNvSpPr/>
          <p:nvPr/>
        </p:nvSpPr>
        <p:spPr>
          <a:xfrm>
            <a:off x="4350600" y="3225240"/>
            <a:ext cx="11160" cy="1080"/>
          </a:xfrm>
          <a:custGeom>
            <a:avLst/>
            <a:gdLst/>
            <a:ahLst/>
            <a:rect l="0" t="0" r="r" b="b"/>
            <a:pathLst>
              <a:path w="31" h="3">
                <a:moveTo>
                  <a:pt x="0" y="3"/>
                </a:moveTo>
                <a:lnTo>
                  <a:pt x="31" y="0"/>
                </a:lnTo>
                <a:lnTo>
                  <a:pt x="31" y="1"/>
                </a:lnTo>
                <a:lnTo>
                  <a:pt x="10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43" name=""/>
          <p:cNvSpPr/>
          <p:nvPr/>
        </p:nvSpPr>
        <p:spPr>
          <a:xfrm>
            <a:off x="4354200" y="3225600"/>
            <a:ext cx="7560" cy="720"/>
          </a:xfrm>
          <a:custGeom>
            <a:avLst/>
            <a:gdLst/>
            <a:ahLst/>
            <a:rect l="0" t="0" r="r" b="b"/>
            <a:pathLst>
              <a:path w="21" h="2">
                <a:moveTo>
                  <a:pt x="0" y="2"/>
                </a:moveTo>
                <a:lnTo>
                  <a:pt x="21" y="0"/>
                </a:lnTo>
                <a:lnTo>
                  <a:pt x="21" y="2"/>
                </a:lnTo>
                <a:lnTo>
                  <a:pt x="10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44" name=""/>
          <p:cNvSpPr/>
          <p:nvPr/>
        </p:nvSpPr>
        <p:spPr>
          <a:xfrm>
            <a:off x="4357800" y="3225960"/>
            <a:ext cx="3600" cy="0"/>
          </a:xfrm>
          <a:custGeom>
            <a:avLst/>
            <a:gdLst/>
            <a:ahLst/>
            <a:rect l="0" t="0" r="r" b="b"/>
            <a:pathLst>
              <a:path w="10" h="0">
                <a:moveTo>
                  <a:pt x="0" y="0"/>
                </a:moveTo>
                <a:lnTo>
                  <a:pt x="10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145" name=""/>
          <p:cNvSpPr/>
          <p:nvPr/>
        </p:nvSpPr>
        <p:spPr>
          <a:xfrm>
            <a:off x="3893760" y="3194280"/>
            <a:ext cx="468000" cy="32040"/>
          </a:xfrm>
          <a:custGeom>
            <a:avLst/>
            <a:gdLst/>
            <a:ahLst/>
            <a:rect l="0" t="0" r="r" b="b"/>
            <a:pathLst>
              <a:path w="1300" h="89">
                <a:moveTo>
                  <a:pt x="0" y="89"/>
                </a:moveTo>
                <a:lnTo>
                  <a:pt x="1300" y="89"/>
                </a:lnTo>
                <a:lnTo>
                  <a:pt x="1300" y="0"/>
                </a:lnTo>
                <a:lnTo>
                  <a:pt x="0" y="0"/>
                </a:lnTo>
                <a:lnTo>
                  <a:pt x="0" y="89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46" name=""/>
          <p:cNvSpPr/>
          <p:nvPr/>
        </p:nvSpPr>
        <p:spPr>
          <a:xfrm>
            <a:off x="3940920" y="3225960"/>
            <a:ext cx="12240" cy="1440"/>
          </a:xfrm>
          <a:custGeom>
            <a:avLst/>
            <a:gdLst/>
            <a:ahLst/>
            <a:rect l="0" t="0" r="r" b="b"/>
            <a:pathLst>
              <a:path w="34" h="4">
                <a:moveTo>
                  <a:pt x="0" y="0"/>
                </a:moveTo>
                <a:lnTo>
                  <a:pt x="34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47" name=""/>
          <p:cNvSpPr/>
          <p:nvPr/>
        </p:nvSpPr>
        <p:spPr>
          <a:xfrm>
            <a:off x="3940920" y="3225960"/>
            <a:ext cx="18000" cy="2520"/>
          </a:xfrm>
          <a:custGeom>
            <a:avLst/>
            <a:gdLst/>
            <a:ahLst/>
            <a:rect l="0" t="0" r="r" b="b"/>
            <a:pathLst>
              <a:path w="50" h="7">
                <a:moveTo>
                  <a:pt x="0" y="4"/>
                </a:moveTo>
                <a:lnTo>
                  <a:pt x="34" y="0"/>
                </a:lnTo>
                <a:lnTo>
                  <a:pt x="50" y="0"/>
                </a:lnTo>
                <a:lnTo>
                  <a:pt x="0" y="7"/>
                </a:lnTo>
                <a:lnTo>
                  <a:pt x="0" y="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48" name=""/>
          <p:cNvSpPr/>
          <p:nvPr/>
        </p:nvSpPr>
        <p:spPr>
          <a:xfrm>
            <a:off x="3940920" y="3225960"/>
            <a:ext cx="23760" cy="2520"/>
          </a:xfrm>
          <a:custGeom>
            <a:avLst/>
            <a:gdLst/>
            <a:ahLst/>
            <a:rect l="0" t="0" r="r" b="b"/>
            <a:pathLst>
              <a:path w="66" h="7">
                <a:moveTo>
                  <a:pt x="0" y="6"/>
                </a:moveTo>
                <a:lnTo>
                  <a:pt x="50" y="0"/>
                </a:lnTo>
                <a:lnTo>
                  <a:pt x="66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49" name=""/>
          <p:cNvSpPr/>
          <p:nvPr/>
        </p:nvSpPr>
        <p:spPr>
          <a:xfrm>
            <a:off x="3940920" y="3225960"/>
            <a:ext cx="29520" cy="2880"/>
          </a:xfrm>
          <a:custGeom>
            <a:avLst/>
            <a:gdLst/>
            <a:ahLst/>
            <a:rect l="0" t="0" r="r" b="b"/>
            <a:pathLst>
              <a:path w="82" h="8">
                <a:moveTo>
                  <a:pt x="0" y="7"/>
                </a:moveTo>
                <a:lnTo>
                  <a:pt x="66" y="0"/>
                </a:lnTo>
                <a:lnTo>
                  <a:pt x="82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0" name=""/>
          <p:cNvSpPr/>
          <p:nvPr/>
        </p:nvSpPr>
        <p:spPr>
          <a:xfrm>
            <a:off x="3940920" y="3225960"/>
            <a:ext cx="35640" cy="3600"/>
          </a:xfrm>
          <a:custGeom>
            <a:avLst/>
            <a:gdLst/>
            <a:ahLst/>
            <a:rect l="0" t="0" r="r" b="b"/>
            <a:pathLst>
              <a:path w="99" h="10">
                <a:moveTo>
                  <a:pt x="0" y="8"/>
                </a:moveTo>
                <a:lnTo>
                  <a:pt x="82" y="0"/>
                </a:lnTo>
                <a:lnTo>
                  <a:pt x="99" y="0"/>
                </a:lnTo>
                <a:lnTo>
                  <a:pt x="0" y="10"/>
                </a:lnTo>
                <a:lnTo>
                  <a:pt x="0" y="8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1" name=""/>
          <p:cNvSpPr/>
          <p:nvPr/>
        </p:nvSpPr>
        <p:spPr>
          <a:xfrm>
            <a:off x="3940920" y="3225960"/>
            <a:ext cx="41400" cy="3960"/>
          </a:xfrm>
          <a:custGeom>
            <a:avLst/>
            <a:gdLst/>
            <a:ahLst/>
            <a:rect l="0" t="0" r="r" b="b"/>
            <a:pathLst>
              <a:path w="115" h="11">
                <a:moveTo>
                  <a:pt x="0" y="10"/>
                </a:moveTo>
                <a:lnTo>
                  <a:pt x="99" y="0"/>
                </a:lnTo>
                <a:lnTo>
                  <a:pt x="115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2" name=""/>
          <p:cNvSpPr/>
          <p:nvPr/>
        </p:nvSpPr>
        <p:spPr>
          <a:xfrm>
            <a:off x="3940920" y="3225960"/>
            <a:ext cx="47160" cy="4680"/>
          </a:xfrm>
          <a:custGeom>
            <a:avLst/>
            <a:gdLst/>
            <a:ahLst/>
            <a:rect l="0" t="0" r="r" b="b"/>
            <a:pathLst>
              <a:path w="131" h="13">
                <a:moveTo>
                  <a:pt x="0" y="11"/>
                </a:moveTo>
                <a:lnTo>
                  <a:pt x="115" y="0"/>
                </a:lnTo>
                <a:lnTo>
                  <a:pt x="131" y="0"/>
                </a:lnTo>
                <a:lnTo>
                  <a:pt x="0" y="13"/>
                </a:lnTo>
                <a:lnTo>
                  <a:pt x="0" y="11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3" name=""/>
          <p:cNvSpPr/>
          <p:nvPr/>
        </p:nvSpPr>
        <p:spPr>
          <a:xfrm>
            <a:off x="3940920" y="3225960"/>
            <a:ext cx="59040" cy="5400"/>
          </a:xfrm>
          <a:custGeom>
            <a:avLst/>
            <a:gdLst/>
            <a:ahLst/>
            <a:rect l="0" t="0" r="r" b="b"/>
            <a:pathLst>
              <a:path w="164" h="15">
                <a:moveTo>
                  <a:pt x="0" y="13"/>
                </a:moveTo>
                <a:lnTo>
                  <a:pt x="131" y="0"/>
                </a:lnTo>
                <a:lnTo>
                  <a:pt x="164" y="0"/>
                </a:lnTo>
                <a:lnTo>
                  <a:pt x="0" y="15"/>
                </a:lnTo>
                <a:lnTo>
                  <a:pt x="0" y="13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4" name=""/>
          <p:cNvSpPr/>
          <p:nvPr/>
        </p:nvSpPr>
        <p:spPr>
          <a:xfrm>
            <a:off x="3940920" y="3225960"/>
            <a:ext cx="61920" cy="5760"/>
          </a:xfrm>
          <a:custGeom>
            <a:avLst/>
            <a:gdLst/>
            <a:ahLst/>
            <a:rect l="0" t="0" r="r" b="b"/>
            <a:pathLst>
              <a:path w="172" h="16">
                <a:moveTo>
                  <a:pt x="0" y="15"/>
                </a:moveTo>
                <a:lnTo>
                  <a:pt x="164" y="0"/>
                </a:lnTo>
                <a:lnTo>
                  <a:pt x="172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5" name=""/>
          <p:cNvSpPr/>
          <p:nvPr/>
        </p:nvSpPr>
        <p:spPr>
          <a:xfrm>
            <a:off x="3940920" y="3225960"/>
            <a:ext cx="64800" cy="6120"/>
          </a:xfrm>
          <a:custGeom>
            <a:avLst/>
            <a:gdLst/>
            <a:ahLst/>
            <a:rect l="0" t="0" r="r" b="b"/>
            <a:pathLst>
              <a:path w="180" h="17">
                <a:moveTo>
                  <a:pt x="0" y="16"/>
                </a:moveTo>
                <a:lnTo>
                  <a:pt x="172" y="0"/>
                </a:lnTo>
                <a:lnTo>
                  <a:pt x="180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6" name=""/>
          <p:cNvSpPr/>
          <p:nvPr/>
        </p:nvSpPr>
        <p:spPr>
          <a:xfrm>
            <a:off x="3940920" y="3225960"/>
            <a:ext cx="70920" cy="6480"/>
          </a:xfrm>
          <a:custGeom>
            <a:avLst/>
            <a:gdLst/>
            <a:ahLst/>
            <a:rect l="0" t="0" r="r" b="b"/>
            <a:pathLst>
              <a:path w="197" h="18">
                <a:moveTo>
                  <a:pt x="0" y="17"/>
                </a:moveTo>
                <a:lnTo>
                  <a:pt x="180" y="0"/>
                </a:lnTo>
                <a:lnTo>
                  <a:pt x="197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7" name=""/>
          <p:cNvSpPr/>
          <p:nvPr/>
        </p:nvSpPr>
        <p:spPr>
          <a:xfrm>
            <a:off x="3940920" y="3225960"/>
            <a:ext cx="76680" cy="6840"/>
          </a:xfrm>
          <a:custGeom>
            <a:avLst/>
            <a:gdLst/>
            <a:ahLst/>
            <a:rect l="0" t="0" r="r" b="b"/>
            <a:pathLst>
              <a:path w="213" h="19">
                <a:moveTo>
                  <a:pt x="0" y="18"/>
                </a:moveTo>
                <a:lnTo>
                  <a:pt x="197" y="0"/>
                </a:lnTo>
                <a:lnTo>
                  <a:pt x="213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8" name=""/>
          <p:cNvSpPr/>
          <p:nvPr/>
        </p:nvSpPr>
        <p:spPr>
          <a:xfrm>
            <a:off x="3940920" y="3225960"/>
            <a:ext cx="79560" cy="7200"/>
          </a:xfrm>
          <a:custGeom>
            <a:avLst/>
            <a:gdLst/>
            <a:ahLst/>
            <a:rect l="0" t="0" r="r" b="b"/>
            <a:pathLst>
              <a:path w="221" h="20">
                <a:moveTo>
                  <a:pt x="0" y="19"/>
                </a:moveTo>
                <a:lnTo>
                  <a:pt x="213" y="0"/>
                </a:lnTo>
                <a:lnTo>
                  <a:pt x="221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59" name=""/>
          <p:cNvSpPr/>
          <p:nvPr/>
        </p:nvSpPr>
        <p:spPr>
          <a:xfrm>
            <a:off x="3940920" y="3225960"/>
            <a:ext cx="82440" cy="7560"/>
          </a:xfrm>
          <a:custGeom>
            <a:avLst/>
            <a:gdLst/>
            <a:ahLst/>
            <a:rect l="0" t="0" r="r" b="b"/>
            <a:pathLst>
              <a:path w="229" h="21">
                <a:moveTo>
                  <a:pt x="0" y="20"/>
                </a:moveTo>
                <a:lnTo>
                  <a:pt x="221" y="0"/>
                </a:lnTo>
                <a:lnTo>
                  <a:pt x="229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0" name=""/>
          <p:cNvSpPr/>
          <p:nvPr/>
        </p:nvSpPr>
        <p:spPr>
          <a:xfrm>
            <a:off x="3940920" y="3225960"/>
            <a:ext cx="88560" cy="7920"/>
          </a:xfrm>
          <a:custGeom>
            <a:avLst/>
            <a:gdLst/>
            <a:ahLst/>
            <a:rect l="0" t="0" r="r" b="b"/>
            <a:pathLst>
              <a:path w="246" h="22">
                <a:moveTo>
                  <a:pt x="0" y="21"/>
                </a:moveTo>
                <a:lnTo>
                  <a:pt x="229" y="0"/>
                </a:lnTo>
                <a:lnTo>
                  <a:pt x="246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1" name=""/>
          <p:cNvSpPr/>
          <p:nvPr/>
        </p:nvSpPr>
        <p:spPr>
          <a:xfrm>
            <a:off x="3940920" y="3225960"/>
            <a:ext cx="91440" cy="8280"/>
          </a:xfrm>
          <a:custGeom>
            <a:avLst/>
            <a:gdLst/>
            <a:ahLst/>
            <a:rect l="0" t="0" r="r" b="b"/>
            <a:pathLst>
              <a:path w="254" h="23">
                <a:moveTo>
                  <a:pt x="0" y="22"/>
                </a:moveTo>
                <a:lnTo>
                  <a:pt x="246" y="0"/>
                </a:lnTo>
                <a:lnTo>
                  <a:pt x="254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2" name=""/>
          <p:cNvSpPr/>
          <p:nvPr/>
        </p:nvSpPr>
        <p:spPr>
          <a:xfrm>
            <a:off x="3940920" y="3225960"/>
            <a:ext cx="94320" cy="8640"/>
          </a:xfrm>
          <a:custGeom>
            <a:avLst/>
            <a:gdLst/>
            <a:ahLst/>
            <a:rect l="0" t="0" r="r" b="b"/>
            <a:pathLst>
              <a:path w="262" h="24">
                <a:moveTo>
                  <a:pt x="0" y="23"/>
                </a:moveTo>
                <a:lnTo>
                  <a:pt x="254" y="0"/>
                </a:lnTo>
                <a:lnTo>
                  <a:pt x="262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3" name=""/>
          <p:cNvSpPr/>
          <p:nvPr/>
        </p:nvSpPr>
        <p:spPr>
          <a:xfrm>
            <a:off x="3940920" y="3225960"/>
            <a:ext cx="106200" cy="9360"/>
          </a:xfrm>
          <a:custGeom>
            <a:avLst/>
            <a:gdLst/>
            <a:ahLst/>
            <a:rect l="0" t="0" r="r" b="b"/>
            <a:pathLst>
              <a:path w="295" h="26">
                <a:moveTo>
                  <a:pt x="0" y="24"/>
                </a:moveTo>
                <a:lnTo>
                  <a:pt x="262" y="0"/>
                </a:lnTo>
                <a:lnTo>
                  <a:pt x="295" y="0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4" name=""/>
          <p:cNvSpPr/>
          <p:nvPr/>
        </p:nvSpPr>
        <p:spPr>
          <a:xfrm>
            <a:off x="3940920" y="3225960"/>
            <a:ext cx="117720" cy="10440"/>
          </a:xfrm>
          <a:custGeom>
            <a:avLst/>
            <a:gdLst/>
            <a:ahLst/>
            <a:rect l="0" t="0" r="r" b="b"/>
            <a:pathLst>
              <a:path w="327" h="29">
                <a:moveTo>
                  <a:pt x="0" y="26"/>
                </a:moveTo>
                <a:lnTo>
                  <a:pt x="294" y="0"/>
                </a:lnTo>
                <a:lnTo>
                  <a:pt x="327" y="0"/>
                </a:lnTo>
                <a:lnTo>
                  <a:pt x="0" y="29"/>
                </a:lnTo>
                <a:lnTo>
                  <a:pt x="0" y="26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5" name=""/>
          <p:cNvSpPr/>
          <p:nvPr/>
        </p:nvSpPr>
        <p:spPr>
          <a:xfrm>
            <a:off x="3940920" y="3225960"/>
            <a:ext cx="123840" cy="11160"/>
          </a:xfrm>
          <a:custGeom>
            <a:avLst/>
            <a:gdLst/>
            <a:ahLst/>
            <a:rect l="0" t="0" r="r" b="b"/>
            <a:pathLst>
              <a:path w="344" h="31">
                <a:moveTo>
                  <a:pt x="0" y="29"/>
                </a:moveTo>
                <a:lnTo>
                  <a:pt x="327" y="0"/>
                </a:lnTo>
                <a:lnTo>
                  <a:pt x="344" y="0"/>
                </a:lnTo>
                <a:lnTo>
                  <a:pt x="0" y="31"/>
                </a:lnTo>
                <a:lnTo>
                  <a:pt x="0" y="29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6" name=""/>
          <p:cNvSpPr/>
          <p:nvPr/>
        </p:nvSpPr>
        <p:spPr>
          <a:xfrm>
            <a:off x="3940920" y="3225960"/>
            <a:ext cx="126720" cy="11160"/>
          </a:xfrm>
          <a:custGeom>
            <a:avLst/>
            <a:gdLst/>
            <a:ahLst/>
            <a:rect l="0" t="0" r="r" b="b"/>
            <a:pathLst>
              <a:path w="352" h="31">
                <a:moveTo>
                  <a:pt x="0" y="31"/>
                </a:moveTo>
                <a:lnTo>
                  <a:pt x="344" y="0"/>
                </a:lnTo>
                <a:lnTo>
                  <a:pt x="352" y="0"/>
                </a:lnTo>
                <a:lnTo>
                  <a:pt x="0" y="31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7" name=""/>
          <p:cNvSpPr/>
          <p:nvPr/>
        </p:nvSpPr>
        <p:spPr>
          <a:xfrm>
            <a:off x="3940920" y="3225960"/>
            <a:ext cx="129600" cy="11520"/>
          </a:xfrm>
          <a:custGeom>
            <a:avLst/>
            <a:gdLst/>
            <a:ahLst/>
            <a:rect l="0" t="0" r="r" b="b"/>
            <a:pathLst>
              <a:path w="360" h="32">
                <a:moveTo>
                  <a:pt x="0" y="31"/>
                </a:moveTo>
                <a:lnTo>
                  <a:pt x="352" y="0"/>
                </a:lnTo>
                <a:lnTo>
                  <a:pt x="360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8" name=""/>
          <p:cNvSpPr/>
          <p:nvPr/>
        </p:nvSpPr>
        <p:spPr>
          <a:xfrm>
            <a:off x="3940920" y="3225960"/>
            <a:ext cx="135360" cy="11880"/>
          </a:xfrm>
          <a:custGeom>
            <a:avLst/>
            <a:gdLst/>
            <a:ahLst/>
            <a:rect l="0" t="0" r="r" b="b"/>
            <a:pathLst>
              <a:path w="376" h="33">
                <a:moveTo>
                  <a:pt x="0" y="32"/>
                </a:moveTo>
                <a:lnTo>
                  <a:pt x="360" y="0"/>
                </a:lnTo>
                <a:lnTo>
                  <a:pt x="376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69" name=""/>
          <p:cNvSpPr/>
          <p:nvPr/>
        </p:nvSpPr>
        <p:spPr>
          <a:xfrm>
            <a:off x="3940920" y="3225960"/>
            <a:ext cx="138240" cy="12240"/>
          </a:xfrm>
          <a:custGeom>
            <a:avLst/>
            <a:gdLst/>
            <a:ahLst/>
            <a:rect l="0" t="0" r="r" b="b"/>
            <a:pathLst>
              <a:path w="384" h="34">
                <a:moveTo>
                  <a:pt x="0" y="33"/>
                </a:moveTo>
                <a:lnTo>
                  <a:pt x="376" y="0"/>
                </a:lnTo>
                <a:lnTo>
                  <a:pt x="38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0" name=""/>
          <p:cNvSpPr/>
          <p:nvPr/>
        </p:nvSpPr>
        <p:spPr>
          <a:xfrm>
            <a:off x="3940920" y="3225960"/>
            <a:ext cx="141120" cy="12600"/>
          </a:xfrm>
          <a:custGeom>
            <a:avLst/>
            <a:gdLst/>
            <a:ahLst/>
            <a:rect l="0" t="0" r="r" b="b"/>
            <a:pathLst>
              <a:path w="392" h="35">
                <a:moveTo>
                  <a:pt x="0" y="34"/>
                </a:moveTo>
                <a:lnTo>
                  <a:pt x="384" y="0"/>
                </a:lnTo>
                <a:lnTo>
                  <a:pt x="392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1" name=""/>
          <p:cNvSpPr/>
          <p:nvPr/>
        </p:nvSpPr>
        <p:spPr>
          <a:xfrm>
            <a:off x="3940920" y="3225960"/>
            <a:ext cx="147240" cy="12960"/>
          </a:xfrm>
          <a:custGeom>
            <a:avLst/>
            <a:gdLst/>
            <a:ahLst/>
            <a:rect l="0" t="0" r="r" b="b"/>
            <a:pathLst>
              <a:path w="409" h="36">
                <a:moveTo>
                  <a:pt x="0" y="35"/>
                </a:moveTo>
                <a:lnTo>
                  <a:pt x="392" y="0"/>
                </a:lnTo>
                <a:lnTo>
                  <a:pt x="409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2" name=""/>
          <p:cNvSpPr/>
          <p:nvPr/>
        </p:nvSpPr>
        <p:spPr>
          <a:xfrm>
            <a:off x="3940920" y="3225960"/>
            <a:ext cx="153000" cy="13320"/>
          </a:xfrm>
          <a:custGeom>
            <a:avLst/>
            <a:gdLst/>
            <a:ahLst/>
            <a:rect l="0" t="0" r="r" b="b"/>
            <a:pathLst>
              <a:path w="425" h="37">
                <a:moveTo>
                  <a:pt x="0" y="36"/>
                </a:moveTo>
                <a:lnTo>
                  <a:pt x="409" y="0"/>
                </a:lnTo>
                <a:lnTo>
                  <a:pt x="425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3" name=""/>
          <p:cNvSpPr/>
          <p:nvPr/>
        </p:nvSpPr>
        <p:spPr>
          <a:xfrm>
            <a:off x="3940920" y="3225960"/>
            <a:ext cx="155880" cy="13680"/>
          </a:xfrm>
          <a:custGeom>
            <a:avLst/>
            <a:gdLst/>
            <a:ahLst/>
            <a:rect l="0" t="0" r="r" b="b"/>
            <a:pathLst>
              <a:path w="433" h="38">
                <a:moveTo>
                  <a:pt x="0" y="37"/>
                </a:moveTo>
                <a:lnTo>
                  <a:pt x="425" y="0"/>
                </a:lnTo>
                <a:lnTo>
                  <a:pt x="433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4" name=""/>
          <p:cNvSpPr/>
          <p:nvPr/>
        </p:nvSpPr>
        <p:spPr>
          <a:xfrm>
            <a:off x="3940920" y="3225960"/>
            <a:ext cx="158760" cy="14040"/>
          </a:xfrm>
          <a:custGeom>
            <a:avLst/>
            <a:gdLst/>
            <a:ahLst/>
            <a:rect l="0" t="0" r="r" b="b"/>
            <a:pathLst>
              <a:path w="441" h="39">
                <a:moveTo>
                  <a:pt x="0" y="38"/>
                </a:moveTo>
                <a:lnTo>
                  <a:pt x="433" y="0"/>
                </a:lnTo>
                <a:lnTo>
                  <a:pt x="441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5" name=""/>
          <p:cNvSpPr/>
          <p:nvPr/>
        </p:nvSpPr>
        <p:spPr>
          <a:xfrm>
            <a:off x="3940920" y="3225960"/>
            <a:ext cx="164880" cy="14400"/>
          </a:xfrm>
          <a:custGeom>
            <a:avLst/>
            <a:gdLst/>
            <a:ahLst/>
            <a:rect l="0" t="0" r="r" b="b"/>
            <a:pathLst>
              <a:path w="458" h="40">
                <a:moveTo>
                  <a:pt x="0" y="39"/>
                </a:moveTo>
                <a:lnTo>
                  <a:pt x="441" y="0"/>
                </a:lnTo>
                <a:lnTo>
                  <a:pt x="458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6" name=""/>
          <p:cNvSpPr/>
          <p:nvPr/>
        </p:nvSpPr>
        <p:spPr>
          <a:xfrm>
            <a:off x="3940920" y="3225960"/>
            <a:ext cx="167760" cy="14760"/>
          </a:xfrm>
          <a:custGeom>
            <a:avLst/>
            <a:gdLst/>
            <a:ahLst/>
            <a:rect l="0" t="0" r="r" b="b"/>
            <a:pathLst>
              <a:path w="466" h="41">
                <a:moveTo>
                  <a:pt x="0" y="40"/>
                </a:moveTo>
                <a:lnTo>
                  <a:pt x="458" y="0"/>
                </a:lnTo>
                <a:lnTo>
                  <a:pt x="466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7" name=""/>
          <p:cNvSpPr/>
          <p:nvPr/>
        </p:nvSpPr>
        <p:spPr>
          <a:xfrm>
            <a:off x="3940920" y="3225960"/>
            <a:ext cx="170640" cy="15120"/>
          </a:xfrm>
          <a:custGeom>
            <a:avLst/>
            <a:gdLst/>
            <a:ahLst/>
            <a:rect l="0" t="0" r="r" b="b"/>
            <a:pathLst>
              <a:path w="474" h="42">
                <a:moveTo>
                  <a:pt x="0" y="41"/>
                </a:moveTo>
                <a:lnTo>
                  <a:pt x="466" y="0"/>
                </a:lnTo>
                <a:lnTo>
                  <a:pt x="474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8" name=""/>
          <p:cNvSpPr/>
          <p:nvPr/>
        </p:nvSpPr>
        <p:spPr>
          <a:xfrm>
            <a:off x="3940920" y="3225960"/>
            <a:ext cx="173520" cy="15120"/>
          </a:xfrm>
          <a:custGeom>
            <a:avLst/>
            <a:gdLst/>
            <a:ahLst/>
            <a:rect l="0" t="0" r="r" b="b"/>
            <a:pathLst>
              <a:path w="482" h="42">
                <a:moveTo>
                  <a:pt x="0" y="42"/>
                </a:moveTo>
                <a:lnTo>
                  <a:pt x="474" y="0"/>
                </a:lnTo>
                <a:lnTo>
                  <a:pt x="482" y="0"/>
                </a:lnTo>
                <a:lnTo>
                  <a:pt x="0" y="42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79" name=""/>
          <p:cNvSpPr/>
          <p:nvPr/>
        </p:nvSpPr>
        <p:spPr>
          <a:xfrm>
            <a:off x="3940920" y="3225960"/>
            <a:ext cx="176400" cy="15480"/>
          </a:xfrm>
          <a:custGeom>
            <a:avLst/>
            <a:gdLst/>
            <a:ahLst/>
            <a:rect l="0" t="0" r="r" b="b"/>
            <a:pathLst>
              <a:path w="490" h="43">
                <a:moveTo>
                  <a:pt x="0" y="42"/>
                </a:moveTo>
                <a:lnTo>
                  <a:pt x="482" y="0"/>
                </a:lnTo>
                <a:lnTo>
                  <a:pt x="490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0" name=""/>
          <p:cNvSpPr/>
          <p:nvPr/>
        </p:nvSpPr>
        <p:spPr>
          <a:xfrm>
            <a:off x="3940920" y="3225960"/>
            <a:ext cx="179640" cy="15840"/>
          </a:xfrm>
          <a:custGeom>
            <a:avLst/>
            <a:gdLst/>
            <a:ahLst/>
            <a:rect l="0" t="0" r="r" b="b"/>
            <a:pathLst>
              <a:path w="499" h="44">
                <a:moveTo>
                  <a:pt x="0" y="43"/>
                </a:moveTo>
                <a:lnTo>
                  <a:pt x="490" y="0"/>
                </a:lnTo>
                <a:lnTo>
                  <a:pt x="499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1" name=""/>
          <p:cNvSpPr/>
          <p:nvPr/>
        </p:nvSpPr>
        <p:spPr>
          <a:xfrm>
            <a:off x="3940920" y="3225960"/>
            <a:ext cx="182520" cy="15840"/>
          </a:xfrm>
          <a:custGeom>
            <a:avLst/>
            <a:gdLst/>
            <a:ahLst/>
            <a:rect l="0" t="0" r="r" b="b"/>
            <a:pathLst>
              <a:path w="507" h="44">
                <a:moveTo>
                  <a:pt x="0" y="44"/>
                </a:moveTo>
                <a:lnTo>
                  <a:pt x="499" y="0"/>
                </a:lnTo>
                <a:lnTo>
                  <a:pt x="507" y="0"/>
                </a:lnTo>
                <a:lnTo>
                  <a:pt x="0" y="44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2" name=""/>
          <p:cNvSpPr/>
          <p:nvPr/>
        </p:nvSpPr>
        <p:spPr>
          <a:xfrm>
            <a:off x="3940920" y="3225960"/>
            <a:ext cx="185400" cy="16200"/>
          </a:xfrm>
          <a:custGeom>
            <a:avLst/>
            <a:gdLst/>
            <a:ahLst/>
            <a:rect l="0" t="0" r="r" b="b"/>
            <a:pathLst>
              <a:path w="515" h="45">
                <a:moveTo>
                  <a:pt x="0" y="44"/>
                </a:moveTo>
                <a:lnTo>
                  <a:pt x="507" y="0"/>
                </a:lnTo>
                <a:lnTo>
                  <a:pt x="515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3" name=""/>
          <p:cNvSpPr/>
          <p:nvPr/>
        </p:nvSpPr>
        <p:spPr>
          <a:xfrm>
            <a:off x="3940920" y="3225960"/>
            <a:ext cx="188280" cy="16560"/>
          </a:xfrm>
          <a:custGeom>
            <a:avLst/>
            <a:gdLst/>
            <a:ahLst/>
            <a:rect l="0" t="0" r="r" b="b"/>
            <a:pathLst>
              <a:path w="523" h="46">
                <a:moveTo>
                  <a:pt x="0" y="45"/>
                </a:moveTo>
                <a:lnTo>
                  <a:pt x="515" y="0"/>
                </a:lnTo>
                <a:lnTo>
                  <a:pt x="523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4" name=""/>
          <p:cNvSpPr/>
          <p:nvPr/>
        </p:nvSpPr>
        <p:spPr>
          <a:xfrm>
            <a:off x="3940920" y="3225960"/>
            <a:ext cx="194040" cy="16920"/>
          </a:xfrm>
          <a:custGeom>
            <a:avLst/>
            <a:gdLst/>
            <a:ahLst/>
            <a:rect l="0" t="0" r="r" b="b"/>
            <a:pathLst>
              <a:path w="539" h="47">
                <a:moveTo>
                  <a:pt x="0" y="46"/>
                </a:moveTo>
                <a:lnTo>
                  <a:pt x="523" y="0"/>
                </a:lnTo>
                <a:lnTo>
                  <a:pt x="539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5" name=""/>
          <p:cNvSpPr/>
          <p:nvPr/>
        </p:nvSpPr>
        <p:spPr>
          <a:xfrm>
            <a:off x="3940920" y="3225960"/>
            <a:ext cx="200160" cy="17640"/>
          </a:xfrm>
          <a:custGeom>
            <a:avLst/>
            <a:gdLst/>
            <a:ahLst/>
            <a:rect l="0" t="0" r="r" b="b"/>
            <a:pathLst>
              <a:path w="556" h="49">
                <a:moveTo>
                  <a:pt x="0" y="47"/>
                </a:moveTo>
                <a:lnTo>
                  <a:pt x="539" y="0"/>
                </a:lnTo>
                <a:lnTo>
                  <a:pt x="556" y="0"/>
                </a:lnTo>
                <a:lnTo>
                  <a:pt x="0" y="49"/>
                </a:lnTo>
                <a:lnTo>
                  <a:pt x="0" y="47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6" name=""/>
          <p:cNvSpPr/>
          <p:nvPr/>
        </p:nvSpPr>
        <p:spPr>
          <a:xfrm>
            <a:off x="3940920" y="3225960"/>
            <a:ext cx="205920" cy="18000"/>
          </a:xfrm>
          <a:custGeom>
            <a:avLst/>
            <a:gdLst/>
            <a:ahLst/>
            <a:rect l="0" t="0" r="r" b="b"/>
            <a:pathLst>
              <a:path w="572" h="50">
                <a:moveTo>
                  <a:pt x="0" y="49"/>
                </a:moveTo>
                <a:lnTo>
                  <a:pt x="556" y="0"/>
                </a:lnTo>
                <a:lnTo>
                  <a:pt x="572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7" name=""/>
          <p:cNvSpPr/>
          <p:nvPr/>
        </p:nvSpPr>
        <p:spPr>
          <a:xfrm>
            <a:off x="3940920" y="3225960"/>
            <a:ext cx="211680" cy="18360"/>
          </a:xfrm>
          <a:custGeom>
            <a:avLst/>
            <a:gdLst/>
            <a:ahLst/>
            <a:rect l="0" t="0" r="r" b="b"/>
            <a:pathLst>
              <a:path w="588" h="51">
                <a:moveTo>
                  <a:pt x="0" y="50"/>
                </a:moveTo>
                <a:lnTo>
                  <a:pt x="572" y="0"/>
                </a:lnTo>
                <a:lnTo>
                  <a:pt x="588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8" name=""/>
          <p:cNvSpPr/>
          <p:nvPr/>
        </p:nvSpPr>
        <p:spPr>
          <a:xfrm>
            <a:off x="3940920" y="3225960"/>
            <a:ext cx="217800" cy="19080"/>
          </a:xfrm>
          <a:custGeom>
            <a:avLst/>
            <a:gdLst/>
            <a:ahLst/>
            <a:rect l="0" t="0" r="r" b="b"/>
            <a:pathLst>
              <a:path w="605" h="53">
                <a:moveTo>
                  <a:pt x="0" y="51"/>
                </a:moveTo>
                <a:lnTo>
                  <a:pt x="588" y="0"/>
                </a:lnTo>
                <a:lnTo>
                  <a:pt x="605" y="0"/>
                </a:lnTo>
                <a:lnTo>
                  <a:pt x="0" y="53"/>
                </a:lnTo>
                <a:lnTo>
                  <a:pt x="0" y="51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89" name=""/>
          <p:cNvSpPr/>
          <p:nvPr/>
        </p:nvSpPr>
        <p:spPr>
          <a:xfrm>
            <a:off x="3940920" y="3225960"/>
            <a:ext cx="223560" cy="19440"/>
          </a:xfrm>
          <a:custGeom>
            <a:avLst/>
            <a:gdLst/>
            <a:ahLst/>
            <a:rect l="0" t="0" r="r" b="b"/>
            <a:pathLst>
              <a:path w="621" h="54">
                <a:moveTo>
                  <a:pt x="0" y="53"/>
                </a:moveTo>
                <a:lnTo>
                  <a:pt x="605" y="0"/>
                </a:lnTo>
                <a:lnTo>
                  <a:pt x="621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0" name=""/>
          <p:cNvSpPr/>
          <p:nvPr/>
        </p:nvSpPr>
        <p:spPr>
          <a:xfrm>
            <a:off x="3940920" y="3225960"/>
            <a:ext cx="229320" cy="19800"/>
          </a:xfrm>
          <a:custGeom>
            <a:avLst/>
            <a:gdLst/>
            <a:ahLst/>
            <a:rect l="0" t="0" r="r" b="b"/>
            <a:pathLst>
              <a:path w="637" h="55">
                <a:moveTo>
                  <a:pt x="0" y="54"/>
                </a:moveTo>
                <a:lnTo>
                  <a:pt x="621" y="0"/>
                </a:lnTo>
                <a:lnTo>
                  <a:pt x="637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1" name=""/>
          <p:cNvSpPr/>
          <p:nvPr/>
        </p:nvSpPr>
        <p:spPr>
          <a:xfrm>
            <a:off x="3940920" y="3225960"/>
            <a:ext cx="235440" cy="20520"/>
          </a:xfrm>
          <a:custGeom>
            <a:avLst/>
            <a:gdLst/>
            <a:ahLst/>
            <a:rect l="0" t="0" r="r" b="b"/>
            <a:pathLst>
              <a:path w="654" h="57">
                <a:moveTo>
                  <a:pt x="0" y="55"/>
                </a:moveTo>
                <a:lnTo>
                  <a:pt x="637" y="0"/>
                </a:lnTo>
                <a:lnTo>
                  <a:pt x="654" y="0"/>
                </a:lnTo>
                <a:lnTo>
                  <a:pt x="0" y="57"/>
                </a:lnTo>
                <a:lnTo>
                  <a:pt x="0" y="55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2" name=""/>
          <p:cNvSpPr/>
          <p:nvPr/>
        </p:nvSpPr>
        <p:spPr>
          <a:xfrm>
            <a:off x="3940920" y="3225960"/>
            <a:ext cx="238320" cy="20880"/>
          </a:xfrm>
          <a:custGeom>
            <a:avLst/>
            <a:gdLst/>
            <a:ahLst/>
            <a:rect l="0" t="0" r="r" b="b"/>
            <a:pathLst>
              <a:path w="662" h="58">
                <a:moveTo>
                  <a:pt x="0" y="57"/>
                </a:moveTo>
                <a:lnTo>
                  <a:pt x="654" y="0"/>
                </a:lnTo>
                <a:lnTo>
                  <a:pt x="662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3" name=""/>
          <p:cNvSpPr/>
          <p:nvPr/>
        </p:nvSpPr>
        <p:spPr>
          <a:xfrm>
            <a:off x="3940920" y="3225960"/>
            <a:ext cx="241200" cy="20880"/>
          </a:xfrm>
          <a:custGeom>
            <a:avLst/>
            <a:gdLst/>
            <a:ahLst/>
            <a:rect l="0" t="0" r="r" b="b"/>
            <a:pathLst>
              <a:path w="670" h="58">
                <a:moveTo>
                  <a:pt x="0" y="58"/>
                </a:moveTo>
                <a:lnTo>
                  <a:pt x="662" y="0"/>
                </a:lnTo>
                <a:lnTo>
                  <a:pt x="670" y="0"/>
                </a:lnTo>
                <a:lnTo>
                  <a:pt x="0" y="58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4" name=""/>
          <p:cNvSpPr/>
          <p:nvPr/>
        </p:nvSpPr>
        <p:spPr>
          <a:xfrm>
            <a:off x="3940920" y="3225960"/>
            <a:ext cx="244080" cy="21240"/>
          </a:xfrm>
          <a:custGeom>
            <a:avLst/>
            <a:gdLst/>
            <a:ahLst/>
            <a:rect l="0" t="0" r="r" b="b"/>
            <a:pathLst>
              <a:path w="678" h="59">
                <a:moveTo>
                  <a:pt x="0" y="58"/>
                </a:moveTo>
                <a:lnTo>
                  <a:pt x="670" y="0"/>
                </a:lnTo>
                <a:lnTo>
                  <a:pt x="678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5" name=""/>
          <p:cNvSpPr/>
          <p:nvPr/>
        </p:nvSpPr>
        <p:spPr>
          <a:xfrm>
            <a:off x="3940920" y="3225960"/>
            <a:ext cx="246960" cy="21600"/>
          </a:xfrm>
          <a:custGeom>
            <a:avLst/>
            <a:gdLst/>
            <a:ahLst/>
            <a:rect l="0" t="0" r="r" b="b"/>
            <a:pathLst>
              <a:path w="686" h="60">
                <a:moveTo>
                  <a:pt x="0" y="59"/>
                </a:moveTo>
                <a:lnTo>
                  <a:pt x="678" y="0"/>
                </a:lnTo>
                <a:lnTo>
                  <a:pt x="686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c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6" name=""/>
          <p:cNvSpPr/>
          <p:nvPr/>
        </p:nvSpPr>
        <p:spPr>
          <a:xfrm>
            <a:off x="3940920" y="3225960"/>
            <a:ext cx="249840" cy="21600"/>
          </a:xfrm>
          <a:custGeom>
            <a:avLst/>
            <a:gdLst/>
            <a:ahLst/>
            <a:rect l="0" t="0" r="r" b="b"/>
            <a:pathLst>
              <a:path w="694" h="60">
                <a:moveTo>
                  <a:pt x="0" y="60"/>
                </a:moveTo>
                <a:lnTo>
                  <a:pt x="686" y="0"/>
                </a:lnTo>
                <a:lnTo>
                  <a:pt x="694" y="0"/>
                </a:lnTo>
                <a:lnTo>
                  <a:pt x="0" y="60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7" name=""/>
          <p:cNvSpPr/>
          <p:nvPr/>
        </p:nvSpPr>
        <p:spPr>
          <a:xfrm>
            <a:off x="3940920" y="3225960"/>
            <a:ext cx="252720" cy="21960"/>
          </a:xfrm>
          <a:custGeom>
            <a:avLst/>
            <a:gdLst/>
            <a:ahLst/>
            <a:rect l="0" t="0" r="r" b="b"/>
            <a:pathLst>
              <a:path w="702" h="61">
                <a:moveTo>
                  <a:pt x="0" y="60"/>
                </a:moveTo>
                <a:lnTo>
                  <a:pt x="694" y="0"/>
                </a:lnTo>
                <a:lnTo>
                  <a:pt x="702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c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8" name=""/>
          <p:cNvSpPr/>
          <p:nvPr/>
        </p:nvSpPr>
        <p:spPr>
          <a:xfrm>
            <a:off x="3940920" y="3225960"/>
            <a:ext cx="255960" cy="22320"/>
          </a:xfrm>
          <a:custGeom>
            <a:avLst/>
            <a:gdLst/>
            <a:ahLst/>
            <a:rect l="0" t="0" r="r" b="b"/>
            <a:pathLst>
              <a:path w="711" h="62">
                <a:moveTo>
                  <a:pt x="0" y="61"/>
                </a:moveTo>
                <a:lnTo>
                  <a:pt x="702" y="0"/>
                </a:lnTo>
                <a:lnTo>
                  <a:pt x="711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199" name=""/>
          <p:cNvSpPr/>
          <p:nvPr/>
        </p:nvSpPr>
        <p:spPr>
          <a:xfrm>
            <a:off x="3940920" y="3225960"/>
            <a:ext cx="258840" cy="22320"/>
          </a:xfrm>
          <a:custGeom>
            <a:avLst/>
            <a:gdLst/>
            <a:ahLst/>
            <a:rect l="0" t="0" r="r" b="b"/>
            <a:pathLst>
              <a:path w="719" h="62">
                <a:moveTo>
                  <a:pt x="0" y="62"/>
                </a:moveTo>
                <a:lnTo>
                  <a:pt x="711" y="0"/>
                </a:lnTo>
                <a:lnTo>
                  <a:pt x="719" y="0"/>
                </a:lnTo>
                <a:lnTo>
                  <a:pt x="0" y="62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0" name=""/>
          <p:cNvSpPr/>
          <p:nvPr/>
        </p:nvSpPr>
        <p:spPr>
          <a:xfrm>
            <a:off x="3940920" y="3225960"/>
            <a:ext cx="261720" cy="22680"/>
          </a:xfrm>
          <a:custGeom>
            <a:avLst/>
            <a:gdLst/>
            <a:ahLst/>
            <a:rect l="0" t="0" r="r" b="b"/>
            <a:pathLst>
              <a:path w="727" h="63">
                <a:moveTo>
                  <a:pt x="0" y="62"/>
                </a:moveTo>
                <a:lnTo>
                  <a:pt x="719" y="0"/>
                </a:lnTo>
                <a:lnTo>
                  <a:pt x="727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1" name=""/>
          <p:cNvSpPr/>
          <p:nvPr/>
        </p:nvSpPr>
        <p:spPr>
          <a:xfrm>
            <a:off x="3940920" y="3225960"/>
            <a:ext cx="264600" cy="23040"/>
          </a:xfrm>
          <a:custGeom>
            <a:avLst/>
            <a:gdLst/>
            <a:ahLst/>
            <a:rect l="0" t="0" r="r" b="b"/>
            <a:pathLst>
              <a:path w="735" h="64">
                <a:moveTo>
                  <a:pt x="0" y="63"/>
                </a:moveTo>
                <a:lnTo>
                  <a:pt x="727" y="0"/>
                </a:lnTo>
                <a:lnTo>
                  <a:pt x="735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9c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2" name=""/>
          <p:cNvSpPr/>
          <p:nvPr/>
        </p:nvSpPr>
        <p:spPr>
          <a:xfrm>
            <a:off x="3940920" y="3225960"/>
            <a:ext cx="267480" cy="23400"/>
          </a:xfrm>
          <a:custGeom>
            <a:avLst/>
            <a:gdLst/>
            <a:ahLst/>
            <a:rect l="0" t="0" r="r" b="b"/>
            <a:pathLst>
              <a:path w="743" h="65">
                <a:moveTo>
                  <a:pt x="0" y="64"/>
                </a:moveTo>
                <a:lnTo>
                  <a:pt x="735" y="0"/>
                </a:lnTo>
                <a:lnTo>
                  <a:pt x="743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3" name=""/>
          <p:cNvSpPr/>
          <p:nvPr/>
        </p:nvSpPr>
        <p:spPr>
          <a:xfrm>
            <a:off x="3940920" y="3225960"/>
            <a:ext cx="270360" cy="23400"/>
          </a:xfrm>
          <a:custGeom>
            <a:avLst/>
            <a:gdLst/>
            <a:ahLst/>
            <a:rect l="0" t="0" r="r" b="b"/>
            <a:pathLst>
              <a:path w="751" h="65">
                <a:moveTo>
                  <a:pt x="0" y="65"/>
                </a:moveTo>
                <a:lnTo>
                  <a:pt x="743" y="0"/>
                </a:lnTo>
                <a:lnTo>
                  <a:pt x="751" y="0"/>
                </a:lnTo>
                <a:lnTo>
                  <a:pt x="0" y="65"/>
                </a:lnTo>
                <a:close/>
              </a:path>
            </a:pathLst>
          </a:custGeom>
          <a:solidFill>
            <a:srgbClr val="d8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4" name=""/>
          <p:cNvSpPr/>
          <p:nvPr/>
        </p:nvSpPr>
        <p:spPr>
          <a:xfrm>
            <a:off x="3940920" y="3225960"/>
            <a:ext cx="273600" cy="23760"/>
          </a:xfrm>
          <a:custGeom>
            <a:avLst/>
            <a:gdLst/>
            <a:ahLst/>
            <a:rect l="0" t="0" r="r" b="b"/>
            <a:pathLst>
              <a:path w="760" h="66">
                <a:moveTo>
                  <a:pt x="0" y="65"/>
                </a:moveTo>
                <a:lnTo>
                  <a:pt x="751" y="0"/>
                </a:lnTo>
                <a:lnTo>
                  <a:pt x="760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5" name=""/>
          <p:cNvSpPr/>
          <p:nvPr/>
        </p:nvSpPr>
        <p:spPr>
          <a:xfrm>
            <a:off x="3940920" y="3225960"/>
            <a:ext cx="276480" cy="24120"/>
          </a:xfrm>
          <a:custGeom>
            <a:avLst/>
            <a:gdLst/>
            <a:ahLst/>
            <a:rect l="0" t="0" r="r" b="b"/>
            <a:pathLst>
              <a:path w="768" h="67">
                <a:moveTo>
                  <a:pt x="0" y="66"/>
                </a:moveTo>
                <a:lnTo>
                  <a:pt x="760" y="0"/>
                </a:lnTo>
                <a:lnTo>
                  <a:pt x="768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6" name=""/>
          <p:cNvSpPr/>
          <p:nvPr/>
        </p:nvSpPr>
        <p:spPr>
          <a:xfrm>
            <a:off x="3940920" y="3225960"/>
            <a:ext cx="279360" cy="24120"/>
          </a:xfrm>
          <a:custGeom>
            <a:avLst/>
            <a:gdLst/>
            <a:ahLst/>
            <a:rect l="0" t="0" r="r" b="b"/>
            <a:pathLst>
              <a:path w="776" h="67">
                <a:moveTo>
                  <a:pt x="0" y="67"/>
                </a:moveTo>
                <a:lnTo>
                  <a:pt x="768" y="0"/>
                </a:lnTo>
                <a:lnTo>
                  <a:pt x="776" y="0"/>
                </a:lnTo>
                <a:lnTo>
                  <a:pt x="0" y="6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7" name=""/>
          <p:cNvSpPr/>
          <p:nvPr/>
        </p:nvSpPr>
        <p:spPr>
          <a:xfrm>
            <a:off x="3940920" y="3225960"/>
            <a:ext cx="282240" cy="24480"/>
          </a:xfrm>
          <a:custGeom>
            <a:avLst/>
            <a:gdLst/>
            <a:ahLst/>
            <a:rect l="0" t="0" r="r" b="b"/>
            <a:pathLst>
              <a:path w="784" h="68">
                <a:moveTo>
                  <a:pt x="0" y="67"/>
                </a:moveTo>
                <a:lnTo>
                  <a:pt x="776" y="0"/>
                </a:lnTo>
                <a:lnTo>
                  <a:pt x="784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8cb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8" name=""/>
          <p:cNvSpPr/>
          <p:nvPr/>
        </p:nvSpPr>
        <p:spPr>
          <a:xfrm>
            <a:off x="3940920" y="3225960"/>
            <a:ext cx="285120" cy="24840"/>
          </a:xfrm>
          <a:custGeom>
            <a:avLst/>
            <a:gdLst/>
            <a:ahLst/>
            <a:rect l="0" t="0" r="r" b="b"/>
            <a:pathLst>
              <a:path w="792" h="69">
                <a:moveTo>
                  <a:pt x="0" y="68"/>
                </a:moveTo>
                <a:lnTo>
                  <a:pt x="784" y="0"/>
                </a:lnTo>
                <a:lnTo>
                  <a:pt x="792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09" name=""/>
          <p:cNvSpPr/>
          <p:nvPr/>
        </p:nvSpPr>
        <p:spPr>
          <a:xfrm>
            <a:off x="3940920" y="3225960"/>
            <a:ext cx="288000" cy="24840"/>
          </a:xfrm>
          <a:custGeom>
            <a:avLst/>
            <a:gdLst/>
            <a:ahLst/>
            <a:rect l="0" t="0" r="r" b="b"/>
            <a:pathLst>
              <a:path w="800" h="69">
                <a:moveTo>
                  <a:pt x="0" y="69"/>
                </a:moveTo>
                <a:lnTo>
                  <a:pt x="792" y="0"/>
                </a:lnTo>
                <a:lnTo>
                  <a:pt x="800" y="0"/>
                </a:lnTo>
                <a:lnTo>
                  <a:pt x="0" y="69"/>
                </a:lnTo>
                <a:close/>
              </a:path>
            </a:pathLst>
          </a:custGeom>
          <a:solidFill>
            <a:srgbClr val="d8cb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0" name=""/>
          <p:cNvSpPr/>
          <p:nvPr/>
        </p:nvSpPr>
        <p:spPr>
          <a:xfrm>
            <a:off x="3940920" y="3225960"/>
            <a:ext cx="290880" cy="25200"/>
          </a:xfrm>
          <a:custGeom>
            <a:avLst/>
            <a:gdLst/>
            <a:ahLst/>
            <a:rect l="0" t="0" r="r" b="b"/>
            <a:pathLst>
              <a:path w="808" h="70">
                <a:moveTo>
                  <a:pt x="0" y="69"/>
                </a:moveTo>
                <a:lnTo>
                  <a:pt x="800" y="0"/>
                </a:lnTo>
                <a:lnTo>
                  <a:pt x="808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1" name=""/>
          <p:cNvSpPr/>
          <p:nvPr/>
        </p:nvSpPr>
        <p:spPr>
          <a:xfrm>
            <a:off x="3940920" y="3225960"/>
            <a:ext cx="294120" cy="25560"/>
          </a:xfrm>
          <a:custGeom>
            <a:avLst/>
            <a:gdLst/>
            <a:ahLst/>
            <a:rect l="0" t="0" r="r" b="b"/>
            <a:pathLst>
              <a:path w="817" h="71">
                <a:moveTo>
                  <a:pt x="0" y="70"/>
                </a:moveTo>
                <a:lnTo>
                  <a:pt x="808" y="0"/>
                </a:lnTo>
                <a:lnTo>
                  <a:pt x="817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2" name=""/>
          <p:cNvSpPr/>
          <p:nvPr/>
        </p:nvSpPr>
        <p:spPr>
          <a:xfrm>
            <a:off x="3940920" y="3225960"/>
            <a:ext cx="297000" cy="25560"/>
          </a:xfrm>
          <a:custGeom>
            <a:avLst/>
            <a:gdLst/>
            <a:ahLst/>
            <a:rect l="0" t="0" r="r" b="b"/>
            <a:pathLst>
              <a:path w="825" h="71">
                <a:moveTo>
                  <a:pt x="0" y="71"/>
                </a:moveTo>
                <a:lnTo>
                  <a:pt x="817" y="0"/>
                </a:lnTo>
                <a:lnTo>
                  <a:pt x="825" y="0"/>
                </a:lnTo>
                <a:lnTo>
                  <a:pt x="0" y="71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3" name=""/>
          <p:cNvSpPr/>
          <p:nvPr/>
        </p:nvSpPr>
        <p:spPr>
          <a:xfrm>
            <a:off x="3940920" y="3225960"/>
            <a:ext cx="299880" cy="25920"/>
          </a:xfrm>
          <a:custGeom>
            <a:avLst/>
            <a:gdLst/>
            <a:ahLst/>
            <a:rect l="0" t="0" r="r" b="b"/>
            <a:pathLst>
              <a:path w="833" h="72">
                <a:moveTo>
                  <a:pt x="0" y="71"/>
                </a:moveTo>
                <a:lnTo>
                  <a:pt x="825" y="0"/>
                </a:lnTo>
                <a:lnTo>
                  <a:pt x="833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4" name=""/>
          <p:cNvSpPr/>
          <p:nvPr/>
        </p:nvSpPr>
        <p:spPr>
          <a:xfrm>
            <a:off x="3940920" y="3225960"/>
            <a:ext cx="302760" cy="26280"/>
          </a:xfrm>
          <a:custGeom>
            <a:avLst/>
            <a:gdLst/>
            <a:ahLst/>
            <a:rect l="0" t="0" r="r" b="b"/>
            <a:pathLst>
              <a:path w="841" h="73">
                <a:moveTo>
                  <a:pt x="0" y="72"/>
                </a:moveTo>
                <a:lnTo>
                  <a:pt x="833" y="0"/>
                </a:lnTo>
                <a:lnTo>
                  <a:pt x="841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5" name=""/>
          <p:cNvSpPr/>
          <p:nvPr/>
        </p:nvSpPr>
        <p:spPr>
          <a:xfrm>
            <a:off x="3940920" y="3225960"/>
            <a:ext cx="305640" cy="26640"/>
          </a:xfrm>
          <a:custGeom>
            <a:avLst/>
            <a:gdLst/>
            <a:ahLst/>
            <a:rect l="0" t="0" r="r" b="b"/>
            <a:pathLst>
              <a:path w="849" h="74">
                <a:moveTo>
                  <a:pt x="0" y="73"/>
                </a:moveTo>
                <a:lnTo>
                  <a:pt x="841" y="0"/>
                </a:lnTo>
                <a:lnTo>
                  <a:pt x="849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7c8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6" name=""/>
          <p:cNvSpPr/>
          <p:nvPr/>
        </p:nvSpPr>
        <p:spPr>
          <a:xfrm>
            <a:off x="3940920" y="3225960"/>
            <a:ext cx="308520" cy="26640"/>
          </a:xfrm>
          <a:custGeom>
            <a:avLst/>
            <a:gdLst/>
            <a:ahLst/>
            <a:rect l="0" t="0" r="r" b="b"/>
            <a:pathLst>
              <a:path w="857" h="74">
                <a:moveTo>
                  <a:pt x="0" y="74"/>
                </a:moveTo>
                <a:lnTo>
                  <a:pt x="849" y="0"/>
                </a:lnTo>
                <a:lnTo>
                  <a:pt x="857" y="0"/>
                </a:lnTo>
                <a:lnTo>
                  <a:pt x="0" y="74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7" name=""/>
          <p:cNvSpPr/>
          <p:nvPr/>
        </p:nvSpPr>
        <p:spPr>
          <a:xfrm>
            <a:off x="3940920" y="3225960"/>
            <a:ext cx="311760" cy="27000"/>
          </a:xfrm>
          <a:custGeom>
            <a:avLst/>
            <a:gdLst/>
            <a:ahLst/>
            <a:rect l="0" t="0" r="r" b="b"/>
            <a:pathLst>
              <a:path w="866" h="75">
                <a:moveTo>
                  <a:pt x="0" y="74"/>
                </a:moveTo>
                <a:lnTo>
                  <a:pt x="857" y="0"/>
                </a:lnTo>
                <a:lnTo>
                  <a:pt x="866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8" name=""/>
          <p:cNvSpPr/>
          <p:nvPr/>
        </p:nvSpPr>
        <p:spPr>
          <a:xfrm>
            <a:off x="3940920" y="3225960"/>
            <a:ext cx="314640" cy="27360"/>
          </a:xfrm>
          <a:custGeom>
            <a:avLst/>
            <a:gdLst/>
            <a:ahLst/>
            <a:rect l="0" t="0" r="r" b="b"/>
            <a:pathLst>
              <a:path w="874" h="76">
                <a:moveTo>
                  <a:pt x="0" y="75"/>
                </a:moveTo>
                <a:lnTo>
                  <a:pt x="866" y="0"/>
                </a:lnTo>
                <a:lnTo>
                  <a:pt x="874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19" name=""/>
          <p:cNvSpPr/>
          <p:nvPr/>
        </p:nvSpPr>
        <p:spPr>
          <a:xfrm>
            <a:off x="3940920" y="3225960"/>
            <a:ext cx="317520" cy="27360"/>
          </a:xfrm>
          <a:custGeom>
            <a:avLst/>
            <a:gdLst/>
            <a:ahLst/>
            <a:rect l="0" t="0" r="r" b="b"/>
            <a:pathLst>
              <a:path w="882" h="76">
                <a:moveTo>
                  <a:pt x="0" y="76"/>
                </a:moveTo>
                <a:lnTo>
                  <a:pt x="874" y="0"/>
                </a:lnTo>
                <a:lnTo>
                  <a:pt x="882" y="0"/>
                </a:lnTo>
                <a:lnTo>
                  <a:pt x="0" y="76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0" name=""/>
          <p:cNvSpPr/>
          <p:nvPr/>
        </p:nvSpPr>
        <p:spPr>
          <a:xfrm>
            <a:off x="3940920" y="3225960"/>
            <a:ext cx="320400" cy="27720"/>
          </a:xfrm>
          <a:custGeom>
            <a:avLst/>
            <a:gdLst/>
            <a:ahLst/>
            <a:rect l="0" t="0" r="r" b="b"/>
            <a:pathLst>
              <a:path w="890" h="77">
                <a:moveTo>
                  <a:pt x="0" y="76"/>
                </a:moveTo>
                <a:lnTo>
                  <a:pt x="882" y="0"/>
                </a:lnTo>
                <a:lnTo>
                  <a:pt x="890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1" name=""/>
          <p:cNvSpPr/>
          <p:nvPr/>
        </p:nvSpPr>
        <p:spPr>
          <a:xfrm>
            <a:off x="3940920" y="3225960"/>
            <a:ext cx="323280" cy="28080"/>
          </a:xfrm>
          <a:custGeom>
            <a:avLst/>
            <a:gdLst/>
            <a:ahLst/>
            <a:rect l="0" t="0" r="r" b="b"/>
            <a:pathLst>
              <a:path w="898" h="78">
                <a:moveTo>
                  <a:pt x="0" y="77"/>
                </a:moveTo>
                <a:lnTo>
                  <a:pt x="890" y="0"/>
                </a:lnTo>
                <a:lnTo>
                  <a:pt x="898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2" name=""/>
          <p:cNvSpPr/>
          <p:nvPr/>
        </p:nvSpPr>
        <p:spPr>
          <a:xfrm>
            <a:off x="3940920" y="3225960"/>
            <a:ext cx="326160" cy="28080"/>
          </a:xfrm>
          <a:custGeom>
            <a:avLst/>
            <a:gdLst/>
            <a:ahLst/>
            <a:rect l="0" t="0" r="r" b="b"/>
            <a:pathLst>
              <a:path w="906" h="78">
                <a:moveTo>
                  <a:pt x="0" y="78"/>
                </a:moveTo>
                <a:lnTo>
                  <a:pt x="898" y="0"/>
                </a:lnTo>
                <a:lnTo>
                  <a:pt x="906" y="0"/>
                </a:lnTo>
                <a:lnTo>
                  <a:pt x="0" y="78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3" name=""/>
          <p:cNvSpPr/>
          <p:nvPr/>
        </p:nvSpPr>
        <p:spPr>
          <a:xfrm>
            <a:off x="3940920" y="3225960"/>
            <a:ext cx="329400" cy="28440"/>
          </a:xfrm>
          <a:custGeom>
            <a:avLst/>
            <a:gdLst/>
            <a:ahLst/>
            <a:rect l="0" t="0" r="r" b="b"/>
            <a:pathLst>
              <a:path w="915" h="79">
                <a:moveTo>
                  <a:pt x="0" y="78"/>
                </a:moveTo>
                <a:lnTo>
                  <a:pt x="906" y="0"/>
                </a:lnTo>
                <a:lnTo>
                  <a:pt x="915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4" name=""/>
          <p:cNvSpPr/>
          <p:nvPr/>
        </p:nvSpPr>
        <p:spPr>
          <a:xfrm>
            <a:off x="3940920" y="3225960"/>
            <a:ext cx="332280" cy="28800"/>
          </a:xfrm>
          <a:custGeom>
            <a:avLst/>
            <a:gdLst/>
            <a:ahLst/>
            <a:rect l="0" t="0" r="r" b="b"/>
            <a:pathLst>
              <a:path w="923" h="80">
                <a:moveTo>
                  <a:pt x="0" y="79"/>
                </a:moveTo>
                <a:lnTo>
                  <a:pt x="915" y="0"/>
                </a:lnTo>
                <a:lnTo>
                  <a:pt x="923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5" name=""/>
          <p:cNvSpPr/>
          <p:nvPr/>
        </p:nvSpPr>
        <p:spPr>
          <a:xfrm>
            <a:off x="3940920" y="3225960"/>
            <a:ext cx="335160" cy="28800"/>
          </a:xfrm>
          <a:custGeom>
            <a:avLst/>
            <a:gdLst/>
            <a:ahLst/>
            <a:rect l="0" t="0" r="r" b="b"/>
            <a:pathLst>
              <a:path w="931" h="80">
                <a:moveTo>
                  <a:pt x="0" y="80"/>
                </a:moveTo>
                <a:lnTo>
                  <a:pt x="923" y="0"/>
                </a:lnTo>
                <a:lnTo>
                  <a:pt x="931" y="0"/>
                </a:lnTo>
                <a:lnTo>
                  <a:pt x="0" y="80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6" name=""/>
          <p:cNvSpPr/>
          <p:nvPr/>
        </p:nvSpPr>
        <p:spPr>
          <a:xfrm>
            <a:off x="3940920" y="3225960"/>
            <a:ext cx="338040" cy="29160"/>
          </a:xfrm>
          <a:custGeom>
            <a:avLst/>
            <a:gdLst/>
            <a:ahLst/>
            <a:rect l="0" t="0" r="r" b="b"/>
            <a:pathLst>
              <a:path w="939" h="81">
                <a:moveTo>
                  <a:pt x="0" y="80"/>
                </a:moveTo>
                <a:lnTo>
                  <a:pt x="931" y="0"/>
                </a:lnTo>
                <a:lnTo>
                  <a:pt x="939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7" name=""/>
          <p:cNvSpPr/>
          <p:nvPr/>
        </p:nvSpPr>
        <p:spPr>
          <a:xfrm>
            <a:off x="3940920" y="3225960"/>
            <a:ext cx="340920" cy="29520"/>
          </a:xfrm>
          <a:custGeom>
            <a:avLst/>
            <a:gdLst/>
            <a:ahLst/>
            <a:rect l="0" t="0" r="r" b="b"/>
            <a:pathLst>
              <a:path w="947" h="82">
                <a:moveTo>
                  <a:pt x="0" y="81"/>
                </a:moveTo>
                <a:lnTo>
                  <a:pt x="939" y="0"/>
                </a:lnTo>
                <a:lnTo>
                  <a:pt x="947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8" name=""/>
          <p:cNvSpPr/>
          <p:nvPr/>
        </p:nvSpPr>
        <p:spPr>
          <a:xfrm>
            <a:off x="3940920" y="3225960"/>
            <a:ext cx="343800" cy="29880"/>
          </a:xfrm>
          <a:custGeom>
            <a:avLst/>
            <a:gdLst/>
            <a:ahLst/>
            <a:rect l="0" t="0" r="r" b="b"/>
            <a:pathLst>
              <a:path w="955" h="83">
                <a:moveTo>
                  <a:pt x="0" y="82"/>
                </a:moveTo>
                <a:lnTo>
                  <a:pt x="947" y="0"/>
                </a:lnTo>
                <a:lnTo>
                  <a:pt x="955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29" name=""/>
          <p:cNvSpPr/>
          <p:nvPr/>
        </p:nvSpPr>
        <p:spPr>
          <a:xfrm>
            <a:off x="3940920" y="3225960"/>
            <a:ext cx="346680" cy="29880"/>
          </a:xfrm>
          <a:custGeom>
            <a:avLst/>
            <a:gdLst/>
            <a:ahLst/>
            <a:rect l="0" t="0" r="r" b="b"/>
            <a:pathLst>
              <a:path w="963" h="83">
                <a:moveTo>
                  <a:pt x="0" y="83"/>
                </a:moveTo>
                <a:lnTo>
                  <a:pt x="955" y="0"/>
                </a:lnTo>
                <a:lnTo>
                  <a:pt x="963" y="0"/>
                </a:lnTo>
                <a:lnTo>
                  <a:pt x="0" y="83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0" name=""/>
          <p:cNvSpPr/>
          <p:nvPr/>
        </p:nvSpPr>
        <p:spPr>
          <a:xfrm>
            <a:off x="3940920" y="3225960"/>
            <a:ext cx="349920" cy="30240"/>
          </a:xfrm>
          <a:custGeom>
            <a:avLst/>
            <a:gdLst/>
            <a:ahLst/>
            <a:rect l="0" t="0" r="r" b="b"/>
            <a:pathLst>
              <a:path w="972" h="84">
                <a:moveTo>
                  <a:pt x="0" y="83"/>
                </a:moveTo>
                <a:lnTo>
                  <a:pt x="963" y="0"/>
                </a:lnTo>
                <a:lnTo>
                  <a:pt x="972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1" name=""/>
          <p:cNvSpPr/>
          <p:nvPr/>
        </p:nvSpPr>
        <p:spPr>
          <a:xfrm>
            <a:off x="3940920" y="3225960"/>
            <a:ext cx="352800" cy="30600"/>
          </a:xfrm>
          <a:custGeom>
            <a:avLst/>
            <a:gdLst/>
            <a:ahLst/>
            <a:rect l="0" t="0" r="r" b="b"/>
            <a:pathLst>
              <a:path w="980" h="85">
                <a:moveTo>
                  <a:pt x="0" y="84"/>
                </a:moveTo>
                <a:lnTo>
                  <a:pt x="972" y="0"/>
                </a:lnTo>
                <a:lnTo>
                  <a:pt x="980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2" name=""/>
          <p:cNvSpPr/>
          <p:nvPr/>
        </p:nvSpPr>
        <p:spPr>
          <a:xfrm>
            <a:off x="3940920" y="3225960"/>
            <a:ext cx="355680" cy="30600"/>
          </a:xfrm>
          <a:custGeom>
            <a:avLst/>
            <a:gdLst/>
            <a:ahLst/>
            <a:rect l="0" t="0" r="r" b="b"/>
            <a:pathLst>
              <a:path w="988" h="85">
                <a:moveTo>
                  <a:pt x="0" y="85"/>
                </a:moveTo>
                <a:lnTo>
                  <a:pt x="980" y="0"/>
                </a:lnTo>
                <a:lnTo>
                  <a:pt x="988" y="0"/>
                </a:lnTo>
                <a:lnTo>
                  <a:pt x="0" y="85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3" name=""/>
          <p:cNvSpPr/>
          <p:nvPr/>
        </p:nvSpPr>
        <p:spPr>
          <a:xfrm>
            <a:off x="3940920" y="3225960"/>
            <a:ext cx="358560" cy="30960"/>
          </a:xfrm>
          <a:custGeom>
            <a:avLst/>
            <a:gdLst/>
            <a:ahLst/>
            <a:rect l="0" t="0" r="r" b="b"/>
            <a:pathLst>
              <a:path w="996" h="86">
                <a:moveTo>
                  <a:pt x="0" y="85"/>
                </a:moveTo>
                <a:lnTo>
                  <a:pt x="988" y="0"/>
                </a:lnTo>
                <a:lnTo>
                  <a:pt x="996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4" name=""/>
          <p:cNvSpPr/>
          <p:nvPr/>
        </p:nvSpPr>
        <p:spPr>
          <a:xfrm>
            <a:off x="3940920" y="3225960"/>
            <a:ext cx="361440" cy="31320"/>
          </a:xfrm>
          <a:custGeom>
            <a:avLst/>
            <a:gdLst/>
            <a:ahLst/>
            <a:rect l="0" t="0" r="r" b="b"/>
            <a:pathLst>
              <a:path w="1004" h="87">
                <a:moveTo>
                  <a:pt x="0" y="86"/>
                </a:moveTo>
                <a:lnTo>
                  <a:pt x="996" y="0"/>
                </a:lnTo>
                <a:lnTo>
                  <a:pt x="1004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5" name=""/>
          <p:cNvSpPr/>
          <p:nvPr/>
        </p:nvSpPr>
        <p:spPr>
          <a:xfrm>
            <a:off x="3940920" y="3225960"/>
            <a:ext cx="364320" cy="31320"/>
          </a:xfrm>
          <a:custGeom>
            <a:avLst/>
            <a:gdLst/>
            <a:ahLst/>
            <a:rect l="0" t="0" r="r" b="b"/>
            <a:pathLst>
              <a:path w="1012" h="87">
                <a:moveTo>
                  <a:pt x="0" y="87"/>
                </a:moveTo>
                <a:lnTo>
                  <a:pt x="1004" y="0"/>
                </a:lnTo>
                <a:lnTo>
                  <a:pt x="1012" y="0"/>
                </a:lnTo>
                <a:lnTo>
                  <a:pt x="0" y="87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6" name=""/>
          <p:cNvSpPr/>
          <p:nvPr/>
        </p:nvSpPr>
        <p:spPr>
          <a:xfrm>
            <a:off x="3940920" y="3225960"/>
            <a:ext cx="367560" cy="31680"/>
          </a:xfrm>
          <a:custGeom>
            <a:avLst/>
            <a:gdLst/>
            <a:ahLst/>
            <a:rect l="0" t="0" r="r" b="b"/>
            <a:pathLst>
              <a:path w="1021" h="88">
                <a:moveTo>
                  <a:pt x="0" y="87"/>
                </a:moveTo>
                <a:lnTo>
                  <a:pt x="1012" y="0"/>
                </a:lnTo>
                <a:lnTo>
                  <a:pt x="1021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7" name=""/>
          <p:cNvSpPr/>
          <p:nvPr/>
        </p:nvSpPr>
        <p:spPr>
          <a:xfrm>
            <a:off x="3940920" y="3225960"/>
            <a:ext cx="370440" cy="32040"/>
          </a:xfrm>
          <a:custGeom>
            <a:avLst/>
            <a:gdLst/>
            <a:ahLst/>
            <a:rect l="0" t="0" r="r" b="b"/>
            <a:pathLst>
              <a:path w="1029" h="89">
                <a:moveTo>
                  <a:pt x="0" y="88"/>
                </a:moveTo>
                <a:lnTo>
                  <a:pt x="1021" y="0"/>
                </a:lnTo>
                <a:lnTo>
                  <a:pt x="1029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8" name=""/>
          <p:cNvSpPr/>
          <p:nvPr/>
        </p:nvSpPr>
        <p:spPr>
          <a:xfrm>
            <a:off x="3940920" y="3225960"/>
            <a:ext cx="373320" cy="32040"/>
          </a:xfrm>
          <a:custGeom>
            <a:avLst/>
            <a:gdLst/>
            <a:ahLst/>
            <a:rect l="0" t="0" r="r" b="b"/>
            <a:pathLst>
              <a:path w="1037" h="89">
                <a:moveTo>
                  <a:pt x="0" y="89"/>
                </a:moveTo>
                <a:lnTo>
                  <a:pt x="1029" y="0"/>
                </a:lnTo>
                <a:lnTo>
                  <a:pt x="1037" y="0"/>
                </a:lnTo>
                <a:lnTo>
                  <a:pt x="0" y="89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39" name=""/>
          <p:cNvSpPr/>
          <p:nvPr/>
        </p:nvSpPr>
        <p:spPr>
          <a:xfrm>
            <a:off x="3940920" y="3225960"/>
            <a:ext cx="375120" cy="32400"/>
          </a:xfrm>
          <a:custGeom>
            <a:avLst/>
            <a:gdLst/>
            <a:ahLst/>
            <a:rect l="0" t="0" r="r" b="b"/>
            <a:pathLst>
              <a:path w="1042" h="90">
                <a:moveTo>
                  <a:pt x="0" y="89"/>
                </a:moveTo>
                <a:lnTo>
                  <a:pt x="1037" y="0"/>
                </a:lnTo>
                <a:lnTo>
                  <a:pt x="1042" y="1"/>
                </a:lnTo>
                <a:lnTo>
                  <a:pt x="0" y="90"/>
                </a:lnTo>
                <a:lnTo>
                  <a:pt x="0" y="89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0" name=""/>
          <p:cNvSpPr/>
          <p:nvPr/>
        </p:nvSpPr>
        <p:spPr>
          <a:xfrm>
            <a:off x="3940920" y="3226320"/>
            <a:ext cx="375120" cy="32040"/>
          </a:xfrm>
          <a:custGeom>
            <a:avLst/>
            <a:gdLst/>
            <a:ahLst/>
            <a:rect l="0" t="0" r="r" b="b"/>
            <a:pathLst>
              <a:path w="1042" h="89">
                <a:moveTo>
                  <a:pt x="0" y="89"/>
                </a:moveTo>
                <a:lnTo>
                  <a:pt x="1042" y="0"/>
                </a:lnTo>
                <a:lnTo>
                  <a:pt x="5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1" name=""/>
          <p:cNvSpPr/>
          <p:nvPr/>
        </p:nvSpPr>
        <p:spPr>
          <a:xfrm>
            <a:off x="3942720" y="3226320"/>
            <a:ext cx="373320" cy="32040"/>
          </a:xfrm>
          <a:custGeom>
            <a:avLst/>
            <a:gdLst/>
            <a:ahLst/>
            <a:rect l="0" t="0" r="r" b="b"/>
            <a:pathLst>
              <a:path w="1037" h="89">
                <a:moveTo>
                  <a:pt x="0" y="89"/>
                </a:moveTo>
                <a:lnTo>
                  <a:pt x="1037" y="0"/>
                </a:lnTo>
                <a:lnTo>
                  <a:pt x="1037" y="1"/>
                </a:lnTo>
                <a:lnTo>
                  <a:pt x="8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2" name=""/>
          <p:cNvSpPr/>
          <p:nvPr/>
        </p:nvSpPr>
        <p:spPr>
          <a:xfrm>
            <a:off x="3945600" y="3226680"/>
            <a:ext cx="370440" cy="31680"/>
          </a:xfrm>
          <a:custGeom>
            <a:avLst/>
            <a:gdLst/>
            <a:ahLst/>
            <a:rect l="0" t="0" r="r" b="b"/>
            <a:pathLst>
              <a:path w="1029" h="88">
                <a:moveTo>
                  <a:pt x="0" y="88"/>
                </a:moveTo>
                <a:lnTo>
                  <a:pt x="1029" y="0"/>
                </a:lnTo>
                <a:lnTo>
                  <a:pt x="1029" y="1"/>
                </a:lnTo>
                <a:lnTo>
                  <a:pt x="9" y="88"/>
                </a:lnTo>
                <a:lnTo>
                  <a:pt x="0" y="88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3" name=""/>
          <p:cNvSpPr/>
          <p:nvPr/>
        </p:nvSpPr>
        <p:spPr>
          <a:xfrm>
            <a:off x="3948840" y="3227040"/>
            <a:ext cx="367200" cy="31320"/>
          </a:xfrm>
          <a:custGeom>
            <a:avLst/>
            <a:gdLst/>
            <a:ahLst/>
            <a:rect l="0" t="0" r="r" b="b"/>
            <a:pathLst>
              <a:path w="1020" h="87">
                <a:moveTo>
                  <a:pt x="0" y="87"/>
                </a:moveTo>
                <a:lnTo>
                  <a:pt x="1020" y="0"/>
                </a:lnTo>
                <a:lnTo>
                  <a:pt x="8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4" name=""/>
          <p:cNvSpPr/>
          <p:nvPr/>
        </p:nvSpPr>
        <p:spPr>
          <a:xfrm>
            <a:off x="3951720" y="3227040"/>
            <a:ext cx="364320" cy="31320"/>
          </a:xfrm>
          <a:custGeom>
            <a:avLst/>
            <a:gdLst/>
            <a:ahLst/>
            <a:rect l="0" t="0" r="r" b="b"/>
            <a:pathLst>
              <a:path w="1012" h="87">
                <a:moveTo>
                  <a:pt x="0" y="87"/>
                </a:moveTo>
                <a:lnTo>
                  <a:pt x="1012" y="0"/>
                </a:lnTo>
                <a:lnTo>
                  <a:pt x="1012" y="1"/>
                </a:lnTo>
                <a:lnTo>
                  <a:pt x="8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5" name=""/>
          <p:cNvSpPr/>
          <p:nvPr/>
        </p:nvSpPr>
        <p:spPr>
          <a:xfrm>
            <a:off x="3954600" y="3227400"/>
            <a:ext cx="361440" cy="30960"/>
          </a:xfrm>
          <a:custGeom>
            <a:avLst/>
            <a:gdLst/>
            <a:ahLst/>
            <a:rect l="0" t="0" r="r" b="b"/>
            <a:pathLst>
              <a:path w="1004" h="86">
                <a:moveTo>
                  <a:pt x="0" y="86"/>
                </a:moveTo>
                <a:lnTo>
                  <a:pt x="1004" y="0"/>
                </a:lnTo>
                <a:lnTo>
                  <a:pt x="1004" y="1"/>
                </a:lnTo>
                <a:lnTo>
                  <a:pt x="8" y="86"/>
                </a:lnTo>
                <a:lnTo>
                  <a:pt x="0" y="86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6" name=""/>
          <p:cNvSpPr/>
          <p:nvPr/>
        </p:nvSpPr>
        <p:spPr>
          <a:xfrm>
            <a:off x="3957480" y="3227760"/>
            <a:ext cx="358560" cy="30600"/>
          </a:xfrm>
          <a:custGeom>
            <a:avLst/>
            <a:gdLst/>
            <a:ahLst/>
            <a:rect l="0" t="0" r="r" b="b"/>
            <a:pathLst>
              <a:path w="996" h="85">
                <a:moveTo>
                  <a:pt x="0" y="85"/>
                </a:moveTo>
                <a:lnTo>
                  <a:pt x="996" y="0"/>
                </a:lnTo>
                <a:lnTo>
                  <a:pt x="996" y="1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7" name=""/>
          <p:cNvSpPr/>
          <p:nvPr/>
        </p:nvSpPr>
        <p:spPr>
          <a:xfrm>
            <a:off x="3960360" y="3228120"/>
            <a:ext cx="355680" cy="30240"/>
          </a:xfrm>
          <a:custGeom>
            <a:avLst/>
            <a:gdLst/>
            <a:ahLst/>
            <a:rect l="0" t="0" r="r" b="b"/>
            <a:pathLst>
              <a:path w="988" h="84">
                <a:moveTo>
                  <a:pt x="0" y="84"/>
                </a:moveTo>
                <a:lnTo>
                  <a:pt x="988" y="0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8" name=""/>
          <p:cNvSpPr/>
          <p:nvPr/>
        </p:nvSpPr>
        <p:spPr>
          <a:xfrm>
            <a:off x="3963240" y="3228120"/>
            <a:ext cx="352800" cy="30240"/>
          </a:xfrm>
          <a:custGeom>
            <a:avLst/>
            <a:gdLst/>
            <a:ahLst/>
            <a:rect l="0" t="0" r="r" b="b"/>
            <a:pathLst>
              <a:path w="980" h="84">
                <a:moveTo>
                  <a:pt x="0" y="84"/>
                </a:moveTo>
                <a:lnTo>
                  <a:pt x="980" y="0"/>
                </a:lnTo>
                <a:lnTo>
                  <a:pt x="980" y="1"/>
                </a:lnTo>
                <a:lnTo>
                  <a:pt x="9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49" name=""/>
          <p:cNvSpPr/>
          <p:nvPr/>
        </p:nvSpPr>
        <p:spPr>
          <a:xfrm>
            <a:off x="3966480" y="3228480"/>
            <a:ext cx="349560" cy="29880"/>
          </a:xfrm>
          <a:custGeom>
            <a:avLst/>
            <a:gdLst/>
            <a:ahLst/>
            <a:rect l="0" t="0" r="r" b="b"/>
            <a:pathLst>
              <a:path w="971" h="83">
                <a:moveTo>
                  <a:pt x="0" y="83"/>
                </a:moveTo>
                <a:lnTo>
                  <a:pt x="971" y="0"/>
                </a:lnTo>
                <a:lnTo>
                  <a:pt x="971" y="1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0" name=""/>
          <p:cNvSpPr/>
          <p:nvPr/>
        </p:nvSpPr>
        <p:spPr>
          <a:xfrm>
            <a:off x="3969360" y="3228840"/>
            <a:ext cx="346680" cy="29520"/>
          </a:xfrm>
          <a:custGeom>
            <a:avLst/>
            <a:gdLst/>
            <a:ahLst/>
            <a:rect l="0" t="0" r="r" b="b"/>
            <a:pathLst>
              <a:path w="963" h="82">
                <a:moveTo>
                  <a:pt x="0" y="82"/>
                </a:moveTo>
                <a:lnTo>
                  <a:pt x="963" y="0"/>
                </a:lnTo>
                <a:lnTo>
                  <a:pt x="8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1" name=""/>
          <p:cNvSpPr/>
          <p:nvPr/>
        </p:nvSpPr>
        <p:spPr>
          <a:xfrm>
            <a:off x="3972240" y="3228840"/>
            <a:ext cx="343800" cy="29520"/>
          </a:xfrm>
          <a:custGeom>
            <a:avLst/>
            <a:gdLst/>
            <a:ahLst/>
            <a:rect l="0" t="0" r="r" b="b"/>
            <a:pathLst>
              <a:path w="955" h="82">
                <a:moveTo>
                  <a:pt x="0" y="82"/>
                </a:moveTo>
                <a:lnTo>
                  <a:pt x="955" y="0"/>
                </a:lnTo>
                <a:lnTo>
                  <a:pt x="955" y="1"/>
                </a:lnTo>
                <a:lnTo>
                  <a:pt x="8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2" name=""/>
          <p:cNvSpPr/>
          <p:nvPr/>
        </p:nvSpPr>
        <p:spPr>
          <a:xfrm>
            <a:off x="3975120" y="3229200"/>
            <a:ext cx="340920" cy="29160"/>
          </a:xfrm>
          <a:custGeom>
            <a:avLst/>
            <a:gdLst/>
            <a:ahLst/>
            <a:rect l="0" t="0" r="r" b="b"/>
            <a:pathLst>
              <a:path w="947" h="81">
                <a:moveTo>
                  <a:pt x="0" y="81"/>
                </a:moveTo>
                <a:lnTo>
                  <a:pt x="947" y="0"/>
                </a:lnTo>
                <a:lnTo>
                  <a:pt x="947" y="1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3" name=""/>
          <p:cNvSpPr/>
          <p:nvPr/>
        </p:nvSpPr>
        <p:spPr>
          <a:xfrm>
            <a:off x="3978000" y="3229560"/>
            <a:ext cx="338040" cy="28800"/>
          </a:xfrm>
          <a:custGeom>
            <a:avLst/>
            <a:gdLst/>
            <a:ahLst/>
            <a:rect l="0" t="0" r="r" b="b"/>
            <a:pathLst>
              <a:path w="939" h="80">
                <a:moveTo>
                  <a:pt x="0" y="80"/>
                </a:moveTo>
                <a:lnTo>
                  <a:pt x="939" y="0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4" name=""/>
          <p:cNvSpPr/>
          <p:nvPr/>
        </p:nvSpPr>
        <p:spPr>
          <a:xfrm>
            <a:off x="3980880" y="3229560"/>
            <a:ext cx="335160" cy="28800"/>
          </a:xfrm>
          <a:custGeom>
            <a:avLst/>
            <a:gdLst/>
            <a:ahLst/>
            <a:rect l="0" t="0" r="r" b="b"/>
            <a:pathLst>
              <a:path w="931" h="80">
                <a:moveTo>
                  <a:pt x="0" y="80"/>
                </a:moveTo>
                <a:lnTo>
                  <a:pt x="931" y="0"/>
                </a:lnTo>
                <a:lnTo>
                  <a:pt x="931" y="1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5" name=""/>
          <p:cNvSpPr/>
          <p:nvPr/>
        </p:nvSpPr>
        <p:spPr>
          <a:xfrm>
            <a:off x="3983760" y="3229920"/>
            <a:ext cx="332280" cy="28440"/>
          </a:xfrm>
          <a:custGeom>
            <a:avLst/>
            <a:gdLst/>
            <a:ahLst/>
            <a:rect l="0" t="0" r="r" b="b"/>
            <a:pathLst>
              <a:path w="923" h="79">
                <a:moveTo>
                  <a:pt x="0" y="79"/>
                </a:moveTo>
                <a:lnTo>
                  <a:pt x="923" y="0"/>
                </a:lnTo>
                <a:lnTo>
                  <a:pt x="923" y="1"/>
                </a:lnTo>
                <a:lnTo>
                  <a:pt x="9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6" name=""/>
          <p:cNvSpPr/>
          <p:nvPr/>
        </p:nvSpPr>
        <p:spPr>
          <a:xfrm>
            <a:off x="3987000" y="3230280"/>
            <a:ext cx="329040" cy="28080"/>
          </a:xfrm>
          <a:custGeom>
            <a:avLst/>
            <a:gdLst/>
            <a:ahLst/>
            <a:rect l="0" t="0" r="r" b="b"/>
            <a:pathLst>
              <a:path w="914" h="78">
                <a:moveTo>
                  <a:pt x="0" y="78"/>
                </a:moveTo>
                <a:lnTo>
                  <a:pt x="914" y="0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7" name=""/>
          <p:cNvSpPr/>
          <p:nvPr/>
        </p:nvSpPr>
        <p:spPr>
          <a:xfrm>
            <a:off x="3989880" y="3230280"/>
            <a:ext cx="326160" cy="28080"/>
          </a:xfrm>
          <a:custGeom>
            <a:avLst/>
            <a:gdLst/>
            <a:ahLst/>
            <a:rect l="0" t="0" r="r" b="b"/>
            <a:pathLst>
              <a:path w="906" h="78">
                <a:moveTo>
                  <a:pt x="0" y="78"/>
                </a:moveTo>
                <a:lnTo>
                  <a:pt x="906" y="0"/>
                </a:lnTo>
                <a:lnTo>
                  <a:pt x="906" y="1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8" name=""/>
          <p:cNvSpPr/>
          <p:nvPr/>
        </p:nvSpPr>
        <p:spPr>
          <a:xfrm>
            <a:off x="3992760" y="3230640"/>
            <a:ext cx="323280" cy="27720"/>
          </a:xfrm>
          <a:custGeom>
            <a:avLst/>
            <a:gdLst/>
            <a:ahLst/>
            <a:rect l="0" t="0" r="r" b="b"/>
            <a:pathLst>
              <a:path w="898" h="77">
                <a:moveTo>
                  <a:pt x="0" y="77"/>
                </a:moveTo>
                <a:lnTo>
                  <a:pt x="898" y="0"/>
                </a:lnTo>
                <a:lnTo>
                  <a:pt x="898" y="1"/>
                </a:lnTo>
                <a:lnTo>
                  <a:pt x="8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59" name=""/>
          <p:cNvSpPr/>
          <p:nvPr/>
        </p:nvSpPr>
        <p:spPr>
          <a:xfrm>
            <a:off x="3995640" y="3231000"/>
            <a:ext cx="320400" cy="27360"/>
          </a:xfrm>
          <a:custGeom>
            <a:avLst/>
            <a:gdLst/>
            <a:ahLst/>
            <a:rect l="0" t="0" r="r" b="b"/>
            <a:pathLst>
              <a:path w="890" h="76">
                <a:moveTo>
                  <a:pt x="0" y="76"/>
                </a:moveTo>
                <a:lnTo>
                  <a:pt x="890" y="0"/>
                </a:lnTo>
                <a:lnTo>
                  <a:pt x="890" y="1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0" name=""/>
          <p:cNvSpPr/>
          <p:nvPr/>
        </p:nvSpPr>
        <p:spPr>
          <a:xfrm>
            <a:off x="3998520" y="3231360"/>
            <a:ext cx="317520" cy="27000"/>
          </a:xfrm>
          <a:custGeom>
            <a:avLst/>
            <a:gdLst/>
            <a:ahLst/>
            <a:rect l="0" t="0" r="r" b="b"/>
            <a:pathLst>
              <a:path w="882" h="75">
                <a:moveTo>
                  <a:pt x="0" y="75"/>
                </a:moveTo>
                <a:lnTo>
                  <a:pt x="882" y="0"/>
                </a:lnTo>
                <a:lnTo>
                  <a:pt x="8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1" name=""/>
          <p:cNvSpPr/>
          <p:nvPr/>
        </p:nvSpPr>
        <p:spPr>
          <a:xfrm>
            <a:off x="4001400" y="3231360"/>
            <a:ext cx="314640" cy="27000"/>
          </a:xfrm>
          <a:custGeom>
            <a:avLst/>
            <a:gdLst/>
            <a:ahLst/>
            <a:rect l="0" t="0" r="r" b="b"/>
            <a:pathLst>
              <a:path w="874" h="75">
                <a:moveTo>
                  <a:pt x="0" y="75"/>
                </a:moveTo>
                <a:lnTo>
                  <a:pt x="874" y="0"/>
                </a:lnTo>
                <a:lnTo>
                  <a:pt x="874" y="1"/>
                </a:lnTo>
                <a:lnTo>
                  <a:pt x="9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2" name=""/>
          <p:cNvSpPr/>
          <p:nvPr/>
        </p:nvSpPr>
        <p:spPr>
          <a:xfrm>
            <a:off x="4004640" y="3231720"/>
            <a:ext cx="311400" cy="26640"/>
          </a:xfrm>
          <a:custGeom>
            <a:avLst/>
            <a:gdLst/>
            <a:ahLst/>
            <a:rect l="0" t="0" r="r" b="b"/>
            <a:pathLst>
              <a:path w="865" h="74">
                <a:moveTo>
                  <a:pt x="0" y="74"/>
                </a:moveTo>
                <a:lnTo>
                  <a:pt x="865" y="0"/>
                </a:lnTo>
                <a:lnTo>
                  <a:pt x="865" y="1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3" name=""/>
          <p:cNvSpPr/>
          <p:nvPr/>
        </p:nvSpPr>
        <p:spPr>
          <a:xfrm>
            <a:off x="4007520" y="3232080"/>
            <a:ext cx="308520" cy="26280"/>
          </a:xfrm>
          <a:custGeom>
            <a:avLst/>
            <a:gdLst/>
            <a:ahLst/>
            <a:rect l="0" t="0" r="r" b="b"/>
            <a:pathLst>
              <a:path w="857" h="73">
                <a:moveTo>
                  <a:pt x="0" y="73"/>
                </a:moveTo>
                <a:lnTo>
                  <a:pt x="857" y="0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4" name=""/>
          <p:cNvSpPr/>
          <p:nvPr/>
        </p:nvSpPr>
        <p:spPr>
          <a:xfrm>
            <a:off x="4010400" y="3232080"/>
            <a:ext cx="305640" cy="26280"/>
          </a:xfrm>
          <a:custGeom>
            <a:avLst/>
            <a:gdLst/>
            <a:ahLst/>
            <a:rect l="0" t="0" r="r" b="b"/>
            <a:pathLst>
              <a:path w="849" h="73">
                <a:moveTo>
                  <a:pt x="0" y="73"/>
                </a:moveTo>
                <a:lnTo>
                  <a:pt x="849" y="0"/>
                </a:lnTo>
                <a:lnTo>
                  <a:pt x="849" y="1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5" name=""/>
          <p:cNvSpPr/>
          <p:nvPr/>
        </p:nvSpPr>
        <p:spPr>
          <a:xfrm>
            <a:off x="4013280" y="3232440"/>
            <a:ext cx="302760" cy="25920"/>
          </a:xfrm>
          <a:custGeom>
            <a:avLst/>
            <a:gdLst/>
            <a:ahLst/>
            <a:rect l="0" t="0" r="r" b="b"/>
            <a:pathLst>
              <a:path w="841" h="72">
                <a:moveTo>
                  <a:pt x="0" y="72"/>
                </a:moveTo>
                <a:lnTo>
                  <a:pt x="841" y="0"/>
                </a:lnTo>
                <a:lnTo>
                  <a:pt x="841" y="1"/>
                </a:lnTo>
                <a:lnTo>
                  <a:pt x="8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6" name=""/>
          <p:cNvSpPr/>
          <p:nvPr/>
        </p:nvSpPr>
        <p:spPr>
          <a:xfrm>
            <a:off x="4016160" y="3232800"/>
            <a:ext cx="299880" cy="25560"/>
          </a:xfrm>
          <a:custGeom>
            <a:avLst/>
            <a:gdLst/>
            <a:ahLst/>
            <a:rect l="0" t="0" r="r" b="b"/>
            <a:pathLst>
              <a:path w="833" h="71">
                <a:moveTo>
                  <a:pt x="0" y="71"/>
                </a:moveTo>
                <a:lnTo>
                  <a:pt x="833" y="0"/>
                </a:lnTo>
                <a:lnTo>
                  <a:pt x="8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7" name=""/>
          <p:cNvSpPr/>
          <p:nvPr/>
        </p:nvSpPr>
        <p:spPr>
          <a:xfrm>
            <a:off x="4019040" y="3232800"/>
            <a:ext cx="297000" cy="25560"/>
          </a:xfrm>
          <a:custGeom>
            <a:avLst/>
            <a:gdLst/>
            <a:ahLst/>
            <a:rect l="0" t="0" r="r" b="b"/>
            <a:pathLst>
              <a:path w="825" h="71">
                <a:moveTo>
                  <a:pt x="0" y="71"/>
                </a:moveTo>
                <a:lnTo>
                  <a:pt x="825" y="0"/>
                </a:lnTo>
                <a:lnTo>
                  <a:pt x="825" y="1"/>
                </a:lnTo>
                <a:lnTo>
                  <a:pt x="9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8" name=""/>
          <p:cNvSpPr/>
          <p:nvPr/>
        </p:nvSpPr>
        <p:spPr>
          <a:xfrm>
            <a:off x="4022280" y="3233160"/>
            <a:ext cx="293760" cy="25200"/>
          </a:xfrm>
          <a:custGeom>
            <a:avLst/>
            <a:gdLst/>
            <a:ahLst/>
            <a:rect l="0" t="0" r="r" b="b"/>
            <a:pathLst>
              <a:path w="816" h="70">
                <a:moveTo>
                  <a:pt x="0" y="70"/>
                </a:moveTo>
                <a:lnTo>
                  <a:pt x="816" y="0"/>
                </a:lnTo>
                <a:lnTo>
                  <a:pt x="816" y="1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69" name=""/>
          <p:cNvSpPr/>
          <p:nvPr/>
        </p:nvSpPr>
        <p:spPr>
          <a:xfrm>
            <a:off x="4025160" y="3233520"/>
            <a:ext cx="290880" cy="24840"/>
          </a:xfrm>
          <a:custGeom>
            <a:avLst/>
            <a:gdLst/>
            <a:ahLst/>
            <a:rect l="0" t="0" r="r" b="b"/>
            <a:pathLst>
              <a:path w="808" h="69">
                <a:moveTo>
                  <a:pt x="0" y="69"/>
                </a:moveTo>
                <a:lnTo>
                  <a:pt x="808" y="0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0" name=""/>
          <p:cNvSpPr/>
          <p:nvPr/>
        </p:nvSpPr>
        <p:spPr>
          <a:xfrm>
            <a:off x="4028040" y="3233520"/>
            <a:ext cx="288000" cy="24840"/>
          </a:xfrm>
          <a:custGeom>
            <a:avLst/>
            <a:gdLst/>
            <a:ahLst/>
            <a:rect l="0" t="0" r="r" b="b"/>
            <a:pathLst>
              <a:path w="800" h="69">
                <a:moveTo>
                  <a:pt x="0" y="69"/>
                </a:moveTo>
                <a:lnTo>
                  <a:pt x="800" y="0"/>
                </a:lnTo>
                <a:lnTo>
                  <a:pt x="800" y="1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1" name=""/>
          <p:cNvSpPr/>
          <p:nvPr/>
        </p:nvSpPr>
        <p:spPr>
          <a:xfrm>
            <a:off x="4030920" y="3233880"/>
            <a:ext cx="285120" cy="24480"/>
          </a:xfrm>
          <a:custGeom>
            <a:avLst/>
            <a:gdLst/>
            <a:ahLst/>
            <a:rect l="0" t="0" r="r" b="b"/>
            <a:pathLst>
              <a:path w="792" h="68">
                <a:moveTo>
                  <a:pt x="0" y="68"/>
                </a:moveTo>
                <a:lnTo>
                  <a:pt x="792" y="0"/>
                </a:lnTo>
                <a:lnTo>
                  <a:pt x="792" y="1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2" name=""/>
          <p:cNvSpPr/>
          <p:nvPr/>
        </p:nvSpPr>
        <p:spPr>
          <a:xfrm>
            <a:off x="4033800" y="3234240"/>
            <a:ext cx="282240" cy="24120"/>
          </a:xfrm>
          <a:custGeom>
            <a:avLst/>
            <a:gdLst/>
            <a:ahLst/>
            <a:rect l="0" t="0" r="r" b="b"/>
            <a:pathLst>
              <a:path w="784" h="67">
                <a:moveTo>
                  <a:pt x="0" y="67"/>
                </a:moveTo>
                <a:lnTo>
                  <a:pt x="784" y="0"/>
                </a:lnTo>
                <a:lnTo>
                  <a:pt x="784" y="1"/>
                </a:lnTo>
                <a:lnTo>
                  <a:pt x="8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3" name=""/>
          <p:cNvSpPr/>
          <p:nvPr/>
        </p:nvSpPr>
        <p:spPr>
          <a:xfrm>
            <a:off x="4036680" y="3234600"/>
            <a:ext cx="279360" cy="23760"/>
          </a:xfrm>
          <a:custGeom>
            <a:avLst/>
            <a:gdLst/>
            <a:ahLst/>
            <a:rect l="0" t="0" r="r" b="b"/>
            <a:pathLst>
              <a:path w="776" h="66">
                <a:moveTo>
                  <a:pt x="0" y="66"/>
                </a:moveTo>
                <a:lnTo>
                  <a:pt x="776" y="0"/>
                </a:lnTo>
                <a:lnTo>
                  <a:pt x="8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4" name=""/>
          <p:cNvSpPr/>
          <p:nvPr/>
        </p:nvSpPr>
        <p:spPr>
          <a:xfrm>
            <a:off x="4039560" y="3234600"/>
            <a:ext cx="276480" cy="23760"/>
          </a:xfrm>
          <a:custGeom>
            <a:avLst/>
            <a:gdLst/>
            <a:ahLst/>
            <a:rect l="0" t="0" r="r" b="b"/>
            <a:pathLst>
              <a:path w="768" h="66">
                <a:moveTo>
                  <a:pt x="0" y="66"/>
                </a:moveTo>
                <a:lnTo>
                  <a:pt x="768" y="0"/>
                </a:lnTo>
                <a:lnTo>
                  <a:pt x="768" y="1"/>
                </a:lnTo>
                <a:lnTo>
                  <a:pt x="9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5" name=""/>
          <p:cNvSpPr/>
          <p:nvPr/>
        </p:nvSpPr>
        <p:spPr>
          <a:xfrm>
            <a:off x="4042800" y="3234960"/>
            <a:ext cx="273240" cy="23400"/>
          </a:xfrm>
          <a:custGeom>
            <a:avLst/>
            <a:gdLst/>
            <a:ahLst/>
            <a:rect l="0" t="0" r="r" b="b"/>
            <a:pathLst>
              <a:path w="759" h="65">
                <a:moveTo>
                  <a:pt x="0" y="65"/>
                </a:moveTo>
                <a:lnTo>
                  <a:pt x="759" y="0"/>
                </a:lnTo>
                <a:lnTo>
                  <a:pt x="759" y="1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6" name=""/>
          <p:cNvSpPr/>
          <p:nvPr/>
        </p:nvSpPr>
        <p:spPr>
          <a:xfrm>
            <a:off x="4045680" y="3235320"/>
            <a:ext cx="270360" cy="23040"/>
          </a:xfrm>
          <a:custGeom>
            <a:avLst/>
            <a:gdLst/>
            <a:ahLst/>
            <a:rect l="0" t="0" r="r" b="b"/>
            <a:pathLst>
              <a:path w="751" h="64">
                <a:moveTo>
                  <a:pt x="0" y="64"/>
                </a:moveTo>
                <a:lnTo>
                  <a:pt x="751" y="0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7" name=""/>
          <p:cNvSpPr/>
          <p:nvPr/>
        </p:nvSpPr>
        <p:spPr>
          <a:xfrm>
            <a:off x="4048560" y="3235320"/>
            <a:ext cx="267480" cy="23040"/>
          </a:xfrm>
          <a:custGeom>
            <a:avLst/>
            <a:gdLst/>
            <a:ahLst/>
            <a:rect l="0" t="0" r="r" b="b"/>
            <a:pathLst>
              <a:path w="743" h="64">
                <a:moveTo>
                  <a:pt x="0" y="64"/>
                </a:moveTo>
                <a:lnTo>
                  <a:pt x="743" y="0"/>
                </a:lnTo>
                <a:lnTo>
                  <a:pt x="743" y="1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8" name=""/>
          <p:cNvSpPr/>
          <p:nvPr/>
        </p:nvSpPr>
        <p:spPr>
          <a:xfrm>
            <a:off x="4051440" y="3235680"/>
            <a:ext cx="264600" cy="22680"/>
          </a:xfrm>
          <a:custGeom>
            <a:avLst/>
            <a:gdLst/>
            <a:ahLst/>
            <a:rect l="0" t="0" r="r" b="b"/>
            <a:pathLst>
              <a:path w="735" h="63">
                <a:moveTo>
                  <a:pt x="0" y="63"/>
                </a:moveTo>
                <a:lnTo>
                  <a:pt x="735" y="0"/>
                </a:lnTo>
                <a:lnTo>
                  <a:pt x="735" y="1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79" name=""/>
          <p:cNvSpPr/>
          <p:nvPr/>
        </p:nvSpPr>
        <p:spPr>
          <a:xfrm>
            <a:off x="4054320" y="3236040"/>
            <a:ext cx="261720" cy="22320"/>
          </a:xfrm>
          <a:custGeom>
            <a:avLst/>
            <a:gdLst/>
            <a:ahLst/>
            <a:rect l="0" t="0" r="r" b="b"/>
            <a:pathLst>
              <a:path w="727" h="62">
                <a:moveTo>
                  <a:pt x="0" y="62"/>
                </a:moveTo>
                <a:lnTo>
                  <a:pt x="727" y="0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0" name=""/>
          <p:cNvSpPr/>
          <p:nvPr/>
        </p:nvSpPr>
        <p:spPr>
          <a:xfrm>
            <a:off x="4057200" y="3236040"/>
            <a:ext cx="258840" cy="22320"/>
          </a:xfrm>
          <a:custGeom>
            <a:avLst/>
            <a:gdLst/>
            <a:ahLst/>
            <a:rect l="0" t="0" r="r" b="b"/>
            <a:pathLst>
              <a:path w="719" h="62">
                <a:moveTo>
                  <a:pt x="0" y="62"/>
                </a:moveTo>
                <a:lnTo>
                  <a:pt x="719" y="0"/>
                </a:lnTo>
                <a:lnTo>
                  <a:pt x="719" y="1"/>
                </a:lnTo>
                <a:lnTo>
                  <a:pt x="9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1" name=""/>
          <p:cNvSpPr/>
          <p:nvPr/>
        </p:nvSpPr>
        <p:spPr>
          <a:xfrm>
            <a:off x="4060440" y="3236400"/>
            <a:ext cx="255600" cy="21960"/>
          </a:xfrm>
          <a:custGeom>
            <a:avLst/>
            <a:gdLst/>
            <a:ahLst/>
            <a:rect l="0" t="0" r="r" b="b"/>
            <a:pathLst>
              <a:path w="710" h="61">
                <a:moveTo>
                  <a:pt x="0" y="61"/>
                </a:moveTo>
                <a:lnTo>
                  <a:pt x="710" y="0"/>
                </a:lnTo>
                <a:lnTo>
                  <a:pt x="710" y="1"/>
                </a:lnTo>
                <a:lnTo>
                  <a:pt x="8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2" name=""/>
          <p:cNvSpPr/>
          <p:nvPr/>
        </p:nvSpPr>
        <p:spPr>
          <a:xfrm>
            <a:off x="4063320" y="3236760"/>
            <a:ext cx="252720" cy="21600"/>
          </a:xfrm>
          <a:custGeom>
            <a:avLst/>
            <a:gdLst/>
            <a:ahLst/>
            <a:rect l="0" t="0" r="r" b="b"/>
            <a:pathLst>
              <a:path w="702" h="60">
                <a:moveTo>
                  <a:pt x="0" y="60"/>
                </a:moveTo>
                <a:lnTo>
                  <a:pt x="702" y="0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3" name=""/>
          <p:cNvSpPr/>
          <p:nvPr/>
        </p:nvSpPr>
        <p:spPr>
          <a:xfrm>
            <a:off x="4066200" y="3236760"/>
            <a:ext cx="249840" cy="21600"/>
          </a:xfrm>
          <a:custGeom>
            <a:avLst/>
            <a:gdLst/>
            <a:ahLst/>
            <a:rect l="0" t="0" r="r" b="b"/>
            <a:pathLst>
              <a:path w="694" h="60">
                <a:moveTo>
                  <a:pt x="0" y="60"/>
                </a:moveTo>
                <a:lnTo>
                  <a:pt x="694" y="0"/>
                </a:lnTo>
                <a:lnTo>
                  <a:pt x="694" y="1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4" name=""/>
          <p:cNvSpPr/>
          <p:nvPr/>
        </p:nvSpPr>
        <p:spPr>
          <a:xfrm>
            <a:off x="4069080" y="3237120"/>
            <a:ext cx="246960" cy="21240"/>
          </a:xfrm>
          <a:custGeom>
            <a:avLst/>
            <a:gdLst/>
            <a:ahLst/>
            <a:rect l="0" t="0" r="r" b="b"/>
            <a:pathLst>
              <a:path w="686" h="59">
                <a:moveTo>
                  <a:pt x="0" y="59"/>
                </a:moveTo>
                <a:lnTo>
                  <a:pt x="686" y="0"/>
                </a:lnTo>
                <a:lnTo>
                  <a:pt x="686" y="1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5" name=""/>
          <p:cNvSpPr/>
          <p:nvPr/>
        </p:nvSpPr>
        <p:spPr>
          <a:xfrm>
            <a:off x="4071960" y="3237480"/>
            <a:ext cx="244080" cy="20880"/>
          </a:xfrm>
          <a:custGeom>
            <a:avLst/>
            <a:gdLst/>
            <a:ahLst/>
            <a:rect l="0" t="0" r="r" b="b"/>
            <a:pathLst>
              <a:path w="678" h="58">
                <a:moveTo>
                  <a:pt x="0" y="58"/>
                </a:moveTo>
                <a:lnTo>
                  <a:pt x="678" y="0"/>
                </a:lnTo>
                <a:lnTo>
                  <a:pt x="678" y="1"/>
                </a:lnTo>
                <a:lnTo>
                  <a:pt x="8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6" name=""/>
          <p:cNvSpPr/>
          <p:nvPr/>
        </p:nvSpPr>
        <p:spPr>
          <a:xfrm>
            <a:off x="4074840" y="3237840"/>
            <a:ext cx="241200" cy="20520"/>
          </a:xfrm>
          <a:custGeom>
            <a:avLst/>
            <a:gdLst/>
            <a:ahLst/>
            <a:rect l="0" t="0" r="r" b="b"/>
            <a:pathLst>
              <a:path w="670" h="57">
                <a:moveTo>
                  <a:pt x="0" y="57"/>
                </a:moveTo>
                <a:lnTo>
                  <a:pt x="670" y="0"/>
                </a:lnTo>
                <a:lnTo>
                  <a:pt x="9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7" name=""/>
          <p:cNvSpPr/>
          <p:nvPr/>
        </p:nvSpPr>
        <p:spPr>
          <a:xfrm>
            <a:off x="4078080" y="3237840"/>
            <a:ext cx="237960" cy="20520"/>
          </a:xfrm>
          <a:custGeom>
            <a:avLst/>
            <a:gdLst/>
            <a:ahLst/>
            <a:rect l="0" t="0" r="r" b="b"/>
            <a:pathLst>
              <a:path w="661" h="57">
                <a:moveTo>
                  <a:pt x="0" y="57"/>
                </a:moveTo>
                <a:lnTo>
                  <a:pt x="661" y="0"/>
                </a:lnTo>
                <a:lnTo>
                  <a:pt x="661" y="1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8" name=""/>
          <p:cNvSpPr/>
          <p:nvPr/>
        </p:nvSpPr>
        <p:spPr>
          <a:xfrm>
            <a:off x="4080960" y="3238200"/>
            <a:ext cx="235080" cy="20160"/>
          </a:xfrm>
          <a:custGeom>
            <a:avLst/>
            <a:gdLst/>
            <a:ahLst/>
            <a:rect l="0" t="0" r="r" b="b"/>
            <a:pathLst>
              <a:path w="653" h="56">
                <a:moveTo>
                  <a:pt x="0" y="56"/>
                </a:moveTo>
                <a:lnTo>
                  <a:pt x="653" y="0"/>
                </a:lnTo>
                <a:lnTo>
                  <a:pt x="653" y="1"/>
                </a:lnTo>
                <a:lnTo>
                  <a:pt x="8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89" name=""/>
          <p:cNvSpPr/>
          <p:nvPr/>
        </p:nvSpPr>
        <p:spPr>
          <a:xfrm>
            <a:off x="4083840" y="3238560"/>
            <a:ext cx="232200" cy="19800"/>
          </a:xfrm>
          <a:custGeom>
            <a:avLst/>
            <a:gdLst/>
            <a:ahLst/>
            <a:rect l="0" t="0" r="r" b="b"/>
            <a:pathLst>
              <a:path w="645" h="55">
                <a:moveTo>
                  <a:pt x="0" y="55"/>
                </a:moveTo>
                <a:lnTo>
                  <a:pt x="645" y="0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0" name=""/>
          <p:cNvSpPr/>
          <p:nvPr/>
        </p:nvSpPr>
        <p:spPr>
          <a:xfrm>
            <a:off x="4086720" y="3238560"/>
            <a:ext cx="229320" cy="19800"/>
          </a:xfrm>
          <a:custGeom>
            <a:avLst/>
            <a:gdLst/>
            <a:ahLst/>
            <a:rect l="0" t="0" r="r" b="b"/>
            <a:pathLst>
              <a:path w="637" h="55">
                <a:moveTo>
                  <a:pt x="0" y="55"/>
                </a:moveTo>
                <a:lnTo>
                  <a:pt x="637" y="0"/>
                </a:lnTo>
                <a:lnTo>
                  <a:pt x="637" y="1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1" name=""/>
          <p:cNvSpPr/>
          <p:nvPr/>
        </p:nvSpPr>
        <p:spPr>
          <a:xfrm>
            <a:off x="4089600" y="3238920"/>
            <a:ext cx="226440" cy="19440"/>
          </a:xfrm>
          <a:custGeom>
            <a:avLst/>
            <a:gdLst/>
            <a:ahLst/>
            <a:rect l="0" t="0" r="r" b="b"/>
            <a:pathLst>
              <a:path w="629" h="54">
                <a:moveTo>
                  <a:pt x="0" y="54"/>
                </a:moveTo>
                <a:lnTo>
                  <a:pt x="629" y="0"/>
                </a:lnTo>
                <a:lnTo>
                  <a:pt x="629" y="1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2" name=""/>
          <p:cNvSpPr/>
          <p:nvPr/>
        </p:nvSpPr>
        <p:spPr>
          <a:xfrm>
            <a:off x="4092480" y="3239280"/>
            <a:ext cx="223560" cy="19080"/>
          </a:xfrm>
          <a:custGeom>
            <a:avLst/>
            <a:gdLst/>
            <a:ahLst/>
            <a:rect l="0" t="0" r="r" b="b"/>
            <a:pathLst>
              <a:path w="621" h="53">
                <a:moveTo>
                  <a:pt x="0" y="53"/>
                </a:moveTo>
                <a:lnTo>
                  <a:pt x="621" y="0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3" name=""/>
          <p:cNvSpPr/>
          <p:nvPr/>
        </p:nvSpPr>
        <p:spPr>
          <a:xfrm>
            <a:off x="4095360" y="3239280"/>
            <a:ext cx="220680" cy="19080"/>
          </a:xfrm>
          <a:custGeom>
            <a:avLst/>
            <a:gdLst/>
            <a:ahLst/>
            <a:rect l="0" t="0" r="r" b="b"/>
            <a:pathLst>
              <a:path w="613" h="53">
                <a:moveTo>
                  <a:pt x="0" y="53"/>
                </a:moveTo>
                <a:lnTo>
                  <a:pt x="613" y="0"/>
                </a:lnTo>
                <a:lnTo>
                  <a:pt x="613" y="1"/>
                </a:lnTo>
                <a:lnTo>
                  <a:pt x="9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4" name=""/>
          <p:cNvSpPr/>
          <p:nvPr/>
        </p:nvSpPr>
        <p:spPr>
          <a:xfrm>
            <a:off x="4098600" y="3239640"/>
            <a:ext cx="217440" cy="18720"/>
          </a:xfrm>
          <a:custGeom>
            <a:avLst/>
            <a:gdLst/>
            <a:ahLst/>
            <a:rect l="0" t="0" r="r" b="b"/>
            <a:pathLst>
              <a:path w="604" h="52">
                <a:moveTo>
                  <a:pt x="0" y="52"/>
                </a:moveTo>
                <a:lnTo>
                  <a:pt x="604" y="0"/>
                </a:lnTo>
                <a:lnTo>
                  <a:pt x="604" y="1"/>
                </a:lnTo>
                <a:lnTo>
                  <a:pt x="8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5" name=""/>
          <p:cNvSpPr/>
          <p:nvPr/>
        </p:nvSpPr>
        <p:spPr>
          <a:xfrm>
            <a:off x="4101480" y="3240000"/>
            <a:ext cx="214560" cy="18360"/>
          </a:xfrm>
          <a:custGeom>
            <a:avLst/>
            <a:gdLst/>
            <a:ahLst/>
            <a:rect l="0" t="0" r="r" b="b"/>
            <a:pathLst>
              <a:path w="596" h="51">
                <a:moveTo>
                  <a:pt x="0" y="51"/>
                </a:moveTo>
                <a:lnTo>
                  <a:pt x="596" y="0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6" name=""/>
          <p:cNvSpPr/>
          <p:nvPr/>
        </p:nvSpPr>
        <p:spPr>
          <a:xfrm>
            <a:off x="4104360" y="3240000"/>
            <a:ext cx="211680" cy="18360"/>
          </a:xfrm>
          <a:custGeom>
            <a:avLst/>
            <a:gdLst/>
            <a:ahLst/>
            <a:rect l="0" t="0" r="r" b="b"/>
            <a:pathLst>
              <a:path w="588" h="51">
                <a:moveTo>
                  <a:pt x="0" y="51"/>
                </a:moveTo>
                <a:lnTo>
                  <a:pt x="588" y="0"/>
                </a:lnTo>
                <a:lnTo>
                  <a:pt x="588" y="1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7" name=""/>
          <p:cNvSpPr/>
          <p:nvPr/>
        </p:nvSpPr>
        <p:spPr>
          <a:xfrm>
            <a:off x="4107240" y="3240360"/>
            <a:ext cx="208800" cy="18000"/>
          </a:xfrm>
          <a:custGeom>
            <a:avLst/>
            <a:gdLst/>
            <a:ahLst/>
            <a:rect l="0" t="0" r="r" b="b"/>
            <a:pathLst>
              <a:path w="580" h="50">
                <a:moveTo>
                  <a:pt x="0" y="50"/>
                </a:moveTo>
                <a:lnTo>
                  <a:pt x="580" y="0"/>
                </a:lnTo>
                <a:lnTo>
                  <a:pt x="580" y="1"/>
                </a:lnTo>
                <a:lnTo>
                  <a:pt x="8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8" name=""/>
          <p:cNvSpPr/>
          <p:nvPr/>
        </p:nvSpPr>
        <p:spPr>
          <a:xfrm>
            <a:off x="4110120" y="3240720"/>
            <a:ext cx="205920" cy="17640"/>
          </a:xfrm>
          <a:custGeom>
            <a:avLst/>
            <a:gdLst/>
            <a:ahLst/>
            <a:rect l="0" t="0" r="r" b="b"/>
            <a:pathLst>
              <a:path w="572" h="49">
                <a:moveTo>
                  <a:pt x="0" y="49"/>
                </a:moveTo>
                <a:lnTo>
                  <a:pt x="572" y="0"/>
                </a:lnTo>
                <a:lnTo>
                  <a:pt x="572" y="1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299" name=""/>
          <p:cNvSpPr/>
          <p:nvPr/>
        </p:nvSpPr>
        <p:spPr>
          <a:xfrm>
            <a:off x="4113000" y="3241080"/>
            <a:ext cx="203040" cy="17280"/>
          </a:xfrm>
          <a:custGeom>
            <a:avLst/>
            <a:gdLst/>
            <a:ahLst/>
            <a:rect l="0" t="0" r="r" b="b"/>
            <a:pathLst>
              <a:path w="564" h="48">
                <a:moveTo>
                  <a:pt x="0" y="48"/>
                </a:moveTo>
                <a:lnTo>
                  <a:pt x="564" y="0"/>
                </a:lnTo>
                <a:lnTo>
                  <a:pt x="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0" name=""/>
          <p:cNvSpPr/>
          <p:nvPr/>
        </p:nvSpPr>
        <p:spPr>
          <a:xfrm>
            <a:off x="4116240" y="3241080"/>
            <a:ext cx="199800" cy="17280"/>
          </a:xfrm>
          <a:custGeom>
            <a:avLst/>
            <a:gdLst/>
            <a:ahLst/>
            <a:rect l="0" t="0" r="r" b="b"/>
            <a:pathLst>
              <a:path w="555" h="48">
                <a:moveTo>
                  <a:pt x="0" y="48"/>
                </a:moveTo>
                <a:lnTo>
                  <a:pt x="555" y="0"/>
                </a:lnTo>
                <a:lnTo>
                  <a:pt x="555" y="1"/>
                </a:lnTo>
                <a:lnTo>
                  <a:pt x="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1" name=""/>
          <p:cNvSpPr/>
          <p:nvPr/>
        </p:nvSpPr>
        <p:spPr>
          <a:xfrm>
            <a:off x="4119120" y="3241440"/>
            <a:ext cx="196920" cy="16920"/>
          </a:xfrm>
          <a:custGeom>
            <a:avLst/>
            <a:gdLst/>
            <a:ahLst/>
            <a:rect l="0" t="0" r="r" b="b"/>
            <a:pathLst>
              <a:path w="547" h="47">
                <a:moveTo>
                  <a:pt x="0" y="47"/>
                </a:moveTo>
                <a:lnTo>
                  <a:pt x="547" y="0"/>
                </a:lnTo>
                <a:lnTo>
                  <a:pt x="547" y="1"/>
                </a:lnTo>
                <a:lnTo>
                  <a:pt x="8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2" name=""/>
          <p:cNvSpPr/>
          <p:nvPr/>
        </p:nvSpPr>
        <p:spPr>
          <a:xfrm>
            <a:off x="4122000" y="3241800"/>
            <a:ext cx="194040" cy="16560"/>
          </a:xfrm>
          <a:custGeom>
            <a:avLst/>
            <a:gdLst/>
            <a:ahLst/>
            <a:rect l="0" t="0" r="r" b="b"/>
            <a:pathLst>
              <a:path w="539" h="46">
                <a:moveTo>
                  <a:pt x="0" y="46"/>
                </a:moveTo>
                <a:lnTo>
                  <a:pt x="539" y="0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3" name=""/>
          <p:cNvSpPr/>
          <p:nvPr/>
        </p:nvSpPr>
        <p:spPr>
          <a:xfrm>
            <a:off x="4124880" y="3241800"/>
            <a:ext cx="191160" cy="16560"/>
          </a:xfrm>
          <a:custGeom>
            <a:avLst/>
            <a:gdLst/>
            <a:ahLst/>
            <a:rect l="0" t="0" r="r" b="b"/>
            <a:pathLst>
              <a:path w="531" h="46">
                <a:moveTo>
                  <a:pt x="0" y="46"/>
                </a:moveTo>
                <a:lnTo>
                  <a:pt x="531" y="0"/>
                </a:lnTo>
                <a:lnTo>
                  <a:pt x="531" y="1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4" name=""/>
          <p:cNvSpPr/>
          <p:nvPr/>
        </p:nvSpPr>
        <p:spPr>
          <a:xfrm>
            <a:off x="4127760" y="3242160"/>
            <a:ext cx="188280" cy="16200"/>
          </a:xfrm>
          <a:custGeom>
            <a:avLst/>
            <a:gdLst/>
            <a:ahLst/>
            <a:rect l="0" t="0" r="r" b="b"/>
            <a:pathLst>
              <a:path w="523" h="45">
                <a:moveTo>
                  <a:pt x="0" y="45"/>
                </a:moveTo>
                <a:lnTo>
                  <a:pt x="523" y="0"/>
                </a:lnTo>
                <a:lnTo>
                  <a:pt x="523" y="1"/>
                </a:lnTo>
                <a:lnTo>
                  <a:pt x="8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5" name=""/>
          <p:cNvSpPr/>
          <p:nvPr/>
        </p:nvSpPr>
        <p:spPr>
          <a:xfrm>
            <a:off x="4130640" y="3242520"/>
            <a:ext cx="185400" cy="15840"/>
          </a:xfrm>
          <a:custGeom>
            <a:avLst/>
            <a:gdLst/>
            <a:ahLst/>
            <a:rect l="0" t="0" r="r" b="b"/>
            <a:pathLst>
              <a:path w="515" h="44">
                <a:moveTo>
                  <a:pt x="0" y="44"/>
                </a:moveTo>
                <a:lnTo>
                  <a:pt x="515" y="0"/>
                </a:lnTo>
                <a:lnTo>
                  <a:pt x="9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6" name=""/>
          <p:cNvSpPr/>
          <p:nvPr/>
        </p:nvSpPr>
        <p:spPr>
          <a:xfrm>
            <a:off x="4133880" y="3242520"/>
            <a:ext cx="182160" cy="15840"/>
          </a:xfrm>
          <a:custGeom>
            <a:avLst/>
            <a:gdLst/>
            <a:ahLst/>
            <a:rect l="0" t="0" r="r" b="b"/>
            <a:pathLst>
              <a:path w="506" h="44">
                <a:moveTo>
                  <a:pt x="0" y="44"/>
                </a:moveTo>
                <a:lnTo>
                  <a:pt x="506" y="0"/>
                </a:lnTo>
                <a:lnTo>
                  <a:pt x="506" y="1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7" name=""/>
          <p:cNvSpPr/>
          <p:nvPr/>
        </p:nvSpPr>
        <p:spPr>
          <a:xfrm>
            <a:off x="4136760" y="3242880"/>
            <a:ext cx="179280" cy="15480"/>
          </a:xfrm>
          <a:custGeom>
            <a:avLst/>
            <a:gdLst/>
            <a:ahLst/>
            <a:rect l="0" t="0" r="r" b="b"/>
            <a:pathLst>
              <a:path w="498" h="43">
                <a:moveTo>
                  <a:pt x="0" y="43"/>
                </a:moveTo>
                <a:lnTo>
                  <a:pt x="498" y="0"/>
                </a:lnTo>
                <a:lnTo>
                  <a:pt x="498" y="2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8" name=""/>
          <p:cNvSpPr/>
          <p:nvPr/>
        </p:nvSpPr>
        <p:spPr>
          <a:xfrm>
            <a:off x="4139640" y="3243240"/>
            <a:ext cx="176400" cy="15120"/>
          </a:xfrm>
          <a:custGeom>
            <a:avLst/>
            <a:gdLst/>
            <a:ahLst/>
            <a:rect l="0" t="0" r="r" b="b"/>
            <a:pathLst>
              <a:path w="490" h="42">
                <a:moveTo>
                  <a:pt x="0" y="42"/>
                </a:moveTo>
                <a:lnTo>
                  <a:pt x="490" y="0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09" name=""/>
          <p:cNvSpPr/>
          <p:nvPr/>
        </p:nvSpPr>
        <p:spPr>
          <a:xfrm>
            <a:off x="4142520" y="3243240"/>
            <a:ext cx="173520" cy="15120"/>
          </a:xfrm>
          <a:custGeom>
            <a:avLst/>
            <a:gdLst/>
            <a:ahLst/>
            <a:rect l="0" t="0" r="r" b="b"/>
            <a:pathLst>
              <a:path w="482" h="42">
                <a:moveTo>
                  <a:pt x="0" y="42"/>
                </a:moveTo>
                <a:lnTo>
                  <a:pt x="482" y="0"/>
                </a:lnTo>
                <a:lnTo>
                  <a:pt x="482" y="1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0" name=""/>
          <p:cNvSpPr/>
          <p:nvPr/>
        </p:nvSpPr>
        <p:spPr>
          <a:xfrm>
            <a:off x="4145400" y="3243600"/>
            <a:ext cx="170640" cy="14760"/>
          </a:xfrm>
          <a:custGeom>
            <a:avLst/>
            <a:gdLst/>
            <a:ahLst/>
            <a:rect l="0" t="0" r="r" b="b"/>
            <a:pathLst>
              <a:path w="474" h="41">
                <a:moveTo>
                  <a:pt x="0" y="41"/>
                </a:moveTo>
                <a:lnTo>
                  <a:pt x="474" y="0"/>
                </a:lnTo>
                <a:lnTo>
                  <a:pt x="474" y="1"/>
                </a:lnTo>
                <a:lnTo>
                  <a:pt x="8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1" name=""/>
          <p:cNvSpPr/>
          <p:nvPr/>
        </p:nvSpPr>
        <p:spPr>
          <a:xfrm>
            <a:off x="4148280" y="3243960"/>
            <a:ext cx="167760" cy="14400"/>
          </a:xfrm>
          <a:custGeom>
            <a:avLst/>
            <a:gdLst/>
            <a:ahLst/>
            <a:rect l="0" t="0" r="r" b="b"/>
            <a:pathLst>
              <a:path w="466" h="40">
                <a:moveTo>
                  <a:pt x="0" y="40"/>
                </a:moveTo>
                <a:lnTo>
                  <a:pt x="466" y="0"/>
                </a:lnTo>
                <a:lnTo>
                  <a:pt x="466" y="1"/>
                </a:lnTo>
                <a:lnTo>
                  <a:pt x="8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2" name=""/>
          <p:cNvSpPr/>
          <p:nvPr/>
        </p:nvSpPr>
        <p:spPr>
          <a:xfrm>
            <a:off x="4151160" y="3244320"/>
            <a:ext cx="164880" cy="14040"/>
          </a:xfrm>
          <a:custGeom>
            <a:avLst/>
            <a:gdLst/>
            <a:ahLst/>
            <a:rect l="0" t="0" r="r" b="b"/>
            <a:pathLst>
              <a:path w="458" h="39">
                <a:moveTo>
                  <a:pt x="0" y="39"/>
                </a:moveTo>
                <a:lnTo>
                  <a:pt x="458" y="0"/>
                </a:lnTo>
                <a:lnTo>
                  <a:pt x="9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3" name=""/>
          <p:cNvSpPr/>
          <p:nvPr/>
        </p:nvSpPr>
        <p:spPr>
          <a:xfrm>
            <a:off x="4154400" y="3244320"/>
            <a:ext cx="161640" cy="14040"/>
          </a:xfrm>
          <a:custGeom>
            <a:avLst/>
            <a:gdLst/>
            <a:ahLst/>
            <a:rect l="0" t="0" r="r" b="b"/>
            <a:pathLst>
              <a:path w="449" h="39">
                <a:moveTo>
                  <a:pt x="0" y="39"/>
                </a:moveTo>
                <a:lnTo>
                  <a:pt x="449" y="0"/>
                </a:lnTo>
                <a:lnTo>
                  <a:pt x="449" y="1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4" name=""/>
          <p:cNvSpPr/>
          <p:nvPr/>
        </p:nvSpPr>
        <p:spPr>
          <a:xfrm>
            <a:off x="4157280" y="3244680"/>
            <a:ext cx="158760" cy="13680"/>
          </a:xfrm>
          <a:custGeom>
            <a:avLst/>
            <a:gdLst/>
            <a:ahLst/>
            <a:rect l="0" t="0" r="r" b="b"/>
            <a:pathLst>
              <a:path w="441" h="38">
                <a:moveTo>
                  <a:pt x="0" y="38"/>
                </a:moveTo>
                <a:lnTo>
                  <a:pt x="441" y="0"/>
                </a:lnTo>
                <a:lnTo>
                  <a:pt x="441" y="1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5" name=""/>
          <p:cNvSpPr/>
          <p:nvPr/>
        </p:nvSpPr>
        <p:spPr>
          <a:xfrm>
            <a:off x="4160160" y="3245040"/>
            <a:ext cx="155880" cy="13320"/>
          </a:xfrm>
          <a:custGeom>
            <a:avLst/>
            <a:gdLst/>
            <a:ahLst/>
            <a:rect l="0" t="0" r="r" b="b"/>
            <a:pathLst>
              <a:path w="433" h="37">
                <a:moveTo>
                  <a:pt x="0" y="37"/>
                </a:moveTo>
                <a:lnTo>
                  <a:pt x="433" y="0"/>
                </a:lnTo>
                <a:lnTo>
                  <a:pt x="8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6" name=""/>
          <p:cNvSpPr/>
          <p:nvPr/>
        </p:nvSpPr>
        <p:spPr>
          <a:xfrm>
            <a:off x="4163040" y="3245040"/>
            <a:ext cx="153000" cy="13320"/>
          </a:xfrm>
          <a:custGeom>
            <a:avLst/>
            <a:gdLst/>
            <a:ahLst/>
            <a:rect l="0" t="0" r="r" b="b"/>
            <a:pathLst>
              <a:path w="425" h="37">
                <a:moveTo>
                  <a:pt x="0" y="37"/>
                </a:moveTo>
                <a:lnTo>
                  <a:pt x="425" y="0"/>
                </a:lnTo>
                <a:lnTo>
                  <a:pt x="425" y="1"/>
                </a:lnTo>
                <a:lnTo>
                  <a:pt x="8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7" name=""/>
          <p:cNvSpPr/>
          <p:nvPr/>
        </p:nvSpPr>
        <p:spPr>
          <a:xfrm>
            <a:off x="4165920" y="3245400"/>
            <a:ext cx="150120" cy="12960"/>
          </a:xfrm>
          <a:custGeom>
            <a:avLst/>
            <a:gdLst/>
            <a:ahLst/>
            <a:rect l="0" t="0" r="r" b="b"/>
            <a:pathLst>
              <a:path w="417" h="36">
                <a:moveTo>
                  <a:pt x="0" y="36"/>
                </a:moveTo>
                <a:lnTo>
                  <a:pt x="417" y="0"/>
                </a:lnTo>
                <a:lnTo>
                  <a:pt x="417" y="1"/>
                </a:lnTo>
                <a:lnTo>
                  <a:pt x="8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8" name=""/>
          <p:cNvSpPr/>
          <p:nvPr/>
        </p:nvSpPr>
        <p:spPr>
          <a:xfrm>
            <a:off x="4168800" y="3245760"/>
            <a:ext cx="147240" cy="12600"/>
          </a:xfrm>
          <a:custGeom>
            <a:avLst/>
            <a:gdLst/>
            <a:ahLst/>
            <a:rect l="0" t="0" r="r" b="b"/>
            <a:pathLst>
              <a:path w="409" h="35">
                <a:moveTo>
                  <a:pt x="0" y="35"/>
                </a:moveTo>
                <a:lnTo>
                  <a:pt x="409" y="0"/>
                </a:lnTo>
                <a:lnTo>
                  <a:pt x="9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19" name=""/>
          <p:cNvSpPr/>
          <p:nvPr/>
        </p:nvSpPr>
        <p:spPr>
          <a:xfrm>
            <a:off x="4172040" y="3245760"/>
            <a:ext cx="144000" cy="12600"/>
          </a:xfrm>
          <a:custGeom>
            <a:avLst/>
            <a:gdLst/>
            <a:ahLst/>
            <a:rect l="0" t="0" r="r" b="b"/>
            <a:pathLst>
              <a:path w="400" h="35">
                <a:moveTo>
                  <a:pt x="0" y="35"/>
                </a:moveTo>
                <a:lnTo>
                  <a:pt x="400" y="0"/>
                </a:lnTo>
                <a:lnTo>
                  <a:pt x="400" y="1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0" name=""/>
          <p:cNvSpPr/>
          <p:nvPr/>
        </p:nvSpPr>
        <p:spPr>
          <a:xfrm>
            <a:off x="4174920" y="3246120"/>
            <a:ext cx="141120" cy="12240"/>
          </a:xfrm>
          <a:custGeom>
            <a:avLst/>
            <a:gdLst/>
            <a:ahLst/>
            <a:rect l="0" t="0" r="r" b="b"/>
            <a:pathLst>
              <a:path w="392" h="34">
                <a:moveTo>
                  <a:pt x="0" y="34"/>
                </a:moveTo>
                <a:lnTo>
                  <a:pt x="392" y="0"/>
                </a:lnTo>
                <a:lnTo>
                  <a:pt x="392" y="1"/>
                </a:lnTo>
                <a:lnTo>
                  <a:pt x="8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1" name=""/>
          <p:cNvSpPr/>
          <p:nvPr/>
        </p:nvSpPr>
        <p:spPr>
          <a:xfrm>
            <a:off x="4177800" y="3246480"/>
            <a:ext cx="138240" cy="11880"/>
          </a:xfrm>
          <a:custGeom>
            <a:avLst/>
            <a:gdLst/>
            <a:ahLst/>
            <a:rect l="0" t="0" r="r" b="b"/>
            <a:pathLst>
              <a:path w="384" h="33">
                <a:moveTo>
                  <a:pt x="0" y="33"/>
                </a:moveTo>
                <a:lnTo>
                  <a:pt x="384" y="0"/>
                </a:lnTo>
                <a:lnTo>
                  <a:pt x="384" y="1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2" name=""/>
          <p:cNvSpPr/>
          <p:nvPr/>
        </p:nvSpPr>
        <p:spPr>
          <a:xfrm>
            <a:off x="4180680" y="3246840"/>
            <a:ext cx="135360" cy="11520"/>
          </a:xfrm>
          <a:custGeom>
            <a:avLst/>
            <a:gdLst/>
            <a:ahLst/>
            <a:rect l="0" t="0" r="r" b="b"/>
            <a:pathLst>
              <a:path w="376" h="32">
                <a:moveTo>
                  <a:pt x="0" y="32"/>
                </a:moveTo>
                <a:lnTo>
                  <a:pt x="376" y="0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a0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3" name=""/>
          <p:cNvSpPr/>
          <p:nvPr/>
        </p:nvSpPr>
        <p:spPr>
          <a:xfrm>
            <a:off x="4183560" y="3246840"/>
            <a:ext cx="132480" cy="11520"/>
          </a:xfrm>
          <a:custGeom>
            <a:avLst/>
            <a:gdLst/>
            <a:ahLst/>
            <a:rect l="0" t="0" r="r" b="b"/>
            <a:pathLst>
              <a:path w="368" h="32">
                <a:moveTo>
                  <a:pt x="0" y="32"/>
                </a:moveTo>
                <a:lnTo>
                  <a:pt x="368" y="0"/>
                </a:lnTo>
                <a:lnTo>
                  <a:pt x="368" y="1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4" name=""/>
          <p:cNvSpPr/>
          <p:nvPr/>
        </p:nvSpPr>
        <p:spPr>
          <a:xfrm>
            <a:off x="4186440" y="3247200"/>
            <a:ext cx="129600" cy="11160"/>
          </a:xfrm>
          <a:custGeom>
            <a:avLst/>
            <a:gdLst/>
            <a:ahLst/>
            <a:rect l="0" t="0" r="r" b="b"/>
            <a:pathLst>
              <a:path w="360" h="31">
                <a:moveTo>
                  <a:pt x="0" y="31"/>
                </a:moveTo>
                <a:lnTo>
                  <a:pt x="360" y="0"/>
                </a:lnTo>
                <a:lnTo>
                  <a:pt x="360" y="1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5" name=""/>
          <p:cNvSpPr/>
          <p:nvPr/>
        </p:nvSpPr>
        <p:spPr>
          <a:xfrm>
            <a:off x="4189680" y="3247560"/>
            <a:ext cx="126360" cy="10800"/>
          </a:xfrm>
          <a:custGeom>
            <a:avLst/>
            <a:gdLst/>
            <a:ahLst/>
            <a:rect l="0" t="0" r="r" b="b"/>
            <a:pathLst>
              <a:path w="351" h="30">
                <a:moveTo>
                  <a:pt x="0" y="30"/>
                </a:moveTo>
                <a:lnTo>
                  <a:pt x="351" y="0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6" name=""/>
          <p:cNvSpPr/>
          <p:nvPr/>
        </p:nvSpPr>
        <p:spPr>
          <a:xfrm>
            <a:off x="4192560" y="3247560"/>
            <a:ext cx="123480" cy="10800"/>
          </a:xfrm>
          <a:custGeom>
            <a:avLst/>
            <a:gdLst/>
            <a:ahLst/>
            <a:rect l="0" t="0" r="r" b="b"/>
            <a:pathLst>
              <a:path w="343" h="30">
                <a:moveTo>
                  <a:pt x="0" y="30"/>
                </a:moveTo>
                <a:lnTo>
                  <a:pt x="343" y="0"/>
                </a:lnTo>
                <a:lnTo>
                  <a:pt x="343" y="1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7" name=""/>
          <p:cNvSpPr/>
          <p:nvPr/>
        </p:nvSpPr>
        <p:spPr>
          <a:xfrm>
            <a:off x="4195440" y="3247920"/>
            <a:ext cx="120600" cy="10440"/>
          </a:xfrm>
          <a:custGeom>
            <a:avLst/>
            <a:gdLst/>
            <a:ahLst/>
            <a:rect l="0" t="0" r="r" b="b"/>
            <a:pathLst>
              <a:path w="335" h="29">
                <a:moveTo>
                  <a:pt x="0" y="29"/>
                </a:moveTo>
                <a:lnTo>
                  <a:pt x="335" y="0"/>
                </a:lnTo>
                <a:lnTo>
                  <a:pt x="335" y="1"/>
                </a:lnTo>
                <a:lnTo>
                  <a:pt x="8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8" name=""/>
          <p:cNvSpPr/>
          <p:nvPr/>
        </p:nvSpPr>
        <p:spPr>
          <a:xfrm>
            <a:off x="4198320" y="3248280"/>
            <a:ext cx="117720" cy="10080"/>
          </a:xfrm>
          <a:custGeom>
            <a:avLst/>
            <a:gdLst/>
            <a:ahLst/>
            <a:rect l="0" t="0" r="r" b="b"/>
            <a:pathLst>
              <a:path w="327" h="28">
                <a:moveTo>
                  <a:pt x="0" y="28"/>
                </a:moveTo>
                <a:lnTo>
                  <a:pt x="327" y="0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29" name=""/>
          <p:cNvSpPr/>
          <p:nvPr/>
        </p:nvSpPr>
        <p:spPr>
          <a:xfrm>
            <a:off x="4201200" y="3248280"/>
            <a:ext cx="114840" cy="10080"/>
          </a:xfrm>
          <a:custGeom>
            <a:avLst/>
            <a:gdLst/>
            <a:ahLst/>
            <a:rect l="0" t="0" r="r" b="b"/>
            <a:pathLst>
              <a:path w="319" h="28">
                <a:moveTo>
                  <a:pt x="0" y="28"/>
                </a:moveTo>
                <a:lnTo>
                  <a:pt x="319" y="0"/>
                </a:lnTo>
                <a:lnTo>
                  <a:pt x="319" y="1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0" name=""/>
          <p:cNvSpPr/>
          <p:nvPr/>
        </p:nvSpPr>
        <p:spPr>
          <a:xfrm>
            <a:off x="4204080" y="3248640"/>
            <a:ext cx="111960" cy="9720"/>
          </a:xfrm>
          <a:custGeom>
            <a:avLst/>
            <a:gdLst/>
            <a:ahLst/>
            <a:rect l="0" t="0" r="r" b="b"/>
            <a:pathLst>
              <a:path w="311" h="27">
                <a:moveTo>
                  <a:pt x="0" y="27"/>
                </a:moveTo>
                <a:lnTo>
                  <a:pt x="311" y="0"/>
                </a:lnTo>
                <a:lnTo>
                  <a:pt x="311" y="1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1" name=""/>
          <p:cNvSpPr/>
          <p:nvPr/>
        </p:nvSpPr>
        <p:spPr>
          <a:xfrm>
            <a:off x="4206960" y="3249000"/>
            <a:ext cx="109080" cy="9360"/>
          </a:xfrm>
          <a:custGeom>
            <a:avLst/>
            <a:gdLst/>
            <a:ahLst/>
            <a:rect l="0" t="0" r="r" b="b"/>
            <a:pathLst>
              <a:path w="303" h="26">
                <a:moveTo>
                  <a:pt x="0" y="26"/>
                </a:moveTo>
                <a:lnTo>
                  <a:pt x="303" y="0"/>
                </a:lnTo>
                <a:lnTo>
                  <a:pt x="9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2" name=""/>
          <p:cNvSpPr/>
          <p:nvPr/>
        </p:nvSpPr>
        <p:spPr>
          <a:xfrm>
            <a:off x="4210200" y="3249000"/>
            <a:ext cx="105840" cy="9360"/>
          </a:xfrm>
          <a:custGeom>
            <a:avLst/>
            <a:gdLst/>
            <a:ahLst/>
            <a:rect l="0" t="0" r="r" b="b"/>
            <a:pathLst>
              <a:path w="294" h="26">
                <a:moveTo>
                  <a:pt x="0" y="26"/>
                </a:moveTo>
                <a:lnTo>
                  <a:pt x="294" y="0"/>
                </a:lnTo>
                <a:lnTo>
                  <a:pt x="294" y="1"/>
                </a:lnTo>
                <a:lnTo>
                  <a:pt x="8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3" name=""/>
          <p:cNvSpPr/>
          <p:nvPr/>
        </p:nvSpPr>
        <p:spPr>
          <a:xfrm>
            <a:off x="4213080" y="3249360"/>
            <a:ext cx="102960" cy="9000"/>
          </a:xfrm>
          <a:custGeom>
            <a:avLst/>
            <a:gdLst/>
            <a:ahLst/>
            <a:rect l="0" t="0" r="r" b="b"/>
            <a:pathLst>
              <a:path w="286" h="25">
                <a:moveTo>
                  <a:pt x="0" y="25"/>
                </a:moveTo>
                <a:lnTo>
                  <a:pt x="286" y="0"/>
                </a:lnTo>
                <a:lnTo>
                  <a:pt x="286" y="1"/>
                </a:lnTo>
                <a:lnTo>
                  <a:pt x="8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4" name=""/>
          <p:cNvSpPr/>
          <p:nvPr/>
        </p:nvSpPr>
        <p:spPr>
          <a:xfrm>
            <a:off x="4215960" y="3249720"/>
            <a:ext cx="100080" cy="8640"/>
          </a:xfrm>
          <a:custGeom>
            <a:avLst/>
            <a:gdLst/>
            <a:ahLst/>
            <a:rect l="0" t="0" r="r" b="b"/>
            <a:pathLst>
              <a:path w="278" h="24">
                <a:moveTo>
                  <a:pt x="0" y="24"/>
                </a:moveTo>
                <a:lnTo>
                  <a:pt x="278" y="0"/>
                </a:lnTo>
                <a:lnTo>
                  <a:pt x="278" y="2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5" name=""/>
          <p:cNvSpPr/>
          <p:nvPr/>
        </p:nvSpPr>
        <p:spPr>
          <a:xfrm>
            <a:off x="4218840" y="3250080"/>
            <a:ext cx="97200" cy="8280"/>
          </a:xfrm>
          <a:custGeom>
            <a:avLst/>
            <a:gdLst/>
            <a:ahLst/>
            <a:rect l="0" t="0" r="r" b="b"/>
            <a:pathLst>
              <a:path w="270" h="23">
                <a:moveTo>
                  <a:pt x="0" y="23"/>
                </a:moveTo>
                <a:lnTo>
                  <a:pt x="270" y="0"/>
                </a:lnTo>
                <a:lnTo>
                  <a:pt x="8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6" name=""/>
          <p:cNvSpPr/>
          <p:nvPr/>
        </p:nvSpPr>
        <p:spPr>
          <a:xfrm>
            <a:off x="4221720" y="3250080"/>
            <a:ext cx="94320" cy="8280"/>
          </a:xfrm>
          <a:custGeom>
            <a:avLst/>
            <a:gdLst/>
            <a:ahLst/>
            <a:rect l="0" t="0" r="r" b="b"/>
            <a:pathLst>
              <a:path w="262" h="23">
                <a:moveTo>
                  <a:pt x="0" y="23"/>
                </a:moveTo>
                <a:lnTo>
                  <a:pt x="262" y="0"/>
                </a:lnTo>
                <a:lnTo>
                  <a:pt x="262" y="1"/>
                </a:lnTo>
                <a:lnTo>
                  <a:pt x="8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7" name=""/>
          <p:cNvSpPr/>
          <p:nvPr/>
        </p:nvSpPr>
        <p:spPr>
          <a:xfrm>
            <a:off x="4224600" y="3250440"/>
            <a:ext cx="91440" cy="7920"/>
          </a:xfrm>
          <a:custGeom>
            <a:avLst/>
            <a:gdLst/>
            <a:ahLst/>
            <a:rect l="0" t="0" r="r" b="b"/>
            <a:pathLst>
              <a:path w="254" h="22">
                <a:moveTo>
                  <a:pt x="0" y="22"/>
                </a:moveTo>
                <a:lnTo>
                  <a:pt x="254" y="0"/>
                </a:lnTo>
                <a:lnTo>
                  <a:pt x="254" y="1"/>
                </a:lnTo>
                <a:lnTo>
                  <a:pt x="9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8" name=""/>
          <p:cNvSpPr/>
          <p:nvPr/>
        </p:nvSpPr>
        <p:spPr>
          <a:xfrm>
            <a:off x="4227840" y="3250800"/>
            <a:ext cx="88200" cy="7560"/>
          </a:xfrm>
          <a:custGeom>
            <a:avLst/>
            <a:gdLst/>
            <a:ahLst/>
            <a:rect l="0" t="0" r="r" b="b"/>
            <a:pathLst>
              <a:path w="245" h="21">
                <a:moveTo>
                  <a:pt x="0" y="21"/>
                </a:moveTo>
                <a:lnTo>
                  <a:pt x="245" y="0"/>
                </a:lnTo>
                <a:lnTo>
                  <a:pt x="8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39" name=""/>
          <p:cNvSpPr/>
          <p:nvPr/>
        </p:nvSpPr>
        <p:spPr>
          <a:xfrm>
            <a:off x="4230720" y="3250800"/>
            <a:ext cx="85320" cy="7560"/>
          </a:xfrm>
          <a:custGeom>
            <a:avLst/>
            <a:gdLst/>
            <a:ahLst/>
            <a:rect l="0" t="0" r="r" b="b"/>
            <a:pathLst>
              <a:path w="237" h="21">
                <a:moveTo>
                  <a:pt x="0" y="21"/>
                </a:moveTo>
                <a:lnTo>
                  <a:pt x="237" y="0"/>
                </a:lnTo>
                <a:lnTo>
                  <a:pt x="237" y="1"/>
                </a:lnTo>
                <a:lnTo>
                  <a:pt x="8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40" name=""/>
          <p:cNvSpPr/>
          <p:nvPr/>
        </p:nvSpPr>
        <p:spPr>
          <a:xfrm>
            <a:off x="4233600" y="3251160"/>
            <a:ext cx="82440" cy="7200"/>
          </a:xfrm>
          <a:custGeom>
            <a:avLst/>
            <a:gdLst/>
            <a:ahLst/>
            <a:rect l="0" t="0" r="r" b="b"/>
            <a:pathLst>
              <a:path w="229" h="20">
                <a:moveTo>
                  <a:pt x="0" y="20"/>
                </a:moveTo>
                <a:lnTo>
                  <a:pt x="229" y="0"/>
                </a:lnTo>
                <a:lnTo>
                  <a:pt x="229" y="1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41" name=""/>
          <p:cNvSpPr/>
          <p:nvPr/>
        </p:nvSpPr>
        <p:spPr>
          <a:xfrm>
            <a:off x="4236480" y="3251520"/>
            <a:ext cx="79560" cy="6840"/>
          </a:xfrm>
          <a:custGeom>
            <a:avLst/>
            <a:gdLst/>
            <a:ahLst/>
            <a:rect l="0" t="0" r="r" b="b"/>
            <a:pathLst>
              <a:path w="221" h="19">
                <a:moveTo>
                  <a:pt x="0" y="19"/>
                </a:moveTo>
                <a:lnTo>
                  <a:pt x="221" y="0"/>
                </a:lnTo>
                <a:lnTo>
                  <a:pt x="9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42" name=""/>
          <p:cNvSpPr/>
          <p:nvPr/>
        </p:nvSpPr>
        <p:spPr>
          <a:xfrm>
            <a:off x="4239360" y="3251520"/>
            <a:ext cx="76680" cy="6840"/>
          </a:xfrm>
          <a:custGeom>
            <a:avLst/>
            <a:gdLst/>
            <a:ahLst/>
            <a:rect l="0" t="0" r="r" b="b"/>
            <a:pathLst>
              <a:path w="213" h="19">
                <a:moveTo>
                  <a:pt x="0" y="19"/>
                </a:moveTo>
                <a:lnTo>
                  <a:pt x="213" y="0"/>
                </a:lnTo>
                <a:lnTo>
                  <a:pt x="213" y="1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43" name=""/>
          <p:cNvSpPr/>
          <p:nvPr/>
        </p:nvSpPr>
        <p:spPr>
          <a:xfrm>
            <a:off x="4242240" y="3251880"/>
            <a:ext cx="73800" cy="6480"/>
          </a:xfrm>
          <a:custGeom>
            <a:avLst/>
            <a:gdLst/>
            <a:ahLst/>
            <a:rect l="0" t="0" r="r" b="b"/>
            <a:pathLst>
              <a:path w="205" h="18">
                <a:moveTo>
                  <a:pt x="0" y="18"/>
                </a:moveTo>
                <a:lnTo>
                  <a:pt x="205" y="0"/>
                </a:lnTo>
                <a:lnTo>
                  <a:pt x="205" y="1"/>
                </a:lnTo>
                <a:lnTo>
                  <a:pt x="9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44" name=""/>
          <p:cNvSpPr/>
          <p:nvPr/>
        </p:nvSpPr>
        <p:spPr>
          <a:xfrm>
            <a:off x="4245480" y="3252240"/>
            <a:ext cx="70560" cy="6120"/>
          </a:xfrm>
          <a:custGeom>
            <a:avLst/>
            <a:gdLst/>
            <a:ahLst/>
            <a:rect l="0" t="0" r="r" b="b"/>
            <a:pathLst>
              <a:path w="196" h="17">
                <a:moveTo>
                  <a:pt x="0" y="17"/>
                </a:moveTo>
                <a:lnTo>
                  <a:pt x="196" y="0"/>
                </a:lnTo>
                <a:lnTo>
                  <a:pt x="196" y="1"/>
                </a:lnTo>
                <a:lnTo>
                  <a:pt x="17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45" name=""/>
          <p:cNvSpPr/>
          <p:nvPr/>
        </p:nvSpPr>
        <p:spPr>
          <a:xfrm>
            <a:off x="4251240" y="3252600"/>
            <a:ext cx="64800" cy="5760"/>
          </a:xfrm>
          <a:custGeom>
            <a:avLst/>
            <a:gdLst/>
            <a:ahLst/>
            <a:rect l="0" t="0" r="r" b="b"/>
            <a:pathLst>
              <a:path w="180" h="16">
                <a:moveTo>
                  <a:pt x="0" y="16"/>
                </a:moveTo>
                <a:lnTo>
                  <a:pt x="180" y="0"/>
                </a:lnTo>
                <a:lnTo>
                  <a:pt x="180" y="1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46" name=""/>
          <p:cNvSpPr/>
          <p:nvPr/>
        </p:nvSpPr>
        <p:spPr>
          <a:xfrm>
            <a:off x="4254120" y="3252960"/>
            <a:ext cx="61920" cy="5400"/>
          </a:xfrm>
          <a:custGeom>
            <a:avLst/>
            <a:gdLst/>
            <a:ahLst/>
            <a:rect l="0" t="0" r="r" b="b"/>
            <a:pathLst>
              <a:path w="172" h="15">
                <a:moveTo>
                  <a:pt x="0" y="15"/>
                </a:moveTo>
                <a:lnTo>
                  <a:pt x="172" y="0"/>
                </a:lnTo>
                <a:lnTo>
                  <a:pt x="172" y="2"/>
                </a:lnTo>
                <a:lnTo>
                  <a:pt x="8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47" name=""/>
          <p:cNvSpPr/>
          <p:nvPr/>
        </p:nvSpPr>
        <p:spPr>
          <a:xfrm>
            <a:off x="4257000" y="3253320"/>
            <a:ext cx="59040" cy="5040"/>
          </a:xfrm>
          <a:custGeom>
            <a:avLst/>
            <a:gdLst/>
            <a:ahLst/>
            <a:rect l="0" t="0" r="r" b="b"/>
            <a:pathLst>
              <a:path w="164" h="14">
                <a:moveTo>
                  <a:pt x="0" y="14"/>
                </a:moveTo>
                <a:lnTo>
                  <a:pt x="164" y="0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48" name=""/>
          <p:cNvSpPr/>
          <p:nvPr/>
        </p:nvSpPr>
        <p:spPr>
          <a:xfrm>
            <a:off x="4259880" y="3253320"/>
            <a:ext cx="56160" cy="5040"/>
          </a:xfrm>
          <a:custGeom>
            <a:avLst/>
            <a:gdLst/>
            <a:ahLst/>
            <a:rect l="0" t="0" r="r" b="b"/>
            <a:pathLst>
              <a:path w="156" h="14">
                <a:moveTo>
                  <a:pt x="0" y="14"/>
                </a:moveTo>
                <a:lnTo>
                  <a:pt x="156" y="0"/>
                </a:lnTo>
                <a:lnTo>
                  <a:pt x="156" y="1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49" name=""/>
          <p:cNvSpPr/>
          <p:nvPr/>
        </p:nvSpPr>
        <p:spPr>
          <a:xfrm>
            <a:off x="4262760" y="3253680"/>
            <a:ext cx="53280" cy="4680"/>
          </a:xfrm>
          <a:custGeom>
            <a:avLst/>
            <a:gdLst/>
            <a:ahLst/>
            <a:rect l="0" t="0" r="r" b="b"/>
            <a:pathLst>
              <a:path w="148" h="13">
                <a:moveTo>
                  <a:pt x="0" y="13"/>
                </a:moveTo>
                <a:lnTo>
                  <a:pt x="148" y="0"/>
                </a:lnTo>
                <a:lnTo>
                  <a:pt x="148" y="1"/>
                </a:lnTo>
                <a:lnTo>
                  <a:pt x="9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0" name=""/>
          <p:cNvSpPr/>
          <p:nvPr/>
        </p:nvSpPr>
        <p:spPr>
          <a:xfrm>
            <a:off x="4266000" y="3254040"/>
            <a:ext cx="50040" cy="4320"/>
          </a:xfrm>
          <a:custGeom>
            <a:avLst/>
            <a:gdLst/>
            <a:ahLst/>
            <a:rect l="0" t="0" r="r" b="b"/>
            <a:pathLst>
              <a:path w="139" h="12">
                <a:moveTo>
                  <a:pt x="0" y="12"/>
                </a:moveTo>
                <a:lnTo>
                  <a:pt x="139" y="0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1" name=""/>
          <p:cNvSpPr/>
          <p:nvPr/>
        </p:nvSpPr>
        <p:spPr>
          <a:xfrm>
            <a:off x="4268880" y="325404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2"/>
                </a:moveTo>
                <a:lnTo>
                  <a:pt x="131" y="0"/>
                </a:lnTo>
                <a:lnTo>
                  <a:pt x="131" y="1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2" name=""/>
          <p:cNvSpPr/>
          <p:nvPr/>
        </p:nvSpPr>
        <p:spPr>
          <a:xfrm>
            <a:off x="4271760" y="3254400"/>
            <a:ext cx="44280" cy="3960"/>
          </a:xfrm>
          <a:custGeom>
            <a:avLst/>
            <a:gdLst/>
            <a:ahLst/>
            <a:rect l="0" t="0" r="r" b="b"/>
            <a:pathLst>
              <a:path w="123" h="11">
                <a:moveTo>
                  <a:pt x="0" y="11"/>
                </a:moveTo>
                <a:lnTo>
                  <a:pt x="123" y="0"/>
                </a:lnTo>
                <a:lnTo>
                  <a:pt x="123" y="1"/>
                </a:lnTo>
                <a:lnTo>
                  <a:pt x="8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3" name=""/>
          <p:cNvSpPr/>
          <p:nvPr/>
        </p:nvSpPr>
        <p:spPr>
          <a:xfrm>
            <a:off x="4274640" y="3254760"/>
            <a:ext cx="41400" cy="3600"/>
          </a:xfrm>
          <a:custGeom>
            <a:avLst/>
            <a:gdLst/>
            <a:ahLst/>
            <a:rect l="0" t="0" r="r" b="b"/>
            <a:pathLst>
              <a:path w="115" h="10">
                <a:moveTo>
                  <a:pt x="0" y="10"/>
                </a:moveTo>
                <a:lnTo>
                  <a:pt x="115" y="0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4" name=""/>
          <p:cNvSpPr/>
          <p:nvPr/>
        </p:nvSpPr>
        <p:spPr>
          <a:xfrm>
            <a:off x="4277520" y="3254760"/>
            <a:ext cx="38520" cy="3600"/>
          </a:xfrm>
          <a:custGeom>
            <a:avLst/>
            <a:gdLst/>
            <a:ahLst/>
            <a:rect l="0" t="0" r="r" b="b"/>
            <a:pathLst>
              <a:path w="107" h="10">
                <a:moveTo>
                  <a:pt x="0" y="10"/>
                </a:moveTo>
                <a:lnTo>
                  <a:pt x="107" y="0"/>
                </a:lnTo>
                <a:lnTo>
                  <a:pt x="107" y="1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5" name=""/>
          <p:cNvSpPr/>
          <p:nvPr/>
        </p:nvSpPr>
        <p:spPr>
          <a:xfrm>
            <a:off x="4280400" y="3255120"/>
            <a:ext cx="35640" cy="3240"/>
          </a:xfrm>
          <a:custGeom>
            <a:avLst/>
            <a:gdLst/>
            <a:ahLst/>
            <a:rect l="0" t="0" r="r" b="b"/>
            <a:pathLst>
              <a:path w="99" h="9">
                <a:moveTo>
                  <a:pt x="0" y="9"/>
                </a:moveTo>
                <a:lnTo>
                  <a:pt x="99" y="0"/>
                </a:lnTo>
                <a:lnTo>
                  <a:pt x="99" y="1"/>
                </a:lnTo>
                <a:lnTo>
                  <a:pt x="9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6" name=""/>
          <p:cNvSpPr/>
          <p:nvPr/>
        </p:nvSpPr>
        <p:spPr>
          <a:xfrm>
            <a:off x="4283640" y="3255480"/>
            <a:ext cx="32400" cy="2880"/>
          </a:xfrm>
          <a:custGeom>
            <a:avLst/>
            <a:gdLst/>
            <a:ahLst/>
            <a:rect l="0" t="0" r="r" b="b"/>
            <a:pathLst>
              <a:path w="90" h="8">
                <a:moveTo>
                  <a:pt x="0" y="8"/>
                </a:moveTo>
                <a:lnTo>
                  <a:pt x="90" y="0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7" name=""/>
          <p:cNvSpPr/>
          <p:nvPr/>
        </p:nvSpPr>
        <p:spPr>
          <a:xfrm>
            <a:off x="4286520" y="3255480"/>
            <a:ext cx="29520" cy="2880"/>
          </a:xfrm>
          <a:custGeom>
            <a:avLst/>
            <a:gdLst/>
            <a:ahLst/>
            <a:rect l="0" t="0" r="r" b="b"/>
            <a:pathLst>
              <a:path w="82" h="8">
                <a:moveTo>
                  <a:pt x="0" y="8"/>
                </a:moveTo>
                <a:lnTo>
                  <a:pt x="82" y="0"/>
                </a:lnTo>
                <a:lnTo>
                  <a:pt x="82" y="1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8" name=""/>
          <p:cNvSpPr/>
          <p:nvPr/>
        </p:nvSpPr>
        <p:spPr>
          <a:xfrm>
            <a:off x="4289400" y="3255840"/>
            <a:ext cx="26640" cy="2520"/>
          </a:xfrm>
          <a:custGeom>
            <a:avLst/>
            <a:gdLst/>
            <a:ahLst/>
            <a:rect l="0" t="0" r="r" b="b"/>
            <a:pathLst>
              <a:path w="74" h="7">
                <a:moveTo>
                  <a:pt x="0" y="7"/>
                </a:moveTo>
                <a:lnTo>
                  <a:pt x="74" y="0"/>
                </a:lnTo>
                <a:lnTo>
                  <a:pt x="74" y="2"/>
                </a:lnTo>
                <a:lnTo>
                  <a:pt x="8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59" name=""/>
          <p:cNvSpPr/>
          <p:nvPr/>
        </p:nvSpPr>
        <p:spPr>
          <a:xfrm>
            <a:off x="4292280" y="3256200"/>
            <a:ext cx="23760" cy="2160"/>
          </a:xfrm>
          <a:custGeom>
            <a:avLst/>
            <a:gdLst/>
            <a:ahLst/>
            <a:rect l="0" t="0" r="r" b="b"/>
            <a:pathLst>
              <a:path w="66" h="6">
                <a:moveTo>
                  <a:pt x="0" y="6"/>
                </a:moveTo>
                <a:lnTo>
                  <a:pt x="66" y="0"/>
                </a:lnTo>
                <a:lnTo>
                  <a:pt x="66" y="1"/>
                </a:lnTo>
                <a:lnTo>
                  <a:pt x="9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60" name=""/>
          <p:cNvSpPr/>
          <p:nvPr/>
        </p:nvSpPr>
        <p:spPr>
          <a:xfrm>
            <a:off x="4295160" y="3256560"/>
            <a:ext cx="20880" cy="1800"/>
          </a:xfrm>
          <a:custGeom>
            <a:avLst/>
            <a:gdLst/>
            <a:ahLst/>
            <a:rect l="0" t="0" r="r" b="b"/>
            <a:pathLst>
              <a:path w="58" h="5">
                <a:moveTo>
                  <a:pt x="0" y="5"/>
                </a:moveTo>
                <a:lnTo>
                  <a:pt x="58" y="0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61" name=""/>
          <p:cNvSpPr/>
          <p:nvPr/>
        </p:nvSpPr>
        <p:spPr>
          <a:xfrm>
            <a:off x="4298040" y="3256560"/>
            <a:ext cx="18000" cy="1800"/>
          </a:xfrm>
          <a:custGeom>
            <a:avLst/>
            <a:gdLst/>
            <a:ahLst/>
            <a:rect l="0" t="0" r="r" b="b"/>
            <a:pathLst>
              <a:path w="50" h="5">
                <a:moveTo>
                  <a:pt x="0" y="5"/>
                </a:moveTo>
                <a:lnTo>
                  <a:pt x="50" y="0"/>
                </a:lnTo>
                <a:lnTo>
                  <a:pt x="50" y="1"/>
                </a:lnTo>
                <a:lnTo>
                  <a:pt x="9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62" name=""/>
          <p:cNvSpPr/>
          <p:nvPr/>
        </p:nvSpPr>
        <p:spPr>
          <a:xfrm>
            <a:off x="4301280" y="3256920"/>
            <a:ext cx="14760" cy="1440"/>
          </a:xfrm>
          <a:custGeom>
            <a:avLst/>
            <a:gdLst/>
            <a:ahLst/>
            <a:rect l="0" t="0" r="r" b="b"/>
            <a:pathLst>
              <a:path w="41" h="4">
                <a:moveTo>
                  <a:pt x="0" y="4"/>
                </a:moveTo>
                <a:lnTo>
                  <a:pt x="41" y="0"/>
                </a:lnTo>
                <a:lnTo>
                  <a:pt x="41" y="1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63" name=""/>
          <p:cNvSpPr/>
          <p:nvPr/>
        </p:nvSpPr>
        <p:spPr>
          <a:xfrm>
            <a:off x="4304160" y="3257280"/>
            <a:ext cx="11880" cy="1080"/>
          </a:xfrm>
          <a:custGeom>
            <a:avLst/>
            <a:gdLst/>
            <a:ahLst/>
            <a:rect l="0" t="0" r="r" b="b"/>
            <a:pathLst>
              <a:path w="33" h="3">
                <a:moveTo>
                  <a:pt x="0" y="3"/>
                </a:moveTo>
                <a:lnTo>
                  <a:pt x="33" y="0"/>
                </a:lnTo>
                <a:lnTo>
                  <a:pt x="8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64" name=""/>
          <p:cNvSpPr/>
          <p:nvPr/>
        </p:nvSpPr>
        <p:spPr>
          <a:xfrm>
            <a:off x="4307040" y="3257280"/>
            <a:ext cx="9000" cy="1080"/>
          </a:xfrm>
          <a:custGeom>
            <a:avLst/>
            <a:gdLst/>
            <a:ahLst/>
            <a:rect l="0" t="0" r="r" b="b"/>
            <a:pathLst>
              <a:path w="25" h="3">
                <a:moveTo>
                  <a:pt x="0" y="3"/>
                </a:moveTo>
                <a:lnTo>
                  <a:pt x="25" y="0"/>
                </a:lnTo>
                <a:lnTo>
                  <a:pt x="25" y="2"/>
                </a:lnTo>
                <a:lnTo>
                  <a:pt x="8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0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65" name=""/>
          <p:cNvSpPr/>
          <p:nvPr/>
        </p:nvSpPr>
        <p:spPr>
          <a:xfrm>
            <a:off x="4309920" y="3257640"/>
            <a:ext cx="6120" cy="720"/>
          </a:xfrm>
          <a:custGeom>
            <a:avLst/>
            <a:gdLst/>
            <a:ahLst/>
            <a:rect l="0" t="0" r="r" b="b"/>
            <a:pathLst>
              <a:path w="17" h="2">
                <a:moveTo>
                  <a:pt x="0" y="2"/>
                </a:moveTo>
                <a:lnTo>
                  <a:pt x="17" y="0"/>
                </a:lnTo>
                <a:lnTo>
                  <a:pt x="17" y="2"/>
                </a:lnTo>
                <a:lnTo>
                  <a:pt x="9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66" name=""/>
          <p:cNvSpPr/>
          <p:nvPr/>
        </p:nvSpPr>
        <p:spPr>
          <a:xfrm>
            <a:off x="4312800" y="3258000"/>
            <a:ext cx="2880" cy="0"/>
          </a:xfrm>
          <a:custGeom>
            <a:avLst/>
            <a:gdLst/>
            <a:ahLst/>
            <a:rect l="0" t="0" r="r" b="b"/>
            <a:pathLst>
              <a:path w="8" h="0">
                <a:moveTo>
                  <a:pt x="0" y="0"/>
                </a:moveTo>
                <a:lnTo>
                  <a:pt x="8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367" name=""/>
          <p:cNvSpPr/>
          <p:nvPr/>
        </p:nvSpPr>
        <p:spPr>
          <a:xfrm>
            <a:off x="3940920" y="3225960"/>
            <a:ext cx="375120" cy="32400"/>
          </a:xfrm>
          <a:custGeom>
            <a:avLst/>
            <a:gdLst/>
            <a:ahLst/>
            <a:rect l="0" t="0" r="r" b="b"/>
            <a:pathLst>
              <a:path w="1042" h="90">
                <a:moveTo>
                  <a:pt x="0" y="90"/>
                </a:moveTo>
                <a:lnTo>
                  <a:pt x="1042" y="90"/>
                </a:lnTo>
                <a:lnTo>
                  <a:pt x="1042" y="0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68" name=""/>
          <p:cNvSpPr/>
          <p:nvPr/>
        </p:nvSpPr>
        <p:spPr>
          <a:xfrm>
            <a:off x="3893760" y="325800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0"/>
                </a:moveTo>
                <a:lnTo>
                  <a:pt x="41" y="0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69" name=""/>
          <p:cNvSpPr/>
          <p:nvPr/>
        </p:nvSpPr>
        <p:spPr>
          <a:xfrm>
            <a:off x="3893760" y="3258000"/>
            <a:ext cx="22320" cy="2160"/>
          </a:xfrm>
          <a:custGeom>
            <a:avLst/>
            <a:gdLst/>
            <a:ahLst/>
            <a:rect l="0" t="0" r="r" b="b"/>
            <a:pathLst>
              <a:path w="62" h="6">
                <a:moveTo>
                  <a:pt x="0" y="3"/>
                </a:moveTo>
                <a:lnTo>
                  <a:pt x="41" y="0"/>
                </a:lnTo>
                <a:lnTo>
                  <a:pt x="62" y="0"/>
                </a:lnTo>
                <a:lnTo>
                  <a:pt x="0" y="6"/>
                </a:lnTo>
                <a:lnTo>
                  <a:pt x="0" y="3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0" name=""/>
          <p:cNvSpPr/>
          <p:nvPr/>
        </p:nvSpPr>
        <p:spPr>
          <a:xfrm>
            <a:off x="3893760" y="3258000"/>
            <a:ext cx="29520" cy="2520"/>
          </a:xfrm>
          <a:custGeom>
            <a:avLst/>
            <a:gdLst/>
            <a:ahLst/>
            <a:rect l="0" t="0" r="r" b="b"/>
            <a:pathLst>
              <a:path w="82" h="7">
                <a:moveTo>
                  <a:pt x="0" y="6"/>
                </a:moveTo>
                <a:lnTo>
                  <a:pt x="61" y="0"/>
                </a:lnTo>
                <a:lnTo>
                  <a:pt x="82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1" name=""/>
          <p:cNvSpPr/>
          <p:nvPr/>
        </p:nvSpPr>
        <p:spPr>
          <a:xfrm>
            <a:off x="3893760" y="3258000"/>
            <a:ext cx="44280" cy="3600"/>
          </a:xfrm>
          <a:custGeom>
            <a:avLst/>
            <a:gdLst/>
            <a:ahLst/>
            <a:rect l="0" t="0" r="r" b="b"/>
            <a:pathLst>
              <a:path w="123" h="10">
                <a:moveTo>
                  <a:pt x="0" y="7"/>
                </a:moveTo>
                <a:lnTo>
                  <a:pt x="81" y="0"/>
                </a:lnTo>
                <a:lnTo>
                  <a:pt x="123" y="0"/>
                </a:lnTo>
                <a:lnTo>
                  <a:pt x="0" y="10"/>
                </a:lnTo>
                <a:lnTo>
                  <a:pt x="0" y="7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2" name=""/>
          <p:cNvSpPr/>
          <p:nvPr/>
        </p:nvSpPr>
        <p:spPr>
          <a:xfrm>
            <a:off x="3893760" y="3258000"/>
            <a:ext cx="47880" cy="3600"/>
          </a:xfrm>
          <a:custGeom>
            <a:avLst/>
            <a:gdLst/>
            <a:ahLst/>
            <a:rect l="0" t="0" r="r" b="b"/>
            <a:pathLst>
              <a:path w="133" h="10">
                <a:moveTo>
                  <a:pt x="0" y="10"/>
                </a:moveTo>
                <a:lnTo>
                  <a:pt x="123" y="0"/>
                </a:lnTo>
                <a:lnTo>
                  <a:pt x="133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3" name=""/>
          <p:cNvSpPr/>
          <p:nvPr/>
        </p:nvSpPr>
        <p:spPr>
          <a:xfrm>
            <a:off x="3893760" y="3258000"/>
            <a:ext cx="51480" cy="3960"/>
          </a:xfrm>
          <a:custGeom>
            <a:avLst/>
            <a:gdLst/>
            <a:ahLst/>
            <a:rect l="0" t="0" r="r" b="b"/>
            <a:pathLst>
              <a:path w="143" h="11">
                <a:moveTo>
                  <a:pt x="0" y="10"/>
                </a:moveTo>
                <a:lnTo>
                  <a:pt x="133" y="0"/>
                </a:lnTo>
                <a:lnTo>
                  <a:pt x="143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4" name=""/>
          <p:cNvSpPr/>
          <p:nvPr/>
        </p:nvSpPr>
        <p:spPr>
          <a:xfrm>
            <a:off x="3893760" y="3258000"/>
            <a:ext cx="59040" cy="4320"/>
          </a:xfrm>
          <a:custGeom>
            <a:avLst/>
            <a:gdLst/>
            <a:ahLst/>
            <a:rect l="0" t="0" r="r" b="b"/>
            <a:pathLst>
              <a:path w="164" h="12">
                <a:moveTo>
                  <a:pt x="0" y="11"/>
                </a:moveTo>
                <a:lnTo>
                  <a:pt x="143" y="0"/>
                </a:lnTo>
                <a:lnTo>
                  <a:pt x="164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5" name=""/>
          <p:cNvSpPr/>
          <p:nvPr/>
        </p:nvSpPr>
        <p:spPr>
          <a:xfrm>
            <a:off x="3893760" y="3258000"/>
            <a:ext cx="66240" cy="5040"/>
          </a:xfrm>
          <a:custGeom>
            <a:avLst/>
            <a:gdLst/>
            <a:ahLst/>
            <a:rect l="0" t="0" r="r" b="b"/>
            <a:pathLst>
              <a:path w="184" h="14">
                <a:moveTo>
                  <a:pt x="0" y="12"/>
                </a:moveTo>
                <a:lnTo>
                  <a:pt x="164" y="0"/>
                </a:lnTo>
                <a:lnTo>
                  <a:pt x="184" y="0"/>
                </a:lnTo>
                <a:lnTo>
                  <a:pt x="0" y="14"/>
                </a:lnTo>
                <a:lnTo>
                  <a:pt x="0" y="12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6" name=""/>
          <p:cNvSpPr/>
          <p:nvPr/>
        </p:nvSpPr>
        <p:spPr>
          <a:xfrm>
            <a:off x="3893760" y="3258000"/>
            <a:ext cx="69840" cy="5400"/>
          </a:xfrm>
          <a:custGeom>
            <a:avLst/>
            <a:gdLst/>
            <a:ahLst/>
            <a:rect l="0" t="0" r="r" b="b"/>
            <a:pathLst>
              <a:path w="194" h="15">
                <a:moveTo>
                  <a:pt x="0" y="14"/>
                </a:moveTo>
                <a:lnTo>
                  <a:pt x="184" y="0"/>
                </a:lnTo>
                <a:lnTo>
                  <a:pt x="194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7" name=""/>
          <p:cNvSpPr/>
          <p:nvPr/>
        </p:nvSpPr>
        <p:spPr>
          <a:xfrm>
            <a:off x="3893760" y="3258000"/>
            <a:ext cx="73800" cy="5400"/>
          </a:xfrm>
          <a:custGeom>
            <a:avLst/>
            <a:gdLst/>
            <a:ahLst/>
            <a:rect l="0" t="0" r="r" b="b"/>
            <a:pathLst>
              <a:path w="205" h="15">
                <a:moveTo>
                  <a:pt x="0" y="15"/>
                </a:moveTo>
                <a:lnTo>
                  <a:pt x="194" y="0"/>
                </a:lnTo>
                <a:lnTo>
                  <a:pt x="205" y="0"/>
                </a:lnTo>
                <a:lnTo>
                  <a:pt x="0" y="15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8" name=""/>
          <p:cNvSpPr/>
          <p:nvPr/>
        </p:nvSpPr>
        <p:spPr>
          <a:xfrm>
            <a:off x="3893760" y="3258000"/>
            <a:ext cx="88200" cy="6480"/>
          </a:xfrm>
          <a:custGeom>
            <a:avLst/>
            <a:gdLst/>
            <a:ahLst/>
            <a:rect l="0" t="0" r="r" b="b"/>
            <a:pathLst>
              <a:path w="245" h="18">
                <a:moveTo>
                  <a:pt x="0" y="15"/>
                </a:moveTo>
                <a:lnTo>
                  <a:pt x="205" y="0"/>
                </a:lnTo>
                <a:lnTo>
                  <a:pt x="245" y="0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79" name=""/>
          <p:cNvSpPr/>
          <p:nvPr/>
        </p:nvSpPr>
        <p:spPr>
          <a:xfrm>
            <a:off x="3893760" y="3258000"/>
            <a:ext cx="92160" cy="6840"/>
          </a:xfrm>
          <a:custGeom>
            <a:avLst/>
            <a:gdLst/>
            <a:ahLst/>
            <a:rect l="0" t="0" r="r" b="b"/>
            <a:pathLst>
              <a:path w="256" h="19">
                <a:moveTo>
                  <a:pt x="0" y="18"/>
                </a:moveTo>
                <a:lnTo>
                  <a:pt x="245" y="0"/>
                </a:lnTo>
                <a:lnTo>
                  <a:pt x="256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0" name=""/>
          <p:cNvSpPr/>
          <p:nvPr/>
        </p:nvSpPr>
        <p:spPr>
          <a:xfrm>
            <a:off x="3893760" y="3258000"/>
            <a:ext cx="95760" cy="6840"/>
          </a:xfrm>
          <a:custGeom>
            <a:avLst/>
            <a:gdLst/>
            <a:ahLst/>
            <a:rect l="0" t="0" r="r" b="b"/>
            <a:pathLst>
              <a:path w="266" h="19">
                <a:moveTo>
                  <a:pt x="0" y="19"/>
                </a:moveTo>
                <a:lnTo>
                  <a:pt x="256" y="0"/>
                </a:lnTo>
                <a:lnTo>
                  <a:pt x="266" y="0"/>
                </a:lnTo>
                <a:lnTo>
                  <a:pt x="0" y="19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1" name=""/>
          <p:cNvSpPr/>
          <p:nvPr/>
        </p:nvSpPr>
        <p:spPr>
          <a:xfrm>
            <a:off x="3893760" y="3258000"/>
            <a:ext cx="102960" cy="7560"/>
          </a:xfrm>
          <a:custGeom>
            <a:avLst/>
            <a:gdLst/>
            <a:ahLst/>
            <a:rect l="0" t="0" r="r" b="b"/>
            <a:pathLst>
              <a:path w="286" h="21">
                <a:moveTo>
                  <a:pt x="0" y="19"/>
                </a:moveTo>
                <a:lnTo>
                  <a:pt x="266" y="0"/>
                </a:lnTo>
                <a:lnTo>
                  <a:pt x="286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2" name=""/>
          <p:cNvSpPr/>
          <p:nvPr/>
        </p:nvSpPr>
        <p:spPr>
          <a:xfrm>
            <a:off x="3893760" y="3258000"/>
            <a:ext cx="106560" cy="7560"/>
          </a:xfrm>
          <a:custGeom>
            <a:avLst/>
            <a:gdLst/>
            <a:ahLst/>
            <a:rect l="0" t="0" r="r" b="b"/>
            <a:pathLst>
              <a:path w="296" h="21">
                <a:moveTo>
                  <a:pt x="0" y="21"/>
                </a:moveTo>
                <a:lnTo>
                  <a:pt x="286" y="0"/>
                </a:lnTo>
                <a:lnTo>
                  <a:pt x="296" y="0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3" name=""/>
          <p:cNvSpPr/>
          <p:nvPr/>
        </p:nvSpPr>
        <p:spPr>
          <a:xfrm>
            <a:off x="3893760" y="3258000"/>
            <a:ext cx="110520" cy="7920"/>
          </a:xfrm>
          <a:custGeom>
            <a:avLst/>
            <a:gdLst/>
            <a:ahLst/>
            <a:rect l="0" t="0" r="r" b="b"/>
            <a:pathLst>
              <a:path w="307" h="22">
                <a:moveTo>
                  <a:pt x="0" y="21"/>
                </a:moveTo>
                <a:lnTo>
                  <a:pt x="296" y="0"/>
                </a:lnTo>
                <a:lnTo>
                  <a:pt x="307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4" name=""/>
          <p:cNvSpPr/>
          <p:nvPr/>
        </p:nvSpPr>
        <p:spPr>
          <a:xfrm>
            <a:off x="3893760" y="3258000"/>
            <a:ext cx="117720" cy="8280"/>
          </a:xfrm>
          <a:custGeom>
            <a:avLst/>
            <a:gdLst/>
            <a:ahLst/>
            <a:rect l="0" t="0" r="r" b="b"/>
            <a:pathLst>
              <a:path w="327" h="23">
                <a:moveTo>
                  <a:pt x="0" y="22"/>
                </a:moveTo>
                <a:lnTo>
                  <a:pt x="307" y="0"/>
                </a:lnTo>
                <a:lnTo>
                  <a:pt x="32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5" name=""/>
          <p:cNvSpPr/>
          <p:nvPr/>
        </p:nvSpPr>
        <p:spPr>
          <a:xfrm>
            <a:off x="3893760" y="3258000"/>
            <a:ext cx="121320" cy="8640"/>
          </a:xfrm>
          <a:custGeom>
            <a:avLst/>
            <a:gdLst/>
            <a:ahLst/>
            <a:rect l="0" t="0" r="r" b="b"/>
            <a:pathLst>
              <a:path w="337" h="24">
                <a:moveTo>
                  <a:pt x="0" y="23"/>
                </a:moveTo>
                <a:lnTo>
                  <a:pt x="327" y="0"/>
                </a:lnTo>
                <a:lnTo>
                  <a:pt x="337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6" name=""/>
          <p:cNvSpPr/>
          <p:nvPr/>
        </p:nvSpPr>
        <p:spPr>
          <a:xfrm>
            <a:off x="3893760" y="3258000"/>
            <a:ext cx="124920" cy="9360"/>
          </a:xfrm>
          <a:custGeom>
            <a:avLst/>
            <a:gdLst/>
            <a:ahLst/>
            <a:rect l="0" t="0" r="r" b="b"/>
            <a:pathLst>
              <a:path w="347" h="26">
                <a:moveTo>
                  <a:pt x="0" y="24"/>
                </a:moveTo>
                <a:lnTo>
                  <a:pt x="337" y="0"/>
                </a:lnTo>
                <a:lnTo>
                  <a:pt x="347" y="0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7" name=""/>
          <p:cNvSpPr/>
          <p:nvPr/>
        </p:nvSpPr>
        <p:spPr>
          <a:xfrm>
            <a:off x="3893760" y="3258000"/>
            <a:ext cx="132480" cy="9360"/>
          </a:xfrm>
          <a:custGeom>
            <a:avLst/>
            <a:gdLst/>
            <a:ahLst/>
            <a:rect l="0" t="0" r="r" b="b"/>
            <a:pathLst>
              <a:path w="368" h="26">
                <a:moveTo>
                  <a:pt x="0" y="25"/>
                </a:moveTo>
                <a:lnTo>
                  <a:pt x="347" y="0"/>
                </a:lnTo>
                <a:lnTo>
                  <a:pt x="368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8" name=""/>
          <p:cNvSpPr/>
          <p:nvPr/>
        </p:nvSpPr>
        <p:spPr>
          <a:xfrm>
            <a:off x="3893760" y="3258000"/>
            <a:ext cx="136080" cy="9720"/>
          </a:xfrm>
          <a:custGeom>
            <a:avLst/>
            <a:gdLst/>
            <a:ahLst/>
            <a:rect l="0" t="0" r="r" b="b"/>
            <a:pathLst>
              <a:path w="378" h="27">
                <a:moveTo>
                  <a:pt x="0" y="26"/>
                </a:moveTo>
                <a:lnTo>
                  <a:pt x="368" y="0"/>
                </a:lnTo>
                <a:lnTo>
                  <a:pt x="378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89" name=""/>
          <p:cNvSpPr/>
          <p:nvPr/>
        </p:nvSpPr>
        <p:spPr>
          <a:xfrm>
            <a:off x="3893760" y="3258000"/>
            <a:ext cx="139680" cy="10080"/>
          </a:xfrm>
          <a:custGeom>
            <a:avLst/>
            <a:gdLst/>
            <a:ahLst/>
            <a:rect l="0" t="0" r="r" b="b"/>
            <a:pathLst>
              <a:path w="388" h="28">
                <a:moveTo>
                  <a:pt x="0" y="27"/>
                </a:moveTo>
                <a:lnTo>
                  <a:pt x="378" y="0"/>
                </a:lnTo>
                <a:lnTo>
                  <a:pt x="388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0" name=""/>
          <p:cNvSpPr/>
          <p:nvPr/>
        </p:nvSpPr>
        <p:spPr>
          <a:xfrm>
            <a:off x="3893760" y="3258000"/>
            <a:ext cx="143280" cy="10080"/>
          </a:xfrm>
          <a:custGeom>
            <a:avLst/>
            <a:gdLst/>
            <a:ahLst/>
            <a:rect l="0" t="0" r="r" b="b"/>
            <a:pathLst>
              <a:path w="398" h="28">
                <a:moveTo>
                  <a:pt x="0" y="28"/>
                </a:moveTo>
                <a:lnTo>
                  <a:pt x="388" y="0"/>
                </a:lnTo>
                <a:lnTo>
                  <a:pt x="398" y="0"/>
                </a:lnTo>
                <a:lnTo>
                  <a:pt x="0" y="28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1" name=""/>
          <p:cNvSpPr/>
          <p:nvPr/>
        </p:nvSpPr>
        <p:spPr>
          <a:xfrm>
            <a:off x="3893760" y="3258000"/>
            <a:ext cx="147240" cy="10440"/>
          </a:xfrm>
          <a:custGeom>
            <a:avLst/>
            <a:gdLst/>
            <a:ahLst/>
            <a:rect l="0" t="0" r="r" b="b"/>
            <a:pathLst>
              <a:path w="409" h="29">
                <a:moveTo>
                  <a:pt x="0" y="28"/>
                </a:moveTo>
                <a:lnTo>
                  <a:pt x="398" y="0"/>
                </a:lnTo>
                <a:lnTo>
                  <a:pt x="409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2" name=""/>
          <p:cNvSpPr/>
          <p:nvPr/>
        </p:nvSpPr>
        <p:spPr>
          <a:xfrm>
            <a:off x="3893760" y="3258000"/>
            <a:ext cx="150840" cy="10800"/>
          </a:xfrm>
          <a:custGeom>
            <a:avLst/>
            <a:gdLst/>
            <a:ahLst/>
            <a:rect l="0" t="0" r="r" b="b"/>
            <a:pathLst>
              <a:path w="419" h="30">
                <a:moveTo>
                  <a:pt x="0" y="29"/>
                </a:moveTo>
                <a:lnTo>
                  <a:pt x="409" y="0"/>
                </a:lnTo>
                <a:lnTo>
                  <a:pt x="419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3" name=""/>
          <p:cNvSpPr/>
          <p:nvPr/>
        </p:nvSpPr>
        <p:spPr>
          <a:xfrm>
            <a:off x="3893760" y="3258000"/>
            <a:ext cx="154440" cy="10800"/>
          </a:xfrm>
          <a:custGeom>
            <a:avLst/>
            <a:gdLst/>
            <a:ahLst/>
            <a:rect l="0" t="0" r="r" b="b"/>
            <a:pathLst>
              <a:path w="429" h="30">
                <a:moveTo>
                  <a:pt x="0" y="30"/>
                </a:moveTo>
                <a:lnTo>
                  <a:pt x="419" y="0"/>
                </a:lnTo>
                <a:lnTo>
                  <a:pt x="429" y="0"/>
                </a:lnTo>
                <a:lnTo>
                  <a:pt x="0" y="30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4" name=""/>
          <p:cNvSpPr/>
          <p:nvPr/>
        </p:nvSpPr>
        <p:spPr>
          <a:xfrm>
            <a:off x="3893760" y="3258000"/>
            <a:ext cx="161640" cy="11520"/>
          </a:xfrm>
          <a:custGeom>
            <a:avLst/>
            <a:gdLst/>
            <a:ahLst/>
            <a:rect l="0" t="0" r="r" b="b"/>
            <a:pathLst>
              <a:path w="449" h="32">
                <a:moveTo>
                  <a:pt x="0" y="30"/>
                </a:moveTo>
                <a:lnTo>
                  <a:pt x="429" y="0"/>
                </a:lnTo>
                <a:lnTo>
                  <a:pt x="449" y="0"/>
                </a:lnTo>
                <a:lnTo>
                  <a:pt x="0" y="32"/>
                </a:lnTo>
                <a:lnTo>
                  <a:pt x="0" y="30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5" name=""/>
          <p:cNvSpPr/>
          <p:nvPr/>
        </p:nvSpPr>
        <p:spPr>
          <a:xfrm>
            <a:off x="3893760" y="3258000"/>
            <a:ext cx="169200" cy="11880"/>
          </a:xfrm>
          <a:custGeom>
            <a:avLst/>
            <a:gdLst/>
            <a:ahLst/>
            <a:rect l="0" t="0" r="r" b="b"/>
            <a:pathLst>
              <a:path w="470" h="33">
                <a:moveTo>
                  <a:pt x="0" y="32"/>
                </a:moveTo>
                <a:lnTo>
                  <a:pt x="449" y="0"/>
                </a:lnTo>
                <a:lnTo>
                  <a:pt x="470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6" name=""/>
          <p:cNvSpPr/>
          <p:nvPr/>
        </p:nvSpPr>
        <p:spPr>
          <a:xfrm>
            <a:off x="3893760" y="3258000"/>
            <a:ext cx="172800" cy="12240"/>
          </a:xfrm>
          <a:custGeom>
            <a:avLst/>
            <a:gdLst/>
            <a:ahLst/>
            <a:rect l="0" t="0" r="r" b="b"/>
            <a:pathLst>
              <a:path w="480" h="34">
                <a:moveTo>
                  <a:pt x="0" y="33"/>
                </a:moveTo>
                <a:lnTo>
                  <a:pt x="470" y="0"/>
                </a:lnTo>
                <a:lnTo>
                  <a:pt x="480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7" name=""/>
          <p:cNvSpPr/>
          <p:nvPr/>
        </p:nvSpPr>
        <p:spPr>
          <a:xfrm>
            <a:off x="3893760" y="3258000"/>
            <a:ext cx="176400" cy="12600"/>
          </a:xfrm>
          <a:custGeom>
            <a:avLst/>
            <a:gdLst/>
            <a:ahLst/>
            <a:rect l="0" t="0" r="r" b="b"/>
            <a:pathLst>
              <a:path w="490" h="35">
                <a:moveTo>
                  <a:pt x="0" y="34"/>
                </a:moveTo>
                <a:lnTo>
                  <a:pt x="480" y="0"/>
                </a:lnTo>
                <a:lnTo>
                  <a:pt x="490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8" name=""/>
          <p:cNvSpPr/>
          <p:nvPr/>
        </p:nvSpPr>
        <p:spPr>
          <a:xfrm>
            <a:off x="3893760" y="3258000"/>
            <a:ext cx="180000" cy="12600"/>
          </a:xfrm>
          <a:custGeom>
            <a:avLst/>
            <a:gdLst/>
            <a:ahLst/>
            <a:rect l="0" t="0" r="r" b="b"/>
            <a:pathLst>
              <a:path w="500" h="35">
                <a:moveTo>
                  <a:pt x="0" y="35"/>
                </a:moveTo>
                <a:lnTo>
                  <a:pt x="490" y="0"/>
                </a:lnTo>
                <a:lnTo>
                  <a:pt x="500" y="0"/>
                </a:lnTo>
                <a:lnTo>
                  <a:pt x="0" y="3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399" name=""/>
          <p:cNvSpPr/>
          <p:nvPr/>
        </p:nvSpPr>
        <p:spPr>
          <a:xfrm>
            <a:off x="3893760" y="3258000"/>
            <a:ext cx="183960" cy="12960"/>
          </a:xfrm>
          <a:custGeom>
            <a:avLst/>
            <a:gdLst/>
            <a:ahLst/>
            <a:rect l="0" t="0" r="r" b="b"/>
            <a:pathLst>
              <a:path w="511" h="36">
                <a:moveTo>
                  <a:pt x="0" y="35"/>
                </a:moveTo>
                <a:lnTo>
                  <a:pt x="500" y="0"/>
                </a:lnTo>
                <a:lnTo>
                  <a:pt x="511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0" name=""/>
          <p:cNvSpPr/>
          <p:nvPr/>
        </p:nvSpPr>
        <p:spPr>
          <a:xfrm>
            <a:off x="3893760" y="3258000"/>
            <a:ext cx="191160" cy="13320"/>
          </a:xfrm>
          <a:custGeom>
            <a:avLst/>
            <a:gdLst/>
            <a:ahLst/>
            <a:rect l="0" t="0" r="r" b="b"/>
            <a:pathLst>
              <a:path w="531" h="37">
                <a:moveTo>
                  <a:pt x="0" y="36"/>
                </a:moveTo>
                <a:lnTo>
                  <a:pt x="511" y="0"/>
                </a:lnTo>
                <a:lnTo>
                  <a:pt x="531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1" name=""/>
          <p:cNvSpPr/>
          <p:nvPr/>
        </p:nvSpPr>
        <p:spPr>
          <a:xfrm>
            <a:off x="3893760" y="3258000"/>
            <a:ext cx="198360" cy="14040"/>
          </a:xfrm>
          <a:custGeom>
            <a:avLst/>
            <a:gdLst/>
            <a:ahLst/>
            <a:rect l="0" t="0" r="r" b="b"/>
            <a:pathLst>
              <a:path w="551" h="39">
                <a:moveTo>
                  <a:pt x="0" y="37"/>
                </a:moveTo>
                <a:lnTo>
                  <a:pt x="531" y="0"/>
                </a:lnTo>
                <a:lnTo>
                  <a:pt x="551" y="0"/>
                </a:lnTo>
                <a:lnTo>
                  <a:pt x="0" y="39"/>
                </a:lnTo>
                <a:lnTo>
                  <a:pt x="0" y="3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2" name=""/>
          <p:cNvSpPr/>
          <p:nvPr/>
        </p:nvSpPr>
        <p:spPr>
          <a:xfrm>
            <a:off x="3893760" y="3258000"/>
            <a:ext cx="202320" cy="14040"/>
          </a:xfrm>
          <a:custGeom>
            <a:avLst/>
            <a:gdLst/>
            <a:ahLst/>
            <a:rect l="0" t="0" r="r" b="b"/>
            <a:pathLst>
              <a:path w="562" h="39">
                <a:moveTo>
                  <a:pt x="0" y="39"/>
                </a:moveTo>
                <a:lnTo>
                  <a:pt x="551" y="0"/>
                </a:lnTo>
                <a:lnTo>
                  <a:pt x="562" y="0"/>
                </a:lnTo>
                <a:lnTo>
                  <a:pt x="0" y="39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3" name=""/>
          <p:cNvSpPr/>
          <p:nvPr/>
        </p:nvSpPr>
        <p:spPr>
          <a:xfrm>
            <a:off x="3893760" y="3258000"/>
            <a:ext cx="205920" cy="14400"/>
          </a:xfrm>
          <a:custGeom>
            <a:avLst/>
            <a:gdLst/>
            <a:ahLst/>
            <a:rect l="0" t="0" r="r" b="b"/>
            <a:pathLst>
              <a:path w="572" h="40">
                <a:moveTo>
                  <a:pt x="0" y="39"/>
                </a:moveTo>
                <a:lnTo>
                  <a:pt x="562" y="0"/>
                </a:lnTo>
                <a:lnTo>
                  <a:pt x="572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4" name=""/>
          <p:cNvSpPr/>
          <p:nvPr/>
        </p:nvSpPr>
        <p:spPr>
          <a:xfrm>
            <a:off x="3893760" y="3258000"/>
            <a:ext cx="209520" cy="14760"/>
          </a:xfrm>
          <a:custGeom>
            <a:avLst/>
            <a:gdLst/>
            <a:ahLst/>
            <a:rect l="0" t="0" r="r" b="b"/>
            <a:pathLst>
              <a:path w="582" h="41">
                <a:moveTo>
                  <a:pt x="0" y="40"/>
                </a:moveTo>
                <a:lnTo>
                  <a:pt x="572" y="0"/>
                </a:lnTo>
                <a:lnTo>
                  <a:pt x="582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5" name=""/>
          <p:cNvSpPr/>
          <p:nvPr/>
        </p:nvSpPr>
        <p:spPr>
          <a:xfrm>
            <a:off x="3893760" y="3258000"/>
            <a:ext cx="213120" cy="14760"/>
          </a:xfrm>
          <a:custGeom>
            <a:avLst/>
            <a:gdLst/>
            <a:ahLst/>
            <a:rect l="0" t="0" r="r" b="b"/>
            <a:pathLst>
              <a:path w="592" h="41">
                <a:moveTo>
                  <a:pt x="0" y="41"/>
                </a:moveTo>
                <a:lnTo>
                  <a:pt x="582" y="0"/>
                </a:lnTo>
                <a:lnTo>
                  <a:pt x="592" y="0"/>
                </a:lnTo>
                <a:lnTo>
                  <a:pt x="0" y="41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6" name=""/>
          <p:cNvSpPr/>
          <p:nvPr/>
        </p:nvSpPr>
        <p:spPr>
          <a:xfrm>
            <a:off x="3893760" y="3258000"/>
            <a:ext cx="220680" cy="15480"/>
          </a:xfrm>
          <a:custGeom>
            <a:avLst/>
            <a:gdLst/>
            <a:ahLst/>
            <a:rect l="0" t="0" r="r" b="b"/>
            <a:pathLst>
              <a:path w="613" h="43">
                <a:moveTo>
                  <a:pt x="0" y="41"/>
                </a:moveTo>
                <a:lnTo>
                  <a:pt x="592" y="0"/>
                </a:lnTo>
                <a:lnTo>
                  <a:pt x="613" y="0"/>
                </a:lnTo>
                <a:lnTo>
                  <a:pt x="0" y="43"/>
                </a:lnTo>
                <a:lnTo>
                  <a:pt x="0" y="41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7" name=""/>
          <p:cNvSpPr/>
          <p:nvPr/>
        </p:nvSpPr>
        <p:spPr>
          <a:xfrm>
            <a:off x="3893760" y="3258000"/>
            <a:ext cx="227880" cy="16200"/>
          </a:xfrm>
          <a:custGeom>
            <a:avLst/>
            <a:gdLst/>
            <a:ahLst/>
            <a:rect l="0" t="0" r="r" b="b"/>
            <a:pathLst>
              <a:path w="633" h="45">
                <a:moveTo>
                  <a:pt x="0" y="43"/>
                </a:moveTo>
                <a:lnTo>
                  <a:pt x="613" y="0"/>
                </a:lnTo>
                <a:lnTo>
                  <a:pt x="633" y="0"/>
                </a:lnTo>
                <a:lnTo>
                  <a:pt x="0" y="45"/>
                </a:lnTo>
                <a:lnTo>
                  <a:pt x="0" y="43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8" name=""/>
          <p:cNvSpPr/>
          <p:nvPr/>
        </p:nvSpPr>
        <p:spPr>
          <a:xfrm>
            <a:off x="3893760" y="3258000"/>
            <a:ext cx="231480" cy="16200"/>
          </a:xfrm>
          <a:custGeom>
            <a:avLst/>
            <a:gdLst/>
            <a:ahLst/>
            <a:rect l="0" t="0" r="r" b="b"/>
            <a:pathLst>
              <a:path w="643" h="45">
                <a:moveTo>
                  <a:pt x="0" y="44"/>
                </a:moveTo>
                <a:lnTo>
                  <a:pt x="633" y="0"/>
                </a:lnTo>
                <a:lnTo>
                  <a:pt x="643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09" name=""/>
          <p:cNvSpPr/>
          <p:nvPr/>
        </p:nvSpPr>
        <p:spPr>
          <a:xfrm>
            <a:off x="3893760" y="3258000"/>
            <a:ext cx="235080" cy="16560"/>
          </a:xfrm>
          <a:custGeom>
            <a:avLst/>
            <a:gdLst/>
            <a:ahLst/>
            <a:rect l="0" t="0" r="r" b="b"/>
            <a:pathLst>
              <a:path w="653" h="46">
                <a:moveTo>
                  <a:pt x="0" y="45"/>
                </a:moveTo>
                <a:lnTo>
                  <a:pt x="643" y="0"/>
                </a:lnTo>
                <a:lnTo>
                  <a:pt x="653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0" name=""/>
          <p:cNvSpPr/>
          <p:nvPr/>
        </p:nvSpPr>
        <p:spPr>
          <a:xfrm>
            <a:off x="3893760" y="3258000"/>
            <a:ext cx="242640" cy="16920"/>
          </a:xfrm>
          <a:custGeom>
            <a:avLst/>
            <a:gdLst/>
            <a:ahLst/>
            <a:rect l="0" t="0" r="r" b="b"/>
            <a:pathLst>
              <a:path w="674" h="47">
                <a:moveTo>
                  <a:pt x="0" y="46"/>
                </a:moveTo>
                <a:lnTo>
                  <a:pt x="653" y="0"/>
                </a:lnTo>
                <a:lnTo>
                  <a:pt x="674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1" name=""/>
          <p:cNvSpPr/>
          <p:nvPr/>
        </p:nvSpPr>
        <p:spPr>
          <a:xfrm>
            <a:off x="3893760" y="3258000"/>
            <a:ext cx="246240" cy="17280"/>
          </a:xfrm>
          <a:custGeom>
            <a:avLst/>
            <a:gdLst/>
            <a:ahLst/>
            <a:rect l="0" t="0" r="r" b="b"/>
            <a:pathLst>
              <a:path w="684" h="48">
                <a:moveTo>
                  <a:pt x="0" y="47"/>
                </a:moveTo>
                <a:lnTo>
                  <a:pt x="674" y="0"/>
                </a:lnTo>
                <a:lnTo>
                  <a:pt x="684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2" name=""/>
          <p:cNvSpPr/>
          <p:nvPr/>
        </p:nvSpPr>
        <p:spPr>
          <a:xfrm>
            <a:off x="3893760" y="3258000"/>
            <a:ext cx="249840" cy="17280"/>
          </a:xfrm>
          <a:custGeom>
            <a:avLst/>
            <a:gdLst/>
            <a:ahLst/>
            <a:rect l="0" t="0" r="r" b="b"/>
            <a:pathLst>
              <a:path w="694" h="48">
                <a:moveTo>
                  <a:pt x="0" y="48"/>
                </a:moveTo>
                <a:lnTo>
                  <a:pt x="684" y="0"/>
                </a:lnTo>
                <a:lnTo>
                  <a:pt x="694" y="0"/>
                </a:lnTo>
                <a:lnTo>
                  <a:pt x="0" y="48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3" name=""/>
          <p:cNvSpPr/>
          <p:nvPr/>
        </p:nvSpPr>
        <p:spPr>
          <a:xfrm>
            <a:off x="3893760" y="3258000"/>
            <a:ext cx="253440" cy="17640"/>
          </a:xfrm>
          <a:custGeom>
            <a:avLst/>
            <a:gdLst/>
            <a:ahLst/>
            <a:rect l="0" t="0" r="r" b="b"/>
            <a:pathLst>
              <a:path w="704" h="49">
                <a:moveTo>
                  <a:pt x="0" y="48"/>
                </a:moveTo>
                <a:lnTo>
                  <a:pt x="694" y="0"/>
                </a:lnTo>
                <a:lnTo>
                  <a:pt x="704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4" name=""/>
          <p:cNvSpPr/>
          <p:nvPr/>
        </p:nvSpPr>
        <p:spPr>
          <a:xfrm>
            <a:off x="3893760" y="3258000"/>
            <a:ext cx="257400" cy="18000"/>
          </a:xfrm>
          <a:custGeom>
            <a:avLst/>
            <a:gdLst/>
            <a:ahLst/>
            <a:rect l="0" t="0" r="r" b="b"/>
            <a:pathLst>
              <a:path w="715" h="50">
                <a:moveTo>
                  <a:pt x="0" y="49"/>
                </a:moveTo>
                <a:lnTo>
                  <a:pt x="704" y="0"/>
                </a:lnTo>
                <a:lnTo>
                  <a:pt x="715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5" name=""/>
          <p:cNvSpPr/>
          <p:nvPr/>
        </p:nvSpPr>
        <p:spPr>
          <a:xfrm>
            <a:off x="3893760" y="3258000"/>
            <a:ext cx="264600" cy="18360"/>
          </a:xfrm>
          <a:custGeom>
            <a:avLst/>
            <a:gdLst/>
            <a:ahLst/>
            <a:rect l="0" t="0" r="r" b="b"/>
            <a:pathLst>
              <a:path w="735" h="51">
                <a:moveTo>
                  <a:pt x="0" y="50"/>
                </a:moveTo>
                <a:lnTo>
                  <a:pt x="715" y="0"/>
                </a:lnTo>
                <a:lnTo>
                  <a:pt x="735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6" name=""/>
          <p:cNvSpPr/>
          <p:nvPr/>
        </p:nvSpPr>
        <p:spPr>
          <a:xfrm>
            <a:off x="3893760" y="3258000"/>
            <a:ext cx="268200" cy="18720"/>
          </a:xfrm>
          <a:custGeom>
            <a:avLst/>
            <a:gdLst/>
            <a:ahLst/>
            <a:rect l="0" t="0" r="r" b="b"/>
            <a:pathLst>
              <a:path w="745" h="52">
                <a:moveTo>
                  <a:pt x="0" y="51"/>
                </a:moveTo>
                <a:lnTo>
                  <a:pt x="735" y="0"/>
                </a:lnTo>
                <a:lnTo>
                  <a:pt x="745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7" name=""/>
          <p:cNvSpPr/>
          <p:nvPr/>
        </p:nvSpPr>
        <p:spPr>
          <a:xfrm>
            <a:off x="3893760" y="3258000"/>
            <a:ext cx="271800" cy="19080"/>
          </a:xfrm>
          <a:custGeom>
            <a:avLst/>
            <a:gdLst/>
            <a:ahLst/>
            <a:rect l="0" t="0" r="r" b="b"/>
            <a:pathLst>
              <a:path w="755" h="53">
                <a:moveTo>
                  <a:pt x="0" y="52"/>
                </a:moveTo>
                <a:lnTo>
                  <a:pt x="745" y="0"/>
                </a:lnTo>
                <a:lnTo>
                  <a:pt x="75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8" name=""/>
          <p:cNvSpPr/>
          <p:nvPr/>
        </p:nvSpPr>
        <p:spPr>
          <a:xfrm>
            <a:off x="3893760" y="3258000"/>
            <a:ext cx="275760" cy="19080"/>
          </a:xfrm>
          <a:custGeom>
            <a:avLst/>
            <a:gdLst/>
            <a:ahLst/>
            <a:rect l="0" t="0" r="r" b="b"/>
            <a:pathLst>
              <a:path w="766" h="53">
                <a:moveTo>
                  <a:pt x="0" y="53"/>
                </a:moveTo>
                <a:lnTo>
                  <a:pt x="755" y="0"/>
                </a:lnTo>
                <a:lnTo>
                  <a:pt x="766" y="0"/>
                </a:lnTo>
                <a:lnTo>
                  <a:pt x="0" y="53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19" name=""/>
          <p:cNvSpPr/>
          <p:nvPr/>
        </p:nvSpPr>
        <p:spPr>
          <a:xfrm>
            <a:off x="3893760" y="3258000"/>
            <a:ext cx="279360" cy="19440"/>
          </a:xfrm>
          <a:custGeom>
            <a:avLst/>
            <a:gdLst/>
            <a:ahLst/>
            <a:rect l="0" t="0" r="r" b="b"/>
            <a:pathLst>
              <a:path w="776" h="54">
                <a:moveTo>
                  <a:pt x="0" y="53"/>
                </a:moveTo>
                <a:lnTo>
                  <a:pt x="766" y="0"/>
                </a:lnTo>
                <a:lnTo>
                  <a:pt x="776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0" name=""/>
          <p:cNvSpPr/>
          <p:nvPr/>
        </p:nvSpPr>
        <p:spPr>
          <a:xfrm>
            <a:off x="3893760" y="3258000"/>
            <a:ext cx="282960" cy="19800"/>
          </a:xfrm>
          <a:custGeom>
            <a:avLst/>
            <a:gdLst/>
            <a:ahLst/>
            <a:rect l="0" t="0" r="r" b="b"/>
            <a:pathLst>
              <a:path w="786" h="55">
                <a:moveTo>
                  <a:pt x="0" y="54"/>
                </a:moveTo>
                <a:lnTo>
                  <a:pt x="776" y="0"/>
                </a:lnTo>
                <a:lnTo>
                  <a:pt x="786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1" name=""/>
          <p:cNvSpPr/>
          <p:nvPr/>
        </p:nvSpPr>
        <p:spPr>
          <a:xfrm>
            <a:off x="3893760" y="3258000"/>
            <a:ext cx="286560" cy="19800"/>
          </a:xfrm>
          <a:custGeom>
            <a:avLst/>
            <a:gdLst/>
            <a:ahLst/>
            <a:rect l="0" t="0" r="r" b="b"/>
            <a:pathLst>
              <a:path w="796" h="55">
                <a:moveTo>
                  <a:pt x="0" y="55"/>
                </a:moveTo>
                <a:lnTo>
                  <a:pt x="786" y="0"/>
                </a:lnTo>
                <a:lnTo>
                  <a:pt x="796" y="0"/>
                </a:lnTo>
                <a:lnTo>
                  <a:pt x="0" y="55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2" name=""/>
          <p:cNvSpPr/>
          <p:nvPr/>
        </p:nvSpPr>
        <p:spPr>
          <a:xfrm>
            <a:off x="3893760" y="3258000"/>
            <a:ext cx="294120" cy="20520"/>
          </a:xfrm>
          <a:custGeom>
            <a:avLst/>
            <a:gdLst/>
            <a:ahLst/>
            <a:rect l="0" t="0" r="r" b="b"/>
            <a:pathLst>
              <a:path w="817" h="57">
                <a:moveTo>
                  <a:pt x="0" y="55"/>
                </a:moveTo>
                <a:lnTo>
                  <a:pt x="796" y="0"/>
                </a:lnTo>
                <a:lnTo>
                  <a:pt x="817" y="0"/>
                </a:lnTo>
                <a:lnTo>
                  <a:pt x="0" y="57"/>
                </a:lnTo>
                <a:lnTo>
                  <a:pt x="0" y="55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3" name=""/>
          <p:cNvSpPr/>
          <p:nvPr/>
        </p:nvSpPr>
        <p:spPr>
          <a:xfrm>
            <a:off x="3893760" y="3258000"/>
            <a:ext cx="297720" cy="20520"/>
          </a:xfrm>
          <a:custGeom>
            <a:avLst/>
            <a:gdLst/>
            <a:ahLst/>
            <a:rect l="0" t="0" r="r" b="b"/>
            <a:pathLst>
              <a:path w="827" h="57">
                <a:moveTo>
                  <a:pt x="0" y="57"/>
                </a:moveTo>
                <a:lnTo>
                  <a:pt x="817" y="0"/>
                </a:lnTo>
                <a:lnTo>
                  <a:pt x="827" y="0"/>
                </a:lnTo>
                <a:lnTo>
                  <a:pt x="0" y="57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4" name=""/>
          <p:cNvSpPr/>
          <p:nvPr/>
        </p:nvSpPr>
        <p:spPr>
          <a:xfrm>
            <a:off x="3893760" y="3258000"/>
            <a:ext cx="301320" cy="20880"/>
          </a:xfrm>
          <a:custGeom>
            <a:avLst/>
            <a:gdLst/>
            <a:ahLst/>
            <a:rect l="0" t="0" r="r" b="b"/>
            <a:pathLst>
              <a:path w="837" h="58">
                <a:moveTo>
                  <a:pt x="0" y="57"/>
                </a:moveTo>
                <a:lnTo>
                  <a:pt x="827" y="0"/>
                </a:lnTo>
                <a:lnTo>
                  <a:pt x="83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5" name=""/>
          <p:cNvSpPr/>
          <p:nvPr/>
        </p:nvSpPr>
        <p:spPr>
          <a:xfrm>
            <a:off x="3893760" y="3258000"/>
            <a:ext cx="304920" cy="21240"/>
          </a:xfrm>
          <a:custGeom>
            <a:avLst/>
            <a:gdLst/>
            <a:ahLst/>
            <a:rect l="0" t="0" r="r" b="b"/>
            <a:pathLst>
              <a:path w="847" h="59">
                <a:moveTo>
                  <a:pt x="0" y="58"/>
                </a:moveTo>
                <a:lnTo>
                  <a:pt x="837" y="0"/>
                </a:lnTo>
                <a:lnTo>
                  <a:pt x="847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6" name=""/>
          <p:cNvSpPr/>
          <p:nvPr/>
        </p:nvSpPr>
        <p:spPr>
          <a:xfrm>
            <a:off x="3893760" y="3258000"/>
            <a:ext cx="308520" cy="21240"/>
          </a:xfrm>
          <a:custGeom>
            <a:avLst/>
            <a:gdLst/>
            <a:ahLst/>
            <a:rect l="0" t="0" r="r" b="b"/>
            <a:pathLst>
              <a:path w="857" h="59">
                <a:moveTo>
                  <a:pt x="0" y="59"/>
                </a:moveTo>
                <a:lnTo>
                  <a:pt x="847" y="0"/>
                </a:lnTo>
                <a:lnTo>
                  <a:pt x="857" y="0"/>
                </a:lnTo>
                <a:lnTo>
                  <a:pt x="0" y="59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7" name=""/>
          <p:cNvSpPr/>
          <p:nvPr/>
        </p:nvSpPr>
        <p:spPr>
          <a:xfrm>
            <a:off x="3893760" y="3258000"/>
            <a:ext cx="312480" cy="21600"/>
          </a:xfrm>
          <a:custGeom>
            <a:avLst/>
            <a:gdLst/>
            <a:ahLst/>
            <a:rect l="0" t="0" r="r" b="b"/>
            <a:pathLst>
              <a:path w="868" h="60">
                <a:moveTo>
                  <a:pt x="0" y="59"/>
                </a:moveTo>
                <a:lnTo>
                  <a:pt x="857" y="0"/>
                </a:lnTo>
                <a:lnTo>
                  <a:pt x="868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8" name=""/>
          <p:cNvSpPr/>
          <p:nvPr/>
        </p:nvSpPr>
        <p:spPr>
          <a:xfrm>
            <a:off x="3893760" y="3258000"/>
            <a:ext cx="316080" cy="21960"/>
          </a:xfrm>
          <a:custGeom>
            <a:avLst/>
            <a:gdLst/>
            <a:ahLst/>
            <a:rect l="0" t="0" r="r" b="b"/>
            <a:pathLst>
              <a:path w="878" h="61">
                <a:moveTo>
                  <a:pt x="0" y="60"/>
                </a:moveTo>
                <a:lnTo>
                  <a:pt x="868" y="0"/>
                </a:lnTo>
                <a:lnTo>
                  <a:pt x="878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29" name=""/>
          <p:cNvSpPr/>
          <p:nvPr/>
        </p:nvSpPr>
        <p:spPr>
          <a:xfrm>
            <a:off x="3893760" y="3258000"/>
            <a:ext cx="319680" cy="22320"/>
          </a:xfrm>
          <a:custGeom>
            <a:avLst/>
            <a:gdLst/>
            <a:ahLst/>
            <a:rect l="0" t="0" r="r" b="b"/>
            <a:pathLst>
              <a:path w="888" h="62">
                <a:moveTo>
                  <a:pt x="0" y="61"/>
                </a:moveTo>
                <a:lnTo>
                  <a:pt x="878" y="0"/>
                </a:lnTo>
                <a:lnTo>
                  <a:pt x="888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0" name=""/>
          <p:cNvSpPr/>
          <p:nvPr/>
        </p:nvSpPr>
        <p:spPr>
          <a:xfrm>
            <a:off x="3893760" y="3258000"/>
            <a:ext cx="323280" cy="22320"/>
          </a:xfrm>
          <a:custGeom>
            <a:avLst/>
            <a:gdLst/>
            <a:ahLst/>
            <a:rect l="0" t="0" r="r" b="b"/>
            <a:pathLst>
              <a:path w="898" h="62">
                <a:moveTo>
                  <a:pt x="0" y="62"/>
                </a:moveTo>
                <a:lnTo>
                  <a:pt x="888" y="0"/>
                </a:lnTo>
                <a:lnTo>
                  <a:pt x="898" y="0"/>
                </a:lnTo>
                <a:lnTo>
                  <a:pt x="0" y="62"/>
                </a:lnTo>
                <a:close/>
              </a:path>
            </a:pathLst>
          </a:custGeom>
          <a:solidFill>
            <a:srgbClr val="eee5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1" name=""/>
          <p:cNvSpPr/>
          <p:nvPr/>
        </p:nvSpPr>
        <p:spPr>
          <a:xfrm>
            <a:off x="3893760" y="3258000"/>
            <a:ext cx="326880" cy="22680"/>
          </a:xfrm>
          <a:custGeom>
            <a:avLst/>
            <a:gdLst/>
            <a:ahLst/>
            <a:rect l="0" t="0" r="r" b="b"/>
            <a:pathLst>
              <a:path w="908" h="63">
                <a:moveTo>
                  <a:pt x="0" y="62"/>
                </a:moveTo>
                <a:lnTo>
                  <a:pt x="898" y="0"/>
                </a:lnTo>
                <a:lnTo>
                  <a:pt x="908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2" name=""/>
          <p:cNvSpPr/>
          <p:nvPr/>
        </p:nvSpPr>
        <p:spPr>
          <a:xfrm>
            <a:off x="3893760" y="3258000"/>
            <a:ext cx="330840" cy="23040"/>
          </a:xfrm>
          <a:custGeom>
            <a:avLst/>
            <a:gdLst/>
            <a:ahLst/>
            <a:rect l="0" t="0" r="r" b="b"/>
            <a:pathLst>
              <a:path w="919" h="64">
                <a:moveTo>
                  <a:pt x="0" y="63"/>
                </a:moveTo>
                <a:lnTo>
                  <a:pt x="908" y="0"/>
                </a:lnTo>
                <a:lnTo>
                  <a:pt x="919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3" name=""/>
          <p:cNvSpPr/>
          <p:nvPr/>
        </p:nvSpPr>
        <p:spPr>
          <a:xfrm>
            <a:off x="3893760" y="3258000"/>
            <a:ext cx="334440" cy="23040"/>
          </a:xfrm>
          <a:custGeom>
            <a:avLst/>
            <a:gdLst/>
            <a:ahLst/>
            <a:rect l="0" t="0" r="r" b="b"/>
            <a:pathLst>
              <a:path w="929" h="64">
                <a:moveTo>
                  <a:pt x="0" y="64"/>
                </a:moveTo>
                <a:lnTo>
                  <a:pt x="919" y="0"/>
                </a:lnTo>
                <a:lnTo>
                  <a:pt x="929" y="0"/>
                </a:lnTo>
                <a:lnTo>
                  <a:pt x="0" y="64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4" name=""/>
          <p:cNvSpPr/>
          <p:nvPr/>
        </p:nvSpPr>
        <p:spPr>
          <a:xfrm>
            <a:off x="3893760" y="3258000"/>
            <a:ext cx="338040" cy="23400"/>
          </a:xfrm>
          <a:custGeom>
            <a:avLst/>
            <a:gdLst/>
            <a:ahLst/>
            <a:rect l="0" t="0" r="r" b="b"/>
            <a:pathLst>
              <a:path w="939" h="65">
                <a:moveTo>
                  <a:pt x="0" y="64"/>
                </a:moveTo>
                <a:lnTo>
                  <a:pt x="929" y="0"/>
                </a:lnTo>
                <a:lnTo>
                  <a:pt x="939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ede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5" name=""/>
          <p:cNvSpPr/>
          <p:nvPr/>
        </p:nvSpPr>
        <p:spPr>
          <a:xfrm>
            <a:off x="3893760" y="3258000"/>
            <a:ext cx="341640" cy="23760"/>
          </a:xfrm>
          <a:custGeom>
            <a:avLst/>
            <a:gdLst/>
            <a:ahLst/>
            <a:rect l="0" t="0" r="r" b="b"/>
            <a:pathLst>
              <a:path w="949" h="66">
                <a:moveTo>
                  <a:pt x="0" y="65"/>
                </a:moveTo>
                <a:lnTo>
                  <a:pt x="939" y="0"/>
                </a:lnTo>
                <a:lnTo>
                  <a:pt x="949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6" name=""/>
          <p:cNvSpPr/>
          <p:nvPr/>
        </p:nvSpPr>
        <p:spPr>
          <a:xfrm>
            <a:off x="3893760" y="3258000"/>
            <a:ext cx="345240" cy="23760"/>
          </a:xfrm>
          <a:custGeom>
            <a:avLst/>
            <a:gdLst/>
            <a:ahLst/>
            <a:rect l="0" t="0" r="r" b="b"/>
            <a:pathLst>
              <a:path w="959" h="66">
                <a:moveTo>
                  <a:pt x="0" y="66"/>
                </a:moveTo>
                <a:lnTo>
                  <a:pt x="949" y="0"/>
                </a:lnTo>
                <a:lnTo>
                  <a:pt x="959" y="0"/>
                </a:lnTo>
                <a:lnTo>
                  <a:pt x="0" y="66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7" name=""/>
          <p:cNvSpPr/>
          <p:nvPr/>
        </p:nvSpPr>
        <p:spPr>
          <a:xfrm>
            <a:off x="3893760" y="3258000"/>
            <a:ext cx="352800" cy="24480"/>
          </a:xfrm>
          <a:custGeom>
            <a:avLst/>
            <a:gdLst/>
            <a:ahLst/>
            <a:rect l="0" t="0" r="r" b="b"/>
            <a:pathLst>
              <a:path w="980" h="68">
                <a:moveTo>
                  <a:pt x="0" y="66"/>
                </a:moveTo>
                <a:lnTo>
                  <a:pt x="959" y="0"/>
                </a:lnTo>
                <a:lnTo>
                  <a:pt x="980" y="0"/>
                </a:lnTo>
                <a:lnTo>
                  <a:pt x="0" y="68"/>
                </a:lnTo>
                <a:lnTo>
                  <a:pt x="0" y="66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8" name=""/>
          <p:cNvSpPr/>
          <p:nvPr/>
        </p:nvSpPr>
        <p:spPr>
          <a:xfrm>
            <a:off x="3893760" y="3258000"/>
            <a:ext cx="356400" cy="24480"/>
          </a:xfrm>
          <a:custGeom>
            <a:avLst/>
            <a:gdLst/>
            <a:ahLst/>
            <a:rect l="0" t="0" r="r" b="b"/>
            <a:pathLst>
              <a:path w="990" h="68">
                <a:moveTo>
                  <a:pt x="0" y="68"/>
                </a:moveTo>
                <a:lnTo>
                  <a:pt x="980" y="0"/>
                </a:lnTo>
                <a:lnTo>
                  <a:pt x="990" y="0"/>
                </a:lnTo>
                <a:lnTo>
                  <a:pt x="0" y="68"/>
                </a:lnTo>
                <a:close/>
              </a:path>
            </a:pathLst>
          </a:custGeom>
          <a:solidFill>
            <a:srgbClr val="ece0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39" name=""/>
          <p:cNvSpPr/>
          <p:nvPr/>
        </p:nvSpPr>
        <p:spPr>
          <a:xfrm>
            <a:off x="3893760" y="3258000"/>
            <a:ext cx="360000" cy="24840"/>
          </a:xfrm>
          <a:custGeom>
            <a:avLst/>
            <a:gdLst/>
            <a:ahLst/>
            <a:rect l="0" t="0" r="r" b="b"/>
            <a:pathLst>
              <a:path w="1000" h="69">
                <a:moveTo>
                  <a:pt x="0" y="68"/>
                </a:moveTo>
                <a:lnTo>
                  <a:pt x="990" y="0"/>
                </a:lnTo>
                <a:lnTo>
                  <a:pt x="1000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0" name=""/>
          <p:cNvSpPr/>
          <p:nvPr/>
        </p:nvSpPr>
        <p:spPr>
          <a:xfrm>
            <a:off x="3893760" y="3258000"/>
            <a:ext cx="363600" cy="25200"/>
          </a:xfrm>
          <a:custGeom>
            <a:avLst/>
            <a:gdLst/>
            <a:ahLst/>
            <a:rect l="0" t="0" r="r" b="b"/>
            <a:pathLst>
              <a:path w="1010" h="70">
                <a:moveTo>
                  <a:pt x="0" y="69"/>
                </a:moveTo>
                <a:lnTo>
                  <a:pt x="1000" y="0"/>
                </a:lnTo>
                <a:lnTo>
                  <a:pt x="1010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1" name=""/>
          <p:cNvSpPr/>
          <p:nvPr/>
        </p:nvSpPr>
        <p:spPr>
          <a:xfrm>
            <a:off x="3893760" y="3258000"/>
            <a:ext cx="367560" cy="25560"/>
          </a:xfrm>
          <a:custGeom>
            <a:avLst/>
            <a:gdLst/>
            <a:ahLst/>
            <a:rect l="0" t="0" r="r" b="b"/>
            <a:pathLst>
              <a:path w="1021" h="71">
                <a:moveTo>
                  <a:pt x="0" y="70"/>
                </a:moveTo>
                <a:lnTo>
                  <a:pt x="1010" y="0"/>
                </a:lnTo>
                <a:lnTo>
                  <a:pt x="1021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2" name=""/>
          <p:cNvSpPr/>
          <p:nvPr/>
        </p:nvSpPr>
        <p:spPr>
          <a:xfrm>
            <a:off x="3893760" y="3258000"/>
            <a:ext cx="374760" cy="25920"/>
          </a:xfrm>
          <a:custGeom>
            <a:avLst/>
            <a:gdLst/>
            <a:ahLst/>
            <a:rect l="0" t="0" r="r" b="b"/>
            <a:pathLst>
              <a:path w="1041" h="72">
                <a:moveTo>
                  <a:pt x="0" y="71"/>
                </a:moveTo>
                <a:lnTo>
                  <a:pt x="1021" y="0"/>
                </a:lnTo>
                <a:lnTo>
                  <a:pt x="1041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3" name=""/>
          <p:cNvSpPr/>
          <p:nvPr/>
        </p:nvSpPr>
        <p:spPr>
          <a:xfrm>
            <a:off x="3893760" y="3258000"/>
            <a:ext cx="378360" cy="26280"/>
          </a:xfrm>
          <a:custGeom>
            <a:avLst/>
            <a:gdLst/>
            <a:ahLst/>
            <a:rect l="0" t="0" r="r" b="b"/>
            <a:pathLst>
              <a:path w="1051" h="73">
                <a:moveTo>
                  <a:pt x="0" y="72"/>
                </a:moveTo>
                <a:lnTo>
                  <a:pt x="1041" y="0"/>
                </a:lnTo>
                <a:lnTo>
                  <a:pt x="1051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4" name=""/>
          <p:cNvSpPr/>
          <p:nvPr/>
        </p:nvSpPr>
        <p:spPr>
          <a:xfrm>
            <a:off x="3893760" y="3258000"/>
            <a:ext cx="381960" cy="26280"/>
          </a:xfrm>
          <a:custGeom>
            <a:avLst/>
            <a:gdLst/>
            <a:ahLst/>
            <a:rect l="0" t="0" r="r" b="b"/>
            <a:pathLst>
              <a:path w="1061" h="73">
                <a:moveTo>
                  <a:pt x="0" y="73"/>
                </a:moveTo>
                <a:lnTo>
                  <a:pt x="1051" y="0"/>
                </a:lnTo>
                <a:lnTo>
                  <a:pt x="1061" y="0"/>
                </a:lnTo>
                <a:lnTo>
                  <a:pt x="0" y="73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5" name=""/>
          <p:cNvSpPr/>
          <p:nvPr/>
        </p:nvSpPr>
        <p:spPr>
          <a:xfrm>
            <a:off x="3893760" y="3258000"/>
            <a:ext cx="385920" cy="26640"/>
          </a:xfrm>
          <a:custGeom>
            <a:avLst/>
            <a:gdLst/>
            <a:ahLst/>
            <a:rect l="0" t="0" r="r" b="b"/>
            <a:pathLst>
              <a:path w="1072" h="74">
                <a:moveTo>
                  <a:pt x="0" y="73"/>
                </a:moveTo>
                <a:lnTo>
                  <a:pt x="1061" y="0"/>
                </a:lnTo>
                <a:lnTo>
                  <a:pt x="1072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6" name=""/>
          <p:cNvSpPr/>
          <p:nvPr/>
        </p:nvSpPr>
        <p:spPr>
          <a:xfrm>
            <a:off x="3893760" y="3258000"/>
            <a:ext cx="389520" cy="27000"/>
          </a:xfrm>
          <a:custGeom>
            <a:avLst/>
            <a:gdLst/>
            <a:ahLst/>
            <a:rect l="0" t="0" r="r" b="b"/>
            <a:pathLst>
              <a:path w="1082" h="75">
                <a:moveTo>
                  <a:pt x="0" y="74"/>
                </a:moveTo>
                <a:lnTo>
                  <a:pt x="1072" y="0"/>
                </a:lnTo>
                <a:lnTo>
                  <a:pt x="1082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7" name=""/>
          <p:cNvSpPr/>
          <p:nvPr/>
        </p:nvSpPr>
        <p:spPr>
          <a:xfrm>
            <a:off x="3893760" y="3258000"/>
            <a:ext cx="393120" cy="27000"/>
          </a:xfrm>
          <a:custGeom>
            <a:avLst/>
            <a:gdLst/>
            <a:ahLst/>
            <a:rect l="0" t="0" r="r" b="b"/>
            <a:pathLst>
              <a:path w="1092" h="75">
                <a:moveTo>
                  <a:pt x="0" y="75"/>
                </a:moveTo>
                <a:lnTo>
                  <a:pt x="1082" y="0"/>
                </a:lnTo>
                <a:lnTo>
                  <a:pt x="1092" y="0"/>
                </a:lnTo>
                <a:lnTo>
                  <a:pt x="0" y="75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8" name=""/>
          <p:cNvSpPr/>
          <p:nvPr/>
        </p:nvSpPr>
        <p:spPr>
          <a:xfrm>
            <a:off x="3893760" y="3258000"/>
            <a:ext cx="396720" cy="27360"/>
          </a:xfrm>
          <a:custGeom>
            <a:avLst/>
            <a:gdLst/>
            <a:ahLst/>
            <a:rect l="0" t="0" r="r" b="b"/>
            <a:pathLst>
              <a:path w="1102" h="76">
                <a:moveTo>
                  <a:pt x="0" y="75"/>
                </a:moveTo>
                <a:lnTo>
                  <a:pt x="1092" y="0"/>
                </a:lnTo>
                <a:lnTo>
                  <a:pt x="1102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49" name=""/>
          <p:cNvSpPr/>
          <p:nvPr/>
        </p:nvSpPr>
        <p:spPr>
          <a:xfrm>
            <a:off x="3893760" y="3258000"/>
            <a:ext cx="400320" cy="27720"/>
          </a:xfrm>
          <a:custGeom>
            <a:avLst/>
            <a:gdLst/>
            <a:ahLst/>
            <a:rect l="0" t="0" r="r" b="b"/>
            <a:pathLst>
              <a:path w="1112" h="77">
                <a:moveTo>
                  <a:pt x="0" y="76"/>
                </a:moveTo>
                <a:lnTo>
                  <a:pt x="1102" y="0"/>
                </a:lnTo>
                <a:lnTo>
                  <a:pt x="1112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0" name=""/>
          <p:cNvSpPr/>
          <p:nvPr/>
        </p:nvSpPr>
        <p:spPr>
          <a:xfrm>
            <a:off x="3893760" y="3258000"/>
            <a:ext cx="404280" cy="27720"/>
          </a:xfrm>
          <a:custGeom>
            <a:avLst/>
            <a:gdLst/>
            <a:ahLst/>
            <a:rect l="0" t="0" r="r" b="b"/>
            <a:pathLst>
              <a:path w="1123" h="77">
                <a:moveTo>
                  <a:pt x="0" y="77"/>
                </a:moveTo>
                <a:lnTo>
                  <a:pt x="1112" y="0"/>
                </a:lnTo>
                <a:lnTo>
                  <a:pt x="1123" y="0"/>
                </a:lnTo>
                <a:lnTo>
                  <a:pt x="0" y="77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1" name=""/>
          <p:cNvSpPr/>
          <p:nvPr/>
        </p:nvSpPr>
        <p:spPr>
          <a:xfrm>
            <a:off x="3893760" y="3258000"/>
            <a:ext cx="407880" cy="28080"/>
          </a:xfrm>
          <a:custGeom>
            <a:avLst/>
            <a:gdLst/>
            <a:ahLst/>
            <a:rect l="0" t="0" r="r" b="b"/>
            <a:pathLst>
              <a:path w="1133" h="78">
                <a:moveTo>
                  <a:pt x="0" y="77"/>
                </a:moveTo>
                <a:lnTo>
                  <a:pt x="1123" y="0"/>
                </a:lnTo>
                <a:lnTo>
                  <a:pt x="1133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2" name=""/>
          <p:cNvSpPr/>
          <p:nvPr/>
        </p:nvSpPr>
        <p:spPr>
          <a:xfrm>
            <a:off x="3893760" y="3258000"/>
            <a:ext cx="411480" cy="28440"/>
          </a:xfrm>
          <a:custGeom>
            <a:avLst/>
            <a:gdLst/>
            <a:ahLst/>
            <a:rect l="0" t="0" r="r" b="b"/>
            <a:pathLst>
              <a:path w="1143" h="79">
                <a:moveTo>
                  <a:pt x="0" y="78"/>
                </a:moveTo>
                <a:lnTo>
                  <a:pt x="1133" y="0"/>
                </a:lnTo>
                <a:lnTo>
                  <a:pt x="1143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3" name=""/>
          <p:cNvSpPr/>
          <p:nvPr/>
        </p:nvSpPr>
        <p:spPr>
          <a:xfrm>
            <a:off x="3893760" y="3258000"/>
            <a:ext cx="415080" cy="28800"/>
          </a:xfrm>
          <a:custGeom>
            <a:avLst/>
            <a:gdLst/>
            <a:ahLst/>
            <a:rect l="0" t="0" r="r" b="b"/>
            <a:pathLst>
              <a:path w="1153" h="80">
                <a:moveTo>
                  <a:pt x="0" y="79"/>
                </a:moveTo>
                <a:lnTo>
                  <a:pt x="1143" y="0"/>
                </a:lnTo>
                <a:lnTo>
                  <a:pt x="1153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4" name=""/>
          <p:cNvSpPr/>
          <p:nvPr/>
        </p:nvSpPr>
        <p:spPr>
          <a:xfrm>
            <a:off x="3893760" y="3258000"/>
            <a:ext cx="418680" cy="28800"/>
          </a:xfrm>
          <a:custGeom>
            <a:avLst/>
            <a:gdLst/>
            <a:ahLst/>
            <a:rect l="0" t="0" r="r" b="b"/>
            <a:pathLst>
              <a:path w="1163" h="80">
                <a:moveTo>
                  <a:pt x="0" y="80"/>
                </a:moveTo>
                <a:lnTo>
                  <a:pt x="1153" y="0"/>
                </a:lnTo>
                <a:lnTo>
                  <a:pt x="1163" y="0"/>
                </a:lnTo>
                <a:lnTo>
                  <a:pt x="0" y="80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5" name=""/>
          <p:cNvSpPr/>
          <p:nvPr/>
        </p:nvSpPr>
        <p:spPr>
          <a:xfrm>
            <a:off x="3893760" y="3258000"/>
            <a:ext cx="422640" cy="29160"/>
          </a:xfrm>
          <a:custGeom>
            <a:avLst/>
            <a:gdLst/>
            <a:ahLst/>
            <a:rect l="0" t="0" r="r" b="b"/>
            <a:pathLst>
              <a:path w="1174" h="81">
                <a:moveTo>
                  <a:pt x="0" y="80"/>
                </a:moveTo>
                <a:lnTo>
                  <a:pt x="1163" y="0"/>
                </a:lnTo>
                <a:lnTo>
                  <a:pt x="1174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6" name=""/>
          <p:cNvSpPr/>
          <p:nvPr/>
        </p:nvSpPr>
        <p:spPr>
          <a:xfrm>
            <a:off x="3893760" y="3258000"/>
            <a:ext cx="426240" cy="29520"/>
          </a:xfrm>
          <a:custGeom>
            <a:avLst/>
            <a:gdLst/>
            <a:ahLst/>
            <a:rect l="0" t="0" r="r" b="b"/>
            <a:pathLst>
              <a:path w="1184" h="82">
                <a:moveTo>
                  <a:pt x="0" y="81"/>
                </a:moveTo>
                <a:lnTo>
                  <a:pt x="1174" y="0"/>
                </a:lnTo>
                <a:lnTo>
                  <a:pt x="1184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7" name=""/>
          <p:cNvSpPr/>
          <p:nvPr/>
        </p:nvSpPr>
        <p:spPr>
          <a:xfrm>
            <a:off x="3893760" y="3258000"/>
            <a:ext cx="429840" cy="29520"/>
          </a:xfrm>
          <a:custGeom>
            <a:avLst/>
            <a:gdLst/>
            <a:ahLst/>
            <a:rect l="0" t="0" r="r" b="b"/>
            <a:pathLst>
              <a:path w="1194" h="82">
                <a:moveTo>
                  <a:pt x="0" y="82"/>
                </a:moveTo>
                <a:lnTo>
                  <a:pt x="1184" y="0"/>
                </a:lnTo>
                <a:lnTo>
                  <a:pt x="1194" y="0"/>
                </a:lnTo>
                <a:lnTo>
                  <a:pt x="0" y="82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8" name=""/>
          <p:cNvSpPr/>
          <p:nvPr/>
        </p:nvSpPr>
        <p:spPr>
          <a:xfrm>
            <a:off x="3893760" y="3258000"/>
            <a:ext cx="433440" cy="29880"/>
          </a:xfrm>
          <a:custGeom>
            <a:avLst/>
            <a:gdLst/>
            <a:ahLst/>
            <a:rect l="0" t="0" r="r" b="b"/>
            <a:pathLst>
              <a:path w="1204" h="83">
                <a:moveTo>
                  <a:pt x="0" y="82"/>
                </a:moveTo>
                <a:lnTo>
                  <a:pt x="1194" y="0"/>
                </a:lnTo>
                <a:lnTo>
                  <a:pt x="1204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59" name=""/>
          <p:cNvSpPr/>
          <p:nvPr/>
        </p:nvSpPr>
        <p:spPr>
          <a:xfrm>
            <a:off x="3893760" y="3258000"/>
            <a:ext cx="437040" cy="30240"/>
          </a:xfrm>
          <a:custGeom>
            <a:avLst/>
            <a:gdLst/>
            <a:ahLst/>
            <a:rect l="0" t="0" r="r" b="b"/>
            <a:pathLst>
              <a:path w="1214" h="84">
                <a:moveTo>
                  <a:pt x="0" y="83"/>
                </a:moveTo>
                <a:lnTo>
                  <a:pt x="1204" y="0"/>
                </a:lnTo>
                <a:lnTo>
                  <a:pt x="1214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0" name=""/>
          <p:cNvSpPr/>
          <p:nvPr/>
        </p:nvSpPr>
        <p:spPr>
          <a:xfrm>
            <a:off x="3893760" y="3258000"/>
            <a:ext cx="441000" cy="30240"/>
          </a:xfrm>
          <a:custGeom>
            <a:avLst/>
            <a:gdLst/>
            <a:ahLst/>
            <a:rect l="0" t="0" r="r" b="b"/>
            <a:pathLst>
              <a:path w="1225" h="84">
                <a:moveTo>
                  <a:pt x="0" y="84"/>
                </a:moveTo>
                <a:lnTo>
                  <a:pt x="1214" y="0"/>
                </a:lnTo>
                <a:lnTo>
                  <a:pt x="1225" y="0"/>
                </a:lnTo>
                <a:lnTo>
                  <a:pt x="0" y="84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1" name=""/>
          <p:cNvSpPr/>
          <p:nvPr/>
        </p:nvSpPr>
        <p:spPr>
          <a:xfrm>
            <a:off x="3893760" y="3258000"/>
            <a:ext cx="444600" cy="30600"/>
          </a:xfrm>
          <a:custGeom>
            <a:avLst/>
            <a:gdLst/>
            <a:ahLst/>
            <a:rect l="0" t="0" r="r" b="b"/>
            <a:pathLst>
              <a:path w="1235" h="85">
                <a:moveTo>
                  <a:pt x="0" y="84"/>
                </a:moveTo>
                <a:lnTo>
                  <a:pt x="1225" y="0"/>
                </a:lnTo>
                <a:lnTo>
                  <a:pt x="1235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2" name=""/>
          <p:cNvSpPr/>
          <p:nvPr/>
        </p:nvSpPr>
        <p:spPr>
          <a:xfrm>
            <a:off x="3893760" y="3258000"/>
            <a:ext cx="448200" cy="30960"/>
          </a:xfrm>
          <a:custGeom>
            <a:avLst/>
            <a:gdLst/>
            <a:ahLst/>
            <a:rect l="0" t="0" r="r" b="b"/>
            <a:pathLst>
              <a:path w="1245" h="86">
                <a:moveTo>
                  <a:pt x="0" y="85"/>
                </a:moveTo>
                <a:lnTo>
                  <a:pt x="1235" y="0"/>
                </a:lnTo>
                <a:lnTo>
                  <a:pt x="1245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3" name=""/>
          <p:cNvSpPr/>
          <p:nvPr/>
        </p:nvSpPr>
        <p:spPr>
          <a:xfrm>
            <a:off x="3893760" y="3258000"/>
            <a:ext cx="451800" cy="30960"/>
          </a:xfrm>
          <a:custGeom>
            <a:avLst/>
            <a:gdLst/>
            <a:ahLst/>
            <a:rect l="0" t="0" r="r" b="b"/>
            <a:pathLst>
              <a:path w="1255" h="86">
                <a:moveTo>
                  <a:pt x="0" y="86"/>
                </a:moveTo>
                <a:lnTo>
                  <a:pt x="1245" y="0"/>
                </a:lnTo>
                <a:lnTo>
                  <a:pt x="1255" y="0"/>
                </a:lnTo>
                <a:lnTo>
                  <a:pt x="0" y="86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4" name=""/>
          <p:cNvSpPr/>
          <p:nvPr/>
        </p:nvSpPr>
        <p:spPr>
          <a:xfrm>
            <a:off x="3893760" y="3258000"/>
            <a:ext cx="455400" cy="31320"/>
          </a:xfrm>
          <a:custGeom>
            <a:avLst/>
            <a:gdLst/>
            <a:ahLst/>
            <a:rect l="0" t="0" r="r" b="b"/>
            <a:pathLst>
              <a:path w="1265" h="87">
                <a:moveTo>
                  <a:pt x="0" y="86"/>
                </a:moveTo>
                <a:lnTo>
                  <a:pt x="1255" y="0"/>
                </a:lnTo>
                <a:lnTo>
                  <a:pt x="1265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5" name=""/>
          <p:cNvSpPr/>
          <p:nvPr/>
        </p:nvSpPr>
        <p:spPr>
          <a:xfrm>
            <a:off x="3893760" y="3258000"/>
            <a:ext cx="459360" cy="31680"/>
          </a:xfrm>
          <a:custGeom>
            <a:avLst/>
            <a:gdLst/>
            <a:ahLst/>
            <a:rect l="0" t="0" r="r" b="b"/>
            <a:pathLst>
              <a:path w="1276" h="88">
                <a:moveTo>
                  <a:pt x="0" y="87"/>
                </a:moveTo>
                <a:lnTo>
                  <a:pt x="1265" y="0"/>
                </a:lnTo>
                <a:lnTo>
                  <a:pt x="1276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6" name=""/>
          <p:cNvSpPr/>
          <p:nvPr/>
        </p:nvSpPr>
        <p:spPr>
          <a:xfrm>
            <a:off x="3893760" y="3258000"/>
            <a:ext cx="462960" cy="31680"/>
          </a:xfrm>
          <a:custGeom>
            <a:avLst/>
            <a:gdLst/>
            <a:ahLst/>
            <a:rect l="0" t="0" r="r" b="b"/>
            <a:pathLst>
              <a:path w="1286" h="88">
                <a:moveTo>
                  <a:pt x="0" y="88"/>
                </a:moveTo>
                <a:lnTo>
                  <a:pt x="1276" y="0"/>
                </a:lnTo>
                <a:lnTo>
                  <a:pt x="1286" y="0"/>
                </a:lnTo>
                <a:lnTo>
                  <a:pt x="0" y="88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7" name=""/>
          <p:cNvSpPr/>
          <p:nvPr/>
        </p:nvSpPr>
        <p:spPr>
          <a:xfrm>
            <a:off x="3893760" y="3258000"/>
            <a:ext cx="466560" cy="32040"/>
          </a:xfrm>
          <a:custGeom>
            <a:avLst/>
            <a:gdLst/>
            <a:ahLst/>
            <a:rect l="0" t="0" r="r" b="b"/>
            <a:pathLst>
              <a:path w="1296" h="89">
                <a:moveTo>
                  <a:pt x="0" y="88"/>
                </a:moveTo>
                <a:lnTo>
                  <a:pt x="1286" y="0"/>
                </a:lnTo>
                <a:lnTo>
                  <a:pt x="1296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8" name=""/>
          <p:cNvSpPr/>
          <p:nvPr/>
        </p:nvSpPr>
        <p:spPr>
          <a:xfrm>
            <a:off x="3893760" y="3258000"/>
            <a:ext cx="468000" cy="32400"/>
          </a:xfrm>
          <a:custGeom>
            <a:avLst/>
            <a:gdLst/>
            <a:ahLst/>
            <a:rect l="0" t="0" r="r" b="b"/>
            <a:pathLst>
              <a:path w="1300" h="90">
                <a:moveTo>
                  <a:pt x="0" y="89"/>
                </a:moveTo>
                <a:lnTo>
                  <a:pt x="1296" y="0"/>
                </a:lnTo>
                <a:lnTo>
                  <a:pt x="1300" y="1"/>
                </a:lnTo>
                <a:lnTo>
                  <a:pt x="0" y="90"/>
                </a:lnTo>
                <a:lnTo>
                  <a:pt x="0" y="89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69" name=""/>
          <p:cNvSpPr/>
          <p:nvPr/>
        </p:nvSpPr>
        <p:spPr>
          <a:xfrm>
            <a:off x="3893760" y="3258360"/>
            <a:ext cx="468000" cy="32040"/>
          </a:xfrm>
          <a:custGeom>
            <a:avLst/>
            <a:gdLst/>
            <a:ahLst/>
            <a:rect l="0" t="0" r="r" b="b"/>
            <a:pathLst>
              <a:path w="1300" h="89">
                <a:moveTo>
                  <a:pt x="0" y="89"/>
                </a:moveTo>
                <a:lnTo>
                  <a:pt x="1300" y="0"/>
                </a:lnTo>
                <a:lnTo>
                  <a:pt x="4" y="89"/>
                </a:lnTo>
                <a:lnTo>
                  <a:pt x="0" y="89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0" name=""/>
          <p:cNvSpPr/>
          <p:nvPr/>
        </p:nvSpPr>
        <p:spPr>
          <a:xfrm>
            <a:off x="3895200" y="3258360"/>
            <a:ext cx="466560" cy="32040"/>
          </a:xfrm>
          <a:custGeom>
            <a:avLst/>
            <a:gdLst/>
            <a:ahLst/>
            <a:rect l="0" t="0" r="r" b="b"/>
            <a:pathLst>
              <a:path w="1296" h="89">
                <a:moveTo>
                  <a:pt x="0" y="89"/>
                </a:moveTo>
                <a:lnTo>
                  <a:pt x="1296" y="0"/>
                </a:lnTo>
                <a:lnTo>
                  <a:pt x="1296" y="1"/>
                </a:lnTo>
                <a:lnTo>
                  <a:pt x="10" y="89"/>
                </a:lnTo>
                <a:lnTo>
                  <a:pt x="0" y="89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1" name=""/>
          <p:cNvSpPr/>
          <p:nvPr/>
        </p:nvSpPr>
        <p:spPr>
          <a:xfrm>
            <a:off x="3898800" y="3258720"/>
            <a:ext cx="462960" cy="31680"/>
          </a:xfrm>
          <a:custGeom>
            <a:avLst/>
            <a:gdLst/>
            <a:ahLst/>
            <a:rect l="0" t="0" r="r" b="b"/>
            <a:pathLst>
              <a:path w="1286" h="88">
                <a:moveTo>
                  <a:pt x="0" y="88"/>
                </a:moveTo>
                <a:lnTo>
                  <a:pt x="1286" y="0"/>
                </a:lnTo>
                <a:lnTo>
                  <a:pt x="1286" y="1"/>
                </a:lnTo>
                <a:lnTo>
                  <a:pt x="10" y="88"/>
                </a:lnTo>
                <a:lnTo>
                  <a:pt x="0" y="88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2" name=""/>
          <p:cNvSpPr/>
          <p:nvPr/>
        </p:nvSpPr>
        <p:spPr>
          <a:xfrm>
            <a:off x="3902400" y="3259080"/>
            <a:ext cx="459360" cy="31320"/>
          </a:xfrm>
          <a:custGeom>
            <a:avLst/>
            <a:gdLst/>
            <a:ahLst/>
            <a:rect l="0" t="0" r="r" b="b"/>
            <a:pathLst>
              <a:path w="1276" h="87">
                <a:moveTo>
                  <a:pt x="0" y="87"/>
                </a:moveTo>
                <a:lnTo>
                  <a:pt x="1276" y="0"/>
                </a:lnTo>
                <a:lnTo>
                  <a:pt x="1276" y="1"/>
                </a:lnTo>
                <a:lnTo>
                  <a:pt x="11" y="87"/>
                </a:lnTo>
                <a:lnTo>
                  <a:pt x="0" y="87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3" name=""/>
          <p:cNvSpPr/>
          <p:nvPr/>
        </p:nvSpPr>
        <p:spPr>
          <a:xfrm>
            <a:off x="3906360" y="3259440"/>
            <a:ext cx="455400" cy="30960"/>
          </a:xfrm>
          <a:custGeom>
            <a:avLst/>
            <a:gdLst/>
            <a:ahLst/>
            <a:rect l="0" t="0" r="r" b="b"/>
            <a:pathLst>
              <a:path w="1265" h="86">
                <a:moveTo>
                  <a:pt x="0" y="86"/>
                </a:moveTo>
                <a:lnTo>
                  <a:pt x="1265" y="0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4" name=""/>
          <p:cNvSpPr/>
          <p:nvPr/>
        </p:nvSpPr>
        <p:spPr>
          <a:xfrm>
            <a:off x="3909960" y="3259440"/>
            <a:ext cx="451800" cy="30960"/>
          </a:xfrm>
          <a:custGeom>
            <a:avLst/>
            <a:gdLst/>
            <a:ahLst/>
            <a:rect l="0" t="0" r="r" b="b"/>
            <a:pathLst>
              <a:path w="1255" h="86">
                <a:moveTo>
                  <a:pt x="0" y="86"/>
                </a:moveTo>
                <a:lnTo>
                  <a:pt x="1255" y="0"/>
                </a:lnTo>
                <a:lnTo>
                  <a:pt x="1255" y="1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5" name=""/>
          <p:cNvSpPr/>
          <p:nvPr/>
        </p:nvSpPr>
        <p:spPr>
          <a:xfrm>
            <a:off x="3913560" y="3259800"/>
            <a:ext cx="448200" cy="30600"/>
          </a:xfrm>
          <a:custGeom>
            <a:avLst/>
            <a:gdLst/>
            <a:ahLst/>
            <a:rect l="0" t="0" r="r" b="b"/>
            <a:pathLst>
              <a:path w="1245" h="85">
                <a:moveTo>
                  <a:pt x="0" y="85"/>
                </a:moveTo>
                <a:lnTo>
                  <a:pt x="1245" y="0"/>
                </a:lnTo>
                <a:lnTo>
                  <a:pt x="1245" y="1"/>
                </a:lnTo>
                <a:lnTo>
                  <a:pt x="1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6" name=""/>
          <p:cNvSpPr/>
          <p:nvPr/>
        </p:nvSpPr>
        <p:spPr>
          <a:xfrm>
            <a:off x="3917160" y="3260160"/>
            <a:ext cx="444600" cy="30240"/>
          </a:xfrm>
          <a:custGeom>
            <a:avLst/>
            <a:gdLst/>
            <a:ahLst/>
            <a:rect l="0" t="0" r="r" b="b"/>
            <a:pathLst>
              <a:path w="1235" h="84">
                <a:moveTo>
                  <a:pt x="0" y="84"/>
                </a:moveTo>
                <a:lnTo>
                  <a:pt x="1235" y="0"/>
                </a:lnTo>
                <a:lnTo>
                  <a:pt x="10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7" name=""/>
          <p:cNvSpPr/>
          <p:nvPr/>
        </p:nvSpPr>
        <p:spPr>
          <a:xfrm>
            <a:off x="3920760" y="3260160"/>
            <a:ext cx="441000" cy="30240"/>
          </a:xfrm>
          <a:custGeom>
            <a:avLst/>
            <a:gdLst/>
            <a:ahLst/>
            <a:rect l="0" t="0" r="r" b="b"/>
            <a:pathLst>
              <a:path w="1225" h="84">
                <a:moveTo>
                  <a:pt x="0" y="84"/>
                </a:moveTo>
                <a:lnTo>
                  <a:pt x="1225" y="0"/>
                </a:lnTo>
                <a:lnTo>
                  <a:pt x="1225" y="1"/>
                </a:lnTo>
                <a:lnTo>
                  <a:pt x="11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8" name=""/>
          <p:cNvSpPr/>
          <p:nvPr/>
        </p:nvSpPr>
        <p:spPr>
          <a:xfrm>
            <a:off x="3924720" y="3260520"/>
            <a:ext cx="437040" cy="29880"/>
          </a:xfrm>
          <a:custGeom>
            <a:avLst/>
            <a:gdLst/>
            <a:ahLst/>
            <a:rect l="0" t="0" r="r" b="b"/>
            <a:pathLst>
              <a:path w="1214" h="83">
                <a:moveTo>
                  <a:pt x="0" y="83"/>
                </a:moveTo>
                <a:lnTo>
                  <a:pt x="1214" y="0"/>
                </a:lnTo>
                <a:lnTo>
                  <a:pt x="1214" y="1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79" name=""/>
          <p:cNvSpPr/>
          <p:nvPr/>
        </p:nvSpPr>
        <p:spPr>
          <a:xfrm>
            <a:off x="3928320" y="3260880"/>
            <a:ext cx="433440" cy="29520"/>
          </a:xfrm>
          <a:custGeom>
            <a:avLst/>
            <a:gdLst/>
            <a:ahLst/>
            <a:rect l="0" t="0" r="r" b="b"/>
            <a:pathLst>
              <a:path w="1204" h="82">
                <a:moveTo>
                  <a:pt x="0" y="82"/>
                </a:moveTo>
                <a:lnTo>
                  <a:pt x="1204" y="0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0" name=""/>
          <p:cNvSpPr/>
          <p:nvPr/>
        </p:nvSpPr>
        <p:spPr>
          <a:xfrm>
            <a:off x="3931920" y="3260880"/>
            <a:ext cx="429840" cy="29520"/>
          </a:xfrm>
          <a:custGeom>
            <a:avLst/>
            <a:gdLst/>
            <a:ahLst/>
            <a:rect l="0" t="0" r="r" b="b"/>
            <a:pathLst>
              <a:path w="1194" h="82">
                <a:moveTo>
                  <a:pt x="0" y="82"/>
                </a:moveTo>
                <a:lnTo>
                  <a:pt x="1194" y="0"/>
                </a:lnTo>
                <a:lnTo>
                  <a:pt x="1194" y="1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1" name=""/>
          <p:cNvSpPr/>
          <p:nvPr/>
        </p:nvSpPr>
        <p:spPr>
          <a:xfrm>
            <a:off x="3935520" y="3261240"/>
            <a:ext cx="426240" cy="29160"/>
          </a:xfrm>
          <a:custGeom>
            <a:avLst/>
            <a:gdLst/>
            <a:ahLst/>
            <a:rect l="0" t="0" r="r" b="b"/>
            <a:pathLst>
              <a:path w="1184" h="81">
                <a:moveTo>
                  <a:pt x="0" y="81"/>
                </a:moveTo>
                <a:lnTo>
                  <a:pt x="1184" y="0"/>
                </a:lnTo>
                <a:lnTo>
                  <a:pt x="1184" y="1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2" name=""/>
          <p:cNvSpPr/>
          <p:nvPr/>
        </p:nvSpPr>
        <p:spPr>
          <a:xfrm>
            <a:off x="3939120" y="3261600"/>
            <a:ext cx="422640" cy="28800"/>
          </a:xfrm>
          <a:custGeom>
            <a:avLst/>
            <a:gdLst/>
            <a:ahLst/>
            <a:rect l="0" t="0" r="r" b="b"/>
            <a:pathLst>
              <a:path w="1174" h="80">
                <a:moveTo>
                  <a:pt x="0" y="80"/>
                </a:moveTo>
                <a:lnTo>
                  <a:pt x="1174" y="0"/>
                </a:lnTo>
                <a:lnTo>
                  <a:pt x="11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3" name=""/>
          <p:cNvSpPr/>
          <p:nvPr/>
        </p:nvSpPr>
        <p:spPr>
          <a:xfrm>
            <a:off x="3943080" y="3261600"/>
            <a:ext cx="418680" cy="28800"/>
          </a:xfrm>
          <a:custGeom>
            <a:avLst/>
            <a:gdLst/>
            <a:ahLst/>
            <a:rect l="0" t="0" r="r" b="b"/>
            <a:pathLst>
              <a:path w="1163" h="80">
                <a:moveTo>
                  <a:pt x="0" y="80"/>
                </a:moveTo>
                <a:lnTo>
                  <a:pt x="1163" y="0"/>
                </a:lnTo>
                <a:lnTo>
                  <a:pt x="1163" y="1"/>
                </a:lnTo>
                <a:lnTo>
                  <a:pt x="1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4" name=""/>
          <p:cNvSpPr/>
          <p:nvPr/>
        </p:nvSpPr>
        <p:spPr>
          <a:xfrm>
            <a:off x="3946680" y="3261960"/>
            <a:ext cx="415080" cy="28440"/>
          </a:xfrm>
          <a:custGeom>
            <a:avLst/>
            <a:gdLst/>
            <a:ahLst/>
            <a:rect l="0" t="0" r="r" b="b"/>
            <a:pathLst>
              <a:path w="1153" h="79">
                <a:moveTo>
                  <a:pt x="0" y="79"/>
                </a:moveTo>
                <a:lnTo>
                  <a:pt x="1153" y="0"/>
                </a:lnTo>
                <a:lnTo>
                  <a:pt x="1153" y="1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5" name=""/>
          <p:cNvSpPr/>
          <p:nvPr/>
        </p:nvSpPr>
        <p:spPr>
          <a:xfrm>
            <a:off x="3950280" y="3262320"/>
            <a:ext cx="411480" cy="28080"/>
          </a:xfrm>
          <a:custGeom>
            <a:avLst/>
            <a:gdLst/>
            <a:ahLst/>
            <a:rect l="0" t="0" r="r" b="b"/>
            <a:pathLst>
              <a:path w="1143" h="78">
                <a:moveTo>
                  <a:pt x="0" y="78"/>
                </a:moveTo>
                <a:lnTo>
                  <a:pt x="1143" y="0"/>
                </a:lnTo>
                <a:lnTo>
                  <a:pt x="1143" y="1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6" name=""/>
          <p:cNvSpPr/>
          <p:nvPr/>
        </p:nvSpPr>
        <p:spPr>
          <a:xfrm>
            <a:off x="3953880" y="3262680"/>
            <a:ext cx="407880" cy="27720"/>
          </a:xfrm>
          <a:custGeom>
            <a:avLst/>
            <a:gdLst/>
            <a:ahLst/>
            <a:rect l="0" t="0" r="r" b="b"/>
            <a:pathLst>
              <a:path w="1133" h="77">
                <a:moveTo>
                  <a:pt x="0" y="77"/>
                </a:moveTo>
                <a:lnTo>
                  <a:pt x="1133" y="0"/>
                </a:lnTo>
                <a:lnTo>
                  <a:pt x="10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7" name=""/>
          <p:cNvSpPr/>
          <p:nvPr/>
        </p:nvSpPr>
        <p:spPr>
          <a:xfrm>
            <a:off x="3957480" y="3262680"/>
            <a:ext cx="404280" cy="27720"/>
          </a:xfrm>
          <a:custGeom>
            <a:avLst/>
            <a:gdLst/>
            <a:ahLst/>
            <a:rect l="0" t="0" r="r" b="b"/>
            <a:pathLst>
              <a:path w="1123" h="77">
                <a:moveTo>
                  <a:pt x="0" y="77"/>
                </a:moveTo>
                <a:lnTo>
                  <a:pt x="1123" y="0"/>
                </a:lnTo>
                <a:lnTo>
                  <a:pt x="1123" y="1"/>
                </a:lnTo>
                <a:lnTo>
                  <a:pt x="11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8" name=""/>
          <p:cNvSpPr/>
          <p:nvPr/>
        </p:nvSpPr>
        <p:spPr>
          <a:xfrm>
            <a:off x="3961440" y="3263040"/>
            <a:ext cx="400320" cy="27360"/>
          </a:xfrm>
          <a:custGeom>
            <a:avLst/>
            <a:gdLst/>
            <a:ahLst/>
            <a:rect l="0" t="0" r="r" b="b"/>
            <a:pathLst>
              <a:path w="1112" h="76">
                <a:moveTo>
                  <a:pt x="0" y="76"/>
                </a:moveTo>
                <a:lnTo>
                  <a:pt x="1112" y="0"/>
                </a:lnTo>
                <a:lnTo>
                  <a:pt x="1112" y="1"/>
                </a:lnTo>
                <a:lnTo>
                  <a:pt x="1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89" name=""/>
          <p:cNvSpPr/>
          <p:nvPr/>
        </p:nvSpPr>
        <p:spPr>
          <a:xfrm>
            <a:off x="3965040" y="3263400"/>
            <a:ext cx="396720" cy="27000"/>
          </a:xfrm>
          <a:custGeom>
            <a:avLst/>
            <a:gdLst/>
            <a:ahLst/>
            <a:rect l="0" t="0" r="r" b="b"/>
            <a:pathLst>
              <a:path w="1102" h="75">
                <a:moveTo>
                  <a:pt x="0" y="75"/>
                </a:moveTo>
                <a:lnTo>
                  <a:pt x="1102" y="0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dc3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0" name=""/>
          <p:cNvSpPr/>
          <p:nvPr/>
        </p:nvSpPr>
        <p:spPr>
          <a:xfrm>
            <a:off x="3968640" y="3263400"/>
            <a:ext cx="393120" cy="27000"/>
          </a:xfrm>
          <a:custGeom>
            <a:avLst/>
            <a:gdLst/>
            <a:ahLst/>
            <a:rect l="0" t="0" r="r" b="b"/>
            <a:pathLst>
              <a:path w="1092" h="75">
                <a:moveTo>
                  <a:pt x="0" y="75"/>
                </a:moveTo>
                <a:lnTo>
                  <a:pt x="1092" y="0"/>
                </a:lnTo>
                <a:lnTo>
                  <a:pt x="1092" y="1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1" name=""/>
          <p:cNvSpPr/>
          <p:nvPr/>
        </p:nvSpPr>
        <p:spPr>
          <a:xfrm>
            <a:off x="3972240" y="3263760"/>
            <a:ext cx="389520" cy="26640"/>
          </a:xfrm>
          <a:custGeom>
            <a:avLst/>
            <a:gdLst/>
            <a:ahLst/>
            <a:rect l="0" t="0" r="r" b="b"/>
            <a:pathLst>
              <a:path w="1082" h="74">
                <a:moveTo>
                  <a:pt x="0" y="74"/>
                </a:moveTo>
                <a:lnTo>
                  <a:pt x="1082" y="0"/>
                </a:lnTo>
                <a:lnTo>
                  <a:pt x="1082" y="1"/>
                </a:lnTo>
                <a:lnTo>
                  <a:pt x="10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dc2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2" name=""/>
          <p:cNvSpPr/>
          <p:nvPr/>
        </p:nvSpPr>
        <p:spPr>
          <a:xfrm>
            <a:off x="3975840" y="3264120"/>
            <a:ext cx="385920" cy="26280"/>
          </a:xfrm>
          <a:custGeom>
            <a:avLst/>
            <a:gdLst/>
            <a:ahLst/>
            <a:rect l="0" t="0" r="r" b="b"/>
            <a:pathLst>
              <a:path w="1072" h="73">
                <a:moveTo>
                  <a:pt x="0" y="73"/>
                </a:moveTo>
                <a:lnTo>
                  <a:pt x="1072" y="0"/>
                </a:lnTo>
                <a:lnTo>
                  <a:pt x="11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3" name=""/>
          <p:cNvSpPr/>
          <p:nvPr/>
        </p:nvSpPr>
        <p:spPr>
          <a:xfrm>
            <a:off x="3979800" y="3264120"/>
            <a:ext cx="381960" cy="26280"/>
          </a:xfrm>
          <a:custGeom>
            <a:avLst/>
            <a:gdLst/>
            <a:ahLst/>
            <a:rect l="0" t="0" r="r" b="b"/>
            <a:pathLst>
              <a:path w="1061" h="73">
                <a:moveTo>
                  <a:pt x="0" y="73"/>
                </a:moveTo>
                <a:lnTo>
                  <a:pt x="1061" y="0"/>
                </a:lnTo>
                <a:lnTo>
                  <a:pt x="1061" y="1"/>
                </a:lnTo>
                <a:lnTo>
                  <a:pt x="10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cc0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4" name=""/>
          <p:cNvSpPr/>
          <p:nvPr/>
        </p:nvSpPr>
        <p:spPr>
          <a:xfrm>
            <a:off x="3983400" y="3264480"/>
            <a:ext cx="378360" cy="25920"/>
          </a:xfrm>
          <a:custGeom>
            <a:avLst/>
            <a:gdLst/>
            <a:ahLst/>
            <a:rect l="0" t="0" r="r" b="b"/>
            <a:pathLst>
              <a:path w="1051" h="72">
                <a:moveTo>
                  <a:pt x="0" y="72"/>
                </a:moveTo>
                <a:lnTo>
                  <a:pt x="1051" y="0"/>
                </a:lnTo>
                <a:lnTo>
                  <a:pt x="1051" y="1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5" name=""/>
          <p:cNvSpPr/>
          <p:nvPr/>
        </p:nvSpPr>
        <p:spPr>
          <a:xfrm>
            <a:off x="3987000" y="3264840"/>
            <a:ext cx="374760" cy="25560"/>
          </a:xfrm>
          <a:custGeom>
            <a:avLst/>
            <a:gdLst/>
            <a:ahLst/>
            <a:rect l="0" t="0" r="r" b="b"/>
            <a:pathLst>
              <a:path w="1041" h="71">
                <a:moveTo>
                  <a:pt x="0" y="71"/>
                </a:moveTo>
                <a:lnTo>
                  <a:pt x="1041" y="0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c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6" name=""/>
          <p:cNvSpPr/>
          <p:nvPr/>
        </p:nvSpPr>
        <p:spPr>
          <a:xfrm>
            <a:off x="3990600" y="3264840"/>
            <a:ext cx="371160" cy="25560"/>
          </a:xfrm>
          <a:custGeom>
            <a:avLst/>
            <a:gdLst/>
            <a:ahLst/>
            <a:rect l="0" t="0" r="r" b="b"/>
            <a:pathLst>
              <a:path w="1031" h="71">
                <a:moveTo>
                  <a:pt x="0" y="71"/>
                </a:moveTo>
                <a:lnTo>
                  <a:pt x="1031" y="0"/>
                </a:lnTo>
                <a:lnTo>
                  <a:pt x="1031" y="1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7" name=""/>
          <p:cNvSpPr/>
          <p:nvPr/>
        </p:nvSpPr>
        <p:spPr>
          <a:xfrm>
            <a:off x="3994200" y="3265200"/>
            <a:ext cx="367560" cy="25200"/>
          </a:xfrm>
          <a:custGeom>
            <a:avLst/>
            <a:gdLst/>
            <a:ahLst/>
            <a:rect l="0" t="0" r="r" b="b"/>
            <a:pathLst>
              <a:path w="1021" h="70">
                <a:moveTo>
                  <a:pt x="0" y="70"/>
                </a:moveTo>
                <a:lnTo>
                  <a:pt x="1021" y="0"/>
                </a:lnTo>
                <a:lnTo>
                  <a:pt x="1021" y="1"/>
                </a:lnTo>
                <a:lnTo>
                  <a:pt x="11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8" name=""/>
          <p:cNvSpPr/>
          <p:nvPr/>
        </p:nvSpPr>
        <p:spPr>
          <a:xfrm>
            <a:off x="3998160" y="3265560"/>
            <a:ext cx="363600" cy="24840"/>
          </a:xfrm>
          <a:custGeom>
            <a:avLst/>
            <a:gdLst/>
            <a:ahLst/>
            <a:rect l="0" t="0" r="r" b="b"/>
            <a:pathLst>
              <a:path w="1010" h="69">
                <a:moveTo>
                  <a:pt x="0" y="69"/>
                </a:moveTo>
                <a:lnTo>
                  <a:pt x="1010" y="0"/>
                </a:lnTo>
                <a:lnTo>
                  <a:pt x="1010" y="1"/>
                </a:lnTo>
                <a:lnTo>
                  <a:pt x="10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499" name=""/>
          <p:cNvSpPr/>
          <p:nvPr/>
        </p:nvSpPr>
        <p:spPr>
          <a:xfrm>
            <a:off x="4001760" y="3265920"/>
            <a:ext cx="360000" cy="24480"/>
          </a:xfrm>
          <a:custGeom>
            <a:avLst/>
            <a:gdLst/>
            <a:ahLst/>
            <a:rect l="0" t="0" r="r" b="b"/>
            <a:pathLst>
              <a:path w="1000" h="68">
                <a:moveTo>
                  <a:pt x="0" y="68"/>
                </a:moveTo>
                <a:lnTo>
                  <a:pt x="1000" y="0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0" name=""/>
          <p:cNvSpPr/>
          <p:nvPr/>
        </p:nvSpPr>
        <p:spPr>
          <a:xfrm>
            <a:off x="4005360" y="3265920"/>
            <a:ext cx="356400" cy="24480"/>
          </a:xfrm>
          <a:custGeom>
            <a:avLst/>
            <a:gdLst/>
            <a:ahLst/>
            <a:rect l="0" t="0" r="r" b="b"/>
            <a:pathLst>
              <a:path w="990" h="68">
                <a:moveTo>
                  <a:pt x="0" y="68"/>
                </a:moveTo>
                <a:lnTo>
                  <a:pt x="990" y="0"/>
                </a:lnTo>
                <a:lnTo>
                  <a:pt x="990" y="1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1" name=""/>
          <p:cNvSpPr/>
          <p:nvPr/>
        </p:nvSpPr>
        <p:spPr>
          <a:xfrm>
            <a:off x="4008960" y="3266280"/>
            <a:ext cx="352800" cy="24120"/>
          </a:xfrm>
          <a:custGeom>
            <a:avLst/>
            <a:gdLst/>
            <a:ahLst/>
            <a:rect l="0" t="0" r="r" b="b"/>
            <a:pathLst>
              <a:path w="980" h="67">
                <a:moveTo>
                  <a:pt x="0" y="67"/>
                </a:moveTo>
                <a:lnTo>
                  <a:pt x="980" y="0"/>
                </a:lnTo>
                <a:lnTo>
                  <a:pt x="980" y="1"/>
                </a:lnTo>
                <a:lnTo>
                  <a:pt x="10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2" name=""/>
          <p:cNvSpPr/>
          <p:nvPr/>
        </p:nvSpPr>
        <p:spPr>
          <a:xfrm>
            <a:off x="4012560" y="3266640"/>
            <a:ext cx="349200" cy="23760"/>
          </a:xfrm>
          <a:custGeom>
            <a:avLst/>
            <a:gdLst/>
            <a:ahLst/>
            <a:rect l="0" t="0" r="r" b="b"/>
            <a:pathLst>
              <a:path w="970" h="66">
                <a:moveTo>
                  <a:pt x="0" y="66"/>
                </a:moveTo>
                <a:lnTo>
                  <a:pt x="970" y="0"/>
                </a:lnTo>
                <a:lnTo>
                  <a:pt x="11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3" name=""/>
          <p:cNvSpPr/>
          <p:nvPr/>
        </p:nvSpPr>
        <p:spPr>
          <a:xfrm>
            <a:off x="4016520" y="3266640"/>
            <a:ext cx="345240" cy="23760"/>
          </a:xfrm>
          <a:custGeom>
            <a:avLst/>
            <a:gdLst/>
            <a:ahLst/>
            <a:rect l="0" t="0" r="r" b="b"/>
            <a:pathLst>
              <a:path w="959" h="66">
                <a:moveTo>
                  <a:pt x="0" y="66"/>
                </a:moveTo>
                <a:lnTo>
                  <a:pt x="959" y="0"/>
                </a:lnTo>
                <a:lnTo>
                  <a:pt x="959" y="1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4" name=""/>
          <p:cNvSpPr/>
          <p:nvPr/>
        </p:nvSpPr>
        <p:spPr>
          <a:xfrm>
            <a:off x="4020120" y="3267000"/>
            <a:ext cx="341640" cy="23400"/>
          </a:xfrm>
          <a:custGeom>
            <a:avLst/>
            <a:gdLst/>
            <a:ahLst/>
            <a:rect l="0" t="0" r="r" b="b"/>
            <a:pathLst>
              <a:path w="949" h="65">
                <a:moveTo>
                  <a:pt x="0" y="65"/>
                </a:moveTo>
                <a:lnTo>
                  <a:pt x="949" y="0"/>
                </a:lnTo>
                <a:lnTo>
                  <a:pt x="949" y="1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5" name=""/>
          <p:cNvSpPr/>
          <p:nvPr/>
        </p:nvSpPr>
        <p:spPr>
          <a:xfrm>
            <a:off x="4023720" y="3267360"/>
            <a:ext cx="338040" cy="23040"/>
          </a:xfrm>
          <a:custGeom>
            <a:avLst/>
            <a:gdLst/>
            <a:ahLst/>
            <a:rect l="0" t="0" r="r" b="b"/>
            <a:pathLst>
              <a:path w="939" h="64">
                <a:moveTo>
                  <a:pt x="0" y="64"/>
                </a:moveTo>
                <a:lnTo>
                  <a:pt x="939" y="0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6" name=""/>
          <p:cNvSpPr/>
          <p:nvPr/>
        </p:nvSpPr>
        <p:spPr>
          <a:xfrm>
            <a:off x="4027320" y="3267360"/>
            <a:ext cx="334440" cy="23040"/>
          </a:xfrm>
          <a:custGeom>
            <a:avLst/>
            <a:gdLst/>
            <a:ahLst/>
            <a:rect l="0" t="0" r="r" b="b"/>
            <a:pathLst>
              <a:path w="929" h="64">
                <a:moveTo>
                  <a:pt x="0" y="64"/>
                </a:moveTo>
                <a:lnTo>
                  <a:pt x="929" y="0"/>
                </a:lnTo>
                <a:lnTo>
                  <a:pt x="929" y="1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7" name=""/>
          <p:cNvSpPr/>
          <p:nvPr/>
        </p:nvSpPr>
        <p:spPr>
          <a:xfrm>
            <a:off x="4030920" y="3267720"/>
            <a:ext cx="330840" cy="22680"/>
          </a:xfrm>
          <a:custGeom>
            <a:avLst/>
            <a:gdLst/>
            <a:ahLst/>
            <a:rect l="0" t="0" r="r" b="b"/>
            <a:pathLst>
              <a:path w="919" h="63">
                <a:moveTo>
                  <a:pt x="0" y="63"/>
                </a:moveTo>
                <a:lnTo>
                  <a:pt x="919" y="0"/>
                </a:lnTo>
                <a:lnTo>
                  <a:pt x="919" y="1"/>
                </a:lnTo>
                <a:lnTo>
                  <a:pt x="11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8" name=""/>
          <p:cNvSpPr/>
          <p:nvPr/>
        </p:nvSpPr>
        <p:spPr>
          <a:xfrm>
            <a:off x="4034880" y="3268080"/>
            <a:ext cx="326880" cy="22320"/>
          </a:xfrm>
          <a:custGeom>
            <a:avLst/>
            <a:gdLst/>
            <a:ahLst/>
            <a:rect l="0" t="0" r="r" b="b"/>
            <a:pathLst>
              <a:path w="908" h="62">
                <a:moveTo>
                  <a:pt x="0" y="62"/>
                </a:moveTo>
                <a:lnTo>
                  <a:pt x="908" y="0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09" name=""/>
          <p:cNvSpPr/>
          <p:nvPr/>
        </p:nvSpPr>
        <p:spPr>
          <a:xfrm>
            <a:off x="4038480" y="3268080"/>
            <a:ext cx="323280" cy="22320"/>
          </a:xfrm>
          <a:custGeom>
            <a:avLst/>
            <a:gdLst/>
            <a:ahLst/>
            <a:rect l="0" t="0" r="r" b="b"/>
            <a:pathLst>
              <a:path w="898" h="62">
                <a:moveTo>
                  <a:pt x="0" y="62"/>
                </a:moveTo>
                <a:lnTo>
                  <a:pt x="898" y="0"/>
                </a:lnTo>
                <a:lnTo>
                  <a:pt x="898" y="1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0" name=""/>
          <p:cNvSpPr/>
          <p:nvPr/>
        </p:nvSpPr>
        <p:spPr>
          <a:xfrm>
            <a:off x="4042080" y="3268440"/>
            <a:ext cx="319680" cy="21960"/>
          </a:xfrm>
          <a:custGeom>
            <a:avLst/>
            <a:gdLst/>
            <a:ahLst/>
            <a:rect l="0" t="0" r="r" b="b"/>
            <a:pathLst>
              <a:path w="888" h="61">
                <a:moveTo>
                  <a:pt x="0" y="61"/>
                </a:moveTo>
                <a:lnTo>
                  <a:pt x="888" y="0"/>
                </a:lnTo>
                <a:lnTo>
                  <a:pt x="888" y="1"/>
                </a:lnTo>
                <a:lnTo>
                  <a:pt x="1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1" name=""/>
          <p:cNvSpPr/>
          <p:nvPr/>
        </p:nvSpPr>
        <p:spPr>
          <a:xfrm>
            <a:off x="4045680" y="3268800"/>
            <a:ext cx="316080" cy="21600"/>
          </a:xfrm>
          <a:custGeom>
            <a:avLst/>
            <a:gdLst/>
            <a:ahLst/>
            <a:rect l="0" t="0" r="r" b="b"/>
            <a:pathLst>
              <a:path w="878" h="60">
                <a:moveTo>
                  <a:pt x="0" y="60"/>
                </a:moveTo>
                <a:lnTo>
                  <a:pt x="878" y="0"/>
                </a:lnTo>
                <a:lnTo>
                  <a:pt x="1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2" name=""/>
          <p:cNvSpPr/>
          <p:nvPr/>
        </p:nvSpPr>
        <p:spPr>
          <a:xfrm>
            <a:off x="4049280" y="3268800"/>
            <a:ext cx="312480" cy="21600"/>
          </a:xfrm>
          <a:custGeom>
            <a:avLst/>
            <a:gdLst/>
            <a:ahLst/>
            <a:rect l="0" t="0" r="r" b="b"/>
            <a:pathLst>
              <a:path w="868" h="60">
                <a:moveTo>
                  <a:pt x="0" y="60"/>
                </a:moveTo>
                <a:lnTo>
                  <a:pt x="868" y="0"/>
                </a:lnTo>
                <a:lnTo>
                  <a:pt x="868" y="1"/>
                </a:lnTo>
                <a:lnTo>
                  <a:pt x="11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3" name=""/>
          <p:cNvSpPr/>
          <p:nvPr/>
        </p:nvSpPr>
        <p:spPr>
          <a:xfrm>
            <a:off x="4053240" y="3269160"/>
            <a:ext cx="308520" cy="21240"/>
          </a:xfrm>
          <a:custGeom>
            <a:avLst/>
            <a:gdLst/>
            <a:ahLst/>
            <a:rect l="0" t="0" r="r" b="b"/>
            <a:pathLst>
              <a:path w="857" h="59">
                <a:moveTo>
                  <a:pt x="0" y="59"/>
                </a:moveTo>
                <a:lnTo>
                  <a:pt x="857" y="0"/>
                </a:lnTo>
                <a:lnTo>
                  <a:pt x="857" y="1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4" name=""/>
          <p:cNvSpPr/>
          <p:nvPr/>
        </p:nvSpPr>
        <p:spPr>
          <a:xfrm>
            <a:off x="4056840" y="3269520"/>
            <a:ext cx="304920" cy="20880"/>
          </a:xfrm>
          <a:custGeom>
            <a:avLst/>
            <a:gdLst/>
            <a:ahLst/>
            <a:rect l="0" t="0" r="r" b="b"/>
            <a:pathLst>
              <a:path w="847" h="58">
                <a:moveTo>
                  <a:pt x="0" y="58"/>
                </a:moveTo>
                <a:lnTo>
                  <a:pt x="847" y="0"/>
                </a:lnTo>
                <a:lnTo>
                  <a:pt x="847" y="1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5" name=""/>
          <p:cNvSpPr/>
          <p:nvPr/>
        </p:nvSpPr>
        <p:spPr>
          <a:xfrm>
            <a:off x="4060440" y="3269880"/>
            <a:ext cx="301320" cy="20520"/>
          </a:xfrm>
          <a:custGeom>
            <a:avLst/>
            <a:gdLst/>
            <a:ahLst/>
            <a:rect l="0" t="0" r="r" b="b"/>
            <a:pathLst>
              <a:path w="837" h="57">
                <a:moveTo>
                  <a:pt x="0" y="57"/>
                </a:moveTo>
                <a:lnTo>
                  <a:pt x="837" y="0"/>
                </a:lnTo>
                <a:lnTo>
                  <a:pt x="11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6" name=""/>
          <p:cNvSpPr/>
          <p:nvPr/>
        </p:nvSpPr>
        <p:spPr>
          <a:xfrm>
            <a:off x="4064040" y="3269880"/>
            <a:ext cx="297720" cy="20520"/>
          </a:xfrm>
          <a:custGeom>
            <a:avLst/>
            <a:gdLst/>
            <a:ahLst/>
            <a:rect l="0" t="0" r="r" b="b"/>
            <a:pathLst>
              <a:path w="827" h="57">
                <a:moveTo>
                  <a:pt x="0" y="57"/>
                </a:moveTo>
                <a:lnTo>
                  <a:pt x="827" y="0"/>
                </a:lnTo>
                <a:lnTo>
                  <a:pt x="827" y="1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7" name=""/>
          <p:cNvSpPr/>
          <p:nvPr/>
        </p:nvSpPr>
        <p:spPr>
          <a:xfrm>
            <a:off x="4067640" y="3270240"/>
            <a:ext cx="294120" cy="20160"/>
          </a:xfrm>
          <a:custGeom>
            <a:avLst/>
            <a:gdLst/>
            <a:ahLst/>
            <a:rect l="0" t="0" r="r" b="b"/>
            <a:pathLst>
              <a:path w="817" h="56">
                <a:moveTo>
                  <a:pt x="0" y="56"/>
                </a:moveTo>
                <a:lnTo>
                  <a:pt x="817" y="0"/>
                </a:lnTo>
                <a:lnTo>
                  <a:pt x="817" y="1"/>
                </a:lnTo>
                <a:lnTo>
                  <a:pt x="11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8" name=""/>
          <p:cNvSpPr/>
          <p:nvPr/>
        </p:nvSpPr>
        <p:spPr>
          <a:xfrm>
            <a:off x="4071600" y="3270600"/>
            <a:ext cx="290160" cy="19800"/>
          </a:xfrm>
          <a:custGeom>
            <a:avLst/>
            <a:gdLst/>
            <a:ahLst/>
            <a:rect l="0" t="0" r="r" b="b"/>
            <a:pathLst>
              <a:path w="806" h="55">
                <a:moveTo>
                  <a:pt x="0" y="55"/>
                </a:moveTo>
                <a:lnTo>
                  <a:pt x="806" y="0"/>
                </a:lnTo>
                <a:lnTo>
                  <a:pt x="10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19" name=""/>
          <p:cNvSpPr/>
          <p:nvPr/>
        </p:nvSpPr>
        <p:spPr>
          <a:xfrm>
            <a:off x="4075200" y="3270600"/>
            <a:ext cx="286560" cy="19800"/>
          </a:xfrm>
          <a:custGeom>
            <a:avLst/>
            <a:gdLst/>
            <a:ahLst/>
            <a:rect l="0" t="0" r="r" b="b"/>
            <a:pathLst>
              <a:path w="796" h="55">
                <a:moveTo>
                  <a:pt x="0" y="55"/>
                </a:moveTo>
                <a:lnTo>
                  <a:pt x="796" y="0"/>
                </a:lnTo>
                <a:lnTo>
                  <a:pt x="796" y="1"/>
                </a:lnTo>
                <a:lnTo>
                  <a:pt x="10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0" name=""/>
          <p:cNvSpPr/>
          <p:nvPr/>
        </p:nvSpPr>
        <p:spPr>
          <a:xfrm>
            <a:off x="4078800" y="3270960"/>
            <a:ext cx="282960" cy="19440"/>
          </a:xfrm>
          <a:custGeom>
            <a:avLst/>
            <a:gdLst/>
            <a:ahLst/>
            <a:rect l="0" t="0" r="r" b="b"/>
            <a:pathLst>
              <a:path w="786" h="54">
                <a:moveTo>
                  <a:pt x="0" y="54"/>
                </a:moveTo>
                <a:lnTo>
                  <a:pt x="786" y="0"/>
                </a:lnTo>
                <a:lnTo>
                  <a:pt x="786" y="1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1" name=""/>
          <p:cNvSpPr/>
          <p:nvPr/>
        </p:nvSpPr>
        <p:spPr>
          <a:xfrm>
            <a:off x="4082400" y="3271320"/>
            <a:ext cx="279360" cy="19080"/>
          </a:xfrm>
          <a:custGeom>
            <a:avLst/>
            <a:gdLst/>
            <a:ahLst/>
            <a:rect l="0" t="0" r="r" b="b"/>
            <a:pathLst>
              <a:path w="776" h="53">
                <a:moveTo>
                  <a:pt x="0" y="53"/>
                </a:moveTo>
                <a:lnTo>
                  <a:pt x="776" y="0"/>
                </a:lnTo>
                <a:lnTo>
                  <a:pt x="10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2" name=""/>
          <p:cNvSpPr/>
          <p:nvPr/>
        </p:nvSpPr>
        <p:spPr>
          <a:xfrm>
            <a:off x="4086000" y="3271320"/>
            <a:ext cx="275760" cy="19080"/>
          </a:xfrm>
          <a:custGeom>
            <a:avLst/>
            <a:gdLst/>
            <a:ahLst/>
            <a:rect l="0" t="0" r="r" b="b"/>
            <a:pathLst>
              <a:path w="766" h="53">
                <a:moveTo>
                  <a:pt x="0" y="53"/>
                </a:moveTo>
                <a:lnTo>
                  <a:pt x="766" y="0"/>
                </a:lnTo>
                <a:lnTo>
                  <a:pt x="766" y="1"/>
                </a:lnTo>
                <a:lnTo>
                  <a:pt x="11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3" name=""/>
          <p:cNvSpPr/>
          <p:nvPr/>
        </p:nvSpPr>
        <p:spPr>
          <a:xfrm>
            <a:off x="4089960" y="3271680"/>
            <a:ext cx="271800" cy="18720"/>
          </a:xfrm>
          <a:custGeom>
            <a:avLst/>
            <a:gdLst/>
            <a:ahLst/>
            <a:rect l="0" t="0" r="r" b="b"/>
            <a:pathLst>
              <a:path w="755" h="52">
                <a:moveTo>
                  <a:pt x="0" y="52"/>
                </a:moveTo>
                <a:lnTo>
                  <a:pt x="755" y="0"/>
                </a:lnTo>
                <a:lnTo>
                  <a:pt x="755" y="1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4" name=""/>
          <p:cNvSpPr/>
          <p:nvPr/>
        </p:nvSpPr>
        <p:spPr>
          <a:xfrm>
            <a:off x="4093560" y="3272040"/>
            <a:ext cx="268200" cy="18360"/>
          </a:xfrm>
          <a:custGeom>
            <a:avLst/>
            <a:gdLst/>
            <a:ahLst/>
            <a:rect l="0" t="0" r="r" b="b"/>
            <a:pathLst>
              <a:path w="745" h="51">
                <a:moveTo>
                  <a:pt x="0" y="51"/>
                </a:moveTo>
                <a:lnTo>
                  <a:pt x="745" y="0"/>
                </a:lnTo>
                <a:lnTo>
                  <a:pt x="10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5" name=""/>
          <p:cNvSpPr/>
          <p:nvPr/>
        </p:nvSpPr>
        <p:spPr>
          <a:xfrm>
            <a:off x="4097160" y="3272040"/>
            <a:ext cx="264600" cy="18720"/>
          </a:xfrm>
          <a:custGeom>
            <a:avLst/>
            <a:gdLst/>
            <a:ahLst/>
            <a:rect l="0" t="0" r="r" b="b"/>
            <a:pathLst>
              <a:path w="735" h="52">
                <a:moveTo>
                  <a:pt x="0" y="52"/>
                </a:moveTo>
                <a:lnTo>
                  <a:pt x="735" y="0"/>
                </a:lnTo>
                <a:lnTo>
                  <a:pt x="735" y="2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6" name=""/>
          <p:cNvSpPr/>
          <p:nvPr/>
        </p:nvSpPr>
        <p:spPr>
          <a:xfrm>
            <a:off x="4100760" y="3272400"/>
            <a:ext cx="261000" cy="18000"/>
          </a:xfrm>
          <a:custGeom>
            <a:avLst/>
            <a:gdLst/>
            <a:ahLst/>
            <a:rect l="0" t="0" r="r" b="b"/>
            <a:pathLst>
              <a:path w="725" h="50">
                <a:moveTo>
                  <a:pt x="0" y="50"/>
                </a:moveTo>
                <a:lnTo>
                  <a:pt x="725" y="0"/>
                </a:lnTo>
                <a:lnTo>
                  <a:pt x="725" y="1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4a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7" name=""/>
          <p:cNvSpPr/>
          <p:nvPr/>
        </p:nvSpPr>
        <p:spPr>
          <a:xfrm>
            <a:off x="4104360" y="3272760"/>
            <a:ext cx="257400" cy="17640"/>
          </a:xfrm>
          <a:custGeom>
            <a:avLst/>
            <a:gdLst/>
            <a:ahLst/>
            <a:rect l="0" t="0" r="r" b="b"/>
            <a:pathLst>
              <a:path w="715" h="49">
                <a:moveTo>
                  <a:pt x="0" y="49"/>
                </a:moveTo>
                <a:lnTo>
                  <a:pt x="715" y="0"/>
                </a:lnTo>
                <a:lnTo>
                  <a:pt x="715" y="1"/>
                </a:lnTo>
                <a:lnTo>
                  <a:pt x="11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8" name=""/>
          <p:cNvSpPr/>
          <p:nvPr/>
        </p:nvSpPr>
        <p:spPr>
          <a:xfrm>
            <a:off x="4108320" y="3273120"/>
            <a:ext cx="253440" cy="17280"/>
          </a:xfrm>
          <a:custGeom>
            <a:avLst/>
            <a:gdLst/>
            <a:ahLst/>
            <a:rect l="0" t="0" r="r" b="b"/>
            <a:pathLst>
              <a:path w="704" h="48">
                <a:moveTo>
                  <a:pt x="0" y="48"/>
                </a:moveTo>
                <a:lnTo>
                  <a:pt x="704" y="0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29" name=""/>
          <p:cNvSpPr/>
          <p:nvPr/>
        </p:nvSpPr>
        <p:spPr>
          <a:xfrm>
            <a:off x="4111920" y="3273120"/>
            <a:ext cx="249840" cy="17280"/>
          </a:xfrm>
          <a:custGeom>
            <a:avLst/>
            <a:gdLst/>
            <a:ahLst/>
            <a:rect l="0" t="0" r="r" b="b"/>
            <a:pathLst>
              <a:path w="694" h="48">
                <a:moveTo>
                  <a:pt x="0" y="48"/>
                </a:moveTo>
                <a:lnTo>
                  <a:pt x="694" y="0"/>
                </a:lnTo>
                <a:lnTo>
                  <a:pt x="694" y="1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0" name=""/>
          <p:cNvSpPr/>
          <p:nvPr/>
        </p:nvSpPr>
        <p:spPr>
          <a:xfrm>
            <a:off x="4115520" y="3273480"/>
            <a:ext cx="246240" cy="16920"/>
          </a:xfrm>
          <a:custGeom>
            <a:avLst/>
            <a:gdLst/>
            <a:ahLst/>
            <a:rect l="0" t="0" r="r" b="b"/>
            <a:pathLst>
              <a:path w="684" h="47">
                <a:moveTo>
                  <a:pt x="0" y="47"/>
                </a:moveTo>
                <a:lnTo>
                  <a:pt x="684" y="0"/>
                </a:lnTo>
                <a:lnTo>
                  <a:pt x="684" y="1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3a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1" name=""/>
          <p:cNvSpPr/>
          <p:nvPr/>
        </p:nvSpPr>
        <p:spPr>
          <a:xfrm>
            <a:off x="4119120" y="3273840"/>
            <a:ext cx="242640" cy="16560"/>
          </a:xfrm>
          <a:custGeom>
            <a:avLst/>
            <a:gdLst/>
            <a:ahLst/>
            <a:rect l="0" t="0" r="r" b="b"/>
            <a:pathLst>
              <a:path w="674" h="46">
                <a:moveTo>
                  <a:pt x="0" y="46"/>
                </a:moveTo>
                <a:lnTo>
                  <a:pt x="674" y="0"/>
                </a:lnTo>
                <a:lnTo>
                  <a:pt x="10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2" name=""/>
          <p:cNvSpPr/>
          <p:nvPr/>
        </p:nvSpPr>
        <p:spPr>
          <a:xfrm>
            <a:off x="4122720" y="3273840"/>
            <a:ext cx="239040" cy="16560"/>
          </a:xfrm>
          <a:custGeom>
            <a:avLst/>
            <a:gdLst/>
            <a:ahLst/>
            <a:rect l="0" t="0" r="r" b="b"/>
            <a:pathLst>
              <a:path w="664" h="46">
                <a:moveTo>
                  <a:pt x="0" y="46"/>
                </a:moveTo>
                <a:lnTo>
                  <a:pt x="664" y="0"/>
                </a:lnTo>
                <a:lnTo>
                  <a:pt x="664" y="1"/>
                </a:lnTo>
                <a:lnTo>
                  <a:pt x="11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3" name=""/>
          <p:cNvSpPr/>
          <p:nvPr/>
        </p:nvSpPr>
        <p:spPr>
          <a:xfrm>
            <a:off x="4126680" y="3274200"/>
            <a:ext cx="235080" cy="16200"/>
          </a:xfrm>
          <a:custGeom>
            <a:avLst/>
            <a:gdLst/>
            <a:ahLst/>
            <a:rect l="0" t="0" r="r" b="b"/>
            <a:pathLst>
              <a:path w="653" h="45">
                <a:moveTo>
                  <a:pt x="0" y="45"/>
                </a:moveTo>
                <a:lnTo>
                  <a:pt x="653" y="0"/>
                </a:lnTo>
                <a:lnTo>
                  <a:pt x="653" y="1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4" name=""/>
          <p:cNvSpPr/>
          <p:nvPr/>
        </p:nvSpPr>
        <p:spPr>
          <a:xfrm>
            <a:off x="4130280" y="3274560"/>
            <a:ext cx="231480" cy="15840"/>
          </a:xfrm>
          <a:custGeom>
            <a:avLst/>
            <a:gdLst/>
            <a:ahLst/>
            <a:rect l="0" t="0" r="r" b="b"/>
            <a:pathLst>
              <a:path w="643" h="44">
                <a:moveTo>
                  <a:pt x="0" y="44"/>
                </a:moveTo>
                <a:lnTo>
                  <a:pt x="643" y="0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5" name=""/>
          <p:cNvSpPr/>
          <p:nvPr/>
        </p:nvSpPr>
        <p:spPr>
          <a:xfrm>
            <a:off x="4133880" y="3274560"/>
            <a:ext cx="227880" cy="15840"/>
          </a:xfrm>
          <a:custGeom>
            <a:avLst/>
            <a:gdLst/>
            <a:ahLst/>
            <a:rect l="0" t="0" r="r" b="b"/>
            <a:pathLst>
              <a:path w="633" h="44">
                <a:moveTo>
                  <a:pt x="0" y="44"/>
                </a:moveTo>
                <a:lnTo>
                  <a:pt x="633" y="0"/>
                </a:lnTo>
                <a:lnTo>
                  <a:pt x="633" y="1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6" name=""/>
          <p:cNvSpPr/>
          <p:nvPr/>
        </p:nvSpPr>
        <p:spPr>
          <a:xfrm>
            <a:off x="4137480" y="3274920"/>
            <a:ext cx="224280" cy="15480"/>
          </a:xfrm>
          <a:custGeom>
            <a:avLst/>
            <a:gdLst/>
            <a:ahLst/>
            <a:rect l="0" t="0" r="r" b="b"/>
            <a:pathLst>
              <a:path w="623" h="43">
                <a:moveTo>
                  <a:pt x="0" y="43"/>
                </a:moveTo>
                <a:lnTo>
                  <a:pt x="623" y="0"/>
                </a:lnTo>
                <a:lnTo>
                  <a:pt x="623" y="1"/>
                </a:lnTo>
                <a:lnTo>
                  <a:pt x="1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7" name=""/>
          <p:cNvSpPr/>
          <p:nvPr/>
        </p:nvSpPr>
        <p:spPr>
          <a:xfrm>
            <a:off x="4141080" y="3275280"/>
            <a:ext cx="220680" cy="15120"/>
          </a:xfrm>
          <a:custGeom>
            <a:avLst/>
            <a:gdLst/>
            <a:ahLst/>
            <a:rect l="0" t="0" r="r" b="b"/>
            <a:pathLst>
              <a:path w="613" h="42">
                <a:moveTo>
                  <a:pt x="0" y="42"/>
                </a:moveTo>
                <a:lnTo>
                  <a:pt x="613" y="0"/>
                </a:lnTo>
                <a:lnTo>
                  <a:pt x="11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2a8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8" name=""/>
          <p:cNvSpPr/>
          <p:nvPr/>
        </p:nvSpPr>
        <p:spPr>
          <a:xfrm>
            <a:off x="4145040" y="3275280"/>
            <a:ext cx="216720" cy="15120"/>
          </a:xfrm>
          <a:custGeom>
            <a:avLst/>
            <a:gdLst/>
            <a:ahLst/>
            <a:rect l="0" t="0" r="r" b="b"/>
            <a:pathLst>
              <a:path w="602" h="42">
                <a:moveTo>
                  <a:pt x="0" y="42"/>
                </a:moveTo>
                <a:lnTo>
                  <a:pt x="602" y="0"/>
                </a:lnTo>
                <a:lnTo>
                  <a:pt x="602" y="1"/>
                </a:lnTo>
                <a:lnTo>
                  <a:pt x="1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39" name=""/>
          <p:cNvSpPr/>
          <p:nvPr/>
        </p:nvSpPr>
        <p:spPr>
          <a:xfrm>
            <a:off x="4148640" y="3275640"/>
            <a:ext cx="213120" cy="14760"/>
          </a:xfrm>
          <a:custGeom>
            <a:avLst/>
            <a:gdLst/>
            <a:ahLst/>
            <a:rect l="0" t="0" r="r" b="b"/>
            <a:pathLst>
              <a:path w="592" h="41">
                <a:moveTo>
                  <a:pt x="0" y="41"/>
                </a:moveTo>
                <a:lnTo>
                  <a:pt x="592" y="0"/>
                </a:lnTo>
                <a:lnTo>
                  <a:pt x="592" y="2"/>
                </a:lnTo>
                <a:lnTo>
                  <a:pt x="11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0" name=""/>
          <p:cNvSpPr/>
          <p:nvPr/>
        </p:nvSpPr>
        <p:spPr>
          <a:xfrm>
            <a:off x="4152240" y="3276000"/>
            <a:ext cx="209520" cy="14400"/>
          </a:xfrm>
          <a:custGeom>
            <a:avLst/>
            <a:gdLst/>
            <a:ahLst/>
            <a:rect l="0" t="0" r="r" b="b"/>
            <a:pathLst>
              <a:path w="582" h="40">
                <a:moveTo>
                  <a:pt x="0" y="40"/>
                </a:moveTo>
                <a:lnTo>
                  <a:pt x="582" y="0"/>
                </a:lnTo>
                <a:lnTo>
                  <a:pt x="582" y="1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1" name=""/>
          <p:cNvSpPr/>
          <p:nvPr/>
        </p:nvSpPr>
        <p:spPr>
          <a:xfrm>
            <a:off x="4155840" y="3276360"/>
            <a:ext cx="205920" cy="14040"/>
          </a:xfrm>
          <a:custGeom>
            <a:avLst/>
            <a:gdLst/>
            <a:ahLst/>
            <a:rect l="0" t="0" r="r" b="b"/>
            <a:pathLst>
              <a:path w="572" h="39">
                <a:moveTo>
                  <a:pt x="0" y="39"/>
                </a:moveTo>
                <a:lnTo>
                  <a:pt x="572" y="0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1a7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2" name=""/>
          <p:cNvSpPr/>
          <p:nvPr/>
        </p:nvSpPr>
        <p:spPr>
          <a:xfrm>
            <a:off x="4159440" y="3276360"/>
            <a:ext cx="202320" cy="14040"/>
          </a:xfrm>
          <a:custGeom>
            <a:avLst/>
            <a:gdLst/>
            <a:ahLst/>
            <a:rect l="0" t="0" r="r" b="b"/>
            <a:pathLst>
              <a:path w="562" h="39">
                <a:moveTo>
                  <a:pt x="0" y="39"/>
                </a:moveTo>
                <a:lnTo>
                  <a:pt x="562" y="0"/>
                </a:lnTo>
                <a:lnTo>
                  <a:pt x="562" y="1"/>
                </a:lnTo>
                <a:lnTo>
                  <a:pt x="11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3" name=""/>
          <p:cNvSpPr/>
          <p:nvPr/>
        </p:nvSpPr>
        <p:spPr>
          <a:xfrm>
            <a:off x="4163400" y="3276720"/>
            <a:ext cx="198360" cy="13680"/>
          </a:xfrm>
          <a:custGeom>
            <a:avLst/>
            <a:gdLst/>
            <a:ahLst/>
            <a:rect l="0" t="0" r="r" b="b"/>
            <a:pathLst>
              <a:path w="551" h="38">
                <a:moveTo>
                  <a:pt x="0" y="38"/>
                </a:moveTo>
                <a:lnTo>
                  <a:pt x="551" y="0"/>
                </a:lnTo>
                <a:lnTo>
                  <a:pt x="551" y="1"/>
                </a:lnTo>
                <a:lnTo>
                  <a:pt x="1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4" name=""/>
          <p:cNvSpPr/>
          <p:nvPr/>
        </p:nvSpPr>
        <p:spPr>
          <a:xfrm>
            <a:off x="4167000" y="3277080"/>
            <a:ext cx="194760" cy="13320"/>
          </a:xfrm>
          <a:custGeom>
            <a:avLst/>
            <a:gdLst/>
            <a:ahLst/>
            <a:rect l="0" t="0" r="r" b="b"/>
            <a:pathLst>
              <a:path w="541" h="37">
                <a:moveTo>
                  <a:pt x="0" y="37"/>
                </a:moveTo>
                <a:lnTo>
                  <a:pt x="541" y="0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5" name=""/>
          <p:cNvSpPr/>
          <p:nvPr/>
        </p:nvSpPr>
        <p:spPr>
          <a:xfrm>
            <a:off x="4170600" y="3277080"/>
            <a:ext cx="191160" cy="13320"/>
          </a:xfrm>
          <a:custGeom>
            <a:avLst/>
            <a:gdLst/>
            <a:ahLst/>
            <a:rect l="0" t="0" r="r" b="b"/>
            <a:pathLst>
              <a:path w="531" h="37">
                <a:moveTo>
                  <a:pt x="0" y="37"/>
                </a:moveTo>
                <a:lnTo>
                  <a:pt x="531" y="0"/>
                </a:lnTo>
                <a:lnTo>
                  <a:pt x="531" y="1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6" name=""/>
          <p:cNvSpPr/>
          <p:nvPr/>
        </p:nvSpPr>
        <p:spPr>
          <a:xfrm>
            <a:off x="4174200" y="3277440"/>
            <a:ext cx="187560" cy="12960"/>
          </a:xfrm>
          <a:custGeom>
            <a:avLst/>
            <a:gdLst/>
            <a:ahLst/>
            <a:rect l="0" t="0" r="r" b="b"/>
            <a:pathLst>
              <a:path w="521" h="36">
                <a:moveTo>
                  <a:pt x="0" y="36"/>
                </a:moveTo>
                <a:lnTo>
                  <a:pt x="521" y="0"/>
                </a:lnTo>
                <a:lnTo>
                  <a:pt x="521" y="1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7" name=""/>
          <p:cNvSpPr/>
          <p:nvPr/>
        </p:nvSpPr>
        <p:spPr>
          <a:xfrm>
            <a:off x="4177800" y="3277800"/>
            <a:ext cx="183960" cy="12600"/>
          </a:xfrm>
          <a:custGeom>
            <a:avLst/>
            <a:gdLst/>
            <a:ahLst/>
            <a:rect l="0" t="0" r="r" b="b"/>
            <a:pathLst>
              <a:path w="511" h="35">
                <a:moveTo>
                  <a:pt x="0" y="35"/>
                </a:moveTo>
                <a:lnTo>
                  <a:pt x="511" y="0"/>
                </a:lnTo>
                <a:lnTo>
                  <a:pt x="11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8" name=""/>
          <p:cNvSpPr/>
          <p:nvPr/>
        </p:nvSpPr>
        <p:spPr>
          <a:xfrm>
            <a:off x="4181760" y="3277800"/>
            <a:ext cx="180000" cy="12600"/>
          </a:xfrm>
          <a:custGeom>
            <a:avLst/>
            <a:gdLst/>
            <a:ahLst/>
            <a:rect l="0" t="0" r="r" b="b"/>
            <a:pathLst>
              <a:path w="500" h="35">
                <a:moveTo>
                  <a:pt x="0" y="35"/>
                </a:moveTo>
                <a:lnTo>
                  <a:pt x="500" y="0"/>
                </a:lnTo>
                <a:lnTo>
                  <a:pt x="500" y="1"/>
                </a:lnTo>
                <a:lnTo>
                  <a:pt x="10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49" name=""/>
          <p:cNvSpPr/>
          <p:nvPr/>
        </p:nvSpPr>
        <p:spPr>
          <a:xfrm>
            <a:off x="4185360" y="3278160"/>
            <a:ext cx="176400" cy="12240"/>
          </a:xfrm>
          <a:custGeom>
            <a:avLst/>
            <a:gdLst/>
            <a:ahLst/>
            <a:rect l="0" t="0" r="r" b="b"/>
            <a:pathLst>
              <a:path w="490" h="34">
                <a:moveTo>
                  <a:pt x="0" y="34"/>
                </a:moveTo>
                <a:lnTo>
                  <a:pt x="490" y="0"/>
                </a:lnTo>
                <a:lnTo>
                  <a:pt x="490" y="1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0" name=""/>
          <p:cNvSpPr/>
          <p:nvPr/>
        </p:nvSpPr>
        <p:spPr>
          <a:xfrm>
            <a:off x="4188960" y="3278520"/>
            <a:ext cx="172800" cy="11880"/>
          </a:xfrm>
          <a:custGeom>
            <a:avLst/>
            <a:gdLst/>
            <a:ahLst/>
            <a:rect l="0" t="0" r="r" b="b"/>
            <a:pathLst>
              <a:path w="480" h="33">
                <a:moveTo>
                  <a:pt x="0" y="33"/>
                </a:moveTo>
                <a:lnTo>
                  <a:pt x="480" y="0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1" name=""/>
          <p:cNvSpPr/>
          <p:nvPr/>
        </p:nvSpPr>
        <p:spPr>
          <a:xfrm>
            <a:off x="4192560" y="3278520"/>
            <a:ext cx="169200" cy="11880"/>
          </a:xfrm>
          <a:custGeom>
            <a:avLst/>
            <a:gdLst/>
            <a:ahLst/>
            <a:rect l="0" t="0" r="r" b="b"/>
            <a:pathLst>
              <a:path w="470" h="33">
                <a:moveTo>
                  <a:pt x="0" y="33"/>
                </a:moveTo>
                <a:lnTo>
                  <a:pt x="470" y="0"/>
                </a:lnTo>
                <a:lnTo>
                  <a:pt x="470" y="1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2" name=""/>
          <p:cNvSpPr/>
          <p:nvPr/>
        </p:nvSpPr>
        <p:spPr>
          <a:xfrm>
            <a:off x="4196160" y="3278880"/>
            <a:ext cx="165600" cy="11520"/>
          </a:xfrm>
          <a:custGeom>
            <a:avLst/>
            <a:gdLst/>
            <a:ahLst/>
            <a:rect l="0" t="0" r="r" b="b"/>
            <a:pathLst>
              <a:path w="460" h="32">
                <a:moveTo>
                  <a:pt x="0" y="32"/>
                </a:moveTo>
                <a:lnTo>
                  <a:pt x="460" y="0"/>
                </a:lnTo>
                <a:lnTo>
                  <a:pt x="460" y="1"/>
                </a:lnTo>
                <a:lnTo>
                  <a:pt x="11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3" name=""/>
          <p:cNvSpPr/>
          <p:nvPr/>
        </p:nvSpPr>
        <p:spPr>
          <a:xfrm>
            <a:off x="4200120" y="3279240"/>
            <a:ext cx="161640" cy="11160"/>
          </a:xfrm>
          <a:custGeom>
            <a:avLst/>
            <a:gdLst/>
            <a:ahLst/>
            <a:rect l="0" t="0" r="r" b="b"/>
            <a:pathLst>
              <a:path w="449" h="31">
                <a:moveTo>
                  <a:pt x="0" y="31"/>
                </a:moveTo>
                <a:lnTo>
                  <a:pt x="449" y="0"/>
                </a:lnTo>
                <a:lnTo>
                  <a:pt x="449" y="1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4" name=""/>
          <p:cNvSpPr/>
          <p:nvPr/>
        </p:nvSpPr>
        <p:spPr>
          <a:xfrm>
            <a:off x="4203720" y="3279600"/>
            <a:ext cx="158040" cy="10800"/>
          </a:xfrm>
          <a:custGeom>
            <a:avLst/>
            <a:gdLst/>
            <a:ahLst/>
            <a:rect l="0" t="0" r="r" b="b"/>
            <a:pathLst>
              <a:path w="439" h="30">
                <a:moveTo>
                  <a:pt x="0" y="30"/>
                </a:moveTo>
                <a:lnTo>
                  <a:pt x="439" y="0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5" name=""/>
          <p:cNvSpPr/>
          <p:nvPr/>
        </p:nvSpPr>
        <p:spPr>
          <a:xfrm>
            <a:off x="4207320" y="3279600"/>
            <a:ext cx="154440" cy="10800"/>
          </a:xfrm>
          <a:custGeom>
            <a:avLst/>
            <a:gdLst/>
            <a:ahLst/>
            <a:rect l="0" t="0" r="r" b="b"/>
            <a:pathLst>
              <a:path w="429" h="30">
                <a:moveTo>
                  <a:pt x="0" y="30"/>
                </a:moveTo>
                <a:lnTo>
                  <a:pt x="429" y="0"/>
                </a:lnTo>
                <a:lnTo>
                  <a:pt x="429" y="1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6" name=""/>
          <p:cNvSpPr/>
          <p:nvPr/>
        </p:nvSpPr>
        <p:spPr>
          <a:xfrm>
            <a:off x="4210920" y="3279960"/>
            <a:ext cx="150840" cy="10440"/>
          </a:xfrm>
          <a:custGeom>
            <a:avLst/>
            <a:gdLst/>
            <a:ahLst/>
            <a:rect l="0" t="0" r="r" b="b"/>
            <a:pathLst>
              <a:path w="419" h="29">
                <a:moveTo>
                  <a:pt x="0" y="29"/>
                </a:moveTo>
                <a:lnTo>
                  <a:pt x="419" y="0"/>
                </a:lnTo>
                <a:lnTo>
                  <a:pt x="419" y="1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7" name=""/>
          <p:cNvSpPr/>
          <p:nvPr/>
        </p:nvSpPr>
        <p:spPr>
          <a:xfrm>
            <a:off x="4214520" y="3280320"/>
            <a:ext cx="147240" cy="10080"/>
          </a:xfrm>
          <a:custGeom>
            <a:avLst/>
            <a:gdLst/>
            <a:ahLst/>
            <a:rect l="0" t="0" r="r" b="b"/>
            <a:pathLst>
              <a:path w="409" h="28">
                <a:moveTo>
                  <a:pt x="0" y="28"/>
                </a:moveTo>
                <a:lnTo>
                  <a:pt x="409" y="0"/>
                </a:lnTo>
                <a:lnTo>
                  <a:pt x="11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8" name=""/>
          <p:cNvSpPr/>
          <p:nvPr/>
        </p:nvSpPr>
        <p:spPr>
          <a:xfrm>
            <a:off x="4218480" y="3280320"/>
            <a:ext cx="143280" cy="10440"/>
          </a:xfrm>
          <a:custGeom>
            <a:avLst/>
            <a:gdLst/>
            <a:ahLst/>
            <a:rect l="0" t="0" r="r" b="b"/>
            <a:pathLst>
              <a:path w="398" h="29">
                <a:moveTo>
                  <a:pt x="0" y="29"/>
                </a:moveTo>
                <a:lnTo>
                  <a:pt x="398" y="0"/>
                </a:lnTo>
                <a:lnTo>
                  <a:pt x="398" y="2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59" name=""/>
          <p:cNvSpPr/>
          <p:nvPr/>
        </p:nvSpPr>
        <p:spPr>
          <a:xfrm>
            <a:off x="4222080" y="3280680"/>
            <a:ext cx="139680" cy="9720"/>
          </a:xfrm>
          <a:custGeom>
            <a:avLst/>
            <a:gdLst/>
            <a:ahLst/>
            <a:rect l="0" t="0" r="r" b="b"/>
            <a:pathLst>
              <a:path w="388" h="27">
                <a:moveTo>
                  <a:pt x="0" y="27"/>
                </a:moveTo>
                <a:lnTo>
                  <a:pt x="388" y="0"/>
                </a:lnTo>
                <a:lnTo>
                  <a:pt x="388" y="1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0" name=""/>
          <p:cNvSpPr/>
          <p:nvPr/>
        </p:nvSpPr>
        <p:spPr>
          <a:xfrm>
            <a:off x="4225680" y="3281040"/>
            <a:ext cx="136080" cy="9360"/>
          </a:xfrm>
          <a:custGeom>
            <a:avLst/>
            <a:gdLst/>
            <a:ahLst/>
            <a:rect l="0" t="0" r="r" b="b"/>
            <a:pathLst>
              <a:path w="378" h="26">
                <a:moveTo>
                  <a:pt x="0" y="26"/>
                </a:moveTo>
                <a:lnTo>
                  <a:pt x="378" y="0"/>
                </a:lnTo>
                <a:lnTo>
                  <a:pt x="1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1" name=""/>
          <p:cNvSpPr/>
          <p:nvPr/>
        </p:nvSpPr>
        <p:spPr>
          <a:xfrm>
            <a:off x="4229280" y="3281040"/>
            <a:ext cx="132480" cy="9360"/>
          </a:xfrm>
          <a:custGeom>
            <a:avLst/>
            <a:gdLst/>
            <a:ahLst/>
            <a:rect l="0" t="0" r="r" b="b"/>
            <a:pathLst>
              <a:path w="368" h="26">
                <a:moveTo>
                  <a:pt x="0" y="26"/>
                </a:moveTo>
                <a:lnTo>
                  <a:pt x="368" y="0"/>
                </a:lnTo>
                <a:lnTo>
                  <a:pt x="368" y="1"/>
                </a:lnTo>
                <a:lnTo>
                  <a:pt x="1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2" name=""/>
          <p:cNvSpPr/>
          <p:nvPr/>
        </p:nvSpPr>
        <p:spPr>
          <a:xfrm>
            <a:off x="4232880" y="3281400"/>
            <a:ext cx="128880" cy="9000"/>
          </a:xfrm>
          <a:custGeom>
            <a:avLst/>
            <a:gdLst/>
            <a:ahLst/>
            <a:rect l="0" t="0" r="r" b="b"/>
            <a:pathLst>
              <a:path w="358" h="25">
                <a:moveTo>
                  <a:pt x="0" y="25"/>
                </a:moveTo>
                <a:lnTo>
                  <a:pt x="358" y="0"/>
                </a:lnTo>
                <a:lnTo>
                  <a:pt x="358" y="1"/>
                </a:lnTo>
                <a:lnTo>
                  <a:pt x="11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3" name=""/>
          <p:cNvSpPr/>
          <p:nvPr/>
        </p:nvSpPr>
        <p:spPr>
          <a:xfrm>
            <a:off x="4236840" y="3281760"/>
            <a:ext cx="124920" cy="8640"/>
          </a:xfrm>
          <a:custGeom>
            <a:avLst/>
            <a:gdLst/>
            <a:ahLst/>
            <a:rect l="0" t="0" r="r" b="b"/>
            <a:pathLst>
              <a:path w="347" h="24">
                <a:moveTo>
                  <a:pt x="0" y="24"/>
                </a:moveTo>
                <a:lnTo>
                  <a:pt x="347" y="0"/>
                </a:lnTo>
                <a:lnTo>
                  <a:pt x="10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4" name=""/>
          <p:cNvSpPr/>
          <p:nvPr/>
        </p:nvSpPr>
        <p:spPr>
          <a:xfrm>
            <a:off x="4240440" y="3281760"/>
            <a:ext cx="121320" cy="8640"/>
          </a:xfrm>
          <a:custGeom>
            <a:avLst/>
            <a:gdLst/>
            <a:ahLst/>
            <a:rect l="0" t="0" r="r" b="b"/>
            <a:pathLst>
              <a:path w="337" h="24">
                <a:moveTo>
                  <a:pt x="0" y="24"/>
                </a:moveTo>
                <a:lnTo>
                  <a:pt x="337" y="0"/>
                </a:lnTo>
                <a:lnTo>
                  <a:pt x="337" y="1"/>
                </a:lnTo>
                <a:lnTo>
                  <a:pt x="10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5" name=""/>
          <p:cNvSpPr/>
          <p:nvPr/>
        </p:nvSpPr>
        <p:spPr>
          <a:xfrm>
            <a:off x="4244040" y="3282120"/>
            <a:ext cx="117720" cy="8280"/>
          </a:xfrm>
          <a:custGeom>
            <a:avLst/>
            <a:gdLst/>
            <a:ahLst/>
            <a:rect l="0" t="0" r="r" b="b"/>
            <a:pathLst>
              <a:path w="327" h="23">
                <a:moveTo>
                  <a:pt x="0" y="23"/>
                </a:moveTo>
                <a:lnTo>
                  <a:pt x="327" y="0"/>
                </a:lnTo>
                <a:lnTo>
                  <a:pt x="327" y="1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6" name=""/>
          <p:cNvSpPr/>
          <p:nvPr/>
        </p:nvSpPr>
        <p:spPr>
          <a:xfrm>
            <a:off x="4247640" y="3282480"/>
            <a:ext cx="114120" cy="7920"/>
          </a:xfrm>
          <a:custGeom>
            <a:avLst/>
            <a:gdLst/>
            <a:ahLst/>
            <a:rect l="0" t="0" r="r" b="b"/>
            <a:pathLst>
              <a:path w="317" h="22">
                <a:moveTo>
                  <a:pt x="0" y="22"/>
                </a:moveTo>
                <a:lnTo>
                  <a:pt x="317" y="0"/>
                </a:lnTo>
                <a:lnTo>
                  <a:pt x="317" y="1"/>
                </a:lnTo>
                <a:lnTo>
                  <a:pt x="10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7" name=""/>
          <p:cNvSpPr/>
          <p:nvPr/>
        </p:nvSpPr>
        <p:spPr>
          <a:xfrm>
            <a:off x="4251240" y="3282840"/>
            <a:ext cx="110520" cy="7560"/>
          </a:xfrm>
          <a:custGeom>
            <a:avLst/>
            <a:gdLst/>
            <a:ahLst/>
            <a:rect l="0" t="0" r="r" b="b"/>
            <a:pathLst>
              <a:path w="307" h="21">
                <a:moveTo>
                  <a:pt x="0" y="21"/>
                </a:moveTo>
                <a:lnTo>
                  <a:pt x="307" y="0"/>
                </a:lnTo>
                <a:lnTo>
                  <a:pt x="11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8" name=""/>
          <p:cNvSpPr/>
          <p:nvPr/>
        </p:nvSpPr>
        <p:spPr>
          <a:xfrm>
            <a:off x="4255200" y="3282840"/>
            <a:ext cx="106560" cy="7560"/>
          </a:xfrm>
          <a:custGeom>
            <a:avLst/>
            <a:gdLst/>
            <a:ahLst/>
            <a:rect l="0" t="0" r="r" b="b"/>
            <a:pathLst>
              <a:path w="296" h="21">
                <a:moveTo>
                  <a:pt x="0" y="21"/>
                </a:moveTo>
                <a:lnTo>
                  <a:pt x="296" y="0"/>
                </a:lnTo>
                <a:lnTo>
                  <a:pt x="296" y="1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69" name=""/>
          <p:cNvSpPr/>
          <p:nvPr/>
        </p:nvSpPr>
        <p:spPr>
          <a:xfrm>
            <a:off x="4258800" y="3283200"/>
            <a:ext cx="102960" cy="7200"/>
          </a:xfrm>
          <a:custGeom>
            <a:avLst/>
            <a:gdLst/>
            <a:ahLst/>
            <a:rect l="0" t="0" r="r" b="b"/>
            <a:pathLst>
              <a:path w="286" h="20">
                <a:moveTo>
                  <a:pt x="0" y="20"/>
                </a:moveTo>
                <a:lnTo>
                  <a:pt x="286" y="0"/>
                </a:lnTo>
                <a:lnTo>
                  <a:pt x="286" y="1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0" name=""/>
          <p:cNvSpPr/>
          <p:nvPr/>
        </p:nvSpPr>
        <p:spPr>
          <a:xfrm>
            <a:off x="4262400" y="3283560"/>
            <a:ext cx="99360" cy="6840"/>
          </a:xfrm>
          <a:custGeom>
            <a:avLst/>
            <a:gdLst/>
            <a:ahLst/>
            <a:rect l="0" t="0" r="r" b="b"/>
            <a:pathLst>
              <a:path w="276" h="19">
                <a:moveTo>
                  <a:pt x="0" y="19"/>
                </a:moveTo>
                <a:lnTo>
                  <a:pt x="276" y="0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1" name=""/>
          <p:cNvSpPr/>
          <p:nvPr/>
        </p:nvSpPr>
        <p:spPr>
          <a:xfrm>
            <a:off x="4266000" y="3283560"/>
            <a:ext cx="95760" cy="6840"/>
          </a:xfrm>
          <a:custGeom>
            <a:avLst/>
            <a:gdLst/>
            <a:ahLst/>
            <a:rect l="0" t="0" r="r" b="b"/>
            <a:pathLst>
              <a:path w="266" h="19">
                <a:moveTo>
                  <a:pt x="0" y="19"/>
                </a:moveTo>
                <a:lnTo>
                  <a:pt x="266" y="0"/>
                </a:lnTo>
                <a:lnTo>
                  <a:pt x="266" y="1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2" name=""/>
          <p:cNvSpPr/>
          <p:nvPr/>
        </p:nvSpPr>
        <p:spPr>
          <a:xfrm>
            <a:off x="4269600" y="3283920"/>
            <a:ext cx="92160" cy="6480"/>
          </a:xfrm>
          <a:custGeom>
            <a:avLst/>
            <a:gdLst/>
            <a:ahLst/>
            <a:rect l="0" t="0" r="r" b="b"/>
            <a:pathLst>
              <a:path w="256" h="18">
                <a:moveTo>
                  <a:pt x="0" y="18"/>
                </a:moveTo>
                <a:lnTo>
                  <a:pt x="256" y="0"/>
                </a:lnTo>
                <a:lnTo>
                  <a:pt x="256" y="1"/>
                </a:lnTo>
                <a:lnTo>
                  <a:pt x="11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3" name=""/>
          <p:cNvSpPr/>
          <p:nvPr/>
        </p:nvSpPr>
        <p:spPr>
          <a:xfrm>
            <a:off x="4273560" y="3284280"/>
            <a:ext cx="88200" cy="6120"/>
          </a:xfrm>
          <a:custGeom>
            <a:avLst/>
            <a:gdLst/>
            <a:ahLst/>
            <a:rect l="0" t="0" r="r" b="b"/>
            <a:pathLst>
              <a:path w="245" h="17">
                <a:moveTo>
                  <a:pt x="0" y="17"/>
                </a:moveTo>
                <a:lnTo>
                  <a:pt x="245" y="0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4" name=""/>
          <p:cNvSpPr/>
          <p:nvPr/>
        </p:nvSpPr>
        <p:spPr>
          <a:xfrm>
            <a:off x="4277160" y="3284280"/>
            <a:ext cx="84600" cy="6120"/>
          </a:xfrm>
          <a:custGeom>
            <a:avLst/>
            <a:gdLst/>
            <a:ahLst/>
            <a:rect l="0" t="0" r="r" b="b"/>
            <a:pathLst>
              <a:path w="235" h="17">
                <a:moveTo>
                  <a:pt x="0" y="17"/>
                </a:moveTo>
                <a:lnTo>
                  <a:pt x="235" y="0"/>
                </a:lnTo>
                <a:lnTo>
                  <a:pt x="235" y="1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5" name=""/>
          <p:cNvSpPr/>
          <p:nvPr/>
        </p:nvSpPr>
        <p:spPr>
          <a:xfrm>
            <a:off x="4280760" y="3284640"/>
            <a:ext cx="81000" cy="5760"/>
          </a:xfrm>
          <a:custGeom>
            <a:avLst/>
            <a:gdLst/>
            <a:ahLst/>
            <a:rect l="0" t="0" r="r" b="b"/>
            <a:pathLst>
              <a:path w="225" h="16">
                <a:moveTo>
                  <a:pt x="0" y="16"/>
                </a:moveTo>
                <a:lnTo>
                  <a:pt x="225" y="0"/>
                </a:lnTo>
                <a:lnTo>
                  <a:pt x="225" y="1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6" name=""/>
          <p:cNvSpPr/>
          <p:nvPr/>
        </p:nvSpPr>
        <p:spPr>
          <a:xfrm>
            <a:off x="4284360" y="3285000"/>
            <a:ext cx="77400" cy="5400"/>
          </a:xfrm>
          <a:custGeom>
            <a:avLst/>
            <a:gdLst/>
            <a:ahLst/>
            <a:rect l="0" t="0" r="r" b="b"/>
            <a:pathLst>
              <a:path w="215" h="15">
                <a:moveTo>
                  <a:pt x="0" y="15"/>
                </a:moveTo>
                <a:lnTo>
                  <a:pt x="215" y="0"/>
                </a:lnTo>
                <a:lnTo>
                  <a:pt x="1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7" name=""/>
          <p:cNvSpPr/>
          <p:nvPr/>
        </p:nvSpPr>
        <p:spPr>
          <a:xfrm>
            <a:off x="4287960" y="3285000"/>
            <a:ext cx="73800" cy="5400"/>
          </a:xfrm>
          <a:custGeom>
            <a:avLst/>
            <a:gdLst/>
            <a:ahLst/>
            <a:rect l="0" t="0" r="r" b="b"/>
            <a:pathLst>
              <a:path w="205" h="15">
                <a:moveTo>
                  <a:pt x="0" y="15"/>
                </a:moveTo>
                <a:lnTo>
                  <a:pt x="205" y="0"/>
                </a:lnTo>
                <a:lnTo>
                  <a:pt x="205" y="1"/>
                </a:lnTo>
                <a:lnTo>
                  <a:pt x="11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8" name=""/>
          <p:cNvSpPr/>
          <p:nvPr/>
        </p:nvSpPr>
        <p:spPr>
          <a:xfrm>
            <a:off x="4291920" y="3285360"/>
            <a:ext cx="69840" cy="5040"/>
          </a:xfrm>
          <a:custGeom>
            <a:avLst/>
            <a:gdLst/>
            <a:ahLst/>
            <a:rect l="0" t="0" r="r" b="b"/>
            <a:pathLst>
              <a:path w="194" h="14">
                <a:moveTo>
                  <a:pt x="0" y="14"/>
                </a:moveTo>
                <a:lnTo>
                  <a:pt x="194" y="0"/>
                </a:lnTo>
                <a:lnTo>
                  <a:pt x="194" y="1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79" name=""/>
          <p:cNvSpPr/>
          <p:nvPr/>
        </p:nvSpPr>
        <p:spPr>
          <a:xfrm>
            <a:off x="4295520" y="3285720"/>
            <a:ext cx="66240" cy="4680"/>
          </a:xfrm>
          <a:custGeom>
            <a:avLst/>
            <a:gdLst/>
            <a:ahLst/>
            <a:rect l="0" t="0" r="r" b="b"/>
            <a:pathLst>
              <a:path w="184" h="13">
                <a:moveTo>
                  <a:pt x="0" y="13"/>
                </a:moveTo>
                <a:lnTo>
                  <a:pt x="184" y="0"/>
                </a:lnTo>
                <a:lnTo>
                  <a:pt x="184" y="1"/>
                </a:lnTo>
                <a:lnTo>
                  <a:pt x="10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80" name=""/>
          <p:cNvSpPr/>
          <p:nvPr/>
        </p:nvSpPr>
        <p:spPr>
          <a:xfrm>
            <a:off x="4299120" y="3286080"/>
            <a:ext cx="62640" cy="4320"/>
          </a:xfrm>
          <a:custGeom>
            <a:avLst/>
            <a:gdLst/>
            <a:ahLst/>
            <a:rect l="0" t="0" r="r" b="b"/>
            <a:pathLst>
              <a:path w="174" h="12">
                <a:moveTo>
                  <a:pt x="0" y="12"/>
                </a:moveTo>
                <a:lnTo>
                  <a:pt x="174" y="0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81" name=""/>
          <p:cNvSpPr/>
          <p:nvPr/>
        </p:nvSpPr>
        <p:spPr>
          <a:xfrm>
            <a:off x="4302720" y="3286080"/>
            <a:ext cx="59040" cy="4320"/>
          </a:xfrm>
          <a:custGeom>
            <a:avLst/>
            <a:gdLst/>
            <a:ahLst/>
            <a:rect l="0" t="0" r="r" b="b"/>
            <a:pathLst>
              <a:path w="164" h="12">
                <a:moveTo>
                  <a:pt x="0" y="12"/>
                </a:moveTo>
                <a:lnTo>
                  <a:pt x="164" y="0"/>
                </a:lnTo>
                <a:lnTo>
                  <a:pt x="164" y="1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82" name=""/>
          <p:cNvSpPr/>
          <p:nvPr/>
        </p:nvSpPr>
        <p:spPr>
          <a:xfrm>
            <a:off x="4306320" y="3286440"/>
            <a:ext cx="55440" cy="3960"/>
          </a:xfrm>
          <a:custGeom>
            <a:avLst/>
            <a:gdLst/>
            <a:ahLst/>
            <a:rect l="0" t="0" r="r" b="b"/>
            <a:pathLst>
              <a:path w="154" h="11">
                <a:moveTo>
                  <a:pt x="0" y="11"/>
                </a:moveTo>
                <a:lnTo>
                  <a:pt x="154" y="0"/>
                </a:lnTo>
                <a:lnTo>
                  <a:pt x="154" y="1"/>
                </a:lnTo>
                <a:lnTo>
                  <a:pt x="11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83" name=""/>
          <p:cNvSpPr/>
          <p:nvPr/>
        </p:nvSpPr>
        <p:spPr>
          <a:xfrm>
            <a:off x="4310280" y="3286800"/>
            <a:ext cx="51480" cy="3600"/>
          </a:xfrm>
          <a:custGeom>
            <a:avLst/>
            <a:gdLst/>
            <a:ahLst/>
            <a:rect l="0" t="0" r="r" b="b"/>
            <a:pathLst>
              <a:path w="143" h="10">
                <a:moveTo>
                  <a:pt x="0" y="10"/>
                </a:moveTo>
                <a:lnTo>
                  <a:pt x="143" y="0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84" name=""/>
          <p:cNvSpPr/>
          <p:nvPr/>
        </p:nvSpPr>
        <p:spPr>
          <a:xfrm>
            <a:off x="4313880" y="3286800"/>
            <a:ext cx="47880" cy="3600"/>
          </a:xfrm>
          <a:custGeom>
            <a:avLst/>
            <a:gdLst/>
            <a:ahLst/>
            <a:rect l="0" t="0" r="r" b="b"/>
            <a:pathLst>
              <a:path w="133" h="10">
                <a:moveTo>
                  <a:pt x="0" y="10"/>
                </a:moveTo>
                <a:lnTo>
                  <a:pt x="133" y="0"/>
                </a:lnTo>
                <a:lnTo>
                  <a:pt x="133" y="1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85" name=""/>
          <p:cNvSpPr/>
          <p:nvPr/>
        </p:nvSpPr>
        <p:spPr>
          <a:xfrm>
            <a:off x="4317480" y="3287160"/>
            <a:ext cx="44280" cy="3240"/>
          </a:xfrm>
          <a:custGeom>
            <a:avLst/>
            <a:gdLst/>
            <a:ahLst/>
            <a:rect l="0" t="0" r="r" b="b"/>
            <a:pathLst>
              <a:path w="123" h="9">
                <a:moveTo>
                  <a:pt x="0" y="9"/>
                </a:moveTo>
                <a:lnTo>
                  <a:pt x="123" y="0"/>
                </a:lnTo>
                <a:lnTo>
                  <a:pt x="123" y="2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86" name=""/>
          <p:cNvSpPr/>
          <p:nvPr/>
        </p:nvSpPr>
        <p:spPr>
          <a:xfrm>
            <a:off x="4321080" y="3287520"/>
            <a:ext cx="40680" cy="2880"/>
          </a:xfrm>
          <a:custGeom>
            <a:avLst/>
            <a:gdLst/>
            <a:ahLst/>
            <a:rect l="0" t="0" r="r" b="b"/>
            <a:pathLst>
              <a:path w="113" h="8">
                <a:moveTo>
                  <a:pt x="0" y="8"/>
                </a:moveTo>
                <a:lnTo>
                  <a:pt x="113" y="0"/>
                </a:lnTo>
                <a:lnTo>
                  <a:pt x="10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87" name=""/>
          <p:cNvSpPr/>
          <p:nvPr/>
        </p:nvSpPr>
        <p:spPr>
          <a:xfrm>
            <a:off x="4324680" y="3287520"/>
            <a:ext cx="37080" cy="2880"/>
          </a:xfrm>
          <a:custGeom>
            <a:avLst/>
            <a:gdLst/>
            <a:ahLst/>
            <a:rect l="0" t="0" r="r" b="b"/>
            <a:pathLst>
              <a:path w="103" h="8">
                <a:moveTo>
                  <a:pt x="0" y="8"/>
                </a:moveTo>
                <a:lnTo>
                  <a:pt x="103" y="0"/>
                </a:lnTo>
                <a:lnTo>
                  <a:pt x="103" y="1"/>
                </a:lnTo>
                <a:lnTo>
                  <a:pt x="11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88" name=""/>
          <p:cNvSpPr/>
          <p:nvPr/>
        </p:nvSpPr>
        <p:spPr>
          <a:xfrm>
            <a:off x="4328640" y="3287880"/>
            <a:ext cx="33120" cy="2520"/>
          </a:xfrm>
          <a:custGeom>
            <a:avLst/>
            <a:gdLst/>
            <a:ahLst/>
            <a:rect l="0" t="0" r="r" b="b"/>
            <a:pathLst>
              <a:path w="92" h="7">
                <a:moveTo>
                  <a:pt x="0" y="7"/>
                </a:moveTo>
                <a:lnTo>
                  <a:pt x="92" y="0"/>
                </a:lnTo>
                <a:lnTo>
                  <a:pt x="92" y="1"/>
                </a:lnTo>
                <a:lnTo>
                  <a:pt x="10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89" name=""/>
          <p:cNvSpPr/>
          <p:nvPr/>
        </p:nvSpPr>
        <p:spPr>
          <a:xfrm>
            <a:off x="4332240" y="3288240"/>
            <a:ext cx="29520" cy="2160"/>
          </a:xfrm>
          <a:custGeom>
            <a:avLst/>
            <a:gdLst/>
            <a:ahLst/>
            <a:rect l="0" t="0" r="r" b="b"/>
            <a:pathLst>
              <a:path w="82" h="6">
                <a:moveTo>
                  <a:pt x="0" y="6"/>
                </a:moveTo>
                <a:lnTo>
                  <a:pt x="82" y="0"/>
                </a:lnTo>
                <a:lnTo>
                  <a:pt x="10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90" name=""/>
          <p:cNvSpPr/>
          <p:nvPr/>
        </p:nvSpPr>
        <p:spPr>
          <a:xfrm>
            <a:off x="4335840" y="3288240"/>
            <a:ext cx="25920" cy="2160"/>
          </a:xfrm>
          <a:custGeom>
            <a:avLst/>
            <a:gdLst/>
            <a:ahLst/>
            <a:rect l="0" t="0" r="r" b="b"/>
            <a:pathLst>
              <a:path w="72" h="6">
                <a:moveTo>
                  <a:pt x="0" y="6"/>
                </a:moveTo>
                <a:lnTo>
                  <a:pt x="72" y="0"/>
                </a:lnTo>
                <a:lnTo>
                  <a:pt x="72" y="1"/>
                </a:lnTo>
                <a:lnTo>
                  <a:pt x="10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91" name=""/>
          <p:cNvSpPr/>
          <p:nvPr/>
        </p:nvSpPr>
        <p:spPr>
          <a:xfrm>
            <a:off x="4339440" y="3288600"/>
            <a:ext cx="22320" cy="1800"/>
          </a:xfrm>
          <a:custGeom>
            <a:avLst/>
            <a:gdLst/>
            <a:ahLst/>
            <a:rect l="0" t="0" r="r" b="b"/>
            <a:pathLst>
              <a:path w="62" h="5">
                <a:moveTo>
                  <a:pt x="0" y="5"/>
                </a:moveTo>
                <a:lnTo>
                  <a:pt x="62" y="0"/>
                </a:lnTo>
                <a:lnTo>
                  <a:pt x="62" y="1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92" name=""/>
          <p:cNvSpPr/>
          <p:nvPr/>
        </p:nvSpPr>
        <p:spPr>
          <a:xfrm>
            <a:off x="4343040" y="3288960"/>
            <a:ext cx="18720" cy="1440"/>
          </a:xfrm>
          <a:custGeom>
            <a:avLst/>
            <a:gdLst/>
            <a:ahLst/>
            <a:rect l="0" t="0" r="r" b="b"/>
            <a:pathLst>
              <a:path w="52" h="4">
                <a:moveTo>
                  <a:pt x="0" y="4"/>
                </a:moveTo>
                <a:lnTo>
                  <a:pt x="52" y="0"/>
                </a:lnTo>
                <a:lnTo>
                  <a:pt x="52" y="2"/>
                </a:lnTo>
                <a:lnTo>
                  <a:pt x="12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93" name=""/>
          <p:cNvSpPr/>
          <p:nvPr/>
        </p:nvSpPr>
        <p:spPr>
          <a:xfrm>
            <a:off x="4347000" y="3289320"/>
            <a:ext cx="14760" cy="1080"/>
          </a:xfrm>
          <a:custGeom>
            <a:avLst/>
            <a:gdLst/>
            <a:ahLst/>
            <a:rect l="0" t="0" r="r" b="b"/>
            <a:pathLst>
              <a:path w="41" h="3">
                <a:moveTo>
                  <a:pt x="0" y="3"/>
                </a:moveTo>
                <a:lnTo>
                  <a:pt x="41" y="0"/>
                </a:lnTo>
                <a:lnTo>
                  <a:pt x="10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94" name=""/>
          <p:cNvSpPr/>
          <p:nvPr/>
        </p:nvSpPr>
        <p:spPr>
          <a:xfrm>
            <a:off x="4350600" y="3289320"/>
            <a:ext cx="11160" cy="1080"/>
          </a:xfrm>
          <a:custGeom>
            <a:avLst/>
            <a:gdLst/>
            <a:ahLst/>
            <a:rect l="0" t="0" r="r" b="b"/>
            <a:pathLst>
              <a:path w="31" h="3">
                <a:moveTo>
                  <a:pt x="0" y="3"/>
                </a:moveTo>
                <a:lnTo>
                  <a:pt x="31" y="0"/>
                </a:lnTo>
                <a:lnTo>
                  <a:pt x="31" y="1"/>
                </a:lnTo>
                <a:lnTo>
                  <a:pt x="10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95" name=""/>
          <p:cNvSpPr/>
          <p:nvPr/>
        </p:nvSpPr>
        <p:spPr>
          <a:xfrm>
            <a:off x="4354200" y="3289680"/>
            <a:ext cx="7560" cy="720"/>
          </a:xfrm>
          <a:custGeom>
            <a:avLst/>
            <a:gdLst/>
            <a:ahLst/>
            <a:rect l="0" t="0" r="r" b="b"/>
            <a:pathLst>
              <a:path w="21" h="2">
                <a:moveTo>
                  <a:pt x="0" y="2"/>
                </a:moveTo>
                <a:lnTo>
                  <a:pt x="21" y="0"/>
                </a:lnTo>
                <a:lnTo>
                  <a:pt x="21" y="2"/>
                </a:lnTo>
                <a:lnTo>
                  <a:pt x="10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96" name=""/>
          <p:cNvSpPr/>
          <p:nvPr/>
        </p:nvSpPr>
        <p:spPr>
          <a:xfrm>
            <a:off x="4357800" y="3290040"/>
            <a:ext cx="3600" cy="0"/>
          </a:xfrm>
          <a:custGeom>
            <a:avLst/>
            <a:gdLst/>
            <a:ahLst/>
            <a:rect l="0" t="0" r="r" b="b"/>
            <a:pathLst>
              <a:path w="10" h="0">
                <a:moveTo>
                  <a:pt x="0" y="0"/>
                </a:moveTo>
                <a:lnTo>
                  <a:pt x="10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597" name=""/>
          <p:cNvSpPr/>
          <p:nvPr/>
        </p:nvSpPr>
        <p:spPr>
          <a:xfrm>
            <a:off x="3893760" y="3258000"/>
            <a:ext cx="468000" cy="32400"/>
          </a:xfrm>
          <a:custGeom>
            <a:avLst/>
            <a:gdLst/>
            <a:ahLst/>
            <a:rect l="0" t="0" r="r" b="b"/>
            <a:pathLst>
              <a:path w="1300" h="90">
                <a:moveTo>
                  <a:pt x="0" y="90"/>
                </a:moveTo>
                <a:lnTo>
                  <a:pt x="1300" y="90"/>
                </a:lnTo>
                <a:lnTo>
                  <a:pt x="1300" y="0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98" name=""/>
          <p:cNvSpPr/>
          <p:nvPr/>
        </p:nvSpPr>
        <p:spPr>
          <a:xfrm>
            <a:off x="3940920" y="3290040"/>
            <a:ext cx="12240" cy="1440"/>
          </a:xfrm>
          <a:custGeom>
            <a:avLst/>
            <a:gdLst/>
            <a:ahLst/>
            <a:rect l="0" t="0" r="r" b="b"/>
            <a:pathLst>
              <a:path w="34" h="4">
                <a:moveTo>
                  <a:pt x="0" y="0"/>
                </a:moveTo>
                <a:lnTo>
                  <a:pt x="34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599" name=""/>
          <p:cNvSpPr/>
          <p:nvPr/>
        </p:nvSpPr>
        <p:spPr>
          <a:xfrm>
            <a:off x="3940920" y="329004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4"/>
                </a:moveTo>
                <a:lnTo>
                  <a:pt x="34" y="0"/>
                </a:lnTo>
                <a:lnTo>
                  <a:pt x="50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0" name=""/>
          <p:cNvSpPr/>
          <p:nvPr/>
        </p:nvSpPr>
        <p:spPr>
          <a:xfrm>
            <a:off x="3940920" y="3290040"/>
            <a:ext cx="23760" cy="2520"/>
          </a:xfrm>
          <a:custGeom>
            <a:avLst/>
            <a:gdLst/>
            <a:ahLst/>
            <a:rect l="0" t="0" r="r" b="b"/>
            <a:pathLst>
              <a:path w="66" h="7">
                <a:moveTo>
                  <a:pt x="0" y="5"/>
                </a:moveTo>
                <a:lnTo>
                  <a:pt x="50" y="0"/>
                </a:lnTo>
                <a:lnTo>
                  <a:pt x="66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1" name=""/>
          <p:cNvSpPr/>
          <p:nvPr/>
        </p:nvSpPr>
        <p:spPr>
          <a:xfrm>
            <a:off x="3940920" y="3290040"/>
            <a:ext cx="29880" cy="2880"/>
          </a:xfrm>
          <a:custGeom>
            <a:avLst/>
            <a:gdLst/>
            <a:ahLst/>
            <a:rect l="0" t="0" r="r" b="b"/>
            <a:pathLst>
              <a:path w="83" h="8">
                <a:moveTo>
                  <a:pt x="0" y="7"/>
                </a:moveTo>
                <a:lnTo>
                  <a:pt x="66" y="0"/>
                </a:lnTo>
                <a:lnTo>
                  <a:pt x="83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2" name=""/>
          <p:cNvSpPr/>
          <p:nvPr/>
        </p:nvSpPr>
        <p:spPr>
          <a:xfrm>
            <a:off x="3940920" y="3290040"/>
            <a:ext cx="35640" cy="3240"/>
          </a:xfrm>
          <a:custGeom>
            <a:avLst/>
            <a:gdLst/>
            <a:ahLst/>
            <a:rect l="0" t="0" r="r" b="b"/>
            <a:pathLst>
              <a:path w="99" h="9">
                <a:moveTo>
                  <a:pt x="0" y="8"/>
                </a:moveTo>
                <a:lnTo>
                  <a:pt x="83" y="0"/>
                </a:lnTo>
                <a:lnTo>
                  <a:pt x="99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3" name=""/>
          <p:cNvSpPr/>
          <p:nvPr/>
        </p:nvSpPr>
        <p:spPr>
          <a:xfrm>
            <a:off x="3940920" y="3290040"/>
            <a:ext cx="41400" cy="3600"/>
          </a:xfrm>
          <a:custGeom>
            <a:avLst/>
            <a:gdLst/>
            <a:ahLst/>
            <a:rect l="0" t="0" r="r" b="b"/>
            <a:pathLst>
              <a:path w="115" h="10">
                <a:moveTo>
                  <a:pt x="0" y="9"/>
                </a:moveTo>
                <a:lnTo>
                  <a:pt x="99" y="0"/>
                </a:lnTo>
                <a:lnTo>
                  <a:pt x="115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4" name=""/>
          <p:cNvSpPr/>
          <p:nvPr/>
        </p:nvSpPr>
        <p:spPr>
          <a:xfrm>
            <a:off x="3940920" y="329004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0"/>
                </a:moveTo>
                <a:lnTo>
                  <a:pt x="115" y="0"/>
                </a:lnTo>
                <a:lnTo>
                  <a:pt x="131" y="0"/>
                </a:lnTo>
                <a:lnTo>
                  <a:pt x="0" y="12"/>
                </a:lnTo>
                <a:lnTo>
                  <a:pt x="0" y="10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5" name=""/>
          <p:cNvSpPr/>
          <p:nvPr/>
        </p:nvSpPr>
        <p:spPr>
          <a:xfrm>
            <a:off x="3940920" y="3290040"/>
            <a:ext cx="59040" cy="5040"/>
          </a:xfrm>
          <a:custGeom>
            <a:avLst/>
            <a:gdLst/>
            <a:ahLst/>
            <a:rect l="0" t="0" r="r" b="b"/>
            <a:pathLst>
              <a:path w="164" h="14">
                <a:moveTo>
                  <a:pt x="0" y="12"/>
                </a:moveTo>
                <a:lnTo>
                  <a:pt x="131" y="0"/>
                </a:lnTo>
                <a:lnTo>
                  <a:pt x="164" y="0"/>
                </a:lnTo>
                <a:lnTo>
                  <a:pt x="0" y="14"/>
                </a:lnTo>
                <a:lnTo>
                  <a:pt x="0" y="12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6" name=""/>
          <p:cNvSpPr/>
          <p:nvPr/>
        </p:nvSpPr>
        <p:spPr>
          <a:xfrm>
            <a:off x="3940920" y="3290040"/>
            <a:ext cx="61920" cy="5400"/>
          </a:xfrm>
          <a:custGeom>
            <a:avLst/>
            <a:gdLst/>
            <a:ahLst/>
            <a:rect l="0" t="0" r="r" b="b"/>
            <a:pathLst>
              <a:path w="172" h="15">
                <a:moveTo>
                  <a:pt x="0" y="14"/>
                </a:moveTo>
                <a:lnTo>
                  <a:pt x="164" y="0"/>
                </a:lnTo>
                <a:lnTo>
                  <a:pt x="172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7" name=""/>
          <p:cNvSpPr/>
          <p:nvPr/>
        </p:nvSpPr>
        <p:spPr>
          <a:xfrm>
            <a:off x="3940920" y="3290040"/>
            <a:ext cx="64800" cy="5760"/>
          </a:xfrm>
          <a:custGeom>
            <a:avLst/>
            <a:gdLst/>
            <a:ahLst/>
            <a:rect l="0" t="0" r="r" b="b"/>
            <a:pathLst>
              <a:path w="180" h="16">
                <a:moveTo>
                  <a:pt x="0" y="15"/>
                </a:moveTo>
                <a:lnTo>
                  <a:pt x="172" y="0"/>
                </a:lnTo>
                <a:lnTo>
                  <a:pt x="180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8" name=""/>
          <p:cNvSpPr/>
          <p:nvPr/>
        </p:nvSpPr>
        <p:spPr>
          <a:xfrm>
            <a:off x="3940920" y="3290040"/>
            <a:ext cx="70920" cy="6120"/>
          </a:xfrm>
          <a:custGeom>
            <a:avLst/>
            <a:gdLst/>
            <a:ahLst/>
            <a:rect l="0" t="0" r="r" b="b"/>
            <a:pathLst>
              <a:path w="197" h="17">
                <a:moveTo>
                  <a:pt x="0" y="16"/>
                </a:moveTo>
                <a:lnTo>
                  <a:pt x="180" y="0"/>
                </a:lnTo>
                <a:lnTo>
                  <a:pt x="197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09" name=""/>
          <p:cNvSpPr/>
          <p:nvPr/>
        </p:nvSpPr>
        <p:spPr>
          <a:xfrm>
            <a:off x="3940920" y="3290040"/>
            <a:ext cx="76680" cy="6480"/>
          </a:xfrm>
          <a:custGeom>
            <a:avLst/>
            <a:gdLst/>
            <a:ahLst/>
            <a:rect l="0" t="0" r="r" b="b"/>
            <a:pathLst>
              <a:path w="213" h="18">
                <a:moveTo>
                  <a:pt x="0" y="17"/>
                </a:moveTo>
                <a:lnTo>
                  <a:pt x="197" y="0"/>
                </a:lnTo>
                <a:lnTo>
                  <a:pt x="213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0" name=""/>
          <p:cNvSpPr/>
          <p:nvPr/>
        </p:nvSpPr>
        <p:spPr>
          <a:xfrm>
            <a:off x="3940920" y="3290040"/>
            <a:ext cx="79560" cy="6840"/>
          </a:xfrm>
          <a:custGeom>
            <a:avLst/>
            <a:gdLst/>
            <a:ahLst/>
            <a:rect l="0" t="0" r="r" b="b"/>
            <a:pathLst>
              <a:path w="221" h="19">
                <a:moveTo>
                  <a:pt x="0" y="18"/>
                </a:moveTo>
                <a:lnTo>
                  <a:pt x="213" y="0"/>
                </a:lnTo>
                <a:lnTo>
                  <a:pt x="221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1" name=""/>
          <p:cNvSpPr/>
          <p:nvPr/>
        </p:nvSpPr>
        <p:spPr>
          <a:xfrm>
            <a:off x="3940920" y="3290040"/>
            <a:ext cx="82440" cy="7200"/>
          </a:xfrm>
          <a:custGeom>
            <a:avLst/>
            <a:gdLst/>
            <a:ahLst/>
            <a:rect l="0" t="0" r="r" b="b"/>
            <a:pathLst>
              <a:path w="229" h="20">
                <a:moveTo>
                  <a:pt x="0" y="19"/>
                </a:moveTo>
                <a:lnTo>
                  <a:pt x="221" y="0"/>
                </a:lnTo>
                <a:lnTo>
                  <a:pt x="229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2" name=""/>
          <p:cNvSpPr/>
          <p:nvPr/>
        </p:nvSpPr>
        <p:spPr>
          <a:xfrm>
            <a:off x="3940920" y="3290040"/>
            <a:ext cx="88560" cy="7560"/>
          </a:xfrm>
          <a:custGeom>
            <a:avLst/>
            <a:gdLst/>
            <a:ahLst/>
            <a:rect l="0" t="0" r="r" b="b"/>
            <a:pathLst>
              <a:path w="246" h="21">
                <a:moveTo>
                  <a:pt x="0" y="20"/>
                </a:moveTo>
                <a:lnTo>
                  <a:pt x="229" y="0"/>
                </a:lnTo>
                <a:lnTo>
                  <a:pt x="246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3" name=""/>
          <p:cNvSpPr/>
          <p:nvPr/>
        </p:nvSpPr>
        <p:spPr>
          <a:xfrm>
            <a:off x="3940920" y="3290040"/>
            <a:ext cx="91440" cy="7920"/>
          </a:xfrm>
          <a:custGeom>
            <a:avLst/>
            <a:gdLst/>
            <a:ahLst/>
            <a:rect l="0" t="0" r="r" b="b"/>
            <a:pathLst>
              <a:path w="254" h="22">
                <a:moveTo>
                  <a:pt x="0" y="21"/>
                </a:moveTo>
                <a:lnTo>
                  <a:pt x="246" y="0"/>
                </a:lnTo>
                <a:lnTo>
                  <a:pt x="254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4" name=""/>
          <p:cNvSpPr/>
          <p:nvPr/>
        </p:nvSpPr>
        <p:spPr>
          <a:xfrm>
            <a:off x="3940920" y="3290040"/>
            <a:ext cx="94320" cy="7920"/>
          </a:xfrm>
          <a:custGeom>
            <a:avLst/>
            <a:gdLst/>
            <a:ahLst/>
            <a:rect l="0" t="0" r="r" b="b"/>
            <a:pathLst>
              <a:path w="262" h="22">
                <a:moveTo>
                  <a:pt x="0" y="22"/>
                </a:moveTo>
                <a:lnTo>
                  <a:pt x="254" y="0"/>
                </a:lnTo>
                <a:lnTo>
                  <a:pt x="262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5" name=""/>
          <p:cNvSpPr/>
          <p:nvPr/>
        </p:nvSpPr>
        <p:spPr>
          <a:xfrm>
            <a:off x="3940920" y="3290040"/>
            <a:ext cx="106200" cy="9000"/>
          </a:xfrm>
          <a:custGeom>
            <a:avLst/>
            <a:gdLst/>
            <a:ahLst/>
            <a:rect l="0" t="0" r="r" b="b"/>
            <a:pathLst>
              <a:path w="295" h="25">
                <a:moveTo>
                  <a:pt x="0" y="22"/>
                </a:moveTo>
                <a:lnTo>
                  <a:pt x="262" y="0"/>
                </a:lnTo>
                <a:lnTo>
                  <a:pt x="295" y="0"/>
                </a:lnTo>
                <a:lnTo>
                  <a:pt x="0" y="25"/>
                </a:lnTo>
                <a:lnTo>
                  <a:pt x="0" y="22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6" name=""/>
          <p:cNvSpPr/>
          <p:nvPr/>
        </p:nvSpPr>
        <p:spPr>
          <a:xfrm>
            <a:off x="3940920" y="3290040"/>
            <a:ext cx="117720" cy="10080"/>
          </a:xfrm>
          <a:custGeom>
            <a:avLst/>
            <a:gdLst/>
            <a:ahLst/>
            <a:rect l="0" t="0" r="r" b="b"/>
            <a:pathLst>
              <a:path w="327" h="28">
                <a:moveTo>
                  <a:pt x="0" y="24"/>
                </a:moveTo>
                <a:lnTo>
                  <a:pt x="294" y="0"/>
                </a:lnTo>
                <a:lnTo>
                  <a:pt x="327" y="0"/>
                </a:lnTo>
                <a:lnTo>
                  <a:pt x="0" y="28"/>
                </a:lnTo>
                <a:lnTo>
                  <a:pt x="0" y="24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7" name=""/>
          <p:cNvSpPr/>
          <p:nvPr/>
        </p:nvSpPr>
        <p:spPr>
          <a:xfrm>
            <a:off x="3940920" y="3290040"/>
            <a:ext cx="123840" cy="10800"/>
          </a:xfrm>
          <a:custGeom>
            <a:avLst/>
            <a:gdLst/>
            <a:ahLst/>
            <a:rect l="0" t="0" r="r" b="b"/>
            <a:pathLst>
              <a:path w="344" h="30">
                <a:moveTo>
                  <a:pt x="0" y="28"/>
                </a:moveTo>
                <a:lnTo>
                  <a:pt x="327" y="0"/>
                </a:lnTo>
                <a:lnTo>
                  <a:pt x="344" y="0"/>
                </a:lnTo>
                <a:lnTo>
                  <a:pt x="0" y="30"/>
                </a:lnTo>
                <a:lnTo>
                  <a:pt x="0" y="28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8" name=""/>
          <p:cNvSpPr/>
          <p:nvPr/>
        </p:nvSpPr>
        <p:spPr>
          <a:xfrm>
            <a:off x="3940920" y="3290040"/>
            <a:ext cx="126720" cy="10800"/>
          </a:xfrm>
          <a:custGeom>
            <a:avLst/>
            <a:gdLst/>
            <a:ahLst/>
            <a:rect l="0" t="0" r="r" b="b"/>
            <a:pathLst>
              <a:path w="352" h="30">
                <a:moveTo>
                  <a:pt x="0" y="29"/>
                </a:moveTo>
                <a:lnTo>
                  <a:pt x="344" y="0"/>
                </a:lnTo>
                <a:lnTo>
                  <a:pt x="352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19" name=""/>
          <p:cNvSpPr/>
          <p:nvPr/>
        </p:nvSpPr>
        <p:spPr>
          <a:xfrm>
            <a:off x="3940920" y="329004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52" y="0"/>
                </a:lnTo>
                <a:lnTo>
                  <a:pt x="360" y="0"/>
                </a:lnTo>
                <a:lnTo>
                  <a:pt x="0" y="30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0" name=""/>
          <p:cNvSpPr/>
          <p:nvPr/>
        </p:nvSpPr>
        <p:spPr>
          <a:xfrm>
            <a:off x="3940920" y="3290040"/>
            <a:ext cx="135360" cy="11520"/>
          </a:xfrm>
          <a:custGeom>
            <a:avLst/>
            <a:gdLst/>
            <a:ahLst/>
            <a:rect l="0" t="0" r="r" b="b"/>
            <a:pathLst>
              <a:path w="376" h="32">
                <a:moveTo>
                  <a:pt x="0" y="30"/>
                </a:moveTo>
                <a:lnTo>
                  <a:pt x="360" y="0"/>
                </a:lnTo>
                <a:lnTo>
                  <a:pt x="376" y="0"/>
                </a:lnTo>
                <a:lnTo>
                  <a:pt x="0" y="32"/>
                </a:lnTo>
                <a:lnTo>
                  <a:pt x="0" y="30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1" name=""/>
          <p:cNvSpPr/>
          <p:nvPr/>
        </p:nvSpPr>
        <p:spPr>
          <a:xfrm>
            <a:off x="3940920" y="3290040"/>
            <a:ext cx="138240" cy="11520"/>
          </a:xfrm>
          <a:custGeom>
            <a:avLst/>
            <a:gdLst/>
            <a:ahLst/>
            <a:rect l="0" t="0" r="r" b="b"/>
            <a:pathLst>
              <a:path w="384" h="32">
                <a:moveTo>
                  <a:pt x="0" y="32"/>
                </a:moveTo>
                <a:lnTo>
                  <a:pt x="376" y="0"/>
                </a:lnTo>
                <a:lnTo>
                  <a:pt x="384" y="0"/>
                </a:lnTo>
                <a:lnTo>
                  <a:pt x="0" y="32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2" name=""/>
          <p:cNvSpPr/>
          <p:nvPr/>
        </p:nvSpPr>
        <p:spPr>
          <a:xfrm>
            <a:off x="3940920" y="3290040"/>
            <a:ext cx="141480" cy="11880"/>
          </a:xfrm>
          <a:custGeom>
            <a:avLst/>
            <a:gdLst/>
            <a:ahLst/>
            <a:rect l="0" t="0" r="r" b="b"/>
            <a:pathLst>
              <a:path w="393" h="33">
                <a:moveTo>
                  <a:pt x="0" y="32"/>
                </a:moveTo>
                <a:lnTo>
                  <a:pt x="384" y="0"/>
                </a:lnTo>
                <a:lnTo>
                  <a:pt x="393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3" name=""/>
          <p:cNvSpPr/>
          <p:nvPr/>
        </p:nvSpPr>
        <p:spPr>
          <a:xfrm>
            <a:off x="3940920" y="329004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3"/>
                </a:moveTo>
                <a:lnTo>
                  <a:pt x="393" y="0"/>
                </a:lnTo>
                <a:lnTo>
                  <a:pt x="409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4" name=""/>
          <p:cNvSpPr/>
          <p:nvPr/>
        </p:nvSpPr>
        <p:spPr>
          <a:xfrm>
            <a:off x="3940920" y="3290040"/>
            <a:ext cx="153000" cy="12960"/>
          </a:xfrm>
          <a:custGeom>
            <a:avLst/>
            <a:gdLst/>
            <a:ahLst/>
            <a:rect l="0" t="0" r="r" b="b"/>
            <a:pathLst>
              <a:path w="425" h="36">
                <a:moveTo>
                  <a:pt x="0" y="34"/>
                </a:moveTo>
                <a:lnTo>
                  <a:pt x="409" y="0"/>
                </a:lnTo>
                <a:lnTo>
                  <a:pt x="425" y="0"/>
                </a:lnTo>
                <a:lnTo>
                  <a:pt x="0" y="36"/>
                </a:lnTo>
                <a:lnTo>
                  <a:pt x="0" y="34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5" name=""/>
          <p:cNvSpPr/>
          <p:nvPr/>
        </p:nvSpPr>
        <p:spPr>
          <a:xfrm>
            <a:off x="3940920" y="3290040"/>
            <a:ext cx="155880" cy="12960"/>
          </a:xfrm>
          <a:custGeom>
            <a:avLst/>
            <a:gdLst/>
            <a:ahLst/>
            <a:rect l="0" t="0" r="r" b="b"/>
            <a:pathLst>
              <a:path w="433" h="36">
                <a:moveTo>
                  <a:pt x="0" y="36"/>
                </a:moveTo>
                <a:lnTo>
                  <a:pt x="425" y="0"/>
                </a:lnTo>
                <a:lnTo>
                  <a:pt x="433" y="0"/>
                </a:lnTo>
                <a:lnTo>
                  <a:pt x="0" y="36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6" name=""/>
          <p:cNvSpPr/>
          <p:nvPr/>
        </p:nvSpPr>
        <p:spPr>
          <a:xfrm>
            <a:off x="3940920" y="3290040"/>
            <a:ext cx="159120" cy="13320"/>
          </a:xfrm>
          <a:custGeom>
            <a:avLst/>
            <a:gdLst/>
            <a:ahLst/>
            <a:rect l="0" t="0" r="r" b="b"/>
            <a:pathLst>
              <a:path w="442" h="37">
                <a:moveTo>
                  <a:pt x="0" y="36"/>
                </a:moveTo>
                <a:lnTo>
                  <a:pt x="433" y="0"/>
                </a:lnTo>
                <a:lnTo>
                  <a:pt x="442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7" name=""/>
          <p:cNvSpPr/>
          <p:nvPr/>
        </p:nvSpPr>
        <p:spPr>
          <a:xfrm>
            <a:off x="3940920" y="3290040"/>
            <a:ext cx="164880" cy="13680"/>
          </a:xfrm>
          <a:custGeom>
            <a:avLst/>
            <a:gdLst/>
            <a:ahLst/>
            <a:rect l="0" t="0" r="r" b="b"/>
            <a:pathLst>
              <a:path w="458" h="38">
                <a:moveTo>
                  <a:pt x="0" y="37"/>
                </a:moveTo>
                <a:lnTo>
                  <a:pt x="442" y="0"/>
                </a:lnTo>
                <a:lnTo>
                  <a:pt x="458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8" name=""/>
          <p:cNvSpPr/>
          <p:nvPr/>
        </p:nvSpPr>
        <p:spPr>
          <a:xfrm>
            <a:off x="3940920" y="3290040"/>
            <a:ext cx="167760" cy="14040"/>
          </a:xfrm>
          <a:custGeom>
            <a:avLst/>
            <a:gdLst/>
            <a:ahLst/>
            <a:rect l="0" t="0" r="r" b="b"/>
            <a:pathLst>
              <a:path w="466" h="39">
                <a:moveTo>
                  <a:pt x="0" y="38"/>
                </a:moveTo>
                <a:lnTo>
                  <a:pt x="458" y="0"/>
                </a:lnTo>
                <a:lnTo>
                  <a:pt x="466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29" name=""/>
          <p:cNvSpPr/>
          <p:nvPr/>
        </p:nvSpPr>
        <p:spPr>
          <a:xfrm>
            <a:off x="3940920" y="3290040"/>
            <a:ext cx="170640" cy="14400"/>
          </a:xfrm>
          <a:custGeom>
            <a:avLst/>
            <a:gdLst/>
            <a:ahLst/>
            <a:rect l="0" t="0" r="r" b="b"/>
            <a:pathLst>
              <a:path w="474" h="40">
                <a:moveTo>
                  <a:pt x="0" y="39"/>
                </a:moveTo>
                <a:lnTo>
                  <a:pt x="466" y="0"/>
                </a:lnTo>
                <a:lnTo>
                  <a:pt x="474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0" name=""/>
          <p:cNvSpPr/>
          <p:nvPr/>
        </p:nvSpPr>
        <p:spPr>
          <a:xfrm>
            <a:off x="3940920" y="3290040"/>
            <a:ext cx="173520" cy="14400"/>
          </a:xfrm>
          <a:custGeom>
            <a:avLst/>
            <a:gdLst/>
            <a:ahLst/>
            <a:rect l="0" t="0" r="r" b="b"/>
            <a:pathLst>
              <a:path w="482" h="40">
                <a:moveTo>
                  <a:pt x="0" y="40"/>
                </a:moveTo>
                <a:lnTo>
                  <a:pt x="474" y="0"/>
                </a:lnTo>
                <a:lnTo>
                  <a:pt x="482" y="0"/>
                </a:lnTo>
                <a:lnTo>
                  <a:pt x="0" y="4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1" name=""/>
          <p:cNvSpPr/>
          <p:nvPr/>
        </p:nvSpPr>
        <p:spPr>
          <a:xfrm>
            <a:off x="3940920" y="3290040"/>
            <a:ext cx="176760" cy="14760"/>
          </a:xfrm>
          <a:custGeom>
            <a:avLst/>
            <a:gdLst/>
            <a:ahLst/>
            <a:rect l="0" t="0" r="r" b="b"/>
            <a:pathLst>
              <a:path w="491" h="41">
                <a:moveTo>
                  <a:pt x="0" y="40"/>
                </a:moveTo>
                <a:lnTo>
                  <a:pt x="482" y="0"/>
                </a:lnTo>
                <a:lnTo>
                  <a:pt x="491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2" name=""/>
          <p:cNvSpPr/>
          <p:nvPr/>
        </p:nvSpPr>
        <p:spPr>
          <a:xfrm>
            <a:off x="3940920" y="3290040"/>
            <a:ext cx="179640" cy="14760"/>
          </a:xfrm>
          <a:custGeom>
            <a:avLst/>
            <a:gdLst/>
            <a:ahLst/>
            <a:rect l="0" t="0" r="r" b="b"/>
            <a:pathLst>
              <a:path w="499" h="41">
                <a:moveTo>
                  <a:pt x="0" y="41"/>
                </a:moveTo>
                <a:lnTo>
                  <a:pt x="491" y="0"/>
                </a:lnTo>
                <a:lnTo>
                  <a:pt x="499" y="0"/>
                </a:lnTo>
                <a:lnTo>
                  <a:pt x="0" y="4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3" name=""/>
          <p:cNvSpPr/>
          <p:nvPr/>
        </p:nvSpPr>
        <p:spPr>
          <a:xfrm>
            <a:off x="3940920" y="3290040"/>
            <a:ext cx="182520" cy="15480"/>
          </a:xfrm>
          <a:custGeom>
            <a:avLst/>
            <a:gdLst/>
            <a:ahLst/>
            <a:rect l="0" t="0" r="r" b="b"/>
            <a:pathLst>
              <a:path w="507" h="43">
                <a:moveTo>
                  <a:pt x="0" y="41"/>
                </a:moveTo>
                <a:lnTo>
                  <a:pt x="499" y="0"/>
                </a:lnTo>
                <a:lnTo>
                  <a:pt x="507" y="0"/>
                </a:lnTo>
                <a:lnTo>
                  <a:pt x="0" y="43"/>
                </a:lnTo>
                <a:lnTo>
                  <a:pt x="0" y="4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4" name=""/>
          <p:cNvSpPr/>
          <p:nvPr/>
        </p:nvSpPr>
        <p:spPr>
          <a:xfrm>
            <a:off x="3940920" y="3290040"/>
            <a:ext cx="185400" cy="15480"/>
          </a:xfrm>
          <a:custGeom>
            <a:avLst/>
            <a:gdLst/>
            <a:ahLst/>
            <a:rect l="0" t="0" r="r" b="b"/>
            <a:pathLst>
              <a:path w="515" h="43">
                <a:moveTo>
                  <a:pt x="0" y="42"/>
                </a:moveTo>
                <a:lnTo>
                  <a:pt x="507" y="0"/>
                </a:lnTo>
                <a:lnTo>
                  <a:pt x="515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5" name=""/>
          <p:cNvSpPr/>
          <p:nvPr/>
        </p:nvSpPr>
        <p:spPr>
          <a:xfrm>
            <a:off x="3940920" y="3290040"/>
            <a:ext cx="188280" cy="15480"/>
          </a:xfrm>
          <a:custGeom>
            <a:avLst/>
            <a:gdLst/>
            <a:ahLst/>
            <a:rect l="0" t="0" r="r" b="b"/>
            <a:pathLst>
              <a:path w="523" h="43">
                <a:moveTo>
                  <a:pt x="0" y="43"/>
                </a:moveTo>
                <a:lnTo>
                  <a:pt x="515" y="0"/>
                </a:lnTo>
                <a:lnTo>
                  <a:pt x="523" y="0"/>
                </a:lnTo>
                <a:lnTo>
                  <a:pt x="0" y="4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6" name=""/>
          <p:cNvSpPr/>
          <p:nvPr/>
        </p:nvSpPr>
        <p:spPr>
          <a:xfrm>
            <a:off x="3940920" y="3290040"/>
            <a:ext cx="194400" cy="16200"/>
          </a:xfrm>
          <a:custGeom>
            <a:avLst/>
            <a:gdLst/>
            <a:ahLst/>
            <a:rect l="0" t="0" r="r" b="b"/>
            <a:pathLst>
              <a:path w="540" h="45">
                <a:moveTo>
                  <a:pt x="0" y="43"/>
                </a:moveTo>
                <a:lnTo>
                  <a:pt x="523" y="0"/>
                </a:lnTo>
                <a:lnTo>
                  <a:pt x="540" y="0"/>
                </a:lnTo>
                <a:lnTo>
                  <a:pt x="0" y="45"/>
                </a:lnTo>
                <a:lnTo>
                  <a:pt x="0" y="4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7" name=""/>
          <p:cNvSpPr/>
          <p:nvPr/>
        </p:nvSpPr>
        <p:spPr>
          <a:xfrm>
            <a:off x="3940920" y="3290040"/>
            <a:ext cx="200160" cy="16560"/>
          </a:xfrm>
          <a:custGeom>
            <a:avLst/>
            <a:gdLst/>
            <a:ahLst/>
            <a:rect l="0" t="0" r="r" b="b"/>
            <a:pathLst>
              <a:path w="556" h="46">
                <a:moveTo>
                  <a:pt x="0" y="45"/>
                </a:moveTo>
                <a:lnTo>
                  <a:pt x="540" y="0"/>
                </a:lnTo>
                <a:lnTo>
                  <a:pt x="556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8" name=""/>
          <p:cNvSpPr/>
          <p:nvPr/>
        </p:nvSpPr>
        <p:spPr>
          <a:xfrm>
            <a:off x="3940920" y="3290040"/>
            <a:ext cx="205920" cy="16920"/>
          </a:xfrm>
          <a:custGeom>
            <a:avLst/>
            <a:gdLst/>
            <a:ahLst/>
            <a:rect l="0" t="0" r="r" b="b"/>
            <a:pathLst>
              <a:path w="572" h="47">
                <a:moveTo>
                  <a:pt x="0" y="46"/>
                </a:moveTo>
                <a:lnTo>
                  <a:pt x="556" y="0"/>
                </a:lnTo>
                <a:lnTo>
                  <a:pt x="572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39" name=""/>
          <p:cNvSpPr/>
          <p:nvPr/>
        </p:nvSpPr>
        <p:spPr>
          <a:xfrm>
            <a:off x="3940920" y="3290040"/>
            <a:ext cx="212040" cy="17640"/>
          </a:xfrm>
          <a:custGeom>
            <a:avLst/>
            <a:gdLst/>
            <a:ahLst/>
            <a:rect l="0" t="0" r="r" b="b"/>
            <a:pathLst>
              <a:path w="589" h="49">
                <a:moveTo>
                  <a:pt x="0" y="47"/>
                </a:moveTo>
                <a:lnTo>
                  <a:pt x="572" y="0"/>
                </a:lnTo>
                <a:lnTo>
                  <a:pt x="589" y="0"/>
                </a:lnTo>
                <a:lnTo>
                  <a:pt x="0" y="49"/>
                </a:lnTo>
                <a:lnTo>
                  <a:pt x="0" y="47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0" name=""/>
          <p:cNvSpPr/>
          <p:nvPr/>
        </p:nvSpPr>
        <p:spPr>
          <a:xfrm>
            <a:off x="3940920" y="3290040"/>
            <a:ext cx="217800" cy="18000"/>
          </a:xfrm>
          <a:custGeom>
            <a:avLst/>
            <a:gdLst/>
            <a:ahLst/>
            <a:rect l="0" t="0" r="r" b="b"/>
            <a:pathLst>
              <a:path w="605" h="50">
                <a:moveTo>
                  <a:pt x="0" y="49"/>
                </a:moveTo>
                <a:lnTo>
                  <a:pt x="589" y="0"/>
                </a:lnTo>
                <a:lnTo>
                  <a:pt x="605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1" name=""/>
          <p:cNvSpPr/>
          <p:nvPr/>
        </p:nvSpPr>
        <p:spPr>
          <a:xfrm>
            <a:off x="3940920" y="3290040"/>
            <a:ext cx="223560" cy="18360"/>
          </a:xfrm>
          <a:custGeom>
            <a:avLst/>
            <a:gdLst/>
            <a:ahLst/>
            <a:rect l="0" t="0" r="r" b="b"/>
            <a:pathLst>
              <a:path w="621" h="51">
                <a:moveTo>
                  <a:pt x="0" y="50"/>
                </a:moveTo>
                <a:lnTo>
                  <a:pt x="605" y="0"/>
                </a:lnTo>
                <a:lnTo>
                  <a:pt x="621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2" name=""/>
          <p:cNvSpPr/>
          <p:nvPr/>
        </p:nvSpPr>
        <p:spPr>
          <a:xfrm>
            <a:off x="3940920" y="3290040"/>
            <a:ext cx="229320" cy="19080"/>
          </a:xfrm>
          <a:custGeom>
            <a:avLst/>
            <a:gdLst/>
            <a:ahLst/>
            <a:rect l="0" t="0" r="r" b="b"/>
            <a:pathLst>
              <a:path w="637" h="53">
                <a:moveTo>
                  <a:pt x="0" y="51"/>
                </a:moveTo>
                <a:lnTo>
                  <a:pt x="621" y="0"/>
                </a:lnTo>
                <a:lnTo>
                  <a:pt x="637" y="0"/>
                </a:lnTo>
                <a:lnTo>
                  <a:pt x="0" y="53"/>
                </a:lnTo>
                <a:lnTo>
                  <a:pt x="0" y="51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3" name=""/>
          <p:cNvSpPr/>
          <p:nvPr/>
        </p:nvSpPr>
        <p:spPr>
          <a:xfrm>
            <a:off x="3940920" y="3290040"/>
            <a:ext cx="235440" cy="19440"/>
          </a:xfrm>
          <a:custGeom>
            <a:avLst/>
            <a:gdLst/>
            <a:ahLst/>
            <a:rect l="0" t="0" r="r" b="b"/>
            <a:pathLst>
              <a:path w="654" h="54">
                <a:moveTo>
                  <a:pt x="0" y="53"/>
                </a:moveTo>
                <a:lnTo>
                  <a:pt x="637" y="0"/>
                </a:lnTo>
                <a:lnTo>
                  <a:pt x="654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4" name=""/>
          <p:cNvSpPr/>
          <p:nvPr/>
        </p:nvSpPr>
        <p:spPr>
          <a:xfrm>
            <a:off x="3940920" y="3290040"/>
            <a:ext cx="238320" cy="19800"/>
          </a:xfrm>
          <a:custGeom>
            <a:avLst/>
            <a:gdLst/>
            <a:ahLst/>
            <a:rect l="0" t="0" r="r" b="b"/>
            <a:pathLst>
              <a:path w="662" h="55">
                <a:moveTo>
                  <a:pt x="0" y="54"/>
                </a:moveTo>
                <a:lnTo>
                  <a:pt x="654" y="0"/>
                </a:lnTo>
                <a:lnTo>
                  <a:pt x="662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5" name=""/>
          <p:cNvSpPr/>
          <p:nvPr/>
        </p:nvSpPr>
        <p:spPr>
          <a:xfrm>
            <a:off x="3940920" y="3290040"/>
            <a:ext cx="241200" cy="19800"/>
          </a:xfrm>
          <a:custGeom>
            <a:avLst/>
            <a:gdLst/>
            <a:ahLst/>
            <a:rect l="0" t="0" r="r" b="b"/>
            <a:pathLst>
              <a:path w="670" h="55">
                <a:moveTo>
                  <a:pt x="0" y="55"/>
                </a:moveTo>
                <a:lnTo>
                  <a:pt x="662" y="0"/>
                </a:lnTo>
                <a:lnTo>
                  <a:pt x="670" y="0"/>
                </a:lnTo>
                <a:lnTo>
                  <a:pt x="0" y="55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6" name=""/>
          <p:cNvSpPr/>
          <p:nvPr/>
        </p:nvSpPr>
        <p:spPr>
          <a:xfrm>
            <a:off x="3940920" y="3290040"/>
            <a:ext cx="244080" cy="20160"/>
          </a:xfrm>
          <a:custGeom>
            <a:avLst/>
            <a:gdLst/>
            <a:ahLst/>
            <a:rect l="0" t="0" r="r" b="b"/>
            <a:pathLst>
              <a:path w="678" h="56">
                <a:moveTo>
                  <a:pt x="0" y="55"/>
                </a:moveTo>
                <a:lnTo>
                  <a:pt x="670" y="0"/>
                </a:lnTo>
                <a:lnTo>
                  <a:pt x="678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7" name=""/>
          <p:cNvSpPr/>
          <p:nvPr/>
        </p:nvSpPr>
        <p:spPr>
          <a:xfrm>
            <a:off x="3940920" y="3290040"/>
            <a:ext cx="246960" cy="20520"/>
          </a:xfrm>
          <a:custGeom>
            <a:avLst/>
            <a:gdLst/>
            <a:ahLst/>
            <a:rect l="0" t="0" r="r" b="b"/>
            <a:pathLst>
              <a:path w="686" h="57">
                <a:moveTo>
                  <a:pt x="0" y="56"/>
                </a:moveTo>
                <a:lnTo>
                  <a:pt x="678" y="0"/>
                </a:lnTo>
                <a:lnTo>
                  <a:pt x="686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9c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8" name=""/>
          <p:cNvSpPr/>
          <p:nvPr/>
        </p:nvSpPr>
        <p:spPr>
          <a:xfrm>
            <a:off x="3940920" y="3290040"/>
            <a:ext cx="250200" cy="20520"/>
          </a:xfrm>
          <a:custGeom>
            <a:avLst/>
            <a:gdLst/>
            <a:ahLst/>
            <a:rect l="0" t="0" r="r" b="b"/>
            <a:pathLst>
              <a:path w="695" h="57">
                <a:moveTo>
                  <a:pt x="0" y="57"/>
                </a:moveTo>
                <a:lnTo>
                  <a:pt x="686" y="0"/>
                </a:lnTo>
                <a:lnTo>
                  <a:pt x="695" y="0"/>
                </a:lnTo>
                <a:lnTo>
                  <a:pt x="0" y="57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49" name=""/>
          <p:cNvSpPr/>
          <p:nvPr/>
        </p:nvSpPr>
        <p:spPr>
          <a:xfrm>
            <a:off x="3940920" y="3290040"/>
            <a:ext cx="253080" cy="20880"/>
          </a:xfrm>
          <a:custGeom>
            <a:avLst/>
            <a:gdLst/>
            <a:ahLst/>
            <a:rect l="0" t="0" r="r" b="b"/>
            <a:pathLst>
              <a:path w="703" h="58">
                <a:moveTo>
                  <a:pt x="0" y="57"/>
                </a:moveTo>
                <a:lnTo>
                  <a:pt x="695" y="0"/>
                </a:lnTo>
                <a:lnTo>
                  <a:pt x="703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9c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0" name=""/>
          <p:cNvSpPr/>
          <p:nvPr/>
        </p:nvSpPr>
        <p:spPr>
          <a:xfrm>
            <a:off x="3940920" y="3290040"/>
            <a:ext cx="255960" cy="21240"/>
          </a:xfrm>
          <a:custGeom>
            <a:avLst/>
            <a:gdLst/>
            <a:ahLst/>
            <a:rect l="0" t="0" r="r" b="b"/>
            <a:pathLst>
              <a:path w="711" h="59">
                <a:moveTo>
                  <a:pt x="0" y="58"/>
                </a:moveTo>
                <a:lnTo>
                  <a:pt x="703" y="0"/>
                </a:lnTo>
                <a:lnTo>
                  <a:pt x="711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1" name=""/>
          <p:cNvSpPr/>
          <p:nvPr/>
        </p:nvSpPr>
        <p:spPr>
          <a:xfrm>
            <a:off x="3940920" y="329004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9"/>
                </a:moveTo>
                <a:lnTo>
                  <a:pt x="711" y="0"/>
                </a:lnTo>
                <a:lnTo>
                  <a:pt x="719" y="0"/>
                </a:lnTo>
                <a:lnTo>
                  <a:pt x="0" y="59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2" name=""/>
          <p:cNvSpPr/>
          <p:nvPr/>
        </p:nvSpPr>
        <p:spPr>
          <a:xfrm>
            <a:off x="3940920" y="3290040"/>
            <a:ext cx="261720" cy="21600"/>
          </a:xfrm>
          <a:custGeom>
            <a:avLst/>
            <a:gdLst/>
            <a:ahLst/>
            <a:rect l="0" t="0" r="r" b="b"/>
            <a:pathLst>
              <a:path w="727" h="60">
                <a:moveTo>
                  <a:pt x="0" y="59"/>
                </a:moveTo>
                <a:lnTo>
                  <a:pt x="719" y="0"/>
                </a:lnTo>
                <a:lnTo>
                  <a:pt x="727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3" name=""/>
          <p:cNvSpPr/>
          <p:nvPr/>
        </p:nvSpPr>
        <p:spPr>
          <a:xfrm>
            <a:off x="3940920" y="3290040"/>
            <a:ext cx="264600" cy="21960"/>
          </a:xfrm>
          <a:custGeom>
            <a:avLst/>
            <a:gdLst/>
            <a:ahLst/>
            <a:rect l="0" t="0" r="r" b="b"/>
            <a:pathLst>
              <a:path w="735" h="61">
                <a:moveTo>
                  <a:pt x="0" y="60"/>
                </a:moveTo>
                <a:lnTo>
                  <a:pt x="727" y="0"/>
                </a:lnTo>
                <a:lnTo>
                  <a:pt x="735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c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4" name=""/>
          <p:cNvSpPr/>
          <p:nvPr/>
        </p:nvSpPr>
        <p:spPr>
          <a:xfrm>
            <a:off x="3940920" y="3290040"/>
            <a:ext cx="267840" cy="21960"/>
          </a:xfrm>
          <a:custGeom>
            <a:avLst/>
            <a:gdLst/>
            <a:ahLst/>
            <a:rect l="0" t="0" r="r" b="b"/>
            <a:pathLst>
              <a:path w="744" h="61">
                <a:moveTo>
                  <a:pt x="0" y="61"/>
                </a:moveTo>
                <a:lnTo>
                  <a:pt x="735" y="0"/>
                </a:lnTo>
                <a:lnTo>
                  <a:pt x="744" y="0"/>
                </a:lnTo>
                <a:lnTo>
                  <a:pt x="0" y="61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5" name=""/>
          <p:cNvSpPr/>
          <p:nvPr/>
        </p:nvSpPr>
        <p:spPr>
          <a:xfrm>
            <a:off x="3940920" y="3290040"/>
            <a:ext cx="270720" cy="22320"/>
          </a:xfrm>
          <a:custGeom>
            <a:avLst/>
            <a:gdLst/>
            <a:ahLst/>
            <a:rect l="0" t="0" r="r" b="b"/>
            <a:pathLst>
              <a:path w="752" h="62">
                <a:moveTo>
                  <a:pt x="0" y="61"/>
                </a:moveTo>
                <a:lnTo>
                  <a:pt x="744" y="0"/>
                </a:lnTo>
                <a:lnTo>
                  <a:pt x="752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8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6" name=""/>
          <p:cNvSpPr/>
          <p:nvPr/>
        </p:nvSpPr>
        <p:spPr>
          <a:xfrm>
            <a:off x="3940920" y="3290040"/>
            <a:ext cx="273600" cy="22680"/>
          </a:xfrm>
          <a:custGeom>
            <a:avLst/>
            <a:gdLst/>
            <a:ahLst/>
            <a:rect l="0" t="0" r="r" b="b"/>
            <a:pathLst>
              <a:path w="760" h="63">
                <a:moveTo>
                  <a:pt x="0" y="62"/>
                </a:moveTo>
                <a:lnTo>
                  <a:pt x="752" y="0"/>
                </a:lnTo>
                <a:lnTo>
                  <a:pt x="760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7" name=""/>
          <p:cNvSpPr/>
          <p:nvPr/>
        </p:nvSpPr>
        <p:spPr>
          <a:xfrm>
            <a:off x="3940920" y="3290040"/>
            <a:ext cx="276480" cy="22680"/>
          </a:xfrm>
          <a:custGeom>
            <a:avLst/>
            <a:gdLst/>
            <a:ahLst/>
            <a:rect l="0" t="0" r="r" b="b"/>
            <a:pathLst>
              <a:path w="768" h="63">
                <a:moveTo>
                  <a:pt x="0" y="63"/>
                </a:moveTo>
                <a:lnTo>
                  <a:pt x="760" y="0"/>
                </a:lnTo>
                <a:lnTo>
                  <a:pt x="768" y="0"/>
                </a:lnTo>
                <a:lnTo>
                  <a:pt x="0" y="63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8" name=""/>
          <p:cNvSpPr/>
          <p:nvPr/>
        </p:nvSpPr>
        <p:spPr>
          <a:xfrm>
            <a:off x="3940920" y="3290040"/>
            <a:ext cx="279360" cy="23040"/>
          </a:xfrm>
          <a:custGeom>
            <a:avLst/>
            <a:gdLst/>
            <a:ahLst/>
            <a:rect l="0" t="0" r="r" b="b"/>
            <a:pathLst>
              <a:path w="776" h="64">
                <a:moveTo>
                  <a:pt x="0" y="63"/>
                </a:moveTo>
                <a:lnTo>
                  <a:pt x="768" y="0"/>
                </a:lnTo>
                <a:lnTo>
                  <a:pt x="776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59" name=""/>
          <p:cNvSpPr/>
          <p:nvPr/>
        </p:nvSpPr>
        <p:spPr>
          <a:xfrm>
            <a:off x="3940920" y="3290040"/>
            <a:ext cx="282240" cy="23400"/>
          </a:xfrm>
          <a:custGeom>
            <a:avLst/>
            <a:gdLst/>
            <a:ahLst/>
            <a:rect l="0" t="0" r="r" b="b"/>
            <a:pathLst>
              <a:path w="784" h="65">
                <a:moveTo>
                  <a:pt x="0" y="64"/>
                </a:moveTo>
                <a:lnTo>
                  <a:pt x="776" y="0"/>
                </a:lnTo>
                <a:lnTo>
                  <a:pt x="784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8cb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0" name=""/>
          <p:cNvSpPr/>
          <p:nvPr/>
        </p:nvSpPr>
        <p:spPr>
          <a:xfrm>
            <a:off x="3940920" y="3290040"/>
            <a:ext cx="285480" cy="23400"/>
          </a:xfrm>
          <a:custGeom>
            <a:avLst/>
            <a:gdLst/>
            <a:ahLst/>
            <a:rect l="0" t="0" r="r" b="b"/>
            <a:pathLst>
              <a:path w="793" h="65">
                <a:moveTo>
                  <a:pt x="0" y="65"/>
                </a:moveTo>
                <a:lnTo>
                  <a:pt x="784" y="0"/>
                </a:lnTo>
                <a:lnTo>
                  <a:pt x="793" y="0"/>
                </a:lnTo>
                <a:lnTo>
                  <a:pt x="0" y="65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1" name=""/>
          <p:cNvSpPr/>
          <p:nvPr/>
        </p:nvSpPr>
        <p:spPr>
          <a:xfrm>
            <a:off x="3940920" y="3290040"/>
            <a:ext cx="288360" cy="23760"/>
          </a:xfrm>
          <a:custGeom>
            <a:avLst/>
            <a:gdLst/>
            <a:ahLst/>
            <a:rect l="0" t="0" r="r" b="b"/>
            <a:pathLst>
              <a:path w="801" h="66">
                <a:moveTo>
                  <a:pt x="0" y="65"/>
                </a:moveTo>
                <a:lnTo>
                  <a:pt x="793" y="0"/>
                </a:lnTo>
                <a:lnTo>
                  <a:pt x="801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8cb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2" name=""/>
          <p:cNvSpPr/>
          <p:nvPr/>
        </p:nvSpPr>
        <p:spPr>
          <a:xfrm>
            <a:off x="3940920" y="3290040"/>
            <a:ext cx="291240" cy="24120"/>
          </a:xfrm>
          <a:custGeom>
            <a:avLst/>
            <a:gdLst/>
            <a:ahLst/>
            <a:rect l="0" t="0" r="r" b="b"/>
            <a:pathLst>
              <a:path w="809" h="67">
                <a:moveTo>
                  <a:pt x="0" y="66"/>
                </a:moveTo>
                <a:lnTo>
                  <a:pt x="801" y="0"/>
                </a:lnTo>
                <a:lnTo>
                  <a:pt x="809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3" name=""/>
          <p:cNvSpPr/>
          <p:nvPr/>
        </p:nvSpPr>
        <p:spPr>
          <a:xfrm>
            <a:off x="3940920" y="3290040"/>
            <a:ext cx="294120" cy="24120"/>
          </a:xfrm>
          <a:custGeom>
            <a:avLst/>
            <a:gdLst/>
            <a:ahLst/>
            <a:rect l="0" t="0" r="r" b="b"/>
            <a:pathLst>
              <a:path w="817" h="67">
                <a:moveTo>
                  <a:pt x="0" y="67"/>
                </a:moveTo>
                <a:lnTo>
                  <a:pt x="809" y="0"/>
                </a:lnTo>
                <a:lnTo>
                  <a:pt x="817" y="0"/>
                </a:lnTo>
                <a:lnTo>
                  <a:pt x="0" y="67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4" name=""/>
          <p:cNvSpPr/>
          <p:nvPr/>
        </p:nvSpPr>
        <p:spPr>
          <a:xfrm>
            <a:off x="3940920" y="3290040"/>
            <a:ext cx="297000" cy="24480"/>
          </a:xfrm>
          <a:custGeom>
            <a:avLst/>
            <a:gdLst/>
            <a:ahLst/>
            <a:rect l="0" t="0" r="r" b="b"/>
            <a:pathLst>
              <a:path w="825" h="68">
                <a:moveTo>
                  <a:pt x="0" y="67"/>
                </a:moveTo>
                <a:lnTo>
                  <a:pt x="817" y="0"/>
                </a:lnTo>
                <a:lnTo>
                  <a:pt x="825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5" name=""/>
          <p:cNvSpPr/>
          <p:nvPr/>
        </p:nvSpPr>
        <p:spPr>
          <a:xfrm>
            <a:off x="3940920" y="3290040"/>
            <a:ext cx="299880" cy="24840"/>
          </a:xfrm>
          <a:custGeom>
            <a:avLst/>
            <a:gdLst/>
            <a:ahLst/>
            <a:rect l="0" t="0" r="r" b="b"/>
            <a:pathLst>
              <a:path w="833" h="69">
                <a:moveTo>
                  <a:pt x="0" y="68"/>
                </a:moveTo>
                <a:lnTo>
                  <a:pt x="825" y="0"/>
                </a:lnTo>
                <a:lnTo>
                  <a:pt x="833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6" name=""/>
          <p:cNvSpPr/>
          <p:nvPr/>
        </p:nvSpPr>
        <p:spPr>
          <a:xfrm>
            <a:off x="3940920" y="3290040"/>
            <a:ext cx="303120" cy="24840"/>
          </a:xfrm>
          <a:custGeom>
            <a:avLst/>
            <a:gdLst/>
            <a:ahLst/>
            <a:rect l="0" t="0" r="r" b="b"/>
            <a:pathLst>
              <a:path w="842" h="69">
                <a:moveTo>
                  <a:pt x="0" y="69"/>
                </a:moveTo>
                <a:lnTo>
                  <a:pt x="833" y="0"/>
                </a:lnTo>
                <a:lnTo>
                  <a:pt x="842" y="0"/>
                </a:lnTo>
                <a:lnTo>
                  <a:pt x="0" y="69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7" name=""/>
          <p:cNvSpPr/>
          <p:nvPr/>
        </p:nvSpPr>
        <p:spPr>
          <a:xfrm>
            <a:off x="3940920" y="3290040"/>
            <a:ext cx="306000" cy="25200"/>
          </a:xfrm>
          <a:custGeom>
            <a:avLst/>
            <a:gdLst/>
            <a:ahLst/>
            <a:rect l="0" t="0" r="r" b="b"/>
            <a:pathLst>
              <a:path w="850" h="70">
                <a:moveTo>
                  <a:pt x="0" y="69"/>
                </a:moveTo>
                <a:lnTo>
                  <a:pt x="842" y="0"/>
                </a:lnTo>
                <a:lnTo>
                  <a:pt x="850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8" name=""/>
          <p:cNvSpPr/>
          <p:nvPr/>
        </p:nvSpPr>
        <p:spPr>
          <a:xfrm>
            <a:off x="3940920" y="3290040"/>
            <a:ext cx="308880" cy="25560"/>
          </a:xfrm>
          <a:custGeom>
            <a:avLst/>
            <a:gdLst/>
            <a:ahLst/>
            <a:rect l="0" t="0" r="r" b="b"/>
            <a:pathLst>
              <a:path w="858" h="71">
                <a:moveTo>
                  <a:pt x="0" y="70"/>
                </a:moveTo>
                <a:lnTo>
                  <a:pt x="850" y="0"/>
                </a:lnTo>
                <a:lnTo>
                  <a:pt x="858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69" name=""/>
          <p:cNvSpPr/>
          <p:nvPr/>
        </p:nvSpPr>
        <p:spPr>
          <a:xfrm>
            <a:off x="3940920" y="3290040"/>
            <a:ext cx="311760" cy="25560"/>
          </a:xfrm>
          <a:custGeom>
            <a:avLst/>
            <a:gdLst/>
            <a:ahLst/>
            <a:rect l="0" t="0" r="r" b="b"/>
            <a:pathLst>
              <a:path w="866" h="71">
                <a:moveTo>
                  <a:pt x="0" y="71"/>
                </a:moveTo>
                <a:lnTo>
                  <a:pt x="858" y="0"/>
                </a:lnTo>
                <a:lnTo>
                  <a:pt x="866" y="0"/>
                </a:lnTo>
                <a:lnTo>
                  <a:pt x="0" y="71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0" name=""/>
          <p:cNvSpPr/>
          <p:nvPr/>
        </p:nvSpPr>
        <p:spPr>
          <a:xfrm>
            <a:off x="3940920" y="3290040"/>
            <a:ext cx="314640" cy="25920"/>
          </a:xfrm>
          <a:custGeom>
            <a:avLst/>
            <a:gdLst/>
            <a:ahLst/>
            <a:rect l="0" t="0" r="r" b="b"/>
            <a:pathLst>
              <a:path w="874" h="72">
                <a:moveTo>
                  <a:pt x="0" y="71"/>
                </a:moveTo>
                <a:lnTo>
                  <a:pt x="866" y="0"/>
                </a:lnTo>
                <a:lnTo>
                  <a:pt x="874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1" name=""/>
          <p:cNvSpPr/>
          <p:nvPr/>
        </p:nvSpPr>
        <p:spPr>
          <a:xfrm>
            <a:off x="3940920" y="3290040"/>
            <a:ext cx="317520" cy="25920"/>
          </a:xfrm>
          <a:custGeom>
            <a:avLst/>
            <a:gdLst/>
            <a:ahLst/>
            <a:rect l="0" t="0" r="r" b="b"/>
            <a:pathLst>
              <a:path w="882" h="72">
                <a:moveTo>
                  <a:pt x="0" y="72"/>
                </a:moveTo>
                <a:lnTo>
                  <a:pt x="874" y="0"/>
                </a:lnTo>
                <a:lnTo>
                  <a:pt x="882" y="0"/>
                </a:lnTo>
                <a:lnTo>
                  <a:pt x="0" y="72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2" name=""/>
          <p:cNvSpPr/>
          <p:nvPr/>
        </p:nvSpPr>
        <p:spPr>
          <a:xfrm>
            <a:off x="3940920" y="3290040"/>
            <a:ext cx="320400" cy="26280"/>
          </a:xfrm>
          <a:custGeom>
            <a:avLst/>
            <a:gdLst/>
            <a:ahLst/>
            <a:rect l="0" t="0" r="r" b="b"/>
            <a:pathLst>
              <a:path w="890" h="73">
                <a:moveTo>
                  <a:pt x="0" y="72"/>
                </a:moveTo>
                <a:lnTo>
                  <a:pt x="882" y="0"/>
                </a:lnTo>
                <a:lnTo>
                  <a:pt x="890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3" name=""/>
          <p:cNvSpPr/>
          <p:nvPr/>
        </p:nvSpPr>
        <p:spPr>
          <a:xfrm>
            <a:off x="3940920" y="3290040"/>
            <a:ext cx="323640" cy="26640"/>
          </a:xfrm>
          <a:custGeom>
            <a:avLst/>
            <a:gdLst/>
            <a:ahLst/>
            <a:rect l="0" t="0" r="r" b="b"/>
            <a:pathLst>
              <a:path w="899" h="74">
                <a:moveTo>
                  <a:pt x="0" y="73"/>
                </a:moveTo>
                <a:lnTo>
                  <a:pt x="890" y="0"/>
                </a:lnTo>
                <a:lnTo>
                  <a:pt x="899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4" name=""/>
          <p:cNvSpPr/>
          <p:nvPr/>
        </p:nvSpPr>
        <p:spPr>
          <a:xfrm>
            <a:off x="3940920" y="3290040"/>
            <a:ext cx="326520" cy="26640"/>
          </a:xfrm>
          <a:custGeom>
            <a:avLst/>
            <a:gdLst/>
            <a:ahLst/>
            <a:rect l="0" t="0" r="r" b="b"/>
            <a:pathLst>
              <a:path w="907" h="74">
                <a:moveTo>
                  <a:pt x="0" y="74"/>
                </a:moveTo>
                <a:lnTo>
                  <a:pt x="899" y="0"/>
                </a:lnTo>
                <a:lnTo>
                  <a:pt x="907" y="0"/>
                </a:lnTo>
                <a:lnTo>
                  <a:pt x="0" y="74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5" name=""/>
          <p:cNvSpPr/>
          <p:nvPr/>
        </p:nvSpPr>
        <p:spPr>
          <a:xfrm>
            <a:off x="3940920" y="3290040"/>
            <a:ext cx="329400" cy="27000"/>
          </a:xfrm>
          <a:custGeom>
            <a:avLst/>
            <a:gdLst/>
            <a:ahLst/>
            <a:rect l="0" t="0" r="r" b="b"/>
            <a:pathLst>
              <a:path w="915" h="75">
                <a:moveTo>
                  <a:pt x="0" y="74"/>
                </a:moveTo>
                <a:lnTo>
                  <a:pt x="907" y="0"/>
                </a:lnTo>
                <a:lnTo>
                  <a:pt x="915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6" name=""/>
          <p:cNvSpPr/>
          <p:nvPr/>
        </p:nvSpPr>
        <p:spPr>
          <a:xfrm>
            <a:off x="3940920" y="3290040"/>
            <a:ext cx="332280" cy="27360"/>
          </a:xfrm>
          <a:custGeom>
            <a:avLst/>
            <a:gdLst/>
            <a:ahLst/>
            <a:rect l="0" t="0" r="r" b="b"/>
            <a:pathLst>
              <a:path w="923" h="76">
                <a:moveTo>
                  <a:pt x="0" y="75"/>
                </a:moveTo>
                <a:lnTo>
                  <a:pt x="915" y="0"/>
                </a:lnTo>
                <a:lnTo>
                  <a:pt x="923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7" name=""/>
          <p:cNvSpPr/>
          <p:nvPr/>
        </p:nvSpPr>
        <p:spPr>
          <a:xfrm>
            <a:off x="3940920" y="3290040"/>
            <a:ext cx="335160" cy="27360"/>
          </a:xfrm>
          <a:custGeom>
            <a:avLst/>
            <a:gdLst/>
            <a:ahLst/>
            <a:rect l="0" t="0" r="r" b="b"/>
            <a:pathLst>
              <a:path w="931" h="76">
                <a:moveTo>
                  <a:pt x="0" y="76"/>
                </a:moveTo>
                <a:lnTo>
                  <a:pt x="923" y="0"/>
                </a:lnTo>
                <a:lnTo>
                  <a:pt x="931" y="0"/>
                </a:lnTo>
                <a:lnTo>
                  <a:pt x="0" y="76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8" name=""/>
          <p:cNvSpPr/>
          <p:nvPr/>
        </p:nvSpPr>
        <p:spPr>
          <a:xfrm>
            <a:off x="3940920" y="3290040"/>
            <a:ext cx="338040" cy="27720"/>
          </a:xfrm>
          <a:custGeom>
            <a:avLst/>
            <a:gdLst/>
            <a:ahLst/>
            <a:rect l="0" t="0" r="r" b="b"/>
            <a:pathLst>
              <a:path w="939" h="77">
                <a:moveTo>
                  <a:pt x="0" y="76"/>
                </a:moveTo>
                <a:lnTo>
                  <a:pt x="931" y="0"/>
                </a:lnTo>
                <a:lnTo>
                  <a:pt x="939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79" name=""/>
          <p:cNvSpPr/>
          <p:nvPr/>
        </p:nvSpPr>
        <p:spPr>
          <a:xfrm>
            <a:off x="3940920" y="3290040"/>
            <a:ext cx="341280" cy="28080"/>
          </a:xfrm>
          <a:custGeom>
            <a:avLst/>
            <a:gdLst/>
            <a:ahLst/>
            <a:rect l="0" t="0" r="r" b="b"/>
            <a:pathLst>
              <a:path w="948" h="78">
                <a:moveTo>
                  <a:pt x="0" y="77"/>
                </a:moveTo>
                <a:lnTo>
                  <a:pt x="939" y="0"/>
                </a:lnTo>
                <a:lnTo>
                  <a:pt x="948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0" name=""/>
          <p:cNvSpPr/>
          <p:nvPr/>
        </p:nvSpPr>
        <p:spPr>
          <a:xfrm>
            <a:off x="3940920" y="3290040"/>
            <a:ext cx="344160" cy="28080"/>
          </a:xfrm>
          <a:custGeom>
            <a:avLst/>
            <a:gdLst/>
            <a:ahLst/>
            <a:rect l="0" t="0" r="r" b="b"/>
            <a:pathLst>
              <a:path w="956" h="78">
                <a:moveTo>
                  <a:pt x="0" y="78"/>
                </a:moveTo>
                <a:lnTo>
                  <a:pt x="948" y="0"/>
                </a:lnTo>
                <a:lnTo>
                  <a:pt x="956" y="0"/>
                </a:lnTo>
                <a:lnTo>
                  <a:pt x="0" y="78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1" name=""/>
          <p:cNvSpPr/>
          <p:nvPr/>
        </p:nvSpPr>
        <p:spPr>
          <a:xfrm>
            <a:off x="3940920" y="3290040"/>
            <a:ext cx="347040" cy="28440"/>
          </a:xfrm>
          <a:custGeom>
            <a:avLst/>
            <a:gdLst/>
            <a:ahLst/>
            <a:rect l="0" t="0" r="r" b="b"/>
            <a:pathLst>
              <a:path w="964" h="79">
                <a:moveTo>
                  <a:pt x="0" y="78"/>
                </a:moveTo>
                <a:lnTo>
                  <a:pt x="956" y="0"/>
                </a:lnTo>
                <a:lnTo>
                  <a:pt x="964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2" name=""/>
          <p:cNvSpPr/>
          <p:nvPr/>
        </p:nvSpPr>
        <p:spPr>
          <a:xfrm>
            <a:off x="3940920" y="3290040"/>
            <a:ext cx="349920" cy="28800"/>
          </a:xfrm>
          <a:custGeom>
            <a:avLst/>
            <a:gdLst/>
            <a:ahLst/>
            <a:rect l="0" t="0" r="r" b="b"/>
            <a:pathLst>
              <a:path w="972" h="80">
                <a:moveTo>
                  <a:pt x="0" y="79"/>
                </a:moveTo>
                <a:lnTo>
                  <a:pt x="964" y="0"/>
                </a:lnTo>
                <a:lnTo>
                  <a:pt x="972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3" name=""/>
          <p:cNvSpPr/>
          <p:nvPr/>
        </p:nvSpPr>
        <p:spPr>
          <a:xfrm>
            <a:off x="3940920" y="3290040"/>
            <a:ext cx="352800" cy="28800"/>
          </a:xfrm>
          <a:custGeom>
            <a:avLst/>
            <a:gdLst/>
            <a:ahLst/>
            <a:rect l="0" t="0" r="r" b="b"/>
            <a:pathLst>
              <a:path w="980" h="80">
                <a:moveTo>
                  <a:pt x="0" y="80"/>
                </a:moveTo>
                <a:lnTo>
                  <a:pt x="972" y="0"/>
                </a:lnTo>
                <a:lnTo>
                  <a:pt x="9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4" name=""/>
          <p:cNvSpPr/>
          <p:nvPr/>
        </p:nvSpPr>
        <p:spPr>
          <a:xfrm>
            <a:off x="3940920" y="3290040"/>
            <a:ext cx="355680" cy="29160"/>
          </a:xfrm>
          <a:custGeom>
            <a:avLst/>
            <a:gdLst/>
            <a:ahLst/>
            <a:rect l="0" t="0" r="r" b="b"/>
            <a:pathLst>
              <a:path w="988" h="81">
                <a:moveTo>
                  <a:pt x="0" y="80"/>
                </a:moveTo>
                <a:lnTo>
                  <a:pt x="980" y="0"/>
                </a:lnTo>
                <a:lnTo>
                  <a:pt x="988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5" name=""/>
          <p:cNvSpPr/>
          <p:nvPr/>
        </p:nvSpPr>
        <p:spPr>
          <a:xfrm>
            <a:off x="3940920" y="3290040"/>
            <a:ext cx="358920" cy="29520"/>
          </a:xfrm>
          <a:custGeom>
            <a:avLst/>
            <a:gdLst/>
            <a:ahLst/>
            <a:rect l="0" t="0" r="r" b="b"/>
            <a:pathLst>
              <a:path w="997" h="82">
                <a:moveTo>
                  <a:pt x="0" y="81"/>
                </a:moveTo>
                <a:lnTo>
                  <a:pt x="988" y="0"/>
                </a:lnTo>
                <a:lnTo>
                  <a:pt x="997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6" name=""/>
          <p:cNvSpPr/>
          <p:nvPr/>
        </p:nvSpPr>
        <p:spPr>
          <a:xfrm>
            <a:off x="3940920" y="3290040"/>
            <a:ext cx="361800" cy="29520"/>
          </a:xfrm>
          <a:custGeom>
            <a:avLst/>
            <a:gdLst/>
            <a:ahLst/>
            <a:rect l="0" t="0" r="r" b="b"/>
            <a:pathLst>
              <a:path w="1005" h="82">
                <a:moveTo>
                  <a:pt x="0" y="82"/>
                </a:moveTo>
                <a:lnTo>
                  <a:pt x="997" y="0"/>
                </a:lnTo>
                <a:lnTo>
                  <a:pt x="1005" y="0"/>
                </a:lnTo>
                <a:lnTo>
                  <a:pt x="0" y="82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7" name=""/>
          <p:cNvSpPr/>
          <p:nvPr/>
        </p:nvSpPr>
        <p:spPr>
          <a:xfrm>
            <a:off x="3940920" y="3290040"/>
            <a:ext cx="364680" cy="29880"/>
          </a:xfrm>
          <a:custGeom>
            <a:avLst/>
            <a:gdLst/>
            <a:ahLst/>
            <a:rect l="0" t="0" r="r" b="b"/>
            <a:pathLst>
              <a:path w="1013" h="83">
                <a:moveTo>
                  <a:pt x="0" y="82"/>
                </a:moveTo>
                <a:lnTo>
                  <a:pt x="1005" y="0"/>
                </a:lnTo>
                <a:lnTo>
                  <a:pt x="1013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8" name=""/>
          <p:cNvSpPr/>
          <p:nvPr/>
        </p:nvSpPr>
        <p:spPr>
          <a:xfrm>
            <a:off x="3940920" y="3290040"/>
            <a:ext cx="367560" cy="30240"/>
          </a:xfrm>
          <a:custGeom>
            <a:avLst/>
            <a:gdLst/>
            <a:ahLst/>
            <a:rect l="0" t="0" r="r" b="b"/>
            <a:pathLst>
              <a:path w="1021" h="84">
                <a:moveTo>
                  <a:pt x="0" y="83"/>
                </a:moveTo>
                <a:lnTo>
                  <a:pt x="1013" y="0"/>
                </a:lnTo>
                <a:lnTo>
                  <a:pt x="1021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89" name=""/>
          <p:cNvSpPr/>
          <p:nvPr/>
        </p:nvSpPr>
        <p:spPr>
          <a:xfrm>
            <a:off x="3940920" y="3290040"/>
            <a:ext cx="370440" cy="30240"/>
          </a:xfrm>
          <a:custGeom>
            <a:avLst/>
            <a:gdLst/>
            <a:ahLst/>
            <a:rect l="0" t="0" r="r" b="b"/>
            <a:pathLst>
              <a:path w="1029" h="84">
                <a:moveTo>
                  <a:pt x="0" y="84"/>
                </a:moveTo>
                <a:lnTo>
                  <a:pt x="1021" y="0"/>
                </a:lnTo>
                <a:lnTo>
                  <a:pt x="1029" y="0"/>
                </a:lnTo>
                <a:lnTo>
                  <a:pt x="0" y="84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0" name=""/>
          <p:cNvSpPr/>
          <p:nvPr/>
        </p:nvSpPr>
        <p:spPr>
          <a:xfrm>
            <a:off x="3940920" y="3290040"/>
            <a:ext cx="373320" cy="30600"/>
          </a:xfrm>
          <a:custGeom>
            <a:avLst/>
            <a:gdLst/>
            <a:ahLst/>
            <a:rect l="0" t="0" r="r" b="b"/>
            <a:pathLst>
              <a:path w="1037" h="85">
                <a:moveTo>
                  <a:pt x="0" y="84"/>
                </a:moveTo>
                <a:lnTo>
                  <a:pt x="1029" y="0"/>
                </a:lnTo>
                <a:lnTo>
                  <a:pt x="1037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1" name=""/>
          <p:cNvSpPr/>
          <p:nvPr/>
        </p:nvSpPr>
        <p:spPr>
          <a:xfrm>
            <a:off x="3940920" y="3290040"/>
            <a:ext cx="375120" cy="30960"/>
          </a:xfrm>
          <a:custGeom>
            <a:avLst/>
            <a:gdLst/>
            <a:ahLst/>
            <a:rect l="0" t="0" r="r" b="b"/>
            <a:pathLst>
              <a:path w="1042" h="86">
                <a:moveTo>
                  <a:pt x="0" y="85"/>
                </a:moveTo>
                <a:lnTo>
                  <a:pt x="1037" y="0"/>
                </a:lnTo>
                <a:lnTo>
                  <a:pt x="1042" y="1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2" name=""/>
          <p:cNvSpPr/>
          <p:nvPr/>
        </p:nvSpPr>
        <p:spPr>
          <a:xfrm>
            <a:off x="3940920" y="3290400"/>
            <a:ext cx="375120" cy="30600"/>
          </a:xfrm>
          <a:custGeom>
            <a:avLst/>
            <a:gdLst/>
            <a:ahLst/>
            <a:rect l="0" t="0" r="r" b="b"/>
            <a:pathLst>
              <a:path w="1042" h="85">
                <a:moveTo>
                  <a:pt x="0" y="85"/>
                </a:moveTo>
                <a:lnTo>
                  <a:pt x="1042" y="0"/>
                </a:lnTo>
                <a:lnTo>
                  <a:pt x="5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3" name=""/>
          <p:cNvSpPr/>
          <p:nvPr/>
        </p:nvSpPr>
        <p:spPr>
          <a:xfrm>
            <a:off x="3942720" y="3290400"/>
            <a:ext cx="373320" cy="30600"/>
          </a:xfrm>
          <a:custGeom>
            <a:avLst/>
            <a:gdLst/>
            <a:ahLst/>
            <a:rect l="0" t="0" r="r" b="b"/>
            <a:pathLst>
              <a:path w="1037" h="85">
                <a:moveTo>
                  <a:pt x="0" y="85"/>
                </a:moveTo>
                <a:lnTo>
                  <a:pt x="1037" y="0"/>
                </a:lnTo>
                <a:lnTo>
                  <a:pt x="1037" y="1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4" name=""/>
          <p:cNvSpPr/>
          <p:nvPr/>
        </p:nvSpPr>
        <p:spPr>
          <a:xfrm>
            <a:off x="3945600" y="3290760"/>
            <a:ext cx="370440" cy="30240"/>
          </a:xfrm>
          <a:custGeom>
            <a:avLst/>
            <a:gdLst/>
            <a:ahLst/>
            <a:rect l="0" t="0" r="r" b="b"/>
            <a:pathLst>
              <a:path w="1029" h="84">
                <a:moveTo>
                  <a:pt x="0" y="84"/>
                </a:moveTo>
                <a:lnTo>
                  <a:pt x="1029" y="0"/>
                </a:lnTo>
                <a:lnTo>
                  <a:pt x="1029" y="1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5" name=""/>
          <p:cNvSpPr/>
          <p:nvPr/>
        </p:nvSpPr>
        <p:spPr>
          <a:xfrm>
            <a:off x="3948480" y="3291120"/>
            <a:ext cx="367560" cy="29880"/>
          </a:xfrm>
          <a:custGeom>
            <a:avLst/>
            <a:gdLst/>
            <a:ahLst/>
            <a:rect l="0" t="0" r="r" b="b"/>
            <a:pathLst>
              <a:path w="1021" h="83">
                <a:moveTo>
                  <a:pt x="0" y="83"/>
                </a:moveTo>
                <a:lnTo>
                  <a:pt x="1021" y="0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6" name=""/>
          <p:cNvSpPr/>
          <p:nvPr/>
        </p:nvSpPr>
        <p:spPr>
          <a:xfrm>
            <a:off x="3951360" y="3291120"/>
            <a:ext cx="364680" cy="29880"/>
          </a:xfrm>
          <a:custGeom>
            <a:avLst/>
            <a:gdLst/>
            <a:ahLst/>
            <a:rect l="0" t="0" r="r" b="b"/>
            <a:pathLst>
              <a:path w="1013" h="83">
                <a:moveTo>
                  <a:pt x="0" y="83"/>
                </a:moveTo>
                <a:lnTo>
                  <a:pt x="1013" y="0"/>
                </a:lnTo>
                <a:lnTo>
                  <a:pt x="1013" y="1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7" name=""/>
          <p:cNvSpPr/>
          <p:nvPr/>
        </p:nvSpPr>
        <p:spPr>
          <a:xfrm>
            <a:off x="3954240" y="3291480"/>
            <a:ext cx="361800" cy="29520"/>
          </a:xfrm>
          <a:custGeom>
            <a:avLst/>
            <a:gdLst/>
            <a:ahLst/>
            <a:rect l="0" t="0" r="r" b="b"/>
            <a:pathLst>
              <a:path w="1005" h="82">
                <a:moveTo>
                  <a:pt x="0" y="82"/>
                </a:moveTo>
                <a:lnTo>
                  <a:pt x="1005" y="0"/>
                </a:lnTo>
                <a:lnTo>
                  <a:pt x="9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8" name=""/>
          <p:cNvSpPr/>
          <p:nvPr/>
        </p:nvSpPr>
        <p:spPr>
          <a:xfrm>
            <a:off x="3957480" y="3291480"/>
            <a:ext cx="358560" cy="29520"/>
          </a:xfrm>
          <a:custGeom>
            <a:avLst/>
            <a:gdLst/>
            <a:ahLst/>
            <a:rect l="0" t="0" r="r" b="b"/>
            <a:pathLst>
              <a:path w="996" h="82">
                <a:moveTo>
                  <a:pt x="0" y="82"/>
                </a:moveTo>
                <a:lnTo>
                  <a:pt x="996" y="0"/>
                </a:lnTo>
                <a:lnTo>
                  <a:pt x="996" y="1"/>
                </a:lnTo>
                <a:lnTo>
                  <a:pt x="8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699" name=""/>
          <p:cNvSpPr/>
          <p:nvPr/>
        </p:nvSpPr>
        <p:spPr>
          <a:xfrm>
            <a:off x="3960360" y="3291840"/>
            <a:ext cx="355680" cy="29160"/>
          </a:xfrm>
          <a:custGeom>
            <a:avLst/>
            <a:gdLst/>
            <a:ahLst/>
            <a:rect l="0" t="0" r="r" b="b"/>
            <a:pathLst>
              <a:path w="988" h="81">
                <a:moveTo>
                  <a:pt x="0" y="81"/>
                </a:moveTo>
                <a:lnTo>
                  <a:pt x="988" y="0"/>
                </a:lnTo>
                <a:lnTo>
                  <a:pt x="988" y="1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0" name=""/>
          <p:cNvSpPr/>
          <p:nvPr/>
        </p:nvSpPr>
        <p:spPr>
          <a:xfrm>
            <a:off x="3963240" y="3292200"/>
            <a:ext cx="352800" cy="28800"/>
          </a:xfrm>
          <a:custGeom>
            <a:avLst/>
            <a:gdLst/>
            <a:ahLst/>
            <a:rect l="0" t="0" r="r" b="b"/>
            <a:pathLst>
              <a:path w="980" h="80">
                <a:moveTo>
                  <a:pt x="0" y="80"/>
                </a:moveTo>
                <a:lnTo>
                  <a:pt x="980" y="0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1" name=""/>
          <p:cNvSpPr/>
          <p:nvPr/>
        </p:nvSpPr>
        <p:spPr>
          <a:xfrm>
            <a:off x="3966120" y="3292200"/>
            <a:ext cx="349920" cy="28800"/>
          </a:xfrm>
          <a:custGeom>
            <a:avLst/>
            <a:gdLst/>
            <a:ahLst/>
            <a:rect l="0" t="0" r="r" b="b"/>
            <a:pathLst>
              <a:path w="972" h="80">
                <a:moveTo>
                  <a:pt x="0" y="80"/>
                </a:moveTo>
                <a:lnTo>
                  <a:pt x="972" y="0"/>
                </a:lnTo>
                <a:lnTo>
                  <a:pt x="972" y="1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2" name=""/>
          <p:cNvSpPr/>
          <p:nvPr/>
        </p:nvSpPr>
        <p:spPr>
          <a:xfrm>
            <a:off x="3969000" y="3292560"/>
            <a:ext cx="347040" cy="28440"/>
          </a:xfrm>
          <a:custGeom>
            <a:avLst/>
            <a:gdLst/>
            <a:ahLst/>
            <a:rect l="0" t="0" r="r" b="b"/>
            <a:pathLst>
              <a:path w="964" h="79">
                <a:moveTo>
                  <a:pt x="0" y="79"/>
                </a:moveTo>
                <a:lnTo>
                  <a:pt x="964" y="0"/>
                </a:lnTo>
                <a:lnTo>
                  <a:pt x="964" y="1"/>
                </a:lnTo>
                <a:lnTo>
                  <a:pt x="8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3" name=""/>
          <p:cNvSpPr/>
          <p:nvPr/>
        </p:nvSpPr>
        <p:spPr>
          <a:xfrm>
            <a:off x="3971880" y="3292920"/>
            <a:ext cx="344160" cy="28080"/>
          </a:xfrm>
          <a:custGeom>
            <a:avLst/>
            <a:gdLst/>
            <a:ahLst/>
            <a:rect l="0" t="0" r="r" b="b"/>
            <a:pathLst>
              <a:path w="956" h="78">
                <a:moveTo>
                  <a:pt x="0" y="78"/>
                </a:moveTo>
                <a:lnTo>
                  <a:pt x="956" y="0"/>
                </a:lnTo>
                <a:lnTo>
                  <a:pt x="9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4" name=""/>
          <p:cNvSpPr/>
          <p:nvPr/>
        </p:nvSpPr>
        <p:spPr>
          <a:xfrm>
            <a:off x="3975120" y="3292920"/>
            <a:ext cx="340920" cy="28080"/>
          </a:xfrm>
          <a:custGeom>
            <a:avLst/>
            <a:gdLst/>
            <a:ahLst/>
            <a:rect l="0" t="0" r="r" b="b"/>
            <a:pathLst>
              <a:path w="947" h="78">
                <a:moveTo>
                  <a:pt x="0" y="78"/>
                </a:moveTo>
                <a:lnTo>
                  <a:pt x="947" y="0"/>
                </a:lnTo>
                <a:lnTo>
                  <a:pt x="947" y="1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5" name=""/>
          <p:cNvSpPr/>
          <p:nvPr/>
        </p:nvSpPr>
        <p:spPr>
          <a:xfrm>
            <a:off x="3978000" y="3293280"/>
            <a:ext cx="338040" cy="27720"/>
          </a:xfrm>
          <a:custGeom>
            <a:avLst/>
            <a:gdLst/>
            <a:ahLst/>
            <a:rect l="0" t="0" r="r" b="b"/>
            <a:pathLst>
              <a:path w="939" h="77">
                <a:moveTo>
                  <a:pt x="0" y="77"/>
                </a:moveTo>
                <a:lnTo>
                  <a:pt x="939" y="0"/>
                </a:lnTo>
                <a:lnTo>
                  <a:pt x="939" y="1"/>
                </a:lnTo>
                <a:lnTo>
                  <a:pt x="8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6" name=""/>
          <p:cNvSpPr/>
          <p:nvPr/>
        </p:nvSpPr>
        <p:spPr>
          <a:xfrm>
            <a:off x="3980880" y="3293640"/>
            <a:ext cx="335160" cy="27360"/>
          </a:xfrm>
          <a:custGeom>
            <a:avLst/>
            <a:gdLst/>
            <a:ahLst/>
            <a:rect l="0" t="0" r="r" b="b"/>
            <a:pathLst>
              <a:path w="931" h="76">
                <a:moveTo>
                  <a:pt x="0" y="76"/>
                </a:moveTo>
                <a:lnTo>
                  <a:pt x="931" y="0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7" name=""/>
          <p:cNvSpPr/>
          <p:nvPr/>
        </p:nvSpPr>
        <p:spPr>
          <a:xfrm>
            <a:off x="3983760" y="3293640"/>
            <a:ext cx="332280" cy="27360"/>
          </a:xfrm>
          <a:custGeom>
            <a:avLst/>
            <a:gdLst/>
            <a:ahLst/>
            <a:rect l="0" t="0" r="r" b="b"/>
            <a:pathLst>
              <a:path w="923" h="76">
                <a:moveTo>
                  <a:pt x="0" y="76"/>
                </a:moveTo>
                <a:lnTo>
                  <a:pt x="923" y="0"/>
                </a:lnTo>
                <a:lnTo>
                  <a:pt x="923" y="1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8" name=""/>
          <p:cNvSpPr/>
          <p:nvPr/>
        </p:nvSpPr>
        <p:spPr>
          <a:xfrm>
            <a:off x="3986640" y="3294000"/>
            <a:ext cx="329400" cy="27000"/>
          </a:xfrm>
          <a:custGeom>
            <a:avLst/>
            <a:gdLst/>
            <a:ahLst/>
            <a:rect l="0" t="0" r="r" b="b"/>
            <a:pathLst>
              <a:path w="915" h="75">
                <a:moveTo>
                  <a:pt x="0" y="75"/>
                </a:moveTo>
                <a:lnTo>
                  <a:pt x="915" y="0"/>
                </a:lnTo>
                <a:lnTo>
                  <a:pt x="915" y="1"/>
                </a:lnTo>
                <a:lnTo>
                  <a:pt x="8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09" name=""/>
          <p:cNvSpPr/>
          <p:nvPr/>
        </p:nvSpPr>
        <p:spPr>
          <a:xfrm>
            <a:off x="3989520" y="3294360"/>
            <a:ext cx="326520" cy="26640"/>
          </a:xfrm>
          <a:custGeom>
            <a:avLst/>
            <a:gdLst/>
            <a:ahLst/>
            <a:rect l="0" t="0" r="r" b="b"/>
            <a:pathLst>
              <a:path w="907" h="74">
                <a:moveTo>
                  <a:pt x="0" y="74"/>
                </a:moveTo>
                <a:lnTo>
                  <a:pt x="907" y="0"/>
                </a:lnTo>
                <a:lnTo>
                  <a:pt x="9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0" name=""/>
          <p:cNvSpPr/>
          <p:nvPr/>
        </p:nvSpPr>
        <p:spPr>
          <a:xfrm>
            <a:off x="3992760" y="3294360"/>
            <a:ext cx="323280" cy="26640"/>
          </a:xfrm>
          <a:custGeom>
            <a:avLst/>
            <a:gdLst/>
            <a:ahLst/>
            <a:rect l="0" t="0" r="r" b="b"/>
            <a:pathLst>
              <a:path w="898" h="74">
                <a:moveTo>
                  <a:pt x="0" y="74"/>
                </a:moveTo>
                <a:lnTo>
                  <a:pt x="898" y="0"/>
                </a:lnTo>
                <a:lnTo>
                  <a:pt x="898" y="1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1" name=""/>
          <p:cNvSpPr/>
          <p:nvPr/>
        </p:nvSpPr>
        <p:spPr>
          <a:xfrm>
            <a:off x="3995640" y="3294720"/>
            <a:ext cx="320400" cy="26280"/>
          </a:xfrm>
          <a:custGeom>
            <a:avLst/>
            <a:gdLst/>
            <a:ahLst/>
            <a:rect l="0" t="0" r="r" b="b"/>
            <a:pathLst>
              <a:path w="890" h="73">
                <a:moveTo>
                  <a:pt x="0" y="73"/>
                </a:moveTo>
                <a:lnTo>
                  <a:pt x="890" y="0"/>
                </a:lnTo>
                <a:lnTo>
                  <a:pt x="890" y="1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2" name=""/>
          <p:cNvSpPr/>
          <p:nvPr/>
        </p:nvSpPr>
        <p:spPr>
          <a:xfrm>
            <a:off x="3998520" y="3295080"/>
            <a:ext cx="317520" cy="25920"/>
          </a:xfrm>
          <a:custGeom>
            <a:avLst/>
            <a:gdLst/>
            <a:ahLst/>
            <a:rect l="0" t="0" r="r" b="b"/>
            <a:pathLst>
              <a:path w="882" h="72">
                <a:moveTo>
                  <a:pt x="0" y="72"/>
                </a:moveTo>
                <a:lnTo>
                  <a:pt x="882" y="0"/>
                </a:lnTo>
                <a:lnTo>
                  <a:pt x="8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3" name=""/>
          <p:cNvSpPr/>
          <p:nvPr/>
        </p:nvSpPr>
        <p:spPr>
          <a:xfrm>
            <a:off x="4001400" y="3295080"/>
            <a:ext cx="314640" cy="25920"/>
          </a:xfrm>
          <a:custGeom>
            <a:avLst/>
            <a:gdLst/>
            <a:ahLst/>
            <a:rect l="0" t="0" r="r" b="b"/>
            <a:pathLst>
              <a:path w="874" h="72">
                <a:moveTo>
                  <a:pt x="0" y="72"/>
                </a:moveTo>
                <a:lnTo>
                  <a:pt x="874" y="0"/>
                </a:lnTo>
                <a:lnTo>
                  <a:pt x="874" y="1"/>
                </a:lnTo>
                <a:lnTo>
                  <a:pt x="8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4" name=""/>
          <p:cNvSpPr/>
          <p:nvPr/>
        </p:nvSpPr>
        <p:spPr>
          <a:xfrm>
            <a:off x="4004280" y="3295440"/>
            <a:ext cx="311760" cy="25560"/>
          </a:xfrm>
          <a:custGeom>
            <a:avLst/>
            <a:gdLst/>
            <a:ahLst/>
            <a:rect l="0" t="0" r="r" b="b"/>
            <a:pathLst>
              <a:path w="866" h="71">
                <a:moveTo>
                  <a:pt x="0" y="71"/>
                </a:moveTo>
                <a:lnTo>
                  <a:pt x="866" y="0"/>
                </a:lnTo>
                <a:lnTo>
                  <a:pt x="866" y="1"/>
                </a:lnTo>
                <a:lnTo>
                  <a:pt x="8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5" name=""/>
          <p:cNvSpPr/>
          <p:nvPr/>
        </p:nvSpPr>
        <p:spPr>
          <a:xfrm>
            <a:off x="4007160" y="3295800"/>
            <a:ext cx="308880" cy="25200"/>
          </a:xfrm>
          <a:custGeom>
            <a:avLst/>
            <a:gdLst/>
            <a:ahLst/>
            <a:rect l="0" t="0" r="r" b="b"/>
            <a:pathLst>
              <a:path w="858" h="70">
                <a:moveTo>
                  <a:pt x="0" y="70"/>
                </a:moveTo>
                <a:lnTo>
                  <a:pt x="858" y="0"/>
                </a:lnTo>
                <a:lnTo>
                  <a:pt x="9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6" name=""/>
          <p:cNvSpPr/>
          <p:nvPr/>
        </p:nvSpPr>
        <p:spPr>
          <a:xfrm>
            <a:off x="4010400" y="3295800"/>
            <a:ext cx="305640" cy="25200"/>
          </a:xfrm>
          <a:custGeom>
            <a:avLst/>
            <a:gdLst/>
            <a:ahLst/>
            <a:rect l="0" t="0" r="r" b="b"/>
            <a:pathLst>
              <a:path w="849" h="70">
                <a:moveTo>
                  <a:pt x="0" y="70"/>
                </a:moveTo>
                <a:lnTo>
                  <a:pt x="849" y="0"/>
                </a:lnTo>
                <a:lnTo>
                  <a:pt x="849" y="1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7" name=""/>
          <p:cNvSpPr/>
          <p:nvPr/>
        </p:nvSpPr>
        <p:spPr>
          <a:xfrm>
            <a:off x="4013280" y="3296160"/>
            <a:ext cx="302760" cy="24840"/>
          </a:xfrm>
          <a:custGeom>
            <a:avLst/>
            <a:gdLst/>
            <a:ahLst/>
            <a:rect l="0" t="0" r="r" b="b"/>
            <a:pathLst>
              <a:path w="841" h="69">
                <a:moveTo>
                  <a:pt x="0" y="69"/>
                </a:moveTo>
                <a:lnTo>
                  <a:pt x="841" y="0"/>
                </a:lnTo>
                <a:lnTo>
                  <a:pt x="841" y="1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8" name=""/>
          <p:cNvSpPr/>
          <p:nvPr/>
        </p:nvSpPr>
        <p:spPr>
          <a:xfrm>
            <a:off x="4016160" y="3296520"/>
            <a:ext cx="299880" cy="24480"/>
          </a:xfrm>
          <a:custGeom>
            <a:avLst/>
            <a:gdLst/>
            <a:ahLst/>
            <a:rect l="0" t="0" r="r" b="b"/>
            <a:pathLst>
              <a:path w="833" h="68">
                <a:moveTo>
                  <a:pt x="0" y="68"/>
                </a:moveTo>
                <a:lnTo>
                  <a:pt x="833" y="0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19" name=""/>
          <p:cNvSpPr/>
          <p:nvPr/>
        </p:nvSpPr>
        <p:spPr>
          <a:xfrm>
            <a:off x="4019040" y="3296520"/>
            <a:ext cx="297000" cy="24480"/>
          </a:xfrm>
          <a:custGeom>
            <a:avLst/>
            <a:gdLst/>
            <a:ahLst/>
            <a:rect l="0" t="0" r="r" b="b"/>
            <a:pathLst>
              <a:path w="825" h="68">
                <a:moveTo>
                  <a:pt x="0" y="68"/>
                </a:moveTo>
                <a:lnTo>
                  <a:pt x="825" y="0"/>
                </a:lnTo>
                <a:lnTo>
                  <a:pt x="825" y="1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0" name=""/>
          <p:cNvSpPr/>
          <p:nvPr/>
        </p:nvSpPr>
        <p:spPr>
          <a:xfrm>
            <a:off x="4021920" y="3296880"/>
            <a:ext cx="294120" cy="24120"/>
          </a:xfrm>
          <a:custGeom>
            <a:avLst/>
            <a:gdLst/>
            <a:ahLst/>
            <a:rect l="0" t="0" r="r" b="b"/>
            <a:pathLst>
              <a:path w="817" h="67">
                <a:moveTo>
                  <a:pt x="0" y="67"/>
                </a:moveTo>
                <a:lnTo>
                  <a:pt x="817" y="0"/>
                </a:lnTo>
                <a:lnTo>
                  <a:pt x="817" y="1"/>
                </a:lnTo>
                <a:lnTo>
                  <a:pt x="8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1" name=""/>
          <p:cNvSpPr/>
          <p:nvPr/>
        </p:nvSpPr>
        <p:spPr>
          <a:xfrm>
            <a:off x="4024800" y="3297240"/>
            <a:ext cx="291240" cy="23760"/>
          </a:xfrm>
          <a:custGeom>
            <a:avLst/>
            <a:gdLst/>
            <a:ahLst/>
            <a:rect l="0" t="0" r="r" b="b"/>
            <a:pathLst>
              <a:path w="809" h="66">
                <a:moveTo>
                  <a:pt x="0" y="66"/>
                </a:moveTo>
                <a:lnTo>
                  <a:pt x="809" y="0"/>
                </a:lnTo>
                <a:lnTo>
                  <a:pt x="8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2" name=""/>
          <p:cNvSpPr/>
          <p:nvPr/>
        </p:nvSpPr>
        <p:spPr>
          <a:xfrm>
            <a:off x="4027680" y="3297240"/>
            <a:ext cx="288360" cy="23760"/>
          </a:xfrm>
          <a:custGeom>
            <a:avLst/>
            <a:gdLst/>
            <a:ahLst/>
            <a:rect l="0" t="0" r="r" b="b"/>
            <a:pathLst>
              <a:path w="801" h="66">
                <a:moveTo>
                  <a:pt x="0" y="66"/>
                </a:moveTo>
                <a:lnTo>
                  <a:pt x="801" y="0"/>
                </a:lnTo>
                <a:lnTo>
                  <a:pt x="801" y="1"/>
                </a:lnTo>
                <a:lnTo>
                  <a:pt x="9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3" name=""/>
          <p:cNvSpPr/>
          <p:nvPr/>
        </p:nvSpPr>
        <p:spPr>
          <a:xfrm>
            <a:off x="4030920" y="3297600"/>
            <a:ext cx="285120" cy="23400"/>
          </a:xfrm>
          <a:custGeom>
            <a:avLst/>
            <a:gdLst/>
            <a:ahLst/>
            <a:rect l="0" t="0" r="r" b="b"/>
            <a:pathLst>
              <a:path w="792" h="65">
                <a:moveTo>
                  <a:pt x="0" y="65"/>
                </a:moveTo>
                <a:lnTo>
                  <a:pt x="792" y="0"/>
                </a:lnTo>
                <a:lnTo>
                  <a:pt x="792" y="1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4" name=""/>
          <p:cNvSpPr/>
          <p:nvPr/>
        </p:nvSpPr>
        <p:spPr>
          <a:xfrm>
            <a:off x="4033800" y="3297960"/>
            <a:ext cx="282240" cy="23040"/>
          </a:xfrm>
          <a:custGeom>
            <a:avLst/>
            <a:gdLst/>
            <a:ahLst/>
            <a:rect l="0" t="0" r="r" b="b"/>
            <a:pathLst>
              <a:path w="784" h="64">
                <a:moveTo>
                  <a:pt x="0" y="64"/>
                </a:moveTo>
                <a:lnTo>
                  <a:pt x="784" y="0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5" name=""/>
          <p:cNvSpPr/>
          <p:nvPr/>
        </p:nvSpPr>
        <p:spPr>
          <a:xfrm>
            <a:off x="4036680" y="3297960"/>
            <a:ext cx="279360" cy="23040"/>
          </a:xfrm>
          <a:custGeom>
            <a:avLst/>
            <a:gdLst/>
            <a:ahLst/>
            <a:rect l="0" t="0" r="r" b="b"/>
            <a:pathLst>
              <a:path w="776" h="64">
                <a:moveTo>
                  <a:pt x="0" y="64"/>
                </a:moveTo>
                <a:lnTo>
                  <a:pt x="776" y="0"/>
                </a:lnTo>
                <a:lnTo>
                  <a:pt x="776" y="1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6" name=""/>
          <p:cNvSpPr/>
          <p:nvPr/>
        </p:nvSpPr>
        <p:spPr>
          <a:xfrm>
            <a:off x="4039560" y="3298320"/>
            <a:ext cx="276480" cy="22680"/>
          </a:xfrm>
          <a:custGeom>
            <a:avLst/>
            <a:gdLst/>
            <a:ahLst/>
            <a:rect l="0" t="0" r="r" b="b"/>
            <a:pathLst>
              <a:path w="768" h="63">
                <a:moveTo>
                  <a:pt x="0" y="63"/>
                </a:moveTo>
                <a:lnTo>
                  <a:pt x="768" y="0"/>
                </a:lnTo>
                <a:lnTo>
                  <a:pt x="768" y="1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7" name=""/>
          <p:cNvSpPr/>
          <p:nvPr/>
        </p:nvSpPr>
        <p:spPr>
          <a:xfrm>
            <a:off x="4042440" y="3298680"/>
            <a:ext cx="273600" cy="22320"/>
          </a:xfrm>
          <a:custGeom>
            <a:avLst/>
            <a:gdLst/>
            <a:ahLst/>
            <a:rect l="0" t="0" r="r" b="b"/>
            <a:pathLst>
              <a:path w="760" h="62">
                <a:moveTo>
                  <a:pt x="0" y="62"/>
                </a:moveTo>
                <a:lnTo>
                  <a:pt x="760" y="0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8" name=""/>
          <p:cNvSpPr/>
          <p:nvPr/>
        </p:nvSpPr>
        <p:spPr>
          <a:xfrm>
            <a:off x="4045320" y="3298680"/>
            <a:ext cx="270720" cy="22320"/>
          </a:xfrm>
          <a:custGeom>
            <a:avLst/>
            <a:gdLst/>
            <a:ahLst/>
            <a:rect l="0" t="0" r="r" b="b"/>
            <a:pathLst>
              <a:path w="752" h="62">
                <a:moveTo>
                  <a:pt x="0" y="62"/>
                </a:moveTo>
                <a:lnTo>
                  <a:pt x="752" y="0"/>
                </a:lnTo>
                <a:lnTo>
                  <a:pt x="752" y="1"/>
                </a:lnTo>
                <a:lnTo>
                  <a:pt x="9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29" name=""/>
          <p:cNvSpPr/>
          <p:nvPr/>
        </p:nvSpPr>
        <p:spPr>
          <a:xfrm>
            <a:off x="4048560" y="3299040"/>
            <a:ext cx="267480" cy="21960"/>
          </a:xfrm>
          <a:custGeom>
            <a:avLst/>
            <a:gdLst/>
            <a:ahLst/>
            <a:rect l="0" t="0" r="r" b="b"/>
            <a:pathLst>
              <a:path w="743" h="61">
                <a:moveTo>
                  <a:pt x="0" y="61"/>
                </a:moveTo>
                <a:lnTo>
                  <a:pt x="743" y="0"/>
                </a:lnTo>
                <a:lnTo>
                  <a:pt x="743" y="1"/>
                </a:lnTo>
                <a:lnTo>
                  <a:pt x="8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0" name=""/>
          <p:cNvSpPr/>
          <p:nvPr/>
        </p:nvSpPr>
        <p:spPr>
          <a:xfrm>
            <a:off x="4051440" y="3299400"/>
            <a:ext cx="264600" cy="21600"/>
          </a:xfrm>
          <a:custGeom>
            <a:avLst/>
            <a:gdLst/>
            <a:ahLst/>
            <a:rect l="0" t="0" r="r" b="b"/>
            <a:pathLst>
              <a:path w="735" h="60">
                <a:moveTo>
                  <a:pt x="0" y="60"/>
                </a:moveTo>
                <a:lnTo>
                  <a:pt x="735" y="0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1" name=""/>
          <p:cNvSpPr/>
          <p:nvPr/>
        </p:nvSpPr>
        <p:spPr>
          <a:xfrm>
            <a:off x="4054320" y="3299400"/>
            <a:ext cx="261720" cy="21600"/>
          </a:xfrm>
          <a:custGeom>
            <a:avLst/>
            <a:gdLst/>
            <a:ahLst/>
            <a:rect l="0" t="0" r="r" b="b"/>
            <a:pathLst>
              <a:path w="727" h="60">
                <a:moveTo>
                  <a:pt x="0" y="60"/>
                </a:moveTo>
                <a:lnTo>
                  <a:pt x="727" y="0"/>
                </a:lnTo>
                <a:lnTo>
                  <a:pt x="727" y="1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2" name=""/>
          <p:cNvSpPr/>
          <p:nvPr/>
        </p:nvSpPr>
        <p:spPr>
          <a:xfrm>
            <a:off x="4057200" y="329976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9"/>
                </a:moveTo>
                <a:lnTo>
                  <a:pt x="719" y="0"/>
                </a:lnTo>
                <a:lnTo>
                  <a:pt x="719" y="1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3" name=""/>
          <p:cNvSpPr/>
          <p:nvPr/>
        </p:nvSpPr>
        <p:spPr>
          <a:xfrm>
            <a:off x="4060080" y="3300120"/>
            <a:ext cx="255960" cy="20880"/>
          </a:xfrm>
          <a:custGeom>
            <a:avLst/>
            <a:gdLst/>
            <a:ahLst/>
            <a:rect l="0" t="0" r="r" b="b"/>
            <a:pathLst>
              <a:path w="711" h="58">
                <a:moveTo>
                  <a:pt x="0" y="58"/>
                </a:moveTo>
                <a:lnTo>
                  <a:pt x="711" y="0"/>
                </a:lnTo>
                <a:lnTo>
                  <a:pt x="8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4" name=""/>
          <p:cNvSpPr/>
          <p:nvPr/>
        </p:nvSpPr>
        <p:spPr>
          <a:xfrm>
            <a:off x="4062960" y="3300120"/>
            <a:ext cx="253080" cy="20880"/>
          </a:xfrm>
          <a:custGeom>
            <a:avLst/>
            <a:gdLst/>
            <a:ahLst/>
            <a:rect l="0" t="0" r="r" b="b"/>
            <a:pathLst>
              <a:path w="703" h="58">
                <a:moveTo>
                  <a:pt x="0" y="58"/>
                </a:moveTo>
                <a:lnTo>
                  <a:pt x="703" y="0"/>
                </a:lnTo>
                <a:lnTo>
                  <a:pt x="703" y="1"/>
                </a:lnTo>
                <a:lnTo>
                  <a:pt x="9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5" name=""/>
          <p:cNvSpPr/>
          <p:nvPr/>
        </p:nvSpPr>
        <p:spPr>
          <a:xfrm>
            <a:off x="4066200" y="3300480"/>
            <a:ext cx="249840" cy="20520"/>
          </a:xfrm>
          <a:custGeom>
            <a:avLst/>
            <a:gdLst/>
            <a:ahLst/>
            <a:rect l="0" t="0" r="r" b="b"/>
            <a:pathLst>
              <a:path w="694" h="57">
                <a:moveTo>
                  <a:pt x="0" y="57"/>
                </a:moveTo>
                <a:lnTo>
                  <a:pt x="694" y="0"/>
                </a:lnTo>
                <a:lnTo>
                  <a:pt x="694" y="1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6" name=""/>
          <p:cNvSpPr/>
          <p:nvPr/>
        </p:nvSpPr>
        <p:spPr>
          <a:xfrm>
            <a:off x="4069080" y="3300840"/>
            <a:ext cx="246960" cy="20160"/>
          </a:xfrm>
          <a:custGeom>
            <a:avLst/>
            <a:gdLst/>
            <a:ahLst/>
            <a:rect l="0" t="0" r="r" b="b"/>
            <a:pathLst>
              <a:path w="686" h="56">
                <a:moveTo>
                  <a:pt x="0" y="56"/>
                </a:moveTo>
                <a:lnTo>
                  <a:pt x="686" y="0"/>
                </a:lnTo>
                <a:lnTo>
                  <a:pt x="8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7" name=""/>
          <p:cNvSpPr/>
          <p:nvPr/>
        </p:nvSpPr>
        <p:spPr>
          <a:xfrm>
            <a:off x="4071960" y="3300840"/>
            <a:ext cx="244080" cy="20160"/>
          </a:xfrm>
          <a:custGeom>
            <a:avLst/>
            <a:gdLst/>
            <a:ahLst/>
            <a:rect l="0" t="0" r="r" b="b"/>
            <a:pathLst>
              <a:path w="678" h="56">
                <a:moveTo>
                  <a:pt x="0" y="56"/>
                </a:moveTo>
                <a:lnTo>
                  <a:pt x="678" y="0"/>
                </a:lnTo>
                <a:lnTo>
                  <a:pt x="678" y="1"/>
                </a:lnTo>
                <a:lnTo>
                  <a:pt x="8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8" name=""/>
          <p:cNvSpPr/>
          <p:nvPr/>
        </p:nvSpPr>
        <p:spPr>
          <a:xfrm>
            <a:off x="4074840" y="3301200"/>
            <a:ext cx="241200" cy="19800"/>
          </a:xfrm>
          <a:custGeom>
            <a:avLst/>
            <a:gdLst/>
            <a:ahLst/>
            <a:rect l="0" t="0" r="r" b="b"/>
            <a:pathLst>
              <a:path w="670" h="55">
                <a:moveTo>
                  <a:pt x="0" y="55"/>
                </a:moveTo>
                <a:lnTo>
                  <a:pt x="670" y="0"/>
                </a:lnTo>
                <a:lnTo>
                  <a:pt x="670" y="1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39" name=""/>
          <p:cNvSpPr/>
          <p:nvPr/>
        </p:nvSpPr>
        <p:spPr>
          <a:xfrm>
            <a:off x="4077720" y="3301560"/>
            <a:ext cx="238320" cy="19440"/>
          </a:xfrm>
          <a:custGeom>
            <a:avLst/>
            <a:gdLst/>
            <a:ahLst/>
            <a:rect l="0" t="0" r="r" b="b"/>
            <a:pathLst>
              <a:path w="662" h="54">
                <a:moveTo>
                  <a:pt x="0" y="54"/>
                </a:moveTo>
                <a:lnTo>
                  <a:pt x="662" y="0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0" name=""/>
          <p:cNvSpPr/>
          <p:nvPr/>
        </p:nvSpPr>
        <p:spPr>
          <a:xfrm>
            <a:off x="4080600" y="3301560"/>
            <a:ext cx="235440" cy="19440"/>
          </a:xfrm>
          <a:custGeom>
            <a:avLst/>
            <a:gdLst/>
            <a:ahLst/>
            <a:rect l="0" t="0" r="r" b="b"/>
            <a:pathLst>
              <a:path w="654" h="54">
                <a:moveTo>
                  <a:pt x="0" y="54"/>
                </a:moveTo>
                <a:lnTo>
                  <a:pt x="654" y="0"/>
                </a:lnTo>
                <a:lnTo>
                  <a:pt x="654" y="1"/>
                </a:lnTo>
                <a:lnTo>
                  <a:pt x="9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1" name=""/>
          <p:cNvSpPr/>
          <p:nvPr/>
        </p:nvSpPr>
        <p:spPr>
          <a:xfrm>
            <a:off x="4083840" y="3301920"/>
            <a:ext cx="232200" cy="19080"/>
          </a:xfrm>
          <a:custGeom>
            <a:avLst/>
            <a:gdLst/>
            <a:ahLst/>
            <a:rect l="0" t="0" r="r" b="b"/>
            <a:pathLst>
              <a:path w="645" h="53">
                <a:moveTo>
                  <a:pt x="0" y="53"/>
                </a:moveTo>
                <a:lnTo>
                  <a:pt x="645" y="0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2" name=""/>
          <p:cNvSpPr/>
          <p:nvPr/>
        </p:nvSpPr>
        <p:spPr>
          <a:xfrm>
            <a:off x="4086720" y="3301920"/>
            <a:ext cx="229320" cy="19080"/>
          </a:xfrm>
          <a:custGeom>
            <a:avLst/>
            <a:gdLst/>
            <a:ahLst/>
            <a:rect l="0" t="0" r="r" b="b"/>
            <a:pathLst>
              <a:path w="637" h="53">
                <a:moveTo>
                  <a:pt x="0" y="53"/>
                </a:moveTo>
                <a:lnTo>
                  <a:pt x="637" y="0"/>
                </a:lnTo>
                <a:lnTo>
                  <a:pt x="637" y="1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3" name=""/>
          <p:cNvSpPr/>
          <p:nvPr/>
        </p:nvSpPr>
        <p:spPr>
          <a:xfrm>
            <a:off x="4089600" y="3302280"/>
            <a:ext cx="226440" cy="18720"/>
          </a:xfrm>
          <a:custGeom>
            <a:avLst/>
            <a:gdLst/>
            <a:ahLst/>
            <a:rect l="0" t="0" r="r" b="b"/>
            <a:pathLst>
              <a:path w="629" h="52">
                <a:moveTo>
                  <a:pt x="0" y="52"/>
                </a:moveTo>
                <a:lnTo>
                  <a:pt x="629" y="0"/>
                </a:lnTo>
                <a:lnTo>
                  <a:pt x="629" y="1"/>
                </a:lnTo>
                <a:lnTo>
                  <a:pt x="8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4" name=""/>
          <p:cNvSpPr/>
          <p:nvPr/>
        </p:nvSpPr>
        <p:spPr>
          <a:xfrm>
            <a:off x="4092480" y="3302640"/>
            <a:ext cx="223560" cy="18360"/>
          </a:xfrm>
          <a:custGeom>
            <a:avLst/>
            <a:gdLst/>
            <a:ahLst/>
            <a:rect l="0" t="0" r="r" b="b"/>
            <a:pathLst>
              <a:path w="621" h="51">
                <a:moveTo>
                  <a:pt x="0" y="51"/>
                </a:moveTo>
                <a:lnTo>
                  <a:pt x="621" y="0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5" name=""/>
          <p:cNvSpPr/>
          <p:nvPr/>
        </p:nvSpPr>
        <p:spPr>
          <a:xfrm>
            <a:off x="4095360" y="3302640"/>
            <a:ext cx="220680" cy="18360"/>
          </a:xfrm>
          <a:custGeom>
            <a:avLst/>
            <a:gdLst/>
            <a:ahLst/>
            <a:rect l="0" t="0" r="r" b="b"/>
            <a:pathLst>
              <a:path w="613" h="51">
                <a:moveTo>
                  <a:pt x="0" y="51"/>
                </a:moveTo>
                <a:lnTo>
                  <a:pt x="613" y="0"/>
                </a:lnTo>
                <a:lnTo>
                  <a:pt x="613" y="1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6" name=""/>
          <p:cNvSpPr/>
          <p:nvPr/>
        </p:nvSpPr>
        <p:spPr>
          <a:xfrm>
            <a:off x="4098240" y="3303000"/>
            <a:ext cx="217800" cy="18000"/>
          </a:xfrm>
          <a:custGeom>
            <a:avLst/>
            <a:gdLst/>
            <a:ahLst/>
            <a:rect l="0" t="0" r="r" b="b"/>
            <a:pathLst>
              <a:path w="605" h="50">
                <a:moveTo>
                  <a:pt x="0" y="50"/>
                </a:moveTo>
                <a:lnTo>
                  <a:pt x="605" y="0"/>
                </a:lnTo>
                <a:lnTo>
                  <a:pt x="605" y="1"/>
                </a:lnTo>
                <a:lnTo>
                  <a:pt x="9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7" name=""/>
          <p:cNvSpPr/>
          <p:nvPr/>
        </p:nvSpPr>
        <p:spPr>
          <a:xfrm>
            <a:off x="4101480" y="3303360"/>
            <a:ext cx="214560" cy="17640"/>
          </a:xfrm>
          <a:custGeom>
            <a:avLst/>
            <a:gdLst/>
            <a:ahLst/>
            <a:rect l="0" t="0" r="r" b="b"/>
            <a:pathLst>
              <a:path w="596" h="49">
                <a:moveTo>
                  <a:pt x="0" y="49"/>
                </a:moveTo>
                <a:lnTo>
                  <a:pt x="596" y="0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8" name=""/>
          <p:cNvSpPr/>
          <p:nvPr/>
        </p:nvSpPr>
        <p:spPr>
          <a:xfrm>
            <a:off x="4104360" y="3303360"/>
            <a:ext cx="211680" cy="17640"/>
          </a:xfrm>
          <a:custGeom>
            <a:avLst/>
            <a:gdLst/>
            <a:ahLst/>
            <a:rect l="0" t="0" r="r" b="b"/>
            <a:pathLst>
              <a:path w="588" h="49">
                <a:moveTo>
                  <a:pt x="0" y="49"/>
                </a:moveTo>
                <a:lnTo>
                  <a:pt x="588" y="0"/>
                </a:lnTo>
                <a:lnTo>
                  <a:pt x="588" y="1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49" name=""/>
          <p:cNvSpPr/>
          <p:nvPr/>
        </p:nvSpPr>
        <p:spPr>
          <a:xfrm>
            <a:off x="4107240" y="3303720"/>
            <a:ext cx="208800" cy="17280"/>
          </a:xfrm>
          <a:custGeom>
            <a:avLst/>
            <a:gdLst/>
            <a:ahLst/>
            <a:rect l="0" t="0" r="r" b="b"/>
            <a:pathLst>
              <a:path w="580" h="48">
                <a:moveTo>
                  <a:pt x="0" y="48"/>
                </a:moveTo>
                <a:lnTo>
                  <a:pt x="580" y="0"/>
                </a:lnTo>
                <a:lnTo>
                  <a:pt x="580" y="1"/>
                </a:lnTo>
                <a:lnTo>
                  <a:pt x="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0" name=""/>
          <p:cNvSpPr/>
          <p:nvPr/>
        </p:nvSpPr>
        <p:spPr>
          <a:xfrm>
            <a:off x="4110120" y="3304080"/>
            <a:ext cx="205920" cy="16920"/>
          </a:xfrm>
          <a:custGeom>
            <a:avLst/>
            <a:gdLst/>
            <a:ahLst/>
            <a:rect l="0" t="0" r="r" b="b"/>
            <a:pathLst>
              <a:path w="572" h="47">
                <a:moveTo>
                  <a:pt x="0" y="47"/>
                </a:moveTo>
                <a:lnTo>
                  <a:pt x="572" y="0"/>
                </a:lnTo>
                <a:lnTo>
                  <a:pt x="8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1" name=""/>
          <p:cNvSpPr/>
          <p:nvPr/>
        </p:nvSpPr>
        <p:spPr>
          <a:xfrm>
            <a:off x="4113000" y="3304080"/>
            <a:ext cx="203040" cy="16920"/>
          </a:xfrm>
          <a:custGeom>
            <a:avLst/>
            <a:gdLst/>
            <a:ahLst/>
            <a:rect l="0" t="0" r="r" b="b"/>
            <a:pathLst>
              <a:path w="564" h="47">
                <a:moveTo>
                  <a:pt x="0" y="47"/>
                </a:moveTo>
                <a:lnTo>
                  <a:pt x="564" y="0"/>
                </a:lnTo>
                <a:lnTo>
                  <a:pt x="564" y="1"/>
                </a:lnTo>
                <a:lnTo>
                  <a:pt x="8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2" name=""/>
          <p:cNvSpPr/>
          <p:nvPr/>
        </p:nvSpPr>
        <p:spPr>
          <a:xfrm>
            <a:off x="4115880" y="3304440"/>
            <a:ext cx="200160" cy="16560"/>
          </a:xfrm>
          <a:custGeom>
            <a:avLst/>
            <a:gdLst/>
            <a:ahLst/>
            <a:rect l="0" t="0" r="r" b="b"/>
            <a:pathLst>
              <a:path w="556" h="46">
                <a:moveTo>
                  <a:pt x="0" y="46"/>
                </a:moveTo>
                <a:lnTo>
                  <a:pt x="556" y="0"/>
                </a:lnTo>
                <a:lnTo>
                  <a:pt x="556" y="1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3" name=""/>
          <p:cNvSpPr/>
          <p:nvPr/>
        </p:nvSpPr>
        <p:spPr>
          <a:xfrm>
            <a:off x="4118760" y="3304800"/>
            <a:ext cx="197280" cy="16200"/>
          </a:xfrm>
          <a:custGeom>
            <a:avLst/>
            <a:gdLst/>
            <a:ahLst/>
            <a:rect l="0" t="0" r="r" b="b"/>
            <a:pathLst>
              <a:path w="548" h="45">
                <a:moveTo>
                  <a:pt x="0" y="45"/>
                </a:moveTo>
                <a:lnTo>
                  <a:pt x="548" y="0"/>
                </a:lnTo>
                <a:lnTo>
                  <a:pt x="9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4" name=""/>
          <p:cNvSpPr/>
          <p:nvPr/>
        </p:nvSpPr>
        <p:spPr>
          <a:xfrm>
            <a:off x="4122000" y="3304800"/>
            <a:ext cx="194040" cy="16560"/>
          </a:xfrm>
          <a:custGeom>
            <a:avLst/>
            <a:gdLst/>
            <a:ahLst/>
            <a:rect l="0" t="0" r="r" b="b"/>
            <a:pathLst>
              <a:path w="539" h="46">
                <a:moveTo>
                  <a:pt x="0" y="46"/>
                </a:moveTo>
                <a:lnTo>
                  <a:pt x="539" y="0"/>
                </a:lnTo>
                <a:lnTo>
                  <a:pt x="539" y="2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5" name=""/>
          <p:cNvSpPr/>
          <p:nvPr/>
        </p:nvSpPr>
        <p:spPr>
          <a:xfrm>
            <a:off x="4124880" y="3305160"/>
            <a:ext cx="191160" cy="15840"/>
          </a:xfrm>
          <a:custGeom>
            <a:avLst/>
            <a:gdLst/>
            <a:ahLst/>
            <a:rect l="0" t="0" r="r" b="b"/>
            <a:pathLst>
              <a:path w="531" h="44">
                <a:moveTo>
                  <a:pt x="0" y="44"/>
                </a:moveTo>
                <a:lnTo>
                  <a:pt x="531" y="0"/>
                </a:lnTo>
                <a:lnTo>
                  <a:pt x="531" y="1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6" name=""/>
          <p:cNvSpPr/>
          <p:nvPr/>
        </p:nvSpPr>
        <p:spPr>
          <a:xfrm>
            <a:off x="4127760" y="3305520"/>
            <a:ext cx="188280" cy="15480"/>
          </a:xfrm>
          <a:custGeom>
            <a:avLst/>
            <a:gdLst/>
            <a:ahLst/>
            <a:rect l="0" t="0" r="r" b="b"/>
            <a:pathLst>
              <a:path w="523" h="43">
                <a:moveTo>
                  <a:pt x="0" y="43"/>
                </a:moveTo>
                <a:lnTo>
                  <a:pt x="523" y="0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7" name=""/>
          <p:cNvSpPr/>
          <p:nvPr/>
        </p:nvSpPr>
        <p:spPr>
          <a:xfrm>
            <a:off x="4130640" y="3305520"/>
            <a:ext cx="185400" cy="15480"/>
          </a:xfrm>
          <a:custGeom>
            <a:avLst/>
            <a:gdLst/>
            <a:ahLst/>
            <a:rect l="0" t="0" r="r" b="b"/>
            <a:pathLst>
              <a:path w="515" h="43">
                <a:moveTo>
                  <a:pt x="0" y="43"/>
                </a:moveTo>
                <a:lnTo>
                  <a:pt x="515" y="0"/>
                </a:lnTo>
                <a:lnTo>
                  <a:pt x="515" y="1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8" name=""/>
          <p:cNvSpPr/>
          <p:nvPr/>
        </p:nvSpPr>
        <p:spPr>
          <a:xfrm>
            <a:off x="4133520" y="3305880"/>
            <a:ext cx="182520" cy="15120"/>
          </a:xfrm>
          <a:custGeom>
            <a:avLst/>
            <a:gdLst/>
            <a:ahLst/>
            <a:rect l="0" t="0" r="r" b="b"/>
            <a:pathLst>
              <a:path w="507" h="42">
                <a:moveTo>
                  <a:pt x="0" y="42"/>
                </a:moveTo>
                <a:lnTo>
                  <a:pt x="507" y="0"/>
                </a:lnTo>
                <a:lnTo>
                  <a:pt x="507" y="1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59" name=""/>
          <p:cNvSpPr/>
          <p:nvPr/>
        </p:nvSpPr>
        <p:spPr>
          <a:xfrm>
            <a:off x="4136400" y="3306240"/>
            <a:ext cx="179640" cy="14760"/>
          </a:xfrm>
          <a:custGeom>
            <a:avLst/>
            <a:gdLst/>
            <a:ahLst/>
            <a:rect l="0" t="0" r="r" b="b"/>
            <a:pathLst>
              <a:path w="499" h="41">
                <a:moveTo>
                  <a:pt x="0" y="41"/>
                </a:moveTo>
                <a:lnTo>
                  <a:pt x="499" y="0"/>
                </a:lnTo>
                <a:lnTo>
                  <a:pt x="9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0" name=""/>
          <p:cNvSpPr/>
          <p:nvPr/>
        </p:nvSpPr>
        <p:spPr>
          <a:xfrm>
            <a:off x="4139640" y="3306240"/>
            <a:ext cx="176400" cy="15120"/>
          </a:xfrm>
          <a:custGeom>
            <a:avLst/>
            <a:gdLst/>
            <a:ahLst/>
            <a:rect l="0" t="0" r="r" b="b"/>
            <a:pathLst>
              <a:path w="490" h="42">
                <a:moveTo>
                  <a:pt x="0" y="42"/>
                </a:moveTo>
                <a:lnTo>
                  <a:pt x="490" y="0"/>
                </a:lnTo>
                <a:lnTo>
                  <a:pt x="490" y="2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1" name=""/>
          <p:cNvSpPr/>
          <p:nvPr/>
        </p:nvSpPr>
        <p:spPr>
          <a:xfrm>
            <a:off x="4142520" y="3306600"/>
            <a:ext cx="173520" cy="14400"/>
          </a:xfrm>
          <a:custGeom>
            <a:avLst/>
            <a:gdLst/>
            <a:ahLst/>
            <a:rect l="0" t="0" r="r" b="b"/>
            <a:pathLst>
              <a:path w="482" h="40">
                <a:moveTo>
                  <a:pt x="0" y="40"/>
                </a:moveTo>
                <a:lnTo>
                  <a:pt x="482" y="0"/>
                </a:lnTo>
                <a:lnTo>
                  <a:pt x="482" y="1"/>
                </a:lnTo>
                <a:lnTo>
                  <a:pt x="8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2" name=""/>
          <p:cNvSpPr/>
          <p:nvPr/>
        </p:nvSpPr>
        <p:spPr>
          <a:xfrm>
            <a:off x="4145400" y="3306960"/>
            <a:ext cx="170640" cy="14040"/>
          </a:xfrm>
          <a:custGeom>
            <a:avLst/>
            <a:gdLst/>
            <a:ahLst/>
            <a:rect l="0" t="0" r="r" b="b"/>
            <a:pathLst>
              <a:path w="474" h="39">
                <a:moveTo>
                  <a:pt x="0" y="39"/>
                </a:moveTo>
                <a:lnTo>
                  <a:pt x="474" y="0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3" name=""/>
          <p:cNvSpPr/>
          <p:nvPr/>
        </p:nvSpPr>
        <p:spPr>
          <a:xfrm>
            <a:off x="4148280" y="3306960"/>
            <a:ext cx="167760" cy="14040"/>
          </a:xfrm>
          <a:custGeom>
            <a:avLst/>
            <a:gdLst/>
            <a:ahLst/>
            <a:rect l="0" t="0" r="r" b="b"/>
            <a:pathLst>
              <a:path w="466" h="39">
                <a:moveTo>
                  <a:pt x="0" y="39"/>
                </a:moveTo>
                <a:lnTo>
                  <a:pt x="466" y="0"/>
                </a:lnTo>
                <a:lnTo>
                  <a:pt x="466" y="1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4" name=""/>
          <p:cNvSpPr/>
          <p:nvPr/>
        </p:nvSpPr>
        <p:spPr>
          <a:xfrm>
            <a:off x="4151160" y="3307320"/>
            <a:ext cx="164880" cy="13680"/>
          </a:xfrm>
          <a:custGeom>
            <a:avLst/>
            <a:gdLst/>
            <a:ahLst/>
            <a:rect l="0" t="0" r="r" b="b"/>
            <a:pathLst>
              <a:path w="458" h="38">
                <a:moveTo>
                  <a:pt x="0" y="38"/>
                </a:moveTo>
                <a:lnTo>
                  <a:pt x="458" y="0"/>
                </a:lnTo>
                <a:lnTo>
                  <a:pt x="458" y="1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5" name=""/>
          <p:cNvSpPr/>
          <p:nvPr/>
        </p:nvSpPr>
        <p:spPr>
          <a:xfrm>
            <a:off x="4154040" y="3307680"/>
            <a:ext cx="162000" cy="13320"/>
          </a:xfrm>
          <a:custGeom>
            <a:avLst/>
            <a:gdLst/>
            <a:ahLst/>
            <a:rect l="0" t="0" r="r" b="b"/>
            <a:pathLst>
              <a:path w="450" h="37">
                <a:moveTo>
                  <a:pt x="0" y="37"/>
                </a:moveTo>
                <a:lnTo>
                  <a:pt x="450" y="0"/>
                </a:lnTo>
                <a:lnTo>
                  <a:pt x="9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6" name=""/>
          <p:cNvSpPr/>
          <p:nvPr/>
        </p:nvSpPr>
        <p:spPr>
          <a:xfrm>
            <a:off x="4157280" y="3307680"/>
            <a:ext cx="158760" cy="13320"/>
          </a:xfrm>
          <a:custGeom>
            <a:avLst/>
            <a:gdLst/>
            <a:ahLst/>
            <a:rect l="0" t="0" r="r" b="b"/>
            <a:pathLst>
              <a:path w="441" h="37">
                <a:moveTo>
                  <a:pt x="0" y="37"/>
                </a:moveTo>
                <a:lnTo>
                  <a:pt x="441" y="0"/>
                </a:lnTo>
                <a:lnTo>
                  <a:pt x="441" y="1"/>
                </a:lnTo>
                <a:lnTo>
                  <a:pt x="8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7" name=""/>
          <p:cNvSpPr/>
          <p:nvPr/>
        </p:nvSpPr>
        <p:spPr>
          <a:xfrm>
            <a:off x="4160160" y="3308040"/>
            <a:ext cx="155880" cy="12960"/>
          </a:xfrm>
          <a:custGeom>
            <a:avLst/>
            <a:gdLst/>
            <a:ahLst/>
            <a:rect l="0" t="0" r="r" b="b"/>
            <a:pathLst>
              <a:path w="433" h="36">
                <a:moveTo>
                  <a:pt x="0" y="36"/>
                </a:moveTo>
                <a:lnTo>
                  <a:pt x="433" y="0"/>
                </a:lnTo>
                <a:lnTo>
                  <a:pt x="433" y="1"/>
                </a:lnTo>
                <a:lnTo>
                  <a:pt x="8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8" name=""/>
          <p:cNvSpPr/>
          <p:nvPr/>
        </p:nvSpPr>
        <p:spPr>
          <a:xfrm>
            <a:off x="4163040" y="3308400"/>
            <a:ext cx="153000" cy="12600"/>
          </a:xfrm>
          <a:custGeom>
            <a:avLst/>
            <a:gdLst/>
            <a:ahLst/>
            <a:rect l="0" t="0" r="r" b="b"/>
            <a:pathLst>
              <a:path w="425" h="35">
                <a:moveTo>
                  <a:pt x="0" y="35"/>
                </a:moveTo>
                <a:lnTo>
                  <a:pt x="425" y="0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69" name=""/>
          <p:cNvSpPr/>
          <p:nvPr/>
        </p:nvSpPr>
        <p:spPr>
          <a:xfrm>
            <a:off x="4165920" y="3308400"/>
            <a:ext cx="150120" cy="12960"/>
          </a:xfrm>
          <a:custGeom>
            <a:avLst/>
            <a:gdLst/>
            <a:ahLst/>
            <a:rect l="0" t="0" r="r" b="b"/>
            <a:pathLst>
              <a:path w="417" h="36">
                <a:moveTo>
                  <a:pt x="0" y="36"/>
                </a:moveTo>
                <a:lnTo>
                  <a:pt x="417" y="0"/>
                </a:lnTo>
                <a:lnTo>
                  <a:pt x="417" y="2"/>
                </a:lnTo>
                <a:lnTo>
                  <a:pt x="8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0" name=""/>
          <p:cNvSpPr/>
          <p:nvPr/>
        </p:nvSpPr>
        <p:spPr>
          <a:xfrm>
            <a:off x="4168800" y="330876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4"/>
                </a:moveTo>
                <a:lnTo>
                  <a:pt x="409" y="0"/>
                </a:lnTo>
                <a:lnTo>
                  <a:pt x="409" y="1"/>
                </a:lnTo>
                <a:lnTo>
                  <a:pt x="8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1" name=""/>
          <p:cNvSpPr/>
          <p:nvPr/>
        </p:nvSpPr>
        <p:spPr>
          <a:xfrm>
            <a:off x="4171680" y="3309120"/>
            <a:ext cx="144360" cy="11880"/>
          </a:xfrm>
          <a:custGeom>
            <a:avLst/>
            <a:gdLst/>
            <a:ahLst/>
            <a:rect l="0" t="0" r="r" b="b"/>
            <a:pathLst>
              <a:path w="401" h="33">
                <a:moveTo>
                  <a:pt x="0" y="33"/>
                </a:moveTo>
                <a:lnTo>
                  <a:pt x="401" y="0"/>
                </a:lnTo>
                <a:lnTo>
                  <a:pt x="9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2" name=""/>
          <p:cNvSpPr/>
          <p:nvPr/>
        </p:nvSpPr>
        <p:spPr>
          <a:xfrm>
            <a:off x="4174920" y="3309120"/>
            <a:ext cx="141120" cy="11880"/>
          </a:xfrm>
          <a:custGeom>
            <a:avLst/>
            <a:gdLst/>
            <a:ahLst/>
            <a:rect l="0" t="0" r="r" b="b"/>
            <a:pathLst>
              <a:path w="392" h="33">
                <a:moveTo>
                  <a:pt x="0" y="33"/>
                </a:moveTo>
                <a:lnTo>
                  <a:pt x="392" y="0"/>
                </a:lnTo>
                <a:lnTo>
                  <a:pt x="392" y="1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3" name=""/>
          <p:cNvSpPr/>
          <p:nvPr/>
        </p:nvSpPr>
        <p:spPr>
          <a:xfrm>
            <a:off x="4177800" y="3309480"/>
            <a:ext cx="138240" cy="11520"/>
          </a:xfrm>
          <a:custGeom>
            <a:avLst/>
            <a:gdLst/>
            <a:ahLst/>
            <a:rect l="0" t="0" r="r" b="b"/>
            <a:pathLst>
              <a:path w="384" h="32">
                <a:moveTo>
                  <a:pt x="0" y="32"/>
                </a:moveTo>
                <a:lnTo>
                  <a:pt x="384" y="0"/>
                </a:lnTo>
                <a:lnTo>
                  <a:pt x="384" y="1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4" name=""/>
          <p:cNvSpPr/>
          <p:nvPr/>
        </p:nvSpPr>
        <p:spPr>
          <a:xfrm>
            <a:off x="4180680" y="3309840"/>
            <a:ext cx="135360" cy="11160"/>
          </a:xfrm>
          <a:custGeom>
            <a:avLst/>
            <a:gdLst/>
            <a:ahLst/>
            <a:rect l="0" t="0" r="r" b="b"/>
            <a:pathLst>
              <a:path w="376" h="31">
                <a:moveTo>
                  <a:pt x="0" y="31"/>
                </a:moveTo>
                <a:lnTo>
                  <a:pt x="376" y="0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5" name=""/>
          <p:cNvSpPr/>
          <p:nvPr/>
        </p:nvSpPr>
        <p:spPr>
          <a:xfrm>
            <a:off x="4183560" y="3309840"/>
            <a:ext cx="132480" cy="11160"/>
          </a:xfrm>
          <a:custGeom>
            <a:avLst/>
            <a:gdLst/>
            <a:ahLst/>
            <a:rect l="0" t="0" r="r" b="b"/>
            <a:pathLst>
              <a:path w="368" h="31">
                <a:moveTo>
                  <a:pt x="0" y="31"/>
                </a:moveTo>
                <a:lnTo>
                  <a:pt x="368" y="0"/>
                </a:lnTo>
                <a:lnTo>
                  <a:pt x="368" y="1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6" name=""/>
          <p:cNvSpPr/>
          <p:nvPr/>
        </p:nvSpPr>
        <p:spPr>
          <a:xfrm>
            <a:off x="4186440" y="331020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60" y="0"/>
                </a:lnTo>
                <a:lnTo>
                  <a:pt x="360" y="1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7" name=""/>
          <p:cNvSpPr/>
          <p:nvPr/>
        </p:nvSpPr>
        <p:spPr>
          <a:xfrm>
            <a:off x="4189320" y="3310560"/>
            <a:ext cx="126720" cy="10440"/>
          </a:xfrm>
          <a:custGeom>
            <a:avLst/>
            <a:gdLst/>
            <a:ahLst/>
            <a:rect l="0" t="0" r="r" b="b"/>
            <a:pathLst>
              <a:path w="352" h="29">
                <a:moveTo>
                  <a:pt x="0" y="29"/>
                </a:moveTo>
                <a:lnTo>
                  <a:pt x="352" y="0"/>
                </a:lnTo>
                <a:lnTo>
                  <a:pt x="9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8" name=""/>
          <p:cNvSpPr/>
          <p:nvPr/>
        </p:nvSpPr>
        <p:spPr>
          <a:xfrm>
            <a:off x="4192560" y="3310560"/>
            <a:ext cx="123480" cy="10440"/>
          </a:xfrm>
          <a:custGeom>
            <a:avLst/>
            <a:gdLst/>
            <a:ahLst/>
            <a:rect l="0" t="0" r="r" b="b"/>
            <a:pathLst>
              <a:path w="343" h="29">
                <a:moveTo>
                  <a:pt x="0" y="29"/>
                </a:moveTo>
                <a:lnTo>
                  <a:pt x="343" y="0"/>
                </a:lnTo>
                <a:lnTo>
                  <a:pt x="343" y="1"/>
                </a:lnTo>
                <a:lnTo>
                  <a:pt x="8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79" name=""/>
          <p:cNvSpPr/>
          <p:nvPr/>
        </p:nvSpPr>
        <p:spPr>
          <a:xfrm>
            <a:off x="4195440" y="331092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335" y="1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0" name=""/>
          <p:cNvSpPr/>
          <p:nvPr/>
        </p:nvSpPr>
        <p:spPr>
          <a:xfrm>
            <a:off x="4198320" y="3311280"/>
            <a:ext cx="117720" cy="9720"/>
          </a:xfrm>
          <a:custGeom>
            <a:avLst/>
            <a:gdLst/>
            <a:ahLst/>
            <a:rect l="0" t="0" r="r" b="b"/>
            <a:pathLst>
              <a:path w="327" h="27">
                <a:moveTo>
                  <a:pt x="0" y="27"/>
                </a:moveTo>
                <a:lnTo>
                  <a:pt x="327" y="0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1" name=""/>
          <p:cNvSpPr/>
          <p:nvPr/>
        </p:nvSpPr>
        <p:spPr>
          <a:xfrm>
            <a:off x="4201200" y="3311280"/>
            <a:ext cx="114840" cy="9720"/>
          </a:xfrm>
          <a:custGeom>
            <a:avLst/>
            <a:gdLst/>
            <a:ahLst/>
            <a:rect l="0" t="0" r="r" b="b"/>
            <a:pathLst>
              <a:path w="319" h="27">
                <a:moveTo>
                  <a:pt x="0" y="27"/>
                </a:moveTo>
                <a:lnTo>
                  <a:pt x="319" y="0"/>
                </a:lnTo>
                <a:lnTo>
                  <a:pt x="319" y="1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2" name=""/>
          <p:cNvSpPr/>
          <p:nvPr/>
        </p:nvSpPr>
        <p:spPr>
          <a:xfrm>
            <a:off x="4204080" y="3311640"/>
            <a:ext cx="111960" cy="9360"/>
          </a:xfrm>
          <a:custGeom>
            <a:avLst/>
            <a:gdLst/>
            <a:ahLst/>
            <a:rect l="0" t="0" r="r" b="b"/>
            <a:pathLst>
              <a:path w="311" h="26">
                <a:moveTo>
                  <a:pt x="0" y="26"/>
                </a:moveTo>
                <a:lnTo>
                  <a:pt x="311" y="0"/>
                </a:lnTo>
                <a:lnTo>
                  <a:pt x="311" y="1"/>
                </a:lnTo>
                <a:lnTo>
                  <a:pt x="8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3" name=""/>
          <p:cNvSpPr/>
          <p:nvPr/>
        </p:nvSpPr>
        <p:spPr>
          <a:xfrm>
            <a:off x="4206960" y="3312000"/>
            <a:ext cx="109080" cy="9000"/>
          </a:xfrm>
          <a:custGeom>
            <a:avLst/>
            <a:gdLst/>
            <a:ahLst/>
            <a:rect l="0" t="0" r="r" b="b"/>
            <a:pathLst>
              <a:path w="303" h="25">
                <a:moveTo>
                  <a:pt x="0" y="25"/>
                </a:moveTo>
                <a:lnTo>
                  <a:pt x="303" y="0"/>
                </a:lnTo>
                <a:lnTo>
                  <a:pt x="8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4" name=""/>
          <p:cNvSpPr/>
          <p:nvPr/>
        </p:nvSpPr>
        <p:spPr>
          <a:xfrm>
            <a:off x="4209840" y="3312000"/>
            <a:ext cx="106200" cy="9000"/>
          </a:xfrm>
          <a:custGeom>
            <a:avLst/>
            <a:gdLst/>
            <a:ahLst/>
            <a:rect l="0" t="0" r="r" b="b"/>
            <a:pathLst>
              <a:path w="295" h="25">
                <a:moveTo>
                  <a:pt x="0" y="25"/>
                </a:moveTo>
                <a:lnTo>
                  <a:pt x="295" y="0"/>
                </a:lnTo>
                <a:lnTo>
                  <a:pt x="295" y="1"/>
                </a:lnTo>
                <a:lnTo>
                  <a:pt x="9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5" name=""/>
          <p:cNvSpPr/>
          <p:nvPr/>
        </p:nvSpPr>
        <p:spPr>
          <a:xfrm>
            <a:off x="4213080" y="331236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4"/>
                </a:moveTo>
                <a:lnTo>
                  <a:pt x="286" y="0"/>
                </a:lnTo>
                <a:lnTo>
                  <a:pt x="286" y="1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6" name=""/>
          <p:cNvSpPr/>
          <p:nvPr/>
        </p:nvSpPr>
        <p:spPr>
          <a:xfrm>
            <a:off x="4215960" y="3312720"/>
            <a:ext cx="100080" cy="8280"/>
          </a:xfrm>
          <a:custGeom>
            <a:avLst/>
            <a:gdLst/>
            <a:ahLst/>
            <a:rect l="0" t="0" r="r" b="b"/>
            <a:pathLst>
              <a:path w="278" h="23">
                <a:moveTo>
                  <a:pt x="0" y="23"/>
                </a:moveTo>
                <a:lnTo>
                  <a:pt x="278" y="0"/>
                </a:lnTo>
                <a:lnTo>
                  <a:pt x="8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7" name=""/>
          <p:cNvSpPr/>
          <p:nvPr/>
        </p:nvSpPr>
        <p:spPr>
          <a:xfrm>
            <a:off x="4218840" y="3312720"/>
            <a:ext cx="97200" cy="8280"/>
          </a:xfrm>
          <a:custGeom>
            <a:avLst/>
            <a:gdLst/>
            <a:ahLst/>
            <a:rect l="0" t="0" r="r" b="b"/>
            <a:pathLst>
              <a:path w="270" h="23">
                <a:moveTo>
                  <a:pt x="0" y="23"/>
                </a:moveTo>
                <a:lnTo>
                  <a:pt x="270" y="0"/>
                </a:lnTo>
                <a:lnTo>
                  <a:pt x="270" y="1"/>
                </a:lnTo>
                <a:lnTo>
                  <a:pt x="8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8" name=""/>
          <p:cNvSpPr/>
          <p:nvPr/>
        </p:nvSpPr>
        <p:spPr>
          <a:xfrm>
            <a:off x="4221720" y="3313080"/>
            <a:ext cx="94320" cy="7920"/>
          </a:xfrm>
          <a:custGeom>
            <a:avLst/>
            <a:gdLst/>
            <a:ahLst/>
            <a:rect l="0" t="0" r="r" b="b"/>
            <a:pathLst>
              <a:path w="262" h="22">
                <a:moveTo>
                  <a:pt x="0" y="22"/>
                </a:moveTo>
                <a:lnTo>
                  <a:pt x="262" y="0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89" name=""/>
          <p:cNvSpPr/>
          <p:nvPr/>
        </p:nvSpPr>
        <p:spPr>
          <a:xfrm>
            <a:off x="4224600" y="3313080"/>
            <a:ext cx="91440" cy="7920"/>
          </a:xfrm>
          <a:custGeom>
            <a:avLst/>
            <a:gdLst/>
            <a:ahLst/>
            <a:rect l="0" t="0" r="r" b="b"/>
            <a:pathLst>
              <a:path w="254" h="22">
                <a:moveTo>
                  <a:pt x="0" y="22"/>
                </a:moveTo>
                <a:lnTo>
                  <a:pt x="254" y="0"/>
                </a:lnTo>
                <a:lnTo>
                  <a:pt x="254" y="1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90" name=""/>
          <p:cNvSpPr/>
          <p:nvPr/>
        </p:nvSpPr>
        <p:spPr>
          <a:xfrm>
            <a:off x="4227480" y="3313440"/>
            <a:ext cx="88560" cy="7560"/>
          </a:xfrm>
          <a:custGeom>
            <a:avLst/>
            <a:gdLst/>
            <a:ahLst/>
            <a:rect l="0" t="0" r="r" b="b"/>
            <a:pathLst>
              <a:path w="246" h="21">
                <a:moveTo>
                  <a:pt x="0" y="21"/>
                </a:moveTo>
                <a:lnTo>
                  <a:pt x="246" y="0"/>
                </a:lnTo>
                <a:lnTo>
                  <a:pt x="246" y="1"/>
                </a:lnTo>
                <a:lnTo>
                  <a:pt x="9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91" name=""/>
          <p:cNvSpPr/>
          <p:nvPr/>
        </p:nvSpPr>
        <p:spPr>
          <a:xfrm>
            <a:off x="4230720" y="3313800"/>
            <a:ext cx="85320" cy="7200"/>
          </a:xfrm>
          <a:custGeom>
            <a:avLst/>
            <a:gdLst/>
            <a:ahLst/>
            <a:rect l="0" t="0" r="r" b="b"/>
            <a:pathLst>
              <a:path w="237" h="20">
                <a:moveTo>
                  <a:pt x="0" y="20"/>
                </a:moveTo>
                <a:lnTo>
                  <a:pt x="237" y="0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92" name=""/>
          <p:cNvSpPr/>
          <p:nvPr/>
        </p:nvSpPr>
        <p:spPr>
          <a:xfrm>
            <a:off x="4233600" y="3313800"/>
            <a:ext cx="82440" cy="7200"/>
          </a:xfrm>
          <a:custGeom>
            <a:avLst/>
            <a:gdLst/>
            <a:ahLst/>
            <a:rect l="0" t="0" r="r" b="b"/>
            <a:pathLst>
              <a:path w="229" h="20">
                <a:moveTo>
                  <a:pt x="0" y="20"/>
                </a:moveTo>
                <a:lnTo>
                  <a:pt x="229" y="0"/>
                </a:lnTo>
                <a:lnTo>
                  <a:pt x="229" y="1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93" name=""/>
          <p:cNvSpPr/>
          <p:nvPr/>
        </p:nvSpPr>
        <p:spPr>
          <a:xfrm>
            <a:off x="4236480" y="3314160"/>
            <a:ext cx="79560" cy="6840"/>
          </a:xfrm>
          <a:custGeom>
            <a:avLst/>
            <a:gdLst/>
            <a:ahLst/>
            <a:rect l="0" t="0" r="r" b="b"/>
            <a:pathLst>
              <a:path w="221" h="19">
                <a:moveTo>
                  <a:pt x="0" y="19"/>
                </a:moveTo>
                <a:lnTo>
                  <a:pt x="221" y="0"/>
                </a:lnTo>
                <a:lnTo>
                  <a:pt x="221" y="1"/>
                </a:lnTo>
                <a:lnTo>
                  <a:pt x="9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94" name=""/>
          <p:cNvSpPr/>
          <p:nvPr/>
        </p:nvSpPr>
        <p:spPr>
          <a:xfrm>
            <a:off x="4239360" y="3314520"/>
            <a:ext cx="76680" cy="6480"/>
          </a:xfrm>
          <a:custGeom>
            <a:avLst/>
            <a:gdLst/>
            <a:ahLst/>
            <a:rect l="0" t="0" r="r" b="b"/>
            <a:pathLst>
              <a:path w="213" h="18">
                <a:moveTo>
                  <a:pt x="0" y="18"/>
                </a:moveTo>
                <a:lnTo>
                  <a:pt x="213" y="0"/>
                </a:lnTo>
                <a:lnTo>
                  <a:pt x="8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95" name=""/>
          <p:cNvSpPr/>
          <p:nvPr/>
        </p:nvSpPr>
        <p:spPr>
          <a:xfrm>
            <a:off x="4242240" y="3314520"/>
            <a:ext cx="73800" cy="6840"/>
          </a:xfrm>
          <a:custGeom>
            <a:avLst/>
            <a:gdLst/>
            <a:ahLst/>
            <a:rect l="0" t="0" r="r" b="b"/>
            <a:pathLst>
              <a:path w="205" h="19">
                <a:moveTo>
                  <a:pt x="0" y="19"/>
                </a:moveTo>
                <a:lnTo>
                  <a:pt x="205" y="0"/>
                </a:lnTo>
                <a:lnTo>
                  <a:pt x="205" y="2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96" name=""/>
          <p:cNvSpPr/>
          <p:nvPr/>
        </p:nvSpPr>
        <p:spPr>
          <a:xfrm>
            <a:off x="4245120" y="3314880"/>
            <a:ext cx="70920" cy="6120"/>
          </a:xfrm>
          <a:custGeom>
            <a:avLst/>
            <a:gdLst/>
            <a:ahLst/>
            <a:rect l="0" t="0" r="r" b="b"/>
            <a:pathLst>
              <a:path w="197" h="17">
                <a:moveTo>
                  <a:pt x="0" y="17"/>
                </a:moveTo>
                <a:lnTo>
                  <a:pt x="197" y="0"/>
                </a:lnTo>
                <a:lnTo>
                  <a:pt x="197" y="1"/>
                </a:lnTo>
                <a:lnTo>
                  <a:pt x="18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797" name=""/>
          <p:cNvSpPr/>
          <p:nvPr/>
        </p:nvSpPr>
        <p:spPr>
          <a:xfrm>
            <a:off x="4251240" y="3315240"/>
            <a:ext cx="64800" cy="5760"/>
          </a:xfrm>
          <a:custGeom>
            <a:avLst/>
            <a:gdLst/>
            <a:ahLst/>
            <a:rect l="0" t="0" r="r" b="b"/>
            <a:pathLst>
              <a:path w="180" h="16">
                <a:moveTo>
                  <a:pt x="0" y="16"/>
                </a:moveTo>
                <a:lnTo>
                  <a:pt x="180" y="0"/>
                </a:lnTo>
                <a:lnTo>
                  <a:pt x="180" y="1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798" name=""/>
          <p:cNvSpPr/>
          <p:nvPr/>
        </p:nvSpPr>
        <p:spPr>
          <a:xfrm>
            <a:off x="4254120" y="3315600"/>
            <a:ext cx="61920" cy="5760"/>
          </a:xfrm>
          <a:custGeom>
            <a:avLst/>
            <a:gdLst/>
            <a:ahLst/>
            <a:rect l="0" t="0" r="r" b="b"/>
            <a:pathLst>
              <a:path w="172" h="16">
                <a:moveTo>
                  <a:pt x="0" y="16"/>
                </a:moveTo>
                <a:lnTo>
                  <a:pt x="172" y="0"/>
                </a:lnTo>
                <a:lnTo>
                  <a:pt x="172" y="2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799" name=""/>
          <p:cNvSpPr/>
          <p:nvPr/>
        </p:nvSpPr>
        <p:spPr>
          <a:xfrm>
            <a:off x="4257000" y="3315960"/>
            <a:ext cx="59040" cy="5040"/>
          </a:xfrm>
          <a:custGeom>
            <a:avLst/>
            <a:gdLst/>
            <a:ahLst/>
            <a:rect l="0" t="0" r="r" b="b"/>
            <a:pathLst>
              <a:path w="164" h="14">
                <a:moveTo>
                  <a:pt x="0" y="14"/>
                </a:moveTo>
                <a:lnTo>
                  <a:pt x="164" y="0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0" name=""/>
          <p:cNvSpPr/>
          <p:nvPr/>
        </p:nvSpPr>
        <p:spPr>
          <a:xfrm>
            <a:off x="4259880" y="3315960"/>
            <a:ext cx="56160" cy="5040"/>
          </a:xfrm>
          <a:custGeom>
            <a:avLst/>
            <a:gdLst/>
            <a:ahLst/>
            <a:rect l="0" t="0" r="r" b="b"/>
            <a:pathLst>
              <a:path w="156" h="14">
                <a:moveTo>
                  <a:pt x="0" y="14"/>
                </a:moveTo>
                <a:lnTo>
                  <a:pt x="156" y="0"/>
                </a:lnTo>
                <a:lnTo>
                  <a:pt x="156" y="1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1" name=""/>
          <p:cNvSpPr/>
          <p:nvPr/>
        </p:nvSpPr>
        <p:spPr>
          <a:xfrm>
            <a:off x="4262760" y="3316320"/>
            <a:ext cx="53280" cy="5040"/>
          </a:xfrm>
          <a:custGeom>
            <a:avLst/>
            <a:gdLst/>
            <a:ahLst/>
            <a:rect l="0" t="0" r="r" b="b"/>
            <a:pathLst>
              <a:path w="148" h="14">
                <a:moveTo>
                  <a:pt x="0" y="14"/>
                </a:moveTo>
                <a:lnTo>
                  <a:pt x="148" y="0"/>
                </a:lnTo>
                <a:lnTo>
                  <a:pt x="148" y="2"/>
                </a:lnTo>
                <a:lnTo>
                  <a:pt x="9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2" name=""/>
          <p:cNvSpPr/>
          <p:nvPr/>
        </p:nvSpPr>
        <p:spPr>
          <a:xfrm>
            <a:off x="4266000" y="3316680"/>
            <a:ext cx="50040" cy="4320"/>
          </a:xfrm>
          <a:custGeom>
            <a:avLst/>
            <a:gdLst/>
            <a:ahLst/>
            <a:rect l="0" t="0" r="r" b="b"/>
            <a:pathLst>
              <a:path w="139" h="12">
                <a:moveTo>
                  <a:pt x="0" y="12"/>
                </a:moveTo>
                <a:lnTo>
                  <a:pt x="139" y="0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3" name=""/>
          <p:cNvSpPr/>
          <p:nvPr/>
        </p:nvSpPr>
        <p:spPr>
          <a:xfrm>
            <a:off x="4268880" y="331668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2"/>
                </a:moveTo>
                <a:lnTo>
                  <a:pt x="131" y="0"/>
                </a:lnTo>
                <a:lnTo>
                  <a:pt x="131" y="1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4" name=""/>
          <p:cNvSpPr/>
          <p:nvPr/>
        </p:nvSpPr>
        <p:spPr>
          <a:xfrm>
            <a:off x="4271760" y="3317040"/>
            <a:ext cx="44280" cy="3960"/>
          </a:xfrm>
          <a:custGeom>
            <a:avLst/>
            <a:gdLst/>
            <a:ahLst/>
            <a:rect l="0" t="0" r="r" b="b"/>
            <a:pathLst>
              <a:path w="123" h="11">
                <a:moveTo>
                  <a:pt x="0" y="11"/>
                </a:moveTo>
                <a:lnTo>
                  <a:pt x="123" y="0"/>
                </a:lnTo>
                <a:lnTo>
                  <a:pt x="123" y="1"/>
                </a:lnTo>
                <a:lnTo>
                  <a:pt x="8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5" name=""/>
          <p:cNvSpPr/>
          <p:nvPr/>
        </p:nvSpPr>
        <p:spPr>
          <a:xfrm>
            <a:off x="4274640" y="3317400"/>
            <a:ext cx="41400" cy="3600"/>
          </a:xfrm>
          <a:custGeom>
            <a:avLst/>
            <a:gdLst/>
            <a:ahLst/>
            <a:rect l="0" t="0" r="r" b="b"/>
            <a:pathLst>
              <a:path w="115" h="10">
                <a:moveTo>
                  <a:pt x="0" y="10"/>
                </a:moveTo>
                <a:lnTo>
                  <a:pt x="115" y="0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6" name=""/>
          <p:cNvSpPr/>
          <p:nvPr/>
        </p:nvSpPr>
        <p:spPr>
          <a:xfrm>
            <a:off x="4277520" y="3317400"/>
            <a:ext cx="38520" cy="3600"/>
          </a:xfrm>
          <a:custGeom>
            <a:avLst/>
            <a:gdLst/>
            <a:ahLst/>
            <a:rect l="0" t="0" r="r" b="b"/>
            <a:pathLst>
              <a:path w="107" h="10">
                <a:moveTo>
                  <a:pt x="0" y="10"/>
                </a:moveTo>
                <a:lnTo>
                  <a:pt x="107" y="0"/>
                </a:lnTo>
                <a:lnTo>
                  <a:pt x="107" y="1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7" name=""/>
          <p:cNvSpPr/>
          <p:nvPr/>
        </p:nvSpPr>
        <p:spPr>
          <a:xfrm>
            <a:off x="4280400" y="3317760"/>
            <a:ext cx="35640" cy="3240"/>
          </a:xfrm>
          <a:custGeom>
            <a:avLst/>
            <a:gdLst/>
            <a:ahLst/>
            <a:rect l="0" t="0" r="r" b="b"/>
            <a:pathLst>
              <a:path w="99" h="9">
                <a:moveTo>
                  <a:pt x="0" y="9"/>
                </a:moveTo>
                <a:lnTo>
                  <a:pt x="99" y="0"/>
                </a:lnTo>
                <a:lnTo>
                  <a:pt x="99" y="1"/>
                </a:lnTo>
                <a:lnTo>
                  <a:pt x="9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8" name=""/>
          <p:cNvSpPr/>
          <p:nvPr/>
        </p:nvSpPr>
        <p:spPr>
          <a:xfrm>
            <a:off x="4283640" y="3318120"/>
            <a:ext cx="32400" cy="2880"/>
          </a:xfrm>
          <a:custGeom>
            <a:avLst/>
            <a:gdLst/>
            <a:ahLst/>
            <a:rect l="0" t="0" r="r" b="b"/>
            <a:pathLst>
              <a:path w="90" h="8">
                <a:moveTo>
                  <a:pt x="0" y="8"/>
                </a:moveTo>
                <a:lnTo>
                  <a:pt x="90" y="0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09" name=""/>
          <p:cNvSpPr/>
          <p:nvPr/>
        </p:nvSpPr>
        <p:spPr>
          <a:xfrm>
            <a:off x="4286520" y="3318120"/>
            <a:ext cx="29520" cy="2880"/>
          </a:xfrm>
          <a:custGeom>
            <a:avLst/>
            <a:gdLst/>
            <a:ahLst/>
            <a:rect l="0" t="0" r="r" b="b"/>
            <a:pathLst>
              <a:path w="82" h="8">
                <a:moveTo>
                  <a:pt x="0" y="8"/>
                </a:moveTo>
                <a:lnTo>
                  <a:pt x="82" y="0"/>
                </a:lnTo>
                <a:lnTo>
                  <a:pt x="82" y="1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0" name=""/>
          <p:cNvSpPr/>
          <p:nvPr/>
        </p:nvSpPr>
        <p:spPr>
          <a:xfrm>
            <a:off x="4289400" y="3318480"/>
            <a:ext cx="26640" cy="2520"/>
          </a:xfrm>
          <a:custGeom>
            <a:avLst/>
            <a:gdLst/>
            <a:ahLst/>
            <a:rect l="0" t="0" r="r" b="b"/>
            <a:pathLst>
              <a:path w="74" h="7">
                <a:moveTo>
                  <a:pt x="0" y="7"/>
                </a:moveTo>
                <a:lnTo>
                  <a:pt x="74" y="0"/>
                </a:lnTo>
                <a:lnTo>
                  <a:pt x="74" y="1"/>
                </a:lnTo>
                <a:lnTo>
                  <a:pt x="8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1" name=""/>
          <p:cNvSpPr/>
          <p:nvPr/>
        </p:nvSpPr>
        <p:spPr>
          <a:xfrm>
            <a:off x="4292280" y="3318840"/>
            <a:ext cx="23760" cy="2160"/>
          </a:xfrm>
          <a:custGeom>
            <a:avLst/>
            <a:gdLst/>
            <a:ahLst/>
            <a:rect l="0" t="0" r="r" b="b"/>
            <a:pathLst>
              <a:path w="66" h="6">
                <a:moveTo>
                  <a:pt x="0" y="6"/>
                </a:moveTo>
                <a:lnTo>
                  <a:pt x="66" y="0"/>
                </a:lnTo>
                <a:lnTo>
                  <a:pt x="9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2" name=""/>
          <p:cNvSpPr/>
          <p:nvPr/>
        </p:nvSpPr>
        <p:spPr>
          <a:xfrm>
            <a:off x="4295160" y="3318840"/>
            <a:ext cx="20880" cy="2160"/>
          </a:xfrm>
          <a:custGeom>
            <a:avLst/>
            <a:gdLst/>
            <a:ahLst/>
            <a:rect l="0" t="0" r="r" b="b"/>
            <a:pathLst>
              <a:path w="58" h="6">
                <a:moveTo>
                  <a:pt x="0" y="6"/>
                </a:moveTo>
                <a:lnTo>
                  <a:pt x="58" y="0"/>
                </a:lnTo>
                <a:lnTo>
                  <a:pt x="58" y="1"/>
                </a:lnTo>
                <a:lnTo>
                  <a:pt x="8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3" name=""/>
          <p:cNvSpPr/>
          <p:nvPr/>
        </p:nvSpPr>
        <p:spPr>
          <a:xfrm>
            <a:off x="4298040" y="331920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6"/>
                </a:moveTo>
                <a:lnTo>
                  <a:pt x="50" y="0"/>
                </a:lnTo>
                <a:lnTo>
                  <a:pt x="50" y="2"/>
                </a:lnTo>
                <a:lnTo>
                  <a:pt x="8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4" name=""/>
          <p:cNvSpPr/>
          <p:nvPr/>
        </p:nvSpPr>
        <p:spPr>
          <a:xfrm>
            <a:off x="4300920" y="3319560"/>
            <a:ext cx="15120" cy="1440"/>
          </a:xfrm>
          <a:custGeom>
            <a:avLst/>
            <a:gdLst/>
            <a:ahLst/>
            <a:rect l="0" t="0" r="r" b="b"/>
            <a:pathLst>
              <a:path w="42" h="4">
                <a:moveTo>
                  <a:pt x="0" y="4"/>
                </a:moveTo>
                <a:lnTo>
                  <a:pt x="42" y="0"/>
                </a:lnTo>
                <a:lnTo>
                  <a:pt x="9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5" name=""/>
          <p:cNvSpPr/>
          <p:nvPr/>
        </p:nvSpPr>
        <p:spPr>
          <a:xfrm>
            <a:off x="4304160" y="3319560"/>
            <a:ext cx="11880" cy="1440"/>
          </a:xfrm>
          <a:custGeom>
            <a:avLst/>
            <a:gdLst/>
            <a:ahLst/>
            <a:rect l="0" t="0" r="r" b="b"/>
            <a:pathLst>
              <a:path w="33" h="4">
                <a:moveTo>
                  <a:pt x="0" y="4"/>
                </a:moveTo>
                <a:lnTo>
                  <a:pt x="33" y="0"/>
                </a:lnTo>
                <a:lnTo>
                  <a:pt x="33" y="1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6" name=""/>
          <p:cNvSpPr/>
          <p:nvPr/>
        </p:nvSpPr>
        <p:spPr>
          <a:xfrm>
            <a:off x="4307040" y="3319920"/>
            <a:ext cx="9000" cy="1440"/>
          </a:xfrm>
          <a:custGeom>
            <a:avLst/>
            <a:gdLst/>
            <a:ahLst/>
            <a:rect l="0" t="0" r="r" b="b"/>
            <a:pathLst>
              <a:path w="25" h="4">
                <a:moveTo>
                  <a:pt x="0" y="4"/>
                </a:moveTo>
                <a:lnTo>
                  <a:pt x="25" y="0"/>
                </a:lnTo>
                <a:lnTo>
                  <a:pt x="25" y="2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7" name=""/>
          <p:cNvSpPr/>
          <p:nvPr/>
        </p:nvSpPr>
        <p:spPr>
          <a:xfrm>
            <a:off x="4309920" y="3320280"/>
            <a:ext cx="6120" cy="720"/>
          </a:xfrm>
          <a:custGeom>
            <a:avLst/>
            <a:gdLst/>
            <a:ahLst/>
            <a:rect l="0" t="0" r="r" b="b"/>
            <a:pathLst>
              <a:path w="17" h="2">
                <a:moveTo>
                  <a:pt x="0" y="2"/>
                </a:moveTo>
                <a:lnTo>
                  <a:pt x="17" y="0"/>
                </a:lnTo>
                <a:lnTo>
                  <a:pt x="9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8" name=""/>
          <p:cNvSpPr/>
          <p:nvPr/>
        </p:nvSpPr>
        <p:spPr>
          <a:xfrm>
            <a:off x="4312800" y="3320280"/>
            <a:ext cx="2880" cy="360"/>
          </a:xfrm>
          <a:custGeom>
            <a:avLst/>
            <a:gdLst/>
            <a:ahLst/>
            <a:rect l="0" t="0" r="r" b="b"/>
            <a:pathLst>
              <a:path w="8" h="1">
                <a:moveTo>
                  <a:pt x="0" y="1"/>
                </a:moveTo>
                <a:lnTo>
                  <a:pt x="8" y="0"/>
                </a:lnTo>
                <a:lnTo>
                  <a:pt x="8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8819" name=""/>
          <p:cNvSpPr/>
          <p:nvPr/>
        </p:nvSpPr>
        <p:spPr>
          <a:xfrm>
            <a:off x="3940920" y="3290040"/>
            <a:ext cx="375120" cy="30960"/>
          </a:xfrm>
          <a:custGeom>
            <a:avLst/>
            <a:gdLst/>
            <a:ahLst/>
            <a:rect l="0" t="0" r="r" b="b"/>
            <a:pathLst>
              <a:path w="1042" h="86">
                <a:moveTo>
                  <a:pt x="0" y="86"/>
                </a:moveTo>
                <a:lnTo>
                  <a:pt x="1042" y="86"/>
                </a:lnTo>
                <a:lnTo>
                  <a:pt x="1042" y="0"/>
                </a:lnTo>
                <a:lnTo>
                  <a:pt x="0" y="0"/>
                </a:lnTo>
                <a:lnTo>
                  <a:pt x="0" y="86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0" name=""/>
          <p:cNvSpPr/>
          <p:nvPr/>
        </p:nvSpPr>
        <p:spPr>
          <a:xfrm>
            <a:off x="3893760" y="332064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0"/>
                </a:moveTo>
                <a:lnTo>
                  <a:pt x="41" y="0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1" name=""/>
          <p:cNvSpPr/>
          <p:nvPr/>
        </p:nvSpPr>
        <p:spPr>
          <a:xfrm>
            <a:off x="3893760" y="3320640"/>
            <a:ext cx="22320" cy="1800"/>
          </a:xfrm>
          <a:custGeom>
            <a:avLst/>
            <a:gdLst/>
            <a:ahLst/>
            <a:rect l="0" t="0" r="r" b="b"/>
            <a:pathLst>
              <a:path w="62" h="5">
                <a:moveTo>
                  <a:pt x="0" y="4"/>
                </a:moveTo>
                <a:lnTo>
                  <a:pt x="41" y="0"/>
                </a:lnTo>
                <a:lnTo>
                  <a:pt x="62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2" name=""/>
          <p:cNvSpPr/>
          <p:nvPr/>
        </p:nvSpPr>
        <p:spPr>
          <a:xfrm>
            <a:off x="3893760" y="3320640"/>
            <a:ext cx="29520" cy="2160"/>
          </a:xfrm>
          <a:custGeom>
            <a:avLst/>
            <a:gdLst/>
            <a:ahLst/>
            <a:rect l="0" t="0" r="r" b="b"/>
            <a:pathLst>
              <a:path w="82" h="6">
                <a:moveTo>
                  <a:pt x="0" y="5"/>
                </a:moveTo>
                <a:lnTo>
                  <a:pt x="61" y="0"/>
                </a:lnTo>
                <a:lnTo>
                  <a:pt x="82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3" name=""/>
          <p:cNvSpPr/>
          <p:nvPr/>
        </p:nvSpPr>
        <p:spPr>
          <a:xfrm>
            <a:off x="3893760" y="3320640"/>
            <a:ext cx="44280" cy="3240"/>
          </a:xfrm>
          <a:custGeom>
            <a:avLst/>
            <a:gdLst/>
            <a:ahLst/>
            <a:rect l="0" t="0" r="r" b="b"/>
            <a:pathLst>
              <a:path w="123" h="9">
                <a:moveTo>
                  <a:pt x="0" y="6"/>
                </a:moveTo>
                <a:lnTo>
                  <a:pt x="81" y="0"/>
                </a:lnTo>
                <a:lnTo>
                  <a:pt x="123" y="0"/>
                </a:lnTo>
                <a:lnTo>
                  <a:pt x="0" y="9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4" name=""/>
          <p:cNvSpPr/>
          <p:nvPr/>
        </p:nvSpPr>
        <p:spPr>
          <a:xfrm>
            <a:off x="3893760" y="3320640"/>
            <a:ext cx="47880" cy="3600"/>
          </a:xfrm>
          <a:custGeom>
            <a:avLst/>
            <a:gdLst/>
            <a:ahLst/>
            <a:rect l="0" t="0" r="r" b="b"/>
            <a:pathLst>
              <a:path w="133" h="10">
                <a:moveTo>
                  <a:pt x="0" y="9"/>
                </a:moveTo>
                <a:lnTo>
                  <a:pt x="123" y="0"/>
                </a:lnTo>
                <a:lnTo>
                  <a:pt x="133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5" name=""/>
          <p:cNvSpPr/>
          <p:nvPr/>
        </p:nvSpPr>
        <p:spPr>
          <a:xfrm>
            <a:off x="3893760" y="3320640"/>
            <a:ext cx="51480" cy="3960"/>
          </a:xfrm>
          <a:custGeom>
            <a:avLst/>
            <a:gdLst/>
            <a:ahLst/>
            <a:rect l="0" t="0" r="r" b="b"/>
            <a:pathLst>
              <a:path w="143" h="11">
                <a:moveTo>
                  <a:pt x="0" y="10"/>
                </a:moveTo>
                <a:lnTo>
                  <a:pt x="133" y="0"/>
                </a:lnTo>
                <a:lnTo>
                  <a:pt x="143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6" name=""/>
          <p:cNvSpPr/>
          <p:nvPr/>
        </p:nvSpPr>
        <p:spPr>
          <a:xfrm>
            <a:off x="3893760" y="3320640"/>
            <a:ext cx="59040" cy="4320"/>
          </a:xfrm>
          <a:custGeom>
            <a:avLst/>
            <a:gdLst/>
            <a:ahLst/>
            <a:rect l="0" t="0" r="r" b="b"/>
            <a:pathLst>
              <a:path w="164" h="12">
                <a:moveTo>
                  <a:pt x="0" y="10"/>
                </a:moveTo>
                <a:lnTo>
                  <a:pt x="143" y="0"/>
                </a:lnTo>
                <a:lnTo>
                  <a:pt x="164" y="0"/>
                </a:lnTo>
                <a:lnTo>
                  <a:pt x="0" y="12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7" name=""/>
          <p:cNvSpPr/>
          <p:nvPr/>
        </p:nvSpPr>
        <p:spPr>
          <a:xfrm>
            <a:off x="3893760" y="3320640"/>
            <a:ext cx="66240" cy="4680"/>
          </a:xfrm>
          <a:custGeom>
            <a:avLst/>
            <a:gdLst/>
            <a:ahLst/>
            <a:rect l="0" t="0" r="r" b="b"/>
            <a:pathLst>
              <a:path w="184" h="13">
                <a:moveTo>
                  <a:pt x="0" y="12"/>
                </a:moveTo>
                <a:lnTo>
                  <a:pt x="164" y="0"/>
                </a:lnTo>
                <a:lnTo>
                  <a:pt x="184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8" name=""/>
          <p:cNvSpPr/>
          <p:nvPr/>
        </p:nvSpPr>
        <p:spPr>
          <a:xfrm>
            <a:off x="3893760" y="3320640"/>
            <a:ext cx="69840" cy="5040"/>
          </a:xfrm>
          <a:custGeom>
            <a:avLst/>
            <a:gdLst/>
            <a:ahLst/>
            <a:rect l="0" t="0" r="r" b="b"/>
            <a:pathLst>
              <a:path w="194" h="14">
                <a:moveTo>
                  <a:pt x="0" y="12"/>
                </a:moveTo>
                <a:lnTo>
                  <a:pt x="184" y="0"/>
                </a:lnTo>
                <a:lnTo>
                  <a:pt x="194" y="0"/>
                </a:lnTo>
                <a:lnTo>
                  <a:pt x="0" y="14"/>
                </a:lnTo>
                <a:lnTo>
                  <a:pt x="0" y="12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29" name=""/>
          <p:cNvSpPr/>
          <p:nvPr/>
        </p:nvSpPr>
        <p:spPr>
          <a:xfrm>
            <a:off x="3893760" y="3320640"/>
            <a:ext cx="73800" cy="5400"/>
          </a:xfrm>
          <a:custGeom>
            <a:avLst/>
            <a:gdLst/>
            <a:ahLst/>
            <a:rect l="0" t="0" r="r" b="b"/>
            <a:pathLst>
              <a:path w="205" h="15">
                <a:moveTo>
                  <a:pt x="0" y="14"/>
                </a:moveTo>
                <a:lnTo>
                  <a:pt x="194" y="0"/>
                </a:lnTo>
                <a:lnTo>
                  <a:pt x="205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0" name=""/>
          <p:cNvSpPr/>
          <p:nvPr/>
        </p:nvSpPr>
        <p:spPr>
          <a:xfrm>
            <a:off x="3893760" y="3320640"/>
            <a:ext cx="88200" cy="6480"/>
          </a:xfrm>
          <a:custGeom>
            <a:avLst/>
            <a:gdLst/>
            <a:ahLst/>
            <a:rect l="0" t="0" r="r" b="b"/>
            <a:pathLst>
              <a:path w="245" h="18">
                <a:moveTo>
                  <a:pt x="0" y="14"/>
                </a:moveTo>
                <a:lnTo>
                  <a:pt x="205" y="0"/>
                </a:lnTo>
                <a:lnTo>
                  <a:pt x="245" y="0"/>
                </a:lnTo>
                <a:lnTo>
                  <a:pt x="0" y="18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1" name=""/>
          <p:cNvSpPr/>
          <p:nvPr/>
        </p:nvSpPr>
        <p:spPr>
          <a:xfrm>
            <a:off x="3893760" y="3320640"/>
            <a:ext cx="92160" cy="6480"/>
          </a:xfrm>
          <a:custGeom>
            <a:avLst/>
            <a:gdLst/>
            <a:ahLst/>
            <a:rect l="0" t="0" r="r" b="b"/>
            <a:pathLst>
              <a:path w="256" h="18">
                <a:moveTo>
                  <a:pt x="0" y="18"/>
                </a:moveTo>
                <a:lnTo>
                  <a:pt x="245" y="0"/>
                </a:lnTo>
                <a:lnTo>
                  <a:pt x="256" y="0"/>
                </a:lnTo>
                <a:lnTo>
                  <a:pt x="0" y="18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2" name=""/>
          <p:cNvSpPr/>
          <p:nvPr/>
        </p:nvSpPr>
        <p:spPr>
          <a:xfrm>
            <a:off x="3893760" y="3320640"/>
            <a:ext cx="95760" cy="6840"/>
          </a:xfrm>
          <a:custGeom>
            <a:avLst/>
            <a:gdLst/>
            <a:ahLst/>
            <a:rect l="0" t="0" r="r" b="b"/>
            <a:pathLst>
              <a:path w="266" h="19">
                <a:moveTo>
                  <a:pt x="0" y="18"/>
                </a:moveTo>
                <a:lnTo>
                  <a:pt x="256" y="0"/>
                </a:lnTo>
                <a:lnTo>
                  <a:pt x="266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3" name=""/>
          <p:cNvSpPr/>
          <p:nvPr/>
        </p:nvSpPr>
        <p:spPr>
          <a:xfrm>
            <a:off x="3893760" y="3320640"/>
            <a:ext cx="102960" cy="7200"/>
          </a:xfrm>
          <a:custGeom>
            <a:avLst/>
            <a:gdLst/>
            <a:ahLst/>
            <a:rect l="0" t="0" r="r" b="b"/>
            <a:pathLst>
              <a:path w="286" h="20">
                <a:moveTo>
                  <a:pt x="0" y="19"/>
                </a:moveTo>
                <a:lnTo>
                  <a:pt x="266" y="0"/>
                </a:lnTo>
                <a:lnTo>
                  <a:pt x="286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4" name=""/>
          <p:cNvSpPr/>
          <p:nvPr/>
        </p:nvSpPr>
        <p:spPr>
          <a:xfrm>
            <a:off x="3893760" y="3320640"/>
            <a:ext cx="106560" cy="7560"/>
          </a:xfrm>
          <a:custGeom>
            <a:avLst/>
            <a:gdLst/>
            <a:ahLst/>
            <a:rect l="0" t="0" r="r" b="b"/>
            <a:pathLst>
              <a:path w="296" h="21">
                <a:moveTo>
                  <a:pt x="0" y="20"/>
                </a:moveTo>
                <a:lnTo>
                  <a:pt x="286" y="0"/>
                </a:lnTo>
                <a:lnTo>
                  <a:pt x="296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5" name=""/>
          <p:cNvSpPr/>
          <p:nvPr/>
        </p:nvSpPr>
        <p:spPr>
          <a:xfrm>
            <a:off x="3893760" y="3320640"/>
            <a:ext cx="110520" cy="7920"/>
          </a:xfrm>
          <a:custGeom>
            <a:avLst/>
            <a:gdLst/>
            <a:ahLst/>
            <a:rect l="0" t="0" r="r" b="b"/>
            <a:pathLst>
              <a:path w="307" h="22">
                <a:moveTo>
                  <a:pt x="0" y="21"/>
                </a:moveTo>
                <a:lnTo>
                  <a:pt x="296" y="0"/>
                </a:lnTo>
                <a:lnTo>
                  <a:pt x="307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6" name=""/>
          <p:cNvSpPr/>
          <p:nvPr/>
        </p:nvSpPr>
        <p:spPr>
          <a:xfrm>
            <a:off x="3893760" y="3320640"/>
            <a:ext cx="117720" cy="8280"/>
          </a:xfrm>
          <a:custGeom>
            <a:avLst/>
            <a:gdLst/>
            <a:ahLst/>
            <a:rect l="0" t="0" r="r" b="b"/>
            <a:pathLst>
              <a:path w="327" h="23">
                <a:moveTo>
                  <a:pt x="0" y="22"/>
                </a:moveTo>
                <a:lnTo>
                  <a:pt x="307" y="0"/>
                </a:lnTo>
                <a:lnTo>
                  <a:pt x="327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7" name=""/>
          <p:cNvSpPr/>
          <p:nvPr/>
        </p:nvSpPr>
        <p:spPr>
          <a:xfrm>
            <a:off x="3893760" y="3320640"/>
            <a:ext cx="121320" cy="8640"/>
          </a:xfrm>
          <a:custGeom>
            <a:avLst/>
            <a:gdLst/>
            <a:ahLst/>
            <a:rect l="0" t="0" r="r" b="b"/>
            <a:pathLst>
              <a:path w="337" h="24">
                <a:moveTo>
                  <a:pt x="0" y="23"/>
                </a:moveTo>
                <a:lnTo>
                  <a:pt x="327" y="0"/>
                </a:lnTo>
                <a:lnTo>
                  <a:pt x="337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8" name=""/>
          <p:cNvSpPr/>
          <p:nvPr/>
        </p:nvSpPr>
        <p:spPr>
          <a:xfrm>
            <a:off x="3893760" y="3320640"/>
            <a:ext cx="124920" cy="8640"/>
          </a:xfrm>
          <a:custGeom>
            <a:avLst/>
            <a:gdLst/>
            <a:ahLst/>
            <a:rect l="0" t="0" r="r" b="b"/>
            <a:pathLst>
              <a:path w="347" h="24">
                <a:moveTo>
                  <a:pt x="0" y="24"/>
                </a:moveTo>
                <a:lnTo>
                  <a:pt x="337" y="0"/>
                </a:lnTo>
                <a:lnTo>
                  <a:pt x="347" y="0"/>
                </a:lnTo>
                <a:lnTo>
                  <a:pt x="0" y="24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39" name=""/>
          <p:cNvSpPr/>
          <p:nvPr/>
        </p:nvSpPr>
        <p:spPr>
          <a:xfrm>
            <a:off x="3893760" y="3320640"/>
            <a:ext cx="132480" cy="9360"/>
          </a:xfrm>
          <a:custGeom>
            <a:avLst/>
            <a:gdLst/>
            <a:ahLst/>
            <a:rect l="0" t="0" r="r" b="b"/>
            <a:pathLst>
              <a:path w="368" h="26">
                <a:moveTo>
                  <a:pt x="0" y="24"/>
                </a:moveTo>
                <a:lnTo>
                  <a:pt x="347" y="0"/>
                </a:lnTo>
                <a:lnTo>
                  <a:pt x="368" y="0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0" name=""/>
          <p:cNvSpPr/>
          <p:nvPr/>
        </p:nvSpPr>
        <p:spPr>
          <a:xfrm>
            <a:off x="3893760" y="3320640"/>
            <a:ext cx="136080" cy="9720"/>
          </a:xfrm>
          <a:custGeom>
            <a:avLst/>
            <a:gdLst/>
            <a:ahLst/>
            <a:rect l="0" t="0" r="r" b="b"/>
            <a:pathLst>
              <a:path w="378" h="27">
                <a:moveTo>
                  <a:pt x="0" y="26"/>
                </a:moveTo>
                <a:lnTo>
                  <a:pt x="368" y="0"/>
                </a:lnTo>
                <a:lnTo>
                  <a:pt x="378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1" name=""/>
          <p:cNvSpPr/>
          <p:nvPr/>
        </p:nvSpPr>
        <p:spPr>
          <a:xfrm>
            <a:off x="3893760" y="3320640"/>
            <a:ext cx="139680" cy="9720"/>
          </a:xfrm>
          <a:custGeom>
            <a:avLst/>
            <a:gdLst/>
            <a:ahLst/>
            <a:rect l="0" t="0" r="r" b="b"/>
            <a:pathLst>
              <a:path w="388" h="27">
                <a:moveTo>
                  <a:pt x="0" y="27"/>
                </a:moveTo>
                <a:lnTo>
                  <a:pt x="378" y="0"/>
                </a:lnTo>
                <a:lnTo>
                  <a:pt x="388" y="0"/>
                </a:lnTo>
                <a:lnTo>
                  <a:pt x="0" y="27"/>
                </a:lnTo>
                <a:close/>
              </a:path>
            </a:pathLst>
          </a:custGeom>
          <a:solidFill>
            <a:srgbClr val="f6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2" name=""/>
          <p:cNvSpPr/>
          <p:nvPr/>
        </p:nvSpPr>
        <p:spPr>
          <a:xfrm>
            <a:off x="3893760" y="3320640"/>
            <a:ext cx="143280" cy="10080"/>
          </a:xfrm>
          <a:custGeom>
            <a:avLst/>
            <a:gdLst/>
            <a:ahLst/>
            <a:rect l="0" t="0" r="r" b="b"/>
            <a:pathLst>
              <a:path w="398" h="28">
                <a:moveTo>
                  <a:pt x="0" y="27"/>
                </a:moveTo>
                <a:lnTo>
                  <a:pt x="388" y="0"/>
                </a:lnTo>
                <a:lnTo>
                  <a:pt x="398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3" name=""/>
          <p:cNvSpPr/>
          <p:nvPr/>
        </p:nvSpPr>
        <p:spPr>
          <a:xfrm>
            <a:off x="3893760" y="3320640"/>
            <a:ext cx="147240" cy="10440"/>
          </a:xfrm>
          <a:custGeom>
            <a:avLst/>
            <a:gdLst/>
            <a:ahLst/>
            <a:rect l="0" t="0" r="r" b="b"/>
            <a:pathLst>
              <a:path w="409" h="29">
                <a:moveTo>
                  <a:pt x="0" y="28"/>
                </a:moveTo>
                <a:lnTo>
                  <a:pt x="398" y="0"/>
                </a:lnTo>
                <a:lnTo>
                  <a:pt x="409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4" name=""/>
          <p:cNvSpPr/>
          <p:nvPr/>
        </p:nvSpPr>
        <p:spPr>
          <a:xfrm>
            <a:off x="3893760" y="3320640"/>
            <a:ext cx="150840" cy="10440"/>
          </a:xfrm>
          <a:custGeom>
            <a:avLst/>
            <a:gdLst/>
            <a:ahLst/>
            <a:rect l="0" t="0" r="r" b="b"/>
            <a:pathLst>
              <a:path w="419" h="29">
                <a:moveTo>
                  <a:pt x="0" y="29"/>
                </a:moveTo>
                <a:lnTo>
                  <a:pt x="409" y="0"/>
                </a:lnTo>
                <a:lnTo>
                  <a:pt x="419" y="0"/>
                </a:lnTo>
                <a:lnTo>
                  <a:pt x="0" y="29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5" name=""/>
          <p:cNvSpPr/>
          <p:nvPr/>
        </p:nvSpPr>
        <p:spPr>
          <a:xfrm>
            <a:off x="3893760" y="3320640"/>
            <a:ext cx="154440" cy="10800"/>
          </a:xfrm>
          <a:custGeom>
            <a:avLst/>
            <a:gdLst/>
            <a:ahLst/>
            <a:rect l="0" t="0" r="r" b="b"/>
            <a:pathLst>
              <a:path w="429" h="30">
                <a:moveTo>
                  <a:pt x="0" y="29"/>
                </a:moveTo>
                <a:lnTo>
                  <a:pt x="419" y="0"/>
                </a:lnTo>
                <a:lnTo>
                  <a:pt x="429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6" name=""/>
          <p:cNvSpPr/>
          <p:nvPr/>
        </p:nvSpPr>
        <p:spPr>
          <a:xfrm>
            <a:off x="3893760" y="3320640"/>
            <a:ext cx="161640" cy="11160"/>
          </a:xfrm>
          <a:custGeom>
            <a:avLst/>
            <a:gdLst/>
            <a:ahLst/>
            <a:rect l="0" t="0" r="r" b="b"/>
            <a:pathLst>
              <a:path w="449" h="31">
                <a:moveTo>
                  <a:pt x="0" y="30"/>
                </a:moveTo>
                <a:lnTo>
                  <a:pt x="429" y="0"/>
                </a:lnTo>
                <a:lnTo>
                  <a:pt x="449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7" name=""/>
          <p:cNvSpPr/>
          <p:nvPr/>
        </p:nvSpPr>
        <p:spPr>
          <a:xfrm>
            <a:off x="3893760" y="3320640"/>
            <a:ext cx="169200" cy="11880"/>
          </a:xfrm>
          <a:custGeom>
            <a:avLst/>
            <a:gdLst/>
            <a:ahLst/>
            <a:rect l="0" t="0" r="r" b="b"/>
            <a:pathLst>
              <a:path w="470" h="33">
                <a:moveTo>
                  <a:pt x="0" y="31"/>
                </a:moveTo>
                <a:lnTo>
                  <a:pt x="449" y="0"/>
                </a:lnTo>
                <a:lnTo>
                  <a:pt x="470" y="0"/>
                </a:lnTo>
                <a:lnTo>
                  <a:pt x="0" y="33"/>
                </a:lnTo>
                <a:lnTo>
                  <a:pt x="0" y="31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8" name=""/>
          <p:cNvSpPr/>
          <p:nvPr/>
        </p:nvSpPr>
        <p:spPr>
          <a:xfrm>
            <a:off x="3893760" y="3320640"/>
            <a:ext cx="172800" cy="11880"/>
          </a:xfrm>
          <a:custGeom>
            <a:avLst/>
            <a:gdLst/>
            <a:ahLst/>
            <a:rect l="0" t="0" r="r" b="b"/>
            <a:pathLst>
              <a:path w="480" h="33">
                <a:moveTo>
                  <a:pt x="0" y="33"/>
                </a:moveTo>
                <a:lnTo>
                  <a:pt x="470" y="0"/>
                </a:lnTo>
                <a:lnTo>
                  <a:pt x="480" y="0"/>
                </a:lnTo>
                <a:lnTo>
                  <a:pt x="0" y="33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49" name=""/>
          <p:cNvSpPr/>
          <p:nvPr/>
        </p:nvSpPr>
        <p:spPr>
          <a:xfrm>
            <a:off x="3893760" y="3320640"/>
            <a:ext cx="176400" cy="12240"/>
          </a:xfrm>
          <a:custGeom>
            <a:avLst/>
            <a:gdLst/>
            <a:ahLst/>
            <a:rect l="0" t="0" r="r" b="b"/>
            <a:pathLst>
              <a:path w="490" h="34">
                <a:moveTo>
                  <a:pt x="0" y="32"/>
                </a:moveTo>
                <a:lnTo>
                  <a:pt x="480" y="0"/>
                </a:lnTo>
                <a:lnTo>
                  <a:pt x="490" y="0"/>
                </a:lnTo>
                <a:lnTo>
                  <a:pt x="0" y="34"/>
                </a:lnTo>
                <a:lnTo>
                  <a:pt x="0" y="32"/>
                </a:lnTo>
                <a:close/>
              </a:path>
            </a:pathLst>
          </a:custGeom>
          <a:solidFill>
            <a:srgbClr val="f5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0" name=""/>
          <p:cNvSpPr/>
          <p:nvPr/>
        </p:nvSpPr>
        <p:spPr>
          <a:xfrm>
            <a:off x="3893760" y="3320640"/>
            <a:ext cx="180000" cy="12600"/>
          </a:xfrm>
          <a:custGeom>
            <a:avLst/>
            <a:gdLst/>
            <a:ahLst/>
            <a:rect l="0" t="0" r="r" b="b"/>
            <a:pathLst>
              <a:path w="500" h="35">
                <a:moveTo>
                  <a:pt x="0" y="34"/>
                </a:moveTo>
                <a:lnTo>
                  <a:pt x="490" y="0"/>
                </a:lnTo>
                <a:lnTo>
                  <a:pt x="500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1" name=""/>
          <p:cNvSpPr/>
          <p:nvPr/>
        </p:nvSpPr>
        <p:spPr>
          <a:xfrm>
            <a:off x="3893760" y="3320640"/>
            <a:ext cx="183960" cy="12960"/>
          </a:xfrm>
          <a:custGeom>
            <a:avLst/>
            <a:gdLst/>
            <a:ahLst/>
            <a:rect l="0" t="0" r="r" b="b"/>
            <a:pathLst>
              <a:path w="511" h="36">
                <a:moveTo>
                  <a:pt x="0" y="35"/>
                </a:moveTo>
                <a:lnTo>
                  <a:pt x="500" y="0"/>
                </a:lnTo>
                <a:lnTo>
                  <a:pt x="511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2" name=""/>
          <p:cNvSpPr/>
          <p:nvPr/>
        </p:nvSpPr>
        <p:spPr>
          <a:xfrm>
            <a:off x="3893760" y="3320640"/>
            <a:ext cx="191160" cy="13320"/>
          </a:xfrm>
          <a:custGeom>
            <a:avLst/>
            <a:gdLst/>
            <a:ahLst/>
            <a:rect l="0" t="0" r="r" b="b"/>
            <a:pathLst>
              <a:path w="531" h="37">
                <a:moveTo>
                  <a:pt x="0" y="36"/>
                </a:moveTo>
                <a:lnTo>
                  <a:pt x="511" y="0"/>
                </a:lnTo>
                <a:lnTo>
                  <a:pt x="531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3" name=""/>
          <p:cNvSpPr/>
          <p:nvPr/>
        </p:nvSpPr>
        <p:spPr>
          <a:xfrm>
            <a:off x="3893760" y="3320640"/>
            <a:ext cx="198360" cy="13680"/>
          </a:xfrm>
          <a:custGeom>
            <a:avLst/>
            <a:gdLst/>
            <a:ahLst/>
            <a:rect l="0" t="0" r="r" b="b"/>
            <a:pathLst>
              <a:path w="551" h="38">
                <a:moveTo>
                  <a:pt x="0" y="37"/>
                </a:moveTo>
                <a:lnTo>
                  <a:pt x="531" y="0"/>
                </a:lnTo>
                <a:lnTo>
                  <a:pt x="551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4" name=""/>
          <p:cNvSpPr/>
          <p:nvPr/>
        </p:nvSpPr>
        <p:spPr>
          <a:xfrm>
            <a:off x="3893760" y="3320640"/>
            <a:ext cx="202320" cy="14040"/>
          </a:xfrm>
          <a:custGeom>
            <a:avLst/>
            <a:gdLst/>
            <a:ahLst/>
            <a:rect l="0" t="0" r="r" b="b"/>
            <a:pathLst>
              <a:path w="562" h="39">
                <a:moveTo>
                  <a:pt x="0" y="38"/>
                </a:moveTo>
                <a:lnTo>
                  <a:pt x="551" y="0"/>
                </a:lnTo>
                <a:lnTo>
                  <a:pt x="562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5" name=""/>
          <p:cNvSpPr/>
          <p:nvPr/>
        </p:nvSpPr>
        <p:spPr>
          <a:xfrm>
            <a:off x="3893760" y="3320640"/>
            <a:ext cx="205920" cy="14400"/>
          </a:xfrm>
          <a:custGeom>
            <a:avLst/>
            <a:gdLst/>
            <a:ahLst/>
            <a:rect l="0" t="0" r="r" b="b"/>
            <a:pathLst>
              <a:path w="572" h="40">
                <a:moveTo>
                  <a:pt x="0" y="39"/>
                </a:moveTo>
                <a:lnTo>
                  <a:pt x="562" y="0"/>
                </a:lnTo>
                <a:lnTo>
                  <a:pt x="572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3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6" name=""/>
          <p:cNvSpPr/>
          <p:nvPr/>
        </p:nvSpPr>
        <p:spPr>
          <a:xfrm>
            <a:off x="3893760" y="3320640"/>
            <a:ext cx="209520" cy="14400"/>
          </a:xfrm>
          <a:custGeom>
            <a:avLst/>
            <a:gdLst/>
            <a:ahLst/>
            <a:rect l="0" t="0" r="r" b="b"/>
            <a:pathLst>
              <a:path w="582" h="40">
                <a:moveTo>
                  <a:pt x="0" y="40"/>
                </a:moveTo>
                <a:lnTo>
                  <a:pt x="572" y="0"/>
                </a:lnTo>
                <a:lnTo>
                  <a:pt x="582" y="0"/>
                </a:lnTo>
                <a:lnTo>
                  <a:pt x="0" y="4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7" name=""/>
          <p:cNvSpPr/>
          <p:nvPr/>
        </p:nvSpPr>
        <p:spPr>
          <a:xfrm>
            <a:off x="3893760" y="3320640"/>
            <a:ext cx="213120" cy="14760"/>
          </a:xfrm>
          <a:custGeom>
            <a:avLst/>
            <a:gdLst/>
            <a:ahLst/>
            <a:rect l="0" t="0" r="r" b="b"/>
            <a:pathLst>
              <a:path w="592" h="41">
                <a:moveTo>
                  <a:pt x="0" y="40"/>
                </a:moveTo>
                <a:lnTo>
                  <a:pt x="582" y="0"/>
                </a:lnTo>
                <a:lnTo>
                  <a:pt x="592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8" name=""/>
          <p:cNvSpPr/>
          <p:nvPr/>
        </p:nvSpPr>
        <p:spPr>
          <a:xfrm>
            <a:off x="3893760" y="3320640"/>
            <a:ext cx="220680" cy="15120"/>
          </a:xfrm>
          <a:custGeom>
            <a:avLst/>
            <a:gdLst/>
            <a:ahLst/>
            <a:rect l="0" t="0" r="r" b="b"/>
            <a:pathLst>
              <a:path w="613" h="42">
                <a:moveTo>
                  <a:pt x="0" y="41"/>
                </a:moveTo>
                <a:lnTo>
                  <a:pt x="592" y="0"/>
                </a:lnTo>
                <a:lnTo>
                  <a:pt x="613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59" name=""/>
          <p:cNvSpPr/>
          <p:nvPr/>
        </p:nvSpPr>
        <p:spPr>
          <a:xfrm>
            <a:off x="3893760" y="3320640"/>
            <a:ext cx="227880" cy="15840"/>
          </a:xfrm>
          <a:custGeom>
            <a:avLst/>
            <a:gdLst/>
            <a:ahLst/>
            <a:rect l="0" t="0" r="r" b="b"/>
            <a:pathLst>
              <a:path w="633" h="44">
                <a:moveTo>
                  <a:pt x="0" y="42"/>
                </a:moveTo>
                <a:lnTo>
                  <a:pt x="613" y="0"/>
                </a:lnTo>
                <a:lnTo>
                  <a:pt x="633" y="0"/>
                </a:lnTo>
                <a:lnTo>
                  <a:pt x="0" y="44"/>
                </a:lnTo>
                <a:lnTo>
                  <a:pt x="0" y="42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0" name=""/>
          <p:cNvSpPr/>
          <p:nvPr/>
        </p:nvSpPr>
        <p:spPr>
          <a:xfrm>
            <a:off x="3893760" y="3320640"/>
            <a:ext cx="231480" cy="15840"/>
          </a:xfrm>
          <a:custGeom>
            <a:avLst/>
            <a:gdLst/>
            <a:ahLst/>
            <a:rect l="0" t="0" r="r" b="b"/>
            <a:pathLst>
              <a:path w="643" h="44">
                <a:moveTo>
                  <a:pt x="0" y="44"/>
                </a:moveTo>
                <a:lnTo>
                  <a:pt x="633" y="0"/>
                </a:lnTo>
                <a:lnTo>
                  <a:pt x="643" y="0"/>
                </a:lnTo>
                <a:lnTo>
                  <a:pt x="0" y="44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1" name=""/>
          <p:cNvSpPr/>
          <p:nvPr/>
        </p:nvSpPr>
        <p:spPr>
          <a:xfrm>
            <a:off x="3893760" y="3320640"/>
            <a:ext cx="235080" cy="16200"/>
          </a:xfrm>
          <a:custGeom>
            <a:avLst/>
            <a:gdLst/>
            <a:ahLst/>
            <a:rect l="0" t="0" r="r" b="b"/>
            <a:pathLst>
              <a:path w="653" h="45">
                <a:moveTo>
                  <a:pt x="0" y="44"/>
                </a:moveTo>
                <a:lnTo>
                  <a:pt x="643" y="0"/>
                </a:lnTo>
                <a:lnTo>
                  <a:pt x="653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2" name=""/>
          <p:cNvSpPr/>
          <p:nvPr/>
        </p:nvSpPr>
        <p:spPr>
          <a:xfrm>
            <a:off x="3893760" y="3320640"/>
            <a:ext cx="242640" cy="16920"/>
          </a:xfrm>
          <a:custGeom>
            <a:avLst/>
            <a:gdLst/>
            <a:ahLst/>
            <a:rect l="0" t="0" r="r" b="b"/>
            <a:pathLst>
              <a:path w="674" h="47">
                <a:moveTo>
                  <a:pt x="0" y="45"/>
                </a:moveTo>
                <a:lnTo>
                  <a:pt x="653" y="0"/>
                </a:lnTo>
                <a:lnTo>
                  <a:pt x="674" y="0"/>
                </a:lnTo>
                <a:lnTo>
                  <a:pt x="0" y="47"/>
                </a:lnTo>
                <a:lnTo>
                  <a:pt x="0" y="45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3" name=""/>
          <p:cNvSpPr/>
          <p:nvPr/>
        </p:nvSpPr>
        <p:spPr>
          <a:xfrm>
            <a:off x="3893760" y="3320640"/>
            <a:ext cx="246240" cy="16920"/>
          </a:xfrm>
          <a:custGeom>
            <a:avLst/>
            <a:gdLst/>
            <a:ahLst/>
            <a:rect l="0" t="0" r="r" b="b"/>
            <a:pathLst>
              <a:path w="684" h="47">
                <a:moveTo>
                  <a:pt x="0" y="47"/>
                </a:moveTo>
                <a:lnTo>
                  <a:pt x="674" y="0"/>
                </a:lnTo>
                <a:lnTo>
                  <a:pt x="684" y="0"/>
                </a:lnTo>
                <a:lnTo>
                  <a:pt x="0" y="47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4" name=""/>
          <p:cNvSpPr/>
          <p:nvPr/>
        </p:nvSpPr>
        <p:spPr>
          <a:xfrm>
            <a:off x="3893760" y="3320640"/>
            <a:ext cx="249840" cy="17280"/>
          </a:xfrm>
          <a:custGeom>
            <a:avLst/>
            <a:gdLst/>
            <a:ahLst/>
            <a:rect l="0" t="0" r="r" b="b"/>
            <a:pathLst>
              <a:path w="694" h="48">
                <a:moveTo>
                  <a:pt x="0" y="47"/>
                </a:moveTo>
                <a:lnTo>
                  <a:pt x="684" y="0"/>
                </a:lnTo>
                <a:lnTo>
                  <a:pt x="694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5" name=""/>
          <p:cNvSpPr/>
          <p:nvPr/>
        </p:nvSpPr>
        <p:spPr>
          <a:xfrm>
            <a:off x="3893760" y="3320640"/>
            <a:ext cx="253440" cy="17640"/>
          </a:xfrm>
          <a:custGeom>
            <a:avLst/>
            <a:gdLst/>
            <a:ahLst/>
            <a:rect l="0" t="0" r="r" b="b"/>
            <a:pathLst>
              <a:path w="704" h="49">
                <a:moveTo>
                  <a:pt x="0" y="48"/>
                </a:moveTo>
                <a:lnTo>
                  <a:pt x="694" y="0"/>
                </a:lnTo>
                <a:lnTo>
                  <a:pt x="704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6" name=""/>
          <p:cNvSpPr/>
          <p:nvPr/>
        </p:nvSpPr>
        <p:spPr>
          <a:xfrm>
            <a:off x="3893760" y="3320640"/>
            <a:ext cx="257400" cy="17640"/>
          </a:xfrm>
          <a:custGeom>
            <a:avLst/>
            <a:gdLst/>
            <a:ahLst/>
            <a:rect l="0" t="0" r="r" b="b"/>
            <a:pathLst>
              <a:path w="715" h="49">
                <a:moveTo>
                  <a:pt x="0" y="49"/>
                </a:moveTo>
                <a:lnTo>
                  <a:pt x="704" y="0"/>
                </a:lnTo>
                <a:lnTo>
                  <a:pt x="715" y="0"/>
                </a:lnTo>
                <a:lnTo>
                  <a:pt x="0" y="49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7" name=""/>
          <p:cNvSpPr/>
          <p:nvPr/>
        </p:nvSpPr>
        <p:spPr>
          <a:xfrm>
            <a:off x="3893760" y="3320640"/>
            <a:ext cx="264600" cy="18360"/>
          </a:xfrm>
          <a:custGeom>
            <a:avLst/>
            <a:gdLst/>
            <a:ahLst/>
            <a:rect l="0" t="0" r="r" b="b"/>
            <a:pathLst>
              <a:path w="735" h="51">
                <a:moveTo>
                  <a:pt x="0" y="49"/>
                </a:moveTo>
                <a:lnTo>
                  <a:pt x="715" y="0"/>
                </a:lnTo>
                <a:lnTo>
                  <a:pt x="735" y="0"/>
                </a:lnTo>
                <a:lnTo>
                  <a:pt x="0" y="51"/>
                </a:lnTo>
                <a:lnTo>
                  <a:pt x="0" y="49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8" name=""/>
          <p:cNvSpPr/>
          <p:nvPr/>
        </p:nvSpPr>
        <p:spPr>
          <a:xfrm>
            <a:off x="3893760" y="3320640"/>
            <a:ext cx="268200" cy="18360"/>
          </a:xfrm>
          <a:custGeom>
            <a:avLst/>
            <a:gdLst/>
            <a:ahLst/>
            <a:rect l="0" t="0" r="r" b="b"/>
            <a:pathLst>
              <a:path w="745" h="51">
                <a:moveTo>
                  <a:pt x="0" y="51"/>
                </a:moveTo>
                <a:lnTo>
                  <a:pt x="735" y="0"/>
                </a:lnTo>
                <a:lnTo>
                  <a:pt x="745" y="0"/>
                </a:lnTo>
                <a:lnTo>
                  <a:pt x="0" y="51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69" name=""/>
          <p:cNvSpPr/>
          <p:nvPr/>
        </p:nvSpPr>
        <p:spPr>
          <a:xfrm>
            <a:off x="3893760" y="3320640"/>
            <a:ext cx="271800" cy="18720"/>
          </a:xfrm>
          <a:custGeom>
            <a:avLst/>
            <a:gdLst/>
            <a:ahLst/>
            <a:rect l="0" t="0" r="r" b="b"/>
            <a:pathLst>
              <a:path w="755" h="52">
                <a:moveTo>
                  <a:pt x="0" y="51"/>
                </a:moveTo>
                <a:lnTo>
                  <a:pt x="745" y="0"/>
                </a:lnTo>
                <a:lnTo>
                  <a:pt x="755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0" name=""/>
          <p:cNvSpPr/>
          <p:nvPr/>
        </p:nvSpPr>
        <p:spPr>
          <a:xfrm>
            <a:off x="3893760" y="3320640"/>
            <a:ext cx="275760" cy="19080"/>
          </a:xfrm>
          <a:custGeom>
            <a:avLst/>
            <a:gdLst/>
            <a:ahLst/>
            <a:rect l="0" t="0" r="r" b="b"/>
            <a:pathLst>
              <a:path w="766" h="53">
                <a:moveTo>
                  <a:pt x="0" y="52"/>
                </a:moveTo>
                <a:lnTo>
                  <a:pt x="755" y="0"/>
                </a:lnTo>
                <a:lnTo>
                  <a:pt x="766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1" name=""/>
          <p:cNvSpPr/>
          <p:nvPr/>
        </p:nvSpPr>
        <p:spPr>
          <a:xfrm>
            <a:off x="3893760" y="3320640"/>
            <a:ext cx="279360" cy="19080"/>
          </a:xfrm>
          <a:custGeom>
            <a:avLst/>
            <a:gdLst/>
            <a:ahLst/>
            <a:rect l="0" t="0" r="r" b="b"/>
            <a:pathLst>
              <a:path w="776" h="53">
                <a:moveTo>
                  <a:pt x="0" y="53"/>
                </a:moveTo>
                <a:lnTo>
                  <a:pt x="766" y="0"/>
                </a:lnTo>
                <a:lnTo>
                  <a:pt x="776" y="0"/>
                </a:lnTo>
                <a:lnTo>
                  <a:pt x="0" y="53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2" name=""/>
          <p:cNvSpPr/>
          <p:nvPr/>
        </p:nvSpPr>
        <p:spPr>
          <a:xfrm>
            <a:off x="3893760" y="3320640"/>
            <a:ext cx="282960" cy="19440"/>
          </a:xfrm>
          <a:custGeom>
            <a:avLst/>
            <a:gdLst/>
            <a:ahLst/>
            <a:rect l="0" t="0" r="r" b="b"/>
            <a:pathLst>
              <a:path w="786" h="54">
                <a:moveTo>
                  <a:pt x="0" y="53"/>
                </a:moveTo>
                <a:lnTo>
                  <a:pt x="776" y="0"/>
                </a:lnTo>
                <a:lnTo>
                  <a:pt x="786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3" name=""/>
          <p:cNvSpPr/>
          <p:nvPr/>
        </p:nvSpPr>
        <p:spPr>
          <a:xfrm>
            <a:off x="3893760" y="3320640"/>
            <a:ext cx="286560" cy="19800"/>
          </a:xfrm>
          <a:custGeom>
            <a:avLst/>
            <a:gdLst/>
            <a:ahLst/>
            <a:rect l="0" t="0" r="r" b="b"/>
            <a:pathLst>
              <a:path w="796" h="55">
                <a:moveTo>
                  <a:pt x="0" y="54"/>
                </a:moveTo>
                <a:lnTo>
                  <a:pt x="786" y="0"/>
                </a:lnTo>
                <a:lnTo>
                  <a:pt x="796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4" name=""/>
          <p:cNvSpPr/>
          <p:nvPr/>
        </p:nvSpPr>
        <p:spPr>
          <a:xfrm>
            <a:off x="3893760" y="3320640"/>
            <a:ext cx="294120" cy="20160"/>
          </a:xfrm>
          <a:custGeom>
            <a:avLst/>
            <a:gdLst/>
            <a:ahLst/>
            <a:rect l="0" t="0" r="r" b="b"/>
            <a:pathLst>
              <a:path w="817" h="56">
                <a:moveTo>
                  <a:pt x="0" y="55"/>
                </a:moveTo>
                <a:lnTo>
                  <a:pt x="796" y="0"/>
                </a:lnTo>
                <a:lnTo>
                  <a:pt x="817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5" name=""/>
          <p:cNvSpPr/>
          <p:nvPr/>
        </p:nvSpPr>
        <p:spPr>
          <a:xfrm>
            <a:off x="3893760" y="3320640"/>
            <a:ext cx="297720" cy="20520"/>
          </a:xfrm>
          <a:custGeom>
            <a:avLst/>
            <a:gdLst/>
            <a:ahLst/>
            <a:rect l="0" t="0" r="r" b="b"/>
            <a:pathLst>
              <a:path w="827" h="57">
                <a:moveTo>
                  <a:pt x="0" y="56"/>
                </a:moveTo>
                <a:lnTo>
                  <a:pt x="817" y="0"/>
                </a:lnTo>
                <a:lnTo>
                  <a:pt x="827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6" name=""/>
          <p:cNvSpPr/>
          <p:nvPr/>
        </p:nvSpPr>
        <p:spPr>
          <a:xfrm>
            <a:off x="3893760" y="3320640"/>
            <a:ext cx="301320" cy="20880"/>
          </a:xfrm>
          <a:custGeom>
            <a:avLst/>
            <a:gdLst/>
            <a:ahLst/>
            <a:rect l="0" t="0" r="r" b="b"/>
            <a:pathLst>
              <a:path w="837" h="58">
                <a:moveTo>
                  <a:pt x="0" y="57"/>
                </a:moveTo>
                <a:lnTo>
                  <a:pt x="827" y="0"/>
                </a:lnTo>
                <a:lnTo>
                  <a:pt x="83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7" name=""/>
          <p:cNvSpPr/>
          <p:nvPr/>
        </p:nvSpPr>
        <p:spPr>
          <a:xfrm>
            <a:off x="3893760" y="3320640"/>
            <a:ext cx="304920" cy="20880"/>
          </a:xfrm>
          <a:custGeom>
            <a:avLst/>
            <a:gdLst/>
            <a:ahLst/>
            <a:rect l="0" t="0" r="r" b="b"/>
            <a:pathLst>
              <a:path w="847" h="58">
                <a:moveTo>
                  <a:pt x="0" y="58"/>
                </a:moveTo>
                <a:lnTo>
                  <a:pt x="837" y="0"/>
                </a:lnTo>
                <a:lnTo>
                  <a:pt x="847" y="0"/>
                </a:lnTo>
                <a:lnTo>
                  <a:pt x="0" y="58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8" name=""/>
          <p:cNvSpPr/>
          <p:nvPr/>
        </p:nvSpPr>
        <p:spPr>
          <a:xfrm>
            <a:off x="3893760" y="3320640"/>
            <a:ext cx="308520" cy="21240"/>
          </a:xfrm>
          <a:custGeom>
            <a:avLst/>
            <a:gdLst/>
            <a:ahLst/>
            <a:rect l="0" t="0" r="r" b="b"/>
            <a:pathLst>
              <a:path w="857" h="59">
                <a:moveTo>
                  <a:pt x="0" y="58"/>
                </a:moveTo>
                <a:lnTo>
                  <a:pt x="847" y="0"/>
                </a:lnTo>
                <a:lnTo>
                  <a:pt x="857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79" name=""/>
          <p:cNvSpPr/>
          <p:nvPr/>
        </p:nvSpPr>
        <p:spPr>
          <a:xfrm>
            <a:off x="3893760" y="3320640"/>
            <a:ext cx="312480" cy="21600"/>
          </a:xfrm>
          <a:custGeom>
            <a:avLst/>
            <a:gdLst/>
            <a:ahLst/>
            <a:rect l="0" t="0" r="r" b="b"/>
            <a:pathLst>
              <a:path w="868" h="60">
                <a:moveTo>
                  <a:pt x="0" y="59"/>
                </a:moveTo>
                <a:lnTo>
                  <a:pt x="857" y="0"/>
                </a:lnTo>
                <a:lnTo>
                  <a:pt x="868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0" name=""/>
          <p:cNvSpPr/>
          <p:nvPr/>
        </p:nvSpPr>
        <p:spPr>
          <a:xfrm>
            <a:off x="3893760" y="3320640"/>
            <a:ext cx="316080" cy="21600"/>
          </a:xfrm>
          <a:custGeom>
            <a:avLst/>
            <a:gdLst/>
            <a:ahLst/>
            <a:rect l="0" t="0" r="r" b="b"/>
            <a:pathLst>
              <a:path w="878" h="60">
                <a:moveTo>
                  <a:pt x="0" y="60"/>
                </a:moveTo>
                <a:lnTo>
                  <a:pt x="868" y="0"/>
                </a:lnTo>
                <a:lnTo>
                  <a:pt x="878" y="0"/>
                </a:lnTo>
                <a:lnTo>
                  <a:pt x="0" y="60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1" name=""/>
          <p:cNvSpPr/>
          <p:nvPr/>
        </p:nvSpPr>
        <p:spPr>
          <a:xfrm>
            <a:off x="3893760" y="3320640"/>
            <a:ext cx="319680" cy="21960"/>
          </a:xfrm>
          <a:custGeom>
            <a:avLst/>
            <a:gdLst/>
            <a:ahLst/>
            <a:rect l="0" t="0" r="r" b="b"/>
            <a:pathLst>
              <a:path w="888" h="61">
                <a:moveTo>
                  <a:pt x="0" y="60"/>
                </a:moveTo>
                <a:lnTo>
                  <a:pt x="878" y="0"/>
                </a:lnTo>
                <a:lnTo>
                  <a:pt x="888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2" name=""/>
          <p:cNvSpPr/>
          <p:nvPr/>
        </p:nvSpPr>
        <p:spPr>
          <a:xfrm>
            <a:off x="3893760" y="3320640"/>
            <a:ext cx="323280" cy="22320"/>
          </a:xfrm>
          <a:custGeom>
            <a:avLst/>
            <a:gdLst/>
            <a:ahLst/>
            <a:rect l="0" t="0" r="r" b="b"/>
            <a:pathLst>
              <a:path w="898" h="62">
                <a:moveTo>
                  <a:pt x="0" y="61"/>
                </a:moveTo>
                <a:lnTo>
                  <a:pt x="888" y="0"/>
                </a:lnTo>
                <a:lnTo>
                  <a:pt x="898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ee5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3" name=""/>
          <p:cNvSpPr/>
          <p:nvPr/>
        </p:nvSpPr>
        <p:spPr>
          <a:xfrm>
            <a:off x="3893760" y="3320640"/>
            <a:ext cx="326880" cy="22320"/>
          </a:xfrm>
          <a:custGeom>
            <a:avLst/>
            <a:gdLst/>
            <a:ahLst/>
            <a:rect l="0" t="0" r="r" b="b"/>
            <a:pathLst>
              <a:path w="908" h="62">
                <a:moveTo>
                  <a:pt x="0" y="62"/>
                </a:moveTo>
                <a:lnTo>
                  <a:pt x="898" y="0"/>
                </a:lnTo>
                <a:lnTo>
                  <a:pt x="908" y="0"/>
                </a:lnTo>
                <a:lnTo>
                  <a:pt x="0" y="62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4" name=""/>
          <p:cNvSpPr/>
          <p:nvPr/>
        </p:nvSpPr>
        <p:spPr>
          <a:xfrm>
            <a:off x="3893760" y="3320640"/>
            <a:ext cx="330840" cy="22680"/>
          </a:xfrm>
          <a:custGeom>
            <a:avLst/>
            <a:gdLst/>
            <a:ahLst/>
            <a:rect l="0" t="0" r="r" b="b"/>
            <a:pathLst>
              <a:path w="919" h="63">
                <a:moveTo>
                  <a:pt x="0" y="62"/>
                </a:moveTo>
                <a:lnTo>
                  <a:pt x="908" y="0"/>
                </a:lnTo>
                <a:lnTo>
                  <a:pt x="919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5" name=""/>
          <p:cNvSpPr/>
          <p:nvPr/>
        </p:nvSpPr>
        <p:spPr>
          <a:xfrm>
            <a:off x="3893760" y="3320640"/>
            <a:ext cx="334440" cy="23040"/>
          </a:xfrm>
          <a:custGeom>
            <a:avLst/>
            <a:gdLst/>
            <a:ahLst/>
            <a:rect l="0" t="0" r="r" b="b"/>
            <a:pathLst>
              <a:path w="929" h="64">
                <a:moveTo>
                  <a:pt x="0" y="63"/>
                </a:moveTo>
                <a:lnTo>
                  <a:pt x="919" y="0"/>
                </a:lnTo>
                <a:lnTo>
                  <a:pt x="929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6" name=""/>
          <p:cNvSpPr/>
          <p:nvPr/>
        </p:nvSpPr>
        <p:spPr>
          <a:xfrm>
            <a:off x="3893760" y="3320640"/>
            <a:ext cx="338040" cy="23400"/>
          </a:xfrm>
          <a:custGeom>
            <a:avLst/>
            <a:gdLst/>
            <a:ahLst/>
            <a:rect l="0" t="0" r="r" b="b"/>
            <a:pathLst>
              <a:path w="939" h="65">
                <a:moveTo>
                  <a:pt x="0" y="64"/>
                </a:moveTo>
                <a:lnTo>
                  <a:pt x="929" y="0"/>
                </a:lnTo>
                <a:lnTo>
                  <a:pt x="939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ede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7" name=""/>
          <p:cNvSpPr/>
          <p:nvPr/>
        </p:nvSpPr>
        <p:spPr>
          <a:xfrm>
            <a:off x="3893760" y="3320640"/>
            <a:ext cx="341640" cy="23400"/>
          </a:xfrm>
          <a:custGeom>
            <a:avLst/>
            <a:gdLst/>
            <a:ahLst/>
            <a:rect l="0" t="0" r="r" b="b"/>
            <a:pathLst>
              <a:path w="949" h="65">
                <a:moveTo>
                  <a:pt x="0" y="65"/>
                </a:moveTo>
                <a:lnTo>
                  <a:pt x="939" y="0"/>
                </a:lnTo>
                <a:lnTo>
                  <a:pt x="949" y="0"/>
                </a:lnTo>
                <a:lnTo>
                  <a:pt x="0" y="65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8" name=""/>
          <p:cNvSpPr/>
          <p:nvPr/>
        </p:nvSpPr>
        <p:spPr>
          <a:xfrm>
            <a:off x="3893760" y="3320640"/>
            <a:ext cx="345240" cy="23760"/>
          </a:xfrm>
          <a:custGeom>
            <a:avLst/>
            <a:gdLst/>
            <a:ahLst/>
            <a:rect l="0" t="0" r="r" b="b"/>
            <a:pathLst>
              <a:path w="959" h="66">
                <a:moveTo>
                  <a:pt x="0" y="65"/>
                </a:moveTo>
                <a:lnTo>
                  <a:pt x="949" y="0"/>
                </a:lnTo>
                <a:lnTo>
                  <a:pt x="959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89" name=""/>
          <p:cNvSpPr/>
          <p:nvPr/>
        </p:nvSpPr>
        <p:spPr>
          <a:xfrm>
            <a:off x="3893760" y="3320640"/>
            <a:ext cx="352800" cy="24120"/>
          </a:xfrm>
          <a:custGeom>
            <a:avLst/>
            <a:gdLst/>
            <a:ahLst/>
            <a:rect l="0" t="0" r="r" b="b"/>
            <a:pathLst>
              <a:path w="980" h="67">
                <a:moveTo>
                  <a:pt x="0" y="66"/>
                </a:moveTo>
                <a:lnTo>
                  <a:pt x="959" y="0"/>
                </a:lnTo>
                <a:lnTo>
                  <a:pt x="980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0" name=""/>
          <p:cNvSpPr/>
          <p:nvPr/>
        </p:nvSpPr>
        <p:spPr>
          <a:xfrm>
            <a:off x="3893760" y="3320640"/>
            <a:ext cx="356400" cy="24480"/>
          </a:xfrm>
          <a:custGeom>
            <a:avLst/>
            <a:gdLst/>
            <a:ahLst/>
            <a:rect l="0" t="0" r="r" b="b"/>
            <a:pathLst>
              <a:path w="990" h="68">
                <a:moveTo>
                  <a:pt x="0" y="67"/>
                </a:moveTo>
                <a:lnTo>
                  <a:pt x="980" y="0"/>
                </a:lnTo>
                <a:lnTo>
                  <a:pt x="990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ece0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1" name=""/>
          <p:cNvSpPr/>
          <p:nvPr/>
        </p:nvSpPr>
        <p:spPr>
          <a:xfrm>
            <a:off x="3893760" y="3320640"/>
            <a:ext cx="360000" cy="24840"/>
          </a:xfrm>
          <a:custGeom>
            <a:avLst/>
            <a:gdLst/>
            <a:ahLst/>
            <a:rect l="0" t="0" r="r" b="b"/>
            <a:pathLst>
              <a:path w="1000" h="69">
                <a:moveTo>
                  <a:pt x="0" y="68"/>
                </a:moveTo>
                <a:lnTo>
                  <a:pt x="990" y="0"/>
                </a:lnTo>
                <a:lnTo>
                  <a:pt x="1000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2" name=""/>
          <p:cNvSpPr/>
          <p:nvPr/>
        </p:nvSpPr>
        <p:spPr>
          <a:xfrm>
            <a:off x="3893760" y="3320640"/>
            <a:ext cx="363600" cy="24840"/>
          </a:xfrm>
          <a:custGeom>
            <a:avLst/>
            <a:gdLst/>
            <a:ahLst/>
            <a:rect l="0" t="0" r="r" b="b"/>
            <a:pathLst>
              <a:path w="1010" h="69">
                <a:moveTo>
                  <a:pt x="0" y="69"/>
                </a:moveTo>
                <a:lnTo>
                  <a:pt x="1000" y="0"/>
                </a:lnTo>
                <a:lnTo>
                  <a:pt x="1010" y="0"/>
                </a:lnTo>
                <a:lnTo>
                  <a:pt x="0" y="6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3" name=""/>
          <p:cNvSpPr/>
          <p:nvPr/>
        </p:nvSpPr>
        <p:spPr>
          <a:xfrm>
            <a:off x="3893760" y="3320640"/>
            <a:ext cx="367560" cy="25200"/>
          </a:xfrm>
          <a:custGeom>
            <a:avLst/>
            <a:gdLst/>
            <a:ahLst/>
            <a:rect l="0" t="0" r="r" b="b"/>
            <a:pathLst>
              <a:path w="1021" h="70">
                <a:moveTo>
                  <a:pt x="0" y="69"/>
                </a:moveTo>
                <a:lnTo>
                  <a:pt x="1010" y="0"/>
                </a:lnTo>
                <a:lnTo>
                  <a:pt x="1021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4" name=""/>
          <p:cNvSpPr/>
          <p:nvPr/>
        </p:nvSpPr>
        <p:spPr>
          <a:xfrm>
            <a:off x="3893760" y="3320640"/>
            <a:ext cx="374760" cy="25560"/>
          </a:xfrm>
          <a:custGeom>
            <a:avLst/>
            <a:gdLst/>
            <a:ahLst/>
            <a:rect l="0" t="0" r="r" b="b"/>
            <a:pathLst>
              <a:path w="1041" h="71">
                <a:moveTo>
                  <a:pt x="0" y="70"/>
                </a:moveTo>
                <a:lnTo>
                  <a:pt x="1021" y="0"/>
                </a:lnTo>
                <a:lnTo>
                  <a:pt x="1041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5" name=""/>
          <p:cNvSpPr/>
          <p:nvPr/>
        </p:nvSpPr>
        <p:spPr>
          <a:xfrm>
            <a:off x="3893760" y="3320640"/>
            <a:ext cx="378360" cy="25920"/>
          </a:xfrm>
          <a:custGeom>
            <a:avLst/>
            <a:gdLst/>
            <a:ahLst/>
            <a:rect l="0" t="0" r="r" b="b"/>
            <a:pathLst>
              <a:path w="1051" h="72">
                <a:moveTo>
                  <a:pt x="0" y="71"/>
                </a:moveTo>
                <a:lnTo>
                  <a:pt x="1041" y="0"/>
                </a:lnTo>
                <a:lnTo>
                  <a:pt x="1051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6" name=""/>
          <p:cNvSpPr/>
          <p:nvPr/>
        </p:nvSpPr>
        <p:spPr>
          <a:xfrm>
            <a:off x="3893760" y="3320640"/>
            <a:ext cx="381960" cy="26280"/>
          </a:xfrm>
          <a:custGeom>
            <a:avLst/>
            <a:gdLst/>
            <a:ahLst/>
            <a:rect l="0" t="0" r="r" b="b"/>
            <a:pathLst>
              <a:path w="1061" h="73">
                <a:moveTo>
                  <a:pt x="0" y="72"/>
                </a:moveTo>
                <a:lnTo>
                  <a:pt x="1051" y="0"/>
                </a:lnTo>
                <a:lnTo>
                  <a:pt x="1061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7" name=""/>
          <p:cNvSpPr/>
          <p:nvPr/>
        </p:nvSpPr>
        <p:spPr>
          <a:xfrm>
            <a:off x="3893760" y="3320640"/>
            <a:ext cx="385920" cy="26640"/>
          </a:xfrm>
          <a:custGeom>
            <a:avLst/>
            <a:gdLst/>
            <a:ahLst/>
            <a:rect l="0" t="0" r="r" b="b"/>
            <a:pathLst>
              <a:path w="1072" h="74">
                <a:moveTo>
                  <a:pt x="0" y="73"/>
                </a:moveTo>
                <a:lnTo>
                  <a:pt x="1061" y="0"/>
                </a:lnTo>
                <a:lnTo>
                  <a:pt x="1072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8" name=""/>
          <p:cNvSpPr/>
          <p:nvPr/>
        </p:nvSpPr>
        <p:spPr>
          <a:xfrm>
            <a:off x="3893760" y="3320640"/>
            <a:ext cx="389520" cy="26640"/>
          </a:xfrm>
          <a:custGeom>
            <a:avLst/>
            <a:gdLst/>
            <a:ahLst/>
            <a:rect l="0" t="0" r="r" b="b"/>
            <a:pathLst>
              <a:path w="1082" h="74">
                <a:moveTo>
                  <a:pt x="0" y="74"/>
                </a:moveTo>
                <a:lnTo>
                  <a:pt x="1072" y="0"/>
                </a:lnTo>
                <a:lnTo>
                  <a:pt x="1082" y="0"/>
                </a:lnTo>
                <a:lnTo>
                  <a:pt x="0" y="74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899" name=""/>
          <p:cNvSpPr/>
          <p:nvPr/>
        </p:nvSpPr>
        <p:spPr>
          <a:xfrm>
            <a:off x="3893760" y="3320640"/>
            <a:ext cx="393120" cy="27000"/>
          </a:xfrm>
          <a:custGeom>
            <a:avLst/>
            <a:gdLst/>
            <a:ahLst/>
            <a:rect l="0" t="0" r="r" b="b"/>
            <a:pathLst>
              <a:path w="1092" h="75">
                <a:moveTo>
                  <a:pt x="0" y="74"/>
                </a:moveTo>
                <a:lnTo>
                  <a:pt x="1082" y="0"/>
                </a:lnTo>
                <a:lnTo>
                  <a:pt x="1092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0" name=""/>
          <p:cNvSpPr/>
          <p:nvPr/>
        </p:nvSpPr>
        <p:spPr>
          <a:xfrm>
            <a:off x="3893760" y="3320640"/>
            <a:ext cx="396720" cy="27360"/>
          </a:xfrm>
          <a:custGeom>
            <a:avLst/>
            <a:gdLst/>
            <a:ahLst/>
            <a:rect l="0" t="0" r="r" b="b"/>
            <a:pathLst>
              <a:path w="1102" h="76">
                <a:moveTo>
                  <a:pt x="0" y="75"/>
                </a:moveTo>
                <a:lnTo>
                  <a:pt x="1092" y="0"/>
                </a:lnTo>
                <a:lnTo>
                  <a:pt x="1102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1" name=""/>
          <p:cNvSpPr/>
          <p:nvPr/>
        </p:nvSpPr>
        <p:spPr>
          <a:xfrm>
            <a:off x="3893760" y="3320640"/>
            <a:ext cx="400320" cy="27360"/>
          </a:xfrm>
          <a:custGeom>
            <a:avLst/>
            <a:gdLst/>
            <a:ahLst/>
            <a:rect l="0" t="0" r="r" b="b"/>
            <a:pathLst>
              <a:path w="1112" h="76">
                <a:moveTo>
                  <a:pt x="0" y="76"/>
                </a:moveTo>
                <a:lnTo>
                  <a:pt x="1102" y="0"/>
                </a:lnTo>
                <a:lnTo>
                  <a:pt x="1112" y="0"/>
                </a:lnTo>
                <a:lnTo>
                  <a:pt x="0" y="76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2" name=""/>
          <p:cNvSpPr/>
          <p:nvPr/>
        </p:nvSpPr>
        <p:spPr>
          <a:xfrm>
            <a:off x="3893760" y="3320640"/>
            <a:ext cx="404280" cy="27720"/>
          </a:xfrm>
          <a:custGeom>
            <a:avLst/>
            <a:gdLst/>
            <a:ahLst/>
            <a:rect l="0" t="0" r="r" b="b"/>
            <a:pathLst>
              <a:path w="1123" h="77">
                <a:moveTo>
                  <a:pt x="0" y="76"/>
                </a:moveTo>
                <a:lnTo>
                  <a:pt x="1112" y="0"/>
                </a:lnTo>
                <a:lnTo>
                  <a:pt x="1123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3" name=""/>
          <p:cNvSpPr/>
          <p:nvPr/>
        </p:nvSpPr>
        <p:spPr>
          <a:xfrm>
            <a:off x="3893760" y="3320640"/>
            <a:ext cx="407880" cy="28080"/>
          </a:xfrm>
          <a:custGeom>
            <a:avLst/>
            <a:gdLst/>
            <a:ahLst/>
            <a:rect l="0" t="0" r="r" b="b"/>
            <a:pathLst>
              <a:path w="1133" h="78">
                <a:moveTo>
                  <a:pt x="0" y="77"/>
                </a:moveTo>
                <a:lnTo>
                  <a:pt x="1123" y="0"/>
                </a:lnTo>
                <a:lnTo>
                  <a:pt x="1133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4" name=""/>
          <p:cNvSpPr/>
          <p:nvPr/>
        </p:nvSpPr>
        <p:spPr>
          <a:xfrm>
            <a:off x="3893760" y="3320640"/>
            <a:ext cx="411480" cy="28080"/>
          </a:xfrm>
          <a:custGeom>
            <a:avLst/>
            <a:gdLst/>
            <a:ahLst/>
            <a:rect l="0" t="0" r="r" b="b"/>
            <a:pathLst>
              <a:path w="1143" h="78">
                <a:moveTo>
                  <a:pt x="0" y="78"/>
                </a:moveTo>
                <a:lnTo>
                  <a:pt x="1133" y="0"/>
                </a:lnTo>
                <a:lnTo>
                  <a:pt x="1143" y="0"/>
                </a:lnTo>
                <a:lnTo>
                  <a:pt x="0" y="78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5" name=""/>
          <p:cNvSpPr/>
          <p:nvPr/>
        </p:nvSpPr>
        <p:spPr>
          <a:xfrm>
            <a:off x="3893760" y="3320640"/>
            <a:ext cx="415080" cy="28440"/>
          </a:xfrm>
          <a:custGeom>
            <a:avLst/>
            <a:gdLst/>
            <a:ahLst/>
            <a:rect l="0" t="0" r="r" b="b"/>
            <a:pathLst>
              <a:path w="1153" h="79">
                <a:moveTo>
                  <a:pt x="0" y="78"/>
                </a:moveTo>
                <a:lnTo>
                  <a:pt x="1143" y="0"/>
                </a:lnTo>
                <a:lnTo>
                  <a:pt x="1153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6" name=""/>
          <p:cNvSpPr/>
          <p:nvPr/>
        </p:nvSpPr>
        <p:spPr>
          <a:xfrm>
            <a:off x="3893760" y="3320640"/>
            <a:ext cx="418680" cy="28800"/>
          </a:xfrm>
          <a:custGeom>
            <a:avLst/>
            <a:gdLst/>
            <a:ahLst/>
            <a:rect l="0" t="0" r="r" b="b"/>
            <a:pathLst>
              <a:path w="1163" h="80">
                <a:moveTo>
                  <a:pt x="0" y="79"/>
                </a:moveTo>
                <a:lnTo>
                  <a:pt x="1153" y="0"/>
                </a:lnTo>
                <a:lnTo>
                  <a:pt x="1163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7" name=""/>
          <p:cNvSpPr/>
          <p:nvPr/>
        </p:nvSpPr>
        <p:spPr>
          <a:xfrm>
            <a:off x="3893760" y="3320640"/>
            <a:ext cx="422640" cy="28800"/>
          </a:xfrm>
          <a:custGeom>
            <a:avLst/>
            <a:gdLst/>
            <a:ahLst/>
            <a:rect l="0" t="0" r="r" b="b"/>
            <a:pathLst>
              <a:path w="1174" h="80">
                <a:moveTo>
                  <a:pt x="0" y="80"/>
                </a:moveTo>
                <a:lnTo>
                  <a:pt x="1163" y="0"/>
                </a:lnTo>
                <a:lnTo>
                  <a:pt x="1174" y="0"/>
                </a:lnTo>
                <a:lnTo>
                  <a:pt x="0" y="80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8" name=""/>
          <p:cNvSpPr/>
          <p:nvPr/>
        </p:nvSpPr>
        <p:spPr>
          <a:xfrm>
            <a:off x="3893760" y="3320640"/>
            <a:ext cx="426240" cy="29160"/>
          </a:xfrm>
          <a:custGeom>
            <a:avLst/>
            <a:gdLst/>
            <a:ahLst/>
            <a:rect l="0" t="0" r="r" b="b"/>
            <a:pathLst>
              <a:path w="1184" h="81">
                <a:moveTo>
                  <a:pt x="0" y="80"/>
                </a:moveTo>
                <a:lnTo>
                  <a:pt x="1174" y="0"/>
                </a:lnTo>
                <a:lnTo>
                  <a:pt x="1184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09" name=""/>
          <p:cNvSpPr/>
          <p:nvPr/>
        </p:nvSpPr>
        <p:spPr>
          <a:xfrm>
            <a:off x="3893760" y="3320640"/>
            <a:ext cx="429840" cy="29520"/>
          </a:xfrm>
          <a:custGeom>
            <a:avLst/>
            <a:gdLst/>
            <a:ahLst/>
            <a:rect l="0" t="0" r="r" b="b"/>
            <a:pathLst>
              <a:path w="1194" h="82">
                <a:moveTo>
                  <a:pt x="0" y="81"/>
                </a:moveTo>
                <a:lnTo>
                  <a:pt x="1184" y="0"/>
                </a:lnTo>
                <a:lnTo>
                  <a:pt x="1194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0" name=""/>
          <p:cNvSpPr/>
          <p:nvPr/>
        </p:nvSpPr>
        <p:spPr>
          <a:xfrm>
            <a:off x="3893760" y="3320640"/>
            <a:ext cx="433440" cy="29880"/>
          </a:xfrm>
          <a:custGeom>
            <a:avLst/>
            <a:gdLst/>
            <a:ahLst/>
            <a:rect l="0" t="0" r="r" b="b"/>
            <a:pathLst>
              <a:path w="1204" h="83">
                <a:moveTo>
                  <a:pt x="0" y="82"/>
                </a:moveTo>
                <a:lnTo>
                  <a:pt x="1194" y="0"/>
                </a:lnTo>
                <a:lnTo>
                  <a:pt x="1204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1" name=""/>
          <p:cNvSpPr/>
          <p:nvPr/>
        </p:nvSpPr>
        <p:spPr>
          <a:xfrm>
            <a:off x="3893760" y="3320640"/>
            <a:ext cx="437040" cy="29880"/>
          </a:xfrm>
          <a:custGeom>
            <a:avLst/>
            <a:gdLst/>
            <a:ahLst/>
            <a:rect l="0" t="0" r="r" b="b"/>
            <a:pathLst>
              <a:path w="1214" h="83">
                <a:moveTo>
                  <a:pt x="0" y="83"/>
                </a:moveTo>
                <a:lnTo>
                  <a:pt x="1204" y="0"/>
                </a:lnTo>
                <a:lnTo>
                  <a:pt x="1214" y="0"/>
                </a:lnTo>
                <a:lnTo>
                  <a:pt x="0" y="83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2" name=""/>
          <p:cNvSpPr/>
          <p:nvPr/>
        </p:nvSpPr>
        <p:spPr>
          <a:xfrm>
            <a:off x="3893760" y="3320640"/>
            <a:ext cx="441000" cy="30600"/>
          </a:xfrm>
          <a:custGeom>
            <a:avLst/>
            <a:gdLst/>
            <a:ahLst/>
            <a:rect l="0" t="0" r="r" b="b"/>
            <a:pathLst>
              <a:path w="1225" h="85">
                <a:moveTo>
                  <a:pt x="0" y="83"/>
                </a:moveTo>
                <a:lnTo>
                  <a:pt x="1214" y="0"/>
                </a:lnTo>
                <a:lnTo>
                  <a:pt x="1225" y="0"/>
                </a:lnTo>
                <a:lnTo>
                  <a:pt x="0" y="85"/>
                </a:lnTo>
                <a:lnTo>
                  <a:pt x="0" y="83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3" name=""/>
          <p:cNvSpPr/>
          <p:nvPr/>
        </p:nvSpPr>
        <p:spPr>
          <a:xfrm>
            <a:off x="3893760" y="3320640"/>
            <a:ext cx="444600" cy="30600"/>
          </a:xfrm>
          <a:custGeom>
            <a:avLst/>
            <a:gdLst/>
            <a:ahLst/>
            <a:rect l="0" t="0" r="r" b="b"/>
            <a:pathLst>
              <a:path w="1235" h="85">
                <a:moveTo>
                  <a:pt x="0" y="84"/>
                </a:moveTo>
                <a:lnTo>
                  <a:pt x="1225" y="0"/>
                </a:lnTo>
                <a:lnTo>
                  <a:pt x="1235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4" name=""/>
          <p:cNvSpPr/>
          <p:nvPr/>
        </p:nvSpPr>
        <p:spPr>
          <a:xfrm>
            <a:off x="3893760" y="3320640"/>
            <a:ext cx="448200" cy="30600"/>
          </a:xfrm>
          <a:custGeom>
            <a:avLst/>
            <a:gdLst/>
            <a:ahLst/>
            <a:rect l="0" t="0" r="r" b="b"/>
            <a:pathLst>
              <a:path w="1245" h="85">
                <a:moveTo>
                  <a:pt x="0" y="85"/>
                </a:moveTo>
                <a:lnTo>
                  <a:pt x="1235" y="0"/>
                </a:lnTo>
                <a:lnTo>
                  <a:pt x="1245" y="0"/>
                </a:lnTo>
                <a:lnTo>
                  <a:pt x="0" y="85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5" name=""/>
          <p:cNvSpPr/>
          <p:nvPr/>
        </p:nvSpPr>
        <p:spPr>
          <a:xfrm>
            <a:off x="3893760" y="3320640"/>
            <a:ext cx="451800" cy="30960"/>
          </a:xfrm>
          <a:custGeom>
            <a:avLst/>
            <a:gdLst/>
            <a:ahLst/>
            <a:rect l="0" t="0" r="r" b="b"/>
            <a:pathLst>
              <a:path w="1255" h="86">
                <a:moveTo>
                  <a:pt x="0" y="85"/>
                </a:moveTo>
                <a:lnTo>
                  <a:pt x="1245" y="0"/>
                </a:lnTo>
                <a:lnTo>
                  <a:pt x="1255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6" name=""/>
          <p:cNvSpPr/>
          <p:nvPr/>
        </p:nvSpPr>
        <p:spPr>
          <a:xfrm>
            <a:off x="3893760" y="3320640"/>
            <a:ext cx="455400" cy="31320"/>
          </a:xfrm>
          <a:custGeom>
            <a:avLst/>
            <a:gdLst/>
            <a:ahLst/>
            <a:rect l="0" t="0" r="r" b="b"/>
            <a:pathLst>
              <a:path w="1265" h="87">
                <a:moveTo>
                  <a:pt x="0" y="86"/>
                </a:moveTo>
                <a:lnTo>
                  <a:pt x="1255" y="0"/>
                </a:lnTo>
                <a:lnTo>
                  <a:pt x="1265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7" name=""/>
          <p:cNvSpPr/>
          <p:nvPr/>
        </p:nvSpPr>
        <p:spPr>
          <a:xfrm>
            <a:off x="3893760" y="3320640"/>
            <a:ext cx="459360" cy="31320"/>
          </a:xfrm>
          <a:custGeom>
            <a:avLst/>
            <a:gdLst/>
            <a:ahLst/>
            <a:rect l="0" t="0" r="r" b="b"/>
            <a:pathLst>
              <a:path w="1276" h="87">
                <a:moveTo>
                  <a:pt x="0" y="87"/>
                </a:moveTo>
                <a:lnTo>
                  <a:pt x="1265" y="0"/>
                </a:lnTo>
                <a:lnTo>
                  <a:pt x="1276" y="0"/>
                </a:lnTo>
                <a:lnTo>
                  <a:pt x="0" y="87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8" name=""/>
          <p:cNvSpPr/>
          <p:nvPr/>
        </p:nvSpPr>
        <p:spPr>
          <a:xfrm>
            <a:off x="3893760" y="3320640"/>
            <a:ext cx="462960" cy="31680"/>
          </a:xfrm>
          <a:custGeom>
            <a:avLst/>
            <a:gdLst/>
            <a:ahLst/>
            <a:rect l="0" t="0" r="r" b="b"/>
            <a:pathLst>
              <a:path w="1286" h="88">
                <a:moveTo>
                  <a:pt x="0" y="87"/>
                </a:moveTo>
                <a:lnTo>
                  <a:pt x="1276" y="0"/>
                </a:lnTo>
                <a:lnTo>
                  <a:pt x="1286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19" name=""/>
          <p:cNvSpPr/>
          <p:nvPr/>
        </p:nvSpPr>
        <p:spPr>
          <a:xfrm>
            <a:off x="3893760" y="3320640"/>
            <a:ext cx="466560" cy="32040"/>
          </a:xfrm>
          <a:custGeom>
            <a:avLst/>
            <a:gdLst/>
            <a:ahLst/>
            <a:rect l="0" t="0" r="r" b="b"/>
            <a:pathLst>
              <a:path w="1296" h="89">
                <a:moveTo>
                  <a:pt x="0" y="88"/>
                </a:moveTo>
                <a:lnTo>
                  <a:pt x="1286" y="0"/>
                </a:lnTo>
                <a:lnTo>
                  <a:pt x="1296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0" name=""/>
          <p:cNvSpPr/>
          <p:nvPr/>
        </p:nvSpPr>
        <p:spPr>
          <a:xfrm>
            <a:off x="3893760" y="3320640"/>
            <a:ext cx="468000" cy="32040"/>
          </a:xfrm>
          <a:custGeom>
            <a:avLst/>
            <a:gdLst/>
            <a:ahLst/>
            <a:rect l="0" t="0" r="r" b="b"/>
            <a:pathLst>
              <a:path w="1300" h="89">
                <a:moveTo>
                  <a:pt x="0" y="89"/>
                </a:moveTo>
                <a:lnTo>
                  <a:pt x="1296" y="0"/>
                </a:lnTo>
                <a:lnTo>
                  <a:pt x="1300" y="0"/>
                </a:lnTo>
                <a:lnTo>
                  <a:pt x="0" y="89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1" name=""/>
          <p:cNvSpPr/>
          <p:nvPr/>
        </p:nvSpPr>
        <p:spPr>
          <a:xfrm>
            <a:off x="3893760" y="3320640"/>
            <a:ext cx="468000" cy="32400"/>
          </a:xfrm>
          <a:custGeom>
            <a:avLst/>
            <a:gdLst/>
            <a:ahLst/>
            <a:rect l="0" t="0" r="r" b="b"/>
            <a:pathLst>
              <a:path w="1300" h="90">
                <a:moveTo>
                  <a:pt x="0" y="89"/>
                </a:moveTo>
                <a:lnTo>
                  <a:pt x="1300" y="0"/>
                </a:lnTo>
                <a:lnTo>
                  <a:pt x="1300" y="1"/>
                </a:lnTo>
                <a:lnTo>
                  <a:pt x="4" y="90"/>
                </a:lnTo>
                <a:lnTo>
                  <a:pt x="0" y="89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2" name=""/>
          <p:cNvSpPr/>
          <p:nvPr/>
        </p:nvSpPr>
        <p:spPr>
          <a:xfrm>
            <a:off x="3895200" y="3321000"/>
            <a:ext cx="466560" cy="32040"/>
          </a:xfrm>
          <a:custGeom>
            <a:avLst/>
            <a:gdLst/>
            <a:ahLst/>
            <a:rect l="0" t="0" r="r" b="b"/>
            <a:pathLst>
              <a:path w="1296" h="89">
                <a:moveTo>
                  <a:pt x="0" y="89"/>
                </a:moveTo>
                <a:lnTo>
                  <a:pt x="1296" y="0"/>
                </a:lnTo>
                <a:lnTo>
                  <a:pt x="1296" y="1"/>
                </a:lnTo>
                <a:lnTo>
                  <a:pt x="10" y="89"/>
                </a:lnTo>
                <a:lnTo>
                  <a:pt x="0" y="89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3" name=""/>
          <p:cNvSpPr/>
          <p:nvPr/>
        </p:nvSpPr>
        <p:spPr>
          <a:xfrm>
            <a:off x="3898800" y="3321360"/>
            <a:ext cx="462960" cy="31680"/>
          </a:xfrm>
          <a:custGeom>
            <a:avLst/>
            <a:gdLst/>
            <a:ahLst/>
            <a:rect l="0" t="0" r="r" b="b"/>
            <a:pathLst>
              <a:path w="1286" h="88">
                <a:moveTo>
                  <a:pt x="0" y="88"/>
                </a:moveTo>
                <a:lnTo>
                  <a:pt x="1286" y="0"/>
                </a:lnTo>
                <a:lnTo>
                  <a:pt x="10" y="88"/>
                </a:lnTo>
                <a:lnTo>
                  <a:pt x="0" y="88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4" name=""/>
          <p:cNvSpPr/>
          <p:nvPr/>
        </p:nvSpPr>
        <p:spPr>
          <a:xfrm>
            <a:off x="3902400" y="3321360"/>
            <a:ext cx="459360" cy="31680"/>
          </a:xfrm>
          <a:custGeom>
            <a:avLst/>
            <a:gdLst/>
            <a:ahLst/>
            <a:rect l="0" t="0" r="r" b="b"/>
            <a:pathLst>
              <a:path w="1276" h="88">
                <a:moveTo>
                  <a:pt x="0" y="88"/>
                </a:moveTo>
                <a:lnTo>
                  <a:pt x="1276" y="0"/>
                </a:lnTo>
                <a:lnTo>
                  <a:pt x="1276" y="1"/>
                </a:lnTo>
                <a:lnTo>
                  <a:pt x="11" y="88"/>
                </a:lnTo>
                <a:lnTo>
                  <a:pt x="0" y="88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5" name=""/>
          <p:cNvSpPr/>
          <p:nvPr/>
        </p:nvSpPr>
        <p:spPr>
          <a:xfrm>
            <a:off x="3906360" y="3321720"/>
            <a:ext cx="455400" cy="31320"/>
          </a:xfrm>
          <a:custGeom>
            <a:avLst/>
            <a:gdLst/>
            <a:ahLst/>
            <a:rect l="0" t="0" r="r" b="b"/>
            <a:pathLst>
              <a:path w="1265" h="87">
                <a:moveTo>
                  <a:pt x="0" y="87"/>
                </a:moveTo>
                <a:lnTo>
                  <a:pt x="1265" y="0"/>
                </a:lnTo>
                <a:lnTo>
                  <a:pt x="1265" y="1"/>
                </a:lnTo>
                <a:lnTo>
                  <a:pt x="10" y="87"/>
                </a:lnTo>
                <a:lnTo>
                  <a:pt x="0" y="87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6" name=""/>
          <p:cNvSpPr/>
          <p:nvPr/>
        </p:nvSpPr>
        <p:spPr>
          <a:xfrm>
            <a:off x="3909960" y="3322080"/>
            <a:ext cx="451800" cy="30960"/>
          </a:xfrm>
          <a:custGeom>
            <a:avLst/>
            <a:gdLst/>
            <a:ahLst/>
            <a:rect l="0" t="0" r="r" b="b"/>
            <a:pathLst>
              <a:path w="1255" h="86">
                <a:moveTo>
                  <a:pt x="0" y="86"/>
                </a:moveTo>
                <a:lnTo>
                  <a:pt x="1255" y="0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7" name=""/>
          <p:cNvSpPr/>
          <p:nvPr/>
        </p:nvSpPr>
        <p:spPr>
          <a:xfrm>
            <a:off x="3913560" y="3322080"/>
            <a:ext cx="448200" cy="30960"/>
          </a:xfrm>
          <a:custGeom>
            <a:avLst/>
            <a:gdLst/>
            <a:ahLst/>
            <a:rect l="0" t="0" r="r" b="b"/>
            <a:pathLst>
              <a:path w="1245" h="86">
                <a:moveTo>
                  <a:pt x="0" y="86"/>
                </a:moveTo>
                <a:lnTo>
                  <a:pt x="1245" y="0"/>
                </a:lnTo>
                <a:lnTo>
                  <a:pt x="1245" y="1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8" name=""/>
          <p:cNvSpPr/>
          <p:nvPr/>
        </p:nvSpPr>
        <p:spPr>
          <a:xfrm>
            <a:off x="3917160" y="3322440"/>
            <a:ext cx="444600" cy="30600"/>
          </a:xfrm>
          <a:custGeom>
            <a:avLst/>
            <a:gdLst/>
            <a:ahLst/>
            <a:rect l="0" t="0" r="r" b="b"/>
            <a:pathLst>
              <a:path w="1235" h="85">
                <a:moveTo>
                  <a:pt x="0" y="85"/>
                </a:moveTo>
                <a:lnTo>
                  <a:pt x="1235" y="0"/>
                </a:lnTo>
                <a:lnTo>
                  <a:pt x="1235" y="1"/>
                </a:lnTo>
                <a:lnTo>
                  <a:pt x="1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29" name=""/>
          <p:cNvSpPr/>
          <p:nvPr/>
        </p:nvSpPr>
        <p:spPr>
          <a:xfrm>
            <a:off x="3920760" y="3322800"/>
            <a:ext cx="441000" cy="30240"/>
          </a:xfrm>
          <a:custGeom>
            <a:avLst/>
            <a:gdLst/>
            <a:ahLst/>
            <a:rect l="0" t="0" r="r" b="b"/>
            <a:pathLst>
              <a:path w="1225" h="84">
                <a:moveTo>
                  <a:pt x="0" y="84"/>
                </a:moveTo>
                <a:lnTo>
                  <a:pt x="1225" y="0"/>
                </a:lnTo>
                <a:lnTo>
                  <a:pt x="1225" y="1"/>
                </a:lnTo>
                <a:lnTo>
                  <a:pt x="11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0" name=""/>
          <p:cNvSpPr/>
          <p:nvPr/>
        </p:nvSpPr>
        <p:spPr>
          <a:xfrm>
            <a:off x="3924720" y="3323160"/>
            <a:ext cx="437040" cy="29880"/>
          </a:xfrm>
          <a:custGeom>
            <a:avLst/>
            <a:gdLst/>
            <a:ahLst/>
            <a:rect l="0" t="0" r="r" b="b"/>
            <a:pathLst>
              <a:path w="1214" h="83">
                <a:moveTo>
                  <a:pt x="0" y="83"/>
                </a:moveTo>
                <a:lnTo>
                  <a:pt x="1214" y="0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1" name=""/>
          <p:cNvSpPr/>
          <p:nvPr/>
        </p:nvSpPr>
        <p:spPr>
          <a:xfrm>
            <a:off x="3928320" y="3323160"/>
            <a:ext cx="433440" cy="29880"/>
          </a:xfrm>
          <a:custGeom>
            <a:avLst/>
            <a:gdLst/>
            <a:ahLst/>
            <a:rect l="0" t="0" r="r" b="b"/>
            <a:pathLst>
              <a:path w="1204" h="83">
                <a:moveTo>
                  <a:pt x="0" y="83"/>
                </a:moveTo>
                <a:lnTo>
                  <a:pt x="1204" y="0"/>
                </a:lnTo>
                <a:lnTo>
                  <a:pt x="1204" y="1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2" name=""/>
          <p:cNvSpPr/>
          <p:nvPr/>
        </p:nvSpPr>
        <p:spPr>
          <a:xfrm>
            <a:off x="3931920" y="3323520"/>
            <a:ext cx="429840" cy="29520"/>
          </a:xfrm>
          <a:custGeom>
            <a:avLst/>
            <a:gdLst/>
            <a:ahLst/>
            <a:rect l="0" t="0" r="r" b="b"/>
            <a:pathLst>
              <a:path w="1194" h="82">
                <a:moveTo>
                  <a:pt x="0" y="82"/>
                </a:moveTo>
                <a:lnTo>
                  <a:pt x="1194" y="0"/>
                </a:lnTo>
                <a:lnTo>
                  <a:pt x="1194" y="1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3" name=""/>
          <p:cNvSpPr/>
          <p:nvPr/>
        </p:nvSpPr>
        <p:spPr>
          <a:xfrm>
            <a:off x="3935520" y="3323880"/>
            <a:ext cx="426240" cy="29160"/>
          </a:xfrm>
          <a:custGeom>
            <a:avLst/>
            <a:gdLst/>
            <a:ahLst/>
            <a:rect l="0" t="0" r="r" b="b"/>
            <a:pathLst>
              <a:path w="1184" h="81">
                <a:moveTo>
                  <a:pt x="0" y="81"/>
                </a:moveTo>
                <a:lnTo>
                  <a:pt x="1184" y="0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4" name=""/>
          <p:cNvSpPr/>
          <p:nvPr/>
        </p:nvSpPr>
        <p:spPr>
          <a:xfrm>
            <a:off x="3939120" y="3323880"/>
            <a:ext cx="422640" cy="29160"/>
          </a:xfrm>
          <a:custGeom>
            <a:avLst/>
            <a:gdLst/>
            <a:ahLst/>
            <a:rect l="0" t="0" r="r" b="b"/>
            <a:pathLst>
              <a:path w="1174" h="81">
                <a:moveTo>
                  <a:pt x="0" y="81"/>
                </a:moveTo>
                <a:lnTo>
                  <a:pt x="1174" y="0"/>
                </a:lnTo>
                <a:lnTo>
                  <a:pt x="1174" y="1"/>
                </a:lnTo>
                <a:lnTo>
                  <a:pt x="11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5" name=""/>
          <p:cNvSpPr/>
          <p:nvPr/>
        </p:nvSpPr>
        <p:spPr>
          <a:xfrm>
            <a:off x="3943080" y="3324240"/>
            <a:ext cx="418680" cy="28800"/>
          </a:xfrm>
          <a:custGeom>
            <a:avLst/>
            <a:gdLst/>
            <a:ahLst/>
            <a:rect l="0" t="0" r="r" b="b"/>
            <a:pathLst>
              <a:path w="1163" h="80">
                <a:moveTo>
                  <a:pt x="0" y="80"/>
                </a:moveTo>
                <a:lnTo>
                  <a:pt x="1163" y="0"/>
                </a:lnTo>
                <a:lnTo>
                  <a:pt x="1163" y="1"/>
                </a:lnTo>
                <a:lnTo>
                  <a:pt x="1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6" name=""/>
          <p:cNvSpPr/>
          <p:nvPr/>
        </p:nvSpPr>
        <p:spPr>
          <a:xfrm>
            <a:off x="3946680" y="3324600"/>
            <a:ext cx="415080" cy="28440"/>
          </a:xfrm>
          <a:custGeom>
            <a:avLst/>
            <a:gdLst/>
            <a:ahLst/>
            <a:rect l="0" t="0" r="r" b="b"/>
            <a:pathLst>
              <a:path w="1153" h="79">
                <a:moveTo>
                  <a:pt x="0" y="79"/>
                </a:moveTo>
                <a:lnTo>
                  <a:pt x="1153" y="0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7" name=""/>
          <p:cNvSpPr/>
          <p:nvPr/>
        </p:nvSpPr>
        <p:spPr>
          <a:xfrm>
            <a:off x="3950280" y="3324600"/>
            <a:ext cx="411480" cy="28440"/>
          </a:xfrm>
          <a:custGeom>
            <a:avLst/>
            <a:gdLst/>
            <a:ahLst/>
            <a:rect l="0" t="0" r="r" b="b"/>
            <a:pathLst>
              <a:path w="1143" h="79">
                <a:moveTo>
                  <a:pt x="0" y="79"/>
                </a:moveTo>
                <a:lnTo>
                  <a:pt x="1143" y="0"/>
                </a:lnTo>
                <a:lnTo>
                  <a:pt x="1143" y="1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8" name=""/>
          <p:cNvSpPr/>
          <p:nvPr/>
        </p:nvSpPr>
        <p:spPr>
          <a:xfrm>
            <a:off x="3953880" y="3324960"/>
            <a:ext cx="407880" cy="28080"/>
          </a:xfrm>
          <a:custGeom>
            <a:avLst/>
            <a:gdLst/>
            <a:ahLst/>
            <a:rect l="0" t="0" r="r" b="b"/>
            <a:pathLst>
              <a:path w="1133" h="78">
                <a:moveTo>
                  <a:pt x="0" y="78"/>
                </a:moveTo>
                <a:lnTo>
                  <a:pt x="1133" y="0"/>
                </a:lnTo>
                <a:lnTo>
                  <a:pt x="1133" y="1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39" name=""/>
          <p:cNvSpPr/>
          <p:nvPr/>
        </p:nvSpPr>
        <p:spPr>
          <a:xfrm>
            <a:off x="3957480" y="3325320"/>
            <a:ext cx="404280" cy="27720"/>
          </a:xfrm>
          <a:custGeom>
            <a:avLst/>
            <a:gdLst/>
            <a:ahLst/>
            <a:rect l="0" t="0" r="r" b="b"/>
            <a:pathLst>
              <a:path w="1123" h="77">
                <a:moveTo>
                  <a:pt x="0" y="77"/>
                </a:moveTo>
                <a:lnTo>
                  <a:pt x="1123" y="0"/>
                </a:lnTo>
                <a:lnTo>
                  <a:pt x="11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0" name=""/>
          <p:cNvSpPr/>
          <p:nvPr/>
        </p:nvSpPr>
        <p:spPr>
          <a:xfrm>
            <a:off x="3961440" y="3325320"/>
            <a:ext cx="400320" cy="27720"/>
          </a:xfrm>
          <a:custGeom>
            <a:avLst/>
            <a:gdLst/>
            <a:ahLst/>
            <a:rect l="0" t="0" r="r" b="b"/>
            <a:pathLst>
              <a:path w="1112" h="77">
                <a:moveTo>
                  <a:pt x="0" y="77"/>
                </a:moveTo>
                <a:lnTo>
                  <a:pt x="1112" y="0"/>
                </a:lnTo>
                <a:lnTo>
                  <a:pt x="1112" y="1"/>
                </a:lnTo>
                <a:lnTo>
                  <a:pt x="10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1" name=""/>
          <p:cNvSpPr/>
          <p:nvPr/>
        </p:nvSpPr>
        <p:spPr>
          <a:xfrm>
            <a:off x="3965040" y="3325680"/>
            <a:ext cx="396720" cy="27360"/>
          </a:xfrm>
          <a:custGeom>
            <a:avLst/>
            <a:gdLst/>
            <a:ahLst/>
            <a:rect l="0" t="0" r="r" b="b"/>
            <a:pathLst>
              <a:path w="1102" h="76">
                <a:moveTo>
                  <a:pt x="0" y="76"/>
                </a:moveTo>
                <a:lnTo>
                  <a:pt x="1102" y="0"/>
                </a:lnTo>
                <a:lnTo>
                  <a:pt x="1102" y="1"/>
                </a:lnTo>
                <a:lnTo>
                  <a:pt x="1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dc3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2" name=""/>
          <p:cNvSpPr/>
          <p:nvPr/>
        </p:nvSpPr>
        <p:spPr>
          <a:xfrm>
            <a:off x="3968640" y="3326040"/>
            <a:ext cx="393120" cy="27000"/>
          </a:xfrm>
          <a:custGeom>
            <a:avLst/>
            <a:gdLst/>
            <a:ahLst/>
            <a:rect l="0" t="0" r="r" b="b"/>
            <a:pathLst>
              <a:path w="1092" h="75">
                <a:moveTo>
                  <a:pt x="0" y="75"/>
                </a:moveTo>
                <a:lnTo>
                  <a:pt x="1092" y="0"/>
                </a:lnTo>
                <a:lnTo>
                  <a:pt x="1092" y="1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3" name=""/>
          <p:cNvSpPr/>
          <p:nvPr/>
        </p:nvSpPr>
        <p:spPr>
          <a:xfrm>
            <a:off x="3972240" y="3326400"/>
            <a:ext cx="389520" cy="26640"/>
          </a:xfrm>
          <a:custGeom>
            <a:avLst/>
            <a:gdLst/>
            <a:ahLst/>
            <a:rect l="0" t="0" r="r" b="b"/>
            <a:pathLst>
              <a:path w="1082" h="74">
                <a:moveTo>
                  <a:pt x="0" y="74"/>
                </a:moveTo>
                <a:lnTo>
                  <a:pt x="1082" y="0"/>
                </a:lnTo>
                <a:lnTo>
                  <a:pt x="10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dc2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4" name=""/>
          <p:cNvSpPr/>
          <p:nvPr/>
        </p:nvSpPr>
        <p:spPr>
          <a:xfrm>
            <a:off x="3975840" y="3326400"/>
            <a:ext cx="385920" cy="26640"/>
          </a:xfrm>
          <a:custGeom>
            <a:avLst/>
            <a:gdLst/>
            <a:ahLst/>
            <a:rect l="0" t="0" r="r" b="b"/>
            <a:pathLst>
              <a:path w="1072" h="74">
                <a:moveTo>
                  <a:pt x="0" y="74"/>
                </a:moveTo>
                <a:lnTo>
                  <a:pt x="1072" y="0"/>
                </a:lnTo>
                <a:lnTo>
                  <a:pt x="1072" y="1"/>
                </a:lnTo>
                <a:lnTo>
                  <a:pt x="11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5" name=""/>
          <p:cNvSpPr/>
          <p:nvPr/>
        </p:nvSpPr>
        <p:spPr>
          <a:xfrm>
            <a:off x="3979800" y="3326760"/>
            <a:ext cx="381960" cy="26280"/>
          </a:xfrm>
          <a:custGeom>
            <a:avLst/>
            <a:gdLst/>
            <a:ahLst/>
            <a:rect l="0" t="0" r="r" b="b"/>
            <a:pathLst>
              <a:path w="1061" h="73">
                <a:moveTo>
                  <a:pt x="0" y="73"/>
                </a:moveTo>
                <a:lnTo>
                  <a:pt x="1061" y="0"/>
                </a:lnTo>
                <a:lnTo>
                  <a:pt x="1061" y="1"/>
                </a:lnTo>
                <a:lnTo>
                  <a:pt x="10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cc0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6" name=""/>
          <p:cNvSpPr/>
          <p:nvPr/>
        </p:nvSpPr>
        <p:spPr>
          <a:xfrm>
            <a:off x="3983400" y="3327120"/>
            <a:ext cx="378360" cy="25920"/>
          </a:xfrm>
          <a:custGeom>
            <a:avLst/>
            <a:gdLst/>
            <a:ahLst/>
            <a:rect l="0" t="0" r="r" b="b"/>
            <a:pathLst>
              <a:path w="1051" h="72">
                <a:moveTo>
                  <a:pt x="0" y="72"/>
                </a:moveTo>
                <a:lnTo>
                  <a:pt x="1051" y="0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7" name=""/>
          <p:cNvSpPr/>
          <p:nvPr/>
        </p:nvSpPr>
        <p:spPr>
          <a:xfrm>
            <a:off x="3987000" y="3327120"/>
            <a:ext cx="374760" cy="25920"/>
          </a:xfrm>
          <a:custGeom>
            <a:avLst/>
            <a:gdLst/>
            <a:ahLst/>
            <a:rect l="0" t="0" r="r" b="b"/>
            <a:pathLst>
              <a:path w="1041" h="72">
                <a:moveTo>
                  <a:pt x="0" y="72"/>
                </a:moveTo>
                <a:lnTo>
                  <a:pt x="1041" y="0"/>
                </a:lnTo>
                <a:lnTo>
                  <a:pt x="1041" y="1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c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8" name=""/>
          <p:cNvSpPr/>
          <p:nvPr/>
        </p:nvSpPr>
        <p:spPr>
          <a:xfrm>
            <a:off x="3990600" y="3327480"/>
            <a:ext cx="371160" cy="25560"/>
          </a:xfrm>
          <a:custGeom>
            <a:avLst/>
            <a:gdLst/>
            <a:ahLst/>
            <a:rect l="0" t="0" r="r" b="b"/>
            <a:pathLst>
              <a:path w="1031" h="71">
                <a:moveTo>
                  <a:pt x="0" y="71"/>
                </a:moveTo>
                <a:lnTo>
                  <a:pt x="1031" y="0"/>
                </a:lnTo>
                <a:lnTo>
                  <a:pt x="1031" y="1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49" name=""/>
          <p:cNvSpPr/>
          <p:nvPr/>
        </p:nvSpPr>
        <p:spPr>
          <a:xfrm>
            <a:off x="3994200" y="3327840"/>
            <a:ext cx="367560" cy="25200"/>
          </a:xfrm>
          <a:custGeom>
            <a:avLst/>
            <a:gdLst/>
            <a:ahLst/>
            <a:rect l="0" t="0" r="r" b="b"/>
            <a:pathLst>
              <a:path w="1021" h="70">
                <a:moveTo>
                  <a:pt x="0" y="70"/>
                </a:moveTo>
                <a:lnTo>
                  <a:pt x="1021" y="0"/>
                </a:lnTo>
                <a:lnTo>
                  <a:pt x="11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bbe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0" name=""/>
          <p:cNvSpPr/>
          <p:nvPr/>
        </p:nvSpPr>
        <p:spPr>
          <a:xfrm>
            <a:off x="3998160" y="3327840"/>
            <a:ext cx="363600" cy="25200"/>
          </a:xfrm>
          <a:custGeom>
            <a:avLst/>
            <a:gdLst/>
            <a:ahLst/>
            <a:rect l="0" t="0" r="r" b="b"/>
            <a:pathLst>
              <a:path w="1010" h="70">
                <a:moveTo>
                  <a:pt x="0" y="70"/>
                </a:moveTo>
                <a:lnTo>
                  <a:pt x="1010" y="0"/>
                </a:lnTo>
                <a:lnTo>
                  <a:pt x="1010" y="1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1" name=""/>
          <p:cNvSpPr/>
          <p:nvPr/>
        </p:nvSpPr>
        <p:spPr>
          <a:xfrm>
            <a:off x="4001760" y="3328200"/>
            <a:ext cx="360000" cy="24840"/>
          </a:xfrm>
          <a:custGeom>
            <a:avLst/>
            <a:gdLst/>
            <a:ahLst/>
            <a:rect l="0" t="0" r="r" b="b"/>
            <a:pathLst>
              <a:path w="1000" h="69">
                <a:moveTo>
                  <a:pt x="0" y="69"/>
                </a:moveTo>
                <a:lnTo>
                  <a:pt x="1000" y="0"/>
                </a:lnTo>
                <a:lnTo>
                  <a:pt x="1000" y="1"/>
                </a:lnTo>
                <a:lnTo>
                  <a:pt x="10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bbd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2" name=""/>
          <p:cNvSpPr/>
          <p:nvPr/>
        </p:nvSpPr>
        <p:spPr>
          <a:xfrm>
            <a:off x="4005360" y="3328560"/>
            <a:ext cx="356400" cy="24480"/>
          </a:xfrm>
          <a:custGeom>
            <a:avLst/>
            <a:gdLst/>
            <a:ahLst/>
            <a:rect l="0" t="0" r="r" b="b"/>
            <a:pathLst>
              <a:path w="990" h="68">
                <a:moveTo>
                  <a:pt x="0" y="68"/>
                </a:moveTo>
                <a:lnTo>
                  <a:pt x="990" y="0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3" name=""/>
          <p:cNvSpPr/>
          <p:nvPr/>
        </p:nvSpPr>
        <p:spPr>
          <a:xfrm>
            <a:off x="4008960" y="3328560"/>
            <a:ext cx="352800" cy="24480"/>
          </a:xfrm>
          <a:custGeom>
            <a:avLst/>
            <a:gdLst/>
            <a:ahLst/>
            <a:rect l="0" t="0" r="r" b="b"/>
            <a:pathLst>
              <a:path w="980" h="68">
                <a:moveTo>
                  <a:pt x="0" y="68"/>
                </a:moveTo>
                <a:lnTo>
                  <a:pt x="980" y="0"/>
                </a:lnTo>
                <a:lnTo>
                  <a:pt x="980" y="1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abb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4" name=""/>
          <p:cNvSpPr/>
          <p:nvPr/>
        </p:nvSpPr>
        <p:spPr>
          <a:xfrm>
            <a:off x="4012560" y="3328920"/>
            <a:ext cx="349200" cy="24120"/>
          </a:xfrm>
          <a:custGeom>
            <a:avLst/>
            <a:gdLst/>
            <a:ahLst/>
            <a:rect l="0" t="0" r="r" b="b"/>
            <a:pathLst>
              <a:path w="970" h="67">
                <a:moveTo>
                  <a:pt x="0" y="67"/>
                </a:moveTo>
                <a:lnTo>
                  <a:pt x="970" y="0"/>
                </a:lnTo>
                <a:lnTo>
                  <a:pt x="970" y="1"/>
                </a:lnTo>
                <a:lnTo>
                  <a:pt x="11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5" name=""/>
          <p:cNvSpPr/>
          <p:nvPr/>
        </p:nvSpPr>
        <p:spPr>
          <a:xfrm>
            <a:off x="4016520" y="3329280"/>
            <a:ext cx="345240" cy="23760"/>
          </a:xfrm>
          <a:custGeom>
            <a:avLst/>
            <a:gdLst/>
            <a:ahLst/>
            <a:rect l="0" t="0" r="r" b="b"/>
            <a:pathLst>
              <a:path w="959" h="66">
                <a:moveTo>
                  <a:pt x="0" y="66"/>
                </a:moveTo>
                <a:lnTo>
                  <a:pt x="959" y="0"/>
                </a:lnTo>
                <a:lnTo>
                  <a:pt x="959" y="1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a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6" name=""/>
          <p:cNvSpPr/>
          <p:nvPr/>
        </p:nvSpPr>
        <p:spPr>
          <a:xfrm>
            <a:off x="4020120" y="3329640"/>
            <a:ext cx="341640" cy="23400"/>
          </a:xfrm>
          <a:custGeom>
            <a:avLst/>
            <a:gdLst/>
            <a:ahLst/>
            <a:rect l="0" t="0" r="r" b="b"/>
            <a:pathLst>
              <a:path w="949" h="65">
                <a:moveTo>
                  <a:pt x="0" y="65"/>
                </a:moveTo>
                <a:lnTo>
                  <a:pt x="949" y="0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7" name=""/>
          <p:cNvSpPr/>
          <p:nvPr/>
        </p:nvSpPr>
        <p:spPr>
          <a:xfrm>
            <a:off x="4023720" y="3329640"/>
            <a:ext cx="338040" cy="23400"/>
          </a:xfrm>
          <a:custGeom>
            <a:avLst/>
            <a:gdLst/>
            <a:ahLst/>
            <a:rect l="0" t="0" r="r" b="b"/>
            <a:pathLst>
              <a:path w="939" h="65">
                <a:moveTo>
                  <a:pt x="0" y="65"/>
                </a:moveTo>
                <a:lnTo>
                  <a:pt x="939" y="0"/>
                </a:lnTo>
                <a:lnTo>
                  <a:pt x="939" y="1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9b9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8" name=""/>
          <p:cNvSpPr/>
          <p:nvPr/>
        </p:nvSpPr>
        <p:spPr>
          <a:xfrm>
            <a:off x="4027320" y="3330000"/>
            <a:ext cx="334440" cy="23040"/>
          </a:xfrm>
          <a:custGeom>
            <a:avLst/>
            <a:gdLst/>
            <a:ahLst/>
            <a:rect l="0" t="0" r="r" b="b"/>
            <a:pathLst>
              <a:path w="929" h="64">
                <a:moveTo>
                  <a:pt x="0" y="64"/>
                </a:moveTo>
                <a:lnTo>
                  <a:pt x="929" y="0"/>
                </a:lnTo>
                <a:lnTo>
                  <a:pt x="929" y="1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59" name=""/>
          <p:cNvSpPr/>
          <p:nvPr/>
        </p:nvSpPr>
        <p:spPr>
          <a:xfrm>
            <a:off x="4030920" y="3330360"/>
            <a:ext cx="330840" cy="22680"/>
          </a:xfrm>
          <a:custGeom>
            <a:avLst/>
            <a:gdLst/>
            <a:ahLst/>
            <a:rect l="0" t="0" r="r" b="b"/>
            <a:pathLst>
              <a:path w="919" h="63">
                <a:moveTo>
                  <a:pt x="0" y="63"/>
                </a:moveTo>
                <a:lnTo>
                  <a:pt x="919" y="0"/>
                </a:lnTo>
                <a:lnTo>
                  <a:pt x="11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9b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0" name=""/>
          <p:cNvSpPr/>
          <p:nvPr/>
        </p:nvSpPr>
        <p:spPr>
          <a:xfrm>
            <a:off x="4034880" y="3330360"/>
            <a:ext cx="326880" cy="22680"/>
          </a:xfrm>
          <a:custGeom>
            <a:avLst/>
            <a:gdLst/>
            <a:ahLst/>
            <a:rect l="0" t="0" r="r" b="b"/>
            <a:pathLst>
              <a:path w="908" h="63">
                <a:moveTo>
                  <a:pt x="0" y="63"/>
                </a:moveTo>
                <a:lnTo>
                  <a:pt x="908" y="0"/>
                </a:lnTo>
                <a:lnTo>
                  <a:pt x="908" y="1"/>
                </a:lnTo>
                <a:lnTo>
                  <a:pt x="10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1" name=""/>
          <p:cNvSpPr/>
          <p:nvPr/>
        </p:nvSpPr>
        <p:spPr>
          <a:xfrm>
            <a:off x="4038480" y="3330720"/>
            <a:ext cx="323280" cy="22320"/>
          </a:xfrm>
          <a:custGeom>
            <a:avLst/>
            <a:gdLst/>
            <a:ahLst/>
            <a:rect l="0" t="0" r="r" b="b"/>
            <a:pathLst>
              <a:path w="898" h="62">
                <a:moveTo>
                  <a:pt x="0" y="62"/>
                </a:moveTo>
                <a:lnTo>
                  <a:pt x="898" y="0"/>
                </a:lnTo>
                <a:lnTo>
                  <a:pt x="898" y="1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2" name=""/>
          <p:cNvSpPr/>
          <p:nvPr/>
        </p:nvSpPr>
        <p:spPr>
          <a:xfrm>
            <a:off x="4042080" y="3331080"/>
            <a:ext cx="319680" cy="21960"/>
          </a:xfrm>
          <a:custGeom>
            <a:avLst/>
            <a:gdLst/>
            <a:ahLst/>
            <a:rect l="0" t="0" r="r" b="b"/>
            <a:pathLst>
              <a:path w="888" h="61">
                <a:moveTo>
                  <a:pt x="0" y="61"/>
                </a:moveTo>
                <a:lnTo>
                  <a:pt x="888" y="0"/>
                </a:lnTo>
                <a:lnTo>
                  <a:pt x="1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3" name=""/>
          <p:cNvSpPr/>
          <p:nvPr/>
        </p:nvSpPr>
        <p:spPr>
          <a:xfrm>
            <a:off x="4045680" y="3331080"/>
            <a:ext cx="316080" cy="21960"/>
          </a:xfrm>
          <a:custGeom>
            <a:avLst/>
            <a:gdLst/>
            <a:ahLst/>
            <a:rect l="0" t="0" r="r" b="b"/>
            <a:pathLst>
              <a:path w="878" h="61">
                <a:moveTo>
                  <a:pt x="0" y="61"/>
                </a:moveTo>
                <a:lnTo>
                  <a:pt x="878" y="0"/>
                </a:lnTo>
                <a:lnTo>
                  <a:pt x="878" y="1"/>
                </a:lnTo>
                <a:lnTo>
                  <a:pt x="1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8b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4" name=""/>
          <p:cNvSpPr/>
          <p:nvPr/>
        </p:nvSpPr>
        <p:spPr>
          <a:xfrm>
            <a:off x="4049280" y="3331440"/>
            <a:ext cx="312480" cy="21600"/>
          </a:xfrm>
          <a:custGeom>
            <a:avLst/>
            <a:gdLst/>
            <a:ahLst/>
            <a:rect l="0" t="0" r="r" b="b"/>
            <a:pathLst>
              <a:path w="868" h="60">
                <a:moveTo>
                  <a:pt x="0" y="60"/>
                </a:moveTo>
                <a:lnTo>
                  <a:pt x="868" y="0"/>
                </a:lnTo>
                <a:lnTo>
                  <a:pt x="868" y="1"/>
                </a:lnTo>
                <a:lnTo>
                  <a:pt x="11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5" name=""/>
          <p:cNvSpPr/>
          <p:nvPr/>
        </p:nvSpPr>
        <p:spPr>
          <a:xfrm>
            <a:off x="4053240" y="3331800"/>
            <a:ext cx="308520" cy="21240"/>
          </a:xfrm>
          <a:custGeom>
            <a:avLst/>
            <a:gdLst/>
            <a:ahLst/>
            <a:rect l="0" t="0" r="r" b="b"/>
            <a:pathLst>
              <a:path w="857" h="59">
                <a:moveTo>
                  <a:pt x="0" y="59"/>
                </a:moveTo>
                <a:lnTo>
                  <a:pt x="857" y="0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7b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6" name=""/>
          <p:cNvSpPr/>
          <p:nvPr/>
        </p:nvSpPr>
        <p:spPr>
          <a:xfrm>
            <a:off x="4056840" y="3331800"/>
            <a:ext cx="304920" cy="21240"/>
          </a:xfrm>
          <a:custGeom>
            <a:avLst/>
            <a:gdLst/>
            <a:ahLst/>
            <a:rect l="0" t="0" r="r" b="b"/>
            <a:pathLst>
              <a:path w="847" h="59">
                <a:moveTo>
                  <a:pt x="0" y="59"/>
                </a:moveTo>
                <a:lnTo>
                  <a:pt x="847" y="0"/>
                </a:lnTo>
                <a:lnTo>
                  <a:pt x="847" y="1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7" name=""/>
          <p:cNvSpPr/>
          <p:nvPr/>
        </p:nvSpPr>
        <p:spPr>
          <a:xfrm>
            <a:off x="4060440" y="3332160"/>
            <a:ext cx="301320" cy="20880"/>
          </a:xfrm>
          <a:custGeom>
            <a:avLst/>
            <a:gdLst/>
            <a:ahLst/>
            <a:rect l="0" t="0" r="r" b="b"/>
            <a:pathLst>
              <a:path w="837" h="58">
                <a:moveTo>
                  <a:pt x="0" y="58"/>
                </a:moveTo>
                <a:lnTo>
                  <a:pt x="837" y="0"/>
                </a:lnTo>
                <a:lnTo>
                  <a:pt x="837" y="1"/>
                </a:lnTo>
                <a:lnTo>
                  <a:pt x="11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7b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8" name=""/>
          <p:cNvSpPr/>
          <p:nvPr/>
        </p:nvSpPr>
        <p:spPr>
          <a:xfrm>
            <a:off x="4064040" y="3332520"/>
            <a:ext cx="297720" cy="20520"/>
          </a:xfrm>
          <a:custGeom>
            <a:avLst/>
            <a:gdLst/>
            <a:ahLst/>
            <a:rect l="0" t="0" r="r" b="b"/>
            <a:pathLst>
              <a:path w="827" h="57">
                <a:moveTo>
                  <a:pt x="0" y="57"/>
                </a:moveTo>
                <a:lnTo>
                  <a:pt x="827" y="0"/>
                </a:lnTo>
                <a:lnTo>
                  <a:pt x="827" y="1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69" name=""/>
          <p:cNvSpPr/>
          <p:nvPr/>
        </p:nvSpPr>
        <p:spPr>
          <a:xfrm>
            <a:off x="4067640" y="3332880"/>
            <a:ext cx="294120" cy="20160"/>
          </a:xfrm>
          <a:custGeom>
            <a:avLst/>
            <a:gdLst/>
            <a:ahLst/>
            <a:rect l="0" t="0" r="r" b="b"/>
            <a:pathLst>
              <a:path w="817" h="56">
                <a:moveTo>
                  <a:pt x="0" y="56"/>
                </a:moveTo>
                <a:lnTo>
                  <a:pt x="817" y="0"/>
                </a:lnTo>
                <a:lnTo>
                  <a:pt x="11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0" name=""/>
          <p:cNvSpPr/>
          <p:nvPr/>
        </p:nvSpPr>
        <p:spPr>
          <a:xfrm>
            <a:off x="4071600" y="3332880"/>
            <a:ext cx="290160" cy="20160"/>
          </a:xfrm>
          <a:custGeom>
            <a:avLst/>
            <a:gdLst/>
            <a:ahLst/>
            <a:rect l="0" t="0" r="r" b="b"/>
            <a:pathLst>
              <a:path w="806" h="56">
                <a:moveTo>
                  <a:pt x="0" y="56"/>
                </a:moveTo>
                <a:lnTo>
                  <a:pt x="806" y="0"/>
                </a:lnTo>
                <a:lnTo>
                  <a:pt x="806" y="1"/>
                </a:lnTo>
                <a:lnTo>
                  <a:pt x="10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1" name=""/>
          <p:cNvSpPr/>
          <p:nvPr/>
        </p:nvSpPr>
        <p:spPr>
          <a:xfrm>
            <a:off x="4075200" y="3333240"/>
            <a:ext cx="286560" cy="19800"/>
          </a:xfrm>
          <a:custGeom>
            <a:avLst/>
            <a:gdLst/>
            <a:ahLst/>
            <a:rect l="0" t="0" r="r" b="b"/>
            <a:pathLst>
              <a:path w="796" h="55">
                <a:moveTo>
                  <a:pt x="0" y="55"/>
                </a:moveTo>
                <a:lnTo>
                  <a:pt x="796" y="0"/>
                </a:lnTo>
                <a:lnTo>
                  <a:pt x="796" y="1"/>
                </a:lnTo>
                <a:lnTo>
                  <a:pt x="10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6b1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2" name=""/>
          <p:cNvSpPr/>
          <p:nvPr/>
        </p:nvSpPr>
        <p:spPr>
          <a:xfrm>
            <a:off x="4078800" y="3333600"/>
            <a:ext cx="282960" cy="19440"/>
          </a:xfrm>
          <a:custGeom>
            <a:avLst/>
            <a:gdLst/>
            <a:ahLst/>
            <a:rect l="0" t="0" r="r" b="b"/>
            <a:pathLst>
              <a:path w="786" h="54">
                <a:moveTo>
                  <a:pt x="0" y="54"/>
                </a:moveTo>
                <a:lnTo>
                  <a:pt x="786" y="0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3" name=""/>
          <p:cNvSpPr/>
          <p:nvPr/>
        </p:nvSpPr>
        <p:spPr>
          <a:xfrm>
            <a:off x="4082400" y="3333600"/>
            <a:ext cx="279360" cy="19440"/>
          </a:xfrm>
          <a:custGeom>
            <a:avLst/>
            <a:gdLst/>
            <a:ahLst/>
            <a:rect l="0" t="0" r="r" b="b"/>
            <a:pathLst>
              <a:path w="776" h="54">
                <a:moveTo>
                  <a:pt x="0" y="54"/>
                </a:moveTo>
                <a:lnTo>
                  <a:pt x="776" y="0"/>
                </a:lnTo>
                <a:lnTo>
                  <a:pt x="776" y="1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5b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4" name=""/>
          <p:cNvSpPr/>
          <p:nvPr/>
        </p:nvSpPr>
        <p:spPr>
          <a:xfrm>
            <a:off x="4086000" y="3333960"/>
            <a:ext cx="275760" cy="19080"/>
          </a:xfrm>
          <a:custGeom>
            <a:avLst/>
            <a:gdLst/>
            <a:ahLst/>
            <a:rect l="0" t="0" r="r" b="b"/>
            <a:pathLst>
              <a:path w="766" h="53">
                <a:moveTo>
                  <a:pt x="0" y="53"/>
                </a:moveTo>
                <a:lnTo>
                  <a:pt x="766" y="0"/>
                </a:lnTo>
                <a:lnTo>
                  <a:pt x="766" y="1"/>
                </a:lnTo>
                <a:lnTo>
                  <a:pt x="11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5" name=""/>
          <p:cNvSpPr/>
          <p:nvPr/>
        </p:nvSpPr>
        <p:spPr>
          <a:xfrm>
            <a:off x="4089960" y="3334320"/>
            <a:ext cx="271800" cy="18720"/>
          </a:xfrm>
          <a:custGeom>
            <a:avLst/>
            <a:gdLst/>
            <a:ahLst/>
            <a:rect l="0" t="0" r="r" b="b"/>
            <a:pathLst>
              <a:path w="755" h="52">
                <a:moveTo>
                  <a:pt x="0" y="52"/>
                </a:moveTo>
                <a:lnTo>
                  <a:pt x="755" y="0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6" name=""/>
          <p:cNvSpPr/>
          <p:nvPr/>
        </p:nvSpPr>
        <p:spPr>
          <a:xfrm>
            <a:off x="4093560" y="3334320"/>
            <a:ext cx="268200" cy="18720"/>
          </a:xfrm>
          <a:custGeom>
            <a:avLst/>
            <a:gdLst/>
            <a:ahLst/>
            <a:rect l="0" t="0" r="r" b="b"/>
            <a:pathLst>
              <a:path w="745" h="52">
                <a:moveTo>
                  <a:pt x="0" y="52"/>
                </a:moveTo>
                <a:lnTo>
                  <a:pt x="745" y="0"/>
                </a:lnTo>
                <a:lnTo>
                  <a:pt x="745" y="1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7" name=""/>
          <p:cNvSpPr/>
          <p:nvPr/>
        </p:nvSpPr>
        <p:spPr>
          <a:xfrm>
            <a:off x="4097160" y="3334680"/>
            <a:ext cx="264600" cy="18360"/>
          </a:xfrm>
          <a:custGeom>
            <a:avLst/>
            <a:gdLst/>
            <a:ahLst/>
            <a:rect l="0" t="0" r="r" b="b"/>
            <a:pathLst>
              <a:path w="735" h="51">
                <a:moveTo>
                  <a:pt x="0" y="51"/>
                </a:moveTo>
                <a:lnTo>
                  <a:pt x="735" y="0"/>
                </a:lnTo>
                <a:lnTo>
                  <a:pt x="735" y="1"/>
                </a:lnTo>
                <a:lnTo>
                  <a:pt x="10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4a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8" name=""/>
          <p:cNvSpPr/>
          <p:nvPr/>
        </p:nvSpPr>
        <p:spPr>
          <a:xfrm>
            <a:off x="4100760" y="3335040"/>
            <a:ext cx="261000" cy="18000"/>
          </a:xfrm>
          <a:custGeom>
            <a:avLst/>
            <a:gdLst/>
            <a:ahLst/>
            <a:rect l="0" t="0" r="r" b="b"/>
            <a:pathLst>
              <a:path w="725" h="50">
                <a:moveTo>
                  <a:pt x="0" y="50"/>
                </a:moveTo>
                <a:lnTo>
                  <a:pt x="725" y="0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4a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79" name=""/>
          <p:cNvSpPr/>
          <p:nvPr/>
        </p:nvSpPr>
        <p:spPr>
          <a:xfrm>
            <a:off x="4104360" y="3335040"/>
            <a:ext cx="257400" cy="18000"/>
          </a:xfrm>
          <a:custGeom>
            <a:avLst/>
            <a:gdLst/>
            <a:ahLst/>
            <a:rect l="0" t="0" r="r" b="b"/>
            <a:pathLst>
              <a:path w="715" h="50">
                <a:moveTo>
                  <a:pt x="0" y="50"/>
                </a:moveTo>
                <a:lnTo>
                  <a:pt x="715" y="0"/>
                </a:lnTo>
                <a:lnTo>
                  <a:pt x="715" y="1"/>
                </a:lnTo>
                <a:lnTo>
                  <a:pt x="11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0" name=""/>
          <p:cNvSpPr/>
          <p:nvPr/>
        </p:nvSpPr>
        <p:spPr>
          <a:xfrm>
            <a:off x="4108320" y="3335400"/>
            <a:ext cx="253440" cy="17640"/>
          </a:xfrm>
          <a:custGeom>
            <a:avLst/>
            <a:gdLst/>
            <a:ahLst/>
            <a:rect l="0" t="0" r="r" b="b"/>
            <a:pathLst>
              <a:path w="704" h="49">
                <a:moveTo>
                  <a:pt x="0" y="49"/>
                </a:moveTo>
                <a:lnTo>
                  <a:pt x="704" y="0"/>
                </a:lnTo>
                <a:lnTo>
                  <a:pt x="704" y="1"/>
                </a:lnTo>
                <a:lnTo>
                  <a:pt x="1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1" name=""/>
          <p:cNvSpPr/>
          <p:nvPr/>
        </p:nvSpPr>
        <p:spPr>
          <a:xfrm>
            <a:off x="4111920" y="3335760"/>
            <a:ext cx="249840" cy="17280"/>
          </a:xfrm>
          <a:custGeom>
            <a:avLst/>
            <a:gdLst/>
            <a:ahLst/>
            <a:rect l="0" t="0" r="r" b="b"/>
            <a:pathLst>
              <a:path w="694" h="48">
                <a:moveTo>
                  <a:pt x="0" y="48"/>
                </a:moveTo>
                <a:lnTo>
                  <a:pt x="694" y="0"/>
                </a:lnTo>
                <a:lnTo>
                  <a:pt x="694" y="1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2" name=""/>
          <p:cNvSpPr/>
          <p:nvPr/>
        </p:nvSpPr>
        <p:spPr>
          <a:xfrm>
            <a:off x="4115520" y="3336120"/>
            <a:ext cx="246240" cy="16920"/>
          </a:xfrm>
          <a:custGeom>
            <a:avLst/>
            <a:gdLst/>
            <a:ahLst/>
            <a:rect l="0" t="0" r="r" b="b"/>
            <a:pathLst>
              <a:path w="684" h="47">
                <a:moveTo>
                  <a:pt x="0" y="47"/>
                </a:moveTo>
                <a:lnTo>
                  <a:pt x="684" y="0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3a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3" name=""/>
          <p:cNvSpPr/>
          <p:nvPr/>
        </p:nvSpPr>
        <p:spPr>
          <a:xfrm>
            <a:off x="4119120" y="3336120"/>
            <a:ext cx="242640" cy="16920"/>
          </a:xfrm>
          <a:custGeom>
            <a:avLst/>
            <a:gdLst/>
            <a:ahLst/>
            <a:rect l="0" t="0" r="r" b="b"/>
            <a:pathLst>
              <a:path w="674" h="47">
                <a:moveTo>
                  <a:pt x="0" y="47"/>
                </a:moveTo>
                <a:lnTo>
                  <a:pt x="674" y="0"/>
                </a:lnTo>
                <a:lnTo>
                  <a:pt x="674" y="1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4" name=""/>
          <p:cNvSpPr/>
          <p:nvPr/>
        </p:nvSpPr>
        <p:spPr>
          <a:xfrm>
            <a:off x="4122720" y="3336480"/>
            <a:ext cx="239040" cy="16560"/>
          </a:xfrm>
          <a:custGeom>
            <a:avLst/>
            <a:gdLst/>
            <a:ahLst/>
            <a:rect l="0" t="0" r="r" b="b"/>
            <a:pathLst>
              <a:path w="664" h="46">
                <a:moveTo>
                  <a:pt x="0" y="46"/>
                </a:moveTo>
                <a:lnTo>
                  <a:pt x="664" y="0"/>
                </a:lnTo>
                <a:lnTo>
                  <a:pt x="664" y="1"/>
                </a:lnTo>
                <a:lnTo>
                  <a:pt x="11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5" name=""/>
          <p:cNvSpPr/>
          <p:nvPr/>
        </p:nvSpPr>
        <p:spPr>
          <a:xfrm>
            <a:off x="4126680" y="3336840"/>
            <a:ext cx="235080" cy="16200"/>
          </a:xfrm>
          <a:custGeom>
            <a:avLst/>
            <a:gdLst/>
            <a:ahLst/>
            <a:rect l="0" t="0" r="r" b="b"/>
            <a:pathLst>
              <a:path w="653" h="45">
                <a:moveTo>
                  <a:pt x="0" y="45"/>
                </a:moveTo>
                <a:lnTo>
                  <a:pt x="653" y="0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6" name=""/>
          <p:cNvSpPr/>
          <p:nvPr/>
        </p:nvSpPr>
        <p:spPr>
          <a:xfrm>
            <a:off x="4130280" y="3336840"/>
            <a:ext cx="231480" cy="16200"/>
          </a:xfrm>
          <a:custGeom>
            <a:avLst/>
            <a:gdLst/>
            <a:ahLst/>
            <a:rect l="0" t="0" r="r" b="b"/>
            <a:pathLst>
              <a:path w="643" h="45">
                <a:moveTo>
                  <a:pt x="0" y="45"/>
                </a:moveTo>
                <a:lnTo>
                  <a:pt x="643" y="0"/>
                </a:lnTo>
                <a:lnTo>
                  <a:pt x="643" y="1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7" name=""/>
          <p:cNvSpPr/>
          <p:nvPr/>
        </p:nvSpPr>
        <p:spPr>
          <a:xfrm>
            <a:off x="4133880" y="3337200"/>
            <a:ext cx="227880" cy="15840"/>
          </a:xfrm>
          <a:custGeom>
            <a:avLst/>
            <a:gdLst/>
            <a:ahLst/>
            <a:rect l="0" t="0" r="r" b="b"/>
            <a:pathLst>
              <a:path w="633" h="44">
                <a:moveTo>
                  <a:pt x="0" y="44"/>
                </a:moveTo>
                <a:lnTo>
                  <a:pt x="633" y="0"/>
                </a:lnTo>
                <a:lnTo>
                  <a:pt x="633" y="1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8" name=""/>
          <p:cNvSpPr/>
          <p:nvPr/>
        </p:nvSpPr>
        <p:spPr>
          <a:xfrm>
            <a:off x="4137480" y="3337560"/>
            <a:ext cx="224280" cy="15480"/>
          </a:xfrm>
          <a:custGeom>
            <a:avLst/>
            <a:gdLst/>
            <a:ahLst/>
            <a:rect l="0" t="0" r="r" b="b"/>
            <a:pathLst>
              <a:path w="623" h="43">
                <a:moveTo>
                  <a:pt x="0" y="43"/>
                </a:moveTo>
                <a:lnTo>
                  <a:pt x="623" y="0"/>
                </a:lnTo>
                <a:lnTo>
                  <a:pt x="1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89" name=""/>
          <p:cNvSpPr/>
          <p:nvPr/>
        </p:nvSpPr>
        <p:spPr>
          <a:xfrm>
            <a:off x="4141080" y="3337560"/>
            <a:ext cx="220680" cy="15480"/>
          </a:xfrm>
          <a:custGeom>
            <a:avLst/>
            <a:gdLst/>
            <a:ahLst/>
            <a:rect l="0" t="0" r="r" b="b"/>
            <a:pathLst>
              <a:path w="613" h="43">
                <a:moveTo>
                  <a:pt x="0" y="43"/>
                </a:moveTo>
                <a:lnTo>
                  <a:pt x="613" y="0"/>
                </a:lnTo>
                <a:lnTo>
                  <a:pt x="613" y="1"/>
                </a:lnTo>
                <a:lnTo>
                  <a:pt x="11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2a8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0" name=""/>
          <p:cNvSpPr/>
          <p:nvPr/>
        </p:nvSpPr>
        <p:spPr>
          <a:xfrm>
            <a:off x="4145040" y="3337920"/>
            <a:ext cx="216720" cy="15120"/>
          </a:xfrm>
          <a:custGeom>
            <a:avLst/>
            <a:gdLst/>
            <a:ahLst/>
            <a:rect l="0" t="0" r="r" b="b"/>
            <a:pathLst>
              <a:path w="602" h="42">
                <a:moveTo>
                  <a:pt x="0" y="42"/>
                </a:moveTo>
                <a:lnTo>
                  <a:pt x="602" y="0"/>
                </a:lnTo>
                <a:lnTo>
                  <a:pt x="602" y="1"/>
                </a:lnTo>
                <a:lnTo>
                  <a:pt x="1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1" name=""/>
          <p:cNvSpPr/>
          <p:nvPr/>
        </p:nvSpPr>
        <p:spPr>
          <a:xfrm>
            <a:off x="4148640" y="3338280"/>
            <a:ext cx="213120" cy="14760"/>
          </a:xfrm>
          <a:custGeom>
            <a:avLst/>
            <a:gdLst/>
            <a:ahLst/>
            <a:rect l="0" t="0" r="r" b="b"/>
            <a:pathLst>
              <a:path w="592" h="41">
                <a:moveTo>
                  <a:pt x="0" y="41"/>
                </a:moveTo>
                <a:lnTo>
                  <a:pt x="592" y="0"/>
                </a:lnTo>
                <a:lnTo>
                  <a:pt x="11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2" name=""/>
          <p:cNvSpPr/>
          <p:nvPr/>
        </p:nvSpPr>
        <p:spPr>
          <a:xfrm>
            <a:off x="4152240" y="3338280"/>
            <a:ext cx="209520" cy="14760"/>
          </a:xfrm>
          <a:custGeom>
            <a:avLst/>
            <a:gdLst/>
            <a:ahLst/>
            <a:rect l="0" t="0" r="r" b="b"/>
            <a:pathLst>
              <a:path w="582" h="41">
                <a:moveTo>
                  <a:pt x="0" y="41"/>
                </a:moveTo>
                <a:lnTo>
                  <a:pt x="582" y="0"/>
                </a:lnTo>
                <a:lnTo>
                  <a:pt x="582" y="1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3" name=""/>
          <p:cNvSpPr/>
          <p:nvPr/>
        </p:nvSpPr>
        <p:spPr>
          <a:xfrm>
            <a:off x="4155840" y="3338640"/>
            <a:ext cx="205920" cy="14400"/>
          </a:xfrm>
          <a:custGeom>
            <a:avLst/>
            <a:gdLst/>
            <a:ahLst/>
            <a:rect l="0" t="0" r="r" b="b"/>
            <a:pathLst>
              <a:path w="572" h="40">
                <a:moveTo>
                  <a:pt x="0" y="40"/>
                </a:moveTo>
                <a:lnTo>
                  <a:pt x="572" y="0"/>
                </a:lnTo>
                <a:lnTo>
                  <a:pt x="572" y="1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1a7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4" name=""/>
          <p:cNvSpPr/>
          <p:nvPr/>
        </p:nvSpPr>
        <p:spPr>
          <a:xfrm>
            <a:off x="4159440" y="3339000"/>
            <a:ext cx="202320" cy="14040"/>
          </a:xfrm>
          <a:custGeom>
            <a:avLst/>
            <a:gdLst/>
            <a:ahLst/>
            <a:rect l="0" t="0" r="r" b="b"/>
            <a:pathLst>
              <a:path w="562" h="39">
                <a:moveTo>
                  <a:pt x="0" y="39"/>
                </a:moveTo>
                <a:lnTo>
                  <a:pt x="562" y="0"/>
                </a:lnTo>
                <a:lnTo>
                  <a:pt x="11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5" name=""/>
          <p:cNvSpPr/>
          <p:nvPr/>
        </p:nvSpPr>
        <p:spPr>
          <a:xfrm>
            <a:off x="4163400" y="3339000"/>
            <a:ext cx="198360" cy="14040"/>
          </a:xfrm>
          <a:custGeom>
            <a:avLst/>
            <a:gdLst/>
            <a:ahLst/>
            <a:rect l="0" t="0" r="r" b="b"/>
            <a:pathLst>
              <a:path w="551" h="39">
                <a:moveTo>
                  <a:pt x="0" y="39"/>
                </a:moveTo>
                <a:lnTo>
                  <a:pt x="551" y="0"/>
                </a:lnTo>
                <a:lnTo>
                  <a:pt x="551" y="1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6" name=""/>
          <p:cNvSpPr/>
          <p:nvPr/>
        </p:nvSpPr>
        <p:spPr>
          <a:xfrm>
            <a:off x="4167000" y="3339360"/>
            <a:ext cx="194760" cy="13680"/>
          </a:xfrm>
          <a:custGeom>
            <a:avLst/>
            <a:gdLst/>
            <a:ahLst/>
            <a:rect l="0" t="0" r="r" b="b"/>
            <a:pathLst>
              <a:path w="541" h="38">
                <a:moveTo>
                  <a:pt x="0" y="38"/>
                </a:moveTo>
                <a:lnTo>
                  <a:pt x="541" y="0"/>
                </a:lnTo>
                <a:lnTo>
                  <a:pt x="541" y="1"/>
                </a:lnTo>
                <a:lnTo>
                  <a:pt x="1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7" name=""/>
          <p:cNvSpPr/>
          <p:nvPr/>
        </p:nvSpPr>
        <p:spPr>
          <a:xfrm>
            <a:off x="4170600" y="3339720"/>
            <a:ext cx="191160" cy="13320"/>
          </a:xfrm>
          <a:custGeom>
            <a:avLst/>
            <a:gdLst/>
            <a:ahLst/>
            <a:rect l="0" t="0" r="r" b="b"/>
            <a:pathLst>
              <a:path w="531" h="37">
                <a:moveTo>
                  <a:pt x="0" y="37"/>
                </a:moveTo>
                <a:lnTo>
                  <a:pt x="531" y="0"/>
                </a:lnTo>
                <a:lnTo>
                  <a:pt x="531" y="1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8" name=""/>
          <p:cNvSpPr/>
          <p:nvPr/>
        </p:nvSpPr>
        <p:spPr>
          <a:xfrm>
            <a:off x="4174200" y="3340080"/>
            <a:ext cx="187560" cy="12960"/>
          </a:xfrm>
          <a:custGeom>
            <a:avLst/>
            <a:gdLst/>
            <a:ahLst/>
            <a:rect l="0" t="0" r="r" b="b"/>
            <a:pathLst>
              <a:path w="521" h="36">
                <a:moveTo>
                  <a:pt x="0" y="36"/>
                </a:moveTo>
                <a:lnTo>
                  <a:pt x="521" y="0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8999" name=""/>
          <p:cNvSpPr/>
          <p:nvPr/>
        </p:nvSpPr>
        <p:spPr>
          <a:xfrm>
            <a:off x="4177800" y="3340080"/>
            <a:ext cx="183960" cy="12960"/>
          </a:xfrm>
          <a:custGeom>
            <a:avLst/>
            <a:gdLst/>
            <a:ahLst/>
            <a:rect l="0" t="0" r="r" b="b"/>
            <a:pathLst>
              <a:path w="511" h="36">
                <a:moveTo>
                  <a:pt x="0" y="36"/>
                </a:moveTo>
                <a:lnTo>
                  <a:pt x="511" y="0"/>
                </a:lnTo>
                <a:lnTo>
                  <a:pt x="511" y="1"/>
                </a:lnTo>
                <a:lnTo>
                  <a:pt x="11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0" name=""/>
          <p:cNvSpPr/>
          <p:nvPr/>
        </p:nvSpPr>
        <p:spPr>
          <a:xfrm>
            <a:off x="4181760" y="3340440"/>
            <a:ext cx="180000" cy="12600"/>
          </a:xfrm>
          <a:custGeom>
            <a:avLst/>
            <a:gdLst/>
            <a:ahLst/>
            <a:rect l="0" t="0" r="r" b="b"/>
            <a:pathLst>
              <a:path w="500" h="35">
                <a:moveTo>
                  <a:pt x="0" y="35"/>
                </a:moveTo>
                <a:lnTo>
                  <a:pt x="500" y="0"/>
                </a:lnTo>
                <a:lnTo>
                  <a:pt x="500" y="1"/>
                </a:lnTo>
                <a:lnTo>
                  <a:pt x="10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1" name=""/>
          <p:cNvSpPr/>
          <p:nvPr/>
        </p:nvSpPr>
        <p:spPr>
          <a:xfrm>
            <a:off x="4185360" y="3340800"/>
            <a:ext cx="176400" cy="12240"/>
          </a:xfrm>
          <a:custGeom>
            <a:avLst/>
            <a:gdLst/>
            <a:ahLst/>
            <a:rect l="0" t="0" r="r" b="b"/>
            <a:pathLst>
              <a:path w="490" h="34">
                <a:moveTo>
                  <a:pt x="0" y="34"/>
                </a:moveTo>
                <a:lnTo>
                  <a:pt x="490" y="0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2" name=""/>
          <p:cNvSpPr/>
          <p:nvPr/>
        </p:nvSpPr>
        <p:spPr>
          <a:xfrm>
            <a:off x="4188960" y="3340800"/>
            <a:ext cx="172800" cy="12240"/>
          </a:xfrm>
          <a:custGeom>
            <a:avLst/>
            <a:gdLst/>
            <a:ahLst/>
            <a:rect l="0" t="0" r="r" b="b"/>
            <a:pathLst>
              <a:path w="480" h="34">
                <a:moveTo>
                  <a:pt x="0" y="34"/>
                </a:moveTo>
                <a:lnTo>
                  <a:pt x="480" y="0"/>
                </a:lnTo>
                <a:lnTo>
                  <a:pt x="480" y="1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3" name=""/>
          <p:cNvSpPr/>
          <p:nvPr/>
        </p:nvSpPr>
        <p:spPr>
          <a:xfrm>
            <a:off x="4192560" y="3341160"/>
            <a:ext cx="169200" cy="11880"/>
          </a:xfrm>
          <a:custGeom>
            <a:avLst/>
            <a:gdLst/>
            <a:ahLst/>
            <a:rect l="0" t="0" r="r" b="b"/>
            <a:pathLst>
              <a:path w="470" h="33">
                <a:moveTo>
                  <a:pt x="0" y="33"/>
                </a:moveTo>
                <a:lnTo>
                  <a:pt x="470" y="0"/>
                </a:lnTo>
                <a:lnTo>
                  <a:pt x="470" y="1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4" name=""/>
          <p:cNvSpPr/>
          <p:nvPr/>
        </p:nvSpPr>
        <p:spPr>
          <a:xfrm>
            <a:off x="4196160" y="3341520"/>
            <a:ext cx="165600" cy="11520"/>
          </a:xfrm>
          <a:custGeom>
            <a:avLst/>
            <a:gdLst/>
            <a:ahLst/>
            <a:rect l="0" t="0" r="r" b="b"/>
            <a:pathLst>
              <a:path w="460" h="32">
                <a:moveTo>
                  <a:pt x="0" y="32"/>
                </a:moveTo>
                <a:lnTo>
                  <a:pt x="460" y="0"/>
                </a:lnTo>
                <a:lnTo>
                  <a:pt x="11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5" name=""/>
          <p:cNvSpPr/>
          <p:nvPr/>
        </p:nvSpPr>
        <p:spPr>
          <a:xfrm>
            <a:off x="4200120" y="3341520"/>
            <a:ext cx="161640" cy="11520"/>
          </a:xfrm>
          <a:custGeom>
            <a:avLst/>
            <a:gdLst/>
            <a:ahLst/>
            <a:rect l="0" t="0" r="r" b="b"/>
            <a:pathLst>
              <a:path w="449" h="32">
                <a:moveTo>
                  <a:pt x="0" y="32"/>
                </a:moveTo>
                <a:lnTo>
                  <a:pt x="449" y="0"/>
                </a:lnTo>
                <a:lnTo>
                  <a:pt x="449" y="1"/>
                </a:lnTo>
                <a:lnTo>
                  <a:pt x="10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6" name=""/>
          <p:cNvSpPr/>
          <p:nvPr/>
        </p:nvSpPr>
        <p:spPr>
          <a:xfrm>
            <a:off x="4203720" y="3341880"/>
            <a:ext cx="158040" cy="11160"/>
          </a:xfrm>
          <a:custGeom>
            <a:avLst/>
            <a:gdLst/>
            <a:ahLst/>
            <a:rect l="0" t="0" r="r" b="b"/>
            <a:pathLst>
              <a:path w="439" h="31">
                <a:moveTo>
                  <a:pt x="0" y="31"/>
                </a:moveTo>
                <a:lnTo>
                  <a:pt x="439" y="0"/>
                </a:lnTo>
                <a:lnTo>
                  <a:pt x="439" y="1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7" name=""/>
          <p:cNvSpPr/>
          <p:nvPr/>
        </p:nvSpPr>
        <p:spPr>
          <a:xfrm>
            <a:off x="4207320" y="3342240"/>
            <a:ext cx="154440" cy="10800"/>
          </a:xfrm>
          <a:custGeom>
            <a:avLst/>
            <a:gdLst/>
            <a:ahLst/>
            <a:rect l="0" t="0" r="r" b="b"/>
            <a:pathLst>
              <a:path w="429" h="30">
                <a:moveTo>
                  <a:pt x="0" y="30"/>
                </a:moveTo>
                <a:lnTo>
                  <a:pt x="429" y="0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8" name=""/>
          <p:cNvSpPr/>
          <p:nvPr/>
        </p:nvSpPr>
        <p:spPr>
          <a:xfrm>
            <a:off x="4210920" y="3342240"/>
            <a:ext cx="150840" cy="10800"/>
          </a:xfrm>
          <a:custGeom>
            <a:avLst/>
            <a:gdLst/>
            <a:ahLst/>
            <a:rect l="0" t="0" r="r" b="b"/>
            <a:pathLst>
              <a:path w="419" h="30">
                <a:moveTo>
                  <a:pt x="0" y="30"/>
                </a:moveTo>
                <a:lnTo>
                  <a:pt x="419" y="0"/>
                </a:lnTo>
                <a:lnTo>
                  <a:pt x="419" y="1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1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09" name=""/>
          <p:cNvSpPr/>
          <p:nvPr/>
        </p:nvSpPr>
        <p:spPr>
          <a:xfrm>
            <a:off x="4214520" y="3342600"/>
            <a:ext cx="147240" cy="10440"/>
          </a:xfrm>
          <a:custGeom>
            <a:avLst/>
            <a:gdLst/>
            <a:ahLst/>
            <a:rect l="0" t="0" r="r" b="b"/>
            <a:pathLst>
              <a:path w="409" h="29">
                <a:moveTo>
                  <a:pt x="0" y="29"/>
                </a:moveTo>
                <a:lnTo>
                  <a:pt x="409" y="0"/>
                </a:lnTo>
                <a:lnTo>
                  <a:pt x="409" y="1"/>
                </a:lnTo>
                <a:lnTo>
                  <a:pt x="11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0" name=""/>
          <p:cNvSpPr/>
          <p:nvPr/>
        </p:nvSpPr>
        <p:spPr>
          <a:xfrm>
            <a:off x="4218480" y="3342960"/>
            <a:ext cx="143280" cy="10080"/>
          </a:xfrm>
          <a:custGeom>
            <a:avLst/>
            <a:gdLst/>
            <a:ahLst/>
            <a:rect l="0" t="0" r="r" b="b"/>
            <a:pathLst>
              <a:path w="398" h="28">
                <a:moveTo>
                  <a:pt x="0" y="28"/>
                </a:moveTo>
                <a:lnTo>
                  <a:pt x="398" y="0"/>
                </a:lnTo>
                <a:lnTo>
                  <a:pt x="398" y="1"/>
                </a:lnTo>
                <a:lnTo>
                  <a:pt x="10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fa1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1" name=""/>
          <p:cNvSpPr/>
          <p:nvPr/>
        </p:nvSpPr>
        <p:spPr>
          <a:xfrm>
            <a:off x="4222080" y="3343320"/>
            <a:ext cx="139680" cy="9720"/>
          </a:xfrm>
          <a:custGeom>
            <a:avLst/>
            <a:gdLst/>
            <a:ahLst/>
            <a:rect l="0" t="0" r="r" b="b"/>
            <a:pathLst>
              <a:path w="388" h="27">
                <a:moveTo>
                  <a:pt x="0" y="27"/>
                </a:moveTo>
                <a:lnTo>
                  <a:pt x="388" y="0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2" name=""/>
          <p:cNvSpPr/>
          <p:nvPr/>
        </p:nvSpPr>
        <p:spPr>
          <a:xfrm>
            <a:off x="4225680" y="3343320"/>
            <a:ext cx="136080" cy="10080"/>
          </a:xfrm>
          <a:custGeom>
            <a:avLst/>
            <a:gdLst/>
            <a:ahLst/>
            <a:rect l="0" t="0" r="r" b="b"/>
            <a:pathLst>
              <a:path w="378" h="28">
                <a:moveTo>
                  <a:pt x="0" y="28"/>
                </a:moveTo>
                <a:lnTo>
                  <a:pt x="378" y="0"/>
                </a:lnTo>
                <a:lnTo>
                  <a:pt x="378" y="2"/>
                </a:lnTo>
                <a:lnTo>
                  <a:pt x="10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3" name=""/>
          <p:cNvSpPr/>
          <p:nvPr/>
        </p:nvSpPr>
        <p:spPr>
          <a:xfrm>
            <a:off x="4229280" y="3343680"/>
            <a:ext cx="132480" cy="9360"/>
          </a:xfrm>
          <a:custGeom>
            <a:avLst/>
            <a:gdLst/>
            <a:ahLst/>
            <a:rect l="0" t="0" r="r" b="b"/>
            <a:pathLst>
              <a:path w="368" h="26">
                <a:moveTo>
                  <a:pt x="0" y="26"/>
                </a:moveTo>
                <a:lnTo>
                  <a:pt x="368" y="0"/>
                </a:lnTo>
                <a:lnTo>
                  <a:pt x="368" y="1"/>
                </a:lnTo>
                <a:lnTo>
                  <a:pt x="1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4" name=""/>
          <p:cNvSpPr/>
          <p:nvPr/>
        </p:nvSpPr>
        <p:spPr>
          <a:xfrm>
            <a:off x="4232880" y="3344040"/>
            <a:ext cx="128880" cy="9000"/>
          </a:xfrm>
          <a:custGeom>
            <a:avLst/>
            <a:gdLst/>
            <a:ahLst/>
            <a:rect l="0" t="0" r="r" b="b"/>
            <a:pathLst>
              <a:path w="358" h="25">
                <a:moveTo>
                  <a:pt x="0" y="25"/>
                </a:moveTo>
                <a:lnTo>
                  <a:pt x="358" y="0"/>
                </a:lnTo>
                <a:lnTo>
                  <a:pt x="11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5" name=""/>
          <p:cNvSpPr/>
          <p:nvPr/>
        </p:nvSpPr>
        <p:spPr>
          <a:xfrm>
            <a:off x="4236840" y="3344040"/>
            <a:ext cx="124920" cy="9000"/>
          </a:xfrm>
          <a:custGeom>
            <a:avLst/>
            <a:gdLst/>
            <a:ahLst/>
            <a:rect l="0" t="0" r="r" b="b"/>
            <a:pathLst>
              <a:path w="347" h="25">
                <a:moveTo>
                  <a:pt x="0" y="25"/>
                </a:moveTo>
                <a:lnTo>
                  <a:pt x="347" y="0"/>
                </a:lnTo>
                <a:lnTo>
                  <a:pt x="347" y="1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6" name=""/>
          <p:cNvSpPr/>
          <p:nvPr/>
        </p:nvSpPr>
        <p:spPr>
          <a:xfrm>
            <a:off x="4240440" y="3344400"/>
            <a:ext cx="121320" cy="8640"/>
          </a:xfrm>
          <a:custGeom>
            <a:avLst/>
            <a:gdLst/>
            <a:ahLst/>
            <a:rect l="0" t="0" r="r" b="b"/>
            <a:pathLst>
              <a:path w="337" h="24">
                <a:moveTo>
                  <a:pt x="0" y="24"/>
                </a:moveTo>
                <a:lnTo>
                  <a:pt x="337" y="0"/>
                </a:lnTo>
                <a:lnTo>
                  <a:pt x="337" y="1"/>
                </a:lnTo>
                <a:lnTo>
                  <a:pt x="10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7" name=""/>
          <p:cNvSpPr/>
          <p:nvPr/>
        </p:nvSpPr>
        <p:spPr>
          <a:xfrm>
            <a:off x="4244040" y="3344760"/>
            <a:ext cx="117720" cy="8280"/>
          </a:xfrm>
          <a:custGeom>
            <a:avLst/>
            <a:gdLst/>
            <a:ahLst/>
            <a:rect l="0" t="0" r="r" b="b"/>
            <a:pathLst>
              <a:path w="327" h="23">
                <a:moveTo>
                  <a:pt x="0" y="23"/>
                </a:moveTo>
                <a:lnTo>
                  <a:pt x="327" y="0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8" name=""/>
          <p:cNvSpPr/>
          <p:nvPr/>
        </p:nvSpPr>
        <p:spPr>
          <a:xfrm>
            <a:off x="4247640" y="3344760"/>
            <a:ext cx="114120" cy="8280"/>
          </a:xfrm>
          <a:custGeom>
            <a:avLst/>
            <a:gdLst/>
            <a:ahLst/>
            <a:rect l="0" t="0" r="r" b="b"/>
            <a:pathLst>
              <a:path w="317" h="23">
                <a:moveTo>
                  <a:pt x="0" y="23"/>
                </a:moveTo>
                <a:lnTo>
                  <a:pt x="317" y="0"/>
                </a:lnTo>
                <a:lnTo>
                  <a:pt x="317" y="1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19" name=""/>
          <p:cNvSpPr/>
          <p:nvPr/>
        </p:nvSpPr>
        <p:spPr>
          <a:xfrm>
            <a:off x="4251240" y="3345120"/>
            <a:ext cx="110520" cy="7920"/>
          </a:xfrm>
          <a:custGeom>
            <a:avLst/>
            <a:gdLst/>
            <a:ahLst/>
            <a:rect l="0" t="0" r="r" b="b"/>
            <a:pathLst>
              <a:path w="307" h="22">
                <a:moveTo>
                  <a:pt x="0" y="22"/>
                </a:moveTo>
                <a:lnTo>
                  <a:pt x="307" y="0"/>
                </a:lnTo>
                <a:lnTo>
                  <a:pt x="307" y="1"/>
                </a:lnTo>
                <a:lnTo>
                  <a:pt x="11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0" name=""/>
          <p:cNvSpPr/>
          <p:nvPr/>
        </p:nvSpPr>
        <p:spPr>
          <a:xfrm>
            <a:off x="4255200" y="3345480"/>
            <a:ext cx="106560" cy="7560"/>
          </a:xfrm>
          <a:custGeom>
            <a:avLst/>
            <a:gdLst/>
            <a:ahLst/>
            <a:rect l="0" t="0" r="r" b="b"/>
            <a:pathLst>
              <a:path w="296" h="21">
                <a:moveTo>
                  <a:pt x="0" y="21"/>
                </a:moveTo>
                <a:lnTo>
                  <a:pt x="296" y="0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1" name=""/>
          <p:cNvSpPr/>
          <p:nvPr/>
        </p:nvSpPr>
        <p:spPr>
          <a:xfrm>
            <a:off x="4258800" y="3345480"/>
            <a:ext cx="102960" cy="7560"/>
          </a:xfrm>
          <a:custGeom>
            <a:avLst/>
            <a:gdLst/>
            <a:ahLst/>
            <a:rect l="0" t="0" r="r" b="b"/>
            <a:pathLst>
              <a:path w="286" h="21">
                <a:moveTo>
                  <a:pt x="0" y="21"/>
                </a:moveTo>
                <a:lnTo>
                  <a:pt x="286" y="0"/>
                </a:lnTo>
                <a:lnTo>
                  <a:pt x="286" y="1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2" name=""/>
          <p:cNvSpPr/>
          <p:nvPr/>
        </p:nvSpPr>
        <p:spPr>
          <a:xfrm>
            <a:off x="4262400" y="3345840"/>
            <a:ext cx="99360" cy="7200"/>
          </a:xfrm>
          <a:custGeom>
            <a:avLst/>
            <a:gdLst/>
            <a:ahLst/>
            <a:rect l="0" t="0" r="r" b="b"/>
            <a:pathLst>
              <a:path w="276" h="20">
                <a:moveTo>
                  <a:pt x="0" y="20"/>
                </a:moveTo>
                <a:lnTo>
                  <a:pt x="276" y="0"/>
                </a:lnTo>
                <a:lnTo>
                  <a:pt x="276" y="1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3" name=""/>
          <p:cNvSpPr/>
          <p:nvPr/>
        </p:nvSpPr>
        <p:spPr>
          <a:xfrm>
            <a:off x="4266000" y="3346200"/>
            <a:ext cx="95760" cy="6840"/>
          </a:xfrm>
          <a:custGeom>
            <a:avLst/>
            <a:gdLst/>
            <a:ahLst/>
            <a:rect l="0" t="0" r="r" b="b"/>
            <a:pathLst>
              <a:path w="266" h="19">
                <a:moveTo>
                  <a:pt x="0" y="19"/>
                </a:moveTo>
                <a:lnTo>
                  <a:pt x="266" y="0"/>
                </a:lnTo>
                <a:lnTo>
                  <a:pt x="266" y="1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4" name=""/>
          <p:cNvSpPr/>
          <p:nvPr/>
        </p:nvSpPr>
        <p:spPr>
          <a:xfrm>
            <a:off x="4269600" y="3346560"/>
            <a:ext cx="92160" cy="6480"/>
          </a:xfrm>
          <a:custGeom>
            <a:avLst/>
            <a:gdLst/>
            <a:ahLst/>
            <a:rect l="0" t="0" r="r" b="b"/>
            <a:pathLst>
              <a:path w="256" h="18">
                <a:moveTo>
                  <a:pt x="0" y="18"/>
                </a:moveTo>
                <a:lnTo>
                  <a:pt x="256" y="0"/>
                </a:lnTo>
                <a:lnTo>
                  <a:pt x="11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5" name=""/>
          <p:cNvSpPr/>
          <p:nvPr/>
        </p:nvSpPr>
        <p:spPr>
          <a:xfrm>
            <a:off x="4273560" y="3346560"/>
            <a:ext cx="88200" cy="6480"/>
          </a:xfrm>
          <a:custGeom>
            <a:avLst/>
            <a:gdLst/>
            <a:ahLst/>
            <a:rect l="0" t="0" r="r" b="b"/>
            <a:pathLst>
              <a:path w="245" h="18">
                <a:moveTo>
                  <a:pt x="0" y="18"/>
                </a:moveTo>
                <a:lnTo>
                  <a:pt x="245" y="0"/>
                </a:lnTo>
                <a:lnTo>
                  <a:pt x="245" y="1"/>
                </a:lnTo>
                <a:lnTo>
                  <a:pt x="10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6" name=""/>
          <p:cNvSpPr/>
          <p:nvPr/>
        </p:nvSpPr>
        <p:spPr>
          <a:xfrm>
            <a:off x="4277160" y="3346920"/>
            <a:ext cx="84600" cy="6120"/>
          </a:xfrm>
          <a:custGeom>
            <a:avLst/>
            <a:gdLst/>
            <a:ahLst/>
            <a:rect l="0" t="0" r="r" b="b"/>
            <a:pathLst>
              <a:path w="235" h="17">
                <a:moveTo>
                  <a:pt x="0" y="17"/>
                </a:moveTo>
                <a:lnTo>
                  <a:pt x="235" y="0"/>
                </a:lnTo>
                <a:lnTo>
                  <a:pt x="235" y="1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7" name=""/>
          <p:cNvSpPr/>
          <p:nvPr/>
        </p:nvSpPr>
        <p:spPr>
          <a:xfrm>
            <a:off x="4280760" y="3347280"/>
            <a:ext cx="81000" cy="5760"/>
          </a:xfrm>
          <a:custGeom>
            <a:avLst/>
            <a:gdLst/>
            <a:ahLst/>
            <a:rect l="0" t="0" r="r" b="b"/>
            <a:pathLst>
              <a:path w="225" h="16">
                <a:moveTo>
                  <a:pt x="0" y="16"/>
                </a:moveTo>
                <a:lnTo>
                  <a:pt x="225" y="0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8" name=""/>
          <p:cNvSpPr/>
          <p:nvPr/>
        </p:nvSpPr>
        <p:spPr>
          <a:xfrm>
            <a:off x="4284360" y="3347280"/>
            <a:ext cx="77400" cy="5760"/>
          </a:xfrm>
          <a:custGeom>
            <a:avLst/>
            <a:gdLst/>
            <a:ahLst/>
            <a:rect l="0" t="0" r="r" b="b"/>
            <a:pathLst>
              <a:path w="215" h="16">
                <a:moveTo>
                  <a:pt x="0" y="16"/>
                </a:moveTo>
                <a:lnTo>
                  <a:pt x="215" y="0"/>
                </a:lnTo>
                <a:lnTo>
                  <a:pt x="215" y="1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29" name=""/>
          <p:cNvSpPr/>
          <p:nvPr/>
        </p:nvSpPr>
        <p:spPr>
          <a:xfrm>
            <a:off x="4287960" y="3347640"/>
            <a:ext cx="73800" cy="5400"/>
          </a:xfrm>
          <a:custGeom>
            <a:avLst/>
            <a:gdLst/>
            <a:ahLst/>
            <a:rect l="0" t="0" r="r" b="b"/>
            <a:pathLst>
              <a:path w="205" h="15">
                <a:moveTo>
                  <a:pt x="0" y="15"/>
                </a:moveTo>
                <a:lnTo>
                  <a:pt x="205" y="0"/>
                </a:lnTo>
                <a:lnTo>
                  <a:pt x="205" y="1"/>
                </a:lnTo>
                <a:lnTo>
                  <a:pt x="11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30" name=""/>
          <p:cNvSpPr/>
          <p:nvPr/>
        </p:nvSpPr>
        <p:spPr>
          <a:xfrm>
            <a:off x="4291920" y="3348000"/>
            <a:ext cx="69840" cy="5040"/>
          </a:xfrm>
          <a:custGeom>
            <a:avLst/>
            <a:gdLst/>
            <a:ahLst/>
            <a:rect l="0" t="0" r="r" b="b"/>
            <a:pathLst>
              <a:path w="194" h="14">
                <a:moveTo>
                  <a:pt x="0" y="14"/>
                </a:moveTo>
                <a:lnTo>
                  <a:pt x="194" y="0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31" name=""/>
          <p:cNvSpPr/>
          <p:nvPr/>
        </p:nvSpPr>
        <p:spPr>
          <a:xfrm>
            <a:off x="4295520" y="3348000"/>
            <a:ext cx="66240" cy="5040"/>
          </a:xfrm>
          <a:custGeom>
            <a:avLst/>
            <a:gdLst/>
            <a:ahLst/>
            <a:rect l="0" t="0" r="r" b="b"/>
            <a:pathLst>
              <a:path w="184" h="14">
                <a:moveTo>
                  <a:pt x="0" y="14"/>
                </a:moveTo>
                <a:lnTo>
                  <a:pt x="184" y="0"/>
                </a:lnTo>
                <a:lnTo>
                  <a:pt x="184" y="1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32" name=""/>
          <p:cNvSpPr/>
          <p:nvPr/>
        </p:nvSpPr>
        <p:spPr>
          <a:xfrm>
            <a:off x="4299120" y="3348360"/>
            <a:ext cx="62640" cy="4680"/>
          </a:xfrm>
          <a:custGeom>
            <a:avLst/>
            <a:gdLst/>
            <a:ahLst/>
            <a:rect l="0" t="0" r="r" b="b"/>
            <a:pathLst>
              <a:path w="174" h="13">
                <a:moveTo>
                  <a:pt x="0" y="13"/>
                </a:moveTo>
                <a:lnTo>
                  <a:pt x="174" y="0"/>
                </a:lnTo>
                <a:lnTo>
                  <a:pt x="174" y="1"/>
                </a:lnTo>
                <a:lnTo>
                  <a:pt x="10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33" name=""/>
          <p:cNvSpPr/>
          <p:nvPr/>
        </p:nvSpPr>
        <p:spPr>
          <a:xfrm>
            <a:off x="4302720" y="3348720"/>
            <a:ext cx="59040" cy="4320"/>
          </a:xfrm>
          <a:custGeom>
            <a:avLst/>
            <a:gdLst/>
            <a:ahLst/>
            <a:rect l="0" t="0" r="r" b="b"/>
            <a:pathLst>
              <a:path w="164" h="12">
                <a:moveTo>
                  <a:pt x="0" y="12"/>
                </a:moveTo>
                <a:lnTo>
                  <a:pt x="164" y="0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34" name=""/>
          <p:cNvSpPr/>
          <p:nvPr/>
        </p:nvSpPr>
        <p:spPr>
          <a:xfrm>
            <a:off x="4306320" y="3348720"/>
            <a:ext cx="55440" cy="4320"/>
          </a:xfrm>
          <a:custGeom>
            <a:avLst/>
            <a:gdLst/>
            <a:ahLst/>
            <a:rect l="0" t="0" r="r" b="b"/>
            <a:pathLst>
              <a:path w="154" h="12">
                <a:moveTo>
                  <a:pt x="0" y="12"/>
                </a:moveTo>
                <a:lnTo>
                  <a:pt x="154" y="0"/>
                </a:lnTo>
                <a:lnTo>
                  <a:pt x="154" y="1"/>
                </a:lnTo>
                <a:lnTo>
                  <a:pt x="11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35" name=""/>
          <p:cNvSpPr/>
          <p:nvPr/>
        </p:nvSpPr>
        <p:spPr>
          <a:xfrm>
            <a:off x="4310280" y="3349080"/>
            <a:ext cx="51480" cy="3960"/>
          </a:xfrm>
          <a:custGeom>
            <a:avLst/>
            <a:gdLst/>
            <a:ahLst/>
            <a:rect l="0" t="0" r="r" b="b"/>
            <a:pathLst>
              <a:path w="143" h="11">
                <a:moveTo>
                  <a:pt x="0" y="11"/>
                </a:moveTo>
                <a:lnTo>
                  <a:pt x="143" y="0"/>
                </a:lnTo>
                <a:lnTo>
                  <a:pt x="143" y="1"/>
                </a:lnTo>
                <a:lnTo>
                  <a:pt x="1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36" name=""/>
          <p:cNvSpPr/>
          <p:nvPr/>
        </p:nvSpPr>
        <p:spPr>
          <a:xfrm>
            <a:off x="4313880" y="3349440"/>
            <a:ext cx="47880" cy="3600"/>
          </a:xfrm>
          <a:custGeom>
            <a:avLst/>
            <a:gdLst/>
            <a:ahLst/>
            <a:rect l="0" t="0" r="r" b="b"/>
            <a:pathLst>
              <a:path w="133" h="10">
                <a:moveTo>
                  <a:pt x="0" y="10"/>
                </a:moveTo>
                <a:lnTo>
                  <a:pt x="133" y="0"/>
                </a:lnTo>
                <a:lnTo>
                  <a:pt x="133" y="1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37" name=""/>
          <p:cNvSpPr/>
          <p:nvPr/>
        </p:nvSpPr>
        <p:spPr>
          <a:xfrm>
            <a:off x="4317480" y="3349800"/>
            <a:ext cx="44280" cy="3240"/>
          </a:xfrm>
          <a:custGeom>
            <a:avLst/>
            <a:gdLst/>
            <a:ahLst/>
            <a:rect l="0" t="0" r="r" b="b"/>
            <a:pathLst>
              <a:path w="123" h="9">
                <a:moveTo>
                  <a:pt x="0" y="9"/>
                </a:moveTo>
                <a:lnTo>
                  <a:pt x="123" y="0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38" name=""/>
          <p:cNvSpPr/>
          <p:nvPr/>
        </p:nvSpPr>
        <p:spPr>
          <a:xfrm>
            <a:off x="4321080" y="3349800"/>
            <a:ext cx="40680" cy="3240"/>
          </a:xfrm>
          <a:custGeom>
            <a:avLst/>
            <a:gdLst/>
            <a:ahLst/>
            <a:rect l="0" t="0" r="r" b="b"/>
            <a:pathLst>
              <a:path w="113" h="9">
                <a:moveTo>
                  <a:pt x="0" y="9"/>
                </a:moveTo>
                <a:lnTo>
                  <a:pt x="113" y="0"/>
                </a:lnTo>
                <a:lnTo>
                  <a:pt x="113" y="1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39" name=""/>
          <p:cNvSpPr/>
          <p:nvPr/>
        </p:nvSpPr>
        <p:spPr>
          <a:xfrm>
            <a:off x="4324680" y="3350160"/>
            <a:ext cx="37080" cy="2880"/>
          </a:xfrm>
          <a:custGeom>
            <a:avLst/>
            <a:gdLst/>
            <a:ahLst/>
            <a:rect l="0" t="0" r="r" b="b"/>
            <a:pathLst>
              <a:path w="103" h="8">
                <a:moveTo>
                  <a:pt x="0" y="8"/>
                </a:moveTo>
                <a:lnTo>
                  <a:pt x="103" y="0"/>
                </a:lnTo>
                <a:lnTo>
                  <a:pt x="103" y="1"/>
                </a:lnTo>
                <a:lnTo>
                  <a:pt x="11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0" name=""/>
          <p:cNvSpPr/>
          <p:nvPr/>
        </p:nvSpPr>
        <p:spPr>
          <a:xfrm>
            <a:off x="4328640" y="3350520"/>
            <a:ext cx="33120" cy="2520"/>
          </a:xfrm>
          <a:custGeom>
            <a:avLst/>
            <a:gdLst/>
            <a:ahLst/>
            <a:rect l="0" t="0" r="r" b="b"/>
            <a:pathLst>
              <a:path w="92" h="7">
                <a:moveTo>
                  <a:pt x="0" y="7"/>
                </a:moveTo>
                <a:lnTo>
                  <a:pt x="92" y="0"/>
                </a:lnTo>
                <a:lnTo>
                  <a:pt x="10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1" name=""/>
          <p:cNvSpPr/>
          <p:nvPr/>
        </p:nvSpPr>
        <p:spPr>
          <a:xfrm>
            <a:off x="4332240" y="3350520"/>
            <a:ext cx="29520" cy="2880"/>
          </a:xfrm>
          <a:custGeom>
            <a:avLst/>
            <a:gdLst/>
            <a:ahLst/>
            <a:rect l="0" t="0" r="r" b="b"/>
            <a:pathLst>
              <a:path w="82" h="8">
                <a:moveTo>
                  <a:pt x="0" y="8"/>
                </a:moveTo>
                <a:lnTo>
                  <a:pt x="82" y="0"/>
                </a:lnTo>
                <a:lnTo>
                  <a:pt x="82" y="2"/>
                </a:lnTo>
                <a:lnTo>
                  <a:pt x="10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2" name=""/>
          <p:cNvSpPr/>
          <p:nvPr/>
        </p:nvSpPr>
        <p:spPr>
          <a:xfrm>
            <a:off x="4335840" y="3350880"/>
            <a:ext cx="25920" cy="2160"/>
          </a:xfrm>
          <a:custGeom>
            <a:avLst/>
            <a:gdLst/>
            <a:ahLst/>
            <a:rect l="0" t="0" r="r" b="b"/>
            <a:pathLst>
              <a:path w="72" h="6">
                <a:moveTo>
                  <a:pt x="0" y="6"/>
                </a:moveTo>
                <a:lnTo>
                  <a:pt x="72" y="0"/>
                </a:lnTo>
                <a:lnTo>
                  <a:pt x="72" y="1"/>
                </a:lnTo>
                <a:lnTo>
                  <a:pt x="10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3" name=""/>
          <p:cNvSpPr/>
          <p:nvPr/>
        </p:nvSpPr>
        <p:spPr>
          <a:xfrm>
            <a:off x="4339440" y="3351240"/>
            <a:ext cx="22320" cy="1800"/>
          </a:xfrm>
          <a:custGeom>
            <a:avLst/>
            <a:gdLst/>
            <a:ahLst/>
            <a:rect l="0" t="0" r="r" b="b"/>
            <a:pathLst>
              <a:path w="62" h="5">
                <a:moveTo>
                  <a:pt x="0" y="5"/>
                </a:moveTo>
                <a:lnTo>
                  <a:pt x="62" y="0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4" name=""/>
          <p:cNvSpPr/>
          <p:nvPr/>
        </p:nvSpPr>
        <p:spPr>
          <a:xfrm>
            <a:off x="4343040" y="3351240"/>
            <a:ext cx="18720" cy="1800"/>
          </a:xfrm>
          <a:custGeom>
            <a:avLst/>
            <a:gdLst/>
            <a:ahLst/>
            <a:rect l="0" t="0" r="r" b="b"/>
            <a:pathLst>
              <a:path w="52" h="5">
                <a:moveTo>
                  <a:pt x="0" y="5"/>
                </a:moveTo>
                <a:lnTo>
                  <a:pt x="52" y="0"/>
                </a:lnTo>
                <a:lnTo>
                  <a:pt x="52" y="1"/>
                </a:lnTo>
                <a:lnTo>
                  <a:pt x="12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5" name=""/>
          <p:cNvSpPr/>
          <p:nvPr/>
        </p:nvSpPr>
        <p:spPr>
          <a:xfrm>
            <a:off x="4347000" y="335160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5"/>
                </a:moveTo>
                <a:lnTo>
                  <a:pt x="41" y="0"/>
                </a:lnTo>
                <a:lnTo>
                  <a:pt x="41" y="2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6" name=""/>
          <p:cNvSpPr/>
          <p:nvPr/>
        </p:nvSpPr>
        <p:spPr>
          <a:xfrm>
            <a:off x="4350600" y="3351960"/>
            <a:ext cx="11160" cy="1080"/>
          </a:xfrm>
          <a:custGeom>
            <a:avLst/>
            <a:gdLst/>
            <a:ahLst/>
            <a:rect l="0" t="0" r="r" b="b"/>
            <a:pathLst>
              <a:path w="31" h="3">
                <a:moveTo>
                  <a:pt x="0" y="3"/>
                </a:moveTo>
                <a:lnTo>
                  <a:pt x="31" y="0"/>
                </a:lnTo>
                <a:lnTo>
                  <a:pt x="10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7" name=""/>
          <p:cNvSpPr/>
          <p:nvPr/>
        </p:nvSpPr>
        <p:spPr>
          <a:xfrm>
            <a:off x="4354200" y="335196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8" name=""/>
          <p:cNvSpPr/>
          <p:nvPr/>
        </p:nvSpPr>
        <p:spPr>
          <a:xfrm>
            <a:off x="4357800" y="335232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049" name=""/>
          <p:cNvSpPr/>
          <p:nvPr/>
        </p:nvSpPr>
        <p:spPr>
          <a:xfrm>
            <a:off x="3893760" y="3320640"/>
            <a:ext cx="468000" cy="32400"/>
          </a:xfrm>
          <a:custGeom>
            <a:avLst/>
            <a:gdLst/>
            <a:ahLst/>
            <a:rect l="0" t="0" r="r" b="b"/>
            <a:pathLst>
              <a:path w="1300" h="90">
                <a:moveTo>
                  <a:pt x="0" y="90"/>
                </a:moveTo>
                <a:lnTo>
                  <a:pt x="1300" y="90"/>
                </a:lnTo>
                <a:lnTo>
                  <a:pt x="1300" y="0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0" name=""/>
          <p:cNvSpPr/>
          <p:nvPr/>
        </p:nvSpPr>
        <p:spPr>
          <a:xfrm>
            <a:off x="3940920" y="3352680"/>
            <a:ext cx="12240" cy="1080"/>
          </a:xfrm>
          <a:custGeom>
            <a:avLst/>
            <a:gdLst/>
            <a:ahLst/>
            <a:rect l="0" t="0" r="r" b="b"/>
            <a:pathLst>
              <a:path w="34" h="3">
                <a:moveTo>
                  <a:pt x="0" y="0"/>
                </a:moveTo>
                <a:lnTo>
                  <a:pt x="34" y="0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1" name=""/>
          <p:cNvSpPr/>
          <p:nvPr/>
        </p:nvSpPr>
        <p:spPr>
          <a:xfrm>
            <a:off x="3940920" y="335268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3"/>
                </a:moveTo>
                <a:lnTo>
                  <a:pt x="34" y="0"/>
                </a:lnTo>
                <a:lnTo>
                  <a:pt x="50" y="0"/>
                </a:lnTo>
                <a:lnTo>
                  <a:pt x="0" y="6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2" name=""/>
          <p:cNvSpPr/>
          <p:nvPr/>
        </p:nvSpPr>
        <p:spPr>
          <a:xfrm>
            <a:off x="3940920" y="3352680"/>
            <a:ext cx="23760" cy="2160"/>
          </a:xfrm>
          <a:custGeom>
            <a:avLst/>
            <a:gdLst/>
            <a:ahLst/>
            <a:rect l="0" t="0" r="r" b="b"/>
            <a:pathLst>
              <a:path w="66" h="6">
                <a:moveTo>
                  <a:pt x="0" y="4"/>
                </a:moveTo>
                <a:lnTo>
                  <a:pt x="50" y="0"/>
                </a:lnTo>
                <a:lnTo>
                  <a:pt x="66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3" name=""/>
          <p:cNvSpPr/>
          <p:nvPr/>
        </p:nvSpPr>
        <p:spPr>
          <a:xfrm>
            <a:off x="3940920" y="3352680"/>
            <a:ext cx="29880" cy="2520"/>
          </a:xfrm>
          <a:custGeom>
            <a:avLst/>
            <a:gdLst/>
            <a:ahLst/>
            <a:rect l="0" t="0" r="r" b="b"/>
            <a:pathLst>
              <a:path w="83" h="7">
                <a:moveTo>
                  <a:pt x="0" y="6"/>
                </a:moveTo>
                <a:lnTo>
                  <a:pt x="66" y="0"/>
                </a:lnTo>
                <a:lnTo>
                  <a:pt x="83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4" name=""/>
          <p:cNvSpPr/>
          <p:nvPr/>
        </p:nvSpPr>
        <p:spPr>
          <a:xfrm>
            <a:off x="3940920" y="3352680"/>
            <a:ext cx="35640" cy="3600"/>
          </a:xfrm>
          <a:custGeom>
            <a:avLst/>
            <a:gdLst/>
            <a:ahLst/>
            <a:rect l="0" t="0" r="r" b="b"/>
            <a:pathLst>
              <a:path w="99" h="10">
                <a:moveTo>
                  <a:pt x="0" y="7"/>
                </a:moveTo>
                <a:lnTo>
                  <a:pt x="83" y="0"/>
                </a:lnTo>
                <a:lnTo>
                  <a:pt x="99" y="0"/>
                </a:lnTo>
                <a:lnTo>
                  <a:pt x="0" y="10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5" name=""/>
          <p:cNvSpPr/>
          <p:nvPr/>
        </p:nvSpPr>
        <p:spPr>
          <a:xfrm>
            <a:off x="3940920" y="3352680"/>
            <a:ext cx="41400" cy="3600"/>
          </a:xfrm>
          <a:custGeom>
            <a:avLst/>
            <a:gdLst/>
            <a:ahLst/>
            <a:rect l="0" t="0" r="r" b="b"/>
            <a:pathLst>
              <a:path w="115" h="10">
                <a:moveTo>
                  <a:pt x="0" y="9"/>
                </a:moveTo>
                <a:lnTo>
                  <a:pt x="99" y="0"/>
                </a:lnTo>
                <a:lnTo>
                  <a:pt x="115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6" name=""/>
          <p:cNvSpPr/>
          <p:nvPr/>
        </p:nvSpPr>
        <p:spPr>
          <a:xfrm>
            <a:off x="3940920" y="3352680"/>
            <a:ext cx="47160" cy="3960"/>
          </a:xfrm>
          <a:custGeom>
            <a:avLst/>
            <a:gdLst/>
            <a:ahLst/>
            <a:rect l="0" t="0" r="r" b="b"/>
            <a:pathLst>
              <a:path w="131" h="11">
                <a:moveTo>
                  <a:pt x="0" y="10"/>
                </a:moveTo>
                <a:lnTo>
                  <a:pt x="115" y="0"/>
                </a:lnTo>
                <a:lnTo>
                  <a:pt x="131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7" name=""/>
          <p:cNvSpPr/>
          <p:nvPr/>
        </p:nvSpPr>
        <p:spPr>
          <a:xfrm>
            <a:off x="3940920" y="3352680"/>
            <a:ext cx="59040" cy="5040"/>
          </a:xfrm>
          <a:custGeom>
            <a:avLst/>
            <a:gdLst/>
            <a:ahLst/>
            <a:rect l="0" t="0" r="r" b="b"/>
            <a:pathLst>
              <a:path w="164" h="14">
                <a:moveTo>
                  <a:pt x="0" y="11"/>
                </a:moveTo>
                <a:lnTo>
                  <a:pt x="131" y="0"/>
                </a:lnTo>
                <a:lnTo>
                  <a:pt x="164" y="0"/>
                </a:lnTo>
                <a:lnTo>
                  <a:pt x="0" y="14"/>
                </a:lnTo>
                <a:lnTo>
                  <a:pt x="0" y="11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8" name=""/>
          <p:cNvSpPr/>
          <p:nvPr/>
        </p:nvSpPr>
        <p:spPr>
          <a:xfrm>
            <a:off x="3940920" y="3352680"/>
            <a:ext cx="61920" cy="5400"/>
          </a:xfrm>
          <a:custGeom>
            <a:avLst/>
            <a:gdLst/>
            <a:ahLst/>
            <a:rect l="0" t="0" r="r" b="b"/>
            <a:pathLst>
              <a:path w="172" h="15">
                <a:moveTo>
                  <a:pt x="0" y="14"/>
                </a:moveTo>
                <a:lnTo>
                  <a:pt x="164" y="0"/>
                </a:lnTo>
                <a:lnTo>
                  <a:pt x="172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59" name=""/>
          <p:cNvSpPr/>
          <p:nvPr/>
        </p:nvSpPr>
        <p:spPr>
          <a:xfrm>
            <a:off x="3940920" y="335268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72" y="0"/>
                </a:lnTo>
                <a:lnTo>
                  <a:pt x="180" y="0"/>
                </a:lnTo>
                <a:lnTo>
                  <a:pt x="0" y="15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0" name=""/>
          <p:cNvSpPr/>
          <p:nvPr/>
        </p:nvSpPr>
        <p:spPr>
          <a:xfrm>
            <a:off x="3940920" y="3352680"/>
            <a:ext cx="70920" cy="6120"/>
          </a:xfrm>
          <a:custGeom>
            <a:avLst/>
            <a:gdLst/>
            <a:ahLst/>
            <a:rect l="0" t="0" r="r" b="b"/>
            <a:pathLst>
              <a:path w="197" h="17">
                <a:moveTo>
                  <a:pt x="0" y="15"/>
                </a:moveTo>
                <a:lnTo>
                  <a:pt x="180" y="0"/>
                </a:lnTo>
                <a:lnTo>
                  <a:pt x="197" y="0"/>
                </a:lnTo>
                <a:lnTo>
                  <a:pt x="0" y="17"/>
                </a:lnTo>
                <a:lnTo>
                  <a:pt x="0" y="15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1" name=""/>
          <p:cNvSpPr/>
          <p:nvPr/>
        </p:nvSpPr>
        <p:spPr>
          <a:xfrm>
            <a:off x="3940920" y="3352680"/>
            <a:ext cx="76680" cy="6480"/>
          </a:xfrm>
          <a:custGeom>
            <a:avLst/>
            <a:gdLst/>
            <a:ahLst/>
            <a:rect l="0" t="0" r="r" b="b"/>
            <a:pathLst>
              <a:path w="213" h="18">
                <a:moveTo>
                  <a:pt x="0" y="17"/>
                </a:moveTo>
                <a:lnTo>
                  <a:pt x="197" y="0"/>
                </a:lnTo>
                <a:lnTo>
                  <a:pt x="213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2" name=""/>
          <p:cNvSpPr/>
          <p:nvPr/>
        </p:nvSpPr>
        <p:spPr>
          <a:xfrm>
            <a:off x="3940920" y="3352680"/>
            <a:ext cx="79560" cy="6840"/>
          </a:xfrm>
          <a:custGeom>
            <a:avLst/>
            <a:gdLst/>
            <a:ahLst/>
            <a:rect l="0" t="0" r="r" b="b"/>
            <a:pathLst>
              <a:path w="221" h="19">
                <a:moveTo>
                  <a:pt x="0" y="18"/>
                </a:moveTo>
                <a:lnTo>
                  <a:pt x="213" y="0"/>
                </a:lnTo>
                <a:lnTo>
                  <a:pt x="221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3" name=""/>
          <p:cNvSpPr/>
          <p:nvPr/>
        </p:nvSpPr>
        <p:spPr>
          <a:xfrm>
            <a:off x="3940920" y="3352680"/>
            <a:ext cx="82440" cy="6840"/>
          </a:xfrm>
          <a:custGeom>
            <a:avLst/>
            <a:gdLst/>
            <a:ahLst/>
            <a:rect l="0" t="0" r="r" b="b"/>
            <a:pathLst>
              <a:path w="229" h="19">
                <a:moveTo>
                  <a:pt x="0" y="19"/>
                </a:moveTo>
                <a:lnTo>
                  <a:pt x="221" y="0"/>
                </a:lnTo>
                <a:lnTo>
                  <a:pt x="229" y="0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4" name=""/>
          <p:cNvSpPr/>
          <p:nvPr/>
        </p:nvSpPr>
        <p:spPr>
          <a:xfrm>
            <a:off x="3940920" y="3352680"/>
            <a:ext cx="88560" cy="7560"/>
          </a:xfrm>
          <a:custGeom>
            <a:avLst/>
            <a:gdLst/>
            <a:ahLst/>
            <a:rect l="0" t="0" r="r" b="b"/>
            <a:pathLst>
              <a:path w="246" h="21">
                <a:moveTo>
                  <a:pt x="0" y="19"/>
                </a:moveTo>
                <a:lnTo>
                  <a:pt x="229" y="0"/>
                </a:lnTo>
                <a:lnTo>
                  <a:pt x="246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5" name=""/>
          <p:cNvSpPr/>
          <p:nvPr/>
        </p:nvSpPr>
        <p:spPr>
          <a:xfrm>
            <a:off x="3940920" y="3352680"/>
            <a:ext cx="91440" cy="7560"/>
          </a:xfrm>
          <a:custGeom>
            <a:avLst/>
            <a:gdLst/>
            <a:ahLst/>
            <a:rect l="0" t="0" r="r" b="b"/>
            <a:pathLst>
              <a:path w="254" h="21">
                <a:moveTo>
                  <a:pt x="0" y="21"/>
                </a:moveTo>
                <a:lnTo>
                  <a:pt x="246" y="0"/>
                </a:lnTo>
                <a:lnTo>
                  <a:pt x="254" y="0"/>
                </a:lnTo>
                <a:lnTo>
                  <a:pt x="0" y="21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6" name=""/>
          <p:cNvSpPr/>
          <p:nvPr/>
        </p:nvSpPr>
        <p:spPr>
          <a:xfrm>
            <a:off x="3940920" y="3352680"/>
            <a:ext cx="94320" cy="7920"/>
          </a:xfrm>
          <a:custGeom>
            <a:avLst/>
            <a:gdLst/>
            <a:ahLst/>
            <a:rect l="0" t="0" r="r" b="b"/>
            <a:pathLst>
              <a:path w="262" h="22">
                <a:moveTo>
                  <a:pt x="0" y="21"/>
                </a:moveTo>
                <a:lnTo>
                  <a:pt x="254" y="0"/>
                </a:lnTo>
                <a:lnTo>
                  <a:pt x="262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7" name=""/>
          <p:cNvSpPr/>
          <p:nvPr/>
        </p:nvSpPr>
        <p:spPr>
          <a:xfrm>
            <a:off x="3940920" y="3352680"/>
            <a:ext cx="106200" cy="9000"/>
          </a:xfrm>
          <a:custGeom>
            <a:avLst/>
            <a:gdLst/>
            <a:ahLst/>
            <a:rect l="0" t="0" r="r" b="b"/>
            <a:pathLst>
              <a:path w="295" h="25">
                <a:moveTo>
                  <a:pt x="0" y="22"/>
                </a:moveTo>
                <a:lnTo>
                  <a:pt x="262" y="0"/>
                </a:lnTo>
                <a:lnTo>
                  <a:pt x="295" y="0"/>
                </a:lnTo>
                <a:lnTo>
                  <a:pt x="0" y="25"/>
                </a:lnTo>
                <a:lnTo>
                  <a:pt x="0" y="22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8" name=""/>
          <p:cNvSpPr/>
          <p:nvPr/>
        </p:nvSpPr>
        <p:spPr>
          <a:xfrm>
            <a:off x="3940920" y="3352680"/>
            <a:ext cx="117720" cy="9720"/>
          </a:xfrm>
          <a:custGeom>
            <a:avLst/>
            <a:gdLst/>
            <a:ahLst/>
            <a:rect l="0" t="0" r="r" b="b"/>
            <a:pathLst>
              <a:path w="327" h="27">
                <a:moveTo>
                  <a:pt x="0" y="25"/>
                </a:moveTo>
                <a:lnTo>
                  <a:pt x="294" y="0"/>
                </a:lnTo>
                <a:lnTo>
                  <a:pt x="327" y="0"/>
                </a:lnTo>
                <a:lnTo>
                  <a:pt x="0" y="27"/>
                </a:lnTo>
                <a:lnTo>
                  <a:pt x="0" y="25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69" name=""/>
          <p:cNvSpPr/>
          <p:nvPr/>
        </p:nvSpPr>
        <p:spPr>
          <a:xfrm>
            <a:off x="3940920" y="3352680"/>
            <a:ext cx="123840" cy="10440"/>
          </a:xfrm>
          <a:custGeom>
            <a:avLst/>
            <a:gdLst/>
            <a:ahLst/>
            <a:rect l="0" t="0" r="r" b="b"/>
            <a:pathLst>
              <a:path w="344" h="29">
                <a:moveTo>
                  <a:pt x="0" y="27"/>
                </a:moveTo>
                <a:lnTo>
                  <a:pt x="327" y="0"/>
                </a:lnTo>
                <a:lnTo>
                  <a:pt x="344" y="0"/>
                </a:lnTo>
                <a:lnTo>
                  <a:pt x="0" y="29"/>
                </a:lnTo>
                <a:lnTo>
                  <a:pt x="0" y="27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0" name=""/>
          <p:cNvSpPr/>
          <p:nvPr/>
        </p:nvSpPr>
        <p:spPr>
          <a:xfrm>
            <a:off x="3940920" y="3352680"/>
            <a:ext cx="126720" cy="10440"/>
          </a:xfrm>
          <a:custGeom>
            <a:avLst/>
            <a:gdLst/>
            <a:ahLst/>
            <a:rect l="0" t="0" r="r" b="b"/>
            <a:pathLst>
              <a:path w="352" h="29">
                <a:moveTo>
                  <a:pt x="0" y="29"/>
                </a:moveTo>
                <a:lnTo>
                  <a:pt x="344" y="0"/>
                </a:lnTo>
                <a:lnTo>
                  <a:pt x="352" y="0"/>
                </a:lnTo>
                <a:lnTo>
                  <a:pt x="0" y="29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1" name=""/>
          <p:cNvSpPr/>
          <p:nvPr/>
        </p:nvSpPr>
        <p:spPr>
          <a:xfrm>
            <a:off x="3940920" y="335268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29"/>
                </a:moveTo>
                <a:lnTo>
                  <a:pt x="352" y="0"/>
                </a:lnTo>
                <a:lnTo>
                  <a:pt x="360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2" name=""/>
          <p:cNvSpPr/>
          <p:nvPr/>
        </p:nvSpPr>
        <p:spPr>
          <a:xfrm>
            <a:off x="3940920" y="3352680"/>
            <a:ext cx="135360" cy="11160"/>
          </a:xfrm>
          <a:custGeom>
            <a:avLst/>
            <a:gdLst/>
            <a:ahLst/>
            <a:rect l="0" t="0" r="r" b="b"/>
            <a:pathLst>
              <a:path w="376" h="31">
                <a:moveTo>
                  <a:pt x="0" y="30"/>
                </a:moveTo>
                <a:lnTo>
                  <a:pt x="360" y="0"/>
                </a:lnTo>
                <a:lnTo>
                  <a:pt x="376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3" name=""/>
          <p:cNvSpPr/>
          <p:nvPr/>
        </p:nvSpPr>
        <p:spPr>
          <a:xfrm>
            <a:off x="3940920" y="3352680"/>
            <a:ext cx="138240" cy="11520"/>
          </a:xfrm>
          <a:custGeom>
            <a:avLst/>
            <a:gdLst/>
            <a:ahLst/>
            <a:rect l="0" t="0" r="r" b="b"/>
            <a:pathLst>
              <a:path w="384" h="32">
                <a:moveTo>
                  <a:pt x="0" y="31"/>
                </a:moveTo>
                <a:lnTo>
                  <a:pt x="376" y="0"/>
                </a:lnTo>
                <a:lnTo>
                  <a:pt x="384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4" name=""/>
          <p:cNvSpPr/>
          <p:nvPr/>
        </p:nvSpPr>
        <p:spPr>
          <a:xfrm>
            <a:off x="3940920" y="3352680"/>
            <a:ext cx="141480" cy="11520"/>
          </a:xfrm>
          <a:custGeom>
            <a:avLst/>
            <a:gdLst/>
            <a:ahLst/>
            <a:rect l="0" t="0" r="r" b="b"/>
            <a:pathLst>
              <a:path w="393" h="32">
                <a:moveTo>
                  <a:pt x="0" y="32"/>
                </a:moveTo>
                <a:lnTo>
                  <a:pt x="384" y="0"/>
                </a:lnTo>
                <a:lnTo>
                  <a:pt x="393" y="0"/>
                </a:lnTo>
                <a:lnTo>
                  <a:pt x="0" y="32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5" name=""/>
          <p:cNvSpPr/>
          <p:nvPr/>
        </p:nvSpPr>
        <p:spPr>
          <a:xfrm>
            <a:off x="3940920" y="3352680"/>
            <a:ext cx="147240" cy="12240"/>
          </a:xfrm>
          <a:custGeom>
            <a:avLst/>
            <a:gdLst/>
            <a:ahLst/>
            <a:rect l="0" t="0" r="r" b="b"/>
            <a:pathLst>
              <a:path w="409" h="34">
                <a:moveTo>
                  <a:pt x="0" y="32"/>
                </a:moveTo>
                <a:lnTo>
                  <a:pt x="393" y="0"/>
                </a:lnTo>
                <a:lnTo>
                  <a:pt x="409" y="0"/>
                </a:lnTo>
                <a:lnTo>
                  <a:pt x="0" y="34"/>
                </a:lnTo>
                <a:lnTo>
                  <a:pt x="0" y="32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6" name=""/>
          <p:cNvSpPr/>
          <p:nvPr/>
        </p:nvSpPr>
        <p:spPr>
          <a:xfrm>
            <a:off x="3940920" y="3352680"/>
            <a:ext cx="153000" cy="12600"/>
          </a:xfrm>
          <a:custGeom>
            <a:avLst/>
            <a:gdLst/>
            <a:ahLst/>
            <a:rect l="0" t="0" r="r" b="b"/>
            <a:pathLst>
              <a:path w="425" h="35">
                <a:moveTo>
                  <a:pt x="0" y="34"/>
                </a:moveTo>
                <a:lnTo>
                  <a:pt x="409" y="0"/>
                </a:lnTo>
                <a:lnTo>
                  <a:pt x="425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7" name=""/>
          <p:cNvSpPr/>
          <p:nvPr/>
        </p:nvSpPr>
        <p:spPr>
          <a:xfrm>
            <a:off x="3940920" y="3352680"/>
            <a:ext cx="155880" cy="12960"/>
          </a:xfrm>
          <a:custGeom>
            <a:avLst/>
            <a:gdLst/>
            <a:ahLst/>
            <a:rect l="0" t="0" r="r" b="b"/>
            <a:pathLst>
              <a:path w="433" h="36">
                <a:moveTo>
                  <a:pt x="0" y="35"/>
                </a:moveTo>
                <a:lnTo>
                  <a:pt x="425" y="0"/>
                </a:lnTo>
                <a:lnTo>
                  <a:pt x="433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8" name=""/>
          <p:cNvSpPr/>
          <p:nvPr/>
        </p:nvSpPr>
        <p:spPr>
          <a:xfrm>
            <a:off x="3940920" y="3352680"/>
            <a:ext cx="159120" cy="12960"/>
          </a:xfrm>
          <a:custGeom>
            <a:avLst/>
            <a:gdLst/>
            <a:ahLst/>
            <a:rect l="0" t="0" r="r" b="b"/>
            <a:pathLst>
              <a:path w="442" h="36">
                <a:moveTo>
                  <a:pt x="0" y="36"/>
                </a:moveTo>
                <a:lnTo>
                  <a:pt x="433" y="0"/>
                </a:lnTo>
                <a:lnTo>
                  <a:pt x="442" y="0"/>
                </a:lnTo>
                <a:lnTo>
                  <a:pt x="0" y="36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79" name=""/>
          <p:cNvSpPr/>
          <p:nvPr/>
        </p:nvSpPr>
        <p:spPr>
          <a:xfrm>
            <a:off x="3940920" y="3352680"/>
            <a:ext cx="164880" cy="13680"/>
          </a:xfrm>
          <a:custGeom>
            <a:avLst/>
            <a:gdLst/>
            <a:ahLst/>
            <a:rect l="0" t="0" r="r" b="b"/>
            <a:pathLst>
              <a:path w="458" h="38">
                <a:moveTo>
                  <a:pt x="0" y="36"/>
                </a:moveTo>
                <a:lnTo>
                  <a:pt x="442" y="0"/>
                </a:lnTo>
                <a:lnTo>
                  <a:pt x="458" y="0"/>
                </a:lnTo>
                <a:lnTo>
                  <a:pt x="0" y="38"/>
                </a:lnTo>
                <a:lnTo>
                  <a:pt x="0" y="36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0" name=""/>
          <p:cNvSpPr/>
          <p:nvPr/>
        </p:nvSpPr>
        <p:spPr>
          <a:xfrm>
            <a:off x="3940920" y="3352680"/>
            <a:ext cx="167760" cy="13680"/>
          </a:xfrm>
          <a:custGeom>
            <a:avLst/>
            <a:gdLst/>
            <a:ahLst/>
            <a:rect l="0" t="0" r="r" b="b"/>
            <a:pathLst>
              <a:path w="466" h="38">
                <a:moveTo>
                  <a:pt x="0" y="38"/>
                </a:moveTo>
                <a:lnTo>
                  <a:pt x="458" y="0"/>
                </a:lnTo>
                <a:lnTo>
                  <a:pt x="466" y="0"/>
                </a:lnTo>
                <a:lnTo>
                  <a:pt x="0" y="38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1" name=""/>
          <p:cNvSpPr/>
          <p:nvPr/>
        </p:nvSpPr>
        <p:spPr>
          <a:xfrm>
            <a:off x="3940920" y="3352680"/>
            <a:ext cx="170640" cy="14040"/>
          </a:xfrm>
          <a:custGeom>
            <a:avLst/>
            <a:gdLst/>
            <a:ahLst/>
            <a:rect l="0" t="0" r="r" b="b"/>
            <a:pathLst>
              <a:path w="474" h="39">
                <a:moveTo>
                  <a:pt x="0" y="38"/>
                </a:moveTo>
                <a:lnTo>
                  <a:pt x="466" y="0"/>
                </a:lnTo>
                <a:lnTo>
                  <a:pt x="474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2" name=""/>
          <p:cNvSpPr/>
          <p:nvPr/>
        </p:nvSpPr>
        <p:spPr>
          <a:xfrm>
            <a:off x="3940920" y="3352680"/>
            <a:ext cx="173520" cy="14400"/>
          </a:xfrm>
          <a:custGeom>
            <a:avLst/>
            <a:gdLst/>
            <a:ahLst/>
            <a:rect l="0" t="0" r="r" b="b"/>
            <a:pathLst>
              <a:path w="482" h="40">
                <a:moveTo>
                  <a:pt x="0" y="39"/>
                </a:moveTo>
                <a:lnTo>
                  <a:pt x="474" y="0"/>
                </a:lnTo>
                <a:lnTo>
                  <a:pt x="482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3" name=""/>
          <p:cNvSpPr/>
          <p:nvPr/>
        </p:nvSpPr>
        <p:spPr>
          <a:xfrm>
            <a:off x="3940920" y="3352680"/>
            <a:ext cx="176760" cy="14400"/>
          </a:xfrm>
          <a:custGeom>
            <a:avLst/>
            <a:gdLst/>
            <a:ahLst/>
            <a:rect l="0" t="0" r="r" b="b"/>
            <a:pathLst>
              <a:path w="491" h="40">
                <a:moveTo>
                  <a:pt x="0" y="40"/>
                </a:moveTo>
                <a:lnTo>
                  <a:pt x="482" y="0"/>
                </a:lnTo>
                <a:lnTo>
                  <a:pt x="491" y="0"/>
                </a:lnTo>
                <a:lnTo>
                  <a:pt x="0" y="4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4" name=""/>
          <p:cNvSpPr/>
          <p:nvPr/>
        </p:nvSpPr>
        <p:spPr>
          <a:xfrm>
            <a:off x="3940920" y="3352680"/>
            <a:ext cx="179640" cy="14760"/>
          </a:xfrm>
          <a:custGeom>
            <a:avLst/>
            <a:gdLst/>
            <a:ahLst/>
            <a:rect l="0" t="0" r="r" b="b"/>
            <a:pathLst>
              <a:path w="499" h="41">
                <a:moveTo>
                  <a:pt x="0" y="40"/>
                </a:moveTo>
                <a:lnTo>
                  <a:pt x="491" y="0"/>
                </a:lnTo>
                <a:lnTo>
                  <a:pt x="499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5" name=""/>
          <p:cNvSpPr/>
          <p:nvPr/>
        </p:nvSpPr>
        <p:spPr>
          <a:xfrm>
            <a:off x="3940920" y="3352680"/>
            <a:ext cx="182520" cy="15120"/>
          </a:xfrm>
          <a:custGeom>
            <a:avLst/>
            <a:gdLst/>
            <a:ahLst/>
            <a:rect l="0" t="0" r="r" b="b"/>
            <a:pathLst>
              <a:path w="507" h="42">
                <a:moveTo>
                  <a:pt x="0" y="41"/>
                </a:moveTo>
                <a:lnTo>
                  <a:pt x="499" y="0"/>
                </a:lnTo>
                <a:lnTo>
                  <a:pt x="507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6" name=""/>
          <p:cNvSpPr/>
          <p:nvPr/>
        </p:nvSpPr>
        <p:spPr>
          <a:xfrm>
            <a:off x="3940920" y="335268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07" y="0"/>
                </a:lnTo>
                <a:lnTo>
                  <a:pt x="515" y="0"/>
                </a:lnTo>
                <a:lnTo>
                  <a:pt x="0" y="4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7" name=""/>
          <p:cNvSpPr/>
          <p:nvPr/>
        </p:nvSpPr>
        <p:spPr>
          <a:xfrm>
            <a:off x="3940920" y="3352680"/>
            <a:ext cx="188280" cy="15480"/>
          </a:xfrm>
          <a:custGeom>
            <a:avLst/>
            <a:gdLst/>
            <a:ahLst/>
            <a:rect l="0" t="0" r="r" b="b"/>
            <a:pathLst>
              <a:path w="523" h="43">
                <a:moveTo>
                  <a:pt x="0" y="42"/>
                </a:moveTo>
                <a:lnTo>
                  <a:pt x="515" y="0"/>
                </a:lnTo>
                <a:lnTo>
                  <a:pt x="523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8" name=""/>
          <p:cNvSpPr/>
          <p:nvPr/>
        </p:nvSpPr>
        <p:spPr>
          <a:xfrm>
            <a:off x="3940920" y="3352680"/>
            <a:ext cx="194400" cy="15840"/>
          </a:xfrm>
          <a:custGeom>
            <a:avLst/>
            <a:gdLst/>
            <a:ahLst/>
            <a:rect l="0" t="0" r="r" b="b"/>
            <a:pathLst>
              <a:path w="540" h="44">
                <a:moveTo>
                  <a:pt x="0" y="43"/>
                </a:moveTo>
                <a:lnTo>
                  <a:pt x="523" y="0"/>
                </a:lnTo>
                <a:lnTo>
                  <a:pt x="540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89" name=""/>
          <p:cNvSpPr/>
          <p:nvPr/>
        </p:nvSpPr>
        <p:spPr>
          <a:xfrm>
            <a:off x="3940920" y="3352680"/>
            <a:ext cx="200160" cy="16560"/>
          </a:xfrm>
          <a:custGeom>
            <a:avLst/>
            <a:gdLst/>
            <a:ahLst/>
            <a:rect l="0" t="0" r="r" b="b"/>
            <a:pathLst>
              <a:path w="556" h="46">
                <a:moveTo>
                  <a:pt x="0" y="44"/>
                </a:moveTo>
                <a:lnTo>
                  <a:pt x="540" y="0"/>
                </a:lnTo>
                <a:lnTo>
                  <a:pt x="556" y="0"/>
                </a:lnTo>
                <a:lnTo>
                  <a:pt x="0" y="46"/>
                </a:lnTo>
                <a:lnTo>
                  <a:pt x="0" y="44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0" name=""/>
          <p:cNvSpPr/>
          <p:nvPr/>
        </p:nvSpPr>
        <p:spPr>
          <a:xfrm>
            <a:off x="3940920" y="3352680"/>
            <a:ext cx="205920" cy="16920"/>
          </a:xfrm>
          <a:custGeom>
            <a:avLst/>
            <a:gdLst/>
            <a:ahLst/>
            <a:rect l="0" t="0" r="r" b="b"/>
            <a:pathLst>
              <a:path w="572" h="47">
                <a:moveTo>
                  <a:pt x="0" y="46"/>
                </a:moveTo>
                <a:lnTo>
                  <a:pt x="556" y="0"/>
                </a:lnTo>
                <a:lnTo>
                  <a:pt x="572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1" name=""/>
          <p:cNvSpPr/>
          <p:nvPr/>
        </p:nvSpPr>
        <p:spPr>
          <a:xfrm>
            <a:off x="3940920" y="3352680"/>
            <a:ext cx="212040" cy="17280"/>
          </a:xfrm>
          <a:custGeom>
            <a:avLst/>
            <a:gdLst/>
            <a:ahLst/>
            <a:rect l="0" t="0" r="r" b="b"/>
            <a:pathLst>
              <a:path w="589" h="48">
                <a:moveTo>
                  <a:pt x="0" y="47"/>
                </a:moveTo>
                <a:lnTo>
                  <a:pt x="572" y="0"/>
                </a:lnTo>
                <a:lnTo>
                  <a:pt x="589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2" name=""/>
          <p:cNvSpPr/>
          <p:nvPr/>
        </p:nvSpPr>
        <p:spPr>
          <a:xfrm>
            <a:off x="3940920" y="3352680"/>
            <a:ext cx="217800" cy="18000"/>
          </a:xfrm>
          <a:custGeom>
            <a:avLst/>
            <a:gdLst/>
            <a:ahLst/>
            <a:rect l="0" t="0" r="r" b="b"/>
            <a:pathLst>
              <a:path w="605" h="50">
                <a:moveTo>
                  <a:pt x="0" y="48"/>
                </a:moveTo>
                <a:lnTo>
                  <a:pt x="589" y="0"/>
                </a:lnTo>
                <a:lnTo>
                  <a:pt x="605" y="0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3" name=""/>
          <p:cNvSpPr/>
          <p:nvPr/>
        </p:nvSpPr>
        <p:spPr>
          <a:xfrm>
            <a:off x="3940920" y="3352680"/>
            <a:ext cx="223560" cy="18360"/>
          </a:xfrm>
          <a:custGeom>
            <a:avLst/>
            <a:gdLst/>
            <a:ahLst/>
            <a:rect l="0" t="0" r="r" b="b"/>
            <a:pathLst>
              <a:path w="621" h="51">
                <a:moveTo>
                  <a:pt x="0" y="50"/>
                </a:moveTo>
                <a:lnTo>
                  <a:pt x="605" y="0"/>
                </a:lnTo>
                <a:lnTo>
                  <a:pt x="621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4" name=""/>
          <p:cNvSpPr/>
          <p:nvPr/>
        </p:nvSpPr>
        <p:spPr>
          <a:xfrm>
            <a:off x="3940920" y="3352680"/>
            <a:ext cx="229320" cy="18720"/>
          </a:xfrm>
          <a:custGeom>
            <a:avLst/>
            <a:gdLst/>
            <a:ahLst/>
            <a:rect l="0" t="0" r="r" b="b"/>
            <a:pathLst>
              <a:path w="637" h="52">
                <a:moveTo>
                  <a:pt x="0" y="51"/>
                </a:moveTo>
                <a:lnTo>
                  <a:pt x="621" y="0"/>
                </a:lnTo>
                <a:lnTo>
                  <a:pt x="637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5" name=""/>
          <p:cNvSpPr/>
          <p:nvPr/>
        </p:nvSpPr>
        <p:spPr>
          <a:xfrm>
            <a:off x="3940920" y="3352680"/>
            <a:ext cx="235440" cy="19440"/>
          </a:xfrm>
          <a:custGeom>
            <a:avLst/>
            <a:gdLst/>
            <a:ahLst/>
            <a:rect l="0" t="0" r="r" b="b"/>
            <a:pathLst>
              <a:path w="654" h="54">
                <a:moveTo>
                  <a:pt x="0" y="52"/>
                </a:moveTo>
                <a:lnTo>
                  <a:pt x="637" y="0"/>
                </a:lnTo>
                <a:lnTo>
                  <a:pt x="654" y="0"/>
                </a:lnTo>
                <a:lnTo>
                  <a:pt x="0" y="54"/>
                </a:lnTo>
                <a:lnTo>
                  <a:pt x="0" y="52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6" name=""/>
          <p:cNvSpPr/>
          <p:nvPr/>
        </p:nvSpPr>
        <p:spPr>
          <a:xfrm>
            <a:off x="3940920" y="3352680"/>
            <a:ext cx="238320" cy="19440"/>
          </a:xfrm>
          <a:custGeom>
            <a:avLst/>
            <a:gdLst/>
            <a:ahLst/>
            <a:rect l="0" t="0" r="r" b="b"/>
            <a:pathLst>
              <a:path w="662" h="54">
                <a:moveTo>
                  <a:pt x="0" y="54"/>
                </a:moveTo>
                <a:lnTo>
                  <a:pt x="654" y="0"/>
                </a:lnTo>
                <a:lnTo>
                  <a:pt x="662" y="0"/>
                </a:lnTo>
                <a:lnTo>
                  <a:pt x="0" y="54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7" name=""/>
          <p:cNvSpPr/>
          <p:nvPr/>
        </p:nvSpPr>
        <p:spPr>
          <a:xfrm>
            <a:off x="3940920" y="3352680"/>
            <a:ext cx="241200" cy="19800"/>
          </a:xfrm>
          <a:custGeom>
            <a:avLst/>
            <a:gdLst/>
            <a:ahLst/>
            <a:rect l="0" t="0" r="r" b="b"/>
            <a:pathLst>
              <a:path w="670" h="55">
                <a:moveTo>
                  <a:pt x="0" y="54"/>
                </a:moveTo>
                <a:lnTo>
                  <a:pt x="662" y="0"/>
                </a:lnTo>
                <a:lnTo>
                  <a:pt x="670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8" name=""/>
          <p:cNvSpPr/>
          <p:nvPr/>
        </p:nvSpPr>
        <p:spPr>
          <a:xfrm>
            <a:off x="3940920" y="3352680"/>
            <a:ext cx="244080" cy="20160"/>
          </a:xfrm>
          <a:custGeom>
            <a:avLst/>
            <a:gdLst/>
            <a:ahLst/>
            <a:rect l="0" t="0" r="r" b="b"/>
            <a:pathLst>
              <a:path w="678" h="56">
                <a:moveTo>
                  <a:pt x="0" y="55"/>
                </a:moveTo>
                <a:lnTo>
                  <a:pt x="670" y="0"/>
                </a:lnTo>
                <a:lnTo>
                  <a:pt x="678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099" name=""/>
          <p:cNvSpPr/>
          <p:nvPr/>
        </p:nvSpPr>
        <p:spPr>
          <a:xfrm>
            <a:off x="3940920" y="3352680"/>
            <a:ext cx="246960" cy="20160"/>
          </a:xfrm>
          <a:custGeom>
            <a:avLst/>
            <a:gdLst/>
            <a:ahLst/>
            <a:rect l="0" t="0" r="r" b="b"/>
            <a:pathLst>
              <a:path w="686" h="56">
                <a:moveTo>
                  <a:pt x="0" y="56"/>
                </a:moveTo>
                <a:lnTo>
                  <a:pt x="678" y="0"/>
                </a:lnTo>
                <a:lnTo>
                  <a:pt x="686" y="0"/>
                </a:lnTo>
                <a:lnTo>
                  <a:pt x="0" y="56"/>
                </a:lnTo>
                <a:close/>
              </a:path>
            </a:pathLst>
          </a:custGeom>
          <a:solidFill>
            <a:srgbClr val="d9c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0" name=""/>
          <p:cNvSpPr/>
          <p:nvPr/>
        </p:nvSpPr>
        <p:spPr>
          <a:xfrm>
            <a:off x="3940920" y="3352680"/>
            <a:ext cx="250200" cy="20520"/>
          </a:xfrm>
          <a:custGeom>
            <a:avLst/>
            <a:gdLst/>
            <a:ahLst/>
            <a:rect l="0" t="0" r="r" b="b"/>
            <a:pathLst>
              <a:path w="695" h="57">
                <a:moveTo>
                  <a:pt x="0" y="56"/>
                </a:moveTo>
                <a:lnTo>
                  <a:pt x="686" y="0"/>
                </a:lnTo>
                <a:lnTo>
                  <a:pt x="695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1" name=""/>
          <p:cNvSpPr/>
          <p:nvPr/>
        </p:nvSpPr>
        <p:spPr>
          <a:xfrm>
            <a:off x="3940920" y="3352680"/>
            <a:ext cx="253080" cy="20880"/>
          </a:xfrm>
          <a:custGeom>
            <a:avLst/>
            <a:gdLst/>
            <a:ahLst/>
            <a:rect l="0" t="0" r="r" b="b"/>
            <a:pathLst>
              <a:path w="703" h="58">
                <a:moveTo>
                  <a:pt x="0" y="57"/>
                </a:moveTo>
                <a:lnTo>
                  <a:pt x="695" y="0"/>
                </a:lnTo>
                <a:lnTo>
                  <a:pt x="703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9c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2" name=""/>
          <p:cNvSpPr/>
          <p:nvPr/>
        </p:nvSpPr>
        <p:spPr>
          <a:xfrm>
            <a:off x="3940920" y="3352680"/>
            <a:ext cx="255960" cy="20880"/>
          </a:xfrm>
          <a:custGeom>
            <a:avLst/>
            <a:gdLst/>
            <a:ahLst/>
            <a:rect l="0" t="0" r="r" b="b"/>
            <a:pathLst>
              <a:path w="711" h="58">
                <a:moveTo>
                  <a:pt x="0" y="58"/>
                </a:moveTo>
                <a:lnTo>
                  <a:pt x="703" y="0"/>
                </a:lnTo>
                <a:lnTo>
                  <a:pt x="711" y="0"/>
                </a:lnTo>
                <a:lnTo>
                  <a:pt x="0" y="58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3" name=""/>
          <p:cNvSpPr/>
          <p:nvPr/>
        </p:nvSpPr>
        <p:spPr>
          <a:xfrm>
            <a:off x="3940920" y="335268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8"/>
                </a:moveTo>
                <a:lnTo>
                  <a:pt x="711" y="0"/>
                </a:lnTo>
                <a:lnTo>
                  <a:pt x="71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4" name=""/>
          <p:cNvSpPr/>
          <p:nvPr/>
        </p:nvSpPr>
        <p:spPr>
          <a:xfrm>
            <a:off x="3940920" y="3352680"/>
            <a:ext cx="261720" cy="21600"/>
          </a:xfrm>
          <a:custGeom>
            <a:avLst/>
            <a:gdLst/>
            <a:ahLst/>
            <a:rect l="0" t="0" r="r" b="b"/>
            <a:pathLst>
              <a:path w="727" h="60">
                <a:moveTo>
                  <a:pt x="0" y="59"/>
                </a:moveTo>
                <a:lnTo>
                  <a:pt x="719" y="0"/>
                </a:lnTo>
                <a:lnTo>
                  <a:pt x="727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5" name=""/>
          <p:cNvSpPr/>
          <p:nvPr/>
        </p:nvSpPr>
        <p:spPr>
          <a:xfrm>
            <a:off x="3940920" y="3352680"/>
            <a:ext cx="264600" cy="21600"/>
          </a:xfrm>
          <a:custGeom>
            <a:avLst/>
            <a:gdLst/>
            <a:ahLst/>
            <a:rect l="0" t="0" r="r" b="b"/>
            <a:pathLst>
              <a:path w="735" h="60">
                <a:moveTo>
                  <a:pt x="0" y="60"/>
                </a:moveTo>
                <a:lnTo>
                  <a:pt x="727" y="0"/>
                </a:lnTo>
                <a:lnTo>
                  <a:pt x="735" y="0"/>
                </a:lnTo>
                <a:lnTo>
                  <a:pt x="0" y="60"/>
                </a:lnTo>
                <a:close/>
              </a:path>
            </a:pathLst>
          </a:custGeom>
          <a:solidFill>
            <a:srgbClr val="d9c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6" name=""/>
          <p:cNvSpPr/>
          <p:nvPr/>
        </p:nvSpPr>
        <p:spPr>
          <a:xfrm>
            <a:off x="3940920" y="3352680"/>
            <a:ext cx="267840" cy="21960"/>
          </a:xfrm>
          <a:custGeom>
            <a:avLst/>
            <a:gdLst/>
            <a:ahLst/>
            <a:rect l="0" t="0" r="r" b="b"/>
            <a:pathLst>
              <a:path w="744" h="61">
                <a:moveTo>
                  <a:pt x="0" y="60"/>
                </a:moveTo>
                <a:lnTo>
                  <a:pt x="735" y="0"/>
                </a:lnTo>
                <a:lnTo>
                  <a:pt x="74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7" name=""/>
          <p:cNvSpPr/>
          <p:nvPr/>
        </p:nvSpPr>
        <p:spPr>
          <a:xfrm>
            <a:off x="3940920" y="3352680"/>
            <a:ext cx="270720" cy="21960"/>
          </a:xfrm>
          <a:custGeom>
            <a:avLst/>
            <a:gdLst/>
            <a:ahLst/>
            <a:rect l="0" t="0" r="r" b="b"/>
            <a:pathLst>
              <a:path w="752" h="61">
                <a:moveTo>
                  <a:pt x="0" y="61"/>
                </a:moveTo>
                <a:lnTo>
                  <a:pt x="744" y="0"/>
                </a:lnTo>
                <a:lnTo>
                  <a:pt x="752" y="0"/>
                </a:lnTo>
                <a:lnTo>
                  <a:pt x="0" y="61"/>
                </a:lnTo>
                <a:close/>
              </a:path>
            </a:pathLst>
          </a:custGeom>
          <a:solidFill>
            <a:srgbClr val="d8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8" name=""/>
          <p:cNvSpPr/>
          <p:nvPr/>
        </p:nvSpPr>
        <p:spPr>
          <a:xfrm>
            <a:off x="3940920" y="3352680"/>
            <a:ext cx="273600" cy="22320"/>
          </a:xfrm>
          <a:custGeom>
            <a:avLst/>
            <a:gdLst/>
            <a:ahLst/>
            <a:rect l="0" t="0" r="r" b="b"/>
            <a:pathLst>
              <a:path w="760" h="62">
                <a:moveTo>
                  <a:pt x="0" y="61"/>
                </a:moveTo>
                <a:lnTo>
                  <a:pt x="752" y="0"/>
                </a:lnTo>
                <a:lnTo>
                  <a:pt x="760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09" name=""/>
          <p:cNvSpPr/>
          <p:nvPr/>
        </p:nvSpPr>
        <p:spPr>
          <a:xfrm>
            <a:off x="3940920" y="3352680"/>
            <a:ext cx="276480" cy="22680"/>
          </a:xfrm>
          <a:custGeom>
            <a:avLst/>
            <a:gdLst/>
            <a:ahLst/>
            <a:rect l="0" t="0" r="r" b="b"/>
            <a:pathLst>
              <a:path w="768" h="63">
                <a:moveTo>
                  <a:pt x="0" y="62"/>
                </a:moveTo>
                <a:lnTo>
                  <a:pt x="760" y="0"/>
                </a:lnTo>
                <a:lnTo>
                  <a:pt x="768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0" name=""/>
          <p:cNvSpPr/>
          <p:nvPr/>
        </p:nvSpPr>
        <p:spPr>
          <a:xfrm>
            <a:off x="3940920" y="3352680"/>
            <a:ext cx="279360" cy="22680"/>
          </a:xfrm>
          <a:custGeom>
            <a:avLst/>
            <a:gdLst/>
            <a:ahLst/>
            <a:rect l="0" t="0" r="r" b="b"/>
            <a:pathLst>
              <a:path w="776" h="63">
                <a:moveTo>
                  <a:pt x="0" y="63"/>
                </a:moveTo>
                <a:lnTo>
                  <a:pt x="768" y="0"/>
                </a:lnTo>
                <a:lnTo>
                  <a:pt x="776" y="0"/>
                </a:lnTo>
                <a:lnTo>
                  <a:pt x="0" y="63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1" name=""/>
          <p:cNvSpPr/>
          <p:nvPr/>
        </p:nvSpPr>
        <p:spPr>
          <a:xfrm>
            <a:off x="3940920" y="3352680"/>
            <a:ext cx="282240" cy="23040"/>
          </a:xfrm>
          <a:custGeom>
            <a:avLst/>
            <a:gdLst/>
            <a:ahLst/>
            <a:rect l="0" t="0" r="r" b="b"/>
            <a:pathLst>
              <a:path w="784" h="64">
                <a:moveTo>
                  <a:pt x="0" y="63"/>
                </a:moveTo>
                <a:lnTo>
                  <a:pt x="776" y="0"/>
                </a:lnTo>
                <a:lnTo>
                  <a:pt x="784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8cb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2" name=""/>
          <p:cNvSpPr/>
          <p:nvPr/>
        </p:nvSpPr>
        <p:spPr>
          <a:xfrm>
            <a:off x="3940920" y="3352680"/>
            <a:ext cx="285480" cy="23400"/>
          </a:xfrm>
          <a:custGeom>
            <a:avLst/>
            <a:gdLst/>
            <a:ahLst/>
            <a:rect l="0" t="0" r="r" b="b"/>
            <a:pathLst>
              <a:path w="793" h="65">
                <a:moveTo>
                  <a:pt x="0" y="64"/>
                </a:moveTo>
                <a:lnTo>
                  <a:pt x="784" y="0"/>
                </a:lnTo>
                <a:lnTo>
                  <a:pt x="793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3" name=""/>
          <p:cNvSpPr/>
          <p:nvPr/>
        </p:nvSpPr>
        <p:spPr>
          <a:xfrm>
            <a:off x="3940920" y="3352680"/>
            <a:ext cx="288360" cy="23400"/>
          </a:xfrm>
          <a:custGeom>
            <a:avLst/>
            <a:gdLst/>
            <a:ahLst/>
            <a:rect l="0" t="0" r="r" b="b"/>
            <a:pathLst>
              <a:path w="801" h="65">
                <a:moveTo>
                  <a:pt x="0" y="65"/>
                </a:moveTo>
                <a:lnTo>
                  <a:pt x="793" y="0"/>
                </a:lnTo>
                <a:lnTo>
                  <a:pt x="801" y="0"/>
                </a:lnTo>
                <a:lnTo>
                  <a:pt x="0" y="65"/>
                </a:lnTo>
                <a:close/>
              </a:path>
            </a:pathLst>
          </a:custGeom>
          <a:solidFill>
            <a:srgbClr val="d8cb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4" name=""/>
          <p:cNvSpPr/>
          <p:nvPr/>
        </p:nvSpPr>
        <p:spPr>
          <a:xfrm>
            <a:off x="3940920" y="3352680"/>
            <a:ext cx="291240" cy="23760"/>
          </a:xfrm>
          <a:custGeom>
            <a:avLst/>
            <a:gdLst/>
            <a:ahLst/>
            <a:rect l="0" t="0" r="r" b="b"/>
            <a:pathLst>
              <a:path w="809" h="66">
                <a:moveTo>
                  <a:pt x="0" y="65"/>
                </a:moveTo>
                <a:lnTo>
                  <a:pt x="801" y="0"/>
                </a:lnTo>
                <a:lnTo>
                  <a:pt x="809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5" name=""/>
          <p:cNvSpPr/>
          <p:nvPr/>
        </p:nvSpPr>
        <p:spPr>
          <a:xfrm>
            <a:off x="3940920" y="3352680"/>
            <a:ext cx="294120" cy="24120"/>
          </a:xfrm>
          <a:custGeom>
            <a:avLst/>
            <a:gdLst/>
            <a:ahLst/>
            <a:rect l="0" t="0" r="r" b="b"/>
            <a:pathLst>
              <a:path w="817" h="67">
                <a:moveTo>
                  <a:pt x="0" y="66"/>
                </a:moveTo>
                <a:lnTo>
                  <a:pt x="809" y="0"/>
                </a:lnTo>
                <a:lnTo>
                  <a:pt x="817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6" name=""/>
          <p:cNvSpPr/>
          <p:nvPr/>
        </p:nvSpPr>
        <p:spPr>
          <a:xfrm>
            <a:off x="3940920" y="3352680"/>
            <a:ext cx="297000" cy="24120"/>
          </a:xfrm>
          <a:custGeom>
            <a:avLst/>
            <a:gdLst/>
            <a:ahLst/>
            <a:rect l="0" t="0" r="r" b="b"/>
            <a:pathLst>
              <a:path w="825" h="67">
                <a:moveTo>
                  <a:pt x="0" y="67"/>
                </a:moveTo>
                <a:lnTo>
                  <a:pt x="817" y="0"/>
                </a:lnTo>
                <a:lnTo>
                  <a:pt x="825" y="0"/>
                </a:lnTo>
                <a:lnTo>
                  <a:pt x="0" y="67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7" name=""/>
          <p:cNvSpPr/>
          <p:nvPr/>
        </p:nvSpPr>
        <p:spPr>
          <a:xfrm>
            <a:off x="3940920" y="3352680"/>
            <a:ext cx="299880" cy="24480"/>
          </a:xfrm>
          <a:custGeom>
            <a:avLst/>
            <a:gdLst/>
            <a:ahLst/>
            <a:rect l="0" t="0" r="r" b="b"/>
            <a:pathLst>
              <a:path w="833" h="68">
                <a:moveTo>
                  <a:pt x="0" y="67"/>
                </a:moveTo>
                <a:lnTo>
                  <a:pt x="825" y="0"/>
                </a:lnTo>
                <a:lnTo>
                  <a:pt x="833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8" name=""/>
          <p:cNvSpPr/>
          <p:nvPr/>
        </p:nvSpPr>
        <p:spPr>
          <a:xfrm>
            <a:off x="3940920" y="3352680"/>
            <a:ext cx="303120" cy="24840"/>
          </a:xfrm>
          <a:custGeom>
            <a:avLst/>
            <a:gdLst/>
            <a:ahLst/>
            <a:rect l="0" t="0" r="r" b="b"/>
            <a:pathLst>
              <a:path w="842" h="69">
                <a:moveTo>
                  <a:pt x="0" y="68"/>
                </a:moveTo>
                <a:lnTo>
                  <a:pt x="833" y="0"/>
                </a:lnTo>
                <a:lnTo>
                  <a:pt x="842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19" name=""/>
          <p:cNvSpPr/>
          <p:nvPr/>
        </p:nvSpPr>
        <p:spPr>
          <a:xfrm>
            <a:off x="3940920" y="3352680"/>
            <a:ext cx="306000" cy="24840"/>
          </a:xfrm>
          <a:custGeom>
            <a:avLst/>
            <a:gdLst/>
            <a:ahLst/>
            <a:rect l="0" t="0" r="r" b="b"/>
            <a:pathLst>
              <a:path w="850" h="69">
                <a:moveTo>
                  <a:pt x="0" y="69"/>
                </a:moveTo>
                <a:lnTo>
                  <a:pt x="842" y="0"/>
                </a:lnTo>
                <a:lnTo>
                  <a:pt x="850" y="0"/>
                </a:lnTo>
                <a:lnTo>
                  <a:pt x="0" y="69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0" name=""/>
          <p:cNvSpPr/>
          <p:nvPr/>
        </p:nvSpPr>
        <p:spPr>
          <a:xfrm>
            <a:off x="3940920" y="3352680"/>
            <a:ext cx="308880" cy="25200"/>
          </a:xfrm>
          <a:custGeom>
            <a:avLst/>
            <a:gdLst/>
            <a:ahLst/>
            <a:rect l="0" t="0" r="r" b="b"/>
            <a:pathLst>
              <a:path w="858" h="70">
                <a:moveTo>
                  <a:pt x="0" y="69"/>
                </a:moveTo>
                <a:lnTo>
                  <a:pt x="850" y="0"/>
                </a:lnTo>
                <a:lnTo>
                  <a:pt x="858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1" name=""/>
          <p:cNvSpPr/>
          <p:nvPr/>
        </p:nvSpPr>
        <p:spPr>
          <a:xfrm>
            <a:off x="3940920" y="3352680"/>
            <a:ext cx="311760" cy="25560"/>
          </a:xfrm>
          <a:custGeom>
            <a:avLst/>
            <a:gdLst/>
            <a:ahLst/>
            <a:rect l="0" t="0" r="r" b="b"/>
            <a:pathLst>
              <a:path w="866" h="71">
                <a:moveTo>
                  <a:pt x="0" y="70"/>
                </a:moveTo>
                <a:lnTo>
                  <a:pt x="858" y="0"/>
                </a:lnTo>
                <a:lnTo>
                  <a:pt x="866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2" name=""/>
          <p:cNvSpPr/>
          <p:nvPr/>
        </p:nvSpPr>
        <p:spPr>
          <a:xfrm>
            <a:off x="3940920" y="3352680"/>
            <a:ext cx="314640" cy="25560"/>
          </a:xfrm>
          <a:custGeom>
            <a:avLst/>
            <a:gdLst/>
            <a:ahLst/>
            <a:rect l="0" t="0" r="r" b="b"/>
            <a:pathLst>
              <a:path w="874" h="71">
                <a:moveTo>
                  <a:pt x="0" y="71"/>
                </a:moveTo>
                <a:lnTo>
                  <a:pt x="866" y="0"/>
                </a:lnTo>
                <a:lnTo>
                  <a:pt x="874" y="0"/>
                </a:lnTo>
                <a:lnTo>
                  <a:pt x="0" y="71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3" name=""/>
          <p:cNvSpPr/>
          <p:nvPr/>
        </p:nvSpPr>
        <p:spPr>
          <a:xfrm>
            <a:off x="3940920" y="3352680"/>
            <a:ext cx="317520" cy="25920"/>
          </a:xfrm>
          <a:custGeom>
            <a:avLst/>
            <a:gdLst/>
            <a:ahLst/>
            <a:rect l="0" t="0" r="r" b="b"/>
            <a:pathLst>
              <a:path w="882" h="72">
                <a:moveTo>
                  <a:pt x="0" y="71"/>
                </a:moveTo>
                <a:lnTo>
                  <a:pt x="874" y="0"/>
                </a:lnTo>
                <a:lnTo>
                  <a:pt x="882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4" name=""/>
          <p:cNvSpPr/>
          <p:nvPr/>
        </p:nvSpPr>
        <p:spPr>
          <a:xfrm>
            <a:off x="3940920" y="3352680"/>
            <a:ext cx="320400" cy="26280"/>
          </a:xfrm>
          <a:custGeom>
            <a:avLst/>
            <a:gdLst/>
            <a:ahLst/>
            <a:rect l="0" t="0" r="r" b="b"/>
            <a:pathLst>
              <a:path w="890" h="73">
                <a:moveTo>
                  <a:pt x="0" y="72"/>
                </a:moveTo>
                <a:lnTo>
                  <a:pt x="882" y="0"/>
                </a:lnTo>
                <a:lnTo>
                  <a:pt x="890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5" name=""/>
          <p:cNvSpPr/>
          <p:nvPr/>
        </p:nvSpPr>
        <p:spPr>
          <a:xfrm>
            <a:off x="3940920" y="3352680"/>
            <a:ext cx="323640" cy="26280"/>
          </a:xfrm>
          <a:custGeom>
            <a:avLst/>
            <a:gdLst/>
            <a:ahLst/>
            <a:rect l="0" t="0" r="r" b="b"/>
            <a:pathLst>
              <a:path w="899" h="73">
                <a:moveTo>
                  <a:pt x="0" y="73"/>
                </a:moveTo>
                <a:lnTo>
                  <a:pt x="890" y="0"/>
                </a:lnTo>
                <a:lnTo>
                  <a:pt x="899" y="0"/>
                </a:lnTo>
                <a:lnTo>
                  <a:pt x="0" y="73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6" name=""/>
          <p:cNvSpPr/>
          <p:nvPr/>
        </p:nvSpPr>
        <p:spPr>
          <a:xfrm>
            <a:off x="3940920" y="3352680"/>
            <a:ext cx="326520" cy="26640"/>
          </a:xfrm>
          <a:custGeom>
            <a:avLst/>
            <a:gdLst/>
            <a:ahLst/>
            <a:rect l="0" t="0" r="r" b="b"/>
            <a:pathLst>
              <a:path w="907" h="74">
                <a:moveTo>
                  <a:pt x="0" y="73"/>
                </a:moveTo>
                <a:lnTo>
                  <a:pt x="899" y="0"/>
                </a:lnTo>
                <a:lnTo>
                  <a:pt x="907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7" name=""/>
          <p:cNvSpPr/>
          <p:nvPr/>
        </p:nvSpPr>
        <p:spPr>
          <a:xfrm>
            <a:off x="3940920" y="3352680"/>
            <a:ext cx="329400" cy="27000"/>
          </a:xfrm>
          <a:custGeom>
            <a:avLst/>
            <a:gdLst/>
            <a:ahLst/>
            <a:rect l="0" t="0" r="r" b="b"/>
            <a:pathLst>
              <a:path w="915" h="75">
                <a:moveTo>
                  <a:pt x="0" y="74"/>
                </a:moveTo>
                <a:lnTo>
                  <a:pt x="907" y="0"/>
                </a:lnTo>
                <a:lnTo>
                  <a:pt x="915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8" name=""/>
          <p:cNvSpPr/>
          <p:nvPr/>
        </p:nvSpPr>
        <p:spPr>
          <a:xfrm>
            <a:off x="3940920" y="3352680"/>
            <a:ext cx="332280" cy="27000"/>
          </a:xfrm>
          <a:custGeom>
            <a:avLst/>
            <a:gdLst/>
            <a:ahLst/>
            <a:rect l="0" t="0" r="r" b="b"/>
            <a:pathLst>
              <a:path w="923" h="75">
                <a:moveTo>
                  <a:pt x="0" y="75"/>
                </a:moveTo>
                <a:lnTo>
                  <a:pt x="915" y="0"/>
                </a:lnTo>
                <a:lnTo>
                  <a:pt x="923" y="0"/>
                </a:lnTo>
                <a:lnTo>
                  <a:pt x="0" y="75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29" name=""/>
          <p:cNvSpPr/>
          <p:nvPr/>
        </p:nvSpPr>
        <p:spPr>
          <a:xfrm>
            <a:off x="3940920" y="3352680"/>
            <a:ext cx="335160" cy="27360"/>
          </a:xfrm>
          <a:custGeom>
            <a:avLst/>
            <a:gdLst/>
            <a:ahLst/>
            <a:rect l="0" t="0" r="r" b="b"/>
            <a:pathLst>
              <a:path w="931" h="76">
                <a:moveTo>
                  <a:pt x="0" y="75"/>
                </a:moveTo>
                <a:lnTo>
                  <a:pt x="923" y="0"/>
                </a:lnTo>
                <a:lnTo>
                  <a:pt x="931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0" name=""/>
          <p:cNvSpPr/>
          <p:nvPr/>
        </p:nvSpPr>
        <p:spPr>
          <a:xfrm>
            <a:off x="3940920" y="3352680"/>
            <a:ext cx="338040" cy="27720"/>
          </a:xfrm>
          <a:custGeom>
            <a:avLst/>
            <a:gdLst/>
            <a:ahLst/>
            <a:rect l="0" t="0" r="r" b="b"/>
            <a:pathLst>
              <a:path w="939" h="77">
                <a:moveTo>
                  <a:pt x="0" y="76"/>
                </a:moveTo>
                <a:lnTo>
                  <a:pt x="931" y="0"/>
                </a:lnTo>
                <a:lnTo>
                  <a:pt x="939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1" name=""/>
          <p:cNvSpPr/>
          <p:nvPr/>
        </p:nvSpPr>
        <p:spPr>
          <a:xfrm>
            <a:off x="3940920" y="3352680"/>
            <a:ext cx="341280" cy="27720"/>
          </a:xfrm>
          <a:custGeom>
            <a:avLst/>
            <a:gdLst/>
            <a:ahLst/>
            <a:rect l="0" t="0" r="r" b="b"/>
            <a:pathLst>
              <a:path w="948" h="77">
                <a:moveTo>
                  <a:pt x="0" y="77"/>
                </a:moveTo>
                <a:lnTo>
                  <a:pt x="939" y="0"/>
                </a:lnTo>
                <a:lnTo>
                  <a:pt x="948" y="0"/>
                </a:lnTo>
                <a:lnTo>
                  <a:pt x="0" y="77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2" name=""/>
          <p:cNvSpPr/>
          <p:nvPr/>
        </p:nvSpPr>
        <p:spPr>
          <a:xfrm>
            <a:off x="3940920" y="3352680"/>
            <a:ext cx="344160" cy="28080"/>
          </a:xfrm>
          <a:custGeom>
            <a:avLst/>
            <a:gdLst/>
            <a:ahLst/>
            <a:rect l="0" t="0" r="r" b="b"/>
            <a:pathLst>
              <a:path w="956" h="78">
                <a:moveTo>
                  <a:pt x="0" y="77"/>
                </a:moveTo>
                <a:lnTo>
                  <a:pt x="948" y="0"/>
                </a:lnTo>
                <a:lnTo>
                  <a:pt x="956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3" name=""/>
          <p:cNvSpPr/>
          <p:nvPr/>
        </p:nvSpPr>
        <p:spPr>
          <a:xfrm>
            <a:off x="3940920" y="3352680"/>
            <a:ext cx="347040" cy="28440"/>
          </a:xfrm>
          <a:custGeom>
            <a:avLst/>
            <a:gdLst/>
            <a:ahLst/>
            <a:rect l="0" t="0" r="r" b="b"/>
            <a:pathLst>
              <a:path w="964" h="79">
                <a:moveTo>
                  <a:pt x="0" y="78"/>
                </a:moveTo>
                <a:lnTo>
                  <a:pt x="956" y="0"/>
                </a:lnTo>
                <a:lnTo>
                  <a:pt x="964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4" name=""/>
          <p:cNvSpPr/>
          <p:nvPr/>
        </p:nvSpPr>
        <p:spPr>
          <a:xfrm>
            <a:off x="3940920" y="3352680"/>
            <a:ext cx="349920" cy="28440"/>
          </a:xfrm>
          <a:custGeom>
            <a:avLst/>
            <a:gdLst/>
            <a:ahLst/>
            <a:rect l="0" t="0" r="r" b="b"/>
            <a:pathLst>
              <a:path w="972" h="79">
                <a:moveTo>
                  <a:pt x="0" y="79"/>
                </a:moveTo>
                <a:lnTo>
                  <a:pt x="964" y="0"/>
                </a:lnTo>
                <a:lnTo>
                  <a:pt x="972" y="0"/>
                </a:lnTo>
                <a:lnTo>
                  <a:pt x="0" y="7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5" name=""/>
          <p:cNvSpPr/>
          <p:nvPr/>
        </p:nvSpPr>
        <p:spPr>
          <a:xfrm>
            <a:off x="3940920" y="3352680"/>
            <a:ext cx="352800" cy="28800"/>
          </a:xfrm>
          <a:custGeom>
            <a:avLst/>
            <a:gdLst/>
            <a:ahLst/>
            <a:rect l="0" t="0" r="r" b="b"/>
            <a:pathLst>
              <a:path w="980" h="80">
                <a:moveTo>
                  <a:pt x="0" y="79"/>
                </a:moveTo>
                <a:lnTo>
                  <a:pt x="972" y="0"/>
                </a:lnTo>
                <a:lnTo>
                  <a:pt x="980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6" name=""/>
          <p:cNvSpPr/>
          <p:nvPr/>
        </p:nvSpPr>
        <p:spPr>
          <a:xfrm>
            <a:off x="3940920" y="3352680"/>
            <a:ext cx="355680" cy="29160"/>
          </a:xfrm>
          <a:custGeom>
            <a:avLst/>
            <a:gdLst/>
            <a:ahLst/>
            <a:rect l="0" t="0" r="r" b="b"/>
            <a:pathLst>
              <a:path w="988" h="81">
                <a:moveTo>
                  <a:pt x="0" y="80"/>
                </a:moveTo>
                <a:lnTo>
                  <a:pt x="980" y="0"/>
                </a:lnTo>
                <a:lnTo>
                  <a:pt x="988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7" name=""/>
          <p:cNvSpPr/>
          <p:nvPr/>
        </p:nvSpPr>
        <p:spPr>
          <a:xfrm>
            <a:off x="3940920" y="3352680"/>
            <a:ext cx="358920" cy="29160"/>
          </a:xfrm>
          <a:custGeom>
            <a:avLst/>
            <a:gdLst/>
            <a:ahLst/>
            <a:rect l="0" t="0" r="r" b="b"/>
            <a:pathLst>
              <a:path w="997" h="81">
                <a:moveTo>
                  <a:pt x="0" y="81"/>
                </a:moveTo>
                <a:lnTo>
                  <a:pt x="988" y="0"/>
                </a:lnTo>
                <a:lnTo>
                  <a:pt x="997" y="0"/>
                </a:lnTo>
                <a:lnTo>
                  <a:pt x="0" y="8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8" name=""/>
          <p:cNvSpPr/>
          <p:nvPr/>
        </p:nvSpPr>
        <p:spPr>
          <a:xfrm>
            <a:off x="3940920" y="3352680"/>
            <a:ext cx="361800" cy="29520"/>
          </a:xfrm>
          <a:custGeom>
            <a:avLst/>
            <a:gdLst/>
            <a:ahLst/>
            <a:rect l="0" t="0" r="r" b="b"/>
            <a:pathLst>
              <a:path w="1005" h="82">
                <a:moveTo>
                  <a:pt x="0" y="81"/>
                </a:moveTo>
                <a:lnTo>
                  <a:pt x="997" y="0"/>
                </a:lnTo>
                <a:lnTo>
                  <a:pt x="1005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39" name=""/>
          <p:cNvSpPr/>
          <p:nvPr/>
        </p:nvSpPr>
        <p:spPr>
          <a:xfrm>
            <a:off x="3940920" y="3352680"/>
            <a:ext cx="364680" cy="29880"/>
          </a:xfrm>
          <a:custGeom>
            <a:avLst/>
            <a:gdLst/>
            <a:ahLst/>
            <a:rect l="0" t="0" r="r" b="b"/>
            <a:pathLst>
              <a:path w="1013" h="83">
                <a:moveTo>
                  <a:pt x="0" y="82"/>
                </a:moveTo>
                <a:lnTo>
                  <a:pt x="1005" y="0"/>
                </a:lnTo>
                <a:lnTo>
                  <a:pt x="1013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0" name=""/>
          <p:cNvSpPr/>
          <p:nvPr/>
        </p:nvSpPr>
        <p:spPr>
          <a:xfrm>
            <a:off x="3940920" y="3352680"/>
            <a:ext cx="367560" cy="29880"/>
          </a:xfrm>
          <a:custGeom>
            <a:avLst/>
            <a:gdLst/>
            <a:ahLst/>
            <a:rect l="0" t="0" r="r" b="b"/>
            <a:pathLst>
              <a:path w="1021" h="83">
                <a:moveTo>
                  <a:pt x="0" y="83"/>
                </a:moveTo>
                <a:lnTo>
                  <a:pt x="1013" y="0"/>
                </a:lnTo>
                <a:lnTo>
                  <a:pt x="1021" y="0"/>
                </a:lnTo>
                <a:lnTo>
                  <a:pt x="0" y="8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1" name=""/>
          <p:cNvSpPr/>
          <p:nvPr/>
        </p:nvSpPr>
        <p:spPr>
          <a:xfrm>
            <a:off x="3940920" y="3352680"/>
            <a:ext cx="370440" cy="30240"/>
          </a:xfrm>
          <a:custGeom>
            <a:avLst/>
            <a:gdLst/>
            <a:ahLst/>
            <a:rect l="0" t="0" r="r" b="b"/>
            <a:pathLst>
              <a:path w="1029" h="84">
                <a:moveTo>
                  <a:pt x="0" y="83"/>
                </a:moveTo>
                <a:lnTo>
                  <a:pt x="1021" y="0"/>
                </a:lnTo>
                <a:lnTo>
                  <a:pt x="1029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2" name=""/>
          <p:cNvSpPr/>
          <p:nvPr/>
        </p:nvSpPr>
        <p:spPr>
          <a:xfrm>
            <a:off x="3940920" y="3352680"/>
            <a:ext cx="373320" cy="30600"/>
          </a:xfrm>
          <a:custGeom>
            <a:avLst/>
            <a:gdLst/>
            <a:ahLst/>
            <a:rect l="0" t="0" r="r" b="b"/>
            <a:pathLst>
              <a:path w="1037" h="85">
                <a:moveTo>
                  <a:pt x="0" y="84"/>
                </a:moveTo>
                <a:lnTo>
                  <a:pt x="1029" y="0"/>
                </a:lnTo>
                <a:lnTo>
                  <a:pt x="1037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3" name=""/>
          <p:cNvSpPr/>
          <p:nvPr/>
        </p:nvSpPr>
        <p:spPr>
          <a:xfrm>
            <a:off x="3940920" y="3352680"/>
            <a:ext cx="375120" cy="30600"/>
          </a:xfrm>
          <a:custGeom>
            <a:avLst/>
            <a:gdLst/>
            <a:ahLst/>
            <a:rect l="0" t="0" r="r" b="b"/>
            <a:pathLst>
              <a:path w="1042" h="85">
                <a:moveTo>
                  <a:pt x="0" y="85"/>
                </a:moveTo>
                <a:lnTo>
                  <a:pt x="1037" y="0"/>
                </a:lnTo>
                <a:lnTo>
                  <a:pt x="1042" y="0"/>
                </a:lnTo>
                <a:lnTo>
                  <a:pt x="0" y="85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4" name=""/>
          <p:cNvSpPr/>
          <p:nvPr/>
        </p:nvSpPr>
        <p:spPr>
          <a:xfrm>
            <a:off x="3940920" y="3352680"/>
            <a:ext cx="375120" cy="30600"/>
          </a:xfrm>
          <a:custGeom>
            <a:avLst/>
            <a:gdLst/>
            <a:ahLst/>
            <a:rect l="0" t="0" r="r" b="b"/>
            <a:pathLst>
              <a:path w="1042" h="85">
                <a:moveTo>
                  <a:pt x="0" y="85"/>
                </a:moveTo>
                <a:lnTo>
                  <a:pt x="1042" y="0"/>
                </a:lnTo>
                <a:lnTo>
                  <a:pt x="1042" y="1"/>
                </a:lnTo>
                <a:lnTo>
                  <a:pt x="5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5" name=""/>
          <p:cNvSpPr/>
          <p:nvPr/>
        </p:nvSpPr>
        <p:spPr>
          <a:xfrm>
            <a:off x="3942720" y="3353040"/>
            <a:ext cx="373320" cy="30240"/>
          </a:xfrm>
          <a:custGeom>
            <a:avLst/>
            <a:gdLst/>
            <a:ahLst/>
            <a:rect l="0" t="0" r="r" b="b"/>
            <a:pathLst>
              <a:path w="1037" h="84">
                <a:moveTo>
                  <a:pt x="0" y="84"/>
                </a:moveTo>
                <a:lnTo>
                  <a:pt x="1037" y="0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6" name=""/>
          <p:cNvSpPr/>
          <p:nvPr/>
        </p:nvSpPr>
        <p:spPr>
          <a:xfrm>
            <a:off x="3945600" y="3353040"/>
            <a:ext cx="370440" cy="30240"/>
          </a:xfrm>
          <a:custGeom>
            <a:avLst/>
            <a:gdLst/>
            <a:ahLst/>
            <a:rect l="0" t="0" r="r" b="b"/>
            <a:pathLst>
              <a:path w="1029" h="84">
                <a:moveTo>
                  <a:pt x="0" y="84"/>
                </a:moveTo>
                <a:lnTo>
                  <a:pt x="1029" y="0"/>
                </a:lnTo>
                <a:lnTo>
                  <a:pt x="1029" y="1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7" name=""/>
          <p:cNvSpPr/>
          <p:nvPr/>
        </p:nvSpPr>
        <p:spPr>
          <a:xfrm>
            <a:off x="3948480" y="3353400"/>
            <a:ext cx="367560" cy="29880"/>
          </a:xfrm>
          <a:custGeom>
            <a:avLst/>
            <a:gdLst/>
            <a:ahLst/>
            <a:rect l="0" t="0" r="r" b="b"/>
            <a:pathLst>
              <a:path w="1021" h="83">
                <a:moveTo>
                  <a:pt x="0" y="83"/>
                </a:moveTo>
                <a:lnTo>
                  <a:pt x="1021" y="0"/>
                </a:lnTo>
                <a:lnTo>
                  <a:pt x="1021" y="1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8" name=""/>
          <p:cNvSpPr/>
          <p:nvPr/>
        </p:nvSpPr>
        <p:spPr>
          <a:xfrm>
            <a:off x="3951360" y="3353760"/>
            <a:ext cx="364680" cy="29520"/>
          </a:xfrm>
          <a:custGeom>
            <a:avLst/>
            <a:gdLst/>
            <a:ahLst/>
            <a:rect l="0" t="0" r="r" b="b"/>
            <a:pathLst>
              <a:path w="1013" h="82">
                <a:moveTo>
                  <a:pt x="0" y="82"/>
                </a:moveTo>
                <a:lnTo>
                  <a:pt x="1013" y="0"/>
                </a:lnTo>
                <a:lnTo>
                  <a:pt x="8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49" name=""/>
          <p:cNvSpPr/>
          <p:nvPr/>
        </p:nvSpPr>
        <p:spPr>
          <a:xfrm>
            <a:off x="3954240" y="3353760"/>
            <a:ext cx="361800" cy="29520"/>
          </a:xfrm>
          <a:custGeom>
            <a:avLst/>
            <a:gdLst/>
            <a:ahLst/>
            <a:rect l="0" t="0" r="r" b="b"/>
            <a:pathLst>
              <a:path w="1005" h="82">
                <a:moveTo>
                  <a:pt x="0" y="82"/>
                </a:moveTo>
                <a:lnTo>
                  <a:pt x="1005" y="0"/>
                </a:lnTo>
                <a:lnTo>
                  <a:pt x="1005" y="1"/>
                </a:lnTo>
                <a:lnTo>
                  <a:pt x="9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0" name=""/>
          <p:cNvSpPr/>
          <p:nvPr/>
        </p:nvSpPr>
        <p:spPr>
          <a:xfrm>
            <a:off x="3957480" y="3354120"/>
            <a:ext cx="358560" cy="29160"/>
          </a:xfrm>
          <a:custGeom>
            <a:avLst/>
            <a:gdLst/>
            <a:ahLst/>
            <a:rect l="0" t="0" r="r" b="b"/>
            <a:pathLst>
              <a:path w="996" h="81">
                <a:moveTo>
                  <a:pt x="0" y="81"/>
                </a:moveTo>
                <a:lnTo>
                  <a:pt x="996" y="0"/>
                </a:lnTo>
                <a:lnTo>
                  <a:pt x="996" y="1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1" name=""/>
          <p:cNvSpPr/>
          <p:nvPr/>
        </p:nvSpPr>
        <p:spPr>
          <a:xfrm>
            <a:off x="3960360" y="3354480"/>
            <a:ext cx="355680" cy="28800"/>
          </a:xfrm>
          <a:custGeom>
            <a:avLst/>
            <a:gdLst/>
            <a:ahLst/>
            <a:rect l="0" t="0" r="r" b="b"/>
            <a:pathLst>
              <a:path w="988" h="80">
                <a:moveTo>
                  <a:pt x="0" y="80"/>
                </a:moveTo>
                <a:lnTo>
                  <a:pt x="988" y="0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2" name=""/>
          <p:cNvSpPr/>
          <p:nvPr/>
        </p:nvSpPr>
        <p:spPr>
          <a:xfrm>
            <a:off x="3963240" y="3354480"/>
            <a:ext cx="352800" cy="28800"/>
          </a:xfrm>
          <a:custGeom>
            <a:avLst/>
            <a:gdLst/>
            <a:ahLst/>
            <a:rect l="0" t="0" r="r" b="b"/>
            <a:pathLst>
              <a:path w="980" h="80">
                <a:moveTo>
                  <a:pt x="0" y="80"/>
                </a:moveTo>
                <a:lnTo>
                  <a:pt x="980" y="0"/>
                </a:lnTo>
                <a:lnTo>
                  <a:pt x="980" y="1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3" name=""/>
          <p:cNvSpPr/>
          <p:nvPr/>
        </p:nvSpPr>
        <p:spPr>
          <a:xfrm>
            <a:off x="3966120" y="3354840"/>
            <a:ext cx="349920" cy="28440"/>
          </a:xfrm>
          <a:custGeom>
            <a:avLst/>
            <a:gdLst/>
            <a:ahLst/>
            <a:rect l="0" t="0" r="r" b="b"/>
            <a:pathLst>
              <a:path w="972" h="79">
                <a:moveTo>
                  <a:pt x="0" y="79"/>
                </a:moveTo>
                <a:lnTo>
                  <a:pt x="972" y="0"/>
                </a:lnTo>
                <a:lnTo>
                  <a:pt x="972" y="1"/>
                </a:lnTo>
                <a:lnTo>
                  <a:pt x="8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4" name=""/>
          <p:cNvSpPr/>
          <p:nvPr/>
        </p:nvSpPr>
        <p:spPr>
          <a:xfrm>
            <a:off x="3969000" y="3355200"/>
            <a:ext cx="347040" cy="28080"/>
          </a:xfrm>
          <a:custGeom>
            <a:avLst/>
            <a:gdLst/>
            <a:ahLst/>
            <a:rect l="0" t="0" r="r" b="b"/>
            <a:pathLst>
              <a:path w="964" h="78">
                <a:moveTo>
                  <a:pt x="0" y="78"/>
                </a:moveTo>
                <a:lnTo>
                  <a:pt x="964" y="0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5" name=""/>
          <p:cNvSpPr/>
          <p:nvPr/>
        </p:nvSpPr>
        <p:spPr>
          <a:xfrm>
            <a:off x="3971880" y="3355200"/>
            <a:ext cx="344160" cy="28080"/>
          </a:xfrm>
          <a:custGeom>
            <a:avLst/>
            <a:gdLst/>
            <a:ahLst/>
            <a:rect l="0" t="0" r="r" b="b"/>
            <a:pathLst>
              <a:path w="956" h="78">
                <a:moveTo>
                  <a:pt x="0" y="78"/>
                </a:moveTo>
                <a:lnTo>
                  <a:pt x="956" y="0"/>
                </a:lnTo>
                <a:lnTo>
                  <a:pt x="956" y="1"/>
                </a:lnTo>
                <a:lnTo>
                  <a:pt x="9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6" name=""/>
          <p:cNvSpPr/>
          <p:nvPr/>
        </p:nvSpPr>
        <p:spPr>
          <a:xfrm>
            <a:off x="3975120" y="3355560"/>
            <a:ext cx="340920" cy="27720"/>
          </a:xfrm>
          <a:custGeom>
            <a:avLst/>
            <a:gdLst/>
            <a:ahLst/>
            <a:rect l="0" t="0" r="r" b="b"/>
            <a:pathLst>
              <a:path w="947" h="77">
                <a:moveTo>
                  <a:pt x="0" y="77"/>
                </a:moveTo>
                <a:lnTo>
                  <a:pt x="947" y="0"/>
                </a:lnTo>
                <a:lnTo>
                  <a:pt x="947" y="1"/>
                </a:lnTo>
                <a:lnTo>
                  <a:pt x="8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7" name=""/>
          <p:cNvSpPr/>
          <p:nvPr/>
        </p:nvSpPr>
        <p:spPr>
          <a:xfrm>
            <a:off x="3978000" y="3355920"/>
            <a:ext cx="338040" cy="27360"/>
          </a:xfrm>
          <a:custGeom>
            <a:avLst/>
            <a:gdLst/>
            <a:ahLst/>
            <a:rect l="0" t="0" r="r" b="b"/>
            <a:pathLst>
              <a:path w="939" h="76">
                <a:moveTo>
                  <a:pt x="0" y="76"/>
                </a:moveTo>
                <a:lnTo>
                  <a:pt x="939" y="0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8" name=""/>
          <p:cNvSpPr/>
          <p:nvPr/>
        </p:nvSpPr>
        <p:spPr>
          <a:xfrm>
            <a:off x="3980880" y="3355920"/>
            <a:ext cx="335160" cy="27360"/>
          </a:xfrm>
          <a:custGeom>
            <a:avLst/>
            <a:gdLst/>
            <a:ahLst/>
            <a:rect l="0" t="0" r="r" b="b"/>
            <a:pathLst>
              <a:path w="931" h="76">
                <a:moveTo>
                  <a:pt x="0" y="76"/>
                </a:moveTo>
                <a:lnTo>
                  <a:pt x="931" y="0"/>
                </a:lnTo>
                <a:lnTo>
                  <a:pt x="931" y="1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59" name=""/>
          <p:cNvSpPr/>
          <p:nvPr/>
        </p:nvSpPr>
        <p:spPr>
          <a:xfrm>
            <a:off x="3983760" y="3356280"/>
            <a:ext cx="332280" cy="27000"/>
          </a:xfrm>
          <a:custGeom>
            <a:avLst/>
            <a:gdLst/>
            <a:ahLst/>
            <a:rect l="0" t="0" r="r" b="b"/>
            <a:pathLst>
              <a:path w="923" h="75">
                <a:moveTo>
                  <a:pt x="0" y="75"/>
                </a:moveTo>
                <a:lnTo>
                  <a:pt x="923" y="0"/>
                </a:lnTo>
                <a:lnTo>
                  <a:pt x="923" y="1"/>
                </a:lnTo>
                <a:lnTo>
                  <a:pt x="8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0" name=""/>
          <p:cNvSpPr/>
          <p:nvPr/>
        </p:nvSpPr>
        <p:spPr>
          <a:xfrm>
            <a:off x="3986640" y="3356640"/>
            <a:ext cx="329400" cy="26640"/>
          </a:xfrm>
          <a:custGeom>
            <a:avLst/>
            <a:gdLst/>
            <a:ahLst/>
            <a:rect l="0" t="0" r="r" b="b"/>
            <a:pathLst>
              <a:path w="915" h="74">
                <a:moveTo>
                  <a:pt x="0" y="74"/>
                </a:moveTo>
                <a:lnTo>
                  <a:pt x="915" y="0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1" name=""/>
          <p:cNvSpPr/>
          <p:nvPr/>
        </p:nvSpPr>
        <p:spPr>
          <a:xfrm>
            <a:off x="3989520" y="3356640"/>
            <a:ext cx="326520" cy="26640"/>
          </a:xfrm>
          <a:custGeom>
            <a:avLst/>
            <a:gdLst/>
            <a:ahLst/>
            <a:rect l="0" t="0" r="r" b="b"/>
            <a:pathLst>
              <a:path w="907" h="74">
                <a:moveTo>
                  <a:pt x="0" y="74"/>
                </a:moveTo>
                <a:lnTo>
                  <a:pt x="907" y="0"/>
                </a:lnTo>
                <a:lnTo>
                  <a:pt x="907" y="1"/>
                </a:lnTo>
                <a:lnTo>
                  <a:pt x="9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2" name=""/>
          <p:cNvSpPr/>
          <p:nvPr/>
        </p:nvSpPr>
        <p:spPr>
          <a:xfrm>
            <a:off x="3992760" y="3357000"/>
            <a:ext cx="323280" cy="26280"/>
          </a:xfrm>
          <a:custGeom>
            <a:avLst/>
            <a:gdLst/>
            <a:ahLst/>
            <a:rect l="0" t="0" r="r" b="b"/>
            <a:pathLst>
              <a:path w="898" h="73">
                <a:moveTo>
                  <a:pt x="0" y="73"/>
                </a:moveTo>
                <a:lnTo>
                  <a:pt x="898" y="0"/>
                </a:lnTo>
                <a:lnTo>
                  <a:pt x="898" y="1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3" name=""/>
          <p:cNvSpPr/>
          <p:nvPr/>
        </p:nvSpPr>
        <p:spPr>
          <a:xfrm>
            <a:off x="3995640" y="3357360"/>
            <a:ext cx="320400" cy="25920"/>
          </a:xfrm>
          <a:custGeom>
            <a:avLst/>
            <a:gdLst/>
            <a:ahLst/>
            <a:rect l="0" t="0" r="r" b="b"/>
            <a:pathLst>
              <a:path w="890" h="72">
                <a:moveTo>
                  <a:pt x="0" y="72"/>
                </a:moveTo>
                <a:lnTo>
                  <a:pt x="890" y="0"/>
                </a:lnTo>
                <a:lnTo>
                  <a:pt x="8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4" name=""/>
          <p:cNvSpPr/>
          <p:nvPr/>
        </p:nvSpPr>
        <p:spPr>
          <a:xfrm>
            <a:off x="3998520" y="3357360"/>
            <a:ext cx="317520" cy="25920"/>
          </a:xfrm>
          <a:custGeom>
            <a:avLst/>
            <a:gdLst/>
            <a:ahLst/>
            <a:rect l="0" t="0" r="r" b="b"/>
            <a:pathLst>
              <a:path w="882" h="72">
                <a:moveTo>
                  <a:pt x="0" y="72"/>
                </a:moveTo>
                <a:lnTo>
                  <a:pt x="882" y="0"/>
                </a:lnTo>
                <a:lnTo>
                  <a:pt x="882" y="1"/>
                </a:lnTo>
                <a:lnTo>
                  <a:pt x="8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5" name=""/>
          <p:cNvSpPr/>
          <p:nvPr/>
        </p:nvSpPr>
        <p:spPr>
          <a:xfrm>
            <a:off x="4001400" y="3357720"/>
            <a:ext cx="314640" cy="25560"/>
          </a:xfrm>
          <a:custGeom>
            <a:avLst/>
            <a:gdLst/>
            <a:ahLst/>
            <a:rect l="0" t="0" r="r" b="b"/>
            <a:pathLst>
              <a:path w="874" h="71">
                <a:moveTo>
                  <a:pt x="0" y="71"/>
                </a:moveTo>
                <a:lnTo>
                  <a:pt x="874" y="0"/>
                </a:lnTo>
                <a:lnTo>
                  <a:pt x="874" y="1"/>
                </a:lnTo>
                <a:lnTo>
                  <a:pt x="8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6" name=""/>
          <p:cNvSpPr/>
          <p:nvPr/>
        </p:nvSpPr>
        <p:spPr>
          <a:xfrm>
            <a:off x="4004280" y="3358080"/>
            <a:ext cx="311760" cy="25200"/>
          </a:xfrm>
          <a:custGeom>
            <a:avLst/>
            <a:gdLst/>
            <a:ahLst/>
            <a:rect l="0" t="0" r="r" b="b"/>
            <a:pathLst>
              <a:path w="866" h="70">
                <a:moveTo>
                  <a:pt x="0" y="70"/>
                </a:moveTo>
                <a:lnTo>
                  <a:pt x="866" y="0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7" name=""/>
          <p:cNvSpPr/>
          <p:nvPr/>
        </p:nvSpPr>
        <p:spPr>
          <a:xfrm>
            <a:off x="4007160" y="3358080"/>
            <a:ext cx="308880" cy="25200"/>
          </a:xfrm>
          <a:custGeom>
            <a:avLst/>
            <a:gdLst/>
            <a:ahLst/>
            <a:rect l="0" t="0" r="r" b="b"/>
            <a:pathLst>
              <a:path w="858" h="70">
                <a:moveTo>
                  <a:pt x="0" y="70"/>
                </a:moveTo>
                <a:lnTo>
                  <a:pt x="858" y="0"/>
                </a:lnTo>
                <a:lnTo>
                  <a:pt x="858" y="1"/>
                </a:lnTo>
                <a:lnTo>
                  <a:pt x="9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8" name=""/>
          <p:cNvSpPr/>
          <p:nvPr/>
        </p:nvSpPr>
        <p:spPr>
          <a:xfrm>
            <a:off x="4010400" y="3358440"/>
            <a:ext cx="305640" cy="24840"/>
          </a:xfrm>
          <a:custGeom>
            <a:avLst/>
            <a:gdLst/>
            <a:ahLst/>
            <a:rect l="0" t="0" r="r" b="b"/>
            <a:pathLst>
              <a:path w="849" h="69">
                <a:moveTo>
                  <a:pt x="0" y="69"/>
                </a:moveTo>
                <a:lnTo>
                  <a:pt x="849" y="0"/>
                </a:lnTo>
                <a:lnTo>
                  <a:pt x="849" y="1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69" name=""/>
          <p:cNvSpPr/>
          <p:nvPr/>
        </p:nvSpPr>
        <p:spPr>
          <a:xfrm>
            <a:off x="4013280" y="3358800"/>
            <a:ext cx="302760" cy="24480"/>
          </a:xfrm>
          <a:custGeom>
            <a:avLst/>
            <a:gdLst/>
            <a:ahLst/>
            <a:rect l="0" t="0" r="r" b="b"/>
            <a:pathLst>
              <a:path w="841" h="68">
                <a:moveTo>
                  <a:pt x="0" y="68"/>
                </a:moveTo>
                <a:lnTo>
                  <a:pt x="841" y="0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0" name=""/>
          <p:cNvSpPr/>
          <p:nvPr/>
        </p:nvSpPr>
        <p:spPr>
          <a:xfrm>
            <a:off x="4016160" y="3358800"/>
            <a:ext cx="299880" cy="24480"/>
          </a:xfrm>
          <a:custGeom>
            <a:avLst/>
            <a:gdLst/>
            <a:ahLst/>
            <a:rect l="0" t="0" r="r" b="b"/>
            <a:pathLst>
              <a:path w="833" h="68">
                <a:moveTo>
                  <a:pt x="0" y="68"/>
                </a:moveTo>
                <a:lnTo>
                  <a:pt x="833" y="0"/>
                </a:lnTo>
                <a:lnTo>
                  <a:pt x="833" y="1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1" name=""/>
          <p:cNvSpPr/>
          <p:nvPr/>
        </p:nvSpPr>
        <p:spPr>
          <a:xfrm>
            <a:off x="4019040" y="3359160"/>
            <a:ext cx="297000" cy="24120"/>
          </a:xfrm>
          <a:custGeom>
            <a:avLst/>
            <a:gdLst/>
            <a:ahLst/>
            <a:rect l="0" t="0" r="r" b="b"/>
            <a:pathLst>
              <a:path w="825" h="67">
                <a:moveTo>
                  <a:pt x="0" y="67"/>
                </a:moveTo>
                <a:lnTo>
                  <a:pt x="825" y="0"/>
                </a:lnTo>
                <a:lnTo>
                  <a:pt x="825" y="1"/>
                </a:lnTo>
                <a:lnTo>
                  <a:pt x="8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2" name=""/>
          <p:cNvSpPr/>
          <p:nvPr/>
        </p:nvSpPr>
        <p:spPr>
          <a:xfrm>
            <a:off x="4021920" y="3359520"/>
            <a:ext cx="294120" cy="23760"/>
          </a:xfrm>
          <a:custGeom>
            <a:avLst/>
            <a:gdLst/>
            <a:ahLst/>
            <a:rect l="0" t="0" r="r" b="b"/>
            <a:pathLst>
              <a:path w="817" h="66">
                <a:moveTo>
                  <a:pt x="0" y="66"/>
                </a:moveTo>
                <a:lnTo>
                  <a:pt x="817" y="0"/>
                </a:lnTo>
                <a:lnTo>
                  <a:pt x="8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3" name=""/>
          <p:cNvSpPr/>
          <p:nvPr/>
        </p:nvSpPr>
        <p:spPr>
          <a:xfrm>
            <a:off x="4024800" y="3359520"/>
            <a:ext cx="291240" cy="23760"/>
          </a:xfrm>
          <a:custGeom>
            <a:avLst/>
            <a:gdLst/>
            <a:ahLst/>
            <a:rect l="0" t="0" r="r" b="b"/>
            <a:pathLst>
              <a:path w="809" h="66">
                <a:moveTo>
                  <a:pt x="0" y="66"/>
                </a:moveTo>
                <a:lnTo>
                  <a:pt x="809" y="0"/>
                </a:lnTo>
                <a:lnTo>
                  <a:pt x="809" y="1"/>
                </a:lnTo>
                <a:lnTo>
                  <a:pt x="8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4" name=""/>
          <p:cNvSpPr/>
          <p:nvPr/>
        </p:nvSpPr>
        <p:spPr>
          <a:xfrm>
            <a:off x="4027680" y="3359880"/>
            <a:ext cx="288360" cy="23400"/>
          </a:xfrm>
          <a:custGeom>
            <a:avLst/>
            <a:gdLst/>
            <a:ahLst/>
            <a:rect l="0" t="0" r="r" b="b"/>
            <a:pathLst>
              <a:path w="801" h="65">
                <a:moveTo>
                  <a:pt x="0" y="65"/>
                </a:moveTo>
                <a:lnTo>
                  <a:pt x="801" y="0"/>
                </a:lnTo>
                <a:lnTo>
                  <a:pt x="801" y="1"/>
                </a:lnTo>
                <a:lnTo>
                  <a:pt x="9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5" name=""/>
          <p:cNvSpPr/>
          <p:nvPr/>
        </p:nvSpPr>
        <p:spPr>
          <a:xfrm>
            <a:off x="4030920" y="3360240"/>
            <a:ext cx="285120" cy="23040"/>
          </a:xfrm>
          <a:custGeom>
            <a:avLst/>
            <a:gdLst/>
            <a:ahLst/>
            <a:rect l="0" t="0" r="r" b="b"/>
            <a:pathLst>
              <a:path w="792" h="64">
                <a:moveTo>
                  <a:pt x="0" y="64"/>
                </a:moveTo>
                <a:lnTo>
                  <a:pt x="792" y="0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6" name=""/>
          <p:cNvSpPr/>
          <p:nvPr/>
        </p:nvSpPr>
        <p:spPr>
          <a:xfrm>
            <a:off x="4033800" y="3360240"/>
            <a:ext cx="282240" cy="23040"/>
          </a:xfrm>
          <a:custGeom>
            <a:avLst/>
            <a:gdLst/>
            <a:ahLst/>
            <a:rect l="0" t="0" r="r" b="b"/>
            <a:pathLst>
              <a:path w="784" h="64">
                <a:moveTo>
                  <a:pt x="0" y="64"/>
                </a:moveTo>
                <a:lnTo>
                  <a:pt x="784" y="0"/>
                </a:lnTo>
                <a:lnTo>
                  <a:pt x="784" y="1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7" name=""/>
          <p:cNvSpPr/>
          <p:nvPr/>
        </p:nvSpPr>
        <p:spPr>
          <a:xfrm>
            <a:off x="4036680" y="3360600"/>
            <a:ext cx="279360" cy="22680"/>
          </a:xfrm>
          <a:custGeom>
            <a:avLst/>
            <a:gdLst/>
            <a:ahLst/>
            <a:rect l="0" t="0" r="r" b="b"/>
            <a:pathLst>
              <a:path w="776" h="63">
                <a:moveTo>
                  <a:pt x="0" y="63"/>
                </a:moveTo>
                <a:lnTo>
                  <a:pt x="776" y="0"/>
                </a:lnTo>
                <a:lnTo>
                  <a:pt x="776" y="1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8" name=""/>
          <p:cNvSpPr/>
          <p:nvPr/>
        </p:nvSpPr>
        <p:spPr>
          <a:xfrm>
            <a:off x="4039560" y="3360960"/>
            <a:ext cx="276480" cy="22320"/>
          </a:xfrm>
          <a:custGeom>
            <a:avLst/>
            <a:gdLst/>
            <a:ahLst/>
            <a:rect l="0" t="0" r="r" b="b"/>
            <a:pathLst>
              <a:path w="768" h="62">
                <a:moveTo>
                  <a:pt x="0" y="62"/>
                </a:moveTo>
                <a:lnTo>
                  <a:pt x="768" y="0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79" name=""/>
          <p:cNvSpPr/>
          <p:nvPr/>
        </p:nvSpPr>
        <p:spPr>
          <a:xfrm>
            <a:off x="4042440" y="3360960"/>
            <a:ext cx="273600" cy="22320"/>
          </a:xfrm>
          <a:custGeom>
            <a:avLst/>
            <a:gdLst/>
            <a:ahLst/>
            <a:rect l="0" t="0" r="r" b="b"/>
            <a:pathLst>
              <a:path w="760" h="62">
                <a:moveTo>
                  <a:pt x="0" y="62"/>
                </a:moveTo>
                <a:lnTo>
                  <a:pt x="760" y="0"/>
                </a:lnTo>
                <a:lnTo>
                  <a:pt x="760" y="1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0" name=""/>
          <p:cNvSpPr/>
          <p:nvPr/>
        </p:nvSpPr>
        <p:spPr>
          <a:xfrm>
            <a:off x="4045320" y="3361320"/>
            <a:ext cx="270720" cy="21960"/>
          </a:xfrm>
          <a:custGeom>
            <a:avLst/>
            <a:gdLst/>
            <a:ahLst/>
            <a:rect l="0" t="0" r="r" b="b"/>
            <a:pathLst>
              <a:path w="752" h="61">
                <a:moveTo>
                  <a:pt x="0" y="61"/>
                </a:moveTo>
                <a:lnTo>
                  <a:pt x="752" y="0"/>
                </a:lnTo>
                <a:lnTo>
                  <a:pt x="9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1" name=""/>
          <p:cNvSpPr/>
          <p:nvPr/>
        </p:nvSpPr>
        <p:spPr>
          <a:xfrm>
            <a:off x="4048560" y="3361320"/>
            <a:ext cx="267480" cy="21960"/>
          </a:xfrm>
          <a:custGeom>
            <a:avLst/>
            <a:gdLst/>
            <a:ahLst/>
            <a:rect l="0" t="0" r="r" b="b"/>
            <a:pathLst>
              <a:path w="743" h="61">
                <a:moveTo>
                  <a:pt x="0" y="61"/>
                </a:moveTo>
                <a:lnTo>
                  <a:pt x="743" y="0"/>
                </a:lnTo>
                <a:lnTo>
                  <a:pt x="743" y="1"/>
                </a:lnTo>
                <a:lnTo>
                  <a:pt x="8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2" name=""/>
          <p:cNvSpPr/>
          <p:nvPr/>
        </p:nvSpPr>
        <p:spPr>
          <a:xfrm>
            <a:off x="4051440" y="3361680"/>
            <a:ext cx="264600" cy="21600"/>
          </a:xfrm>
          <a:custGeom>
            <a:avLst/>
            <a:gdLst/>
            <a:ahLst/>
            <a:rect l="0" t="0" r="r" b="b"/>
            <a:pathLst>
              <a:path w="735" h="60">
                <a:moveTo>
                  <a:pt x="0" y="60"/>
                </a:moveTo>
                <a:lnTo>
                  <a:pt x="735" y="0"/>
                </a:lnTo>
                <a:lnTo>
                  <a:pt x="735" y="1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3" name=""/>
          <p:cNvSpPr/>
          <p:nvPr/>
        </p:nvSpPr>
        <p:spPr>
          <a:xfrm>
            <a:off x="4054320" y="3362040"/>
            <a:ext cx="261720" cy="21240"/>
          </a:xfrm>
          <a:custGeom>
            <a:avLst/>
            <a:gdLst/>
            <a:ahLst/>
            <a:rect l="0" t="0" r="r" b="b"/>
            <a:pathLst>
              <a:path w="727" h="59">
                <a:moveTo>
                  <a:pt x="0" y="59"/>
                </a:moveTo>
                <a:lnTo>
                  <a:pt x="727" y="0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4" name=""/>
          <p:cNvSpPr/>
          <p:nvPr/>
        </p:nvSpPr>
        <p:spPr>
          <a:xfrm>
            <a:off x="4057200" y="3362040"/>
            <a:ext cx="258840" cy="21240"/>
          </a:xfrm>
          <a:custGeom>
            <a:avLst/>
            <a:gdLst/>
            <a:ahLst/>
            <a:rect l="0" t="0" r="r" b="b"/>
            <a:pathLst>
              <a:path w="719" h="59">
                <a:moveTo>
                  <a:pt x="0" y="59"/>
                </a:moveTo>
                <a:lnTo>
                  <a:pt x="719" y="0"/>
                </a:lnTo>
                <a:lnTo>
                  <a:pt x="719" y="1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5" name=""/>
          <p:cNvSpPr/>
          <p:nvPr/>
        </p:nvSpPr>
        <p:spPr>
          <a:xfrm>
            <a:off x="4060080" y="3362400"/>
            <a:ext cx="255960" cy="20880"/>
          </a:xfrm>
          <a:custGeom>
            <a:avLst/>
            <a:gdLst/>
            <a:ahLst/>
            <a:rect l="0" t="0" r="r" b="b"/>
            <a:pathLst>
              <a:path w="711" h="58">
                <a:moveTo>
                  <a:pt x="0" y="58"/>
                </a:moveTo>
                <a:lnTo>
                  <a:pt x="711" y="0"/>
                </a:lnTo>
                <a:lnTo>
                  <a:pt x="711" y="1"/>
                </a:lnTo>
                <a:lnTo>
                  <a:pt x="8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6" name=""/>
          <p:cNvSpPr/>
          <p:nvPr/>
        </p:nvSpPr>
        <p:spPr>
          <a:xfrm>
            <a:off x="4062960" y="3362760"/>
            <a:ext cx="253080" cy="20520"/>
          </a:xfrm>
          <a:custGeom>
            <a:avLst/>
            <a:gdLst/>
            <a:ahLst/>
            <a:rect l="0" t="0" r="r" b="b"/>
            <a:pathLst>
              <a:path w="703" h="57">
                <a:moveTo>
                  <a:pt x="0" y="57"/>
                </a:moveTo>
                <a:lnTo>
                  <a:pt x="703" y="0"/>
                </a:lnTo>
                <a:lnTo>
                  <a:pt x="9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7" name=""/>
          <p:cNvSpPr/>
          <p:nvPr/>
        </p:nvSpPr>
        <p:spPr>
          <a:xfrm>
            <a:off x="4066200" y="3362760"/>
            <a:ext cx="249840" cy="20520"/>
          </a:xfrm>
          <a:custGeom>
            <a:avLst/>
            <a:gdLst/>
            <a:ahLst/>
            <a:rect l="0" t="0" r="r" b="b"/>
            <a:pathLst>
              <a:path w="694" h="57">
                <a:moveTo>
                  <a:pt x="0" y="57"/>
                </a:moveTo>
                <a:lnTo>
                  <a:pt x="694" y="0"/>
                </a:lnTo>
                <a:lnTo>
                  <a:pt x="694" y="1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8" name=""/>
          <p:cNvSpPr/>
          <p:nvPr/>
        </p:nvSpPr>
        <p:spPr>
          <a:xfrm>
            <a:off x="4069080" y="3363120"/>
            <a:ext cx="246960" cy="20160"/>
          </a:xfrm>
          <a:custGeom>
            <a:avLst/>
            <a:gdLst/>
            <a:ahLst/>
            <a:rect l="0" t="0" r="r" b="b"/>
            <a:pathLst>
              <a:path w="686" h="56">
                <a:moveTo>
                  <a:pt x="0" y="56"/>
                </a:moveTo>
                <a:lnTo>
                  <a:pt x="686" y="0"/>
                </a:lnTo>
                <a:lnTo>
                  <a:pt x="686" y="1"/>
                </a:lnTo>
                <a:lnTo>
                  <a:pt x="8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89" name=""/>
          <p:cNvSpPr/>
          <p:nvPr/>
        </p:nvSpPr>
        <p:spPr>
          <a:xfrm>
            <a:off x="4071960" y="3363480"/>
            <a:ext cx="244080" cy="19800"/>
          </a:xfrm>
          <a:custGeom>
            <a:avLst/>
            <a:gdLst/>
            <a:ahLst/>
            <a:rect l="0" t="0" r="r" b="b"/>
            <a:pathLst>
              <a:path w="678" h="55">
                <a:moveTo>
                  <a:pt x="0" y="55"/>
                </a:moveTo>
                <a:lnTo>
                  <a:pt x="678" y="0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0" name=""/>
          <p:cNvSpPr/>
          <p:nvPr/>
        </p:nvSpPr>
        <p:spPr>
          <a:xfrm>
            <a:off x="4074840" y="3363480"/>
            <a:ext cx="241200" cy="19800"/>
          </a:xfrm>
          <a:custGeom>
            <a:avLst/>
            <a:gdLst/>
            <a:ahLst/>
            <a:rect l="0" t="0" r="r" b="b"/>
            <a:pathLst>
              <a:path w="670" h="55">
                <a:moveTo>
                  <a:pt x="0" y="55"/>
                </a:moveTo>
                <a:lnTo>
                  <a:pt x="670" y="0"/>
                </a:lnTo>
                <a:lnTo>
                  <a:pt x="670" y="1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1" name=""/>
          <p:cNvSpPr/>
          <p:nvPr/>
        </p:nvSpPr>
        <p:spPr>
          <a:xfrm>
            <a:off x="4077720" y="3363840"/>
            <a:ext cx="238320" cy="19440"/>
          </a:xfrm>
          <a:custGeom>
            <a:avLst/>
            <a:gdLst/>
            <a:ahLst/>
            <a:rect l="0" t="0" r="r" b="b"/>
            <a:pathLst>
              <a:path w="662" h="54">
                <a:moveTo>
                  <a:pt x="0" y="54"/>
                </a:moveTo>
                <a:lnTo>
                  <a:pt x="662" y="0"/>
                </a:lnTo>
                <a:lnTo>
                  <a:pt x="662" y="1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2" name=""/>
          <p:cNvSpPr/>
          <p:nvPr/>
        </p:nvSpPr>
        <p:spPr>
          <a:xfrm>
            <a:off x="4080600" y="3364200"/>
            <a:ext cx="235440" cy="19080"/>
          </a:xfrm>
          <a:custGeom>
            <a:avLst/>
            <a:gdLst/>
            <a:ahLst/>
            <a:rect l="0" t="0" r="r" b="b"/>
            <a:pathLst>
              <a:path w="654" h="53">
                <a:moveTo>
                  <a:pt x="0" y="53"/>
                </a:moveTo>
                <a:lnTo>
                  <a:pt x="654" y="0"/>
                </a:lnTo>
                <a:lnTo>
                  <a:pt x="9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3" name=""/>
          <p:cNvSpPr/>
          <p:nvPr/>
        </p:nvSpPr>
        <p:spPr>
          <a:xfrm>
            <a:off x="4083840" y="3364200"/>
            <a:ext cx="232200" cy="19080"/>
          </a:xfrm>
          <a:custGeom>
            <a:avLst/>
            <a:gdLst/>
            <a:ahLst/>
            <a:rect l="0" t="0" r="r" b="b"/>
            <a:pathLst>
              <a:path w="645" h="53">
                <a:moveTo>
                  <a:pt x="0" y="53"/>
                </a:moveTo>
                <a:lnTo>
                  <a:pt x="645" y="0"/>
                </a:lnTo>
                <a:lnTo>
                  <a:pt x="645" y="1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4" name=""/>
          <p:cNvSpPr/>
          <p:nvPr/>
        </p:nvSpPr>
        <p:spPr>
          <a:xfrm>
            <a:off x="4086720" y="3364560"/>
            <a:ext cx="229320" cy="18720"/>
          </a:xfrm>
          <a:custGeom>
            <a:avLst/>
            <a:gdLst/>
            <a:ahLst/>
            <a:rect l="0" t="0" r="r" b="b"/>
            <a:pathLst>
              <a:path w="637" h="52">
                <a:moveTo>
                  <a:pt x="0" y="52"/>
                </a:moveTo>
                <a:lnTo>
                  <a:pt x="637" y="0"/>
                </a:lnTo>
                <a:lnTo>
                  <a:pt x="637" y="1"/>
                </a:lnTo>
                <a:lnTo>
                  <a:pt x="8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5" name=""/>
          <p:cNvSpPr/>
          <p:nvPr/>
        </p:nvSpPr>
        <p:spPr>
          <a:xfrm>
            <a:off x="4089600" y="3364920"/>
            <a:ext cx="226440" cy="18360"/>
          </a:xfrm>
          <a:custGeom>
            <a:avLst/>
            <a:gdLst/>
            <a:ahLst/>
            <a:rect l="0" t="0" r="r" b="b"/>
            <a:pathLst>
              <a:path w="629" h="51">
                <a:moveTo>
                  <a:pt x="0" y="51"/>
                </a:moveTo>
                <a:lnTo>
                  <a:pt x="629" y="0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6" name=""/>
          <p:cNvSpPr/>
          <p:nvPr/>
        </p:nvSpPr>
        <p:spPr>
          <a:xfrm>
            <a:off x="4092480" y="3364920"/>
            <a:ext cx="223560" cy="18360"/>
          </a:xfrm>
          <a:custGeom>
            <a:avLst/>
            <a:gdLst/>
            <a:ahLst/>
            <a:rect l="0" t="0" r="r" b="b"/>
            <a:pathLst>
              <a:path w="621" h="51">
                <a:moveTo>
                  <a:pt x="0" y="51"/>
                </a:moveTo>
                <a:lnTo>
                  <a:pt x="621" y="0"/>
                </a:lnTo>
                <a:lnTo>
                  <a:pt x="621" y="1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7" name=""/>
          <p:cNvSpPr/>
          <p:nvPr/>
        </p:nvSpPr>
        <p:spPr>
          <a:xfrm>
            <a:off x="4095360" y="3365280"/>
            <a:ext cx="220680" cy="18000"/>
          </a:xfrm>
          <a:custGeom>
            <a:avLst/>
            <a:gdLst/>
            <a:ahLst/>
            <a:rect l="0" t="0" r="r" b="b"/>
            <a:pathLst>
              <a:path w="613" h="50">
                <a:moveTo>
                  <a:pt x="0" y="50"/>
                </a:moveTo>
                <a:lnTo>
                  <a:pt x="613" y="0"/>
                </a:lnTo>
                <a:lnTo>
                  <a:pt x="613" y="1"/>
                </a:lnTo>
                <a:lnTo>
                  <a:pt x="8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8" name=""/>
          <p:cNvSpPr/>
          <p:nvPr/>
        </p:nvSpPr>
        <p:spPr>
          <a:xfrm>
            <a:off x="4098240" y="3365640"/>
            <a:ext cx="217800" cy="17640"/>
          </a:xfrm>
          <a:custGeom>
            <a:avLst/>
            <a:gdLst/>
            <a:ahLst/>
            <a:rect l="0" t="0" r="r" b="b"/>
            <a:pathLst>
              <a:path w="605" h="49">
                <a:moveTo>
                  <a:pt x="0" y="49"/>
                </a:moveTo>
                <a:lnTo>
                  <a:pt x="605" y="0"/>
                </a:lnTo>
                <a:lnTo>
                  <a:pt x="9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199" name=""/>
          <p:cNvSpPr/>
          <p:nvPr/>
        </p:nvSpPr>
        <p:spPr>
          <a:xfrm>
            <a:off x="4101480" y="3365640"/>
            <a:ext cx="214560" cy="17640"/>
          </a:xfrm>
          <a:custGeom>
            <a:avLst/>
            <a:gdLst/>
            <a:ahLst/>
            <a:rect l="0" t="0" r="r" b="b"/>
            <a:pathLst>
              <a:path w="596" h="49">
                <a:moveTo>
                  <a:pt x="0" y="49"/>
                </a:moveTo>
                <a:lnTo>
                  <a:pt x="596" y="0"/>
                </a:lnTo>
                <a:lnTo>
                  <a:pt x="596" y="1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0" name=""/>
          <p:cNvSpPr/>
          <p:nvPr/>
        </p:nvSpPr>
        <p:spPr>
          <a:xfrm>
            <a:off x="4104360" y="3366000"/>
            <a:ext cx="211680" cy="17280"/>
          </a:xfrm>
          <a:custGeom>
            <a:avLst/>
            <a:gdLst/>
            <a:ahLst/>
            <a:rect l="0" t="0" r="r" b="b"/>
            <a:pathLst>
              <a:path w="588" h="48">
                <a:moveTo>
                  <a:pt x="0" y="48"/>
                </a:moveTo>
                <a:lnTo>
                  <a:pt x="588" y="0"/>
                </a:lnTo>
                <a:lnTo>
                  <a:pt x="588" y="1"/>
                </a:lnTo>
                <a:lnTo>
                  <a:pt x="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1" name=""/>
          <p:cNvSpPr/>
          <p:nvPr/>
        </p:nvSpPr>
        <p:spPr>
          <a:xfrm>
            <a:off x="4107240" y="3366360"/>
            <a:ext cx="208800" cy="16920"/>
          </a:xfrm>
          <a:custGeom>
            <a:avLst/>
            <a:gdLst/>
            <a:ahLst/>
            <a:rect l="0" t="0" r="r" b="b"/>
            <a:pathLst>
              <a:path w="580" h="47">
                <a:moveTo>
                  <a:pt x="0" y="47"/>
                </a:moveTo>
                <a:lnTo>
                  <a:pt x="580" y="0"/>
                </a:lnTo>
                <a:lnTo>
                  <a:pt x="8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2" name=""/>
          <p:cNvSpPr/>
          <p:nvPr/>
        </p:nvSpPr>
        <p:spPr>
          <a:xfrm>
            <a:off x="4110120" y="3366360"/>
            <a:ext cx="205920" cy="16920"/>
          </a:xfrm>
          <a:custGeom>
            <a:avLst/>
            <a:gdLst/>
            <a:ahLst/>
            <a:rect l="0" t="0" r="r" b="b"/>
            <a:pathLst>
              <a:path w="572" h="47">
                <a:moveTo>
                  <a:pt x="0" y="47"/>
                </a:moveTo>
                <a:lnTo>
                  <a:pt x="572" y="0"/>
                </a:lnTo>
                <a:lnTo>
                  <a:pt x="572" y="1"/>
                </a:lnTo>
                <a:lnTo>
                  <a:pt x="8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3" name=""/>
          <p:cNvSpPr/>
          <p:nvPr/>
        </p:nvSpPr>
        <p:spPr>
          <a:xfrm>
            <a:off x="4113000" y="3366720"/>
            <a:ext cx="203040" cy="16560"/>
          </a:xfrm>
          <a:custGeom>
            <a:avLst/>
            <a:gdLst/>
            <a:ahLst/>
            <a:rect l="0" t="0" r="r" b="b"/>
            <a:pathLst>
              <a:path w="564" h="46">
                <a:moveTo>
                  <a:pt x="0" y="46"/>
                </a:moveTo>
                <a:lnTo>
                  <a:pt x="564" y="0"/>
                </a:lnTo>
                <a:lnTo>
                  <a:pt x="564" y="1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4" name=""/>
          <p:cNvSpPr/>
          <p:nvPr/>
        </p:nvSpPr>
        <p:spPr>
          <a:xfrm>
            <a:off x="4115880" y="3367080"/>
            <a:ext cx="200160" cy="16200"/>
          </a:xfrm>
          <a:custGeom>
            <a:avLst/>
            <a:gdLst/>
            <a:ahLst/>
            <a:rect l="0" t="0" r="r" b="b"/>
            <a:pathLst>
              <a:path w="556" h="45">
                <a:moveTo>
                  <a:pt x="0" y="45"/>
                </a:moveTo>
                <a:lnTo>
                  <a:pt x="556" y="0"/>
                </a:lnTo>
                <a:lnTo>
                  <a:pt x="8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5" name=""/>
          <p:cNvSpPr/>
          <p:nvPr/>
        </p:nvSpPr>
        <p:spPr>
          <a:xfrm>
            <a:off x="4118760" y="3367080"/>
            <a:ext cx="197280" cy="16200"/>
          </a:xfrm>
          <a:custGeom>
            <a:avLst/>
            <a:gdLst/>
            <a:ahLst/>
            <a:rect l="0" t="0" r="r" b="b"/>
            <a:pathLst>
              <a:path w="548" h="45">
                <a:moveTo>
                  <a:pt x="0" y="45"/>
                </a:moveTo>
                <a:lnTo>
                  <a:pt x="548" y="0"/>
                </a:lnTo>
                <a:lnTo>
                  <a:pt x="548" y="1"/>
                </a:lnTo>
                <a:lnTo>
                  <a:pt x="9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6" name=""/>
          <p:cNvSpPr/>
          <p:nvPr/>
        </p:nvSpPr>
        <p:spPr>
          <a:xfrm>
            <a:off x="4122000" y="3367440"/>
            <a:ext cx="194040" cy="15840"/>
          </a:xfrm>
          <a:custGeom>
            <a:avLst/>
            <a:gdLst/>
            <a:ahLst/>
            <a:rect l="0" t="0" r="r" b="b"/>
            <a:pathLst>
              <a:path w="539" h="44">
                <a:moveTo>
                  <a:pt x="0" y="44"/>
                </a:moveTo>
                <a:lnTo>
                  <a:pt x="539" y="0"/>
                </a:lnTo>
                <a:lnTo>
                  <a:pt x="539" y="1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7" name=""/>
          <p:cNvSpPr/>
          <p:nvPr/>
        </p:nvSpPr>
        <p:spPr>
          <a:xfrm>
            <a:off x="4124880" y="3367800"/>
            <a:ext cx="191160" cy="15480"/>
          </a:xfrm>
          <a:custGeom>
            <a:avLst/>
            <a:gdLst/>
            <a:ahLst/>
            <a:rect l="0" t="0" r="r" b="b"/>
            <a:pathLst>
              <a:path w="531" h="43">
                <a:moveTo>
                  <a:pt x="0" y="43"/>
                </a:moveTo>
                <a:lnTo>
                  <a:pt x="531" y="0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8" name=""/>
          <p:cNvSpPr/>
          <p:nvPr/>
        </p:nvSpPr>
        <p:spPr>
          <a:xfrm>
            <a:off x="4127760" y="3367800"/>
            <a:ext cx="188280" cy="15480"/>
          </a:xfrm>
          <a:custGeom>
            <a:avLst/>
            <a:gdLst/>
            <a:ahLst/>
            <a:rect l="0" t="0" r="r" b="b"/>
            <a:pathLst>
              <a:path w="523" h="43">
                <a:moveTo>
                  <a:pt x="0" y="43"/>
                </a:moveTo>
                <a:lnTo>
                  <a:pt x="523" y="0"/>
                </a:lnTo>
                <a:lnTo>
                  <a:pt x="523" y="1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09" name=""/>
          <p:cNvSpPr/>
          <p:nvPr/>
        </p:nvSpPr>
        <p:spPr>
          <a:xfrm>
            <a:off x="4130640" y="3368160"/>
            <a:ext cx="185400" cy="15120"/>
          </a:xfrm>
          <a:custGeom>
            <a:avLst/>
            <a:gdLst/>
            <a:ahLst/>
            <a:rect l="0" t="0" r="r" b="b"/>
            <a:pathLst>
              <a:path w="515" h="42">
                <a:moveTo>
                  <a:pt x="0" y="42"/>
                </a:moveTo>
                <a:lnTo>
                  <a:pt x="515" y="0"/>
                </a:lnTo>
                <a:lnTo>
                  <a:pt x="515" y="1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0" name=""/>
          <p:cNvSpPr/>
          <p:nvPr/>
        </p:nvSpPr>
        <p:spPr>
          <a:xfrm>
            <a:off x="4133520" y="3368520"/>
            <a:ext cx="182520" cy="14760"/>
          </a:xfrm>
          <a:custGeom>
            <a:avLst/>
            <a:gdLst/>
            <a:ahLst/>
            <a:rect l="0" t="0" r="r" b="b"/>
            <a:pathLst>
              <a:path w="507" h="41">
                <a:moveTo>
                  <a:pt x="0" y="41"/>
                </a:moveTo>
                <a:lnTo>
                  <a:pt x="507" y="0"/>
                </a:lnTo>
                <a:lnTo>
                  <a:pt x="8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1" name=""/>
          <p:cNvSpPr/>
          <p:nvPr/>
        </p:nvSpPr>
        <p:spPr>
          <a:xfrm>
            <a:off x="4136400" y="3368520"/>
            <a:ext cx="179640" cy="14760"/>
          </a:xfrm>
          <a:custGeom>
            <a:avLst/>
            <a:gdLst/>
            <a:ahLst/>
            <a:rect l="0" t="0" r="r" b="b"/>
            <a:pathLst>
              <a:path w="499" h="41">
                <a:moveTo>
                  <a:pt x="0" y="41"/>
                </a:moveTo>
                <a:lnTo>
                  <a:pt x="499" y="0"/>
                </a:lnTo>
                <a:lnTo>
                  <a:pt x="499" y="1"/>
                </a:lnTo>
                <a:lnTo>
                  <a:pt x="9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2" name=""/>
          <p:cNvSpPr/>
          <p:nvPr/>
        </p:nvSpPr>
        <p:spPr>
          <a:xfrm>
            <a:off x="4139640" y="3368880"/>
            <a:ext cx="176400" cy="14400"/>
          </a:xfrm>
          <a:custGeom>
            <a:avLst/>
            <a:gdLst/>
            <a:ahLst/>
            <a:rect l="0" t="0" r="r" b="b"/>
            <a:pathLst>
              <a:path w="490" h="40">
                <a:moveTo>
                  <a:pt x="0" y="40"/>
                </a:moveTo>
                <a:lnTo>
                  <a:pt x="490" y="0"/>
                </a:lnTo>
                <a:lnTo>
                  <a:pt x="490" y="1"/>
                </a:lnTo>
                <a:lnTo>
                  <a:pt x="8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3" name=""/>
          <p:cNvSpPr/>
          <p:nvPr/>
        </p:nvSpPr>
        <p:spPr>
          <a:xfrm>
            <a:off x="4142520" y="3369240"/>
            <a:ext cx="173520" cy="14040"/>
          </a:xfrm>
          <a:custGeom>
            <a:avLst/>
            <a:gdLst/>
            <a:ahLst/>
            <a:rect l="0" t="0" r="r" b="b"/>
            <a:pathLst>
              <a:path w="482" h="39">
                <a:moveTo>
                  <a:pt x="0" y="39"/>
                </a:moveTo>
                <a:lnTo>
                  <a:pt x="482" y="0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4" name=""/>
          <p:cNvSpPr/>
          <p:nvPr/>
        </p:nvSpPr>
        <p:spPr>
          <a:xfrm>
            <a:off x="4145400" y="3369240"/>
            <a:ext cx="170640" cy="14040"/>
          </a:xfrm>
          <a:custGeom>
            <a:avLst/>
            <a:gdLst/>
            <a:ahLst/>
            <a:rect l="0" t="0" r="r" b="b"/>
            <a:pathLst>
              <a:path w="474" h="39">
                <a:moveTo>
                  <a:pt x="0" y="39"/>
                </a:moveTo>
                <a:lnTo>
                  <a:pt x="474" y="0"/>
                </a:lnTo>
                <a:lnTo>
                  <a:pt x="474" y="1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5" name=""/>
          <p:cNvSpPr/>
          <p:nvPr/>
        </p:nvSpPr>
        <p:spPr>
          <a:xfrm>
            <a:off x="4148280" y="3369600"/>
            <a:ext cx="167760" cy="13680"/>
          </a:xfrm>
          <a:custGeom>
            <a:avLst/>
            <a:gdLst/>
            <a:ahLst/>
            <a:rect l="0" t="0" r="r" b="b"/>
            <a:pathLst>
              <a:path w="466" h="38">
                <a:moveTo>
                  <a:pt x="0" y="38"/>
                </a:moveTo>
                <a:lnTo>
                  <a:pt x="466" y="0"/>
                </a:lnTo>
                <a:lnTo>
                  <a:pt x="466" y="1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6" name=""/>
          <p:cNvSpPr/>
          <p:nvPr/>
        </p:nvSpPr>
        <p:spPr>
          <a:xfrm>
            <a:off x="4151160" y="3369960"/>
            <a:ext cx="164880" cy="13320"/>
          </a:xfrm>
          <a:custGeom>
            <a:avLst/>
            <a:gdLst/>
            <a:ahLst/>
            <a:rect l="0" t="0" r="r" b="b"/>
            <a:pathLst>
              <a:path w="458" h="37">
                <a:moveTo>
                  <a:pt x="0" y="37"/>
                </a:moveTo>
                <a:lnTo>
                  <a:pt x="458" y="0"/>
                </a:lnTo>
                <a:lnTo>
                  <a:pt x="8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7" name=""/>
          <p:cNvSpPr/>
          <p:nvPr/>
        </p:nvSpPr>
        <p:spPr>
          <a:xfrm>
            <a:off x="4154040" y="3369960"/>
            <a:ext cx="162000" cy="13320"/>
          </a:xfrm>
          <a:custGeom>
            <a:avLst/>
            <a:gdLst/>
            <a:ahLst/>
            <a:rect l="0" t="0" r="r" b="b"/>
            <a:pathLst>
              <a:path w="450" h="37">
                <a:moveTo>
                  <a:pt x="0" y="37"/>
                </a:moveTo>
                <a:lnTo>
                  <a:pt x="450" y="0"/>
                </a:lnTo>
                <a:lnTo>
                  <a:pt x="450" y="1"/>
                </a:lnTo>
                <a:lnTo>
                  <a:pt x="9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8" name=""/>
          <p:cNvSpPr/>
          <p:nvPr/>
        </p:nvSpPr>
        <p:spPr>
          <a:xfrm>
            <a:off x="4157280" y="3370320"/>
            <a:ext cx="158760" cy="12960"/>
          </a:xfrm>
          <a:custGeom>
            <a:avLst/>
            <a:gdLst/>
            <a:ahLst/>
            <a:rect l="0" t="0" r="r" b="b"/>
            <a:pathLst>
              <a:path w="441" h="36">
                <a:moveTo>
                  <a:pt x="0" y="36"/>
                </a:moveTo>
                <a:lnTo>
                  <a:pt x="441" y="0"/>
                </a:lnTo>
                <a:lnTo>
                  <a:pt x="441" y="2"/>
                </a:lnTo>
                <a:lnTo>
                  <a:pt x="8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19" name=""/>
          <p:cNvSpPr/>
          <p:nvPr/>
        </p:nvSpPr>
        <p:spPr>
          <a:xfrm>
            <a:off x="4160160" y="3370680"/>
            <a:ext cx="155880" cy="12600"/>
          </a:xfrm>
          <a:custGeom>
            <a:avLst/>
            <a:gdLst/>
            <a:ahLst/>
            <a:rect l="0" t="0" r="r" b="b"/>
            <a:pathLst>
              <a:path w="433" h="35">
                <a:moveTo>
                  <a:pt x="0" y="35"/>
                </a:moveTo>
                <a:lnTo>
                  <a:pt x="433" y="0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0" name=""/>
          <p:cNvSpPr/>
          <p:nvPr/>
        </p:nvSpPr>
        <p:spPr>
          <a:xfrm>
            <a:off x="4163040" y="3370680"/>
            <a:ext cx="153000" cy="12600"/>
          </a:xfrm>
          <a:custGeom>
            <a:avLst/>
            <a:gdLst/>
            <a:ahLst/>
            <a:rect l="0" t="0" r="r" b="b"/>
            <a:pathLst>
              <a:path w="425" h="35">
                <a:moveTo>
                  <a:pt x="0" y="35"/>
                </a:moveTo>
                <a:lnTo>
                  <a:pt x="425" y="0"/>
                </a:lnTo>
                <a:lnTo>
                  <a:pt x="425" y="1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1" name=""/>
          <p:cNvSpPr/>
          <p:nvPr/>
        </p:nvSpPr>
        <p:spPr>
          <a:xfrm>
            <a:off x="4165920" y="3371040"/>
            <a:ext cx="150120" cy="12240"/>
          </a:xfrm>
          <a:custGeom>
            <a:avLst/>
            <a:gdLst/>
            <a:ahLst/>
            <a:rect l="0" t="0" r="r" b="b"/>
            <a:pathLst>
              <a:path w="417" h="34">
                <a:moveTo>
                  <a:pt x="0" y="34"/>
                </a:moveTo>
                <a:lnTo>
                  <a:pt x="417" y="0"/>
                </a:lnTo>
                <a:lnTo>
                  <a:pt x="417" y="1"/>
                </a:lnTo>
                <a:lnTo>
                  <a:pt x="8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2" name=""/>
          <p:cNvSpPr/>
          <p:nvPr/>
        </p:nvSpPr>
        <p:spPr>
          <a:xfrm>
            <a:off x="4168800" y="3371400"/>
            <a:ext cx="147240" cy="11880"/>
          </a:xfrm>
          <a:custGeom>
            <a:avLst/>
            <a:gdLst/>
            <a:ahLst/>
            <a:rect l="0" t="0" r="r" b="b"/>
            <a:pathLst>
              <a:path w="409" h="33">
                <a:moveTo>
                  <a:pt x="0" y="33"/>
                </a:moveTo>
                <a:lnTo>
                  <a:pt x="409" y="0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3" name=""/>
          <p:cNvSpPr/>
          <p:nvPr/>
        </p:nvSpPr>
        <p:spPr>
          <a:xfrm>
            <a:off x="4171680" y="3371400"/>
            <a:ext cx="144360" cy="11880"/>
          </a:xfrm>
          <a:custGeom>
            <a:avLst/>
            <a:gdLst/>
            <a:ahLst/>
            <a:rect l="0" t="0" r="r" b="b"/>
            <a:pathLst>
              <a:path w="401" h="33">
                <a:moveTo>
                  <a:pt x="0" y="33"/>
                </a:moveTo>
                <a:lnTo>
                  <a:pt x="401" y="0"/>
                </a:lnTo>
                <a:lnTo>
                  <a:pt x="401" y="1"/>
                </a:lnTo>
                <a:lnTo>
                  <a:pt x="9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4" name=""/>
          <p:cNvSpPr/>
          <p:nvPr/>
        </p:nvSpPr>
        <p:spPr>
          <a:xfrm>
            <a:off x="4174920" y="3371760"/>
            <a:ext cx="141120" cy="11520"/>
          </a:xfrm>
          <a:custGeom>
            <a:avLst/>
            <a:gdLst/>
            <a:ahLst/>
            <a:rect l="0" t="0" r="r" b="b"/>
            <a:pathLst>
              <a:path w="392" h="32">
                <a:moveTo>
                  <a:pt x="0" y="32"/>
                </a:moveTo>
                <a:lnTo>
                  <a:pt x="392" y="0"/>
                </a:lnTo>
                <a:lnTo>
                  <a:pt x="392" y="1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5" name=""/>
          <p:cNvSpPr/>
          <p:nvPr/>
        </p:nvSpPr>
        <p:spPr>
          <a:xfrm>
            <a:off x="4177800" y="3372120"/>
            <a:ext cx="138240" cy="11160"/>
          </a:xfrm>
          <a:custGeom>
            <a:avLst/>
            <a:gdLst/>
            <a:ahLst/>
            <a:rect l="0" t="0" r="r" b="b"/>
            <a:pathLst>
              <a:path w="384" h="31">
                <a:moveTo>
                  <a:pt x="0" y="31"/>
                </a:moveTo>
                <a:lnTo>
                  <a:pt x="384" y="0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6" name=""/>
          <p:cNvSpPr/>
          <p:nvPr/>
        </p:nvSpPr>
        <p:spPr>
          <a:xfrm>
            <a:off x="4180680" y="3372120"/>
            <a:ext cx="135360" cy="11160"/>
          </a:xfrm>
          <a:custGeom>
            <a:avLst/>
            <a:gdLst/>
            <a:ahLst/>
            <a:rect l="0" t="0" r="r" b="b"/>
            <a:pathLst>
              <a:path w="376" h="31">
                <a:moveTo>
                  <a:pt x="0" y="31"/>
                </a:moveTo>
                <a:lnTo>
                  <a:pt x="376" y="0"/>
                </a:lnTo>
                <a:lnTo>
                  <a:pt x="376" y="1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7" name=""/>
          <p:cNvSpPr/>
          <p:nvPr/>
        </p:nvSpPr>
        <p:spPr>
          <a:xfrm>
            <a:off x="4183560" y="3372480"/>
            <a:ext cx="132480" cy="10800"/>
          </a:xfrm>
          <a:custGeom>
            <a:avLst/>
            <a:gdLst/>
            <a:ahLst/>
            <a:rect l="0" t="0" r="r" b="b"/>
            <a:pathLst>
              <a:path w="368" h="30">
                <a:moveTo>
                  <a:pt x="0" y="30"/>
                </a:moveTo>
                <a:lnTo>
                  <a:pt x="368" y="0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8" name=""/>
          <p:cNvSpPr/>
          <p:nvPr/>
        </p:nvSpPr>
        <p:spPr>
          <a:xfrm>
            <a:off x="4186440" y="3372480"/>
            <a:ext cx="129600" cy="10800"/>
          </a:xfrm>
          <a:custGeom>
            <a:avLst/>
            <a:gdLst/>
            <a:ahLst/>
            <a:rect l="0" t="0" r="r" b="b"/>
            <a:pathLst>
              <a:path w="360" h="30">
                <a:moveTo>
                  <a:pt x="0" y="30"/>
                </a:moveTo>
                <a:lnTo>
                  <a:pt x="360" y="0"/>
                </a:lnTo>
                <a:lnTo>
                  <a:pt x="360" y="1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29" name=""/>
          <p:cNvSpPr/>
          <p:nvPr/>
        </p:nvSpPr>
        <p:spPr>
          <a:xfrm>
            <a:off x="4189320" y="3372840"/>
            <a:ext cx="126720" cy="10440"/>
          </a:xfrm>
          <a:custGeom>
            <a:avLst/>
            <a:gdLst/>
            <a:ahLst/>
            <a:rect l="0" t="0" r="r" b="b"/>
            <a:pathLst>
              <a:path w="352" h="29">
                <a:moveTo>
                  <a:pt x="0" y="29"/>
                </a:moveTo>
                <a:lnTo>
                  <a:pt x="352" y="0"/>
                </a:lnTo>
                <a:lnTo>
                  <a:pt x="352" y="1"/>
                </a:lnTo>
                <a:lnTo>
                  <a:pt x="9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0" name=""/>
          <p:cNvSpPr/>
          <p:nvPr/>
        </p:nvSpPr>
        <p:spPr>
          <a:xfrm>
            <a:off x="4192560" y="3373200"/>
            <a:ext cx="123480" cy="10080"/>
          </a:xfrm>
          <a:custGeom>
            <a:avLst/>
            <a:gdLst/>
            <a:ahLst/>
            <a:rect l="0" t="0" r="r" b="b"/>
            <a:pathLst>
              <a:path w="343" h="28">
                <a:moveTo>
                  <a:pt x="0" y="28"/>
                </a:moveTo>
                <a:lnTo>
                  <a:pt x="343" y="0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1" name=""/>
          <p:cNvSpPr/>
          <p:nvPr/>
        </p:nvSpPr>
        <p:spPr>
          <a:xfrm>
            <a:off x="4195440" y="3373200"/>
            <a:ext cx="120600" cy="10080"/>
          </a:xfrm>
          <a:custGeom>
            <a:avLst/>
            <a:gdLst/>
            <a:ahLst/>
            <a:rect l="0" t="0" r="r" b="b"/>
            <a:pathLst>
              <a:path w="335" h="28">
                <a:moveTo>
                  <a:pt x="0" y="28"/>
                </a:moveTo>
                <a:lnTo>
                  <a:pt x="335" y="0"/>
                </a:lnTo>
                <a:lnTo>
                  <a:pt x="335" y="1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2" name=""/>
          <p:cNvSpPr/>
          <p:nvPr/>
        </p:nvSpPr>
        <p:spPr>
          <a:xfrm>
            <a:off x="4198320" y="3373560"/>
            <a:ext cx="117720" cy="9720"/>
          </a:xfrm>
          <a:custGeom>
            <a:avLst/>
            <a:gdLst/>
            <a:ahLst/>
            <a:rect l="0" t="0" r="r" b="b"/>
            <a:pathLst>
              <a:path w="327" h="27">
                <a:moveTo>
                  <a:pt x="0" y="27"/>
                </a:moveTo>
                <a:lnTo>
                  <a:pt x="327" y="0"/>
                </a:lnTo>
                <a:lnTo>
                  <a:pt x="327" y="1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3" name=""/>
          <p:cNvSpPr/>
          <p:nvPr/>
        </p:nvSpPr>
        <p:spPr>
          <a:xfrm>
            <a:off x="4201200" y="3373920"/>
            <a:ext cx="114840" cy="9360"/>
          </a:xfrm>
          <a:custGeom>
            <a:avLst/>
            <a:gdLst/>
            <a:ahLst/>
            <a:rect l="0" t="0" r="r" b="b"/>
            <a:pathLst>
              <a:path w="319" h="26">
                <a:moveTo>
                  <a:pt x="0" y="26"/>
                </a:moveTo>
                <a:lnTo>
                  <a:pt x="319" y="0"/>
                </a:lnTo>
                <a:lnTo>
                  <a:pt x="8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4" name=""/>
          <p:cNvSpPr/>
          <p:nvPr/>
        </p:nvSpPr>
        <p:spPr>
          <a:xfrm>
            <a:off x="4204080" y="3373920"/>
            <a:ext cx="111960" cy="9360"/>
          </a:xfrm>
          <a:custGeom>
            <a:avLst/>
            <a:gdLst/>
            <a:ahLst/>
            <a:rect l="0" t="0" r="r" b="b"/>
            <a:pathLst>
              <a:path w="311" h="26">
                <a:moveTo>
                  <a:pt x="0" y="26"/>
                </a:moveTo>
                <a:lnTo>
                  <a:pt x="311" y="0"/>
                </a:lnTo>
                <a:lnTo>
                  <a:pt x="311" y="1"/>
                </a:lnTo>
                <a:lnTo>
                  <a:pt x="8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5" name=""/>
          <p:cNvSpPr/>
          <p:nvPr/>
        </p:nvSpPr>
        <p:spPr>
          <a:xfrm>
            <a:off x="4206960" y="3374280"/>
            <a:ext cx="109080" cy="9000"/>
          </a:xfrm>
          <a:custGeom>
            <a:avLst/>
            <a:gdLst/>
            <a:ahLst/>
            <a:rect l="0" t="0" r="r" b="b"/>
            <a:pathLst>
              <a:path w="303" h="25">
                <a:moveTo>
                  <a:pt x="0" y="25"/>
                </a:moveTo>
                <a:lnTo>
                  <a:pt x="303" y="0"/>
                </a:lnTo>
                <a:lnTo>
                  <a:pt x="303" y="1"/>
                </a:lnTo>
                <a:lnTo>
                  <a:pt x="8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6" name=""/>
          <p:cNvSpPr/>
          <p:nvPr/>
        </p:nvSpPr>
        <p:spPr>
          <a:xfrm>
            <a:off x="4209840" y="3374640"/>
            <a:ext cx="106200" cy="8640"/>
          </a:xfrm>
          <a:custGeom>
            <a:avLst/>
            <a:gdLst/>
            <a:ahLst/>
            <a:rect l="0" t="0" r="r" b="b"/>
            <a:pathLst>
              <a:path w="295" h="24">
                <a:moveTo>
                  <a:pt x="0" y="24"/>
                </a:moveTo>
                <a:lnTo>
                  <a:pt x="295" y="0"/>
                </a:lnTo>
                <a:lnTo>
                  <a:pt x="9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7" name=""/>
          <p:cNvSpPr/>
          <p:nvPr/>
        </p:nvSpPr>
        <p:spPr>
          <a:xfrm>
            <a:off x="4213080" y="3374640"/>
            <a:ext cx="102960" cy="8640"/>
          </a:xfrm>
          <a:custGeom>
            <a:avLst/>
            <a:gdLst/>
            <a:ahLst/>
            <a:rect l="0" t="0" r="r" b="b"/>
            <a:pathLst>
              <a:path w="286" h="24">
                <a:moveTo>
                  <a:pt x="0" y="24"/>
                </a:moveTo>
                <a:lnTo>
                  <a:pt x="286" y="0"/>
                </a:lnTo>
                <a:lnTo>
                  <a:pt x="286" y="1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8" name=""/>
          <p:cNvSpPr/>
          <p:nvPr/>
        </p:nvSpPr>
        <p:spPr>
          <a:xfrm>
            <a:off x="4215960" y="3375000"/>
            <a:ext cx="100080" cy="8280"/>
          </a:xfrm>
          <a:custGeom>
            <a:avLst/>
            <a:gdLst/>
            <a:ahLst/>
            <a:rect l="0" t="0" r="r" b="b"/>
            <a:pathLst>
              <a:path w="278" h="23">
                <a:moveTo>
                  <a:pt x="0" y="23"/>
                </a:moveTo>
                <a:lnTo>
                  <a:pt x="278" y="0"/>
                </a:lnTo>
                <a:lnTo>
                  <a:pt x="278" y="1"/>
                </a:lnTo>
                <a:lnTo>
                  <a:pt x="8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39" name=""/>
          <p:cNvSpPr/>
          <p:nvPr/>
        </p:nvSpPr>
        <p:spPr>
          <a:xfrm>
            <a:off x="4218840" y="3375360"/>
            <a:ext cx="97200" cy="7920"/>
          </a:xfrm>
          <a:custGeom>
            <a:avLst/>
            <a:gdLst/>
            <a:ahLst/>
            <a:rect l="0" t="0" r="r" b="b"/>
            <a:pathLst>
              <a:path w="270" h="22">
                <a:moveTo>
                  <a:pt x="0" y="22"/>
                </a:moveTo>
                <a:lnTo>
                  <a:pt x="270" y="0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0" name=""/>
          <p:cNvSpPr/>
          <p:nvPr/>
        </p:nvSpPr>
        <p:spPr>
          <a:xfrm>
            <a:off x="4221720" y="3375360"/>
            <a:ext cx="94320" cy="7920"/>
          </a:xfrm>
          <a:custGeom>
            <a:avLst/>
            <a:gdLst/>
            <a:ahLst/>
            <a:rect l="0" t="0" r="r" b="b"/>
            <a:pathLst>
              <a:path w="262" h="22">
                <a:moveTo>
                  <a:pt x="0" y="22"/>
                </a:moveTo>
                <a:lnTo>
                  <a:pt x="262" y="0"/>
                </a:lnTo>
                <a:lnTo>
                  <a:pt x="262" y="2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1" name=""/>
          <p:cNvSpPr/>
          <p:nvPr/>
        </p:nvSpPr>
        <p:spPr>
          <a:xfrm>
            <a:off x="4224600" y="3375720"/>
            <a:ext cx="91440" cy="7560"/>
          </a:xfrm>
          <a:custGeom>
            <a:avLst/>
            <a:gdLst/>
            <a:ahLst/>
            <a:rect l="0" t="0" r="r" b="b"/>
            <a:pathLst>
              <a:path w="254" h="21">
                <a:moveTo>
                  <a:pt x="0" y="21"/>
                </a:moveTo>
                <a:lnTo>
                  <a:pt x="254" y="0"/>
                </a:lnTo>
                <a:lnTo>
                  <a:pt x="254" y="1"/>
                </a:lnTo>
                <a:lnTo>
                  <a:pt x="8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2" name=""/>
          <p:cNvSpPr/>
          <p:nvPr/>
        </p:nvSpPr>
        <p:spPr>
          <a:xfrm>
            <a:off x="4227480" y="3376080"/>
            <a:ext cx="88560" cy="7200"/>
          </a:xfrm>
          <a:custGeom>
            <a:avLst/>
            <a:gdLst/>
            <a:ahLst/>
            <a:rect l="0" t="0" r="r" b="b"/>
            <a:pathLst>
              <a:path w="246" h="20">
                <a:moveTo>
                  <a:pt x="0" y="20"/>
                </a:moveTo>
                <a:lnTo>
                  <a:pt x="246" y="0"/>
                </a:lnTo>
                <a:lnTo>
                  <a:pt x="9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3" name=""/>
          <p:cNvSpPr/>
          <p:nvPr/>
        </p:nvSpPr>
        <p:spPr>
          <a:xfrm>
            <a:off x="4230720" y="3376080"/>
            <a:ext cx="85320" cy="7200"/>
          </a:xfrm>
          <a:custGeom>
            <a:avLst/>
            <a:gdLst/>
            <a:ahLst/>
            <a:rect l="0" t="0" r="r" b="b"/>
            <a:pathLst>
              <a:path w="237" h="20">
                <a:moveTo>
                  <a:pt x="0" y="20"/>
                </a:moveTo>
                <a:lnTo>
                  <a:pt x="237" y="0"/>
                </a:lnTo>
                <a:lnTo>
                  <a:pt x="237" y="1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4" name=""/>
          <p:cNvSpPr/>
          <p:nvPr/>
        </p:nvSpPr>
        <p:spPr>
          <a:xfrm>
            <a:off x="4233600" y="3376440"/>
            <a:ext cx="82440" cy="6840"/>
          </a:xfrm>
          <a:custGeom>
            <a:avLst/>
            <a:gdLst/>
            <a:ahLst/>
            <a:rect l="0" t="0" r="r" b="b"/>
            <a:pathLst>
              <a:path w="229" h="19">
                <a:moveTo>
                  <a:pt x="0" y="19"/>
                </a:moveTo>
                <a:lnTo>
                  <a:pt x="229" y="0"/>
                </a:lnTo>
                <a:lnTo>
                  <a:pt x="229" y="1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5" name=""/>
          <p:cNvSpPr/>
          <p:nvPr/>
        </p:nvSpPr>
        <p:spPr>
          <a:xfrm>
            <a:off x="4236480" y="3376800"/>
            <a:ext cx="79560" cy="6480"/>
          </a:xfrm>
          <a:custGeom>
            <a:avLst/>
            <a:gdLst/>
            <a:ahLst/>
            <a:rect l="0" t="0" r="r" b="b"/>
            <a:pathLst>
              <a:path w="221" h="18">
                <a:moveTo>
                  <a:pt x="0" y="18"/>
                </a:moveTo>
                <a:lnTo>
                  <a:pt x="221" y="0"/>
                </a:lnTo>
                <a:lnTo>
                  <a:pt x="9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6" name=""/>
          <p:cNvSpPr/>
          <p:nvPr/>
        </p:nvSpPr>
        <p:spPr>
          <a:xfrm>
            <a:off x="4239360" y="3376800"/>
            <a:ext cx="76680" cy="6480"/>
          </a:xfrm>
          <a:custGeom>
            <a:avLst/>
            <a:gdLst/>
            <a:ahLst/>
            <a:rect l="0" t="0" r="r" b="b"/>
            <a:pathLst>
              <a:path w="213" h="18">
                <a:moveTo>
                  <a:pt x="0" y="18"/>
                </a:moveTo>
                <a:lnTo>
                  <a:pt x="213" y="0"/>
                </a:lnTo>
                <a:lnTo>
                  <a:pt x="213" y="1"/>
                </a:lnTo>
                <a:lnTo>
                  <a:pt x="8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7" name=""/>
          <p:cNvSpPr/>
          <p:nvPr/>
        </p:nvSpPr>
        <p:spPr>
          <a:xfrm>
            <a:off x="4242240" y="3377160"/>
            <a:ext cx="73800" cy="6120"/>
          </a:xfrm>
          <a:custGeom>
            <a:avLst/>
            <a:gdLst/>
            <a:ahLst/>
            <a:rect l="0" t="0" r="r" b="b"/>
            <a:pathLst>
              <a:path w="205" h="17">
                <a:moveTo>
                  <a:pt x="0" y="17"/>
                </a:moveTo>
                <a:lnTo>
                  <a:pt x="205" y="0"/>
                </a:lnTo>
                <a:lnTo>
                  <a:pt x="205" y="1"/>
                </a:lnTo>
                <a:lnTo>
                  <a:pt x="8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8" name=""/>
          <p:cNvSpPr/>
          <p:nvPr/>
        </p:nvSpPr>
        <p:spPr>
          <a:xfrm>
            <a:off x="4245120" y="3377520"/>
            <a:ext cx="70920" cy="5760"/>
          </a:xfrm>
          <a:custGeom>
            <a:avLst/>
            <a:gdLst/>
            <a:ahLst/>
            <a:rect l="0" t="0" r="r" b="b"/>
            <a:pathLst>
              <a:path w="197" h="16">
                <a:moveTo>
                  <a:pt x="0" y="16"/>
                </a:moveTo>
                <a:lnTo>
                  <a:pt x="197" y="0"/>
                </a:lnTo>
                <a:lnTo>
                  <a:pt x="197" y="2"/>
                </a:lnTo>
                <a:lnTo>
                  <a:pt x="1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49" name=""/>
          <p:cNvSpPr/>
          <p:nvPr/>
        </p:nvSpPr>
        <p:spPr>
          <a:xfrm>
            <a:off x="4251240" y="3377880"/>
            <a:ext cx="64800" cy="5400"/>
          </a:xfrm>
          <a:custGeom>
            <a:avLst/>
            <a:gdLst/>
            <a:ahLst/>
            <a:rect l="0" t="0" r="r" b="b"/>
            <a:pathLst>
              <a:path w="180" h="15">
                <a:moveTo>
                  <a:pt x="0" y="15"/>
                </a:moveTo>
                <a:lnTo>
                  <a:pt x="180" y="0"/>
                </a:lnTo>
                <a:lnTo>
                  <a:pt x="180" y="1"/>
                </a:lnTo>
                <a:lnTo>
                  <a:pt x="8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0" name=""/>
          <p:cNvSpPr/>
          <p:nvPr/>
        </p:nvSpPr>
        <p:spPr>
          <a:xfrm>
            <a:off x="4254120" y="3378240"/>
            <a:ext cx="61920" cy="5040"/>
          </a:xfrm>
          <a:custGeom>
            <a:avLst/>
            <a:gdLst/>
            <a:ahLst/>
            <a:rect l="0" t="0" r="r" b="b"/>
            <a:pathLst>
              <a:path w="172" h="14">
                <a:moveTo>
                  <a:pt x="0" y="14"/>
                </a:moveTo>
                <a:lnTo>
                  <a:pt x="172" y="0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1" name=""/>
          <p:cNvSpPr/>
          <p:nvPr/>
        </p:nvSpPr>
        <p:spPr>
          <a:xfrm>
            <a:off x="4257000" y="3378240"/>
            <a:ext cx="59040" cy="5040"/>
          </a:xfrm>
          <a:custGeom>
            <a:avLst/>
            <a:gdLst/>
            <a:ahLst/>
            <a:rect l="0" t="0" r="r" b="b"/>
            <a:pathLst>
              <a:path w="164" h="14">
                <a:moveTo>
                  <a:pt x="0" y="14"/>
                </a:moveTo>
                <a:lnTo>
                  <a:pt x="164" y="0"/>
                </a:lnTo>
                <a:lnTo>
                  <a:pt x="164" y="1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2" name=""/>
          <p:cNvSpPr/>
          <p:nvPr/>
        </p:nvSpPr>
        <p:spPr>
          <a:xfrm>
            <a:off x="4259880" y="3378600"/>
            <a:ext cx="56160" cy="4680"/>
          </a:xfrm>
          <a:custGeom>
            <a:avLst/>
            <a:gdLst/>
            <a:ahLst/>
            <a:rect l="0" t="0" r="r" b="b"/>
            <a:pathLst>
              <a:path w="156" h="13">
                <a:moveTo>
                  <a:pt x="0" y="13"/>
                </a:moveTo>
                <a:lnTo>
                  <a:pt x="156" y="0"/>
                </a:lnTo>
                <a:lnTo>
                  <a:pt x="156" y="1"/>
                </a:lnTo>
                <a:lnTo>
                  <a:pt x="8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3" name=""/>
          <p:cNvSpPr/>
          <p:nvPr/>
        </p:nvSpPr>
        <p:spPr>
          <a:xfrm>
            <a:off x="4262760" y="3378960"/>
            <a:ext cx="53280" cy="4320"/>
          </a:xfrm>
          <a:custGeom>
            <a:avLst/>
            <a:gdLst/>
            <a:ahLst/>
            <a:rect l="0" t="0" r="r" b="b"/>
            <a:pathLst>
              <a:path w="148" h="12">
                <a:moveTo>
                  <a:pt x="0" y="12"/>
                </a:moveTo>
                <a:lnTo>
                  <a:pt x="148" y="0"/>
                </a:lnTo>
                <a:lnTo>
                  <a:pt x="9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4" name=""/>
          <p:cNvSpPr/>
          <p:nvPr/>
        </p:nvSpPr>
        <p:spPr>
          <a:xfrm>
            <a:off x="4266000" y="3378960"/>
            <a:ext cx="50040" cy="4320"/>
          </a:xfrm>
          <a:custGeom>
            <a:avLst/>
            <a:gdLst/>
            <a:ahLst/>
            <a:rect l="0" t="0" r="r" b="b"/>
            <a:pathLst>
              <a:path w="139" h="12">
                <a:moveTo>
                  <a:pt x="0" y="12"/>
                </a:moveTo>
                <a:lnTo>
                  <a:pt x="139" y="0"/>
                </a:lnTo>
                <a:lnTo>
                  <a:pt x="139" y="1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5" name=""/>
          <p:cNvSpPr/>
          <p:nvPr/>
        </p:nvSpPr>
        <p:spPr>
          <a:xfrm>
            <a:off x="4268880" y="3379320"/>
            <a:ext cx="47160" cy="3960"/>
          </a:xfrm>
          <a:custGeom>
            <a:avLst/>
            <a:gdLst/>
            <a:ahLst/>
            <a:rect l="0" t="0" r="r" b="b"/>
            <a:pathLst>
              <a:path w="131" h="11">
                <a:moveTo>
                  <a:pt x="0" y="11"/>
                </a:moveTo>
                <a:lnTo>
                  <a:pt x="131" y="0"/>
                </a:lnTo>
                <a:lnTo>
                  <a:pt x="131" y="1"/>
                </a:lnTo>
                <a:lnTo>
                  <a:pt x="8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6" name=""/>
          <p:cNvSpPr/>
          <p:nvPr/>
        </p:nvSpPr>
        <p:spPr>
          <a:xfrm>
            <a:off x="4271760" y="3379680"/>
            <a:ext cx="44280" cy="3600"/>
          </a:xfrm>
          <a:custGeom>
            <a:avLst/>
            <a:gdLst/>
            <a:ahLst/>
            <a:rect l="0" t="0" r="r" b="b"/>
            <a:pathLst>
              <a:path w="123" h="10">
                <a:moveTo>
                  <a:pt x="0" y="10"/>
                </a:moveTo>
                <a:lnTo>
                  <a:pt x="123" y="0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7" name=""/>
          <p:cNvSpPr/>
          <p:nvPr/>
        </p:nvSpPr>
        <p:spPr>
          <a:xfrm>
            <a:off x="4274640" y="3379680"/>
            <a:ext cx="41400" cy="3600"/>
          </a:xfrm>
          <a:custGeom>
            <a:avLst/>
            <a:gdLst/>
            <a:ahLst/>
            <a:rect l="0" t="0" r="r" b="b"/>
            <a:pathLst>
              <a:path w="115" h="10">
                <a:moveTo>
                  <a:pt x="0" y="10"/>
                </a:moveTo>
                <a:lnTo>
                  <a:pt x="115" y="0"/>
                </a:lnTo>
                <a:lnTo>
                  <a:pt x="115" y="1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8" name=""/>
          <p:cNvSpPr/>
          <p:nvPr/>
        </p:nvSpPr>
        <p:spPr>
          <a:xfrm>
            <a:off x="4277520" y="3380040"/>
            <a:ext cx="38520" cy="3240"/>
          </a:xfrm>
          <a:custGeom>
            <a:avLst/>
            <a:gdLst/>
            <a:ahLst/>
            <a:rect l="0" t="0" r="r" b="b"/>
            <a:pathLst>
              <a:path w="107" h="9">
                <a:moveTo>
                  <a:pt x="0" y="9"/>
                </a:moveTo>
                <a:lnTo>
                  <a:pt x="107" y="0"/>
                </a:lnTo>
                <a:lnTo>
                  <a:pt x="107" y="1"/>
                </a:lnTo>
                <a:lnTo>
                  <a:pt x="8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59" name=""/>
          <p:cNvSpPr/>
          <p:nvPr/>
        </p:nvSpPr>
        <p:spPr>
          <a:xfrm>
            <a:off x="4280400" y="3380400"/>
            <a:ext cx="35640" cy="2880"/>
          </a:xfrm>
          <a:custGeom>
            <a:avLst/>
            <a:gdLst/>
            <a:ahLst/>
            <a:rect l="0" t="0" r="r" b="b"/>
            <a:pathLst>
              <a:path w="99" h="8">
                <a:moveTo>
                  <a:pt x="0" y="8"/>
                </a:moveTo>
                <a:lnTo>
                  <a:pt x="99" y="0"/>
                </a:lnTo>
                <a:lnTo>
                  <a:pt x="9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0" name=""/>
          <p:cNvSpPr/>
          <p:nvPr/>
        </p:nvSpPr>
        <p:spPr>
          <a:xfrm>
            <a:off x="4283640" y="3380400"/>
            <a:ext cx="32400" cy="2880"/>
          </a:xfrm>
          <a:custGeom>
            <a:avLst/>
            <a:gdLst/>
            <a:ahLst/>
            <a:rect l="0" t="0" r="r" b="b"/>
            <a:pathLst>
              <a:path w="90" h="8">
                <a:moveTo>
                  <a:pt x="0" y="8"/>
                </a:moveTo>
                <a:lnTo>
                  <a:pt x="90" y="0"/>
                </a:lnTo>
                <a:lnTo>
                  <a:pt x="90" y="2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1" name=""/>
          <p:cNvSpPr/>
          <p:nvPr/>
        </p:nvSpPr>
        <p:spPr>
          <a:xfrm>
            <a:off x="4286520" y="3380760"/>
            <a:ext cx="29520" cy="2520"/>
          </a:xfrm>
          <a:custGeom>
            <a:avLst/>
            <a:gdLst/>
            <a:ahLst/>
            <a:rect l="0" t="0" r="r" b="b"/>
            <a:pathLst>
              <a:path w="82" h="7">
                <a:moveTo>
                  <a:pt x="0" y="7"/>
                </a:moveTo>
                <a:lnTo>
                  <a:pt x="82" y="0"/>
                </a:lnTo>
                <a:lnTo>
                  <a:pt x="82" y="1"/>
                </a:lnTo>
                <a:lnTo>
                  <a:pt x="8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2" name=""/>
          <p:cNvSpPr/>
          <p:nvPr/>
        </p:nvSpPr>
        <p:spPr>
          <a:xfrm>
            <a:off x="4289400" y="3381120"/>
            <a:ext cx="26640" cy="2160"/>
          </a:xfrm>
          <a:custGeom>
            <a:avLst/>
            <a:gdLst/>
            <a:ahLst/>
            <a:rect l="0" t="0" r="r" b="b"/>
            <a:pathLst>
              <a:path w="74" h="6">
                <a:moveTo>
                  <a:pt x="0" y="6"/>
                </a:moveTo>
                <a:lnTo>
                  <a:pt x="74" y="0"/>
                </a:lnTo>
                <a:lnTo>
                  <a:pt x="8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3" name=""/>
          <p:cNvSpPr/>
          <p:nvPr/>
        </p:nvSpPr>
        <p:spPr>
          <a:xfrm>
            <a:off x="4292280" y="3381120"/>
            <a:ext cx="23760" cy="2160"/>
          </a:xfrm>
          <a:custGeom>
            <a:avLst/>
            <a:gdLst/>
            <a:ahLst/>
            <a:rect l="0" t="0" r="r" b="b"/>
            <a:pathLst>
              <a:path w="66" h="6">
                <a:moveTo>
                  <a:pt x="0" y="6"/>
                </a:moveTo>
                <a:lnTo>
                  <a:pt x="66" y="0"/>
                </a:lnTo>
                <a:lnTo>
                  <a:pt x="66" y="2"/>
                </a:lnTo>
                <a:lnTo>
                  <a:pt x="9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4" name=""/>
          <p:cNvSpPr/>
          <p:nvPr/>
        </p:nvSpPr>
        <p:spPr>
          <a:xfrm>
            <a:off x="4295160" y="3381480"/>
            <a:ext cx="20880" cy="1800"/>
          </a:xfrm>
          <a:custGeom>
            <a:avLst/>
            <a:gdLst/>
            <a:ahLst/>
            <a:rect l="0" t="0" r="r" b="b"/>
            <a:pathLst>
              <a:path w="58" h="5">
                <a:moveTo>
                  <a:pt x="0" y="5"/>
                </a:moveTo>
                <a:lnTo>
                  <a:pt x="58" y="0"/>
                </a:lnTo>
                <a:lnTo>
                  <a:pt x="58" y="2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5" name=""/>
          <p:cNvSpPr/>
          <p:nvPr/>
        </p:nvSpPr>
        <p:spPr>
          <a:xfrm>
            <a:off x="4298040" y="3381840"/>
            <a:ext cx="18000" cy="1440"/>
          </a:xfrm>
          <a:custGeom>
            <a:avLst/>
            <a:gdLst/>
            <a:ahLst/>
            <a:rect l="0" t="0" r="r" b="b"/>
            <a:pathLst>
              <a:path w="50" h="4">
                <a:moveTo>
                  <a:pt x="0" y="4"/>
                </a:moveTo>
                <a:lnTo>
                  <a:pt x="50" y="0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6" name=""/>
          <p:cNvSpPr/>
          <p:nvPr/>
        </p:nvSpPr>
        <p:spPr>
          <a:xfrm>
            <a:off x="4300920" y="3381840"/>
            <a:ext cx="15120" cy="1440"/>
          </a:xfrm>
          <a:custGeom>
            <a:avLst/>
            <a:gdLst/>
            <a:ahLst/>
            <a:rect l="0" t="0" r="r" b="b"/>
            <a:pathLst>
              <a:path w="42" h="4">
                <a:moveTo>
                  <a:pt x="0" y="4"/>
                </a:moveTo>
                <a:lnTo>
                  <a:pt x="42" y="0"/>
                </a:lnTo>
                <a:lnTo>
                  <a:pt x="42" y="2"/>
                </a:lnTo>
                <a:lnTo>
                  <a:pt x="9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7" name=""/>
          <p:cNvSpPr/>
          <p:nvPr/>
        </p:nvSpPr>
        <p:spPr>
          <a:xfrm>
            <a:off x="4304160" y="3382200"/>
            <a:ext cx="11880" cy="1080"/>
          </a:xfrm>
          <a:custGeom>
            <a:avLst/>
            <a:gdLst/>
            <a:ahLst/>
            <a:rect l="0" t="0" r="r" b="b"/>
            <a:pathLst>
              <a:path w="33" h="3">
                <a:moveTo>
                  <a:pt x="0" y="3"/>
                </a:moveTo>
                <a:lnTo>
                  <a:pt x="33" y="0"/>
                </a:lnTo>
                <a:lnTo>
                  <a:pt x="33" y="1"/>
                </a:lnTo>
                <a:lnTo>
                  <a:pt x="8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8" name=""/>
          <p:cNvSpPr/>
          <p:nvPr/>
        </p:nvSpPr>
        <p:spPr>
          <a:xfrm>
            <a:off x="4307040" y="3382560"/>
            <a:ext cx="9000" cy="720"/>
          </a:xfrm>
          <a:custGeom>
            <a:avLst/>
            <a:gdLst/>
            <a:ahLst/>
            <a:rect l="0" t="0" r="r" b="b"/>
            <a:pathLst>
              <a:path w="25" h="2">
                <a:moveTo>
                  <a:pt x="0" y="2"/>
                </a:moveTo>
                <a:lnTo>
                  <a:pt x="25" y="0"/>
                </a:lnTo>
                <a:lnTo>
                  <a:pt x="8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69" name=""/>
          <p:cNvSpPr/>
          <p:nvPr/>
        </p:nvSpPr>
        <p:spPr>
          <a:xfrm>
            <a:off x="4309920" y="3382560"/>
            <a:ext cx="6120" cy="720"/>
          </a:xfrm>
          <a:custGeom>
            <a:avLst/>
            <a:gdLst/>
            <a:ahLst/>
            <a:rect l="0" t="0" r="r" b="b"/>
            <a:pathLst>
              <a:path w="17" h="2">
                <a:moveTo>
                  <a:pt x="0" y="2"/>
                </a:moveTo>
                <a:lnTo>
                  <a:pt x="17" y="0"/>
                </a:lnTo>
                <a:lnTo>
                  <a:pt x="17" y="2"/>
                </a:lnTo>
                <a:lnTo>
                  <a:pt x="9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70" name=""/>
          <p:cNvSpPr/>
          <p:nvPr/>
        </p:nvSpPr>
        <p:spPr>
          <a:xfrm>
            <a:off x="4312800" y="3382920"/>
            <a:ext cx="2880" cy="0"/>
          </a:xfrm>
          <a:custGeom>
            <a:avLst/>
            <a:gdLst/>
            <a:ahLst/>
            <a:rect l="0" t="0" r="r" b="b"/>
            <a:pathLst>
              <a:path w="8" h="0">
                <a:moveTo>
                  <a:pt x="0" y="0"/>
                </a:moveTo>
                <a:lnTo>
                  <a:pt x="8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271" name=""/>
          <p:cNvSpPr/>
          <p:nvPr/>
        </p:nvSpPr>
        <p:spPr>
          <a:xfrm>
            <a:off x="3940920" y="3352680"/>
            <a:ext cx="375120" cy="30600"/>
          </a:xfrm>
          <a:custGeom>
            <a:avLst/>
            <a:gdLst/>
            <a:ahLst/>
            <a:rect l="0" t="0" r="r" b="b"/>
            <a:pathLst>
              <a:path w="1042" h="85">
                <a:moveTo>
                  <a:pt x="0" y="85"/>
                </a:moveTo>
                <a:lnTo>
                  <a:pt x="1042" y="85"/>
                </a:lnTo>
                <a:lnTo>
                  <a:pt x="1042" y="0"/>
                </a:lnTo>
                <a:lnTo>
                  <a:pt x="0" y="0"/>
                </a:lnTo>
                <a:lnTo>
                  <a:pt x="0" y="8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72" name=""/>
          <p:cNvSpPr/>
          <p:nvPr/>
        </p:nvSpPr>
        <p:spPr>
          <a:xfrm>
            <a:off x="3988080" y="3383280"/>
            <a:ext cx="9000" cy="1440"/>
          </a:xfrm>
          <a:custGeom>
            <a:avLst/>
            <a:gdLst/>
            <a:ahLst/>
            <a:rect l="0" t="0" r="r" b="b"/>
            <a:pathLst>
              <a:path w="25" h="4">
                <a:moveTo>
                  <a:pt x="0" y="0"/>
                </a:moveTo>
                <a:lnTo>
                  <a:pt x="25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73" name=""/>
          <p:cNvSpPr/>
          <p:nvPr/>
        </p:nvSpPr>
        <p:spPr>
          <a:xfrm>
            <a:off x="3988080" y="3383280"/>
            <a:ext cx="13320" cy="2520"/>
          </a:xfrm>
          <a:custGeom>
            <a:avLst/>
            <a:gdLst/>
            <a:ahLst/>
            <a:rect l="0" t="0" r="r" b="b"/>
            <a:pathLst>
              <a:path w="37" h="7">
                <a:moveTo>
                  <a:pt x="0" y="4"/>
                </a:moveTo>
                <a:lnTo>
                  <a:pt x="24" y="0"/>
                </a:lnTo>
                <a:lnTo>
                  <a:pt x="37" y="0"/>
                </a:lnTo>
                <a:lnTo>
                  <a:pt x="0" y="7"/>
                </a:lnTo>
                <a:lnTo>
                  <a:pt x="0" y="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74" name=""/>
          <p:cNvSpPr/>
          <p:nvPr/>
        </p:nvSpPr>
        <p:spPr>
          <a:xfrm>
            <a:off x="3988080" y="3383280"/>
            <a:ext cx="15480" cy="2520"/>
          </a:xfrm>
          <a:custGeom>
            <a:avLst/>
            <a:gdLst/>
            <a:ahLst/>
            <a:rect l="0" t="0" r="r" b="b"/>
            <a:pathLst>
              <a:path w="43" h="7">
                <a:moveTo>
                  <a:pt x="0" y="7"/>
                </a:moveTo>
                <a:lnTo>
                  <a:pt x="37" y="0"/>
                </a:lnTo>
                <a:lnTo>
                  <a:pt x="43" y="0"/>
                </a:lnTo>
                <a:lnTo>
                  <a:pt x="0" y="7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75" name=""/>
          <p:cNvSpPr/>
          <p:nvPr/>
        </p:nvSpPr>
        <p:spPr>
          <a:xfrm>
            <a:off x="3988080" y="3383280"/>
            <a:ext cx="17640" cy="2880"/>
          </a:xfrm>
          <a:custGeom>
            <a:avLst/>
            <a:gdLst/>
            <a:ahLst/>
            <a:rect l="0" t="0" r="r" b="b"/>
            <a:pathLst>
              <a:path w="49" h="8">
                <a:moveTo>
                  <a:pt x="0" y="6"/>
                </a:moveTo>
                <a:lnTo>
                  <a:pt x="43" y="0"/>
                </a:lnTo>
                <a:lnTo>
                  <a:pt x="49" y="0"/>
                </a:lnTo>
                <a:lnTo>
                  <a:pt x="0" y="8"/>
                </a:lnTo>
                <a:lnTo>
                  <a:pt x="0" y="6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76" name=""/>
          <p:cNvSpPr/>
          <p:nvPr/>
        </p:nvSpPr>
        <p:spPr>
          <a:xfrm>
            <a:off x="3988080" y="3383280"/>
            <a:ext cx="21960" cy="2880"/>
          </a:xfrm>
          <a:custGeom>
            <a:avLst/>
            <a:gdLst/>
            <a:ahLst/>
            <a:rect l="0" t="0" r="r" b="b"/>
            <a:pathLst>
              <a:path w="61" h="8">
                <a:moveTo>
                  <a:pt x="0" y="7"/>
                </a:moveTo>
                <a:lnTo>
                  <a:pt x="48" y="0"/>
                </a:lnTo>
                <a:lnTo>
                  <a:pt x="61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77" name=""/>
          <p:cNvSpPr/>
          <p:nvPr/>
        </p:nvSpPr>
        <p:spPr>
          <a:xfrm>
            <a:off x="3988080" y="3383280"/>
            <a:ext cx="24120" cy="3600"/>
          </a:xfrm>
          <a:custGeom>
            <a:avLst/>
            <a:gdLst/>
            <a:ahLst/>
            <a:rect l="0" t="0" r="r" b="b"/>
            <a:pathLst>
              <a:path w="67" h="10">
                <a:moveTo>
                  <a:pt x="0" y="8"/>
                </a:moveTo>
                <a:lnTo>
                  <a:pt x="61" y="0"/>
                </a:lnTo>
                <a:lnTo>
                  <a:pt x="67" y="0"/>
                </a:lnTo>
                <a:lnTo>
                  <a:pt x="0" y="10"/>
                </a:lnTo>
                <a:lnTo>
                  <a:pt x="0" y="8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78" name=""/>
          <p:cNvSpPr/>
          <p:nvPr/>
        </p:nvSpPr>
        <p:spPr>
          <a:xfrm>
            <a:off x="3988080" y="3383280"/>
            <a:ext cx="26640" cy="3600"/>
          </a:xfrm>
          <a:custGeom>
            <a:avLst/>
            <a:gdLst/>
            <a:ahLst/>
            <a:rect l="0" t="0" r="r" b="b"/>
            <a:pathLst>
              <a:path w="74" h="10">
                <a:moveTo>
                  <a:pt x="0" y="9"/>
                </a:moveTo>
                <a:lnTo>
                  <a:pt x="67" y="0"/>
                </a:lnTo>
                <a:lnTo>
                  <a:pt x="74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79" name=""/>
          <p:cNvSpPr/>
          <p:nvPr/>
        </p:nvSpPr>
        <p:spPr>
          <a:xfrm>
            <a:off x="3988080" y="3383280"/>
            <a:ext cx="30960" cy="3960"/>
          </a:xfrm>
          <a:custGeom>
            <a:avLst/>
            <a:gdLst/>
            <a:ahLst/>
            <a:rect l="0" t="0" r="r" b="b"/>
            <a:pathLst>
              <a:path w="86" h="11">
                <a:moveTo>
                  <a:pt x="0" y="10"/>
                </a:moveTo>
                <a:lnTo>
                  <a:pt x="74" y="0"/>
                </a:lnTo>
                <a:lnTo>
                  <a:pt x="86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0" name=""/>
          <p:cNvSpPr/>
          <p:nvPr/>
        </p:nvSpPr>
        <p:spPr>
          <a:xfrm>
            <a:off x="3988080" y="3383280"/>
            <a:ext cx="33120" cy="4320"/>
          </a:xfrm>
          <a:custGeom>
            <a:avLst/>
            <a:gdLst/>
            <a:ahLst/>
            <a:rect l="0" t="0" r="r" b="b"/>
            <a:pathLst>
              <a:path w="92" h="12">
                <a:moveTo>
                  <a:pt x="0" y="11"/>
                </a:moveTo>
                <a:lnTo>
                  <a:pt x="86" y="0"/>
                </a:lnTo>
                <a:lnTo>
                  <a:pt x="92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1" name=""/>
          <p:cNvSpPr/>
          <p:nvPr/>
        </p:nvSpPr>
        <p:spPr>
          <a:xfrm>
            <a:off x="3988080" y="3383280"/>
            <a:ext cx="35280" cy="4680"/>
          </a:xfrm>
          <a:custGeom>
            <a:avLst/>
            <a:gdLst/>
            <a:ahLst/>
            <a:rect l="0" t="0" r="r" b="b"/>
            <a:pathLst>
              <a:path w="98" h="13">
                <a:moveTo>
                  <a:pt x="0" y="12"/>
                </a:moveTo>
                <a:lnTo>
                  <a:pt x="92" y="0"/>
                </a:lnTo>
                <a:lnTo>
                  <a:pt x="98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2" name=""/>
          <p:cNvSpPr/>
          <p:nvPr/>
        </p:nvSpPr>
        <p:spPr>
          <a:xfrm>
            <a:off x="3988080" y="3383280"/>
            <a:ext cx="43920" cy="5400"/>
          </a:xfrm>
          <a:custGeom>
            <a:avLst/>
            <a:gdLst/>
            <a:ahLst/>
            <a:rect l="0" t="0" r="r" b="b"/>
            <a:pathLst>
              <a:path w="122" h="15">
                <a:moveTo>
                  <a:pt x="0" y="13"/>
                </a:moveTo>
                <a:lnTo>
                  <a:pt x="98" y="0"/>
                </a:lnTo>
                <a:lnTo>
                  <a:pt x="122" y="0"/>
                </a:lnTo>
                <a:lnTo>
                  <a:pt x="0" y="15"/>
                </a:lnTo>
                <a:lnTo>
                  <a:pt x="0" y="13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3" name=""/>
          <p:cNvSpPr/>
          <p:nvPr/>
        </p:nvSpPr>
        <p:spPr>
          <a:xfrm>
            <a:off x="3988080" y="3383280"/>
            <a:ext cx="48240" cy="6480"/>
          </a:xfrm>
          <a:custGeom>
            <a:avLst/>
            <a:gdLst/>
            <a:ahLst/>
            <a:rect l="0" t="0" r="r" b="b"/>
            <a:pathLst>
              <a:path w="134" h="18">
                <a:moveTo>
                  <a:pt x="0" y="15"/>
                </a:moveTo>
                <a:lnTo>
                  <a:pt x="122" y="0"/>
                </a:lnTo>
                <a:lnTo>
                  <a:pt x="134" y="0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4" name=""/>
          <p:cNvSpPr/>
          <p:nvPr/>
        </p:nvSpPr>
        <p:spPr>
          <a:xfrm>
            <a:off x="3988080" y="3383280"/>
            <a:ext cx="50400" cy="6480"/>
          </a:xfrm>
          <a:custGeom>
            <a:avLst/>
            <a:gdLst/>
            <a:ahLst/>
            <a:rect l="0" t="0" r="r" b="b"/>
            <a:pathLst>
              <a:path w="140" h="18">
                <a:moveTo>
                  <a:pt x="0" y="17"/>
                </a:moveTo>
                <a:lnTo>
                  <a:pt x="134" y="0"/>
                </a:lnTo>
                <a:lnTo>
                  <a:pt x="140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5" name=""/>
          <p:cNvSpPr/>
          <p:nvPr/>
        </p:nvSpPr>
        <p:spPr>
          <a:xfrm>
            <a:off x="3988080" y="3383280"/>
            <a:ext cx="52560" cy="6480"/>
          </a:xfrm>
          <a:custGeom>
            <a:avLst/>
            <a:gdLst/>
            <a:ahLst/>
            <a:rect l="0" t="0" r="r" b="b"/>
            <a:pathLst>
              <a:path w="146" h="18">
                <a:moveTo>
                  <a:pt x="0" y="18"/>
                </a:moveTo>
                <a:lnTo>
                  <a:pt x="140" y="0"/>
                </a:lnTo>
                <a:lnTo>
                  <a:pt x="146" y="0"/>
                </a:lnTo>
                <a:lnTo>
                  <a:pt x="0" y="18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6" name=""/>
          <p:cNvSpPr/>
          <p:nvPr/>
        </p:nvSpPr>
        <p:spPr>
          <a:xfrm>
            <a:off x="3988080" y="3383280"/>
            <a:ext cx="61200" cy="7560"/>
          </a:xfrm>
          <a:custGeom>
            <a:avLst/>
            <a:gdLst/>
            <a:ahLst/>
            <a:rect l="0" t="0" r="r" b="b"/>
            <a:pathLst>
              <a:path w="170" h="21">
                <a:moveTo>
                  <a:pt x="0" y="17"/>
                </a:moveTo>
                <a:lnTo>
                  <a:pt x="146" y="0"/>
                </a:lnTo>
                <a:lnTo>
                  <a:pt x="170" y="0"/>
                </a:lnTo>
                <a:lnTo>
                  <a:pt x="0" y="21"/>
                </a:lnTo>
                <a:lnTo>
                  <a:pt x="0" y="17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7" name=""/>
          <p:cNvSpPr/>
          <p:nvPr/>
        </p:nvSpPr>
        <p:spPr>
          <a:xfrm>
            <a:off x="3988080" y="3383280"/>
            <a:ext cx="69840" cy="8640"/>
          </a:xfrm>
          <a:custGeom>
            <a:avLst/>
            <a:gdLst/>
            <a:ahLst/>
            <a:rect l="0" t="0" r="r" b="b"/>
            <a:pathLst>
              <a:path w="194" h="24">
                <a:moveTo>
                  <a:pt x="0" y="21"/>
                </a:moveTo>
                <a:lnTo>
                  <a:pt x="170" y="0"/>
                </a:lnTo>
                <a:lnTo>
                  <a:pt x="194" y="0"/>
                </a:lnTo>
                <a:lnTo>
                  <a:pt x="0" y="24"/>
                </a:lnTo>
                <a:lnTo>
                  <a:pt x="0" y="21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8" name=""/>
          <p:cNvSpPr/>
          <p:nvPr/>
        </p:nvSpPr>
        <p:spPr>
          <a:xfrm>
            <a:off x="3988080" y="3383280"/>
            <a:ext cx="72000" cy="9000"/>
          </a:xfrm>
          <a:custGeom>
            <a:avLst/>
            <a:gdLst/>
            <a:ahLst/>
            <a:rect l="0" t="0" r="r" b="b"/>
            <a:pathLst>
              <a:path w="200" h="25">
                <a:moveTo>
                  <a:pt x="0" y="24"/>
                </a:moveTo>
                <a:lnTo>
                  <a:pt x="194" y="0"/>
                </a:lnTo>
                <a:lnTo>
                  <a:pt x="200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89" name=""/>
          <p:cNvSpPr/>
          <p:nvPr/>
        </p:nvSpPr>
        <p:spPr>
          <a:xfrm>
            <a:off x="3988080" y="3383280"/>
            <a:ext cx="74160" cy="9000"/>
          </a:xfrm>
          <a:custGeom>
            <a:avLst/>
            <a:gdLst/>
            <a:ahLst/>
            <a:rect l="0" t="0" r="r" b="b"/>
            <a:pathLst>
              <a:path w="206" h="25">
                <a:moveTo>
                  <a:pt x="0" y="25"/>
                </a:moveTo>
                <a:lnTo>
                  <a:pt x="200" y="0"/>
                </a:lnTo>
                <a:lnTo>
                  <a:pt x="206" y="0"/>
                </a:lnTo>
                <a:lnTo>
                  <a:pt x="0" y="25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0" name=""/>
          <p:cNvSpPr/>
          <p:nvPr/>
        </p:nvSpPr>
        <p:spPr>
          <a:xfrm>
            <a:off x="3988080" y="3383280"/>
            <a:ext cx="78480" cy="9720"/>
          </a:xfrm>
          <a:custGeom>
            <a:avLst/>
            <a:gdLst/>
            <a:ahLst/>
            <a:rect l="0" t="0" r="r" b="b"/>
            <a:pathLst>
              <a:path w="218" h="27">
                <a:moveTo>
                  <a:pt x="0" y="25"/>
                </a:moveTo>
                <a:lnTo>
                  <a:pt x="206" y="0"/>
                </a:lnTo>
                <a:lnTo>
                  <a:pt x="218" y="0"/>
                </a:lnTo>
                <a:lnTo>
                  <a:pt x="0" y="27"/>
                </a:lnTo>
                <a:lnTo>
                  <a:pt x="0" y="25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1" name=""/>
          <p:cNvSpPr/>
          <p:nvPr/>
        </p:nvSpPr>
        <p:spPr>
          <a:xfrm>
            <a:off x="3988080" y="3383280"/>
            <a:ext cx="80640" cy="9720"/>
          </a:xfrm>
          <a:custGeom>
            <a:avLst/>
            <a:gdLst/>
            <a:ahLst/>
            <a:rect l="0" t="0" r="r" b="b"/>
            <a:pathLst>
              <a:path w="224" h="27">
                <a:moveTo>
                  <a:pt x="0" y="27"/>
                </a:moveTo>
                <a:lnTo>
                  <a:pt x="218" y="0"/>
                </a:lnTo>
                <a:lnTo>
                  <a:pt x="224" y="0"/>
                </a:lnTo>
                <a:lnTo>
                  <a:pt x="0" y="27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2" name=""/>
          <p:cNvSpPr/>
          <p:nvPr/>
        </p:nvSpPr>
        <p:spPr>
          <a:xfrm>
            <a:off x="3988080" y="3383280"/>
            <a:ext cx="82800" cy="10080"/>
          </a:xfrm>
          <a:custGeom>
            <a:avLst/>
            <a:gdLst/>
            <a:ahLst/>
            <a:rect l="0" t="0" r="r" b="b"/>
            <a:pathLst>
              <a:path w="230" h="28">
                <a:moveTo>
                  <a:pt x="0" y="27"/>
                </a:moveTo>
                <a:lnTo>
                  <a:pt x="224" y="0"/>
                </a:lnTo>
                <a:lnTo>
                  <a:pt x="230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3" name=""/>
          <p:cNvSpPr/>
          <p:nvPr/>
        </p:nvSpPr>
        <p:spPr>
          <a:xfrm>
            <a:off x="3988080" y="3383280"/>
            <a:ext cx="87120" cy="10440"/>
          </a:xfrm>
          <a:custGeom>
            <a:avLst/>
            <a:gdLst/>
            <a:ahLst/>
            <a:rect l="0" t="0" r="r" b="b"/>
            <a:pathLst>
              <a:path w="242" h="29">
                <a:moveTo>
                  <a:pt x="0" y="28"/>
                </a:moveTo>
                <a:lnTo>
                  <a:pt x="230" y="0"/>
                </a:lnTo>
                <a:lnTo>
                  <a:pt x="242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4" name=""/>
          <p:cNvSpPr/>
          <p:nvPr/>
        </p:nvSpPr>
        <p:spPr>
          <a:xfrm>
            <a:off x="3988080" y="3383280"/>
            <a:ext cx="89280" cy="10800"/>
          </a:xfrm>
          <a:custGeom>
            <a:avLst/>
            <a:gdLst/>
            <a:ahLst/>
            <a:rect l="0" t="0" r="r" b="b"/>
            <a:pathLst>
              <a:path w="248" h="30">
                <a:moveTo>
                  <a:pt x="0" y="29"/>
                </a:moveTo>
                <a:lnTo>
                  <a:pt x="242" y="0"/>
                </a:lnTo>
                <a:lnTo>
                  <a:pt x="248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5" name=""/>
          <p:cNvSpPr/>
          <p:nvPr/>
        </p:nvSpPr>
        <p:spPr>
          <a:xfrm>
            <a:off x="3988080" y="3383280"/>
            <a:ext cx="91440" cy="11160"/>
          </a:xfrm>
          <a:custGeom>
            <a:avLst/>
            <a:gdLst/>
            <a:ahLst/>
            <a:rect l="0" t="0" r="r" b="b"/>
            <a:pathLst>
              <a:path w="254" h="31">
                <a:moveTo>
                  <a:pt x="0" y="30"/>
                </a:moveTo>
                <a:lnTo>
                  <a:pt x="248" y="0"/>
                </a:lnTo>
                <a:lnTo>
                  <a:pt x="254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6" name=""/>
          <p:cNvSpPr/>
          <p:nvPr/>
        </p:nvSpPr>
        <p:spPr>
          <a:xfrm>
            <a:off x="3988080" y="3383280"/>
            <a:ext cx="95760" cy="11520"/>
          </a:xfrm>
          <a:custGeom>
            <a:avLst/>
            <a:gdLst/>
            <a:ahLst/>
            <a:rect l="0" t="0" r="r" b="b"/>
            <a:pathLst>
              <a:path w="266" h="32">
                <a:moveTo>
                  <a:pt x="0" y="31"/>
                </a:moveTo>
                <a:lnTo>
                  <a:pt x="254" y="0"/>
                </a:lnTo>
                <a:lnTo>
                  <a:pt x="266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7" name=""/>
          <p:cNvSpPr/>
          <p:nvPr/>
        </p:nvSpPr>
        <p:spPr>
          <a:xfrm>
            <a:off x="3988080" y="3383280"/>
            <a:ext cx="100440" cy="12240"/>
          </a:xfrm>
          <a:custGeom>
            <a:avLst/>
            <a:gdLst/>
            <a:ahLst/>
            <a:rect l="0" t="0" r="r" b="b"/>
            <a:pathLst>
              <a:path w="279" h="34">
                <a:moveTo>
                  <a:pt x="0" y="32"/>
                </a:moveTo>
                <a:lnTo>
                  <a:pt x="266" y="0"/>
                </a:lnTo>
                <a:lnTo>
                  <a:pt x="279" y="0"/>
                </a:lnTo>
                <a:lnTo>
                  <a:pt x="0" y="34"/>
                </a:lnTo>
                <a:lnTo>
                  <a:pt x="0" y="3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8" name=""/>
          <p:cNvSpPr/>
          <p:nvPr/>
        </p:nvSpPr>
        <p:spPr>
          <a:xfrm>
            <a:off x="3988080" y="3383280"/>
            <a:ext cx="102600" cy="12240"/>
          </a:xfrm>
          <a:custGeom>
            <a:avLst/>
            <a:gdLst/>
            <a:ahLst/>
            <a:rect l="0" t="0" r="r" b="b"/>
            <a:pathLst>
              <a:path w="285" h="34">
                <a:moveTo>
                  <a:pt x="0" y="34"/>
                </a:moveTo>
                <a:lnTo>
                  <a:pt x="279" y="0"/>
                </a:lnTo>
                <a:lnTo>
                  <a:pt x="285" y="0"/>
                </a:lnTo>
                <a:lnTo>
                  <a:pt x="0" y="3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299" name=""/>
          <p:cNvSpPr/>
          <p:nvPr/>
        </p:nvSpPr>
        <p:spPr>
          <a:xfrm>
            <a:off x="3988080" y="3383280"/>
            <a:ext cx="104760" cy="12600"/>
          </a:xfrm>
          <a:custGeom>
            <a:avLst/>
            <a:gdLst/>
            <a:ahLst/>
            <a:rect l="0" t="0" r="r" b="b"/>
            <a:pathLst>
              <a:path w="291" h="35">
                <a:moveTo>
                  <a:pt x="0" y="34"/>
                </a:moveTo>
                <a:lnTo>
                  <a:pt x="285" y="0"/>
                </a:lnTo>
                <a:lnTo>
                  <a:pt x="291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0" name=""/>
          <p:cNvSpPr/>
          <p:nvPr/>
        </p:nvSpPr>
        <p:spPr>
          <a:xfrm>
            <a:off x="3988080" y="3383280"/>
            <a:ext cx="109080" cy="12960"/>
          </a:xfrm>
          <a:custGeom>
            <a:avLst/>
            <a:gdLst/>
            <a:ahLst/>
            <a:rect l="0" t="0" r="r" b="b"/>
            <a:pathLst>
              <a:path w="303" h="36">
                <a:moveTo>
                  <a:pt x="0" y="35"/>
                </a:moveTo>
                <a:lnTo>
                  <a:pt x="291" y="0"/>
                </a:lnTo>
                <a:lnTo>
                  <a:pt x="303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1" name=""/>
          <p:cNvSpPr/>
          <p:nvPr/>
        </p:nvSpPr>
        <p:spPr>
          <a:xfrm>
            <a:off x="3988080" y="3383280"/>
            <a:ext cx="113400" cy="13680"/>
          </a:xfrm>
          <a:custGeom>
            <a:avLst/>
            <a:gdLst/>
            <a:ahLst/>
            <a:rect l="0" t="0" r="r" b="b"/>
            <a:pathLst>
              <a:path w="315" h="38">
                <a:moveTo>
                  <a:pt x="0" y="36"/>
                </a:moveTo>
                <a:lnTo>
                  <a:pt x="303" y="0"/>
                </a:lnTo>
                <a:lnTo>
                  <a:pt x="315" y="0"/>
                </a:lnTo>
                <a:lnTo>
                  <a:pt x="0" y="38"/>
                </a:lnTo>
                <a:lnTo>
                  <a:pt x="0" y="3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2" name=""/>
          <p:cNvSpPr/>
          <p:nvPr/>
        </p:nvSpPr>
        <p:spPr>
          <a:xfrm>
            <a:off x="3988080" y="3383280"/>
            <a:ext cx="115560" cy="13680"/>
          </a:xfrm>
          <a:custGeom>
            <a:avLst/>
            <a:gdLst/>
            <a:ahLst/>
            <a:rect l="0" t="0" r="r" b="b"/>
            <a:pathLst>
              <a:path w="321" h="38">
                <a:moveTo>
                  <a:pt x="0" y="38"/>
                </a:moveTo>
                <a:lnTo>
                  <a:pt x="315" y="0"/>
                </a:lnTo>
                <a:lnTo>
                  <a:pt x="321" y="0"/>
                </a:lnTo>
                <a:lnTo>
                  <a:pt x="0" y="3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3" name=""/>
          <p:cNvSpPr/>
          <p:nvPr/>
        </p:nvSpPr>
        <p:spPr>
          <a:xfrm>
            <a:off x="3988080" y="3383280"/>
            <a:ext cx="117720" cy="14040"/>
          </a:xfrm>
          <a:custGeom>
            <a:avLst/>
            <a:gdLst/>
            <a:ahLst/>
            <a:rect l="0" t="0" r="r" b="b"/>
            <a:pathLst>
              <a:path w="327" h="39">
                <a:moveTo>
                  <a:pt x="0" y="38"/>
                </a:moveTo>
                <a:lnTo>
                  <a:pt x="321" y="0"/>
                </a:lnTo>
                <a:lnTo>
                  <a:pt x="327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4" name=""/>
          <p:cNvSpPr/>
          <p:nvPr/>
        </p:nvSpPr>
        <p:spPr>
          <a:xfrm>
            <a:off x="3988080" y="3383280"/>
            <a:ext cx="122040" cy="14760"/>
          </a:xfrm>
          <a:custGeom>
            <a:avLst/>
            <a:gdLst/>
            <a:ahLst/>
            <a:rect l="0" t="0" r="r" b="b"/>
            <a:pathLst>
              <a:path w="339" h="41">
                <a:moveTo>
                  <a:pt x="0" y="39"/>
                </a:moveTo>
                <a:lnTo>
                  <a:pt x="327" y="0"/>
                </a:lnTo>
                <a:lnTo>
                  <a:pt x="339" y="0"/>
                </a:lnTo>
                <a:lnTo>
                  <a:pt x="0" y="41"/>
                </a:lnTo>
                <a:lnTo>
                  <a:pt x="0" y="39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5" name=""/>
          <p:cNvSpPr/>
          <p:nvPr/>
        </p:nvSpPr>
        <p:spPr>
          <a:xfrm>
            <a:off x="3988080" y="3383280"/>
            <a:ext cx="124200" cy="14760"/>
          </a:xfrm>
          <a:custGeom>
            <a:avLst/>
            <a:gdLst/>
            <a:ahLst/>
            <a:rect l="0" t="0" r="r" b="b"/>
            <a:pathLst>
              <a:path w="345" h="41">
                <a:moveTo>
                  <a:pt x="0" y="41"/>
                </a:moveTo>
                <a:lnTo>
                  <a:pt x="339" y="0"/>
                </a:lnTo>
                <a:lnTo>
                  <a:pt x="345" y="0"/>
                </a:lnTo>
                <a:lnTo>
                  <a:pt x="0" y="41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6" name=""/>
          <p:cNvSpPr/>
          <p:nvPr/>
        </p:nvSpPr>
        <p:spPr>
          <a:xfrm>
            <a:off x="3988080" y="3383280"/>
            <a:ext cx="126360" cy="15120"/>
          </a:xfrm>
          <a:custGeom>
            <a:avLst/>
            <a:gdLst/>
            <a:ahLst/>
            <a:rect l="0" t="0" r="r" b="b"/>
            <a:pathLst>
              <a:path w="351" h="42">
                <a:moveTo>
                  <a:pt x="0" y="41"/>
                </a:moveTo>
                <a:lnTo>
                  <a:pt x="345" y="0"/>
                </a:lnTo>
                <a:lnTo>
                  <a:pt x="351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7" name=""/>
          <p:cNvSpPr/>
          <p:nvPr/>
        </p:nvSpPr>
        <p:spPr>
          <a:xfrm>
            <a:off x="3988080" y="3383280"/>
            <a:ext cx="128520" cy="15480"/>
          </a:xfrm>
          <a:custGeom>
            <a:avLst/>
            <a:gdLst/>
            <a:ahLst/>
            <a:rect l="0" t="0" r="r" b="b"/>
            <a:pathLst>
              <a:path w="357" h="43">
                <a:moveTo>
                  <a:pt x="0" y="42"/>
                </a:moveTo>
                <a:lnTo>
                  <a:pt x="351" y="0"/>
                </a:lnTo>
                <a:lnTo>
                  <a:pt x="357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8" name=""/>
          <p:cNvSpPr/>
          <p:nvPr/>
        </p:nvSpPr>
        <p:spPr>
          <a:xfrm>
            <a:off x="3988080" y="3383280"/>
            <a:ext cx="130680" cy="15480"/>
          </a:xfrm>
          <a:custGeom>
            <a:avLst/>
            <a:gdLst/>
            <a:ahLst/>
            <a:rect l="0" t="0" r="r" b="b"/>
            <a:pathLst>
              <a:path w="363" h="43">
                <a:moveTo>
                  <a:pt x="0" y="43"/>
                </a:moveTo>
                <a:lnTo>
                  <a:pt x="357" y="0"/>
                </a:lnTo>
                <a:lnTo>
                  <a:pt x="363" y="0"/>
                </a:lnTo>
                <a:lnTo>
                  <a:pt x="0" y="43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09" name=""/>
          <p:cNvSpPr/>
          <p:nvPr/>
        </p:nvSpPr>
        <p:spPr>
          <a:xfrm>
            <a:off x="3988080" y="3383280"/>
            <a:ext cx="132840" cy="15840"/>
          </a:xfrm>
          <a:custGeom>
            <a:avLst/>
            <a:gdLst/>
            <a:ahLst/>
            <a:rect l="0" t="0" r="r" b="b"/>
            <a:pathLst>
              <a:path w="369" h="44">
                <a:moveTo>
                  <a:pt x="0" y="43"/>
                </a:moveTo>
                <a:lnTo>
                  <a:pt x="363" y="0"/>
                </a:lnTo>
                <a:lnTo>
                  <a:pt x="369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0" name=""/>
          <p:cNvSpPr/>
          <p:nvPr/>
        </p:nvSpPr>
        <p:spPr>
          <a:xfrm>
            <a:off x="3988080" y="3383280"/>
            <a:ext cx="135000" cy="16200"/>
          </a:xfrm>
          <a:custGeom>
            <a:avLst/>
            <a:gdLst/>
            <a:ahLst/>
            <a:rect l="0" t="0" r="r" b="b"/>
            <a:pathLst>
              <a:path w="375" h="45">
                <a:moveTo>
                  <a:pt x="0" y="44"/>
                </a:moveTo>
                <a:lnTo>
                  <a:pt x="369" y="0"/>
                </a:lnTo>
                <a:lnTo>
                  <a:pt x="375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1" name=""/>
          <p:cNvSpPr/>
          <p:nvPr/>
        </p:nvSpPr>
        <p:spPr>
          <a:xfrm>
            <a:off x="3988080" y="3383280"/>
            <a:ext cx="137160" cy="16200"/>
          </a:xfrm>
          <a:custGeom>
            <a:avLst/>
            <a:gdLst/>
            <a:ahLst/>
            <a:rect l="0" t="0" r="r" b="b"/>
            <a:pathLst>
              <a:path w="381" h="45">
                <a:moveTo>
                  <a:pt x="0" y="45"/>
                </a:moveTo>
                <a:lnTo>
                  <a:pt x="375" y="0"/>
                </a:lnTo>
                <a:lnTo>
                  <a:pt x="381" y="0"/>
                </a:lnTo>
                <a:lnTo>
                  <a:pt x="0" y="45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2" name=""/>
          <p:cNvSpPr/>
          <p:nvPr/>
        </p:nvSpPr>
        <p:spPr>
          <a:xfrm>
            <a:off x="3988080" y="3383280"/>
            <a:ext cx="139320" cy="16560"/>
          </a:xfrm>
          <a:custGeom>
            <a:avLst/>
            <a:gdLst/>
            <a:ahLst/>
            <a:rect l="0" t="0" r="r" b="b"/>
            <a:pathLst>
              <a:path w="387" h="46">
                <a:moveTo>
                  <a:pt x="0" y="45"/>
                </a:moveTo>
                <a:lnTo>
                  <a:pt x="381" y="0"/>
                </a:lnTo>
                <a:lnTo>
                  <a:pt x="387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3" name=""/>
          <p:cNvSpPr/>
          <p:nvPr/>
        </p:nvSpPr>
        <p:spPr>
          <a:xfrm>
            <a:off x="3988080" y="3383280"/>
            <a:ext cx="143640" cy="17280"/>
          </a:xfrm>
          <a:custGeom>
            <a:avLst/>
            <a:gdLst/>
            <a:ahLst/>
            <a:rect l="0" t="0" r="r" b="b"/>
            <a:pathLst>
              <a:path w="399" h="48">
                <a:moveTo>
                  <a:pt x="0" y="46"/>
                </a:moveTo>
                <a:lnTo>
                  <a:pt x="387" y="0"/>
                </a:lnTo>
                <a:lnTo>
                  <a:pt x="399" y="0"/>
                </a:lnTo>
                <a:lnTo>
                  <a:pt x="0" y="48"/>
                </a:lnTo>
                <a:lnTo>
                  <a:pt x="0" y="46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4" name=""/>
          <p:cNvSpPr/>
          <p:nvPr/>
        </p:nvSpPr>
        <p:spPr>
          <a:xfrm>
            <a:off x="3988080" y="3383280"/>
            <a:ext cx="145800" cy="17280"/>
          </a:xfrm>
          <a:custGeom>
            <a:avLst/>
            <a:gdLst/>
            <a:ahLst/>
            <a:rect l="0" t="0" r="r" b="b"/>
            <a:pathLst>
              <a:path w="405" h="48">
                <a:moveTo>
                  <a:pt x="0" y="48"/>
                </a:moveTo>
                <a:lnTo>
                  <a:pt x="399" y="0"/>
                </a:lnTo>
                <a:lnTo>
                  <a:pt x="405" y="0"/>
                </a:lnTo>
                <a:lnTo>
                  <a:pt x="0" y="48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5" name=""/>
          <p:cNvSpPr/>
          <p:nvPr/>
        </p:nvSpPr>
        <p:spPr>
          <a:xfrm>
            <a:off x="3988080" y="3383280"/>
            <a:ext cx="147960" cy="17640"/>
          </a:xfrm>
          <a:custGeom>
            <a:avLst/>
            <a:gdLst/>
            <a:ahLst/>
            <a:rect l="0" t="0" r="r" b="b"/>
            <a:pathLst>
              <a:path w="411" h="49">
                <a:moveTo>
                  <a:pt x="0" y="48"/>
                </a:moveTo>
                <a:lnTo>
                  <a:pt x="405" y="0"/>
                </a:lnTo>
                <a:lnTo>
                  <a:pt x="411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6" name=""/>
          <p:cNvSpPr/>
          <p:nvPr/>
        </p:nvSpPr>
        <p:spPr>
          <a:xfrm>
            <a:off x="3988080" y="3383280"/>
            <a:ext cx="150120" cy="18000"/>
          </a:xfrm>
          <a:custGeom>
            <a:avLst/>
            <a:gdLst/>
            <a:ahLst/>
            <a:rect l="0" t="0" r="r" b="b"/>
            <a:pathLst>
              <a:path w="417" h="50">
                <a:moveTo>
                  <a:pt x="0" y="49"/>
                </a:moveTo>
                <a:lnTo>
                  <a:pt x="411" y="0"/>
                </a:lnTo>
                <a:lnTo>
                  <a:pt x="417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7" name=""/>
          <p:cNvSpPr/>
          <p:nvPr/>
        </p:nvSpPr>
        <p:spPr>
          <a:xfrm>
            <a:off x="3988080" y="3383280"/>
            <a:ext cx="152280" cy="18000"/>
          </a:xfrm>
          <a:custGeom>
            <a:avLst/>
            <a:gdLst/>
            <a:ahLst/>
            <a:rect l="0" t="0" r="r" b="b"/>
            <a:pathLst>
              <a:path w="423" h="50">
                <a:moveTo>
                  <a:pt x="0" y="50"/>
                </a:moveTo>
                <a:lnTo>
                  <a:pt x="417" y="0"/>
                </a:lnTo>
                <a:lnTo>
                  <a:pt x="423" y="0"/>
                </a:lnTo>
                <a:lnTo>
                  <a:pt x="0" y="50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8" name=""/>
          <p:cNvSpPr/>
          <p:nvPr/>
        </p:nvSpPr>
        <p:spPr>
          <a:xfrm>
            <a:off x="3988080" y="3383280"/>
            <a:ext cx="154440" cy="18360"/>
          </a:xfrm>
          <a:custGeom>
            <a:avLst/>
            <a:gdLst/>
            <a:ahLst/>
            <a:rect l="0" t="0" r="r" b="b"/>
            <a:pathLst>
              <a:path w="429" h="51">
                <a:moveTo>
                  <a:pt x="0" y="50"/>
                </a:moveTo>
                <a:lnTo>
                  <a:pt x="423" y="0"/>
                </a:lnTo>
                <a:lnTo>
                  <a:pt x="429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19" name=""/>
          <p:cNvSpPr/>
          <p:nvPr/>
        </p:nvSpPr>
        <p:spPr>
          <a:xfrm>
            <a:off x="3988080" y="3383280"/>
            <a:ext cx="156600" cy="18720"/>
          </a:xfrm>
          <a:custGeom>
            <a:avLst/>
            <a:gdLst/>
            <a:ahLst/>
            <a:rect l="0" t="0" r="r" b="b"/>
            <a:pathLst>
              <a:path w="435" h="52">
                <a:moveTo>
                  <a:pt x="0" y="51"/>
                </a:moveTo>
                <a:lnTo>
                  <a:pt x="429" y="0"/>
                </a:lnTo>
                <a:lnTo>
                  <a:pt x="435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0" name=""/>
          <p:cNvSpPr/>
          <p:nvPr/>
        </p:nvSpPr>
        <p:spPr>
          <a:xfrm>
            <a:off x="3988080" y="3383280"/>
            <a:ext cx="158760" cy="18720"/>
          </a:xfrm>
          <a:custGeom>
            <a:avLst/>
            <a:gdLst/>
            <a:ahLst/>
            <a:rect l="0" t="0" r="r" b="b"/>
            <a:pathLst>
              <a:path w="441" h="52">
                <a:moveTo>
                  <a:pt x="0" y="52"/>
                </a:moveTo>
                <a:lnTo>
                  <a:pt x="435" y="0"/>
                </a:lnTo>
                <a:lnTo>
                  <a:pt x="441" y="0"/>
                </a:lnTo>
                <a:lnTo>
                  <a:pt x="0" y="52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1" name=""/>
          <p:cNvSpPr/>
          <p:nvPr/>
        </p:nvSpPr>
        <p:spPr>
          <a:xfrm>
            <a:off x="3988080" y="3383280"/>
            <a:ext cx="160920" cy="19080"/>
          </a:xfrm>
          <a:custGeom>
            <a:avLst/>
            <a:gdLst/>
            <a:ahLst/>
            <a:rect l="0" t="0" r="r" b="b"/>
            <a:pathLst>
              <a:path w="447" h="53">
                <a:moveTo>
                  <a:pt x="0" y="52"/>
                </a:moveTo>
                <a:lnTo>
                  <a:pt x="441" y="0"/>
                </a:lnTo>
                <a:lnTo>
                  <a:pt x="447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2" name=""/>
          <p:cNvSpPr/>
          <p:nvPr/>
        </p:nvSpPr>
        <p:spPr>
          <a:xfrm>
            <a:off x="3988080" y="3383280"/>
            <a:ext cx="163080" cy="19440"/>
          </a:xfrm>
          <a:custGeom>
            <a:avLst/>
            <a:gdLst/>
            <a:ahLst/>
            <a:rect l="0" t="0" r="r" b="b"/>
            <a:pathLst>
              <a:path w="453" h="54">
                <a:moveTo>
                  <a:pt x="0" y="53"/>
                </a:moveTo>
                <a:lnTo>
                  <a:pt x="446" y="0"/>
                </a:lnTo>
                <a:lnTo>
                  <a:pt x="453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3" name=""/>
          <p:cNvSpPr/>
          <p:nvPr/>
        </p:nvSpPr>
        <p:spPr>
          <a:xfrm>
            <a:off x="3988080" y="3383280"/>
            <a:ext cx="165240" cy="19440"/>
          </a:xfrm>
          <a:custGeom>
            <a:avLst/>
            <a:gdLst/>
            <a:ahLst/>
            <a:rect l="0" t="0" r="r" b="b"/>
            <a:pathLst>
              <a:path w="459" h="54">
                <a:moveTo>
                  <a:pt x="0" y="54"/>
                </a:moveTo>
                <a:lnTo>
                  <a:pt x="453" y="0"/>
                </a:lnTo>
                <a:lnTo>
                  <a:pt x="459" y="0"/>
                </a:lnTo>
                <a:lnTo>
                  <a:pt x="0" y="54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4" name=""/>
          <p:cNvSpPr/>
          <p:nvPr/>
        </p:nvSpPr>
        <p:spPr>
          <a:xfrm>
            <a:off x="3988080" y="3383280"/>
            <a:ext cx="167760" cy="19800"/>
          </a:xfrm>
          <a:custGeom>
            <a:avLst/>
            <a:gdLst/>
            <a:ahLst/>
            <a:rect l="0" t="0" r="r" b="b"/>
            <a:pathLst>
              <a:path w="466" h="55">
                <a:moveTo>
                  <a:pt x="0" y="54"/>
                </a:moveTo>
                <a:lnTo>
                  <a:pt x="459" y="0"/>
                </a:lnTo>
                <a:lnTo>
                  <a:pt x="466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5" name=""/>
          <p:cNvSpPr/>
          <p:nvPr/>
        </p:nvSpPr>
        <p:spPr>
          <a:xfrm>
            <a:off x="3988080" y="3383280"/>
            <a:ext cx="169920" cy="20160"/>
          </a:xfrm>
          <a:custGeom>
            <a:avLst/>
            <a:gdLst/>
            <a:ahLst/>
            <a:rect l="0" t="0" r="r" b="b"/>
            <a:pathLst>
              <a:path w="472" h="56">
                <a:moveTo>
                  <a:pt x="0" y="55"/>
                </a:moveTo>
                <a:lnTo>
                  <a:pt x="466" y="0"/>
                </a:lnTo>
                <a:lnTo>
                  <a:pt x="47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6" name=""/>
          <p:cNvSpPr/>
          <p:nvPr/>
        </p:nvSpPr>
        <p:spPr>
          <a:xfrm>
            <a:off x="3988080" y="3383280"/>
            <a:ext cx="172080" cy="20520"/>
          </a:xfrm>
          <a:custGeom>
            <a:avLst/>
            <a:gdLst/>
            <a:ahLst/>
            <a:rect l="0" t="0" r="r" b="b"/>
            <a:pathLst>
              <a:path w="478" h="57">
                <a:moveTo>
                  <a:pt x="0" y="56"/>
                </a:moveTo>
                <a:lnTo>
                  <a:pt x="472" y="0"/>
                </a:lnTo>
                <a:lnTo>
                  <a:pt x="478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7" name=""/>
          <p:cNvSpPr/>
          <p:nvPr/>
        </p:nvSpPr>
        <p:spPr>
          <a:xfrm>
            <a:off x="3988080" y="3383280"/>
            <a:ext cx="174240" cy="20520"/>
          </a:xfrm>
          <a:custGeom>
            <a:avLst/>
            <a:gdLst/>
            <a:ahLst/>
            <a:rect l="0" t="0" r="r" b="b"/>
            <a:pathLst>
              <a:path w="484" h="57">
                <a:moveTo>
                  <a:pt x="0" y="57"/>
                </a:moveTo>
                <a:lnTo>
                  <a:pt x="478" y="0"/>
                </a:lnTo>
                <a:lnTo>
                  <a:pt x="484" y="0"/>
                </a:lnTo>
                <a:lnTo>
                  <a:pt x="0" y="57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8" name=""/>
          <p:cNvSpPr/>
          <p:nvPr/>
        </p:nvSpPr>
        <p:spPr>
          <a:xfrm>
            <a:off x="3988080" y="3383280"/>
            <a:ext cx="176400" cy="20880"/>
          </a:xfrm>
          <a:custGeom>
            <a:avLst/>
            <a:gdLst/>
            <a:ahLst/>
            <a:rect l="0" t="0" r="r" b="b"/>
            <a:pathLst>
              <a:path w="490" h="58">
                <a:moveTo>
                  <a:pt x="0" y="57"/>
                </a:moveTo>
                <a:lnTo>
                  <a:pt x="484" y="0"/>
                </a:lnTo>
                <a:lnTo>
                  <a:pt x="490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29" name=""/>
          <p:cNvSpPr/>
          <p:nvPr/>
        </p:nvSpPr>
        <p:spPr>
          <a:xfrm>
            <a:off x="3988080" y="3383280"/>
            <a:ext cx="178560" cy="21240"/>
          </a:xfrm>
          <a:custGeom>
            <a:avLst/>
            <a:gdLst/>
            <a:ahLst/>
            <a:rect l="0" t="0" r="r" b="b"/>
            <a:pathLst>
              <a:path w="496" h="59">
                <a:moveTo>
                  <a:pt x="0" y="58"/>
                </a:moveTo>
                <a:lnTo>
                  <a:pt x="490" y="0"/>
                </a:lnTo>
                <a:lnTo>
                  <a:pt x="496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0" name=""/>
          <p:cNvSpPr/>
          <p:nvPr/>
        </p:nvSpPr>
        <p:spPr>
          <a:xfrm>
            <a:off x="3988080" y="3383280"/>
            <a:ext cx="180720" cy="21240"/>
          </a:xfrm>
          <a:custGeom>
            <a:avLst/>
            <a:gdLst/>
            <a:ahLst/>
            <a:rect l="0" t="0" r="r" b="b"/>
            <a:pathLst>
              <a:path w="502" h="59">
                <a:moveTo>
                  <a:pt x="0" y="59"/>
                </a:moveTo>
                <a:lnTo>
                  <a:pt x="496" y="0"/>
                </a:lnTo>
                <a:lnTo>
                  <a:pt x="502" y="0"/>
                </a:lnTo>
                <a:lnTo>
                  <a:pt x="0" y="59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1" name=""/>
          <p:cNvSpPr/>
          <p:nvPr/>
        </p:nvSpPr>
        <p:spPr>
          <a:xfrm>
            <a:off x="3988080" y="3383280"/>
            <a:ext cx="182880" cy="21600"/>
          </a:xfrm>
          <a:custGeom>
            <a:avLst/>
            <a:gdLst/>
            <a:ahLst/>
            <a:rect l="0" t="0" r="r" b="b"/>
            <a:pathLst>
              <a:path w="508" h="60">
                <a:moveTo>
                  <a:pt x="0" y="59"/>
                </a:moveTo>
                <a:lnTo>
                  <a:pt x="502" y="0"/>
                </a:lnTo>
                <a:lnTo>
                  <a:pt x="508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2" name=""/>
          <p:cNvSpPr/>
          <p:nvPr/>
        </p:nvSpPr>
        <p:spPr>
          <a:xfrm>
            <a:off x="3988080" y="3383280"/>
            <a:ext cx="185040" cy="21960"/>
          </a:xfrm>
          <a:custGeom>
            <a:avLst/>
            <a:gdLst/>
            <a:ahLst/>
            <a:rect l="0" t="0" r="r" b="b"/>
            <a:pathLst>
              <a:path w="514" h="61">
                <a:moveTo>
                  <a:pt x="0" y="60"/>
                </a:moveTo>
                <a:lnTo>
                  <a:pt x="508" y="0"/>
                </a:lnTo>
                <a:lnTo>
                  <a:pt x="514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3" name=""/>
          <p:cNvSpPr/>
          <p:nvPr/>
        </p:nvSpPr>
        <p:spPr>
          <a:xfrm>
            <a:off x="3988080" y="3383280"/>
            <a:ext cx="187200" cy="21960"/>
          </a:xfrm>
          <a:custGeom>
            <a:avLst/>
            <a:gdLst/>
            <a:ahLst/>
            <a:rect l="0" t="0" r="r" b="b"/>
            <a:pathLst>
              <a:path w="520" h="61">
                <a:moveTo>
                  <a:pt x="0" y="61"/>
                </a:moveTo>
                <a:lnTo>
                  <a:pt x="514" y="0"/>
                </a:lnTo>
                <a:lnTo>
                  <a:pt x="520" y="0"/>
                </a:lnTo>
                <a:lnTo>
                  <a:pt x="0" y="61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4" name=""/>
          <p:cNvSpPr/>
          <p:nvPr/>
        </p:nvSpPr>
        <p:spPr>
          <a:xfrm>
            <a:off x="3988080" y="3383280"/>
            <a:ext cx="189360" cy="22320"/>
          </a:xfrm>
          <a:custGeom>
            <a:avLst/>
            <a:gdLst/>
            <a:ahLst/>
            <a:rect l="0" t="0" r="r" b="b"/>
            <a:pathLst>
              <a:path w="526" h="62">
                <a:moveTo>
                  <a:pt x="0" y="61"/>
                </a:moveTo>
                <a:lnTo>
                  <a:pt x="520" y="0"/>
                </a:lnTo>
                <a:lnTo>
                  <a:pt x="52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5" name=""/>
          <p:cNvSpPr/>
          <p:nvPr/>
        </p:nvSpPr>
        <p:spPr>
          <a:xfrm>
            <a:off x="3988080" y="3383280"/>
            <a:ext cx="191520" cy="22680"/>
          </a:xfrm>
          <a:custGeom>
            <a:avLst/>
            <a:gdLst/>
            <a:ahLst/>
            <a:rect l="0" t="0" r="r" b="b"/>
            <a:pathLst>
              <a:path w="532" h="63">
                <a:moveTo>
                  <a:pt x="0" y="62"/>
                </a:moveTo>
                <a:lnTo>
                  <a:pt x="526" y="0"/>
                </a:lnTo>
                <a:lnTo>
                  <a:pt x="532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6" name=""/>
          <p:cNvSpPr/>
          <p:nvPr/>
        </p:nvSpPr>
        <p:spPr>
          <a:xfrm>
            <a:off x="3988080" y="3383280"/>
            <a:ext cx="193680" cy="23040"/>
          </a:xfrm>
          <a:custGeom>
            <a:avLst/>
            <a:gdLst/>
            <a:ahLst/>
            <a:rect l="0" t="0" r="r" b="b"/>
            <a:pathLst>
              <a:path w="538" h="64">
                <a:moveTo>
                  <a:pt x="0" y="63"/>
                </a:moveTo>
                <a:lnTo>
                  <a:pt x="532" y="0"/>
                </a:lnTo>
                <a:lnTo>
                  <a:pt x="538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7" name=""/>
          <p:cNvSpPr/>
          <p:nvPr/>
        </p:nvSpPr>
        <p:spPr>
          <a:xfrm>
            <a:off x="3988080" y="3383280"/>
            <a:ext cx="195840" cy="23040"/>
          </a:xfrm>
          <a:custGeom>
            <a:avLst/>
            <a:gdLst/>
            <a:ahLst/>
            <a:rect l="0" t="0" r="r" b="b"/>
            <a:pathLst>
              <a:path w="544" h="64">
                <a:moveTo>
                  <a:pt x="0" y="64"/>
                </a:moveTo>
                <a:lnTo>
                  <a:pt x="538" y="0"/>
                </a:lnTo>
                <a:lnTo>
                  <a:pt x="544" y="0"/>
                </a:lnTo>
                <a:lnTo>
                  <a:pt x="0" y="64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8" name=""/>
          <p:cNvSpPr/>
          <p:nvPr/>
        </p:nvSpPr>
        <p:spPr>
          <a:xfrm>
            <a:off x="3988080" y="3383280"/>
            <a:ext cx="198000" cy="23400"/>
          </a:xfrm>
          <a:custGeom>
            <a:avLst/>
            <a:gdLst/>
            <a:ahLst/>
            <a:rect l="0" t="0" r="r" b="b"/>
            <a:pathLst>
              <a:path w="550" h="65">
                <a:moveTo>
                  <a:pt x="0" y="64"/>
                </a:moveTo>
                <a:lnTo>
                  <a:pt x="544" y="0"/>
                </a:lnTo>
                <a:lnTo>
                  <a:pt x="550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39" name=""/>
          <p:cNvSpPr/>
          <p:nvPr/>
        </p:nvSpPr>
        <p:spPr>
          <a:xfrm>
            <a:off x="3988080" y="3383280"/>
            <a:ext cx="200160" cy="23760"/>
          </a:xfrm>
          <a:custGeom>
            <a:avLst/>
            <a:gdLst/>
            <a:ahLst/>
            <a:rect l="0" t="0" r="r" b="b"/>
            <a:pathLst>
              <a:path w="556" h="66">
                <a:moveTo>
                  <a:pt x="0" y="65"/>
                </a:moveTo>
                <a:lnTo>
                  <a:pt x="550" y="0"/>
                </a:lnTo>
                <a:lnTo>
                  <a:pt x="556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0" name=""/>
          <p:cNvSpPr/>
          <p:nvPr/>
        </p:nvSpPr>
        <p:spPr>
          <a:xfrm>
            <a:off x="3988080" y="3383280"/>
            <a:ext cx="202320" cy="23760"/>
          </a:xfrm>
          <a:custGeom>
            <a:avLst/>
            <a:gdLst/>
            <a:ahLst/>
            <a:rect l="0" t="0" r="r" b="b"/>
            <a:pathLst>
              <a:path w="562" h="66">
                <a:moveTo>
                  <a:pt x="0" y="66"/>
                </a:moveTo>
                <a:lnTo>
                  <a:pt x="556" y="0"/>
                </a:lnTo>
                <a:lnTo>
                  <a:pt x="562" y="0"/>
                </a:lnTo>
                <a:lnTo>
                  <a:pt x="0" y="66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1" name=""/>
          <p:cNvSpPr/>
          <p:nvPr/>
        </p:nvSpPr>
        <p:spPr>
          <a:xfrm>
            <a:off x="3988080" y="3383280"/>
            <a:ext cx="204480" cy="24120"/>
          </a:xfrm>
          <a:custGeom>
            <a:avLst/>
            <a:gdLst/>
            <a:ahLst/>
            <a:rect l="0" t="0" r="r" b="b"/>
            <a:pathLst>
              <a:path w="568" h="67">
                <a:moveTo>
                  <a:pt x="0" y="66"/>
                </a:moveTo>
                <a:lnTo>
                  <a:pt x="562" y="0"/>
                </a:lnTo>
                <a:lnTo>
                  <a:pt x="568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2" name=""/>
          <p:cNvSpPr/>
          <p:nvPr/>
        </p:nvSpPr>
        <p:spPr>
          <a:xfrm>
            <a:off x="3988080" y="3383280"/>
            <a:ext cx="206640" cy="24480"/>
          </a:xfrm>
          <a:custGeom>
            <a:avLst/>
            <a:gdLst/>
            <a:ahLst/>
            <a:rect l="0" t="0" r="r" b="b"/>
            <a:pathLst>
              <a:path w="574" h="68">
                <a:moveTo>
                  <a:pt x="0" y="67"/>
                </a:moveTo>
                <a:lnTo>
                  <a:pt x="568" y="0"/>
                </a:lnTo>
                <a:lnTo>
                  <a:pt x="574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3" name=""/>
          <p:cNvSpPr/>
          <p:nvPr/>
        </p:nvSpPr>
        <p:spPr>
          <a:xfrm>
            <a:off x="3988080" y="3383280"/>
            <a:ext cx="208800" cy="24480"/>
          </a:xfrm>
          <a:custGeom>
            <a:avLst/>
            <a:gdLst/>
            <a:ahLst/>
            <a:rect l="0" t="0" r="r" b="b"/>
            <a:pathLst>
              <a:path w="580" h="68">
                <a:moveTo>
                  <a:pt x="0" y="68"/>
                </a:moveTo>
                <a:lnTo>
                  <a:pt x="574" y="0"/>
                </a:lnTo>
                <a:lnTo>
                  <a:pt x="580" y="0"/>
                </a:lnTo>
                <a:lnTo>
                  <a:pt x="0" y="68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4" name=""/>
          <p:cNvSpPr/>
          <p:nvPr/>
        </p:nvSpPr>
        <p:spPr>
          <a:xfrm>
            <a:off x="3988080" y="3383280"/>
            <a:ext cx="210960" cy="24840"/>
          </a:xfrm>
          <a:custGeom>
            <a:avLst/>
            <a:gdLst/>
            <a:ahLst/>
            <a:rect l="0" t="0" r="r" b="b"/>
            <a:pathLst>
              <a:path w="586" h="69">
                <a:moveTo>
                  <a:pt x="0" y="68"/>
                </a:moveTo>
                <a:lnTo>
                  <a:pt x="580" y="0"/>
                </a:lnTo>
                <a:lnTo>
                  <a:pt x="586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5" name=""/>
          <p:cNvSpPr/>
          <p:nvPr/>
        </p:nvSpPr>
        <p:spPr>
          <a:xfrm>
            <a:off x="3988080" y="3383280"/>
            <a:ext cx="213120" cy="25200"/>
          </a:xfrm>
          <a:custGeom>
            <a:avLst/>
            <a:gdLst/>
            <a:ahLst/>
            <a:rect l="0" t="0" r="r" b="b"/>
            <a:pathLst>
              <a:path w="592" h="70">
                <a:moveTo>
                  <a:pt x="0" y="69"/>
                </a:moveTo>
                <a:lnTo>
                  <a:pt x="586" y="0"/>
                </a:lnTo>
                <a:lnTo>
                  <a:pt x="592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6" name=""/>
          <p:cNvSpPr/>
          <p:nvPr/>
        </p:nvSpPr>
        <p:spPr>
          <a:xfrm>
            <a:off x="3988080" y="3383280"/>
            <a:ext cx="215280" cy="25560"/>
          </a:xfrm>
          <a:custGeom>
            <a:avLst/>
            <a:gdLst/>
            <a:ahLst/>
            <a:rect l="0" t="0" r="r" b="b"/>
            <a:pathLst>
              <a:path w="598" h="71">
                <a:moveTo>
                  <a:pt x="0" y="70"/>
                </a:moveTo>
                <a:lnTo>
                  <a:pt x="592" y="0"/>
                </a:lnTo>
                <a:lnTo>
                  <a:pt x="598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7" name=""/>
          <p:cNvSpPr/>
          <p:nvPr/>
        </p:nvSpPr>
        <p:spPr>
          <a:xfrm>
            <a:off x="3988080" y="3383280"/>
            <a:ext cx="217440" cy="25560"/>
          </a:xfrm>
          <a:custGeom>
            <a:avLst/>
            <a:gdLst/>
            <a:ahLst/>
            <a:rect l="0" t="0" r="r" b="b"/>
            <a:pathLst>
              <a:path w="604" h="71">
                <a:moveTo>
                  <a:pt x="0" y="71"/>
                </a:moveTo>
                <a:lnTo>
                  <a:pt x="598" y="0"/>
                </a:lnTo>
                <a:lnTo>
                  <a:pt x="604" y="0"/>
                </a:lnTo>
                <a:lnTo>
                  <a:pt x="0" y="71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8" name=""/>
          <p:cNvSpPr/>
          <p:nvPr/>
        </p:nvSpPr>
        <p:spPr>
          <a:xfrm>
            <a:off x="3988080" y="3383280"/>
            <a:ext cx="219600" cy="25920"/>
          </a:xfrm>
          <a:custGeom>
            <a:avLst/>
            <a:gdLst/>
            <a:ahLst/>
            <a:rect l="0" t="0" r="r" b="b"/>
            <a:pathLst>
              <a:path w="610" h="72">
                <a:moveTo>
                  <a:pt x="0" y="71"/>
                </a:moveTo>
                <a:lnTo>
                  <a:pt x="604" y="0"/>
                </a:lnTo>
                <a:lnTo>
                  <a:pt x="610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49" name=""/>
          <p:cNvSpPr/>
          <p:nvPr/>
        </p:nvSpPr>
        <p:spPr>
          <a:xfrm>
            <a:off x="3988080" y="3383280"/>
            <a:ext cx="221760" cy="26280"/>
          </a:xfrm>
          <a:custGeom>
            <a:avLst/>
            <a:gdLst/>
            <a:ahLst/>
            <a:rect l="0" t="0" r="r" b="b"/>
            <a:pathLst>
              <a:path w="616" h="73">
                <a:moveTo>
                  <a:pt x="0" y="72"/>
                </a:moveTo>
                <a:lnTo>
                  <a:pt x="610" y="0"/>
                </a:lnTo>
                <a:lnTo>
                  <a:pt x="616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0" name=""/>
          <p:cNvSpPr/>
          <p:nvPr/>
        </p:nvSpPr>
        <p:spPr>
          <a:xfrm>
            <a:off x="3988080" y="3383280"/>
            <a:ext cx="223920" cy="26280"/>
          </a:xfrm>
          <a:custGeom>
            <a:avLst/>
            <a:gdLst/>
            <a:ahLst/>
            <a:rect l="0" t="0" r="r" b="b"/>
            <a:pathLst>
              <a:path w="622" h="73">
                <a:moveTo>
                  <a:pt x="0" y="73"/>
                </a:moveTo>
                <a:lnTo>
                  <a:pt x="616" y="0"/>
                </a:lnTo>
                <a:lnTo>
                  <a:pt x="622" y="0"/>
                </a:lnTo>
                <a:lnTo>
                  <a:pt x="0" y="73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1" name=""/>
          <p:cNvSpPr/>
          <p:nvPr/>
        </p:nvSpPr>
        <p:spPr>
          <a:xfrm>
            <a:off x="3988080" y="3383280"/>
            <a:ext cx="226080" cy="26640"/>
          </a:xfrm>
          <a:custGeom>
            <a:avLst/>
            <a:gdLst/>
            <a:ahLst/>
            <a:rect l="0" t="0" r="r" b="b"/>
            <a:pathLst>
              <a:path w="628" h="74">
                <a:moveTo>
                  <a:pt x="0" y="73"/>
                </a:moveTo>
                <a:lnTo>
                  <a:pt x="622" y="0"/>
                </a:lnTo>
                <a:lnTo>
                  <a:pt x="628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2" name=""/>
          <p:cNvSpPr/>
          <p:nvPr/>
        </p:nvSpPr>
        <p:spPr>
          <a:xfrm>
            <a:off x="3988080" y="3383280"/>
            <a:ext cx="228240" cy="27000"/>
          </a:xfrm>
          <a:custGeom>
            <a:avLst/>
            <a:gdLst/>
            <a:ahLst/>
            <a:rect l="0" t="0" r="r" b="b"/>
            <a:pathLst>
              <a:path w="634" h="75">
                <a:moveTo>
                  <a:pt x="0" y="74"/>
                </a:moveTo>
                <a:lnTo>
                  <a:pt x="627" y="0"/>
                </a:lnTo>
                <a:lnTo>
                  <a:pt x="634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3" name=""/>
          <p:cNvSpPr/>
          <p:nvPr/>
        </p:nvSpPr>
        <p:spPr>
          <a:xfrm>
            <a:off x="3988080" y="3383280"/>
            <a:ext cx="230400" cy="27000"/>
          </a:xfrm>
          <a:custGeom>
            <a:avLst/>
            <a:gdLst/>
            <a:ahLst/>
            <a:rect l="0" t="0" r="r" b="b"/>
            <a:pathLst>
              <a:path w="640" h="75">
                <a:moveTo>
                  <a:pt x="0" y="75"/>
                </a:moveTo>
                <a:lnTo>
                  <a:pt x="634" y="0"/>
                </a:lnTo>
                <a:lnTo>
                  <a:pt x="640" y="0"/>
                </a:lnTo>
                <a:lnTo>
                  <a:pt x="0" y="75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4" name=""/>
          <p:cNvSpPr/>
          <p:nvPr/>
        </p:nvSpPr>
        <p:spPr>
          <a:xfrm>
            <a:off x="3988080" y="3383280"/>
            <a:ext cx="232560" cy="27360"/>
          </a:xfrm>
          <a:custGeom>
            <a:avLst/>
            <a:gdLst/>
            <a:ahLst/>
            <a:rect l="0" t="0" r="r" b="b"/>
            <a:pathLst>
              <a:path w="646" h="76">
                <a:moveTo>
                  <a:pt x="0" y="75"/>
                </a:moveTo>
                <a:lnTo>
                  <a:pt x="640" y="0"/>
                </a:lnTo>
                <a:lnTo>
                  <a:pt x="646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5" name=""/>
          <p:cNvSpPr/>
          <p:nvPr/>
        </p:nvSpPr>
        <p:spPr>
          <a:xfrm>
            <a:off x="3988080" y="3383280"/>
            <a:ext cx="234720" cy="27720"/>
          </a:xfrm>
          <a:custGeom>
            <a:avLst/>
            <a:gdLst/>
            <a:ahLst/>
            <a:rect l="0" t="0" r="r" b="b"/>
            <a:pathLst>
              <a:path w="652" h="77">
                <a:moveTo>
                  <a:pt x="0" y="76"/>
                </a:moveTo>
                <a:lnTo>
                  <a:pt x="646" y="0"/>
                </a:lnTo>
                <a:lnTo>
                  <a:pt x="652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6" name=""/>
          <p:cNvSpPr/>
          <p:nvPr/>
        </p:nvSpPr>
        <p:spPr>
          <a:xfrm>
            <a:off x="3988080" y="3383280"/>
            <a:ext cx="236880" cy="27720"/>
          </a:xfrm>
          <a:custGeom>
            <a:avLst/>
            <a:gdLst/>
            <a:ahLst/>
            <a:rect l="0" t="0" r="r" b="b"/>
            <a:pathLst>
              <a:path w="658" h="77">
                <a:moveTo>
                  <a:pt x="0" y="77"/>
                </a:moveTo>
                <a:lnTo>
                  <a:pt x="652" y="0"/>
                </a:lnTo>
                <a:lnTo>
                  <a:pt x="658" y="0"/>
                </a:lnTo>
                <a:lnTo>
                  <a:pt x="0" y="77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7" name=""/>
          <p:cNvSpPr/>
          <p:nvPr/>
        </p:nvSpPr>
        <p:spPr>
          <a:xfrm>
            <a:off x="3988080" y="3383280"/>
            <a:ext cx="239400" cy="28080"/>
          </a:xfrm>
          <a:custGeom>
            <a:avLst/>
            <a:gdLst/>
            <a:ahLst/>
            <a:rect l="0" t="0" r="r" b="b"/>
            <a:pathLst>
              <a:path w="665" h="78">
                <a:moveTo>
                  <a:pt x="0" y="77"/>
                </a:moveTo>
                <a:lnTo>
                  <a:pt x="658" y="0"/>
                </a:lnTo>
                <a:lnTo>
                  <a:pt x="665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8" name=""/>
          <p:cNvSpPr/>
          <p:nvPr/>
        </p:nvSpPr>
        <p:spPr>
          <a:xfrm>
            <a:off x="3988080" y="3383280"/>
            <a:ext cx="241560" cy="28440"/>
          </a:xfrm>
          <a:custGeom>
            <a:avLst/>
            <a:gdLst/>
            <a:ahLst/>
            <a:rect l="0" t="0" r="r" b="b"/>
            <a:pathLst>
              <a:path w="671" h="79">
                <a:moveTo>
                  <a:pt x="0" y="78"/>
                </a:moveTo>
                <a:lnTo>
                  <a:pt x="665" y="0"/>
                </a:lnTo>
                <a:lnTo>
                  <a:pt x="671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59" name=""/>
          <p:cNvSpPr/>
          <p:nvPr/>
        </p:nvSpPr>
        <p:spPr>
          <a:xfrm>
            <a:off x="3988080" y="3383280"/>
            <a:ext cx="243720" cy="28800"/>
          </a:xfrm>
          <a:custGeom>
            <a:avLst/>
            <a:gdLst/>
            <a:ahLst/>
            <a:rect l="0" t="0" r="r" b="b"/>
            <a:pathLst>
              <a:path w="677" h="80">
                <a:moveTo>
                  <a:pt x="0" y="79"/>
                </a:moveTo>
                <a:lnTo>
                  <a:pt x="671" y="0"/>
                </a:lnTo>
                <a:lnTo>
                  <a:pt x="677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0" name=""/>
          <p:cNvSpPr/>
          <p:nvPr/>
        </p:nvSpPr>
        <p:spPr>
          <a:xfrm>
            <a:off x="3988080" y="3383280"/>
            <a:ext cx="245880" cy="28800"/>
          </a:xfrm>
          <a:custGeom>
            <a:avLst/>
            <a:gdLst/>
            <a:ahLst/>
            <a:rect l="0" t="0" r="r" b="b"/>
            <a:pathLst>
              <a:path w="683" h="80">
                <a:moveTo>
                  <a:pt x="0" y="80"/>
                </a:moveTo>
                <a:lnTo>
                  <a:pt x="677" y="0"/>
                </a:lnTo>
                <a:lnTo>
                  <a:pt x="683" y="0"/>
                </a:lnTo>
                <a:lnTo>
                  <a:pt x="0" y="80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1" name=""/>
          <p:cNvSpPr/>
          <p:nvPr/>
        </p:nvSpPr>
        <p:spPr>
          <a:xfrm>
            <a:off x="3988080" y="3383280"/>
            <a:ext cx="248040" cy="29160"/>
          </a:xfrm>
          <a:custGeom>
            <a:avLst/>
            <a:gdLst/>
            <a:ahLst/>
            <a:rect l="0" t="0" r="r" b="b"/>
            <a:pathLst>
              <a:path w="689" h="81">
                <a:moveTo>
                  <a:pt x="0" y="80"/>
                </a:moveTo>
                <a:lnTo>
                  <a:pt x="683" y="0"/>
                </a:lnTo>
                <a:lnTo>
                  <a:pt x="689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2" name=""/>
          <p:cNvSpPr/>
          <p:nvPr/>
        </p:nvSpPr>
        <p:spPr>
          <a:xfrm>
            <a:off x="3988080" y="3383280"/>
            <a:ext cx="250200" cy="29520"/>
          </a:xfrm>
          <a:custGeom>
            <a:avLst/>
            <a:gdLst/>
            <a:ahLst/>
            <a:rect l="0" t="0" r="r" b="b"/>
            <a:pathLst>
              <a:path w="695" h="82">
                <a:moveTo>
                  <a:pt x="0" y="81"/>
                </a:moveTo>
                <a:lnTo>
                  <a:pt x="689" y="0"/>
                </a:lnTo>
                <a:lnTo>
                  <a:pt x="695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3" name=""/>
          <p:cNvSpPr/>
          <p:nvPr/>
        </p:nvSpPr>
        <p:spPr>
          <a:xfrm>
            <a:off x="3988080" y="3383280"/>
            <a:ext cx="252360" cy="29520"/>
          </a:xfrm>
          <a:custGeom>
            <a:avLst/>
            <a:gdLst/>
            <a:ahLst/>
            <a:rect l="0" t="0" r="r" b="b"/>
            <a:pathLst>
              <a:path w="701" h="82">
                <a:moveTo>
                  <a:pt x="0" y="82"/>
                </a:moveTo>
                <a:lnTo>
                  <a:pt x="695" y="0"/>
                </a:lnTo>
                <a:lnTo>
                  <a:pt x="701" y="0"/>
                </a:lnTo>
                <a:lnTo>
                  <a:pt x="0" y="82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4" name=""/>
          <p:cNvSpPr/>
          <p:nvPr/>
        </p:nvSpPr>
        <p:spPr>
          <a:xfrm>
            <a:off x="3988080" y="3383280"/>
            <a:ext cx="254520" cy="29880"/>
          </a:xfrm>
          <a:custGeom>
            <a:avLst/>
            <a:gdLst/>
            <a:ahLst/>
            <a:rect l="0" t="0" r="r" b="b"/>
            <a:pathLst>
              <a:path w="707" h="83">
                <a:moveTo>
                  <a:pt x="0" y="82"/>
                </a:moveTo>
                <a:lnTo>
                  <a:pt x="701" y="0"/>
                </a:lnTo>
                <a:lnTo>
                  <a:pt x="707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5" name=""/>
          <p:cNvSpPr/>
          <p:nvPr/>
        </p:nvSpPr>
        <p:spPr>
          <a:xfrm>
            <a:off x="3988080" y="3383280"/>
            <a:ext cx="256680" cy="30240"/>
          </a:xfrm>
          <a:custGeom>
            <a:avLst/>
            <a:gdLst/>
            <a:ahLst/>
            <a:rect l="0" t="0" r="r" b="b"/>
            <a:pathLst>
              <a:path w="713" h="84">
                <a:moveTo>
                  <a:pt x="0" y="83"/>
                </a:moveTo>
                <a:lnTo>
                  <a:pt x="707" y="0"/>
                </a:lnTo>
                <a:lnTo>
                  <a:pt x="713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6" name=""/>
          <p:cNvSpPr/>
          <p:nvPr/>
        </p:nvSpPr>
        <p:spPr>
          <a:xfrm>
            <a:off x="3988080" y="3383280"/>
            <a:ext cx="258840" cy="30240"/>
          </a:xfrm>
          <a:custGeom>
            <a:avLst/>
            <a:gdLst/>
            <a:ahLst/>
            <a:rect l="0" t="0" r="r" b="b"/>
            <a:pathLst>
              <a:path w="719" h="84">
                <a:moveTo>
                  <a:pt x="0" y="84"/>
                </a:moveTo>
                <a:lnTo>
                  <a:pt x="713" y="0"/>
                </a:lnTo>
                <a:lnTo>
                  <a:pt x="719" y="0"/>
                </a:lnTo>
                <a:lnTo>
                  <a:pt x="0" y="84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7" name=""/>
          <p:cNvSpPr/>
          <p:nvPr/>
        </p:nvSpPr>
        <p:spPr>
          <a:xfrm>
            <a:off x="3988080" y="3383280"/>
            <a:ext cx="261000" cy="30600"/>
          </a:xfrm>
          <a:custGeom>
            <a:avLst/>
            <a:gdLst/>
            <a:ahLst/>
            <a:rect l="0" t="0" r="r" b="b"/>
            <a:pathLst>
              <a:path w="725" h="85">
                <a:moveTo>
                  <a:pt x="0" y="84"/>
                </a:moveTo>
                <a:lnTo>
                  <a:pt x="719" y="0"/>
                </a:lnTo>
                <a:lnTo>
                  <a:pt x="725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8" name=""/>
          <p:cNvSpPr/>
          <p:nvPr/>
        </p:nvSpPr>
        <p:spPr>
          <a:xfrm>
            <a:off x="3988080" y="3383280"/>
            <a:ext cx="263160" cy="30960"/>
          </a:xfrm>
          <a:custGeom>
            <a:avLst/>
            <a:gdLst/>
            <a:ahLst/>
            <a:rect l="0" t="0" r="r" b="b"/>
            <a:pathLst>
              <a:path w="731" h="86">
                <a:moveTo>
                  <a:pt x="0" y="85"/>
                </a:moveTo>
                <a:lnTo>
                  <a:pt x="725" y="0"/>
                </a:lnTo>
                <a:lnTo>
                  <a:pt x="731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69" name=""/>
          <p:cNvSpPr/>
          <p:nvPr/>
        </p:nvSpPr>
        <p:spPr>
          <a:xfrm>
            <a:off x="3988080" y="3383280"/>
            <a:ext cx="265320" cy="31320"/>
          </a:xfrm>
          <a:custGeom>
            <a:avLst/>
            <a:gdLst/>
            <a:ahLst/>
            <a:rect l="0" t="0" r="r" b="b"/>
            <a:pathLst>
              <a:path w="737" h="87">
                <a:moveTo>
                  <a:pt x="0" y="86"/>
                </a:moveTo>
                <a:lnTo>
                  <a:pt x="731" y="0"/>
                </a:lnTo>
                <a:lnTo>
                  <a:pt x="737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0" name=""/>
          <p:cNvSpPr/>
          <p:nvPr/>
        </p:nvSpPr>
        <p:spPr>
          <a:xfrm>
            <a:off x="3988080" y="3383280"/>
            <a:ext cx="267480" cy="31320"/>
          </a:xfrm>
          <a:custGeom>
            <a:avLst/>
            <a:gdLst/>
            <a:ahLst/>
            <a:rect l="0" t="0" r="r" b="b"/>
            <a:pathLst>
              <a:path w="743" h="87">
                <a:moveTo>
                  <a:pt x="0" y="87"/>
                </a:moveTo>
                <a:lnTo>
                  <a:pt x="737" y="0"/>
                </a:lnTo>
                <a:lnTo>
                  <a:pt x="743" y="0"/>
                </a:lnTo>
                <a:lnTo>
                  <a:pt x="0" y="87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1" name=""/>
          <p:cNvSpPr/>
          <p:nvPr/>
        </p:nvSpPr>
        <p:spPr>
          <a:xfrm>
            <a:off x="3988080" y="3383280"/>
            <a:ext cx="269640" cy="31680"/>
          </a:xfrm>
          <a:custGeom>
            <a:avLst/>
            <a:gdLst/>
            <a:ahLst/>
            <a:rect l="0" t="0" r="r" b="b"/>
            <a:pathLst>
              <a:path w="749" h="88">
                <a:moveTo>
                  <a:pt x="0" y="87"/>
                </a:moveTo>
                <a:lnTo>
                  <a:pt x="743" y="0"/>
                </a:lnTo>
                <a:lnTo>
                  <a:pt x="749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2" name=""/>
          <p:cNvSpPr/>
          <p:nvPr/>
        </p:nvSpPr>
        <p:spPr>
          <a:xfrm>
            <a:off x="3988080" y="3383280"/>
            <a:ext cx="271800" cy="32040"/>
          </a:xfrm>
          <a:custGeom>
            <a:avLst/>
            <a:gdLst/>
            <a:ahLst/>
            <a:rect l="0" t="0" r="r" b="b"/>
            <a:pathLst>
              <a:path w="755" h="89">
                <a:moveTo>
                  <a:pt x="0" y="88"/>
                </a:moveTo>
                <a:lnTo>
                  <a:pt x="749" y="0"/>
                </a:lnTo>
                <a:lnTo>
                  <a:pt x="755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3" name=""/>
          <p:cNvSpPr/>
          <p:nvPr/>
        </p:nvSpPr>
        <p:spPr>
          <a:xfrm>
            <a:off x="3988080" y="3383280"/>
            <a:ext cx="273960" cy="32040"/>
          </a:xfrm>
          <a:custGeom>
            <a:avLst/>
            <a:gdLst/>
            <a:ahLst/>
            <a:rect l="0" t="0" r="r" b="b"/>
            <a:pathLst>
              <a:path w="761" h="89">
                <a:moveTo>
                  <a:pt x="0" y="89"/>
                </a:moveTo>
                <a:lnTo>
                  <a:pt x="755" y="0"/>
                </a:lnTo>
                <a:lnTo>
                  <a:pt x="761" y="0"/>
                </a:lnTo>
                <a:lnTo>
                  <a:pt x="0" y="89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4" name=""/>
          <p:cNvSpPr/>
          <p:nvPr/>
        </p:nvSpPr>
        <p:spPr>
          <a:xfrm>
            <a:off x="3988080" y="3383280"/>
            <a:ext cx="276120" cy="32400"/>
          </a:xfrm>
          <a:custGeom>
            <a:avLst/>
            <a:gdLst/>
            <a:ahLst/>
            <a:rect l="0" t="0" r="r" b="b"/>
            <a:pathLst>
              <a:path w="767" h="90">
                <a:moveTo>
                  <a:pt x="0" y="89"/>
                </a:moveTo>
                <a:lnTo>
                  <a:pt x="761" y="0"/>
                </a:lnTo>
                <a:lnTo>
                  <a:pt x="767" y="0"/>
                </a:lnTo>
                <a:lnTo>
                  <a:pt x="0" y="90"/>
                </a:lnTo>
                <a:lnTo>
                  <a:pt x="0" y="89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5" name=""/>
          <p:cNvSpPr/>
          <p:nvPr/>
        </p:nvSpPr>
        <p:spPr>
          <a:xfrm>
            <a:off x="3988080" y="3383280"/>
            <a:ext cx="278280" cy="32400"/>
          </a:xfrm>
          <a:custGeom>
            <a:avLst/>
            <a:gdLst/>
            <a:ahLst/>
            <a:rect l="0" t="0" r="r" b="b"/>
            <a:pathLst>
              <a:path w="773" h="90">
                <a:moveTo>
                  <a:pt x="0" y="90"/>
                </a:moveTo>
                <a:lnTo>
                  <a:pt x="767" y="0"/>
                </a:lnTo>
                <a:lnTo>
                  <a:pt x="773" y="0"/>
                </a:lnTo>
                <a:lnTo>
                  <a:pt x="3" y="90"/>
                </a:lnTo>
                <a:lnTo>
                  <a:pt x="0" y="90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6" name=""/>
          <p:cNvSpPr/>
          <p:nvPr/>
        </p:nvSpPr>
        <p:spPr>
          <a:xfrm>
            <a:off x="3989160" y="3383280"/>
            <a:ext cx="278280" cy="32400"/>
          </a:xfrm>
          <a:custGeom>
            <a:avLst/>
            <a:gdLst/>
            <a:ahLst/>
            <a:rect l="0" t="0" r="r" b="b"/>
            <a:pathLst>
              <a:path w="773" h="90">
                <a:moveTo>
                  <a:pt x="0" y="90"/>
                </a:moveTo>
                <a:lnTo>
                  <a:pt x="770" y="0"/>
                </a:lnTo>
                <a:lnTo>
                  <a:pt x="773" y="1"/>
                </a:lnTo>
                <a:lnTo>
                  <a:pt x="6" y="90"/>
                </a:lnTo>
                <a:lnTo>
                  <a:pt x="0" y="90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7" name=""/>
          <p:cNvSpPr/>
          <p:nvPr/>
        </p:nvSpPr>
        <p:spPr>
          <a:xfrm>
            <a:off x="3991320" y="3383280"/>
            <a:ext cx="276120" cy="32040"/>
          </a:xfrm>
          <a:custGeom>
            <a:avLst/>
            <a:gdLst/>
            <a:ahLst/>
            <a:rect l="0" t="0" r="r" b="b"/>
            <a:pathLst>
              <a:path w="767" h="89">
                <a:moveTo>
                  <a:pt x="0" y="89"/>
                </a:moveTo>
                <a:lnTo>
                  <a:pt x="767" y="0"/>
                </a:lnTo>
                <a:lnTo>
                  <a:pt x="767" y="1"/>
                </a:lnTo>
                <a:lnTo>
                  <a:pt x="7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8" name=""/>
          <p:cNvSpPr/>
          <p:nvPr/>
        </p:nvSpPr>
        <p:spPr>
          <a:xfrm>
            <a:off x="3993480" y="3383640"/>
            <a:ext cx="273960" cy="31680"/>
          </a:xfrm>
          <a:custGeom>
            <a:avLst/>
            <a:gdLst/>
            <a:ahLst/>
            <a:rect l="0" t="0" r="r" b="b"/>
            <a:pathLst>
              <a:path w="761" h="88">
                <a:moveTo>
                  <a:pt x="0" y="88"/>
                </a:moveTo>
                <a:lnTo>
                  <a:pt x="761" y="0"/>
                </a:lnTo>
                <a:lnTo>
                  <a:pt x="6" y="88"/>
                </a:lnTo>
                <a:lnTo>
                  <a:pt x="0" y="88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79" name=""/>
          <p:cNvSpPr/>
          <p:nvPr/>
        </p:nvSpPr>
        <p:spPr>
          <a:xfrm>
            <a:off x="3995640" y="3383640"/>
            <a:ext cx="271800" cy="31680"/>
          </a:xfrm>
          <a:custGeom>
            <a:avLst/>
            <a:gdLst/>
            <a:ahLst/>
            <a:rect l="0" t="0" r="r" b="b"/>
            <a:pathLst>
              <a:path w="755" h="88">
                <a:moveTo>
                  <a:pt x="0" y="88"/>
                </a:moveTo>
                <a:lnTo>
                  <a:pt x="755" y="0"/>
                </a:lnTo>
                <a:lnTo>
                  <a:pt x="755" y="1"/>
                </a:lnTo>
                <a:lnTo>
                  <a:pt x="6" y="88"/>
                </a:lnTo>
                <a:lnTo>
                  <a:pt x="0" y="88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0" name=""/>
          <p:cNvSpPr/>
          <p:nvPr/>
        </p:nvSpPr>
        <p:spPr>
          <a:xfrm>
            <a:off x="3997800" y="3384000"/>
            <a:ext cx="269640" cy="31320"/>
          </a:xfrm>
          <a:custGeom>
            <a:avLst/>
            <a:gdLst/>
            <a:ahLst/>
            <a:rect l="0" t="0" r="r" b="b"/>
            <a:pathLst>
              <a:path w="749" h="87">
                <a:moveTo>
                  <a:pt x="0" y="87"/>
                </a:moveTo>
                <a:lnTo>
                  <a:pt x="749" y="0"/>
                </a:lnTo>
                <a:lnTo>
                  <a:pt x="749" y="1"/>
                </a:lnTo>
                <a:lnTo>
                  <a:pt x="6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1" name=""/>
          <p:cNvSpPr/>
          <p:nvPr/>
        </p:nvSpPr>
        <p:spPr>
          <a:xfrm>
            <a:off x="3999960" y="3384360"/>
            <a:ext cx="267480" cy="30960"/>
          </a:xfrm>
          <a:custGeom>
            <a:avLst/>
            <a:gdLst/>
            <a:ahLst/>
            <a:rect l="0" t="0" r="r" b="b"/>
            <a:pathLst>
              <a:path w="743" h="86">
                <a:moveTo>
                  <a:pt x="0" y="86"/>
                </a:moveTo>
                <a:lnTo>
                  <a:pt x="743" y="0"/>
                </a:lnTo>
                <a:lnTo>
                  <a:pt x="6" y="86"/>
                </a:lnTo>
                <a:lnTo>
                  <a:pt x="0" y="86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2" name=""/>
          <p:cNvSpPr/>
          <p:nvPr/>
        </p:nvSpPr>
        <p:spPr>
          <a:xfrm>
            <a:off x="4002120" y="3384360"/>
            <a:ext cx="265320" cy="30960"/>
          </a:xfrm>
          <a:custGeom>
            <a:avLst/>
            <a:gdLst/>
            <a:ahLst/>
            <a:rect l="0" t="0" r="r" b="b"/>
            <a:pathLst>
              <a:path w="737" h="86">
                <a:moveTo>
                  <a:pt x="0" y="86"/>
                </a:moveTo>
                <a:lnTo>
                  <a:pt x="737" y="0"/>
                </a:lnTo>
                <a:lnTo>
                  <a:pt x="737" y="1"/>
                </a:lnTo>
                <a:lnTo>
                  <a:pt x="6" y="86"/>
                </a:lnTo>
                <a:lnTo>
                  <a:pt x="0" y="86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3" name=""/>
          <p:cNvSpPr/>
          <p:nvPr/>
        </p:nvSpPr>
        <p:spPr>
          <a:xfrm>
            <a:off x="4004280" y="3384720"/>
            <a:ext cx="263160" cy="30600"/>
          </a:xfrm>
          <a:custGeom>
            <a:avLst/>
            <a:gdLst/>
            <a:ahLst/>
            <a:rect l="0" t="0" r="r" b="b"/>
            <a:pathLst>
              <a:path w="731" h="85">
                <a:moveTo>
                  <a:pt x="0" y="85"/>
                </a:moveTo>
                <a:lnTo>
                  <a:pt x="731" y="0"/>
                </a:lnTo>
                <a:lnTo>
                  <a:pt x="731" y="1"/>
                </a:lnTo>
                <a:lnTo>
                  <a:pt x="6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4" name=""/>
          <p:cNvSpPr/>
          <p:nvPr/>
        </p:nvSpPr>
        <p:spPr>
          <a:xfrm>
            <a:off x="4006440" y="3385080"/>
            <a:ext cx="261000" cy="30240"/>
          </a:xfrm>
          <a:custGeom>
            <a:avLst/>
            <a:gdLst/>
            <a:ahLst/>
            <a:rect l="0" t="0" r="r" b="b"/>
            <a:pathLst>
              <a:path w="725" h="84">
                <a:moveTo>
                  <a:pt x="0" y="84"/>
                </a:moveTo>
                <a:lnTo>
                  <a:pt x="725" y="0"/>
                </a:lnTo>
                <a:lnTo>
                  <a:pt x="6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5" name=""/>
          <p:cNvSpPr/>
          <p:nvPr/>
        </p:nvSpPr>
        <p:spPr>
          <a:xfrm>
            <a:off x="4008600" y="3385080"/>
            <a:ext cx="258840" cy="30240"/>
          </a:xfrm>
          <a:custGeom>
            <a:avLst/>
            <a:gdLst/>
            <a:ahLst/>
            <a:rect l="0" t="0" r="r" b="b"/>
            <a:pathLst>
              <a:path w="719" h="84">
                <a:moveTo>
                  <a:pt x="0" y="84"/>
                </a:moveTo>
                <a:lnTo>
                  <a:pt x="719" y="0"/>
                </a:lnTo>
                <a:lnTo>
                  <a:pt x="719" y="1"/>
                </a:lnTo>
                <a:lnTo>
                  <a:pt x="6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6" name=""/>
          <p:cNvSpPr/>
          <p:nvPr/>
        </p:nvSpPr>
        <p:spPr>
          <a:xfrm>
            <a:off x="4010760" y="3385440"/>
            <a:ext cx="256680" cy="29880"/>
          </a:xfrm>
          <a:custGeom>
            <a:avLst/>
            <a:gdLst/>
            <a:ahLst/>
            <a:rect l="0" t="0" r="r" b="b"/>
            <a:pathLst>
              <a:path w="713" h="83">
                <a:moveTo>
                  <a:pt x="0" y="83"/>
                </a:moveTo>
                <a:lnTo>
                  <a:pt x="713" y="0"/>
                </a:lnTo>
                <a:lnTo>
                  <a:pt x="713" y="1"/>
                </a:lnTo>
                <a:lnTo>
                  <a:pt x="6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7" name=""/>
          <p:cNvSpPr/>
          <p:nvPr/>
        </p:nvSpPr>
        <p:spPr>
          <a:xfrm>
            <a:off x="4012920" y="3385800"/>
            <a:ext cx="254520" cy="29520"/>
          </a:xfrm>
          <a:custGeom>
            <a:avLst/>
            <a:gdLst/>
            <a:ahLst/>
            <a:rect l="0" t="0" r="r" b="b"/>
            <a:pathLst>
              <a:path w="707" h="82">
                <a:moveTo>
                  <a:pt x="0" y="82"/>
                </a:moveTo>
                <a:lnTo>
                  <a:pt x="707" y="0"/>
                </a:lnTo>
                <a:lnTo>
                  <a:pt x="707" y="1"/>
                </a:lnTo>
                <a:lnTo>
                  <a:pt x="6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8" name=""/>
          <p:cNvSpPr/>
          <p:nvPr/>
        </p:nvSpPr>
        <p:spPr>
          <a:xfrm>
            <a:off x="4015080" y="3386160"/>
            <a:ext cx="252360" cy="29160"/>
          </a:xfrm>
          <a:custGeom>
            <a:avLst/>
            <a:gdLst/>
            <a:ahLst/>
            <a:rect l="0" t="0" r="r" b="b"/>
            <a:pathLst>
              <a:path w="701" h="81">
                <a:moveTo>
                  <a:pt x="0" y="81"/>
                </a:moveTo>
                <a:lnTo>
                  <a:pt x="701" y="0"/>
                </a:lnTo>
                <a:lnTo>
                  <a:pt x="6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89" name=""/>
          <p:cNvSpPr/>
          <p:nvPr/>
        </p:nvSpPr>
        <p:spPr>
          <a:xfrm>
            <a:off x="4017240" y="3386160"/>
            <a:ext cx="250200" cy="29160"/>
          </a:xfrm>
          <a:custGeom>
            <a:avLst/>
            <a:gdLst/>
            <a:ahLst/>
            <a:rect l="0" t="0" r="r" b="b"/>
            <a:pathLst>
              <a:path w="695" h="81">
                <a:moveTo>
                  <a:pt x="0" y="81"/>
                </a:moveTo>
                <a:lnTo>
                  <a:pt x="695" y="0"/>
                </a:lnTo>
                <a:lnTo>
                  <a:pt x="695" y="1"/>
                </a:lnTo>
                <a:lnTo>
                  <a:pt x="6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0" name=""/>
          <p:cNvSpPr/>
          <p:nvPr/>
        </p:nvSpPr>
        <p:spPr>
          <a:xfrm>
            <a:off x="4019400" y="3386520"/>
            <a:ext cx="248040" cy="28800"/>
          </a:xfrm>
          <a:custGeom>
            <a:avLst/>
            <a:gdLst/>
            <a:ahLst/>
            <a:rect l="0" t="0" r="r" b="b"/>
            <a:pathLst>
              <a:path w="689" h="80">
                <a:moveTo>
                  <a:pt x="0" y="80"/>
                </a:moveTo>
                <a:lnTo>
                  <a:pt x="689" y="0"/>
                </a:lnTo>
                <a:lnTo>
                  <a:pt x="689" y="1"/>
                </a:lnTo>
                <a:lnTo>
                  <a:pt x="6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1" name=""/>
          <p:cNvSpPr/>
          <p:nvPr/>
        </p:nvSpPr>
        <p:spPr>
          <a:xfrm>
            <a:off x="4021560" y="3386880"/>
            <a:ext cx="245880" cy="28440"/>
          </a:xfrm>
          <a:custGeom>
            <a:avLst/>
            <a:gdLst/>
            <a:ahLst/>
            <a:rect l="0" t="0" r="r" b="b"/>
            <a:pathLst>
              <a:path w="683" h="79">
                <a:moveTo>
                  <a:pt x="0" y="79"/>
                </a:moveTo>
                <a:lnTo>
                  <a:pt x="683" y="0"/>
                </a:lnTo>
                <a:lnTo>
                  <a:pt x="6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2" name=""/>
          <p:cNvSpPr/>
          <p:nvPr/>
        </p:nvSpPr>
        <p:spPr>
          <a:xfrm>
            <a:off x="4023720" y="3386880"/>
            <a:ext cx="243720" cy="28440"/>
          </a:xfrm>
          <a:custGeom>
            <a:avLst/>
            <a:gdLst/>
            <a:ahLst/>
            <a:rect l="0" t="0" r="r" b="b"/>
            <a:pathLst>
              <a:path w="677" h="79">
                <a:moveTo>
                  <a:pt x="0" y="79"/>
                </a:moveTo>
                <a:lnTo>
                  <a:pt x="677" y="0"/>
                </a:lnTo>
                <a:lnTo>
                  <a:pt x="677" y="1"/>
                </a:lnTo>
                <a:lnTo>
                  <a:pt x="6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3" name=""/>
          <p:cNvSpPr/>
          <p:nvPr/>
        </p:nvSpPr>
        <p:spPr>
          <a:xfrm>
            <a:off x="4025880" y="3387240"/>
            <a:ext cx="241560" cy="28080"/>
          </a:xfrm>
          <a:custGeom>
            <a:avLst/>
            <a:gdLst/>
            <a:ahLst/>
            <a:rect l="0" t="0" r="r" b="b"/>
            <a:pathLst>
              <a:path w="671" h="78">
                <a:moveTo>
                  <a:pt x="0" y="78"/>
                </a:moveTo>
                <a:lnTo>
                  <a:pt x="671" y="0"/>
                </a:lnTo>
                <a:lnTo>
                  <a:pt x="671" y="1"/>
                </a:lnTo>
                <a:lnTo>
                  <a:pt x="6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4" name=""/>
          <p:cNvSpPr/>
          <p:nvPr/>
        </p:nvSpPr>
        <p:spPr>
          <a:xfrm>
            <a:off x="4028040" y="3387600"/>
            <a:ext cx="239400" cy="27720"/>
          </a:xfrm>
          <a:custGeom>
            <a:avLst/>
            <a:gdLst/>
            <a:ahLst/>
            <a:rect l="0" t="0" r="r" b="b"/>
            <a:pathLst>
              <a:path w="665" h="77">
                <a:moveTo>
                  <a:pt x="0" y="77"/>
                </a:moveTo>
                <a:lnTo>
                  <a:pt x="665" y="0"/>
                </a:lnTo>
                <a:lnTo>
                  <a:pt x="6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5" name=""/>
          <p:cNvSpPr/>
          <p:nvPr/>
        </p:nvSpPr>
        <p:spPr>
          <a:xfrm>
            <a:off x="4030200" y="3387600"/>
            <a:ext cx="237240" cy="27720"/>
          </a:xfrm>
          <a:custGeom>
            <a:avLst/>
            <a:gdLst/>
            <a:ahLst/>
            <a:rect l="0" t="0" r="r" b="b"/>
            <a:pathLst>
              <a:path w="659" h="77">
                <a:moveTo>
                  <a:pt x="0" y="77"/>
                </a:moveTo>
                <a:lnTo>
                  <a:pt x="659" y="0"/>
                </a:lnTo>
                <a:lnTo>
                  <a:pt x="659" y="1"/>
                </a:lnTo>
                <a:lnTo>
                  <a:pt x="7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6" name=""/>
          <p:cNvSpPr/>
          <p:nvPr/>
        </p:nvSpPr>
        <p:spPr>
          <a:xfrm>
            <a:off x="4032720" y="3387960"/>
            <a:ext cx="234720" cy="27360"/>
          </a:xfrm>
          <a:custGeom>
            <a:avLst/>
            <a:gdLst/>
            <a:ahLst/>
            <a:rect l="0" t="0" r="r" b="b"/>
            <a:pathLst>
              <a:path w="652" h="76">
                <a:moveTo>
                  <a:pt x="0" y="76"/>
                </a:moveTo>
                <a:lnTo>
                  <a:pt x="652" y="0"/>
                </a:lnTo>
                <a:lnTo>
                  <a:pt x="652" y="1"/>
                </a:lnTo>
                <a:lnTo>
                  <a:pt x="6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7" name=""/>
          <p:cNvSpPr/>
          <p:nvPr/>
        </p:nvSpPr>
        <p:spPr>
          <a:xfrm>
            <a:off x="4034880" y="3388320"/>
            <a:ext cx="232560" cy="27000"/>
          </a:xfrm>
          <a:custGeom>
            <a:avLst/>
            <a:gdLst/>
            <a:ahLst/>
            <a:rect l="0" t="0" r="r" b="b"/>
            <a:pathLst>
              <a:path w="646" h="75">
                <a:moveTo>
                  <a:pt x="0" y="75"/>
                </a:moveTo>
                <a:lnTo>
                  <a:pt x="646" y="0"/>
                </a:lnTo>
                <a:lnTo>
                  <a:pt x="646" y="1"/>
                </a:lnTo>
                <a:lnTo>
                  <a:pt x="6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8" name=""/>
          <p:cNvSpPr/>
          <p:nvPr/>
        </p:nvSpPr>
        <p:spPr>
          <a:xfrm>
            <a:off x="4037040" y="3388680"/>
            <a:ext cx="230400" cy="26640"/>
          </a:xfrm>
          <a:custGeom>
            <a:avLst/>
            <a:gdLst/>
            <a:ahLst/>
            <a:rect l="0" t="0" r="r" b="b"/>
            <a:pathLst>
              <a:path w="640" h="74">
                <a:moveTo>
                  <a:pt x="0" y="74"/>
                </a:moveTo>
                <a:lnTo>
                  <a:pt x="640" y="0"/>
                </a:lnTo>
                <a:lnTo>
                  <a:pt x="6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399" name=""/>
          <p:cNvSpPr/>
          <p:nvPr/>
        </p:nvSpPr>
        <p:spPr>
          <a:xfrm>
            <a:off x="4039200" y="3388680"/>
            <a:ext cx="228240" cy="26640"/>
          </a:xfrm>
          <a:custGeom>
            <a:avLst/>
            <a:gdLst/>
            <a:ahLst/>
            <a:rect l="0" t="0" r="r" b="b"/>
            <a:pathLst>
              <a:path w="634" h="74">
                <a:moveTo>
                  <a:pt x="0" y="74"/>
                </a:moveTo>
                <a:lnTo>
                  <a:pt x="634" y="0"/>
                </a:lnTo>
                <a:lnTo>
                  <a:pt x="634" y="1"/>
                </a:lnTo>
                <a:lnTo>
                  <a:pt x="6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0" name=""/>
          <p:cNvSpPr/>
          <p:nvPr/>
        </p:nvSpPr>
        <p:spPr>
          <a:xfrm>
            <a:off x="4041360" y="3389040"/>
            <a:ext cx="226080" cy="26280"/>
          </a:xfrm>
          <a:custGeom>
            <a:avLst/>
            <a:gdLst/>
            <a:ahLst/>
            <a:rect l="0" t="0" r="r" b="b"/>
            <a:pathLst>
              <a:path w="628" h="73">
                <a:moveTo>
                  <a:pt x="0" y="73"/>
                </a:moveTo>
                <a:lnTo>
                  <a:pt x="628" y="0"/>
                </a:lnTo>
                <a:lnTo>
                  <a:pt x="628" y="1"/>
                </a:lnTo>
                <a:lnTo>
                  <a:pt x="6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1" name=""/>
          <p:cNvSpPr/>
          <p:nvPr/>
        </p:nvSpPr>
        <p:spPr>
          <a:xfrm>
            <a:off x="4043520" y="3389400"/>
            <a:ext cx="223920" cy="25920"/>
          </a:xfrm>
          <a:custGeom>
            <a:avLst/>
            <a:gdLst/>
            <a:ahLst/>
            <a:rect l="0" t="0" r="r" b="b"/>
            <a:pathLst>
              <a:path w="622" h="72">
                <a:moveTo>
                  <a:pt x="0" y="72"/>
                </a:moveTo>
                <a:lnTo>
                  <a:pt x="622" y="0"/>
                </a:lnTo>
                <a:lnTo>
                  <a:pt x="6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2" name=""/>
          <p:cNvSpPr/>
          <p:nvPr/>
        </p:nvSpPr>
        <p:spPr>
          <a:xfrm>
            <a:off x="4045680" y="3389400"/>
            <a:ext cx="221760" cy="25920"/>
          </a:xfrm>
          <a:custGeom>
            <a:avLst/>
            <a:gdLst/>
            <a:ahLst/>
            <a:rect l="0" t="0" r="r" b="b"/>
            <a:pathLst>
              <a:path w="616" h="72">
                <a:moveTo>
                  <a:pt x="0" y="72"/>
                </a:moveTo>
                <a:lnTo>
                  <a:pt x="616" y="0"/>
                </a:lnTo>
                <a:lnTo>
                  <a:pt x="616" y="1"/>
                </a:lnTo>
                <a:lnTo>
                  <a:pt x="6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3" name=""/>
          <p:cNvSpPr/>
          <p:nvPr/>
        </p:nvSpPr>
        <p:spPr>
          <a:xfrm>
            <a:off x="4047840" y="3389760"/>
            <a:ext cx="219600" cy="25560"/>
          </a:xfrm>
          <a:custGeom>
            <a:avLst/>
            <a:gdLst/>
            <a:ahLst/>
            <a:rect l="0" t="0" r="r" b="b"/>
            <a:pathLst>
              <a:path w="610" h="71">
                <a:moveTo>
                  <a:pt x="0" y="71"/>
                </a:moveTo>
                <a:lnTo>
                  <a:pt x="610" y="0"/>
                </a:lnTo>
                <a:lnTo>
                  <a:pt x="610" y="1"/>
                </a:lnTo>
                <a:lnTo>
                  <a:pt x="6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4" name=""/>
          <p:cNvSpPr/>
          <p:nvPr/>
        </p:nvSpPr>
        <p:spPr>
          <a:xfrm>
            <a:off x="4050000" y="3390120"/>
            <a:ext cx="217440" cy="25200"/>
          </a:xfrm>
          <a:custGeom>
            <a:avLst/>
            <a:gdLst/>
            <a:ahLst/>
            <a:rect l="0" t="0" r="r" b="b"/>
            <a:pathLst>
              <a:path w="604" h="70">
                <a:moveTo>
                  <a:pt x="0" y="70"/>
                </a:moveTo>
                <a:lnTo>
                  <a:pt x="604" y="0"/>
                </a:lnTo>
                <a:lnTo>
                  <a:pt x="6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5" name=""/>
          <p:cNvSpPr/>
          <p:nvPr/>
        </p:nvSpPr>
        <p:spPr>
          <a:xfrm>
            <a:off x="4052160" y="3390120"/>
            <a:ext cx="215280" cy="25200"/>
          </a:xfrm>
          <a:custGeom>
            <a:avLst/>
            <a:gdLst/>
            <a:ahLst/>
            <a:rect l="0" t="0" r="r" b="b"/>
            <a:pathLst>
              <a:path w="598" h="70">
                <a:moveTo>
                  <a:pt x="0" y="70"/>
                </a:moveTo>
                <a:lnTo>
                  <a:pt x="598" y="0"/>
                </a:lnTo>
                <a:lnTo>
                  <a:pt x="598" y="1"/>
                </a:lnTo>
                <a:lnTo>
                  <a:pt x="6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6" name=""/>
          <p:cNvSpPr/>
          <p:nvPr/>
        </p:nvSpPr>
        <p:spPr>
          <a:xfrm>
            <a:off x="4054320" y="3390480"/>
            <a:ext cx="213120" cy="24840"/>
          </a:xfrm>
          <a:custGeom>
            <a:avLst/>
            <a:gdLst/>
            <a:ahLst/>
            <a:rect l="0" t="0" r="r" b="b"/>
            <a:pathLst>
              <a:path w="592" h="69">
                <a:moveTo>
                  <a:pt x="0" y="69"/>
                </a:moveTo>
                <a:lnTo>
                  <a:pt x="592" y="0"/>
                </a:lnTo>
                <a:lnTo>
                  <a:pt x="592" y="1"/>
                </a:lnTo>
                <a:lnTo>
                  <a:pt x="6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7" name=""/>
          <p:cNvSpPr/>
          <p:nvPr/>
        </p:nvSpPr>
        <p:spPr>
          <a:xfrm>
            <a:off x="4056480" y="3390840"/>
            <a:ext cx="210960" cy="24480"/>
          </a:xfrm>
          <a:custGeom>
            <a:avLst/>
            <a:gdLst/>
            <a:ahLst/>
            <a:rect l="0" t="0" r="r" b="b"/>
            <a:pathLst>
              <a:path w="586" h="68">
                <a:moveTo>
                  <a:pt x="0" y="68"/>
                </a:moveTo>
                <a:lnTo>
                  <a:pt x="586" y="0"/>
                </a:lnTo>
                <a:lnTo>
                  <a:pt x="6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8" name=""/>
          <p:cNvSpPr/>
          <p:nvPr/>
        </p:nvSpPr>
        <p:spPr>
          <a:xfrm>
            <a:off x="4058640" y="3390840"/>
            <a:ext cx="208800" cy="24480"/>
          </a:xfrm>
          <a:custGeom>
            <a:avLst/>
            <a:gdLst/>
            <a:ahLst/>
            <a:rect l="0" t="0" r="r" b="b"/>
            <a:pathLst>
              <a:path w="580" h="68">
                <a:moveTo>
                  <a:pt x="0" y="68"/>
                </a:moveTo>
                <a:lnTo>
                  <a:pt x="580" y="0"/>
                </a:lnTo>
                <a:lnTo>
                  <a:pt x="580" y="1"/>
                </a:lnTo>
                <a:lnTo>
                  <a:pt x="6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09" name=""/>
          <p:cNvSpPr/>
          <p:nvPr/>
        </p:nvSpPr>
        <p:spPr>
          <a:xfrm>
            <a:off x="4060800" y="3391200"/>
            <a:ext cx="206640" cy="24120"/>
          </a:xfrm>
          <a:custGeom>
            <a:avLst/>
            <a:gdLst/>
            <a:ahLst/>
            <a:rect l="0" t="0" r="r" b="b"/>
            <a:pathLst>
              <a:path w="574" h="67">
                <a:moveTo>
                  <a:pt x="0" y="67"/>
                </a:moveTo>
                <a:lnTo>
                  <a:pt x="574" y="0"/>
                </a:lnTo>
                <a:lnTo>
                  <a:pt x="574" y="1"/>
                </a:lnTo>
                <a:lnTo>
                  <a:pt x="6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0" name=""/>
          <p:cNvSpPr/>
          <p:nvPr/>
        </p:nvSpPr>
        <p:spPr>
          <a:xfrm>
            <a:off x="4062960" y="3391560"/>
            <a:ext cx="204480" cy="23760"/>
          </a:xfrm>
          <a:custGeom>
            <a:avLst/>
            <a:gdLst/>
            <a:ahLst/>
            <a:rect l="0" t="0" r="r" b="b"/>
            <a:pathLst>
              <a:path w="568" h="66">
                <a:moveTo>
                  <a:pt x="0" y="66"/>
                </a:moveTo>
                <a:lnTo>
                  <a:pt x="568" y="0"/>
                </a:lnTo>
                <a:lnTo>
                  <a:pt x="568" y="1"/>
                </a:lnTo>
                <a:lnTo>
                  <a:pt x="6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1" name=""/>
          <p:cNvSpPr/>
          <p:nvPr/>
        </p:nvSpPr>
        <p:spPr>
          <a:xfrm>
            <a:off x="4065120" y="3391920"/>
            <a:ext cx="202320" cy="23400"/>
          </a:xfrm>
          <a:custGeom>
            <a:avLst/>
            <a:gdLst/>
            <a:ahLst/>
            <a:rect l="0" t="0" r="r" b="b"/>
            <a:pathLst>
              <a:path w="562" h="65">
                <a:moveTo>
                  <a:pt x="0" y="65"/>
                </a:moveTo>
                <a:lnTo>
                  <a:pt x="562" y="0"/>
                </a:lnTo>
                <a:lnTo>
                  <a:pt x="6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2" name=""/>
          <p:cNvSpPr/>
          <p:nvPr/>
        </p:nvSpPr>
        <p:spPr>
          <a:xfrm>
            <a:off x="4067280" y="3391920"/>
            <a:ext cx="200160" cy="23400"/>
          </a:xfrm>
          <a:custGeom>
            <a:avLst/>
            <a:gdLst/>
            <a:ahLst/>
            <a:rect l="0" t="0" r="r" b="b"/>
            <a:pathLst>
              <a:path w="556" h="65">
                <a:moveTo>
                  <a:pt x="0" y="65"/>
                </a:moveTo>
                <a:lnTo>
                  <a:pt x="556" y="0"/>
                </a:lnTo>
                <a:lnTo>
                  <a:pt x="556" y="1"/>
                </a:lnTo>
                <a:lnTo>
                  <a:pt x="6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3" name=""/>
          <p:cNvSpPr/>
          <p:nvPr/>
        </p:nvSpPr>
        <p:spPr>
          <a:xfrm>
            <a:off x="4069440" y="3392280"/>
            <a:ext cx="198000" cy="23040"/>
          </a:xfrm>
          <a:custGeom>
            <a:avLst/>
            <a:gdLst/>
            <a:ahLst/>
            <a:rect l="0" t="0" r="r" b="b"/>
            <a:pathLst>
              <a:path w="550" h="64">
                <a:moveTo>
                  <a:pt x="0" y="64"/>
                </a:moveTo>
                <a:lnTo>
                  <a:pt x="550" y="0"/>
                </a:lnTo>
                <a:lnTo>
                  <a:pt x="550" y="1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4" name=""/>
          <p:cNvSpPr/>
          <p:nvPr/>
        </p:nvSpPr>
        <p:spPr>
          <a:xfrm>
            <a:off x="4071600" y="3392640"/>
            <a:ext cx="195840" cy="22680"/>
          </a:xfrm>
          <a:custGeom>
            <a:avLst/>
            <a:gdLst/>
            <a:ahLst/>
            <a:rect l="0" t="0" r="r" b="b"/>
            <a:pathLst>
              <a:path w="544" h="63">
                <a:moveTo>
                  <a:pt x="0" y="63"/>
                </a:moveTo>
                <a:lnTo>
                  <a:pt x="544" y="0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5" name=""/>
          <p:cNvSpPr/>
          <p:nvPr/>
        </p:nvSpPr>
        <p:spPr>
          <a:xfrm>
            <a:off x="4073760" y="3392640"/>
            <a:ext cx="193680" cy="22680"/>
          </a:xfrm>
          <a:custGeom>
            <a:avLst/>
            <a:gdLst/>
            <a:ahLst/>
            <a:rect l="0" t="0" r="r" b="b"/>
            <a:pathLst>
              <a:path w="538" h="63">
                <a:moveTo>
                  <a:pt x="0" y="63"/>
                </a:moveTo>
                <a:lnTo>
                  <a:pt x="538" y="0"/>
                </a:lnTo>
                <a:lnTo>
                  <a:pt x="538" y="1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6" name=""/>
          <p:cNvSpPr/>
          <p:nvPr/>
        </p:nvSpPr>
        <p:spPr>
          <a:xfrm>
            <a:off x="4075920" y="3393000"/>
            <a:ext cx="191520" cy="22320"/>
          </a:xfrm>
          <a:custGeom>
            <a:avLst/>
            <a:gdLst/>
            <a:ahLst/>
            <a:rect l="0" t="0" r="r" b="b"/>
            <a:pathLst>
              <a:path w="532" h="62">
                <a:moveTo>
                  <a:pt x="0" y="62"/>
                </a:moveTo>
                <a:lnTo>
                  <a:pt x="532" y="0"/>
                </a:lnTo>
                <a:lnTo>
                  <a:pt x="532" y="1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7" name=""/>
          <p:cNvSpPr/>
          <p:nvPr/>
        </p:nvSpPr>
        <p:spPr>
          <a:xfrm>
            <a:off x="4078080" y="3393360"/>
            <a:ext cx="189360" cy="21960"/>
          </a:xfrm>
          <a:custGeom>
            <a:avLst/>
            <a:gdLst/>
            <a:ahLst/>
            <a:rect l="0" t="0" r="r" b="b"/>
            <a:pathLst>
              <a:path w="526" h="61">
                <a:moveTo>
                  <a:pt x="0" y="61"/>
                </a:moveTo>
                <a:lnTo>
                  <a:pt x="526" y="0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8" name=""/>
          <p:cNvSpPr/>
          <p:nvPr/>
        </p:nvSpPr>
        <p:spPr>
          <a:xfrm>
            <a:off x="4080240" y="3393360"/>
            <a:ext cx="187200" cy="21960"/>
          </a:xfrm>
          <a:custGeom>
            <a:avLst/>
            <a:gdLst/>
            <a:ahLst/>
            <a:rect l="0" t="0" r="r" b="b"/>
            <a:pathLst>
              <a:path w="520" h="61">
                <a:moveTo>
                  <a:pt x="0" y="61"/>
                </a:moveTo>
                <a:lnTo>
                  <a:pt x="520" y="0"/>
                </a:lnTo>
                <a:lnTo>
                  <a:pt x="520" y="1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19" name=""/>
          <p:cNvSpPr/>
          <p:nvPr/>
        </p:nvSpPr>
        <p:spPr>
          <a:xfrm>
            <a:off x="4082400" y="3393720"/>
            <a:ext cx="185040" cy="21600"/>
          </a:xfrm>
          <a:custGeom>
            <a:avLst/>
            <a:gdLst/>
            <a:ahLst/>
            <a:rect l="0" t="0" r="r" b="b"/>
            <a:pathLst>
              <a:path w="514" h="60">
                <a:moveTo>
                  <a:pt x="0" y="60"/>
                </a:moveTo>
                <a:lnTo>
                  <a:pt x="514" y="0"/>
                </a:lnTo>
                <a:lnTo>
                  <a:pt x="514" y="1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0" name=""/>
          <p:cNvSpPr/>
          <p:nvPr/>
        </p:nvSpPr>
        <p:spPr>
          <a:xfrm>
            <a:off x="4084560" y="3394080"/>
            <a:ext cx="182880" cy="21240"/>
          </a:xfrm>
          <a:custGeom>
            <a:avLst/>
            <a:gdLst/>
            <a:ahLst/>
            <a:rect l="0" t="0" r="r" b="b"/>
            <a:pathLst>
              <a:path w="508" h="59">
                <a:moveTo>
                  <a:pt x="0" y="59"/>
                </a:moveTo>
                <a:lnTo>
                  <a:pt x="508" y="0"/>
                </a:lnTo>
                <a:lnTo>
                  <a:pt x="508" y="1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1" name=""/>
          <p:cNvSpPr/>
          <p:nvPr/>
        </p:nvSpPr>
        <p:spPr>
          <a:xfrm>
            <a:off x="4086720" y="3394440"/>
            <a:ext cx="180720" cy="20880"/>
          </a:xfrm>
          <a:custGeom>
            <a:avLst/>
            <a:gdLst/>
            <a:ahLst/>
            <a:rect l="0" t="0" r="r" b="b"/>
            <a:pathLst>
              <a:path w="502" h="58">
                <a:moveTo>
                  <a:pt x="0" y="58"/>
                </a:moveTo>
                <a:lnTo>
                  <a:pt x="502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2" name=""/>
          <p:cNvSpPr/>
          <p:nvPr/>
        </p:nvSpPr>
        <p:spPr>
          <a:xfrm>
            <a:off x="4088880" y="3394440"/>
            <a:ext cx="178560" cy="20880"/>
          </a:xfrm>
          <a:custGeom>
            <a:avLst/>
            <a:gdLst/>
            <a:ahLst/>
            <a:rect l="0" t="0" r="r" b="b"/>
            <a:pathLst>
              <a:path w="496" h="58">
                <a:moveTo>
                  <a:pt x="0" y="58"/>
                </a:moveTo>
                <a:lnTo>
                  <a:pt x="496" y="0"/>
                </a:lnTo>
                <a:lnTo>
                  <a:pt x="496" y="1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3" name=""/>
          <p:cNvSpPr/>
          <p:nvPr/>
        </p:nvSpPr>
        <p:spPr>
          <a:xfrm>
            <a:off x="4091040" y="3394800"/>
            <a:ext cx="176400" cy="20520"/>
          </a:xfrm>
          <a:custGeom>
            <a:avLst/>
            <a:gdLst/>
            <a:ahLst/>
            <a:rect l="0" t="0" r="r" b="b"/>
            <a:pathLst>
              <a:path w="490" h="57">
                <a:moveTo>
                  <a:pt x="0" y="57"/>
                </a:moveTo>
                <a:lnTo>
                  <a:pt x="490" y="0"/>
                </a:lnTo>
                <a:lnTo>
                  <a:pt x="490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4" name=""/>
          <p:cNvSpPr/>
          <p:nvPr/>
        </p:nvSpPr>
        <p:spPr>
          <a:xfrm>
            <a:off x="4093200" y="3395160"/>
            <a:ext cx="174240" cy="20160"/>
          </a:xfrm>
          <a:custGeom>
            <a:avLst/>
            <a:gdLst/>
            <a:ahLst/>
            <a:rect l="0" t="0" r="r" b="b"/>
            <a:pathLst>
              <a:path w="484" h="56">
                <a:moveTo>
                  <a:pt x="0" y="56"/>
                </a:moveTo>
                <a:lnTo>
                  <a:pt x="484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5" name=""/>
          <p:cNvSpPr/>
          <p:nvPr/>
        </p:nvSpPr>
        <p:spPr>
          <a:xfrm>
            <a:off x="4095360" y="3395160"/>
            <a:ext cx="172080" cy="20160"/>
          </a:xfrm>
          <a:custGeom>
            <a:avLst/>
            <a:gdLst/>
            <a:ahLst/>
            <a:rect l="0" t="0" r="r" b="b"/>
            <a:pathLst>
              <a:path w="478" h="56">
                <a:moveTo>
                  <a:pt x="0" y="56"/>
                </a:moveTo>
                <a:lnTo>
                  <a:pt x="478" y="0"/>
                </a:lnTo>
                <a:lnTo>
                  <a:pt x="478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6" name=""/>
          <p:cNvSpPr/>
          <p:nvPr/>
        </p:nvSpPr>
        <p:spPr>
          <a:xfrm>
            <a:off x="4097520" y="3395520"/>
            <a:ext cx="169920" cy="19800"/>
          </a:xfrm>
          <a:custGeom>
            <a:avLst/>
            <a:gdLst/>
            <a:ahLst/>
            <a:rect l="0" t="0" r="r" b="b"/>
            <a:pathLst>
              <a:path w="472" h="55">
                <a:moveTo>
                  <a:pt x="0" y="55"/>
                </a:moveTo>
                <a:lnTo>
                  <a:pt x="472" y="0"/>
                </a:lnTo>
                <a:lnTo>
                  <a:pt x="472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7" name=""/>
          <p:cNvSpPr/>
          <p:nvPr/>
        </p:nvSpPr>
        <p:spPr>
          <a:xfrm>
            <a:off x="4099680" y="3395880"/>
            <a:ext cx="167760" cy="19440"/>
          </a:xfrm>
          <a:custGeom>
            <a:avLst/>
            <a:gdLst/>
            <a:ahLst/>
            <a:rect l="0" t="0" r="r" b="b"/>
            <a:pathLst>
              <a:path w="466" h="54">
                <a:moveTo>
                  <a:pt x="0" y="54"/>
                </a:moveTo>
                <a:lnTo>
                  <a:pt x="466" y="0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8" name=""/>
          <p:cNvSpPr/>
          <p:nvPr/>
        </p:nvSpPr>
        <p:spPr>
          <a:xfrm>
            <a:off x="4101840" y="3395880"/>
            <a:ext cx="165600" cy="19440"/>
          </a:xfrm>
          <a:custGeom>
            <a:avLst/>
            <a:gdLst/>
            <a:ahLst/>
            <a:rect l="0" t="0" r="r" b="b"/>
            <a:pathLst>
              <a:path w="460" h="54">
                <a:moveTo>
                  <a:pt x="0" y="54"/>
                </a:moveTo>
                <a:lnTo>
                  <a:pt x="460" y="0"/>
                </a:lnTo>
                <a:lnTo>
                  <a:pt x="460" y="1"/>
                </a:lnTo>
                <a:lnTo>
                  <a:pt x="7" y="54"/>
                </a:lnTo>
                <a:lnTo>
                  <a:pt x="0" y="54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29" name=""/>
          <p:cNvSpPr/>
          <p:nvPr/>
        </p:nvSpPr>
        <p:spPr>
          <a:xfrm>
            <a:off x="4104360" y="3396240"/>
            <a:ext cx="163080" cy="19080"/>
          </a:xfrm>
          <a:custGeom>
            <a:avLst/>
            <a:gdLst/>
            <a:ahLst/>
            <a:rect l="0" t="0" r="r" b="b"/>
            <a:pathLst>
              <a:path w="453" h="53">
                <a:moveTo>
                  <a:pt x="0" y="53"/>
                </a:moveTo>
                <a:lnTo>
                  <a:pt x="453" y="0"/>
                </a:lnTo>
                <a:lnTo>
                  <a:pt x="453" y="1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0" name=""/>
          <p:cNvSpPr/>
          <p:nvPr/>
        </p:nvSpPr>
        <p:spPr>
          <a:xfrm>
            <a:off x="4106520" y="3396600"/>
            <a:ext cx="160920" cy="18720"/>
          </a:xfrm>
          <a:custGeom>
            <a:avLst/>
            <a:gdLst/>
            <a:ahLst/>
            <a:rect l="0" t="0" r="r" b="b"/>
            <a:pathLst>
              <a:path w="447" h="52">
                <a:moveTo>
                  <a:pt x="0" y="52"/>
                </a:moveTo>
                <a:lnTo>
                  <a:pt x="447" y="0"/>
                </a:lnTo>
                <a:lnTo>
                  <a:pt x="447" y="1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1" name=""/>
          <p:cNvSpPr/>
          <p:nvPr/>
        </p:nvSpPr>
        <p:spPr>
          <a:xfrm>
            <a:off x="4108680" y="3396960"/>
            <a:ext cx="158760" cy="18360"/>
          </a:xfrm>
          <a:custGeom>
            <a:avLst/>
            <a:gdLst/>
            <a:ahLst/>
            <a:rect l="0" t="0" r="r" b="b"/>
            <a:pathLst>
              <a:path w="441" h="51">
                <a:moveTo>
                  <a:pt x="0" y="51"/>
                </a:moveTo>
                <a:lnTo>
                  <a:pt x="441" y="0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2" name=""/>
          <p:cNvSpPr/>
          <p:nvPr/>
        </p:nvSpPr>
        <p:spPr>
          <a:xfrm>
            <a:off x="4110840" y="3396960"/>
            <a:ext cx="156600" cy="18360"/>
          </a:xfrm>
          <a:custGeom>
            <a:avLst/>
            <a:gdLst/>
            <a:ahLst/>
            <a:rect l="0" t="0" r="r" b="b"/>
            <a:pathLst>
              <a:path w="435" h="51">
                <a:moveTo>
                  <a:pt x="0" y="51"/>
                </a:moveTo>
                <a:lnTo>
                  <a:pt x="435" y="0"/>
                </a:lnTo>
                <a:lnTo>
                  <a:pt x="435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3" name=""/>
          <p:cNvSpPr/>
          <p:nvPr/>
        </p:nvSpPr>
        <p:spPr>
          <a:xfrm>
            <a:off x="4113000" y="3397320"/>
            <a:ext cx="154440" cy="18000"/>
          </a:xfrm>
          <a:custGeom>
            <a:avLst/>
            <a:gdLst/>
            <a:ahLst/>
            <a:rect l="0" t="0" r="r" b="b"/>
            <a:pathLst>
              <a:path w="429" h="50">
                <a:moveTo>
                  <a:pt x="0" y="50"/>
                </a:moveTo>
                <a:lnTo>
                  <a:pt x="429" y="0"/>
                </a:lnTo>
                <a:lnTo>
                  <a:pt x="429" y="1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4" name=""/>
          <p:cNvSpPr/>
          <p:nvPr/>
        </p:nvSpPr>
        <p:spPr>
          <a:xfrm>
            <a:off x="4115160" y="3397680"/>
            <a:ext cx="152280" cy="17640"/>
          </a:xfrm>
          <a:custGeom>
            <a:avLst/>
            <a:gdLst/>
            <a:ahLst/>
            <a:rect l="0" t="0" r="r" b="b"/>
            <a:pathLst>
              <a:path w="423" h="49">
                <a:moveTo>
                  <a:pt x="0" y="49"/>
                </a:moveTo>
                <a:lnTo>
                  <a:pt x="423" y="0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5" name=""/>
          <p:cNvSpPr/>
          <p:nvPr/>
        </p:nvSpPr>
        <p:spPr>
          <a:xfrm>
            <a:off x="4117320" y="3397680"/>
            <a:ext cx="150120" cy="17640"/>
          </a:xfrm>
          <a:custGeom>
            <a:avLst/>
            <a:gdLst/>
            <a:ahLst/>
            <a:rect l="0" t="0" r="r" b="b"/>
            <a:pathLst>
              <a:path w="417" h="49">
                <a:moveTo>
                  <a:pt x="0" y="49"/>
                </a:moveTo>
                <a:lnTo>
                  <a:pt x="417" y="0"/>
                </a:lnTo>
                <a:lnTo>
                  <a:pt x="417" y="1"/>
                </a:lnTo>
                <a:lnTo>
                  <a:pt x="7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6" name=""/>
          <p:cNvSpPr/>
          <p:nvPr/>
        </p:nvSpPr>
        <p:spPr>
          <a:xfrm>
            <a:off x="4119480" y="3398040"/>
            <a:ext cx="147960" cy="17280"/>
          </a:xfrm>
          <a:custGeom>
            <a:avLst/>
            <a:gdLst/>
            <a:ahLst/>
            <a:rect l="0" t="0" r="r" b="b"/>
            <a:pathLst>
              <a:path w="411" h="48">
                <a:moveTo>
                  <a:pt x="0" y="48"/>
                </a:moveTo>
                <a:lnTo>
                  <a:pt x="411" y="0"/>
                </a:lnTo>
                <a:lnTo>
                  <a:pt x="411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7" name=""/>
          <p:cNvSpPr/>
          <p:nvPr/>
        </p:nvSpPr>
        <p:spPr>
          <a:xfrm>
            <a:off x="4121640" y="3398400"/>
            <a:ext cx="145800" cy="16920"/>
          </a:xfrm>
          <a:custGeom>
            <a:avLst/>
            <a:gdLst/>
            <a:ahLst/>
            <a:rect l="0" t="0" r="r" b="b"/>
            <a:pathLst>
              <a:path w="405" h="47">
                <a:moveTo>
                  <a:pt x="0" y="47"/>
                </a:moveTo>
                <a:lnTo>
                  <a:pt x="405" y="0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8" name=""/>
          <p:cNvSpPr/>
          <p:nvPr/>
        </p:nvSpPr>
        <p:spPr>
          <a:xfrm>
            <a:off x="4123800" y="3398400"/>
            <a:ext cx="143640" cy="16920"/>
          </a:xfrm>
          <a:custGeom>
            <a:avLst/>
            <a:gdLst/>
            <a:ahLst/>
            <a:rect l="0" t="0" r="r" b="b"/>
            <a:pathLst>
              <a:path w="399" h="47">
                <a:moveTo>
                  <a:pt x="0" y="47"/>
                </a:moveTo>
                <a:lnTo>
                  <a:pt x="399" y="0"/>
                </a:lnTo>
                <a:lnTo>
                  <a:pt x="399" y="1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39" name=""/>
          <p:cNvSpPr/>
          <p:nvPr/>
        </p:nvSpPr>
        <p:spPr>
          <a:xfrm>
            <a:off x="4125960" y="3398760"/>
            <a:ext cx="141480" cy="16560"/>
          </a:xfrm>
          <a:custGeom>
            <a:avLst/>
            <a:gdLst/>
            <a:ahLst/>
            <a:rect l="0" t="0" r="r" b="b"/>
            <a:pathLst>
              <a:path w="393" h="46">
                <a:moveTo>
                  <a:pt x="0" y="46"/>
                </a:moveTo>
                <a:lnTo>
                  <a:pt x="393" y="0"/>
                </a:lnTo>
                <a:lnTo>
                  <a:pt x="393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0" name=""/>
          <p:cNvSpPr/>
          <p:nvPr/>
        </p:nvSpPr>
        <p:spPr>
          <a:xfrm>
            <a:off x="4128120" y="3399120"/>
            <a:ext cx="139320" cy="16200"/>
          </a:xfrm>
          <a:custGeom>
            <a:avLst/>
            <a:gdLst/>
            <a:ahLst/>
            <a:rect l="0" t="0" r="r" b="b"/>
            <a:pathLst>
              <a:path w="387" h="45">
                <a:moveTo>
                  <a:pt x="0" y="45"/>
                </a:moveTo>
                <a:lnTo>
                  <a:pt x="387" y="0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1" name=""/>
          <p:cNvSpPr/>
          <p:nvPr/>
        </p:nvSpPr>
        <p:spPr>
          <a:xfrm>
            <a:off x="4130280" y="3399120"/>
            <a:ext cx="137160" cy="16200"/>
          </a:xfrm>
          <a:custGeom>
            <a:avLst/>
            <a:gdLst/>
            <a:ahLst/>
            <a:rect l="0" t="0" r="r" b="b"/>
            <a:pathLst>
              <a:path w="381" h="45">
                <a:moveTo>
                  <a:pt x="0" y="45"/>
                </a:moveTo>
                <a:lnTo>
                  <a:pt x="381" y="0"/>
                </a:lnTo>
                <a:lnTo>
                  <a:pt x="381" y="1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2" name=""/>
          <p:cNvSpPr/>
          <p:nvPr/>
        </p:nvSpPr>
        <p:spPr>
          <a:xfrm>
            <a:off x="4132440" y="3399480"/>
            <a:ext cx="135000" cy="15840"/>
          </a:xfrm>
          <a:custGeom>
            <a:avLst/>
            <a:gdLst/>
            <a:ahLst/>
            <a:rect l="0" t="0" r="r" b="b"/>
            <a:pathLst>
              <a:path w="375" h="44">
                <a:moveTo>
                  <a:pt x="0" y="44"/>
                </a:moveTo>
                <a:lnTo>
                  <a:pt x="375" y="0"/>
                </a:lnTo>
                <a:lnTo>
                  <a:pt x="375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3" name=""/>
          <p:cNvSpPr/>
          <p:nvPr/>
        </p:nvSpPr>
        <p:spPr>
          <a:xfrm>
            <a:off x="4134600" y="3399840"/>
            <a:ext cx="132840" cy="15480"/>
          </a:xfrm>
          <a:custGeom>
            <a:avLst/>
            <a:gdLst/>
            <a:ahLst/>
            <a:rect l="0" t="0" r="r" b="b"/>
            <a:pathLst>
              <a:path w="369" h="43">
                <a:moveTo>
                  <a:pt x="0" y="43"/>
                </a:moveTo>
                <a:lnTo>
                  <a:pt x="369" y="0"/>
                </a:lnTo>
                <a:lnTo>
                  <a:pt x="369" y="1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4" name=""/>
          <p:cNvSpPr/>
          <p:nvPr/>
        </p:nvSpPr>
        <p:spPr>
          <a:xfrm>
            <a:off x="4136760" y="3400200"/>
            <a:ext cx="130680" cy="15120"/>
          </a:xfrm>
          <a:custGeom>
            <a:avLst/>
            <a:gdLst/>
            <a:ahLst/>
            <a:rect l="0" t="0" r="r" b="b"/>
            <a:pathLst>
              <a:path w="363" h="42">
                <a:moveTo>
                  <a:pt x="0" y="42"/>
                </a:moveTo>
                <a:lnTo>
                  <a:pt x="363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5" name=""/>
          <p:cNvSpPr/>
          <p:nvPr/>
        </p:nvSpPr>
        <p:spPr>
          <a:xfrm>
            <a:off x="4138920" y="3400200"/>
            <a:ext cx="128520" cy="15120"/>
          </a:xfrm>
          <a:custGeom>
            <a:avLst/>
            <a:gdLst/>
            <a:ahLst/>
            <a:rect l="0" t="0" r="r" b="b"/>
            <a:pathLst>
              <a:path w="357" h="42">
                <a:moveTo>
                  <a:pt x="0" y="42"/>
                </a:moveTo>
                <a:lnTo>
                  <a:pt x="357" y="0"/>
                </a:lnTo>
                <a:lnTo>
                  <a:pt x="357" y="1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6" name=""/>
          <p:cNvSpPr/>
          <p:nvPr/>
        </p:nvSpPr>
        <p:spPr>
          <a:xfrm>
            <a:off x="4141080" y="3400560"/>
            <a:ext cx="126360" cy="14760"/>
          </a:xfrm>
          <a:custGeom>
            <a:avLst/>
            <a:gdLst/>
            <a:ahLst/>
            <a:rect l="0" t="0" r="r" b="b"/>
            <a:pathLst>
              <a:path w="351" h="41">
                <a:moveTo>
                  <a:pt x="0" y="41"/>
                </a:moveTo>
                <a:lnTo>
                  <a:pt x="351" y="0"/>
                </a:lnTo>
                <a:lnTo>
                  <a:pt x="351" y="1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7" name=""/>
          <p:cNvSpPr/>
          <p:nvPr/>
        </p:nvSpPr>
        <p:spPr>
          <a:xfrm>
            <a:off x="4143240" y="3400920"/>
            <a:ext cx="124200" cy="14400"/>
          </a:xfrm>
          <a:custGeom>
            <a:avLst/>
            <a:gdLst/>
            <a:ahLst/>
            <a:rect l="0" t="0" r="r" b="b"/>
            <a:pathLst>
              <a:path w="345" h="40">
                <a:moveTo>
                  <a:pt x="0" y="40"/>
                </a:moveTo>
                <a:lnTo>
                  <a:pt x="345" y="0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8" name=""/>
          <p:cNvSpPr/>
          <p:nvPr/>
        </p:nvSpPr>
        <p:spPr>
          <a:xfrm>
            <a:off x="4145400" y="3400920"/>
            <a:ext cx="122040" cy="14400"/>
          </a:xfrm>
          <a:custGeom>
            <a:avLst/>
            <a:gdLst/>
            <a:ahLst/>
            <a:rect l="0" t="0" r="r" b="b"/>
            <a:pathLst>
              <a:path w="339" h="40">
                <a:moveTo>
                  <a:pt x="0" y="40"/>
                </a:moveTo>
                <a:lnTo>
                  <a:pt x="339" y="0"/>
                </a:lnTo>
                <a:lnTo>
                  <a:pt x="339" y="1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49" name=""/>
          <p:cNvSpPr/>
          <p:nvPr/>
        </p:nvSpPr>
        <p:spPr>
          <a:xfrm>
            <a:off x="4147560" y="3401280"/>
            <a:ext cx="119880" cy="14040"/>
          </a:xfrm>
          <a:custGeom>
            <a:avLst/>
            <a:gdLst/>
            <a:ahLst/>
            <a:rect l="0" t="0" r="r" b="b"/>
            <a:pathLst>
              <a:path w="333" h="39">
                <a:moveTo>
                  <a:pt x="0" y="39"/>
                </a:moveTo>
                <a:lnTo>
                  <a:pt x="333" y="0"/>
                </a:lnTo>
                <a:lnTo>
                  <a:pt x="333" y="1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0" name=""/>
          <p:cNvSpPr/>
          <p:nvPr/>
        </p:nvSpPr>
        <p:spPr>
          <a:xfrm>
            <a:off x="4149720" y="3401640"/>
            <a:ext cx="117720" cy="13680"/>
          </a:xfrm>
          <a:custGeom>
            <a:avLst/>
            <a:gdLst/>
            <a:ahLst/>
            <a:rect l="0" t="0" r="r" b="b"/>
            <a:pathLst>
              <a:path w="327" h="38">
                <a:moveTo>
                  <a:pt x="0" y="38"/>
                </a:moveTo>
                <a:lnTo>
                  <a:pt x="327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1" name=""/>
          <p:cNvSpPr/>
          <p:nvPr/>
        </p:nvSpPr>
        <p:spPr>
          <a:xfrm>
            <a:off x="4151880" y="3401640"/>
            <a:ext cx="115560" cy="13680"/>
          </a:xfrm>
          <a:custGeom>
            <a:avLst/>
            <a:gdLst/>
            <a:ahLst/>
            <a:rect l="0" t="0" r="r" b="b"/>
            <a:pathLst>
              <a:path w="321" h="38">
                <a:moveTo>
                  <a:pt x="0" y="38"/>
                </a:moveTo>
                <a:lnTo>
                  <a:pt x="321" y="0"/>
                </a:lnTo>
                <a:lnTo>
                  <a:pt x="321" y="1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2" name=""/>
          <p:cNvSpPr/>
          <p:nvPr/>
        </p:nvSpPr>
        <p:spPr>
          <a:xfrm>
            <a:off x="4154040" y="3402000"/>
            <a:ext cx="113400" cy="13320"/>
          </a:xfrm>
          <a:custGeom>
            <a:avLst/>
            <a:gdLst/>
            <a:ahLst/>
            <a:rect l="0" t="0" r="r" b="b"/>
            <a:pathLst>
              <a:path w="315" h="37">
                <a:moveTo>
                  <a:pt x="0" y="37"/>
                </a:moveTo>
                <a:lnTo>
                  <a:pt x="315" y="0"/>
                </a:lnTo>
                <a:lnTo>
                  <a:pt x="315" y="2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3" name=""/>
          <p:cNvSpPr/>
          <p:nvPr/>
        </p:nvSpPr>
        <p:spPr>
          <a:xfrm>
            <a:off x="4156200" y="3402360"/>
            <a:ext cx="111240" cy="12960"/>
          </a:xfrm>
          <a:custGeom>
            <a:avLst/>
            <a:gdLst/>
            <a:ahLst/>
            <a:rect l="0" t="0" r="r" b="b"/>
            <a:pathLst>
              <a:path w="309" h="36">
                <a:moveTo>
                  <a:pt x="0" y="36"/>
                </a:moveTo>
                <a:lnTo>
                  <a:pt x="309" y="0"/>
                </a:lnTo>
                <a:lnTo>
                  <a:pt x="309" y="1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4" name=""/>
          <p:cNvSpPr/>
          <p:nvPr/>
        </p:nvSpPr>
        <p:spPr>
          <a:xfrm>
            <a:off x="4158360" y="3402720"/>
            <a:ext cx="109080" cy="12600"/>
          </a:xfrm>
          <a:custGeom>
            <a:avLst/>
            <a:gdLst/>
            <a:ahLst/>
            <a:rect l="0" t="0" r="r" b="b"/>
            <a:pathLst>
              <a:path w="303" h="35">
                <a:moveTo>
                  <a:pt x="0" y="35"/>
                </a:moveTo>
                <a:lnTo>
                  <a:pt x="303" y="0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5" name=""/>
          <p:cNvSpPr/>
          <p:nvPr/>
        </p:nvSpPr>
        <p:spPr>
          <a:xfrm>
            <a:off x="4160520" y="3402720"/>
            <a:ext cx="106920" cy="12600"/>
          </a:xfrm>
          <a:custGeom>
            <a:avLst/>
            <a:gdLst/>
            <a:ahLst/>
            <a:rect l="0" t="0" r="r" b="b"/>
            <a:pathLst>
              <a:path w="297" h="35">
                <a:moveTo>
                  <a:pt x="0" y="35"/>
                </a:moveTo>
                <a:lnTo>
                  <a:pt x="297" y="0"/>
                </a:lnTo>
                <a:lnTo>
                  <a:pt x="297" y="1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6" name=""/>
          <p:cNvSpPr/>
          <p:nvPr/>
        </p:nvSpPr>
        <p:spPr>
          <a:xfrm>
            <a:off x="4162680" y="3403080"/>
            <a:ext cx="104760" cy="12240"/>
          </a:xfrm>
          <a:custGeom>
            <a:avLst/>
            <a:gdLst/>
            <a:ahLst/>
            <a:rect l="0" t="0" r="r" b="b"/>
            <a:pathLst>
              <a:path w="291" h="34">
                <a:moveTo>
                  <a:pt x="0" y="34"/>
                </a:moveTo>
                <a:lnTo>
                  <a:pt x="291" y="0"/>
                </a:lnTo>
                <a:lnTo>
                  <a:pt x="291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7" name=""/>
          <p:cNvSpPr/>
          <p:nvPr/>
        </p:nvSpPr>
        <p:spPr>
          <a:xfrm>
            <a:off x="4164840" y="3403440"/>
            <a:ext cx="102600" cy="11880"/>
          </a:xfrm>
          <a:custGeom>
            <a:avLst/>
            <a:gdLst/>
            <a:ahLst/>
            <a:rect l="0" t="0" r="r" b="b"/>
            <a:pathLst>
              <a:path w="285" h="33">
                <a:moveTo>
                  <a:pt x="0" y="33"/>
                </a:moveTo>
                <a:lnTo>
                  <a:pt x="285" y="0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8" name=""/>
          <p:cNvSpPr/>
          <p:nvPr/>
        </p:nvSpPr>
        <p:spPr>
          <a:xfrm>
            <a:off x="4167000" y="3403440"/>
            <a:ext cx="100440" cy="11880"/>
          </a:xfrm>
          <a:custGeom>
            <a:avLst/>
            <a:gdLst/>
            <a:ahLst/>
            <a:rect l="0" t="0" r="r" b="b"/>
            <a:pathLst>
              <a:path w="279" h="33">
                <a:moveTo>
                  <a:pt x="0" y="33"/>
                </a:moveTo>
                <a:lnTo>
                  <a:pt x="279" y="0"/>
                </a:lnTo>
                <a:lnTo>
                  <a:pt x="279" y="1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59" name=""/>
          <p:cNvSpPr/>
          <p:nvPr/>
        </p:nvSpPr>
        <p:spPr>
          <a:xfrm>
            <a:off x="4169160" y="3403800"/>
            <a:ext cx="98280" cy="11520"/>
          </a:xfrm>
          <a:custGeom>
            <a:avLst/>
            <a:gdLst/>
            <a:ahLst/>
            <a:rect l="0" t="0" r="r" b="b"/>
            <a:pathLst>
              <a:path w="273" h="32">
                <a:moveTo>
                  <a:pt x="0" y="32"/>
                </a:moveTo>
                <a:lnTo>
                  <a:pt x="273" y="0"/>
                </a:lnTo>
                <a:lnTo>
                  <a:pt x="273" y="1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0" name=""/>
          <p:cNvSpPr/>
          <p:nvPr/>
        </p:nvSpPr>
        <p:spPr>
          <a:xfrm>
            <a:off x="4171320" y="3404160"/>
            <a:ext cx="96120" cy="11160"/>
          </a:xfrm>
          <a:custGeom>
            <a:avLst/>
            <a:gdLst/>
            <a:ahLst/>
            <a:rect l="0" t="0" r="r" b="b"/>
            <a:pathLst>
              <a:path w="267" h="31">
                <a:moveTo>
                  <a:pt x="0" y="31"/>
                </a:moveTo>
                <a:lnTo>
                  <a:pt x="267" y="0"/>
                </a:lnTo>
                <a:lnTo>
                  <a:pt x="7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1" name=""/>
          <p:cNvSpPr/>
          <p:nvPr/>
        </p:nvSpPr>
        <p:spPr>
          <a:xfrm>
            <a:off x="4173840" y="3404160"/>
            <a:ext cx="93600" cy="11160"/>
          </a:xfrm>
          <a:custGeom>
            <a:avLst/>
            <a:gdLst/>
            <a:ahLst/>
            <a:rect l="0" t="0" r="r" b="b"/>
            <a:pathLst>
              <a:path w="260" h="31">
                <a:moveTo>
                  <a:pt x="0" y="31"/>
                </a:moveTo>
                <a:lnTo>
                  <a:pt x="260" y="0"/>
                </a:lnTo>
                <a:lnTo>
                  <a:pt x="260" y="1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2" name=""/>
          <p:cNvSpPr/>
          <p:nvPr/>
        </p:nvSpPr>
        <p:spPr>
          <a:xfrm>
            <a:off x="4176000" y="3404520"/>
            <a:ext cx="91440" cy="10800"/>
          </a:xfrm>
          <a:custGeom>
            <a:avLst/>
            <a:gdLst/>
            <a:ahLst/>
            <a:rect l="0" t="0" r="r" b="b"/>
            <a:pathLst>
              <a:path w="254" h="30">
                <a:moveTo>
                  <a:pt x="0" y="30"/>
                </a:moveTo>
                <a:lnTo>
                  <a:pt x="254" y="0"/>
                </a:lnTo>
                <a:lnTo>
                  <a:pt x="254" y="1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3" name=""/>
          <p:cNvSpPr/>
          <p:nvPr/>
        </p:nvSpPr>
        <p:spPr>
          <a:xfrm>
            <a:off x="4178160" y="3404880"/>
            <a:ext cx="89280" cy="10440"/>
          </a:xfrm>
          <a:custGeom>
            <a:avLst/>
            <a:gdLst/>
            <a:ahLst/>
            <a:rect l="0" t="0" r="r" b="b"/>
            <a:pathLst>
              <a:path w="248" h="29">
                <a:moveTo>
                  <a:pt x="0" y="29"/>
                </a:moveTo>
                <a:lnTo>
                  <a:pt x="248" y="0"/>
                </a:lnTo>
                <a:lnTo>
                  <a:pt x="248" y="1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4" name=""/>
          <p:cNvSpPr/>
          <p:nvPr/>
        </p:nvSpPr>
        <p:spPr>
          <a:xfrm>
            <a:off x="4180320" y="3405240"/>
            <a:ext cx="87120" cy="10080"/>
          </a:xfrm>
          <a:custGeom>
            <a:avLst/>
            <a:gdLst/>
            <a:ahLst/>
            <a:rect l="0" t="0" r="r" b="b"/>
            <a:pathLst>
              <a:path w="242" h="28">
                <a:moveTo>
                  <a:pt x="0" y="28"/>
                </a:moveTo>
                <a:lnTo>
                  <a:pt x="242" y="0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5" name=""/>
          <p:cNvSpPr/>
          <p:nvPr/>
        </p:nvSpPr>
        <p:spPr>
          <a:xfrm>
            <a:off x="4182480" y="3405240"/>
            <a:ext cx="84960" cy="10080"/>
          </a:xfrm>
          <a:custGeom>
            <a:avLst/>
            <a:gdLst/>
            <a:ahLst/>
            <a:rect l="0" t="0" r="r" b="b"/>
            <a:pathLst>
              <a:path w="236" h="28">
                <a:moveTo>
                  <a:pt x="0" y="28"/>
                </a:moveTo>
                <a:lnTo>
                  <a:pt x="236" y="0"/>
                </a:lnTo>
                <a:lnTo>
                  <a:pt x="236" y="1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6" name=""/>
          <p:cNvSpPr/>
          <p:nvPr/>
        </p:nvSpPr>
        <p:spPr>
          <a:xfrm>
            <a:off x="4184640" y="3405600"/>
            <a:ext cx="82800" cy="9720"/>
          </a:xfrm>
          <a:custGeom>
            <a:avLst/>
            <a:gdLst/>
            <a:ahLst/>
            <a:rect l="0" t="0" r="r" b="b"/>
            <a:pathLst>
              <a:path w="230" h="27">
                <a:moveTo>
                  <a:pt x="0" y="27"/>
                </a:moveTo>
                <a:lnTo>
                  <a:pt x="230" y="0"/>
                </a:lnTo>
                <a:lnTo>
                  <a:pt x="230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7" name=""/>
          <p:cNvSpPr/>
          <p:nvPr/>
        </p:nvSpPr>
        <p:spPr>
          <a:xfrm>
            <a:off x="4186800" y="3405960"/>
            <a:ext cx="80640" cy="9360"/>
          </a:xfrm>
          <a:custGeom>
            <a:avLst/>
            <a:gdLst/>
            <a:ahLst/>
            <a:rect l="0" t="0" r="r" b="b"/>
            <a:pathLst>
              <a:path w="224" h="26">
                <a:moveTo>
                  <a:pt x="0" y="26"/>
                </a:moveTo>
                <a:lnTo>
                  <a:pt x="224" y="0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8" name=""/>
          <p:cNvSpPr/>
          <p:nvPr/>
        </p:nvSpPr>
        <p:spPr>
          <a:xfrm>
            <a:off x="4188960" y="3405960"/>
            <a:ext cx="78480" cy="9360"/>
          </a:xfrm>
          <a:custGeom>
            <a:avLst/>
            <a:gdLst/>
            <a:ahLst/>
            <a:rect l="0" t="0" r="r" b="b"/>
            <a:pathLst>
              <a:path w="218" h="26">
                <a:moveTo>
                  <a:pt x="0" y="26"/>
                </a:moveTo>
                <a:lnTo>
                  <a:pt x="218" y="0"/>
                </a:lnTo>
                <a:lnTo>
                  <a:pt x="218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69" name=""/>
          <p:cNvSpPr/>
          <p:nvPr/>
        </p:nvSpPr>
        <p:spPr>
          <a:xfrm>
            <a:off x="4191120" y="3406320"/>
            <a:ext cx="76320" cy="9000"/>
          </a:xfrm>
          <a:custGeom>
            <a:avLst/>
            <a:gdLst/>
            <a:ahLst/>
            <a:rect l="0" t="0" r="r" b="b"/>
            <a:pathLst>
              <a:path w="212" h="25">
                <a:moveTo>
                  <a:pt x="0" y="25"/>
                </a:moveTo>
                <a:lnTo>
                  <a:pt x="212" y="0"/>
                </a:lnTo>
                <a:lnTo>
                  <a:pt x="212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0" name=""/>
          <p:cNvSpPr/>
          <p:nvPr/>
        </p:nvSpPr>
        <p:spPr>
          <a:xfrm>
            <a:off x="4193280" y="3406680"/>
            <a:ext cx="74160" cy="8640"/>
          </a:xfrm>
          <a:custGeom>
            <a:avLst/>
            <a:gdLst/>
            <a:ahLst/>
            <a:rect l="0" t="0" r="r" b="b"/>
            <a:pathLst>
              <a:path w="206" h="24">
                <a:moveTo>
                  <a:pt x="0" y="24"/>
                </a:moveTo>
                <a:lnTo>
                  <a:pt x="206" y="0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1" name=""/>
          <p:cNvSpPr/>
          <p:nvPr/>
        </p:nvSpPr>
        <p:spPr>
          <a:xfrm>
            <a:off x="4195440" y="3406680"/>
            <a:ext cx="72000" cy="8640"/>
          </a:xfrm>
          <a:custGeom>
            <a:avLst/>
            <a:gdLst/>
            <a:ahLst/>
            <a:rect l="0" t="0" r="r" b="b"/>
            <a:pathLst>
              <a:path w="200" h="24">
                <a:moveTo>
                  <a:pt x="0" y="24"/>
                </a:moveTo>
                <a:lnTo>
                  <a:pt x="200" y="0"/>
                </a:lnTo>
                <a:lnTo>
                  <a:pt x="200" y="1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2" name=""/>
          <p:cNvSpPr/>
          <p:nvPr/>
        </p:nvSpPr>
        <p:spPr>
          <a:xfrm>
            <a:off x="4197600" y="3407040"/>
            <a:ext cx="69840" cy="8280"/>
          </a:xfrm>
          <a:custGeom>
            <a:avLst/>
            <a:gdLst/>
            <a:ahLst/>
            <a:rect l="0" t="0" r="r" b="b"/>
            <a:pathLst>
              <a:path w="194" h="23">
                <a:moveTo>
                  <a:pt x="0" y="23"/>
                </a:moveTo>
                <a:lnTo>
                  <a:pt x="194" y="0"/>
                </a:lnTo>
                <a:lnTo>
                  <a:pt x="194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3" name=""/>
          <p:cNvSpPr/>
          <p:nvPr/>
        </p:nvSpPr>
        <p:spPr>
          <a:xfrm>
            <a:off x="4199760" y="3407400"/>
            <a:ext cx="67680" cy="7920"/>
          </a:xfrm>
          <a:custGeom>
            <a:avLst/>
            <a:gdLst/>
            <a:ahLst/>
            <a:rect l="0" t="0" r="r" b="b"/>
            <a:pathLst>
              <a:path w="188" h="22">
                <a:moveTo>
                  <a:pt x="0" y="22"/>
                </a:moveTo>
                <a:lnTo>
                  <a:pt x="188" y="0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4" name=""/>
          <p:cNvSpPr/>
          <p:nvPr/>
        </p:nvSpPr>
        <p:spPr>
          <a:xfrm>
            <a:off x="4201920" y="3407400"/>
            <a:ext cx="65520" cy="7920"/>
          </a:xfrm>
          <a:custGeom>
            <a:avLst/>
            <a:gdLst/>
            <a:ahLst/>
            <a:rect l="0" t="0" r="r" b="b"/>
            <a:pathLst>
              <a:path w="182" h="22">
                <a:moveTo>
                  <a:pt x="0" y="22"/>
                </a:moveTo>
                <a:lnTo>
                  <a:pt x="182" y="0"/>
                </a:lnTo>
                <a:lnTo>
                  <a:pt x="182" y="1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5" name=""/>
          <p:cNvSpPr/>
          <p:nvPr/>
        </p:nvSpPr>
        <p:spPr>
          <a:xfrm>
            <a:off x="4204080" y="3407760"/>
            <a:ext cx="63360" cy="7560"/>
          </a:xfrm>
          <a:custGeom>
            <a:avLst/>
            <a:gdLst/>
            <a:ahLst/>
            <a:rect l="0" t="0" r="r" b="b"/>
            <a:pathLst>
              <a:path w="176" h="21">
                <a:moveTo>
                  <a:pt x="0" y="21"/>
                </a:moveTo>
                <a:lnTo>
                  <a:pt x="176" y="0"/>
                </a:lnTo>
                <a:lnTo>
                  <a:pt x="176" y="1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6" name=""/>
          <p:cNvSpPr/>
          <p:nvPr/>
        </p:nvSpPr>
        <p:spPr>
          <a:xfrm>
            <a:off x="4206240" y="3408120"/>
            <a:ext cx="61200" cy="7200"/>
          </a:xfrm>
          <a:custGeom>
            <a:avLst/>
            <a:gdLst/>
            <a:ahLst/>
            <a:rect l="0" t="0" r="r" b="b"/>
            <a:pathLst>
              <a:path w="170" h="20">
                <a:moveTo>
                  <a:pt x="0" y="20"/>
                </a:moveTo>
                <a:lnTo>
                  <a:pt x="170" y="0"/>
                </a:lnTo>
                <a:lnTo>
                  <a:pt x="170" y="1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7" name=""/>
          <p:cNvSpPr/>
          <p:nvPr/>
        </p:nvSpPr>
        <p:spPr>
          <a:xfrm>
            <a:off x="4208400" y="3408480"/>
            <a:ext cx="59040" cy="6840"/>
          </a:xfrm>
          <a:custGeom>
            <a:avLst/>
            <a:gdLst/>
            <a:ahLst/>
            <a:rect l="0" t="0" r="r" b="b"/>
            <a:pathLst>
              <a:path w="164" h="19">
                <a:moveTo>
                  <a:pt x="0" y="19"/>
                </a:moveTo>
                <a:lnTo>
                  <a:pt x="164" y="0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8" name=""/>
          <p:cNvSpPr/>
          <p:nvPr/>
        </p:nvSpPr>
        <p:spPr>
          <a:xfrm>
            <a:off x="4210560" y="3408480"/>
            <a:ext cx="56880" cy="6840"/>
          </a:xfrm>
          <a:custGeom>
            <a:avLst/>
            <a:gdLst/>
            <a:ahLst/>
            <a:rect l="0" t="0" r="r" b="b"/>
            <a:pathLst>
              <a:path w="158" h="19">
                <a:moveTo>
                  <a:pt x="0" y="19"/>
                </a:moveTo>
                <a:lnTo>
                  <a:pt x="158" y="0"/>
                </a:lnTo>
                <a:lnTo>
                  <a:pt x="158" y="1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79" name=""/>
          <p:cNvSpPr/>
          <p:nvPr/>
        </p:nvSpPr>
        <p:spPr>
          <a:xfrm>
            <a:off x="4212720" y="3408840"/>
            <a:ext cx="54720" cy="6480"/>
          </a:xfrm>
          <a:custGeom>
            <a:avLst/>
            <a:gdLst/>
            <a:ahLst/>
            <a:rect l="0" t="0" r="r" b="b"/>
            <a:pathLst>
              <a:path w="152" h="18">
                <a:moveTo>
                  <a:pt x="0" y="18"/>
                </a:moveTo>
                <a:lnTo>
                  <a:pt x="152" y="0"/>
                </a:lnTo>
                <a:lnTo>
                  <a:pt x="152" y="1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480" name=""/>
          <p:cNvSpPr/>
          <p:nvPr/>
        </p:nvSpPr>
        <p:spPr>
          <a:xfrm>
            <a:off x="4214880" y="3409200"/>
            <a:ext cx="52560" cy="6120"/>
          </a:xfrm>
          <a:custGeom>
            <a:avLst/>
            <a:gdLst/>
            <a:ahLst/>
            <a:rect l="0" t="0" r="r" b="b"/>
            <a:pathLst>
              <a:path w="146" h="17">
                <a:moveTo>
                  <a:pt x="0" y="17"/>
                </a:moveTo>
                <a:lnTo>
                  <a:pt x="146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81" name=""/>
          <p:cNvSpPr/>
          <p:nvPr/>
        </p:nvSpPr>
        <p:spPr>
          <a:xfrm>
            <a:off x="4217040" y="3409200"/>
            <a:ext cx="50400" cy="6120"/>
          </a:xfrm>
          <a:custGeom>
            <a:avLst/>
            <a:gdLst/>
            <a:ahLst/>
            <a:rect l="0" t="0" r="r" b="b"/>
            <a:pathLst>
              <a:path w="140" h="17">
                <a:moveTo>
                  <a:pt x="0" y="17"/>
                </a:moveTo>
                <a:lnTo>
                  <a:pt x="140" y="0"/>
                </a:lnTo>
                <a:lnTo>
                  <a:pt x="140" y="1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82" name=""/>
          <p:cNvSpPr/>
          <p:nvPr/>
        </p:nvSpPr>
        <p:spPr>
          <a:xfrm>
            <a:off x="4219200" y="3409560"/>
            <a:ext cx="48240" cy="5760"/>
          </a:xfrm>
          <a:custGeom>
            <a:avLst/>
            <a:gdLst/>
            <a:ahLst/>
            <a:rect l="0" t="0" r="r" b="b"/>
            <a:pathLst>
              <a:path w="134" h="16">
                <a:moveTo>
                  <a:pt x="0" y="16"/>
                </a:moveTo>
                <a:lnTo>
                  <a:pt x="134" y="0"/>
                </a:lnTo>
                <a:lnTo>
                  <a:pt x="134" y="1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83" name=""/>
          <p:cNvSpPr/>
          <p:nvPr/>
        </p:nvSpPr>
        <p:spPr>
          <a:xfrm>
            <a:off x="4221360" y="3409920"/>
            <a:ext cx="46080" cy="5400"/>
          </a:xfrm>
          <a:custGeom>
            <a:avLst/>
            <a:gdLst/>
            <a:ahLst/>
            <a:rect l="0" t="0" r="r" b="b"/>
            <a:pathLst>
              <a:path w="128" h="15">
                <a:moveTo>
                  <a:pt x="0" y="15"/>
                </a:moveTo>
                <a:lnTo>
                  <a:pt x="128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84" name=""/>
          <p:cNvSpPr/>
          <p:nvPr/>
        </p:nvSpPr>
        <p:spPr>
          <a:xfrm>
            <a:off x="4223520" y="3409920"/>
            <a:ext cx="43920" cy="5400"/>
          </a:xfrm>
          <a:custGeom>
            <a:avLst/>
            <a:gdLst/>
            <a:ahLst/>
            <a:rect l="0" t="0" r="r" b="b"/>
            <a:pathLst>
              <a:path w="122" h="15">
                <a:moveTo>
                  <a:pt x="0" y="15"/>
                </a:moveTo>
                <a:lnTo>
                  <a:pt x="122" y="0"/>
                </a:lnTo>
                <a:lnTo>
                  <a:pt x="122" y="1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85" name=""/>
          <p:cNvSpPr/>
          <p:nvPr/>
        </p:nvSpPr>
        <p:spPr>
          <a:xfrm>
            <a:off x="4225680" y="3410280"/>
            <a:ext cx="41760" cy="5040"/>
          </a:xfrm>
          <a:custGeom>
            <a:avLst/>
            <a:gdLst/>
            <a:ahLst/>
            <a:rect l="0" t="0" r="r" b="b"/>
            <a:pathLst>
              <a:path w="116" h="14">
                <a:moveTo>
                  <a:pt x="0" y="14"/>
                </a:moveTo>
                <a:lnTo>
                  <a:pt x="116" y="0"/>
                </a:lnTo>
                <a:lnTo>
                  <a:pt x="116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86" name=""/>
          <p:cNvSpPr/>
          <p:nvPr/>
        </p:nvSpPr>
        <p:spPr>
          <a:xfrm>
            <a:off x="4227840" y="3410640"/>
            <a:ext cx="39600" cy="4680"/>
          </a:xfrm>
          <a:custGeom>
            <a:avLst/>
            <a:gdLst/>
            <a:ahLst/>
            <a:rect l="0" t="0" r="r" b="b"/>
            <a:pathLst>
              <a:path w="110" h="13">
                <a:moveTo>
                  <a:pt x="0" y="13"/>
                </a:moveTo>
                <a:lnTo>
                  <a:pt x="110" y="0"/>
                </a:lnTo>
                <a:lnTo>
                  <a:pt x="110" y="1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87" name=""/>
          <p:cNvSpPr/>
          <p:nvPr/>
        </p:nvSpPr>
        <p:spPr>
          <a:xfrm>
            <a:off x="4230000" y="3411000"/>
            <a:ext cx="37440" cy="4320"/>
          </a:xfrm>
          <a:custGeom>
            <a:avLst/>
            <a:gdLst/>
            <a:ahLst/>
            <a:rect l="0" t="0" r="r" b="b"/>
            <a:pathLst>
              <a:path w="104" h="12">
                <a:moveTo>
                  <a:pt x="0" y="12"/>
                </a:moveTo>
                <a:lnTo>
                  <a:pt x="104" y="0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88" name=""/>
          <p:cNvSpPr/>
          <p:nvPr/>
        </p:nvSpPr>
        <p:spPr>
          <a:xfrm>
            <a:off x="4232160" y="3411000"/>
            <a:ext cx="35280" cy="4320"/>
          </a:xfrm>
          <a:custGeom>
            <a:avLst/>
            <a:gdLst/>
            <a:ahLst/>
            <a:rect l="0" t="0" r="r" b="b"/>
            <a:pathLst>
              <a:path w="98" h="12">
                <a:moveTo>
                  <a:pt x="0" y="12"/>
                </a:moveTo>
                <a:lnTo>
                  <a:pt x="98" y="0"/>
                </a:lnTo>
                <a:lnTo>
                  <a:pt x="98" y="1"/>
                </a:lnTo>
                <a:lnTo>
                  <a:pt x="7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89" name=""/>
          <p:cNvSpPr/>
          <p:nvPr/>
        </p:nvSpPr>
        <p:spPr>
          <a:xfrm>
            <a:off x="4234320" y="3411360"/>
            <a:ext cx="33120" cy="3960"/>
          </a:xfrm>
          <a:custGeom>
            <a:avLst/>
            <a:gdLst/>
            <a:ahLst/>
            <a:rect l="0" t="0" r="r" b="b"/>
            <a:pathLst>
              <a:path w="92" h="11">
                <a:moveTo>
                  <a:pt x="0" y="11"/>
                </a:moveTo>
                <a:lnTo>
                  <a:pt x="92" y="0"/>
                </a:lnTo>
                <a:lnTo>
                  <a:pt x="92" y="1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0" name=""/>
          <p:cNvSpPr/>
          <p:nvPr/>
        </p:nvSpPr>
        <p:spPr>
          <a:xfrm>
            <a:off x="4236480" y="3411720"/>
            <a:ext cx="30960" cy="3600"/>
          </a:xfrm>
          <a:custGeom>
            <a:avLst/>
            <a:gdLst/>
            <a:ahLst/>
            <a:rect l="0" t="0" r="r" b="b"/>
            <a:pathLst>
              <a:path w="86" h="10">
                <a:moveTo>
                  <a:pt x="0" y="10"/>
                </a:moveTo>
                <a:lnTo>
                  <a:pt x="86" y="0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1" name=""/>
          <p:cNvSpPr/>
          <p:nvPr/>
        </p:nvSpPr>
        <p:spPr>
          <a:xfrm>
            <a:off x="4238640" y="3411720"/>
            <a:ext cx="28800" cy="3600"/>
          </a:xfrm>
          <a:custGeom>
            <a:avLst/>
            <a:gdLst/>
            <a:ahLst/>
            <a:rect l="0" t="0" r="r" b="b"/>
            <a:pathLst>
              <a:path w="80" h="10">
                <a:moveTo>
                  <a:pt x="0" y="10"/>
                </a:moveTo>
                <a:lnTo>
                  <a:pt x="80" y="0"/>
                </a:lnTo>
                <a:lnTo>
                  <a:pt x="80" y="1"/>
                </a:lnTo>
                <a:lnTo>
                  <a:pt x="6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2" name=""/>
          <p:cNvSpPr/>
          <p:nvPr/>
        </p:nvSpPr>
        <p:spPr>
          <a:xfrm>
            <a:off x="4240800" y="3412080"/>
            <a:ext cx="26640" cy="3240"/>
          </a:xfrm>
          <a:custGeom>
            <a:avLst/>
            <a:gdLst/>
            <a:ahLst/>
            <a:rect l="0" t="0" r="r" b="b"/>
            <a:pathLst>
              <a:path w="74" h="9">
                <a:moveTo>
                  <a:pt x="0" y="9"/>
                </a:moveTo>
                <a:lnTo>
                  <a:pt x="74" y="0"/>
                </a:lnTo>
                <a:lnTo>
                  <a:pt x="74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3" name=""/>
          <p:cNvSpPr/>
          <p:nvPr/>
        </p:nvSpPr>
        <p:spPr>
          <a:xfrm>
            <a:off x="4242960" y="3412440"/>
            <a:ext cx="24480" cy="2880"/>
          </a:xfrm>
          <a:custGeom>
            <a:avLst/>
            <a:gdLst/>
            <a:ahLst/>
            <a:rect l="0" t="0" r="r" b="b"/>
            <a:pathLst>
              <a:path w="68" h="8">
                <a:moveTo>
                  <a:pt x="0" y="8"/>
                </a:moveTo>
                <a:lnTo>
                  <a:pt x="68" y="0"/>
                </a:lnTo>
                <a:lnTo>
                  <a:pt x="7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4" name=""/>
          <p:cNvSpPr/>
          <p:nvPr/>
        </p:nvSpPr>
        <p:spPr>
          <a:xfrm>
            <a:off x="4245480" y="3412440"/>
            <a:ext cx="21960" cy="2880"/>
          </a:xfrm>
          <a:custGeom>
            <a:avLst/>
            <a:gdLst/>
            <a:ahLst/>
            <a:rect l="0" t="0" r="r" b="b"/>
            <a:pathLst>
              <a:path w="61" h="8">
                <a:moveTo>
                  <a:pt x="0" y="8"/>
                </a:moveTo>
                <a:lnTo>
                  <a:pt x="61" y="0"/>
                </a:lnTo>
                <a:lnTo>
                  <a:pt x="61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5" name=""/>
          <p:cNvSpPr/>
          <p:nvPr/>
        </p:nvSpPr>
        <p:spPr>
          <a:xfrm>
            <a:off x="4247640" y="3412800"/>
            <a:ext cx="19800" cy="2520"/>
          </a:xfrm>
          <a:custGeom>
            <a:avLst/>
            <a:gdLst/>
            <a:ahLst/>
            <a:rect l="0" t="0" r="r" b="b"/>
            <a:pathLst>
              <a:path w="55" h="7">
                <a:moveTo>
                  <a:pt x="0" y="7"/>
                </a:moveTo>
                <a:lnTo>
                  <a:pt x="55" y="0"/>
                </a:lnTo>
                <a:lnTo>
                  <a:pt x="55" y="1"/>
                </a:lnTo>
                <a:lnTo>
                  <a:pt x="6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6" name=""/>
          <p:cNvSpPr/>
          <p:nvPr/>
        </p:nvSpPr>
        <p:spPr>
          <a:xfrm>
            <a:off x="4249800" y="3413160"/>
            <a:ext cx="17640" cy="2160"/>
          </a:xfrm>
          <a:custGeom>
            <a:avLst/>
            <a:gdLst/>
            <a:ahLst/>
            <a:rect l="0" t="0" r="r" b="b"/>
            <a:pathLst>
              <a:path w="49" h="6">
                <a:moveTo>
                  <a:pt x="0" y="6"/>
                </a:moveTo>
                <a:lnTo>
                  <a:pt x="49" y="0"/>
                </a:lnTo>
                <a:lnTo>
                  <a:pt x="49" y="1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7" name=""/>
          <p:cNvSpPr/>
          <p:nvPr/>
        </p:nvSpPr>
        <p:spPr>
          <a:xfrm>
            <a:off x="4251960" y="3413520"/>
            <a:ext cx="15480" cy="1800"/>
          </a:xfrm>
          <a:custGeom>
            <a:avLst/>
            <a:gdLst/>
            <a:ahLst/>
            <a:rect l="0" t="0" r="r" b="b"/>
            <a:pathLst>
              <a:path w="43" h="5">
                <a:moveTo>
                  <a:pt x="0" y="5"/>
                </a:moveTo>
                <a:lnTo>
                  <a:pt x="43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8" name=""/>
          <p:cNvSpPr/>
          <p:nvPr/>
        </p:nvSpPr>
        <p:spPr>
          <a:xfrm>
            <a:off x="4254120" y="3413520"/>
            <a:ext cx="13320" cy="1800"/>
          </a:xfrm>
          <a:custGeom>
            <a:avLst/>
            <a:gdLst/>
            <a:ahLst/>
            <a:rect l="0" t="0" r="r" b="b"/>
            <a:pathLst>
              <a:path w="37" h="5">
                <a:moveTo>
                  <a:pt x="0" y="5"/>
                </a:moveTo>
                <a:lnTo>
                  <a:pt x="37" y="0"/>
                </a:lnTo>
                <a:lnTo>
                  <a:pt x="37" y="1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499" name=""/>
          <p:cNvSpPr/>
          <p:nvPr/>
        </p:nvSpPr>
        <p:spPr>
          <a:xfrm>
            <a:off x="4256280" y="3413880"/>
            <a:ext cx="11160" cy="1440"/>
          </a:xfrm>
          <a:custGeom>
            <a:avLst/>
            <a:gdLst/>
            <a:ahLst/>
            <a:rect l="0" t="0" r="r" b="b"/>
            <a:pathLst>
              <a:path w="31" h="4">
                <a:moveTo>
                  <a:pt x="0" y="4"/>
                </a:moveTo>
                <a:lnTo>
                  <a:pt x="31" y="0"/>
                </a:lnTo>
                <a:lnTo>
                  <a:pt x="31" y="1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500" name=""/>
          <p:cNvSpPr/>
          <p:nvPr/>
        </p:nvSpPr>
        <p:spPr>
          <a:xfrm>
            <a:off x="4258440" y="3414240"/>
            <a:ext cx="9000" cy="1080"/>
          </a:xfrm>
          <a:custGeom>
            <a:avLst/>
            <a:gdLst/>
            <a:ahLst/>
            <a:rect l="0" t="0" r="r" b="b"/>
            <a:pathLst>
              <a:path w="25" h="3">
                <a:moveTo>
                  <a:pt x="0" y="3"/>
                </a:moveTo>
                <a:lnTo>
                  <a:pt x="25" y="0"/>
                </a:lnTo>
                <a:lnTo>
                  <a:pt x="6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501" name=""/>
          <p:cNvSpPr/>
          <p:nvPr/>
        </p:nvSpPr>
        <p:spPr>
          <a:xfrm>
            <a:off x="4260600" y="3414240"/>
            <a:ext cx="6840" cy="1080"/>
          </a:xfrm>
          <a:custGeom>
            <a:avLst/>
            <a:gdLst/>
            <a:ahLst/>
            <a:rect l="0" t="0" r="r" b="b"/>
            <a:pathLst>
              <a:path w="19" h="3">
                <a:moveTo>
                  <a:pt x="0" y="3"/>
                </a:moveTo>
                <a:lnTo>
                  <a:pt x="19" y="0"/>
                </a:lnTo>
                <a:lnTo>
                  <a:pt x="19" y="2"/>
                </a:lnTo>
                <a:lnTo>
                  <a:pt x="6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502" name=""/>
          <p:cNvSpPr/>
          <p:nvPr/>
        </p:nvSpPr>
        <p:spPr>
          <a:xfrm>
            <a:off x="4262760" y="3414600"/>
            <a:ext cx="4680" cy="720"/>
          </a:xfrm>
          <a:custGeom>
            <a:avLst/>
            <a:gdLst/>
            <a:ahLst/>
            <a:rect l="0" t="0" r="r" b="b"/>
            <a:pathLst>
              <a:path w="13" h="2">
                <a:moveTo>
                  <a:pt x="0" y="2"/>
                </a:moveTo>
                <a:lnTo>
                  <a:pt x="13" y="0"/>
                </a:lnTo>
                <a:lnTo>
                  <a:pt x="13" y="2"/>
                </a:lnTo>
                <a:lnTo>
                  <a:pt x="6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503" name=""/>
          <p:cNvSpPr/>
          <p:nvPr/>
        </p:nvSpPr>
        <p:spPr>
          <a:xfrm>
            <a:off x="4264920" y="3414960"/>
            <a:ext cx="2160" cy="0"/>
          </a:xfrm>
          <a:custGeom>
            <a:avLst/>
            <a:gdLst/>
            <a:ahLst/>
            <a:rect l="0" t="0" r="r" b="b"/>
            <a:pathLst>
              <a:path w="6" h="0">
                <a:moveTo>
                  <a:pt x="0" y="0"/>
                </a:moveTo>
                <a:lnTo>
                  <a:pt x="6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9504" name=""/>
          <p:cNvSpPr/>
          <p:nvPr/>
        </p:nvSpPr>
        <p:spPr>
          <a:xfrm>
            <a:off x="3988080" y="3383280"/>
            <a:ext cx="279360" cy="32400"/>
          </a:xfrm>
          <a:custGeom>
            <a:avLst/>
            <a:gdLst/>
            <a:ahLst/>
            <a:rect l="0" t="0" r="r" b="b"/>
            <a:pathLst>
              <a:path w="776" h="90">
                <a:moveTo>
                  <a:pt x="0" y="90"/>
                </a:moveTo>
                <a:lnTo>
                  <a:pt x="776" y="90"/>
                </a:lnTo>
                <a:lnTo>
                  <a:pt x="776" y="0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05" name=""/>
          <p:cNvSpPr/>
          <p:nvPr/>
        </p:nvSpPr>
        <p:spPr>
          <a:xfrm>
            <a:off x="1761480" y="5007600"/>
            <a:ext cx="3083400" cy="393480"/>
          </a:xfrm>
          <a:custGeom>
            <a:avLst/>
            <a:gdLst/>
            <a:ahLst/>
            <a:rect l="0" t="0" r="r" b="b"/>
            <a:pathLst>
              <a:path w="8565" h="1093">
                <a:moveTo>
                  <a:pt x="0" y="182"/>
                </a:moveTo>
                <a:cubicBezTo>
                  <a:pt x="0" y="82"/>
                  <a:pt x="82" y="0"/>
                  <a:pt x="182" y="0"/>
                </a:cubicBezTo>
                <a:lnTo>
                  <a:pt x="8383" y="0"/>
                </a:lnTo>
                <a:cubicBezTo>
                  <a:pt x="8484" y="0"/>
                  <a:pt x="8565" y="82"/>
                  <a:pt x="8565" y="182"/>
                </a:cubicBezTo>
                <a:lnTo>
                  <a:pt x="8565" y="911"/>
                </a:lnTo>
                <a:cubicBezTo>
                  <a:pt x="8565" y="1012"/>
                  <a:pt x="8484" y="1093"/>
                  <a:pt x="8383" y="1093"/>
                </a:cubicBezTo>
                <a:lnTo>
                  <a:pt x="182" y="1093"/>
                </a:lnTo>
                <a:cubicBezTo>
                  <a:pt x="82" y="1093"/>
                  <a:pt x="0" y="1012"/>
                  <a:pt x="0" y="911"/>
                </a:cubicBezTo>
                <a:lnTo>
                  <a:pt x="0" y="182"/>
                </a:lnTo>
                <a:close/>
              </a:path>
            </a:pathLst>
          </a:custGeom>
          <a:solidFill>
            <a:srgbClr val="cdd8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06" name=""/>
          <p:cNvSpPr txBox="1"/>
          <p:nvPr/>
        </p:nvSpPr>
        <p:spPr>
          <a:xfrm>
            <a:off x="3316680" y="4190040"/>
            <a:ext cx="627120" cy="34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Arial"/>
                <a:ea typeface="Arial"/>
              </a:rPr>
              <a:t>1.5V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07" name=""/>
          <p:cNvSpPr txBox="1"/>
          <p:nvPr/>
        </p:nvSpPr>
        <p:spPr>
          <a:xfrm>
            <a:off x="2193840" y="5025240"/>
            <a:ext cx="224388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Electricity does not flow with </a:t>
            </a:r>
            <a:r>
              <a:rPr b="1" lang="en-US" sz="1200" spc="-1" strike="noStrike">
                <a:solidFill>
                  <a:srgbClr val="9c1f00"/>
                </a:solidFill>
                <a:latin typeface="Arial"/>
                <a:ea typeface="Arial"/>
              </a:rPr>
              <a:t>FAT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08" name=""/>
          <p:cNvSpPr/>
          <p:nvPr/>
        </p:nvSpPr>
        <p:spPr>
          <a:xfrm>
            <a:off x="8048520" y="2930040"/>
            <a:ext cx="22320" cy="15120"/>
          </a:xfrm>
          <a:custGeom>
            <a:avLst/>
            <a:gdLst/>
            <a:ahLst/>
            <a:rect l="0" t="0" r="r" b="b"/>
            <a:pathLst>
              <a:path w="62" h="42">
                <a:moveTo>
                  <a:pt x="30" y="20"/>
                </a:moveTo>
                <a:lnTo>
                  <a:pt x="30" y="20"/>
                </a:lnTo>
                <a:moveTo>
                  <a:pt x="62" y="20"/>
                </a:moveTo>
                <a:lnTo>
                  <a:pt x="62" y="21"/>
                </a:lnTo>
                <a:lnTo>
                  <a:pt x="62" y="22"/>
                </a:lnTo>
                <a:lnTo>
                  <a:pt x="61" y="23"/>
                </a:lnTo>
                <a:lnTo>
                  <a:pt x="61" y="24"/>
                </a:lnTo>
                <a:lnTo>
                  <a:pt x="61" y="25"/>
                </a:lnTo>
                <a:lnTo>
                  <a:pt x="61" y="26"/>
                </a:lnTo>
                <a:lnTo>
                  <a:pt x="60" y="27"/>
                </a:lnTo>
                <a:lnTo>
                  <a:pt x="60" y="28"/>
                </a:lnTo>
                <a:lnTo>
                  <a:pt x="59" y="28"/>
                </a:lnTo>
                <a:lnTo>
                  <a:pt x="59" y="29"/>
                </a:lnTo>
                <a:lnTo>
                  <a:pt x="58" y="30"/>
                </a:lnTo>
                <a:lnTo>
                  <a:pt x="58" y="31"/>
                </a:lnTo>
                <a:lnTo>
                  <a:pt x="57" y="31"/>
                </a:lnTo>
                <a:lnTo>
                  <a:pt x="56" y="32"/>
                </a:lnTo>
                <a:lnTo>
                  <a:pt x="55" y="33"/>
                </a:lnTo>
                <a:lnTo>
                  <a:pt x="54" y="34"/>
                </a:lnTo>
                <a:lnTo>
                  <a:pt x="52" y="35"/>
                </a:lnTo>
                <a:lnTo>
                  <a:pt x="51" y="35"/>
                </a:lnTo>
                <a:lnTo>
                  <a:pt x="50" y="36"/>
                </a:lnTo>
                <a:lnTo>
                  <a:pt x="49" y="37"/>
                </a:lnTo>
                <a:lnTo>
                  <a:pt x="48" y="37"/>
                </a:lnTo>
                <a:lnTo>
                  <a:pt x="47" y="37"/>
                </a:lnTo>
                <a:lnTo>
                  <a:pt x="47" y="38"/>
                </a:lnTo>
                <a:lnTo>
                  <a:pt x="46" y="38"/>
                </a:lnTo>
                <a:lnTo>
                  <a:pt x="45" y="38"/>
                </a:lnTo>
                <a:lnTo>
                  <a:pt x="44" y="39"/>
                </a:lnTo>
                <a:lnTo>
                  <a:pt x="43" y="39"/>
                </a:lnTo>
                <a:lnTo>
                  <a:pt x="42" y="39"/>
                </a:lnTo>
                <a:lnTo>
                  <a:pt x="41" y="40"/>
                </a:lnTo>
                <a:lnTo>
                  <a:pt x="40" y="40"/>
                </a:lnTo>
                <a:lnTo>
                  <a:pt x="39" y="40"/>
                </a:lnTo>
                <a:lnTo>
                  <a:pt x="38" y="40"/>
                </a:lnTo>
                <a:lnTo>
                  <a:pt x="37" y="40"/>
                </a:lnTo>
                <a:lnTo>
                  <a:pt x="36" y="40"/>
                </a:lnTo>
                <a:lnTo>
                  <a:pt x="35" y="42"/>
                </a:lnTo>
                <a:lnTo>
                  <a:pt x="34" y="42"/>
                </a:lnTo>
                <a:lnTo>
                  <a:pt x="33" y="42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29" y="42"/>
                </a:lnTo>
                <a:lnTo>
                  <a:pt x="28" y="42"/>
                </a:lnTo>
                <a:lnTo>
                  <a:pt x="27" y="42"/>
                </a:lnTo>
                <a:lnTo>
                  <a:pt x="26" y="42"/>
                </a:lnTo>
                <a:lnTo>
                  <a:pt x="25" y="40"/>
                </a:lnTo>
                <a:lnTo>
                  <a:pt x="24" y="40"/>
                </a:lnTo>
                <a:lnTo>
                  <a:pt x="23" y="40"/>
                </a:lnTo>
                <a:lnTo>
                  <a:pt x="22" y="40"/>
                </a:lnTo>
                <a:lnTo>
                  <a:pt x="21" y="40"/>
                </a:lnTo>
                <a:lnTo>
                  <a:pt x="20" y="40"/>
                </a:lnTo>
                <a:lnTo>
                  <a:pt x="19" y="39"/>
                </a:lnTo>
                <a:lnTo>
                  <a:pt x="18" y="39"/>
                </a:lnTo>
                <a:lnTo>
                  <a:pt x="17" y="39"/>
                </a:lnTo>
                <a:lnTo>
                  <a:pt x="16" y="38"/>
                </a:lnTo>
                <a:lnTo>
                  <a:pt x="15" y="38"/>
                </a:lnTo>
                <a:lnTo>
                  <a:pt x="14" y="38"/>
                </a:lnTo>
                <a:lnTo>
                  <a:pt x="13" y="37"/>
                </a:lnTo>
                <a:lnTo>
                  <a:pt x="12" y="37"/>
                </a:lnTo>
                <a:lnTo>
                  <a:pt x="11" y="36"/>
                </a:lnTo>
                <a:lnTo>
                  <a:pt x="10" y="36"/>
                </a:lnTo>
                <a:lnTo>
                  <a:pt x="10" y="35"/>
                </a:lnTo>
                <a:lnTo>
                  <a:pt x="9" y="35"/>
                </a:lnTo>
                <a:lnTo>
                  <a:pt x="8" y="34"/>
                </a:lnTo>
                <a:lnTo>
                  <a:pt x="7" y="33"/>
                </a:lnTo>
                <a:lnTo>
                  <a:pt x="6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3" y="29"/>
                </a:lnTo>
                <a:lnTo>
                  <a:pt x="3" y="28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2" y="14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4" y="11"/>
                </a:lnTo>
                <a:lnTo>
                  <a:pt x="4" y="10"/>
                </a:lnTo>
                <a:lnTo>
                  <a:pt x="5" y="9"/>
                </a:lnTo>
                <a:lnTo>
                  <a:pt x="6" y="8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33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7" y="0"/>
                </a:lnTo>
                <a:lnTo>
                  <a:pt x="38" y="0"/>
                </a:lnTo>
                <a:lnTo>
                  <a:pt x="39" y="0"/>
                </a:lnTo>
                <a:lnTo>
                  <a:pt x="40" y="1"/>
                </a:lnTo>
                <a:lnTo>
                  <a:pt x="41" y="1"/>
                </a:lnTo>
                <a:lnTo>
                  <a:pt x="42" y="1"/>
                </a:lnTo>
                <a:lnTo>
                  <a:pt x="43" y="2"/>
                </a:lnTo>
                <a:lnTo>
                  <a:pt x="44" y="2"/>
                </a:lnTo>
                <a:lnTo>
                  <a:pt x="45" y="2"/>
                </a:lnTo>
                <a:lnTo>
                  <a:pt x="46" y="3"/>
                </a:lnTo>
                <a:lnTo>
                  <a:pt x="47" y="3"/>
                </a:lnTo>
                <a:lnTo>
                  <a:pt x="48" y="4"/>
                </a:lnTo>
                <a:lnTo>
                  <a:pt x="49" y="4"/>
                </a:lnTo>
                <a:lnTo>
                  <a:pt x="50" y="4"/>
                </a:lnTo>
                <a:lnTo>
                  <a:pt x="50" y="5"/>
                </a:lnTo>
                <a:lnTo>
                  <a:pt x="51" y="5"/>
                </a:lnTo>
                <a:lnTo>
                  <a:pt x="52" y="6"/>
                </a:lnTo>
                <a:lnTo>
                  <a:pt x="54" y="6"/>
                </a:lnTo>
                <a:lnTo>
                  <a:pt x="54" y="7"/>
                </a:lnTo>
                <a:lnTo>
                  <a:pt x="55" y="7"/>
                </a:lnTo>
                <a:lnTo>
                  <a:pt x="55" y="8"/>
                </a:lnTo>
                <a:lnTo>
                  <a:pt x="56" y="8"/>
                </a:lnTo>
                <a:lnTo>
                  <a:pt x="56" y="9"/>
                </a:lnTo>
                <a:lnTo>
                  <a:pt x="57" y="9"/>
                </a:lnTo>
                <a:lnTo>
                  <a:pt x="58" y="10"/>
                </a:lnTo>
                <a:lnTo>
                  <a:pt x="58" y="11"/>
                </a:lnTo>
                <a:lnTo>
                  <a:pt x="59" y="11"/>
                </a:lnTo>
                <a:lnTo>
                  <a:pt x="59" y="12"/>
                </a:lnTo>
                <a:lnTo>
                  <a:pt x="60" y="13"/>
                </a:lnTo>
                <a:lnTo>
                  <a:pt x="60" y="14"/>
                </a:lnTo>
                <a:lnTo>
                  <a:pt x="61" y="15"/>
                </a:lnTo>
                <a:lnTo>
                  <a:pt x="61" y="16"/>
                </a:lnTo>
                <a:lnTo>
                  <a:pt x="61" y="17"/>
                </a:lnTo>
                <a:lnTo>
                  <a:pt x="61" y="18"/>
                </a:lnTo>
                <a:lnTo>
                  <a:pt x="62" y="18"/>
                </a:lnTo>
                <a:lnTo>
                  <a:pt x="62" y="19"/>
                </a:lnTo>
                <a:lnTo>
                  <a:pt x="62" y="2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09" name=""/>
          <p:cNvSpPr/>
          <p:nvPr/>
        </p:nvSpPr>
        <p:spPr>
          <a:xfrm>
            <a:off x="8039160" y="2923560"/>
            <a:ext cx="41040" cy="28080"/>
          </a:xfrm>
          <a:custGeom>
            <a:avLst/>
            <a:gdLst/>
            <a:ahLst/>
            <a:rect l="0" t="0" r="r" b="b"/>
            <a:pathLst>
              <a:path w="114" h="78">
                <a:moveTo>
                  <a:pt x="87" y="39"/>
                </a:moveTo>
                <a:lnTo>
                  <a:pt x="87" y="38"/>
                </a:lnTo>
                <a:lnTo>
                  <a:pt x="87" y="37"/>
                </a:lnTo>
                <a:lnTo>
                  <a:pt x="86" y="37"/>
                </a:lnTo>
                <a:lnTo>
                  <a:pt x="86" y="36"/>
                </a:lnTo>
                <a:lnTo>
                  <a:pt x="86" y="35"/>
                </a:lnTo>
                <a:lnTo>
                  <a:pt x="86" y="34"/>
                </a:lnTo>
                <a:lnTo>
                  <a:pt x="85" y="33"/>
                </a:lnTo>
                <a:lnTo>
                  <a:pt x="85" y="32"/>
                </a:lnTo>
                <a:lnTo>
                  <a:pt x="84" y="31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2" y="28"/>
                </a:lnTo>
                <a:lnTo>
                  <a:pt x="81" y="28"/>
                </a:lnTo>
                <a:lnTo>
                  <a:pt x="81" y="27"/>
                </a:lnTo>
                <a:lnTo>
                  <a:pt x="80" y="27"/>
                </a:lnTo>
                <a:lnTo>
                  <a:pt x="80" y="26"/>
                </a:lnTo>
                <a:lnTo>
                  <a:pt x="79" y="26"/>
                </a:lnTo>
                <a:lnTo>
                  <a:pt x="79" y="25"/>
                </a:lnTo>
                <a:lnTo>
                  <a:pt x="78" y="25"/>
                </a:lnTo>
                <a:lnTo>
                  <a:pt x="77" y="24"/>
                </a:lnTo>
                <a:lnTo>
                  <a:pt x="76" y="24"/>
                </a:lnTo>
                <a:lnTo>
                  <a:pt x="76" y="23"/>
                </a:lnTo>
                <a:lnTo>
                  <a:pt x="75" y="23"/>
                </a:lnTo>
                <a:lnTo>
                  <a:pt x="74" y="23"/>
                </a:lnTo>
                <a:lnTo>
                  <a:pt x="73" y="22"/>
                </a:lnTo>
                <a:lnTo>
                  <a:pt x="72" y="22"/>
                </a:lnTo>
                <a:lnTo>
                  <a:pt x="71" y="21"/>
                </a:lnTo>
                <a:lnTo>
                  <a:pt x="70" y="21"/>
                </a:lnTo>
                <a:lnTo>
                  <a:pt x="69" y="21"/>
                </a:lnTo>
                <a:lnTo>
                  <a:pt x="68" y="20"/>
                </a:lnTo>
                <a:lnTo>
                  <a:pt x="67" y="20"/>
                </a:lnTo>
                <a:lnTo>
                  <a:pt x="66" y="20"/>
                </a:lnTo>
                <a:lnTo>
                  <a:pt x="65" y="19"/>
                </a:lnTo>
                <a:lnTo>
                  <a:pt x="64" y="19"/>
                </a:lnTo>
                <a:lnTo>
                  <a:pt x="63" y="19"/>
                </a:lnTo>
                <a:lnTo>
                  <a:pt x="62" y="19"/>
                </a:lnTo>
                <a:lnTo>
                  <a:pt x="61" y="19"/>
                </a:lnTo>
                <a:lnTo>
                  <a:pt x="60" y="19"/>
                </a:lnTo>
                <a:lnTo>
                  <a:pt x="59" y="19"/>
                </a:lnTo>
                <a:lnTo>
                  <a:pt x="58" y="19"/>
                </a:lnTo>
                <a:lnTo>
                  <a:pt x="57" y="19"/>
                </a:lnTo>
                <a:lnTo>
                  <a:pt x="56" y="19"/>
                </a:lnTo>
                <a:lnTo>
                  <a:pt x="55" y="19"/>
                </a:lnTo>
                <a:lnTo>
                  <a:pt x="54" y="19"/>
                </a:lnTo>
                <a:lnTo>
                  <a:pt x="53" y="19"/>
                </a:lnTo>
                <a:lnTo>
                  <a:pt x="52" y="19"/>
                </a:lnTo>
                <a:lnTo>
                  <a:pt x="51" y="19"/>
                </a:lnTo>
                <a:lnTo>
                  <a:pt x="50" y="19"/>
                </a:lnTo>
                <a:lnTo>
                  <a:pt x="49" y="19"/>
                </a:lnTo>
                <a:lnTo>
                  <a:pt x="48" y="19"/>
                </a:lnTo>
                <a:lnTo>
                  <a:pt x="47" y="20"/>
                </a:lnTo>
                <a:lnTo>
                  <a:pt x="46" y="20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2" y="21"/>
                </a:lnTo>
                <a:lnTo>
                  <a:pt x="41" y="22"/>
                </a:lnTo>
                <a:lnTo>
                  <a:pt x="40" y="22"/>
                </a:lnTo>
                <a:lnTo>
                  <a:pt x="39" y="22"/>
                </a:lnTo>
                <a:lnTo>
                  <a:pt x="39" y="23"/>
                </a:lnTo>
                <a:lnTo>
                  <a:pt x="38" y="23"/>
                </a:lnTo>
                <a:lnTo>
                  <a:pt x="37" y="23"/>
                </a:lnTo>
                <a:lnTo>
                  <a:pt x="36" y="24"/>
                </a:lnTo>
                <a:lnTo>
                  <a:pt x="35" y="25"/>
                </a:lnTo>
                <a:lnTo>
                  <a:pt x="34" y="25"/>
                </a:lnTo>
                <a:lnTo>
                  <a:pt x="34" y="26"/>
                </a:lnTo>
                <a:lnTo>
                  <a:pt x="33" y="26"/>
                </a:lnTo>
                <a:lnTo>
                  <a:pt x="33" y="27"/>
                </a:lnTo>
                <a:lnTo>
                  <a:pt x="32" y="27"/>
                </a:lnTo>
                <a:lnTo>
                  <a:pt x="31" y="28"/>
                </a:lnTo>
                <a:lnTo>
                  <a:pt x="30" y="29"/>
                </a:lnTo>
                <a:lnTo>
                  <a:pt x="30" y="30"/>
                </a:lnTo>
                <a:lnTo>
                  <a:pt x="29" y="30"/>
                </a:lnTo>
                <a:lnTo>
                  <a:pt x="29" y="31"/>
                </a:lnTo>
                <a:lnTo>
                  <a:pt x="28" y="32"/>
                </a:lnTo>
                <a:lnTo>
                  <a:pt x="28" y="33"/>
                </a:lnTo>
                <a:lnTo>
                  <a:pt x="27" y="34"/>
                </a:lnTo>
                <a:lnTo>
                  <a:pt x="27" y="35"/>
                </a:lnTo>
                <a:lnTo>
                  <a:pt x="27" y="36"/>
                </a:lnTo>
                <a:lnTo>
                  <a:pt x="26" y="37"/>
                </a:lnTo>
                <a:lnTo>
                  <a:pt x="26" y="38"/>
                </a:lnTo>
                <a:lnTo>
                  <a:pt x="26" y="39"/>
                </a:lnTo>
                <a:lnTo>
                  <a:pt x="26" y="40"/>
                </a:lnTo>
                <a:lnTo>
                  <a:pt x="26" y="41"/>
                </a:lnTo>
                <a:lnTo>
                  <a:pt x="26" y="42"/>
                </a:lnTo>
                <a:lnTo>
                  <a:pt x="27" y="42"/>
                </a:lnTo>
                <a:lnTo>
                  <a:pt x="27" y="43"/>
                </a:lnTo>
                <a:lnTo>
                  <a:pt x="27" y="44"/>
                </a:lnTo>
                <a:lnTo>
                  <a:pt x="27" y="45"/>
                </a:lnTo>
                <a:lnTo>
                  <a:pt x="28" y="46"/>
                </a:lnTo>
                <a:lnTo>
                  <a:pt x="28" y="47"/>
                </a:lnTo>
                <a:lnTo>
                  <a:pt x="29" y="47"/>
                </a:lnTo>
                <a:lnTo>
                  <a:pt x="29" y="48"/>
                </a:lnTo>
                <a:lnTo>
                  <a:pt x="30" y="49"/>
                </a:lnTo>
                <a:lnTo>
                  <a:pt x="30" y="50"/>
                </a:lnTo>
                <a:lnTo>
                  <a:pt x="31" y="50"/>
                </a:lnTo>
                <a:lnTo>
                  <a:pt x="31" y="51"/>
                </a:lnTo>
                <a:lnTo>
                  <a:pt x="32" y="51"/>
                </a:lnTo>
                <a:lnTo>
                  <a:pt x="33" y="52"/>
                </a:lnTo>
                <a:lnTo>
                  <a:pt x="34" y="53"/>
                </a:lnTo>
                <a:lnTo>
                  <a:pt x="35" y="54"/>
                </a:lnTo>
                <a:lnTo>
                  <a:pt x="36" y="54"/>
                </a:lnTo>
                <a:lnTo>
                  <a:pt x="36" y="55"/>
                </a:lnTo>
                <a:lnTo>
                  <a:pt x="37" y="55"/>
                </a:lnTo>
                <a:lnTo>
                  <a:pt x="38" y="56"/>
                </a:lnTo>
                <a:lnTo>
                  <a:pt x="39" y="56"/>
                </a:lnTo>
                <a:lnTo>
                  <a:pt x="40" y="57"/>
                </a:lnTo>
                <a:lnTo>
                  <a:pt x="41" y="57"/>
                </a:lnTo>
                <a:lnTo>
                  <a:pt x="42" y="57"/>
                </a:lnTo>
                <a:lnTo>
                  <a:pt x="43" y="58"/>
                </a:lnTo>
                <a:lnTo>
                  <a:pt x="44" y="58"/>
                </a:lnTo>
                <a:lnTo>
                  <a:pt x="45" y="58"/>
                </a:lnTo>
                <a:lnTo>
                  <a:pt x="46" y="59"/>
                </a:lnTo>
                <a:lnTo>
                  <a:pt x="47" y="59"/>
                </a:lnTo>
                <a:lnTo>
                  <a:pt x="48" y="59"/>
                </a:lnTo>
                <a:lnTo>
                  <a:pt x="49" y="59"/>
                </a:lnTo>
                <a:lnTo>
                  <a:pt x="50" y="59"/>
                </a:lnTo>
                <a:lnTo>
                  <a:pt x="51" y="59"/>
                </a:lnTo>
                <a:lnTo>
                  <a:pt x="52" y="60"/>
                </a:lnTo>
                <a:lnTo>
                  <a:pt x="53" y="60"/>
                </a:lnTo>
                <a:lnTo>
                  <a:pt x="54" y="60"/>
                </a:lnTo>
                <a:lnTo>
                  <a:pt x="55" y="60"/>
                </a:lnTo>
                <a:lnTo>
                  <a:pt x="56" y="60"/>
                </a:lnTo>
                <a:lnTo>
                  <a:pt x="57" y="60"/>
                </a:lnTo>
                <a:lnTo>
                  <a:pt x="58" y="60"/>
                </a:lnTo>
                <a:lnTo>
                  <a:pt x="59" y="60"/>
                </a:lnTo>
                <a:lnTo>
                  <a:pt x="60" y="60"/>
                </a:lnTo>
                <a:lnTo>
                  <a:pt x="61" y="60"/>
                </a:lnTo>
                <a:lnTo>
                  <a:pt x="62" y="59"/>
                </a:lnTo>
                <a:lnTo>
                  <a:pt x="63" y="59"/>
                </a:lnTo>
                <a:lnTo>
                  <a:pt x="64" y="59"/>
                </a:lnTo>
                <a:lnTo>
                  <a:pt x="65" y="59"/>
                </a:lnTo>
                <a:lnTo>
                  <a:pt x="66" y="59"/>
                </a:lnTo>
                <a:lnTo>
                  <a:pt x="67" y="59"/>
                </a:lnTo>
                <a:lnTo>
                  <a:pt x="68" y="58"/>
                </a:lnTo>
                <a:lnTo>
                  <a:pt x="69" y="58"/>
                </a:lnTo>
                <a:lnTo>
                  <a:pt x="70" y="58"/>
                </a:lnTo>
                <a:lnTo>
                  <a:pt x="71" y="57"/>
                </a:lnTo>
                <a:lnTo>
                  <a:pt x="72" y="57"/>
                </a:lnTo>
                <a:lnTo>
                  <a:pt x="73" y="57"/>
                </a:lnTo>
                <a:lnTo>
                  <a:pt x="73" y="56"/>
                </a:lnTo>
                <a:lnTo>
                  <a:pt x="74" y="56"/>
                </a:lnTo>
                <a:lnTo>
                  <a:pt x="75" y="56"/>
                </a:lnTo>
                <a:lnTo>
                  <a:pt x="76" y="55"/>
                </a:lnTo>
                <a:lnTo>
                  <a:pt x="77" y="54"/>
                </a:lnTo>
                <a:lnTo>
                  <a:pt x="78" y="54"/>
                </a:lnTo>
                <a:lnTo>
                  <a:pt x="79" y="53"/>
                </a:lnTo>
                <a:lnTo>
                  <a:pt x="80" y="52"/>
                </a:lnTo>
                <a:lnTo>
                  <a:pt x="81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5" y="46"/>
                </a:lnTo>
                <a:lnTo>
                  <a:pt x="86" y="45"/>
                </a:lnTo>
                <a:lnTo>
                  <a:pt x="86" y="44"/>
                </a:lnTo>
                <a:lnTo>
                  <a:pt x="86" y="43"/>
                </a:lnTo>
                <a:lnTo>
                  <a:pt x="86" y="42"/>
                </a:lnTo>
                <a:lnTo>
                  <a:pt x="87" y="41"/>
                </a:lnTo>
                <a:lnTo>
                  <a:pt x="87" y="40"/>
                </a:lnTo>
                <a:lnTo>
                  <a:pt x="87" y="39"/>
                </a:lnTo>
                <a:moveTo>
                  <a:pt x="114" y="39"/>
                </a:moveTo>
                <a:lnTo>
                  <a:pt x="114" y="40"/>
                </a:lnTo>
                <a:lnTo>
                  <a:pt x="114" y="42"/>
                </a:lnTo>
                <a:lnTo>
                  <a:pt x="114" y="43"/>
                </a:lnTo>
                <a:lnTo>
                  <a:pt x="114" y="44"/>
                </a:lnTo>
                <a:lnTo>
                  <a:pt x="113" y="45"/>
                </a:lnTo>
                <a:lnTo>
                  <a:pt x="113" y="46"/>
                </a:lnTo>
                <a:lnTo>
                  <a:pt x="113" y="48"/>
                </a:lnTo>
                <a:lnTo>
                  <a:pt x="112" y="49"/>
                </a:lnTo>
                <a:lnTo>
                  <a:pt x="112" y="50"/>
                </a:lnTo>
                <a:lnTo>
                  <a:pt x="111" y="51"/>
                </a:lnTo>
                <a:lnTo>
                  <a:pt x="111" y="52"/>
                </a:lnTo>
                <a:lnTo>
                  <a:pt x="110" y="53"/>
                </a:lnTo>
                <a:lnTo>
                  <a:pt x="110" y="55"/>
                </a:lnTo>
                <a:lnTo>
                  <a:pt x="109" y="56"/>
                </a:lnTo>
                <a:lnTo>
                  <a:pt x="108" y="57"/>
                </a:lnTo>
                <a:lnTo>
                  <a:pt x="107" y="58"/>
                </a:lnTo>
                <a:lnTo>
                  <a:pt x="106" y="59"/>
                </a:lnTo>
                <a:lnTo>
                  <a:pt x="105" y="60"/>
                </a:lnTo>
                <a:lnTo>
                  <a:pt x="104" y="61"/>
                </a:lnTo>
                <a:lnTo>
                  <a:pt x="103" y="62"/>
                </a:lnTo>
                <a:lnTo>
                  <a:pt x="102" y="63"/>
                </a:lnTo>
                <a:lnTo>
                  <a:pt x="101" y="64"/>
                </a:lnTo>
                <a:lnTo>
                  <a:pt x="99" y="65"/>
                </a:lnTo>
                <a:lnTo>
                  <a:pt x="98" y="66"/>
                </a:lnTo>
                <a:lnTo>
                  <a:pt x="97" y="67"/>
                </a:lnTo>
                <a:lnTo>
                  <a:pt x="95" y="67"/>
                </a:lnTo>
                <a:lnTo>
                  <a:pt x="94" y="68"/>
                </a:lnTo>
                <a:lnTo>
                  <a:pt x="93" y="69"/>
                </a:lnTo>
                <a:lnTo>
                  <a:pt x="91" y="70"/>
                </a:lnTo>
                <a:lnTo>
                  <a:pt x="90" y="70"/>
                </a:lnTo>
                <a:lnTo>
                  <a:pt x="88" y="71"/>
                </a:lnTo>
                <a:lnTo>
                  <a:pt x="87" y="72"/>
                </a:lnTo>
                <a:lnTo>
                  <a:pt x="85" y="72"/>
                </a:lnTo>
                <a:lnTo>
                  <a:pt x="84" y="73"/>
                </a:lnTo>
                <a:lnTo>
                  <a:pt x="82" y="74"/>
                </a:lnTo>
                <a:lnTo>
                  <a:pt x="81" y="74"/>
                </a:lnTo>
                <a:lnTo>
                  <a:pt x="79" y="75"/>
                </a:lnTo>
                <a:lnTo>
                  <a:pt x="77" y="75"/>
                </a:lnTo>
                <a:lnTo>
                  <a:pt x="76" y="76"/>
                </a:lnTo>
                <a:lnTo>
                  <a:pt x="74" y="76"/>
                </a:lnTo>
                <a:lnTo>
                  <a:pt x="72" y="76"/>
                </a:lnTo>
                <a:lnTo>
                  <a:pt x="71" y="77"/>
                </a:lnTo>
                <a:lnTo>
                  <a:pt x="69" y="77"/>
                </a:lnTo>
                <a:lnTo>
                  <a:pt x="67" y="77"/>
                </a:lnTo>
                <a:lnTo>
                  <a:pt x="65" y="77"/>
                </a:lnTo>
                <a:lnTo>
                  <a:pt x="64" y="78"/>
                </a:lnTo>
                <a:lnTo>
                  <a:pt x="62" y="78"/>
                </a:lnTo>
                <a:lnTo>
                  <a:pt x="60" y="78"/>
                </a:lnTo>
                <a:lnTo>
                  <a:pt x="58" y="78"/>
                </a:lnTo>
                <a:lnTo>
                  <a:pt x="56" y="78"/>
                </a:lnTo>
                <a:lnTo>
                  <a:pt x="55" y="78"/>
                </a:lnTo>
                <a:lnTo>
                  <a:pt x="53" y="78"/>
                </a:lnTo>
                <a:lnTo>
                  <a:pt x="51" y="78"/>
                </a:lnTo>
                <a:lnTo>
                  <a:pt x="49" y="78"/>
                </a:lnTo>
                <a:lnTo>
                  <a:pt x="48" y="77"/>
                </a:lnTo>
                <a:lnTo>
                  <a:pt x="46" y="77"/>
                </a:lnTo>
                <a:lnTo>
                  <a:pt x="44" y="77"/>
                </a:lnTo>
                <a:lnTo>
                  <a:pt x="42" y="77"/>
                </a:lnTo>
                <a:lnTo>
                  <a:pt x="41" y="76"/>
                </a:lnTo>
                <a:lnTo>
                  <a:pt x="39" y="76"/>
                </a:lnTo>
                <a:lnTo>
                  <a:pt x="37" y="76"/>
                </a:lnTo>
                <a:lnTo>
                  <a:pt x="36" y="75"/>
                </a:lnTo>
                <a:lnTo>
                  <a:pt x="34" y="75"/>
                </a:lnTo>
                <a:lnTo>
                  <a:pt x="32" y="74"/>
                </a:lnTo>
                <a:lnTo>
                  <a:pt x="31" y="74"/>
                </a:lnTo>
                <a:lnTo>
                  <a:pt x="29" y="73"/>
                </a:lnTo>
                <a:lnTo>
                  <a:pt x="28" y="72"/>
                </a:lnTo>
                <a:lnTo>
                  <a:pt x="26" y="72"/>
                </a:lnTo>
                <a:lnTo>
                  <a:pt x="25" y="71"/>
                </a:lnTo>
                <a:lnTo>
                  <a:pt x="23" y="70"/>
                </a:lnTo>
                <a:lnTo>
                  <a:pt x="22" y="70"/>
                </a:lnTo>
                <a:lnTo>
                  <a:pt x="20" y="69"/>
                </a:lnTo>
                <a:lnTo>
                  <a:pt x="19" y="68"/>
                </a:lnTo>
                <a:lnTo>
                  <a:pt x="18" y="67"/>
                </a:lnTo>
                <a:lnTo>
                  <a:pt x="16" y="67"/>
                </a:lnTo>
                <a:lnTo>
                  <a:pt x="15" y="66"/>
                </a:lnTo>
                <a:lnTo>
                  <a:pt x="14" y="65"/>
                </a:lnTo>
                <a:lnTo>
                  <a:pt x="13" y="64"/>
                </a:lnTo>
                <a:lnTo>
                  <a:pt x="12" y="63"/>
                </a:lnTo>
                <a:lnTo>
                  <a:pt x="11" y="62"/>
                </a:lnTo>
                <a:lnTo>
                  <a:pt x="10" y="61"/>
                </a:lnTo>
                <a:lnTo>
                  <a:pt x="9" y="60"/>
                </a:lnTo>
                <a:lnTo>
                  <a:pt x="8" y="59"/>
                </a:lnTo>
                <a:lnTo>
                  <a:pt x="7" y="58"/>
                </a:lnTo>
                <a:lnTo>
                  <a:pt x="6" y="57"/>
                </a:lnTo>
                <a:lnTo>
                  <a:pt x="5" y="56"/>
                </a:lnTo>
                <a:lnTo>
                  <a:pt x="4" y="55"/>
                </a:lnTo>
                <a:lnTo>
                  <a:pt x="4" y="53"/>
                </a:lnTo>
                <a:lnTo>
                  <a:pt x="3" y="52"/>
                </a:lnTo>
                <a:lnTo>
                  <a:pt x="3" y="51"/>
                </a:lnTo>
                <a:lnTo>
                  <a:pt x="2" y="50"/>
                </a:lnTo>
                <a:lnTo>
                  <a:pt x="2" y="49"/>
                </a:lnTo>
                <a:lnTo>
                  <a:pt x="1" y="48"/>
                </a:lnTo>
                <a:lnTo>
                  <a:pt x="1" y="46"/>
                </a:lnTo>
                <a:lnTo>
                  <a:pt x="1" y="45"/>
                </a:lnTo>
                <a:lnTo>
                  <a:pt x="0" y="44"/>
                </a:lnTo>
                <a:lnTo>
                  <a:pt x="0" y="43"/>
                </a:lnTo>
                <a:lnTo>
                  <a:pt x="0" y="42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4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2" y="30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5"/>
                </a:lnTo>
                <a:lnTo>
                  <a:pt x="4" y="24"/>
                </a:lnTo>
                <a:lnTo>
                  <a:pt x="5" y="23"/>
                </a:lnTo>
                <a:lnTo>
                  <a:pt x="6" y="22"/>
                </a:lnTo>
                <a:lnTo>
                  <a:pt x="7" y="21"/>
                </a:lnTo>
                <a:lnTo>
                  <a:pt x="8" y="20"/>
                </a:lnTo>
                <a:lnTo>
                  <a:pt x="9" y="19"/>
                </a:lnTo>
                <a:lnTo>
                  <a:pt x="10" y="18"/>
                </a:lnTo>
                <a:lnTo>
                  <a:pt x="11" y="17"/>
                </a:lnTo>
                <a:lnTo>
                  <a:pt x="12" y="16"/>
                </a:lnTo>
                <a:lnTo>
                  <a:pt x="13" y="15"/>
                </a:lnTo>
                <a:lnTo>
                  <a:pt x="14" y="14"/>
                </a:lnTo>
                <a:lnTo>
                  <a:pt x="15" y="13"/>
                </a:lnTo>
                <a:lnTo>
                  <a:pt x="16" y="12"/>
                </a:lnTo>
                <a:lnTo>
                  <a:pt x="18" y="11"/>
                </a:lnTo>
                <a:lnTo>
                  <a:pt x="19" y="10"/>
                </a:lnTo>
                <a:lnTo>
                  <a:pt x="20" y="10"/>
                </a:lnTo>
                <a:lnTo>
                  <a:pt x="22" y="9"/>
                </a:lnTo>
                <a:lnTo>
                  <a:pt x="23" y="8"/>
                </a:lnTo>
                <a:lnTo>
                  <a:pt x="25" y="7"/>
                </a:lnTo>
                <a:lnTo>
                  <a:pt x="26" y="7"/>
                </a:lnTo>
                <a:lnTo>
                  <a:pt x="28" y="6"/>
                </a:lnTo>
                <a:lnTo>
                  <a:pt x="29" y="5"/>
                </a:lnTo>
                <a:lnTo>
                  <a:pt x="31" y="5"/>
                </a:lnTo>
                <a:lnTo>
                  <a:pt x="32" y="4"/>
                </a:lnTo>
                <a:lnTo>
                  <a:pt x="34" y="4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1" y="1"/>
                </a:lnTo>
                <a:lnTo>
                  <a:pt x="42" y="1"/>
                </a:lnTo>
                <a:lnTo>
                  <a:pt x="44" y="1"/>
                </a:lnTo>
                <a:lnTo>
                  <a:pt x="46" y="0"/>
                </a:lnTo>
                <a:lnTo>
                  <a:pt x="48" y="0"/>
                </a:lnTo>
                <a:lnTo>
                  <a:pt x="49" y="0"/>
                </a:lnTo>
                <a:lnTo>
                  <a:pt x="51" y="0"/>
                </a:lnTo>
                <a:lnTo>
                  <a:pt x="53" y="0"/>
                </a:lnTo>
                <a:lnTo>
                  <a:pt x="55" y="0"/>
                </a:lnTo>
                <a:lnTo>
                  <a:pt x="56" y="0"/>
                </a:lnTo>
                <a:lnTo>
                  <a:pt x="58" y="0"/>
                </a:lnTo>
                <a:lnTo>
                  <a:pt x="60" y="0"/>
                </a:lnTo>
                <a:lnTo>
                  <a:pt x="62" y="0"/>
                </a:lnTo>
                <a:lnTo>
                  <a:pt x="64" y="0"/>
                </a:lnTo>
                <a:lnTo>
                  <a:pt x="65" y="0"/>
                </a:lnTo>
                <a:lnTo>
                  <a:pt x="67" y="0"/>
                </a:lnTo>
                <a:lnTo>
                  <a:pt x="69" y="1"/>
                </a:lnTo>
                <a:lnTo>
                  <a:pt x="71" y="1"/>
                </a:lnTo>
                <a:lnTo>
                  <a:pt x="72" y="1"/>
                </a:lnTo>
                <a:lnTo>
                  <a:pt x="74" y="2"/>
                </a:lnTo>
                <a:lnTo>
                  <a:pt x="76" y="2"/>
                </a:lnTo>
                <a:lnTo>
                  <a:pt x="77" y="2"/>
                </a:lnTo>
                <a:lnTo>
                  <a:pt x="79" y="4"/>
                </a:lnTo>
                <a:lnTo>
                  <a:pt x="81" y="4"/>
                </a:lnTo>
                <a:lnTo>
                  <a:pt x="82" y="5"/>
                </a:lnTo>
                <a:lnTo>
                  <a:pt x="84" y="5"/>
                </a:lnTo>
                <a:lnTo>
                  <a:pt x="85" y="6"/>
                </a:lnTo>
                <a:lnTo>
                  <a:pt x="87" y="7"/>
                </a:lnTo>
                <a:lnTo>
                  <a:pt x="88" y="7"/>
                </a:lnTo>
                <a:lnTo>
                  <a:pt x="90" y="8"/>
                </a:lnTo>
                <a:lnTo>
                  <a:pt x="91" y="9"/>
                </a:lnTo>
                <a:lnTo>
                  <a:pt x="93" y="10"/>
                </a:lnTo>
                <a:lnTo>
                  <a:pt x="94" y="10"/>
                </a:lnTo>
                <a:lnTo>
                  <a:pt x="95" y="11"/>
                </a:lnTo>
                <a:lnTo>
                  <a:pt x="97" y="12"/>
                </a:lnTo>
                <a:lnTo>
                  <a:pt x="98" y="13"/>
                </a:lnTo>
                <a:lnTo>
                  <a:pt x="99" y="14"/>
                </a:lnTo>
                <a:lnTo>
                  <a:pt x="101" y="15"/>
                </a:lnTo>
                <a:lnTo>
                  <a:pt x="102" y="16"/>
                </a:lnTo>
                <a:lnTo>
                  <a:pt x="103" y="17"/>
                </a:lnTo>
                <a:lnTo>
                  <a:pt x="104" y="18"/>
                </a:lnTo>
                <a:lnTo>
                  <a:pt x="105" y="19"/>
                </a:lnTo>
                <a:lnTo>
                  <a:pt x="106" y="20"/>
                </a:lnTo>
                <a:lnTo>
                  <a:pt x="107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4"/>
                </a:lnTo>
                <a:lnTo>
                  <a:pt x="110" y="25"/>
                </a:lnTo>
                <a:lnTo>
                  <a:pt x="111" y="26"/>
                </a:lnTo>
                <a:lnTo>
                  <a:pt x="111" y="27"/>
                </a:lnTo>
                <a:lnTo>
                  <a:pt x="112" y="28"/>
                </a:lnTo>
                <a:lnTo>
                  <a:pt x="112" y="30"/>
                </a:lnTo>
                <a:lnTo>
                  <a:pt x="113" y="31"/>
                </a:lnTo>
                <a:lnTo>
                  <a:pt x="113" y="32"/>
                </a:lnTo>
                <a:lnTo>
                  <a:pt x="113" y="33"/>
                </a:lnTo>
                <a:lnTo>
                  <a:pt x="114" y="34"/>
                </a:lnTo>
                <a:lnTo>
                  <a:pt x="114" y="36"/>
                </a:lnTo>
                <a:lnTo>
                  <a:pt x="114" y="37"/>
                </a:lnTo>
                <a:lnTo>
                  <a:pt x="114" y="38"/>
                </a:lnTo>
                <a:lnTo>
                  <a:pt x="114" y="3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0" name=""/>
          <p:cNvSpPr/>
          <p:nvPr/>
        </p:nvSpPr>
        <p:spPr>
          <a:xfrm>
            <a:off x="8018640" y="2909520"/>
            <a:ext cx="82080" cy="55800"/>
          </a:xfrm>
          <a:custGeom>
            <a:avLst/>
            <a:gdLst/>
            <a:ahLst/>
            <a:rect l="0" t="0" r="r" b="b"/>
            <a:pathLst>
              <a:path w="228" h="155">
                <a:moveTo>
                  <a:pt x="170" y="78"/>
                </a:moveTo>
                <a:lnTo>
                  <a:pt x="170" y="77"/>
                </a:lnTo>
                <a:lnTo>
                  <a:pt x="170" y="76"/>
                </a:lnTo>
                <a:lnTo>
                  <a:pt x="170" y="75"/>
                </a:lnTo>
                <a:lnTo>
                  <a:pt x="170" y="73"/>
                </a:lnTo>
                <a:lnTo>
                  <a:pt x="169" y="72"/>
                </a:lnTo>
                <a:lnTo>
                  <a:pt x="169" y="71"/>
                </a:lnTo>
                <a:lnTo>
                  <a:pt x="169" y="70"/>
                </a:lnTo>
                <a:lnTo>
                  <a:pt x="168" y="69"/>
                </a:lnTo>
                <a:lnTo>
                  <a:pt x="168" y="67"/>
                </a:lnTo>
                <a:lnTo>
                  <a:pt x="167" y="66"/>
                </a:lnTo>
                <a:lnTo>
                  <a:pt x="167" y="65"/>
                </a:lnTo>
                <a:lnTo>
                  <a:pt x="166" y="64"/>
                </a:lnTo>
                <a:lnTo>
                  <a:pt x="166" y="63"/>
                </a:lnTo>
                <a:lnTo>
                  <a:pt x="165" y="62"/>
                </a:lnTo>
                <a:lnTo>
                  <a:pt x="164" y="61"/>
                </a:lnTo>
                <a:lnTo>
                  <a:pt x="163" y="60"/>
                </a:lnTo>
                <a:lnTo>
                  <a:pt x="162" y="59"/>
                </a:lnTo>
                <a:lnTo>
                  <a:pt x="161" y="58"/>
                </a:lnTo>
                <a:lnTo>
                  <a:pt x="160" y="57"/>
                </a:lnTo>
                <a:lnTo>
                  <a:pt x="159" y="56"/>
                </a:lnTo>
                <a:lnTo>
                  <a:pt x="158" y="55"/>
                </a:lnTo>
                <a:lnTo>
                  <a:pt x="157" y="54"/>
                </a:lnTo>
                <a:lnTo>
                  <a:pt x="156" y="53"/>
                </a:lnTo>
                <a:lnTo>
                  <a:pt x="155" y="52"/>
                </a:lnTo>
                <a:lnTo>
                  <a:pt x="154" y="51"/>
                </a:lnTo>
                <a:lnTo>
                  <a:pt x="152" y="50"/>
                </a:lnTo>
                <a:lnTo>
                  <a:pt x="151" y="49"/>
                </a:lnTo>
                <a:lnTo>
                  <a:pt x="150" y="49"/>
                </a:lnTo>
                <a:lnTo>
                  <a:pt x="148" y="48"/>
                </a:lnTo>
                <a:lnTo>
                  <a:pt x="147" y="47"/>
                </a:lnTo>
                <a:lnTo>
                  <a:pt x="145" y="46"/>
                </a:lnTo>
                <a:lnTo>
                  <a:pt x="144" y="46"/>
                </a:lnTo>
                <a:lnTo>
                  <a:pt x="142" y="45"/>
                </a:lnTo>
                <a:lnTo>
                  <a:pt x="141" y="44"/>
                </a:lnTo>
                <a:lnTo>
                  <a:pt x="139" y="44"/>
                </a:lnTo>
                <a:lnTo>
                  <a:pt x="138" y="43"/>
                </a:lnTo>
                <a:lnTo>
                  <a:pt x="136" y="43"/>
                </a:lnTo>
                <a:lnTo>
                  <a:pt x="134" y="42"/>
                </a:lnTo>
                <a:lnTo>
                  <a:pt x="133" y="42"/>
                </a:lnTo>
                <a:lnTo>
                  <a:pt x="131" y="42"/>
                </a:lnTo>
                <a:lnTo>
                  <a:pt x="129" y="41"/>
                </a:lnTo>
                <a:lnTo>
                  <a:pt x="128" y="41"/>
                </a:lnTo>
                <a:lnTo>
                  <a:pt x="126" y="41"/>
                </a:lnTo>
                <a:lnTo>
                  <a:pt x="124" y="40"/>
                </a:lnTo>
                <a:lnTo>
                  <a:pt x="122" y="40"/>
                </a:lnTo>
                <a:lnTo>
                  <a:pt x="121" y="40"/>
                </a:lnTo>
                <a:lnTo>
                  <a:pt x="119" y="40"/>
                </a:lnTo>
                <a:lnTo>
                  <a:pt x="117" y="40"/>
                </a:lnTo>
                <a:lnTo>
                  <a:pt x="115" y="40"/>
                </a:lnTo>
                <a:lnTo>
                  <a:pt x="113" y="40"/>
                </a:lnTo>
                <a:lnTo>
                  <a:pt x="112" y="40"/>
                </a:lnTo>
                <a:lnTo>
                  <a:pt x="110" y="40"/>
                </a:lnTo>
                <a:lnTo>
                  <a:pt x="108" y="40"/>
                </a:lnTo>
                <a:lnTo>
                  <a:pt x="106" y="40"/>
                </a:lnTo>
                <a:lnTo>
                  <a:pt x="105" y="40"/>
                </a:lnTo>
                <a:lnTo>
                  <a:pt x="103" y="40"/>
                </a:lnTo>
                <a:lnTo>
                  <a:pt x="101" y="41"/>
                </a:lnTo>
                <a:lnTo>
                  <a:pt x="99" y="41"/>
                </a:lnTo>
                <a:lnTo>
                  <a:pt x="98" y="41"/>
                </a:lnTo>
                <a:lnTo>
                  <a:pt x="96" y="42"/>
                </a:lnTo>
                <a:lnTo>
                  <a:pt x="94" y="42"/>
                </a:lnTo>
                <a:lnTo>
                  <a:pt x="93" y="42"/>
                </a:lnTo>
                <a:lnTo>
                  <a:pt x="91" y="43"/>
                </a:lnTo>
                <a:lnTo>
                  <a:pt x="89" y="43"/>
                </a:lnTo>
                <a:lnTo>
                  <a:pt x="88" y="44"/>
                </a:lnTo>
                <a:lnTo>
                  <a:pt x="86" y="44"/>
                </a:lnTo>
                <a:lnTo>
                  <a:pt x="85" y="45"/>
                </a:lnTo>
                <a:lnTo>
                  <a:pt x="83" y="46"/>
                </a:lnTo>
                <a:lnTo>
                  <a:pt x="82" y="46"/>
                </a:lnTo>
                <a:lnTo>
                  <a:pt x="80" y="47"/>
                </a:lnTo>
                <a:lnTo>
                  <a:pt x="79" y="48"/>
                </a:lnTo>
                <a:lnTo>
                  <a:pt x="77" y="49"/>
                </a:lnTo>
                <a:lnTo>
                  <a:pt x="76" y="49"/>
                </a:lnTo>
                <a:lnTo>
                  <a:pt x="75" y="50"/>
                </a:lnTo>
                <a:lnTo>
                  <a:pt x="73" y="51"/>
                </a:lnTo>
                <a:lnTo>
                  <a:pt x="72" y="52"/>
                </a:lnTo>
                <a:lnTo>
                  <a:pt x="71" y="53"/>
                </a:lnTo>
                <a:lnTo>
                  <a:pt x="70" y="54"/>
                </a:lnTo>
                <a:lnTo>
                  <a:pt x="69" y="55"/>
                </a:lnTo>
                <a:lnTo>
                  <a:pt x="68" y="56"/>
                </a:lnTo>
                <a:lnTo>
                  <a:pt x="67" y="57"/>
                </a:lnTo>
                <a:lnTo>
                  <a:pt x="66" y="58"/>
                </a:lnTo>
                <a:lnTo>
                  <a:pt x="65" y="59"/>
                </a:lnTo>
                <a:lnTo>
                  <a:pt x="64" y="60"/>
                </a:lnTo>
                <a:lnTo>
                  <a:pt x="63" y="61"/>
                </a:lnTo>
                <a:lnTo>
                  <a:pt x="62" y="62"/>
                </a:lnTo>
                <a:lnTo>
                  <a:pt x="61" y="63"/>
                </a:lnTo>
                <a:lnTo>
                  <a:pt x="61" y="64"/>
                </a:lnTo>
                <a:lnTo>
                  <a:pt x="60" y="65"/>
                </a:lnTo>
                <a:lnTo>
                  <a:pt x="60" y="66"/>
                </a:lnTo>
                <a:lnTo>
                  <a:pt x="59" y="67"/>
                </a:lnTo>
                <a:lnTo>
                  <a:pt x="59" y="69"/>
                </a:lnTo>
                <a:lnTo>
                  <a:pt x="58" y="70"/>
                </a:lnTo>
                <a:lnTo>
                  <a:pt x="58" y="71"/>
                </a:lnTo>
                <a:lnTo>
                  <a:pt x="58" y="72"/>
                </a:lnTo>
                <a:lnTo>
                  <a:pt x="57" y="73"/>
                </a:lnTo>
                <a:lnTo>
                  <a:pt x="57" y="75"/>
                </a:lnTo>
                <a:lnTo>
                  <a:pt x="57" y="76"/>
                </a:lnTo>
                <a:lnTo>
                  <a:pt x="57" y="77"/>
                </a:lnTo>
                <a:lnTo>
                  <a:pt x="57" y="78"/>
                </a:lnTo>
                <a:lnTo>
                  <a:pt x="57" y="79"/>
                </a:lnTo>
                <a:lnTo>
                  <a:pt x="57" y="81"/>
                </a:lnTo>
                <a:lnTo>
                  <a:pt x="57" y="82"/>
                </a:lnTo>
                <a:lnTo>
                  <a:pt x="57" y="83"/>
                </a:lnTo>
                <a:lnTo>
                  <a:pt x="58" y="84"/>
                </a:lnTo>
                <a:lnTo>
                  <a:pt x="58" y="85"/>
                </a:lnTo>
                <a:lnTo>
                  <a:pt x="58" y="87"/>
                </a:lnTo>
                <a:lnTo>
                  <a:pt x="59" y="88"/>
                </a:lnTo>
                <a:lnTo>
                  <a:pt x="59" y="89"/>
                </a:lnTo>
                <a:lnTo>
                  <a:pt x="60" y="90"/>
                </a:lnTo>
                <a:lnTo>
                  <a:pt x="60" y="91"/>
                </a:lnTo>
                <a:lnTo>
                  <a:pt x="61" y="92"/>
                </a:lnTo>
                <a:lnTo>
                  <a:pt x="61" y="94"/>
                </a:lnTo>
                <a:lnTo>
                  <a:pt x="62" y="95"/>
                </a:lnTo>
                <a:lnTo>
                  <a:pt x="63" y="96"/>
                </a:lnTo>
                <a:lnTo>
                  <a:pt x="64" y="97"/>
                </a:lnTo>
                <a:lnTo>
                  <a:pt x="65" y="98"/>
                </a:lnTo>
                <a:lnTo>
                  <a:pt x="66" y="99"/>
                </a:lnTo>
                <a:lnTo>
                  <a:pt x="67" y="100"/>
                </a:lnTo>
                <a:lnTo>
                  <a:pt x="68" y="101"/>
                </a:lnTo>
                <a:lnTo>
                  <a:pt x="69" y="102"/>
                </a:lnTo>
                <a:lnTo>
                  <a:pt x="70" y="103"/>
                </a:lnTo>
                <a:lnTo>
                  <a:pt x="71" y="104"/>
                </a:lnTo>
                <a:lnTo>
                  <a:pt x="72" y="105"/>
                </a:lnTo>
                <a:lnTo>
                  <a:pt x="73" y="106"/>
                </a:lnTo>
                <a:lnTo>
                  <a:pt x="75" y="106"/>
                </a:lnTo>
                <a:lnTo>
                  <a:pt x="76" y="107"/>
                </a:lnTo>
                <a:lnTo>
                  <a:pt x="77" y="108"/>
                </a:lnTo>
                <a:lnTo>
                  <a:pt x="79" y="109"/>
                </a:lnTo>
                <a:lnTo>
                  <a:pt x="80" y="109"/>
                </a:lnTo>
                <a:lnTo>
                  <a:pt x="82" y="110"/>
                </a:lnTo>
                <a:lnTo>
                  <a:pt x="83" y="111"/>
                </a:lnTo>
                <a:lnTo>
                  <a:pt x="85" y="111"/>
                </a:lnTo>
                <a:lnTo>
                  <a:pt x="86" y="112"/>
                </a:lnTo>
                <a:lnTo>
                  <a:pt x="88" y="113"/>
                </a:lnTo>
                <a:lnTo>
                  <a:pt x="89" y="113"/>
                </a:lnTo>
                <a:lnTo>
                  <a:pt x="91" y="114"/>
                </a:lnTo>
                <a:lnTo>
                  <a:pt x="93" y="114"/>
                </a:lnTo>
                <a:lnTo>
                  <a:pt x="94" y="115"/>
                </a:lnTo>
                <a:lnTo>
                  <a:pt x="96" y="115"/>
                </a:lnTo>
                <a:lnTo>
                  <a:pt x="98" y="115"/>
                </a:lnTo>
                <a:lnTo>
                  <a:pt x="99" y="116"/>
                </a:lnTo>
                <a:lnTo>
                  <a:pt x="101" y="116"/>
                </a:lnTo>
                <a:lnTo>
                  <a:pt x="103" y="116"/>
                </a:lnTo>
                <a:lnTo>
                  <a:pt x="105" y="116"/>
                </a:lnTo>
                <a:lnTo>
                  <a:pt x="106" y="117"/>
                </a:lnTo>
                <a:lnTo>
                  <a:pt x="108" y="117"/>
                </a:lnTo>
                <a:lnTo>
                  <a:pt x="110" y="117"/>
                </a:lnTo>
                <a:lnTo>
                  <a:pt x="112" y="117"/>
                </a:lnTo>
                <a:lnTo>
                  <a:pt x="113" y="117"/>
                </a:lnTo>
                <a:lnTo>
                  <a:pt x="115" y="117"/>
                </a:lnTo>
                <a:lnTo>
                  <a:pt x="117" y="117"/>
                </a:lnTo>
                <a:lnTo>
                  <a:pt x="119" y="117"/>
                </a:lnTo>
                <a:lnTo>
                  <a:pt x="121" y="117"/>
                </a:lnTo>
                <a:lnTo>
                  <a:pt x="122" y="116"/>
                </a:lnTo>
                <a:lnTo>
                  <a:pt x="124" y="116"/>
                </a:lnTo>
                <a:lnTo>
                  <a:pt x="126" y="116"/>
                </a:lnTo>
                <a:lnTo>
                  <a:pt x="128" y="116"/>
                </a:lnTo>
                <a:lnTo>
                  <a:pt x="129" y="115"/>
                </a:lnTo>
                <a:lnTo>
                  <a:pt x="131" y="115"/>
                </a:lnTo>
                <a:lnTo>
                  <a:pt x="133" y="115"/>
                </a:lnTo>
                <a:lnTo>
                  <a:pt x="134" y="114"/>
                </a:lnTo>
                <a:lnTo>
                  <a:pt x="136" y="114"/>
                </a:lnTo>
                <a:lnTo>
                  <a:pt x="138" y="113"/>
                </a:lnTo>
                <a:lnTo>
                  <a:pt x="139" y="113"/>
                </a:lnTo>
                <a:lnTo>
                  <a:pt x="141" y="112"/>
                </a:lnTo>
                <a:lnTo>
                  <a:pt x="142" y="111"/>
                </a:lnTo>
                <a:lnTo>
                  <a:pt x="144" y="111"/>
                </a:lnTo>
                <a:lnTo>
                  <a:pt x="145" y="110"/>
                </a:lnTo>
                <a:lnTo>
                  <a:pt x="147" y="109"/>
                </a:lnTo>
                <a:lnTo>
                  <a:pt x="148" y="109"/>
                </a:lnTo>
                <a:lnTo>
                  <a:pt x="150" y="108"/>
                </a:lnTo>
                <a:lnTo>
                  <a:pt x="151" y="107"/>
                </a:lnTo>
                <a:lnTo>
                  <a:pt x="152" y="106"/>
                </a:lnTo>
                <a:lnTo>
                  <a:pt x="154" y="106"/>
                </a:lnTo>
                <a:lnTo>
                  <a:pt x="155" y="105"/>
                </a:lnTo>
                <a:lnTo>
                  <a:pt x="156" y="104"/>
                </a:lnTo>
                <a:lnTo>
                  <a:pt x="157" y="103"/>
                </a:lnTo>
                <a:lnTo>
                  <a:pt x="158" y="102"/>
                </a:lnTo>
                <a:lnTo>
                  <a:pt x="159" y="101"/>
                </a:lnTo>
                <a:lnTo>
                  <a:pt x="160" y="100"/>
                </a:lnTo>
                <a:lnTo>
                  <a:pt x="161" y="99"/>
                </a:lnTo>
                <a:lnTo>
                  <a:pt x="162" y="98"/>
                </a:lnTo>
                <a:lnTo>
                  <a:pt x="163" y="97"/>
                </a:lnTo>
                <a:lnTo>
                  <a:pt x="164" y="96"/>
                </a:lnTo>
                <a:lnTo>
                  <a:pt x="165" y="95"/>
                </a:lnTo>
                <a:lnTo>
                  <a:pt x="166" y="94"/>
                </a:lnTo>
                <a:lnTo>
                  <a:pt x="166" y="92"/>
                </a:lnTo>
                <a:lnTo>
                  <a:pt x="167" y="91"/>
                </a:lnTo>
                <a:lnTo>
                  <a:pt x="167" y="90"/>
                </a:lnTo>
                <a:lnTo>
                  <a:pt x="168" y="89"/>
                </a:lnTo>
                <a:lnTo>
                  <a:pt x="168" y="88"/>
                </a:lnTo>
                <a:lnTo>
                  <a:pt x="169" y="87"/>
                </a:lnTo>
                <a:lnTo>
                  <a:pt x="169" y="85"/>
                </a:lnTo>
                <a:lnTo>
                  <a:pt x="169" y="84"/>
                </a:lnTo>
                <a:lnTo>
                  <a:pt x="170" y="83"/>
                </a:lnTo>
                <a:lnTo>
                  <a:pt x="170" y="82"/>
                </a:lnTo>
                <a:lnTo>
                  <a:pt x="170" y="81"/>
                </a:lnTo>
                <a:lnTo>
                  <a:pt x="170" y="79"/>
                </a:lnTo>
                <a:lnTo>
                  <a:pt x="170" y="78"/>
                </a:lnTo>
                <a:moveTo>
                  <a:pt x="228" y="78"/>
                </a:moveTo>
                <a:lnTo>
                  <a:pt x="228" y="81"/>
                </a:lnTo>
                <a:lnTo>
                  <a:pt x="228" y="83"/>
                </a:lnTo>
                <a:lnTo>
                  <a:pt x="227" y="86"/>
                </a:lnTo>
                <a:lnTo>
                  <a:pt x="227" y="88"/>
                </a:lnTo>
                <a:lnTo>
                  <a:pt x="226" y="90"/>
                </a:lnTo>
                <a:lnTo>
                  <a:pt x="226" y="93"/>
                </a:lnTo>
                <a:lnTo>
                  <a:pt x="225" y="95"/>
                </a:lnTo>
                <a:lnTo>
                  <a:pt x="224" y="97"/>
                </a:lnTo>
                <a:lnTo>
                  <a:pt x="223" y="100"/>
                </a:lnTo>
                <a:lnTo>
                  <a:pt x="222" y="102"/>
                </a:lnTo>
                <a:lnTo>
                  <a:pt x="221" y="104"/>
                </a:lnTo>
                <a:lnTo>
                  <a:pt x="220" y="107"/>
                </a:lnTo>
                <a:lnTo>
                  <a:pt x="219" y="109"/>
                </a:lnTo>
                <a:lnTo>
                  <a:pt x="217" y="111"/>
                </a:lnTo>
                <a:lnTo>
                  <a:pt x="215" y="113"/>
                </a:lnTo>
                <a:lnTo>
                  <a:pt x="213" y="115"/>
                </a:lnTo>
                <a:lnTo>
                  <a:pt x="211" y="118"/>
                </a:lnTo>
                <a:lnTo>
                  <a:pt x="209" y="120"/>
                </a:lnTo>
                <a:lnTo>
                  <a:pt x="207" y="122"/>
                </a:lnTo>
                <a:lnTo>
                  <a:pt x="205" y="124"/>
                </a:lnTo>
                <a:lnTo>
                  <a:pt x="203" y="126"/>
                </a:lnTo>
                <a:lnTo>
                  <a:pt x="201" y="127"/>
                </a:lnTo>
                <a:lnTo>
                  <a:pt x="199" y="129"/>
                </a:lnTo>
                <a:lnTo>
                  <a:pt x="196" y="131"/>
                </a:lnTo>
                <a:lnTo>
                  <a:pt x="194" y="133"/>
                </a:lnTo>
                <a:lnTo>
                  <a:pt x="191" y="134"/>
                </a:lnTo>
                <a:lnTo>
                  <a:pt x="188" y="136"/>
                </a:lnTo>
                <a:lnTo>
                  <a:pt x="186" y="138"/>
                </a:lnTo>
                <a:lnTo>
                  <a:pt x="183" y="139"/>
                </a:lnTo>
                <a:lnTo>
                  <a:pt x="180" y="141"/>
                </a:lnTo>
                <a:lnTo>
                  <a:pt x="177" y="142"/>
                </a:lnTo>
                <a:lnTo>
                  <a:pt x="174" y="143"/>
                </a:lnTo>
                <a:lnTo>
                  <a:pt x="171" y="145"/>
                </a:lnTo>
                <a:lnTo>
                  <a:pt x="168" y="146"/>
                </a:lnTo>
                <a:lnTo>
                  <a:pt x="165" y="147"/>
                </a:lnTo>
                <a:lnTo>
                  <a:pt x="162" y="148"/>
                </a:lnTo>
                <a:lnTo>
                  <a:pt x="159" y="149"/>
                </a:lnTo>
                <a:lnTo>
                  <a:pt x="155" y="150"/>
                </a:lnTo>
                <a:lnTo>
                  <a:pt x="152" y="151"/>
                </a:lnTo>
                <a:lnTo>
                  <a:pt x="149" y="152"/>
                </a:lnTo>
                <a:lnTo>
                  <a:pt x="145" y="152"/>
                </a:lnTo>
                <a:lnTo>
                  <a:pt x="142" y="153"/>
                </a:lnTo>
                <a:lnTo>
                  <a:pt x="138" y="154"/>
                </a:lnTo>
                <a:lnTo>
                  <a:pt x="135" y="154"/>
                </a:lnTo>
                <a:lnTo>
                  <a:pt x="131" y="154"/>
                </a:lnTo>
                <a:lnTo>
                  <a:pt x="128" y="155"/>
                </a:lnTo>
                <a:lnTo>
                  <a:pt x="124" y="155"/>
                </a:lnTo>
                <a:lnTo>
                  <a:pt x="121" y="155"/>
                </a:lnTo>
                <a:lnTo>
                  <a:pt x="117" y="155"/>
                </a:lnTo>
                <a:lnTo>
                  <a:pt x="113" y="155"/>
                </a:lnTo>
                <a:lnTo>
                  <a:pt x="110" y="155"/>
                </a:lnTo>
                <a:lnTo>
                  <a:pt x="106" y="155"/>
                </a:lnTo>
                <a:lnTo>
                  <a:pt x="103" y="155"/>
                </a:lnTo>
                <a:lnTo>
                  <a:pt x="99" y="155"/>
                </a:lnTo>
                <a:lnTo>
                  <a:pt x="96" y="154"/>
                </a:lnTo>
                <a:lnTo>
                  <a:pt x="92" y="154"/>
                </a:lnTo>
                <a:lnTo>
                  <a:pt x="89" y="154"/>
                </a:lnTo>
                <a:lnTo>
                  <a:pt x="85" y="153"/>
                </a:lnTo>
                <a:lnTo>
                  <a:pt x="82" y="152"/>
                </a:lnTo>
                <a:lnTo>
                  <a:pt x="78" y="152"/>
                </a:lnTo>
                <a:lnTo>
                  <a:pt x="75" y="151"/>
                </a:lnTo>
                <a:lnTo>
                  <a:pt x="72" y="150"/>
                </a:lnTo>
                <a:lnTo>
                  <a:pt x="68" y="149"/>
                </a:lnTo>
                <a:lnTo>
                  <a:pt x="65" y="148"/>
                </a:lnTo>
                <a:lnTo>
                  <a:pt x="62" y="147"/>
                </a:lnTo>
                <a:lnTo>
                  <a:pt x="59" y="146"/>
                </a:lnTo>
                <a:lnTo>
                  <a:pt x="56" y="145"/>
                </a:lnTo>
                <a:lnTo>
                  <a:pt x="53" y="143"/>
                </a:lnTo>
                <a:lnTo>
                  <a:pt x="50" y="142"/>
                </a:lnTo>
                <a:lnTo>
                  <a:pt x="47" y="141"/>
                </a:lnTo>
                <a:lnTo>
                  <a:pt x="44" y="139"/>
                </a:lnTo>
                <a:lnTo>
                  <a:pt x="41" y="138"/>
                </a:lnTo>
                <a:lnTo>
                  <a:pt x="39" y="136"/>
                </a:lnTo>
                <a:lnTo>
                  <a:pt x="36" y="134"/>
                </a:lnTo>
                <a:lnTo>
                  <a:pt x="33" y="133"/>
                </a:lnTo>
                <a:lnTo>
                  <a:pt x="31" y="131"/>
                </a:lnTo>
                <a:lnTo>
                  <a:pt x="28" y="129"/>
                </a:lnTo>
                <a:lnTo>
                  <a:pt x="26" y="127"/>
                </a:lnTo>
                <a:lnTo>
                  <a:pt x="24" y="126"/>
                </a:lnTo>
                <a:lnTo>
                  <a:pt x="22" y="124"/>
                </a:lnTo>
                <a:lnTo>
                  <a:pt x="20" y="122"/>
                </a:lnTo>
                <a:lnTo>
                  <a:pt x="18" y="120"/>
                </a:lnTo>
                <a:lnTo>
                  <a:pt x="16" y="118"/>
                </a:lnTo>
                <a:lnTo>
                  <a:pt x="14" y="115"/>
                </a:lnTo>
                <a:lnTo>
                  <a:pt x="12" y="113"/>
                </a:lnTo>
                <a:lnTo>
                  <a:pt x="11" y="111"/>
                </a:lnTo>
                <a:lnTo>
                  <a:pt x="9" y="109"/>
                </a:lnTo>
                <a:lnTo>
                  <a:pt x="8" y="107"/>
                </a:lnTo>
                <a:lnTo>
                  <a:pt x="7" y="104"/>
                </a:lnTo>
                <a:lnTo>
                  <a:pt x="6" y="102"/>
                </a:lnTo>
                <a:lnTo>
                  <a:pt x="5" y="100"/>
                </a:lnTo>
                <a:lnTo>
                  <a:pt x="4" y="97"/>
                </a:lnTo>
                <a:lnTo>
                  <a:pt x="3" y="95"/>
                </a:lnTo>
                <a:lnTo>
                  <a:pt x="2" y="93"/>
                </a:lnTo>
                <a:lnTo>
                  <a:pt x="2" y="90"/>
                </a:lnTo>
                <a:lnTo>
                  <a:pt x="1" y="88"/>
                </a:lnTo>
                <a:lnTo>
                  <a:pt x="1" y="86"/>
                </a:lnTo>
                <a:lnTo>
                  <a:pt x="0" y="83"/>
                </a:lnTo>
                <a:lnTo>
                  <a:pt x="0" y="81"/>
                </a:lnTo>
                <a:lnTo>
                  <a:pt x="0" y="78"/>
                </a:lnTo>
                <a:lnTo>
                  <a:pt x="0" y="76"/>
                </a:lnTo>
                <a:lnTo>
                  <a:pt x="0" y="73"/>
                </a:lnTo>
                <a:lnTo>
                  <a:pt x="1" y="71"/>
                </a:lnTo>
                <a:lnTo>
                  <a:pt x="1" y="69"/>
                </a:lnTo>
                <a:lnTo>
                  <a:pt x="2" y="66"/>
                </a:lnTo>
                <a:lnTo>
                  <a:pt x="2" y="64"/>
                </a:lnTo>
                <a:lnTo>
                  <a:pt x="3" y="61"/>
                </a:lnTo>
                <a:lnTo>
                  <a:pt x="4" y="59"/>
                </a:lnTo>
                <a:lnTo>
                  <a:pt x="5" y="57"/>
                </a:lnTo>
                <a:lnTo>
                  <a:pt x="6" y="54"/>
                </a:lnTo>
                <a:lnTo>
                  <a:pt x="7" y="52"/>
                </a:lnTo>
                <a:lnTo>
                  <a:pt x="8" y="50"/>
                </a:lnTo>
                <a:lnTo>
                  <a:pt x="9" y="48"/>
                </a:lnTo>
                <a:lnTo>
                  <a:pt x="11" y="45"/>
                </a:lnTo>
                <a:lnTo>
                  <a:pt x="12" y="43"/>
                </a:lnTo>
                <a:lnTo>
                  <a:pt x="14" y="41"/>
                </a:lnTo>
                <a:lnTo>
                  <a:pt x="16" y="39"/>
                </a:lnTo>
                <a:lnTo>
                  <a:pt x="18" y="37"/>
                </a:lnTo>
                <a:lnTo>
                  <a:pt x="20" y="35"/>
                </a:lnTo>
                <a:lnTo>
                  <a:pt x="22" y="33"/>
                </a:lnTo>
                <a:lnTo>
                  <a:pt x="24" y="31"/>
                </a:lnTo>
                <a:lnTo>
                  <a:pt x="26" y="29"/>
                </a:lnTo>
                <a:lnTo>
                  <a:pt x="28" y="27"/>
                </a:lnTo>
                <a:lnTo>
                  <a:pt x="31" y="25"/>
                </a:lnTo>
                <a:lnTo>
                  <a:pt x="33" y="24"/>
                </a:lnTo>
                <a:lnTo>
                  <a:pt x="36" y="22"/>
                </a:lnTo>
                <a:lnTo>
                  <a:pt x="39" y="20"/>
                </a:lnTo>
                <a:lnTo>
                  <a:pt x="41" y="19"/>
                </a:lnTo>
                <a:lnTo>
                  <a:pt x="44" y="17"/>
                </a:lnTo>
                <a:lnTo>
                  <a:pt x="47" y="16"/>
                </a:lnTo>
                <a:lnTo>
                  <a:pt x="50" y="14"/>
                </a:lnTo>
                <a:lnTo>
                  <a:pt x="53" y="13"/>
                </a:lnTo>
                <a:lnTo>
                  <a:pt x="56" y="12"/>
                </a:lnTo>
                <a:lnTo>
                  <a:pt x="59" y="11"/>
                </a:lnTo>
                <a:lnTo>
                  <a:pt x="62" y="10"/>
                </a:lnTo>
                <a:lnTo>
                  <a:pt x="65" y="8"/>
                </a:lnTo>
                <a:lnTo>
                  <a:pt x="68" y="7"/>
                </a:lnTo>
                <a:lnTo>
                  <a:pt x="72" y="7"/>
                </a:lnTo>
                <a:lnTo>
                  <a:pt x="75" y="6"/>
                </a:lnTo>
                <a:lnTo>
                  <a:pt x="78" y="5"/>
                </a:lnTo>
                <a:lnTo>
                  <a:pt x="82" y="4"/>
                </a:lnTo>
                <a:lnTo>
                  <a:pt x="85" y="4"/>
                </a:lnTo>
                <a:lnTo>
                  <a:pt x="89" y="2"/>
                </a:lnTo>
                <a:lnTo>
                  <a:pt x="92" y="1"/>
                </a:lnTo>
                <a:lnTo>
                  <a:pt x="96" y="1"/>
                </a:lnTo>
                <a:lnTo>
                  <a:pt x="99" y="1"/>
                </a:lnTo>
                <a:lnTo>
                  <a:pt x="103" y="0"/>
                </a:lnTo>
                <a:lnTo>
                  <a:pt x="106" y="0"/>
                </a:lnTo>
                <a:lnTo>
                  <a:pt x="110" y="0"/>
                </a:lnTo>
                <a:lnTo>
                  <a:pt x="113" y="0"/>
                </a:lnTo>
                <a:lnTo>
                  <a:pt x="117" y="0"/>
                </a:lnTo>
                <a:lnTo>
                  <a:pt x="121" y="0"/>
                </a:lnTo>
                <a:lnTo>
                  <a:pt x="124" y="0"/>
                </a:lnTo>
                <a:lnTo>
                  <a:pt x="128" y="1"/>
                </a:lnTo>
                <a:lnTo>
                  <a:pt x="131" y="1"/>
                </a:lnTo>
                <a:lnTo>
                  <a:pt x="135" y="1"/>
                </a:lnTo>
                <a:lnTo>
                  <a:pt x="138" y="2"/>
                </a:lnTo>
                <a:lnTo>
                  <a:pt x="142" y="4"/>
                </a:lnTo>
                <a:lnTo>
                  <a:pt x="145" y="4"/>
                </a:lnTo>
                <a:lnTo>
                  <a:pt x="149" y="5"/>
                </a:lnTo>
                <a:lnTo>
                  <a:pt x="152" y="6"/>
                </a:lnTo>
                <a:lnTo>
                  <a:pt x="155" y="7"/>
                </a:lnTo>
                <a:lnTo>
                  <a:pt x="159" y="7"/>
                </a:lnTo>
                <a:lnTo>
                  <a:pt x="162" y="8"/>
                </a:lnTo>
                <a:lnTo>
                  <a:pt x="165" y="10"/>
                </a:lnTo>
                <a:lnTo>
                  <a:pt x="168" y="11"/>
                </a:lnTo>
                <a:lnTo>
                  <a:pt x="171" y="12"/>
                </a:lnTo>
                <a:lnTo>
                  <a:pt x="174" y="13"/>
                </a:lnTo>
                <a:lnTo>
                  <a:pt x="177" y="14"/>
                </a:lnTo>
                <a:lnTo>
                  <a:pt x="180" y="16"/>
                </a:lnTo>
                <a:lnTo>
                  <a:pt x="183" y="17"/>
                </a:lnTo>
                <a:lnTo>
                  <a:pt x="186" y="19"/>
                </a:lnTo>
                <a:lnTo>
                  <a:pt x="188" y="20"/>
                </a:lnTo>
                <a:lnTo>
                  <a:pt x="191" y="22"/>
                </a:lnTo>
                <a:lnTo>
                  <a:pt x="194" y="24"/>
                </a:lnTo>
                <a:lnTo>
                  <a:pt x="196" y="25"/>
                </a:lnTo>
                <a:lnTo>
                  <a:pt x="199" y="27"/>
                </a:lnTo>
                <a:lnTo>
                  <a:pt x="201" y="29"/>
                </a:lnTo>
                <a:lnTo>
                  <a:pt x="203" y="31"/>
                </a:lnTo>
                <a:lnTo>
                  <a:pt x="205" y="33"/>
                </a:lnTo>
                <a:lnTo>
                  <a:pt x="207" y="35"/>
                </a:lnTo>
                <a:lnTo>
                  <a:pt x="209" y="37"/>
                </a:lnTo>
                <a:lnTo>
                  <a:pt x="211" y="39"/>
                </a:lnTo>
                <a:lnTo>
                  <a:pt x="213" y="41"/>
                </a:lnTo>
                <a:lnTo>
                  <a:pt x="215" y="43"/>
                </a:lnTo>
                <a:lnTo>
                  <a:pt x="217" y="45"/>
                </a:lnTo>
                <a:lnTo>
                  <a:pt x="219" y="48"/>
                </a:lnTo>
                <a:lnTo>
                  <a:pt x="220" y="50"/>
                </a:lnTo>
                <a:lnTo>
                  <a:pt x="221" y="52"/>
                </a:lnTo>
                <a:lnTo>
                  <a:pt x="222" y="54"/>
                </a:lnTo>
                <a:lnTo>
                  <a:pt x="223" y="57"/>
                </a:lnTo>
                <a:lnTo>
                  <a:pt x="224" y="59"/>
                </a:lnTo>
                <a:lnTo>
                  <a:pt x="225" y="61"/>
                </a:lnTo>
                <a:lnTo>
                  <a:pt x="226" y="64"/>
                </a:lnTo>
                <a:lnTo>
                  <a:pt x="226" y="66"/>
                </a:lnTo>
                <a:lnTo>
                  <a:pt x="227" y="69"/>
                </a:lnTo>
                <a:lnTo>
                  <a:pt x="227" y="71"/>
                </a:lnTo>
                <a:lnTo>
                  <a:pt x="228" y="73"/>
                </a:lnTo>
                <a:lnTo>
                  <a:pt x="228" y="76"/>
                </a:lnTo>
                <a:lnTo>
                  <a:pt x="228" y="7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1" name=""/>
          <p:cNvSpPr/>
          <p:nvPr/>
        </p:nvSpPr>
        <p:spPr>
          <a:xfrm>
            <a:off x="8014680" y="2906640"/>
            <a:ext cx="90000" cy="61560"/>
          </a:xfrm>
          <a:custGeom>
            <a:avLst/>
            <a:gdLst/>
            <a:ahLst/>
            <a:rect l="0" t="0" r="r" b="b"/>
            <a:pathLst>
              <a:path w="250" h="171">
                <a:moveTo>
                  <a:pt x="239" y="85"/>
                </a:moveTo>
                <a:lnTo>
                  <a:pt x="239" y="83"/>
                </a:lnTo>
                <a:lnTo>
                  <a:pt x="239" y="80"/>
                </a:lnTo>
                <a:lnTo>
                  <a:pt x="238" y="78"/>
                </a:lnTo>
                <a:lnTo>
                  <a:pt x="238" y="76"/>
                </a:lnTo>
                <a:lnTo>
                  <a:pt x="237" y="73"/>
                </a:lnTo>
                <a:lnTo>
                  <a:pt x="237" y="71"/>
                </a:lnTo>
                <a:lnTo>
                  <a:pt x="236" y="68"/>
                </a:lnTo>
                <a:lnTo>
                  <a:pt x="235" y="66"/>
                </a:lnTo>
                <a:lnTo>
                  <a:pt x="234" y="64"/>
                </a:lnTo>
                <a:lnTo>
                  <a:pt x="233" y="61"/>
                </a:lnTo>
                <a:lnTo>
                  <a:pt x="232" y="59"/>
                </a:lnTo>
                <a:lnTo>
                  <a:pt x="231" y="57"/>
                </a:lnTo>
                <a:lnTo>
                  <a:pt x="230" y="55"/>
                </a:lnTo>
                <a:lnTo>
                  <a:pt x="228" y="52"/>
                </a:lnTo>
                <a:lnTo>
                  <a:pt x="226" y="50"/>
                </a:lnTo>
                <a:lnTo>
                  <a:pt x="225" y="48"/>
                </a:lnTo>
                <a:lnTo>
                  <a:pt x="223" y="46"/>
                </a:lnTo>
                <a:lnTo>
                  <a:pt x="221" y="44"/>
                </a:lnTo>
                <a:lnTo>
                  <a:pt x="219" y="42"/>
                </a:lnTo>
                <a:lnTo>
                  <a:pt x="217" y="40"/>
                </a:lnTo>
                <a:lnTo>
                  <a:pt x="215" y="38"/>
                </a:lnTo>
                <a:lnTo>
                  <a:pt x="213" y="36"/>
                </a:lnTo>
                <a:lnTo>
                  <a:pt x="211" y="34"/>
                </a:lnTo>
                <a:lnTo>
                  <a:pt x="208" y="32"/>
                </a:lnTo>
                <a:lnTo>
                  <a:pt x="206" y="31"/>
                </a:lnTo>
                <a:lnTo>
                  <a:pt x="203" y="29"/>
                </a:lnTo>
                <a:lnTo>
                  <a:pt x="200" y="27"/>
                </a:lnTo>
                <a:lnTo>
                  <a:pt x="198" y="26"/>
                </a:lnTo>
                <a:lnTo>
                  <a:pt x="195" y="24"/>
                </a:lnTo>
                <a:lnTo>
                  <a:pt x="192" y="23"/>
                </a:lnTo>
                <a:lnTo>
                  <a:pt x="189" y="21"/>
                </a:lnTo>
                <a:lnTo>
                  <a:pt x="186" y="20"/>
                </a:lnTo>
                <a:lnTo>
                  <a:pt x="183" y="19"/>
                </a:lnTo>
                <a:lnTo>
                  <a:pt x="180" y="18"/>
                </a:lnTo>
                <a:lnTo>
                  <a:pt x="177" y="17"/>
                </a:lnTo>
                <a:lnTo>
                  <a:pt x="174" y="15"/>
                </a:lnTo>
                <a:lnTo>
                  <a:pt x="171" y="14"/>
                </a:lnTo>
                <a:lnTo>
                  <a:pt x="167" y="14"/>
                </a:lnTo>
                <a:lnTo>
                  <a:pt x="164" y="13"/>
                </a:lnTo>
                <a:lnTo>
                  <a:pt x="161" y="12"/>
                </a:lnTo>
                <a:lnTo>
                  <a:pt x="157" y="11"/>
                </a:lnTo>
                <a:lnTo>
                  <a:pt x="154" y="11"/>
                </a:lnTo>
                <a:lnTo>
                  <a:pt x="150" y="10"/>
                </a:lnTo>
                <a:lnTo>
                  <a:pt x="147" y="9"/>
                </a:lnTo>
                <a:lnTo>
                  <a:pt x="143" y="9"/>
                </a:lnTo>
                <a:lnTo>
                  <a:pt x="140" y="9"/>
                </a:lnTo>
                <a:lnTo>
                  <a:pt x="136" y="8"/>
                </a:lnTo>
                <a:lnTo>
                  <a:pt x="133" y="8"/>
                </a:lnTo>
                <a:lnTo>
                  <a:pt x="129" y="8"/>
                </a:lnTo>
                <a:lnTo>
                  <a:pt x="125" y="8"/>
                </a:lnTo>
                <a:lnTo>
                  <a:pt x="122" y="8"/>
                </a:lnTo>
                <a:lnTo>
                  <a:pt x="118" y="8"/>
                </a:lnTo>
                <a:lnTo>
                  <a:pt x="115" y="8"/>
                </a:lnTo>
                <a:lnTo>
                  <a:pt x="111" y="9"/>
                </a:lnTo>
                <a:lnTo>
                  <a:pt x="108" y="9"/>
                </a:lnTo>
                <a:lnTo>
                  <a:pt x="104" y="9"/>
                </a:lnTo>
                <a:lnTo>
                  <a:pt x="101" y="10"/>
                </a:lnTo>
                <a:lnTo>
                  <a:pt x="97" y="11"/>
                </a:lnTo>
                <a:lnTo>
                  <a:pt x="94" y="11"/>
                </a:lnTo>
                <a:lnTo>
                  <a:pt x="90" y="12"/>
                </a:lnTo>
                <a:lnTo>
                  <a:pt x="87" y="13"/>
                </a:lnTo>
                <a:lnTo>
                  <a:pt x="84" y="14"/>
                </a:lnTo>
                <a:lnTo>
                  <a:pt x="80" y="14"/>
                </a:lnTo>
                <a:lnTo>
                  <a:pt x="77" y="15"/>
                </a:lnTo>
                <a:lnTo>
                  <a:pt x="74" y="17"/>
                </a:lnTo>
                <a:lnTo>
                  <a:pt x="71" y="18"/>
                </a:lnTo>
                <a:lnTo>
                  <a:pt x="68" y="19"/>
                </a:lnTo>
                <a:lnTo>
                  <a:pt x="65" y="20"/>
                </a:lnTo>
                <a:lnTo>
                  <a:pt x="62" y="21"/>
                </a:lnTo>
                <a:lnTo>
                  <a:pt x="59" y="23"/>
                </a:lnTo>
                <a:lnTo>
                  <a:pt x="56" y="24"/>
                </a:lnTo>
                <a:lnTo>
                  <a:pt x="53" y="26"/>
                </a:lnTo>
                <a:lnTo>
                  <a:pt x="51" y="27"/>
                </a:lnTo>
                <a:lnTo>
                  <a:pt x="48" y="29"/>
                </a:lnTo>
                <a:lnTo>
                  <a:pt x="45" y="31"/>
                </a:lnTo>
                <a:lnTo>
                  <a:pt x="43" y="32"/>
                </a:lnTo>
                <a:lnTo>
                  <a:pt x="40" y="34"/>
                </a:lnTo>
                <a:lnTo>
                  <a:pt x="38" y="36"/>
                </a:lnTo>
                <a:lnTo>
                  <a:pt x="36" y="38"/>
                </a:lnTo>
                <a:lnTo>
                  <a:pt x="34" y="40"/>
                </a:lnTo>
                <a:lnTo>
                  <a:pt x="32" y="42"/>
                </a:lnTo>
                <a:lnTo>
                  <a:pt x="30" y="44"/>
                </a:lnTo>
                <a:lnTo>
                  <a:pt x="28" y="46"/>
                </a:lnTo>
                <a:lnTo>
                  <a:pt x="26" y="48"/>
                </a:lnTo>
                <a:lnTo>
                  <a:pt x="24" y="50"/>
                </a:lnTo>
                <a:lnTo>
                  <a:pt x="22" y="52"/>
                </a:lnTo>
                <a:lnTo>
                  <a:pt x="20" y="55"/>
                </a:lnTo>
                <a:lnTo>
                  <a:pt x="19" y="57"/>
                </a:lnTo>
                <a:lnTo>
                  <a:pt x="18" y="59"/>
                </a:lnTo>
                <a:lnTo>
                  <a:pt x="17" y="61"/>
                </a:lnTo>
                <a:lnTo>
                  <a:pt x="16" y="64"/>
                </a:lnTo>
                <a:lnTo>
                  <a:pt x="15" y="66"/>
                </a:lnTo>
                <a:lnTo>
                  <a:pt x="14" y="68"/>
                </a:lnTo>
                <a:lnTo>
                  <a:pt x="13" y="71"/>
                </a:lnTo>
                <a:lnTo>
                  <a:pt x="13" y="73"/>
                </a:lnTo>
                <a:lnTo>
                  <a:pt x="12" y="76"/>
                </a:lnTo>
                <a:lnTo>
                  <a:pt x="12" y="78"/>
                </a:lnTo>
                <a:lnTo>
                  <a:pt x="11" y="80"/>
                </a:lnTo>
                <a:lnTo>
                  <a:pt x="11" y="83"/>
                </a:lnTo>
                <a:lnTo>
                  <a:pt x="11" y="85"/>
                </a:lnTo>
                <a:lnTo>
                  <a:pt x="11" y="88"/>
                </a:lnTo>
                <a:lnTo>
                  <a:pt x="11" y="90"/>
                </a:lnTo>
                <a:lnTo>
                  <a:pt x="12" y="93"/>
                </a:lnTo>
                <a:lnTo>
                  <a:pt x="12" y="95"/>
                </a:lnTo>
                <a:lnTo>
                  <a:pt x="13" y="97"/>
                </a:lnTo>
                <a:lnTo>
                  <a:pt x="13" y="100"/>
                </a:lnTo>
                <a:lnTo>
                  <a:pt x="14" y="102"/>
                </a:lnTo>
                <a:lnTo>
                  <a:pt x="15" y="104"/>
                </a:lnTo>
                <a:lnTo>
                  <a:pt x="16" y="107"/>
                </a:lnTo>
                <a:lnTo>
                  <a:pt x="17" y="109"/>
                </a:lnTo>
                <a:lnTo>
                  <a:pt x="18" y="111"/>
                </a:lnTo>
                <a:lnTo>
                  <a:pt x="19" y="114"/>
                </a:lnTo>
                <a:lnTo>
                  <a:pt x="20" y="116"/>
                </a:lnTo>
                <a:lnTo>
                  <a:pt x="22" y="118"/>
                </a:lnTo>
                <a:lnTo>
                  <a:pt x="24" y="120"/>
                </a:lnTo>
                <a:lnTo>
                  <a:pt x="26" y="122"/>
                </a:lnTo>
                <a:lnTo>
                  <a:pt x="28" y="126"/>
                </a:lnTo>
                <a:lnTo>
                  <a:pt x="30" y="128"/>
                </a:lnTo>
                <a:lnTo>
                  <a:pt x="32" y="130"/>
                </a:lnTo>
                <a:lnTo>
                  <a:pt x="34" y="132"/>
                </a:lnTo>
                <a:lnTo>
                  <a:pt x="36" y="134"/>
                </a:lnTo>
                <a:lnTo>
                  <a:pt x="38" y="135"/>
                </a:lnTo>
                <a:lnTo>
                  <a:pt x="40" y="137"/>
                </a:lnTo>
                <a:lnTo>
                  <a:pt x="43" y="139"/>
                </a:lnTo>
                <a:lnTo>
                  <a:pt x="45" y="141"/>
                </a:lnTo>
                <a:lnTo>
                  <a:pt x="48" y="142"/>
                </a:lnTo>
                <a:lnTo>
                  <a:pt x="51" y="144"/>
                </a:lnTo>
                <a:lnTo>
                  <a:pt x="53" y="146"/>
                </a:lnTo>
                <a:lnTo>
                  <a:pt x="56" y="147"/>
                </a:lnTo>
                <a:lnTo>
                  <a:pt x="59" y="149"/>
                </a:lnTo>
                <a:lnTo>
                  <a:pt x="62" y="150"/>
                </a:lnTo>
                <a:lnTo>
                  <a:pt x="65" y="151"/>
                </a:lnTo>
                <a:lnTo>
                  <a:pt x="68" y="153"/>
                </a:lnTo>
                <a:lnTo>
                  <a:pt x="71" y="154"/>
                </a:lnTo>
                <a:lnTo>
                  <a:pt x="74" y="155"/>
                </a:lnTo>
                <a:lnTo>
                  <a:pt x="77" y="156"/>
                </a:lnTo>
                <a:lnTo>
                  <a:pt x="80" y="157"/>
                </a:lnTo>
                <a:lnTo>
                  <a:pt x="84" y="158"/>
                </a:lnTo>
                <a:lnTo>
                  <a:pt x="87" y="159"/>
                </a:lnTo>
                <a:lnTo>
                  <a:pt x="90" y="160"/>
                </a:lnTo>
                <a:lnTo>
                  <a:pt x="94" y="160"/>
                </a:lnTo>
                <a:lnTo>
                  <a:pt x="97" y="161"/>
                </a:lnTo>
                <a:lnTo>
                  <a:pt x="101" y="162"/>
                </a:lnTo>
                <a:lnTo>
                  <a:pt x="104" y="162"/>
                </a:lnTo>
                <a:lnTo>
                  <a:pt x="108" y="162"/>
                </a:lnTo>
                <a:lnTo>
                  <a:pt x="111" y="163"/>
                </a:lnTo>
                <a:lnTo>
                  <a:pt x="115" y="163"/>
                </a:lnTo>
                <a:lnTo>
                  <a:pt x="118" y="163"/>
                </a:lnTo>
                <a:lnTo>
                  <a:pt x="122" y="163"/>
                </a:lnTo>
                <a:lnTo>
                  <a:pt x="125" y="163"/>
                </a:lnTo>
                <a:lnTo>
                  <a:pt x="129" y="163"/>
                </a:lnTo>
                <a:lnTo>
                  <a:pt x="133" y="163"/>
                </a:lnTo>
                <a:lnTo>
                  <a:pt x="136" y="163"/>
                </a:lnTo>
                <a:lnTo>
                  <a:pt x="140" y="163"/>
                </a:lnTo>
                <a:lnTo>
                  <a:pt x="143" y="162"/>
                </a:lnTo>
                <a:lnTo>
                  <a:pt x="147" y="162"/>
                </a:lnTo>
                <a:lnTo>
                  <a:pt x="150" y="162"/>
                </a:lnTo>
                <a:lnTo>
                  <a:pt x="154" y="161"/>
                </a:lnTo>
                <a:lnTo>
                  <a:pt x="157" y="160"/>
                </a:lnTo>
                <a:lnTo>
                  <a:pt x="161" y="160"/>
                </a:lnTo>
                <a:lnTo>
                  <a:pt x="164" y="159"/>
                </a:lnTo>
                <a:lnTo>
                  <a:pt x="167" y="158"/>
                </a:lnTo>
                <a:lnTo>
                  <a:pt x="171" y="157"/>
                </a:lnTo>
                <a:lnTo>
                  <a:pt x="174" y="156"/>
                </a:lnTo>
                <a:lnTo>
                  <a:pt x="177" y="155"/>
                </a:lnTo>
                <a:lnTo>
                  <a:pt x="180" y="154"/>
                </a:lnTo>
                <a:lnTo>
                  <a:pt x="183" y="153"/>
                </a:lnTo>
                <a:lnTo>
                  <a:pt x="186" y="151"/>
                </a:lnTo>
                <a:lnTo>
                  <a:pt x="189" y="150"/>
                </a:lnTo>
                <a:lnTo>
                  <a:pt x="192" y="149"/>
                </a:lnTo>
                <a:lnTo>
                  <a:pt x="195" y="147"/>
                </a:lnTo>
                <a:lnTo>
                  <a:pt x="198" y="146"/>
                </a:lnTo>
                <a:lnTo>
                  <a:pt x="200" y="144"/>
                </a:lnTo>
                <a:lnTo>
                  <a:pt x="203" y="142"/>
                </a:lnTo>
                <a:lnTo>
                  <a:pt x="206" y="141"/>
                </a:lnTo>
                <a:lnTo>
                  <a:pt x="208" y="139"/>
                </a:lnTo>
                <a:lnTo>
                  <a:pt x="211" y="137"/>
                </a:lnTo>
                <a:lnTo>
                  <a:pt x="213" y="135"/>
                </a:lnTo>
                <a:lnTo>
                  <a:pt x="215" y="134"/>
                </a:lnTo>
                <a:lnTo>
                  <a:pt x="217" y="132"/>
                </a:lnTo>
                <a:lnTo>
                  <a:pt x="219" y="130"/>
                </a:lnTo>
                <a:lnTo>
                  <a:pt x="221" y="128"/>
                </a:lnTo>
                <a:lnTo>
                  <a:pt x="223" y="126"/>
                </a:lnTo>
                <a:lnTo>
                  <a:pt x="225" y="122"/>
                </a:lnTo>
                <a:lnTo>
                  <a:pt x="226" y="120"/>
                </a:lnTo>
                <a:lnTo>
                  <a:pt x="228" y="118"/>
                </a:lnTo>
                <a:lnTo>
                  <a:pt x="230" y="116"/>
                </a:lnTo>
                <a:lnTo>
                  <a:pt x="231" y="114"/>
                </a:lnTo>
                <a:lnTo>
                  <a:pt x="232" y="111"/>
                </a:lnTo>
                <a:lnTo>
                  <a:pt x="233" y="109"/>
                </a:lnTo>
                <a:lnTo>
                  <a:pt x="234" y="107"/>
                </a:lnTo>
                <a:lnTo>
                  <a:pt x="235" y="104"/>
                </a:lnTo>
                <a:lnTo>
                  <a:pt x="236" y="102"/>
                </a:lnTo>
                <a:lnTo>
                  <a:pt x="237" y="100"/>
                </a:lnTo>
                <a:lnTo>
                  <a:pt x="237" y="97"/>
                </a:lnTo>
                <a:lnTo>
                  <a:pt x="238" y="95"/>
                </a:lnTo>
                <a:lnTo>
                  <a:pt x="238" y="93"/>
                </a:lnTo>
                <a:lnTo>
                  <a:pt x="239" y="90"/>
                </a:lnTo>
                <a:lnTo>
                  <a:pt x="239" y="88"/>
                </a:lnTo>
                <a:lnTo>
                  <a:pt x="239" y="85"/>
                </a:lnTo>
                <a:moveTo>
                  <a:pt x="250" y="85"/>
                </a:moveTo>
                <a:lnTo>
                  <a:pt x="250" y="88"/>
                </a:lnTo>
                <a:lnTo>
                  <a:pt x="250" y="91"/>
                </a:lnTo>
                <a:lnTo>
                  <a:pt x="250" y="93"/>
                </a:lnTo>
                <a:lnTo>
                  <a:pt x="249" y="96"/>
                </a:lnTo>
                <a:lnTo>
                  <a:pt x="249" y="99"/>
                </a:lnTo>
                <a:lnTo>
                  <a:pt x="248" y="101"/>
                </a:lnTo>
                <a:lnTo>
                  <a:pt x="247" y="104"/>
                </a:lnTo>
                <a:lnTo>
                  <a:pt x="246" y="106"/>
                </a:lnTo>
                <a:lnTo>
                  <a:pt x="245" y="109"/>
                </a:lnTo>
                <a:lnTo>
                  <a:pt x="244" y="111"/>
                </a:lnTo>
                <a:lnTo>
                  <a:pt x="243" y="114"/>
                </a:lnTo>
                <a:lnTo>
                  <a:pt x="241" y="116"/>
                </a:lnTo>
                <a:lnTo>
                  <a:pt x="240" y="119"/>
                </a:lnTo>
                <a:lnTo>
                  <a:pt x="238" y="121"/>
                </a:lnTo>
                <a:lnTo>
                  <a:pt x="237" y="125"/>
                </a:lnTo>
                <a:lnTo>
                  <a:pt x="235" y="127"/>
                </a:lnTo>
                <a:lnTo>
                  <a:pt x="233" y="129"/>
                </a:lnTo>
                <a:lnTo>
                  <a:pt x="231" y="132"/>
                </a:lnTo>
                <a:lnTo>
                  <a:pt x="229" y="134"/>
                </a:lnTo>
                <a:lnTo>
                  <a:pt x="226" y="136"/>
                </a:lnTo>
                <a:lnTo>
                  <a:pt x="224" y="138"/>
                </a:lnTo>
                <a:lnTo>
                  <a:pt x="222" y="140"/>
                </a:lnTo>
                <a:lnTo>
                  <a:pt x="219" y="142"/>
                </a:lnTo>
                <a:lnTo>
                  <a:pt x="216" y="144"/>
                </a:lnTo>
                <a:lnTo>
                  <a:pt x="214" y="146"/>
                </a:lnTo>
                <a:lnTo>
                  <a:pt x="211" y="148"/>
                </a:lnTo>
                <a:lnTo>
                  <a:pt x="208" y="150"/>
                </a:lnTo>
                <a:lnTo>
                  <a:pt x="205" y="152"/>
                </a:lnTo>
                <a:lnTo>
                  <a:pt x="202" y="153"/>
                </a:lnTo>
                <a:lnTo>
                  <a:pt x="199" y="155"/>
                </a:lnTo>
                <a:lnTo>
                  <a:pt x="196" y="156"/>
                </a:lnTo>
                <a:lnTo>
                  <a:pt x="192" y="158"/>
                </a:lnTo>
                <a:lnTo>
                  <a:pt x="189" y="159"/>
                </a:lnTo>
                <a:lnTo>
                  <a:pt x="186" y="161"/>
                </a:lnTo>
                <a:lnTo>
                  <a:pt x="182" y="162"/>
                </a:lnTo>
                <a:lnTo>
                  <a:pt x="179" y="163"/>
                </a:lnTo>
                <a:lnTo>
                  <a:pt x="175" y="164"/>
                </a:lnTo>
                <a:lnTo>
                  <a:pt x="171" y="165"/>
                </a:lnTo>
                <a:lnTo>
                  <a:pt x="168" y="166"/>
                </a:lnTo>
                <a:lnTo>
                  <a:pt x="164" y="167"/>
                </a:lnTo>
                <a:lnTo>
                  <a:pt x="160" y="168"/>
                </a:lnTo>
                <a:lnTo>
                  <a:pt x="156" y="168"/>
                </a:lnTo>
                <a:lnTo>
                  <a:pt x="153" y="169"/>
                </a:lnTo>
                <a:lnTo>
                  <a:pt x="149" y="170"/>
                </a:lnTo>
                <a:lnTo>
                  <a:pt x="145" y="170"/>
                </a:lnTo>
                <a:lnTo>
                  <a:pt x="141" y="170"/>
                </a:lnTo>
                <a:lnTo>
                  <a:pt x="137" y="171"/>
                </a:lnTo>
                <a:lnTo>
                  <a:pt x="133" y="171"/>
                </a:lnTo>
                <a:lnTo>
                  <a:pt x="129" y="171"/>
                </a:lnTo>
                <a:lnTo>
                  <a:pt x="125" y="171"/>
                </a:lnTo>
                <a:lnTo>
                  <a:pt x="122" y="171"/>
                </a:lnTo>
                <a:lnTo>
                  <a:pt x="118" y="171"/>
                </a:lnTo>
                <a:lnTo>
                  <a:pt x="114" y="171"/>
                </a:lnTo>
                <a:lnTo>
                  <a:pt x="110" y="170"/>
                </a:lnTo>
                <a:lnTo>
                  <a:pt x="106" y="170"/>
                </a:lnTo>
                <a:lnTo>
                  <a:pt x="102" y="170"/>
                </a:lnTo>
                <a:lnTo>
                  <a:pt x="98" y="169"/>
                </a:lnTo>
                <a:lnTo>
                  <a:pt x="94" y="168"/>
                </a:lnTo>
                <a:lnTo>
                  <a:pt x="91" y="168"/>
                </a:lnTo>
                <a:lnTo>
                  <a:pt x="87" y="167"/>
                </a:lnTo>
                <a:lnTo>
                  <a:pt x="83" y="166"/>
                </a:lnTo>
                <a:lnTo>
                  <a:pt x="80" y="165"/>
                </a:lnTo>
                <a:lnTo>
                  <a:pt x="76" y="164"/>
                </a:lnTo>
                <a:lnTo>
                  <a:pt x="72" y="163"/>
                </a:lnTo>
                <a:lnTo>
                  <a:pt x="69" y="162"/>
                </a:lnTo>
                <a:lnTo>
                  <a:pt x="65" y="161"/>
                </a:lnTo>
                <a:lnTo>
                  <a:pt x="62" y="159"/>
                </a:lnTo>
                <a:lnTo>
                  <a:pt x="59" y="158"/>
                </a:lnTo>
                <a:lnTo>
                  <a:pt x="55" y="156"/>
                </a:lnTo>
                <a:lnTo>
                  <a:pt x="52" y="155"/>
                </a:lnTo>
                <a:lnTo>
                  <a:pt x="49" y="153"/>
                </a:lnTo>
                <a:lnTo>
                  <a:pt x="46" y="152"/>
                </a:lnTo>
                <a:lnTo>
                  <a:pt x="43" y="150"/>
                </a:lnTo>
                <a:lnTo>
                  <a:pt x="40" y="148"/>
                </a:lnTo>
                <a:lnTo>
                  <a:pt x="37" y="146"/>
                </a:lnTo>
                <a:lnTo>
                  <a:pt x="35" y="144"/>
                </a:lnTo>
                <a:lnTo>
                  <a:pt x="32" y="142"/>
                </a:lnTo>
                <a:lnTo>
                  <a:pt x="29" y="140"/>
                </a:lnTo>
                <a:lnTo>
                  <a:pt x="27" y="138"/>
                </a:lnTo>
                <a:lnTo>
                  <a:pt x="25" y="136"/>
                </a:lnTo>
                <a:lnTo>
                  <a:pt x="21" y="134"/>
                </a:lnTo>
                <a:lnTo>
                  <a:pt x="19" y="132"/>
                </a:lnTo>
                <a:lnTo>
                  <a:pt x="17" y="129"/>
                </a:lnTo>
                <a:lnTo>
                  <a:pt x="15" y="127"/>
                </a:lnTo>
                <a:lnTo>
                  <a:pt x="13" y="125"/>
                </a:lnTo>
                <a:lnTo>
                  <a:pt x="12" y="121"/>
                </a:lnTo>
                <a:lnTo>
                  <a:pt x="10" y="119"/>
                </a:lnTo>
                <a:lnTo>
                  <a:pt x="9" y="116"/>
                </a:lnTo>
                <a:lnTo>
                  <a:pt x="7" y="114"/>
                </a:lnTo>
                <a:lnTo>
                  <a:pt x="6" y="111"/>
                </a:lnTo>
                <a:lnTo>
                  <a:pt x="5" y="109"/>
                </a:lnTo>
                <a:lnTo>
                  <a:pt x="4" y="106"/>
                </a:lnTo>
                <a:lnTo>
                  <a:pt x="3" y="104"/>
                </a:lnTo>
                <a:lnTo>
                  <a:pt x="2" y="101"/>
                </a:lnTo>
                <a:lnTo>
                  <a:pt x="1" y="99"/>
                </a:lnTo>
                <a:lnTo>
                  <a:pt x="1" y="96"/>
                </a:lnTo>
                <a:lnTo>
                  <a:pt x="0" y="93"/>
                </a:lnTo>
                <a:lnTo>
                  <a:pt x="0" y="91"/>
                </a:lnTo>
                <a:lnTo>
                  <a:pt x="0" y="88"/>
                </a:lnTo>
                <a:lnTo>
                  <a:pt x="0" y="85"/>
                </a:lnTo>
                <a:lnTo>
                  <a:pt x="0" y="83"/>
                </a:lnTo>
                <a:lnTo>
                  <a:pt x="0" y="80"/>
                </a:lnTo>
                <a:lnTo>
                  <a:pt x="0" y="77"/>
                </a:lnTo>
                <a:lnTo>
                  <a:pt x="1" y="75"/>
                </a:lnTo>
                <a:lnTo>
                  <a:pt x="1" y="72"/>
                </a:lnTo>
                <a:lnTo>
                  <a:pt x="2" y="69"/>
                </a:lnTo>
                <a:lnTo>
                  <a:pt x="3" y="67"/>
                </a:lnTo>
                <a:lnTo>
                  <a:pt x="4" y="64"/>
                </a:lnTo>
                <a:lnTo>
                  <a:pt x="5" y="62"/>
                </a:lnTo>
                <a:lnTo>
                  <a:pt x="6" y="59"/>
                </a:lnTo>
                <a:lnTo>
                  <a:pt x="7" y="57"/>
                </a:lnTo>
                <a:lnTo>
                  <a:pt x="9" y="54"/>
                </a:lnTo>
                <a:lnTo>
                  <a:pt x="10" y="52"/>
                </a:lnTo>
                <a:lnTo>
                  <a:pt x="12" y="49"/>
                </a:lnTo>
                <a:lnTo>
                  <a:pt x="13" y="47"/>
                </a:lnTo>
                <a:lnTo>
                  <a:pt x="15" y="44"/>
                </a:lnTo>
                <a:lnTo>
                  <a:pt x="17" y="42"/>
                </a:lnTo>
                <a:lnTo>
                  <a:pt x="19" y="40"/>
                </a:lnTo>
                <a:lnTo>
                  <a:pt x="21" y="38"/>
                </a:lnTo>
                <a:lnTo>
                  <a:pt x="25" y="35"/>
                </a:lnTo>
                <a:lnTo>
                  <a:pt x="27" y="33"/>
                </a:lnTo>
                <a:lnTo>
                  <a:pt x="29" y="31"/>
                </a:lnTo>
                <a:lnTo>
                  <a:pt x="32" y="29"/>
                </a:lnTo>
                <a:lnTo>
                  <a:pt x="35" y="27"/>
                </a:lnTo>
                <a:lnTo>
                  <a:pt x="37" y="25"/>
                </a:lnTo>
                <a:lnTo>
                  <a:pt x="40" y="23"/>
                </a:lnTo>
                <a:lnTo>
                  <a:pt x="43" y="22"/>
                </a:lnTo>
                <a:lnTo>
                  <a:pt x="46" y="20"/>
                </a:lnTo>
                <a:lnTo>
                  <a:pt x="49" y="18"/>
                </a:lnTo>
                <a:lnTo>
                  <a:pt x="52" y="17"/>
                </a:lnTo>
                <a:lnTo>
                  <a:pt x="55" y="15"/>
                </a:lnTo>
                <a:lnTo>
                  <a:pt x="59" y="14"/>
                </a:lnTo>
                <a:lnTo>
                  <a:pt x="62" y="12"/>
                </a:lnTo>
                <a:lnTo>
                  <a:pt x="65" y="11"/>
                </a:lnTo>
                <a:lnTo>
                  <a:pt x="69" y="10"/>
                </a:lnTo>
                <a:lnTo>
                  <a:pt x="72" y="8"/>
                </a:lnTo>
                <a:lnTo>
                  <a:pt x="76" y="7"/>
                </a:lnTo>
                <a:lnTo>
                  <a:pt x="80" y="6"/>
                </a:lnTo>
                <a:lnTo>
                  <a:pt x="83" y="5"/>
                </a:lnTo>
                <a:lnTo>
                  <a:pt x="87" y="5"/>
                </a:lnTo>
                <a:lnTo>
                  <a:pt x="91" y="4"/>
                </a:lnTo>
                <a:lnTo>
                  <a:pt x="94" y="3"/>
                </a:lnTo>
                <a:lnTo>
                  <a:pt x="98" y="2"/>
                </a:lnTo>
                <a:lnTo>
                  <a:pt x="102" y="2"/>
                </a:lnTo>
                <a:lnTo>
                  <a:pt x="106" y="1"/>
                </a:lnTo>
                <a:lnTo>
                  <a:pt x="110" y="1"/>
                </a:lnTo>
                <a:lnTo>
                  <a:pt x="114" y="1"/>
                </a:lnTo>
                <a:lnTo>
                  <a:pt x="118" y="1"/>
                </a:lnTo>
                <a:lnTo>
                  <a:pt x="122" y="0"/>
                </a:lnTo>
                <a:lnTo>
                  <a:pt x="125" y="0"/>
                </a:lnTo>
                <a:lnTo>
                  <a:pt x="129" y="0"/>
                </a:lnTo>
                <a:lnTo>
                  <a:pt x="133" y="1"/>
                </a:lnTo>
                <a:lnTo>
                  <a:pt x="137" y="1"/>
                </a:lnTo>
                <a:lnTo>
                  <a:pt x="141" y="1"/>
                </a:lnTo>
                <a:lnTo>
                  <a:pt x="145" y="1"/>
                </a:lnTo>
                <a:lnTo>
                  <a:pt x="149" y="2"/>
                </a:lnTo>
                <a:lnTo>
                  <a:pt x="153" y="2"/>
                </a:lnTo>
                <a:lnTo>
                  <a:pt x="156" y="3"/>
                </a:lnTo>
                <a:lnTo>
                  <a:pt x="160" y="4"/>
                </a:lnTo>
                <a:lnTo>
                  <a:pt x="164" y="5"/>
                </a:lnTo>
                <a:lnTo>
                  <a:pt x="168" y="5"/>
                </a:lnTo>
                <a:lnTo>
                  <a:pt x="171" y="6"/>
                </a:lnTo>
                <a:lnTo>
                  <a:pt x="175" y="7"/>
                </a:lnTo>
                <a:lnTo>
                  <a:pt x="179" y="8"/>
                </a:lnTo>
                <a:lnTo>
                  <a:pt x="182" y="10"/>
                </a:lnTo>
                <a:lnTo>
                  <a:pt x="186" y="11"/>
                </a:lnTo>
                <a:lnTo>
                  <a:pt x="189" y="12"/>
                </a:lnTo>
                <a:lnTo>
                  <a:pt x="192" y="14"/>
                </a:lnTo>
                <a:lnTo>
                  <a:pt x="196" y="15"/>
                </a:lnTo>
                <a:lnTo>
                  <a:pt x="199" y="17"/>
                </a:lnTo>
                <a:lnTo>
                  <a:pt x="202" y="18"/>
                </a:lnTo>
                <a:lnTo>
                  <a:pt x="205" y="20"/>
                </a:lnTo>
                <a:lnTo>
                  <a:pt x="208" y="22"/>
                </a:lnTo>
                <a:lnTo>
                  <a:pt x="211" y="23"/>
                </a:lnTo>
                <a:lnTo>
                  <a:pt x="214" y="25"/>
                </a:lnTo>
                <a:lnTo>
                  <a:pt x="216" y="27"/>
                </a:lnTo>
                <a:lnTo>
                  <a:pt x="219" y="29"/>
                </a:lnTo>
                <a:lnTo>
                  <a:pt x="222" y="31"/>
                </a:lnTo>
                <a:lnTo>
                  <a:pt x="224" y="33"/>
                </a:lnTo>
                <a:lnTo>
                  <a:pt x="226" y="35"/>
                </a:lnTo>
                <a:lnTo>
                  <a:pt x="229" y="38"/>
                </a:lnTo>
                <a:lnTo>
                  <a:pt x="231" y="40"/>
                </a:lnTo>
                <a:lnTo>
                  <a:pt x="233" y="42"/>
                </a:lnTo>
                <a:lnTo>
                  <a:pt x="235" y="44"/>
                </a:lnTo>
                <a:lnTo>
                  <a:pt x="237" y="47"/>
                </a:lnTo>
                <a:lnTo>
                  <a:pt x="238" y="49"/>
                </a:lnTo>
                <a:lnTo>
                  <a:pt x="240" y="52"/>
                </a:lnTo>
                <a:lnTo>
                  <a:pt x="241" y="54"/>
                </a:lnTo>
                <a:lnTo>
                  <a:pt x="243" y="57"/>
                </a:lnTo>
                <a:lnTo>
                  <a:pt x="244" y="59"/>
                </a:lnTo>
                <a:lnTo>
                  <a:pt x="245" y="62"/>
                </a:lnTo>
                <a:lnTo>
                  <a:pt x="246" y="64"/>
                </a:lnTo>
                <a:lnTo>
                  <a:pt x="247" y="67"/>
                </a:lnTo>
                <a:lnTo>
                  <a:pt x="248" y="69"/>
                </a:lnTo>
                <a:lnTo>
                  <a:pt x="249" y="72"/>
                </a:lnTo>
                <a:lnTo>
                  <a:pt x="249" y="75"/>
                </a:lnTo>
                <a:lnTo>
                  <a:pt x="250" y="77"/>
                </a:lnTo>
                <a:lnTo>
                  <a:pt x="250" y="80"/>
                </a:lnTo>
                <a:lnTo>
                  <a:pt x="250" y="83"/>
                </a:lnTo>
                <a:lnTo>
                  <a:pt x="250" y="85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2" name=""/>
          <p:cNvSpPr/>
          <p:nvPr/>
        </p:nvSpPr>
        <p:spPr>
          <a:xfrm>
            <a:off x="8013240" y="2905920"/>
            <a:ext cx="92880" cy="63360"/>
          </a:xfrm>
          <a:custGeom>
            <a:avLst/>
            <a:gdLst/>
            <a:ahLst/>
            <a:rect l="0" t="0" r="r" b="b"/>
            <a:pathLst>
              <a:path w="258" h="176">
                <a:moveTo>
                  <a:pt x="254" y="88"/>
                </a:moveTo>
                <a:lnTo>
                  <a:pt x="254" y="86"/>
                </a:lnTo>
                <a:lnTo>
                  <a:pt x="254" y="83"/>
                </a:lnTo>
                <a:lnTo>
                  <a:pt x="254" y="80"/>
                </a:lnTo>
                <a:lnTo>
                  <a:pt x="253" y="78"/>
                </a:lnTo>
                <a:lnTo>
                  <a:pt x="253" y="75"/>
                </a:lnTo>
                <a:lnTo>
                  <a:pt x="252" y="72"/>
                </a:lnTo>
                <a:lnTo>
                  <a:pt x="251" y="70"/>
                </a:lnTo>
                <a:lnTo>
                  <a:pt x="250" y="67"/>
                </a:lnTo>
                <a:lnTo>
                  <a:pt x="249" y="65"/>
                </a:lnTo>
                <a:lnTo>
                  <a:pt x="248" y="62"/>
                </a:lnTo>
                <a:lnTo>
                  <a:pt x="247" y="60"/>
                </a:lnTo>
                <a:lnTo>
                  <a:pt x="245" y="57"/>
                </a:lnTo>
                <a:lnTo>
                  <a:pt x="244" y="55"/>
                </a:lnTo>
                <a:lnTo>
                  <a:pt x="242" y="52"/>
                </a:lnTo>
                <a:lnTo>
                  <a:pt x="241" y="50"/>
                </a:lnTo>
                <a:lnTo>
                  <a:pt x="239" y="47"/>
                </a:lnTo>
                <a:lnTo>
                  <a:pt x="237" y="45"/>
                </a:lnTo>
                <a:lnTo>
                  <a:pt x="235" y="43"/>
                </a:lnTo>
                <a:lnTo>
                  <a:pt x="233" y="41"/>
                </a:lnTo>
                <a:lnTo>
                  <a:pt x="230" y="38"/>
                </a:lnTo>
                <a:lnTo>
                  <a:pt x="228" y="36"/>
                </a:lnTo>
                <a:lnTo>
                  <a:pt x="226" y="34"/>
                </a:lnTo>
                <a:lnTo>
                  <a:pt x="223" y="32"/>
                </a:lnTo>
                <a:lnTo>
                  <a:pt x="220" y="30"/>
                </a:lnTo>
                <a:lnTo>
                  <a:pt x="218" y="28"/>
                </a:lnTo>
                <a:lnTo>
                  <a:pt x="215" y="26"/>
                </a:lnTo>
                <a:lnTo>
                  <a:pt x="212" y="25"/>
                </a:lnTo>
                <a:lnTo>
                  <a:pt x="209" y="23"/>
                </a:lnTo>
                <a:lnTo>
                  <a:pt x="206" y="21"/>
                </a:lnTo>
                <a:lnTo>
                  <a:pt x="203" y="20"/>
                </a:lnTo>
                <a:lnTo>
                  <a:pt x="200" y="17"/>
                </a:lnTo>
                <a:lnTo>
                  <a:pt x="196" y="16"/>
                </a:lnTo>
                <a:lnTo>
                  <a:pt x="193" y="14"/>
                </a:lnTo>
                <a:lnTo>
                  <a:pt x="190" y="13"/>
                </a:lnTo>
                <a:lnTo>
                  <a:pt x="186" y="12"/>
                </a:lnTo>
                <a:lnTo>
                  <a:pt x="183" y="10"/>
                </a:lnTo>
                <a:lnTo>
                  <a:pt x="179" y="9"/>
                </a:lnTo>
                <a:lnTo>
                  <a:pt x="175" y="8"/>
                </a:lnTo>
                <a:lnTo>
                  <a:pt x="172" y="7"/>
                </a:lnTo>
                <a:lnTo>
                  <a:pt x="168" y="7"/>
                </a:lnTo>
                <a:lnTo>
                  <a:pt x="164" y="6"/>
                </a:lnTo>
                <a:lnTo>
                  <a:pt x="160" y="5"/>
                </a:lnTo>
                <a:lnTo>
                  <a:pt x="157" y="4"/>
                </a:lnTo>
                <a:lnTo>
                  <a:pt x="153" y="4"/>
                </a:lnTo>
                <a:lnTo>
                  <a:pt x="149" y="3"/>
                </a:lnTo>
                <a:lnTo>
                  <a:pt x="145" y="3"/>
                </a:lnTo>
                <a:lnTo>
                  <a:pt x="140" y="3"/>
                </a:lnTo>
                <a:lnTo>
                  <a:pt x="136" y="3"/>
                </a:lnTo>
                <a:lnTo>
                  <a:pt x="132" y="2"/>
                </a:lnTo>
                <a:lnTo>
                  <a:pt x="128" y="2"/>
                </a:lnTo>
                <a:lnTo>
                  <a:pt x="125" y="2"/>
                </a:lnTo>
                <a:lnTo>
                  <a:pt x="121" y="3"/>
                </a:lnTo>
                <a:lnTo>
                  <a:pt x="117" y="3"/>
                </a:lnTo>
                <a:lnTo>
                  <a:pt x="113" y="3"/>
                </a:lnTo>
                <a:lnTo>
                  <a:pt x="109" y="3"/>
                </a:lnTo>
                <a:lnTo>
                  <a:pt x="105" y="4"/>
                </a:lnTo>
                <a:lnTo>
                  <a:pt x="101" y="4"/>
                </a:lnTo>
                <a:lnTo>
                  <a:pt x="97" y="5"/>
                </a:lnTo>
                <a:lnTo>
                  <a:pt x="94" y="6"/>
                </a:lnTo>
                <a:lnTo>
                  <a:pt x="90" y="7"/>
                </a:lnTo>
                <a:lnTo>
                  <a:pt x="86" y="7"/>
                </a:lnTo>
                <a:lnTo>
                  <a:pt x="83" y="8"/>
                </a:lnTo>
                <a:lnTo>
                  <a:pt x="79" y="9"/>
                </a:lnTo>
                <a:lnTo>
                  <a:pt x="75" y="10"/>
                </a:lnTo>
                <a:lnTo>
                  <a:pt x="72" y="12"/>
                </a:lnTo>
                <a:lnTo>
                  <a:pt x="68" y="13"/>
                </a:lnTo>
                <a:lnTo>
                  <a:pt x="65" y="14"/>
                </a:lnTo>
                <a:lnTo>
                  <a:pt x="62" y="16"/>
                </a:lnTo>
                <a:lnTo>
                  <a:pt x="58" y="17"/>
                </a:lnTo>
                <a:lnTo>
                  <a:pt x="55" y="20"/>
                </a:lnTo>
                <a:lnTo>
                  <a:pt x="52" y="21"/>
                </a:lnTo>
                <a:lnTo>
                  <a:pt x="49" y="23"/>
                </a:lnTo>
                <a:lnTo>
                  <a:pt x="46" y="25"/>
                </a:lnTo>
                <a:lnTo>
                  <a:pt x="43" y="26"/>
                </a:lnTo>
                <a:lnTo>
                  <a:pt x="40" y="28"/>
                </a:lnTo>
                <a:lnTo>
                  <a:pt x="38" y="30"/>
                </a:lnTo>
                <a:lnTo>
                  <a:pt x="35" y="32"/>
                </a:lnTo>
                <a:lnTo>
                  <a:pt x="32" y="34"/>
                </a:lnTo>
                <a:lnTo>
                  <a:pt x="30" y="36"/>
                </a:lnTo>
                <a:lnTo>
                  <a:pt x="28" y="38"/>
                </a:lnTo>
                <a:lnTo>
                  <a:pt x="25" y="41"/>
                </a:lnTo>
                <a:lnTo>
                  <a:pt x="23" y="43"/>
                </a:lnTo>
                <a:lnTo>
                  <a:pt x="21" y="45"/>
                </a:lnTo>
                <a:lnTo>
                  <a:pt x="19" y="47"/>
                </a:lnTo>
                <a:lnTo>
                  <a:pt x="17" y="50"/>
                </a:lnTo>
                <a:lnTo>
                  <a:pt x="16" y="52"/>
                </a:lnTo>
                <a:lnTo>
                  <a:pt x="14" y="55"/>
                </a:lnTo>
                <a:lnTo>
                  <a:pt x="13" y="57"/>
                </a:lnTo>
                <a:lnTo>
                  <a:pt x="11" y="60"/>
                </a:lnTo>
                <a:lnTo>
                  <a:pt x="10" y="62"/>
                </a:lnTo>
                <a:lnTo>
                  <a:pt x="9" y="65"/>
                </a:lnTo>
                <a:lnTo>
                  <a:pt x="8" y="67"/>
                </a:lnTo>
                <a:lnTo>
                  <a:pt x="7" y="70"/>
                </a:lnTo>
                <a:lnTo>
                  <a:pt x="6" y="72"/>
                </a:lnTo>
                <a:lnTo>
                  <a:pt x="5" y="75"/>
                </a:lnTo>
                <a:lnTo>
                  <a:pt x="5" y="78"/>
                </a:lnTo>
                <a:lnTo>
                  <a:pt x="4" y="80"/>
                </a:lnTo>
                <a:lnTo>
                  <a:pt x="4" y="83"/>
                </a:lnTo>
                <a:lnTo>
                  <a:pt x="4" y="86"/>
                </a:lnTo>
                <a:lnTo>
                  <a:pt x="4" y="88"/>
                </a:lnTo>
                <a:lnTo>
                  <a:pt x="4" y="91"/>
                </a:lnTo>
                <a:lnTo>
                  <a:pt x="4" y="94"/>
                </a:lnTo>
                <a:lnTo>
                  <a:pt x="4" y="96"/>
                </a:lnTo>
                <a:lnTo>
                  <a:pt x="5" y="99"/>
                </a:lnTo>
                <a:lnTo>
                  <a:pt x="5" y="102"/>
                </a:lnTo>
                <a:lnTo>
                  <a:pt x="6" y="104"/>
                </a:lnTo>
                <a:lnTo>
                  <a:pt x="7" y="107"/>
                </a:lnTo>
                <a:lnTo>
                  <a:pt x="8" y="109"/>
                </a:lnTo>
                <a:lnTo>
                  <a:pt x="9" y="112"/>
                </a:lnTo>
                <a:lnTo>
                  <a:pt x="10" y="114"/>
                </a:lnTo>
                <a:lnTo>
                  <a:pt x="11" y="117"/>
                </a:lnTo>
                <a:lnTo>
                  <a:pt x="13" y="119"/>
                </a:lnTo>
                <a:lnTo>
                  <a:pt x="14" y="122"/>
                </a:lnTo>
                <a:lnTo>
                  <a:pt x="16" y="124"/>
                </a:lnTo>
                <a:lnTo>
                  <a:pt x="17" y="127"/>
                </a:lnTo>
                <a:lnTo>
                  <a:pt x="19" y="129"/>
                </a:lnTo>
                <a:lnTo>
                  <a:pt x="21" y="131"/>
                </a:lnTo>
                <a:lnTo>
                  <a:pt x="23" y="134"/>
                </a:lnTo>
                <a:lnTo>
                  <a:pt x="25" y="136"/>
                </a:lnTo>
                <a:lnTo>
                  <a:pt x="28" y="138"/>
                </a:lnTo>
                <a:lnTo>
                  <a:pt x="30" y="140"/>
                </a:lnTo>
                <a:lnTo>
                  <a:pt x="32" y="142"/>
                </a:lnTo>
                <a:lnTo>
                  <a:pt x="35" y="144"/>
                </a:lnTo>
                <a:lnTo>
                  <a:pt x="38" y="146"/>
                </a:lnTo>
                <a:lnTo>
                  <a:pt x="40" y="148"/>
                </a:lnTo>
                <a:lnTo>
                  <a:pt x="43" y="150"/>
                </a:lnTo>
                <a:lnTo>
                  <a:pt x="46" y="152"/>
                </a:lnTo>
                <a:lnTo>
                  <a:pt x="49" y="154"/>
                </a:lnTo>
                <a:lnTo>
                  <a:pt x="52" y="155"/>
                </a:lnTo>
                <a:lnTo>
                  <a:pt x="55" y="157"/>
                </a:lnTo>
                <a:lnTo>
                  <a:pt x="58" y="158"/>
                </a:lnTo>
                <a:lnTo>
                  <a:pt x="62" y="160"/>
                </a:lnTo>
                <a:lnTo>
                  <a:pt x="65" y="161"/>
                </a:lnTo>
                <a:lnTo>
                  <a:pt x="68" y="163"/>
                </a:lnTo>
                <a:lnTo>
                  <a:pt x="72" y="164"/>
                </a:lnTo>
                <a:lnTo>
                  <a:pt x="75" y="165"/>
                </a:lnTo>
                <a:lnTo>
                  <a:pt x="79" y="166"/>
                </a:lnTo>
                <a:lnTo>
                  <a:pt x="83" y="167"/>
                </a:lnTo>
                <a:lnTo>
                  <a:pt x="86" y="168"/>
                </a:lnTo>
                <a:lnTo>
                  <a:pt x="90" y="169"/>
                </a:lnTo>
                <a:lnTo>
                  <a:pt x="94" y="170"/>
                </a:lnTo>
                <a:lnTo>
                  <a:pt x="97" y="170"/>
                </a:lnTo>
                <a:lnTo>
                  <a:pt x="101" y="171"/>
                </a:lnTo>
                <a:lnTo>
                  <a:pt x="105" y="172"/>
                </a:lnTo>
                <a:lnTo>
                  <a:pt x="109" y="172"/>
                </a:lnTo>
                <a:lnTo>
                  <a:pt x="113" y="172"/>
                </a:lnTo>
                <a:lnTo>
                  <a:pt x="117" y="173"/>
                </a:lnTo>
                <a:lnTo>
                  <a:pt x="121" y="173"/>
                </a:lnTo>
                <a:lnTo>
                  <a:pt x="125" y="173"/>
                </a:lnTo>
                <a:lnTo>
                  <a:pt x="128" y="173"/>
                </a:lnTo>
                <a:lnTo>
                  <a:pt x="132" y="173"/>
                </a:lnTo>
                <a:lnTo>
                  <a:pt x="136" y="173"/>
                </a:lnTo>
                <a:lnTo>
                  <a:pt x="140" y="173"/>
                </a:lnTo>
                <a:lnTo>
                  <a:pt x="145" y="172"/>
                </a:lnTo>
                <a:lnTo>
                  <a:pt x="149" y="172"/>
                </a:lnTo>
                <a:lnTo>
                  <a:pt x="153" y="172"/>
                </a:lnTo>
                <a:lnTo>
                  <a:pt x="157" y="171"/>
                </a:lnTo>
                <a:lnTo>
                  <a:pt x="160" y="170"/>
                </a:lnTo>
                <a:lnTo>
                  <a:pt x="164" y="170"/>
                </a:lnTo>
                <a:lnTo>
                  <a:pt x="168" y="169"/>
                </a:lnTo>
                <a:lnTo>
                  <a:pt x="172" y="168"/>
                </a:lnTo>
                <a:lnTo>
                  <a:pt x="175" y="167"/>
                </a:lnTo>
                <a:lnTo>
                  <a:pt x="179" y="166"/>
                </a:lnTo>
                <a:lnTo>
                  <a:pt x="183" y="165"/>
                </a:lnTo>
                <a:lnTo>
                  <a:pt x="186" y="164"/>
                </a:lnTo>
                <a:lnTo>
                  <a:pt x="190" y="163"/>
                </a:lnTo>
                <a:lnTo>
                  <a:pt x="193" y="161"/>
                </a:lnTo>
                <a:lnTo>
                  <a:pt x="196" y="160"/>
                </a:lnTo>
                <a:lnTo>
                  <a:pt x="200" y="158"/>
                </a:lnTo>
                <a:lnTo>
                  <a:pt x="203" y="157"/>
                </a:lnTo>
                <a:lnTo>
                  <a:pt x="206" y="155"/>
                </a:lnTo>
                <a:lnTo>
                  <a:pt x="209" y="154"/>
                </a:lnTo>
                <a:lnTo>
                  <a:pt x="212" y="152"/>
                </a:lnTo>
                <a:lnTo>
                  <a:pt x="215" y="150"/>
                </a:lnTo>
                <a:lnTo>
                  <a:pt x="218" y="148"/>
                </a:lnTo>
                <a:lnTo>
                  <a:pt x="220" y="146"/>
                </a:lnTo>
                <a:lnTo>
                  <a:pt x="223" y="144"/>
                </a:lnTo>
                <a:lnTo>
                  <a:pt x="226" y="142"/>
                </a:lnTo>
                <a:lnTo>
                  <a:pt x="228" y="140"/>
                </a:lnTo>
                <a:lnTo>
                  <a:pt x="230" y="138"/>
                </a:lnTo>
                <a:lnTo>
                  <a:pt x="233" y="136"/>
                </a:lnTo>
                <a:lnTo>
                  <a:pt x="235" y="134"/>
                </a:lnTo>
                <a:lnTo>
                  <a:pt x="237" y="131"/>
                </a:lnTo>
                <a:lnTo>
                  <a:pt x="239" y="129"/>
                </a:lnTo>
                <a:lnTo>
                  <a:pt x="241" y="127"/>
                </a:lnTo>
                <a:lnTo>
                  <a:pt x="242" y="124"/>
                </a:lnTo>
                <a:lnTo>
                  <a:pt x="244" y="122"/>
                </a:lnTo>
                <a:lnTo>
                  <a:pt x="245" y="119"/>
                </a:lnTo>
                <a:lnTo>
                  <a:pt x="247" y="117"/>
                </a:lnTo>
                <a:lnTo>
                  <a:pt x="248" y="114"/>
                </a:lnTo>
                <a:lnTo>
                  <a:pt x="249" y="112"/>
                </a:lnTo>
                <a:lnTo>
                  <a:pt x="250" y="109"/>
                </a:lnTo>
                <a:lnTo>
                  <a:pt x="251" y="107"/>
                </a:lnTo>
                <a:lnTo>
                  <a:pt x="252" y="104"/>
                </a:lnTo>
                <a:lnTo>
                  <a:pt x="253" y="102"/>
                </a:lnTo>
                <a:lnTo>
                  <a:pt x="253" y="99"/>
                </a:lnTo>
                <a:lnTo>
                  <a:pt x="254" y="96"/>
                </a:lnTo>
                <a:lnTo>
                  <a:pt x="254" y="94"/>
                </a:lnTo>
                <a:lnTo>
                  <a:pt x="254" y="91"/>
                </a:lnTo>
                <a:lnTo>
                  <a:pt x="254" y="88"/>
                </a:lnTo>
                <a:moveTo>
                  <a:pt x="258" y="88"/>
                </a:moveTo>
                <a:lnTo>
                  <a:pt x="258" y="91"/>
                </a:lnTo>
                <a:lnTo>
                  <a:pt x="258" y="94"/>
                </a:lnTo>
                <a:lnTo>
                  <a:pt x="257" y="96"/>
                </a:lnTo>
                <a:lnTo>
                  <a:pt x="257" y="99"/>
                </a:lnTo>
                <a:lnTo>
                  <a:pt x="256" y="102"/>
                </a:lnTo>
                <a:lnTo>
                  <a:pt x="256" y="105"/>
                </a:lnTo>
                <a:lnTo>
                  <a:pt x="255" y="107"/>
                </a:lnTo>
                <a:lnTo>
                  <a:pt x="254" y="110"/>
                </a:lnTo>
                <a:lnTo>
                  <a:pt x="253" y="113"/>
                </a:lnTo>
                <a:lnTo>
                  <a:pt x="252" y="115"/>
                </a:lnTo>
                <a:lnTo>
                  <a:pt x="250" y="118"/>
                </a:lnTo>
                <a:lnTo>
                  <a:pt x="249" y="120"/>
                </a:lnTo>
                <a:lnTo>
                  <a:pt x="247" y="123"/>
                </a:lnTo>
                <a:lnTo>
                  <a:pt x="246" y="125"/>
                </a:lnTo>
                <a:lnTo>
                  <a:pt x="244" y="128"/>
                </a:lnTo>
                <a:lnTo>
                  <a:pt x="242" y="130"/>
                </a:lnTo>
                <a:lnTo>
                  <a:pt x="240" y="133"/>
                </a:lnTo>
                <a:lnTo>
                  <a:pt x="238" y="135"/>
                </a:lnTo>
                <a:lnTo>
                  <a:pt x="236" y="137"/>
                </a:lnTo>
                <a:lnTo>
                  <a:pt x="233" y="140"/>
                </a:lnTo>
                <a:lnTo>
                  <a:pt x="231" y="142"/>
                </a:lnTo>
                <a:lnTo>
                  <a:pt x="228" y="144"/>
                </a:lnTo>
                <a:lnTo>
                  <a:pt x="226" y="146"/>
                </a:lnTo>
                <a:lnTo>
                  <a:pt x="223" y="148"/>
                </a:lnTo>
                <a:lnTo>
                  <a:pt x="220" y="150"/>
                </a:lnTo>
                <a:lnTo>
                  <a:pt x="217" y="152"/>
                </a:lnTo>
                <a:lnTo>
                  <a:pt x="214" y="154"/>
                </a:lnTo>
                <a:lnTo>
                  <a:pt x="211" y="156"/>
                </a:lnTo>
                <a:lnTo>
                  <a:pt x="208" y="157"/>
                </a:lnTo>
                <a:lnTo>
                  <a:pt x="205" y="159"/>
                </a:lnTo>
                <a:lnTo>
                  <a:pt x="202" y="161"/>
                </a:lnTo>
                <a:lnTo>
                  <a:pt x="198" y="162"/>
                </a:lnTo>
                <a:lnTo>
                  <a:pt x="195" y="164"/>
                </a:lnTo>
                <a:lnTo>
                  <a:pt x="191" y="165"/>
                </a:lnTo>
                <a:lnTo>
                  <a:pt x="188" y="166"/>
                </a:lnTo>
                <a:lnTo>
                  <a:pt x="184" y="167"/>
                </a:lnTo>
                <a:lnTo>
                  <a:pt x="181" y="168"/>
                </a:lnTo>
                <a:lnTo>
                  <a:pt x="177" y="170"/>
                </a:lnTo>
                <a:lnTo>
                  <a:pt x="173" y="171"/>
                </a:lnTo>
                <a:lnTo>
                  <a:pt x="169" y="171"/>
                </a:lnTo>
                <a:lnTo>
                  <a:pt x="165" y="172"/>
                </a:lnTo>
                <a:lnTo>
                  <a:pt x="161" y="173"/>
                </a:lnTo>
                <a:lnTo>
                  <a:pt x="158" y="174"/>
                </a:lnTo>
                <a:lnTo>
                  <a:pt x="154" y="174"/>
                </a:lnTo>
                <a:lnTo>
                  <a:pt x="150" y="175"/>
                </a:lnTo>
                <a:lnTo>
                  <a:pt x="146" y="175"/>
                </a:lnTo>
                <a:lnTo>
                  <a:pt x="142" y="175"/>
                </a:lnTo>
                <a:lnTo>
                  <a:pt x="137" y="176"/>
                </a:lnTo>
                <a:lnTo>
                  <a:pt x="133" y="176"/>
                </a:lnTo>
                <a:lnTo>
                  <a:pt x="128" y="176"/>
                </a:lnTo>
                <a:lnTo>
                  <a:pt x="124" y="176"/>
                </a:lnTo>
                <a:lnTo>
                  <a:pt x="120" y="176"/>
                </a:lnTo>
                <a:lnTo>
                  <a:pt x="116" y="175"/>
                </a:lnTo>
                <a:lnTo>
                  <a:pt x="112" y="175"/>
                </a:lnTo>
                <a:lnTo>
                  <a:pt x="108" y="175"/>
                </a:lnTo>
                <a:lnTo>
                  <a:pt x="104" y="174"/>
                </a:lnTo>
                <a:lnTo>
                  <a:pt x="100" y="174"/>
                </a:lnTo>
                <a:lnTo>
                  <a:pt x="97" y="173"/>
                </a:lnTo>
                <a:lnTo>
                  <a:pt x="93" y="172"/>
                </a:lnTo>
                <a:lnTo>
                  <a:pt x="89" y="171"/>
                </a:lnTo>
                <a:lnTo>
                  <a:pt x="85" y="171"/>
                </a:lnTo>
                <a:lnTo>
                  <a:pt x="81" y="170"/>
                </a:lnTo>
                <a:lnTo>
                  <a:pt x="77" y="168"/>
                </a:lnTo>
                <a:lnTo>
                  <a:pt x="74" y="167"/>
                </a:lnTo>
                <a:lnTo>
                  <a:pt x="70" y="166"/>
                </a:lnTo>
                <a:lnTo>
                  <a:pt x="67" y="165"/>
                </a:lnTo>
                <a:lnTo>
                  <a:pt x="63" y="164"/>
                </a:lnTo>
                <a:lnTo>
                  <a:pt x="60" y="162"/>
                </a:lnTo>
                <a:lnTo>
                  <a:pt x="56" y="161"/>
                </a:lnTo>
                <a:lnTo>
                  <a:pt x="53" y="159"/>
                </a:lnTo>
                <a:lnTo>
                  <a:pt x="50" y="157"/>
                </a:lnTo>
                <a:lnTo>
                  <a:pt x="47" y="156"/>
                </a:lnTo>
                <a:lnTo>
                  <a:pt x="44" y="154"/>
                </a:lnTo>
                <a:lnTo>
                  <a:pt x="41" y="152"/>
                </a:lnTo>
                <a:lnTo>
                  <a:pt x="38" y="150"/>
                </a:lnTo>
                <a:lnTo>
                  <a:pt x="35" y="148"/>
                </a:lnTo>
                <a:lnTo>
                  <a:pt x="32" y="146"/>
                </a:lnTo>
                <a:lnTo>
                  <a:pt x="29" y="144"/>
                </a:lnTo>
                <a:lnTo>
                  <a:pt x="27" y="142"/>
                </a:lnTo>
                <a:lnTo>
                  <a:pt x="25" y="140"/>
                </a:lnTo>
                <a:lnTo>
                  <a:pt x="22" y="137"/>
                </a:lnTo>
                <a:lnTo>
                  <a:pt x="20" y="135"/>
                </a:lnTo>
                <a:lnTo>
                  <a:pt x="18" y="133"/>
                </a:lnTo>
                <a:lnTo>
                  <a:pt x="16" y="130"/>
                </a:lnTo>
                <a:lnTo>
                  <a:pt x="14" y="128"/>
                </a:lnTo>
                <a:lnTo>
                  <a:pt x="12" y="125"/>
                </a:lnTo>
                <a:lnTo>
                  <a:pt x="11" y="123"/>
                </a:lnTo>
                <a:lnTo>
                  <a:pt x="9" y="120"/>
                </a:lnTo>
                <a:lnTo>
                  <a:pt x="8" y="118"/>
                </a:lnTo>
                <a:lnTo>
                  <a:pt x="6" y="115"/>
                </a:lnTo>
                <a:lnTo>
                  <a:pt x="5" y="113"/>
                </a:lnTo>
                <a:lnTo>
                  <a:pt x="4" y="110"/>
                </a:lnTo>
                <a:lnTo>
                  <a:pt x="3" y="107"/>
                </a:lnTo>
                <a:lnTo>
                  <a:pt x="2" y="105"/>
                </a:lnTo>
                <a:lnTo>
                  <a:pt x="2" y="102"/>
                </a:lnTo>
                <a:lnTo>
                  <a:pt x="1" y="99"/>
                </a:lnTo>
                <a:lnTo>
                  <a:pt x="1" y="96"/>
                </a:lnTo>
                <a:lnTo>
                  <a:pt x="0" y="94"/>
                </a:lnTo>
                <a:lnTo>
                  <a:pt x="0" y="91"/>
                </a:lnTo>
                <a:lnTo>
                  <a:pt x="0" y="88"/>
                </a:lnTo>
                <a:lnTo>
                  <a:pt x="0" y="86"/>
                </a:lnTo>
                <a:lnTo>
                  <a:pt x="0" y="83"/>
                </a:lnTo>
                <a:lnTo>
                  <a:pt x="1" y="80"/>
                </a:lnTo>
                <a:lnTo>
                  <a:pt x="1" y="77"/>
                </a:lnTo>
                <a:lnTo>
                  <a:pt x="2" y="75"/>
                </a:lnTo>
                <a:lnTo>
                  <a:pt x="2" y="72"/>
                </a:lnTo>
                <a:lnTo>
                  <a:pt x="3" y="69"/>
                </a:lnTo>
                <a:lnTo>
                  <a:pt x="4" y="67"/>
                </a:lnTo>
                <a:lnTo>
                  <a:pt x="5" y="64"/>
                </a:lnTo>
                <a:lnTo>
                  <a:pt x="6" y="61"/>
                </a:lnTo>
                <a:lnTo>
                  <a:pt x="8" y="59"/>
                </a:lnTo>
                <a:lnTo>
                  <a:pt x="9" y="56"/>
                </a:lnTo>
                <a:lnTo>
                  <a:pt x="11" y="54"/>
                </a:lnTo>
                <a:lnTo>
                  <a:pt x="12" y="51"/>
                </a:lnTo>
                <a:lnTo>
                  <a:pt x="14" y="49"/>
                </a:lnTo>
                <a:lnTo>
                  <a:pt x="16" y="46"/>
                </a:lnTo>
                <a:lnTo>
                  <a:pt x="18" y="44"/>
                </a:lnTo>
                <a:lnTo>
                  <a:pt x="20" y="41"/>
                </a:lnTo>
                <a:lnTo>
                  <a:pt x="22" y="39"/>
                </a:lnTo>
                <a:lnTo>
                  <a:pt x="25" y="37"/>
                </a:lnTo>
                <a:lnTo>
                  <a:pt x="27" y="35"/>
                </a:lnTo>
                <a:lnTo>
                  <a:pt x="29" y="33"/>
                </a:lnTo>
                <a:lnTo>
                  <a:pt x="32" y="30"/>
                </a:lnTo>
                <a:lnTo>
                  <a:pt x="35" y="28"/>
                </a:lnTo>
                <a:lnTo>
                  <a:pt x="38" y="26"/>
                </a:lnTo>
                <a:lnTo>
                  <a:pt x="41" y="25"/>
                </a:lnTo>
                <a:lnTo>
                  <a:pt x="44" y="23"/>
                </a:lnTo>
                <a:lnTo>
                  <a:pt x="47" y="21"/>
                </a:lnTo>
                <a:lnTo>
                  <a:pt x="50" y="18"/>
                </a:lnTo>
                <a:lnTo>
                  <a:pt x="53" y="17"/>
                </a:lnTo>
                <a:lnTo>
                  <a:pt x="56" y="15"/>
                </a:lnTo>
                <a:lnTo>
                  <a:pt x="60" y="13"/>
                </a:lnTo>
                <a:lnTo>
                  <a:pt x="63" y="12"/>
                </a:lnTo>
                <a:lnTo>
                  <a:pt x="67" y="11"/>
                </a:lnTo>
                <a:lnTo>
                  <a:pt x="70" y="9"/>
                </a:lnTo>
                <a:lnTo>
                  <a:pt x="74" y="8"/>
                </a:lnTo>
                <a:lnTo>
                  <a:pt x="77" y="7"/>
                </a:lnTo>
                <a:lnTo>
                  <a:pt x="81" y="6"/>
                </a:lnTo>
                <a:lnTo>
                  <a:pt x="85" y="5"/>
                </a:lnTo>
                <a:lnTo>
                  <a:pt x="89" y="4"/>
                </a:lnTo>
                <a:lnTo>
                  <a:pt x="93" y="3"/>
                </a:lnTo>
                <a:lnTo>
                  <a:pt x="97" y="3"/>
                </a:lnTo>
                <a:lnTo>
                  <a:pt x="100" y="2"/>
                </a:lnTo>
                <a:lnTo>
                  <a:pt x="104" y="1"/>
                </a:lnTo>
                <a:lnTo>
                  <a:pt x="108" y="1"/>
                </a:lnTo>
                <a:lnTo>
                  <a:pt x="112" y="1"/>
                </a:lnTo>
                <a:lnTo>
                  <a:pt x="116" y="0"/>
                </a:lnTo>
                <a:lnTo>
                  <a:pt x="120" y="0"/>
                </a:lnTo>
                <a:lnTo>
                  <a:pt x="124" y="0"/>
                </a:lnTo>
                <a:lnTo>
                  <a:pt x="128" y="0"/>
                </a:lnTo>
                <a:lnTo>
                  <a:pt x="133" y="0"/>
                </a:lnTo>
                <a:lnTo>
                  <a:pt x="137" y="0"/>
                </a:lnTo>
                <a:lnTo>
                  <a:pt x="142" y="0"/>
                </a:lnTo>
                <a:lnTo>
                  <a:pt x="146" y="1"/>
                </a:lnTo>
                <a:lnTo>
                  <a:pt x="150" y="1"/>
                </a:lnTo>
                <a:lnTo>
                  <a:pt x="154" y="1"/>
                </a:lnTo>
                <a:lnTo>
                  <a:pt x="158" y="2"/>
                </a:lnTo>
                <a:lnTo>
                  <a:pt x="161" y="3"/>
                </a:lnTo>
                <a:lnTo>
                  <a:pt x="165" y="3"/>
                </a:lnTo>
                <a:lnTo>
                  <a:pt x="169" y="4"/>
                </a:lnTo>
                <a:lnTo>
                  <a:pt x="173" y="5"/>
                </a:lnTo>
                <a:lnTo>
                  <a:pt x="177" y="6"/>
                </a:lnTo>
                <a:lnTo>
                  <a:pt x="181" y="7"/>
                </a:lnTo>
                <a:lnTo>
                  <a:pt x="184" y="8"/>
                </a:lnTo>
                <a:lnTo>
                  <a:pt x="188" y="9"/>
                </a:lnTo>
                <a:lnTo>
                  <a:pt x="191" y="11"/>
                </a:lnTo>
                <a:lnTo>
                  <a:pt x="195" y="12"/>
                </a:lnTo>
                <a:lnTo>
                  <a:pt x="198" y="13"/>
                </a:lnTo>
                <a:lnTo>
                  <a:pt x="202" y="15"/>
                </a:lnTo>
                <a:lnTo>
                  <a:pt x="205" y="17"/>
                </a:lnTo>
                <a:lnTo>
                  <a:pt x="208" y="18"/>
                </a:lnTo>
                <a:lnTo>
                  <a:pt x="211" y="21"/>
                </a:lnTo>
                <a:lnTo>
                  <a:pt x="214" y="23"/>
                </a:lnTo>
                <a:lnTo>
                  <a:pt x="217" y="25"/>
                </a:lnTo>
                <a:lnTo>
                  <a:pt x="220" y="26"/>
                </a:lnTo>
                <a:lnTo>
                  <a:pt x="223" y="28"/>
                </a:lnTo>
                <a:lnTo>
                  <a:pt x="226" y="30"/>
                </a:lnTo>
                <a:lnTo>
                  <a:pt x="228" y="33"/>
                </a:lnTo>
                <a:lnTo>
                  <a:pt x="231" y="35"/>
                </a:lnTo>
                <a:lnTo>
                  <a:pt x="233" y="37"/>
                </a:lnTo>
                <a:lnTo>
                  <a:pt x="236" y="39"/>
                </a:lnTo>
                <a:lnTo>
                  <a:pt x="238" y="41"/>
                </a:lnTo>
                <a:lnTo>
                  <a:pt x="240" y="44"/>
                </a:lnTo>
                <a:lnTo>
                  <a:pt x="242" y="46"/>
                </a:lnTo>
                <a:lnTo>
                  <a:pt x="244" y="49"/>
                </a:lnTo>
                <a:lnTo>
                  <a:pt x="246" y="51"/>
                </a:lnTo>
                <a:lnTo>
                  <a:pt x="247" y="54"/>
                </a:lnTo>
                <a:lnTo>
                  <a:pt x="249" y="56"/>
                </a:lnTo>
                <a:lnTo>
                  <a:pt x="250" y="59"/>
                </a:lnTo>
                <a:lnTo>
                  <a:pt x="252" y="61"/>
                </a:lnTo>
                <a:lnTo>
                  <a:pt x="253" y="64"/>
                </a:lnTo>
                <a:lnTo>
                  <a:pt x="254" y="67"/>
                </a:lnTo>
                <a:lnTo>
                  <a:pt x="255" y="69"/>
                </a:lnTo>
                <a:lnTo>
                  <a:pt x="256" y="72"/>
                </a:lnTo>
                <a:lnTo>
                  <a:pt x="256" y="75"/>
                </a:lnTo>
                <a:lnTo>
                  <a:pt x="257" y="77"/>
                </a:lnTo>
                <a:lnTo>
                  <a:pt x="257" y="80"/>
                </a:lnTo>
                <a:lnTo>
                  <a:pt x="258" y="83"/>
                </a:lnTo>
                <a:lnTo>
                  <a:pt x="258" y="86"/>
                </a:lnTo>
                <a:lnTo>
                  <a:pt x="258" y="8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3" name=""/>
          <p:cNvSpPr/>
          <p:nvPr/>
        </p:nvSpPr>
        <p:spPr>
          <a:xfrm>
            <a:off x="8004960" y="2900160"/>
            <a:ext cx="109440" cy="74520"/>
          </a:xfrm>
          <a:custGeom>
            <a:avLst/>
            <a:gdLst/>
            <a:ahLst/>
            <a:rect l="0" t="0" r="r" b="b"/>
            <a:pathLst>
              <a:path w="304" h="207">
                <a:moveTo>
                  <a:pt x="281" y="104"/>
                </a:moveTo>
                <a:lnTo>
                  <a:pt x="281" y="102"/>
                </a:lnTo>
                <a:lnTo>
                  <a:pt x="281" y="99"/>
                </a:lnTo>
                <a:lnTo>
                  <a:pt x="280" y="96"/>
                </a:lnTo>
                <a:lnTo>
                  <a:pt x="280" y="93"/>
                </a:lnTo>
                <a:lnTo>
                  <a:pt x="279" y="91"/>
                </a:lnTo>
                <a:lnTo>
                  <a:pt x="279" y="88"/>
                </a:lnTo>
                <a:lnTo>
                  <a:pt x="278" y="85"/>
                </a:lnTo>
                <a:lnTo>
                  <a:pt x="277" y="83"/>
                </a:lnTo>
                <a:lnTo>
                  <a:pt x="276" y="80"/>
                </a:lnTo>
                <a:lnTo>
                  <a:pt x="275" y="77"/>
                </a:lnTo>
                <a:lnTo>
                  <a:pt x="273" y="75"/>
                </a:lnTo>
                <a:lnTo>
                  <a:pt x="272" y="72"/>
                </a:lnTo>
                <a:lnTo>
                  <a:pt x="270" y="70"/>
                </a:lnTo>
                <a:lnTo>
                  <a:pt x="269" y="67"/>
                </a:lnTo>
                <a:lnTo>
                  <a:pt x="267" y="65"/>
                </a:lnTo>
                <a:lnTo>
                  <a:pt x="265" y="62"/>
                </a:lnTo>
                <a:lnTo>
                  <a:pt x="262" y="60"/>
                </a:lnTo>
                <a:lnTo>
                  <a:pt x="260" y="57"/>
                </a:lnTo>
                <a:lnTo>
                  <a:pt x="258" y="55"/>
                </a:lnTo>
                <a:lnTo>
                  <a:pt x="255" y="53"/>
                </a:lnTo>
                <a:lnTo>
                  <a:pt x="253" y="51"/>
                </a:lnTo>
                <a:lnTo>
                  <a:pt x="250" y="49"/>
                </a:lnTo>
                <a:lnTo>
                  <a:pt x="248" y="46"/>
                </a:lnTo>
                <a:lnTo>
                  <a:pt x="245" y="44"/>
                </a:lnTo>
                <a:lnTo>
                  <a:pt x="242" y="41"/>
                </a:lnTo>
                <a:lnTo>
                  <a:pt x="239" y="40"/>
                </a:lnTo>
                <a:lnTo>
                  <a:pt x="236" y="38"/>
                </a:lnTo>
                <a:lnTo>
                  <a:pt x="233" y="36"/>
                </a:lnTo>
                <a:lnTo>
                  <a:pt x="230" y="34"/>
                </a:lnTo>
                <a:lnTo>
                  <a:pt x="227" y="33"/>
                </a:lnTo>
                <a:lnTo>
                  <a:pt x="224" y="31"/>
                </a:lnTo>
                <a:lnTo>
                  <a:pt x="220" y="29"/>
                </a:lnTo>
                <a:lnTo>
                  <a:pt x="217" y="28"/>
                </a:lnTo>
                <a:lnTo>
                  <a:pt x="213" y="27"/>
                </a:lnTo>
                <a:lnTo>
                  <a:pt x="210" y="25"/>
                </a:lnTo>
                <a:lnTo>
                  <a:pt x="206" y="24"/>
                </a:lnTo>
                <a:lnTo>
                  <a:pt x="203" y="23"/>
                </a:lnTo>
                <a:lnTo>
                  <a:pt x="199" y="22"/>
                </a:lnTo>
                <a:lnTo>
                  <a:pt x="195" y="21"/>
                </a:lnTo>
                <a:lnTo>
                  <a:pt x="191" y="20"/>
                </a:lnTo>
                <a:lnTo>
                  <a:pt x="187" y="19"/>
                </a:lnTo>
                <a:lnTo>
                  <a:pt x="183" y="19"/>
                </a:lnTo>
                <a:lnTo>
                  <a:pt x="180" y="18"/>
                </a:lnTo>
                <a:lnTo>
                  <a:pt x="176" y="17"/>
                </a:lnTo>
                <a:lnTo>
                  <a:pt x="172" y="17"/>
                </a:lnTo>
                <a:lnTo>
                  <a:pt x="168" y="17"/>
                </a:lnTo>
                <a:lnTo>
                  <a:pt x="164" y="16"/>
                </a:lnTo>
                <a:lnTo>
                  <a:pt x="160" y="16"/>
                </a:lnTo>
                <a:lnTo>
                  <a:pt x="156" y="16"/>
                </a:lnTo>
                <a:lnTo>
                  <a:pt x="151" y="16"/>
                </a:lnTo>
                <a:lnTo>
                  <a:pt x="147" y="16"/>
                </a:lnTo>
                <a:lnTo>
                  <a:pt x="143" y="16"/>
                </a:lnTo>
                <a:lnTo>
                  <a:pt x="139" y="16"/>
                </a:lnTo>
                <a:lnTo>
                  <a:pt x="135" y="17"/>
                </a:lnTo>
                <a:lnTo>
                  <a:pt x="131" y="17"/>
                </a:lnTo>
                <a:lnTo>
                  <a:pt x="127" y="17"/>
                </a:lnTo>
                <a:lnTo>
                  <a:pt x="123" y="18"/>
                </a:lnTo>
                <a:lnTo>
                  <a:pt x="120" y="19"/>
                </a:lnTo>
                <a:lnTo>
                  <a:pt x="116" y="19"/>
                </a:lnTo>
                <a:lnTo>
                  <a:pt x="112" y="20"/>
                </a:lnTo>
                <a:lnTo>
                  <a:pt x="108" y="21"/>
                </a:lnTo>
                <a:lnTo>
                  <a:pt x="104" y="22"/>
                </a:lnTo>
                <a:lnTo>
                  <a:pt x="100" y="23"/>
                </a:lnTo>
                <a:lnTo>
                  <a:pt x="97" y="24"/>
                </a:lnTo>
                <a:lnTo>
                  <a:pt x="93" y="25"/>
                </a:lnTo>
                <a:lnTo>
                  <a:pt x="90" y="27"/>
                </a:lnTo>
                <a:lnTo>
                  <a:pt x="86" y="28"/>
                </a:lnTo>
                <a:lnTo>
                  <a:pt x="83" y="29"/>
                </a:lnTo>
                <a:lnTo>
                  <a:pt x="79" y="31"/>
                </a:lnTo>
                <a:lnTo>
                  <a:pt x="76" y="33"/>
                </a:lnTo>
                <a:lnTo>
                  <a:pt x="73" y="34"/>
                </a:lnTo>
                <a:lnTo>
                  <a:pt x="70" y="36"/>
                </a:lnTo>
                <a:lnTo>
                  <a:pt x="67" y="38"/>
                </a:lnTo>
                <a:lnTo>
                  <a:pt x="64" y="40"/>
                </a:lnTo>
                <a:lnTo>
                  <a:pt x="61" y="41"/>
                </a:lnTo>
                <a:lnTo>
                  <a:pt x="58" y="44"/>
                </a:lnTo>
                <a:lnTo>
                  <a:pt x="55" y="46"/>
                </a:lnTo>
                <a:lnTo>
                  <a:pt x="52" y="49"/>
                </a:lnTo>
                <a:lnTo>
                  <a:pt x="50" y="51"/>
                </a:lnTo>
                <a:lnTo>
                  <a:pt x="48" y="53"/>
                </a:lnTo>
                <a:lnTo>
                  <a:pt x="45" y="55"/>
                </a:lnTo>
                <a:lnTo>
                  <a:pt x="43" y="57"/>
                </a:lnTo>
                <a:lnTo>
                  <a:pt x="41" y="60"/>
                </a:lnTo>
                <a:lnTo>
                  <a:pt x="39" y="62"/>
                </a:lnTo>
                <a:lnTo>
                  <a:pt x="37" y="65"/>
                </a:lnTo>
                <a:lnTo>
                  <a:pt x="35" y="67"/>
                </a:lnTo>
                <a:lnTo>
                  <a:pt x="34" y="70"/>
                </a:lnTo>
                <a:lnTo>
                  <a:pt x="32" y="72"/>
                </a:lnTo>
                <a:lnTo>
                  <a:pt x="31" y="75"/>
                </a:lnTo>
                <a:lnTo>
                  <a:pt x="29" y="77"/>
                </a:lnTo>
                <a:lnTo>
                  <a:pt x="28" y="80"/>
                </a:lnTo>
                <a:lnTo>
                  <a:pt x="27" y="83"/>
                </a:lnTo>
                <a:lnTo>
                  <a:pt x="26" y="85"/>
                </a:lnTo>
                <a:lnTo>
                  <a:pt x="25" y="88"/>
                </a:lnTo>
                <a:lnTo>
                  <a:pt x="25" y="91"/>
                </a:lnTo>
                <a:lnTo>
                  <a:pt x="24" y="93"/>
                </a:lnTo>
                <a:lnTo>
                  <a:pt x="24" y="96"/>
                </a:lnTo>
                <a:lnTo>
                  <a:pt x="23" y="99"/>
                </a:lnTo>
                <a:lnTo>
                  <a:pt x="23" y="102"/>
                </a:lnTo>
                <a:lnTo>
                  <a:pt x="23" y="104"/>
                </a:lnTo>
                <a:lnTo>
                  <a:pt x="23" y="107"/>
                </a:lnTo>
                <a:lnTo>
                  <a:pt x="23" y="110"/>
                </a:lnTo>
                <a:lnTo>
                  <a:pt x="24" y="112"/>
                </a:lnTo>
                <a:lnTo>
                  <a:pt x="24" y="115"/>
                </a:lnTo>
                <a:lnTo>
                  <a:pt x="25" y="118"/>
                </a:lnTo>
                <a:lnTo>
                  <a:pt x="25" y="121"/>
                </a:lnTo>
                <a:lnTo>
                  <a:pt x="26" y="123"/>
                </a:lnTo>
                <a:lnTo>
                  <a:pt x="27" y="126"/>
                </a:lnTo>
                <a:lnTo>
                  <a:pt x="28" y="129"/>
                </a:lnTo>
                <a:lnTo>
                  <a:pt x="29" y="131"/>
                </a:lnTo>
                <a:lnTo>
                  <a:pt x="31" y="134"/>
                </a:lnTo>
                <a:lnTo>
                  <a:pt x="32" y="136"/>
                </a:lnTo>
                <a:lnTo>
                  <a:pt x="34" y="139"/>
                </a:lnTo>
                <a:lnTo>
                  <a:pt x="35" y="141"/>
                </a:lnTo>
                <a:lnTo>
                  <a:pt x="37" y="144"/>
                </a:lnTo>
                <a:lnTo>
                  <a:pt x="39" y="146"/>
                </a:lnTo>
                <a:lnTo>
                  <a:pt x="41" y="149"/>
                </a:lnTo>
                <a:lnTo>
                  <a:pt x="43" y="151"/>
                </a:lnTo>
                <a:lnTo>
                  <a:pt x="45" y="153"/>
                </a:lnTo>
                <a:lnTo>
                  <a:pt x="48" y="156"/>
                </a:lnTo>
                <a:lnTo>
                  <a:pt x="50" y="158"/>
                </a:lnTo>
                <a:lnTo>
                  <a:pt x="52" y="160"/>
                </a:lnTo>
                <a:lnTo>
                  <a:pt x="55" y="162"/>
                </a:lnTo>
                <a:lnTo>
                  <a:pt x="58" y="164"/>
                </a:lnTo>
                <a:lnTo>
                  <a:pt x="61" y="166"/>
                </a:lnTo>
                <a:lnTo>
                  <a:pt x="64" y="168"/>
                </a:lnTo>
                <a:lnTo>
                  <a:pt x="67" y="170"/>
                </a:lnTo>
                <a:lnTo>
                  <a:pt x="70" y="172"/>
                </a:lnTo>
                <a:lnTo>
                  <a:pt x="73" y="173"/>
                </a:lnTo>
                <a:lnTo>
                  <a:pt x="76" y="175"/>
                </a:lnTo>
                <a:lnTo>
                  <a:pt x="79" y="177"/>
                </a:lnTo>
                <a:lnTo>
                  <a:pt x="83" y="178"/>
                </a:lnTo>
                <a:lnTo>
                  <a:pt x="86" y="180"/>
                </a:lnTo>
                <a:lnTo>
                  <a:pt x="90" y="181"/>
                </a:lnTo>
                <a:lnTo>
                  <a:pt x="93" y="182"/>
                </a:lnTo>
                <a:lnTo>
                  <a:pt x="97" y="183"/>
                </a:lnTo>
                <a:lnTo>
                  <a:pt x="100" y="184"/>
                </a:lnTo>
                <a:lnTo>
                  <a:pt x="104" y="186"/>
                </a:lnTo>
                <a:lnTo>
                  <a:pt x="108" y="187"/>
                </a:lnTo>
                <a:lnTo>
                  <a:pt x="112" y="187"/>
                </a:lnTo>
                <a:lnTo>
                  <a:pt x="116" y="188"/>
                </a:lnTo>
                <a:lnTo>
                  <a:pt x="120" y="189"/>
                </a:lnTo>
                <a:lnTo>
                  <a:pt x="123" y="190"/>
                </a:lnTo>
                <a:lnTo>
                  <a:pt x="127" y="190"/>
                </a:lnTo>
                <a:lnTo>
                  <a:pt x="131" y="191"/>
                </a:lnTo>
                <a:lnTo>
                  <a:pt x="135" y="191"/>
                </a:lnTo>
                <a:lnTo>
                  <a:pt x="139" y="191"/>
                </a:lnTo>
                <a:lnTo>
                  <a:pt x="143" y="192"/>
                </a:lnTo>
                <a:lnTo>
                  <a:pt x="147" y="192"/>
                </a:lnTo>
                <a:lnTo>
                  <a:pt x="151" y="192"/>
                </a:lnTo>
                <a:lnTo>
                  <a:pt x="156" y="192"/>
                </a:lnTo>
                <a:lnTo>
                  <a:pt x="160" y="192"/>
                </a:lnTo>
                <a:lnTo>
                  <a:pt x="164" y="191"/>
                </a:lnTo>
                <a:lnTo>
                  <a:pt x="168" y="191"/>
                </a:lnTo>
                <a:lnTo>
                  <a:pt x="172" y="191"/>
                </a:lnTo>
                <a:lnTo>
                  <a:pt x="176" y="190"/>
                </a:lnTo>
                <a:lnTo>
                  <a:pt x="180" y="190"/>
                </a:lnTo>
                <a:lnTo>
                  <a:pt x="183" y="189"/>
                </a:lnTo>
                <a:lnTo>
                  <a:pt x="187" y="188"/>
                </a:lnTo>
                <a:lnTo>
                  <a:pt x="191" y="187"/>
                </a:lnTo>
                <a:lnTo>
                  <a:pt x="195" y="187"/>
                </a:lnTo>
                <a:lnTo>
                  <a:pt x="199" y="186"/>
                </a:lnTo>
                <a:lnTo>
                  <a:pt x="203" y="184"/>
                </a:lnTo>
                <a:lnTo>
                  <a:pt x="206" y="183"/>
                </a:lnTo>
                <a:lnTo>
                  <a:pt x="210" y="182"/>
                </a:lnTo>
                <a:lnTo>
                  <a:pt x="213" y="181"/>
                </a:lnTo>
                <a:lnTo>
                  <a:pt x="217" y="180"/>
                </a:lnTo>
                <a:lnTo>
                  <a:pt x="220" y="178"/>
                </a:lnTo>
                <a:lnTo>
                  <a:pt x="224" y="177"/>
                </a:lnTo>
                <a:lnTo>
                  <a:pt x="227" y="175"/>
                </a:lnTo>
                <a:lnTo>
                  <a:pt x="230" y="173"/>
                </a:lnTo>
                <a:lnTo>
                  <a:pt x="233" y="172"/>
                </a:lnTo>
                <a:lnTo>
                  <a:pt x="236" y="170"/>
                </a:lnTo>
                <a:lnTo>
                  <a:pt x="239" y="168"/>
                </a:lnTo>
                <a:lnTo>
                  <a:pt x="242" y="166"/>
                </a:lnTo>
                <a:lnTo>
                  <a:pt x="245" y="164"/>
                </a:lnTo>
                <a:lnTo>
                  <a:pt x="248" y="162"/>
                </a:lnTo>
                <a:lnTo>
                  <a:pt x="250" y="160"/>
                </a:lnTo>
                <a:lnTo>
                  <a:pt x="253" y="158"/>
                </a:lnTo>
                <a:lnTo>
                  <a:pt x="255" y="156"/>
                </a:lnTo>
                <a:lnTo>
                  <a:pt x="258" y="153"/>
                </a:lnTo>
                <a:lnTo>
                  <a:pt x="260" y="151"/>
                </a:lnTo>
                <a:lnTo>
                  <a:pt x="262" y="149"/>
                </a:lnTo>
                <a:lnTo>
                  <a:pt x="265" y="146"/>
                </a:lnTo>
                <a:lnTo>
                  <a:pt x="267" y="144"/>
                </a:lnTo>
                <a:lnTo>
                  <a:pt x="269" y="141"/>
                </a:lnTo>
                <a:lnTo>
                  <a:pt x="270" y="139"/>
                </a:lnTo>
                <a:lnTo>
                  <a:pt x="272" y="136"/>
                </a:lnTo>
                <a:lnTo>
                  <a:pt x="273" y="134"/>
                </a:lnTo>
                <a:lnTo>
                  <a:pt x="275" y="131"/>
                </a:lnTo>
                <a:lnTo>
                  <a:pt x="276" y="129"/>
                </a:lnTo>
                <a:lnTo>
                  <a:pt x="277" y="126"/>
                </a:lnTo>
                <a:lnTo>
                  <a:pt x="278" y="123"/>
                </a:lnTo>
                <a:lnTo>
                  <a:pt x="279" y="121"/>
                </a:lnTo>
                <a:lnTo>
                  <a:pt x="279" y="118"/>
                </a:lnTo>
                <a:lnTo>
                  <a:pt x="280" y="115"/>
                </a:lnTo>
                <a:lnTo>
                  <a:pt x="280" y="112"/>
                </a:lnTo>
                <a:lnTo>
                  <a:pt x="281" y="110"/>
                </a:lnTo>
                <a:lnTo>
                  <a:pt x="281" y="107"/>
                </a:lnTo>
                <a:lnTo>
                  <a:pt x="281" y="104"/>
                </a:lnTo>
                <a:moveTo>
                  <a:pt x="304" y="104"/>
                </a:moveTo>
                <a:lnTo>
                  <a:pt x="304" y="107"/>
                </a:lnTo>
                <a:lnTo>
                  <a:pt x="303" y="111"/>
                </a:lnTo>
                <a:lnTo>
                  <a:pt x="303" y="114"/>
                </a:lnTo>
                <a:lnTo>
                  <a:pt x="302" y="117"/>
                </a:lnTo>
                <a:lnTo>
                  <a:pt x="302" y="120"/>
                </a:lnTo>
                <a:lnTo>
                  <a:pt x="301" y="124"/>
                </a:lnTo>
                <a:lnTo>
                  <a:pt x="300" y="127"/>
                </a:lnTo>
                <a:lnTo>
                  <a:pt x="299" y="130"/>
                </a:lnTo>
                <a:lnTo>
                  <a:pt x="298" y="133"/>
                </a:lnTo>
                <a:lnTo>
                  <a:pt x="296" y="136"/>
                </a:lnTo>
                <a:lnTo>
                  <a:pt x="295" y="139"/>
                </a:lnTo>
                <a:lnTo>
                  <a:pt x="293" y="142"/>
                </a:lnTo>
                <a:lnTo>
                  <a:pt x="291" y="145"/>
                </a:lnTo>
                <a:lnTo>
                  <a:pt x="289" y="148"/>
                </a:lnTo>
                <a:lnTo>
                  <a:pt x="287" y="151"/>
                </a:lnTo>
                <a:lnTo>
                  <a:pt x="285" y="154"/>
                </a:lnTo>
                <a:lnTo>
                  <a:pt x="283" y="157"/>
                </a:lnTo>
                <a:lnTo>
                  <a:pt x="280" y="159"/>
                </a:lnTo>
                <a:lnTo>
                  <a:pt x="277" y="162"/>
                </a:lnTo>
                <a:lnTo>
                  <a:pt x="275" y="165"/>
                </a:lnTo>
                <a:lnTo>
                  <a:pt x="272" y="167"/>
                </a:lnTo>
                <a:lnTo>
                  <a:pt x="269" y="170"/>
                </a:lnTo>
                <a:lnTo>
                  <a:pt x="266" y="172"/>
                </a:lnTo>
                <a:lnTo>
                  <a:pt x="262" y="175"/>
                </a:lnTo>
                <a:lnTo>
                  <a:pt x="258" y="177"/>
                </a:lnTo>
                <a:lnTo>
                  <a:pt x="255" y="179"/>
                </a:lnTo>
                <a:lnTo>
                  <a:pt x="251" y="181"/>
                </a:lnTo>
                <a:lnTo>
                  <a:pt x="248" y="184"/>
                </a:lnTo>
                <a:lnTo>
                  <a:pt x="244" y="186"/>
                </a:lnTo>
                <a:lnTo>
                  <a:pt x="240" y="187"/>
                </a:lnTo>
                <a:lnTo>
                  <a:pt x="236" y="189"/>
                </a:lnTo>
                <a:lnTo>
                  <a:pt x="232" y="191"/>
                </a:lnTo>
                <a:lnTo>
                  <a:pt x="228" y="193"/>
                </a:lnTo>
                <a:lnTo>
                  <a:pt x="224" y="194"/>
                </a:lnTo>
                <a:lnTo>
                  <a:pt x="220" y="196"/>
                </a:lnTo>
                <a:lnTo>
                  <a:pt x="216" y="197"/>
                </a:lnTo>
                <a:lnTo>
                  <a:pt x="212" y="199"/>
                </a:lnTo>
                <a:lnTo>
                  <a:pt x="207" y="200"/>
                </a:lnTo>
                <a:lnTo>
                  <a:pt x="203" y="201"/>
                </a:lnTo>
                <a:lnTo>
                  <a:pt x="198" y="202"/>
                </a:lnTo>
                <a:lnTo>
                  <a:pt x="194" y="203"/>
                </a:lnTo>
                <a:lnTo>
                  <a:pt x="189" y="204"/>
                </a:lnTo>
                <a:lnTo>
                  <a:pt x="184" y="205"/>
                </a:lnTo>
                <a:lnTo>
                  <a:pt x="180" y="205"/>
                </a:lnTo>
                <a:lnTo>
                  <a:pt x="175" y="206"/>
                </a:lnTo>
                <a:lnTo>
                  <a:pt x="170" y="206"/>
                </a:lnTo>
                <a:lnTo>
                  <a:pt x="166" y="207"/>
                </a:lnTo>
                <a:lnTo>
                  <a:pt x="161" y="207"/>
                </a:lnTo>
                <a:lnTo>
                  <a:pt x="156" y="207"/>
                </a:lnTo>
                <a:lnTo>
                  <a:pt x="151" y="207"/>
                </a:lnTo>
                <a:lnTo>
                  <a:pt x="147" y="207"/>
                </a:lnTo>
                <a:lnTo>
                  <a:pt x="142" y="207"/>
                </a:lnTo>
                <a:lnTo>
                  <a:pt x="137" y="207"/>
                </a:lnTo>
                <a:lnTo>
                  <a:pt x="133" y="206"/>
                </a:lnTo>
                <a:lnTo>
                  <a:pt x="128" y="206"/>
                </a:lnTo>
                <a:lnTo>
                  <a:pt x="123" y="205"/>
                </a:lnTo>
                <a:lnTo>
                  <a:pt x="119" y="205"/>
                </a:lnTo>
                <a:lnTo>
                  <a:pt x="114" y="204"/>
                </a:lnTo>
                <a:lnTo>
                  <a:pt x="109" y="203"/>
                </a:lnTo>
                <a:lnTo>
                  <a:pt x="105" y="202"/>
                </a:lnTo>
                <a:lnTo>
                  <a:pt x="100" y="201"/>
                </a:lnTo>
                <a:lnTo>
                  <a:pt x="96" y="200"/>
                </a:lnTo>
                <a:lnTo>
                  <a:pt x="91" y="199"/>
                </a:lnTo>
                <a:lnTo>
                  <a:pt x="87" y="197"/>
                </a:lnTo>
                <a:lnTo>
                  <a:pt x="83" y="196"/>
                </a:lnTo>
                <a:lnTo>
                  <a:pt x="79" y="194"/>
                </a:lnTo>
                <a:lnTo>
                  <a:pt x="75" y="193"/>
                </a:lnTo>
                <a:lnTo>
                  <a:pt x="70" y="191"/>
                </a:lnTo>
                <a:lnTo>
                  <a:pt x="67" y="189"/>
                </a:lnTo>
                <a:lnTo>
                  <a:pt x="63" y="187"/>
                </a:lnTo>
                <a:lnTo>
                  <a:pt x="59" y="186"/>
                </a:lnTo>
                <a:lnTo>
                  <a:pt x="55" y="184"/>
                </a:lnTo>
                <a:lnTo>
                  <a:pt x="52" y="181"/>
                </a:lnTo>
                <a:lnTo>
                  <a:pt x="48" y="179"/>
                </a:lnTo>
                <a:lnTo>
                  <a:pt x="45" y="177"/>
                </a:lnTo>
                <a:lnTo>
                  <a:pt x="41" y="175"/>
                </a:lnTo>
                <a:lnTo>
                  <a:pt x="38" y="172"/>
                </a:lnTo>
                <a:lnTo>
                  <a:pt x="35" y="170"/>
                </a:lnTo>
                <a:lnTo>
                  <a:pt x="32" y="167"/>
                </a:lnTo>
                <a:lnTo>
                  <a:pt x="29" y="165"/>
                </a:lnTo>
                <a:lnTo>
                  <a:pt x="26" y="162"/>
                </a:lnTo>
                <a:lnTo>
                  <a:pt x="24" y="159"/>
                </a:lnTo>
                <a:lnTo>
                  <a:pt x="21" y="157"/>
                </a:lnTo>
                <a:lnTo>
                  <a:pt x="19" y="154"/>
                </a:lnTo>
                <a:lnTo>
                  <a:pt x="17" y="151"/>
                </a:lnTo>
                <a:lnTo>
                  <a:pt x="15" y="148"/>
                </a:lnTo>
                <a:lnTo>
                  <a:pt x="13" y="145"/>
                </a:lnTo>
                <a:lnTo>
                  <a:pt x="11" y="142"/>
                </a:lnTo>
                <a:lnTo>
                  <a:pt x="9" y="139"/>
                </a:lnTo>
                <a:lnTo>
                  <a:pt x="8" y="136"/>
                </a:lnTo>
                <a:lnTo>
                  <a:pt x="6" y="133"/>
                </a:lnTo>
                <a:lnTo>
                  <a:pt x="5" y="130"/>
                </a:lnTo>
                <a:lnTo>
                  <a:pt x="4" y="127"/>
                </a:lnTo>
                <a:lnTo>
                  <a:pt x="3" y="124"/>
                </a:lnTo>
                <a:lnTo>
                  <a:pt x="2" y="120"/>
                </a:lnTo>
                <a:lnTo>
                  <a:pt x="2" y="117"/>
                </a:lnTo>
                <a:lnTo>
                  <a:pt x="1" y="114"/>
                </a:lnTo>
                <a:lnTo>
                  <a:pt x="1" y="111"/>
                </a:lnTo>
                <a:lnTo>
                  <a:pt x="0" y="107"/>
                </a:lnTo>
                <a:lnTo>
                  <a:pt x="0" y="104"/>
                </a:lnTo>
                <a:lnTo>
                  <a:pt x="0" y="101"/>
                </a:lnTo>
                <a:lnTo>
                  <a:pt x="1" y="98"/>
                </a:lnTo>
                <a:lnTo>
                  <a:pt x="1" y="95"/>
                </a:lnTo>
                <a:lnTo>
                  <a:pt x="2" y="91"/>
                </a:lnTo>
                <a:lnTo>
                  <a:pt x="2" y="88"/>
                </a:lnTo>
                <a:lnTo>
                  <a:pt x="3" y="85"/>
                </a:lnTo>
                <a:lnTo>
                  <a:pt x="4" y="82"/>
                </a:lnTo>
                <a:lnTo>
                  <a:pt x="5" y="79"/>
                </a:lnTo>
                <a:lnTo>
                  <a:pt x="6" y="76"/>
                </a:lnTo>
                <a:lnTo>
                  <a:pt x="8" y="72"/>
                </a:lnTo>
                <a:lnTo>
                  <a:pt x="9" y="69"/>
                </a:lnTo>
                <a:lnTo>
                  <a:pt x="11" y="66"/>
                </a:lnTo>
                <a:lnTo>
                  <a:pt x="13" y="63"/>
                </a:lnTo>
                <a:lnTo>
                  <a:pt x="15" y="60"/>
                </a:lnTo>
                <a:lnTo>
                  <a:pt x="17" y="58"/>
                </a:lnTo>
                <a:lnTo>
                  <a:pt x="19" y="55"/>
                </a:lnTo>
                <a:lnTo>
                  <a:pt x="21" y="52"/>
                </a:lnTo>
                <a:lnTo>
                  <a:pt x="24" y="49"/>
                </a:lnTo>
                <a:lnTo>
                  <a:pt x="26" y="46"/>
                </a:lnTo>
                <a:lnTo>
                  <a:pt x="29" y="44"/>
                </a:lnTo>
                <a:lnTo>
                  <a:pt x="32" y="40"/>
                </a:lnTo>
                <a:lnTo>
                  <a:pt x="35" y="38"/>
                </a:lnTo>
                <a:lnTo>
                  <a:pt x="38" y="35"/>
                </a:lnTo>
                <a:lnTo>
                  <a:pt x="41" y="33"/>
                </a:lnTo>
                <a:lnTo>
                  <a:pt x="45" y="31"/>
                </a:lnTo>
                <a:lnTo>
                  <a:pt x="48" y="28"/>
                </a:lnTo>
                <a:lnTo>
                  <a:pt x="52" y="26"/>
                </a:lnTo>
                <a:lnTo>
                  <a:pt x="55" y="24"/>
                </a:lnTo>
                <a:lnTo>
                  <a:pt x="59" y="22"/>
                </a:lnTo>
                <a:lnTo>
                  <a:pt x="63" y="20"/>
                </a:lnTo>
                <a:lnTo>
                  <a:pt x="67" y="18"/>
                </a:lnTo>
                <a:lnTo>
                  <a:pt x="70" y="16"/>
                </a:lnTo>
                <a:lnTo>
                  <a:pt x="75" y="15"/>
                </a:lnTo>
                <a:lnTo>
                  <a:pt x="79" y="13"/>
                </a:lnTo>
                <a:lnTo>
                  <a:pt x="83" y="12"/>
                </a:lnTo>
                <a:lnTo>
                  <a:pt x="87" y="10"/>
                </a:lnTo>
                <a:lnTo>
                  <a:pt x="91" y="9"/>
                </a:lnTo>
                <a:lnTo>
                  <a:pt x="96" y="8"/>
                </a:lnTo>
                <a:lnTo>
                  <a:pt x="100" y="6"/>
                </a:lnTo>
                <a:lnTo>
                  <a:pt x="105" y="5"/>
                </a:lnTo>
                <a:lnTo>
                  <a:pt x="109" y="4"/>
                </a:lnTo>
                <a:lnTo>
                  <a:pt x="114" y="4"/>
                </a:lnTo>
                <a:lnTo>
                  <a:pt x="119" y="3"/>
                </a:lnTo>
                <a:lnTo>
                  <a:pt x="123" y="2"/>
                </a:lnTo>
                <a:lnTo>
                  <a:pt x="128" y="2"/>
                </a:lnTo>
                <a:lnTo>
                  <a:pt x="133" y="1"/>
                </a:lnTo>
                <a:lnTo>
                  <a:pt x="137" y="1"/>
                </a:lnTo>
                <a:lnTo>
                  <a:pt x="142" y="1"/>
                </a:lnTo>
                <a:lnTo>
                  <a:pt x="147" y="0"/>
                </a:lnTo>
                <a:lnTo>
                  <a:pt x="151" y="0"/>
                </a:lnTo>
                <a:lnTo>
                  <a:pt x="156" y="0"/>
                </a:lnTo>
                <a:lnTo>
                  <a:pt x="161" y="1"/>
                </a:lnTo>
                <a:lnTo>
                  <a:pt x="166" y="1"/>
                </a:lnTo>
                <a:lnTo>
                  <a:pt x="170" y="1"/>
                </a:lnTo>
                <a:lnTo>
                  <a:pt x="175" y="2"/>
                </a:lnTo>
                <a:lnTo>
                  <a:pt x="180" y="2"/>
                </a:lnTo>
                <a:lnTo>
                  <a:pt x="184" y="3"/>
                </a:lnTo>
                <a:lnTo>
                  <a:pt x="189" y="4"/>
                </a:lnTo>
                <a:lnTo>
                  <a:pt x="194" y="4"/>
                </a:lnTo>
                <a:lnTo>
                  <a:pt x="198" y="5"/>
                </a:lnTo>
                <a:lnTo>
                  <a:pt x="203" y="6"/>
                </a:lnTo>
                <a:lnTo>
                  <a:pt x="207" y="8"/>
                </a:lnTo>
                <a:lnTo>
                  <a:pt x="212" y="9"/>
                </a:lnTo>
                <a:lnTo>
                  <a:pt x="216" y="10"/>
                </a:lnTo>
                <a:lnTo>
                  <a:pt x="220" y="12"/>
                </a:lnTo>
                <a:lnTo>
                  <a:pt x="224" y="13"/>
                </a:lnTo>
                <a:lnTo>
                  <a:pt x="228" y="15"/>
                </a:lnTo>
                <a:lnTo>
                  <a:pt x="232" y="16"/>
                </a:lnTo>
                <a:lnTo>
                  <a:pt x="236" y="18"/>
                </a:lnTo>
                <a:lnTo>
                  <a:pt x="240" y="20"/>
                </a:lnTo>
                <a:lnTo>
                  <a:pt x="244" y="22"/>
                </a:lnTo>
                <a:lnTo>
                  <a:pt x="248" y="24"/>
                </a:lnTo>
                <a:lnTo>
                  <a:pt x="251" y="26"/>
                </a:lnTo>
                <a:lnTo>
                  <a:pt x="255" y="28"/>
                </a:lnTo>
                <a:lnTo>
                  <a:pt x="258" y="31"/>
                </a:lnTo>
                <a:lnTo>
                  <a:pt x="262" y="33"/>
                </a:lnTo>
                <a:lnTo>
                  <a:pt x="266" y="35"/>
                </a:lnTo>
                <a:lnTo>
                  <a:pt x="269" y="38"/>
                </a:lnTo>
                <a:lnTo>
                  <a:pt x="272" y="40"/>
                </a:lnTo>
                <a:lnTo>
                  <a:pt x="275" y="44"/>
                </a:lnTo>
                <a:lnTo>
                  <a:pt x="277" y="46"/>
                </a:lnTo>
                <a:lnTo>
                  <a:pt x="280" y="49"/>
                </a:lnTo>
                <a:lnTo>
                  <a:pt x="283" y="52"/>
                </a:lnTo>
                <a:lnTo>
                  <a:pt x="285" y="55"/>
                </a:lnTo>
                <a:lnTo>
                  <a:pt x="287" y="58"/>
                </a:lnTo>
                <a:lnTo>
                  <a:pt x="289" y="60"/>
                </a:lnTo>
                <a:lnTo>
                  <a:pt x="291" y="63"/>
                </a:lnTo>
                <a:lnTo>
                  <a:pt x="293" y="66"/>
                </a:lnTo>
                <a:lnTo>
                  <a:pt x="295" y="69"/>
                </a:lnTo>
                <a:lnTo>
                  <a:pt x="296" y="72"/>
                </a:lnTo>
                <a:lnTo>
                  <a:pt x="298" y="76"/>
                </a:lnTo>
                <a:lnTo>
                  <a:pt x="299" y="79"/>
                </a:lnTo>
                <a:lnTo>
                  <a:pt x="300" y="82"/>
                </a:lnTo>
                <a:lnTo>
                  <a:pt x="301" y="85"/>
                </a:lnTo>
                <a:lnTo>
                  <a:pt x="302" y="88"/>
                </a:lnTo>
                <a:lnTo>
                  <a:pt x="302" y="91"/>
                </a:lnTo>
                <a:lnTo>
                  <a:pt x="303" y="95"/>
                </a:lnTo>
                <a:lnTo>
                  <a:pt x="303" y="98"/>
                </a:lnTo>
                <a:lnTo>
                  <a:pt x="304" y="101"/>
                </a:lnTo>
                <a:lnTo>
                  <a:pt x="304" y="104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4" name=""/>
          <p:cNvSpPr/>
          <p:nvPr/>
        </p:nvSpPr>
        <p:spPr>
          <a:xfrm>
            <a:off x="8001000" y="2897640"/>
            <a:ext cx="117360" cy="79920"/>
          </a:xfrm>
          <a:custGeom>
            <a:avLst/>
            <a:gdLst/>
            <a:ahLst/>
            <a:rect l="0" t="0" r="r" b="b"/>
            <a:pathLst>
              <a:path w="326" h="222">
                <a:moveTo>
                  <a:pt x="315" y="111"/>
                </a:moveTo>
                <a:lnTo>
                  <a:pt x="315" y="108"/>
                </a:lnTo>
                <a:lnTo>
                  <a:pt x="314" y="105"/>
                </a:lnTo>
                <a:lnTo>
                  <a:pt x="314" y="102"/>
                </a:lnTo>
                <a:lnTo>
                  <a:pt x="313" y="98"/>
                </a:lnTo>
                <a:lnTo>
                  <a:pt x="313" y="95"/>
                </a:lnTo>
                <a:lnTo>
                  <a:pt x="312" y="92"/>
                </a:lnTo>
                <a:lnTo>
                  <a:pt x="311" y="89"/>
                </a:lnTo>
                <a:lnTo>
                  <a:pt x="310" y="86"/>
                </a:lnTo>
                <a:lnTo>
                  <a:pt x="309" y="83"/>
                </a:lnTo>
                <a:lnTo>
                  <a:pt x="307" y="79"/>
                </a:lnTo>
                <a:lnTo>
                  <a:pt x="306" y="76"/>
                </a:lnTo>
                <a:lnTo>
                  <a:pt x="304" y="73"/>
                </a:lnTo>
                <a:lnTo>
                  <a:pt x="302" y="70"/>
                </a:lnTo>
                <a:lnTo>
                  <a:pt x="300" y="67"/>
                </a:lnTo>
                <a:lnTo>
                  <a:pt x="298" y="65"/>
                </a:lnTo>
                <a:lnTo>
                  <a:pt x="296" y="62"/>
                </a:lnTo>
                <a:lnTo>
                  <a:pt x="294" y="59"/>
                </a:lnTo>
                <a:lnTo>
                  <a:pt x="290" y="56"/>
                </a:lnTo>
                <a:lnTo>
                  <a:pt x="287" y="53"/>
                </a:lnTo>
                <a:lnTo>
                  <a:pt x="285" y="51"/>
                </a:lnTo>
                <a:lnTo>
                  <a:pt x="282" y="48"/>
                </a:lnTo>
                <a:lnTo>
                  <a:pt x="279" y="46"/>
                </a:lnTo>
                <a:lnTo>
                  <a:pt x="276" y="43"/>
                </a:lnTo>
                <a:lnTo>
                  <a:pt x="273" y="41"/>
                </a:lnTo>
                <a:lnTo>
                  <a:pt x="269" y="39"/>
                </a:lnTo>
                <a:lnTo>
                  <a:pt x="266" y="36"/>
                </a:lnTo>
                <a:lnTo>
                  <a:pt x="262" y="34"/>
                </a:lnTo>
                <a:lnTo>
                  <a:pt x="259" y="32"/>
                </a:lnTo>
                <a:lnTo>
                  <a:pt x="255" y="30"/>
                </a:lnTo>
                <a:lnTo>
                  <a:pt x="251" y="28"/>
                </a:lnTo>
                <a:lnTo>
                  <a:pt x="247" y="26"/>
                </a:lnTo>
                <a:lnTo>
                  <a:pt x="243" y="24"/>
                </a:lnTo>
                <a:lnTo>
                  <a:pt x="239" y="23"/>
                </a:lnTo>
                <a:lnTo>
                  <a:pt x="235" y="21"/>
                </a:lnTo>
                <a:lnTo>
                  <a:pt x="231" y="20"/>
                </a:lnTo>
                <a:lnTo>
                  <a:pt x="227" y="17"/>
                </a:lnTo>
                <a:lnTo>
                  <a:pt x="223" y="16"/>
                </a:lnTo>
                <a:lnTo>
                  <a:pt x="218" y="15"/>
                </a:lnTo>
                <a:lnTo>
                  <a:pt x="214" y="13"/>
                </a:lnTo>
                <a:lnTo>
                  <a:pt x="209" y="12"/>
                </a:lnTo>
                <a:lnTo>
                  <a:pt x="205" y="11"/>
                </a:lnTo>
                <a:lnTo>
                  <a:pt x="200" y="11"/>
                </a:lnTo>
                <a:lnTo>
                  <a:pt x="195" y="10"/>
                </a:lnTo>
                <a:lnTo>
                  <a:pt x="191" y="9"/>
                </a:lnTo>
                <a:lnTo>
                  <a:pt x="186" y="9"/>
                </a:lnTo>
                <a:lnTo>
                  <a:pt x="181" y="8"/>
                </a:lnTo>
                <a:lnTo>
                  <a:pt x="177" y="8"/>
                </a:lnTo>
                <a:lnTo>
                  <a:pt x="172" y="8"/>
                </a:lnTo>
                <a:lnTo>
                  <a:pt x="167" y="7"/>
                </a:lnTo>
                <a:lnTo>
                  <a:pt x="162" y="7"/>
                </a:lnTo>
                <a:lnTo>
                  <a:pt x="158" y="7"/>
                </a:lnTo>
                <a:lnTo>
                  <a:pt x="153" y="8"/>
                </a:lnTo>
                <a:lnTo>
                  <a:pt x="148" y="8"/>
                </a:lnTo>
                <a:lnTo>
                  <a:pt x="144" y="8"/>
                </a:lnTo>
                <a:lnTo>
                  <a:pt x="139" y="9"/>
                </a:lnTo>
                <a:lnTo>
                  <a:pt x="134" y="9"/>
                </a:lnTo>
                <a:lnTo>
                  <a:pt x="130" y="10"/>
                </a:lnTo>
                <a:lnTo>
                  <a:pt x="125" y="11"/>
                </a:lnTo>
                <a:lnTo>
                  <a:pt x="120" y="11"/>
                </a:lnTo>
                <a:lnTo>
                  <a:pt x="116" y="12"/>
                </a:lnTo>
                <a:lnTo>
                  <a:pt x="111" y="13"/>
                </a:lnTo>
                <a:lnTo>
                  <a:pt x="107" y="15"/>
                </a:lnTo>
                <a:lnTo>
                  <a:pt x="102" y="16"/>
                </a:lnTo>
                <a:lnTo>
                  <a:pt x="98" y="17"/>
                </a:lnTo>
                <a:lnTo>
                  <a:pt x="94" y="20"/>
                </a:lnTo>
                <a:lnTo>
                  <a:pt x="90" y="21"/>
                </a:lnTo>
                <a:lnTo>
                  <a:pt x="86" y="23"/>
                </a:lnTo>
                <a:lnTo>
                  <a:pt x="81" y="24"/>
                </a:lnTo>
                <a:lnTo>
                  <a:pt x="78" y="26"/>
                </a:lnTo>
                <a:lnTo>
                  <a:pt x="74" y="28"/>
                </a:lnTo>
                <a:lnTo>
                  <a:pt x="70" y="30"/>
                </a:lnTo>
                <a:lnTo>
                  <a:pt x="66" y="32"/>
                </a:lnTo>
                <a:lnTo>
                  <a:pt x="63" y="34"/>
                </a:lnTo>
                <a:lnTo>
                  <a:pt x="59" y="36"/>
                </a:lnTo>
                <a:lnTo>
                  <a:pt x="56" y="39"/>
                </a:lnTo>
                <a:lnTo>
                  <a:pt x="52" y="41"/>
                </a:lnTo>
                <a:lnTo>
                  <a:pt x="49" y="43"/>
                </a:lnTo>
                <a:lnTo>
                  <a:pt x="46" y="46"/>
                </a:lnTo>
                <a:lnTo>
                  <a:pt x="43" y="48"/>
                </a:lnTo>
                <a:lnTo>
                  <a:pt x="40" y="51"/>
                </a:lnTo>
                <a:lnTo>
                  <a:pt x="37" y="53"/>
                </a:lnTo>
                <a:lnTo>
                  <a:pt x="35" y="56"/>
                </a:lnTo>
                <a:lnTo>
                  <a:pt x="32" y="59"/>
                </a:lnTo>
                <a:lnTo>
                  <a:pt x="30" y="62"/>
                </a:lnTo>
                <a:lnTo>
                  <a:pt x="28" y="65"/>
                </a:lnTo>
                <a:lnTo>
                  <a:pt x="26" y="67"/>
                </a:lnTo>
                <a:lnTo>
                  <a:pt x="24" y="70"/>
                </a:lnTo>
                <a:lnTo>
                  <a:pt x="22" y="73"/>
                </a:lnTo>
                <a:lnTo>
                  <a:pt x="20" y="76"/>
                </a:lnTo>
                <a:lnTo>
                  <a:pt x="19" y="79"/>
                </a:lnTo>
                <a:lnTo>
                  <a:pt x="17" y="83"/>
                </a:lnTo>
                <a:lnTo>
                  <a:pt x="16" y="86"/>
                </a:lnTo>
                <a:lnTo>
                  <a:pt x="15" y="89"/>
                </a:lnTo>
                <a:lnTo>
                  <a:pt x="14" y="92"/>
                </a:lnTo>
                <a:lnTo>
                  <a:pt x="13" y="95"/>
                </a:lnTo>
                <a:lnTo>
                  <a:pt x="13" y="98"/>
                </a:lnTo>
                <a:lnTo>
                  <a:pt x="12" y="102"/>
                </a:lnTo>
                <a:lnTo>
                  <a:pt x="12" y="105"/>
                </a:lnTo>
                <a:lnTo>
                  <a:pt x="11" y="108"/>
                </a:lnTo>
                <a:lnTo>
                  <a:pt x="11" y="111"/>
                </a:lnTo>
                <a:lnTo>
                  <a:pt x="11" y="114"/>
                </a:lnTo>
                <a:lnTo>
                  <a:pt x="12" y="118"/>
                </a:lnTo>
                <a:lnTo>
                  <a:pt x="12" y="121"/>
                </a:lnTo>
                <a:lnTo>
                  <a:pt x="13" y="124"/>
                </a:lnTo>
                <a:lnTo>
                  <a:pt x="13" y="127"/>
                </a:lnTo>
                <a:lnTo>
                  <a:pt x="14" y="131"/>
                </a:lnTo>
                <a:lnTo>
                  <a:pt x="15" y="134"/>
                </a:lnTo>
                <a:lnTo>
                  <a:pt x="16" y="137"/>
                </a:lnTo>
                <a:lnTo>
                  <a:pt x="17" y="140"/>
                </a:lnTo>
                <a:lnTo>
                  <a:pt x="19" y="143"/>
                </a:lnTo>
                <a:lnTo>
                  <a:pt x="20" y="146"/>
                </a:lnTo>
                <a:lnTo>
                  <a:pt x="22" y="149"/>
                </a:lnTo>
                <a:lnTo>
                  <a:pt x="24" y="152"/>
                </a:lnTo>
                <a:lnTo>
                  <a:pt x="26" y="155"/>
                </a:lnTo>
                <a:lnTo>
                  <a:pt x="28" y="158"/>
                </a:lnTo>
                <a:lnTo>
                  <a:pt x="30" y="161"/>
                </a:lnTo>
                <a:lnTo>
                  <a:pt x="32" y="164"/>
                </a:lnTo>
                <a:lnTo>
                  <a:pt x="35" y="166"/>
                </a:lnTo>
                <a:lnTo>
                  <a:pt x="37" y="169"/>
                </a:lnTo>
                <a:lnTo>
                  <a:pt x="40" y="172"/>
                </a:lnTo>
                <a:lnTo>
                  <a:pt x="43" y="174"/>
                </a:lnTo>
                <a:lnTo>
                  <a:pt x="46" y="177"/>
                </a:lnTo>
                <a:lnTo>
                  <a:pt x="49" y="179"/>
                </a:lnTo>
                <a:lnTo>
                  <a:pt x="52" y="182"/>
                </a:lnTo>
                <a:lnTo>
                  <a:pt x="56" y="184"/>
                </a:lnTo>
                <a:lnTo>
                  <a:pt x="59" y="186"/>
                </a:lnTo>
                <a:lnTo>
                  <a:pt x="63" y="188"/>
                </a:lnTo>
                <a:lnTo>
                  <a:pt x="66" y="191"/>
                </a:lnTo>
                <a:lnTo>
                  <a:pt x="70" y="193"/>
                </a:lnTo>
                <a:lnTo>
                  <a:pt x="74" y="194"/>
                </a:lnTo>
                <a:lnTo>
                  <a:pt x="78" y="196"/>
                </a:lnTo>
                <a:lnTo>
                  <a:pt x="81" y="198"/>
                </a:lnTo>
                <a:lnTo>
                  <a:pt x="86" y="200"/>
                </a:lnTo>
                <a:lnTo>
                  <a:pt x="90" y="201"/>
                </a:lnTo>
                <a:lnTo>
                  <a:pt x="94" y="203"/>
                </a:lnTo>
                <a:lnTo>
                  <a:pt x="98" y="204"/>
                </a:lnTo>
                <a:lnTo>
                  <a:pt x="102" y="206"/>
                </a:lnTo>
                <a:lnTo>
                  <a:pt x="107" y="207"/>
                </a:lnTo>
                <a:lnTo>
                  <a:pt x="111" y="208"/>
                </a:lnTo>
                <a:lnTo>
                  <a:pt x="116" y="209"/>
                </a:lnTo>
                <a:lnTo>
                  <a:pt x="120" y="210"/>
                </a:lnTo>
                <a:lnTo>
                  <a:pt x="125" y="211"/>
                </a:lnTo>
                <a:lnTo>
                  <a:pt x="130" y="212"/>
                </a:lnTo>
                <a:lnTo>
                  <a:pt x="134" y="212"/>
                </a:lnTo>
                <a:lnTo>
                  <a:pt x="139" y="213"/>
                </a:lnTo>
                <a:lnTo>
                  <a:pt x="144" y="213"/>
                </a:lnTo>
                <a:lnTo>
                  <a:pt x="148" y="214"/>
                </a:lnTo>
                <a:lnTo>
                  <a:pt x="153" y="214"/>
                </a:lnTo>
                <a:lnTo>
                  <a:pt x="158" y="214"/>
                </a:lnTo>
                <a:lnTo>
                  <a:pt x="162" y="214"/>
                </a:lnTo>
                <a:lnTo>
                  <a:pt x="167" y="214"/>
                </a:lnTo>
                <a:lnTo>
                  <a:pt x="172" y="214"/>
                </a:lnTo>
                <a:lnTo>
                  <a:pt x="177" y="214"/>
                </a:lnTo>
                <a:lnTo>
                  <a:pt x="181" y="213"/>
                </a:lnTo>
                <a:lnTo>
                  <a:pt x="186" y="213"/>
                </a:lnTo>
                <a:lnTo>
                  <a:pt x="191" y="212"/>
                </a:lnTo>
                <a:lnTo>
                  <a:pt x="195" y="212"/>
                </a:lnTo>
                <a:lnTo>
                  <a:pt x="200" y="211"/>
                </a:lnTo>
                <a:lnTo>
                  <a:pt x="205" y="210"/>
                </a:lnTo>
                <a:lnTo>
                  <a:pt x="209" y="209"/>
                </a:lnTo>
                <a:lnTo>
                  <a:pt x="214" y="208"/>
                </a:lnTo>
                <a:lnTo>
                  <a:pt x="218" y="207"/>
                </a:lnTo>
                <a:lnTo>
                  <a:pt x="223" y="206"/>
                </a:lnTo>
                <a:lnTo>
                  <a:pt x="227" y="204"/>
                </a:lnTo>
                <a:lnTo>
                  <a:pt x="231" y="203"/>
                </a:lnTo>
                <a:lnTo>
                  <a:pt x="235" y="201"/>
                </a:lnTo>
                <a:lnTo>
                  <a:pt x="239" y="200"/>
                </a:lnTo>
                <a:lnTo>
                  <a:pt x="243" y="198"/>
                </a:lnTo>
                <a:lnTo>
                  <a:pt x="247" y="196"/>
                </a:lnTo>
                <a:lnTo>
                  <a:pt x="251" y="194"/>
                </a:lnTo>
                <a:lnTo>
                  <a:pt x="255" y="193"/>
                </a:lnTo>
                <a:lnTo>
                  <a:pt x="259" y="191"/>
                </a:lnTo>
                <a:lnTo>
                  <a:pt x="262" y="188"/>
                </a:lnTo>
                <a:lnTo>
                  <a:pt x="266" y="186"/>
                </a:lnTo>
                <a:lnTo>
                  <a:pt x="269" y="184"/>
                </a:lnTo>
                <a:lnTo>
                  <a:pt x="273" y="182"/>
                </a:lnTo>
                <a:lnTo>
                  <a:pt x="276" y="179"/>
                </a:lnTo>
                <a:lnTo>
                  <a:pt x="279" y="177"/>
                </a:lnTo>
                <a:lnTo>
                  <a:pt x="282" y="174"/>
                </a:lnTo>
                <a:lnTo>
                  <a:pt x="285" y="172"/>
                </a:lnTo>
                <a:lnTo>
                  <a:pt x="287" y="169"/>
                </a:lnTo>
                <a:lnTo>
                  <a:pt x="290" y="166"/>
                </a:lnTo>
                <a:lnTo>
                  <a:pt x="294" y="164"/>
                </a:lnTo>
                <a:lnTo>
                  <a:pt x="296" y="161"/>
                </a:lnTo>
                <a:lnTo>
                  <a:pt x="298" y="158"/>
                </a:lnTo>
                <a:lnTo>
                  <a:pt x="300" y="155"/>
                </a:lnTo>
                <a:lnTo>
                  <a:pt x="302" y="152"/>
                </a:lnTo>
                <a:lnTo>
                  <a:pt x="304" y="149"/>
                </a:lnTo>
                <a:lnTo>
                  <a:pt x="306" y="146"/>
                </a:lnTo>
                <a:lnTo>
                  <a:pt x="307" y="143"/>
                </a:lnTo>
                <a:lnTo>
                  <a:pt x="309" y="140"/>
                </a:lnTo>
                <a:lnTo>
                  <a:pt x="310" y="137"/>
                </a:lnTo>
                <a:lnTo>
                  <a:pt x="311" y="134"/>
                </a:lnTo>
                <a:lnTo>
                  <a:pt x="312" y="131"/>
                </a:lnTo>
                <a:lnTo>
                  <a:pt x="313" y="127"/>
                </a:lnTo>
                <a:lnTo>
                  <a:pt x="313" y="124"/>
                </a:lnTo>
                <a:lnTo>
                  <a:pt x="314" y="121"/>
                </a:lnTo>
                <a:lnTo>
                  <a:pt x="314" y="118"/>
                </a:lnTo>
                <a:lnTo>
                  <a:pt x="315" y="114"/>
                </a:lnTo>
                <a:lnTo>
                  <a:pt x="315" y="111"/>
                </a:lnTo>
                <a:moveTo>
                  <a:pt x="326" y="111"/>
                </a:moveTo>
                <a:lnTo>
                  <a:pt x="326" y="115"/>
                </a:lnTo>
                <a:lnTo>
                  <a:pt x="326" y="118"/>
                </a:lnTo>
                <a:lnTo>
                  <a:pt x="325" y="122"/>
                </a:lnTo>
                <a:lnTo>
                  <a:pt x="325" y="125"/>
                </a:lnTo>
                <a:lnTo>
                  <a:pt x="324" y="129"/>
                </a:lnTo>
                <a:lnTo>
                  <a:pt x="323" y="132"/>
                </a:lnTo>
                <a:lnTo>
                  <a:pt x="322" y="135"/>
                </a:lnTo>
                <a:lnTo>
                  <a:pt x="321" y="139"/>
                </a:lnTo>
                <a:lnTo>
                  <a:pt x="320" y="142"/>
                </a:lnTo>
                <a:lnTo>
                  <a:pt x="318" y="145"/>
                </a:lnTo>
                <a:lnTo>
                  <a:pt x="316" y="149"/>
                </a:lnTo>
                <a:lnTo>
                  <a:pt x="315" y="152"/>
                </a:lnTo>
                <a:lnTo>
                  <a:pt x="313" y="155"/>
                </a:lnTo>
                <a:lnTo>
                  <a:pt x="310" y="158"/>
                </a:lnTo>
                <a:lnTo>
                  <a:pt x="308" y="161"/>
                </a:lnTo>
                <a:lnTo>
                  <a:pt x="306" y="165"/>
                </a:lnTo>
                <a:lnTo>
                  <a:pt x="303" y="168"/>
                </a:lnTo>
                <a:lnTo>
                  <a:pt x="301" y="170"/>
                </a:lnTo>
                <a:lnTo>
                  <a:pt x="298" y="173"/>
                </a:lnTo>
                <a:lnTo>
                  <a:pt x="295" y="176"/>
                </a:lnTo>
                <a:lnTo>
                  <a:pt x="291" y="179"/>
                </a:lnTo>
                <a:lnTo>
                  <a:pt x="288" y="182"/>
                </a:lnTo>
                <a:lnTo>
                  <a:pt x="284" y="184"/>
                </a:lnTo>
                <a:lnTo>
                  <a:pt x="281" y="187"/>
                </a:lnTo>
                <a:lnTo>
                  <a:pt x="277" y="189"/>
                </a:lnTo>
                <a:lnTo>
                  <a:pt x="274" y="192"/>
                </a:lnTo>
                <a:lnTo>
                  <a:pt x="270" y="194"/>
                </a:lnTo>
                <a:lnTo>
                  <a:pt x="266" y="196"/>
                </a:lnTo>
                <a:lnTo>
                  <a:pt x="262" y="199"/>
                </a:lnTo>
                <a:lnTo>
                  <a:pt x="258" y="201"/>
                </a:lnTo>
                <a:lnTo>
                  <a:pt x="254" y="203"/>
                </a:lnTo>
                <a:lnTo>
                  <a:pt x="250" y="205"/>
                </a:lnTo>
                <a:lnTo>
                  <a:pt x="245" y="206"/>
                </a:lnTo>
                <a:lnTo>
                  <a:pt x="241" y="208"/>
                </a:lnTo>
                <a:lnTo>
                  <a:pt x="236" y="210"/>
                </a:lnTo>
                <a:lnTo>
                  <a:pt x="232" y="211"/>
                </a:lnTo>
                <a:lnTo>
                  <a:pt x="227" y="213"/>
                </a:lnTo>
                <a:lnTo>
                  <a:pt x="222" y="214"/>
                </a:lnTo>
                <a:lnTo>
                  <a:pt x="218" y="215"/>
                </a:lnTo>
                <a:lnTo>
                  <a:pt x="213" y="216"/>
                </a:lnTo>
                <a:lnTo>
                  <a:pt x="208" y="217"/>
                </a:lnTo>
                <a:lnTo>
                  <a:pt x="203" y="218"/>
                </a:lnTo>
                <a:lnTo>
                  <a:pt x="198" y="219"/>
                </a:lnTo>
                <a:lnTo>
                  <a:pt x="193" y="220"/>
                </a:lnTo>
                <a:lnTo>
                  <a:pt x="188" y="220"/>
                </a:lnTo>
                <a:lnTo>
                  <a:pt x="183" y="221"/>
                </a:lnTo>
                <a:lnTo>
                  <a:pt x="178" y="221"/>
                </a:lnTo>
                <a:lnTo>
                  <a:pt x="173" y="222"/>
                </a:lnTo>
                <a:lnTo>
                  <a:pt x="168" y="222"/>
                </a:lnTo>
                <a:lnTo>
                  <a:pt x="162" y="222"/>
                </a:lnTo>
                <a:lnTo>
                  <a:pt x="157" y="222"/>
                </a:lnTo>
                <a:lnTo>
                  <a:pt x="152" y="222"/>
                </a:lnTo>
                <a:lnTo>
                  <a:pt x="147" y="221"/>
                </a:lnTo>
                <a:lnTo>
                  <a:pt x="142" y="221"/>
                </a:lnTo>
                <a:lnTo>
                  <a:pt x="137" y="220"/>
                </a:lnTo>
                <a:lnTo>
                  <a:pt x="132" y="220"/>
                </a:lnTo>
                <a:lnTo>
                  <a:pt x="127" y="219"/>
                </a:lnTo>
                <a:lnTo>
                  <a:pt x="122" y="218"/>
                </a:lnTo>
                <a:lnTo>
                  <a:pt x="117" y="217"/>
                </a:lnTo>
                <a:lnTo>
                  <a:pt x="112" y="216"/>
                </a:lnTo>
                <a:lnTo>
                  <a:pt x="107" y="215"/>
                </a:lnTo>
                <a:lnTo>
                  <a:pt x="103" y="214"/>
                </a:lnTo>
                <a:lnTo>
                  <a:pt x="98" y="213"/>
                </a:lnTo>
                <a:lnTo>
                  <a:pt x="93" y="211"/>
                </a:lnTo>
                <a:lnTo>
                  <a:pt x="89" y="210"/>
                </a:lnTo>
                <a:lnTo>
                  <a:pt x="84" y="208"/>
                </a:lnTo>
                <a:lnTo>
                  <a:pt x="80" y="206"/>
                </a:lnTo>
                <a:lnTo>
                  <a:pt x="75" y="205"/>
                </a:lnTo>
                <a:lnTo>
                  <a:pt x="71" y="203"/>
                </a:lnTo>
                <a:lnTo>
                  <a:pt x="67" y="201"/>
                </a:lnTo>
                <a:lnTo>
                  <a:pt x="63" y="199"/>
                </a:lnTo>
                <a:lnTo>
                  <a:pt x="59" y="196"/>
                </a:lnTo>
                <a:lnTo>
                  <a:pt x="55" y="194"/>
                </a:lnTo>
                <a:lnTo>
                  <a:pt x="51" y="192"/>
                </a:lnTo>
                <a:lnTo>
                  <a:pt x="48" y="189"/>
                </a:lnTo>
                <a:lnTo>
                  <a:pt x="44" y="187"/>
                </a:lnTo>
                <a:lnTo>
                  <a:pt x="41" y="184"/>
                </a:lnTo>
                <a:lnTo>
                  <a:pt x="37" y="182"/>
                </a:lnTo>
                <a:lnTo>
                  <a:pt x="34" y="179"/>
                </a:lnTo>
                <a:lnTo>
                  <a:pt x="31" y="176"/>
                </a:lnTo>
                <a:lnTo>
                  <a:pt x="28" y="173"/>
                </a:lnTo>
                <a:lnTo>
                  <a:pt x="25" y="170"/>
                </a:lnTo>
                <a:lnTo>
                  <a:pt x="23" y="168"/>
                </a:lnTo>
                <a:lnTo>
                  <a:pt x="20" y="165"/>
                </a:lnTo>
                <a:lnTo>
                  <a:pt x="18" y="161"/>
                </a:lnTo>
                <a:lnTo>
                  <a:pt x="15" y="158"/>
                </a:lnTo>
                <a:lnTo>
                  <a:pt x="13" y="155"/>
                </a:lnTo>
                <a:lnTo>
                  <a:pt x="11" y="152"/>
                </a:lnTo>
                <a:lnTo>
                  <a:pt x="10" y="149"/>
                </a:lnTo>
                <a:lnTo>
                  <a:pt x="8" y="145"/>
                </a:lnTo>
                <a:lnTo>
                  <a:pt x="6" y="142"/>
                </a:lnTo>
                <a:lnTo>
                  <a:pt x="5" y="139"/>
                </a:lnTo>
                <a:lnTo>
                  <a:pt x="4" y="135"/>
                </a:lnTo>
                <a:lnTo>
                  <a:pt x="3" y="132"/>
                </a:lnTo>
                <a:lnTo>
                  <a:pt x="2" y="129"/>
                </a:lnTo>
                <a:lnTo>
                  <a:pt x="1" y="125"/>
                </a:lnTo>
                <a:lnTo>
                  <a:pt x="1" y="122"/>
                </a:lnTo>
                <a:lnTo>
                  <a:pt x="0" y="118"/>
                </a:lnTo>
                <a:lnTo>
                  <a:pt x="0" y="115"/>
                </a:lnTo>
                <a:lnTo>
                  <a:pt x="0" y="111"/>
                </a:lnTo>
                <a:lnTo>
                  <a:pt x="0" y="108"/>
                </a:lnTo>
                <a:lnTo>
                  <a:pt x="0" y="104"/>
                </a:lnTo>
                <a:lnTo>
                  <a:pt x="1" y="101"/>
                </a:lnTo>
                <a:lnTo>
                  <a:pt x="1" y="97"/>
                </a:lnTo>
                <a:lnTo>
                  <a:pt x="2" y="94"/>
                </a:lnTo>
                <a:lnTo>
                  <a:pt x="3" y="91"/>
                </a:lnTo>
                <a:lnTo>
                  <a:pt x="4" y="87"/>
                </a:lnTo>
                <a:lnTo>
                  <a:pt x="5" y="84"/>
                </a:lnTo>
                <a:lnTo>
                  <a:pt x="6" y="80"/>
                </a:lnTo>
                <a:lnTo>
                  <a:pt x="8" y="77"/>
                </a:lnTo>
                <a:lnTo>
                  <a:pt x="10" y="74"/>
                </a:lnTo>
                <a:lnTo>
                  <a:pt x="11" y="71"/>
                </a:lnTo>
                <a:lnTo>
                  <a:pt x="13" y="67"/>
                </a:lnTo>
                <a:lnTo>
                  <a:pt x="15" y="64"/>
                </a:lnTo>
                <a:lnTo>
                  <a:pt x="18" y="61"/>
                </a:lnTo>
                <a:lnTo>
                  <a:pt x="20" y="58"/>
                </a:lnTo>
                <a:lnTo>
                  <a:pt x="23" y="55"/>
                </a:lnTo>
                <a:lnTo>
                  <a:pt x="25" y="52"/>
                </a:lnTo>
                <a:lnTo>
                  <a:pt x="28" y="49"/>
                </a:lnTo>
                <a:lnTo>
                  <a:pt x="31" y="46"/>
                </a:lnTo>
                <a:lnTo>
                  <a:pt x="34" y="43"/>
                </a:lnTo>
                <a:lnTo>
                  <a:pt x="37" y="41"/>
                </a:lnTo>
                <a:lnTo>
                  <a:pt x="41" y="38"/>
                </a:lnTo>
                <a:lnTo>
                  <a:pt x="44" y="36"/>
                </a:lnTo>
                <a:lnTo>
                  <a:pt x="48" y="33"/>
                </a:lnTo>
                <a:lnTo>
                  <a:pt x="51" y="31"/>
                </a:lnTo>
                <a:lnTo>
                  <a:pt x="55" y="28"/>
                </a:lnTo>
                <a:lnTo>
                  <a:pt x="59" y="26"/>
                </a:lnTo>
                <a:lnTo>
                  <a:pt x="63" y="24"/>
                </a:lnTo>
                <a:lnTo>
                  <a:pt x="67" y="22"/>
                </a:lnTo>
                <a:lnTo>
                  <a:pt x="71" y="20"/>
                </a:lnTo>
                <a:lnTo>
                  <a:pt x="75" y="17"/>
                </a:lnTo>
                <a:lnTo>
                  <a:pt x="80" y="15"/>
                </a:lnTo>
                <a:lnTo>
                  <a:pt x="84" y="13"/>
                </a:lnTo>
                <a:lnTo>
                  <a:pt x="89" y="12"/>
                </a:lnTo>
                <a:lnTo>
                  <a:pt x="93" y="10"/>
                </a:lnTo>
                <a:lnTo>
                  <a:pt x="98" y="9"/>
                </a:lnTo>
                <a:lnTo>
                  <a:pt x="103" y="7"/>
                </a:lnTo>
                <a:lnTo>
                  <a:pt x="107" y="6"/>
                </a:lnTo>
                <a:lnTo>
                  <a:pt x="112" y="5"/>
                </a:lnTo>
                <a:lnTo>
                  <a:pt x="117" y="4"/>
                </a:lnTo>
                <a:lnTo>
                  <a:pt x="122" y="3"/>
                </a:lnTo>
                <a:lnTo>
                  <a:pt x="127" y="2"/>
                </a:lnTo>
                <a:lnTo>
                  <a:pt x="132" y="2"/>
                </a:lnTo>
                <a:lnTo>
                  <a:pt x="137" y="1"/>
                </a:lnTo>
                <a:lnTo>
                  <a:pt x="142" y="1"/>
                </a:lnTo>
                <a:lnTo>
                  <a:pt x="147" y="0"/>
                </a:lnTo>
                <a:lnTo>
                  <a:pt x="152" y="0"/>
                </a:lnTo>
                <a:lnTo>
                  <a:pt x="157" y="0"/>
                </a:lnTo>
                <a:lnTo>
                  <a:pt x="162" y="0"/>
                </a:lnTo>
                <a:lnTo>
                  <a:pt x="168" y="0"/>
                </a:lnTo>
                <a:lnTo>
                  <a:pt x="173" y="0"/>
                </a:lnTo>
                <a:lnTo>
                  <a:pt x="178" y="0"/>
                </a:lnTo>
                <a:lnTo>
                  <a:pt x="183" y="1"/>
                </a:lnTo>
                <a:lnTo>
                  <a:pt x="188" y="1"/>
                </a:lnTo>
                <a:lnTo>
                  <a:pt x="193" y="2"/>
                </a:lnTo>
                <a:lnTo>
                  <a:pt x="198" y="2"/>
                </a:lnTo>
                <a:lnTo>
                  <a:pt x="203" y="3"/>
                </a:lnTo>
                <a:lnTo>
                  <a:pt x="208" y="4"/>
                </a:lnTo>
                <a:lnTo>
                  <a:pt x="213" y="5"/>
                </a:lnTo>
                <a:lnTo>
                  <a:pt x="218" y="6"/>
                </a:lnTo>
                <a:lnTo>
                  <a:pt x="222" y="7"/>
                </a:lnTo>
                <a:lnTo>
                  <a:pt x="227" y="9"/>
                </a:lnTo>
                <a:lnTo>
                  <a:pt x="232" y="10"/>
                </a:lnTo>
                <a:lnTo>
                  <a:pt x="236" y="12"/>
                </a:lnTo>
                <a:lnTo>
                  <a:pt x="241" y="13"/>
                </a:lnTo>
                <a:lnTo>
                  <a:pt x="245" y="15"/>
                </a:lnTo>
                <a:lnTo>
                  <a:pt x="250" y="17"/>
                </a:lnTo>
                <a:lnTo>
                  <a:pt x="254" y="20"/>
                </a:lnTo>
                <a:lnTo>
                  <a:pt x="258" y="22"/>
                </a:lnTo>
                <a:lnTo>
                  <a:pt x="262" y="24"/>
                </a:lnTo>
                <a:lnTo>
                  <a:pt x="266" y="26"/>
                </a:lnTo>
                <a:lnTo>
                  <a:pt x="270" y="28"/>
                </a:lnTo>
                <a:lnTo>
                  <a:pt x="274" y="31"/>
                </a:lnTo>
                <a:lnTo>
                  <a:pt x="277" y="33"/>
                </a:lnTo>
                <a:lnTo>
                  <a:pt x="281" y="36"/>
                </a:lnTo>
                <a:lnTo>
                  <a:pt x="284" y="38"/>
                </a:lnTo>
                <a:lnTo>
                  <a:pt x="288" y="41"/>
                </a:lnTo>
                <a:lnTo>
                  <a:pt x="291" y="43"/>
                </a:lnTo>
                <a:lnTo>
                  <a:pt x="295" y="46"/>
                </a:lnTo>
                <a:lnTo>
                  <a:pt x="298" y="49"/>
                </a:lnTo>
                <a:lnTo>
                  <a:pt x="301" y="52"/>
                </a:lnTo>
                <a:lnTo>
                  <a:pt x="303" y="55"/>
                </a:lnTo>
                <a:lnTo>
                  <a:pt x="306" y="58"/>
                </a:lnTo>
                <a:lnTo>
                  <a:pt x="308" y="61"/>
                </a:lnTo>
                <a:lnTo>
                  <a:pt x="310" y="64"/>
                </a:lnTo>
                <a:lnTo>
                  <a:pt x="313" y="67"/>
                </a:lnTo>
                <a:lnTo>
                  <a:pt x="315" y="71"/>
                </a:lnTo>
                <a:lnTo>
                  <a:pt x="316" y="74"/>
                </a:lnTo>
                <a:lnTo>
                  <a:pt x="318" y="77"/>
                </a:lnTo>
                <a:lnTo>
                  <a:pt x="320" y="80"/>
                </a:lnTo>
                <a:lnTo>
                  <a:pt x="321" y="84"/>
                </a:lnTo>
                <a:lnTo>
                  <a:pt x="322" y="87"/>
                </a:lnTo>
                <a:lnTo>
                  <a:pt x="323" y="91"/>
                </a:lnTo>
                <a:lnTo>
                  <a:pt x="324" y="94"/>
                </a:lnTo>
                <a:lnTo>
                  <a:pt x="325" y="97"/>
                </a:lnTo>
                <a:lnTo>
                  <a:pt x="325" y="101"/>
                </a:lnTo>
                <a:lnTo>
                  <a:pt x="326" y="104"/>
                </a:lnTo>
                <a:lnTo>
                  <a:pt x="326" y="108"/>
                </a:lnTo>
                <a:lnTo>
                  <a:pt x="326" y="111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5" name=""/>
          <p:cNvSpPr/>
          <p:nvPr/>
        </p:nvSpPr>
        <p:spPr>
          <a:xfrm>
            <a:off x="7999560" y="2896560"/>
            <a:ext cx="120240" cy="81720"/>
          </a:xfrm>
          <a:custGeom>
            <a:avLst/>
            <a:gdLst/>
            <a:ahLst/>
            <a:rect l="0" t="0" r="r" b="b"/>
            <a:pathLst>
              <a:path w="334" h="227">
                <a:moveTo>
                  <a:pt x="330" y="113"/>
                </a:moveTo>
                <a:lnTo>
                  <a:pt x="330" y="110"/>
                </a:lnTo>
                <a:lnTo>
                  <a:pt x="330" y="106"/>
                </a:lnTo>
                <a:lnTo>
                  <a:pt x="329" y="103"/>
                </a:lnTo>
                <a:lnTo>
                  <a:pt x="329" y="99"/>
                </a:lnTo>
                <a:lnTo>
                  <a:pt x="328" y="96"/>
                </a:lnTo>
                <a:lnTo>
                  <a:pt x="327" y="93"/>
                </a:lnTo>
                <a:lnTo>
                  <a:pt x="326" y="89"/>
                </a:lnTo>
                <a:lnTo>
                  <a:pt x="325" y="86"/>
                </a:lnTo>
                <a:lnTo>
                  <a:pt x="324" y="82"/>
                </a:lnTo>
                <a:lnTo>
                  <a:pt x="322" y="79"/>
                </a:lnTo>
                <a:lnTo>
                  <a:pt x="320" y="76"/>
                </a:lnTo>
                <a:lnTo>
                  <a:pt x="319" y="73"/>
                </a:lnTo>
                <a:lnTo>
                  <a:pt x="317" y="69"/>
                </a:lnTo>
                <a:lnTo>
                  <a:pt x="314" y="66"/>
                </a:lnTo>
                <a:lnTo>
                  <a:pt x="312" y="63"/>
                </a:lnTo>
                <a:lnTo>
                  <a:pt x="310" y="60"/>
                </a:lnTo>
                <a:lnTo>
                  <a:pt x="307" y="57"/>
                </a:lnTo>
                <a:lnTo>
                  <a:pt x="305" y="54"/>
                </a:lnTo>
                <a:lnTo>
                  <a:pt x="302" y="51"/>
                </a:lnTo>
                <a:lnTo>
                  <a:pt x="299" y="48"/>
                </a:lnTo>
                <a:lnTo>
                  <a:pt x="296" y="45"/>
                </a:lnTo>
                <a:lnTo>
                  <a:pt x="293" y="43"/>
                </a:lnTo>
                <a:lnTo>
                  <a:pt x="289" y="40"/>
                </a:lnTo>
                <a:lnTo>
                  <a:pt x="286" y="38"/>
                </a:lnTo>
                <a:lnTo>
                  <a:pt x="282" y="35"/>
                </a:lnTo>
                <a:lnTo>
                  <a:pt x="279" y="33"/>
                </a:lnTo>
                <a:lnTo>
                  <a:pt x="275" y="30"/>
                </a:lnTo>
                <a:lnTo>
                  <a:pt x="271" y="28"/>
                </a:lnTo>
                <a:lnTo>
                  <a:pt x="267" y="26"/>
                </a:lnTo>
                <a:lnTo>
                  <a:pt x="263" y="24"/>
                </a:lnTo>
                <a:lnTo>
                  <a:pt x="259" y="22"/>
                </a:lnTo>
                <a:lnTo>
                  <a:pt x="255" y="20"/>
                </a:lnTo>
                <a:lnTo>
                  <a:pt x="250" y="18"/>
                </a:lnTo>
                <a:lnTo>
                  <a:pt x="246" y="16"/>
                </a:lnTo>
                <a:lnTo>
                  <a:pt x="241" y="15"/>
                </a:lnTo>
                <a:lnTo>
                  <a:pt x="237" y="13"/>
                </a:lnTo>
                <a:lnTo>
                  <a:pt x="232" y="12"/>
                </a:lnTo>
                <a:lnTo>
                  <a:pt x="227" y="10"/>
                </a:lnTo>
                <a:lnTo>
                  <a:pt x="223" y="9"/>
                </a:lnTo>
                <a:lnTo>
                  <a:pt x="218" y="8"/>
                </a:lnTo>
                <a:lnTo>
                  <a:pt x="213" y="7"/>
                </a:lnTo>
                <a:lnTo>
                  <a:pt x="208" y="6"/>
                </a:lnTo>
                <a:lnTo>
                  <a:pt x="203" y="5"/>
                </a:lnTo>
                <a:lnTo>
                  <a:pt x="198" y="5"/>
                </a:lnTo>
                <a:lnTo>
                  <a:pt x="193" y="4"/>
                </a:lnTo>
                <a:lnTo>
                  <a:pt x="187" y="4"/>
                </a:lnTo>
                <a:lnTo>
                  <a:pt x="182" y="3"/>
                </a:lnTo>
                <a:lnTo>
                  <a:pt x="177" y="3"/>
                </a:lnTo>
                <a:lnTo>
                  <a:pt x="172" y="3"/>
                </a:lnTo>
                <a:lnTo>
                  <a:pt x="166" y="3"/>
                </a:lnTo>
                <a:lnTo>
                  <a:pt x="161" y="3"/>
                </a:lnTo>
                <a:lnTo>
                  <a:pt x="156" y="3"/>
                </a:lnTo>
                <a:lnTo>
                  <a:pt x="151" y="3"/>
                </a:lnTo>
                <a:lnTo>
                  <a:pt x="146" y="4"/>
                </a:lnTo>
                <a:lnTo>
                  <a:pt x="141" y="4"/>
                </a:lnTo>
                <a:lnTo>
                  <a:pt x="136" y="5"/>
                </a:lnTo>
                <a:lnTo>
                  <a:pt x="131" y="5"/>
                </a:lnTo>
                <a:lnTo>
                  <a:pt x="126" y="6"/>
                </a:lnTo>
                <a:lnTo>
                  <a:pt x="121" y="7"/>
                </a:lnTo>
                <a:lnTo>
                  <a:pt x="116" y="8"/>
                </a:lnTo>
                <a:lnTo>
                  <a:pt x="111" y="9"/>
                </a:lnTo>
                <a:lnTo>
                  <a:pt x="107" y="10"/>
                </a:lnTo>
                <a:lnTo>
                  <a:pt x="102" y="12"/>
                </a:lnTo>
                <a:lnTo>
                  <a:pt x="97" y="13"/>
                </a:lnTo>
                <a:lnTo>
                  <a:pt x="93" y="15"/>
                </a:lnTo>
                <a:lnTo>
                  <a:pt x="88" y="16"/>
                </a:lnTo>
                <a:lnTo>
                  <a:pt x="84" y="18"/>
                </a:lnTo>
                <a:lnTo>
                  <a:pt x="79" y="20"/>
                </a:lnTo>
                <a:lnTo>
                  <a:pt x="75" y="22"/>
                </a:lnTo>
                <a:lnTo>
                  <a:pt x="71" y="24"/>
                </a:lnTo>
                <a:lnTo>
                  <a:pt x="67" y="26"/>
                </a:lnTo>
                <a:lnTo>
                  <a:pt x="63" y="28"/>
                </a:lnTo>
                <a:lnTo>
                  <a:pt x="59" y="30"/>
                </a:lnTo>
                <a:lnTo>
                  <a:pt x="55" y="33"/>
                </a:lnTo>
                <a:lnTo>
                  <a:pt x="52" y="35"/>
                </a:lnTo>
                <a:lnTo>
                  <a:pt x="48" y="38"/>
                </a:lnTo>
                <a:lnTo>
                  <a:pt x="45" y="40"/>
                </a:lnTo>
                <a:lnTo>
                  <a:pt x="41" y="43"/>
                </a:lnTo>
                <a:lnTo>
                  <a:pt x="38" y="45"/>
                </a:lnTo>
                <a:lnTo>
                  <a:pt x="35" y="48"/>
                </a:lnTo>
                <a:lnTo>
                  <a:pt x="32" y="51"/>
                </a:lnTo>
                <a:lnTo>
                  <a:pt x="29" y="54"/>
                </a:lnTo>
                <a:lnTo>
                  <a:pt x="27" y="57"/>
                </a:lnTo>
                <a:lnTo>
                  <a:pt x="24" y="60"/>
                </a:lnTo>
                <a:lnTo>
                  <a:pt x="22" y="63"/>
                </a:lnTo>
                <a:lnTo>
                  <a:pt x="19" y="66"/>
                </a:lnTo>
                <a:lnTo>
                  <a:pt x="17" y="69"/>
                </a:lnTo>
                <a:lnTo>
                  <a:pt x="15" y="73"/>
                </a:lnTo>
                <a:lnTo>
                  <a:pt x="14" y="76"/>
                </a:lnTo>
                <a:lnTo>
                  <a:pt x="12" y="79"/>
                </a:lnTo>
                <a:lnTo>
                  <a:pt x="10" y="82"/>
                </a:lnTo>
                <a:lnTo>
                  <a:pt x="9" y="86"/>
                </a:lnTo>
                <a:lnTo>
                  <a:pt x="8" y="89"/>
                </a:lnTo>
                <a:lnTo>
                  <a:pt x="7" y="93"/>
                </a:lnTo>
                <a:lnTo>
                  <a:pt x="6" y="96"/>
                </a:lnTo>
                <a:lnTo>
                  <a:pt x="5" y="99"/>
                </a:lnTo>
                <a:lnTo>
                  <a:pt x="5" y="103"/>
                </a:lnTo>
                <a:lnTo>
                  <a:pt x="4" y="106"/>
                </a:lnTo>
                <a:lnTo>
                  <a:pt x="4" y="110"/>
                </a:lnTo>
                <a:lnTo>
                  <a:pt x="4" y="113"/>
                </a:lnTo>
                <a:lnTo>
                  <a:pt x="4" y="117"/>
                </a:lnTo>
                <a:lnTo>
                  <a:pt x="4" y="120"/>
                </a:lnTo>
                <a:lnTo>
                  <a:pt x="5" y="124"/>
                </a:lnTo>
                <a:lnTo>
                  <a:pt x="5" y="127"/>
                </a:lnTo>
                <a:lnTo>
                  <a:pt x="6" y="131"/>
                </a:lnTo>
                <a:lnTo>
                  <a:pt x="7" y="134"/>
                </a:lnTo>
                <a:lnTo>
                  <a:pt x="8" y="137"/>
                </a:lnTo>
                <a:lnTo>
                  <a:pt x="9" y="141"/>
                </a:lnTo>
                <a:lnTo>
                  <a:pt x="10" y="144"/>
                </a:lnTo>
                <a:lnTo>
                  <a:pt x="12" y="147"/>
                </a:lnTo>
                <a:lnTo>
                  <a:pt x="14" y="151"/>
                </a:lnTo>
                <a:lnTo>
                  <a:pt x="15" y="154"/>
                </a:lnTo>
                <a:lnTo>
                  <a:pt x="17" y="157"/>
                </a:lnTo>
                <a:lnTo>
                  <a:pt x="19" y="160"/>
                </a:lnTo>
                <a:lnTo>
                  <a:pt x="22" y="163"/>
                </a:lnTo>
                <a:lnTo>
                  <a:pt x="24" y="167"/>
                </a:lnTo>
                <a:lnTo>
                  <a:pt x="27" y="170"/>
                </a:lnTo>
                <a:lnTo>
                  <a:pt x="29" y="172"/>
                </a:lnTo>
                <a:lnTo>
                  <a:pt x="32" y="175"/>
                </a:lnTo>
                <a:lnTo>
                  <a:pt x="35" y="178"/>
                </a:lnTo>
                <a:lnTo>
                  <a:pt x="38" y="181"/>
                </a:lnTo>
                <a:lnTo>
                  <a:pt x="41" y="184"/>
                </a:lnTo>
                <a:lnTo>
                  <a:pt x="45" y="186"/>
                </a:lnTo>
                <a:lnTo>
                  <a:pt x="48" y="189"/>
                </a:lnTo>
                <a:lnTo>
                  <a:pt x="52" y="191"/>
                </a:lnTo>
                <a:lnTo>
                  <a:pt x="55" y="194"/>
                </a:lnTo>
                <a:lnTo>
                  <a:pt x="59" y="196"/>
                </a:lnTo>
                <a:lnTo>
                  <a:pt x="63" y="198"/>
                </a:lnTo>
                <a:lnTo>
                  <a:pt x="67" y="201"/>
                </a:lnTo>
                <a:lnTo>
                  <a:pt x="71" y="204"/>
                </a:lnTo>
                <a:lnTo>
                  <a:pt x="75" y="206"/>
                </a:lnTo>
                <a:lnTo>
                  <a:pt x="79" y="208"/>
                </a:lnTo>
                <a:lnTo>
                  <a:pt x="84" y="209"/>
                </a:lnTo>
                <a:lnTo>
                  <a:pt x="88" y="211"/>
                </a:lnTo>
                <a:lnTo>
                  <a:pt x="93" y="213"/>
                </a:lnTo>
                <a:lnTo>
                  <a:pt x="97" y="214"/>
                </a:lnTo>
                <a:lnTo>
                  <a:pt x="102" y="216"/>
                </a:lnTo>
                <a:lnTo>
                  <a:pt x="107" y="217"/>
                </a:lnTo>
                <a:lnTo>
                  <a:pt x="111" y="218"/>
                </a:lnTo>
                <a:lnTo>
                  <a:pt x="116" y="219"/>
                </a:lnTo>
                <a:lnTo>
                  <a:pt x="121" y="220"/>
                </a:lnTo>
                <a:lnTo>
                  <a:pt x="126" y="221"/>
                </a:lnTo>
                <a:lnTo>
                  <a:pt x="131" y="222"/>
                </a:lnTo>
                <a:lnTo>
                  <a:pt x="136" y="223"/>
                </a:lnTo>
                <a:lnTo>
                  <a:pt x="141" y="223"/>
                </a:lnTo>
                <a:lnTo>
                  <a:pt x="146" y="224"/>
                </a:lnTo>
                <a:lnTo>
                  <a:pt x="151" y="224"/>
                </a:lnTo>
                <a:lnTo>
                  <a:pt x="156" y="225"/>
                </a:lnTo>
                <a:lnTo>
                  <a:pt x="161" y="225"/>
                </a:lnTo>
                <a:lnTo>
                  <a:pt x="166" y="225"/>
                </a:lnTo>
                <a:lnTo>
                  <a:pt x="172" y="225"/>
                </a:lnTo>
                <a:lnTo>
                  <a:pt x="177" y="225"/>
                </a:lnTo>
                <a:lnTo>
                  <a:pt x="182" y="224"/>
                </a:lnTo>
                <a:lnTo>
                  <a:pt x="187" y="224"/>
                </a:lnTo>
                <a:lnTo>
                  <a:pt x="193" y="223"/>
                </a:lnTo>
                <a:lnTo>
                  <a:pt x="198" y="223"/>
                </a:lnTo>
                <a:lnTo>
                  <a:pt x="203" y="222"/>
                </a:lnTo>
                <a:lnTo>
                  <a:pt x="208" y="221"/>
                </a:lnTo>
                <a:lnTo>
                  <a:pt x="213" y="220"/>
                </a:lnTo>
                <a:lnTo>
                  <a:pt x="218" y="219"/>
                </a:lnTo>
                <a:lnTo>
                  <a:pt x="223" y="218"/>
                </a:lnTo>
                <a:lnTo>
                  <a:pt x="227" y="217"/>
                </a:lnTo>
                <a:lnTo>
                  <a:pt x="232" y="216"/>
                </a:lnTo>
                <a:lnTo>
                  <a:pt x="237" y="214"/>
                </a:lnTo>
                <a:lnTo>
                  <a:pt x="241" y="213"/>
                </a:lnTo>
                <a:lnTo>
                  <a:pt x="246" y="211"/>
                </a:lnTo>
                <a:lnTo>
                  <a:pt x="250" y="209"/>
                </a:lnTo>
                <a:lnTo>
                  <a:pt x="255" y="208"/>
                </a:lnTo>
                <a:lnTo>
                  <a:pt x="259" y="206"/>
                </a:lnTo>
                <a:lnTo>
                  <a:pt x="263" y="204"/>
                </a:lnTo>
                <a:lnTo>
                  <a:pt x="267" y="201"/>
                </a:lnTo>
                <a:lnTo>
                  <a:pt x="271" y="198"/>
                </a:lnTo>
                <a:lnTo>
                  <a:pt x="275" y="196"/>
                </a:lnTo>
                <a:lnTo>
                  <a:pt x="279" y="194"/>
                </a:lnTo>
                <a:lnTo>
                  <a:pt x="282" y="191"/>
                </a:lnTo>
                <a:lnTo>
                  <a:pt x="286" y="189"/>
                </a:lnTo>
                <a:lnTo>
                  <a:pt x="289" y="186"/>
                </a:lnTo>
                <a:lnTo>
                  <a:pt x="293" y="184"/>
                </a:lnTo>
                <a:lnTo>
                  <a:pt x="296" y="181"/>
                </a:lnTo>
                <a:lnTo>
                  <a:pt x="299" y="178"/>
                </a:lnTo>
                <a:lnTo>
                  <a:pt x="302" y="175"/>
                </a:lnTo>
                <a:lnTo>
                  <a:pt x="305" y="172"/>
                </a:lnTo>
                <a:lnTo>
                  <a:pt x="307" y="170"/>
                </a:lnTo>
                <a:lnTo>
                  <a:pt x="310" y="167"/>
                </a:lnTo>
                <a:lnTo>
                  <a:pt x="312" y="163"/>
                </a:lnTo>
                <a:lnTo>
                  <a:pt x="314" y="160"/>
                </a:lnTo>
                <a:lnTo>
                  <a:pt x="317" y="157"/>
                </a:lnTo>
                <a:lnTo>
                  <a:pt x="319" y="154"/>
                </a:lnTo>
                <a:lnTo>
                  <a:pt x="320" y="151"/>
                </a:lnTo>
                <a:lnTo>
                  <a:pt x="322" y="147"/>
                </a:lnTo>
                <a:lnTo>
                  <a:pt x="324" y="144"/>
                </a:lnTo>
                <a:lnTo>
                  <a:pt x="325" y="141"/>
                </a:lnTo>
                <a:lnTo>
                  <a:pt x="326" y="137"/>
                </a:lnTo>
                <a:lnTo>
                  <a:pt x="327" y="134"/>
                </a:lnTo>
                <a:lnTo>
                  <a:pt x="328" y="131"/>
                </a:lnTo>
                <a:lnTo>
                  <a:pt x="329" y="127"/>
                </a:lnTo>
                <a:lnTo>
                  <a:pt x="329" y="124"/>
                </a:lnTo>
                <a:lnTo>
                  <a:pt x="330" y="120"/>
                </a:lnTo>
                <a:lnTo>
                  <a:pt x="330" y="117"/>
                </a:lnTo>
                <a:lnTo>
                  <a:pt x="330" y="113"/>
                </a:lnTo>
                <a:moveTo>
                  <a:pt x="334" y="113"/>
                </a:moveTo>
                <a:lnTo>
                  <a:pt x="334" y="117"/>
                </a:lnTo>
                <a:lnTo>
                  <a:pt x="333" y="120"/>
                </a:lnTo>
                <a:lnTo>
                  <a:pt x="333" y="124"/>
                </a:lnTo>
                <a:lnTo>
                  <a:pt x="332" y="127"/>
                </a:lnTo>
                <a:lnTo>
                  <a:pt x="332" y="131"/>
                </a:lnTo>
                <a:lnTo>
                  <a:pt x="331" y="134"/>
                </a:lnTo>
                <a:lnTo>
                  <a:pt x="330" y="138"/>
                </a:lnTo>
                <a:lnTo>
                  <a:pt x="329" y="141"/>
                </a:lnTo>
                <a:lnTo>
                  <a:pt x="327" y="145"/>
                </a:lnTo>
                <a:lnTo>
                  <a:pt x="326" y="148"/>
                </a:lnTo>
                <a:lnTo>
                  <a:pt x="324" y="152"/>
                </a:lnTo>
                <a:lnTo>
                  <a:pt x="322" y="155"/>
                </a:lnTo>
                <a:lnTo>
                  <a:pt x="320" y="158"/>
                </a:lnTo>
                <a:lnTo>
                  <a:pt x="318" y="161"/>
                </a:lnTo>
                <a:lnTo>
                  <a:pt x="316" y="165"/>
                </a:lnTo>
                <a:lnTo>
                  <a:pt x="313" y="168"/>
                </a:lnTo>
                <a:lnTo>
                  <a:pt x="311" y="171"/>
                </a:lnTo>
                <a:lnTo>
                  <a:pt x="308" y="174"/>
                </a:lnTo>
                <a:lnTo>
                  <a:pt x="305" y="177"/>
                </a:lnTo>
                <a:lnTo>
                  <a:pt x="302" y="180"/>
                </a:lnTo>
                <a:lnTo>
                  <a:pt x="299" y="183"/>
                </a:lnTo>
                <a:lnTo>
                  <a:pt x="296" y="185"/>
                </a:lnTo>
                <a:lnTo>
                  <a:pt x="292" y="188"/>
                </a:lnTo>
                <a:lnTo>
                  <a:pt x="289" y="191"/>
                </a:lnTo>
                <a:lnTo>
                  <a:pt x="285" y="193"/>
                </a:lnTo>
                <a:lnTo>
                  <a:pt x="281" y="196"/>
                </a:lnTo>
                <a:lnTo>
                  <a:pt x="277" y="198"/>
                </a:lnTo>
                <a:lnTo>
                  <a:pt x="273" y="200"/>
                </a:lnTo>
                <a:lnTo>
                  <a:pt x="269" y="204"/>
                </a:lnTo>
                <a:lnTo>
                  <a:pt x="265" y="206"/>
                </a:lnTo>
                <a:lnTo>
                  <a:pt x="261" y="208"/>
                </a:lnTo>
                <a:lnTo>
                  <a:pt x="257" y="210"/>
                </a:lnTo>
                <a:lnTo>
                  <a:pt x="252" y="212"/>
                </a:lnTo>
                <a:lnTo>
                  <a:pt x="248" y="213"/>
                </a:lnTo>
                <a:lnTo>
                  <a:pt x="243" y="215"/>
                </a:lnTo>
                <a:lnTo>
                  <a:pt x="238" y="217"/>
                </a:lnTo>
                <a:lnTo>
                  <a:pt x="234" y="218"/>
                </a:lnTo>
                <a:lnTo>
                  <a:pt x="229" y="219"/>
                </a:lnTo>
                <a:lnTo>
                  <a:pt x="224" y="221"/>
                </a:lnTo>
                <a:lnTo>
                  <a:pt x="219" y="222"/>
                </a:lnTo>
                <a:lnTo>
                  <a:pt x="214" y="223"/>
                </a:lnTo>
                <a:lnTo>
                  <a:pt x="209" y="224"/>
                </a:lnTo>
                <a:lnTo>
                  <a:pt x="204" y="225"/>
                </a:lnTo>
                <a:lnTo>
                  <a:pt x="199" y="225"/>
                </a:lnTo>
                <a:lnTo>
                  <a:pt x="193" y="226"/>
                </a:lnTo>
                <a:lnTo>
                  <a:pt x="187" y="227"/>
                </a:lnTo>
                <a:lnTo>
                  <a:pt x="182" y="227"/>
                </a:lnTo>
                <a:lnTo>
                  <a:pt x="177" y="227"/>
                </a:lnTo>
                <a:lnTo>
                  <a:pt x="172" y="227"/>
                </a:lnTo>
                <a:lnTo>
                  <a:pt x="166" y="227"/>
                </a:lnTo>
                <a:lnTo>
                  <a:pt x="161" y="227"/>
                </a:lnTo>
                <a:lnTo>
                  <a:pt x="156" y="227"/>
                </a:lnTo>
                <a:lnTo>
                  <a:pt x="151" y="227"/>
                </a:lnTo>
                <a:lnTo>
                  <a:pt x="146" y="227"/>
                </a:lnTo>
                <a:lnTo>
                  <a:pt x="140" y="226"/>
                </a:lnTo>
                <a:lnTo>
                  <a:pt x="135" y="225"/>
                </a:lnTo>
                <a:lnTo>
                  <a:pt x="130" y="225"/>
                </a:lnTo>
                <a:lnTo>
                  <a:pt x="125" y="224"/>
                </a:lnTo>
                <a:lnTo>
                  <a:pt x="120" y="223"/>
                </a:lnTo>
                <a:lnTo>
                  <a:pt x="115" y="222"/>
                </a:lnTo>
                <a:lnTo>
                  <a:pt x="110" y="221"/>
                </a:lnTo>
                <a:lnTo>
                  <a:pt x="105" y="219"/>
                </a:lnTo>
                <a:lnTo>
                  <a:pt x="100" y="218"/>
                </a:lnTo>
                <a:lnTo>
                  <a:pt x="96" y="217"/>
                </a:lnTo>
                <a:lnTo>
                  <a:pt x="91" y="215"/>
                </a:lnTo>
                <a:lnTo>
                  <a:pt x="86" y="213"/>
                </a:lnTo>
                <a:lnTo>
                  <a:pt x="82" y="212"/>
                </a:lnTo>
                <a:lnTo>
                  <a:pt x="77" y="210"/>
                </a:lnTo>
                <a:lnTo>
                  <a:pt x="73" y="208"/>
                </a:lnTo>
                <a:lnTo>
                  <a:pt x="69" y="206"/>
                </a:lnTo>
                <a:lnTo>
                  <a:pt x="65" y="204"/>
                </a:lnTo>
                <a:lnTo>
                  <a:pt x="61" y="200"/>
                </a:lnTo>
                <a:lnTo>
                  <a:pt x="57" y="198"/>
                </a:lnTo>
                <a:lnTo>
                  <a:pt x="53" y="196"/>
                </a:lnTo>
                <a:lnTo>
                  <a:pt x="49" y="193"/>
                </a:lnTo>
                <a:lnTo>
                  <a:pt x="45" y="191"/>
                </a:lnTo>
                <a:lnTo>
                  <a:pt x="42" y="188"/>
                </a:lnTo>
                <a:lnTo>
                  <a:pt x="38" y="185"/>
                </a:lnTo>
                <a:lnTo>
                  <a:pt x="35" y="183"/>
                </a:lnTo>
                <a:lnTo>
                  <a:pt x="32" y="180"/>
                </a:lnTo>
                <a:lnTo>
                  <a:pt x="29" y="177"/>
                </a:lnTo>
                <a:lnTo>
                  <a:pt x="26" y="174"/>
                </a:lnTo>
                <a:lnTo>
                  <a:pt x="23" y="171"/>
                </a:lnTo>
                <a:lnTo>
                  <a:pt x="21" y="168"/>
                </a:lnTo>
                <a:lnTo>
                  <a:pt x="18" y="165"/>
                </a:lnTo>
                <a:lnTo>
                  <a:pt x="16" y="161"/>
                </a:lnTo>
                <a:lnTo>
                  <a:pt x="14" y="158"/>
                </a:lnTo>
                <a:lnTo>
                  <a:pt x="12" y="155"/>
                </a:lnTo>
                <a:lnTo>
                  <a:pt x="10" y="152"/>
                </a:lnTo>
                <a:lnTo>
                  <a:pt x="8" y="148"/>
                </a:lnTo>
                <a:lnTo>
                  <a:pt x="7" y="145"/>
                </a:lnTo>
                <a:lnTo>
                  <a:pt x="5" y="141"/>
                </a:lnTo>
                <a:lnTo>
                  <a:pt x="4" y="138"/>
                </a:lnTo>
                <a:lnTo>
                  <a:pt x="3" y="134"/>
                </a:lnTo>
                <a:lnTo>
                  <a:pt x="2" y="131"/>
                </a:lnTo>
                <a:lnTo>
                  <a:pt x="2" y="127"/>
                </a:lnTo>
                <a:lnTo>
                  <a:pt x="1" y="124"/>
                </a:lnTo>
                <a:lnTo>
                  <a:pt x="1" y="120"/>
                </a:lnTo>
                <a:lnTo>
                  <a:pt x="0" y="117"/>
                </a:lnTo>
                <a:lnTo>
                  <a:pt x="0" y="113"/>
                </a:lnTo>
                <a:lnTo>
                  <a:pt x="0" y="110"/>
                </a:lnTo>
                <a:lnTo>
                  <a:pt x="1" y="106"/>
                </a:lnTo>
                <a:lnTo>
                  <a:pt x="1" y="103"/>
                </a:lnTo>
                <a:lnTo>
                  <a:pt x="2" y="99"/>
                </a:lnTo>
                <a:lnTo>
                  <a:pt x="2" y="96"/>
                </a:lnTo>
                <a:lnTo>
                  <a:pt x="3" y="92"/>
                </a:lnTo>
                <a:lnTo>
                  <a:pt x="4" y="89"/>
                </a:lnTo>
                <a:lnTo>
                  <a:pt x="5" y="85"/>
                </a:lnTo>
                <a:lnTo>
                  <a:pt x="7" y="82"/>
                </a:lnTo>
                <a:lnTo>
                  <a:pt x="8" y="78"/>
                </a:lnTo>
                <a:lnTo>
                  <a:pt x="10" y="75"/>
                </a:lnTo>
                <a:lnTo>
                  <a:pt x="12" y="72"/>
                </a:lnTo>
                <a:lnTo>
                  <a:pt x="14" y="68"/>
                </a:lnTo>
                <a:lnTo>
                  <a:pt x="16" y="65"/>
                </a:lnTo>
                <a:lnTo>
                  <a:pt x="18" y="62"/>
                </a:lnTo>
                <a:lnTo>
                  <a:pt x="21" y="59"/>
                </a:lnTo>
                <a:lnTo>
                  <a:pt x="23" y="56"/>
                </a:lnTo>
                <a:lnTo>
                  <a:pt x="26" y="53"/>
                </a:lnTo>
                <a:lnTo>
                  <a:pt x="29" y="50"/>
                </a:lnTo>
                <a:lnTo>
                  <a:pt x="32" y="47"/>
                </a:lnTo>
                <a:lnTo>
                  <a:pt x="35" y="44"/>
                </a:lnTo>
                <a:lnTo>
                  <a:pt x="38" y="41"/>
                </a:lnTo>
                <a:lnTo>
                  <a:pt x="42" y="38"/>
                </a:lnTo>
                <a:lnTo>
                  <a:pt x="45" y="36"/>
                </a:lnTo>
                <a:lnTo>
                  <a:pt x="49" y="33"/>
                </a:lnTo>
                <a:lnTo>
                  <a:pt x="53" y="31"/>
                </a:lnTo>
                <a:lnTo>
                  <a:pt x="57" y="28"/>
                </a:lnTo>
                <a:lnTo>
                  <a:pt x="61" y="26"/>
                </a:lnTo>
                <a:lnTo>
                  <a:pt x="65" y="24"/>
                </a:lnTo>
                <a:lnTo>
                  <a:pt x="69" y="22"/>
                </a:lnTo>
                <a:lnTo>
                  <a:pt x="73" y="20"/>
                </a:lnTo>
                <a:lnTo>
                  <a:pt x="77" y="18"/>
                </a:lnTo>
                <a:lnTo>
                  <a:pt x="82" y="16"/>
                </a:lnTo>
                <a:lnTo>
                  <a:pt x="86" y="14"/>
                </a:lnTo>
                <a:lnTo>
                  <a:pt x="91" y="12"/>
                </a:lnTo>
                <a:lnTo>
                  <a:pt x="96" y="11"/>
                </a:lnTo>
                <a:lnTo>
                  <a:pt x="100" y="9"/>
                </a:lnTo>
                <a:lnTo>
                  <a:pt x="105" y="8"/>
                </a:lnTo>
                <a:lnTo>
                  <a:pt x="110" y="7"/>
                </a:lnTo>
                <a:lnTo>
                  <a:pt x="115" y="6"/>
                </a:lnTo>
                <a:lnTo>
                  <a:pt x="120" y="5"/>
                </a:lnTo>
                <a:lnTo>
                  <a:pt x="125" y="4"/>
                </a:lnTo>
                <a:lnTo>
                  <a:pt x="130" y="3"/>
                </a:lnTo>
                <a:lnTo>
                  <a:pt x="135" y="2"/>
                </a:lnTo>
                <a:lnTo>
                  <a:pt x="140" y="2"/>
                </a:lnTo>
                <a:lnTo>
                  <a:pt x="146" y="1"/>
                </a:lnTo>
                <a:lnTo>
                  <a:pt x="151" y="1"/>
                </a:lnTo>
                <a:lnTo>
                  <a:pt x="156" y="0"/>
                </a:lnTo>
                <a:lnTo>
                  <a:pt x="161" y="0"/>
                </a:lnTo>
                <a:lnTo>
                  <a:pt x="166" y="0"/>
                </a:lnTo>
                <a:lnTo>
                  <a:pt x="172" y="0"/>
                </a:lnTo>
                <a:lnTo>
                  <a:pt x="177" y="0"/>
                </a:lnTo>
                <a:lnTo>
                  <a:pt x="182" y="1"/>
                </a:lnTo>
                <a:lnTo>
                  <a:pt x="187" y="1"/>
                </a:lnTo>
                <a:lnTo>
                  <a:pt x="193" y="2"/>
                </a:lnTo>
                <a:lnTo>
                  <a:pt x="199" y="2"/>
                </a:lnTo>
                <a:lnTo>
                  <a:pt x="204" y="3"/>
                </a:lnTo>
                <a:lnTo>
                  <a:pt x="209" y="4"/>
                </a:lnTo>
                <a:lnTo>
                  <a:pt x="214" y="5"/>
                </a:lnTo>
                <a:lnTo>
                  <a:pt x="219" y="6"/>
                </a:lnTo>
                <a:lnTo>
                  <a:pt x="224" y="7"/>
                </a:lnTo>
                <a:lnTo>
                  <a:pt x="229" y="8"/>
                </a:lnTo>
                <a:lnTo>
                  <a:pt x="234" y="9"/>
                </a:lnTo>
                <a:lnTo>
                  <a:pt x="238" y="11"/>
                </a:lnTo>
                <a:lnTo>
                  <a:pt x="243" y="12"/>
                </a:lnTo>
                <a:lnTo>
                  <a:pt x="248" y="14"/>
                </a:lnTo>
                <a:lnTo>
                  <a:pt x="252" y="16"/>
                </a:lnTo>
                <a:lnTo>
                  <a:pt x="257" y="18"/>
                </a:lnTo>
                <a:lnTo>
                  <a:pt x="261" y="20"/>
                </a:lnTo>
                <a:lnTo>
                  <a:pt x="265" y="22"/>
                </a:lnTo>
                <a:lnTo>
                  <a:pt x="269" y="24"/>
                </a:lnTo>
                <a:lnTo>
                  <a:pt x="273" y="26"/>
                </a:lnTo>
                <a:lnTo>
                  <a:pt x="277" y="28"/>
                </a:lnTo>
                <a:lnTo>
                  <a:pt x="281" y="31"/>
                </a:lnTo>
                <a:lnTo>
                  <a:pt x="285" y="33"/>
                </a:lnTo>
                <a:lnTo>
                  <a:pt x="289" y="36"/>
                </a:lnTo>
                <a:lnTo>
                  <a:pt x="292" y="38"/>
                </a:lnTo>
                <a:lnTo>
                  <a:pt x="296" y="41"/>
                </a:lnTo>
                <a:lnTo>
                  <a:pt x="299" y="44"/>
                </a:lnTo>
                <a:lnTo>
                  <a:pt x="302" y="47"/>
                </a:lnTo>
                <a:lnTo>
                  <a:pt x="305" y="50"/>
                </a:lnTo>
                <a:lnTo>
                  <a:pt x="308" y="53"/>
                </a:lnTo>
                <a:lnTo>
                  <a:pt x="311" y="56"/>
                </a:lnTo>
                <a:lnTo>
                  <a:pt x="313" y="59"/>
                </a:lnTo>
                <a:lnTo>
                  <a:pt x="316" y="62"/>
                </a:lnTo>
                <a:lnTo>
                  <a:pt x="318" y="65"/>
                </a:lnTo>
                <a:lnTo>
                  <a:pt x="320" y="68"/>
                </a:lnTo>
                <a:lnTo>
                  <a:pt x="322" y="72"/>
                </a:lnTo>
                <a:lnTo>
                  <a:pt x="324" y="75"/>
                </a:lnTo>
                <a:lnTo>
                  <a:pt x="326" y="78"/>
                </a:lnTo>
                <a:lnTo>
                  <a:pt x="327" y="82"/>
                </a:lnTo>
                <a:lnTo>
                  <a:pt x="329" y="85"/>
                </a:lnTo>
                <a:lnTo>
                  <a:pt x="330" y="89"/>
                </a:lnTo>
                <a:lnTo>
                  <a:pt x="331" y="92"/>
                </a:lnTo>
                <a:lnTo>
                  <a:pt x="332" y="96"/>
                </a:lnTo>
                <a:lnTo>
                  <a:pt x="332" y="99"/>
                </a:lnTo>
                <a:lnTo>
                  <a:pt x="333" y="103"/>
                </a:lnTo>
                <a:lnTo>
                  <a:pt x="333" y="106"/>
                </a:lnTo>
                <a:lnTo>
                  <a:pt x="334" y="110"/>
                </a:lnTo>
                <a:lnTo>
                  <a:pt x="334" y="113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6" name=""/>
          <p:cNvSpPr/>
          <p:nvPr/>
        </p:nvSpPr>
        <p:spPr>
          <a:xfrm>
            <a:off x="7998120" y="2895840"/>
            <a:ext cx="123120" cy="83520"/>
          </a:xfrm>
          <a:custGeom>
            <a:avLst/>
            <a:gdLst/>
            <a:ahLst/>
            <a:rect l="0" t="0" r="r" b="b"/>
            <a:pathLst>
              <a:path w="342" h="232">
                <a:moveTo>
                  <a:pt x="338" y="115"/>
                </a:moveTo>
                <a:lnTo>
                  <a:pt x="338" y="112"/>
                </a:lnTo>
                <a:lnTo>
                  <a:pt x="337" y="108"/>
                </a:lnTo>
                <a:lnTo>
                  <a:pt x="337" y="105"/>
                </a:lnTo>
                <a:lnTo>
                  <a:pt x="336" y="101"/>
                </a:lnTo>
                <a:lnTo>
                  <a:pt x="336" y="98"/>
                </a:lnTo>
                <a:lnTo>
                  <a:pt x="335" y="94"/>
                </a:lnTo>
                <a:lnTo>
                  <a:pt x="334" y="91"/>
                </a:lnTo>
                <a:lnTo>
                  <a:pt x="333" y="87"/>
                </a:lnTo>
                <a:lnTo>
                  <a:pt x="331" y="84"/>
                </a:lnTo>
                <a:lnTo>
                  <a:pt x="330" y="80"/>
                </a:lnTo>
                <a:lnTo>
                  <a:pt x="328" y="77"/>
                </a:lnTo>
                <a:lnTo>
                  <a:pt x="326" y="74"/>
                </a:lnTo>
                <a:lnTo>
                  <a:pt x="324" y="70"/>
                </a:lnTo>
                <a:lnTo>
                  <a:pt x="322" y="67"/>
                </a:lnTo>
                <a:lnTo>
                  <a:pt x="320" y="64"/>
                </a:lnTo>
                <a:lnTo>
                  <a:pt x="317" y="61"/>
                </a:lnTo>
                <a:lnTo>
                  <a:pt x="315" y="58"/>
                </a:lnTo>
                <a:lnTo>
                  <a:pt x="312" y="55"/>
                </a:lnTo>
                <a:lnTo>
                  <a:pt x="309" y="52"/>
                </a:lnTo>
                <a:lnTo>
                  <a:pt x="306" y="49"/>
                </a:lnTo>
                <a:lnTo>
                  <a:pt x="303" y="46"/>
                </a:lnTo>
                <a:lnTo>
                  <a:pt x="300" y="43"/>
                </a:lnTo>
                <a:lnTo>
                  <a:pt x="296" y="40"/>
                </a:lnTo>
                <a:lnTo>
                  <a:pt x="293" y="38"/>
                </a:lnTo>
                <a:lnTo>
                  <a:pt x="289" y="35"/>
                </a:lnTo>
                <a:lnTo>
                  <a:pt x="285" y="33"/>
                </a:lnTo>
                <a:lnTo>
                  <a:pt x="281" y="30"/>
                </a:lnTo>
                <a:lnTo>
                  <a:pt x="277" y="28"/>
                </a:lnTo>
                <a:lnTo>
                  <a:pt x="273" y="26"/>
                </a:lnTo>
                <a:lnTo>
                  <a:pt x="269" y="24"/>
                </a:lnTo>
                <a:lnTo>
                  <a:pt x="265" y="22"/>
                </a:lnTo>
                <a:lnTo>
                  <a:pt x="261" y="20"/>
                </a:lnTo>
                <a:lnTo>
                  <a:pt x="256" y="18"/>
                </a:lnTo>
                <a:lnTo>
                  <a:pt x="252" y="16"/>
                </a:lnTo>
                <a:lnTo>
                  <a:pt x="247" y="14"/>
                </a:lnTo>
                <a:lnTo>
                  <a:pt x="242" y="13"/>
                </a:lnTo>
                <a:lnTo>
                  <a:pt x="238" y="11"/>
                </a:lnTo>
                <a:lnTo>
                  <a:pt x="233" y="10"/>
                </a:lnTo>
                <a:lnTo>
                  <a:pt x="228" y="9"/>
                </a:lnTo>
                <a:lnTo>
                  <a:pt x="223" y="8"/>
                </a:lnTo>
                <a:lnTo>
                  <a:pt x="218" y="7"/>
                </a:lnTo>
                <a:lnTo>
                  <a:pt x="213" y="6"/>
                </a:lnTo>
                <a:lnTo>
                  <a:pt x="208" y="5"/>
                </a:lnTo>
                <a:lnTo>
                  <a:pt x="203" y="4"/>
                </a:lnTo>
                <a:lnTo>
                  <a:pt x="197" y="4"/>
                </a:lnTo>
                <a:lnTo>
                  <a:pt x="192" y="3"/>
                </a:lnTo>
                <a:lnTo>
                  <a:pt x="187" y="3"/>
                </a:lnTo>
                <a:lnTo>
                  <a:pt x="182" y="2"/>
                </a:lnTo>
                <a:lnTo>
                  <a:pt x="177" y="2"/>
                </a:lnTo>
                <a:lnTo>
                  <a:pt x="171" y="2"/>
                </a:lnTo>
                <a:lnTo>
                  <a:pt x="166" y="2"/>
                </a:lnTo>
                <a:lnTo>
                  <a:pt x="161" y="2"/>
                </a:lnTo>
                <a:lnTo>
                  <a:pt x="156" y="3"/>
                </a:lnTo>
                <a:lnTo>
                  <a:pt x="151" y="3"/>
                </a:lnTo>
                <a:lnTo>
                  <a:pt x="145" y="4"/>
                </a:lnTo>
                <a:lnTo>
                  <a:pt x="140" y="4"/>
                </a:lnTo>
                <a:lnTo>
                  <a:pt x="135" y="5"/>
                </a:lnTo>
                <a:lnTo>
                  <a:pt x="130" y="6"/>
                </a:lnTo>
                <a:lnTo>
                  <a:pt x="125" y="7"/>
                </a:lnTo>
                <a:lnTo>
                  <a:pt x="120" y="8"/>
                </a:lnTo>
                <a:lnTo>
                  <a:pt x="115" y="9"/>
                </a:lnTo>
                <a:lnTo>
                  <a:pt x="110" y="10"/>
                </a:lnTo>
                <a:lnTo>
                  <a:pt x="105" y="11"/>
                </a:lnTo>
                <a:lnTo>
                  <a:pt x="101" y="13"/>
                </a:lnTo>
                <a:lnTo>
                  <a:pt x="96" y="14"/>
                </a:lnTo>
                <a:lnTo>
                  <a:pt x="91" y="16"/>
                </a:lnTo>
                <a:lnTo>
                  <a:pt x="87" y="18"/>
                </a:lnTo>
                <a:lnTo>
                  <a:pt x="82" y="20"/>
                </a:lnTo>
                <a:lnTo>
                  <a:pt x="78" y="22"/>
                </a:lnTo>
                <a:lnTo>
                  <a:pt x="74" y="24"/>
                </a:lnTo>
                <a:lnTo>
                  <a:pt x="70" y="26"/>
                </a:lnTo>
                <a:lnTo>
                  <a:pt x="66" y="28"/>
                </a:lnTo>
                <a:lnTo>
                  <a:pt x="62" y="30"/>
                </a:lnTo>
                <a:lnTo>
                  <a:pt x="58" y="33"/>
                </a:lnTo>
                <a:lnTo>
                  <a:pt x="54" y="35"/>
                </a:lnTo>
                <a:lnTo>
                  <a:pt x="49" y="38"/>
                </a:lnTo>
                <a:lnTo>
                  <a:pt x="46" y="40"/>
                </a:lnTo>
                <a:lnTo>
                  <a:pt x="42" y="43"/>
                </a:lnTo>
                <a:lnTo>
                  <a:pt x="39" y="46"/>
                </a:lnTo>
                <a:lnTo>
                  <a:pt x="36" y="49"/>
                </a:lnTo>
                <a:lnTo>
                  <a:pt x="33" y="52"/>
                </a:lnTo>
                <a:lnTo>
                  <a:pt x="30" y="55"/>
                </a:lnTo>
                <a:lnTo>
                  <a:pt x="27" y="58"/>
                </a:lnTo>
                <a:lnTo>
                  <a:pt x="25" y="61"/>
                </a:lnTo>
                <a:lnTo>
                  <a:pt x="22" y="64"/>
                </a:lnTo>
                <a:lnTo>
                  <a:pt x="20" y="67"/>
                </a:lnTo>
                <a:lnTo>
                  <a:pt x="18" y="70"/>
                </a:lnTo>
                <a:lnTo>
                  <a:pt x="16" y="74"/>
                </a:lnTo>
                <a:lnTo>
                  <a:pt x="14" y="77"/>
                </a:lnTo>
                <a:lnTo>
                  <a:pt x="12" y="80"/>
                </a:lnTo>
                <a:lnTo>
                  <a:pt x="11" y="84"/>
                </a:lnTo>
                <a:lnTo>
                  <a:pt x="9" y="87"/>
                </a:lnTo>
                <a:lnTo>
                  <a:pt x="8" y="91"/>
                </a:lnTo>
                <a:lnTo>
                  <a:pt x="7" y="94"/>
                </a:lnTo>
                <a:lnTo>
                  <a:pt x="6" y="98"/>
                </a:lnTo>
                <a:lnTo>
                  <a:pt x="6" y="101"/>
                </a:lnTo>
                <a:lnTo>
                  <a:pt x="5" y="105"/>
                </a:lnTo>
                <a:lnTo>
                  <a:pt x="5" y="108"/>
                </a:lnTo>
                <a:lnTo>
                  <a:pt x="4" y="112"/>
                </a:lnTo>
                <a:lnTo>
                  <a:pt x="4" y="115"/>
                </a:lnTo>
                <a:lnTo>
                  <a:pt x="4" y="119"/>
                </a:lnTo>
                <a:lnTo>
                  <a:pt x="5" y="122"/>
                </a:lnTo>
                <a:lnTo>
                  <a:pt x="5" y="126"/>
                </a:lnTo>
                <a:lnTo>
                  <a:pt x="6" y="129"/>
                </a:lnTo>
                <a:lnTo>
                  <a:pt x="6" y="133"/>
                </a:lnTo>
                <a:lnTo>
                  <a:pt x="7" y="136"/>
                </a:lnTo>
                <a:lnTo>
                  <a:pt x="8" y="140"/>
                </a:lnTo>
                <a:lnTo>
                  <a:pt x="9" y="143"/>
                </a:lnTo>
                <a:lnTo>
                  <a:pt x="11" y="147"/>
                </a:lnTo>
                <a:lnTo>
                  <a:pt x="12" y="150"/>
                </a:lnTo>
                <a:lnTo>
                  <a:pt x="14" y="154"/>
                </a:lnTo>
                <a:lnTo>
                  <a:pt x="16" y="158"/>
                </a:lnTo>
                <a:lnTo>
                  <a:pt x="18" y="161"/>
                </a:lnTo>
                <a:lnTo>
                  <a:pt x="20" y="164"/>
                </a:lnTo>
                <a:lnTo>
                  <a:pt x="22" y="168"/>
                </a:lnTo>
                <a:lnTo>
                  <a:pt x="25" y="171"/>
                </a:lnTo>
                <a:lnTo>
                  <a:pt x="27" y="174"/>
                </a:lnTo>
                <a:lnTo>
                  <a:pt x="30" y="177"/>
                </a:lnTo>
                <a:lnTo>
                  <a:pt x="33" y="180"/>
                </a:lnTo>
                <a:lnTo>
                  <a:pt x="36" y="183"/>
                </a:lnTo>
                <a:lnTo>
                  <a:pt x="39" y="186"/>
                </a:lnTo>
                <a:lnTo>
                  <a:pt x="42" y="188"/>
                </a:lnTo>
                <a:lnTo>
                  <a:pt x="46" y="191"/>
                </a:lnTo>
                <a:lnTo>
                  <a:pt x="49" y="194"/>
                </a:lnTo>
                <a:lnTo>
                  <a:pt x="54" y="196"/>
                </a:lnTo>
                <a:lnTo>
                  <a:pt x="58" y="199"/>
                </a:lnTo>
                <a:lnTo>
                  <a:pt x="62" y="201"/>
                </a:lnTo>
                <a:lnTo>
                  <a:pt x="66" y="203"/>
                </a:lnTo>
                <a:lnTo>
                  <a:pt x="70" y="206"/>
                </a:lnTo>
                <a:lnTo>
                  <a:pt x="74" y="208"/>
                </a:lnTo>
                <a:lnTo>
                  <a:pt x="78" y="210"/>
                </a:lnTo>
                <a:lnTo>
                  <a:pt x="82" y="212"/>
                </a:lnTo>
                <a:lnTo>
                  <a:pt x="87" y="214"/>
                </a:lnTo>
                <a:lnTo>
                  <a:pt x="91" y="215"/>
                </a:lnTo>
                <a:lnTo>
                  <a:pt x="96" y="217"/>
                </a:lnTo>
                <a:lnTo>
                  <a:pt x="101" y="219"/>
                </a:lnTo>
                <a:lnTo>
                  <a:pt x="105" y="220"/>
                </a:lnTo>
                <a:lnTo>
                  <a:pt x="110" y="221"/>
                </a:lnTo>
                <a:lnTo>
                  <a:pt x="115" y="223"/>
                </a:lnTo>
                <a:lnTo>
                  <a:pt x="120" y="224"/>
                </a:lnTo>
                <a:lnTo>
                  <a:pt x="125" y="225"/>
                </a:lnTo>
                <a:lnTo>
                  <a:pt x="130" y="226"/>
                </a:lnTo>
                <a:lnTo>
                  <a:pt x="135" y="227"/>
                </a:lnTo>
                <a:lnTo>
                  <a:pt x="140" y="227"/>
                </a:lnTo>
                <a:lnTo>
                  <a:pt x="145" y="228"/>
                </a:lnTo>
                <a:lnTo>
                  <a:pt x="151" y="229"/>
                </a:lnTo>
                <a:lnTo>
                  <a:pt x="156" y="229"/>
                </a:lnTo>
                <a:lnTo>
                  <a:pt x="161" y="229"/>
                </a:lnTo>
                <a:lnTo>
                  <a:pt x="166" y="229"/>
                </a:lnTo>
                <a:lnTo>
                  <a:pt x="171" y="229"/>
                </a:lnTo>
                <a:lnTo>
                  <a:pt x="177" y="229"/>
                </a:lnTo>
                <a:lnTo>
                  <a:pt x="182" y="229"/>
                </a:lnTo>
                <a:lnTo>
                  <a:pt x="187" y="229"/>
                </a:lnTo>
                <a:lnTo>
                  <a:pt x="192" y="229"/>
                </a:lnTo>
                <a:lnTo>
                  <a:pt x="197" y="228"/>
                </a:lnTo>
                <a:lnTo>
                  <a:pt x="203" y="227"/>
                </a:lnTo>
                <a:lnTo>
                  <a:pt x="208" y="227"/>
                </a:lnTo>
                <a:lnTo>
                  <a:pt x="213" y="226"/>
                </a:lnTo>
                <a:lnTo>
                  <a:pt x="218" y="225"/>
                </a:lnTo>
                <a:lnTo>
                  <a:pt x="223" y="224"/>
                </a:lnTo>
                <a:lnTo>
                  <a:pt x="228" y="223"/>
                </a:lnTo>
                <a:lnTo>
                  <a:pt x="233" y="221"/>
                </a:lnTo>
                <a:lnTo>
                  <a:pt x="238" y="220"/>
                </a:lnTo>
                <a:lnTo>
                  <a:pt x="242" y="219"/>
                </a:lnTo>
                <a:lnTo>
                  <a:pt x="247" y="217"/>
                </a:lnTo>
                <a:lnTo>
                  <a:pt x="252" y="215"/>
                </a:lnTo>
                <a:lnTo>
                  <a:pt x="256" y="214"/>
                </a:lnTo>
                <a:lnTo>
                  <a:pt x="261" y="212"/>
                </a:lnTo>
                <a:lnTo>
                  <a:pt x="265" y="210"/>
                </a:lnTo>
                <a:lnTo>
                  <a:pt x="269" y="208"/>
                </a:lnTo>
                <a:lnTo>
                  <a:pt x="273" y="206"/>
                </a:lnTo>
                <a:lnTo>
                  <a:pt x="277" y="203"/>
                </a:lnTo>
                <a:lnTo>
                  <a:pt x="281" y="201"/>
                </a:lnTo>
                <a:lnTo>
                  <a:pt x="285" y="199"/>
                </a:lnTo>
                <a:lnTo>
                  <a:pt x="289" y="196"/>
                </a:lnTo>
                <a:lnTo>
                  <a:pt x="293" y="194"/>
                </a:lnTo>
                <a:lnTo>
                  <a:pt x="296" y="191"/>
                </a:lnTo>
                <a:lnTo>
                  <a:pt x="300" y="188"/>
                </a:lnTo>
                <a:lnTo>
                  <a:pt x="303" y="186"/>
                </a:lnTo>
                <a:lnTo>
                  <a:pt x="306" y="183"/>
                </a:lnTo>
                <a:lnTo>
                  <a:pt x="309" y="180"/>
                </a:lnTo>
                <a:lnTo>
                  <a:pt x="312" y="177"/>
                </a:lnTo>
                <a:lnTo>
                  <a:pt x="315" y="174"/>
                </a:lnTo>
                <a:lnTo>
                  <a:pt x="317" y="171"/>
                </a:lnTo>
                <a:lnTo>
                  <a:pt x="320" y="168"/>
                </a:lnTo>
                <a:lnTo>
                  <a:pt x="322" y="164"/>
                </a:lnTo>
                <a:lnTo>
                  <a:pt x="324" y="161"/>
                </a:lnTo>
                <a:lnTo>
                  <a:pt x="326" y="158"/>
                </a:lnTo>
                <a:lnTo>
                  <a:pt x="328" y="154"/>
                </a:lnTo>
                <a:lnTo>
                  <a:pt x="330" y="150"/>
                </a:lnTo>
                <a:lnTo>
                  <a:pt x="331" y="147"/>
                </a:lnTo>
                <a:lnTo>
                  <a:pt x="333" y="143"/>
                </a:lnTo>
                <a:lnTo>
                  <a:pt x="334" y="140"/>
                </a:lnTo>
                <a:lnTo>
                  <a:pt x="335" y="136"/>
                </a:lnTo>
                <a:lnTo>
                  <a:pt x="336" y="133"/>
                </a:lnTo>
                <a:lnTo>
                  <a:pt x="336" y="129"/>
                </a:lnTo>
                <a:lnTo>
                  <a:pt x="337" y="126"/>
                </a:lnTo>
                <a:lnTo>
                  <a:pt x="337" y="122"/>
                </a:lnTo>
                <a:lnTo>
                  <a:pt x="338" y="119"/>
                </a:lnTo>
                <a:lnTo>
                  <a:pt x="338" y="115"/>
                </a:lnTo>
                <a:moveTo>
                  <a:pt x="342" y="115"/>
                </a:moveTo>
                <a:lnTo>
                  <a:pt x="341" y="119"/>
                </a:lnTo>
                <a:lnTo>
                  <a:pt x="341" y="123"/>
                </a:lnTo>
                <a:lnTo>
                  <a:pt x="341" y="126"/>
                </a:lnTo>
                <a:lnTo>
                  <a:pt x="340" y="130"/>
                </a:lnTo>
                <a:lnTo>
                  <a:pt x="339" y="133"/>
                </a:lnTo>
                <a:lnTo>
                  <a:pt x="339" y="137"/>
                </a:lnTo>
                <a:lnTo>
                  <a:pt x="337" y="140"/>
                </a:lnTo>
                <a:lnTo>
                  <a:pt x="336" y="144"/>
                </a:lnTo>
                <a:lnTo>
                  <a:pt x="335" y="148"/>
                </a:lnTo>
                <a:lnTo>
                  <a:pt x="333" y="151"/>
                </a:lnTo>
                <a:lnTo>
                  <a:pt x="331" y="154"/>
                </a:lnTo>
                <a:lnTo>
                  <a:pt x="330" y="159"/>
                </a:lnTo>
                <a:lnTo>
                  <a:pt x="328" y="162"/>
                </a:lnTo>
                <a:lnTo>
                  <a:pt x="325" y="166"/>
                </a:lnTo>
                <a:lnTo>
                  <a:pt x="323" y="169"/>
                </a:lnTo>
                <a:lnTo>
                  <a:pt x="320" y="172"/>
                </a:lnTo>
                <a:lnTo>
                  <a:pt x="318" y="175"/>
                </a:lnTo>
                <a:lnTo>
                  <a:pt x="315" y="178"/>
                </a:lnTo>
                <a:lnTo>
                  <a:pt x="312" y="181"/>
                </a:lnTo>
                <a:lnTo>
                  <a:pt x="309" y="184"/>
                </a:lnTo>
                <a:lnTo>
                  <a:pt x="306" y="187"/>
                </a:lnTo>
                <a:lnTo>
                  <a:pt x="302" y="190"/>
                </a:lnTo>
                <a:lnTo>
                  <a:pt x="299" y="193"/>
                </a:lnTo>
                <a:lnTo>
                  <a:pt x="295" y="195"/>
                </a:lnTo>
                <a:lnTo>
                  <a:pt x="292" y="198"/>
                </a:lnTo>
                <a:lnTo>
                  <a:pt x="288" y="201"/>
                </a:lnTo>
                <a:lnTo>
                  <a:pt x="284" y="203"/>
                </a:lnTo>
                <a:lnTo>
                  <a:pt x="280" y="205"/>
                </a:lnTo>
                <a:lnTo>
                  <a:pt x="276" y="208"/>
                </a:lnTo>
                <a:lnTo>
                  <a:pt x="271" y="210"/>
                </a:lnTo>
                <a:lnTo>
                  <a:pt x="267" y="212"/>
                </a:lnTo>
                <a:lnTo>
                  <a:pt x="263" y="214"/>
                </a:lnTo>
                <a:lnTo>
                  <a:pt x="258" y="216"/>
                </a:lnTo>
                <a:lnTo>
                  <a:pt x="253" y="218"/>
                </a:lnTo>
                <a:lnTo>
                  <a:pt x="249" y="219"/>
                </a:lnTo>
                <a:lnTo>
                  <a:pt x="244" y="221"/>
                </a:lnTo>
                <a:lnTo>
                  <a:pt x="239" y="222"/>
                </a:lnTo>
                <a:lnTo>
                  <a:pt x="234" y="224"/>
                </a:lnTo>
                <a:lnTo>
                  <a:pt x="229" y="225"/>
                </a:lnTo>
                <a:lnTo>
                  <a:pt x="224" y="226"/>
                </a:lnTo>
                <a:lnTo>
                  <a:pt x="219" y="227"/>
                </a:lnTo>
                <a:lnTo>
                  <a:pt x="214" y="228"/>
                </a:lnTo>
                <a:lnTo>
                  <a:pt x="209" y="229"/>
                </a:lnTo>
                <a:lnTo>
                  <a:pt x="203" y="230"/>
                </a:lnTo>
                <a:lnTo>
                  <a:pt x="198" y="231"/>
                </a:lnTo>
                <a:lnTo>
                  <a:pt x="193" y="231"/>
                </a:lnTo>
                <a:lnTo>
                  <a:pt x="187" y="231"/>
                </a:lnTo>
                <a:lnTo>
                  <a:pt x="182" y="232"/>
                </a:lnTo>
                <a:lnTo>
                  <a:pt x="177" y="232"/>
                </a:lnTo>
                <a:lnTo>
                  <a:pt x="171" y="232"/>
                </a:lnTo>
                <a:lnTo>
                  <a:pt x="166" y="232"/>
                </a:lnTo>
                <a:lnTo>
                  <a:pt x="161" y="232"/>
                </a:lnTo>
                <a:lnTo>
                  <a:pt x="155" y="231"/>
                </a:lnTo>
                <a:lnTo>
                  <a:pt x="150" y="231"/>
                </a:lnTo>
                <a:lnTo>
                  <a:pt x="145" y="231"/>
                </a:lnTo>
                <a:lnTo>
                  <a:pt x="140" y="230"/>
                </a:lnTo>
                <a:lnTo>
                  <a:pt x="134" y="229"/>
                </a:lnTo>
                <a:lnTo>
                  <a:pt x="129" y="228"/>
                </a:lnTo>
                <a:lnTo>
                  <a:pt x="124" y="227"/>
                </a:lnTo>
                <a:lnTo>
                  <a:pt x="119" y="226"/>
                </a:lnTo>
                <a:lnTo>
                  <a:pt x="114" y="225"/>
                </a:lnTo>
                <a:lnTo>
                  <a:pt x="109" y="224"/>
                </a:lnTo>
                <a:lnTo>
                  <a:pt x="104" y="222"/>
                </a:lnTo>
                <a:lnTo>
                  <a:pt x="99" y="221"/>
                </a:lnTo>
                <a:lnTo>
                  <a:pt x="94" y="219"/>
                </a:lnTo>
                <a:lnTo>
                  <a:pt x="90" y="218"/>
                </a:lnTo>
                <a:lnTo>
                  <a:pt x="85" y="216"/>
                </a:lnTo>
                <a:lnTo>
                  <a:pt x="80" y="214"/>
                </a:lnTo>
                <a:lnTo>
                  <a:pt x="76" y="212"/>
                </a:lnTo>
                <a:lnTo>
                  <a:pt x="72" y="210"/>
                </a:lnTo>
                <a:lnTo>
                  <a:pt x="67" y="208"/>
                </a:lnTo>
                <a:lnTo>
                  <a:pt x="63" y="205"/>
                </a:lnTo>
                <a:lnTo>
                  <a:pt x="59" y="203"/>
                </a:lnTo>
                <a:lnTo>
                  <a:pt x="55" y="201"/>
                </a:lnTo>
                <a:lnTo>
                  <a:pt x="50" y="198"/>
                </a:lnTo>
                <a:lnTo>
                  <a:pt x="47" y="195"/>
                </a:lnTo>
                <a:lnTo>
                  <a:pt x="43" y="193"/>
                </a:lnTo>
                <a:lnTo>
                  <a:pt x="39" y="190"/>
                </a:lnTo>
                <a:lnTo>
                  <a:pt x="36" y="187"/>
                </a:lnTo>
                <a:lnTo>
                  <a:pt x="33" y="184"/>
                </a:lnTo>
                <a:lnTo>
                  <a:pt x="30" y="181"/>
                </a:lnTo>
                <a:lnTo>
                  <a:pt x="27" y="178"/>
                </a:lnTo>
                <a:lnTo>
                  <a:pt x="24" y="175"/>
                </a:lnTo>
                <a:lnTo>
                  <a:pt x="21" y="172"/>
                </a:lnTo>
                <a:lnTo>
                  <a:pt x="19" y="169"/>
                </a:lnTo>
                <a:lnTo>
                  <a:pt x="17" y="166"/>
                </a:lnTo>
                <a:lnTo>
                  <a:pt x="14" y="162"/>
                </a:lnTo>
                <a:lnTo>
                  <a:pt x="12" y="159"/>
                </a:lnTo>
                <a:lnTo>
                  <a:pt x="10" y="154"/>
                </a:lnTo>
                <a:lnTo>
                  <a:pt x="9" y="151"/>
                </a:lnTo>
                <a:lnTo>
                  <a:pt x="7" y="148"/>
                </a:lnTo>
                <a:lnTo>
                  <a:pt x="6" y="144"/>
                </a:lnTo>
                <a:lnTo>
                  <a:pt x="5" y="140"/>
                </a:lnTo>
                <a:lnTo>
                  <a:pt x="3" y="137"/>
                </a:lnTo>
                <a:lnTo>
                  <a:pt x="3" y="133"/>
                </a:lnTo>
                <a:lnTo>
                  <a:pt x="2" y="130"/>
                </a:lnTo>
                <a:lnTo>
                  <a:pt x="1" y="126"/>
                </a:lnTo>
                <a:lnTo>
                  <a:pt x="1" y="123"/>
                </a:lnTo>
                <a:lnTo>
                  <a:pt x="1" y="119"/>
                </a:lnTo>
                <a:lnTo>
                  <a:pt x="0" y="115"/>
                </a:lnTo>
                <a:lnTo>
                  <a:pt x="1" y="112"/>
                </a:lnTo>
                <a:lnTo>
                  <a:pt x="1" y="108"/>
                </a:lnTo>
                <a:lnTo>
                  <a:pt x="1" y="104"/>
                </a:lnTo>
                <a:lnTo>
                  <a:pt x="2" y="101"/>
                </a:lnTo>
                <a:lnTo>
                  <a:pt x="3" y="97"/>
                </a:lnTo>
                <a:lnTo>
                  <a:pt x="3" y="94"/>
                </a:lnTo>
                <a:lnTo>
                  <a:pt x="5" y="90"/>
                </a:lnTo>
                <a:lnTo>
                  <a:pt x="6" y="86"/>
                </a:lnTo>
                <a:lnTo>
                  <a:pt x="7" y="83"/>
                </a:lnTo>
                <a:lnTo>
                  <a:pt x="9" y="79"/>
                </a:lnTo>
                <a:lnTo>
                  <a:pt x="10" y="76"/>
                </a:lnTo>
                <a:lnTo>
                  <a:pt x="12" y="73"/>
                </a:lnTo>
                <a:lnTo>
                  <a:pt x="14" y="69"/>
                </a:lnTo>
                <a:lnTo>
                  <a:pt x="17" y="66"/>
                </a:lnTo>
                <a:lnTo>
                  <a:pt x="19" y="63"/>
                </a:lnTo>
                <a:lnTo>
                  <a:pt x="21" y="60"/>
                </a:lnTo>
                <a:lnTo>
                  <a:pt x="24" y="56"/>
                </a:lnTo>
                <a:lnTo>
                  <a:pt x="27" y="53"/>
                </a:lnTo>
                <a:lnTo>
                  <a:pt x="30" y="50"/>
                </a:lnTo>
                <a:lnTo>
                  <a:pt x="33" y="47"/>
                </a:lnTo>
                <a:lnTo>
                  <a:pt x="36" y="44"/>
                </a:lnTo>
                <a:lnTo>
                  <a:pt x="39" y="41"/>
                </a:lnTo>
                <a:lnTo>
                  <a:pt x="43" y="39"/>
                </a:lnTo>
                <a:lnTo>
                  <a:pt x="47" y="36"/>
                </a:lnTo>
                <a:lnTo>
                  <a:pt x="50" y="33"/>
                </a:lnTo>
                <a:lnTo>
                  <a:pt x="55" y="31"/>
                </a:lnTo>
                <a:lnTo>
                  <a:pt x="59" y="28"/>
                </a:lnTo>
                <a:lnTo>
                  <a:pt x="63" y="26"/>
                </a:lnTo>
                <a:lnTo>
                  <a:pt x="67" y="24"/>
                </a:lnTo>
                <a:lnTo>
                  <a:pt x="72" y="22"/>
                </a:lnTo>
                <a:lnTo>
                  <a:pt x="76" y="20"/>
                </a:lnTo>
                <a:lnTo>
                  <a:pt x="80" y="18"/>
                </a:lnTo>
                <a:lnTo>
                  <a:pt x="85" y="16"/>
                </a:lnTo>
                <a:lnTo>
                  <a:pt x="90" y="14"/>
                </a:lnTo>
                <a:lnTo>
                  <a:pt x="94" y="12"/>
                </a:lnTo>
                <a:lnTo>
                  <a:pt x="99" y="11"/>
                </a:lnTo>
                <a:lnTo>
                  <a:pt x="104" y="9"/>
                </a:lnTo>
                <a:lnTo>
                  <a:pt x="109" y="8"/>
                </a:lnTo>
                <a:lnTo>
                  <a:pt x="114" y="6"/>
                </a:lnTo>
                <a:lnTo>
                  <a:pt x="119" y="5"/>
                </a:lnTo>
                <a:lnTo>
                  <a:pt x="124" y="4"/>
                </a:lnTo>
                <a:lnTo>
                  <a:pt x="129" y="3"/>
                </a:lnTo>
                <a:lnTo>
                  <a:pt x="134" y="2"/>
                </a:lnTo>
                <a:lnTo>
                  <a:pt x="140" y="2"/>
                </a:lnTo>
                <a:lnTo>
                  <a:pt x="145" y="1"/>
                </a:lnTo>
                <a:lnTo>
                  <a:pt x="150" y="0"/>
                </a:lnTo>
                <a:lnTo>
                  <a:pt x="155" y="0"/>
                </a:lnTo>
                <a:lnTo>
                  <a:pt x="161" y="0"/>
                </a:lnTo>
                <a:lnTo>
                  <a:pt x="166" y="0"/>
                </a:lnTo>
                <a:lnTo>
                  <a:pt x="171" y="0"/>
                </a:lnTo>
                <a:lnTo>
                  <a:pt x="177" y="0"/>
                </a:lnTo>
                <a:lnTo>
                  <a:pt x="182" y="0"/>
                </a:lnTo>
                <a:lnTo>
                  <a:pt x="187" y="0"/>
                </a:lnTo>
                <a:lnTo>
                  <a:pt x="193" y="0"/>
                </a:lnTo>
                <a:lnTo>
                  <a:pt x="198" y="1"/>
                </a:lnTo>
                <a:lnTo>
                  <a:pt x="203" y="2"/>
                </a:lnTo>
                <a:lnTo>
                  <a:pt x="209" y="2"/>
                </a:lnTo>
                <a:lnTo>
                  <a:pt x="214" y="3"/>
                </a:lnTo>
                <a:lnTo>
                  <a:pt x="219" y="4"/>
                </a:lnTo>
                <a:lnTo>
                  <a:pt x="224" y="5"/>
                </a:lnTo>
                <a:lnTo>
                  <a:pt x="229" y="6"/>
                </a:lnTo>
                <a:lnTo>
                  <a:pt x="234" y="8"/>
                </a:lnTo>
                <a:lnTo>
                  <a:pt x="239" y="9"/>
                </a:lnTo>
                <a:lnTo>
                  <a:pt x="244" y="11"/>
                </a:lnTo>
                <a:lnTo>
                  <a:pt x="249" y="12"/>
                </a:lnTo>
                <a:lnTo>
                  <a:pt x="253" y="14"/>
                </a:lnTo>
                <a:lnTo>
                  <a:pt x="258" y="16"/>
                </a:lnTo>
                <a:lnTo>
                  <a:pt x="263" y="18"/>
                </a:lnTo>
                <a:lnTo>
                  <a:pt x="267" y="20"/>
                </a:lnTo>
                <a:lnTo>
                  <a:pt x="271" y="22"/>
                </a:lnTo>
                <a:lnTo>
                  <a:pt x="276" y="24"/>
                </a:lnTo>
                <a:lnTo>
                  <a:pt x="280" y="26"/>
                </a:lnTo>
                <a:lnTo>
                  <a:pt x="284" y="28"/>
                </a:lnTo>
                <a:lnTo>
                  <a:pt x="288" y="31"/>
                </a:lnTo>
                <a:lnTo>
                  <a:pt x="292" y="33"/>
                </a:lnTo>
                <a:lnTo>
                  <a:pt x="295" y="36"/>
                </a:lnTo>
                <a:lnTo>
                  <a:pt x="299" y="39"/>
                </a:lnTo>
                <a:lnTo>
                  <a:pt x="302" y="41"/>
                </a:lnTo>
                <a:lnTo>
                  <a:pt x="306" y="44"/>
                </a:lnTo>
                <a:lnTo>
                  <a:pt x="309" y="47"/>
                </a:lnTo>
                <a:lnTo>
                  <a:pt x="312" y="50"/>
                </a:lnTo>
                <a:lnTo>
                  <a:pt x="315" y="53"/>
                </a:lnTo>
                <a:lnTo>
                  <a:pt x="318" y="56"/>
                </a:lnTo>
                <a:lnTo>
                  <a:pt x="320" y="60"/>
                </a:lnTo>
                <a:lnTo>
                  <a:pt x="323" y="63"/>
                </a:lnTo>
                <a:lnTo>
                  <a:pt x="325" y="66"/>
                </a:lnTo>
                <a:lnTo>
                  <a:pt x="328" y="69"/>
                </a:lnTo>
                <a:lnTo>
                  <a:pt x="330" y="73"/>
                </a:lnTo>
                <a:lnTo>
                  <a:pt x="331" y="76"/>
                </a:lnTo>
                <a:lnTo>
                  <a:pt x="333" y="79"/>
                </a:lnTo>
                <a:lnTo>
                  <a:pt x="335" y="83"/>
                </a:lnTo>
                <a:lnTo>
                  <a:pt x="336" y="86"/>
                </a:lnTo>
                <a:lnTo>
                  <a:pt x="337" y="90"/>
                </a:lnTo>
                <a:lnTo>
                  <a:pt x="339" y="94"/>
                </a:lnTo>
                <a:lnTo>
                  <a:pt x="339" y="97"/>
                </a:lnTo>
                <a:lnTo>
                  <a:pt x="340" y="101"/>
                </a:lnTo>
                <a:lnTo>
                  <a:pt x="341" y="104"/>
                </a:lnTo>
                <a:lnTo>
                  <a:pt x="341" y="108"/>
                </a:lnTo>
                <a:lnTo>
                  <a:pt x="341" y="112"/>
                </a:lnTo>
                <a:lnTo>
                  <a:pt x="342" y="115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7" name=""/>
          <p:cNvSpPr/>
          <p:nvPr/>
        </p:nvSpPr>
        <p:spPr>
          <a:xfrm>
            <a:off x="7990200" y="2890080"/>
            <a:ext cx="138960" cy="94680"/>
          </a:xfrm>
          <a:custGeom>
            <a:avLst/>
            <a:gdLst/>
            <a:ahLst/>
            <a:rect l="0" t="0" r="r" b="b"/>
            <a:pathLst>
              <a:path w="386" h="263">
                <a:moveTo>
                  <a:pt x="364" y="131"/>
                </a:moveTo>
                <a:lnTo>
                  <a:pt x="363" y="128"/>
                </a:lnTo>
                <a:lnTo>
                  <a:pt x="363" y="124"/>
                </a:lnTo>
                <a:lnTo>
                  <a:pt x="363" y="120"/>
                </a:lnTo>
                <a:lnTo>
                  <a:pt x="362" y="117"/>
                </a:lnTo>
                <a:lnTo>
                  <a:pt x="361" y="113"/>
                </a:lnTo>
                <a:lnTo>
                  <a:pt x="361" y="110"/>
                </a:lnTo>
                <a:lnTo>
                  <a:pt x="359" y="106"/>
                </a:lnTo>
                <a:lnTo>
                  <a:pt x="358" y="102"/>
                </a:lnTo>
                <a:lnTo>
                  <a:pt x="357" y="99"/>
                </a:lnTo>
                <a:lnTo>
                  <a:pt x="355" y="95"/>
                </a:lnTo>
                <a:lnTo>
                  <a:pt x="353" y="92"/>
                </a:lnTo>
                <a:lnTo>
                  <a:pt x="352" y="89"/>
                </a:lnTo>
                <a:lnTo>
                  <a:pt x="350" y="85"/>
                </a:lnTo>
                <a:lnTo>
                  <a:pt x="347" y="82"/>
                </a:lnTo>
                <a:lnTo>
                  <a:pt x="345" y="79"/>
                </a:lnTo>
                <a:lnTo>
                  <a:pt x="342" y="76"/>
                </a:lnTo>
                <a:lnTo>
                  <a:pt x="340" y="72"/>
                </a:lnTo>
                <a:lnTo>
                  <a:pt x="337" y="69"/>
                </a:lnTo>
                <a:lnTo>
                  <a:pt x="334" y="66"/>
                </a:lnTo>
                <a:lnTo>
                  <a:pt x="331" y="63"/>
                </a:lnTo>
                <a:lnTo>
                  <a:pt x="327" y="60"/>
                </a:lnTo>
                <a:lnTo>
                  <a:pt x="323" y="57"/>
                </a:lnTo>
                <a:lnTo>
                  <a:pt x="320" y="55"/>
                </a:lnTo>
                <a:lnTo>
                  <a:pt x="316" y="52"/>
                </a:lnTo>
                <a:lnTo>
                  <a:pt x="313" y="49"/>
                </a:lnTo>
                <a:lnTo>
                  <a:pt x="309" y="47"/>
                </a:lnTo>
                <a:lnTo>
                  <a:pt x="305" y="44"/>
                </a:lnTo>
                <a:lnTo>
                  <a:pt x="301" y="42"/>
                </a:lnTo>
                <a:lnTo>
                  <a:pt x="297" y="40"/>
                </a:lnTo>
                <a:lnTo>
                  <a:pt x="292" y="38"/>
                </a:lnTo>
                <a:lnTo>
                  <a:pt x="288" y="36"/>
                </a:lnTo>
                <a:lnTo>
                  <a:pt x="284" y="34"/>
                </a:lnTo>
                <a:lnTo>
                  <a:pt x="279" y="32"/>
                </a:lnTo>
                <a:lnTo>
                  <a:pt x="274" y="30"/>
                </a:lnTo>
                <a:lnTo>
                  <a:pt x="270" y="28"/>
                </a:lnTo>
                <a:lnTo>
                  <a:pt x="265" y="27"/>
                </a:lnTo>
                <a:lnTo>
                  <a:pt x="260" y="25"/>
                </a:lnTo>
                <a:lnTo>
                  <a:pt x="255" y="24"/>
                </a:lnTo>
                <a:lnTo>
                  <a:pt x="250" y="22"/>
                </a:lnTo>
                <a:lnTo>
                  <a:pt x="245" y="21"/>
                </a:lnTo>
                <a:lnTo>
                  <a:pt x="240" y="20"/>
                </a:lnTo>
                <a:lnTo>
                  <a:pt x="235" y="19"/>
                </a:lnTo>
                <a:lnTo>
                  <a:pt x="230" y="18"/>
                </a:lnTo>
                <a:lnTo>
                  <a:pt x="224" y="18"/>
                </a:lnTo>
                <a:lnTo>
                  <a:pt x="219" y="17"/>
                </a:lnTo>
                <a:lnTo>
                  <a:pt x="214" y="16"/>
                </a:lnTo>
                <a:lnTo>
                  <a:pt x="208" y="16"/>
                </a:lnTo>
                <a:lnTo>
                  <a:pt x="203" y="16"/>
                </a:lnTo>
                <a:lnTo>
                  <a:pt x="198" y="16"/>
                </a:lnTo>
                <a:lnTo>
                  <a:pt x="192" y="16"/>
                </a:lnTo>
                <a:lnTo>
                  <a:pt x="187" y="16"/>
                </a:lnTo>
                <a:lnTo>
                  <a:pt x="182" y="16"/>
                </a:lnTo>
                <a:lnTo>
                  <a:pt x="176" y="16"/>
                </a:lnTo>
                <a:lnTo>
                  <a:pt x="171" y="16"/>
                </a:lnTo>
                <a:lnTo>
                  <a:pt x="166" y="17"/>
                </a:lnTo>
                <a:lnTo>
                  <a:pt x="161" y="18"/>
                </a:lnTo>
                <a:lnTo>
                  <a:pt x="155" y="18"/>
                </a:lnTo>
                <a:lnTo>
                  <a:pt x="150" y="19"/>
                </a:lnTo>
                <a:lnTo>
                  <a:pt x="145" y="20"/>
                </a:lnTo>
                <a:lnTo>
                  <a:pt x="140" y="21"/>
                </a:lnTo>
                <a:lnTo>
                  <a:pt x="135" y="22"/>
                </a:lnTo>
                <a:lnTo>
                  <a:pt x="130" y="24"/>
                </a:lnTo>
                <a:lnTo>
                  <a:pt x="125" y="25"/>
                </a:lnTo>
                <a:lnTo>
                  <a:pt x="120" y="27"/>
                </a:lnTo>
                <a:lnTo>
                  <a:pt x="115" y="28"/>
                </a:lnTo>
                <a:lnTo>
                  <a:pt x="111" y="30"/>
                </a:lnTo>
                <a:lnTo>
                  <a:pt x="106" y="32"/>
                </a:lnTo>
                <a:lnTo>
                  <a:pt x="101" y="34"/>
                </a:lnTo>
                <a:lnTo>
                  <a:pt x="97" y="36"/>
                </a:lnTo>
                <a:lnTo>
                  <a:pt x="93" y="38"/>
                </a:lnTo>
                <a:lnTo>
                  <a:pt x="88" y="40"/>
                </a:lnTo>
                <a:lnTo>
                  <a:pt x="84" y="42"/>
                </a:lnTo>
                <a:lnTo>
                  <a:pt x="80" y="44"/>
                </a:lnTo>
                <a:lnTo>
                  <a:pt x="76" y="47"/>
                </a:lnTo>
                <a:lnTo>
                  <a:pt x="72" y="49"/>
                </a:lnTo>
                <a:lnTo>
                  <a:pt x="69" y="52"/>
                </a:lnTo>
                <a:lnTo>
                  <a:pt x="65" y="55"/>
                </a:lnTo>
                <a:lnTo>
                  <a:pt x="61" y="57"/>
                </a:lnTo>
                <a:lnTo>
                  <a:pt x="58" y="60"/>
                </a:lnTo>
                <a:lnTo>
                  <a:pt x="55" y="63"/>
                </a:lnTo>
                <a:lnTo>
                  <a:pt x="52" y="66"/>
                </a:lnTo>
                <a:lnTo>
                  <a:pt x="49" y="69"/>
                </a:lnTo>
                <a:lnTo>
                  <a:pt x="46" y="72"/>
                </a:lnTo>
                <a:lnTo>
                  <a:pt x="43" y="76"/>
                </a:lnTo>
                <a:lnTo>
                  <a:pt x="41" y="79"/>
                </a:lnTo>
                <a:lnTo>
                  <a:pt x="39" y="82"/>
                </a:lnTo>
                <a:lnTo>
                  <a:pt x="36" y="85"/>
                </a:lnTo>
                <a:lnTo>
                  <a:pt x="34" y="89"/>
                </a:lnTo>
                <a:lnTo>
                  <a:pt x="32" y="92"/>
                </a:lnTo>
                <a:lnTo>
                  <a:pt x="31" y="95"/>
                </a:lnTo>
                <a:lnTo>
                  <a:pt x="29" y="99"/>
                </a:lnTo>
                <a:lnTo>
                  <a:pt x="28" y="102"/>
                </a:lnTo>
                <a:lnTo>
                  <a:pt x="27" y="106"/>
                </a:lnTo>
                <a:lnTo>
                  <a:pt x="25" y="110"/>
                </a:lnTo>
                <a:lnTo>
                  <a:pt x="25" y="113"/>
                </a:lnTo>
                <a:lnTo>
                  <a:pt x="24" y="117"/>
                </a:lnTo>
                <a:lnTo>
                  <a:pt x="23" y="120"/>
                </a:lnTo>
                <a:lnTo>
                  <a:pt x="23" y="124"/>
                </a:lnTo>
                <a:lnTo>
                  <a:pt x="23" y="128"/>
                </a:lnTo>
                <a:lnTo>
                  <a:pt x="22" y="131"/>
                </a:lnTo>
                <a:lnTo>
                  <a:pt x="23" y="135"/>
                </a:lnTo>
                <a:lnTo>
                  <a:pt x="23" y="139"/>
                </a:lnTo>
                <a:lnTo>
                  <a:pt x="23" y="142"/>
                </a:lnTo>
                <a:lnTo>
                  <a:pt x="24" y="146"/>
                </a:lnTo>
                <a:lnTo>
                  <a:pt x="25" y="149"/>
                </a:lnTo>
                <a:lnTo>
                  <a:pt x="25" y="153"/>
                </a:lnTo>
                <a:lnTo>
                  <a:pt x="27" y="156"/>
                </a:lnTo>
                <a:lnTo>
                  <a:pt x="28" y="160"/>
                </a:lnTo>
                <a:lnTo>
                  <a:pt x="29" y="164"/>
                </a:lnTo>
                <a:lnTo>
                  <a:pt x="31" y="167"/>
                </a:lnTo>
                <a:lnTo>
                  <a:pt x="32" y="170"/>
                </a:lnTo>
                <a:lnTo>
                  <a:pt x="34" y="174"/>
                </a:lnTo>
                <a:lnTo>
                  <a:pt x="36" y="177"/>
                </a:lnTo>
                <a:lnTo>
                  <a:pt x="39" y="181"/>
                </a:lnTo>
                <a:lnTo>
                  <a:pt x="41" y="184"/>
                </a:lnTo>
                <a:lnTo>
                  <a:pt x="43" y="187"/>
                </a:lnTo>
                <a:lnTo>
                  <a:pt x="46" y="190"/>
                </a:lnTo>
                <a:lnTo>
                  <a:pt x="49" y="193"/>
                </a:lnTo>
                <a:lnTo>
                  <a:pt x="52" y="196"/>
                </a:lnTo>
                <a:lnTo>
                  <a:pt x="55" y="199"/>
                </a:lnTo>
                <a:lnTo>
                  <a:pt x="58" y="202"/>
                </a:lnTo>
                <a:lnTo>
                  <a:pt x="61" y="205"/>
                </a:lnTo>
                <a:lnTo>
                  <a:pt x="65" y="208"/>
                </a:lnTo>
                <a:lnTo>
                  <a:pt x="69" y="210"/>
                </a:lnTo>
                <a:lnTo>
                  <a:pt x="72" y="213"/>
                </a:lnTo>
                <a:lnTo>
                  <a:pt x="76" y="216"/>
                </a:lnTo>
                <a:lnTo>
                  <a:pt x="80" y="218"/>
                </a:lnTo>
                <a:lnTo>
                  <a:pt x="84" y="220"/>
                </a:lnTo>
                <a:lnTo>
                  <a:pt x="88" y="223"/>
                </a:lnTo>
                <a:lnTo>
                  <a:pt x="93" y="226"/>
                </a:lnTo>
                <a:lnTo>
                  <a:pt x="97" y="228"/>
                </a:lnTo>
                <a:lnTo>
                  <a:pt x="101" y="230"/>
                </a:lnTo>
                <a:lnTo>
                  <a:pt x="106" y="232"/>
                </a:lnTo>
                <a:lnTo>
                  <a:pt x="111" y="234"/>
                </a:lnTo>
                <a:lnTo>
                  <a:pt x="115" y="235"/>
                </a:lnTo>
                <a:lnTo>
                  <a:pt x="120" y="237"/>
                </a:lnTo>
                <a:lnTo>
                  <a:pt x="125" y="238"/>
                </a:lnTo>
                <a:lnTo>
                  <a:pt x="130" y="240"/>
                </a:lnTo>
                <a:lnTo>
                  <a:pt x="135" y="241"/>
                </a:lnTo>
                <a:lnTo>
                  <a:pt x="140" y="242"/>
                </a:lnTo>
                <a:lnTo>
                  <a:pt x="145" y="243"/>
                </a:lnTo>
                <a:lnTo>
                  <a:pt x="150" y="244"/>
                </a:lnTo>
                <a:lnTo>
                  <a:pt x="155" y="245"/>
                </a:lnTo>
                <a:lnTo>
                  <a:pt x="161" y="246"/>
                </a:lnTo>
                <a:lnTo>
                  <a:pt x="166" y="247"/>
                </a:lnTo>
                <a:lnTo>
                  <a:pt x="171" y="247"/>
                </a:lnTo>
                <a:lnTo>
                  <a:pt x="176" y="247"/>
                </a:lnTo>
                <a:lnTo>
                  <a:pt x="182" y="248"/>
                </a:lnTo>
                <a:lnTo>
                  <a:pt x="187" y="248"/>
                </a:lnTo>
                <a:lnTo>
                  <a:pt x="192" y="248"/>
                </a:lnTo>
                <a:lnTo>
                  <a:pt x="198" y="248"/>
                </a:lnTo>
                <a:lnTo>
                  <a:pt x="203" y="248"/>
                </a:lnTo>
                <a:lnTo>
                  <a:pt x="208" y="247"/>
                </a:lnTo>
                <a:lnTo>
                  <a:pt x="214" y="247"/>
                </a:lnTo>
                <a:lnTo>
                  <a:pt x="219" y="247"/>
                </a:lnTo>
                <a:lnTo>
                  <a:pt x="224" y="246"/>
                </a:lnTo>
                <a:lnTo>
                  <a:pt x="230" y="245"/>
                </a:lnTo>
                <a:lnTo>
                  <a:pt x="235" y="244"/>
                </a:lnTo>
                <a:lnTo>
                  <a:pt x="240" y="243"/>
                </a:lnTo>
                <a:lnTo>
                  <a:pt x="245" y="242"/>
                </a:lnTo>
                <a:lnTo>
                  <a:pt x="250" y="241"/>
                </a:lnTo>
                <a:lnTo>
                  <a:pt x="255" y="240"/>
                </a:lnTo>
                <a:lnTo>
                  <a:pt x="260" y="238"/>
                </a:lnTo>
                <a:lnTo>
                  <a:pt x="265" y="237"/>
                </a:lnTo>
                <a:lnTo>
                  <a:pt x="270" y="235"/>
                </a:lnTo>
                <a:lnTo>
                  <a:pt x="274" y="234"/>
                </a:lnTo>
                <a:lnTo>
                  <a:pt x="279" y="232"/>
                </a:lnTo>
                <a:lnTo>
                  <a:pt x="284" y="230"/>
                </a:lnTo>
                <a:lnTo>
                  <a:pt x="288" y="228"/>
                </a:lnTo>
                <a:lnTo>
                  <a:pt x="292" y="226"/>
                </a:lnTo>
                <a:lnTo>
                  <a:pt x="297" y="223"/>
                </a:lnTo>
                <a:lnTo>
                  <a:pt x="301" y="220"/>
                </a:lnTo>
                <a:lnTo>
                  <a:pt x="305" y="218"/>
                </a:lnTo>
                <a:lnTo>
                  <a:pt x="309" y="216"/>
                </a:lnTo>
                <a:lnTo>
                  <a:pt x="313" y="213"/>
                </a:lnTo>
                <a:lnTo>
                  <a:pt x="316" y="210"/>
                </a:lnTo>
                <a:lnTo>
                  <a:pt x="320" y="208"/>
                </a:lnTo>
                <a:lnTo>
                  <a:pt x="323" y="205"/>
                </a:lnTo>
                <a:lnTo>
                  <a:pt x="327" y="202"/>
                </a:lnTo>
                <a:lnTo>
                  <a:pt x="331" y="199"/>
                </a:lnTo>
                <a:lnTo>
                  <a:pt x="334" y="196"/>
                </a:lnTo>
                <a:lnTo>
                  <a:pt x="337" y="193"/>
                </a:lnTo>
                <a:lnTo>
                  <a:pt x="340" y="190"/>
                </a:lnTo>
                <a:lnTo>
                  <a:pt x="342" y="187"/>
                </a:lnTo>
                <a:lnTo>
                  <a:pt x="345" y="184"/>
                </a:lnTo>
                <a:lnTo>
                  <a:pt x="347" y="181"/>
                </a:lnTo>
                <a:lnTo>
                  <a:pt x="350" y="177"/>
                </a:lnTo>
                <a:lnTo>
                  <a:pt x="352" y="174"/>
                </a:lnTo>
                <a:lnTo>
                  <a:pt x="353" y="170"/>
                </a:lnTo>
                <a:lnTo>
                  <a:pt x="355" y="167"/>
                </a:lnTo>
                <a:lnTo>
                  <a:pt x="357" y="164"/>
                </a:lnTo>
                <a:lnTo>
                  <a:pt x="358" y="160"/>
                </a:lnTo>
                <a:lnTo>
                  <a:pt x="359" y="156"/>
                </a:lnTo>
                <a:lnTo>
                  <a:pt x="361" y="153"/>
                </a:lnTo>
                <a:lnTo>
                  <a:pt x="361" y="149"/>
                </a:lnTo>
                <a:lnTo>
                  <a:pt x="362" y="146"/>
                </a:lnTo>
                <a:lnTo>
                  <a:pt x="363" y="142"/>
                </a:lnTo>
                <a:lnTo>
                  <a:pt x="363" y="139"/>
                </a:lnTo>
                <a:lnTo>
                  <a:pt x="363" y="135"/>
                </a:lnTo>
                <a:lnTo>
                  <a:pt x="364" y="131"/>
                </a:lnTo>
                <a:moveTo>
                  <a:pt x="386" y="131"/>
                </a:moveTo>
                <a:lnTo>
                  <a:pt x="386" y="135"/>
                </a:lnTo>
                <a:lnTo>
                  <a:pt x="386" y="139"/>
                </a:lnTo>
                <a:lnTo>
                  <a:pt x="385" y="144"/>
                </a:lnTo>
                <a:lnTo>
                  <a:pt x="385" y="148"/>
                </a:lnTo>
                <a:lnTo>
                  <a:pt x="384" y="152"/>
                </a:lnTo>
                <a:lnTo>
                  <a:pt x="383" y="156"/>
                </a:lnTo>
                <a:lnTo>
                  <a:pt x="382" y="160"/>
                </a:lnTo>
                <a:lnTo>
                  <a:pt x="380" y="164"/>
                </a:lnTo>
                <a:lnTo>
                  <a:pt x="379" y="168"/>
                </a:lnTo>
                <a:lnTo>
                  <a:pt x="377" y="172"/>
                </a:lnTo>
                <a:lnTo>
                  <a:pt x="375" y="176"/>
                </a:lnTo>
                <a:lnTo>
                  <a:pt x="373" y="180"/>
                </a:lnTo>
                <a:lnTo>
                  <a:pt x="370" y="183"/>
                </a:lnTo>
                <a:lnTo>
                  <a:pt x="368" y="187"/>
                </a:lnTo>
                <a:lnTo>
                  <a:pt x="365" y="191"/>
                </a:lnTo>
                <a:lnTo>
                  <a:pt x="362" y="194"/>
                </a:lnTo>
                <a:lnTo>
                  <a:pt x="359" y="198"/>
                </a:lnTo>
                <a:lnTo>
                  <a:pt x="356" y="202"/>
                </a:lnTo>
                <a:lnTo>
                  <a:pt x="353" y="205"/>
                </a:lnTo>
                <a:lnTo>
                  <a:pt x="349" y="208"/>
                </a:lnTo>
                <a:lnTo>
                  <a:pt x="346" y="212"/>
                </a:lnTo>
                <a:lnTo>
                  <a:pt x="342" y="215"/>
                </a:lnTo>
                <a:lnTo>
                  <a:pt x="338" y="218"/>
                </a:lnTo>
                <a:lnTo>
                  <a:pt x="334" y="221"/>
                </a:lnTo>
                <a:lnTo>
                  <a:pt x="330" y="224"/>
                </a:lnTo>
                <a:lnTo>
                  <a:pt x="324" y="228"/>
                </a:lnTo>
                <a:lnTo>
                  <a:pt x="320" y="231"/>
                </a:lnTo>
                <a:lnTo>
                  <a:pt x="315" y="233"/>
                </a:lnTo>
                <a:lnTo>
                  <a:pt x="311" y="236"/>
                </a:lnTo>
                <a:lnTo>
                  <a:pt x="306" y="238"/>
                </a:lnTo>
                <a:lnTo>
                  <a:pt x="301" y="241"/>
                </a:lnTo>
                <a:lnTo>
                  <a:pt x="296" y="243"/>
                </a:lnTo>
                <a:lnTo>
                  <a:pt x="291" y="245"/>
                </a:lnTo>
                <a:lnTo>
                  <a:pt x="285" y="247"/>
                </a:lnTo>
                <a:lnTo>
                  <a:pt x="280" y="249"/>
                </a:lnTo>
                <a:lnTo>
                  <a:pt x="275" y="251"/>
                </a:lnTo>
                <a:lnTo>
                  <a:pt x="269" y="253"/>
                </a:lnTo>
                <a:lnTo>
                  <a:pt x="263" y="254"/>
                </a:lnTo>
                <a:lnTo>
                  <a:pt x="258" y="256"/>
                </a:lnTo>
                <a:lnTo>
                  <a:pt x="252" y="257"/>
                </a:lnTo>
                <a:lnTo>
                  <a:pt x="246" y="258"/>
                </a:lnTo>
                <a:lnTo>
                  <a:pt x="240" y="259"/>
                </a:lnTo>
                <a:lnTo>
                  <a:pt x="235" y="260"/>
                </a:lnTo>
                <a:lnTo>
                  <a:pt x="229" y="261"/>
                </a:lnTo>
                <a:lnTo>
                  <a:pt x="223" y="262"/>
                </a:lnTo>
                <a:lnTo>
                  <a:pt x="217" y="262"/>
                </a:lnTo>
                <a:lnTo>
                  <a:pt x="211" y="263"/>
                </a:lnTo>
                <a:lnTo>
                  <a:pt x="205" y="263"/>
                </a:lnTo>
                <a:lnTo>
                  <a:pt x="199" y="263"/>
                </a:lnTo>
                <a:lnTo>
                  <a:pt x="192" y="263"/>
                </a:lnTo>
                <a:lnTo>
                  <a:pt x="186" y="263"/>
                </a:lnTo>
                <a:lnTo>
                  <a:pt x="180" y="263"/>
                </a:lnTo>
                <a:lnTo>
                  <a:pt x="174" y="263"/>
                </a:lnTo>
                <a:lnTo>
                  <a:pt x="168" y="262"/>
                </a:lnTo>
                <a:lnTo>
                  <a:pt x="162" y="262"/>
                </a:lnTo>
                <a:lnTo>
                  <a:pt x="156" y="261"/>
                </a:lnTo>
                <a:lnTo>
                  <a:pt x="150" y="260"/>
                </a:lnTo>
                <a:lnTo>
                  <a:pt x="145" y="259"/>
                </a:lnTo>
                <a:lnTo>
                  <a:pt x="139" y="258"/>
                </a:lnTo>
                <a:lnTo>
                  <a:pt x="133" y="257"/>
                </a:lnTo>
                <a:lnTo>
                  <a:pt x="127" y="256"/>
                </a:lnTo>
                <a:lnTo>
                  <a:pt x="122" y="254"/>
                </a:lnTo>
                <a:lnTo>
                  <a:pt x="116" y="253"/>
                </a:lnTo>
                <a:lnTo>
                  <a:pt x="110" y="251"/>
                </a:lnTo>
                <a:lnTo>
                  <a:pt x="105" y="249"/>
                </a:lnTo>
                <a:lnTo>
                  <a:pt x="100" y="247"/>
                </a:lnTo>
                <a:lnTo>
                  <a:pt x="94" y="245"/>
                </a:lnTo>
                <a:lnTo>
                  <a:pt x="89" y="243"/>
                </a:lnTo>
                <a:lnTo>
                  <a:pt x="84" y="241"/>
                </a:lnTo>
                <a:lnTo>
                  <a:pt x="79" y="238"/>
                </a:lnTo>
                <a:lnTo>
                  <a:pt x="74" y="236"/>
                </a:lnTo>
                <a:lnTo>
                  <a:pt x="70" y="233"/>
                </a:lnTo>
                <a:lnTo>
                  <a:pt x="65" y="231"/>
                </a:lnTo>
                <a:lnTo>
                  <a:pt x="61" y="228"/>
                </a:lnTo>
                <a:lnTo>
                  <a:pt x="56" y="224"/>
                </a:lnTo>
                <a:lnTo>
                  <a:pt x="52" y="221"/>
                </a:lnTo>
                <a:lnTo>
                  <a:pt x="48" y="218"/>
                </a:lnTo>
                <a:lnTo>
                  <a:pt x="44" y="215"/>
                </a:lnTo>
                <a:lnTo>
                  <a:pt x="40" y="212"/>
                </a:lnTo>
                <a:lnTo>
                  <a:pt x="37" y="208"/>
                </a:lnTo>
                <a:lnTo>
                  <a:pt x="33" y="205"/>
                </a:lnTo>
                <a:lnTo>
                  <a:pt x="30" y="202"/>
                </a:lnTo>
                <a:lnTo>
                  <a:pt x="27" y="198"/>
                </a:lnTo>
                <a:lnTo>
                  <a:pt x="24" y="194"/>
                </a:lnTo>
                <a:lnTo>
                  <a:pt x="21" y="191"/>
                </a:lnTo>
                <a:lnTo>
                  <a:pt x="18" y="187"/>
                </a:lnTo>
                <a:lnTo>
                  <a:pt x="16" y="183"/>
                </a:lnTo>
                <a:lnTo>
                  <a:pt x="13" y="180"/>
                </a:lnTo>
                <a:lnTo>
                  <a:pt x="11" y="176"/>
                </a:lnTo>
                <a:lnTo>
                  <a:pt x="9" y="172"/>
                </a:lnTo>
                <a:lnTo>
                  <a:pt x="7" y="168"/>
                </a:lnTo>
                <a:lnTo>
                  <a:pt x="6" y="164"/>
                </a:lnTo>
                <a:lnTo>
                  <a:pt x="4" y="160"/>
                </a:lnTo>
                <a:lnTo>
                  <a:pt x="3" y="156"/>
                </a:lnTo>
                <a:lnTo>
                  <a:pt x="2" y="152"/>
                </a:lnTo>
                <a:lnTo>
                  <a:pt x="1" y="148"/>
                </a:lnTo>
                <a:lnTo>
                  <a:pt x="1" y="144"/>
                </a:lnTo>
                <a:lnTo>
                  <a:pt x="0" y="139"/>
                </a:lnTo>
                <a:lnTo>
                  <a:pt x="0" y="135"/>
                </a:lnTo>
                <a:lnTo>
                  <a:pt x="0" y="131"/>
                </a:lnTo>
                <a:lnTo>
                  <a:pt x="0" y="127"/>
                </a:lnTo>
                <a:lnTo>
                  <a:pt x="0" y="123"/>
                </a:lnTo>
                <a:lnTo>
                  <a:pt x="1" y="119"/>
                </a:lnTo>
                <a:lnTo>
                  <a:pt x="1" y="115"/>
                </a:lnTo>
                <a:lnTo>
                  <a:pt x="2" y="111"/>
                </a:lnTo>
                <a:lnTo>
                  <a:pt x="3" y="107"/>
                </a:lnTo>
                <a:lnTo>
                  <a:pt x="4" y="103"/>
                </a:lnTo>
                <a:lnTo>
                  <a:pt x="6" y="99"/>
                </a:lnTo>
                <a:lnTo>
                  <a:pt x="7" y="95"/>
                </a:lnTo>
                <a:lnTo>
                  <a:pt x="9" y="91"/>
                </a:lnTo>
                <a:lnTo>
                  <a:pt x="11" y="87"/>
                </a:lnTo>
                <a:lnTo>
                  <a:pt x="13" y="83"/>
                </a:lnTo>
                <a:lnTo>
                  <a:pt x="16" y="79"/>
                </a:lnTo>
                <a:lnTo>
                  <a:pt x="18" y="75"/>
                </a:lnTo>
                <a:lnTo>
                  <a:pt x="21" y="72"/>
                </a:lnTo>
                <a:lnTo>
                  <a:pt x="24" y="68"/>
                </a:lnTo>
                <a:lnTo>
                  <a:pt x="27" y="64"/>
                </a:lnTo>
                <a:lnTo>
                  <a:pt x="30" y="61"/>
                </a:lnTo>
                <a:lnTo>
                  <a:pt x="33" y="58"/>
                </a:lnTo>
                <a:lnTo>
                  <a:pt x="37" y="54"/>
                </a:lnTo>
                <a:lnTo>
                  <a:pt x="40" y="51"/>
                </a:lnTo>
                <a:lnTo>
                  <a:pt x="44" y="48"/>
                </a:lnTo>
                <a:lnTo>
                  <a:pt x="48" y="45"/>
                </a:lnTo>
                <a:lnTo>
                  <a:pt x="52" y="41"/>
                </a:lnTo>
                <a:lnTo>
                  <a:pt x="56" y="39"/>
                </a:lnTo>
                <a:lnTo>
                  <a:pt x="61" y="36"/>
                </a:lnTo>
                <a:lnTo>
                  <a:pt x="65" y="33"/>
                </a:lnTo>
                <a:lnTo>
                  <a:pt x="70" y="30"/>
                </a:lnTo>
                <a:lnTo>
                  <a:pt x="74" y="28"/>
                </a:lnTo>
                <a:lnTo>
                  <a:pt x="79" y="25"/>
                </a:lnTo>
                <a:lnTo>
                  <a:pt x="84" y="23"/>
                </a:lnTo>
                <a:lnTo>
                  <a:pt x="89" y="21"/>
                </a:lnTo>
                <a:lnTo>
                  <a:pt x="94" y="18"/>
                </a:lnTo>
                <a:lnTo>
                  <a:pt x="100" y="16"/>
                </a:lnTo>
                <a:lnTo>
                  <a:pt x="105" y="14"/>
                </a:lnTo>
                <a:lnTo>
                  <a:pt x="110" y="13"/>
                </a:lnTo>
                <a:lnTo>
                  <a:pt x="116" y="11"/>
                </a:lnTo>
                <a:lnTo>
                  <a:pt x="122" y="9"/>
                </a:lnTo>
                <a:lnTo>
                  <a:pt x="127" y="8"/>
                </a:lnTo>
                <a:lnTo>
                  <a:pt x="133" y="7"/>
                </a:lnTo>
                <a:lnTo>
                  <a:pt x="139" y="5"/>
                </a:lnTo>
                <a:lnTo>
                  <a:pt x="145" y="4"/>
                </a:lnTo>
                <a:lnTo>
                  <a:pt x="150" y="3"/>
                </a:lnTo>
                <a:lnTo>
                  <a:pt x="156" y="2"/>
                </a:lnTo>
                <a:lnTo>
                  <a:pt x="162" y="2"/>
                </a:lnTo>
                <a:lnTo>
                  <a:pt x="168" y="1"/>
                </a:lnTo>
                <a:lnTo>
                  <a:pt x="174" y="1"/>
                </a:lnTo>
                <a:lnTo>
                  <a:pt x="180" y="0"/>
                </a:lnTo>
                <a:lnTo>
                  <a:pt x="186" y="0"/>
                </a:lnTo>
                <a:lnTo>
                  <a:pt x="192" y="0"/>
                </a:lnTo>
                <a:lnTo>
                  <a:pt x="199" y="0"/>
                </a:lnTo>
                <a:lnTo>
                  <a:pt x="205" y="0"/>
                </a:lnTo>
                <a:lnTo>
                  <a:pt x="211" y="1"/>
                </a:lnTo>
                <a:lnTo>
                  <a:pt x="217" y="1"/>
                </a:lnTo>
                <a:lnTo>
                  <a:pt x="223" y="2"/>
                </a:lnTo>
                <a:lnTo>
                  <a:pt x="229" y="2"/>
                </a:lnTo>
                <a:lnTo>
                  <a:pt x="235" y="3"/>
                </a:lnTo>
                <a:lnTo>
                  <a:pt x="240" y="4"/>
                </a:lnTo>
                <a:lnTo>
                  <a:pt x="246" y="5"/>
                </a:lnTo>
                <a:lnTo>
                  <a:pt x="252" y="7"/>
                </a:lnTo>
                <a:lnTo>
                  <a:pt x="258" y="8"/>
                </a:lnTo>
                <a:lnTo>
                  <a:pt x="263" y="9"/>
                </a:lnTo>
                <a:lnTo>
                  <a:pt x="269" y="11"/>
                </a:lnTo>
                <a:lnTo>
                  <a:pt x="275" y="13"/>
                </a:lnTo>
                <a:lnTo>
                  <a:pt x="280" y="14"/>
                </a:lnTo>
                <a:lnTo>
                  <a:pt x="285" y="16"/>
                </a:lnTo>
                <a:lnTo>
                  <a:pt x="291" y="18"/>
                </a:lnTo>
                <a:lnTo>
                  <a:pt x="296" y="21"/>
                </a:lnTo>
                <a:lnTo>
                  <a:pt x="301" y="23"/>
                </a:lnTo>
                <a:lnTo>
                  <a:pt x="306" y="25"/>
                </a:lnTo>
                <a:lnTo>
                  <a:pt x="311" y="28"/>
                </a:lnTo>
                <a:lnTo>
                  <a:pt x="315" y="30"/>
                </a:lnTo>
                <a:lnTo>
                  <a:pt x="320" y="33"/>
                </a:lnTo>
                <a:lnTo>
                  <a:pt x="324" y="36"/>
                </a:lnTo>
                <a:lnTo>
                  <a:pt x="330" y="39"/>
                </a:lnTo>
                <a:lnTo>
                  <a:pt x="334" y="41"/>
                </a:lnTo>
                <a:lnTo>
                  <a:pt x="338" y="45"/>
                </a:lnTo>
                <a:lnTo>
                  <a:pt x="342" y="48"/>
                </a:lnTo>
                <a:lnTo>
                  <a:pt x="346" y="51"/>
                </a:lnTo>
                <a:lnTo>
                  <a:pt x="349" y="54"/>
                </a:lnTo>
                <a:lnTo>
                  <a:pt x="353" y="58"/>
                </a:lnTo>
                <a:lnTo>
                  <a:pt x="356" y="61"/>
                </a:lnTo>
                <a:lnTo>
                  <a:pt x="359" y="64"/>
                </a:lnTo>
                <a:lnTo>
                  <a:pt x="362" y="68"/>
                </a:lnTo>
                <a:lnTo>
                  <a:pt x="365" y="72"/>
                </a:lnTo>
                <a:lnTo>
                  <a:pt x="368" y="75"/>
                </a:lnTo>
                <a:lnTo>
                  <a:pt x="370" y="79"/>
                </a:lnTo>
                <a:lnTo>
                  <a:pt x="373" y="83"/>
                </a:lnTo>
                <a:lnTo>
                  <a:pt x="375" y="87"/>
                </a:lnTo>
                <a:lnTo>
                  <a:pt x="377" y="91"/>
                </a:lnTo>
                <a:lnTo>
                  <a:pt x="379" y="95"/>
                </a:lnTo>
                <a:lnTo>
                  <a:pt x="380" y="99"/>
                </a:lnTo>
                <a:lnTo>
                  <a:pt x="382" y="103"/>
                </a:lnTo>
                <a:lnTo>
                  <a:pt x="383" y="107"/>
                </a:lnTo>
                <a:lnTo>
                  <a:pt x="384" y="111"/>
                </a:lnTo>
                <a:lnTo>
                  <a:pt x="385" y="115"/>
                </a:lnTo>
                <a:lnTo>
                  <a:pt x="385" y="119"/>
                </a:lnTo>
                <a:lnTo>
                  <a:pt x="386" y="123"/>
                </a:lnTo>
                <a:lnTo>
                  <a:pt x="386" y="127"/>
                </a:lnTo>
                <a:lnTo>
                  <a:pt x="386" y="131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8" name=""/>
          <p:cNvSpPr/>
          <p:nvPr/>
        </p:nvSpPr>
        <p:spPr>
          <a:xfrm>
            <a:off x="7985880" y="2887200"/>
            <a:ext cx="147600" cy="100440"/>
          </a:xfrm>
          <a:custGeom>
            <a:avLst/>
            <a:gdLst/>
            <a:ahLst/>
            <a:rect l="0" t="0" r="r" b="b"/>
            <a:pathLst>
              <a:path w="410" h="279">
                <a:moveTo>
                  <a:pt x="398" y="139"/>
                </a:moveTo>
                <a:lnTo>
                  <a:pt x="398" y="135"/>
                </a:lnTo>
                <a:lnTo>
                  <a:pt x="398" y="131"/>
                </a:lnTo>
                <a:lnTo>
                  <a:pt x="397" y="127"/>
                </a:lnTo>
                <a:lnTo>
                  <a:pt x="397" y="123"/>
                </a:lnTo>
                <a:lnTo>
                  <a:pt x="396" y="119"/>
                </a:lnTo>
                <a:lnTo>
                  <a:pt x="395" y="115"/>
                </a:lnTo>
                <a:lnTo>
                  <a:pt x="394" y="111"/>
                </a:lnTo>
                <a:lnTo>
                  <a:pt x="392" y="107"/>
                </a:lnTo>
                <a:lnTo>
                  <a:pt x="391" y="103"/>
                </a:lnTo>
                <a:lnTo>
                  <a:pt x="389" y="99"/>
                </a:lnTo>
                <a:lnTo>
                  <a:pt x="387" y="95"/>
                </a:lnTo>
                <a:lnTo>
                  <a:pt x="385" y="91"/>
                </a:lnTo>
                <a:lnTo>
                  <a:pt x="382" y="87"/>
                </a:lnTo>
                <a:lnTo>
                  <a:pt x="380" y="83"/>
                </a:lnTo>
                <a:lnTo>
                  <a:pt x="377" y="80"/>
                </a:lnTo>
                <a:lnTo>
                  <a:pt x="374" y="76"/>
                </a:lnTo>
                <a:lnTo>
                  <a:pt x="371" y="72"/>
                </a:lnTo>
                <a:lnTo>
                  <a:pt x="368" y="69"/>
                </a:lnTo>
                <a:lnTo>
                  <a:pt x="365" y="66"/>
                </a:lnTo>
                <a:lnTo>
                  <a:pt x="361" y="62"/>
                </a:lnTo>
                <a:lnTo>
                  <a:pt x="358" y="59"/>
                </a:lnTo>
                <a:lnTo>
                  <a:pt x="354" y="56"/>
                </a:lnTo>
                <a:lnTo>
                  <a:pt x="350" y="53"/>
                </a:lnTo>
                <a:lnTo>
                  <a:pt x="346" y="49"/>
                </a:lnTo>
                <a:lnTo>
                  <a:pt x="342" y="47"/>
                </a:lnTo>
                <a:lnTo>
                  <a:pt x="337" y="44"/>
                </a:lnTo>
                <a:lnTo>
                  <a:pt x="333" y="41"/>
                </a:lnTo>
                <a:lnTo>
                  <a:pt x="328" y="38"/>
                </a:lnTo>
                <a:lnTo>
                  <a:pt x="324" y="36"/>
                </a:lnTo>
                <a:lnTo>
                  <a:pt x="319" y="33"/>
                </a:lnTo>
                <a:lnTo>
                  <a:pt x="314" y="31"/>
                </a:lnTo>
                <a:lnTo>
                  <a:pt x="309" y="29"/>
                </a:lnTo>
                <a:lnTo>
                  <a:pt x="304" y="26"/>
                </a:lnTo>
                <a:lnTo>
                  <a:pt x="298" y="24"/>
                </a:lnTo>
                <a:lnTo>
                  <a:pt x="293" y="22"/>
                </a:lnTo>
                <a:lnTo>
                  <a:pt x="288" y="21"/>
                </a:lnTo>
                <a:lnTo>
                  <a:pt x="282" y="19"/>
                </a:lnTo>
                <a:lnTo>
                  <a:pt x="276" y="17"/>
                </a:lnTo>
                <a:lnTo>
                  <a:pt x="271" y="16"/>
                </a:lnTo>
                <a:lnTo>
                  <a:pt x="265" y="15"/>
                </a:lnTo>
                <a:lnTo>
                  <a:pt x="259" y="13"/>
                </a:lnTo>
                <a:lnTo>
                  <a:pt x="253" y="12"/>
                </a:lnTo>
                <a:lnTo>
                  <a:pt x="248" y="11"/>
                </a:lnTo>
                <a:lnTo>
                  <a:pt x="242" y="10"/>
                </a:lnTo>
                <a:lnTo>
                  <a:pt x="236" y="10"/>
                </a:lnTo>
                <a:lnTo>
                  <a:pt x="230" y="9"/>
                </a:lnTo>
                <a:lnTo>
                  <a:pt x="224" y="9"/>
                </a:lnTo>
                <a:lnTo>
                  <a:pt x="218" y="8"/>
                </a:lnTo>
                <a:lnTo>
                  <a:pt x="212" y="8"/>
                </a:lnTo>
                <a:lnTo>
                  <a:pt x="205" y="8"/>
                </a:lnTo>
                <a:lnTo>
                  <a:pt x="199" y="8"/>
                </a:lnTo>
                <a:lnTo>
                  <a:pt x="193" y="8"/>
                </a:lnTo>
                <a:lnTo>
                  <a:pt x="187" y="9"/>
                </a:lnTo>
                <a:lnTo>
                  <a:pt x="181" y="9"/>
                </a:lnTo>
                <a:lnTo>
                  <a:pt x="175" y="10"/>
                </a:lnTo>
                <a:lnTo>
                  <a:pt x="169" y="10"/>
                </a:lnTo>
                <a:lnTo>
                  <a:pt x="163" y="11"/>
                </a:lnTo>
                <a:lnTo>
                  <a:pt x="158" y="12"/>
                </a:lnTo>
                <a:lnTo>
                  <a:pt x="152" y="13"/>
                </a:lnTo>
                <a:lnTo>
                  <a:pt x="146" y="15"/>
                </a:lnTo>
                <a:lnTo>
                  <a:pt x="140" y="16"/>
                </a:lnTo>
                <a:lnTo>
                  <a:pt x="135" y="17"/>
                </a:lnTo>
                <a:lnTo>
                  <a:pt x="129" y="19"/>
                </a:lnTo>
                <a:lnTo>
                  <a:pt x="123" y="21"/>
                </a:lnTo>
                <a:lnTo>
                  <a:pt x="118" y="22"/>
                </a:lnTo>
                <a:lnTo>
                  <a:pt x="113" y="24"/>
                </a:lnTo>
                <a:lnTo>
                  <a:pt x="107" y="26"/>
                </a:lnTo>
                <a:lnTo>
                  <a:pt x="102" y="29"/>
                </a:lnTo>
                <a:lnTo>
                  <a:pt x="97" y="31"/>
                </a:lnTo>
                <a:lnTo>
                  <a:pt x="92" y="33"/>
                </a:lnTo>
                <a:lnTo>
                  <a:pt x="87" y="36"/>
                </a:lnTo>
                <a:lnTo>
                  <a:pt x="83" y="38"/>
                </a:lnTo>
                <a:lnTo>
                  <a:pt x="78" y="41"/>
                </a:lnTo>
                <a:lnTo>
                  <a:pt x="74" y="44"/>
                </a:lnTo>
                <a:lnTo>
                  <a:pt x="69" y="47"/>
                </a:lnTo>
                <a:lnTo>
                  <a:pt x="65" y="49"/>
                </a:lnTo>
                <a:lnTo>
                  <a:pt x="61" y="53"/>
                </a:lnTo>
                <a:lnTo>
                  <a:pt x="57" y="56"/>
                </a:lnTo>
                <a:lnTo>
                  <a:pt x="52" y="59"/>
                </a:lnTo>
                <a:lnTo>
                  <a:pt x="49" y="62"/>
                </a:lnTo>
                <a:lnTo>
                  <a:pt x="45" y="66"/>
                </a:lnTo>
                <a:lnTo>
                  <a:pt x="42" y="69"/>
                </a:lnTo>
                <a:lnTo>
                  <a:pt x="39" y="72"/>
                </a:lnTo>
                <a:lnTo>
                  <a:pt x="36" y="76"/>
                </a:lnTo>
                <a:lnTo>
                  <a:pt x="33" y="80"/>
                </a:lnTo>
                <a:lnTo>
                  <a:pt x="30" y="83"/>
                </a:lnTo>
                <a:lnTo>
                  <a:pt x="28" y="87"/>
                </a:lnTo>
                <a:lnTo>
                  <a:pt x="25" y="91"/>
                </a:lnTo>
                <a:lnTo>
                  <a:pt x="23" y="95"/>
                </a:lnTo>
                <a:lnTo>
                  <a:pt x="21" y="99"/>
                </a:lnTo>
                <a:lnTo>
                  <a:pt x="19" y="103"/>
                </a:lnTo>
                <a:lnTo>
                  <a:pt x="18" y="107"/>
                </a:lnTo>
                <a:lnTo>
                  <a:pt x="16" y="111"/>
                </a:lnTo>
                <a:lnTo>
                  <a:pt x="15" y="115"/>
                </a:lnTo>
                <a:lnTo>
                  <a:pt x="14" y="119"/>
                </a:lnTo>
                <a:lnTo>
                  <a:pt x="13" y="123"/>
                </a:lnTo>
                <a:lnTo>
                  <a:pt x="13" y="127"/>
                </a:lnTo>
                <a:lnTo>
                  <a:pt x="12" y="131"/>
                </a:lnTo>
                <a:lnTo>
                  <a:pt x="12" y="135"/>
                </a:lnTo>
                <a:lnTo>
                  <a:pt x="12" y="139"/>
                </a:lnTo>
                <a:lnTo>
                  <a:pt x="12" y="143"/>
                </a:lnTo>
                <a:lnTo>
                  <a:pt x="12" y="147"/>
                </a:lnTo>
                <a:lnTo>
                  <a:pt x="13" y="153"/>
                </a:lnTo>
                <a:lnTo>
                  <a:pt x="13" y="157"/>
                </a:lnTo>
                <a:lnTo>
                  <a:pt x="14" y="161"/>
                </a:lnTo>
                <a:lnTo>
                  <a:pt x="15" y="165"/>
                </a:lnTo>
                <a:lnTo>
                  <a:pt x="16" y="169"/>
                </a:lnTo>
                <a:lnTo>
                  <a:pt x="18" y="173"/>
                </a:lnTo>
                <a:lnTo>
                  <a:pt x="19" y="177"/>
                </a:lnTo>
                <a:lnTo>
                  <a:pt x="21" y="181"/>
                </a:lnTo>
                <a:lnTo>
                  <a:pt x="23" y="185"/>
                </a:lnTo>
                <a:lnTo>
                  <a:pt x="25" y="189"/>
                </a:lnTo>
                <a:lnTo>
                  <a:pt x="28" y="192"/>
                </a:lnTo>
                <a:lnTo>
                  <a:pt x="30" y="196"/>
                </a:lnTo>
                <a:lnTo>
                  <a:pt x="33" y="200"/>
                </a:lnTo>
                <a:lnTo>
                  <a:pt x="36" y="203"/>
                </a:lnTo>
                <a:lnTo>
                  <a:pt x="39" y="207"/>
                </a:lnTo>
                <a:lnTo>
                  <a:pt x="42" y="211"/>
                </a:lnTo>
                <a:lnTo>
                  <a:pt x="45" y="214"/>
                </a:lnTo>
                <a:lnTo>
                  <a:pt x="49" y="217"/>
                </a:lnTo>
                <a:lnTo>
                  <a:pt x="52" y="221"/>
                </a:lnTo>
                <a:lnTo>
                  <a:pt x="57" y="224"/>
                </a:lnTo>
                <a:lnTo>
                  <a:pt x="61" y="227"/>
                </a:lnTo>
                <a:lnTo>
                  <a:pt x="65" y="230"/>
                </a:lnTo>
                <a:lnTo>
                  <a:pt x="69" y="233"/>
                </a:lnTo>
                <a:lnTo>
                  <a:pt x="74" y="236"/>
                </a:lnTo>
                <a:lnTo>
                  <a:pt x="78" y="239"/>
                </a:lnTo>
                <a:lnTo>
                  <a:pt x="83" y="241"/>
                </a:lnTo>
                <a:lnTo>
                  <a:pt x="87" y="244"/>
                </a:lnTo>
                <a:lnTo>
                  <a:pt x="92" y="246"/>
                </a:lnTo>
                <a:lnTo>
                  <a:pt x="97" y="249"/>
                </a:lnTo>
                <a:lnTo>
                  <a:pt x="102" y="251"/>
                </a:lnTo>
                <a:lnTo>
                  <a:pt x="107" y="253"/>
                </a:lnTo>
                <a:lnTo>
                  <a:pt x="113" y="255"/>
                </a:lnTo>
                <a:lnTo>
                  <a:pt x="118" y="257"/>
                </a:lnTo>
                <a:lnTo>
                  <a:pt x="123" y="259"/>
                </a:lnTo>
                <a:lnTo>
                  <a:pt x="129" y="261"/>
                </a:lnTo>
                <a:lnTo>
                  <a:pt x="135" y="262"/>
                </a:lnTo>
                <a:lnTo>
                  <a:pt x="140" y="264"/>
                </a:lnTo>
                <a:lnTo>
                  <a:pt x="146" y="265"/>
                </a:lnTo>
                <a:lnTo>
                  <a:pt x="152" y="266"/>
                </a:lnTo>
                <a:lnTo>
                  <a:pt x="158" y="267"/>
                </a:lnTo>
                <a:lnTo>
                  <a:pt x="163" y="268"/>
                </a:lnTo>
                <a:lnTo>
                  <a:pt x="169" y="269"/>
                </a:lnTo>
                <a:lnTo>
                  <a:pt x="175" y="270"/>
                </a:lnTo>
                <a:lnTo>
                  <a:pt x="181" y="270"/>
                </a:lnTo>
                <a:lnTo>
                  <a:pt x="187" y="271"/>
                </a:lnTo>
                <a:lnTo>
                  <a:pt x="193" y="271"/>
                </a:lnTo>
                <a:lnTo>
                  <a:pt x="199" y="271"/>
                </a:lnTo>
                <a:lnTo>
                  <a:pt x="205" y="271"/>
                </a:lnTo>
                <a:lnTo>
                  <a:pt x="212" y="271"/>
                </a:lnTo>
                <a:lnTo>
                  <a:pt x="218" y="271"/>
                </a:lnTo>
                <a:lnTo>
                  <a:pt x="224" y="271"/>
                </a:lnTo>
                <a:lnTo>
                  <a:pt x="230" y="270"/>
                </a:lnTo>
                <a:lnTo>
                  <a:pt x="236" y="270"/>
                </a:lnTo>
                <a:lnTo>
                  <a:pt x="242" y="269"/>
                </a:lnTo>
                <a:lnTo>
                  <a:pt x="248" y="268"/>
                </a:lnTo>
                <a:lnTo>
                  <a:pt x="253" y="267"/>
                </a:lnTo>
                <a:lnTo>
                  <a:pt x="259" y="266"/>
                </a:lnTo>
                <a:lnTo>
                  <a:pt x="265" y="265"/>
                </a:lnTo>
                <a:lnTo>
                  <a:pt x="271" y="264"/>
                </a:lnTo>
                <a:lnTo>
                  <a:pt x="276" y="262"/>
                </a:lnTo>
                <a:lnTo>
                  <a:pt x="282" y="261"/>
                </a:lnTo>
                <a:lnTo>
                  <a:pt x="288" y="259"/>
                </a:lnTo>
                <a:lnTo>
                  <a:pt x="293" y="257"/>
                </a:lnTo>
                <a:lnTo>
                  <a:pt x="298" y="255"/>
                </a:lnTo>
                <a:lnTo>
                  <a:pt x="304" y="253"/>
                </a:lnTo>
                <a:lnTo>
                  <a:pt x="309" y="251"/>
                </a:lnTo>
                <a:lnTo>
                  <a:pt x="314" y="249"/>
                </a:lnTo>
                <a:lnTo>
                  <a:pt x="319" y="246"/>
                </a:lnTo>
                <a:lnTo>
                  <a:pt x="324" y="244"/>
                </a:lnTo>
                <a:lnTo>
                  <a:pt x="328" y="241"/>
                </a:lnTo>
                <a:lnTo>
                  <a:pt x="333" y="239"/>
                </a:lnTo>
                <a:lnTo>
                  <a:pt x="337" y="236"/>
                </a:lnTo>
                <a:lnTo>
                  <a:pt x="342" y="233"/>
                </a:lnTo>
                <a:lnTo>
                  <a:pt x="346" y="230"/>
                </a:lnTo>
                <a:lnTo>
                  <a:pt x="350" y="227"/>
                </a:lnTo>
                <a:lnTo>
                  <a:pt x="354" y="224"/>
                </a:lnTo>
                <a:lnTo>
                  <a:pt x="358" y="221"/>
                </a:lnTo>
                <a:lnTo>
                  <a:pt x="361" y="217"/>
                </a:lnTo>
                <a:lnTo>
                  <a:pt x="365" y="214"/>
                </a:lnTo>
                <a:lnTo>
                  <a:pt x="368" y="211"/>
                </a:lnTo>
                <a:lnTo>
                  <a:pt x="371" y="207"/>
                </a:lnTo>
                <a:lnTo>
                  <a:pt x="374" y="203"/>
                </a:lnTo>
                <a:lnTo>
                  <a:pt x="377" y="200"/>
                </a:lnTo>
                <a:lnTo>
                  <a:pt x="380" y="196"/>
                </a:lnTo>
                <a:lnTo>
                  <a:pt x="382" y="192"/>
                </a:lnTo>
                <a:lnTo>
                  <a:pt x="385" y="189"/>
                </a:lnTo>
                <a:lnTo>
                  <a:pt x="387" y="185"/>
                </a:lnTo>
                <a:lnTo>
                  <a:pt x="389" y="181"/>
                </a:lnTo>
                <a:lnTo>
                  <a:pt x="391" y="177"/>
                </a:lnTo>
                <a:lnTo>
                  <a:pt x="392" y="173"/>
                </a:lnTo>
                <a:lnTo>
                  <a:pt x="394" y="169"/>
                </a:lnTo>
                <a:lnTo>
                  <a:pt x="395" y="165"/>
                </a:lnTo>
                <a:lnTo>
                  <a:pt x="396" y="161"/>
                </a:lnTo>
                <a:lnTo>
                  <a:pt x="397" y="157"/>
                </a:lnTo>
                <a:lnTo>
                  <a:pt x="397" y="153"/>
                </a:lnTo>
                <a:lnTo>
                  <a:pt x="398" y="147"/>
                </a:lnTo>
                <a:lnTo>
                  <a:pt x="398" y="143"/>
                </a:lnTo>
                <a:lnTo>
                  <a:pt x="398" y="139"/>
                </a:lnTo>
                <a:moveTo>
                  <a:pt x="410" y="139"/>
                </a:moveTo>
                <a:lnTo>
                  <a:pt x="409" y="144"/>
                </a:lnTo>
                <a:lnTo>
                  <a:pt x="409" y="148"/>
                </a:lnTo>
                <a:lnTo>
                  <a:pt x="409" y="153"/>
                </a:lnTo>
                <a:lnTo>
                  <a:pt x="408" y="158"/>
                </a:lnTo>
                <a:lnTo>
                  <a:pt x="407" y="162"/>
                </a:lnTo>
                <a:lnTo>
                  <a:pt x="406" y="166"/>
                </a:lnTo>
                <a:lnTo>
                  <a:pt x="405" y="171"/>
                </a:lnTo>
                <a:lnTo>
                  <a:pt x="403" y="175"/>
                </a:lnTo>
                <a:lnTo>
                  <a:pt x="401" y="179"/>
                </a:lnTo>
                <a:lnTo>
                  <a:pt x="400" y="183"/>
                </a:lnTo>
                <a:lnTo>
                  <a:pt x="397" y="187"/>
                </a:lnTo>
                <a:lnTo>
                  <a:pt x="395" y="191"/>
                </a:lnTo>
                <a:lnTo>
                  <a:pt x="393" y="195"/>
                </a:lnTo>
                <a:lnTo>
                  <a:pt x="390" y="199"/>
                </a:lnTo>
                <a:lnTo>
                  <a:pt x="387" y="203"/>
                </a:lnTo>
                <a:lnTo>
                  <a:pt x="384" y="207"/>
                </a:lnTo>
                <a:lnTo>
                  <a:pt x="381" y="211"/>
                </a:lnTo>
                <a:lnTo>
                  <a:pt x="378" y="215"/>
                </a:lnTo>
                <a:lnTo>
                  <a:pt x="374" y="218"/>
                </a:lnTo>
                <a:lnTo>
                  <a:pt x="371" y="222"/>
                </a:lnTo>
                <a:lnTo>
                  <a:pt x="367" y="225"/>
                </a:lnTo>
                <a:lnTo>
                  <a:pt x="363" y="229"/>
                </a:lnTo>
                <a:lnTo>
                  <a:pt x="359" y="232"/>
                </a:lnTo>
                <a:lnTo>
                  <a:pt x="354" y="235"/>
                </a:lnTo>
                <a:lnTo>
                  <a:pt x="350" y="238"/>
                </a:lnTo>
                <a:lnTo>
                  <a:pt x="345" y="241"/>
                </a:lnTo>
                <a:lnTo>
                  <a:pt x="340" y="244"/>
                </a:lnTo>
                <a:lnTo>
                  <a:pt x="336" y="247"/>
                </a:lnTo>
                <a:lnTo>
                  <a:pt x="331" y="250"/>
                </a:lnTo>
                <a:lnTo>
                  <a:pt x="325" y="253"/>
                </a:lnTo>
                <a:lnTo>
                  <a:pt x="320" y="255"/>
                </a:lnTo>
                <a:lnTo>
                  <a:pt x="315" y="257"/>
                </a:lnTo>
                <a:lnTo>
                  <a:pt x="309" y="260"/>
                </a:lnTo>
                <a:lnTo>
                  <a:pt x="304" y="262"/>
                </a:lnTo>
                <a:lnTo>
                  <a:pt x="298" y="264"/>
                </a:lnTo>
                <a:lnTo>
                  <a:pt x="292" y="266"/>
                </a:lnTo>
                <a:lnTo>
                  <a:pt x="287" y="268"/>
                </a:lnTo>
                <a:lnTo>
                  <a:pt x="281" y="269"/>
                </a:lnTo>
                <a:lnTo>
                  <a:pt x="275" y="271"/>
                </a:lnTo>
                <a:lnTo>
                  <a:pt x="269" y="272"/>
                </a:lnTo>
                <a:lnTo>
                  <a:pt x="262" y="274"/>
                </a:lnTo>
                <a:lnTo>
                  <a:pt x="256" y="275"/>
                </a:lnTo>
                <a:lnTo>
                  <a:pt x="250" y="276"/>
                </a:lnTo>
                <a:lnTo>
                  <a:pt x="244" y="277"/>
                </a:lnTo>
                <a:lnTo>
                  <a:pt x="237" y="277"/>
                </a:lnTo>
                <a:lnTo>
                  <a:pt x="231" y="278"/>
                </a:lnTo>
                <a:lnTo>
                  <a:pt x="225" y="278"/>
                </a:lnTo>
                <a:lnTo>
                  <a:pt x="218" y="279"/>
                </a:lnTo>
                <a:lnTo>
                  <a:pt x="212" y="279"/>
                </a:lnTo>
                <a:lnTo>
                  <a:pt x="205" y="279"/>
                </a:lnTo>
                <a:lnTo>
                  <a:pt x="199" y="279"/>
                </a:lnTo>
                <a:lnTo>
                  <a:pt x="193" y="279"/>
                </a:lnTo>
                <a:lnTo>
                  <a:pt x="186" y="278"/>
                </a:lnTo>
                <a:lnTo>
                  <a:pt x="180" y="278"/>
                </a:lnTo>
                <a:lnTo>
                  <a:pt x="174" y="277"/>
                </a:lnTo>
                <a:lnTo>
                  <a:pt x="167" y="277"/>
                </a:lnTo>
                <a:lnTo>
                  <a:pt x="161" y="276"/>
                </a:lnTo>
                <a:lnTo>
                  <a:pt x="155" y="275"/>
                </a:lnTo>
                <a:lnTo>
                  <a:pt x="149" y="274"/>
                </a:lnTo>
                <a:lnTo>
                  <a:pt x="142" y="272"/>
                </a:lnTo>
                <a:lnTo>
                  <a:pt x="136" y="271"/>
                </a:lnTo>
                <a:lnTo>
                  <a:pt x="130" y="269"/>
                </a:lnTo>
                <a:lnTo>
                  <a:pt x="124" y="268"/>
                </a:lnTo>
                <a:lnTo>
                  <a:pt x="119" y="266"/>
                </a:lnTo>
                <a:lnTo>
                  <a:pt x="113" y="264"/>
                </a:lnTo>
                <a:lnTo>
                  <a:pt x="107" y="262"/>
                </a:lnTo>
                <a:lnTo>
                  <a:pt x="102" y="260"/>
                </a:lnTo>
                <a:lnTo>
                  <a:pt x="96" y="257"/>
                </a:lnTo>
                <a:lnTo>
                  <a:pt x="91" y="255"/>
                </a:lnTo>
                <a:lnTo>
                  <a:pt x="86" y="253"/>
                </a:lnTo>
                <a:lnTo>
                  <a:pt x="80" y="250"/>
                </a:lnTo>
                <a:lnTo>
                  <a:pt x="75" y="247"/>
                </a:lnTo>
                <a:lnTo>
                  <a:pt x="71" y="244"/>
                </a:lnTo>
                <a:lnTo>
                  <a:pt x="66" y="241"/>
                </a:lnTo>
                <a:lnTo>
                  <a:pt x="61" y="238"/>
                </a:lnTo>
                <a:lnTo>
                  <a:pt x="57" y="235"/>
                </a:lnTo>
                <a:lnTo>
                  <a:pt x="51" y="232"/>
                </a:lnTo>
                <a:lnTo>
                  <a:pt x="47" y="229"/>
                </a:lnTo>
                <a:lnTo>
                  <a:pt x="43" y="225"/>
                </a:lnTo>
                <a:lnTo>
                  <a:pt x="39" y="222"/>
                </a:lnTo>
                <a:lnTo>
                  <a:pt x="36" y="218"/>
                </a:lnTo>
                <a:lnTo>
                  <a:pt x="32" y="215"/>
                </a:lnTo>
                <a:lnTo>
                  <a:pt x="29" y="211"/>
                </a:lnTo>
                <a:lnTo>
                  <a:pt x="26" y="207"/>
                </a:lnTo>
                <a:lnTo>
                  <a:pt x="23" y="203"/>
                </a:lnTo>
                <a:lnTo>
                  <a:pt x="20" y="199"/>
                </a:lnTo>
                <a:lnTo>
                  <a:pt x="17" y="195"/>
                </a:lnTo>
                <a:lnTo>
                  <a:pt x="15" y="191"/>
                </a:lnTo>
                <a:lnTo>
                  <a:pt x="13" y="187"/>
                </a:lnTo>
                <a:lnTo>
                  <a:pt x="10" y="183"/>
                </a:lnTo>
                <a:lnTo>
                  <a:pt x="9" y="179"/>
                </a:lnTo>
                <a:lnTo>
                  <a:pt x="7" y="175"/>
                </a:lnTo>
                <a:lnTo>
                  <a:pt x="5" y="171"/>
                </a:lnTo>
                <a:lnTo>
                  <a:pt x="4" y="166"/>
                </a:lnTo>
                <a:lnTo>
                  <a:pt x="3" y="162"/>
                </a:lnTo>
                <a:lnTo>
                  <a:pt x="2" y="158"/>
                </a:lnTo>
                <a:lnTo>
                  <a:pt x="1" y="153"/>
                </a:lnTo>
                <a:lnTo>
                  <a:pt x="1" y="148"/>
                </a:lnTo>
                <a:lnTo>
                  <a:pt x="1" y="144"/>
                </a:lnTo>
                <a:lnTo>
                  <a:pt x="0" y="139"/>
                </a:lnTo>
                <a:lnTo>
                  <a:pt x="1" y="135"/>
                </a:lnTo>
                <a:lnTo>
                  <a:pt x="1" y="131"/>
                </a:lnTo>
                <a:lnTo>
                  <a:pt x="1" y="126"/>
                </a:lnTo>
                <a:lnTo>
                  <a:pt x="2" y="122"/>
                </a:lnTo>
                <a:lnTo>
                  <a:pt x="3" y="118"/>
                </a:lnTo>
                <a:lnTo>
                  <a:pt x="4" y="113"/>
                </a:lnTo>
                <a:lnTo>
                  <a:pt x="5" y="109"/>
                </a:lnTo>
                <a:lnTo>
                  <a:pt x="7" y="105"/>
                </a:lnTo>
                <a:lnTo>
                  <a:pt x="9" y="101"/>
                </a:lnTo>
                <a:lnTo>
                  <a:pt x="10" y="96"/>
                </a:lnTo>
                <a:lnTo>
                  <a:pt x="13" y="92"/>
                </a:lnTo>
                <a:lnTo>
                  <a:pt x="15" y="88"/>
                </a:lnTo>
                <a:lnTo>
                  <a:pt x="17" y="84"/>
                </a:lnTo>
                <a:lnTo>
                  <a:pt x="20" y="80"/>
                </a:lnTo>
                <a:lnTo>
                  <a:pt x="23" y="76"/>
                </a:lnTo>
                <a:lnTo>
                  <a:pt x="26" y="72"/>
                </a:lnTo>
                <a:lnTo>
                  <a:pt x="29" y="69"/>
                </a:lnTo>
                <a:lnTo>
                  <a:pt x="32" y="65"/>
                </a:lnTo>
                <a:lnTo>
                  <a:pt x="36" y="61"/>
                </a:lnTo>
                <a:lnTo>
                  <a:pt x="39" y="58"/>
                </a:lnTo>
                <a:lnTo>
                  <a:pt x="43" y="54"/>
                </a:lnTo>
                <a:lnTo>
                  <a:pt x="47" y="51"/>
                </a:lnTo>
                <a:lnTo>
                  <a:pt x="51" y="47"/>
                </a:lnTo>
                <a:lnTo>
                  <a:pt x="57" y="44"/>
                </a:lnTo>
                <a:lnTo>
                  <a:pt x="61" y="41"/>
                </a:lnTo>
                <a:lnTo>
                  <a:pt x="66" y="38"/>
                </a:lnTo>
                <a:lnTo>
                  <a:pt x="71" y="35"/>
                </a:lnTo>
                <a:lnTo>
                  <a:pt x="75" y="32"/>
                </a:lnTo>
                <a:lnTo>
                  <a:pt x="80" y="30"/>
                </a:lnTo>
                <a:lnTo>
                  <a:pt x="86" y="27"/>
                </a:lnTo>
                <a:lnTo>
                  <a:pt x="91" y="24"/>
                </a:lnTo>
                <a:lnTo>
                  <a:pt x="96" y="22"/>
                </a:lnTo>
                <a:lnTo>
                  <a:pt x="102" y="20"/>
                </a:lnTo>
                <a:lnTo>
                  <a:pt x="107" y="18"/>
                </a:lnTo>
                <a:lnTo>
                  <a:pt x="113" y="16"/>
                </a:lnTo>
                <a:lnTo>
                  <a:pt x="119" y="14"/>
                </a:lnTo>
                <a:lnTo>
                  <a:pt x="124" y="12"/>
                </a:lnTo>
                <a:lnTo>
                  <a:pt x="130" y="10"/>
                </a:lnTo>
                <a:lnTo>
                  <a:pt x="136" y="9"/>
                </a:lnTo>
                <a:lnTo>
                  <a:pt x="142" y="7"/>
                </a:lnTo>
                <a:lnTo>
                  <a:pt x="149" y="6"/>
                </a:lnTo>
                <a:lnTo>
                  <a:pt x="155" y="5"/>
                </a:lnTo>
                <a:lnTo>
                  <a:pt x="161" y="4"/>
                </a:lnTo>
                <a:lnTo>
                  <a:pt x="167" y="3"/>
                </a:lnTo>
                <a:lnTo>
                  <a:pt x="174" y="2"/>
                </a:lnTo>
                <a:lnTo>
                  <a:pt x="180" y="1"/>
                </a:lnTo>
                <a:lnTo>
                  <a:pt x="186" y="1"/>
                </a:lnTo>
                <a:lnTo>
                  <a:pt x="193" y="1"/>
                </a:lnTo>
                <a:lnTo>
                  <a:pt x="199" y="0"/>
                </a:lnTo>
                <a:lnTo>
                  <a:pt x="205" y="0"/>
                </a:lnTo>
                <a:lnTo>
                  <a:pt x="212" y="0"/>
                </a:lnTo>
                <a:lnTo>
                  <a:pt x="218" y="1"/>
                </a:lnTo>
                <a:lnTo>
                  <a:pt x="225" y="1"/>
                </a:lnTo>
                <a:lnTo>
                  <a:pt x="231" y="1"/>
                </a:lnTo>
                <a:lnTo>
                  <a:pt x="237" y="2"/>
                </a:lnTo>
                <a:lnTo>
                  <a:pt x="244" y="3"/>
                </a:lnTo>
                <a:lnTo>
                  <a:pt x="250" y="4"/>
                </a:lnTo>
                <a:lnTo>
                  <a:pt x="256" y="5"/>
                </a:lnTo>
                <a:lnTo>
                  <a:pt x="262" y="6"/>
                </a:lnTo>
                <a:lnTo>
                  <a:pt x="269" y="7"/>
                </a:lnTo>
                <a:lnTo>
                  <a:pt x="275" y="9"/>
                </a:lnTo>
                <a:lnTo>
                  <a:pt x="281" y="10"/>
                </a:lnTo>
                <a:lnTo>
                  <a:pt x="287" y="12"/>
                </a:lnTo>
                <a:lnTo>
                  <a:pt x="292" y="14"/>
                </a:lnTo>
                <a:lnTo>
                  <a:pt x="298" y="16"/>
                </a:lnTo>
                <a:lnTo>
                  <a:pt x="304" y="18"/>
                </a:lnTo>
                <a:lnTo>
                  <a:pt x="309" y="20"/>
                </a:lnTo>
                <a:lnTo>
                  <a:pt x="315" y="22"/>
                </a:lnTo>
                <a:lnTo>
                  <a:pt x="320" y="24"/>
                </a:lnTo>
                <a:lnTo>
                  <a:pt x="325" y="27"/>
                </a:lnTo>
                <a:lnTo>
                  <a:pt x="331" y="30"/>
                </a:lnTo>
                <a:lnTo>
                  <a:pt x="336" y="32"/>
                </a:lnTo>
                <a:lnTo>
                  <a:pt x="340" y="35"/>
                </a:lnTo>
                <a:lnTo>
                  <a:pt x="345" y="38"/>
                </a:lnTo>
                <a:lnTo>
                  <a:pt x="350" y="41"/>
                </a:lnTo>
                <a:lnTo>
                  <a:pt x="354" y="44"/>
                </a:lnTo>
                <a:lnTo>
                  <a:pt x="359" y="47"/>
                </a:lnTo>
                <a:lnTo>
                  <a:pt x="363" y="51"/>
                </a:lnTo>
                <a:lnTo>
                  <a:pt x="367" y="54"/>
                </a:lnTo>
                <a:lnTo>
                  <a:pt x="371" y="58"/>
                </a:lnTo>
                <a:lnTo>
                  <a:pt x="374" y="61"/>
                </a:lnTo>
                <a:lnTo>
                  <a:pt x="378" y="65"/>
                </a:lnTo>
                <a:lnTo>
                  <a:pt x="381" y="69"/>
                </a:lnTo>
                <a:lnTo>
                  <a:pt x="384" y="72"/>
                </a:lnTo>
                <a:lnTo>
                  <a:pt x="387" y="76"/>
                </a:lnTo>
                <a:lnTo>
                  <a:pt x="390" y="80"/>
                </a:lnTo>
                <a:lnTo>
                  <a:pt x="393" y="84"/>
                </a:lnTo>
                <a:lnTo>
                  <a:pt x="395" y="88"/>
                </a:lnTo>
                <a:lnTo>
                  <a:pt x="397" y="92"/>
                </a:lnTo>
                <a:lnTo>
                  <a:pt x="400" y="96"/>
                </a:lnTo>
                <a:lnTo>
                  <a:pt x="401" y="101"/>
                </a:lnTo>
                <a:lnTo>
                  <a:pt x="403" y="105"/>
                </a:lnTo>
                <a:lnTo>
                  <a:pt x="405" y="109"/>
                </a:lnTo>
                <a:lnTo>
                  <a:pt x="406" y="113"/>
                </a:lnTo>
                <a:lnTo>
                  <a:pt x="407" y="118"/>
                </a:lnTo>
                <a:lnTo>
                  <a:pt x="408" y="122"/>
                </a:lnTo>
                <a:lnTo>
                  <a:pt x="409" y="126"/>
                </a:lnTo>
                <a:lnTo>
                  <a:pt x="409" y="131"/>
                </a:lnTo>
                <a:lnTo>
                  <a:pt x="409" y="135"/>
                </a:lnTo>
                <a:lnTo>
                  <a:pt x="410" y="139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19" name=""/>
          <p:cNvSpPr/>
          <p:nvPr/>
        </p:nvSpPr>
        <p:spPr>
          <a:xfrm>
            <a:off x="7984800" y="2886480"/>
            <a:ext cx="149760" cy="102240"/>
          </a:xfrm>
          <a:custGeom>
            <a:avLst/>
            <a:gdLst/>
            <a:ahLst/>
            <a:rect l="0" t="0" r="r" b="b"/>
            <a:pathLst>
              <a:path w="416" h="284">
                <a:moveTo>
                  <a:pt x="413" y="142"/>
                </a:moveTo>
                <a:lnTo>
                  <a:pt x="412" y="138"/>
                </a:lnTo>
                <a:lnTo>
                  <a:pt x="412" y="134"/>
                </a:lnTo>
                <a:lnTo>
                  <a:pt x="412" y="129"/>
                </a:lnTo>
                <a:lnTo>
                  <a:pt x="411" y="125"/>
                </a:lnTo>
                <a:lnTo>
                  <a:pt x="410" y="121"/>
                </a:lnTo>
                <a:lnTo>
                  <a:pt x="409" y="116"/>
                </a:lnTo>
                <a:lnTo>
                  <a:pt x="408" y="112"/>
                </a:lnTo>
                <a:lnTo>
                  <a:pt x="406" y="108"/>
                </a:lnTo>
                <a:lnTo>
                  <a:pt x="404" y="104"/>
                </a:lnTo>
                <a:lnTo>
                  <a:pt x="403" y="99"/>
                </a:lnTo>
                <a:lnTo>
                  <a:pt x="400" y="95"/>
                </a:lnTo>
                <a:lnTo>
                  <a:pt x="398" y="91"/>
                </a:lnTo>
                <a:lnTo>
                  <a:pt x="396" y="87"/>
                </a:lnTo>
                <a:lnTo>
                  <a:pt x="393" y="83"/>
                </a:lnTo>
                <a:lnTo>
                  <a:pt x="390" y="79"/>
                </a:lnTo>
                <a:lnTo>
                  <a:pt x="387" y="75"/>
                </a:lnTo>
                <a:lnTo>
                  <a:pt x="384" y="72"/>
                </a:lnTo>
                <a:lnTo>
                  <a:pt x="381" y="68"/>
                </a:lnTo>
                <a:lnTo>
                  <a:pt x="377" y="64"/>
                </a:lnTo>
                <a:lnTo>
                  <a:pt x="374" y="61"/>
                </a:lnTo>
                <a:lnTo>
                  <a:pt x="370" y="57"/>
                </a:lnTo>
                <a:lnTo>
                  <a:pt x="366" y="54"/>
                </a:lnTo>
                <a:lnTo>
                  <a:pt x="362" y="50"/>
                </a:lnTo>
                <a:lnTo>
                  <a:pt x="357" y="47"/>
                </a:lnTo>
                <a:lnTo>
                  <a:pt x="353" y="44"/>
                </a:lnTo>
                <a:lnTo>
                  <a:pt x="348" y="41"/>
                </a:lnTo>
                <a:lnTo>
                  <a:pt x="343" y="38"/>
                </a:lnTo>
                <a:lnTo>
                  <a:pt x="339" y="35"/>
                </a:lnTo>
                <a:lnTo>
                  <a:pt x="334" y="33"/>
                </a:lnTo>
                <a:lnTo>
                  <a:pt x="328" y="30"/>
                </a:lnTo>
                <a:lnTo>
                  <a:pt x="323" y="27"/>
                </a:lnTo>
                <a:lnTo>
                  <a:pt x="318" y="25"/>
                </a:lnTo>
                <a:lnTo>
                  <a:pt x="312" y="23"/>
                </a:lnTo>
                <a:lnTo>
                  <a:pt x="307" y="21"/>
                </a:lnTo>
                <a:lnTo>
                  <a:pt x="301" y="18"/>
                </a:lnTo>
                <a:lnTo>
                  <a:pt x="295" y="16"/>
                </a:lnTo>
                <a:lnTo>
                  <a:pt x="290" y="14"/>
                </a:lnTo>
                <a:lnTo>
                  <a:pt x="284" y="12"/>
                </a:lnTo>
                <a:lnTo>
                  <a:pt x="278" y="11"/>
                </a:lnTo>
                <a:lnTo>
                  <a:pt x="272" y="9"/>
                </a:lnTo>
                <a:lnTo>
                  <a:pt x="265" y="8"/>
                </a:lnTo>
                <a:lnTo>
                  <a:pt x="259" y="7"/>
                </a:lnTo>
                <a:lnTo>
                  <a:pt x="253" y="6"/>
                </a:lnTo>
                <a:lnTo>
                  <a:pt x="247" y="5"/>
                </a:lnTo>
                <a:lnTo>
                  <a:pt x="240" y="4"/>
                </a:lnTo>
                <a:lnTo>
                  <a:pt x="234" y="3"/>
                </a:lnTo>
                <a:lnTo>
                  <a:pt x="228" y="3"/>
                </a:lnTo>
                <a:lnTo>
                  <a:pt x="221" y="3"/>
                </a:lnTo>
                <a:lnTo>
                  <a:pt x="215" y="2"/>
                </a:lnTo>
                <a:lnTo>
                  <a:pt x="208" y="2"/>
                </a:lnTo>
                <a:lnTo>
                  <a:pt x="202" y="2"/>
                </a:lnTo>
                <a:lnTo>
                  <a:pt x="196" y="3"/>
                </a:lnTo>
                <a:lnTo>
                  <a:pt x="189" y="3"/>
                </a:lnTo>
                <a:lnTo>
                  <a:pt x="183" y="3"/>
                </a:lnTo>
                <a:lnTo>
                  <a:pt x="177" y="4"/>
                </a:lnTo>
                <a:lnTo>
                  <a:pt x="170" y="5"/>
                </a:lnTo>
                <a:lnTo>
                  <a:pt x="164" y="6"/>
                </a:lnTo>
                <a:lnTo>
                  <a:pt x="158" y="7"/>
                </a:lnTo>
                <a:lnTo>
                  <a:pt x="152" y="8"/>
                </a:lnTo>
                <a:lnTo>
                  <a:pt x="145" y="9"/>
                </a:lnTo>
                <a:lnTo>
                  <a:pt x="139" y="11"/>
                </a:lnTo>
                <a:lnTo>
                  <a:pt x="133" y="12"/>
                </a:lnTo>
                <a:lnTo>
                  <a:pt x="127" y="14"/>
                </a:lnTo>
                <a:lnTo>
                  <a:pt x="122" y="16"/>
                </a:lnTo>
                <a:lnTo>
                  <a:pt x="116" y="18"/>
                </a:lnTo>
                <a:lnTo>
                  <a:pt x="110" y="21"/>
                </a:lnTo>
                <a:lnTo>
                  <a:pt x="105" y="23"/>
                </a:lnTo>
                <a:lnTo>
                  <a:pt x="99" y="25"/>
                </a:lnTo>
                <a:lnTo>
                  <a:pt x="94" y="27"/>
                </a:lnTo>
                <a:lnTo>
                  <a:pt x="89" y="30"/>
                </a:lnTo>
                <a:lnTo>
                  <a:pt x="83" y="33"/>
                </a:lnTo>
                <a:lnTo>
                  <a:pt x="78" y="35"/>
                </a:lnTo>
                <a:lnTo>
                  <a:pt x="74" y="38"/>
                </a:lnTo>
                <a:lnTo>
                  <a:pt x="69" y="41"/>
                </a:lnTo>
                <a:lnTo>
                  <a:pt x="64" y="44"/>
                </a:lnTo>
                <a:lnTo>
                  <a:pt x="60" y="47"/>
                </a:lnTo>
                <a:lnTo>
                  <a:pt x="55" y="50"/>
                </a:lnTo>
                <a:lnTo>
                  <a:pt x="51" y="54"/>
                </a:lnTo>
                <a:lnTo>
                  <a:pt x="47" y="57"/>
                </a:lnTo>
                <a:lnTo>
                  <a:pt x="43" y="61"/>
                </a:lnTo>
                <a:lnTo>
                  <a:pt x="40" y="64"/>
                </a:lnTo>
                <a:lnTo>
                  <a:pt x="36" y="68"/>
                </a:lnTo>
                <a:lnTo>
                  <a:pt x="33" y="72"/>
                </a:lnTo>
                <a:lnTo>
                  <a:pt x="30" y="75"/>
                </a:lnTo>
                <a:lnTo>
                  <a:pt x="27" y="79"/>
                </a:lnTo>
                <a:lnTo>
                  <a:pt x="24" y="83"/>
                </a:lnTo>
                <a:lnTo>
                  <a:pt x="20" y="87"/>
                </a:lnTo>
                <a:lnTo>
                  <a:pt x="18" y="91"/>
                </a:lnTo>
                <a:lnTo>
                  <a:pt x="16" y="95"/>
                </a:lnTo>
                <a:lnTo>
                  <a:pt x="13" y="99"/>
                </a:lnTo>
                <a:lnTo>
                  <a:pt x="12" y="104"/>
                </a:lnTo>
                <a:lnTo>
                  <a:pt x="10" y="108"/>
                </a:lnTo>
                <a:lnTo>
                  <a:pt x="8" y="112"/>
                </a:lnTo>
                <a:lnTo>
                  <a:pt x="7" y="116"/>
                </a:lnTo>
                <a:lnTo>
                  <a:pt x="6" y="121"/>
                </a:lnTo>
                <a:lnTo>
                  <a:pt x="5" y="125"/>
                </a:lnTo>
                <a:lnTo>
                  <a:pt x="4" y="129"/>
                </a:lnTo>
                <a:lnTo>
                  <a:pt x="4" y="134"/>
                </a:lnTo>
                <a:lnTo>
                  <a:pt x="4" y="138"/>
                </a:lnTo>
                <a:lnTo>
                  <a:pt x="3" y="142"/>
                </a:lnTo>
                <a:lnTo>
                  <a:pt x="4" y="147"/>
                </a:lnTo>
                <a:lnTo>
                  <a:pt x="4" y="151"/>
                </a:lnTo>
                <a:lnTo>
                  <a:pt x="4" y="155"/>
                </a:lnTo>
                <a:lnTo>
                  <a:pt x="5" y="160"/>
                </a:lnTo>
                <a:lnTo>
                  <a:pt x="6" y="164"/>
                </a:lnTo>
                <a:lnTo>
                  <a:pt x="7" y="168"/>
                </a:lnTo>
                <a:lnTo>
                  <a:pt x="8" y="173"/>
                </a:lnTo>
                <a:lnTo>
                  <a:pt x="10" y="177"/>
                </a:lnTo>
                <a:lnTo>
                  <a:pt x="12" y="181"/>
                </a:lnTo>
                <a:lnTo>
                  <a:pt x="13" y="185"/>
                </a:lnTo>
                <a:lnTo>
                  <a:pt x="16" y="189"/>
                </a:lnTo>
                <a:lnTo>
                  <a:pt x="18" y="193"/>
                </a:lnTo>
                <a:lnTo>
                  <a:pt x="20" y="197"/>
                </a:lnTo>
                <a:lnTo>
                  <a:pt x="24" y="201"/>
                </a:lnTo>
                <a:lnTo>
                  <a:pt x="27" y="205"/>
                </a:lnTo>
                <a:lnTo>
                  <a:pt x="30" y="209"/>
                </a:lnTo>
                <a:lnTo>
                  <a:pt x="33" y="213"/>
                </a:lnTo>
                <a:lnTo>
                  <a:pt x="36" y="217"/>
                </a:lnTo>
                <a:lnTo>
                  <a:pt x="40" y="220"/>
                </a:lnTo>
                <a:lnTo>
                  <a:pt x="43" y="224"/>
                </a:lnTo>
                <a:lnTo>
                  <a:pt x="47" y="227"/>
                </a:lnTo>
                <a:lnTo>
                  <a:pt x="51" y="231"/>
                </a:lnTo>
                <a:lnTo>
                  <a:pt x="55" y="234"/>
                </a:lnTo>
                <a:lnTo>
                  <a:pt x="60" y="237"/>
                </a:lnTo>
                <a:lnTo>
                  <a:pt x="64" y="240"/>
                </a:lnTo>
                <a:lnTo>
                  <a:pt x="69" y="243"/>
                </a:lnTo>
                <a:lnTo>
                  <a:pt x="74" y="246"/>
                </a:lnTo>
                <a:lnTo>
                  <a:pt x="78" y="249"/>
                </a:lnTo>
                <a:lnTo>
                  <a:pt x="83" y="252"/>
                </a:lnTo>
                <a:lnTo>
                  <a:pt x="89" y="255"/>
                </a:lnTo>
                <a:lnTo>
                  <a:pt x="94" y="257"/>
                </a:lnTo>
                <a:lnTo>
                  <a:pt x="99" y="259"/>
                </a:lnTo>
                <a:lnTo>
                  <a:pt x="105" y="262"/>
                </a:lnTo>
                <a:lnTo>
                  <a:pt x="110" y="264"/>
                </a:lnTo>
                <a:lnTo>
                  <a:pt x="116" y="266"/>
                </a:lnTo>
                <a:lnTo>
                  <a:pt x="122" y="268"/>
                </a:lnTo>
                <a:lnTo>
                  <a:pt x="127" y="270"/>
                </a:lnTo>
                <a:lnTo>
                  <a:pt x="133" y="271"/>
                </a:lnTo>
                <a:lnTo>
                  <a:pt x="139" y="273"/>
                </a:lnTo>
                <a:lnTo>
                  <a:pt x="145" y="274"/>
                </a:lnTo>
                <a:lnTo>
                  <a:pt x="152" y="276"/>
                </a:lnTo>
                <a:lnTo>
                  <a:pt x="158" y="277"/>
                </a:lnTo>
                <a:lnTo>
                  <a:pt x="164" y="278"/>
                </a:lnTo>
                <a:lnTo>
                  <a:pt x="170" y="279"/>
                </a:lnTo>
                <a:lnTo>
                  <a:pt x="177" y="279"/>
                </a:lnTo>
                <a:lnTo>
                  <a:pt x="183" y="280"/>
                </a:lnTo>
                <a:lnTo>
                  <a:pt x="189" y="280"/>
                </a:lnTo>
                <a:lnTo>
                  <a:pt x="196" y="281"/>
                </a:lnTo>
                <a:lnTo>
                  <a:pt x="202" y="281"/>
                </a:lnTo>
                <a:lnTo>
                  <a:pt x="208" y="281"/>
                </a:lnTo>
                <a:lnTo>
                  <a:pt x="215" y="281"/>
                </a:lnTo>
                <a:lnTo>
                  <a:pt x="221" y="281"/>
                </a:lnTo>
                <a:lnTo>
                  <a:pt x="228" y="280"/>
                </a:lnTo>
                <a:lnTo>
                  <a:pt x="234" y="280"/>
                </a:lnTo>
                <a:lnTo>
                  <a:pt x="240" y="279"/>
                </a:lnTo>
                <a:lnTo>
                  <a:pt x="247" y="279"/>
                </a:lnTo>
                <a:lnTo>
                  <a:pt x="253" y="278"/>
                </a:lnTo>
                <a:lnTo>
                  <a:pt x="259" y="277"/>
                </a:lnTo>
                <a:lnTo>
                  <a:pt x="265" y="276"/>
                </a:lnTo>
                <a:lnTo>
                  <a:pt x="272" y="274"/>
                </a:lnTo>
                <a:lnTo>
                  <a:pt x="278" y="273"/>
                </a:lnTo>
                <a:lnTo>
                  <a:pt x="284" y="271"/>
                </a:lnTo>
                <a:lnTo>
                  <a:pt x="290" y="270"/>
                </a:lnTo>
                <a:lnTo>
                  <a:pt x="295" y="268"/>
                </a:lnTo>
                <a:lnTo>
                  <a:pt x="301" y="266"/>
                </a:lnTo>
                <a:lnTo>
                  <a:pt x="307" y="264"/>
                </a:lnTo>
                <a:lnTo>
                  <a:pt x="312" y="262"/>
                </a:lnTo>
                <a:lnTo>
                  <a:pt x="318" y="259"/>
                </a:lnTo>
                <a:lnTo>
                  <a:pt x="323" y="257"/>
                </a:lnTo>
                <a:lnTo>
                  <a:pt x="328" y="255"/>
                </a:lnTo>
                <a:lnTo>
                  <a:pt x="334" y="252"/>
                </a:lnTo>
                <a:lnTo>
                  <a:pt x="339" y="249"/>
                </a:lnTo>
                <a:lnTo>
                  <a:pt x="343" y="246"/>
                </a:lnTo>
                <a:lnTo>
                  <a:pt x="348" y="243"/>
                </a:lnTo>
                <a:lnTo>
                  <a:pt x="353" y="240"/>
                </a:lnTo>
                <a:lnTo>
                  <a:pt x="357" y="237"/>
                </a:lnTo>
                <a:lnTo>
                  <a:pt x="362" y="234"/>
                </a:lnTo>
                <a:lnTo>
                  <a:pt x="366" y="231"/>
                </a:lnTo>
                <a:lnTo>
                  <a:pt x="370" y="227"/>
                </a:lnTo>
                <a:lnTo>
                  <a:pt x="374" y="224"/>
                </a:lnTo>
                <a:lnTo>
                  <a:pt x="377" y="220"/>
                </a:lnTo>
                <a:lnTo>
                  <a:pt x="381" y="217"/>
                </a:lnTo>
                <a:lnTo>
                  <a:pt x="384" y="213"/>
                </a:lnTo>
                <a:lnTo>
                  <a:pt x="387" y="209"/>
                </a:lnTo>
                <a:lnTo>
                  <a:pt x="390" y="205"/>
                </a:lnTo>
                <a:lnTo>
                  <a:pt x="393" y="201"/>
                </a:lnTo>
                <a:lnTo>
                  <a:pt x="396" y="197"/>
                </a:lnTo>
                <a:lnTo>
                  <a:pt x="398" y="193"/>
                </a:lnTo>
                <a:lnTo>
                  <a:pt x="400" y="189"/>
                </a:lnTo>
                <a:lnTo>
                  <a:pt x="403" y="185"/>
                </a:lnTo>
                <a:lnTo>
                  <a:pt x="404" y="181"/>
                </a:lnTo>
                <a:lnTo>
                  <a:pt x="406" y="177"/>
                </a:lnTo>
                <a:lnTo>
                  <a:pt x="408" y="173"/>
                </a:lnTo>
                <a:lnTo>
                  <a:pt x="409" y="168"/>
                </a:lnTo>
                <a:lnTo>
                  <a:pt x="410" y="164"/>
                </a:lnTo>
                <a:lnTo>
                  <a:pt x="411" y="160"/>
                </a:lnTo>
                <a:lnTo>
                  <a:pt x="412" y="155"/>
                </a:lnTo>
                <a:lnTo>
                  <a:pt x="412" y="151"/>
                </a:lnTo>
                <a:lnTo>
                  <a:pt x="412" y="147"/>
                </a:lnTo>
                <a:lnTo>
                  <a:pt x="413" y="142"/>
                </a:lnTo>
                <a:moveTo>
                  <a:pt x="416" y="142"/>
                </a:moveTo>
                <a:lnTo>
                  <a:pt x="416" y="147"/>
                </a:lnTo>
                <a:lnTo>
                  <a:pt x="416" y="151"/>
                </a:lnTo>
                <a:lnTo>
                  <a:pt x="415" y="156"/>
                </a:lnTo>
                <a:lnTo>
                  <a:pt x="415" y="160"/>
                </a:lnTo>
                <a:lnTo>
                  <a:pt x="414" y="164"/>
                </a:lnTo>
                <a:lnTo>
                  <a:pt x="413" y="169"/>
                </a:lnTo>
                <a:lnTo>
                  <a:pt x="411" y="173"/>
                </a:lnTo>
                <a:lnTo>
                  <a:pt x="410" y="177"/>
                </a:lnTo>
                <a:lnTo>
                  <a:pt x="408" y="182"/>
                </a:lnTo>
                <a:lnTo>
                  <a:pt x="406" y="186"/>
                </a:lnTo>
                <a:lnTo>
                  <a:pt x="404" y="190"/>
                </a:lnTo>
                <a:lnTo>
                  <a:pt x="402" y="194"/>
                </a:lnTo>
                <a:lnTo>
                  <a:pt x="399" y="198"/>
                </a:lnTo>
                <a:lnTo>
                  <a:pt x="397" y="202"/>
                </a:lnTo>
                <a:lnTo>
                  <a:pt x="394" y="206"/>
                </a:lnTo>
                <a:lnTo>
                  <a:pt x="391" y="210"/>
                </a:lnTo>
                <a:lnTo>
                  <a:pt x="387" y="214"/>
                </a:lnTo>
                <a:lnTo>
                  <a:pt x="384" y="218"/>
                </a:lnTo>
                <a:lnTo>
                  <a:pt x="380" y="222"/>
                </a:lnTo>
                <a:lnTo>
                  <a:pt x="377" y="225"/>
                </a:lnTo>
                <a:lnTo>
                  <a:pt x="373" y="229"/>
                </a:lnTo>
                <a:lnTo>
                  <a:pt x="369" y="232"/>
                </a:lnTo>
                <a:lnTo>
                  <a:pt x="364" y="236"/>
                </a:lnTo>
                <a:lnTo>
                  <a:pt x="360" y="239"/>
                </a:lnTo>
                <a:lnTo>
                  <a:pt x="355" y="242"/>
                </a:lnTo>
                <a:lnTo>
                  <a:pt x="351" y="245"/>
                </a:lnTo>
                <a:lnTo>
                  <a:pt x="346" y="248"/>
                </a:lnTo>
                <a:lnTo>
                  <a:pt x="341" y="251"/>
                </a:lnTo>
                <a:lnTo>
                  <a:pt x="336" y="254"/>
                </a:lnTo>
                <a:lnTo>
                  <a:pt x="331" y="257"/>
                </a:lnTo>
                <a:lnTo>
                  <a:pt x="325" y="259"/>
                </a:lnTo>
                <a:lnTo>
                  <a:pt x="320" y="262"/>
                </a:lnTo>
                <a:lnTo>
                  <a:pt x="314" y="264"/>
                </a:lnTo>
                <a:lnTo>
                  <a:pt x="309" y="266"/>
                </a:lnTo>
                <a:lnTo>
                  <a:pt x="303" y="268"/>
                </a:lnTo>
                <a:lnTo>
                  <a:pt x="297" y="270"/>
                </a:lnTo>
                <a:lnTo>
                  <a:pt x="291" y="272"/>
                </a:lnTo>
                <a:lnTo>
                  <a:pt x="285" y="274"/>
                </a:lnTo>
                <a:lnTo>
                  <a:pt x="279" y="275"/>
                </a:lnTo>
                <a:lnTo>
                  <a:pt x="273" y="277"/>
                </a:lnTo>
                <a:lnTo>
                  <a:pt x="266" y="278"/>
                </a:lnTo>
                <a:lnTo>
                  <a:pt x="260" y="279"/>
                </a:lnTo>
                <a:lnTo>
                  <a:pt x="254" y="280"/>
                </a:lnTo>
                <a:lnTo>
                  <a:pt x="247" y="281"/>
                </a:lnTo>
                <a:lnTo>
                  <a:pt x="241" y="282"/>
                </a:lnTo>
                <a:lnTo>
                  <a:pt x="235" y="283"/>
                </a:lnTo>
                <a:lnTo>
                  <a:pt x="228" y="283"/>
                </a:lnTo>
                <a:lnTo>
                  <a:pt x="222" y="283"/>
                </a:lnTo>
                <a:lnTo>
                  <a:pt x="215" y="284"/>
                </a:lnTo>
                <a:lnTo>
                  <a:pt x="208" y="284"/>
                </a:lnTo>
                <a:lnTo>
                  <a:pt x="202" y="284"/>
                </a:lnTo>
                <a:lnTo>
                  <a:pt x="195" y="283"/>
                </a:lnTo>
                <a:lnTo>
                  <a:pt x="189" y="283"/>
                </a:lnTo>
                <a:lnTo>
                  <a:pt x="182" y="283"/>
                </a:lnTo>
                <a:lnTo>
                  <a:pt x="176" y="282"/>
                </a:lnTo>
                <a:lnTo>
                  <a:pt x="170" y="281"/>
                </a:lnTo>
                <a:lnTo>
                  <a:pt x="163" y="280"/>
                </a:lnTo>
                <a:lnTo>
                  <a:pt x="157" y="279"/>
                </a:lnTo>
                <a:lnTo>
                  <a:pt x="151" y="278"/>
                </a:lnTo>
                <a:lnTo>
                  <a:pt x="144" y="277"/>
                </a:lnTo>
                <a:lnTo>
                  <a:pt x="138" y="275"/>
                </a:lnTo>
                <a:lnTo>
                  <a:pt x="132" y="274"/>
                </a:lnTo>
                <a:lnTo>
                  <a:pt x="126" y="272"/>
                </a:lnTo>
                <a:lnTo>
                  <a:pt x="120" y="270"/>
                </a:lnTo>
                <a:lnTo>
                  <a:pt x="114" y="268"/>
                </a:lnTo>
                <a:lnTo>
                  <a:pt x="108" y="266"/>
                </a:lnTo>
                <a:lnTo>
                  <a:pt x="103" y="264"/>
                </a:lnTo>
                <a:lnTo>
                  <a:pt x="97" y="262"/>
                </a:lnTo>
                <a:lnTo>
                  <a:pt x="92" y="259"/>
                </a:lnTo>
                <a:lnTo>
                  <a:pt x="86" y="257"/>
                </a:lnTo>
                <a:lnTo>
                  <a:pt x="81" y="254"/>
                </a:lnTo>
                <a:lnTo>
                  <a:pt x="76" y="251"/>
                </a:lnTo>
                <a:lnTo>
                  <a:pt x="71" y="248"/>
                </a:lnTo>
                <a:lnTo>
                  <a:pt x="66" y="245"/>
                </a:lnTo>
                <a:lnTo>
                  <a:pt x="62" y="242"/>
                </a:lnTo>
                <a:lnTo>
                  <a:pt x="57" y="239"/>
                </a:lnTo>
                <a:lnTo>
                  <a:pt x="53" y="236"/>
                </a:lnTo>
                <a:lnTo>
                  <a:pt x="48" y="232"/>
                </a:lnTo>
                <a:lnTo>
                  <a:pt x="44" y="229"/>
                </a:lnTo>
                <a:lnTo>
                  <a:pt x="40" y="225"/>
                </a:lnTo>
                <a:lnTo>
                  <a:pt x="37" y="222"/>
                </a:lnTo>
                <a:lnTo>
                  <a:pt x="33" y="218"/>
                </a:lnTo>
                <a:lnTo>
                  <a:pt x="30" y="214"/>
                </a:lnTo>
                <a:lnTo>
                  <a:pt x="26" y="210"/>
                </a:lnTo>
                <a:lnTo>
                  <a:pt x="22" y="206"/>
                </a:lnTo>
                <a:lnTo>
                  <a:pt x="19" y="202"/>
                </a:lnTo>
                <a:lnTo>
                  <a:pt x="17" y="198"/>
                </a:lnTo>
                <a:lnTo>
                  <a:pt x="14" y="194"/>
                </a:lnTo>
                <a:lnTo>
                  <a:pt x="12" y="190"/>
                </a:lnTo>
                <a:lnTo>
                  <a:pt x="10" y="186"/>
                </a:lnTo>
                <a:lnTo>
                  <a:pt x="8" y="182"/>
                </a:lnTo>
                <a:lnTo>
                  <a:pt x="6" y="177"/>
                </a:lnTo>
                <a:lnTo>
                  <a:pt x="5" y="173"/>
                </a:lnTo>
                <a:lnTo>
                  <a:pt x="3" y="169"/>
                </a:lnTo>
                <a:lnTo>
                  <a:pt x="2" y="164"/>
                </a:lnTo>
                <a:lnTo>
                  <a:pt x="1" y="160"/>
                </a:lnTo>
                <a:lnTo>
                  <a:pt x="1" y="156"/>
                </a:lnTo>
                <a:lnTo>
                  <a:pt x="0" y="151"/>
                </a:lnTo>
                <a:lnTo>
                  <a:pt x="0" y="147"/>
                </a:lnTo>
                <a:lnTo>
                  <a:pt x="0" y="142"/>
                </a:lnTo>
                <a:lnTo>
                  <a:pt x="0" y="138"/>
                </a:lnTo>
                <a:lnTo>
                  <a:pt x="0" y="133"/>
                </a:lnTo>
                <a:lnTo>
                  <a:pt x="1" y="129"/>
                </a:lnTo>
                <a:lnTo>
                  <a:pt x="1" y="125"/>
                </a:lnTo>
                <a:lnTo>
                  <a:pt x="2" y="120"/>
                </a:lnTo>
                <a:lnTo>
                  <a:pt x="3" y="116"/>
                </a:lnTo>
                <a:lnTo>
                  <a:pt x="5" y="111"/>
                </a:lnTo>
                <a:lnTo>
                  <a:pt x="6" y="107"/>
                </a:lnTo>
                <a:lnTo>
                  <a:pt x="8" y="103"/>
                </a:lnTo>
                <a:lnTo>
                  <a:pt x="10" y="99"/>
                </a:lnTo>
                <a:lnTo>
                  <a:pt x="12" y="94"/>
                </a:lnTo>
                <a:lnTo>
                  <a:pt x="14" y="90"/>
                </a:lnTo>
                <a:lnTo>
                  <a:pt x="17" y="86"/>
                </a:lnTo>
                <a:lnTo>
                  <a:pt x="19" y="82"/>
                </a:lnTo>
                <a:lnTo>
                  <a:pt x="22" y="78"/>
                </a:lnTo>
                <a:lnTo>
                  <a:pt x="26" y="74"/>
                </a:lnTo>
                <a:lnTo>
                  <a:pt x="30" y="70"/>
                </a:lnTo>
                <a:lnTo>
                  <a:pt x="33" y="66"/>
                </a:lnTo>
                <a:lnTo>
                  <a:pt x="37" y="63"/>
                </a:lnTo>
                <a:lnTo>
                  <a:pt x="40" y="59"/>
                </a:lnTo>
                <a:lnTo>
                  <a:pt x="44" y="56"/>
                </a:lnTo>
                <a:lnTo>
                  <a:pt x="48" y="52"/>
                </a:lnTo>
                <a:lnTo>
                  <a:pt x="53" y="49"/>
                </a:lnTo>
                <a:lnTo>
                  <a:pt x="57" y="45"/>
                </a:lnTo>
                <a:lnTo>
                  <a:pt x="62" y="42"/>
                </a:lnTo>
                <a:lnTo>
                  <a:pt x="66" y="39"/>
                </a:lnTo>
                <a:lnTo>
                  <a:pt x="71" y="36"/>
                </a:lnTo>
                <a:lnTo>
                  <a:pt x="76" y="33"/>
                </a:lnTo>
                <a:lnTo>
                  <a:pt x="81" y="30"/>
                </a:lnTo>
                <a:lnTo>
                  <a:pt x="86" y="28"/>
                </a:lnTo>
                <a:lnTo>
                  <a:pt x="92" y="25"/>
                </a:lnTo>
                <a:lnTo>
                  <a:pt x="97" y="23"/>
                </a:lnTo>
                <a:lnTo>
                  <a:pt x="103" y="21"/>
                </a:lnTo>
                <a:lnTo>
                  <a:pt x="108" y="17"/>
                </a:lnTo>
                <a:lnTo>
                  <a:pt x="114" y="15"/>
                </a:lnTo>
                <a:lnTo>
                  <a:pt x="120" y="13"/>
                </a:lnTo>
                <a:lnTo>
                  <a:pt x="126" y="11"/>
                </a:lnTo>
                <a:lnTo>
                  <a:pt x="132" y="10"/>
                </a:lnTo>
                <a:lnTo>
                  <a:pt x="138" y="8"/>
                </a:lnTo>
                <a:lnTo>
                  <a:pt x="144" y="7"/>
                </a:lnTo>
                <a:lnTo>
                  <a:pt x="151" y="5"/>
                </a:lnTo>
                <a:lnTo>
                  <a:pt x="157" y="4"/>
                </a:lnTo>
                <a:lnTo>
                  <a:pt x="163" y="3"/>
                </a:lnTo>
                <a:lnTo>
                  <a:pt x="170" y="2"/>
                </a:lnTo>
                <a:lnTo>
                  <a:pt x="176" y="2"/>
                </a:lnTo>
                <a:lnTo>
                  <a:pt x="182" y="1"/>
                </a:lnTo>
                <a:lnTo>
                  <a:pt x="189" y="0"/>
                </a:lnTo>
                <a:lnTo>
                  <a:pt x="195" y="0"/>
                </a:lnTo>
                <a:lnTo>
                  <a:pt x="202" y="0"/>
                </a:lnTo>
                <a:lnTo>
                  <a:pt x="208" y="0"/>
                </a:lnTo>
                <a:lnTo>
                  <a:pt x="215" y="0"/>
                </a:lnTo>
                <a:lnTo>
                  <a:pt x="222" y="0"/>
                </a:lnTo>
                <a:lnTo>
                  <a:pt x="228" y="0"/>
                </a:lnTo>
                <a:lnTo>
                  <a:pt x="235" y="1"/>
                </a:lnTo>
                <a:lnTo>
                  <a:pt x="241" y="2"/>
                </a:lnTo>
                <a:lnTo>
                  <a:pt x="247" y="2"/>
                </a:lnTo>
                <a:lnTo>
                  <a:pt x="254" y="3"/>
                </a:lnTo>
                <a:lnTo>
                  <a:pt x="260" y="4"/>
                </a:lnTo>
                <a:lnTo>
                  <a:pt x="266" y="5"/>
                </a:lnTo>
                <a:lnTo>
                  <a:pt x="273" y="7"/>
                </a:lnTo>
                <a:lnTo>
                  <a:pt x="279" y="8"/>
                </a:lnTo>
                <a:lnTo>
                  <a:pt x="285" y="10"/>
                </a:lnTo>
                <a:lnTo>
                  <a:pt x="291" y="11"/>
                </a:lnTo>
                <a:lnTo>
                  <a:pt x="297" y="13"/>
                </a:lnTo>
                <a:lnTo>
                  <a:pt x="303" y="15"/>
                </a:lnTo>
                <a:lnTo>
                  <a:pt x="309" y="17"/>
                </a:lnTo>
                <a:lnTo>
                  <a:pt x="314" y="21"/>
                </a:lnTo>
                <a:lnTo>
                  <a:pt x="320" y="23"/>
                </a:lnTo>
                <a:lnTo>
                  <a:pt x="325" y="25"/>
                </a:lnTo>
                <a:lnTo>
                  <a:pt x="331" y="28"/>
                </a:lnTo>
                <a:lnTo>
                  <a:pt x="336" y="30"/>
                </a:lnTo>
                <a:lnTo>
                  <a:pt x="341" y="33"/>
                </a:lnTo>
                <a:lnTo>
                  <a:pt x="346" y="36"/>
                </a:lnTo>
                <a:lnTo>
                  <a:pt x="351" y="39"/>
                </a:lnTo>
                <a:lnTo>
                  <a:pt x="355" y="42"/>
                </a:lnTo>
                <a:lnTo>
                  <a:pt x="360" y="45"/>
                </a:lnTo>
                <a:lnTo>
                  <a:pt x="364" y="49"/>
                </a:lnTo>
                <a:lnTo>
                  <a:pt x="369" y="52"/>
                </a:lnTo>
                <a:lnTo>
                  <a:pt x="373" y="56"/>
                </a:lnTo>
                <a:lnTo>
                  <a:pt x="377" y="59"/>
                </a:lnTo>
                <a:lnTo>
                  <a:pt x="380" y="63"/>
                </a:lnTo>
                <a:lnTo>
                  <a:pt x="384" y="66"/>
                </a:lnTo>
                <a:lnTo>
                  <a:pt x="387" y="70"/>
                </a:lnTo>
                <a:lnTo>
                  <a:pt x="391" y="74"/>
                </a:lnTo>
                <a:lnTo>
                  <a:pt x="394" y="78"/>
                </a:lnTo>
                <a:lnTo>
                  <a:pt x="397" y="82"/>
                </a:lnTo>
                <a:lnTo>
                  <a:pt x="399" y="86"/>
                </a:lnTo>
                <a:lnTo>
                  <a:pt x="402" y="90"/>
                </a:lnTo>
                <a:lnTo>
                  <a:pt x="404" y="94"/>
                </a:lnTo>
                <a:lnTo>
                  <a:pt x="406" y="99"/>
                </a:lnTo>
                <a:lnTo>
                  <a:pt x="408" y="103"/>
                </a:lnTo>
                <a:lnTo>
                  <a:pt x="410" y="107"/>
                </a:lnTo>
                <a:lnTo>
                  <a:pt x="411" y="111"/>
                </a:lnTo>
                <a:lnTo>
                  <a:pt x="413" y="116"/>
                </a:lnTo>
                <a:lnTo>
                  <a:pt x="414" y="120"/>
                </a:lnTo>
                <a:lnTo>
                  <a:pt x="415" y="125"/>
                </a:lnTo>
                <a:lnTo>
                  <a:pt x="415" y="129"/>
                </a:lnTo>
                <a:lnTo>
                  <a:pt x="416" y="133"/>
                </a:lnTo>
                <a:lnTo>
                  <a:pt x="416" y="138"/>
                </a:lnTo>
                <a:lnTo>
                  <a:pt x="416" y="142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0" name=""/>
          <p:cNvSpPr/>
          <p:nvPr/>
        </p:nvSpPr>
        <p:spPr>
          <a:xfrm>
            <a:off x="7983360" y="2885400"/>
            <a:ext cx="152640" cy="104040"/>
          </a:xfrm>
          <a:custGeom>
            <a:avLst/>
            <a:gdLst/>
            <a:ahLst/>
            <a:rect l="0" t="0" r="r" b="b"/>
            <a:pathLst>
              <a:path w="424" h="289">
                <a:moveTo>
                  <a:pt x="420" y="144"/>
                </a:moveTo>
                <a:lnTo>
                  <a:pt x="420" y="140"/>
                </a:lnTo>
                <a:lnTo>
                  <a:pt x="420" y="135"/>
                </a:lnTo>
                <a:lnTo>
                  <a:pt x="419" y="131"/>
                </a:lnTo>
                <a:lnTo>
                  <a:pt x="419" y="127"/>
                </a:lnTo>
                <a:lnTo>
                  <a:pt x="418" y="122"/>
                </a:lnTo>
                <a:lnTo>
                  <a:pt x="417" y="118"/>
                </a:lnTo>
                <a:lnTo>
                  <a:pt x="415" y="113"/>
                </a:lnTo>
                <a:lnTo>
                  <a:pt x="414" y="109"/>
                </a:lnTo>
                <a:lnTo>
                  <a:pt x="412" y="105"/>
                </a:lnTo>
                <a:lnTo>
                  <a:pt x="410" y="101"/>
                </a:lnTo>
                <a:lnTo>
                  <a:pt x="408" y="96"/>
                </a:lnTo>
                <a:lnTo>
                  <a:pt x="406" y="92"/>
                </a:lnTo>
                <a:lnTo>
                  <a:pt x="403" y="88"/>
                </a:lnTo>
                <a:lnTo>
                  <a:pt x="401" y="84"/>
                </a:lnTo>
                <a:lnTo>
                  <a:pt x="398" y="80"/>
                </a:lnTo>
                <a:lnTo>
                  <a:pt x="395" y="76"/>
                </a:lnTo>
                <a:lnTo>
                  <a:pt x="391" y="72"/>
                </a:lnTo>
                <a:lnTo>
                  <a:pt x="388" y="68"/>
                </a:lnTo>
                <a:lnTo>
                  <a:pt x="384" y="65"/>
                </a:lnTo>
                <a:lnTo>
                  <a:pt x="381" y="61"/>
                </a:lnTo>
                <a:lnTo>
                  <a:pt x="377" y="58"/>
                </a:lnTo>
                <a:lnTo>
                  <a:pt x="373" y="54"/>
                </a:lnTo>
                <a:lnTo>
                  <a:pt x="368" y="51"/>
                </a:lnTo>
                <a:lnTo>
                  <a:pt x="364" y="47"/>
                </a:lnTo>
                <a:lnTo>
                  <a:pt x="359" y="44"/>
                </a:lnTo>
                <a:lnTo>
                  <a:pt x="355" y="41"/>
                </a:lnTo>
                <a:lnTo>
                  <a:pt x="350" y="38"/>
                </a:lnTo>
                <a:lnTo>
                  <a:pt x="345" y="35"/>
                </a:lnTo>
                <a:lnTo>
                  <a:pt x="340" y="32"/>
                </a:lnTo>
                <a:lnTo>
                  <a:pt x="335" y="30"/>
                </a:lnTo>
                <a:lnTo>
                  <a:pt x="329" y="27"/>
                </a:lnTo>
                <a:lnTo>
                  <a:pt x="324" y="25"/>
                </a:lnTo>
                <a:lnTo>
                  <a:pt x="318" y="23"/>
                </a:lnTo>
                <a:lnTo>
                  <a:pt x="313" y="20"/>
                </a:lnTo>
                <a:lnTo>
                  <a:pt x="307" y="18"/>
                </a:lnTo>
                <a:lnTo>
                  <a:pt x="301" y="16"/>
                </a:lnTo>
                <a:lnTo>
                  <a:pt x="295" y="14"/>
                </a:lnTo>
                <a:lnTo>
                  <a:pt x="289" y="13"/>
                </a:lnTo>
                <a:lnTo>
                  <a:pt x="283" y="11"/>
                </a:lnTo>
                <a:lnTo>
                  <a:pt x="277" y="10"/>
                </a:lnTo>
                <a:lnTo>
                  <a:pt x="270" y="8"/>
                </a:lnTo>
                <a:lnTo>
                  <a:pt x="264" y="7"/>
                </a:lnTo>
                <a:lnTo>
                  <a:pt x="258" y="6"/>
                </a:lnTo>
                <a:lnTo>
                  <a:pt x="251" y="5"/>
                </a:lnTo>
                <a:lnTo>
                  <a:pt x="245" y="5"/>
                </a:lnTo>
                <a:lnTo>
                  <a:pt x="239" y="4"/>
                </a:lnTo>
                <a:lnTo>
                  <a:pt x="232" y="3"/>
                </a:lnTo>
                <a:lnTo>
                  <a:pt x="226" y="3"/>
                </a:lnTo>
                <a:lnTo>
                  <a:pt x="219" y="3"/>
                </a:lnTo>
                <a:lnTo>
                  <a:pt x="212" y="3"/>
                </a:lnTo>
                <a:lnTo>
                  <a:pt x="206" y="3"/>
                </a:lnTo>
                <a:lnTo>
                  <a:pt x="199" y="3"/>
                </a:lnTo>
                <a:lnTo>
                  <a:pt x="193" y="3"/>
                </a:lnTo>
                <a:lnTo>
                  <a:pt x="186" y="4"/>
                </a:lnTo>
                <a:lnTo>
                  <a:pt x="180" y="5"/>
                </a:lnTo>
                <a:lnTo>
                  <a:pt x="174" y="5"/>
                </a:lnTo>
                <a:lnTo>
                  <a:pt x="167" y="6"/>
                </a:lnTo>
                <a:lnTo>
                  <a:pt x="161" y="7"/>
                </a:lnTo>
                <a:lnTo>
                  <a:pt x="155" y="8"/>
                </a:lnTo>
                <a:lnTo>
                  <a:pt x="148" y="10"/>
                </a:lnTo>
                <a:lnTo>
                  <a:pt x="142" y="11"/>
                </a:lnTo>
                <a:lnTo>
                  <a:pt x="136" y="13"/>
                </a:lnTo>
                <a:lnTo>
                  <a:pt x="130" y="14"/>
                </a:lnTo>
                <a:lnTo>
                  <a:pt x="124" y="16"/>
                </a:lnTo>
                <a:lnTo>
                  <a:pt x="118" y="18"/>
                </a:lnTo>
                <a:lnTo>
                  <a:pt x="112" y="20"/>
                </a:lnTo>
                <a:lnTo>
                  <a:pt x="107" y="23"/>
                </a:lnTo>
                <a:lnTo>
                  <a:pt x="101" y="25"/>
                </a:lnTo>
                <a:lnTo>
                  <a:pt x="96" y="27"/>
                </a:lnTo>
                <a:lnTo>
                  <a:pt x="90" y="30"/>
                </a:lnTo>
                <a:lnTo>
                  <a:pt x="85" y="32"/>
                </a:lnTo>
                <a:lnTo>
                  <a:pt x="80" y="35"/>
                </a:lnTo>
                <a:lnTo>
                  <a:pt x="75" y="38"/>
                </a:lnTo>
                <a:lnTo>
                  <a:pt x="70" y="41"/>
                </a:lnTo>
                <a:lnTo>
                  <a:pt x="66" y="44"/>
                </a:lnTo>
                <a:lnTo>
                  <a:pt x="61" y="47"/>
                </a:lnTo>
                <a:lnTo>
                  <a:pt x="57" y="51"/>
                </a:lnTo>
                <a:lnTo>
                  <a:pt x="52" y="54"/>
                </a:lnTo>
                <a:lnTo>
                  <a:pt x="48" y="58"/>
                </a:lnTo>
                <a:lnTo>
                  <a:pt x="44" y="61"/>
                </a:lnTo>
                <a:lnTo>
                  <a:pt x="41" y="65"/>
                </a:lnTo>
                <a:lnTo>
                  <a:pt x="37" y="68"/>
                </a:lnTo>
                <a:lnTo>
                  <a:pt x="34" y="72"/>
                </a:lnTo>
                <a:lnTo>
                  <a:pt x="29" y="76"/>
                </a:lnTo>
                <a:lnTo>
                  <a:pt x="26" y="80"/>
                </a:lnTo>
                <a:lnTo>
                  <a:pt x="23" y="84"/>
                </a:lnTo>
                <a:lnTo>
                  <a:pt x="21" y="88"/>
                </a:lnTo>
                <a:lnTo>
                  <a:pt x="18" y="92"/>
                </a:lnTo>
                <a:lnTo>
                  <a:pt x="16" y="96"/>
                </a:lnTo>
                <a:lnTo>
                  <a:pt x="14" y="101"/>
                </a:lnTo>
                <a:lnTo>
                  <a:pt x="12" y="105"/>
                </a:lnTo>
                <a:lnTo>
                  <a:pt x="10" y="109"/>
                </a:lnTo>
                <a:lnTo>
                  <a:pt x="9" y="113"/>
                </a:lnTo>
                <a:lnTo>
                  <a:pt x="7" y="118"/>
                </a:lnTo>
                <a:lnTo>
                  <a:pt x="6" y="122"/>
                </a:lnTo>
                <a:lnTo>
                  <a:pt x="5" y="127"/>
                </a:lnTo>
                <a:lnTo>
                  <a:pt x="5" y="131"/>
                </a:lnTo>
                <a:lnTo>
                  <a:pt x="4" y="135"/>
                </a:lnTo>
                <a:lnTo>
                  <a:pt x="4" y="140"/>
                </a:lnTo>
                <a:lnTo>
                  <a:pt x="4" y="144"/>
                </a:lnTo>
                <a:lnTo>
                  <a:pt x="4" y="149"/>
                </a:lnTo>
                <a:lnTo>
                  <a:pt x="4" y="153"/>
                </a:lnTo>
                <a:lnTo>
                  <a:pt x="5" y="158"/>
                </a:lnTo>
                <a:lnTo>
                  <a:pt x="5" y="162"/>
                </a:lnTo>
                <a:lnTo>
                  <a:pt x="6" y="167"/>
                </a:lnTo>
                <a:lnTo>
                  <a:pt x="7" y="172"/>
                </a:lnTo>
                <a:lnTo>
                  <a:pt x="9" y="176"/>
                </a:lnTo>
                <a:lnTo>
                  <a:pt x="10" y="180"/>
                </a:lnTo>
                <a:lnTo>
                  <a:pt x="12" y="185"/>
                </a:lnTo>
                <a:lnTo>
                  <a:pt x="14" y="189"/>
                </a:lnTo>
                <a:lnTo>
                  <a:pt x="16" y="193"/>
                </a:lnTo>
                <a:lnTo>
                  <a:pt x="18" y="197"/>
                </a:lnTo>
                <a:lnTo>
                  <a:pt x="21" y="201"/>
                </a:lnTo>
                <a:lnTo>
                  <a:pt x="23" y="205"/>
                </a:lnTo>
                <a:lnTo>
                  <a:pt x="26" y="209"/>
                </a:lnTo>
                <a:lnTo>
                  <a:pt x="29" y="213"/>
                </a:lnTo>
                <a:lnTo>
                  <a:pt x="34" y="217"/>
                </a:lnTo>
                <a:lnTo>
                  <a:pt x="37" y="221"/>
                </a:lnTo>
                <a:lnTo>
                  <a:pt x="41" y="225"/>
                </a:lnTo>
                <a:lnTo>
                  <a:pt x="44" y="228"/>
                </a:lnTo>
                <a:lnTo>
                  <a:pt x="48" y="232"/>
                </a:lnTo>
                <a:lnTo>
                  <a:pt x="52" y="235"/>
                </a:lnTo>
                <a:lnTo>
                  <a:pt x="57" y="239"/>
                </a:lnTo>
                <a:lnTo>
                  <a:pt x="61" y="242"/>
                </a:lnTo>
                <a:lnTo>
                  <a:pt x="66" y="245"/>
                </a:lnTo>
                <a:lnTo>
                  <a:pt x="70" y="248"/>
                </a:lnTo>
                <a:lnTo>
                  <a:pt x="75" y="251"/>
                </a:lnTo>
                <a:lnTo>
                  <a:pt x="80" y="254"/>
                </a:lnTo>
                <a:lnTo>
                  <a:pt x="85" y="257"/>
                </a:lnTo>
                <a:lnTo>
                  <a:pt x="90" y="260"/>
                </a:lnTo>
                <a:lnTo>
                  <a:pt x="96" y="262"/>
                </a:lnTo>
                <a:lnTo>
                  <a:pt x="101" y="265"/>
                </a:lnTo>
                <a:lnTo>
                  <a:pt x="107" y="267"/>
                </a:lnTo>
                <a:lnTo>
                  <a:pt x="112" y="269"/>
                </a:lnTo>
                <a:lnTo>
                  <a:pt x="118" y="271"/>
                </a:lnTo>
                <a:lnTo>
                  <a:pt x="124" y="273"/>
                </a:lnTo>
                <a:lnTo>
                  <a:pt x="130" y="275"/>
                </a:lnTo>
                <a:lnTo>
                  <a:pt x="136" y="277"/>
                </a:lnTo>
                <a:lnTo>
                  <a:pt x="142" y="278"/>
                </a:lnTo>
                <a:lnTo>
                  <a:pt x="148" y="280"/>
                </a:lnTo>
                <a:lnTo>
                  <a:pt x="155" y="281"/>
                </a:lnTo>
                <a:lnTo>
                  <a:pt x="161" y="282"/>
                </a:lnTo>
                <a:lnTo>
                  <a:pt x="167" y="283"/>
                </a:lnTo>
                <a:lnTo>
                  <a:pt x="174" y="284"/>
                </a:lnTo>
                <a:lnTo>
                  <a:pt x="180" y="285"/>
                </a:lnTo>
                <a:lnTo>
                  <a:pt x="186" y="286"/>
                </a:lnTo>
                <a:lnTo>
                  <a:pt x="193" y="286"/>
                </a:lnTo>
                <a:lnTo>
                  <a:pt x="199" y="286"/>
                </a:lnTo>
                <a:lnTo>
                  <a:pt x="206" y="287"/>
                </a:lnTo>
                <a:lnTo>
                  <a:pt x="212" y="287"/>
                </a:lnTo>
                <a:lnTo>
                  <a:pt x="219" y="287"/>
                </a:lnTo>
                <a:lnTo>
                  <a:pt x="226" y="286"/>
                </a:lnTo>
                <a:lnTo>
                  <a:pt x="232" y="286"/>
                </a:lnTo>
                <a:lnTo>
                  <a:pt x="239" y="286"/>
                </a:lnTo>
                <a:lnTo>
                  <a:pt x="245" y="285"/>
                </a:lnTo>
                <a:lnTo>
                  <a:pt x="251" y="284"/>
                </a:lnTo>
                <a:lnTo>
                  <a:pt x="258" y="283"/>
                </a:lnTo>
                <a:lnTo>
                  <a:pt x="264" y="282"/>
                </a:lnTo>
                <a:lnTo>
                  <a:pt x="270" y="281"/>
                </a:lnTo>
                <a:lnTo>
                  <a:pt x="277" y="280"/>
                </a:lnTo>
                <a:lnTo>
                  <a:pt x="283" y="278"/>
                </a:lnTo>
                <a:lnTo>
                  <a:pt x="289" y="277"/>
                </a:lnTo>
                <a:lnTo>
                  <a:pt x="295" y="275"/>
                </a:lnTo>
                <a:lnTo>
                  <a:pt x="301" y="273"/>
                </a:lnTo>
                <a:lnTo>
                  <a:pt x="307" y="271"/>
                </a:lnTo>
                <a:lnTo>
                  <a:pt x="313" y="269"/>
                </a:lnTo>
                <a:lnTo>
                  <a:pt x="318" y="267"/>
                </a:lnTo>
                <a:lnTo>
                  <a:pt x="324" y="265"/>
                </a:lnTo>
                <a:lnTo>
                  <a:pt x="329" y="262"/>
                </a:lnTo>
                <a:lnTo>
                  <a:pt x="335" y="260"/>
                </a:lnTo>
                <a:lnTo>
                  <a:pt x="340" y="257"/>
                </a:lnTo>
                <a:lnTo>
                  <a:pt x="345" y="254"/>
                </a:lnTo>
                <a:lnTo>
                  <a:pt x="350" y="251"/>
                </a:lnTo>
                <a:lnTo>
                  <a:pt x="355" y="248"/>
                </a:lnTo>
                <a:lnTo>
                  <a:pt x="359" y="245"/>
                </a:lnTo>
                <a:lnTo>
                  <a:pt x="364" y="242"/>
                </a:lnTo>
                <a:lnTo>
                  <a:pt x="368" y="239"/>
                </a:lnTo>
                <a:lnTo>
                  <a:pt x="373" y="235"/>
                </a:lnTo>
                <a:lnTo>
                  <a:pt x="377" y="232"/>
                </a:lnTo>
                <a:lnTo>
                  <a:pt x="381" y="228"/>
                </a:lnTo>
                <a:lnTo>
                  <a:pt x="384" y="225"/>
                </a:lnTo>
                <a:lnTo>
                  <a:pt x="388" y="221"/>
                </a:lnTo>
                <a:lnTo>
                  <a:pt x="391" y="217"/>
                </a:lnTo>
                <a:lnTo>
                  <a:pt x="395" y="213"/>
                </a:lnTo>
                <a:lnTo>
                  <a:pt x="398" y="209"/>
                </a:lnTo>
                <a:lnTo>
                  <a:pt x="401" y="205"/>
                </a:lnTo>
                <a:lnTo>
                  <a:pt x="403" y="201"/>
                </a:lnTo>
                <a:lnTo>
                  <a:pt x="406" y="197"/>
                </a:lnTo>
                <a:lnTo>
                  <a:pt x="408" y="193"/>
                </a:lnTo>
                <a:lnTo>
                  <a:pt x="410" y="189"/>
                </a:lnTo>
                <a:lnTo>
                  <a:pt x="412" y="185"/>
                </a:lnTo>
                <a:lnTo>
                  <a:pt x="414" y="180"/>
                </a:lnTo>
                <a:lnTo>
                  <a:pt x="415" y="176"/>
                </a:lnTo>
                <a:lnTo>
                  <a:pt x="417" y="172"/>
                </a:lnTo>
                <a:lnTo>
                  <a:pt x="418" y="167"/>
                </a:lnTo>
                <a:lnTo>
                  <a:pt x="419" y="162"/>
                </a:lnTo>
                <a:lnTo>
                  <a:pt x="419" y="158"/>
                </a:lnTo>
                <a:lnTo>
                  <a:pt x="420" y="153"/>
                </a:lnTo>
                <a:lnTo>
                  <a:pt x="420" y="149"/>
                </a:lnTo>
                <a:lnTo>
                  <a:pt x="420" y="144"/>
                </a:lnTo>
                <a:moveTo>
                  <a:pt x="424" y="144"/>
                </a:moveTo>
                <a:lnTo>
                  <a:pt x="424" y="149"/>
                </a:lnTo>
                <a:lnTo>
                  <a:pt x="424" y="153"/>
                </a:lnTo>
                <a:lnTo>
                  <a:pt x="423" y="158"/>
                </a:lnTo>
                <a:lnTo>
                  <a:pt x="422" y="162"/>
                </a:lnTo>
                <a:lnTo>
                  <a:pt x="421" y="168"/>
                </a:lnTo>
                <a:lnTo>
                  <a:pt x="420" y="172"/>
                </a:lnTo>
                <a:lnTo>
                  <a:pt x="419" y="177"/>
                </a:lnTo>
                <a:lnTo>
                  <a:pt x="417" y="181"/>
                </a:lnTo>
                <a:lnTo>
                  <a:pt x="416" y="185"/>
                </a:lnTo>
                <a:lnTo>
                  <a:pt x="414" y="190"/>
                </a:lnTo>
                <a:lnTo>
                  <a:pt x="412" y="194"/>
                </a:lnTo>
                <a:lnTo>
                  <a:pt x="409" y="198"/>
                </a:lnTo>
                <a:lnTo>
                  <a:pt x="407" y="202"/>
                </a:lnTo>
                <a:lnTo>
                  <a:pt x="404" y="207"/>
                </a:lnTo>
                <a:lnTo>
                  <a:pt x="401" y="211"/>
                </a:lnTo>
                <a:lnTo>
                  <a:pt x="398" y="215"/>
                </a:lnTo>
                <a:lnTo>
                  <a:pt x="395" y="219"/>
                </a:lnTo>
                <a:lnTo>
                  <a:pt x="391" y="222"/>
                </a:lnTo>
                <a:lnTo>
                  <a:pt x="387" y="226"/>
                </a:lnTo>
                <a:lnTo>
                  <a:pt x="384" y="230"/>
                </a:lnTo>
                <a:lnTo>
                  <a:pt x="380" y="234"/>
                </a:lnTo>
                <a:lnTo>
                  <a:pt x="376" y="237"/>
                </a:lnTo>
                <a:lnTo>
                  <a:pt x="371" y="240"/>
                </a:lnTo>
                <a:lnTo>
                  <a:pt x="367" y="244"/>
                </a:lnTo>
                <a:lnTo>
                  <a:pt x="362" y="247"/>
                </a:lnTo>
                <a:lnTo>
                  <a:pt x="357" y="250"/>
                </a:lnTo>
                <a:lnTo>
                  <a:pt x="352" y="253"/>
                </a:lnTo>
                <a:lnTo>
                  <a:pt x="347" y="256"/>
                </a:lnTo>
                <a:lnTo>
                  <a:pt x="342" y="259"/>
                </a:lnTo>
                <a:lnTo>
                  <a:pt x="337" y="262"/>
                </a:lnTo>
                <a:lnTo>
                  <a:pt x="331" y="264"/>
                </a:lnTo>
                <a:lnTo>
                  <a:pt x="326" y="267"/>
                </a:lnTo>
                <a:lnTo>
                  <a:pt x="320" y="269"/>
                </a:lnTo>
                <a:lnTo>
                  <a:pt x="314" y="271"/>
                </a:lnTo>
                <a:lnTo>
                  <a:pt x="309" y="274"/>
                </a:lnTo>
                <a:lnTo>
                  <a:pt x="303" y="276"/>
                </a:lnTo>
                <a:lnTo>
                  <a:pt x="297" y="277"/>
                </a:lnTo>
                <a:lnTo>
                  <a:pt x="290" y="279"/>
                </a:lnTo>
                <a:lnTo>
                  <a:pt x="284" y="281"/>
                </a:lnTo>
                <a:lnTo>
                  <a:pt x="278" y="282"/>
                </a:lnTo>
                <a:lnTo>
                  <a:pt x="272" y="284"/>
                </a:lnTo>
                <a:lnTo>
                  <a:pt x="265" y="285"/>
                </a:lnTo>
                <a:lnTo>
                  <a:pt x="259" y="286"/>
                </a:lnTo>
                <a:lnTo>
                  <a:pt x="252" y="287"/>
                </a:lnTo>
                <a:lnTo>
                  <a:pt x="246" y="287"/>
                </a:lnTo>
                <a:lnTo>
                  <a:pt x="239" y="288"/>
                </a:lnTo>
                <a:lnTo>
                  <a:pt x="232" y="289"/>
                </a:lnTo>
                <a:lnTo>
                  <a:pt x="226" y="289"/>
                </a:lnTo>
                <a:lnTo>
                  <a:pt x="219" y="289"/>
                </a:lnTo>
                <a:lnTo>
                  <a:pt x="212" y="289"/>
                </a:lnTo>
                <a:lnTo>
                  <a:pt x="206" y="289"/>
                </a:lnTo>
                <a:lnTo>
                  <a:pt x="199" y="289"/>
                </a:lnTo>
                <a:lnTo>
                  <a:pt x="193" y="289"/>
                </a:lnTo>
                <a:lnTo>
                  <a:pt x="186" y="288"/>
                </a:lnTo>
                <a:lnTo>
                  <a:pt x="179" y="287"/>
                </a:lnTo>
                <a:lnTo>
                  <a:pt x="173" y="287"/>
                </a:lnTo>
                <a:lnTo>
                  <a:pt x="166" y="286"/>
                </a:lnTo>
                <a:lnTo>
                  <a:pt x="160" y="285"/>
                </a:lnTo>
                <a:lnTo>
                  <a:pt x="153" y="284"/>
                </a:lnTo>
                <a:lnTo>
                  <a:pt x="147" y="282"/>
                </a:lnTo>
                <a:lnTo>
                  <a:pt x="141" y="281"/>
                </a:lnTo>
                <a:lnTo>
                  <a:pt x="135" y="279"/>
                </a:lnTo>
                <a:lnTo>
                  <a:pt x="128" y="277"/>
                </a:lnTo>
                <a:lnTo>
                  <a:pt x="122" y="276"/>
                </a:lnTo>
                <a:lnTo>
                  <a:pt x="116" y="274"/>
                </a:lnTo>
                <a:lnTo>
                  <a:pt x="111" y="271"/>
                </a:lnTo>
                <a:lnTo>
                  <a:pt x="105" y="269"/>
                </a:lnTo>
                <a:lnTo>
                  <a:pt x="99" y="267"/>
                </a:lnTo>
                <a:lnTo>
                  <a:pt x="94" y="264"/>
                </a:lnTo>
                <a:lnTo>
                  <a:pt x="88" y="262"/>
                </a:lnTo>
                <a:lnTo>
                  <a:pt x="83" y="259"/>
                </a:lnTo>
                <a:lnTo>
                  <a:pt x="78" y="256"/>
                </a:lnTo>
                <a:lnTo>
                  <a:pt x="73" y="253"/>
                </a:lnTo>
                <a:lnTo>
                  <a:pt x="68" y="250"/>
                </a:lnTo>
                <a:lnTo>
                  <a:pt x="63" y="247"/>
                </a:lnTo>
                <a:lnTo>
                  <a:pt x="58" y="244"/>
                </a:lnTo>
                <a:lnTo>
                  <a:pt x="54" y="240"/>
                </a:lnTo>
                <a:lnTo>
                  <a:pt x="49" y="237"/>
                </a:lnTo>
                <a:lnTo>
                  <a:pt x="45" y="234"/>
                </a:lnTo>
                <a:lnTo>
                  <a:pt x="41" y="230"/>
                </a:lnTo>
                <a:lnTo>
                  <a:pt x="37" y="226"/>
                </a:lnTo>
                <a:lnTo>
                  <a:pt x="34" y="222"/>
                </a:lnTo>
                <a:lnTo>
                  <a:pt x="29" y="219"/>
                </a:lnTo>
                <a:lnTo>
                  <a:pt x="26" y="215"/>
                </a:lnTo>
                <a:lnTo>
                  <a:pt x="23" y="211"/>
                </a:lnTo>
                <a:lnTo>
                  <a:pt x="20" y="207"/>
                </a:lnTo>
                <a:lnTo>
                  <a:pt x="17" y="202"/>
                </a:lnTo>
                <a:lnTo>
                  <a:pt x="15" y="198"/>
                </a:lnTo>
                <a:lnTo>
                  <a:pt x="12" y="194"/>
                </a:lnTo>
                <a:lnTo>
                  <a:pt x="10" y="190"/>
                </a:lnTo>
                <a:lnTo>
                  <a:pt x="8" y="185"/>
                </a:lnTo>
                <a:lnTo>
                  <a:pt x="7" y="181"/>
                </a:lnTo>
                <a:lnTo>
                  <a:pt x="5" y="177"/>
                </a:lnTo>
                <a:lnTo>
                  <a:pt x="4" y="172"/>
                </a:lnTo>
                <a:lnTo>
                  <a:pt x="2" y="168"/>
                </a:lnTo>
                <a:lnTo>
                  <a:pt x="2" y="162"/>
                </a:lnTo>
                <a:lnTo>
                  <a:pt x="1" y="158"/>
                </a:lnTo>
                <a:lnTo>
                  <a:pt x="0" y="153"/>
                </a:lnTo>
                <a:lnTo>
                  <a:pt x="0" y="149"/>
                </a:lnTo>
                <a:lnTo>
                  <a:pt x="0" y="144"/>
                </a:lnTo>
                <a:lnTo>
                  <a:pt x="0" y="140"/>
                </a:lnTo>
                <a:lnTo>
                  <a:pt x="0" y="135"/>
                </a:lnTo>
                <a:lnTo>
                  <a:pt x="1" y="131"/>
                </a:lnTo>
                <a:lnTo>
                  <a:pt x="2" y="126"/>
                </a:lnTo>
                <a:lnTo>
                  <a:pt x="2" y="122"/>
                </a:lnTo>
                <a:lnTo>
                  <a:pt x="4" y="117"/>
                </a:lnTo>
                <a:lnTo>
                  <a:pt x="5" y="113"/>
                </a:lnTo>
                <a:lnTo>
                  <a:pt x="7" y="108"/>
                </a:lnTo>
                <a:lnTo>
                  <a:pt x="8" y="104"/>
                </a:lnTo>
                <a:lnTo>
                  <a:pt x="10" y="100"/>
                </a:lnTo>
                <a:lnTo>
                  <a:pt x="12" y="95"/>
                </a:lnTo>
                <a:lnTo>
                  <a:pt x="15" y="91"/>
                </a:lnTo>
                <a:lnTo>
                  <a:pt x="17" y="87"/>
                </a:lnTo>
                <a:lnTo>
                  <a:pt x="20" y="83"/>
                </a:lnTo>
                <a:lnTo>
                  <a:pt x="23" y="79"/>
                </a:lnTo>
                <a:lnTo>
                  <a:pt x="26" y="75"/>
                </a:lnTo>
                <a:lnTo>
                  <a:pt x="29" y="71"/>
                </a:lnTo>
                <a:lnTo>
                  <a:pt x="34" y="67"/>
                </a:lnTo>
                <a:lnTo>
                  <a:pt x="37" y="63"/>
                </a:lnTo>
                <a:lnTo>
                  <a:pt x="41" y="60"/>
                </a:lnTo>
                <a:lnTo>
                  <a:pt x="45" y="56"/>
                </a:lnTo>
                <a:lnTo>
                  <a:pt x="49" y="52"/>
                </a:lnTo>
                <a:lnTo>
                  <a:pt x="54" y="49"/>
                </a:lnTo>
                <a:lnTo>
                  <a:pt x="58" y="46"/>
                </a:lnTo>
                <a:lnTo>
                  <a:pt x="63" y="42"/>
                </a:lnTo>
                <a:lnTo>
                  <a:pt x="68" y="39"/>
                </a:lnTo>
                <a:lnTo>
                  <a:pt x="73" y="36"/>
                </a:lnTo>
                <a:lnTo>
                  <a:pt x="78" y="33"/>
                </a:lnTo>
                <a:lnTo>
                  <a:pt x="83" y="30"/>
                </a:lnTo>
                <a:lnTo>
                  <a:pt x="88" y="28"/>
                </a:lnTo>
                <a:lnTo>
                  <a:pt x="94" y="25"/>
                </a:lnTo>
                <a:lnTo>
                  <a:pt x="99" y="23"/>
                </a:lnTo>
                <a:lnTo>
                  <a:pt x="105" y="20"/>
                </a:lnTo>
                <a:lnTo>
                  <a:pt x="111" y="18"/>
                </a:lnTo>
                <a:lnTo>
                  <a:pt x="116" y="16"/>
                </a:lnTo>
                <a:lnTo>
                  <a:pt x="122" y="14"/>
                </a:lnTo>
                <a:lnTo>
                  <a:pt x="128" y="12"/>
                </a:lnTo>
                <a:lnTo>
                  <a:pt x="135" y="10"/>
                </a:lnTo>
                <a:lnTo>
                  <a:pt x="141" y="9"/>
                </a:lnTo>
                <a:lnTo>
                  <a:pt x="147" y="7"/>
                </a:lnTo>
                <a:lnTo>
                  <a:pt x="153" y="6"/>
                </a:lnTo>
                <a:lnTo>
                  <a:pt x="160" y="5"/>
                </a:lnTo>
                <a:lnTo>
                  <a:pt x="166" y="4"/>
                </a:lnTo>
                <a:lnTo>
                  <a:pt x="173" y="3"/>
                </a:lnTo>
                <a:lnTo>
                  <a:pt x="179" y="2"/>
                </a:lnTo>
                <a:lnTo>
                  <a:pt x="186" y="1"/>
                </a:lnTo>
                <a:lnTo>
                  <a:pt x="193" y="1"/>
                </a:lnTo>
                <a:lnTo>
                  <a:pt x="199" y="1"/>
                </a:lnTo>
                <a:lnTo>
                  <a:pt x="206" y="0"/>
                </a:lnTo>
                <a:lnTo>
                  <a:pt x="212" y="0"/>
                </a:lnTo>
                <a:lnTo>
                  <a:pt x="219" y="0"/>
                </a:lnTo>
                <a:lnTo>
                  <a:pt x="226" y="1"/>
                </a:lnTo>
                <a:lnTo>
                  <a:pt x="232" y="1"/>
                </a:lnTo>
                <a:lnTo>
                  <a:pt x="239" y="1"/>
                </a:lnTo>
                <a:lnTo>
                  <a:pt x="246" y="2"/>
                </a:lnTo>
                <a:lnTo>
                  <a:pt x="252" y="3"/>
                </a:lnTo>
                <a:lnTo>
                  <a:pt x="259" y="4"/>
                </a:lnTo>
                <a:lnTo>
                  <a:pt x="265" y="5"/>
                </a:lnTo>
                <a:lnTo>
                  <a:pt x="272" y="6"/>
                </a:lnTo>
                <a:lnTo>
                  <a:pt x="278" y="7"/>
                </a:lnTo>
                <a:lnTo>
                  <a:pt x="284" y="9"/>
                </a:lnTo>
                <a:lnTo>
                  <a:pt x="290" y="10"/>
                </a:lnTo>
                <a:lnTo>
                  <a:pt x="297" y="12"/>
                </a:lnTo>
                <a:lnTo>
                  <a:pt x="303" y="14"/>
                </a:lnTo>
                <a:lnTo>
                  <a:pt x="309" y="16"/>
                </a:lnTo>
                <a:lnTo>
                  <a:pt x="314" y="18"/>
                </a:lnTo>
                <a:lnTo>
                  <a:pt x="320" y="20"/>
                </a:lnTo>
                <a:lnTo>
                  <a:pt x="326" y="23"/>
                </a:lnTo>
                <a:lnTo>
                  <a:pt x="331" y="25"/>
                </a:lnTo>
                <a:lnTo>
                  <a:pt x="337" y="28"/>
                </a:lnTo>
                <a:lnTo>
                  <a:pt x="342" y="30"/>
                </a:lnTo>
                <a:lnTo>
                  <a:pt x="347" y="33"/>
                </a:lnTo>
                <a:lnTo>
                  <a:pt x="352" y="36"/>
                </a:lnTo>
                <a:lnTo>
                  <a:pt x="357" y="39"/>
                </a:lnTo>
                <a:lnTo>
                  <a:pt x="362" y="42"/>
                </a:lnTo>
                <a:lnTo>
                  <a:pt x="367" y="46"/>
                </a:lnTo>
                <a:lnTo>
                  <a:pt x="371" y="49"/>
                </a:lnTo>
                <a:lnTo>
                  <a:pt x="376" y="52"/>
                </a:lnTo>
                <a:lnTo>
                  <a:pt x="380" y="56"/>
                </a:lnTo>
                <a:lnTo>
                  <a:pt x="384" y="60"/>
                </a:lnTo>
                <a:lnTo>
                  <a:pt x="387" y="63"/>
                </a:lnTo>
                <a:lnTo>
                  <a:pt x="391" y="67"/>
                </a:lnTo>
                <a:lnTo>
                  <a:pt x="395" y="71"/>
                </a:lnTo>
                <a:lnTo>
                  <a:pt x="398" y="75"/>
                </a:lnTo>
                <a:lnTo>
                  <a:pt x="401" y="79"/>
                </a:lnTo>
                <a:lnTo>
                  <a:pt x="404" y="83"/>
                </a:lnTo>
                <a:lnTo>
                  <a:pt x="407" y="87"/>
                </a:lnTo>
                <a:lnTo>
                  <a:pt x="409" y="91"/>
                </a:lnTo>
                <a:lnTo>
                  <a:pt x="412" y="95"/>
                </a:lnTo>
                <a:lnTo>
                  <a:pt x="414" y="100"/>
                </a:lnTo>
                <a:lnTo>
                  <a:pt x="416" y="104"/>
                </a:lnTo>
                <a:lnTo>
                  <a:pt x="417" y="108"/>
                </a:lnTo>
                <a:lnTo>
                  <a:pt x="419" y="113"/>
                </a:lnTo>
                <a:lnTo>
                  <a:pt x="420" y="117"/>
                </a:lnTo>
                <a:lnTo>
                  <a:pt x="421" y="122"/>
                </a:lnTo>
                <a:lnTo>
                  <a:pt x="422" y="126"/>
                </a:lnTo>
                <a:lnTo>
                  <a:pt x="423" y="131"/>
                </a:lnTo>
                <a:lnTo>
                  <a:pt x="424" y="135"/>
                </a:lnTo>
                <a:lnTo>
                  <a:pt x="424" y="140"/>
                </a:lnTo>
                <a:lnTo>
                  <a:pt x="424" y="144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1" name=""/>
          <p:cNvSpPr/>
          <p:nvPr/>
        </p:nvSpPr>
        <p:spPr>
          <a:xfrm>
            <a:off x="7975080" y="2880000"/>
            <a:ext cx="169200" cy="115200"/>
          </a:xfrm>
          <a:custGeom>
            <a:avLst/>
            <a:gdLst/>
            <a:ahLst/>
            <a:rect l="0" t="0" r="r" b="b"/>
            <a:pathLst>
              <a:path w="470" h="320">
                <a:moveTo>
                  <a:pt x="447" y="160"/>
                </a:moveTo>
                <a:lnTo>
                  <a:pt x="447" y="156"/>
                </a:lnTo>
                <a:lnTo>
                  <a:pt x="447" y="151"/>
                </a:lnTo>
                <a:lnTo>
                  <a:pt x="446" y="147"/>
                </a:lnTo>
                <a:lnTo>
                  <a:pt x="445" y="142"/>
                </a:lnTo>
                <a:lnTo>
                  <a:pt x="444" y="138"/>
                </a:lnTo>
                <a:lnTo>
                  <a:pt x="443" y="133"/>
                </a:lnTo>
                <a:lnTo>
                  <a:pt x="442" y="129"/>
                </a:lnTo>
                <a:lnTo>
                  <a:pt x="440" y="124"/>
                </a:lnTo>
                <a:lnTo>
                  <a:pt x="439" y="120"/>
                </a:lnTo>
                <a:lnTo>
                  <a:pt x="437" y="116"/>
                </a:lnTo>
                <a:lnTo>
                  <a:pt x="435" y="111"/>
                </a:lnTo>
                <a:lnTo>
                  <a:pt x="432" y="106"/>
                </a:lnTo>
                <a:lnTo>
                  <a:pt x="430" y="102"/>
                </a:lnTo>
                <a:lnTo>
                  <a:pt x="427" y="98"/>
                </a:lnTo>
                <a:lnTo>
                  <a:pt x="424" y="94"/>
                </a:lnTo>
                <a:lnTo>
                  <a:pt x="421" y="90"/>
                </a:lnTo>
                <a:lnTo>
                  <a:pt x="418" y="86"/>
                </a:lnTo>
                <a:lnTo>
                  <a:pt x="414" y="82"/>
                </a:lnTo>
                <a:lnTo>
                  <a:pt x="410" y="78"/>
                </a:lnTo>
                <a:lnTo>
                  <a:pt x="407" y="75"/>
                </a:lnTo>
                <a:lnTo>
                  <a:pt x="403" y="71"/>
                </a:lnTo>
                <a:lnTo>
                  <a:pt x="399" y="67"/>
                </a:lnTo>
                <a:lnTo>
                  <a:pt x="394" y="64"/>
                </a:lnTo>
                <a:lnTo>
                  <a:pt x="390" y="61"/>
                </a:lnTo>
                <a:lnTo>
                  <a:pt x="385" y="57"/>
                </a:lnTo>
                <a:lnTo>
                  <a:pt x="380" y="54"/>
                </a:lnTo>
                <a:lnTo>
                  <a:pt x="375" y="51"/>
                </a:lnTo>
                <a:lnTo>
                  <a:pt x="370" y="48"/>
                </a:lnTo>
                <a:lnTo>
                  <a:pt x="365" y="45"/>
                </a:lnTo>
                <a:lnTo>
                  <a:pt x="360" y="43"/>
                </a:lnTo>
                <a:lnTo>
                  <a:pt x="354" y="40"/>
                </a:lnTo>
                <a:lnTo>
                  <a:pt x="349" y="38"/>
                </a:lnTo>
                <a:lnTo>
                  <a:pt x="343" y="35"/>
                </a:lnTo>
                <a:lnTo>
                  <a:pt x="337" y="33"/>
                </a:lnTo>
                <a:lnTo>
                  <a:pt x="332" y="31"/>
                </a:lnTo>
                <a:lnTo>
                  <a:pt x="326" y="29"/>
                </a:lnTo>
                <a:lnTo>
                  <a:pt x="320" y="27"/>
                </a:lnTo>
                <a:lnTo>
                  <a:pt x="313" y="25"/>
                </a:lnTo>
                <a:lnTo>
                  <a:pt x="307" y="24"/>
                </a:lnTo>
                <a:lnTo>
                  <a:pt x="301" y="22"/>
                </a:lnTo>
                <a:lnTo>
                  <a:pt x="295" y="21"/>
                </a:lnTo>
                <a:lnTo>
                  <a:pt x="288" y="20"/>
                </a:lnTo>
                <a:lnTo>
                  <a:pt x="282" y="19"/>
                </a:lnTo>
                <a:lnTo>
                  <a:pt x="275" y="18"/>
                </a:lnTo>
                <a:lnTo>
                  <a:pt x="269" y="17"/>
                </a:lnTo>
                <a:lnTo>
                  <a:pt x="262" y="16"/>
                </a:lnTo>
                <a:lnTo>
                  <a:pt x="255" y="16"/>
                </a:lnTo>
                <a:lnTo>
                  <a:pt x="249" y="16"/>
                </a:lnTo>
                <a:lnTo>
                  <a:pt x="242" y="15"/>
                </a:lnTo>
                <a:lnTo>
                  <a:pt x="235" y="15"/>
                </a:lnTo>
                <a:lnTo>
                  <a:pt x="229" y="15"/>
                </a:lnTo>
                <a:lnTo>
                  <a:pt x="222" y="16"/>
                </a:lnTo>
                <a:lnTo>
                  <a:pt x="216" y="16"/>
                </a:lnTo>
                <a:lnTo>
                  <a:pt x="209" y="16"/>
                </a:lnTo>
                <a:lnTo>
                  <a:pt x="202" y="17"/>
                </a:lnTo>
                <a:lnTo>
                  <a:pt x="196" y="18"/>
                </a:lnTo>
                <a:lnTo>
                  <a:pt x="189" y="19"/>
                </a:lnTo>
                <a:lnTo>
                  <a:pt x="183" y="20"/>
                </a:lnTo>
                <a:lnTo>
                  <a:pt x="176" y="21"/>
                </a:lnTo>
                <a:lnTo>
                  <a:pt x="170" y="22"/>
                </a:lnTo>
                <a:lnTo>
                  <a:pt x="164" y="24"/>
                </a:lnTo>
                <a:lnTo>
                  <a:pt x="158" y="25"/>
                </a:lnTo>
                <a:lnTo>
                  <a:pt x="151" y="27"/>
                </a:lnTo>
                <a:lnTo>
                  <a:pt x="145" y="29"/>
                </a:lnTo>
                <a:lnTo>
                  <a:pt x="139" y="31"/>
                </a:lnTo>
                <a:lnTo>
                  <a:pt x="134" y="33"/>
                </a:lnTo>
                <a:lnTo>
                  <a:pt x="128" y="35"/>
                </a:lnTo>
                <a:lnTo>
                  <a:pt x="122" y="38"/>
                </a:lnTo>
                <a:lnTo>
                  <a:pt x="117" y="40"/>
                </a:lnTo>
                <a:lnTo>
                  <a:pt x="111" y="43"/>
                </a:lnTo>
                <a:lnTo>
                  <a:pt x="106" y="45"/>
                </a:lnTo>
                <a:lnTo>
                  <a:pt x="101" y="48"/>
                </a:lnTo>
                <a:lnTo>
                  <a:pt x="96" y="51"/>
                </a:lnTo>
                <a:lnTo>
                  <a:pt x="91" y="54"/>
                </a:lnTo>
                <a:lnTo>
                  <a:pt x="86" y="57"/>
                </a:lnTo>
                <a:lnTo>
                  <a:pt x="81" y="61"/>
                </a:lnTo>
                <a:lnTo>
                  <a:pt x="76" y="64"/>
                </a:lnTo>
                <a:lnTo>
                  <a:pt x="71" y="67"/>
                </a:lnTo>
                <a:lnTo>
                  <a:pt x="67" y="71"/>
                </a:lnTo>
                <a:lnTo>
                  <a:pt x="63" y="75"/>
                </a:lnTo>
                <a:lnTo>
                  <a:pt x="59" y="78"/>
                </a:lnTo>
                <a:lnTo>
                  <a:pt x="56" y="82"/>
                </a:lnTo>
                <a:lnTo>
                  <a:pt x="52" y="86"/>
                </a:lnTo>
                <a:lnTo>
                  <a:pt x="49" y="90"/>
                </a:lnTo>
                <a:lnTo>
                  <a:pt x="46" y="94"/>
                </a:lnTo>
                <a:lnTo>
                  <a:pt x="43" y="98"/>
                </a:lnTo>
                <a:lnTo>
                  <a:pt x="40" y="102"/>
                </a:lnTo>
                <a:lnTo>
                  <a:pt x="38" y="106"/>
                </a:lnTo>
                <a:lnTo>
                  <a:pt x="35" y="111"/>
                </a:lnTo>
                <a:lnTo>
                  <a:pt x="33" y="116"/>
                </a:lnTo>
                <a:lnTo>
                  <a:pt x="31" y="120"/>
                </a:lnTo>
                <a:lnTo>
                  <a:pt x="30" y="124"/>
                </a:lnTo>
                <a:lnTo>
                  <a:pt x="28" y="129"/>
                </a:lnTo>
                <a:lnTo>
                  <a:pt x="27" y="133"/>
                </a:lnTo>
                <a:lnTo>
                  <a:pt x="25" y="138"/>
                </a:lnTo>
                <a:lnTo>
                  <a:pt x="25" y="142"/>
                </a:lnTo>
                <a:lnTo>
                  <a:pt x="24" y="147"/>
                </a:lnTo>
                <a:lnTo>
                  <a:pt x="23" y="151"/>
                </a:lnTo>
                <a:lnTo>
                  <a:pt x="23" y="156"/>
                </a:lnTo>
                <a:lnTo>
                  <a:pt x="23" y="160"/>
                </a:lnTo>
                <a:lnTo>
                  <a:pt x="23" y="165"/>
                </a:lnTo>
                <a:lnTo>
                  <a:pt x="23" y="169"/>
                </a:lnTo>
                <a:lnTo>
                  <a:pt x="24" y="174"/>
                </a:lnTo>
                <a:lnTo>
                  <a:pt x="25" y="178"/>
                </a:lnTo>
                <a:lnTo>
                  <a:pt x="25" y="183"/>
                </a:lnTo>
                <a:lnTo>
                  <a:pt x="27" y="187"/>
                </a:lnTo>
                <a:lnTo>
                  <a:pt x="28" y="192"/>
                </a:lnTo>
                <a:lnTo>
                  <a:pt x="30" y="196"/>
                </a:lnTo>
                <a:lnTo>
                  <a:pt x="31" y="200"/>
                </a:lnTo>
                <a:lnTo>
                  <a:pt x="33" y="205"/>
                </a:lnTo>
                <a:lnTo>
                  <a:pt x="35" y="209"/>
                </a:lnTo>
                <a:lnTo>
                  <a:pt x="38" y="213"/>
                </a:lnTo>
                <a:lnTo>
                  <a:pt x="40" y="217"/>
                </a:lnTo>
                <a:lnTo>
                  <a:pt x="43" y="222"/>
                </a:lnTo>
                <a:lnTo>
                  <a:pt x="46" y="226"/>
                </a:lnTo>
                <a:lnTo>
                  <a:pt x="49" y="230"/>
                </a:lnTo>
                <a:lnTo>
                  <a:pt x="52" y="234"/>
                </a:lnTo>
                <a:lnTo>
                  <a:pt x="56" y="237"/>
                </a:lnTo>
                <a:lnTo>
                  <a:pt x="59" y="241"/>
                </a:lnTo>
                <a:lnTo>
                  <a:pt x="63" y="245"/>
                </a:lnTo>
                <a:lnTo>
                  <a:pt x="67" y="249"/>
                </a:lnTo>
                <a:lnTo>
                  <a:pt x="71" y="252"/>
                </a:lnTo>
                <a:lnTo>
                  <a:pt x="76" y="255"/>
                </a:lnTo>
                <a:lnTo>
                  <a:pt x="81" y="259"/>
                </a:lnTo>
                <a:lnTo>
                  <a:pt x="86" y="262"/>
                </a:lnTo>
                <a:lnTo>
                  <a:pt x="91" y="265"/>
                </a:lnTo>
                <a:lnTo>
                  <a:pt x="96" y="268"/>
                </a:lnTo>
                <a:lnTo>
                  <a:pt x="101" y="271"/>
                </a:lnTo>
                <a:lnTo>
                  <a:pt x="106" y="274"/>
                </a:lnTo>
                <a:lnTo>
                  <a:pt x="111" y="277"/>
                </a:lnTo>
                <a:lnTo>
                  <a:pt x="117" y="279"/>
                </a:lnTo>
                <a:lnTo>
                  <a:pt x="122" y="282"/>
                </a:lnTo>
                <a:lnTo>
                  <a:pt x="128" y="284"/>
                </a:lnTo>
                <a:lnTo>
                  <a:pt x="134" y="286"/>
                </a:lnTo>
                <a:lnTo>
                  <a:pt x="139" y="289"/>
                </a:lnTo>
                <a:lnTo>
                  <a:pt x="145" y="291"/>
                </a:lnTo>
                <a:lnTo>
                  <a:pt x="151" y="292"/>
                </a:lnTo>
                <a:lnTo>
                  <a:pt x="158" y="294"/>
                </a:lnTo>
                <a:lnTo>
                  <a:pt x="164" y="296"/>
                </a:lnTo>
                <a:lnTo>
                  <a:pt x="170" y="297"/>
                </a:lnTo>
                <a:lnTo>
                  <a:pt x="176" y="299"/>
                </a:lnTo>
                <a:lnTo>
                  <a:pt x="183" y="300"/>
                </a:lnTo>
                <a:lnTo>
                  <a:pt x="189" y="301"/>
                </a:lnTo>
                <a:lnTo>
                  <a:pt x="196" y="302"/>
                </a:lnTo>
                <a:lnTo>
                  <a:pt x="202" y="302"/>
                </a:lnTo>
                <a:lnTo>
                  <a:pt x="209" y="303"/>
                </a:lnTo>
                <a:lnTo>
                  <a:pt x="216" y="304"/>
                </a:lnTo>
                <a:lnTo>
                  <a:pt x="222" y="304"/>
                </a:lnTo>
                <a:lnTo>
                  <a:pt x="229" y="304"/>
                </a:lnTo>
                <a:lnTo>
                  <a:pt x="235" y="304"/>
                </a:lnTo>
                <a:lnTo>
                  <a:pt x="242" y="304"/>
                </a:lnTo>
                <a:lnTo>
                  <a:pt x="249" y="304"/>
                </a:lnTo>
                <a:lnTo>
                  <a:pt x="255" y="304"/>
                </a:lnTo>
                <a:lnTo>
                  <a:pt x="262" y="303"/>
                </a:lnTo>
                <a:lnTo>
                  <a:pt x="269" y="302"/>
                </a:lnTo>
                <a:lnTo>
                  <a:pt x="275" y="302"/>
                </a:lnTo>
                <a:lnTo>
                  <a:pt x="282" y="301"/>
                </a:lnTo>
                <a:lnTo>
                  <a:pt x="288" y="300"/>
                </a:lnTo>
                <a:lnTo>
                  <a:pt x="295" y="299"/>
                </a:lnTo>
                <a:lnTo>
                  <a:pt x="301" y="297"/>
                </a:lnTo>
                <a:lnTo>
                  <a:pt x="307" y="296"/>
                </a:lnTo>
                <a:lnTo>
                  <a:pt x="313" y="294"/>
                </a:lnTo>
                <a:lnTo>
                  <a:pt x="320" y="292"/>
                </a:lnTo>
                <a:lnTo>
                  <a:pt x="326" y="291"/>
                </a:lnTo>
                <a:lnTo>
                  <a:pt x="332" y="289"/>
                </a:lnTo>
                <a:lnTo>
                  <a:pt x="337" y="286"/>
                </a:lnTo>
                <a:lnTo>
                  <a:pt x="343" y="284"/>
                </a:lnTo>
                <a:lnTo>
                  <a:pt x="349" y="282"/>
                </a:lnTo>
                <a:lnTo>
                  <a:pt x="354" y="279"/>
                </a:lnTo>
                <a:lnTo>
                  <a:pt x="360" y="277"/>
                </a:lnTo>
                <a:lnTo>
                  <a:pt x="365" y="274"/>
                </a:lnTo>
                <a:lnTo>
                  <a:pt x="370" y="271"/>
                </a:lnTo>
                <a:lnTo>
                  <a:pt x="375" y="268"/>
                </a:lnTo>
                <a:lnTo>
                  <a:pt x="380" y="265"/>
                </a:lnTo>
                <a:lnTo>
                  <a:pt x="385" y="262"/>
                </a:lnTo>
                <a:lnTo>
                  <a:pt x="390" y="259"/>
                </a:lnTo>
                <a:lnTo>
                  <a:pt x="394" y="255"/>
                </a:lnTo>
                <a:lnTo>
                  <a:pt x="399" y="252"/>
                </a:lnTo>
                <a:lnTo>
                  <a:pt x="403" y="249"/>
                </a:lnTo>
                <a:lnTo>
                  <a:pt x="407" y="245"/>
                </a:lnTo>
                <a:lnTo>
                  <a:pt x="410" y="241"/>
                </a:lnTo>
                <a:lnTo>
                  <a:pt x="414" y="237"/>
                </a:lnTo>
                <a:lnTo>
                  <a:pt x="418" y="234"/>
                </a:lnTo>
                <a:lnTo>
                  <a:pt x="421" y="230"/>
                </a:lnTo>
                <a:lnTo>
                  <a:pt x="424" y="226"/>
                </a:lnTo>
                <a:lnTo>
                  <a:pt x="427" y="222"/>
                </a:lnTo>
                <a:lnTo>
                  <a:pt x="430" y="217"/>
                </a:lnTo>
                <a:lnTo>
                  <a:pt x="432" y="213"/>
                </a:lnTo>
                <a:lnTo>
                  <a:pt x="435" y="209"/>
                </a:lnTo>
                <a:lnTo>
                  <a:pt x="437" y="205"/>
                </a:lnTo>
                <a:lnTo>
                  <a:pt x="439" y="200"/>
                </a:lnTo>
                <a:lnTo>
                  <a:pt x="440" y="196"/>
                </a:lnTo>
                <a:lnTo>
                  <a:pt x="442" y="192"/>
                </a:lnTo>
                <a:lnTo>
                  <a:pt x="443" y="187"/>
                </a:lnTo>
                <a:lnTo>
                  <a:pt x="444" y="183"/>
                </a:lnTo>
                <a:lnTo>
                  <a:pt x="445" y="178"/>
                </a:lnTo>
                <a:lnTo>
                  <a:pt x="446" y="174"/>
                </a:lnTo>
                <a:lnTo>
                  <a:pt x="447" y="169"/>
                </a:lnTo>
                <a:lnTo>
                  <a:pt x="447" y="165"/>
                </a:lnTo>
                <a:lnTo>
                  <a:pt x="447" y="160"/>
                </a:lnTo>
                <a:moveTo>
                  <a:pt x="470" y="160"/>
                </a:moveTo>
                <a:lnTo>
                  <a:pt x="470" y="165"/>
                </a:lnTo>
                <a:lnTo>
                  <a:pt x="469" y="170"/>
                </a:lnTo>
                <a:lnTo>
                  <a:pt x="469" y="175"/>
                </a:lnTo>
                <a:lnTo>
                  <a:pt x="468" y="180"/>
                </a:lnTo>
                <a:lnTo>
                  <a:pt x="467" y="185"/>
                </a:lnTo>
                <a:lnTo>
                  <a:pt x="466" y="190"/>
                </a:lnTo>
                <a:lnTo>
                  <a:pt x="464" y="195"/>
                </a:lnTo>
                <a:lnTo>
                  <a:pt x="462" y="200"/>
                </a:lnTo>
                <a:lnTo>
                  <a:pt x="460" y="205"/>
                </a:lnTo>
                <a:lnTo>
                  <a:pt x="458" y="210"/>
                </a:lnTo>
                <a:lnTo>
                  <a:pt x="456" y="214"/>
                </a:lnTo>
                <a:lnTo>
                  <a:pt x="453" y="219"/>
                </a:lnTo>
                <a:lnTo>
                  <a:pt x="450" y="224"/>
                </a:lnTo>
                <a:lnTo>
                  <a:pt x="447" y="228"/>
                </a:lnTo>
                <a:lnTo>
                  <a:pt x="444" y="233"/>
                </a:lnTo>
                <a:lnTo>
                  <a:pt x="441" y="237"/>
                </a:lnTo>
                <a:lnTo>
                  <a:pt x="437" y="241"/>
                </a:lnTo>
                <a:lnTo>
                  <a:pt x="433" y="246"/>
                </a:lnTo>
                <a:lnTo>
                  <a:pt x="429" y="250"/>
                </a:lnTo>
                <a:lnTo>
                  <a:pt x="425" y="254"/>
                </a:lnTo>
                <a:lnTo>
                  <a:pt x="421" y="258"/>
                </a:lnTo>
                <a:lnTo>
                  <a:pt x="416" y="262"/>
                </a:lnTo>
                <a:lnTo>
                  <a:pt x="411" y="266"/>
                </a:lnTo>
                <a:lnTo>
                  <a:pt x="406" y="269"/>
                </a:lnTo>
                <a:lnTo>
                  <a:pt x="401" y="273"/>
                </a:lnTo>
                <a:lnTo>
                  <a:pt x="396" y="276"/>
                </a:lnTo>
                <a:lnTo>
                  <a:pt x="390" y="280"/>
                </a:lnTo>
                <a:lnTo>
                  <a:pt x="385" y="283"/>
                </a:lnTo>
                <a:lnTo>
                  <a:pt x="379" y="286"/>
                </a:lnTo>
                <a:lnTo>
                  <a:pt x="373" y="289"/>
                </a:lnTo>
                <a:lnTo>
                  <a:pt x="367" y="292"/>
                </a:lnTo>
                <a:lnTo>
                  <a:pt x="361" y="295"/>
                </a:lnTo>
                <a:lnTo>
                  <a:pt x="355" y="297"/>
                </a:lnTo>
                <a:lnTo>
                  <a:pt x="348" y="300"/>
                </a:lnTo>
                <a:lnTo>
                  <a:pt x="342" y="302"/>
                </a:lnTo>
                <a:lnTo>
                  <a:pt x="335" y="305"/>
                </a:lnTo>
                <a:lnTo>
                  <a:pt x="329" y="307"/>
                </a:lnTo>
                <a:lnTo>
                  <a:pt x="322" y="308"/>
                </a:lnTo>
                <a:lnTo>
                  <a:pt x="315" y="310"/>
                </a:lnTo>
                <a:lnTo>
                  <a:pt x="308" y="312"/>
                </a:lnTo>
                <a:lnTo>
                  <a:pt x="301" y="313"/>
                </a:lnTo>
                <a:lnTo>
                  <a:pt x="294" y="315"/>
                </a:lnTo>
                <a:lnTo>
                  <a:pt x="287" y="316"/>
                </a:lnTo>
                <a:lnTo>
                  <a:pt x="279" y="317"/>
                </a:lnTo>
                <a:lnTo>
                  <a:pt x="272" y="318"/>
                </a:lnTo>
                <a:lnTo>
                  <a:pt x="265" y="318"/>
                </a:lnTo>
                <a:lnTo>
                  <a:pt x="258" y="319"/>
                </a:lnTo>
                <a:lnTo>
                  <a:pt x="250" y="319"/>
                </a:lnTo>
                <a:lnTo>
                  <a:pt x="243" y="320"/>
                </a:lnTo>
                <a:lnTo>
                  <a:pt x="235" y="320"/>
                </a:lnTo>
                <a:lnTo>
                  <a:pt x="228" y="320"/>
                </a:lnTo>
                <a:lnTo>
                  <a:pt x="221" y="319"/>
                </a:lnTo>
                <a:lnTo>
                  <a:pt x="213" y="319"/>
                </a:lnTo>
                <a:lnTo>
                  <a:pt x="206" y="318"/>
                </a:lnTo>
                <a:lnTo>
                  <a:pt x="199" y="318"/>
                </a:lnTo>
                <a:lnTo>
                  <a:pt x="192" y="317"/>
                </a:lnTo>
                <a:lnTo>
                  <a:pt x="184" y="316"/>
                </a:lnTo>
                <a:lnTo>
                  <a:pt x="177" y="315"/>
                </a:lnTo>
                <a:lnTo>
                  <a:pt x="170" y="313"/>
                </a:lnTo>
                <a:lnTo>
                  <a:pt x="163" y="312"/>
                </a:lnTo>
                <a:lnTo>
                  <a:pt x="156" y="310"/>
                </a:lnTo>
                <a:lnTo>
                  <a:pt x="149" y="308"/>
                </a:lnTo>
                <a:lnTo>
                  <a:pt x="142" y="307"/>
                </a:lnTo>
                <a:lnTo>
                  <a:pt x="136" y="305"/>
                </a:lnTo>
                <a:lnTo>
                  <a:pt x="129" y="302"/>
                </a:lnTo>
                <a:lnTo>
                  <a:pt x="123" y="300"/>
                </a:lnTo>
                <a:lnTo>
                  <a:pt x="116" y="297"/>
                </a:lnTo>
                <a:lnTo>
                  <a:pt x="110" y="295"/>
                </a:lnTo>
                <a:lnTo>
                  <a:pt x="104" y="292"/>
                </a:lnTo>
                <a:lnTo>
                  <a:pt x="98" y="289"/>
                </a:lnTo>
                <a:lnTo>
                  <a:pt x="92" y="286"/>
                </a:lnTo>
                <a:lnTo>
                  <a:pt x="86" y="283"/>
                </a:lnTo>
                <a:lnTo>
                  <a:pt x="81" y="280"/>
                </a:lnTo>
                <a:lnTo>
                  <a:pt x="74" y="276"/>
                </a:lnTo>
                <a:lnTo>
                  <a:pt x="69" y="273"/>
                </a:lnTo>
                <a:lnTo>
                  <a:pt x="64" y="269"/>
                </a:lnTo>
                <a:lnTo>
                  <a:pt x="59" y="266"/>
                </a:lnTo>
                <a:lnTo>
                  <a:pt x="54" y="262"/>
                </a:lnTo>
                <a:lnTo>
                  <a:pt x="49" y="258"/>
                </a:lnTo>
                <a:lnTo>
                  <a:pt x="45" y="254"/>
                </a:lnTo>
                <a:lnTo>
                  <a:pt x="41" y="250"/>
                </a:lnTo>
                <a:lnTo>
                  <a:pt x="37" y="246"/>
                </a:lnTo>
                <a:lnTo>
                  <a:pt x="33" y="241"/>
                </a:lnTo>
                <a:lnTo>
                  <a:pt x="29" y="237"/>
                </a:lnTo>
                <a:lnTo>
                  <a:pt x="26" y="233"/>
                </a:lnTo>
                <a:lnTo>
                  <a:pt x="23" y="228"/>
                </a:lnTo>
                <a:lnTo>
                  <a:pt x="19" y="224"/>
                </a:lnTo>
                <a:lnTo>
                  <a:pt x="17" y="219"/>
                </a:lnTo>
                <a:lnTo>
                  <a:pt x="14" y="214"/>
                </a:lnTo>
                <a:lnTo>
                  <a:pt x="12" y="210"/>
                </a:lnTo>
                <a:lnTo>
                  <a:pt x="10" y="205"/>
                </a:lnTo>
                <a:lnTo>
                  <a:pt x="8" y="200"/>
                </a:lnTo>
                <a:lnTo>
                  <a:pt x="6" y="195"/>
                </a:lnTo>
                <a:lnTo>
                  <a:pt x="4" y="190"/>
                </a:lnTo>
                <a:lnTo>
                  <a:pt x="3" y="185"/>
                </a:lnTo>
                <a:lnTo>
                  <a:pt x="2" y="180"/>
                </a:lnTo>
                <a:lnTo>
                  <a:pt x="1" y="175"/>
                </a:lnTo>
                <a:lnTo>
                  <a:pt x="1" y="170"/>
                </a:lnTo>
                <a:lnTo>
                  <a:pt x="0" y="165"/>
                </a:lnTo>
                <a:lnTo>
                  <a:pt x="0" y="160"/>
                </a:lnTo>
                <a:lnTo>
                  <a:pt x="0" y="155"/>
                </a:lnTo>
                <a:lnTo>
                  <a:pt x="1" y="150"/>
                </a:lnTo>
                <a:lnTo>
                  <a:pt x="1" y="145"/>
                </a:lnTo>
                <a:lnTo>
                  <a:pt x="2" y="140"/>
                </a:lnTo>
                <a:lnTo>
                  <a:pt x="3" y="135"/>
                </a:lnTo>
                <a:lnTo>
                  <a:pt x="4" y="130"/>
                </a:lnTo>
                <a:lnTo>
                  <a:pt x="6" y="125"/>
                </a:lnTo>
                <a:lnTo>
                  <a:pt x="8" y="121"/>
                </a:lnTo>
                <a:lnTo>
                  <a:pt x="10" y="116"/>
                </a:lnTo>
                <a:lnTo>
                  <a:pt x="12" y="111"/>
                </a:lnTo>
                <a:lnTo>
                  <a:pt x="14" y="105"/>
                </a:lnTo>
                <a:lnTo>
                  <a:pt x="17" y="101"/>
                </a:lnTo>
                <a:lnTo>
                  <a:pt x="19" y="96"/>
                </a:lnTo>
                <a:lnTo>
                  <a:pt x="23" y="91"/>
                </a:lnTo>
                <a:lnTo>
                  <a:pt x="26" y="87"/>
                </a:lnTo>
                <a:lnTo>
                  <a:pt x="29" y="82"/>
                </a:lnTo>
                <a:lnTo>
                  <a:pt x="33" y="78"/>
                </a:lnTo>
                <a:lnTo>
                  <a:pt x="37" y="74"/>
                </a:lnTo>
                <a:lnTo>
                  <a:pt x="41" y="70"/>
                </a:lnTo>
                <a:lnTo>
                  <a:pt x="45" y="66"/>
                </a:lnTo>
                <a:lnTo>
                  <a:pt x="49" y="62"/>
                </a:lnTo>
                <a:lnTo>
                  <a:pt x="54" y="58"/>
                </a:lnTo>
                <a:lnTo>
                  <a:pt x="59" y="54"/>
                </a:lnTo>
                <a:lnTo>
                  <a:pt x="64" y="50"/>
                </a:lnTo>
                <a:lnTo>
                  <a:pt x="69" y="47"/>
                </a:lnTo>
                <a:lnTo>
                  <a:pt x="74" y="43"/>
                </a:lnTo>
                <a:lnTo>
                  <a:pt x="81" y="40"/>
                </a:lnTo>
                <a:lnTo>
                  <a:pt x="86" y="36"/>
                </a:lnTo>
                <a:lnTo>
                  <a:pt x="92" y="33"/>
                </a:lnTo>
                <a:lnTo>
                  <a:pt x="98" y="30"/>
                </a:lnTo>
                <a:lnTo>
                  <a:pt x="104" y="27"/>
                </a:lnTo>
                <a:lnTo>
                  <a:pt x="110" y="25"/>
                </a:lnTo>
                <a:lnTo>
                  <a:pt x="116" y="22"/>
                </a:lnTo>
                <a:lnTo>
                  <a:pt x="123" y="20"/>
                </a:lnTo>
                <a:lnTo>
                  <a:pt x="129" y="17"/>
                </a:lnTo>
                <a:lnTo>
                  <a:pt x="136" y="15"/>
                </a:lnTo>
                <a:lnTo>
                  <a:pt x="142" y="13"/>
                </a:lnTo>
                <a:lnTo>
                  <a:pt x="149" y="11"/>
                </a:lnTo>
                <a:lnTo>
                  <a:pt x="156" y="9"/>
                </a:lnTo>
                <a:lnTo>
                  <a:pt x="163" y="8"/>
                </a:lnTo>
                <a:lnTo>
                  <a:pt x="170" y="6"/>
                </a:lnTo>
                <a:lnTo>
                  <a:pt x="177" y="5"/>
                </a:lnTo>
                <a:lnTo>
                  <a:pt x="184" y="4"/>
                </a:lnTo>
                <a:lnTo>
                  <a:pt x="192" y="3"/>
                </a:lnTo>
                <a:lnTo>
                  <a:pt x="199" y="2"/>
                </a:lnTo>
                <a:lnTo>
                  <a:pt x="206" y="1"/>
                </a:lnTo>
                <a:lnTo>
                  <a:pt x="213" y="1"/>
                </a:lnTo>
                <a:lnTo>
                  <a:pt x="221" y="0"/>
                </a:lnTo>
                <a:lnTo>
                  <a:pt x="228" y="0"/>
                </a:lnTo>
                <a:lnTo>
                  <a:pt x="235" y="0"/>
                </a:lnTo>
                <a:lnTo>
                  <a:pt x="243" y="0"/>
                </a:lnTo>
                <a:lnTo>
                  <a:pt x="250" y="0"/>
                </a:lnTo>
                <a:lnTo>
                  <a:pt x="258" y="1"/>
                </a:lnTo>
                <a:lnTo>
                  <a:pt x="265" y="1"/>
                </a:lnTo>
                <a:lnTo>
                  <a:pt x="272" y="2"/>
                </a:lnTo>
                <a:lnTo>
                  <a:pt x="279" y="3"/>
                </a:lnTo>
                <a:lnTo>
                  <a:pt x="287" y="4"/>
                </a:lnTo>
                <a:lnTo>
                  <a:pt x="294" y="5"/>
                </a:lnTo>
                <a:lnTo>
                  <a:pt x="301" y="6"/>
                </a:lnTo>
                <a:lnTo>
                  <a:pt x="308" y="8"/>
                </a:lnTo>
                <a:lnTo>
                  <a:pt x="315" y="9"/>
                </a:lnTo>
                <a:lnTo>
                  <a:pt x="322" y="11"/>
                </a:lnTo>
                <a:lnTo>
                  <a:pt x="329" y="13"/>
                </a:lnTo>
                <a:lnTo>
                  <a:pt x="335" y="15"/>
                </a:lnTo>
                <a:lnTo>
                  <a:pt x="342" y="17"/>
                </a:lnTo>
                <a:lnTo>
                  <a:pt x="348" y="20"/>
                </a:lnTo>
                <a:lnTo>
                  <a:pt x="355" y="22"/>
                </a:lnTo>
                <a:lnTo>
                  <a:pt x="361" y="25"/>
                </a:lnTo>
                <a:lnTo>
                  <a:pt x="367" y="27"/>
                </a:lnTo>
                <a:lnTo>
                  <a:pt x="373" y="30"/>
                </a:lnTo>
                <a:lnTo>
                  <a:pt x="379" y="33"/>
                </a:lnTo>
                <a:lnTo>
                  <a:pt x="385" y="36"/>
                </a:lnTo>
                <a:lnTo>
                  <a:pt x="390" y="40"/>
                </a:lnTo>
                <a:lnTo>
                  <a:pt x="396" y="43"/>
                </a:lnTo>
                <a:lnTo>
                  <a:pt x="401" y="47"/>
                </a:lnTo>
                <a:lnTo>
                  <a:pt x="406" y="50"/>
                </a:lnTo>
                <a:lnTo>
                  <a:pt x="411" y="54"/>
                </a:lnTo>
                <a:lnTo>
                  <a:pt x="416" y="58"/>
                </a:lnTo>
                <a:lnTo>
                  <a:pt x="421" y="62"/>
                </a:lnTo>
                <a:lnTo>
                  <a:pt x="425" y="66"/>
                </a:lnTo>
                <a:lnTo>
                  <a:pt x="429" y="70"/>
                </a:lnTo>
                <a:lnTo>
                  <a:pt x="433" y="74"/>
                </a:lnTo>
                <a:lnTo>
                  <a:pt x="437" y="78"/>
                </a:lnTo>
                <a:lnTo>
                  <a:pt x="441" y="82"/>
                </a:lnTo>
                <a:lnTo>
                  <a:pt x="444" y="87"/>
                </a:lnTo>
                <a:lnTo>
                  <a:pt x="447" y="91"/>
                </a:lnTo>
                <a:lnTo>
                  <a:pt x="450" y="96"/>
                </a:lnTo>
                <a:lnTo>
                  <a:pt x="453" y="101"/>
                </a:lnTo>
                <a:lnTo>
                  <a:pt x="456" y="105"/>
                </a:lnTo>
                <a:lnTo>
                  <a:pt x="458" y="111"/>
                </a:lnTo>
                <a:lnTo>
                  <a:pt x="460" y="116"/>
                </a:lnTo>
                <a:lnTo>
                  <a:pt x="462" y="121"/>
                </a:lnTo>
                <a:lnTo>
                  <a:pt x="464" y="125"/>
                </a:lnTo>
                <a:lnTo>
                  <a:pt x="466" y="130"/>
                </a:lnTo>
                <a:lnTo>
                  <a:pt x="467" y="135"/>
                </a:lnTo>
                <a:lnTo>
                  <a:pt x="468" y="140"/>
                </a:lnTo>
                <a:lnTo>
                  <a:pt x="469" y="145"/>
                </a:lnTo>
                <a:lnTo>
                  <a:pt x="469" y="150"/>
                </a:lnTo>
                <a:lnTo>
                  <a:pt x="470" y="155"/>
                </a:lnTo>
                <a:lnTo>
                  <a:pt x="470" y="160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2" name=""/>
          <p:cNvSpPr/>
          <p:nvPr/>
        </p:nvSpPr>
        <p:spPr>
          <a:xfrm>
            <a:off x="7973640" y="2878920"/>
            <a:ext cx="172080" cy="117000"/>
          </a:xfrm>
          <a:custGeom>
            <a:avLst/>
            <a:gdLst/>
            <a:ahLst/>
            <a:rect l="0" t="0" r="r" b="b"/>
            <a:pathLst>
              <a:path w="478" h="325">
                <a:moveTo>
                  <a:pt x="474" y="162"/>
                </a:moveTo>
                <a:lnTo>
                  <a:pt x="474" y="157"/>
                </a:lnTo>
                <a:lnTo>
                  <a:pt x="473" y="152"/>
                </a:lnTo>
                <a:lnTo>
                  <a:pt x="473" y="147"/>
                </a:lnTo>
                <a:lnTo>
                  <a:pt x="472" y="142"/>
                </a:lnTo>
                <a:lnTo>
                  <a:pt x="471" y="137"/>
                </a:lnTo>
                <a:lnTo>
                  <a:pt x="470" y="132"/>
                </a:lnTo>
                <a:lnTo>
                  <a:pt x="468" y="127"/>
                </a:lnTo>
                <a:lnTo>
                  <a:pt x="466" y="123"/>
                </a:lnTo>
                <a:lnTo>
                  <a:pt x="464" y="118"/>
                </a:lnTo>
                <a:lnTo>
                  <a:pt x="462" y="113"/>
                </a:lnTo>
                <a:lnTo>
                  <a:pt x="459" y="108"/>
                </a:lnTo>
                <a:lnTo>
                  <a:pt x="456" y="104"/>
                </a:lnTo>
                <a:lnTo>
                  <a:pt x="453" y="99"/>
                </a:lnTo>
                <a:lnTo>
                  <a:pt x="450" y="94"/>
                </a:lnTo>
                <a:lnTo>
                  <a:pt x="447" y="90"/>
                </a:lnTo>
                <a:lnTo>
                  <a:pt x="444" y="85"/>
                </a:lnTo>
                <a:lnTo>
                  <a:pt x="440" y="81"/>
                </a:lnTo>
                <a:lnTo>
                  <a:pt x="436" y="77"/>
                </a:lnTo>
                <a:lnTo>
                  <a:pt x="432" y="73"/>
                </a:lnTo>
                <a:lnTo>
                  <a:pt x="428" y="69"/>
                </a:lnTo>
                <a:lnTo>
                  <a:pt x="424" y="65"/>
                </a:lnTo>
                <a:lnTo>
                  <a:pt x="419" y="61"/>
                </a:lnTo>
                <a:lnTo>
                  <a:pt x="414" y="57"/>
                </a:lnTo>
                <a:lnTo>
                  <a:pt x="409" y="53"/>
                </a:lnTo>
                <a:lnTo>
                  <a:pt x="404" y="50"/>
                </a:lnTo>
                <a:lnTo>
                  <a:pt x="399" y="46"/>
                </a:lnTo>
                <a:lnTo>
                  <a:pt x="393" y="43"/>
                </a:lnTo>
                <a:lnTo>
                  <a:pt x="388" y="39"/>
                </a:lnTo>
                <a:lnTo>
                  <a:pt x="382" y="36"/>
                </a:lnTo>
                <a:lnTo>
                  <a:pt x="376" y="33"/>
                </a:lnTo>
                <a:lnTo>
                  <a:pt x="370" y="30"/>
                </a:lnTo>
                <a:lnTo>
                  <a:pt x="364" y="28"/>
                </a:lnTo>
                <a:lnTo>
                  <a:pt x="358" y="25"/>
                </a:lnTo>
                <a:lnTo>
                  <a:pt x="351" y="23"/>
                </a:lnTo>
                <a:lnTo>
                  <a:pt x="345" y="20"/>
                </a:lnTo>
                <a:lnTo>
                  <a:pt x="338" y="18"/>
                </a:lnTo>
                <a:lnTo>
                  <a:pt x="332" y="16"/>
                </a:lnTo>
                <a:lnTo>
                  <a:pt x="325" y="14"/>
                </a:lnTo>
                <a:lnTo>
                  <a:pt x="318" y="12"/>
                </a:lnTo>
                <a:lnTo>
                  <a:pt x="311" y="11"/>
                </a:lnTo>
                <a:lnTo>
                  <a:pt x="304" y="9"/>
                </a:lnTo>
                <a:lnTo>
                  <a:pt x="297" y="8"/>
                </a:lnTo>
                <a:lnTo>
                  <a:pt x="290" y="7"/>
                </a:lnTo>
                <a:lnTo>
                  <a:pt x="282" y="6"/>
                </a:lnTo>
                <a:lnTo>
                  <a:pt x="275" y="5"/>
                </a:lnTo>
                <a:lnTo>
                  <a:pt x="268" y="4"/>
                </a:lnTo>
                <a:lnTo>
                  <a:pt x="261" y="4"/>
                </a:lnTo>
                <a:lnTo>
                  <a:pt x="253" y="3"/>
                </a:lnTo>
                <a:lnTo>
                  <a:pt x="246" y="3"/>
                </a:lnTo>
                <a:lnTo>
                  <a:pt x="238" y="3"/>
                </a:lnTo>
                <a:lnTo>
                  <a:pt x="231" y="3"/>
                </a:lnTo>
                <a:lnTo>
                  <a:pt x="224" y="3"/>
                </a:lnTo>
                <a:lnTo>
                  <a:pt x="216" y="4"/>
                </a:lnTo>
                <a:lnTo>
                  <a:pt x="209" y="4"/>
                </a:lnTo>
                <a:lnTo>
                  <a:pt x="202" y="5"/>
                </a:lnTo>
                <a:lnTo>
                  <a:pt x="195" y="6"/>
                </a:lnTo>
                <a:lnTo>
                  <a:pt x="187" y="7"/>
                </a:lnTo>
                <a:lnTo>
                  <a:pt x="180" y="8"/>
                </a:lnTo>
                <a:lnTo>
                  <a:pt x="173" y="9"/>
                </a:lnTo>
                <a:lnTo>
                  <a:pt x="166" y="11"/>
                </a:lnTo>
                <a:lnTo>
                  <a:pt x="159" y="12"/>
                </a:lnTo>
                <a:lnTo>
                  <a:pt x="152" y="14"/>
                </a:lnTo>
                <a:lnTo>
                  <a:pt x="145" y="16"/>
                </a:lnTo>
                <a:lnTo>
                  <a:pt x="139" y="18"/>
                </a:lnTo>
                <a:lnTo>
                  <a:pt x="132" y="20"/>
                </a:lnTo>
                <a:lnTo>
                  <a:pt x="126" y="23"/>
                </a:lnTo>
                <a:lnTo>
                  <a:pt x="119" y="25"/>
                </a:lnTo>
                <a:lnTo>
                  <a:pt x="113" y="28"/>
                </a:lnTo>
                <a:lnTo>
                  <a:pt x="107" y="30"/>
                </a:lnTo>
                <a:lnTo>
                  <a:pt x="101" y="33"/>
                </a:lnTo>
                <a:lnTo>
                  <a:pt x="95" y="36"/>
                </a:lnTo>
                <a:lnTo>
                  <a:pt x="89" y="39"/>
                </a:lnTo>
                <a:lnTo>
                  <a:pt x="84" y="43"/>
                </a:lnTo>
                <a:lnTo>
                  <a:pt x="78" y="46"/>
                </a:lnTo>
                <a:lnTo>
                  <a:pt x="73" y="50"/>
                </a:lnTo>
                <a:lnTo>
                  <a:pt x="68" y="53"/>
                </a:lnTo>
                <a:lnTo>
                  <a:pt x="63" y="57"/>
                </a:lnTo>
                <a:lnTo>
                  <a:pt x="58" y="61"/>
                </a:lnTo>
                <a:lnTo>
                  <a:pt x="53" y="65"/>
                </a:lnTo>
                <a:lnTo>
                  <a:pt x="49" y="69"/>
                </a:lnTo>
                <a:lnTo>
                  <a:pt x="45" y="73"/>
                </a:lnTo>
                <a:lnTo>
                  <a:pt x="41" y="77"/>
                </a:lnTo>
                <a:lnTo>
                  <a:pt x="37" y="81"/>
                </a:lnTo>
                <a:lnTo>
                  <a:pt x="33" y="85"/>
                </a:lnTo>
                <a:lnTo>
                  <a:pt x="30" y="90"/>
                </a:lnTo>
                <a:lnTo>
                  <a:pt x="27" y="94"/>
                </a:lnTo>
                <a:lnTo>
                  <a:pt x="23" y="99"/>
                </a:lnTo>
                <a:lnTo>
                  <a:pt x="21" y="104"/>
                </a:lnTo>
                <a:lnTo>
                  <a:pt x="18" y="108"/>
                </a:lnTo>
                <a:lnTo>
                  <a:pt x="16" y="113"/>
                </a:lnTo>
                <a:lnTo>
                  <a:pt x="14" y="118"/>
                </a:lnTo>
                <a:lnTo>
                  <a:pt x="12" y="123"/>
                </a:lnTo>
                <a:lnTo>
                  <a:pt x="10" y="127"/>
                </a:lnTo>
                <a:lnTo>
                  <a:pt x="8" y="132"/>
                </a:lnTo>
                <a:lnTo>
                  <a:pt x="7" y="137"/>
                </a:lnTo>
                <a:lnTo>
                  <a:pt x="6" y="142"/>
                </a:lnTo>
                <a:lnTo>
                  <a:pt x="5" y="147"/>
                </a:lnTo>
                <a:lnTo>
                  <a:pt x="5" y="152"/>
                </a:lnTo>
                <a:lnTo>
                  <a:pt x="4" y="157"/>
                </a:lnTo>
                <a:lnTo>
                  <a:pt x="4" y="162"/>
                </a:lnTo>
                <a:lnTo>
                  <a:pt x="4" y="167"/>
                </a:lnTo>
                <a:lnTo>
                  <a:pt x="5" y="172"/>
                </a:lnTo>
                <a:lnTo>
                  <a:pt x="5" y="177"/>
                </a:lnTo>
                <a:lnTo>
                  <a:pt x="6" y="182"/>
                </a:lnTo>
                <a:lnTo>
                  <a:pt x="7" y="187"/>
                </a:lnTo>
                <a:lnTo>
                  <a:pt x="8" y="192"/>
                </a:lnTo>
                <a:lnTo>
                  <a:pt x="10" y="197"/>
                </a:lnTo>
                <a:lnTo>
                  <a:pt x="12" y="202"/>
                </a:lnTo>
                <a:lnTo>
                  <a:pt x="14" y="207"/>
                </a:lnTo>
                <a:lnTo>
                  <a:pt x="16" y="212"/>
                </a:lnTo>
                <a:lnTo>
                  <a:pt x="18" y="216"/>
                </a:lnTo>
                <a:lnTo>
                  <a:pt x="21" y="221"/>
                </a:lnTo>
                <a:lnTo>
                  <a:pt x="23" y="226"/>
                </a:lnTo>
                <a:lnTo>
                  <a:pt x="27" y="230"/>
                </a:lnTo>
                <a:lnTo>
                  <a:pt x="30" y="235"/>
                </a:lnTo>
                <a:lnTo>
                  <a:pt x="33" y="239"/>
                </a:lnTo>
                <a:lnTo>
                  <a:pt x="37" y="244"/>
                </a:lnTo>
                <a:lnTo>
                  <a:pt x="41" y="249"/>
                </a:lnTo>
                <a:lnTo>
                  <a:pt x="45" y="253"/>
                </a:lnTo>
                <a:lnTo>
                  <a:pt x="49" y="257"/>
                </a:lnTo>
                <a:lnTo>
                  <a:pt x="53" y="261"/>
                </a:lnTo>
                <a:lnTo>
                  <a:pt x="58" y="265"/>
                </a:lnTo>
                <a:lnTo>
                  <a:pt x="63" y="269"/>
                </a:lnTo>
                <a:lnTo>
                  <a:pt x="68" y="272"/>
                </a:lnTo>
                <a:lnTo>
                  <a:pt x="73" y="276"/>
                </a:lnTo>
                <a:lnTo>
                  <a:pt x="78" y="279"/>
                </a:lnTo>
                <a:lnTo>
                  <a:pt x="84" y="283"/>
                </a:lnTo>
                <a:lnTo>
                  <a:pt x="89" y="286"/>
                </a:lnTo>
                <a:lnTo>
                  <a:pt x="95" y="289"/>
                </a:lnTo>
                <a:lnTo>
                  <a:pt x="101" y="292"/>
                </a:lnTo>
                <a:lnTo>
                  <a:pt x="107" y="295"/>
                </a:lnTo>
                <a:lnTo>
                  <a:pt x="113" y="298"/>
                </a:lnTo>
                <a:lnTo>
                  <a:pt x="119" y="300"/>
                </a:lnTo>
                <a:lnTo>
                  <a:pt x="126" y="303"/>
                </a:lnTo>
                <a:lnTo>
                  <a:pt x="132" y="305"/>
                </a:lnTo>
                <a:lnTo>
                  <a:pt x="139" y="308"/>
                </a:lnTo>
                <a:lnTo>
                  <a:pt x="145" y="310"/>
                </a:lnTo>
                <a:lnTo>
                  <a:pt x="152" y="311"/>
                </a:lnTo>
                <a:lnTo>
                  <a:pt x="159" y="313"/>
                </a:lnTo>
                <a:lnTo>
                  <a:pt x="166" y="315"/>
                </a:lnTo>
                <a:lnTo>
                  <a:pt x="173" y="316"/>
                </a:lnTo>
                <a:lnTo>
                  <a:pt x="180" y="318"/>
                </a:lnTo>
                <a:lnTo>
                  <a:pt x="187" y="319"/>
                </a:lnTo>
                <a:lnTo>
                  <a:pt x="195" y="320"/>
                </a:lnTo>
                <a:lnTo>
                  <a:pt x="202" y="321"/>
                </a:lnTo>
                <a:lnTo>
                  <a:pt x="209" y="321"/>
                </a:lnTo>
                <a:lnTo>
                  <a:pt x="216" y="322"/>
                </a:lnTo>
                <a:lnTo>
                  <a:pt x="224" y="322"/>
                </a:lnTo>
                <a:lnTo>
                  <a:pt x="231" y="323"/>
                </a:lnTo>
                <a:lnTo>
                  <a:pt x="238" y="323"/>
                </a:lnTo>
                <a:lnTo>
                  <a:pt x="246" y="323"/>
                </a:lnTo>
                <a:lnTo>
                  <a:pt x="253" y="322"/>
                </a:lnTo>
                <a:lnTo>
                  <a:pt x="261" y="322"/>
                </a:lnTo>
                <a:lnTo>
                  <a:pt x="268" y="321"/>
                </a:lnTo>
                <a:lnTo>
                  <a:pt x="275" y="321"/>
                </a:lnTo>
                <a:lnTo>
                  <a:pt x="282" y="320"/>
                </a:lnTo>
                <a:lnTo>
                  <a:pt x="290" y="319"/>
                </a:lnTo>
                <a:lnTo>
                  <a:pt x="297" y="318"/>
                </a:lnTo>
                <a:lnTo>
                  <a:pt x="304" y="316"/>
                </a:lnTo>
                <a:lnTo>
                  <a:pt x="311" y="315"/>
                </a:lnTo>
                <a:lnTo>
                  <a:pt x="318" y="313"/>
                </a:lnTo>
                <a:lnTo>
                  <a:pt x="325" y="311"/>
                </a:lnTo>
                <a:lnTo>
                  <a:pt x="332" y="310"/>
                </a:lnTo>
                <a:lnTo>
                  <a:pt x="338" y="308"/>
                </a:lnTo>
                <a:lnTo>
                  <a:pt x="345" y="305"/>
                </a:lnTo>
                <a:lnTo>
                  <a:pt x="351" y="303"/>
                </a:lnTo>
                <a:lnTo>
                  <a:pt x="358" y="300"/>
                </a:lnTo>
                <a:lnTo>
                  <a:pt x="364" y="298"/>
                </a:lnTo>
                <a:lnTo>
                  <a:pt x="370" y="295"/>
                </a:lnTo>
                <a:lnTo>
                  <a:pt x="376" y="292"/>
                </a:lnTo>
                <a:lnTo>
                  <a:pt x="382" y="289"/>
                </a:lnTo>
                <a:lnTo>
                  <a:pt x="388" y="286"/>
                </a:lnTo>
                <a:lnTo>
                  <a:pt x="393" y="283"/>
                </a:lnTo>
                <a:lnTo>
                  <a:pt x="399" y="279"/>
                </a:lnTo>
                <a:lnTo>
                  <a:pt x="404" y="276"/>
                </a:lnTo>
                <a:lnTo>
                  <a:pt x="409" y="272"/>
                </a:lnTo>
                <a:lnTo>
                  <a:pt x="414" y="269"/>
                </a:lnTo>
                <a:lnTo>
                  <a:pt x="419" y="265"/>
                </a:lnTo>
                <a:lnTo>
                  <a:pt x="424" y="261"/>
                </a:lnTo>
                <a:lnTo>
                  <a:pt x="428" y="257"/>
                </a:lnTo>
                <a:lnTo>
                  <a:pt x="432" y="253"/>
                </a:lnTo>
                <a:lnTo>
                  <a:pt x="436" y="249"/>
                </a:lnTo>
                <a:lnTo>
                  <a:pt x="440" y="244"/>
                </a:lnTo>
                <a:lnTo>
                  <a:pt x="444" y="239"/>
                </a:lnTo>
                <a:lnTo>
                  <a:pt x="447" y="235"/>
                </a:lnTo>
                <a:lnTo>
                  <a:pt x="450" y="230"/>
                </a:lnTo>
                <a:lnTo>
                  <a:pt x="453" y="226"/>
                </a:lnTo>
                <a:lnTo>
                  <a:pt x="456" y="221"/>
                </a:lnTo>
                <a:lnTo>
                  <a:pt x="459" y="216"/>
                </a:lnTo>
                <a:lnTo>
                  <a:pt x="462" y="212"/>
                </a:lnTo>
                <a:lnTo>
                  <a:pt x="464" y="207"/>
                </a:lnTo>
                <a:lnTo>
                  <a:pt x="466" y="202"/>
                </a:lnTo>
                <a:lnTo>
                  <a:pt x="468" y="197"/>
                </a:lnTo>
                <a:lnTo>
                  <a:pt x="470" y="192"/>
                </a:lnTo>
                <a:lnTo>
                  <a:pt x="471" y="187"/>
                </a:lnTo>
                <a:lnTo>
                  <a:pt x="472" y="182"/>
                </a:lnTo>
                <a:lnTo>
                  <a:pt x="473" y="177"/>
                </a:lnTo>
                <a:lnTo>
                  <a:pt x="473" y="172"/>
                </a:lnTo>
                <a:lnTo>
                  <a:pt x="474" y="167"/>
                </a:lnTo>
                <a:lnTo>
                  <a:pt x="474" y="162"/>
                </a:lnTo>
                <a:moveTo>
                  <a:pt x="478" y="162"/>
                </a:moveTo>
                <a:lnTo>
                  <a:pt x="477" y="167"/>
                </a:lnTo>
                <a:lnTo>
                  <a:pt x="477" y="172"/>
                </a:lnTo>
                <a:lnTo>
                  <a:pt x="476" y="177"/>
                </a:lnTo>
                <a:lnTo>
                  <a:pt x="476" y="183"/>
                </a:lnTo>
                <a:lnTo>
                  <a:pt x="475" y="188"/>
                </a:lnTo>
                <a:lnTo>
                  <a:pt x="473" y="193"/>
                </a:lnTo>
                <a:lnTo>
                  <a:pt x="472" y="198"/>
                </a:lnTo>
                <a:lnTo>
                  <a:pt x="470" y="203"/>
                </a:lnTo>
                <a:lnTo>
                  <a:pt x="468" y="207"/>
                </a:lnTo>
                <a:lnTo>
                  <a:pt x="466" y="212"/>
                </a:lnTo>
                <a:lnTo>
                  <a:pt x="463" y="217"/>
                </a:lnTo>
                <a:lnTo>
                  <a:pt x="460" y="222"/>
                </a:lnTo>
                <a:lnTo>
                  <a:pt x="457" y="227"/>
                </a:lnTo>
                <a:lnTo>
                  <a:pt x="454" y="231"/>
                </a:lnTo>
                <a:lnTo>
                  <a:pt x="451" y="236"/>
                </a:lnTo>
                <a:lnTo>
                  <a:pt x="447" y="241"/>
                </a:lnTo>
                <a:lnTo>
                  <a:pt x="443" y="246"/>
                </a:lnTo>
                <a:lnTo>
                  <a:pt x="439" y="250"/>
                </a:lnTo>
                <a:lnTo>
                  <a:pt x="435" y="254"/>
                </a:lnTo>
                <a:lnTo>
                  <a:pt x="431" y="258"/>
                </a:lnTo>
                <a:lnTo>
                  <a:pt x="427" y="263"/>
                </a:lnTo>
                <a:lnTo>
                  <a:pt x="422" y="267"/>
                </a:lnTo>
                <a:lnTo>
                  <a:pt x="417" y="270"/>
                </a:lnTo>
                <a:lnTo>
                  <a:pt x="412" y="274"/>
                </a:lnTo>
                <a:lnTo>
                  <a:pt x="407" y="278"/>
                </a:lnTo>
                <a:lnTo>
                  <a:pt x="401" y="281"/>
                </a:lnTo>
                <a:lnTo>
                  <a:pt x="396" y="285"/>
                </a:lnTo>
                <a:lnTo>
                  <a:pt x="390" y="288"/>
                </a:lnTo>
                <a:lnTo>
                  <a:pt x="384" y="291"/>
                </a:lnTo>
                <a:lnTo>
                  <a:pt x="378" y="294"/>
                </a:lnTo>
                <a:lnTo>
                  <a:pt x="372" y="297"/>
                </a:lnTo>
                <a:lnTo>
                  <a:pt x="366" y="300"/>
                </a:lnTo>
                <a:lnTo>
                  <a:pt x="360" y="303"/>
                </a:lnTo>
                <a:lnTo>
                  <a:pt x="353" y="305"/>
                </a:lnTo>
                <a:lnTo>
                  <a:pt x="347" y="308"/>
                </a:lnTo>
                <a:lnTo>
                  <a:pt x="340" y="310"/>
                </a:lnTo>
                <a:lnTo>
                  <a:pt x="333" y="312"/>
                </a:lnTo>
                <a:lnTo>
                  <a:pt x="326" y="314"/>
                </a:lnTo>
                <a:lnTo>
                  <a:pt x="319" y="316"/>
                </a:lnTo>
                <a:lnTo>
                  <a:pt x="312" y="317"/>
                </a:lnTo>
                <a:lnTo>
                  <a:pt x="305" y="319"/>
                </a:lnTo>
                <a:lnTo>
                  <a:pt x="298" y="320"/>
                </a:lnTo>
                <a:lnTo>
                  <a:pt x="290" y="321"/>
                </a:lnTo>
                <a:lnTo>
                  <a:pt x="283" y="322"/>
                </a:lnTo>
                <a:lnTo>
                  <a:pt x="276" y="323"/>
                </a:lnTo>
                <a:lnTo>
                  <a:pt x="268" y="324"/>
                </a:lnTo>
                <a:lnTo>
                  <a:pt x="261" y="325"/>
                </a:lnTo>
                <a:lnTo>
                  <a:pt x="253" y="325"/>
                </a:lnTo>
                <a:lnTo>
                  <a:pt x="246" y="325"/>
                </a:lnTo>
                <a:lnTo>
                  <a:pt x="238" y="325"/>
                </a:lnTo>
                <a:lnTo>
                  <a:pt x="231" y="325"/>
                </a:lnTo>
                <a:lnTo>
                  <a:pt x="224" y="325"/>
                </a:lnTo>
                <a:lnTo>
                  <a:pt x="216" y="325"/>
                </a:lnTo>
                <a:lnTo>
                  <a:pt x="209" y="324"/>
                </a:lnTo>
                <a:lnTo>
                  <a:pt x="201" y="323"/>
                </a:lnTo>
                <a:lnTo>
                  <a:pt x="194" y="322"/>
                </a:lnTo>
                <a:lnTo>
                  <a:pt x="187" y="321"/>
                </a:lnTo>
                <a:lnTo>
                  <a:pt x="179" y="320"/>
                </a:lnTo>
                <a:lnTo>
                  <a:pt x="172" y="319"/>
                </a:lnTo>
                <a:lnTo>
                  <a:pt x="165" y="317"/>
                </a:lnTo>
                <a:lnTo>
                  <a:pt x="158" y="316"/>
                </a:lnTo>
                <a:lnTo>
                  <a:pt x="151" y="314"/>
                </a:lnTo>
                <a:lnTo>
                  <a:pt x="144" y="312"/>
                </a:lnTo>
                <a:lnTo>
                  <a:pt x="137" y="310"/>
                </a:lnTo>
                <a:lnTo>
                  <a:pt x="130" y="308"/>
                </a:lnTo>
                <a:lnTo>
                  <a:pt x="124" y="305"/>
                </a:lnTo>
                <a:lnTo>
                  <a:pt x="117" y="303"/>
                </a:lnTo>
                <a:lnTo>
                  <a:pt x="111" y="300"/>
                </a:lnTo>
                <a:lnTo>
                  <a:pt x="105" y="297"/>
                </a:lnTo>
                <a:lnTo>
                  <a:pt x="99" y="294"/>
                </a:lnTo>
                <a:lnTo>
                  <a:pt x="93" y="291"/>
                </a:lnTo>
                <a:lnTo>
                  <a:pt x="87" y="288"/>
                </a:lnTo>
                <a:lnTo>
                  <a:pt x="81" y="285"/>
                </a:lnTo>
                <a:lnTo>
                  <a:pt x="76" y="281"/>
                </a:lnTo>
                <a:lnTo>
                  <a:pt x="70" y="278"/>
                </a:lnTo>
                <a:lnTo>
                  <a:pt x="65" y="274"/>
                </a:lnTo>
                <a:lnTo>
                  <a:pt x="60" y="270"/>
                </a:lnTo>
                <a:lnTo>
                  <a:pt x="55" y="267"/>
                </a:lnTo>
                <a:lnTo>
                  <a:pt x="50" y="263"/>
                </a:lnTo>
                <a:lnTo>
                  <a:pt x="46" y="258"/>
                </a:lnTo>
                <a:lnTo>
                  <a:pt x="42" y="254"/>
                </a:lnTo>
                <a:lnTo>
                  <a:pt x="37" y="250"/>
                </a:lnTo>
                <a:lnTo>
                  <a:pt x="34" y="246"/>
                </a:lnTo>
                <a:lnTo>
                  <a:pt x="30" y="241"/>
                </a:lnTo>
                <a:lnTo>
                  <a:pt x="26" y="236"/>
                </a:lnTo>
                <a:lnTo>
                  <a:pt x="23" y="231"/>
                </a:lnTo>
                <a:lnTo>
                  <a:pt x="20" y="227"/>
                </a:lnTo>
                <a:lnTo>
                  <a:pt x="17" y="222"/>
                </a:lnTo>
                <a:lnTo>
                  <a:pt x="15" y="217"/>
                </a:lnTo>
                <a:lnTo>
                  <a:pt x="12" y="212"/>
                </a:lnTo>
                <a:lnTo>
                  <a:pt x="10" y="207"/>
                </a:lnTo>
                <a:lnTo>
                  <a:pt x="8" y="203"/>
                </a:lnTo>
                <a:lnTo>
                  <a:pt x="6" y="198"/>
                </a:lnTo>
                <a:lnTo>
                  <a:pt x="5" y="193"/>
                </a:lnTo>
                <a:lnTo>
                  <a:pt x="3" y="188"/>
                </a:lnTo>
                <a:lnTo>
                  <a:pt x="2" y="183"/>
                </a:lnTo>
                <a:lnTo>
                  <a:pt x="1" y="177"/>
                </a:lnTo>
                <a:lnTo>
                  <a:pt x="1" y="172"/>
                </a:lnTo>
                <a:lnTo>
                  <a:pt x="1" y="167"/>
                </a:lnTo>
                <a:lnTo>
                  <a:pt x="0" y="162"/>
                </a:lnTo>
                <a:lnTo>
                  <a:pt x="1" y="157"/>
                </a:lnTo>
                <a:lnTo>
                  <a:pt x="1" y="152"/>
                </a:lnTo>
                <a:lnTo>
                  <a:pt x="1" y="147"/>
                </a:lnTo>
                <a:lnTo>
                  <a:pt x="2" y="142"/>
                </a:lnTo>
                <a:lnTo>
                  <a:pt x="3" y="137"/>
                </a:lnTo>
                <a:lnTo>
                  <a:pt x="5" y="132"/>
                </a:lnTo>
                <a:lnTo>
                  <a:pt x="6" y="127"/>
                </a:lnTo>
                <a:lnTo>
                  <a:pt x="8" y="122"/>
                </a:lnTo>
                <a:lnTo>
                  <a:pt x="10" y="117"/>
                </a:lnTo>
                <a:lnTo>
                  <a:pt x="12" y="112"/>
                </a:lnTo>
                <a:lnTo>
                  <a:pt x="15" y="107"/>
                </a:lnTo>
                <a:lnTo>
                  <a:pt x="17" y="103"/>
                </a:lnTo>
                <a:lnTo>
                  <a:pt x="20" y="98"/>
                </a:lnTo>
                <a:lnTo>
                  <a:pt x="23" y="93"/>
                </a:lnTo>
                <a:lnTo>
                  <a:pt x="26" y="89"/>
                </a:lnTo>
                <a:lnTo>
                  <a:pt x="30" y="84"/>
                </a:lnTo>
                <a:lnTo>
                  <a:pt x="34" y="80"/>
                </a:lnTo>
                <a:lnTo>
                  <a:pt x="37" y="75"/>
                </a:lnTo>
                <a:lnTo>
                  <a:pt x="42" y="71"/>
                </a:lnTo>
                <a:lnTo>
                  <a:pt x="46" y="67"/>
                </a:lnTo>
                <a:lnTo>
                  <a:pt x="50" y="63"/>
                </a:lnTo>
                <a:lnTo>
                  <a:pt x="55" y="59"/>
                </a:lnTo>
                <a:lnTo>
                  <a:pt x="60" y="55"/>
                </a:lnTo>
                <a:lnTo>
                  <a:pt x="65" y="51"/>
                </a:lnTo>
                <a:lnTo>
                  <a:pt x="70" y="48"/>
                </a:lnTo>
                <a:lnTo>
                  <a:pt x="76" y="44"/>
                </a:lnTo>
                <a:lnTo>
                  <a:pt x="81" y="41"/>
                </a:lnTo>
                <a:lnTo>
                  <a:pt x="87" y="37"/>
                </a:lnTo>
                <a:lnTo>
                  <a:pt x="93" y="34"/>
                </a:lnTo>
                <a:lnTo>
                  <a:pt x="99" y="31"/>
                </a:lnTo>
                <a:lnTo>
                  <a:pt x="105" y="28"/>
                </a:lnTo>
                <a:lnTo>
                  <a:pt x="111" y="25"/>
                </a:lnTo>
                <a:lnTo>
                  <a:pt x="117" y="23"/>
                </a:lnTo>
                <a:lnTo>
                  <a:pt x="124" y="20"/>
                </a:lnTo>
                <a:lnTo>
                  <a:pt x="130" y="18"/>
                </a:lnTo>
                <a:lnTo>
                  <a:pt x="137" y="16"/>
                </a:lnTo>
                <a:lnTo>
                  <a:pt x="144" y="14"/>
                </a:lnTo>
                <a:lnTo>
                  <a:pt x="151" y="12"/>
                </a:lnTo>
                <a:lnTo>
                  <a:pt x="158" y="10"/>
                </a:lnTo>
                <a:lnTo>
                  <a:pt x="165" y="8"/>
                </a:lnTo>
                <a:lnTo>
                  <a:pt x="172" y="7"/>
                </a:lnTo>
                <a:lnTo>
                  <a:pt x="179" y="5"/>
                </a:lnTo>
                <a:lnTo>
                  <a:pt x="187" y="4"/>
                </a:lnTo>
                <a:lnTo>
                  <a:pt x="194" y="3"/>
                </a:lnTo>
                <a:lnTo>
                  <a:pt x="201" y="2"/>
                </a:lnTo>
                <a:lnTo>
                  <a:pt x="209" y="2"/>
                </a:lnTo>
                <a:lnTo>
                  <a:pt x="216" y="1"/>
                </a:lnTo>
                <a:lnTo>
                  <a:pt x="224" y="1"/>
                </a:lnTo>
                <a:lnTo>
                  <a:pt x="231" y="0"/>
                </a:lnTo>
                <a:lnTo>
                  <a:pt x="238" y="0"/>
                </a:lnTo>
                <a:lnTo>
                  <a:pt x="246" y="0"/>
                </a:lnTo>
                <a:lnTo>
                  <a:pt x="253" y="1"/>
                </a:lnTo>
                <a:lnTo>
                  <a:pt x="261" y="1"/>
                </a:lnTo>
                <a:lnTo>
                  <a:pt x="268" y="2"/>
                </a:lnTo>
                <a:lnTo>
                  <a:pt x="276" y="2"/>
                </a:lnTo>
                <a:lnTo>
                  <a:pt x="283" y="3"/>
                </a:lnTo>
                <a:lnTo>
                  <a:pt x="290" y="4"/>
                </a:lnTo>
                <a:lnTo>
                  <a:pt x="298" y="5"/>
                </a:lnTo>
                <a:lnTo>
                  <a:pt x="305" y="7"/>
                </a:lnTo>
                <a:lnTo>
                  <a:pt x="312" y="8"/>
                </a:lnTo>
                <a:lnTo>
                  <a:pt x="319" y="10"/>
                </a:lnTo>
                <a:lnTo>
                  <a:pt x="326" y="12"/>
                </a:lnTo>
                <a:lnTo>
                  <a:pt x="333" y="14"/>
                </a:lnTo>
                <a:lnTo>
                  <a:pt x="340" y="16"/>
                </a:lnTo>
                <a:lnTo>
                  <a:pt x="347" y="18"/>
                </a:lnTo>
                <a:lnTo>
                  <a:pt x="353" y="20"/>
                </a:lnTo>
                <a:lnTo>
                  <a:pt x="360" y="23"/>
                </a:lnTo>
                <a:lnTo>
                  <a:pt x="366" y="25"/>
                </a:lnTo>
                <a:lnTo>
                  <a:pt x="372" y="28"/>
                </a:lnTo>
                <a:lnTo>
                  <a:pt x="378" y="31"/>
                </a:lnTo>
                <a:lnTo>
                  <a:pt x="384" y="34"/>
                </a:lnTo>
                <a:lnTo>
                  <a:pt x="390" y="37"/>
                </a:lnTo>
                <a:lnTo>
                  <a:pt x="396" y="41"/>
                </a:lnTo>
                <a:lnTo>
                  <a:pt x="401" y="44"/>
                </a:lnTo>
                <a:lnTo>
                  <a:pt x="407" y="48"/>
                </a:lnTo>
                <a:lnTo>
                  <a:pt x="412" y="51"/>
                </a:lnTo>
                <a:lnTo>
                  <a:pt x="417" y="55"/>
                </a:lnTo>
                <a:lnTo>
                  <a:pt x="422" y="59"/>
                </a:lnTo>
                <a:lnTo>
                  <a:pt x="427" y="63"/>
                </a:lnTo>
                <a:lnTo>
                  <a:pt x="431" y="67"/>
                </a:lnTo>
                <a:lnTo>
                  <a:pt x="435" y="71"/>
                </a:lnTo>
                <a:lnTo>
                  <a:pt x="439" y="75"/>
                </a:lnTo>
                <a:lnTo>
                  <a:pt x="443" y="80"/>
                </a:lnTo>
                <a:lnTo>
                  <a:pt x="447" y="84"/>
                </a:lnTo>
                <a:lnTo>
                  <a:pt x="451" y="89"/>
                </a:lnTo>
                <a:lnTo>
                  <a:pt x="454" y="93"/>
                </a:lnTo>
                <a:lnTo>
                  <a:pt x="457" y="98"/>
                </a:lnTo>
                <a:lnTo>
                  <a:pt x="460" y="103"/>
                </a:lnTo>
                <a:lnTo>
                  <a:pt x="463" y="107"/>
                </a:lnTo>
                <a:lnTo>
                  <a:pt x="466" y="112"/>
                </a:lnTo>
                <a:lnTo>
                  <a:pt x="468" y="117"/>
                </a:lnTo>
                <a:lnTo>
                  <a:pt x="470" y="122"/>
                </a:lnTo>
                <a:lnTo>
                  <a:pt x="472" y="127"/>
                </a:lnTo>
                <a:lnTo>
                  <a:pt x="473" y="132"/>
                </a:lnTo>
                <a:lnTo>
                  <a:pt x="475" y="137"/>
                </a:lnTo>
                <a:lnTo>
                  <a:pt x="476" y="142"/>
                </a:lnTo>
                <a:lnTo>
                  <a:pt x="476" y="147"/>
                </a:lnTo>
                <a:lnTo>
                  <a:pt x="477" y="152"/>
                </a:lnTo>
                <a:lnTo>
                  <a:pt x="477" y="157"/>
                </a:lnTo>
                <a:lnTo>
                  <a:pt x="478" y="162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3" name=""/>
          <p:cNvSpPr/>
          <p:nvPr/>
        </p:nvSpPr>
        <p:spPr>
          <a:xfrm>
            <a:off x="7972560" y="2878200"/>
            <a:ext cx="174240" cy="118800"/>
          </a:xfrm>
          <a:custGeom>
            <a:avLst/>
            <a:gdLst/>
            <a:ahLst/>
            <a:rect l="0" t="0" r="r" b="b"/>
            <a:pathLst>
              <a:path w="484" h="330">
                <a:moveTo>
                  <a:pt x="481" y="165"/>
                </a:moveTo>
                <a:lnTo>
                  <a:pt x="480" y="160"/>
                </a:lnTo>
                <a:lnTo>
                  <a:pt x="480" y="155"/>
                </a:lnTo>
                <a:lnTo>
                  <a:pt x="479" y="150"/>
                </a:lnTo>
                <a:lnTo>
                  <a:pt x="479" y="145"/>
                </a:lnTo>
                <a:lnTo>
                  <a:pt x="478" y="140"/>
                </a:lnTo>
                <a:lnTo>
                  <a:pt x="476" y="135"/>
                </a:lnTo>
                <a:lnTo>
                  <a:pt x="475" y="130"/>
                </a:lnTo>
                <a:lnTo>
                  <a:pt x="473" y="125"/>
                </a:lnTo>
                <a:lnTo>
                  <a:pt x="471" y="120"/>
                </a:lnTo>
                <a:lnTo>
                  <a:pt x="469" y="115"/>
                </a:lnTo>
                <a:lnTo>
                  <a:pt x="466" y="110"/>
                </a:lnTo>
                <a:lnTo>
                  <a:pt x="464" y="106"/>
                </a:lnTo>
                <a:lnTo>
                  <a:pt x="461" y="101"/>
                </a:lnTo>
                <a:lnTo>
                  <a:pt x="458" y="96"/>
                </a:lnTo>
                <a:lnTo>
                  <a:pt x="455" y="92"/>
                </a:lnTo>
                <a:lnTo>
                  <a:pt x="451" y="87"/>
                </a:lnTo>
                <a:lnTo>
                  <a:pt x="447" y="83"/>
                </a:lnTo>
                <a:lnTo>
                  <a:pt x="443" y="78"/>
                </a:lnTo>
                <a:lnTo>
                  <a:pt x="439" y="74"/>
                </a:lnTo>
                <a:lnTo>
                  <a:pt x="435" y="70"/>
                </a:lnTo>
                <a:lnTo>
                  <a:pt x="431" y="65"/>
                </a:lnTo>
                <a:lnTo>
                  <a:pt x="426" y="61"/>
                </a:lnTo>
                <a:lnTo>
                  <a:pt x="421" y="57"/>
                </a:lnTo>
                <a:lnTo>
                  <a:pt x="416" y="53"/>
                </a:lnTo>
                <a:lnTo>
                  <a:pt x="411" y="50"/>
                </a:lnTo>
                <a:lnTo>
                  <a:pt x="405" y="46"/>
                </a:lnTo>
                <a:lnTo>
                  <a:pt x="400" y="43"/>
                </a:lnTo>
                <a:lnTo>
                  <a:pt x="394" y="39"/>
                </a:lnTo>
                <a:lnTo>
                  <a:pt x="388" y="36"/>
                </a:lnTo>
                <a:lnTo>
                  <a:pt x="382" y="33"/>
                </a:lnTo>
                <a:lnTo>
                  <a:pt x="376" y="30"/>
                </a:lnTo>
                <a:lnTo>
                  <a:pt x="370" y="27"/>
                </a:lnTo>
                <a:lnTo>
                  <a:pt x="364" y="25"/>
                </a:lnTo>
                <a:lnTo>
                  <a:pt x="357" y="22"/>
                </a:lnTo>
                <a:lnTo>
                  <a:pt x="351" y="20"/>
                </a:lnTo>
                <a:lnTo>
                  <a:pt x="344" y="18"/>
                </a:lnTo>
                <a:lnTo>
                  <a:pt x="337" y="16"/>
                </a:lnTo>
                <a:lnTo>
                  <a:pt x="330" y="14"/>
                </a:lnTo>
                <a:lnTo>
                  <a:pt x="323" y="12"/>
                </a:lnTo>
                <a:lnTo>
                  <a:pt x="316" y="10"/>
                </a:lnTo>
                <a:lnTo>
                  <a:pt x="308" y="9"/>
                </a:lnTo>
                <a:lnTo>
                  <a:pt x="301" y="7"/>
                </a:lnTo>
                <a:lnTo>
                  <a:pt x="293" y="6"/>
                </a:lnTo>
                <a:lnTo>
                  <a:pt x="286" y="5"/>
                </a:lnTo>
                <a:lnTo>
                  <a:pt x="279" y="4"/>
                </a:lnTo>
                <a:lnTo>
                  <a:pt x="271" y="4"/>
                </a:lnTo>
                <a:lnTo>
                  <a:pt x="264" y="3"/>
                </a:lnTo>
                <a:lnTo>
                  <a:pt x="256" y="3"/>
                </a:lnTo>
                <a:lnTo>
                  <a:pt x="249" y="2"/>
                </a:lnTo>
                <a:lnTo>
                  <a:pt x="241" y="2"/>
                </a:lnTo>
                <a:lnTo>
                  <a:pt x="234" y="2"/>
                </a:lnTo>
                <a:lnTo>
                  <a:pt x="227" y="3"/>
                </a:lnTo>
                <a:lnTo>
                  <a:pt x="219" y="3"/>
                </a:lnTo>
                <a:lnTo>
                  <a:pt x="212" y="4"/>
                </a:lnTo>
                <a:lnTo>
                  <a:pt x="204" y="4"/>
                </a:lnTo>
                <a:lnTo>
                  <a:pt x="197" y="5"/>
                </a:lnTo>
                <a:lnTo>
                  <a:pt x="190" y="6"/>
                </a:lnTo>
                <a:lnTo>
                  <a:pt x="182" y="7"/>
                </a:lnTo>
                <a:lnTo>
                  <a:pt x="175" y="9"/>
                </a:lnTo>
                <a:lnTo>
                  <a:pt x="168" y="10"/>
                </a:lnTo>
                <a:lnTo>
                  <a:pt x="161" y="12"/>
                </a:lnTo>
                <a:lnTo>
                  <a:pt x="154" y="14"/>
                </a:lnTo>
                <a:lnTo>
                  <a:pt x="147" y="16"/>
                </a:lnTo>
                <a:lnTo>
                  <a:pt x="140" y="18"/>
                </a:lnTo>
                <a:lnTo>
                  <a:pt x="133" y="20"/>
                </a:lnTo>
                <a:lnTo>
                  <a:pt x="127" y="22"/>
                </a:lnTo>
                <a:lnTo>
                  <a:pt x="120" y="25"/>
                </a:lnTo>
                <a:lnTo>
                  <a:pt x="114" y="27"/>
                </a:lnTo>
                <a:lnTo>
                  <a:pt x="108" y="30"/>
                </a:lnTo>
                <a:lnTo>
                  <a:pt x="102" y="33"/>
                </a:lnTo>
                <a:lnTo>
                  <a:pt x="96" y="36"/>
                </a:lnTo>
                <a:lnTo>
                  <a:pt x="90" y="39"/>
                </a:lnTo>
                <a:lnTo>
                  <a:pt x="84" y="43"/>
                </a:lnTo>
                <a:lnTo>
                  <a:pt x="79" y="46"/>
                </a:lnTo>
                <a:lnTo>
                  <a:pt x="73" y="50"/>
                </a:lnTo>
                <a:lnTo>
                  <a:pt x="68" y="53"/>
                </a:lnTo>
                <a:lnTo>
                  <a:pt x="63" y="57"/>
                </a:lnTo>
                <a:lnTo>
                  <a:pt x="58" y="61"/>
                </a:lnTo>
                <a:lnTo>
                  <a:pt x="53" y="65"/>
                </a:lnTo>
                <a:lnTo>
                  <a:pt x="49" y="70"/>
                </a:lnTo>
                <a:lnTo>
                  <a:pt x="45" y="74"/>
                </a:lnTo>
                <a:lnTo>
                  <a:pt x="40" y="78"/>
                </a:lnTo>
                <a:lnTo>
                  <a:pt x="37" y="83"/>
                </a:lnTo>
                <a:lnTo>
                  <a:pt x="33" y="87"/>
                </a:lnTo>
                <a:lnTo>
                  <a:pt x="29" y="92"/>
                </a:lnTo>
                <a:lnTo>
                  <a:pt x="26" y="96"/>
                </a:lnTo>
                <a:lnTo>
                  <a:pt x="23" y="101"/>
                </a:lnTo>
                <a:lnTo>
                  <a:pt x="20" y="106"/>
                </a:lnTo>
                <a:lnTo>
                  <a:pt x="18" y="110"/>
                </a:lnTo>
                <a:lnTo>
                  <a:pt x="15" y="115"/>
                </a:lnTo>
                <a:lnTo>
                  <a:pt x="13" y="120"/>
                </a:lnTo>
                <a:lnTo>
                  <a:pt x="11" y="125"/>
                </a:lnTo>
                <a:lnTo>
                  <a:pt x="9" y="130"/>
                </a:lnTo>
                <a:lnTo>
                  <a:pt x="8" y="135"/>
                </a:lnTo>
                <a:lnTo>
                  <a:pt x="6" y="140"/>
                </a:lnTo>
                <a:lnTo>
                  <a:pt x="5" y="145"/>
                </a:lnTo>
                <a:lnTo>
                  <a:pt x="4" y="150"/>
                </a:lnTo>
                <a:lnTo>
                  <a:pt x="4" y="155"/>
                </a:lnTo>
                <a:lnTo>
                  <a:pt x="4" y="160"/>
                </a:lnTo>
                <a:lnTo>
                  <a:pt x="3" y="165"/>
                </a:lnTo>
                <a:lnTo>
                  <a:pt x="4" y="170"/>
                </a:lnTo>
                <a:lnTo>
                  <a:pt x="4" y="175"/>
                </a:lnTo>
                <a:lnTo>
                  <a:pt x="4" y="180"/>
                </a:lnTo>
                <a:lnTo>
                  <a:pt x="5" y="186"/>
                </a:lnTo>
                <a:lnTo>
                  <a:pt x="6" y="191"/>
                </a:lnTo>
                <a:lnTo>
                  <a:pt x="8" y="196"/>
                </a:lnTo>
                <a:lnTo>
                  <a:pt x="9" y="201"/>
                </a:lnTo>
                <a:lnTo>
                  <a:pt x="11" y="206"/>
                </a:lnTo>
                <a:lnTo>
                  <a:pt x="13" y="210"/>
                </a:lnTo>
                <a:lnTo>
                  <a:pt x="15" y="215"/>
                </a:lnTo>
                <a:lnTo>
                  <a:pt x="18" y="220"/>
                </a:lnTo>
                <a:lnTo>
                  <a:pt x="20" y="225"/>
                </a:lnTo>
                <a:lnTo>
                  <a:pt x="23" y="230"/>
                </a:lnTo>
                <a:lnTo>
                  <a:pt x="26" y="234"/>
                </a:lnTo>
                <a:lnTo>
                  <a:pt x="29" y="239"/>
                </a:lnTo>
                <a:lnTo>
                  <a:pt x="33" y="243"/>
                </a:lnTo>
                <a:lnTo>
                  <a:pt x="37" y="248"/>
                </a:lnTo>
                <a:lnTo>
                  <a:pt x="40" y="252"/>
                </a:lnTo>
                <a:lnTo>
                  <a:pt x="45" y="256"/>
                </a:lnTo>
                <a:lnTo>
                  <a:pt x="49" y="260"/>
                </a:lnTo>
                <a:lnTo>
                  <a:pt x="53" y="265"/>
                </a:lnTo>
                <a:lnTo>
                  <a:pt x="58" y="269"/>
                </a:lnTo>
                <a:lnTo>
                  <a:pt x="63" y="272"/>
                </a:lnTo>
                <a:lnTo>
                  <a:pt x="68" y="276"/>
                </a:lnTo>
                <a:lnTo>
                  <a:pt x="73" y="280"/>
                </a:lnTo>
                <a:lnTo>
                  <a:pt x="79" y="283"/>
                </a:lnTo>
                <a:lnTo>
                  <a:pt x="84" y="287"/>
                </a:lnTo>
                <a:lnTo>
                  <a:pt x="90" y="290"/>
                </a:lnTo>
                <a:lnTo>
                  <a:pt x="96" y="293"/>
                </a:lnTo>
                <a:lnTo>
                  <a:pt x="102" y="296"/>
                </a:lnTo>
                <a:lnTo>
                  <a:pt x="108" y="299"/>
                </a:lnTo>
                <a:lnTo>
                  <a:pt x="114" y="302"/>
                </a:lnTo>
                <a:lnTo>
                  <a:pt x="120" y="305"/>
                </a:lnTo>
                <a:lnTo>
                  <a:pt x="127" y="307"/>
                </a:lnTo>
                <a:lnTo>
                  <a:pt x="133" y="310"/>
                </a:lnTo>
                <a:lnTo>
                  <a:pt x="140" y="312"/>
                </a:lnTo>
                <a:lnTo>
                  <a:pt x="147" y="314"/>
                </a:lnTo>
                <a:lnTo>
                  <a:pt x="154" y="316"/>
                </a:lnTo>
                <a:lnTo>
                  <a:pt x="161" y="318"/>
                </a:lnTo>
                <a:lnTo>
                  <a:pt x="168" y="319"/>
                </a:lnTo>
                <a:lnTo>
                  <a:pt x="175" y="321"/>
                </a:lnTo>
                <a:lnTo>
                  <a:pt x="182" y="322"/>
                </a:lnTo>
                <a:lnTo>
                  <a:pt x="190" y="323"/>
                </a:lnTo>
                <a:lnTo>
                  <a:pt x="197" y="324"/>
                </a:lnTo>
                <a:lnTo>
                  <a:pt x="204" y="325"/>
                </a:lnTo>
                <a:lnTo>
                  <a:pt x="212" y="326"/>
                </a:lnTo>
                <a:lnTo>
                  <a:pt x="219" y="327"/>
                </a:lnTo>
                <a:lnTo>
                  <a:pt x="227" y="327"/>
                </a:lnTo>
                <a:lnTo>
                  <a:pt x="234" y="327"/>
                </a:lnTo>
                <a:lnTo>
                  <a:pt x="241" y="327"/>
                </a:lnTo>
                <a:lnTo>
                  <a:pt x="249" y="327"/>
                </a:lnTo>
                <a:lnTo>
                  <a:pt x="256" y="327"/>
                </a:lnTo>
                <a:lnTo>
                  <a:pt x="264" y="327"/>
                </a:lnTo>
                <a:lnTo>
                  <a:pt x="271" y="326"/>
                </a:lnTo>
                <a:lnTo>
                  <a:pt x="279" y="325"/>
                </a:lnTo>
                <a:lnTo>
                  <a:pt x="286" y="324"/>
                </a:lnTo>
                <a:lnTo>
                  <a:pt x="293" y="323"/>
                </a:lnTo>
                <a:lnTo>
                  <a:pt x="301" y="322"/>
                </a:lnTo>
                <a:lnTo>
                  <a:pt x="308" y="321"/>
                </a:lnTo>
                <a:lnTo>
                  <a:pt x="316" y="319"/>
                </a:lnTo>
                <a:lnTo>
                  <a:pt x="323" y="318"/>
                </a:lnTo>
                <a:lnTo>
                  <a:pt x="330" y="316"/>
                </a:lnTo>
                <a:lnTo>
                  <a:pt x="337" y="314"/>
                </a:lnTo>
                <a:lnTo>
                  <a:pt x="344" y="312"/>
                </a:lnTo>
                <a:lnTo>
                  <a:pt x="351" y="310"/>
                </a:lnTo>
                <a:lnTo>
                  <a:pt x="357" y="307"/>
                </a:lnTo>
                <a:lnTo>
                  <a:pt x="364" y="305"/>
                </a:lnTo>
                <a:lnTo>
                  <a:pt x="370" y="302"/>
                </a:lnTo>
                <a:lnTo>
                  <a:pt x="376" y="299"/>
                </a:lnTo>
                <a:lnTo>
                  <a:pt x="382" y="296"/>
                </a:lnTo>
                <a:lnTo>
                  <a:pt x="388" y="293"/>
                </a:lnTo>
                <a:lnTo>
                  <a:pt x="394" y="290"/>
                </a:lnTo>
                <a:lnTo>
                  <a:pt x="400" y="287"/>
                </a:lnTo>
                <a:lnTo>
                  <a:pt x="405" y="283"/>
                </a:lnTo>
                <a:lnTo>
                  <a:pt x="411" y="280"/>
                </a:lnTo>
                <a:lnTo>
                  <a:pt x="416" y="276"/>
                </a:lnTo>
                <a:lnTo>
                  <a:pt x="421" y="272"/>
                </a:lnTo>
                <a:lnTo>
                  <a:pt x="426" y="269"/>
                </a:lnTo>
                <a:lnTo>
                  <a:pt x="431" y="265"/>
                </a:lnTo>
                <a:lnTo>
                  <a:pt x="435" y="260"/>
                </a:lnTo>
                <a:lnTo>
                  <a:pt x="439" y="256"/>
                </a:lnTo>
                <a:lnTo>
                  <a:pt x="443" y="252"/>
                </a:lnTo>
                <a:lnTo>
                  <a:pt x="447" y="248"/>
                </a:lnTo>
                <a:lnTo>
                  <a:pt x="451" y="243"/>
                </a:lnTo>
                <a:lnTo>
                  <a:pt x="455" y="239"/>
                </a:lnTo>
                <a:lnTo>
                  <a:pt x="458" y="234"/>
                </a:lnTo>
                <a:lnTo>
                  <a:pt x="461" y="230"/>
                </a:lnTo>
                <a:lnTo>
                  <a:pt x="464" y="225"/>
                </a:lnTo>
                <a:lnTo>
                  <a:pt x="466" y="220"/>
                </a:lnTo>
                <a:lnTo>
                  <a:pt x="469" y="215"/>
                </a:lnTo>
                <a:lnTo>
                  <a:pt x="471" y="210"/>
                </a:lnTo>
                <a:lnTo>
                  <a:pt x="473" y="206"/>
                </a:lnTo>
                <a:lnTo>
                  <a:pt x="475" y="201"/>
                </a:lnTo>
                <a:lnTo>
                  <a:pt x="476" y="196"/>
                </a:lnTo>
                <a:lnTo>
                  <a:pt x="478" y="191"/>
                </a:lnTo>
                <a:lnTo>
                  <a:pt x="479" y="186"/>
                </a:lnTo>
                <a:lnTo>
                  <a:pt x="479" y="180"/>
                </a:lnTo>
                <a:lnTo>
                  <a:pt x="480" y="175"/>
                </a:lnTo>
                <a:lnTo>
                  <a:pt x="480" y="170"/>
                </a:lnTo>
                <a:lnTo>
                  <a:pt x="481" y="165"/>
                </a:lnTo>
                <a:moveTo>
                  <a:pt x="484" y="165"/>
                </a:moveTo>
                <a:lnTo>
                  <a:pt x="484" y="170"/>
                </a:lnTo>
                <a:lnTo>
                  <a:pt x="484" y="176"/>
                </a:lnTo>
                <a:lnTo>
                  <a:pt x="483" y="181"/>
                </a:lnTo>
                <a:lnTo>
                  <a:pt x="482" y="186"/>
                </a:lnTo>
                <a:lnTo>
                  <a:pt x="481" y="191"/>
                </a:lnTo>
                <a:lnTo>
                  <a:pt x="480" y="196"/>
                </a:lnTo>
                <a:lnTo>
                  <a:pt x="478" y="201"/>
                </a:lnTo>
                <a:lnTo>
                  <a:pt x="477" y="206"/>
                </a:lnTo>
                <a:lnTo>
                  <a:pt x="475" y="211"/>
                </a:lnTo>
                <a:lnTo>
                  <a:pt x="472" y="216"/>
                </a:lnTo>
                <a:lnTo>
                  <a:pt x="470" y="221"/>
                </a:lnTo>
                <a:lnTo>
                  <a:pt x="467" y="226"/>
                </a:lnTo>
                <a:lnTo>
                  <a:pt x="464" y="231"/>
                </a:lnTo>
                <a:lnTo>
                  <a:pt x="461" y="235"/>
                </a:lnTo>
                <a:lnTo>
                  <a:pt x="458" y="240"/>
                </a:lnTo>
                <a:lnTo>
                  <a:pt x="454" y="245"/>
                </a:lnTo>
                <a:lnTo>
                  <a:pt x="451" y="249"/>
                </a:lnTo>
                <a:lnTo>
                  <a:pt x="447" y="253"/>
                </a:lnTo>
                <a:lnTo>
                  <a:pt x="442" y="258"/>
                </a:lnTo>
                <a:lnTo>
                  <a:pt x="438" y="262"/>
                </a:lnTo>
                <a:lnTo>
                  <a:pt x="434" y="266"/>
                </a:lnTo>
                <a:lnTo>
                  <a:pt x="429" y="270"/>
                </a:lnTo>
                <a:lnTo>
                  <a:pt x="424" y="274"/>
                </a:lnTo>
                <a:lnTo>
                  <a:pt x="419" y="278"/>
                </a:lnTo>
                <a:lnTo>
                  <a:pt x="413" y="282"/>
                </a:lnTo>
                <a:lnTo>
                  <a:pt x="408" y="285"/>
                </a:lnTo>
                <a:lnTo>
                  <a:pt x="402" y="289"/>
                </a:lnTo>
                <a:lnTo>
                  <a:pt x="397" y="292"/>
                </a:lnTo>
                <a:lnTo>
                  <a:pt x="391" y="295"/>
                </a:lnTo>
                <a:lnTo>
                  <a:pt x="385" y="298"/>
                </a:lnTo>
                <a:lnTo>
                  <a:pt x="378" y="301"/>
                </a:lnTo>
                <a:lnTo>
                  <a:pt x="372" y="304"/>
                </a:lnTo>
                <a:lnTo>
                  <a:pt x="366" y="307"/>
                </a:lnTo>
                <a:lnTo>
                  <a:pt x="359" y="309"/>
                </a:lnTo>
                <a:lnTo>
                  <a:pt x="352" y="312"/>
                </a:lnTo>
                <a:lnTo>
                  <a:pt x="345" y="314"/>
                </a:lnTo>
                <a:lnTo>
                  <a:pt x="339" y="316"/>
                </a:lnTo>
                <a:lnTo>
                  <a:pt x="332" y="318"/>
                </a:lnTo>
                <a:lnTo>
                  <a:pt x="324" y="320"/>
                </a:lnTo>
                <a:lnTo>
                  <a:pt x="317" y="322"/>
                </a:lnTo>
                <a:lnTo>
                  <a:pt x="309" y="323"/>
                </a:lnTo>
                <a:lnTo>
                  <a:pt x="302" y="325"/>
                </a:lnTo>
                <a:lnTo>
                  <a:pt x="294" y="326"/>
                </a:lnTo>
                <a:lnTo>
                  <a:pt x="287" y="327"/>
                </a:lnTo>
                <a:lnTo>
                  <a:pt x="279" y="328"/>
                </a:lnTo>
                <a:lnTo>
                  <a:pt x="272" y="329"/>
                </a:lnTo>
                <a:lnTo>
                  <a:pt x="264" y="329"/>
                </a:lnTo>
                <a:lnTo>
                  <a:pt x="257" y="329"/>
                </a:lnTo>
                <a:lnTo>
                  <a:pt x="249" y="330"/>
                </a:lnTo>
                <a:lnTo>
                  <a:pt x="241" y="330"/>
                </a:lnTo>
                <a:lnTo>
                  <a:pt x="234" y="330"/>
                </a:lnTo>
                <a:lnTo>
                  <a:pt x="226" y="329"/>
                </a:lnTo>
                <a:lnTo>
                  <a:pt x="219" y="329"/>
                </a:lnTo>
                <a:lnTo>
                  <a:pt x="211" y="329"/>
                </a:lnTo>
                <a:lnTo>
                  <a:pt x="204" y="328"/>
                </a:lnTo>
                <a:lnTo>
                  <a:pt x="196" y="327"/>
                </a:lnTo>
                <a:lnTo>
                  <a:pt x="189" y="326"/>
                </a:lnTo>
                <a:lnTo>
                  <a:pt x="181" y="325"/>
                </a:lnTo>
                <a:lnTo>
                  <a:pt x="174" y="323"/>
                </a:lnTo>
                <a:lnTo>
                  <a:pt x="167" y="322"/>
                </a:lnTo>
                <a:lnTo>
                  <a:pt x="160" y="320"/>
                </a:lnTo>
                <a:lnTo>
                  <a:pt x="152" y="318"/>
                </a:lnTo>
                <a:lnTo>
                  <a:pt x="145" y="316"/>
                </a:lnTo>
                <a:lnTo>
                  <a:pt x="139" y="314"/>
                </a:lnTo>
                <a:lnTo>
                  <a:pt x="132" y="312"/>
                </a:lnTo>
                <a:lnTo>
                  <a:pt x="125" y="309"/>
                </a:lnTo>
                <a:lnTo>
                  <a:pt x="118" y="307"/>
                </a:lnTo>
                <a:lnTo>
                  <a:pt x="112" y="304"/>
                </a:lnTo>
                <a:lnTo>
                  <a:pt x="106" y="301"/>
                </a:lnTo>
                <a:lnTo>
                  <a:pt x="99" y="298"/>
                </a:lnTo>
                <a:lnTo>
                  <a:pt x="93" y="295"/>
                </a:lnTo>
                <a:lnTo>
                  <a:pt x="87" y="292"/>
                </a:lnTo>
                <a:lnTo>
                  <a:pt x="82" y="289"/>
                </a:lnTo>
                <a:lnTo>
                  <a:pt x="76" y="285"/>
                </a:lnTo>
                <a:lnTo>
                  <a:pt x="70" y="282"/>
                </a:lnTo>
                <a:lnTo>
                  <a:pt x="65" y="278"/>
                </a:lnTo>
                <a:lnTo>
                  <a:pt x="60" y="274"/>
                </a:lnTo>
                <a:lnTo>
                  <a:pt x="55" y="270"/>
                </a:lnTo>
                <a:lnTo>
                  <a:pt x="50" y="266"/>
                </a:lnTo>
                <a:lnTo>
                  <a:pt x="46" y="262"/>
                </a:lnTo>
                <a:lnTo>
                  <a:pt x="41" y="258"/>
                </a:lnTo>
                <a:lnTo>
                  <a:pt x="37" y="253"/>
                </a:lnTo>
                <a:lnTo>
                  <a:pt x="33" y="249"/>
                </a:lnTo>
                <a:lnTo>
                  <a:pt x="30" y="245"/>
                </a:lnTo>
                <a:lnTo>
                  <a:pt x="26" y="240"/>
                </a:lnTo>
                <a:lnTo>
                  <a:pt x="23" y="235"/>
                </a:lnTo>
                <a:lnTo>
                  <a:pt x="20" y="231"/>
                </a:lnTo>
                <a:lnTo>
                  <a:pt x="17" y="226"/>
                </a:lnTo>
                <a:lnTo>
                  <a:pt x="14" y="221"/>
                </a:lnTo>
                <a:lnTo>
                  <a:pt x="11" y="216"/>
                </a:lnTo>
                <a:lnTo>
                  <a:pt x="9" y="211"/>
                </a:lnTo>
                <a:lnTo>
                  <a:pt x="7" y="206"/>
                </a:lnTo>
                <a:lnTo>
                  <a:pt x="5" y="201"/>
                </a:lnTo>
                <a:lnTo>
                  <a:pt x="4" y="196"/>
                </a:lnTo>
                <a:lnTo>
                  <a:pt x="3" y="191"/>
                </a:lnTo>
                <a:lnTo>
                  <a:pt x="2" y="186"/>
                </a:lnTo>
                <a:lnTo>
                  <a:pt x="1" y="181"/>
                </a:lnTo>
                <a:lnTo>
                  <a:pt x="0" y="176"/>
                </a:lnTo>
                <a:lnTo>
                  <a:pt x="0" y="170"/>
                </a:lnTo>
                <a:lnTo>
                  <a:pt x="0" y="165"/>
                </a:lnTo>
                <a:lnTo>
                  <a:pt x="0" y="160"/>
                </a:lnTo>
                <a:lnTo>
                  <a:pt x="0" y="155"/>
                </a:lnTo>
                <a:lnTo>
                  <a:pt x="1" y="150"/>
                </a:lnTo>
                <a:lnTo>
                  <a:pt x="2" y="145"/>
                </a:lnTo>
                <a:lnTo>
                  <a:pt x="3" y="140"/>
                </a:lnTo>
                <a:lnTo>
                  <a:pt x="4" y="134"/>
                </a:lnTo>
                <a:lnTo>
                  <a:pt x="5" y="129"/>
                </a:lnTo>
                <a:lnTo>
                  <a:pt x="7" y="124"/>
                </a:lnTo>
                <a:lnTo>
                  <a:pt x="9" y="119"/>
                </a:lnTo>
                <a:lnTo>
                  <a:pt x="11" y="114"/>
                </a:lnTo>
                <a:lnTo>
                  <a:pt x="14" y="110"/>
                </a:lnTo>
                <a:lnTo>
                  <a:pt x="17" y="105"/>
                </a:lnTo>
                <a:lnTo>
                  <a:pt x="20" y="100"/>
                </a:lnTo>
                <a:lnTo>
                  <a:pt x="23" y="95"/>
                </a:lnTo>
                <a:lnTo>
                  <a:pt x="26" y="91"/>
                </a:lnTo>
                <a:lnTo>
                  <a:pt x="30" y="86"/>
                </a:lnTo>
                <a:lnTo>
                  <a:pt x="33" y="81"/>
                </a:lnTo>
                <a:lnTo>
                  <a:pt x="37" y="77"/>
                </a:lnTo>
                <a:lnTo>
                  <a:pt x="41" y="73"/>
                </a:lnTo>
                <a:lnTo>
                  <a:pt x="46" y="69"/>
                </a:lnTo>
                <a:lnTo>
                  <a:pt x="50" y="63"/>
                </a:lnTo>
                <a:lnTo>
                  <a:pt x="55" y="59"/>
                </a:lnTo>
                <a:lnTo>
                  <a:pt x="60" y="55"/>
                </a:lnTo>
                <a:lnTo>
                  <a:pt x="65" y="52"/>
                </a:lnTo>
                <a:lnTo>
                  <a:pt x="70" y="48"/>
                </a:lnTo>
                <a:lnTo>
                  <a:pt x="76" y="44"/>
                </a:lnTo>
                <a:lnTo>
                  <a:pt x="82" y="41"/>
                </a:lnTo>
                <a:lnTo>
                  <a:pt x="87" y="37"/>
                </a:lnTo>
                <a:lnTo>
                  <a:pt x="93" y="34"/>
                </a:lnTo>
                <a:lnTo>
                  <a:pt x="99" y="31"/>
                </a:lnTo>
                <a:lnTo>
                  <a:pt x="106" y="28"/>
                </a:lnTo>
                <a:lnTo>
                  <a:pt x="112" y="25"/>
                </a:lnTo>
                <a:lnTo>
                  <a:pt x="118" y="23"/>
                </a:lnTo>
                <a:lnTo>
                  <a:pt x="125" y="20"/>
                </a:lnTo>
                <a:lnTo>
                  <a:pt x="132" y="18"/>
                </a:lnTo>
                <a:lnTo>
                  <a:pt x="139" y="15"/>
                </a:lnTo>
                <a:lnTo>
                  <a:pt x="145" y="13"/>
                </a:lnTo>
                <a:lnTo>
                  <a:pt x="152" y="11"/>
                </a:lnTo>
                <a:lnTo>
                  <a:pt x="160" y="9"/>
                </a:lnTo>
                <a:lnTo>
                  <a:pt x="167" y="8"/>
                </a:lnTo>
                <a:lnTo>
                  <a:pt x="174" y="6"/>
                </a:lnTo>
                <a:lnTo>
                  <a:pt x="181" y="5"/>
                </a:lnTo>
                <a:lnTo>
                  <a:pt x="189" y="4"/>
                </a:lnTo>
                <a:lnTo>
                  <a:pt x="196" y="3"/>
                </a:lnTo>
                <a:lnTo>
                  <a:pt x="204" y="2"/>
                </a:lnTo>
                <a:lnTo>
                  <a:pt x="211" y="1"/>
                </a:lnTo>
                <a:lnTo>
                  <a:pt x="219" y="0"/>
                </a:lnTo>
                <a:lnTo>
                  <a:pt x="226" y="0"/>
                </a:lnTo>
                <a:lnTo>
                  <a:pt x="234" y="0"/>
                </a:lnTo>
                <a:lnTo>
                  <a:pt x="241" y="0"/>
                </a:lnTo>
                <a:lnTo>
                  <a:pt x="249" y="0"/>
                </a:lnTo>
                <a:lnTo>
                  <a:pt x="257" y="0"/>
                </a:lnTo>
                <a:lnTo>
                  <a:pt x="264" y="0"/>
                </a:lnTo>
                <a:lnTo>
                  <a:pt x="272" y="1"/>
                </a:lnTo>
                <a:lnTo>
                  <a:pt x="279" y="2"/>
                </a:lnTo>
                <a:lnTo>
                  <a:pt x="287" y="3"/>
                </a:lnTo>
                <a:lnTo>
                  <a:pt x="294" y="4"/>
                </a:lnTo>
                <a:lnTo>
                  <a:pt x="302" y="5"/>
                </a:lnTo>
                <a:lnTo>
                  <a:pt x="309" y="6"/>
                </a:lnTo>
                <a:lnTo>
                  <a:pt x="317" y="8"/>
                </a:lnTo>
                <a:lnTo>
                  <a:pt x="324" y="9"/>
                </a:lnTo>
                <a:lnTo>
                  <a:pt x="332" y="11"/>
                </a:lnTo>
                <a:lnTo>
                  <a:pt x="339" y="13"/>
                </a:lnTo>
                <a:lnTo>
                  <a:pt x="345" y="15"/>
                </a:lnTo>
                <a:lnTo>
                  <a:pt x="352" y="18"/>
                </a:lnTo>
                <a:lnTo>
                  <a:pt x="359" y="20"/>
                </a:lnTo>
                <a:lnTo>
                  <a:pt x="366" y="23"/>
                </a:lnTo>
                <a:lnTo>
                  <a:pt x="372" y="25"/>
                </a:lnTo>
                <a:lnTo>
                  <a:pt x="378" y="28"/>
                </a:lnTo>
                <a:lnTo>
                  <a:pt x="385" y="31"/>
                </a:lnTo>
                <a:lnTo>
                  <a:pt x="391" y="34"/>
                </a:lnTo>
                <a:lnTo>
                  <a:pt x="397" y="37"/>
                </a:lnTo>
                <a:lnTo>
                  <a:pt x="402" y="41"/>
                </a:lnTo>
                <a:lnTo>
                  <a:pt x="408" y="44"/>
                </a:lnTo>
                <a:lnTo>
                  <a:pt x="413" y="48"/>
                </a:lnTo>
                <a:lnTo>
                  <a:pt x="419" y="52"/>
                </a:lnTo>
                <a:lnTo>
                  <a:pt x="424" y="55"/>
                </a:lnTo>
                <a:lnTo>
                  <a:pt x="429" y="59"/>
                </a:lnTo>
                <a:lnTo>
                  <a:pt x="434" y="63"/>
                </a:lnTo>
                <a:lnTo>
                  <a:pt x="438" y="69"/>
                </a:lnTo>
                <a:lnTo>
                  <a:pt x="442" y="73"/>
                </a:lnTo>
                <a:lnTo>
                  <a:pt x="447" y="77"/>
                </a:lnTo>
                <a:lnTo>
                  <a:pt x="451" y="81"/>
                </a:lnTo>
                <a:lnTo>
                  <a:pt x="454" y="86"/>
                </a:lnTo>
                <a:lnTo>
                  <a:pt x="458" y="91"/>
                </a:lnTo>
                <a:lnTo>
                  <a:pt x="461" y="95"/>
                </a:lnTo>
                <a:lnTo>
                  <a:pt x="464" y="100"/>
                </a:lnTo>
                <a:lnTo>
                  <a:pt x="467" y="105"/>
                </a:lnTo>
                <a:lnTo>
                  <a:pt x="470" y="110"/>
                </a:lnTo>
                <a:lnTo>
                  <a:pt x="472" y="114"/>
                </a:lnTo>
                <a:lnTo>
                  <a:pt x="475" y="119"/>
                </a:lnTo>
                <a:lnTo>
                  <a:pt x="477" y="124"/>
                </a:lnTo>
                <a:lnTo>
                  <a:pt x="478" y="129"/>
                </a:lnTo>
                <a:lnTo>
                  <a:pt x="480" y="134"/>
                </a:lnTo>
                <a:lnTo>
                  <a:pt x="481" y="140"/>
                </a:lnTo>
                <a:lnTo>
                  <a:pt x="482" y="145"/>
                </a:lnTo>
                <a:lnTo>
                  <a:pt x="483" y="150"/>
                </a:lnTo>
                <a:lnTo>
                  <a:pt x="484" y="155"/>
                </a:lnTo>
                <a:lnTo>
                  <a:pt x="484" y="160"/>
                </a:lnTo>
                <a:lnTo>
                  <a:pt x="484" y="165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4" name=""/>
          <p:cNvSpPr/>
          <p:nvPr/>
        </p:nvSpPr>
        <p:spPr>
          <a:xfrm>
            <a:off x="7964280" y="2872440"/>
            <a:ext cx="190800" cy="129960"/>
          </a:xfrm>
          <a:custGeom>
            <a:avLst/>
            <a:gdLst/>
            <a:ahLst/>
            <a:rect l="0" t="0" r="r" b="b"/>
            <a:pathLst>
              <a:path w="530" h="361">
                <a:moveTo>
                  <a:pt x="507" y="181"/>
                </a:moveTo>
                <a:lnTo>
                  <a:pt x="507" y="176"/>
                </a:lnTo>
                <a:lnTo>
                  <a:pt x="507" y="171"/>
                </a:lnTo>
                <a:lnTo>
                  <a:pt x="506" y="166"/>
                </a:lnTo>
                <a:lnTo>
                  <a:pt x="505" y="161"/>
                </a:lnTo>
                <a:lnTo>
                  <a:pt x="504" y="156"/>
                </a:lnTo>
                <a:lnTo>
                  <a:pt x="503" y="150"/>
                </a:lnTo>
                <a:lnTo>
                  <a:pt x="501" y="145"/>
                </a:lnTo>
                <a:lnTo>
                  <a:pt x="500" y="140"/>
                </a:lnTo>
                <a:lnTo>
                  <a:pt x="498" y="135"/>
                </a:lnTo>
                <a:lnTo>
                  <a:pt x="495" y="130"/>
                </a:lnTo>
                <a:lnTo>
                  <a:pt x="493" y="126"/>
                </a:lnTo>
                <a:lnTo>
                  <a:pt x="490" y="121"/>
                </a:lnTo>
                <a:lnTo>
                  <a:pt x="487" y="116"/>
                </a:lnTo>
                <a:lnTo>
                  <a:pt x="484" y="111"/>
                </a:lnTo>
                <a:lnTo>
                  <a:pt x="481" y="107"/>
                </a:lnTo>
                <a:lnTo>
                  <a:pt x="477" y="102"/>
                </a:lnTo>
                <a:lnTo>
                  <a:pt x="474" y="96"/>
                </a:lnTo>
                <a:lnTo>
                  <a:pt x="470" y="92"/>
                </a:lnTo>
                <a:lnTo>
                  <a:pt x="465" y="88"/>
                </a:lnTo>
                <a:lnTo>
                  <a:pt x="461" y="84"/>
                </a:lnTo>
                <a:lnTo>
                  <a:pt x="457" y="79"/>
                </a:lnTo>
                <a:lnTo>
                  <a:pt x="452" y="75"/>
                </a:lnTo>
                <a:lnTo>
                  <a:pt x="447" y="71"/>
                </a:lnTo>
                <a:lnTo>
                  <a:pt x="442" y="68"/>
                </a:lnTo>
                <a:lnTo>
                  <a:pt x="436" y="64"/>
                </a:lnTo>
                <a:lnTo>
                  <a:pt x="431" y="60"/>
                </a:lnTo>
                <a:lnTo>
                  <a:pt x="425" y="57"/>
                </a:lnTo>
                <a:lnTo>
                  <a:pt x="420" y="53"/>
                </a:lnTo>
                <a:lnTo>
                  <a:pt x="414" y="50"/>
                </a:lnTo>
                <a:lnTo>
                  <a:pt x="408" y="47"/>
                </a:lnTo>
                <a:lnTo>
                  <a:pt x="401" y="44"/>
                </a:lnTo>
                <a:lnTo>
                  <a:pt x="395" y="41"/>
                </a:lnTo>
                <a:lnTo>
                  <a:pt x="389" y="39"/>
                </a:lnTo>
                <a:lnTo>
                  <a:pt x="382" y="36"/>
                </a:lnTo>
                <a:lnTo>
                  <a:pt x="375" y="34"/>
                </a:lnTo>
                <a:lnTo>
                  <a:pt x="368" y="31"/>
                </a:lnTo>
                <a:lnTo>
                  <a:pt x="362" y="29"/>
                </a:lnTo>
                <a:lnTo>
                  <a:pt x="354" y="27"/>
                </a:lnTo>
                <a:lnTo>
                  <a:pt x="346" y="25"/>
                </a:lnTo>
                <a:lnTo>
                  <a:pt x="339" y="24"/>
                </a:lnTo>
                <a:lnTo>
                  <a:pt x="332" y="22"/>
                </a:lnTo>
                <a:lnTo>
                  <a:pt x="325" y="21"/>
                </a:lnTo>
                <a:lnTo>
                  <a:pt x="317" y="20"/>
                </a:lnTo>
                <a:lnTo>
                  <a:pt x="310" y="19"/>
                </a:lnTo>
                <a:lnTo>
                  <a:pt x="302" y="18"/>
                </a:lnTo>
                <a:lnTo>
                  <a:pt x="295" y="17"/>
                </a:lnTo>
                <a:lnTo>
                  <a:pt x="287" y="16"/>
                </a:lnTo>
                <a:lnTo>
                  <a:pt x="280" y="16"/>
                </a:lnTo>
                <a:lnTo>
                  <a:pt x="272" y="16"/>
                </a:lnTo>
                <a:lnTo>
                  <a:pt x="264" y="16"/>
                </a:lnTo>
                <a:lnTo>
                  <a:pt x="257" y="16"/>
                </a:lnTo>
                <a:lnTo>
                  <a:pt x="249" y="16"/>
                </a:lnTo>
                <a:lnTo>
                  <a:pt x="242" y="16"/>
                </a:lnTo>
                <a:lnTo>
                  <a:pt x="234" y="17"/>
                </a:lnTo>
                <a:lnTo>
                  <a:pt x="227" y="18"/>
                </a:lnTo>
                <a:lnTo>
                  <a:pt x="219" y="19"/>
                </a:lnTo>
                <a:lnTo>
                  <a:pt x="212" y="20"/>
                </a:lnTo>
                <a:lnTo>
                  <a:pt x="204" y="21"/>
                </a:lnTo>
                <a:lnTo>
                  <a:pt x="197" y="22"/>
                </a:lnTo>
                <a:lnTo>
                  <a:pt x="190" y="24"/>
                </a:lnTo>
                <a:lnTo>
                  <a:pt x="183" y="25"/>
                </a:lnTo>
                <a:lnTo>
                  <a:pt x="175" y="27"/>
                </a:lnTo>
                <a:lnTo>
                  <a:pt x="168" y="29"/>
                </a:lnTo>
                <a:lnTo>
                  <a:pt x="162" y="31"/>
                </a:lnTo>
                <a:lnTo>
                  <a:pt x="155" y="34"/>
                </a:lnTo>
                <a:lnTo>
                  <a:pt x="148" y="36"/>
                </a:lnTo>
                <a:lnTo>
                  <a:pt x="141" y="39"/>
                </a:lnTo>
                <a:lnTo>
                  <a:pt x="135" y="41"/>
                </a:lnTo>
                <a:lnTo>
                  <a:pt x="129" y="44"/>
                </a:lnTo>
                <a:lnTo>
                  <a:pt x="122" y="47"/>
                </a:lnTo>
                <a:lnTo>
                  <a:pt x="116" y="50"/>
                </a:lnTo>
                <a:lnTo>
                  <a:pt x="110" y="53"/>
                </a:lnTo>
                <a:lnTo>
                  <a:pt x="105" y="57"/>
                </a:lnTo>
                <a:lnTo>
                  <a:pt x="99" y="60"/>
                </a:lnTo>
                <a:lnTo>
                  <a:pt x="93" y="64"/>
                </a:lnTo>
                <a:lnTo>
                  <a:pt x="88" y="68"/>
                </a:lnTo>
                <a:lnTo>
                  <a:pt x="83" y="71"/>
                </a:lnTo>
                <a:lnTo>
                  <a:pt x="78" y="75"/>
                </a:lnTo>
                <a:lnTo>
                  <a:pt x="73" y="79"/>
                </a:lnTo>
                <a:lnTo>
                  <a:pt x="69" y="84"/>
                </a:lnTo>
                <a:lnTo>
                  <a:pt x="64" y="88"/>
                </a:lnTo>
                <a:lnTo>
                  <a:pt x="60" y="92"/>
                </a:lnTo>
                <a:lnTo>
                  <a:pt x="56" y="96"/>
                </a:lnTo>
                <a:lnTo>
                  <a:pt x="53" y="102"/>
                </a:lnTo>
                <a:lnTo>
                  <a:pt x="49" y="107"/>
                </a:lnTo>
                <a:lnTo>
                  <a:pt x="46" y="111"/>
                </a:lnTo>
                <a:lnTo>
                  <a:pt x="43" y="116"/>
                </a:lnTo>
                <a:lnTo>
                  <a:pt x="40" y="121"/>
                </a:lnTo>
                <a:lnTo>
                  <a:pt x="37" y="126"/>
                </a:lnTo>
                <a:lnTo>
                  <a:pt x="34" y="130"/>
                </a:lnTo>
                <a:lnTo>
                  <a:pt x="32" y="135"/>
                </a:lnTo>
                <a:lnTo>
                  <a:pt x="30" y="140"/>
                </a:lnTo>
                <a:lnTo>
                  <a:pt x="28" y="145"/>
                </a:lnTo>
                <a:lnTo>
                  <a:pt x="27" y="150"/>
                </a:lnTo>
                <a:lnTo>
                  <a:pt x="26" y="156"/>
                </a:lnTo>
                <a:lnTo>
                  <a:pt x="25" y="161"/>
                </a:lnTo>
                <a:lnTo>
                  <a:pt x="24" y="166"/>
                </a:lnTo>
                <a:lnTo>
                  <a:pt x="23" y="171"/>
                </a:lnTo>
                <a:lnTo>
                  <a:pt x="23" y="176"/>
                </a:lnTo>
                <a:lnTo>
                  <a:pt x="23" y="181"/>
                </a:lnTo>
                <a:lnTo>
                  <a:pt x="23" y="186"/>
                </a:lnTo>
                <a:lnTo>
                  <a:pt x="23" y="192"/>
                </a:lnTo>
                <a:lnTo>
                  <a:pt x="24" y="197"/>
                </a:lnTo>
                <a:lnTo>
                  <a:pt x="25" y="202"/>
                </a:lnTo>
                <a:lnTo>
                  <a:pt x="26" y="207"/>
                </a:lnTo>
                <a:lnTo>
                  <a:pt x="27" y="212"/>
                </a:lnTo>
                <a:lnTo>
                  <a:pt x="28" y="217"/>
                </a:lnTo>
                <a:lnTo>
                  <a:pt x="30" y="222"/>
                </a:lnTo>
                <a:lnTo>
                  <a:pt x="32" y="227"/>
                </a:lnTo>
                <a:lnTo>
                  <a:pt x="34" y="232"/>
                </a:lnTo>
                <a:lnTo>
                  <a:pt x="37" y="237"/>
                </a:lnTo>
                <a:lnTo>
                  <a:pt x="40" y="242"/>
                </a:lnTo>
                <a:lnTo>
                  <a:pt x="43" y="247"/>
                </a:lnTo>
                <a:lnTo>
                  <a:pt x="46" y="251"/>
                </a:lnTo>
                <a:lnTo>
                  <a:pt x="49" y="256"/>
                </a:lnTo>
                <a:lnTo>
                  <a:pt x="53" y="261"/>
                </a:lnTo>
                <a:lnTo>
                  <a:pt x="56" y="265"/>
                </a:lnTo>
                <a:lnTo>
                  <a:pt x="60" y="269"/>
                </a:lnTo>
                <a:lnTo>
                  <a:pt x="64" y="274"/>
                </a:lnTo>
                <a:lnTo>
                  <a:pt x="69" y="278"/>
                </a:lnTo>
                <a:lnTo>
                  <a:pt x="73" y="282"/>
                </a:lnTo>
                <a:lnTo>
                  <a:pt x="78" y="286"/>
                </a:lnTo>
                <a:lnTo>
                  <a:pt x="83" y="290"/>
                </a:lnTo>
                <a:lnTo>
                  <a:pt x="88" y="294"/>
                </a:lnTo>
                <a:lnTo>
                  <a:pt x="93" y="298"/>
                </a:lnTo>
                <a:lnTo>
                  <a:pt x="99" y="301"/>
                </a:lnTo>
                <a:lnTo>
                  <a:pt x="105" y="305"/>
                </a:lnTo>
                <a:lnTo>
                  <a:pt x="110" y="308"/>
                </a:lnTo>
                <a:lnTo>
                  <a:pt x="116" y="311"/>
                </a:lnTo>
                <a:lnTo>
                  <a:pt x="122" y="314"/>
                </a:lnTo>
                <a:lnTo>
                  <a:pt x="129" y="317"/>
                </a:lnTo>
                <a:lnTo>
                  <a:pt x="135" y="320"/>
                </a:lnTo>
                <a:lnTo>
                  <a:pt x="141" y="323"/>
                </a:lnTo>
                <a:lnTo>
                  <a:pt x="148" y="325"/>
                </a:lnTo>
                <a:lnTo>
                  <a:pt x="155" y="328"/>
                </a:lnTo>
                <a:lnTo>
                  <a:pt x="162" y="330"/>
                </a:lnTo>
                <a:lnTo>
                  <a:pt x="168" y="332"/>
                </a:lnTo>
                <a:lnTo>
                  <a:pt x="175" y="334"/>
                </a:lnTo>
                <a:lnTo>
                  <a:pt x="183" y="336"/>
                </a:lnTo>
                <a:lnTo>
                  <a:pt x="190" y="338"/>
                </a:lnTo>
                <a:lnTo>
                  <a:pt x="197" y="339"/>
                </a:lnTo>
                <a:lnTo>
                  <a:pt x="204" y="341"/>
                </a:lnTo>
                <a:lnTo>
                  <a:pt x="212" y="342"/>
                </a:lnTo>
                <a:lnTo>
                  <a:pt x="219" y="343"/>
                </a:lnTo>
                <a:lnTo>
                  <a:pt x="227" y="344"/>
                </a:lnTo>
                <a:lnTo>
                  <a:pt x="234" y="345"/>
                </a:lnTo>
                <a:lnTo>
                  <a:pt x="242" y="345"/>
                </a:lnTo>
                <a:lnTo>
                  <a:pt x="249" y="345"/>
                </a:lnTo>
                <a:lnTo>
                  <a:pt x="257" y="346"/>
                </a:lnTo>
                <a:lnTo>
                  <a:pt x="264" y="346"/>
                </a:lnTo>
                <a:lnTo>
                  <a:pt x="272" y="346"/>
                </a:lnTo>
                <a:lnTo>
                  <a:pt x="280" y="345"/>
                </a:lnTo>
                <a:lnTo>
                  <a:pt x="287" y="345"/>
                </a:lnTo>
                <a:lnTo>
                  <a:pt x="295" y="345"/>
                </a:lnTo>
                <a:lnTo>
                  <a:pt x="302" y="344"/>
                </a:lnTo>
                <a:lnTo>
                  <a:pt x="310" y="343"/>
                </a:lnTo>
                <a:lnTo>
                  <a:pt x="317" y="342"/>
                </a:lnTo>
                <a:lnTo>
                  <a:pt x="325" y="341"/>
                </a:lnTo>
                <a:lnTo>
                  <a:pt x="332" y="339"/>
                </a:lnTo>
                <a:lnTo>
                  <a:pt x="339" y="338"/>
                </a:lnTo>
                <a:lnTo>
                  <a:pt x="346" y="336"/>
                </a:lnTo>
                <a:lnTo>
                  <a:pt x="354" y="334"/>
                </a:lnTo>
                <a:lnTo>
                  <a:pt x="362" y="332"/>
                </a:lnTo>
                <a:lnTo>
                  <a:pt x="368" y="330"/>
                </a:lnTo>
                <a:lnTo>
                  <a:pt x="375" y="328"/>
                </a:lnTo>
                <a:lnTo>
                  <a:pt x="382" y="325"/>
                </a:lnTo>
                <a:lnTo>
                  <a:pt x="389" y="323"/>
                </a:lnTo>
                <a:lnTo>
                  <a:pt x="395" y="320"/>
                </a:lnTo>
                <a:lnTo>
                  <a:pt x="401" y="317"/>
                </a:lnTo>
                <a:lnTo>
                  <a:pt x="408" y="314"/>
                </a:lnTo>
                <a:lnTo>
                  <a:pt x="414" y="311"/>
                </a:lnTo>
                <a:lnTo>
                  <a:pt x="420" y="308"/>
                </a:lnTo>
                <a:lnTo>
                  <a:pt x="425" y="305"/>
                </a:lnTo>
                <a:lnTo>
                  <a:pt x="431" y="301"/>
                </a:lnTo>
                <a:lnTo>
                  <a:pt x="436" y="298"/>
                </a:lnTo>
                <a:lnTo>
                  <a:pt x="442" y="294"/>
                </a:lnTo>
                <a:lnTo>
                  <a:pt x="447" y="290"/>
                </a:lnTo>
                <a:lnTo>
                  <a:pt x="452" y="286"/>
                </a:lnTo>
                <a:lnTo>
                  <a:pt x="457" y="282"/>
                </a:lnTo>
                <a:lnTo>
                  <a:pt x="461" y="278"/>
                </a:lnTo>
                <a:lnTo>
                  <a:pt x="465" y="274"/>
                </a:lnTo>
                <a:lnTo>
                  <a:pt x="470" y="269"/>
                </a:lnTo>
                <a:lnTo>
                  <a:pt x="474" y="265"/>
                </a:lnTo>
                <a:lnTo>
                  <a:pt x="477" y="261"/>
                </a:lnTo>
                <a:lnTo>
                  <a:pt x="481" y="256"/>
                </a:lnTo>
                <a:lnTo>
                  <a:pt x="484" y="251"/>
                </a:lnTo>
                <a:lnTo>
                  <a:pt x="487" y="247"/>
                </a:lnTo>
                <a:lnTo>
                  <a:pt x="490" y="242"/>
                </a:lnTo>
                <a:lnTo>
                  <a:pt x="493" y="237"/>
                </a:lnTo>
                <a:lnTo>
                  <a:pt x="495" y="232"/>
                </a:lnTo>
                <a:lnTo>
                  <a:pt x="498" y="227"/>
                </a:lnTo>
                <a:lnTo>
                  <a:pt x="500" y="222"/>
                </a:lnTo>
                <a:lnTo>
                  <a:pt x="501" y="217"/>
                </a:lnTo>
                <a:lnTo>
                  <a:pt x="503" y="212"/>
                </a:lnTo>
                <a:lnTo>
                  <a:pt x="504" y="207"/>
                </a:lnTo>
                <a:lnTo>
                  <a:pt x="505" y="202"/>
                </a:lnTo>
                <a:lnTo>
                  <a:pt x="506" y="197"/>
                </a:lnTo>
                <a:lnTo>
                  <a:pt x="507" y="192"/>
                </a:lnTo>
                <a:lnTo>
                  <a:pt x="507" y="186"/>
                </a:lnTo>
                <a:lnTo>
                  <a:pt x="507" y="181"/>
                </a:lnTo>
                <a:moveTo>
                  <a:pt x="530" y="181"/>
                </a:moveTo>
                <a:lnTo>
                  <a:pt x="530" y="187"/>
                </a:lnTo>
                <a:lnTo>
                  <a:pt x="529" y="193"/>
                </a:lnTo>
                <a:lnTo>
                  <a:pt x="529" y="198"/>
                </a:lnTo>
                <a:lnTo>
                  <a:pt x="528" y="204"/>
                </a:lnTo>
                <a:lnTo>
                  <a:pt x="527" y="209"/>
                </a:lnTo>
                <a:lnTo>
                  <a:pt x="525" y="215"/>
                </a:lnTo>
                <a:lnTo>
                  <a:pt x="524" y="221"/>
                </a:lnTo>
                <a:lnTo>
                  <a:pt x="522" y="226"/>
                </a:lnTo>
                <a:lnTo>
                  <a:pt x="519" y="231"/>
                </a:lnTo>
                <a:lnTo>
                  <a:pt x="517" y="237"/>
                </a:lnTo>
                <a:lnTo>
                  <a:pt x="514" y="242"/>
                </a:lnTo>
                <a:lnTo>
                  <a:pt x="511" y="248"/>
                </a:lnTo>
                <a:lnTo>
                  <a:pt x="508" y="253"/>
                </a:lnTo>
                <a:lnTo>
                  <a:pt x="505" y="258"/>
                </a:lnTo>
                <a:lnTo>
                  <a:pt x="501" y="263"/>
                </a:lnTo>
                <a:lnTo>
                  <a:pt x="497" y="268"/>
                </a:lnTo>
                <a:lnTo>
                  <a:pt x="493" y="273"/>
                </a:lnTo>
                <a:lnTo>
                  <a:pt x="489" y="278"/>
                </a:lnTo>
                <a:lnTo>
                  <a:pt x="484" y="282"/>
                </a:lnTo>
                <a:lnTo>
                  <a:pt x="479" y="287"/>
                </a:lnTo>
                <a:lnTo>
                  <a:pt x="474" y="292"/>
                </a:lnTo>
                <a:lnTo>
                  <a:pt x="469" y="296"/>
                </a:lnTo>
                <a:lnTo>
                  <a:pt x="464" y="300"/>
                </a:lnTo>
                <a:lnTo>
                  <a:pt x="458" y="304"/>
                </a:lnTo>
                <a:lnTo>
                  <a:pt x="453" y="309"/>
                </a:lnTo>
                <a:lnTo>
                  <a:pt x="447" y="312"/>
                </a:lnTo>
                <a:lnTo>
                  <a:pt x="440" y="316"/>
                </a:lnTo>
                <a:lnTo>
                  <a:pt x="434" y="320"/>
                </a:lnTo>
                <a:lnTo>
                  <a:pt x="428" y="323"/>
                </a:lnTo>
                <a:lnTo>
                  <a:pt x="421" y="327"/>
                </a:lnTo>
                <a:lnTo>
                  <a:pt x="414" y="330"/>
                </a:lnTo>
                <a:lnTo>
                  <a:pt x="407" y="333"/>
                </a:lnTo>
                <a:lnTo>
                  <a:pt x="400" y="336"/>
                </a:lnTo>
                <a:lnTo>
                  <a:pt x="393" y="339"/>
                </a:lnTo>
                <a:lnTo>
                  <a:pt x="386" y="342"/>
                </a:lnTo>
                <a:lnTo>
                  <a:pt x="378" y="344"/>
                </a:lnTo>
                <a:lnTo>
                  <a:pt x="371" y="346"/>
                </a:lnTo>
                <a:lnTo>
                  <a:pt x="363" y="349"/>
                </a:lnTo>
                <a:lnTo>
                  <a:pt x="354" y="351"/>
                </a:lnTo>
                <a:lnTo>
                  <a:pt x="346" y="352"/>
                </a:lnTo>
                <a:lnTo>
                  <a:pt x="338" y="354"/>
                </a:lnTo>
                <a:lnTo>
                  <a:pt x="330" y="356"/>
                </a:lnTo>
                <a:lnTo>
                  <a:pt x="322" y="357"/>
                </a:lnTo>
                <a:lnTo>
                  <a:pt x="314" y="358"/>
                </a:lnTo>
                <a:lnTo>
                  <a:pt x="306" y="359"/>
                </a:lnTo>
                <a:lnTo>
                  <a:pt x="298" y="360"/>
                </a:lnTo>
                <a:lnTo>
                  <a:pt x="289" y="360"/>
                </a:lnTo>
                <a:lnTo>
                  <a:pt x="281" y="361"/>
                </a:lnTo>
                <a:lnTo>
                  <a:pt x="273" y="361"/>
                </a:lnTo>
                <a:lnTo>
                  <a:pt x="264" y="361"/>
                </a:lnTo>
                <a:lnTo>
                  <a:pt x="256" y="361"/>
                </a:lnTo>
                <a:lnTo>
                  <a:pt x="248" y="361"/>
                </a:lnTo>
                <a:lnTo>
                  <a:pt x="240" y="360"/>
                </a:lnTo>
                <a:lnTo>
                  <a:pt x="231" y="360"/>
                </a:lnTo>
                <a:lnTo>
                  <a:pt x="223" y="359"/>
                </a:lnTo>
                <a:lnTo>
                  <a:pt x="215" y="358"/>
                </a:lnTo>
                <a:lnTo>
                  <a:pt x="207" y="357"/>
                </a:lnTo>
                <a:lnTo>
                  <a:pt x="199" y="356"/>
                </a:lnTo>
                <a:lnTo>
                  <a:pt x="191" y="354"/>
                </a:lnTo>
                <a:lnTo>
                  <a:pt x="183" y="352"/>
                </a:lnTo>
                <a:lnTo>
                  <a:pt x="175" y="351"/>
                </a:lnTo>
                <a:lnTo>
                  <a:pt x="167" y="349"/>
                </a:lnTo>
                <a:lnTo>
                  <a:pt x="159" y="346"/>
                </a:lnTo>
                <a:lnTo>
                  <a:pt x="152" y="344"/>
                </a:lnTo>
                <a:lnTo>
                  <a:pt x="144" y="342"/>
                </a:lnTo>
                <a:lnTo>
                  <a:pt x="137" y="339"/>
                </a:lnTo>
                <a:lnTo>
                  <a:pt x="130" y="336"/>
                </a:lnTo>
                <a:lnTo>
                  <a:pt x="123" y="333"/>
                </a:lnTo>
                <a:lnTo>
                  <a:pt x="116" y="330"/>
                </a:lnTo>
                <a:lnTo>
                  <a:pt x="109" y="327"/>
                </a:lnTo>
                <a:lnTo>
                  <a:pt x="102" y="323"/>
                </a:lnTo>
                <a:lnTo>
                  <a:pt x="96" y="320"/>
                </a:lnTo>
                <a:lnTo>
                  <a:pt x="90" y="316"/>
                </a:lnTo>
                <a:lnTo>
                  <a:pt x="83" y="312"/>
                </a:lnTo>
                <a:lnTo>
                  <a:pt x="77" y="309"/>
                </a:lnTo>
                <a:lnTo>
                  <a:pt x="72" y="304"/>
                </a:lnTo>
                <a:lnTo>
                  <a:pt x="66" y="300"/>
                </a:lnTo>
                <a:lnTo>
                  <a:pt x="61" y="296"/>
                </a:lnTo>
                <a:lnTo>
                  <a:pt x="55" y="292"/>
                </a:lnTo>
                <a:lnTo>
                  <a:pt x="50" y="287"/>
                </a:lnTo>
                <a:lnTo>
                  <a:pt x="46" y="282"/>
                </a:lnTo>
                <a:lnTo>
                  <a:pt x="41" y="278"/>
                </a:lnTo>
                <a:lnTo>
                  <a:pt x="37" y="273"/>
                </a:lnTo>
                <a:lnTo>
                  <a:pt x="33" y="268"/>
                </a:lnTo>
                <a:lnTo>
                  <a:pt x="29" y="263"/>
                </a:lnTo>
                <a:lnTo>
                  <a:pt x="25" y="258"/>
                </a:lnTo>
                <a:lnTo>
                  <a:pt x="22" y="253"/>
                </a:lnTo>
                <a:lnTo>
                  <a:pt x="19" y="248"/>
                </a:lnTo>
                <a:lnTo>
                  <a:pt x="16" y="242"/>
                </a:lnTo>
                <a:lnTo>
                  <a:pt x="13" y="237"/>
                </a:lnTo>
                <a:lnTo>
                  <a:pt x="10" y="231"/>
                </a:lnTo>
                <a:lnTo>
                  <a:pt x="8" y="226"/>
                </a:lnTo>
                <a:lnTo>
                  <a:pt x="6" y="221"/>
                </a:lnTo>
                <a:lnTo>
                  <a:pt x="5" y="215"/>
                </a:lnTo>
                <a:lnTo>
                  <a:pt x="3" y="209"/>
                </a:lnTo>
                <a:lnTo>
                  <a:pt x="2" y="204"/>
                </a:lnTo>
                <a:lnTo>
                  <a:pt x="1" y="198"/>
                </a:lnTo>
                <a:lnTo>
                  <a:pt x="1" y="193"/>
                </a:lnTo>
                <a:lnTo>
                  <a:pt x="0" y="187"/>
                </a:lnTo>
                <a:lnTo>
                  <a:pt x="0" y="181"/>
                </a:lnTo>
                <a:lnTo>
                  <a:pt x="0" y="176"/>
                </a:lnTo>
                <a:lnTo>
                  <a:pt x="1" y="170"/>
                </a:lnTo>
                <a:lnTo>
                  <a:pt x="1" y="164"/>
                </a:lnTo>
                <a:lnTo>
                  <a:pt x="2" y="159"/>
                </a:lnTo>
                <a:lnTo>
                  <a:pt x="3" y="153"/>
                </a:lnTo>
                <a:lnTo>
                  <a:pt x="5" y="148"/>
                </a:lnTo>
                <a:lnTo>
                  <a:pt x="6" y="142"/>
                </a:lnTo>
                <a:lnTo>
                  <a:pt x="8" y="136"/>
                </a:lnTo>
                <a:lnTo>
                  <a:pt x="10" y="131"/>
                </a:lnTo>
                <a:lnTo>
                  <a:pt x="13" y="126"/>
                </a:lnTo>
                <a:lnTo>
                  <a:pt x="16" y="120"/>
                </a:lnTo>
                <a:lnTo>
                  <a:pt x="19" y="115"/>
                </a:lnTo>
                <a:lnTo>
                  <a:pt x="22" y="110"/>
                </a:lnTo>
                <a:lnTo>
                  <a:pt x="25" y="105"/>
                </a:lnTo>
                <a:lnTo>
                  <a:pt x="29" y="100"/>
                </a:lnTo>
                <a:lnTo>
                  <a:pt x="33" y="94"/>
                </a:lnTo>
                <a:lnTo>
                  <a:pt x="37" y="89"/>
                </a:lnTo>
                <a:lnTo>
                  <a:pt x="41" y="84"/>
                </a:lnTo>
                <a:lnTo>
                  <a:pt x="46" y="79"/>
                </a:lnTo>
                <a:lnTo>
                  <a:pt x="50" y="74"/>
                </a:lnTo>
                <a:lnTo>
                  <a:pt x="55" y="70"/>
                </a:lnTo>
                <a:lnTo>
                  <a:pt x="61" y="66"/>
                </a:lnTo>
                <a:lnTo>
                  <a:pt x="66" y="61"/>
                </a:lnTo>
                <a:lnTo>
                  <a:pt x="72" y="57"/>
                </a:lnTo>
                <a:lnTo>
                  <a:pt x="77" y="53"/>
                </a:lnTo>
                <a:lnTo>
                  <a:pt x="83" y="49"/>
                </a:lnTo>
                <a:lnTo>
                  <a:pt x="90" y="45"/>
                </a:lnTo>
                <a:lnTo>
                  <a:pt x="96" y="42"/>
                </a:lnTo>
                <a:lnTo>
                  <a:pt x="102" y="38"/>
                </a:lnTo>
                <a:lnTo>
                  <a:pt x="109" y="35"/>
                </a:lnTo>
                <a:lnTo>
                  <a:pt x="116" y="31"/>
                </a:lnTo>
                <a:lnTo>
                  <a:pt x="123" y="28"/>
                </a:lnTo>
                <a:lnTo>
                  <a:pt x="130" y="25"/>
                </a:lnTo>
                <a:lnTo>
                  <a:pt x="137" y="23"/>
                </a:lnTo>
                <a:lnTo>
                  <a:pt x="144" y="20"/>
                </a:lnTo>
                <a:lnTo>
                  <a:pt x="152" y="17"/>
                </a:lnTo>
                <a:lnTo>
                  <a:pt x="159" y="15"/>
                </a:lnTo>
                <a:lnTo>
                  <a:pt x="167" y="13"/>
                </a:lnTo>
                <a:lnTo>
                  <a:pt x="175" y="11"/>
                </a:lnTo>
                <a:lnTo>
                  <a:pt x="183" y="9"/>
                </a:lnTo>
                <a:lnTo>
                  <a:pt x="191" y="7"/>
                </a:lnTo>
                <a:lnTo>
                  <a:pt x="199" y="6"/>
                </a:lnTo>
                <a:lnTo>
                  <a:pt x="207" y="5"/>
                </a:lnTo>
                <a:lnTo>
                  <a:pt x="215" y="3"/>
                </a:lnTo>
                <a:lnTo>
                  <a:pt x="223" y="2"/>
                </a:lnTo>
                <a:lnTo>
                  <a:pt x="231" y="2"/>
                </a:lnTo>
                <a:lnTo>
                  <a:pt x="240" y="1"/>
                </a:lnTo>
                <a:lnTo>
                  <a:pt x="248" y="1"/>
                </a:lnTo>
                <a:lnTo>
                  <a:pt x="256" y="0"/>
                </a:lnTo>
                <a:lnTo>
                  <a:pt x="264" y="0"/>
                </a:lnTo>
                <a:lnTo>
                  <a:pt x="273" y="0"/>
                </a:lnTo>
                <a:lnTo>
                  <a:pt x="281" y="1"/>
                </a:lnTo>
                <a:lnTo>
                  <a:pt x="289" y="1"/>
                </a:lnTo>
                <a:lnTo>
                  <a:pt x="298" y="2"/>
                </a:lnTo>
                <a:lnTo>
                  <a:pt x="306" y="2"/>
                </a:lnTo>
                <a:lnTo>
                  <a:pt x="314" y="3"/>
                </a:lnTo>
                <a:lnTo>
                  <a:pt x="322" y="5"/>
                </a:lnTo>
                <a:lnTo>
                  <a:pt x="330" y="6"/>
                </a:lnTo>
                <a:lnTo>
                  <a:pt x="338" y="7"/>
                </a:lnTo>
                <a:lnTo>
                  <a:pt x="346" y="9"/>
                </a:lnTo>
                <a:lnTo>
                  <a:pt x="354" y="11"/>
                </a:lnTo>
                <a:lnTo>
                  <a:pt x="363" y="13"/>
                </a:lnTo>
                <a:lnTo>
                  <a:pt x="371" y="15"/>
                </a:lnTo>
                <a:lnTo>
                  <a:pt x="378" y="17"/>
                </a:lnTo>
                <a:lnTo>
                  <a:pt x="386" y="20"/>
                </a:lnTo>
                <a:lnTo>
                  <a:pt x="393" y="23"/>
                </a:lnTo>
                <a:lnTo>
                  <a:pt x="400" y="25"/>
                </a:lnTo>
                <a:lnTo>
                  <a:pt x="407" y="28"/>
                </a:lnTo>
                <a:lnTo>
                  <a:pt x="414" y="31"/>
                </a:lnTo>
                <a:lnTo>
                  <a:pt x="421" y="35"/>
                </a:lnTo>
                <a:lnTo>
                  <a:pt x="428" y="38"/>
                </a:lnTo>
                <a:lnTo>
                  <a:pt x="434" y="42"/>
                </a:lnTo>
                <a:lnTo>
                  <a:pt x="440" y="45"/>
                </a:lnTo>
                <a:lnTo>
                  <a:pt x="447" y="49"/>
                </a:lnTo>
                <a:lnTo>
                  <a:pt x="453" y="53"/>
                </a:lnTo>
                <a:lnTo>
                  <a:pt x="458" y="57"/>
                </a:lnTo>
                <a:lnTo>
                  <a:pt x="464" y="61"/>
                </a:lnTo>
                <a:lnTo>
                  <a:pt x="469" y="66"/>
                </a:lnTo>
                <a:lnTo>
                  <a:pt x="474" y="70"/>
                </a:lnTo>
                <a:lnTo>
                  <a:pt x="479" y="74"/>
                </a:lnTo>
                <a:lnTo>
                  <a:pt x="484" y="79"/>
                </a:lnTo>
                <a:lnTo>
                  <a:pt x="489" y="84"/>
                </a:lnTo>
                <a:lnTo>
                  <a:pt x="493" y="89"/>
                </a:lnTo>
                <a:lnTo>
                  <a:pt x="497" y="94"/>
                </a:lnTo>
                <a:lnTo>
                  <a:pt x="501" y="100"/>
                </a:lnTo>
                <a:lnTo>
                  <a:pt x="505" y="105"/>
                </a:lnTo>
                <a:lnTo>
                  <a:pt x="508" y="110"/>
                </a:lnTo>
                <a:lnTo>
                  <a:pt x="511" y="115"/>
                </a:lnTo>
                <a:lnTo>
                  <a:pt x="514" y="120"/>
                </a:lnTo>
                <a:lnTo>
                  <a:pt x="517" y="126"/>
                </a:lnTo>
                <a:lnTo>
                  <a:pt x="519" y="131"/>
                </a:lnTo>
                <a:lnTo>
                  <a:pt x="522" y="136"/>
                </a:lnTo>
                <a:lnTo>
                  <a:pt x="524" y="142"/>
                </a:lnTo>
                <a:lnTo>
                  <a:pt x="525" y="148"/>
                </a:lnTo>
                <a:lnTo>
                  <a:pt x="527" y="153"/>
                </a:lnTo>
                <a:lnTo>
                  <a:pt x="528" y="159"/>
                </a:lnTo>
                <a:lnTo>
                  <a:pt x="529" y="164"/>
                </a:lnTo>
                <a:lnTo>
                  <a:pt x="529" y="170"/>
                </a:lnTo>
                <a:lnTo>
                  <a:pt x="530" y="176"/>
                </a:lnTo>
                <a:lnTo>
                  <a:pt x="530" y="181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5" name=""/>
          <p:cNvSpPr/>
          <p:nvPr/>
        </p:nvSpPr>
        <p:spPr>
          <a:xfrm>
            <a:off x="7962840" y="2871720"/>
            <a:ext cx="193680" cy="131760"/>
          </a:xfrm>
          <a:custGeom>
            <a:avLst/>
            <a:gdLst/>
            <a:ahLst/>
            <a:rect l="0" t="0" r="r" b="b"/>
            <a:pathLst>
              <a:path w="538" h="366">
                <a:moveTo>
                  <a:pt x="534" y="182"/>
                </a:moveTo>
                <a:lnTo>
                  <a:pt x="534" y="177"/>
                </a:lnTo>
                <a:lnTo>
                  <a:pt x="533" y="171"/>
                </a:lnTo>
                <a:lnTo>
                  <a:pt x="533" y="165"/>
                </a:lnTo>
                <a:lnTo>
                  <a:pt x="532" y="160"/>
                </a:lnTo>
                <a:lnTo>
                  <a:pt x="531" y="154"/>
                </a:lnTo>
                <a:lnTo>
                  <a:pt x="529" y="149"/>
                </a:lnTo>
                <a:lnTo>
                  <a:pt x="528" y="143"/>
                </a:lnTo>
                <a:lnTo>
                  <a:pt x="526" y="137"/>
                </a:lnTo>
                <a:lnTo>
                  <a:pt x="523" y="132"/>
                </a:lnTo>
                <a:lnTo>
                  <a:pt x="521" y="127"/>
                </a:lnTo>
                <a:lnTo>
                  <a:pt x="518" y="121"/>
                </a:lnTo>
                <a:lnTo>
                  <a:pt x="515" y="116"/>
                </a:lnTo>
                <a:lnTo>
                  <a:pt x="512" y="111"/>
                </a:lnTo>
                <a:lnTo>
                  <a:pt x="509" y="106"/>
                </a:lnTo>
                <a:lnTo>
                  <a:pt x="505" y="101"/>
                </a:lnTo>
                <a:lnTo>
                  <a:pt x="501" y="96"/>
                </a:lnTo>
                <a:lnTo>
                  <a:pt x="497" y="91"/>
                </a:lnTo>
                <a:lnTo>
                  <a:pt x="493" y="86"/>
                </a:lnTo>
                <a:lnTo>
                  <a:pt x="488" y="81"/>
                </a:lnTo>
                <a:lnTo>
                  <a:pt x="483" y="76"/>
                </a:lnTo>
                <a:lnTo>
                  <a:pt x="478" y="72"/>
                </a:lnTo>
                <a:lnTo>
                  <a:pt x="473" y="68"/>
                </a:lnTo>
                <a:lnTo>
                  <a:pt x="468" y="63"/>
                </a:lnTo>
                <a:lnTo>
                  <a:pt x="462" y="59"/>
                </a:lnTo>
                <a:lnTo>
                  <a:pt x="457" y="55"/>
                </a:lnTo>
                <a:lnTo>
                  <a:pt x="451" y="51"/>
                </a:lnTo>
                <a:lnTo>
                  <a:pt x="444" y="47"/>
                </a:lnTo>
                <a:lnTo>
                  <a:pt x="438" y="44"/>
                </a:lnTo>
                <a:lnTo>
                  <a:pt x="432" y="40"/>
                </a:lnTo>
                <a:lnTo>
                  <a:pt x="425" y="37"/>
                </a:lnTo>
                <a:lnTo>
                  <a:pt x="418" y="33"/>
                </a:lnTo>
                <a:lnTo>
                  <a:pt x="411" y="30"/>
                </a:lnTo>
                <a:lnTo>
                  <a:pt x="404" y="27"/>
                </a:lnTo>
                <a:lnTo>
                  <a:pt x="397" y="25"/>
                </a:lnTo>
                <a:lnTo>
                  <a:pt x="390" y="22"/>
                </a:lnTo>
                <a:lnTo>
                  <a:pt x="382" y="19"/>
                </a:lnTo>
                <a:lnTo>
                  <a:pt x="375" y="17"/>
                </a:lnTo>
                <a:lnTo>
                  <a:pt x="367" y="15"/>
                </a:lnTo>
                <a:lnTo>
                  <a:pt x="359" y="13"/>
                </a:lnTo>
                <a:lnTo>
                  <a:pt x="351" y="11"/>
                </a:lnTo>
                <a:lnTo>
                  <a:pt x="343" y="9"/>
                </a:lnTo>
                <a:lnTo>
                  <a:pt x="335" y="8"/>
                </a:lnTo>
                <a:lnTo>
                  <a:pt x="327" y="7"/>
                </a:lnTo>
                <a:lnTo>
                  <a:pt x="319" y="5"/>
                </a:lnTo>
                <a:lnTo>
                  <a:pt x="311" y="4"/>
                </a:lnTo>
                <a:lnTo>
                  <a:pt x="303" y="4"/>
                </a:lnTo>
                <a:lnTo>
                  <a:pt x="294" y="3"/>
                </a:lnTo>
                <a:lnTo>
                  <a:pt x="286" y="3"/>
                </a:lnTo>
                <a:lnTo>
                  <a:pt x="278" y="2"/>
                </a:lnTo>
                <a:lnTo>
                  <a:pt x="269" y="2"/>
                </a:lnTo>
                <a:lnTo>
                  <a:pt x="261" y="2"/>
                </a:lnTo>
                <a:lnTo>
                  <a:pt x="253" y="3"/>
                </a:lnTo>
                <a:lnTo>
                  <a:pt x="245" y="3"/>
                </a:lnTo>
                <a:lnTo>
                  <a:pt x="236" y="4"/>
                </a:lnTo>
                <a:lnTo>
                  <a:pt x="228" y="4"/>
                </a:lnTo>
                <a:lnTo>
                  <a:pt x="220" y="5"/>
                </a:lnTo>
                <a:lnTo>
                  <a:pt x="212" y="7"/>
                </a:lnTo>
                <a:lnTo>
                  <a:pt x="204" y="8"/>
                </a:lnTo>
                <a:lnTo>
                  <a:pt x="196" y="9"/>
                </a:lnTo>
                <a:lnTo>
                  <a:pt x="188" y="11"/>
                </a:lnTo>
                <a:lnTo>
                  <a:pt x="180" y="13"/>
                </a:lnTo>
                <a:lnTo>
                  <a:pt x="172" y="15"/>
                </a:lnTo>
                <a:lnTo>
                  <a:pt x="164" y="17"/>
                </a:lnTo>
                <a:lnTo>
                  <a:pt x="157" y="19"/>
                </a:lnTo>
                <a:lnTo>
                  <a:pt x="149" y="22"/>
                </a:lnTo>
                <a:lnTo>
                  <a:pt x="142" y="25"/>
                </a:lnTo>
                <a:lnTo>
                  <a:pt x="135" y="27"/>
                </a:lnTo>
                <a:lnTo>
                  <a:pt x="128" y="30"/>
                </a:lnTo>
                <a:lnTo>
                  <a:pt x="120" y="33"/>
                </a:lnTo>
                <a:lnTo>
                  <a:pt x="113" y="37"/>
                </a:lnTo>
                <a:lnTo>
                  <a:pt x="106" y="40"/>
                </a:lnTo>
                <a:lnTo>
                  <a:pt x="100" y="44"/>
                </a:lnTo>
                <a:lnTo>
                  <a:pt x="94" y="47"/>
                </a:lnTo>
                <a:lnTo>
                  <a:pt x="87" y="51"/>
                </a:lnTo>
                <a:lnTo>
                  <a:pt x="81" y="55"/>
                </a:lnTo>
                <a:lnTo>
                  <a:pt x="76" y="59"/>
                </a:lnTo>
                <a:lnTo>
                  <a:pt x="70" y="63"/>
                </a:lnTo>
                <a:lnTo>
                  <a:pt x="65" y="68"/>
                </a:lnTo>
                <a:lnTo>
                  <a:pt x="59" y="72"/>
                </a:lnTo>
                <a:lnTo>
                  <a:pt x="54" y="76"/>
                </a:lnTo>
                <a:lnTo>
                  <a:pt x="50" y="81"/>
                </a:lnTo>
                <a:lnTo>
                  <a:pt x="45" y="86"/>
                </a:lnTo>
                <a:lnTo>
                  <a:pt x="41" y="91"/>
                </a:lnTo>
                <a:lnTo>
                  <a:pt x="37" y="96"/>
                </a:lnTo>
                <a:lnTo>
                  <a:pt x="33" y="101"/>
                </a:lnTo>
                <a:lnTo>
                  <a:pt x="29" y="106"/>
                </a:lnTo>
                <a:lnTo>
                  <a:pt x="26" y="111"/>
                </a:lnTo>
                <a:lnTo>
                  <a:pt x="23" y="116"/>
                </a:lnTo>
                <a:lnTo>
                  <a:pt x="20" y="121"/>
                </a:lnTo>
                <a:lnTo>
                  <a:pt x="17" y="127"/>
                </a:lnTo>
                <a:lnTo>
                  <a:pt x="14" y="132"/>
                </a:lnTo>
                <a:lnTo>
                  <a:pt x="12" y="137"/>
                </a:lnTo>
                <a:lnTo>
                  <a:pt x="10" y="143"/>
                </a:lnTo>
                <a:lnTo>
                  <a:pt x="9" y="149"/>
                </a:lnTo>
                <a:lnTo>
                  <a:pt x="7" y="154"/>
                </a:lnTo>
                <a:lnTo>
                  <a:pt x="6" y="160"/>
                </a:lnTo>
                <a:lnTo>
                  <a:pt x="5" y="165"/>
                </a:lnTo>
                <a:lnTo>
                  <a:pt x="5" y="171"/>
                </a:lnTo>
                <a:lnTo>
                  <a:pt x="4" y="177"/>
                </a:lnTo>
                <a:lnTo>
                  <a:pt x="4" y="182"/>
                </a:lnTo>
                <a:lnTo>
                  <a:pt x="4" y="188"/>
                </a:lnTo>
                <a:lnTo>
                  <a:pt x="5" y="194"/>
                </a:lnTo>
                <a:lnTo>
                  <a:pt x="5" y="199"/>
                </a:lnTo>
                <a:lnTo>
                  <a:pt x="6" y="205"/>
                </a:lnTo>
                <a:lnTo>
                  <a:pt x="7" y="210"/>
                </a:lnTo>
                <a:lnTo>
                  <a:pt x="9" y="216"/>
                </a:lnTo>
                <a:lnTo>
                  <a:pt x="10" y="222"/>
                </a:lnTo>
                <a:lnTo>
                  <a:pt x="12" y="227"/>
                </a:lnTo>
                <a:lnTo>
                  <a:pt x="14" y="232"/>
                </a:lnTo>
                <a:lnTo>
                  <a:pt x="17" y="239"/>
                </a:lnTo>
                <a:lnTo>
                  <a:pt x="20" y="244"/>
                </a:lnTo>
                <a:lnTo>
                  <a:pt x="23" y="250"/>
                </a:lnTo>
                <a:lnTo>
                  <a:pt x="26" y="255"/>
                </a:lnTo>
                <a:lnTo>
                  <a:pt x="29" y="260"/>
                </a:lnTo>
                <a:lnTo>
                  <a:pt x="33" y="265"/>
                </a:lnTo>
                <a:lnTo>
                  <a:pt x="37" y="270"/>
                </a:lnTo>
                <a:lnTo>
                  <a:pt x="41" y="275"/>
                </a:lnTo>
                <a:lnTo>
                  <a:pt x="45" y="280"/>
                </a:lnTo>
                <a:lnTo>
                  <a:pt x="50" y="284"/>
                </a:lnTo>
                <a:lnTo>
                  <a:pt x="54" y="289"/>
                </a:lnTo>
                <a:lnTo>
                  <a:pt x="59" y="294"/>
                </a:lnTo>
                <a:lnTo>
                  <a:pt x="65" y="298"/>
                </a:lnTo>
                <a:lnTo>
                  <a:pt x="70" y="302"/>
                </a:lnTo>
                <a:lnTo>
                  <a:pt x="76" y="306"/>
                </a:lnTo>
                <a:lnTo>
                  <a:pt x="81" y="311"/>
                </a:lnTo>
                <a:lnTo>
                  <a:pt x="87" y="314"/>
                </a:lnTo>
                <a:lnTo>
                  <a:pt x="94" y="318"/>
                </a:lnTo>
                <a:lnTo>
                  <a:pt x="100" y="322"/>
                </a:lnTo>
                <a:lnTo>
                  <a:pt x="106" y="325"/>
                </a:lnTo>
                <a:lnTo>
                  <a:pt x="113" y="329"/>
                </a:lnTo>
                <a:lnTo>
                  <a:pt x="120" y="332"/>
                </a:lnTo>
                <a:lnTo>
                  <a:pt x="128" y="335"/>
                </a:lnTo>
                <a:lnTo>
                  <a:pt x="135" y="338"/>
                </a:lnTo>
                <a:lnTo>
                  <a:pt x="142" y="341"/>
                </a:lnTo>
                <a:lnTo>
                  <a:pt x="149" y="344"/>
                </a:lnTo>
                <a:lnTo>
                  <a:pt x="157" y="346"/>
                </a:lnTo>
                <a:lnTo>
                  <a:pt x="164" y="348"/>
                </a:lnTo>
                <a:lnTo>
                  <a:pt x="172" y="351"/>
                </a:lnTo>
                <a:lnTo>
                  <a:pt x="180" y="353"/>
                </a:lnTo>
                <a:lnTo>
                  <a:pt x="188" y="354"/>
                </a:lnTo>
                <a:lnTo>
                  <a:pt x="196" y="356"/>
                </a:lnTo>
                <a:lnTo>
                  <a:pt x="204" y="358"/>
                </a:lnTo>
                <a:lnTo>
                  <a:pt x="212" y="359"/>
                </a:lnTo>
                <a:lnTo>
                  <a:pt x="220" y="360"/>
                </a:lnTo>
                <a:lnTo>
                  <a:pt x="228" y="361"/>
                </a:lnTo>
                <a:lnTo>
                  <a:pt x="236" y="362"/>
                </a:lnTo>
                <a:lnTo>
                  <a:pt x="245" y="362"/>
                </a:lnTo>
                <a:lnTo>
                  <a:pt x="253" y="363"/>
                </a:lnTo>
                <a:lnTo>
                  <a:pt x="261" y="363"/>
                </a:lnTo>
                <a:lnTo>
                  <a:pt x="269" y="363"/>
                </a:lnTo>
                <a:lnTo>
                  <a:pt x="278" y="363"/>
                </a:lnTo>
                <a:lnTo>
                  <a:pt x="286" y="363"/>
                </a:lnTo>
                <a:lnTo>
                  <a:pt x="294" y="362"/>
                </a:lnTo>
                <a:lnTo>
                  <a:pt x="303" y="362"/>
                </a:lnTo>
                <a:lnTo>
                  <a:pt x="311" y="361"/>
                </a:lnTo>
                <a:lnTo>
                  <a:pt x="319" y="360"/>
                </a:lnTo>
                <a:lnTo>
                  <a:pt x="327" y="359"/>
                </a:lnTo>
                <a:lnTo>
                  <a:pt x="335" y="358"/>
                </a:lnTo>
                <a:lnTo>
                  <a:pt x="343" y="356"/>
                </a:lnTo>
                <a:lnTo>
                  <a:pt x="351" y="354"/>
                </a:lnTo>
                <a:lnTo>
                  <a:pt x="359" y="353"/>
                </a:lnTo>
                <a:lnTo>
                  <a:pt x="367" y="351"/>
                </a:lnTo>
                <a:lnTo>
                  <a:pt x="375" y="348"/>
                </a:lnTo>
                <a:lnTo>
                  <a:pt x="382" y="346"/>
                </a:lnTo>
                <a:lnTo>
                  <a:pt x="390" y="344"/>
                </a:lnTo>
                <a:lnTo>
                  <a:pt x="397" y="341"/>
                </a:lnTo>
                <a:lnTo>
                  <a:pt x="404" y="338"/>
                </a:lnTo>
                <a:lnTo>
                  <a:pt x="411" y="335"/>
                </a:lnTo>
                <a:lnTo>
                  <a:pt x="418" y="332"/>
                </a:lnTo>
                <a:lnTo>
                  <a:pt x="425" y="329"/>
                </a:lnTo>
                <a:lnTo>
                  <a:pt x="432" y="325"/>
                </a:lnTo>
                <a:lnTo>
                  <a:pt x="438" y="322"/>
                </a:lnTo>
                <a:lnTo>
                  <a:pt x="444" y="318"/>
                </a:lnTo>
                <a:lnTo>
                  <a:pt x="451" y="314"/>
                </a:lnTo>
                <a:lnTo>
                  <a:pt x="457" y="311"/>
                </a:lnTo>
                <a:lnTo>
                  <a:pt x="462" y="306"/>
                </a:lnTo>
                <a:lnTo>
                  <a:pt x="468" y="302"/>
                </a:lnTo>
                <a:lnTo>
                  <a:pt x="473" y="298"/>
                </a:lnTo>
                <a:lnTo>
                  <a:pt x="478" y="294"/>
                </a:lnTo>
                <a:lnTo>
                  <a:pt x="483" y="289"/>
                </a:lnTo>
                <a:lnTo>
                  <a:pt x="488" y="284"/>
                </a:lnTo>
                <a:lnTo>
                  <a:pt x="493" y="280"/>
                </a:lnTo>
                <a:lnTo>
                  <a:pt x="497" y="275"/>
                </a:lnTo>
                <a:lnTo>
                  <a:pt x="501" y="270"/>
                </a:lnTo>
                <a:lnTo>
                  <a:pt x="505" y="265"/>
                </a:lnTo>
                <a:lnTo>
                  <a:pt x="509" y="260"/>
                </a:lnTo>
                <a:lnTo>
                  <a:pt x="512" y="255"/>
                </a:lnTo>
                <a:lnTo>
                  <a:pt x="515" y="250"/>
                </a:lnTo>
                <a:lnTo>
                  <a:pt x="518" y="244"/>
                </a:lnTo>
                <a:lnTo>
                  <a:pt x="521" y="239"/>
                </a:lnTo>
                <a:lnTo>
                  <a:pt x="523" y="232"/>
                </a:lnTo>
                <a:lnTo>
                  <a:pt x="526" y="227"/>
                </a:lnTo>
                <a:lnTo>
                  <a:pt x="528" y="222"/>
                </a:lnTo>
                <a:lnTo>
                  <a:pt x="529" y="216"/>
                </a:lnTo>
                <a:lnTo>
                  <a:pt x="531" y="210"/>
                </a:lnTo>
                <a:lnTo>
                  <a:pt x="532" y="205"/>
                </a:lnTo>
                <a:lnTo>
                  <a:pt x="533" y="199"/>
                </a:lnTo>
                <a:lnTo>
                  <a:pt x="533" y="194"/>
                </a:lnTo>
                <a:lnTo>
                  <a:pt x="534" y="188"/>
                </a:lnTo>
                <a:lnTo>
                  <a:pt x="534" y="182"/>
                </a:lnTo>
                <a:moveTo>
                  <a:pt x="538" y="182"/>
                </a:moveTo>
                <a:lnTo>
                  <a:pt x="538" y="188"/>
                </a:lnTo>
                <a:lnTo>
                  <a:pt x="537" y="194"/>
                </a:lnTo>
                <a:lnTo>
                  <a:pt x="537" y="199"/>
                </a:lnTo>
                <a:lnTo>
                  <a:pt x="536" y="205"/>
                </a:lnTo>
                <a:lnTo>
                  <a:pt x="534" y="211"/>
                </a:lnTo>
                <a:lnTo>
                  <a:pt x="533" y="216"/>
                </a:lnTo>
                <a:lnTo>
                  <a:pt x="531" y="222"/>
                </a:lnTo>
                <a:lnTo>
                  <a:pt x="529" y="228"/>
                </a:lnTo>
                <a:lnTo>
                  <a:pt x="527" y="233"/>
                </a:lnTo>
                <a:lnTo>
                  <a:pt x="525" y="240"/>
                </a:lnTo>
                <a:lnTo>
                  <a:pt x="522" y="245"/>
                </a:lnTo>
                <a:lnTo>
                  <a:pt x="519" y="250"/>
                </a:lnTo>
                <a:lnTo>
                  <a:pt x="516" y="256"/>
                </a:lnTo>
                <a:lnTo>
                  <a:pt x="512" y="261"/>
                </a:lnTo>
                <a:lnTo>
                  <a:pt x="509" y="266"/>
                </a:lnTo>
                <a:lnTo>
                  <a:pt x="505" y="271"/>
                </a:lnTo>
                <a:lnTo>
                  <a:pt x="500" y="276"/>
                </a:lnTo>
                <a:lnTo>
                  <a:pt x="496" y="281"/>
                </a:lnTo>
                <a:lnTo>
                  <a:pt x="491" y="286"/>
                </a:lnTo>
                <a:lnTo>
                  <a:pt x="487" y="291"/>
                </a:lnTo>
                <a:lnTo>
                  <a:pt x="481" y="295"/>
                </a:lnTo>
                <a:lnTo>
                  <a:pt x="476" y="300"/>
                </a:lnTo>
                <a:lnTo>
                  <a:pt x="471" y="304"/>
                </a:lnTo>
                <a:lnTo>
                  <a:pt x="465" y="308"/>
                </a:lnTo>
                <a:lnTo>
                  <a:pt x="459" y="312"/>
                </a:lnTo>
                <a:lnTo>
                  <a:pt x="453" y="316"/>
                </a:lnTo>
                <a:lnTo>
                  <a:pt x="447" y="320"/>
                </a:lnTo>
                <a:lnTo>
                  <a:pt x="440" y="324"/>
                </a:lnTo>
                <a:lnTo>
                  <a:pt x="434" y="328"/>
                </a:lnTo>
                <a:lnTo>
                  <a:pt x="427" y="331"/>
                </a:lnTo>
                <a:lnTo>
                  <a:pt x="420" y="334"/>
                </a:lnTo>
                <a:lnTo>
                  <a:pt x="413" y="337"/>
                </a:lnTo>
                <a:lnTo>
                  <a:pt x="406" y="340"/>
                </a:lnTo>
                <a:lnTo>
                  <a:pt x="399" y="343"/>
                </a:lnTo>
                <a:lnTo>
                  <a:pt x="391" y="346"/>
                </a:lnTo>
                <a:lnTo>
                  <a:pt x="384" y="348"/>
                </a:lnTo>
                <a:lnTo>
                  <a:pt x="376" y="351"/>
                </a:lnTo>
                <a:lnTo>
                  <a:pt x="368" y="353"/>
                </a:lnTo>
                <a:lnTo>
                  <a:pt x="360" y="355"/>
                </a:lnTo>
                <a:lnTo>
                  <a:pt x="352" y="357"/>
                </a:lnTo>
                <a:lnTo>
                  <a:pt x="344" y="359"/>
                </a:lnTo>
                <a:lnTo>
                  <a:pt x="336" y="360"/>
                </a:lnTo>
                <a:lnTo>
                  <a:pt x="328" y="361"/>
                </a:lnTo>
                <a:lnTo>
                  <a:pt x="320" y="363"/>
                </a:lnTo>
                <a:lnTo>
                  <a:pt x="311" y="364"/>
                </a:lnTo>
                <a:lnTo>
                  <a:pt x="303" y="364"/>
                </a:lnTo>
                <a:lnTo>
                  <a:pt x="295" y="365"/>
                </a:lnTo>
                <a:lnTo>
                  <a:pt x="286" y="365"/>
                </a:lnTo>
                <a:lnTo>
                  <a:pt x="278" y="366"/>
                </a:lnTo>
                <a:lnTo>
                  <a:pt x="269" y="366"/>
                </a:lnTo>
                <a:lnTo>
                  <a:pt x="261" y="366"/>
                </a:lnTo>
                <a:lnTo>
                  <a:pt x="253" y="365"/>
                </a:lnTo>
                <a:lnTo>
                  <a:pt x="244" y="365"/>
                </a:lnTo>
                <a:lnTo>
                  <a:pt x="236" y="364"/>
                </a:lnTo>
                <a:lnTo>
                  <a:pt x="228" y="364"/>
                </a:lnTo>
                <a:lnTo>
                  <a:pt x="219" y="363"/>
                </a:lnTo>
                <a:lnTo>
                  <a:pt x="211" y="361"/>
                </a:lnTo>
                <a:lnTo>
                  <a:pt x="203" y="360"/>
                </a:lnTo>
                <a:lnTo>
                  <a:pt x="195" y="359"/>
                </a:lnTo>
                <a:lnTo>
                  <a:pt x="187" y="357"/>
                </a:lnTo>
                <a:lnTo>
                  <a:pt x="179" y="355"/>
                </a:lnTo>
                <a:lnTo>
                  <a:pt x="171" y="353"/>
                </a:lnTo>
                <a:lnTo>
                  <a:pt x="163" y="351"/>
                </a:lnTo>
                <a:lnTo>
                  <a:pt x="155" y="348"/>
                </a:lnTo>
                <a:lnTo>
                  <a:pt x="148" y="346"/>
                </a:lnTo>
                <a:lnTo>
                  <a:pt x="140" y="343"/>
                </a:lnTo>
                <a:lnTo>
                  <a:pt x="133" y="340"/>
                </a:lnTo>
                <a:lnTo>
                  <a:pt x="126" y="337"/>
                </a:lnTo>
                <a:lnTo>
                  <a:pt x="118" y="334"/>
                </a:lnTo>
                <a:lnTo>
                  <a:pt x="111" y="331"/>
                </a:lnTo>
                <a:lnTo>
                  <a:pt x="104" y="328"/>
                </a:lnTo>
                <a:lnTo>
                  <a:pt x="97" y="324"/>
                </a:lnTo>
                <a:lnTo>
                  <a:pt x="91" y="320"/>
                </a:lnTo>
                <a:lnTo>
                  <a:pt x="85" y="316"/>
                </a:lnTo>
                <a:lnTo>
                  <a:pt x="79" y="312"/>
                </a:lnTo>
                <a:lnTo>
                  <a:pt x="73" y="308"/>
                </a:lnTo>
                <a:lnTo>
                  <a:pt x="67" y="304"/>
                </a:lnTo>
                <a:lnTo>
                  <a:pt x="62" y="300"/>
                </a:lnTo>
                <a:lnTo>
                  <a:pt x="57" y="295"/>
                </a:lnTo>
                <a:lnTo>
                  <a:pt x="51" y="291"/>
                </a:lnTo>
                <a:lnTo>
                  <a:pt x="47" y="286"/>
                </a:lnTo>
                <a:lnTo>
                  <a:pt x="42" y="281"/>
                </a:lnTo>
                <a:lnTo>
                  <a:pt x="38" y="276"/>
                </a:lnTo>
                <a:lnTo>
                  <a:pt x="33" y="271"/>
                </a:lnTo>
                <a:lnTo>
                  <a:pt x="29" y="266"/>
                </a:lnTo>
                <a:lnTo>
                  <a:pt x="26" y="261"/>
                </a:lnTo>
                <a:lnTo>
                  <a:pt x="22" y="256"/>
                </a:lnTo>
                <a:lnTo>
                  <a:pt x="19" y="250"/>
                </a:lnTo>
                <a:lnTo>
                  <a:pt x="16" y="245"/>
                </a:lnTo>
                <a:lnTo>
                  <a:pt x="13" y="240"/>
                </a:lnTo>
                <a:lnTo>
                  <a:pt x="11" y="233"/>
                </a:lnTo>
                <a:lnTo>
                  <a:pt x="9" y="228"/>
                </a:lnTo>
                <a:lnTo>
                  <a:pt x="7" y="222"/>
                </a:lnTo>
                <a:lnTo>
                  <a:pt x="5" y="216"/>
                </a:lnTo>
                <a:lnTo>
                  <a:pt x="4" y="211"/>
                </a:lnTo>
                <a:lnTo>
                  <a:pt x="2" y="205"/>
                </a:lnTo>
                <a:lnTo>
                  <a:pt x="1" y="199"/>
                </a:lnTo>
                <a:lnTo>
                  <a:pt x="1" y="194"/>
                </a:lnTo>
                <a:lnTo>
                  <a:pt x="0" y="188"/>
                </a:lnTo>
                <a:lnTo>
                  <a:pt x="0" y="182"/>
                </a:lnTo>
                <a:lnTo>
                  <a:pt x="0" y="177"/>
                </a:lnTo>
                <a:lnTo>
                  <a:pt x="1" y="171"/>
                </a:lnTo>
                <a:lnTo>
                  <a:pt x="1" y="165"/>
                </a:lnTo>
                <a:lnTo>
                  <a:pt x="2" y="159"/>
                </a:lnTo>
                <a:lnTo>
                  <a:pt x="4" y="154"/>
                </a:lnTo>
                <a:lnTo>
                  <a:pt x="5" y="148"/>
                </a:lnTo>
                <a:lnTo>
                  <a:pt x="7" y="142"/>
                </a:lnTo>
                <a:lnTo>
                  <a:pt x="9" y="137"/>
                </a:lnTo>
                <a:lnTo>
                  <a:pt x="11" y="131"/>
                </a:lnTo>
                <a:lnTo>
                  <a:pt x="13" y="126"/>
                </a:lnTo>
                <a:lnTo>
                  <a:pt x="16" y="120"/>
                </a:lnTo>
                <a:lnTo>
                  <a:pt x="19" y="115"/>
                </a:lnTo>
                <a:lnTo>
                  <a:pt x="22" y="110"/>
                </a:lnTo>
                <a:lnTo>
                  <a:pt x="26" y="105"/>
                </a:lnTo>
                <a:lnTo>
                  <a:pt x="29" y="99"/>
                </a:lnTo>
                <a:lnTo>
                  <a:pt x="33" y="94"/>
                </a:lnTo>
                <a:lnTo>
                  <a:pt x="38" y="89"/>
                </a:lnTo>
                <a:lnTo>
                  <a:pt x="42" y="84"/>
                </a:lnTo>
                <a:lnTo>
                  <a:pt x="47" y="80"/>
                </a:lnTo>
                <a:lnTo>
                  <a:pt x="51" y="75"/>
                </a:lnTo>
                <a:lnTo>
                  <a:pt x="57" y="70"/>
                </a:lnTo>
                <a:lnTo>
                  <a:pt x="62" y="66"/>
                </a:lnTo>
                <a:lnTo>
                  <a:pt x="67" y="62"/>
                </a:lnTo>
                <a:lnTo>
                  <a:pt x="73" y="57"/>
                </a:lnTo>
                <a:lnTo>
                  <a:pt x="79" y="53"/>
                </a:lnTo>
                <a:lnTo>
                  <a:pt x="85" y="49"/>
                </a:lnTo>
                <a:lnTo>
                  <a:pt x="91" y="45"/>
                </a:lnTo>
                <a:lnTo>
                  <a:pt x="97" y="42"/>
                </a:lnTo>
                <a:lnTo>
                  <a:pt x="104" y="38"/>
                </a:lnTo>
                <a:lnTo>
                  <a:pt x="111" y="35"/>
                </a:lnTo>
                <a:lnTo>
                  <a:pt x="118" y="31"/>
                </a:lnTo>
                <a:lnTo>
                  <a:pt x="126" y="28"/>
                </a:lnTo>
                <a:lnTo>
                  <a:pt x="133" y="25"/>
                </a:lnTo>
                <a:lnTo>
                  <a:pt x="140" y="22"/>
                </a:lnTo>
                <a:lnTo>
                  <a:pt x="148" y="20"/>
                </a:lnTo>
                <a:lnTo>
                  <a:pt x="155" y="17"/>
                </a:lnTo>
                <a:lnTo>
                  <a:pt x="163" y="15"/>
                </a:lnTo>
                <a:lnTo>
                  <a:pt x="171" y="12"/>
                </a:lnTo>
                <a:lnTo>
                  <a:pt x="179" y="10"/>
                </a:lnTo>
                <a:lnTo>
                  <a:pt x="187" y="9"/>
                </a:lnTo>
                <a:lnTo>
                  <a:pt x="195" y="7"/>
                </a:lnTo>
                <a:lnTo>
                  <a:pt x="203" y="5"/>
                </a:lnTo>
                <a:lnTo>
                  <a:pt x="211" y="4"/>
                </a:lnTo>
                <a:lnTo>
                  <a:pt x="219" y="3"/>
                </a:lnTo>
                <a:lnTo>
                  <a:pt x="228" y="2"/>
                </a:lnTo>
                <a:lnTo>
                  <a:pt x="236" y="1"/>
                </a:lnTo>
                <a:lnTo>
                  <a:pt x="244" y="0"/>
                </a:lnTo>
                <a:lnTo>
                  <a:pt x="253" y="0"/>
                </a:lnTo>
                <a:lnTo>
                  <a:pt x="261" y="0"/>
                </a:lnTo>
                <a:lnTo>
                  <a:pt x="269" y="0"/>
                </a:lnTo>
                <a:lnTo>
                  <a:pt x="278" y="0"/>
                </a:lnTo>
                <a:lnTo>
                  <a:pt x="286" y="0"/>
                </a:lnTo>
                <a:lnTo>
                  <a:pt x="295" y="0"/>
                </a:lnTo>
                <a:lnTo>
                  <a:pt x="303" y="1"/>
                </a:lnTo>
                <a:lnTo>
                  <a:pt x="311" y="2"/>
                </a:lnTo>
                <a:lnTo>
                  <a:pt x="320" y="3"/>
                </a:lnTo>
                <a:lnTo>
                  <a:pt x="328" y="4"/>
                </a:lnTo>
                <a:lnTo>
                  <a:pt x="336" y="5"/>
                </a:lnTo>
                <a:lnTo>
                  <a:pt x="344" y="7"/>
                </a:lnTo>
                <a:lnTo>
                  <a:pt x="352" y="9"/>
                </a:lnTo>
                <a:lnTo>
                  <a:pt x="360" y="10"/>
                </a:lnTo>
                <a:lnTo>
                  <a:pt x="368" y="12"/>
                </a:lnTo>
                <a:lnTo>
                  <a:pt x="376" y="15"/>
                </a:lnTo>
                <a:lnTo>
                  <a:pt x="384" y="17"/>
                </a:lnTo>
                <a:lnTo>
                  <a:pt x="391" y="20"/>
                </a:lnTo>
                <a:lnTo>
                  <a:pt x="399" y="22"/>
                </a:lnTo>
                <a:lnTo>
                  <a:pt x="406" y="25"/>
                </a:lnTo>
                <a:lnTo>
                  <a:pt x="413" y="28"/>
                </a:lnTo>
                <a:lnTo>
                  <a:pt x="420" y="31"/>
                </a:lnTo>
                <a:lnTo>
                  <a:pt x="427" y="35"/>
                </a:lnTo>
                <a:lnTo>
                  <a:pt x="434" y="38"/>
                </a:lnTo>
                <a:lnTo>
                  <a:pt x="440" y="42"/>
                </a:lnTo>
                <a:lnTo>
                  <a:pt x="447" y="45"/>
                </a:lnTo>
                <a:lnTo>
                  <a:pt x="453" y="49"/>
                </a:lnTo>
                <a:lnTo>
                  <a:pt x="459" y="53"/>
                </a:lnTo>
                <a:lnTo>
                  <a:pt x="465" y="57"/>
                </a:lnTo>
                <a:lnTo>
                  <a:pt x="471" y="62"/>
                </a:lnTo>
                <a:lnTo>
                  <a:pt x="476" y="66"/>
                </a:lnTo>
                <a:lnTo>
                  <a:pt x="481" y="70"/>
                </a:lnTo>
                <a:lnTo>
                  <a:pt x="487" y="75"/>
                </a:lnTo>
                <a:lnTo>
                  <a:pt x="491" y="80"/>
                </a:lnTo>
                <a:lnTo>
                  <a:pt x="496" y="84"/>
                </a:lnTo>
                <a:lnTo>
                  <a:pt x="500" y="89"/>
                </a:lnTo>
                <a:lnTo>
                  <a:pt x="505" y="94"/>
                </a:lnTo>
                <a:lnTo>
                  <a:pt x="509" y="99"/>
                </a:lnTo>
                <a:lnTo>
                  <a:pt x="512" y="105"/>
                </a:lnTo>
                <a:lnTo>
                  <a:pt x="516" y="110"/>
                </a:lnTo>
                <a:lnTo>
                  <a:pt x="519" y="115"/>
                </a:lnTo>
                <a:lnTo>
                  <a:pt x="522" y="120"/>
                </a:lnTo>
                <a:lnTo>
                  <a:pt x="525" y="126"/>
                </a:lnTo>
                <a:lnTo>
                  <a:pt x="527" y="131"/>
                </a:lnTo>
                <a:lnTo>
                  <a:pt x="529" y="137"/>
                </a:lnTo>
                <a:lnTo>
                  <a:pt x="531" y="142"/>
                </a:lnTo>
                <a:lnTo>
                  <a:pt x="533" y="148"/>
                </a:lnTo>
                <a:lnTo>
                  <a:pt x="534" y="154"/>
                </a:lnTo>
                <a:lnTo>
                  <a:pt x="536" y="159"/>
                </a:lnTo>
                <a:lnTo>
                  <a:pt x="537" y="165"/>
                </a:lnTo>
                <a:lnTo>
                  <a:pt x="537" y="171"/>
                </a:lnTo>
                <a:lnTo>
                  <a:pt x="538" y="177"/>
                </a:lnTo>
                <a:lnTo>
                  <a:pt x="538" y="182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6" name=""/>
          <p:cNvSpPr/>
          <p:nvPr/>
        </p:nvSpPr>
        <p:spPr>
          <a:xfrm>
            <a:off x="7956000" y="2867040"/>
            <a:ext cx="207360" cy="141120"/>
          </a:xfrm>
          <a:custGeom>
            <a:avLst/>
            <a:gdLst/>
            <a:ahLst/>
            <a:rect l="0" t="0" r="r" b="b"/>
            <a:pathLst>
              <a:path w="576" h="392">
                <a:moveTo>
                  <a:pt x="556" y="196"/>
                </a:moveTo>
                <a:lnTo>
                  <a:pt x="556" y="191"/>
                </a:lnTo>
                <a:lnTo>
                  <a:pt x="555" y="185"/>
                </a:lnTo>
                <a:lnTo>
                  <a:pt x="555" y="179"/>
                </a:lnTo>
                <a:lnTo>
                  <a:pt x="554" y="173"/>
                </a:lnTo>
                <a:lnTo>
                  <a:pt x="552" y="168"/>
                </a:lnTo>
                <a:lnTo>
                  <a:pt x="551" y="162"/>
                </a:lnTo>
                <a:lnTo>
                  <a:pt x="549" y="156"/>
                </a:lnTo>
                <a:lnTo>
                  <a:pt x="547" y="151"/>
                </a:lnTo>
                <a:lnTo>
                  <a:pt x="545" y="145"/>
                </a:lnTo>
                <a:lnTo>
                  <a:pt x="543" y="140"/>
                </a:lnTo>
                <a:lnTo>
                  <a:pt x="540" y="134"/>
                </a:lnTo>
                <a:lnTo>
                  <a:pt x="537" y="129"/>
                </a:lnTo>
                <a:lnTo>
                  <a:pt x="534" y="124"/>
                </a:lnTo>
                <a:lnTo>
                  <a:pt x="530" y="119"/>
                </a:lnTo>
                <a:lnTo>
                  <a:pt x="527" y="113"/>
                </a:lnTo>
                <a:lnTo>
                  <a:pt x="523" y="108"/>
                </a:lnTo>
                <a:lnTo>
                  <a:pt x="518" y="103"/>
                </a:lnTo>
                <a:lnTo>
                  <a:pt x="514" y="98"/>
                </a:lnTo>
                <a:lnTo>
                  <a:pt x="509" y="94"/>
                </a:lnTo>
                <a:lnTo>
                  <a:pt x="505" y="89"/>
                </a:lnTo>
                <a:lnTo>
                  <a:pt x="499" y="84"/>
                </a:lnTo>
                <a:lnTo>
                  <a:pt x="494" y="80"/>
                </a:lnTo>
                <a:lnTo>
                  <a:pt x="489" y="76"/>
                </a:lnTo>
                <a:lnTo>
                  <a:pt x="483" y="71"/>
                </a:lnTo>
                <a:lnTo>
                  <a:pt x="477" y="67"/>
                </a:lnTo>
                <a:lnTo>
                  <a:pt x="471" y="63"/>
                </a:lnTo>
                <a:lnTo>
                  <a:pt x="465" y="59"/>
                </a:lnTo>
                <a:lnTo>
                  <a:pt x="458" y="56"/>
                </a:lnTo>
                <a:lnTo>
                  <a:pt x="452" y="52"/>
                </a:lnTo>
                <a:lnTo>
                  <a:pt x="445" y="49"/>
                </a:lnTo>
                <a:lnTo>
                  <a:pt x="438" y="45"/>
                </a:lnTo>
                <a:lnTo>
                  <a:pt x="431" y="42"/>
                </a:lnTo>
                <a:lnTo>
                  <a:pt x="424" y="39"/>
                </a:lnTo>
                <a:lnTo>
                  <a:pt x="417" y="36"/>
                </a:lnTo>
                <a:lnTo>
                  <a:pt x="409" y="34"/>
                </a:lnTo>
                <a:lnTo>
                  <a:pt x="402" y="30"/>
                </a:lnTo>
                <a:lnTo>
                  <a:pt x="394" y="28"/>
                </a:lnTo>
                <a:lnTo>
                  <a:pt x="386" y="25"/>
                </a:lnTo>
                <a:lnTo>
                  <a:pt x="378" y="23"/>
                </a:lnTo>
                <a:lnTo>
                  <a:pt x="370" y="22"/>
                </a:lnTo>
                <a:lnTo>
                  <a:pt x="362" y="20"/>
                </a:lnTo>
                <a:lnTo>
                  <a:pt x="354" y="18"/>
                </a:lnTo>
                <a:lnTo>
                  <a:pt x="346" y="17"/>
                </a:lnTo>
                <a:lnTo>
                  <a:pt x="338" y="16"/>
                </a:lnTo>
                <a:lnTo>
                  <a:pt x="329" y="15"/>
                </a:lnTo>
                <a:lnTo>
                  <a:pt x="321" y="14"/>
                </a:lnTo>
                <a:lnTo>
                  <a:pt x="313" y="13"/>
                </a:lnTo>
                <a:lnTo>
                  <a:pt x="304" y="13"/>
                </a:lnTo>
                <a:lnTo>
                  <a:pt x="296" y="13"/>
                </a:lnTo>
                <a:lnTo>
                  <a:pt x="287" y="13"/>
                </a:lnTo>
                <a:lnTo>
                  <a:pt x="279" y="13"/>
                </a:lnTo>
                <a:lnTo>
                  <a:pt x="271" y="13"/>
                </a:lnTo>
                <a:lnTo>
                  <a:pt x="262" y="13"/>
                </a:lnTo>
                <a:lnTo>
                  <a:pt x="254" y="14"/>
                </a:lnTo>
                <a:lnTo>
                  <a:pt x="246" y="15"/>
                </a:lnTo>
                <a:lnTo>
                  <a:pt x="237" y="16"/>
                </a:lnTo>
                <a:lnTo>
                  <a:pt x="229" y="17"/>
                </a:lnTo>
                <a:lnTo>
                  <a:pt x="221" y="18"/>
                </a:lnTo>
                <a:lnTo>
                  <a:pt x="213" y="20"/>
                </a:lnTo>
                <a:lnTo>
                  <a:pt x="205" y="22"/>
                </a:lnTo>
                <a:lnTo>
                  <a:pt x="197" y="23"/>
                </a:lnTo>
                <a:lnTo>
                  <a:pt x="189" y="25"/>
                </a:lnTo>
                <a:lnTo>
                  <a:pt x="181" y="28"/>
                </a:lnTo>
                <a:lnTo>
                  <a:pt x="173" y="30"/>
                </a:lnTo>
                <a:lnTo>
                  <a:pt x="166" y="34"/>
                </a:lnTo>
                <a:lnTo>
                  <a:pt x="158" y="36"/>
                </a:lnTo>
                <a:lnTo>
                  <a:pt x="151" y="39"/>
                </a:lnTo>
                <a:lnTo>
                  <a:pt x="144" y="42"/>
                </a:lnTo>
                <a:lnTo>
                  <a:pt x="137" y="45"/>
                </a:lnTo>
                <a:lnTo>
                  <a:pt x="130" y="49"/>
                </a:lnTo>
                <a:lnTo>
                  <a:pt x="123" y="52"/>
                </a:lnTo>
                <a:lnTo>
                  <a:pt x="116" y="56"/>
                </a:lnTo>
                <a:lnTo>
                  <a:pt x="110" y="59"/>
                </a:lnTo>
                <a:lnTo>
                  <a:pt x="104" y="63"/>
                </a:lnTo>
                <a:lnTo>
                  <a:pt x="98" y="67"/>
                </a:lnTo>
                <a:lnTo>
                  <a:pt x="92" y="71"/>
                </a:lnTo>
                <a:lnTo>
                  <a:pt x="86" y="76"/>
                </a:lnTo>
                <a:lnTo>
                  <a:pt x="81" y="80"/>
                </a:lnTo>
                <a:lnTo>
                  <a:pt x="76" y="84"/>
                </a:lnTo>
                <a:lnTo>
                  <a:pt x="70" y="89"/>
                </a:lnTo>
                <a:lnTo>
                  <a:pt x="66" y="94"/>
                </a:lnTo>
                <a:lnTo>
                  <a:pt x="61" y="98"/>
                </a:lnTo>
                <a:lnTo>
                  <a:pt x="57" y="103"/>
                </a:lnTo>
                <a:lnTo>
                  <a:pt x="52" y="108"/>
                </a:lnTo>
                <a:lnTo>
                  <a:pt x="48" y="113"/>
                </a:lnTo>
                <a:lnTo>
                  <a:pt x="45" y="119"/>
                </a:lnTo>
                <a:lnTo>
                  <a:pt x="41" y="124"/>
                </a:lnTo>
                <a:lnTo>
                  <a:pt x="38" y="129"/>
                </a:lnTo>
                <a:lnTo>
                  <a:pt x="35" y="134"/>
                </a:lnTo>
                <a:lnTo>
                  <a:pt x="32" y="140"/>
                </a:lnTo>
                <a:lnTo>
                  <a:pt x="30" y="145"/>
                </a:lnTo>
                <a:lnTo>
                  <a:pt x="28" y="151"/>
                </a:lnTo>
                <a:lnTo>
                  <a:pt x="26" y="156"/>
                </a:lnTo>
                <a:lnTo>
                  <a:pt x="24" y="162"/>
                </a:lnTo>
                <a:lnTo>
                  <a:pt x="23" y="168"/>
                </a:lnTo>
                <a:lnTo>
                  <a:pt x="21" y="173"/>
                </a:lnTo>
                <a:lnTo>
                  <a:pt x="20" y="179"/>
                </a:lnTo>
                <a:lnTo>
                  <a:pt x="20" y="185"/>
                </a:lnTo>
                <a:lnTo>
                  <a:pt x="19" y="191"/>
                </a:lnTo>
                <a:lnTo>
                  <a:pt x="19" y="196"/>
                </a:lnTo>
                <a:lnTo>
                  <a:pt x="19" y="202"/>
                </a:lnTo>
                <a:lnTo>
                  <a:pt x="20" y="208"/>
                </a:lnTo>
                <a:lnTo>
                  <a:pt x="20" y="213"/>
                </a:lnTo>
                <a:lnTo>
                  <a:pt x="21" y="219"/>
                </a:lnTo>
                <a:lnTo>
                  <a:pt x="23" y="225"/>
                </a:lnTo>
                <a:lnTo>
                  <a:pt x="24" y="230"/>
                </a:lnTo>
                <a:lnTo>
                  <a:pt x="26" y="236"/>
                </a:lnTo>
                <a:lnTo>
                  <a:pt x="28" y="242"/>
                </a:lnTo>
                <a:lnTo>
                  <a:pt x="30" y="247"/>
                </a:lnTo>
                <a:lnTo>
                  <a:pt x="32" y="253"/>
                </a:lnTo>
                <a:lnTo>
                  <a:pt x="35" y="258"/>
                </a:lnTo>
                <a:lnTo>
                  <a:pt x="38" y="263"/>
                </a:lnTo>
                <a:lnTo>
                  <a:pt x="41" y="269"/>
                </a:lnTo>
                <a:lnTo>
                  <a:pt x="45" y="274"/>
                </a:lnTo>
                <a:lnTo>
                  <a:pt x="48" y="279"/>
                </a:lnTo>
                <a:lnTo>
                  <a:pt x="52" y="284"/>
                </a:lnTo>
                <a:lnTo>
                  <a:pt x="57" y="289"/>
                </a:lnTo>
                <a:lnTo>
                  <a:pt x="61" y="294"/>
                </a:lnTo>
                <a:lnTo>
                  <a:pt x="66" y="299"/>
                </a:lnTo>
                <a:lnTo>
                  <a:pt x="70" y="304"/>
                </a:lnTo>
                <a:lnTo>
                  <a:pt x="76" y="308"/>
                </a:lnTo>
                <a:lnTo>
                  <a:pt x="81" y="313"/>
                </a:lnTo>
                <a:lnTo>
                  <a:pt x="86" y="317"/>
                </a:lnTo>
                <a:lnTo>
                  <a:pt x="92" y="321"/>
                </a:lnTo>
                <a:lnTo>
                  <a:pt x="98" y="325"/>
                </a:lnTo>
                <a:lnTo>
                  <a:pt x="104" y="329"/>
                </a:lnTo>
                <a:lnTo>
                  <a:pt x="110" y="333"/>
                </a:lnTo>
                <a:lnTo>
                  <a:pt x="116" y="337"/>
                </a:lnTo>
                <a:lnTo>
                  <a:pt x="123" y="341"/>
                </a:lnTo>
                <a:lnTo>
                  <a:pt x="130" y="344"/>
                </a:lnTo>
                <a:lnTo>
                  <a:pt x="137" y="347"/>
                </a:lnTo>
                <a:lnTo>
                  <a:pt x="144" y="350"/>
                </a:lnTo>
                <a:lnTo>
                  <a:pt x="151" y="353"/>
                </a:lnTo>
                <a:lnTo>
                  <a:pt x="158" y="356"/>
                </a:lnTo>
                <a:lnTo>
                  <a:pt x="166" y="359"/>
                </a:lnTo>
                <a:lnTo>
                  <a:pt x="173" y="361"/>
                </a:lnTo>
                <a:lnTo>
                  <a:pt x="181" y="364"/>
                </a:lnTo>
                <a:lnTo>
                  <a:pt x="189" y="366"/>
                </a:lnTo>
                <a:lnTo>
                  <a:pt x="197" y="368"/>
                </a:lnTo>
                <a:lnTo>
                  <a:pt x="205" y="370"/>
                </a:lnTo>
                <a:lnTo>
                  <a:pt x="213" y="372"/>
                </a:lnTo>
                <a:lnTo>
                  <a:pt x="221" y="373"/>
                </a:lnTo>
                <a:lnTo>
                  <a:pt x="229" y="374"/>
                </a:lnTo>
                <a:lnTo>
                  <a:pt x="237" y="376"/>
                </a:lnTo>
                <a:lnTo>
                  <a:pt x="246" y="377"/>
                </a:lnTo>
                <a:lnTo>
                  <a:pt x="254" y="377"/>
                </a:lnTo>
                <a:lnTo>
                  <a:pt x="262" y="378"/>
                </a:lnTo>
                <a:lnTo>
                  <a:pt x="271" y="378"/>
                </a:lnTo>
                <a:lnTo>
                  <a:pt x="279" y="379"/>
                </a:lnTo>
                <a:lnTo>
                  <a:pt x="287" y="379"/>
                </a:lnTo>
                <a:lnTo>
                  <a:pt x="296" y="379"/>
                </a:lnTo>
                <a:lnTo>
                  <a:pt x="304" y="378"/>
                </a:lnTo>
                <a:lnTo>
                  <a:pt x="313" y="378"/>
                </a:lnTo>
                <a:lnTo>
                  <a:pt x="321" y="377"/>
                </a:lnTo>
                <a:lnTo>
                  <a:pt x="329" y="377"/>
                </a:lnTo>
                <a:lnTo>
                  <a:pt x="338" y="376"/>
                </a:lnTo>
                <a:lnTo>
                  <a:pt x="346" y="374"/>
                </a:lnTo>
                <a:lnTo>
                  <a:pt x="354" y="373"/>
                </a:lnTo>
                <a:lnTo>
                  <a:pt x="362" y="372"/>
                </a:lnTo>
                <a:lnTo>
                  <a:pt x="370" y="370"/>
                </a:lnTo>
                <a:lnTo>
                  <a:pt x="378" y="368"/>
                </a:lnTo>
                <a:lnTo>
                  <a:pt x="386" y="366"/>
                </a:lnTo>
                <a:lnTo>
                  <a:pt x="394" y="364"/>
                </a:lnTo>
                <a:lnTo>
                  <a:pt x="402" y="361"/>
                </a:lnTo>
                <a:lnTo>
                  <a:pt x="409" y="359"/>
                </a:lnTo>
                <a:lnTo>
                  <a:pt x="417" y="356"/>
                </a:lnTo>
                <a:lnTo>
                  <a:pt x="424" y="353"/>
                </a:lnTo>
                <a:lnTo>
                  <a:pt x="431" y="350"/>
                </a:lnTo>
                <a:lnTo>
                  <a:pt x="438" y="347"/>
                </a:lnTo>
                <a:lnTo>
                  <a:pt x="445" y="344"/>
                </a:lnTo>
                <a:lnTo>
                  <a:pt x="452" y="341"/>
                </a:lnTo>
                <a:lnTo>
                  <a:pt x="458" y="337"/>
                </a:lnTo>
                <a:lnTo>
                  <a:pt x="465" y="333"/>
                </a:lnTo>
                <a:lnTo>
                  <a:pt x="471" y="329"/>
                </a:lnTo>
                <a:lnTo>
                  <a:pt x="477" y="325"/>
                </a:lnTo>
                <a:lnTo>
                  <a:pt x="483" y="321"/>
                </a:lnTo>
                <a:lnTo>
                  <a:pt x="489" y="317"/>
                </a:lnTo>
                <a:lnTo>
                  <a:pt x="494" y="313"/>
                </a:lnTo>
                <a:lnTo>
                  <a:pt x="499" y="308"/>
                </a:lnTo>
                <a:lnTo>
                  <a:pt x="505" y="304"/>
                </a:lnTo>
                <a:lnTo>
                  <a:pt x="509" y="299"/>
                </a:lnTo>
                <a:lnTo>
                  <a:pt x="514" y="294"/>
                </a:lnTo>
                <a:lnTo>
                  <a:pt x="518" y="289"/>
                </a:lnTo>
                <a:lnTo>
                  <a:pt x="523" y="284"/>
                </a:lnTo>
                <a:lnTo>
                  <a:pt x="527" y="279"/>
                </a:lnTo>
                <a:lnTo>
                  <a:pt x="530" y="274"/>
                </a:lnTo>
                <a:lnTo>
                  <a:pt x="534" y="269"/>
                </a:lnTo>
                <a:lnTo>
                  <a:pt x="537" y="263"/>
                </a:lnTo>
                <a:lnTo>
                  <a:pt x="540" y="258"/>
                </a:lnTo>
                <a:lnTo>
                  <a:pt x="543" y="253"/>
                </a:lnTo>
                <a:lnTo>
                  <a:pt x="545" y="247"/>
                </a:lnTo>
                <a:lnTo>
                  <a:pt x="547" y="242"/>
                </a:lnTo>
                <a:lnTo>
                  <a:pt x="549" y="236"/>
                </a:lnTo>
                <a:lnTo>
                  <a:pt x="551" y="230"/>
                </a:lnTo>
                <a:lnTo>
                  <a:pt x="552" y="225"/>
                </a:lnTo>
                <a:lnTo>
                  <a:pt x="554" y="219"/>
                </a:lnTo>
                <a:lnTo>
                  <a:pt x="555" y="213"/>
                </a:lnTo>
                <a:lnTo>
                  <a:pt x="555" y="208"/>
                </a:lnTo>
                <a:lnTo>
                  <a:pt x="556" y="202"/>
                </a:lnTo>
                <a:lnTo>
                  <a:pt x="556" y="196"/>
                </a:lnTo>
                <a:moveTo>
                  <a:pt x="576" y="196"/>
                </a:moveTo>
                <a:lnTo>
                  <a:pt x="576" y="202"/>
                </a:lnTo>
                <a:lnTo>
                  <a:pt x="575" y="209"/>
                </a:lnTo>
                <a:lnTo>
                  <a:pt x="574" y="215"/>
                </a:lnTo>
                <a:lnTo>
                  <a:pt x="572" y="221"/>
                </a:lnTo>
                <a:lnTo>
                  <a:pt x="571" y="227"/>
                </a:lnTo>
                <a:lnTo>
                  <a:pt x="570" y="233"/>
                </a:lnTo>
                <a:lnTo>
                  <a:pt x="568" y="239"/>
                </a:lnTo>
                <a:lnTo>
                  <a:pt x="566" y="245"/>
                </a:lnTo>
                <a:lnTo>
                  <a:pt x="563" y="251"/>
                </a:lnTo>
                <a:lnTo>
                  <a:pt x="561" y="257"/>
                </a:lnTo>
                <a:lnTo>
                  <a:pt x="558" y="262"/>
                </a:lnTo>
                <a:lnTo>
                  <a:pt x="554" y="268"/>
                </a:lnTo>
                <a:lnTo>
                  <a:pt x="551" y="274"/>
                </a:lnTo>
                <a:lnTo>
                  <a:pt x="547" y="279"/>
                </a:lnTo>
                <a:lnTo>
                  <a:pt x="543" y="285"/>
                </a:lnTo>
                <a:lnTo>
                  <a:pt x="539" y="290"/>
                </a:lnTo>
                <a:lnTo>
                  <a:pt x="535" y="296"/>
                </a:lnTo>
                <a:lnTo>
                  <a:pt x="530" y="301"/>
                </a:lnTo>
                <a:lnTo>
                  <a:pt x="525" y="306"/>
                </a:lnTo>
                <a:lnTo>
                  <a:pt x="520" y="311"/>
                </a:lnTo>
                <a:lnTo>
                  <a:pt x="514" y="316"/>
                </a:lnTo>
                <a:lnTo>
                  <a:pt x="509" y="321"/>
                </a:lnTo>
                <a:lnTo>
                  <a:pt x="503" y="325"/>
                </a:lnTo>
                <a:lnTo>
                  <a:pt x="497" y="330"/>
                </a:lnTo>
                <a:lnTo>
                  <a:pt x="491" y="334"/>
                </a:lnTo>
                <a:lnTo>
                  <a:pt x="484" y="339"/>
                </a:lnTo>
                <a:lnTo>
                  <a:pt x="477" y="343"/>
                </a:lnTo>
                <a:lnTo>
                  <a:pt x="471" y="347"/>
                </a:lnTo>
                <a:lnTo>
                  <a:pt x="463" y="351"/>
                </a:lnTo>
                <a:lnTo>
                  <a:pt x="456" y="354"/>
                </a:lnTo>
                <a:lnTo>
                  <a:pt x="449" y="358"/>
                </a:lnTo>
                <a:lnTo>
                  <a:pt x="441" y="361"/>
                </a:lnTo>
                <a:lnTo>
                  <a:pt x="434" y="364"/>
                </a:lnTo>
                <a:lnTo>
                  <a:pt x="426" y="368"/>
                </a:lnTo>
                <a:lnTo>
                  <a:pt x="418" y="370"/>
                </a:lnTo>
                <a:lnTo>
                  <a:pt x="410" y="373"/>
                </a:lnTo>
                <a:lnTo>
                  <a:pt x="402" y="376"/>
                </a:lnTo>
                <a:lnTo>
                  <a:pt x="393" y="378"/>
                </a:lnTo>
                <a:lnTo>
                  <a:pt x="385" y="380"/>
                </a:lnTo>
                <a:lnTo>
                  <a:pt x="376" y="382"/>
                </a:lnTo>
                <a:lnTo>
                  <a:pt x="368" y="384"/>
                </a:lnTo>
                <a:lnTo>
                  <a:pt x="359" y="386"/>
                </a:lnTo>
                <a:lnTo>
                  <a:pt x="350" y="387"/>
                </a:lnTo>
                <a:lnTo>
                  <a:pt x="341" y="388"/>
                </a:lnTo>
                <a:lnTo>
                  <a:pt x="332" y="389"/>
                </a:lnTo>
                <a:lnTo>
                  <a:pt x="323" y="390"/>
                </a:lnTo>
                <a:lnTo>
                  <a:pt x="315" y="391"/>
                </a:lnTo>
                <a:lnTo>
                  <a:pt x="306" y="391"/>
                </a:lnTo>
                <a:lnTo>
                  <a:pt x="297" y="392"/>
                </a:lnTo>
                <a:lnTo>
                  <a:pt x="287" y="392"/>
                </a:lnTo>
                <a:lnTo>
                  <a:pt x="278" y="392"/>
                </a:lnTo>
                <a:lnTo>
                  <a:pt x="269" y="391"/>
                </a:lnTo>
                <a:lnTo>
                  <a:pt x="260" y="391"/>
                </a:lnTo>
                <a:lnTo>
                  <a:pt x="251" y="390"/>
                </a:lnTo>
                <a:lnTo>
                  <a:pt x="243" y="389"/>
                </a:lnTo>
                <a:lnTo>
                  <a:pt x="234" y="388"/>
                </a:lnTo>
                <a:lnTo>
                  <a:pt x="225" y="387"/>
                </a:lnTo>
                <a:lnTo>
                  <a:pt x="216" y="386"/>
                </a:lnTo>
                <a:lnTo>
                  <a:pt x="207" y="384"/>
                </a:lnTo>
                <a:lnTo>
                  <a:pt x="199" y="382"/>
                </a:lnTo>
                <a:lnTo>
                  <a:pt x="190" y="380"/>
                </a:lnTo>
                <a:lnTo>
                  <a:pt x="182" y="378"/>
                </a:lnTo>
                <a:lnTo>
                  <a:pt x="173" y="376"/>
                </a:lnTo>
                <a:lnTo>
                  <a:pt x="165" y="373"/>
                </a:lnTo>
                <a:lnTo>
                  <a:pt x="157" y="370"/>
                </a:lnTo>
                <a:lnTo>
                  <a:pt x="149" y="368"/>
                </a:lnTo>
                <a:lnTo>
                  <a:pt x="141" y="364"/>
                </a:lnTo>
                <a:lnTo>
                  <a:pt x="134" y="361"/>
                </a:lnTo>
                <a:lnTo>
                  <a:pt x="126" y="358"/>
                </a:lnTo>
                <a:lnTo>
                  <a:pt x="119" y="354"/>
                </a:lnTo>
                <a:lnTo>
                  <a:pt x="111" y="351"/>
                </a:lnTo>
                <a:lnTo>
                  <a:pt x="104" y="347"/>
                </a:lnTo>
                <a:lnTo>
                  <a:pt x="98" y="343"/>
                </a:lnTo>
                <a:lnTo>
                  <a:pt x="91" y="339"/>
                </a:lnTo>
                <a:lnTo>
                  <a:pt x="84" y="334"/>
                </a:lnTo>
                <a:lnTo>
                  <a:pt x="78" y="330"/>
                </a:lnTo>
                <a:lnTo>
                  <a:pt x="72" y="325"/>
                </a:lnTo>
                <a:lnTo>
                  <a:pt x="66" y="321"/>
                </a:lnTo>
                <a:lnTo>
                  <a:pt x="61" y="316"/>
                </a:lnTo>
                <a:lnTo>
                  <a:pt x="55" y="311"/>
                </a:lnTo>
                <a:lnTo>
                  <a:pt x="50" y="306"/>
                </a:lnTo>
                <a:lnTo>
                  <a:pt x="45" y="301"/>
                </a:lnTo>
                <a:lnTo>
                  <a:pt x="40" y="296"/>
                </a:lnTo>
                <a:lnTo>
                  <a:pt x="36" y="290"/>
                </a:lnTo>
                <a:lnTo>
                  <a:pt x="32" y="285"/>
                </a:lnTo>
                <a:lnTo>
                  <a:pt x="28" y="279"/>
                </a:lnTo>
                <a:lnTo>
                  <a:pt x="24" y="274"/>
                </a:lnTo>
                <a:lnTo>
                  <a:pt x="20" y="268"/>
                </a:lnTo>
                <a:lnTo>
                  <a:pt x="17" y="262"/>
                </a:lnTo>
                <a:lnTo>
                  <a:pt x="14" y="257"/>
                </a:lnTo>
                <a:lnTo>
                  <a:pt x="12" y="251"/>
                </a:lnTo>
                <a:lnTo>
                  <a:pt x="9" y="245"/>
                </a:lnTo>
                <a:lnTo>
                  <a:pt x="7" y="239"/>
                </a:lnTo>
                <a:lnTo>
                  <a:pt x="5" y="233"/>
                </a:lnTo>
                <a:lnTo>
                  <a:pt x="4" y="227"/>
                </a:lnTo>
                <a:lnTo>
                  <a:pt x="3" y="221"/>
                </a:lnTo>
                <a:lnTo>
                  <a:pt x="2" y="215"/>
                </a:lnTo>
                <a:lnTo>
                  <a:pt x="1" y="209"/>
                </a:lnTo>
                <a:lnTo>
                  <a:pt x="0" y="202"/>
                </a:lnTo>
                <a:lnTo>
                  <a:pt x="0" y="196"/>
                </a:lnTo>
                <a:lnTo>
                  <a:pt x="0" y="190"/>
                </a:lnTo>
                <a:lnTo>
                  <a:pt x="1" y="184"/>
                </a:lnTo>
                <a:lnTo>
                  <a:pt x="2" y="178"/>
                </a:lnTo>
                <a:lnTo>
                  <a:pt x="3" y="172"/>
                </a:lnTo>
                <a:lnTo>
                  <a:pt x="4" y="166"/>
                </a:lnTo>
                <a:lnTo>
                  <a:pt x="5" y="160"/>
                </a:lnTo>
                <a:lnTo>
                  <a:pt x="7" y="154"/>
                </a:lnTo>
                <a:lnTo>
                  <a:pt x="9" y="148"/>
                </a:lnTo>
                <a:lnTo>
                  <a:pt x="12" y="142"/>
                </a:lnTo>
                <a:lnTo>
                  <a:pt x="14" y="136"/>
                </a:lnTo>
                <a:lnTo>
                  <a:pt x="17" y="130"/>
                </a:lnTo>
                <a:lnTo>
                  <a:pt x="20" y="124"/>
                </a:lnTo>
                <a:lnTo>
                  <a:pt x="24" y="119"/>
                </a:lnTo>
                <a:lnTo>
                  <a:pt x="28" y="113"/>
                </a:lnTo>
                <a:lnTo>
                  <a:pt x="32" y="108"/>
                </a:lnTo>
                <a:lnTo>
                  <a:pt x="36" y="102"/>
                </a:lnTo>
                <a:lnTo>
                  <a:pt x="40" y="97"/>
                </a:lnTo>
                <a:lnTo>
                  <a:pt x="45" y="92"/>
                </a:lnTo>
                <a:lnTo>
                  <a:pt x="50" y="86"/>
                </a:lnTo>
                <a:lnTo>
                  <a:pt x="55" y="81"/>
                </a:lnTo>
                <a:lnTo>
                  <a:pt x="61" y="76"/>
                </a:lnTo>
                <a:lnTo>
                  <a:pt x="66" y="72"/>
                </a:lnTo>
                <a:lnTo>
                  <a:pt x="72" y="67"/>
                </a:lnTo>
                <a:lnTo>
                  <a:pt x="78" y="62"/>
                </a:lnTo>
                <a:lnTo>
                  <a:pt x="84" y="58"/>
                </a:lnTo>
                <a:lnTo>
                  <a:pt x="91" y="54"/>
                </a:lnTo>
                <a:lnTo>
                  <a:pt x="98" y="50"/>
                </a:lnTo>
                <a:lnTo>
                  <a:pt x="104" y="46"/>
                </a:lnTo>
                <a:lnTo>
                  <a:pt x="111" y="42"/>
                </a:lnTo>
                <a:lnTo>
                  <a:pt x="119" y="38"/>
                </a:lnTo>
                <a:lnTo>
                  <a:pt x="126" y="35"/>
                </a:lnTo>
                <a:lnTo>
                  <a:pt x="134" y="30"/>
                </a:lnTo>
                <a:lnTo>
                  <a:pt x="141" y="27"/>
                </a:lnTo>
                <a:lnTo>
                  <a:pt x="149" y="24"/>
                </a:lnTo>
                <a:lnTo>
                  <a:pt x="157" y="21"/>
                </a:lnTo>
                <a:lnTo>
                  <a:pt x="165" y="18"/>
                </a:lnTo>
                <a:lnTo>
                  <a:pt x="173" y="16"/>
                </a:lnTo>
                <a:lnTo>
                  <a:pt x="182" y="14"/>
                </a:lnTo>
                <a:lnTo>
                  <a:pt x="190" y="11"/>
                </a:lnTo>
                <a:lnTo>
                  <a:pt x="199" y="9"/>
                </a:lnTo>
                <a:lnTo>
                  <a:pt x="207" y="8"/>
                </a:lnTo>
                <a:lnTo>
                  <a:pt x="216" y="6"/>
                </a:lnTo>
                <a:lnTo>
                  <a:pt x="225" y="5"/>
                </a:lnTo>
                <a:lnTo>
                  <a:pt x="234" y="3"/>
                </a:lnTo>
                <a:lnTo>
                  <a:pt x="243" y="2"/>
                </a:lnTo>
                <a:lnTo>
                  <a:pt x="251" y="1"/>
                </a:lnTo>
                <a:lnTo>
                  <a:pt x="260" y="1"/>
                </a:lnTo>
                <a:lnTo>
                  <a:pt x="269" y="0"/>
                </a:lnTo>
                <a:lnTo>
                  <a:pt x="278" y="0"/>
                </a:lnTo>
                <a:lnTo>
                  <a:pt x="287" y="0"/>
                </a:lnTo>
                <a:lnTo>
                  <a:pt x="297" y="0"/>
                </a:lnTo>
                <a:lnTo>
                  <a:pt x="306" y="0"/>
                </a:lnTo>
                <a:lnTo>
                  <a:pt x="315" y="1"/>
                </a:lnTo>
                <a:lnTo>
                  <a:pt x="323" y="1"/>
                </a:lnTo>
                <a:lnTo>
                  <a:pt x="332" y="2"/>
                </a:lnTo>
                <a:lnTo>
                  <a:pt x="341" y="3"/>
                </a:lnTo>
                <a:lnTo>
                  <a:pt x="350" y="5"/>
                </a:lnTo>
                <a:lnTo>
                  <a:pt x="359" y="6"/>
                </a:lnTo>
                <a:lnTo>
                  <a:pt x="368" y="8"/>
                </a:lnTo>
                <a:lnTo>
                  <a:pt x="376" y="9"/>
                </a:lnTo>
                <a:lnTo>
                  <a:pt x="385" y="11"/>
                </a:lnTo>
                <a:lnTo>
                  <a:pt x="393" y="14"/>
                </a:lnTo>
                <a:lnTo>
                  <a:pt x="402" y="16"/>
                </a:lnTo>
                <a:lnTo>
                  <a:pt x="410" y="18"/>
                </a:lnTo>
                <a:lnTo>
                  <a:pt x="418" y="21"/>
                </a:lnTo>
                <a:lnTo>
                  <a:pt x="426" y="24"/>
                </a:lnTo>
                <a:lnTo>
                  <a:pt x="434" y="27"/>
                </a:lnTo>
                <a:lnTo>
                  <a:pt x="441" y="30"/>
                </a:lnTo>
                <a:lnTo>
                  <a:pt x="449" y="35"/>
                </a:lnTo>
                <a:lnTo>
                  <a:pt x="456" y="38"/>
                </a:lnTo>
                <a:lnTo>
                  <a:pt x="463" y="42"/>
                </a:lnTo>
                <a:lnTo>
                  <a:pt x="471" y="46"/>
                </a:lnTo>
                <a:lnTo>
                  <a:pt x="477" y="50"/>
                </a:lnTo>
                <a:lnTo>
                  <a:pt x="484" y="54"/>
                </a:lnTo>
                <a:lnTo>
                  <a:pt x="491" y="58"/>
                </a:lnTo>
                <a:lnTo>
                  <a:pt x="497" y="62"/>
                </a:lnTo>
                <a:lnTo>
                  <a:pt x="503" y="67"/>
                </a:lnTo>
                <a:lnTo>
                  <a:pt x="509" y="72"/>
                </a:lnTo>
                <a:lnTo>
                  <a:pt x="514" y="76"/>
                </a:lnTo>
                <a:lnTo>
                  <a:pt x="520" y="81"/>
                </a:lnTo>
                <a:lnTo>
                  <a:pt x="525" y="86"/>
                </a:lnTo>
                <a:lnTo>
                  <a:pt x="530" y="92"/>
                </a:lnTo>
                <a:lnTo>
                  <a:pt x="535" y="97"/>
                </a:lnTo>
                <a:lnTo>
                  <a:pt x="539" y="102"/>
                </a:lnTo>
                <a:lnTo>
                  <a:pt x="543" y="108"/>
                </a:lnTo>
                <a:lnTo>
                  <a:pt x="547" y="113"/>
                </a:lnTo>
                <a:lnTo>
                  <a:pt x="551" y="119"/>
                </a:lnTo>
                <a:lnTo>
                  <a:pt x="554" y="124"/>
                </a:lnTo>
                <a:lnTo>
                  <a:pt x="558" y="130"/>
                </a:lnTo>
                <a:lnTo>
                  <a:pt x="561" y="136"/>
                </a:lnTo>
                <a:lnTo>
                  <a:pt x="563" y="142"/>
                </a:lnTo>
                <a:lnTo>
                  <a:pt x="566" y="148"/>
                </a:lnTo>
                <a:lnTo>
                  <a:pt x="568" y="154"/>
                </a:lnTo>
                <a:lnTo>
                  <a:pt x="570" y="160"/>
                </a:lnTo>
                <a:lnTo>
                  <a:pt x="571" y="166"/>
                </a:lnTo>
                <a:lnTo>
                  <a:pt x="572" y="172"/>
                </a:lnTo>
                <a:lnTo>
                  <a:pt x="574" y="178"/>
                </a:lnTo>
                <a:lnTo>
                  <a:pt x="575" y="184"/>
                </a:lnTo>
                <a:lnTo>
                  <a:pt x="576" y="190"/>
                </a:lnTo>
                <a:lnTo>
                  <a:pt x="576" y="196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7" name=""/>
          <p:cNvSpPr/>
          <p:nvPr/>
        </p:nvSpPr>
        <p:spPr>
          <a:xfrm>
            <a:off x="7953480" y="2865240"/>
            <a:ext cx="212400" cy="144720"/>
          </a:xfrm>
          <a:custGeom>
            <a:avLst/>
            <a:gdLst/>
            <a:ahLst/>
            <a:rect l="0" t="0" r="r" b="b"/>
            <a:pathLst>
              <a:path w="590" h="402">
                <a:moveTo>
                  <a:pt x="582" y="200"/>
                </a:moveTo>
                <a:lnTo>
                  <a:pt x="582" y="194"/>
                </a:lnTo>
                <a:lnTo>
                  <a:pt x="581" y="188"/>
                </a:lnTo>
                <a:lnTo>
                  <a:pt x="580" y="182"/>
                </a:lnTo>
                <a:lnTo>
                  <a:pt x="579" y="176"/>
                </a:lnTo>
                <a:lnTo>
                  <a:pt x="578" y="170"/>
                </a:lnTo>
                <a:lnTo>
                  <a:pt x="577" y="164"/>
                </a:lnTo>
                <a:lnTo>
                  <a:pt x="575" y="158"/>
                </a:lnTo>
                <a:lnTo>
                  <a:pt x="573" y="152"/>
                </a:lnTo>
                <a:lnTo>
                  <a:pt x="570" y="146"/>
                </a:lnTo>
                <a:lnTo>
                  <a:pt x="568" y="140"/>
                </a:lnTo>
                <a:lnTo>
                  <a:pt x="565" y="134"/>
                </a:lnTo>
                <a:lnTo>
                  <a:pt x="561" y="128"/>
                </a:lnTo>
                <a:lnTo>
                  <a:pt x="558" y="123"/>
                </a:lnTo>
                <a:lnTo>
                  <a:pt x="554" y="117"/>
                </a:lnTo>
                <a:lnTo>
                  <a:pt x="550" y="112"/>
                </a:lnTo>
                <a:lnTo>
                  <a:pt x="546" y="106"/>
                </a:lnTo>
                <a:lnTo>
                  <a:pt x="542" y="101"/>
                </a:lnTo>
                <a:lnTo>
                  <a:pt x="537" y="96"/>
                </a:lnTo>
                <a:lnTo>
                  <a:pt x="532" y="90"/>
                </a:lnTo>
                <a:lnTo>
                  <a:pt x="527" y="85"/>
                </a:lnTo>
                <a:lnTo>
                  <a:pt x="521" y="80"/>
                </a:lnTo>
                <a:lnTo>
                  <a:pt x="516" y="76"/>
                </a:lnTo>
                <a:lnTo>
                  <a:pt x="510" y="71"/>
                </a:lnTo>
                <a:lnTo>
                  <a:pt x="504" y="66"/>
                </a:lnTo>
                <a:lnTo>
                  <a:pt x="498" y="62"/>
                </a:lnTo>
                <a:lnTo>
                  <a:pt x="491" y="58"/>
                </a:lnTo>
                <a:lnTo>
                  <a:pt x="484" y="54"/>
                </a:lnTo>
                <a:lnTo>
                  <a:pt x="478" y="50"/>
                </a:lnTo>
                <a:lnTo>
                  <a:pt x="470" y="46"/>
                </a:lnTo>
                <a:lnTo>
                  <a:pt x="463" y="42"/>
                </a:lnTo>
                <a:lnTo>
                  <a:pt x="456" y="39"/>
                </a:lnTo>
                <a:lnTo>
                  <a:pt x="448" y="35"/>
                </a:lnTo>
                <a:lnTo>
                  <a:pt x="441" y="32"/>
                </a:lnTo>
                <a:lnTo>
                  <a:pt x="433" y="29"/>
                </a:lnTo>
                <a:lnTo>
                  <a:pt x="425" y="26"/>
                </a:lnTo>
                <a:lnTo>
                  <a:pt x="417" y="23"/>
                </a:lnTo>
                <a:lnTo>
                  <a:pt x="409" y="21"/>
                </a:lnTo>
                <a:lnTo>
                  <a:pt x="400" y="19"/>
                </a:lnTo>
                <a:lnTo>
                  <a:pt x="392" y="16"/>
                </a:lnTo>
                <a:lnTo>
                  <a:pt x="383" y="14"/>
                </a:lnTo>
                <a:lnTo>
                  <a:pt x="375" y="13"/>
                </a:lnTo>
                <a:lnTo>
                  <a:pt x="366" y="11"/>
                </a:lnTo>
                <a:lnTo>
                  <a:pt x="357" y="10"/>
                </a:lnTo>
                <a:lnTo>
                  <a:pt x="348" y="8"/>
                </a:lnTo>
                <a:lnTo>
                  <a:pt x="339" y="7"/>
                </a:lnTo>
                <a:lnTo>
                  <a:pt x="330" y="6"/>
                </a:lnTo>
                <a:lnTo>
                  <a:pt x="322" y="6"/>
                </a:lnTo>
                <a:lnTo>
                  <a:pt x="313" y="5"/>
                </a:lnTo>
                <a:lnTo>
                  <a:pt x="304" y="5"/>
                </a:lnTo>
                <a:lnTo>
                  <a:pt x="294" y="5"/>
                </a:lnTo>
                <a:lnTo>
                  <a:pt x="285" y="5"/>
                </a:lnTo>
                <a:lnTo>
                  <a:pt x="276" y="5"/>
                </a:lnTo>
                <a:lnTo>
                  <a:pt x="267" y="6"/>
                </a:lnTo>
                <a:lnTo>
                  <a:pt x="258" y="6"/>
                </a:lnTo>
                <a:lnTo>
                  <a:pt x="250" y="7"/>
                </a:lnTo>
                <a:lnTo>
                  <a:pt x="241" y="8"/>
                </a:lnTo>
                <a:lnTo>
                  <a:pt x="232" y="10"/>
                </a:lnTo>
                <a:lnTo>
                  <a:pt x="223" y="11"/>
                </a:lnTo>
                <a:lnTo>
                  <a:pt x="214" y="13"/>
                </a:lnTo>
                <a:lnTo>
                  <a:pt x="206" y="14"/>
                </a:lnTo>
                <a:lnTo>
                  <a:pt x="197" y="16"/>
                </a:lnTo>
                <a:lnTo>
                  <a:pt x="189" y="19"/>
                </a:lnTo>
                <a:lnTo>
                  <a:pt x="180" y="21"/>
                </a:lnTo>
                <a:lnTo>
                  <a:pt x="172" y="23"/>
                </a:lnTo>
                <a:lnTo>
                  <a:pt x="164" y="26"/>
                </a:lnTo>
                <a:lnTo>
                  <a:pt x="156" y="29"/>
                </a:lnTo>
                <a:lnTo>
                  <a:pt x="148" y="32"/>
                </a:lnTo>
                <a:lnTo>
                  <a:pt x="141" y="35"/>
                </a:lnTo>
                <a:lnTo>
                  <a:pt x="133" y="39"/>
                </a:lnTo>
                <a:lnTo>
                  <a:pt x="126" y="42"/>
                </a:lnTo>
                <a:lnTo>
                  <a:pt x="118" y="46"/>
                </a:lnTo>
                <a:lnTo>
                  <a:pt x="111" y="50"/>
                </a:lnTo>
                <a:lnTo>
                  <a:pt x="105" y="54"/>
                </a:lnTo>
                <a:lnTo>
                  <a:pt x="98" y="58"/>
                </a:lnTo>
                <a:lnTo>
                  <a:pt x="91" y="62"/>
                </a:lnTo>
                <a:lnTo>
                  <a:pt x="85" y="66"/>
                </a:lnTo>
                <a:lnTo>
                  <a:pt x="79" y="71"/>
                </a:lnTo>
                <a:lnTo>
                  <a:pt x="73" y="76"/>
                </a:lnTo>
                <a:lnTo>
                  <a:pt x="68" y="80"/>
                </a:lnTo>
                <a:lnTo>
                  <a:pt x="62" y="85"/>
                </a:lnTo>
                <a:lnTo>
                  <a:pt x="57" y="90"/>
                </a:lnTo>
                <a:lnTo>
                  <a:pt x="52" y="96"/>
                </a:lnTo>
                <a:lnTo>
                  <a:pt x="47" y="101"/>
                </a:lnTo>
                <a:lnTo>
                  <a:pt x="43" y="106"/>
                </a:lnTo>
                <a:lnTo>
                  <a:pt x="39" y="112"/>
                </a:lnTo>
                <a:lnTo>
                  <a:pt x="35" y="117"/>
                </a:lnTo>
                <a:lnTo>
                  <a:pt x="31" y="123"/>
                </a:lnTo>
                <a:lnTo>
                  <a:pt x="27" y="128"/>
                </a:lnTo>
                <a:lnTo>
                  <a:pt x="24" y="134"/>
                </a:lnTo>
                <a:lnTo>
                  <a:pt x="21" y="140"/>
                </a:lnTo>
                <a:lnTo>
                  <a:pt x="19" y="146"/>
                </a:lnTo>
                <a:lnTo>
                  <a:pt x="16" y="152"/>
                </a:lnTo>
                <a:lnTo>
                  <a:pt x="14" y="158"/>
                </a:lnTo>
                <a:lnTo>
                  <a:pt x="12" y="164"/>
                </a:lnTo>
                <a:lnTo>
                  <a:pt x="11" y="170"/>
                </a:lnTo>
                <a:lnTo>
                  <a:pt x="10" y="176"/>
                </a:lnTo>
                <a:lnTo>
                  <a:pt x="9" y="182"/>
                </a:lnTo>
                <a:lnTo>
                  <a:pt x="8" y="188"/>
                </a:lnTo>
                <a:lnTo>
                  <a:pt x="7" y="194"/>
                </a:lnTo>
                <a:lnTo>
                  <a:pt x="7" y="200"/>
                </a:lnTo>
                <a:lnTo>
                  <a:pt x="7" y="206"/>
                </a:lnTo>
                <a:lnTo>
                  <a:pt x="8" y="213"/>
                </a:lnTo>
                <a:lnTo>
                  <a:pt x="9" y="219"/>
                </a:lnTo>
                <a:lnTo>
                  <a:pt x="10" y="225"/>
                </a:lnTo>
                <a:lnTo>
                  <a:pt x="11" y="231"/>
                </a:lnTo>
                <a:lnTo>
                  <a:pt x="12" y="237"/>
                </a:lnTo>
                <a:lnTo>
                  <a:pt x="14" y="243"/>
                </a:lnTo>
                <a:lnTo>
                  <a:pt x="16" y="249"/>
                </a:lnTo>
                <a:lnTo>
                  <a:pt x="19" y="255"/>
                </a:lnTo>
                <a:lnTo>
                  <a:pt x="21" y="261"/>
                </a:lnTo>
                <a:lnTo>
                  <a:pt x="24" y="267"/>
                </a:lnTo>
                <a:lnTo>
                  <a:pt x="27" y="273"/>
                </a:lnTo>
                <a:lnTo>
                  <a:pt x="31" y="279"/>
                </a:lnTo>
                <a:lnTo>
                  <a:pt x="35" y="284"/>
                </a:lnTo>
                <a:lnTo>
                  <a:pt x="39" y="290"/>
                </a:lnTo>
                <a:lnTo>
                  <a:pt x="43" y="295"/>
                </a:lnTo>
                <a:lnTo>
                  <a:pt x="47" y="301"/>
                </a:lnTo>
                <a:lnTo>
                  <a:pt x="52" y="306"/>
                </a:lnTo>
                <a:lnTo>
                  <a:pt x="57" y="311"/>
                </a:lnTo>
                <a:lnTo>
                  <a:pt x="62" y="316"/>
                </a:lnTo>
                <a:lnTo>
                  <a:pt x="68" y="321"/>
                </a:lnTo>
                <a:lnTo>
                  <a:pt x="73" y="326"/>
                </a:lnTo>
                <a:lnTo>
                  <a:pt x="79" y="330"/>
                </a:lnTo>
                <a:lnTo>
                  <a:pt x="85" y="335"/>
                </a:lnTo>
                <a:lnTo>
                  <a:pt x="91" y="339"/>
                </a:lnTo>
                <a:lnTo>
                  <a:pt x="98" y="344"/>
                </a:lnTo>
                <a:lnTo>
                  <a:pt x="105" y="348"/>
                </a:lnTo>
                <a:lnTo>
                  <a:pt x="111" y="352"/>
                </a:lnTo>
                <a:lnTo>
                  <a:pt x="118" y="356"/>
                </a:lnTo>
                <a:lnTo>
                  <a:pt x="126" y="359"/>
                </a:lnTo>
                <a:lnTo>
                  <a:pt x="133" y="363"/>
                </a:lnTo>
                <a:lnTo>
                  <a:pt x="141" y="366"/>
                </a:lnTo>
                <a:lnTo>
                  <a:pt x="148" y="369"/>
                </a:lnTo>
                <a:lnTo>
                  <a:pt x="156" y="373"/>
                </a:lnTo>
                <a:lnTo>
                  <a:pt x="164" y="375"/>
                </a:lnTo>
                <a:lnTo>
                  <a:pt x="172" y="378"/>
                </a:lnTo>
                <a:lnTo>
                  <a:pt x="180" y="381"/>
                </a:lnTo>
                <a:lnTo>
                  <a:pt x="189" y="383"/>
                </a:lnTo>
                <a:lnTo>
                  <a:pt x="197" y="385"/>
                </a:lnTo>
                <a:lnTo>
                  <a:pt x="206" y="387"/>
                </a:lnTo>
                <a:lnTo>
                  <a:pt x="214" y="389"/>
                </a:lnTo>
                <a:lnTo>
                  <a:pt x="223" y="391"/>
                </a:lnTo>
                <a:lnTo>
                  <a:pt x="232" y="392"/>
                </a:lnTo>
                <a:lnTo>
                  <a:pt x="241" y="393"/>
                </a:lnTo>
                <a:lnTo>
                  <a:pt x="250" y="394"/>
                </a:lnTo>
                <a:lnTo>
                  <a:pt x="258" y="395"/>
                </a:lnTo>
                <a:lnTo>
                  <a:pt x="267" y="396"/>
                </a:lnTo>
                <a:lnTo>
                  <a:pt x="276" y="396"/>
                </a:lnTo>
                <a:lnTo>
                  <a:pt x="285" y="397"/>
                </a:lnTo>
                <a:lnTo>
                  <a:pt x="294" y="397"/>
                </a:lnTo>
                <a:lnTo>
                  <a:pt x="304" y="397"/>
                </a:lnTo>
                <a:lnTo>
                  <a:pt x="313" y="396"/>
                </a:lnTo>
                <a:lnTo>
                  <a:pt x="322" y="396"/>
                </a:lnTo>
                <a:lnTo>
                  <a:pt x="330" y="395"/>
                </a:lnTo>
                <a:lnTo>
                  <a:pt x="339" y="394"/>
                </a:lnTo>
                <a:lnTo>
                  <a:pt x="348" y="393"/>
                </a:lnTo>
                <a:lnTo>
                  <a:pt x="357" y="392"/>
                </a:lnTo>
                <a:lnTo>
                  <a:pt x="366" y="391"/>
                </a:lnTo>
                <a:lnTo>
                  <a:pt x="375" y="389"/>
                </a:lnTo>
                <a:lnTo>
                  <a:pt x="383" y="387"/>
                </a:lnTo>
                <a:lnTo>
                  <a:pt x="392" y="385"/>
                </a:lnTo>
                <a:lnTo>
                  <a:pt x="400" y="383"/>
                </a:lnTo>
                <a:lnTo>
                  <a:pt x="409" y="381"/>
                </a:lnTo>
                <a:lnTo>
                  <a:pt x="417" y="378"/>
                </a:lnTo>
                <a:lnTo>
                  <a:pt x="425" y="375"/>
                </a:lnTo>
                <a:lnTo>
                  <a:pt x="433" y="373"/>
                </a:lnTo>
                <a:lnTo>
                  <a:pt x="441" y="369"/>
                </a:lnTo>
                <a:lnTo>
                  <a:pt x="448" y="366"/>
                </a:lnTo>
                <a:lnTo>
                  <a:pt x="456" y="363"/>
                </a:lnTo>
                <a:lnTo>
                  <a:pt x="463" y="359"/>
                </a:lnTo>
                <a:lnTo>
                  <a:pt x="470" y="356"/>
                </a:lnTo>
                <a:lnTo>
                  <a:pt x="478" y="352"/>
                </a:lnTo>
                <a:lnTo>
                  <a:pt x="484" y="348"/>
                </a:lnTo>
                <a:lnTo>
                  <a:pt x="491" y="344"/>
                </a:lnTo>
                <a:lnTo>
                  <a:pt x="498" y="339"/>
                </a:lnTo>
                <a:lnTo>
                  <a:pt x="504" y="335"/>
                </a:lnTo>
                <a:lnTo>
                  <a:pt x="510" y="330"/>
                </a:lnTo>
                <a:lnTo>
                  <a:pt x="516" y="326"/>
                </a:lnTo>
                <a:lnTo>
                  <a:pt x="521" y="321"/>
                </a:lnTo>
                <a:lnTo>
                  <a:pt x="527" y="316"/>
                </a:lnTo>
                <a:lnTo>
                  <a:pt x="532" y="311"/>
                </a:lnTo>
                <a:lnTo>
                  <a:pt x="537" y="306"/>
                </a:lnTo>
                <a:lnTo>
                  <a:pt x="542" y="301"/>
                </a:lnTo>
                <a:lnTo>
                  <a:pt x="546" y="295"/>
                </a:lnTo>
                <a:lnTo>
                  <a:pt x="550" y="290"/>
                </a:lnTo>
                <a:lnTo>
                  <a:pt x="554" y="284"/>
                </a:lnTo>
                <a:lnTo>
                  <a:pt x="558" y="279"/>
                </a:lnTo>
                <a:lnTo>
                  <a:pt x="561" y="273"/>
                </a:lnTo>
                <a:lnTo>
                  <a:pt x="565" y="267"/>
                </a:lnTo>
                <a:lnTo>
                  <a:pt x="568" y="261"/>
                </a:lnTo>
                <a:lnTo>
                  <a:pt x="570" y="255"/>
                </a:lnTo>
                <a:lnTo>
                  <a:pt x="573" y="249"/>
                </a:lnTo>
                <a:lnTo>
                  <a:pt x="575" y="243"/>
                </a:lnTo>
                <a:lnTo>
                  <a:pt x="577" y="237"/>
                </a:lnTo>
                <a:lnTo>
                  <a:pt x="578" y="231"/>
                </a:lnTo>
                <a:lnTo>
                  <a:pt x="579" y="225"/>
                </a:lnTo>
                <a:lnTo>
                  <a:pt x="580" y="219"/>
                </a:lnTo>
                <a:lnTo>
                  <a:pt x="581" y="213"/>
                </a:lnTo>
                <a:lnTo>
                  <a:pt x="582" y="206"/>
                </a:lnTo>
                <a:lnTo>
                  <a:pt x="582" y="200"/>
                </a:lnTo>
                <a:moveTo>
                  <a:pt x="590" y="200"/>
                </a:moveTo>
                <a:lnTo>
                  <a:pt x="590" y="207"/>
                </a:lnTo>
                <a:lnTo>
                  <a:pt x="590" y="213"/>
                </a:lnTo>
                <a:lnTo>
                  <a:pt x="589" y="219"/>
                </a:lnTo>
                <a:lnTo>
                  <a:pt x="588" y="225"/>
                </a:lnTo>
                <a:lnTo>
                  <a:pt x="587" y="232"/>
                </a:lnTo>
                <a:lnTo>
                  <a:pt x="585" y="238"/>
                </a:lnTo>
                <a:lnTo>
                  <a:pt x="582" y="244"/>
                </a:lnTo>
                <a:lnTo>
                  <a:pt x="580" y="250"/>
                </a:lnTo>
                <a:lnTo>
                  <a:pt x="578" y="256"/>
                </a:lnTo>
                <a:lnTo>
                  <a:pt x="575" y="263"/>
                </a:lnTo>
                <a:lnTo>
                  <a:pt x="572" y="269"/>
                </a:lnTo>
                <a:lnTo>
                  <a:pt x="569" y="275"/>
                </a:lnTo>
                <a:lnTo>
                  <a:pt x="565" y="281"/>
                </a:lnTo>
                <a:lnTo>
                  <a:pt x="561" y="287"/>
                </a:lnTo>
                <a:lnTo>
                  <a:pt x="557" y="292"/>
                </a:lnTo>
                <a:lnTo>
                  <a:pt x="553" y="298"/>
                </a:lnTo>
                <a:lnTo>
                  <a:pt x="548" y="303"/>
                </a:lnTo>
                <a:lnTo>
                  <a:pt x="543" y="309"/>
                </a:lnTo>
                <a:lnTo>
                  <a:pt x="538" y="314"/>
                </a:lnTo>
                <a:lnTo>
                  <a:pt x="533" y="319"/>
                </a:lnTo>
                <a:lnTo>
                  <a:pt x="527" y="324"/>
                </a:lnTo>
                <a:lnTo>
                  <a:pt x="522" y="329"/>
                </a:lnTo>
                <a:lnTo>
                  <a:pt x="516" y="334"/>
                </a:lnTo>
                <a:lnTo>
                  <a:pt x="509" y="339"/>
                </a:lnTo>
                <a:lnTo>
                  <a:pt x="503" y="343"/>
                </a:lnTo>
                <a:lnTo>
                  <a:pt x="496" y="347"/>
                </a:lnTo>
                <a:lnTo>
                  <a:pt x="489" y="352"/>
                </a:lnTo>
                <a:lnTo>
                  <a:pt x="482" y="356"/>
                </a:lnTo>
                <a:lnTo>
                  <a:pt x="475" y="360"/>
                </a:lnTo>
                <a:lnTo>
                  <a:pt x="468" y="364"/>
                </a:lnTo>
                <a:lnTo>
                  <a:pt x="460" y="367"/>
                </a:lnTo>
                <a:lnTo>
                  <a:pt x="452" y="371"/>
                </a:lnTo>
                <a:lnTo>
                  <a:pt x="445" y="374"/>
                </a:lnTo>
                <a:lnTo>
                  <a:pt x="436" y="377"/>
                </a:lnTo>
                <a:lnTo>
                  <a:pt x="428" y="380"/>
                </a:lnTo>
                <a:lnTo>
                  <a:pt x="420" y="383"/>
                </a:lnTo>
                <a:lnTo>
                  <a:pt x="412" y="385"/>
                </a:lnTo>
                <a:lnTo>
                  <a:pt x="403" y="388"/>
                </a:lnTo>
                <a:lnTo>
                  <a:pt x="394" y="390"/>
                </a:lnTo>
                <a:lnTo>
                  <a:pt x="386" y="392"/>
                </a:lnTo>
                <a:lnTo>
                  <a:pt x="377" y="394"/>
                </a:lnTo>
                <a:lnTo>
                  <a:pt x="368" y="396"/>
                </a:lnTo>
                <a:lnTo>
                  <a:pt x="359" y="397"/>
                </a:lnTo>
                <a:lnTo>
                  <a:pt x="350" y="398"/>
                </a:lnTo>
                <a:lnTo>
                  <a:pt x="341" y="399"/>
                </a:lnTo>
                <a:lnTo>
                  <a:pt x="331" y="400"/>
                </a:lnTo>
                <a:lnTo>
                  <a:pt x="322" y="401"/>
                </a:lnTo>
                <a:lnTo>
                  <a:pt x="313" y="401"/>
                </a:lnTo>
                <a:lnTo>
                  <a:pt x="304" y="402"/>
                </a:lnTo>
                <a:lnTo>
                  <a:pt x="294" y="402"/>
                </a:lnTo>
                <a:lnTo>
                  <a:pt x="285" y="402"/>
                </a:lnTo>
                <a:lnTo>
                  <a:pt x="276" y="401"/>
                </a:lnTo>
                <a:lnTo>
                  <a:pt x="267" y="401"/>
                </a:lnTo>
                <a:lnTo>
                  <a:pt x="258" y="400"/>
                </a:lnTo>
                <a:lnTo>
                  <a:pt x="248" y="399"/>
                </a:lnTo>
                <a:lnTo>
                  <a:pt x="239" y="398"/>
                </a:lnTo>
                <a:lnTo>
                  <a:pt x="230" y="397"/>
                </a:lnTo>
                <a:lnTo>
                  <a:pt x="221" y="396"/>
                </a:lnTo>
                <a:lnTo>
                  <a:pt x="212" y="394"/>
                </a:lnTo>
                <a:lnTo>
                  <a:pt x="203" y="392"/>
                </a:lnTo>
                <a:lnTo>
                  <a:pt x="195" y="390"/>
                </a:lnTo>
                <a:lnTo>
                  <a:pt x="186" y="388"/>
                </a:lnTo>
                <a:lnTo>
                  <a:pt x="177" y="385"/>
                </a:lnTo>
                <a:lnTo>
                  <a:pt x="169" y="383"/>
                </a:lnTo>
                <a:lnTo>
                  <a:pt x="161" y="380"/>
                </a:lnTo>
                <a:lnTo>
                  <a:pt x="152" y="377"/>
                </a:lnTo>
                <a:lnTo>
                  <a:pt x="144" y="374"/>
                </a:lnTo>
                <a:lnTo>
                  <a:pt x="137" y="371"/>
                </a:lnTo>
                <a:lnTo>
                  <a:pt x="129" y="367"/>
                </a:lnTo>
                <a:lnTo>
                  <a:pt x="121" y="364"/>
                </a:lnTo>
                <a:lnTo>
                  <a:pt x="114" y="360"/>
                </a:lnTo>
                <a:lnTo>
                  <a:pt x="107" y="356"/>
                </a:lnTo>
                <a:lnTo>
                  <a:pt x="100" y="352"/>
                </a:lnTo>
                <a:lnTo>
                  <a:pt x="93" y="347"/>
                </a:lnTo>
                <a:lnTo>
                  <a:pt x="86" y="343"/>
                </a:lnTo>
                <a:lnTo>
                  <a:pt x="80" y="339"/>
                </a:lnTo>
                <a:lnTo>
                  <a:pt x="73" y="334"/>
                </a:lnTo>
                <a:lnTo>
                  <a:pt x="67" y="329"/>
                </a:lnTo>
                <a:lnTo>
                  <a:pt x="62" y="324"/>
                </a:lnTo>
                <a:lnTo>
                  <a:pt x="56" y="319"/>
                </a:lnTo>
                <a:lnTo>
                  <a:pt x="51" y="314"/>
                </a:lnTo>
                <a:lnTo>
                  <a:pt x="46" y="309"/>
                </a:lnTo>
                <a:lnTo>
                  <a:pt x="41" y="303"/>
                </a:lnTo>
                <a:lnTo>
                  <a:pt x="36" y="298"/>
                </a:lnTo>
                <a:lnTo>
                  <a:pt x="32" y="292"/>
                </a:lnTo>
                <a:lnTo>
                  <a:pt x="28" y="287"/>
                </a:lnTo>
                <a:lnTo>
                  <a:pt x="24" y="281"/>
                </a:lnTo>
                <a:lnTo>
                  <a:pt x="20" y="275"/>
                </a:lnTo>
                <a:lnTo>
                  <a:pt x="17" y="269"/>
                </a:lnTo>
                <a:lnTo>
                  <a:pt x="14" y="263"/>
                </a:lnTo>
                <a:lnTo>
                  <a:pt x="11" y="256"/>
                </a:lnTo>
                <a:lnTo>
                  <a:pt x="9" y="250"/>
                </a:lnTo>
                <a:lnTo>
                  <a:pt x="7" y="244"/>
                </a:lnTo>
                <a:lnTo>
                  <a:pt x="5" y="238"/>
                </a:lnTo>
                <a:lnTo>
                  <a:pt x="3" y="232"/>
                </a:lnTo>
                <a:lnTo>
                  <a:pt x="2" y="225"/>
                </a:lnTo>
                <a:lnTo>
                  <a:pt x="1" y="219"/>
                </a:lnTo>
                <a:lnTo>
                  <a:pt x="0" y="213"/>
                </a:lnTo>
                <a:lnTo>
                  <a:pt x="0" y="207"/>
                </a:lnTo>
                <a:lnTo>
                  <a:pt x="0" y="200"/>
                </a:lnTo>
                <a:lnTo>
                  <a:pt x="0" y="194"/>
                </a:lnTo>
                <a:lnTo>
                  <a:pt x="0" y="188"/>
                </a:lnTo>
                <a:lnTo>
                  <a:pt x="1" y="181"/>
                </a:lnTo>
                <a:lnTo>
                  <a:pt x="2" y="175"/>
                </a:lnTo>
                <a:lnTo>
                  <a:pt x="3" y="169"/>
                </a:lnTo>
                <a:lnTo>
                  <a:pt x="5" y="163"/>
                </a:lnTo>
                <a:lnTo>
                  <a:pt x="7" y="156"/>
                </a:lnTo>
                <a:lnTo>
                  <a:pt x="9" y="150"/>
                </a:lnTo>
                <a:lnTo>
                  <a:pt x="11" y="144"/>
                </a:lnTo>
                <a:lnTo>
                  <a:pt x="14" y="138"/>
                </a:lnTo>
                <a:lnTo>
                  <a:pt x="17" y="132"/>
                </a:lnTo>
                <a:lnTo>
                  <a:pt x="20" y="126"/>
                </a:lnTo>
                <a:lnTo>
                  <a:pt x="24" y="121"/>
                </a:lnTo>
                <a:lnTo>
                  <a:pt x="28" y="115"/>
                </a:lnTo>
                <a:lnTo>
                  <a:pt x="32" y="109"/>
                </a:lnTo>
                <a:lnTo>
                  <a:pt x="36" y="104"/>
                </a:lnTo>
                <a:lnTo>
                  <a:pt x="41" y="98"/>
                </a:lnTo>
                <a:lnTo>
                  <a:pt x="46" y="93"/>
                </a:lnTo>
                <a:lnTo>
                  <a:pt x="51" y="88"/>
                </a:lnTo>
                <a:lnTo>
                  <a:pt x="56" y="82"/>
                </a:lnTo>
                <a:lnTo>
                  <a:pt x="62" y="77"/>
                </a:lnTo>
                <a:lnTo>
                  <a:pt x="67" y="72"/>
                </a:lnTo>
                <a:lnTo>
                  <a:pt x="73" y="68"/>
                </a:lnTo>
                <a:lnTo>
                  <a:pt x="80" y="63"/>
                </a:lnTo>
                <a:lnTo>
                  <a:pt x="86" y="58"/>
                </a:lnTo>
                <a:lnTo>
                  <a:pt x="93" y="54"/>
                </a:lnTo>
                <a:lnTo>
                  <a:pt x="100" y="50"/>
                </a:lnTo>
                <a:lnTo>
                  <a:pt x="107" y="46"/>
                </a:lnTo>
                <a:lnTo>
                  <a:pt x="114" y="42"/>
                </a:lnTo>
                <a:lnTo>
                  <a:pt x="121" y="38"/>
                </a:lnTo>
                <a:lnTo>
                  <a:pt x="129" y="34"/>
                </a:lnTo>
                <a:lnTo>
                  <a:pt x="137" y="31"/>
                </a:lnTo>
                <a:lnTo>
                  <a:pt x="144" y="28"/>
                </a:lnTo>
                <a:lnTo>
                  <a:pt x="152" y="24"/>
                </a:lnTo>
                <a:lnTo>
                  <a:pt x="161" y="22"/>
                </a:lnTo>
                <a:lnTo>
                  <a:pt x="169" y="19"/>
                </a:lnTo>
                <a:lnTo>
                  <a:pt x="177" y="16"/>
                </a:lnTo>
                <a:lnTo>
                  <a:pt x="186" y="14"/>
                </a:lnTo>
                <a:lnTo>
                  <a:pt x="195" y="12"/>
                </a:lnTo>
                <a:lnTo>
                  <a:pt x="203" y="9"/>
                </a:lnTo>
                <a:lnTo>
                  <a:pt x="212" y="8"/>
                </a:lnTo>
                <a:lnTo>
                  <a:pt x="221" y="6"/>
                </a:lnTo>
                <a:lnTo>
                  <a:pt x="230" y="5"/>
                </a:lnTo>
                <a:lnTo>
                  <a:pt x="239" y="3"/>
                </a:lnTo>
                <a:lnTo>
                  <a:pt x="248" y="2"/>
                </a:lnTo>
                <a:lnTo>
                  <a:pt x="258" y="1"/>
                </a:lnTo>
                <a:lnTo>
                  <a:pt x="267" y="1"/>
                </a:lnTo>
                <a:lnTo>
                  <a:pt x="276" y="0"/>
                </a:lnTo>
                <a:lnTo>
                  <a:pt x="285" y="0"/>
                </a:lnTo>
                <a:lnTo>
                  <a:pt x="294" y="0"/>
                </a:lnTo>
                <a:lnTo>
                  <a:pt x="304" y="0"/>
                </a:lnTo>
                <a:lnTo>
                  <a:pt x="313" y="0"/>
                </a:lnTo>
                <a:lnTo>
                  <a:pt x="322" y="1"/>
                </a:lnTo>
                <a:lnTo>
                  <a:pt x="331" y="1"/>
                </a:lnTo>
                <a:lnTo>
                  <a:pt x="341" y="2"/>
                </a:lnTo>
                <a:lnTo>
                  <a:pt x="350" y="3"/>
                </a:lnTo>
                <a:lnTo>
                  <a:pt x="359" y="5"/>
                </a:lnTo>
                <a:lnTo>
                  <a:pt x="368" y="6"/>
                </a:lnTo>
                <a:lnTo>
                  <a:pt x="377" y="8"/>
                </a:lnTo>
                <a:lnTo>
                  <a:pt x="386" y="9"/>
                </a:lnTo>
                <a:lnTo>
                  <a:pt x="394" y="12"/>
                </a:lnTo>
                <a:lnTo>
                  <a:pt x="403" y="14"/>
                </a:lnTo>
                <a:lnTo>
                  <a:pt x="412" y="16"/>
                </a:lnTo>
                <a:lnTo>
                  <a:pt x="420" y="19"/>
                </a:lnTo>
                <a:lnTo>
                  <a:pt x="428" y="22"/>
                </a:lnTo>
                <a:lnTo>
                  <a:pt x="436" y="24"/>
                </a:lnTo>
                <a:lnTo>
                  <a:pt x="445" y="28"/>
                </a:lnTo>
                <a:lnTo>
                  <a:pt x="452" y="31"/>
                </a:lnTo>
                <a:lnTo>
                  <a:pt x="460" y="34"/>
                </a:lnTo>
                <a:lnTo>
                  <a:pt x="468" y="38"/>
                </a:lnTo>
                <a:lnTo>
                  <a:pt x="475" y="42"/>
                </a:lnTo>
                <a:lnTo>
                  <a:pt x="482" y="46"/>
                </a:lnTo>
                <a:lnTo>
                  <a:pt x="489" y="50"/>
                </a:lnTo>
                <a:lnTo>
                  <a:pt x="496" y="54"/>
                </a:lnTo>
                <a:lnTo>
                  <a:pt x="503" y="58"/>
                </a:lnTo>
                <a:lnTo>
                  <a:pt x="509" y="63"/>
                </a:lnTo>
                <a:lnTo>
                  <a:pt x="516" y="68"/>
                </a:lnTo>
                <a:lnTo>
                  <a:pt x="522" y="72"/>
                </a:lnTo>
                <a:lnTo>
                  <a:pt x="527" y="77"/>
                </a:lnTo>
                <a:lnTo>
                  <a:pt x="533" y="82"/>
                </a:lnTo>
                <a:lnTo>
                  <a:pt x="538" y="88"/>
                </a:lnTo>
                <a:lnTo>
                  <a:pt x="543" y="93"/>
                </a:lnTo>
                <a:lnTo>
                  <a:pt x="548" y="98"/>
                </a:lnTo>
                <a:lnTo>
                  <a:pt x="553" y="104"/>
                </a:lnTo>
                <a:lnTo>
                  <a:pt x="557" y="109"/>
                </a:lnTo>
                <a:lnTo>
                  <a:pt x="561" y="115"/>
                </a:lnTo>
                <a:lnTo>
                  <a:pt x="565" y="121"/>
                </a:lnTo>
                <a:lnTo>
                  <a:pt x="569" y="126"/>
                </a:lnTo>
                <a:lnTo>
                  <a:pt x="572" y="132"/>
                </a:lnTo>
                <a:lnTo>
                  <a:pt x="575" y="138"/>
                </a:lnTo>
                <a:lnTo>
                  <a:pt x="578" y="144"/>
                </a:lnTo>
                <a:lnTo>
                  <a:pt x="580" y="150"/>
                </a:lnTo>
                <a:lnTo>
                  <a:pt x="582" y="156"/>
                </a:lnTo>
                <a:lnTo>
                  <a:pt x="585" y="163"/>
                </a:lnTo>
                <a:lnTo>
                  <a:pt x="587" y="169"/>
                </a:lnTo>
                <a:lnTo>
                  <a:pt x="588" y="175"/>
                </a:lnTo>
                <a:lnTo>
                  <a:pt x="589" y="181"/>
                </a:lnTo>
                <a:lnTo>
                  <a:pt x="590" y="188"/>
                </a:lnTo>
                <a:lnTo>
                  <a:pt x="590" y="194"/>
                </a:lnTo>
                <a:lnTo>
                  <a:pt x="590" y="20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8" name=""/>
          <p:cNvSpPr/>
          <p:nvPr/>
        </p:nvSpPr>
        <p:spPr>
          <a:xfrm>
            <a:off x="7946640" y="2860560"/>
            <a:ext cx="226080" cy="154080"/>
          </a:xfrm>
          <a:custGeom>
            <a:avLst/>
            <a:gdLst/>
            <a:ahLst/>
            <a:rect l="0" t="0" r="r" b="b"/>
            <a:pathLst>
              <a:path w="628" h="428">
                <a:moveTo>
                  <a:pt x="609" y="213"/>
                </a:moveTo>
                <a:lnTo>
                  <a:pt x="609" y="207"/>
                </a:lnTo>
                <a:lnTo>
                  <a:pt x="609" y="201"/>
                </a:lnTo>
                <a:lnTo>
                  <a:pt x="608" y="194"/>
                </a:lnTo>
                <a:lnTo>
                  <a:pt x="607" y="188"/>
                </a:lnTo>
                <a:lnTo>
                  <a:pt x="606" y="182"/>
                </a:lnTo>
                <a:lnTo>
                  <a:pt x="604" y="176"/>
                </a:lnTo>
                <a:lnTo>
                  <a:pt x="602" y="169"/>
                </a:lnTo>
                <a:lnTo>
                  <a:pt x="600" y="163"/>
                </a:lnTo>
                <a:lnTo>
                  <a:pt x="598" y="157"/>
                </a:lnTo>
                <a:lnTo>
                  <a:pt x="595" y="151"/>
                </a:lnTo>
                <a:lnTo>
                  <a:pt x="592" y="145"/>
                </a:lnTo>
                <a:lnTo>
                  <a:pt x="589" y="139"/>
                </a:lnTo>
                <a:lnTo>
                  <a:pt x="585" y="134"/>
                </a:lnTo>
                <a:lnTo>
                  <a:pt x="581" y="128"/>
                </a:lnTo>
                <a:lnTo>
                  <a:pt x="577" y="122"/>
                </a:lnTo>
                <a:lnTo>
                  <a:pt x="573" y="117"/>
                </a:lnTo>
                <a:lnTo>
                  <a:pt x="568" y="111"/>
                </a:lnTo>
                <a:lnTo>
                  <a:pt x="563" y="106"/>
                </a:lnTo>
                <a:lnTo>
                  <a:pt x="558" y="101"/>
                </a:lnTo>
                <a:lnTo>
                  <a:pt x="553" y="95"/>
                </a:lnTo>
                <a:lnTo>
                  <a:pt x="547" y="90"/>
                </a:lnTo>
                <a:lnTo>
                  <a:pt x="542" y="85"/>
                </a:lnTo>
                <a:lnTo>
                  <a:pt x="536" y="81"/>
                </a:lnTo>
                <a:lnTo>
                  <a:pt x="529" y="76"/>
                </a:lnTo>
                <a:lnTo>
                  <a:pt x="523" y="71"/>
                </a:lnTo>
                <a:lnTo>
                  <a:pt x="516" y="67"/>
                </a:lnTo>
                <a:lnTo>
                  <a:pt x="509" y="63"/>
                </a:lnTo>
                <a:lnTo>
                  <a:pt x="502" y="59"/>
                </a:lnTo>
                <a:lnTo>
                  <a:pt x="495" y="55"/>
                </a:lnTo>
                <a:lnTo>
                  <a:pt x="488" y="51"/>
                </a:lnTo>
                <a:lnTo>
                  <a:pt x="480" y="47"/>
                </a:lnTo>
                <a:lnTo>
                  <a:pt x="472" y="44"/>
                </a:lnTo>
                <a:lnTo>
                  <a:pt x="465" y="41"/>
                </a:lnTo>
                <a:lnTo>
                  <a:pt x="456" y="37"/>
                </a:lnTo>
                <a:lnTo>
                  <a:pt x="448" y="35"/>
                </a:lnTo>
                <a:lnTo>
                  <a:pt x="440" y="32"/>
                </a:lnTo>
                <a:lnTo>
                  <a:pt x="432" y="29"/>
                </a:lnTo>
                <a:lnTo>
                  <a:pt x="423" y="27"/>
                </a:lnTo>
                <a:lnTo>
                  <a:pt x="414" y="25"/>
                </a:lnTo>
                <a:lnTo>
                  <a:pt x="406" y="22"/>
                </a:lnTo>
                <a:lnTo>
                  <a:pt x="397" y="21"/>
                </a:lnTo>
                <a:lnTo>
                  <a:pt x="388" y="19"/>
                </a:lnTo>
                <a:lnTo>
                  <a:pt x="379" y="18"/>
                </a:lnTo>
                <a:lnTo>
                  <a:pt x="370" y="16"/>
                </a:lnTo>
                <a:lnTo>
                  <a:pt x="361" y="15"/>
                </a:lnTo>
                <a:lnTo>
                  <a:pt x="351" y="14"/>
                </a:lnTo>
                <a:lnTo>
                  <a:pt x="342" y="14"/>
                </a:lnTo>
                <a:lnTo>
                  <a:pt x="333" y="13"/>
                </a:lnTo>
                <a:lnTo>
                  <a:pt x="324" y="13"/>
                </a:lnTo>
                <a:lnTo>
                  <a:pt x="314" y="13"/>
                </a:lnTo>
                <a:lnTo>
                  <a:pt x="305" y="13"/>
                </a:lnTo>
                <a:lnTo>
                  <a:pt x="296" y="13"/>
                </a:lnTo>
                <a:lnTo>
                  <a:pt x="287" y="14"/>
                </a:lnTo>
                <a:lnTo>
                  <a:pt x="278" y="14"/>
                </a:lnTo>
                <a:lnTo>
                  <a:pt x="268" y="15"/>
                </a:lnTo>
                <a:lnTo>
                  <a:pt x="259" y="16"/>
                </a:lnTo>
                <a:lnTo>
                  <a:pt x="250" y="18"/>
                </a:lnTo>
                <a:lnTo>
                  <a:pt x="241" y="19"/>
                </a:lnTo>
                <a:lnTo>
                  <a:pt x="232" y="21"/>
                </a:lnTo>
                <a:lnTo>
                  <a:pt x="223" y="22"/>
                </a:lnTo>
                <a:lnTo>
                  <a:pt x="215" y="25"/>
                </a:lnTo>
                <a:lnTo>
                  <a:pt x="206" y="27"/>
                </a:lnTo>
                <a:lnTo>
                  <a:pt x="197" y="29"/>
                </a:lnTo>
                <a:lnTo>
                  <a:pt x="189" y="32"/>
                </a:lnTo>
                <a:lnTo>
                  <a:pt x="180" y="35"/>
                </a:lnTo>
                <a:lnTo>
                  <a:pt x="171" y="37"/>
                </a:lnTo>
                <a:lnTo>
                  <a:pt x="163" y="41"/>
                </a:lnTo>
                <a:lnTo>
                  <a:pt x="156" y="44"/>
                </a:lnTo>
                <a:lnTo>
                  <a:pt x="148" y="47"/>
                </a:lnTo>
                <a:lnTo>
                  <a:pt x="140" y="51"/>
                </a:lnTo>
                <a:lnTo>
                  <a:pt x="133" y="55"/>
                </a:lnTo>
                <a:lnTo>
                  <a:pt x="126" y="59"/>
                </a:lnTo>
                <a:lnTo>
                  <a:pt x="119" y="63"/>
                </a:lnTo>
                <a:lnTo>
                  <a:pt x="112" y="67"/>
                </a:lnTo>
                <a:lnTo>
                  <a:pt x="105" y="71"/>
                </a:lnTo>
                <a:lnTo>
                  <a:pt x="99" y="76"/>
                </a:lnTo>
                <a:lnTo>
                  <a:pt x="92" y="81"/>
                </a:lnTo>
                <a:lnTo>
                  <a:pt x="86" y="85"/>
                </a:lnTo>
                <a:lnTo>
                  <a:pt x="81" y="90"/>
                </a:lnTo>
                <a:lnTo>
                  <a:pt x="75" y="95"/>
                </a:lnTo>
                <a:lnTo>
                  <a:pt x="70" y="101"/>
                </a:lnTo>
                <a:lnTo>
                  <a:pt x="65" y="106"/>
                </a:lnTo>
                <a:lnTo>
                  <a:pt x="60" y="111"/>
                </a:lnTo>
                <a:lnTo>
                  <a:pt x="55" y="117"/>
                </a:lnTo>
                <a:lnTo>
                  <a:pt x="51" y="122"/>
                </a:lnTo>
                <a:lnTo>
                  <a:pt x="47" y="128"/>
                </a:lnTo>
                <a:lnTo>
                  <a:pt x="43" y="134"/>
                </a:lnTo>
                <a:lnTo>
                  <a:pt x="39" y="139"/>
                </a:lnTo>
                <a:lnTo>
                  <a:pt x="36" y="145"/>
                </a:lnTo>
                <a:lnTo>
                  <a:pt x="33" y="151"/>
                </a:lnTo>
                <a:lnTo>
                  <a:pt x="30" y="157"/>
                </a:lnTo>
                <a:lnTo>
                  <a:pt x="28" y="163"/>
                </a:lnTo>
                <a:lnTo>
                  <a:pt x="26" y="169"/>
                </a:lnTo>
                <a:lnTo>
                  <a:pt x="24" y="176"/>
                </a:lnTo>
                <a:lnTo>
                  <a:pt x="22" y="182"/>
                </a:lnTo>
                <a:lnTo>
                  <a:pt x="21" y="188"/>
                </a:lnTo>
                <a:lnTo>
                  <a:pt x="20" y="194"/>
                </a:lnTo>
                <a:lnTo>
                  <a:pt x="19" y="201"/>
                </a:lnTo>
                <a:lnTo>
                  <a:pt x="19" y="207"/>
                </a:lnTo>
                <a:lnTo>
                  <a:pt x="19" y="213"/>
                </a:lnTo>
                <a:lnTo>
                  <a:pt x="19" y="220"/>
                </a:lnTo>
                <a:lnTo>
                  <a:pt x="19" y="226"/>
                </a:lnTo>
                <a:lnTo>
                  <a:pt x="20" y="232"/>
                </a:lnTo>
                <a:lnTo>
                  <a:pt x="21" y="238"/>
                </a:lnTo>
                <a:lnTo>
                  <a:pt x="22" y="245"/>
                </a:lnTo>
                <a:lnTo>
                  <a:pt x="24" y="251"/>
                </a:lnTo>
                <a:lnTo>
                  <a:pt x="26" y="257"/>
                </a:lnTo>
                <a:lnTo>
                  <a:pt x="28" y="263"/>
                </a:lnTo>
                <a:lnTo>
                  <a:pt x="30" y="269"/>
                </a:lnTo>
                <a:lnTo>
                  <a:pt x="33" y="275"/>
                </a:lnTo>
                <a:lnTo>
                  <a:pt x="36" y="281"/>
                </a:lnTo>
                <a:lnTo>
                  <a:pt x="39" y="287"/>
                </a:lnTo>
                <a:lnTo>
                  <a:pt x="43" y="293"/>
                </a:lnTo>
                <a:lnTo>
                  <a:pt x="47" y="299"/>
                </a:lnTo>
                <a:lnTo>
                  <a:pt x="51" y="304"/>
                </a:lnTo>
                <a:lnTo>
                  <a:pt x="55" y="310"/>
                </a:lnTo>
                <a:lnTo>
                  <a:pt x="60" y="315"/>
                </a:lnTo>
                <a:lnTo>
                  <a:pt x="65" y="321"/>
                </a:lnTo>
                <a:lnTo>
                  <a:pt x="70" y="326"/>
                </a:lnTo>
                <a:lnTo>
                  <a:pt x="75" y="331"/>
                </a:lnTo>
                <a:lnTo>
                  <a:pt x="81" y="336"/>
                </a:lnTo>
                <a:lnTo>
                  <a:pt x="86" y="341"/>
                </a:lnTo>
                <a:lnTo>
                  <a:pt x="92" y="346"/>
                </a:lnTo>
                <a:lnTo>
                  <a:pt x="99" y="351"/>
                </a:lnTo>
                <a:lnTo>
                  <a:pt x="105" y="355"/>
                </a:lnTo>
                <a:lnTo>
                  <a:pt x="112" y="359"/>
                </a:lnTo>
                <a:lnTo>
                  <a:pt x="119" y="365"/>
                </a:lnTo>
                <a:lnTo>
                  <a:pt x="126" y="369"/>
                </a:lnTo>
                <a:lnTo>
                  <a:pt x="133" y="373"/>
                </a:lnTo>
                <a:lnTo>
                  <a:pt x="140" y="377"/>
                </a:lnTo>
                <a:lnTo>
                  <a:pt x="148" y="380"/>
                </a:lnTo>
                <a:lnTo>
                  <a:pt x="156" y="384"/>
                </a:lnTo>
                <a:lnTo>
                  <a:pt x="163" y="387"/>
                </a:lnTo>
                <a:lnTo>
                  <a:pt x="171" y="390"/>
                </a:lnTo>
                <a:lnTo>
                  <a:pt x="180" y="393"/>
                </a:lnTo>
                <a:lnTo>
                  <a:pt x="189" y="396"/>
                </a:lnTo>
                <a:lnTo>
                  <a:pt x="197" y="398"/>
                </a:lnTo>
                <a:lnTo>
                  <a:pt x="206" y="401"/>
                </a:lnTo>
                <a:lnTo>
                  <a:pt x="215" y="403"/>
                </a:lnTo>
                <a:lnTo>
                  <a:pt x="223" y="405"/>
                </a:lnTo>
                <a:lnTo>
                  <a:pt x="232" y="407"/>
                </a:lnTo>
                <a:lnTo>
                  <a:pt x="241" y="409"/>
                </a:lnTo>
                <a:lnTo>
                  <a:pt x="250" y="410"/>
                </a:lnTo>
                <a:lnTo>
                  <a:pt x="259" y="411"/>
                </a:lnTo>
                <a:lnTo>
                  <a:pt x="268" y="412"/>
                </a:lnTo>
                <a:lnTo>
                  <a:pt x="278" y="413"/>
                </a:lnTo>
                <a:lnTo>
                  <a:pt x="287" y="414"/>
                </a:lnTo>
                <a:lnTo>
                  <a:pt x="296" y="414"/>
                </a:lnTo>
                <a:lnTo>
                  <a:pt x="305" y="415"/>
                </a:lnTo>
                <a:lnTo>
                  <a:pt x="314" y="415"/>
                </a:lnTo>
                <a:lnTo>
                  <a:pt x="324" y="415"/>
                </a:lnTo>
                <a:lnTo>
                  <a:pt x="333" y="414"/>
                </a:lnTo>
                <a:lnTo>
                  <a:pt x="342" y="414"/>
                </a:lnTo>
                <a:lnTo>
                  <a:pt x="351" y="413"/>
                </a:lnTo>
                <a:lnTo>
                  <a:pt x="361" y="412"/>
                </a:lnTo>
                <a:lnTo>
                  <a:pt x="370" y="411"/>
                </a:lnTo>
                <a:lnTo>
                  <a:pt x="379" y="410"/>
                </a:lnTo>
                <a:lnTo>
                  <a:pt x="388" y="409"/>
                </a:lnTo>
                <a:lnTo>
                  <a:pt x="397" y="407"/>
                </a:lnTo>
                <a:lnTo>
                  <a:pt x="406" y="405"/>
                </a:lnTo>
                <a:lnTo>
                  <a:pt x="414" y="403"/>
                </a:lnTo>
                <a:lnTo>
                  <a:pt x="423" y="401"/>
                </a:lnTo>
                <a:lnTo>
                  <a:pt x="432" y="398"/>
                </a:lnTo>
                <a:lnTo>
                  <a:pt x="440" y="396"/>
                </a:lnTo>
                <a:lnTo>
                  <a:pt x="448" y="393"/>
                </a:lnTo>
                <a:lnTo>
                  <a:pt x="456" y="390"/>
                </a:lnTo>
                <a:lnTo>
                  <a:pt x="465" y="387"/>
                </a:lnTo>
                <a:lnTo>
                  <a:pt x="472" y="384"/>
                </a:lnTo>
                <a:lnTo>
                  <a:pt x="480" y="380"/>
                </a:lnTo>
                <a:lnTo>
                  <a:pt x="488" y="377"/>
                </a:lnTo>
                <a:lnTo>
                  <a:pt x="495" y="373"/>
                </a:lnTo>
                <a:lnTo>
                  <a:pt x="502" y="369"/>
                </a:lnTo>
                <a:lnTo>
                  <a:pt x="509" y="365"/>
                </a:lnTo>
                <a:lnTo>
                  <a:pt x="516" y="359"/>
                </a:lnTo>
                <a:lnTo>
                  <a:pt x="523" y="355"/>
                </a:lnTo>
                <a:lnTo>
                  <a:pt x="529" y="351"/>
                </a:lnTo>
                <a:lnTo>
                  <a:pt x="536" y="346"/>
                </a:lnTo>
                <a:lnTo>
                  <a:pt x="542" y="341"/>
                </a:lnTo>
                <a:lnTo>
                  <a:pt x="547" y="336"/>
                </a:lnTo>
                <a:lnTo>
                  <a:pt x="553" y="331"/>
                </a:lnTo>
                <a:lnTo>
                  <a:pt x="558" y="326"/>
                </a:lnTo>
                <a:lnTo>
                  <a:pt x="563" y="321"/>
                </a:lnTo>
                <a:lnTo>
                  <a:pt x="568" y="315"/>
                </a:lnTo>
                <a:lnTo>
                  <a:pt x="573" y="310"/>
                </a:lnTo>
                <a:lnTo>
                  <a:pt x="577" y="304"/>
                </a:lnTo>
                <a:lnTo>
                  <a:pt x="581" y="299"/>
                </a:lnTo>
                <a:lnTo>
                  <a:pt x="585" y="293"/>
                </a:lnTo>
                <a:lnTo>
                  <a:pt x="589" y="287"/>
                </a:lnTo>
                <a:lnTo>
                  <a:pt x="592" y="281"/>
                </a:lnTo>
                <a:lnTo>
                  <a:pt x="595" y="275"/>
                </a:lnTo>
                <a:lnTo>
                  <a:pt x="598" y="269"/>
                </a:lnTo>
                <a:lnTo>
                  <a:pt x="600" y="263"/>
                </a:lnTo>
                <a:lnTo>
                  <a:pt x="602" y="257"/>
                </a:lnTo>
                <a:lnTo>
                  <a:pt x="604" y="251"/>
                </a:lnTo>
                <a:lnTo>
                  <a:pt x="606" y="245"/>
                </a:lnTo>
                <a:lnTo>
                  <a:pt x="607" y="238"/>
                </a:lnTo>
                <a:lnTo>
                  <a:pt x="608" y="232"/>
                </a:lnTo>
                <a:lnTo>
                  <a:pt x="609" y="226"/>
                </a:lnTo>
                <a:lnTo>
                  <a:pt x="609" y="220"/>
                </a:lnTo>
                <a:lnTo>
                  <a:pt x="609" y="213"/>
                </a:lnTo>
                <a:moveTo>
                  <a:pt x="628" y="213"/>
                </a:moveTo>
                <a:lnTo>
                  <a:pt x="628" y="220"/>
                </a:lnTo>
                <a:lnTo>
                  <a:pt x="627" y="227"/>
                </a:lnTo>
                <a:lnTo>
                  <a:pt x="627" y="233"/>
                </a:lnTo>
                <a:lnTo>
                  <a:pt x="626" y="240"/>
                </a:lnTo>
                <a:lnTo>
                  <a:pt x="624" y="247"/>
                </a:lnTo>
                <a:lnTo>
                  <a:pt x="623" y="253"/>
                </a:lnTo>
                <a:lnTo>
                  <a:pt x="621" y="260"/>
                </a:lnTo>
                <a:lnTo>
                  <a:pt x="618" y="266"/>
                </a:lnTo>
                <a:lnTo>
                  <a:pt x="616" y="273"/>
                </a:lnTo>
                <a:lnTo>
                  <a:pt x="613" y="279"/>
                </a:lnTo>
                <a:lnTo>
                  <a:pt x="610" y="286"/>
                </a:lnTo>
                <a:lnTo>
                  <a:pt x="606" y="292"/>
                </a:lnTo>
                <a:lnTo>
                  <a:pt x="602" y="298"/>
                </a:lnTo>
                <a:lnTo>
                  <a:pt x="598" y="304"/>
                </a:lnTo>
                <a:lnTo>
                  <a:pt x="594" y="310"/>
                </a:lnTo>
                <a:lnTo>
                  <a:pt x="589" y="316"/>
                </a:lnTo>
                <a:lnTo>
                  <a:pt x="584" y="322"/>
                </a:lnTo>
                <a:lnTo>
                  <a:pt x="579" y="328"/>
                </a:lnTo>
                <a:lnTo>
                  <a:pt x="574" y="333"/>
                </a:lnTo>
                <a:lnTo>
                  <a:pt x="568" y="339"/>
                </a:lnTo>
                <a:lnTo>
                  <a:pt x="562" y="344"/>
                </a:lnTo>
                <a:lnTo>
                  <a:pt x="556" y="349"/>
                </a:lnTo>
                <a:lnTo>
                  <a:pt x="550" y="354"/>
                </a:lnTo>
                <a:lnTo>
                  <a:pt x="543" y="359"/>
                </a:lnTo>
                <a:lnTo>
                  <a:pt x="536" y="365"/>
                </a:lnTo>
                <a:lnTo>
                  <a:pt x="529" y="370"/>
                </a:lnTo>
                <a:lnTo>
                  <a:pt x="522" y="374"/>
                </a:lnTo>
                <a:lnTo>
                  <a:pt x="514" y="379"/>
                </a:lnTo>
                <a:lnTo>
                  <a:pt x="507" y="383"/>
                </a:lnTo>
                <a:lnTo>
                  <a:pt x="499" y="387"/>
                </a:lnTo>
                <a:lnTo>
                  <a:pt x="491" y="391"/>
                </a:lnTo>
                <a:lnTo>
                  <a:pt x="483" y="394"/>
                </a:lnTo>
                <a:lnTo>
                  <a:pt x="474" y="398"/>
                </a:lnTo>
                <a:lnTo>
                  <a:pt x="466" y="401"/>
                </a:lnTo>
                <a:lnTo>
                  <a:pt x="457" y="404"/>
                </a:lnTo>
                <a:lnTo>
                  <a:pt x="448" y="407"/>
                </a:lnTo>
                <a:lnTo>
                  <a:pt x="439" y="410"/>
                </a:lnTo>
                <a:lnTo>
                  <a:pt x="430" y="413"/>
                </a:lnTo>
                <a:lnTo>
                  <a:pt x="421" y="415"/>
                </a:lnTo>
                <a:lnTo>
                  <a:pt x="411" y="417"/>
                </a:lnTo>
                <a:lnTo>
                  <a:pt x="402" y="419"/>
                </a:lnTo>
                <a:lnTo>
                  <a:pt x="392" y="421"/>
                </a:lnTo>
                <a:lnTo>
                  <a:pt x="383" y="423"/>
                </a:lnTo>
                <a:lnTo>
                  <a:pt x="373" y="424"/>
                </a:lnTo>
                <a:lnTo>
                  <a:pt x="364" y="425"/>
                </a:lnTo>
                <a:lnTo>
                  <a:pt x="354" y="426"/>
                </a:lnTo>
                <a:lnTo>
                  <a:pt x="344" y="427"/>
                </a:lnTo>
                <a:lnTo>
                  <a:pt x="334" y="427"/>
                </a:lnTo>
                <a:lnTo>
                  <a:pt x="324" y="428"/>
                </a:lnTo>
                <a:lnTo>
                  <a:pt x="314" y="428"/>
                </a:lnTo>
                <a:lnTo>
                  <a:pt x="305" y="428"/>
                </a:lnTo>
                <a:lnTo>
                  <a:pt x="295" y="427"/>
                </a:lnTo>
                <a:lnTo>
                  <a:pt x="285" y="427"/>
                </a:lnTo>
                <a:lnTo>
                  <a:pt x="275" y="426"/>
                </a:lnTo>
                <a:lnTo>
                  <a:pt x="265" y="425"/>
                </a:lnTo>
                <a:lnTo>
                  <a:pt x="256" y="424"/>
                </a:lnTo>
                <a:lnTo>
                  <a:pt x="246" y="423"/>
                </a:lnTo>
                <a:lnTo>
                  <a:pt x="236" y="421"/>
                </a:lnTo>
                <a:lnTo>
                  <a:pt x="227" y="419"/>
                </a:lnTo>
                <a:lnTo>
                  <a:pt x="218" y="417"/>
                </a:lnTo>
                <a:lnTo>
                  <a:pt x="208" y="415"/>
                </a:lnTo>
                <a:lnTo>
                  <a:pt x="199" y="413"/>
                </a:lnTo>
                <a:lnTo>
                  <a:pt x="190" y="410"/>
                </a:lnTo>
                <a:lnTo>
                  <a:pt x="180" y="407"/>
                </a:lnTo>
                <a:lnTo>
                  <a:pt x="171" y="404"/>
                </a:lnTo>
                <a:lnTo>
                  <a:pt x="162" y="401"/>
                </a:lnTo>
                <a:lnTo>
                  <a:pt x="154" y="398"/>
                </a:lnTo>
                <a:lnTo>
                  <a:pt x="145" y="394"/>
                </a:lnTo>
                <a:lnTo>
                  <a:pt x="137" y="391"/>
                </a:lnTo>
                <a:lnTo>
                  <a:pt x="129" y="387"/>
                </a:lnTo>
                <a:lnTo>
                  <a:pt x="121" y="383"/>
                </a:lnTo>
                <a:lnTo>
                  <a:pt x="114" y="379"/>
                </a:lnTo>
                <a:lnTo>
                  <a:pt x="106" y="374"/>
                </a:lnTo>
                <a:lnTo>
                  <a:pt x="99" y="370"/>
                </a:lnTo>
                <a:lnTo>
                  <a:pt x="92" y="365"/>
                </a:lnTo>
                <a:lnTo>
                  <a:pt x="85" y="359"/>
                </a:lnTo>
                <a:lnTo>
                  <a:pt x="78" y="354"/>
                </a:lnTo>
                <a:lnTo>
                  <a:pt x="72" y="349"/>
                </a:lnTo>
                <a:lnTo>
                  <a:pt x="66" y="344"/>
                </a:lnTo>
                <a:lnTo>
                  <a:pt x="60" y="339"/>
                </a:lnTo>
                <a:lnTo>
                  <a:pt x="54" y="333"/>
                </a:lnTo>
                <a:lnTo>
                  <a:pt x="49" y="328"/>
                </a:lnTo>
                <a:lnTo>
                  <a:pt x="44" y="322"/>
                </a:lnTo>
                <a:lnTo>
                  <a:pt x="39" y="316"/>
                </a:lnTo>
                <a:lnTo>
                  <a:pt x="34" y="310"/>
                </a:lnTo>
                <a:lnTo>
                  <a:pt x="30" y="304"/>
                </a:lnTo>
                <a:lnTo>
                  <a:pt x="26" y="298"/>
                </a:lnTo>
                <a:lnTo>
                  <a:pt x="22" y="292"/>
                </a:lnTo>
                <a:lnTo>
                  <a:pt x="18" y="286"/>
                </a:lnTo>
                <a:lnTo>
                  <a:pt x="15" y="279"/>
                </a:lnTo>
                <a:lnTo>
                  <a:pt x="12" y="273"/>
                </a:lnTo>
                <a:lnTo>
                  <a:pt x="10" y="266"/>
                </a:lnTo>
                <a:lnTo>
                  <a:pt x="7" y="260"/>
                </a:lnTo>
                <a:lnTo>
                  <a:pt x="5" y="253"/>
                </a:lnTo>
                <a:lnTo>
                  <a:pt x="4" y="247"/>
                </a:lnTo>
                <a:lnTo>
                  <a:pt x="2" y="240"/>
                </a:lnTo>
                <a:lnTo>
                  <a:pt x="1" y="233"/>
                </a:lnTo>
                <a:lnTo>
                  <a:pt x="0" y="227"/>
                </a:lnTo>
                <a:lnTo>
                  <a:pt x="0" y="220"/>
                </a:lnTo>
                <a:lnTo>
                  <a:pt x="0" y="213"/>
                </a:lnTo>
                <a:lnTo>
                  <a:pt x="0" y="207"/>
                </a:lnTo>
                <a:lnTo>
                  <a:pt x="0" y="200"/>
                </a:lnTo>
                <a:lnTo>
                  <a:pt x="1" y="193"/>
                </a:lnTo>
                <a:lnTo>
                  <a:pt x="2" y="187"/>
                </a:lnTo>
                <a:lnTo>
                  <a:pt x="4" y="180"/>
                </a:lnTo>
                <a:lnTo>
                  <a:pt x="5" y="173"/>
                </a:lnTo>
                <a:lnTo>
                  <a:pt x="7" y="167"/>
                </a:lnTo>
                <a:lnTo>
                  <a:pt x="10" y="160"/>
                </a:lnTo>
                <a:lnTo>
                  <a:pt x="12" y="154"/>
                </a:lnTo>
                <a:lnTo>
                  <a:pt x="15" y="147"/>
                </a:lnTo>
                <a:lnTo>
                  <a:pt x="18" y="141"/>
                </a:lnTo>
                <a:lnTo>
                  <a:pt x="22" y="135"/>
                </a:lnTo>
                <a:lnTo>
                  <a:pt x="26" y="128"/>
                </a:lnTo>
                <a:lnTo>
                  <a:pt x="30" y="122"/>
                </a:lnTo>
                <a:lnTo>
                  <a:pt x="34" y="116"/>
                </a:lnTo>
                <a:lnTo>
                  <a:pt x="39" y="110"/>
                </a:lnTo>
                <a:lnTo>
                  <a:pt x="44" y="105"/>
                </a:lnTo>
                <a:lnTo>
                  <a:pt x="49" y="99"/>
                </a:lnTo>
                <a:lnTo>
                  <a:pt x="54" y="93"/>
                </a:lnTo>
                <a:lnTo>
                  <a:pt x="60" y="88"/>
                </a:lnTo>
                <a:lnTo>
                  <a:pt x="66" y="82"/>
                </a:lnTo>
                <a:lnTo>
                  <a:pt x="72" y="77"/>
                </a:lnTo>
                <a:lnTo>
                  <a:pt x="78" y="72"/>
                </a:lnTo>
                <a:lnTo>
                  <a:pt x="85" y="67"/>
                </a:lnTo>
                <a:lnTo>
                  <a:pt x="92" y="62"/>
                </a:lnTo>
                <a:lnTo>
                  <a:pt x="99" y="58"/>
                </a:lnTo>
                <a:lnTo>
                  <a:pt x="106" y="53"/>
                </a:lnTo>
                <a:lnTo>
                  <a:pt x="114" y="49"/>
                </a:lnTo>
                <a:lnTo>
                  <a:pt x="121" y="45"/>
                </a:lnTo>
                <a:lnTo>
                  <a:pt x="129" y="41"/>
                </a:lnTo>
                <a:lnTo>
                  <a:pt x="137" y="37"/>
                </a:lnTo>
                <a:lnTo>
                  <a:pt x="145" y="33"/>
                </a:lnTo>
                <a:lnTo>
                  <a:pt x="154" y="30"/>
                </a:lnTo>
                <a:lnTo>
                  <a:pt x="162" y="26"/>
                </a:lnTo>
                <a:lnTo>
                  <a:pt x="171" y="23"/>
                </a:lnTo>
                <a:lnTo>
                  <a:pt x="180" y="20"/>
                </a:lnTo>
                <a:lnTo>
                  <a:pt x="190" y="17"/>
                </a:lnTo>
                <a:lnTo>
                  <a:pt x="199" y="15"/>
                </a:lnTo>
                <a:lnTo>
                  <a:pt x="208" y="12"/>
                </a:lnTo>
                <a:lnTo>
                  <a:pt x="218" y="10"/>
                </a:lnTo>
                <a:lnTo>
                  <a:pt x="227" y="8"/>
                </a:lnTo>
                <a:lnTo>
                  <a:pt x="236" y="7"/>
                </a:lnTo>
                <a:lnTo>
                  <a:pt x="246" y="5"/>
                </a:lnTo>
                <a:lnTo>
                  <a:pt x="256" y="4"/>
                </a:lnTo>
                <a:lnTo>
                  <a:pt x="265" y="2"/>
                </a:lnTo>
                <a:lnTo>
                  <a:pt x="275" y="2"/>
                </a:lnTo>
                <a:lnTo>
                  <a:pt x="285" y="1"/>
                </a:lnTo>
                <a:lnTo>
                  <a:pt x="295" y="0"/>
                </a:lnTo>
                <a:lnTo>
                  <a:pt x="305" y="0"/>
                </a:lnTo>
                <a:lnTo>
                  <a:pt x="314" y="0"/>
                </a:lnTo>
                <a:lnTo>
                  <a:pt x="324" y="0"/>
                </a:lnTo>
                <a:lnTo>
                  <a:pt x="334" y="0"/>
                </a:lnTo>
                <a:lnTo>
                  <a:pt x="344" y="1"/>
                </a:lnTo>
                <a:lnTo>
                  <a:pt x="354" y="2"/>
                </a:lnTo>
                <a:lnTo>
                  <a:pt x="364" y="2"/>
                </a:lnTo>
                <a:lnTo>
                  <a:pt x="373" y="4"/>
                </a:lnTo>
                <a:lnTo>
                  <a:pt x="383" y="5"/>
                </a:lnTo>
                <a:lnTo>
                  <a:pt x="392" y="7"/>
                </a:lnTo>
                <a:lnTo>
                  <a:pt x="402" y="8"/>
                </a:lnTo>
                <a:lnTo>
                  <a:pt x="411" y="10"/>
                </a:lnTo>
                <a:lnTo>
                  <a:pt x="421" y="12"/>
                </a:lnTo>
                <a:lnTo>
                  <a:pt x="430" y="15"/>
                </a:lnTo>
                <a:lnTo>
                  <a:pt x="439" y="17"/>
                </a:lnTo>
                <a:lnTo>
                  <a:pt x="448" y="20"/>
                </a:lnTo>
                <a:lnTo>
                  <a:pt x="457" y="23"/>
                </a:lnTo>
                <a:lnTo>
                  <a:pt x="466" y="26"/>
                </a:lnTo>
                <a:lnTo>
                  <a:pt x="474" y="30"/>
                </a:lnTo>
                <a:lnTo>
                  <a:pt x="483" y="33"/>
                </a:lnTo>
                <a:lnTo>
                  <a:pt x="491" y="37"/>
                </a:lnTo>
                <a:lnTo>
                  <a:pt x="499" y="41"/>
                </a:lnTo>
                <a:lnTo>
                  <a:pt x="507" y="45"/>
                </a:lnTo>
                <a:lnTo>
                  <a:pt x="514" y="49"/>
                </a:lnTo>
                <a:lnTo>
                  <a:pt x="522" y="53"/>
                </a:lnTo>
                <a:lnTo>
                  <a:pt x="529" y="58"/>
                </a:lnTo>
                <a:lnTo>
                  <a:pt x="536" y="62"/>
                </a:lnTo>
                <a:lnTo>
                  <a:pt x="543" y="67"/>
                </a:lnTo>
                <a:lnTo>
                  <a:pt x="550" y="72"/>
                </a:lnTo>
                <a:lnTo>
                  <a:pt x="556" y="77"/>
                </a:lnTo>
                <a:lnTo>
                  <a:pt x="562" y="82"/>
                </a:lnTo>
                <a:lnTo>
                  <a:pt x="568" y="88"/>
                </a:lnTo>
                <a:lnTo>
                  <a:pt x="574" y="93"/>
                </a:lnTo>
                <a:lnTo>
                  <a:pt x="579" y="99"/>
                </a:lnTo>
                <a:lnTo>
                  <a:pt x="584" y="105"/>
                </a:lnTo>
                <a:lnTo>
                  <a:pt x="589" y="110"/>
                </a:lnTo>
                <a:lnTo>
                  <a:pt x="594" y="116"/>
                </a:lnTo>
                <a:lnTo>
                  <a:pt x="598" y="122"/>
                </a:lnTo>
                <a:lnTo>
                  <a:pt x="602" y="128"/>
                </a:lnTo>
                <a:lnTo>
                  <a:pt x="606" y="135"/>
                </a:lnTo>
                <a:lnTo>
                  <a:pt x="610" y="141"/>
                </a:lnTo>
                <a:lnTo>
                  <a:pt x="613" y="147"/>
                </a:lnTo>
                <a:lnTo>
                  <a:pt x="616" y="154"/>
                </a:lnTo>
                <a:lnTo>
                  <a:pt x="618" y="160"/>
                </a:lnTo>
                <a:lnTo>
                  <a:pt x="621" y="167"/>
                </a:lnTo>
                <a:lnTo>
                  <a:pt x="623" y="173"/>
                </a:lnTo>
                <a:lnTo>
                  <a:pt x="624" y="180"/>
                </a:lnTo>
                <a:lnTo>
                  <a:pt x="626" y="187"/>
                </a:lnTo>
                <a:lnTo>
                  <a:pt x="627" y="193"/>
                </a:lnTo>
                <a:lnTo>
                  <a:pt x="627" y="200"/>
                </a:lnTo>
                <a:lnTo>
                  <a:pt x="628" y="207"/>
                </a:lnTo>
                <a:lnTo>
                  <a:pt x="628" y="213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29" name=""/>
          <p:cNvSpPr/>
          <p:nvPr/>
        </p:nvSpPr>
        <p:spPr>
          <a:xfrm>
            <a:off x="7943760" y="2858760"/>
            <a:ext cx="231840" cy="157680"/>
          </a:xfrm>
          <a:custGeom>
            <a:avLst/>
            <a:gdLst/>
            <a:ahLst/>
            <a:rect l="0" t="0" r="r" b="b"/>
            <a:pathLst>
              <a:path w="644" h="438">
                <a:moveTo>
                  <a:pt x="636" y="219"/>
                </a:moveTo>
                <a:lnTo>
                  <a:pt x="636" y="213"/>
                </a:lnTo>
                <a:lnTo>
                  <a:pt x="635" y="206"/>
                </a:lnTo>
                <a:lnTo>
                  <a:pt x="635" y="199"/>
                </a:lnTo>
                <a:lnTo>
                  <a:pt x="634" y="193"/>
                </a:lnTo>
                <a:lnTo>
                  <a:pt x="632" y="186"/>
                </a:lnTo>
                <a:lnTo>
                  <a:pt x="631" y="179"/>
                </a:lnTo>
                <a:lnTo>
                  <a:pt x="629" y="173"/>
                </a:lnTo>
                <a:lnTo>
                  <a:pt x="626" y="166"/>
                </a:lnTo>
                <a:lnTo>
                  <a:pt x="624" y="160"/>
                </a:lnTo>
                <a:lnTo>
                  <a:pt x="621" y="153"/>
                </a:lnTo>
                <a:lnTo>
                  <a:pt x="618" y="147"/>
                </a:lnTo>
                <a:lnTo>
                  <a:pt x="614" y="140"/>
                </a:lnTo>
                <a:lnTo>
                  <a:pt x="610" y="133"/>
                </a:lnTo>
                <a:lnTo>
                  <a:pt x="606" y="127"/>
                </a:lnTo>
                <a:lnTo>
                  <a:pt x="602" y="121"/>
                </a:lnTo>
                <a:lnTo>
                  <a:pt x="597" y="115"/>
                </a:lnTo>
                <a:lnTo>
                  <a:pt x="592" y="110"/>
                </a:lnTo>
                <a:lnTo>
                  <a:pt x="587" y="104"/>
                </a:lnTo>
                <a:lnTo>
                  <a:pt x="582" y="98"/>
                </a:lnTo>
                <a:lnTo>
                  <a:pt x="576" y="93"/>
                </a:lnTo>
                <a:lnTo>
                  <a:pt x="570" y="87"/>
                </a:lnTo>
                <a:lnTo>
                  <a:pt x="564" y="82"/>
                </a:lnTo>
                <a:lnTo>
                  <a:pt x="558" y="77"/>
                </a:lnTo>
                <a:lnTo>
                  <a:pt x="551" y="72"/>
                </a:lnTo>
                <a:lnTo>
                  <a:pt x="544" y="67"/>
                </a:lnTo>
                <a:lnTo>
                  <a:pt x="537" y="63"/>
                </a:lnTo>
                <a:lnTo>
                  <a:pt x="530" y="58"/>
                </a:lnTo>
                <a:lnTo>
                  <a:pt x="522" y="54"/>
                </a:lnTo>
                <a:lnTo>
                  <a:pt x="515" y="50"/>
                </a:lnTo>
                <a:lnTo>
                  <a:pt x="507" y="46"/>
                </a:lnTo>
                <a:lnTo>
                  <a:pt x="499" y="42"/>
                </a:lnTo>
                <a:lnTo>
                  <a:pt x="491" y="38"/>
                </a:lnTo>
                <a:lnTo>
                  <a:pt x="482" y="35"/>
                </a:lnTo>
                <a:lnTo>
                  <a:pt x="474" y="31"/>
                </a:lnTo>
                <a:lnTo>
                  <a:pt x="465" y="28"/>
                </a:lnTo>
                <a:lnTo>
                  <a:pt x="456" y="25"/>
                </a:lnTo>
                <a:lnTo>
                  <a:pt x="447" y="22"/>
                </a:lnTo>
                <a:lnTo>
                  <a:pt x="438" y="20"/>
                </a:lnTo>
                <a:lnTo>
                  <a:pt x="429" y="17"/>
                </a:lnTo>
                <a:lnTo>
                  <a:pt x="419" y="15"/>
                </a:lnTo>
                <a:lnTo>
                  <a:pt x="410" y="13"/>
                </a:lnTo>
                <a:lnTo>
                  <a:pt x="400" y="12"/>
                </a:lnTo>
                <a:lnTo>
                  <a:pt x="391" y="10"/>
                </a:lnTo>
                <a:lnTo>
                  <a:pt x="381" y="9"/>
                </a:lnTo>
                <a:lnTo>
                  <a:pt x="372" y="7"/>
                </a:lnTo>
                <a:lnTo>
                  <a:pt x="362" y="7"/>
                </a:lnTo>
                <a:lnTo>
                  <a:pt x="352" y="6"/>
                </a:lnTo>
                <a:lnTo>
                  <a:pt x="342" y="5"/>
                </a:lnTo>
                <a:lnTo>
                  <a:pt x="332" y="5"/>
                </a:lnTo>
                <a:lnTo>
                  <a:pt x="322" y="5"/>
                </a:lnTo>
                <a:lnTo>
                  <a:pt x="313" y="5"/>
                </a:lnTo>
                <a:lnTo>
                  <a:pt x="303" y="5"/>
                </a:lnTo>
                <a:lnTo>
                  <a:pt x="293" y="6"/>
                </a:lnTo>
                <a:lnTo>
                  <a:pt x="283" y="7"/>
                </a:lnTo>
                <a:lnTo>
                  <a:pt x="273" y="7"/>
                </a:lnTo>
                <a:lnTo>
                  <a:pt x="264" y="9"/>
                </a:lnTo>
                <a:lnTo>
                  <a:pt x="254" y="10"/>
                </a:lnTo>
                <a:lnTo>
                  <a:pt x="244" y="12"/>
                </a:lnTo>
                <a:lnTo>
                  <a:pt x="235" y="13"/>
                </a:lnTo>
                <a:lnTo>
                  <a:pt x="226" y="15"/>
                </a:lnTo>
                <a:lnTo>
                  <a:pt x="216" y="17"/>
                </a:lnTo>
                <a:lnTo>
                  <a:pt x="207" y="20"/>
                </a:lnTo>
                <a:lnTo>
                  <a:pt x="198" y="22"/>
                </a:lnTo>
                <a:lnTo>
                  <a:pt x="189" y="25"/>
                </a:lnTo>
                <a:lnTo>
                  <a:pt x="180" y="28"/>
                </a:lnTo>
                <a:lnTo>
                  <a:pt x="171" y="31"/>
                </a:lnTo>
                <a:lnTo>
                  <a:pt x="163" y="35"/>
                </a:lnTo>
                <a:lnTo>
                  <a:pt x="154" y="38"/>
                </a:lnTo>
                <a:lnTo>
                  <a:pt x="146" y="42"/>
                </a:lnTo>
                <a:lnTo>
                  <a:pt x="138" y="46"/>
                </a:lnTo>
                <a:lnTo>
                  <a:pt x="130" y="50"/>
                </a:lnTo>
                <a:lnTo>
                  <a:pt x="123" y="54"/>
                </a:lnTo>
                <a:lnTo>
                  <a:pt x="115" y="58"/>
                </a:lnTo>
                <a:lnTo>
                  <a:pt x="108" y="63"/>
                </a:lnTo>
                <a:lnTo>
                  <a:pt x="101" y="67"/>
                </a:lnTo>
                <a:lnTo>
                  <a:pt x="94" y="72"/>
                </a:lnTo>
                <a:lnTo>
                  <a:pt x="87" y="77"/>
                </a:lnTo>
                <a:lnTo>
                  <a:pt x="80" y="82"/>
                </a:lnTo>
                <a:lnTo>
                  <a:pt x="74" y="87"/>
                </a:lnTo>
                <a:lnTo>
                  <a:pt x="68" y="93"/>
                </a:lnTo>
                <a:lnTo>
                  <a:pt x="62" y="98"/>
                </a:lnTo>
                <a:lnTo>
                  <a:pt x="57" y="104"/>
                </a:lnTo>
                <a:lnTo>
                  <a:pt x="52" y="110"/>
                </a:lnTo>
                <a:lnTo>
                  <a:pt x="47" y="115"/>
                </a:lnTo>
                <a:lnTo>
                  <a:pt x="42" y="121"/>
                </a:lnTo>
                <a:lnTo>
                  <a:pt x="38" y="127"/>
                </a:lnTo>
                <a:lnTo>
                  <a:pt x="34" y="133"/>
                </a:lnTo>
                <a:lnTo>
                  <a:pt x="30" y="140"/>
                </a:lnTo>
                <a:lnTo>
                  <a:pt x="26" y="147"/>
                </a:lnTo>
                <a:lnTo>
                  <a:pt x="23" y="153"/>
                </a:lnTo>
                <a:lnTo>
                  <a:pt x="20" y="160"/>
                </a:lnTo>
                <a:lnTo>
                  <a:pt x="18" y="166"/>
                </a:lnTo>
                <a:lnTo>
                  <a:pt x="15" y="173"/>
                </a:lnTo>
                <a:lnTo>
                  <a:pt x="13" y="179"/>
                </a:lnTo>
                <a:lnTo>
                  <a:pt x="12" y="186"/>
                </a:lnTo>
                <a:lnTo>
                  <a:pt x="10" y="193"/>
                </a:lnTo>
                <a:lnTo>
                  <a:pt x="9" y="199"/>
                </a:lnTo>
                <a:lnTo>
                  <a:pt x="8" y="206"/>
                </a:lnTo>
                <a:lnTo>
                  <a:pt x="8" y="213"/>
                </a:lnTo>
                <a:lnTo>
                  <a:pt x="8" y="219"/>
                </a:lnTo>
                <a:lnTo>
                  <a:pt x="8" y="226"/>
                </a:lnTo>
                <a:lnTo>
                  <a:pt x="8" y="233"/>
                </a:lnTo>
                <a:lnTo>
                  <a:pt x="9" y="239"/>
                </a:lnTo>
                <a:lnTo>
                  <a:pt x="10" y="246"/>
                </a:lnTo>
                <a:lnTo>
                  <a:pt x="12" y="253"/>
                </a:lnTo>
                <a:lnTo>
                  <a:pt x="13" y="259"/>
                </a:lnTo>
                <a:lnTo>
                  <a:pt x="15" y="266"/>
                </a:lnTo>
                <a:lnTo>
                  <a:pt x="18" y="272"/>
                </a:lnTo>
                <a:lnTo>
                  <a:pt x="20" y="279"/>
                </a:lnTo>
                <a:lnTo>
                  <a:pt x="23" y="285"/>
                </a:lnTo>
                <a:lnTo>
                  <a:pt x="26" y="292"/>
                </a:lnTo>
                <a:lnTo>
                  <a:pt x="30" y="298"/>
                </a:lnTo>
                <a:lnTo>
                  <a:pt x="34" y="304"/>
                </a:lnTo>
                <a:lnTo>
                  <a:pt x="38" y="310"/>
                </a:lnTo>
                <a:lnTo>
                  <a:pt x="42" y="316"/>
                </a:lnTo>
                <a:lnTo>
                  <a:pt x="47" y="322"/>
                </a:lnTo>
                <a:lnTo>
                  <a:pt x="52" y="328"/>
                </a:lnTo>
                <a:lnTo>
                  <a:pt x="57" y="334"/>
                </a:lnTo>
                <a:lnTo>
                  <a:pt x="62" y="339"/>
                </a:lnTo>
                <a:lnTo>
                  <a:pt x="68" y="345"/>
                </a:lnTo>
                <a:lnTo>
                  <a:pt x="74" y="350"/>
                </a:lnTo>
                <a:lnTo>
                  <a:pt x="80" y="355"/>
                </a:lnTo>
                <a:lnTo>
                  <a:pt x="87" y="360"/>
                </a:lnTo>
                <a:lnTo>
                  <a:pt x="94" y="365"/>
                </a:lnTo>
                <a:lnTo>
                  <a:pt x="101" y="370"/>
                </a:lnTo>
                <a:lnTo>
                  <a:pt x="108" y="375"/>
                </a:lnTo>
                <a:lnTo>
                  <a:pt x="115" y="379"/>
                </a:lnTo>
                <a:lnTo>
                  <a:pt x="123" y="384"/>
                </a:lnTo>
                <a:lnTo>
                  <a:pt x="130" y="388"/>
                </a:lnTo>
                <a:lnTo>
                  <a:pt x="138" y="392"/>
                </a:lnTo>
                <a:lnTo>
                  <a:pt x="146" y="396"/>
                </a:lnTo>
                <a:lnTo>
                  <a:pt x="154" y="399"/>
                </a:lnTo>
                <a:lnTo>
                  <a:pt x="163" y="403"/>
                </a:lnTo>
                <a:lnTo>
                  <a:pt x="171" y="406"/>
                </a:lnTo>
                <a:lnTo>
                  <a:pt x="180" y="409"/>
                </a:lnTo>
                <a:lnTo>
                  <a:pt x="189" y="412"/>
                </a:lnTo>
                <a:lnTo>
                  <a:pt x="198" y="415"/>
                </a:lnTo>
                <a:lnTo>
                  <a:pt x="207" y="418"/>
                </a:lnTo>
                <a:lnTo>
                  <a:pt x="216" y="420"/>
                </a:lnTo>
                <a:lnTo>
                  <a:pt x="226" y="422"/>
                </a:lnTo>
                <a:lnTo>
                  <a:pt x="235" y="424"/>
                </a:lnTo>
                <a:lnTo>
                  <a:pt x="244" y="426"/>
                </a:lnTo>
                <a:lnTo>
                  <a:pt x="254" y="428"/>
                </a:lnTo>
                <a:lnTo>
                  <a:pt x="264" y="429"/>
                </a:lnTo>
                <a:lnTo>
                  <a:pt x="273" y="430"/>
                </a:lnTo>
                <a:lnTo>
                  <a:pt x="283" y="431"/>
                </a:lnTo>
                <a:lnTo>
                  <a:pt x="293" y="432"/>
                </a:lnTo>
                <a:lnTo>
                  <a:pt x="303" y="432"/>
                </a:lnTo>
                <a:lnTo>
                  <a:pt x="313" y="433"/>
                </a:lnTo>
                <a:lnTo>
                  <a:pt x="322" y="433"/>
                </a:lnTo>
                <a:lnTo>
                  <a:pt x="332" y="433"/>
                </a:lnTo>
                <a:lnTo>
                  <a:pt x="342" y="432"/>
                </a:lnTo>
                <a:lnTo>
                  <a:pt x="352" y="432"/>
                </a:lnTo>
                <a:lnTo>
                  <a:pt x="362" y="431"/>
                </a:lnTo>
                <a:lnTo>
                  <a:pt x="372" y="430"/>
                </a:lnTo>
                <a:lnTo>
                  <a:pt x="381" y="429"/>
                </a:lnTo>
                <a:lnTo>
                  <a:pt x="391" y="428"/>
                </a:lnTo>
                <a:lnTo>
                  <a:pt x="400" y="426"/>
                </a:lnTo>
                <a:lnTo>
                  <a:pt x="410" y="424"/>
                </a:lnTo>
                <a:lnTo>
                  <a:pt x="419" y="422"/>
                </a:lnTo>
                <a:lnTo>
                  <a:pt x="429" y="420"/>
                </a:lnTo>
                <a:lnTo>
                  <a:pt x="438" y="418"/>
                </a:lnTo>
                <a:lnTo>
                  <a:pt x="447" y="415"/>
                </a:lnTo>
                <a:lnTo>
                  <a:pt x="456" y="412"/>
                </a:lnTo>
                <a:lnTo>
                  <a:pt x="465" y="409"/>
                </a:lnTo>
                <a:lnTo>
                  <a:pt x="474" y="406"/>
                </a:lnTo>
                <a:lnTo>
                  <a:pt x="482" y="403"/>
                </a:lnTo>
                <a:lnTo>
                  <a:pt x="491" y="399"/>
                </a:lnTo>
                <a:lnTo>
                  <a:pt x="499" y="396"/>
                </a:lnTo>
                <a:lnTo>
                  <a:pt x="507" y="392"/>
                </a:lnTo>
                <a:lnTo>
                  <a:pt x="515" y="388"/>
                </a:lnTo>
                <a:lnTo>
                  <a:pt x="522" y="384"/>
                </a:lnTo>
                <a:lnTo>
                  <a:pt x="530" y="379"/>
                </a:lnTo>
                <a:lnTo>
                  <a:pt x="537" y="375"/>
                </a:lnTo>
                <a:lnTo>
                  <a:pt x="544" y="370"/>
                </a:lnTo>
                <a:lnTo>
                  <a:pt x="551" y="365"/>
                </a:lnTo>
                <a:lnTo>
                  <a:pt x="558" y="360"/>
                </a:lnTo>
                <a:lnTo>
                  <a:pt x="564" y="355"/>
                </a:lnTo>
                <a:lnTo>
                  <a:pt x="570" y="350"/>
                </a:lnTo>
                <a:lnTo>
                  <a:pt x="576" y="345"/>
                </a:lnTo>
                <a:lnTo>
                  <a:pt x="582" y="339"/>
                </a:lnTo>
                <a:lnTo>
                  <a:pt x="587" y="334"/>
                </a:lnTo>
                <a:lnTo>
                  <a:pt x="592" y="328"/>
                </a:lnTo>
                <a:lnTo>
                  <a:pt x="597" y="322"/>
                </a:lnTo>
                <a:lnTo>
                  <a:pt x="602" y="316"/>
                </a:lnTo>
                <a:lnTo>
                  <a:pt x="606" y="310"/>
                </a:lnTo>
                <a:lnTo>
                  <a:pt x="610" y="304"/>
                </a:lnTo>
                <a:lnTo>
                  <a:pt x="614" y="298"/>
                </a:lnTo>
                <a:lnTo>
                  <a:pt x="618" y="292"/>
                </a:lnTo>
                <a:lnTo>
                  <a:pt x="621" y="285"/>
                </a:lnTo>
                <a:lnTo>
                  <a:pt x="624" y="279"/>
                </a:lnTo>
                <a:lnTo>
                  <a:pt x="626" y="272"/>
                </a:lnTo>
                <a:lnTo>
                  <a:pt x="629" y="266"/>
                </a:lnTo>
                <a:lnTo>
                  <a:pt x="631" y="259"/>
                </a:lnTo>
                <a:lnTo>
                  <a:pt x="632" y="253"/>
                </a:lnTo>
                <a:lnTo>
                  <a:pt x="634" y="246"/>
                </a:lnTo>
                <a:lnTo>
                  <a:pt x="635" y="239"/>
                </a:lnTo>
                <a:lnTo>
                  <a:pt x="635" y="233"/>
                </a:lnTo>
                <a:lnTo>
                  <a:pt x="636" y="226"/>
                </a:lnTo>
                <a:lnTo>
                  <a:pt x="636" y="219"/>
                </a:lnTo>
                <a:moveTo>
                  <a:pt x="644" y="219"/>
                </a:moveTo>
                <a:lnTo>
                  <a:pt x="644" y="226"/>
                </a:lnTo>
                <a:lnTo>
                  <a:pt x="643" y="233"/>
                </a:lnTo>
                <a:lnTo>
                  <a:pt x="642" y="240"/>
                </a:lnTo>
                <a:lnTo>
                  <a:pt x="641" y="247"/>
                </a:lnTo>
                <a:lnTo>
                  <a:pt x="640" y="253"/>
                </a:lnTo>
                <a:lnTo>
                  <a:pt x="638" y="260"/>
                </a:lnTo>
                <a:lnTo>
                  <a:pt x="636" y="267"/>
                </a:lnTo>
                <a:lnTo>
                  <a:pt x="634" y="274"/>
                </a:lnTo>
                <a:lnTo>
                  <a:pt x="631" y="280"/>
                </a:lnTo>
                <a:lnTo>
                  <a:pt x="628" y="287"/>
                </a:lnTo>
                <a:lnTo>
                  <a:pt x="625" y="293"/>
                </a:lnTo>
                <a:lnTo>
                  <a:pt x="621" y="300"/>
                </a:lnTo>
                <a:lnTo>
                  <a:pt x="617" y="306"/>
                </a:lnTo>
                <a:lnTo>
                  <a:pt x="613" y="312"/>
                </a:lnTo>
                <a:lnTo>
                  <a:pt x="609" y="318"/>
                </a:lnTo>
                <a:lnTo>
                  <a:pt x="604" y="325"/>
                </a:lnTo>
                <a:lnTo>
                  <a:pt x="599" y="331"/>
                </a:lnTo>
                <a:lnTo>
                  <a:pt x="594" y="336"/>
                </a:lnTo>
                <a:lnTo>
                  <a:pt x="588" y="342"/>
                </a:lnTo>
                <a:lnTo>
                  <a:pt x="582" y="348"/>
                </a:lnTo>
                <a:lnTo>
                  <a:pt x="576" y="353"/>
                </a:lnTo>
                <a:lnTo>
                  <a:pt x="570" y="359"/>
                </a:lnTo>
                <a:lnTo>
                  <a:pt x="563" y="364"/>
                </a:lnTo>
                <a:lnTo>
                  <a:pt x="557" y="369"/>
                </a:lnTo>
                <a:lnTo>
                  <a:pt x="550" y="374"/>
                </a:lnTo>
                <a:lnTo>
                  <a:pt x="542" y="379"/>
                </a:lnTo>
                <a:lnTo>
                  <a:pt x="535" y="383"/>
                </a:lnTo>
                <a:lnTo>
                  <a:pt x="527" y="388"/>
                </a:lnTo>
                <a:lnTo>
                  <a:pt x="519" y="392"/>
                </a:lnTo>
                <a:lnTo>
                  <a:pt x="511" y="396"/>
                </a:lnTo>
                <a:lnTo>
                  <a:pt x="503" y="400"/>
                </a:lnTo>
                <a:lnTo>
                  <a:pt x="495" y="404"/>
                </a:lnTo>
                <a:lnTo>
                  <a:pt x="486" y="407"/>
                </a:lnTo>
                <a:lnTo>
                  <a:pt x="477" y="411"/>
                </a:lnTo>
                <a:lnTo>
                  <a:pt x="468" y="414"/>
                </a:lnTo>
                <a:lnTo>
                  <a:pt x="459" y="417"/>
                </a:lnTo>
                <a:lnTo>
                  <a:pt x="450" y="420"/>
                </a:lnTo>
                <a:lnTo>
                  <a:pt x="441" y="422"/>
                </a:lnTo>
                <a:lnTo>
                  <a:pt x="431" y="425"/>
                </a:lnTo>
                <a:lnTo>
                  <a:pt x="422" y="427"/>
                </a:lnTo>
                <a:lnTo>
                  <a:pt x="412" y="429"/>
                </a:lnTo>
                <a:lnTo>
                  <a:pt x="402" y="431"/>
                </a:lnTo>
                <a:lnTo>
                  <a:pt x="393" y="433"/>
                </a:lnTo>
                <a:lnTo>
                  <a:pt x="383" y="434"/>
                </a:lnTo>
                <a:lnTo>
                  <a:pt x="373" y="435"/>
                </a:lnTo>
                <a:lnTo>
                  <a:pt x="363" y="436"/>
                </a:lnTo>
                <a:lnTo>
                  <a:pt x="353" y="437"/>
                </a:lnTo>
                <a:lnTo>
                  <a:pt x="343" y="437"/>
                </a:lnTo>
                <a:lnTo>
                  <a:pt x="333" y="438"/>
                </a:lnTo>
                <a:lnTo>
                  <a:pt x="322" y="438"/>
                </a:lnTo>
                <a:lnTo>
                  <a:pt x="312" y="438"/>
                </a:lnTo>
                <a:lnTo>
                  <a:pt x="302" y="437"/>
                </a:lnTo>
                <a:lnTo>
                  <a:pt x="292" y="437"/>
                </a:lnTo>
                <a:lnTo>
                  <a:pt x="282" y="436"/>
                </a:lnTo>
                <a:lnTo>
                  <a:pt x="272" y="435"/>
                </a:lnTo>
                <a:lnTo>
                  <a:pt x="262" y="434"/>
                </a:lnTo>
                <a:lnTo>
                  <a:pt x="252" y="433"/>
                </a:lnTo>
                <a:lnTo>
                  <a:pt x="243" y="431"/>
                </a:lnTo>
                <a:lnTo>
                  <a:pt x="233" y="429"/>
                </a:lnTo>
                <a:lnTo>
                  <a:pt x="223" y="427"/>
                </a:lnTo>
                <a:lnTo>
                  <a:pt x="214" y="425"/>
                </a:lnTo>
                <a:lnTo>
                  <a:pt x="204" y="422"/>
                </a:lnTo>
                <a:lnTo>
                  <a:pt x="195" y="420"/>
                </a:lnTo>
                <a:lnTo>
                  <a:pt x="186" y="417"/>
                </a:lnTo>
                <a:lnTo>
                  <a:pt x="177" y="414"/>
                </a:lnTo>
                <a:lnTo>
                  <a:pt x="168" y="411"/>
                </a:lnTo>
                <a:lnTo>
                  <a:pt x="159" y="407"/>
                </a:lnTo>
                <a:lnTo>
                  <a:pt x="150" y="404"/>
                </a:lnTo>
                <a:lnTo>
                  <a:pt x="142" y="400"/>
                </a:lnTo>
                <a:lnTo>
                  <a:pt x="134" y="396"/>
                </a:lnTo>
                <a:lnTo>
                  <a:pt x="126" y="392"/>
                </a:lnTo>
                <a:lnTo>
                  <a:pt x="118" y="388"/>
                </a:lnTo>
                <a:lnTo>
                  <a:pt x="110" y="383"/>
                </a:lnTo>
                <a:lnTo>
                  <a:pt x="103" y="379"/>
                </a:lnTo>
                <a:lnTo>
                  <a:pt x="95" y="374"/>
                </a:lnTo>
                <a:lnTo>
                  <a:pt x="88" y="369"/>
                </a:lnTo>
                <a:lnTo>
                  <a:pt x="81" y="364"/>
                </a:lnTo>
                <a:lnTo>
                  <a:pt x="74" y="359"/>
                </a:lnTo>
                <a:lnTo>
                  <a:pt x="68" y="353"/>
                </a:lnTo>
                <a:lnTo>
                  <a:pt x="62" y="348"/>
                </a:lnTo>
                <a:lnTo>
                  <a:pt x="56" y="342"/>
                </a:lnTo>
                <a:lnTo>
                  <a:pt x="50" y="336"/>
                </a:lnTo>
                <a:lnTo>
                  <a:pt x="45" y="331"/>
                </a:lnTo>
                <a:lnTo>
                  <a:pt x="40" y="325"/>
                </a:lnTo>
                <a:lnTo>
                  <a:pt x="35" y="318"/>
                </a:lnTo>
                <a:lnTo>
                  <a:pt x="31" y="312"/>
                </a:lnTo>
                <a:lnTo>
                  <a:pt x="27" y="306"/>
                </a:lnTo>
                <a:lnTo>
                  <a:pt x="23" y="300"/>
                </a:lnTo>
                <a:lnTo>
                  <a:pt x="19" y="293"/>
                </a:lnTo>
                <a:lnTo>
                  <a:pt x="16" y="287"/>
                </a:lnTo>
                <a:lnTo>
                  <a:pt x="13" y="280"/>
                </a:lnTo>
                <a:lnTo>
                  <a:pt x="10" y="274"/>
                </a:lnTo>
                <a:lnTo>
                  <a:pt x="8" y="267"/>
                </a:lnTo>
                <a:lnTo>
                  <a:pt x="6" y="260"/>
                </a:lnTo>
                <a:lnTo>
                  <a:pt x="4" y="253"/>
                </a:lnTo>
                <a:lnTo>
                  <a:pt x="3" y="247"/>
                </a:lnTo>
                <a:lnTo>
                  <a:pt x="2" y="240"/>
                </a:lnTo>
                <a:lnTo>
                  <a:pt x="1" y="233"/>
                </a:lnTo>
                <a:lnTo>
                  <a:pt x="0" y="226"/>
                </a:lnTo>
                <a:lnTo>
                  <a:pt x="0" y="219"/>
                </a:lnTo>
                <a:lnTo>
                  <a:pt x="0" y="212"/>
                </a:lnTo>
                <a:lnTo>
                  <a:pt x="1" y="206"/>
                </a:lnTo>
                <a:lnTo>
                  <a:pt x="2" y="199"/>
                </a:lnTo>
                <a:lnTo>
                  <a:pt x="3" y="192"/>
                </a:lnTo>
                <a:lnTo>
                  <a:pt x="4" y="185"/>
                </a:lnTo>
                <a:lnTo>
                  <a:pt x="6" y="178"/>
                </a:lnTo>
                <a:lnTo>
                  <a:pt x="8" y="172"/>
                </a:lnTo>
                <a:lnTo>
                  <a:pt x="10" y="165"/>
                </a:lnTo>
                <a:lnTo>
                  <a:pt x="13" y="158"/>
                </a:lnTo>
                <a:lnTo>
                  <a:pt x="16" y="152"/>
                </a:lnTo>
                <a:lnTo>
                  <a:pt x="19" y="145"/>
                </a:lnTo>
                <a:lnTo>
                  <a:pt x="23" y="138"/>
                </a:lnTo>
                <a:lnTo>
                  <a:pt x="27" y="131"/>
                </a:lnTo>
                <a:lnTo>
                  <a:pt x="31" y="125"/>
                </a:lnTo>
                <a:lnTo>
                  <a:pt x="35" y="119"/>
                </a:lnTo>
                <a:lnTo>
                  <a:pt x="40" y="113"/>
                </a:lnTo>
                <a:lnTo>
                  <a:pt x="45" y="107"/>
                </a:lnTo>
                <a:lnTo>
                  <a:pt x="50" y="101"/>
                </a:lnTo>
                <a:lnTo>
                  <a:pt x="56" y="95"/>
                </a:lnTo>
                <a:lnTo>
                  <a:pt x="62" y="90"/>
                </a:lnTo>
                <a:lnTo>
                  <a:pt x="68" y="84"/>
                </a:lnTo>
                <a:lnTo>
                  <a:pt x="74" y="79"/>
                </a:lnTo>
                <a:lnTo>
                  <a:pt x="81" y="74"/>
                </a:lnTo>
                <a:lnTo>
                  <a:pt x="88" y="69"/>
                </a:lnTo>
                <a:lnTo>
                  <a:pt x="95" y="64"/>
                </a:lnTo>
                <a:lnTo>
                  <a:pt x="103" y="59"/>
                </a:lnTo>
                <a:lnTo>
                  <a:pt x="110" y="54"/>
                </a:lnTo>
                <a:lnTo>
                  <a:pt x="118" y="50"/>
                </a:lnTo>
                <a:lnTo>
                  <a:pt x="126" y="46"/>
                </a:lnTo>
                <a:lnTo>
                  <a:pt x="134" y="41"/>
                </a:lnTo>
                <a:lnTo>
                  <a:pt x="142" y="37"/>
                </a:lnTo>
                <a:lnTo>
                  <a:pt x="150" y="34"/>
                </a:lnTo>
                <a:lnTo>
                  <a:pt x="159" y="30"/>
                </a:lnTo>
                <a:lnTo>
                  <a:pt x="168" y="27"/>
                </a:lnTo>
                <a:lnTo>
                  <a:pt x="177" y="24"/>
                </a:lnTo>
                <a:lnTo>
                  <a:pt x="186" y="20"/>
                </a:lnTo>
                <a:lnTo>
                  <a:pt x="195" y="18"/>
                </a:lnTo>
                <a:lnTo>
                  <a:pt x="204" y="15"/>
                </a:lnTo>
                <a:lnTo>
                  <a:pt x="214" y="13"/>
                </a:lnTo>
                <a:lnTo>
                  <a:pt x="223" y="10"/>
                </a:lnTo>
                <a:lnTo>
                  <a:pt x="233" y="8"/>
                </a:lnTo>
                <a:lnTo>
                  <a:pt x="243" y="7"/>
                </a:lnTo>
                <a:lnTo>
                  <a:pt x="252" y="5"/>
                </a:lnTo>
                <a:lnTo>
                  <a:pt x="262" y="4"/>
                </a:lnTo>
                <a:lnTo>
                  <a:pt x="272" y="2"/>
                </a:lnTo>
                <a:lnTo>
                  <a:pt x="282" y="1"/>
                </a:lnTo>
                <a:lnTo>
                  <a:pt x="292" y="1"/>
                </a:lnTo>
                <a:lnTo>
                  <a:pt x="302" y="0"/>
                </a:lnTo>
                <a:lnTo>
                  <a:pt x="312" y="0"/>
                </a:lnTo>
                <a:lnTo>
                  <a:pt x="322" y="0"/>
                </a:lnTo>
                <a:lnTo>
                  <a:pt x="333" y="0"/>
                </a:lnTo>
                <a:lnTo>
                  <a:pt x="343" y="0"/>
                </a:lnTo>
                <a:lnTo>
                  <a:pt x="353" y="1"/>
                </a:lnTo>
                <a:lnTo>
                  <a:pt x="363" y="1"/>
                </a:lnTo>
                <a:lnTo>
                  <a:pt x="373" y="2"/>
                </a:lnTo>
                <a:lnTo>
                  <a:pt x="383" y="4"/>
                </a:lnTo>
                <a:lnTo>
                  <a:pt x="393" y="5"/>
                </a:lnTo>
                <a:lnTo>
                  <a:pt x="402" y="7"/>
                </a:lnTo>
                <a:lnTo>
                  <a:pt x="412" y="8"/>
                </a:lnTo>
                <a:lnTo>
                  <a:pt x="422" y="10"/>
                </a:lnTo>
                <a:lnTo>
                  <a:pt x="431" y="13"/>
                </a:lnTo>
                <a:lnTo>
                  <a:pt x="441" y="15"/>
                </a:lnTo>
                <a:lnTo>
                  <a:pt x="450" y="18"/>
                </a:lnTo>
                <a:lnTo>
                  <a:pt x="459" y="20"/>
                </a:lnTo>
                <a:lnTo>
                  <a:pt x="468" y="24"/>
                </a:lnTo>
                <a:lnTo>
                  <a:pt x="477" y="27"/>
                </a:lnTo>
                <a:lnTo>
                  <a:pt x="486" y="30"/>
                </a:lnTo>
                <a:lnTo>
                  <a:pt x="495" y="34"/>
                </a:lnTo>
                <a:lnTo>
                  <a:pt x="503" y="37"/>
                </a:lnTo>
                <a:lnTo>
                  <a:pt x="511" y="41"/>
                </a:lnTo>
                <a:lnTo>
                  <a:pt x="519" y="46"/>
                </a:lnTo>
                <a:lnTo>
                  <a:pt x="527" y="50"/>
                </a:lnTo>
                <a:lnTo>
                  <a:pt x="535" y="54"/>
                </a:lnTo>
                <a:lnTo>
                  <a:pt x="542" y="59"/>
                </a:lnTo>
                <a:lnTo>
                  <a:pt x="550" y="64"/>
                </a:lnTo>
                <a:lnTo>
                  <a:pt x="557" y="69"/>
                </a:lnTo>
                <a:lnTo>
                  <a:pt x="563" y="74"/>
                </a:lnTo>
                <a:lnTo>
                  <a:pt x="570" y="79"/>
                </a:lnTo>
                <a:lnTo>
                  <a:pt x="576" y="84"/>
                </a:lnTo>
                <a:lnTo>
                  <a:pt x="582" y="90"/>
                </a:lnTo>
                <a:lnTo>
                  <a:pt x="588" y="95"/>
                </a:lnTo>
                <a:lnTo>
                  <a:pt x="594" y="101"/>
                </a:lnTo>
                <a:lnTo>
                  <a:pt x="599" y="107"/>
                </a:lnTo>
                <a:lnTo>
                  <a:pt x="604" y="113"/>
                </a:lnTo>
                <a:lnTo>
                  <a:pt x="609" y="119"/>
                </a:lnTo>
                <a:lnTo>
                  <a:pt x="613" y="125"/>
                </a:lnTo>
                <a:lnTo>
                  <a:pt x="617" y="131"/>
                </a:lnTo>
                <a:lnTo>
                  <a:pt x="621" y="138"/>
                </a:lnTo>
                <a:lnTo>
                  <a:pt x="625" y="145"/>
                </a:lnTo>
                <a:lnTo>
                  <a:pt x="628" y="152"/>
                </a:lnTo>
                <a:lnTo>
                  <a:pt x="631" y="158"/>
                </a:lnTo>
                <a:lnTo>
                  <a:pt x="634" y="165"/>
                </a:lnTo>
                <a:lnTo>
                  <a:pt x="636" y="172"/>
                </a:lnTo>
                <a:lnTo>
                  <a:pt x="638" y="178"/>
                </a:lnTo>
                <a:lnTo>
                  <a:pt x="640" y="185"/>
                </a:lnTo>
                <a:lnTo>
                  <a:pt x="641" y="192"/>
                </a:lnTo>
                <a:lnTo>
                  <a:pt x="642" y="199"/>
                </a:lnTo>
                <a:lnTo>
                  <a:pt x="643" y="206"/>
                </a:lnTo>
                <a:lnTo>
                  <a:pt x="644" y="212"/>
                </a:lnTo>
                <a:lnTo>
                  <a:pt x="644" y="219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0" name=""/>
          <p:cNvSpPr/>
          <p:nvPr/>
        </p:nvSpPr>
        <p:spPr>
          <a:xfrm>
            <a:off x="7936920" y="2854080"/>
            <a:ext cx="245520" cy="167040"/>
          </a:xfrm>
          <a:custGeom>
            <a:avLst/>
            <a:gdLst/>
            <a:ahLst/>
            <a:rect l="0" t="0" r="r" b="b"/>
            <a:pathLst>
              <a:path w="682" h="464">
                <a:moveTo>
                  <a:pt x="663" y="232"/>
                </a:moveTo>
                <a:lnTo>
                  <a:pt x="663" y="225"/>
                </a:lnTo>
                <a:lnTo>
                  <a:pt x="662" y="219"/>
                </a:lnTo>
                <a:lnTo>
                  <a:pt x="661" y="212"/>
                </a:lnTo>
                <a:lnTo>
                  <a:pt x="660" y="205"/>
                </a:lnTo>
                <a:lnTo>
                  <a:pt x="659" y="198"/>
                </a:lnTo>
                <a:lnTo>
                  <a:pt x="657" y="191"/>
                </a:lnTo>
                <a:lnTo>
                  <a:pt x="655" y="185"/>
                </a:lnTo>
                <a:lnTo>
                  <a:pt x="653" y="178"/>
                </a:lnTo>
                <a:lnTo>
                  <a:pt x="650" y="171"/>
                </a:lnTo>
                <a:lnTo>
                  <a:pt x="647" y="165"/>
                </a:lnTo>
                <a:lnTo>
                  <a:pt x="644" y="158"/>
                </a:lnTo>
                <a:lnTo>
                  <a:pt x="640" y="151"/>
                </a:lnTo>
                <a:lnTo>
                  <a:pt x="636" y="144"/>
                </a:lnTo>
                <a:lnTo>
                  <a:pt x="632" y="138"/>
                </a:lnTo>
                <a:lnTo>
                  <a:pt x="628" y="132"/>
                </a:lnTo>
                <a:lnTo>
                  <a:pt x="623" y="126"/>
                </a:lnTo>
                <a:lnTo>
                  <a:pt x="618" y="120"/>
                </a:lnTo>
                <a:lnTo>
                  <a:pt x="613" y="114"/>
                </a:lnTo>
                <a:lnTo>
                  <a:pt x="607" y="108"/>
                </a:lnTo>
                <a:lnTo>
                  <a:pt x="601" y="103"/>
                </a:lnTo>
                <a:lnTo>
                  <a:pt x="595" y="97"/>
                </a:lnTo>
                <a:lnTo>
                  <a:pt x="589" y="92"/>
                </a:lnTo>
                <a:lnTo>
                  <a:pt x="582" y="87"/>
                </a:lnTo>
                <a:lnTo>
                  <a:pt x="576" y="82"/>
                </a:lnTo>
                <a:lnTo>
                  <a:pt x="569" y="77"/>
                </a:lnTo>
                <a:lnTo>
                  <a:pt x="561" y="72"/>
                </a:lnTo>
                <a:lnTo>
                  <a:pt x="554" y="67"/>
                </a:lnTo>
                <a:lnTo>
                  <a:pt x="546" y="63"/>
                </a:lnTo>
                <a:lnTo>
                  <a:pt x="538" y="59"/>
                </a:lnTo>
                <a:lnTo>
                  <a:pt x="530" y="54"/>
                </a:lnTo>
                <a:lnTo>
                  <a:pt x="522" y="50"/>
                </a:lnTo>
                <a:lnTo>
                  <a:pt x="514" y="47"/>
                </a:lnTo>
                <a:lnTo>
                  <a:pt x="505" y="43"/>
                </a:lnTo>
                <a:lnTo>
                  <a:pt x="496" y="40"/>
                </a:lnTo>
                <a:lnTo>
                  <a:pt x="487" y="37"/>
                </a:lnTo>
                <a:lnTo>
                  <a:pt x="478" y="33"/>
                </a:lnTo>
                <a:lnTo>
                  <a:pt x="469" y="31"/>
                </a:lnTo>
                <a:lnTo>
                  <a:pt x="460" y="28"/>
                </a:lnTo>
                <a:lnTo>
                  <a:pt x="450" y="26"/>
                </a:lnTo>
                <a:lnTo>
                  <a:pt x="441" y="23"/>
                </a:lnTo>
                <a:lnTo>
                  <a:pt x="431" y="21"/>
                </a:lnTo>
                <a:lnTo>
                  <a:pt x="421" y="20"/>
                </a:lnTo>
                <a:lnTo>
                  <a:pt x="412" y="18"/>
                </a:lnTo>
                <a:lnTo>
                  <a:pt x="402" y="17"/>
                </a:lnTo>
                <a:lnTo>
                  <a:pt x="392" y="15"/>
                </a:lnTo>
                <a:lnTo>
                  <a:pt x="382" y="14"/>
                </a:lnTo>
                <a:lnTo>
                  <a:pt x="372" y="14"/>
                </a:lnTo>
                <a:lnTo>
                  <a:pt x="362" y="13"/>
                </a:lnTo>
                <a:lnTo>
                  <a:pt x="352" y="13"/>
                </a:lnTo>
                <a:lnTo>
                  <a:pt x="341" y="13"/>
                </a:lnTo>
                <a:lnTo>
                  <a:pt x="331" y="13"/>
                </a:lnTo>
                <a:lnTo>
                  <a:pt x="321" y="13"/>
                </a:lnTo>
                <a:lnTo>
                  <a:pt x="311" y="14"/>
                </a:lnTo>
                <a:lnTo>
                  <a:pt x="301" y="14"/>
                </a:lnTo>
                <a:lnTo>
                  <a:pt x="291" y="15"/>
                </a:lnTo>
                <a:lnTo>
                  <a:pt x="281" y="17"/>
                </a:lnTo>
                <a:lnTo>
                  <a:pt x="271" y="18"/>
                </a:lnTo>
                <a:lnTo>
                  <a:pt x="262" y="20"/>
                </a:lnTo>
                <a:lnTo>
                  <a:pt x="252" y="21"/>
                </a:lnTo>
                <a:lnTo>
                  <a:pt x="242" y="23"/>
                </a:lnTo>
                <a:lnTo>
                  <a:pt x="233" y="26"/>
                </a:lnTo>
                <a:lnTo>
                  <a:pt x="223" y="28"/>
                </a:lnTo>
                <a:lnTo>
                  <a:pt x="214" y="31"/>
                </a:lnTo>
                <a:lnTo>
                  <a:pt x="205" y="33"/>
                </a:lnTo>
                <a:lnTo>
                  <a:pt x="196" y="37"/>
                </a:lnTo>
                <a:lnTo>
                  <a:pt x="187" y="40"/>
                </a:lnTo>
                <a:lnTo>
                  <a:pt x="178" y="43"/>
                </a:lnTo>
                <a:lnTo>
                  <a:pt x="169" y="47"/>
                </a:lnTo>
                <a:lnTo>
                  <a:pt x="161" y="50"/>
                </a:lnTo>
                <a:lnTo>
                  <a:pt x="153" y="54"/>
                </a:lnTo>
                <a:lnTo>
                  <a:pt x="145" y="59"/>
                </a:lnTo>
                <a:lnTo>
                  <a:pt x="137" y="63"/>
                </a:lnTo>
                <a:lnTo>
                  <a:pt x="129" y="67"/>
                </a:lnTo>
                <a:lnTo>
                  <a:pt x="122" y="72"/>
                </a:lnTo>
                <a:lnTo>
                  <a:pt x="114" y="77"/>
                </a:lnTo>
                <a:lnTo>
                  <a:pt x="107" y="82"/>
                </a:lnTo>
                <a:lnTo>
                  <a:pt x="101" y="87"/>
                </a:lnTo>
                <a:lnTo>
                  <a:pt x="94" y="92"/>
                </a:lnTo>
                <a:lnTo>
                  <a:pt x="88" y="97"/>
                </a:lnTo>
                <a:lnTo>
                  <a:pt x="82" y="103"/>
                </a:lnTo>
                <a:lnTo>
                  <a:pt x="76" y="108"/>
                </a:lnTo>
                <a:lnTo>
                  <a:pt x="70" y="114"/>
                </a:lnTo>
                <a:lnTo>
                  <a:pt x="65" y="120"/>
                </a:lnTo>
                <a:lnTo>
                  <a:pt x="60" y="126"/>
                </a:lnTo>
                <a:lnTo>
                  <a:pt x="55" y="132"/>
                </a:lnTo>
                <a:lnTo>
                  <a:pt x="50" y="138"/>
                </a:lnTo>
                <a:lnTo>
                  <a:pt x="46" y="144"/>
                </a:lnTo>
                <a:lnTo>
                  <a:pt x="42" y="151"/>
                </a:lnTo>
                <a:lnTo>
                  <a:pt x="38" y="158"/>
                </a:lnTo>
                <a:lnTo>
                  <a:pt x="35" y="165"/>
                </a:lnTo>
                <a:lnTo>
                  <a:pt x="32" y="171"/>
                </a:lnTo>
                <a:lnTo>
                  <a:pt x="29" y="178"/>
                </a:lnTo>
                <a:lnTo>
                  <a:pt x="27" y="185"/>
                </a:lnTo>
                <a:lnTo>
                  <a:pt x="25" y="191"/>
                </a:lnTo>
                <a:lnTo>
                  <a:pt x="23" y="198"/>
                </a:lnTo>
                <a:lnTo>
                  <a:pt x="22" y="205"/>
                </a:lnTo>
                <a:lnTo>
                  <a:pt x="21" y="212"/>
                </a:lnTo>
                <a:lnTo>
                  <a:pt x="20" y="219"/>
                </a:lnTo>
                <a:lnTo>
                  <a:pt x="19" y="225"/>
                </a:lnTo>
                <a:lnTo>
                  <a:pt x="19" y="232"/>
                </a:lnTo>
                <a:lnTo>
                  <a:pt x="19" y="239"/>
                </a:lnTo>
                <a:lnTo>
                  <a:pt x="20" y="246"/>
                </a:lnTo>
                <a:lnTo>
                  <a:pt x="21" y="253"/>
                </a:lnTo>
                <a:lnTo>
                  <a:pt x="22" y="260"/>
                </a:lnTo>
                <a:lnTo>
                  <a:pt x="23" y="266"/>
                </a:lnTo>
                <a:lnTo>
                  <a:pt x="25" y="273"/>
                </a:lnTo>
                <a:lnTo>
                  <a:pt x="27" y="280"/>
                </a:lnTo>
                <a:lnTo>
                  <a:pt x="29" y="287"/>
                </a:lnTo>
                <a:lnTo>
                  <a:pt x="32" y="293"/>
                </a:lnTo>
                <a:lnTo>
                  <a:pt x="35" y="300"/>
                </a:lnTo>
                <a:lnTo>
                  <a:pt x="38" y="306"/>
                </a:lnTo>
                <a:lnTo>
                  <a:pt x="42" y="313"/>
                </a:lnTo>
                <a:lnTo>
                  <a:pt x="46" y="319"/>
                </a:lnTo>
                <a:lnTo>
                  <a:pt x="50" y="325"/>
                </a:lnTo>
                <a:lnTo>
                  <a:pt x="55" y="331"/>
                </a:lnTo>
                <a:lnTo>
                  <a:pt x="60" y="338"/>
                </a:lnTo>
                <a:lnTo>
                  <a:pt x="65" y="344"/>
                </a:lnTo>
                <a:lnTo>
                  <a:pt x="70" y="349"/>
                </a:lnTo>
                <a:lnTo>
                  <a:pt x="76" y="355"/>
                </a:lnTo>
                <a:lnTo>
                  <a:pt x="82" y="361"/>
                </a:lnTo>
                <a:lnTo>
                  <a:pt x="88" y="366"/>
                </a:lnTo>
                <a:lnTo>
                  <a:pt x="94" y="372"/>
                </a:lnTo>
                <a:lnTo>
                  <a:pt x="101" y="377"/>
                </a:lnTo>
                <a:lnTo>
                  <a:pt x="107" y="382"/>
                </a:lnTo>
                <a:lnTo>
                  <a:pt x="114" y="387"/>
                </a:lnTo>
                <a:lnTo>
                  <a:pt x="122" y="392"/>
                </a:lnTo>
                <a:lnTo>
                  <a:pt x="129" y="396"/>
                </a:lnTo>
                <a:lnTo>
                  <a:pt x="137" y="401"/>
                </a:lnTo>
                <a:lnTo>
                  <a:pt x="145" y="405"/>
                </a:lnTo>
                <a:lnTo>
                  <a:pt x="153" y="409"/>
                </a:lnTo>
                <a:lnTo>
                  <a:pt x="161" y="413"/>
                </a:lnTo>
                <a:lnTo>
                  <a:pt x="169" y="417"/>
                </a:lnTo>
                <a:lnTo>
                  <a:pt x="178" y="420"/>
                </a:lnTo>
                <a:lnTo>
                  <a:pt x="187" y="424"/>
                </a:lnTo>
                <a:lnTo>
                  <a:pt x="196" y="427"/>
                </a:lnTo>
                <a:lnTo>
                  <a:pt x="205" y="430"/>
                </a:lnTo>
                <a:lnTo>
                  <a:pt x="214" y="433"/>
                </a:lnTo>
                <a:lnTo>
                  <a:pt x="223" y="435"/>
                </a:lnTo>
                <a:lnTo>
                  <a:pt x="233" y="438"/>
                </a:lnTo>
                <a:lnTo>
                  <a:pt x="242" y="440"/>
                </a:lnTo>
                <a:lnTo>
                  <a:pt x="252" y="442"/>
                </a:lnTo>
                <a:lnTo>
                  <a:pt x="262" y="444"/>
                </a:lnTo>
                <a:lnTo>
                  <a:pt x="271" y="446"/>
                </a:lnTo>
                <a:lnTo>
                  <a:pt x="281" y="447"/>
                </a:lnTo>
                <a:lnTo>
                  <a:pt x="291" y="448"/>
                </a:lnTo>
                <a:lnTo>
                  <a:pt x="301" y="449"/>
                </a:lnTo>
                <a:lnTo>
                  <a:pt x="311" y="450"/>
                </a:lnTo>
                <a:lnTo>
                  <a:pt x="321" y="450"/>
                </a:lnTo>
                <a:lnTo>
                  <a:pt x="331" y="451"/>
                </a:lnTo>
                <a:lnTo>
                  <a:pt x="341" y="451"/>
                </a:lnTo>
                <a:lnTo>
                  <a:pt x="352" y="451"/>
                </a:lnTo>
                <a:lnTo>
                  <a:pt x="362" y="450"/>
                </a:lnTo>
                <a:lnTo>
                  <a:pt x="372" y="450"/>
                </a:lnTo>
                <a:lnTo>
                  <a:pt x="382" y="449"/>
                </a:lnTo>
                <a:lnTo>
                  <a:pt x="392" y="448"/>
                </a:lnTo>
                <a:lnTo>
                  <a:pt x="402" y="447"/>
                </a:lnTo>
                <a:lnTo>
                  <a:pt x="412" y="446"/>
                </a:lnTo>
                <a:lnTo>
                  <a:pt x="421" y="444"/>
                </a:lnTo>
                <a:lnTo>
                  <a:pt x="431" y="442"/>
                </a:lnTo>
                <a:lnTo>
                  <a:pt x="441" y="440"/>
                </a:lnTo>
                <a:lnTo>
                  <a:pt x="450" y="438"/>
                </a:lnTo>
                <a:lnTo>
                  <a:pt x="460" y="435"/>
                </a:lnTo>
                <a:lnTo>
                  <a:pt x="469" y="433"/>
                </a:lnTo>
                <a:lnTo>
                  <a:pt x="478" y="430"/>
                </a:lnTo>
                <a:lnTo>
                  <a:pt x="487" y="427"/>
                </a:lnTo>
                <a:lnTo>
                  <a:pt x="496" y="424"/>
                </a:lnTo>
                <a:lnTo>
                  <a:pt x="505" y="420"/>
                </a:lnTo>
                <a:lnTo>
                  <a:pt x="514" y="417"/>
                </a:lnTo>
                <a:lnTo>
                  <a:pt x="522" y="413"/>
                </a:lnTo>
                <a:lnTo>
                  <a:pt x="530" y="409"/>
                </a:lnTo>
                <a:lnTo>
                  <a:pt x="538" y="405"/>
                </a:lnTo>
                <a:lnTo>
                  <a:pt x="546" y="401"/>
                </a:lnTo>
                <a:lnTo>
                  <a:pt x="554" y="396"/>
                </a:lnTo>
                <a:lnTo>
                  <a:pt x="561" y="392"/>
                </a:lnTo>
                <a:lnTo>
                  <a:pt x="569" y="387"/>
                </a:lnTo>
                <a:lnTo>
                  <a:pt x="576" y="382"/>
                </a:lnTo>
                <a:lnTo>
                  <a:pt x="582" y="377"/>
                </a:lnTo>
                <a:lnTo>
                  <a:pt x="589" y="372"/>
                </a:lnTo>
                <a:lnTo>
                  <a:pt x="595" y="366"/>
                </a:lnTo>
                <a:lnTo>
                  <a:pt x="601" y="361"/>
                </a:lnTo>
                <a:lnTo>
                  <a:pt x="607" y="355"/>
                </a:lnTo>
                <a:lnTo>
                  <a:pt x="613" y="349"/>
                </a:lnTo>
                <a:lnTo>
                  <a:pt x="618" y="344"/>
                </a:lnTo>
                <a:lnTo>
                  <a:pt x="623" y="338"/>
                </a:lnTo>
                <a:lnTo>
                  <a:pt x="628" y="331"/>
                </a:lnTo>
                <a:lnTo>
                  <a:pt x="632" y="325"/>
                </a:lnTo>
                <a:lnTo>
                  <a:pt x="636" y="319"/>
                </a:lnTo>
                <a:lnTo>
                  <a:pt x="640" y="313"/>
                </a:lnTo>
                <a:lnTo>
                  <a:pt x="644" y="306"/>
                </a:lnTo>
                <a:lnTo>
                  <a:pt x="647" y="300"/>
                </a:lnTo>
                <a:lnTo>
                  <a:pt x="650" y="293"/>
                </a:lnTo>
                <a:lnTo>
                  <a:pt x="653" y="287"/>
                </a:lnTo>
                <a:lnTo>
                  <a:pt x="655" y="280"/>
                </a:lnTo>
                <a:lnTo>
                  <a:pt x="657" y="273"/>
                </a:lnTo>
                <a:lnTo>
                  <a:pt x="659" y="266"/>
                </a:lnTo>
                <a:lnTo>
                  <a:pt x="660" y="260"/>
                </a:lnTo>
                <a:lnTo>
                  <a:pt x="661" y="253"/>
                </a:lnTo>
                <a:lnTo>
                  <a:pt x="662" y="246"/>
                </a:lnTo>
                <a:lnTo>
                  <a:pt x="663" y="239"/>
                </a:lnTo>
                <a:lnTo>
                  <a:pt x="663" y="232"/>
                </a:lnTo>
                <a:moveTo>
                  <a:pt x="682" y="232"/>
                </a:moveTo>
                <a:lnTo>
                  <a:pt x="681" y="240"/>
                </a:lnTo>
                <a:lnTo>
                  <a:pt x="681" y="247"/>
                </a:lnTo>
                <a:lnTo>
                  <a:pt x="680" y="254"/>
                </a:lnTo>
                <a:lnTo>
                  <a:pt x="679" y="261"/>
                </a:lnTo>
                <a:lnTo>
                  <a:pt x="677" y="268"/>
                </a:lnTo>
                <a:lnTo>
                  <a:pt x="676" y="276"/>
                </a:lnTo>
                <a:lnTo>
                  <a:pt x="673" y="283"/>
                </a:lnTo>
                <a:lnTo>
                  <a:pt x="671" y="290"/>
                </a:lnTo>
                <a:lnTo>
                  <a:pt x="668" y="297"/>
                </a:lnTo>
                <a:lnTo>
                  <a:pt x="665" y="304"/>
                </a:lnTo>
                <a:lnTo>
                  <a:pt x="661" y="311"/>
                </a:lnTo>
                <a:lnTo>
                  <a:pt x="658" y="317"/>
                </a:lnTo>
                <a:lnTo>
                  <a:pt x="654" y="324"/>
                </a:lnTo>
                <a:lnTo>
                  <a:pt x="649" y="331"/>
                </a:lnTo>
                <a:lnTo>
                  <a:pt x="644" y="337"/>
                </a:lnTo>
                <a:lnTo>
                  <a:pt x="639" y="344"/>
                </a:lnTo>
                <a:lnTo>
                  <a:pt x="634" y="350"/>
                </a:lnTo>
                <a:lnTo>
                  <a:pt x="629" y="356"/>
                </a:lnTo>
                <a:lnTo>
                  <a:pt x="623" y="362"/>
                </a:lnTo>
                <a:lnTo>
                  <a:pt x="617" y="368"/>
                </a:lnTo>
                <a:lnTo>
                  <a:pt x="610" y="374"/>
                </a:lnTo>
                <a:lnTo>
                  <a:pt x="604" y="380"/>
                </a:lnTo>
                <a:lnTo>
                  <a:pt x="597" y="385"/>
                </a:lnTo>
                <a:lnTo>
                  <a:pt x="589" y="391"/>
                </a:lnTo>
                <a:lnTo>
                  <a:pt x="582" y="396"/>
                </a:lnTo>
                <a:lnTo>
                  <a:pt x="574" y="401"/>
                </a:lnTo>
                <a:lnTo>
                  <a:pt x="566" y="406"/>
                </a:lnTo>
                <a:lnTo>
                  <a:pt x="558" y="411"/>
                </a:lnTo>
                <a:lnTo>
                  <a:pt x="550" y="415"/>
                </a:lnTo>
                <a:lnTo>
                  <a:pt x="541" y="419"/>
                </a:lnTo>
                <a:lnTo>
                  <a:pt x="533" y="424"/>
                </a:lnTo>
                <a:lnTo>
                  <a:pt x="524" y="428"/>
                </a:lnTo>
                <a:lnTo>
                  <a:pt x="515" y="431"/>
                </a:lnTo>
                <a:lnTo>
                  <a:pt x="505" y="435"/>
                </a:lnTo>
                <a:lnTo>
                  <a:pt x="496" y="438"/>
                </a:lnTo>
                <a:lnTo>
                  <a:pt x="486" y="442"/>
                </a:lnTo>
                <a:lnTo>
                  <a:pt x="477" y="445"/>
                </a:lnTo>
                <a:lnTo>
                  <a:pt x="467" y="447"/>
                </a:lnTo>
                <a:lnTo>
                  <a:pt x="457" y="450"/>
                </a:lnTo>
                <a:lnTo>
                  <a:pt x="447" y="452"/>
                </a:lnTo>
                <a:lnTo>
                  <a:pt x="436" y="454"/>
                </a:lnTo>
                <a:lnTo>
                  <a:pt x="426" y="456"/>
                </a:lnTo>
                <a:lnTo>
                  <a:pt x="416" y="458"/>
                </a:lnTo>
                <a:lnTo>
                  <a:pt x="405" y="460"/>
                </a:lnTo>
                <a:lnTo>
                  <a:pt x="395" y="461"/>
                </a:lnTo>
                <a:lnTo>
                  <a:pt x="384" y="462"/>
                </a:lnTo>
                <a:lnTo>
                  <a:pt x="373" y="463"/>
                </a:lnTo>
                <a:lnTo>
                  <a:pt x="363" y="463"/>
                </a:lnTo>
                <a:lnTo>
                  <a:pt x="352" y="464"/>
                </a:lnTo>
                <a:lnTo>
                  <a:pt x="341" y="464"/>
                </a:lnTo>
                <a:lnTo>
                  <a:pt x="331" y="464"/>
                </a:lnTo>
                <a:lnTo>
                  <a:pt x="320" y="463"/>
                </a:lnTo>
                <a:lnTo>
                  <a:pt x="309" y="463"/>
                </a:lnTo>
                <a:lnTo>
                  <a:pt x="299" y="462"/>
                </a:lnTo>
                <a:lnTo>
                  <a:pt x="288" y="461"/>
                </a:lnTo>
                <a:lnTo>
                  <a:pt x="278" y="460"/>
                </a:lnTo>
                <a:lnTo>
                  <a:pt x="267" y="458"/>
                </a:lnTo>
                <a:lnTo>
                  <a:pt x="257" y="456"/>
                </a:lnTo>
                <a:lnTo>
                  <a:pt x="247" y="454"/>
                </a:lnTo>
                <a:lnTo>
                  <a:pt x="236" y="452"/>
                </a:lnTo>
                <a:lnTo>
                  <a:pt x="226" y="450"/>
                </a:lnTo>
                <a:lnTo>
                  <a:pt x="216" y="447"/>
                </a:lnTo>
                <a:lnTo>
                  <a:pt x="206" y="445"/>
                </a:lnTo>
                <a:lnTo>
                  <a:pt x="197" y="442"/>
                </a:lnTo>
                <a:lnTo>
                  <a:pt x="187" y="438"/>
                </a:lnTo>
                <a:lnTo>
                  <a:pt x="178" y="435"/>
                </a:lnTo>
                <a:lnTo>
                  <a:pt x="168" y="431"/>
                </a:lnTo>
                <a:lnTo>
                  <a:pt x="159" y="428"/>
                </a:lnTo>
                <a:lnTo>
                  <a:pt x="150" y="424"/>
                </a:lnTo>
                <a:lnTo>
                  <a:pt x="142" y="419"/>
                </a:lnTo>
                <a:lnTo>
                  <a:pt x="133" y="415"/>
                </a:lnTo>
                <a:lnTo>
                  <a:pt x="125" y="411"/>
                </a:lnTo>
                <a:lnTo>
                  <a:pt x="117" y="406"/>
                </a:lnTo>
                <a:lnTo>
                  <a:pt x="109" y="401"/>
                </a:lnTo>
                <a:lnTo>
                  <a:pt x="101" y="396"/>
                </a:lnTo>
                <a:lnTo>
                  <a:pt x="94" y="391"/>
                </a:lnTo>
                <a:lnTo>
                  <a:pt x="86" y="385"/>
                </a:lnTo>
                <a:lnTo>
                  <a:pt x="79" y="380"/>
                </a:lnTo>
                <a:lnTo>
                  <a:pt x="73" y="374"/>
                </a:lnTo>
                <a:lnTo>
                  <a:pt x="66" y="368"/>
                </a:lnTo>
                <a:lnTo>
                  <a:pt x="60" y="362"/>
                </a:lnTo>
                <a:lnTo>
                  <a:pt x="54" y="356"/>
                </a:lnTo>
                <a:lnTo>
                  <a:pt x="48" y="350"/>
                </a:lnTo>
                <a:lnTo>
                  <a:pt x="42" y="344"/>
                </a:lnTo>
                <a:lnTo>
                  <a:pt x="37" y="337"/>
                </a:lnTo>
                <a:lnTo>
                  <a:pt x="33" y="331"/>
                </a:lnTo>
                <a:lnTo>
                  <a:pt x="28" y="324"/>
                </a:lnTo>
                <a:lnTo>
                  <a:pt x="24" y="317"/>
                </a:lnTo>
                <a:lnTo>
                  <a:pt x="21" y="311"/>
                </a:lnTo>
                <a:lnTo>
                  <a:pt x="17" y="304"/>
                </a:lnTo>
                <a:lnTo>
                  <a:pt x="14" y="297"/>
                </a:lnTo>
                <a:lnTo>
                  <a:pt x="11" y="290"/>
                </a:lnTo>
                <a:lnTo>
                  <a:pt x="9" y="283"/>
                </a:lnTo>
                <a:lnTo>
                  <a:pt x="6" y="276"/>
                </a:lnTo>
                <a:lnTo>
                  <a:pt x="5" y="268"/>
                </a:lnTo>
                <a:lnTo>
                  <a:pt x="3" y="261"/>
                </a:lnTo>
                <a:lnTo>
                  <a:pt x="2" y="254"/>
                </a:lnTo>
                <a:lnTo>
                  <a:pt x="1" y="247"/>
                </a:lnTo>
                <a:lnTo>
                  <a:pt x="1" y="240"/>
                </a:lnTo>
                <a:lnTo>
                  <a:pt x="0" y="232"/>
                </a:lnTo>
                <a:lnTo>
                  <a:pt x="1" y="225"/>
                </a:lnTo>
                <a:lnTo>
                  <a:pt x="1" y="218"/>
                </a:lnTo>
                <a:lnTo>
                  <a:pt x="2" y="210"/>
                </a:lnTo>
                <a:lnTo>
                  <a:pt x="3" y="203"/>
                </a:lnTo>
                <a:lnTo>
                  <a:pt x="5" y="196"/>
                </a:lnTo>
                <a:lnTo>
                  <a:pt x="6" y="189"/>
                </a:lnTo>
                <a:lnTo>
                  <a:pt x="9" y="182"/>
                </a:lnTo>
                <a:lnTo>
                  <a:pt x="11" y="175"/>
                </a:lnTo>
                <a:lnTo>
                  <a:pt x="14" y="168"/>
                </a:lnTo>
                <a:lnTo>
                  <a:pt x="17" y="161"/>
                </a:lnTo>
                <a:lnTo>
                  <a:pt x="21" y="153"/>
                </a:lnTo>
                <a:lnTo>
                  <a:pt x="24" y="146"/>
                </a:lnTo>
                <a:lnTo>
                  <a:pt x="28" y="139"/>
                </a:lnTo>
                <a:lnTo>
                  <a:pt x="33" y="133"/>
                </a:lnTo>
                <a:lnTo>
                  <a:pt x="37" y="126"/>
                </a:lnTo>
                <a:lnTo>
                  <a:pt x="42" y="120"/>
                </a:lnTo>
                <a:lnTo>
                  <a:pt x="48" y="113"/>
                </a:lnTo>
                <a:lnTo>
                  <a:pt x="54" y="107"/>
                </a:lnTo>
                <a:lnTo>
                  <a:pt x="60" y="101"/>
                </a:lnTo>
                <a:lnTo>
                  <a:pt x="66" y="95"/>
                </a:lnTo>
                <a:lnTo>
                  <a:pt x="73" y="89"/>
                </a:lnTo>
                <a:lnTo>
                  <a:pt x="79" y="84"/>
                </a:lnTo>
                <a:lnTo>
                  <a:pt x="86" y="78"/>
                </a:lnTo>
                <a:lnTo>
                  <a:pt x="94" y="73"/>
                </a:lnTo>
                <a:lnTo>
                  <a:pt x="101" y="68"/>
                </a:lnTo>
                <a:lnTo>
                  <a:pt x="109" y="63"/>
                </a:lnTo>
                <a:lnTo>
                  <a:pt x="117" y="58"/>
                </a:lnTo>
                <a:lnTo>
                  <a:pt x="125" y="53"/>
                </a:lnTo>
                <a:lnTo>
                  <a:pt x="133" y="48"/>
                </a:lnTo>
                <a:lnTo>
                  <a:pt x="142" y="44"/>
                </a:lnTo>
                <a:lnTo>
                  <a:pt x="150" y="40"/>
                </a:lnTo>
                <a:lnTo>
                  <a:pt x="159" y="36"/>
                </a:lnTo>
                <a:lnTo>
                  <a:pt x="168" y="32"/>
                </a:lnTo>
                <a:lnTo>
                  <a:pt x="178" y="28"/>
                </a:lnTo>
                <a:lnTo>
                  <a:pt x="187" y="25"/>
                </a:lnTo>
                <a:lnTo>
                  <a:pt x="197" y="22"/>
                </a:lnTo>
                <a:lnTo>
                  <a:pt x="206" y="19"/>
                </a:lnTo>
                <a:lnTo>
                  <a:pt x="216" y="16"/>
                </a:lnTo>
                <a:lnTo>
                  <a:pt x="226" y="14"/>
                </a:lnTo>
                <a:lnTo>
                  <a:pt x="236" y="11"/>
                </a:lnTo>
                <a:lnTo>
                  <a:pt x="247" y="9"/>
                </a:lnTo>
                <a:lnTo>
                  <a:pt x="257" y="7"/>
                </a:lnTo>
                <a:lnTo>
                  <a:pt x="267" y="5"/>
                </a:lnTo>
                <a:lnTo>
                  <a:pt x="278" y="4"/>
                </a:lnTo>
                <a:lnTo>
                  <a:pt x="288" y="3"/>
                </a:lnTo>
                <a:lnTo>
                  <a:pt x="299" y="2"/>
                </a:lnTo>
                <a:lnTo>
                  <a:pt x="309" y="1"/>
                </a:lnTo>
                <a:lnTo>
                  <a:pt x="320" y="0"/>
                </a:lnTo>
                <a:lnTo>
                  <a:pt x="331" y="0"/>
                </a:lnTo>
                <a:lnTo>
                  <a:pt x="341" y="0"/>
                </a:lnTo>
                <a:lnTo>
                  <a:pt x="352" y="0"/>
                </a:lnTo>
                <a:lnTo>
                  <a:pt x="363" y="0"/>
                </a:lnTo>
                <a:lnTo>
                  <a:pt x="373" y="1"/>
                </a:lnTo>
                <a:lnTo>
                  <a:pt x="384" y="2"/>
                </a:lnTo>
                <a:lnTo>
                  <a:pt x="395" y="3"/>
                </a:lnTo>
                <a:lnTo>
                  <a:pt x="405" y="4"/>
                </a:lnTo>
                <a:lnTo>
                  <a:pt x="416" y="5"/>
                </a:lnTo>
                <a:lnTo>
                  <a:pt x="426" y="7"/>
                </a:lnTo>
                <a:lnTo>
                  <a:pt x="436" y="9"/>
                </a:lnTo>
                <a:lnTo>
                  <a:pt x="447" y="11"/>
                </a:lnTo>
                <a:lnTo>
                  <a:pt x="457" y="14"/>
                </a:lnTo>
                <a:lnTo>
                  <a:pt x="467" y="16"/>
                </a:lnTo>
                <a:lnTo>
                  <a:pt x="477" y="19"/>
                </a:lnTo>
                <a:lnTo>
                  <a:pt x="486" y="22"/>
                </a:lnTo>
                <a:lnTo>
                  <a:pt x="496" y="25"/>
                </a:lnTo>
                <a:lnTo>
                  <a:pt x="505" y="28"/>
                </a:lnTo>
                <a:lnTo>
                  <a:pt x="515" y="32"/>
                </a:lnTo>
                <a:lnTo>
                  <a:pt x="524" y="36"/>
                </a:lnTo>
                <a:lnTo>
                  <a:pt x="533" y="40"/>
                </a:lnTo>
                <a:lnTo>
                  <a:pt x="541" y="44"/>
                </a:lnTo>
                <a:lnTo>
                  <a:pt x="550" y="48"/>
                </a:lnTo>
                <a:lnTo>
                  <a:pt x="558" y="53"/>
                </a:lnTo>
                <a:lnTo>
                  <a:pt x="566" y="58"/>
                </a:lnTo>
                <a:lnTo>
                  <a:pt x="574" y="63"/>
                </a:lnTo>
                <a:lnTo>
                  <a:pt x="582" y="68"/>
                </a:lnTo>
                <a:lnTo>
                  <a:pt x="589" y="73"/>
                </a:lnTo>
                <a:lnTo>
                  <a:pt x="597" y="78"/>
                </a:lnTo>
                <a:lnTo>
                  <a:pt x="604" y="84"/>
                </a:lnTo>
                <a:lnTo>
                  <a:pt x="610" y="89"/>
                </a:lnTo>
                <a:lnTo>
                  <a:pt x="617" y="95"/>
                </a:lnTo>
                <a:lnTo>
                  <a:pt x="623" y="101"/>
                </a:lnTo>
                <a:lnTo>
                  <a:pt x="629" y="107"/>
                </a:lnTo>
                <a:lnTo>
                  <a:pt x="634" y="113"/>
                </a:lnTo>
                <a:lnTo>
                  <a:pt x="639" y="120"/>
                </a:lnTo>
                <a:lnTo>
                  <a:pt x="644" y="126"/>
                </a:lnTo>
                <a:lnTo>
                  <a:pt x="649" y="133"/>
                </a:lnTo>
                <a:lnTo>
                  <a:pt x="654" y="139"/>
                </a:lnTo>
                <a:lnTo>
                  <a:pt x="658" y="146"/>
                </a:lnTo>
                <a:lnTo>
                  <a:pt x="661" y="153"/>
                </a:lnTo>
                <a:lnTo>
                  <a:pt x="665" y="161"/>
                </a:lnTo>
                <a:lnTo>
                  <a:pt x="668" y="168"/>
                </a:lnTo>
                <a:lnTo>
                  <a:pt x="671" y="175"/>
                </a:lnTo>
                <a:lnTo>
                  <a:pt x="673" y="182"/>
                </a:lnTo>
                <a:lnTo>
                  <a:pt x="676" y="189"/>
                </a:lnTo>
                <a:lnTo>
                  <a:pt x="677" y="196"/>
                </a:lnTo>
                <a:lnTo>
                  <a:pt x="679" y="203"/>
                </a:lnTo>
                <a:lnTo>
                  <a:pt x="680" y="210"/>
                </a:lnTo>
                <a:lnTo>
                  <a:pt x="681" y="218"/>
                </a:lnTo>
                <a:lnTo>
                  <a:pt x="681" y="225"/>
                </a:lnTo>
                <a:lnTo>
                  <a:pt x="682" y="232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1" name=""/>
          <p:cNvSpPr/>
          <p:nvPr/>
        </p:nvSpPr>
        <p:spPr>
          <a:xfrm>
            <a:off x="7930440" y="2849400"/>
            <a:ext cx="258480" cy="176400"/>
          </a:xfrm>
          <a:custGeom>
            <a:avLst/>
            <a:gdLst/>
            <a:ahLst/>
            <a:rect l="0" t="0" r="r" b="b"/>
            <a:pathLst>
              <a:path w="718" h="490">
                <a:moveTo>
                  <a:pt x="700" y="245"/>
                </a:moveTo>
                <a:lnTo>
                  <a:pt x="699" y="238"/>
                </a:lnTo>
                <a:lnTo>
                  <a:pt x="699" y="231"/>
                </a:lnTo>
                <a:lnTo>
                  <a:pt x="698" y="223"/>
                </a:lnTo>
                <a:lnTo>
                  <a:pt x="697" y="216"/>
                </a:lnTo>
                <a:lnTo>
                  <a:pt x="695" y="209"/>
                </a:lnTo>
                <a:lnTo>
                  <a:pt x="694" y="202"/>
                </a:lnTo>
                <a:lnTo>
                  <a:pt x="691" y="195"/>
                </a:lnTo>
                <a:lnTo>
                  <a:pt x="689" y="188"/>
                </a:lnTo>
                <a:lnTo>
                  <a:pt x="686" y="181"/>
                </a:lnTo>
                <a:lnTo>
                  <a:pt x="683" y="174"/>
                </a:lnTo>
                <a:lnTo>
                  <a:pt x="679" y="167"/>
                </a:lnTo>
                <a:lnTo>
                  <a:pt x="676" y="160"/>
                </a:lnTo>
                <a:lnTo>
                  <a:pt x="672" y="153"/>
                </a:lnTo>
                <a:lnTo>
                  <a:pt x="667" y="147"/>
                </a:lnTo>
                <a:lnTo>
                  <a:pt x="662" y="140"/>
                </a:lnTo>
                <a:lnTo>
                  <a:pt x="657" y="133"/>
                </a:lnTo>
                <a:lnTo>
                  <a:pt x="652" y="126"/>
                </a:lnTo>
                <a:lnTo>
                  <a:pt x="647" y="120"/>
                </a:lnTo>
                <a:lnTo>
                  <a:pt x="641" y="114"/>
                </a:lnTo>
                <a:lnTo>
                  <a:pt x="635" y="108"/>
                </a:lnTo>
                <a:lnTo>
                  <a:pt x="628" y="102"/>
                </a:lnTo>
                <a:lnTo>
                  <a:pt x="622" y="97"/>
                </a:lnTo>
                <a:lnTo>
                  <a:pt x="615" y="91"/>
                </a:lnTo>
                <a:lnTo>
                  <a:pt x="607" y="86"/>
                </a:lnTo>
                <a:lnTo>
                  <a:pt x="600" y="81"/>
                </a:lnTo>
                <a:lnTo>
                  <a:pt x="592" y="76"/>
                </a:lnTo>
                <a:lnTo>
                  <a:pt x="584" y="71"/>
                </a:lnTo>
                <a:lnTo>
                  <a:pt x="576" y="66"/>
                </a:lnTo>
                <a:lnTo>
                  <a:pt x="568" y="61"/>
                </a:lnTo>
                <a:lnTo>
                  <a:pt x="559" y="57"/>
                </a:lnTo>
                <a:lnTo>
                  <a:pt x="550" y="53"/>
                </a:lnTo>
                <a:lnTo>
                  <a:pt x="541" y="49"/>
                </a:lnTo>
                <a:lnTo>
                  <a:pt x="532" y="45"/>
                </a:lnTo>
                <a:lnTo>
                  <a:pt x="522" y="41"/>
                </a:lnTo>
                <a:lnTo>
                  <a:pt x="513" y="38"/>
                </a:lnTo>
                <a:lnTo>
                  <a:pt x="503" y="35"/>
                </a:lnTo>
                <a:lnTo>
                  <a:pt x="494" y="32"/>
                </a:lnTo>
                <a:lnTo>
                  <a:pt x="484" y="29"/>
                </a:lnTo>
                <a:lnTo>
                  <a:pt x="474" y="27"/>
                </a:lnTo>
                <a:lnTo>
                  <a:pt x="464" y="24"/>
                </a:lnTo>
                <a:lnTo>
                  <a:pt x="453" y="22"/>
                </a:lnTo>
                <a:lnTo>
                  <a:pt x="443" y="20"/>
                </a:lnTo>
                <a:lnTo>
                  <a:pt x="433" y="18"/>
                </a:lnTo>
                <a:lnTo>
                  <a:pt x="422" y="17"/>
                </a:lnTo>
                <a:lnTo>
                  <a:pt x="412" y="16"/>
                </a:lnTo>
                <a:lnTo>
                  <a:pt x="401" y="15"/>
                </a:lnTo>
                <a:lnTo>
                  <a:pt x="390" y="14"/>
                </a:lnTo>
                <a:lnTo>
                  <a:pt x="380" y="13"/>
                </a:lnTo>
                <a:lnTo>
                  <a:pt x="369" y="13"/>
                </a:lnTo>
                <a:lnTo>
                  <a:pt x="358" y="13"/>
                </a:lnTo>
                <a:lnTo>
                  <a:pt x="348" y="13"/>
                </a:lnTo>
                <a:lnTo>
                  <a:pt x="337" y="13"/>
                </a:lnTo>
                <a:lnTo>
                  <a:pt x="326" y="14"/>
                </a:lnTo>
                <a:lnTo>
                  <a:pt x="316" y="15"/>
                </a:lnTo>
                <a:lnTo>
                  <a:pt x="305" y="16"/>
                </a:lnTo>
                <a:lnTo>
                  <a:pt x="295" y="17"/>
                </a:lnTo>
                <a:lnTo>
                  <a:pt x="284" y="18"/>
                </a:lnTo>
                <a:lnTo>
                  <a:pt x="274" y="20"/>
                </a:lnTo>
                <a:lnTo>
                  <a:pt x="264" y="22"/>
                </a:lnTo>
                <a:lnTo>
                  <a:pt x="253" y="24"/>
                </a:lnTo>
                <a:lnTo>
                  <a:pt x="243" y="27"/>
                </a:lnTo>
                <a:lnTo>
                  <a:pt x="233" y="29"/>
                </a:lnTo>
                <a:lnTo>
                  <a:pt x="223" y="32"/>
                </a:lnTo>
                <a:lnTo>
                  <a:pt x="214" y="35"/>
                </a:lnTo>
                <a:lnTo>
                  <a:pt x="204" y="38"/>
                </a:lnTo>
                <a:lnTo>
                  <a:pt x="195" y="41"/>
                </a:lnTo>
                <a:lnTo>
                  <a:pt x="185" y="45"/>
                </a:lnTo>
                <a:lnTo>
                  <a:pt x="176" y="49"/>
                </a:lnTo>
                <a:lnTo>
                  <a:pt x="167" y="53"/>
                </a:lnTo>
                <a:lnTo>
                  <a:pt x="159" y="57"/>
                </a:lnTo>
                <a:lnTo>
                  <a:pt x="150" y="61"/>
                </a:lnTo>
                <a:lnTo>
                  <a:pt x="142" y="66"/>
                </a:lnTo>
                <a:lnTo>
                  <a:pt x="134" y="71"/>
                </a:lnTo>
                <a:lnTo>
                  <a:pt x="126" y="76"/>
                </a:lnTo>
                <a:lnTo>
                  <a:pt x="118" y="81"/>
                </a:lnTo>
                <a:lnTo>
                  <a:pt x="111" y="86"/>
                </a:lnTo>
                <a:lnTo>
                  <a:pt x="103" y="91"/>
                </a:lnTo>
                <a:lnTo>
                  <a:pt x="96" y="97"/>
                </a:lnTo>
                <a:lnTo>
                  <a:pt x="90" y="102"/>
                </a:lnTo>
                <a:lnTo>
                  <a:pt x="83" y="108"/>
                </a:lnTo>
                <a:lnTo>
                  <a:pt x="77" y="114"/>
                </a:lnTo>
                <a:lnTo>
                  <a:pt x="71" y="120"/>
                </a:lnTo>
                <a:lnTo>
                  <a:pt x="66" y="126"/>
                </a:lnTo>
                <a:lnTo>
                  <a:pt x="60" y="133"/>
                </a:lnTo>
                <a:lnTo>
                  <a:pt x="55" y="140"/>
                </a:lnTo>
                <a:lnTo>
                  <a:pt x="51" y="147"/>
                </a:lnTo>
                <a:lnTo>
                  <a:pt x="46" y="153"/>
                </a:lnTo>
                <a:lnTo>
                  <a:pt x="42" y="160"/>
                </a:lnTo>
                <a:lnTo>
                  <a:pt x="39" y="167"/>
                </a:lnTo>
                <a:lnTo>
                  <a:pt x="35" y="174"/>
                </a:lnTo>
                <a:lnTo>
                  <a:pt x="32" y="181"/>
                </a:lnTo>
                <a:lnTo>
                  <a:pt x="29" y="188"/>
                </a:lnTo>
                <a:lnTo>
                  <a:pt x="27" y="195"/>
                </a:lnTo>
                <a:lnTo>
                  <a:pt x="24" y="202"/>
                </a:lnTo>
                <a:lnTo>
                  <a:pt x="23" y="209"/>
                </a:lnTo>
                <a:lnTo>
                  <a:pt x="21" y="216"/>
                </a:lnTo>
                <a:lnTo>
                  <a:pt x="20" y="223"/>
                </a:lnTo>
                <a:lnTo>
                  <a:pt x="19" y="231"/>
                </a:lnTo>
                <a:lnTo>
                  <a:pt x="19" y="238"/>
                </a:lnTo>
                <a:lnTo>
                  <a:pt x="18" y="245"/>
                </a:lnTo>
                <a:lnTo>
                  <a:pt x="19" y="253"/>
                </a:lnTo>
                <a:lnTo>
                  <a:pt x="19" y="260"/>
                </a:lnTo>
                <a:lnTo>
                  <a:pt x="20" y="267"/>
                </a:lnTo>
                <a:lnTo>
                  <a:pt x="21" y="274"/>
                </a:lnTo>
                <a:lnTo>
                  <a:pt x="23" y="281"/>
                </a:lnTo>
                <a:lnTo>
                  <a:pt x="24" y="289"/>
                </a:lnTo>
                <a:lnTo>
                  <a:pt x="27" y="296"/>
                </a:lnTo>
                <a:lnTo>
                  <a:pt x="29" y="303"/>
                </a:lnTo>
                <a:lnTo>
                  <a:pt x="32" y="310"/>
                </a:lnTo>
                <a:lnTo>
                  <a:pt x="35" y="317"/>
                </a:lnTo>
                <a:lnTo>
                  <a:pt x="39" y="324"/>
                </a:lnTo>
                <a:lnTo>
                  <a:pt x="42" y="330"/>
                </a:lnTo>
                <a:lnTo>
                  <a:pt x="46" y="337"/>
                </a:lnTo>
                <a:lnTo>
                  <a:pt x="51" y="344"/>
                </a:lnTo>
                <a:lnTo>
                  <a:pt x="55" y="350"/>
                </a:lnTo>
                <a:lnTo>
                  <a:pt x="60" y="357"/>
                </a:lnTo>
                <a:lnTo>
                  <a:pt x="66" y="363"/>
                </a:lnTo>
                <a:lnTo>
                  <a:pt x="71" y="369"/>
                </a:lnTo>
                <a:lnTo>
                  <a:pt x="77" y="375"/>
                </a:lnTo>
                <a:lnTo>
                  <a:pt x="83" y="381"/>
                </a:lnTo>
                <a:lnTo>
                  <a:pt x="90" y="387"/>
                </a:lnTo>
                <a:lnTo>
                  <a:pt x="96" y="393"/>
                </a:lnTo>
                <a:lnTo>
                  <a:pt x="103" y="398"/>
                </a:lnTo>
                <a:lnTo>
                  <a:pt x="111" y="404"/>
                </a:lnTo>
                <a:lnTo>
                  <a:pt x="118" y="409"/>
                </a:lnTo>
                <a:lnTo>
                  <a:pt x="126" y="414"/>
                </a:lnTo>
                <a:lnTo>
                  <a:pt x="134" y="419"/>
                </a:lnTo>
                <a:lnTo>
                  <a:pt x="142" y="424"/>
                </a:lnTo>
                <a:lnTo>
                  <a:pt x="150" y="428"/>
                </a:lnTo>
                <a:lnTo>
                  <a:pt x="159" y="432"/>
                </a:lnTo>
                <a:lnTo>
                  <a:pt x="167" y="437"/>
                </a:lnTo>
                <a:lnTo>
                  <a:pt x="176" y="441"/>
                </a:lnTo>
                <a:lnTo>
                  <a:pt x="185" y="444"/>
                </a:lnTo>
                <a:lnTo>
                  <a:pt x="195" y="448"/>
                </a:lnTo>
                <a:lnTo>
                  <a:pt x="204" y="451"/>
                </a:lnTo>
                <a:lnTo>
                  <a:pt x="214" y="455"/>
                </a:lnTo>
                <a:lnTo>
                  <a:pt x="223" y="458"/>
                </a:lnTo>
                <a:lnTo>
                  <a:pt x="233" y="460"/>
                </a:lnTo>
                <a:lnTo>
                  <a:pt x="243" y="463"/>
                </a:lnTo>
                <a:lnTo>
                  <a:pt x="253" y="465"/>
                </a:lnTo>
                <a:lnTo>
                  <a:pt x="264" y="467"/>
                </a:lnTo>
                <a:lnTo>
                  <a:pt x="274" y="469"/>
                </a:lnTo>
                <a:lnTo>
                  <a:pt x="284" y="471"/>
                </a:lnTo>
                <a:lnTo>
                  <a:pt x="295" y="473"/>
                </a:lnTo>
                <a:lnTo>
                  <a:pt x="305" y="474"/>
                </a:lnTo>
                <a:lnTo>
                  <a:pt x="316" y="475"/>
                </a:lnTo>
                <a:lnTo>
                  <a:pt x="326" y="476"/>
                </a:lnTo>
                <a:lnTo>
                  <a:pt x="337" y="476"/>
                </a:lnTo>
                <a:lnTo>
                  <a:pt x="348" y="477"/>
                </a:lnTo>
                <a:lnTo>
                  <a:pt x="358" y="477"/>
                </a:lnTo>
                <a:lnTo>
                  <a:pt x="369" y="477"/>
                </a:lnTo>
                <a:lnTo>
                  <a:pt x="380" y="476"/>
                </a:lnTo>
                <a:lnTo>
                  <a:pt x="390" y="476"/>
                </a:lnTo>
                <a:lnTo>
                  <a:pt x="401" y="475"/>
                </a:lnTo>
                <a:lnTo>
                  <a:pt x="412" y="474"/>
                </a:lnTo>
                <a:lnTo>
                  <a:pt x="422" y="473"/>
                </a:lnTo>
                <a:lnTo>
                  <a:pt x="433" y="471"/>
                </a:lnTo>
                <a:lnTo>
                  <a:pt x="443" y="469"/>
                </a:lnTo>
                <a:lnTo>
                  <a:pt x="453" y="467"/>
                </a:lnTo>
                <a:lnTo>
                  <a:pt x="464" y="465"/>
                </a:lnTo>
                <a:lnTo>
                  <a:pt x="474" y="463"/>
                </a:lnTo>
                <a:lnTo>
                  <a:pt x="484" y="460"/>
                </a:lnTo>
                <a:lnTo>
                  <a:pt x="494" y="458"/>
                </a:lnTo>
                <a:lnTo>
                  <a:pt x="503" y="455"/>
                </a:lnTo>
                <a:lnTo>
                  <a:pt x="513" y="451"/>
                </a:lnTo>
                <a:lnTo>
                  <a:pt x="522" y="448"/>
                </a:lnTo>
                <a:lnTo>
                  <a:pt x="532" y="444"/>
                </a:lnTo>
                <a:lnTo>
                  <a:pt x="541" y="441"/>
                </a:lnTo>
                <a:lnTo>
                  <a:pt x="550" y="437"/>
                </a:lnTo>
                <a:lnTo>
                  <a:pt x="559" y="432"/>
                </a:lnTo>
                <a:lnTo>
                  <a:pt x="568" y="428"/>
                </a:lnTo>
                <a:lnTo>
                  <a:pt x="576" y="424"/>
                </a:lnTo>
                <a:lnTo>
                  <a:pt x="584" y="419"/>
                </a:lnTo>
                <a:lnTo>
                  <a:pt x="592" y="414"/>
                </a:lnTo>
                <a:lnTo>
                  <a:pt x="600" y="409"/>
                </a:lnTo>
                <a:lnTo>
                  <a:pt x="607" y="404"/>
                </a:lnTo>
                <a:lnTo>
                  <a:pt x="615" y="398"/>
                </a:lnTo>
                <a:lnTo>
                  <a:pt x="622" y="393"/>
                </a:lnTo>
                <a:lnTo>
                  <a:pt x="628" y="387"/>
                </a:lnTo>
                <a:lnTo>
                  <a:pt x="635" y="381"/>
                </a:lnTo>
                <a:lnTo>
                  <a:pt x="641" y="375"/>
                </a:lnTo>
                <a:lnTo>
                  <a:pt x="647" y="369"/>
                </a:lnTo>
                <a:lnTo>
                  <a:pt x="652" y="363"/>
                </a:lnTo>
                <a:lnTo>
                  <a:pt x="657" y="357"/>
                </a:lnTo>
                <a:lnTo>
                  <a:pt x="662" y="350"/>
                </a:lnTo>
                <a:lnTo>
                  <a:pt x="667" y="344"/>
                </a:lnTo>
                <a:lnTo>
                  <a:pt x="672" y="337"/>
                </a:lnTo>
                <a:lnTo>
                  <a:pt x="676" y="330"/>
                </a:lnTo>
                <a:lnTo>
                  <a:pt x="679" y="324"/>
                </a:lnTo>
                <a:lnTo>
                  <a:pt x="683" y="317"/>
                </a:lnTo>
                <a:lnTo>
                  <a:pt x="686" y="310"/>
                </a:lnTo>
                <a:lnTo>
                  <a:pt x="689" y="303"/>
                </a:lnTo>
                <a:lnTo>
                  <a:pt x="691" y="296"/>
                </a:lnTo>
                <a:lnTo>
                  <a:pt x="694" y="289"/>
                </a:lnTo>
                <a:lnTo>
                  <a:pt x="695" y="281"/>
                </a:lnTo>
                <a:lnTo>
                  <a:pt x="697" y="274"/>
                </a:lnTo>
                <a:lnTo>
                  <a:pt x="698" y="267"/>
                </a:lnTo>
                <a:lnTo>
                  <a:pt x="699" y="260"/>
                </a:lnTo>
                <a:lnTo>
                  <a:pt x="699" y="253"/>
                </a:lnTo>
                <a:lnTo>
                  <a:pt x="700" y="245"/>
                </a:lnTo>
                <a:moveTo>
                  <a:pt x="718" y="245"/>
                </a:moveTo>
                <a:lnTo>
                  <a:pt x="718" y="253"/>
                </a:lnTo>
                <a:lnTo>
                  <a:pt x="718" y="261"/>
                </a:lnTo>
                <a:lnTo>
                  <a:pt x="717" y="268"/>
                </a:lnTo>
                <a:lnTo>
                  <a:pt x="716" y="276"/>
                </a:lnTo>
                <a:lnTo>
                  <a:pt x="714" y="283"/>
                </a:lnTo>
                <a:lnTo>
                  <a:pt x="712" y="291"/>
                </a:lnTo>
                <a:lnTo>
                  <a:pt x="710" y="299"/>
                </a:lnTo>
                <a:lnTo>
                  <a:pt x="707" y="306"/>
                </a:lnTo>
                <a:lnTo>
                  <a:pt x="704" y="313"/>
                </a:lnTo>
                <a:lnTo>
                  <a:pt x="701" y="321"/>
                </a:lnTo>
                <a:lnTo>
                  <a:pt x="697" y="328"/>
                </a:lnTo>
                <a:lnTo>
                  <a:pt x="693" y="335"/>
                </a:lnTo>
                <a:lnTo>
                  <a:pt x="689" y="342"/>
                </a:lnTo>
                <a:lnTo>
                  <a:pt x="684" y="349"/>
                </a:lnTo>
                <a:lnTo>
                  <a:pt x="679" y="356"/>
                </a:lnTo>
                <a:lnTo>
                  <a:pt x="674" y="363"/>
                </a:lnTo>
                <a:lnTo>
                  <a:pt x="668" y="370"/>
                </a:lnTo>
                <a:lnTo>
                  <a:pt x="663" y="376"/>
                </a:lnTo>
                <a:lnTo>
                  <a:pt x="656" y="383"/>
                </a:lnTo>
                <a:lnTo>
                  <a:pt x="650" y="389"/>
                </a:lnTo>
                <a:lnTo>
                  <a:pt x="643" y="395"/>
                </a:lnTo>
                <a:lnTo>
                  <a:pt x="636" y="401"/>
                </a:lnTo>
                <a:lnTo>
                  <a:pt x="629" y="407"/>
                </a:lnTo>
                <a:lnTo>
                  <a:pt x="621" y="412"/>
                </a:lnTo>
                <a:lnTo>
                  <a:pt x="613" y="418"/>
                </a:lnTo>
                <a:lnTo>
                  <a:pt x="605" y="423"/>
                </a:lnTo>
                <a:lnTo>
                  <a:pt x="597" y="428"/>
                </a:lnTo>
                <a:lnTo>
                  <a:pt x="588" y="433"/>
                </a:lnTo>
                <a:lnTo>
                  <a:pt x="579" y="438"/>
                </a:lnTo>
                <a:lnTo>
                  <a:pt x="570" y="443"/>
                </a:lnTo>
                <a:lnTo>
                  <a:pt x="561" y="447"/>
                </a:lnTo>
                <a:lnTo>
                  <a:pt x="551" y="452"/>
                </a:lnTo>
                <a:lnTo>
                  <a:pt x="541" y="456"/>
                </a:lnTo>
                <a:lnTo>
                  <a:pt x="531" y="459"/>
                </a:lnTo>
                <a:lnTo>
                  <a:pt x="521" y="463"/>
                </a:lnTo>
                <a:lnTo>
                  <a:pt x="511" y="466"/>
                </a:lnTo>
                <a:lnTo>
                  <a:pt x="501" y="469"/>
                </a:lnTo>
                <a:lnTo>
                  <a:pt x="491" y="472"/>
                </a:lnTo>
                <a:lnTo>
                  <a:pt x="480" y="475"/>
                </a:lnTo>
                <a:lnTo>
                  <a:pt x="469" y="478"/>
                </a:lnTo>
                <a:lnTo>
                  <a:pt x="459" y="480"/>
                </a:lnTo>
                <a:lnTo>
                  <a:pt x="448" y="482"/>
                </a:lnTo>
                <a:lnTo>
                  <a:pt x="437" y="484"/>
                </a:lnTo>
                <a:lnTo>
                  <a:pt x="426" y="485"/>
                </a:lnTo>
                <a:lnTo>
                  <a:pt x="415" y="487"/>
                </a:lnTo>
                <a:lnTo>
                  <a:pt x="403" y="488"/>
                </a:lnTo>
                <a:lnTo>
                  <a:pt x="392" y="488"/>
                </a:lnTo>
                <a:lnTo>
                  <a:pt x="381" y="489"/>
                </a:lnTo>
                <a:lnTo>
                  <a:pt x="370" y="489"/>
                </a:lnTo>
                <a:lnTo>
                  <a:pt x="358" y="490"/>
                </a:lnTo>
                <a:lnTo>
                  <a:pt x="347" y="489"/>
                </a:lnTo>
                <a:lnTo>
                  <a:pt x="336" y="489"/>
                </a:lnTo>
                <a:lnTo>
                  <a:pt x="325" y="488"/>
                </a:lnTo>
                <a:lnTo>
                  <a:pt x="313" y="488"/>
                </a:lnTo>
                <a:lnTo>
                  <a:pt x="302" y="487"/>
                </a:lnTo>
                <a:lnTo>
                  <a:pt x="291" y="485"/>
                </a:lnTo>
                <a:lnTo>
                  <a:pt x="280" y="484"/>
                </a:lnTo>
                <a:lnTo>
                  <a:pt x="269" y="482"/>
                </a:lnTo>
                <a:lnTo>
                  <a:pt x="258" y="480"/>
                </a:lnTo>
                <a:lnTo>
                  <a:pt x="248" y="478"/>
                </a:lnTo>
                <a:lnTo>
                  <a:pt x="237" y="475"/>
                </a:lnTo>
                <a:lnTo>
                  <a:pt x="226" y="472"/>
                </a:lnTo>
                <a:lnTo>
                  <a:pt x="216" y="469"/>
                </a:lnTo>
                <a:lnTo>
                  <a:pt x="206" y="466"/>
                </a:lnTo>
                <a:lnTo>
                  <a:pt x="196" y="463"/>
                </a:lnTo>
                <a:lnTo>
                  <a:pt x="186" y="459"/>
                </a:lnTo>
                <a:lnTo>
                  <a:pt x="176" y="456"/>
                </a:lnTo>
                <a:lnTo>
                  <a:pt x="166" y="452"/>
                </a:lnTo>
                <a:lnTo>
                  <a:pt x="157" y="447"/>
                </a:lnTo>
                <a:lnTo>
                  <a:pt x="147" y="443"/>
                </a:lnTo>
                <a:lnTo>
                  <a:pt x="138" y="438"/>
                </a:lnTo>
                <a:lnTo>
                  <a:pt x="130" y="433"/>
                </a:lnTo>
                <a:lnTo>
                  <a:pt x="121" y="428"/>
                </a:lnTo>
                <a:lnTo>
                  <a:pt x="113" y="423"/>
                </a:lnTo>
                <a:lnTo>
                  <a:pt x="105" y="418"/>
                </a:lnTo>
                <a:lnTo>
                  <a:pt x="97" y="412"/>
                </a:lnTo>
                <a:lnTo>
                  <a:pt x="89" y="407"/>
                </a:lnTo>
                <a:lnTo>
                  <a:pt x="82" y="401"/>
                </a:lnTo>
                <a:lnTo>
                  <a:pt x="75" y="395"/>
                </a:lnTo>
                <a:lnTo>
                  <a:pt x="68" y="389"/>
                </a:lnTo>
                <a:lnTo>
                  <a:pt x="62" y="383"/>
                </a:lnTo>
                <a:lnTo>
                  <a:pt x="55" y="376"/>
                </a:lnTo>
                <a:lnTo>
                  <a:pt x="50" y="370"/>
                </a:lnTo>
                <a:lnTo>
                  <a:pt x="44" y="363"/>
                </a:lnTo>
                <a:lnTo>
                  <a:pt x="39" y="356"/>
                </a:lnTo>
                <a:lnTo>
                  <a:pt x="34" y="349"/>
                </a:lnTo>
                <a:lnTo>
                  <a:pt x="29" y="342"/>
                </a:lnTo>
                <a:lnTo>
                  <a:pt x="25" y="335"/>
                </a:lnTo>
                <a:lnTo>
                  <a:pt x="21" y="328"/>
                </a:lnTo>
                <a:lnTo>
                  <a:pt x="17" y="321"/>
                </a:lnTo>
                <a:lnTo>
                  <a:pt x="14" y="313"/>
                </a:lnTo>
                <a:lnTo>
                  <a:pt x="11" y="306"/>
                </a:lnTo>
                <a:lnTo>
                  <a:pt x="8" y="299"/>
                </a:lnTo>
                <a:lnTo>
                  <a:pt x="6" y="291"/>
                </a:lnTo>
                <a:lnTo>
                  <a:pt x="4" y="283"/>
                </a:lnTo>
                <a:lnTo>
                  <a:pt x="2" y="276"/>
                </a:lnTo>
                <a:lnTo>
                  <a:pt x="1" y="268"/>
                </a:lnTo>
                <a:lnTo>
                  <a:pt x="0" y="261"/>
                </a:lnTo>
                <a:lnTo>
                  <a:pt x="0" y="253"/>
                </a:lnTo>
                <a:lnTo>
                  <a:pt x="0" y="245"/>
                </a:lnTo>
                <a:lnTo>
                  <a:pt x="0" y="238"/>
                </a:lnTo>
                <a:lnTo>
                  <a:pt x="0" y="230"/>
                </a:lnTo>
                <a:lnTo>
                  <a:pt x="1" y="222"/>
                </a:lnTo>
                <a:lnTo>
                  <a:pt x="2" y="215"/>
                </a:lnTo>
                <a:lnTo>
                  <a:pt x="4" y="207"/>
                </a:lnTo>
                <a:lnTo>
                  <a:pt x="6" y="199"/>
                </a:lnTo>
                <a:lnTo>
                  <a:pt x="8" y="192"/>
                </a:lnTo>
                <a:lnTo>
                  <a:pt x="11" y="184"/>
                </a:lnTo>
                <a:lnTo>
                  <a:pt x="14" y="177"/>
                </a:lnTo>
                <a:lnTo>
                  <a:pt x="17" y="170"/>
                </a:lnTo>
                <a:lnTo>
                  <a:pt x="21" y="163"/>
                </a:lnTo>
                <a:lnTo>
                  <a:pt x="25" y="155"/>
                </a:lnTo>
                <a:lnTo>
                  <a:pt x="29" y="148"/>
                </a:lnTo>
                <a:lnTo>
                  <a:pt x="34" y="141"/>
                </a:lnTo>
                <a:lnTo>
                  <a:pt x="39" y="133"/>
                </a:lnTo>
                <a:lnTo>
                  <a:pt x="44" y="127"/>
                </a:lnTo>
                <a:lnTo>
                  <a:pt x="50" y="120"/>
                </a:lnTo>
                <a:lnTo>
                  <a:pt x="55" y="113"/>
                </a:lnTo>
                <a:lnTo>
                  <a:pt x="62" y="107"/>
                </a:lnTo>
                <a:lnTo>
                  <a:pt x="68" y="101"/>
                </a:lnTo>
                <a:lnTo>
                  <a:pt x="75" y="95"/>
                </a:lnTo>
                <a:lnTo>
                  <a:pt x="82" y="89"/>
                </a:lnTo>
                <a:lnTo>
                  <a:pt x="89" y="83"/>
                </a:lnTo>
                <a:lnTo>
                  <a:pt x="97" y="77"/>
                </a:lnTo>
                <a:lnTo>
                  <a:pt x="105" y="72"/>
                </a:lnTo>
                <a:lnTo>
                  <a:pt x="113" y="66"/>
                </a:lnTo>
                <a:lnTo>
                  <a:pt x="121" y="61"/>
                </a:lnTo>
                <a:lnTo>
                  <a:pt x="130" y="56"/>
                </a:lnTo>
                <a:lnTo>
                  <a:pt x="138" y="51"/>
                </a:lnTo>
                <a:lnTo>
                  <a:pt x="147" y="47"/>
                </a:lnTo>
                <a:lnTo>
                  <a:pt x="157" y="42"/>
                </a:lnTo>
                <a:lnTo>
                  <a:pt x="166" y="38"/>
                </a:lnTo>
                <a:lnTo>
                  <a:pt x="176" y="34"/>
                </a:lnTo>
                <a:lnTo>
                  <a:pt x="186" y="30"/>
                </a:lnTo>
                <a:lnTo>
                  <a:pt x="196" y="27"/>
                </a:lnTo>
                <a:lnTo>
                  <a:pt x="206" y="23"/>
                </a:lnTo>
                <a:lnTo>
                  <a:pt x="216" y="20"/>
                </a:lnTo>
                <a:lnTo>
                  <a:pt x="226" y="17"/>
                </a:lnTo>
                <a:lnTo>
                  <a:pt x="237" y="14"/>
                </a:lnTo>
                <a:lnTo>
                  <a:pt x="248" y="12"/>
                </a:lnTo>
                <a:lnTo>
                  <a:pt x="258" y="10"/>
                </a:lnTo>
                <a:lnTo>
                  <a:pt x="269" y="8"/>
                </a:lnTo>
                <a:lnTo>
                  <a:pt x="280" y="6"/>
                </a:lnTo>
                <a:lnTo>
                  <a:pt x="291" y="4"/>
                </a:lnTo>
                <a:lnTo>
                  <a:pt x="302" y="3"/>
                </a:lnTo>
                <a:lnTo>
                  <a:pt x="313" y="2"/>
                </a:lnTo>
                <a:lnTo>
                  <a:pt x="325" y="1"/>
                </a:lnTo>
                <a:lnTo>
                  <a:pt x="336" y="0"/>
                </a:lnTo>
                <a:lnTo>
                  <a:pt x="347" y="0"/>
                </a:lnTo>
                <a:lnTo>
                  <a:pt x="358" y="0"/>
                </a:lnTo>
                <a:lnTo>
                  <a:pt x="370" y="0"/>
                </a:lnTo>
                <a:lnTo>
                  <a:pt x="381" y="0"/>
                </a:lnTo>
                <a:lnTo>
                  <a:pt x="392" y="1"/>
                </a:lnTo>
                <a:lnTo>
                  <a:pt x="403" y="2"/>
                </a:lnTo>
                <a:lnTo>
                  <a:pt x="415" y="3"/>
                </a:lnTo>
                <a:lnTo>
                  <a:pt x="426" y="4"/>
                </a:lnTo>
                <a:lnTo>
                  <a:pt x="437" y="6"/>
                </a:lnTo>
                <a:lnTo>
                  <a:pt x="448" y="8"/>
                </a:lnTo>
                <a:lnTo>
                  <a:pt x="459" y="10"/>
                </a:lnTo>
                <a:lnTo>
                  <a:pt x="469" y="12"/>
                </a:lnTo>
                <a:lnTo>
                  <a:pt x="480" y="14"/>
                </a:lnTo>
                <a:lnTo>
                  <a:pt x="491" y="17"/>
                </a:lnTo>
                <a:lnTo>
                  <a:pt x="501" y="20"/>
                </a:lnTo>
                <a:lnTo>
                  <a:pt x="511" y="23"/>
                </a:lnTo>
                <a:lnTo>
                  <a:pt x="521" y="27"/>
                </a:lnTo>
                <a:lnTo>
                  <a:pt x="531" y="30"/>
                </a:lnTo>
                <a:lnTo>
                  <a:pt x="541" y="34"/>
                </a:lnTo>
                <a:lnTo>
                  <a:pt x="551" y="38"/>
                </a:lnTo>
                <a:lnTo>
                  <a:pt x="561" y="42"/>
                </a:lnTo>
                <a:lnTo>
                  <a:pt x="570" y="47"/>
                </a:lnTo>
                <a:lnTo>
                  <a:pt x="579" y="51"/>
                </a:lnTo>
                <a:lnTo>
                  <a:pt x="588" y="56"/>
                </a:lnTo>
                <a:lnTo>
                  <a:pt x="597" y="61"/>
                </a:lnTo>
                <a:lnTo>
                  <a:pt x="605" y="66"/>
                </a:lnTo>
                <a:lnTo>
                  <a:pt x="613" y="72"/>
                </a:lnTo>
                <a:lnTo>
                  <a:pt x="621" y="77"/>
                </a:lnTo>
                <a:lnTo>
                  <a:pt x="629" y="83"/>
                </a:lnTo>
                <a:lnTo>
                  <a:pt x="636" y="89"/>
                </a:lnTo>
                <a:lnTo>
                  <a:pt x="643" y="95"/>
                </a:lnTo>
                <a:lnTo>
                  <a:pt x="650" y="101"/>
                </a:lnTo>
                <a:lnTo>
                  <a:pt x="656" y="107"/>
                </a:lnTo>
                <a:lnTo>
                  <a:pt x="663" y="113"/>
                </a:lnTo>
                <a:lnTo>
                  <a:pt x="668" y="120"/>
                </a:lnTo>
                <a:lnTo>
                  <a:pt x="674" y="127"/>
                </a:lnTo>
                <a:lnTo>
                  <a:pt x="679" y="133"/>
                </a:lnTo>
                <a:lnTo>
                  <a:pt x="684" y="141"/>
                </a:lnTo>
                <a:lnTo>
                  <a:pt x="689" y="148"/>
                </a:lnTo>
                <a:lnTo>
                  <a:pt x="693" y="155"/>
                </a:lnTo>
                <a:lnTo>
                  <a:pt x="697" y="163"/>
                </a:lnTo>
                <a:lnTo>
                  <a:pt x="701" y="170"/>
                </a:lnTo>
                <a:lnTo>
                  <a:pt x="704" y="177"/>
                </a:lnTo>
                <a:lnTo>
                  <a:pt x="707" y="184"/>
                </a:lnTo>
                <a:lnTo>
                  <a:pt x="710" y="192"/>
                </a:lnTo>
                <a:lnTo>
                  <a:pt x="712" y="199"/>
                </a:lnTo>
                <a:lnTo>
                  <a:pt x="714" y="207"/>
                </a:lnTo>
                <a:lnTo>
                  <a:pt x="716" y="215"/>
                </a:lnTo>
                <a:lnTo>
                  <a:pt x="717" y="222"/>
                </a:lnTo>
                <a:lnTo>
                  <a:pt x="718" y="230"/>
                </a:lnTo>
                <a:lnTo>
                  <a:pt x="718" y="238"/>
                </a:lnTo>
                <a:lnTo>
                  <a:pt x="718" y="245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2" name=""/>
          <p:cNvSpPr/>
          <p:nvPr/>
        </p:nvSpPr>
        <p:spPr>
          <a:xfrm>
            <a:off x="7923600" y="2844720"/>
            <a:ext cx="272160" cy="185400"/>
          </a:xfrm>
          <a:custGeom>
            <a:avLst/>
            <a:gdLst/>
            <a:ahLst/>
            <a:rect l="0" t="0" r="r" b="b"/>
            <a:pathLst>
              <a:path w="756" h="515">
                <a:moveTo>
                  <a:pt x="737" y="258"/>
                </a:moveTo>
                <a:lnTo>
                  <a:pt x="737" y="251"/>
                </a:lnTo>
                <a:lnTo>
                  <a:pt x="737" y="243"/>
                </a:lnTo>
                <a:lnTo>
                  <a:pt x="736" y="235"/>
                </a:lnTo>
                <a:lnTo>
                  <a:pt x="735" y="228"/>
                </a:lnTo>
                <a:lnTo>
                  <a:pt x="733" y="220"/>
                </a:lnTo>
                <a:lnTo>
                  <a:pt x="731" y="212"/>
                </a:lnTo>
                <a:lnTo>
                  <a:pt x="729" y="205"/>
                </a:lnTo>
                <a:lnTo>
                  <a:pt x="726" y="197"/>
                </a:lnTo>
                <a:lnTo>
                  <a:pt x="723" y="190"/>
                </a:lnTo>
                <a:lnTo>
                  <a:pt x="720" y="183"/>
                </a:lnTo>
                <a:lnTo>
                  <a:pt x="716" y="176"/>
                </a:lnTo>
                <a:lnTo>
                  <a:pt x="712" y="168"/>
                </a:lnTo>
                <a:lnTo>
                  <a:pt x="708" y="161"/>
                </a:lnTo>
                <a:lnTo>
                  <a:pt x="703" y="154"/>
                </a:lnTo>
                <a:lnTo>
                  <a:pt x="698" y="147"/>
                </a:lnTo>
                <a:lnTo>
                  <a:pt x="693" y="141"/>
                </a:lnTo>
                <a:lnTo>
                  <a:pt x="687" y="134"/>
                </a:lnTo>
                <a:lnTo>
                  <a:pt x="682" y="127"/>
                </a:lnTo>
                <a:lnTo>
                  <a:pt x="675" y="121"/>
                </a:lnTo>
                <a:lnTo>
                  <a:pt x="669" y="115"/>
                </a:lnTo>
                <a:lnTo>
                  <a:pt x="662" y="109"/>
                </a:lnTo>
                <a:lnTo>
                  <a:pt x="655" y="103"/>
                </a:lnTo>
                <a:lnTo>
                  <a:pt x="648" y="97"/>
                </a:lnTo>
                <a:lnTo>
                  <a:pt x="640" y="91"/>
                </a:lnTo>
                <a:lnTo>
                  <a:pt x="632" y="86"/>
                </a:lnTo>
                <a:lnTo>
                  <a:pt x="624" y="80"/>
                </a:lnTo>
                <a:lnTo>
                  <a:pt x="616" y="75"/>
                </a:lnTo>
                <a:lnTo>
                  <a:pt x="607" y="70"/>
                </a:lnTo>
                <a:lnTo>
                  <a:pt x="598" y="64"/>
                </a:lnTo>
                <a:lnTo>
                  <a:pt x="589" y="60"/>
                </a:lnTo>
                <a:lnTo>
                  <a:pt x="580" y="55"/>
                </a:lnTo>
                <a:lnTo>
                  <a:pt x="571" y="51"/>
                </a:lnTo>
                <a:lnTo>
                  <a:pt x="561" y="47"/>
                </a:lnTo>
                <a:lnTo>
                  <a:pt x="551" y="43"/>
                </a:lnTo>
                <a:lnTo>
                  <a:pt x="541" y="40"/>
                </a:lnTo>
                <a:lnTo>
                  <a:pt x="531" y="36"/>
                </a:lnTo>
                <a:lnTo>
                  <a:pt x="521" y="33"/>
                </a:lnTo>
                <a:lnTo>
                  <a:pt x="511" y="30"/>
                </a:lnTo>
                <a:lnTo>
                  <a:pt x="500" y="27"/>
                </a:lnTo>
                <a:lnTo>
                  <a:pt x="489" y="25"/>
                </a:lnTo>
                <a:lnTo>
                  <a:pt x="479" y="23"/>
                </a:lnTo>
                <a:lnTo>
                  <a:pt x="468" y="21"/>
                </a:lnTo>
                <a:lnTo>
                  <a:pt x="457" y="19"/>
                </a:lnTo>
                <a:lnTo>
                  <a:pt x="446" y="17"/>
                </a:lnTo>
                <a:lnTo>
                  <a:pt x="435" y="16"/>
                </a:lnTo>
                <a:lnTo>
                  <a:pt x="423" y="15"/>
                </a:lnTo>
                <a:lnTo>
                  <a:pt x="412" y="14"/>
                </a:lnTo>
                <a:lnTo>
                  <a:pt x="401" y="13"/>
                </a:lnTo>
                <a:lnTo>
                  <a:pt x="390" y="13"/>
                </a:lnTo>
                <a:lnTo>
                  <a:pt x="378" y="13"/>
                </a:lnTo>
                <a:lnTo>
                  <a:pt x="367" y="13"/>
                </a:lnTo>
                <a:lnTo>
                  <a:pt x="356" y="13"/>
                </a:lnTo>
                <a:lnTo>
                  <a:pt x="345" y="14"/>
                </a:lnTo>
                <a:lnTo>
                  <a:pt x="333" y="15"/>
                </a:lnTo>
                <a:lnTo>
                  <a:pt x="322" y="16"/>
                </a:lnTo>
                <a:lnTo>
                  <a:pt x="311" y="17"/>
                </a:lnTo>
                <a:lnTo>
                  <a:pt x="300" y="19"/>
                </a:lnTo>
                <a:lnTo>
                  <a:pt x="289" y="21"/>
                </a:lnTo>
                <a:lnTo>
                  <a:pt x="278" y="23"/>
                </a:lnTo>
                <a:lnTo>
                  <a:pt x="268" y="25"/>
                </a:lnTo>
                <a:lnTo>
                  <a:pt x="256" y="27"/>
                </a:lnTo>
                <a:lnTo>
                  <a:pt x="245" y="30"/>
                </a:lnTo>
                <a:lnTo>
                  <a:pt x="235" y="33"/>
                </a:lnTo>
                <a:lnTo>
                  <a:pt x="225" y="36"/>
                </a:lnTo>
                <a:lnTo>
                  <a:pt x="215" y="40"/>
                </a:lnTo>
                <a:lnTo>
                  <a:pt x="205" y="43"/>
                </a:lnTo>
                <a:lnTo>
                  <a:pt x="195" y="47"/>
                </a:lnTo>
                <a:lnTo>
                  <a:pt x="185" y="51"/>
                </a:lnTo>
                <a:lnTo>
                  <a:pt x="176" y="55"/>
                </a:lnTo>
                <a:lnTo>
                  <a:pt x="166" y="60"/>
                </a:lnTo>
                <a:lnTo>
                  <a:pt x="157" y="64"/>
                </a:lnTo>
                <a:lnTo>
                  <a:pt x="149" y="70"/>
                </a:lnTo>
                <a:lnTo>
                  <a:pt x="140" y="75"/>
                </a:lnTo>
                <a:lnTo>
                  <a:pt x="132" y="80"/>
                </a:lnTo>
                <a:lnTo>
                  <a:pt x="124" y="86"/>
                </a:lnTo>
                <a:lnTo>
                  <a:pt x="116" y="91"/>
                </a:lnTo>
                <a:lnTo>
                  <a:pt x="108" y="97"/>
                </a:lnTo>
                <a:lnTo>
                  <a:pt x="101" y="103"/>
                </a:lnTo>
                <a:lnTo>
                  <a:pt x="94" y="109"/>
                </a:lnTo>
                <a:lnTo>
                  <a:pt x="87" y="115"/>
                </a:lnTo>
                <a:lnTo>
                  <a:pt x="81" y="121"/>
                </a:lnTo>
                <a:lnTo>
                  <a:pt x="74" y="127"/>
                </a:lnTo>
                <a:lnTo>
                  <a:pt x="69" y="134"/>
                </a:lnTo>
                <a:lnTo>
                  <a:pt x="63" y="141"/>
                </a:lnTo>
                <a:lnTo>
                  <a:pt x="58" y="147"/>
                </a:lnTo>
                <a:lnTo>
                  <a:pt x="53" y="154"/>
                </a:lnTo>
                <a:lnTo>
                  <a:pt x="48" y="161"/>
                </a:lnTo>
                <a:lnTo>
                  <a:pt x="44" y="168"/>
                </a:lnTo>
                <a:lnTo>
                  <a:pt x="40" y="176"/>
                </a:lnTo>
                <a:lnTo>
                  <a:pt x="36" y="183"/>
                </a:lnTo>
                <a:lnTo>
                  <a:pt x="33" y="190"/>
                </a:lnTo>
                <a:lnTo>
                  <a:pt x="30" y="197"/>
                </a:lnTo>
                <a:lnTo>
                  <a:pt x="27" y="205"/>
                </a:lnTo>
                <a:lnTo>
                  <a:pt x="25" y="212"/>
                </a:lnTo>
                <a:lnTo>
                  <a:pt x="23" y="220"/>
                </a:lnTo>
                <a:lnTo>
                  <a:pt x="21" y="228"/>
                </a:lnTo>
                <a:lnTo>
                  <a:pt x="20" y="235"/>
                </a:lnTo>
                <a:lnTo>
                  <a:pt x="19" y="243"/>
                </a:lnTo>
                <a:lnTo>
                  <a:pt x="19" y="251"/>
                </a:lnTo>
                <a:lnTo>
                  <a:pt x="19" y="258"/>
                </a:lnTo>
                <a:lnTo>
                  <a:pt x="19" y="266"/>
                </a:lnTo>
                <a:lnTo>
                  <a:pt x="19" y="274"/>
                </a:lnTo>
                <a:lnTo>
                  <a:pt x="20" y="281"/>
                </a:lnTo>
                <a:lnTo>
                  <a:pt x="21" y="289"/>
                </a:lnTo>
                <a:lnTo>
                  <a:pt x="23" y="296"/>
                </a:lnTo>
                <a:lnTo>
                  <a:pt x="25" y="304"/>
                </a:lnTo>
                <a:lnTo>
                  <a:pt x="27" y="312"/>
                </a:lnTo>
                <a:lnTo>
                  <a:pt x="30" y="319"/>
                </a:lnTo>
                <a:lnTo>
                  <a:pt x="33" y="326"/>
                </a:lnTo>
                <a:lnTo>
                  <a:pt x="36" y="334"/>
                </a:lnTo>
                <a:lnTo>
                  <a:pt x="40" y="341"/>
                </a:lnTo>
                <a:lnTo>
                  <a:pt x="44" y="348"/>
                </a:lnTo>
                <a:lnTo>
                  <a:pt x="48" y="355"/>
                </a:lnTo>
                <a:lnTo>
                  <a:pt x="53" y="362"/>
                </a:lnTo>
                <a:lnTo>
                  <a:pt x="58" y="369"/>
                </a:lnTo>
                <a:lnTo>
                  <a:pt x="63" y="376"/>
                </a:lnTo>
                <a:lnTo>
                  <a:pt x="69" y="383"/>
                </a:lnTo>
                <a:lnTo>
                  <a:pt x="74" y="389"/>
                </a:lnTo>
                <a:lnTo>
                  <a:pt x="81" y="396"/>
                </a:lnTo>
                <a:lnTo>
                  <a:pt x="87" y="402"/>
                </a:lnTo>
                <a:lnTo>
                  <a:pt x="94" y="408"/>
                </a:lnTo>
                <a:lnTo>
                  <a:pt x="101" y="414"/>
                </a:lnTo>
                <a:lnTo>
                  <a:pt x="108" y="420"/>
                </a:lnTo>
                <a:lnTo>
                  <a:pt x="116" y="425"/>
                </a:lnTo>
                <a:lnTo>
                  <a:pt x="124" y="431"/>
                </a:lnTo>
                <a:lnTo>
                  <a:pt x="132" y="436"/>
                </a:lnTo>
                <a:lnTo>
                  <a:pt x="140" y="441"/>
                </a:lnTo>
                <a:lnTo>
                  <a:pt x="149" y="446"/>
                </a:lnTo>
                <a:lnTo>
                  <a:pt x="157" y="451"/>
                </a:lnTo>
                <a:lnTo>
                  <a:pt x="166" y="456"/>
                </a:lnTo>
                <a:lnTo>
                  <a:pt x="176" y="460"/>
                </a:lnTo>
                <a:lnTo>
                  <a:pt x="185" y="465"/>
                </a:lnTo>
                <a:lnTo>
                  <a:pt x="195" y="469"/>
                </a:lnTo>
                <a:lnTo>
                  <a:pt x="205" y="472"/>
                </a:lnTo>
                <a:lnTo>
                  <a:pt x="215" y="476"/>
                </a:lnTo>
                <a:lnTo>
                  <a:pt x="225" y="479"/>
                </a:lnTo>
                <a:lnTo>
                  <a:pt x="235" y="482"/>
                </a:lnTo>
                <a:lnTo>
                  <a:pt x="245" y="485"/>
                </a:lnTo>
                <a:lnTo>
                  <a:pt x="256" y="488"/>
                </a:lnTo>
                <a:lnTo>
                  <a:pt x="268" y="491"/>
                </a:lnTo>
                <a:lnTo>
                  <a:pt x="278" y="493"/>
                </a:lnTo>
                <a:lnTo>
                  <a:pt x="289" y="495"/>
                </a:lnTo>
                <a:lnTo>
                  <a:pt x="300" y="497"/>
                </a:lnTo>
                <a:lnTo>
                  <a:pt x="311" y="498"/>
                </a:lnTo>
                <a:lnTo>
                  <a:pt x="322" y="500"/>
                </a:lnTo>
                <a:lnTo>
                  <a:pt x="333" y="501"/>
                </a:lnTo>
                <a:lnTo>
                  <a:pt x="345" y="501"/>
                </a:lnTo>
                <a:lnTo>
                  <a:pt x="356" y="502"/>
                </a:lnTo>
                <a:lnTo>
                  <a:pt x="367" y="502"/>
                </a:lnTo>
                <a:lnTo>
                  <a:pt x="378" y="503"/>
                </a:lnTo>
                <a:lnTo>
                  <a:pt x="390" y="502"/>
                </a:lnTo>
                <a:lnTo>
                  <a:pt x="401" y="502"/>
                </a:lnTo>
                <a:lnTo>
                  <a:pt x="412" y="501"/>
                </a:lnTo>
                <a:lnTo>
                  <a:pt x="423" y="501"/>
                </a:lnTo>
                <a:lnTo>
                  <a:pt x="435" y="500"/>
                </a:lnTo>
                <a:lnTo>
                  <a:pt x="446" y="498"/>
                </a:lnTo>
                <a:lnTo>
                  <a:pt x="457" y="497"/>
                </a:lnTo>
                <a:lnTo>
                  <a:pt x="468" y="495"/>
                </a:lnTo>
                <a:lnTo>
                  <a:pt x="479" y="493"/>
                </a:lnTo>
                <a:lnTo>
                  <a:pt x="489" y="491"/>
                </a:lnTo>
                <a:lnTo>
                  <a:pt x="500" y="488"/>
                </a:lnTo>
                <a:lnTo>
                  <a:pt x="511" y="485"/>
                </a:lnTo>
                <a:lnTo>
                  <a:pt x="521" y="482"/>
                </a:lnTo>
                <a:lnTo>
                  <a:pt x="531" y="479"/>
                </a:lnTo>
                <a:lnTo>
                  <a:pt x="541" y="476"/>
                </a:lnTo>
                <a:lnTo>
                  <a:pt x="551" y="472"/>
                </a:lnTo>
                <a:lnTo>
                  <a:pt x="561" y="469"/>
                </a:lnTo>
                <a:lnTo>
                  <a:pt x="571" y="465"/>
                </a:lnTo>
                <a:lnTo>
                  <a:pt x="580" y="460"/>
                </a:lnTo>
                <a:lnTo>
                  <a:pt x="589" y="456"/>
                </a:lnTo>
                <a:lnTo>
                  <a:pt x="598" y="451"/>
                </a:lnTo>
                <a:lnTo>
                  <a:pt x="607" y="446"/>
                </a:lnTo>
                <a:lnTo>
                  <a:pt x="616" y="441"/>
                </a:lnTo>
                <a:lnTo>
                  <a:pt x="624" y="436"/>
                </a:lnTo>
                <a:lnTo>
                  <a:pt x="632" y="431"/>
                </a:lnTo>
                <a:lnTo>
                  <a:pt x="640" y="425"/>
                </a:lnTo>
                <a:lnTo>
                  <a:pt x="648" y="420"/>
                </a:lnTo>
                <a:lnTo>
                  <a:pt x="655" y="414"/>
                </a:lnTo>
                <a:lnTo>
                  <a:pt x="662" y="408"/>
                </a:lnTo>
                <a:lnTo>
                  <a:pt x="669" y="402"/>
                </a:lnTo>
                <a:lnTo>
                  <a:pt x="675" y="396"/>
                </a:lnTo>
                <a:lnTo>
                  <a:pt x="682" y="389"/>
                </a:lnTo>
                <a:lnTo>
                  <a:pt x="687" y="383"/>
                </a:lnTo>
                <a:lnTo>
                  <a:pt x="693" y="376"/>
                </a:lnTo>
                <a:lnTo>
                  <a:pt x="698" y="369"/>
                </a:lnTo>
                <a:lnTo>
                  <a:pt x="703" y="362"/>
                </a:lnTo>
                <a:lnTo>
                  <a:pt x="708" y="355"/>
                </a:lnTo>
                <a:lnTo>
                  <a:pt x="712" y="348"/>
                </a:lnTo>
                <a:lnTo>
                  <a:pt x="716" y="341"/>
                </a:lnTo>
                <a:lnTo>
                  <a:pt x="720" y="334"/>
                </a:lnTo>
                <a:lnTo>
                  <a:pt x="723" y="326"/>
                </a:lnTo>
                <a:lnTo>
                  <a:pt x="726" y="319"/>
                </a:lnTo>
                <a:lnTo>
                  <a:pt x="729" y="312"/>
                </a:lnTo>
                <a:lnTo>
                  <a:pt x="731" y="304"/>
                </a:lnTo>
                <a:lnTo>
                  <a:pt x="733" y="296"/>
                </a:lnTo>
                <a:lnTo>
                  <a:pt x="735" y="289"/>
                </a:lnTo>
                <a:lnTo>
                  <a:pt x="736" y="281"/>
                </a:lnTo>
                <a:lnTo>
                  <a:pt x="737" y="274"/>
                </a:lnTo>
                <a:lnTo>
                  <a:pt x="737" y="266"/>
                </a:lnTo>
                <a:lnTo>
                  <a:pt x="737" y="258"/>
                </a:lnTo>
                <a:moveTo>
                  <a:pt x="756" y="258"/>
                </a:moveTo>
                <a:lnTo>
                  <a:pt x="756" y="266"/>
                </a:lnTo>
                <a:lnTo>
                  <a:pt x="756" y="274"/>
                </a:lnTo>
                <a:lnTo>
                  <a:pt x="755" y="282"/>
                </a:lnTo>
                <a:lnTo>
                  <a:pt x="753" y="290"/>
                </a:lnTo>
                <a:lnTo>
                  <a:pt x="752" y="298"/>
                </a:lnTo>
                <a:lnTo>
                  <a:pt x="750" y="306"/>
                </a:lnTo>
                <a:lnTo>
                  <a:pt x="747" y="314"/>
                </a:lnTo>
                <a:lnTo>
                  <a:pt x="744" y="322"/>
                </a:lnTo>
                <a:lnTo>
                  <a:pt x="741" y="330"/>
                </a:lnTo>
                <a:lnTo>
                  <a:pt x="738" y="338"/>
                </a:lnTo>
                <a:lnTo>
                  <a:pt x="734" y="345"/>
                </a:lnTo>
                <a:lnTo>
                  <a:pt x="730" y="353"/>
                </a:lnTo>
                <a:lnTo>
                  <a:pt x="725" y="360"/>
                </a:lnTo>
                <a:lnTo>
                  <a:pt x="720" y="368"/>
                </a:lnTo>
                <a:lnTo>
                  <a:pt x="715" y="375"/>
                </a:lnTo>
                <a:lnTo>
                  <a:pt x="710" y="382"/>
                </a:lnTo>
                <a:lnTo>
                  <a:pt x="704" y="389"/>
                </a:lnTo>
                <a:lnTo>
                  <a:pt x="698" y="396"/>
                </a:lnTo>
                <a:lnTo>
                  <a:pt x="691" y="403"/>
                </a:lnTo>
                <a:lnTo>
                  <a:pt x="684" y="409"/>
                </a:lnTo>
                <a:lnTo>
                  <a:pt x="677" y="416"/>
                </a:lnTo>
                <a:lnTo>
                  <a:pt x="670" y="422"/>
                </a:lnTo>
                <a:lnTo>
                  <a:pt x="662" y="428"/>
                </a:lnTo>
                <a:lnTo>
                  <a:pt x="654" y="434"/>
                </a:lnTo>
                <a:lnTo>
                  <a:pt x="646" y="440"/>
                </a:lnTo>
                <a:lnTo>
                  <a:pt x="637" y="446"/>
                </a:lnTo>
                <a:lnTo>
                  <a:pt x="628" y="451"/>
                </a:lnTo>
                <a:lnTo>
                  <a:pt x="619" y="456"/>
                </a:lnTo>
                <a:lnTo>
                  <a:pt x="610" y="461"/>
                </a:lnTo>
                <a:lnTo>
                  <a:pt x="601" y="466"/>
                </a:lnTo>
                <a:lnTo>
                  <a:pt x="591" y="471"/>
                </a:lnTo>
                <a:lnTo>
                  <a:pt x="581" y="475"/>
                </a:lnTo>
                <a:lnTo>
                  <a:pt x="571" y="480"/>
                </a:lnTo>
                <a:lnTo>
                  <a:pt x="561" y="484"/>
                </a:lnTo>
                <a:lnTo>
                  <a:pt x="550" y="487"/>
                </a:lnTo>
                <a:lnTo>
                  <a:pt x="539" y="491"/>
                </a:lnTo>
                <a:lnTo>
                  <a:pt x="529" y="494"/>
                </a:lnTo>
                <a:lnTo>
                  <a:pt x="518" y="497"/>
                </a:lnTo>
                <a:lnTo>
                  <a:pt x="506" y="500"/>
                </a:lnTo>
                <a:lnTo>
                  <a:pt x="495" y="503"/>
                </a:lnTo>
                <a:lnTo>
                  <a:pt x="484" y="505"/>
                </a:lnTo>
                <a:lnTo>
                  <a:pt x="472" y="507"/>
                </a:lnTo>
                <a:lnTo>
                  <a:pt x="461" y="509"/>
                </a:lnTo>
                <a:lnTo>
                  <a:pt x="449" y="511"/>
                </a:lnTo>
                <a:lnTo>
                  <a:pt x="438" y="512"/>
                </a:lnTo>
                <a:lnTo>
                  <a:pt x="426" y="513"/>
                </a:lnTo>
                <a:lnTo>
                  <a:pt x="414" y="514"/>
                </a:lnTo>
                <a:lnTo>
                  <a:pt x="402" y="515"/>
                </a:lnTo>
                <a:lnTo>
                  <a:pt x="390" y="515"/>
                </a:lnTo>
                <a:lnTo>
                  <a:pt x="378" y="515"/>
                </a:lnTo>
                <a:lnTo>
                  <a:pt x="367" y="515"/>
                </a:lnTo>
                <a:lnTo>
                  <a:pt x="355" y="515"/>
                </a:lnTo>
                <a:lnTo>
                  <a:pt x="343" y="514"/>
                </a:lnTo>
                <a:lnTo>
                  <a:pt x="331" y="513"/>
                </a:lnTo>
                <a:lnTo>
                  <a:pt x="319" y="512"/>
                </a:lnTo>
                <a:lnTo>
                  <a:pt x="308" y="511"/>
                </a:lnTo>
                <a:lnTo>
                  <a:pt x="296" y="509"/>
                </a:lnTo>
                <a:lnTo>
                  <a:pt x="285" y="507"/>
                </a:lnTo>
                <a:lnTo>
                  <a:pt x="273" y="505"/>
                </a:lnTo>
                <a:lnTo>
                  <a:pt x="261" y="503"/>
                </a:lnTo>
                <a:lnTo>
                  <a:pt x="249" y="500"/>
                </a:lnTo>
                <a:lnTo>
                  <a:pt x="238" y="497"/>
                </a:lnTo>
                <a:lnTo>
                  <a:pt x="227" y="494"/>
                </a:lnTo>
                <a:lnTo>
                  <a:pt x="217" y="491"/>
                </a:lnTo>
                <a:lnTo>
                  <a:pt x="206" y="487"/>
                </a:lnTo>
                <a:lnTo>
                  <a:pt x="195" y="484"/>
                </a:lnTo>
                <a:lnTo>
                  <a:pt x="185" y="480"/>
                </a:lnTo>
                <a:lnTo>
                  <a:pt x="175" y="475"/>
                </a:lnTo>
                <a:lnTo>
                  <a:pt x="165" y="471"/>
                </a:lnTo>
                <a:lnTo>
                  <a:pt x="155" y="466"/>
                </a:lnTo>
                <a:lnTo>
                  <a:pt x="146" y="461"/>
                </a:lnTo>
                <a:lnTo>
                  <a:pt x="137" y="456"/>
                </a:lnTo>
                <a:lnTo>
                  <a:pt x="128" y="451"/>
                </a:lnTo>
                <a:lnTo>
                  <a:pt x="119" y="446"/>
                </a:lnTo>
                <a:lnTo>
                  <a:pt x="110" y="440"/>
                </a:lnTo>
                <a:lnTo>
                  <a:pt x="102" y="434"/>
                </a:lnTo>
                <a:lnTo>
                  <a:pt x="94" y="428"/>
                </a:lnTo>
                <a:lnTo>
                  <a:pt x="86" y="422"/>
                </a:lnTo>
                <a:lnTo>
                  <a:pt x="79" y="416"/>
                </a:lnTo>
                <a:lnTo>
                  <a:pt x="72" y="409"/>
                </a:lnTo>
                <a:lnTo>
                  <a:pt x="65" y="403"/>
                </a:lnTo>
                <a:lnTo>
                  <a:pt x="58" y="396"/>
                </a:lnTo>
                <a:lnTo>
                  <a:pt x="52" y="389"/>
                </a:lnTo>
                <a:lnTo>
                  <a:pt x="46" y="382"/>
                </a:lnTo>
                <a:lnTo>
                  <a:pt x="41" y="375"/>
                </a:lnTo>
                <a:lnTo>
                  <a:pt x="36" y="368"/>
                </a:lnTo>
                <a:lnTo>
                  <a:pt x="31" y="360"/>
                </a:lnTo>
                <a:lnTo>
                  <a:pt x="26" y="353"/>
                </a:lnTo>
                <a:lnTo>
                  <a:pt x="22" y="345"/>
                </a:lnTo>
                <a:lnTo>
                  <a:pt x="18" y="338"/>
                </a:lnTo>
                <a:lnTo>
                  <a:pt x="15" y="330"/>
                </a:lnTo>
                <a:lnTo>
                  <a:pt x="11" y="322"/>
                </a:lnTo>
                <a:lnTo>
                  <a:pt x="9" y="314"/>
                </a:lnTo>
                <a:lnTo>
                  <a:pt x="6" y="306"/>
                </a:lnTo>
                <a:lnTo>
                  <a:pt x="4" y="298"/>
                </a:lnTo>
                <a:lnTo>
                  <a:pt x="3" y="290"/>
                </a:lnTo>
                <a:lnTo>
                  <a:pt x="1" y="282"/>
                </a:lnTo>
                <a:lnTo>
                  <a:pt x="0" y="274"/>
                </a:lnTo>
                <a:lnTo>
                  <a:pt x="0" y="266"/>
                </a:lnTo>
                <a:lnTo>
                  <a:pt x="0" y="258"/>
                </a:lnTo>
                <a:lnTo>
                  <a:pt x="0" y="250"/>
                </a:lnTo>
                <a:lnTo>
                  <a:pt x="0" y="242"/>
                </a:lnTo>
                <a:lnTo>
                  <a:pt x="1" y="234"/>
                </a:lnTo>
                <a:lnTo>
                  <a:pt x="3" y="226"/>
                </a:lnTo>
                <a:lnTo>
                  <a:pt x="4" y="218"/>
                </a:lnTo>
                <a:lnTo>
                  <a:pt x="6" y="210"/>
                </a:lnTo>
                <a:lnTo>
                  <a:pt x="9" y="202"/>
                </a:lnTo>
                <a:lnTo>
                  <a:pt x="11" y="194"/>
                </a:lnTo>
                <a:lnTo>
                  <a:pt x="15" y="187"/>
                </a:lnTo>
                <a:lnTo>
                  <a:pt x="18" y="179"/>
                </a:lnTo>
                <a:lnTo>
                  <a:pt x="22" y="171"/>
                </a:lnTo>
                <a:lnTo>
                  <a:pt x="26" y="164"/>
                </a:lnTo>
                <a:lnTo>
                  <a:pt x="31" y="156"/>
                </a:lnTo>
                <a:lnTo>
                  <a:pt x="36" y="149"/>
                </a:lnTo>
                <a:lnTo>
                  <a:pt x="41" y="142"/>
                </a:lnTo>
                <a:lnTo>
                  <a:pt x="46" y="134"/>
                </a:lnTo>
                <a:lnTo>
                  <a:pt x="52" y="127"/>
                </a:lnTo>
                <a:lnTo>
                  <a:pt x="58" y="120"/>
                </a:lnTo>
                <a:lnTo>
                  <a:pt x="65" y="114"/>
                </a:lnTo>
                <a:lnTo>
                  <a:pt x="72" y="107"/>
                </a:lnTo>
                <a:lnTo>
                  <a:pt x="79" y="101"/>
                </a:lnTo>
                <a:lnTo>
                  <a:pt x="86" y="94"/>
                </a:lnTo>
                <a:lnTo>
                  <a:pt x="94" y="88"/>
                </a:lnTo>
                <a:lnTo>
                  <a:pt x="102" y="82"/>
                </a:lnTo>
                <a:lnTo>
                  <a:pt x="110" y="76"/>
                </a:lnTo>
                <a:lnTo>
                  <a:pt x="119" y="71"/>
                </a:lnTo>
                <a:lnTo>
                  <a:pt x="128" y="64"/>
                </a:lnTo>
                <a:lnTo>
                  <a:pt x="137" y="59"/>
                </a:lnTo>
                <a:lnTo>
                  <a:pt x="146" y="54"/>
                </a:lnTo>
                <a:lnTo>
                  <a:pt x="155" y="49"/>
                </a:lnTo>
                <a:lnTo>
                  <a:pt x="165" y="45"/>
                </a:lnTo>
                <a:lnTo>
                  <a:pt x="175" y="40"/>
                </a:lnTo>
                <a:lnTo>
                  <a:pt x="185" y="36"/>
                </a:lnTo>
                <a:lnTo>
                  <a:pt x="195" y="32"/>
                </a:lnTo>
                <a:lnTo>
                  <a:pt x="206" y="28"/>
                </a:lnTo>
                <a:lnTo>
                  <a:pt x="217" y="25"/>
                </a:lnTo>
                <a:lnTo>
                  <a:pt x="227" y="21"/>
                </a:lnTo>
                <a:lnTo>
                  <a:pt x="238" y="18"/>
                </a:lnTo>
                <a:lnTo>
                  <a:pt x="249" y="15"/>
                </a:lnTo>
                <a:lnTo>
                  <a:pt x="261" y="13"/>
                </a:lnTo>
                <a:lnTo>
                  <a:pt x="273" y="10"/>
                </a:lnTo>
                <a:lnTo>
                  <a:pt x="285" y="8"/>
                </a:lnTo>
                <a:lnTo>
                  <a:pt x="296" y="6"/>
                </a:lnTo>
                <a:lnTo>
                  <a:pt x="308" y="5"/>
                </a:lnTo>
                <a:lnTo>
                  <a:pt x="319" y="3"/>
                </a:lnTo>
                <a:lnTo>
                  <a:pt x="331" y="2"/>
                </a:lnTo>
                <a:lnTo>
                  <a:pt x="343" y="1"/>
                </a:lnTo>
                <a:lnTo>
                  <a:pt x="355" y="1"/>
                </a:lnTo>
                <a:lnTo>
                  <a:pt x="367" y="0"/>
                </a:lnTo>
                <a:lnTo>
                  <a:pt x="378" y="0"/>
                </a:lnTo>
                <a:lnTo>
                  <a:pt x="390" y="0"/>
                </a:lnTo>
                <a:lnTo>
                  <a:pt x="402" y="1"/>
                </a:lnTo>
                <a:lnTo>
                  <a:pt x="414" y="1"/>
                </a:lnTo>
                <a:lnTo>
                  <a:pt x="426" y="2"/>
                </a:lnTo>
                <a:lnTo>
                  <a:pt x="438" y="3"/>
                </a:lnTo>
                <a:lnTo>
                  <a:pt x="449" y="5"/>
                </a:lnTo>
                <a:lnTo>
                  <a:pt x="461" y="6"/>
                </a:lnTo>
                <a:lnTo>
                  <a:pt x="472" y="8"/>
                </a:lnTo>
                <a:lnTo>
                  <a:pt x="484" y="10"/>
                </a:lnTo>
                <a:lnTo>
                  <a:pt x="495" y="13"/>
                </a:lnTo>
                <a:lnTo>
                  <a:pt x="506" y="15"/>
                </a:lnTo>
                <a:lnTo>
                  <a:pt x="518" y="18"/>
                </a:lnTo>
                <a:lnTo>
                  <a:pt x="529" y="21"/>
                </a:lnTo>
                <a:lnTo>
                  <a:pt x="539" y="25"/>
                </a:lnTo>
                <a:lnTo>
                  <a:pt x="550" y="28"/>
                </a:lnTo>
                <a:lnTo>
                  <a:pt x="561" y="32"/>
                </a:lnTo>
                <a:lnTo>
                  <a:pt x="571" y="36"/>
                </a:lnTo>
                <a:lnTo>
                  <a:pt x="581" y="40"/>
                </a:lnTo>
                <a:lnTo>
                  <a:pt x="591" y="45"/>
                </a:lnTo>
                <a:lnTo>
                  <a:pt x="601" y="49"/>
                </a:lnTo>
                <a:lnTo>
                  <a:pt x="610" y="54"/>
                </a:lnTo>
                <a:lnTo>
                  <a:pt x="619" y="59"/>
                </a:lnTo>
                <a:lnTo>
                  <a:pt x="628" y="64"/>
                </a:lnTo>
                <a:lnTo>
                  <a:pt x="637" y="71"/>
                </a:lnTo>
                <a:lnTo>
                  <a:pt x="646" y="76"/>
                </a:lnTo>
                <a:lnTo>
                  <a:pt x="654" y="82"/>
                </a:lnTo>
                <a:lnTo>
                  <a:pt x="662" y="88"/>
                </a:lnTo>
                <a:lnTo>
                  <a:pt x="670" y="94"/>
                </a:lnTo>
                <a:lnTo>
                  <a:pt x="677" y="101"/>
                </a:lnTo>
                <a:lnTo>
                  <a:pt x="684" y="107"/>
                </a:lnTo>
                <a:lnTo>
                  <a:pt x="691" y="114"/>
                </a:lnTo>
                <a:lnTo>
                  <a:pt x="698" y="120"/>
                </a:lnTo>
                <a:lnTo>
                  <a:pt x="704" y="127"/>
                </a:lnTo>
                <a:lnTo>
                  <a:pt x="710" y="134"/>
                </a:lnTo>
                <a:lnTo>
                  <a:pt x="715" y="142"/>
                </a:lnTo>
                <a:lnTo>
                  <a:pt x="720" y="149"/>
                </a:lnTo>
                <a:lnTo>
                  <a:pt x="725" y="156"/>
                </a:lnTo>
                <a:lnTo>
                  <a:pt x="730" y="164"/>
                </a:lnTo>
                <a:lnTo>
                  <a:pt x="734" y="171"/>
                </a:lnTo>
                <a:lnTo>
                  <a:pt x="738" y="179"/>
                </a:lnTo>
                <a:lnTo>
                  <a:pt x="741" y="187"/>
                </a:lnTo>
                <a:lnTo>
                  <a:pt x="744" y="194"/>
                </a:lnTo>
                <a:lnTo>
                  <a:pt x="747" y="202"/>
                </a:lnTo>
                <a:lnTo>
                  <a:pt x="750" y="210"/>
                </a:lnTo>
                <a:lnTo>
                  <a:pt x="752" y="218"/>
                </a:lnTo>
                <a:lnTo>
                  <a:pt x="753" y="226"/>
                </a:lnTo>
                <a:lnTo>
                  <a:pt x="755" y="234"/>
                </a:lnTo>
                <a:lnTo>
                  <a:pt x="756" y="242"/>
                </a:lnTo>
                <a:lnTo>
                  <a:pt x="756" y="250"/>
                </a:lnTo>
                <a:lnTo>
                  <a:pt x="756" y="258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3" name=""/>
          <p:cNvSpPr/>
          <p:nvPr/>
        </p:nvSpPr>
        <p:spPr>
          <a:xfrm>
            <a:off x="7922160" y="2844000"/>
            <a:ext cx="275040" cy="187200"/>
          </a:xfrm>
          <a:custGeom>
            <a:avLst/>
            <a:gdLst/>
            <a:ahLst/>
            <a:rect l="0" t="0" r="r" b="b"/>
            <a:pathLst>
              <a:path w="764" h="520">
                <a:moveTo>
                  <a:pt x="760" y="260"/>
                </a:moveTo>
                <a:lnTo>
                  <a:pt x="760" y="252"/>
                </a:lnTo>
                <a:lnTo>
                  <a:pt x="760" y="244"/>
                </a:lnTo>
                <a:lnTo>
                  <a:pt x="759" y="236"/>
                </a:lnTo>
                <a:lnTo>
                  <a:pt x="757" y="228"/>
                </a:lnTo>
                <a:lnTo>
                  <a:pt x="756" y="220"/>
                </a:lnTo>
                <a:lnTo>
                  <a:pt x="754" y="212"/>
                </a:lnTo>
                <a:lnTo>
                  <a:pt x="751" y="204"/>
                </a:lnTo>
                <a:lnTo>
                  <a:pt x="748" y="196"/>
                </a:lnTo>
                <a:lnTo>
                  <a:pt x="745" y="189"/>
                </a:lnTo>
                <a:lnTo>
                  <a:pt x="742" y="181"/>
                </a:lnTo>
                <a:lnTo>
                  <a:pt x="738" y="173"/>
                </a:lnTo>
                <a:lnTo>
                  <a:pt x="734" y="166"/>
                </a:lnTo>
                <a:lnTo>
                  <a:pt x="729" y="158"/>
                </a:lnTo>
                <a:lnTo>
                  <a:pt x="724" y="151"/>
                </a:lnTo>
                <a:lnTo>
                  <a:pt x="719" y="143"/>
                </a:lnTo>
                <a:lnTo>
                  <a:pt x="714" y="135"/>
                </a:lnTo>
                <a:lnTo>
                  <a:pt x="708" y="128"/>
                </a:lnTo>
                <a:lnTo>
                  <a:pt x="702" y="121"/>
                </a:lnTo>
                <a:lnTo>
                  <a:pt x="695" y="115"/>
                </a:lnTo>
                <a:lnTo>
                  <a:pt x="688" y="108"/>
                </a:lnTo>
                <a:lnTo>
                  <a:pt x="681" y="102"/>
                </a:lnTo>
                <a:lnTo>
                  <a:pt x="674" y="95"/>
                </a:lnTo>
                <a:lnTo>
                  <a:pt x="666" y="89"/>
                </a:lnTo>
                <a:lnTo>
                  <a:pt x="658" y="83"/>
                </a:lnTo>
                <a:lnTo>
                  <a:pt x="650" y="77"/>
                </a:lnTo>
                <a:lnTo>
                  <a:pt x="641" y="72"/>
                </a:lnTo>
                <a:lnTo>
                  <a:pt x="632" y="66"/>
                </a:lnTo>
                <a:lnTo>
                  <a:pt x="623" y="61"/>
                </a:lnTo>
                <a:lnTo>
                  <a:pt x="614" y="56"/>
                </a:lnTo>
                <a:lnTo>
                  <a:pt x="605" y="51"/>
                </a:lnTo>
                <a:lnTo>
                  <a:pt x="595" y="47"/>
                </a:lnTo>
                <a:lnTo>
                  <a:pt x="585" y="42"/>
                </a:lnTo>
                <a:lnTo>
                  <a:pt x="575" y="38"/>
                </a:lnTo>
                <a:lnTo>
                  <a:pt x="565" y="34"/>
                </a:lnTo>
                <a:lnTo>
                  <a:pt x="554" y="30"/>
                </a:lnTo>
                <a:lnTo>
                  <a:pt x="543" y="27"/>
                </a:lnTo>
                <a:lnTo>
                  <a:pt x="533" y="23"/>
                </a:lnTo>
                <a:lnTo>
                  <a:pt x="522" y="20"/>
                </a:lnTo>
                <a:lnTo>
                  <a:pt x="510" y="17"/>
                </a:lnTo>
                <a:lnTo>
                  <a:pt x="498" y="15"/>
                </a:lnTo>
                <a:lnTo>
                  <a:pt x="487" y="12"/>
                </a:lnTo>
                <a:lnTo>
                  <a:pt x="475" y="10"/>
                </a:lnTo>
                <a:lnTo>
                  <a:pt x="464" y="8"/>
                </a:lnTo>
                <a:lnTo>
                  <a:pt x="452" y="7"/>
                </a:lnTo>
                <a:lnTo>
                  <a:pt x="441" y="5"/>
                </a:lnTo>
                <a:lnTo>
                  <a:pt x="429" y="4"/>
                </a:lnTo>
                <a:lnTo>
                  <a:pt x="417" y="3"/>
                </a:lnTo>
                <a:lnTo>
                  <a:pt x="405" y="3"/>
                </a:lnTo>
                <a:lnTo>
                  <a:pt x="393" y="2"/>
                </a:lnTo>
                <a:lnTo>
                  <a:pt x="381" y="2"/>
                </a:lnTo>
                <a:lnTo>
                  <a:pt x="370" y="2"/>
                </a:lnTo>
                <a:lnTo>
                  <a:pt x="358" y="3"/>
                </a:lnTo>
                <a:lnTo>
                  <a:pt x="346" y="3"/>
                </a:lnTo>
                <a:lnTo>
                  <a:pt x="334" y="4"/>
                </a:lnTo>
                <a:lnTo>
                  <a:pt x="322" y="5"/>
                </a:lnTo>
                <a:lnTo>
                  <a:pt x="311" y="7"/>
                </a:lnTo>
                <a:lnTo>
                  <a:pt x="299" y="8"/>
                </a:lnTo>
                <a:lnTo>
                  <a:pt x="288" y="10"/>
                </a:lnTo>
                <a:lnTo>
                  <a:pt x="276" y="12"/>
                </a:lnTo>
                <a:lnTo>
                  <a:pt x="265" y="15"/>
                </a:lnTo>
                <a:lnTo>
                  <a:pt x="253" y="17"/>
                </a:lnTo>
                <a:lnTo>
                  <a:pt x="242" y="20"/>
                </a:lnTo>
                <a:lnTo>
                  <a:pt x="231" y="23"/>
                </a:lnTo>
                <a:lnTo>
                  <a:pt x="221" y="27"/>
                </a:lnTo>
                <a:lnTo>
                  <a:pt x="210" y="30"/>
                </a:lnTo>
                <a:lnTo>
                  <a:pt x="199" y="34"/>
                </a:lnTo>
                <a:lnTo>
                  <a:pt x="189" y="38"/>
                </a:lnTo>
                <a:lnTo>
                  <a:pt x="179" y="42"/>
                </a:lnTo>
                <a:lnTo>
                  <a:pt x="169" y="47"/>
                </a:lnTo>
                <a:lnTo>
                  <a:pt x="159" y="51"/>
                </a:lnTo>
                <a:lnTo>
                  <a:pt x="150" y="56"/>
                </a:lnTo>
                <a:lnTo>
                  <a:pt x="141" y="61"/>
                </a:lnTo>
                <a:lnTo>
                  <a:pt x="132" y="66"/>
                </a:lnTo>
                <a:lnTo>
                  <a:pt x="123" y="72"/>
                </a:lnTo>
                <a:lnTo>
                  <a:pt x="114" y="77"/>
                </a:lnTo>
                <a:lnTo>
                  <a:pt x="106" y="83"/>
                </a:lnTo>
                <a:lnTo>
                  <a:pt x="98" y="89"/>
                </a:lnTo>
                <a:lnTo>
                  <a:pt x="90" y="95"/>
                </a:lnTo>
                <a:lnTo>
                  <a:pt x="83" y="102"/>
                </a:lnTo>
                <a:lnTo>
                  <a:pt x="76" y="108"/>
                </a:lnTo>
                <a:lnTo>
                  <a:pt x="69" y="115"/>
                </a:lnTo>
                <a:lnTo>
                  <a:pt x="62" y="121"/>
                </a:lnTo>
                <a:lnTo>
                  <a:pt x="56" y="128"/>
                </a:lnTo>
                <a:lnTo>
                  <a:pt x="50" y="135"/>
                </a:lnTo>
                <a:lnTo>
                  <a:pt x="45" y="143"/>
                </a:lnTo>
                <a:lnTo>
                  <a:pt x="40" y="151"/>
                </a:lnTo>
                <a:lnTo>
                  <a:pt x="35" y="158"/>
                </a:lnTo>
                <a:lnTo>
                  <a:pt x="30" y="166"/>
                </a:lnTo>
                <a:lnTo>
                  <a:pt x="26" y="173"/>
                </a:lnTo>
                <a:lnTo>
                  <a:pt x="22" y="181"/>
                </a:lnTo>
                <a:lnTo>
                  <a:pt x="19" y="189"/>
                </a:lnTo>
                <a:lnTo>
                  <a:pt x="15" y="196"/>
                </a:lnTo>
                <a:lnTo>
                  <a:pt x="13" y="204"/>
                </a:lnTo>
                <a:lnTo>
                  <a:pt x="10" y="212"/>
                </a:lnTo>
                <a:lnTo>
                  <a:pt x="8" y="220"/>
                </a:lnTo>
                <a:lnTo>
                  <a:pt x="7" y="228"/>
                </a:lnTo>
                <a:lnTo>
                  <a:pt x="5" y="236"/>
                </a:lnTo>
                <a:lnTo>
                  <a:pt x="4" y="244"/>
                </a:lnTo>
                <a:lnTo>
                  <a:pt x="4" y="252"/>
                </a:lnTo>
                <a:lnTo>
                  <a:pt x="4" y="260"/>
                </a:lnTo>
                <a:lnTo>
                  <a:pt x="4" y="268"/>
                </a:lnTo>
                <a:lnTo>
                  <a:pt x="4" y="276"/>
                </a:lnTo>
                <a:lnTo>
                  <a:pt x="5" y="284"/>
                </a:lnTo>
                <a:lnTo>
                  <a:pt x="7" y="292"/>
                </a:lnTo>
                <a:lnTo>
                  <a:pt x="8" y="300"/>
                </a:lnTo>
                <a:lnTo>
                  <a:pt x="10" y="308"/>
                </a:lnTo>
                <a:lnTo>
                  <a:pt x="13" y="316"/>
                </a:lnTo>
                <a:lnTo>
                  <a:pt x="15" y="324"/>
                </a:lnTo>
                <a:lnTo>
                  <a:pt x="19" y="332"/>
                </a:lnTo>
                <a:lnTo>
                  <a:pt x="22" y="340"/>
                </a:lnTo>
                <a:lnTo>
                  <a:pt x="26" y="347"/>
                </a:lnTo>
                <a:lnTo>
                  <a:pt x="30" y="355"/>
                </a:lnTo>
                <a:lnTo>
                  <a:pt x="35" y="362"/>
                </a:lnTo>
                <a:lnTo>
                  <a:pt x="40" y="370"/>
                </a:lnTo>
                <a:lnTo>
                  <a:pt x="45" y="377"/>
                </a:lnTo>
                <a:lnTo>
                  <a:pt x="50" y="384"/>
                </a:lnTo>
                <a:lnTo>
                  <a:pt x="56" y="391"/>
                </a:lnTo>
                <a:lnTo>
                  <a:pt x="62" y="398"/>
                </a:lnTo>
                <a:lnTo>
                  <a:pt x="69" y="405"/>
                </a:lnTo>
                <a:lnTo>
                  <a:pt x="76" y="411"/>
                </a:lnTo>
                <a:lnTo>
                  <a:pt x="83" y="418"/>
                </a:lnTo>
                <a:lnTo>
                  <a:pt x="90" y="424"/>
                </a:lnTo>
                <a:lnTo>
                  <a:pt x="98" y="430"/>
                </a:lnTo>
                <a:lnTo>
                  <a:pt x="106" y="436"/>
                </a:lnTo>
                <a:lnTo>
                  <a:pt x="114" y="442"/>
                </a:lnTo>
                <a:lnTo>
                  <a:pt x="123" y="448"/>
                </a:lnTo>
                <a:lnTo>
                  <a:pt x="132" y="453"/>
                </a:lnTo>
                <a:lnTo>
                  <a:pt x="141" y="458"/>
                </a:lnTo>
                <a:lnTo>
                  <a:pt x="150" y="463"/>
                </a:lnTo>
                <a:lnTo>
                  <a:pt x="159" y="468"/>
                </a:lnTo>
                <a:lnTo>
                  <a:pt x="169" y="473"/>
                </a:lnTo>
                <a:lnTo>
                  <a:pt x="179" y="477"/>
                </a:lnTo>
                <a:lnTo>
                  <a:pt x="189" y="482"/>
                </a:lnTo>
                <a:lnTo>
                  <a:pt x="199" y="486"/>
                </a:lnTo>
                <a:lnTo>
                  <a:pt x="210" y="489"/>
                </a:lnTo>
                <a:lnTo>
                  <a:pt x="221" y="493"/>
                </a:lnTo>
                <a:lnTo>
                  <a:pt x="231" y="496"/>
                </a:lnTo>
                <a:lnTo>
                  <a:pt x="242" y="499"/>
                </a:lnTo>
                <a:lnTo>
                  <a:pt x="253" y="502"/>
                </a:lnTo>
                <a:lnTo>
                  <a:pt x="265" y="505"/>
                </a:lnTo>
                <a:lnTo>
                  <a:pt x="276" y="507"/>
                </a:lnTo>
                <a:lnTo>
                  <a:pt x="288" y="509"/>
                </a:lnTo>
                <a:lnTo>
                  <a:pt x="299" y="511"/>
                </a:lnTo>
                <a:lnTo>
                  <a:pt x="311" y="513"/>
                </a:lnTo>
                <a:lnTo>
                  <a:pt x="322" y="514"/>
                </a:lnTo>
                <a:lnTo>
                  <a:pt x="334" y="515"/>
                </a:lnTo>
                <a:lnTo>
                  <a:pt x="346" y="516"/>
                </a:lnTo>
                <a:lnTo>
                  <a:pt x="358" y="517"/>
                </a:lnTo>
                <a:lnTo>
                  <a:pt x="370" y="517"/>
                </a:lnTo>
                <a:lnTo>
                  <a:pt x="381" y="517"/>
                </a:lnTo>
                <a:lnTo>
                  <a:pt x="393" y="517"/>
                </a:lnTo>
                <a:lnTo>
                  <a:pt x="405" y="517"/>
                </a:lnTo>
                <a:lnTo>
                  <a:pt x="417" y="516"/>
                </a:lnTo>
                <a:lnTo>
                  <a:pt x="429" y="515"/>
                </a:lnTo>
                <a:lnTo>
                  <a:pt x="441" y="514"/>
                </a:lnTo>
                <a:lnTo>
                  <a:pt x="452" y="513"/>
                </a:lnTo>
                <a:lnTo>
                  <a:pt x="464" y="511"/>
                </a:lnTo>
                <a:lnTo>
                  <a:pt x="475" y="509"/>
                </a:lnTo>
                <a:lnTo>
                  <a:pt x="487" y="507"/>
                </a:lnTo>
                <a:lnTo>
                  <a:pt x="498" y="505"/>
                </a:lnTo>
                <a:lnTo>
                  <a:pt x="510" y="502"/>
                </a:lnTo>
                <a:lnTo>
                  <a:pt x="522" y="499"/>
                </a:lnTo>
                <a:lnTo>
                  <a:pt x="533" y="496"/>
                </a:lnTo>
                <a:lnTo>
                  <a:pt x="543" y="493"/>
                </a:lnTo>
                <a:lnTo>
                  <a:pt x="554" y="489"/>
                </a:lnTo>
                <a:lnTo>
                  <a:pt x="565" y="486"/>
                </a:lnTo>
                <a:lnTo>
                  <a:pt x="575" y="482"/>
                </a:lnTo>
                <a:lnTo>
                  <a:pt x="585" y="477"/>
                </a:lnTo>
                <a:lnTo>
                  <a:pt x="595" y="473"/>
                </a:lnTo>
                <a:lnTo>
                  <a:pt x="605" y="468"/>
                </a:lnTo>
                <a:lnTo>
                  <a:pt x="614" y="463"/>
                </a:lnTo>
                <a:lnTo>
                  <a:pt x="623" y="458"/>
                </a:lnTo>
                <a:lnTo>
                  <a:pt x="632" y="453"/>
                </a:lnTo>
                <a:lnTo>
                  <a:pt x="641" y="448"/>
                </a:lnTo>
                <a:lnTo>
                  <a:pt x="650" y="442"/>
                </a:lnTo>
                <a:lnTo>
                  <a:pt x="658" y="436"/>
                </a:lnTo>
                <a:lnTo>
                  <a:pt x="666" y="430"/>
                </a:lnTo>
                <a:lnTo>
                  <a:pt x="674" y="424"/>
                </a:lnTo>
                <a:lnTo>
                  <a:pt x="681" y="418"/>
                </a:lnTo>
                <a:lnTo>
                  <a:pt x="688" y="411"/>
                </a:lnTo>
                <a:lnTo>
                  <a:pt x="695" y="405"/>
                </a:lnTo>
                <a:lnTo>
                  <a:pt x="702" y="398"/>
                </a:lnTo>
                <a:lnTo>
                  <a:pt x="708" y="391"/>
                </a:lnTo>
                <a:lnTo>
                  <a:pt x="714" y="384"/>
                </a:lnTo>
                <a:lnTo>
                  <a:pt x="719" y="377"/>
                </a:lnTo>
                <a:lnTo>
                  <a:pt x="724" y="370"/>
                </a:lnTo>
                <a:lnTo>
                  <a:pt x="729" y="362"/>
                </a:lnTo>
                <a:lnTo>
                  <a:pt x="734" y="355"/>
                </a:lnTo>
                <a:lnTo>
                  <a:pt x="738" y="347"/>
                </a:lnTo>
                <a:lnTo>
                  <a:pt x="742" y="340"/>
                </a:lnTo>
                <a:lnTo>
                  <a:pt x="745" y="332"/>
                </a:lnTo>
                <a:lnTo>
                  <a:pt x="748" y="324"/>
                </a:lnTo>
                <a:lnTo>
                  <a:pt x="751" y="316"/>
                </a:lnTo>
                <a:lnTo>
                  <a:pt x="754" y="308"/>
                </a:lnTo>
                <a:lnTo>
                  <a:pt x="756" y="300"/>
                </a:lnTo>
                <a:lnTo>
                  <a:pt x="757" y="292"/>
                </a:lnTo>
                <a:lnTo>
                  <a:pt x="759" y="284"/>
                </a:lnTo>
                <a:lnTo>
                  <a:pt x="760" y="276"/>
                </a:lnTo>
                <a:lnTo>
                  <a:pt x="760" y="268"/>
                </a:lnTo>
                <a:lnTo>
                  <a:pt x="760" y="260"/>
                </a:lnTo>
                <a:moveTo>
                  <a:pt x="764" y="260"/>
                </a:moveTo>
                <a:lnTo>
                  <a:pt x="764" y="268"/>
                </a:lnTo>
                <a:lnTo>
                  <a:pt x="763" y="277"/>
                </a:lnTo>
                <a:lnTo>
                  <a:pt x="762" y="285"/>
                </a:lnTo>
                <a:lnTo>
                  <a:pt x="761" y="293"/>
                </a:lnTo>
                <a:lnTo>
                  <a:pt x="759" y="301"/>
                </a:lnTo>
                <a:lnTo>
                  <a:pt x="757" y="309"/>
                </a:lnTo>
                <a:lnTo>
                  <a:pt x="755" y="317"/>
                </a:lnTo>
                <a:lnTo>
                  <a:pt x="752" y="325"/>
                </a:lnTo>
                <a:lnTo>
                  <a:pt x="749" y="333"/>
                </a:lnTo>
                <a:lnTo>
                  <a:pt x="745" y="341"/>
                </a:lnTo>
                <a:lnTo>
                  <a:pt x="742" y="348"/>
                </a:lnTo>
                <a:lnTo>
                  <a:pt x="737" y="356"/>
                </a:lnTo>
                <a:lnTo>
                  <a:pt x="733" y="363"/>
                </a:lnTo>
                <a:lnTo>
                  <a:pt x="728" y="371"/>
                </a:lnTo>
                <a:lnTo>
                  <a:pt x="723" y="378"/>
                </a:lnTo>
                <a:lnTo>
                  <a:pt x="717" y="385"/>
                </a:lnTo>
                <a:lnTo>
                  <a:pt x="711" y="392"/>
                </a:lnTo>
                <a:lnTo>
                  <a:pt x="705" y="399"/>
                </a:lnTo>
                <a:lnTo>
                  <a:pt x="698" y="406"/>
                </a:lnTo>
                <a:lnTo>
                  <a:pt x="691" y="413"/>
                </a:lnTo>
                <a:lnTo>
                  <a:pt x="684" y="419"/>
                </a:lnTo>
                <a:lnTo>
                  <a:pt x="677" y="426"/>
                </a:lnTo>
                <a:lnTo>
                  <a:pt x="669" y="432"/>
                </a:lnTo>
                <a:lnTo>
                  <a:pt x="661" y="438"/>
                </a:lnTo>
                <a:lnTo>
                  <a:pt x="652" y="444"/>
                </a:lnTo>
                <a:lnTo>
                  <a:pt x="644" y="450"/>
                </a:lnTo>
                <a:lnTo>
                  <a:pt x="635" y="455"/>
                </a:lnTo>
                <a:lnTo>
                  <a:pt x="626" y="460"/>
                </a:lnTo>
                <a:lnTo>
                  <a:pt x="616" y="465"/>
                </a:lnTo>
                <a:lnTo>
                  <a:pt x="607" y="470"/>
                </a:lnTo>
                <a:lnTo>
                  <a:pt x="597" y="475"/>
                </a:lnTo>
                <a:lnTo>
                  <a:pt x="587" y="480"/>
                </a:lnTo>
                <a:lnTo>
                  <a:pt x="577" y="484"/>
                </a:lnTo>
                <a:lnTo>
                  <a:pt x="566" y="488"/>
                </a:lnTo>
                <a:lnTo>
                  <a:pt x="556" y="492"/>
                </a:lnTo>
                <a:lnTo>
                  <a:pt x="545" y="495"/>
                </a:lnTo>
                <a:lnTo>
                  <a:pt x="534" y="499"/>
                </a:lnTo>
                <a:lnTo>
                  <a:pt x="523" y="502"/>
                </a:lnTo>
                <a:lnTo>
                  <a:pt x="512" y="505"/>
                </a:lnTo>
                <a:lnTo>
                  <a:pt x="499" y="507"/>
                </a:lnTo>
                <a:lnTo>
                  <a:pt x="488" y="510"/>
                </a:lnTo>
                <a:lnTo>
                  <a:pt x="476" y="512"/>
                </a:lnTo>
                <a:lnTo>
                  <a:pt x="465" y="514"/>
                </a:lnTo>
                <a:lnTo>
                  <a:pt x="453" y="515"/>
                </a:lnTo>
                <a:lnTo>
                  <a:pt x="441" y="517"/>
                </a:lnTo>
                <a:lnTo>
                  <a:pt x="429" y="518"/>
                </a:lnTo>
                <a:lnTo>
                  <a:pt x="417" y="519"/>
                </a:lnTo>
                <a:lnTo>
                  <a:pt x="405" y="519"/>
                </a:lnTo>
                <a:lnTo>
                  <a:pt x="393" y="520"/>
                </a:lnTo>
                <a:lnTo>
                  <a:pt x="381" y="520"/>
                </a:lnTo>
                <a:lnTo>
                  <a:pt x="369" y="520"/>
                </a:lnTo>
                <a:lnTo>
                  <a:pt x="358" y="519"/>
                </a:lnTo>
                <a:lnTo>
                  <a:pt x="346" y="519"/>
                </a:lnTo>
                <a:lnTo>
                  <a:pt x="334" y="518"/>
                </a:lnTo>
                <a:lnTo>
                  <a:pt x="322" y="517"/>
                </a:lnTo>
                <a:lnTo>
                  <a:pt x="310" y="515"/>
                </a:lnTo>
                <a:lnTo>
                  <a:pt x="298" y="514"/>
                </a:lnTo>
                <a:lnTo>
                  <a:pt x="287" y="512"/>
                </a:lnTo>
                <a:lnTo>
                  <a:pt x="275" y="510"/>
                </a:lnTo>
                <a:lnTo>
                  <a:pt x="264" y="507"/>
                </a:lnTo>
                <a:lnTo>
                  <a:pt x="252" y="505"/>
                </a:lnTo>
                <a:lnTo>
                  <a:pt x="241" y="502"/>
                </a:lnTo>
                <a:lnTo>
                  <a:pt x="230" y="499"/>
                </a:lnTo>
                <a:lnTo>
                  <a:pt x="219" y="495"/>
                </a:lnTo>
                <a:lnTo>
                  <a:pt x="208" y="492"/>
                </a:lnTo>
                <a:lnTo>
                  <a:pt x="198" y="488"/>
                </a:lnTo>
                <a:lnTo>
                  <a:pt x="187" y="484"/>
                </a:lnTo>
                <a:lnTo>
                  <a:pt x="177" y="480"/>
                </a:lnTo>
                <a:lnTo>
                  <a:pt x="167" y="475"/>
                </a:lnTo>
                <a:lnTo>
                  <a:pt x="157" y="470"/>
                </a:lnTo>
                <a:lnTo>
                  <a:pt x="148" y="465"/>
                </a:lnTo>
                <a:lnTo>
                  <a:pt x="138" y="460"/>
                </a:lnTo>
                <a:lnTo>
                  <a:pt x="129" y="455"/>
                </a:lnTo>
                <a:lnTo>
                  <a:pt x="120" y="450"/>
                </a:lnTo>
                <a:lnTo>
                  <a:pt x="112" y="444"/>
                </a:lnTo>
                <a:lnTo>
                  <a:pt x="103" y="438"/>
                </a:lnTo>
                <a:lnTo>
                  <a:pt x="95" y="432"/>
                </a:lnTo>
                <a:lnTo>
                  <a:pt x="87" y="426"/>
                </a:lnTo>
                <a:lnTo>
                  <a:pt x="80" y="419"/>
                </a:lnTo>
                <a:lnTo>
                  <a:pt x="73" y="413"/>
                </a:lnTo>
                <a:lnTo>
                  <a:pt x="66" y="406"/>
                </a:lnTo>
                <a:lnTo>
                  <a:pt x="59" y="399"/>
                </a:lnTo>
                <a:lnTo>
                  <a:pt x="53" y="392"/>
                </a:lnTo>
                <a:lnTo>
                  <a:pt x="47" y="385"/>
                </a:lnTo>
                <a:lnTo>
                  <a:pt x="41" y="378"/>
                </a:lnTo>
                <a:lnTo>
                  <a:pt x="36" y="371"/>
                </a:lnTo>
                <a:lnTo>
                  <a:pt x="31" y="363"/>
                </a:lnTo>
                <a:lnTo>
                  <a:pt x="27" y="356"/>
                </a:lnTo>
                <a:lnTo>
                  <a:pt x="22" y="348"/>
                </a:lnTo>
                <a:lnTo>
                  <a:pt x="19" y="341"/>
                </a:lnTo>
                <a:lnTo>
                  <a:pt x="15" y="333"/>
                </a:lnTo>
                <a:lnTo>
                  <a:pt x="12" y="325"/>
                </a:lnTo>
                <a:lnTo>
                  <a:pt x="9" y="317"/>
                </a:lnTo>
                <a:lnTo>
                  <a:pt x="7" y="309"/>
                </a:lnTo>
                <a:lnTo>
                  <a:pt x="5" y="301"/>
                </a:lnTo>
                <a:lnTo>
                  <a:pt x="3" y="293"/>
                </a:lnTo>
                <a:lnTo>
                  <a:pt x="2" y="285"/>
                </a:lnTo>
                <a:lnTo>
                  <a:pt x="1" y="277"/>
                </a:lnTo>
                <a:lnTo>
                  <a:pt x="0" y="268"/>
                </a:lnTo>
                <a:lnTo>
                  <a:pt x="0" y="260"/>
                </a:lnTo>
                <a:lnTo>
                  <a:pt x="0" y="252"/>
                </a:lnTo>
                <a:lnTo>
                  <a:pt x="1" y="244"/>
                </a:lnTo>
                <a:lnTo>
                  <a:pt x="2" y="236"/>
                </a:lnTo>
                <a:lnTo>
                  <a:pt x="3" y="228"/>
                </a:lnTo>
                <a:lnTo>
                  <a:pt x="5" y="220"/>
                </a:lnTo>
                <a:lnTo>
                  <a:pt x="7" y="212"/>
                </a:lnTo>
                <a:lnTo>
                  <a:pt x="9" y="204"/>
                </a:lnTo>
                <a:lnTo>
                  <a:pt x="12" y="196"/>
                </a:lnTo>
                <a:lnTo>
                  <a:pt x="15" y="188"/>
                </a:lnTo>
                <a:lnTo>
                  <a:pt x="19" y="180"/>
                </a:lnTo>
                <a:lnTo>
                  <a:pt x="22" y="172"/>
                </a:lnTo>
                <a:lnTo>
                  <a:pt x="27" y="165"/>
                </a:lnTo>
                <a:lnTo>
                  <a:pt x="31" y="157"/>
                </a:lnTo>
                <a:lnTo>
                  <a:pt x="36" y="150"/>
                </a:lnTo>
                <a:lnTo>
                  <a:pt x="41" y="141"/>
                </a:lnTo>
                <a:lnTo>
                  <a:pt x="47" y="134"/>
                </a:lnTo>
                <a:lnTo>
                  <a:pt x="53" y="127"/>
                </a:lnTo>
                <a:lnTo>
                  <a:pt x="59" y="120"/>
                </a:lnTo>
                <a:lnTo>
                  <a:pt x="66" y="113"/>
                </a:lnTo>
                <a:lnTo>
                  <a:pt x="73" y="107"/>
                </a:lnTo>
                <a:lnTo>
                  <a:pt x="80" y="100"/>
                </a:lnTo>
                <a:lnTo>
                  <a:pt x="87" y="94"/>
                </a:lnTo>
                <a:lnTo>
                  <a:pt x="95" y="87"/>
                </a:lnTo>
                <a:lnTo>
                  <a:pt x="103" y="81"/>
                </a:lnTo>
                <a:lnTo>
                  <a:pt x="112" y="76"/>
                </a:lnTo>
                <a:lnTo>
                  <a:pt x="120" y="70"/>
                </a:lnTo>
                <a:lnTo>
                  <a:pt x="129" y="64"/>
                </a:lnTo>
                <a:lnTo>
                  <a:pt x="138" y="59"/>
                </a:lnTo>
                <a:lnTo>
                  <a:pt x="148" y="54"/>
                </a:lnTo>
                <a:lnTo>
                  <a:pt x="157" y="49"/>
                </a:lnTo>
                <a:lnTo>
                  <a:pt x="167" y="44"/>
                </a:lnTo>
                <a:lnTo>
                  <a:pt x="177" y="40"/>
                </a:lnTo>
                <a:lnTo>
                  <a:pt x="187" y="36"/>
                </a:lnTo>
                <a:lnTo>
                  <a:pt x="198" y="32"/>
                </a:lnTo>
                <a:lnTo>
                  <a:pt x="208" y="28"/>
                </a:lnTo>
                <a:lnTo>
                  <a:pt x="219" y="24"/>
                </a:lnTo>
                <a:lnTo>
                  <a:pt x="230" y="21"/>
                </a:lnTo>
                <a:lnTo>
                  <a:pt x="241" y="18"/>
                </a:lnTo>
                <a:lnTo>
                  <a:pt x="252" y="15"/>
                </a:lnTo>
                <a:lnTo>
                  <a:pt x="264" y="12"/>
                </a:lnTo>
                <a:lnTo>
                  <a:pt x="275" y="10"/>
                </a:lnTo>
                <a:lnTo>
                  <a:pt x="287" y="8"/>
                </a:lnTo>
                <a:lnTo>
                  <a:pt x="298" y="6"/>
                </a:lnTo>
                <a:lnTo>
                  <a:pt x="310" y="4"/>
                </a:lnTo>
                <a:lnTo>
                  <a:pt x="322" y="3"/>
                </a:lnTo>
                <a:lnTo>
                  <a:pt x="334" y="2"/>
                </a:lnTo>
                <a:lnTo>
                  <a:pt x="346" y="1"/>
                </a:lnTo>
                <a:lnTo>
                  <a:pt x="358" y="0"/>
                </a:lnTo>
                <a:lnTo>
                  <a:pt x="369" y="0"/>
                </a:lnTo>
                <a:lnTo>
                  <a:pt x="381" y="0"/>
                </a:lnTo>
                <a:lnTo>
                  <a:pt x="393" y="0"/>
                </a:lnTo>
                <a:lnTo>
                  <a:pt x="405" y="0"/>
                </a:lnTo>
                <a:lnTo>
                  <a:pt x="417" y="1"/>
                </a:lnTo>
                <a:lnTo>
                  <a:pt x="429" y="2"/>
                </a:lnTo>
                <a:lnTo>
                  <a:pt x="441" y="3"/>
                </a:lnTo>
                <a:lnTo>
                  <a:pt x="453" y="4"/>
                </a:lnTo>
                <a:lnTo>
                  <a:pt x="465" y="6"/>
                </a:lnTo>
                <a:lnTo>
                  <a:pt x="476" y="8"/>
                </a:lnTo>
                <a:lnTo>
                  <a:pt x="488" y="10"/>
                </a:lnTo>
                <a:lnTo>
                  <a:pt x="499" y="12"/>
                </a:lnTo>
                <a:lnTo>
                  <a:pt x="512" y="15"/>
                </a:lnTo>
                <a:lnTo>
                  <a:pt x="523" y="18"/>
                </a:lnTo>
                <a:lnTo>
                  <a:pt x="534" y="21"/>
                </a:lnTo>
                <a:lnTo>
                  <a:pt x="545" y="24"/>
                </a:lnTo>
                <a:lnTo>
                  <a:pt x="556" y="28"/>
                </a:lnTo>
                <a:lnTo>
                  <a:pt x="566" y="32"/>
                </a:lnTo>
                <a:lnTo>
                  <a:pt x="577" y="36"/>
                </a:lnTo>
                <a:lnTo>
                  <a:pt x="587" y="40"/>
                </a:lnTo>
                <a:lnTo>
                  <a:pt x="597" y="44"/>
                </a:lnTo>
                <a:lnTo>
                  <a:pt x="607" y="49"/>
                </a:lnTo>
                <a:lnTo>
                  <a:pt x="616" y="54"/>
                </a:lnTo>
                <a:lnTo>
                  <a:pt x="626" y="59"/>
                </a:lnTo>
                <a:lnTo>
                  <a:pt x="635" y="64"/>
                </a:lnTo>
                <a:lnTo>
                  <a:pt x="644" y="70"/>
                </a:lnTo>
                <a:lnTo>
                  <a:pt x="652" y="76"/>
                </a:lnTo>
                <a:lnTo>
                  <a:pt x="661" y="81"/>
                </a:lnTo>
                <a:lnTo>
                  <a:pt x="669" y="87"/>
                </a:lnTo>
                <a:lnTo>
                  <a:pt x="677" y="94"/>
                </a:lnTo>
                <a:lnTo>
                  <a:pt x="684" y="100"/>
                </a:lnTo>
                <a:lnTo>
                  <a:pt x="691" y="107"/>
                </a:lnTo>
                <a:lnTo>
                  <a:pt x="698" y="113"/>
                </a:lnTo>
                <a:lnTo>
                  <a:pt x="705" y="120"/>
                </a:lnTo>
                <a:lnTo>
                  <a:pt x="711" y="127"/>
                </a:lnTo>
                <a:lnTo>
                  <a:pt x="717" y="134"/>
                </a:lnTo>
                <a:lnTo>
                  <a:pt x="723" y="141"/>
                </a:lnTo>
                <a:lnTo>
                  <a:pt x="728" y="150"/>
                </a:lnTo>
                <a:lnTo>
                  <a:pt x="733" y="157"/>
                </a:lnTo>
                <a:lnTo>
                  <a:pt x="737" y="165"/>
                </a:lnTo>
                <a:lnTo>
                  <a:pt x="742" y="172"/>
                </a:lnTo>
                <a:lnTo>
                  <a:pt x="745" y="180"/>
                </a:lnTo>
                <a:lnTo>
                  <a:pt x="749" y="188"/>
                </a:lnTo>
                <a:lnTo>
                  <a:pt x="752" y="196"/>
                </a:lnTo>
                <a:lnTo>
                  <a:pt x="755" y="204"/>
                </a:lnTo>
                <a:lnTo>
                  <a:pt x="757" y="212"/>
                </a:lnTo>
                <a:lnTo>
                  <a:pt x="759" y="220"/>
                </a:lnTo>
                <a:lnTo>
                  <a:pt x="761" y="228"/>
                </a:lnTo>
                <a:lnTo>
                  <a:pt x="762" y="236"/>
                </a:lnTo>
                <a:lnTo>
                  <a:pt x="763" y="244"/>
                </a:lnTo>
                <a:lnTo>
                  <a:pt x="764" y="252"/>
                </a:lnTo>
                <a:lnTo>
                  <a:pt x="764" y="26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4" name=""/>
          <p:cNvSpPr/>
          <p:nvPr/>
        </p:nvSpPr>
        <p:spPr>
          <a:xfrm>
            <a:off x="7916760" y="2840040"/>
            <a:ext cx="285840" cy="194760"/>
          </a:xfrm>
          <a:custGeom>
            <a:avLst/>
            <a:gdLst/>
            <a:ahLst/>
            <a:rect l="0" t="0" r="r" b="b"/>
            <a:pathLst>
              <a:path w="794" h="541">
                <a:moveTo>
                  <a:pt x="779" y="270"/>
                </a:moveTo>
                <a:lnTo>
                  <a:pt x="779" y="262"/>
                </a:lnTo>
                <a:lnTo>
                  <a:pt x="778" y="254"/>
                </a:lnTo>
                <a:lnTo>
                  <a:pt x="777" y="246"/>
                </a:lnTo>
                <a:lnTo>
                  <a:pt x="776" y="238"/>
                </a:lnTo>
                <a:lnTo>
                  <a:pt x="774" y="230"/>
                </a:lnTo>
                <a:lnTo>
                  <a:pt x="772" y="222"/>
                </a:lnTo>
                <a:lnTo>
                  <a:pt x="770" y="214"/>
                </a:lnTo>
                <a:lnTo>
                  <a:pt x="767" y="206"/>
                </a:lnTo>
                <a:lnTo>
                  <a:pt x="764" y="198"/>
                </a:lnTo>
                <a:lnTo>
                  <a:pt x="760" y="190"/>
                </a:lnTo>
                <a:lnTo>
                  <a:pt x="757" y="182"/>
                </a:lnTo>
                <a:lnTo>
                  <a:pt x="752" y="175"/>
                </a:lnTo>
                <a:lnTo>
                  <a:pt x="748" y="167"/>
                </a:lnTo>
                <a:lnTo>
                  <a:pt x="743" y="160"/>
                </a:lnTo>
                <a:lnTo>
                  <a:pt x="738" y="152"/>
                </a:lnTo>
                <a:lnTo>
                  <a:pt x="732" y="145"/>
                </a:lnTo>
                <a:lnTo>
                  <a:pt x="726" y="138"/>
                </a:lnTo>
                <a:lnTo>
                  <a:pt x="720" y="131"/>
                </a:lnTo>
                <a:lnTo>
                  <a:pt x="713" y="124"/>
                </a:lnTo>
                <a:lnTo>
                  <a:pt x="706" y="118"/>
                </a:lnTo>
                <a:lnTo>
                  <a:pt x="699" y="111"/>
                </a:lnTo>
                <a:lnTo>
                  <a:pt x="692" y="105"/>
                </a:lnTo>
                <a:lnTo>
                  <a:pt x="684" y="98"/>
                </a:lnTo>
                <a:lnTo>
                  <a:pt x="676" y="92"/>
                </a:lnTo>
                <a:lnTo>
                  <a:pt x="667" y="87"/>
                </a:lnTo>
                <a:lnTo>
                  <a:pt x="659" y="81"/>
                </a:lnTo>
                <a:lnTo>
                  <a:pt x="650" y="75"/>
                </a:lnTo>
                <a:lnTo>
                  <a:pt x="641" y="70"/>
                </a:lnTo>
                <a:lnTo>
                  <a:pt x="631" y="65"/>
                </a:lnTo>
                <a:lnTo>
                  <a:pt x="622" y="60"/>
                </a:lnTo>
                <a:lnTo>
                  <a:pt x="612" y="55"/>
                </a:lnTo>
                <a:lnTo>
                  <a:pt x="601" y="51"/>
                </a:lnTo>
                <a:lnTo>
                  <a:pt x="591" y="47"/>
                </a:lnTo>
                <a:lnTo>
                  <a:pt x="580" y="43"/>
                </a:lnTo>
                <a:lnTo>
                  <a:pt x="570" y="39"/>
                </a:lnTo>
                <a:lnTo>
                  <a:pt x="559" y="35"/>
                </a:lnTo>
                <a:lnTo>
                  <a:pt x="548" y="32"/>
                </a:lnTo>
                <a:lnTo>
                  <a:pt x="537" y="29"/>
                </a:lnTo>
                <a:lnTo>
                  <a:pt x="526" y="26"/>
                </a:lnTo>
                <a:lnTo>
                  <a:pt x="514" y="23"/>
                </a:lnTo>
                <a:lnTo>
                  <a:pt x="503" y="21"/>
                </a:lnTo>
                <a:lnTo>
                  <a:pt x="491" y="19"/>
                </a:lnTo>
                <a:lnTo>
                  <a:pt x="480" y="17"/>
                </a:lnTo>
                <a:lnTo>
                  <a:pt x="468" y="15"/>
                </a:lnTo>
                <a:lnTo>
                  <a:pt x="456" y="14"/>
                </a:lnTo>
                <a:lnTo>
                  <a:pt x="444" y="13"/>
                </a:lnTo>
                <a:lnTo>
                  <a:pt x="432" y="12"/>
                </a:lnTo>
                <a:lnTo>
                  <a:pt x="420" y="11"/>
                </a:lnTo>
                <a:lnTo>
                  <a:pt x="408" y="11"/>
                </a:lnTo>
                <a:lnTo>
                  <a:pt x="396" y="11"/>
                </a:lnTo>
                <a:lnTo>
                  <a:pt x="384" y="11"/>
                </a:lnTo>
                <a:lnTo>
                  <a:pt x="373" y="11"/>
                </a:lnTo>
                <a:lnTo>
                  <a:pt x="361" y="12"/>
                </a:lnTo>
                <a:lnTo>
                  <a:pt x="349" y="13"/>
                </a:lnTo>
                <a:lnTo>
                  <a:pt x="337" y="14"/>
                </a:lnTo>
                <a:lnTo>
                  <a:pt x="325" y="15"/>
                </a:lnTo>
                <a:lnTo>
                  <a:pt x="313" y="17"/>
                </a:lnTo>
                <a:lnTo>
                  <a:pt x="302" y="19"/>
                </a:lnTo>
                <a:lnTo>
                  <a:pt x="290" y="21"/>
                </a:lnTo>
                <a:lnTo>
                  <a:pt x="279" y="23"/>
                </a:lnTo>
                <a:lnTo>
                  <a:pt x="267" y="26"/>
                </a:lnTo>
                <a:lnTo>
                  <a:pt x="256" y="29"/>
                </a:lnTo>
                <a:lnTo>
                  <a:pt x="245" y="32"/>
                </a:lnTo>
                <a:lnTo>
                  <a:pt x="234" y="35"/>
                </a:lnTo>
                <a:lnTo>
                  <a:pt x="223" y="39"/>
                </a:lnTo>
                <a:lnTo>
                  <a:pt x="213" y="43"/>
                </a:lnTo>
                <a:lnTo>
                  <a:pt x="202" y="47"/>
                </a:lnTo>
                <a:lnTo>
                  <a:pt x="192" y="51"/>
                </a:lnTo>
                <a:lnTo>
                  <a:pt x="182" y="55"/>
                </a:lnTo>
                <a:lnTo>
                  <a:pt x="172" y="60"/>
                </a:lnTo>
                <a:lnTo>
                  <a:pt x="163" y="65"/>
                </a:lnTo>
                <a:lnTo>
                  <a:pt x="153" y="70"/>
                </a:lnTo>
                <a:lnTo>
                  <a:pt x="144" y="75"/>
                </a:lnTo>
                <a:lnTo>
                  <a:pt x="135" y="81"/>
                </a:lnTo>
                <a:lnTo>
                  <a:pt x="127" y="87"/>
                </a:lnTo>
                <a:lnTo>
                  <a:pt x="118" y="92"/>
                </a:lnTo>
                <a:lnTo>
                  <a:pt x="110" y="98"/>
                </a:lnTo>
                <a:lnTo>
                  <a:pt x="102" y="105"/>
                </a:lnTo>
                <a:lnTo>
                  <a:pt x="95" y="111"/>
                </a:lnTo>
                <a:lnTo>
                  <a:pt x="88" y="118"/>
                </a:lnTo>
                <a:lnTo>
                  <a:pt x="81" y="124"/>
                </a:lnTo>
                <a:lnTo>
                  <a:pt x="74" y="131"/>
                </a:lnTo>
                <a:lnTo>
                  <a:pt x="68" y="138"/>
                </a:lnTo>
                <a:lnTo>
                  <a:pt x="62" y="145"/>
                </a:lnTo>
                <a:lnTo>
                  <a:pt x="56" y="152"/>
                </a:lnTo>
                <a:lnTo>
                  <a:pt x="51" y="160"/>
                </a:lnTo>
                <a:lnTo>
                  <a:pt x="46" y="167"/>
                </a:lnTo>
                <a:lnTo>
                  <a:pt x="42" y="175"/>
                </a:lnTo>
                <a:lnTo>
                  <a:pt x="37" y="182"/>
                </a:lnTo>
                <a:lnTo>
                  <a:pt x="34" y="190"/>
                </a:lnTo>
                <a:lnTo>
                  <a:pt x="30" y="198"/>
                </a:lnTo>
                <a:lnTo>
                  <a:pt x="27" y="206"/>
                </a:lnTo>
                <a:lnTo>
                  <a:pt x="24" y="214"/>
                </a:lnTo>
                <a:lnTo>
                  <a:pt x="22" y="222"/>
                </a:lnTo>
                <a:lnTo>
                  <a:pt x="20" y="230"/>
                </a:lnTo>
                <a:lnTo>
                  <a:pt x="18" y="238"/>
                </a:lnTo>
                <a:lnTo>
                  <a:pt x="17" y="246"/>
                </a:lnTo>
                <a:lnTo>
                  <a:pt x="16" y="254"/>
                </a:lnTo>
                <a:lnTo>
                  <a:pt x="15" y="262"/>
                </a:lnTo>
                <a:lnTo>
                  <a:pt x="15" y="270"/>
                </a:lnTo>
                <a:lnTo>
                  <a:pt x="15" y="278"/>
                </a:lnTo>
                <a:lnTo>
                  <a:pt x="16" y="287"/>
                </a:lnTo>
                <a:lnTo>
                  <a:pt x="17" y="295"/>
                </a:lnTo>
                <a:lnTo>
                  <a:pt x="18" y="303"/>
                </a:lnTo>
                <a:lnTo>
                  <a:pt x="20" y="311"/>
                </a:lnTo>
                <a:lnTo>
                  <a:pt x="22" y="319"/>
                </a:lnTo>
                <a:lnTo>
                  <a:pt x="24" y="327"/>
                </a:lnTo>
                <a:lnTo>
                  <a:pt x="27" y="335"/>
                </a:lnTo>
                <a:lnTo>
                  <a:pt x="30" y="343"/>
                </a:lnTo>
                <a:lnTo>
                  <a:pt x="34" y="351"/>
                </a:lnTo>
                <a:lnTo>
                  <a:pt x="37" y="358"/>
                </a:lnTo>
                <a:lnTo>
                  <a:pt x="42" y="366"/>
                </a:lnTo>
                <a:lnTo>
                  <a:pt x="46" y="373"/>
                </a:lnTo>
                <a:lnTo>
                  <a:pt x="51" y="381"/>
                </a:lnTo>
                <a:lnTo>
                  <a:pt x="56" y="388"/>
                </a:lnTo>
                <a:lnTo>
                  <a:pt x="62" y="395"/>
                </a:lnTo>
                <a:lnTo>
                  <a:pt x="68" y="402"/>
                </a:lnTo>
                <a:lnTo>
                  <a:pt x="74" y="409"/>
                </a:lnTo>
                <a:lnTo>
                  <a:pt x="81" y="416"/>
                </a:lnTo>
                <a:lnTo>
                  <a:pt x="88" y="423"/>
                </a:lnTo>
                <a:lnTo>
                  <a:pt x="95" y="429"/>
                </a:lnTo>
                <a:lnTo>
                  <a:pt x="102" y="436"/>
                </a:lnTo>
                <a:lnTo>
                  <a:pt x="110" y="442"/>
                </a:lnTo>
                <a:lnTo>
                  <a:pt x="118" y="448"/>
                </a:lnTo>
                <a:lnTo>
                  <a:pt x="127" y="454"/>
                </a:lnTo>
                <a:lnTo>
                  <a:pt x="135" y="460"/>
                </a:lnTo>
                <a:lnTo>
                  <a:pt x="144" y="465"/>
                </a:lnTo>
                <a:lnTo>
                  <a:pt x="153" y="471"/>
                </a:lnTo>
                <a:lnTo>
                  <a:pt x="163" y="476"/>
                </a:lnTo>
                <a:lnTo>
                  <a:pt x="172" y="481"/>
                </a:lnTo>
                <a:lnTo>
                  <a:pt x="182" y="486"/>
                </a:lnTo>
                <a:lnTo>
                  <a:pt x="192" y="491"/>
                </a:lnTo>
                <a:lnTo>
                  <a:pt x="202" y="495"/>
                </a:lnTo>
                <a:lnTo>
                  <a:pt x="213" y="499"/>
                </a:lnTo>
                <a:lnTo>
                  <a:pt x="223" y="503"/>
                </a:lnTo>
                <a:lnTo>
                  <a:pt x="234" y="506"/>
                </a:lnTo>
                <a:lnTo>
                  <a:pt x="245" y="510"/>
                </a:lnTo>
                <a:lnTo>
                  <a:pt x="256" y="513"/>
                </a:lnTo>
                <a:lnTo>
                  <a:pt x="267" y="516"/>
                </a:lnTo>
                <a:lnTo>
                  <a:pt x="279" y="518"/>
                </a:lnTo>
                <a:lnTo>
                  <a:pt x="290" y="521"/>
                </a:lnTo>
                <a:lnTo>
                  <a:pt x="302" y="523"/>
                </a:lnTo>
                <a:lnTo>
                  <a:pt x="313" y="525"/>
                </a:lnTo>
                <a:lnTo>
                  <a:pt x="325" y="526"/>
                </a:lnTo>
                <a:lnTo>
                  <a:pt x="337" y="528"/>
                </a:lnTo>
                <a:lnTo>
                  <a:pt x="349" y="529"/>
                </a:lnTo>
                <a:lnTo>
                  <a:pt x="361" y="530"/>
                </a:lnTo>
                <a:lnTo>
                  <a:pt x="373" y="530"/>
                </a:lnTo>
                <a:lnTo>
                  <a:pt x="384" y="531"/>
                </a:lnTo>
                <a:lnTo>
                  <a:pt x="396" y="531"/>
                </a:lnTo>
                <a:lnTo>
                  <a:pt x="408" y="531"/>
                </a:lnTo>
                <a:lnTo>
                  <a:pt x="420" y="530"/>
                </a:lnTo>
                <a:lnTo>
                  <a:pt x="432" y="530"/>
                </a:lnTo>
                <a:lnTo>
                  <a:pt x="444" y="529"/>
                </a:lnTo>
                <a:lnTo>
                  <a:pt x="456" y="528"/>
                </a:lnTo>
                <a:lnTo>
                  <a:pt x="468" y="526"/>
                </a:lnTo>
                <a:lnTo>
                  <a:pt x="480" y="525"/>
                </a:lnTo>
                <a:lnTo>
                  <a:pt x="491" y="523"/>
                </a:lnTo>
                <a:lnTo>
                  <a:pt x="503" y="521"/>
                </a:lnTo>
                <a:lnTo>
                  <a:pt x="514" y="518"/>
                </a:lnTo>
                <a:lnTo>
                  <a:pt x="526" y="516"/>
                </a:lnTo>
                <a:lnTo>
                  <a:pt x="537" y="513"/>
                </a:lnTo>
                <a:lnTo>
                  <a:pt x="548" y="510"/>
                </a:lnTo>
                <a:lnTo>
                  <a:pt x="559" y="506"/>
                </a:lnTo>
                <a:lnTo>
                  <a:pt x="570" y="503"/>
                </a:lnTo>
                <a:lnTo>
                  <a:pt x="580" y="499"/>
                </a:lnTo>
                <a:lnTo>
                  <a:pt x="591" y="495"/>
                </a:lnTo>
                <a:lnTo>
                  <a:pt x="601" y="491"/>
                </a:lnTo>
                <a:lnTo>
                  <a:pt x="612" y="486"/>
                </a:lnTo>
                <a:lnTo>
                  <a:pt x="622" y="481"/>
                </a:lnTo>
                <a:lnTo>
                  <a:pt x="631" y="476"/>
                </a:lnTo>
                <a:lnTo>
                  <a:pt x="641" y="471"/>
                </a:lnTo>
                <a:lnTo>
                  <a:pt x="650" y="465"/>
                </a:lnTo>
                <a:lnTo>
                  <a:pt x="659" y="460"/>
                </a:lnTo>
                <a:lnTo>
                  <a:pt x="667" y="454"/>
                </a:lnTo>
                <a:lnTo>
                  <a:pt x="676" y="448"/>
                </a:lnTo>
                <a:lnTo>
                  <a:pt x="684" y="442"/>
                </a:lnTo>
                <a:lnTo>
                  <a:pt x="692" y="436"/>
                </a:lnTo>
                <a:lnTo>
                  <a:pt x="699" y="429"/>
                </a:lnTo>
                <a:lnTo>
                  <a:pt x="706" y="423"/>
                </a:lnTo>
                <a:lnTo>
                  <a:pt x="713" y="416"/>
                </a:lnTo>
                <a:lnTo>
                  <a:pt x="720" y="409"/>
                </a:lnTo>
                <a:lnTo>
                  <a:pt x="726" y="402"/>
                </a:lnTo>
                <a:lnTo>
                  <a:pt x="732" y="395"/>
                </a:lnTo>
                <a:lnTo>
                  <a:pt x="738" y="388"/>
                </a:lnTo>
                <a:lnTo>
                  <a:pt x="743" y="381"/>
                </a:lnTo>
                <a:lnTo>
                  <a:pt x="748" y="373"/>
                </a:lnTo>
                <a:lnTo>
                  <a:pt x="752" y="366"/>
                </a:lnTo>
                <a:lnTo>
                  <a:pt x="757" y="358"/>
                </a:lnTo>
                <a:lnTo>
                  <a:pt x="760" y="351"/>
                </a:lnTo>
                <a:lnTo>
                  <a:pt x="764" y="343"/>
                </a:lnTo>
                <a:lnTo>
                  <a:pt x="767" y="335"/>
                </a:lnTo>
                <a:lnTo>
                  <a:pt x="770" y="327"/>
                </a:lnTo>
                <a:lnTo>
                  <a:pt x="772" y="319"/>
                </a:lnTo>
                <a:lnTo>
                  <a:pt x="774" y="311"/>
                </a:lnTo>
                <a:lnTo>
                  <a:pt x="776" y="303"/>
                </a:lnTo>
                <a:lnTo>
                  <a:pt x="777" y="295"/>
                </a:lnTo>
                <a:lnTo>
                  <a:pt x="778" y="287"/>
                </a:lnTo>
                <a:lnTo>
                  <a:pt x="779" y="278"/>
                </a:lnTo>
                <a:lnTo>
                  <a:pt x="779" y="270"/>
                </a:lnTo>
                <a:moveTo>
                  <a:pt x="794" y="270"/>
                </a:moveTo>
                <a:lnTo>
                  <a:pt x="794" y="279"/>
                </a:lnTo>
                <a:lnTo>
                  <a:pt x="793" y="287"/>
                </a:lnTo>
                <a:lnTo>
                  <a:pt x="792" y="296"/>
                </a:lnTo>
                <a:lnTo>
                  <a:pt x="791" y="304"/>
                </a:lnTo>
                <a:lnTo>
                  <a:pt x="789" y="312"/>
                </a:lnTo>
                <a:lnTo>
                  <a:pt x="787" y="321"/>
                </a:lnTo>
                <a:lnTo>
                  <a:pt x="785" y="329"/>
                </a:lnTo>
                <a:lnTo>
                  <a:pt x="782" y="337"/>
                </a:lnTo>
                <a:lnTo>
                  <a:pt x="778" y="346"/>
                </a:lnTo>
                <a:lnTo>
                  <a:pt x="775" y="354"/>
                </a:lnTo>
                <a:lnTo>
                  <a:pt x="771" y="362"/>
                </a:lnTo>
                <a:lnTo>
                  <a:pt x="766" y="370"/>
                </a:lnTo>
                <a:lnTo>
                  <a:pt x="762" y="377"/>
                </a:lnTo>
                <a:lnTo>
                  <a:pt x="756" y="385"/>
                </a:lnTo>
                <a:lnTo>
                  <a:pt x="751" y="393"/>
                </a:lnTo>
                <a:lnTo>
                  <a:pt x="745" y="400"/>
                </a:lnTo>
                <a:lnTo>
                  <a:pt x="739" y="408"/>
                </a:lnTo>
                <a:lnTo>
                  <a:pt x="732" y="415"/>
                </a:lnTo>
                <a:lnTo>
                  <a:pt x="726" y="422"/>
                </a:lnTo>
                <a:lnTo>
                  <a:pt x="718" y="429"/>
                </a:lnTo>
                <a:lnTo>
                  <a:pt x="711" y="436"/>
                </a:lnTo>
                <a:lnTo>
                  <a:pt x="703" y="442"/>
                </a:lnTo>
                <a:lnTo>
                  <a:pt x="695" y="449"/>
                </a:lnTo>
                <a:lnTo>
                  <a:pt x="687" y="455"/>
                </a:lnTo>
                <a:lnTo>
                  <a:pt x="678" y="461"/>
                </a:lnTo>
                <a:lnTo>
                  <a:pt x="669" y="468"/>
                </a:lnTo>
                <a:lnTo>
                  <a:pt x="660" y="474"/>
                </a:lnTo>
                <a:lnTo>
                  <a:pt x="650" y="479"/>
                </a:lnTo>
                <a:lnTo>
                  <a:pt x="641" y="485"/>
                </a:lnTo>
                <a:lnTo>
                  <a:pt x="631" y="490"/>
                </a:lnTo>
                <a:lnTo>
                  <a:pt x="620" y="495"/>
                </a:lnTo>
                <a:lnTo>
                  <a:pt x="609" y="499"/>
                </a:lnTo>
                <a:lnTo>
                  <a:pt x="598" y="504"/>
                </a:lnTo>
                <a:lnTo>
                  <a:pt x="588" y="508"/>
                </a:lnTo>
                <a:lnTo>
                  <a:pt x="577" y="512"/>
                </a:lnTo>
                <a:lnTo>
                  <a:pt x="565" y="516"/>
                </a:lnTo>
                <a:lnTo>
                  <a:pt x="554" y="519"/>
                </a:lnTo>
                <a:lnTo>
                  <a:pt x="543" y="522"/>
                </a:lnTo>
                <a:lnTo>
                  <a:pt x="531" y="525"/>
                </a:lnTo>
                <a:lnTo>
                  <a:pt x="519" y="528"/>
                </a:lnTo>
                <a:lnTo>
                  <a:pt x="507" y="531"/>
                </a:lnTo>
                <a:lnTo>
                  <a:pt x="495" y="533"/>
                </a:lnTo>
                <a:lnTo>
                  <a:pt x="483" y="535"/>
                </a:lnTo>
                <a:lnTo>
                  <a:pt x="471" y="536"/>
                </a:lnTo>
                <a:lnTo>
                  <a:pt x="459" y="538"/>
                </a:lnTo>
                <a:lnTo>
                  <a:pt x="446" y="539"/>
                </a:lnTo>
                <a:lnTo>
                  <a:pt x="434" y="540"/>
                </a:lnTo>
                <a:lnTo>
                  <a:pt x="421" y="541"/>
                </a:lnTo>
                <a:lnTo>
                  <a:pt x="409" y="541"/>
                </a:lnTo>
                <a:lnTo>
                  <a:pt x="396" y="541"/>
                </a:lnTo>
                <a:lnTo>
                  <a:pt x="384" y="541"/>
                </a:lnTo>
                <a:lnTo>
                  <a:pt x="372" y="541"/>
                </a:lnTo>
                <a:lnTo>
                  <a:pt x="359" y="540"/>
                </a:lnTo>
                <a:lnTo>
                  <a:pt x="347" y="539"/>
                </a:lnTo>
                <a:lnTo>
                  <a:pt x="334" y="538"/>
                </a:lnTo>
                <a:lnTo>
                  <a:pt x="322" y="536"/>
                </a:lnTo>
                <a:lnTo>
                  <a:pt x="310" y="535"/>
                </a:lnTo>
                <a:lnTo>
                  <a:pt x="298" y="533"/>
                </a:lnTo>
                <a:lnTo>
                  <a:pt x="286" y="531"/>
                </a:lnTo>
                <a:lnTo>
                  <a:pt x="274" y="528"/>
                </a:lnTo>
                <a:lnTo>
                  <a:pt x="262" y="525"/>
                </a:lnTo>
                <a:lnTo>
                  <a:pt x="250" y="522"/>
                </a:lnTo>
                <a:lnTo>
                  <a:pt x="239" y="519"/>
                </a:lnTo>
                <a:lnTo>
                  <a:pt x="228" y="516"/>
                </a:lnTo>
                <a:lnTo>
                  <a:pt x="216" y="512"/>
                </a:lnTo>
                <a:lnTo>
                  <a:pt x="205" y="508"/>
                </a:lnTo>
                <a:lnTo>
                  <a:pt x="195" y="504"/>
                </a:lnTo>
                <a:lnTo>
                  <a:pt x="184" y="499"/>
                </a:lnTo>
                <a:lnTo>
                  <a:pt x="173" y="495"/>
                </a:lnTo>
                <a:lnTo>
                  <a:pt x="163" y="490"/>
                </a:lnTo>
                <a:lnTo>
                  <a:pt x="153" y="485"/>
                </a:lnTo>
                <a:lnTo>
                  <a:pt x="144" y="479"/>
                </a:lnTo>
                <a:lnTo>
                  <a:pt x="134" y="474"/>
                </a:lnTo>
                <a:lnTo>
                  <a:pt x="125" y="468"/>
                </a:lnTo>
                <a:lnTo>
                  <a:pt x="116" y="461"/>
                </a:lnTo>
                <a:lnTo>
                  <a:pt x="107" y="455"/>
                </a:lnTo>
                <a:lnTo>
                  <a:pt x="99" y="449"/>
                </a:lnTo>
                <a:lnTo>
                  <a:pt x="91" y="442"/>
                </a:lnTo>
                <a:lnTo>
                  <a:pt x="83" y="436"/>
                </a:lnTo>
                <a:lnTo>
                  <a:pt x="76" y="429"/>
                </a:lnTo>
                <a:lnTo>
                  <a:pt x="68" y="422"/>
                </a:lnTo>
                <a:lnTo>
                  <a:pt x="61" y="415"/>
                </a:lnTo>
                <a:lnTo>
                  <a:pt x="55" y="408"/>
                </a:lnTo>
                <a:lnTo>
                  <a:pt x="49" y="400"/>
                </a:lnTo>
                <a:lnTo>
                  <a:pt x="43" y="393"/>
                </a:lnTo>
                <a:lnTo>
                  <a:pt x="37" y="385"/>
                </a:lnTo>
                <a:lnTo>
                  <a:pt x="32" y="377"/>
                </a:lnTo>
                <a:lnTo>
                  <a:pt x="28" y="370"/>
                </a:lnTo>
                <a:lnTo>
                  <a:pt x="23" y="362"/>
                </a:lnTo>
                <a:lnTo>
                  <a:pt x="19" y="354"/>
                </a:lnTo>
                <a:lnTo>
                  <a:pt x="15" y="346"/>
                </a:lnTo>
                <a:lnTo>
                  <a:pt x="12" y="337"/>
                </a:lnTo>
                <a:lnTo>
                  <a:pt x="9" y="329"/>
                </a:lnTo>
                <a:lnTo>
                  <a:pt x="7" y="321"/>
                </a:lnTo>
                <a:lnTo>
                  <a:pt x="5" y="312"/>
                </a:lnTo>
                <a:lnTo>
                  <a:pt x="3" y="304"/>
                </a:lnTo>
                <a:lnTo>
                  <a:pt x="1" y="296"/>
                </a:lnTo>
                <a:lnTo>
                  <a:pt x="1" y="287"/>
                </a:lnTo>
                <a:lnTo>
                  <a:pt x="0" y="279"/>
                </a:lnTo>
                <a:lnTo>
                  <a:pt x="0" y="270"/>
                </a:lnTo>
                <a:lnTo>
                  <a:pt x="0" y="262"/>
                </a:lnTo>
                <a:lnTo>
                  <a:pt x="1" y="253"/>
                </a:lnTo>
                <a:lnTo>
                  <a:pt x="1" y="245"/>
                </a:lnTo>
                <a:lnTo>
                  <a:pt x="3" y="236"/>
                </a:lnTo>
                <a:lnTo>
                  <a:pt x="5" y="228"/>
                </a:lnTo>
                <a:lnTo>
                  <a:pt x="7" y="220"/>
                </a:lnTo>
                <a:lnTo>
                  <a:pt x="9" y="211"/>
                </a:lnTo>
                <a:lnTo>
                  <a:pt x="12" y="203"/>
                </a:lnTo>
                <a:lnTo>
                  <a:pt x="15" y="195"/>
                </a:lnTo>
                <a:lnTo>
                  <a:pt x="19" y="187"/>
                </a:lnTo>
                <a:lnTo>
                  <a:pt x="23" y="179"/>
                </a:lnTo>
                <a:lnTo>
                  <a:pt x="28" y="171"/>
                </a:lnTo>
                <a:lnTo>
                  <a:pt x="32" y="163"/>
                </a:lnTo>
                <a:lnTo>
                  <a:pt x="37" y="155"/>
                </a:lnTo>
                <a:lnTo>
                  <a:pt x="43" y="148"/>
                </a:lnTo>
                <a:lnTo>
                  <a:pt x="49" y="140"/>
                </a:lnTo>
                <a:lnTo>
                  <a:pt x="55" y="133"/>
                </a:lnTo>
                <a:lnTo>
                  <a:pt x="61" y="126"/>
                </a:lnTo>
                <a:lnTo>
                  <a:pt x="68" y="118"/>
                </a:lnTo>
                <a:lnTo>
                  <a:pt x="76" y="112"/>
                </a:lnTo>
                <a:lnTo>
                  <a:pt x="83" y="105"/>
                </a:lnTo>
                <a:lnTo>
                  <a:pt x="91" y="98"/>
                </a:lnTo>
                <a:lnTo>
                  <a:pt x="99" y="92"/>
                </a:lnTo>
                <a:lnTo>
                  <a:pt x="107" y="85"/>
                </a:lnTo>
                <a:lnTo>
                  <a:pt x="116" y="79"/>
                </a:lnTo>
                <a:lnTo>
                  <a:pt x="125" y="73"/>
                </a:lnTo>
                <a:lnTo>
                  <a:pt x="134" y="68"/>
                </a:lnTo>
                <a:lnTo>
                  <a:pt x="144" y="62"/>
                </a:lnTo>
                <a:lnTo>
                  <a:pt x="153" y="57"/>
                </a:lnTo>
                <a:lnTo>
                  <a:pt x="163" y="52"/>
                </a:lnTo>
                <a:lnTo>
                  <a:pt x="173" y="47"/>
                </a:lnTo>
                <a:lnTo>
                  <a:pt x="184" y="42"/>
                </a:lnTo>
                <a:lnTo>
                  <a:pt x="195" y="38"/>
                </a:lnTo>
                <a:lnTo>
                  <a:pt x="205" y="34"/>
                </a:lnTo>
                <a:lnTo>
                  <a:pt x="216" y="30"/>
                </a:lnTo>
                <a:lnTo>
                  <a:pt x="228" y="26"/>
                </a:lnTo>
                <a:lnTo>
                  <a:pt x="239" y="22"/>
                </a:lnTo>
                <a:lnTo>
                  <a:pt x="250" y="19"/>
                </a:lnTo>
                <a:lnTo>
                  <a:pt x="262" y="16"/>
                </a:lnTo>
                <a:lnTo>
                  <a:pt x="274" y="13"/>
                </a:lnTo>
                <a:lnTo>
                  <a:pt x="286" y="11"/>
                </a:lnTo>
                <a:lnTo>
                  <a:pt x="298" y="9"/>
                </a:lnTo>
                <a:lnTo>
                  <a:pt x="310" y="7"/>
                </a:lnTo>
                <a:lnTo>
                  <a:pt x="322" y="5"/>
                </a:lnTo>
                <a:lnTo>
                  <a:pt x="334" y="4"/>
                </a:lnTo>
                <a:lnTo>
                  <a:pt x="347" y="2"/>
                </a:lnTo>
                <a:lnTo>
                  <a:pt x="359" y="1"/>
                </a:lnTo>
                <a:lnTo>
                  <a:pt x="372" y="1"/>
                </a:lnTo>
                <a:lnTo>
                  <a:pt x="384" y="0"/>
                </a:lnTo>
                <a:lnTo>
                  <a:pt x="396" y="0"/>
                </a:lnTo>
                <a:lnTo>
                  <a:pt x="409" y="0"/>
                </a:lnTo>
                <a:lnTo>
                  <a:pt x="421" y="1"/>
                </a:lnTo>
                <a:lnTo>
                  <a:pt x="434" y="1"/>
                </a:lnTo>
                <a:lnTo>
                  <a:pt x="446" y="2"/>
                </a:lnTo>
                <a:lnTo>
                  <a:pt x="459" y="4"/>
                </a:lnTo>
                <a:lnTo>
                  <a:pt x="471" y="5"/>
                </a:lnTo>
                <a:lnTo>
                  <a:pt x="483" y="7"/>
                </a:lnTo>
                <a:lnTo>
                  <a:pt x="495" y="9"/>
                </a:lnTo>
                <a:lnTo>
                  <a:pt x="507" y="11"/>
                </a:lnTo>
                <a:lnTo>
                  <a:pt x="519" y="13"/>
                </a:lnTo>
                <a:lnTo>
                  <a:pt x="531" y="16"/>
                </a:lnTo>
                <a:lnTo>
                  <a:pt x="543" y="19"/>
                </a:lnTo>
                <a:lnTo>
                  <a:pt x="554" y="22"/>
                </a:lnTo>
                <a:lnTo>
                  <a:pt x="565" y="26"/>
                </a:lnTo>
                <a:lnTo>
                  <a:pt x="577" y="30"/>
                </a:lnTo>
                <a:lnTo>
                  <a:pt x="588" y="34"/>
                </a:lnTo>
                <a:lnTo>
                  <a:pt x="598" y="38"/>
                </a:lnTo>
                <a:lnTo>
                  <a:pt x="609" y="42"/>
                </a:lnTo>
                <a:lnTo>
                  <a:pt x="620" y="47"/>
                </a:lnTo>
                <a:lnTo>
                  <a:pt x="631" y="52"/>
                </a:lnTo>
                <a:lnTo>
                  <a:pt x="641" y="57"/>
                </a:lnTo>
                <a:lnTo>
                  <a:pt x="650" y="62"/>
                </a:lnTo>
                <a:lnTo>
                  <a:pt x="660" y="68"/>
                </a:lnTo>
                <a:lnTo>
                  <a:pt x="669" y="73"/>
                </a:lnTo>
                <a:lnTo>
                  <a:pt x="678" y="79"/>
                </a:lnTo>
                <a:lnTo>
                  <a:pt x="687" y="85"/>
                </a:lnTo>
                <a:lnTo>
                  <a:pt x="695" y="92"/>
                </a:lnTo>
                <a:lnTo>
                  <a:pt x="703" y="98"/>
                </a:lnTo>
                <a:lnTo>
                  <a:pt x="711" y="105"/>
                </a:lnTo>
                <a:lnTo>
                  <a:pt x="718" y="112"/>
                </a:lnTo>
                <a:lnTo>
                  <a:pt x="726" y="118"/>
                </a:lnTo>
                <a:lnTo>
                  <a:pt x="732" y="126"/>
                </a:lnTo>
                <a:lnTo>
                  <a:pt x="739" y="133"/>
                </a:lnTo>
                <a:lnTo>
                  <a:pt x="745" y="140"/>
                </a:lnTo>
                <a:lnTo>
                  <a:pt x="751" y="148"/>
                </a:lnTo>
                <a:lnTo>
                  <a:pt x="756" y="155"/>
                </a:lnTo>
                <a:lnTo>
                  <a:pt x="762" y="163"/>
                </a:lnTo>
                <a:lnTo>
                  <a:pt x="766" y="171"/>
                </a:lnTo>
                <a:lnTo>
                  <a:pt x="771" y="179"/>
                </a:lnTo>
                <a:lnTo>
                  <a:pt x="775" y="187"/>
                </a:lnTo>
                <a:lnTo>
                  <a:pt x="778" y="195"/>
                </a:lnTo>
                <a:lnTo>
                  <a:pt x="782" y="203"/>
                </a:lnTo>
                <a:lnTo>
                  <a:pt x="785" y="211"/>
                </a:lnTo>
                <a:lnTo>
                  <a:pt x="787" y="220"/>
                </a:lnTo>
                <a:lnTo>
                  <a:pt x="789" y="228"/>
                </a:lnTo>
                <a:lnTo>
                  <a:pt x="791" y="236"/>
                </a:lnTo>
                <a:lnTo>
                  <a:pt x="792" y="245"/>
                </a:lnTo>
                <a:lnTo>
                  <a:pt x="793" y="253"/>
                </a:lnTo>
                <a:lnTo>
                  <a:pt x="794" y="262"/>
                </a:lnTo>
                <a:lnTo>
                  <a:pt x="794" y="270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5" name=""/>
          <p:cNvSpPr/>
          <p:nvPr/>
        </p:nvSpPr>
        <p:spPr>
          <a:xfrm>
            <a:off x="7915320" y="2839320"/>
            <a:ext cx="288720" cy="196560"/>
          </a:xfrm>
          <a:custGeom>
            <a:avLst/>
            <a:gdLst/>
            <a:ahLst/>
            <a:rect l="0" t="0" r="r" b="b"/>
            <a:pathLst>
              <a:path w="802" h="546">
                <a:moveTo>
                  <a:pt x="798" y="273"/>
                </a:moveTo>
                <a:lnTo>
                  <a:pt x="798" y="265"/>
                </a:lnTo>
                <a:lnTo>
                  <a:pt x="797" y="256"/>
                </a:lnTo>
                <a:lnTo>
                  <a:pt x="796" y="248"/>
                </a:lnTo>
                <a:lnTo>
                  <a:pt x="795" y="239"/>
                </a:lnTo>
                <a:lnTo>
                  <a:pt x="793" y="231"/>
                </a:lnTo>
                <a:lnTo>
                  <a:pt x="791" y="223"/>
                </a:lnTo>
                <a:lnTo>
                  <a:pt x="789" y="214"/>
                </a:lnTo>
                <a:lnTo>
                  <a:pt x="786" y="206"/>
                </a:lnTo>
                <a:lnTo>
                  <a:pt x="782" y="198"/>
                </a:lnTo>
                <a:lnTo>
                  <a:pt x="779" y="190"/>
                </a:lnTo>
                <a:lnTo>
                  <a:pt x="775" y="182"/>
                </a:lnTo>
                <a:lnTo>
                  <a:pt x="770" y="174"/>
                </a:lnTo>
                <a:lnTo>
                  <a:pt x="766" y="166"/>
                </a:lnTo>
                <a:lnTo>
                  <a:pt x="760" y="158"/>
                </a:lnTo>
                <a:lnTo>
                  <a:pt x="755" y="151"/>
                </a:lnTo>
                <a:lnTo>
                  <a:pt x="749" y="143"/>
                </a:lnTo>
                <a:lnTo>
                  <a:pt x="743" y="136"/>
                </a:lnTo>
                <a:lnTo>
                  <a:pt x="736" y="129"/>
                </a:lnTo>
                <a:lnTo>
                  <a:pt x="730" y="121"/>
                </a:lnTo>
                <a:lnTo>
                  <a:pt x="722" y="115"/>
                </a:lnTo>
                <a:lnTo>
                  <a:pt x="715" y="108"/>
                </a:lnTo>
                <a:lnTo>
                  <a:pt x="707" y="101"/>
                </a:lnTo>
                <a:lnTo>
                  <a:pt x="699" y="95"/>
                </a:lnTo>
                <a:lnTo>
                  <a:pt x="691" y="88"/>
                </a:lnTo>
                <a:lnTo>
                  <a:pt x="682" y="82"/>
                </a:lnTo>
                <a:lnTo>
                  <a:pt x="673" y="76"/>
                </a:lnTo>
                <a:lnTo>
                  <a:pt x="664" y="71"/>
                </a:lnTo>
                <a:lnTo>
                  <a:pt x="654" y="65"/>
                </a:lnTo>
                <a:lnTo>
                  <a:pt x="645" y="60"/>
                </a:lnTo>
                <a:lnTo>
                  <a:pt x="635" y="55"/>
                </a:lnTo>
                <a:lnTo>
                  <a:pt x="624" y="50"/>
                </a:lnTo>
                <a:lnTo>
                  <a:pt x="614" y="45"/>
                </a:lnTo>
                <a:lnTo>
                  <a:pt x="603" y="41"/>
                </a:lnTo>
                <a:lnTo>
                  <a:pt x="593" y="37"/>
                </a:lnTo>
                <a:lnTo>
                  <a:pt x="582" y="33"/>
                </a:lnTo>
                <a:lnTo>
                  <a:pt x="570" y="29"/>
                </a:lnTo>
                <a:lnTo>
                  <a:pt x="559" y="25"/>
                </a:lnTo>
                <a:lnTo>
                  <a:pt x="548" y="22"/>
                </a:lnTo>
                <a:lnTo>
                  <a:pt x="536" y="19"/>
                </a:lnTo>
                <a:lnTo>
                  <a:pt x="524" y="15"/>
                </a:lnTo>
                <a:lnTo>
                  <a:pt x="512" y="13"/>
                </a:lnTo>
                <a:lnTo>
                  <a:pt x="500" y="11"/>
                </a:lnTo>
                <a:lnTo>
                  <a:pt x="488" y="9"/>
                </a:lnTo>
                <a:lnTo>
                  <a:pt x="476" y="7"/>
                </a:lnTo>
                <a:lnTo>
                  <a:pt x="464" y="6"/>
                </a:lnTo>
                <a:lnTo>
                  <a:pt x="451" y="4"/>
                </a:lnTo>
                <a:lnTo>
                  <a:pt x="439" y="3"/>
                </a:lnTo>
                <a:lnTo>
                  <a:pt x="426" y="3"/>
                </a:lnTo>
                <a:lnTo>
                  <a:pt x="414" y="2"/>
                </a:lnTo>
                <a:lnTo>
                  <a:pt x="401" y="2"/>
                </a:lnTo>
                <a:lnTo>
                  <a:pt x="389" y="2"/>
                </a:lnTo>
                <a:lnTo>
                  <a:pt x="377" y="3"/>
                </a:lnTo>
                <a:lnTo>
                  <a:pt x="364" y="3"/>
                </a:lnTo>
                <a:lnTo>
                  <a:pt x="352" y="4"/>
                </a:lnTo>
                <a:lnTo>
                  <a:pt x="339" y="6"/>
                </a:lnTo>
                <a:lnTo>
                  <a:pt x="327" y="7"/>
                </a:lnTo>
                <a:lnTo>
                  <a:pt x="315" y="9"/>
                </a:lnTo>
                <a:lnTo>
                  <a:pt x="303" y="11"/>
                </a:lnTo>
                <a:lnTo>
                  <a:pt x="291" y="13"/>
                </a:lnTo>
                <a:lnTo>
                  <a:pt x="279" y="15"/>
                </a:lnTo>
                <a:lnTo>
                  <a:pt x="267" y="19"/>
                </a:lnTo>
                <a:lnTo>
                  <a:pt x="255" y="22"/>
                </a:lnTo>
                <a:lnTo>
                  <a:pt x="244" y="25"/>
                </a:lnTo>
                <a:lnTo>
                  <a:pt x="233" y="29"/>
                </a:lnTo>
                <a:lnTo>
                  <a:pt x="221" y="33"/>
                </a:lnTo>
                <a:lnTo>
                  <a:pt x="210" y="37"/>
                </a:lnTo>
                <a:lnTo>
                  <a:pt x="200" y="41"/>
                </a:lnTo>
                <a:lnTo>
                  <a:pt x="189" y="45"/>
                </a:lnTo>
                <a:lnTo>
                  <a:pt x="178" y="50"/>
                </a:lnTo>
                <a:lnTo>
                  <a:pt x="168" y="55"/>
                </a:lnTo>
                <a:lnTo>
                  <a:pt x="158" y="60"/>
                </a:lnTo>
                <a:lnTo>
                  <a:pt x="149" y="65"/>
                </a:lnTo>
                <a:lnTo>
                  <a:pt x="139" y="71"/>
                </a:lnTo>
                <a:lnTo>
                  <a:pt x="130" y="76"/>
                </a:lnTo>
                <a:lnTo>
                  <a:pt x="121" y="82"/>
                </a:lnTo>
                <a:lnTo>
                  <a:pt x="112" y="88"/>
                </a:lnTo>
                <a:lnTo>
                  <a:pt x="104" y="95"/>
                </a:lnTo>
                <a:lnTo>
                  <a:pt x="96" y="101"/>
                </a:lnTo>
                <a:lnTo>
                  <a:pt x="88" y="108"/>
                </a:lnTo>
                <a:lnTo>
                  <a:pt x="81" y="115"/>
                </a:lnTo>
                <a:lnTo>
                  <a:pt x="73" y="121"/>
                </a:lnTo>
                <a:lnTo>
                  <a:pt x="66" y="129"/>
                </a:lnTo>
                <a:lnTo>
                  <a:pt x="60" y="136"/>
                </a:lnTo>
                <a:lnTo>
                  <a:pt x="54" y="143"/>
                </a:lnTo>
                <a:lnTo>
                  <a:pt x="48" y="151"/>
                </a:lnTo>
                <a:lnTo>
                  <a:pt x="42" y="158"/>
                </a:lnTo>
                <a:lnTo>
                  <a:pt x="36" y="166"/>
                </a:lnTo>
                <a:lnTo>
                  <a:pt x="32" y="174"/>
                </a:lnTo>
                <a:lnTo>
                  <a:pt x="27" y="182"/>
                </a:lnTo>
                <a:lnTo>
                  <a:pt x="23" y="190"/>
                </a:lnTo>
                <a:lnTo>
                  <a:pt x="19" y="198"/>
                </a:lnTo>
                <a:lnTo>
                  <a:pt x="16" y="206"/>
                </a:lnTo>
                <a:lnTo>
                  <a:pt x="13" y="214"/>
                </a:lnTo>
                <a:lnTo>
                  <a:pt x="11" y="223"/>
                </a:lnTo>
                <a:lnTo>
                  <a:pt x="9" y="231"/>
                </a:lnTo>
                <a:lnTo>
                  <a:pt x="7" y="239"/>
                </a:lnTo>
                <a:lnTo>
                  <a:pt x="5" y="248"/>
                </a:lnTo>
                <a:lnTo>
                  <a:pt x="5" y="256"/>
                </a:lnTo>
                <a:lnTo>
                  <a:pt x="4" y="265"/>
                </a:lnTo>
                <a:lnTo>
                  <a:pt x="4" y="273"/>
                </a:lnTo>
                <a:lnTo>
                  <a:pt x="4" y="282"/>
                </a:lnTo>
                <a:lnTo>
                  <a:pt x="5" y="290"/>
                </a:lnTo>
                <a:lnTo>
                  <a:pt x="5" y="299"/>
                </a:lnTo>
                <a:lnTo>
                  <a:pt x="7" y="307"/>
                </a:lnTo>
                <a:lnTo>
                  <a:pt x="9" y="315"/>
                </a:lnTo>
                <a:lnTo>
                  <a:pt x="11" y="324"/>
                </a:lnTo>
                <a:lnTo>
                  <a:pt x="13" y="332"/>
                </a:lnTo>
                <a:lnTo>
                  <a:pt x="16" y="340"/>
                </a:lnTo>
                <a:lnTo>
                  <a:pt x="19" y="349"/>
                </a:lnTo>
                <a:lnTo>
                  <a:pt x="23" y="357"/>
                </a:lnTo>
                <a:lnTo>
                  <a:pt x="27" y="365"/>
                </a:lnTo>
                <a:lnTo>
                  <a:pt x="32" y="373"/>
                </a:lnTo>
                <a:lnTo>
                  <a:pt x="36" y="380"/>
                </a:lnTo>
                <a:lnTo>
                  <a:pt x="42" y="388"/>
                </a:lnTo>
                <a:lnTo>
                  <a:pt x="48" y="396"/>
                </a:lnTo>
                <a:lnTo>
                  <a:pt x="54" y="403"/>
                </a:lnTo>
                <a:lnTo>
                  <a:pt x="60" y="411"/>
                </a:lnTo>
                <a:lnTo>
                  <a:pt x="66" y="418"/>
                </a:lnTo>
                <a:lnTo>
                  <a:pt x="73" y="425"/>
                </a:lnTo>
                <a:lnTo>
                  <a:pt x="81" y="432"/>
                </a:lnTo>
                <a:lnTo>
                  <a:pt x="88" y="439"/>
                </a:lnTo>
                <a:lnTo>
                  <a:pt x="96" y="445"/>
                </a:lnTo>
                <a:lnTo>
                  <a:pt x="104" y="452"/>
                </a:lnTo>
                <a:lnTo>
                  <a:pt x="112" y="458"/>
                </a:lnTo>
                <a:lnTo>
                  <a:pt x="121" y="464"/>
                </a:lnTo>
                <a:lnTo>
                  <a:pt x="130" y="470"/>
                </a:lnTo>
                <a:lnTo>
                  <a:pt x="139" y="476"/>
                </a:lnTo>
                <a:lnTo>
                  <a:pt x="149" y="481"/>
                </a:lnTo>
                <a:lnTo>
                  <a:pt x="158" y="487"/>
                </a:lnTo>
                <a:lnTo>
                  <a:pt x="168" y="492"/>
                </a:lnTo>
                <a:lnTo>
                  <a:pt x="178" y="497"/>
                </a:lnTo>
                <a:lnTo>
                  <a:pt x="189" y="501"/>
                </a:lnTo>
                <a:lnTo>
                  <a:pt x="200" y="506"/>
                </a:lnTo>
                <a:lnTo>
                  <a:pt x="210" y="510"/>
                </a:lnTo>
                <a:lnTo>
                  <a:pt x="221" y="514"/>
                </a:lnTo>
                <a:lnTo>
                  <a:pt x="233" y="518"/>
                </a:lnTo>
                <a:lnTo>
                  <a:pt x="244" y="521"/>
                </a:lnTo>
                <a:lnTo>
                  <a:pt x="255" y="524"/>
                </a:lnTo>
                <a:lnTo>
                  <a:pt x="267" y="527"/>
                </a:lnTo>
                <a:lnTo>
                  <a:pt x="279" y="530"/>
                </a:lnTo>
                <a:lnTo>
                  <a:pt x="291" y="533"/>
                </a:lnTo>
                <a:lnTo>
                  <a:pt x="303" y="535"/>
                </a:lnTo>
                <a:lnTo>
                  <a:pt x="315" y="537"/>
                </a:lnTo>
                <a:lnTo>
                  <a:pt x="327" y="538"/>
                </a:lnTo>
                <a:lnTo>
                  <a:pt x="339" y="540"/>
                </a:lnTo>
                <a:lnTo>
                  <a:pt x="352" y="541"/>
                </a:lnTo>
                <a:lnTo>
                  <a:pt x="364" y="542"/>
                </a:lnTo>
                <a:lnTo>
                  <a:pt x="377" y="543"/>
                </a:lnTo>
                <a:lnTo>
                  <a:pt x="389" y="543"/>
                </a:lnTo>
                <a:lnTo>
                  <a:pt x="401" y="543"/>
                </a:lnTo>
                <a:lnTo>
                  <a:pt x="414" y="543"/>
                </a:lnTo>
                <a:lnTo>
                  <a:pt x="426" y="543"/>
                </a:lnTo>
                <a:lnTo>
                  <a:pt x="439" y="542"/>
                </a:lnTo>
                <a:lnTo>
                  <a:pt x="451" y="541"/>
                </a:lnTo>
                <a:lnTo>
                  <a:pt x="464" y="540"/>
                </a:lnTo>
                <a:lnTo>
                  <a:pt x="476" y="538"/>
                </a:lnTo>
                <a:lnTo>
                  <a:pt x="488" y="537"/>
                </a:lnTo>
                <a:lnTo>
                  <a:pt x="500" y="535"/>
                </a:lnTo>
                <a:lnTo>
                  <a:pt x="512" y="533"/>
                </a:lnTo>
                <a:lnTo>
                  <a:pt x="524" y="530"/>
                </a:lnTo>
                <a:lnTo>
                  <a:pt x="536" y="527"/>
                </a:lnTo>
                <a:lnTo>
                  <a:pt x="548" y="524"/>
                </a:lnTo>
                <a:lnTo>
                  <a:pt x="559" y="521"/>
                </a:lnTo>
                <a:lnTo>
                  <a:pt x="570" y="518"/>
                </a:lnTo>
                <a:lnTo>
                  <a:pt x="582" y="514"/>
                </a:lnTo>
                <a:lnTo>
                  <a:pt x="593" y="510"/>
                </a:lnTo>
                <a:lnTo>
                  <a:pt x="603" y="506"/>
                </a:lnTo>
                <a:lnTo>
                  <a:pt x="614" y="501"/>
                </a:lnTo>
                <a:lnTo>
                  <a:pt x="624" y="497"/>
                </a:lnTo>
                <a:lnTo>
                  <a:pt x="635" y="492"/>
                </a:lnTo>
                <a:lnTo>
                  <a:pt x="645" y="487"/>
                </a:lnTo>
                <a:lnTo>
                  <a:pt x="654" y="481"/>
                </a:lnTo>
                <a:lnTo>
                  <a:pt x="664" y="476"/>
                </a:lnTo>
                <a:lnTo>
                  <a:pt x="673" y="470"/>
                </a:lnTo>
                <a:lnTo>
                  <a:pt x="682" y="464"/>
                </a:lnTo>
                <a:lnTo>
                  <a:pt x="691" y="458"/>
                </a:lnTo>
                <a:lnTo>
                  <a:pt x="699" y="452"/>
                </a:lnTo>
                <a:lnTo>
                  <a:pt x="707" y="445"/>
                </a:lnTo>
                <a:lnTo>
                  <a:pt x="715" y="439"/>
                </a:lnTo>
                <a:lnTo>
                  <a:pt x="722" y="432"/>
                </a:lnTo>
                <a:lnTo>
                  <a:pt x="730" y="425"/>
                </a:lnTo>
                <a:lnTo>
                  <a:pt x="736" y="418"/>
                </a:lnTo>
                <a:lnTo>
                  <a:pt x="743" y="411"/>
                </a:lnTo>
                <a:lnTo>
                  <a:pt x="749" y="403"/>
                </a:lnTo>
                <a:lnTo>
                  <a:pt x="755" y="396"/>
                </a:lnTo>
                <a:lnTo>
                  <a:pt x="760" y="388"/>
                </a:lnTo>
                <a:lnTo>
                  <a:pt x="766" y="380"/>
                </a:lnTo>
                <a:lnTo>
                  <a:pt x="770" y="373"/>
                </a:lnTo>
                <a:lnTo>
                  <a:pt x="775" y="365"/>
                </a:lnTo>
                <a:lnTo>
                  <a:pt x="779" y="357"/>
                </a:lnTo>
                <a:lnTo>
                  <a:pt x="782" y="349"/>
                </a:lnTo>
                <a:lnTo>
                  <a:pt x="786" y="340"/>
                </a:lnTo>
                <a:lnTo>
                  <a:pt x="789" y="332"/>
                </a:lnTo>
                <a:lnTo>
                  <a:pt x="791" y="324"/>
                </a:lnTo>
                <a:lnTo>
                  <a:pt x="793" y="315"/>
                </a:lnTo>
                <a:lnTo>
                  <a:pt x="795" y="307"/>
                </a:lnTo>
                <a:lnTo>
                  <a:pt x="796" y="299"/>
                </a:lnTo>
                <a:lnTo>
                  <a:pt x="797" y="290"/>
                </a:lnTo>
                <a:lnTo>
                  <a:pt x="798" y="282"/>
                </a:lnTo>
                <a:lnTo>
                  <a:pt x="798" y="273"/>
                </a:lnTo>
                <a:moveTo>
                  <a:pt x="802" y="273"/>
                </a:moveTo>
                <a:lnTo>
                  <a:pt x="802" y="282"/>
                </a:lnTo>
                <a:lnTo>
                  <a:pt x="801" y="290"/>
                </a:lnTo>
                <a:lnTo>
                  <a:pt x="800" y="299"/>
                </a:lnTo>
                <a:lnTo>
                  <a:pt x="799" y="307"/>
                </a:lnTo>
                <a:lnTo>
                  <a:pt x="797" y="316"/>
                </a:lnTo>
                <a:lnTo>
                  <a:pt x="795" y="324"/>
                </a:lnTo>
                <a:lnTo>
                  <a:pt x="792" y="333"/>
                </a:lnTo>
                <a:lnTo>
                  <a:pt x="789" y="341"/>
                </a:lnTo>
                <a:lnTo>
                  <a:pt x="786" y="349"/>
                </a:lnTo>
                <a:lnTo>
                  <a:pt x="782" y="357"/>
                </a:lnTo>
                <a:lnTo>
                  <a:pt x="778" y="366"/>
                </a:lnTo>
                <a:lnTo>
                  <a:pt x="774" y="374"/>
                </a:lnTo>
                <a:lnTo>
                  <a:pt x="769" y="382"/>
                </a:lnTo>
                <a:lnTo>
                  <a:pt x="764" y="389"/>
                </a:lnTo>
                <a:lnTo>
                  <a:pt x="758" y="397"/>
                </a:lnTo>
                <a:lnTo>
                  <a:pt x="752" y="405"/>
                </a:lnTo>
                <a:lnTo>
                  <a:pt x="746" y="412"/>
                </a:lnTo>
                <a:lnTo>
                  <a:pt x="740" y="419"/>
                </a:lnTo>
                <a:lnTo>
                  <a:pt x="733" y="426"/>
                </a:lnTo>
                <a:lnTo>
                  <a:pt x="726" y="433"/>
                </a:lnTo>
                <a:lnTo>
                  <a:pt x="718" y="440"/>
                </a:lnTo>
                <a:lnTo>
                  <a:pt x="710" y="447"/>
                </a:lnTo>
                <a:lnTo>
                  <a:pt x="702" y="454"/>
                </a:lnTo>
                <a:lnTo>
                  <a:pt x="693" y="460"/>
                </a:lnTo>
                <a:lnTo>
                  <a:pt x="685" y="466"/>
                </a:lnTo>
                <a:lnTo>
                  <a:pt x="676" y="472"/>
                </a:lnTo>
                <a:lnTo>
                  <a:pt x="666" y="478"/>
                </a:lnTo>
                <a:lnTo>
                  <a:pt x="657" y="483"/>
                </a:lnTo>
                <a:lnTo>
                  <a:pt x="647" y="489"/>
                </a:lnTo>
                <a:lnTo>
                  <a:pt x="637" y="494"/>
                </a:lnTo>
                <a:lnTo>
                  <a:pt x="627" y="499"/>
                </a:lnTo>
                <a:lnTo>
                  <a:pt x="616" y="503"/>
                </a:lnTo>
                <a:lnTo>
                  <a:pt x="605" y="508"/>
                </a:lnTo>
                <a:lnTo>
                  <a:pt x="594" y="512"/>
                </a:lnTo>
                <a:lnTo>
                  <a:pt x="583" y="516"/>
                </a:lnTo>
                <a:lnTo>
                  <a:pt x="572" y="520"/>
                </a:lnTo>
                <a:lnTo>
                  <a:pt x="561" y="523"/>
                </a:lnTo>
                <a:lnTo>
                  <a:pt x="549" y="527"/>
                </a:lnTo>
                <a:lnTo>
                  <a:pt x="537" y="530"/>
                </a:lnTo>
                <a:lnTo>
                  <a:pt x="525" y="532"/>
                </a:lnTo>
                <a:lnTo>
                  <a:pt x="513" y="535"/>
                </a:lnTo>
                <a:lnTo>
                  <a:pt x="501" y="537"/>
                </a:lnTo>
                <a:lnTo>
                  <a:pt x="489" y="539"/>
                </a:lnTo>
                <a:lnTo>
                  <a:pt x="477" y="541"/>
                </a:lnTo>
                <a:lnTo>
                  <a:pt x="464" y="542"/>
                </a:lnTo>
                <a:lnTo>
                  <a:pt x="452" y="544"/>
                </a:lnTo>
                <a:lnTo>
                  <a:pt x="439" y="545"/>
                </a:lnTo>
                <a:lnTo>
                  <a:pt x="427" y="545"/>
                </a:lnTo>
                <a:lnTo>
                  <a:pt x="414" y="546"/>
                </a:lnTo>
                <a:lnTo>
                  <a:pt x="401" y="546"/>
                </a:lnTo>
                <a:lnTo>
                  <a:pt x="389" y="546"/>
                </a:lnTo>
                <a:lnTo>
                  <a:pt x="376" y="545"/>
                </a:lnTo>
                <a:lnTo>
                  <a:pt x="364" y="545"/>
                </a:lnTo>
                <a:lnTo>
                  <a:pt x="351" y="544"/>
                </a:lnTo>
                <a:lnTo>
                  <a:pt x="339" y="542"/>
                </a:lnTo>
                <a:lnTo>
                  <a:pt x="326" y="541"/>
                </a:lnTo>
                <a:lnTo>
                  <a:pt x="314" y="539"/>
                </a:lnTo>
                <a:lnTo>
                  <a:pt x="302" y="537"/>
                </a:lnTo>
                <a:lnTo>
                  <a:pt x="290" y="535"/>
                </a:lnTo>
                <a:lnTo>
                  <a:pt x="278" y="532"/>
                </a:lnTo>
                <a:lnTo>
                  <a:pt x="266" y="530"/>
                </a:lnTo>
                <a:lnTo>
                  <a:pt x="254" y="527"/>
                </a:lnTo>
                <a:lnTo>
                  <a:pt x="242" y="523"/>
                </a:lnTo>
                <a:lnTo>
                  <a:pt x="231" y="520"/>
                </a:lnTo>
                <a:lnTo>
                  <a:pt x="220" y="516"/>
                </a:lnTo>
                <a:lnTo>
                  <a:pt x="209" y="512"/>
                </a:lnTo>
                <a:lnTo>
                  <a:pt x="198" y="508"/>
                </a:lnTo>
                <a:lnTo>
                  <a:pt x="187" y="503"/>
                </a:lnTo>
                <a:lnTo>
                  <a:pt x="176" y="499"/>
                </a:lnTo>
                <a:lnTo>
                  <a:pt x="166" y="494"/>
                </a:lnTo>
                <a:lnTo>
                  <a:pt x="156" y="489"/>
                </a:lnTo>
                <a:lnTo>
                  <a:pt x="146" y="483"/>
                </a:lnTo>
                <a:lnTo>
                  <a:pt x="137" y="478"/>
                </a:lnTo>
                <a:lnTo>
                  <a:pt x="127" y="472"/>
                </a:lnTo>
                <a:lnTo>
                  <a:pt x="118" y="466"/>
                </a:lnTo>
                <a:lnTo>
                  <a:pt x="110" y="460"/>
                </a:lnTo>
                <a:lnTo>
                  <a:pt x="101" y="454"/>
                </a:lnTo>
                <a:lnTo>
                  <a:pt x="93" y="447"/>
                </a:lnTo>
                <a:lnTo>
                  <a:pt x="85" y="440"/>
                </a:lnTo>
                <a:lnTo>
                  <a:pt x="77" y="433"/>
                </a:lnTo>
                <a:lnTo>
                  <a:pt x="70" y="426"/>
                </a:lnTo>
                <a:lnTo>
                  <a:pt x="63" y="419"/>
                </a:lnTo>
                <a:lnTo>
                  <a:pt x="57" y="412"/>
                </a:lnTo>
                <a:lnTo>
                  <a:pt x="50" y="405"/>
                </a:lnTo>
                <a:lnTo>
                  <a:pt x="45" y="397"/>
                </a:lnTo>
                <a:lnTo>
                  <a:pt x="38" y="389"/>
                </a:lnTo>
                <a:lnTo>
                  <a:pt x="33" y="382"/>
                </a:lnTo>
                <a:lnTo>
                  <a:pt x="28" y="374"/>
                </a:lnTo>
                <a:lnTo>
                  <a:pt x="24" y="366"/>
                </a:lnTo>
                <a:lnTo>
                  <a:pt x="20" y="357"/>
                </a:lnTo>
                <a:lnTo>
                  <a:pt x="16" y="349"/>
                </a:lnTo>
                <a:lnTo>
                  <a:pt x="13" y="341"/>
                </a:lnTo>
                <a:lnTo>
                  <a:pt x="10" y="333"/>
                </a:lnTo>
                <a:lnTo>
                  <a:pt x="7" y="324"/>
                </a:lnTo>
                <a:lnTo>
                  <a:pt x="5" y="316"/>
                </a:lnTo>
                <a:lnTo>
                  <a:pt x="3" y="307"/>
                </a:lnTo>
                <a:lnTo>
                  <a:pt x="2" y="299"/>
                </a:lnTo>
                <a:lnTo>
                  <a:pt x="1" y="290"/>
                </a:lnTo>
                <a:lnTo>
                  <a:pt x="0" y="282"/>
                </a:lnTo>
                <a:lnTo>
                  <a:pt x="0" y="273"/>
                </a:lnTo>
                <a:lnTo>
                  <a:pt x="0" y="265"/>
                </a:lnTo>
                <a:lnTo>
                  <a:pt x="1" y="256"/>
                </a:lnTo>
                <a:lnTo>
                  <a:pt x="2" y="248"/>
                </a:lnTo>
                <a:lnTo>
                  <a:pt x="3" y="239"/>
                </a:lnTo>
                <a:lnTo>
                  <a:pt x="5" y="231"/>
                </a:lnTo>
                <a:lnTo>
                  <a:pt x="7" y="222"/>
                </a:lnTo>
                <a:lnTo>
                  <a:pt x="10" y="214"/>
                </a:lnTo>
                <a:lnTo>
                  <a:pt x="13" y="205"/>
                </a:lnTo>
                <a:lnTo>
                  <a:pt x="16" y="197"/>
                </a:lnTo>
                <a:lnTo>
                  <a:pt x="20" y="189"/>
                </a:lnTo>
                <a:lnTo>
                  <a:pt x="24" y="181"/>
                </a:lnTo>
                <a:lnTo>
                  <a:pt x="28" y="173"/>
                </a:lnTo>
                <a:lnTo>
                  <a:pt x="33" y="165"/>
                </a:lnTo>
                <a:lnTo>
                  <a:pt x="38" y="157"/>
                </a:lnTo>
                <a:lnTo>
                  <a:pt x="45" y="150"/>
                </a:lnTo>
                <a:lnTo>
                  <a:pt x="50" y="142"/>
                </a:lnTo>
                <a:lnTo>
                  <a:pt x="57" y="135"/>
                </a:lnTo>
                <a:lnTo>
                  <a:pt x="63" y="127"/>
                </a:lnTo>
                <a:lnTo>
                  <a:pt x="70" y="120"/>
                </a:lnTo>
                <a:lnTo>
                  <a:pt x="77" y="113"/>
                </a:lnTo>
                <a:lnTo>
                  <a:pt x="85" y="106"/>
                </a:lnTo>
                <a:lnTo>
                  <a:pt x="93" y="100"/>
                </a:lnTo>
                <a:lnTo>
                  <a:pt x="101" y="93"/>
                </a:lnTo>
                <a:lnTo>
                  <a:pt x="110" y="87"/>
                </a:lnTo>
                <a:lnTo>
                  <a:pt x="118" y="81"/>
                </a:lnTo>
                <a:lnTo>
                  <a:pt x="127" y="75"/>
                </a:lnTo>
                <a:lnTo>
                  <a:pt x="137" y="69"/>
                </a:lnTo>
                <a:lnTo>
                  <a:pt x="146" y="63"/>
                </a:lnTo>
                <a:lnTo>
                  <a:pt x="156" y="58"/>
                </a:lnTo>
                <a:lnTo>
                  <a:pt x="166" y="53"/>
                </a:lnTo>
                <a:lnTo>
                  <a:pt x="176" y="48"/>
                </a:lnTo>
                <a:lnTo>
                  <a:pt x="187" y="43"/>
                </a:lnTo>
                <a:lnTo>
                  <a:pt x="198" y="39"/>
                </a:lnTo>
                <a:lnTo>
                  <a:pt x="209" y="34"/>
                </a:lnTo>
                <a:lnTo>
                  <a:pt x="220" y="30"/>
                </a:lnTo>
                <a:lnTo>
                  <a:pt x="231" y="27"/>
                </a:lnTo>
                <a:lnTo>
                  <a:pt x="242" y="23"/>
                </a:lnTo>
                <a:lnTo>
                  <a:pt x="254" y="20"/>
                </a:lnTo>
                <a:lnTo>
                  <a:pt x="266" y="17"/>
                </a:lnTo>
                <a:lnTo>
                  <a:pt x="278" y="13"/>
                </a:lnTo>
                <a:lnTo>
                  <a:pt x="290" y="11"/>
                </a:lnTo>
                <a:lnTo>
                  <a:pt x="302" y="8"/>
                </a:lnTo>
                <a:lnTo>
                  <a:pt x="314" y="6"/>
                </a:lnTo>
                <a:lnTo>
                  <a:pt x="326" y="5"/>
                </a:lnTo>
                <a:lnTo>
                  <a:pt x="339" y="3"/>
                </a:lnTo>
                <a:lnTo>
                  <a:pt x="351" y="2"/>
                </a:lnTo>
                <a:lnTo>
                  <a:pt x="364" y="1"/>
                </a:lnTo>
                <a:lnTo>
                  <a:pt x="376" y="0"/>
                </a:lnTo>
                <a:lnTo>
                  <a:pt x="389" y="0"/>
                </a:lnTo>
                <a:lnTo>
                  <a:pt x="401" y="0"/>
                </a:lnTo>
                <a:lnTo>
                  <a:pt x="414" y="0"/>
                </a:lnTo>
                <a:lnTo>
                  <a:pt x="427" y="0"/>
                </a:lnTo>
                <a:lnTo>
                  <a:pt x="439" y="1"/>
                </a:lnTo>
                <a:lnTo>
                  <a:pt x="452" y="2"/>
                </a:lnTo>
                <a:lnTo>
                  <a:pt x="464" y="3"/>
                </a:lnTo>
                <a:lnTo>
                  <a:pt x="477" y="5"/>
                </a:lnTo>
                <a:lnTo>
                  <a:pt x="489" y="6"/>
                </a:lnTo>
                <a:lnTo>
                  <a:pt x="501" y="8"/>
                </a:lnTo>
                <a:lnTo>
                  <a:pt x="513" y="11"/>
                </a:lnTo>
                <a:lnTo>
                  <a:pt x="525" y="13"/>
                </a:lnTo>
                <a:lnTo>
                  <a:pt x="537" y="17"/>
                </a:lnTo>
                <a:lnTo>
                  <a:pt x="549" y="20"/>
                </a:lnTo>
                <a:lnTo>
                  <a:pt x="561" y="23"/>
                </a:lnTo>
                <a:lnTo>
                  <a:pt x="572" y="27"/>
                </a:lnTo>
                <a:lnTo>
                  <a:pt x="583" y="30"/>
                </a:lnTo>
                <a:lnTo>
                  <a:pt x="594" y="34"/>
                </a:lnTo>
                <a:lnTo>
                  <a:pt x="605" y="39"/>
                </a:lnTo>
                <a:lnTo>
                  <a:pt x="616" y="43"/>
                </a:lnTo>
                <a:lnTo>
                  <a:pt x="627" y="48"/>
                </a:lnTo>
                <a:lnTo>
                  <a:pt x="637" y="53"/>
                </a:lnTo>
                <a:lnTo>
                  <a:pt x="647" y="58"/>
                </a:lnTo>
                <a:lnTo>
                  <a:pt x="657" y="63"/>
                </a:lnTo>
                <a:lnTo>
                  <a:pt x="666" y="69"/>
                </a:lnTo>
                <a:lnTo>
                  <a:pt x="676" y="75"/>
                </a:lnTo>
                <a:lnTo>
                  <a:pt x="685" y="81"/>
                </a:lnTo>
                <a:lnTo>
                  <a:pt x="693" y="87"/>
                </a:lnTo>
                <a:lnTo>
                  <a:pt x="702" y="93"/>
                </a:lnTo>
                <a:lnTo>
                  <a:pt x="710" y="100"/>
                </a:lnTo>
                <a:lnTo>
                  <a:pt x="718" y="106"/>
                </a:lnTo>
                <a:lnTo>
                  <a:pt x="726" y="113"/>
                </a:lnTo>
                <a:lnTo>
                  <a:pt x="733" y="120"/>
                </a:lnTo>
                <a:lnTo>
                  <a:pt x="740" y="127"/>
                </a:lnTo>
                <a:lnTo>
                  <a:pt x="746" y="135"/>
                </a:lnTo>
                <a:lnTo>
                  <a:pt x="752" y="142"/>
                </a:lnTo>
                <a:lnTo>
                  <a:pt x="758" y="150"/>
                </a:lnTo>
                <a:lnTo>
                  <a:pt x="764" y="157"/>
                </a:lnTo>
                <a:lnTo>
                  <a:pt x="769" y="165"/>
                </a:lnTo>
                <a:lnTo>
                  <a:pt x="774" y="173"/>
                </a:lnTo>
                <a:lnTo>
                  <a:pt x="778" y="181"/>
                </a:lnTo>
                <a:lnTo>
                  <a:pt x="782" y="189"/>
                </a:lnTo>
                <a:lnTo>
                  <a:pt x="786" y="197"/>
                </a:lnTo>
                <a:lnTo>
                  <a:pt x="789" y="205"/>
                </a:lnTo>
                <a:lnTo>
                  <a:pt x="792" y="214"/>
                </a:lnTo>
                <a:lnTo>
                  <a:pt x="795" y="222"/>
                </a:lnTo>
                <a:lnTo>
                  <a:pt x="797" y="231"/>
                </a:lnTo>
                <a:lnTo>
                  <a:pt x="799" y="239"/>
                </a:lnTo>
                <a:lnTo>
                  <a:pt x="800" y="248"/>
                </a:lnTo>
                <a:lnTo>
                  <a:pt x="801" y="256"/>
                </a:lnTo>
                <a:lnTo>
                  <a:pt x="802" y="265"/>
                </a:lnTo>
                <a:lnTo>
                  <a:pt x="802" y="273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6" name=""/>
          <p:cNvSpPr/>
          <p:nvPr/>
        </p:nvSpPr>
        <p:spPr>
          <a:xfrm>
            <a:off x="7909920" y="2835360"/>
            <a:ext cx="299520" cy="204120"/>
          </a:xfrm>
          <a:custGeom>
            <a:avLst/>
            <a:gdLst/>
            <a:ahLst/>
            <a:rect l="0" t="0" r="r" b="b"/>
            <a:pathLst>
              <a:path w="832" h="567">
                <a:moveTo>
                  <a:pt x="817" y="283"/>
                </a:moveTo>
                <a:lnTo>
                  <a:pt x="817" y="275"/>
                </a:lnTo>
                <a:lnTo>
                  <a:pt x="816" y="266"/>
                </a:lnTo>
                <a:lnTo>
                  <a:pt x="815" y="258"/>
                </a:lnTo>
                <a:lnTo>
                  <a:pt x="814" y="249"/>
                </a:lnTo>
                <a:lnTo>
                  <a:pt x="812" y="241"/>
                </a:lnTo>
                <a:lnTo>
                  <a:pt x="810" y="232"/>
                </a:lnTo>
                <a:lnTo>
                  <a:pt x="807" y="224"/>
                </a:lnTo>
                <a:lnTo>
                  <a:pt x="804" y="215"/>
                </a:lnTo>
                <a:lnTo>
                  <a:pt x="801" y="207"/>
                </a:lnTo>
                <a:lnTo>
                  <a:pt x="797" y="199"/>
                </a:lnTo>
                <a:lnTo>
                  <a:pt x="793" y="191"/>
                </a:lnTo>
                <a:lnTo>
                  <a:pt x="789" y="183"/>
                </a:lnTo>
                <a:lnTo>
                  <a:pt x="784" y="175"/>
                </a:lnTo>
                <a:lnTo>
                  <a:pt x="779" y="167"/>
                </a:lnTo>
                <a:lnTo>
                  <a:pt x="773" y="160"/>
                </a:lnTo>
                <a:lnTo>
                  <a:pt x="767" y="152"/>
                </a:lnTo>
                <a:lnTo>
                  <a:pt x="761" y="145"/>
                </a:lnTo>
                <a:lnTo>
                  <a:pt x="755" y="137"/>
                </a:lnTo>
                <a:lnTo>
                  <a:pt x="748" y="130"/>
                </a:lnTo>
                <a:lnTo>
                  <a:pt x="741" y="123"/>
                </a:lnTo>
                <a:lnTo>
                  <a:pt x="733" y="116"/>
                </a:lnTo>
                <a:lnTo>
                  <a:pt x="725" y="110"/>
                </a:lnTo>
                <a:lnTo>
                  <a:pt x="717" y="103"/>
                </a:lnTo>
                <a:lnTo>
                  <a:pt x="708" y="97"/>
                </a:lnTo>
                <a:lnTo>
                  <a:pt x="700" y="91"/>
                </a:lnTo>
                <a:lnTo>
                  <a:pt x="691" y="85"/>
                </a:lnTo>
                <a:lnTo>
                  <a:pt x="681" y="79"/>
                </a:lnTo>
                <a:lnTo>
                  <a:pt x="672" y="73"/>
                </a:lnTo>
                <a:lnTo>
                  <a:pt x="662" y="68"/>
                </a:lnTo>
                <a:lnTo>
                  <a:pt x="652" y="63"/>
                </a:lnTo>
                <a:lnTo>
                  <a:pt x="642" y="58"/>
                </a:lnTo>
                <a:lnTo>
                  <a:pt x="631" y="53"/>
                </a:lnTo>
                <a:lnTo>
                  <a:pt x="620" y="49"/>
                </a:lnTo>
                <a:lnTo>
                  <a:pt x="609" y="44"/>
                </a:lnTo>
                <a:lnTo>
                  <a:pt x="598" y="40"/>
                </a:lnTo>
                <a:lnTo>
                  <a:pt x="587" y="37"/>
                </a:lnTo>
                <a:lnTo>
                  <a:pt x="576" y="33"/>
                </a:lnTo>
                <a:lnTo>
                  <a:pt x="564" y="30"/>
                </a:lnTo>
                <a:lnTo>
                  <a:pt x="552" y="27"/>
                </a:lnTo>
                <a:lnTo>
                  <a:pt x="540" y="24"/>
                </a:lnTo>
                <a:lnTo>
                  <a:pt x="528" y="22"/>
                </a:lnTo>
                <a:lnTo>
                  <a:pt x="516" y="19"/>
                </a:lnTo>
                <a:lnTo>
                  <a:pt x="504" y="17"/>
                </a:lnTo>
                <a:lnTo>
                  <a:pt x="492" y="16"/>
                </a:lnTo>
                <a:lnTo>
                  <a:pt x="479" y="14"/>
                </a:lnTo>
                <a:lnTo>
                  <a:pt x="467" y="13"/>
                </a:lnTo>
                <a:lnTo>
                  <a:pt x="454" y="12"/>
                </a:lnTo>
                <a:lnTo>
                  <a:pt x="442" y="11"/>
                </a:lnTo>
                <a:lnTo>
                  <a:pt x="429" y="11"/>
                </a:lnTo>
                <a:lnTo>
                  <a:pt x="416" y="11"/>
                </a:lnTo>
                <a:lnTo>
                  <a:pt x="404" y="11"/>
                </a:lnTo>
                <a:lnTo>
                  <a:pt x="391" y="11"/>
                </a:lnTo>
                <a:lnTo>
                  <a:pt x="379" y="12"/>
                </a:lnTo>
                <a:lnTo>
                  <a:pt x="366" y="13"/>
                </a:lnTo>
                <a:lnTo>
                  <a:pt x="354" y="14"/>
                </a:lnTo>
                <a:lnTo>
                  <a:pt x="341" y="16"/>
                </a:lnTo>
                <a:lnTo>
                  <a:pt x="329" y="17"/>
                </a:lnTo>
                <a:lnTo>
                  <a:pt x="317" y="19"/>
                </a:lnTo>
                <a:lnTo>
                  <a:pt x="305" y="22"/>
                </a:lnTo>
                <a:lnTo>
                  <a:pt x="293" y="24"/>
                </a:lnTo>
                <a:lnTo>
                  <a:pt x="281" y="27"/>
                </a:lnTo>
                <a:lnTo>
                  <a:pt x="269" y="30"/>
                </a:lnTo>
                <a:lnTo>
                  <a:pt x="257" y="33"/>
                </a:lnTo>
                <a:lnTo>
                  <a:pt x="246" y="37"/>
                </a:lnTo>
                <a:lnTo>
                  <a:pt x="235" y="40"/>
                </a:lnTo>
                <a:lnTo>
                  <a:pt x="224" y="44"/>
                </a:lnTo>
                <a:lnTo>
                  <a:pt x="213" y="49"/>
                </a:lnTo>
                <a:lnTo>
                  <a:pt x="202" y="53"/>
                </a:lnTo>
                <a:lnTo>
                  <a:pt x="191" y="58"/>
                </a:lnTo>
                <a:lnTo>
                  <a:pt x="181" y="63"/>
                </a:lnTo>
                <a:lnTo>
                  <a:pt x="171" y="68"/>
                </a:lnTo>
                <a:lnTo>
                  <a:pt x="161" y="73"/>
                </a:lnTo>
                <a:lnTo>
                  <a:pt x="152" y="79"/>
                </a:lnTo>
                <a:lnTo>
                  <a:pt x="142" y="85"/>
                </a:lnTo>
                <a:lnTo>
                  <a:pt x="133" y="91"/>
                </a:lnTo>
                <a:lnTo>
                  <a:pt x="125" y="97"/>
                </a:lnTo>
                <a:lnTo>
                  <a:pt x="116" y="103"/>
                </a:lnTo>
                <a:lnTo>
                  <a:pt x="108" y="110"/>
                </a:lnTo>
                <a:lnTo>
                  <a:pt x="100" y="116"/>
                </a:lnTo>
                <a:lnTo>
                  <a:pt x="92" y="123"/>
                </a:lnTo>
                <a:lnTo>
                  <a:pt x="85" y="130"/>
                </a:lnTo>
                <a:lnTo>
                  <a:pt x="78" y="137"/>
                </a:lnTo>
                <a:lnTo>
                  <a:pt x="72" y="145"/>
                </a:lnTo>
                <a:lnTo>
                  <a:pt x="65" y="152"/>
                </a:lnTo>
                <a:lnTo>
                  <a:pt x="60" y="160"/>
                </a:lnTo>
                <a:lnTo>
                  <a:pt x="54" y="167"/>
                </a:lnTo>
                <a:lnTo>
                  <a:pt x="48" y="175"/>
                </a:lnTo>
                <a:lnTo>
                  <a:pt x="43" y="183"/>
                </a:lnTo>
                <a:lnTo>
                  <a:pt x="39" y="191"/>
                </a:lnTo>
                <a:lnTo>
                  <a:pt x="35" y="199"/>
                </a:lnTo>
                <a:lnTo>
                  <a:pt x="31" y="207"/>
                </a:lnTo>
                <a:lnTo>
                  <a:pt x="28" y="215"/>
                </a:lnTo>
                <a:lnTo>
                  <a:pt x="25" y="224"/>
                </a:lnTo>
                <a:lnTo>
                  <a:pt x="22" y="232"/>
                </a:lnTo>
                <a:lnTo>
                  <a:pt x="20" y="241"/>
                </a:lnTo>
                <a:lnTo>
                  <a:pt x="18" y="249"/>
                </a:lnTo>
                <a:lnTo>
                  <a:pt x="17" y="258"/>
                </a:lnTo>
                <a:lnTo>
                  <a:pt x="16" y="266"/>
                </a:lnTo>
                <a:lnTo>
                  <a:pt x="15" y="275"/>
                </a:lnTo>
                <a:lnTo>
                  <a:pt x="15" y="283"/>
                </a:lnTo>
                <a:lnTo>
                  <a:pt x="15" y="292"/>
                </a:lnTo>
                <a:lnTo>
                  <a:pt x="16" y="300"/>
                </a:lnTo>
                <a:lnTo>
                  <a:pt x="17" y="309"/>
                </a:lnTo>
                <a:lnTo>
                  <a:pt x="18" y="318"/>
                </a:lnTo>
                <a:lnTo>
                  <a:pt x="20" y="327"/>
                </a:lnTo>
                <a:lnTo>
                  <a:pt x="22" y="335"/>
                </a:lnTo>
                <a:lnTo>
                  <a:pt x="25" y="344"/>
                </a:lnTo>
                <a:lnTo>
                  <a:pt x="28" y="352"/>
                </a:lnTo>
                <a:lnTo>
                  <a:pt x="31" y="360"/>
                </a:lnTo>
                <a:lnTo>
                  <a:pt x="35" y="368"/>
                </a:lnTo>
                <a:lnTo>
                  <a:pt x="39" y="377"/>
                </a:lnTo>
                <a:lnTo>
                  <a:pt x="43" y="385"/>
                </a:lnTo>
                <a:lnTo>
                  <a:pt x="48" y="393"/>
                </a:lnTo>
                <a:lnTo>
                  <a:pt x="54" y="400"/>
                </a:lnTo>
                <a:lnTo>
                  <a:pt x="60" y="408"/>
                </a:lnTo>
                <a:lnTo>
                  <a:pt x="65" y="416"/>
                </a:lnTo>
                <a:lnTo>
                  <a:pt x="72" y="423"/>
                </a:lnTo>
                <a:lnTo>
                  <a:pt x="78" y="430"/>
                </a:lnTo>
                <a:lnTo>
                  <a:pt x="85" y="437"/>
                </a:lnTo>
                <a:lnTo>
                  <a:pt x="92" y="444"/>
                </a:lnTo>
                <a:lnTo>
                  <a:pt x="100" y="451"/>
                </a:lnTo>
                <a:lnTo>
                  <a:pt x="108" y="458"/>
                </a:lnTo>
                <a:lnTo>
                  <a:pt x="116" y="465"/>
                </a:lnTo>
                <a:lnTo>
                  <a:pt x="125" y="471"/>
                </a:lnTo>
                <a:lnTo>
                  <a:pt x="133" y="477"/>
                </a:lnTo>
                <a:lnTo>
                  <a:pt x="142" y="483"/>
                </a:lnTo>
                <a:lnTo>
                  <a:pt x="152" y="489"/>
                </a:lnTo>
                <a:lnTo>
                  <a:pt x="161" y="494"/>
                </a:lnTo>
                <a:lnTo>
                  <a:pt x="171" y="500"/>
                </a:lnTo>
                <a:lnTo>
                  <a:pt x="181" y="505"/>
                </a:lnTo>
                <a:lnTo>
                  <a:pt x="191" y="510"/>
                </a:lnTo>
                <a:lnTo>
                  <a:pt x="202" y="514"/>
                </a:lnTo>
                <a:lnTo>
                  <a:pt x="213" y="519"/>
                </a:lnTo>
                <a:lnTo>
                  <a:pt x="224" y="523"/>
                </a:lnTo>
                <a:lnTo>
                  <a:pt x="235" y="527"/>
                </a:lnTo>
                <a:lnTo>
                  <a:pt x="246" y="531"/>
                </a:lnTo>
                <a:lnTo>
                  <a:pt x="257" y="534"/>
                </a:lnTo>
                <a:lnTo>
                  <a:pt x="269" y="538"/>
                </a:lnTo>
                <a:lnTo>
                  <a:pt x="281" y="541"/>
                </a:lnTo>
                <a:lnTo>
                  <a:pt x="293" y="543"/>
                </a:lnTo>
                <a:lnTo>
                  <a:pt x="305" y="546"/>
                </a:lnTo>
                <a:lnTo>
                  <a:pt x="317" y="548"/>
                </a:lnTo>
                <a:lnTo>
                  <a:pt x="329" y="550"/>
                </a:lnTo>
                <a:lnTo>
                  <a:pt x="341" y="552"/>
                </a:lnTo>
                <a:lnTo>
                  <a:pt x="354" y="553"/>
                </a:lnTo>
                <a:lnTo>
                  <a:pt x="366" y="555"/>
                </a:lnTo>
                <a:lnTo>
                  <a:pt x="379" y="556"/>
                </a:lnTo>
                <a:lnTo>
                  <a:pt x="391" y="556"/>
                </a:lnTo>
                <a:lnTo>
                  <a:pt x="404" y="557"/>
                </a:lnTo>
                <a:lnTo>
                  <a:pt x="416" y="557"/>
                </a:lnTo>
                <a:lnTo>
                  <a:pt x="429" y="557"/>
                </a:lnTo>
                <a:lnTo>
                  <a:pt x="442" y="556"/>
                </a:lnTo>
                <a:lnTo>
                  <a:pt x="454" y="556"/>
                </a:lnTo>
                <a:lnTo>
                  <a:pt x="467" y="555"/>
                </a:lnTo>
                <a:lnTo>
                  <a:pt x="479" y="553"/>
                </a:lnTo>
                <a:lnTo>
                  <a:pt x="492" y="552"/>
                </a:lnTo>
                <a:lnTo>
                  <a:pt x="504" y="550"/>
                </a:lnTo>
                <a:lnTo>
                  <a:pt x="516" y="548"/>
                </a:lnTo>
                <a:lnTo>
                  <a:pt x="528" y="546"/>
                </a:lnTo>
                <a:lnTo>
                  <a:pt x="540" y="543"/>
                </a:lnTo>
                <a:lnTo>
                  <a:pt x="552" y="541"/>
                </a:lnTo>
                <a:lnTo>
                  <a:pt x="564" y="538"/>
                </a:lnTo>
                <a:lnTo>
                  <a:pt x="576" y="534"/>
                </a:lnTo>
                <a:lnTo>
                  <a:pt x="587" y="531"/>
                </a:lnTo>
                <a:lnTo>
                  <a:pt x="598" y="527"/>
                </a:lnTo>
                <a:lnTo>
                  <a:pt x="609" y="523"/>
                </a:lnTo>
                <a:lnTo>
                  <a:pt x="620" y="519"/>
                </a:lnTo>
                <a:lnTo>
                  <a:pt x="631" y="514"/>
                </a:lnTo>
                <a:lnTo>
                  <a:pt x="642" y="510"/>
                </a:lnTo>
                <a:lnTo>
                  <a:pt x="652" y="505"/>
                </a:lnTo>
                <a:lnTo>
                  <a:pt x="662" y="500"/>
                </a:lnTo>
                <a:lnTo>
                  <a:pt x="672" y="494"/>
                </a:lnTo>
                <a:lnTo>
                  <a:pt x="681" y="489"/>
                </a:lnTo>
                <a:lnTo>
                  <a:pt x="691" y="483"/>
                </a:lnTo>
                <a:lnTo>
                  <a:pt x="700" y="477"/>
                </a:lnTo>
                <a:lnTo>
                  <a:pt x="708" y="471"/>
                </a:lnTo>
                <a:lnTo>
                  <a:pt x="717" y="465"/>
                </a:lnTo>
                <a:lnTo>
                  <a:pt x="725" y="458"/>
                </a:lnTo>
                <a:lnTo>
                  <a:pt x="733" y="451"/>
                </a:lnTo>
                <a:lnTo>
                  <a:pt x="741" y="444"/>
                </a:lnTo>
                <a:lnTo>
                  <a:pt x="748" y="437"/>
                </a:lnTo>
                <a:lnTo>
                  <a:pt x="755" y="430"/>
                </a:lnTo>
                <a:lnTo>
                  <a:pt x="761" y="423"/>
                </a:lnTo>
                <a:lnTo>
                  <a:pt x="767" y="416"/>
                </a:lnTo>
                <a:lnTo>
                  <a:pt x="773" y="408"/>
                </a:lnTo>
                <a:lnTo>
                  <a:pt x="779" y="400"/>
                </a:lnTo>
                <a:lnTo>
                  <a:pt x="784" y="393"/>
                </a:lnTo>
                <a:lnTo>
                  <a:pt x="789" y="385"/>
                </a:lnTo>
                <a:lnTo>
                  <a:pt x="793" y="377"/>
                </a:lnTo>
                <a:lnTo>
                  <a:pt x="797" y="368"/>
                </a:lnTo>
                <a:lnTo>
                  <a:pt x="801" y="360"/>
                </a:lnTo>
                <a:lnTo>
                  <a:pt x="804" y="352"/>
                </a:lnTo>
                <a:lnTo>
                  <a:pt x="807" y="344"/>
                </a:lnTo>
                <a:lnTo>
                  <a:pt x="810" y="335"/>
                </a:lnTo>
                <a:lnTo>
                  <a:pt x="812" y="327"/>
                </a:lnTo>
                <a:lnTo>
                  <a:pt x="814" y="318"/>
                </a:lnTo>
                <a:lnTo>
                  <a:pt x="815" y="309"/>
                </a:lnTo>
                <a:lnTo>
                  <a:pt x="816" y="300"/>
                </a:lnTo>
                <a:lnTo>
                  <a:pt x="817" y="292"/>
                </a:lnTo>
                <a:lnTo>
                  <a:pt x="817" y="283"/>
                </a:lnTo>
                <a:moveTo>
                  <a:pt x="832" y="283"/>
                </a:moveTo>
                <a:lnTo>
                  <a:pt x="832" y="292"/>
                </a:lnTo>
                <a:lnTo>
                  <a:pt x="831" y="301"/>
                </a:lnTo>
                <a:lnTo>
                  <a:pt x="830" y="310"/>
                </a:lnTo>
                <a:lnTo>
                  <a:pt x="829" y="320"/>
                </a:lnTo>
                <a:lnTo>
                  <a:pt x="827" y="328"/>
                </a:lnTo>
                <a:lnTo>
                  <a:pt x="825" y="337"/>
                </a:lnTo>
                <a:lnTo>
                  <a:pt x="822" y="346"/>
                </a:lnTo>
                <a:lnTo>
                  <a:pt x="819" y="355"/>
                </a:lnTo>
                <a:lnTo>
                  <a:pt x="816" y="363"/>
                </a:lnTo>
                <a:lnTo>
                  <a:pt x="812" y="372"/>
                </a:lnTo>
                <a:lnTo>
                  <a:pt x="808" y="380"/>
                </a:lnTo>
                <a:lnTo>
                  <a:pt x="803" y="388"/>
                </a:lnTo>
                <a:lnTo>
                  <a:pt x="798" y="397"/>
                </a:lnTo>
                <a:lnTo>
                  <a:pt x="793" y="405"/>
                </a:lnTo>
                <a:lnTo>
                  <a:pt x="787" y="413"/>
                </a:lnTo>
                <a:lnTo>
                  <a:pt x="781" y="421"/>
                </a:lnTo>
                <a:lnTo>
                  <a:pt x="774" y="428"/>
                </a:lnTo>
                <a:lnTo>
                  <a:pt x="767" y="436"/>
                </a:lnTo>
                <a:lnTo>
                  <a:pt x="760" y="443"/>
                </a:lnTo>
                <a:lnTo>
                  <a:pt x="753" y="451"/>
                </a:lnTo>
                <a:lnTo>
                  <a:pt x="745" y="458"/>
                </a:lnTo>
                <a:lnTo>
                  <a:pt x="737" y="465"/>
                </a:lnTo>
                <a:lnTo>
                  <a:pt x="728" y="471"/>
                </a:lnTo>
                <a:lnTo>
                  <a:pt x="719" y="478"/>
                </a:lnTo>
                <a:lnTo>
                  <a:pt x="710" y="484"/>
                </a:lnTo>
                <a:lnTo>
                  <a:pt x="701" y="490"/>
                </a:lnTo>
                <a:lnTo>
                  <a:pt x="691" y="496"/>
                </a:lnTo>
                <a:lnTo>
                  <a:pt x="681" y="502"/>
                </a:lnTo>
                <a:lnTo>
                  <a:pt x="671" y="508"/>
                </a:lnTo>
                <a:lnTo>
                  <a:pt x="661" y="513"/>
                </a:lnTo>
                <a:lnTo>
                  <a:pt x="650" y="518"/>
                </a:lnTo>
                <a:lnTo>
                  <a:pt x="639" y="523"/>
                </a:lnTo>
                <a:lnTo>
                  <a:pt x="628" y="528"/>
                </a:lnTo>
                <a:lnTo>
                  <a:pt x="617" y="532"/>
                </a:lnTo>
                <a:lnTo>
                  <a:pt x="605" y="536"/>
                </a:lnTo>
                <a:lnTo>
                  <a:pt x="593" y="540"/>
                </a:lnTo>
                <a:lnTo>
                  <a:pt x="582" y="544"/>
                </a:lnTo>
                <a:lnTo>
                  <a:pt x="569" y="547"/>
                </a:lnTo>
                <a:lnTo>
                  <a:pt x="557" y="550"/>
                </a:lnTo>
                <a:lnTo>
                  <a:pt x="545" y="553"/>
                </a:lnTo>
                <a:lnTo>
                  <a:pt x="532" y="556"/>
                </a:lnTo>
                <a:lnTo>
                  <a:pt x="520" y="558"/>
                </a:lnTo>
                <a:lnTo>
                  <a:pt x="507" y="560"/>
                </a:lnTo>
                <a:lnTo>
                  <a:pt x="494" y="562"/>
                </a:lnTo>
                <a:lnTo>
                  <a:pt x="482" y="564"/>
                </a:lnTo>
                <a:lnTo>
                  <a:pt x="469" y="565"/>
                </a:lnTo>
                <a:lnTo>
                  <a:pt x="456" y="566"/>
                </a:lnTo>
                <a:lnTo>
                  <a:pt x="443" y="567"/>
                </a:lnTo>
                <a:lnTo>
                  <a:pt x="430" y="567"/>
                </a:lnTo>
                <a:lnTo>
                  <a:pt x="416" y="567"/>
                </a:lnTo>
                <a:lnTo>
                  <a:pt x="403" y="567"/>
                </a:lnTo>
                <a:lnTo>
                  <a:pt x="390" y="567"/>
                </a:lnTo>
                <a:lnTo>
                  <a:pt x="377" y="566"/>
                </a:lnTo>
                <a:lnTo>
                  <a:pt x="364" y="565"/>
                </a:lnTo>
                <a:lnTo>
                  <a:pt x="351" y="564"/>
                </a:lnTo>
                <a:lnTo>
                  <a:pt x="339" y="562"/>
                </a:lnTo>
                <a:lnTo>
                  <a:pt x="326" y="560"/>
                </a:lnTo>
                <a:lnTo>
                  <a:pt x="313" y="558"/>
                </a:lnTo>
                <a:lnTo>
                  <a:pt x="301" y="556"/>
                </a:lnTo>
                <a:lnTo>
                  <a:pt x="288" y="553"/>
                </a:lnTo>
                <a:lnTo>
                  <a:pt x="276" y="550"/>
                </a:lnTo>
                <a:lnTo>
                  <a:pt x="263" y="547"/>
                </a:lnTo>
                <a:lnTo>
                  <a:pt x="251" y="544"/>
                </a:lnTo>
                <a:lnTo>
                  <a:pt x="240" y="540"/>
                </a:lnTo>
                <a:lnTo>
                  <a:pt x="228" y="536"/>
                </a:lnTo>
                <a:lnTo>
                  <a:pt x="216" y="532"/>
                </a:lnTo>
                <a:lnTo>
                  <a:pt x="205" y="528"/>
                </a:lnTo>
                <a:lnTo>
                  <a:pt x="194" y="523"/>
                </a:lnTo>
                <a:lnTo>
                  <a:pt x="183" y="518"/>
                </a:lnTo>
                <a:lnTo>
                  <a:pt x="172" y="513"/>
                </a:lnTo>
                <a:lnTo>
                  <a:pt x="162" y="508"/>
                </a:lnTo>
                <a:lnTo>
                  <a:pt x="152" y="502"/>
                </a:lnTo>
                <a:lnTo>
                  <a:pt x="142" y="496"/>
                </a:lnTo>
                <a:lnTo>
                  <a:pt x="132" y="490"/>
                </a:lnTo>
                <a:lnTo>
                  <a:pt x="123" y="484"/>
                </a:lnTo>
                <a:lnTo>
                  <a:pt x="113" y="478"/>
                </a:lnTo>
                <a:lnTo>
                  <a:pt x="105" y="471"/>
                </a:lnTo>
                <a:lnTo>
                  <a:pt x="96" y="465"/>
                </a:lnTo>
                <a:lnTo>
                  <a:pt x="88" y="458"/>
                </a:lnTo>
                <a:lnTo>
                  <a:pt x="80" y="451"/>
                </a:lnTo>
                <a:lnTo>
                  <a:pt x="73" y="443"/>
                </a:lnTo>
                <a:lnTo>
                  <a:pt x="66" y="436"/>
                </a:lnTo>
                <a:lnTo>
                  <a:pt x="59" y="428"/>
                </a:lnTo>
                <a:lnTo>
                  <a:pt x="52" y="421"/>
                </a:lnTo>
                <a:lnTo>
                  <a:pt x="45" y="413"/>
                </a:lnTo>
                <a:lnTo>
                  <a:pt x="39" y="405"/>
                </a:lnTo>
                <a:lnTo>
                  <a:pt x="34" y="397"/>
                </a:lnTo>
                <a:lnTo>
                  <a:pt x="29" y="388"/>
                </a:lnTo>
                <a:lnTo>
                  <a:pt x="24" y="380"/>
                </a:lnTo>
                <a:lnTo>
                  <a:pt x="20" y="372"/>
                </a:lnTo>
                <a:lnTo>
                  <a:pt x="16" y="363"/>
                </a:lnTo>
                <a:lnTo>
                  <a:pt x="13" y="355"/>
                </a:lnTo>
                <a:lnTo>
                  <a:pt x="10" y="346"/>
                </a:lnTo>
                <a:lnTo>
                  <a:pt x="7" y="337"/>
                </a:lnTo>
                <a:lnTo>
                  <a:pt x="5" y="328"/>
                </a:lnTo>
                <a:lnTo>
                  <a:pt x="3" y="320"/>
                </a:lnTo>
                <a:lnTo>
                  <a:pt x="2" y="310"/>
                </a:lnTo>
                <a:lnTo>
                  <a:pt x="1" y="301"/>
                </a:lnTo>
                <a:lnTo>
                  <a:pt x="0" y="292"/>
                </a:lnTo>
                <a:lnTo>
                  <a:pt x="0" y="283"/>
                </a:lnTo>
                <a:lnTo>
                  <a:pt x="0" y="274"/>
                </a:lnTo>
                <a:lnTo>
                  <a:pt x="1" y="265"/>
                </a:lnTo>
                <a:lnTo>
                  <a:pt x="2" y="257"/>
                </a:lnTo>
                <a:lnTo>
                  <a:pt x="3" y="248"/>
                </a:lnTo>
                <a:lnTo>
                  <a:pt x="5" y="239"/>
                </a:lnTo>
                <a:lnTo>
                  <a:pt x="7" y="230"/>
                </a:lnTo>
                <a:lnTo>
                  <a:pt x="10" y="222"/>
                </a:lnTo>
                <a:lnTo>
                  <a:pt x="13" y="213"/>
                </a:lnTo>
                <a:lnTo>
                  <a:pt x="16" y="204"/>
                </a:lnTo>
                <a:lnTo>
                  <a:pt x="20" y="196"/>
                </a:lnTo>
                <a:lnTo>
                  <a:pt x="24" y="187"/>
                </a:lnTo>
                <a:lnTo>
                  <a:pt x="29" y="179"/>
                </a:lnTo>
                <a:lnTo>
                  <a:pt x="34" y="171"/>
                </a:lnTo>
                <a:lnTo>
                  <a:pt x="39" y="163"/>
                </a:lnTo>
                <a:lnTo>
                  <a:pt x="45" y="155"/>
                </a:lnTo>
                <a:lnTo>
                  <a:pt x="52" y="147"/>
                </a:lnTo>
                <a:lnTo>
                  <a:pt x="59" y="139"/>
                </a:lnTo>
                <a:lnTo>
                  <a:pt x="66" y="132"/>
                </a:lnTo>
                <a:lnTo>
                  <a:pt x="73" y="124"/>
                </a:lnTo>
                <a:lnTo>
                  <a:pt x="80" y="117"/>
                </a:lnTo>
                <a:lnTo>
                  <a:pt x="88" y="110"/>
                </a:lnTo>
                <a:lnTo>
                  <a:pt x="96" y="103"/>
                </a:lnTo>
                <a:lnTo>
                  <a:pt x="105" y="96"/>
                </a:lnTo>
                <a:lnTo>
                  <a:pt x="113" y="90"/>
                </a:lnTo>
                <a:lnTo>
                  <a:pt x="123" y="83"/>
                </a:lnTo>
                <a:lnTo>
                  <a:pt x="132" y="77"/>
                </a:lnTo>
                <a:lnTo>
                  <a:pt x="142" y="71"/>
                </a:lnTo>
                <a:lnTo>
                  <a:pt x="152" y="65"/>
                </a:lnTo>
                <a:lnTo>
                  <a:pt x="162" y="60"/>
                </a:lnTo>
                <a:lnTo>
                  <a:pt x="172" y="54"/>
                </a:lnTo>
                <a:lnTo>
                  <a:pt x="183" y="49"/>
                </a:lnTo>
                <a:lnTo>
                  <a:pt x="194" y="44"/>
                </a:lnTo>
                <a:lnTo>
                  <a:pt x="205" y="40"/>
                </a:lnTo>
                <a:lnTo>
                  <a:pt x="216" y="35"/>
                </a:lnTo>
                <a:lnTo>
                  <a:pt x="228" y="31"/>
                </a:lnTo>
                <a:lnTo>
                  <a:pt x="240" y="27"/>
                </a:lnTo>
                <a:lnTo>
                  <a:pt x="251" y="24"/>
                </a:lnTo>
                <a:lnTo>
                  <a:pt x="263" y="20"/>
                </a:lnTo>
                <a:lnTo>
                  <a:pt x="276" y="17"/>
                </a:lnTo>
                <a:lnTo>
                  <a:pt x="288" y="14"/>
                </a:lnTo>
                <a:lnTo>
                  <a:pt x="301" y="12"/>
                </a:lnTo>
                <a:lnTo>
                  <a:pt x="313" y="9"/>
                </a:lnTo>
                <a:lnTo>
                  <a:pt x="326" y="7"/>
                </a:lnTo>
                <a:lnTo>
                  <a:pt x="339" y="5"/>
                </a:lnTo>
                <a:lnTo>
                  <a:pt x="351" y="4"/>
                </a:lnTo>
                <a:lnTo>
                  <a:pt x="364" y="3"/>
                </a:lnTo>
                <a:lnTo>
                  <a:pt x="377" y="2"/>
                </a:lnTo>
                <a:lnTo>
                  <a:pt x="390" y="1"/>
                </a:lnTo>
                <a:lnTo>
                  <a:pt x="403" y="1"/>
                </a:lnTo>
                <a:lnTo>
                  <a:pt x="416" y="0"/>
                </a:lnTo>
                <a:lnTo>
                  <a:pt x="430" y="1"/>
                </a:lnTo>
                <a:lnTo>
                  <a:pt x="443" y="1"/>
                </a:lnTo>
                <a:lnTo>
                  <a:pt x="456" y="2"/>
                </a:lnTo>
                <a:lnTo>
                  <a:pt x="469" y="3"/>
                </a:lnTo>
                <a:lnTo>
                  <a:pt x="482" y="4"/>
                </a:lnTo>
                <a:lnTo>
                  <a:pt x="494" y="5"/>
                </a:lnTo>
                <a:lnTo>
                  <a:pt x="507" y="7"/>
                </a:lnTo>
                <a:lnTo>
                  <a:pt x="520" y="9"/>
                </a:lnTo>
                <a:lnTo>
                  <a:pt x="532" y="12"/>
                </a:lnTo>
                <a:lnTo>
                  <a:pt x="545" y="14"/>
                </a:lnTo>
                <a:lnTo>
                  <a:pt x="557" y="17"/>
                </a:lnTo>
                <a:lnTo>
                  <a:pt x="569" y="20"/>
                </a:lnTo>
                <a:lnTo>
                  <a:pt x="582" y="24"/>
                </a:lnTo>
                <a:lnTo>
                  <a:pt x="593" y="27"/>
                </a:lnTo>
                <a:lnTo>
                  <a:pt x="605" y="31"/>
                </a:lnTo>
                <a:lnTo>
                  <a:pt x="617" y="35"/>
                </a:lnTo>
                <a:lnTo>
                  <a:pt x="628" y="40"/>
                </a:lnTo>
                <a:lnTo>
                  <a:pt x="639" y="44"/>
                </a:lnTo>
                <a:lnTo>
                  <a:pt x="650" y="49"/>
                </a:lnTo>
                <a:lnTo>
                  <a:pt x="661" y="54"/>
                </a:lnTo>
                <a:lnTo>
                  <a:pt x="671" y="60"/>
                </a:lnTo>
                <a:lnTo>
                  <a:pt x="681" y="65"/>
                </a:lnTo>
                <a:lnTo>
                  <a:pt x="691" y="71"/>
                </a:lnTo>
                <a:lnTo>
                  <a:pt x="701" y="77"/>
                </a:lnTo>
                <a:lnTo>
                  <a:pt x="710" y="83"/>
                </a:lnTo>
                <a:lnTo>
                  <a:pt x="719" y="90"/>
                </a:lnTo>
                <a:lnTo>
                  <a:pt x="728" y="96"/>
                </a:lnTo>
                <a:lnTo>
                  <a:pt x="737" y="103"/>
                </a:lnTo>
                <a:lnTo>
                  <a:pt x="745" y="110"/>
                </a:lnTo>
                <a:lnTo>
                  <a:pt x="753" y="117"/>
                </a:lnTo>
                <a:lnTo>
                  <a:pt x="760" y="124"/>
                </a:lnTo>
                <a:lnTo>
                  <a:pt x="767" y="132"/>
                </a:lnTo>
                <a:lnTo>
                  <a:pt x="774" y="139"/>
                </a:lnTo>
                <a:lnTo>
                  <a:pt x="781" y="147"/>
                </a:lnTo>
                <a:lnTo>
                  <a:pt x="787" y="155"/>
                </a:lnTo>
                <a:lnTo>
                  <a:pt x="793" y="163"/>
                </a:lnTo>
                <a:lnTo>
                  <a:pt x="798" y="171"/>
                </a:lnTo>
                <a:lnTo>
                  <a:pt x="803" y="179"/>
                </a:lnTo>
                <a:lnTo>
                  <a:pt x="808" y="187"/>
                </a:lnTo>
                <a:lnTo>
                  <a:pt x="812" y="196"/>
                </a:lnTo>
                <a:lnTo>
                  <a:pt x="816" y="204"/>
                </a:lnTo>
                <a:lnTo>
                  <a:pt x="819" y="213"/>
                </a:lnTo>
                <a:lnTo>
                  <a:pt x="822" y="222"/>
                </a:lnTo>
                <a:lnTo>
                  <a:pt x="825" y="230"/>
                </a:lnTo>
                <a:lnTo>
                  <a:pt x="827" y="239"/>
                </a:lnTo>
                <a:lnTo>
                  <a:pt x="829" y="248"/>
                </a:lnTo>
                <a:lnTo>
                  <a:pt x="830" y="257"/>
                </a:lnTo>
                <a:lnTo>
                  <a:pt x="831" y="265"/>
                </a:lnTo>
                <a:lnTo>
                  <a:pt x="832" y="274"/>
                </a:lnTo>
                <a:lnTo>
                  <a:pt x="832" y="283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7" name=""/>
          <p:cNvSpPr/>
          <p:nvPr/>
        </p:nvSpPr>
        <p:spPr>
          <a:xfrm>
            <a:off x="7908480" y="2834640"/>
            <a:ext cx="302400" cy="205920"/>
          </a:xfrm>
          <a:custGeom>
            <a:avLst/>
            <a:gdLst/>
            <a:ahLst/>
            <a:rect l="0" t="0" r="r" b="b"/>
            <a:pathLst>
              <a:path w="840" h="572">
                <a:moveTo>
                  <a:pt x="836" y="285"/>
                </a:moveTo>
                <a:lnTo>
                  <a:pt x="836" y="276"/>
                </a:lnTo>
                <a:lnTo>
                  <a:pt x="835" y="267"/>
                </a:lnTo>
                <a:lnTo>
                  <a:pt x="834" y="259"/>
                </a:lnTo>
                <a:lnTo>
                  <a:pt x="833" y="250"/>
                </a:lnTo>
                <a:lnTo>
                  <a:pt x="831" y="241"/>
                </a:lnTo>
                <a:lnTo>
                  <a:pt x="829" y="232"/>
                </a:lnTo>
                <a:lnTo>
                  <a:pt x="826" y="224"/>
                </a:lnTo>
                <a:lnTo>
                  <a:pt x="823" y="215"/>
                </a:lnTo>
                <a:lnTo>
                  <a:pt x="820" y="206"/>
                </a:lnTo>
                <a:lnTo>
                  <a:pt x="816" y="198"/>
                </a:lnTo>
                <a:lnTo>
                  <a:pt x="812" y="189"/>
                </a:lnTo>
                <a:lnTo>
                  <a:pt x="807" y="181"/>
                </a:lnTo>
                <a:lnTo>
                  <a:pt x="802" y="173"/>
                </a:lnTo>
                <a:lnTo>
                  <a:pt x="797" y="165"/>
                </a:lnTo>
                <a:lnTo>
                  <a:pt x="791" y="157"/>
                </a:lnTo>
                <a:lnTo>
                  <a:pt x="785" y="149"/>
                </a:lnTo>
                <a:lnTo>
                  <a:pt x="778" y="141"/>
                </a:lnTo>
                <a:lnTo>
                  <a:pt x="771" y="134"/>
                </a:lnTo>
                <a:lnTo>
                  <a:pt x="764" y="126"/>
                </a:lnTo>
                <a:lnTo>
                  <a:pt x="757" y="119"/>
                </a:lnTo>
                <a:lnTo>
                  <a:pt x="749" y="112"/>
                </a:lnTo>
                <a:lnTo>
                  <a:pt x="741" y="105"/>
                </a:lnTo>
                <a:lnTo>
                  <a:pt x="732" y="98"/>
                </a:lnTo>
                <a:lnTo>
                  <a:pt x="723" y="92"/>
                </a:lnTo>
                <a:lnTo>
                  <a:pt x="714" y="85"/>
                </a:lnTo>
                <a:lnTo>
                  <a:pt x="705" y="79"/>
                </a:lnTo>
                <a:lnTo>
                  <a:pt x="695" y="73"/>
                </a:lnTo>
                <a:lnTo>
                  <a:pt x="685" y="67"/>
                </a:lnTo>
                <a:lnTo>
                  <a:pt x="675" y="62"/>
                </a:lnTo>
                <a:lnTo>
                  <a:pt x="665" y="56"/>
                </a:lnTo>
                <a:lnTo>
                  <a:pt x="654" y="51"/>
                </a:lnTo>
                <a:lnTo>
                  <a:pt x="643" y="46"/>
                </a:lnTo>
                <a:lnTo>
                  <a:pt x="632" y="42"/>
                </a:lnTo>
                <a:lnTo>
                  <a:pt x="621" y="37"/>
                </a:lnTo>
                <a:lnTo>
                  <a:pt x="609" y="33"/>
                </a:lnTo>
                <a:lnTo>
                  <a:pt x="597" y="29"/>
                </a:lnTo>
                <a:lnTo>
                  <a:pt x="586" y="26"/>
                </a:lnTo>
                <a:lnTo>
                  <a:pt x="573" y="22"/>
                </a:lnTo>
                <a:lnTo>
                  <a:pt x="561" y="19"/>
                </a:lnTo>
                <a:lnTo>
                  <a:pt x="549" y="16"/>
                </a:lnTo>
                <a:lnTo>
                  <a:pt x="536" y="14"/>
                </a:lnTo>
                <a:lnTo>
                  <a:pt x="524" y="11"/>
                </a:lnTo>
                <a:lnTo>
                  <a:pt x="511" y="9"/>
                </a:lnTo>
                <a:lnTo>
                  <a:pt x="498" y="7"/>
                </a:lnTo>
                <a:lnTo>
                  <a:pt x="486" y="6"/>
                </a:lnTo>
                <a:lnTo>
                  <a:pt x="473" y="5"/>
                </a:lnTo>
                <a:lnTo>
                  <a:pt x="460" y="4"/>
                </a:lnTo>
                <a:lnTo>
                  <a:pt x="447" y="3"/>
                </a:lnTo>
                <a:lnTo>
                  <a:pt x="434" y="3"/>
                </a:lnTo>
                <a:lnTo>
                  <a:pt x="420" y="2"/>
                </a:lnTo>
                <a:lnTo>
                  <a:pt x="407" y="3"/>
                </a:lnTo>
                <a:lnTo>
                  <a:pt x="394" y="3"/>
                </a:lnTo>
                <a:lnTo>
                  <a:pt x="381" y="4"/>
                </a:lnTo>
                <a:lnTo>
                  <a:pt x="368" y="5"/>
                </a:lnTo>
                <a:lnTo>
                  <a:pt x="355" y="6"/>
                </a:lnTo>
                <a:lnTo>
                  <a:pt x="343" y="7"/>
                </a:lnTo>
                <a:lnTo>
                  <a:pt x="330" y="9"/>
                </a:lnTo>
                <a:lnTo>
                  <a:pt x="317" y="11"/>
                </a:lnTo>
                <a:lnTo>
                  <a:pt x="305" y="14"/>
                </a:lnTo>
                <a:lnTo>
                  <a:pt x="292" y="16"/>
                </a:lnTo>
                <a:lnTo>
                  <a:pt x="280" y="19"/>
                </a:lnTo>
                <a:lnTo>
                  <a:pt x="267" y="22"/>
                </a:lnTo>
                <a:lnTo>
                  <a:pt x="255" y="26"/>
                </a:lnTo>
                <a:lnTo>
                  <a:pt x="244" y="29"/>
                </a:lnTo>
                <a:lnTo>
                  <a:pt x="231" y="33"/>
                </a:lnTo>
                <a:lnTo>
                  <a:pt x="219" y="37"/>
                </a:lnTo>
                <a:lnTo>
                  <a:pt x="208" y="42"/>
                </a:lnTo>
                <a:lnTo>
                  <a:pt x="197" y="46"/>
                </a:lnTo>
                <a:lnTo>
                  <a:pt x="186" y="51"/>
                </a:lnTo>
                <a:lnTo>
                  <a:pt x="175" y="56"/>
                </a:lnTo>
                <a:lnTo>
                  <a:pt x="165" y="62"/>
                </a:lnTo>
                <a:lnTo>
                  <a:pt x="155" y="67"/>
                </a:lnTo>
                <a:lnTo>
                  <a:pt x="145" y="73"/>
                </a:lnTo>
                <a:lnTo>
                  <a:pt x="135" y="79"/>
                </a:lnTo>
                <a:lnTo>
                  <a:pt x="126" y="85"/>
                </a:lnTo>
                <a:lnTo>
                  <a:pt x="116" y="92"/>
                </a:lnTo>
                <a:lnTo>
                  <a:pt x="108" y="98"/>
                </a:lnTo>
                <a:lnTo>
                  <a:pt x="99" y="105"/>
                </a:lnTo>
                <a:lnTo>
                  <a:pt x="91" y="112"/>
                </a:lnTo>
                <a:lnTo>
                  <a:pt x="83" y="119"/>
                </a:lnTo>
                <a:lnTo>
                  <a:pt x="76" y="126"/>
                </a:lnTo>
                <a:lnTo>
                  <a:pt x="69" y="134"/>
                </a:lnTo>
                <a:lnTo>
                  <a:pt x="62" y="141"/>
                </a:lnTo>
                <a:lnTo>
                  <a:pt x="55" y="149"/>
                </a:lnTo>
                <a:lnTo>
                  <a:pt x="49" y="157"/>
                </a:lnTo>
                <a:lnTo>
                  <a:pt x="43" y="165"/>
                </a:lnTo>
                <a:lnTo>
                  <a:pt x="38" y="173"/>
                </a:lnTo>
                <a:lnTo>
                  <a:pt x="33" y="181"/>
                </a:lnTo>
                <a:lnTo>
                  <a:pt x="28" y="189"/>
                </a:lnTo>
                <a:lnTo>
                  <a:pt x="24" y="198"/>
                </a:lnTo>
                <a:lnTo>
                  <a:pt x="20" y="206"/>
                </a:lnTo>
                <a:lnTo>
                  <a:pt x="17" y="215"/>
                </a:lnTo>
                <a:lnTo>
                  <a:pt x="14" y="224"/>
                </a:lnTo>
                <a:lnTo>
                  <a:pt x="11" y="232"/>
                </a:lnTo>
                <a:lnTo>
                  <a:pt x="9" y="241"/>
                </a:lnTo>
                <a:lnTo>
                  <a:pt x="7" y="250"/>
                </a:lnTo>
                <a:lnTo>
                  <a:pt x="6" y="259"/>
                </a:lnTo>
                <a:lnTo>
                  <a:pt x="5" y="267"/>
                </a:lnTo>
                <a:lnTo>
                  <a:pt x="4" y="276"/>
                </a:lnTo>
                <a:lnTo>
                  <a:pt x="4" y="285"/>
                </a:lnTo>
                <a:lnTo>
                  <a:pt x="4" y="294"/>
                </a:lnTo>
                <a:lnTo>
                  <a:pt x="5" y="303"/>
                </a:lnTo>
                <a:lnTo>
                  <a:pt x="6" y="312"/>
                </a:lnTo>
                <a:lnTo>
                  <a:pt x="7" y="321"/>
                </a:lnTo>
                <a:lnTo>
                  <a:pt x="9" y="329"/>
                </a:lnTo>
                <a:lnTo>
                  <a:pt x="11" y="338"/>
                </a:lnTo>
                <a:lnTo>
                  <a:pt x="14" y="347"/>
                </a:lnTo>
                <a:lnTo>
                  <a:pt x="17" y="356"/>
                </a:lnTo>
                <a:lnTo>
                  <a:pt x="20" y="364"/>
                </a:lnTo>
                <a:lnTo>
                  <a:pt x="24" y="373"/>
                </a:lnTo>
                <a:lnTo>
                  <a:pt x="28" y="381"/>
                </a:lnTo>
                <a:lnTo>
                  <a:pt x="33" y="389"/>
                </a:lnTo>
                <a:lnTo>
                  <a:pt x="38" y="399"/>
                </a:lnTo>
                <a:lnTo>
                  <a:pt x="43" y="407"/>
                </a:lnTo>
                <a:lnTo>
                  <a:pt x="49" y="415"/>
                </a:lnTo>
                <a:lnTo>
                  <a:pt x="55" y="423"/>
                </a:lnTo>
                <a:lnTo>
                  <a:pt x="62" y="430"/>
                </a:lnTo>
                <a:lnTo>
                  <a:pt x="69" y="438"/>
                </a:lnTo>
                <a:lnTo>
                  <a:pt x="76" y="445"/>
                </a:lnTo>
                <a:lnTo>
                  <a:pt x="83" y="453"/>
                </a:lnTo>
                <a:lnTo>
                  <a:pt x="91" y="460"/>
                </a:lnTo>
                <a:lnTo>
                  <a:pt x="99" y="467"/>
                </a:lnTo>
                <a:lnTo>
                  <a:pt x="108" y="473"/>
                </a:lnTo>
                <a:lnTo>
                  <a:pt x="116" y="480"/>
                </a:lnTo>
                <a:lnTo>
                  <a:pt x="126" y="486"/>
                </a:lnTo>
                <a:lnTo>
                  <a:pt x="135" y="492"/>
                </a:lnTo>
                <a:lnTo>
                  <a:pt x="145" y="498"/>
                </a:lnTo>
                <a:lnTo>
                  <a:pt x="155" y="504"/>
                </a:lnTo>
                <a:lnTo>
                  <a:pt x="165" y="510"/>
                </a:lnTo>
                <a:lnTo>
                  <a:pt x="175" y="515"/>
                </a:lnTo>
                <a:lnTo>
                  <a:pt x="186" y="520"/>
                </a:lnTo>
                <a:lnTo>
                  <a:pt x="197" y="525"/>
                </a:lnTo>
                <a:lnTo>
                  <a:pt x="208" y="530"/>
                </a:lnTo>
                <a:lnTo>
                  <a:pt x="219" y="534"/>
                </a:lnTo>
                <a:lnTo>
                  <a:pt x="231" y="538"/>
                </a:lnTo>
                <a:lnTo>
                  <a:pt x="244" y="542"/>
                </a:lnTo>
                <a:lnTo>
                  <a:pt x="255" y="546"/>
                </a:lnTo>
                <a:lnTo>
                  <a:pt x="267" y="549"/>
                </a:lnTo>
                <a:lnTo>
                  <a:pt x="280" y="552"/>
                </a:lnTo>
                <a:lnTo>
                  <a:pt x="292" y="555"/>
                </a:lnTo>
                <a:lnTo>
                  <a:pt x="305" y="558"/>
                </a:lnTo>
                <a:lnTo>
                  <a:pt x="317" y="560"/>
                </a:lnTo>
                <a:lnTo>
                  <a:pt x="330" y="562"/>
                </a:lnTo>
                <a:lnTo>
                  <a:pt x="343" y="564"/>
                </a:lnTo>
                <a:lnTo>
                  <a:pt x="355" y="566"/>
                </a:lnTo>
                <a:lnTo>
                  <a:pt x="368" y="567"/>
                </a:lnTo>
                <a:lnTo>
                  <a:pt x="381" y="568"/>
                </a:lnTo>
                <a:lnTo>
                  <a:pt x="394" y="569"/>
                </a:lnTo>
                <a:lnTo>
                  <a:pt x="407" y="569"/>
                </a:lnTo>
                <a:lnTo>
                  <a:pt x="420" y="569"/>
                </a:lnTo>
                <a:lnTo>
                  <a:pt x="434" y="569"/>
                </a:lnTo>
                <a:lnTo>
                  <a:pt x="447" y="569"/>
                </a:lnTo>
                <a:lnTo>
                  <a:pt x="460" y="568"/>
                </a:lnTo>
                <a:lnTo>
                  <a:pt x="473" y="567"/>
                </a:lnTo>
                <a:lnTo>
                  <a:pt x="486" y="566"/>
                </a:lnTo>
                <a:lnTo>
                  <a:pt x="498" y="564"/>
                </a:lnTo>
                <a:lnTo>
                  <a:pt x="511" y="562"/>
                </a:lnTo>
                <a:lnTo>
                  <a:pt x="524" y="560"/>
                </a:lnTo>
                <a:lnTo>
                  <a:pt x="536" y="558"/>
                </a:lnTo>
                <a:lnTo>
                  <a:pt x="549" y="555"/>
                </a:lnTo>
                <a:lnTo>
                  <a:pt x="561" y="552"/>
                </a:lnTo>
                <a:lnTo>
                  <a:pt x="573" y="549"/>
                </a:lnTo>
                <a:lnTo>
                  <a:pt x="586" y="546"/>
                </a:lnTo>
                <a:lnTo>
                  <a:pt x="597" y="542"/>
                </a:lnTo>
                <a:lnTo>
                  <a:pt x="609" y="538"/>
                </a:lnTo>
                <a:lnTo>
                  <a:pt x="621" y="534"/>
                </a:lnTo>
                <a:lnTo>
                  <a:pt x="632" y="530"/>
                </a:lnTo>
                <a:lnTo>
                  <a:pt x="643" y="525"/>
                </a:lnTo>
                <a:lnTo>
                  <a:pt x="654" y="520"/>
                </a:lnTo>
                <a:lnTo>
                  <a:pt x="665" y="515"/>
                </a:lnTo>
                <a:lnTo>
                  <a:pt x="675" y="510"/>
                </a:lnTo>
                <a:lnTo>
                  <a:pt x="685" y="504"/>
                </a:lnTo>
                <a:lnTo>
                  <a:pt x="695" y="498"/>
                </a:lnTo>
                <a:lnTo>
                  <a:pt x="705" y="492"/>
                </a:lnTo>
                <a:lnTo>
                  <a:pt x="714" y="486"/>
                </a:lnTo>
                <a:lnTo>
                  <a:pt x="723" y="480"/>
                </a:lnTo>
                <a:lnTo>
                  <a:pt x="732" y="473"/>
                </a:lnTo>
                <a:lnTo>
                  <a:pt x="741" y="467"/>
                </a:lnTo>
                <a:lnTo>
                  <a:pt x="749" y="460"/>
                </a:lnTo>
                <a:lnTo>
                  <a:pt x="757" y="453"/>
                </a:lnTo>
                <a:lnTo>
                  <a:pt x="764" y="445"/>
                </a:lnTo>
                <a:lnTo>
                  <a:pt x="771" y="438"/>
                </a:lnTo>
                <a:lnTo>
                  <a:pt x="778" y="430"/>
                </a:lnTo>
                <a:lnTo>
                  <a:pt x="785" y="423"/>
                </a:lnTo>
                <a:lnTo>
                  <a:pt x="791" y="415"/>
                </a:lnTo>
                <a:lnTo>
                  <a:pt x="797" y="407"/>
                </a:lnTo>
                <a:lnTo>
                  <a:pt x="802" y="399"/>
                </a:lnTo>
                <a:lnTo>
                  <a:pt x="807" y="389"/>
                </a:lnTo>
                <a:lnTo>
                  <a:pt x="812" y="381"/>
                </a:lnTo>
                <a:lnTo>
                  <a:pt x="816" y="373"/>
                </a:lnTo>
                <a:lnTo>
                  <a:pt x="820" y="364"/>
                </a:lnTo>
                <a:lnTo>
                  <a:pt x="823" y="356"/>
                </a:lnTo>
                <a:lnTo>
                  <a:pt x="826" y="347"/>
                </a:lnTo>
                <a:lnTo>
                  <a:pt x="829" y="338"/>
                </a:lnTo>
                <a:lnTo>
                  <a:pt x="831" y="329"/>
                </a:lnTo>
                <a:lnTo>
                  <a:pt x="833" y="321"/>
                </a:lnTo>
                <a:lnTo>
                  <a:pt x="834" y="312"/>
                </a:lnTo>
                <a:lnTo>
                  <a:pt x="835" y="303"/>
                </a:lnTo>
                <a:lnTo>
                  <a:pt x="836" y="294"/>
                </a:lnTo>
                <a:lnTo>
                  <a:pt x="836" y="285"/>
                </a:lnTo>
                <a:moveTo>
                  <a:pt x="840" y="285"/>
                </a:moveTo>
                <a:lnTo>
                  <a:pt x="840" y="294"/>
                </a:lnTo>
                <a:lnTo>
                  <a:pt x="839" y="303"/>
                </a:lnTo>
                <a:lnTo>
                  <a:pt x="838" y="312"/>
                </a:lnTo>
                <a:lnTo>
                  <a:pt x="837" y="321"/>
                </a:lnTo>
                <a:lnTo>
                  <a:pt x="835" y="330"/>
                </a:lnTo>
                <a:lnTo>
                  <a:pt x="832" y="339"/>
                </a:lnTo>
                <a:lnTo>
                  <a:pt x="830" y="348"/>
                </a:lnTo>
                <a:lnTo>
                  <a:pt x="827" y="356"/>
                </a:lnTo>
                <a:lnTo>
                  <a:pt x="823" y="365"/>
                </a:lnTo>
                <a:lnTo>
                  <a:pt x="819" y="373"/>
                </a:lnTo>
                <a:lnTo>
                  <a:pt x="815" y="382"/>
                </a:lnTo>
                <a:lnTo>
                  <a:pt x="810" y="390"/>
                </a:lnTo>
                <a:lnTo>
                  <a:pt x="805" y="400"/>
                </a:lnTo>
                <a:lnTo>
                  <a:pt x="800" y="408"/>
                </a:lnTo>
                <a:lnTo>
                  <a:pt x="794" y="416"/>
                </a:lnTo>
                <a:lnTo>
                  <a:pt x="788" y="424"/>
                </a:lnTo>
                <a:lnTo>
                  <a:pt x="781" y="432"/>
                </a:lnTo>
                <a:lnTo>
                  <a:pt x="775" y="439"/>
                </a:lnTo>
                <a:lnTo>
                  <a:pt x="767" y="447"/>
                </a:lnTo>
                <a:lnTo>
                  <a:pt x="760" y="454"/>
                </a:lnTo>
                <a:lnTo>
                  <a:pt x="752" y="461"/>
                </a:lnTo>
                <a:lnTo>
                  <a:pt x="744" y="468"/>
                </a:lnTo>
                <a:lnTo>
                  <a:pt x="735" y="475"/>
                </a:lnTo>
                <a:lnTo>
                  <a:pt x="726" y="482"/>
                </a:lnTo>
                <a:lnTo>
                  <a:pt x="717" y="488"/>
                </a:lnTo>
                <a:lnTo>
                  <a:pt x="708" y="494"/>
                </a:lnTo>
                <a:lnTo>
                  <a:pt x="698" y="500"/>
                </a:lnTo>
                <a:lnTo>
                  <a:pt x="688" y="506"/>
                </a:lnTo>
                <a:lnTo>
                  <a:pt x="678" y="512"/>
                </a:lnTo>
                <a:lnTo>
                  <a:pt x="667" y="517"/>
                </a:lnTo>
                <a:lnTo>
                  <a:pt x="656" y="522"/>
                </a:lnTo>
                <a:lnTo>
                  <a:pt x="645" y="527"/>
                </a:lnTo>
                <a:lnTo>
                  <a:pt x="634" y="532"/>
                </a:lnTo>
                <a:lnTo>
                  <a:pt x="623" y="536"/>
                </a:lnTo>
                <a:lnTo>
                  <a:pt x="611" y="541"/>
                </a:lnTo>
                <a:lnTo>
                  <a:pt x="599" y="545"/>
                </a:lnTo>
                <a:lnTo>
                  <a:pt x="587" y="548"/>
                </a:lnTo>
                <a:lnTo>
                  <a:pt x="575" y="552"/>
                </a:lnTo>
                <a:lnTo>
                  <a:pt x="563" y="555"/>
                </a:lnTo>
                <a:lnTo>
                  <a:pt x="550" y="558"/>
                </a:lnTo>
                <a:lnTo>
                  <a:pt x="537" y="560"/>
                </a:lnTo>
                <a:lnTo>
                  <a:pt x="525" y="563"/>
                </a:lnTo>
                <a:lnTo>
                  <a:pt x="512" y="565"/>
                </a:lnTo>
                <a:lnTo>
                  <a:pt x="499" y="567"/>
                </a:lnTo>
                <a:lnTo>
                  <a:pt x="486" y="568"/>
                </a:lnTo>
                <a:lnTo>
                  <a:pt x="473" y="569"/>
                </a:lnTo>
                <a:lnTo>
                  <a:pt x="460" y="570"/>
                </a:lnTo>
                <a:lnTo>
                  <a:pt x="447" y="571"/>
                </a:lnTo>
                <a:lnTo>
                  <a:pt x="434" y="572"/>
                </a:lnTo>
                <a:lnTo>
                  <a:pt x="420" y="572"/>
                </a:lnTo>
                <a:lnTo>
                  <a:pt x="407" y="572"/>
                </a:lnTo>
                <a:lnTo>
                  <a:pt x="394" y="571"/>
                </a:lnTo>
                <a:lnTo>
                  <a:pt x="381" y="570"/>
                </a:lnTo>
                <a:lnTo>
                  <a:pt x="368" y="569"/>
                </a:lnTo>
                <a:lnTo>
                  <a:pt x="355" y="568"/>
                </a:lnTo>
                <a:lnTo>
                  <a:pt x="342" y="567"/>
                </a:lnTo>
                <a:lnTo>
                  <a:pt x="329" y="565"/>
                </a:lnTo>
                <a:lnTo>
                  <a:pt x="316" y="563"/>
                </a:lnTo>
                <a:lnTo>
                  <a:pt x="303" y="560"/>
                </a:lnTo>
                <a:lnTo>
                  <a:pt x="291" y="558"/>
                </a:lnTo>
                <a:lnTo>
                  <a:pt x="278" y="555"/>
                </a:lnTo>
                <a:lnTo>
                  <a:pt x="266" y="552"/>
                </a:lnTo>
                <a:lnTo>
                  <a:pt x="254" y="548"/>
                </a:lnTo>
                <a:lnTo>
                  <a:pt x="242" y="545"/>
                </a:lnTo>
                <a:lnTo>
                  <a:pt x="229" y="541"/>
                </a:lnTo>
                <a:lnTo>
                  <a:pt x="217" y="536"/>
                </a:lnTo>
                <a:lnTo>
                  <a:pt x="206" y="532"/>
                </a:lnTo>
                <a:lnTo>
                  <a:pt x="195" y="527"/>
                </a:lnTo>
                <a:lnTo>
                  <a:pt x="184" y="522"/>
                </a:lnTo>
                <a:lnTo>
                  <a:pt x="173" y="517"/>
                </a:lnTo>
                <a:lnTo>
                  <a:pt x="162" y="512"/>
                </a:lnTo>
                <a:lnTo>
                  <a:pt x="152" y="506"/>
                </a:lnTo>
                <a:lnTo>
                  <a:pt x="142" y="500"/>
                </a:lnTo>
                <a:lnTo>
                  <a:pt x="132" y="494"/>
                </a:lnTo>
                <a:lnTo>
                  <a:pt x="123" y="488"/>
                </a:lnTo>
                <a:lnTo>
                  <a:pt x="114" y="482"/>
                </a:lnTo>
                <a:lnTo>
                  <a:pt x="105" y="475"/>
                </a:lnTo>
                <a:lnTo>
                  <a:pt x="96" y="468"/>
                </a:lnTo>
                <a:lnTo>
                  <a:pt x="88" y="461"/>
                </a:lnTo>
                <a:lnTo>
                  <a:pt x="80" y="454"/>
                </a:lnTo>
                <a:lnTo>
                  <a:pt x="73" y="447"/>
                </a:lnTo>
                <a:lnTo>
                  <a:pt x="65" y="439"/>
                </a:lnTo>
                <a:lnTo>
                  <a:pt x="58" y="432"/>
                </a:lnTo>
                <a:lnTo>
                  <a:pt x="52" y="424"/>
                </a:lnTo>
                <a:lnTo>
                  <a:pt x="46" y="416"/>
                </a:lnTo>
                <a:lnTo>
                  <a:pt x="40" y="408"/>
                </a:lnTo>
                <a:lnTo>
                  <a:pt x="35" y="400"/>
                </a:lnTo>
                <a:lnTo>
                  <a:pt x="30" y="390"/>
                </a:lnTo>
                <a:lnTo>
                  <a:pt x="25" y="382"/>
                </a:lnTo>
                <a:lnTo>
                  <a:pt x="21" y="373"/>
                </a:lnTo>
                <a:lnTo>
                  <a:pt x="17" y="365"/>
                </a:lnTo>
                <a:lnTo>
                  <a:pt x="13" y="356"/>
                </a:lnTo>
                <a:lnTo>
                  <a:pt x="10" y="348"/>
                </a:lnTo>
                <a:lnTo>
                  <a:pt x="7" y="339"/>
                </a:lnTo>
                <a:lnTo>
                  <a:pt x="5" y="330"/>
                </a:lnTo>
                <a:lnTo>
                  <a:pt x="3" y="321"/>
                </a:lnTo>
                <a:lnTo>
                  <a:pt x="2" y="312"/>
                </a:lnTo>
                <a:lnTo>
                  <a:pt x="1" y="303"/>
                </a:lnTo>
                <a:lnTo>
                  <a:pt x="0" y="294"/>
                </a:lnTo>
                <a:lnTo>
                  <a:pt x="0" y="285"/>
                </a:lnTo>
                <a:lnTo>
                  <a:pt x="0" y="276"/>
                </a:lnTo>
                <a:lnTo>
                  <a:pt x="1" y="267"/>
                </a:lnTo>
                <a:lnTo>
                  <a:pt x="2" y="258"/>
                </a:lnTo>
                <a:lnTo>
                  <a:pt x="3" y="249"/>
                </a:lnTo>
                <a:lnTo>
                  <a:pt x="5" y="241"/>
                </a:lnTo>
                <a:lnTo>
                  <a:pt x="7" y="232"/>
                </a:lnTo>
                <a:lnTo>
                  <a:pt x="10" y="223"/>
                </a:lnTo>
                <a:lnTo>
                  <a:pt x="13" y="214"/>
                </a:lnTo>
                <a:lnTo>
                  <a:pt x="17" y="206"/>
                </a:lnTo>
                <a:lnTo>
                  <a:pt x="21" y="197"/>
                </a:lnTo>
                <a:lnTo>
                  <a:pt x="25" y="189"/>
                </a:lnTo>
                <a:lnTo>
                  <a:pt x="30" y="180"/>
                </a:lnTo>
                <a:lnTo>
                  <a:pt x="35" y="172"/>
                </a:lnTo>
                <a:lnTo>
                  <a:pt x="40" y="164"/>
                </a:lnTo>
                <a:lnTo>
                  <a:pt x="46" y="156"/>
                </a:lnTo>
                <a:lnTo>
                  <a:pt x="52" y="148"/>
                </a:lnTo>
                <a:lnTo>
                  <a:pt x="58" y="140"/>
                </a:lnTo>
                <a:lnTo>
                  <a:pt x="65" y="132"/>
                </a:lnTo>
                <a:lnTo>
                  <a:pt x="73" y="125"/>
                </a:lnTo>
                <a:lnTo>
                  <a:pt x="80" y="117"/>
                </a:lnTo>
                <a:lnTo>
                  <a:pt x="88" y="110"/>
                </a:lnTo>
                <a:lnTo>
                  <a:pt x="96" y="103"/>
                </a:lnTo>
                <a:lnTo>
                  <a:pt x="105" y="96"/>
                </a:lnTo>
                <a:lnTo>
                  <a:pt x="114" y="90"/>
                </a:lnTo>
                <a:lnTo>
                  <a:pt x="123" y="83"/>
                </a:lnTo>
                <a:lnTo>
                  <a:pt x="132" y="77"/>
                </a:lnTo>
                <a:lnTo>
                  <a:pt x="142" y="71"/>
                </a:lnTo>
                <a:lnTo>
                  <a:pt x="152" y="65"/>
                </a:lnTo>
                <a:lnTo>
                  <a:pt x="162" y="60"/>
                </a:lnTo>
                <a:lnTo>
                  <a:pt x="173" y="54"/>
                </a:lnTo>
                <a:lnTo>
                  <a:pt x="184" y="49"/>
                </a:lnTo>
                <a:lnTo>
                  <a:pt x="195" y="44"/>
                </a:lnTo>
                <a:lnTo>
                  <a:pt x="206" y="40"/>
                </a:lnTo>
                <a:lnTo>
                  <a:pt x="217" y="35"/>
                </a:lnTo>
                <a:lnTo>
                  <a:pt x="229" y="31"/>
                </a:lnTo>
                <a:lnTo>
                  <a:pt x="242" y="27"/>
                </a:lnTo>
                <a:lnTo>
                  <a:pt x="254" y="23"/>
                </a:lnTo>
                <a:lnTo>
                  <a:pt x="266" y="20"/>
                </a:lnTo>
                <a:lnTo>
                  <a:pt x="278" y="17"/>
                </a:lnTo>
                <a:lnTo>
                  <a:pt x="291" y="14"/>
                </a:lnTo>
                <a:lnTo>
                  <a:pt x="303" y="11"/>
                </a:lnTo>
                <a:lnTo>
                  <a:pt x="316" y="9"/>
                </a:lnTo>
                <a:lnTo>
                  <a:pt x="329" y="7"/>
                </a:lnTo>
                <a:lnTo>
                  <a:pt x="342" y="5"/>
                </a:lnTo>
                <a:lnTo>
                  <a:pt x="355" y="3"/>
                </a:lnTo>
                <a:lnTo>
                  <a:pt x="368" y="2"/>
                </a:lnTo>
                <a:lnTo>
                  <a:pt x="381" y="1"/>
                </a:lnTo>
                <a:lnTo>
                  <a:pt x="394" y="0"/>
                </a:lnTo>
                <a:lnTo>
                  <a:pt x="407" y="0"/>
                </a:lnTo>
                <a:lnTo>
                  <a:pt x="420" y="0"/>
                </a:lnTo>
                <a:lnTo>
                  <a:pt x="434" y="0"/>
                </a:lnTo>
                <a:lnTo>
                  <a:pt x="447" y="0"/>
                </a:lnTo>
                <a:lnTo>
                  <a:pt x="460" y="1"/>
                </a:lnTo>
                <a:lnTo>
                  <a:pt x="473" y="2"/>
                </a:lnTo>
                <a:lnTo>
                  <a:pt x="486" y="3"/>
                </a:lnTo>
                <a:lnTo>
                  <a:pt x="499" y="5"/>
                </a:lnTo>
                <a:lnTo>
                  <a:pt x="512" y="7"/>
                </a:lnTo>
                <a:lnTo>
                  <a:pt x="525" y="9"/>
                </a:lnTo>
                <a:lnTo>
                  <a:pt x="537" y="11"/>
                </a:lnTo>
                <a:lnTo>
                  <a:pt x="550" y="14"/>
                </a:lnTo>
                <a:lnTo>
                  <a:pt x="563" y="17"/>
                </a:lnTo>
                <a:lnTo>
                  <a:pt x="575" y="20"/>
                </a:lnTo>
                <a:lnTo>
                  <a:pt x="587" y="23"/>
                </a:lnTo>
                <a:lnTo>
                  <a:pt x="599" y="27"/>
                </a:lnTo>
                <a:lnTo>
                  <a:pt x="611" y="31"/>
                </a:lnTo>
                <a:lnTo>
                  <a:pt x="623" y="35"/>
                </a:lnTo>
                <a:lnTo>
                  <a:pt x="634" y="40"/>
                </a:lnTo>
                <a:lnTo>
                  <a:pt x="645" y="44"/>
                </a:lnTo>
                <a:lnTo>
                  <a:pt x="656" y="49"/>
                </a:lnTo>
                <a:lnTo>
                  <a:pt x="667" y="54"/>
                </a:lnTo>
                <a:lnTo>
                  <a:pt x="678" y="60"/>
                </a:lnTo>
                <a:lnTo>
                  <a:pt x="688" y="65"/>
                </a:lnTo>
                <a:lnTo>
                  <a:pt x="698" y="71"/>
                </a:lnTo>
                <a:lnTo>
                  <a:pt x="708" y="77"/>
                </a:lnTo>
                <a:lnTo>
                  <a:pt x="717" y="83"/>
                </a:lnTo>
                <a:lnTo>
                  <a:pt x="726" y="90"/>
                </a:lnTo>
                <a:lnTo>
                  <a:pt x="735" y="96"/>
                </a:lnTo>
                <a:lnTo>
                  <a:pt x="744" y="103"/>
                </a:lnTo>
                <a:lnTo>
                  <a:pt x="752" y="110"/>
                </a:lnTo>
                <a:lnTo>
                  <a:pt x="760" y="117"/>
                </a:lnTo>
                <a:lnTo>
                  <a:pt x="767" y="125"/>
                </a:lnTo>
                <a:lnTo>
                  <a:pt x="775" y="132"/>
                </a:lnTo>
                <a:lnTo>
                  <a:pt x="781" y="140"/>
                </a:lnTo>
                <a:lnTo>
                  <a:pt x="788" y="148"/>
                </a:lnTo>
                <a:lnTo>
                  <a:pt x="794" y="156"/>
                </a:lnTo>
                <a:lnTo>
                  <a:pt x="800" y="164"/>
                </a:lnTo>
                <a:lnTo>
                  <a:pt x="805" y="172"/>
                </a:lnTo>
                <a:lnTo>
                  <a:pt x="810" y="180"/>
                </a:lnTo>
                <a:lnTo>
                  <a:pt x="815" y="189"/>
                </a:lnTo>
                <a:lnTo>
                  <a:pt x="819" y="197"/>
                </a:lnTo>
                <a:lnTo>
                  <a:pt x="823" y="206"/>
                </a:lnTo>
                <a:lnTo>
                  <a:pt x="827" y="214"/>
                </a:lnTo>
                <a:lnTo>
                  <a:pt x="830" y="223"/>
                </a:lnTo>
                <a:lnTo>
                  <a:pt x="832" y="232"/>
                </a:lnTo>
                <a:lnTo>
                  <a:pt x="835" y="241"/>
                </a:lnTo>
                <a:lnTo>
                  <a:pt x="837" y="249"/>
                </a:lnTo>
                <a:lnTo>
                  <a:pt x="838" y="258"/>
                </a:lnTo>
                <a:lnTo>
                  <a:pt x="839" y="267"/>
                </a:lnTo>
                <a:lnTo>
                  <a:pt x="840" y="276"/>
                </a:lnTo>
                <a:lnTo>
                  <a:pt x="840" y="285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8" name=""/>
          <p:cNvSpPr/>
          <p:nvPr/>
        </p:nvSpPr>
        <p:spPr>
          <a:xfrm>
            <a:off x="7903080" y="2831040"/>
            <a:ext cx="313200" cy="213120"/>
          </a:xfrm>
          <a:custGeom>
            <a:avLst/>
            <a:gdLst/>
            <a:ahLst/>
            <a:rect l="0" t="0" r="r" b="b"/>
            <a:pathLst>
              <a:path w="870" h="592">
                <a:moveTo>
                  <a:pt x="855" y="296"/>
                </a:moveTo>
                <a:lnTo>
                  <a:pt x="855" y="287"/>
                </a:lnTo>
                <a:lnTo>
                  <a:pt x="854" y="278"/>
                </a:lnTo>
                <a:lnTo>
                  <a:pt x="853" y="269"/>
                </a:lnTo>
                <a:lnTo>
                  <a:pt x="852" y="260"/>
                </a:lnTo>
                <a:lnTo>
                  <a:pt x="850" y="252"/>
                </a:lnTo>
                <a:lnTo>
                  <a:pt x="847" y="243"/>
                </a:lnTo>
                <a:lnTo>
                  <a:pt x="845" y="234"/>
                </a:lnTo>
                <a:lnTo>
                  <a:pt x="842" y="225"/>
                </a:lnTo>
                <a:lnTo>
                  <a:pt x="838" y="217"/>
                </a:lnTo>
                <a:lnTo>
                  <a:pt x="834" y="208"/>
                </a:lnTo>
                <a:lnTo>
                  <a:pt x="830" y="200"/>
                </a:lnTo>
                <a:lnTo>
                  <a:pt x="825" y="191"/>
                </a:lnTo>
                <a:lnTo>
                  <a:pt x="820" y="183"/>
                </a:lnTo>
                <a:lnTo>
                  <a:pt x="815" y="175"/>
                </a:lnTo>
                <a:lnTo>
                  <a:pt x="809" y="167"/>
                </a:lnTo>
                <a:lnTo>
                  <a:pt x="803" y="159"/>
                </a:lnTo>
                <a:lnTo>
                  <a:pt x="796" y="151"/>
                </a:lnTo>
                <a:lnTo>
                  <a:pt x="790" y="143"/>
                </a:lnTo>
                <a:lnTo>
                  <a:pt x="782" y="136"/>
                </a:lnTo>
                <a:lnTo>
                  <a:pt x="775" y="128"/>
                </a:lnTo>
                <a:lnTo>
                  <a:pt x="767" y="121"/>
                </a:lnTo>
                <a:lnTo>
                  <a:pt x="759" y="113"/>
                </a:lnTo>
                <a:lnTo>
                  <a:pt x="750" y="106"/>
                </a:lnTo>
                <a:lnTo>
                  <a:pt x="741" y="100"/>
                </a:lnTo>
                <a:lnTo>
                  <a:pt x="732" y="93"/>
                </a:lnTo>
                <a:lnTo>
                  <a:pt x="723" y="87"/>
                </a:lnTo>
                <a:lnTo>
                  <a:pt x="713" y="81"/>
                </a:lnTo>
                <a:lnTo>
                  <a:pt x="703" y="75"/>
                </a:lnTo>
                <a:lnTo>
                  <a:pt x="693" y="70"/>
                </a:lnTo>
                <a:lnTo>
                  <a:pt x="682" y="64"/>
                </a:lnTo>
                <a:lnTo>
                  <a:pt x="671" y="59"/>
                </a:lnTo>
                <a:lnTo>
                  <a:pt x="660" y="54"/>
                </a:lnTo>
                <a:lnTo>
                  <a:pt x="649" y="50"/>
                </a:lnTo>
                <a:lnTo>
                  <a:pt x="638" y="45"/>
                </a:lnTo>
                <a:lnTo>
                  <a:pt x="626" y="41"/>
                </a:lnTo>
                <a:lnTo>
                  <a:pt x="614" y="37"/>
                </a:lnTo>
                <a:lnTo>
                  <a:pt x="602" y="33"/>
                </a:lnTo>
                <a:lnTo>
                  <a:pt x="590" y="30"/>
                </a:lnTo>
                <a:lnTo>
                  <a:pt x="578" y="27"/>
                </a:lnTo>
                <a:lnTo>
                  <a:pt x="565" y="24"/>
                </a:lnTo>
                <a:lnTo>
                  <a:pt x="552" y="21"/>
                </a:lnTo>
                <a:lnTo>
                  <a:pt x="540" y="19"/>
                </a:lnTo>
                <a:lnTo>
                  <a:pt x="527" y="17"/>
                </a:lnTo>
                <a:lnTo>
                  <a:pt x="514" y="15"/>
                </a:lnTo>
                <a:lnTo>
                  <a:pt x="501" y="13"/>
                </a:lnTo>
                <a:lnTo>
                  <a:pt x="488" y="12"/>
                </a:lnTo>
                <a:lnTo>
                  <a:pt x="475" y="11"/>
                </a:lnTo>
                <a:lnTo>
                  <a:pt x="462" y="10"/>
                </a:lnTo>
                <a:lnTo>
                  <a:pt x="449" y="10"/>
                </a:lnTo>
                <a:lnTo>
                  <a:pt x="435" y="10"/>
                </a:lnTo>
                <a:lnTo>
                  <a:pt x="422" y="10"/>
                </a:lnTo>
                <a:lnTo>
                  <a:pt x="409" y="10"/>
                </a:lnTo>
                <a:lnTo>
                  <a:pt x="396" y="11"/>
                </a:lnTo>
                <a:lnTo>
                  <a:pt x="383" y="12"/>
                </a:lnTo>
                <a:lnTo>
                  <a:pt x="370" y="13"/>
                </a:lnTo>
                <a:lnTo>
                  <a:pt x="357" y="15"/>
                </a:lnTo>
                <a:lnTo>
                  <a:pt x="344" y="17"/>
                </a:lnTo>
                <a:lnTo>
                  <a:pt x="331" y="19"/>
                </a:lnTo>
                <a:lnTo>
                  <a:pt x="318" y="21"/>
                </a:lnTo>
                <a:lnTo>
                  <a:pt x="306" y="24"/>
                </a:lnTo>
                <a:lnTo>
                  <a:pt x="293" y="27"/>
                </a:lnTo>
                <a:lnTo>
                  <a:pt x="281" y="30"/>
                </a:lnTo>
                <a:lnTo>
                  <a:pt x="269" y="33"/>
                </a:lnTo>
                <a:lnTo>
                  <a:pt x="257" y="37"/>
                </a:lnTo>
                <a:lnTo>
                  <a:pt x="245" y="41"/>
                </a:lnTo>
                <a:lnTo>
                  <a:pt x="233" y="45"/>
                </a:lnTo>
                <a:lnTo>
                  <a:pt x="222" y="50"/>
                </a:lnTo>
                <a:lnTo>
                  <a:pt x="211" y="54"/>
                </a:lnTo>
                <a:lnTo>
                  <a:pt x="199" y="59"/>
                </a:lnTo>
                <a:lnTo>
                  <a:pt x="188" y="64"/>
                </a:lnTo>
                <a:lnTo>
                  <a:pt x="177" y="70"/>
                </a:lnTo>
                <a:lnTo>
                  <a:pt x="167" y="75"/>
                </a:lnTo>
                <a:lnTo>
                  <a:pt x="157" y="81"/>
                </a:lnTo>
                <a:lnTo>
                  <a:pt x="147" y="87"/>
                </a:lnTo>
                <a:lnTo>
                  <a:pt x="138" y="93"/>
                </a:lnTo>
                <a:lnTo>
                  <a:pt x="129" y="100"/>
                </a:lnTo>
                <a:lnTo>
                  <a:pt x="120" y="106"/>
                </a:lnTo>
                <a:lnTo>
                  <a:pt x="111" y="113"/>
                </a:lnTo>
                <a:lnTo>
                  <a:pt x="103" y="121"/>
                </a:lnTo>
                <a:lnTo>
                  <a:pt x="95" y="128"/>
                </a:lnTo>
                <a:lnTo>
                  <a:pt x="88" y="136"/>
                </a:lnTo>
                <a:lnTo>
                  <a:pt x="80" y="143"/>
                </a:lnTo>
                <a:lnTo>
                  <a:pt x="73" y="151"/>
                </a:lnTo>
                <a:lnTo>
                  <a:pt x="67" y="159"/>
                </a:lnTo>
                <a:lnTo>
                  <a:pt x="61" y="167"/>
                </a:lnTo>
                <a:lnTo>
                  <a:pt x="55" y="175"/>
                </a:lnTo>
                <a:lnTo>
                  <a:pt x="50" y="183"/>
                </a:lnTo>
                <a:lnTo>
                  <a:pt x="45" y="191"/>
                </a:lnTo>
                <a:lnTo>
                  <a:pt x="40" y="200"/>
                </a:lnTo>
                <a:lnTo>
                  <a:pt x="36" y="208"/>
                </a:lnTo>
                <a:lnTo>
                  <a:pt x="32" y="217"/>
                </a:lnTo>
                <a:lnTo>
                  <a:pt x="28" y="225"/>
                </a:lnTo>
                <a:lnTo>
                  <a:pt x="25" y="234"/>
                </a:lnTo>
                <a:lnTo>
                  <a:pt x="22" y="243"/>
                </a:lnTo>
                <a:lnTo>
                  <a:pt x="20" y="252"/>
                </a:lnTo>
                <a:lnTo>
                  <a:pt x="18" y="260"/>
                </a:lnTo>
                <a:lnTo>
                  <a:pt x="17" y="269"/>
                </a:lnTo>
                <a:lnTo>
                  <a:pt x="16" y="278"/>
                </a:lnTo>
                <a:lnTo>
                  <a:pt x="15" y="287"/>
                </a:lnTo>
                <a:lnTo>
                  <a:pt x="15" y="296"/>
                </a:lnTo>
                <a:lnTo>
                  <a:pt x="15" y="305"/>
                </a:lnTo>
                <a:lnTo>
                  <a:pt x="16" y="314"/>
                </a:lnTo>
                <a:lnTo>
                  <a:pt x="17" y="323"/>
                </a:lnTo>
                <a:lnTo>
                  <a:pt x="18" y="332"/>
                </a:lnTo>
                <a:lnTo>
                  <a:pt x="20" y="341"/>
                </a:lnTo>
                <a:lnTo>
                  <a:pt x="22" y="350"/>
                </a:lnTo>
                <a:lnTo>
                  <a:pt x="25" y="359"/>
                </a:lnTo>
                <a:lnTo>
                  <a:pt x="28" y="367"/>
                </a:lnTo>
                <a:lnTo>
                  <a:pt x="32" y="376"/>
                </a:lnTo>
                <a:lnTo>
                  <a:pt x="36" y="384"/>
                </a:lnTo>
                <a:lnTo>
                  <a:pt x="40" y="393"/>
                </a:lnTo>
                <a:lnTo>
                  <a:pt x="45" y="401"/>
                </a:lnTo>
                <a:lnTo>
                  <a:pt x="50" y="410"/>
                </a:lnTo>
                <a:lnTo>
                  <a:pt x="55" y="418"/>
                </a:lnTo>
                <a:lnTo>
                  <a:pt x="61" y="426"/>
                </a:lnTo>
                <a:lnTo>
                  <a:pt x="67" y="434"/>
                </a:lnTo>
                <a:lnTo>
                  <a:pt x="73" y="442"/>
                </a:lnTo>
                <a:lnTo>
                  <a:pt x="80" y="449"/>
                </a:lnTo>
                <a:lnTo>
                  <a:pt x="88" y="457"/>
                </a:lnTo>
                <a:lnTo>
                  <a:pt x="95" y="464"/>
                </a:lnTo>
                <a:lnTo>
                  <a:pt x="103" y="471"/>
                </a:lnTo>
                <a:lnTo>
                  <a:pt x="111" y="478"/>
                </a:lnTo>
                <a:lnTo>
                  <a:pt x="120" y="485"/>
                </a:lnTo>
                <a:lnTo>
                  <a:pt x="129" y="492"/>
                </a:lnTo>
                <a:lnTo>
                  <a:pt x="138" y="498"/>
                </a:lnTo>
                <a:lnTo>
                  <a:pt x="147" y="504"/>
                </a:lnTo>
                <a:lnTo>
                  <a:pt x="157" y="510"/>
                </a:lnTo>
                <a:lnTo>
                  <a:pt x="167" y="516"/>
                </a:lnTo>
                <a:lnTo>
                  <a:pt x="177" y="522"/>
                </a:lnTo>
                <a:lnTo>
                  <a:pt x="188" y="527"/>
                </a:lnTo>
                <a:lnTo>
                  <a:pt x="199" y="532"/>
                </a:lnTo>
                <a:lnTo>
                  <a:pt x="211" y="537"/>
                </a:lnTo>
                <a:lnTo>
                  <a:pt x="222" y="542"/>
                </a:lnTo>
                <a:lnTo>
                  <a:pt x="233" y="546"/>
                </a:lnTo>
                <a:lnTo>
                  <a:pt x="245" y="551"/>
                </a:lnTo>
                <a:lnTo>
                  <a:pt x="257" y="555"/>
                </a:lnTo>
                <a:lnTo>
                  <a:pt x="269" y="558"/>
                </a:lnTo>
                <a:lnTo>
                  <a:pt x="281" y="562"/>
                </a:lnTo>
                <a:lnTo>
                  <a:pt x="293" y="565"/>
                </a:lnTo>
                <a:lnTo>
                  <a:pt x="306" y="568"/>
                </a:lnTo>
                <a:lnTo>
                  <a:pt x="318" y="570"/>
                </a:lnTo>
                <a:lnTo>
                  <a:pt x="331" y="573"/>
                </a:lnTo>
                <a:lnTo>
                  <a:pt x="344" y="575"/>
                </a:lnTo>
                <a:lnTo>
                  <a:pt x="357" y="577"/>
                </a:lnTo>
                <a:lnTo>
                  <a:pt x="370" y="578"/>
                </a:lnTo>
                <a:lnTo>
                  <a:pt x="383" y="579"/>
                </a:lnTo>
                <a:lnTo>
                  <a:pt x="396" y="580"/>
                </a:lnTo>
                <a:lnTo>
                  <a:pt x="409" y="581"/>
                </a:lnTo>
                <a:lnTo>
                  <a:pt x="422" y="582"/>
                </a:lnTo>
                <a:lnTo>
                  <a:pt x="435" y="582"/>
                </a:lnTo>
                <a:lnTo>
                  <a:pt x="449" y="582"/>
                </a:lnTo>
                <a:lnTo>
                  <a:pt x="462" y="581"/>
                </a:lnTo>
                <a:lnTo>
                  <a:pt x="475" y="580"/>
                </a:lnTo>
                <a:lnTo>
                  <a:pt x="488" y="579"/>
                </a:lnTo>
                <a:lnTo>
                  <a:pt x="501" y="578"/>
                </a:lnTo>
                <a:lnTo>
                  <a:pt x="514" y="577"/>
                </a:lnTo>
                <a:lnTo>
                  <a:pt x="527" y="575"/>
                </a:lnTo>
                <a:lnTo>
                  <a:pt x="540" y="573"/>
                </a:lnTo>
                <a:lnTo>
                  <a:pt x="552" y="570"/>
                </a:lnTo>
                <a:lnTo>
                  <a:pt x="565" y="568"/>
                </a:lnTo>
                <a:lnTo>
                  <a:pt x="578" y="565"/>
                </a:lnTo>
                <a:lnTo>
                  <a:pt x="590" y="562"/>
                </a:lnTo>
                <a:lnTo>
                  <a:pt x="602" y="558"/>
                </a:lnTo>
                <a:lnTo>
                  <a:pt x="614" y="555"/>
                </a:lnTo>
                <a:lnTo>
                  <a:pt x="626" y="551"/>
                </a:lnTo>
                <a:lnTo>
                  <a:pt x="638" y="546"/>
                </a:lnTo>
                <a:lnTo>
                  <a:pt x="649" y="542"/>
                </a:lnTo>
                <a:lnTo>
                  <a:pt x="660" y="537"/>
                </a:lnTo>
                <a:lnTo>
                  <a:pt x="671" y="532"/>
                </a:lnTo>
                <a:lnTo>
                  <a:pt x="682" y="527"/>
                </a:lnTo>
                <a:lnTo>
                  <a:pt x="693" y="522"/>
                </a:lnTo>
                <a:lnTo>
                  <a:pt x="703" y="516"/>
                </a:lnTo>
                <a:lnTo>
                  <a:pt x="713" y="510"/>
                </a:lnTo>
                <a:lnTo>
                  <a:pt x="723" y="504"/>
                </a:lnTo>
                <a:lnTo>
                  <a:pt x="732" y="498"/>
                </a:lnTo>
                <a:lnTo>
                  <a:pt x="741" y="492"/>
                </a:lnTo>
                <a:lnTo>
                  <a:pt x="750" y="485"/>
                </a:lnTo>
                <a:lnTo>
                  <a:pt x="759" y="478"/>
                </a:lnTo>
                <a:lnTo>
                  <a:pt x="767" y="471"/>
                </a:lnTo>
                <a:lnTo>
                  <a:pt x="775" y="464"/>
                </a:lnTo>
                <a:lnTo>
                  <a:pt x="782" y="457"/>
                </a:lnTo>
                <a:lnTo>
                  <a:pt x="790" y="449"/>
                </a:lnTo>
                <a:lnTo>
                  <a:pt x="796" y="442"/>
                </a:lnTo>
                <a:lnTo>
                  <a:pt x="803" y="434"/>
                </a:lnTo>
                <a:lnTo>
                  <a:pt x="809" y="426"/>
                </a:lnTo>
                <a:lnTo>
                  <a:pt x="815" y="418"/>
                </a:lnTo>
                <a:lnTo>
                  <a:pt x="820" y="410"/>
                </a:lnTo>
                <a:lnTo>
                  <a:pt x="825" y="401"/>
                </a:lnTo>
                <a:lnTo>
                  <a:pt x="830" y="393"/>
                </a:lnTo>
                <a:lnTo>
                  <a:pt x="834" y="384"/>
                </a:lnTo>
                <a:lnTo>
                  <a:pt x="838" y="376"/>
                </a:lnTo>
                <a:lnTo>
                  <a:pt x="842" y="367"/>
                </a:lnTo>
                <a:lnTo>
                  <a:pt x="845" y="359"/>
                </a:lnTo>
                <a:lnTo>
                  <a:pt x="847" y="350"/>
                </a:lnTo>
                <a:lnTo>
                  <a:pt x="850" y="341"/>
                </a:lnTo>
                <a:lnTo>
                  <a:pt x="852" y="332"/>
                </a:lnTo>
                <a:lnTo>
                  <a:pt x="853" y="323"/>
                </a:lnTo>
                <a:lnTo>
                  <a:pt x="854" y="314"/>
                </a:lnTo>
                <a:lnTo>
                  <a:pt x="855" y="305"/>
                </a:lnTo>
                <a:lnTo>
                  <a:pt x="855" y="296"/>
                </a:lnTo>
                <a:moveTo>
                  <a:pt x="870" y="296"/>
                </a:moveTo>
                <a:lnTo>
                  <a:pt x="870" y="306"/>
                </a:lnTo>
                <a:lnTo>
                  <a:pt x="869" y="315"/>
                </a:lnTo>
                <a:lnTo>
                  <a:pt x="868" y="324"/>
                </a:lnTo>
                <a:lnTo>
                  <a:pt x="867" y="333"/>
                </a:lnTo>
                <a:lnTo>
                  <a:pt x="865" y="343"/>
                </a:lnTo>
                <a:lnTo>
                  <a:pt x="862" y="352"/>
                </a:lnTo>
                <a:lnTo>
                  <a:pt x="860" y="361"/>
                </a:lnTo>
                <a:lnTo>
                  <a:pt x="856" y="370"/>
                </a:lnTo>
                <a:lnTo>
                  <a:pt x="853" y="379"/>
                </a:lnTo>
                <a:lnTo>
                  <a:pt x="849" y="388"/>
                </a:lnTo>
                <a:lnTo>
                  <a:pt x="844" y="396"/>
                </a:lnTo>
                <a:lnTo>
                  <a:pt x="840" y="405"/>
                </a:lnTo>
                <a:lnTo>
                  <a:pt x="834" y="414"/>
                </a:lnTo>
                <a:lnTo>
                  <a:pt x="829" y="422"/>
                </a:lnTo>
                <a:lnTo>
                  <a:pt x="823" y="431"/>
                </a:lnTo>
                <a:lnTo>
                  <a:pt x="816" y="439"/>
                </a:lnTo>
                <a:lnTo>
                  <a:pt x="810" y="447"/>
                </a:lnTo>
                <a:lnTo>
                  <a:pt x="802" y="455"/>
                </a:lnTo>
                <a:lnTo>
                  <a:pt x="795" y="462"/>
                </a:lnTo>
                <a:lnTo>
                  <a:pt x="787" y="470"/>
                </a:lnTo>
                <a:lnTo>
                  <a:pt x="779" y="477"/>
                </a:lnTo>
                <a:lnTo>
                  <a:pt x="770" y="485"/>
                </a:lnTo>
                <a:lnTo>
                  <a:pt x="761" y="492"/>
                </a:lnTo>
                <a:lnTo>
                  <a:pt x="752" y="499"/>
                </a:lnTo>
                <a:lnTo>
                  <a:pt x="743" y="505"/>
                </a:lnTo>
                <a:lnTo>
                  <a:pt x="733" y="512"/>
                </a:lnTo>
                <a:lnTo>
                  <a:pt x="723" y="518"/>
                </a:lnTo>
                <a:lnTo>
                  <a:pt x="712" y="524"/>
                </a:lnTo>
                <a:lnTo>
                  <a:pt x="702" y="530"/>
                </a:lnTo>
                <a:lnTo>
                  <a:pt x="691" y="535"/>
                </a:lnTo>
                <a:lnTo>
                  <a:pt x="680" y="541"/>
                </a:lnTo>
                <a:lnTo>
                  <a:pt x="668" y="546"/>
                </a:lnTo>
                <a:lnTo>
                  <a:pt x="657" y="551"/>
                </a:lnTo>
                <a:lnTo>
                  <a:pt x="645" y="555"/>
                </a:lnTo>
                <a:lnTo>
                  <a:pt x="633" y="560"/>
                </a:lnTo>
                <a:lnTo>
                  <a:pt x="621" y="564"/>
                </a:lnTo>
                <a:lnTo>
                  <a:pt x="608" y="568"/>
                </a:lnTo>
                <a:lnTo>
                  <a:pt x="595" y="571"/>
                </a:lnTo>
                <a:lnTo>
                  <a:pt x="583" y="574"/>
                </a:lnTo>
                <a:lnTo>
                  <a:pt x="570" y="577"/>
                </a:lnTo>
                <a:lnTo>
                  <a:pt x="557" y="580"/>
                </a:lnTo>
                <a:lnTo>
                  <a:pt x="544" y="583"/>
                </a:lnTo>
                <a:lnTo>
                  <a:pt x="530" y="585"/>
                </a:lnTo>
                <a:lnTo>
                  <a:pt x="517" y="587"/>
                </a:lnTo>
                <a:lnTo>
                  <a:pt x="503" y="588"/>
                </a:lnTo>
                <a:lnTo>
                  <a:pt x="490" y="590"/>
                </a:lnTo>
                <a:lnTo>
                  <a:pt x="476" y="591"/>
                </a:lnTo>
                <a:lnTo>
                  <a:pt x="463" y="591"/>
                </a:lnTo>
                <a:lnTo>
                  <a:pt x="449" y="592"/>
                </a:lnTo>
                <a:lnTo>
                  <a:pt x="435" y="592"/>
                </a:lnTo>
                <a:lnTo>
                  <a:pt x="422" y="592"/>
                </a:lnTo>
                <a:lnTo>
                  <a:pt x="408" y="591"/>
                </a:lnTo>
                <a:lnTo>
                  <a:pt x="395" y="591"/>
                </a:lnTo>
                <a:lnTo>
                  <a:pt x="381" y="590"/>
                </a:lnTo>
                <a:lnTo>
                  <a:pt x="368" y="588"/>
                </a:lnTo>
                <a:lnTo>
                  <a:pt x="354" y="587"/>
                </a:lnTo>
                <a:lnTo>
                  <a:pt x="341" y="585"/>
                </a:lnTo>
                <a:lnTo>
                  <a:pt x="327" y="583"/>
                </a:lnTo>
                <a:lnTo>
                  <a:pt x="314" y="580"/>
                </a:lnTo>
                <a:lnTo>
                  <a:pt x="301" y="577"/>
                </a:lnTo>
                <a:lnTo>
                  <a:pt x="288" y="574"/>
                </a:lnTo>
                <a:lnTo>
                  <a:pt x="276" y="571"/>
                </a:lnTo>
                <a:lnTo>
                  <a:pt x="263" y="568"/>
                </a:lnTo>
                <a:lnTo>
                  <a:pt x="250" y="564"/>
                </a:lnTo>
                <a:lnTo>
                  <a:pt x="238" y="560"/>
                </a:lnTo>
                <a:lnTo>
                  <a:pt x="226" y="555"/>
                </a:lnTo>
                <a:lnTo>
                  <a:pt x="214" y="551"/>
                </a:lnTo>
                <a:lnTo>
                  <a:pt x="202" y="546"/>
                </a:lnTo>
                <a:lnTo>
                  <a:pt x="190" y="541"/>
                </a:lnTo>
                <a:lnTo>
                  <a:pt x="179" y="535"/>
                </a:lnTo>
                <a:lnTo>
                  <a:pt x="168" y="530"/>
                </a:lnTo>
                <a:lnTo>
                  <a:pt x="157" y="524"/>
                </a:lnTo>
                <a:lnTo>
                  <a:pt x="147" y="518"/>
                </a:lnTo>
                <a:lnTo>
                  <a:pt x="137" y="512"/>
                </a:lnTo>
                <a:lnTo>
                  <a:pt x="127" y="505"/>
                </a:lnTo>
                <a:lnTo>
                  <a:pt x="118" y="499"/>
                </a:lnTo>
                <a:lnTo>
                  <a:pt x="109" y="492"/>
                </a:lnTo>
                <a:lnTo>
                  <a:pt x="100" y="485"/>
                </a:lnTo>
                <a:lnTo>
                  <a:pt x="91" y="477"/>
                </a:lnTo>
                <a:lnTo>
                  <a:pt x="83" y="470"/>
                </a:lnTo>
                <a:lnTo>
                  <a:pt x="75" y="462"/>
                </a:lnTo>
                <a:lnTo>
                  <a:pt x="68" y="455"/>
                </a:lnTo>
                <a:lnTo>
                  <a:pt x="60" y="447"/>
                </a:lnTo>
                <a:lnTo>
                  <a:pt x="54" y="439"/>
                </a:lnTo>
                <a:lnTo>
                  <a:pt x="47" y="431"/>
                </a:lnTo>
                <a:lnTo>
                  <a:pt x="41" y="422"/>
                </a:lnTo>
                <a:lnTo>
                  <a:pt x="36" y="414"/>
                </a:lnTo>
                <a:lnTo>
                  <a:pt x="30" y="405"/>
                </a:lnTo>
                <a:lnTo>
                  <a:pt x="26" y="396"/>
                </a:lnTo>
                <a:lnTo>
                  <a:pt x="21" y="388"/>
                </a:lnTo>
                <a:lnTo>
                  <a:pt x="17" y="379"/>
                </a:lnTo>
                <a:lnTo>
                  <a:pt x="14" y="370"/>
                </a:lnTo>
                <a:lnTo>
                  <a:pt x="10" y="361"/>
                </a:lnTo>
                <a:lnTo>
                  <a:pt x="8" y="352"/>
                </a:lnTo>
                <a:lnTo>
                  <a:pt x="5" y="343"/>
                </a:lnTo>
                <a:lnTo>
                  <a:pt x="3" y="333"/>
                </a:lnTo>
                <a:lnTo>
                  <a:pt x="2" y="324"/>
                </a:lnTo>
                <a:lnTo>
                  <a:pt x="1" y="315"/>
                </a:lnTo>
                <a:lnTo>
                  <a:pt x="0" y="306"/>
                </a:lnTo>
                <a:lnTo>
                  <a:pt x="0" y="296"/>
                </a:lnTo>
                <a:lnTo>
                  <a:pt x="0" y="287"/>
                </a:lnTo>
                <a:lnTo>
                  <a:pt x="1" y="278"/>
                </a:lnTo>
                <a:lnTo>
                  <a:pt x="2" y="268"/>
                </a:lnTo>
                <a:lnTo>
                  <a:pt x="3" y="259"/>
                </a:lnTo>
                <a:lnTo>
                  <a:pt x="5" y="250"/>
                </a:lnTo>
                <a:lnTo>
                  <a:pt x="8" y="241"/>
                </a:lnTo>
                <a:lnTo>
                  <a:pt x="10" y="232"/>
                </a:lnTo>
                <a:lnTo>
                  <a:pt x="14" y="223"/>
                </a:lnTo>
                <a:lnTo>
                  <a:pt x="17" y="214"/>
                </a:lnTo>
                <a:lnTo>
                  <a:pt x="21" y="205"/>
                </a:lnTo>
                <a:lnTo>
                  <a:pt x="26" y="196"/>
                </a:lnTo>
                <a:lnTo>
                  <a:pt x="30" y="187"/>
                </a:lnTo>
                <a:lnTo>
                  <a:pt x="36" y="179"/>
                </a:lnTo>
                <a:lnTo>
                  <a:pt x="41" y="170"/>
                </a:lnTo>
                <a:lnTo>
                  <a:pt x="47" y="162"/>
                </a:lnTo>
                <a:lnTo>
                  <a:pt x="54" y="154"/>
                </a:lnTo>
                <a:lnTo>
                  <a:pt x="60" y="146"/>
                </a:lnTo>
                <a:lnTo>
                  <a:pt x="68" y="138"/>
                </a:lnTo>
                <a:lnTo>
                  <a:pt x="75" y="130"/>
                </a:lnTo>
                <a:lnTo>
                  <a:pt x="83" y="122"/>
                </a:lnTo>
                <a:lnTo>
                  <a:pt x="91" y="114"/>
                </a:lnTo>
                <a:lnTo>
                  <a:pt x="100" y="107"/>
                </a:lnTo>
                <a:lnTo>
                  <a:pt x="109" y="100"/>
                </a:lnTo>
                <a:lnTo>
                  <a:pt x="118" y="93"/>
                </a:lnTo>
                <a:lnTo>
                  <a:pt x="127" y="86"/>
                </a:lnTo>
                <a:lnTo>
                  <a:pt x="137" y="80"/>
                </a:lnTo>
                <a:lnTo>
                  <a:pt x="147" y="73"/>
                </a:lnTo>
                <a:lnTo>
                  <a:pt x="157" y="67"/>
                </a:lnTo>
                <a:lnTo>
                  <a:pt x="168" y="62"/>
                </a:lnTo>
                <a:lnTo>
                  <a:pt x="179" y="56"/>
                </a:lnTo>
                <a:lnTo>
                  <a:pt x="190" y="51"/>
                </a:lnTo>
                <a:lnTo>
                  <a:pt x="202" y="46"/>
                </a:lnTo>
                <a:lnTo>
                  <a:pt x="214" y="41"/>
                </a:lnTo>
                <a:lnTo>
                  <a:pt x="226" y="36"/>
                </a:lnTo>
                <a:lnTo>
                  <a:pt x="238" y="32"/>
                </a:lnTo>
                <a:lnTo>
                  <a:pt x="250" y="28"/>
                </a:lnTo>
                <a:lnTo>
                  <a:pt x="263" y="24"/>
                </a:lnTo>
                <a:lnTo>
                  <a:pt x="276" y="20"/>
                </a:lnTo>
                <a:lnTo>
                  <a:pt x="288" y="17"/>
                </a:lnTo>
                <a:lnTo>
                  <a:pt x="301" y="14"/>
                </a:lnTo>
                <a:lnTo>
                  <a:pt x="314" y="11"/>
                </a:lnTo>
                <a:lnTo>
                  <a:pt x="327" y="9"/>
                </a:lnTo>
                <a:lnTo>
                  <a:pt x="341" y="7"/>
                </a:lnTo>
                <a:lnTo>
                  <a:pt x="354" y="5"/>
                </a:lnTo>
                <a:lnTo>
                  <a:pt x="368" y="3"/>
                </a:lnTo>
                <a:lnTo>
                  <a:pt x="381" y="2"/>
                </a:lnTo>
                <a:lnTo>
                  <a:pt x="395" y="1"/>
                </a:lnTo>
                <a:lnTo>
                  <a:pt x="408" y="0"/>
                </a:lnTo>
                <a:lnTo>
                  <a:pt x="422" y="0"/>
                </a:lnTo>
                <a:lnTo>
                  <a:pt x="435" y="0"/>
                </a:lnTo>
                <a:lnTo>
                  <a:pt x="449" y="0"/>
                </a:lnTo>
                <a:lnTo>
                  <a:pt x="463" y="0"/>
                </a:lnTo>
                <a:lnTo>
                  <a:pt x="476" y="1"/>
                </a:lnTo>
                <a:lnTo>
                  <a:pt x="490" y="2"/>
                </a:lnTo>
                <a:lnTo>
                  <a:pt x="503" y="3"/>
                </a:lnTo>
                <a:lnTo>
                  <a:pt x="517" y="5"/>
                </a:lnTo>
                <a:lnTo>
                  <a:pt x="530" y="7"/>
                </a:lnTo>
                <a:lnTo>
                  <a:pt x="544" y="9"/>
                </a:lnTo>
                <a:lnTo>
                  <a:pt x="557" y="11"/>
                </a:lnTo>
                <a:lnTo>
                  <a:pt x="570" y="14"/>
                </a:lnTo>
                <a:lnTo>
                  <a:pt x="583" y="17"/>
                </a:lnTo>
                <a:lnTo>
                  <a:pt x="595" y="20"/>
                </a:lnTo>
                <a:lnTo>
                  <a:pt x="608" y="24"/>
                </a:lnTo>
                <a:lnTo>
                  <a:pt x="621" y="28"/>
                </a:lnTo>
                <a:lnTo>
                  <a:pt x="633" y="32"/>
                </a:lnTo>
                <a:lnTo>
                  <a:pt x="645" y="36"/>
                </a:lnTo>
                <a:lnTo>
                  <a:pt x="657" y="41"/>
                </a:lnTo>
                <a:lnTo>
                  <a:pt x="668" y="46"/>
                </a:lnTo>
                <a:lnTo>
                  <a:pt x="680" y="51"/>
                </a:lnTo>
                <a:lnTo>
                  <a:pt x="691" y="56"/>
                </a:lnTo>
                <a:lnTo>
                  <a:pt x="702" y="62"/>
                </a:lnTo>
                <a:lnTo>
                  <a:pt x="712" y="67"/>
                </a:lnTo>
                <a:lnTo>
                  <a:pt x="723" y="73"/>
                </a:lnTo>
                <a:lnTo>
                  <a:pt x="733" y="80"/>
                </a:lnTo>
                <a:lnTo>
                  <a:pt x="743" y="86"/>
                </a:lnTo>
                <a:lnTo>
                  <a:pt x="752" y="93"/>
                </a:lnTo>
                <a:lnTo>
                  <a:pt x="761" y="100"/>
                </a:lnTo>
                <a:lnTo>
                  <a:pt x="770" y="107"/>
                </a:lnTo>
                <a:lnTo>
                  <a:pt x="779" y="114"/>
                </a:lnTo>
                <a:lnTo>
                  <a:pt x="787" y="122"/>
                </a:lnTo>
                <a:lnTo>
                  <a:pt x="795" y="130"/>
                </a:lnTo>
                <a:lnTo>
                  <a:pt x="802" y="138"/>
                </a:lnTo>
                <a:lnTo>
                  <a:pt x="810" y="146"/>
                </a:lnTo>
                <a:lnTo>
                  <a:pt x="816" y="154"/>
                </a:lnTo>
                <a:lnTo>
                  <a:pt x="823" y="162"/>
                </a:lnTo>
                <a:lnTo>
                  <a:pt x="829" y="170"/>
                </a:lnTo>
                <a:lnTo>
                  <a:pt x="834" y="179"/>
                </a:lnTo>
                <a:lnTo>
                  <a:pt x="840" y="187"/>
                </a:lnTo>
                <a:lnTo>
                  <a:pt x="844" y="196"/>
                </a:lnTo>
                <a:lnTo>
                  <a:pt x="849" y="205"/>
                </a:lnTo>
                <a:lnTo>
                  <a:pt x="853" y="214"/>
                </a:lnTo>
                <a:lnTo>
                  <a:pt x="856" y="223"/>
                </a:lnTo>
                <a:lnTo>
                  <a:pt x="860" y="232"/>
                </a:lnTo>
                <a:lnTo>
                  <a:pt x="862" y="241"/>
                </a:lnTo>
                <a:lnTo>
                  <a:pt x="865" y="250"/>
                </a:lnTo>
                <a:lnTo>
                  <a:pt x="867" y="259"/>
                </a:lnTo>
                <a:lnTo>
                  <a:pt x="868" y="268"/>
                </a:lnTo>
                <a:lnTo>
                  <a:pt x="869" y="278"/>
                </a:lnTo>
                <a:lnTo>
                  <a:pt x="870" y="287"/>
                </a:lnTo>
                <a:lnTo>
                  <a:pt x="870" y="296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39" name=""/>
          <p:cNvSpPr/>
          <p:nvPr/>
        </p:nvSpPr>
        <p:spPr>
          <a:xfrm>
            <a:off x="7897680" y="2827080"/>
            <a:ext cx="324000" cy="220680"/>
          </a:xfrm>
          <a:custGeom>
            <a:avLst/>
            <a:gdLst/>
            <a:ahLst/>
            <a:rect l="0" t="0" r="r" b="b"/>
            <a:pathLst>
              <a:path w="900" h="613">
                <a:moveTo>
                  <a:pt x="885" y="306"/>
                </a:moveTo>
                <a:lnTo>
                  <a:pt x="885" y="297"/>
                </a:lnTo>
                <a:lnTo>
                  <a:pt x="884" y="288"/>
                </a:lnTo>
                <a:lnTo>
                  <a:pt x="883" y="278"/>
                </a:lnTo>
                <a:lnTo>
                  <a:pt x="882" y="269"/>
                </a:lnTo>
                <a:lnTo>
                  <a:pt x="880" y="260"/>
                </a:lnTo>
                <a:lnTo>
                  <a:pt x="877" y="251"/>
                </a:lnTo>
                <a:lnTo>
                  <a:pt x="875" y="242"/>
                </a:lnTo>
                <a:lnTo>
                  <a:pt x="871" y="233"/>
                </a:lnTo>
                <a:lnTo>
                  <a:pt x="868" y="224"/>
                </a:lnTo>
                <a:lnTo>
                  <a:pt x="864" y="215"/>
                </a:lnTo>
                <a:lnTo>
                  <a:pt x="859" y="206"/>
                </a:lnTo>
                <a:lnTo>
                  <a:pt x="855" y="197"/>
                </a:lnTo>
                <a:lnTo>
                  <a:pt x="849" y="189"/>
                </a:lnTo>
                <a:lnTo>
                  <a:pt x="844" y="180"/>
                </a:lnTo>
                <a:lnTo>
                  <a:pt x="838" y="172"/>
                </a:lnTo>
                <a:lnTo>
                  <a:pt x="831" y="164"/>
                </a:lnTo>
                <a:lnTo>
                  <a:pt x="825" y="156"/>
                </a:lnTo>
                <a:lnTo>
                  <a:pt x="817" y="148"/>
                </a:lnTo>
                <a:lnTo>
                  <a:pt x="810" y="140"/>
                </a:lnTo>
                <a:lnTo>
                  <a:pt x="802" y="132"/>
                </a:lnTo>
                <a:lnTo>
                  <a:pt x="794" y="125"/>
                </a:lnTo>
                <a:lnTo>
                  <a:pt x="785" y="118"/>
                </a:lnTo>
                <a:lnTo>
                  <a:pt x="776" y="111"/>
                </a:lnTo>
                <a:lnTo>
                  <a:pt x="767" y="104"/>
                </a:lnTo>
                <a:lnTo>
                  <a:pt x="758" y="97"/>
                </a:lnTo>
                <a:lnTo>
                  <a:pt x="748" y="91"/>
                </a:lnTo>
                <a:lnTo>
                  <a:pt x="738" y="84"/>
                </a:lnTo>
                <a:lnTo>
                  <a:pt x="727" y="78"/>
                </a:lnTo>
                <a:lnTo>
                  <a:pt x="717" y="73"/>
                </a:lnTo>
                <a:lnTo>
                  <a:pt x="706" y="67"/>
                </a:lnTo>
                <a:lnTo>
                  <a:pt x="695" y="62"/>
                </a:lnTo>
                <a:lnTo>
                  <a:pt x="683" y="57"/>
                </a:lnTo>
                <a:lnTo>
                  <a:pt x="672" y="52"/>
                </a:lnTo>
                <a:lnTo>
                  <a:pt x="660" y="47"/>
                </a:lnTo>
                <a:lnTo>
                  <a:pt x="648" y="43"/>
                </a:lnTo>
                <a:lnTo>
                  <a:pt x="636" y="39"/>
                </a:lnTo>
                <a:lnTo>
                  <a:pt x="623" y="35"/>
                </a:lnTo>
                <a:lnTo>
                  <a:pt x="610" y="31"/>
                </a:lnTo>
                <a:lnTo>
                  <a:pt x="598" y="28"/>
                </a:lnTo>
                <a:lnTo>
                  <a:pt x="585" y="25"/>
                </a:lnTo>
                <a:lnTo>
                  <a:pt x="572" y="22"/>
                </a:lnTo>
                <a:lnTo>
                  <a:pt x="559" y="20"/>
                </a:lnTo>
                <a:lnTo>
                  <a:pt x="545" y="18"/>
                </a:lnTo>
                <a:lnTo>
                  <a:pt x="532" y="16"/>
                </a:lnTo>
                <a:lnTo>
                  <a:pt x="518" y="14"/>
                </a:lnTo>
                <a:lnTo>
                  <a:pt x="505" y="13"/>
                </a:lnTo>
                <a:lnTo>
                  <a:pt x="491" y="12"/>
                </a:lnTo>
                <a:lnTo>
                  <a:pt x="478" y="11"/>
                </a:lnTo>
                <a:lnTo>
                  <a:pt x="464" y="11"/>
                </a:lnTo>
                <a:lnTo>
                  <a:pt x="450" y="11"/>
                </a:lnTo>
                <a:lnTo>
                  <a:pt x="437" y="11"/>
                </a:lnTo>
                <a:lnTo>
                  <a:pt x="423" y="11"/>
                </a:lnTo>
                <a:lnTo>
                  <a:pt x="410" y="12"/>
                </a:lnTo>
                <a:lnTo>
                  <a:pt x="396" y="13"/>
                </a:lnTo>
                <a:lnTo>
                  <a:pt x="383" y="14"/>
                </a:lnTo>
                <a:lnTo>
                  <a:pt x="369" y="16"/>
                </a:lnTo>
                <a:lnTo>
                  <a:pt x="356" y="18"/>
                </a:lnTo>
                <a:lnTo>
                  <a:pt x="342" y="20"/>
                </a:lnTo>
                <a:lnTo>
                  <a:pt x="329" y="22"/>
                </a:lnTo>
                <a:lnTo>
                  <a:pt x="316" y="25"/>
                </a:lnTo>
                <a:lnTo>
                  <a:pt x="303" y="28"/>
                </a:lnTo>
                <a:lnTo>
                  <a:pt x="291" y="31"/>
                </a:lnTo>
                <a:lnTo>
                  <a:pt x="278" y="35"/>
                </a:lnTo>
                <a:lnTo>
                  <a:pt x="265" y="39"/>
                </a:lnTo>
                <a:lnTo>
                  <a:pt x="253" y="43"/>
                </a:lnTo>
                <a:lnTo>
                  <a:pt x="241" y="47"/>
                </a:lnTo>
                <a:lnTo>
                  <a:pt x="229" y="52"/>
                </a:lnTo>
                <a:lnTo>
                  <a:pt x="218" y="57"/>
                </a:lnTo>
                <a:lnTo>
                  <a:pt x="206" y="62"/>
                </a:lnTo>
                <a:lnTo>
                  <a:pt x="195" y="67"/>
                </a:lnTo>
                <a:lnTo>
                  <a:pt x="184" y="73"/>
                </a:lnTo>
                <a:lnTo>
                  <a:pt x="173" y="78"/>
                </a:lnTo>
                <a:lnTo>
                  <a:pt x="163" y="84"/>
                </a:lnTo>
                <a:lnTo>
                  <a:pt x="153" y="91"/>
                </a:lnTo>
                <a:lnTo>
                  <a:pt x="143" y="97"/>
                </a:lnTo>
                <a:lnTo>
                  <a:pt x="134" y="104"/>
                </a:lnTo>
                <a:lnTo>
                  <a:pt x="125" y="111"/>
                </a:lnTo>
                <a:lnTo>
                  <a:pt x="116" y="118"/>
                </a:lnTo>
                <a:lnTo>
                  <a:pt x="107" y="125"/>
                </a:lnTo>
                <a:lnTo>
                  <a:pt x="99" y="132"/>
                </a:lnTo>
                <a:lnTo>
                  <a:pt x="91" y="140"/>
                </a:lnTo>
                <a:lnTo>
                  <a:pt x="83" y="148"/>
                </a:lnTo>
                <a:lnTo>
                  <a:pt x="75" y="156"/>
                </a:lnTo>
                <a:lnTo>
                  <a:pt x="69" y="164"/>
                </a:lnTo>
                <a:lnTo>
                  <a:pt x="62" y="172"/>
                </a:lnTo>
                <a:lnTo>
                  <a:pt x="56" y="180"/>
                </a:lnTo>
                <a:lnTo>
                  <a:pt x="51" y="189"/>
                </a:lnTo>
                <a:lnTo>
                  <a:pt x="45" y="197"/>
                </a:lnTo>
                <a:lnTo>
                  <a:pt x="41" y="206"/>
                </a:lnTo>
                <a:lnTo>
                  <a:pt x="36" y="215"/>
                </a:lnTo>
                <a:lnTo>
                  <a:pt x="32" y="224"/>
                </a:lnTo>
                <a:lnTo>
                  <a:pt x="29" y="233"/>
                </a:lnTo>
                <a:lnTo>
                  <a:pt x="25" y="242"/>
                </a:lnTo>
                <a:lnTo>
                  <a:pt x="23" y="251"/>
                </a:lnTo>
                <a:lnTo>
                  <a:pt x="20" y="260"/>
                </a:lnTo>
                <a:lnTo>
                  <a:pt x="18" y="269"/>
                </a:lnTo>
                <a:lnTo>
                  <a:pt x="17" y="278"/>
                </a:lnTo>
                <a:lnTo>
                  <a:pt x="16" y="288"/>
                </a:lnTo>
                <a:lnTo>
                  <a:pt x="15" y="297"/>
                </a:lnTo>
                <a:lnTo>
                  <a:pt x="15" y="306"/>
                </a:lnTo>
                <a:lnTo>
                  <a:pt x="15" y="316"/>
                </a:lnTo>
                <a:lnTo>
                  <a:pt x="16" y="325"/>
                </a:lnTo>
                <a:lnTo>
                  <a:pt x="17" y="334"/>
                </a:lnTo>
                <a:lnTo>
                  <a:pt x="18" y="343"/>
                </a:lnTo>
                <a:lnTo>
                  <a:pt x="20" y="353"/>
                </a:lnTo>
                <a:lnTo>
                  <a:pt x="23" y="362"/>
                </a:lnTo>
                <a:lnTo>
                  <a:pt x="25" y="371"/>
                </a:lnTo>
                <a:lnTo>
                  <a:pt x="29" y="380"/>
                </a:lnTo>
                <a:lnTo>
                  <a:pt x="32" y="389"/>
                </a:lnTo>
                <a:lnTo>
                  <a:pt x="36" y="399"/>
                </a:lnTo>
                <a:lnTo>
                  <a:pt x="41" y="407"/>
                </a:lnTo>
                <a:lnTo>
                  <a:pt x="45" y="416"/>
                </a:lnTo>
                <a:lnTo>
                  <a:pt x="51" y="425"/>
                </a:lnTo>
                <a:lnTo>
                  <a:pt x="56" y="433"/>
                </a:lnTo>
                <a:lnTo>
                  <a:pt x="62" y="442"/>
                </a:lnTo>
                <a:lnTo>
                  <a:pt x="69" y="450"/>
                </a:lnTo>
                <a:lnTo>
                  <a:pt x="75" y="458"/>
                </a:lnTo>
                <a:lnTo>
                  <a:pt x="83" y="466"/>
                </a:lnTo>
                <a:lnTo>
                  <a:pt x="91" y="473"/>
                </a:lnTo>
                <a:lnTo>
                  <a:pt x="99" y="481"/>
                </a:lnTo>
                <a:lnTo>
                  <a:pt x="107" y="488"/>
                </a:lnTo>
                <a:lnTo>
                  <a:pt x="116" y="496"/>
                </a:lnTo>
                <a:lnTo>
                  <a:pt x="125" y="503"/>
                </a:lnTo>
                <a:lnTo>
                  <a:pt x="134" y="510"/>
                </a:lnTo>
                <a:lnTo>
                  <a:pt x="143" y="516"/>
                </a:lnTo>
                <a:lnTo>
                  <a:pt x="153" y="523"/>
                </a:lnTo>
                <a:lnTo>
                  <a:pt x="163" y="529"/>
                </a:lnTo>
                <a:lnTo>
                  <a:pt x="173" y="535"/>
                </a:lnTo>
                <a:lnTo>
                  <a:pt x="184" y="541"/>
                </a:lnTo>
                <a:lnTo>
                  <a:pt x="195" y="546"/>
                </a:lnTo>
                <a:lnTo>
                  <a:pt x="206" y="552"/>
                </a:lnTo>
                <a:lnTo>
                  <a:pt x="218" y="557"/>
                </a:lnTo>
                <a:lnTo>
                  <a:pt x="229" y="562"/>
                </a:lnTo>
                <a:lnTo>
                  <a:pt x="241" y="566"/>
                </a:lnTo>
                <a:lnTo>
                  <a:pt x="253" y="571"/>
                </a:lnTo>
                <a:lnTo>
                  <a:pt x="265" y="575"/>
                </a:lnTo>
                <a:lnTo>
                  <a:pt x="278" y="579"/>
                </a:lnTo>
                <a:lnTo>
                  <a:pt x="291" y="582"/>
                </a:lnTo>
                <a:lnTo>
                  <a:pt x="303" y="585"/>
                </a:lnTo>
                <a:lnTo>
                  <a:pt x="316" y="588"/>
                </a:lnTo>
                <a:lnTo>
                  <a:pt x="329" y="591"/>
                </a:lnTo>
                <a:lnTo>
                  <a:pt x="342" y="594"/>
                </a:lnTo>
                <a:lnTo>
                  <a:pt x="356" y="596"/>
                </a:lnTo>
                <a:lnTo>
                  <a:pt x="369" y="598"/>
                </a:lnTo>
                <a:lnTo>
                  <a:pt x="383" y="599"/>
                </a:lnTo>
                <a:lnTo>
                  <a:pt x="396" y="601"/>
                </a:lnTo>
                <a:lnTo>
                  <a:pt x="410" y="602"/>
                </a:lnTo>
                <a:lnTo>
                  <a:pt x="423" y="602"/>
                </a:lnTo>
                <a:lnTo>
                  <a:pt x="437" y="603"/>
                </a:lnTo>
                <a:lnTo>
                  <a:pt x="450" y="603"/>
                </a:lnTo>
                <a:lnTo>
                  <a:pt x="464" y="603"/>
                </a:lnTo>
                <a:lnTo>
                  <a:pt x="478" y="602"/>
                </a:lnTo>
                <a:lnTo>
                  <a:pt x="491" y="602"/>
                </a:lnTo>
                <a:lnTo>
                  <a:pt x="505" y="601"/>
                </a:lnTo>
                <a:lnTo>
                  <a:pt x="518" y="599"/>
                </a:lnTo>
                <a:lnTo>
                  <a:pt x="532" y="598"/>
                </a:lnTo>
                <a:lnTo>
                  <a:pt x="545" y="596"/>
                </a:lnTo>
                <a:lnTo>
                  <a:pt x="559" y="594"/>
                </a:lnTo>
                <a:lnTo>
                  <a:pt x="572" y="591"/>
                </a:lnTo>
                <a:lnTo>
                  <a:pt x="585" y="588"/>
                </a:lnTo>
                <a:lnTo>
                  <a:pt x="598" y="585"/>
                </a:lnTo>
                <a:lnTo>
                  <a:pt x="610" y="582"/>
                </a:lnTo>
                <a:lnTo>
                  <a:pt x="623" y="579"/>
                </a:lnTo>
                <a:lnTo>
                  <a:pt x="636" y="575"/>
                </a:lnTo>
                <a:lnTo>
                  <a:pt x="648" y="571"/>
                </a:lnTo>
                <a:lnTo>
                  <a:pt x="660" y="566"/>
                </a:lnTo>
                <a:lnTo>
                  <a:pt x="672" y="562"/>
                </a:lnTo>
                <a:lnTo>
                  <a:pt x="683" y="557"/>
                </a:lnTo>
                <a:lnTo>
                  <a:pt x="695" y="552"/>
                </a:lnTo>
                <a:lnTo>
                  <a:pt x="706" y="546"/>
                </a:lnTo>
                <a:lnTo>
                  <a:pt x="717" y="541"/>
                </a:lnTo>
                <a:lnTo>
                  <a:pt x="727" y="535"/>
                </a:lnTo>
                <a:lnTo>
                  <a:pt x="738" y="529"/>
                </a:lnTo>
                <a:lnTo>
                  <a:pt x="748" y="523"/>
                </a:lnTo>
                <a:lnTo>
                  <a:pt x="758" y="516"/>
                </a:lnTo>
                <a:lnTo>
                  <a:pt x="767" y="510"/>
                </a:lnTo>
                <a:lnTo>
                  <a:pt x="776" y="503"/>
                </a:lnTo>
                <a:lnTo>
                  <a:pt x="785" y="496"/>
                </a:lnTo>
                <a:lnTo>
                  <a:pt x="794" y="488"/>
                </a:lnTo>
                <a:lnTo>
                  <a:pt x="802" y="481"/>
                </a:lnTo>
                <a:lnTo>
                  <a:pt x="810" y="473"/>
                </a:lnTo>
                <a:lnTo>
                  <a:pt x="817" y="466"/>
                </a:lnTo>
                <a:lnTo>
                  <a:pt x="825" y="458"/>
                </a:lnTo>
                <a:lnTo>
                  <a:pt x="831" y="450"/>
                </a:lnTo>
                <a:lnTo>
                  <a:pt x="838" y="442"/>
                </a:lnTo>
                <a:lnTo>
                  <a:pt x="844" y="433"/>
                </a:lnTo>
                <a:lnTo>
                  <a:pt x="849" y="425"/>
                </a:lnTo>
                <a:lnTo>
                  <a:pt x="855" y="416"/>
                </a:lnTo>
                <a:lnTo>
                  <a:pt x="859" y="407"/>
                </a:lnTo>
                <a:lnTo>
                  <a:pt x="864" y="399"/>
                </a:lnTo>
                <a:lnTo>
                  <a:pt x="868" y="389"/>
                </a:lnTo>
                <a:lnTo>
                  <a:pt x="871" y="380"/>
                </a:lnTo>
                <a:lnTo>
                  <a:pt x="875" y="371"/>
                </a:lnTo>
                <a:lnTo>
                  <a:pt x="877" y="362"/>
                </a:lnTo>
                <a:lnTo>
                  <a:pt x="880" y="353"/>
                </a:lnTo>
                <a:lnTo>
                  <a:pt x="882" y="343"/>
                </a:lnTo>
                <a:lnTo>
                  <a:pt x="883" y="334"/>
                </a:lnTo>
                <a:lnTo>
                  <a:pt x="884" y="325"/>
                </a:lnTo>
                <a:lnTo>
                  <a:pt x="885" y="316"/>
                </a:lnTo>
                <a:lnTo>
                  <a:pt x="885" y="306"/>
                </a:lnTo>
                <a:moveTo>
                  <a:pt x="900" y="306"/>
                </a:moveTo>
                <a:lnTo>
                  <a:pt x="900" y="316"/>
                </a:lnTo>
                <a:lnTo>
                  <a:pt x="899" y="325"/>
                </a:lnTo>
                <a:lnTo>
                  <a:pt x="898" y="335"/>
                </a:lnTo>
                <a:lnTo>
                  <a:pt x="897" y="345"/>
                </a:lnTo>
                <a:lnTo>
                  <a:pt x="895" y="354"/>
                </a:lnTo>
                <a:lnTo>
                  <a:pt x="892" y="364"/>
                </a:lnTo>
                <a:lnTo>
                  <a:pt x="889" y="373"/>
                </a:lnTo>
                <a:lnTo>
                  <a:pt x="886" y="382"/>
                </a:lnTo>
                <a:lnTo>
                  <a:pt x="882" y="392"/>
                </a:lnTo>
                <a:lnTo>
                  <a:pt x="878" y="402"/>
                </a:lnTo>
                <a:lnTo>
                  <a:pt x="874" y="411"/>
                </a:lnTo>
                <a:lnTo>
                  <a:pt x="869" y="420"/>
                </a:lnTo>
                <a:lnTo>
                  <a:pt x="863" y="429"/>
                </a:lnTo>
                <a:lnTo>
                  <a:pt x="857" y="438"/>
                </a:lnTo>
                <a:lnTo>
                  <a:pt x="851" y="446"/>
                </a:lnTo>
                <a:lnTo>
                  <a:pt x="845" y="455"/>
                </a:lnTo>
                <a:lnTo>
                  <a:pt x="838" y="463"/>
                </a:lnTo>
                <a:lnTo>
                  <a:pt x="830" y="471"/>
                </a:lnTo>
                <a:lnTo>
                  <a:pt x="822" y="479"/>
                </a:lnTo>
                <a:lnTo>
                  <a:pt x="814" y="487"/>
                </a:lnTo>
                <a:lnTo>
                  <a:pt x="806" y="495"/>
                </a:lnTo>
                <a:lnTo>
                  <a:pt x="797" y="502"/>
                </a:lnTo>
                <a:lnTo>
                  <a:pt x="788" y="510"/>
                </a:lnTo>
                <a:lnTo>
                  <a:pt x="778" y="517"/>
                </a:lnTo>
                <a:lnTo>
                  <a:pt x="768" y="524"/>
                </a:lnTo>
                <a:lnTo>
                  <a:pt x="758" y="530"/>
                </a:lnTo>
                <a:lnTo>
                  <a:pt x="748" y="537"/>
                </a:lnTo>
                <a:lnTo>
                  <a:pt x="737" y="543"/>
                </a:lnTo>
                <a:lnTo>
                  <a:pt x="726" y="549"/>
                </a:lnTo>
                <a:lnTo>
                  <a:pt x="715" y="555"/>
                </a:lnTo>
                <a:lnTo>
                  <a:pt x="703" y="560"/>
                </a:lnTo>
                <a:lnTo>
                  <a:pt x="691" y="566"/>
                </a:lnTo>
                <a:lnTo>
                  <a:pt x="679" y="571"/>
                </a:lnTo>
                <a:lnTo>
                  <a:pt x="667" y="575"/>
                </a:lnTo>
                <a:lnTo>
                  <a:pt x="655" y="580"/>
                </a:lnTo>
                <a:lnTo>
                  <a:pt x="642" y="584"/>
                </a:lnTo>
                <a:lnTo>
                  <a:pt x="629" y="588"/>
                </a:lnTo>
                <a:lnTo>
                  <a:pt x="616" y="592"/>
                </a:lnTo>
                <a:lnTo>
                  <a:pt x="603" y="595"/>
                </a:lnTo>
                <a:lnTo>
                  <a:pt x="589" y="598"/>
                </a:lnTo>
                <a:lnTo>
                  <a:pt x="576" y="601"/>
                </a:lnTo>
                <a:lnTo>
                  <a:pt x="562" y="604"/>
                </a:lnTo>
                <a:lnTo>
                  <a:pt x="549" y="606"/>
                </a:lnTo>
                <a:lnTo>
                  <a:pt x="535" y="608"/>
                </a:lnTo>
                <a:lnTo>
                  <a:pt x="521" y="609"/>
                </a:lnTo>
                <a:lnTo>
                  <a:pt x="507" y="611"/>
                </a:lnTo>
                <a:lnTo>
                  <a:pt x="493" y="612"/>
                </a:lnTo>
                <a:lnTo>
                  <a:pt x="479" y="613"/>
                </a:lnTo>
                <a:lnTo>
                  <a:pt x="465" y="613"/>
                </a:lnTo>
                <a:lnTo>
                  <a:pt x="450" y="613"/>
                </a:lnTo>
                <a:lnTo>
                  <a:pt x="436" y="613"/>
                </a:lnTo>
                <a:lnTo>
                  <a:pt x="422" y="613"/>
                </a:lnTo>
                <a:lnTo>
                  <a:pt x="408" y="612"/>
                </a:lnTo>
                <a:lnTo>
                  <a:pt x="394" y="611"/>
                </a:lnTo>
                <a:lnTo>
                  <a:pt x="380" y="609"/>
                </a:lnTo>
                <a:lnTo>
                  <a:pt x="366" y="608"/>
                </a:lnTo>
                <a:lnTo>
                  <a:pt x="352" y="606"/>
                </a:lnTo>
                <a:lnTo>
                  <a:pt x="339" y="604"/>
                </a:lnTo>
                <a:lnTo>
                  <a:pt x="325" y="601"/>
                </a:lnTo>
                <a:lnTo>
                  <a:pt x="312" y="598"/>
                </a:lnTo>
                <a:lnTo>
                  <a:pt x="298" y="595"/>
                </a:lnTo>
                <a:lnTo>
                  <a:pt x="285" y="592"/>
                </a:lnTo>
                <a:lnTo>
                  <a:pt x="272" y="588"/>
                </a:lnTo>
                <a:lnTo>
                  <a:pt x="259" y="584"/>
                </a:lnTo>
                <a:lnTo>
                  <a:pt x="246" y="580"/>
                </a:lnTo>
                <a:lnTo>
                  <a:pt x="234" y="575"/>
                </a:lnTo>
                <a:lnTo>
                  <a:pt x="222" y="571"/>
                </a:lnTo>
                <a:lnTo>
                  <a:pt x="210" y="566"/>
                </a:lnTo>
                <a:lnTo>
                  <a:pt x="198" y="560"/>
                </a:lnTo>
                <a:lnTo>
                  <a:pt x="186" y="555"/>
                </a:lnTo>
                <a:lnTo>
                  <a:pt x="175" y="549"/>
                </a:lnTo>
                <a:lnTo>
                  <a:pt x="164" y="543"/>
                </a:lnTo>
                <a:lnTo>
                  <a:pt x="153" y="537"/>
                </a:lnTo>
                <a:lnTo>
                  <a:pt x="143" y="530"/>
                </a:lnTo>
                <a:lnTo>
                  <a:pt x="133" y="524"/>
                </a:lnTo>
                <a:lnTo>
                  <a:pt x="123" y="517"/>
                </a:lnTo>
                <a:lnTo>
                  <a:pt x="113" y="510"/>
                </a:lnTo>
                <a:lnTo>
                  <a:pt x="104" y="502"/>
                </a:lnTo>
                <a:lnTo>
                  <a:pt x="95" y="495"/>
                </a:lnTo>
                <a:lnTo>
                  <a:pt x="86" y="487"/>
                </a:lnTo>
                <a:lnTo>
                  <a:pt x="78" y="479"/>
                </a:lnTo>
                <a:lnTo>
                  <a:pt x="70" y="471"/>
                </a:lnTo>
                <a:lnTo>
                  <a:pt x="62" y="463"/>
                </a:lnTo>
                <a:lnTo>
                  <a:pt x="55" y="455"/>
                </a:lnTo>
                <a:lnTo>
                  <a:pt x="49" y="446"/>
                </a:lnTo>
                <a:lnTo>
                  <a:pt x="43" y="438"/>
                </a:lnTo>
                <a:lnTo>
                  <a:pt x="37" y="429"/>
                </a:lnTo>
                <a:lnTo>
                  <a:pt x="31" y="420"/>
                </a:lnTo>
                <a:lnTo>
                  <a:pt x="26" y="411"/>
                </a:lnTo>
                <a:lnTo>
                  <a:pt x="22" y="402"/>
                </a:lnTo>
                <a:lnTo>
                  <a:pt x="18" y="392"/>
                </a:lnTo>
                <a:lnTo>
                  <a:pt x="14" y="382"/>
                </a:lnTo>
                <a:lnTo>
                  <a:pt x="11" y="373"/>
                </a:lnTo>
                <a:lnTo>
                  <a:pt x="8" y="364"/>
                </a:lnTo>
                <a:lnTo>
                  <a:pt x="5" y="354"/>
                </a:lnTo>
                <a:lnTo>
                  <a:pt x="3" y="345"/>
                </a:lnTo>
                <a:lnTo>
                  <a:pt x="2" y="335"/>
                </a:lnTo>
                <a:lnTo>
                  <a:pt x="1" y="325"/>
                </a:lnTo>
                <a:lnTo>
                  <a:pt x="0" y="316"/>
                </a:lnTo>
                <a:lnTo>
                  <a:pt x="0" y="306"/>
                </a:lnTo>
                <a:lnTo>
                  <a:pt x="0" y="297"/>
                </a:lnTo>
                <a:lnTo>
                  <a:pt x="1" y="287"/>
                </a:lnTo>
                <a:lnTo>
                  <a:pt x="2" y="277"/>
                </a:lnTo>
                <a:lnTo>
                  <a:pt x="3" y="268"/>
                </a:lnTo>
                <a:lnTo>
                  <a:pt x="5" y="258"/>
                </a:lnTo>
                <a:lnTo>
                  <a:pt x="8" y="249"/>
                </a:lnTo>
                <a:lnTo>
                  <a:pt x="11" y="239"/>
                </a:lnTo>
                <a:lnTo>
                  <a:pt x="14" y="230"/>
                </a:lnTo>
                <a:lnTo>
                  <a:pt x="18" y="221"/>
                </a:lnTo>
                <a:lnTo>
                  <a:pt x="22" y="212"/>
                </a:lnTo>
                <a:lnTo>
                  <a:pt x="26" y="203"/>
                </a:lnTo>
                <a:lnTo>
                  <a:pt x="31" y="194"/>
                </a:lnTo>
                <a:lnTo>
                  <a:pt x="37" y="185"/>
                </a:lnTo>
                <a:lnTo>
                  <a:pt x="43" y="176"/>
                </a:lnTo>
                <a:lnTo>
                  <a:pt x="49" y="167"/>
                </a:lnTo>
                <a:lnTo>
                  <a:pt x="55" y="159"/>
                </a:lnTo>
                <a:lnTo>
                  <a:pt x="62" y="150"/>
                </a:lnTo>
                <a:lnTo>
                  <a:pt x="70" y="142"/>
                </a:lnTo>
                <a:lnTo>
                  <a:pt x="78" y="134"/>
                </a:lnTo>
                <a:lnTo>
                  <a:pt x="86" y="126"/>
                </a:lnTo>
                <a:lnTo>
                  <a:pt x="95" y="119"/>
                </a:lnTo>
                <a:lnTo>
                  <a:pt x="104" y="111"/>
                </a:lnTo>
                <a:lnTo>
                  <a:pt x="113" y="104"/>
                </a:lnTo>
                <a:lnTo>
                  <a:pt x="123" y="97"/>
                </a:lnTo>
                <a:lnTo>
                  <a:pt x="133" y="90"/>
                </a:lnTo>
                <a:lnTo>
                  <a:pt x="143" y="83"/>
                </a:lnTo>
                <a:lnTo>
                  <a:pt x="153" y="77"/>
                </a:lnTo>
                <a:lnTo>
                  <a:pt x="164" y="70"/>
                </a:lnTo>
                <a:lnTo>
                  <a:pt x="175" y="64"/>
                </a:lnTo>
                <a:lnTo>
                  <a:pt x="186" y="59"/>
                </a:lnTo>
                <a:lnTo>
                  <a:pt x="198" y="53"/>
                </a:lnTo>
                <a:lnTo>
                  <a:pt x="210" y="48"/>
                </a:lnTo>
                <a:lnTo>
                  <a:pt x="222" y="43"/>
                </a:lnTo>
                <a:lnTo>
                  <a:pt x="234" y="38"/>
                </a:lnTo>
                <a:lnTo>
                  <a:pt x="246" y="34"/>
                </a:lnTo>
                <a:lnTo>
                  <a:pt x="259" y="29"/>
                </a:lnTo>
                <a:lnTo>
                  <a:pt x="272" y="25"/>
                </a:lnTo>
                <a:lnTo>
                  <a:pt x="285" y="22"/>
                </a:lnTo>
                <a:lnTo>
                  <a:pt x="298" y="18"/>
                </a:lnTo>
                <a:lnTo>
                  <a:pt x="312" y="15"/>
                </a:lnTo>
                <a:lnTo>
                  <a:pt x="325" y="12"/>
                </a:lnTo>
                <a:lnTo>
                  <a:pt x="339" y="10"/>
                </a:lnTo>
                <a:lnTo>
                  <a:pt x="352" y="8"/>
                </a:lnTo>
                <a:lnTo>
                  <a:pt x="366" y="6"/>
                </a:lnTo>
                <a:lnTo>
                  <a:pt x="380" y="4"/>
                </a:lnTo>
                <a:lnTo>
                  <a:pt x="394" y="3"/>
                </a:lnTo>
                <a:lnTo>
                  <a:pt x="408" y="2"/>
                </a:lnTo>
                <a:lnTo>
                  <a:pt x="422" y="1"/>
                </a:lnTo>
                <a:lnTo>
                  <a:pt x="436" y="0"/>
                </a:lnTo>
                <a:lnTo>
                  <a:pt x="450" y="0"/>
                </a:lnTo>
                <a:lnTo>
                  <a:pt x="465" y="0"/>
                </a:lnTo>
                <a:lnTo>
                  <a:pt x="479" y="1"/>
                </a:lnTo>
                <a:lnTo>
                  <a:pt x="493" y="2"/>
                </a:lnTo>
                <a:lnTo>
                  <a:pt x="507" y="3"/>
                </a:lnTo>
                <a:lnTo>
                  <a:pt x="521" y="4"/>
                </a:lnTo>
                <a:lnTo>
                  <a:pt x="535" y="6"/>
                </a:lnTo>
                <a:lnTo>
                  <a:pt x="549" y="8"/>
                </a:lnTo>
                <a:lnTo>
                  <a:pt x="562" y="10"/>
                </a:lnTo>
                <a:lnTo>
                  <a:pt x="576" y="12"/>
                </a:lnTo>
                <a:lnTo>
                  <a:pt x="589" y="15"/>
                </a:lnTo>
                <a:lnTo>
                  <a:pt x="603" y="18"/>
                </a:lnTo>
                <a:lnTo>
                  <a:pt x="616" y="22"/>
                </a:lnTo>
                <a:lnTo>
                  <a:pt x="629" y="25"/>
                </a:lnTo>
                <a:lnTo>
                  <a:pt x="642" y="29"/>
                </a:lnTo>
                <a:lnTo>
                  <a:pt x="655" y="34"/>
                </a:lnTo>
                <a:lnTo>
                  <a:pt x="667" y="38"/>
                </a:lnTo>
                <a:lnTo>
                  <a:pt x="679" y="43"/>
                </a:lnTo>
                <a:lnTo>
                  <a:pt x="691" y="48"/>
                </a:lnTo>
                <a:lnTo>
                  <a:pt x="703" y="53"/>
                </a:lnTo>
                <a:lnTo>
                  <a:pt x="715" y="59"/>
                </a:lnTo>
                <a:lnTo>
                  <a:pt x="726" y="64"/>
                </a:lnTo>
                <a:lnTo>
                  <a:pt x="737" y="70"/>
                </a:lnTo>
                <a:lnTo>
                  <a:pt x="748" y="77"/>
                </a:lnTo>
                <a:lnTo>
                  <a:pt x="758" y="83"/>
                </a:lnTo>
                <a:lnTo>
                  <a:pt x="768" y="90"/>
                </a:lnTo>
                <a:lnTo>
                  <a:pt x="778" y="97"/>
                </a:lnTo>
                <a:lnTo>
                  <a:pt x="788" y="104"/>
                </a:lnTo>
                <a:lnTo>
                  <a:pt x="797" y="111"/>
                </a:lnTo>
                <a:lnTo>
                  <a:pt x="806" y="119"/>
                </a:lnTo>
                <a:lnTo>
                  <a:pt x="814" y="126"/>
                </a:lnTo>
                <a:lnTo>
                  <a:pt x="822" y="134"/>
                </a:lnTo>
                <a:lnTo>
                  <a:pt x="830" y="142"/>
                </a:lnTo>
                <a:lnTo>
                  <a:pt x="838" y="150"/>
                </a:lnTo>
                <a:lnTo>
                  <a:pt x="845" y="159"/>
                </a:lnTo>
                <a:lnTo>
                  <a:pt x="851" y="167"/>
                </a:lnTo>
                <a:lnTo>
                  <a:pt x="857" y="176"/>
                </a:lnTo>
                <a:lnTo>
                  <a:pt x="863" y="185"/>
                </a:lnTo>
                <a:lnTo>
                  <a:pt x="869" y="194"/>
                </a:lnTo>
                <a:lnTo>
                  <a:pt x="874" y="203"/>
                </a:lnTo>
                <a:lnTo>
                  <a:pt x="878" y="212"/>
                </a:lnTo>
                <a:lnTo>
                  <a:pt x="882" y="221"/>
                </a:lnTo>
                <a:lnTo>
                  <a:pt x="886" y="230"/>
                </a:lnTo>
                <a:lnTo>
                  <a:pt x="889" y="239"/>
                </a:lnTo>
                <a:lnTo>
                  <a:pt x="892" y="249"/>
                </a:lnTo>
                <a:lnTo>
                  <a:pt x="895" y="258"/>
                </a:lnTo>
                <a:lnTo>
                  <a:pt x="897" y="268"/>
                </a:lnTo>
                <a:lnTo>
                  <a:pt x="898" y="277"/>
                </a:lnTo>
                <a:lnTo>
                  <a:pt x="899" y="287"/>
                </a:lnTo>
                <a:lnTo>
                  <a:pt x="900" y="297"/>
                </a:lnTo>
                <a:lnTo>
                  <a:pt x="900" y="306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0" name=""/>
          <p:cNvSpPr/>
          <p:nvPr/>
        </p:nvSpPr>
        <p:spPr>
          <a:xfrm>
            <a:off x="7896240" y="2826360"/>
            <a:ext cx="326880" cy="222480"/>
          </a:xfrm>
          <a:custGeom>
            <a:avLst/>
            <a:gdLst/>
            <a:ahLst/>
            <a:rect l="0" t="0" r="r" b="b"/>
            <a:pathLst>
              <a:path w="908" h="618">
                <a:moveTo>
                  <a:pt x="904" y="308"/>
                </a:moveTo>
                <a:lnTo>
                  <a:pt x="904" y="299"/>
                </a:lnTo>
                <a:lnTo>
                  <a:pt x="903" y="289"/>
                </a:lnTo>
                <a:lnTo>
                  <a:pt x="902" y="279"/>
                </a:lnTo>
                <a:lnTo>
                  <a:pt x="901" y="270"/>
                </a:lnTo>
                <a:lnTo>
                  <a:pt x="899" y="260"/>
                </a:lnTo>
                <a:lnTo>
                  <a:pt x="896" y="251"/>
                </a:lnTo>
                <a:lnTo>
                  <a:pt x="893" y="241"/>
                </a:lnTo>
                <a:lnTo>
                  <a:pt x="890" y="232"/>
                </a:lnTo>
                <a:lnTo>
                  <a:pt x="886" y="223"/>
                </a:lnTo>
                <a:lnTo>
                  <a:pt x="882" y="214"/>
                </a:lnTo>
                <a:lnTo>
                  <a:pt x="878" y="205"/>
                </a:lnTo>
                <a:lnTo>
                  <a:pt x="873" y="196"/>
                </a:lnTo>
                <a:lnTo>
                  <a:pt x="867" y="187"/>
                </a:lnTo>
                <a:lnTo>
                  <a:pt x="861" y="178"/>
                </a:lnTo>
                <a:lnTo>
                  <a:pt x="855" y="169"/>
                </a:lnTo>
                <a:lnTo>
                  <a:pt x="849" y="161"/>
                </a:lnTo>
                <a:lnTo>
                  <a:pt x="842" y="152"/>
                </a:lnTo>
                <a:lnTo>
                  <a:pt x="834" y="144"/>
                </a:lnTo>
                <a:lnTo>
                  <a:pt x="826" y="136"/>
                </a:lnTo>
                <a:lnTo>
                  <a:pt x="818" y="128"/>
                </a:lnTo>
                <a:lnTo>
                  <a:pt x="810" y="121"/>
                </a:lnTo>
                <a:lnTo>
                  <a:pt x="801" y="113"/>
                </a:lnTo>
                <a:lnTo>
                  <a:pt x="792" y="106"/>
                </a:lnTo>
                <a:lnTo>
                  <a:pt x="782" y="99"/>
                </a:lnTo>
                <a:lnTo>
                  <a:pt x="772" y="92"/>
                </a:lnTo>
                <a:lnTo>
                  <a:pt x="762" y="85"/>
                </a:lnTo>
                <a:lnTo>
                  <a:pt x="752" y="79"/>
                </a:lnTo>
                <a:lnTo>
                  <a:pt x="741" y="72"/>
                </a:lnTo>
                <a:lnTo>
                  <a:pt x="730" y="66"/>
                </a:lnTo>
                <a:lnTo>
                  <a:pt x="719" y="61"/>
                </a:lnTo>
                <a:lnTo>
                  <a:pt x="707" y="55"/>
                </a:lnTo>
                <a:lnTo>
                  <a:pt x="695" y="50"/>
                </a:lnTo>
                <a:lnTo>
                  <a:pt x="683" y="45"/>
                </a:lnTo>
                <a:lnTo>
                  <a:pt x="671" y="40"/>
                </a:lnTo>
                <a:lnTo>
                  <a:pt x="659" y="36"/>
                </a:lnTo>
                <a:lnTo>
                  <a:pt x="646" y="31"/>
                </a:lnTo>
                <a:lnTo>
                  <a:pt x="633" y="27"/>
                </a:lnTo>
                <a:lnTo>
                  <a:pt x="620" y="24"/>
                </a:lnTo>
                <a:lnTo>
                  <a:pt x="607" y="20"/>
                </a:lnTo>
                <a:lnTo>
                  <a:pt x="593" y="17"/>
                </a:lnTo>
                <a:lnTo>
                  <a:pt x="580" y="14"/>
                </a:lnTo>
                <a:lnTo>
                  <a:pt x="566" y="12"/>
                </a:lnTo>
                <a:lnTo>
                  <a:pt x="553" y="10"/>
                </a:lnTo>
                <a:lnTo>
                  <a:pt x="539" y="8"/>
                </a:lnTo>
                <a:lnTo>
                  <a:pt x="525" y="6"/>
                </a:lnTo>
                <a:lnTo>
                  <a:pt x="511" y="5"/>
                </a:lnTo>
                <a:lnTo>
                  <a:pt x="497" y="4"/>
                </a:lnTo>
                <a:lnTo>
                  <a:pt x="483" y="3"/>
                </a:lnTo>
                <a:lnTo>
                  <a:pt x="469" y="2"/>
                </a:lnTo>
                <a:lnTo>
                  <a:pt x="454" y="2"/>
                </a:lnTo>
                <a:lnTo>
                  <a:pt x="440" y="2"/>
                </a:lnTo>
                <a:lnTo>
                  <a:pt x="426" y="3"/>
                </a:lnTo>
                <a:lnTo>
                  <a:pt x="412" y="4"/>
                </a:lnTo>
                <a:lnTo>
                  <a:pt x="398" y="5"/>
                </a:lnTo>
                <a:lnTo>
                  <a:pt x="384" y="6"/>
                </a:lnTo>
                <a:lnTo>
                  <a:pt x="370" y="8"/>
                </a:lnTo>
                <a:lnTo>
                  <a:pt x="356" y="10"/>
                </a:lnTo>
                <a:lnTo>
                  <a:pt x="343" y="12"/>
                </a:lnTo>
                <a:lnTo>
                  <a:pt x="329" y="14"/>
                </a:lnTo>
                <a:lnTo>
                  <a:pt x="316" y="17"/>
                </a:lnTo>
                <a:lnTo>
                  <a:pt x="302" y="20"/>
                </a:lnTo>
                <a:lnTo>
                  <a:pt x="289" y="24"/>
                </a:lnTo>
                <a:lnTo>
                  <a:pt x="276" y="27"/>
                </a:lnTo>
                <a:lnTo>
                  <a:pt x="262" y="31"/>
                </a:lnTo>
                <a:lnTo>
                  <a:pt x="249" y="36"/>
                </a:lnTo>
                <a:lnTo>
                  <a:pt x="237" y="40"/>
                </a:lnTo>
                <a:lnTo>
                  <a:pt x="225" y="45"/>
                </a:lnTo>
                <a:lnTo>
                  <a:pt x="213" y="50"/>
                </a:lnTo>
                <a:lnTo>
                  <a:pt x="201" y="55"/>
                </a:lnTo>
                <a:lnTo>
                  <a:pt x="189" y="61"/>
                </a:lnTo>
                <a:lnTo>
                  <a:pt x="178" y="66"/>
                </a:lnTo>
                <a:lnTo>
                  <a:pt x="167" y="72"/>
                </a:lnTo>
                <a:lnTo>
                  <a:pt x="156" y="79"/>
                </a:lnTo>
                <a:lnTo>
                  <a:pt x="146" y="85"/>
                </a:lnTo>
                <a:lnTo>
                  <a:pt x="136" y="92"/>
                </a:lnTo>
                <a:lnTo>
                  <a:pt x="126" y="99"/>
                </a:lnTo>
                <a:lnTo>
                  <a:pt x="116" y="106"/>
                </a:lnTo>
                <a:lnTo>
                  <a:pt x="107" y="113"/>
                </a:lnTo>
                <a:lnTo>
                  <a:pt x="98" y="121"/>
                </a:lnTo>
                <a:lnTo>
                  <a:pt x="90" y="128"/>
                </a:lnTo>
                <a:lnTo>
                  <a:pt x="82" y="136"/>
                </a:lnTo>
                <a:lnTo>
                  <a:pt x="74" y="144"/>
                </a:lnTo>
                <a:lnTo>
                  <a:pt x="66" y="152"/>
                </a:lnTo>
                <a:lnTo>
                  <a:pt x="59" y="161"/>
                </a:lnTo>
                <a:lnTo>
                  <a:pt x="53" y="169"/>
                </a:lnTo>
                <a:lnTo>
                  <a:pt x="47" y="178"/>
                </a:lnTo>
                <a:lnTo>
                  <a:pt x="41" y="187"/>
                </a:lnTo>
                <a:lnTo>
                  <a:pt x="35" y="196"/>
                </a:lnTo>
                <a:lnTo>
                  <a:pt x="30" y="205"/>
                </a:lnTo>
                <a:lnTo>
                  <a:pt x="26" y="214"/>
                </a:lnTo>
                <a:lnTo>
                  <a:pt x="22" y="223"/>
                </a:lnTo>
                <a:lnTo>
                  <a:pt x="18" y="232"/>
                </a:lnTo>
                <a:lnTo>
                  <a:pt x="15" y="241"/>
                </a:lnTo>
                <a:lnTo>
                  <a:pt x="12" y="251"/>
                </a:lnTo>
                <a:lnTo>
                  <a:pt x="9" y="260"/>
                </a:lnTo>
                <a:lnTo>
                  <a:pt x="7" y="270"/>
                </a:lnTo>
                <a:lnTo>
                  <a:pt x="6" y="279"/>
                </a:lnTo>
                <a:lnTo>
                  <a:pt x="5" y="289"/>
                </a:lnTo>
                <a:lnTo>
                  <a:pt x="4" y="299"/>
                </a:lnTo>
                <a:lnTo>
                  <a:pt x="4" y="308"/>
                </a:lnTo>
                <a:lnTo>
                  <a:pt x="4" y="318"/>
                </a:lnTo>
                <a:lnTo>
                  <a:pt x="5" y="327"/>
                </a:lnTo>
                <a:lnTo>
                  <a:pt x="6" y="337"/>
                </a:lnTo>
                <a:lnTo>
                  <a:pt x="7" y="347"/>
                </a:lnTo>
                <a:lnTo>
                  <a:pt x="9" y="356"/>
                </a:lnTo>
                <a:lnTo>
                  <a:pt x="12" y="366"/>
                </a:lnTo>
                <a:lnTo>
                  <a:pt x="15" y="375"/>
                </a:lnTo>
                <a:lnTo>
                  <a:pt x="18" y="384"/>
                </a:lnTo>
                <a:lnTo>
                  <a:pt x="22" y="394"/>
                </a:lnTo>
                <a:lnTo>
                  <a:pt x="26" y="403"/>
                </a:lnTo>
                <a:lnTo>
                  <a:pt x="30" y="412"/>
                </a:lnTo>
                <a:lnTo>
                  <a:pt x="35" y="421"/>
                </a:lnTo>
                <a:lnTo>
                  <a:pt x="41" y="430"/>
                </a:lnTo>
                <a:lnTo>
                  <a:pt x="47" y="439"/>
                </a:lnTo>
                <a:lnTo>
                  <a:pt x="53" y="447"/>
                </a:lnTo>
                <a:lnTo>
                  <a:pt x="59" y="456"/>
                </a:lnTo>
                <a:lnTo>
                  <a:pt x="66" y="464"/>
                </a:lnTo>
                <a:lnTo>
                  <a:pt x="74" y="472"/>
                </a:lnTo>
                <a:lnTo>
                  <a:pt x="82" y="481"/>
                </a:lnTo>
                <a:lnTo>
                  <a:pt x="90" y="489"/>
                </a:lnTo>
                <a:lnTo>
                  <a:pt x="98" y="497"/>
                </a:lnTo>
                <a:lnTo>
                  <a:pt x="107" y="504"/>
                </a:lnTo>
                <a:lnTo>
                  <a:pt x="116" y="512"/>
                </a:lnTo>
                <a:lnTo>
                  <a:pt x="126" y="519"/>
                </a:lnTo>
                <a:lnTo>
                  <a:pt x="136" y="526"/>
                </a:lnTo>
                <a:lnTo>
                  <a:pt x="146" y="532"/>
                </a:lnTo>
                <a:lnTo>
                  <a:pt x="156" y="539"/>
                </a:lnTo>
                <a:lnTo>
                  <a:pt x="167" y="545"/>
                </a:lnTo>
                <a:lnTo>
                  <a:pt x="178" y="551"/>
                </a:lnTo>
                <a:lnTo>
                  <a:pt x="189" y="557"/>
                </a:lnTo>
                <a:lnTo>
                  <a:pt x="201" y="562"/>
                </a:lnTo>
                <a:lnTo>
                  <a:pt x="213" y="568"/>
                </a:lnTo>
                <a:lnTo>
                  <a:pt x="225" y="573"/>
                </a:lnTo>
                <a:lnTo>
                  <a:pt x="237" y="577"/>
                </a:lnTo>
                <a:lnTo>
                  <a:pt x="249" y="582"/>
                </a:lnTo>
                <a:lnTo>
                  <a:pt x="262" y="586"/>
                </a:lnTo>
                <a:lnTo>
                  <a:pt x="276" y="590"/>
                </a:lnTo>
                <a:lnTo>
                  <a:pt x="289" y="594"/>
                </a:lnTo>
                <a:lnTo>
                  <a:pt x="302" y="597"/>
                </a:lnTo>
                <a:lnTo>
                  <a:pt x="316" y="600"/>
                </a:lnTo>
                <a:lnTo>
                  <a:pt x="329" y="603"/>
                </a:lnTo>
                <a:lnTo>
                  <a:pt x="343" y="606"/>
                </a:lnTo>
                <a:lnTo>
                  <a:pt x="356" y="608"/>
                </a:lnTo>
                <a:lnTo>
                  <a:pt x="370" y="610"/>
                </a:lnTo>
                <a:lnTo>
                  <a:pt x="384" y="611"/>
                </a:lnTo>
                <a:lnTo>
                  <a:pt x="398" y="613"/>
                </a:lnTo>
                <a:lnTo>
                  <a:pt x="412" y="614"/>
                </a:lnTo>
                <a:lnTo>
                  <a:pt x="426" y="615"/>
                </a:lnTo>
                <a:lnTo>
                  <a:pt x="440" y="615"/>
                </a:lnTo>
                <a:lnTo>
                  <a:pt x="454" y="615"/>
                </a:lnTo>
                <a:lnTo>
                  <a:pt x="469" y="615"/>
                </a:lnTo>
                <a:lnTo>
                  <a:pt x="483" y="615"/>
                </a:lnTo>
                <a:lnTo>
                  <a:pt x="497" y="614"/>
                </a:lnTo>
                <a:lnTo>
                  <a:pt x="511" y="613"/>
                </a:lnTo>
                <a:lnTo>
                  <a:pt x="525" y="611"/>
                </a:lnTo>
                <a:lnTo>
                  <a:pt x="539" y="610"/>
                </a:lnTo>
                <a:lnTo>
                  <a:pt x="553" y="608"/>
                </a:lnTo>
                <a:lnTo>
                  <a:pt x="566" y="606"/>
                </a:lnTo>
                <a:lnTo>
                  <a:pt x="580" y="603"/>
                </a:lnTo>
                <a:lnTo>
                  <a:pt x="593" y="600"/>
                </a:lnTo>
                <a:lnTo>
                  <a:pt x="607" y="597"/>
                </a:lnTo>
                <a:lnTo>
                  <a:pt x="620" y="594"/>
                </a:lnTo>
                <a:lnTo>
                  <a:pt x="633" y="590"/>
                </a:lnTo>
                <a:lnTo>
                  <a:pt x="646" y="586"/>
                </a:lnTo>
                <a:lnTo>
                  <a:pt x="659" y="582"/>
                </a:lnTo>
                <a:lnTo>
                  <a:pt x="671" y="577"/>
                </a:lnTo>
                <a:lnTo>
                  <a:pt x="683" y="573"/>
                </a:lnTo>
                <a:lnTo>
                  <a:pt x="695" y="568"/>
                </a:lnTo>
                <a:lnTo>
                  <a:pt x="707" y="562"/>
                </a:lnTo>
                <a:lnTo>
                  <a:pt x="719" y="557"/>
                </a:lnTo>
                <a:lnTo>
                  <a:pt x="730" y="551"/>
                </a:lnTo>
                <a:lnTo>
                  <a:pt x="741" y="545"/>
                </a:lnTo>
                <a:lnTo>
                  <a:pt x="752" y="539"/>
                </a:lnTo>
                <a:lnTo>
                  <a:pt x="762" y="532"/>
                </a:lnTo>
                <a:lnTo>
                  <a:pt x="772" y="526"/>
                </a:lnTo>
                <a:lnTo>
                  <a:pt x="782" y="519"/>
                </a:lnTo>
                <a:lnTo>
                  <a:pt x="792" y="512"/>
                </a:lnTo>
                <a:lnTo>
                  <a:pt x="801" y="504"/>
                </a:lnTo>
                <a:lnTo>
                  <a:pt x="810" y="497"/>
                </a:lnTo>
                <a:lnTo>
                  <a:pt x="818" y="489"/>
                </a:lnTo>
                <a:lnTo>
                  <a:pt x="826" y="481"/>
                </a:lnTo>
                <a:lnTo>
                  <a:pt x="834" y="472"/>
                </a:lnTo>
                <a:lnTo>
                  <a:pt x="842" y="464"/>
                </a:lnTo>
                <a:lnTo>
                  <a:pt x="849" y="456"/>
                </a:lnTo>
                <a:lnTo>
                  <a:pt x="855" y="447"/>
                </a:lnTo>
                <a:lnTo>
                  <a:pt x="861" y="439"/>
                </a:lnTo>
                <a:lnTo>
                  <a:pt x="867" y="430"/>
                </a:lnTo>
                <a:lnTo>
                  <a:pt x="873" y="421"/>
                </a:lnTo>
                <a:lnTo>
                  <a:pt x="878" y="412"/>
                </a:lnTo>
                <a:lnTo>
                  <a:pt x="882" y="403"/>
                </a:lnTo>
                <a:lnTo>
                  <a:pt x="886" y="394"/>
                </a:lnTo>
                <a:lnTo>
                  <a:pt x="890" y="384"/>
                </a:lnTo>
                <a:lnTo>
                  <a:pt x="893" y="375"/>
                </a:lnTo>
                <a:lnTo>
                  <a:pt x="896" y="366"/>
                </a:lnTo>
                <a:lnTo>
                  <a:pt x="899" y="356"/>
                </a:lnTo>
                <a:lnTo>
                  <a:pt x="901" y="347"/>
                </a:lnTo>
                <a:lnTo>
                  <a:pt x="902" y="337"/>
                </a:lnTo>
                <a:lnTo>
                  <a:pt x="903" y="327"/>
                </a:lnTo>
                <a:lnTo>
                  <a:pt x="904" y="318"/>
                </a:lnTo>
                <a:lnTo>
                  <a:pt x="904" y="308"/>
                </a:lnTo>
                <a:moveTo>
                  <a:pt x="908" y="308"/>
                </a:moveTo>
                <a:lnTo>
                  <a:pt x="908" y="318"/>
                </a:lnTo>
                <a:lnTo>
                  <a:pt x="907" y="328"/>
                </a:lnTo>
                <a:lnTo>
                  <a:pt x="906" y="337"/>
                </a:lnTo>
                <a:lnTo>
                  <a:pt x="904" y="347"/>
                </a:lnTo>
                <a:lnTo>
                  <a:pt x="902" y="357"/>
                </a:lnTo>
                <a:lnTo>
                  <a:pt x="900" y="366"/>
                </a:lnTo>
                <a:lnTo>
                  <a:pt x="897" y="376"/>
                </a:lnTo>
                <a:lnTo>
                  <a:pt x="894" y="385"/>
                </a:lnTo>
                <a:lnTo>
                  <a:pt x="890" y="394"/>
                </a:lnTo>
                <a:lnTo>
                  <a:pt x="886" y="404"/>
                </a:lnTo>
                <a:lnTo>
                  <a:pt x="881" y="413"/>
                </a:lnTo>
                <a:lnTo>
                  <a:pt x="876" y="422"/>
                </a:lnTo>
                <a:lnTo>
                  <a:pt x="871" y="431"/>
                </a:lnTo>
                <a:lnTo>
                  <a:pt x="865" y="440"/>
                </a:lnTo>
                <a:lnTo>
                  <a:pt x="858" y="448"/>
                </a:lnTo>
                <a:lnTo>
                  <a:pt x="852" y="457"/>
                </a:lnTo>
                <a:lnTo>
                  <a:pt x="845" y="465"/>
                </a:lnTo>
                <a:lnTo>
                  <a:pt x="837" y="474"/>
                </a:lnTo>
                <a:lnTo>
                  <a:pt x="830" y="483"/>
                </a:lnTo>
                <a:lnTo>
                  <a:pt x="821" y="491"/>
                </a:lnTo>
                <a:lnTo>
                  <a:pt x="813" y="498"/>
                </a:lnTo>
                <a:lnTo>
                  <a:pt x="804" y="506"/>
                </a:lnTo>
                <a:lnTo>
                  <a:pt x="795" y="513"/>
                </a:lnTo>
                <a:lnTo>
                  <a:pt x="785" y="520"/>
                </a:lnTo>
                <a:lnTo>
                  <a:pt x="775" y="527"/>
                </a:lnTo>
                <a:lnTo>
                  <a:pt x="765" y="534"/>
                </a:lnTo>
                <a:lnTo>
                  <a:pt x="754" y="541"/>
                </a:lnTo>
                <a:lnTo>
                  <a:pt x="744" y="547"/>
                </a:lnTo>
                <a:lnTo>
                  <a:pt x="732" y="553"/>
                </a:lnTo>
                <a:lnTo>
                  <a:pt x="721" y="559"/>
                </a:lnTo>
                <a:lnTo>
                  <a:pt x="709" y="564"/>
                </a:lnTo>
                <a:lnTo>
                  <a:pt x="697" y="570"/>
                </a:lnTo>
                <a:lnTo>
                  <a:pt x="685" y="575"/>
                </a:lnTo>
                <a:lnTo>
                  <a:pt x="673" y="580"/>
                </a:lnTo>
                <a:lnTo>
                  <a:pt x="660" y="584"/>
                </a:lnTo>
                <a:lnTo>
                  <a:pt x="648" y="588"/>
                </a:lnTo>
                <a:lnTo>
                  <a:pt x="635" y="592"/>
                </a:lnTo>
                <a:lnTo>
                  <a:pt x="621" y="596"/>
                </a:lnTo>
                <a:lnTo>
                  <a:pt x="608" y="600"/>
                </a:lnTo>
                <a:lnTo>
                  <a:pt x="595" y="603"/>
                </a:lnTo>
                <a:lnTo>
                  <a:pt x="581" y="606"/>
                </a:lnTo>
                <a:lnTo>
                  <a:pt x="567" y="608"/>
                </a:lnTo>
                <a:lnTo>
                  <a:pt x="553" y="610"/>
                </a:lnTo>
                <a:lnTo>
                  <a:pt x="539" y="612"/>
                </a:lnTo>
                <a:lnTo>
                  <a:pt x="525" y="614"/>
                </a:lnTo>
                <a:lnTo>
                  <a:pt x="511" y="615"/>
                </a:lnTo>
                <a:lnTo>
                  <a:pt x="497" y="616"/>
                </a:lnTo>
                <a:lnTo>
                  <a:pt x="483" y="617"/>
                </a:lnTo>
                <a:lnTo>
                  <a:pt x="469" y="618"/>
                </a:lnTo>
                <a:lnTo>
                  <a:pt x="454" y="618"/>
                </a:lnTo>
                <a:lnTo>
                  <a:pt x="440" y="618"/>
                </a:lnTo>
                <a:lnTo>
                  <a:pt x="426" y="617"/>
                </a:lnTo>
                <a:lnTo>
                  <a:pt x="412" y="616"/>
                </a:lnTo>
                <a:lnTo>
                  <a:pt x="398" y="615"/>
                </a:lnTo>
                <a:lnTo>
                  <a:pt x="384" y="614"/>
                </a:lnTo>
                <a:lnTo>
                  <a:pt x="370" y="612"/>
                </a:lnTo>
                <a:lnTo>
                  <a:pt x="356" y="610"/>
                </a:lnTo>
                <a:lnTo>
                  <a:pt x="342" y="608"/>
                </a:lnTo>
                <a:lnTo>
                  <a:pt x="328" y="606"/>
                </a:lnTo>
                <a:lnTo>
                  <a:pt x="314" y="603"/>
                </a:lnTo>
                <a:lnTo>
                  <a:pt x="301" y="600"/>
                </a:lnTo>
                <a:lnTo>
                  <a:pt x="288" y="596"/>
                </a:lnTo>
                <a:lnTo>
                  <a:pt x="274" y="592"/>
                </a:lnTo>
                <a:lnTo>
                  <a:pt x="260" y="588"/>
                </a:lnTo>
                <a:lnTo>
                  <a:pt x="248" y="584"/>
                </a:lnTo>
                <a:lnTo>
                  <a:pt x="235" y="580"/>
                </a:lnTo>
                <a:lnTo>
                  <a:pt x="223" y="575"/>
                </a:lnTo>
                <a:lnTo>
                  <a:pt x="211" y="570"/>
                </a:lnTo>
                <a:lnTo>
                  <a:pt x="199" y="564"/>
                </a:lnTo>
                <a:lnTo>
                  <a:pt x="187" y="559"/>
                </a:lnTo>
                <a:lnTo>
                  <a:pt x="176" y="553"/>
                </a:lnTo>
                <a:lnTo>
                  <a:pt x="164" y="547"/>
                </a:lnTo>
                <a:lnTo>
                  <a:pt x="154" y="541"/>
                </a:lnTo>
                <a:lnTo>
                  <a:pt x="143" y="534"/>
                </a:lnTo>
                <a:lnTo>
                  <a:pt x="133" y="527"/>
                </a:lnTo>
                <a:lnTo>
                  <a:pt x="123" y="520"/>
                </a:lnTo>
                <a:lnTo>
                  <a:pt x="113" y="513"/>
                </a:lnTo>
                <a:lnTo>
                  <a:pt x="104" y="506"/>
                </a:lnTo>
                <a:lnTo>
                  <a:pt x="95" y="498"/>
                </a:lnTo>
                <a:lnTo>
                  <a:pt x="87" y="491"/>
                </a:lnTo>
                <a:lnTo>
                  <a:pt x="78" y="483"/>
                </a:lnTo>
                <a:lnTo>
                  <a:pt x="71" y="474"/>
                </a:lnTo>
                <a:lnTo>
                  <a:pt x="63" y="465"/>
                </a:lnTo>
                <a:lnTo>
                  <a:pt x="56" y="457"/>
                </a:lnTo>
                <a:lnTo>
                  <a:pt x="49" y="448"/>
                </a:lnTo>
                <a:lnTo>
                  <a:pt x="43" y="440"/>
                </a:lnTo>
                <a:lnTo>
                  <a:pt x="37" y="431"/>
                </a:lnTo>
                <a:lnTo>
                  <a:pt x="32" y="422"/>
                </a:lnTo>
                <a:lnTo>
                  <a:pt x="27" y="413"/>
                </a:lnTo>
                <a:lnTo>
                  <a:pt x="22" y="404"/>
                </a:lnTo>
                <a:lnTo>
                  <a:pt x="18" y="394"/>
                </a:lnTo>
                <a:lnTo>
                  <a:pt x="14" y="385"/>
                </a:lnTo>
                <a:lnTo>
                  <a:pt x="11" y="376"/>
                </a:lnTo>
                <a:lnTo>
                  <a:pt x="8" y="366"/>
                </a:lnTo>
                <a:lnTo>
                  <a:pt x="6" y="357"/>
                </a:lnTo>
                <a:lnTo>
                  <a:pt x="4" y="347"/>
                </a:lnTo>
                <a:lnTo>
                  <a:pt x="2" y="337"/>
                </a:lnTo>
                <a:lnTo>
                  <a:pt x="1" y="328"/>
                </a:lnTo>
                <a:lnTo>
                  <a:pt x="0" y="318"/>
                </a:lnTo>
                <a:lnTo>
                  <a:pt x="0" y="308"/>
                </a:lnTo>
                <a:lnTo>
                  <a:pt x="0" y="299"/>
                </a:lnTo>
                <a:lnTo>
                  <a:pt x="1" y="289"/>
                </a:lnTo>
                <a:lnTo>
                  <a:pt x="2" y="279"/>
                </a:lnTo>
                <a:lnTo>
                  <a:pt x="4" y="270"/>
                </a:lnTo>
                <a:lnTo>
                  <a:pt x="6" y="260"/>
                </a:lnTo>
                <a:lnTo>
                  <a:pt x="8" y="250"/>
                </a:lnTo>
                <a:lnTo>
                  <a:pt x="11" y="241"/>
                </a:lnTo>
                <a:lnTo>
                  <a:pt x="14" y="232"/>
                </a:lnTo>
                <a:lnTo>
                  <a:pt x="18" y="222"/>
                </a:lnTo>
                <a:lnTo>
                  <a:pt x="22" y="213"/>
                </a:lnTo>
                <a:lnTo>
                  <a:pt x="27" y="204"/>
                </a:lnTo>
                <a:lnTo>
                  <a:pt x="32" y="195"/>
                </a:lnTo>
                <a:lnTo>
                  <a:pt x="37" y="186"/>
                </a:lnTo>
                <a:lnTo>
                  <a:pt x="43" y="177"/>
                </a:lnTo>
                <a:lnTo>
                  <a:pt x="49" y="168"/>
                </a:lnTo>
                <a:lnTo>
                  <a:pt x="56" y="160"/>
                </a:lnTo>
                <a:lnTo>
                  <a:pt x="63" y="151"/>
                </a:lnTo>
                <a:lnTo>
                  <a:pt x="71" y="143"/>
                </a:lnTo>
                <a:lnTo>
                  <a:pt x="78" y="135"/>
                </a:lnTo>
                <a:lnTo>
                  <a:pt x="87" y="127"/>
                </a:lnTo>
                <a:lnTo>
                  <a:pt x="95" y="119"/>
                </a:lnTo>
                <a:lnTo>
                  <a:pt x="104" y="112"/>
                </a:lnTo>
                <a:lnTo>
                  <a:pt x="113" y="104"/>
                </a:lnTo>
                <a:lnTo>
                  <a:pt x="123" y="97"/>
                </a:lnTo>
                <a:lnTo>
                  <a:pt x="133" y="90"/>
                </a:lnTo>
                <a:lnTo>
                  <a:pt x="143" y="83"/>
                </a:lnTo>
                <a:lnTo>
                  <a:pt x="154" y="77"/>
                </a:lnTo>
                <a:lnTo>
                  <a:pt x="164" y="70"/>
                </a:lnTo>
                <a:lnTo>
                  <a:pt x="176" y="64"/>
                </a:lnTo>
                <a:lnTo>
                  <a:pt x="187" y="59"/>
                </a:lnTo>
                <a:lnTo>
                  <a:pt x="199" y="53"/>
                </a:lnTo>
                <a:lnTo>
                  <a:pt x="211" y="48"/>
                </a:lnTo>
                <a:lnTo>
                  <a:pt x="223" y="43"/>
                </a:lnTo>
                <a:lnTo>
                  <a:pt x="235" y="38"/>
                </a:lnTo>
                <a:lnTo>
                  <a:pt x="248" y="33"/>
                </a:lnTo>
                <a:lnTo>
                  <a:pt x="260" y="29"/>
                </a:lnTo>
                <a:lnTo>
                  <a:pt x="274" y="25"/>
                </a:lnTo>
                <a:lnTo>
                  <a:pt x="288" y="21"/>
                </a:lnTo>
                <a:lnTo>
                  <a:pt x="301" y="18"/>
                </a:lnTo>
                <a:lnTo>
                  <a:pt x="314" y="15"/>
                </a:lnTo>
                <a:lnTo>
                  <a:pt x="328" y="12"/>
                </a:lnTo>
                <a:lnTo>
                  <a:pt x="342" y="9"/>
                </a:lnTo>
                <a:lnTo>
                  <a:pt x="356" y="7"/>
                </a:lnTo>
                <a:lnTo>
                  <a:pt x="370" y="5"/>
                </a:lnTo>
                <a:lnTo>
                  <a:pt x="384" y="3"/>
                </a:lnTo>
                <a:lnTo>
                  <a:pt x="398" y="2"/>
                </a:lnTo>
                <a:lnTo>
                  <a:pt x="412" y="1"/>
                </a:lnTo>
                <a:lnTo>
                  <a:pt x="426" y="0"/>
                </a:lnTo>
                <a:lnTo>
                  <a:pt x="440" y="0"/>
                </a:lnTo>
                <a:lnTo>
                  <a:pt x="454" y="0"/>
                </a:lnTo>
                <a:lnTo>
                  <a:pt x="469" y="0"/>
                </a:lnTo>
                <a:lnTo>
                  <a:pt x="483" y="0"/>
                </a:lnTo>
                <a:lnTo>
                  <a:pt x="497" y="1"/>
                </a:lnTo>
                <a:lnTo>
                  <a:pt x="511" y="2"/>
                </a:lnTo>
                <a:lnTo>
                  <a:pt x="525" y="3"/>
                </a:lnTo>
                <a:lnTo>
                  <a:pt x="539" y="5"/>
                </a:lnTo>
                <a:lnTo>
                  <a:pt x="553" y="7"/>
                </a:lnTo>
                <a:lnTo>
                  <a:pt x="567" y="9"/>
                </a:lnTo>
                <a:lnTo>
                  <a:pt x="581" y="12"/>
                </a:lnTo>
                <a:lnTo>
                  <a:pt x="595" y="15"/>
                </a:lnTo>
                <a:lnTo>
                  <a:pt x="608" y="18"/>
                </a:lnTo>
                <a:lnTo>
                  <a:pt x="621" y="21"/>
                </a:lnTo>
                <a:lnTo>
                  <a:pt x="635" y="25"/>
                </a:lnTo>
                <a:lnTo>
                  <a:pt x="648" y="29"/>
                </a:lnTo>
                <a:lnTo>
                  <a:pt x="660" y="33"/>
                </a:lnTo>
                <a:lnTo>
                  <a:pt x="673" y="38"/>
                </a:lnTo>
                <a:lnTo>
                  <a:pt x="685" y="43"/>
                </a:lnTo>
                <a:lnTo>
                  <a:pt x="697" y="48"/>
                </a:lnTo>
                <a:lnTo>
                  <a:pt x="709" y="53"/>
                </a:lnTo>
                <a:lnTo>
                  <a:pt x="721" y="59"/>
                </a:lnTo>
                <a:lnTo>
                  <a:pt x="732" y="64"/>
                </a:lnTo>
                <a:lnTo>
                  <a:pt x="744" y="70"/>
                </a:lnTo>
                <a:lnTo>
                  <a:pt x="754" y="77"/>
                </a:lnTo>
                <a:lnTo>
                  <a:pt x="765" y="83"/>
                </a:lnTo>
                <a:lnTo>
                  <a:pt x="775" y="90"/>
                </a:lnTo>
                <a:lnTo>
                  <a:pt x="785" y="97"/>
                </a:lnTo>
                <a:lnTo>
                  <a:pt x="795" y="104"/>
                </a:lnTo>
                <a:lnTo>
                  <a:pt x="804" y="112"/>
                </a:lnTo>
                <a:lnTo>
                  <a:pt x="813" y="119"/>
                </a:lnTo>
                <a:lnTo>
                  <a:pt x="821" y="127"/>
                </a:lnTo>
                <a:lnTo>
                  <a:pt x="830" y="135"/>
                </a:lnTo>
                <a:lnTo>
                  <a:pt x="837" y="143"/>
                </a:lnTo>
                <a:lnTo>
                  <a:pt x="845" y="151"/>
                </a:lnTo>
                <a:lnTo>
                  <a:pt x="852" y="160"/>
                </a:lnTo>
                <a:lnTo>
                  <a:pt x="858" y="168"/>
                </a:lnTo>
                <a:lnTo>
                  <a:pt x="865" y="177"/>
                </a:lnTo>
                <a:lnTo>
                  <a:pt x="871" y="186"/>
                </a:lnTo>
                <a:lnTo>
                  <a:pt x="876" y="195"/>
                </a:lnTo>
                <a:lnTo>
                  <a:pt x="881" y="204"/>
                </a:lnTo>
                <a:lnTo>
                  <a:pt x="886" y="213"/>
                </a:lnTo>
                <a:lnTo>
                  <a:pt x="890" y="222"/>
                </a:lnTo>
                <a:lnTo>
                  <a:pt x="894" y="232"/>
                </a:lnTo>
                <a:lnTo>
                  <a:pt x="897" y="241"/>
                </a:lnTo>
                <a:lnTo>
                  <a:pt x="900" y="250"/>
                </a:lnTo>
                <a:lnTo>
                  <a:pt x="902" y="260"/>
                </a:lnTo>
                <a:lnTo>
                  <a:pt x="904" y="270"/>
                </a:lnTo>
                <a:lnTo>
                  <a:pt x="906" y="279"/>
                </a:lnTo>
                <a:lnTo>
                  <a:pt x="907" y="289"/>
                </a:lnTo>
                <a:lnTo>
                  <a:pt x="908" y="299"/>
                </a:lnTo>
                <a:lnTo>
                  <a:pt x="908" y="308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1" name=""/>
          <p:cNvSpPr/>
          <p:nvPr/>
        </p:nvSpPr>
        <p:spPr>
          <a:xfrm>
            <a:off x="7890840" y="2822400"/>
            <a:ext cx="337680" cy="230040"/>
          </a:xfrm>
          <a:custGeom>
            <a:avLst/>
            <a:gdLst/>
            <a:ahLst/>
            <a:rect l="0" t="0" r="r" b="b"/>
            <a:pathLst>
              <a:path w="938" h="639">
                <a:moveTo>
                  <a:pt x="923" y="320"/>
                </a:moveTo>
                <a:lnTo>
                  <a:pt x="923" y="311"/>
                </a:lnTo>
                <a:lnTo>
                  <a:pt x="922" y="301"/>
                </a:lnTo>
                <a:lnTo>
                  <a:pt x="921" y="291"/>
                </a:lnTo>
                <a:lnTo>
                  <a:pt x="919" y="282"/>
                </a:lnTo>
                <a:lnTo>
                  <a:pt x="917" y="272"/>
                </a:lnTo>
                <a:lnTo>
                  <a:pt x="915" y="262"/>
                </a:lnTo>
                <a:lnTo>
                  <a:pt x="912" y="253"/>
                </a:lnTo>
                <a:lnTo>
                  <a:pt x="909" y="244"/>
                </a:lnTo>
                <a:lnTo>
                  <a:pt x="905" y="234"/>
                </a:lnTo>
                <a:lnTo>
                  <a:pt x="901" y="225"/>
                </a:lnTo>
                <a:lnTo>
                  <a:pt x="896" y="216"/>
                </a:lnTo>
                <a:lnTo>
                  <a:pt x="891" y="207"/>
                </a:lnTo>
                <a:lnTo>
                  <a:pt x="886" y="198"/>
                </a:lnTo>
                <a:lnTo>
                  <a:pt x="880" y="189"/>
                </a:lnTo>
                <a:lnTo>
                  <a:pt x="873" y="180"/>
                </a:lnTo>
                <a:lnTo>
                  <a:pt x="867" y="172"/>
                </a:lnTo>
                <a:lnTo>
                  <a:pt x="860" y="163"/>
                </a:lnTo>
                <a:lnTo>
                  <a:pt x="852" y="155"/>
                </a:lnTo>
                <a:lnTo>
                  <a:pt x="845" y="147"/>
                </a:lnTo>
                <a:lnTo>
                  <a:pt x="836" y="139"/>
                </a:lnTo>
                <a:lnTo>
                  <a:pt x="828" y="131"/>
                </a:lnTo>
                <a:lnTo>
                  <a:pt x="819" y="124"/>
                </a:lnTo>
                <a:lnTo>
                  <a:pt x="810" y="115"/>
                </a:lnTo>
                <a:lnTo>
                  <a:pt x="800" y="108"/>
                </a:lnTo>
                <a:lnTo>
                  <a:pt x="790" y="101"/>
                </a:lnTo>
                <a:lnTo>
                  <a:pt x="780" y="94"/>
                </a:lnTo>
                <a:lnTo>
                  <a:pt x="769" y="88"/>
                </a:lnTo>
                <a:lnTo>
                  <a:pt x="759" y="81"/>
                </a:lnTo>
                <a:lnTo>
                  <a:pt x="747" y="75"/>
                </a:lnTo>
                <a:lnTo>
                  <a:pt x="736" y="70"/>
                </a:lnTo>
                <a:lnTo>
                  <a:pt x="724" y="64"/>
                </a:lnTo>
                <a:lnTo>
                  <a:pt x="712" y="59"/>
                </a:lnTo>
                <a:lnTo>
                  <a:pt x="700" y="54"/>
                </a:lnTo>
                <a:lnTo>
                  <a:pt x="688" y="49"/>
                </a:lnTo>
                <a:lnTo>
                  <a:pt x="675" y="44"/>
                </a:lnTo>
                <a:lnTo>
                  <a:pt x="663" y="40"/>
                </a:lnTo>
                <a:lnTo>
                  <a:pt x="650" y="36"/>
                </a:lnTo>
                <a:lnTo>
                  <a:pt x="636" y="32"/>
                </a:lnTo>
                <a:lnTo>
                  <a:pt x="623" y="29"/>
                </a:lnTo>
                <a:lnTo>
                  <a:pt x="610" y="26"/>
                </a:lnTo>
                <a:lnTo>
                  <a:pt x="596" y="23"/>
                </a:lnTo>
                <a:lnTo>
                  <a:pt x="582" y="20"/>
                </a:lnTo>
                <a:lnTo>
                  <a:pt x="568" y="18"/>
                </a:lnTo>
                <a:lnTo>
                  <a:pt x="554" y="16"/>
                </a:lnTo>
                <a:lnTo>
                  <a:pt x="540" y="14"/>
                </a:lnTo>
                <a:lnTo>
                  <a:pt x="526" y="13"/>
                </a:lnTo>
                <a:lnTo>
                  <a:pt x="512" y="12"/>
                </a:lnTo>
                <a:lnTo>
                  <a:pt x="498" y="11"/>
                </a:lnTo>
                <a:lnTo>
                  <a:pt x="484" y="11"/>
                </a:lnTo>
                <a:lnTo>
                  <a:pt x="469" y="11"/>
                </a:lnTo>
                <a:lnTo>
                  <a:pt x="455" y="11"/>
                </a:lnTo>
                <a:lnTo>
                  <a:pt x="441" y="11"/>
                </a:lnTo>
                <a:lnTo>
                  <a:pt x="427" y="12"/>
                </a:lnTo>
                <a:lnTo>
                  <a:pt x="413" y="13"/>
                </a:lnTo>
                <a:lnTo>
                  <a:pt x="399" y="14"/>
                </a:lnTo>
                <a:lnTo>
                  <a:pt x="385" y="16"/>
                </a:lnTo>
                <a:lnTo>
                  <a:pt x="371" y="18"/>
                </a:lnTo>
                <a:lnTo>
                  <a:pt x="357" y="20"/>
                </a:lnTo>
                <a:lnTo>
                  <a:pt x="343" y="23"/>
                </a:lnTo>
                <a:lnTo>
                  <a:pt x="329" y="26"/>
                </a:lnTo>
                <a:lnTo>
                  <a:pt x="316" y="29"/>
                </a:lnTo>
                <a:lnTo>
                  <a:pt x="303" y="32"/>
                </a:lnTo>
                <a:lnTo>
                  <a:pt x="289" y="36"/>
                </a:lnTo>
                <a:lnTo>
                  <a:pt x="276" y="40"/>
                </a:lnTo>
                <a:lnTo>
                  <a:pt x="264" y="44"/>
                </a:lnTo>
                <a:lnTo>
                  <a:pt x="251" y="49"/>
                </a:lnTo>
                <a:lnTo>
                  <a:pt x="239" y="54"/>
                </a:lnTo>
                <a:lnTo>
                  <a:pt x="227" y="59"/>
                </a:lnTo>
                <a:lnTo>
                  <a:pt x="215" y="64"/>
                </a:lnTo>
                <a:lnTo>
                  <a:pt x="203" y="70"/>
                </a:lnTo>
                <a:lnTo>
                  <a:pt x="192" y="75"/>
                </a:lnTo>
                <a:lnTo>
                  <a:pt x="180" y="81"/>
                </a:lnTo>
                <a:lnTo>
                  <a:pt x="170" y="88"/>
                </a:lnTo>
                <a:lnTo>
                  <a:pt x="159" y="94"/>
                </a:lnTo>
                <a:lnTo>
                  <a:pt x="149" y="101"/>
                </a:lnTo>
                <a:lnTo>
                  <a:pt x="139" y="108"/>
                </a:lnTo>
                <a:lnTo>
                  <a:pt x="129" y="115"/>
                </a:lnTo>
                <a:lnTo>
                  <a:pt x="120" y="124"/>
                </a:lnTo>
                <a:lnTo>
                  <a:pt x="111" y="131"/>
                </a:lnTo>
                <a:lnTo>
                  <a:pt x="103" y="139"/>
                </a:lnTo>
                <a:lnTo>
                  <a:pt x="93" y="147"/>
                </a:lnTo>
                <a:lnTo>
                  <a:pt x="86" y="155"/>
                </a:lnTo>
                <a:lnTo>
                  <a:pt x="78" y="163"/>
                </a:lnTo>
                <a:lnTo>
                  <a:pt x="71" y="172"/>
                </a:lnTo>
                <a:lnTo>
                  <a:pt x="64" y="180"/>
                </a:lnTo>
                <a:lnTo>
                  <a:pt x="58" y="189"/>
                </a:lnTo>
                <a:lnTo>
                  <a:pt x="52" y="198"/>
                </a:lnTo>
                <a:lnTo>
                  <a:pt x="47" y="207"/>
                </a:lnTo>
                <a:lnTo>
                  <a:pt x="42" y="216"/>
                </a:lnTo>
                <a:lnTo>
                  <a:pt x="37" y="225"/>
                </a:lnTo>
                <a:lnTo>
                  <a:pt x="33" y="234"/>
                </a:lnTo>
                <a:lnTo>
                  <a:pt x="29" y="244"/>
                </a:lnTo>
                <a:lnTo>
                  <a:pt x="26" y="253"/>
                </a:lnTo>
                <a:lnTo>
                  <a:pt x="23" y="262"/>
                </a:lnTo>
                <a:lnTo>
                  <a:pt x="21" y="272"/>
                </a:lnTo>
                <a:lnTo>
                  <a:pt x="19" y="282"/>
                </a:lnTo>
                <a:lnTo>
                  <a:pt x="17" y="291"/>
                </a:lnTo>
                <a:lnTo>
                  <a:pt x="16" y="301"/>
                </a:lnTo>
                <a:lnTo>
                  <a:pt x="15" y="311"/>
                </a:lnTo>
                <a:lnTo>
                  <a:pt x="15" y="320"/>
                </a:lnTo>
                <a:lnTo>
                  <a:pt x="15" y="330"/>
                </a:lnTo>
                <a:lnTo>
                  <a:pt x="16" y="340"/>
                </a:lnTo>
                <a:lnTo>
                  <a:pt x="17" y="349"/>
                </a:lnTo>
                <a:lnTo>
                  <a:pt x="19" y="359"/>
                </a:lnTo>
                <a:lnTo>
                  <a:pt x="21" y="369"/>
                </a:lnTo>
                <a:lnTo>
                  <a:pt x="23" y="378"/>
                </a:lnTo>
                <a:lnTo>
                  <a:pt x="26" y="388"/>
                </a:lnTo>
                <a:lnTo>
                  <a:pt x="29" y="397"/>
                </a:lnTo>
                <a:lnTo>
                  <a:pt x="33" y="406"/>
                </a:lnTo>
                <a:lnTo>
                  <a:pt x="37" y="416"/>
                </a:lnTo>
                <a:lnTo>
                  <a:pt x="42" y="425"/>
                </a:lnTo>
                <a:lnTo>
                  <a:pt x="47" y="434"/>
                </a:lnTo>
                <a:lnTo>
                  <a:pt x="52" y="443"/>
                </a:lnTo>
                <a:lnTo>
                  <a:pt x="58" y="452"/>
                </a:lnTo>
                <a:lnTo>
                  <a:pt x="64" y="460"/>
                </a:lnTo>
                <a:lnTo>
                  <a:pt x="71" y="469"/>
                </a:lnTo>
                <a:lnTo>
                  <a:pt x="78" y="477"/>
                </a:lnTo>
                <a:lnTo>
                  <a:pt x="86" y="486"/>
                </a:lnTo>
                <a:lnTo>
                  <a:pt x="93" y="494"/>
                </a:lnTo>
                <a:lnTo>
                  <a:pt x="103" y="502"/>
                </a:lnTo>
                <a:lnTo>
                  <a:pt x="111" y="509"/>
                </a:lnTo>
                <a:lnTo>
                  <a:pt x="120" y="517"/>
                </a:lnTo>
                <a:lnTo>
                  <a:pt x="129" y="524"/>
                </a:lnTo>
                <a:lnTo>
                  <a:pt x="139" y="531"/>
                </a:lnTo>
                <a:lnTo>
                  <a:pt x="149" y="538"/>
                </a:lnTo>
                <a:lnTo>
                  <a:pt x="159" y="545"/>
                </a:lnTo>
                <a:lnTo>
                  <a:pt x="170" y="552"/>
                </a:lnTo>
                <a:lnTo>
                  <a:pt x="180" y="558"/>
                </a:lnTo>
                <a:lnTo>
                  <a:pt x="192" y="564"/>
                </a:lnTo>
                <a:lnTo>
                  <a:pt x="203" y="570"/>
                </a:lnTo>
                <a:lnTo>
                  <a:pt x="215" y="575"/>
                </a:lnTo>
                <a:lnTo>
                  <a:pt x="227" y="581"/>
                </a:lnTo>
                <a:lnTo>
                  <a:pt x="239" y="586"/>
                </a:lnTo>
                <a:lnTo>
                  <a:pt x="251" y="591"/>
                </a:lnTo>
                <a:lnTo>
                  <a:pt x="264" y="595"/>
                </a:lnTo>
                <a:lnTo>
                  <a:pt x="276" y="599"/>
                </a:lnTo>
                <a:lnTo>
                  <a:pt x="289" y="603"/>
                </a:lnTo>
                <a:lnTo>
                  <a:pt x="303" y="607"/>
                </a:lnTo>
                <a:lnTo>
                  <a:pt x="316" y="611"/>
                </a:lnTo>
                <a:lnTo>
                  <a:pt x="329" y="614"/>
                </a:lnTo>
                <a:lnTo>
                  <a:pt x="343" y="617"/>
                </a:lnTo>
                <a:lnTo>
                  <a:pt x="357" y="619"/>
                </a:lnTo>
                <a:lnTo>
                  <a:pt x="371" y="621"/>
                </a:lnTo>
                <a:lnTo>
                  <a:pt x="385" y="623"/>
                </a:lnTo>
                <a:lnTo>
                  <a:pt x="399" y="625"/>
                </a:lnTo>
                <a:lnTo>
                  <a:pt x="413" y="626"/>
                </a:lnTo>
                <a:lnTo>
                  <a:pt x="427" y="627"/>
                </a:lnTo>
                <a:lnTo>
                  <a:pt x="441" y="628"/>
                </a:lnTo>
                <a:lnTo>
                  <a:pt x="455" y="629"/>
                </a:lnTo>
                <a:lnTo>
                  <a:pt x="469" y="629"/>
                </a:lnTo>
                <a:lnTo>
                  <a:pt x="484" y="629"/>
                </a:lnTo>
                <a:lnTo>
                  <a:pt x="498" y="628"/>
                </a:lnTo>
                <a:lnTo>
                  <a:pt x="512" y="627"/>
                </a:lnTo>
                <a:lnTo>
                  <a:pt x="526" y="626"/>
                </a:lnTo>
                <a:lnTo>
                  <a:pt x="540" y="625"/>
                </a:lnTo>
                <a:lnTo>
                  <a:pt x="554" y="623"/>
                </a:lnTo>
                <a:lnTo>
                  <a:pt x="568" y="621"/>
                </a:lnTo>
                <a:lnTo>
                  <a:pt x="582" y="619"/>
                </a:lnTo>
                <a:lnTo>
                  <a:pt x="596" y="617"/>
                </a:lnTo>
                <a:lnTo>
                  <a:pt x="610" y="614"/>
                </a:lnTo>
                <a:lnTo>
                  <a:pt x="623" y="611"/>
                </a:lnTo>
                <a:lnTo>
                  <a:pt x="636" y="607"/>
                </a:lnTo>
                <a:lnTo>
                  <a:pt x="650" y="603"/>
                </a:lnTo>
                <a:lnTo>
                  <a:pt x="663" y="599"/>
                </a:lnTo>
                <a:lnTo>
                  <a:pt x="675" y="595"/>
                </a:lnTo>
                <a:lnTo>
                  <a:pt x="688" y="591"/>
                </a:lnTo>
                <a:lnTo>
                  <a:pt x="700" y="586"/>
                </a:lnTo>
                <a:lnTo>
                  <a:pt x="712" y="581"/>
                </a:lnTo>
                <a:lnTo>
                  <a:pt x="724" y="575"/>
                </a:lnTo>
                <a:lnTo>
                  <a:pt x="736" y="570"/>
                </a:lnTo>
                <a:lnTo>
                  <a:pt x="747" y="564"/>
                </a:lnTo>
                <a:lnTo>
                  <a:pt x="759" y="558"/>
                </a:lnTo>
                <a:lnTo>
                  <a:pt x="769" y="552"/>
                </a:lnTo>
                <a:lnTo>
                  <a:pt x="780" y="545"/>
                </a:lnTo>
                <a:lnTo>
                  <a:pt x="790" y="538"/>
                </a:lnTo>
                <a:lnTo>
                  <a:pt x="800" y="531"/>
                </a:lnTo>
                <a:lnTo>
                  <a:pt x="810" y="524"/>
                </a:lnTo>
                <a:lnTo>
                  <a:pt x="819" y="517"/>
                </a:lnTo>
                <a:lnTo>
                  <a:pt x="828" y="509"/>
                </a:lnTo>
                <a:lnTo>
                  <a:pt x="836" y="502"/>
                </a:lnTo>
                <a:lnTo>
                  <a:pt x="845" y="494"/>
                </a:lnTo>
                <a:lnTo>
                  <a:pt x="852" y="486"/>
                </a:lnTo>
                <a:lnTo>
                  <a:pt x="860" y="477"/>
                </a:lnTo>
                <a:lnTo>
                  <a:pt x="867" y="469"/>
                </a:lnTo>
                <a:lnTo>
                  <a:pt x="873" y="460"/>
                </a:lnTo>
                <a:lnTo>
                  <a:pt x="880" y="452"/>
                </a:lnTo>
                <a:lnTo>
                  <a:pt x="886" y="443"/>
                </a:lnTo>
                <a:lnTo>
                  <a:pt x="891" y="434"/>
                </a:lnTo>
                <a:lnTo>
                  <a:pt x="896" y="425"/>
                </a:lnTo>
                <a:lnTo>
                  <a:pt x="901" y="416"/>
                </a:lnTo>
                <a:lnTo>
                  <a:pt x="905" y="406"/>
                </a:lnTo>
                <a:lnTo>
                  <a:pt x="909" y="397"/>
                </a:lnTo>
                <a:lnTo>
                  <a:pt x="912" y="388"/>
                </a:lnTo>
                <a:lnTo>
                  <a:pt x="915" y="378"/>
                </a:lnTo>
                <a:lnTo>
                  <a:pt x="917" y="369"/>
                </a:lnTo>
                <a:lnTo>
                  <a:pt x="919" y="359"/>
                </a:lnTo>
                <a:lnTo>
                  <a:pt x="921" y="349"/>
                </a:lnTo>
                <a:lnTo>
                  <a:pt x="922" y="340"/>
                </a:lnTo>
                <a:lnTo>
                  <a:pt x="923" y="330"/>
                </a:lnTo>
                <a:lnTo>
                  <a:pt x="923" y="320"/>
                </a:lnTo>
                <a:moveTo>
                  <a:pt x="938" y="320"/>
                </a:moveTo>
                <a:lnTo>
                  <a:pt x="938" y="330"/>
                </a:lnTo>
                <a:lnTo>
                  <a:pt x="937" y="340"/>
                </a:lnTo>
                <a:lnTo>
                  <a:pt x="936" y="350"/>
                </a:lnTo>
                <a:lnTo>
                  <a:pt x="934" y="360"/>
                </a:lnTo>
                <a:lnTo>
                  <a:pt x="932" y="370"/>
                </a:lnTo>
                <a:lnTo>
                  <a:pt x="930" y="380"/>
                </a:lnTo>
                <a:lnTo>
                  <a:pt x="927" y="390"/>
                </a:lnTo>
                <a:lnTo>
                  <a:pt x="923" y="400"/>
                </a:lnTo>
                <a:lnTo>
                  <a:pt x="919" y="409"/>
                </a:lnTo>
                <a:lnTo>
                  <a:pt x="915" y="419"/>
                </a:lnTo>
                <a:lnTo>
                  <a:pt x="910" y="428"/>
                </a:lnTo>
                <a:lnTo>
                  <a:pt x="905" y="438"/>
                </a:lnTo>
                <a:lnTo>
                  <a:pt x="899" y="447"/>
                </a:lnTo>
                <a:lnTo>
                  <a:pt x="893" y="456"/>
                </a:lnTo>
                <a:lnTo>
                  <a:pt x="887" y="465"/>
                </a:lnTo>
                <a:lnTo>
                  <a:pt x="880" y="474"/>
                </a:lnTo>
                <a:lnTo>
                  <a:pt x="873" y="483"/>
                </a:lnTo>
                <a:lnTo>
                  <a:pt x="865" y="491"/>
                </a:lnTo>
                <a:lnTo>
                  <a:pt x="857" y="499"/>
                </a:lnTo>
                <a:lnTo>
                  <a:pt x="849" y="508"/>
                </a:lnTo>
                <a:lnTo>
                  <a:pt x="840" y="516"/>
                </a:lnTo>
                <a:lnTo>
                  <a:pt x="831" y="523"/>
                </a:lnTo>
                <a:lnTo>
                  <a:pt x="821" y="531"/>
                </a:lnTo>
                <a:lnTo>
                  <a:pt x="811" y="539"/>
                </a:lnTo>
                <a:lnTo>
                  <a:pt x="801" y="546"/>
                </a:lnTo>
                <a:lnTo>
                  <a:pt x="790" y="553"/>
                </a:lnTo>
                <a:lnTo>
                  <a:pt x="779" y="559"/>
                </a:lnTo>
                <a:lnTo>
                  <a:pt x="768" y="566"/>
                </a:lnTo>
                <a:lnTo>
                  <a:pt x="757" y="572"/>
                </a:lnTo>
                <a:lnTo>
                  <a:pt x="745" y="578"/>
                </a:lnTo>
                <a:lnTo>
                  <a:pt x="733" y="584"/>
                </a:lnTo>
                <a:lnTo>
                  <a:pt x="721" y="589"/>
                </a:lnTo>
                <a:lnTo>
                  <a:pt x="708" y="595"/>
                </a:lnTo>
                <a:lnTo>
                  <a:pt x="695" y="600"/>
                </a:lnTo>
                <a:lnTo>
                  <a:pt x="682" y="604"/>
                </a:lnTo>
                <a:lnTo>
                  <a:pt x="669" y="609"/>
                </a:lnTo>
                <a:lnTo>
                  <a:pt x="656" y="613"/>
                </a:lnTo>
                <a:lnTo>
                  <a:pt x="642" y="617"/>
                </a:lnTo>
                <a:lnTo>
                  <a:pt x="628" y="620"/>
                </a:lnTo>
                <a:lnTo>
                  <a:pt x="614" y="624"/>
                </a:lnTo>
                <a:lnTo>
                  <a:pt x="600" y="626"/>
                </a:lnTo>
                <a:lnTo>
                  <a:pt x="586" y="629"/>
                </a:lnTo>
                <a:lnTo>
                  <a:pt x="572" y="631"/>
                </a:lnTo>
                <a:lnTo>
                  <a:pt x="557" y="633"/>
                </a:lnTo>
                <a:lnTo>
                  <a:pt x="543" y="635"/>
                </a:lnTo>
                <a:lnTo>
                  <a:pt x="528" y="637"/>
                </a:lnTo>
                <a:lnTo>
                  <a:pt x="514" y="638"/>
                </a:lnTo>
                <a:lnTo>
                  <a:pt x="499" y="638"/>
                </a:lnTo>
                <a:lnTo>
                  <a:pt x="484" y="639"/>
                </a:lnTo>
                <a:lnTo>
                  <a:pt x="469" y="639"/>
                </a:lnTo>
                <a:lnTo>
                  <a:pt x="455" y="639"/>
                </a:lnTo>
                <a:lnTo>
                  <a:pt x="440" y="638"/>
                </a:lnTo>
                <a:lnTo>
                  <a:pt x="425" y="638"/>
                </a:lnTo>
                <a:lnTo>
                  <a:pt x="411" y="637"/>
                </a:lnTo>
                <a:lnTo>
                  <a:pt x="396" y="635"/>
                </a:lnTo>
                <a:lnTo>
                  <a:pt x="382" y="633"/>
                </a:lnTo>
                <a:lnTo>
                  <a:pt x="367" y="631"/>
                </a:lnTo>
                <a:lnTo>
                  <a:pt x="353" y="629"/>
                </a:lnTo>
                <a:lnTo>
                  <a:pt x="339" y="626"/>
                </a:lnTo>
                <a:lnTo>
                  <a:pt x="325" y="624"/>
                </a:lnTo>
                <a:lnTo>
                  <a:pt x="311" y="620"/>
                </a:lnTo>
                <a:lnTo>
                  <a:pt x="297" y="617"/>
                </a:lnTo>
                <a:lnTo>
                  <a:pt x="283" y="613"/>
                </a:lnTo>
                <a:lnTo>
                  <a:pt x="270" y="609"/>
                </a:lnTo>
                <a:lnTo>
                  <a:pt x="257" y="604"/>
                </a:lnTo>
                <a:lnTo>
                  <a:pt x="244" y="600"/>
                </a:lnTo>
                <a:lnTo>
                  <a:pt x="231" y="595"/>
                </a:lnTo>
                <a:lnTo>
                  <a:pt x="218" y="589"/>
                </a:lnTo>
                <a:lnTo>
                  <a:pt x="206" y="584"/>
                </a:lnTo>
                <a:lnTo>
                  <a:pt x="194" y="578"/>
                </a:lnTo>
                <a:lnTo>
                  <a:pt x="182" y="572"/>
                </a:lnTo>
                <a:lnTo>
                  <a:pt x="171" y="566"/>
                </a:lnTo>
                <a:lnTo>
                  <a:pt x="160" y="559"/>
                </a:lnTo>
                <a:lnTo>
                  <a:pt x="149" y="553"/>
                </a:lnTo>
                <a:lnTo>
                  <a:pt x="138" y="546"/>
                </a:lnTo>
                <a:lnTo>
                  <a:pt x="128" y="539"/>
                </a:lnTo>
                <a:lnTo>
                  <a:pt x="118" y="531"/>
                </a:lnTo>
                <a:lnTo>
                  <a:pt x="108" y="523"/>
                </a:lnTo>
                <a:lnTo>
                  <a:pt x="98" y="516"/>
                </a:lnTo>
                <a:lnTo>
                  <a:pt x="89" y="508"/>
                </a:lnTo>
                <a:lnTo>
                  <a:pt x="81" y="499"/>
                </a:lnTo>
                <a:lnTo>
                  <a:pt x="73" y="491"/>
                </a:lnTo>
                <a:lnTo>
                  <a:pt x="65" y="483"/>
                </a:lnTo>
                <a:lnTo>
                  <a:pt x="58" y="474"/>
                </a:lnTo>
                <a:lnTo>
                  <a:pt x="51" y="465"/>
                </a:lnTo>
                <a:lnTo>
                  <a:pt x="45" y="456"/>
                </a:lnTo>
                <a:lnTo>
                  <a:pt x="38" y="447"/>
                </a:lnTo>
                <a:lnTo>
                  <a:pt x="33" y="438"/>
                </a:lnTo>
                <a:lnTo>
                  <a:pt x="28" y="428"/>
                </a:lnTo>
                <a:lnTo>
                  <a:pt x="23" y="419"/>
                </a:lnTo>
                <a:lnTo>
                  <a:pt x="19" y="409"/>
                </a:lnTo>
                <a:lnTo>
                  <a:pt x="15" y="400"/>
                </a:lnTo>
                <a:lnTo>
                  <a:pt x="11" y="390"/>
                </a:lnTo>
                <a:lnTo>
                  <a:pt x="8" y="380"/>
                </a:lnTo>
                <a:lnTo>
                  <a:pt x="6" y="370"/>
                </a:lnTo>
                <a:lnTo>
                  <a:pt x="4" y="360"/>
                </a:lnTo>
                <a:lnTo>
                  <a:pt x="2" y="350"/>
                </a:lnTo>
                <a:lnTo>
                  <a:pt x="1" y="340"/>
                </a:lnTo>
                <a:lnTo>
                  <a:pt x="0" y="330"/>
                </a:lnTo>
                <a:lnTo>
                  <a:pt x="0" y="320"/>
                </a:lnTo>
                <a:lnTo>
                  <a:pt x="0" y="310"/>
                </a:lnTo>
                <a:lnTo>
                  <a:pt x="1" y="300"/>
                </a:lnTo>
                <a:lnTo>
                  <a:pt x="2" y="290"/>
                </a:lnTo>
                <a:lnTo>
                  <a:pt x="4" y="280"/>
                </a:lnTo>
                <a:lnTo>
                  <a:pt x="6" y="270"/>
                </a:lnTo>
                <a:lnTo>
                  <a:pt x="8" y="261"/>
                </a:lnTo>
                <a:lnTo>
                  <a:pt x="11" y="251"/>
                </a:lnTo>
                <a:lnTo>
                  <a:pt x="15" y="241"/>
                </a:lnTo>
                <a:lnTo>
                  <a:pt x="19" y="231"/>
                </a:lnTo>
                <a:lnTo>
                  <a:pt x="23" y="222"/>
                </a:lnTo>
                <a:lnTo>
                  <a:pt x="28" y="212"/>
                </a:lnTo>
                <a:lnTo>
                  <a:pt x="33" y="203"/>
                </a:lnTo>
                <a:lnTo>
                  <a:pt x="38" y="194"/>
                </a:lnTo>
                <a:lnTo>
                  <a:pt x="45" y="184"/>
                </a:lnTo>
                <a:lnTo>
                  <a:pt x="51" y="175"/>
                </a:lnTo>
                <a:lnTo>
                  <a:pt x="58" y="167"/>
                </a:lnTo>
                <a:lnTo>
                  <a:pt x="65" y="158"/>
                </a:lnTo>
                <a:lnTo>
                  <a:pt x="73" y="149"/>
                </a:lnTo>
                <a:lnTo>
                  <a:pt x="81" y="141"/>
                </a:lnTo>
                <a:lnTo>
                  <a:pt x="89" y="133"/>
                </a:lnTo>
                <a:lnTo>
                  <a:pt x="98" y="125"/>
                </a:lnTo>
                <a:lnTo>
                  <a:pt x="108" y="116"/>
                </a:lnTo>
                <a:lnTo>
                  <a:pt x="118" y="108"/>
                </a:lnTo>
                <a:lnTo>
                  <a:pt x="128" y="101"/>
                </a:lnTo>
                <a:lnTo>
                  <a:pt x="138" y="94"/>
                </a:lnTo>
                <a:lnTo>
                  <a:pt x="149" y="87"/>
                </a:lnTo>
                <a:lnTo>
                  <a:pt x="160" y="80"/>
                </a:lnTo>
                <a:lnTo>
                  <a:pt x="171" y="74"/>
                </a:lnTo>
                <a:lnTo>
                  <a:pt x="182" y="67"/>
                </a:lnTo>
                <a:lnTo>
                  <a:pt x="194" y="61"/>
                </a:lnTo>
                <a:lnTo>
                  <a:pt x="206" y="56"/>
                </a:lnTo>
                <a:lnTo>
                  <a:pt x="218" y="50"/>
                </a:lnTo>
                <a:lnTo>
                  <a:pt x="231" y="45"/>
                </a:lnTo>
                <a:lnTo>
                  <a:pt x="244" y="40"/>
                </a:lnTo>
                <a:lnTo>
                  <a:pt x="257" y="35"/>
                </a:lnTo>
                <a:lnTo>
                  <a:pt x="270" y="31"/>
                </a:lnTo>
                <a:lnTo>
                  <a:pt x="283" y="27"/>
                </a:lnTo>
                <a:lnTo>
                  <a:pt x="297" y="23"/>
                </a:lnTo>
                <a:lnTo>
                  <a:pt x="311" y="19"/>
                </a:lnTo>
                <a:lnTo>
                  <a:pt x="325" y="16"/>
                </a:lnTo>
                <a:lnTo>
                  <a:pt x="339" y="13"/>
                </a:lnTo>
                <a:lnTo>
                  <a:pt x="353" y="10"/>
                </a:lnTo>
                <a:lnTo>
                  <a:pt x="367" y="8"/>
                </a:lnTo>
                <a:lnTo>
                  <a:pt x="382" y="6"/>
                </a:lnTo>
                <a:lnTo>
                  <a:pt x="396" y="4"/>
                </a:lnTo>
                <a:lnTo>
                  <a:pt x="411" y="3"/>
                </a:lnTo>
                <a:lnTo>
                  <a:pt x="425" y="2"/>
                </a:lnTo>
                <a:lnTo>
                  <a:pt x="440" y="1"/>
                </a:lnTo>
                <a:lnTo>
                  <a:pt x="455" y="1"/>
                </a:lnTo>
                <a:lnTo>
                  <a:pt x="469" y="0"/>
                </a:lnTo>
                <a:lnTo>
                  <a:pt x="484" y="1"/>
                </a:lnTo>
                <a:lnTo>
                  <a:pt x="499" y="1"/>
                </a:lnTo>
                <a:lnTo>
                  <a:pt x="514" y="2"/>
                </a:lnTo>
                <a:lnTo>
                  <a:pt x="528" y="3"/>
                </a:lnTo>
                <a:lnTo>
                  <a:pt x="543" y="4"/>
                </a:lnTo>
                <a:lnTo>
                  <a:pt x="557" y="6"/>
                </a:lnTo>
                <a:lnTo>
                  <a:pt x="572" y="8"/>
                </a:lnTo>
                <a:lnTo>
                  <a:pt x="586" y="10"/>
                </a:lnTo>
                <a:lnTo>
                  <a:pt x="600" y="13"/>
                </a:lnTo>
                <a:lnTo>
                  <a:pt x="614" y="16"/>
                </a:lnTo>
                <a:lnTo>
                  <a:pt x="628" y="19"/>
                </a:lnTo>
                <a:lnTo>
                  <a:pt x="642" y="23"/>
                </a:lnTo>
                <a:lnTo>
                  <a:pt x="656" y="27"/>
                </a:lnTo>
                <a:lnTo>
                  <a:pt x="669" y="31"/>
                </a:lnTo>
                <a:lnTo>
                  <a:pt x="682" y="35"/>
                </a:lnTo>
                <a:lnTo>
                  <a:pt x="695" y="40"/>
                </a:lnTo>
                <a:lnTo>
                  <a:pt x="708" y="45"/>
                </a:lnTo>
                <a:lnTo>
                  <a:pt x="721" y="50"/>
                </a:lnTo>
                <a:lnTo>
                  <a:pt x="733" y="56"/>
                </a:lnTo>
                <a:lnTo>
                  <a:pt x="745" y="61"/>
                </a:lnTo>
                <a:lnTo>
                  <a:pt x="757" y="67"/>
                </a:lnTo>
                <a:lnTo>
                  <a:pt x="768" y="74"/>
                </a:lnTo>
                <a:lnTo>
                  <a:pt x="779" y="80"/>
                </a:lnTo>
                <a:lnTo>
                  <a:pt x="790" y="87"/>
                </a:lnTo>
                <a:lnTo>
                  <a:pt x="801" y="94"/>
                </a:lnTo>
                <a:lnTo>
                  <a:pt x="811" y="101"/>
                </a:lnTo>
                <a:lnTo>
                  <a:pt x="821" y="108"/>
                </a:lnTo>
                <a:lnTo>
                  <a:pt x="831" y="116"/>
                </a:lnTo>
                <a:lnTo>
                  <a:pt x="840" y="125"/>
                </a:lnTo>
                <a:lnTo>
                  <a:pt x="849" y="133"/>
                </a:lnTo>
                <a:lnTo>
                  <a:pt x="857" y="141"/>
                </a:lnTo>
                <a:lnTo>
                  <a:pt x="865" y="149"/>
                </a:lnTo>
                <a:lnTo>
                  <a:pt x="873" y="158"/>
                </a:lnTo>
                <a:lnTo>
                  <a:pt x="880" y="167"/>
                </a:lnTo>
                <a:lnTo>
                  <a:pt x="887" y="175"/>
                </a:lnTo>
                <a:lnTo>
                  <a:pt x="893" y="184"/>
                </a:lnTo>
                <a:lnTo>
                  <a:pt x="899" y="194"/>
                </a:lnTo>
                <a:lnTo>
                  <a:pt x="905" y="203"/>
                </a:lnTo>
                <a:lnTo>
                  <a:pt x="910" y="212"/>
                </a:lnTo>
                <a:lnTo>
                  <a:pt x="915" y="222"/>
                </a:lnTo>
                <a:lnTo>
                  <a:pt x="919" y="231"/>
                </a:lnTo>
                <a:lnTo>
                  <a:pt x="923" y="241"/>
                </a:lnTo>
                <a:lnTo>
                  <a:pt x="927" y="251"/>
                </a:lnTo>
                <a:lnTo>
                  <a:pt x="930" y="261"/>
                </a:lnTo>
                <a:lnTo>
                  <a:pt x="932" y="270"/>
                </a:lnTo>
                <a:lnTo>
                  <a:pt x="934" y="280"/>
                </a:lnTo>
                <a:lnTo>
                  <a:pt x="936" y="290"/>
                </a:lnTo>
                <a:lnTo>
                  <a:pt x="937" y="300"/>
                </a:lnTo>
                <a:lnTo>
                  <a:pt x="938" y="310"/>
                </a:lnTo>
                <a:lnTo>
                  <a:pt x="938" y="320"/>
                </a:lnTo>
                <a:close/>
              </a:path>
            </a:pathLst>
          </a:custGeom>
          <a:solidFill>
            <a:srgbClr val="f0f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2" name=""/>
          <p:cNvSpPr/>
          <p:nvPr/>
        </p:nvSpPr>
        <p:spPr>
          <a:xfrm>
            <a:off x="7885440" y="2818800"/>
            <a:ext cx="348480" cy="237240"/>
          </a:xfrm>
          <a:custGeom>
            <a:avLst/>
            <a:gdLst/>
            <a:ahLst/>
            <a:rect l="0" t="0" r="r" b="b"/>
            <a:pathLst>
              <a:path w="968" h="659">
                <a:moveTo>
                  <a:pt x="953" y="329"/>
                </a:moveTo>
                <a:lnTo>
                  <a:pt x="953" y="319"/>
                </a:lnTo>
                <a:lnTo>
                  <a:pt x="952" y="309"/>
                </a:lnTo>
                <a:lnTo>
                  <a:pt x="951" y="299"/>
                </a:lnTo>
                <a:lnTo>
                  <a:pt x="949" y="289"/>
                </a:lnTo>
                <a:lnTo>
                  <a:pt x="947" y="279"/>
                </a:lnTo>
                <a:lnTo>
                  <a:pt x="945" y="270"/>
                </a:lnTo>
                <a:lnTo>
                  <a:pt x="942" y="260"/>
                </a:lnTo>
                <a:lnTo>
                  <a:pt x="938" y="250"/>
                </a:lnTo>
                <a:lnTo>
                  <a:pt x="934" y="240"/>
                </a:lnTo>
                <a:lnTo>
                  <a:pt x="930" y="231"/>
                </a:lnTo>
                <a:lnTo>
                  <a:pt x="925" y="221"/>
                </a:lnTo>
                <a:lnTo>
                  <a:pt x="920" y="212"/>
                </a:lnTo>
                <a:lnTo>
                  <a:pt x="914" y="203"/>
                </a:lnTo>
                <a:lnTo>
                  <a:pt x="908" y="193"/>
                </a:lnTo>
                <a:lnTo>
                  <a:pt x="902" y="184"/>
                </a:lnTo>
                <a:lnTo>
                  <a:pt x="895" y="176"/>
                </a:lnTo>
                <a:lnTo>
                  <a:pt x="888" y="167"/>
                </a:lnTo>
                <a:lnTo>
                  <a:pt x="880" y="158"/>
                </a:lnTo>
                <a:lnTo>
                  <a:pt x="872" y="150"/>
                </a:lnTo>
                <a:lnTo>
                  <a:pt x="864" y="142"/>
                </a:lnTo>
                <a:lnTo>
                  <a:pt x="855" y="134"/>
                </a:lnTo>
                <a:lnTo>
                  <a:pt x="846" y="126"/>
                </a:lnTo>
                <a:lnTo>
                  <a:pt x="836" y="118"/>
                </a:lnTo>
                <a:lnTo>
                  <a:pt x="826" y="111"/>
                </a:lnTo>
                <a:lnTo>
                  <a:pt x="815" y="104"/>
                </a:lnTo>
                <a:lnTo>
                  <a:pt x="804" y="97"/>
                </a:lnTo>
                <a:lnTo>
                  <a:pt x="793" y="90"/>
                </a:lnTo>
                <a:lnTo>
                  <a:pt x="782" y="84"/>
                </a:lnTo>
                <a:lnTo>
                  <a:pt x="771" y="77"/>
                </a:lnTo>
                <a:lnTo>
                  <a:pt x="759" y="71"/>
                </a:lnTo>
                <a:lnTo>
                  <a:pt x="747" y="66"/>
                </a:lnTo>
                <a:lnTo>
                  <a:pt x="735" y="60"/>
                </a:lnTo>
                <a:lnTo>
                  <a:pt x="722" y="55"/>
                </a:lnTo>
                <a:lnTo>
                  <a:pt x="709" y="50"/>
                </a:lnTo>
                <a:lnTo>
                  <a:pt x="696" y="45"/>
                </a:lnTo>
                <a:lnTo>
                  <a:pt x="683" y="41"/>
                </a:lnTo>
                <a:lnTo>
                  <a:pt x="670" y="37"/>
                </a:lnTo>
                <a:lnTo>
                  <a:pt x="656" y="33"/>
                </a:lnTo>
                <a:lnTo>
                  <a:pt x="642" y="29"/>
                </a:lnTo>
                <a:lnTo>
                  <a:pt x="628" y="26"/>
                </a:lnTo>
                <a:lnTo>
                  <a:pt x="614" y="23"/>
                </a:lnTo>
                <a:lnTo>
                  <a:pt x="600" y="20"/>
                </a:lnTo>
                <a:lnTo>
                  <a:pt x="586" y="18"/>
                </a:lnTo>
                <a:lnTo>
                  <a:pt x="571" y="16"/>
                </a:lnTo>
                <a:lnTo>
                  <a:pt x="557" y="14"/>
                </a:lnTo>
                <a:lnTo>
                  <a:pt x="542" y="13"/>
                </a:lnTo>
                <a:lnTo>
                  <a:pt x="528" y="12"/>
                </a:lnTo>
                <a:lnTo>
                  <a:pt x="513" y="11"/>
                </a:lnTo>
                <a:lnTo>
                  <a:pt x="498" y="11"/>
                </a:lnTo>
                <a:lnTo>
                  <a:pt x="483" y="10"/>
                </a:lnTo>
                <a:lnTo>
                  <a:pt x="469" y="11"/>
                </a:lnTo>
                <a:lnTo>
                  <a:pt x="454" y="11"/>
                </a:lnTo>
                <a:lnTo>
                  <a:pt x="439" y="12"/>
                </a:lnTo>
                <a:lnTo>
                  <a:pt x="425" y="13"/>
                </a:lnTo>
                <a:lnTo>
                  <a:pt x="410" y="14"/>
                </a:lnTo>
                <a:lnTo>
                  <a:pt x="396" y="16"/>
                </a:lnTo>
                <a:lnTo>
                  <a:pt x="381" y="18"/>
                </a:lnTo>
                <a:lnTo>
                  <a:pt x="367" y="20"/>
                </a:lnTo>
                <a:lnTo>
                  <a:pt x="353" y="23"/>
                </a:lnTo>
                <a:lnTo>
                  <a:pt x="339" y="26"/>
                </a:lnTo>
                <a:lnTo>
                  <a:pt x="325" y="29"/>
                </a:lnTo>
                <a:lnTo>
                  <a:pt x="311" y="33"/>
                </a:lnTo>
                <a:lnTo>
                  <a:pt x="297" y="37"/>
                </a:lnTo>
                <a:lnTo>
                  <a:pt x="284" y="41"/>
                </a:lnTo>
                <a:lnTo>
                  <a:pt x="271" y="45"/>
                </a:lnTo>
                <a:lnTo>
                  <a:pt x="258" y="50"/>
                </a:lnTo>
                <a:lnTo>
                  <a:pt x="245" y="55"/>
                </a:lnTo>
                <a:lnTo>
                  <a:pt x="232" y="60"/>
                </a:lnTo>
                <a:lnTo>
                  <a:pt x="220" y="66"/>
                </a:lnTo>
                <a:lnTo>
                  <a:pt x="208" y="71"/>
                </a:lnTo>
                <a:lnTo>
                  <a:pt x="196" y="77"/>
                </a:lnTo>
                <a:lnTo>
                  <a:pt x="185" y="84"/>
                </a:lnTo>
                <a:lnTo>
                  <a:pt x="174" y="90"/>
                </a:lnTo>
                <a:lnTo>
                  <a:pt x="163" y="97"/>
                </a:lnTo>
                <a:lnTo>
                  <a:pt x="152" y="104"/>
                </a:lnTo>
                <a:lnTo>
                  <a:pt x="142" y="111"/>
                </a:lnTo>
                <a:lnTo>
                  <a:pt x="132" y="118"/>
                </a:lnTo>
                <a:lnTo>
                  <a:pt x="122" y="126"/>
                </a:lnTo>
                <a:lnTo>
                  <a:pt x="113" y="134"/>
                </a:lnTo>
                <a:lnTo>
                  <a:pt x="104" y="142"/>
                </a:lnTo>
                <a:lnTo>
                  <a:pt x="96" y="150"/>
                </a:lnTo>
                <a:lnTo>
                  <a:pt x="88" y="158"/>
                </a:lnTo>
                <a:lnTo>
                  <a:pt x="80" y="167"/>
                </a:lnTo>
                <a:lnTo>
                  <a:pt x="73" y="176"/>
                </a:lnTo>
                <a:lnTo>
                  <a:pt x="66" y="184"/>
                </a:lnTo>
                <a:lnTo>
                  <a:pt x="60" y="193"/>
                </a:lnTo>
                <a:lnTo>
                  <a:pt x="53" y="203"/>
                </a:lnTo>
                <a:lnTo>
                  <a:pt x="48" y="212"/>
                </a:lnTo>
                <a:lnTo>
                  <a:pt x="43" y="221"/>
                </a:lnTo>
                <a:lnTo>
                  <a:pt x="38" y="231"/>
                </a:lnTo>
                <a:lnTo>
                  <a:pt x="34" y="240"/>
                </a:lnTo>
                <a:lnTo>
                  <a:pt x="30" y="250"/>
                </a:lnTo>
                <a:lnTo>
                  <a:pt x="26" y="260"/>
                </a:lnTo>
                <a:lnTo>
                  <a:pt x="23" y="270"/>
                </a:lnTo>
                <a:lnTo>
                  <a:pt x="21" y="279"/>
                </a:lnTo>
                <a:lnTo>
                  <a:pt x="19" y="289"/>
                </a:lnTo>
                <a:lnTo>
                  <a:pt x="17" y="299"/>
                </a:lnTo>
                <a:lnTo>
                  <a:pt x="16" y="309"/>
                </a:lnTo>
                <a:lnTo>
                  <a:pt x="15" y="319"/>
                </a:lnTo>
                <a:lnTo>
                  <a:pt x="15" y="329"/>
                </a:lnTo>
                <a:lnTo>
                  <a:pt x="15" y="339"/>
                </a:lnTo>
                <a:lnTo>
                  <a:pt x="16" y="349"/>
                </a:lnTo>
                <a:lnTo>
                  <a:pt x="17" y="359"/>
                </a:lnTo>
                <a:lnTo>
                  <a:pt x="19" y="369"/>
                </a:lnTo>
                <a:lnTo>
                  <a:pt x="21" y="379"/>
                </a:lnTo>
                <a:lnTo>
                  <a:pt x="23" y="389"/>
                </a:lnTo>
                <a:lnTo>
                  <a:pt x="26" y="400"/>
                </a:lnTo>
                <a:lnTo>
                  <a:pt x="30" y="410"/>
                </a:lnTo>
                <a:lnTo>
                  <a:pt x="34" y="419"/>
                </a:lnTo>
                <a:lnTo>
                  <a:pt x="38" y="429"/>
                </a:lnTo>
                <a:lnTo>
                  <a:pt x="43" y="438"/>
                </a:lnTo>
                <a:lnTo>
                  <a:pt x="48" y="448"/>
                </a:lnTo>
                <a:lnTo>
                  <a:pt x="53" y="457"/>
                </a:lnTo>
                <a:lnTo>
                  <a:pt x="60" y="466"/>
                </a:lnTo>
                <a:lnTo>
                  <a:pt x="66" y="475"/>
                </a:lnTo>
                <a:lnTo>
                  <a:pt x="73" y="484"/>
                </a:lnTo>
                <a:lnTo>
                  <a:pt x="80" y="493"/>
                </a:lnTo>
                <a:lnTo>
                  <a:pt x="88" y="501"/>
                </a:lnTo>
                <a:lnTo>
                  <a:pt x="96" y="509"/>
                </a:lnTo>
                <a:lnTo>
                  <a:pt x="104" y="518"/>
                </a:lnTo>
                <a:lnTo>
                  <a:pt x="113" y="526"/>
                </a:lnTo>
                <a:lnTo>
                  <a:pt x="122" y="533"/>
                </a:lnTo>
                <a:lnTo>
                  <a:pt x="132" y="541"/>
                </a:lnTo>
                <a:lnTo>
                  <a:pt x="142" y="549"/>
                </a:lnTo>
                <a:lnTo>
                  <a:pt x="152" y="556"/>
                </a:lnTo>
                <a:lnTo>
                  <a:pt x="163" y="563"/>
                </a:lnTo>
                <a:lnTo>
                  <a:pt x="174" y="569"/>
                </a:lnTo>
                <a:lnTo>
                  <a:pt x="185" y="576"/>
                </a:lnTo>
                <a:lnTo>
                  <a:pt x="196" y="582"/>
                </a:lnTo>
                <a:lnTo>
                  <a:pt x="208" y="588"/>
                </a:lnTo>
                <a:lnTo>
                  <a:pt x="220" y="594"/>
                </a:lnTo>
                <a:lnTo>
                  <a:pt x="232" y="599"/>
                </a:lnTo>
                <a:lnTo>
                  <a:pt x="245" y="605"/>
                </a:lnTo>
                <a:lnTo>
                  <a:pt x="258" y="610"/>
                </a:lnTo>
                <a:lnTo>
                  <a:pt x="271" y="614"/>
                </a:lnTo>
                <a:lnTo>
                  <a:pt x="284" y="619"/>
                </a:lnTo>
                <a:lnTo>
                  <a:pt x="297" y="623"/>
                </a:lnTo>
                <a:lnTo>
                  <a:pt x="311" y="627"/>
                </a:lnTo>
                <a:lnTo>
                  <a:pt x="325" y="630"/>
                </a:lnTo>
                <a:lnTo>
                  <a:pt x="339" y="634"/>
                </a:lnTo>
                <a:lnTo>
                  <a:pt x="353" y="636"/>
                </a:lnTo>
                <a:lnTo>
                  <a:pt x="367" y="639"/>
                </a:lnTo>
                <a:lnTo>
                  <a:pt x="381" y="641"/>
                </a:lnTo>
                <a:lnTo>
                  <a:pt x="396" y="643"/>
                </a:lnTo>
                <a:lnTo>
                  <a:pt x="410" y="645"/>
                </a:lnTo>
                <a:lnTo>
                  <a:pt x="425" y="647"/>
                </a:lnTo>
                <a:lnTo>
                  <a:pt x="439" y="648"/>
                </a:lnTo>
                <a:lnTo>
                  <a:pt x="454" y="648"/>
                </a:lnTo>
                <a:lnTo>
                  <a:pt x="469" y="649"/>
                </a:lnTo>
                <a:lnTo>
                  <a:pt x="483" y="649"/>
                </a:lnTo>
                <a:lnTo>
                  <a:pt x="498" y="649"/>
                </a:lnTo>
                <a:lnTo>
                  <a:pt x="513" y="648"/>
                </a:lnTo>
                <a:lnTo>
                  <a:pt x="528" y="648"/>
                </a:lnTo>
                <a:lnTo>
                  <a:pt x="542" y="647"/>
                </a:lnTo>
                <a:lnTo>
                  <a:pt x="557" y="645"/>
                </a:lnTo>
                <a:lnTo>
                  <a:pt x="571" y="643"/>
                </a:lnTo>
                <a:lnTo>
                  <a:pt x="586" y="641"/>
                </a:lnTo>
                <a:lnTo>
                  <a:pt x="600" y="639"/>
                </a:lnTo>
                <a:lnTo>
                  <a:pt x="614" y="636"/>
                </a:lnTo>
                <a:lnTo>
                  <a:pt x="628" y="634"/>
                </a:lnTo>
                <a:lnTo>
                  <a:pt x="642" y="630"/>
                </a:lnTo>
                <a:lnTo>
                  <a:pt x="656" y="627"/>
                </a:lnTo>
                <a:lnTo>
                  <a:pt x="670" y="623"/>
                </a:lnTo>
                <a:lnTo>
                  <a:pt x="683" y="619"/>
                </a:lnTo>
                <a:lnTo>
                  <a:pt x="696" y="614"/>
                </a:lnTo>
                <a:lnTo>
                  <a:pt x="709" y="610"/>
                </a:lnTo>
                <a:lnTo>
                  <a:pt x="722" y="605"/>
                </a:lnTo>
                <a:lnTo>
                  <a:pt x="735" y="599"/>
                </a:lnTo>
                <a:lnTo>
                  <a:pt x="747" y="594"/>
                </a:lnTo>
                <a:lnTo>
                  <a:pt x="759" y="588"/>
                </a:lnTo>
                <a:lnTo>
                  <a:pt x="771" y="582"/>
                </a:lnTo>
                <a:lnTo>
                  <a:pt x="782" y="576"/>
                </a:lnTo>
                <a:lnTo>
                  <a:pt x="793" y="569"/>
                </a:lnTo>
                <a:lnTo>
                  <a:pt x="804" y="563"/>
                </a:lnTo>
                <a:lnTo>
                  <a:pt x="815" y="556"/>
                </a:lnTo>
                <a:lnTo>
                  <a:pt x="826" y="549"/>
                </a:lnTo>
                <a:lnTo>
                  <a:pt x="836" y="541"/>
                </a:lnTo>
                <a:lnTo>
                  <a:pt x="846" y="533"/>
                </a:lnTo>
                <a:lnTo>
                  <a:pt x="855" y="526"/>
                </a:lnTo>
                <a:lnTo>
                  <a:pt x="864" y="518"/>
                </a:lnTo>
                <a:lnTo>
                  <a:pt x="872" y="509"/>
                </a:lnTo>
                <a:lnTo>
                  <a:pt x="880" y="501"/>
                </a:lnTo>
                <a:lnTo>
                  <a:pt x="888" y="493"/>
                </a:lnTo>
                <a:lnTo>
                  <a:pt x="895" y="484"/>
                </a:lnTo>
                <a:lnTo>
                  <a:pt x="902" y="475"/>
                </a:lnTo>
                <a:lnTo>
                  <a:pt x="908" y="466"/>
                </a:lnTo>
                <a:lnTo>
                  <a:pt x="914" y="457"/>
                </a:lnTo>
                <a:lnTo>
                  <a:pt x="920" y="448"/>
                </a:lnTo>
                <a:lnTo>
                  <a:pt x="925" y="438"/>
                </a:lnTo>
                <a:lnTo>
                  <a:pt x="930" y="429"/>
                </a:lnTo>
                <a:lnTo>
                  <a:pt x="934" y="419"/>
                </a:lnTo>
                <a:lnTo>
                  <a:pt x="938" y="410"/>
                </a:lnTo>
                <a:lnTo>
                  <a:pt x="942" y="400"/>
                </a:lnTo>
                <a:lnTo>
                  <a:pt x="945" y="389"/>
                </a:lnTo>
                <a:lnTo>
                  <a:pt x="947" y="379"/>
                </a:lnTo>
                <a:lnTo>
                  <a:pt x="949" y="369"/>
                </a:lnTo>
                <a:lnTo>
                  <a:pt x="951" y="359"/>
                </a:lnTo>
                <a:lnTo>
                  <a:pt x="952" y="349"/>
                </a:lnTo>
                <a:lnTo>
                  <a:pt x="953" y="339"/>
                </a:lnTo>
                <a:lnTo>
                  <a:pt x="953" y="329"/>
                </a:lnTo>
                <a:moveTo>
                  <a:pt x="968" y="329"/>
                </a:moveTo>
                <a:lnTo>
                  <a:pt x="968" y="340"/>
                </a:lnTo>
                <a:lnTo>
                  <a:pt x="967" y="350"/>
                </a:lnTo>
                <a:lnTo>
                  <a:pt x="966" y="360"/>
                </a:lnTo>
                <a:lnTo>
                  <a:pt x="964" y="371"/>
                </a:lnTo>
                <a:lnTo>
                  <a:pt x="962" y="381"/>
                </a:lnTo>
                <a:lnTo>
                  <a:pt x="960" y="391"/>
                </a:lnTo>
                <a:lnTo>
                  <a:pt x="956" y="402"/>
                </a:lnTo>
                <a:lnTo>
                  <a:pt x="953" y="412"/>
                </a:lnTo>
                <a:lnTo>
                  <a:pt x="949" y="422"/>
                </a:lnTo>
                <a:lnTo>
                  <a:pt x="944" y="432"/>
                </a:lnTo>
                <a:lnTo>
                  <a:pt x="940" y="442"/>
                </a:lnTo>
                <a:lnTo>
                  <a:pt x="934" y="451"/>
                </a:lnTo>
                <a:lnTo>
                  <a:pt x="928" y="461"/>
                </a:lnTo>
                <a:lnTo>
                  <a:pt x="922" y="470"/>
                </a:lnTo>
                <a:lnTo>
                  <a:pt x="915" y="480"/>
                </a:lnTo>
                <a:lnTo>
                  <a:pt x="908" y="489"/>
                </a:lnTo>
                <a:lnTo>
                  <a:pt x="901" y="498"/>
                </a:lnTo>
                <a:lnTo>
                  <a:pt x="893" y="507"/>
                </a:lnTo>
                <a:lnTo>
                  <a:pt x="885" y="515"/>
                </a:lnTo>
                <a:lnTo>
                  <a:pt x="876" y="524"/>
                </a:lnTo>
                <a:lnTo>
                  <a:pt x="867" y="532"/>
                </a:lnTo>
                <a:lnTo>
                  <a:pt x="857" y="540"/>
                </a:lnTo>
                <a:lnTo>
                  <a:pt x="847" y="548"/>
                </a:lnTo>
                <a:lnTo>
                  <a:pt x="837" y="556"/>
                </a:lnTo>
                <a:lnTo>
                  <a:pt x="826" y="563"/>
                </a:lnTo>
                <a:lnTo>
                  <a:pt x="815" y="570"/>
                </a:lnTo>
                <a:lnTo>
                  <a:pt x="803" y="577"/>
                </a:lnTo>
                <a:lnTo>
                  <a:pt x="792" y="584"/>
                </a:lnTo>
                <a:lnTo>
                  <a:pt x="780" y="590"/>
                </a:lnTo>
                <a:lnTo>
                  <a:pt x="768" y="597"/>
                </a:lnTo>
                <a:lnTo>
                  <a:pt x="755" y="602"/>
                </a:lnTo>
                <a:lnTo>
                  <a:pt x="743" y="608"/>
                </a:lnTo>
                <a:lnTo>
                  <a:pt x="730" y="614"/>
                </a:lnTo>
                <a:lnTo>
                  <a:pt x="716" y="619"/>
                </a:lnTo>
                <a:lnTo>
                  <a:pt x="703" y="624"/>
                </a:lnTo>
                <a:lnTo>
                  <a:pt x="689" y="628"/>
                </a:lnTo>
                <a:lnTo>
                  <a:pt x="676" y="632"/>
                </a:lnTo>
                <a:lnTo>
                  <a:pt x="662" y="636"/>
                </a:lnTo>
                <a:lnTo>
                  <a:pt x="647" y="640"/>
                </a:lnTo>
                <a:lnTo>
                  <a:pt x="633" y="643"/>
                </a:lnTo>
                <a:lnTo>
                  <a:pt x="618" y="646"/>
                </a:lnTo>
                <a:lnTo>
                  <a:pt x="604" y="649"/>
                </a:lnTo>
                <a:lnTo>
                  <a:pt x="589" y="651"/>
                </a:lnTo>
                <a:lnTo>
                  <a:pt x="574" y="654"/>
                </a:lnTo>
                <a:lnTo>
                  <a:pt x="559" y="655"/>
                </a:lnTo>
                <a:lnTo>
                  <a:pt x="544" y="657"/>
                </a:lnTo>
                <a:lnTo>
                  <a:pt x="529" y="658"/>
                </a:lnTo>
                <a:lnTo>
                  <a:pt x="514" y="659"/>
                </a:lnTo>
                <a:lnTo>
                  <a:pt x="499" y="659"/>
                </a:lnTo>
                <a:lnTo>
                  <a:pt x="483" y="659"/>
                </a:lnTo>
                <a:lnTo>
                  <a:pt x="468" y="659"/>
                </a:lnTo>
                <a:lnTo>
                  <a:pt x="453" y="659"/>
                </a:lnTo>
                <a:lnTo>
                  <a:pt x="438" y="658"/>
                </a:lnTo>
                <a:lnTo>
                  <a:pt x="423" y="657"/>
                </a:lnTo>
                <a:lnTo>
                  <a:pt x="408" y="655"/>
                </a:lnTo>
                <a:lnTo>
                  <a:pt x="393" y="654"/>
                </a:lnTo>
                <a:lnTo>
                  <a:pt x="378" y="651"/>
                </a:lnTo>
                <a:lnTo>
                  <a:pt x="363" y="649"/>
                </a:lnTo>
                <a:lnTo>
                  <a:pt x="349" y="646"/>
                </a:lnTo>
                <a:lnTo>
                  <a:pt x="334" y="643"/>
                </a:lnTo>
                <a:lnTo>
                  <a:pt x="320" y="640"/>
                </a:lnTo>
                <a:lnTo>
                  <a:pt x="305" y="636"/>
                </a:lnTo>
                <a:lnTo>
                  <a:pt x="291" y="632"/>
                </a:lnTo>
                <a:lnTo>
                  <a:pt x="278" y="628"/>
                </a:lnTo>
                <a:lnTo>
                  <a:pt x="264" y="624"/>
                </a:lnTo>
                <a:lnTo>
                  <a:pt x="250" y="619"/>
                </a:lnTo>
                <a:lnTo>
                  <a:pt x="237" y="614"/>
                </a:lnTo>
                <a:lnTo>
                  <a:pt x="224" y="608"/>
                </a:lnTo>
                <a:lnTo>
                  <a:pt x="212" y="602"/>
                </a:lnTo>
                <a:lnTo>
                  <a:pt x="199" y="597"/>
                </a:lnTo>
                <a:lnTo>
                  <a:pt x="187" y="590"/>
                </a:lnTo>
                <a:lnTo>
                  <a:pt x="175" y="584"/>
                </a:lnTo>
                <a:lnTo>
                  <a:pt x="164" y="577"/>
                </a:lnTo>
                <a:lnTo>
                  <a:pt x="152" y="570"/>
                </a:lnTo>
                <a:lnTo>
                  <a:pt x="141" y="563"/>
                </a:lnTo>
                <a:lnTo>
                  <a:pt x="131" y="556"/>
                </a:lnTo>
                <a:lnTo>
                  <a:pt x="121" y="548"/>
                </a:lnTo>
                <a:lnTo>
                  <a:pt x="111" y="540"/>
                </a:lnTo>
                <a:lnTo>
                  <a:pt x="101" y="532"/>
                </a:lnTo>
                <a:lnTo>
                  <a:pt x="92" y="524"/>
                </a:lnTo>
                <a:lnTo>
                  <a:pt x="83" y="515"/>
                </a:lnTo>
                <a:lnTo>
                  <a:pt x="75" y="507"/>
                </a:lnTo>
                <a:lnTo>
                  <a:pt x="67" y="498"/>
                </a:lnTo>
                <a:lnTo>
                  <a:pt x="60" y="489"/>
                </a:lnTo>
                <a:lnTo>
                  <a:pt x="53" y="480"/>
                </a:lnTo>
                <a:lnTo>
                  <a:pt x="46" y="470"/>
                </a:lnTo>
                <a:lnTo>
                  <a:pt x="40" y="461"/>
                </a:lnTo>
                <a:lnTo>
                  <a:pt x="34" y="451"/>
                </a:lnTo>
                <a:lnTo>
                  <a:pt x="28" y="442"/>
                </a:lnTo>
                <a:lnTo>
                  <a:pt x="23" y="432"/>
                </a:lnTo>
                <a:lnTo>
                  <a:pt x="19" y="422"/>
                </a:lnTo>
                <a:lnTo>
                  <a:pt x="15" y="412"/>
                </a:lnTo>
                <a:lnTo>
                  <a:pt x="11" y="402"/>
                </a:lnTo>
                <a:lnTo>
                  <a:pt x="8" y="391"/>
                </a:lnTo>
                <a:lnTo>
                  <a:pt x="6" y="381"/>
                </a:lnTo>
                <a:lnTo>
                  <a:pt x="4" y="371"/>
                </a:lnTo>
                <a:lnTo>
                  <a:pt x="2" y="360"/>
                </a:lnTo>
                <a:lnTo>
                  <a:pt x="1" y="350"/>
                </a:lnTo>
                <a:lnTo>
                  <a:pt x="0" y="340"/>
                </a:lnTo>
                <a:lnTo>
                  <a:pt x="0" y="329"/>
                </a:lnTo>
                <a:lnTo>
                  <a:pt x="0" y="319"/>
                </a:lnTo>
                <a:lnTo>
                  <a:pt x="1" y="309"/>
                </a:lnTo>
                <a:lnTo>
                  <a:pt x="2" y="298"/>
                </a:lnTo>
                <a:lnTo>
                  <a:pt x="4" y="288"/>
                </a:lnTo>
                <a:lnTo>
                  <a:pt x="6" y="278"/>
                </a:lnTo>
                <a:lnTo>
                  <a:pt x="8" y="268"/>
                </a:lnTo>
                <a:lnTo>
                  <a:pt x="11" y="257"/>
                </a:lnTo>
                <a:lnTo>
                  <a:pt x="15" y="247"/>
                </a:lnTo>
                <a:lnTo>
                  <a:pt x="19" y="237"/>
                </a:lnTo>
                <a:lnTo>
                  <a:pt x="23" y="228"/>
                </a:lnTo>
                <a:lnTo>
                  <a:pt x="28" y="218"/>
                </a:lnTo>
                <a:lnTo>
                  <a:pt x="34" y="208"/>
                </a:lnTo>
                <a:lnTo>
                  <a:pt x="40" y="199"/>
                </a:lnTo>
                <a:lnTo>
                  <a:pt x="46" y="189"/>
                </a:lnTo>
                <a:lnTo>
                  <a:pt x="53" y="180"/>
                </a:lnTo>
                <a:lnTo>
                  <a:pt x="60" y="171"/>
                </a:lnTo>
                <a:lnTo>
                  <a:pt x="67" y="162"/>
                </a:lnTo>
                <a:lnTo>
                  <a:pt x="75" y="153"/>
                </a:lnTo>
                <a:lnTo>
                  <a:pt x="83" y="144"/>
                </a:lnTo>
                <a:lnTo>
                  <a:pt x="92" y="136"/>
                </a:lnTo>
                <a:lnTo>
                  <a:pt x="101" y="128"/>
                </a:lnTo>
                <a:lnTo>
                  <a:pt x="111" y="119"/>
                </a:lnTo>
                <a:lnTo>
                  <a:pt x="121" y="112"/>
                </a:lnTo>
                <a:lnTo>
                  <a:pt x="131" y="104"/>
                </a:lnTo>
                <a:lnTo>
                  <a:pt x="141" y="97"/>
                </a:lnTo>
                <a:lnTo>
                  <a:pt x="152" y="89"/>
                </a:lnTo>
                <a:lnTo>
                  <a:pt x="164" y="82"/>
                </a:lnTo>
                <a:lnTo>
                  <a:pt x="175" y="76"/>
                </a:lnTo>
                <a:lnTo>
                  <a:pt x="187" y="69"/>
                </a:lnTo>
                <a:lnTo>
                  <a:pt x="199" y="63"/>
                </a:lnTo>
                <a:lnTo>
                  <a:pt x="212" y="57"/>
                </a:lnTo>
                <a:lnTo>
                  <a:pt x="224" y="51"/>
                </a:lnTo>
                <a:lnTo>
                  <a:pt x="237" y="46"/>
                </a:lnTo>
                <a:lnTo>
                  <a:pt x="250" y="41"/>
                </a:lnTo>
                <a:lnTo>
                  <a:pt x="264" y="36"/>
                </a:lnTo>
                <a:lnTo>
                  <a:pt x="278" y="31"/>
                </a:lnTo>
                <a:lnTo>
                  <a:pt x="291" y="27"/>
                </a:lnTo>
                <a:lnTo>
                  <a:pt x="305" y="23"/>
                </a:lnTo>
                <a:lnTo>
                  <a:pt x="320" y="20"/>
                </a:lnTo>
                <a:lnTo>
                  <a:pt x="334" y="16"/>
                </a:lnTo>
                <a:lnTo>
                  <a:pt x="349" y="13"/>
                </a:lnTo>
                <a:lnTo>
                  <a:pt x="363" y="10"/>
                </a:lnTo>
                <a:lnTo>
                  <a:pt x="378" y="8"/>
                </a:lnTo>
                <a:lnTo>
                  <a:pt x="393" y="6"/>
                </a:lnTo>
                <a:lnTo>
                  <a:pt x="408" y="4"/>
                </a:lnTo>
                <a:lnTo>
                  <a:pt x="423" y="3"/>
                </a:lnTo>
                <a:lnTo>
                  <a:pt x="438" y="2"/>
                </a:lnTo>
                <a:lnTo>
                  <a:pt x="453" y="1"/>
                </a:lnTo>
                <a:lnTo>
                  <a:pt x="468" y="0"/>
                </a:lnTo>
                <a:lnTo>
                  <a:pt x="483" y="0"/>
                </a:lnTo>
                <a:lnTo>
                  <a:pt x="499" y="0"/>
                </a:lnTo>
                <a:lnTo>
                  <a:pt x="514" y="1"/>
                </a:lnTo>
                <a:lnTo>
                  <a:pt x="529" y="2"/>
                </a:lnTo>
                <a:lnTo>
                  <a:pt x="544" y="3"/>
                </a:lnTo>
                <a:lnTo>
                  <a:pt x="559" y="4"/>
                </a:lnTo>
                <a:lnTo>
                  <a:pt x="574" y="6"/>
                </a:lnTo>
                <a:lnTo>
                  <a:pt x="589" y="8"/>
                </a:lnTo>
                <a:lnTo>
                  <a:pt x="604" y="10"/>
                </a:lnTo>
                <a:lnTo>
                  <a:pt x="618" y="13"/>
                </a:lnTo>
                <a:lnTo>
                  <a:pt x="633" y="16"/>
                </a:lnTo>
                <a:lnTo>
                  <a:pt x="647" y="20"/>
                </a:lnTo>
                <a:lnTo>
                  <a:pt x="662" y="23"/>
                </a:lnTo>
                <a:lnTo>
                  <a:pt x="676" y="27"/>
                </a:lnTo>
                <a:lnTo>
                  <a:pt x="689" y="31"/>
                </a:lnTo>
                <a:lnTo>
                  <a:pt x="703" y="36"/>
                </a:lnTo>
                <a:lnTo>
                  <a:pt x="716" y="41"/>
                </a:lnTo>
                <a:lnTo>
                  <a:pt x="730" y="46"/>
                </a:lnTo>
                <a:lnTo>
                  <a:pt x="743" y="51"/>
                </a:lnTo>
                <a:lnTo>
                  <a:pt x="755" y="57"/>
                </a:lnTo>
                <a:lnTo>
                  <a:pt x="768" y="63"/>
                </a:lnTo>
                <a:lnTo>
                  <a:pt x="780" y="69"/>
                </a:lnTo>
                <a:lnTo>
                  <a:pt x="792" y="76"/>
                </a:lnTo>
                <a:lnTo>
                  <a:pt x="803" y="82"/>
                </a:lnTo>
                <a:lnTo>
                  <a:pt x="815" y="89"/>
                </a:lnTo>
                <a:lnTo>
                  <a:pt x="826" y="97"/>
                </a:lnTo>
                <a:lnTo>
                  <a:pt x="837" y="104"/>
                </a:lnTo>
                <a:lnTo>
                  <a:pt x="847" y="112"/>
                </a:lnTo>
                <a:lnTo>
                  <a:pt x="857" y="119"/>
                </a:lnTo>
                <a:lnTo>
                  <a:pt x="867" y="128"/>
                </a:lnTo>
                <a:lnTo>
                  <a:pt x="876" y="136"/>
                </a:lnTo>
                <a:lnTo>
                  <a:pt x="885" y="144"/>
                </a:lnTo>
                <a:lnTo>
                  <a:pt x="893" y="153"/>
                </a:lnTo>
                <a:lnTo>
                  <a:pt x="901" y="162"/>
                </a:lnTo>
                <a:lnTo>
                  <a:pt x="908" y="171"/>
                </a:lnTo>
                <a:lnTo>
                  <a:pt x="915" y="180"/>
                </a:lnTo>
                <a:lnTo>
                  <a:pt x="922" y="189"/>
                </a:lnTo>
                <a:lnTo>
                  <a:pt x="928" y="199"/>
                </a:lnTo>
                <a:lnTo>
                  <a:pt x="934" y="208"/>
                </a:lnTo>
                <a:lnTo>
                  <a:pt x="940" y="218"/>
                </a:lnTo>
                <a:lnTo>
                  <a:pt x="944" y="228"/>
                </a:lnTo>
                <a:lnTo>
                  <a:pt x="949" y="237"/>
                </a:lnTo>
                <a:lnTo>
                  <a:pt x="953" y="247"/>
                </a:lnTo>
                <a:lnTo>
                  <a:pt x="956" y="257"/>
                </a:lnTo>
                <a:lnTo>
                  <a:pt x="960" y="268"/>
                </a:lnTo>
                <a:lnTo>
                  <a:pt x="962" y="278"/>
                </a:lnTo>
                <a:lnTo>
                  <a:pt x="964" y="288"/>
                </a:lnTo>
                <a:lnTo>
                  <a:pt x="966" y="298"/>
                </a:lnTo>
                <a:lnTo>
                  <a:pt x="967" y="309"/>
                </a:lnTo>
                <a:lnTo>
                  <a:pt x="968" y="319"/>
                </a:lnTo>
                <a:lnTo>
                  <a:pt x="968" y="329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3" name=""/>
          <p:cNvSpPr/>
          <p:nvPr/>
        </p:nvSpPr>
        <p:spPr>
          <a:xfrm>
            <a:off x="7884000" y="2818080"/>
            <a:ext cx="351360" cy="239040"/>
          </a:xfrm>
          <a:custGeom>
            <a:avLst/>
            <a:gdLst/>
            <a:ahLst/>
            <a:rect l="0" t="0" r="r" b="b"/>
            <a:pathLst>
              <a:path w="976" h="664">
                <a:moveTo>
                  <a:pt x="972" y="331"/>
                </a:moveTo>
                <a:lnTo>
                  <a:pt x="972" y="321"/>
                </a:lnTo>
                <a:lnTo>
                  <a:pt x="971" y="311"/>
                </a:lnTo>
                <a:lnTo>
                  <a:pt x="970" y="300"/>
                </a:lnTo>
                <a:lnTo>
                  <a:pt x="968" y="290"/>
                </a:lnTo>
                <a:lnTo>
                  <a:pt x="966" y="280"/>
                </a:lnTo>
                <a:lnTo>
                  <a:pt x="964" y="270"/>
                </a:lnTo>
                <a:lnTo>
                  <a:pt x="960" y="259"/>
                </a:lnTo>
                <a:lnTo>
                  <a:pt x="957" y="249"/>
                </a:lnTo>
                <a:lnTo>
                  <a:pt x="953" y="239"/>
                </a:lnTo>
                <a:lnTo>
                  <a:pt x="948" y="230"/>
                </a:lnTo>
                <a:lnTo>
                  <a:pt x="944" y="220"/>
                </a:lnTo>
                <a:lnTo>
                  <a:pt x="938" y="210"/>
                </a:lnTo>
                <a:lnTo>
                  <a:pt x="932" y="201"/>
                </a:lnTo>
                <a:lnTo>
                  <a:pt x="926" y="191"/>
                </a:lnTo>
                <a:lnTo>
                  <a:pt x="919" y="182"/>
                </a:lnTo>
                <a:lnTo>
                  <a:pt x="912" y="173"/>
                </a:lnTo>
                <a:lnTo>
                  <a:pt x="905" y="164"/>
                </a:lnTo>
                <a:lnTo>
                  <a:pt x="897" y="155"/>
                </a:lnTo>
                <a:lnTo>
                  <a:pt x="889" y="146"/>
                </a:lnTo>
                <a:lnTo>
                  <a:pt x="880" y="138"/>
                </a:lnTo>
                <a:lnTo>
                  <a:pt x="871" y="130"/>
                </a:lnTo>
                <a:lnTo>
                  <a:pt x="861" y="121"/>
                </a:lnTo>
                <a:lnTo>
                  <a:pt x="851" y="114"/>
                </a:lnTo>
                <a:lnTo>
                  <a:pt x="841" y="106"/>
                </a:lnTo>
                <a:lnTo>
                  <a:pt x="830" y="99"/>
                </a:lnTo>
                <a:lnTo>
                  <a:pt x="820" y="91"/>
                </a:lnTo>
                <a:lnTo>
                  <a:pt x="808" y="84"/>
                </a:lnTo>
                <a:lnTo>
                  <a:pt x="797" y="78"/>
                </a:lnTo>
                <a:lnTo>
                  <a:pt x="785" y="71"/>
                </a:lnTo>
                <a:lnTo>
                  <a:pt x="773" y="65"/>
                </a:lnTo>
                <a:lnTo>
                  <a:pt x="760" y="59"/>
                </a:lnTo>
                <a:lnTo>
                  <a:pt x="748" y="53"/>
                </a:lnTo>
                <a:lnTo>
                  <a:pt x="735" y="48"/>
                </a:lnTo>
                <a:lnTo>
                  <a:pt x="721" y="43"/>
                </a:lnTo>
                <a:lnTo>
                  <a:pt x="708" y="38"/>
                </a:lnTo>
                <a:lnTo>
                  <a:pt x="694" y="33"/>
                </a:lnTo>
                <a:lnTo>
                  <a:pt x="681" y="29"/>
                </a:lnTo>
                <a:lnTo>
                  <a:pt x="667" y="25"/>
                </a:lnTo>
                <a:lnTo>
                  <a:pt x="652" y="22"/>
                </a:lnTo>
                <a:lnTo>
                  <a:pt x="638" y="18"/>
                </a:lnTo>
                <a:lnTo>
                  <a:pt x="623" y="15"/>
                </a:lnTo>
                <a:lnTo>
                  <a:pt x="609" y="12"/>
                </a:lnTo>
                <a:lnTo>
                  <a:pt x="594" y="10"/>
                </a:lnTo>
                <a:lnTo>
                  <a:pt x="579" y="8"/>
                </a:lnTo>
                <a:lnTo>
                  <a:pt x="564" y="6"/>
                </a:lnTo>
                <a:lnTo>
                  <a:pt x="549" y="5"/>
                </a:lnTo>
                <a:lnTo>
                  <a:pt x="534" y="4"/>
                </a:lnTo>
                <a:lnTo>
                  <a:pt x="519" y="3"/>
                </a:lnTo>
                <a:lnTo>
                  <a:pt x="504" y="2"/>
                </a:lnTo>
                <a:lnTo>
                  <a:pt x="488" y="2"/>
                </a:lnTo>
                <a:lnTo>
                  <a:pt x="473" y="2"/>
                </a:lnTo>
                <a:lnTo>
                  <a:pt x="458" y="3"/>
                </a:lnTo>
                <a:lnTo>
                  <a:pt x="443" y="4"/>
                </a:lnTo>
                <a:lnTo>
                  <a:pt x="428" y="5"/>
                </a:lnTo>
                <a:lnTo>
                  <a:pt x="413" y="6"/>
                </a:lnTo>
                <a:lnTo>
                  <a:pt x="398" y="8"/>
                </a:lnTo>
                <a:lnTo>
                  <a:pt x="383" y="10"/>
                </a:lnTo>
                <a:lnTo>
                  <a:pt x="368" y="12"/>
                </a:lnTo>
                <a:lnTo>
                  <a:pt x="354" y="15"/>
                </a:lnTo>
                <a:lnTo>
                  <a:pt x="339" y="18"/>
                </a:lnTo>
                <a:lnTo>
                  <a:pt x="325" y="22"/>
                </a:lnTo>
                <a:lnTo>
                  <a:pt x="310" y="25"/>
                </a:lnTo>
                <a:lnTo>
                  <a:pt x="296" y="29"/>
                </a:lnTo>
                <a:lnTo>
                  <a:pt x="283" y="33"/>
                </a:lnTo>
                <a:lnTo>
                  <a:pt x="269" y="38"/>
                </a:lnTo>
                <a:lnTo>
                  <a:pt x="255" y="43"/>
                </a:lnTo>
                <a:lnTo>
                  <a:pt x="242" y="48"/>
                </a:lnTo>
                <a:lnTo>
                  <a:pt x="229" y="53"/>
                </a:lnTo>
                <a:lnTo>
                  <a:pt x="217" y="59"/>
                </a:lnTo>
                <a:lnTo>
                  <a:pt x="204" y="65"/>
                </a:lnTo>
                <a:lnTo>
                  <a:pt x="192" y="71"/>
                </a:lnTo>
                <a:lnTo>
                  <a:pt x="180" y="78"/>
                </a:lnTo>
                <a:lnTo>
                  <a:pt x="169" y="84"/>
                </a:lnTo>
                <a:lnTo>
                  <a:pt x="157" y="91"/>
                </a:lnTo>
                <a:lnTo>
                  <a:pt x="146" y="99"/>
                </a:lnTo>
                <a:lnTo>
                  <a:pt x="136" y="106"/>
                </a:lnTo>
                <a:lnTo>
                  <a:pt x="126" y="114"/>
                </a:lnTo>
                <a:lnTo>
                  <a:pt x="116" y="121"/>
                </a:lnTo>
                <a:lnTo>
                  <a:pt x="106" y="130"/>
                </a:lnTo>
                <a:lnTo>
                  <a:pt x="97" y="138"/>
                </a:lnTo>
                <a:lnTo>
                  <a:pt x="88" y="146"/>
                </a:lnTo>
                <a:lnTo>
                  <a:pt x="80" y="155"/>
                </a:lnTo>
                <a:lnTo>
                  <a:pt x="72" y="164"/>
                </a:lnTo>
                <a:lnTo>
                  <a:pt x="65" y="173"/>
                </a:lnTo>
                <a:lnTo>
                  <a:pt x="58" y="182"/>
                </a:lnTo>
                <a:lnTo>
                  <a:pt x="51" y="191"/>
                </a:lnTo>
                <a:lnTo>
                  <a:pt x="45" y="201"/>
                </a:lnTo>
                <a:lnTo>
                  <a:pt x="39" y="210"/>
                </a:lnTo>
                <a:lnTo>
                  <a:pt x="33" y="220"/>
                </a:lnTo>
                <a:lnTo>
                  <a:pt x="28" y="230"/>
                </a:lnTo>
                <a:lnTo>
                  <a:pt x="24" y="239"/>
                </a:lnTo>
                <a:lnTo>
                  <a:pt x="20" y="249"/>
                </a:lnTo>
                <a:lnTo>
                  <a:pt x="16" y="259"/>
                </a:lnTo>
                <a:lnTo>
                  <a:pt x="12" y="270"/>
                </a:lnTo>
                <a:lnTo>
                  <a:pt x="10" y="280"/>
                </a:lnTo>
                <a:lnTo>
                  <a:pt x="8" y="290"/>
                </a:lnTo>
                <a:lnTo>
                  <a:pt x="6" y="300"/>
                </a:lnTo>
                <a:lnTo>
                  <a:pt x="5" y="311"/>
                </a:lnTo>
                <a:lnTo>
                  <a:pt x="4" y="321"/>
                </a:lnTo>
                <a:lnTo>
                  <a:pt x="4" y="331"/>
                </a:lnTo>
                <a:lnTo>
                  <a:pt x="4" y="342"/>
                </a:lnTo>
                <a:lnTo>
                  <a:pt x="5" y="352"/>
                </a:lnTo>
                <a:lnTo>
                  <a:pt x="6" y="362"/>
                </a:lnTo>
                <a:lnTo>
                  <a:pt x="8" y="373"/>
                </a:lnTo>
                <a:lnTo>
                  <a:pt x="10" y="383"/>
                </a:lnTo>
                <a:lnTo>
                  <a:pt x="12" y="393"/>
                </a:lnTo>
                <a:lnTo>
                  <a:pt x="16" y="403"/>
                </a:lnTo>
                <a:lnTo>
                  <a:pt x="20" y="413"/>
                </a:lnTo>
                <a:lnTo>
                  <a:pt x="24" y="423"/>
                </a:lnTo>
                <a:lnTo>
                  <a:pt x="28" y="433"/>
                </a:lnTo>
                <a:lnTo>
                  <a:pt x="33" y="443"/>
                </a:lnTo>
                <a:lnTo>
                  <a:pt x="39" y="452"/>
                </a:lnTo>
                <a:lnTo>
                  <a:pt x="45" y="463"/>
                </a:lnTo>
                <a:lnTo>
                  <a:pt x="51" y="472"/>
                </a:lnTo>
                <a:lnTo>
                  <a:pt x="58" y="482"/>
                </a:lnTo>
                <a:lnTo>
                  <a:pt x="65" y="491"/>
                </a:lnTo>
                <a:lnTo>
                  <a:pt x="72" y="500"/>
                </a:lnTo>
                <a:lnTo>
                  <a:pt x="80" y="509"/>
                </a:lnTo>
                <a:lnTo>
                  <a:pt x="88" y="517"/>
                </a:lnTo>
                <a:lnTo>
                  <a:pt x="97" y="526"/>
                </a:lnTo>
                <a:lnTo>
                  <a:pt x="106" y="534"/>
                </a:lnTo>
                <a:lnTo>
                  <a:pt x="116" y="542"/>
                </a:lnTo>
                <a:lnTo>
                  <a:pt x="126" y="550"/>
                </a:lnTo>
                <a:lnTo>
                  <a:pt x="136" y="558"/>
                </a:lnTo>
                <a:lnTo>
                  <a:pt x="146" y="565"/>
                </a:lnTo>
                <a:lnTo>
                  <a:pt x="157" y="572"/>
                </a:lnTo>
                <a:lnTo>
                  <a:pt x="169" y="579"/>
                </a:lnTo>
                <a:lnTo>
                  <a:pt x="180" y="586"/>
                </a:lnTo>
                <a:lnTo>
                  <a:pt x="192" y="592"/>
                </a:lnTo>
                <a:lnTo>
                  <a:pt x="204" y="599"/>
                </a:lnTo>
                <a:lnTo>
                  <a:pt x="217" y="604"/>
                </a:lnTo>
                <a:lnTo>
                  <a:pt x="229" y="610"/>
                </a:lnTo>
                <a:lnTo>
                  <a:pt x="242" y="616"/>
                </a:lnTo>
                <a:lnTo>
                  <a:pt x="255" y="621"/>
                </a:lnTo>
                <a:lnTo>
                  <a:pt x="269" y="626"/>
                </a:lnTo>
                <a:lnTo>
                  <a:pt x="283" y="630"/>
                </a:lnTo>
                <a:lnTo>
                  <a:pt x="296" y="634"/>
                </a:lnTo>
                <a:lnTo>
                  <a:pt x="310" y="638"/>
                </a:lnTo>
                <a:lnTo>
                  <a:pt x="325" y="642"/>
                </a:lnTo>
                <a:lnTo>
                  <a:pt x="339" y="645"/>
                </a:lnTo>
                <a:lnTo>
                  <a:pt x="354" y="648"/>
                </a:lnTo>
                <a:lnTo>
                  <a:pt x="368" y="651"/>
                </a:lnTo>
                <a:lnTo>
                  <a:pt x="383" y="653"/>
                </a:lnTo>
                <a:lnTo>
                  <a:pt x="398" y="656"/>
                </a:lnTo>
                <a:lnTo>
                  <a:pt x="413" y="657"/>
                </a:lnTo>
                <a:lnTo>
                  <a:pt x="428" y="659"/>
                </a:lnTo>
                <a:lnTo>
                  <a:pt x="443" y="660"/>
                </a:lnTo>
                <a:lnTo>
                  <a:pt x="458" y="661"/>
                </a:lnTo>
                <a:lnTo>
                  <a:pt x="473" y="661"/>
                </a:lnTo>
                <a:lnTo>
                  <a:pt x="488" y="661"/>
                </a:lnTo>
                <a:lnTo>
                  <a:pt x="504" y="661"/>
                </a:lnTo>
                <a:lnTo>
                  <a:pt x="519" y="661"/>
                </a:lnTo>
                <a:lnTo>
                  <a:pt x="534" y="660"/>
                </a:lnTo>
                <a:lnTo>
                  <a:pt x="549" y="659"/>
                </a:lnTo>
                <a:lnTo>
                  <a:pt x="564" y="657"/>
                </a:lnTo>
                <a:lnTo>
                  <a:pt x="579" y="656"/>
                </a:lnTo>
                <a:lnTo>
                  <a:pt x="594" y="653"/>
                </a:lnTo>
                <a:lnTo>
                  <a:pt x="609" y="651"/>
                </a:lnTo>
                <a:lnTo>
                  <a:pt x="623" y="648"/>
                </a:lnTo>
                <a:lnTo>
                  <a:pt x="638" y="645"/>
                </a:lnTo>
                <a:lnTo>
                  <a:pt x="652" y="642"/>
                </a:lnTo>
                <a:lnTo>
                  <a:pt x="667" y="638"/>
                </a:lnTo>
                <a:lnTo>
                  <a:pt x="681" y="634"/>
                </a:lnTo>
                <a:lnTo>
                  <a:pt x="694" y="630"/>
                </a:lnTo>
                <a:lnTo>
                  <a:pt x="708" y="626"/>
                </a:lnTo>
                <a:lnTo>
                  <a:pt x="721" y="621"/>
                </a:lnTo>
                <a:lnTo>
                  <a:pt x="735" y="616"/>
                </a:lnTo>
                <a:lnTo>
                  <a:pt x="748" y="610"/>
                </a:lnTo>
                <a:lnTo>
                  <a:pt x="760" y="604"/>
                </a:lnTo>
                <a:lnTo>
                  <a:pt x="773" y="599"/>
                </a:lnTo>
                <a:lnTo>
                  <a:pt x="785" y="592"/>
                </a:lnTo>
                <a:lnTo>
                  <a:pt x="797" y="586"/>
                </a:lnTo>
                <a:lnTo>
                  <a:pt x="808" y="579"/>
                </a:lnTo>
                <a:lnTo>
                  <a:pt x="820" y="572"/>
                </a:lnTo>
                <a:lnTo>
                  <a:pt x="830" y="565"/>
                </a:lnTo>
                <a:lnTo>
                  <a:pt x="841" y="558"/>
                </a:lnTo>
                <a:lnTo>
                  <a:pt x="851" y="550"/>
                </a:lnTo>
                <a:lnTo>
                  <a:pt x="861" y="542"/>
                </a:lnTo>
                <a:lnTo>
                  <a:pt x="871" y="534"/>
                </a:lnTo>
                <a:lnTo>
                  <a:pt x="880" y="526"/>
                </a:lnTo>
                <a:lnTo>
                  <a:pt x="889" y="517"/>
                </a:lnTo>
                <a:lnTo>
                  <a:pt x="897" y="509"/>
                </a:lnTo>
                <a:lnTo>
                  <a:pt x="905" y="500"/>
                </a:lnTo>
                <a:lnTo>
                  <a:pt x="912" y="491"/>
                </a:lnTo>
                <a:lnTo>
                  <a:pt x="919" y="482"/>
                </a:lnTo>
                <a:lnTo>
                  <a:pt x="926" y="472"/>
                </a:lnTo>
                <a:lnTo>
                  <a:pt x="932" y="463"/>
                </a:lnTo>
                <a:lnTo>
                  <a:pt x="938" y="452"/>
                </a:lnTo>
                <a:lnTo>
                  <a:pt x="944" y="443"/>
                </a:lnTo>
                <a:lnTo>
                  <a:pt x="948" y="433"/>
                </a:lnTo>
                <a:lnTo>
                  <a:pt x="953" y="423"/>
                </a:lnTo>
                <a:lnTo>
                  <a:pt x="957" y="413"/>
                </a:lnTo>
                <a:lnTo>
                  <a:pt x="960" y="403"/>
                </a:lnTo>
                <a:lnTo>
                  <a:pt x="964" y="393"/>
                </a:lnTo>
                <a:lnTo>
                  <a:pt x="966" y="383"/>
                </a:lnTo>
                <a:lnTo>
                  <a:pt x="968" y="373"/>
                </a:lnTo>
                <a:lnTo>
                  <a:pt x="970" y="362"/>
                </a:lnTo>
                <a:lnTo>
                  <a:pt x="971" y="352"/>
                </a:lnTo>
                <a:lnTo>
                  <a:pt x="972" y="342"/>
                </a:lnTo>
                <a:lnTo>
                  <a:pt x="972" y="331"/>
                </a:lnTo>
                <a:moveTo>
                  <a:pt x="976" y="331"/>
                </a:moveTo>
                <a:lnTo>
                  <a:pt x="976" y="342"/>
                </a:lnTo>
                <a:lnTo>
                  <a:pt x="975" y="352"/>
                </a:lnTo>
                <a:lnTo>
                  <a:pt x="974" y="362"/>
                </a:lnTo>
                <a:lnTo>
                  <a:pt x="972" y="373"/>
                </a:lnTo>
                <a:lnTo>
                  <a:pt x="970" y="383"/>
                </a:lnTo>
                <a:lnTo>
                  <a:pt x="967" y="393"/>
                </a:lnTo>
                <a:lnTo>
                  <a:pt x="964" y="404"/>
                </a:lnTo>
                <a:lnTo>
                  <a:pt x="961" y="414"/>
                </a:lnTo>
                <a:lnTo>
                  <a:pt x="957" y="424"/>
                </a:lnTo>
                <a:lnTo>
                  <a:pt x="952" y="434"/>
                </a:lnTo>
                <a:lnTo>
                  <a:pt x="947" y="444"/>
                </a:lnTo>
                <a:lnTo>
                  <a:pt x="942" y="453"/>
                </a:lnTo>
                <a:lnTo>
                  <a:pt x="936" y="464"/>
                </a:lnTo>
                <a:lnTo>
                  <a:pt x="930" y="473"/>
                </a:lnTo>
                <a:lnTo>
                  <a:pt x="923" y="483"/>
                </a:lnTo>
                <a:lnTo>
                  <a:pt x="916" y="492"/>
                </a:lnTo>
                <a:lnTo>
                  <a:pt x="908" y="501"/>
                </a:lnTo>
                <a:lnTo>
                  <a:pt x="900" y="510"/>
                </a:lnTo>
                <a:lnTo>
                  <a:pt x="892" y="519"/>
                </a:lnTo>
                <a:lnTo>
                  <a:pt x="883" y="527"/>
                </a:lnTo>
                <a:lnTo>
                  <a:pt x="874" y="536"/>
                </a:lnTo>
                <a:lnTo>
                  <a:pt x="864" y="544"/>
                </a:lnTo>
                <a:lnTo>
                  <a:pt x="854" y="552"/>
                </a:lnTo>
                <a:lnTo>
                  <a:pt x="844" y="559"/>
                </a:lnTo>
                <a:lnTo>
                  <a:pt x="833" y="567"/>
                </a:lnTo>
                <a:lnTo>
                  <a:pt x="822" y="574"/>
                </a:lnTo>
                <a:lnTo>
                  <a:pt x="811" y="581"/>
                </a:lnTo>
                <a:lnTo>
                  <a:pt x="799" y="588"/>
                </a:lnTo>
                <a:lnTo>
                  <a:pt x="787" y="594"/>
                </a:lnTo>
                <a:lnTo>
                  <a:pt x="775" y="601"/>
                </a:lnTo>
                <a:lnTo>
                  <a:pt x="762" y="607"/>
                </a:lnTo>
                <a:lnTo>
                  <a:pt x="750" y="612"/>
                </a:lnTo>
                <a:lnTo>
                  <a:pt x="737" y="618"/>
                </a:lnTo>
                <a:lnTo>
                  <a:pt x="723" y="623"/>
                </a:lnTo>
                <a:lnTo>
                  <a:pt x="710" y="628"/>
                </a:lnTo>
                <a:lnTo>
                  <a:pt x="696" y="632"/>
                </a:lnTo>
                <a:lnTo>
                  <a:pt x="682" y="637"/>
                </a:lnTo>
                <a:lnTo>
                  <a:pt x="668" y="641"/>
                </a:lnTo>
                <a:lnTo>
                  <a:pt x="654" y="644"/>
                </a:lnTo>
                <a:lnTo>
                  <a:pt x="639" y="648"/>
                </a:lnTo>
                <a:lnTo>
                  <a:pt x="624" y="651"/>
                </a:lnTo>
                <a:lnTo>
                  <a:pt x="610" y="654"/>
                </a:lnTo>
                <a:lnTo>
                  <a:pt x="595" y="656"/>
                </a:lnTo>
                <a:lnTo>
                  <a:pt x="580" y="658"/>
                </a:lnTo>
                <a:lnTo>
                  <a:pt x="565" y="660"/>
                </a:lnTo>
                <a:lnTo>
                  <a:pt x="550" y="661"/>
                </a:lnTo>
                <a:lnTo>
                  <a:pt x="534" y="662"/>
                </a:lnTo>
                <a:lnTo>
                  <a:pt x="519" y="663"/>
                </a:lnTo>
                <a:lnTo>
                  <a:pt x="504" y="664"/>
                </a:lnTo>
                <a:lnTo>
                  <a:pt x="488" y="664"/>
                </a:lnTo>
                <a:lnTo>
                  <a:pt x="473" y="664"/>
                </a:lnTo>
                <a:lnTo>
                  <a:pt x="458" y="663"/>
                </a:lnTo>
                <a:lnTo>
                  <a:pt x="443" y="662"/>
                </a:lnTo>
                <a:lnTo>
                  <a:pt x="427" y="661"/>
                </a:lnTo>
                <a:lnTo>
                  <a:pt x="412" y="660"/>
                </a:lnTo>
                <a:lnTo>
                  <a:pt x="397" y="658"/>
                </a:lnTo>
                <a:lnTo>
                  <a:pt x="382" y="656"/>
                </a:lnTo>
                <a:lnTo>
                  <a:pt x="367" y="654"/>
                </a:lnTo>
                <a:lnTo>
                  <a:pt x="352" y="651"/>
                </a:lnTo>
                <a:lnTo>
                  <a:pt x="338" y="648"/>
                </a:lnTo>
                <a:lnTo>
                  <a:pt x="323" y="644"/>
                </a:lnTo>
                <a:lnTo>
                  <a:pt x="309" y="641"/>
                </a:lnTo>
                <a:lnTo>
                  <a:pt x="295" y="637"/>
                </a:lnTo>
                <a:lnTo>
                  <a:pt x="281" y="632"/>
                </a:lnTo>
                <a:lnTo>
                  <a:pt x="267" y="628"/>
                </a:lnTo>
                <a:lnTo>
                  <a:pt x="254" y="623"/>
                </a:lnTo>
                <a:lnTo>
                  <a:pt x="240" y="618"/>
                </a:lnTo>
                <a:lnTo>
                  <a:pt x="227" y="612"/>
                </a:lnTo>
                <a:lnTo>
                  <a:pt x="215" y="607"/>
                </a:lnTo>
                <a:lnTo>
                  <a:pt x="202" y="601"/>
                </a:lnTo>
                <a:lnTo>
                  <a:pt x="190" y="594"/>
                </a:lnTo>
                <a:lnTo>
                  <a:pt x="178" y="588"/>
                </a:lnTo>
                <a:lnTo>
                  <a:pt x="166" y="581"/>
                </a:lnTo>
                <a:lnTo>
                  <a:pt x="155" y="574"/>
                </a:lnTo>
                <a:lnTo>
                  <a:pt x="144" y="567"/>
                </a:lnTo>
                <a:lnTo>
                  <a:pt x="133" y="559"/>
                </a:lnTo>
                <a:lnTo>
                  <a:pt x="123" y="552"/>
                </a:lnTo>
                <a:lnTo>
                  <a:pt x="113" y="544"/>
                </a:lnTo>
                <a:lnTo>
                  <a:pt x="103" y="536"/>
                </a:lnTo>
                <a:lnTo>
                  <a:pt x="94" y="527"/>
                </a:lnTo>
                <a:lnTo>
                  <a:pt x="85" y="519"/>
                </a:lnTo>
                <a:lnTo>
                  <a:pt x="77" y="510"/>
                </a:lnTo>
                <a:lnTo>
                  <a:pt x="69" y="501"/>
                </a:lnTo>
                <a:lnTo>
                  <a:pt x="61" y="492"/>
                </a:lnTo>
                <a:lnTo>
                  <a:pt x="54" y="483"/>
                </a:lnTo>
                <a:lnTo>
                  <a:pt x="47" y="473"/>
                </a:lnTo>
                <a:lnTo>
                  <a:pt x="41" y="464"/>
                </a:lnTo>
                <a:lnTo>
                  <a:pt x="35" y="453"/>
                </a:lnTo>
                <a:lnTo>
                  <a:pt x="30" y="444"/>
                </a:lnTo>
                <a:lnTo>
                  <a:pt x="25" y="434"/>
                </a:lnTo>
                <a:lnTo>
                  <a:pt x="20" y="424"/>
                </a:lnTo>
                <a:lnTo>
                  <a:pt x="16" y="414"/>
                </a:lnTo>
                <a:lnTo>
                  <a:pt x="12" y="404"/>
                </a:lnTo>
                <a:lnTo>
                  <a:pt x="9" y="393"/>
                </a:lnTo>
                <a:lnTo>
                  <a:pt x="6" y="383"/>
                </a:lnTo>
                <a:lnTo>
                  <a:pt x="4" y="373"/>
                </a:lnTo>
                <a:lnTo>
                  <a:pt x="2" y="362"/>
                </a:lnTo>
                <a:lnTo>
                  <a:pt x="1" y="352"/>
                </a:lnTo>
                <a:lnTo>
                  <a:pt x="0" y="342"/>
                </a:lnTo>
                <a:lnTo>
                  <a:pt x="0" y="331"/>
                </a:lnTo>
                <a:lnTo>
                  <a:pt x="0" y="321"/>
                </a:lnTo>
                <a:lnTo>
                  <a:pt x="1" y="310"/>
                </a:lnTo>
                <a:lnTo>
                  <a:pt x="2" y="300"/>
                </a:lnTo>
                <a:lnTo>
                  <a:pt x="4" y="290"/>
                </a:lnTo>
                <a:lnTo>
                  <a:pt x="6" y="279"/>
                </a:lnTo>
                <a:lnTo>
                  <a:pt x="9" y="269"/>
                </a:lnTo>
                <a:lnTo>
                  <a:pt x="12" y="259"/>
                </a:lnTo>
                <a:lnTo>
                  <a:pt x="16" y="249"/>
                </a:lnTo>
                <a:lnTo>
                  <a:pt x="20" y="239"/>
                </a:lnTo>
                <a:lnTo>
                  <a:pt x="25" y="229"/>
                </a:lnTo>
                <a:lnTo>
                  <a:pt x="30" y="219"/>
                </a:lnTo>
                <a:lnTo>
                  <a:pt x="35" y="209"/>
                </a:lnTo>
                <a:lnTo>
                  <a:pt x="41" y="200"/>
                </a:lnTo>
                <a:lnTo>
                  <a:pt x="47" y="190"/>
                </a:lnTo>
                <a:lnTo>
                  <a:pt x="54" y="181"/>
                </a:lnTo>
                <a:lnTo>
                  <a:pt x="61" y="171"/>
                </a:lnTo>
                <a:lnTo>
                  <a:pt x="69" y="162"/>
                </a:lnTo>
                <a:lnTo>
                  <a:pt x="77" y="154"/>
                </a:lnTo>
                <a:lnTo>
                  <a:pt x="85" y="145"/>
                </a:lnTo>
                <a:lnTo>
                  <a:pt x="94" y="136"/>
                </a:lnTo>
                <a:lnTo>
                  <a:pt x="103" y="128"/>
                </a:lnTo>
                <a:lnTo>
                  <a:pt x="113" y="120"/>
                </a:lnTo>
                <a:lnTo>
                  <a:pt x="123" y="112"/>
                </a:lnTo>
                <a:lnTo>
                  <a:pt x="133" y="104"/>
                </a:lnTo>
                <a:lnTo>
                  <a:pt x="144" y="97"/>
                </a:lnTo>
                <a:lnTo>
                  <a:pt x="155" y="89"/>
                </a:lnTo>
                <a:lnTo>
                  <a:pt x="166" y="82"/>
                </a:lnTo>
                <a:lnTo>
                  <a:pt x="178" y="76"/>
                </a:lnTo>
                <a:lnTo>
                  <a:pt x="190" y="69"/>
                </a:lnTo>
                <a:lnTo>
                  <a:pt x="202" y="63"/>
                </a:lnTo>
                <a:lnTo>
                  <a:pt x="215" y="57"/>
                </a:lnTo>
                <a:lnTo>
                  <a:pt x="227" y="51"/>
                </a:lnTo>
                <a:lnTo>
                  <a:pt x="240" y="46"/>
                </a:lnTo>
                <a:lnTo>
                  <a:pt x="254" y="41"/>
                </a:lnTo>
                <a:lnTo>
                  <a:pt x="267" y="36"/>
                </a:lnTo>
                <a:lnTo>
                  <a:pt x="281" y="31"/>
                </a:lnTo>
                <a:lnTo>
                  <a:pt x="295" y="27"/>
                </a:lnTo>
                <a:lnTo>
                  <a:pt x="309" y="23"/>
                </a:lnTo>
                <a:lnTo>
                  <a:pt x="323" y="19"/>
                </a:lnTo>
                <a:lnTo>
                  <a:pt x="338" y="16"/>
                </a:lnTo>
                <a:lnTo>
                  <a:pt x="352" y="13"/>
                </a:lnTo>
                <a:lnTo>
                  <a:pt x="367" y="10"/>
                </a:lnTo>
                <a:lnTo>
                  <a:pt x="382" y="8"/>
                </a:lnTo>
                <a:lnTo>
                  <a:pt x="397" y="5"/>
                </a:lnTo>
                <a:lnTo>
                  <a:pt x="412" y="4"/>
                </a:lnTo>
                <a:lnTo>
                  <a:pt x="427" y="2"/>
                </a:lnTo>
                <a:lnTo>
                  <a:pt x="443" y="1"/>
                </a:lnTo>
                <a:lnTo>
                  <a:pt x="458" y="0"/>
                </a:lnTo>
                <a:lnTo>
                  <a:pt x="473" y="0"/>
                </a:lnTo>
                <a:lnTo>
                  <a:pt x="488" y="0"/>
                </a:lnTo>
                <a:lnTo>
                  <a:pt x="504" y="0"/>
                </a:lnTo>
                <a:lnTo>
                  <a:pt x="519" y="0"/>
                </a:lnTo>
                <a:lnTo>
                  <a:pt x="534" y="1"/>
                </a:lnTo>
                <a:lnTo>
                  <a:pt x="550" y="2"/>
                </a:lnTo>
                <a:lnTo>
                  <a:pt x="565" y="4"/>
                </a:lnTo>
                <a:lnTo>
                  <a:pt x="580" y="5"/>
                </a:lnTo>
                <a:lnTo>
                  <a:pt x="595" y="8"/>
                </a:lnTo>
                <a:lnTo>
                  <a:pt x="610" y="10"/>
                </a:lnTo>
                <a:lnTo>
                  <a:pt x="624" y="13"/>
                </a:lnTo>
                <a:lnTo>
                  <a:pt x="639" y="16"/>
                </a:lnTo>
                <a:lnTo>
                  <a:pt x="654" y="19"/>
                </a:lnTo>
                <a:lnTo>
                  <a:pt x="668" y="23"/>
                </a:lnTo>
                <a:lnTo>
                  <a:pt x="682" y="27"/>
                </a:lnTo>
                <a:lnTo>
                  <a:pt x="696" y="31"/>
                </a:lnTo>
                <a:lnTo>
                  <a:pt x="710" y="36"/>
                </a:lnTo>
                <a:lnTo>
                  <a:pt x="723" y="41"/>
                </a:lnTo>
                <a:lnTo>
                  <a:pt x="737" y="46"/>
                </a:lnTo>
                <a:lnTo>
                  <a:pt x="750" y="51"/>
                </a:lnTo>
                <a:lnTo>
                  <a:pt x="762" y="57"/>
                </a:lnTo>
                <a:lnTo>
                  <a:pt x="775" y="63"/>
                </a:lnTo>
                <a:lnTo>
                  <a:pt x="787" y="69"/>
                </a:lnTo>
                <a:lnTo>
                  <a:pt x="799" y="76"/>
                </a:lnTo>
                <a:lnTo>
                  <a:pt x="811" y="82"/>
                </a:lnTo>
                <a:lnTo>
                  <a:pt x="822" y="89"/>
                </a:lnTo>
                <a:lnTo>
                  <a:pt x="833" y="97"/>
                </a:lnTo>
                <a:lnTo>
                  <a:pt x="844" y="104"/>
                </a:lnTo>
                <a:lnTo>
                  <a:pt x="854" y="112"/>
                </a:lnTo>
                <a:lnTo>
                  <a:pt x="864" y="120"/>
                </a:lnTo>
                <a:lnTo>
                  <a:pt x="874" y="128"/>
                </a:lnTo>
                <a:lnTo>
                  <a:pt x="883" y="136"/>
                </a:lnTo>
                <a:lnTo>
                  <a:pt x="892" y="145"/>
                </a:lnTo>
                <a:lnTo>
                  <a:pt x="900" y="154"/>
                </a:lnTo>
                <a:lnTo>
                  <a:pt x="908" y="162"/>
                </a:lnTo>
                <a:lnTo>
                  <a:pt x="916" y="171"/>
                </a:lnTo>
                <a:lnTo>
                  <a:pt x="923" y="181"/>
                </a:lnTo>
                <a:lnTo>
                  <a:pt x="930" y="190"/>
                </a:lnTo>
                <a:lnTo>
                  <a:pt x="936" y="200"/>
                </a:lnTo>
                <a:lnTo>
                  <a:pt x="942" y="209"/>
                </a:lnTo>
                <a:lnTo>
                  <a:pt x="947" y="219"/>
                </a:lnTo>
                <a:lnTo>
                  <a:pt x="952" y="229"/>
                </a:lnTo>
                <a:lnTo>
                  <a:pt x="957" y="239"/>
                </a:lnTo>
                <a:lnTo>
                  <a:pt x="961" y="249"/>
                </a:lnTo>
                <a:lnTo>
                  <a:pt x="964" y="259"/>
                </a:lnTo>
                <a:lnTo>
                  <a:pt x="967" y="269"/>
                </a:lnTo>
                <a:lnTo>
                  <a:pt x="970" y="279"/>
                </a:lnTo>
                <a:lnTo>
                  <a:pt x="972" y="290"/>
                </a:lnTo>
                <a:lnTo>
                  <a:pt x="974" y="300"/>
                </a:lnTo>
                <a:lnTo>
                  <a:pt x="975" y="310"/>
                </a:lnTo>
                <a:lnTo>
                  <a:pt x="976" y="321"/>
                </a:lnTo>
                <a:lnTo>
                  <a:pt x="976" y="331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4" name=""/>
          <p:cNvSpPr/>
          <p:nvPr/>
        </p:nvSpPr>
        <p:spPr>
          <a:xfrm>
            <a:off x="7880040" y="2815200"/>
            <a:ext cx="359280" cy="244800"/>
          </a:xfrm>
          <a:custGeom>
            <a:avLst/>
            <a:gdLst/>
            <a:ahLst/>
            <a:rect l="0" t="0" r="r" b="b"/>
            <a:pathLst>
              <a:path w="998" h="680">
                <a:moveTo>
                  <a:pt x="987" y="339"/>
                </a:moveTo>
                <a:lnTo>
                  <a:pt x="987" y="329"/>
                </a:lnTo>
                <a:lnTo>
                  <a:pt x="986" y="318"/>
                </a:lnTo>
                <a:lnTo>
                  <a:pt x="985" y="308"/>
                </a:lnTo>
                <a:lnTo>
                  <a:pt x="983" y="298"/>
                </a:lnTo>
                <a:lnTo>
                  <a:pt x="981" y="287"/>
                </a:lnTo>
                <a:lnTo>
                  <a:pt x="978" y="277"/>
                </a:lnTo>
                <a:lnTo>
                  <a:pt x="975" y="267"/>
                </a:lnTo>
                <a:lnTo>
                  <a:pt x="972" y="257"/>
                </a:lnTo>
                <a:lnTo>
                  <a:pt x="968" y="247"/>
                </a:lnTo>
                <a:lnTo>
                  <a:pt x="963" y="237"/>
                </a:lnTo>
                <a:lnTo>
                  <a:pt x="958" y="227"/>
                </a:lnTo>
                <a:lnTo>
                  <a:pt x="953" y="217"/>
                </a:lnTo>
                <a:lnTo>
                  <a:pt x="947" y="208"/>
                </a:lnTo>
                <a:lnTo>
                  <a:pt x="941" y="198"/>
                </a:lnTo>
                <a:lnTo>
                  <a:pt x="934" y="189"/>
                </a:lnTo>
                <a:lnTo>
                  <a:pt x="927" y="179"/>
                </a:lnTo>
                <a:lnTo>
                  <a:pt x="919" y="170"/>
                </a:lnTo>
                <a:lnTo>
                  <a:pt x="911" y="162"/>
                </a:lnTo>
                <a:lnTo>
                  <a:pt x="903" y="153"/>
                </a:lnTo>
                <a:lnTo>
                  <a:pt x="894" y="144"/>
                </a:lnTo>
                <a:lnTo>
                  <a:pt x="885" y="136"/>
                </a:lnTo>
                <a:lnTo>
                  <a:pt x="875" y="128"/>
                </a:lnTo>
                <a:lnTo>
                  <a:pt x="865" y="120"/>
                </a:lnTo>
                <a:lnTo>
                  <a:pt x="855" y="112"/>
                </a:lnTo>
                <a:lnTo>
                  <a:pt x="844" y="105"/>
                </a:lnTo>
                <a:lnTo>
                  <a:pt x="833" y="97"/>
                </a:lnTo>
                <a:lnTo>
                  <a:pt x="822" y="90"/>
                </a:lnTo>
                <a:lnTo>
                  <a:pt x="810" y="84"/>
                </a:lnTo>
                <a:lnTo>
                  <a:pt x="798" y="77"/>
                </a:lnTo>
                <a:lnTo>
                  <a:pt x="786" y="71"/>
                </a:lnTo>
                <a:lnTo>
                  <a:pt x="773" y="65"/>
                </a:lnTo>
                <a:lnTo>
                  <a:pt x="761" y="59"/>
                </a:lnTo>
                <a:lnTo>
                  <a:pt x="748" y="54"/>
                </a:lnTo>
                <a:lnTo>
                  <a:pt x="734" y="49"/>
                </a:lnTo>
                <a:lnTo>
                  <a:pt x="721" y="44"/>
                </a:lnTo>
                <a:lnTo>
                  <a:pt x="707" y="39"/>
                </a:lnTo>
                <a:lnTo>
                  <a:pt x="693" y="35"/>
                </a:lnTo>
                <a:lnTo>
                  <a:pt x="679" y="31"/>
                </a:lnTo>
                <a:lnTo>
                  <a:pt x="665" y="27"/>
                </a:lnTo>
                <a:lnTo>
                  <a:pt x="650" y="24"/>
                </a:lnTo>
                <a:lnTo>
                  <a:pt x="635" y="21"/>
                </a:lnTo>
                <a:lnTo>
                  <a:pt x="621" y="18"/>
                </a:lnTo>
                <a:lnTo>
                  <a:pt x="606" y="16"/>
                </a:lnTo>
                <a:lnTo>
                  <a:pt x="591" y="13"/>
                </a:lnTo>
                <a:lnTo>
                  <a:pt x="576" y="12"/>
                </a:lnTo>
                <a:lnTo>
                  <a:pt x="561" y="10"/>
                </a:lnTo>
                <a:lnTo>
                  <a:pt x="545" y="9"/>
                </a:lnTo>
                <a:lnTo>
                  <a:pt x="529" y="8"/>
                </a:lnTo>
                <a:lnTo>
                  <a:pt x="514" y="8"/>
                </a:lnTo>
                <a:lnTo>
                  <a:pt x="498" y="8"/>
                </a:lnTo>
                <a:lnTo>
                  <a:pt x="483" y="8"/>
                </a:lnTo>
                <a:lnTo>
                  <a:pt x="468" y="8"/>
                </a:lnTo>
                <a:lnTo>
                  <a:pt x="453" y="9"/>
                </a:lnTo>
                <a:lnTo>
                  <a:pt x="437" y="10"/>
                </a:lnTo>
                <a:lnTo>
                  <a:pt x="422" y="12"/>
                </a:lnTo>
                <a:lnTo>
                  <a:pt x="407" y="13"/>
                </a:lnTo>
                <a:lnTo>
                  <a:pt x="392" y="16"/>
                </a:lnTo>
                <a:lnTo>
                  <a:pt x="377" y="18"/>
                </a:lnTo>
                <a:lnTo>
                  <a:pt x="362" y="21"/>
                </a:lnTo>
                <a:lnTo>
                  <a:pt x="348" y="24"/>
                </a:lnTo>
                <a:lnTo>
                  <a:pt x="333" y="27"/>
                </a:lnTo>
                <a:lnTo>
                  <a:pt x="319" y="31"/>
                </a:lnTo>
                <a:lnTo>
                  <a:pt x="305" y="35"/>
                </a:lnTo>
                <a:lnTo>
                  <a:pt x="291" y="39"/>
                </a:lnTo>
                <a:lnTo>
                  <a:pt x="277" y="44"/>
                </a:lnTo>
                <a:lnTo>
                  <a:pt x="264" y="49"/>
                </a:lnTo>
                <a:lnTo>
                  <a:pt x="250" y="54"/>
                </a:lnTo>
                <a:lnTo>
                  <a:pt x="237" y="59"/>
                </a:lnTo>
                <a:lnTo>
                  <a:pt x="225" y="65"/>
                </a:lnTo>
                <a:lnTo>
                  <a:pt x="212" y="71"/>
                </a:lnTo>
                <a:lnTo>
                  <a:pt x="200" y="77"/>
                </a:lnTo>
                <a:lnTo>
                  <a:pt x="188" y="84"/>
                </a:lnTo>
                <a:lnTo>
                  <a:pt x="176" y="90"/>
                </a:lnTo>
                <a:lnTo>
                  <a:pt x="165" y="97"/>
                </a:lnTo>
                <a:lnTo>
                  <a:pt x="154" y="105"/>
                </a:lnTo>
                <a:lnTo>
                  <a:pt x="143" y="112"/>
                </a:lnTo>
                <a:lnTo>
                  <a:pt x="133" y="120"/>
                </a:lnTo>
                <a:lnTo>
                  <a:pt x="123" y="128"/>
                </a:lnTo>
                <a:lnTo>
                  <a:pt x="113" y="136"/>
                </a:lnTo>
                <a:lnTo>
                  <a:pt x="104" y="144"/>
                </a:lnTo>
                <a:lnTo>
                  <a:pt x="95" y="153"/>
                </a:lnTo>
                <a:lnTo>
                  <a:pt x="87" y="162"/>
                </a:lnTo>
                <a:lnTo>
                  <a:pt x="79" y="170"/>
                </a:lnTo>
                <a:lnTo>
                  <a:pt x="71" y="179"/>
                </a:lnTo>
                <a:lnTo>
                  <a:pt x="64" y="189"/>
                </a:lnTo>
                <a:lnTo>
                  <a:pt x="57" y="198"/>
                </a:lnTo>
                <a:lnTo>
                  <a:pt x="51" y="208"/>
                </a:lnTo>
                <a:lnTo>
                  <a:pt x="45" y="217"/>
                </a:lnTo>
                <a:lnTo>
                  <a:pt x="40" y="227"/>
                </a:lnTo>
                <a:lnTo>
                  <a:pt x="35" y="237"/>
                </a:lnTo>
                <a:lnTo>
                  <a:pt x="30" y="247"/>
                </a:lnTo>
                <a:lnTo>
                  <a:pt x="26" y="257"/>
                </a:lnTo>
                <a:lnTo>
                  <a:pt x="23" y="267"/>
                </a:lnTo>
                <a:lnTo>
                  <a:pt x="20" y="277"/>
                </a:lnTo>
                <a:lnTo>
                  <a:pt x="17" y="287"/>
                </a:lnTo>
                <a:lnTo>
                  <a:pt x="15" y="298"/>
                </a:lnTo>
                <a:lnTo>
                  <a:pt x="13" y="308"/>
                </a:lnTo>
                <a:lnTo>
                  <a:pt x="12" y="318"/>
                </a:lnTo>
                <a:lnTo>
                  <a:pt x="11" y="329"/>
                </a:lnTo>
                <a:lnTo>
                  <a:pt x="11" y="339"/>
                </a:lnTo>
                <a:lnTo>
                  <a:pt x="11" y="350"/>
                </a:lnTo>
                <a:lnTo>
                  <a:pt x="12" y="360"/>
                </a:lnTo>
                <a:lnTo>
                  <a:pt x="13" y="370"/>
                </a:lnTo>
                <a:lnTo>
                  <a:pt x="15" y="381"/>
                </a:lnTo>
                <a:lnTo>
                  <a:pt x="17" y="391"/>
                </a:lnTo>
                <a:lnTo>
                  <a:pt x="20" y="401"/>
                </a:lnTo>
                <a:lnTo>
                  <a:pt x="23" y="412"/>
                </a:lnTo>
                <a:lnTo>
                  <a:pt x="26" y="422"/>
                </a:lnTo>
                <a:lnTo>
                  <a:pt x="30" y="432"/>
                </a:lnTo>
                <a:lnTo>
                  <a:pt x="35" y="442"/>
                </a:lnTo>
                <a:lnTo>
                  <a:pt x="40" y="452"/>
                </a:lnTo>
                <a:lnTo>
                  <a:pt x="45" y="461"/>
                </a:lnTo>
                <a:lnTo>
                  <a:pt x="51" y="471"/>
                </a:lnTo>
                <a:lnTo>
                  <a:pt x="57" y="480"/>
                </a:lnTo>
                <a:lnTo>
                  <a:pt x="64" y="490"/>
                </a:lnTo>
                <a:lnTo>
                  <a:pt x="71" y="499"/>
                </a:lnTo>
                <a:lnTo>
                  <a:pt x="79" y="508"/>
                </a:lnTo>
                <a:lnTo>
                  <a:pt x="87" y="517"/>
                </a:lnTo>
                <a:lnTo>
                  <a:pt x="95" y="526"/>
                </a:lnTo>
                <a:lnTo>
                  <a:pt x="104" y="534"/>
                </a:lnTo>
                <a:lnTo>
                  <a:pt x="113" y="543"/>
                </a:lnTo>
                <a:lnTo>
                  <a:pt x="123" y="551"/>
                </a:lnTo>
                <a:lnTo>
                  <a:pt x="133" y="559"/>
                </a:lnTo>
                <a:lnTo>
                  <a:pt x="143" y="566"/>
                </a:lnTo>
                <a:lnTo>
                  <a:pt x="154" y="574"/>
                </a:lnTo>
                <a:lnTo>
                  <a:pt x="165" y="581"/>
                </a:lnTo>
                <a:lnTo>
                  <a:pt x="176" y="588"/>
                </a:lnTo>
                <a:lnTo>
                  <a:pt x="188" y="595"/>
                </a:lnTo>
                <a:lnTo>
                  <a:pt x="200" y="601"/>
                </a:lnTo>
                <a:lnTo>
                  <a:pt x="212" y="608"/>
                </a:lnTo>
                <a:lnTo>
                  <a:pt x="225" y="614"/>
                </a:lnTo>
                <a:lnTo>
                  <a:pt x="237" y="619"/>
                </a:lnTo>
                <a:lnTo>
                  <a:pt x="250" y="625"/>
                </a:lnTo>
                <a:lnTo>
                  <a:pt x="264" y="630"/>
                </a:lnTo>
                <a:lnTo>
                  <a:pt x="277" y="635"/>
                </a:lnTo>
                <a:lnTo>
                  <a:pt x="291" y="639"/>
                </a:lnTo>
                <a:lnTo>
                  <a:pt x="305" y="644"/>
                </a:lnTo>
                <a:lnTo>
                  <a:pt x="319" y="648"/>
                </a:lnTo>
                <a:lnTo>
                  <a:pt x="333" y="651"/>
                </a:lnTo>
                <a:lnTo>
                  <a:pt x="348" y="656"/>
                </a:lnTo>
                <a:lnTo>
                  <a:pt x="362" y="659"/>
                </a:lnTo>
                <a:lnTo>
                  <a:pt x="377" y="662"/>
                </a:lnTo>
                <a:lnTo>
                  <a:pt x="392" y="664"/>
                </a:lnTo>
                <a:lnTo>
                  <a:pt x="407" y="666"/>
                </a:lnTo>
                <a:lnTo>
                  <a:pt x="422" y="668"/>
                </a:lnTo>
                <a:lnTo>
                  <a:pt x="437" y="669"/>
                </a:lnTo>
                <a:lnTo>
                  <a:pt x="453" y="670"/>
                </a:lnTo>
                <a:lnTo>
                  <a:pt x="468" y="671"/>
                </a:lnTo>
                <a:lnTo>
                  <a:pt x="483" y="672"/>
                </a:lnTo>
                <a:lnTo>
                  <a:pt x="498" y="672"/>
                </a:lnTo>
                <a:lnTo>
                  <a:pt x="514" y="672"/>
                </a:lnTo>
                <a:lnTo>
                  <a:pt x="529" y="671"/>
                </a:lnTo>
                <a:lnTo>
                  <a:pt x="545" y="670"/>
                </a:lnTo>
                <a:lnTo>
                  <a:pt x="561" y="669"/>
                </a:lnTo>
                <a:lnTo>
                  <a:pt x="576" y="668"/>
                </a:lnTo>
                <a:lnTo>
                  <a:pt x="591" y="666"/>
                </a:lnTo>
                <a:lnTo>
                  <a:pt x="606" y="664"/>
                </a:lnTo>
                <a:lnTo>
                  <a:pt x="621" y="662"/>
                </a:lnTo>
                <a:lnTo>
                  <a:pt x="635" y="659"/>
                </a:lnTo>
                <a:lnTo>
                  <a:pt x="650" y="656"/>
                </a:lnTo>
                <a:lnTo>
                  <a:pt x="665" y="651"/>
                </a:lnTo>
                <a:lnTo>
                  <a:pt x="679" y="648"/>
                </a:lnTo>
                <a:lnTo>
                  <a:pt x="693" y="644"/>
                </a:lnTo>
                <a:lnTo>
                  <a:pt x="707" y="639"/>
                </a:lnTo>
                <a:lnTo>
                  <a:pt x="721" y="635"/>
                </a:lnTo>
                <a:lnTo>
                  <a:pt x="734" y="630"/>
                </a:lnTo>
                <a:lnTo>
                  <a:pt x="748" y="625"/>
                </a:lnTo>
                <a:lnTo>
                  <a:pt x="761" y="619"/>
                </a:lnTo>
                <a:lnTo>
                  <a:pt x="773" y="614"/>
                </a:lnTo>
                <a:lnTo>
                  <a:pt x="786" y="608"/>
                </a:lnTo>
                <a:lnTo>
                  <a:pt x="798" y="601"/>
                </a:lnTo>
                <a:lnTo>
                  <a:pt x="810" y="595"/>
                </a:lnTo>
                <a:lnTo>
                  <a:pt x="822" y="588"/>
                </a:lnTo>
                <a:lnTo>
                  <a:pt x="833" y="581"/>
                </a:lnTo>
                <a:lnTo>
                  <a:pt x="844" y="574"/>
                </a:lnTo>
                <a:lnTo>
                  <a:pt x="855" y="566"/>
                </a:lnTo>
                <a:lnTo>
                  <a:pt x="865" y="559"/>
                </a:lnTo>
                <a:lnTo>
                  <a:pt x="875" y="551"/>
                </a:lnTo>
                <a:lnTo>
                  <a:pt x="885" y="543"/>
                </a:lnTo>
                <a:lnTo>
                  <a:pt x="894" y="534"/>
                </a:lnTo>
                <a:lnTo>
                  <a:pt x="903" y="526"/>
                </a:lnTo>
                <a:lnTo>
                  <a:pt x="911" y="517"/>
                </a:lnTo>
                <a:lnTo>
                  <a:pt x="919" y="508"/>
                </a:lnTo>
                <a:lnTo>
                  <a:pt x="927" y="499"/>
                </a:lnTo>
                <a:lnTo>
                  <a:pt x="934" y="490"/>
                </a:lnTo>
                <a:lnTo>
                  <a:pt x="941" y="480"/>
                </a:lnTo>
                <a:lnTo>
                  <a:pt x="947" y="471"/>
                </a:lnTo>
                <a:lnTo>
                  <a:pt x="953" y="461"/>
                </a:lnTo>
                <a:lnTo>
                  <a:pt x="958" y="452"/>
                </a:lnTo>
                <a:lnTo>
                  <a:pt x="963" y="442"/>
                </a:lnTo>
                <a:lnTo>
                  <a:pt x="968" y="432"/>
                </a:lnTo>
                <a:lnTo>
                  <a:pt x="972" y="422"/>
                </a:lnTo>
                <a:lnTo>
                  <a:pt x="975" y="412"/>
                </a:lnTo>
                <a:lnTo>
                  <a:pt x="978" y="401"/>
                </a:lnTo>
                <a:lnTo>
                  <a:pt x="981" y="391"/>
                </a:lnTo>
                <a:lnTo>
                  <a:pt x="983" y="381"/>
                </a:lnTo>
                <a:lnTo>
                  <a:pt x="985" y="370"/>
                </a:lnTo>
                <a:lnTo>
                  <a:pt x="986" y="360"/>
                </a:lnTo>
                <a:lnTo>
                  <a:pt x="987" y="350"/>
                </a:lnTo>
                <a:lnTo>
                  <a:pt x="987" y="339"/>
                </a:lnTo>
                <a:moveTo>
                  <a:pt x="998" y="339"/>
                </a:moveTo>
                <a:lnTo>
                  <a:pt x="998" y="350"/>
                </a:lnTo>
                <a:lnTo>
                  <a:pt x="997" y="361"/>
                </a:lnTo>
                <a:lnTo>
                  <a:pt x="996" y="371"/>
                </a:lnTo>
                <a:lnTo>
                  <a:pt x="994" y="382"/>
                </a:lnTo>
                <a:lnTo>
                  <a:pt x="992" y="392"/>
                </a:lnTo>
                <a:lnTo>
                  <a:pt x="989" y="403"/>
                </a:lnTo>
                <a:lnTo>
                  <a:pt x="986" y="413"/>
                </a:lnTo>
                <a:lnTo>
                  <a:pt x="983" y="424"/>
                </a:lnTo>
                <a:lnTo>
                  <a:pt x="978" y="434"/>
                </a:lnTo>
                <a:lnTo>
                  <a:pt x="974" y="444"/>
                </a:lnTo>
                <a:lnTo>
                  <a:pt x="969" y="454"/>
                </a:lnTo>
                <a:lnTo>
                  <a:pt x="963" y="464"/>
                </a:lnTo>
                <a:lnTo>
                  <a:pt x="957" y="474"/>
                </a:lnTo>
                <a:lnTo>
                  <a:pt x="951" y="484"/>
                </a:lnTo>
                <a:lnTo>
                  <a:pt x="944" y="493"/>
                </a:lnTo>
                <a:lnTo>
                  <a:pt x="937" y="503"/>
                </a:lnTo>
                <a:lnTo>
                  <a:pt x="929" y="512"/>
                </a:lnTo>
                <a:lnTo>
                  <a:pt x="921" y="521"/>
                </a:lnTo>
                <a:lnTo>
                  <a:pt x="912" y="530"/>
                </a:lnTo>
                <a:lnTo>
                  <a:pt x="903" y="539"/>
                </a:lnTo>
                <a:lnTo>
                  <a:pt x="894" y="547"/>
                </a:lnTo>
                <a:lnTo>
                  <a:pt x="884" y="556"/>
                </a:lnTo>
                <a:lnTo>
                  <a:pt x="874" y="564"/>
                </a:lnTo>
                <a:lnTo>
                  <a:pt x="863" y="572"/>
                </a:lnTo>
                <a:lnTo>
                  <a:pt x="852" y="579"/>
                </a:lnTo>
                <a:lnTo>
                  <a:pt x="841" y="587"/>
                </a:lnTo>
                <a:lnTo>
                  <a:pt x="829" y="594"/>
                </a:lnTo>
                <a:lnTo>
                  <a:pt x="817" y="601"/>
                </a:lnTo>
                <a:lnTo>
                  <a:pt x="805" y="607"/>
                </a:lnTo>
                <a:lnTo>
                  <a:pt x="793" y="614"/>
                </a:lnTo>
                <a:lnTo>
                  <a:pt x="780" y="620"/>
                </a:lnTo>
                <a:lnTo>
                  <a:pt x="767" y="626"/>
                </a:lnTo>
                <a:lnTo>
                  <a:pt x="753" y="631"/>
                </a:lnTo>
                <a:lnTo>
                  <a:pt x="740" y="637"/>
                </a:lnTo>
                <a:lnTo>
                  <a:pt x="726" y="642"/>
                </a:lnTo>
                <a:lnTo>
                  <a:pt x="712" y="646"/>
                </a:lnTo>
                <a:lnTo>
                  <a:pt x="698" y="651"/>
                </a:lnTo>
                <a:lnTo>
                  <a:pt x="683" y="656"/>
                </a:lnTo>
                <a:lnTo>
                  <a:pt x="668" y="660"/>
                </a:lnTo>
                <a:lnTo>
                  <a:pt x="654" y="663"/>
                </a:lnTo>
                <a:lnTo>
                  <a:pt x="639" y="666"/>
                </a:lnTo>
                <a:lnTo>
                  <a:pt x="624" y="669"/>
                </a:lnTo>
                <a:lnTo>
                  <a:pt x="608" y="672"/>
                </a:lnTo>
                <a:lnTo>
                  <a:pt x="593" y="674"/>
                </a:lnTo>
                <a:lnTo>
                  <a:pt x="578" y="675"/>
                </a:lnTo>
                <a:lnTo>
                  <a:pt x="562" y="677"/>
                </a:lnTo>
                <a:lnTo>
                  <a:pt x="546" y="678"/>
                </a:lnTo>
                <a:lnTo>
                  <a:pt x="530" y="679"/>
                </a:lnTo>
                <a:lnTo>
                  <a:pt x="514" y="680"/>
                </a:lnTo>
                <a:lnTo>
                  <a:pt x="498" y="680"/>
                </a:lnTo>
                <a:lnTo>
                  <a:pt x="483" y="680"/>
                </a:lnTo>
                <a:lnTo>
                  <a:pt x="467" y="679"/>
                </a:lnTo>
                <a:lnTo>
                  <a:pt x="452" y="678"/>
                </a:lnTo>
                <a:lnTo>
                  <a:pt x="436" y="677"/>
                </a:lnTo>
                <a:lnTo>
                  <a:pt x="420" y="675"/>
                </a:lnTo>
                <a:lnTo>
                  <a:pt x="405" y="674"/>
                </a:lnTo>
                <a:lnTo>
                  <a:pt x="390" y="672"/>
                </a:lnTo>
                <a:lnTo>
                  <a:pt x="374" y="669"/>
                </a:lnTo>
                <a:lnTo>
                  <a:pt x="359" y="666"/>
                </a:lnTo>
                <a:lnTo>
                  <a:pt x="344" y="663"/>
                </a:lnTo>
                <a:lnTo>
                  <a:pt x="330" y="660"/>
                </a:lnTo>
                <a:lnTo>
                  <a:pt x="315" y="656"/>
                </a:lnTo>
                <a:lnTo>
                  <a:pt x="300" y="651"/>
                </a:lnTo>
                <a:lnTo>
                  <a:pt x="286" y="646"/>
                </a:lnTo>
                <a:lnTo>
                  <a:pt x="272" y="642"/>
                </a:lnTo>
                <a:lnTo>
                  <a:pt x="258" y="637"/>
                </a:lnTo>
                <a:lnTo>
                  <a:pt x="245" y="631"/>
                </a:lnTo>
                <a:lnTo>
                  <a:pt x="231" y="626"/>
                </a:lnTo>
                <a:lnTo>
                  <a:pt x="218" y="620"/>
                </a:lnTo>
                <a:lnTo>
                  <a:pt x="205" y="614"/>
                </a:lnTo>
                <a:lnTo>
                  <a:pt x="193" y="607"/>
                </a:lnTo>
                <a:lnTo>
                  <a:pt x="181" y="601"/>
                </a:lnTo>
                <a:lnTo>
                  <a:pt x="169" y="594"/>
                </a:lnTo>
                <a:lnTo>
                  <a:pt x="157" y="587"/>
                </a:lnTo>
                <a:lnTo>
                  <a:pt x="146" y="579"/>
                </a:lnTo>
                <a:lnTo>
                  <a:pt x="135" y="572"/>
                </a:lnTo>
                <a:lnTo>
                  <a:pt x="124" y="564"/>
                </a:lnTo>
                <a:lnTo>
                  <a:pt x="114" y="556"/>
                </a:lnTo>
                <a:lnTo>
                  <a:pt x="104" y="547"/>
                </a:lnTo>
                <a:lnTo>
                  <a:pt x="95" y="539"/>
                </a:lnTo>
                <a:lnTo>
                  <a:pt x="86" y="530"/>
                </a:lnTo>
                <a:lnTo>
                  <a:pt x="77" y="521"/>
                </a:lnTo>
                <a:lnTo>
                  <a:pt x="69" y="512"/>
                </a:lnTo>
                <a:lnTo>
                  <a:pt x="61" y="503"/>
                </a:lnTo>
                <a:lnTo>
                  <a:pt x="54" y="493"/>
                </a:lnTo>
                <a:lnTo>
                  <a:pt x="47" y="484"/>
                </a:lnTo>
                <a:lnTo>
                  <a:pt x="41" y="474"/>
                </a:lnTo>
                <a:lnTo>
                  <a:pt x="35" y="464"/>
                </a:lnTo>
                <a:lnTo>
                  <a:pt x="29" y="454"/>
                </a:lnTo>
                <a:lnTo>
                  <a:pt x="24" y="444"/>
                </a:lnTo>
                <a:lnTo>
                  <a:pt x="20" y="434"/>
                </a:lnTo>
                <a:lnTo>
                  <a:pt x="15" y="424"/>
                </a:lnTo>
                <a:lnTo>
                  <a:pt x="12" y="413"/>
                </a:lnTo>
                <a:lnTo>
                  <a:pt x="9" y="403"/>
                </a:lnTo>
                <a:lnTo>
                  <a:pt x="6" y="392"/>
                </a:lnTo>
                <a:lnTo>
                  <a:pt x="4" y="382"/>
                </a:lnTo>
                <a:lnTo>
                  <a:pt x="2" y="371"/>
                </a:lnTo>
                <a:lnTo>
                  <a:pt x="1" y="361"/>
                </a:lnTo>
                <a:lnTo>
                  <a:pt x="0" y="350"/>
                </a:lnTo>
                <a:lnTo>
                  <a:pt x="0" y="339"/>
                </a:lnTo>
                <a:lnTo>
                  <a:pt x="0" y="329"/>
                </a:lnTo>
                <a:lnTo>
                  <a:pt x="1" y="318"/>
                </a:lnTo>
                <a:lnTo>
                  <a:pt x="2" y="307"/>
                </a:lnTo>
                <a:lnTo>
                  <a:pt x="4" y="297"/>
                </a:lnTo>
                <a:lnTo>
                  <a:pt x="6" y="286"/>
                </a:lnTo>
                <a:lnTo>
                  <a:pt x="9" y="276"/>
                </a:lnTo>
                <a:lnTo>
                  <a:pt x="12" y="265"/>
                </a:lnTo>
                <a:lnTo>
                  <a:pt x="15" y="255"/>
                </a:lnTo>
                <a:lnTo>
                  <a:pt x="20" y="245"/>
                </a:lnTo>
                <a:lnTo>
                  <a:pt x="24" y="234"/>
                </a:lnTo>
                <a:lnTo>
                  <a:pt x="29" y="224"/>
                </a:lnTo>
                <a:lnTo>
                  <a:pt x="35" y="214"/>
                </a:lnTo>
                <a:lnTo>
                  <a:pt x="41" y="204"/>
                </a:lnTo>
                <a:lnTo>
                  <a:pt x="47" y="195"/>
                </a:lnTo>
                <a:lnTo>
                  <a:pt x="54" y="185"/>
                </a:lnTo>
                <a:lnTo>
                  <a:pt x="61" y="176"/>
                </a:lnTo>
                <a:lnTo>
                  <a:pt x="69" y="166"/>
                </a:lnTo>
                <a:lnTo>
                  <a:pt x="77" y="157"/>
                </a:lnTo>
                <a:lnTo>
                  <a:pt x="86" y="148"/>
                </a:lnTo>
                <a:lnTo>
                  <a:pt x="95" y="140"/>
                </a:lnTo>
                <a:lnTo>
                  <a:pt x="104" y="131"/>
                </a:lnTo>
                <a:lnTo>
                  <a:pt x="114" y="123"/>
                </a:lnTo>
                <a:lnTo>
                  <a:pt x="124" y="115"/>
                </a:lnTo>
                <a:lnTo>
                  <a:pt x="135" y="107"/>
                </a:lnTo>
                <a:lnTo>
                  <a:pt x="146" y="99"/>
                </a:lnTo>
                <a:lnTo>
                  <a:pt x="157" y="92"/>
                </a:lnTo>
                <a:lnTo>
                  <a:pt x="169" y="85"/>
                </a:lnTo>
                <a:lnTo>
                  <a:pt x="181" y="78"/>
                </a:lnTo>
                <a:lnTo>
                  <a:pt x="193" y="71"/>
                </a:lnTo>
                <a:lnTo>
                  <a:pt x="205" y="65"/>
                </a:lnTo>
                <a:lnTo>
                  <a:pt x="218" y="59"/>
                </a:lnTo>
                <a:lnTo>
                  <a:pt x="231" y="53"/>
                </a:lnTo>
                <a:lnTo>
                  <a:pt x="245" y="47"/>
                </a:lnTo>
                <a:lnTo>
                  <a:pt x="258" y="42"/>
                </a:lnTo>
                <a:lnTo>
                  <a:pt x="272" y="37"/>
                </a:lnTo>
                <a:lnTo>
                  <a:pt x="286" y="32"/>
                </a:lnTo>
                <a:lnTo>
                  <a:pt x="300" y="28"/>
                </a:lnTo>
                <a:lnTo>
                  <a:pt x="315" y="24"/>
                </a:lnTo>
                <a:lnTo>
                  <a:pt x="330" y="20"/>
                </a:lnTo>
                <a:lnTo>
                  <a:pt x="344" y="16"/>
                </a:lnTo>
                <a:lnTo>
                  <a:pt x="359" y="13"/>
                </a:lnTo>
                <a:lnTo>
                  <a:pt x="374" y="10"/>
                </a:lnTo>
                <a:lnTo>
                  <a:pt x="390" y="8"/>
                </a:lnTo>
                <a:lnTo>
                  <a:pt x="405" y="6"/>
                </a:lnTo>
                <a:lnTo>
                  <a:pt x="420" y="4"/>
                </a:lnTo>
                <a:lnTo>
                  <a:pt x="436" y="2"/>
                </a:lnTo>
                <a:lnTo>
                  <a:pt x="452" y="1"/>
                </a:lnTo>
                <a:lnTo>
                  <a:pt x="467" y="0"/>
                </a:lnTo>
                <a:lnTo>
                  <a:pt x="483" y="0"/>
                </a:lnTo>
                <a:lnTo>
                  <a:pt x="498" y="0"/>
                </a:lnTo>
                <a:lnTo>
                  <a:pt x="514" y="0"/>
                </a:lnTo>
                <a:lnTo>
                  <a:pt x="530" y="0"/>
                </a:lnTo>
                <a:lnTo>
                  <a:pt x="546" y="1"/>
                </a:lnTo>
                <a:lnTo>
                  <a:pt x="562" y="2"/>
                </a:lnTo>
                <a:lnTo>
                  <a:pt x="578" y="4"/>
                </a:lnTo>
                <a:lnTo>
                  <a:pt x="593" y="6"/>
                </a:lnTo>
                <a:lnTo>
                  <a:pt x="608" y="8"/>
                </a:lnTo>
                <a:lnTo>
                  <a:pt x="624" y="10"/>
                </a:lnTo>
                <a:lnTo>
                  <a:pt x="639" y="13"/>
                </a:lnTo>
                <a:lnTo>
                  <a:pt x="654" y="16"/>
                </a:lnTo>
                <a:lnTo>
                  <a:pt x="668" y="20"/>
                </a:lnTo>
                <a:lnTo>
                  <a:pt x="683" y="24"/>
                </a:lnTo>
                <a:lnTo>
                  <a:pt x="698" y="28"/>
                </a:lnTo>
                <a:lnTo>
                  <a:pt x="712" y="32"/>
                </a:lnTo>
                <a:lnTo>
                  <a:pt x="726" y="37"/>
                </a:lnTo>
                <a:lnTo>
                  <a:pt x="740" y="42"/>
                </a:lnTo>
                <a:lnTo>
                  <a:pt x="753" y="47"/>
                </a:lnTo>
                <a:lnTo>
                  <a:pt x="767" y="53"/>
                </a:lnTo>
                <a:lnTo>
                  <a:pt x="780" y="59"/>
                </a:lnTo>
                <a:lnTo>
                  <a:pt x="793" y="65"/>
                </a:lnTo>
                <a:lnTo>
                  <a:pt x="805" y="71"/>
                </a:lnTo>
                <a:lnTo>
                  <a:pt x="817" y="78"/>
                </a:lnTo>
                <a:lnTo>
                  <a:pt x="829" y="85"/>
                </a:lnTo>
                <a:lnTo>
                  <a:pt x="841" y="92"/>
                </a:lnTo>
                <a:lnTo>
                  <a:pt x="852" y="99"/>
                </a:lnTo>
                <a:lnTo>
                  <a:pt x="863" y="107"/>
                </a:lnTo>
                <a:lnTo>
                  <a:pt x="874" y="115"/>
                </a:lnTo>
                <a:lnTo>
                  <a:pt x="884" y="123"/>
                </a:lnTo>
                <a:lnTo>
                  <a:pt x="894" y="131"/>
                </a:lnTo>
                <a:lnTo>
                  <a:pt x="903" y="140"/>
                </a:lnTo>
                <a:lnTo>
                  <a:pt x="912" y="148"/>
                </a:lnTo>
                <a:lnTo>
                  <a:pt x="921" y="157"/>
                </a:lnTo>
                <a:lnTo>
                  <a:pt x="929" y="166"/>
                </a:lnTo>
                <a:lnTo>
                  <a:pt x="937" y="176"/>
                </a:lnTo>
                <a:lnTo>
                  <a:pt x="944" y="185"/>
                </a:lnTo>
                <a:lnTo>
                  <a:pt x="951" y="195"/>
                </a:lnTo>
                <a:lnTo>
                  <a:pt x="957" y="204"/>
                </a:lnTo>
                <a:lnTo>
                  <a:pt x="963" y="214"/>
                </a:lnTo>
                <a:lnTo>
                  <a:pt x="969" y="224"/>
                </a:lnTo>
                <a:lnTo>
                  <a:pt x="974" y="234"/>
                </a:lnTo>
                <a:lnTo>
                  <a:pt x="978" y="245"/>
                </a:lnTo>
                <a:lnTo>
                  <a:pt x="983" y="255"/>
                </a:lnTo>
                <a:lnTo>
                  <a:pt x="986" y="265"/>
                </a:lnTo>
                <a:lnTo>
                  <a:pt x="989" y="276"/>
                </a:lnTo>
                <a:lnTo>
                  <a:pt x="992" y="286"/>
                </a:lnTo>
                <a:lnTo>
                  <a:pt x="994" y="297"/>
                </a:lnTo>
                <a:lnTo>
                  <a:pt x="996" y="307"/>
                </a:lnTo>
                <a:lnTo>
                  <a:pt x="997" y="318"/>
                </a:lnTo>
                <a:lnTo>
                  <a:pt x="998" y="329"/>
                </a:lnTo>
                <a:lnTo>
                  <a:pt x="998" y="339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5" name=""/>
          <p:cNvSpPr/>
          <p:nvPr/>
        </p:nvSpPr>
        <p:spPr>
          <a:xfrm>
            <a:off x="7878600" y="2814120"/>
            <a:ext cx="362160" cy="246600"/>
          </a:xfrm>
          <a:custGeom>
            <a:avLst/>
            <a:gdLst/>
            <a:ahLst/>
            <a:rect l="0" t="0" r="r" b="b"/>
            <a:pathLst>
              <a:path w="1006" h="685">
                <a:moveTo>
                  <a:pt x="1002" y="343"/>
                </a:moveTo>
                <a:lnTo>
                  <a:pt x="1002" y="333"/>
                </a:lnTo>
                <a:lnTo>
                  <a:pt x="1001" y="322"/>
                </a:lnTo>
                <a:lnTo>
                  <a:pt x="1000" y="311"/>
                </a:lnTo>
                <a:lnTo>
                  <a:pt x="998" y="301"/>
                </a:lnTo>
                <a:lnTo>
                  <a:pt x="996" y="290"/>
                </a:lnTo>
                <a:lnTo>
                  <a:pt x="993" y="280"/>
                </a:lnTo>
                <a:lnTo>
                  <a:pt x="990" y="269"/>
                </a:lnTo>
                <a:lnTo>
                  <a:pt x="987" y="259"/>
                </a:lnTo>
                <a:lnTo>
                  <a:pt x="982" y="249"/>
                </a:lnTo>
                <a:lnTo>
                  <a:pt x="978" y="238"/>
                </a:lnTo>
                <a:lnTo>
                  <a:pt x="973" y="228"/>
                </a:lnTo>
                <a:lnTo>
                  <a:pt x="967" y="218"/>
                </a:lnTo>
                <a:lnTo>
                  <a:pt x="961" y="208"/>
                </a:lnTo>
                <a:lnTo>
                  <a:pt x="955" y="199"/>
                </a:lnTo>
                <a:lnTo>
                  <a:pt x="948" y="189"/>
                </a:lnTo>
                <a:lnTo>
                  <a:pt x="941" y="180"/>
                </a:lnTo>
                <a:lnTo>
                  <a:pt x="933" y="170"/>
                </a:lnTo>
                <a:lnTo>
                  <a:pt x="925" y="161"/>
                </a:lnTo>
                <a:lnTo>
                  <a:pt x="916" y="152"/>
                </a:lnTo>
                <a:lnTo>
                  <a:pt x="907" y="144"/>
                </a:lnTo>
                <a:lnTo>
                  <a:pt x="898" y="135"/>
                </a:lnTo>
                <a:lnTo>
                  <a:pt x="888" y="127"/>
                </a:lnTo>
                <a:lnTo>
                  <a:pt x="878" y="119"/>
                </a:lnTo>
                <a:lnTo>
                  <a:pt x="867" y="111"/>
                </a:lnTo>
                <a:lnTo>
                  <a:pt x="856" y="103"/>
                </a:lnTo>
                <a:lnTo>
                  <a:pt x="845" y="96"/>
                </a:lnTo>
                <a:lnTo>
                  <a:pt x="833" y="89"/>
                </a:lnTo>
                <a:lnTo>
                  <a:pt x="821" y="82"/>
                </a:lnTo>
                <a:lnTo>
                  <a:pt x="809" y="75"/>
                </a:lnTo>
                <a:lnTo>
                  <a:pt x="797" y="69"/>
                </a:lnTo>
                <a:lnTo>
                  <a:pt x="784" y="63"/>
                </a:lnTo>
                <a:lnTo>
                  <a:pt x="771" y="57"/>
                </a:lnTo>
                <a:lnTo>
                  <a:pt x="757" y="51"/>
                </a:lnTo>
                <a:lnTo>
                  <a:pt x="744" y="46"/>
                </a:lnTo>
                <a:lnTo>
                  <a:pt x="730" y="41"/>
                </a:lnTo>
                <a:lnTo>
                  <a:pt x="715" y="35"/>
                </a:lnTo>
                <a:lnTo>
                  <a:pt x="701" y="31"/>
                </a:lnTo>
                <a:lnTo>
                  <a:pt x="686" y="27"/>
                </a:lnTo>
                <a:lnTo>
                  <a:pt x="671" y="23"/>
                </a:lnTo>
                <a:lnTo>
                  <a:pt x="657" y="19"/>
                </a:lnTo>
                <a:lnTo>
                  <a:pt x="642" y="16"/>
                </a:lnTo>
                <a:lnTo>
                  <a:pt x="627" y="13"/>
                </a:lnTo>
                <a:lnTo>
                  <a:pt x="611" y="11"/>
                </a:lnTo>
                <a:lnTo>
                  <a:pt x="596" y="9"/>
                </a:lnTo>
                <a:lnTo>
                  <a:pt x="581" y="7"/>
                </a:lnTo>
                <a:lnTo>
                  <a:pt x="565" y="5"/>
                </a:lnTo>
                <a:lnTo>
                  <a:pt x="549" y="4"/>
                </a:lnTo>
                <a:lnTo>
                  <a:pt x="534" y="3"/>
                </a:lnTo>
                <a:lnTo>
                  <a:pt x="518" y="3"/>
                </a:lnTo>
                <a:lnTo>
                  <a:pt x="502" y="3"/>
                </a:lnTo>
                <a:lnTo>
                  <a:pt x="487" y="3"/>
                </a:lnTo>
                <a:lnTo>
                  <a:pt x="471" y="3"/>
                </a:lnTo>
                <a:lnTo>
                  <a:pt x="456" y="4"/>
                </a:lnTo>
                <a:lnTo>
                  <a:pt x="440" y="5"/>
                </a:lnTo>
                <a:lnTo>
                  <a:pt x="424" y="7"/>
                </a:lnTo>
                <a:lnTo>
                  <a:pt x="409" y="9"/>
                </a:lnTo>
                <a:lnTo>
                  <a:pt x="394" y="11"/>
                </a:lnTo>
                <a:lnTo>
                  <a:pt x="378" y="13"/>
                </a:lnTo>
                <a:lnTo>
                  <a:pt x="363" y="16"/>
                </a:lnTo>
                <a:lnTo>
                  <a:pt x="348" y="19"/>
                </a:lnTo>
                <a:lnTo>
                  <a:pt x="334" y="23"/>
                </a:lnTo>
                <a:lnTo>
                  <a:pt x="319" y="27"/>
                </a:lnTo>
                <a:lnTo>
                  <a:pt x="304" y="31"/>
                </a:lnTo>
                <a:lnTo>
                  <a:pt x="290" y="35"/>
                </a:lnTo>
                <a:lnTo>
                  <a:pt x="276" y="41"/>
                </a:lnTo>
                <a:lnTo>
                  <a:pt x="262" y="46"/>
                </a:lnTo>
                <a:lnTo>
                  <a:pt x="249" y="51"/>
                </a:lnTo>
                <a:lnTo>
                  <a:pt x="235" y="57"/>
                </a:lnTo>
                <a:lnTo>
                  <a:pt x="222" y="63"/>
                </a:lnTo>
                <a:lnTo>
                  <a:pt x="209" y="69"/>
                </a:lnTo>
                <a:lnTo>
                  <a:pt x="197" y="75"/>
                </a:lnTo>
                <a:lnTo>
                  <a:pt x="185" y="82"/>
                </a:lnTo>
                <a:lnTo>
                  <a:pt x="173" y="89"/>
                </a:lnTo>
                <a:lnTo>
                  <a:pt x="161" y="96"/>
                </a:lnTo>
                <a:lnTo>
                  <a:pt x="150" y="103"/>
                </a:lnTo>
                <a:lnTo>
                  <a:pt x="139" y="111"/>
                </a:lnTo>
                <a:lnTo>
                  <a:pt x="128" y="119"/>
                </a:lnTo>
                <a:lnTo>
                  <a:pt x="118" y="127"/>
                </a:lnTo>
                <a:lnTo>
                  <a:pt x="108" y="135"/>
                </a:lnTo>
                <a:lnTo>
                  <a:pt x="99" y="144"/>
                </a:lnTo>
                <a:lnTo>
                  <a:pt x="90" y="152"/>
                </a:lnTo>
                <a:lnTo>
                  <a:pt x="81" y="161"/>
                </a:lnTo>
                <a:lnTo>
                  <a:pt x="73" y="170"/>
                </a:lnTo>
                <a:lnTo>
                  <a:pt x="65" y="180"/>
                </a:lnTo>
                <a:lnTo>
                  <a:pt x="58" y="189"/>
                </a:lnTo>
                <a:lnTo>
                  <a:pt x="51" y="199"/>
                </a:lnTo>
                <a:lnTo>
                  <a:pt x="45" y="208"/>
                </a:lnTo>
                <a:lnTo>
                  <a:pt x="39" y="218"/>
                </a:lnTo>
                <a:lnTo>
                  <a:pt x="33" y="228"/>
                </a:lnTo>
                <a:lnTo>
                  <a:pt x="28" y="238"/>
                </a:lnTo>
                <a:lnTo>
                  <a:pt x="24" y="249"/>
                </a:lnTo>
                <a:lnTo>
                  <a:pt x="19" y="259"/>
                </a:lnTo>
                <a:lnTo>
                  <a:pt x="16" y="269"/>
                </a:lnTo>
                <a:lnTo>
                  <a:pt x="13" y="280"/>
                </a:lnTo>
                <a:lnTo>
                  <a:pt x="10" y="290"/>
                </a:lnTo>
                <a:lnTo>
                  <a:pt x="8" y="301"/>
                </a:lnTo>
                <a:lnTo>
                  <a:pt x="6" y="311"/>
                </a:lnTo>
                <a:lnTo>
                  <a:pt x="5" y="322"/>
                </a:lnTo>
                <a:lnTo>
                  <a:pt x="4" y="333"/>
                </a:lnTo>
                <a:lnTo>
                  <a:pt x="4" y="343"/>
                </a:lnTo>
                <a:lnTo>
                  <a:pt x="4" y="354"/>
                </a:lnTo>
                <a:lnTo>
                  <a:pt x="5" y="365"/>
                </a:lnTo>
                <a:lnTo>
                  <a:pt x="6" y="375"/>
                </a:lnTo>
                <a:lnTo>
                  <a:pt x="8" y="386"/>
                </a:lnTo>
                <a:lnTo>
                  <a:pt x="10" y="396"/>
                </a:lnTo>
                <a:lnTo>
                  <a:pt x="13" y="407"/>
                </a:lnTo>
                <a:lnTo>
                  <a:pt x="16" y="417"/>
                </a:lnTo>
                <a:lnTo>
                  <a:pt x="19" y="428"/>
                </a:lnTo>
                <a:lnTo>
                  <a:pt x="24" y="438"/>
                </a:lnTo>
                <a:lnTo>
                  <a:pt x="28" y="448"/>
                </a:lnTo>
                <a:lnTo>
                  <a:pt x="33" y="458"/>
                </a:lnTo>
                <a:lnTo>
                  <a:pt x="39" y="468"/>
                </a:lnTo>
                <a:lnTo>
                  <a:pt x="45" y="478"/>
                </a:lnTo>
                <a:lnTo>
                  <a:pt x="51" y="488"/>
                </a:lnTo>
                <a:lnTo>
                  <a:pt x="58" y="497"/>
                </a:lnTo>
                <a:lnTo>
                  <a:pt x="65" y="507"/>
                </a:lnTo>
                <a:lnTo>
                  <a:pt x="73" y="516"/>
                </a:lnTo>
                <a:lnTo>
                  <a:pt x="81" y="525"/>
                </a:lnTo>
                <a:lnTo>
                  <a:pt x="90" y="534"/>
                </a:lnTo>
                <a:lnTo>
                  <a:pt x="99" y="543"/>
                </a:lnTo>
                <a:lnTo>
                  <a:pt x="108" y="551"/>
                </a:lnTo>
                <a:lnTo>
                  <a:pt x="118" y="560"/>
                </a:lnTo>
                <a:lnTo>
                  <a:pt x="128" y="568"/>
                </a:lnTo>
                <a:lnTo>
                  <a:pt x="139" y="576"/>
                </a:lnTo>
                <a:lnTo>
                  <a:pt x="150" y="583"/>
                </a:lnTo>
                <a:lnTo>
                  <a:pt x="161" y="591"/>
                </a:lnTo>
                <a:lnTo>
                  <a:pt x="173" y="598"/>
                </a:lnTo>
                <a:lnTo>
                  <a:pt x="185" y="605"/>
                </a:lnTo>
                <a:lnTo>
                  <a:pt x="197" y="611"/>
                </a:lnTo>
                <a:lnTo>
                  <a:pt x="209" y="618"/>
                </a:lnTo>
                <a:lnTo>
                  <a:pt x="222" y="624"/>
                </a:lnTo>
                <a:lnTo>
                  <a:pt x="235" y="630"/>
                </a:lnTo>
                <a:lnTo>
                  <a:pt x="249" y="635"/>
                </a:lnTo>
                <a:lnTo>
                  <a:pt x="262" y="641"/>
                </a:lnTo>
                <a:lnTo>
                  <a:pt x="276" y="646"/>
                </a:lnTo>
                <a:lnTo>
                  <a:pt x="290" y="650"/>
                </a:lnTo>
                <a:lnTo>
                  <a:pt x="304" y="655"/>
                </a:lnTo>
                <a:lnTo>
                  <a:pt x="319" y="659"/>
                </a:lnTo>
                <a:lnTo>
                  <a:pt x="334" y="663"/>
                </a:lnTo>
                <a:lnTo>
                  <a:pt x="348" y="666"/>
                </a:lnTo>
                <a:lnTo>
                  <a:pt x="363" y="669"/>
                </a:lnTo>
                <a:lnTo>
                  <a:pt x="378" y="672"/>
                </a:lnTo>
                <a:lnTo>
                  <a:pt x="394" y="675"/>
                </a:lnTo>
                <a:lnTo>
                  <a:pt x="409" y="677"/>
                </a:lnTo>
                <a:lnTo>
                  <a:pt x="424" y="678"/>
                </a:lnTo>
                <a:lnTo>
                  <a:pt x="440" y="680"/>
                </a:lnTo>
                <a:lnTo>
                  <a:pt x="456" y="681"/>
                </a:lnTo>
                <a:lnTo>
                  <a:pt x="471" y="682"/>
                </a:lnTo>
                <a:lnTo>
                  <a:pt x="487" y="683"/>
                </a:lnTo>
                <a:lnTo>
                  <a:pt x="502" y="683"/>
                </a:lnTo>
                <a:lnTo>
                  <a:pt x="518" y="683"/>
                </a:lnTo>
                <a:lnTo>
                  <a:pt x="534" y="682"/>
                </a:lnTo>
                <a:lnTo>
                  <a:pt x="549" y="681"/>
                </a:lnTo>
                <a:lnTo>
                  <a:pt x="565" y="680"/>
                </a:lnTo>
                <a:lnTo>
                  <a:pt x="581" y="678"/>
                </a:lnTo>
                <a:lnTo>
                  <a:pt x="596" y="677"/>
                </a:lnTo>
                <a:lnTo>
                  <a:pt x="611" y="675"/>
                </a:lnTo>
                <a:lnTo>
                  <a:pt x="627" y="672"/>
                </a:lnTo>
                <a:lnTo>
                  <a:pt x="642" y="669"/>
                </a:lnTo>
                <a:lnTo>
                  <a:pt x="657" y="666"/>
                </a:lnTo>
                <a:lnTo>
                  <a:pt x="671" y="663"/>
                </a:lnTo>
                <a:lnTo>
                  <a:pt x="686" y="659"/>
                </a:lnTo>
                <a:lnTo>
                  <a:pt x="701" y="655"/>
                </a:lnTo>
                <a:lnTo>
                  <a:pt x="715" y="650"/>
                </a:lnTo>
                <a:lnTo>
                  <a:pt x="730" y="646"/>
                </a:lnTo>
                <a:lnTo>
                  <a:pt x="744" y="641"/>
                </a:lnTo>
                <a:lnTo>
                  <a:pt x="757" y="635"/>
                </a:lnTo>
                <a:lnTo>
                  <a:pt x="771" y="630"/>
                </a:lnTo>
                <a:lnTo>
                  <a:pt x="784" y="624"/>
                </a:lnTo>
                <a:lnTo>
                  <a:pt x="797" y="618"/>
                </a:lnTo>
                <a:lnTo>
                  <a:pt x="809" y="611"/>
                </a:lnTo>
                <a:lnTo>
                  <a:pt x="821" y="605"/>
                </a:lnTo>
                <a:lnTo>
                  <a:pt x="833" y="598"/>
                </a:lnTo>
                <a:lnTo>
                  <a:pt x="845" y="591"/>
                </a:lnTo>
                <a:lnTo>
                  <a:pt x="856" y="583"/>
                </a:lnTo>
                <a:lnTo>
                  <a:pt x="867" y="576"/>
                </a:lnTo>
                <a:lnTo>
                  <a:pt x="878" y="568"/>
                </a:lnTo>
                <a:lnTo>
                  <a:pt x="888" y="560"/>
                </a:lnTo>
                <a:lnTo>
                  <a:pt x="898" y="551"/>
                </a:lnTo>
                <a:lnTo>
                  <a:pt x="907" y="543"/>
                </a:lnTo>
                <a:lnTo>
                  <a:pt x="916" y="534"/>
                </a:lnTo>
                <a:lnTo>
                  <a:pt x="925" y="525"/>
                </a:lnTo>
                <a:lnTo>
                  <a:pt x="933" y="516"/>
                </a:lnTo>
                <a:lnTo>
                  <a:pt x="941" y="507"/>
                </a:lnTo>
                <a:lnTo>
                  <a:pt x="948" y="497"/>
                </a:lnTo>
                <a:lnTo>
                  <a:pt x="955" y="488"/>
                </a:lnTo>
                <a:lnTo>
                  <a:pt x="961" y="478"/>
                </a:lnTo>
                <a:lnTo>
                  <a:pt x="967" y="468"/>
                </a:lnTo>
                <a:lnTo>
                  <a:pt x="973" y="458"/>
                </a:lnTo>
                <a:lnTo>
                  <a:pt x="978" y="448"/>
                </a:lnTo>
                <a:lnTo>
                  <a:pt x="982" y="438"/>
                </a:lnTo>
                <a:lnTo>
                  <a:pt x="987" y="428"/>
                </a:lnTo>
                <a:lnTo>
                  <a:pt x="990" y="417"/>
                </a:lnTo>
                <a:lnTo>
                  <a:pt x="993" y="407"/>
                </a:lnTo>
                <a:lnTo>
                  <a:pt x="996" y="396"/>
                </a:lnTo>
                <a:lnTo>
                  <a:pt x="998" y="386"/>
                </a:lnTo>
                <a:lnTo>
                  <a:pt x="1000" y="375"/>
                </a:lnTo>
                <a:lnTo>
                  <a:pt x="1001" y="365"/>
                </a:lnTo>
                <a:lnTo>
                  <a:pt x="1002" y="354"/>
                </a:lnTo>
                <a:lnTo>
                  <a:pt x="1002" y="343"/>
                </a:lnTo>
                <a:moveTo>
                  <a:pt x="1006" y="343"/>
                </a:moveTo>
                <a:lnTo>
                  <a:pt x="1006" y="354"/>
                </a:lnTo>
                <a:lnTo>
                  <a:pt x="1005" y="365"/>
                </a:lnTo>
                <a:lnTo>
                  <a:pt x="1004" y="375"/>
                </a:lnTo>
                <a:lnTo>
                  <a:pt x="1002" y="386"/>
                </a:lnTo>
                <a:lnTo>
                  <a:pt x="1000" y="397"/>
                </a:lnTo>
                <a:lnTo>
                  <a:pt x="997" y="407"/>
                </a:lnTo>
                <a:lnTo>
                  <a:pt x="994" y="418"/>
                </a:lnTo>
                <a:lnTo>
                  <a:pt x="990" y="428"/>
                </a:lnTo>
                <a:lnTo>
                  <a:pt x="986" y="439"/>
                </a:lnTo>
                <a:lnTo>
                  <a:pt x="981" y="449"/>
                </a:lnTo>
                <a:lnTo>
                  <a:pt x="976" y="459"/>
                </a:lnTo>
                <a:lnTo>
                  <a:pt x="971" y="469"/>
                </a:lnTo>
                <a:lnTo>
                  <a:pt x="965" y="479"/>
                </a:lnTo>
                <a:lnTo>
                  <a:pt x="958" y="489"/>
                </a:lnTo>
                <a:lnTo>
                  <a:pt x="951" y="499"/>
                </a:lnTo>
                <a:lnTo>
                  <a:pt x="944" y="508"/>
                </a:lnTo>
                <a:lnTo>
                  <a:pt x="936" y="517"/>
                </a:lnTo>
                <a:lnTo>
                  <a:pt x="928" y="527"/>
                </a:lnTo>
                <a:lnTo>
                  <a:pt x="919" y="535"/>
                </a:lnTo>
                <a:lnTo>
                  <a:pt x="910" y="544"/>
                </a:lnTo>
                <a:lnTo>
                  <a:pt x="901" y="553"/>
                </a:lnTo>
                <a:lnTo>
                  <a:pt x="891" y="561"/>
                </a:lnTo>
                <a:lnTo>
                  <a:pt x="880" y="569"/>
                </a:lnTo>
                <a:lnTo>
                  <a:pt x="870" y="577"/>
                </a:lnTo>
                <a:lnTo>
                  <a:pt x="859" y="585"/>
                </a:lnTo>
                <a:lnTo>
                  <a:pt x="848" y="593"/>
                </a:lnTo>
                <a:lnTo>
                  <a:pt x="836" y="600"/>
                </a:lnTo>
                <a:lnTo>
                  <a:pt x="824" y="607"/>
                </a:lnTo>
                <a:lnTo>
                  <a:pt x="812" y="613"/>
                </a:lnTo>
                <a:lnTo>
                  <a:pt x="799" y="620"/>
                </a:lnTo>
                <a:lnTo>
                  <a:pt x="786" y="626"/>
                </a:lnTo>
                <a:lnTo>
                  <a:pt x="773" y="632"/>
                </a:lnTo>
                <a:lnTo>
                  <a:pt x="759" y="638"/>
                </a:lnTo>
                <a:lnTo>
                  <a:pt x="746" y="643"/>
                </a:lnTo>
                <a:lnTo>
                  <a:pt x="732" y="648"/>
                </a:lnTo>
                <a:lnTo>
                  <a:pt x="716" y="653"/>
                </a:lnTo>
                <a:lnTo>
                  <a:pt x="702" y="657"/>
                </a:lnTo>
                <a:lnTo>
                  <a:pt x="687" y="661"/>
                </a:lnTo>
                <a:lnTo>
                  <a:pt x="673" y="665"/>
                </a:lnTo>
                <a:lnTo>
                  <a:pt x="658" y="669"/>
                </a:lnTo>
                <a:lnTo>
                  <a:pt x="643" y="672"/>
                </a:lnTo>
                <a:lnTo>
                  <a:pt x="627" y="675"/>
                </a:lnTo>
                <a:lnTo>
                  <a:pt x="612" y="677"/>
                </a:lnTo>
                <a:lnTo>
                  <a:pt x="597" y="679"/>
                </a:lnTo>
                <a:lnTo>
                  <a:pt x="581" y="681"/>
                </a:lnTo>
                <a:lnTo>
                  <a:pt x="565" y="683"/>
                </a:lnTo>
                <a:lnTo>
                  <a:pt x="550" y="684"/>
                </a:lnTo>
                <a:lnTo>
                  <a:pt x="534" y="685"/>
                </a:lnTo>
                <a:lnTo>
                  <a:pt x="518" y="685"/>
                </a:lnTo>
                <a:lnTo>
                  <a:pt x="502" y="685"/>
                </a:lnTo>
                <a:lnTo>
                  <a:pt x="487" y="685"/>
                </a:lnTo>
                <a:lnTo>
                  <a:pt x="471" y="685"/>
                </a:lnTo>
                <a:lnTo>
                  <a:pt x="455" y="684"/>
                </a:lnTo>
                <a:lnTo>
                  <a:pt x="439" y="683"/>
                </a:lnTo>
                <a:lnTo>
                  <a:pt x="424" y="681"/>
                </a:lnTo>
                <a:lnTo>
                  <a:pt x="408" y="679"/>
                </a:lnTo>
                <a:lnTo>
                  <a:pt x="393" y="677"/>
                </a:lnTo>
                <a:lnTo>
                  <a:pt x="378" y="675"/>
                </a:lnTo>
                <a:lnTo>
                  <a:pt x="362" y="672"/>
                </a:lnTo>
                <a:lnTo>
                  <a:pt x="347" y="669"/>
                </a:lnTo>
                <a:lnTo>
                  <a:pt x="332" y="665"/>
                </a:lnTo>
                <a:lnTo>
                  <a:pt x="317" y="661"/>
                </a:lnTo>
                <a:lnTo>
                  <a:pt x="303" y="657"/>
                </a:lnTo>
                <a:lnTo>
                  <a:pt x="289" y="653"/>
                </a:lnTo>
                <a:lnTo>
                  <a:pt x="274" y="648"/>
                </a:lnTo>
                <a:lnTo>
                  <a:pt x="260" y="643"/>
                </a:lnTo>
                <a:lnTo>
                  <a:pt x="247" y="638"/>
                </a:lnTo>
                <a:lnTo>
                  <a:pt x="233" y="632"/>
                </a:lnTo>
                <a:lnTo>
                  <a:pt x="220" y="626"/>
                </a:lnTo>
                <a:lnTo>
                  <a:pt x="207" y="620"/>
                </a:lnTo>
                <a:lnTo>
                  <a:pt x="194" y="613"/>
                </a:lnTo>
                <a:lnTo>
                  <a:pt x="182" y="607"/>
                </a:lnTo>
                <a:lnTo>
                  <a:pt x="170" y="600"/>
                </a:lnTo>
                <a:lnTo>
                  <a:pt x="158" y="593"/>
                </a:lnTo>
                <a:lnTo>
                  <a:pt x="147" y="585"/>
                </a:lnTo>
                <a:lnTo>
                  <a:pt x="136" y="577"/>
                </a:lnTo>
                <a:lnTo>
                  <a:pt x="126" y="569"/>
                </a:lnTo>
                <a:lnTo>
                  <a:pt x="115" y="561"/>
                </a:lnTo>
                <a:lnTo>
                  <a:pt x="105" y="553"/>
                </a:lnTo>
                <a:lnTo>
                  <a:pt x="96" y="544"/>
                </a:lnTo>
                <a:lnTo>
                  <a:pt x="87" y="535"/>
                </a:lnTo>
                <a:lnTo>
                  <a:pt x="78" y="527"/>
                </a:lnTo>
                <a:lnTo>
                  <a:pt x="70" y="517"/>
                </a:lnTo>
                <a:lnTo>
                  <a:pt x="62" y="508"/>
                </a:lnTo>
                <a:lnTo>
                  <a:pt x="55" y="499"/>
                </a:lnTo>
                <a:lnTo>
                  <a:pt x="48" y="489"/>
                </a:lnTo>
                <a:lnTo>
                  <a:pt x="41" y="479"/>
                </a:lnTo>
                <a:lnTo>
                  <a:pt x="35" y="469"/>
                </a:lnTo>
                <a:lnTo>
                  <a:pt x="30" y="459"/>
                </a:lnTo>
                <a:lnTo>
                  <a:pt x="25" y="449"/>
                </a:lnTo>
                <a:lnTo>
                  <a:pt x="20" y="439"/>
                </a:lnTo>
                <a:lnTo>
                  <a:pt x="16" y="428"/>
                </a:lnTo>
                <a:lnTo>
                  <a:pt x="12" y="418"/>
                </a:lnTo>
                <a:lnTo>
                  <a:pt x="9" y="407"/>
                </a:lnTo>
                <a:lnTo>
                  <a:pt x="6" y="397"/>
                </a:lnTo>
                <a:lnTo>
                  <a:pt x="4" y="386"/>
                </a:lnTo>
                <a:lnTo>
                  <a:pt x="2" y="375"/>
                </a:lnTo>
                <a:lnTo>
                  <a:pt x="1" y="365"/>
                </a:lnTo>
                <a:lnTo>
                  <a:pt x="0" y="354"/>
                </a:lnTo>
                <a:lnTo>
                  <a:pt x="0" y="343"/>
                </a:lnTo>
                <a:lnTo>
                  <a:pt x="0" y="333"/>
                </a:lnTo>
                <a:lnTo>
                  <a:pt x="1" y="322"/>
                </a:lnTo>
                <a:lnTo>
                  <a:pt x="2" y="311"/>
                </a:lnTo>
                <a:lnTo>
                  <a:pt x="4" y="300"/>
                </a:lnTo>
                <a:lnTo>
                  <a:pt x="6" y="290"/>
                </a:lnTo>
                <a:lnTo>
                  <a:pt x="9" y="279"/>
                </a:lnTo>
                <a:lnTo>
                  <a:pt x="12" y="269"/>
                </a:lnTo>
                <a:lnTo>
                  <a:pt x="16" y="258"/>
                </a:lnTo>
                <a:lnTo>
                  <a:pt x="20" y="248"/>
                </a:lnTo>
                <a:lnTo>
                  <a:pt x="25" y="238"/>
                </a:lnTo>
                <a:lnTo>
                  <a:pt x="30" y="227"/>
                </a:lnTo>
                <a:lnTo>
                  <a:pt x="35" y="217"/>
                </a:lnTo>
                <a:lnTo>
                  <a:pt x="41" y="207"/>
                </a:lnTo>
                <a:lnTo>
                  <a:pt x="48" y="198"/>
                </a:lnTo>
                <a:lnTo>
                  <a:pt x="55" y="188"/>
                </a:lnTo>
                <a:lnTo>
                  <a:pt x="62" y="178"/>
                </a:lnTo>
                <a:lnTo>
                  <a:pt x="70" y="169"/>
                </a:lnTo>
                <a:lnTo>
                  <a:pt x="78" y="160"/>
                </a:lnTo>
                <a:lnTo>
                  <a:pt x="87" y="151"/>
                </a:lnTo>
                <a:lnTo>
                  <a:pt x="96" y="142"/>
                </a:lnTo>
                <a:lnTo>
                  <a:pt x="105" y="134"/>
                </a:lnTo>
                <a:lnTo>
                  <a:pt x="115" y="125"/>
                </a:lnTo>
                <a:lnTo>
                  <a:pt x="126" y="117"/>
                </a:lnTo>
                <a:lnTo>
                  <a:pt x="136" y="109"/>
                </a:lnTo>
                <a:lnTo>
                  <a:pt x="147" y="101"/>
                </a:lnTo>
                <a:lnTo>
                  <a:pt x="158" y="94"/>
                </a:lnTo>
                <a:lnTo>
                  <a:pt x="170" y="87"/>
                </a:lnTo>
                <a:lnTo>
                  <a:pt x="182" y="80"/>
                </a:lnTo>
                <a:lnTo>
                  <a:pt x="194" y="73"/>
                </a:lnTo>
                <a:lnTo>
                  <a:pt x="207" y="67"/>
                </a:lnTo>
                <a:lnTo>
                  <a:pt x="220" y="60"/>
                </a:lnTo>
                <a:lnTo>
                  <a:pt x="233" y="54"/>
                </a:lnTo>
                <a:lnTo>
                  <a:pt x="247" y="49"/>
                </a:lnTo>
                <a:lnTo>
                  <a:pt x="260" y="44"/>
                </a:lnTo>
                <a:lnTo>
                  <a:pt x="274" y="39"/>
                </a:lnTo>
                <a:lnTo>
                  <a:pt x="289" y="33"/>
                </a:lnTo>
                <a:lnTo>
                  <a:pt x="303" y="28"/>
                </a:lnTo>
                <a:lnTo>
                  <a:pt x="317" y="24"/>
                </a:lnTo>
                <a:lnTo>
                  <a:pt x="332" y="20"/>
                </a:lnTo>
                <a:lnTo>
                  <a:pt x="347" y="17"/>
                </a:lnTo>
                <a:lnTo>
                  <a:pt x="362" y="14"/>
                </a:lnTo>
                <a:lnTo>
                  <a:pt x="378" y="11"/>
                </a:lnTo>
                <a:lnTo>
                  <a:pt x="393" y="8"/>
                </a:lnTo>
                <a:lnTo>
                  <a:pt x="408" y="6"/>
                </a:lnTo>
                <a:lnTo>
                  <a:pt x="424" y="4"/>
                </a:lnTo>
                <a:lnTo>
                  <a:pt x="439" y="3"/>
                </a:lnTo>
                <a:lnTo>
                  <a:pt x="455" y="2"/>
                </a:lnTo>
                <a:lnTo>
                  <a:pt x="471" y="1"/>
                </a:lnTo>
                <a:lnTo>
                  <a:pt x="487" y="0"/>
                </a:lnTo>
                <a:lnTo>
                  <a:pt x="502" y="0"/>
                </a:lnTo>
                <a:lnTo>
                  <a:pt x="518" y="0"/>
                </a:lnTo>
                <a:lnTo>
                  <a:pt x="534" y="1"/>
                </a:lnTo>
                <a:lnTo>
                  <a:pt x="550" y="2"/>
                </a:lnTo>
                <a:lnTo>
                  <a:pt x="565" y="3"/>
                </a:lnTo>
                <a:lnTo>
                  <a:pt x="581" y="4"/>
                </a:lnTo>
                <a:lnTo>
                  <a:pt x="597" y="6"/>
                </a:lnTo>
                <a:lnTo>
                  <a:pt x="612" y="8"/>
                </a:lnTo>
                <a:lnTo>
                  <a:pt x="627" y="11"/>
                </a:lnTo>
                <a:lnTo>
                  <a:pt x="643" y="14"/>
                </a:lnTo>
                <a:lnTo>
                  <a:pt x="658" y="17"/>
                </a:lnTo>
                <a:lnTo>
                  <a:pt x="673" y="20"/>
                </a:lnTo>
                <a:lnTo>
                  <a:pt x="687" y="24"/>
                </a:lnTo>
                <a:lnTo>
                  <a:pt x="702" y="28"/>
                </a:lnTo>
                <a:lnTo>
                  <a:pt x="716" y="33"/>
                </a:lnTo>
                <a:lnTo>
                  <a:pt x="732" y="39"/>
                </a:lnTo>
                <a:lnTo>
                  <a:pt x="746" y="44"/>
                </a:lnTo>
                <a:lnTo>
                  <a:pt x="759" y="49"/>
                </a:lnTo>
                <a:lnTo>
                  <a:pt x="773" y="54"/>
                </a:lnTo>
                <a:lnTo>
                  <a:pt x="786" y="60"/>
                </a:lnTo>
                <a:lnTo>
                  <a:pt x="799" y="67"/>
                </a:lnTo>
                <a:lnTo>
                  <a:pt x="812" y="73"/>
                </a:lnTo>
                <a:lnTo>
                  <a:pt x="824" y="80"/>
                </a:lnTo>
                <a:lnTo>
                  <a:pt x="836" y="87"/>
                </a:lnTo>
                <a:lnTo>
                  <a:pt x="848" y="94"/>
                </a:lnTo>
                <a:lnTo>
                  <a:pt x="859" y="101"/>
                </a:lnTo>
                <a:lnTo>
                  <a:pt x="870" y="109"/>
                </a:lnTo>
                <a:lnTo>
                  <a:pt x="880" y="117"/>
                </a:lnTo>
                <a:lnTo>
                  <a:pt x="891" y="125"/>
                </a:lnTo>
                <a:lnTo>
                  <a:pt x="901" y="134"/>
                </a:lnTo>
                <a:lnTo>
                  <a:pt x="910" y="142"/>
                </a:lnTo>
                <a:lnTo>
                  <a:pt x="919" y="151"/>
                </a:lnTo>
                <a:lnTo>
                  <a:pt x="928" y="160"/>
                </a:lnTo>
                <a:lnTo>
                  <a:pt x="936" y="169"/>
                </a:lnTo>
                <a:lnTo>
                  <a:pt x="944" y="178"/>
                </a:lnTo>
                <a:lnTo>
                  <a:pt x="951" y="188"/>
                </a:lnTo>
                <a:lnTo>
                  <a:pt x="958" y="198"/>
                </a:lnTo>
                <a:lnTo>
                  <a:pt x="965" y="207"/>
                </a:lnTo>
                <a:lnTo>
                  <a:pt x="971" y="217"/>
                </a:lnTo>
                <a:lnTo>
                  <a:pt x="976" y="227"/>
                </a:lnTo>
                <a:lnTo>
                  <a:pt x="981" y="238"/>
                </a:lnTo>
                <a:lnTo>
                  <a:pt x="986" y="248"/>
                </a:lnTo>
                <a:lnTo>
                  <a:pt x="990" y="258"/>
                </a:lnTo>
                <a:lnTo>
                  <a:pt x="994" y="269"/>
                </a:lnTo>
                <a:lnTo>
                  <a:pt x="997" y="279"/>
                </a:lnTo>
                <a:lnTo>
                  <a:pt x="1000" y="290"/>
                </a:lnTo>
                <a:lnTo>
                  <a:pt x="1002" y="300"/>
                </a:lnTo>
                <a:lnTo>
                  <a:pt x="1004" y="311"/>
                </a:lnTo>
                <a:lnTo>
                  <a:pt x="1005" y="322"/>
                </a:lnTo>
                <a:lnTo>
                  <a:pt x="1006" y="333"/>
                </a:lnTo>
                <a:lnTo>
                  <a:pt x="1006" y="343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6" name=""/>
          <p:cNvSpPr/>
          <p:nvPr/>
        </p:nvSpPr>
        <p:spPr>
          <a:xfrm>
            <a:off x="7877160" y="2813400"/>
            <a:ext cx="365040" cy="248400"/>
          </a:xfrm>
          <a:custGeom>
            <a:avLst/>
            <a:gdLst/>
            <a:ahLst/>
            <a:rect l="0" t="0" r="r" b="b"/>
            <a:pathLst>
              <a:path w="1014" h="690">
                <a:moveTo>
                  <a:pt x="1010" y="345"/>
                </a:moveTo>
                <a:lnTo>
                  <a:pt x="1010" y="335"/>
                </a:lnTo>
                <a:lnTo>
                  <a:pt x="1009" y="324"/>
                </a:lnTo>
                <a:lnTo>
                  <a:pt x="1008" y="313"/>
                </a:lnTo>
                <a:lnTo>
                  <a:pt x="1006" y="302"/>
                </a:lnTo>
                <a:lnTo>
                  <a:pt x="1004" y="292"/>
                </a:lnTo>
                <a:lnTo>
                  <a:pt x="1001" y="281"/>
                </a:lnTo>
                <a:lnTo>
                  <a:pt x="998" y="271"/>
                </a:lnTo>
                <a:lnTo>
                  <a:pt x="994" y="260"/>
                </a:lnTo>
                <a:lnTo>
                  <a:pt x="990" y="250"/>
                </a:lnTo>
                <a:lnTo>
                  <a:pt x="985" y="240"/>
                </a:lnTo>
                <a:lnTo>
                  <a:pt x="980" y="229"/>
                </a:lnTo>
                <a:lnTo>
                  <a:pt x="975" y="219"/>
                </a:lnTo>
                <a:lnTo>
                  <a:pt x="969" y="209"/>
                </a:lnTo>
                <a:lnTo>
                  <a:pt x="962" y="200"/>
                </a:lnTo>
                <a:lnTo>
                  <a:pt x="955" y="190"/>
                </a:lnTo>
                <a:lnTo>
                  <a:pt x="948" y="180"/>
                </a:lnTo>
                <a:lnTo>
                  <a:pt x="940" y="171"/>
                </a:lnTo>
                <a:lnTo>
                  <a:pt x="932" y="162"/>
                </a:lnTo>
                <a:lnTo>
                  <a:pt x="923" y="153"/>
                </a:lnTo>
                <a:lnTo>
                  <a:pt x="914" y="144"/>
                </a:lnTo>
                <a:lnTo>
                  <a:pt x="905" y="136"/>
                </a:lnTo>
                <a:lnTo>
                  <a:pt x="895" y="127"/>
                </a:lnTo>
                <a:lnTo>
                  <a:pt x="883" y="119"/>
                </a:lnTo>
                <a:lnTo>
                  <a:pt x="873" y="111"/>
                </a:lnTo>
                <a:lnTo>
                  <a:pt x="862" y="102"/>
                </a:lnTo>
                <a:lnTo>
                  <a:pt x="851" y="95"/>
                </a:lnTo>
                <a:lnTo>
                  <a:pt x="839" y="88"/>
                </a:lnTo>
                <a:lnTo>
                  <a:pt x="827" y="81"/>
                </a:lnTo>
                <a:lnTo>
                  <a:pt x="815" y="74"/>
                </a:lnTo>
                <a:lnTo>
                  <a:pt x="802" y="68"/>
                </a:lnTo>
                <a:lnTo>
                  <a:pt x="789" y="61"/>
                </a:lnTo>
                <a:lnTo>
                  <a:pt x="776" y="55"/>
                </a:lnTo>
                <a:lnTo>
                  <a:pt x="762" y="50"/>
                </a:lnTo>
                <a:lnTo>
                  <a:pt x="749" y="45"/>
                </a:lnTo>
                <a:lnTo>
                  <a:pt x="735" y="40"/>
                </a:lnTo>
                <a:lnTo>
                  <a:pt x="720" y="35"/>
                </a:lnTo>
                <a:lnTo>
                  <a:pt x="706" y="30"/>
                </a:lnTo>
                <a:lnTo>
                  <a:pt x="691" y="26"/>
                </a:lnTo>
                <a:lnTo>
                  <a:pt x="677" y="22"/>
                </a:lnTo>
                <a:lnTo>
                  <a:pt x="662" y="19"/>
                </a:lnTo>
                <a:lnTo>
                  <a:pt x="647" y="16"/>
                </a:lnTo>
                <a:lnTo>
                  <a:pt x="631" y="13"/>
                </a:lnTo>
                <a:lnTo>
                  <a:pt x="616" y="10"/>
                </a:lnTo>
                <a:lnTo>
                  <a:pt x="601" y="8"/>
                </a:lnTo>
                <a:lnTo>
                  <a:pt x="585" y="6"/>
                </a:lnTo>
                <a:lnTo>
                  <a:pt x="569" y="5"/>
                </a:lnTo>
                <a:lnTo>
                  <a:pt x="554" y="4"/>
                </a:lnTo>
                <a:lnTo>
                  <a:pt x="538" y="3"/>
                </a:lnTo>
                <a:lnTo>
                  <a:pt x="522" y="2"/>
                </a:lnTo>
                <a:lnTo>
                  <a:pt x="506" y="2"/>
                </a:lnTo>
                <a:lnTo>
                  <a:pt x="491" y="2"/>
                </a:lnTo>
                <a:lnTo>
                  <a:pt x="475" y="3"/>
                </a:lnTo>
                <a:lnTo>
                  <a:pt x="459" y="4"/>
                </a:lnTo>
                <a:lnTo>
                  <a:pt x="443" y="5"/>
                </a:lnTo>
                <a:lnTo>
                  <a:pt x="428" y="6"/>
                </a:lnTo>
                <a:lnTo>
                  <a:pt x="412" y="8"/>
                </a:lnTo>
                <a:lnTo>
                  <a:pt x="397" y="10"/>
                </a:lnTo>
                <a:lnTo>
                  <a:pt x="382" y="13"/>
                </a:lnTo>
                <a:lnTo>
                  <a:pt x="366" y="16"/>
                </a:lnTo>
                <a:lnTo>
                  <a:pt x="351" y="19"/>
                </a:lnTo>
                <a:lnTo>
                  <a:pt x="336" y="22"/>
                </a:lnTo>
                <a:lnTo>
                  <a:pt x="321" y="26"/>
                </a:lnTo>
                <a:lnTo>
                  <a:pt x="307" y="30"/>
                </a:lnTo>
                <a:lnTo>
                  <a:pt x="293" y="35"/>
                </a:lnTo>
                <a:lnTo>
                  <a:pt x="278" y="40"/>
                </a:lnTo>
                <a:lnTo>
                  <a:pt x="264" y="45"/>
                </a:lnTo>
                <a:lnTo>
                  <a:pt x="251" y="50"/>
                </a:lnTo>
                <a:lnTo>
                  <a:pt x="237" y="55"/>
                </a:lnTo>
                <a:lnTo>
                  <a:pt x="224" y="61"/>
                </a:lnTo>
                <a:lnTo>
                  <a:pt x="211" y="68"/>
                </a:lnTo>
                <a:lnTo>
                  <a:pt x="198" y="74"/>
                </a:lnTo>
                <a:lnTo>
                  <a:pt x="186" y="81"/>
                </a:lnTo>
                <a:lnTo>
                  <a:pt x="174" y="88"/>
                </a:lnTo>
                <a:lnTo>
                  <a:pt x="162" y="95"/>
                </a:lnTo>
                <a:lnTo>
                  <a:pt x="151" y="102"/>
                </a:lnTo>
                <a:lnTo>
                  <a:pt x="140" y="111"/>
                </a:lnTo>
                <a:lnTo>
                  <a:pt x="130" y="119"/>
                </a:lnTo>
                <a:lnTo>
                  <a:pt x="119" y="127"/>
                </a:lnTo>
                <a:lnTo>
                  <a:pt x="109" y="136"/>
                </a:lnTo>
                <a:lnTo>
                  <a:pt x="100" y="144"/>
                </a:lnTo>
                <a:lnTo>
                  <a:pt x="91" y="153"/>
                </a:lnTo>
                <a:lnTo>
                  <a:pt x="82" y="162"/>
                </a:lnTo>
                <a:lnTo>
                  <a:pt x="74" y="171"/>
                </a:lnTo>
                <a:lnTo>
                  <a:pt x="66" y="180"/>
                </a:lnTo>
                <a:lnTo>
                  <a:pt x="59" y="190"/>
                </a:lnTo>
                <a:lnTo>
                  <a:pt x="52" y="200"/>
                </a:lnTo>
                <a:lnTo>
                  <a:pt x="45" y="209"/>
                </a:lnTo>
                <a:lnTo>
                  <a:pt x="39" y="219"/>
                </a:lnTo>
                <a:lnTo>
                  <a:pt x="34" y="229"/>
                </a:lnTo>
                <a:lnTo>
                  <a:pt x="29" y="240"/>
                </a:lnTo>
                <a:lnTo>
                  <a:pt x="24" y="250"/>
                </a:lnTo>
                <a:lnTo>
                  <a:pt x="20" y="260"/>
                </a:lnTo>
                <a:lnTo>
                  <a:pt x="16" y="271"/>
                </a:lnTo>
                <a:lnTo>
                  <a:pt x="13" y="281"/>
                </a:lnTo>
                <a:lnTo>
                  <a:pt x="10" y="292"/>
                </a:lnTo>
                <a:lnTo>
                  <a:pt x="8" y="302"/>
                </a:lnTo>
                <a:lnTo>
                  <a:pt x="6" y="313"/>
                </a:lnTo>
                <a:lnTo>
                  <a:pt x="5" y="324"/>
                </a:lnTo>
                <a:lnTo>
                  <a:pt x="4" y="335"/>
                </a:lnTo>
                <a:lnTo>
                  <a:pt x="4" y="345"/>
                </a:lnTo>
                <a:lnTo>
                  <a:pt x="4" y="356"/>
                </a:lnTo>
                <a:lnTo>
                  <a:pt x="5" y="367"/>
                </a:lnTo>
                <a:lnTo>
                  <a:pt x="6" y="377"/>
                </a:lnTo>
                <a:lnTo>
                  <a:pt x="8" y="388"/>
                </a:lnTo>
                <a:lnTo>
                  <a:pt x="10" y="399"/>
                </a:lnTo>
                <a:lnTo>
                  <a:pt x="13" y="409"/>
                </a:lnTo>
                <a:lnTo>
                  <a:pt x="16" y="420"/>
                </a:lnTo>
                <a:lnTo>
                  <a:pt x="20" y="430"/>
                </a:lnTo>
                <a:lnTo>
                  <a:pt x="24" y="441"/>
                </a:lnTo>
                <a:lnTo>
                  <a:pt x="29" y="451"/>
                </a:lnTo>
                <a:lnTo>
                  <a:pt x="34" y="461"/>
                </a:lnTo>
                <a:lnTo>
                  <a:pt x="39" y="471"/>
                </a:lnTo>
                <a:lnTo>
                  <a:pt x="45" y="481"/>
                </a:lnTo>
                <a:lnTo>
                  <a:pt x="52" y="491"/>
                </a:lnTo>
                <a:lnTo>
                  <a:pt x="59" y="501"/>
                </a:lnTo>
                <a:lnTo>
                  <a:pt x="66" y="510"/>
                </a:lnTo>
                <a:lnTo>
                  <a:pt x="74" y="519"/>
                </a:lnTo>
                <a:lnTo>
                  <a:pt x="82" y="529"/>
                </a:lnTo>
                <a:lnTo>
                  <a:pt x="91" y="537"/>
                </a:lnTo>
                <a:lnTo>
                  <a:pt x="100" y="546"/>
                </a:lnTo>
                <a:lnTo>
                  <a:pt x="109" y="555"/>
                </a:lnTo>
                <a:lnTo>
                  <a:pt x="119" y="563"/>
                </a:lnTo>
                <a:lnTo>
                  <a:pt x="130" y="571"/>
                </a:lnTo>
                <a:lnTo>
                  <a:pt x="140" y="579"/>
                </a:lnTo>
                <a:lnTo>
                  <a:pt x="151" y="587"/>
                </a:lnTo>
                <a:lnTo>
                  <a:pt x="162" y="595"/>
                </a:lnTo>
                <a:lnTo>
                  <a:pt x="174" y="602"/>
                </a:lnTo>
                <a:lnTo>
                  <a:pt x="186" y="609"/>
                </a:lnTo>
                <a:lnTo>
                  <a:pt x="198" y="615"/>
                </a:lnTo>
                <a:lnTo>
                  <a:pt x="211" y="622"/>
                </a:lnTo>
                <a:lnTo>
                  <a:pt x="224" y="628"/>
                </a:lnTo>
                <a:lnTo>
                  <a:pt x="237" y="634"/>
                </a:lnTo>
                <a:lnTo>
                  <a:pt x="251" y="640"/>
                </a:lnTo>
                <a:lnTo>
                  <a:pt x="264" y="645"/>
                </a:lnTo>
                <a:lnTo>
                  <a:pt x="278" y="650"/>
                </a:lnTo>
                <a:lnTo>
                  <a:pt x="293" y="655"/>
                </a:lnTo>
                <a:lnTo>
                  <a:pt x="307" y="659"/>
                </a:lnTo>
                <a:lnTo>
                  <a:pt x="321" y="663"/>
                </a:lnTo>
                <a:lnTo>
                  <a:pt x="336" y="667"/>
                </a:lnTo>
                <a:lnTo>
                  <a:pt x="351" y="671"/>
                </a:lnTo>
                <a:lnTo>
                  <a:pt x="366" y="674"/>
                </a:lnTo>
                <a:lnTo>
                  <a:pt x="382" y="677"/>
                </a:lnTo>
                <a:lnTo>
                  <a:pt x="397" y="679"/>
                </a:lnTo>
                <a:lnTo>
                  <a:pt x="412" y="681"/>
                </a:lnTo>
                <a:lnTo>
                  <a:pt x="428" y="683"/>
                </a:lnTo>
                <a:lnTo>
                  <a:pt x="443" y="685"/>
                </a:lnTo>
                <a:lnTo>
                  <a:pt x="459" y="686"/>
                </a:lnTo>
                <a:lnTo>
                  <a:pt x="475" y="687"/>
                </a:lnTo>
                <a:lnTo>
                  <a:pt x="491" y="687"/>
                </a:lnTo>
                <a:lnTo>
                  <a:pt x="506" y="687"/>
                </a:lnTo>
                <a:lnTo>
                  <a:pt x="522" y="687"/>
                </a:lnTo>
                <a:lnTo>
                  <a:pt x="538" y="687"/>
                </a:lnTo>
                <a:lnTo>
                  <a:pt x="554" y="686"/>
                </a:lnTo>
                <a:lnTo>
                  <a:pt x="569" y="685"/>
                </a:lnTo>
                <a:lnTo>
                  <a:pt x="585" y="683"/>
                </a:lnTo>
                <a:lnTo>
                  <a:pt x="601" y="681"/>
                </a:lnTo>
                <a:lnTo>
                  <a:pt x="616" y="679"/>
                </a:lnTo>
                <a:lnTo>
                  <a:pt x="631" y="677"/>
                </a:lnTo>
                <a:lnTo>
                  <a:pt x="647" y="674"/>
                </a:lnTo>
                <a:lnTo>
                  <a:pt x="662" y="671"/>
                </a:lnTo>
                <a:lnTo>
                  <a:pt x="677" y="667"/>
                </a:lnTo>
                <a:lnTo>
                  <a:pt x="691" y="663"/>
                </a:lnTo>
                <a:lnTo>
                  <a:pt x="706" y="659"/>
                </a:lnTo>
                <a:lnTo>
                  <a:pt x="720" y="655"/>
                </a:lnTo>
                <a:lnTo>
                  <a:pt x="735" y="650"/>
                </a:lnTo>
                <a:lnTo>
                  <a:pt x="749" y="645"/>
                </a:lnTo>
                <a:lnTo>
                  <a:pt x="762" y="640"/>
                </a:lnTo>
                <a:lnTo>
                  <a:pt x="776" y="634"/>
                </a:lnTo>
                <a:lnTo>
                  <a:pt x="789" y="628"/>
                </a:lnTo>
                <a:lnTo>
                  <a:pt x="802" y="622"/>
                </a:lnTo>
                <a:lnTo>
                  <a:pt x="815" y="615"/>
                </a:lnTo>
                <a:lnTo>
                  <a:pt x="827" y="609"/>
                </a:lnTo>
                <a:lnTo>
                  <a:pt x="839" y="602"/>
                </a:lnTo>
                <a:lnTo>
                  <a:pt x="851" y="595"/>
                </a:lnTo>
                <a:lnTo>
                  <a:pt x="862" y="587"/>
                </a:lnTo>
                <a:lnTo>
                  <a:pt x="873" y="579"/>
                </a:lnTo>
                <a:lnTo>
                  <a:pt x="883" y="571"/>
                </a:lnTo>
                <a:lnTo>
                  <a:pt x="895" y="563"/>
                </a:lnTo>
                <a:lnTo>
                  <a:pt x="905" y="555"/>
                </a:lnTo>
                <a:lnTo>
                  <a:pt x="914" y="546"/>
                </a:lnTo>
                <a:lnTo>
                  <a:pt x="923" y="537"/>
                </a:lnTo>
                <a:lnTo>
                  <a:pt x="932" y="529"/>
                </a:lnTo>
                <a:lnTo>
                  <a:pt x="940" y="519"/>
                </a:lnTo>
                <a:lnTo>
                  <a:pt x="948" y="510"/>
                </a:lnTo>
                <a:lnTo>
                  <a:pt x="955" y="501"/>
                </a:lnTo>
                <a:lnTo>
                  <a:pt x="962" y="491"/>
                </a:lnTo>
                <a:lnTo>
                  <a:pt x="969" y="481"/>
                </a:lnTo>
                <a:lnTo>
                  <a:pt x="975" y="471"/>
                </a:lnTo>
                <a:lnTo>
                  <a:pt x="980" y="461"/>
                </a:lnTo>
                <a:lnTo>
                  <a:pt x="985" y="451"/>
                </a:lnTo>
                <a:lnTo>
                  <a:pt x="990" y="441"/>
                </a:lnTo>
                <a:lnTo>
                  <a:pt x="994" y="430"/>
                </a:lnTo>
                <a:lnTo>
                  <a:pt x="998" y="420"/>
                </a:lnTo>
                <a:lnTo>
                  <a:pt x="1001" y="409"/>
                </a:lnTo>
                <a:lnTo>
                  <a:pt x="1004" y="399"/>
                </a:lnTo>
                <a:lnTo>
                  <a:pt x="1006" y="388"/>
                </a:lnTo>
                <a:lnTo>
                  <a:pt x="1008" y="377"/>
                </a:lnTo>
                <a:lnTo>
                  <a:pt x="1009" y="367"/>
                </a:lnTo>
                <a:lnTo>
                  <a:pt x="1010" y="356"/>
                </a:lnTo>
                <a:lnTo>
                  <a:pt x="1010" y="345"/>
                </a:lnTo>
                <a:moveTo>
                  <a:pt x="1014" y="345"/>
                </a:moveTo>
                <a:lnTo>
                  <a:pt x="1014" y="356"/>
                </a:lnTo>
                <a:lnTo>
                  <a:pt x="1013" y="367"/>
                </a:lnTo>
                <a:lnTo>
                  <a:pt x="1012" y="378"/>
                </a:lnTo>
                <a:lnTo>
                  <a:pt x="1010" y="388"/>
                </a:lnTo>
                <a:lnTo>
                  <a:pt x="1008" y="399"/>
                </a:lnTo>
                <a:lnTo>
                  <a:pt x="1005" y="410"/>
                </a:lnTo>
                <a:lnTo>
                  <a:pt x="1002" y="420"/>
                </a:lnTo>
                <a:lnTo>
                  <a:pt x="998" y="431"/>
                </a:lnTo>
                <a:lnTo>
                  <a:pt x="994" y="441"/>
                </a:lnTo>
                <a:lnTo>
                  <a:pt x="989" y="452"/>
                </a:lnTo>
                <a:lnTo>
                  <a:pt x="984" y="462"/>
                </a:lnTo>
                <a:lnTo>
                  <a:pt x="978" y="472"/>
                </a:lnTo>
                <a:lnTo>
                  <a:pt x="972" y="482"/>
                </a:lnTo>
                <a:lnTo>
                  <a:pt x="966" y="492"/>
                </a:lnTo>
                <a:lnTo>
                  <a:pt x="959" y="502"/>
                </a:lnTo>
                <a:lnTo>
                  <a:pt x="951" y="511"/>
                </a:lnTo>
                <a:lnTo>
                  <a:pt x="943" y="521"/>
                </a:lnTo>
                <a:lnTo>
                  <a:pt x="935" y="530"/>
                </a:lnTo>
                <a:lnTo>
                  <a:pt x="926" y="539"/>
                </a:lnTo>
                <a:lnTo>
                  <a:pt x="917" y="548"/>
                </a:lnTo>
                <a:lnTo>
                  <a:pt x="908" y="556"/>
                </a:lnTo>
                <a:lnTo>
                  <a:pt x="898" y="565"/>
                </a:lnTo>
                <a:lnTo>
                  <a:pt x="886" y="573"/>
                </a:lnTo>
                <a:lnTo>
                  <a:pt x="876" y="581"/>
                </a:lnTo>
                <a:lnTo>
                  <a:pt x="865" y="589"/>
                </a:lnTo>
                <a:lnTo>
                  <a:pt x="853" y="596"/>
                </a:lnTo>
                <a:lnTo>
                  <a:pt x="841" y="604"/>
                </a:lnTo>
                <a:lnTo>
                  <a:pt x="829" y="611"/>
                </a:lnTo>
                <a:lnTo>
                  <a:pt x="817" y="618"/>
                </a:lnTo>
                <a:lnTo>
                  <a:pt x="804" y="624"/>
                </a:lnTo>
                <a:lnTo>
                  <a:pt x="791" y="630"/>
                </a:lnTo>
                <a:lnTo>
                  <a:pt x="778" y="636"/>
                </a:lnTo>
                <a:lnTo>
                  <a:pt x="764" y="642"/>
                </a:lnTo>
                <a:lnTo>
                  <a:pt x="750" y="647"/>
                </a:lnTo>
                <a:lnTo>
                  <a:pt x="736" y="652"/>
                </a:lnTo>
                <a:lnTo>
                  <a:pt x="722" y="657"/>
                </a:lnTo>
                <a:lnTo>
                  <a:pt x="708" y="661"/>
                </a:lnTo>
                <a:lnTo>
                  <a:pt x="693" y="666"/>
                </a:lnTo>
                <a:lnTo>
                  <a:pt x="678" y="669"/>
                </a:lnTo>
                <a:lnTo>
                  <a:pt x="663" y="673"/>
                </a:lnTo>
                <a:lnTo>
                  <a:pt x="648" y="676"/>
                </a:lnTo>
                <a:lnTo>
                  <a:pt x="632" y="679"/>
                </a:lnTo>
                <a:lnTo>
                  <a:pt x="617" y="682"/>
                </a:lnTo>
                <a:lnTo>
                  <a:pt x="601" y="684"/>
                </a:lnTo>
                <a:lnTo>
                  <a:pt x="586" y="686"/>
                </a:lnTo>
                <a:lnTo>
                  <a:pt x="570" y="687"/>
                </a:lnTo>
                <a:lnTo>
                  <a:pt x="554" y="688"/>
                </a:lnTo>
                <a:lnTo>
                  <a:pt x="538" y="689"/>
                </a:lnTo>
                <a:lnTo>
                  <a:pt x="522" y="690"/>
                </a:lnTo>
                <a:lnTo>
                  <a:pt x="506" y="690"/>
                </a:lnTo>
                <a:lnTo>
                  <a:pt x="491" y="690"/>
                </a:lnTo>
                <a:lnTo>
                  <a:pt x="475" y="689"/>
                </a:lnTo>
                <a:lnTo>
                  <a:pt x="459" y="688"/>
                </a:lnTo>
                <a:lnTo>
                  <a:pt x="443" y="687"/>
                </a:lnTo>
                <a:lnTo>
                  <a:pt x="427" y="686"/>
                </a:lnTo>
                <a:lnTo>
                  <a:pt x="412" y="684"/>
                </a:lnTo>
                <a:lnTo>
                  <a:pt x="396" y="682"/>
                </a:lnTo>
                <a:lnTo>
                  <a:pt x="381" y="679"/>
                </a:lnTo>
                <a:lnTo>
                  <a:pt x="365" y="676"/>
                </a:lnTo>
                <a:lnTo>
                  <a:pt x="350" y="673"/>
                </a:lnTo>
                <a:lnTo>
                  <a:pt x="335" y="669"/>
                </a:lnTo>
                <a:lnTo>
                  <a:pt x="320" y="666"/>
                </a:lnTo>
                <a:lnTo>
                  <a:pt x="305" y="661"/>
                </a:lnTo>
                <a:lnTo>
                  <a:pt x="291" y="657"/>
                </a:lnTo>
                <a:lnTo>
                  <a:pt x="277" y="652"/>
                </a:lnTo>
                <a:lnTo>
                  <a:pt x="263" y="647"/>
                </a:lnTo>
                <a:lnTo>
                  <a:pt x="249" y="642"/>
                </a:lnTo>
                <a:lnTo>
                  <a:pt x="235" y="636"/>
                </a:lnTo>
                <a:lnTo>
                  <a:pt x="222" y="630"/>
                </a:lnTo>
                <a:lnTo>
                  <a:pt x="209" y="624"/>
                </a:lnTo>
                <a:lnTo>
                  <a:pt x="196" y="618"/>
                </a:lnTo>
                <a:lnTo>
                  <a:pt x="184" y="611"/>
                </a:lnTo>
                <a:lnTo>
                  <a:pt x="172" y="604"/>
                </a:lnTo>
                <a:lnTo>
                  <a:pt x="160" y="596"/>
                </a:lnTo>
                <a:lnTo>
                  <a:pt x="148" y="589"/>
                </a:lnTo>
                <a:lnTo>
                  <a:pt x="137" y="581"/>
                </a:lnTo>
                <a:lnTo>
                  <a:pt x="127" y="573"/>
                </a:lnTo>
                <a:lnTo>
                  <a:pt x="116" y="565"/>
                </a:lnTo>
                <a:lnTo>
                  <a:pt x="106" y="556"/>
                </a:lnTo>
                <a:lnTo>
                  <a:pt x="97" y="548"/>
                </a:lnTo>
                <a:lnTo>
                  <a:pt x="88" y="539"/>
                </a:lnTo>
                <a:lnTo>
                  <a:pt x="79" y="530"/>
                </a:lnTo>
                <a:lnTo>
                  <a:pt x="71" y="521"/>
                </a:lnTo>
                <a:lnTo>
                  <a:pt x="63" y="511"/>
                </a:lnTo>
                <a:lnTo>
                  <a:pt x="55" y="502"/>
                </a:lnTo>
                <a:lnTo>
                  <a:pt x="48" y="492"/>
                </a:lnTo>
                <a:lnTo>
                  <a:pt x="42" y="482"/>
                </a:lnTo>
                <a:lnTo>
                  <a:pt x="36" y="472"/>
                </a:lnTo>
                <a:lnTo>
                  <a:pt x="30" y="462"/>
                </a:lnTo>
                <a:lnTo>
                  <a:pt x="25" y="452"/>
                </a:lnTo>
                <a:lnTo>
                  <a:pt x="20" y="441"/>
                </a:lnTo>
                <a:lnTo>
                  <a:pt x="16" y="431"/>
                </a:lnTo>
                <a:lnTo>
                  <a:pt x="12" y="420"/>
                </a:lnTo>
                <a:lnTo>
                  <a:pt x="9" y="410"/>
                </a:lnTo>
                <a:lnTo>
                  <a:pt x="6" y="399"/>
                </a:lnTo>
                <a:lnTo>
                  <a:pt x="4" y="388"/>
                </a:lnTo>
                <a:lnTo>
                  <a:pt x="2" y="378"/>
                </a:lnTo>
                <a:lnTo>
                  <a:pt x="1" y="367"/>
                </a:lnTo>
                <a:lnTo>
                  <a:pt x="0" y="356"/>
                </a:lnTo>
                <a:lnTo>
                  <a:pt x="0" y="345"/>
                </a:lnTo>
                <a:lnTo>
                  <a:pt x="0" y="334"/>
                </a:lnTo>
                <a:lnTo>
                  <a:pt x="1" y="324"/>
                </a:lnTo>
                <a:lnTo>
                  <a:pt x="2" y="313"/>
                </a:lnTo>
                <a:lnTo>
                  <a:pt x="4" y="302"/>
                </a:lnTo>
                <a:lnTo>
                  <a:pt x="6" y="291"/>
                </a:lnTo>
                <a:lnTo>
                  <a:pt x="9" y="281"/>
                </a:lnTo>
                <a:lnTo>
                  <a:pt x="12" y="270"/>
                </a:lnTo>
                <a:lnTo>
                  <a:pt x="16" y="260"/>
                </a:lnTo>
                <a:lnTo>
                  <a:pt x="20" y="249"/>
                </a:lnTo>
                <a:lnTo>
                  <a:pt x="25" y="239"/>
                </a:lnTo>
                <a:lnTo>
                  <a:pt x="30" y="229"/>
                </a:lnTo>
                <a:lnTo>
                  <a:pt x="36" y="218"/>
                </a:lnTo>
                <a:lnTo>
                  <a:pt x="42" y="208"/>
                </a:lnTo>
                <a:lnTo>
                  <a:pt x="48" y="199"/>
                </a:lnTo>
                <a:lnTo>
                  <a:pt x="55" y="189"/>
                </a:lnTo>
                <a:lnTo>
                  <a:pt x="63" y="179"/>
                </a:lnTo>
                <a:lnTo>
                  <a:pt x="71" y="170"/>
                </a:lnTo>
                <a:lnTo>
                  <a:pt x="79" y="161"/>
                </a:lnTo>
                <a:lnTo>
                  <a:pt x="88" y="152"/>
                </a:lnTo>
                <a:lnTo>
                  <a:pt x="97" y="143"/>
                </a:lnTo>
                <a:lnTo>
                  <a:pt x="106" y="134"/>
                </a:lnTo>
                <a:lnTo>
                  <a:pt x="116" y="126"/>
                </a:lnTo>
                <a:lnTo>
                  <a:pt x="127" y="117"/>
                </a:lnTo>
                <a:lnTo>
                  <a:pt x="137" y="108"/>
                </a:lnTo>
                <a:lnTo>
                  <a:pt x="148" y="101"/>
                </a:lnTo>
                <a:lnTo>
                  <a:pt x="160" y="93"/>
                </a:lnTo>
                <a:lnTo>
                  <a:pt x="172" y="86"/>
                </a:lnTo>
                <a:lnTo>
                  <a:pt x="184" y="79"/>
                </a:lnTo>
                <a:lnTo>
                  <a:pt x="196" y="72"/>
                </a:lnTo>
                <a:lnTo>
                  <a:pt x="209" y="65"/>
                </a:lnTo>
                <a:lnTo>
                  <a:pt x="222" y="59"/>
                </a:lnTo>
                <a:lnTo>
                  <a:pt x="235" y="53"/>
                </a:lnTo>
                <a:lnTo>
                  <a:pt x="249" y="48"/>
                </a:lnTo>
                <a:lnTo>
                  <a:pt x="263" y="42"/>
                </a:lnTo>
                <a:lnTo>
                  <a:pt x="277" y="37"/>
                </a:lnTo>
                <a:lnTo>
                  <a:pt x="291" y="32"/>
                </a:lnTo>
                <a:lnTo>
                  <a:pt x="305" y="28"/>
                </a:lnTo>
                <a:lnTo>
                  <a:pt x="320" y="24"/>
                </a:lnTo>
                <a:lnTo>
                  <a:pt x="335" y="20"/>
                </a:lnTo>
                <a:lnTo>
                  <a:pt x="350" y="17"/>
                </a:lnTo>
                <a:lnTo>
                  <a:pt x="365" y="13"/>
                </a:lnTo>
                <a:lnTo>
                  <a:pt x="381" y="11"/>
                </a:lnTo>
                <a:lnTo>
                  <a:pt x="396" y="8"/>
                </a:lnTo>
                <a:lnTo>
                  <a:pt x="412" y="6"/>
                </a:lnTo>
                <a:lnTo>
                  <a:pt x="427" y="4"/>
                </a:lnTo>
                <a:lnTo>
                  <a:pt x="443" y="2"/>
                </a:lnTo>
                <a:lnTo>
                  <a:pt x="459" y="1"/>
                </a:lnTo>
                <a:lnTo>
                  <a:pt x="475" y="0"/>
                </a:lnTo>
                <a:lnTo>
                  <a:pt x="491" y="0"/>
                </a:lnTo>
                <a:lnTo>
                  <a:pt x="506" y="0"/>
                </a:lnTo>
                <a:lnTo>
                  <a:pt x="522" y="0"/>
                </a:lnTo>
                <a:lnTo>
                  <a:pt x="538" y="0"/>
                </a:lnTo>
                <a:lnTo>
                  <a:pt x="554" y="1"/>
                </a:lnTo>
                <a:lnTo>
                  <a:pt x="570" y="2"/>
                </a:lnTo>
                <a:lnTo>
                  <a:pt x="586" y="4"/>
                </a:lnTo>
                <a:lnTo>
                  <a:pt x="601" y="6"/>
                </a:lnTo>
                <a:lnTo>
                  <a:pt x="617" y="8"/>
                </a:lnTo>
                <a:lnTo>
                  <a:pt x="632" y="11"/>
                </a:lnTo>
                <a:lnTo>
                  <a:pt x="648" y="13"/>
                </a:lnTo>
                <a:lnTo>
                  <a:pt x="663" y="17"/>
                </a:lnTo>
                <a:lnTo>
                  <a:pt x="678" y="20"/>
                </a:lnTo>
                <a:lnTo>
                  <a:pt x="693" y="24"/>
                </a:lnTo>
                <a:lnTo>
                  <a:pt x="708" y="28"/>
                </a:lnTo>
                <a:lnTo>
                  <a:pt x="722" y="32"/>
                </a:lnTo>
                <a:lnTo>
                  <a:pt x="736" y="37"/>
                </a:lnTo>
                <a:lnTo>
                  <a:pt x="750" y="42"/>
                </a:lnTo>
                <a:lnTo>
                  <a:pt x="764" y="48"/>
                </a:lnTo>
                <a:lnTo>
                  <a:pt x="778" y="53"/>
                </a:lnTo>
                <a:lnTo>
                  <a:pt x="791" y="59"/>
                </a:lnTo>
                <a:lnTo>
                  <a:pt x="804" y="65"/>
                </a:lnTo>
                <a:lnTo>
                  <a:pt x="817" y="72"/>
                </a:lnTo>
                <a:lnTo>
                  <a:pt x="829" y="79"/>
                </a:lnTo>
                <a:lnTo>
                  <a:pt x="841" y="86"/>
                </a:lnTo>
                <a:lnTo>
                  <a:pt x="853" y="93"/>
                </a:lnTo>
                <a:lnTo>
                  <a:pt x="865" y="101"/>
                </a:lnTo>
                <a:lnTo>
                  <a:pt x="876" y="108"/>
                </a:lnTo>
                <a:lnTo>
                  <a:pt x="886" y="117"/>
                </a:lnTo>
                <a:lnTo>
                  <a:pt x="898" y="126"/>
                </a:lnTo>
                <a:lnTo>
                  <a:pt x="908" y="134"/>
                </a:lnTo>
                <a:lnTo>
                  <a:pt x="917" y="143"/>
                </a:lnTo>
                <a:lnTo>
                  <a:pt x="926" y="152"/>
                </a:lnTo>
                <a:lnTo>
                  <a:pt x="935" y="161"/>
                </a:lnTo>
                <a:lnTo>
                  <a:pt x="943" y="170"/>
                </a:lnTo>
                <a:lnTo>
                  <a:pt x="951" y="179"/>
                </a:lnTo>
                <a:lnTo>
                  <a:pt x="959" y="189"/>
                </a:lnTo>
                <a:lnTo>
                  <a:pt x="966" y="199"/>
                </a:lnTo>
                <a:lnTo>
                  <a:pt x="972" y="208"/>
                </a:lnTo>
                <a:lnTo>
                  <a:pt x="978" y="218"/>
                </a:lnTo>
                <a:lnTo>
                  <a:pt x="984" y="229"/>
                </a:lnTo>
                <a:lnTo>
                  <a:pt x="989" y="239"/>
                </a:lnTo>
                <a:lnTo>
                  <a:pt x="994" y="249"/>
                </a:lnTo>
                <a:lnTo>
                  <a:pt x="998" y="260"/>
                </a:lnTo>
                <a:lnTo>
                  <a:pt x="1002" y="270"/>
                </a:lnTo>
                <a:lnTo>
                  <a:pt x="1005" y="281"/>
                </a:lnTo>
                <a:lnTo>
                  <a:pt x="1008" y="291"/>
                </a:lnTo>
                <a:lnTo>
                  <a:pt x="1010" y="302"/>
                </a:lnTo>
                <a:lnTo>
                  <a:pt x="1012" y="313"/>
                </a:lnTo>
                <a:lnTo>
                  <a:pt x="1013" y="324"/>
                </a:lnTo>
                <a:lnTo>
                  <a:pt x="1014" y="334"/>
                </a:lnTo>
                <a:lnTo>
                  <a:pt x="1014" y="345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7" name=""/>
          <p:cNvSpPr/>
          <p:nvPr/>
        </p:nvSpPr>
        <p:spPr>
          <a:xfrm>
            <a:off x="7873200" y="2810520"/>
            <a:ext cx="372960" cy="254160"/>
          </a:xfrm>
          <a:custGeom>
            <a:avLst/>
            <a:gdLst/>
            <a:ahLst/>
            <a:rect l="0" t="0" r="r" b="b"/>
            <a:pathLst>
              <a:path w="1036" h="706">
                <a:moveTo>
                  <a:pt x="1025" y="353"/>
                </a:moveTo>
                <a:lnTo>
                  <a:pt x="1025" y="342"/>
                </a:lnTo>
                <a:lnTo>
                  <a:pt x="1024" y="332"/>
                </a:lnTo>
                <a:lnTo>
                  <a:pt x="1023" y="321"/>
                </a:lnTo>
                <a:lnTo>
                  <a:pt x="1021" y="310"/>
                </a:lnTo>
                <a:lnTo>
                  <a:pt x="1019" y="299"/>
                </a:lnTo>
                <a:lnTo>
                  <a:pt x="1016" y="288"/>
                </a:lnTo>
                <a:lnTo>
                  <a:pt x="1013" y="277"/>
                </a:lnTo>
                <a:lnTo>
                  <a:pt x="1009" y="267"/>
                </a:lnTo>
                <a:lnTo>
                  <a:pt x="1005" y="256"/>
                </a:lnTo>
                <a:lnTo>
                  <a:pt x="1000" y="246"/>
                </a:lnTo>
                <a:lnTo>
                  <a:pt x="995" y="236"/>
                </a:lnTo>
                <a:lnTo>
                  <a:pt x="989" y="225"/>
                </a:lnTo>
                <a:lnTo>
                  <a:pt x="983" y="215"/>
                </a:lnTo>
                <a:lnTo>
                  <a:pt x="977" y="206"/>
                </a:lnTo>
                <a:lnTo>
                  <a:pt x="970" y="196"/>
                </a:lnTo>
                <a:lnTo>
                  <a:pt x="962" y="186"/>
                </a:lnTo>
                <a:lnTo>
                  <a:pt x="954" y="177"/>
                </a:lnTo>
                <a:lnTo>
                  <a:pt x="946" y="168"/>
                </a:lnTo>
                <a:lnTo>
                  <a:pt x="937" y="159"/>
                </a:lnTo>
                <a:lnTo>
                  <a:pt x="928" y="150"/>
                </a:lnTo>
                <a:lnTo>
                  <a:pt x="919" y="141"/>
                </a:lnTo>
                <a:lnTo>
                  <a:pt x="909" y="133"/>
                </a:lnTo>
                <a:lnTo>
                  <a:pt x="898" y="124"/>
                </a:lnTo>
                <a:lnTo>
                  <a:pt x="888" y="116"/>
                </a:lnTo>
                <a:lnTo>
                  <a:pt x="877" y="109"/>
                </a:lnTo>
                <a:lnTo>
                  <a:pt x="865" y="101"/>
                </a:lnTo>
                <a:lnTo>
                  <a:pt x="853" y="94"/>
                </a:lnTo>
                <a:lnTo>
                  <a:pt x="841" y="87"/>
                </a:lnTo>
                <a:lnTo>
                  <a:pt x="829" y="80"/>
                </a:lnTo>
                <a:lnTo>
                  <a:pt x="816" y="73"/>
                </a:lnTo>
                <a:lnTo>
                  <a:pt x="803" y="67"/>
                </a:lnTo>
                <a:lnTo>
                  <a:pt x="790" y="61"/>
                </a:lnTo>
                <a:lnTo>
                  <a:pt x="776" y="56"/>
                </a:lnTo>
                <a:lnTo>
                  <a:pt x="762" y="50"/>
                </a:lnTo>
                <a:lnTo>
                  <a:pt x="748" y="45"/>
                </a:lnTo>
                <a:lnTo>
                  <a:pt x="734" y="40"/>
                </a:lnTo>
                <a:lnTo>
                  <a:pt x="720" y="36"/>
                </a:lnTo>
                <a:lnTo>
                  <a:pt x="705" y="32"/>
                </a:lnTo>
                <a:lnTo>
                  <a:pt x="690" y="28"/>
                </a:lnTo>
                <a:lnTo>
                  <a:pt x="675" y="25"/>
                </a:lnTo>
                <a:lnTo>
                  <a:pt x="660" y="21"/>
                </a:lnTo>
                <a:lnTo>
                  <a:pt x="644" y="19"/>
                </a:lnTo>
                <a:lnTo>
                  <a:pt x="629" y="16"/>
                </a:lnTo>
                <a:lnTo>
                  <a:pt x="613" y="14"/>
                </a:lnTo>
                <a:lnTo>
                  <a:pt x="598" y="12"/>
                </a:lnTo>
                <a:lnTo>
                  <a:pt x="582" y="10"/>
                </a:lnTo>
                <a:lnTo>
                  <a:pt x="566" y="9"/>
                </a:lnTo>
                <a:lnTo>
                  <a:pt x="550" y="8"/>
                </a:lnTo>
                <a:lnTo>
                  <a:pt x="534" y="8"/>
                </a:lnTo>
                <a:lnTo>
                  <a:pt x="518" y="8"/>
                </a:lnTo>
                <a:lnTo>
                  <a:pt x="503" y="8"/>
                </a:lnTo>
                <a:lnTo>
                  <a:pt x="487" y="8"/>
                </a:lnTo>
                <a:lnTo>
                  <a:pt x="471" y="9"/>
                </a:lnTo>
                <a:lnTo>
                  <a:pt x="455" y="10"/>
                </a:lnTo>
                <a:lnTo>
                  <a:pt x="439" y="12"/>
                </a:lnTo>
                <a:lnTo>
                  <a:pt x="424" y="14"/>
                </a:lnTo>
                <a:lnTo>
                  <a:pt x="408" y="16"/>
                </a:lnTo>
                <a:lnTo>
                  <a:pt x="393" y="19"/>
                </a:lnTo>
                <a:lnTo>
                  <a:pt x="376" y="21"/>
                </a:lnTo>
                <a:lnTo>
                  <a:pt x="361" y="25"/>
                </a:lnTo>
                <a:lnTo>
                  <a:pt x="346" y="28"/>
                </a:lnTo>
                <a:lnTo>
                  <a:pt x="331" y="32"/>
                </a:lnTo>
                <a:lnTo>
                  <a:pt x="316" y="36"/>
                </a:lnTo>
                <a:lnTo>
                  <a:pt x="302" y="40"/>
                </a:lnTo>
                <a:lnTo>
                  <a:pt x="288" y="45"/>
                </a:lnTo>
                <a:lnTo>
                  <a:pt x="274" y="50"/>
                </a:lnTo>
                <a:lnTo>
                  <a:pt x="260" y="56"/>
                </a:lnTo>
                <a:lnTo>
                  <a:pt x="246" y="61"/>
                </a:lnTo>
                <a:lnTo>
                  <a:pt x="233" y="67"/>
                </a:lnTo>
                <a:lnTo>
                  <a:pt x="220" y="73"/>
                </a:lnTo>
                <a:lnTo>
                  <a:pt x="207" y="80"/>
                </a:lnTo>
                <a:lnTo>
                  <a:pt x="195" y="87"/>
                </a:lnTo>
                <a:lnTo>
                  <a:pt x="183" y="94"/>
                </a:lnTo>
                <a:lnTo>
                  <a:pt x="171" y="101"/>
                </a:lnTo>
                <a:lnTo>
                  <a:pt x="159" y="109"/>
                </a:lnTo>
                <a:lnTo>
                  <a:pt x="148" y="116"/>
                </a:lnTo>
                <a:lnTo>
                  <a:pt x="138" y="124"/>
                </a:lnTo>
                <a:lnTo>
                  <a:pt x="127" y="133"/>
                </a:lnTo>
                <a:lnTo>
                  <a:pt x="117" y="141"/>
                </a:lnTo>
                <a:lnTo>
                  <a:pt x="108" y="150"/>
                </a:lnTo>
                <a:lnTo>
                  <a:pt x="99" y="159"/>
                </a:lnTo>
                <a:lnTo>
                  <a:pt x="90" y="168"/>
                </a:lnTo>
                <a:lnTo>
                  <a:pt x="82" y="177"/>
                </a:lnTo>
                <a:lnTo>
                  <a:pt x="74" y="186"/>
                </a:lnTo>
                <a:lnTo>
                  <a:pt x="66" y="196"/>
                </a:lnTo>
                <a:lnTo>
                  <a:pt x="59" y="206"/>
                </a:lnTo>
                <a:lnTo>
                  <a:pt x="53" y="215"/>
                </a:lnTo>
                <a:lnTo>
                  <a:pt x="47" y="225"/>
                </a:lnTo>
                <a:lnTo>
                  <a:pt x="41" y="236"/>
                </a:lnTo>
                <a:lnTo>
                  <a:pt x="36" y="246"/>
                </a:lnTo>
                <a:lnTo>
                  <a:pt x="31" y="256"/>
                </a:lnTo>
                <a:lnTo>
                  <a:pt x="27" y="267"/>
                </a:lnTo>
                <a:lnTo>
                  <a:pt x="23" y="277"/>
                </a:lnTo>
                <a:lnTo>
                  <a:pt x="20" y="288"/>
                </a:lnTo>
                <a:lnTo>
                  <a:pt x="17" y="299"/>
                </a:lnTo>
                <a:lnTo>
                  <a:pt x="15" y="310"/>
                </a:lnTo>
                <a:lnTo>
                  <a:pt x="13" y="321"/>
                </a:lnTo>
                <a:lnTo>
                  <a:pt x="12" y="332"/>
                </a:lnTo>
                <a:lnTo>
                  <a:pt x="11" y="342"/>
                </a:lnTo>
                <a:lnTo>
                  <a:pt x="11" y="353"/>
                </a:lnTo>
                <a:lnTo>
                  <a:pt x="11" y="364"/>
                </a:lnTo>
                <a:lnTo>
                  <a:pt x="12" y="375"/>
                </a:lnTo>
                <a:lnTo>
                  <a:pt x="13" y="386"/>
                </a:lnTo>
                <a:lnTo>
                  <a:pt x="15" y="396"/>
                </a:lnTo>
                <a:lnTo>
                  <a:pt x="17" y="407"/>
                </a:lnTo>
                <a:lnTo>
                  <a:pt x="20" y="418"/>
                </a:lnTo>
                <a:lnTo>
                  <a:pt x="23" y="428"/>
                </a:lnTo>
                <a:lnTo>
                  <a:pt x="27" y="439"/>
                </a:lnTo>
                <a:lnTo>
                  <a:pt x="31" y="449"/>
                </a:lnTo>
                <a:lnTo>
                  <a:pt x="36" y="460"/>
                </a:lnTo>
                <a:lnTo>
                  <a:pt x="41" y="470"/>
                </a:lnTo>
                <a:lnTo>
                  <a:pt x="47" y="480"/>
                </a:lnTo>
                <a:lnTo>
                  <a:pt x="53" y="490"/>
                </a:lnTo>
                <a:lnTo>
                  <a:pt x="59" y="500"/>
                </a:lnTo>
                <a:lnTo>
                  <a:pt x="66" y="510"/>
                </a:lnTo>
                <a:lnTo>
                  <a:pt x="74" y="519"/>
                </a:lnTo>
                <a:lnTo>
                  <a:pt x="82" y="529"/>
                </a:lnTo>
                <a:lnTo>
                  <a:pt x="90" y="538"/>
                </a:lnTo>
                <a:lnTo>
                  <a:pt x="99" y="547"/>
                </a:lnTo>
                <a:lnTo>
                  <a:pt x="108" y="556"/>
                </a:lnTo>
                <a:lnTo>
                  <a:pt x="117" y="564"/>
                </a:lnTo>
                <a:lnTo>
                  <a:pt x="127" y="573"/>
                </a:lnTo>
                <a:lnTo>
                  <a:pt x="138" y="581"/>
                </a:lnTo>
                <a:lnTo>
                  <a:pt x="148" y="589"/>
                </a:lnTo>
                <a:lnTo>
                  <a:pt x="159" y="597"/>
                </a:lnTo>
                <a:lnTo>
                  <a:pt x="171" y="604"/>
                </a:lnTo>
                <a:lnTo>
                  <a:pt x="183" y="612"/>
                </a:lnTo>
                <a:lnTo>
                  <a:pt x="195" y="619"/>
                </a:lnTo>
                <a:lnTo>
                  <a:pt x="207" y="626"/>
                </a:lnTo>
                <a:lnTo>
                  <a:pt x="220" y="632"/>
                </a:lnTo>
                <a:lnTo>
                  <a:pt x="233" y="638"/>
                </a:lnTo>
                <a:lnTo>
                  <a:pt x="246" y="644"/>
                </a:lnTo>
                <a:lnTo>
                  <a:pt x="260" y="650"/>
                </a:lnTo>
                <a:lnTo>
                  <a:pt x="274" y="655"/>
                </a:lnTo>
                <a:lnTo>
                  <a:pt x="288" y="660"/>
                </a:lnTo>
                <a:lnTo>
                  <a:pt x="302" y="665"/>
                </a:lnTo>
                <a:lnTo>
                  <a:pt x="316" y="669"/>
                </a:lnTo>
                <a:lnTo>
                  <a:pt x="331" y="674"/>
                </a:lnTo>
                <a:lnTo>
                  <a:pt x="346" y="677"/>
                </a:lnTo>
                <a:lnTo>
                  <a:pt x="361" y="681"/>
                </a:lnTo>
                <a:lnTo>
                  <a:pt x="376" y="684"/>
                </a:lnTo>
                <a:lnTo>
                  <a:pt x="393" y="687"/>
                </a:lnTo>
                <a:lnTo>
                  <a:pt x="408" y="690"/>
                </a:lnTo>
                <a:lnTo>
                  <a:pt x="424" y="692"/>
                </a:lnTo>
                <a:lnTo>
                  <a:pt x="439" y="694"/>
                </a:lnTo>
                <a:lnTo>
                  <a:pt x="455" y="695"/>
                </a:lnTo>
                <a:lnTo>
                  <a:pt x="471" y="696"/>
                </a:lnTo>
                <a:lnTo>
                  <a:pt x="487" y="697"/>
                </a:lnTo>
                <a:lnTo>
                  <a:pt x="503" y="698"/>
                </a:lnTo>
                <a:lnTo>
                  <a:pt x="518" y="698"/>
                </a:lnTo>
                <a:lnTo>
                  <a:pt x="534" y="698"/>
                </a:lnTo>
                <a:lnTo>
                  <a:pt x="550" y="697"/>
                </a:lnTo>
                <a:lnTo>
                  <a:pt x="566" y="696"/>
                </a:lnTo>
                <a:lnTo>
                  <a:pt x="582" y="695"/>
                </a:lnTo>
                <a:lnTo>
                  <a:pt x="598" y="694"/>
                </a:lnTo>
                <a:lnTo>
                  <a:pt x="613" y="692"/>
                </a:lnTo>
                <a:lnTo>
                  <a:pt x="629" y="690"/>
                </a:lnTo>
                <a:lnTo>
                  <a:pt x="644" y="687"/>
                </a:lnTo>
                <a:lnTo>
                  <a:pt x="660" y="684"/>
                </a:lnTo>
                <a:lnTo>
                  <a:pt x="675" y="681"/>
                </a:lnTo>
                <a:lnTo>
                  <a:pt x="690" y="677"/>
                </a:lnTo>
                <a:lnTo>
                  <a:pt x="705" y="674"/>
                </a:lnTo>
                <a:lnTo>
                  <a:pt x="720" y="669"/>
                </a:lnTo>
                <a:lnTo>
                  <a:pt x="734" y="665"/>
                </a:lnTo>
                <a:lnTo>
                  <a:pt x="748" y="660"/>
                </a:lnTo>
                <a:lnTo>
                  <a:pt x="762" y="655"/>
                </a:lnTo>
                <a:lnTo>
                  <a:pt x="776" y="650"/>
                </a:lnTo>
                <a:lnTo>
                  <a:pt x="790" y="644"/>
                </a:lnTo>
                <a:lnTo>
                  <a:pt x="803" y="638"/>
                </a:lnTo>
                <a:lnTo>
                  <a:pt x="816" y="632"/>
                </a:lnTo>
                <a:lnTo>
                  <a:pt x="829" y="626"/>
                </a:lnTo>
                <a:lnTo>
                  <a:pt x="841" y="619"/>
                </a:lnTo>
                <a:lnTo>
                  <a:pt x="853" y="612"/>
                </a:lnTo>
                <a:lnTo>
                  <a:pt x="865" y="604"/>
                </a:lnTo>
                <a:lnTo>
                  <a:pt x="877" y="597"/>
                </a:lnTo>
                <a:lnTo>
                  <a:pt x="888" y="589"/>
                </a:lnTo>
                <a:lnTo>
                  <a:pt x="898" y="581"/>
                </a:lnTo>
                <a:lnTo>
                  <a:pt x="909" y="573"/>
                </a:lnTo>
                <a:lnTo>
                  <a:pt x="919" y="564"/>
                </a:lnTo>
                <a:lnTo>
                  <a:pt x="928" y="556"/>
                </a:lnTo>
                <a:lnTo>
                  <a:pt x="937" y="547"/>
                </a:lnTo>
                <a:lnTo>
                  <a:pt x="946" y="538"/>
                </a:lnTo>
                <a:lnTo>
                  <a:pt x="954" y="529"/>
                </a:lnTo>
                <a:lnTo>
                  <a:pt x="962" y="519"/>
                </a:lnTo>
                <a:lnTo>
                  <a:pt x="970" y="510"/>
                </a:lnTo>
                <a:lnTo>
                  <a:pt x="977" y="500"/>
                </a:lnTo>
                <a:lnTo>
                  <a:pt x="983" y="490"/>
                </a:lnTo>
                <a:lnTo>
                  <a:pt x="989" y="480"/>
                </a:lnTo>
                <a:lnTo>
                  <a:pt x="995" y="470"/>
                </a:lnTo>
                <a:lnTo>
                  <a:pt x="1000" y="460"/>
                </a:lnTo>
                <a:lnTo>
                  <a:pt x="1005" y="449"/>
                </a:lnTo>
                <a:lnTo>
                  <a:pt x="1009" y="439"/>
                </a:lnTo>
                <a:lnTo>
                  <a:pt x="1013" y="428"/>
                </a:lnTo>
                <a:lnTo>
                  <a:pt x="1016" y="418"/>
                </a:lnTo>
                <a:lnTo>
                  <a:pt x="1019" y="407"/>
                </a:lnTo>
                <a:lnTo>
                  <a:pt x="1021" y="396"/>
                </a:lnTo>
                <a:lnTo>
                  <a:pt x="1023" y="386"/>
                </a:lnTo>
                <a:lnTo>
                  <a:pt x="1024" y="375"/>
                </a:lnTo>
                <a:lnTo>
                  <a:pt x="1025" y="364"/>
                </a:lnTo>
                <a:lnTo>
                  <a:pt x="1025" y="353"/>
                </a:lnTo>
                <a:moveTo>
                  <a:pt x="1036" y="353"/>
                </a:moveTo>
                <a:lnTo>
                  <a:pt x="1036" y="364"/>
                </a:lnTo>
                <a:lnTo>
                  <a:pt x="1035" y="375"/>
                </a:lnTo>
                <a:lnTo>
                  <a:pt x="1034" y="386"/>
                </a:lnTo>
                <a:lnTo>
                  <a:pt x="1032" y="397"/>
                </a:lnTo>
                <a:lnTo>
                  <a:pt x="1030" y="408"/>
                </a:lnTo>
                <a:lnTo>
                  <a:pt x="1027" y="419"/>
                </a:lnTo>
                <a:lnTo>
                  <a:pt x="1024" y="430"/>
                </a:lnTo>
                <a:lnTo>
                  <a:pt x="1020" y="441"/>
                </a:lnTo>
                <a:lnTo>
                  <a:pt x="1016" y="452"/>
                </a:lnTo>
                <a:lnTo>
                  <a:pt x="1011" y="462"/>
                </a:lnTo>
                <a:lnTo>
                  <a:pt x="1006" y="473"/>
                </a:lnTo>
                <a:lnTo>
                  <a:pt x="1000" y="483"/>
                </a:lnTo>
                <a:lnTo>
                  <a:pt x="994" y="493"/>
                </a:lnTo>
                <a:lnTo>
                  <a:pt x="987" y="503"/>
                </a:lnTo>
                <a:lnTo>
                  <a:pt x="980" y="513"/>
                </a:lnTo>
                <a:lnTo>
                  <a:pt x="972" y="523"/>
                </a:lnTo>
                <a:lnTo>
                  <a:pt x="964" y="533"/>
                </a:lnTo>
                <a:lnTo>
                  <a:pt x="956" y="542"/>
                </a:lnTo>
                <a:lnTo>
                  <a:pt x="947" y="551"/>
                </a:lnTo>
                <a:lnTo>
                  <a:pt x="937" y="560"/>
                </a:lnTo>
                <a:lnTo>
                  <a:pt x="928" y="569"/>
                </a:lnTo>
                <a:lnTo>
                  <a:pt x="917" y="578"/>
                </a:lnTo>
                <a:lnTo>
                  <a:pt x="907" y="586"/>
                </a:lnTo>
                <a:lnTo>
                  <a:pt x="896" y="594"/>
                </a:lnTo>
                <a:lnTo>
                  <a:pt x="885" y="602"/>
                </a:lnTo>
                <a:lnTo>
                  <a:pt x="873" y="610"/>
                </a:lnTo>
                <a:lnTo>
                  <a:pt x="861" y="618"/>
                </a:lnTo>
                <a:lnTo>
                  <a:pt x="848" y="625"/>
                </a:lnTo>
                <a:lnTo>
                  <a:pt x="836" y="632"/>
                </a:lnTo>
                <a:lnTo>
                  <a:pt x="823" y="638"/>
                </a:lnTo>
                <a:lnTo>
                  <a:pt x="809" y="645"/>
                </a:lnTo>
                <a:lnTo>
                  <a:pt x="796" y="651"/>
                </a:lnTo>
                <a:lnTo>
                  <a:pt x="782" y="656"/>
                </a:lnTo>
                <a:lnTo>
                  <a:pt x="768" y="662"/>
                </a:lnTo>
                <a:lnTo>
                  <a:pt x="753" y="667"/>
                </a:lnTo>
                <a:lnTo>
                  <a:pt x="739" y="672"/>
                </a:lnTo>
                <a:lnTo>
                  <a:pt x="724" y="677"/>
                </a:lnTo>
                <a:lnTo>
                  <a:pt x="709" y="681"/>
                </a:lnTo>
                <a:lnTo>
                  <a:pt x="694" y="685"/>
                </a:lnTo>
                <a:lnTo>
                  <a:pt x="678" y="688"/>
                </a:lnTo>
                <a:lnTo>
                  <a:pt x="663" y="692"/>
                </a:lnTo>
                <a:lnTo>
                  <a:pt x="647" y="694"/>
                </a:lnTo>
                <a:lnTo>
                  <a:pt x="631" y="697"/>
                </a:lnTo>
                <a:lnTo>
                  <a:pt x="615" y="699"/>
                </a:lnTo>
                <a:lnTo>
                  <a:pt x="599" y="701"/>
                </a:lnTo>
                <a:lnTo>
                  <a:pt x="583" y="703"/>
                </a:lnTo>
                <a:lnTo>
                  <a:pt x="567" y="704"/>
                </a:lnTo>
                <a:lnTo>
                  <a:pt x="551" y="705"/>
                </a:lnTo>
                <a:lnTo>
                  <a:pt x="535" y="705"/>
                </a:lnTo>
                <a:lnTo>
                  <a:pt x="518" y="706"/>
                </a:lnTo>
                <a:lnTo>
                  <a:pt x="502" y="705"/>
                </a:lnTo>
                <a:lnTo>
                  <a:pt x="486" y="705"/>
                </a:lnTo>
                <a:lnTo>
                  <a:pt x="470" y="704"/>
                </a:lnTo>
                <a:lnTo>
                  <a:pt x="454" y="703"/>
                </a:lnTo>
                <a:lnTo>
                  <a:pt x="438" y="701"/>
                </a:lnTo>
                <a:lnTo>
                  <a:pt x="421" y="699"/>
                </a:lnTo>
                <a:lnTo>
                  <a:pt x="406" y="697"/>
                </a:lnTo>
                <a:lnTo>
                  <a:pt x="390" y="694"/>
                </a:lnTo>
                <a:lnTo>
                  <a:pt x="373" y="692"/>
                </a:lnTo>
                <a:lnTo>
                  <a:pt x="358" y="688"/>
                </a:lnTo>
                <a:lnTo>
                  <a:pt x="342" y="685"/>
                </a:lnTo>
                <a:lnTo>
                  <a:pt x="327" y="681"/>
                </a:lnTo>
                <a:lnTo>
                  <a:pt x="312" y="677"/>
                </a:lnTo>
                <a:lnTo>
                  <a:pt x="297" y="672"/>
                </a:lnTo>
                <a:lnTo>
                  <a:pt x="282" y="667"/>
                </a:lnTo>
                <a:lnTo>
                  <a:pt x="268" y="662"/>
                </a:lnTo>
                <a:lnTo>
                  <a:pt x="254" y="656"/>
                </a:lnTo>
                <a:lnTo>
                  <a:pt x="240" y="651"/>
                </a:lnTo>
                <a:lnTo>
                  <a:pt x="227" y="645"/>
                </a:lnTo>
                <a:lnTo>
                  <a:pt x="213" y="638"/>
                </a:lnTo>
                <a:lnTo>
                  <a:pt x="200" y="632"/>
                </a:lnTo>
                <a:lnTo>
                  <a:pt x="188" y="625"/>
                </a:lnTo>
                <a:lnTo>
                  <a:pt x="175" y="618"/>
                </a:lnTo>
                <a:lnTo>
                  <a:pt x="163" y="610"/>
                </a:lnTo>
                <a:lnTo>
                  <a:pt x="151" y="602"/>
                </a:lnTo>
                <a:lnTo>
                  <a:pt x="140" y="594"/>
                </a:lnTo>
                <a:lnTo>
                  <a:pt x="129" y="586"/>
                </a:lnTo>
                <a:lnTo>
                  <a:pt x="119" y="578"/>
                </a:lnTo>
                <a:lnTo>
                  <a:pt x="108" y="569"/>
                </a:lnTo>
                <a:lnTo>
                  <a:pt x="99" y="560"/>
                </a:lnTo>
                <a:lnTo>
                  <a:pt x="89" y="551"/>
                </a:lnTo>
                <a:lnTo>
                  <a:pt x="80" y="542"/>
                </a:lnTo>
                <a:lnTo>
                  <a:pt x="72" y="533"/>
                </a:lnTo>
                <a:lnTo>
                  <a:pt x="64" y="523"/>
                </a:lnTo>
                <a:lnTo>
                  <a:pt x="56" y="513"/>
                </a:lnTo>
                <a:lnTo>
                  <a:pt x="49" y="503"/>
                </a:lnTo>
                <a:lnTo>
                  <a:pt x="42" y="493"/>
                </a:lnTo>
                <a:lnTo>
                  <a:pt x="36" y="483"/>
                </a:lnTo>
                <a:lnTo>
                  <a:pt x="30" y="473"/>
                </a:lnTo>
                <a:lnTo>
                  <a:pt x="25" y="462"/>
                </a:lnTo>
                <a:lnTo>
                  <a:pt x="20" y="452"/>
                </a:lnTo>
                <a:lnTo>
                  <a:pt x="16" y="441"/>
                </a:lnTo>
                <a:lnTo>
                  <a:pt x="12" y="430"/>
                </a:lnTo>
                <a:lnTo>
                  <a:pt x="9" y="419"/>
                </a:lnTo>
                <a:lnTo>
                  <a:pt x="6" y="408"/>
                </a:lnTo>
                <a:lnTo>
                  <a:pt x="4" y="397"/>
                </a:lnTo>
                <a:lnTo>
                  <a:pt x="2" y="386"/>
                </a:lnTo>
                <a:lnTo>
                  <a:pt x="1" y="375"/>
                </a:lnTo>
                <a:lnTo>
                  <a:pt x="0" y="364"/>
                </a:lnTo>
                <a:lnTo>
                  <a:pt x="0" y="353"/>
                </a:lnTo>
                <a:lnTo>
                  <a:pt x="0" y="342"/>
                </a:lnTo>
                <a:lnTo>
                  <a:pt x="1" y="331"/>
                </a:lnTo>
                <a:lnTo>
                  <a:pt x="2" y="320"/>
                </a:lnTo>
                <a:lnTo>
                  <a:pt x="4" y="309"/>
                </a:lnTo>
                <a:lnTo>
                  <a:pt x="6" y="298"/>
                </a:lnTo>
                <a:lnTo>
                  <a:pt x="9" y="286"/>
                </a:lnTo>
                <a:lnTo>
                  <a:pt x="12" y="275"/>
                </a:lnTo>
                <a:lnTo>
                  <a:pt x="16" y="265"/>
                </a:lnTo>
                <a:lnTo>
                  <a:pt x="20" y="254"/>
                </a:lnTo>
                <a:lnTo>
                  <a:pt x="25" y="243"/>
                </a:lnTo>
                <a:lnTo>
                  <a:pt x="30" y="233"/>
                </a:lnTo>
                <a:lnTo>
                  <a:pt x="36" y="223"/>
                </a:lnTo>
                <a:lnTo>
                  <a:pt x="42" y="212"/>
                </a:lnTo>
                <a:lnTo>
                  <a:pt x="49" y="202"/>
                </a:lnTo>
                <a:lnTo>
                  <a:pt x="56" y="192"/>
                </a:lnTo>
                <a:lnTo>
                  <a:pt x="64" y="183"/>
                </a:lnTo>
                <a:lnTo>
                  <a:pt x="72" y="173"/>
                </a:lnTo>
                <a:lnTo>
                  <a:pt x="80" y="163"/>
                </a:lnTo>
                <a:lnTo>
                  <a:pt x="89" y="154"/>
                </a:lnTo>
                <a:lnTo>
                  <a:pt x="99" y="145"/>
                </a:lnTo>
                <a:lnTo>
                  <a:pt x="108" y="136"/>
                </a:lnTo>
                <a:lnTo>
                  <a:pt x="119" y="128"/>
                </a:lnTo>
                <a:lnTo>
                  <a:pt x="129" y="119"/>
                </a:lnTo>
                <a:lnTo>
                  <a:pt x="140" y="111"/>
                </a:lnTo>
                <a:lnTo>
                  <a:pt x="151" y="103"/>
                </a:lnTo>
                <a:lnTo>
                  <a:pt x="163" y="95"/>
                </a:lnTo>
                <a:lnTo>
                  <a:pt x="175" y="88"/>
                </a:lnTo>
                <a:lnTo>
                  <a:pt x="188" y="81"/>
                </a:lnTo>
                <a:lnTo>
                  <a:pt x="200" y="74"/>
                </a:lnTo>
                <a:lnTo>
                  <a:pt x="213" y="67"/>
                </a:lnTo>
                <a:lnTo>
                  <a:pt x="227" y="61"/>
                </a:lnTo>
                <a:lnTo>
                  <a:pt x="240" y="55"/>
                </a:lnTo>
                <a:lnTo>
                  <a:pt x="254" y="49"/>
                </a:lnTo>
                <a:lnTo>
                  <a:pt x="268" y="44"/>
                </a:lnTo>
                <a:lnTo>
                  <a:pt x="282" y="38"/>
                </a:lnTo>
                <a:lnTo>
                  <a:pt x="297" y="33"/>
                </a:lnTo>
                <a:lnTo>
                  <a:pt x="312" y="29"/>
                </a:lnTo>
                <a:lnTo>
                  <a:pt x="327" y="25"/>
                </a:lnTo>
                <a:lnTo>
                  <a:pt x="342" y="21"/>
                </a:lnTo>
                <a:lnTo>
                  <a:pt x="358" y="17"/>
                </a:lnTo>
                <a:lnTo>
                  <a:pt x="373" y="14"/>
                </a:lnTo>
                <a:lnTo>
                  <a:pt x="390" y="11"/>
                </a:lnTo>
                <a:lnTo>
                  <a:pt x="406" y="8"/>
                </a:lnTo>
                <a:lnTo>
                  <a:pt x="421" y="6"/>
                </a:lnTo>
                <a:lnTo>
                  <a:pt x="438" y="4"/>
                </a:lnTo>
                <a:lnTo>
                  <a:pt x="454" y="3"/>
                </a:lnTo>
                <a:lnTo>
                  <a:pt x="470" y="2"/>
                </a:lnTo>
                <a:lnTo>
                  <a:pt x="486" y="1"/>
                </a:lnTo>
                <a:lnTo>
                  <a:pt x="502" y="0"/>
                </a:lnTo>
                <a:lnTo>
                  <a:pt x="518" y="0"/>
                </a:lnTo>
                <a:lnTo>
                  <a:pt x="535" y="0"/>
                </a:lnTo>
                <a:lnTo>
                  <a:pt x="551" y="1"/>
                </a:lnTo>
                <a:lnTo>
                  <a:pt x="567" y="2"/>
                </a:lnTo>
                <a:lnTo>
                  <a:pt x="583" y="3"/>
                </a:lnTo>
                <a:lnTo>
                  <a:pt x="599" y="4"/>
                </a:lnTo>
                <a:lnTo>
                  <a:pt x="615" y="6"/>
                </a:lnTo>
                <a:lnTo>
                  <a:pt x="631" y="8"/>
                </a:lnTo>
                <a:lnTo>
                  <a:pt x="647" y="11"/>
                </a:lnTo>
                <a:lnTo>
                  <a:pt x="663" y="14"/>
                </a:lnTo>
                <a:lnTo>
                  <a:pt x="678" y="17"/>
                </a:lnTo>
                <a:lnTo>
                  <a:pt x="694" y="21"/>
                </a:lnTo>
                <a:lnTo>
                  <a:pt x="709" y="25"/>
                </a:lnTo>
                <a:lnTo>
                  <a:pt x="724" y="29"/>
                </a:lnTo>
                <a:lnTo>
                  <a:pt x="739" y="33"/>
                </a:lnTo>
                <a:lnTo>
                  <a:pt x="753" y="38"/>
                </a:lnTo>
                <a:lnTo>
                  <a:pt x="768" y="44"/>
                </a:lnTo>
                <a:lnTo>
                  <a:pt x="782" y="49"/>
                </a:lnTo>
                <a:lnTo>
                  <a:pt x="796" y="55"/>
                </a:lnTo>
                <a:lnTo>
                  <a:pt x="809" y="61"/>
                </a:lnTo>
                <a:lnTo>
                  <a:pt x="823" y="67"/>
                </a:lnTo>
                <a:lnTo>
                  <a:pt x="836" y="74"/>
                </a:lnTo>
                <a:lnTo>
                  <a:pt x="848" y="81"/>
                </a:lnTo>
                <a:lnTo>
                  <a:pt x="861" y="88"/>
                </a:lnTo>
                <a:lnTo>
                  <a:pt x="873" y="95"/>
                </a:lnTo>
                <a:lnTo>
                  <a:pt x="885" y="103"/>
                </a:lnTo>
                <a:lnTo>
                  <a:pt x="896" y="111"/>
                </a:lnTo>
                <a:lnTo>
                  <a:pt x="907" y="119"/>
                </a:lnTo>
                <a:lnTo>
                  <a:pt x="917" y="128"/>
                </a:lnTo>
                <a:lnTo>
                  <a:pt x="928" y="136"/>
                </a:lnTo>
                <a:lnTo>
                  <a:pt x="937" y="145"/>
                </a:lnTo>
                <a:lnTo>
                  <a:pt x="947" y="154"/>
                </a:lnTo>
                <a:lnTo>
                  <a:pt x="956" y="163"/>
                </a:lnTo>
                <a:lnTo>
                  <a:pt x="964" y="173"/>
                </a:lnTo>
                <a:lnTo>
                  <a:pt x="972" y="183"/>
                </a:lnTo>
                <a:lnTo>
                  <a:pt x="980" y="192"/>
                </a:lnTo>
                <a:lnTo>
                  <a:pt x="987" y="202"/>
                </a:lnTo>
                <a:lnTo>
                  <a:pt x="994" y="212"/>
                </a:lnTo>
                <a:lnTo>
                  <a:pt x="1000" y="223"/>
                </a:lnTo>
                <a:lnTo>
                  <a:pt x="1006" y="233"/>
                </a:lnTo>
                <a:lnTo>
                  <a:pt x="1011" y="243"/>
                </a:lnTo>
                <a:lnTo>
                  <a:pt x="1016" y="254"/>
                </a:lnTo>
                <a:lnTo>
                  <a:pt x="1020" y="265"/>
                </a:lnTo>
                <a:lnTo>
                  <a:pt x="1024" y="275"/>
                </a:lnTo>
                <a:lnTo>
                  <a:pt x="1027" y="286"/>
                </a:lnTo>
                <a:lnTo>
                  <a:pt x="1030" y="298"/>
                </a:lnTo>
                <a:lnTo>
                  <a:pt x="1032" y="309"/>
                </a:lnTo>
                <a:lnTo>
                  <a:pt x="1034" y="320"/>
                </a:lnTo>
                <a:lnTo>
                  <a:pt x="1035" y="331"/>
                </a:lnTo>
                <a:lnTo>
                  <a:pt x="1036" y="342"/>
                </a:lnTo>
                <a:lnTo>
                  <a:pt x="1036" y="353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8" name=""/>
          <p:cNvSpPr/>
          <p:nvPr/>
        </p:nvSpPr>
        <p:spPr>
          <a:xfrm>
            <a:off x="7871760" y="2809440"/>
            <a:ext cx="375840" cy="255960"/>
          </a:xfrm>
          <a:custGeom>
            <a:avLst/>
            <a:gdLst/>
            <a:ahLst/>
            <a:rect l="0" t="0" r="r" b="b"/>
            <a:pathLst>
              <a:path w="1044" h="711">
                <a:moveTo>
                  <a:pt x="1040" y="356"/>
                </a:moveTo>
                <a:lnTo>
                  <a:pt x="1040" y="344"/>
                </a:lnTo>
                <a:lnTo>
                  <a:pt x="1039" y="333"/>
                </a:lnTo>
                <a:lnTo>
                  <a:pt x="1038" y="322"/>
                </a:lnTo>
                <a:lnTo>
                  <a:pt x="1036" y="311"/>
                </a:lnTo>
                <a:lnTo>
                  <a:pt x="1034" y="300"/>
                </a:lnTo>
                <a:lnTo>
                  <a:pt x="1031" y="289"/>
                </a:lnTo>
                <a:lnTo>
                  <a:pt x="1028" y="278"/>
                </a:lnTo>
                <a:lnTo>
                  <a:pt x="1024" y="268"/>
                </a:lnTo>
                <a:lnTo>
                  <a:pt x="1020" y="257"/>
                </a:lnTo>
                <a:lnTo>
                  <a:pt x="1015" y="246"/>
                </a:lnTo>
                <a:lnTo>
                  <a:pt x="1010" y="236"/>
                </a:lnTo>
                <a:lnTo>
                  <a:pt x="1004" y="226"/>
                </a:lnTo>
                <a:lnTo>
                  <a:pt x="998" y="215"/>
                </a:lnTo>
                <a:lnTo>
                  <a:pt x="991" y="205"/>
                </a:lnTo>
                <a:lnTo>
                  <a:pt x="984" y="195"/>
                </a:lnTo>
                <a:lnTo>
                  <a:pt x="976" y="186"/>
                </a:lnTo>
                <a:lnTo>
                  <a:pt x="968" y="176"/>
                </a:lnTo>
                <a:lnTo>
                  <a:pt x="960" y="166"/>
                </a:lnTo>
                <a:lnTo>
                  <a:pt x="951" y="157"/>
                </a:lnTo>
                <a:lnTo>
                  <a:pt x="941" y="148"/>
                </a:lnTo>
                <a:lnTo>
                  <a:pt x="932" y="139"/>
                </a:lnTo>
                <a:lnTo>
                  <a:pt x="921" y="131"/>
                </a:lnTo>
                <a:lnTo>
                  <a:pt x="911" y="122"/>
                </a:lnTo>
                <a:lnTo>
                  <a:pt x="900" y="114"/>
                </a:lnTo>
                <a:lnTo>
                  <a:pt x="889" y="106"/>
                </a:lnTo>
                <a:lnTo>
                  <a:pt x="877" y="98"/>
                </a:lnTo>
                <a:lnTo>
                  <a:pt x="865" y="91"/>
                </a:lnTo>
                <a:lnTo>
                  <a:pt x="852" y="84"/>
                </a:lnTo>
                <a:lnTo>
                  <a:pt x="840" y="77"/>
                </a:lnTo>
                <a:lnTo>
                  <a:pt x="827" y="70"/>
                </a:lnTo>
                <a:lnTo>
                  <a:pt x="813" y="64"/>
                </a:lnTo>
                <a:lnTo>
                  <a:pt x="800" y="58"/>
                </a:lnTo>
                <a:lnTo>
                  <a:pt x="786" y="52"/>
                </a:lnTo>
                <a:lnTo>
                  <a:pt x="772" y="47"/>
                </a:lnTo>
                <a:lnTo>
                  <a:pt x="757" y="41"/>
                </a:lnTo>
                <a:lnTo>
                  <a:pt x="743" y="36"/>
                </a:lnTo>
                <a:lnTo>
                  <a:pt x="728" y="32"/>
                </a:lnTo>
                <a:lnTo>
                  <a:pt x="713" y="28"/>
                </a:lnTo>
                <a:lnTo>
                  <a:pt x="698" y="24"/>
                </a:lnTo>
                <a:lnTo>
                  <a:pt x="682" y="20"/>
                </a:lnTo>
                <a:lnTo>
                  <a:pt x="667" y="17"/>
                </a:lnTo>
                <a:lnTo>
                  <a:pt x="651" y="14"/>
                </a:lnTo>
                <a:lnTo>
                  <a:pt x="635" y="11"/>
                </a:lnTo>
                <a:lnTo>
                  <a:pt x="619" y="9"/>
                </a:lnTo>
                <a:lnTo>
                  <a:pt x="603" y="7"/>
                </a:lnTo>
                <a:lnTo>
                  <a:pt x="587" y="6"/>
                </a:lnTo>
                <a:lnTo>
                  <a:pt x="571" y="5"/>
                </a:lnTo>
                <a:lnTo>
                  <a:pt x="555" y="4"/>
                </a:lnTo>
                <a:lnTo>
                  <a:pt x="539" y="3"/>
                </a:lnTo>
                <a:lnTo>
                  <a:pt x="521" y="3"/>
                </a:lnTo>
                <a:lnTo>
                  <a:pt x="505" y="3"/>
                </a:lnTo>
                <a:lnTo>
                  <a:pt x="489" y="4"/>
                </a:lnTo>
                <a:lnTo>
                  <a:pt x="473" y="5"/>
                </a:lnTo>
                <a:lnTo>
                  <a:pt x="457" y="6"/>
                </a:lnTo>
                <a:lnTo>
                  <a:pt x="441" y="7"/>
                </a:lnTo>
                <a:lnTo>
                  <a:pt x="424" y="9"/>
                </a:lnTo>
                <a:lnTo>
                  <a:pt x="409" y="11"/>
                </a:lnTo>
                <a:lnTo>
                  <a:pt x="393" y="14"/>
                </a:lnTo>
                <a:lnTo>
                  <a:pt x="377" y="17"/>
                </a:lnTo>
                <a:lnTo>
                  <a:pt x="362" y="20"/>
                </a:lnTo>
                <a:lnTo>
                  <a:pt x="346" y="24"/>
                </a:lnTo>
                <a:lnTo>
                  <a:pt x="331" y="28"/>
                </a:lnTo>
                <a:lnTo>
                  <a:pt x="316" y="32"/>
                </a:lnTo>
                <a:lnTo>
                  <a:pt x="301" y="36"/>
                </a:lnTo>
                <a:lnTo>
                  <a:pt x="286" y="41"/>
                </a:lnTo>
                <a:lnTo>
                  <a:pt x="272" y="47"/>
                </a:lnTo>
                <a:lnTo>
                  <a:pt x="258" y="52"/>
                </a:lnTo>
                <a:lnTo>
                  <a:pt x="244" y="58"/>
                </a:lnTo>
                <a:lnTo>
                  <a:pt x="231" y="64"/>
                </a:lnTo>
                <a:lnTo>
                  <a:pt x="217" y="70"/>
                </a:lnTo>
                <a:lnTo>
                  <a:pt x="204" y="77"/>
                </a:lnTo>
                <a:lnTo>
                  <a:pt x="192" y="84"/>
                </a:lnTo>
                <a:lnTo>
                  <a:pt x="179" y="91"/>
                </a:lnTo>
                <a:lnTo>
                  <a:pt x="167" y="98"/>
                </a:lnTo>
                <a:lnTo>
                  <a:pt x="155" y="106"/>
                </a:lnTo>
                <a:lnTo>
                  <a:pt x="144" y="114"/>
                </a:lnTo>
                <a:lnTo>
                  <a:pt x="133" y="122"/>
                </a:lnTo>
                <a:lnTo>
                  <a:pt x="123" y="131"/>
                </a:lnTo>
                <a:lnTo>
                  <a:pt x="112" y="139"/>
                </a:lnTo>
                <a:lnTo>
                  <a:pt x="103" y="148"/>
                </a:lnTo>
                <a:lnTo>
                  <a:pt x="93" y="157"/>
                </a:lnTo>
                <a:lnTo>
                  <a:pt x="84" y="166"/>
                </a:lnTo>
                <a:lnTo>
                  <a:pt x="76" y="176"/>
                </a:lnTo>
                <a:lnTo>
                  <a:pt x="68" y="186"/>
                </a:lnTo>
                <a:lnTo>
                  <a:pt x="60" y="195"/>
                </a:lnTo>
                <a:lnTo>
                  <a:pt x="53" y="205"/>
                </a:lnTo>
                <a:lnTo>
                  <a:pt x="46" y="215"/>
                </a:lnTo>
                <a:lnTo>
                  <a:pt x="40" y="226"/>
                </a:lnTo>
                <a:lnTo>
                  <a:pt x="34" y="236"/>
                </a:lnTo>
                <a:lnTo>
                  <a:pt x="29" y="246"/>
                </a:lnTo>
                <a:lnTo>
                  <a:pt x="24" y="257"/>
                </a:lnTo>
                <a:lnTo>
                  <a:pt x="20" y="268"/>
                </a:lnTo>
                <a:lnTo>
                  <a:pt x="16" y="278"/>
                </a:lnTo>
                <a:lnTo>
                  <a:pt x="13" y="289"/>
                </a:lnTo>
                <a:lnTo>
                  <a:pt x="10" y="300"/>
                </a:lnTo>
                <a:lnTo>
                  <a:pt x="8" y="311"/>
                </a:lnTo>
                <a:lnTo>
                  <a:pt x="6" y="322"/>
                </a:lnTo>
                <a:lnTo>
                  <a:pt x="5" y="333"/>
                </a:lnTo>
                <a:lnTo>
                  <a:pt x="4" y="344"/>
                </a:lnTo>
                <a:lnTo>
                  <a:pt x="4" y="356"/>
                </a:lnTo>
                <a:lnTo>
                  <a:pt x="4" y="367"/>
                </a:lnTo>
                <a:lnTo>
                  <a:pt x="5" y="378"/>
                </a:lnTo>
                <a:lnTo>
                  <a:pt x="6" y="389"/>
                </a:lnTo>
                <a:lnTo>
                  <a:pt x="8" y="400"/>
                </a:lnTo>
                <a:lnTo>
                  <a:pt x="10" y="411"/>
                </a:lnTo>
                <a:lnTo>
                  <a:pt x="13" y="422"/>
                </a:lnTo>
                <a:lnTo>
                  <a:pt x="16" y="433"/>
                </a:lnTo>
                <a:lnTo>
                  <a:pt x="20" y="444"/>
                </a:lnTo>
                <a:lnTo>
                  <a:pt x="24" y="455"/>
                </a:lnTo>
                <a:lnTo>
                  <a:pt x="29" y="465"/>
                </a:lnTo>
                <a:lnTo>
                  <a:pt x="34" y="476"/>
                </a:lnTo>
                <a:lnTo>
                  <a:pt x="40" y="486"/>
                </a:lnTo>
                <a:lnTo>
                  <a:pt x="46" y="496"/>
                </a:lnTo>
                <a:lnTo>
                  <a:pt x="53" y="506"/>
                </a:lnTo>
                <a:lnTo>
                  <a:pt x="60" y="516"/>
                </a:lnTo>
                <a:lnTo>
                  <a:pt x="68" y="526"/>
                </a:lnTo>
                <a:lnTo>
                  <a:pt x="76" y="536"/>
                </a:lnTo>
                <a:lnTo>
                  <a:pt x="84" y="545"/>
                </a:lnTo>
                <a:lnTo>
                  <a:pt x="93" y="554"/>
                </a:lnTo>
                <a:lnTo>
                  <a:pt x="103" y="563"/>
                </a:lnTo>
                <a:lnTo>
                  <a:pt x="112" y="572"/>
                </a:lnTo>
                <a:lnTo>
                  <a:pt x="123" y="581"/>
                </a:lnTo>
                <a:lnTo>
                  <a:pt x="133" y="589"/>
                </a:lnTo>
                <a:lnTo>
                  <a:pt x="144" y="597"/>
                </a:lnTo>
                <a:lnTo>
                  <a:pt x="155" y="605"/>
                </a:lnTo>
                <a:lnTo>
                  <a:pt x="167" y="613"/>
                </a:lnTo>
                <a:lnTo>
                  <a:pt x="179" y="621"/>
                </a:lnTo>
                <a:lnTo>
                  <a:pt x="192" y="628"/>
                </a:lnTo>
                <a:lnTo>
                  <a:pt x="204" y="635"/>
                </a:lnTo>
                <a:lnTo>
                  <a:pt x="217" y="641"/>
                </a:lnTo>
                <a:lnTo>
                  <a:pt x="231" y="648"/>
                </a:lnTo>
                <a:lnTo>
                  <a:pt x="244" y="654"/>
                </a:lnTo>
                <a:lnTo>
                  <a:pt x="258" y="659"/>
                </a:lnTo>
                <a:lnTo>
                  <a:pt x="272" y="665"/>
                </a:lnTo>
                <a:lnTo>
                  <a:pt x="286" y="670"/>
                </a:lnTo>
                <a:lnTo>
                  <a:pt x="301" y="675"/>
                </a:lnTo>
                <a:lnTo>
                  <a:pt x="316" y="680"/>
                </a:lnTo>
                <a:lnTo>
                  <a:pt x="331" y="684"/>
                </a:lnTo>
                <a:lnTo>
                  <a:pt x="346" y="688"/>
                </a:lnTo>
                <a:lnTo>
                  <a:pt x="362" y="691"/>
                </a:lnTo>
                <a:lnTo>
                  <a:pt x="377" y="695"/>
                </a:lnTo>
                <a:lnTo>
                  <a:pt x="393" y="697"/>
                </a:lnTo>
                <a:lnTo>
                  <a:pt x="409" y="700"/>
                </a:lnTo>
                <a:lnTo>
                  <a:pt x="424" y="702"/>
                </a:lnTo>
                <a:lnTo>
                  <a:pt x="441" y="704"/>
                </a:lnTo>
                <a:lnTo>
                  <a:pt x="457" y="706"/>
                </a:lnTo>
                <a:lnTo>
                  <a:pt x="473" y="707"/>
                </a:lnTo>
                <a:lnTo>
                  <a:pt x="489" y="708"/>
                </a:lnTo>
                <a:lnTo>
                  <a:pt x="505" y="708"/>
                </a:lnTo>
                <a:lnTo>
                  <a:pt x="521" y="709"/>
                </a:lnTo>
                <a:lnTo>
                  <a:pt x="539" y="708"/>
                </a:lnTo>
                <a:lnTo>
                  <a:pt x="555" y="708"/>
                </a:lnTo>
                <a:lnTo>
                  <a:pt x="571" y="707"/>
                </a:lnTo>
                <a:lnTo>
                  <a:pt x="587" y="706"/>
                </a:lnTo>
                <a:lnTo>
                  <a:pt x="603" y="704"/>
                </a:lnTo>
                <a:lnTo>
                  <a:pt x="619" y="702"/>
                </a:lnTo>
                <a:lnTo>
                  <a:pt x="635" y="700"/>
                </a:lnTo>
                <a:lnTo>
                  <a:pt x="651" y="697"/>
                </a:lnTo>
                <a:lnTo>
                  <a:pt x="667" y="695"/>
                </a:lnTo>
                <a:lnTo>
                  <a:pt x="682" y="691"/>
                </a:lnTo>
                <a:lnTo>
                  <a:pt x="698" y="688"/>
                </a:lnTo>
                <a:lnTo>
                  <a:pt x="713" y="684"/>
                </a:lnTo>
                <a:lnTo>
                  <a:pt x="728" y="680"/>
                </a:lnTo>
                <a:lnTo>
                  <a:pt x="743" y="675"/>
                </a:lnTo>
                <a:lnTo>
                  <a:pt x="757" y="670"/>
                </a:lnTo>
                <a:lnTo>
                  <a:pt x="772" y="665"/>
                </a:lnTo>
                <a:lnTo>
                  <a:pt x="786" y="659"/>
                </a:lnTo>
                <a:lnTo>
                  <a:pt x="800" y="654"/>
                </a:lnTo>
                <a:lnTo>
                  <a:pt x="813" y="648"/>
                </a:lnTo>
                <a:lnTo>
                  <a:pt x="827" y="641"/>
                </a:lnTo>
                <a:lnTo>
                  <a:pt x="840" y="635"/>
                </a:lnTo>
                <a:lnTo>
                  <a:pt x="852" y="628"/>
                </a:lnTo>
                <a:lnTo>
                  <a:pt x="865" y="621"/>
                </a:lnTo>
                <a:lnTo>
                  <a:pt x="877" y="613"/>
                </a:lnTo>
                <a:lnTo>
                  <a:pt x="889" y="605"/>
                </a:lnTo>
                <a:lnTo>
                  <a:pt x="900" y="597"/>
                </a:lnTo>
                <a:lnTo>
                  <a:pt x="911" y="589"/>
                </a:lnTo>
                <a:lnTo>
                  <a:pt x="921" y="581"/>
                </a:lnTo>
                <a:lnTo>
                  <a:pt x="932" y="572"/>
                </a:lnTo>
                <a:lnTo>
                  <a:pt x="941" y="563"/>
                </a:lnTo>
                <a:lnTo>
                  <a:pt x="951" y="554"/>
                </a:lnTo>
                <a:lnTo>
                  <a:pt x="960" y="545"/>
                </a:lnTo>
                <a:lnTo>
                  <a:pt x="968" y="536"/>
                </a:lnTo>
                <a:lnTo>
                  <a:pt x="976" y="526"/>
                </a:lnTo>
                <a:lnTo>
                  <a:pt x="984" y="516"/>
                </a:lnTo>
                <a:lnTo>
                  <a:pt x="991" y="506"/>
                </a:lnTo>
                <a:lnTo>
                  <a:pt x="998" y="496"/>
                </a:lnTo>
                <a:lnTo>
                  <a:pt x="1004" y="486"/>
                </a:lnTo>
                <a:lnTo>
                  <a:pt x="1010" y="476"/>
                </a:lnTo>
                <a:lnTo>
                  <a:pt x="1015" y="465"/>
                </a:lnTo>
                <a:lnTo>
                  <a:pt x="1020" y="455"/>
                </a:lnTo>
                <a:lnTo>
                  <a:pt x="1024" y="444"/>
                </a:lnTo>
                <a:lnTo>
                  <a:pt x="1028" y="433"/>
                </a:lnTo>
                <a:lnTo>
                  <a:pt x="1031" y="422"/>
                </a:lnTo>
                <a:lnTo>
                  <a:pt x="1034" y="411"/>
                </a:lnTo>
                <a:lnTo>
                  <a:pt x="1036" y="400"/>
                </a:lnTo>
                <a:lnTo>
                  <a:pt x="1038" y="389"/>
                </a:lnTo>
                <a:lnTo>
                  <a:pt x="1039" y="378"/>
                </a:lnTo>
                <a:lnTo>
                  <a:pt x="1040" y="367"/>
                </a:lnTo>
                <a:lnTo>
                  <a:pt x="1040" y="356"/>
                </a:lnTo>
                <a:moveTo>
                  <a:pt x="1044" y="356"/>
                </a:moveTo>
                <a:lnTo>
                  <a:pt x="1044" y="367"/>
                </a:lnTo>
                <a:lnTo>
                  <a:pt x="1043" y="379"/>
                </a:lnTo>
                <a:lnTo>
                  <a:pt x="1042" y="390"/>
                </a:lnTo>
                <a:lnTo>
                  <a:pt x="1040" y="401"/>
                </a:lnTo>
                <a:lnTo>
                  <a:pt x="1038" y="412"/>
                </a:lnTo>
                <a:lnTo>
                  <a:pt x="1035" y="423"/>
                </a:lnTo>
                <a:lnTo>
                  <a:pt x="1031" y="434"/>
                </a:lnTo>
                <a:lnTo>
                  <a:pt x="1028" y="444"/>
                </a:lnTo>
                <a:lnTo>
                  <a:pt x="1023" y="455"/>
                </a:lnTo>
                <a:lnTo>
                  <a:pt x="1018" y="466"/>
                </a:lnTo>
                <a:lnTo>
                  <a:pt x="1013" y="476"/>
                </a:lnTo>
                <a:lnTo>
                  <a:pt x="1007" y="487"/>
                </a:lnTo>
                <a:lnTo>
                  <a:pt x="1001" y="497"/>
                </a:lnTo>
                <a:lnTo>
                  <a:pt x="994" y="507"/>
                </a:lnTo>
                <a:lnTo>
                  <a:pt x="987" y="517"/>
                </a:lnTo>
                <a:lnTo>
                  <a:pt x="979" y="527"/>
                </a:lnTo>
                <a:lnTo>
                  <a:pt x="971" y="537"/>
                </a:lnTo>
                <a:lnTo>
                  <a:pt x="963" y="546"/>
                </a:lnTo>
                <a:lnTo>
                  <a:pt x="954" y="556"/>
                </a:lnTo>
                <a:lnTo>
                  <a:pt x="944" y="565"/>
                </a:lnTo>
                <a:lnTo>
                  <a:pt x="935" y="574"/>
                </a:lnTo>
                <a:lnTo>
                  <a:pt x="924" y="582"/>
                </a:lnTo>
                <a:lnTo>
                  <a:pt x="914" y="591"/>
                </a:lnTo>
                <a:lnTo>
                  <a:pt x="903" y="599"/>
                </a:lnTo>
                <a:lnTo>
                  <a:pt x="891" y="607"/>
                </a:lnTo>
                <a:lnTo>
                  <a:pt x="879" y="615"/>
                </a:lnTo>
                <a:lnTo>
                  <a:pt x="867" y="622"/>
                </a:lnTo>
                <a:lnTo>
                  <a:pt x="855" y="630"/>
                </a:lnTo>
                <a:lnTo>
                  <a:pt x="842" y="637"/>
                </a:lnTo>
                <a:lnTo>
                  <a:pt x="829" y="643"/>
                </a:lnTo>
                <a:lnTo>
                  <a:pt x="816" y="650"/>
                </a:lnTo>
                <a:lnTo>
                  <a:pt x="802" y="656"/>
                </a:lnTo>
                <a:lnTo>
                  <a:pt x="788" y="662"/>
                </a:lnTo>
                <a:lnTo>
                  <a:pt x="774" y="667"/>
                </a:lnTo>
                <a:lnTo>
                  <a:pt x="759" y="672"/>
                </a:lnTo>
                <a:lnTo>
                  <a:pt x="745" y="677"/>
                </a:lnTo>
                <a:lnTo>
                  <a:pt x="730" y="682"/>
                </a:lnTo>
                <a:lnTo>
                  <a:pt x="714" y="686"/>
                </a:lnTo>
                <a:lnTo>
                  <a:pt x="699" y="690"/>
                </a:lnTo>
                <a:lnTo>
                  <a:pt x="684" y="694"/>
                </a:lnTo>
                <a:lnTo>
                  <a:pt x="668" y="697"/>
                </a:lnTo>
                <a:lnTo>
                  <a:pt x="652" y="700"/>
                </a:lnTo>
                <a:lnTo>
                  <a:pt x="636" y="703"/>
                </a:lnTo>
                <a:lnTo>
                  <a:pt x="620" y="705"/>
                </a:lnTo>
                <a:lnTo>
                  <a:pt x="604" y="707"/>
                </a:lnTo>
                <a:lnTo>
                  <a:pt x="588" y="708"/>
                </a:lnTo>
                <a:lnTo>
                  <a:pt x="572" y="710"/>
                </a:lnTo>
                <a:lnTo>
                  <a:pt x="555" y="710"/>
                </a:lnTo>
                <a:lnTo>
                  <a:pt x="539" y="711"/>
                </a:lnTo>
                <a:lnTo>
                  <a:pt x="521" y="711"/>
                </a:lnTo>
                <a:lnTo>
                  <a:pt x="505" y="711"/>
                </a:lnTo>
                <a:lnTo>
                  <a:pt x="489" y="710"/>
                </a:lnTo>
                <a:lnTo>
                  <a:pt x="472" y="710"/>
                </a:lnTo>
                <a:lnTo>
                  <a:pt x="456" y="708"/>
                </a:lnTo>
                <a:lnTo>
                  <a:pt x="440" y="707"/>
                </a:lnTo>
                <a:lnTo>
                  <a:pt x="424" y="705"/>
                </a:lnTo>
                <a:lnTo>
                  <a:pt x="408" y="703"/>
                </a:lnTo>
                <a:lnTo>
                  <a:pt x="392" y="700"/>
                </a:lnTo>
                <a:lnTo>
                  <a:pt x="376" y="697"/>
                </a:lnTo>
                <a:lnTo>
                  <a:pt x="360" y="694"/>
                </a:lnTo>
                <a:lnTo>
                  <a:pt x="345" y="690"/>
                </a:lnTo>
                <a:lnTo>
                  <a:pt x="330" y="686"/>
                </a:lnTo>
                <a:lnTo>
                  <a:pt x="314" y="682"/>
                </a:lnTo>
                <a:lnTo>
                  <a:pt x="299" y="677"/>
                </a:lnTo>
                <a:lnTo>
                  <a:pt x="285" y="672"/>
                </a:lnTo>
                <a:lnTo>
                  <a:pt x="270" y="667"/>
                </a:lnTo>
                <a:lnTo>
                  <a:pt x="256" y="662"/>
                </a:lnTo>
                <a:lnTo>
                  <a:pt x="242" y="656"/>
                </a:lnTo>
                <a:lnTo>
                  <a:pt x="228" y="650"/>
                </a:lnTo>
                <a:lnTo>
                  <a:pt x="215" y="643"/>
                </a:lnTo>
                <a:lnTo>
                  <a:pt x="202" y="637"/>
                </a:lnTo>
                <a:lnTo>
                  <a:pt x="189" y="630"/>
                </a:lnTo>
                <a:lnTo>
                  <a:pt x="177" y="622"/>
                </a:lnTo>
                <a:lnTo>
                  <a:pt x="165" y="615"/>
                </a:lnTo>
                <a:lnTo>
                  <a:pt x="153" y="607"/>
                </a:lnTo>
                <a:lnTo>
                  <a:pt x="141" y="599"/>
                </a:lnTo>
                <a:lnTo>
                  <a:pt x="130" y="591"/>
                </a:lnTo>
                <a:lnTo>
                  <a:pt x="120" y="582"/>
                </a:lnTo>
                <a:lnTo>
                  <a:pt x="109" y="574"/>
                </a:lnTo>
                <a:lnTo>
                  <a:pt x="100" y="565"/>
                </a:lnTo>
                <a:lnTo>
                  <a:pt x="90" y="556"/>
                </a:lnTo>
                <a:lnTo>
                  <a:pt x="81" y="546"/>
                </a:lnTo>
                <a:lnTo>
                  <a:pt x="73" y="537"/>
                </a:lnTo>
                <a:lnTo>
                  <a:pt x="65" y="527"/>
                </a:lnTo>
                <a:lnTo>
                  <a:pt x="57" y="517"/>
                </a:lnTo>
                <a:lnTo>
                  <a:pt x="50" y="507"/>
                </a:lnTo>
                <a:lnTo>
                  <a:pt x="43" y="497"/>
                </a:lnTo>
                <a:lnTo>
                  <a:pt x="37" y="487"/>
                </a:lnTo>
                <a:lnTo>
                  <a:pt x="31" y="476"/>
                </a:lnTo>
                <a:lnTo>
                  <a:pt x="26" y="466"/>
                </a:lnTo>
                <a:lnTo>
                  <a:pt x="21" y="455"/>
                </a:lnTo>
                <a:lnTo>
                  <a:pt x="16" y="444"/>
                </a:lnTo>
                <a:lnTo>
                  <a:pt x="13" y="434"/>
                </a:lnTo>
                <a:lnTo>
                  <a:pt x="9" y="423"/>
                </a:lnTo>
                <a:lnTo>
                  <a:pt x="6" y="412"/>
                </a:lnTo>
                <a:lnTo>
                  <a:pt x="4" y="401"/>
                </a:lnTo>
                <a:lnTo>
                  <a:pt x="2" y="390"/>
                </a:lnTo>
                <a:lnTo>
                  <a:pt x="1" y="379"/>
                </a:lnTo>
                <a:lnTo>
                  <a:pt x="0" y="367"/>
                </a:lnTo>
                <a:lnTo>
                  <a:pt x="0" y="356"/>
                </a:lnTo>
                <a:lnTo>
                  <a:pt x="0" y="344"/>
                </a:lnTo>
                <a:lnTo>
                  <a:pt x="1" y="333"/>
                </a:lnTo>
                <a:lnTo>
                  <a:pt x="2" y="322"/>
                </a:lnTo>
                <a:lnTo>
                  <a:pt x="4" y="311"/>
                </a:lnTo>
                <a:lnTo>
                  <a:pt x="6" y="300"/>
                </a:lnTo>
                <a:lnTo>
                  <a:pt x="9" y="289"/>
                </a:lnTo>
                <a:lnTo>
                  <a:pt x="13" y="278"/>
                </a:lnTo>
                <a:lnTo>
                  <a:pt x="16" y="267"/>
                </a:lnTo>
                <a:lnTo>
                  <a:pt x="21" y="256"/>
                </a:lnTo>
                <a:lnTo>
                  <a:pt x="26" y="246"/>
                </a:lnTo>
                <a:lnTo>
                  <a:pt x="31" y="235"/>
                </a:lnTo>
                <a:lnTo>
                  <a:pt x="37" y="225"/>
                </a:lnTo>
                <a:lnTo>
                  <a:pt x="43" y="214"/>
                </a:lnTo>
                <a:lnTo>
                  <a:pt x="50" y="204"/>
                </a:lnTo>
                <a:lnTo>
                  <a:pt x="57" y="194"/>
                </a:lnTo>
                <a:lnTo>
                  <a:pt x="65" y="184"/>
                </a:lnTo>
                <a:lnTo>
                  <a:pt x="73" y="175"/>
                </a:lnTo>
                <a:lnTo>
                  <a:pt x="81" y="165"/>
                </a:lnTo>
                <a:lnTo>
                  <a:pt x="90" y="156"/>
                </a:lnTo>
                <a:lnTo>
                  <a:pt x="100" y="147"/>
                </a:lnTo>
                <a:lnTo>
                  <a:pt x="109" y="138"/>
                </a:lnTo>
                <a:lnTo>
                  <a:pt x="120" y="129"/>
                </a:lnTo>
                <a:lnTo>
                  <a:pt x="130" y="121"/>
                </a:lnTo>
                <a:lnTo>
                  <a:pt x="141" y="112"/>
                </a:lnTo>
                <a:lnTo>
                  <a:pt x="153" y="104"/>
                </a:lnTo>
                <a:lnTo>
                  <a:pt x="165" y="97"/>
                </a:lnTo>
                <a:lnTo>
                  <a:pt x="177" y="89"/>
                </a:lnTo>
                <a:lnTo>
                  <a:pt x="189" y="82"/>
                </a:lnTo>
                <a:lnTo>
                  <a:pt x="202" y="75"/>
                </a:lnTo>
                <a:lnTo>
                  <a:pt x="215" y="68"/>
                </a:lnTo>
                <a:lnTo>
                  <a:pt x="228" y="62"/>
                </a:lnTo>
                <a:lnTo>
                  <a:pt x="242" y="56"/>
                </a:lnTo>
                <a:lnTo>
                  <a:pt x="256" y="50"/>
                </a:lnTo>
                <a:lnTo>
                  <a:pt x="270" y="44"/>
                </a:lnTo>
                <a:lnTo>
                  <a:pt x="285" y="39"/>
                </a:lnTo>
                <a:lnTo>
                  <a:pt x="299" y="34"/>
                </a:lnTo>
                <a:lnTo>
                  <a:pt x="314" y="30"/>
                </a:lnTo>
                <a:lnTo>
                  <a:pt x="330" y="25"/>
                </a:lnTo>
                <a:lnTo>
                  <a:pt x="345" y="21"/>
                </a:lnTo>
                <a:lnTo>
                  <a:pt x="360" y="18"/>
                </a:lnTo>
                <a:lnTo>
                  <a:pt x="376" y="14"/>
                </a:lnTo>
                <a:lnTo>
                  <a:pt x="392" y="12"/>
                </a:lnTo>
                <a:lnTo>
                  <a:pt x="408" y="9"/>
                </a:lnTo>
                <a:lnTo>
                  <a:pt x="424" y="7"/>
                </a:lnTo>
                <a:lnTo>
                  <a:pt x="440" y="5"/>
                </a:lnTo>
                <a:lnTo>
                  <a:pt x="456" y="3"/>
                </a:lnTo>
                <a:lnTo>
                  <a:pt x="472" y="2"/>
                </a:lnTo>
                <a:lnTo>
                  <a:pt x="489" y="1"/>
                </a:lnTo>
                <a:lnTo>
                  <a:pt x="505" y="1"/>
                </a:lnTo>
                <a:lnTo>
                  <a:pt x="521" y="0"/>
                </a:lnTo>
                <a:lnTo>
                  <a:pt x="539" y="1"/>
                </a:lnTo>
                <a:lnTo>
                  <a:pt x="555" y="1"/>
                </a:lnTo>
                <a:lnTo>
                  <a:pt x="572" y="2"/>
                </a:lnTo>
                <a:lnTo>
                  <a:pt x="588" y="3"/>
                </a:lnTo>
                <a:lnTo>
                  <a:pt x="604" y="5"/>
                </a:lnTo>
                <a:lnTo>
                  <a:pt x="620" y="7"/>
                </a:lnTo>
                <a:lnTo>
                  <a:pt x="636" y="9"/>
                </a:lnTo>
                <a:lnTo>
                  <a:pt x="652" y="12"/>
                </a:lnTo>
                <a:lnTo>
                  <a:pt x="668" y="14"/>
                </a:lnTo>
                <a:lnTo>
                  <a:pt x="684" y="18"/>
                </a:lnTo>
                <a:lnTo>
                  <a:pt x="699" y="21"/>
                </a:lnTo>
                <a:lnTo>
                  <a:pt x="714" y="25"/>
                </a:lnTo>
                <a:lnTo>
                  <a:pt x="730" y="30"/>
                </a:lnTo>
                <a:lnTo>
                  <a:pt x="745" y="34"/>
                </a:lnTo>
                <a:lnTo>
                  <a:pt x="759" y="39"/>
                </a:lnTo>
                <a:lnTo>
                  <a:pt x="774" y="44"/>
                </a:lnTo>
                <a:lnTo>
                  <a:pt x="788" y="50"/>
                </a:lnTo>
                <a:lnTo>
                  <a:pt x="802" y="56"/>
                </a:lnTo>
                <a:lnTo>
                  <a:pt x="816" y="62"/>
                </a:lnTo>
                <a:lnTo>
                  <a:pt x="829" y="68"/>
                </a:lnTo>
                <a:lnTo>
                  <a:pt x="842" y="75"/>
                </a:lnTo>
                <a:lnTo>
                  <a:pt x="855" y="82"/>
                </a:lnTo>
                <a:lnTo>
                  <a:pt x="867" y="89"/>
                </a:lnTo>
                <a:lnTo>
                  <a:pt x="879" y="97"/>
                </a:lnTo>
                <a:lnTo>
                  <a:pt x="891" y="104"/>
                </a:lnTo>
                <a:lnTo>
                  <a:pt x="903" y="112"/>
                </a:lnTo>
                <a:lnTo>
                  <a:pt x="914" y="121"/>
                </a:lnTo>
                <a:lnTo>
                  <a:pt x="924" y="129"/>
                </a:lnTo>
                <a:lnTo>
                  <a:pt x="935" y="138"/>
                </a:lnTo>
                <a:lnTo>
                  <a:pt x="944" y="147"/>
                </a:lnTo>
                <a:lnTo>
                  <a:pt x="954" y="156"/>
                </a:lnTo>
                <a:lnTo>
                  <a:pt x="963" y="165"/>
                </a:lnTo>
                <a:lnTo>
                  <a:pt x="971" y="175"/>
                </a:lnTo>
                <a:lnTo>
                  <a:pt x="979" y="184"/>
                </a:lnTo>
                <a:lnTo>
                  <a:pt x="987" y="194"/>
                </a:lnTo>
                <a:lnTo>
                  <a:pt x="994" y="204"/>
                </a:lnTo>
                <a:lnTo>
                  <a:pt x="1001" y="214"/>
                </a:lnTo>
                <a:lnTo>
                  <a:pt x="1007" y="225"/>
                </a:lnTo>
                <a:lnTo>
                  <a:pt x="1013" y="235"/>
                </a:lnTo>
                <a:lnTo>
                  <a:pt x="1018" y="246"/>
                </a:lnTo>
                <a:lnTo>
                  <a:pt x="1023" y="256"/>
                </a:lnTo>
                <a:lnTo>
                  <a:pt x="1028" y="267"/>
                </a:lnTo>
                <a:lnTo>
                  <a:pt x="1031" y="278"/>
                </a:lnTo>
                <a:lnTo>
                  <a:pt x="1035" y="289"/>
                </a:lnTo>
                <a:lnTo>
                  <a:pt x="1038" y="300"/>
                </a:lnTo>
                <a:lnTo>
                  <a:pt x="1040" y="311"/>
                </a:lnTo>
                <a:lnTo>
                  <a:pt x="1042" y="322"/>
                </a:lnTo>
                <a:lnTo>
                  <a:pt x="1043" y="333"/>
                </a:lnTo>
                <a:lnTo>
                  <a:pt x="1044" y="344"/>
                </a:lnTo>
                <a:lnTo>
                  <a:pt x="1044" y="356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49" name=""/>
          <p:cNvSpPr/>
          <p:nvPr/>
        </p:nvSpPr>
        <p:spPr>
          <a:xfrm>
            <a:off x="7867800" y="2806920"/>
            <a:ext cx="383760" cy="261360"/>
          </a:xfrm>
          <a:custGeom>
            <a:avLst/>
            <a:gdLst/>
            <a:ahLst/>
            <a:rect l="0" t="0" r="r" b="b"/>
            <a:pathLst>
              <a:path w="1066" h="726">
                <a:moveTo>
                  <a:pt x="1055" y="362"/>
                </a:moveTo>
                <a:lnTo>
                  <a:pt x="1055" y="351"/>
                </a:lnTo>
                <a:lnTo>
                  <a:pt x="1054" y="340"/>
                </a:lnTo>
                <a:lnTo>
                  <a:pt x="1053" y="329"/>
                </a:lnTo>
                <a:lnTo>
                  <a:pt x="1051" y="318"/>
                </a:lnTo>
                <a:lnTo>
                  <a:pt x="1049" y="307"/>
                </a:lnTo>
                <a:lnTo>
                  <a:pt x="1046" y="296"/>
                </a:lnTo>
                <a:lnTo>
                  <a:pt x="1041" y="285"/>
                </a:lnTo>
                <a:lnTo>
                  <a:pt x="1038" y="274"/>
                </a:lnTo>
                <a:lnTo>
                  <a:pt x="1033" y="263"/>
                </a:lnTo>
                <a:lnTo>
                  <a:pt x="1028" y="253"/>
                </a:lnTo>
                <a:lnTo>
                  <a:pt x="1023" y="242"/>
                </a:lnTo>
                <a:lnTo>
                  <a:pt x="1017" y="232"/>
                </a:lnTo>
                <a:lnTo>
                  <a:pt x="1011" y="221"/>
                </a:lnTo>
                <a:lnTo>
                  <a:pt x="1004" y="211"/>
                </a:lnTo>
                <a:lnTo>
                  <a:pt x="997" y="201"/>
                </a:lnTo>
                <a:lnTo>
                  <a:pt x="989" y="191"/>
                </a:lnTo>
                <a:lnTo>
                  <a:pt x="981" y="182"/>
                </a:lnTo>
                <a:lnTo>
                  <a:pt x="973" y="172"/>
                </a:lnTo>
                <a:lnTo>
                  <a:pt x="964" y="163"/>
                </a:lnTo>
                <a:lnTo>
                  <a:pt x="954" y="154"/>
                </a:lnTo>
                <a:lnTo>
                  <a:pt x="945" y="145"/>
                </a:lnTo>
                <a:lnTo>
                  <a:pt x="934" y="136"/>
                </a:lnTo>
                <a:lnTo>
                  <a:pt x="924" y="128"/>
                </a:lnTo>
                <a:lnTo>
                  <a:pt x="913" y="119"/>
                </a:lnTo>
                <a:lnTo>
                  <a:pt x="901" y="111"/>
                </a:lnTo>
                <a:lnTo>
                  <a:pt x="889" y="104"/>
                </a:lnTo>
                <a:lnTo>
                  <a:pt x="877" y="96"/>
                </a:lnTo>
                <a:lnTo>
                  <a:pt x="865" y="89"/>
                </a:lnTo>
                <a:lnTo>
                  <a:pt x="852" y="82"/>
                </a:lnTo>
                <a:lnTo>
                  <a:pt x="839" y="75"/>
                </a:lnTo>
                <a:lnTo>
                  <a:pt x="826" y="69"/>
                </a:lnTo>
                <a:lnTo>
                  <a:pt x="812" y="63"/>
                </a:lnTo>
                <a:lnTo>
                  <a:pt x="798" y="57"/>
                </a:lnTo>
                <a:lnTo>
                  <a:pt x="784" y="51"/>
                </a:lnTo>
                <a:lnTo>
                  <a:pt x="769" y="46"/>
                </a:lnTo>
                <a:lnTo>
                  <a:pt x="755" y="41"/>
                </a:lnTo>
                <a:lnTo>
                  <a:pt x="740" y="37"/>
                </a:lnTo>
                <a:lnTo>
                  <a:pt x="724" y="32"/>
                </a:lnTo>
                <a:lnTo>
                  <a:pt x="709" y="28"/>
                </a:lnTo>
                <a:lnTo>
                  <a:pt x="694" y="25"/>
                </a:lnTo>
                <a:lnTo>
                  <a:pt x="678" y="21"/>
                </a:lnTo>
                <a:lnTo>
                  <a:pt x="662" y="19"/>
                </a:lnTo>
                <a:lnTo>
                  <a:pt x="646" y="16"/>
                </a:lnTo>
                <a:lnTo>
                  <a:pt x="630" y="14"/>
                </a:lnTo>
                <a:lnTo>
                  <a:pt x="614" y="12"/>
                </a:lnTo>
                <a:lnTo>
                  <a:pt x="598" y="10"/>
                </a:lnTo>
                <a:lnTo>
                  <a:pt x="582" y="9"/>
                </a:lnTo>
                <a:lnTo>
                  <a:pt x="565" y="8"/>
                </a:lnTo>
                <a:lnTo>
                  <a:pt x="549" y="8"/>
                </a:lnTo>
                <a:lnTo>
                  <a:pt x="532" y="7"/>
                </a:lnTo>
                <a:lnTo>
                  <a:pt x="516" y="8"/>
                </a:lnTo>
                <a:lnTo>
                  <a:pt x="500" y="8"/>
                </a:lnTo>
                <a:lnTo>
                  <a:pt x="483" y="9"/>
                </a:lnTo>
                <a:lnTo>
                  <a:pt x="467" y="10"/>
                </a:lnTo>
                <a:lnTo>
                  <a:pt x="451" y="12"/>
                </a:lnTo>
                <a:lnTo>
                  <a:pt x="435" y="14"/>
                </a:lnTo>
                <a:lnTo>
                  <a:pt x="419" y="16"/>
                </a:lnTo>
                <a:lnTo>
                  <a:pt x="403" y="19"/>
                </a:lnTo>
                <a:lnTo>
                  <a:pt x="387" y="21"/>
                </a:lnTo>
                <a:lnTo>
                  <a:pt x="371" y="25"/>
                </a:lnTo>
                <a:lnTo>
                  <a:pt x="356" y="28"/>
                </a:lnTo>
                <a:lnTo>
                  <a:pt x="341" y="32"/>
                </a:lnTo>
                <a:lnTo>
                  <a:pt x="325" y="37"/>
                </a:lnTo>
                <a:lnTo>
                  <a:pt x="310" y="41"/>
                </a:lnTo>
                <a:lnTo>
                  <a:pt x="296" y="46"/>
                </a:lnTo>
                <a:lnTo>
                  <a:pt x="281" y="51"/>
                </a:lnTo>
                <a:lnTo>
                  <a:pt x="267" y="57"/>
                </a:lnTo>
                <a:lnTo>
                  <a:pt x="253" y="63"/>
                </a:lnTo>
                <a:lnTo>
                  <a:pt x="239" y="69"/>
                </a:lnTo>
                <a:lnTo>
                  <a:pt x="226" y="75"/>
                </a:lnTo>
                <a:lnTo>
                  <a:pt x="213" y="82"/>
                </a:lnTo>
                <a:lnTo>
                  <a:pt x="200" y="89"/>
                </a:lnTo>
                <a:lnTo>
                  <a:pt x="188" y="96"/>
                </a:lnTo>
                <a:lnTo>
                  <a:pt x="176" y="104"/>
                </a:lnTo>
                <a:lnTo>
                  <a:pt x="164" y="111"/>
                </a:lnTo>
                <a:lnTo>
                  <a:pt x="152" y="119"/>
                </a:lnTo>
                <a:lnTo>
                  <a:pt x="141" y="128"/>
                </a:lnTo>
                <a:lnTo>
                  <a:pt x="131" y="136"/>
                </a:lnTo>
                <a:lnTo>
                  <a:pt x="120" y="145"/>
                </a:lnTo>
                <a:lnTo>
                  <a:pt x="111" y="154"/>
                </a:lnTo>
                <a:lnTo>
                  <a:pt x="101" y="163"/>
                </a:lnTo>
                <a:lnTo>
                  <a:pt x="92" y="172"/>
                </a:lnTo>
                <a:lnTo>
                  <a:pt x="84" y="182"/>
                </a:lnTo>
                <a:lnTo>
                  <a:pt x="76" y="191"/>
                </a:lnTo>
                <a:lnTo>
                  <a:pt x="68" y="201"/>
                </a:lnTo>
                <a:lnTo>
                  <a:pt x="61" y="211"/>
                </a:lnTo>
                <a:lnTo>
                  <a:pt x="54" y="221"/>
                </a:lnTo>
                <a:lnTo>
                  <a:pt x="48" y="232"/>
                </a:lnTo>
                <a:lnTo>
                  <a:pt x="42" y="242"/>
                </a:lnTo>
                <a:lnTo>
                  <a:pt x="37" y="253"/>
                </a:lnTo>
                <a:lnTo>
                  <a:pt x="32" y="263"/>
                </a:lnTo>
                <a:lnTo>
                  <a:pt x="27" y="274"/>
                </a:lnTo>
                <a:lnTo>
                  <a:pt x="24" y="285"/>
                </a:lnTo>
                <a:lnTo>
                  <a:pt x="20" y="296"/>
                </a:lnTo>
                <a:lnTo>
                  <a:pt x="17" y="307"/>
                </a:lnTo>
                <a:lnTo>
                  <a:pt x="15" y="318"/>
                </a:lnTo>
                <a:lnTo>
                  <a:pt x="13" y="329"/>
                </a:lnTo>
                <a:lnTo>
                  <a:pt x="12" y="340"/>
                </a:lnTo>
                <a:lnTo>
                  <a:pt x="11" y="351"/>
                </a:lnTo>
                <a:lnTo>
                  <a:pt x="11" y="362"/>
                </a:lnTo>
                <a:lnTo>
                  <a:pt x="11" y="373"/>
                </a:lnTo>
                <a:lnTo>
                  <a:pt x="12" y="385"/>
                </a:lnTo>
                <a:lnTo>
                  <a:pt x="13" y="396"/>
                </a:lnTo>
                <a:lnTo>
                  <a:pt x="15" y="407"/>
                </a:lnTo>
                <a:lnTo>
                  <a:pt x="17" y="418"/>
                </a:lnTo>
                <a:lnTo>
                  <a:pt x="20" y="429"/>
                </a:lnTo>
                <a:lnTo>
                  <a:pt x="24" y="440"/>
                </a:lnTo>
                <a:lnTo>
                  <a:pt x="27" y="450"/>
                </a:lnTo>
                <a:lnTo>
                  <a:pt x="32" y="461"/>
                </a:lnTo>
                <a:lnTo>
                  <a:pt x="37" y="472"/>
                </a:lnTo>
                <a:lnTo>
                  <a:pt x="42" y="482"/>
                </a:lnTo>
                <a:lnTo>
                  <a:pt x="48" y="493"/>
                </a:lnTo>
                <a:lnTo>
                  <a:pt x="54" y="503"/>
                </a:lnTo>
                <a:lnTo>
                  <a:pt x="61" y="513"/>
                </a:lnTo>
                <a:lnTo>
                  <a:pt x="68" y="523"/>
                </a:lnTo>
                <a:lnTo>
                  <a:pt x="76" y="533"/>
                </a:lnTo>
                <a:lnTo>
                  <a:pt x="84" y="544"/>
                </a:lnTo>
                <a:lnTo>
                  <a:pt x="92" y="553"/>
                </a:lnTo>
                <a:lnTo>
                  <a:pt x="101" y="563"/>
                </a:lnTo>
                <a:lnTo>
                  <a:pt x="111" y="572"/>
                </a:lnTo>
                <a:lnTo>
                  <a:pt x="120" y="581"/>
                </a:lnTo>
                <a:lnTo>
                  <a:pt x="131" y="589"/>
                </a:lnTo>
                <a:lnTo>
                  <a:pt x="141" y="598"/>
                </a:lnTo>
                <a:lnTo>
                  <a:pt x="152" y="606"/>
                </a:lnTo>
                <a:lnTo>
                  <a:pt x="164" y="614"/>
                </a:lnTo>
                <a:lnTo>
                  <a:pt x="176" y="622"/>
                </a:lnTo>
                <a:lnTo>
                  <a:pt x="188" y="629"/>
                </a:lnTo>
                <a:lnTo>
                  <a:pt x="200" y="637"/>
                </a:lnTo>
                <a:lnTo>
                  <a:pt x="213" y="644"/>
                </a:lnTo>
                <a:lnTo>
                  <a:pt x="226" y="650"/>
                </a:lnTo>
                <a:lnTo>
                  <a:pt x="239" y="657"/>
                </a:lnTo>
                <a:lnTo>
                  <a:pt x="253" y="663"/>
                </a:lnTo>
                <a:lnTo>
                  <a:pt x="267" y="669"/>
                </a:lnTo>
                <a:lnTo>
                  <a:pt x="281" y="674"/>
                </a:lnTo>
                <a:lnTo>
                  <a:pt x="296" y="679"/>
                </a:lnTo>
                <a:lnTo>
                  <a:pt x="310" y="684"/>
                </a:lnTo>
                <a:lnTo>
                  <a:pt x="325" y="689"/>
                </a:lnTo>
                <a:lnTo>
                  <a:pt x="341" y="693"/>
                </a:lnTo>
                <a:lnTo>
                  <a:pt x="356" y="697"/>
                </a:lnTo>
                <a:lnTo>
                  <a:pt x="371" y="701"/>
                </a:lnTo>
                <a:lnTo>
                  <a:pt x="387" y="704"/>
                </a:lnTo>
                <a:lnTo>
                  <a:pt x="403" y="707"/>
                </a:lnTo>
                <a:lnTo>
                  <a:pt x="419" y="710"/>
                </a:lnTo>
                <a:lnTo>
                  <a:pt x="435" y="712"/>
                </a:lnTo>
                <a:lnTo>
                  <a:pt x="451" y="714"/>
                </a:lnTo>
                <a:lnTo>
                  <a:pt x="467" y="715"/>
                </a:lnTo>
                <a:lnTo>
                  <a:pt x="483" y="717"/>
                </a:lnTo>
                <a:lnTo>
                  <a:pt x="500" y="717"/>
                </a:lnTo>
                <a:lnTo>
                  <a:pt x="516" y="718"/>
                </a:lnTo>
                <a:lnTo>
                  <a:pt x="532" y="718"/>
                </a:lnTo>
                <a:lnTo>
                  <a:pt x="549" y="718"/>
                </a:lnTo>
                <a:lnTo>
                  <a:pt x="565" y="717"/>
                </a:lnTo>
                <a:lnTo>
                  <a:pt x="582" y="717"/>
                </a:lnTo>
                <a:lnTo>
                  <a:pt x="598" y="715"/>
                </a:lnTo>
                <a:lnTo>
                  <a:pt x="614" y="714"/>
                </a:lnTo>
                <a:lnTo>
                  <a:pt x="630" y="712"/>
                </a:lnTo>
                <a:lnTo>
                  <a:pt x="646" y="710"/>
                </a:lnTo>
                <a:lnTo>
                  <a:pt x="662" y="707"/>
                </a:lnTo>
                <a:lnTo>
                  <a:pt x="678" y="704"/>
                </a:lnTo>
                <a:lnTo>
                  <a:pt x="694" y="701"/>
                </a:lnTo>
                <a:lnTo>
                  <a:pt x="709" y="697"/>
                </a:lnTo>
                <a:lnTo>
                  <a:pt x="724" y="693"/>
                </a:lnTo>
                <a:lnTo>
                  <a:pt x="740" y="689"/>
                </a:lnTo>
                <a:lnTo>
                  <a:pt x="755" y="684"/>
                </a:lnTo>
                <a:lnTo>
                  <a:pt x="769" y="679"/>
                </a:lnTo>
                <a:lnTo>
                  <a:pt x="784" y="674"/>
                </a:lnTo>
                <a:lnTo>
                  <a:pt x="798" y="669"/>
                </a:lnTo>
                <a:lnTo>
                  <a:pt x="812" y="663"/>
                </a:lnTo>
                <a:lnTo>
                  <a:pt x="826" y="657"/>
                </a:lnTo>
                <a:lnTo>
                  <a:pt x="839" y="650"/>
                </a:lnTo>
                <a:lnTo>
                  <a:pt x="852" y="644"/>
                </a:lnTo>
                <a:lnTo>
                  <a:pt x="865" y="637"/>
                </a:lnTo>
                <a:lnTo>
                  <a:pt x="877" y="629"/>
                </a:lnTo>
                <a:lnTo>
                  <a:pt x="889" y="622"/>
                </a:lnTo>
                <a:lnTo>
                  <a:pt x="901" y="614"/>
                </a:lnTo>
                <a:lnTo>
                  <a:pt x="913" y="606"/>
                </a:lnTo>
                <a:lnTo>
                  <a:pt x="924" y="598"/>
                </a:lnTo>
                <a:lnTo>
                  <a:pt x="934" y="589"/>
                </a:lnTo>
                <a:lnTo>
                  <a:pt x="945" y="581"/>
                </a:lnTo>
                <a:lnTo>
                  <a:pt x="954" y="572"/>
                </a:lnTo>
                <a:lnTo>
                  <a:pt x="964" y="563"/>
                </a:lnTo>
                <a:lnTo>
                  <a:pt x="973" y="553"/>
                </a:lnTo>
                <a:lnTo>
                  <a:pt x="981" y="544"/>
                </a:lnTo>
                <a:lnTo>
                  <a:pt x="989" y="533"/>
                </a:lnTo>
                <a:lnTo>
                  <a:pt x="997" y="523"/>
                </a:lnTo>
                <a:lnTo>
                  <a:pt x="1004" y="513"/>
                </a:lnTo>
                <a:lnTo>
                  <a:pt x="1011" y="503"/>
                </a:lnTo>
                <a:lnTo>
                  <a:pt x="1017" y="493"/>
                </a:lnTo>
                <a:lnTo>
                  <a:pt x="1023" y="482"/>
                </a:lnTo>
                <a:lnTo>
                  <a:pt x="1028" y="472"/>
                </a:lnTo>
                <a:lnTo>
                  <a:pt x="1033" y="461"/>
                </a:lnTo>
                <a:lnTo>
                  <a:pt x="1038" y="450"/>
                </a:lnTo>
                <a:lnTo>
                  <a:pt x="1041" y="440"/>
                </a:lnTo>
                <a:lnTo>
                  <a:pt x="1046" y="429"/>
                </a:lnTo>
                <a:lnTo>
                  <a:pt x="1049" y="418"/>
                </a:lnTo>
                <a:lnTo>
                  <a:pt x="1051" y="407"/>
                </a:lnTo>
                <a:lnTo>
                  <a:pt x="1053" y="396"/>
                </a:lnTo>
                <a:lnTo>
                  <a:pt x="1054" y="385"/>
                </a:lnTo>
                <a:lnTo>
                  <a:pt x="1055" y="373"/>
                </a:lnTo>
                <a:lnTo>
                  <a:pt x="1055" y="362"/>
                </a:lnTo>
                <a:moveTo>
                  <a:pt x="1066" y="362"/>
                </a:moveTo>
                <a:lnTo>
                  <a:pt x="1066" y="374"/>
                </a:lnTo>
                <a:lnTo>
                  <a:pt x="1065" y="385"/>
                </a:lnTo>
                <a:lnTo>
                  <a:pt x="1064" y="396"/>
                </a:lnTo>
                <a:lnTo>
                  <a:pt x="1062" y="408"/>
                </a:lnTo>
                <a:lnTo>
                  <a:pt x="1060" y="419"/>
                </a:lnTo>
                <a:lnTo>
                  <a:pt x="1057" y="430"/>
                </a:lnTo>
                <a:lnTo>
                  <a:pt x="1053" y="441"/>
                </a:lnTo>
                <a:lnTo>
                  <a:pt x="1050" y="452"/>
                </a:lnTo>
                <a:lnTo>
                  <a:pt x="1045" y="463"/>
                </a:lnTo>
                <a:lnTo>
                  <a:pt x="1039" y="474"/>
                </a:lnTo>
                <a:lnTo>
                  <a:pt x="1034" y="485"/>
                </a:lnTo>
                <a:lnTo>
                  <a:pt x="1028" y="496"/>
                </a:lnTo>
                <a:lnTo>
                  <a:pt x="1021" y="506"/>
                </a:lnTo>
                <a:lnTo>
                  <a:pt x="1015" y="517"/>
                </a:lnTo>
                <a:lnTo>
                  <a:pt x="1007" y="527"/>
                </a:lnTo>
                <a:lnTo>
                  <a:pt x="999" y="537"/>
                </a:lnTo>
                <a:lnTo>
                  <a:pt x="991" y="548"/>
                </a:lnTo>
                <a:lnTo>
                  <a:pt x="982" y="558"/>
                </a:lnTo>
                <a:lnTo>
                  <a:pt x="973" y="567"/>
                </a:lnTo>
                <a:lnTo>
                  <a:pt x="964" y="576"/>
                </a:lnTo>
                <a:lnTo>
                  <a:pt x="953" y="585"/>
                </a:lnTo>
                <a:lnTo>
                  <a:pt x="943" y="594"/>
                </a:lnTo>
                <a:lnTo>
                  <a:pt x="932" y="603"/>
                </a:lnTo>
                <a:lnTo>
                  <a:pt x="921" y="611"/>
                </a:lnTo>
                <a:lnTo>
                  <a:pt x="909" y="620"/>
                </a:lnTo>
                <a:lnTo>
                  <a:pt x="897" y="628"/>
                </a:lnTo>
                <a:lnTo>
                  <a:pt x="885" y="635"/>
                </a:lnTo>
                <a:lnTo>
                  <a:pt x="872" y="643"/>
                </a:lnTo>
                <a:lnTo>
                  <a:pt x="859" y="650"/>
                </a:lnTo>
                <a:lnTo>
                  <a:pt x="846" y="657"/>
                </a:lnTo>
                <a:lnTo>
                  <a:pt x="832" y="663"/>
                </a:lnTo>
                <a:lnTo>
                  <a:pt x="818" y="669"/>
                </a:lnTo>
                <a:lnTo>
                  <a:pt x="804" y="675"/>
                </a:lnTo>
                <a:lnTo>
                  <a:pt x="789" y="681"/>
                </a:lnTo>
                <a:lnTo>
                  <a:pt x="774" y="686"/>
                </a:lnTo>
                <a:lnTo>
                  <a:pt x="759" y="691"/>
                </a:lnTo>
                <a:lnTo>
                  <a:pt x="744" y="696"/>
                </a:lnTo>
                <a:lnTo>
                  <a:pt x="729" y="700"/>
                </a:lnTo>
                <a:lnTo>
                  <a:pt x="713" y="704"/>
                </a:lnTo>
                <a:lnTo>
                  <a:pt x="697" y="708"/>
                </a:lnTo>
                <a:lnTo>
                  <a:pt x="681" y="711"/>
                </a:lnTo>
                <a:lnTo>
                  <a:pt x="665" y="714"/>
                </a:lnTo>
                <a:lnTo>
                  <a:pt x="649" y="717"/>
                </a:lnTo>
                <a:lnTo>
                  <a:pt x="632" y="719"/>
                </a:lnTo>
                <a:lnTo>
                  <a:pt x="616" y="721"/>
                </a:lnTo>
                <a:lnTo>
                  <a:pt x="599" y="723"/>
                </a:lnTo>
                <a:lnTo>
                  <a:pt x="583" y="724"/>
                </a:lnTo>
                <a:lnTo>
                  <a:pt x="566" y="725"/>
                </a:lnTo>
                <a:lnTo>
                  <a:pt x="549" y="726"/>
                </a:lnTo>
                <a:lnTo>
                  <a:pt x="532" y="726"/>
                </a:lnTo>
                <a:lnTo>
                  <a:pt x="516" y="726"/>
                </a:lnTo>
                <a:lnTo>
                  <a:pt x="499" y="725"/>
                </a:lnTo>
                <a:lnTo>
                  <a:pt x="482" y="724"/>
                </a:lnTo>
                <a:lnTo>
                  <a:pt x="466" y="723"/>
                </a:lnTo>
                <a:lnTo>
                  <a:pt x="449" y="721"/>
                </a:lnTo>
                <a:lnTo>
                  <a:pt x="433" y="719"/>
                </a:lnTo>
                <a:lnTo>
                  <a:pt x="416" y="717"/>
                </a:lnTo>
                <a:lnTo>
                  <a:pt x="400" y="714"/>
                </a:lnTo>
                <a:lnTo>
                  <a:pt x="384" y="711"/>
                </a:lnTo>
                <a:lnTo>
                  <a:pt x="368" y="708"/>
                </a:lnTo>
                <a:lnTo>
                  <a:pt x="352" y="704"/>
                </a:lnTo>
                <a:lnTo>
                  <a:pt x="336" y="700"/>
                </a:lnTo>
                <a:lnTo>
                  <a:pt x="321" y="696"/>
                </a:lnTo>
                <a:lnTo>
                  <a:pt x="306" y="691"/>
                </a:lnTo>
                <a:lnTo>
                  <a:pt x="291" y="686"/>
                </a:lnTo>
                <a:lnTo>
                  <a:pt x="276" y="681"/>
                </a:lnTo>
                <a:lnTo>
                  <a:pt x="261" y="675"/>
                </a:lnTo>
                <a:lnTo>
                  <a:pt x="247" y="669"/>
                </a:lnTo>
                <a:lnTo>
                  <a:pt x="233" y="663"/>
                </a:lnTo>
                <a:lnTo>
                  <a:pt x="219" y="657"/>
                </a:lnTo>
                <a:lnTo>
                  <a:pt x="206" y="650"/>
                </a:lnTo>
                <a:lnTo>
                  <a:pt x="193" y="643"/>
                </a:lnTo>
                <a:lnTo>
                  <a:pt x="180" y="635"/>
                </a:lnTo>
                <a:lnTo>
                  <a:pt x="168" y="628"/>
                </a:lnTo>
                <a:lnTo>
                  <a:pt x="156" y="620"/>
                </a:lnTo>
                <a:lnTo>
                  <a:pt x="144" y="611"/>
                </a:lnTo>
                <a:lnTo>
                  <a:pt x="133" y="603"/>
                </a:lnTo>
                <a:lnTo>
                  <a:pt x="122" y="594"/>
                </a:lnTo>
                <a:lnTo>
                  <a:pt x="112" y="585"/>
                </a:lnTo>
                <a:lnTo>
                  <a:pt x="101" y="576"/>
                </a:lnTo>
                <a:lnTo>
                  <a:pt x="92" y="567"/>
                </a:lnTo>
                <a:lnTo>
                  <a:pt x="83" y="558"/>
                </a:lnTo>
                <a:lnTo>
                  <a:pt x="74" y="548"/>
                </a:lnTo>
                <a:lnTo>
                  <a:pt x="66" y="537"/>
                </a:lnTo>
                <a:lnTo>
                  <a:pt x="58" y="527"/>
                </a:lnTo>
                <a:lnTo>
                  <a:pt x="50" y="517"/>
                </a:lnTo>
                <a:lnTo>
                  <a:pt x="44" y="506"/>
                </a:lnTo>
                <a:lnTo>
                  <a:pt x="37" y="496"/>
                </a:lnTo>
                <a:lnTo>
                  <a:pt x="31" y="485"/>
                </a:lnTo>
                <a:lnTo>
                  <a:pt x="26" y="474"/>
                </a:lnTo>
                <a:lnTo>
                  <a:pt x="21" y="463"/>
                </a:lnTo>
                <a:lnTo>
                  <a:pt x="16" y="452"/>
                </a:lnTo>
                <a:lnTo>
                  <a:pt x="13" y="441"/>
                </a:lnTo>
                <a:lnTo>
                  <a:pt x="9" y="430"/>
                </a:lnTo>
                <a:lnTo>
                  <a:pt x="6" y="419"/>
                </a:lnTo>
                <a:lnTo>
                  <a:pt x="4" y="408"/>
                </a:lnTo>
                <a:lnTo>
                  <a:pt x="2" y="396"/>
                </a:lnTo>
                <a:lnTo>
                  <a:pt x="1" y="385"/>
                </a:lnTo>
                <a:lnTo>
                  <a:pt x="0" y="374"/>
                </a:lnTo>
                <a:lnTo>
                  <a:pt x="0" y="362"/>
                </a:lnTo>
                <a:lnTo>
                  <a:pt x="0" y="351"/>
                </a:lnTo>
                <a:lnTo>
                  <a:pt x="1" y="339"/>
                </a:lnTo>
                <a:lnTo>
                  <a:pt x="2" y="328"/>
                </a:lnTo>
                <a:lnTo>
                  <a:pt x="4" y="317"/>
                </a:lnTo>
                <a:lnTo>
                  <a:pt x="6" y="306"/>
                </a:lnTo>
                <a:lnTo>
                  <a:pt x="9" y="294"/>
                </a:lnTo>
                <a:lnTo>
                  <a:pt x="13" y="283"/>
                </a:lnTo>
                <a:lnTo>
                  <a:pt x="16" y="272"/>
                </a:lnTo>
                <a:lnTo>
                  <a:pt x="21" y="261"/>
                </a:lnTo>
                <a:lnTo>
                  <a:pt x="26" y="250"/>
                </a:lnTo>
                <a:lnTo>
                  <a:pt x="31" y="239"/>
                </a:lnTo>
                <a:lnTo>
                  <a:pt x="37" y="229"/>
                </a:lnTo>
                <a:lnTo>
                  <a:pt x="44" y="218"/>
                </a:lnTo>
                <a:lnTo>
                  <a:pt x="50" y="208"/>
                </a:lnTo>
                <a:lnTo>
                  <a:pt x="58" y="198"/>
                </a:lnTo>
                <a:lnTo>
                  <a:pt x="66" y="188"/>
                </a:lnTo>
                <a:lnTo>
                  <a:pt x="74" y="178"/>
                </a:lnTo>
                <a:lnTo>
                  <a:pt x="83" y="168"/>
                </a:lnTo>
                <a:lnTo>
                  <a:pt x="92" y="158"/>
                </a:lnTo>
                <a:lnTo>
                  <a:pt x="101" y="149"/>
                </a:lnTo>
                <a:lnTo>
                  <a:pt x="112" y="140"/>
                </a:lnTo>
                <a:lnTo>
                  <a:pt x="122" y="131"/>
                </a:lnTo>
                <a:lnTo>
                  <a:pt x="133" y="122"/>
                </a:lnTo>
                <a:lnTo>
                  <a:pt x="144" y="114"/>
                </a:lnTo>
                <a:lnTo>
                  <a:pt x="156" y="106"/>
                </a:lnTo>
                <a:lnTo>
                  <a:pt x="168" y="98"/>
                </a:lnTo>
                <a:lnTo>
                  <a:pt x="180" y="90"/>
                </a:lnTo>
                <a:lnTo>
                  <a:pt x="193" y="83"/>
                </a:lnTo>
                <a:lnTo>
                  <a:pt x="206" y="76"/>
                </a:lnTo>
                <a:lnTo>
                  <a:pt x="219" y="69"/>
                </a:lnTo>
                <a:lnTo>
                  <a:pt x="233" y="62"/>
                </a:lnTo>
                <a:lnTo>
                  <a:pt x="247" y="56"/>
                </a:lnTo>
                <a:lnTo>
                  <a:pt x="261" y="50"/>
                </a:lnTo>
                <a:lnTo>
                  <a:pt x="276" y="45"/>
                </a:lnTo>
                <a:lnTo>
                  <a:pt x="291" y="39"/>
                </a:lnTo>
                <a:lnTo>
                  <a:pt x="306" y="34"/>
                </a:lnTo>
                <a:lnTo>
                  <a:pt x="321" y="29"/>
                </a:lnTo>
                <a:lnTo>
                  <a:pt x="336" y="25"/>
                </a:lnTo>
                <a:lnTo>
                  <a:pt x="352" y="21"/>
                </a:lnTo>
                <a:lnTo>
                  <a:pt x="368" y="17"/>
                </a:lnTo>
                <a:lnTo>
                  <a:pt x="384" y="14"/>
                </a:lnTo>
                <a:lnTo>
                  <a:pt x="400" y="11"/>
                </a:lnTo>
                <a:lnTo>
                  <a:pt x="416" y="8"/>
                </a:lnTo>
                <a:lnTo>
                  <a:pt x="433" y="6"/>
                </a:lnTo>
                <a:lnTo>
                  <a:pt x="449" y="4"/>
                </a:lnTo>
                <a:lnTo>
                  <a:pt x="466" y="3"/>
                </a:lnTo>
                <a:lnTo>
                  <a:pt x="482" y="1"/>
                </a:lnTo>
                <a:lnTo>
                  <a:pt x="499" y="0"/>
                </a:lnTo>
                <a:lnTo>
                  <a:pt x="516" y="0"/>
                </a:lnTo>
                <a:lnTo>
                  <a:pt x="532" y="0"/>
                </a:lnTo>
                <a:lnTo>
                  <a:pt x="549" y="0"/>
                </a:lnTo>
                <a:lnTo>
                  <a:pt x="566" y="0"/>
                </a:lnTo>
                <a:lnTo>
                  <a:pt x="583" y="1"/>
                </a:lnTo>
                <a:lnTo>
                  <a:pt x="599" y="3"/>
                </a:lnTo>
                <a:lnTo>
                  <a:pt x="616" y="4"/>
                </a:lnTo>
                <a:lnTo>
                  <a:pt x="632" y="6"/>
                </a:lnTo>
                <a:lnTo>
                  <a:pt x="649" y="8"/>
                </a:lnTo>
                <a:lnTo>
                  <a:pt x="665" y="11"/>
                </a:lnTo>
                <a:lnTo>
                  <a:pt x="681" y="14"/>
                </a:lnTo>
                <a:lnTo>
                  <a:pt x="697" y="17"/>
                </a:lnTo>
                <a:lnTo>
                  <a:pt x="713" y="21"/>
                </a:lnTo>
                <a:lnTo>
                  <a:pt x="729" y="25"/>
                </a:lnTo>
                <a:lnTo>
                  <a:pt x="744" y="29"/>
                </a:lnTo>
                <a:lnTo>
                  <a:pt x="759" y="34"/>
                </a:lnTo>
                <a:lnTo>
                  <a:pt x="774" y="39"/>
                </a:lnTo>
                <a:lnTo>
                  <a:pt x="789" y="45"/>
                </a:lnTo>
                <a:lnTo>
                  <a:pt x="804" y="50"/>
                </a:lnTo>
                <a:lnTo>
                  <a:pt x="818" y="56"/>
                </a:lnTo>
                <a:lnTo>
                  <a:pt x="832" y="62"/>
                </a:lnTo>
                <a:lnTo>
                  <a:pt x="846" y="69"/>
                </a:lnTo>
                <a:lnTo>
                  <a:pt x="859" y="76"/>
                </a:lnTo>
                <a:lnTo>
                  <a:pt x="872" y="83"/>
                </a:lnTo>
                <a:lnTo>
                  <a:pt x="885" y="90"/>
                </a:lnTo>
                <a:lnTo>
                  <a:pt x="897" y="98"/>
                </a:lnTo>
                <a:lnTo>
                  <a:pt x="909" y="106"/>
                </a:lnTo>
                <a:lnTo>
                  <a:pt x="921" y="114"/>
                </a:lnTo>
                <a:lnTo>
                  <a:pt x="932" y="122"/>
                </a:lnTo>
                <a:lnTo>
                  <a:pt x="943" y="131"/>
                </a:lnTo>
                <a:lnTo>
                  <a:pt x="953" y="140"/>
                </a:lnTo>
                <a:lnTo>
                  <a:pt x="964" y="149"/>
                </a:lnTo>
                <a:lnTo>
                  <a:pt x="973" y="158"/>
                </a:lnTo>
                <a:lnTo>
                  <a:pt x="982" y="168"/>
                </a:lnTo>
                <a:lnTo>
                  <a:pt x="991" y="178"/>
                </a:lnTo>
                <a:lnTo>
                  <a:pt x="999" y="188"/>
                </a:lnTo>
                <a:lnTo>
                  <a:pt x="1007" y="198"/>
                </a:lnTo>
                <a:lnTo>
                  <a:pt x="1015" y="208"/>
                </a:lnTo>
                <a:lnTo>
                  <a:pt x="1021" y="218"/>
                </a:lnTo>
                <a:lnTo>
                  <a:pt x="1028" y="229"/>
                </a:lnTo>
                <a:lnTo>
                  <a:pt x="1034" y="239"/>
                </a:lnTo>
                <a:lnTo>
                  <a:pt x="1039" y="250"/>
                </a:lnTo>
                <a:lnTo>
                  <a:pt x="1045" y="261"/>
                </a:lnTo>
                <a:lnTo>
                  <a:pt x="1050" y="272"/>
                </a:lnTo>
                <a:lnTo>
                  <a:pt x="1053" y="283"/>
                </a:lnTo>
                <a:lnTo>
                  <a:pt x="1057" y="294"/>
                </a:lnTo>
                <a:lnTo>
                  <a:pt x="1060" y="306"/>
                </a:lnTo>
                <a:lnTo>
                  <a:pt x="1062" y="317"/>
                </a:lnTo>
                <a:lnTo>
                  <a:pt x="1064" y="328"/>
                </a:lnTo>
                <a:lnTo>
                  <a:pt x="1065" y="339"/>
                </a:lnTo>
                <a:lnTo>
                  <a:pt x="1066" y="351"/>
                </a:lnTo>
                <a:lnTo>
                  <a:pt x="1066" y="362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0" name=""/>
          <p:cNvSpPr/>
          <p:nvPr/>
        </p:nvSpPr>
        <p:spPr>
          <a:xfrm>
            <a:off x="7866360" y="2805840"/>
            <a:ext cx="386640" cy="263160"/>
          </a:xfrm>
          <a:custGeom>
            <a:avLst/>
            <a:gdLst/>
            <a:ahLst/>
            <a:rect l="0" t="0" r="r" b="b"/>
            <a:pathLst>
              <a:path w="1074" h="731">
                <a:moveTo>
                  <a:pt x="1070" y="365"/>
                </a:moveTo>
                <a:lnTo>
                  <a:pt x="1070" y="354"/>
                </a:lnTo>
                <a:lnTo>
                  <a:pt x="1069" y="342"/>
                </a:lnTo>
                <a:lnTo>
                  <a:pt x="1068" y="331"/>
                </a:lnTo>
                <a:lnTo>
                  <a:pt x="1066" y="320"/>
                </a:lnTo>
                <a:lnTo>
                  <a:pt x="1064" y="309"/>
                </a:lnTo>
                <a:lnTo>
                  <a:pt x="1061" y="297"/>
                </a:lnTo>
                <a:lnTo>
                  <a:pt x="1057" y="286"/>
                </a:lnTo>
                <a:lnTo>
                  <a:pt x="1054" y="275"/>
                </a:lnTo>
                <a:lnTo>
                  <a:pt x="1049" y="264"/>
                </a:lnTo>
                <a:lnTo>
                  <a:pt x="1044" y="253"/>
                </a:lnTo>
                <a:lnTo>
                  <a:pt x="1039" y="242"/>
                </a:lnTo>
                <a:lnTo>
                  <a:pt x="1033" y="232"/>
                </a:lnTo>
                <a:lnTo>
                  <a:pt x="1026" y="221"/>
                </a:lnTo>
                <a:lnTo>
                  <a:pt x="1020" y="211"/>
                </a:lnTo>
                <a:lnTo>
                  <a:pt x="1012" y="201"/>
                </a:lnTo>
                <a:lnTo>
                  <a:pt x="1004" y="191"/>
                </a:lnTo>
                <a:lnTo>
                  <a:pt x="996" y="181"/>
                </a:lnTo>
                <a:lnTo>
                  <a:pt x="987" y="171"/>
                </a:lnTo>
                <a:lnTo>
                  <a:pt x="978" y="161"/>
                </a:lnTo>
                <a:lnTo>
                  <a:pt x="969" y="152"/>
                </a:lnTo>
                <a:lnTo>
                  <a:pt x="958" y="143"/>
                </a:lnTo>
                <a:lnTo>
                  <a:pt x="948" y="134"/>
                </a:lnTo>
                <a:lnTo>
                  <a:pt x="937" y="125"/>
                </a:lnTo>
                <a:lnTo>
                  <a:pt x="926" y="117"/>
                </a:lnTo>
                <a:lnTo>
                  <a:pt x="914" y="109"/>
                </a:lnTo>
                <a:lnTo>
                  <a:pt x="902" y="101"/>
                </a:lnTo>
                <a:lnTo>
                  <a:pt x="890" y="93"/>
                </a:lnTo>
                <a:lnTo>
                  <a:pt x="877" y="86"/>
                </a:lnTo>
                <a:lnTo>
                  <a:pt x="864" y="79"/>
                </a:lnTo>
                <a:lnTo>
                  <a:pt x="851" y="72"/>
                </a:lnTo>
                <a:lnTo>
                  <a:pt x="837" y="65"/>
                </a:lnTo>
                <a:lnTo>
                  <a:pt x="823" y="59"/>
                </a:lnTo>
                <a:lnTo>
                  <a:pt x="809" y="53"/>
                </a:lnTo>
                <a:lnTo>
                  <a:pt x="794" y="48"/>
                </a:lnTo>
                <a:lnTo>
                  <a:pt x="779" y="42"/>
                </a:lnTo>
                <a:lnTo>
                  <a:pt x="764" y="37"/>
                </a:lnTo>
                <a:lnTo>
                  <a:pt x="749" y="32"/>
                </a:lnTo>
                <a:lnTo>
                  <a:pt x="734" y="28"/>
                </a:lnTo>
                <a:lnTo>
                  <a:pt x="718" y="24"/>
                </a:lnTo>
                <a:lnTo>
                  <a:pt x="702" y="20"/>
                </a:lnTo>
                <a:lnTo>
                  <a:pt x="686" y="17"/>
                </a:lnTo>
                <a:lnTo>
                  <a:pt x="670" y="14"/>
                </a:lnTo>
                <a:lnTo>
                  <a:pt x="654" y="11"/>
                </a:lnTo>
                <a:lnTo>
                  <a:pt x="637" y="9"/>
                </a:lnTo>
                <a:lnTo>
                  <a:pt x="621" y="7"/>
                </a:lnTo>
                <a:lnTo>
                  <a:pt x="604" y="6"/>
                </a:lnTo>
                <a:lnTo>
                  <a:pt x="588" y="4"/>
                </a:lnTo>
                <a:lnTo>
                  <a:pt x="571" y="3"/>
                </a:lnTo>
                <a:lnTo>
                  <a:pt x="554" y="3"/>
                </a:lnTo>
                <a:lnTo>
                  <a:pt x="537" y="3"/>
                </a:lnTo>
                <a:lnTo>
                  <a:pt x="521" y="3"/>
                </a:lnTo>
                <a:lnTo>
                  <a:pt x="504" y="3"/>
                </a:lnTo>
                <a:lnTo>
                  <a:pt x="487" y="4"/>
                </a:lnTo>
                <a:lnTo>
                  <a:pt x="471" y="6"/>
                </a:lnTo>
                <a:lnTo>
                  <a:pt x="454" y="7"/>
                </a:lnTo>
                <a:lnTo>
                  <a:pt x="438" y="9"/>
                </a:lnTo>
                <a:lnTo>
                  <a:pt x="421" y="11"/>
                </a:lnTo>
                <a:lnTo>
                  <a:pt x="405" y="14"/>
                </a:lnTo>
                <a:lnTo>
                  <a:pt x="389" y="17"/>
                </a:lnTo>
                <a:lnTo>
                  <a:pt x="373" y="20"/>
                </a:lnTo>
                <a:lnTo>
                  <a:pt x="357" y="24"/>
                </a:lnTo>
                <a:lnTo>
                  <a:pt x="341" y="28"/>
                </a:lnTo>
                <a:lnTo>
                  <a:pt x="326" y="32"/>
                </a:lnTo>
                <a:lnTo>
                  <a:pt x="311" y="37"/>
                </a:lnTo>
                <a:lnTo>
                  <a:pt x="296" y="42"/>
                </a:lnTo>
                <a:lnTo>
                  <a:pt x="281" y="48"/>
                </a:lnTo>
                <a:lnTo>
                  <a:pt x="266" y="53"/>
                </a:lnTo>
                <a:lnTo>
                  <a:pt x="252" y="59"/>
                </a:lnTo>
                <a:lnTo>
                  <a:pt x="238" y="65"/>
                </a:lnTo>
                <a:lnTo>
                  <a:pt x="224" y="72"/>
                </a:lnTo>
                <a:lnTo>
                  <a:pt x="211" y="79"/>
                </a:lnTo>
                <a:lnTo>
                  <a:pt x="198" y="86"/>
                </a:lnTo>
                <a:lnTo>
                  <a:pt x="185" y="93"/>
                </a:lnTo>
                <a:lnTo>
                  <a:pt x="173" y="101"/>
                </a:lnTo>
                <a:lnTo>
                  <a:pt x="161" y="109"/>
                </a:lnTo>
                <a:lnTo>
                  <a:pt x="149" y="117"/>
                </a:lnTo>
                <a:lnTo>
                  <a:pt x="137" y="125"/>
                </a:lnTo>
                <a:lnTo>
                  <a:pt x="126" y="134"/>
                </a:lnTo>
                <a:lnTo>
                  <a:pt x="116" y="143"/>
                </a:lnTo>
                <a:lnTo>
                  <a:pt x="105" y="152"/>
                </a:lnTo>
                <a:lnTo>
                  <a:pt x="96" y="161"/>
                </a:lnTo>
                <a:lnTo>
                  <a:pt x="87" y="171"/>
                </a:lnTo>
                <a:lnTo>
                  <a:pt x="78" y="181"/>
                </a:lnTo>
                <a:lnTo>
                  <a:pt x="70" y="191"/>
                </a:lnTo>
                <a:lnTo>
                  <a:pt x="62" y="201"/>
                </a:lnTo>
                <a:lnTo>
                  <a:pt x="54" y="211"/>
                </a:lnTo>
                <a:lnTo>
                  <a:pt x="48" y="221"/>
                </a:lnTo>
                <a:lnTo>
                  <a:pt x="41" y="232"/>
                </a:lnTo>
                <a:lnTo>
                  <a:pt x="35" y="242"/>
                </a:lnTo>
                <a:lnTo>
                  <a:pt x="30" y="253"/>
                </a:lnTo>
                <a:lnTo>
                  <a:pt x="25" y="264"/>
                </a:lnTo>
                <a:lnTo>
                  <a:pt x="20" y="275"/>
                </a:lnTo>
                <a:lnTo>
                  <a:pt x="17" y="286"/>
                </a:lnTo>
                <a:lnTo>
                  <a:pt x="13" y="297"/>
                </a:lnTo>
                <a:lnTo>
                  <a:pt x="10" y="309"/>
                </a:lnTo>
                <a:lnTo>
                  <a:pt x="8" y="320"/>
                </a:lnTo>
                <a:lnTo>
                  <a:pt x="6" y="331"/>
                </a:lnTo>
                <a:lnTo>
                  <a:pt x="5" y="342"/>
                </a:lnTo>
                <a:lnTo>
                  <a:pt x="4" y="354"/>
                </a:lnTo>
                <a:lnTo>
                  <a:pt x="4" y="365"/>
                </a:lnTo>
                <a:lnTo>
                  <a:pt x="4" y="377"/>
                </a:lnTo>
                <a:lnTo>
                  <a:pt x="5" y="388"/>
                </a:lnTo>
                <a:lnTo>
                  <a:pt x="6" y="399"/>
                </a:lnTo>
                <a:lnTo>
                  <a:pt x="8" y="411"/>
                </a:lnTo>
                <a:lnTo>
                  <a:pt x="10" y="422"/>
                </a:lnTo>
                <a:lnTo>
                  <a:pt x="13" y="433"/>
                </a:lnTo>
                <a:lnTo>
                  <a:pt x="17" y="444"/>
                </a:lnTo>
                <a:lnTo>
                  <a:pt x="20" y="455"/>
                </a:lnTo>
                <a:lnTo>
                  <a:pt x="25" y="466"/>
                </a:lnTo>
                <a:lnTo>
                  <a:pt x="30" y="477"/>
                </a:lnTo>
                <a:lnTo>
                  <a:pt x="35" y="488"/>
                </a:lnTo>
                <a:lnTo>
                  <a:pt x="41" y="499"/>
                </a:lnTo>
                <a:lnTo>
                  <a:pt x="48" y="509"/>
                </a:lnTo>
                <a:lnTo>
                  <a:pt x="54" y="520"/>
                </a:lnTo>
                <a:lnTo>
                  <a:pt x="62" y="530"/>
                </a:lnTo>
                <a:lnTo>
                  <a:pt x="70" y="540"/>
                </a:lnTo>
                <a:lnTo>
                  <a:pt x="78" y="550"/>
                </a:lnTo>
                <a:lnTo>
                  <a:pt x="87" y="560"/>
                </a:lnTo>
                <a:lnTo>
                  <a:pt x="96" y="569"/>
                </a:lnTo>
                <a:lnTo>
                  <a:pt x="105" y="578"/>
                </a:lnTo>
                <a:lnTo>
                  <a:pt x="116" y="587"/>
                </a:lnTo>
                <a:lnTo>
                  <a:pt x="126" y="596"/>
                </a:lnTo>
                <a:lnTo>
                  <a:pt x="137" y="606"/>
                </a:lnTo>
                <a:lnTo>
                  <a:pt x="149" y="614"/>
                </a:lnTo>
                <a:lnTo>
                  <a:pt x="161" y="623"/>
                </a:lnTo>
                <a:lnTo>
                  <a:pt x="173" y="631"/>
                </a:lnTo>
                <a:lnTo>
                  <a:pt x="185" y="638"/>
                </a:lnTo>
                <a:lnTo>
                  <a:pt x="198" y="646"/>
                </a:lnTo>
                <a:lnTo>
                  <a:pt x="211" y="653"/>
                </a:lnTo>
                <a:lnTo>
                  <a:pt x="224" y="660"/>
                </a:lnTo>
                <a:lnTo>
                  <a:pt x="238" y="666"/>
                </a:lnTo>
                <a:lnTo>
                  <a:pt x="252" y="672"/>
                </a:lnTo>
                <a:lnTo>
                  <a:pt x="266" y="678"/>
                </a:lnTo>
                <a:lnTo>
                  <a:pt x="281" y="684"/>
                </a:lnTo>
                <a:lnTo>
                  <a:pt x="296" y="689"/>
                </a:lnTo>
                <a:lnTo>
                  <a:pt x="311" y="694"/>
                </a:lnTo>
                <a:lnTo>
                  <a:pt x="326" y="699"/>
                </a:lnTo>
                <a:lnTo>
                  <a:pt x="341" y="703"/>
                </a:lnTo>
                <a:lnTo>
                  <a:pt x="357" y="707"/>
                </a:lnTo>
                <a:lnTo>
                  <a:pt x="373" y="711"/>
                </a:lnTo>
                <a:lnTo>
                  <a:pt x="389" y="714"/>
                </a:lnTo>
                <a:lnTo>
                  <a:pt x="405" y="717"/>
                </a:lnTo>
                <a:lnTo>
                  <a:pt x="421" y="720"/>
                </a:lnTo>
                <a:lnTo>
                  <a:pt x="438" y="722"/>
                </a:lnTo>
                <a:lnTo>
                  <a:pt x="454" y="724"/>
                </a:lnTo>
                <a:lnTo>
                  <a:pt x="471" y="726"/>
                </a:lnTo>
                <a:lnTo>
                  <a:pt x="487" y="727"/>
                </a:lnTo>
                <a:lnTo>
                  <a:pt x="504" y="728"/>
                </a:lnTo>
                <a:lnTo>
                  <a:pt x="521" y="729"/>
                </a:lnTo>
                <a:lnTo>
                  <a:pt x="537" y="729"/>
                </a:lnTo>
                <a:lnTo>
                  <a:pt x="554" y="729"/>
                </a:lnTo>
                <a:lnTo>
                  <a:pt x="571" y="728"/>
                </a:lnTo>
                <a:lnTo>
                  <a:pt x="588" y="727"/>
                </a:lnTo>
                <a:lnTo>
                  <a:pt x="604" y="726"/>
                </a:lnTo>
                <a:lnTo>
                  <a:pt x="621" y="724"/>
                </a:lnTo>
                <a:lnTo>
                  <a:pt x="637" y="722"/>
                </a:lnTo>
                <a:lnTo>
                  <a:pt x="654" y="720"/>
                </a:lnTo>
                <a:lnTo>
                  <a:pt x="670" y="717"/>
                </a:lnTo>
                <a:lnTo>
                  <a:pt x="686" y="714"/>
                </a:lnTo>
                <a:lnTo>
                  <a:pt x="702" y="711"/>
                </a:lnTo>
                <a:lnTo>
                  <a:pt x="718" y="707"/>
                </a:lnTo>
                <a:lnTo>
                  <a:pt x="734" y="703"/>
                </a:lnTo>
                <a:lnTo>
                  <a:pt x="749" y="699"/>
                </a:lnTo>
                <a:lnTo>
                  <a:pt x="764" y="694"/>
                </a:lnTo>
                <a:lnTo>
                  <a:pt x="779" y="689"/>
                </a:lnTo>
                <a:lnTo>
                  <a:pt x="794" y="684"/>
                </a:lnTo>
                <a:lnTo>
                  <a:pt x="809" y="678"/>
                </a:lnTo>
                <a:lnTo>
                  <a:pt x="823" y="672"/>
                </a:lnTo>
                <a:lnTo>
                  <a:pt x="837" y="666"/>
                </a:lnTo>
                <a:lnTo>
                  <a:pt x="851" y="660"/>
                </a:lnTo>
                <a:lnTo>
                  <a:pt x="864" y="653"/>
                </a:lnTo>
                <a:lnTo>
                  <a:pt x="877" y="646"/>
                </a:lnTo>
                <a:lnTo>
                  <a:pt x="890" y="638"/>
                </a:lnTo>
                <a:lnTo>
                  <a:pt x="902" y="631"/>
                </a:lnTo>
                <a:lnTo>
                  <a:pt x="914" y="623"/>
                </a:lnTo>
                <a:lnTo>
                  <a:pt x="926" y="614"/>
                </a:lnTo>
                <a:lnTo>
                  <a:pt x="937" y="606"/>
                </a:lnTo>
                <a:lnTo>
                  <a:pt x="948" y="596"/>
                </a:lnTo>
                <a:lnTo>
                  <a:pt x="958" y="587"/>
                </a:lnTo>
                <a:lnTo>
                  <a:pt x="969" y="578"/>
                </a:lnTo>
                <a:lnTo>
                  <a:pt x="978" y="569"/>
                </a:lnTo>
                <a:lnTo>
                  <a:pt x="987" y="560"/>
                </a:lnTo>
                <a:lnTo>
                  <a:pt x="996" y="550"/>
                </a:lnTo>
                <a:lnTo>
                  <a:pt x="1004" y="540"/>
                </a:lnTo>
                <a:lnTo>
                  <a:pt x="1012" y="530"/>
                </a:lnTo>
                <a:lnTo>
                  <a:pt x="1020" y="520"/>
                </a:lnTo>
                <a:lnTo>
                  <a:pt x="1026" y="509"/>
                </a:lnTo>
                <a:lnTo>
                  <a:pt x="1033" y="499"/>
                </a:lnTo>
                <a:lnTo>
                  <a:pt x="1039" y="488"/>
                </a:lnTo>
                <a:lnTo>
                  <a:pt x="1044" y="477"/>
                </a:lnTo>
                <a:lnTo>
                  <a:pt x="1049" y="466"/>
                </a:lnTo>
                <a:lnTo>
                  <a:pt x="1054" y="455"/>
                </a:lnTo>
                <a:lnTo>
                  <a:pt x="1057" y="444"/>
                </a:lnTo>
                <a:lnTo>
                  <a:pt x="1061" y="433"/>
                </a:lnTo>
                <a:lnTo>
                  <a:pt x="1064" y="422"/>
                </a:lnTo>
                <a:lnTo>
                  <a:pt x="1066" y="411"/>
                </a:lnTo>
                <a:lnTo>
                  <a:pt x="1068" y="399"/>
                </a:lnTo>
                <a:lnTo>
                  <a:pt x="1069" y="388"/>
                </a:lnTo>
                <a:lnTo>
                  <a:pt x="1070" y="377"/>
                </a:lnTo>
                <a:lnTo>
                  <a:pt x="1070" y="365"/>
                </a:lnTo>
                <a:moveTo>
                  <a:pt x="1074" y="365"/>
                </a:moveTo>
                <a:lnTo>
                  <a:pt x="1074" y="377"/>
                </a:lnTo>
                <a:lnTo>
                  <a:pt x="1073" y="388"/>
                </a:lnTo>
                <a:lnTo>
                  <a:pt x="1072" y="400"/>
                </a:lnTo>
                <a:lnTo>
                  <a:pt x="1070" y="411"/>
                </a:lnTo>
                <a:lnTo>
                  <a:pt x="1067" y="422"/>
                </a:lnTo>
                <a:lnTo>
                  <a:pt x="1065" y="434"/>
                </a:lnTo>
                <a:lnTo>
                  <a:pt x="1061" y="445"/>
                </a:lnTo>
                <a:lnTo>
                  <a:pt x="1057" y="456"/>
                </a:lnTo>
                <a:lnTo>
                  <a:pt x="1053" y="467"/>
                </a:lnTo>
                <a:lnTo>
                  <a:pt x="1048" y="478"/>
                </a:lnTo>
                <a:lnTo>
                  <a:pt x="1042" y="489"/>
                </a:lnTo>
                <a:lnTo>
                  <a:pt x="1036" y="500"/>
                </a:lnTo>
                <a:lnTo>
                  <a:pt x="1030" y="510"/>
                </a:lnTo>
                <a:lnTo>
                  <a:pt x="1023" y="521"/>
                </a:lnTo>
                <a:lnTo>
                  <a:pt x="1016" y="531"/>
                </a:lnTo>
                <a:lnTo>
                  <a:pt x="1008" y="541"/>
                </a:lnTo>
                <a:lnTo>
                  <a:pt x="999" y="551"/>
                </a:lnTo>
                <a:lnTo>
                  <a:pt x="991" y="561"/>
                </a:lnTo>
                <a:lnTo>
                  <a:pt x="981" y="570"/>
                </a:lnTo>
                <a:lnTo>
                  <a:pt x="972" y="580"/>
                </a:lnTo>
                <a:lnTo>
                  <a:pt x="961" y="589"/>
                </a:lnTo>
                <a:lnTo>
                  <a:pt x="951" y="598"/>
                </a:lnTo>
                <a:lnTo>
                  <a:pt x="940" y="608"/>
                </a:lnTo>
                <a:lnTo>
                  <a:pt x="929" y="616"/>
                </a:lnTo>
                <a:lnTo>
                  <a:pt x="917" y="624"/>
                </a:lnTo>
                <a:lnTo>
                  <a:pt x="905" y="632"/>
                </a:lnTo>
                <a:lnTo>
                  <a:pt x="892" y="640"/>
                </a:lnTo>
                <a:lnTo>
                  <a:pt x="879" y="648"/>
                </a:lnTo>
                <a:lnTo>
                  <a:pt x="866" y="655"/>
                </a:lnTo>
                <a:lnTo>
                  <a:pt x="853" y="662"/>
                </a:lnTo>
                <a:lnTo>
                  <a:pt x="839" y="668"/>
                </a:lnTo>
                <a:lnTo>
                  <a:pt x="825" y="675"/>
                </a:lnTo>
                <a:lnTo>
                  <a:pt x="811" y="681"/>
                </a:lnTo>
                <a:lnTo>
                  <a:pt x="796" y="686"/>
                </a:lnTo>
                <a:lnTo>
                  <a:pt x="781" y="692"/>
                </a:lnTo>
                <a:lnTo>
                  <a:pt x="766" y="697"/>
                </a:lnTo>
                <a:lnTo>
                  <a:pt x="751" y="701"/>
                </a:lnTo>
                <a:lnTo>
                  <a:pt x="735" y="706"/>
                </a:lnTo>
                <a:lnTo>
                  <a:pt x="719" y="710"/>
                </a:lnTo>
                <a:lnTo>
                  <a:pt x="703" y="714"/>
                </a:lnTo>
                <a:lnTo>
                  <a:pt x="687" y="717"/>
                </a:lnTo>
                <a:lnTo>
                  <a:pt x="671" y="720"/>
                </a:lnTo>
                <a:lnTo>
                  <a:pt x="655" y="723"/>
                </a:lnTo>
                <a:lnTo>
                  <a:pt x="638" y="725"/>
                </a:lnTo>
                <a:lnTo>
                  <a:pt x="621" y="727"/>
                </a:lnTo>
                <a:lnTo>
                  <a:pt x="605" y="729"/>
                </a:lnTo>
                <a:lnTo>
                  <a:pt x="588" y="730"/>
                </a:lnTo>
                <a:lnTo>
                  <a:pt x="571" y="731"/>
                </a:lnTo>
                <a:lnTo>
                  <a:pt x="554" y="731"/>
                </a:lnTo>
                <a:lnTo>
                  <a:pt x="537" y="731"/>
                </a:lnTo>
                <a:lnTo>
                  <a:pt x="521" y="731"/>
                </a:lnTo>
                <a:lnTo>
                  <a:pt x="504" y="731"/>
                </a:lnTo>
                <a:lnTo>
                  <a:pt x="487" y="730"/>
                </a:lnTo>
                <a:lnTo>
                  <a:pt x="470" y="729"/>
                </a:lnTo>
                <a:lnTo>
                  <a:pt x="454" y="727"/>
                </a:lnTo>
                <a:lnTo>
                  <a:pt x="437" y="725"/>
                </a:lnTo>
                <a:lnTo>
                  <a:pt x="420" y="723"/>
                </a:lnTo>
                <a:lnTo>
                  <a:pt x="404" y="720"/>
                </a:lnTo>
                <a:lnTo>
                  <a:pt x="388" y="717"/>
                </a:lnTo>
                <a:lnTo>
                  <a:pt x="372" y="714"/>
                </a:lnTo>
                <a:lnTo>
                  <a:pt x="356" y="710"/>
                </a:lnTo>
                <a:lnTo>
                  <a:pt x="340" y="706"/>
                </a:lnTo>
                <a:lnTo>
                  <a:pt x="324" y="701"/>
                </a:lnTo>
                <a:lnTo>
                  <a:pt x="309" y="697"/>
                </a:lnTo>
                <a:lnTo>
                  <a:pt x="294" y="692"/>
                </a:lnTo>
                <a:lnTo>
                  <a:pt x="279" y="686"/>
                </a:lnTo>
                <a:lnTo>
                  <a:pt x="264" y="681"/>
                </a:lnTo>
                <a:lnTo>
                  <a:pt x="250" y="675"/>
                </a:lnTo>
                <a:lnTo>
                  <a:pt x="236" y="668"/>
                </a:lnTo>
                <a:lnTo>
                  <a:pt x="222" y="662"/>
                </a:lnTo>
                <a:lnTo>
                  <a:pt x="209" y="655"/>
                </a:lnTo>
                <a:lnTo>
                  <a:pt x="195" y="648"/>
                </a:lnTo>
                <a:lnTo>
                  <a:pt x="183" y="640"/>
                </a:lnTo>
                <a:lnTo>
                  <a:pt x="170" y="632"/>
                </a:lnTo>
                <a:lnTo>
                  <a:pt x="158" y="624"/>
                </a:lnTo>
                <a:lnTo>
                  <a:pt x="145" y="616"/>
                </a:lnTo>
                <a:lnTo>
                  <a:pt x="134" y="608"/>
                </a:lnTo>
                <a:lnTo>
                  <a:pt x="123" y="598"/>
                </a:lnTo>
                <a:lnTo>
                  <a:pt x="113" y="589"/>
                </a:lnTo>
                <a:lnTo>
                  <a:pt x="102" y="580"/>
                </a:lnTo>
                <a:lnTo>
                  <a:pt x="93" y="570"/>
                </a:lnTo>
                <a:lnTo>
                  <a:pt x="83" y="561"/>
                </a:lnTo>
                <a:lnTo>
                  <a:pt x="75" y="551"/>
                </a:lnTo>
                <a:lnTo>
                  <a:pt x="66" y="541"/>
                </a:lnTo>
                <a:lnTo>
                  <a:pt x="58" y="531"/>
                </a:lnTo>
                <a:lnTo>
                  <a:pt x="51" y="521"/>
                </a:lnTo>
                <a:lnTo>
                  <a:pt x="44" y="510"/>
                </a:lnTo>
                <a:lnTo>
                  <a:pt x="38" y="500"/>
                </a:lnTo>
                <a:lnTo>
                  <a:pt x="32" y="489"/>
                </a:lnTo>
                <a:lnTo>
                  <a:pt x="26" y="478"/>
                </a:lnTo>
                <a:lnTo>
                  <a:pt x="21" y="467"/>
                </a:lnTo>
                <a:lnTo>
                  <a:pt x="17" y="456"/>
                </a:lnTo>
                <a:lnTo>
                  <a:pt x="13" y="445"/>
                </a:lnTo>
                <a:lnTo>
                  <a:pt x="9" y="434"/>
                </a:lnTo>
                <a:lnTo>
                  <a:pt x="7" y="422"/>
                </a:lnTo>
                <a:lnTo>
                  <a:pt x="4" y="411"/>
                </a:lnTo>
                <a:lnTo>
                  <a:pt x="2" y="400"/>
                </a:lnTo>
                <a:lnTo>
                  <a:pt x="1" y="388"/>
                </a:lnTo>
                <a:lnTo>
                  <a:pt x="0" y="377"/>
                </a:lnTo>
                <a:lnTo>
                  <a:pt x="0" y="365"/>
                </a:lnTo>
                <a:lnTo>
                  <a:pt x="0" y="354"/>
                </a:lnTo>
                <a:lnTo>
                  <a:pt x="1" y="342"/>
                </a:lnTo>
                <a:lnTo>
                  <a:pt x="2" y="331"/>
                </a:lnTo>
                <a:lnTo>
                  <a:pt x="4" y="319"/>
                </a:lnTo>
                <a:lnTo>
                  <a:pt x="7" y="308"/>
                </a:lnTo>
                <a:lnTo>
                  <a:pt x="9" y="297"/>
                </a:lnTo>
                <a:lnTo>
                  <a:pt x="13" y="286"/>
                </a:lnTo>
                <a:lnTo>
                  <a:pt x="17" y="274"/>
                </a:lnTo>
                <a:lnTo>
                  <a:pt x="21" y="263"/>
                </a:lnTo>
                <a:lnTo>
                  <a:pt x="26" y="252"/>
                </a:lnTo>
                <a:lnTo>
                  <a:pt x="32" y="242"/>
                </a:lnTo>
                <a:lnTo>
                  <a:pt x="38" y="231"/>
                </a:lnTo>
                <a:lnTo>
                  <a:pt x="44" y="220"/>
                </a:lnTo>
                <a:lnTo>
                  <a:pt x="51" y="210"/>
                </a:lnTo>
                <a:lnTo>
                  <a:pt x="58" y="199"/>
                </a:lnTo>
                <a:lnTo>
                  <a:pt x="66" y="189"/>
                </a:lnTo>
                <a:lnTo>
                  <a:pt x="75" y="179"/>
                </a:lnTo>
                <a:lnTo>
                  <a:pt x="83" y="170"/>
                </a:lnTo>
                <a:lnTo>
                  <a:pt x="93" y="160"/>
                </a:lnTo>
                <a:lnTo>
                  <a:pt x="102" y="151"/>
                </a:lnTo>
                <a:lnTo>
                  <a:pt x="113" y="141"/>
                </a:lnTo>
                <a:lnTo>
                  <a:pt x="123" y="133"/>
                </a:lnTo>
                <a:lnTo>
                  <a:pt x="134" y="124"/>
                </a:lnTo>
                <a:lnTo>
                  <a:pt x="145" y="115"/>
                </a:lnTo>
                <a:lnTo>
                  <a:pt x="158" y="107"/>
                </a:lnTo>
                <a:lnTo>
                  <a:pt x="170" y="99"/>
                </a:lnTo>
                <a:lnTo>
                  <a:pt x="183" y="91"/>
                </a:lnTo>
                <a:lnTo>
                  <a:pt x="195" y="84"/>
                </a:lnTo>
                <a:lnTo>
                  <a:pt x="209" y="77"/>
                </a:lnTo>
                <a:lnTo>
                  <a:pt x="222" y="70"/>
                </a:lnTo>
                <a:lnTo>
                  <a:pt x="236" y="63"/>
                </a:lnTo>
                <a:lnTo>
                  <a:pt x="250" y="57"/>
                </a:lnTo>
                <a:lnTo>
                  <a:pt x="264" y="51"/>
                </a:lnTo>
                <a:lnTo>
                  <a:pt x="279" y="45"/>
                </a:lnTo>
                <a:lnTo>
                  <a:pt x="294" y="40"/>
                </a:lnTo>
                <a:lnTo>
                  <a:pt x="309" y="35"/>
                </a:lnTo>
                <a:lnTo>
                  <a:pt x="324" y="30"/>
                </a:lnTo>
                <a:lnTo>
                  <a:pt x="340" y="26"/>
                </a:lnTo>
                <a:lnTo>
                  <a:pt x="356" y="22"/>
                </a:lnTo>
                <a:lnTo>
                  <a:pt x="372" y="18"/>
                </a:lnTo>
                <a:lnTo>
                  <a:pt x="388" y="15"/>
                </a:lnTo>
                <a:lnTo>
                  <a:pt x="404" y="12"/>
                </a:lnTo>
                <a:lnTo>
                  <a:pt x="420" y="9"/>
                </a:lnTo>
                <a:lnTo>
                  <a:pt x="437" y="7"/>
                </a:lnTo>
                <a:lnTo>
                  <a:pt x="454" y="5"/>
                </a:lnTo>
                <a:lnTo>
                  <a:pt x="470" y="3"/>
                </a:lnTo>
                <a:lnTo>
                  <a:pt x="487" y="2"/>
                </a:lnTo>
                <a:lnTo>
                  <a:pt x="504" y="1"/>
                </a:lnTo>
                <a:lnTo>
                  <a:pt x="521" y="0"/>
                </a:lnTo>
                <a:lnTo>
                  <a:pt x="537" y="0"/>
                </a:lnTo>
                <a:lnTo>
                  <a:pt x="554" y="0"/>
                </a:lnTo>
                <a:lnTo>
                  <a:pt x="571" y="1"/>
                </a:lnTo>
                <a:lnTo>
                  <a:pt x="588" y="2"/>
                </a:lnTo>
                <a:lnTo>
                  <a:pt x="605" y="3"/>
                </a:lnTo>
                <a:lnTo>
                  <a:pt x="621" y="5"/>
                </a:lnTo>
                <a:lnTo>
                  <a:pt x="638" y="7"/>
                </a:lnTo>
                <a:lnTo>
                  <a:pt x="655" y="9"/>
                </a:lnTo>
                <a:lnTo>
                  <a:pt x="671" y="12"/>
                </a:lnTo>
                <a:lnTo>
                  <a:pt x="687" y="15"/>
                </a:lnTo>
                <a:lnTo>
                  <a:pt x="703" y="18"/>
                </a:lnTo>
                <a:lnTo>
                  <a:pt x="719" y="22"/>
                </a:lnTo>
                <a:lnTo>
                  <a:pt x="735" y="26"/>
                </a:lnTo>
                <a:lnTo>
                  <a:pt x="751" y="30"/>
                </a:lnTo>
                <a:lnTo>
                  <a:pt x="766" y="35"/>
                </a:lnTo>
                <a:lnTo>
                  <a:pt x="781" y="40"/>
                </a:lnTo>
                <a:lnTo>
                  <a:pt x="796" y="45"/>
                </a:lnTo>
                <a:lnTo>
                  <a:pt x="811" y="51"/>
                </a:lnTo>
                <a:lnTo>
                  <a:pt x="825" y="57"/>
                </a:lnTo>
                <a:lnTo>
                  <a:pt x="839" y="63"/>
                </a:lnTo>
                <a:lnTo>
                  <a:pt x="853" y="70"/>
                </a:lnTo>
                <a:lnTo>
                  <a:pt x="866" y="77"/>
                </a:lnTo>
                <a:lnTo>
                  <a:pt x="879" y="84"/>
                </a:lnTo>
                <a:lnTo>
                  <a:pt x="892" y="91"/>
                </a:lnTo>
                <a:lnTo>
                  <a:pt x="905" y="99"/>
                </a:lnTo>
                <a:lnTo>
                  <a:pt x="917" y="107"/>
                </a:lnTo>
                <a:lnTo>
                  <a:pt x="929" y="115"/>
                </a:lnTo>
                <a:lnTo>
                  <a:pt x="940" y="124"/>
                </a:lnTo>
                <a:lnTo>
                  <a:pt x="951" y="133"/>
                </a:lnTo>
                <a:lnTo>
                  <a:pt x="961" y="141"/>
                </a:lnTo>
                <a:lnTo>
                  <a:pt x="972" y="151"/>
                </a:lnTo>
                <a:lnTo>
                  <a:pt x="981" y="160"/>
                </a:lnTo>
                <a:lnTo>
                  <a:pt x="991" y="170"/>
                </a:lnTo>
                <a:lnTo>
                  <a:pt x="999" y="179"/>
                </a:lnTo>
                <a:lnTo>
                  <a:pt x="1008" y="189"/>
                </a:lnTo>
                <a:lnTo>
                  <a:pt x="1016" y="199"/>
                </a:lnTo>
                <a:lnTo>
                  <a:pt x="1023" y="210"/>
                </a:lnTo>
                <a:lnTo>
                  <a:pt x="1030" y="220"/>
                </a:lnTo>
                <a:lnTo>
                  <a:pt x="1036" y="231"/>
                </a:lnTo>
                <a:lnTo>
                  <a:pt x="1042" y="242"/>
                </a:lnTo>
                <a:lnTo>
                  <a:pt x="1048" y="252"/>
                </a:lnTo>
                <a:lnTo>
                  <a:pt x="1053" y="263"/>
                </a:lnTo>
                <a:lnTo>
                  <a:pt x="1057" y="274"/>
                </a:lnTo>
                <a:lnTo>
                  <a:pt x="1061" y="286"/>
                </a:lnTo>
                <a:lnTo>
                  <a:pt x="1065" y="297"/>
                </a:lnTo>
                <a:lnTo>
                  <a:pt x="1067" y="308"/>
                </a:lnTo>
                <a:lnTo>
                  <a:pt x="1070" y="319"/>
                </a:lnTo>
                <a:lnTo>
                  <a:pt x="1072" y="331"/>
                </a:lnTo>
                <a:lnTo>
                  <a:pt x="1073" y="342"/>
                </a:lnTo>
                <a:lnTo>
                  <a:pt x="1074" y="354"/>
                </a:lnTo>
                <a:lnTo>
                  <a:pt x="1074" y="365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1" name=""/>
          <p:cNvSpPr/>
          <p:nvPr/>
        </p:nvSpPr>
        <p:spPr>
          <a:xfrm>
            <a:off x="7864920" y="2805120"/>
            <a:ext cx="389520" cy="264960"/>
          </a:xfrm>
          <a:custGeom>
            <a:avLst/>
            <a:gdLst/>
            <a:ahLst/>
            <a:rect l="0" t="0" r="r" b="b"/>
            <a:pathLst>
              <a:path w="1082" h="736">
                <a:moveTo>
                  <a:pt x="1078" y="367"/>
                </a:moveTo>
                <a:lnTo>
                  <a:pt x="1078" y="356"/>
                </a:lnTo>
                <a:lnTo>
                  <a:pt x="1077" y="344"/>
                </a:lnTo>
                <a:lnTo>
                  <a:pt x="1076" y="333"/>
                </a:lnTo>
                <a:lnTo>
                  <a:pt x="1074" y="321"/>
                </a:lnTo>
                <a:lnTo>
                  <a:pt x="1071" y="310"/>
                </a:lnTo>
                <a:lnTo>
                  <a:pt x="1069" y="299"/>
                </a:lnTo>
                <a:lnTo>
                  <a:pt x="1065" y="288"/>
                </a:lnTo>
                <a:lnTo>
                  <a:pt x="1061" y="276"/>
                </a:lnTo>
                <a:lnTo>
                  <a:pt x="1057" y="265"/>
                </a:lnTo>
                <a:lnTo>
                  <a:pt x="1052" y="254"/>
                </a:lnTo>
                <a:lnTo>
                  <a:pt x="1046" y="244"/>
                </a:lnTo>
                <a:lnTo>
                  <a:pt x="1040" y="233"/>
                </a:lnTo>
                <a:lnTo>
                  <a:pt x="1034" y="222"/>
                </a:lnTo>
                <a:lnTo>
                  <a:pt x="1027" y="212"/>
                </a:lnTo>
                <a:lnTo>
                  <a:pt x="1020" y="201"/>
                </a:lnTo>
                <a:lnTo>
                  <a:pt x="1012" y="191"/>
                </a:lnTo>
                <a:lnTo>
                  <a:pt x="1003" y="181"/>
                </a:lnTo>
                <a:lnTo>
                  <a:pt x="995" y="172"/>
                </a:lnTo>
                <a:lnTo>
                  <a:pt x="985" y="162"/>
                </a:lnTo>
                <a:lnTo>
                  <a:pt x="976" y="153"/>
                </a:lnTo>
                <a:lnTo>
                  <a:pt x="965" y="143"/>
                </a:lnTo>
                <a:lnTo>
                  <a:pt x="955" y="135"/>
                </a:lnTo>
                <a:lnTo>
                  <a:pt x="944" y="126"/>
                </a:lnTo>
                <a:lnTo>
                  <a:pt x="933" y="117"/>
                </a:lnTo>
                <a:lnTo>
                  <a:pt x="921" y="109"/>
                </a:lnTo>
                <a:lnTo>
                  <a:pt x="909" y="101"/>
                </a:lnTo>
                <a:lnTo>
                  <a:pt x="896" y="93"/>
                </a:lnTo>
                <a:lnTo>
                  <a:pt x="883" y="86"/>
                </a:lnTo>
                <a:lnTo>
                  <a:pt x="870" y="79"/>
                </a:lnTo>
                <a:lnTo>
                  <a:pt x="857" y="72"/>
                </a:lnTo>
                <a:lnTo>
                  <a:pt x="843" y="65"/>
                </a:lnTo>
                <a:lnTo>
                  <a:pt x="829" y="59"/>
                </a:lnTo>
                <a:lnTo>
                  <a:pt x="815" y="53"/>
                </a:lnTo>
                <a:lnTo>
                  <a:pt x="800" y="47"/>
                </a:lnTo>
                <a:lnTo>
                  <a:pt x="785" y="42"/>
                </a:lnTo>
                <a:lnTo>
                  <a:pt x="770" y="37"/>
                </a:lnTo>
                <a:lnTo>
                  <a:pt x="755" y="32"/>
                </a:lnTo>
                <a:lnTo>
                  <a:pt x="739" y="28"/>
                </a:lnTo>
                <a:lnTo>
                  <a:pt x="723" y="24"/>
                </a:lnTo>
                <a:lnTo>
                  <a:pt x="707" y="20"/>
                </a:lnTo>
                <a:lnTo>
                  <a:pt x="691" y="17"/>
                </a:lnTo>
                <a:lnTo>
                  <a:pt x="675" y="14"/>
                </a:lnTo>
                <a:lnTo>
                  <a:pt x="659" y="11"/>
                </a:lnTo>
                <a:lnTo>
                  <a:pt x="642" y="9"/>
                </a:lnTo>
                <a:lnTo>
                  <a:pt x="625" y="7"/>
                </a:lnTo>
                <a:lnTo>
                  <a:pt x="609" y="5"/>
                </a:lnTo>
                <a:lnTo>
                  <a:pt x="592" y="4"/>
                </a:lnTo>
                <a:lnTo>
                  <a:pt x="575" y="3"/>
                </a:lnTo>
                <a:lnTo>
                  <a:pt x="558" y="2"/>
                </a:lnTo>
                <a:lnTo>
                  <a:pt x="541" y="2"/>
                </a:lnTo>
                <a:lnTo>
                  <a:pt x="525" y="2"/>
                </a:lnTo>
                <a:lnTo>
                  <a:pt x="508" y="3"/>
                </a:lnTo>
                <a:lnTo>
                  <a:pt x="491" y="4"/>
                </a:lnTo>
                <a:lnTo>
                  <a:pt x="474" y="5"/>
                </a:lnTo>
                <a:lnTo>
                  <a:pt x="458" y="7"/>
                </a:lnTo>
                <a:lnTo>
                  <a:pt x="441" y="9"/>
                </a:lnTo>
                <a:lnTo>
                  <a:pt x="424" y="11"/>
                </a:lnTo>
                <a:lnTo>
                  <a:pt x="408" y="14"/>
                </a:lnTo>
                <a:lnTo>
                  <a:pt x="392" y="17"/>
                </a:lnTo>
                <a:lnTo>
                  <a:pt x="376" y="20"/>
                </a:lnTo>
                <a:lnTo>
                  <a:pt x="360" y="24"/>
                </a:lnTo>
                <a:lnTo>
                  <a:pt x="344" y="28"/>
                </a:lnTo>
                <a:lnTo>
                  <a:pt x="328" y="32"/>
                </a:lnTo>
                <a:lnTo>
                  <a:pt x="313" y="37"/>
                </a:lnTo>
                <a:lnTo>
                  <a:pt x="298" y="42"/>
                </a:lnTo>
                <a:lnTo>
                  <a:pt x="282" y="47"/>
                </a:lnTo>
                <a:lnTo>
                  <a:pt x="267" y="53"/>
                </a:lnTo>
                <a:lnTo>
                  <a:pt x="253" y="59"/>
                </a:lnTo>
                <a:lnTo>
                  <a:pt x="239" y="65"/>
                </a:lnTo>
                <a:lnTo>
                  <a:pt x="225" y="72"/>
                </a:lnTo>
                <a:lnTo>
                  <a:pt x="212" y="79"/>
                </a:lnTo>
                <a:lnTo>
                  <a:pt x="198" y="86"/>
                </a:lnTo>
                <a:lnTo>
                  <a:pt x="186" y="93"/>
                </a:lnTo>
                <a:lnTo>
                  <a:pt x="173" y="101"/>
                </a:lnTo>
                <a:lnTo>
                  <a:pt x="161" y="109"/>
                </a:lnTo>
                <a:lnTo>
                  <a:pt x="149" y="117"/>
                </a:lnTo>
                <a:lnTo>
                  <a:pt x="138" y="126"/>
                </a:lnTo>
                <a:lnTo>
                  <a:pt x="127" y="135"/>
                </a:lnTo>
                <a:lnTo>
                  <a:pt x="117" y="143"/>
                </a:lnTo>
                <a:lnTo>
                  <a:pt x="106" y="153"/>
                </a:lnTo>
                <a:lnTo>
                  <a:pt x="97" y="162"/>
                </a:lnTo>
                <a:lnTo>
                  <a:pt x="87" y="172"/>
                </a:lnTo>
                <a:lnTo>
                  <a:pt x="79" y="181"/>
                </a:lnTo>
                <a:lnTo>
                  <a:pt x="70" y="191"/>
                </a:lnTo>
                <a:lnTo>
                  <a:pt x="62" y="201"/>
                </a:lnTo>
                <a:lnTo>
                  <a:pt x="55" y="212"/>
                </a:lnTo>
                <a:lnTo>
                  <a:pt x="48" y="222"/>
                </a:lnTo>
                <a:lnTo>
                  <a:pt x="42" y="233"/>
                </a:lnTo>
                <a:lnTo>
                  <a:pt x="36" y="244"/>
                </a:lnTo>
                <a:lnTo>
                  <a:pt x="30" y="254"/>
                </a:lnTo>
                <a:lnTo>
                  <a:pt x="25" y="265"/>
                </a:lnTo>
                <a:lnTo>
                  <a:pt x="21" y="276"/>
                </a:lnTo>
                <a:lnTo>
                  <a:pt x="17" y="288"/>
                </a:lnTo>
                <a:lnTo>
                  <a:pt x="13" y="299"/>
                </a:lnTo>
                <a:lnTo>
                  <a:pt x="11" y="310"/>
                </a:lnTo>
                <a:lnTo>
                  <a:pt x="8" y="321"/>
                </a:lnTo>
                <a:lnTo>
                  <a:pt x="6" y="333"/>
                </a:lnTo>
                <a:lnTo>
                  <a:pt x="5" y="344"/>
                </a:lnTo>
                <a:lnTo>
                  <a:pt x="4" y="356"/>
                </a:lnTo>
                <a:lnTo>
                  <a:pt x="4" y="367"/>
                </a:lnTo>
                <a:lnTo>
                  <a:pt x="4" y="379"/>
                </a:lnTo>
                <a:lnTo>
                  <a:pt x="5" y="390"/>
                </a:lnTo>
                <a:lnTo>
                  <a:pt x="6" y="402"/>
                </a:lnTo>
                <a:lnTo>
                  <a:pt x="8" y="413"/>
                </a:lnTo>
                <a:lnTo>
                  <a:pt x="11" y="424"/>
                </a:lnTo>
                <a:lnTo>
                  <a:pt x="13" y="436"/>
                </a:lnTo>
                <a:lnTo>
                  <a:pt x="17" y="447"/>
                </a:lnTo>
                <a:lnTo>
                  <a:pt x="21" y="458"/>
                </a:lnTo>
                <a:lnTo>
                  <a:pt x="25" y="469"/>
                </a:lnTo>
                <a:lnTo>
                  <a:pt x="30" y="480"/>
                </a:lnTo>
                <a:lnTo>
                  <a:pt x="36" y="491"/>
                </a:lnTo>
                <a:lnTo>
                  <a:pt x="42" y="502"/>
                </a:lnTo>
                <a:lnTo>
                  <a:pt x="48" y="512"/>
                </a:lnTo>
                <a:lnTo>
                  <a:pt x="55" y="523"/>
                </a:lnTo>
                <a:lnTo>
                  <a:pt x="62" y="533"/>
                </a:lnTo>
                <a:lnTo>
                  <a:pt x="70" y="543"/>
                </a:lnTo>
                <a:lnTo>
                  <a:pt x="79" y="553"/>
                </a:lnTo>
                <a:lnTo>
                  <a:pt x="87" y="563"/>
                </a:lnTo>
                <a:lnTo>
                  <a:pt x="97" y="572"/>
                </a:lnTo>
                <a:lnTo>
                  <a:pt x="106" y="582"/>
                </a:lnTo>
                <a:lnTo>
                  <a:pt x="117" y="591"/>
                </a:lnTo>
                <a:lnTo>
                  <a:pt x="127" y="600"/>
                </a:lnTo>
                <a:lnTo>
                  <a:pt x="138" y="609"/>
                </a:lnTo>
                <a:lnTo>
                  <a:pt x="149" y="617"/>
                </a:lnTo>
                <a:lnTo>
                  <a:pt x="161" y="625"/>
                </a:lnTo>
                <a:lnTo>
                  <a:pt x="173" y="633"/>
                </a:lnTo>
                <a:lnTo>
                  <a:pt x="186" y="641"/>
                </a:lnTo>
                <a:lnTo>
                  <a:pt x="198" y="649"/>
                </a:lnTo>
                <a:lnTo>
                  <a:pt x="212" y="656"/>
                </a:lnTo>
                <a:lnTo>
                  <a:pt x="225" y="664"/>
                </a:lnTo>
                <a:lnTo>
                  <a:pt x="239" y="670"/>
                </a:lnTo>
                <a:lnTo>
                  <a:pt x="253" y="677"/>
                </a:lnTo>
                <a:lnTo>
                  <a:pt x="267" y="683"/>
                </a:lnTo>
                <a:lnTo>
                  <a:pt x="282" y="688"/>
                </a:lnTo>
                <a:lnTo>
                  <a:pt x="298" y="694"/>
                </a:lnTo>
                <a:lnTo>
                  <a:pt x="313" y="699"/>
                </a:lnTo>
                <a:lnTo>
                  <a:pt x="328" y="703"/>
                </a:lnTo>
                <a:lnTo>
                  <a:pt x="344" y="708"/>
                </a:lnTo>
                <a:lnTo>
                  <a:pt x="360" y="712"/>
                </a:lnTo>
                <a:lnTo>
                  <a:pt x="376" y="716"/>
                </a:lnTo>
                <a:lnTo>
                  <a:pt x="392" y="719"/>
                </a:lnTo>
                <a:lnTo>
                  <a:pt x="408" y="722"/>
                </a:lnTo>
                <a:lnTo>
                  <a:pt x="424" y="725"/>
                </a:lnTo>
                <a:lnTo>
                  <a:pt x="441" y="727"/>
                </a:lnTo>
                <a:lnTo>
                  <a:pt x="458" y="729"/>
                </a:lnTo>
                <a:lnTo>
                  <a:pt x="474" y="731"/>
                </a:lnTo>
                <a:lnTo>
                  <a:pt x="491" y="732"/>
                </a:lnTo>
                <a:lnTo>
                  <a:pt x="508" y="733"/>
                </a:lnTo>
                <a:lnTo>
                  <a:pt x="525" y="733"/>
                </a:lnTo>
                <a:lnTo>
                  <a:pt x="541" y="733"/>
                </a:lnTo>
                <a:lnTo>
                  <a:pt x="558" y="733"/>
                </a:lnTo>
                <a:lnTo>
                  <a:pt x="575" y="733"/>
                </a:lnTo>
                <a:lnTo>
                  <a:pt x="592" y="732"/>
                </a:lnTo>
                <a:lnTo>
                  <a:pt x="609" y="731"/>
                </a:lnTo>
                <a:lnTo>
                  <a:pt x="625" y="729"/>
                </a:lnTo>
                <a:lnTo>
                  <a:pt x="642" y="727"/>
                </a:lnTo>
                <a:lnTo>
                  <a:pt x="659" y="725"/>
                </a:lnTo>
                <a:lnTo>
                  <a:pt x="675" y="722"/>
                </a:lnTo>
                <a:lnTo>
                  <a:pt x="691" y="719"/>
                </a:lnTo>
                <a:lnTo>
                  <a:pt x="707" y="716"/>
                </a:lnTo>
                <a:lnTo>
                  <a:pt x="723" y="712"/>
                </a:lnTo>
                <a:lnTo>
                  <a:pt x="739" y="708"/>
                </a:lnTo>
                <a:lnTo>
                  <a:pt x="755" y="703"/>
                </a:lnTo>
                <a:lnTo>
                  <a:pt x="770" y="699"/>
                </a:lnTo>
                <a:lnTo>
                  <a:pt x="785" y="694"/>
                </a:lnTo>
                <a:lnTo>
                  <a:pt x="800" y="688"/>
                </a:lnTo>
                <a:lnTo>
                  <a:pt x="815" y="683"/>
                </a:lnTo>
                <a:lnTo>
                  <a:pt x="829" y="677"/>
                </a:lnTo>
                <a:lnTo>
                  <a:pt x="843" y="670"/>
                </a:lnTo>
                <a:lnTo>
                  <a:pt x="857" y="664"/>
                </a:lnTo>
                <a:lnTo>
                  <a:pt x="870" y="656"/>
                </a:lnTo>
                <a:lnTo>
                  <a:pt x="883" y="649"/>
                </a:lnTo>
                <a:lnTo>
                  <a:pt x="896" y="641"/>
                </a:lnTo>
                <a:lnTo>
                  <a:pt x="909" y="633"/>
                </a:lnTo>
                <a:lnTo>
                  <a:pt x="921" y="625"/>
                </a:lnTo>
                <a:lnTo>
                  <a:pt x="933" y="617"/>
                </a:lnTo>
                <a:lnTo>
                  <a:pt x="944" y="609"/>
                </a:lnTo>
                <a:lnTo>
                  <a:pt x="955" y="600"/>
                </a:lnTo>
                <a:lnTo>
                  <a:pt x="965" y="591"/>
                </a:lnTo>
                <a:lnTo>
                  <a:pt x="976" y="582"/>
                </a:lnTo>
                <a:lnTo>
                  <a:pt x="985" y="572"/>
                </a:lnTo>
                <a:lnTo>
                  <a:pt x="995" y="563"/>
                </a:lnTo>
                <a:lnTo>
                  <a:pt x="1003" y="553"/>
                </a:lnTo>
                <a:lnTo>
                  <a:pt x="1012" y="543"/>
                </a:lnTo>
                <a:lnTo>
                  <a:pt x="1020" y="533"/>
                </a:lnTo>
                <a:lnTo>
                  <a:pt x="1027" y="523"/>
                </a:lnTo>
                <a:lnTo>
                  <a:pt x="1034" y="512"/>
                </a:lnTo>
                <a:lnTo>
                  <a:pt x="1040" y="502"/>
                </a:lnTo>
                <a:lnTo>
                  <a:pt x="1046" y="491"/>
                </a:lnTo>
                <a:lnTo>
                  <a:pt x="1052" y="480"/>
                </a:lnTo>
                <a:lnTo>
                  <a:pt x="1057" y="469"/>
                </a:lnTo>
                <a:lnTo>
                  <a:pt x="1061" y="458"/>
                </a:lnTo>
                <a:lnTo>
                  <a:pt x="1065" y="447"/>
                </a:lnTo>
                <a:lnTo>
                  <a:pt x="1069" y="436"/>
                </a:lnTo>
                <a:lnTo>
                  <a:pt x="1071" y="424"/>
                </a:lnTo>
                <a:lnTo>
                  <a:pt x="1074" y="413"/>
                </a:lnTo>
                <a:lnTo>
                  <a:pt x="1076" y="402"/>
                </a:lnTo>
                <a:lnTo>
                  <a:pt x="1077" y="390"/>
                </a:lnTo>
                <a:lnTo>
                  <a:pt x="1078" y="379"/>
                </a:lnTo>
                <a:lnTo>
                  <a:pt x="1078" y="367"/>
                </a:lnTo>
                <a:moveTo>
                  <a:pt x="1082" y="367"/>
                </a:moveTo>
                <a:lnTo>
                  <a:pt x="1082" y="379"/>
                </a:lnTo>
                <a:lnTo>
                  <a:pt x="1081" y="390"/>
                </a:lnTo>
                <a:lnTo>
                  <a:pt x="1079" y="402"/>
                </a:lnTo>
                <a:lnTo>
                  <a:pt x="1078" y="413"/>
                </a:lnTo>
                <a:lnTo>
                  <a:pt x="1075" y="425"/>
                </a:lnTo>
                <a:lnTo>
                  <a:pt x="1072" y="436"/>
                </a:lnTo>
                <a:lnTo>
                  <a:pt x="1069" y="447"/>
                </a:lnTo>
                <a:lnTo>
                  <a:pt x="1065" y="459"/>
                </a:lnTo>
                <a:lnTo>
                  <a:pt x="1060" y="470"/>
                </a:lnTo>
                <a:lnTo>
                  <a:pt x="1055" y="481"/>
                </a:lnTo>
                <a:lnTo>
                  <a:pt x="1050" y="492"/>
                </a:lnTo>
                <a:lnTo>
                  <a:pt x="1044" y="503"/>
                </a:lnTo>
                <a:lnTo>
                  <a:pt x="1037" y="513"/>
                </a:lnTo>
                <a:lnTo>
                  <a:pt x="1030" y="524"/>
                </a:lnTo>
                <a:lnTo>
                  <a:pt x="1023" y="534"/>
                </a:lnTo>
                <a:lnTo>
                  <a:pt x="1015" y="544"/>
                </a:lnTo>
                <a:lnTo>
                  <a:pt x="1007" y="554"/>
                </a:lnTo>
                <a:lnTo>
                  <a:pt x="998" y="564"/>
                </a:lnTo>
                <a:lnTo>
                  <a:pt x="988" y="574"/>
                </a:lnTo>
                <a:lnTo>
                  <a:pt x="979" y="583"/>
                </a:lnTo>
                <a:lnTo>
                  <a:pt x="968" y="593"/>
                </a:lnTo>
                <a:lnTo>
                  <a:pt x="958" y="602"/>
                </a:lnTo>
                <a:lnTo>
                  <a:pt x="947" y="610"/>
                </a:lnTo>
                <a:lnTo>
                  <a:pt x="935" y="619"/>
                </a:lnTo>
                <a:lnTo>
                  <a:pt x="924" y="627"/>
                </a:lnTo>
                <a:lnTo>
                  <a:pt x="911" y="635"/>
                </a:lnTo>
                <a:lnTo>
                  <a:pt x="899" y="643"/>
                </a:lnTo>
                <a:lnTo>
                  <a:pt x="886" y="651"/>
                </a:lnTo>
                <a:lnTo>
                  <a:pt x="873" y="658"/>
                </a:lnTo>
                <a:lnTo>
                  <a:pt x="859" y="666"/>
                </a:lnTo>
                <a:lnTo>
                  <a:pt x="845" y="672"/>
                </a:lnTo>
                <a:lnTo>
                  <a:pt x="831" y="679"/>
                </a:lnTo>
                <a:lnTo>
                  <a:pt x="817" y="685"/>
                </a:lnTo>
                <a:lnTo>
                  <a:pt x="802" y="690"/>
                </a:lnTo>
                <a:lnTo>
                  <a:pt x="787" y="696"/>
                </a:lnTo>
                <a:lnTo>
                  <a:pt x="772" y="701"/>
                </a:lnTo>
                <a:lnTo>
                  <a:pt x="756" y="706"/>
                </a:lnTo>
                <a:lnTo>
                  <a:pt x="740" y="710"/>
                </a:lnTo>
                <a:lnTo>
                  <a:pt x="725" y="714"/>
                </a:lnTo>
                <a:lnTo>
                  <a:pt x="708" y="718"/>
                </a:lnTo>
                <a:lnTo>
                  <a:pt x="692" y="721"/>
                </a:lnTo>
                <a:lnTo>
                  <a:pt x="676" y="724"/>
                </a:lnTo>
                <a:lnTo>
                  <a:pt x="659" y="727"/>
                </a:lnTo>
                <a:lnTo>
                  <a:pt x="643" y="729"/>
                </a:lnTo>
                <a:lnTo>
                  <a:pt x="626" y="731"/>
                </a:lnTo>
                <a:lnTo>
                  <a:pt x="609" y="733"/>
                </a:lnTo>
                <a:lnTo>
                  <a:pt x="592" y="734"/>
                </a:lnTo>
                <a:lnTo>
                  <a:pt x="575" y="735"/>
                </a:lnTo>
                <a:lnTo>
                  <a:pt x="558" y="736"/>
                </a:lnTo>
                <a:lnTo>
                  <a:pt x="541" y="736"/>
                </a:lnTo>
                <a:lnTo>
                  <a:pt x="525" y="736"/>
                </a:lnTo>
                <a:lnTo>
                  <a:pt x="508" y="735"/>
                </a:lnTo>
                <a:lnTo>
                  <a:pt x="491" y="734"/>
                </a:lnTo>
                <a:lnTo>
                  <a:pt x="474" y="733"/>
                </a:lnTo>
                <a:lnTo>
                  <a:pt x="457" y="731"/>
                </a:lnTo>
                <a:lnTo>
                  <a:pt x="440" y="729"/>
                </a:lnTo>
                <a:lnTo>
                  <a:pt x="424" y="727"/>
                </a:lnTo>
                <a:lnTo>
                  <a:pt x="407" y="724"/>
                </a:lnTo>
                <a:lnTo>
                  <a:pt x="391" y="721"/>
                </a:lnTo>
                <a:lnTo>
                  <a:pt x="375" y="718"/>
                </a:lnTo>
                <a:lnTo>
                  <a:pt x="358" y="714"/>
                </a:lnTo>
                <a:lnTo>
                  <a:pt x="343" y="710"/>
                </a:lnTo>
                <a:lnTo>
                  <a:pt x="327" y="706"/>
                </a:lnTo>
                <a:lnTo>
                  <a:pt x="311" y="701"/>
                </a:lnTo>
                <a:lnTo>
                  <a:pt x="296" y="696"/>
                </a:lnTo>
                <a:lnTo>
                  <a:pt x="280" y="690"/>
                </a:lnTo>
                <a:lnTo>
                  <a:pt x="265" y="685"/>
                </a:lnTo>
                <a:lnTo>
                  <a:pt x="251" y="679"/>
                </a:lnTo>
                <a:lnTo>
                  <a:pt x="237" y="672"/>
                </a:lnTo>
                <a:lnTo>
                  <a:pt x="223" y="666"/>
                </a:lnTo>
                <a:lnTo>
                  <a:pt x="209" y="658"/>
                </a:lnTo>
                <a:lnTo>
                  <a:pt x="196" y="651"/>
                </a:lnTo>
                <a:lnTo>
                  <a:pt x="183" y="643"/>
                </a:lnTo>
                <a:lnTo>
                  <a:pt x="171" y="635"/>
                </a:lnTo>
                <a:lnTo>
                  <a:pt x="158" y="627"/>
                </a:lnTo>
                <a:lnTo>
                  <a:pt x="147" y="619"/>
                </a:lnTo>
                <a:lnTo>
                  <a:pt x="135" y="610"/>
                </a:lnTo>
                <a:lnTo>
                  <a:pt x="124" y="602"/>
                </a:lnTo>
                <a:lnTo>
                  <a:pt x="114" y="593"/>
                </a:lnTo>
                <a:lnTo>
                  <a:pt x="103" y="583"/>
                </a:lnTo>
                <a:lnTo>
                  <a:pt x="94" y="574"/>
                </a:lnTo>
                <a:lnTo>
                  <a:pt x="84" y="564"/>
                </a:lnTo>
                <a:lnTo>
                  <a:pt x="75" y="554"/>
                </a:lnTo>
                <a:lnTo>
                  <a:pt x="67" y="544"/>
                </a:lnTo>
                <a:lnTo>
                  <a:pt x="59" y="534"/>
                </a:lnTo>
                <a:lnTo>
                  <a:pt x="52" y="524"/>
                </a:lnTo>
                <a:lnTo>
                  <a:pt x="45" y="513"/>
                </a:lnTo>
                <a:lnTo>
                  <a:pt x="38" y="503"/>
                </a:lnTo>
                <a:lnTo>
                  <a:pt x="32" y="492"/>
                </a:lnTo>
                <a:lnTo>
                  <a:pt x="27" y="481"/>
                </a:lnTo>
                <a:lnTo>
                  <a:pt x="22" y="470"/>
                </a:lnTo>
                <a:lnTo>
                  <a:pt x="17" y="459"/>
                </a:lnTo>
                <a:lnTo>
                  <a:pt x="13" y="447"/>
                </a:lnTo>
                <a:lnTo>
                  <a:pt x="10" y="436"/>
                </a:lnTo>
                <a:lnTo>
                  <a:pt x="7" y="425"/>
                </a:lnTo>
                <a:lnTo>
                  <a:pt x="4" y="413"/>
                </a:lnTo>
                <a:lnTo>
                  <a:pt x="3" y="402"/>
                </a:lnTo>
                <a:lnTo>
                  <a:pt x="1" y="390"/>
                </a:lnTo>
                <a:lnTo>
                  <a:pt x="0" y="379"/>
                </a:lnTo>
                <a:lnTo>
                  <a:pt x="0" y="367"/>
                </a:lnTo>
                <a:lnTo>
                  <a:pt x="0" y="356"/>
                </a:lnTo>
                <a:lnTo>
                  <a:pt x="1" y="344"/>
                </a:lnTo>
                <a:lnTo>
                  <a:pt x="3" y="333"/>
                </a:lnTo>
                <a:lnTo>
                  <a:pt x="4" y="321"/>
                </a:lnTo>
                <a:lnTo>
                  <a:pt x="7" y="310"/>
                </a:lnTo>
                <a:lnTo>
                  <a:pt x="10" y="298"/>
                </a:lnTo>
                <a:lnTo>
                  <a:pt x="13" y="287"/>
                </a:lnTo>
                <a:lnTo>
                  <a:pt x="17" y="276"/>
                </a:lnTo>
                <a:lnTo>
                  <a:pt x="22" y="265"/>
                </a:lnTo>
                <a:lnTo>
                  <a:pt x="27" y="254"/>
                </a:lnTo>
                <a:lnTo>
                  <a:pt x="32" y="243"/>
                </a:lnTo>
                <a:lnTo>
                  <a:pt x="38" y="232"/>
                </a:lnTo>
                <a:lnTo>
                  <a:pt x="45" y="221"/>
                </a:lnTo>
                <a:lnTo>
                  <a:pt x="52" y="211"/>
                </a:lnTo>
                <a:lnTo>
                  <a:pt x="59" y="200"/>
                </a:lnTo>
                <a:lnTo>
                  <a:pt x="67" y="190"/>
                </a:lnTo>
                <a:lnTo>
                  <a:pt x="75" y="180"/>
                </a:lnTo>
                <a:lnTo>
                  <a:pt x="84" y="170"/>
                </a:lnTo>
                <a:lnTo>
                  <a:pt x="94" y="161"/>
                </a:lnTo>
                <a:lnTo>
                  <a:pt x="103" y="151"/>
                </a:lnTo>
                <a:lnTo>
                  <a:pt x="114" y="142"/>
                </a:lnTo>
                <a:lnTo>
                  <a:pt x="124" y="133"/>
                </a:lnTo>
                <a:lnTo>
                  <a:pt x="135" y="124"/>
                </a:lnTo>
                <a:lnTo>
                  <a:pt x="147" y="116"/>
                </a:lnTo>
                <a:lnTo>
                  <a:pt x="158" y="107"/>
                </a:lnTo>
                <a:lnTo>
                  <a:pt x="171" y="99"/>
                </a:lnTo>
                <a:lnTo>
                  <a:pt x="183" y="91"/>
                </a:lnTo>
                <a:lnTo>
                  <a:pt x="196" y="84"/>
                </a:lnTo>
                <a:lnTo>
                  <a:pt x="209" y="77"/>
                </a:lnTo>
                <a:lnTo>
                  <a:pt x="223" y="70"/>
                </a:lnTo>
                <a:lnTo>
                  <a:pt x="237" y="63"/>
                </a:lnTo>
                <a:lnTo>
                  <a:pt x="251" y="57"/>
                </a:lnTo>
                <a:lnTo>
                  <a:pt x="265" y="51"/>
                </a:lnTo>
                <a:lnTo>
                  <a:pt x="280" y="45"/>
                </a:lnTo>
                <a:lnTo>
                  <a:pt x="296" y="40"/>
                </a:lnTo>
                <a:lnTo>
                  <a:pt x="311" y="35"/>
                </a:lnTo>
                <a:lnTo>
                  <a:pt x="327" y="30"/>
                </a:lnTo>
                <a:lnTo>
                  <a:pt x="343" y="25"/>
                </a:lnTo>
                <a:lnTo>
                  <a:pt x="358" y="21"/>
                </a:lnTo>
                <a:lnTo>
                  <a:pt x="375" y="18"/>
                </a:lnTo>
                <a:lnTo>
                  <a:pt x="391" y="14"/>
                </a:lnTo>
                <a:lnTo>
                  <a:pt x="407" y="11"/>
                </a:lnTo>
                <a:lnTo>
                  <a:pt x="424" y="8"/>
                </a:lnTo>
                <a:lnTo>
                  <a:pt x="440" y="6"/>
                </a:lnTo>
                <a:lnTo>
                  <a:pt x="457" y="4"/>
                </a:lnTo>
                <a:lnTo>
                  <a:pt x="474" y="2"/>
                </a:lnTo>
                <a:lnTo>
                  <a:pt x="491" y="1"/>
                </a:lnTo>
                <a:lnTo>
                  <a:pt x="508" y="0"/>
                </a:lnTo>
                <a:lnTo>
                  <a:pt x="525" y="0"/>
                </a:lnTo>
                <a:lnTo>
                  <a:pt x="541" y="0"/>
                </a:lnTo>
                <a:lnTo>
                  <a:pt x="558" y="0"/>
                </a:lnTo>
                <a:lnTo>
                  <a:pt x="575" y="0"/>
                </a:lnTo>
                <a:lnTo>
                  <a:pt x="592" y="1"/>
                </a:lnTo>
                <a:lnTo>
                  <a:pt x="609" y="2"/>
                </a:lnTo>
                <a:lnTo>
                  <a:pt x="626" y="4"/>
                </a:lnTo>
                <a:lnTo>
                  <a:pt x="643" y="6"/>
                </a:lnTo>
                <a:lnTo>
                  <a:pt x="659" y="8"/>
                </a:lnTo>
                <a:lnTo>
                  <a:pt x="676" y="11"/>
                </a:lnTo>
                <a:lnTo>
                  <a:pt x="692" y="14"/>
                </a:lnTo>
                <a:lnTo>
                  <a:pt x="708" y="18"/>
                </a:lnTo>
                <a:lnTo>
                  <a:pt x="725" y="21"/>
                </a:lnTo>
                <a:lnTo>
                  <a:pt x="740" y="25"/>
                </a:lnTo>
                <a:lnTo>
                  <a:pt x="756" y="30"/>
                </a:lnTo>
                <a:lnTo>
                  <a:pt x="772" y="35"/>
                </a:lnTo>
                <a:lnTo>
                  <a:pt x="787" y="40"/>
                </a:lnTo>
                <a:lnTo>
                  <a:pt x="802" y="45"/>
                </a:lnTo>
                <a:lnTo>
                  <a:pt x="817" y="51"/>
                </a:lnTo>
                <a:lnTo>
                  <a:pt x="831" y="57"/>
                </a:lnTo>
                <a:lnTo>
                  <a:pt x="845" y="63"/>
                </a:lnTo>
                <a:lnTo>
                  <a:pt x="859" y="70"/>
                </a:lnTo>
                <a:lnTo>
                  <a:pt x="873" y="77"/>
                </a:lnTo>
                <a:lnTo>
                  <a:pt x="886" y="84"/>
                </a:lnTo>
                <a:lnTo>
                  <a:pt x="899" y="91"/>
                </a:lnTo>
                <a:lnTo>
                  <a:pt x="911" y="99"/>
                </a:lnTo>
                <a:lnTo>
                  <a:pt x="924" y="107"/>
                </a:lnTo>
                <a:lnTo>
                  <a:pt x="935" y="116"/>
                </a:lnTo>
                <a:lnTo>
                  <a:pt x="947" y="124"/>
                </a:lnTo>
                <a:lnTo>
                  <a:pt x="958" y="133"/>
                </a:lnTo>
                <a:lnTo>
                  <a:pt x="968" y="142"/>
                </a:lnTo>
                <a:lnTo>
                  <a:pt x="979" y="151"/>
                </a:lnTo>
                <a:lnTo>
                  <a:pt x="988" y="161"/>
                </a:lnTo>
                <a:lnTo>
                  <a:pt x="998" y="170"/>
                </a:lnTo>
                <a:lnTo>
                  <a:pt x="1007" y="180"/>
                </a:lnTo>
                <a:lnTo>
                  <a:pt x="1015" y="190"/>
                </a:lnTo>
                <a:lnTo>
                  <a:pt x="1023" y="200"/>
                </a:lnTo>
                <a:lnTo>
                  <a:pt x="1030" y="211"/>
                </a:lnTo>
                <a:lnTo>
                  <a:pt x="1037" y="221"/>
                </a:lnTo>
                <a:lnTo>
                  <a:pt x="1044" y="232"/>
                </a:lnTo>
                <a:lnTo>
                  <a:pt x="1050" y="243"/>
                </a:lnTo>
                <a:lnTo>
                  <a:pt x="1055" y="254"/>
                </a:lnTo>
                <a:lnTo>
                  <a:pt x="1060" y="265"/>
                </a:lnTo>
                <a:lnTo>
                  <a:pt x="1065" y="276"/>
                </a:lnTo>
                <a:lnTo>
                  <a:pt x="1069" y="287"/>
                </a:lnTo>
                <a:lnTo>
                  <a:pt x="1072" y="298"/>
                </a:lnTo>
                <a:lnTo>
                  <a:pt x="1075" y="310"/>
                </a:lnTo>
                <a:lnTo>
                  <a:pt x="1078" y="321"/>
                </a:lnTo>
                <a:lnTo>
                  <a:pt x="1079" y="333"/>
                </a:lnTo>
                <a:lnTo>
                  <a:pt x="1081" y="344"/>
                </a:lnTo>
                <a:lnTo>
                  <a:pt x="1082" y="356"/>
                </a:lnTo>
                <a:lnTo>
                  <a:pt x="1082" y="367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2" name=""/>
          <p:cNvSpPr/>
          <p:nvPr/>
        </p:nvSpPr>
        <p:spPr>
          <a:xfrm>
            <a:off x="7860960" y="2802240"/>
            <a:ext cx="397440" cy="270720"/>
          </a:xfrm>
          <a:custGeom>
            <a:avLst/>
            <a:gdLst/>
            <a:ahLst/>
            <a:rect l="0" t="0" r="r" b="b"/>
            <a:pathLst>
              <a:path w="1104" h="752">
                <a:moveTo>
                  <a:pt x="1093" y="376"/>
                </a:moveTo>
                <a:lnTo>
                  <a:pt x="1093" y="365"/>
                </a:lnTo>
                <a:lnTo>
                  <a:pt x="1092" y="353"/>
                </a:lnTo>
                <a:lnTo>
                  <a:pt x="1090" y="342"/>
                </a:lnTo>
                <a:lnTo>
                  <a:pt x="1089" y="330"/>
                </a:lnTo>
                <a:lnTo>
                  <a:pt x="1086" y="319"/>
                </a:lnTo>
                <a:lnTo>
                  <a:pt x="1083" y="307"/>
                </a:lnTo>
                <a:lnTo>
                  <a:pt x="1080" y="296"/>
                </a:lnTo>
                <a:lnTo>
                  <a:pt x="1076" y="285"/>
                </a:lnTo>
                <a:lnTo>
                  <a:pt x="1071" y="274"/>
                </a:lnTo>
                <a:lnTo>
                  <a:pt x="1066" y="263"/>
                </a:lnTo>
                <a:lnTo>
                  <a:pt x="1061" y="252"/>
                </a:lnTo>
                <a:lnTo>
                  <a:pt x="1055" y="241"/>
                </a:lnTo>
                <a:lnTo>
                  <a:pt x="1048" y="230"/>
                </a:lnTo>
                <a:lnTo>
                  <a:pt x="1041" y="220"/>
                </a:lnTo>
                <a:lnTo>
                  <a:pt x="1034" y="209"/>
                </a:lnTo>
                <a:lnTo>
                  <a:pt x="1026" y="199"/>
                </a:lnTo>
                <a:lnTo>
                  <a:pt x="1018" y="189"/>
                </a:lnTo>
                <a:lnTo>
                  <a:pt x="1009" y="179"/>
                </a:lnTo>
                <a:lnTo>
                  <a:pt x="999" y="170"/>
                </a:lnTo>
                <a:lnTo>
                  <a:pt x="990" y="160"/>
                </a:lnTo>
                <a:lnTo>
                  <a:pt x="979" y="151"/>
                </a:lnTo>
                <a:lnTo>
                  <a:pt x="969" y="142"/>
                </a:lnTo>
                <a:lnTo>
                  <a:pt x="958" y="133"/>
                </a:lnTo>
                <a:lnTo>
                  <a:pt x="946" y="125"/>
                </a:lnTo>
                <a:lnTo>
                  <a:pt x="935" y="116"/>
                </a:lnTo>
                <a:lnTo>
                  <a:pt x="922" y="108"/>
                </a:lnTo>
                <a:lnTo>
                  <a:pt x="910" y="100"/>
                </a:lnTo>
                <a:lnTo>
                  <a:pt x="897" y="93"/>
                </a:lnTo>
                <a:lnTo>
                  <a:pt x="884" y="85"/>
                </a:lnTo>
                <a:lnTo>
                  <a:pt x="870" y="78"/>
                </a:lnTo>
                <a:lnTo>
                  <a:pt x="856" y="71"/>
                </a:lnTo>
                <a:lnTo>
                  <a:pt x="842" y="65"/>
                </a:lnTo>
                <a:lnTo>
                  <a:pt x="828" y="59"/>
                </a:lnTo>
                <a:lnTo>
                  <a:pt x="813" y="53"/>
                </a:lnTo>
                <a:lnTo>
                  <a:pt x="798" y="48"/>
                </a:lnTo>
                <a:lnTo>
                  <a:pt x="783" y="43"/>
                </a:lnTo>
                <a:lnTo>
                  <a:pt x="766" y="38"/>
                </a:lnTo>
                <a:lnTo>
                  <a:pt x="750" y="33"/>
                </a:lnTo>
                <a:lnTo>
                  <a:pt x="735" y="29"/>
                </a:lnTo>
                <a:lnTo>
                  <a:pt x="718" y="26"/>
                </a:lnTo>
                <a:lnTo>
                  <a:pt x="702" y="22"/>
                </a:lnTo>
                <a:lnTo>
                  <a:pt x="686" y="19"/>
                </a:lnTo>
                <a:lnTo>
                  <a:pt x="669" y="16"/>
                </a:lnTo>
                <a:lnTo>
                  <a:pt x="653" y="14"/>
                </a:lnTo>
                <a:lnTo>
                  <a:pt x="636" y="12"/>
                </a:lnTo>
                <a:lnTo>
                  <a:pt x="619" y="10"/>
                </a:lnTo>
                <a:lnTo>
                  <a:pt x="602" y="9"/>
                </a:lnTo>
                <a:lnTo>
                  <a:pt x="585" y="8"/>
                </a:lnTo>
                <a:lnTo>
                  <a:pt x="568" y="8"/>
                </a:lnTo>
                <a:lnTo>
                  <a:pt x="551" y="8"/>
                </a:lnTo>
                <a:lnTo>
                  <a:pt x="535" y="8"/>
                </a:lnTo>
                <a:lnTo>
                  <a:pt x="518" y="8"/>
                </a:lnTo>
                <a:lnTo>
                  <a:pt x="501" y="9"/>
                </a:lnTo>
                <a:lnTo>
                  <a:pt x="484" y="10"/>
                </a:lnTo>
                <a:lnTo>
                  <a:pt x="467" y="12"/>
                </a:lnTo>
                <a:lnTo>
                  <a:pt x="450" y="14"/>
                </a:lnTo>
                <a:lnTo>
                  <a:pt x="434" y="16"/>
                </a:lnTo>
                <a:lnTo>
                  <a:pt x="417" y="19"/>
                </a:lnTo>
                <a:lnTo>
                  <a:pt x="401" y="22"/>
                </a:lnTo>
                <a:lnTo>
                  <a:pt x="385" y="26"/>
                </a:lnTo>
                <a:lnTo>
                  <a:pt x="368" y="29"/>
                </a:lnTo>
                <a:lnTo>
                  <a:pt x="353" y="33"/>
                </a:lnTo>
                <a:lnTo>
                  <a:pt x="337" y="38"/>
                </a:lnTo>
                <a:lnTo>
                  <a:pt x="321" y="43"/>
                </a:lnTo>
                <a:lnTo>
                  <a:pt x="306" y="48"/>
                </a:lnTo>
                <a:lnTo>
                  <a:pt x="291" y="53"/>
                </a:lnTo>
                <a:lnTo>
                  <a:pt x="276" y="59"/>
                </a:lnTo>
                <a:lnTo>
                  <a:pt x="262" y="65"/>
                </a:lnTo>
                <a:lnTo>
                  <a:pt x="248" y="71"/>
                </a:lnTo>
                <a:lnTo>
                  <a:pt x="234" y="78"/>
                </a:lnTo>
                <a:lnTo>
                  <a:pt x="220" y="85"/>
                </a:lnTo>
                <a:lnTo>
                  <a:pt x="207" y="93"/>
                </a:lnTo>
                <a:lnTo>
                  <a:pt x="194" y="100"/>
                </a:lnTo>
                <a:lnTo>
                  <a:pt x="182" y="108"/>
                </a:lnTo>
                <a:lnTo>
                  <a:pt x="169" y="116"/>
                </a:lnTo>
                <a:lnTo>
                  <a:pt x="158" y="125"/>
                </a:lnTo>
                <a:lnTo>
                  <a:pt x="146" y="133"/>
                </a:lnTo>
                <a:lnTo>
                  <a:pt x="135" y="142"/>
                </a:lnTo>
                <a:lnTo>
                  <a:pt x="125" y="151"/>
                </a:lnTo>
                <a:lnTo>
                  <a:pt x="114" y="160"/>
                </a:lnTo>
                <a:lnTo>
                  <a:pt x="105" y="170"/>
                </a:lnTo>
                <a:lnTo>
                  <a:pt x="95" y="179"/>
                </a:lnTo>
                <a:lnTo>
                  <a:pt x="86" y="189"/>
                </a:lnTo>
                <a:lnTo>
                  <a:pt x="78" y="199"/>
                </a:lnTo>
                <a:lnTo>
                  <a:pt x="70" y="209"/>
                </a:lnTo>
                <a:lnTo>
                  <a:pt x="63" y="220"/>
                </a:lnTo>
                <a:lnTo>
                  <a:pt x="56" y="230"/>
                </a:lnTo>
                <a:lnTo>
                  <a:pt x="49" y="241"/>
                </a:lnTo>
                <a:lnTo>
                  <a:pt x="43" y="252"/>
                </a:lnTo>
                <a:lnTo>
                  <a:pt x="38" y="263"/>
                </a:lnTo>
                <a:lnTo>
                  <a:pt x="33" y="274"/>
                </a:lnTo>
                <a:lnTo>
                  <a:pt x="28" y="285"/>
                </a:lnTo>
                <a:lnTo>
                  <a:pt x="24" y="296"/>
                </a:lnTo>
                <a:lnTo>
                  <a:pt x="21" y="307"/>
                </a:lnTo>
                <a:lnTo>
                  <a:pt x="18" y="319"/>
                </a:lnTo>
                <a:lnTo>
                  <a:pt x="15" y="330"/>
                </a:lnTo>
                <a:lnTo>
                  <a:pt x="14" y="342"/>
                </a:lnTo>
                <a:lnTo>
                  <a:pt x="12" y="353"/>
                </a:lnTo>
                <a:lnTo>
                  <a:pt x="11" y="365"/>
                </a:lnTo>
                <a:lnTo>
                  <a:pt x="11" y="376"/>
                </a:lnTo>
                <a:lnTo>
                  <a:pt x="11" y="388"/>
                </a:lnTo>
                <a:lnTo>
                  <a:pt x="12" y="399"/>
                </a:lnTo>
                <a:lnTo>
                  <a:pt x="14" y="411"/>
                </a:lnTo>
                <a:lnTo>
                  <a:pt x="15" y="422"/>
                </a:lnTo>
                <a:lnTo>
                  <a:pt x="18" y="434"/>
                </a:lnTo>
                <a:lnTo>
                  <a:pt x="21" y="445"/>
                </a:lnTo>
                <a:lnTo>
                  <a:pt x="24" y="456"/>
                </a:lnTo>
                <a:lnTo>
                  <a:pt x="28" y="468"/>
                </a:lnTo>
                <a:lnTo>
                  <a:pt x="33" y="479"/>
                </a:lnTo>
                <a:lnTo>
                  <a:pt x="38" y="490"/>
                </a:lnTo>
                <a:lnTo>
                  <a:pt x="43" y="501"/>
                </a:lnTo>
                <a:lnTo>
                  <a:pt x="49" y="512"/>
                </a:lnTo>
                <a:lnTo>
                  <a:pt x="56" y="522"/>
                </a:lnTo>
                <a:lnTo>
                  <a:pt x="63" y="533"/>
                </a:lnTo>
                <a:lnTo>
                  <a:pt x="70" y="543"/>
                </a:lnTo>
                <a:lnTo>
                  <a:pt x="78" y="553"/>
                </a:lnTo>
                <a:lnTo>
                  <a:pt x="86" y="563"/>
                </a:lnTo>
                <a:lnTo>
                  <a:pt x="95" y="573"/>
                </a:lnTo>
                <a:lnTo>
                  <a:pt x="105" y="583"/>
                </a:lnTo>
                <a:lnTo>
                  <a:pt x="114" y="592"/>
                </a:lnTo>
                <a:lnTo>
                  <a:pt x="125" y="602"/>
                </a:lnTo>
                <a:lnTo>
                  <a:pt x="135" y="611"/>
                </a:lnTo>
                <a:lnTo>
                  <a:pt x="146" y="619"/>
                </a:lnTo>
                <a:lnTo>
                  <a:pt x="158" y="628"/>
                </a:lnTo>
                <a:lnTo>
                  <a:pt x="169" y="636"/>
                </a:lnTo>
                <a:lnTo>
                  <a:pt x="182" y="644"/>
                </a:lnTo>
                <a:lnTo>
                  <a:pt x="194" y="652"/>
                </a:lnTo>
                <a:lnTo>
                  <a:pt x="207" y="660"/>
                </a:lnTo>
                <a:lnTo>
                  <a:pt x="220" y="667"/>
                </a:lnTo>
                <a:lnTo>
                  <a:pt x="234" y="674"/>
                </a:lnTo>
                <a:lnTo>
                  <a:pt x="248" y="680"/>
                </a:lnTo>
                <a:lnTo>
                  <a:pt x="262" y="687"/>
                </a:lnTo>
                <a:lnTo>
                  <a:pt x="276" y="693"/>
                </a:lnTo>
                <a:lnTo>
                  <a:pt x="291" y="698"/>
                </a:lnTo>
                <a:lnTo>
                  <a:pt x="306" y="704"/>
                </a:lnTo>
                <a:lnTo>
                  <a:pt x="321" y="709"/>
                </a:lnTo>
                <a:lnTo>
                  <a:pt x="337" y="714"/>
                </a:lnTo>
                <a:lnTo>
                  <a:pt x="353" y="718"/>
                </a:lnTo>
                <a:lnTo>
                  <a:pt x="368" y="722"/>
                </a:lnTo>
                <a:lnTo>
                  <a:pt x="385" y="726"/>
                </a:lnTo>
                <a:lnTo>
                  <a:pt x="401" y="729"/>
                </a:lnTo>
                <a:lnTo>
                  <a:pt x="417" y="732"/>
                </a:lnTo>
                <a:lnTo>
                  <a:pt x="434" y="735"/>
                </a:lnTo>
                <a:lnTo>
                  <a:pt x="450" y="737"/>
                </a:lnTo>
                <a:lnTo>
                  <a:pt x="467" y="739"/>
                </a:lnTo>
                <a:lnTo>
                  <a:pt x="484" y="741"/>
                </a:lnTo>
                <a:lnTo>
                  <a:pt x="501" y="742"/>
                </a:lnTo>
                <a:lnTo>
                  <a:pt x="518" y="743"/>
                </a:lnTo>
                <a:lnTo>
                  <a:pt x="535" y="744"/>
                </a:lnTo>
                <a:lnTo>
                  <a:pt x="551" y="744"/>
                </a:lnTo>
                <a:lnTo>
                  <a:pt x="568" y="744"/>
                </a:lnTo>
                <a:lnTo>
                  <a:pt x="585" y="743"/>
                </a:lnTo>
                <a:lnTo>
                  <a:pt x="602" y="742"/>
                </a:lnTo>
                <a:lnTo>
                  <a:pt x="619" y="741"/>
                </a:lnTo>
                <a:lnTo>
                  <a:pt x="636" y="739"/>
                </a:lnTo>
                <a:lnTo>
                  <a:pt x="653" y="737"/>
                </a:lnTo>
                <a:lnTo>
                  <a:pt x="669" y="735"/>
                </a:lnTo>
                <a:lnTo>
                  <a:pt x="686" y="732"/>
                </a:lnTo>
                <a:lnTo>
                  <a:pt x="702" y="729"/>
                </a:lnTo>
                <a:lnTo>
                  <a:pt x="718" y="726"/>
                </a:lnTo>
                <a:lnTo>
                  <a:pt x="735" y="722"/>
                </a:lnTo>
                <a:lnTo>
                  <a:pt x="750" y="718"/>
                </a:lnTo>
                <a:lnTo>
                  <a:pt x="766" y="714"/>
                </a:lnTo>
                <a:lnTo>
                  <a:pt x="783" y="709"/>
                </a:lnTo>
                <a:lnTo>
                  <a:pt x="798" y="704"/>
                </a:lnTo>
                <a:lnTo>
                  <a:pt x="813" y="698"/>
                </a:lnTo>
                <a:lnTo>
                  <a:pt x="828" y="693"/>
                </a:lnTo>
                <a:lnTo>
                  <a:pt x="842" y="687"/>
                </a:lnTo>
                <a:lnTo>
                  <a:pt x="856" y="680"/>
                </a:lnTo>
                <a:lnTo>
                  <a:pt x="870" y="674"/>
                </a:lnTo>
                <a:lnTo>
                  <a:pt x="884" y="667"/>
                </a:lnTo>
                <a:lnTo>
                  <a:pt x="897" y="660"/>
                </a:lnTo>
                <a:lnTo>
                  <a:pt x="910" y="652"/>
                </a:lnTo>
                <a:lnTo>
                  <a:pt x="922" y="644"/>
                </a:lnTo>
                <a:lnTo>
                  <a:pt x="935" y="636"/>
                </a:lnTo>
                <a:lnTo>
                  <a:pt x="946" y="628"/>
                </a:lnTo>
                <a:lnTo>
                  <a:pt x="958" y="619"/>
                </a:lnTo>
                <a:lnTo>
                  <a:pt x="969" y="611"/>
                </a:lnTo>
                <a:lnTo>
                  <a:pt x="979" y="602"/>
                </a:lnTo>
                <a:lnTo>
                  <a:pt x="990" y="592"/>
                </a:lnTo>
                <a:lnTo>
                  <a:pt x="999" y="583"/>
                </a:lnTo>
                <a:lnTo>
                  <a:pt x="1009" y="573"/>
                </a:lnTo>
                <a:lnTo>
                  <a:pt x="1018" y="563"/>
                </a:lnTo>
                <a:lnTo>
                  <a:pt x="1026" y="553"/>
                </a:lnTo>
                <a:lnTo>
                  <a:pt x="1034" y="543"/>
                </a:lnTo>
                <a:lnTo>
                  <a:pt x="1041" y="533"/>
                </a:lnTo>
                <a:lnTo>
                  <a:pt x="1048" y="522"/>
                </a:lnTo>
                <a:lnTo>
                  <a:pt x="1055" y="512"/>
                </a:lnTo>
                <a:lnTo>
                  <a:pt x="1061" y="501"/>
                </a:lnTo>
                <a:lnTo>
                  <a:pt x="1066" y="490"/>
                </a:lnTo>
                <a:lnTo>
                  <a:pt x="1071" y="479"/>
                </a:lnTo>
                <a:lnTo>
                  <a:pt x="1076" y="468"/>
                </a:lnTo>
                <a:lnTo>
                  <a:pt x="1080" y="456"/>
                </a:lnTo>
                <a:lnTo>
                  <a:pt x="1083" y="445"/>
                </a:lnTo>
                <a:lnTo>
                  <a:pt x="1086" y="434"/>
                </a:lnTo>
                <a:lnTo>
                  <a:pt x="1089" y="422"/>
                </a:lnTo>
                <a:lnTo>
                  <a:pt x="1090" y="411"/>
                </a:lnTo>
                <a:lnTo>
                  <a:pt x="1092" y="399"/>
                </a:lnTo>
                <a:lnTo>
                  <a:pt x="1093" y="388"/>
                </a:lnTo>
                <a:lnTo>
                  <a:pt x="1093" y="376"/>
                </a:lnTo>
                <a:moveTo>
                  <a:pt x="1104" y="376"/>
                </a:moveTo>
                <a:lnTo>
                  <a:pt x="1104" y="388"/>
                </a:lnTo>
                <a:lnTo>
                  <a:pt x="1103" y="400"/>
                </a:lnTo>
                <a:lnTo>
                  <a:pt x="1102" y="412"/>
                </a:lnTo>
                <a:lnTo>
                  <a:pt x="1100" y="423"/>
                </a:lnTo>
                <a:lnTo>
                  <a:pt x="1097" y="435"/>
                </a:lnTo>
                <a:lnTo>
                  <a:pt x="1094" y="447"/>
                </a:lnTo>
                <a:lnTo>
                  <a:pt x="1091" y="458"/>
                </a:lnTo>
                <a:lnTo>
                  <a:pt x="1087" y="470"/>
                </a:lnTo>
                <a:lnTo>
                  <a:pt x="1082" y="481"/>
                </a:lnTo>
                <a:lnTo>
                  <a:pt x="1077" y="492"/>
                </a:lnTo>
                <a:lnTo>
                  <a:pt x="1072" y="503"/>
                </a:lnTo>
                <a:lnTo>
                  <a:pt x="1065" y="514"/>
                </a:lnTo>
                <a:lnTo>
                  <a:pt x="1059" y="525"/>
                </a:lnTo>
                <a:lnTo>
                  <a:pt x="1052" y="536"/>
                </a:lnTo>
                <a:lnTo>
                  <a:pt x="1044" y="547"/>
                </a:lnTo>
                <a:lnTo>
                  <a:pt x="1036" y="557"/>
                </a:lnTo>
                <a:lnTo>
                  <a:pt x="1027" y="567"/>
                </a:lnTo>
                <a:lnTo>
                  <a:pt x="1018" y="577"/>
                </a:lnTo>
                <a:lnTo>
                  <a:pt x="1009" y="587"/>
                </a:lnTo>
                <a:lnTo>
                  <a:pt x="999" y="597"/>
                </a:lnTo>
                <a:lnTo>
                  <a:pt x="988" y="606"/>
                </a:lnTo>
                <a:lnTo>
                  <a:pt x="978" y="616"/>
                </a:lnTo>
                <a:lnTo>
                  <a:pt x="966" y="625"/>
                </a:lnTo>
                <a:lnTo>
                  <a:pt x="955" y="633"/>
                </a:lnTo>
                <a:lnTo>
                  <a:pt x="943" y="642"/>
                </a:lnTo>
                <a:lnTo>
                  <a:pt x="930" y="650"/>
                </a:lnTo>
                <a:lnTo>
                  <a:pt x="917" y="658"/>
                </a:lnTo>
                <a:lnTo>
                  <a:pt x="904" y="666"/>
                </a:lnTo>
                <a:lnTo>
                  <a:pt x="891" y="673"/>
                </a:lnTo>
                <a:lnTo>
                  <a:pt x="877" y="680"/>
                </a:lnTo>
                <a:lnTo>
                  <a:pt x="863" y="687"/>
                </a:lnTo>
                <a:lnTo>
                  <a:pt x="848" y="693"/>
                </a:lnTo>
                <a:lnTo>
                  <a:pt x="833" y="699"/>
                </a:lnTo>
                <a:lnTo>
                  <a:pt x="818" y="705"/>
                </a:lnTo>
                <a:lnTo>
                  <a:pt x="803" y="711"/>
                </a:lnTo>
                <a:lnTo>
                  <a:pt x="787" y="716"/>
                </a:lnTo>
                <a:lnTo>
                  <a:pt x="771" y="721"/>
                </a:lnTo>
                <a:lnTo>
                  <a:pt x="755" y="725"/>
                </a:lnTo>
                <a:lnTo>
                  <a:pt x="738" y="729"/>
                </a:lnTo>
                <a:lnTo>
                  <a:pt x="722" y="733"/>
                </a:lnTo>
                <a:lnTo>
                  <a:pt x="705" y="737"/>
                </a:lnTo>
                <a:lnTo>
                  <a:pt x="689" y="740"/>
                </a:lnTo>
                <a:lnTo>
                  <a:pt x="672" y="743"/>
                </a:lnTo>
                <a:lnTo>
                  <a:pt x="655" y="745"/>
                </a:lnTo>
                <a:lnTo>
                  <a:pt x="638" y="747"/>
                </a:lnTo>
                <a:lnTo>
                  <a:pt x="621" y="749"/>
                </a:lnTo>
                <a:lnTo>
                  <a:pt x="603" y="750"/>
                </a:lnTo>
                <a:lnTo>
                  <a:pt x="586" y="751"/>
                </a:lnTo>
                <a:lnTo>
                  <a:pt x="569" y="751"/>
                </a:lnTo>
                <a:lnTo>
                  <a:pt x="551" y="752"/>
                </a:lnTo>
                <a:lnTo>
                  <a:pt x="534" y="751"/>
                </a:lnTo>
                <a:lnTo>
                  <a:pt x="517" y="751"/>
                </a:lnTo>
                <a:lnTo>
                  <a:pt x="500" y="750"/>
                </a:lnTo>
                <a:lnTo>
                  <a:pt x="482" y="749"/>
                </a:lnTo>
                <a:lnTo>
                  <a:pt x="465" y="747"/>
                </a:lnTo>
                <a:lnTo>
                  <a:pt x="448" y="745"/>
                </a:lnTo>
                <a:lnTo>
                  <a:pt x="431" y="743"/>
                </a:lnTo>
                <a:lnTo>
                  <a:pt x="414" y="740"/>
                </a:lnTo>
                <a:lnTo>
                  <a:pt x="398" y="737"/>
                </a:lnTo>
                <a:lnTo>
                  <a:pt x="381" y="733"/>
                </a:lnTo>
                <a:lnTo>
                  <a:pt x="365" y="729"/>
                </a:lnTo>
                <a:lnTo>
                  <a:pt x="348" y="725"/>
                </a:lnTo>
                <a:lnTo>
                  <a:pt x="332" y="721"/>
                </a:lnTo>
                <a:lnTo>
                  <a:pt x="317" y="716"/>
                </a:lnTo>
                <a:lnTo>
                  <a:pt x="301" y="711"/>
                </a:lnTo>
                <a:lnTo>
                  <a:pt x="286" y="705"/>
                </a:lnTo>
                <a:lnTo>
                  <a:pt x="271" y="699"/>
                </a:lnTo>
                <a:lnTo>
                  <a:pt x="256" y="693"/>
                </a:lnTo>
                <a:lnTo>
                  <a:pt x="241" y="687"/>
                </a:lnTo>
                <a:lnTo>
                  <a:pt x="227" y="680"/>
                </a:lnTo>
                <a:lnTo>
                  <a:pt x="213" y="673"/>
                </a:lnTo>
                <a:lnTo>
                  <a:pt x="200" y="666"/>
                </a:lnTo>
                <a:lnTo>
                  <a:pt x="187" y="658"/>
                </a:lnTo>
                <a:lnTo>
                  <a:pt x="174" y="650"/>
                </a:lnTo>
                <a:lnTo>
                  <a:pt x="161" y="642"/>
                </a:lnTo>
                <a:lnTo>
                  <a:pt x="149" y="633"/>
                </a:lnTo>
                <a:lnTo>
                  <a:pt x="138" y="625"/>
                </a:lnTo>
                <a:lnTo>
                  <a:pt x="126" y="616"/>
                </a:lnTo>
                <a:lnTo>
                  <a:pt x="116" y="606"/>
                </a:lnTo>
                <a:lnTo>
                  <a:pt x="105" y="597"/>
                </a:lnTo>
                <a:lnTo>
                  <a:pt x="95" y="587"/>
                </a:lnTo>
                <a:lnTo>
                  <a:pt x="86" y="577"/>
                </a:lnTo>
                <a:lnTo>
                  <a:pt x="77" y="567"/>
                </a:lnTo>
                <a:lnTo>
                  <a:pt x="68" y="557"/>
                </a:lnTo>
                <a:lnTo>
                  <a:pt x="60" y="547"/>
                </a:lnTo>
                <a:lnTo>
                  <a:pt x="52" y="536"/>
                </a:lnTo>
                <a:lnTo>
                  <a:pt x="45" y="525"/>
                </a:lnTo>
                <a:lnTo>
                  <a:pt x="39" y="514"/>
                </a:lnTo>
                <a:lnTo>
                  <a:pt x="32" y="503"/>
                </a:lnTo>
                <a:lnTo>
                  <a:pt x="27" y="492"/>
                </a:lnTo>
                <a:lnTo>
                  <a:pt x="22" y="481"/>
                </a:lnTo>
                <a:lnTo>
                  <a:pt x="17" y="470"/>
                </a:lnTo>
                <a:lnTo>
                  <a:pt x="13" y="458"/>
                </a:lnTo>
                <a:lnTo>
                  <a:pt x="10" y="447"/>
                </a:lnTo>
                <a:lnTo>
                  <a:pt x="7" y="435"/>
                </a:lnTo>
                <a:lnTo>
                  <a:pt x="4" y="423"/>
                </a:lnTo>
                <a:lnTo>
                  <a:pt x="2" y="412"/>
                </a:lnTo>
                <a:lnTo>
                  <a:pt x="1" y="400"/>
                </a:lnTo>
                <a:lnTo>
                  <a:pt x="0" y="388"/>
                </a:lnTo>
                <a:lnTo>
                  <a:pt x="0" y="376"/>
                </a:lnTo>
                <a:lnTo>
                  <a:pt x="0" y="364"/>
                </a:lnTo>
                <a:lnTo>
                  <a:pt x="1" y="353"/>
                </a:lnTo>
                <a:lnTo>
                  <a:pt x="2" y="341"/>
                </a:lnTo>
                <a:lnTo>
                  <a:pt x="4" y="329"/>
                </a:lnTo>
                <a:lnTo>
                  <a:pt x="7" y="318"/>
                </a:lnTo>
                <a:lnTo>
                  <a:pt x="10" y="306"/>
                </a:lnTo>
                <a:lnTo>
                  <a:pt x="13" y="294"/>
                </a:lnTo>
                <a:lnTo>
                  <a:pt x="17" y="283"/>
                </a:lnTo>
                <a:lnTo>
                  <a:pt x="22" y="272"/>
                </a:lnTo>
                <a:lnTo>
                  <a:pt x="27" y="260"/>
                </a:lnTo>
                <a:lnTo>
                  <a:pt x="32" y="249"/>
                </a:lnTo>
                <a:lnTo>
                  <a:pt x="39" y="238"/>
                </a:lnTo>
                <a:lnTo>
                  <a:pt x="45" y="227"/>
                </a:lnTo>
                <a:lnTo>
                  <a:pt x="52" y="216"/>
                </a:lnTo>
                <a:lnTo>
                  <a:pt x="60" y="206"/>
                </a:lnTo>
                <a:lnTo>
                  <a:pt x="68" y="195"/>
                </a:lnTo>
                <a:lnTo>
                  <a:pt x="77" y="185"/>
                </a:lnTo>
                <a:lnTo>
                  <a:pt x="86" y="175"/>
                </a:lnTo>
                <a:lnTo>
                  <a:pt x="95" y="165"/>
                </a:lnTo>
                <a:lnTo>
                  <a:pt x="105" y="156"/>
                </a:lnTo>
                <a:lnTo>
                  <a:pt x="116" y="146"/>
                </a:lnTo>
                <a:lnTo>
                  <a:pt x="126" y="137"/>
                </a:lnTo>
                <a:lnTo>
                  <a:pt x="138" y="128"/>
                </a:lnTo>
                <a:lnTo>
                  <a:pt x="149" y="119"/>
                </a:lnTo>
                <a:lnTo>
                  <a:pt x="161" y="111"/>
                </a:lnTo>
                <a:lnTo>
                  <a:pt x="174" y="103"/>
                </a:lnTo>
                <a:lnTo>
                  <a:pt x="187" y="95"/>
                </a:lnTo>
                <a:lnTo>
                  <a:pt x="200" y="86"/>
                </a:lnTo>
                <a:lnTo>
                  <a:pt x="213" y="79"/>
                </a:lnTo>
                <a:lnTo>
                  <a:pt x="227" y="72"/>
                </a:lnTo>
                <a:lnTo>
                  <a:pt x="241" y="65"/>
                </a:lnTo>
                <a:lnTo>
                  <a:pt x="256" y="58"/>
                </a:lnTo>
                <a:lnTo>
                  <a:pt x="271" y="52"/>
                </a:lnTo>
                <a:lnTo>
                  <a:pt x="286" y="46"/>
                </a:lnTo>
                <a:lnTo>
                  <a:pt x="301" y="41"/>
                </a:lnTo>
                <a:lnTo>
                  <a:pt x="317" y="36"/>
                </a:lnTo>
                <a:lnTo>
                  <a:pt x="332" y="31"/>
                </a:lnTo>
                <a:lnTo>
                  <a:pt x="348" y="26"/>
                </a:lnTo>
                <a:lnTo>
                  <a:pt x="365" y="22"/>
                </a:lnTo>
                <a:lnTo>
                  <a:pt x="381" y="18"/>
                </a:lnTo>
                <a:lnTo>
                  <a:pt x="398" y="15"/>
                </a:lnTo>
                <a:lnTo>
                  <a:pt x="414" y="12"/>
                </a:lnTo>
                <a:lnTo>
                  <a:pt x="431" y="9"/>
                </a:lnTo>
                <a:lnTo>
                  <a:pt x="448" y="6"/>
                </a:lnTo>
                <a:lnTo>
                  <a:pt x="465" y="4"/>
                </a:lnTo>
                <a:lnTo>
                  <a:pt x="482" y="3"/>
                </a:lnTo>
                <a:lnTo>
                  <a:pt x="500" y="1"/>
                </a:lnTo>
                <a:lnTo>
                  <a:pt x="517" y="1"/>
                </a:lnTo>
                <a:lnTo>
                  <a:pt x="534" y="0"/>
                </a:lnTo>
                <a:lnTo>
                  <a:pt x="551" y="0"/>
                </a:lnTo>
                <a:lnTo>
                  <a:pt x="569" y="0"/>
                </a:lnTo>
                <a:lnTo>
                  <a:pt x="586" y="1"/>
                </a:lnTo>
                <a:lnTo>
                  <a:pt x="603" y="1"/>
                </a:lnTo>
                <a:lnTo>
                  <a:pt x="621" y="3"/>
                </a:lnTo>
                <a:lnTo>
                  <a:pt x="638" y="4"/>
                </a:lnTo>
                <a:lnTo>
                  <a:pt x="655" y="6"/>
                </a:lnTo>
                <a:lnTo>
                  <a:pt x="672" y="9"/>
                </a:lnTo>
                <a:lnTo>
                  <a:pt x="689" y="12"/>
                </a:lnTo>
                <a:lnTo>
                  <a:pt x="705" y="15"/>
                </a:lnTo>
                <a:lnTo>
                  <a:pt x="722" y="18"/>
                </a:lnTo>
                <a:lnTo>
                  <a:pt x="738" y="22"/>
                </a:lnTo>
                <a:lnTo>
                  <a:pt x="755" y="26"/>
                </a:lnTo>
                <a:lnTo>
                  <a:pt x="771" y="31"/>
                </a:lnTo>
                <a:lnTo>
                  <a:pt x="787" y="36"/>
                </a:lnTo>
                <a:lnTo>
                  <a:pt x="803" y="41"/>
                </a:lnTo>
                <a:lnTo>
                  <a:pt x="818" y="46"/>
                </a:lnTo>
                <a:lnTo>
                  <a:pt x="833" y="52"/>
                </a:lnTo>
                <a:lnTo>
                  <a:pt x="848" y="58"/>
                </a:lnTo>
                <a:lnTo>
                  <a:pt x="863" y="65"/>
                </a:lnTo>
                <a:lnTo>
                  <a:pt x="877" y="72"/>
                </a:lnTo>
                <a:lnTo>
                  <a:pt x="891" y="79"/>
                </a:lnTo>
                <a:lnTo>
                  <a:pt x="904" y="86"/>
                </a:lnTo>
                <a:lnTo>
                  <a:pt x="917" y="95"/>
                </a:lnTo>
                <a:lnTo>
                  <a:pt x="930" y="103"/>
                </a:lnTo>
                <a:lnTo>
                  <a:pt x="943" y="111"/>
                </a:lnTo>
                <a:lnTo>
                  <a:pt x="955" y="119"/>
                </a:lnTo>
                <a:lnTo>
                  <a:pt x="966" y="128"/>
                </a:lnTo>
                <a:lnTo>
                  <a:pt x="978" y="137"/>
                </a:lnTo>
                <a:lnTo>
                  <a:pt x="988" y="146"/>
                </a:lnTo>
                <a:lnTo>
                  <a:pt x="999" y="156"/>
                </a:lnTo>
                <a:lnTo>
                  <a:pt x="1009" y="165"/>
                </a:lnTo>
                <a:lnTo>
                  <a:pt x="1018" y="175"/>
                </a:lnTo>
                <a:lnTo>
                  <a:pt x="1027" y="185"/>
                </a:lnTo>
                <a:lnTo>
                  <a:pt x="1036" y="195"/>
                </a:lnTo>
                <a:lnTo>
                  <a:pt x="1044" y="206"/>
                </a:lnTo>
                <a:lnTo>
                  <a:pt x="1052" y="216"/>
                </a:lnTo>
                <a:lnTo>
                  <a:pt x="1059" y="227"/>
                </a:lnTo>
                <a:lnTo>
                  <a:pt x="1065" y="238"/>
                </a:lnTo>
                <a:lnTo>
                  <a:pt x="1072" y="249"/>
                </a:lnTo>
                <a:lnTo>
                  <a:pt x="1077" y="260"/>
                </a:lnTo>
                <a:lnTo>
                  <a:pt x="1082" y="272"/>
                </a:lnTo>
                <a:lnTo>
                  <a:pt x="1087" y="283"/>
                </a:lnTo>
                <a:lnTo>
                  <a:pt x="1091" y="294"/>
                </a:lnTo>
                <a:lnTo>
                  <a:pt x="1094" y="306"/>
                </a:lnTo>
                <a:lnTo>
                  <a:pt x="1097" y="318"/>
                </a:lnTo>
                <a:lnTo>
                  <a:pt x="1100" y="329"/>
                </a:lnTo>
                <a:lnTo>
                  <a:pt x="1102" y="341"/>
                </a:lnTo>
                <a:lnTo>
                  <a:pt x="1103" y="353"/>
                </a:lnTo>
                <a:lnTo>
                  <a:pt x="1104" y="364"/>
                </a:lnTo>
                <a:lnTo>
                  <a:pt x="1104" y="376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3" name=""/>
          <p:cNvSpPr/>
          <p:nvPr/>
        </p:nvSpPr>
        <p:spPr>
          <a:xfrm>
            <a:off x="7859520" y="2801160"/>
            <a:ext cx="400320" cy="272520"/>
          </a:xfrm>
          <a:custGeom>
            <a:avLst/>
            <a:gdLst/>
            <a:ahLst/>
            <a:rect l="0" t="0" r="r" b="b"/>
            <a:pathLst>
              <a:path w="1112" h="757">
                <a:moveTo>
                  <a:pt x="1108" y="379"/>
                </a:moveTo>
                <a:lnTo>
                  <a:pt x="1108" y="367"/>
                </a:lnTo>
                <a:lnTo>
                  <a:pt x="1107" y="356"/>
                </a:lnTo>
                <a:lnTo>
                  <a:pt x="1106" y="344"/>
                </a:lnTo>
                <a:lnTo>
                  <a:pt x="1104" y="332"/>
                </a:lnTo>
                <a:lnTo>
                  <a:pt x="1101" y="321"/>
                </a:lnTo>
                <a:lnTo>
                  <a:pt x="1098" y="309"/>
                </a:lnTo>
                <a:lnTo>
                  <a:pt x="1095" y="297"/>
                </a:lnTo>
                <a:lnTo>
                  <a:pt x="1091" y="286"/>
                </a:lnTo>
                <a:lnTo>
                  <a:pt x="1086" y="275"/>
                </a:lnTo>
                <a:lnTo>
                  <a:pt x="1081" y="263"/>
                </a:lnTo>
                <a:lnTo>
                  <a:pt x="1076" y="252"/>
                </a:lnTo>
                <a:lnTo>
                  <a:pt x="1069" y="241"/>
                </a:lnTo>
                <a:lnTo>
                  <a:pt x="1063" y="230"/>
                </a:lnTo>
                <a:lnTo>
                  <a:pt x="1056" y="219"/>
                </a:lnTo>
                <a:lnTo>
                  <a:pt x="1048" y="209"/>
                </a:lnTo>
                <a:lnTo>
                  <a:pt x="1040" y="198"/>
                </a:lnTo>
                <a:lnTo>
                  <a:pt x="1031" y="188"/>
                </a:lnTo>
                <a:lnTo>
                  <a:pt x="1022" y="178"/>
                </a:lnTo>
                <a:lnTo>
                  <a:pt x="1013" y="168"/>
                </a:lnTo>
                <a:lnTo>
                  <a:pt x="1003" y="159"/>
                </a:lnTo>
                <a:lnTo>
                  <a:pt x="992" y="149"/>
                </a:lnTo>
                <a:lnTo>
                  <a:pt x="982" y="139"/>
                </a:lnTo>
                <a:lnTo>
                  <a:pt x="970" y="130"/>
                </a:lnTo>
                <a:lnTo>
                  <a:pt x="959" y="121"/>
                </a:lnTo>
                <a:lnTo>
                  <a:pt x="947" y="113"/>
                </a:lnTo>
                <a:lnTo>
                  <a:pt x="934" y="105"/>
                </a:lnTo>
                <a:lnTo>
                  <a:pt x="920" y="97"/>
                </a:lnTo>
                <a:lnTo>
                  <a:pt x="907" y="89"/>
                </a:lnTo>
                <a:lnTo>
                  <a:pt x="894" y="82"/>
                </a:lnTo>
                <a:lnTo>
                  <a:pt x="880" y="75"/>
                </a:lnTo>
                <a:lnTo>
                  <a:pt x="866" y="68"/>
                </a:lnTo>
                <a:lnTo>
                  <a:pt x="851" y="61"/>
                </a:lnTo>
                <a:lnTo>
                  <a:pt x="836" y="55"/>
                </a:lnTo>
                <a:lnTo>
                  <a:pt x="821" y="49"/>
                </a:lnTo>
                <a:lnTo>
                  <a:pt x="806" y="44"/>
                </a:lnTo>
                <a:lnTo>
                  <a:pt x="790" y="39"/>
                </a:lnTo>
                <a:lnTo>
                  <a:pt x="775" y="34"/>
                </a:lnTo>
                <a:lnTo>
                  <a:pt x="759" y="29"/>
                </a:lnTo>
                <a:lnTo>
                  <a:pt x="742" y="25"/>
                </a:lnTo>
                <a:lnTo>
                  <a:pt x="726" y="21"/>
                </a:lnTo>
                <a:lnTo>
                  <a:pt x="709" y="18"/>
                </a:lnTo>
                <a:lnTo>
                  <a:pt x="693" y="15"/>
                </a:lnTo>
                <a:lnTo>
                  <a:pt x="676" y="12"/>
                </a:lnTo>
                <a:lnTo>
                  <a:pt x="659" y="9"/>
                </a:lnTo>
                <a:lnTo>
                  <a:pt x="642" y="7"/>
                </a:lnTo>
                <a:lnTo>
                  <a:pt x="625" y="6"/>
                </a:lnTo>
                <a:lnTo>
                  <a:pt x="607" y="4"/>
                </a:lnTo>
                <a:lnTo>
                  <a:pt x="590" y="4"/>
                </a:lnTo>
                <a:lnTo>
                  <a:pt x="573" y="3"/>
                </a:lnTo>
                <a:lnTo>
                  <a:pt x="555" y="3"/>
                </a:lnTo>
                <a:lnTo>
                  <a:pt x="538" y="3"/>
                </a:lnTo>
                <a:lnTo>
                  <a:pt x="521" y="4"/>
                </a:lnTo>
                <a:lnTo>
                  <a:pt x="504" y="4"/>
                </a:lnTo>
                <a:lnTo>
                  <a:pt x="486" y="6"/>
                </a:lnTo>
                <a:lnTo>
                  <a:pt x="469" y="7"/>
                </a:lnTo>
                <a:lnTo>
                  <a:pt x="452" y="9"/>
                </a:lnTo>
                <a:lnTo>
                  <a:pt x="435" y="12"/>
                </a:lnTo>
                <a:lnTo>
                  <a:pt x="418" y="15"/>
                </a:lnTo>
                <a:lnTo>
                  <a:pt x="402" y="18"/>
                </a:lnTo>
                <a:lnTo>
                  <a:pt x="385" y="21"/>
                </a:lnTo>
                <a:lnTo>
                  <a:pt x="369" y="25"/>
                </a:lnTo>
                <a:lnTo>
                  <a:pt x="352" y="29"/>
                </a:lnTo>
                <a:lnTo>
                  <a:pt x="336" y="34"/>
                </a:lnTo>
                <a:lnTo>
                  <a:pt x="321" y="39"/>
                </a:lnTo>
                <a:lnTo>
                  <a:pt x="305" y="44"/>
                </a:lnTo>
                <a:lnTo>
                  <a:pt x="290" y="49"/>
                </a:lnTo>
                <a:lnTo>
                  <a:pt x="275" y="55"/>
                </a:lnTo>
                <a:lnTo>
                  <a:pt x="260" y="61"/>
                </a:lnTo>
                <a:lnTo>
                  <a:pt x="245" y="68"/>
                </a:lnTo>
                <a:lnTo>
                  <a:pt x="231" y="75"/>
                </a:lnTo>
                <a:lnTo>
                  <a:pt x="217" y="82"/>
                </a:lnTo>
                <a:lnTo>
                  <a:pt x="204" y="89"/>
                </a:lnTo>
                <a:lnTo>
                  <a:pt x="191" y="97"/>
                </a:lnTo>
                <a:lnTo>
                  <a:pt x="178" y="105"/>
                </a:lnTo>
                <a:lnTo>
                  <a:pt x="165" y="113"/>
                </a:lnTo>
                <a:lnTo>
                  <a:pt x="153" y="121"/>
                </a:lnTo>
                <a:lnTo>
                  <a:pt x="142" y="130"/>
                </a:lnTo>
                <a:lnTo>
                  <a:pt x="130" y="139"/>
                </a:lnTo>
                <a:lnTo>
                  <a:pt x="120" y="149"/>
                </a:lnTo>
                <a:lnTo>
                  <a:pt x="109" y="159"/>
                </a:lnTo>
                <a:lnTo>
                  <a:pt x="99" y="168"/>
                </a:lnTo>
                <a:lnTo>
                  <a:pt x="90" y="178"/>
                </a:lnTo>
                <a:lnTo>
                  <a:pt x="81" y="188"/>
                </a:lnTo>
                <a:lnTo>
                  <a:pt x="72" y="198"/>
                </a:lnTo>
                <a:lnTo>
                  <a:pt x="64" y="209"/>
                </a:lnTo>
                <a:lnTo>
                  <a:pt x="56" y="219"/>
                </a:lnTo>
                <a:lnTo>
                  <a:pt x="49" y="230"/>
                </a:lnTo>
                <a:lnTo>
                  <a:pt x="43" y="241"/>
                </a:lnTo>
                <a:lnTo>
                  <a:pt x="36" y="252"/>
                </a:lnTo>
                <a:lnTo>
                  <a:pt x="31" y="263"/>
                </a:lnTo>
                <a:lnTo>
                  <a:pt x="26" y="275"/>
                </a:lnTo>
                <a:lnTo>
                  <a:pt x="21" y="286"/>
                </a:lnTo>
                <a:lnTo>
                  <a:pt x="17" y="297"/>
                </a:lnTo>
                <a:lnTo>
                  <a:pt x="14" y="309"/>
                </a:lnTo>
                <a:lnTo>
                  <a:pt x="11" y="321"/>
                </a:lnTo>
                <a:lnTo>
                  <a:pt x="8" y="332"/>
                </a:lnTo>
                <a:lnTo>
                  <a:pt x="6" y="344"/>
                </a:lnTo>
                <a:lnTo>
                  <a:pt x="5" y="356"/>
                </a:lnTo>
                <a:lnTo>
                  <a:pt x="4" y="367"/>
                </a:lnTo>
                <a:lnTo>
                  <a:pt x="4" y="379"/>
                </a:lnTo>
                <a:lnTo>
                  <a:pt x="4" y="391"/>
                </a:lnTo>
                <a:lnTo>
                  <a:pt x="5" y="403"/>
                </a:lnTo>
                <a:lnTo>
                  <a:pt x="6" y="415"/>
                </a:lnTo>
                <a:lnTo>
                  <a:pt x="8" y="426"/>
                </a:lnTo>
                <a:lnTo>
                  <a:pt x="11" y="438"/>
                </a:lnTo>
                <a:lnTo>
                  <a:pt x="14" y="450"/>
                </a:lnTo>
                <a:lnTo>
                  <a:pt x="17" y="461"/>
                </a:lnTo>
                <a:lnTo>
                  <a:pt x="21" y="473"/>
                </a:lnTo>
                <a:lnTo>
                  <a:pt x="26" y="484"/>
                </a:lnTo>
                <a:lnTo>
                  <a:pt x="31" y="495"/>
                </a:lnTo>
                <a:lnTo>
                  <a:pt x="36" y="506"/>
                </a:lnTo>
                <a:lnTo>
                  <a:pt x="43" y="517"/>
                </a:lnTo>
                <a:lnTo>
                  <a:pt x="49" y="528"/>
                </a:lnTo>
                <a:lnTo>
                  <a:pt x="56" y="539"/>
                </a:lnTo>
                <a:lnTo>
                  <a:pt x="64" y="550"/>
                </a:lnTo>
                <a:lnTo>
                  <a:pt x="72" y="560"/>
                </a:lnTo>
                <a:lnTo>
                  <a:pt x="81" y="570"/>
                </a:lnTo>
                <a:lnTo>
                  <a:pt x="90" y="580"/>
                </a:lnTo>
                <a:lnTo>
                  <a:pt x="99" y="590"/>
                </a:lnTo>
                <a:lnTo>
                  <a:pt x="109" y="600"/>
                </a:lnTo>
                <a:lnTo>
                  <a:pt x="120" y="609"/>
                </a:lnTo>
                <a:lnTo>
                  <a:pt x="130" y="619"/>
                </a:lnTo>
                <a:lnTo>
                  <a:pt x="142" y="628"/>
                </a:lnTo>
                <a:lnTo>
                  <a:pt x="153" y="636"/>
                </a:lnTo>
                <a:lnTo>
                  <a:pt x="165" y="645"/>
                </a:lnTo>
                <a:lnTo>
                  <a:pt x="178" y="653"/>
                </a:lnTo>
                <a:lnTo>
                  <a:pt x="191" y="661"/>
                </a:lnTo>
                <a:lnTo>
                  <a:pt x="204" y="669"/>
                </a:lnTo>
                <a:lnTo>
                  <a:pt x="217" y="676"/>
                </a:lnTo>
                <a:lnTo>
                  <a:pt x="231" y="683"/>
                </a:lnTo>
                <a:lnTo>
                  <a:pt x="245" y="690"/>
                </a:lnTo>
                <a:lnTo>
                  <a:pt x="260" y="696"/>
                </a:lnTo>
                <a:lnTo>
                  <a:pt x="275" y="702"/>
                </a:lnTo>
                <a:lnTo>
                  <a:pt x="290" y="708"/>
                </a:lnTo>
                <a:lnTo>
                  <a:pt x="305" y="714"/>
                </a:lnTo>
                <a:lnTo>
                  <a:pt x="321" y="719"/>
                </a:lnTo>
                <a:lnTo>
                  <a:pt x="336" y="724"/>
                </a:lnTo>
                <a:lnTo>
                  <a:pt x="352" y="728"/>
                </a:lnTo>
                <a:lnTo>
                  <a:pt x="369" y="732"/>
                </a:lnTo>
                <a:lnTo>
                  <a:pt x="385" y="736"/>
                </a:lnTo>
                <a:lnTo>
                  <a:pt x="402" y="740"/>
                </a:lnTo>
                <a:lnTo>
                  <a:pt x="418" y="743"/>
                </a:lnTo>
                <a:lnTo>
                  <a:pt x="435" y="746"/>
                </a:lnTo>
                <a:lnTo>
                  <a:pt x="452" y="748"/>
                </a:lnTo>
                <a:lnTo>
                  <a:pt x="469" y="750"/>
                </a:lnTo>
                <a:lnTo>
                  <a:pt x="486" y="752"/>
                </a:lnTo>
                <a:lnTo>
                  <a:pt x="504" y="753"/>
                </a:lnTo>
                <a:lnTo>
                  <a:pt x="521" y="754"/>
                </a:lnTo>
                <a:lnTo>
                  <a:pt x="538" y="754"/>
                </a:lnTo>
                <a:lnTo>
                  <a:pt x="555" y="755"/>
                </a:lnTo>
                <a:lnTo>
                  <a:pt x="573" y="754"/>
                </a:lnTo>
                <a:lnTo>
                  <a:pt x="590" y="754"/>
                </a:lnTo>
                <a:lnTo>
                  <a:pt x="607" y="753"/>
                </a:lnTo>
                <a:lnTo>
                  <a:pt x="625" y="752"/>
                </a:lnTo>
                <a:lnTo>
                  <a:pt x="642" y="750"/>
                </a:lnTo>
                <a:lnTo>
                  <a:pt x="659" y="748"/>
                </a:lnTo>
                <a:lnTo>
                  <a:pt x="676" y="746"/>
                </a:lnTo>
                <a:lnTo>
                  <a:pt x="693" y="743"/>
                </a:lnTo>
                <a:lnTo>
                  <a:pt x="709" y="740"/>
                </a:lnTo>
                <a:lnTo>
                  <a:pt x="726" y="736"/>
                </a:lnTo>
                <a:lnTo>
                  <a:pt x="742" y="732"/>
                </a:lnTo>
                <a:lnTo>
                  <a:pt x="759" y="728"/>
                </a:lnTo>
                <a:lnTo>
                  <a:pt x="775" y="724"/>
                </a:lnTo>
                <a:lnTo>
                  <a:pt x="790" y="719"/>
                </a:lnTo>
                <a:lnTo>
                  <a:pt x="806" y="714"/>
                </a:lnTo>
                <a:lnTo>
                  <a:pt x="821" y="708"/>
                </a:lnTo>
                <a:lnTo>
                  <a:pt x="836" y="702"/>
                </a:lnTo>
                <a:lnTo>
                  <a:pt x="851" y="696"/>
                </a:lnTo>
                <a:lnTo>
                  <a:pt x="866" y="690"/>
                </a:lnTo>
                <a:lnTo>
                  <a:pt x="880" y="683"/>
                </a:lnTo>
                <a:lnTo>
                  <a:pt x="894" y="676"/>
                </a:lnTo>
                <a:lnTo>
                  <a:pt x="907" y="669"/>
                </a:lnTo>
                <a:lnTo>
                  <a:pt x="920" y="661"/>
                </a:lnTo>
                <a:lnTo>
                  <a:pt x="934" y="653"/>
                </a:lnTo>
                <a:lnTo>
                  <a:pt x="947" y="645"/>
                </a:lnTo>
                <a:lnTo>
                  <a:pt x="959" y="636"/>
                </a:lnTo>
                <a:lnTo>
                  <a:pt x="970" y="628"/>
                </a:lnTo>
                <a:lnTo>
                  <a:pt x="982" y="619"/>
                </a:lnTo>
                <a:lnTo>
                  <a:pt x="992" y="609"/>
                </a:lnTo>
                <a:lnTo>
                  <a:pt x="1003" y="600"/>
                </a:lnTo>
                <a:lnTo>
                  <a:pt x="1013" y="590"/>
                </a:lnTo>
                <a:lnTo>
                  <a:pt x="1022" y="580"/>
                </a:lnTo>
                <a:lnTo>
                  <a:pt x="1031" y="570"/>
                </a:lnTo>
                <a:lnTo>
                  <a:pt x="1040" y="560"/>
                </a:lnTo>
                <a:lnTo>
                  <a:pt x="1048" y="550"/>
                </a:lnTo>
                <a:lnTo>
                  <a:pt x="1056" y="539"/>
                </a:lnTo>
                <a:lnTo>
                  <a:pt x="1063" y="528"/>
                </a:lnTo>
                <a:lnTo>
                  <a:pt x="1069" y="517"/>
                </a:lnTo>
                <a:lnTo>
                  <a:pt x="1076" y="506"/>
                </a:lnTo>
                <a:lnTo>
                  <a:pt x="1081" y="495"/>
                </a:lnTo>
                <a:lnTo>
                  <a:pt x="1086" y="484"/>
                </a:lnTo>
                <a:lnTo>
                  <a:pt x="1091" y="473"/>
                </a:lnTo>
                <a:lnTo>
                  <a:pt x="1095" y="461"/>
                </a:lnTo>
                <a:lnTo>
                  <a:pt x="1098" y="450"/>
                </a:lnTo>
                <a:lnTo>
                  <a:pt x="1101" y="438"/>
                </a:lnTo>
                <a:lnTo>
                  <a:pt x="1104" y="426"/>
                </a:lnTo>
                <a:lnTo>
                  <a:pt x="1106" y="415"/>
                </a:lnTo>
                <a:lnTo>
                  <a:pt x="1107" y="403"/>
                </a:lnTo>
                <a:lnTo>
                  <a:pt x="1108" y="391"/>
                </a:lnTo>
                <a:lnTo>
                  <a:pt x="1108" y="379"/>
                </a:lnTo>
                <a:moveTo>
                  <a:pt x="1112" y="379"/>
                </a:moveTo>
                <a:lnTo>
                  <a:pt x="1112" y="391"/>
                </a:lnTo>
                <a:lnTo>
                  <a:pt x="1111" y="403"/>
                </a:lnTo>
                <a:lnTo>
                  <a:pt x="1109" y="415"/>
                </a:lnTo>
                <a:lnTo>
                  <a:pt x="1108" y="427"/>
                </a:lnTo>
                <a:lnTo>
                  <a:pt x="1105" y="438"/>
                </a:lnTo>
                <a:lnTo>
                  <a:pt x="1102" y="450"/>
                </a:lnTo>
                <a:lnTo>
                  <a:pt x="1099" y="462"/>
                </a:lnTo>
                <a:lnTo>
                  <a:pt x="1094" y="473"/>
                </a:lnTo>
                <a:lnTo>
                  <a:pt x="1090" y="485"/>
                </a:lnTo>
                <a:lnTo>
                  <a:pt x="1085" y="496"/>
                </a:lnTo>
                <a:lnTo>
                  <a:pt x="1079" y="507"/>
                </a:lnTo>
                <a:lnTo>
                  <a:pt x="1073" y="518"/>
                </a:lnTo>
                <a:lnTo>
                  <a:pt x="1066" y="529"/>
                </a:lnTo>
                <a:lnTo>
                  <a:pt x="1059" y="540"/>
                </a:lnTo>
                <a:lnTo>
                  <a:pt x="1051" y="551"/>
                </a:lnTo>
                <a:lnTo>
                  <a:pt x="1043" y="561"/>
                </a:lnTo>
                <a:lnTo>
                  <a:pt x="1035" y="572"/>
                </a:lnTo>
                <a:lnTo>
                  <a:pt x="1025" y="582"/>
                </a:lnTo>
                <a:lnTo>
                  <a:pt x="1016" y="592"/>
                </a:lnTo>
                <a:lnTo>
                  <a:pt x="1006" y="601"/>
                </a:lnTo>
                <a:lnTo>
                  <a:pt x="995" y="611"/>
                </a:lnTo>
                <a:lnTo>
                  <a:pt x="984" y="620"/>
                </a:lnTo>
                <a:lnTo>
                  <a:pt x="973" y="629"/>
                </a:lnTo>
                <a:lnTo>
                  <a:pt x="961" y="638"/>
                </a:lnTo>
                <a:lnTo>
                  <a:pt x="949" y="647"/>
                </a:lnTo>
                <a:lnTo>
                  <a:pt x="937" y="655"/>
                </a:lnTo>
                <a:lnTo>
                  <a:pt x="924" y="663"/>
                </a:lnTo>
                <a:lnTo>
                  <a:pt x="910" y="671"/>
                </a:lnTo>
                <a:lnTo>
                  <a:pt x="896" y="678"/>
                </a:lnTo>
                <a:lnTo>
                  <a:pt x="882" y="685"/>
                </a:lnTo>
                <a:lnTo>
                  <a:pt x="868" y="692"/>
                </a:lnTo>
                <a:lnTo>
                  <a:pt x="853" y="698"/>
                </a:lnTo>
                <a:lnTo>
                  <a:pt x="838" y="705"/>
                </a:lnTo>
                <a:lnTo>
                  <a:pt x="823" y="710"/>
                </a:lnTo>
                <a:lnTo>
                  <a:pt x="808" y="716"/>
                </a:lnTo>
                <a:lnTo>
                  <a:pt x="792" y="721"/>
                </a:lnTo>
                <a:lnTo>
                  <a:pt x="776" y="726"/>
                </a:lnTo>
                <a:lnTo>
                  <a:pt x="760" y="731"/>
                </a:lnTo>
                <a:lnTo>
                  <a:pt x="744" y="735"/>
                </a:lnTo>
                <a:lnTo>
                  <a:pt x="727" y="739"/>
                </a:lnTo>
                <a:lnTo>
                  <a:pt x="710" y="742"/>
                </a:lnTo>
                <a:lnTo>
                  <a:pt x="694" y="745"/>
                </a:lnTo>
                <a:lnTo>
                  <a:pt x="677" y="748"/>
                </a:lnTo>
                <a:lnTo>
                  <a:pt x="660" y="751"/>
                </a:lnTo>
                <a:lnTo>
                  <a:pt x="642" y="753"/>
                </a:lnTo>
                <a:lnTo>
                  <a:pt x="625" y="754"/>
                </a:lnTo>
                <a:lnTo>
                  <a:pt x="608" y="756"/>
                </a:lnTo>
                <a:lnTo>
                  <a:pt x="590" y="757"/>
                </a:lnTo>
                <a:lnTo>
                  <a:pt x="573" y="757"/>
                </a:lnTo>
                <a:lnTo>
                  <a:pt x="555" y="757"/>
                </a:lnTo>
                <a:lnTo>
                  <a:pt x="538" y="757"/>
                </a:lnTo>
                <a:lnTo>
                  <a:pt x="521" y="757"/>
                </a:lnTo>
                <a:lnTo>
                  <a:pt x="503" y="756"/>
                </a:lnTo>
                <a:lnTo>
                  <a:pt x="486" y="754"/>
                </a:lnTo>
                <a:lnTo>
                  <a:pt x="469" y="753"/>
                </a:lnTo>
                <a:lnTo>
                  <a:pt x="451" y="751"/>
                </a:lnTo>
                <a:lnTo>
                  <a:pt x="434" y="748"/>
                </a:lnTo>
                <a:lnTo>
                  <a:pt x="417" y="745"/>
                </a:lnTo>
                <a:lnTo>
                  <a:pt x="401" y="742"/>
                </a:lnTo>
                <a:lnTo>
                  <a:pt x="384" y="739"/>
                </a:lnTo>
                <a:lnTo>
                  <a:pt x="367" y="735"/>
                </a:lnTo>
                <a:lnTo>
                  <a:pt x="351" y="731"/>
                </a:lnTo>
                <a:lnTo>
                  <a:pt x="335" y="726"/>
                </a:lnTo>
                <a:lnTo>
                  <a:pt x="319" y="721"/>
                </a:lnTo>
                <a:lnTo>
                  <a:pt x="303" y="716"/>
                </a:lnTo>
                <a:lnTo>
                  <a:pt x="288" y="710"/>
                </a:lnTo>
                <a:lnTo>
                  <a:pt x="273" y="705"/>
                </a:lnTo>
                <a:lnTo>
                  <a:pt x="258" y="698"/>
                </a:lnTo>
                <a:lnTo>
                  <a:pt x="243" y="692"/>
                </a:lnTo>
                <a:lnTo>
                  <a:pt x="229" y="685"/>
                </a:lnTo>
                <a:lnTo>
                  <a:pt x="215" y="678"/>
                </a:lnTo>
                <a:lnTo>
                  <a:pt x="201" y="671"/>
                </a:lnTo>
                <a:lnTo>
                  <a:pt x="188" y="663"/>
                </a:lnTo>
                <a:lnTo>
                  <a:pt x="175" y="655"/>
                </a:lnTo>
                <a:lnTo>
                  <a:pt x="163" y="647"/>
                </a:lnTo>
                <a:lnTo>
                  <a:pt x="151" y="638"/>
                </a:lnTo>
                <a:lnTo>
                  <a:pt x="139" y="629"/>
                </a:lnTo>
                <a:lnTo>
                  <a:pt x="128" y="620"/>
                </a:lnTo>
                <a:lnTo>
                  <a:pt x="117" y="611"/>
                </a:lnTo>
                <a:lnTo>
                  <a:pt x="106" y="601"/>
                </a:lnTo>
                <a:lnTo>
                  <a:pt x="96" y="592"/>
                </a:lnTo>
                <a:lnTo>
                  <a:pt x="87" y="582"/>
                </a:lnTo>
                <a:lnTo>
                  <a:pt x="77" y="572"/>
                </a:lnTo>
                <a:lnTo>
                  <a:pt x="69" y="561"/>
                </a:lnTo>
                <a:lnTo>
                  <a:pt x="61" y="551"/>
                </a:lnTo>
                <a:lnTo>
                  <a:pt x="53" y="540"/>
                </a:lnTo>
                <a:lnTo>
                  <a:pt x="46" y="529"/>
                </a:lnTo>
                <a:lnTo>
                  <a:pt x="39" y="518"/>
                </a:lnTo>
                <a:lnTo>
                  <a:pt x="33" y="507"/>
                </a:lnTo>
                <a:lnTo>
                  <a:pt x="27" y="496"/>
                </a:lnTo>
                <a:lnTo>
                  <a:pt x="22" y="485"/>
                </a:lnTo>
                <a:lnTo>
                  <a:pt x="17" y="473"/>
                </a:lnTo>
                <a:lnTo>
                  <a:pt x="13" y="462"/>
                </a:lnTo>
                <a:lnTo>
                  <a:pt x="10" y="450"/>
                </a:lnTo>
                <a:lnTo>
                  <a:pt x="7" y="438"/>
                </a:lnTo>
                <a:lnTo>
                  <a:pt x="4" y="427"/>
                </a:lnTo>
                <a:lnTo>
                  <a:pt x="2" y="415"/>
                </a:lnTo>
                <a:lnTo>
                  <a:pt x="1" y="403"/>
                </a:lnTo>
                <a:lnTo>
                  <a:pt x="0" y="391"/>
                </a:lnTo>
                <a:lnTo>
                  <a:pt x="0" y="379"/>
                </a:lnTo>
                <a:lnTo>
                  <a:pt x="0" y="367"/>
                </a:lnTo>
                <a:lnTo>
                  <a:pt x="1" y="356"/>
                </a:lnTo>
                <a:lnTo>
                  <a:pt x="2" y="344"/>
                </a:lnTo>
                <a:lnTo>
                  <a:pt x="4" y="332"/>
                </a:lnTo>
                <a:lnTo>
                  <a:pt x="7" y="320"/>
                </a:lnTo>
                <a:lnTo>
                  <a:pt x="10" y="308"/>
                </a:lnTo>
                <a:lnTo>
                  <a:pt x="13" y="297"/>
                </a:lnTo>
                <a:lnTo>
                  <a:pt x="17" y="285"/>
                </a:lnTo>
                <a:lnTo>
                  <a:pt x="22" y="274"/>
                </a:lnTo>
                <a:lnTo>
                  <a:pt x="27" y="262"/>
                </a:lnTo>
                <a:lnTo>
                  <a:pt x="33" y="251"/>
                </a:lnTo>
                <a:lnTo>
                  <a:pt x="39" y="240"/>
                </a:lnTo>
                <a:lnTo>
                  <a:pt x="46" y="229"/>
                </a:lnTo>
                <a:lnTo>
                  <a:pt x="53" y="218"/>
                </a:lnTo>
                <a:lnTo>
                  <a:pt x="61" y="208"/>
                </a:lnTo>
                <a:lnTo>
                  <a:pt x="69" y="197"/>
                </a:lnTo>
                <a:lnTo>
                  <a:pt x="77" y="187"/>
                </a:lnTo>
                <a:lnTo>
                  <a:pt x="87" y="177"/>
                </a:lnTo>
                <a:lnTo>
                  <a:pt x="96" y="167"/>
                </a:lnTo>
                <a:lnTo>
                  <a:pt x="106" y="157"/>
                </a:lnTo>
                <a:lnTo>
                  <a:pt x="117" y="148"/>
                </a:lnTo>
                <a:lnTo>
                  <a:pt x="128" y="137"/>
                </a:lnTo>
                <a:lnTo>
                  <a:pt x="139" y="128"/>
                </a:lnTo>
                <a:lnTo>
                  <a:pt x="151" y="119"/>
                </a:lnTo>
                <a:lnTo>
                  <a:pt x="163" y="111"/>
                </a:lnTo>
                <a:lnTo>
                  <a:pt x="175" y="103"/>
                </a:lnTo>
                <a:lnTo>
                  <a:pt x="188" y="95"/>
                </a:lnTo>
                <a:lnTo>
                  <a:pt x="201" y="87"/>
                </a:lnTo>
                <a:lnTo>
                  <a:pt x="215" y="80"/>
                </a:lnTo>
                <a:lnTo>
                  <a:pt x="229" y="72"/>
                </a:lnTo>
                <a:lnTo>
                  <a:pt x="243" y="66"/>
                </a:lnTo>
                <a:lnTo>
                  <a:pt x="258" y="59"/>
                </a:lnTo>
                <a:lnTo>
                  <a:pt x="273" y="53"/>
                </a:lnTo>
                <a:lnTo>
                  <a:pt x="288" y="47"/>
                </a:lnTo>
                <a:lnTo>
                  <a:pt x="303" y="41"/>
                </a:lnTo>
                <a:lnTo>
                  <a:pt x="319" y="36"/>
                </a:lnTo>
                <a:lnTo>
                  <a:pt x="335" y="31"/>
                </a:lnTo>
                <a:lnTo>
                  <a:pt x="351" y="27"/>
                </a:lnTo>
                <a:lnTo>
                  <a:pt x="367" y="23"/>
                </a:lnTo>
                <a:lnTo>
                  <a:pt x="384" y="19"/>
                </a:lnTo>
                <a:lnTo>
                  <a:pt x="401" y="15"/>
                </a:lnTo>
                <a:lnTo>
                  <a:pt x="417" y="12"/>
                </a:lnTo>
                <a:lnTo>
                  <a:pt x="434" y="9"/>
                </a:lnTo>
                <a:lnTo>
                  <a:pt x="451" y="7"/>
                </a:lnTo>
                <a:lnTo>
                  <a:pt x="469" y="5"/>
                </a:lnTo>
                <a:lnTo>
                  <a:pt x="486" y="3"/>
                </a:lnTo>
                <a:lnTo>
                  <a:pt x="503" y="2"/>
                </a:lnTo>
                <a:lnTo>
                  <a:pt x="521" y="1"/>
                </a:lnTo>
                <a:lnTo>
                  <a:pt x="538" y="0"/>
                </a:lnTo>
                <a:lnTo>
                  <a:pt x="555" y="0"/>
                </a:lnTo>
                <a:lnTo>
                  <a:pt x="573" y="0"/>
                </a:lnTo>
                <a:lnTo>
                  <a:pt x="590" y="1"/>
                </a:lnTo>
                <a:lnTo>
                  <a:pt x="608" y="2"/>
                </a:lnTo>
                <a:lnTo>
                  <a:pt x="625" y="3"/>
                </a:lnTo>
                <a:lnTo>
                  <a:pt x="642" y="5"/>
                </a:lnTo>
                <a:lnTo>
                  <a:pt x="660" y="7"/>
                </a:lnTo>
                <a:lnTo>
                  <a:pt x="677" y="9"/>
                </a:lnTo>
                <a:lnTo>
                  <a:pt x="694" y="12"/>
                </a:lnTo>
                <a:lnTo>
                  <a:pt x="710" y="15"/>
                </a:lnTo>
                <a:lnTo>
                  <a:pt x="727" y="19"/>
                </a:lnTo>
                <a:lnTo>
                  <a:pt x="744" y="23"/>
                </a:lnTo>
                <a:lnTo>
                  <a:pt x="760" y="27"/>
                </a:lnTo>
                <a:lnTo>
                  <a:pt x="776" y="31"/>
                </a:lnTo>
                <a:lnTo>
                  <a:pt x="792" y="36"/>
                </a:lnTo>
                <a:lnTo>
                  <a:pt x="808" y="41"/>
                </a:lnTo>
                <a:lnTo>
                  <a:pt x="823" y="47"/>
                </a:lnTo>
                <a:lnTo>
                  <a:pt x="838" y="53"/>
                </a:lnTo>
                <a:lnTo>
                  <a:pt x="853" y="59"/>
                </a:lnTo>
                <a:lnTo>
                  <a:pt x="868" y="66"/>
                </a:lnTo>
                <a:lnTo>
                  <a:pt x="882" y="72"/>
                </a:lnTo>
                <a:lnTo>
                  <a:pt x="896" y="80"/>
                </a:lnTo>
                <a:lnTo>
                  <a:pt x="910" y="87"/>
                </a:lnTo>
                <a:lnTo>
                  <a:pt x="924" y="95"/>
                </a:lnTo>
                <a:lnTo>
                  <a:pt x="937" y="103"/>
                </a:lnTo>
                <a:lnTo>
                  <a:pt x="949" y="111"/>
                </a:lnTo>
                <a:lnTo>
                  <a:pt x="961" y="119"/>
                </a:lnTo>
                <a:lnTo>
                  <a:pt x="973" y="128"/>
                </a:lnTo>
                <a:lnTo>
                  <a:pt x="984" y="137"/>
                </a:lnTo>
                <a:lnTo>
                  <a:pt x="995" y="148"/>
                </a:lnTo>
                <a:lnTo>
                  <a:pt x="1006" y="157"/>
                </a:lnTo>
                <a:lnTo>
                  <a:pt x="1016" y="167"/>
                </a:lnTo>
                <a:lnTo>
                  <a:pt x="1025" y="177"/>
                </a:lnTo>
                <a:lnTo>
                  <a:pt x="1035" y="187"/>
                </a:lnTo>
                <a:lnTo>
                  <a:pt x="1043" y="197"/>
                </a:lnTo>
                <a:lnTo>
                  <a:pt x="1051" y="208"/>
                </a:lnTo>
                <a:lnTo>
                  <a:pt x="1059" y="218"/>
                </a:lnTo>
                <a:lnTo>
                  <a:pt x="1066" y="229"/>
                </a:lnTo>
                <a:lnTo>
                  <a:pt x="1073" y="240"/>
                </a:lnTo>
                <a:lnTo>
                  <a:pt x="1079" y="251"/>
                </a:lnTo>
                <a:lnTo>
                  <a:pt x="1085" y="262"/>
                </a:lnTo>
                <a:lnTo>
                  <a:pt x="1090" y="274"/>
                </a:lnTo>
                <a:lnTo>
                  <a:pt x="1094" y="285"/>
                </a:lnTo>
                <a:lnTo>
                  <a:pt x="1099" y="297"/>
                </a:lnTo>
                <a:lnTo>
                  <a:pt x="1102" y="308"/>
                </a:lnTo>
                <a:lnTo>
                  <a:pt x="1105" y="320"/>
                </a:lnTo>
                <a:lnTo>
                  <a:pt x="1108" y="332"/>
                </a:lnTo>
                <a:lnTo>
                  <a:pt x="1109" y="344"/>
                </a:lnTo>
                <a:lnTo>
                  <a:pt x="1111" y="356"/>
                </a:lnTo>
                <a:lnTo>
                  <a:pt x="1112" y="367"/>
                </a:lnTo>
                <a:lnTo>
                  <a:pt x="1112" y="379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4" name=""/>
          <p:cNvSpPr/>
          <p:nvPr/>
        </p:nvSpPr>
        <p:spPr>
          <a:xfrm>
            <a:off x="7855560" y="2798640"/>
            <a:ext cx="408240" cy="277920"/>
          </a:xfrm>
          <a:custGeom>
            <a:avLst/>
            <a:gdLst/>
            <a:ahLst/>
            <a:rect l="0" t="0" r="r" b="b"/>
            <a:pathLst>
              <a:path w="1134" h="772">
                <a:moveTo>
                  <a:pt x="1123" y="386"/>
                </a:moveTo>
                <a:lnTo>
                  <a:pt x="1123" y="374"/>
                </a:lnTo>
                <a:lnTo>
                  <a:pt x="1122" y="363"/>
                </a:lnTo>
                <a:lnTo>
                  <a:pt x="1120" y="351"/>
                </a:lnTo>
                <a:lnTo>
                  <a:pt x="1119" y="339"/>
                </a:lnTo>
                <a:lnTo>
                  <a:pt x="1116" y="327"/>
                </a:lnTo>
                <a:lnTo>
                  <a:pt x="1113" y="314"/>
                </a:lnTo>
                <a:lnTo>
                  <a:pt x="1110" y="303"/>
                </a:lnTo>
                <a:lnTo>
                  <a:pt x="1105" y="291"/>
                </a:lnTo>
                <a:lnTo>
                  <a:pt x="1101" y="280"/>
                </a:lnTo>
                <a:lnTo>
                  <a:pt x="1096" y="268"/>
                </a:lnTo>
                <a:lnTo>
                  <a:pt x="1090" y="257"/>
                </a:lnTo>
                <a:lnTo>
                  <a:pt x="1084" y="246"/>
                </a:lnTo>
                <a:lnTo>
                  <a:pt x="1077" y="235"/>
                </a:lnTo>
                <a:lnTo>
                  <a:pt x="1070" y="224"/>
                </a:lnTo>
                <a:lnTo>
                  <a:pt x="1062" y="214"/>
                </a:lnTo>
                <a:lnTo>
                  <a:pt x="1054" y="203"/>
                </a:lnTo>
                <a:lnTo>
                  <a:pt x="1046" y="193"/>
                </a:lnTo>
                <a:lnTo>
                  <a:pt x="1036" y="183"/>
                </a:lnTo>
                <a:lnTo>
                  <a:pt x="1027" y="173"/>
                </a:lnTo>
                <a:lnTo>
                  <a:pt x="1017" y="163"/>
                </a:lnTo>
                <a:lnTo>
                  <a:pt x="1006" y="154"/>
                </a:lnTo>
                <a:lnTo>
                  <a:pt x="995" y="144"/>
                </a:lnTo>
                <a:lnTo>
                  <a:pt x="984" y="135"/>
                </a:lnTo>
                <a:lnTo>
                  <a:pt x="972" y="126"/>
                </a:lnTo>
                <a:lnTo>
                  <a:pt x="960" y="118"/>
                </a:lnTo>
                <a:lnTo>
                  <a:pt x="948" y="110"/>
                </a:lnTo>
                <a:lnTo>
                  <a:pt x="935" y="102"/>
                </a:lnTo>
                <a:lnTo>
                  <a:pt x="922" y="94"/>
                </a:lnTo>
                <a:lnTo>
                  <a:pt x="908" y="87"/>
                </a:lnTo>
                <a:lnTo>
                  <a:pt x="894" y="79"/>
                </a:lnTo>
                <a:lnTo>
                  <a:pt x="880" y="73"/>
                </a:lnTo>
                <a:lnTo>
                  <a:pt x="865" y="66"/>
                </a:lnTo>
                <a:lnTo>
                  <a:pt x="850" y="60"/>
                </a:lnTo>
                <a:lnTo>
                  <a:pt x="835" y="54"/>
                </a:lnTo>
                <a:lnTo>
                  <a:pt x="820" y="48"/>
                </a:lnTo>
                <a:lnTo>
                  <a:pt x="804" y="43"/>
                </a:lnTo>
                <a:lnTo>
                  <a:pt x="788" y="38"/>
                </a:lnTo>
                <a:lnTo>
                  <a:pt x="772" y="34"/>
                </a:lnTo>
                <a:lnTo>
                  <a:pt x="756" y="30"/>
                </a:lnTo>
                <a:lnTo>
                  <a:pt x="739" y="26"/>
                </a:lnTo>
                <a:lnTo>
                  <a:pt x="722" y="22"/>
                </a:lnTo>
                <a:lnTo>
                  <a:pt x="706" y="19"/>
                </a:lnTo>
                <a:lnTo>
                  <a:pt x="689" y="16"/>
                </a:lnTo>
                <a:lnTo>
                  <a:pt x="672" y="14"/>
                </a:lnTo>
                <a:lnTo>
                  <a:pt x="654" y="12"/>
                </a:lnTo>
                <a:lnTo>
                  <a:pt x="637" y="10"/>
                </a:lnTo>
                <a:lnTo>
                  <a:pt x="620" y="9"/>
                </a:lnTo>
                <a:lnTo>
                  <a:pt x="602" y="8"/>
                </a:lnTo>
                <a:lnTo>
                  <a:pt x="585" y="7"/>
                </a:lnTo>
                <a:lnTo>
                  <a:pt x="567" y="7"/>
                </a:lnTo>
                <a:lnTo>
                  <a:pt x="550" y="7"/>
                </a:lnTo>
                <a:lnTo>
                  <a:pt x="533" y="8"/>
                </a:lnTo>
                <a:lnTo>
                  <a:pt x="515" y="9"/>
                </a:lnTo>
                <a:lnTo>
                  <a:pt x="498" y="10"/>
                </a:lnTo>
                <a:lnTo>
                  <a:pt x="481" y="12"/>
                </a:lnTo>
                <a:lnTo>
                  <a:pt x="463" y="14"/>
                </a:lnTo>
                <a:lnTo>
                  <a:pt x="446" y="16"/>
                </a:lnTo>
                <a:lnTo>
                  <a:pt x="429" y="19"/>
                </a:lnTo>
                <a:lnTo>
                  <a:pt x="413" y="22"/>
                </a:lnTo>
                <a:lnTo>
                  <a:pt x="396" y="26"/>
                </a:lnTo>
                <a:lnTo>
                  <a:pt x="379" y="30"/>
                </a:lnTo>
                <a:lnTo>
                  <a:pt x="363" y="34"/>
                </a:lnTo>
                <a:lnTo>
                  <a:pt x="347" y="38"/>
                </a:lnTo>
                <a:lnTo>
                  <a:pt x="331" y="43"/>
                </a:lnTo>
                <a:lnTo>
                  <a:pt x="315" y="48"/>
                </a:lnTo>
                <a:lnTo>
                  <a:pt x="300" y="54"/>
                </a:lnTo>
                <a:lnTo>
                  <a:pt x="285" y="60"/>
                </a:lnTo>
                <a:lnTo>
                  <a:pt x="269" y="66"/>
                </a:lnTo>
                <a:lnTo>
                  <a:pt x="254" y="73"/>
                </a:lnTo>
                <a:lnTo>
                  <a:pt x="240" y="79"/>
                </a:lnTo>
                <a:lnTo>
                  <a:pt x="226" y="87"/>
                </a:lnTo>
                <a:lnTo>
                  <a:pt x="212" y="94"/>
                </a:lnTo>
                <a:lnTo>
                  <a:pt x="199" y="102"/>
                </a:lnTo>
                <a:lnTo>
                  <a:pt x="186" y="110"/>
                </a:lnTo>
                <a:lnTo>
                  <a:pt x="174" y="118"/>
                </a:lnTo>
                <a:lnTo>
                  <a:pt x="162" y="126"/>
                </a:lnTo>
                <a:lnTo>
                  <a:pt x="150" y="135"/>
                </a:lnTo>
                <a:lnTo>
                  <a:pt x="139" y="144"/>
                </a:lnTo>
                <a:lnTo>
                  <a:pt x="128" y="154"/>
                </a:lnTo>
                <a:lnTo>
                  <a:pt x="117" y="163"/>
                </a:lnTo>
                <a:lnTo>
                  <a:pt x="107" y="173"/>
                </a:lnTo>
                <a:lnTo>
                  <a:pt x="98" y="183"/>
                </a:lnTo>
                <a:lnTo>
                  <a:pt x="88" y="193"/>
                </a:lnTo>
                <a:lnTo>
                  <a:pt x="80" y="203"/>
                </a:lnTo>
                <a:lnTo>
                  <a:pt x="72" y="214"/>
                </a:lnTo>
                <a:lnTo>
                  <a:pt x="64" y="224"/>
                </a:lnTo>
                <a:lnTo>
                  <a:pt x="57" y="235"/>
                </a:lnTo>
                <a:lnTo>
                  <a:pt x="50" y="246"/>
                </a:lnTo>
                <a:lnTo>
                  <a:pt x="44" y="257"/>
                </a:lnTo>
                <a:lnTo>
                  <a:pt x="38" y="268"/>
                </a:lnTo>
                <a:lnTo>
                  <a:pt x="33" y="280"/>
                </a:lnTo>
                <a:lnTo>
                  <a:pt x="28" y="291"/>
                </a:lnTo>
                <a:lnTo>
                  <a:pt x="24" y="303"/>
                </a:lnTo>
                <a:lnTo>
                  <a:pt x="21" y="314"/>
                </a:lnTo>
                <a:lnTo>
                  <a:pt x="18" y="327"/>
                </a:lnTo>
                <a:lnTo>
                  <a:pt x="15" y="339"/>
                </a:lnTo>
                <a:lnTo>
                  <a:pt x="13" y="351"/>
                </a:lnTo>
                <a:lnTo>
                  <a:pt x="12" y="363"/>
                </a:lnTo>
                <a:lnTo>
                  <a:pt x="11" y="374"/>
                </a:lnTo>
                <a:lnTo>
                  <a:pt x="11" y="386"/>
                </a:lnTo>
                <a:lnTo>
                  <a:pt x="11" y="398"/>
                </a:lnTo>
                <a:lnTo>
                  <a:pt x="12" y="410"/>
                </a:lnTo>
                <a:lnTo>
                  <a:pt x="13" y="422"/>
                </a:lnTo>
                <a:lnTo>
                  <a:pt x="15" y="434"/>
                </a:lnTo>
                <a:lnTo>
                  <a:pt x="18" y="445"/>
                </a:lnTo>
                <a:lnTo>
                  <a:pt x="21" y="457"/>
                </a:lnTo>
                <a:lnTo>
                  <a:pt x="24" y="469"/>
                </a:lnTo>
                <a:lnTo>
                  <a:pt x="28" y="480"/>
                </a:lnTo>
                <a:lnTo>
                  <a:pt x="33" y="492"/>
                </a:lnTo>
                <a:lnTo>
                  <a:pt x="38" y="503"/>
                </a:lnTo>
                <a:lnTo>
                  <a:pt x="44" y="514"/>
                </a:lnTo>
                <a:lnTo>
                  <a:pt x="50" y="525"/>
                </a:lnTo>
                <a:lnTo>
                  <a:pt x="57" y="536"/>
                </a:lnTo>
                <a:lnTo>
                  <a:pt x="64" y="547"/>
                </a:lnTo>
                <a:lnTo>
                  <a:pt x="72" y="558"/>
                </a:lnTo>
                <a:lnTo>
                  <a:pt x="80" y="568"/>
                </a:lnTo>
                <a:lnTo>
                  <a:pt x="88" y="579"/>
                </a:lnTo>
                <a:lnTo>
                  <a:pt x="98" y="589"/>
                </a:lnTo>
                <a:lnTo>
                  <a:pt x="107" y="599"/>
                </a:lnTo>
                <a:lnTo>
                  <a:pt x="117" y="608"/>
                </a:lnTo>
                <a:lnTo>
                  <a:pt x="128" y="618"/>
                </a:lnTo>
                <a:lnTo>
                  <a:pt x="139" y="627"/>
                </a:lnTo>
                <a:lnTo>
                  <a:pt x="150" y="636"/>
                </a:lnTo>
                <a:lnTo>
                  <a:pt x="162" y="645"/>
                </a:lnTo>
                <a:lnTo>
                  <a:pt x="174" y="654"/>
                </a:lnTo>
                <a:lnTo>
                  <a:pt x="186" y="662"/>
                </a:lnTo>
                <a:lnTo>
                  <a:pt x="199" y="670"/>
                </a:lnTo>
                <a:lnTo>
                  <a:pt x="212" y="678"/>
                </a:lnTo>
                <a:lnTo>
                  <a:pt x="226" y="685"/>
                </a:lnTo>
                <a:lnTo>
                  <a:pt x="240" y="692"/>
                </a:lnTo>
                <a:lnTo>
                  <a:pt x="254" y="699"/>
                </a:lnTo>
                <a:lnTo>
                  <a:pt x="269" y="705"/>
                </a:lnTo>
                <a:lnTo>
                  <a:pt x="285" y="712"/>
                </a:lnTo>
                <a:lnTo>
                  <a:pt x="300" y="717"/>
                </a:lnTo>
                <a:lnTo>
                  <a:pt x="315" y="723"/>
                </a:lnTo>
                <a:lnTo>
                  <a:pt x="331" y="728"/>
                </a:lnTo>
                <a:lnTo>
                  <a:pt x="347" y="733"/>
                </a:lnTo>
                <a:lnTo>
                  <a:pt x="363" y="738"/>
                </a:lnTo>
                <a:lnTo>
                  <a:pt x="379" y="742"/>
                </a:lnTo>
                <a:lnTo>
                  <a:pt x="396" y="746"/>
                </a:lnTo>
                <a:lnTo>
                  <a:pt x="413" y="749"/>
                </a:lnTo>
                <a:lnTo>
                  <a:pt x="429" y="752"/>
                </a:lnTo>
                <a:lnTo>
                  <a:pt x="446" y="755"/>
                </a:lnTo>
                <a:lnTo>
                  <a:pt x="463" y="758"/>
                </a:lnTo>
                <a:lnTo>
                  <a:pt x="481" y="760"/>
                </a:lnTo>
                <a:lnTo>
                  <a:pt x="498" y="761"/>
                </a:lnTo>
                <a:lnTo>
                  <a:pt x="515" y="763"/>
                </a:lnTo>
                <a:lnTo>
                  <a:pt x="533" y="764"/>
                </a:lnTo>
                <a:lnTo>
                  <a:pt x="550" y="764"/>
                </a:lnTo>
                <a:lnTo>
                  <a:pt x="567" y="764"/>
                </a:lnTo>
                <a:lnTo>
                  <a:pt x="585" y="764"/>
                </a:lnTo>
                <a:lnTo>
                  <a:pt x="602" y="764"/>
                </a:lnTo>
                <a:lnTo>
                  <a:pt x="620" y="763"/>
                </a:lnTo>
                <a:lnTo>
                  <a:pt x="637" y="761"/>
                </a:lnTo>
                <a:lnTo>
                  <a:pt x="654" y="760"/>
                </a:lnTo>
                <a:lnTo>
                  <a:pt x="672" y="758"/>
                </a:lnTo>
                <a:lnTo>
                  <a:pt x="689" y="755"/>
                </a:lnTo>
                <a:lnTo>
                  <a:pt x="706" y="752"/>
                </a:lnTo>
                <a:lnTo>
                  <a:pt x="722" y="749"/>
                </a:lnTo>
                <a:lnTo>
                  <a:pt x="739" y="746"/>
                </a:lnTo>
                <a:lnTo>
                  <a:pt x="756" y="742"/>
                </a:lnTo>
                <a:lnTo>
                  <a:pt x="772" y="738"/>
                </a:lnTo>
                <a:lnTo>
                  <a:pt x="788" y="733"/>
                </a:lnTo>
                <a:lnTo>
                  <a:pt x="804" y="728"/>
                </a:lnTo>
                <a:lnTo>
                  <a:pt x="820" y="723"/>
                </a:lnTo>
                <a:lnTo>
                  <a:pt x="835" y="717"/>
                </a:lnTo>
                <a:lnTo>
                  <a:pt x="850" y="712"/>
                </a:lnTo>
                <a:lnTo>
                  <a:pt x="865" y="705"/>
                </a:lnTo>
                <a:lnTo>
                  <a:pt x="880" y="699"/>
                </a:lnTo>
                <a:lnTo>
                  <a:pt x="894" y="692"/>
                </a:lnTo>
                <a:lnTo>
                  <a:pt x="908" y="685"/>
                </a:lnTo>
                <a:lnTo>
                  <a:pt x="922" y="678"/>
                </a:lnTo>
                <a:lnTo>
                  <a:pt x="935" y="670"/>
                </a:lnTo>
                <a:lnTo>
                  <a:pt x="948" y="662"/>
                </a:lnTo>
                <a:lnTo>
                  <a:pt x="960" y="654"/>
                </a:lnTo>
                <a:lnTo>
                  <a:pt x="972" y="645"/>
                </a:lnTo>
                <a:lnTo>
                  <a:pt x="984" y="636"/>
                </a:lnTo>
                <a:lnTo>
                  <a:pt x="995" y="627"/>
                </a:lnTo>
                <a:lnTo>
                  <a:pt x="1006" y="618"/>
                </a:lnTo>
                <a:lnTo>
                  <a:pt x="1017" y="608"/>
                </a:lnTo>
                <a:lnTo>
                  <a:pt x="1027" y="599"/>
                </a:lnTo>
                <a:lnTo>
                  <a:pt x="1036" y="589"/>
                </a:lnTo>
                <a:lnTo>
                  <a:pt x="1046" y="579"/>
                </a:lnTo>
                <a:lnTo>
                  <a:pt x="1054" y="568"/>
                </a:lnTo>
                <a:lnTo>
                  <a:pt x="1062" y="558"/>
                </a:lnTo>
                <a:lnTo>
                  <a:pt x="1070" y="547"/>
                </a:lnTo>
                <a:lnTo>
                  <a:pt x="1077" y="536"/>
                </a:lnTo>
                <a:lnTo>
                  <a:pt x="1084" y="525"/>
                </a:lnTo>
                <a:lnTo>
                  <a:pt x="1090" y="514"/>
                </a:lnTo>
                <a:lnTo>
                  <a:pt x="1096" y="503"/>
                </a:lnTo>
                <a:lnTo>
                  <a:pt x="1101" y="492"/>
                </a:lnTo>
                <a:lnTo>
                  <a:pt x="1105" y="480"/>
                </a:lnTo>
                <a:lnTo>
                  <a:pt x="1110" y="469"/>
                </a:lnTo>
                <a:lnTo>
                  <a:pt x="1113" y="457"/>
                </a:lnTo>
                <a:lnTo>
                  <a:pt x="1116" y="445"/>
                </a:lnTo>
                <a:lnTo>
                  <a:pt x="1119" y="434"/>
                </a:lnTo>
                <a:lnTo>
                  <a:pt x="1120" y="422"/>
                </a:lnTo>
                <a:lnTo>
                  <a:pt x="1122" y="410"/>
                </a:lnTo>
                <a:lnTo>
                  <a:pt x="1123" y="398"/>
                </a:lnTo>
                <a:lnTo>
                  <a:pt x="1123" y="386"/>
                </a:lnTo>
                <a:moveTo>
                  <a:pt x="1134" y="386"/>
                </a:moveTo>
                <a:lnTo>
                  <a:pt x="1134" y="398"/>
                </a:lnTo>
                <a:lnTo>
                  <a:pt x="1133" y="410"/>
                </a:lnTo>
                <a:lnTo>
                  <a:pt x="1132" y="423"/>
                </a:lnTo>
                <a:lnTo>
                  <a:pt x="1130" y="435"/>
                </a:lnTo>
                <a:lnTo>
                  <a:pt x="1127" y="447"/>
                </a:lnTo>
                <a:lnTo>
                  <a:pt x="1124" y="459"/>
                </a:lnTo>
                <a:lnTo>
                  <a:pt x="1121" y="470"/>
                </a:lnTo>
                <a:lnTo>
                  <a:pt x="1116" y="482"/>
                </a:lnTo>
                <a:lnTo>
                  <a:pt x="1112" y="494"/>
                </a:lnTo>
                <a:lnTo>
                  <a:pt x="1107" y="505"/>
                </a:lnTo>
                <a:lnTo>
                  <a:pt x="1101" y="517"/>
                </a:lnTo>
                <a:lnTo>
                  <a:pt x="1094" y="528"/>
                </a:lnTo>
                <a:lnTo>
                  <a:pt x="1088" y="539"/>
                </a:lnTo>
                <a:lnTo>
                  <a:pt x="1080" y="550"/>
                </a:lnTo>
                <a:lnTo>
                  <a:pt x="1072" y="561"/>
                </a:lnTo>
                <a:lnTo>
                  <a:pt x="1064" y="572"/>
                </a:lnTo>
                <a:lnTo>
                  <a:pt x="1055" y="583"/>
                </a:lnTo>
                <a:lnTo>
                  <a:pt x="1046" y="593"/>
                </a:lnTo>
                <a:lnTo>
                  <a:pt x="1036" y="603"/>
                </a:lnTo>
                <a:lnTo>
                  <a:pt x="1026" y="613"/>
                </a:lnTo>
                <a:lnTo>
                  <a:pt x="1015" y="623"/>
                </a:lnTo>
                <a:lnTo>
                  <a:pt x="1004" y="632"/>
                </a:lnTo>
                <a:lnTo>
                  <a:pt x="993" y="641"/>
                </a:lnTo>
                <a:lnTo>
                  <a:pt x="981" y="650"/>
                </a:lnTo>
                <a:lnTo>
                  <a:pt x="968" y="659"/>
                </a:lnTo>
                <a:lnTo>
                  <a:pt x="955" y="667"/>
                </a:lnTo>
                <a:lnTo>
                  <a:pt x="942" y="676"/>
                </a:lnTo>
                <a:lnTo>
                  <a:pt x="929" y="683"/>
                </a:lnTo>
                <a:lnTo>
                  <a:pt x="915" y="691"/>
                </a:lnTo>
                <a:lnTo>
                  <a:pt x="901" y="698"/>
                </a:lnTo>
                <a:lnTo>
                  <a:pt x="886" y="705"/>
                </a:lnTo>
                <a:lnTo>
                  <a:pt x="871" y="712"/>
                </a:lnTo>
                <a:lnTo>
                  <a:pt x="856" y="718"/>
                </a:lnTo>
                <a:lnTo>
                  <a:pt x="841" y="724"/>
                </a:lnTo>
                <a:lnTo>
                  <a:pt x="825" y="730"/>
                </a:lnTo>
                <a:lnTo>
                  <a:pt x="809" y="735"/>
                </a:lnTo>
                <a:lnTo>
                  <a:pt x="793" y="740"/>
                </a:lnTo>
                <a:lnTo>
                  <a:pt x="776" y="745"/>
                </a:lnTo>
                <a:lnTo>
                  <a:pt x="759" y="749"/>
                </a:lnTo>
                <a:lnTo>
                  <a:pt x="743" y="753"/>
                </a:lnTo>
                <a:lnTo>
                  <a:pt x="726" y="757"/>
                </a:lnTo>
                <a:lnTo>
                  <a:pt x="708" y="760"/>
                </a:lnTo>
                <a:lnTo>
                  <a:pt x="691" y="763"/>
                </a:lnTo>
                <a:lnTo>
                  <a:pt x="674" y="765"/>
                </a:lnTo>
                <a:lnTo>
                  <a:pt x="656" y="767"/>
                </a:lnTo>
                <a:lnTo>
                  <a:pt x="639" y="769"/>
                </a:lnTo>
                <a:lnTo>
                  <a:pt x="621" y="770"/>
                </a:lnTo>
                <a:lnTo>
                  <a:pt x="603" y="771"/>
                </a:lnTo>
                <a:lnTo>
                  <a:pt x="585" y="772"/>
                </a:lnTo>
                <a:lnTo>
                  <a:pt x="567" y="772"/>
                </a:lnTo>
                <a:lnTo>
                  <a:pt x="550" y="772"/>
                </a:lnTo>
                <a:lnTo>
                  <a:pt x="532" y="771"/>
                </a:lnTo>
                <a:lnTo>
                  <a:pt x="514" y="770"/>
                </a:lnTo>
                <a:lnTo>
                  <a:pt x="496" y="769"/>
                </a:lnTo>
                <a:lnTo>
                  <a:pt x="479" y="767"/>
                </a:lnTo>
                <a:lnTo>
                  <a:pt x="461" y="765"/>
                </a:lnTo>
                <a:lnTo>
                  <a:pt x="444" y="763"/>
                </a:lnTo>
                <a:lnTo>
                  <a:pt x="427" y="760"/>
                </a:lnTo>
                <a:lnTo>
                  <a:pt x="409" y="757"/>
                </a:lnTo>
                <a:lnTo>
                  <a:pt x="392" y="753"/>
                </a:lnTo>
                <a:lnTo>
                  <a:pt x="375" y="749"/>
                </a:lnTo>
                <a:lnTo>
                  <a:pt x="359" y="745"/>
                </a:lnTo>
                <a:lnTo>
                  <a:pt x="342" y="740"/>
                </a:lnTo>
                <a:lnTo>
                  <a:pt x="326" y="735"/>
                </a:lnTo>
                <a:lnTo>
                  <a:pt x="310" y="730"/>
                </a:lnTo>
                <a:lnTo>
                  <a:pt x="294" y="724"/>
                </a:lnTo>
                <a:lnTo>
                  <a:pt x="279" y="718"/>
                </a:lnTo>
                <a:lnTo>
                  <a:pt x="263" y="712"/>
                </a:lnTo>
                <a:lnTo>
                  <a:pt x="248" y="705"/>
                </a:lnTo>
                <a:lnTo>
                  <a:pt x="233" y="698"/>
                </a:lnTo>
                <a:lnTo>
                  <a:pt x="219" y="691"/>
                </a:lnTo>
                <a:lnTo>
                  <a:pt x="205" y="683"/>
                </a:lnTo>
                <a:lnTo>
                  <a:pt x="192" y="676"/>
                </a:lnTo>
                <a:lnTo>
                  <a:pt x="178" y="667"/>
                </a:lnTo>
                <a:lnTo>
                  <a:pt x="166" y="659"/>
                </a:lnTo>
                <a:lnTo>
                  <a:pt x="153" y="650"/>
                </a:lnTo>
                <a:lnTo>
                  <a:pt x="141" y="641"/>
                </a:lnTo>
                <a:lnTo>
                  <a:pt x="130" y="632"/>
                </a:lnTo>
                <a:lnTo>
                  <a:pt x="119" y="623"/>
                </a:lnTo>
                <a:lnTo>
                  <a:pt x="108" y="613"/>
                </a:lnTo>
                <a:lnTo>
                  <a:pt x="98" y="603"/>
                </a:lnTo>
                <a:lnTo>
                  <a:pt x="88" y="593"/>
                </a:lnTo>
                <a:lnTo>
                  <a:pt x="79" y="583"/>
                </a:lnTo>
                <a:lnTo>
                  <a:pt x="70" y="572"/>
                </a:lnTo>
                <a:lnTo>
                  <a:pt x="61" y="561"/>
                </a:lnTo>
                <a:lnTo>
                  <a:pt x="54" y="550"/>
                </a:lnTo>
                <a:lnTo>
                  <a:pt x="46" y="539"/>
                </a:lnTo>
                <a:lnTo>
                  <a:pt x="39" y="528"/>
                </a:lnTo>
                <a:lnTo>
                  <a:pt x="33" y="517"/>
                </a:lnTo>
                <a:lnTo>
                  <a:pt x="27" y="505"/>
                </a:lnTo>
                <a:lnTo>
                  <a:pt x="22" y="494"/>
                </a:lnTo>
                <a:lnTo>
                  <a:pt x="18" y="482"/>
                </a:lnTo>
                <a:lnTo>
                  <a:pt x="13" y="470"/>
                </a:lnTo>
                <a:lnTo>
                  <a:pt x="10" y="459"/>
                </a:lnTo>
                <a:lnTo>
                  <a:pt x="7" y="447"/>
                </a:lnTo>
                <a:lnTo>
                  <a:pt x="4" y="435"/>
                </a:lnTo>
                <a:lnTo>
                  <a:pt x="2" y="423"/>
                </a:lnTo>
                <a:lnTo>
                  <a:pt x="1" y="410"/>
                </a:lnTo>
                <a:lnTo>
                  <a:pt x="0" y="398"/>
                </a:lnTo>
                <a:lnTo>
                  <a:pt x="0" y="386"/>
                </a:lnTo>
                <a:lnTo>
                  <a:pt x="0" y="374"/>
                </a:lnTo>
                <a:lnTo>
                  <a:pt x="1" y="362"/>
                </a:lnTo>
                <a:lnTo>
                  <a:pt x="2" y="350"/>
                </a:lnTo>
                <a:lnTo>
                  <a:pt x="4" y="338"/>
                </a:lnTo>
                <a:lnTo>
                  <a:pt x="7" y="326"/>
                </a:lnTo>
                <a:lnTo>
                  <a:pt x="10" y="313"/>
                </a:lnTo>
                <a:lnTo>
                  <a:pt x="13" y="301"/>
                </a:lnTo>
                <a:lnTo>
                  <a:pt x="18" y="289"/>
                </a:lnTo>
                <a:lnTo>
                  <a:pt x="22" y="278"/>
                </a:lnTo>
                <a:lnTo>
                  <a:pt x="27" y="266"/>
                </a:lnTo>
                <a:lnTo>
                  <a:pt x="33" y="255"/>
                </a:lnTo>
                <a:lnTo>
                  <a:pt x="39" y="243"/>
                </a:lnTo>
                <a:lnTo>
                  <a:pt x="46" y="232"/>
                </a:lnTo>
                <a:lnTo>
                  <a:pt x="54" y="221"/>
                </a:lnTo>
                <a:lnTo>
                  <a:pt x="61" y="210"/>
                </a:lnTo>
                <a:lnTo>
                  <a:pt x="70" y="199"/>
                </a:lnTo>
                <a:lnTo>
                  <a:pt x="79" y="189"/>
                </a:lnTo>
                <a:lnTo>
                  <a:pt x="88" y="179"/>
                </a:lnTo>
                <a:lnTo>
                  <a:pt x="98" y="168"/>
                </a:lnTo>
                <a:lnTo>
                  <a:pt x="108" y="159"/>
                </a:lnTo>
                <a:lnTo>
                  <a:pt x="119" y="149"/>
                </a:lnTo>
                <a:lnTo>
                  <a:pt x="130" y="139"/>
                </a:lnTo>
                <a:lnTo>
                  <a:pt x="141" y="130"/>
                </a:lnTo>
                <a:lnTo>
                  <a:pt x="153" y="121"/>
                </a:lnTo>
                <a:lnTo>
                  <a:pt x="166" y="113"/>
                </a:lnTo>
                <a:lnTo>
                  <a:pt x="178" y="104"/>
                </a:lnTo>
                <a:lnTo>
                  <a:pt x="192" y="96"/>
                </a:lnTo>
                <a:lnTo>
                  <a:pt x="205" y="88"/>
                </a:lnTo>
                <a:lnTo>
                  <a:pt x="219" y="80"/>
                </a:lnTo>
                <a:lnTo>
                  <a:pt x="233" y="73"/>
                </a:lnTo>
                <a:lnTo>
                  <a:pt x="248" y="66"/>
                </a:lnTo>
                <a:lnTo>
                  <a:pt x="263" y="60"/>
                </a:lnTo>
                <a:lnTo>
                  <a:pt x="279" y="53"/>
                </a:lnTo>
                <a:lnTo>
                  <a:pt x="294" y="47"/>
                </a:lnTo>
                <a:lnTo>
                  <a:pt x="310" y="42"/>
                </a:lnTo>
                <a:lnTo>
                  <a:pt x="326" y="36"/>
                </a:lnTo>
                <a:lnTo>
                  <a:pt x="342" y="31"/>
                </a:lnTo>
                <a:lnTo>
                  <a:pt x="359" y="27"/>
                </a:lnTo>
                <a:lnTo>
                  <a:pt x="375" y="22"/>
                </a:lnTo>
                <a:lnTo>
                  <a:pt x="392" y="18"/>
                </a:lnTo>
                <a:lnTo>
                  <a:pt x="409" y="15"/>
                </a:lnTo>
                <a:lnTo>
                  <a:pt x="427" y="12"/>
                </a:lnTo>
                <a:lnTo>
                  <a:pt x="444" y="9"/>
                </a:lnTo>
                <a:lnTo>
                  <a:pt x="461" y="6"/>
                </a:lnTo>
                <a:lnTo>
                  <a:pt x="479" y="4"/>
                </a:lnTo>
                <a:lnTo>
                  <a:pt x="496" y="3"/>
                </a:lnTo>
                <a:lnTo>
                  <a:pt x="514" y="1"/>
                </a:lnTo>
                <a:lnTo>
                  <a:pt x="532" y="0"/>
                </a:lnTo>
                <a:lnTo>
                  <a:pt x="550" y="0"/>
                </a:lnTo>
                <a:lnTo>
                  <a:pt x="567" y="0"/>
                </a:lnTo>
                <a:lnTo>
                  <a:pt x="585" y="0"/>
                </a:lnTo>
                <a:lnTo>
                  <a:pt x="603" y="0"/>
                </a:lnTo>
                <a:lnTo>
                  <a:pt x="621" y="1"/>
                </a:lnTo>
                <a:lnTo>
                  <a:pt x="639" y="3"/>
                </a:lnTo>
                <a:lnTo>
                  <a:pt x="656" y="4"/>
                </a:lnTo>
                <a:lnTo>
                  <a:pt x="674" y="6"/>
                </a:lnTo>
                <a:lnTo>
                  <a:pt x="691" y="9"/>
                </a:lnTo>
                <a:lnTo>
                  <a:pt x="708" y="12"/>
                </a:lnTo>
                <a:lnTo>
                  <a:pt x="726" y="15"/>
                </a:lnTo>
                <a:lnTo>
                  <a:pt x="743" y="18"/>
                </a:lnTo>
                <a:lnTo>
                  <a:pt x="759" y="22"/>
                </a:lnTo>
                <a:lnTo>
                  <a:pt x="776" y="27"/>
                </a:lnTo>
                <a:lnTo>
                  <a:pt x="793" y="31"/>
                </a:lnTo>
                <a:lnTo>
                  <a:pt x="809" y="36"/>
                </a:lnTo>
                <a:lnTo>
                  <a:pt x="825" y="42"/>
                </a:lnTo>
                <a:lnTo>
                  <a:pt x="841" y="47"/>
                </a:lnTo>
                <a:lnTo>
                  <a:pt x="856" y="53"/>
                </a:lnTo>
                <a:lnTo>
                  <a:pt x="871" y="60"/>
                </a:lnTo>
                <a:lnTo>
                  <a:pt x="886" y="66"/>
                </a:lnTo>
                <a:lnTo>
                  <a:pt x="901" y="73"/>
                </a:lnTo>
                <a:lnTo>
                  <a:pt x="915" y="80"/>
                </a:lnTo>
                <a:lnTo>
                  <a:pt x="929" y="88"/>
                </a:lnTo>
                <a:lnTo>
                  <a:pt x="942" y="96"/>
                </a:lnTo>
                <a:lnTo>
                  <a:pt x="955" y="104"/>
                </a:lnTo>
                <a:lnTo>
                  <a:pt x="968" y="113"/>
                </a:lnTo>
                <a:lnTo>
                  <a:pt x="981" y="121"/>
                </a:lnTo>
                <a:lnTo>
                  <a:pt x="993" y="130"/>
                </a:lnTo>
                <a:lnTo>
                  <a:pt x="1004" y="139"/>
                </a:lnTo>
                <a:lnTo>
                  <a:pt x="1015" y="149"/>
                </a:lnTo>
                <a:lnTo>
                  <a:pt x="1026" y="159"/>
                </a:lnTo>
                <a:lnTo>
                  <a:pt x="1036" y="168"/>
                </a:lnTo>
                <a:lnTo>
                  <a:pt x="1046" y="179"/>
                </a:lnTo>
                <a:lnTo>
                  <a:pt x="1055" y="189"/>
                </a:lnTo>
                <a:lnTo>
                  <a:pt x="1064" y="199"/>
                </a:lnTo>
                <a:lnTo>
                  <a:pt x="1072" y="210"/>
                </a:lnTo>
                <a:lnTo>
                  <a:pt x="1080" y="221"/>
                </a:lnTo>
                <a:lnTo>
                  <a:pt x="1088" y="232"/>
                </a:lnTo>
                <a:lnTo>
                  <a:pt x="1094" y="243"/>
                </a:lnTo>
                <a:lnTo>
                  <a:pt x="1101" y="255"/>
                </a:lnTo>
                <a:lnTo>
                  <a:pt x="1107" y="266"/>
                </a:lnTo>
                <a:lnTo>
                  <a:pt x="1112" y="278"/>
                </a:lnTo>
                <a:lnTo>
                  <a:pt x="1116" y="289"/>
                </a:lnTo>
                <a:lnTo>
                  <a:pt x="1121" y="301"/>
                </a:lnTo>
                <a:lnTo>
                  <a:pt x="1124" y="313"/>
                </a:lnTo>
                <a:lnTo>
                  <a:pt x="1127" y="326"/>
                </a:lnTo>
                <a:lnTo>
                  <a:pt x="1130" y="338"/>
                </a:lnTo>
                <a:lnTo>
                  <a:pt x="1132" y="350"/>
                </a:lnTo>
                <a:lnTo>
                  <a:pt x="1133" y="362"/>
                </a:lnTo>
                <a:lnTo>
                  <a:pt x="1134" y="374"/>
                </a:lnTo>
                <a:lnTo>
                  <a:pt x="1134" y="386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5" name=""/>
          <p:cNvSpPr/>
          <p:nvPr/>
        </p:nvSpPr>
        <p:spPr>
          <a:xfrm>
            <a:off x="7854120" y="2797560"/>
            <a:ext cx="411120" cy="280080"/>
          </a:xfrm>
          <a:custGeom>
            <a:avLst/>
            <a:gdLst/>
            <a:ahLst/>
            <a:rect l="0" t="0" r="r" b="b"/>
            <a:pathLst>
              <a:path w="1142" h="778">
                <a:moveTo>
                  <a:pt x="1138" y="389"/>
                </a:moveTo>
                <a:lnTo>
                  <a:pt x="1138" y="376"/>
                </a:lnTo>
                <a:lnTo>
                  <a:pt x="1137" y="364"/>
                </a:lnTo>
                <a:lnTo>
                  <a:pt x="1136" y="352"/>
                </a:lnTo>
                <a:lnTo>
                  <a:pt x="1134" y="340"/>
                </a:lnTo>
                <a:lnTo>
                  <a:pt x="1131" y="328"/>
                </a:lnTo>
                <a:lnTo>
                  <a:pt x="1128" y="316"/>
                </a:lnTo>
                <a:lnTo>
                  <a:pt x="1125" y="304"/>
                </a:lnTo>
                <a:lnTo>
                  <a:pt x="1120" y="292"/>
                </a:lnTo>
                <a:lnTo>
                  <a:pt x="1116" y="281"/>
                </a:lnTo>
                <a:lnTo>
                  <a:pt x="1111" y="269"/>
                </a:lnTo>
                <a:lnTo>
                  <a:pt x="1105" y="258"/>
                </a:lnTo>
                <a:lnTo>
                  <a:pt x="1098" y="246"/>
                </a:lnTo>
                <a:lnTo>
                  <a:pt x="1092" y="235"/>
                </a:lnTo>
                <a:lnTo>
                  <a:pt x="1084" y="224"/>
                </a:lnTo>
                <a:lnTo>
                  <a:pt x="1076" y="213"/>
                </a:lnTo>
                <a:lnTo>
                  <a:pt x="1068" y="202"/>
                </a:lnTo>
                <a:lnTo>
                  <a:pt x="1059" y="192"/>
                </a:lnTo>
                <a:lnTo>
                  <a:pt x="1050" y="182"/>
                </a:lnTo>
                <a:lnTo>
                  <a:pt x="1040" y="171"/>
                </a:lnTo>
                <a:lnTo>
                  <a:pt x="1030" y="162"/>
                </a:lnTo>
                <a:lnTo>
                  <a:pt x="1019" y="152"/>
                </a:lnTo>
                <a:lnTo>
                  <a:pt x="1008" y="142"/>
                </a:lnTo>
                <a:lnTo>
                  <a:pt x="997" y="133"/>
                </a:lnTo>
                <a:lnTo>
                  <a:pt x="985" y="124"/>
                </a:lnTo>
                <a:lnTo>
                  <a:pt x="972" y="116"/>
                </a:lnTo>
                <a:lnTo>
                  <a:pt x="959" y="107"/>
                </a:lnTo>
                <a:lnTo>
                  <a:pt x="946" y="99"/>
                </a:lnTo>
                <a:lnTo>
                  <a:pt x="933" y="91"/>
                </a:lnTo>
                <a:lnTo>
                  <a:pt x="919" y="83"/>
                </a:lnTo>
                <a:lnTo>
                  <a:pt x="905" y="76"/>
                </a:lnTo>
                <a:lnTo>
                  <a:pt x="890" y="69"/>
                </a:lnTo>
                <a:lnTo>
                  <a:pt x="875" y="63"/>
                </a:lnTo>
                <a:lnTo>
                  <a:pt x="860" y="56"/>
                </a:lnTo>
                <a:lnTo>
                  <a:pt x="845" y="50"/>
                </a:lnTo>
                <a:lnTo>
                  <a:pt x="829" y="45"/>
                </a:lnTo>
                <a:lnTo>
                  <a:pt x="813" y="39"/>
                </a:lnTo>
                <a:lnTo>
                  <a:pt x="797" y="34"/>
                </a:lnTo>
                <a:lnTo>
                  <a:pt x="780" y="30"/>
                </a:lnTo>
                <a:lnTo>
                  <a:pt x="763" y="25"/>
                </a:lnTo>
                <a:lnTo>
                  <a:pt x="747" y="21"/>
                </a:lnTo>
                <a:lnTo>
                  <a:pt x="730" y="18"/>
                </a:lnTo>
                <a:lnTo>
                  <a:pt x="712" y="15"/>
                </a:lnTo>
                <a:lnTo>
                  <a:pt x="695" y="12"/>
                </a:lnTo>
                <a:lnTo>
                  <a:pt x="678" y="9"/>
                </a:lnTo>
                <a:lnTo>
                  <a:pt x="660" y="7"/>
                </a:lnTo>
                <a:lnTo>
                  <a:pt x="643" y="6"/>
                </a:lnTo>
                <a:lnTo>
                  <a:pt x="625" y="4"/>
                </a:lnTo>
                <a:lnTo>
                  <a:pt x="607" y="3"/>
                </a:lnTo>
                <a:lnTo>
                  <a:pt x="589" y="3"/>
                </a:lnTo>
                <a:lnTo>
                  <a:pt x="571" y="3"/>
                </a:lnTo>
                <a:lnTo>
                  <a:pt x="554" y="3"/>
                </a:lnTo>
                <a:lnTo>
                  <a:pt x="536" y="3"/>
                </a:lnTo>
                <a:lnTo>
                  <a:pt x="518" y="4"/>
                </a:lnTo>
                <a:lnTo>
                  <a:pt x="500" y="6"/>
                </a:lnTo>
                <a:lnTo>
                  <a:pt x="483" y="7"/>
                </a:lnTo>
                <a:lnTo>
                  <a:pt x="465" y="9"/>
                </a:lnTo>
                <a:lnTo>
                  <a:pt x="448" y="12"/>
                </a:lnTo>
                <a:lnTo>
                  <a:pt x="430" y="15"/>
                </a:lnTo>
                <a:lnTo>
                  <a:pt x="412" y="18"/>
                </a:lnTo>
                <a:lnTo>
                  <a:pt x="395" y="21"/>
                </a:lnTo>
                <a:lnTo>
                  <a:pt x="378" y="25"/>
                </a:lnTo>
                <a:lnTo>
                  <a:pt x="362" y="30"/>
                </a:lnTo>
                <a:lnTo>
                  <a:pt x="345" y="34"/>
                </a:lnTo>
                <a:lnTo>
                  <a:pt x="329" y="39"/>
                </a:lnTo>
                <a:lnTo>
                  <a:pt x="313" y="45"/>
                </a:lnTo>
                <a:lnTo>
                  <a:pt x="297" y="50"/>
                </a:lnTo>
                <a:lnTo>
                  <a:pt x="282" y="56"/>
                </a:lnTo>
                <a:lnTo>
                  <a:pt x="267" y="63"/>
                </a:lnTo>
                <a:lnTo>
                  <a:pt x="252" y="69"/>
                </a:lnTo>
                <a:lnTo>
                  <a:pt x="237" y="76"/>
                </a:lnTo>
                <a:lnTo>
                  <a:pt x="223" y="83"/>
                </a:lnTo>
                <a:lnTo>
                  <a:pt x="209" y="91"/>
                </a:lnTo>
                <a:lnTo>
                  <a:pt x="196" y="99"/>
                </a:lnTo>
                <a:lnTo>
                  <a:pt x="182" y="107"/>
                </a:lnTo>
                <a:lnTo>
                  <a:pt x="170" y="116"/>
                </a:lnTo>
                <a:lnTo>
                  <a:pt x="157" y="124"/>
                </a:lnTo>
                <a:lnTo>
                  <a:pt x="145" y="133"/>
                </a:lnTo>
                <a:lnTo>
                  <a:pt x="134" y="142"/>
                </a:lnTo>
                <a:lnTo>
                  <a:pt x="123" y="152"/>
                </a:lnTo>
                <a:lnTo>
                  <a:pt x="112" y="162"/>
                </a:lnTo>
                <a:lnTo>
                  <a:pt x="102" y="171"/>
                </a:lnTo>
                <a:lnTo>
                  <a:pt x="92" y="182"/>
                </a:lnTo>
                <a:lnTo>
                  <a:pt x="83" y="192"/>
                </a:lnTo>
                <a:lnTo>
                  <a:pt x="74" y="202"/>
                </a:lnTo>
                <a:lnTo>
                  <a:pt x="65" y="213"/>
                </a:lnTo>
                <a:lnTo>
                  <a:pt x="58" y="224"/>
                </a:lnTo>
                <a:lnTo>
                  <a:pt x="50" y="235"/>
                </a:lnTo>
                <a:lnTo>
                  <a:pt x="43" y="246"/>
                </a:lnTo>
                <a:lnTo>
                  <a:pt x="37" y="258"/>
                </a:lnTo>
                <a:lnTo>
                  <a:pt x="31" y="269"/>
                </a:lnTo>
                <a:lnTo>
                  <a:pt x="26" y="281"/>
                </a:lnTo>
                <a:lnTo>
                  <a:pt x="22" y="292"/>
                </a:lnTo>
                <a:lnTo>
                  <a:pt x="17" y="304"/>
                </a:lnTo>
                <a:lnTo>
                  <a:pt x="14" y="316"/>
                </a:lnTo>
                <a:lnTo>
                  <a:pt x="11" y="328"/>
                </a:lnTo>
                <a:lnTo>
                  <a:pt x="8" y="340"/>
                </a:lnTo>
                <a:lnTo>
                  <a:pt x="6" y="352"/>
                </a:lnTo>
                <a:lnTo>
                  <a:pt x="5" y="364"/>
                </a:lnTo>
                <a:lnTo>
                  <a:pt x="4" y="376"/>
                </a:lnTo>
                <a:lnTo>
                  <a:pt x="4" y="389"/>
                </a:lnTo>
                <a:lnTo>
                  <a:pt x="4" y="401"/>
                </a:lnTo>
                <a:lnTo>
                  <a:pt x="5" y="413"/>
                </a:lnTo>
                <a:lnTo>
                  <a:pt x="6" y="426"/>
                </a:lnTo>
                <a:lnTo>
                  <a:pt x="8" y="438"/>
                </a:lnTo>
                <a:lnTo>
                  <a:pt x="11" y="450"/>
                </a:lnTo>
                <a:lnTo>
                  <a:pt x="14" y="462"/>
                </a:lnTo>
                <a:lnTo>
                  <a:pt x="17" y="473"/>
                </a:lnTo>
                <a:lnTo>
                  <a:pt x="22" y="485"/>
                </a:lnTo>
                <a:lnTo>
                  <a:pt x="26" y="497"/>
                </a:lnTo>
                <a:lnTo>
                  <a:pt x="31" y="508"/>
                </a:lnTo>
                <a:lnTo>
                  <a:pt x="37" y="520"/>
                </a:lnTo>
                <a:lnTo>
                  <a:pt x="43" y="531"/>
                </a:lnTo>
                <a:lnTo>
                  <a:pt x="50" y="542"/>
                </a:lnTo>
                <a:lnTo>
                  <a:pt x="58" y="553"/>
                </a:lnTo>
                <a:lnTo>
                  <a:pt x="65" y="564"/>
                </a:lnTo>
                <a:lnTo>
                  <a:pt x="74" y="575"/>
                </a:lnTo>
                <a:lnTo>
                  <a:pt x="83" y="586"/>
                </a:lnTo>
                <a:lnTo>
                  <a:pt x="92" y="596"/>
                </a:lnTo>
                <a:lnTo>
                  <a:pt x="102" y="606"/>
                </a:lnTo>
                <a:lnTo>
                  <a:pt x="112" y="616"/>
                </a:lnTo>
                <a:lnTo>
                  <a:pt x="123" y="626"/>
                </a:lnTo>
                <a:lnTo>
                  <a:pt x="134" y="635"/>
                </a:lnTo>
                <a:lnTo>
                  <a:pt x="145" y="644"/>
                </a:lnTo>
                <a:lnTo>
                  <a:pt x="157" y="653"/>
                </a:lnTo>
                <a:lnTo>
                  <a:pt x="170" y="662"/>
                </a:lnTo>
                <a:lnTo>
                  <a:pt x="182" y="670"/>
                </a:lnTo>
                <a:lnTo>
                  <a:pt x="196" y="679"/>
                </a:lnTo>
                <a:lnTo>
                  <a:pt x="209" y="686"/>
                </a:lnTo>
                <a:lnTo>
                  <a:pt x="223" y="694"/>
                </a:lnTo>
                <a:lnTo>
                  <a:pt x="237" y="701"/>
                </a:lnTo>
                <a:lnTo>
                  <a:pt x="252" y="708"/>
                </a:lnTo>
                <a:lnTo>
                  <a:pt x="267" y="715"/>
                </a:lnTo>
                <a:lnTo>
                  <a:pt x="282" y="721"/>
                </a:lnTo>
                <a:lnTo>
                  <a:pt x="297" y="727"/>
                </a:lnTo>
                <a:lnTo>
                  <a:pt x="313" y="733"/>
                </a:lnTo>
                <a:lnTo>
                  <a:pt x="329" y="738"/>
                </a:lnTo>
                <a:lnTo>
                  <a:pt x="345" y="743"/>
                </a:lnTo>
                <a:lnTo>
                  <a:pt x="362" y="748"/>
                </a:lnTo>
                <a:lnTo>
                  <a:pt x="378" y="752"/>
                </a:lnTo>
                <a:lnTo>
                  <a:pt x="395" y="756"/>
                </a:lnTo>
                <a:lnTo>
                  <a:pt x="412" y="760"/>
                </a:lnTo>
                <a:lnTo>
                  <a:pt x="430" y="763"/>
                </a:lnTo>
                <a:lnTo>
                  <a:pt x="448" y="766"/>
                </a:lnTo>
                <a:lnTo>
                  <a:pt x="465" y="768"/>
                </a:lnTo>
                <a:lnTo>
                  <a:pt x="483" y="770"/>
                </a:lnTo>
                <a:lnTo>
                  <a:pt x="500" y="772"/>
                </a:lnTo>
                <a:lnTo>
                  <a:pt x="518" y="773"/>
                </a:lnTo>
                <a:lnTo>
                  <a:pt x="536" y="774"/>
                </a:lnTo>
                <a:lnTo>
                  <a:pt x="554" y="775"/>
                </a:lnTo>
                <a:lnTo>
                  <a:pt x="571" y="775"/>
                </a:lnTo>
                <a:lnTo>
                  <a:pt x="589" y="775"/>
                </a:lnTo>
                <a:lnTo>
                  <a:pt x="607" y="774"/>
                </a:lnTo>
                <a:lnTo>
                  <a:pt x="625" y="773"/>
                </a:lnTo>
                <a:lnTo>
                  <a:pt x="643" y="772"/>
                </a:lnTo>
                <a:lnTo>
                  <a:pt x="660" y="770"/>
                </a:lnTo>
                <a:lnTo>
                  <a:pt x="678" y="768"/>
                </a:lnTo>
                <a:lnTo>
                  <a:pt x="695" y="766"/>
                </a:lnTo>
                <a:lnTo>
                  <a:pt x="712" y="763"/>
                </a:lnTo>
                <a:lnTo>
                  <a:pt x="730" y="760"/>
                </a:lnTo>
                <a:lnTo>
                  <a:pt x="747" y="756"/>
                </a:lnTo>
                <a:lnTo>
                  <a:pt x="763" y="752"/>
                </a:lnTo>
                <a:lnTo>
                  <a:pt x="780" y="748"/>
                </a:lnTo>
                <a:lnTo>
                  <a:pt x="797" y="743"/>
                </a:lnTo>
                <a:lnTo>
                  <a:pt x="813" y="738"/>
                </a:lnTo>
                <a:lnTo>
                  <a:pt x="829" y="733"/>
                </a:lnTo>
                <a:lnTo>
                  <a:pt x="845" y="727"/>
                </a:lnTo>
                <a:lnTo>
                  <a:pt x="860" y="721"/>
                </a:lnTo>
                <a:lnTo>
                  <a:pt x="875" y="715"/>
                </a:lnTo>
                <a:lnTo>
                  <a:pt x="890" y="708"/>
                </a:lnTo>
                <a:lnTo>
                  <a:pt x="905" y="701"/>
                </a:lnTo>
                <a:lnTo>
                  <a:pt x="919" y="694"/>
                </a:lnTo>
                <a:lnTo>
                  <a:pt x="933" y="686"/>
                </a:lnTo>
                <a:lnTo>
                  <a:pt x="946" y="679"/>
                </a:lnTo>
                <a:lnTo>
                  <a:pt x="959" y="670"/>
                </a:lnTo>
                <a:lnTo>
                  <a:pt x="972" y="662"/>
                </a:lnTo>
                <a:lnTo>
                  <a:pt x="985" y="653"/>
                </a:lnTo>
                <a:lnTo>
                  <a:pt x="997" y="644"/>
                </a:lnTo>
                <a:lnTo>
                  <a:pt x="1008" y="635"/>
                </a:lnTo>
                <a:lnTo>
                  <a:pt x="1019" y="626"/>
                </a:lnTo>
                <a:lnTo>
                  <a:pt x="1030" y="616"/>
                </a:lnTo>
                <a:lnTo>
                  <a:pt x="1040" y="606"/>
                </a:lnTo>
                <a:lnTo>
                  <a:pt x="1050" y="596"/>
                </a:lnTo>
                <a:lnTo>
                  <a:pt x="1059" y="586"/>
                </a:lnTo>
                <a:lnTo>
                  <a:pt x="1068" y="575"/>
                </a:lnTo>
                <a:lnTo>
                  <a:pt x="1076" y="564"/>
                </a:lnTo>
                <a:lnTo>
                  <a:pt x="1084" y="553"/>
                </a:lnTo>
                <a:lnTo>
                  <a:pt x="1092" y="542"/>
                </a:lnTo>
                <a:lnTo>
                  <a:pt x="1098" y="531"/>
                </a:lnTo>
                <a:lnTo>
                  <a:pt x="1105" y="520"/>
                </a:lnTo>
                <a:lnTo>
                  <a:pt x="1111" y="508"/>
                </a:lnTo>
                <a:lnTo>
                  <a:pt x="1116" y="497"/>
                </a:lnTo>
                <a:lnTo>
                  <a:pt x="1120" y="485"/>
                </a:lnTo>
                <a:lnTo>
                  <a:pt x="1125" y="473"/>
                </a:lnTo>
                <a:lnTo>
                  <a:pt x="1128" y="462"/>
                </a:lnTo>
                <a:lnTo>
                  <a:pt x="1131" y="450"/>
                </a:lnTo>
                <a:lnTo>
                  <a:pt x="1134" y="438"/>
                </a:lnTo>
                <a:lnTo>
                  <a:pt x="1136" y="426"/>
                </a:lnTo>
                <a:lnTo>
                  <a:pt x="1137" y="413"/>
                </a:lnTo>
                <a:lnTo>
                  <a:pt x="1138" y="401"/>
                </a:lnTo>
                <a:lnTo>
                  <a:pt x="1138" y="389"/>
                </a:lnTo>
                <a:moveTo>
                  <a:pt x="1142" y="389"/>
                </a:moveTo>
                <a:lnTo>
                  <a:pt x="1142" y="401"/>
                </a:lnTo>
                <a:lnTo>
                  <a:pt x="1141" y="414"/>
                </a:lnTo>
                <a:lnTo>
                  <a:pt x="1140" y="426"/>
                </a:lnTo>
                <a:lnTo>
                  <a:pt x="1138" y="438"/>
                </a:lnTo>
                <a:lnTo>
                  <a:pt x="1135" y="450"/>
                </a:lnTo>
                <a:lnTo>
                  <a:pt x="1132" y="462"/>
                </a:lnTo>
                <a:lnTo>
                  <a:pt x="1128" y="474"/>
                </a:lnTo>
                <a:lnTo>
                  <a:pt x="1124" y="486"/>
                </a:lnTo>
                <a:lnTo>
                  <a:pt x="1119" y="498"/>
                </a:lnTo>
                <a:lnTo>
                  <a:pt x="1114" y="509"/>
                </a:lnTo>
                <a:lnTo>
                  <a:pt x="1108" y="521"/>
                </a:lnTo>
                <a:lnTo>
                  <a:pt x="1102" y="532"/>
                </a:lnTo>
                <a:lnTo>
                  <a:pt x="1095" y="543"/>
                </a:lnTo>
                <a:lnTo>
                  <a:pt x="1088" y="555"/>
                </a:lnTo>
                <a:lnTo>
                  <a:pt x="1080" y="566"/>
                </a:lnTo>
                <a:lnTo>
                  <a:pt x="1071" y="576"/>
                </a:lnTo>
                <a:lnTo>
                  <a:pt x="1063" y="587"/>
                </a:lnTo>
                <a:lnTo>
                  <a:pt x="1053" y="597"/>
                </a:lnTo>
                <a:lnTo>
                  <a:pt x="1043" y="607"/>
                </a:lnTo>
                <a:lnTo>
                  <a:pt x="1033" y="617"/>
                </a:lnTo>
                <a:lnTo>
                  <a:pt x="1022" y="627"/>
                </a:lnTo>
                <a:lnTo>
                  <a:pt x="1011" y="637"/>
                </a:lnTo>
                <a:lnTo>
                  <a:pt x="999" y="646"/>
                </a:lnTo>
                <a:lnTo>
                  <a:pt x="987" y="655"/>
                </a:lnTo>
                <a:lnTo>
                  <a:pt x="975" y="664"/>
                </a:lnTo>
                <a:lnTo>
                  <a:pt x="962" y="672"/>
                </a:lnTo>
                <a:lnTo>
                  <a:pt x="949" y="681"/>
                </a:lnTo>
                <a:lnTo>
                  <a:pt x="935" y="688"/>
                </a:lnTo>
                <a:lnTo>
                  <a:pt x="921" y="696"/>
                </a:lnTo>
                <a:lnTo>
                  <a:pt x="907" y="703"/>
                </a:lnTo>
                <a:lnTo>
                  <a:pt x="892" y="710"/>
                </a:lnTo>
                <a:lnTo>
                  <a:pt x="877" y="717"/>
                </a:lnTo>
                <a:lnTo>
                  <a:pt x="862" y="723"/>
                </a:lnTo>
                <a:lnTo>
                  <a:pt x="846" y="730"/>
                </a:lnTo>
                <a:lnTo>
                  <a:pt x="831" y="735"/>
                </a:lnTo>
                <a:lnTo>
                  <a:pt x="814" y="741"/>
                </a:lnTo>
                <a:lnTo>
                  <a:pt x="798" y="746"/>
                </a:lnTo>
                <a:lnTo>
                  <a:pt x="782" y="750"/>
                </a:lnTo>
                <a:lnTo>
                  <a:pt x="765" y="755"/>
                </a:lnTo>
                <a:lnTo>
                  <a:pt x="748" y="759"/>
                </a:lnTo>
                <a:lnTo>
                  <a:pt x="731" y="762"/>
                </a:lnTo>
                <a:lnTo>
                  <a:pt x="713" y="765"/>
                </a:lnTo>
                <a:lnTo>
                  <a:pt x="696" y="768"/>
                </a:lnTo>
                <a:lnTo>
                  <a:pt x="678" y="771"/>
                </a:lnTo>
                <a:lnTo>
                  <a:pt x="661" y="773"/>
                </a:lnTo>
                <a:lnTo>
                  <a:pt x="643" y="774"/>
                </a:lnTo>
                <a:lnTo>
                  <a:pt x="625" y="776"/>
                </a:lnTo>
                <a:lnTo>
                  <a:pt x="607" y="777"/>
                </a:lnTo>
                <a:lnTo>
                  <a:pt x="589" y="777"/>
                </a:lnTo>
                <a:lnTo>
                  <a:pt x="571" y="778"/>
                </a:lnTo>
                <a:lnTo>
                  <a:pt x="554" y="777"/>
                </a:lnTo>
                <a:lnTo>
                  <a:pt x="536" y="777"/>
                </a:lnTo>
                <a:lnTo>
                  <a:pt x="518" y="776"/>
                </a:lnTo>
                <a:lnTo>
                  <a:pt x="500" y="774"/>
                </a:lnTo>
                <a:lnTo>
                  <a:pt x="482" y="773"/>
                </a:lnTo>
                <a:lnTo>
                  <a:pt x="465" y="771"/>
                </a:lnTo>
                <a:lnTo>
                  <a:pt x="447" y="768"/>
                </a:lnTo>
                <a:lnTo>
                  <a:pt x="429" y="765"/>
                </a:lnTo>
                <a:lnTo>
                  <a:pt x="411" y="762"/>
                </a:lnTo>
                <a:lnTo>
                  <a:pt x="394" y="759"/>
                </a:lnTo>
                <a:lnTo>
                  <a:pt x="377" y="755"/>
                </a:lnTo>
                <a:lnTo>
                  <a:pt x="360" y="750"/>
                </a:lnTo>
                <a:lnTo>
                  <a:pt x="344" y="746"/>
                </a:lnTo>
                <a:lnTo>
                  <a:pt x="328" y="741"/>
                </a:lnTo>
                <a:lnTo>
                  <a:pt x="311" y="735"/>
                </a:lnTo>
                <a:lnTo>
                  <a:pt x="296" y="730"/>
                </a:lnTo>
                <a:lnTo>
                  <a:pt x="280" y="723"/>
                </a:lnTo>
                <a:lnTo>
                  <a:pt x="265" y="717"/>
                </a:lnTo>
                <a:lnTo>
                  <a:pt x="250" y="710"/>
                </a:lnTo>
                <a:lnTo>
                  <a:pt x="235" y="703"/>
                </a:lnTo>
                <a:lnTo>
                  <a:pt x="221" y="696"/>
                </a:lnTo>
                <a:lnTo>
                  <a:pt x="207" y="688"/>
                </a:lnTo>
                <a:lnTo>
                  <a:pt x="193" y="681"/>
                </a:lnTo>
                <a:lnTo>
                  <a:pt x="180" y="672"/>
                </a:lnTo>
                <a:lnTo>
                  <a:pt x="167" y="664"/>
                </a:lnTo>
                <a:lnTo>
                  <a:pt x="155" y="655"/>
                </a:lnTo>
                <a:lnTo>
                  <a:pt x="142" y="646"/>
                </a:lnTo>
                <a:lnTo>
                  <a:pt x="131" y="637"/>
                </a:lnTo>
                <a:lnTo>
                  <a:pt x="120" y="627"/>
                </a:lnTo>
                <a:lnTo>
                  <a:pt x="109" y="617"/>
                </a:lnTo>
                <a:lnTo>
                  <a:pt x="99" y="607"/>
                </a:lnTo>
                <a:lnTo>
                  <a:pt x="89" y="597"/>
                </a:lnTo>
                <a:lnTo>
                  <a:pt x="79" y="587"/>
                </a:lnTo>
                <a:lnTo>
                  <a:pt x="70" y="576"/>
                </a:lnTo>
                <a:lnTo>
                  <a:pt x="62" y="566"/>
                </a:lnTo>
                <a:lnTo>
                  <a:pt x="54" y="555"/>
                </a:lnTo>
                <a:lnTo>
                  <a:pt x="47" y="543"/>
                </a:lnTo>
                <a:lnTo>
                  <a:pt x="40" y="532"/>
                </a:lnTo>
                <a:lnTo>
                  <a:pt x="34" y="521"/>
                </a:lnTo>
                <a:lnTo>
                  <a:pt x="28" y="509"/>
                </a:lnTo>
                <a:lnTo>
                  <a:pt x="23" y="498"/>
                </a:lnTo>
                <a:lnTo>
                  <a:pt x="18" y="486"/>
                </a:lnTo>
                <a:lnTo>
                  <a:pt x="14" y="474"/>
                </a:lnTo>
                <a:lnTo>
                  <a:pt x="10" y="462"/>
                </a:lnTo>
                <a:lnTo>
                  <a:pt x="7" y="450"/>
                </a:lnTo>
                <a:lnTo>
                  <a:pt x="4" y="438"/>
                </a:lnTo>
                <a:lnTo>
                  <a:pt x="2" y="426"/>
                </a:lnTo>
                <a:lnTo>
                  <a:pt x="1" y="414"/>
                </a:lnTo>
                <a:lnTo>
                  <a:pt x="0" y="401"/>
                </a:lnTo>
                <a:lnTo>
                  <a:pt x="0" y="389"/>
                </a:lnTo>
                <a:lnTo>
                  <a:pt x="0" y="376"/>
                </a:lnTo>
                <a:lnTo>
                  <a:pt x="1" y="364"/>
                </a:lnTo>
                <a:lnTo>
                  <a:pt x="2" y="352"/>
                </a:lnTo>
                <a:lnTo>
                  <a:pt x="4" y="340"/>
                </a:lnTo>
                <a:lnTo>
                  <a:pt x="7" y="328"/>
                </a:lnTo>
                <a:lnTo>
                  <a:pt x="10" y="315"/>
                </a:lnTo>
                <a:lnTo>
                  <a:pt x="14" y="304"/>
                </a:lnTo>
                <a:lnTo>
                  <a:pt x="18" y="292"/>
                </a:lnTo>
                <a:lnTo>
                  <a:pt x="23" y="280"/>
                </a:lnTo>
                <a:lnTo>
                  <a:pt x="28" y="268"/>
                </a:lnTo>
                <a:lnTo>
                  <a:pt x="34" y="257"/>
                </a:lnTo>
                <a:lnTo>
                  <a:pt x="40" y="245"/>
                </a:lnTo>
                <a:lnTo>
                  <a:pt x="47" y="234"/>
                </a:lnTo>
                <a:lnTo>
                  <a:pt x="54" y="223"/>
                </a:lnTo>
                <a:lnTo>
                  <a:pt x="62" y="212"/>
                </a:lnTo>
                <a:lnTo>
                  <a:pt x="70" y="201"/>
                </a:lnTo>
                <a:lnTo>
                  <a:pt x="79" y="191"/>
                </a:lnTo>
                <a:lnTo>
                  <a:pt x="89" y="180"/>
                </a:lnTo>
                <a:lnTo>
                  <a:pt x="99" y="170"/>
                </a:lnTo>
                <a:lnTo>
                  <a:pt x="109" y="160"/>
                </a:lnTo>
                <a:lnTo>
                  <a:pt x="120" y="150"/>
                </a:lnTo>
                <a:lnTo>
                  <a:pt x="131" y="141"/>
                </a:lnTo>
                <a:lnTo>
                  <a:pt x="142" y="131"/>
                </a:lnTo>
                <a:lnTo>
                  <a:pt x="155" y="122"/>
                </a:lnTo>
                <a:lnTo>
                  <a:pt x="167" y="114"/>
                </a:lnTo>
                <a:lnTo>
                  <a:pt x="180" y="105"/>
                </a:lnTo>
                <a:lnTo>
                  <a:pt x="193" y="97"/>
                </a:lnTo>
                <a:lnTo>
                  <a:pt x="207" y="89"/>
                </a:lnTo>
                <a:lnTo>
                  <a:pt x="221" y="81"/>
                </a:lnTo>
                <a:lnTo>
                  <a:pt x="235" y="74"/>
                </a:lnTo>
                <a:lnTo>
                  <a:pt x="250" y="67"/>
                </a:lnTo>
                <a:lnTo>
                  <a:pt x="265" y="60"/>
                </a:lnTo>
                <a:lnTo>
                  <a:pt x="280" y="54"/>
                </a:lnTo>
                <a:lnTo>
                  <a:pt x="296" y="48"/>
                </a:lnTo>
                <a:lnTo>
                  <a:pt x="311" y="42"/>
                </a:lnTo>
                <a:lnTo>
                  <a:pt x="328" y="37"/>
                </a:lnTo>
                <a:lnTo>
                  <a:pt x="344" y="32"/>
                </a:lnTo>
                <a:lnTo>
                  <a:pt x="360" y="27"/>
                </a:lnTo>
                <a:lnTo>
                  <a:pt x="377" y="23"/>
                </a:lnTo>
                <a:lnTo>
                  <a:pt x="394" y="19"/>
                </a:lnTo>
                <a:lnTo>
                  <a:pt x="411" y="15"/>
                </a:lnTo>
                <a:lnTo>
                  <a:pt x="429" y="12"/>
                </a:lnTo>
                <a:lnTo>
                  <a:pt x="447" y="9"/>
                </a:lnTo>
                <a:lnTo>
                  <a:pt x="465" y="7"/>
                </a:lnTo>
                <a:lnTo>
                  <a:pt x="482" y="5"/>
                </a:lnTo>
                <a:lnTo>
                  <a:pt x="500" y="3"/>
                </a:lnTo>
                <a:lnTo>
                  <a:pt x="518" y="2"/>
                </a:lnTo>
                <a:lnTo>
                  <a:pt x="536" y="1"/>
                </a:lnTo>
                <a:lnTo>
                  <a:pt x="554" y="0"/>
                </a:lnTo>
                <a:lnTo>
                  <a:pt x="571" y="0"/>
                </a:lnTo>
                <a:lnTo>
                  <a:pt x="589" y="0"/>
                </a:lnTo>
                <a:lnTo>
                  <a:pt x="607" y="1"/>
                </a:lnTo>
                <a:lnTo>
                  <a:pt x="625" y="2"/>
                </a:lnTo>
                <a:lnTo>
                  <a:pt x="643" y="3"/>
                </a:lnTo>
                <a:lnTo>
                  <a:pt x="661" y="5"/>
                </a:lnTo>
                <a:lnTo>
                  <a:pt x="678" y="7"/>
                </a:lnTo>
                <a:lnTo>
                  <a:pt x="696" y="9"/>
                </a:lnTo>
                <a:lnTo>
                  <a:pt x="713" y="12"/>
                </a:lnTo>
                <a:lnTo>
                  <a:pt x="731" y="15"/>
                </a:lnTo>
                <a:lnTo>
                  <a:pt x="748" y="19"/>
                </a:lnTo>
                <a:lnTo>
                  <a:pt x="765" y="23"/>
                </a:lnTo>
                <a:lnTo>
                  <a:pt x="782" y="27"/>
                </a:lnTo>
                <a:lnTo>
                  <a:pt x="798" y="32"/>
                </a:lnTo>
                <a:lnTo>
                  <a:pt x="814" y="37"/>
                </a:lnTo>
                <a:lnTo>
                  <a:pt x="831" y="42"/>
                </a:lnTo>
                <a:lnTo>
                  <a:pt x="846" y="48"/>
                </a:lnTo>
                <a:lnTo>
                  <a:pt x="862" y="54"/>
                </a:lnTo>
                <a:lnTo>
                  <a:pt x="877" y="60"/>
                </a:lnTo>
                <a:lnTo>
                  <a:pt x="892" y="67"/>
                </a:lnTo>
                <a:lnTo>
                  <a:pt x="907" y="74"/>
                </a:lnTo>
                <a:lnTo>
                  <a:pt x="921" y="81"/>
                </a:lnTo>
                <a:lnTo>
                  <a:pt x="935" y="89"/>
                </a:lnTo>
                <a:lnTo>
                  <a:pt x="949" y="97"/>
                </a:lnTo>
                <a:lnTo>
                  <a:pt x="962" y="105"/>
                </a:lnTo>
                <a:lnTo>
                  <a:pt x="975" y="114"/>
                </a:lnTo>
                <a:lnTo>
                  <a:pt x="987" y="122"/>
                </a:lnTo>
                <a:lnTo>
                  <a:pt x="999" y="131"/>
                </a:lnTo>
                <a:lnTo>
                  <a:pt x="1011" y="141"/>
                </a:lnTo>
                <a:lnTo>
                  <a:pt x="1022" y="150"/>
                </a:lnTo>
                <a:lnTo>
                  <a:pt x="1033" y="160"/>
                </a:lnTo>
                <a:lnTo>
                  <a:pt x="1043" y="170"/>
                </a:lnTo>
                <a:lnTo>
                  <a:pt x="1053" y="180"/>
                </a:lnTo>
                <a:lnTo>
                  <a:pt x="1063" y="191"/>
                </a:lnTo>
                <a:lnTo>
                  <a:pt x="1071" y="201"/>
                </a:lnTo>
                <a:lnTo>
                  <a:pt x="1080" y="212"/>
                </a:lnTo>
                <a:lnTo>
                  <a:pt x="1088" y="223"/>
                </a:lnTo>
                <a:lnTo>
                  <a:pt x="1095" y="234"/>
                </a:lnTo>
                <a:lnTo>
                  <a:pt x="1102" y="245"/>
                </a:lnTo>
                <a:lnTo>
                  <a:pt x="1108" y="257"/>
                </a:lnTo>
                <a:lnTo>
                  <a:pt x="1114" y="268"/>
                </a:lnTo>
                <a:lnTo>
                  <a:pt x="1119" y="280"/>
                </a:lnTo>
                <a:lnTo>
                  <a:pt x="1124" y="292"/>
                </a:lnTo>
                <a:lnTo>
                  <a:pt x="1128" y="304"/>
                </a:lnTo>
                <a:lnTo>
                  <a:pt x="1132" y="315"/>
                </a:lnTo>
                <a:lnTo>
                  <a:pt x="1135" y="328"/>
                </a:lnTo>
                <a:lnTo>
                  <a:pt x="1138" y="340"/>
                </a:lnTo>
                <a:lnTo>
                  <a:pt x="1140" y="352"/>
                </a:lnTo>
                <a:lnTo>
                  <a:pt x="1141" y="364"/>
                </a:lnTo>
                <a:lnTo>
                  <a:pt x="1142" y="376"/>
                </a:lnTo>
                <a:lnTo>
                  <a:pt x="1142" y="389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6" name=""/>
          <p:cNvSpPr/>
          <p:nvPr/>
        </p:nvSpPr>
        <p:spPr>
          <a:xfrm>
            <a:off x="7852680" y="2796480"/>
            <a:ext cx="414000" cy="281880"/>
          </a:xfrm>
          <a:custGeom>
            <a:avLst/>
            <a:gdLst/>
            <a:ahLst/>
            <a:rect l="0" t="0" r="r" b="b"/>
            <a:pathLst>
              <a:path w="1150" h="783">
                <a:moveTo>
                  <a:pt x="1146" y="391"/>
                </a:moveTo>
                <a:lnTo>
                  <a:pt x="1146" y="379"/>
                </a:lnTo>
                <a:lnTo>
                  <a:pt x="1145" y="367"/>
                </a:lnTo>
                <a:lnTo>
                  <a:pt x="1144" y="355"/>
                </a:lnTo>
                <a:lnTo>
                  <a:pt x="1142" y="343"/>
                </a:lnTo>
                <a:lnTo>
                  <a:pt x="1139" y="331"/>
                </a:lnTo>
                <a:lnTo>
                  <a:pt x="1136" y="318"/>
                </a:lnTo>
                <a:lnTo>
                  <a:pt x="1132" y="307"/>
                </a:lnTo>
                <a:lnTo>
                  <a:pt x="1128" y="295"/>
                </a:lnTo>
                <a:lnTo>
                  <a:pt x="1123" y="283"/>
                </a:lnTo>
                <a:lnTo>
                  <a:pt x="1118" y="271"/>
                </a:lnTo>
                <a:lnTo>
                  <a:pt x="1112" y="260"/>
                </a:lnTo>
                <a:lnTo>
                  <a:pt x="1106" y="248"/>
                </a:lnTo>
                <a:lnTo>
                  <a:pt x="1099" y="237"/>
                </a:lnTo>
                <a:lnTo>
                  <a:pt x="1092" y="226"/>
                </a:lnTo>
                <a:lnTo>
                  <a:pt x="1084" y="215"/>
                </a:lnTo>
                <a:lnTo>
                  <a:pt x="1075" y="204"/>
                </a:lnTo>
                <a:lnTo>
                  <a:pt x="1067" y="194"/>
                </a:lnTo>
                <a:lnTo>
                  <a:pt x="1057" y="183"/>
                </a:lnTo>
                <a:lnTo>
                  <a:pt x="1047" y="173"/>
                </a:lnTo>
                <a:lnTo>
                  <a:pt x="1037" y="163"/>
                </a:lnTo>
                <a:lnTo>
                  <a:pt x="1026" y="153"/>
                </a:lnTo>
                <a:lnTo>
                  <a:pt x="1015" y="144"/>
                </a:lnTo>
                <a:lnTo>
                  <a:pt x="1003" y="134"/>
                </a:lnTo>
                <a:lnTo>
                  <a:pt x="991" y="125"/>
                </a:lnTo>
                <a:lnTo>
                  <a:pt x="979" y="117"/>
                </a:lnTo>
                <a:lnTo>
                  <a:pt x="966" y="108"/>
                </a:lnTo>
                <a:lnTo>
                  <a:pt x="953" y="100"/>
                </a:lnTo>
                <a:lnTo>
                  <a:pt x="939" y="92"/>
                </a:lnTo>
                <a:lnTo>
                  <a:pt x="925" y="84"/>
                </a:lnTo>
                <a:lnTo>
                  <a:pt x="911" y="77"/>
                </a:lnTo>
                <a:lnTo>
                  <a:pt x="896" y="70"/>
                </a:lnTo>
                <a:lnTo>
                  <a:pt x="881" y="63"/>
                </a:lnTo>
                <a:lnTo>
                  <a:pt x="866" y="57"/>
                </a:lnTo>
                <a:lnTo>
                  <a:pt x="850" y="51"/>
                </a:lnTo>
                <a:lnTo>
                  <a:pt x="835" y="45"/>
                </a:lnTo>
                <a:lnTo>
                  <a:pt x="818" y="40"/>
                </a:lnTo>
                <a:lnTo>
                  <a:pt x="802" y="35"/>
                </a:lnTo>
                <a:lnTo>
                  <a:pt x="786" y="30"/>
                </a:lnTo>
                <a:lnTo>
                  <a:pt x="769" y="26"/>
                </a:lnTo>
                <a:lnTo>
                  <a:pt x="752" y="22"/>
                </a:lnTo>
                <a:lnTo>
                  <a:pt x="735" y="18"/>
                </a:lnTo>
                <a:lnTo>
                  <a:pt x="717" y="15"/>
                </a:lnTo>
                <a:lnTo>
                  <a:pt x="700" y="12"/>
                </a:lnTo>
                <a:lnTo>
                  <a:pt x="682" y="10"/>
                </a:lnTo>
                <a:lnTo>
                  <a:pt x="665" y="8"/>
                </a:lnTo>
                <a:lnTo>
                  <a:pt x="647" y="6"/>
                </a:lnTo>
                <a:lnTo>
                  <a:pt x="629" y="5"/>
                </a:lnTo>
                <a:lnTo>
                  <a:pt x="611" y="4"/>
                </a:lnTo>
                <a:lnTo>
                  <a:pt x="593" y="3"/>
                </a:lnTo>
                <a:lnTo>
                  <a:pt x="575" y="3"/>
                </a:lnTo>
                <a:lnTo>
                  <a:pt x="557" y="3"/>
                </a:lnTo>
                <a:lnTo>
                  <a:pt x="539" y="4"/>
                </a:lnTo>
                <a:lnTo>
                  <a:pt x="521" y="5"/>
                </a:lnTo>
                <a:lnTo>
                  <a:pt x="503" y="6"/>
                </a:lnTo>
                <a:lnTo>
                  <a:pt x="485" y="8"/>
                </a:lnTo>
                <a:lnTo>
                  <a:pt x="468" y="10"/>
                </a:lnTo>
                <a:lnTo>
                  <a:pt x="450" y="12"/>
                </a:lnTo>
                <a:lnTo>
                  <a:pt x="433" y="15"/>
                </a:lnTo>
                <a:lnTo>
                  <a:pt x="415" y="18"/>
                </a:lnTo>
                <a:lnTo>
                  <a:pt x="398" y="22"/>
                </a:lnTo>
                <a:lnTo>
                  <a:pt x="381" y="26"/>
                </a:lnTo>
                <a:lnTo>
                  <a:pt x="364" y="30"/>
                </a:lnTo>
                <a:lnTo>
                  <a:pt x="348" y="35"/>
                </a:lnTo>
                <a:lnTo>
                  <a:pt x="332" y="40"/>
                </a:lnTo>
                <a:lnTo>
                  <a:pt x="315" y="45"/>
                </a:lnTo>
                <a:lnTo>
                  <a:pt x="300" y="51"/>
                </a:lnTo>
                <a:lnTo>
                  <a:pt x="284" y="57"/>
                </a:lnTo>
                <a:lnTo>
                  <a:pt x="269" y="63"/>
                </a:lnTo>
                <a:lnTo>
                  <a:pt x="254" y="70"/>
                </a:lnTo>
                <a:lnTo>
                  <a:pt x="239" y="77"/>
                </a:lnTo>
                <a:lnTo>
                  <a:pt x="225" y="84"/>
                </a:lnTo>
                <a:lnTo>
                  <a:pt x="211" y="92"/>
                </a:lnTo>
                <a:lnTo>
                  <a:pt x="197" y="100"/>
                </a:lnTo>
                <a:lnTo>
                  <a:pt x="184" y="108"/>
                </a:lnTo>
                <a:lnTo>
                  <a:pt x="171" y="117"/>
                </a:lnTo>
                <a:lnTo>
                  <a:pt x="159" y="125"/>
                </a:lnTo>
                <a:lnTo>
                  <a:pt x="146" y="134"/>
                </a:lnTo>
                <a:lnTo>
                  <a:pt x="135" y="144"/>
                </a:lnTo>
                <a:lnTo>
                  <a:pt x="124" y="153"/>
                </a:lnTo>
                <a:lnTo>
                  <a:pt x="113" y="163"/>
                </a:lnTo>
                <a:lnTo>
                  <a:pt x="103" y="173"/>
                </a:lnTo>
                <a:lnTo>
                  <a:pt x="93" y="183"/>
                </a:lnTo>
                <a:lnTo>
                  <a:pt x="83" y="194"/>
                </a:lnTo>
                <a:lnTo>
                  <a:pt x="74" y="204"/>
                </a:lnTo>
                <a:lnTo>
                  <a:pt x="66" y="215"/>
                </a:lnTo>
                <a:lnTo>
                  <a:pt x="58" y="226"/>
                </a:lnTo>
                <a:lnTo>
                  <a:pt x="51" y="237"/>
                </a:lnTo>
                <a:lnTo>
                  <a:pt x="44" y="248"/>
                </a:lnTo>
                <a:lnTo>
                  <a:pt x="38" y="260"/>
                </a:lnTo>
                <a:lnTo>
                  <a:pt x="32" y="271"/>
                </a:lnTo>
                <a:lnTo>
                  <a:pt x="27" y="283"/>
                </a:lnTo>
                <a:lnTo>
                  <a:pt x="22" y="295"/>
                </a:lnTo>
                <a:lnTo>
                  <a:pt x="18" y="307"/>
                </a:lnTo>
                <a:lnTo>
                  <a:pt x="14" y="318"/>
                </a:lnTo>
                <a:lnTo>
                  <a:pt x="11" y="331"/>
                </a:lnTo>
                <a:lnTo>
                  <a:pt x="8" y="343"/>
                </a:lnTo>
                <a:lnTo>
                  <a:pt x="6" y="355"/>
                </a:lnTo>
                <a:lnTo>
                  <a:pt x="5" y="367"/>
                </a:lnTo>
                <a:lnTo>
                  <a:pt x="4" y="379"/>
                </a:lnTo>
                <a:lnTo>
                  <a:pt x="4" y="391"/>
                </a:lnTo>
                <a:lnTo>
                  <a:pt x="4" y="403"/>
                </a:lnTo>
                <a:lnTo>
                  <a:pt x="5" y="416"/>
                </a:lnTo>
                <a:lnTo>
                  <a:pt x="6" y="428"/>
                </a:lnTo>
                <a:lnTo>
                  <a:pt x="8" y="441"/>
                </a:lnTo>
                <a:lnTo>
                  <a:pt x="11" y="453"/>
                </a:lnTo>
                <a:lnTo>
                  <a:pt x="14" y="465"/>
                </a:lnTo>
                <a:lnTo>
                  <a:pt x="18" y="477"/>
                </a:lnTo>
                <a:lnTo>
                  <a:pt x="22" y="489"/>
                </a:lnTo>
                <a:lnTo>
                  <a:pt x="27" y="501"/>
                </a:lnTo>
                <a:lnTo>
                  <a:pt x="32" y="512"/>
                </a:lnTo>
                <a:lnTo>
                  <a:pt x="38" y="524"/>
                </a:lnTo>
                <a:lnTo>
                  <a:pt x="44" y="535"/>
                </a:lnTo>
                <a:lnTo>
                  <a:pt x="51" y="546"/>
                </a:lnTo>
                <a:lnTo>
                  <a:pt x="58" y="558"/>
                </a:lnTo>
                <a:lnTo>
                  <a:pt x="66" y="569"/>
                </a:lnTo>
                <a:lnTo>
                  <a:pt x="74" y="579"/>
                </a:lnTo>
                <a:lnTo>
                  <a:pt x="83" y="590"/>
                </a:lnTo>
                <a:lnTo>
                  <a:pt x="93" y="600"/>
                </a:lnTo>
                <a:lnTo>
                  <a:pt x="103" y="610"/>
                </a:lnTo>
                <a:lnTo>
                  <a:pt x="113" y="620"/>
                </a:lnTo>
                <a:lnTo>
                  <a:pt x="124" y="630"/>
                </a:lnTo>
                <a:lnTo>
                  <a:pt x="135" y="640"/>
                </a:lnTo>
                <a:lnTo>
                  <a:pt x="146" y="649"/>
                </a:lnTo>
                <a:lnTo>
                  <a:pt x="159" y="658"/>
                </a:lnTo>
                <a:lnTo>
                  <a:pt x="171" y="667"/>
                </a:lnTo>
                <a:lnTo>
                  <a:pt x="184" y="675"/>
                </a:lnTo>
                <a:lnTo>
                  <a:pt x="197" y="684"/>
                </a:lnTo>
                <a:lnTo>
                  <a:pt x="211" y="691"/>
                </a:lnTo>
                <a:lnTo>
                  <a:pt x="225" y="699"/>
                </a:lnTo>
                <a:lnTo>
                  <a:pt x="239" y="706"/>
                </a:lnTo>
                <a:lnTo>
                  <a:pt x="254" y="713"/>
                </a:lnTo>
                <a:lnTo>
                  <a:pt x="269" y="720"/>
                </a:lnTo>
                <a:lnTo>
                  <a:pt x="284" y="726"/>
                </a:lnTo>
                <a:lnTo>
                  <a:pt x="300" y="733"/>
                </a:lnTo>
                <a:lnTo>
                  <a:pt x="315" y="738"/>
                </a:lnTo>
                <a:lnTo>
                  <a:pt x="332" y="744"/>
                </a:lnTo>
                <a:lnTo>
                  <a:pt x="348" y="749"/>
                </a:lnTo>
                <a:lnTo>
                  <a:pt x="364" y="753"/>
                </a:lnTo>
                <a:lnTo>
                  <a:pt x="381" y="758"/>
                </a:lnTo>
                <a:lnTo>
                  <a:pt x="398" y="762"/>
                </a:lnTo>
                <a:lnTo>
                  <a:pt x="415" y="765"/>
                </a:lnTo>
                <a:lnTo>
                  <a:pt x="433" y="768"/>
                </a:lnTo>
                <a:lnTo>
                  <a:pt x="450" y="771"/>
                </a:lnTo>
                <a:lnTo>
                  <a:pt x="468" y="774"/>
                </a:lnTo>
                <a:lnTo>
                  <a:pt x="485" y="776"/>
                </a:lnTo>
                <a:lnTo>
                  <a:pt x="503" y="777"/>
                </a:lnTo>
                <a:lnTo>
                  <a:pt x="521" y="779"/>
                </a:lnTo>
                <a:lnTo>
                  <a:pt x="539" y="780"/>
                </a:lnTo>
                <a:lnTo>
                  <a:pt x="557" y="780"/>
                </a:lnTo>
                <a:lnTo>
                  <a:pt x="575" y="781"/>
                </a:lnTo>
                <a:lnTo>
                  <a:pt x="593" y="780"/>
                </a:lnTo>
                <a:lnTo>
                  <a:pt x="611" y="780"/>
                </a:lnTo>
                <a:lnTo>
                  <a:pt x="629" y="779"/>
                </a:lnTo>
                <a:lnTo>
                  <a:pt x="647" y="777"/>
                </a:lnTo>
                <a:lnTo>
                  <a:pt x="665" y="776"/>
                </a:lnTo>
                <a:lnTo>
                  <a:pt x="682" y="774"/>
                </a:lnTo>
                <a:lnTo>
                  <a:pt x="700" y="771"/>
                </a:lnTo>
                <a:lnTo>
                  <a:pt x="717" y="768"/>
                </a:lnTo>
                <a:lnTo>
                  <a:pt x="735" y="765"/>
                </a:lnTo>
                <a:lnTo>
                  <a:pt x="752" y="762"/>
                </a:lnTo>
                <a:lnTo>
                  <a:pt x="769" y="758"/>
                </a:lnTo>
                <a:lnTo>
                  <a:pt x="786" y="753"/>
                </a:lnTo>
                <a:lnTo>
                  <a:pt x="802" y="749"/>
                </a:lnTo>
                <a:lnTo>
                  <a:pt x="818" y="744"/>
                </a:lnTo>
                <a:lnTo>
                  <a:pt x="835" y="738"/>
                </a:lnTo>
                <a:lnTo>
                  <a:pt x="850" y="733"/>
                </a:lnTo>
                <a:lnTo>
                  <a:pt x="866" y="726"/>
                </a:lnTo>
                <a:lnTo>
                  <a:pt x="881" y="720"/>
                </a:lnTo>
                <a:lnTo>
                  <a:pt x="896" y="713"/>
                </a:lnTo>
                <a:lnTo>
                  <a:pt x="911" y="706"/>
                </a:lnTo>
                <a:lnTo>
                  <a:pt x="925" y="699"/>
                </a:lnTo>
                <a:lnTo>
                  <a:pt x="939" y="691"/>
                </a:lnTo>
                <a:lnTo>
                  <a:pt x="953" y="684"/>
                </a:lnTo>
                <a:lnTo>
                  <a:pt x="966" y="675"/>
                </a:lnTo>
                <a:lnTo>
                  <a:pt x="979" y="667"/>
                </a:lnTo>
                <a:lnTo>
                  <a:pt x="991" y="658"/>
                </a:lnTo>
                <a:lnTo>
                  <a:pt x="1003" y="649"/>
                </a:lnTo>
                <a:lnTo>
                  <a:pt x="1015" y="640"/>
                </a:lnTo>
                <a:lnTo>
                  <a:pt x="1026" y="630"/>
                </a:lnTo>
                <a:lnTo>
                  <a:pt x="1037" y="620"/>
                </a:lnTo>
                <a:lnTo>
                  <a:pt x="1047" y="610"/>
                </a:lnTo>
                <a:lnTo>
                  <a:pt x="1057" y="600"/>
                </a:lnTo>
                <a:lnTo>
                  <a:pt x="1067" y="590"/>
                </a:lnTo>
                <a:lnTo>
                  <a:pt x="1075" y="579"/>
                </a:lnTo>
                <a:lnTo>
                  <a:pt x="1084" y="569"/>
                </a:lnTo>
                <a:lnTo>
                  <a:pt x="1092" y="558"/>
                </a:lnTo>
                <a:lnTo>
                  <a:pt x="1099" y="546"/>
                </a:lnTo>
                <a:lnTo>
                  <a:pt x="1106" y="535"/>
                </a:lnTo>
                <a:lnTo>
                  <a:pt x="1112" y="524"/>
                </a:lnTo>
                <a:lnTo>
                  <a:pt x="1118" y="512"/>
                </a:lnTo>
                <a:lnTo>
                  <a:pt x="1123" y="501"/>
                </a:lnTo>
                <a:lnTo>
                  <a:pt x="1128" y="489"/>
                </a:lnTo>
                <a:lnTo>
                  <a:pt x="1132" y="477"/>
                </a:lnTo>
                <a:lnTo>
                  <a:pt x="1136" y="465"/>
                </a:lnTo>
                <a:lnTo>
                  <a:pt x="1139" y="453"/>
                </a:lnTo>
                <a:lnTo>
                  <a:pt x="1142" y="441"/>
                </a:lnTo>
                <a:lnTo>
                  <a:pt x="1144" y="428"/>
                </a:lnTo>
                <a:lnTo>
                  <a:pt x="1145" y="416"/>
                </a:lnTo>
                <a:lnTo>
                  <a:pt x="1146" y="403"/>
                </a:lnTo>
                <a:lnTo>
                  <a:pt x="1146" y="391"/>
                </a:lnTo>
                <a:moveTo>
                  <a:pt x="1150" y="391"/>
                </a:moveTo>
                <a:lnTo>
                  <a:pt x="1150" y="404"/>
                </a:lnTo>
                <a:lnTo>
                  <a:pt x="1149" y="416"/>
                </a:lnTo>
                <a:lnTo>
                  <a:pt x="1147" y="428"/>
                </a:lnTo>
                <a:lnTo>
                  <a:pt x="1145" y="441"/>
                </a:lnTo>
                <a:lnTo>
                  <a:pt x="1143" y="453"/>
                </a:lnTo>
                <a:lnTo>
                  <a:pt x="1140" y="465"/>
                </a:lnTo>
                <a:lnTo>
                  <a:pt x="1136" y="478"/>
                </a:lnTo>
                <a:lnTo>
                  <a:pt x="1132" y="489"/>
                </a:lnTo>
                <a:lnTo>
                  <a:pt x="1127" y="501"/>
                </a:lnTo>
                <a:lnTo>
                  <a:pt x="1122" y="513"/>
                </a:lnTo>
                <a:lnTo>
                  <a:pt x="1116" y="525"/>
                </a:lnTo>
                <a:lnTo>
                  <a:pt x="1109" y="536"/>
                </a:lnTo>
                <a:lnTo>
                  <a:pt x="1103" y="547"/>
                </a:lnTo>
                <a:lnTo>
                  <a:pt x="1095" y="559"/>
                </a:lnTo>
                <a:lnTo>
                  <a:pt x="1087" y="570"/>
                </a:lnTo>
                <a:lnTo>
                  <a:pt x="1079" y="581"/>
                </a:lnTo>
                <a:lnTo>
                  <a:pt x="1070" y="591"/>
                </a:lnTo>
                <a:lnTo>
                  <a:pt x="1060" y="602"/>
                </a:lnTo>
                <a:lnTo>
                  <a:pt x="1051" y="612"/>
                </a:lnTo>
                <a:lnTo>
                  <a:pt x="1040" y="622"/>
                </a:lnTo>
                <a:lnTo>
                  <a:pt x="1029" y="632"/>
                </a:lnTo>
                <a:lnTo>
                  <a:pt x="1018" y="641"/>
                </a:lnTo>
                <a:lnTo>
                  <a:pt x="1006" y="651"/>
                </a:lnTo>
                <a:lnTo>
                  <a:pt x="994" y="660"/>
                </a:lnTo>
                <a:lnTo>
                  <a:pt x="982" y="669"/>
                </a:lnTo>
                <a:lnTo>
                  <a:pt x="969" y="677"/>
                </a:lnTo>
                <a:lnTo>
                  <a:pt x="955" y="685"/>
                </a:lnTo>
                <a:lnTo>
                  <a:pt x="942" y="693"/>
                </a:lnTo>
                <a:lnTo>
                  <a:pt x="928" y="701"/>
                </a:lnTo>
                <a:lnTo>
                  <a:pt x="913" y="708"/>
                </a:lnTo>
                <a:lnTo>
                  <a:pt x="898" y="716"/>
                </a:lnTo>
                <a:lnTo>
                  <a:pt x="883" y="722"/>
                </a:lnTo>
                <a:lnTo>
                  <a:pt x="868" y="729"/>
                </a:lnTo>
                <a:lnTo>
                  <a:pt x="852" y="735"/>
                </a:lnTo>
                <a:lnTo>
                  <a:pt x="836" y="741"/>
                </a:lnTo>
                <a:lnTo>
                  <a:pt x="820" y="746"/>
                </a:lnTo>
                <a:lnTo>
                  <a:pt x="804" y="751"/>
                </a:lnTo>
                <a:lnTo>
                  <a:pt x="787" y="756"/>
                </a:lnTo>
                <a:lnTo>
                  <a:pt x="770" y="760"/>
                </a:lnTo>
                <a:lnTo>
                  <a:pt x="753" y="764"/>
                </a:lnTo>
                <a:lnTo>
                  <a:pt x="736" y="768"/>
                </a:lnTo>
                <a:lnTo>
                  <a:pt x="718" y="771"/>
                </a:lnTo>
                <a:lnTo>
                  <a:pt x="701" y="774"/>
                </a:lnTo>
                <a:lnTo>
                  <a:pt x="683" y="776"/>
                </a:lnTo>
                <a:lnTo>
                  <a:pt x="665" y="778"/>
                </a:lnTo>
                <a:lnTo>
                  <a:pt x="647" y="780"/>
                </a:lnTo>
                <a:lnTo>
                  <a:pt x="630" y="781"/>
                </a:lnTo>
                <a:lnTo>
                  <a:pt x="612" y="782"/>
                </a:lnTo>
                <a:lnTo>
                  <a:pt x="594" y="783"/>
                </a:lnTo>
                <a:lnTo>
                  <a:pt x="575" y="783"/>
                </a:lnTo>
                <a:lnTo>
                  <a:pt x="556" y="783"/>
                </a:lnTo>
                <a:lnTo>
                  <a:pt x="538" y="782"/>
                </a:lnTo>
                <a:lnTo>
                  <a:pt x="520" y="781"/>
                </a:lnTo>
                <a:lnTo>
                  <a:pt x="502" y="780"/>
                </a:lnTo>
                <a:lnTo>
                  <a:pt x="485" y="778"/>
                </a:lnTo>
                <a:lnTo>
                  <a:pt x="467" y="776"/>
                </a:lnTo>
                <a:lnTo>
                  <a:pt x="449" y="774"/>
                </a:lnTo>
                <a:lnTo>
                  <a:pt x="432" y="771"/>
                </a:lnTo>
                <a:lnTo>
                  <a:pt x="414" y="768"/>
                </a:lnTo>
                <a:lnTo>
                  <a:pt x="397" y="764"/>
                </a:lnTo>
                <a:lnTo>
                  <a:pt x="380" y="760"/>
                </a:lnTo>
                <a:lnTo>
                  <a:pt x="363" y="756"/>
                </a:lnTo>
                <a:lnTo>
                  <a:pt x="346" y="751"/>
                </a:lnTo>
                <a:lnTo>
                  <a:pt x="330" y="746"/>
                </a:lnTo>
                <a:lnTo>
                  <a:pt x="314" y="741"/>
                </a:lnTo>
                <a:lnTo>
                  <a:pt x="298" y="735"/>
                </a:lnTo>
                <a:lnTo>
                  <a:pt x="282" y="729"/>
                </a:lnTo>
                <a:lnTo>
                  <a:pt x="267" y="722"/>
                </a:lnTo>
                <a:lnTo>
                  <a:pt x="252" y="716"/>
                </a:lnTo>
                <a:lnTo>
                  <a:pt x="237" y="708"/>
                </a:lnTo>
                <a:lnTo>
                  <a:pt x="222" y="701"/>
                </a:lnTo>
                <a:lnTo>
                  <a:pt x="208" y="693"/>
                </a:lnTo>
                <a:lnTo>
                  <a:pt x="195" y="685"/>
                </a:lnTo>
                <a:lnTo>
                  <a:pt x="181" y="677"/>
                </a:lnTo>
                <a:lnTo>
                  <a:pt x="168" y="669"/>
                </a:lnTo>
                <a:lnTo>
                  <a:pt x="156" y="660"/>
                </a:lnTo>
                <a:lnTo>
                  <a:pt x="144" y="651"/>
                </a:lnTo>
                <a:lnTo>
                  <a:pt x="132" y="641"/>
                </a:lnTo>
                <a:lnTo>
                  <a:pt x="121" y="632"/>
                </a:lnTo>
                <a:lnTo>
                  <a:pt x="110" y="622"/>
                </a:lnTo>
                <a:lnTo>
                  <a:pt x="99" y="612"/>
                </a:lnTo>
                <a:lnTo>
                  <a:pt x="90" y="602"/>
                </a:lnTo>
                <a:lnTo>
                  <a:pt x="80" y="591"/>
                </a:lnTo>
                <a:lnTo>
                  <a:pt x="71" y="581"/>
                </a:lnTo>
                <a:lnTo>
                  <a:pt x="63" y="570"/>
                </a:lnTo>
                <a:lnTo>
                  <a:pt x="55" y="559"/>
                </a:lnTo>
                <a:lnTo>
                  <a:pt x="47" y="547"/>
                </a:lnTo>
                <a:lnTo>
                  <a:pt x="40" y="536"/>
                </a:lnTo>
                <a:lnTo>
                  <a:pt x="34" y="525"/>
                </a:lnTo>
                <a:lnTo>
                  <a:pt x="28" y="513"/>
                </a:lnTo>
                <a:lnTo>
                  <a:pt x="23" y="501"/>
                </a:lnTo>
                <a:lnTo>
                  <a:pt x="18" y="489"/>
                </a:lnTo>
                <a:lnTo>
                  <a:pt x="14" y="478"/>
                </a:lnTo>
                <a:lnTo>
                  <a:pt x="10" y="465"/>
                </a:lnTo>
                <a:lnTo>
                  <a:pt x="7" y="453"/>
                </a:lnTo>
                <a:lnTo>
                  <a:pt x="5" y="441"/>
                </a:lnTo>
                <a:lnTo>
                  <a:pt x="3" y="428"/>
                </a:lnTo>
                <a:lnTo>
                  <a:pt x="1" y="416"/>
                </a:lnTo>
                <a:lnTo>
                  <a:pt x="0" y="404"/>
                </a:lnTo>
                <a:lnTo>
                  <a:pt x="0" y="391"/>
                </a:lnTo>
                <a:lnTo>
                  <a:pt x="0" y="379"/>
                </a:lnTo>
                <a:lnTo>
                  <a:pt x="1" y="367"/>
                </a:lnTo>
                <a:lnTo>
                  <a:pt x="3" y="354"/>
                </a:lnTo>
                <a:lnTo>
                  <a:pt x="5" y="342"/>
                </a:lnTo>
                <a:lnTo>
                  <a:pt x="7" y="330"/>
                </a:lnTo>
                <a:lnTo>
                  <a:pt x="10" y="318"/>
                </a:lnTo>
                <a:lnTo>
                  <a:pt x="14" y="306"/>
                </a:lnTo>
                <a:lnTo>
                  <a:pt x="18" y="294"/>
                </a:lnTo>
                <a:lnTo>
                  <a:pt x="23" y="282"/>
                </a:lnTo>
                <a:lnTo>
                  <a:pt x="28" y="270"/>
                </a:lnTo>
                <a:lnTo>
                  <a:pt x="34" y="259"/>
                </a:lnTo>
                <a:lnTo>
                  <a:pt x="40" y="247"/>
                </a:lnTo>
                <a:lnTo>
                  <a:pt x="47" y="236"/>
                </a:lnTo>
                <a:lnTo>
                  <a:pt x="55" y="225"/>
                </a:lnTo>
                <a:lnTo>
                  <a:pt x="63" y="214"/>
                </a:lnTo>
                <a:lnTo>
                  <a:pt x="71" y="203"/>
                </a:lnTo>
                <a:lnTo>
                  <a:pt x="80" y="192"/>
                </a:lnTo>
                <a:lnTo>
                  <a:pt x="90" y="182"/>
                </a:lnTo>
                <a:lnTo>
                  <a:pt x="99" y="172"/>
                </a:lnTo>
                <a:lnTo>
                  <a:pt x="110" y="162"/>
                </a:lnTo>
                <a:lnTo>
                  <a:pt x="121" y="152"/>
                </a:lnTo>
                <a:lnTo>
                  <a:pt x="132" y="142"/>
                </a:lnTo>
                <a:lnTo>
                  <a:pt x="144" y="133"/>
                </a:lnTo>
                <a:lnTo>
                  <a:pt x="156" y="124"/>
                </a:lnTo>
                <a:lnTo>
                  <a:pt x="168" y="115"/>
                </a:lnTo>
                <a:lnTo>
                  <a:pt x="181" y="106"/>
                </a:lnTo>
                <a:lnTo>
                  <a:pt x="195" y="98"/>
                </a:lnTo>
                <a:lnTo>
                  <a:pt x="208" y="90"/>
                </a:lnTo>
                <a:lnTo>
                  <a:pt x="222" y="82"/>
                </a:lnTo>
                <a:lnTo>
                  <a:pt x="237" y="75"/>
                </a:lnTo>
                <a:lnTo>
                  <a:pt x="252" y="68"/>
                </a:lnTo>
                <a:lnTo>
                  <a:pt x="267" y="61"/>
                </a:lnTo>
                <a:lnTo>
                  <a:pt x="282" y="55"/>
                </a:lnTo>
                <a:lnTo>
                  <a:pt x="298" y="49"/>
                </a:lnTo>
                <a:lnTo>
                  <a:pt x="314" y="43"/>
                </a:lnTo>
                <a:lnTo>
                  <a:pt x="330" y="38"/>
                </a:lnTo>
                <a:lnTo>
                  <a:pt x="346" y="33"/>
                </a:lnTo>
                <a:lnTo>
                  <a:pt x="363" y="28"/>
                </a:lnTo>
                <a:lnTo>
                  <a:pt x="380" y="24"/>
                </a:lnTo>
                <a:lnTo>
                  <a:pt x="397" y="20"/>
                </a:lnTo>
                <a:lnTo>
                  <a:pt x="414" y="16"/>
                </a:lnTo>
                <a:lnTo>
                  <a:pt x="432" y="13"/>
                </a:lnTo>
                <a:lnTo>
                  <a:pt x="449" y="10"/>
                </a:lnTo>
                <a:lnTo>
                  <a:pt x="467" y="7"/>
                </a:lnTo>
                <a:lnTo>
                  <a:pt x="485" y="5"/>
                </a:lnTo>
                <a:lnTo>
                  <a:pt x="502" y="3"/>
                </a:lnTo>
                <a:lnTo>
                  <a:pt x="520" y="2"/>
                </a:lnTo>
                <a:lnTo>
                  <a:pt x="538" y="1"/>
                </a:lnTo>
                <a:lnTo>
                  <a:pt x="556" y="1"/>
                </a:lnTo>
                <a:lnTo>
                  <a:pt x="575" y="0"/>
                </a:lnTo>
                <a:lnTo>
                  <a:pt x="594" y="1"/>
                </a:lnTo>
                <a:lnTo>
                  <a:pt x="612" y="1"/>
                </a:lnTo>
                <a:lnTo>
                  <a:pt x="630" y="2"/>
                </a:lnTo>
                <a:lnTo>
                  <a:pt x="647" y="3"/>
                </a:lnTo>
                <a:lnTo>
                  <a:pt x="665" y="5"/>
                </a:lnTo>
                <a:lnTo>
                  <a:pt x="683" y="7"/>
                </a:lnTo>
                <a:lnTo>
                  <a:pt x="701" y="10"/>
                </a:lnTo>
                <a:lnTo>
                  <a:pt x="718" y="13"/>
                </a:lnTo>
                <a:lnTo>
                  <a:pt x="736" y="16"/>
                </a:lnTo>
                <a:lnTo>
                  <a:pt x="753" y="20"/>
                </a:lnTo>
                <a:lnTo>
                  <a:pt x="770" y="24"/>
                </a:lnTo>
                <a:lnTo>
                  <a:pt x="787" y="28"/>
                </a:lnTo>
                <a:lnTo>
                  <a:pt x="804" y="33"/>
                </a:lnTo>
                <a:lnTo>
                  <a:pt x="820" y="38"/>
                </a:lnTo>
                <a:lnTo>
                  <a:pt x="836" y="43"/>
                </a:lnTo>
                <a:lnTo>
                  <a:pt x="852" y="49"/>
                </a:lnTo>
                <a:lnTo>
                  <a:pt x="868" y="55"/>
                </a:lnTo>
                <a:lnTo>
                  <a:pt x="883" y="61"/>
                </a:lnTo>
                <a:lnTo>
                  <a:pt x="898" y="68"/>
                </a:lnTo>
                <a:lnTo>
                  <a:pt x="913" y="75"/>
                </a:lnTo>
                <a:lnTo>
                  <a:pt x="928" y="82"/>
                </a:lnTo>
                <a:lnTo>
                  <a:pt x="942" y="90"/>
                </a:lnTo>
                <a:lnTo>
                  <a:pt x="955" y="98"/>
                </a:lnTo>
                <a:lnTo>
                  <a:pt x="969" y="106"/>
                </a:lnTo>
                <a:lnTo>
                  <a:pt x="982" y="115"/>
                </a:lnTo>
                <a:lnTo>
                  <a:pt x="994" y="124"/>
                </a:lnTo>
                <a:lnTo>
                  <a:pt x="1006" y="133"/>
                </a:lnTo>
                <a:lnTo>
                  <a:pt x="1018" y="142"/>
                </a:lnTo>
                <a:lnTo>
                  <a:pt x="1029" y="152"/>
                </a:lnTo>
                <a:lnTo>
                  <a:pt x="1040" y="162"/>
                </a:lnTo>
                <a:lnTo>
                  <a:pt x="1051" y="172"/>
                </a:lnTo>
                <a:lnTo>
                  <a:pt x="1060" y="182"/>
                </a:lnTo>
                <a:lnTo>
                  <a:pt x="1070" y="192"/>
                </a:lnTo>
                <a:lnTo>
                  <a:pt x="1079" y="203"/>
                </a:lnTo>
                <a:lnTo>
                  <a:pt x="1087" y="214"/>
                </a:lnTo>
                <a:lnTo>
                  <a:pt x="1095" y="225"/>
                </a:lnTo>
                <a:lnTo>
                  <a:pt x="1103" y="236"/>
                </a:lnTo>
                <a:lnTo>
                  <a:pt x="1109" y="247"/>
                </a:lnTo>
                <a:lnTo>
                  <a:pt x="1116" y="259"/>
                </a:lnTo>
                <a:lnTo>
                  <a:pt x="1122" y="270"/>
                </a:lnTo>
                <a:lnTo>
                  <a:pt x="1127" y="282"/>
                </a:lnTo>
                <a:lnTo>
                  <a:pt x="1132" y="294"/>
                </a:lnTo>
                <a:lnTo>
                  <a:pt x="1136" y="306"/>
                </a:lnTo>
                <a:lnTo>
                  <a:pt x="1140" y="318"/>
                </a:lnTo>
                <a:lnTo>
                  <a:pt x="1143" y="330"/>
                </a:lnTo>
                <a:lnTo>
                  <a:pt x="1145" y="342"/>
                </a:lnTo>
                <a:lnTo>
                  <a:pt x="1147" y="354"/>
                </a:lnTo>
                <a:lnTo>
                  <a:pt x="1149" y="367"/>
                </a:lnTo>
                <a:lnTo>
                  <a:pt x="1150" y="379"/>
                </a:lnTo>
                <a:lnTo>
                  <a:pt x="1150" y="391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7" name=""/>
          <p:cNvSpPr/>
          <p:nvPr/>
        </p:nvSpPr>
        <p:spPr>
          <a:xfrm>
            <a:off x="7848720" y="2793960"/>
            <a:ext cx="421920" cy="287280"/>
          </a:xfrm>
          <a:custGeom>
            <a:avLst/>
            <a:gdLst/>
            <a:ahLst/>
            <a:rect l="0" t="0" r="r" b="b"/>
            <a:pathLst>
              <a:path w="1172" h="798">
                <a:moveTo>
                  <a:pt x="1161" y="398"/>
                </a:moveTo>
                <a:lnTo>
                  <a:pt x="1161" y="386"/>
                </a:lnTo>
                <a:lnTo>
                  <a:pt x="1160" y="374"/>
                </a:lnTo>
                <a:lnTo>
                  <a:pt x="1158" y="361"/>
                </a:lnTo>
                <a:lnTo>
                  <a:pt x="1156" y="349"/>
                </a:lnTo>
                <a:lnTo>
                  <a:pt x="1154" y="337"/>
                </a:lnTo>
                <a:lnTo>
                  <a:pt x="1151" y="325"/>
                </a:lnTo>
                <a:lnTo>
                  <a:pt x="1147" y="313"/>
                </a:lnTo>
                <a:lnTo>
                  <a:pt x="1143" y="301"/>
                </a:lnTo>
                <a:lnTo>
                  <a:pt x="1138" y="289"/>
                </a:lnTo>
                <a:lnTo>
                  <a:pt x="1133" y="277"/>
                </a:lnTo>
                <a:lnTo>
                  <a:pt x="1127" y="266"/>
                </a:lnTo>
                <a:lnTo>
                  <a:pt x="1120" y="254"/>
                </a:lnTo>
                <a:lnTo>
                  <a:pt x="1114" y="243"/>
                </a:lnTo>
                <a:lnTo>
                  <a:pt x="1106" y="232"/>
                </a:lnTo>
                <a:lnTo>
                  <a:pt x="1098" y="221"/>
                </a:lnTo>
                <a:lnTo>
                  <a:pt x="1090" y="210"/>
                </a:lnTo>
                <a:lnTo>
                  <a:pt x="1081" y="199"/>
                </a:lnTo>
                <a:lnTo>
                  <a:pt x="1071" y="189"/>
                </a:lnTo>
                <a:lnTo>
                  <a:pt x="1062" y="179"/>
                </a:lnTo>
                <a:lnTo>
                  <a:pt x="1051" y="169"/>
                </a:lnTo>
                <a:lnTo>
                  <a:pt x="1040" y="159"/>
                </a:lnTo>
                <a:lnTo>
                  <a:pt x="1028" y="149"/>
                </a:lnTo>
                <a:lnTo>
                  <a:pt x="1016" y="140"/>
                </a:lnTo>
                <a:lnTo>
                  <a:pt x="1004" y="131"/>
                </a:lnTo>
                <a:lnTo>
                  <a:pt x="992" y="122"/>
                </a:lnTo>
                <a:lnTo>
                  <a:pt x="979" y="113"/>
                </a:lnTo>
                <a:lnTo>
                  <a:pt x="965" y="105"/>
                </a:lnTo>
                <a:lnTo>
                  <a:pt x="952" y="97"/>
                </a:lnTo>
                <a:lnTo>
                  <a:pt x="938" y="89"/>
                </a:lnTo>
                <a:lnTo>
                  <a:pt x="923" y="82"/>
                </a:lnTo>
                <a:lnTo>
                  <a:pt x="908" y="75"/>
                </a:lnTo>
                <a:lnTo>
                  <a:pt x="893" y="68"/>
                </a:lnTo>
                <a:lnTo>
                  <a:pt x="878" y="62"/>
                </a:lnTo>
                <a:lnTo>
                  <a:pt x="862" y="56"/>
                </a:lnTo>
                <a:lnTo>
                  <a:pt x="846" y="50"/>
                </a:lnTo>
                <a:lnTo>
                  <a:pt x="830" y="45"/>
                </a:lnTo>
                <a:lnTo>
                  <a:pt x="814" y="40"/>
                </a:lnTo>
                <a:lnTo>
                  <a:pt x="797" y="35"/>
                </a:lnTo>
                <a:lnTo>
                  <a:pt x="780" y="31"/>
                </a:lnTo>
                <a:lnTo>
                  <a:pt x="763" y="27"/>
                </a:lnTo>
                <a:lnTo>
                  <a:pt x="746" y="23"/>
                </a:lnTo>
                <a:lnTo>
                  <a:pt x="728" y="20"/>
                </a:lnTo>
                <a:lnTo>
                  <a:pt x="711" y="17"/>
                </a:lnTo>
                <a:lnTo>
                  <a:pt x="693" y="14"/>
                </a:lnTo>
                <a:lnTo>
                  <a:pt x="675" y="12"/>
                </a:lnTo>
                <a:lnTo>
                  <a:pt x="657" y="10"/>
                </a:lnTo>
                <a:lnTo>
                  <a:pt x="640" y="9"/>
                </a:lnTo>
                <a:lnTo>
                  <a:pt x="622" y="8"/>
                </a:lnTo>
                <a:lnTo>
                  <a:pt x="604" y="8"/>
                </a:lnTo>
                <a:lnTo>
                  <a:pt x="585" y="7"/>
                </a:lnTo>
                <a:lnTo>
                  <a:pt x="567" y="8"/>
                </a:lnTo>
                <a:lnTo>
                  <a:pt x="549" y="8"/>
                </a:lnTo>
                <a:lnTo>
                  <a:pt x="531" y="9"/>
                </a:lnTo>
                <a:lnTo>
                  <a:pt x="513" y="10"/>
                </a:lnTo>
                <a:lnTo>
                  <a:pt x="496" y="12"/>
                </a:lnTo>
                <a:lnTo>
                  <a:pt x="478" y="14"/>
                </a:lnTo>
                <a:lnTo>
                  <a:pt x="460" y="17"/>
                </a:lnTo>
                <a:lnTo>
                  <a:pt x="443" y="20"/>
                </a:lnTo>
                <a:lnTo>
                  <a:pt x="425" y="23"/>
                </a:lnTo>
                <a:lnTo>
                  <a:pt x="408" y="27"/>
                </a:lnTo>
                <a:lnTo>
                  <a:pt x="391" y="31"/>
                </a:lnTo>
                <a:lnTo>
                  <a:pt x="374" y="35"/>
                </a:lnTo>
                <a:lnTo>
                  <a:pt x="357" y="40"/>
                </a:lnTo>
                <a:lnTo>
                  <a:pt x="341" y="45"/>
                </a:lnTo>
                <a:lnTo>
                  <a:pt x="325" y="50"/>
                </a:lnTo>
                <a:lnTo>
                  <a:pt x="309" y="56"/>
                </a:lnTo>
                <a:lnTo>
                  <a:pt x="293" y="62"/>
                </a:lnTo>
                <a:lnTo>
                  <a:pt x="278" y="68"/>
                </a:lnTo>
                <a:lnTo>
                  <a:pt x="263" y="75"/>
                </a:lnTo>
                <a:lnTo>
                  <a:pt x="248" y="82"/>
                </a:lnTo>
                <a:lnTo>
                  <a:pt x="233" y="89"/>
                </a:lnTo>
                <a:lnTo>
                  <a:pt x="219" y="97"/>
                </a:lnTo>
                <a:lnTo>
                  <a:pt x="206" y="105"/>
                </a:lnTo>
                <a:lnTo>
                  <a:pt x="192" y="113"/>
                </a:lnTo>
                <a:lnTo>
                  <a:pt x="179" y="122"/>
                </a:lnTo>
                <a:lnTo>
                  <a:pt x="167" y="131"/>
                </a:lnTo>
                <a:lnTo>
                  <a:pt x="155" y="140"/>
                </a:lnTo>
                <a:lnTo>
                  <a:pt x="143" y="149"/>
                </a:lnTo>
                <a:lnTo>
                  <a:pt x="132" y="159"/>
                </a:lnTo>
                <a:lnTo>
                  <a:pt x="121" y="169"/>
                </a:lnTo>
                <a:lnTo>
                  <a:pt x="110" y="179"/>
                </a:lnTo>
                <a:lnTo>
                  <a:pt x="101" y="189"/>
                </a:lnTo>
                <a:lnTo>
                  <a:pt x="91" y="199"/>
                </a:lnTo>
                <a:lnTo>
                  <a:pt x="82" y="210"/>
                </a:lnTo>
                <a:lnTo>
                  <a:pt x="74" y="221"/>
                </a:lnTo>
                <a:lnTo>
                  <a:pt x="66" y="232"/>
                </a:lnTo>
                <a:lnTo>
                  <a:pt x="58" y="243"/>
                </a:lnTo>
                <a:lnTo>
                  <a:pt x="51" y="254"/>
                </a:lnTo>
                <a:lnTo>
                  <a:pt x="45" y="266"/>
                </a:lnTo>
                <a:lnTo>
                  <a:pt x="39" y="277"/>
                </a:lnTo>
                <a:lnTo>
                  <a:pt x="34" y="289"/>
                </a:lnTo>
                <a:lnTo>
                  <a:pt x="29" y="301"/>
                </a:lnTo>
                <a:lnTo>
                  <a:pt x="25" y="313"/>
                </a:lnTo>
                <a:lnTo>
                  <a:pt x="21" y="325"/>
                </a:lnTo>
                <a:lnTo>
                  <a:pt x="18" y="337"/>
                </a:lnTo>
                <a:lnTo>
                  <a:pt x="16" y="349"/>
                </a:lnTo>
                <a:lnTo>
                  <a:pt x="14" y="361"/>
                </a:lnTo>
                <a:lnTo>
                  <a:pt x="12" y="374"/>
                </a:lnTo>
                <a:lnTo>
                  <a:pt x="11" y="386"/>
                </a:lnTo>
                <a:lnTo>
                  <a:pt x="11" y="398"/>
                </a:lnTo>
                <a:lnTo>
                  <a:pt x="11" y="411"/>
                </a:lnTo>
                <a:lnTo>
                  <a:pt x="12" y="423"/>
                </a:lnTo>
                <a:lnTo>
                  <a:pt x="14" y="435"/>
                </a:lnTo>
                <a:lnTo>
                  <a:pt x="16" y="447"/>
                </a:lnTo>
                <a:lnTo>
                  <a:pt x="18" y="459"/>
                </a:lnTo>
                <a:lnTo>
                  <a:pt x="21" y="471"/>
                </a:lnTo>
                <a:lnTo>
                  <a:pt x="25" y="484"/>
                </a:lnTo>
                <a:lnTo>
                  <a:pt x="29" y="495"/>
                </a:lnTo>
                <a:lnTo>
                  <a:pt x="34" y="507"/>
                </a:lnTo>
                <a:lnTo>
                  <a:pt x="39" y="519"/>
                </a:lnTo>
                <a:lnTo>
                  <a:pt x="45" y="531"/>
                </a:lnTo>
                <a:lnTo>
                  <a:pt x="51" y="542"/>
                </a:lnTo>
                <a:lnTo>
                  <a:pt x="58" y="553"/>
                </a:lnTo>
                <a:lnTo>
                  <a:pt x="66" y="565"/>
                </a:lnTo>
                <a:lnTo>
                  <a:pt x="74" y="576"/>
                </a:lnTo>
                <a:lnTo>
                  <a:pt x="82" y="587"/>
                </a:lnTo>
                <a:lnTo>
                  <a:pt x="91" y="597"/>
                </a:lnTo>
                <a:lnTo>
                  <a:pt x="101" y="609"/>
                </a:lnTo>
                <a:lnTo>
                  <a:pt x="110" y="619"/>
                </a:lnTo>
                <a:lnTo>
                  <a:pt x="121" y="629"/>
                </a:lnTo>
                <a:lnTo>
                  <a:pt x="132" y="639"/>
                </a:lnTo>
                <a:lnTo>
                  <a:pt x="143" y="648"/>
                </a:lnTo>
                <a:lnTo>
                  <a:pt x="155" y="658"/>
                </a:lnTo>
                <a:lnTo>
                  <a:pt x="167" y="667"/>
                </a:lnTo>
                <a:lnTo>
                  <a:pt x="179" y="676"/>
                </a:lnTo>
                <a:lnTo>
                  <a:pt x="192" y="684"/>
                </a:lnTo>
                <a:lnTo>
                  <a:pt x="206" y="692"/>
                </a:lnTo>
                <a:lnTo>
                  <a:pt x="219" y="700"/>
                </a:lnTo>
                <a:lnTo>
                  <a:pt x="233" y="708"/>
                </a:lnTo>
                <a:lnTo>
                  <a:pt x="248" y="715"/>
                </a:lnTo>
                <a:lnTo>
                  <a:pt x="263" y="723"/>
                </a:lnTo>
                <a:lnTo>
                  <a:pt x="278" y="729"/>
                </a:lnTo>
                <a:lnTo>
                  <a:pt x="293" y="736"/>
                </a:lnTo>
                <a:lnTo>
                  <a:pt x="309" y="742"/>
                </a:lnTo>
                <a:lnTo>
                  <a:pt x="325" y="748"/>
                </a:lnTo>
                <a:lnTo>
                  <a:pt x="341" y="753"/>
                </a:lnTo>
                <a:lnTo>
                  <a:pt x="357" y="758"/>
                </a:lnTo>
                <a:lnTo>
                  <a:pt x="374" y="763"/>
                </a:lnTo>
                <a:lnTo>
                  <a:pt x="391" y="767"/>
                </a:lnTo>
                <a:lnTo>
                  <a:pt x="408" y="771"/>
                </a:lnTo>
                <a:lnTo>
                  <a:pt x="425" y="775"/>
                </a:lnTo>
                <a:lnTo>
                  <a:pt x="443" y="778"/>
                </a:lnTo>
                <a:lnTo>
                  <a:pt x="460" y="781"/>
                </a:lnTo>
                <a:lnTo>
                  <a:pt x="478" y="783"/>
                </a:lnTo>
                <a:lnTo>
                  <a:pt x="496" y="785"/>
                </a:lnTo>
                <a:lnTo>
                  <a:pt x="513" y="787"/>
                </a:lnTo>
                <a:lnTo>
                  <a:pt x="531" y="788"/>
                </a:lnTo>
                <a:lnTo>
                  <a:pt x="549" y="789"/>
                </a:lnTo>
                <a:lnTo>
                  <a:pt x="567" y="790"/>
                </a:lnTo>
                <a:lnTo>
                  <a:pt x="585" y="790"/>
                </a:lnTo>
                <a:lnTo>
                  <a:pt x="604" y="790"/>
                </a:lnTo>
                <a:lnTo>
                  <a:pt x="622" y="789"/>
                </a:lnTo>
                <a:lnTo>
                  <a:pt x="640" y="788"/>
                </a:lnTo>
                <a:lnTo>
                  <a:pt x="657" y="787"/>
                </a:lnTo>
                <a:lnTo>
                  <a:pt x="675" y="785"/>
                </a:lnTo>
                <a:lnTo>
                  <a:pt x="693" y="783"/>
                </a:lnTo>
                <a:lnTo>
                  <a:pt x="711" y="781"/>
                </a:lnTo>
                <a:lnTo>
                  <a:pt x="728" y="778"/>
                </a:lnTo>
                <a:lnTo>
                  <a:pt x="746" y="775"/>
                </a:lnTo>
                <a:lnTo>
                  <a:pt x="763" y="771"/>
                </a:lnTo>
                <a:lnTo>
                  <a:pt x="780" y="767"/>
                </a:lnTo>
                <a:lnTo>
                  <a:pt x="797" y="763"/>
                </a:lnTo>
                <a:lnTo>
                  <a:pt x="814" y="758"/>
                </a:lnTo>
                <a:lnTo>
                  <a:pt x="830" y="753"/>
                </a:lnTo>
                <a:lnTo>
                  <a:pt x="846" y="748"/>
                </a:lnTo>
                <a:lnTo>
                  <a:pt x="862" y="742"/>
                </a:lnTo>
                <a:lnTo>
                  <a:pt x="878" y="736"/>
                </a:lnTo>
                <a:lnTo>
                  <a:pt x="893" y="729"/>
                </a:lnTo>
                <a:lnTo>
                  <a:pt x="908" y="723"/>
                </a:lnTo>
                <a:lnTo>
                  <a:pt x="923" y="715"/>
                </a:lnTo>
                <a:lnTo>
                  <a:pt x="938" y="708"/>
                </a:lnTo>
                <a:lnTo>
                  <a:pt x="952" y="700"/>
                </a:lnTo>
                <a:lnTo>
                  <a:pt x="965" y="692"/>
                </a:lnTo>
                <a:lnTo>
                  <a:pt x="979" y="684"/>
                </a:lnTo>
                <a:lnTo>
                  <a:pt x="992" y="676"/>
                </a:lnTo>
                <a:lnTo>
                  <a:pt x="1004" y="667"/>
                </a:lnTo>
                <a:lnTo>
                  <a:pt x="1016" y="658"/>
                </a:lnTo>
                <a:lnTo>
                  <a:pt x="1028" y="648"/>
                </a:lnTo>
                <a:lnTo>
                  <a:pt x="1040" y="639"/>
                </a:lnTo>
                <a:lnTo>
                  <a:pt x="1051" y="629"/>
                </a:lnTo>
                <a:lnTo>
                  <a:pt x="1062" y="619"/>
                </a:lnTo>
                <a:lnTo>
                  <a:pt x="1071" y="609"/>
                </a:lnTo>
                <a:lnTo>
                  <a:pt x="1081" y="597"/>
                </a:lnTo>
                <a:lnTo>
                  <a:pt x="1090" y="587"/>
                </a:lnTo>
                <a:lnTo>
                  <a:pt x="1098" y="576"/>
                </a:lnTo>
                <a:lnTo>
                  <a:pt x="1106" y="565"/>
                </a:lnTo>
                <a:lnTo>
                  <a:pt x="1114" y="553"/>
                </a:lnTo>
                <a:lnTo>
                  <a:pt x="1120" y="542"/>
                </a:lnTo>
                <a:lnTo>
                  <a:pt x="1127" y="531"/>
                </a:lnTo>
                <a:lnTo>
                  <a:pt x="1133" y="519"/>
                </a:lnTo>
                <a:lnTo>
                  <a:pt x="1138" y="507"/>
                </a:lnTo>
                <a:lnTo>
                  <a:pt x="1143" y="495"/>
                </a:lnTo>
                <a:lnTo>
                  <a:pt x="1147" y="484"/>
                </a:lnTo>
                <a:lnTo>
                  <a:pt x="1151" y="471"/>
                </a:lnTo>
                <a:lnTo>
                  <a:pt x="1154" y="459"/>
                </a:lnTo>
                <a:lnTo>
                  <a:pt x="1156" y="447"/>
                </a:lnTo>
                <a:lnTo>
                  <a:pt x="1158" y="435"/>
                </a:lnTo>
                <a:lnTo>
                  <a:pt x="1160" y="423"/>
                </a:lnTo>
                <a:lnTo>
                  <a:pt x="1161" y="411"/>
                </a:lnTo>
                <a:lnTo>
                  <a:pt x="1161" y="398"/>
                </a:lnTo>
                <a:moveTo>
                  <a:pt x="1172" y="398"/>
                </a:moveTo>
                <a:lnTo>
                  <a:pt x="1172" y="411"/>
                </a:lnTo>
                <a:lnTo>
                  <a:pt x="1171" y="423"/>
                </a:lnTo>
                <a:lnTo>
                  <a:pt x="1170" y="436"/>
                </a:lnTo>
                <a:lnTo>
                  <a:pt x="1168" y="448"/>
                </a:lnTo>
                <a:lnTo>
                  <a:pt x="1165" y="461"/>
                </a:lnTo>
                <a:lnTo>
                  <a:pt x="1162" y="473"/>
                </a:lnTo>
                <a:lnTo>
                  <a:pt x="1158" y="485"/>
                </a:lnTo>
                <a:lnTo>
                  <a:pt x="1154" y="497"/>
                </a:lnTo>
                <a:lnTo>
                  <a:pt x="1149" y="509"/>
                </a:lnTo>
                <a:lnTo>
                  <a:pt x="1143" y="521"/>
                </a:lnTo>
                <a:lnTo>
                  <a:pt x="1138" y="533"/>
                </a:lnTo>
                <a:lnTo>
                  <a:pt x="1131" y="545"/>
                </a:lnTo>
                <a:lnTo>
                  <a:pt x="1124" y="557"/>
                </a:lnTo>
                <a:lnTo>
                  <a:pt x="1116" y="568"/>
                </a:lnTo>
                <a:lnTo>
                  <a:pt x="1108" y="579"/>
                </a:lnTo>
                <a:lnTo>
                  <a:pt x="1100" y="590"/>
                </a:lnTo>
                <a:lnTo>
                  <a:pt x="1091" y="601"/>
                </a:lnTo>
                <a:lnTo>
                  <a:pt x="1081" y="613"/>
                </a:lnTo>
                <a:lnTo>
                  <a:pt x="1071" y="623"/>
                </a:lnTo>
                <a:lnTo>
                  <a:pt x="1060" y="634"/>
                </a:lnTo>
                <a:lnTo>
                  <a:pt x="1049" y="644"/>
                </a:lnTo>
                <a:lnTo>
                  <a:pt x="1038" y="653"/>
                </a:lnTo>
                <a:lnTo>
                  <a:pt x="1025" y="663"/>
                </a:lnTo>
                <a:lnTo>
                  <a:pt x="1012" y="672"/>
                </a:lnTo>
                <a:lnTo>
                  <a:pt x="1000" y="681"/>
                </a:lnTo>
                <a:lnTo>
                  <a:pt x="986" y="690"/>
                </a:lnTo>
                <a:lnTo>
                  <a:pt x="973" y="698"/>
                </a:lnTo>
                <a:lnTo>
                  <a:pt x="959" y="706"/>
                </a:lnTo>
                <a:lnTo>
                  <a:pt x="944" y="714"/>
                </a:lnTo>
                <a:lnTo>
                  <a:pt x="930" y="722"/>
                </a:lnTo>
                <a:lnTo>
                  <a:pt x="915" y="729"/>
                </a:lnTo>
                <a:lnTo>
                  <a:pt x="899" y="736"/>
                </a:lnTo>
                <a:lnTo>
                  <a:pt x="884" y="742"/>
                </a:lnTo>
                <a:lnTo>
                  <a:pt x="868" y="749"/>
                </a:lnTo>
                <a:lnTo>
                  <a:pt x="851" y="754"/>
                </a:lnTo>
                <a:lnTo>
                  <a:pt x="835" y="760"/>
                </a:lnTo>
                <a:lnTo>
                  <a:pt x="818" y="765"/>
                </a:lnTo>
                <a:lnTo>
                  <a:pt x="801" y="770"/>
                </a:lnTo>
                <a:lnTo>
                  <a:pt x="784" y="774"/>
                </a:lnTo>
                <a:lnTo>
                  <a:pt x="766" y="778"/>
                </a:lnTo>
                <a:lnTo>
                  <a:pt x="749" y="782"/>
                </a:lnTo>
                <a:lnTo>
                  <a:pt x="731" y="785"/>
                </a:lnTo>
                <a:lnTo>
                  <a:pt x="713" y="788"/>
                </a:lnTo>
                <a:lnTo>
                  <a:pt x="695" y="791"/>
                </a:lnTo>
                <a:lnTo>
                  <a:pt x="677" y="793"/>
                </a:lnTo>
                <a:lnTo>
                  <a:pt x="659" y="795"/>
                </a:lnTo>
                <a:lnTo>
                  <a:pt x="641" y="796"/>
                </a:lnTo>
                <a:lnTo>
                  <a:pt x="622" y="797"/>
                </a:lnTo>
                <a:lnTo>
                  <a:pt x="604" y="798"/>
                </a:lnTo>
                <a:lnTo>
                  <a:pt x="585" y="798"/>
                </a:lnTo>
                <a:lnTo>
                  <a:pt x="567" y="798"/>
                </a:lnTo>
                <a:lnTo>
                  <a:pt x="549" y="797"/>
                </a:lnTo>
                <a:lnTo>
                  <a:pt x="530" y="796"/>
                </a:lnTo>
                <a:lnTo>
                  <a:pt x="512" y="795"/>
                </a:lnTo>
                <a:lnTo>
                  <a:pt x="494" y="793"/>
                </a:lnTo>
                <a:lnTo>
                  <a:pt x="476" y="791"/>
                </a:lnTo>
                <a:lnTo>
                  <a:pt x="458" y="788"/>
                </a:lnTo>
                <a:lnTo>
                  <a:pt x="440" y="785"/>
                </a:lnTo>
                <a:lnTo>
                  <a:pt x="422" y="782"/>
                </a:lnTo>
                <a:lnTo>
                  <a:pt x="404" y="778"/>
                </a:lnTo>
                <a:lnTo>
                  <a:pt x="387" y="774"/>
                </a:lnTo>
                <a:lnTo>
                  <a:pt x="370" y="770"/>
                </a:lnTo>
                <a:lnTo>
                  <a:pt x="353" y="765"/>
                </a:lnTo>
                <a:lnTo>
                  <a:pt x="336" y="760"/>
                </a:lnTo>
                <a:lnTo>
                  <a:pt x="320" y="754"/>
                </a:lnTo>
                <a:lnTo>
                  <a:pt x="303" y="749"/>
                </a:lnTo>
                <a:lnTo>
                  <a:pt x="287" y="742"/>
                </a:lnTo>
                <a:lnTo>
                  <a:pt x="272" y="736"/>
                </a:lnTo>
                <a:lnTo>
                  <a:pt x="256" y="729"/>
                </a:lnTo>
                <a:lnTo>
                  <a:pt x="241" y="722"/>
                </a:lnTo>
                <a:lnTo>
                  <a:pt x="227" y="714"/>
                </a:lnTo>
                <a:lnTo>
                  <a:pt x="212" y="706"/>
                </a:lnTo>
                <a:lnTo>
                  <a:pt x="198" y="698"/>
                </a:lnTo>
                <a:lnTo>
                  <a:pt x="185" y="690"/>
                </a:lnTo>
                <a:lnTo>
                  <a:pt x="171" y="681"/>
                </a:lnTo>
                <a:lnTo>
                  <a:pt x="159" y="672"/>
                </a:lnTo>
                <a:lnTo>
                  <a:pt x="146" y="663"/>
                </a:lnTo>
                <a:lnTo>
                  <a:pt x="134" y="653"/>
                </a:lnTo>
                <a:lnTo>
                  <a:pt x="123" y="644"/>
                </a:lnTo>
                <a:lnTo>
                  <a:pt x="112" y="634"/>
                </a:lnTo>
                <a:lnTo>
                  <a:pt x="101" y="623"/>
                </a:lnTo>
                <a:lnTo>
                  <a:pt x="91" y="613"/>
                </a:lnTo>
                <a:lnTo>
                  <a:pt x="81" y="601"/>
                </a:lnTo>
                <a:lnTo>
                  <a:pt x="72" y="590"/>
                </a:lnTo>
                <a:lnTo>
                  <a:pt x="64" y="579"/>
                </a:lnTo>
                <a:lnTo>
                  <a:pt x="56" y="568"/>
                </a:lnTo>
                <a:lnTo>
                  <a:pt x="48" y="557"/>
                </a:lnTo>
                <a:lnTo>
                  <a:pt x="41" y="545"/>
                </a:lnTo>
                <a:lnTo>
                  <a:pt x="34" y="533"/>
                </a:lnTo>
                <a:lnTo>
                  <a:pt x="28" y="521"/>
                </a:lnTo>
                <a:lnTo>
                  <a:pt x="23" y="509"/>
                </a:lnTo>
                <a:lnTo>
                  <a:pt x="18" y="497"/>
                </a:lnTo>
                <a:lnTo>
                  <a:pt x="14" y="485"/>
                </a:lnTo>
                <a:lnTo>
                  <a:pt x="10" y="473"/>
                </a:lnTo>
                <a:lnTo>
                  <a:pt x="7" y="461"/>
                </a:lnTo>
                <a:lnTo>
                  <a:pt x="4" y="448"/>
                </a:lnTo>
                <a:lnTo>
                  <a:pt x="2" y="436"/>
                </a:lnTo>
                <a:lnTo>
                  <a:pt x="1" y="423"/>
                </a:lnTo>
                <a:lnTo>
                  <a:pt x="0" y="411"/>
                </a:lnTo>
                <a:lnTo>
                  <a:pt x="0" y="398"/>
                </a:lnTo>
                <a:lnTo>
                  <a:pt x="0" y="386"/>
                </a:lnTo>
                <a:lnTo>
                  <a:pt x="1" y="373"/>
                </a:lnTo>
                <a:lnTo>
                  <a:pt x="2" y="361"/>
                </a:lnTo>
                <a:lnTo>
                  <a:pt x="4" y="348"/>
                </a:lnTo>
                <a:lnTo>
                  <a:pt x="7" y="336"/>
                </a:lnTo>
                <a:lnTo>
                  <a:pt x="10" y="324"/>
                </a:lnTo>
                <a:lnTo>
                  <a:pt x="14" y="311"/>
                </a:lnTo>
                <a:lnTo>
                  <a:pt x="18" y="299"/>
                </a:lnTo>
                <a:lnTo>
                  <a:pt x="23" y="287"/>
                </a:lnTo>
                <a:lnTo>
                  <a:pt x="28" y="275"/>
                </a:lnTo>
                <a:lnTo>
                  <a:pt x="34" y="263"/>
                </a:lnTo>
                <a:lnTo>
                  <a:pt x="41" y="252"/>
                </a:lnTo>
                <a:lnTo>
                  <a:pt x="48" y="240"/>
                </a:lnTo>
                <a:lnTo>
                  <a:pt x="56" y="229"/>
                </a:lnTo>
                <a:lnTo>
                  <a:pt x="64" y="217"/>
                </a:lnTo>
                <a:lnTo>
                  <a:pt x="72" y="206"/>
                </a:lnTo>
                <a:lnTo>
                  <a:pt x="81" y="195"/>
                </a:lnTo>
                <a:lnTo>
                  <a:pt x="91" y="185"/>
                </a:lnTo>
                <a:lnTo>
                  <a:pt x="101" y="174"/>
                </a:lnTo>
                <a:lnTo>
                  <a:pt x="112" y="164"/>
                </a:lnTo>
                <a:lnTo>
                  <a:pt x="123" y="154"/>
                </a:lnTo>
                <a:lnTo>
                  <a:pt x="134" y="144"/>
                </a:lnTo>
                <a:lnTo>
                  <a:pt x="146" y="135"/>
                </a:lnTo>
                <a:lnTo>
                  <a:pt x="159" y="125"/>
                </a:lnTo>
                <a:lnTo>
                  <a:pt x="171" y="116"/>
                </a:lnTo>
                <a:lnTo>
                  <a:pt x="185" y="108"/>
                </a:lnTo>
                <a:lnTo>
                  <a:pt x="198" y="99"/>
                </a:lnTo>
                <a:lnTo>
                  <a:pt x="212" y="91"/>
                </a:lnTo>
                <a:lnTo>
                  <a:pt x="227" y="83"/>
                </a:lnTo>
                <a:lnTo>
                  <a:pt x="241" y="76"/>
                </a:lnTo>
                <a:lnTo>
                  <a:pt x="256" y="69"/>
                </a:lnTo>
                <a:lnTo>
                  <a:pt x="272" y="62"/>
                </a:lnTo>
                <a:lnTo>
                  <a:pt x="287" y="55"/>
                </a:lnTo>
                <a:lnTo>
                  <a:pt x="303" y="49"/>
                </a:lnTo>
                <a:lnTo>
                  <a:pt x="320" y="43"/>
                </a:lnTo>
                <a:lnTo>
                  <a:pt x="336" y="38"/>
                </a:lnTo>
                <a:lnTo>
                  <a:pt x="353" y="32"/>
                </a:lnTo>
                <a:lnTo>
                  <a:pt x="370" y="28"/>
                </a:lnTo>
                <a:lnTo>
                  <a:pt x="387" y="23"/>
                </a:lnTo>
                <a:lnTo>
                  <a:pt x="404" y="19"/>
                </a:lnTo>
                <a:lnTo>
                  <a:pt x="422" y="16"/>
                </a:lnTo>
                <a:lnTo>
                  <a:pt x="440" y="12"/>
                </a:lnTo>
                <a:lnTo>
                  <a:pt x="458" y="9"/>
                </a:lnTo>
                <a:lnTo>
                  <a:pt x="476" y="7"/>
                </a:lnTo>
                <a:lnTo>
                  <a:pt x="494" y="5"/>
                </a:lnTo>
                <a:lnTo>
                  <a:pt x="512" y="3"/>
                </a:lnTo>
                <a:lnTo>
                  <a:pt x="530" y="1"/>
                </a:lnTo>
                <a:lnTo>
                  <a:pt x="549" y="0"/>
                </a:lnTo>
                <a:lnTo>
                  <a:pt x="567" y="0"/>
                </a:lnTo>
                <a:lnTo>
                  <a:pt x="585" y="0"/>
                </a:lnTo>
                <a:lnTo>
                  <a:pt x="604" y="0"/>
                </a:lnTo>
                <a:lnTo>
                  <a:pt x="622" y="0"/>
                </a:lnTo>
                <a:lnTo>
                  <a:pt x="641" y="1"/>
                </a:lnTo>
                <a:lnTo>
                  <a:pt x="659" y="3"/>
                </a:lnTo>
                <a:lnTo>
                  <a:pt x="677" y="5"/>
                </a:lnTo>
                <a:lnTo>
                  <a:pt x="695" y="7"/>
                </a:lnTo>
                <a:lnTo>
                  <a:pt x="713" y="9"/>
                </a:lnTo>
                <a:lnTo>
                  <a:pt x="731" y="12"/>
                </a:lnTo>
                <a:lnTo>
                  <a:pt x="749" y="16"/>
                </a:lnTo>
                <a:lnTo>
                  <a:pt x="766" y="19"/>
                </a:lnTo>
                <a:lnTo>
                  <a:pt x="784" y="23"/>
                </a:lnTo>
                <a:lnTo>
                  <a:pt x="801" y="28"/>
                </a:lnTo>
                <a:lnTo>
                  <a:pt x="818" y="32"/>
                </a:lnTo>
                <a:lnTo>
                  <a:pt x="835" y="38"/>
                </a:lnTo>
                <a:lnTo>
                  <a:pt x="851" y="43"/>
                </a:lnTo>
                <a:lnTo>
                  <a:pt x="868" y="49"/>
                </a:lnTo>
                <a:lnTo>
                  <a:pt x="884" y="55"/>
                </a:lnTo>
                <a:lnTo>
                  <a:pt x="899" y="62"/>
                </a:lnTo>
                <a:lnTo>
                  <a:pt x="915" y="69"/>
                </a:lnTo>
                <a:lnTo>
                  <a:pt x="930" y="76"/>
                </a:lnTo>
                <a:lnTo>
                  <a:pt x="944" y="83"/>
                </a:lnTo>
                <a:lnTo>
                  <a:pt x="959" y="91"/>
                </a:lnTo>
                <a:lnTo>
                  <a:pt x="973" y="99"/>
                </a:lnTo>
                <a:lnTo>
                  <a:pt x="986" y="108"/>
                </a:lnTo>
                <a:lnTo>
                  <a:pt x="1000" y="116"/>
                </a:lnTo>
                <a:lnTo>
                  <a:pt x="1012" y="125"/>
                </a:lnTo>
                <a:lnTo>
                  <a:pt x="1025" y="135"/>
                </a:lnTo>
                <a:lnTo>
                  <a:pt x="1038" y="144"/>
                </a:lnTo>
                <a:lnTo>
                  <a:pt x="1049" y="154"/>
                </a:lnTo>
                <a:lnTo>
                  <a:pt x="1060" y="164"/>
                </a:lnTo>
                <a:lnTo>
                  <a:pt x="1071" y="174"/>
                </a:lnTo>
                <a:lnTo>
                  <a:pt x="1081" y="185"/>
                </a:lnTo>
                <a:lnTo>
                  <a:pt x="1091" y="195"/>
                </a:lnTo>
                <a:lnTo>
                  <a:pt x="1100" y="206"/>
                </a:lnTo>
                <a:lnTo>
                  <a:pt x="1108" y="217"/>
                </a:lnTo>
                <a:lnTo>
                  <a:pt x="1116" y="229"/>
                </a:lnTo>
                <a:lnTo>
                  <a:pt x="1124" y="240"/>
                </a:lnTo>
                <a:lnTo>
                  <a:pt x="1131" y="252"/>
                </a:lnTo>
                <a:lnTo>
                  <a:pt x="1138" y="263"/>
                </a:lnTo>
                <a:lnTo>
                  <a:pt x="1143" y="275"/>
                </a:lnTo>
                <a:lnTo>
                  <a:pt x="1149" y="287"/>
                </a:lnTo>
                <a:lnTo>
                  <a:pt x="1154" y="299"/>
                </a:lnTo>
                <a:lnTo>
                  <a:pt x="1158" y="311"/>
                </a:lnTo>
                <a:lnTo>
                  <a:pt x="1162" y="324"/>
                </a:lnTo>
                <a:lnTo>
                  <a:pt x="1165" y="336"/>
                </a:lnTo>
                <a:lnTo>
                  <a:pt x="1168" y="348"/>
                </a:lnTo>
                <a:lnTo>
                  <a:pt x="1170" y="361"/>
                </a:lnTo>
                <a:lnTo>
                  <a:pt x="1171" y="373"/>
                </a:lnTo>
                <a:lnTo>
                  <a:pt x="1172" y="386"/>
                </a:lnTo>
                <a:lnTo>
                  <a:pt x="1172" y="398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8" name=""/>
          <p:cNvSpPr/>
          <p:nvPr/>
        </p:nvSpPr>
        <p:spPr>
          <a:xfrm>
            <a:off x="7847280" y="2792880"/>
            <a:ext cx="424800" cy="289080"/>
          </a:xfrm>
          <a:custGeom>
            <a:avLst/>
            <a:gdLst/>
            <a:ahLst/>
            <a:rect l="0" t="0" r="r" b="b"/>
            <a:pathLst>
              <a:path w="1180" h="803">
                <a:moveTo>
                  <a:pt x="1176" y="401"/>
                </a:moveTo>
                <a:lnTo>
                  <a:pt x="1176" y="389"/>
                </a:lnTo>
                <a:lnTo>
                  <a:pt x="1175" y="376"/>
                </a:lnTo>
                <a:lnTo>
                  <a:pt x="1174" y="364"/>
                </a:lnTo>
                <a:lnTo>
                  <a:pt x="1171" y="351"/>
                </a:lnTo>
                <a:lnTo>
                  <a:pt x="1168" y="339"/>
                </a:lnTo>
                <a:lnTo>
                  <a:pt x="1165" y="327"/>
                </a:lnTo>
                <a:lnTo>
                  <a:pt x="1161" y="314"/>
                </a:lnTo>
                <a:lnTo>
                  <a:pt x="1157" y="302"/>
                </a:lnTo>
                <a:lnTo>
                  <a:pt x="1152" y="290"/>
                </a:lnTo>
                <a:lnTo>
                  <a:pt x="1146" y="278"/>
                </a:lnTo>
                <a:lnTo>
                  <a:pt x="1141" y="266"/>
                </a:lnTo>
                <a:lnTo>
                  <a:pt x="1134" y="255"/>
                </a:lnTo>
                <a:lnTo>
                  <a:pt x="1127" y="243"/>
                </a:lnTo>
                <a:lnTo>
                  <a:pt x="1119" y="232"/>
                </a:lnTo>
                <a:lnTo>
                  <a:pt x="1111" y="220"/>
                </a:lnTo>
                <a:lnTo>
                  <a:pt x="1103" y="209"/>
                </a:lnTo>
                <a:lnTo>
                  <a:pt x="1094" y="198"/>
                </a:lnTo>
                <a:lnTo>
                  <a:pt x="1084" y="188"/>
                </a:lnTo>
                <a:lnTo>
                  <a:pt x="1074" y="177"/>
                </a:lnTo>
                <a:lnTo>
                  <a:pt x="1063" y="167"/>
                </a:lnTo>
                <a:lnTo>
                  <a:pt x="1052" y="157"/>
                </a:lnTo>
                <a:lnTo>
                  <a:pt x="1041" y="147"/>
                </a:lnTo>
                <a:lnTo>
                  <a:pt x="1029" y="138"/>
                </a:lnTo>
                <a:lnTo>
                  <a:pt x="1016" y="128"/>
                </a:lnTo>
                <a:lnTo>
                  <a:pt x="1004" y="119"/>
                </a:lnTo>
                <a:lnTo>
                  <a:pt x="990" y="111"/>
                </a:lnTo>
                <a:lnTo>
                  <a:pt x="977" y="102"/>
                </a:lnTo>
                <a:lnTo>
                  <a:pt x="963" y="94"/>
                </a:lnTo>
                <a:lnTo>
                  <a:pt x="948" y="86"/>
                </a:lnTo>
                <a:lnTo>
                  <a:pt x="934" y="79"/>
                </a:lnTo>
                <a:lnTo>
                  <a:pt x="919" y="72"/>
                </a:lnTo>
                <a:lnTo>
                  <a:pt x="903" y="65"/>
                </a:lnTo>
                <a:lnTo>
                  <a:pt x="888" y="58"/>
                </a:lnTo>
                <a:lnTo>
                  <a:pt x="872" y="52"/>
                </a:lnTo>
                <a:lnTo>
                  <a:pt x="855" y="46"/>
                </a:lnTo>
                <a:lnTo>
                  <a:pt x="839" y="41"/>
                </a:lnTo>
                <a:lnTo>
                  <a:pt x="822" y="35"/>
                </a:lnTo>
                <a:lnTo>
                  <a:pt x="805" y="31"/>
                </a:lnTo>
                <a:lnTo>
                  <a:pt x="788" y="26"/>
                </a:lnTo>
                <a:lnTo>
                  <a:pt x="770" y="22"/>
                </a:lnTo>
                <a:lnTo>
                  <a:pt x="753" y="19"/>
                </a:lnTo>
                <a:lnTo>
                  <a:pt x="735" y="15"/>
                </a:lnTo>
                <a:lnTo>
                  <a:pt x="717" y="12"/>
                </a:lnTo>
                <a:lnTo>
                  <a:pt x="699" y="10"/>
                </a:lnTo>
                <a:lnTo>
                  <a:pt x="681" y="8"/>
                </a:lnTo>
                <a:lnTo>
                  <a:pt x="663" y="6"/>
                </a:lnTo>
                <a:lnTo>
                  <a:pt x="645" y="4"/>
                </a:lnTo>
                <a:lnTo>
                  <a:pt x="626" y="3"/>
                </a:lnTo>
                <a:lnTo>
                  <a:pt x="608" y="3"/>
                </a:lnTo>
                <a:lnTo>
                  <a:pt x="589" y="3"/>
                </a:lnTo>
                <a:lnTo>
                  <a:pt x="571" y="3"/>
                </a:lnTo>
                <a:lnTo>
                  <a:pt x="553" y="3"/>
                </a:lnTo>
                <a:lnTo>
                  <a:pt x="534" y="4"/>
                </a:lnTo>
                <a:lnTo>
                  <a:pt x="516" y="6"/>
                </a:lnTo>
                <a:lnTo>
                  <a:pt x="498" y="8"/>
                </a:lnTo>
                <a:lnTo>
                  <a:pt x="480" y="10"/>
                </a:lnTo>
                <a:lnTo>
                  <a:pt x="462" y="12"/>
                </a:lnTo>
                <a:lnTo>
                  <a:pt x="444" y="15"/>
                </a:lnTo>
                <a:lnTo>
                  <a:pt x="426" y="19"/>
                </a:lnTo>
                <a:lnTo>
                  <a:pt x="408" y="22"/>
                </a:lnTo>
                <a:lnTo>
                  <a:pt x="391" y="26"/>
                </a:lnTo>
                <a:lnTo>
                  <a:pt x="374" y="31"/>
                </a:lnTo>
                <a:lnTo>
                  <a:pt x="357" y="35"/>
                </a:lnTo>
                <a:lnTo>
                  <a:pt x="340" y="41"/>
                </a:lnTo>
                <a:lnTo>
                  <a:pt x="324" y="46"/>
                </a:lnTo>
                <a:lnTo>
                  <a:pt x="307" y="52"/>
                </a:lnTo>
                <a:lnTo>
                  <a:pt x="291" y="58"/>
                </a:lnTo>
                <a:lnTo>
                  <a:pt x="276" y="65"/>
                </a:lnTo>
                <a:lnTo>
                  <a:pt x="260" y="72"/>
                </a:lnTo>
                <a:lnTo>
                  <a:pt x="245" y="79"/>
                </a:lnTo>
                <a:lnTo>
                  <a:pt x="231" y="86"/>
                </a:lnTo>
                <a:lnTo>
                  <a:pt x="216" y="94"/>
                </a:lnTo>
                <a:lnTo>
                  <a:pt x="202" y="102"/>
                </a:lnTo>
                <a:lnTo>
                  <a:pt x="189" y="111"/>
                </a:lnTo>
                <a:lnTo>
                  <a:pt x="175" y="119"/>
                </a:lnTo>
                <a:lnTo>
                  <a:pt x="163" y="128"/>
                </a:lnTo>
                <a:lnTo>
                  <a:pt x="150" y="138"/>
                </a:lnTo>
                <a:lnTo>
                  <a:pt x="138" y="147"/>
                </a:lnTo>
                <a:lnTo>
                  <a:pt x="127" y="157"/>
                </a:lnTo>
                <a:lnTo>
                  <a:pt x="116" y="167"/>
                </a:lnTo>
                <a:lnTo>
                  <a:pt x="105" y="177"/>
                </a:lnTo>
                <a:lnTo>
                  <a:pt x="95" y="188"/>
                </a:lnTo>
                <a:lnTo>
                  <a:pt x="85" y="198"/>
                </a:lnTo>
                <a:lnTo>
                  <a:pt x="76" y="209"/>
                </a:lnTo>
                <a:lnTo>
                  <a:pt x="68" y="220"/>
                </a:lnTo>
                <a:lnTo>
                  <a:pt x="60" y="232"/>
                </a:lnTo>
                <a:lnTo>
                  <a:pt x="52" y="243"/>
                </a:lnTo>
                <a:lnTo>
                  <a:pt x="45" y="255"/>
                </a:lnTo>
                <a:lnTo>
                  <a:pt x="38" y="266"/>
                </a:lnTo>
                <a:lnTo>
                  <a:pt x="32" y="278"/>
                </a:lnTo>
                <a:lnTo>
                  <a:pt x="27" y="290"/>
                </a:lnTo>
                <a:lnTo>
                  <a:pt x="22" y="302"/>
                </a:lnTo>
                <a:lnTo>
                  <a:pt x="18" y="314"/>
                </a:lnTo>
                <a:lnTo>
                  <a:pt x="14" y="327"/>
                </a:lnTo>
                <a:lnTo>
                  <a:pt x="11" y="339"/>
                </a:lnTo>
                <a:lnTo>
                  <a:pt x="8" y="351"/>
                </a:lnTo>
                <a:lnTo>
                  <a:pt x="6" y="364"/>
                </a:lnTo>
                <a:lnTo>
                  <a:pt x="5" y="376"/>
                </a:lnTo>
                <a:lnTo>
                  <a:pt x="4" y="389"/>
                </a:lnTo>
                <a:lnTo>
                  <a:pt x="4" y="401"/>
                </a:lnTo>
                <a:lnTo>
                  <a:pt x="4" y="414"/>
                </a:lnTo>
                <a:lnTo>
                  <a:pt x="5" y="426"/>
                </a:lnTo>
                <a:lnTo>
                  <a:pt x="6" y="439"/>
                </a:lnTo>
                <a:lnTo>
                  <a:pt x="8" y="451"/>
                </a:lnTo>
                <a:lnTo>
                  <a:pt x="11" y="464"/>
                </a:lnTo>
                <a:lnTo>
                  <a:pt x="14" y="476"/>
                </a:lnTo>
                <a:lnTo>
                  <a:pt x="18" y="488"/>
                </a:lnTo>
                <a:lnTo>
                  <a:pt x="22" y="500"/>
                </a:lnTo>
                <a:lnTo>
                  <a:pt x="27" y="512"/>
                </a:lnTo>
                <a:lnTo>
                  <a:pt x="32" y="524"/>
                </a:lnTo>
                <a:lnTo>
                  <a:pt x="38" y="536"/>
                </a:lnTo>
                <a:lnTo>
                  <a:pt x="45" y="548"/>
                </a:lnTo>
                <a:lnTo>
                  <a:pt x="52" y="560"/>
                </a:lnTo>
                <a:lnTo>
                  <a:pt x="60" y="571"/>
                </a:lnTo>
                <a:lnTo>
                  <a:pt x="68" y="582"/>
                </a:lnTo>
                <a:lnTo>
                  <a:pt x="76" y="593"/>
                </a:lnTo>
                <a:lnTo>
                  <a:pt x="85" y="604"/>
                </a:lnTo>
                <a:lnTo>
                  <a:pt x="95" y="615"/>
                </a:lnTo>
                <a:lnTo>
                  <a:pt x="105" y="625"/>
                </a:lnTo>
                <a:lnTo>
                  <a:pt x="116" y="636"/>
                </a:lnTo>
                <a:lnTo>
                  <a:pt x="127" y="646"/>
                </a:lnTo>
                <a:lnTo>
                  <a:pt x="138" y="655"/>
                </a:lnTo>
                <a:lnTo>
                  <a:pt x="150" y="666"/>
                </a:lnTo>
                <a:lnTo>
                  <a:pt x="163" y="675"/>
                </a:lnTo>
                <a:lnTo>
                  <a:pt x="175" y="684"/>
                </a:lnTo>
                <a:lnTo>
                  <a:pt x="189" y="693"/>
                </a:lnTo>
                <a:lnTo>
                  <a:pt x="202" y="701"/>
                </a:lnTo>
                <a:lnTo>
                  <a:pt x="216" y="709"/>
                </a:lnTo>
                <a:lnTo>
                  <a:pt x="231" y="717"/>
                </a:lnTo>
                <a:lnTo>
                  <a:pt x="245" y="725"/>
                </a:lnTo>
                <a:lnTo>
                  <a:pt x="260" y="732"/>
                </a:lnTo>
                <a:lnTo>
                  <a:pt x="276" y="739"/>
                </a:lnTo>
                <a:lnTo>
                  <a:pt x="291" y="745"/>
                </a:lnTo>
                <a:lnTo>
                  <a:pt x="307" y="752"/>
                </a:lnTo>
                <a:lnTo>
                  <a:pt x="324" y="757"/>
                </a:lnTo>
                <a:lnTo>
                  <a:pt x="340" y="763"/>
                </a:lnTo>
                <a:lnTo>
                  <a:pt x="357" y="768"/>
                </a:lnTo>
                <a:lnTo>
                  <a:pt x="374" y="773"/>
                </a:lnTo>
                <a:lnTo>
                  <a:pt x="391" y="777"/>
                </a:lnTo>
                <a:lnTo>
                  <a:pt x="408" y="781"/>
                </a:lnTo>
                <a:lnTo>
                  <a:pt x="426" y="785"/>
                </a:lnTo>
                <a:lnTo>
                  <a:pt x="444" y="788"/>
                </a:lnTo>
                <a:lnTo>
                  <a:pt x="462" y="791"/>
                </a:lnTo>
                <a:lnTo>
                  <a:pt x="480" y="794"/>
                </a:lnTo>
                <a:lnTo>
                  <a:pt x="498" y="796"/>
                </a:lnTo>
                <a:lnTo>
                  <a:pt x="516" y="798"/>
                </a:lnTo>
                <a:lnTo>
                  <a:pt x="534" y="799"/>
                </a:lnTo>
                <a:lnTo>
                  <a:pt x="553" y="800"/>
                </a:lnTo>
                <a:lnTo>
                  <a:pt x="571" y="801"/>
                </a:lnTo>
                <a:lnTo>
                  <a:pt x="589" y="801"/>
                </a:lnTo>
                <a:lnTo>
                  <a:pt x="608" y="801"/>
                </a:lnTo>
                <a:lnTo>
                  <a:pt x="626" y="800"/>
                </a:lnTo>
                <a:lnTo>
                  <a:pt x="645" y="799"/>
                </a:lnTo>
                <a:lnTo>
                  <a:pt x="663" y="798"/>
                </a:lnTo>
                <a:lnTo>
                  <a:pt x="681" y="796"/>
                </a:lnTo>
                <a:lnTo>
                  <a:pt x="699" y="794"/>
                </a:lnTo>
                <a:lnTo>
                  <a:pt x="717" y="791"/>
                </a:lnTo>
                <a:lnTo>
                  <a:pt x="735" y="788"/>
                </a:lnTo>
                <a:lnTo>
                  <a:pt x="753" y="785"/>
                </a:lnTo>
                <a:lnTo>
                  <a:pt x="770" y="781"/>
                </a:lnTo>
                <a:lnTo>
                  <a:pt x="788" y="777"/>
                </a:lnTo>
                <a:lnTo>
                  <a:pt x="805" y="773"/>
                </a:lnTo>
                <a:lnTo>
                  <a:pt x="822" y="768"/>
                </a:lnTo>
                <a:lnTo>
                  <a:pt x="839" y="763"/>
                </a:lnTo>
                <a:lnTo>
                  <a:pt x="855" y="757"/>
                </a:lnTo>
                <a:lnTo>
                  <a:pt x="872" y="752"/>
                </a:lnTo>
                <a:lnTo>
                  <a:pt x="888" y="745"/>
                </a:lnTo>
                <a:lnTo>
                  <a:pt x="903" y="739"/>
                </a:lnTo>
                <a:lnTo>
                  <a:pt x="919" y="732"/>
                </a:lnTo>
                <a:lnTo>
                  <a:pt x="934" y="725"/>
                </a:lnTo>
                <a:lnTo>
                  <a:pt x="948" y="717"/>
                </a:lnTo>
                <a:lnTo>
                  <a:pt x="963" y="709"/>
                </a:lnTo>
                <a:lnTo>
                  <a:pt x="977" y="701"/>
                </a:lnTo>
                <a:lnTo>
                  <a:pt x="990" y="693"/>
                </a:lnTo>
                <a:lnTo>
                  <a:pt x="1004" y="684"/>
                </a:lnTo>
                <a:lnTo>
                  <a:pt x="1016" y="675"/>
                </a:lnTo>
                <a:lnTo>
                  <a:pt x="1029" y="666"/>
                </a:lnTo>
                <a:lnTo>
                  <a:pt x="1041" y="655"/>
                </a:lnTo>
                <a:lnTo>
                  <a:pt x="1052" y="646"/>
                </a:lnTo>
                <a:lnTo>
                  <a:pt x="1063" y="636"/>
                </a:lnTo>
                <a:lnTo>
                  <a:pt x="1074" y="625"/>
                </a:lnTo>
                <a:lnTo>
                  <a:pt x="1084" y="615"/>
                </a:lnTo>
                <a:lnTo>
                  <a:pt x="1094" y="604"/>
                </a:lnTo>
                <a:lnTo>
                  <a:pt x="1103" y="593"/>
                </a:lnTo>
                <a:lnTo>
                  <a:pt x="1111" y="582"/>
                </a:lnTo>
                <a:lnTo>
                  <a:pt x="1119" y="571"/>
                </a:lnTo>
                <a:lnTo>
                  <a:pt x="1127" y="560"/>
                </a:lnTo>
                <a:lnTo>
                  <a:pt x="1134" y="548"/>
                </a:lnTo>
                <a:lnTo>
                  <a:pt x="1141" y="536"/>
                </a:lnTo>
                <a:lnTo>
                  <a:pt x="1146" y="524"/>
                </a:lnTo>
                <a:lnTo>
                  <a:pt x="1152" y="512"/>
                </a:lnTo>
                <a:lnTo>
                  <a:pt x="1157" y="500"/>
                </a:lnTo>
                <a:lnTo>
                  <a:pt x="1161" y="488"/>
                </a:lnTo>
                <a:lnTo>
                  <a:pt x="1165" y="476"/>
                </a:lnTo>
                <a:lnTo>
                  <a:pt x="1168" y="464"/>
                </a:lnTo>
                <a:lnTo>
                  <a:pt x="1171" y="451"/>
                </a:lnTo>
                <a:lnTo>
                  <a:pt x="1174" y="439"/>
                </a:lnTo>
                <a:lnTo>
                  <a:pt x="1175" y="426"/>
                </a:lnTo>
                <a:lnTo>
                  <a:pt x="1176" y="414"/>
                </a:lnTo>
                <a:lnTo>
                  <a:pt x="1176" y="401"/>
                </a:lnTo>
                <a:moveTo>
                  <a:pt x="1180" y="401"/>
                </a:moveTo>
                <a:lnTo>
                  <a:pt x="1180" y="414"/>
                </a:lnTo>
                <a:lnTo>
                  <a:pt x="1179" y="426"/>
                </a:lnTo>
                <a:lnTo>
                  <a:pt x="1177" y="439"/>
                </a:lnTo>
                <a:lnTo>
                  <a:pt x="1175" y="452"/>
                </a:lnTo>
                <a:lnTo>
                  <a:pt x="1172" y="464"/>
                </a:lnTo>
                <a:lnTo>
                  <a:pt x="1169" y="476"/>
                </a:lnTo>
                <a:lnTo>
                  <a:pt x="1165" y="489"/>
                </a:lnTo>
                <a:lnTo>
                  <a:pt x="1160" y="501"/>
                </a:lnTo>
                <a:lnTo>
                  <a:pt x="1156" y="513"/>
                </a:lnTo>
                <a:lnTo>
                  <a:pt x="1150" y="525"/>
                </a:lnTo>
                <a:lnTo>
                  <a:pt x="1144" y="537"/>
                </a:lnTo>
                <a:lnTo>
                  <a:pt x="1138" y="549"/>
                </a:lnTo>
                <a:lnTo>
                  <a:pt x="1130" y="561"/>
                </a:lnTo>
                <a:lnTo>
                  <a:pt x="1123" y="572"/>
                </a:lnTo>
                <a:lnTo>
                  <a:pt x="1115" y="583"/>
                </a:lnTo>
                <a:lnTo>
                  <a:pt x="1106" y="595"/>
                </a:lnTo>
                <a:lnTo>
                  <a:pt x="1097" y="605"/>
                </a:lnTo>
                <a:lnTo>
                  <a:pt x="1087" y="616"/>
                </a:lnTo>
                <a:lnTo>
                  <a:pt x="1077" y="627"/>
                </a:lnTo>
                <a:lnTo>
                  <a:pt x="1066" y="637"/>
                </a:lnTo>
                <a:lnTo>
                  <a:pt x="1055" y="647"/>
                </a:lnTo>
                <a:lnTo>
                  <a:pt x="1044" y="657"/>
                </a:lnTo>
                <a:lnTo>
                  <a:pt x="1032" y="668"/>
                </a:lnTo>
                <a:lnTo>
                  <a:pt x="1019" y="677"/>
                </a:lnTo>
                <a:lnTo>
                  <a:pt x="1006" y="686"/>
                </a:lnTo>
                <a:lnTo>
                  <a:pt x="993" y="695"/>
                </a:lnTo>
                <a:lnTo>
                  <a:pt x="979" y="703"/>
                </a:lnTo>
                <a:lnTo>
                  <a:pt x="965" y="711"/>
                </a:lnTo>
                <a:lnTo>
                  <a:pt x="951" y="719"/>
                </a:lnTo>
                <a:lnTo>
                  <a:pt x="936" y="727"/>
                </a:lnTo>
                <a:lnTo>
                  <a:pt x="921" y="734"/>
                </a:lnTo>
                <a:lnTo>
                  <a:pt x="905" y="741"/>
                </a:lnTo>
                <a:lnTo>
                  <a:pt x="890" y="748"/>
                </a:lnTo>
                <a:lnTo>
                  <a:pt x="873" y="754"/>
                </a:lnTo>
                <a:lnTo>
                  <a:pt x="857" y="760"/>
                </a:lnTo>
                <a:lnTo>
                  <a:pt x="840" y="765"/>
                </a:lnTo>
                <a:lnTo>
                  <a:pt x="824" y="770"/>
                </a:lnTo>
                <a:lnTo>
                  <a:pt x="806" y="775"/>
                </a:lnTo>
                <a:lnTo>
                  <a:pt x="789" y="780"/>
                </a:lnTo>
                <a:lnTo>
                  <a:pt x="772" y="784"/>
                </a:lnTo>
                <a:lnTo>
                  <a:pt x="754" y="787"/>
                </a:lnTo>
                <a:lnTo>
                  <a:pt x="736" y="791"/>
                </a:lnTo>
                <a:lnTo>
                  <a:pt x="718" y="794"/>
                </a:lnTo>
                <a:lnTo>
                  <a:pt x="700" y="796"/>
                </a:lnTo>
                <a:lnTo>
                  <a:pt x="682" y="798"/>
                </a:lnTo>
                <a:lnTo>
                  <a:pt x="663" y="800"/>
                </a:lnTo>
                <a:lnTo>
                  <a:pt x="645" y="802"/>
                </a:lnTo>
                <a:lnTo>
                  <a:pt x="626" y="803"/>
                </a:lnTo>
                <a:lnTo>
                  <a:pt x="608" y="803"/>
                </a:lnTo>
                <a:lnTo>
                  <a:pt x="589" y="803"/>
                </a:lnTo>
                <a:lnTo>
                  <a:pt x="571" y="803"/>
                </a:lnTo>
                <a:lnTo>
                  <a:pt x="552" y="803"/>
                </a:lnTo>
                <a:lnTo>
                  <a:pt x="534" y="802"/>
                </a:lnTo>
                <a:lnTo>
                  <a:pt x="516" y="800"/>
                </a:lnTo>
                <a:lnTo>
                  <a:pt x="497" y="798"/>
                </a:lnTo>
                <a:lnTo>
                  <a:pt x="479" y="796"/>
                </a:lnTo>
                <a:lnTo>
                  <a:pt x="461" y="794"/>
                </a:lnTo>
                <a:lnTo>
                  <a:pt x="443" y="791"/>
                </a:lnTo>
                <a:lnTo>
                  <a:pt x="425" y="787"/>
                </a:lnTo>
                <a:lnTo>
                  <a:pt x="407" y="784"/>
                </a:lnTo>
                <a:lnTo>
                  <a:pt x="390" y="780"/>
                </a:lnTo>
                <a:lnTo>
                  <a:pt x="372" y="775"/>
                </a:lnTo>
                <a:lnTo>
                  <a:pt x="355" y="770"/>
                </a:lnTo>
                <a:lnTo>
                  <a:pt x="339" y="765"/>
                </a:lnTo>
                <a:lnTo>
                  <a:pt x="322" y="760"/>
                </a:lnTo>
                <a:lnTo>
                  <a:pt x="306" y="754"/>
                </a:lnTo>
                <a:lnTo>
                  <a:pt x="289" y="748"/>
                </a:lnTo>
                <a:lnTo>
                  <a:pt x="274" y="741"/>
                </a:lnTo>
                <a:lnTo>
                  <a:pt x="258" y="734"/>
                </a:lnTo>
                <a:lnTo>
                  <a:pt x="243" y="727"/>
                </a:lnTo>
                <a:lnTo>
                  <a:pt x="228" y="719"/>
                </a:lnTo>
                <a:lnTo>
                  <a:pt x="214" y="711"/>
                </a:lnTo>
                <a:lnTo>
                  <a:pt x="200" y="703"/>
                </a:lnTo>
                <a:lnTo>
                  <a:pt x="186" y="695"/>
                </a:lnTo>
                <a:lnTo>
                  <a:pt x="173" y="686"/>
                </a:lnTo>
                <a:lnTo>
                  <a:pt x="160" y="677"/>
                </a:lnTo>
                <a:lnTo>
                  <a:pt x="147" y="668"/>
                </a:lnTo>
                <a:lnTo>
                  <a:pt x="135" y="657"/>
                </a:lnTo>
                <a:lnTo>
                  <a:pt x="124" y="647"/>
                </a:lnTo>
                <a:lnTo>
                  <a:pt x="113" y="637"/>
                </a:lnTo>
                <a:lnTo>
                  <a:pt x="102" y="627"/>
                </a:lnTo>
                <a:lnTo>
                  <a:pt x="92" y="616"/>
                </a:lnTo>
                <a:lnTo>
                  <a:pt x="82" y="605"/>
                </a:lnTo>
                <a:lnTo>
                  <a:pt x="73" y="595"/>
                </a:lnTo>
                <a:lnTo>
                  <a:pt x="64" y="583"/>
                </a:lnTo>
                <a:lnTo>
                  <a:pt x="56" y="572"/>
                </a:lnTo>
                <a:lnTo>
                  <a:pt x="49" y="561"/>
                </a:lnTo>
                <a:lnTo>
                  <a:pt x="41" y="549"/>
                </a:lnTo>
                <a:lnTo>
                  <a:pt x="35" y="537"/>
                </a:lnTo>
                <a:lnTo>
                  <a:pt x="29" y="525"/>
                </a:lnTo>
                <a:lnTo>
                  <a:pt x="23" y="513"/>
                </a:lnTo>
                <a:lnTo>
                  <a:pt x="19" y="501"/>
                </a:lnTo>
                <a:lnTo>
                  <a:pt x="14" y="489"/>
                </a:lnTo>
                <a:lnTo>
                  <a:pt x="10" y="476"/>
                </a:lnTo>
                <a:lnTo>
                  <a:pt x="7" y="464"/>
                </a:lnTo>
                <a:lnTo>
                  <a:pt x="5" y="452"/>
                </a:lnTo>
                <a:lnTo>
                  <a:pt x="3" y="439"/>
                </a:lnTo>
                <a:lnTo>
                  <a:pt x="1" y="426"/>
                </a:lnTo>
                <a:lnTo>
                  <a:pt x="0" y="414"/>
                </a:lnTo>
                <a:lnTo>
                  <a:pt x="0" y="401"/>
                </a:lnTo>
                <a:lnTo>
                  <a:pt x="0" y="389"/>
                </a:lnTo>
                <a:lnTo>
                  <a:pt x="1" y="376"/>
                </a:lnTo>
                <a:lnTo>
                  <a:pt x="3" y="363"/>
                </a:lnTo>
                <a:lnTo>
                  <a:pt x="5" y="351"/>
                </a:lnTo>
                <a:lnTo>
                  <a:pt x="7" y="338"/>
                </a:lnTo>
                <a:lnTo>
                  <a:pt x="10" y="326"/>
                </a:lnTo>
                <a:lnTo>
                  <a:pt x="14" y="314"/>
                </a:lnTo>
                <a:lnTo>
                  <a:pt x="19" y="301"/>
                </a:lnTo>
                <a:lnTo>
                  <a:pt x="23" y="289"/>
                </a:lnTo>
                <a:lnTo>
                  <a:pt x="29" y="277"/>
                </a:lnTo>
                <a:lnTo>
                  <a:pt x="35" y="265"/>
                </a:lnTo>
                <a:lnTo>
                  <a:pt x="41" y="254"/>
                </a:lnTo>
                <a:lnTo>
                  <a:pt x="49" y="242"/>
                </a:lnTo>
                <a:lnTo>
                  <a:pt x="56" y="230"/>
                </a:lnTo>
                <a:lnTo>
                  <a:pt x="64" y="219"/>
                </a:lnTo>
                <a:lnTo>
                  <a:pt x="73" y="208"/>
                </a:lnTo>
                <a:lnTo>
                  <a:pt x="82" y="197"/>
                </a:lnTo>
                <a:lnTo>
                  <a:pt x="92" y="186"/>
                </a:lnTo>
                <a:lnTo>
                  <a:pt x="102" y="176"/>
                </a:lnTo>
                <a:lnTo>
                  <a:pt x="113" y="165"/>
                </a:lnTo>
                <a:lnTo>
                  <a:pt x="124" y="155"/>
                </a:lnTo>
                <a:lnTo>
                  <a:pt x="135" y="146"/>
                </a:lnTo>
                <a:lnTo>
                  <a:pt x="147" y="136"/>
                </a:lnTo>
                <a:lnTo>
                  <a:pt x="160" y="127"/>
                </a:lnTo>
                <a:lnTo>
                  <a:pt x="173" y="118"/>
                </a:lnTo>
                <a:lnTo>
                  <a:pt x="186" y="109"/>
                </a:lnTo>
                <a:lnTo>
                  <a:pt x="200" y="100"/>
                </a:lnTo>
                <a:lnTo>
                  <a:pt x="214" y="92"/>
                </a:lnTo>
                <a:lnTo>
                  <a:pt x="228" y="84"/>
                </a:lnTo>
                <a:lnTo>
                  <a:pt x="243" y="77"/>
                </a:lnTo>
                <a:lnTo>
                  <a:pt x="258" y="69"/>
                </a:lnTo>
                <a:lnTo>
                  <a:pt x="274" y="63"/>
                </a:lnTo>
                <a:lnTo>
                  <a:pt x="289" y="56"/>
                </a:lnTo>
                <a:lnTo>
                  <a:pt x="306" y="50"/>
                </a:lnTo>
                <a:lnTo>
                  <a:pt x="322" y="44"/>
                </a:lnTo>
                <a:lnTo>
                  <a:pt x="339" y="38"/>
                </a:lnTo>
                <a:lnTo>
                  <a:pt x="355" y="33"/>
                </a:lnTo>
                <a:lnTo>
                  <a:pt x="372" y="28"/>
                </a:lnTo>
                <a:lnTo>
                  <a:pt x="390" y="24"/>
                </a:lnTo>
                <a:lnTo>
                  <a:pt x="407" y="20"/>
                </a:lnTo>
                <a:lnTo>
                  <a:pt x="425" y="16"/>
                </a:lnTo>
                <a:lnTo>
                  <a:pt x="443" y="13"/>
                </a:lnTo>
                <a:lnTo>
                  <a:pt x="461" y="10"/>
                </a:lnTo>
                <a:lnTo>
                  <a:pt x="479" y="7"/>
                </a:lnTo>
                <a:lnTo>
                  <a:pt x="497" y="5"/>
                </a:lnTo>
                <a:lnTo>
                  <a:pt x="516" y="3"/>
                </a:lnTo>
                <a:lnTo>
                  <a:pt x="534" y="2"/>
                </a:lnTo>
                <a:lnTo>
                  <a:pt x="552" y="1"/>
                </a:lnTo>
                <a:lnTo>
                  <a:pt x="571" y="0"/>
                </a:lnTo>
                <a:lnTo>
                  <a:pt x="589" y="0"/>
                </a:lnTo>
                <a:lnTo>
                  <a:pt x="608" y="0"/>
                </a:lnTo>
                <a:lnTo>
                  <a:pt x="626" y="1"/>
                </a:lnTo>
                <a:lnTo>
                  <a:pt x="645" y="2"/>
                </a:lnTo>
                <a:lnTo>
                  <a:pt x="663" y="3"/>
                </a:lnTo>
                <a:lnTo>
                  <a:pt x="682" y="5"/>
                </a:lnTo>
                <a:lnTo>
                  <a:pt x="700" y="7"/>
                </a:lnTo>
                <a:lnTo>
                  <a:pt x="718" y="10"/>
                </a:lnTo>
                <a:lnTo>
                  <a:pt x="736" y="13"/>
                </a:lnTo>
                <a:lnTo>
                  <a:pt x="754" y="16"/>
                </a:lnTo>
                <a:lnTo>
                  <a:pt x="772" y="20"/>
                </a:lnTo>
                <a:lnTo>
                  <a:pt x="789" y="24"/>
                </a:lnTo>
                <a:lnTo>
                  <a:pt x="806" y="28"/>
                </a:lnTo>
                <a:lnTo>
                  <a:pt x="824" y="33"/>
                </a:lnTo>
                <a:lnTo>
                  <a:pt x="840" y="38"/>
                </a:lnTo>
                <a:lnTo>
                  <a:pt x="857" y="44"/>
                </a:lnTo>
                <a:lnTo>
                  <a:pt x="873" y="50"/>
                </a:lnTo>
                <a:lnTo>
                  <a:pt x="890" y="56"/>
                </a:lnTo>
                <a:lnTo>
                  <a:pt x="905" y="63"/>
                </a:lnTo>
                <a:lnTo>
                  <a:pt x="921" y="69"/>
                </a:lnTo>
                <a:lnTo>
                  <a:pt x="936" y="77"/>
                </a:lnTo>
                <a:lnTo>
                  <a:pt x="951" y="84"/>
                </a:lnTo>
                <a:lnTo>
                  <a:pt x="965" y="92"/>
                </a:lnTo>
                <a:lnTo>
                  <a:pt x="979" y="100"/>
                </a:lnTo>
                <a:lnTo>
                  <a:pt x="993" y="109"/>
                </a:lnTo>
                <a:lnTo>
                  <a:pt x="1006" y="118"/>
                </a:lnTo>
                <a:lnTo>
                  <a:pt x="1019" y="127"/>
                </a:lnTo>
                <a:lnTo>
                  <a:pt x="1032" y="136"/>
                </a:lnTo>
                <a:lnTo>
                  <a:pt x="1044" y="146"/>
                </a:lnTo>
                <a:lnTo>
                  <a:pt x="1055" y="155"/>
                </a:lnTo>
                <a:lnTo>
                  <a:pt x="1066" y="165"/>
                </a:lnTo>
                <a:lnTo>
                  <a:pt x="1077" y="176"/>
                </a:lnTo>
                <a:lnTo>
                  <a:pt x="1087" y="186"/>
                </a:lnTo>
                <a:lnTo>
                  <a:pt x="1097" y="197"/>
                </a:lnTo>
                <a:lnTo>
                  <a:pt x="1106" y="208"/>
                </a:lnTo>
                <a:lnTo>
                  <a:pt x="1115" y="219"/>
                </a:lnTo>
                <a:lnTo>
                  <a:pt x="1123" y="230"/>
                </a:lnTo>
                <a:lnTo>
                  <a:pt x="1130" y="242"/>
                </a:lnTo>
                <a:lnTo>
                  <a:pt x="1138" y="254"/>
                </a:lnTo>
                <a:lnTo>
                  <a:pt x="1144" y="265"/>
                </a:lnTo>
                <a:lnTo>
                  <a:pt x="1150" y="277"/>
                </a:lnTo>
                <a:lnTo>
                  <a:pt x="1156" y="289"/>
                </a:lnTo>
                <a:lnTo>
                  <a:pt x="1160" y="301"/>
                </a:lnTo>
                <a:lnTo>
                  <a:pt x="1165" y="314"/>
                </a:lnTo>
                <a:lnTo>
                  <a:pt x="1169" y="326"/>
                </a:lnTo>
                <a:lnTo>
                  <a:pt x="1172" y="338"/>
                </a:lnTo>
                <a:lnTo>
                  <a:pt x="1175" y="351"/>
                </a:lnTo>
                <a:lnTo>
                  <a:pt x="1177" y="363"/>
                </a:lnTo>
                <a:lnTo>
                  <a:pt x="1179" y="376"/>
                </a:lnTo>
                <a:lnTo>
                  <a:pt x="1180" y="389"/>
                </a:lnTo>
                <a:lnTo>
                  <a:pt x="1180" y="401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59" name=""/>
          <p:cNvSpPr/>
          <p:nvPr/>
        </p:nvSpPr>
        <p:spPr>
          <a:xfrm>
            <a:off x="7845840" y="2792160"/>
            <a:ext cx="427680" cy="290880"/>
          </a:xfrm>
          <a:custGeom>
            <a:avLst/>
            <a:gdLst/>
            <a:ahLst/>
            <a:rect l="0" t="0" r="r" b="b"/>
            <a:pathLst>
              <a:path w="1188" h="808">
                <a:moveTo>
                  <a:pt x="1184" y="403"/>
                </a:moveTo>
                <a:lnTo>
                  <a:pt x="1184" y="391"/>
                </a:lnTo>
                <a:lnTo>
                  <a:pt x="1183" y="378"/>
                </a:lnTo>
                <a:lnTo>
                  <a:pt x="1181" y="365"/>
                </a:lnTo>
                <a:lnTo>
                  <a:pt x="1179" y="353"/>
                </a:lnTo>
                <a:lnTo>
                  <a:pt x="1177" y="340"/>
                </a:lnTo>
                <a:lnTo>
                  <a:pt x="1174" y="328"/>
                </a:lnTo>
                <a:lnTo>
                  <a:pt x="1170" y="316"/>
                </a:lnTo>
                <a:lnTo>
                  <a:pt x="1165" y="303"/>
                </a:lnTo>
                <a:lnTo>
                  <a:pt x="1161" y="291"/>
                </a:lnTo>
                <a:lnTo>
                  <a:pt x="1155" y="279"/>
                </a:lnTo>
                <a:lnTo>
                  <a:pt x="1149" y="267"/>
                </a:lnTo>
                <a:lnTo>
                  <a:pt x="1143" y="256"/>
                </a:lnTo>
                <a:lnTo>
                  <a:pt x="1135" y="244"/>
                </a:lnTo>
                <a:lnTo>
                  <a:pt x="1128" y="232"/>
                </a:lnTo>
                <a:lnTo>
                  <a:pt x="1120" y="221"/>
                </a:lnTo>
                <a:lnTo>
                  <a:pt x="1111" y="210"/>
                </a:lnTo>
                <a:lnTo>
                  <a:pt x="1102" y="199"/>
                </a:lnTo>
                <a:lnTo>
                  <a:pt x="1092" y="188"/>
                </a:lnTo>
                <a:lnTo>
                  <a:pt x="1082" y="178"/>
                </a:lnTo>
                <a:lnTo>
                  <a:pt x="1071" y="167"/>
                </a:lnTo>
                <a:lnTo>
                  <a:pt x="1060" y="157"/>
                </a:lnTo>
                <a:lnTo>
                  <a:pt x="1049" y="148"/>
                </a:lnTo>
                <a:lnTo>
                  <a:pt x="1037" y="138"/>
                </a:lnTo>
                <a:lnTo>
                  <a:pt x="1024" y="129"/>
                </a:lnTo>
                <a:lnTo>
                  <a:pt x="1011" y="120"/>
                </a:lnTo>
                <a:lnTo>
                  <a:pt x="998" y="111"/>
                </a:lnTo>
                <a:lnTo>
                  <a:pt x="984" y="102"/>
                </a:lnTo>
                <a:lnTo>
                  <a:pt x="970" y="94"/>
                </a:lnTo>
                <a:lnTo>
                  <a:pt x="956" y="86"/>
                </a:lnTo>
                <a:lnTo>
                  <a:pt x="941" y="79"/>
                </a:lnTo>
                <a:lnTo>
                  <a:pt x="926" y="71"/>
                </a:lnTo>
                <a:lnTo>
                  <a:pt x="910" y="65"/>
                </a:lnTo>
                <a:lnTo>
                  <a:pt x="895" y="58"/>
                </a:lnTo>
                <a:lnTo>
                  <a:pt x="878" y="52"/>
                </a:lnTo>
                <a:lnTo>
                  <a:pt x="862" y="46"/>
                </a:lnTo>
                <a:lnTo>
                  <a:pt x="845" y="40"/>
                </a:lnTo>
                <a:lnTo>
                  <a:pt x="829" y="35"/>
                </a:lnTo>
                <a:lnTo>
                  <a:pt x="811" y="30"/>
                </a:lnTo>
                <a:lnTo>
                  <a:pt x="794" y="26"/>
                </a:lnTo>
                <a:lnTo>
                  <a:pt x="777" y="22"/>
                </a:lnTo>
                <a:lnTo>
                  <a:pt x="759" y="18"/>
                </a:lnTo>
                <a:lnTo>
                  <a:pt x="741" y="15"/>
                </a:lnTo>
                <a:lnTo>
                  <a:pt x="723" y="12"/>
                </a:lnTo>
                <a:lnTo>
                  <a:pt x="705" y="9"/>
                </a:lnTo>
                <a:lnTo>
                  <a:pt x="687" y="7"/>
                </a:lnTo>
                <a:lnTo>
                  <a:pt x="668" y="5"/>
                </a:lnTo>
                <a:lnTo>
                  <a:pt x="650" y="4"/>
                </a:lnTo>
                <a:lnTo>
                  <a:pt x="631" y="3"/>
                </a:lnTo>
                <a:lnTo>
                  <a:pt x="613" y="2"/>
                </a:lnTo>
                <a:lnTo>
                  <a:pt x="594" y="2"/>
                </a:lnTo>
                <a:lnTo>
                  <a:pt x="576" y="2"/>
                </a:lnTo>
                <a:lnTo>
                  <a:pt x="557" y="3"/>
                </a:lnTo>
                <a:lnTo>
                  <a:pt x="539" y="4"/>
                </a:lnTo>
                <a:lnTo>
                  <a:pt x="521" y="5"/>
                </a:lnTo>
                <a:lnTo>
                  <a:pt x="502" y="7"/>
                </a:lnTo>
                <a:lnTo>
                  <a:pt x="484" y="9"/>
                </a:lnTo>
                <a:lnTo>
                  <a:pt x="466" y="12"/>
                </a:lnTo>
                <a:lnTo>
                  <a:pt x="448" y="15"/>
                </a:lnTo>
                <a:lnTo>
                  <a:pt x="430" y="18"/>
                </a:lnTo>
                <a:lnTo>
                  <a:pt x="412" y="22"/>
                </a:lnTo>
                <a:lnTo>
                  <a:pt x="395" y="26"/>
                </a:lnTo>
                <a:lnTo>
                  <a:pt x="377" y="30"/>
                </a:lnTo>
                <a:lnTo>
                  <a:pt x="360" y="35"/>
                </a:lnTo>
                <a:lnTo>
                  <a:pt x="344" y="40"/>
                </a:lnTo>
                <a:lnTo>
                  <a:pt x="327" y="46"/>
                </a:lnTo>
                <a:lnTo>
                  <a:pt x="311" y="52"/>
                </a:lnTo>
                <a:lnTo>
                  <a:pt x="294" y="58"/>
                </a:lnTo>
                <a:lnTo>
                  <a:pt x="279" y="65"/>
                </a:lnTo>
                <a:lnTo>
                  <a:pt x="263" y="71"/>
                </a:lnTo>
                <a:lnTo>
                  <a:pt x="248" y="79"/>
                </a:lnTo>
                <a:lnTo>
                  <a:pt x="233" y="86"/>
                </a:lnTo>
                <a:lnTo>
                  <a:pt x="219" y="94"/>
                </a:lnTo>
                <a:lnTo>
                  <a:pt x="205" y="102"/>
                </a:lnTo>
                <a:lnTo>
                  <a:pt x="191" y="111"/>
                </a:lnTo>
                <a:lnTo>
                  <a:pt x="178" y="120"/>
                </a:lnTo>
                <a:lnTo>
                  <a:pt x="165" y="129"/>
                </a:lnTo>
                <a:lnTo>
                  <a:pt x="152" y="138"/>
                </a:lnTo>
                <a:lnTo>
                  <a:pt x="139" y="148"/>
                </a:lnTo>
                <a:lnTo>
                  <a:pt x="128" y="157"/>
                </a:lnTo>
                <a:lnTo>
                  <a:pt x="117" y="167"/>
                </a:lnTo>
                <a:lnTo>
                  <a:pt x="106" y="178"/>
                </a:lnTo>
                <a:lnTo>
                  <a:pt x="96" y="188"/>
                </a:lnTo>
                <a:lnTo>
                  <a:pt x="86" y="199"/>
                </a:lnTo>
                <a:lnTo>
                  <a:pt x="77" y="210"/>
                </a:lnTo>
                <a:lnTo>
                  <a:pt x="68" y="221"/>
                </a:lnTo>
                <a:lnTo>
                  <a:pt x="60" y="232"/>
                </a:lnTo>
                <a:lnTo>
                  <a:pt x="53" y="244"/>
                </a:lnTo>
                <a:lnTo>
                  <a:pt x="45" y="256"/>
                </a:lnTo>
                <a:lnTo>
                  <a:pt x="39" y="267"/>
                </a:lnTo>
                <a:lnTo>
                  <a:pt x="33" y="279"/>
                </a:lnTo>
                <a:lnTo>
                  <a:pt x="27" y="291"/>
                </a:lnTo>
                <a:lnTo>
                  <a:pt x="23" y="303"/>
                </a:lnTo>
                <a:lnTo>
                  <a:pt x="18" y="316"/>
                </a:lnTo>
                <a:lnTo>
                  <a:pt x="14" y="328"/>
                </a:lnTo>
                <a:lnTo>
                  <a:pt x="11" y="340"/>
                </a:lnTo>
                <a:lnTo>
                  <a:pt x="9" y="353"/>
                </a:lnTo>
                <a:lnTo>
                  <a:pt x="7" y="365"/>
                </a:lnTo>
                <a:lnTo>
                  <a:pt x="5" y="378"/>
                </a:lnTo>
                <a:lnTo>
                  <a:pt x="4" y="391"/>
                </a:lnTo>
                <a:lnTo>
                  <a:pt x="4" y="403"/>
                </a:lnTo>
                <a:lnTo>
                  <a:pt x="4" y="416"/>
                </a:lnTo>
                <a:lnTo>
                  <a:pt x="5" y="428"/>
                </a:lnTo>
                <a:lnTo>
                  <a:pt x="7" y="441"/>
                </a:lnTo>
                <a:lnTo>
                  <a:pt x="9" y="454"/>
                </a:lnTo>
                <a:lnTo>
                  <a:pt x="11" y="466"/>
                </a:lnTo>
                <a:lnTo>
                  <a:pt x="14" y="478"/>
                </a:lnTo>
                <a:lnTo>
                  <a:pt x="18" y="491"/>
                </a:lnTo>
                <a:lnTo>
                  <a:pt x="23" y="503"/>
                </a:lnTo>
                <a:lnTo>
                  <a:pt x="27" y="515"/>
                </a:lnTo>
                <a:lnTo>
                  <a:pt x="33" y="527"/>
                </a:lnTo>
                <a:lnTo>
                  <a:pt x="39" y="539"/>
                </a:lnTo>
                <a:lnTo>
                  <a:pt x="45" y="551"/>
                </a:lnTo>
                <a:lnTo>
                  <a:pt x="53" y="563"/>
                </a:lnTo>
                <a:lnTo>
                  <a:pt x="60" y="574"/>
                </a:lnTo>
                <a:lnTo>
                  <a:pt x="68" y="585"/>
                </a:lnTo>
                <a:lnTo>
                  <a:pt x="77" y="597"/>
                </a:lnTo>
                <a:lnTo>
                  <a:pt x="86" y="607"/>
                </a:lnTo>
                <a:lnTo>
                  <a:pt x="96" y="618"/>
                </a:lnTo>
                <a:lnTo>
                  <a:pt x="106" y="629"/>
                </a:lnTo>
                <a:lnTo>
                  <a:pt x="117" y="639"/>
                </a:lnTo>
                <a:lnTo>
                  <a:pt x="128" y="649"/>
                </a:lnTo>
                <a:lnTo>
                  <a:pt x="139" y="659"/>
                </a:lnTo>
                <a:lnTo>
                  <a:pt x="152" y="669"/>
                </a:lnTo>
                <a:lnTo>
                  <a:pt x="165" y="678"/>
                </a:lnTo>
                <a:lnTo>
                  <a:pt x="178" y="687"/>
                </a:lnTo>
                <a:lnTo>
                  <a:pt x="191" y="696"/>
                </a:lnTo>
                <a:lnTo>
                  <a:pt x="205" y="704"/>
                </a:lnTo>
                <a:lnTo>
                  <a:pt x="219" y="712"/>
                </a:lnTo>
                <a:lnTo>
                  <a:pt x="233" y="721"/>
                </a:lnTo>
                <a:lnTo>
                  <a:pt x="248" y="729"/>
                </a:lnTo>
                <a:lnTo>
                  <a:pt x="263" y="736"/>
                </a:lnTo>
                <a:lnTo>
                  <a:pt x="279" y="743"/>
                </a:lnTo>
                <a:lnTo>
                  <a:pt x="294" y="750"/>
                </a:lnTo>
                <a:lnTo>
                  <a:pt x="311" y="756"/>
                </a:lnTo>
                <a:lnTo>
                  <a:pt x="327" y="762"/>
                </a:lnTo>
                <a:lnTo>
                  <a:pt x="344" y="767"/>
                </a:lnTo>
                <a:lnTo>
                  <a:pt x="360" y="772"/>
                </a:lnTo>
                <a:lnTo>
                  <a:pt x="377" y="777"/>
                </a:lnTo>
                <a:lnTo>
                  <a:pt x="395" y="782"/>
                </a:lnTo>
                <a:lnTo>
                  <a:pt x="412" y="786"/>
                </a:lnTo>
                <a:lnTo>
                  <a:pt x="430" y="789"/>
                </a:lnTo>
                <a:lnTo>
                  <a:pt x="448" y="793"/>
                </a:lnTo>
                <a:lnTo>
                  <a:pt x="466" y="796"/>
                </a:lnTo>
                <a:lnTo>
                  <a:pt x="484" y="798"/>
                </a:lnTo>
                <a:lnTo>
                  <a:pt x="502" y="800"/>
                </a:lnTo>
                <a:lnTo>
                  <a:pt x="521" y="802"/>
                </a:lnTo>
                <a:lnTo>
                  <a:pt x="539" y="804"/>
                </a:lnTo>
                <a:lnTo>
                  <a:pt x="557" y="805"/>
                </a:lnTo>
                <a:lnTo>
                  <a:pt x="576" y="805"/>
                </a:lnTo>
                <a:lnTo>
                  <a:pt x="594" y="805"/>
                </a:lnTo>
                <a:lnTo>
                  <a:pt x="613" y="805"/>
                </a:lnTo>
                <a:lnTo>
                  <a:pt x="631" y="805"/>
                </a:lnTo>
                <a:lnTo>
                  <a:pt x="650" y="804"/>
                </a:lnTo>
                <a:lnTo>
                  <a:pt x="668" y="802"/>
                </a:lnTo>
                <a:lnTo>
                  <a:pt x="687" y="800"/>
                </a:lnTo>
                <a:lnTo>
                  <a:pt x="705" y="798"/>
                </a:lnTo>
                <a:lnTo>
                  <a:pt x="723" y="796"/>
                </a:lnTo>
                <a:lnTo>
                  <a:pt x="741" y="793"/>
                </a:lnTo>
                <a:lnTo>
                  <a:pt x="759" y="789"/>
                </a:lnTo>
                <a:lnTo>
                  <a:pt x="777" y="786"/>
                </a:lnTo>
                <a:lnTo>
                  <a:pt x="794" y="782"/>
                </a:lnTo>
                <a:lnTo>
                  <a:pt x="811" y="777"/>
                </a:lnTo>
                <a:lnTo>
                  <a:pt x="829" y="772"/>
                </a:lnTo>
                <a:lnTo>
                  <a:pt x="845" y="767"/>
                </a:lnTo>
                <a:lnTo>
                  <a:pt x="862" y="762"/>
                </a:lnTo>
                <a:lnTo>
                  <a:pt x="878" y="756"/>
                </a:lnTo>
                <a:lnTo>
                  <a:pt x="895" y="750"/>
                </a:lnTo>
                <a:lnTo>
                  <a:pt x="910" y="743"/>
                </a:lnTo>
                <a:lnTo>
                  <a:pt x="926" y="736"/>
                </a:lnTo>
                <a:lnTo>
                  <a:pt x="941" y="729"/>
                </a:lnTo>
                <a:lnTo>
                  <a:pt x="956" y="721"/>
                </a:lnTo>
                <a:lnTo>
                  <a:pt x="970" y="712"/>
                </a:lnTo>
                <a:lnTo>
                  <a:pt x="984" y="704"/>
                </a:lnTo>
                <a:lnTo>
                  <a:pt x="998" y="696"/>
                </a:lnTo>
                <a:lnTo>
                  <a:pt x="1011" y="687"/>
                </a:lnTo>
                <a:lnTo>
                  <a:pt x="1024" y="678"/>
                </a:lnTo>
                <a:lnTo>
                  <a:pt x="1037" y="669"/>
                </a:lnTo>
                <a:lnTo>
                  <a:pt x="1049" y="659"/>
                </a:lnTo>
                <a:lnTo>
                  <a:pt x="1060" y="649"/>
                </a:lnTo>
                <a:lnTo>
                  <a:pt x="1071" y="639"/>
                </a:lnTo>
                <a:lnTo>
                  <a:pt x="1082" y="629"/>
                </a:lnTo>
                <a:lnTo>
                  <a:pt x="1092" y="618"/>
                </a:lnTo>
                <a:lnTo>
                  <a:pt x="1102" y="607"/>
                </a:lnTo>
                <a:lnTo>
                  <a:pt x="1111" y="597"/>
                </a:lnTo>
                <a:lnTo>
                  <a:pt x="1120" y="585"/>
                </a:lnTo>
                <a:lnTo>
                  <a:pt x="1128" y="574"/>
                </a:lnTo>
                <a:lnTo>
                  <a:pt x="1135" y="563"/>
                </a:lnTo>
                <a:lnTo>
                  <a:pt x="1143" y="551"/>
                </a:lnTo>
                <a:lnTo>
                  <a:pt x="1149" y="539"/>
                </a:lnTo>
                <a:lnTo>
                  <a:pt x="1155" y="527"/>
                </a:lnTo>
                <a:lnTo>
                  <a:pt x="1161" y="515"/>
                </a:lnTo>
                <a:lnTo>
                  <a:pt x="1165" y="503"/>
                </a:lnTo>
                <a:lnTo>
                  <a:pt x="1170" y="491"/>
                </a:lnTo>
                <a:lnTo>
                  <a:pt x="1174" y="478"/>
                </a:lnTo>
                <a:lnTo>
                  <a:pt x="1177" y="466"/>
                </a:lnTo>
                <a:lnTo>
                  <a:pt x="1179" y="454"/>
                </a:lnTo>
                <a:lnTo>
                  <a:pt x="1181" y="441"/>
                </a:lnTo>
                <a:lnTo>
                  <a:pt x="1183" y="428"/>
                </a:lnTo>
                <a:lnTo>
                  <a:pt x="1184" y="416"/>
                </a:lnTo>
                <a:lnTo>
                  <a:pt x="1184" y="403"/>
                </a:lnTo>
                <a:moveTo>
                  <a:pt x="1188" y="403"/>
                </a:moveTo>
                <a:lnTo>
                  <a:pt x="1187" y="416"/>
                </a:lnTo>
                <a:lnTo>
                  <a:pt x="1187" y="429"/>
                </a:lnTo>
                <a:lnTo>
                  <a:pt x="1185" y="441"/>
                </a:lnTo>
                <a:lnTo>
                  <a:pt x="1183" y="454"/>
                </a:lnTo>
                <a:lnTo>
                  <a:pt x="1180" y="466"/>
                </a:lnTo>
                <a:lnTo>
                  <a:pt x="1177" y="479"/>
                </a:lnTo>
                <a:lnTo>
                  <a:pt x="1173" y="491"/>
                </a:lnTo>
                <a:lnTo>
                  <a:pt x="1169" y="504"/>
                </a:lnTo>
                <a:lnTo>
                  <a:pt x="1164" y="516"/>
                </a:lnTo>
                <a:lnTo>
                  <a:pt x="1159" y="528"/>
                </a:lnTo>
                <a:lnTo>
                  <a:pt x="1153" y="540"/>
                </a:lnTo>
                <a:lnTo>
                  <a:pt x="1146" y="552"/>
                </a:lnTo>
                <a:lnTo>
                  <a:pt x="1139" y="564"/>
                </a:lnTo>
                <a:lnTo>
                  <a:pt x="1131" y="575"/>
                </a:lnTo>
                <a:lnTo>
                  <a:pt x="1123" y="587"/>
                </a:lnTo>
                <a:lnTo>
                  <a:pt x="1114" y="598"/>
                </a:lnTo>
                <a:lnTo>
                  <a:pt x="1105" y="609"/>
                </a:lnTo>
                <a:lnTo>
                  <a:pt x="1095" y="620"/>
                </a:lnTo>
                <a:lnTo>
                  <a:pt x="1085" y="630"/>
                </a:lnTo>
                <a:lnTo>
                  <a:pt x="1074" y="641"/>
                </a:lnTo>
                <a:lnTo>
                  <a:pt x="1063" y="651"/>
                </a:lnTo>
                <a:lnTo>
                  <a:pt x="1052" y="661"/>
                </a:lnTo>
                <a:lnTo>
                  <a:pt x="1039" y="670"/>
                </a:lnTo>
                <a:lnTo>
                  <a:pt x="1027" y="680"/>
                </a:lnTo>
                <a:lnTo>
                  <a:pt x="1014" y="689"/>
                </a:lnTo>
                <a:lnTo>
                  <a:pt x="1001" y="698"/>
                </a:lnTo>
                <a:lnTo>
                  <a:pt x="987" y="706"/>
                </a:lnTo>
                <a:lnTo>
                  <a:pt x="973" y="714"/>
                </a:lnTo>
                <a:lnTo>
                  <a:pt x="958" y="723"/>
                </a:lnTo>
                <a:lnTo>
                  <a:pt x="943" y="731"/>
                </a:lnTo>
                <a:lnTo>
                  <a:pt x="928" y="738"/>
                </a:lnTo>
                <a:lnTo>
                  <a:pt x="912" y="745"/>
                </a:lnTo>
                <a:lnTo>
                  <a:pt x="896" y="752"/>
                </a:lnTo>
                <a:lnTo>
                  <a:pt x="880" y="758"/>
                </a:lnTo>
                <a:lnTo>
                  <a:pt x="864" y="764"/>
                </a:lnTo>
                <a:lnTo>
                  <a:pt x="847" y="770"/>
                </a:lnTo>
                <a:lnTo>
                  <a:pt x="830" y="775"/>
                </a:lnTo>
                <a:lnTo>
                  <a:pt x="813" y="780"/>
                </a:lnTo>
                <a:lnTo>
                  <a:pt x="795" y="784"/>
                </a:lnTo>
                <a:lnTo>
                  <a:pt x="778" y="788"/>
                </a:lnTo>
                <a:lnTo>
                  <a:pt x="760" y="792"/>
                </a:lnTo>
                <a:lnTo>
                  <a:pt x="742" y="795"/>
                </a:lnTo>
                <a:lnTo>
                  <a:pt x="724" y="798"/>
                </a:lnTo>
                <a:lnTo>
                  <a:pt x="706" y="801"/>
                </a:lnTo>
                <a:lnTo>
                  <a:pt x="687" y="803"/>
                </a:lnTo>
                <a:lnTo>
                  <a:pt x="669" y="805"/>
                </a:lnTo>
                <a:lnTo>
                  <a:pt x="650" y="806"/>
                </a:lnTo>
                <a:lnTo>
                  <a:pt x="632" y="807"/>
                </a:lnTo>
                <a:lnTo>
                  <a:pt x="613" y="808"/>
                </a:lnTo>
                <a:lnTo>
                  <a:pt x="594" y="808"/>
                </a:lnTo>
                <a:lnTo>
                  <a:pt x="576" y="808"/>
                </a:lnTo>
                <a:lnTo>
                  <a:pt x="557" y="807"/>
                </a:lnTo>
                <a:lnTo>
                  <a:pt x="539" y="806"/>
                </a:lnTo>
                <a:lnTo>
                  <a:pt x="520" y="805"/>
                </a:lnTo>
                <a:lnTo>
                  <a:pt x="502" y="803"/>
                </a:lnTo>
                <a:lnTo>
                  <a:pt x="483" y="801"/>
                </a:lnTo>
                <a:lnTo>
                  <a:pt x="465" y="798"/>
                </a:lnTo>
                <a:lnTo>
                  <a:pt x="447" y="795"/>
                </a:lnTo>
                <a:lnTo>
                  <a:pt x="429" y="792"/>
                </a:lnTo>
                <a:lnTo>
                  <a:pt x="411" y="788"/>
                </a:lnTo>
                <a:lnTo>
                  <a:pt x="394" y="784"/>
                </a:lnTo>
                <a:lnTo>
                  <a:pt x="376" y="780"/>
                </a:lnTo>
                <a:lnTo>
                  <a:pt x="359" y="775"/>
                </a:lnTo>
                <a:lnTo>
                  <a:pt x="342" y="770"/>
                </a:lnTo>
                <a:lnTo>
                  <a:pt x="325" y="764"/>
                </a:lnTo>
                <a:lnTo>
                  <a:pt x="309" y="758"/>
                </a:lnTo>
                <a:lnTo>
                  <a:pt x="293" y="752"/>
                </a:lnTo>
                <a:lnTo>
                  <a:pt x="277" y="745"/>
                </a:lnTo>
                <a:lnTo>
                  <a:pt x="261" y="738"/>
                </a:lnTo>
                <a:lnTo>
                  <a:pt x="246" y="731"/>
                </a:lnTo>
                <a:lnTo>
                  <a:pt x="231" y="723"/>
                </a:lnTo>
                <a:lnTo>
                  <a:pt x="216" y="714"/>
                </a:lnTo>
                <a:lnTo>
                  <a:pt x="202" y="706"/>
                </a:lnTo>
                <a:lnTo>
                  <a:pt x="188" y="698"/>
                </a:lnTo>
                <a:lnTo>
                  <a:pt x="175" y="689"/>
                </a:lnTo>
                <a:lnTo>
                  <a:pt x="162" y="680"/>
                </a:lnTo>
                <a:lnTo>
                  <a:pt x="149" y="670"/>
                </a:lnTo>
                <a:lnTo>
                  <a:pt x="136" y="661"/>
                </a:lnTo>
                <a:lnTo>
                  <a:pt x="125" y="651"/>
                </a:lnTo>
                <a:lnTo>
                  <a:pt x="114" y="641"/>
                </a:lnTo>
                <a:lnTo>
                  <a:pt x="103" y="630"/>
                </a:lnTo>
                <a:lnTo>
                  <a:pt x="93" y="620"/>
                </a:lnTo>
                <a:lnTo>
                  <a:pt x="83" y="609"/>
                </a:lnTo>
                <a:lnTo>
                  <a:pt x="74" y="598"/>
                </a:lnTo>
                <a:lnTo>
                  <a:pt x="65" y="587"/>
                </a:lnTo>
                <a:lnTo>
                  <a:pt x="57" y="575"/>
                </a:lnTo>
                <a:lnTo>
                  <a:pt x="49" y="564"/>
                </a:lnTo>
                <a:lnTo>
                  <a:pt x="42" y="552"/>
                </a:lnTo>
                <a:lnTo>
                  <a:pt x="35" y="540"/>
                </a:lnTo>
                <a:lnTo>
                  <a:pt x="29" y="528"/>
                </a:lnTo>
                <a:lnTo>
                  <a:pt x="24" y="516"/>
                </a:lnTo>
                <a:lnTo>
                  <a:pt x="19" y="504"/>
                </a:lnTo>
                <a:lnTo>
                  <a:pt x="15" y="491"/>
                </a:lnTo>
                <a:lnTo>
                  <a:pt x="11" y="479"/>
                </a:lnTo>
                <a:lnTo>
                  <a:pt x="8" y="466"/>
                </a:lnTo>
                <a:lnTo>
                  <a:pt x="5" y="454"/>
                </a:lnTo>
                <a:lnTo>
                  <a:pt x="3" y="441"/>
                </a:lnTo>
                <a:lnTo>
                  <a:pt x="1" y="429"/>
                </a:lnTo>
                <a:lnTo>
                  <a:pt x="1" y="416"/>
                </a:lnTo>
                <a:lnTo>
                  <a:pt x="0" y="403"/>
                </a:lnTo>
                <a:lnTo>
                  <a:pt x="1" y="391"/>
                </a:lnTo>
                <a:lnTo>
                  <a:pt x="1" y="378"/>
                </a:lnTo>
                <a:lnTo>
                  <a:pt x="3" y="365"/>
                </a:lnTo>
                <a:lnTo>
                  <a:pt x="5" y="353"/>
                </a:lnTo>
                <a:lnTo>
                  <a:pt x="8" y="340"/>
                </a:lnTo>
                <a:lnTo>
                  <a:pt x="11" y="328"/>
                </a:lnTo>
                <a:lnTo>
                  <a:pt x="15" y="315"/>
                </a:lnTo>
                <a:lnTo>
                  <a:pt x="19" y="303"/>
                </a:lnTo>
                <a:lnTo>
                  <a:pt x="24" y="291"/>
                </a:lnTo>
                <a:lnTo>
                  <a:pt x="29" y="278"/>
                </a:lnTo>
                <a:lnTo>
                  <a:pt x="35" y="266"/>
                </a:lnTo>
                <a:lnTo>
                  <a:pt x="42" y="255"/>
                </a:lnTo>
                <a:lnTo>
                  <a:pt x="49" y="243"/>
                </a:lnTo>
                <a:lnTo>
                  <a:pt x="57" y="231"/>
                </a:lnTo>
                <a:lnTo>
                  <a:pt x="65" y="220"/>
                </a:lnTo>
                <a:lnTo>
                  <a:pt x="74" y="209"/>
                </a:lnTo>
                <a:lnTo>
                  <a:pt x="83" y="198"/>
                </a:lnTo>
                <a:lnTo>
                  <a:pt x="93" y="187"/>
                </a:lnTo>
                <a:lnTo>
                  <a:pt x="103" y="176"/>
                </a:lnTo>
                <a:lnTo>
                  <a:pt x="114" y="166"/>
                </a:lnTo>
                <a:lnTo>
                  <a:pt x="125" y="156"/>
                </a:lnTo>
                <a:lnTo>
                  <a:pt x="136" y="146"/>
                </a:lnTo>
                <a:lnTo>
                  <a:pt x="149" y="136"/>
                </a:lnTo>
                <a:lnTo>
                  <a:pt x="162" y="127"/>
                </a:lnTo>
                <a:lnTo>
                  <a:pt x="175" y="118"/>
                </a:lnTo>
                <a:lnTo>
                  <a:pt x="188" y="109"/>
                </a:lnTo>
                <a:lnTo>
                  <a:pt x="202" y="100"/>
                </a:lnTo>
                <a:lnTo>
                  <a:pt x="216" y="92"/>
                </a:lnTo>
                <a:lnTo>
                  <a:pt x="231" y="84"/>
                </a:lnTo>
                <a:lnTo>
                  <a:pt x="246" y="77"/>
                </a:lnTo>
                <a:lnTo>
                  <a:pt x="261" y="69"/>
                </a:lnTo>
                <a:lnTo>
                  <a:pt x="277" y="62"/>
                </a:lnTo>
                <a:lnTo>
                  <a:pt x="293" y="56"/>
                </a:lnTo>
                <a:lnTo>
                  <a:pt x="309" y="49"/>
                </a:lnTo>
                <a:lnTo>
                  <a:pt x="325" y="44"/>
                </a:lnTo>
                <a:lnTo>
                  <a:pt x="342" y="38"/>
                </a:lnTo>
                <a:lnTo>
                  <a:pt x="359" y="33"/>
                </a:lnTo>
                <a:lnTo>
                  <a:pt x="376" y="28"/>
                </a:lnTo>
                <a:lnTo>
                  <a:pt x="394" y="23"/>
                </a:lnTo>
                <a:lnTo>
                  <a:pt x="411" y="19"/>
                </a:lnTo>
                <a:lnTo>
                  <a:pt x="429" y="16"/>
                </a:lnTo>
                <a:lnTo>
                  <a:pt x="447" y="12"/>
                </a:lnTo>
                <a:lnTo>
                  <a:pt x="465" y="9"/>
                </a:lnTo>
                <a:lnTo>
                  <a:pt x="483" y="7"/>
                </a:lnTo>
                <a:lnTo>
                  <a:pt x="502" y="5"/>
                </a:lnTo>
                <a:lnTo>
                  <a:pt x="520" y="3"/>
                </a:lnTo>
                <a:lnTo>
                  <a:pt x="539" y="1"/>
                </a:lnTo>
                <a:lnTo>
                  <a:pt x="557" y="0"/>
                </a:lnTo>
                <a:lnTo>
                  <a:pt x="576" y="0"/>
                </a:lnTo>
                <a:lnTo>
                  <a:pt x="594" y="0"/>
                </a:lnTo>
                <a:lnTo>
                  <a:pt x="613" y="0"/>
                </a:lnTo>
                <a:lnTo>
                  <a:pt x="632" y="0"/>
                </a:lnTo>
                <a:lnTo>
                  <a:pt x="650" y="1"/>
                </a:lnTo>
                <a:lnTo>
                  <a:pt x="669" y="3"/>
                </a:lnTo>
                <a:lnTo>
                  <a:pt x="687" y="5"/>
                </a:lnTo>
                <a:lnTo>
                  <a:pt x="706" y="7"/>
                </a:lnTo>
                <a:lnTo>
                  <a:pt x="724" y="9"/>
                </a:lnTo>
                <a:lnTo>
                  <a:pt x="742" y="12"/>
                </a:lnTo>
                <a:lnTo>
                  <a:pt x="760" y="16"/>
                </a:lnTo>
                <a:lnTo>
                  <a:pt x="778" y="19"/>
                </a:lnTo>
                <a:lnTo>
                  <a:pt x="795" y="23"/>
                </a:lnTo>
                <a:lnTo>
                  <a:pt x="813" y="28"/>
                </a:lnTo>
                <a:lnTo>
                  <a:pt x="830" y="33"/>
                </a:lnTo>
                <a:lnTo>
                  <a:pt x="847" y="38"/>
                </a:lnTo>
                <a:lnTo>
                  <a:pt x="864" y="44"/>
                </a:lnTo>
                <a:lnTo>
                  <a:pt x="880" y="49"/>
                </a:lnTo>
                <a:lnTo>
                  <a:pt x="896" y="56"/>
                </a:lnTo>
                <a:lnTo>
                  <a:pt x="912" y="62"/>
                </a:lnTo>
                <a:lnTo>
                  <a:pt x="928" y="69"/>
                </a:lnTo>
                <a:lnTo>
                  <a:pt x="943" y="77"/>
                </a:lnTo>
                <a:lnTo>
                  <a:pt x="958" y="84"/>
                </a:lnTo>
                <a:lnTo>
                  <a:pt x="973" y="92"/>
                </a:lnTo>
                <a:lnTo>
                  <a:pt x="987" y="100"/>
                </a:lnTo>
                <a:lnTo>
                  <a:pt x="1001" y="109"/>
                </a:lnTo>
                <a:lnTo>
                  <a:pt x="1014" y="118"/>
                </a:lnTo>
                <a:lnTo>
                  <a:pt x="1027" y="127"/>
                </a:lnTo>
                <a:lnTo>
                  <a:pt x="1039" y="136"/>
                </a:lnTo>
                <a:lnTo>
                  <a:pt x="1052" y="146"/>
                </a:lnTo>
                <a:lnTo>
                  <a:pt x="1063" y="156"/>
                </a:lnTo>
                <a:lnTo>
                  <a:pt x="1074" y="166"/>
                </a:lnTo>
                <a:lnTo>
                  <a:pt x="1085" y="176"/>
                </a:lnTo>
                <a:lnTo>
                  <a:pt x="1095" y="187"/>
                </a:lnTo>
                <a:lnTo>
                  <a:pt x="1105" y="198"/>
                </a:lnTo>
                <a:lnTo>
                  <a:pt x="1114" y="209"/>
                </a:lnTo>
                <a:lnTo>
                  <a:pt x="1123" y="220"/>
                </a:lnTo>
                <a:lnTo>
                  <a:pt x="1131" y="231"/>
                </a:lnTo>
                <a:lnTo>
                  <a:pt x="1139" y="243"/>
                </a:lnTo>
                <a:lnTo>
                  <a:pt x="1146" y="255"/>
                </a:lnTo>
                <a:lnTo>
                  <a:pt x="1153" y="266"/>
                </a:lnTo>
                <a:lnTo>
                  <a:pt x="1159" y="278"/>
                </a:lnTo>
                <a:lnTo>
                  <a:pt x="1164" y="291"/>
                </a:lnTo>
                <a:lnTo>
                  <a:pt x="1169" y="303"/>
                </a:lnTo>
                <a:lnTo>
                  <a:pt x="1173" y="315"/>
                </a:lnTo>
                <a:lnTo>
                  <a:pt x="1177" y="328"/>
                </a:lnTo>
                <a:lnTo>
                  <a:pt x="1180" y="340"/>
                </a:lnTo>
                <a:lnTo>
                  <a:pt x="1183" y="353"/>
                </a:lnTo>
                <a:lnTo>
                  <a:pt x="1185" y="365"/>
                </a:lnTo>
                <a:lnTo>
                  <a:pt x="1187" y="378"/>
                </a:lnTo>
                <a:lnTo>
                  <a:pt x="1187" y="391"/>
                </a:lnTo>
                <a:lnTo>
                  <a:pt x="1188" y="403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0" name=""/>
          <p:cNvSpPr/>
          <p:nvPr/>
        </p:nvSpPr>
        <p:spPr>
          <a:xfrm>
            <a:off x="7841880" y="2789280"/>
            <a:ext cx="435600" cy="296640"/>
          </a:xfrm>
          <a:custGeom>
            <a:avLst/>
            <a:gdLst/>
            <a:ahLst/>
            <a:rect l="0" t="0" r="r" b="b"/>
            <a:pathLst>
              <a:path w="1210" h="824">
                <a:moveTo>
                  <a:pt x="1199" y="412"/>
                </a:moveTo>
                <a:lnTo>
                  <a:pt x="1198" y="400"/>
                </a:lnTo>
                <a:lnTo>
                  <a:pt x="1198" y="387"/>
                </a:lnTo>
                <a:lnTo>
                  <a:pt x="1196" y="374"/>
                </a:lnTo>
                <a:lnTo>
                  <a:pt x="1194" y="362"/>
                </a:lnTo>
                <a:lnTo>
                  <a:pt x="1191" y="349"/>
                </a:lnTo>
                <a:lnTo>
                  <a:pt x="1188" y="337"/>
                </a:lnTo>
                <a:lnTo>
                  <a:pt x="1184" y="324"/>
                </a:lnTo>
                <a:lnTo>
                  <a:pt x="1180" y="312"/>
                </a:lnTo>
                <a:lnTo>
                  <a:pt x="1175" y="300"/>
                </a:lnTo>
                <a:lnTo>
                  <a:pt x="1170" y="287"/>
                </a:lnTo>
                <a:lnTo>
                  <a:pt x="1164" y="275"/>
                </a:lnTo>
                <a:lnTo>
                  <a:pt x="1157" y="264"/>
                </a:lnTo>
                <a:lnTo>
                  <a:pt x="1150" y="252"/>
                </a:lnTo>
                <a:lnTo>
                  <a:pt x="1142" y="240"/>
                </a:lnTo>
                <a:lnTo>
                  <a:pt x="1134" y="229"/>
                </a:lnTo>
                <a:lnTo>
                  <a:pt x="1125" y="218"/>
                </a:lnTo>
                <a:lnTo>
                  <a:pt x="1116" y="207"/>
                </a:lnTo>
                <a:lnTo>
                  <a:pt x="1106" y="196"/>
                </a:lnTo>
                <a:lnTo>
                  <a:pt x="1096" y="185"/>
                </a:lnTo>
                <a:lnTo>
                  <a:pt x="1085" y="175"/>
                </a:lnTo>
                <a:lnTo>
                  <a:pt x="1074" y="165"/>
                </a:lnTo>
                <a:lnTo>
                  <a:pt x="1063" y="155"/>
                </a:lnTo>
                <a:lnTo>
                  <a:pt x="1050" y="145"/>
                </a:lnTo>
                <a:lnTo>
                  <a:pt x="1038" y="136"/>
                </a:lnTo>
                <a:lnTo>
                  <a:pt x="1025" y="127"/>
                </a:lnTo>
                <a:lnTo>
                  <a:pt x="1012" y="118"/>
                </a:lnTo>
                <a:lnTo>
                  <a:pt x="998" y="109"/>
                </a:lnTo>
                <a:lnTo>
                  <a:pt x="984" y="101"/>
                </a:lnTo>
                <a:lnTo>
                  <a:pt x="969" y="93"/>
                </a:lnTo>
                <a:lnTo>
                  <a:pt x="954" y="86"/>
                </a:lnTo>
                <a:lnTo>
                  <a:pt x="939" y="78"/>
                </a:lnTo>
                <a:lnTo>
                  <a:pt x="923" y="71"/>
                </a:lnTo>
                <a:lnTo>
                  <a:pt x="907" y="65"/>
                </a:lnTo>
                <a:lnTo>
                  <a:pt x="891" y="57"/>
                </a:lnTo>
                <a:lnTo>
                  <a:pt x="875" y="52"/>
                </a:lnTo>
                <a:lnTo>
                  <a:pt x="858" y="46"/>
                </a:lnTo>
                <a:lnTo>
                  <a:pt x="841" y="41"/>
                </a:lnTo>
                <a:lnTo>
                  <a:pt x="824" y="36"/>
                </a:lnTo>
                <a:lnTo>
                  <a:pt x="806" y="31"/>
                </a:lnTo>
                <a:lnTo>
                  <a:pt x="789" y="27"/>
                </a:lnTo>
                <a:lnTo>
                  <a:pt x="771" y="24"/>
                </a:lnTo>
                <a:lnTo>
                  <a:pt x="753" y="20"/>
                </a:lnTo>
                <a:lnTo>
                  <a:pt x="735" y="17"/>
                </a:lnTo>
                <a:lnTo>
                  <a:pt x="717" y="15"/>
                </a:lnTo>
                <a:lnTo>
                  <a:pt x="698" y="13"/>
                </a:lnTo>
                <a:lnTo>
                  <a:pt x="680" y="11"/>
                </a:lnTo>
                <a:lnTo>
                  <a:pt x="661" y="9"/>
                </a:lnTo>
                <a:lnTo>
                  <a:pt x="643" y="8"/>
                </a:lnTo>
                <a:lnTo>
                  <a:pt x="624" y="8"/>
                </a:lnTo>
                <a:lnTo>
                  <a:pt x="605" y="8"/>
                </a:lnTo>
                <a:lnTo>
                  <a:pt x="587" y="8"/>
                </a:lnTo>
                <a:lnTo>
                  <a:pt x="567" y="8"/>
                </a:lnTo>
                <a:lnTo>
                  <a:pt x="549" y="9"/>
                </a:lnTo>
                <a:lnTo>
                  <a:pt x="530" y="11"/>
                </a:lnTo>
                <a:lnTo>
                  <a:pt x="512" y="13"/>
                </a:lnTo>
                <a:lnTo>
                  <a:pt x="493" y="15"/>
                </a:lnTo>
                <a:lnTo>
                  <a:pt x="475" y="17"/>
                </a:lnTo>
                <a:lnTo>
                  <a:pt x="457" y="20"/>
                </a:lnTo>
                <a:lnTo>
                  <a:pt x="439" y="24"/>
                </a:lnTo>
                <a:lnTo>
                  <a:pt x="421" y="27"/>
                </a:lnTo>
                <a:lnTo>
                  <a:pt x="404" y="31"/>
                </a:lnTo>
                <a:lnTo>
                  <a:pt x="386" y="36"/>
                </a:lnTo>
                <a:lnTo>
                  <a:pt x="369" y="41"/>
                </a:lnTo>
                <a:lnTo>
                  <a:pt x="352" y="46"/>
                </a:lnTo>
                <a:lnTo>
                  <a:pt x="335" y="52"/>
                </a:lnTo>
                <a:lnTo>
                  <a:pt x="319" y="57"/>
                </a:lnTo>
                <a:lnTo>
                  <a:pt x="303" y="65"/>
                </a:lnTo>
                <a:lnTo>
                  <a:pt x="287" y="71"/>
                </a:lnTo>
                <a:lnTo>
                  <a:pt x="271" y="78"/>
                </a:lnTo>
                <a:lnTo>
                  <a:pt x="256" y="86"/>
                </a:lnTo>
                <a:lnTo>
                  <a:pt x="241" y="93"/>
                </a:lnTo>
                <a:lnTo>
                  <a:pt x="226" y="101"/>
                </a:lnTo>
                <a:lnTo>
                  <a:pt x="212" y="109"/>
                </a:lnTo>
                <a:lnTo>
                  <a:pt x="198" y="118"/>
                </a:lnTo>
                <a:lnTo>
                  <a:pt x="185" y="127"/>
                </a:lnTo>
                <a:lnTo>
                  <a:pt x="172" y="136"/>
                </a:lnTo>
                <a:lnTo>
                  <a:pt x="159" y="145"/>
                </a:lnTo>
                <a:lnTo>
                  <a:pt x="147" y="155"/>
                </a:lnTo>
                <a:lnTo>
                  <a:pt x="136" y="165"/>
                </a:lnTo>
                <a:lnTo>
                  <a:pt x="125" y="175"/>
                </a:lnTo>
                <a:lnTo>
                  <a:pt x="114" y="185"/>
                </a:lnTo>
                <a:lnTo>
                  <a:pt x="104" y="196"/>
                </a:lnTo>
                <a:lnTo>
                  <a:pt x="94" y="207"/>
                </a:lnTo>
                <a:lnTo>
                  <a:pt x="85" y="218"/>
                </a:lnTo>
                <a:lnTo>
                  <a:pt x="76" y="229"/>
                </a:lnTo>
                <a:lnTo>
                  <a:pt x="68" y="240"/>
                </a:lnTo>
                <a:lnTo>
                  <a:pt x="60" y="252"/>
                </a:lnTo>
                <a:lnTo>
                  <a:pt x="53" y="264"/>
                </a:lnTo>
                <a:lnTo>
                  <a:pt x="46" y="275"/>
                </a:lnTo>
                <a:lnTo>
                  <a:pt x="40" y="287"/>
                </a:lnTo>
                <a:lnTo>
                  <a:pt x="35" y="300"/>
                </a:lnTo>
                <a:lnTo>
                  <a:pt x="30" y="312"/>
                </a:lnTo>
                <a:lnTo>
                  <a:pt x="26" y="324"/>
                </a:lnTo>
                <a:lnTo>
                  <a:pt x="22" y="337"/>
                </a:lnTo>
                <a:lnTo>
                  <a:pt x="19" y="349"/>
                </a:lnTo>
                <a:lnTo>
                  <a:pt x="16" y="362"/>
                </a:lnTo>
                <a:lnTo>
                  <a:pt x="14" y="374"/>
                </a:lnTo>
                <a:lnTo>
                  <a:pt x="12" y="387"/>
                </a:lnTo>
                <a:lnTo>
                  <a:pt x="12" y="400"/>
                </a:lnTo>
                <a:lnTo>
                  <a:pt x="11" y="412"/>
                </a:lnTo>
                <a:lnTo>
                  <a:pt x="12" y="425"/>
                </a:lnTo>
                <a:lnTo>
                  <a:pt x="12" y="438"/>
                </a:lnTo>
                <a:lnTo>
                  <a:pt x="14" y="450"/>
                </a:lnTo>
                <a:lnTo>
                  <a:pt x="16" y="463"/>
                </a:lnTo>
                <a:lnTo>
                  <a:pt x="19" y="475"/>
                </a:lnTo>
                <a:lnTo>
                  <a:pt x="22" y="488"/>
                </a:lnTo>
                <a:lnTo>
                  <a:pt x="26" y="500"/>
                </a:lnTo>
                <a:lnTo>
                  <a:pt x="30" y="513"/>
                </a:lnTo>
                <a:lnTo>
                  <a:pt x="35" y="525"/>
                </a:lnTo>
                <a:lnTo>
                  <a:pt x="40" y="537"/>
                </a:lnTo>
                <a:lnTo>
                  <a:pt x="46" y="549"/>
                </a:lnTo>
                <a:lnTo>
                  <a:pt x="53" y="561"/>
                </a:lnTo>
                <a:lnTo>
                  <a:pt x="60" y="573"/>
                </a:lnTo>
                <a:lnTo>
                  <a:pt x="68" y="584"/>
                </a:lnTo>
                <a:lnTo>
                  <a:pt x="76" y="596"/>
                </a:lnTo>
                <a:lnTo>
                  <a:pt x="85" y="607"/>
                </a:lnTo>
                <a:lnTo>
                  <a:pt x="94" y="618"/>
                </a:lnTo>
                <a:lnTo>
                  <a:pt x="104" y="629"/>
                </a:lnTo>
                <a:lnTo>
                  <a:pt x="114" y="639"/>
                </a:lnTo>
                <a:lnTo>
                  <a:pt x="125" y="650"/>
                </a:lnTo>
                <a:lnTo>
                  <a:pt x="136" y="660"/>
                </a:lnTo>
                <a:lnTo>
                  <a:pt x="147" y="670"/>
                </a:lnTo>
                <a:lnTo>
                  <a:pt x="159" y="679"/>
                </a:lnTo>
                <a:lnTo>
                  <a:pt x="172" y="689"/>
                </a:lnTo>
                <a:lnTo>
                  <a:pt x="185" y="698"/>
                </a:lnTo>
                <a:lnTo>
                  <a:pt x="198" y="707"/>
                </a:lnTo>
                <a:lnTo>
                  <a:pt x="212" y="715"/>
                </a:lnTo>
                <a:lnTo>
                  <a:pt x="226" y="723"/>
                </a:lnTo>
                <a:lnTo>
                  <a:pt x="241" y="731"/>
                </a:lnTo>
                <a:lnTo>
                  <a:pt x="256" y="739"/>
                </a:lnTo>
                <a:lnTo>
                  <a:pt x="271" y="746"/>
                </a:lnTo>
                <a:lnTo>
                  <a:pt x="287" y="753"/>
                </a:lnTo>
                <a:lnTo>
                  <a:pt x="303" y="760"/>
                </a:lnTo>
                <a:lnTo>
                  <a:pt x="319" y="766"/>
                </a:lnTo>
                <a:lnTo>
                  <a:pt x="335" y="772"/>
                </a:lnTo>
                <a:lnTo>
                  <a:pt x="352" y="778"/>
                </a:lnTo>
                <a:lnTo>
                  <a:pt x="369" y="783"/>
                </a:lnTo>
                <a:lnTo>
                  <a:pt x="386" y="788"/>
                </a:lnTo>
                <a:lnTo>
                  <a:pt x="404" y="792"/>
                </a:lnTo>
                <a:lnTo>
                  <a:pt x="421" y="796"/>
                </a:lnTo>
                <a:lnTo>
                  <a:pt x="439" y="800"/>
                </a:lnTo>
                <a:lnTo>
                  <a:pt x="457" y="803"/>
                </a:lnTo>
                <a:lnTo>
                  <a:pt x="475" y="806"/>
                </a:lnTo>
                <a:lnTo>
                  <a:pt x="493" y="809"/>
                </a:lnTo>
                <a:lnTo>
                  <a:pt x="512" y="811"/>
                </a:lnTo>
                <a:lnTo>
                  <a:pt x="530" y="813"/>
                </a:lnTo>
                <a:lnTo>
                  <a:pt x="549" y="814"/>
                </a:lnTo>
                <a:lnTo>
                  <a:pt x="567" y="815"/>
                </a:lnTo>
                <a:lnTo>
                  <a:pt x="587" y="816"/>
                </a:lnTo>
                <a:lnTo>
                  <a:pt x="605" y="816"/>
                </a:lnTo>
                <a:lnTo>
                  <a:pt x="624" y="816"/>
                </a:lnTo>
                <a:lnTo>
                  <a:pt x="643" y="815"/>
                </a:lnTo>
                <a:lnTo>
                  <a:pt x="661" y="814"/>
                </a:lnTo>
                <a:lnTo>
                  <a:pt x="680" y="813"/>
                </a:lnTo>
                <a:lnTo>
                  <a:pt x="698" y="811"/>
                </a:lnTo>
                <a:lnTo>
                  <a:pt x="717" y="809"/>
                </a:lnTo>
                <a:lnTo>
                  <a:pt x="735" y="806"/>
                </a:lnTo>
                <a:lnTo>
                  <a:pt x="753" y="803"/>
                </a:lnTo>
                <a:lnTo>
                  <a:pt x="771" y="800"/>
                </a:lnTo>
                <a:lnTo>
                  <a:pt x="789" y="796"/>
                </a:lnTo>
                <a:lnTo>
                  <a:pt x="806" y="792"/>
                </a:lnTo>
                <a:lnTo>
                  <a:pt x="824" y="788"/>
                </a:lnTo>
                <a:lnTo>
                  <a:pt x="841" y="783"/>
                </a:lnTo>
                <a:lnTo>
                  <a:pt x="858" y="778"/>
                </a:lnTo>
                <a:lnTo>
                  <a:pt x="875" y="772"/>
                </a:lnTo>
                <a:lnTo>
                  <a:pt x="891" y="766"/>
                </a:lnTo>
                <a:lnTo>
                  <a:pt x="907" y="760"/>
                </a:lnTo>
                <a:lnTo>
                  <a:pt x="923" y="753"/>
                </a:lnTo>
                <a:lnTo>
                  <a:pt x="939" y="746"/>
                </a:lnTo>
                <a:lnTo>
                  <a:pt x="954" y="739"/>
                </a:lnTo>
                <a:lnTo>
                  <a:pt x="969" y="731"/>
                </a:lnTo>
                <a:lnTo>
                  <a:pt x="984" y="723"/>
                </a:lnTo>
                <a:lnTo>
                  <a:pt x="998" y="715"/>
                </a:lnTo>
                <a:lnTo>
                  <a:pt x="1012" y="707"/>
                </a:lnTo>
                <a:lnTo>
                  <a:pt x="1025" y="698"/>
                </a:lnTo>
                <a:lnTo>
                  <a:pt x="1038" y="689"/>
                </a:lnTo>
                <a:lnTo>
                  <a:pt x="1050" y="679"/>
                </a:lnTo>
                <a:lnTo>
                  <a:pt x="1063" y="670"/>
                </a:lnTo>
                <a:lnTo>
                  <a:pt x="1074" y="660"/>
                </a:lnTo>
                <a:lnTo>
                  <a:pt x="1085" y="650"/>
                </a:lnTo>
                <a:lnTo>
                  <a:pt x="1096" y="639"/>
                </a:lnTo>
                <a:lnTo>
                  <a:pt x="1106" y="629"/>
                </a:lnTo>
                <a:lnTo>
                  <a:pt x="1116" y="618"/>
                </a:lnTo>
                <a:lnTo>
                  <a:pt x="1125" y="607"/>
                </a:lnTo>
                <a:lnTo>
                  <a:pt x="1134" y="596"/>
                </a:lnTo>
                <a:lnTo>
                  <a:pt x="1142" y="584"/>
                </a:lnTo>
                <a:lnTo>
                  <a:pt x="1150" y="573"/>
                </a:lnTo>
                <a:lnTo>
                  <a:pt x="1157" y="561"/>
                </a:lnTo>
                <a:lnTo>
                  <a:pt x="1164" y="549"/>
                </a:lnTo>
                <a:lnTo>
                  <a:pt x="1170" y="537"/>
                </a:lnTo>
                <a:lnTo>
                  <a:pt x="1175" y="525"/>
                </a:lnTo>
                <a:lnTo>
                  <a:pt x="1180" y="513"/>
                </a:lnTo>
                <a:lnTo>
                  <a:pt x="1184" y="500"/>
                </a:lnTo>
                <a:lnTo>
                  <a:pt x="1188" y="488"/>
                </a:lnTo>
                <a:lnTo>
                  <a:pt x="1191" y="475"/>
                </a:lnTo>
                <a:lnTo>
                  <a:pt x="1194" y="463"/>
                </a:lnTo>
                <a:lnTo>
                  <a:pt x="1196" y="450"/>
                </a:lnTo>
                <a:lnTo>
                  <a:pt x="1198" y="438"/>
                </a:lnTo>
                <a:lnTo>
                  <a:pt x="1198" y="425"/>
                </a:lnTo>
                <a:lnTo>
                  <a:pt x="1199" y="412"/>
                </a:lnTo>
                <a:moveTo>
                  <a:pt x="1210" y="412"/>
                </a:moveTo>
                <a:lnTo>
                  <a:pt x="1210" y="425"/>
                </a:lnTo>
                <a:lnTo>
                  <a:pt x="1209" y="438"/>
                </a:lnTo>
                <a:lnTo>
                  <a:pt x="1207" y="451"/>
                </a:lnTo>
                <a:lnTo>
                  <a:pt x="1205" y="464"/>
                </a:lnTo>
                <a:lnTo>
                  <a:pt x="1203" y="477"/>
                </a:lnTo>
                <a:lnTo>
                  <a:pt x="1199" y="489"/>
                </a:lnTo>
                <a:lnTo>
                  <a:pt x="1195" y="502"/>
                </a:lnTo>
                <a:lnTo>
                  <a:pt x="1191" y="515"/>
                </a:lnTo>
                <a:lnTo>
                  <a:pt x="1186" y="527"/>
                </a:lnTo>
                <a:lnTo>
                  <a:pt x="1180" y="539"/>
                </a:lnTo>
                <a:lnTo>
                  <a:pt x="1174" y="552"/>
                </a:lnTo>
                <a:lnTo>
                  <a:pt x="1168" y="564"/>
                </a:lnTo>
                <a:lnTo>
                  <a:pt x="1160" y="576"/>
                </a:lnTo>
                <a:lnTo>
                  <a:pt x="1153" y="587"/>
                </a:lnTo>
                <a:lnTo>
                  <a:pt x="1144" y="599"/>
                </a:lnTo>
                <a:lnTo>
                  <a:pt x="1135" y="610"/>
                </a:lnTo>
                <a:lnTo>
                  <a:pt x="1126" y="622"/>
                </a:lnTo>
                <a:lnTo>
                  <a:pt x="1116" y="633"/>
                </a:lnTo>
                <a:lnTo>
                  <a:pt x="1106" y="644"/>
                </a:lnTo>
                <a:lnTo>
                  <a:pt x="1095" y="654"/>
                </a:lnTo>
                <a:lnTo>
                  <a:pt x="1083" y="664"/>
                </a:lnTo>
                <a:lnTo>
                  <a:pt x="1071" y="675"/>
                </a:lnTo>
                <a:lnTo>
                  <a:pt x="1059" y="684"/>
                </a:lnTo>
                <a:lnTo>
                  <a:pt x="1046" y="694"/>
                </a:lnTo>
                <a:lnTo>
                  <a:pt x="1033" y="703"/>
                </a:lnTo>
                <a:lnTo>
                  <a:pt x="1019" y="712"/>
                </a:lnTo>
                <a:lnTo>
                  <a:pt x="1005" y="721"/>
                </a:lnTo>
                <a:lnTo>
                  <a:pt x="991" y="729"/>
                </a:lnTo>
                <a:lnTo>
                  <a:pt x="976" y="737"/>
                </a:lnTo>
                <a:lnTo>
                  <a:pt x="961" y="745"/>
                </a:lnTo>
                <a:lnTo>
                  <a:pt x="945" y="753"/>
                </a:lnTo>
                <a:lnTo>
                  <a:pt x="929" y="760"/>
                </a:lnTo>
                <a:lnTo>
                  <a:pt x="913" y="766"/>
                </a:lnTo>
                <a:lnTo>
                  <a:pt x="897" y="773"/>
                </a:lnTo>
                <a:lnTo>
                  <a:pt x="880" y="779"/>
                </a:lnTo>
                <a:lnTo>
                  <a:pt x="863" y="785"/>
                </a:lnTo>
                <a:lnTo>
                  <a:pt x="846" y="790"/>
                </a:lnTo>
                <a:lnTo>
                  <a:pt x="828" y="795"/>
                </a:lnTo>
                <a:lnTo>
                  <a:pt x="810" y="799"/>
                </a:lnTo>
                <a:lnTo>
                  <a:pt x="792" y="804"/>
                </a:lnTo>
                <a:lnTo>
                  <a:pt x="774" y="807"/>
                </a:lnTo>
                <a:lnTo>
                  <a:pt x="756" y="811"/>
                </a:lnTo>
                <a:lnTo>
                  <a:pt x="737" y="814"/>
                </a:lnTo>
                <a:lnTo>
                  <a:pt x="719" y="816"/>
                </a:lnTo>
                <a:lnTo>
                  <a:pt x="700" y="819"/>
                </a:lnTo>
                <a:lnTo>
                  <a:pt x="681" y="820"/>
                </a:lnTo>
                <a:lnTo>
                  <a:pt x="662" y="822"/>
                </a:lnTo>
                <a:lnTo>
                  <a:pt x="643" y="823"/>
                </a:lnTo>
                <a:lnTo>
                  <a:pt x="624" y="823"/>
                </a:lnTo>
                <a:lnTo>
                  <a:pt x="605" y="824"/>
                </a:lnTo>
                <a:lnTo>
                  <a:pt x="586" y="823"/>
                </a:lnTo>
                <a:lnTo>
                  <a:pt x="567" y="823"/>
                </a:lnTo>
                <a:lnTo>
                  <a:pt x="548" y="822"/>
                </a:lnTo>
                <a:lnTo>
                  <a:pt x="529" y="820"/>
                </a:lnTo>
                <a:lnTo>
                  <a:pt x="510" y="819"/>
                </a:lnTo>
                <a:lnTo>
                  <a:pt x="491" y="816"/>
                </a:lnTo>
                <a:lnTo>
                  <a:pt x="473" y="814"/>
                </a:lnTo>
                <a:lnTo>
                  <a:pt x="454" y="811"/>
                </a:lnTo>
                <a:lnTo>
                  <a:pt x="436" y="807"/>
                </a:lnTo>
                <a:lnTo>
                  <a:pt x="418" y="804"/>
                </a:lnTo>
                <a:lnTo>
                  <a:pt x="400" y="799"/>
                </a:lnTo>
                <a:lnTo>
                  <a:pt x="382" y="795"/>
                </a:lnTo>
                <a:lnTo>
                  <a:pt x="364" y="790"/>
                </a:lnTo>
                <a:lnTo>
                  <a:pt x="347" y="785"/>
                </a:lnTo>
                <a:lnTo>
                  <a:pt x="330" y="779"/>
                </a:lnTo>
                <a:lnTo>
                  <a:pt x="313" y="773"/>
                </a:lnTo>
                <a:lnTo>
                  <a:pt x="297" y="766"/>
                </a:lnTo>
                <a:lnTo>
                  <a:pt x="281" y="760"/>
                </a:lnTo>
                <a:lnTo>
                  <a:pt x="265" y="753"/>
                </a:lnTo>
                <a:lnTo>
                  <a:pt x="249" y="745"/>
                </a:lnTo>
                <a:lnTo>
                  <a:pt x="234" y="737"/>
                </a:lnTo>
                <a:lnTo>
                  <a:pt x="219" y="729"/>
                </a:lnTo>
                <a:lnTo>
                  <a:pt x="205" y="721"/>
                </a:lnTo>
                <a:lnTo>
                  <a:pt x="191" y="712"/>
                </a:lnTo>
                <a:lnTo>
                  <a:pt x="177" y="703"/>
                </a:lnTo>
                <a:lnTo>
                  <a:pt x="164" y="694"/>
                </a:lnTo>
                <a:lnTo>
                  <a:pt x="151" y="684"/>
                </a:lnTo>
                <a:lnTo>
                  <a:pt x="139" y="675"/>
                </a:lnTo>
                <a:lnTo>
                  <a:pt x="127" y="664"/>
                </a:lnTo>
                <a:lnTo>
                  <a:pt x="115" y="654"/>
                </a:lnTo>
                <a:lnTo>
                  <a:pt x="104" y="644"/>
                </a:lnTo>
                <a:lnTo>
                  <a:pt x="94" y="633"/>
                </a:lnTo>
                <a:lnTo>
                  <a:pt x="84" y="622"/>
                </a:lnTo>
                <a:lnTo>
                  <a:pt x="75" y="610"/>
                </a:lnTo>
                <a:lnTo>
                  <a:pt x="66" y="599"/>
                </a:lnTo>
                <a:lnTo>
                  <a:pt x="57" y="587"/>
                </a:lnTo>
                <a:lnTo>
                  <a:pt x="50" y="576"/>
                </a:lnTo>
                <a:lnTo>
                  <a:pt x="42" y="564"/>
                </a:lnTo>
                <a:lnTo>
                  <a:pt x="36" y="552"/>
                </a:lnTo>
                <a:lnTo>
                  <a:pt x="30" y="539"/>
                </a:lnTo>
                <a:lnTo>
                  <a:pt x="24" y="527"/>
                </a:lnTo>
                <a:lnTo>
                  <a:pt x="19" y="515"/>
                </a:lnTo>
                <a:lnTo>
                  <a:pt x="14" y="502"/>
                </a:lnTo>
                <a:lnTo>
                  <a:pt x="11" y="489"/>
                </a:lnTo>
                <a:lnTo>
                  <a:pt x="7" y="477"/>
                </a:lnTo>
                <a:lnTo>
                  <a:pt x="5" y="464"/>
                </a:lnTo>
                <a:lnTo>
                  <a:pt x="3" y="451"/>
                </a:lnTo>
                <a:lnTo>
                  <a:pt x="1" y="438"/>
                </a:lnTo>
                <a:lnTo>
                  <a:pt x="0" y="425"/>
                </a:lnTo>
                <a:lnTo>
                  <a:pt x="0" y="412"/>
                </a:lnTo>
                <a:lnTo>
                  <a:pt x="0" y="399"/>
                </a:lnTo>
                <a:lnTo>
                  <a:pt x="1" y="386"/>
                </a:lnTo>
                <a:lnTo>
                  <a:pt x="3" y="374"/>
                </a:lnTo>
                <a:lnTo>
                  <a:pt x="5" y="361"/>
                </a:lnTo>
                <a:lnTo>
                  <a:pt x="7" y="348"/>
                </a:lnTo>
                <a:lnTo>
                  <a:pt x="11" y="335"/>
                </a:lnTo>
                <a:lnTo>
                  <a:pt x="14" y="322"/>
                </a:lnTo>
                <a:lnTo>
                  <a:pt x="19" y="310"/>
                </a:lnTo>
                <a:lnTo>
                  <a:pt x="24" y="297"/>
                </a:lnTo>
                <a:lnTo>
                  <a:pt x="30" y="285"/>
                </a:lnTo>
                <a:lnTo>
                  <a:pt x="36" y="273"/>
                </a:lnTo>
                <a:lnTo>
                  <a:pt x="42" y="261"/>
                </a:lnTo>
                <a:lnTo>
                  <a:pt x="50" y="249"/>
                </a:lnTo>
                <a:lnTo>
                  <a:pt x="57" y="237"/>
                </a:lnTo>
                <a:lnTo>
                  <a:pt x="66" y="225"/>
                </a:lnTo>
                <a:lnTo>
                  <a:pt x="75" y="214"/>
                </a:lnTo>
                <a:lnTo>
                  <a:pt x="84" y="203"/>
                </a:lnTo>
                <a:lnTo>
                  <a:pt x="94" y="192"/>
                </a:lnTo>
                <a:lnTo>
                  <a:pt x="104" y="181"/>
                </a:lnTo>
                <a:lnTo>
                  <a:pt x="115" y="170"/>
                </a:lnTo>
                <a:lnTo>
                  <a:pt x="127" y="160"/>
                </a:lnTo>
                <a:lnTo>
                  <a:pt x="139" y="150"/>
                </a:lnTo>
                <a:lnTo>
                  <a:pt x="151" y="140"/>
                </a:lnTo>
                <a:lnTo>
                  <a:pt x="164" y="131"/>
                </a:lnTo>
                <a:lnTo>
                  <a:pt x="177" y="121"/>
                </a:lnTo>
                <a:lnTo>
                  <a:pt x="191" y="112"/>
                </a:lnTo>
                <a:lnTo>
                  <a:pt x="205" y="104"/>
                </a:lnTo>
                <a:lnTo>
                  <a:pt x="219" y="95"/>
                </a:lnTo>
                <a:lnTo>
                  <a:pt x="234" y="87"/>
                </a:lnTo>
                <a:lnTo>
                  <a:pt x="249" y="79"/>
                </a:lnTo>
                <a:lnTo>
                  <a:pt x="265" y="72"/>
                </a:lnTo>
                <a:lnTo>
                  <a:pt x="281" y="65"/>
                </a:lnTo>
                <a:lnTo>
                  <a:pt x="297" y="57"/>
                </a:lnTo>
                <a:lnTo>
                  <a:pt x="313" y="51"/>
                </a:lnTo>
                <a:lnTo>
                  <a:pt x="330" y="45"/>
                </a:lnTo>
                <a:lnTo>
                  <a:pt x="347" y="39"/>
                </a:lnTo>
                <a:lnTo>
                  <a:pt x="364" y="34"/>
                </a:lnTo>
                <a:lnTo>
                  <a:pt x="382" y="29"/>
                </a:lnTo>
                <a:lnTo>
                  <a:pt x="400" y="24"/>
                </a:lnTo>
                <a:lnTo>
                  <a:pt x="418" y="20"/>
                </a:lnTo>
                <a:lnTo>
                  <a:pt x="436" y="16"/>
                </a:lnTo>
                <a:lnTo>
                  <a:pt x="454" y="13"/>
                </a:lnTo>
                <a:lnTo>
                  <a:pt x="473" y="10"/>
                </a:lnTo>
                <a:lnTo>
                  <a:pt x="491" y="7"/>
                </a:lnTo>
                <a:lnTo>
                  <a:pt x="510" y="5"/>
                </a:lnTo>
                <a:lnTo>
                  <a:pt x="529" y="3"/>
                </a:lnTo>
                <a:lnTo>
                  <a:pt x="548" y="2"/>
                </a:lnTo>
                <a:lnTo>
                  <a:pt x="567" y="1"/>
                </a:lnTo>
                <a:lnTo>
                  <a:pt x="586" y="0"/>
                </a:lnTo>
                <a:lnTo>
                  <a:pt x="605" y="0"/>
                </a:lnTo>
                <a:lnTo>
                  <a:pt x="624" y="0"/>
                </a:lnTo>
                <a:lnTo>
                  <a:pt x="643" y="1"/>
                </a:lnTo>
                <a:lnTo>
                  <a:pt x="662" y="2"/>
                </a:lnTo>
                <a:lnTo>
                  <a:pt x="681" y="3"/>
                </a:lnTo>
                <a:lnTo>
                  <a:pt x="700" y="5"/>
                </a:lnTo>
                <a:lnTo>
                  <a:pt x="719" y="7"/>
                </a:lnTo>
                <a:lnTo>
                  <a:pt x="737" y="10"/>
                </a:lnTo>
                <a:lnTo>
                  <a:pt x="756" y="13"/>
                </a:lnTo>
                <a:lnTo>
                  <a:pt x="774" y="16"/>
                </a:lnTo>
                <a:lnTo>
                  <a:pt x="792" y="20"/>
                </a:lnTo>
                <a:lnTo>
                  <a:pt x="810" y="24"/>
                </a:lnTo>
                <a:lnTo>
                  <a:pt x="828" y="29"/>
                </a:lnTo>
                <a:lnTo>
                  <a:pt x="846" y="34"/>
                </a:lnTo>
                <a:lnTo>
                  <a:pt x="863" y="39"/>
                </a:lnTo>
                <a:lnTo>
                  <a:pt x="880" y="45"/>
                </a:lnTo>
                <a:lnTo>
                  <a:pt x="897" y="51"/>
                </a:lnTo>
                <a:lnTo>
                  <a:pt x="913" y="57"/>
                </a:lnTo>
                <a:lnTo>
                  <a:pt x="929" y="65"/>
                </a:lnTo>
                <a:lnTo>
                  <a:pt x="945" y="72"/>
                </a:lnTo>
                <a:lnTo>
                  <a:pt x="961" y="79"/>
                </a:lnTo>
                <a:lnTo>
                  <a:pt x="976" y="87"/>
                </a:lnTo>
                <a:lnTo>
                  <a:pt x="991" y="95"/>
                </a:lnTo>
                <a:lnTo>
                  <a:pt x="1005" y="104"/>
                </a:lnTo>
                <a:lnTo>
                  <a:pt x="1019" y="112"/>
                </a:lnTo>
                <a:lnTo>
                  <a:pt x="1033" y="121"/>
                </a:lnTo>
                <a:lnTo>
                  <a:pt x="1046" y="131"/>
                </a:lnTo>
                <a:lnTo>
                  <a:pt x="1059" y="140"/>
                </a:lnTo>
                <a:lnTo>
                  <a:pt x="1071" y="150"/>
                </a:lnTo>
                <a:lnTo>
                  <a:pt x="1083" y="160"/>
                </a:lnTo>
                <a:lnTo>
                  <a:pt x="1095" y="170"/>
                </a:lnTo>
                <a:lnTo>
                  <a:pt x="1106" y="181"/>
                </a:lnTo>
                <a:lnTo>
                  <a:pt x="1116" y="192"/>
                </a:lnTo>
                <a:lnTo>
                  <a:pt x="1126" y="203"/>
                </a:lnTo>
                <a:lnTo>
                  <a:pt x="1135" y="214"/>
                </a:lnTo>
                <a:lnTo>
                  <a:pt x="1144" y="225"/>
                </a:lnTo>
                <a:lnTo>
                  <a:pt x="1153" y="237"/>
                </a:lnTo>
                <a:lnTo>
                  <a:pt x="1160" y="249"/>
                </a:lnTo>
                <a:lnTo>
                  <a:pt x="1168" y="261"/>
                </a:lnTo>
                <a:lnTo>
                  <a:pt x="1174" y="273"/>
                </a:lnTo>
                <a:lnTo>
                  <a:pt x="1180" y="285"/>
                </a:lnTo>
                <a:lnTo>
                  <a:pt x="1186" y="297"/>
                </a:lnTo>
                <a:lnTo>
                  <a:pt x="1191" y="310"/>
                </a:lnTo>
                <a:lnTo>
                  <a:pt x="1195" y="322"/>
                </a:lnTo>
                <a:lnTo>
                  <a:pt x="1199" y="335"/>
                </a:lnTo>
                <a:lnTo>
                  <a:pt x="1203" y="348"/>
                </a:lnTo>
                <a:lnTo>
                  <a:pt x="1205" y="361"/>
                </a:lnTo>
                <a:lnTo>
                  <a:pt x="1207" y="374"/>
                </a:lnTo>
                <a:lnTo>
                  <a:pt x="1209" y="386"/>
                </a:lnTo>
                <a:lnTo>
                  <a:pt x="1210" y="399"/>
                </a:lnTo>
                <a:lnTo>
                  <a:pt x="1210" y="412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1" name=""/>
          <p:cNvSpPr/>
          <p:nvPr/>
        </p:nvSpPr>
        <p:spPr>
          <a:xfrm>
            <a:off x="7840440" y="2788200"/>
            <a:ext cx="438480" cy="298440"/>
          </a:xfrm>
          <a:custGeom>
            <a:avLst/>
            <a:gdLst/>
            <a:ahLst/>
            <a:rect l="0" t="0" r="r" b="b"/>
            <a:pathLst>
              <a:path w="1218" h="829">
                <a:moveTo>
                  <a:pt x="1214" y="415"/>
                </a:moveTo>
                <a:lnTo>
                  <a:pt x="1214" y="402"/>
                </a:lnTo>
                <a:lnTo>
                  <a:pt x="1213" y="389"/>
                </a:lnTo>
                <a:lnTo>
                  <a:pt x="1211" y="377"/>
                </a:lnTo>
                <a:lnTo>
                  <a:pt x="1209" y="364"/>
                </a:lnTo>
                <a:lnTo>
                  <a:pt x="1207" y="351"/>
                </a:lnTo>
                <a:lnTo>
                  <a:pt x="1203" y="338"/>
                </a:lnTo>
                <a:lnTo>
                  <a:pt x="1199" y="325"/>
                </a:lnTo>
                <a:lnTo>
                  <a:pt x="1195" y="313"/>
                </a:lnTo>
                <a:lnTo>
                  <a:pt x="1190" y="300"/>
                </a:lnTo>
                <a:lnTo>
                  <a:pt x="1184" y="288"/>
                </a:lnTo>
                <a:lnTo>
                  <a:pt x="1178" y="276"/>
                </a:lnTo>
                <a:lnTo>
                  <a:pt x="1172" y="264"/>
                </a:lnTo>
                <a:lnTo>
                  <a:pt x="1164" y="252"/>
                </a:lnTo>
                <a:lnTo>
                  <a:pt x="1157" y="240"/>
                </a:lnTo>
                <a:lnTo>
                  <a:pt x="1148" y="228"/>
                </a:lnTo>
                <a:lnTo>
                  <a:pt x="1139" y="217"/>
                </a:lnTo>
                <a:lnTo>
                  <a:pt x="1130" y="206"/>
                </a:lnTo>
                <a:lnTo>
                  <a:pt x="1120" y="195"/>
                </a:lnTo>
                <a:lnTo>
                  <a:pt x="1110" y="184"/>
                </a:lnTo>
                <a:lnTo>
                  <a:pt x="1099" y="173"/>
                </a:lnTo>
                <a:lnTo>
                  <a:pt x="1087" y="163"/>
                </a:lnTo>
                <a:lnTo>
                  <a:pt x="1075" y="153"/>
                </a:lnTo>
                <a:lnTo>
                  <a:pt x="1063" y="143"/>
                </a:lnTo>
                <a:lnTo>
                  <a:pt x="1050" y="134"/>
                </a:lnTo>
                <a:lnTo>
                  <a:pt x="1037" y="124"/>
                </a:lnTo>
                <a:lnTo>
                  <a:pt x="1023" y="115"/>
                </a:lnTo>
                <a:lnTo>
                  <a:pt x="1009" y="106"/>
                </a:lnTo>
                <a:lnTo>
                  <a:pt x="995" y="97"/>
                </a:lnTo>
                <a:lnTo>
                  <a:pt x="980" y="89"/>
                </a:lnTo>
                <a:lnTo>
                  <a:pt x="965" y="81"/>
                </a:lnTo>
                <a:lnTo>
                  <a:pt x="949" y="74"/>
                </a:lnTo>
                <a:lnTo>
                  <a:pt x="933" y="67"/>
                </a:lnTo>
                <a:lnTo>
                  <a:pt x="917" y="60"/>
                </a:lnTo>
                <a:lnTo>
                  <a:pt x="901" y="54"/>
                </a:lnTo>
                <a:lnTo>
                  <a:pt x="884" y="48"/>
                </a:lnTo>
                <a:lnTo>
                  <a:pt x="867" y="42"/>
                </a:lnTo>
                <a:lnTo>
                  <a:pt x="850" y="37"/>
                </a:lnTo>
                <a:lnTo>
                  <a:pt x="832" y="32"/>
                </a:lnTo>
                <a:lnTo>
                  <a:pt x="814" y="27"/>
                </a:lnTo>
                <a:lnTo>
                  <a:pt x="796" y="23"/>
                </a:lnTo>
                <a:lnTo>
                  <a:pt x="778" y="19"/>
                </a:lnTo>
                <a:lnTo>
                  <a:pt x="760" y="16"/>
                </a:lnTo>
                <a:lnTo>
                  <a:pt x="741" y="13"/>
                </a:lnTo>
                <a:lnTo>
                  <a:pt x="723" y="10"/>
                </a:lnTo>
                <a:lnTo>
                  <a:pt x="703" y="8"/>
                </a:lnTo>
                <a:lnTo>
                  <a:pt x="684" y="6"/>
                </a:lnTo>
                <a:lnTo>
                  <a:pt x="665" y="5"/>
                </a:lnTo>
                <a:lnTo>
                  <a:pt x="646" y="4"/>
                </a:lnTo>
                <a:lnTo>
                  <a:pt x="627" y="3"/>
                </a:lnTo>
                <a:lnTo>
                  <a:pt x="608" y="3"/>
                </a:lnTo>
                <a:lnTo>
                  <a:pt x="589" y="3"/>
                </a:lnTo>
                <a:lnTo>
                  <a:pt x="571" y="4"/>
                </a:lnTo>
                <a:lnTo>
                  <a:pt x="552" y="5"/>
                </a:lnTo>
                <a:lnTo>
                  <a:pt x="533" y="6"/>
                </a:lnTo>
                <a:lnTo>
                  <a:pt x="514" y="8"/>
                </a:lnTo>
                <a:lnTo>
                  <a:pt x="495" y="10"/>
                </a:lnTo>
                <a:lnTo>
                  <a:pt x="477" y="13"/>
                </a:lnTo>
                <a:lnTo>
                  <a:pt x="458" y="16"/>
                </a:lnTo>
                <a:lnTo>
                  <a:pt x="440" y="19"/>
                </a:lnTo>
                <a:lnTo>
                  <a:pt x="422" y="23"/>
                </a:lnTo>
                <a:lnTo>
                  <a:pt x="404" y="27"/>
                </a:lnTo>
                <a:lnTo>
                  <a:pt x="386" y="32"/>
                </a:lnTo>
                <a:lnTo>
                  <a:pt x="368" y="37"/>
                </a:lnTo>
                <a:lnTo>
                  <a:pt x="351" y="42"/>
                </a:lnTo>
                <a:lnTo>
                  <a:pt x="334" y="48"/>
                </a:lnTo>
                <a:lnTo>
                  <a:pt x="317" y="54"/>
                </a:lnTo>
                <a:lnTo>
                  <a:pt x="301" y="60"/>
                </a:lnTo>
                <a:lnTo>
                  <a:pt x="285" y="67"/>
                </a:lnTo>
                <a:lnTo>
                  <a:pt x="269" y="74"/>
                </a:lnTo>
                <a:lnTo>
                  <a:pt x="253" y="81"/>
                </a:lnTo>
                <a:lnTo>
                  <a:pt x="238" y="89"/>
                </a:lnTo>
                <a:lnTo>
                  <a:pt x="223" y="97"/>
                </a:lnTo>
                <a:lnTo>
                  <a:pt x="209" y="106"/>
                </a:lnTo>
                <a:lnTo>
                  <a:pt x="195" y="115"/>
                </a:lnTo>
                <a:lnTo>
                  <a:pt x="181" y="124"/>
                </a:lnTo>
                <a:lnTo>
                  <a:pt x="168" y="134"/>
                </a:lnTo>
                <a:lnTo>
                  <a:pt x="155" y="143"/>
                </a:lnTo>
                <a:lnTo>
                  <a:pt x="143" y="153"/>
                </a:lnTo>
                <a:lnTo>
                  <a:pt x="131" y="163"/>
                </a:lnTo>
                <a:lnTo>
                  <a:pt x="119" y="173"/>
                </a:lnTo>
                <a:lnTo>
                  <a:pt x="108" y="184"/>
                </a:lnTo>
                <a:lnTo>
                  <a:pt x="98" y="195"/>
                </a:lnTo>
                <a:lnTo>
                  <a:pt x="88" y="206"/>
                </a:lnTo>
                <a:lnTo>
                  <a:pt x="79" y="217"/>
                </a:lnTo>
                <a:lnTo>
                  <a:pt x="70" y="228"/>
                </a:lnTo>
                <a:lnTo>
                  <a:pt x="61" y="240"/>
                </a:lnTo>
                <a:lnTo>
                  <a:pt x="54" y="252"/>
                </a:lnTo>
                <a:lnTo>
                  <a:pt x="46" y="264"/>
                </a:lnTo>
                <a:lnTo>
                  <a:pt x="40" y="276"/>
                </a:lnTo>
                <a:lnTo>
                  <a:pt x="34" y="288"/>
                </a:lnTo>
                <a:lnTo>
                  <a:pt x="28" y="300"/>
                </a:lnTo>
                <a:lnTo>
                  <a:pt x="23" y="313"/>
                </a:lnTo>
                <a:lnTo>
                  <a:pt x="18" y="325"/>
                </a:lnTo>
                <a:lnTo>
                  <a:pt x="15" y="338"/>
                </a:lnTo>
                <a:lnTo>
                  <a:pt x="11" y="351"/>
                </a:lnTo>
                <a:lnTo>
                  <a:pt x="9" y="364"/>
                </a:lnTo>
                <a:lnTo>
                  <a:pt x="7" y="377"/>
                </a:lnTo>
                <a:lnTo>
                  <a:pt x="5" y="389"/>
                </a:lnTo>
                <a:lnTo>
                  <a:pt x="4" y="402"/>
                </a:lnTo>
                <a:lnTo>
                  <a:pt x="4" y="415"/>
                </a:lnTo>
                <a:lnTo>
                  <a:pt x="4" y="428"/>
                </a:lnTo>
                <a:lnTo>
                  <a:pt x="5" y="441"/>
                </a:lnTo>
                <a:lnTo>
                  <a:pt x="7" y="454"/>
                </a:lnTo>
                <a:lnTo>
                  <a:pt x="9" y="467"/>
                </a:lnTo>
                <a:lnTo>
                  <a:pt x="11" y="480"/>
                </a:lnTo>
                <a:lnTo>
                  <a:pt x="15" y="492"/>
                </a:lnTo>
                <a:lnTo>
                  <a:pt x="18" y="505"/>
                </a:lnTo>
                <a:lnTo>
                  <a:pt x="23" y="518"/>
                </a:lnTo>
                <a:lnTo>
                  <a:pt x="28" y="530"/>
                </a:lnTo>
                <a:lnTo>
                  <a:pt x="34" y="542"/>
                </a:lnTo>
                <a:lnTo>
                  <a:pt x="40" y="555"/>
                </a:lnTo>
                <a:lnTo>
                  <a:pt x="46" y="567"/>
                </a:lnTo>
                <a:lnTo>
                  <a:pt x="54" y="579"/>
                </a:lnTo>
                <a:lnTo>
                  <a:pt x="61" y="590"/>
                </a:lnTo>
                <a:lnTo>
                  <a:pt x="70" y="602"/>
                </a:lnTo>
                <a:lnTo>
                  <a:pt x="79" y="613"/>
                </a:lnTo>
                <a:lnTo>
                  <a:pt x="88" y="625"/>
                </a:lnTo>
                <a:lnTo>
                  <a:pt x="98" y="636"/>
                </a:lnTo>
                <a:lnTo>
                  <a:pt x="108" y="647"/>
                </a:lnTo>
                <a:lnTo>
                  <a:pt x="119" y="657"/>
                </a:lnTo>
                <a:lnTo>
                  <a:pt x="131" y="667"/>
                </a:lnTo>
                <a:lnTo>
                  <a:pt x="143" y="678"/>
                </a:lnTo>
                <a:lnTo>
                  <a:pt x="155" y="687"/>
                </a:lnTo>
                <a:lnTo>
                  <a:pt x="168" y="697"/>
                </a:lnTo>
                <a:lnTo>
                  <a:pt x="181" y="706"/>
                </a:lnTo>
                <a:lnTo>
                  <a:pt x="195" y="715"/>
                </a:lnTo>
                <a:lnTo>
                  <a:pt x="209" y="724"/>
                </a:lnTo>
                <a:lnTo>
                  <a:pt x="223" y="732"/>
                </a:lnTo>
                <a:lnTo>
                  <a:pt x="238" y="740"/>
                </a:lnTo>
                <a:lnTo>
                  <a:pt x="253" y="748"/>
                </a:lnTo>
                <a:lnTo>
                  <a:pt x="269" y="756"/>
                </a:lnTo>
                <a:lnTo>
                  <a:pt x="285" y="763"/>
                </a:lnTo>
                <a:lnTo>
                  <a:pt x="301" y="769"/>
                </a:lnTo>
                <a:lnTo>
                  <a:pt x="317" y="776"/>
                </a:lnTo>
                <a:lnTo>
                  <a:pt x="334" y="782"/>
                </a:lnTo>
                <a:lnTo>
                  <a:pt x="351" y="788"/>
                </a:lnTo>
                <a:lnTo>
                  <a:pt x="368" y="793"/>
                </a:lnTo>
                <a:lnTo>
                  <a:pt x="386" y="798"/>
                </a:lnTo>
                <a:lnTo>
                  <a:pt x="404" y="802"/>
                </a:lnTo>
                <a:lnTo>
                  <a:pt x="422" y="807"/>
                </a:lnTo>
                <a:lnTo>
                  <a:pt x="440" y="810"/>
                </a:lnTo>
                <a:lnTo>
                  <a:pt x="458" y="814"/>
                </a:lnTo>
                <a:lnTo>
                  <a:pt x="477" y="817"/>
                </a:lnTo>
                <a:lnTo>
                  <a:pt x="495" y="819"/>
                </a:lnTo>
                <a:lnTo>
                  <a:pt x="514" y="822"/>
                </a:lnTo>
                <a:lnTo>
                  <a:pt x="533" y="823"/>
                </a:lnTo>
                <a:lnTo>
                  <a:pt x="552" y="825"/>
                </a:lnTo>
                <a:lnTo>
                  <a:pt x="571" y="826"/>
                </a:lnTo>
                <a:lnTo>
                  <a:pt x="589" y="826"/>
                </a:lnTo>
                <a:lnTo>
                  <a:pt x="608" y="827"/>
                </a:lnTo>
                <a:lnTo>
                  <a:pt x="627" y="826"/>
                </a:lnTo>
                <a:lnTo>
                  <a:pt x="646" y="826"/>
                </a:lnTo>
                <a:lnTo>
                  <a:pt x="665" y="825"/>
                </a:lnTo>
                <a:lnTo>
                  <a:pt x="684" y="823"/>
                </a:lnTo>
                <a:lnTo>
                  <a:pt x="703" y="822"/>
                </a:lnTo>
                <a:lnTo>
                  <a:pt x="723" y="819"/>
                </a:lnTo>
                <a:lnTo>
                  <a:pt x="741" y="817"/>
                </a:lnTo>
                <a:lnTo>
                  <a:pt x="760" y="814"/>
                </a:lnTo>
                <a:lnTo>
                  <a:pt x="778" y="810"/>
                </a:lnTo>
                <a:lnTo>
                  <a:pt x="796" y="807"/>
                </a:lnTo>
                <a:lnTo>
                  <a:pt x="814" y="802"/>
                </a:lnTo>
                <a:lnTo>
                  <a:pt x="832" y="798"/>
                </a:lnTo>
                <a:lnTo>
                  <a:pt x="850" y="793"/>
                </a:lnTo>
                <a:lnTo>
                  <a:pt x="867" y="788"/>
                </a:lnTo>
                <a:lnTo>
                  <a:pt x="884" y="782"/>
                </a:lnTo>
                <a:lnTo>
                  <a:pt x="901" y="776"/>
                </a:lnTo>
                <a:lnTo>
                  <a:pt x="917" y="769"/>
                </a:lnTo>
                <a:lnTo>
                  <a:pt x="933" y="763"/>
                </a:lnTo>
                <a:lnTo>
                  <a:pt x="949" y="756"/>
                </a:lnTo>
                <a:lnTo>
                  <a:pt x="965" y="748"/>
                </a:lnTo>
                <a:lnTo>
                  <a:pt x="980" y="740"/>
                </a:lnTo>
                <a:lnTo>
                  <a:pt x="995" y="732"/>
                </a:lnTo>
                <a:lnTo>
                  <a:pt x="1009" y="724"/>
                </a:lnTo>
                <a:lnTo>
                  <a:pt x="1023" y="715"/>
                </a:lnTo>
                <a:lnTo>
                  <a:pt x="1037" y="706"/>
                </a:lnTo>
                <a:lnTo>
                  <a:pt x="1050" y="697"/>
                </a:lnTo>
                <a:lnTo>
                  <a:pt x="1063" y="687"/>
                </a:lnTo>
                <a:lnTo>
                  <a:pt x="1075" y="678"/>
                </a:lnTo>
                <a:lnTo>
                  <a:pt x="1087" y="667"/>
                </a:lnTo>
                <a:lnTo>
                  <a:pt x="1099" y="657"/>
                </a:lnTo>
                <a:lnTo>
                  <a:pt x="1110" y="647"/>
                </a:lnTo>
                <a:lnTo>
                  <a:pt x="1120" y="636"/>
                </a:lnTo>
                <a:lnTo>
                  <a:pt x="1130" y="625"/>
                </a:lnTo>
                <a:lnTo>
                  <a:pt x="1139" y="613"/>
                </a:lnTo>
                <a:lnTo>
                  <a:pt x="1148" y="602"/>
                </a:lnTo>
                <a:lnTo>
                  <a:pt x="1157" y="590"/>
                </a:lnTo>
                <a:lnTo>
                  <a:pt x="1164" y="579"/>
                </a:lnTo>
                <a:lnTo>
                  <a:pt x="1172" y="567"/>
                </a:lnTo>
                <a:lnTo>
                  <a:pt x="1178" y="555"/>
                </a:lnTo>
                <a:lnTo>
                  <a:pt x="1184" y="542"/>
                </a:lnTo>
                <a:lnTo>
                  <a:pt x="1190" y="530"/>
                </a:lnTo>
                <a:lnTo>
                  <a:pt x="1195" y="518"/>
                </a:lnTo>
                <a:lnTo>
                  <a:pt x="1199" y="505"/>
                </a:lnTo>
                <a:lnTo>
                  <a:pt x="1203" y="492"/>
                </a:lnTo>
                <a:lnTo>
                  <a:pt x="1207" y="480"/>
                </a:lnTo>
                <a:lnTo>
                  <a:pt x="1209" y="467"/>
                </a:lnTo>
                <a:lnTo>
                  <a:pt x="1211" y="454"/>
                </a:lnTo>
                <a:lnTo>
                  <a:pt x="1213" y="441"/>
                </a:lnTo>
                <a:lnTo>
                  <a:pt x="1214" y="428"/>
                </a:lnTo>
                <a:lnTo>
                  <a:pt x="1214" y="415"/>
                </a:lnTo>
                <a:moveTo>
                  <a:pt x="1218" y="415"/>
                </a:moveTo>
                <a:lnTo>
                  <a:pt x="1218" y="428"/>
                </a:lnTo>
                <a:lnTo>
                  <a:pt x="1217" y="441"/>
                </a:lnTo>
                <a:lnTo>
                  <a:pt x="1215" y="454"/>
                </a:lnTo>
                <a:lnTo>
                  <a:pt x="1213" y="467"/>
                </a:lnTo>
                <a:lnTo>
                  <a:pt x="1210" y="480"/>
                </a:lnTo>
                <a:lnTo>
                  <a:pt x="1207" y="493"/>
                </a:lnTo>
                <a:lnTo>
                  <a:pt x="1203" y="506"/>
                </a:lnTo>
                <a:lnTo>
                  <a:pt x="1199" y="518"/>
                </a:lnTo>
                <a:lnTo>
                  <a:pt x="1194" y="531"/>
                </a:lnTo>
                <a:lnTo>
                  <a:pt x="1188" y="543"/>
                </a:lnTo>
                <a:lnTo>
                  <a:pt x="1182" y="555"/>
                </a:lnTo>
                <a:lnTo>
                  <a:pt x="1175" y="568"/>
                </a:lnTo>
                <a:lnTo>
                  <a:pt x="1168" y="580"/>
                </a:lnTo>
                <a:lnTo>
                  <a:pt x="1160" y="592"/>
                </a:lnTo>
                <a:lnTo>
                  <a:pt x="1152" y="603"/>
                </a:lnTo>
                <a:lnTo>
                  <a:pt x="1143" y="615"/>
                </a:lnTo>
                <a:lnTo>
                  <a:pt x="1133" y="626"/>
                </a:lnTo>
                <a:lnTo>
                  <a:pt x="1123" y="637"/>
                </a:lnTo>
                <a:lnTo>
                  <a:pt x="1113" y="648"/>
                </a:lnTo>
                <a:lnTo>
                  <a:pt x="1102" y="659"/>
                </a:lnTo>
                <a:lnTo>
                  <a:pt x="1090" y="669"/>
                </a:lnTo>
                <a:lnTo>
                  <a:pt x="1078" y="679"/>
                </a:lnTo>
                <a:lnTo>
                  <a:pt x="1066" y="689"/>
                </a:lnTo>
                <a:lnTo>
                  <a:pt x="1053" y="699"/>
                </a:lnTo>
                <a:lnTo>
                  <a:pt x="1040" y="708"/>
                </a:lnTo>
                <a:lnTo>
                  <a:pt x="1026" y="717"/>
                </a:lnTo>
                <a:lnTo>
                  <a:pt x="1012" y="726"/>
                </a:lnTo>
                <a:lnTo>
                  <a:pt x="997" y="734"/>
                </a:lnTo>
                <a:lnTo>
                  <a:pt x="982" y="742"/>
                </a:lnTo>
                <a:lnTo>
                  <a:pt x="967" y="750"/>
                </a:lnTo>
                <a:lnTo>
                  <a:pt x="951" y="758"/>
                </a:lnTo>
                <a:lnTo>
                  <a:pt x="935" y="765"/>
                </a:lnTo>
                <a:lnTo>
                  <a:pt x="919" y="772"/>
                </a:lnTo>
                <a:lnTo>
                  <a:pt x="903" y="778"/>
                </a:lnTo>
                <a:lnTo>
                  <a:pt x="886" y="784"/>
                </a:lnTo>
                <a:lnTo>
                  <a:pt x="869" y="790"/>
                </a:lnTo>
                <a:lnTo>
                  <a:pt x="851" y="795"/>
                </a:lnTo>
                <a:lnTo>
                  <a:pt x="833" y="800"/>
                </a:lnTo>
                <a:lnTo>
                  <a:pt x="816" y="805"/>
                </a:lnTo>
                <a:lnTo>
                  <a:pt x="797" y="809"/>
                </a:lnTo>
                <a:lnTo>
                  <a:pt x="779" y="813"/>
                </a:lnTo>
                <a:lnTo>
                  <a:pt x="761" y="816"/>
                </a:lnTo>
                <a:lnTo>
                  <a:pt x="742" y="819"/>
                </a:lnTo>
                <a:lnTo>
                  <a:pt x="723" y="822"/>
                </a:lnTo>
                <a:lnTo>
                  <a:pt x="704" y="824"/>
                </a:lnTo>
                <a:lnTo>
                  <a:pt x="685" y="826"/>
                </a:lnTo>
                <a:lnTo>
                  <a:pt x="666" y="827"/>
                </a:lnTo>
                <a:lnTo>
                  <a:pt x="647" y="828"/>
                </a:lnTo>
                <a:lnTo>
                  <a:pt x="628" y="829"/>
                </a:lnTo>
                <a:lnTo>
                  <a:pt x="608" y="829"/>
                </a:lnTo>
                <a:lnTo>
                  <a:pt x="589" y="829"/>
                </a:lnTo>
                <a:lnTo>
                  <a:pt x="570" y="828"/>
                </a:lnTo>
                <a:lnTo>
                  <a:pt x="551" y="827"/>
                </a:lnTo>
                <a:lnTo>
                  <a:pt x="532" y="826"/>
                </a:lnTo>
                <a:lnTo>
                  <a:pt x="513" y="824"/>
                </a:lnTo>
                <a:lnTo>
                  <a:pt x="494" y="822"/>
                </a:lnTo>
                <a:lnTo>
                  <a:pt x="476" y="819"/>
                </a:lnTo>
                <a:lnTo>
                  <a:pt x="457" y="816"/>
                </a:lnTo>
                <a:lnTo>
                  <a:pt x="439" y="813"/>
                </a:lnTo>
                <a:lnTo>
                  <a:pt x="420" y="809"/>
                </a:lnTo>
                <a:lnTo>
                  <a:pt x="402" y="805"/>
                </a:lnTo>
                <a:lnTo>
                  <a:pt x="385" y="800"/>
                </a:lnTo>
                <a:lnTo>
                  <a:pt x="367" y="795"/>
                </a:lnTo>
                <a:lnTo>
                  <a:pt x="349" y="790"/>
                </a:lnTo>
                <a:lnTo>
                  <a:pt x="332" y="784"/>
                </a:lnTo>
                <a:lnTo>
                  <a:pt x="315" y="778"/>
                </a:lnTo>
                <a:lnTo>
                  <a:pt x="299" y="772"/>
                </a:lnTo>
                <a:lnTo>
                  <a:pt x="283" y="765"/>
                </a:lnTo>
                <a:lnTo>
                  <a:pt x="267" y="758"/>
                </a:lnTo>
                <a:lnTo>
                  <a:pt x="251" y="750"/>
                </a:lnTo>
                <a:lnTo>
                  <a:pt x="236" y="742"/>
                </a:lnTo>
                <a:lnTo>
                  <a:pt x="221" y="734"/>
                </a:lnTo>
                <a:lnTo>
                  <a:pt x="206" y="726"/>
                </a:lnTo>
                <a:lnTo>
                  <a:pt x="192" y="717"/>
                </a:lnTo>
                <a:lnTo>
                  <a:pt x="178" y="708"/>
                </a:lnTo>
                <a:lnTo>
                  <a:pt x="165" y="699"/>
                </a:lnTo>
                <a:lnTo>
                  <a:pt x="152" y="689"/>
                </a:lnTo>
                <a:lnTo>
                  <a:pt x="140" y="679"/>
                </a:lnTo>
                <a:lnTo>
                  <a:pt x="128" y="669"/>
                </a:lnTo>
                <a:lnTo>
                  <a:pt x="116" y="659"/>
                </a:lnTo>
                <a:lnTo>
                  <a:pt x="105" y="648"/>
                </a:lnTo>
                <a:lnTo>
                  <a:pt x="95" y="637"/>
                </a:lnTo>
                <a:lnTo>
                  <a:pt x="85" y="626"/>
                </a:lnTo>
                <a:lnTo>
                  <a:pt x="75" y="615"/>
                </a:lnTo>
                <a:lnTo>
                  <a:pt x="66" y="603"/>
                </a:lnTo>
                <a:lnTo>
                  <a:pt x="58" y="592"/>
                </a:lnTo>
                <a:lnTo>
                  <a:pt x="50" y="580"/>
                </a:lnTo>
                <a:lnTo>
                  <a:pt x="43" y="568"/>
                </a:lnTo>
                <a:lnTo>
                  <a:pt x="36" y="555"/>
                </a:lnTo>
                <a:lnTo>
                  <a:pt x="30" y="543"/>
                </a:lnTo>
                <a:lnTo>
                  <a:pt x="24" y="531"/>
                </a:lnTo>
                <a:lnTo>
                  <a:pt x="19" y="518"/>
                </a:lnTo>
                <a:lnTo>
                  <a:pt x="15" y="506"/>
                </a:lnTo>
                <a:lnTo>
                  <a:pt x="11" y="493"/>
                </a:lnTo>
                <a:lnTo>
                  <a:pt x="8" y="480"/>
                </a:lnTo>
                <a:lnTo>
                  <a:pt x="5" y="467"/>
                </a:lnTo>
                <a:lnTo>
                  <a:pt x="3" y="454"/>
                </a:lnTo>
                <a:lnTo>
                  <a:pt x="1" y="441"/>
                </a:lnTo>
                <a:lnTo>
                  <a:pt x="0" y="428"/>
                </a:lnTo>
                <a:lnTo>
                  <a:pt x="0" y="415"/>
                </a:lnTo>
                <a:lnTo>
                  <a:pt x="0" y="402"/>
                </a:lnTo>
                <a:lnTo>
                  <a:pt x="1" y="389"/>
                </a:lnTo>
                <a:lnTo>
                  <a:pt x="3" y="376"/>
                </a:lnTo>
                <a:lnTo>
                  <a:pt x="5" y="363"/>
                </a:lnTo>
                <a:lnTo>
                  <a:pt x="8" y="350"/>
                </a:lnTo>
                <a:lnTo>
                  <a:pt x="11" y="338"/>
                </a:lnTo>
                <a:lnTo>
                  <a:pt x="15" y="325"/>
                </a:lnTo>
                <a:lnTo>
                  <a:pt x="19" y="312"/>
                </a:lnTo>
                <a:lnTo>
                  <a:pt x="24" y="300"/>
                </a:lnTo>
                <a:lnTo>
                  <a:pt x="30" y="287"/>
                </a:lnTo>
                <a:lnTo>
                  <a:pt x="36" y="275"/>
                </a:lnTo>
                <a:lnTo>
                  <a:pt x="43" y="263"/>
                </a:lnTo>
                <a:lnTo>
                  <a:pt x="50" y="251"/>
                </a:lnTo>
                <a:lnTo>
                  <a:pt x="58" y="239"/>
                </a:lnTo>
                <a:lnTo>
                  <a:pt x="66" y="227"/>
                </a:lnTo>
                <a:lnTo>
                  <a:pt x="75" y="216"/>
                </a:lnTo>
                <a:lnTo>
                  <a:pt x="85" y="205"/>
                </a:lnTo>
                <a:lnTo>
                  <a:pt x="95" y="193"/>
                </a:lnTo>
                <a:lnTo>
                  <a:pt x="105" y="183"/>
                </a:lnTo>
                <a:lnTo>
                  <a:pt x="116" y="172"/>
                </a:lnTo>
                <a:lnTo>
                  <a:pt x="128" y="162"/>
                </a:lnTo>
                <a:lnTo>
                  <a:pt x="140" y="151"/>
                </a:lnTo>
                <a:lnTo>
                  <a:pt x="152" y="141"/>
                </a:lnTo>
                <a:lnTo>
                  <a:pt x="165" y="132"/>
                </a:lnTo>
                <a:lnTo>
                  <a:pt x="178" y="123"/>
                </a:lnTo>
                <a:lnTo>
                  <a:pt x="192" y="113"/>
                </a:lnTo>
                <a:lnTo>
                  <a:pt x="206" y="104"/>
                </a:lnTo>
                <a:lnTo>
                  <a:pt x="221" y="95"/>
                </a:lnTo>
                <a:lnTo>
                  <a:pt x="236" y="87"/>
                </a:lnTo>
                <a:lnTo>
                  <a:pt x="251" y="79"/>
                </a:lnTo>
                <a:lnTo>
                  <a:pt x="267" y="72"/>
                </a:lnTo>
                <a:lnTo>
                  <a:pt x="283" y="65"/>
                </a:lnTo>
                <a:lnTo>
                  <a:pt x="299" y="58"/>
                </a:lnTo>
                <a:lnTo>
                  <a:pt x="315" y="51"/>
                </a:lnTo>
                <a:lnTo>
                  <a:pt x="332" y="45"/>
                </a:lnTo>
                <a:lnTo>
                  <a:pt x="349" y="40"/>
                </a:lnTo>
                <a:lnTo>
                  <a:pt x="367" y="34"/>
                </a:lnTo>
                <a:lnTo>
                  <a:pt x="385" y="29"/>
                </a:lnTo>
                <a:lnTo>
                  <a:pt x="402" y="25"/>
                </a:lnTo>
                <a:lnTo>
                  <a:pt x="420" y="21"/>
                </a:lnTo>
                <a:lnTo>
                  <a:pt x="439" y="17"/>
                </a:lnTo>
                <a:lnTo>
                  <a:pt x="457" y="13"/>
                </a:lnTo>
                <a:lnTo>
                  <a:pt x="476" y="10"/>
                </a:lnTo>
                <a:lnTo>
                  <a:pt x="494" y="8"/>
                </a:lnTo>
                <a:lnTo>
                  <a:pt x="513" y="5"/>
                </a:lnTo>
                <a:lnTo>
                  <a:pt x="532" y="4"/>
                </a:lnTo>
                <a:lnTo>
                  <a:pt x="551" y="2"/>
                </a:lnTo>
                <a:lnTo>
                  <a:pt x="570" y="1"/>
                </a:lnTo>
                <a:lnTo>
                  <a:pt x="589" y="0"/>
                </a:lnTo>
                <a:lnTo>
                  <a:pt x="608" y="0"/>
                </a:lnTo>
                <a:lnTo>
                  <a:pt x="628" y="0"/>
                </a:lnTo>
                <a:lnTo>
                  <a:pt x="647" y="1"/>
                </a:lnTo>
                <a:lnTo>
                  <a:pt x="666" y="2"/>
                </a:lnTo>
                <a:lnTo>
                  <a:pt x="685" y="4"/>
                </a:lnTo>
                <a:lnTo>
                  <a:pt x="704" y="5"/>
                </a:lnTo>
                <a:lnTo>
                  <a:pt x="723" y="8"/>
                </a:lnTo>
                <a:lnTo>
                  <a:pt x="742" y="10"/>
                </a:lnTo>
                <a:lnTo>
                  <a:pt x="761" y="13"/>
                </a:lnTo>
                <a:lnTo>
                  <a:pt x="779" y="17"/>
                </a:lnTo>
                <a:lnTo>
                  <a:pt x="797" y="21"/>
                </a:lnTo>
                <a:lnTo>
                  <a:pt x="816" y="25"/>
                </a:lnTo>
                <a:lnTo>
                  <a:pt x="833" y="29"/>
                </a:lnTo>
                <a:lnTo>
                  <a:pt x="851" y="34"/>
                </a:lnTo>
                <a:lnTo>
                  <a:pt x="869" y="40"/>
                </a:lnTo>
                <a:lnTo>
                  <a:pt x="886" y="45"/>
                </a:lnTo>
                <a:lnTo>
                  <a:pt x="903" y="51"/>
                </a:lnTo>
                <a:lnTo>
                  <a:pt x="919" y="58"/>
                </a:lnTo>
                <a:lnTo>
                  <a:pt x="935" y="65"/>
                </a:lnTo>
                <a:lnTo>
                  <a:pt x="951" y="72"/>
                </a:lnTo>
                <a:lnTo>
                  <a:pt x="967" y="79"/>
                </a:lnTo>
                <a:lnTo>
                  <a:pt x="982" y="87"/>
                </a:lnTo>
                <a:lnTo>
                  <a:pt x="997" y="95"/>
                </a:lnTo>
                <a:lnTo>
                  <a:pt x="1012" y="104"/>
                </a:lnTo>
                <a:lnTo>
                  <a:pt x="1026" y="113"/>
                </a:lnTo>
                <a:lnTo>
                  <a:pt x="1040" y="123"/>
                </a:lnTo>
                <a:lnTo>
                  <a:pt x="1053" y="132"/>
                </a:lnTo>
                <a:lnTo>
                  <a:pt x="1066" y="141"/>
                </a:lnTo>
                <a:lnTo>
                  <a:pt x="1078" y="151"/>
                </a:lnTo>
                <a:lnTo>
                  <a:pt x="1090" y="162"/>
                </a:lnTo>
                <a:lnTo>
                  <a:pt x="1102" y="172"/>
                </a:lnTo>
                <a:lnTo>
                  <a:pt x="1113" y="183"/>
                </a:lnTo>
                <a:lnTo>
                  <a:pt x="1123" y="193"/>
                </a:lnTo>
                <a:lnTo>
                  <a:pt x="1133" y="205"/>
                </a:lnTo>
                <a:lnTo>
                  <a:pt x="1143" y="216"/>
                </a:lnTo>
                <a:lnTo>
                  <a:pt x="1152" y="227"/>
                </a:lnTo>
                <a:lnTo>
                  <a:pt x="1160" y="239"/>
                </a:lnTo>
                <a:lnTo>
                  <a:pt x="1168" y="251"/>
                </a:lnTo>
                <a:lnTo>
                  <a:pt x="1175" y="263"/>
                </a:lnTo>
                <a:lnTo>
                  <a:pt x="1182" y="275"/>
                </a:lnTo>
                <a:lnTo>
                  <a:pt x="1188" y="287"/>
                </a:lnTo>
                <a:lnTo>
                  <a:pt x="1194" y="300"/>
                </a:lnTo>
                <a:lnTo>
                  <a:pt x="1199" y="312"/>
                </a:lnTo>
                <a:lnTo>
                  <a:pt x="1203" y="325"/>
                </a:lnTo>
                <a:lnTo>
                  <a:pt x="1207" y="338"/>
                </a:lnTo>
                <a:lnTo>
                  <a:pt x="1210" y="350"/>
                </a:lnTo>
                <a:lnTo>
                  <a:pt x="1213" y="363"/>
                </a:lnTo>
                <a:lnTo>
                  <a:pt x="1215" y="376"/>
                </a:lnTo>
                <a:lnTo>
                  <a:pt x="1217" y="389"/>
                </a:lnTo>
                <a:lnTo>
                  <a:pt x="1218" y="402"/>
                </a:lnTo>
                <a:lnTo>
                  <a:pt x="1218" y="415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2" name=""/>
          <p:cNvSpPr/>
          <p:nvPr/>
        </p:nvSpPr>
        <p:spPr>
          <a:xfrm>
            <a:off x="7839000" y="2787480"/>
            <a:ext cx="441360" cy="300240"/>
          </a:xfrm>
          <a:custGeom>
            <a:avLst/>
            <a:gdLst/>
            <a:ahLst/>
            <a:rect l="0" t="0" r="r" b="b"/>
            <a:pathLst>
              <a:path w="1226" h="834">
                <a:moveTo>
                  <a:pt x="1222" y="417"/>
                </a:moveTo>
                <a:lnTo>
                  <a:pt x="1222" y="404"/>
                </a:lnTo>
                <a:lnTo>
                  <a:pt x="1221" y="391"/>
                </a:lnTo>
                <a:lnTo>
                  <a:pt x="1219" y="378"/>
                </a:lnTo>
                <a:lnTo>
                  <a:pt x="1217" y="365"/>
                </a:lnTo>
                <a:lnTo>
                  <a:pt x="1214" y="352"/>
                </a:lnTo>
                <a:lnTo>
                  <a:pt x="1211" y="340"/>
                </a:lnTo>
                <a:lnTo>
                  <a:pt x="1207" y="327"/>
                </a:lnTo>
                <a:lnTo>
                  <a:pt x="1203" y="314"/>
                </a:lnTo>
                <a:lnTo>
                  <a:pt x="1198" y="302"/>
                </a:lnTo>
                <a:lnTo>
                  <a:pt x="1192" y="289"/>
                </a:lnTo>
                <a:lnTo>
                  <a:pt x="1186" y="277"/>
                </a:lnTo>
                <a:lnTo>
                  <a:pt x="1179" y="265"/>
                </a:lnTo>
                <a:lnTo>
                  <a:pt x="1172" y="253"/>
                </a:lnTo>
                <a:lnTo>
                  <a:pt x="1164" y="241"/>
                </a:lnTo>
                <a:lnTo>
                  <a:pt x="1156" y="229"/>
                </a:lnTo>
                <a:lnTo>
                  <a:pt x="1147" y="218"/>
                </a:lnTo>
                <a:lnTo>
                  <a:pt x="1137" y="207"/>
                </a:lnTo>
                <a:lnTo>
                  <a:pt x="1127" y="195"/>
                </a:lnTo>
                <a:lnTo>
                  <a:pt x="1117" y="185"/>
                </a:lnTo>
                <a:lnTo>
                  <a:pt x="1106" y="174"/>
                </a:lnTo>
                <a:lnTo>
                  <a:pt x="1094" y="163"/>
                </a:lnTo>
                <a:lnTo>
                  <a:pt x="1082" y="152"/>
                </a:lnTo>
                <a:lnTo>
                  <a:pt x="1070" y="142"/>
                </a:lnTo>
                <a:lnTo>
                  <a:pt x="1057" y="133"/>
                </a:lnTo>
                <a:lnTo>
                  <a:pt x="1044" y="124"/>
                </a:lnTo>
                <a:lnTo>
                  <a:pt x="1030" y="114"/>
                </a:lnTo>
                <a:lnTo>
                  <a:pt x="1016" y="106"/>
                </a:lnTo>
                <a:lnTo>
                  <a:pt x="1001" y="97"/>
                </a:lnTo>
                <a:lnTo>
                  <a:pt x="986" y="89"/>
                </a:lnTo>
                <a:lnTo>
                  <a:pt x="971" y="81"/>
                </a:lnTo>
                <a:lnTo>
                  <a:pt x="955" y="74"/>
                </a:lnTo>
                <a:lnTo>
                  <a:pt x="939" y="67"/>
                </a:lnTo>
                <a:lnTo>
                  <a:pt x="923" y="60"/>
                </a:lnTo>
                <a:lnTo>
                  <a:pt x="907" y="53"/>
                </a:lnTo>
                <a:lnTo>
                  <a:pt x="890" y="47"/>
                </a:lnTo>
                <a:lnTo>
                  <a:pt x="873" y="42"/>
                </a:lnTo>
                <a:lnTo>
                  <a:pt x="854" y="36"/>
                </a:lnTo>
                <a:lnTo>
                  <a:pt x="836" y="31"/>
                </a:lnTo>
                <a:lnTo>
                  <a:pt x="819" y="27"/>
                </a:lnTo>
                <a:lnTo>
                  <a:pt x="800" y="23"/>
                </a:lnTo>
                <a:lnTo>
                  <a:pt x="782" y="19"/>
                </a:lnTo>
                <a:lnTo>
                  <a:pt x="764" y="15"/>
                </a:lnTo>
                <a:lnTo>
                  <a:pt x="745" y="12"/>
                </a:lnTo>
                <a:lnTo>
                  <a:pt x="726" y="10"/>
                </a:lnTo>
                <a:lnTo>
                  <a:pt x="708" y="7"/>
                </a:lnTo>
                <a:lnTo>
                  <a:pt x="689" y="6"/>
                </a:lnTo>
                <a:lnTo>
                  <a:pt x="670" y="4"/>
                </a:lnTo>
                <a:lnTo>
                  <a:pt x="651" y="3"/>
                </a:lnTo>
                <a:lnTo>
                  <a:pt x="632" y="2"/>
                </a:lnTo>
                <a:lnTo>
                  <a:pt x="612" y="2"/>
                </a:lnTo>
                <a:lnTo>
                  <a:pt x="593" y="2"/>
                </a:lnTo>
                <a:lnTo>
                  <a:pt x="574" y="3"/>
                </a:lnTo>
                <a:lnTo>
                  <a:pt x="555" y="4"/>
                </a:lnTo>
                <a:lnTo>
                  <a:pt x="536" y="6"/>
                </a:lnTo>
                <a:lnTo>
                  <a:pt x="517" y="7"/>
                </a:lnTo>
                <a:lnTo>
                  <a:pt x="498" y="10"/>
                </a:lnTo>
                <a:lnTo>
                  <a:pt x="480" y="12"/>
                </a:lnTo>
                <a:lnTo>
                  <a:pt x="461" y="15"/>
                </a:lnTo>
                <a:lnTo>
                  <a:pt x="443" y="19"/>
                </a:lnTo>
                <a:lnTo>
                  <a:pt x="424" y="23"/>
                </a:lnTo>
                <a:lnTo>
                  <a:pt x="406" y="27"/>
                </a:lnTo>
                <a:lnTo>
                  <a:pt x="389" y="31"/>
                </a:lnTo>
                <a:lnTo>
                  <a:pt x="371" y="36"/>
                </a:lnTo>
                <a:lnTo>
                  <a:pt x="353" y="42"/>
                </a:lnTo>
                <a:lnTo>
                  <a:pt x="336" y="47"/>
                </a:lnTo>
                <a:lnTo>
                  <a:pt x="319" y="53"/>
                </a:lnTo>
                <a:lnTo>
                  <a:pt x="303" y="60"/>
                </a:lnTo>
                <a:lnTo>
                  <a:pt x="287" y="67"/>
                </a:lnTo>
                <a:lnTo>
                  <a:pt x="271" y="74"/>
                </a:lnTo>
                <a:lnTo>
                  <a:pt x="255" y="81"/>
                </a:lnTo>
                <a:lnTo>
                  <a:pt x="240" y="89"/>
                </a:lnTo>
                <a:lnTo>
                  <a:pt x="225" y="97"/>
                </a:lnTo>
                <a:lnTo>
                  <a:pt x="210" y="106"/>
                </a:lnTo>
                <a:lnTo>
                  <a:pt x="196" y="114"/>
                </a:lnTo>
                <a:lnTo>
                  <a:pt x="182" y="124"/>
                </a:lnTo>
                <a:lnTo>
                  <a:pt x="169" y="133"/>
                </a:lnTo>
                <a:lnTo>
                  <a:pt x="156" y="142"/>
                </a:lnTo>
                <a:lnTo>
                  <a:pt x="144" y="152"/>
                </a:lnTo>
                <a:lnTo>
                  <a:pt x="132" y="163"/>
                </a:lnTo>
                <a:lnTo>
                  <a:pt x="120" y="174"/>
                </a:lnTo>
                <a:lnTo>
                  <a:pt x="109" y="185"/>
                </a:lnTo>
                <a:lnTo>
                  <a:pt x="99" y="195"/>
                </a:lnTo>
                <a:lnTo>
                  <a:pt x="89" y="207"/>
                </a:lnTo>
                <a:lnTo>
                  <a:pt x="79" y="218"/>
                </a:lnTo>
                <a:lnTo>
                  <a:pt x="70" y="229"/>
                </a:lnTo>
                <a:lnTo>
                  <a:pt x="62" y="241"/>
                </a:lnTo>
                <a:lnTo>
                  <a:pt x="54" y="253"/>
                </a:lnTo>
                <a:lnTo>
                  <a:pt x="47" y="265"/>
                </a:lnTo>
                <a:lnTo>
                  <a:pt x="40" y="277"/>
                </a:lnTo>
                <a:lnTo>
                  <a:pt x="34" y="289"/>
                </a:lnTo>
                <a:lnTo>
                  <a:pt x="28" y="302"/>
                </a:lnTo>
                <a:lnTo>
                  <a:pt x="23" y="314"/>
                </a:lnTo>
                <a:lnTo>
                  <a:pt x="19" y="327"/>
                </a:lnTo>
                <a:lnTo>
                  <a:pt x="15" y="340"/>
                </a:lnTo>
                <a:lnTo>
                  <a:pt x="12" y="352"/>
                </a:lnTo>
                <a:lnTo>
                  <a:pt x="9" y="365"/>
                </a:lnTo>
                <a:lnTo>
                  <a:pt x="7" y="378"/>
                </a:lnTo>
                <a:lnTo>
                  <a:pt x="5" y="391"/>
                </a:lnTo>
                <a:lnTo>
                  <a:pt x="4" y="404"/>
                </a:lnTo>
                <a:lnTo>
                  <a:pt x="4" y="417"/>
                </a:lnTo>
                <a:lnTo>
                  <a:pt x="4" y="430"/>
                </a:lnTo>
                <a:lnTo>
                  <a:pt x="5" y="443"/>
                </a:lnTo>
                <a:lnTo>
                  <a:pt x="7" y="456"/>
                </a:lnTo>
                <a:lnTo>
                  <a:pt x="9" y="469"/>
                </a:lnTo>
                <a:lnTo>
                  <a:pt x="12" y="482"/>
                </a:lnTo>
                <a:lnTo>
                  <a:pt x="15" y="495"/>
                </a:lnTo>
                <a:lnTo>
                  <a:pt x="19" y="508"/>
                </a:lnTo>
                <a:lnTo>
                  <a:pt x="23" y="520"/>
                </a:lnTo>
                <a:lnTo>
                  <a:pt x="28" y="533"/>
                </a:lnTo>
                <a:lnTo>
                  <a:pt x="34" y="545"/>
                </a:lnTo>
                <a:lnTo>
                  <a:pt x="40" y="557"/>
                </a:lnTo>
                <a:lnTo>
                  <a:pt x="47" y="570"/>
                </a:lnTo>
                <a:lnTo>
                  <a:pt x="54" y="582"/>
                </a:lnTo>
                <a:lnTo>
                  <a:pt x="62" y="594"/>
                </a:lnTo>
                <a:lnTo>
                  <a:pt x="70" y="605"/>
                </a:lnTo>
                <a:lnTo>
                  <a:pt x="79" y="617"/>
                </a:lnTo>
                <a:lnTo>
                  <a:pt x="89" y="628"/>
                </a:lnTo>
                <a:lnTo>
                  <a:pt x="99" y="639"/>
                </a:lnTo>
                <a:lnTo>
                  <a:pt x="109" y="650"/>
                </a:lnTo>
                <a:lnTo>
                  <a:pt x="120" y="661"/>
                </a:lnTo>
                <a:lnTo>
                  <a:pt x="132" y="671"/>
                </a:lnTo>
                <a:lnTo>
                  <a:pt x="144" y="681"/>
                </a:lnTo>
                <a:lnTo>
                  <a:pt x="156" y="691"/>
                </a:lnTo>
                <a:lnTo>
                  <a:pt x="169" y="701"/>
                </a:lnTo>
                <a:lnTo>
                  <a:pt x="182" y="710"/>
                </a:lnTo>
                <a:lnTo>
                  <a:pt x="196" y="719"/>
                </a:lnTo>
                <a:lnTo>
                  <a:pt x="210" y="728"/>
                </a:lnTo>
                <a:lnTo>
                  <a:pt x="225" y="736"/>
                </a:lnTo>
                <a:lnTo>
                  <a:pt x="240" y="744"/>
                </a:lnTo>
                <a:lnTo>
                  <a:pt x="255" y="752"/>
                </a:lnTo>
                <a:lnTo>
                  <a:pt x="271" y="760"/>
                </a:lnTo>
                <a:lnTo>
                  <a:pt x="287" y="767"/>
                </a:lnTo>
                <a:lnTo>
                  <a:pt x="303" y="774"/>
                </a:lnTo>
                <a:lnTo>
                  <a:pt x="319" y="780"/>
                </a:lnTo>
                <a:lnTo>
                  <a:pt x="336" y="786"/>
                </a:lnTo>
                <a:lnTo>
                  <a:pt x="353" y="792"/>
                </a:lnTo>
                <a:lnTo>
                  <a:pt x="371" y="797"/>
                </a:lnTo>
                <a:lnTo>
                  <a:pt x="389" y="802"/>
                </a:lnTo>
                <a:lnTo>
                  <a:pt x="406" y="807"/>
                </a:lnTo>
                <a:lnTo>
                  <a:pt x="424" y="811"/>
                </a:lnTo>
                <a:lnTo>
                  <a:pt x="443" y="815"/>
                </a:lnTo>
                <a:lnTo>
                  <a:pt x="461" y="818"/>
                </a:lnTo>
                <a:lnTo>
                  <a:pt x="480" y="821"/>
                </a:lnTo>
                <a:lnTo>
                  <a:pt x="498" y="824"/>
                </a:lnTo>
                <a:lnTo>
                  <a:pt x="517" y="826"/>
                </a:lnTo>
                <a:lnTo>
                  <a:pt x="536" y="828"/>
                </a:lnTo>
                <a:lnTo>
                  <a:pt x="555" y="829"/>
                </a:lnTo>
                <a:lnTo>
                  <a:pt x="574" y="830"/>
                </a:lnTo>
                <a:lnTo>
                  <a:pt x="593" y="831"/>
                </a:lnTo>
                <a:lnTo>
                  <a:pt x="612" y="831"/>
                </a:lnTo>
                <a:lnTo>
                  <a:pt x="632" y="831"/>
                </a:lnTo>
                <a:lnTo>
                  <a:pt x="651" y="830"/>
                </a:lnTo>
                <a:lnTo>
                  <a:pt x="670" y="829"/>
                </a:lnTo>
                <a:lnTo>
                  <a:pt x="689" y="828"/>
                </a:lnTo>
                <a:lnTo>
                  <a:pt x="708" y="826"/>
                </a:lnTo>
                <a:lnTo>
                  <a:pt x="726" y="824"/>
                </a:lnTo>
                <a:lnTo>
                  <a:pt x="745" y="821"/>
                </a:lnTo>
                <a:lnTo>
                  <a:pt x="764" y="818"/>
                </a:lnTo>
                <a:lnTo>
                  <a:pt x="782" y="815"/>
                </a:lnTo>
                <a:lnTo>
                  <a:pt x="800" y="811"/>
                </a:lnTo>
                <a:lnTo>
                  <a:pt x="819" y="807"/>
                </a:lnTo>
                <a:lnTo>
                  <a:pt x="836" y="802"/>
                </a:lnTo>
                <a:lnTo>
                  <a:pt x="854" y="797"/>
                </a:lnTo>
                <a:lnTo>
                  <a:pt x="873" y="792"/>
                </a:lnTo>
                <a:lnTo>
                  <a:pt x="890" y="786"/>
                </a:lnTo>
                <a:lnTo>
                  <a:pt x="907" y="780"/>
                </a:lnTo>
                <a:lnTo>
                  <a:pt x="923" y="774"/>
                </a:lnTo>
                <a:lnTo>
                  <a:pt x="939" y="767"/>
                </a:lnTo>
                <a:lnTo>
                  <a:pt x="955" y="760"/>
                </a:lnTo>
                <a:lnTo>
                  <a:pt x="971" y="752"/>
                </a:lnTo>
                <a:lnTo>
                  <a:pt x="986" y="744"/>
                </a:lnTo>
                <a:lnTo>
                  <a:pt x="1001" y="736"/>
                </a:lnTo>
                <a:lnTo>
                  <a:pt x="1016" y="728"/>
                </a:lnTo>
                <a:lnTo>
                  <a:pt x="1030" y="719"/>
                </a:lnTo>
                <a:lnTo>
                  <a:pt x="1044" y="710"/>
                </a:lnTo>
                <a:lnTo>
                  <a:pt x="1057" y="701"/>
                </a:lnTo>
                <a:lnTo>
                  <a:pt x="1070" y="691"/>
                </a:lnTo>
                <a:lnTo>
                  <a:pt x="1082" y="681"/>
                </a:lnTo>
                <a:lnTo>
                  <a:pt x="1094" y="671"/>
                </a:lnTo>
                <a:lnTo>
                  <a:pt x="1106" y="661"/>
                </a:lnTo>
                <a:lnTo>
                  <a:pt x="1117" y="650"/>
                </a:lnTo>
                <a:lnTo>
                  <a:pt x="1127" y="639"/>
                </a:lnTo>
                <a:lnTo>
                  <a:pt x="1137" y="628"/>
                </a:lnTo>
                <a:lnTo>
                  <a:pt x="1147" y="617"/>
                </a:lnTo>
                <a:lnTo>
                  <a:pt x="1156" y="605"/>
                </a:lnTo>
                <a:lnTo>
                  <a:pt x="1164" y="594"/>
                </a:lnTo>
                <a:lnTo>
                  <a:pt x="1172" y="582"/>
                </a:lnTo>
                <a:lnTo>
                  <a:pt x="1179" y="570"/>
                </a:lnTo>
                <a:lnTo>
                  <a:pt x="1186" y="557"/>
                </a:lnTo>
                <a:lnTo>
                  <a:pt x="1192" y="545"/>
                </a:lnTo>
                <a:lnTo>
                  <a:pt x="1198" y="533"/>
                </a:lnTo>
                <a:lnTo>
                  <a:pt x="1203" y="520"/>
                </a:lnTo>
                <a:lnTo>
                  <a:pt x="1207" y="508"/>
                </a:lnTo>
                <a:lnTo>
                  <a:pt x="1211" y="495"/>
                </a:lnTo>
                <a:lnTo>
                  <a:pt x="1214" y="482"/>
                </a:lnTo>
                <a:lnTo>
                  <a:pt x="1217" y="469"/>
                </a:lnTo>
                <a:lnTo>
                  <a:pt x="1219" y="456"/>
                </a:lnTo>
                <a:lnTo>
                  <a:pt x="1221" y="443"/>
                </a:lnTo>
                <a:lnTo>
                  <a:pt x="1222" y="430"/>
                </a:lnTo>
                <a:lnTo>
                  <a:pt x="1222" y="417"/>
                </a:lnTo>
                <a:moveTo>
                  <a:pt x="1226" y="417"/>
                </a:moveTo>
                <a:lnTo>
                  <a:pt x="1225" y="430"/>
                </a:lnTo>
                <a:lnTo>
                  <a:pt x="1224" y="443"/>
                </a:lnTo>
                <a:lnTo>
                  <a:pt x="1223" y="456"/>
                </a:lnTo>
                <a:lnTo>
                  <a:pt x="1221" y="469"/>
                </a:lnTo>
                <a:lnTo>
                  <a:pt x="1218" y="482"/>
                </a:lnTo>
                <a:lnTo>
                  <a:pt x="1215" y="495"/>
                </a:lnTo>
                <a:lnTo>
                  <a:pt x="1211" y="508"/>
                </a:lnTo>
                <a:lnTo>
                  <a:pt x="1206" y="521"/>
                </a:lnTo>
                <a:lnTo>
                  <a:pt x="1201" y="533"/>
                </a:lnTo>
                <a:lnTo>
                  <a:pt x="1196" y="546"/>
                </a:lnTo>
                <a:lnTo>
                  <a:pt x="1189" y="558"/>
                </a:lnTo>
                <a:lnTo>
                  <a:pt x="1183" y="571"/>
                </a:lnTo>
                <a:lnTo>
                  <a:pt x="1175" y="583"/>
                </a:lnTo>
                <a:lnTo>
                  <a:pt x="1167" y="595"/>
                </a:lnTo>
                <a:lnTo>
                  <a:pt x="1159" y="606"/>
                </a:lnTo>
                <a:lnTo>
                  <a:pt x="1150" y="618"/>
                </a:lnTo>
                <a:lnTo>
                  <a:pt x="1140" y="629"/>
                </a:lnTo>
                <a:lnTo>
                  <a:pt x="1130" y="640"/>
                </a:lnTo>
                <a:lnTo>
                  <a:pt x="1120" y="651"/>
                </a:lnTo>
                <a:lnTo>
                  <a:pt x="1109" y="662"/>
                </a:lnTo>
                <a:lnTo>
                  <a:pt x="1097" y="673"/>
                </a:lnTo>
                <a:lnTo>
                  <a:pt x="1085" y="683"/>
                </a:lnTo>
                <a:lnTo>
                  <a:pt x="1073" y="693"/>
                </a:lnTo>
                <a:lnTo>
                  <a:pt x="1060" y="702"/>
                </a:lnTo>
                <a:lnTo>
                  <a:pt x="1046" y="712"/>
                </a:lnTo>
                <a:lnTo>
                  <a:pt x="1033" y="721"/>
                </a:lnTo>
                <a:lnTo>
                  <a:pt x="1018" y="730"/>
                </a:lnTo>
                <a:lnTo>
                  <a:pt x="1004" y="738"/>
                </a:lnTo>
                <a:lnTo>
                  <a:pt x="989" y="746"/>
                </a:lnTo>
                <a:lnTo>
                  <a:pt x="973" y="754"/>
                </a:lnTo>
                <a:lnTo>
                  <a:pt x="958" y="762"/>
                </a:lnTo>
                <a:lnTo>
                  <a:pt x="941" y="769"/>
                </a:lnTo>
                <a:lnTo>
                  <a:pt x="925" y="776"/>
                </a:lnTo>
                <a:lnTo>
                  <a:pt x="908" y="782"/>
                </a:lnTo>
                <a:lnTo>
                  <a:pt x="891" y="788"/>
                </a:lnTo>
                <a:lnTo>
                  <a:pt x="874" y="794"/>
                </a:lnTo>
                <a:lnTo>
                  <a:pt x="856" y="800"/>
                </a:lnTo>
                <a:lnTo>
                  <a:pt x="838" y="805"/>
                </a:lnTo>
                <a:lnTo>
                  <a:pt x="820" y="809"/>
                </a:lnTo>
                <a:lnTo>
                  <a:pt x="802" y="813"/>
                </a:lnTo>
                <a:lnTo>
                  <a:pt x="783" y="817"/>
                </a:lnTo>
                <a:lnTo>
                  <a:pt x="765" y="821"/>
                </a:lnTo>
                <a:lnTo>
                  <a:pt x="746" y="824"/>
                </a:lnTo>
                <a:lnTo>
                  <a:pt x="727" y="826"/>
                </a:lnTo>
                <a:lnTo>
                  <a:pt x="708" y="829"/>
                </a:lnTo>
                <a:lnTo>
                  <a:pt x="689" y="831"/>
                </a:lnTo>
                <a:lnTo>
                  <a:pt x="670" y="832"/>
                </a:lnTo>
                <a:lnTo>
                  <a:pt x="651" y="833"/>
                </a:lnTo>
                <a:lnTo>
                  <a:pt x="632" y="834"/>
                </a:lnTo>
                <a:lnTo>
                  <a:pt x="612" y="834"/>
                </a:lnTo>
                <a:lnTo>
                  <a:pt x="593" y="834"/>
                </a:lnTo>
                <a:lnTo>
                  <a:pt x="574" y="833"/>
                </a:lnTo>
                <a:lnTo>
                  <a:pt x="555" y="832"/>
                </a:lnTo>
                <a:lnTo>
                  <a:pt x="536" y="831"/>
                </a:lnTo>
                <a:lnTo>
                  <a:pt x="517" y="829"/>
                </a:lnTo>
                <a:lnTo>
                  <a:pt x="498" y="826"/>
                </a:lnTo>
                <a:lnTo>
                  <a:pt x="479" y="824"/>
                </a:lnTo>
                <a:lnTo>
                  <a:pt x="460" y="821"/>
                </a:lnTo>
                <a:lnTo>
                  <a:pt x="442" y="817"/>
                </a:lnTo>
                <a:lnTo>
                  <a:pt x="423" y="813"/>
                </a:lnTo>
                <a:lnTo>
                  <a:pt x="405" y="809"/>
                </a:lnTo>
                <a:lnTo>
                  <a:pt x="387" y="805"/>
                </a:lnTo>
                <a:lnTo>
                  <a:pt x="369" y="800"/>
                </a:lnTo>
                <a:lnTo>
                  <a:pt x="352" y="794"/>
                </a:lnTo>
                <a:lnTo>
                  <a:pt x="335" y="788"/>
                </a:lnTo>
                <a:lnTo>
                  <a:pt x="318" y="782"/>
                </a:lnTo>
                <a:lnTo>
                  <a:pt x="301" y="776"/>
                </a:lnTo>
                <a:lnTo>
                  <a:pt x="284" y="769"/>
                </a:lnTo>
                <a:lnTo>
                  <a:pt x="268" y="762"/>
                </a:lnTo>
                <a:lnTo>
                  <a:pt x="253" y="754"/>
                </a:lnTo>
                <a:lnTo>
                  <a:pt x="237" y="746"/>
                </a:lnTo>
                <a:lnTo>
                  <a:pt x="222" y="738"/>
                </a:lnTo>
                <a:lnTo>
                  <a:pt x="208" y="730"/>
                </a:lnTo>
                <a:lnTo>
                  <a:pt x="193" y="721"/>
                </a:lnTo>
                <a:lnTo>
                  <a:pt x="180" y="712"/>
                </a:lnTo>
                <a:lnTo>
                  <a:pt x="166" y="702"/>
                </a:lnTo>
                <a:lnTo>
                  <a:pt x="153" y="693"/>
                </a:lnTo>
                <a:lnTo>
                  <a:pt x="141" y="683"/>
                </a:lnTo>
                <a:lnTo>
                  <a:pt x="129" y="673"/>
                </a:lnTo>
                <a:lnTo>
                  <a:pt x="117" y="662"/>
                </a:lnTo>
                <a:lnTo>
                  <a:pt x="106" y="651"/>
                </a:lnTo>
                <a:lnTo>
                  <a:pt x="96" y="640"/>
                </a:lnTo>
                <a:lnTo>
                  <a:pt x="86" y="629"/>
                </a:lnTo>
                <a:lnTo>
                  <a:pt x="76" y="618"/>
                </a:lnTo>
                <a:lnTo>
                  <a:pt x="67" y="606"/>
                </a:lnTo>
                <a:lnTo>
                  <a:pt x="59" y="595"/>
                </a:lnTo>
                <a:lnTo>
                  <a:pt x="51" y="583"/>
                </a:lnTo>
                <a:lnTo>
                  <a:pt x="43" y="571"/>
                </a:lnTo>
                <a:lnTo>
                  <a:pt x="37" y="558"/>
                </a:lnTo>
                <a:lnTo>
                  <a:pt x="30" y="546"/>
                </a:lnTo>
                <a:lnTo>
                  <a:pt x="25" y="533"/>
                </a:lnTo>
                <a:lnTo>
                  <a:pt x="20" y="521"/>
                </a:lnTo>
                <a:lnTo>
                  <a:pt x="15" y="508"/>
                </a:lnTo>
                <a:lnTo>
                  <a:pt x="11" y="495"/>
                </a:lnTo>
                <a:lnTo>
                  <a:pt x="8" y="482"/>
                </a:lnTo>
                <a:lnTo>
                  <a:pt x="5" y="469"/>
                </a:lnTo>
                <a:lnTo>
                  <a:pt x="3" y="456"/>
                </a:lnTo>
                <a:lnTo>
                  <a:pt x="2" y="443"/>
                </a:lnTo>
                <a:lnTo>
                  <a:pt x="1" y="430"/>
                </a:lnTo>
                <a:lnTo>
                  <a:pt x="0" y="417"/>
                </a:lnTo>
                <a:lnTo>
                  <a:pt x="1" y="404"/>
                </a:lnTo>
                <a:lnTo>
                  <a:pt x="2" y="391"/>
                </a:lnTo>
                <a:lnTo>
                  <a:pt x="3" y="378"/>
                </a:lnTo>
                <a:lnTo>
                  <a:pt x="5" y="365"/>
                </a:lnTo>
                <a:lnTo>
                  <a:pt x="8" y="352"/>
                </a:lnTo>
                <a:lnTo>
                  <a:pt x="11" y="339"/>
                </a:lnTo>
                <a:lnTo>
                  <a:pt x="15" y="326"/>
                </a:lnTo>
                <a:lnTo>
                  <a:pt x="20" y="314"/>
                </a:lnTo>
                <a:lnTo>
                  <a:pt x="25" y="301"/>
                </a:lnTo>
                <a:lnTo>
                  <a:pt x="30" y="289"/>
                </a:lnTo>
                <a:lnTo>
                  <a:pt x="37" y="276"/>
                </a:lnTo>
                <a:lnTo>
                  <a:pt x="43" y="264"/>
                </a:lnTo>
                <a:lnTo>
                  <a:pt x="51" y="252"/>
                </a:lnTo>
                <a:lnTo>
                  <a:pt x="59" y="240"/>
                </a:lnTo>
                <a:lnTo>
                  <a:pt x="67" y="228"/>
                </a:lnTo>
                <a:lnTo>
                  <a:pt x="76" y="217"/>
                </a:lnTo>
                <a:lnTo>
                  <a:pt x="86" y="205"/>
                </a:lnTo>
                <a:lnTo>
                  <a:pt x="96" y="194"/>
                </a:lnTo>
                <a:lnTo>
                  <a:pt x="106" y="183"/>
                </a:lnTo>
                <a:lnTo>
                  <a:pt x="117" y="172"/>
                </a:lnTo>
                <a:lnTo>
                  <a:pt x="129" y="161"/>
                </a:lnTo>
                <a:lnTo>
                  <a:pt x="141" y="151"/>
                </a:lnTo>
                <a:lnTo>
                  <a:pt x="153" y="141"/>
                </a:lnTo>
                <a:lnTo>
                  <a:pt x="166" y="131"/>
                </a:lnTo>
                <a:lnTo>
                  <a:pt x="180" y="122"/>
                </a:lnTo>
                <a:lnTo>
                  <a:pt x="193" y="113"/>
                </a:lnTo>
                <a:lnTo>
                  <a:pt x="208" y="104"/>
                </a:lnTo>
                <a:lnTo>
                  <a:pt x="222" y="95"/>
                </a:lnTo>
                <a:lnTo>
                  <a:pt x="237" y="87"/>
                </a:lnTo>
                <a:lnTo>
                  <a:pt x="253" y="79"/>
                </a:lnTo>
                <a:lnTo>
                  <a:pt x="268" y="72"/>
                </a:lnTo>
                <a:lnTo>
                  <a:pt x="284" y="65"/>
                </a:lnTo>
                <a:lnTo>
                  <a:pt x="301" y="58"/>
                </a:lnTo>
                <a:lnTo>
                  <a:pt x="318" y="51"/>
                </a:lnTo>
                <a:lnTo>
                  <a:pt x="335" y="45"/>
                </a:lnTo>
                <a:lnTo>
                  <a:pt x="352" y="39"/>
                </a:lnTo>
                <a:lnTo>
                  <a:pt x="369" y="34"/>
                </a:lnTo>
                <a:lnTo>
                  <a:pt x="387" y="29"/>
                </a:lnTo>
                <a:lnTo>
                  <a:pt x="405" y="24"/>
                </a:lnTo>
                <a:lnTo>
                  <a:pt x="423" y="20"/>
                </a:lnTo>
                <a:lnTo>
                  <a:pt x="442" y="16"/>
                </a:lnTo>
                <a:lnTo>
                  <a:pt x="460" y="13"/>
                </a:lnTo>
                <a:lnTo>
                  <a:pt x="479" y="10"/>
                </a:lnTo>
                <a:lnTo>
                  <a:pt x="498" y="7"/>
                </a:lnTo>
                <a:lnTo>
                  <a:pt x="517" y="5"/>
                </a:lnTo>
                <a:lnTo>
                  <a:pt x="536" y="3"/>
                </a:lnTo>
                <a:lnTo>
                  <a:pt x="555" y="2"/>
                </a:lnTo>
                <a:lnTo>
                  <a:pt x="574" y="1"/>
                </a:lnTo>
                <a:lnTo>
                  <a:pt x="593" y="0"/>
                </a:lnTo>
                <a:lnTo>
                  <a:pt x="612" y="0"/>
                </a:lnTo>
                <a:lnTo>
                  <a:pt x="632" y="0"/>
                </a:lnTo>
                <a:lnTo>
                  <a:pt x="651" y="1"/>
                </a:lnTo>
                <a:lnTo>
                  <a:pt x="670" y="2"/>
                </a:lnTo>
                <a:lnTo>
                  <a:pt x="689" y="3"/>
                </a:lnTo>
                <a:lnTo>
                  <a:pt x="708" y="5"/>
                </a:lnTo>
                <a:lnTo>
                  <a:pt x="727" y="7"/>
                </a:lnTo>
                <a:lnTo>
                  <a:pt x="746" y="10"/>
                </a:lnTo>
                <a:lnTo>
                  <a:pt x="765" y="13"/>
                </a:lnTo>
                <a:lnTo>
                  <a:pt x="783" y="16"/>
                </a:lnTo>
                <a:lnTo>
                  <a:pt x="802" y="20"/>
                </a:lnTo>
                <a:lnTo>
                  <a:pt x="820" y="24"/>
                </a:lnTo>
                <a:lnTo>
                  <a:pt x="838" y="29"/>
                </a:lnTo>
                <a:lnTo>
                  <a:pt x="856" y="34"/>
                </a:lnTo>
                <a:lnTo>
                  <a:pt x="874" y="39"/>
                </a:lnTo>
                <a:lnTo>
                  <a:pt x="891" y="45"/>
                </a:lnTo>
                <a:lnTo>
                  <a:pt x="908" y="51"/>
                </a:lnTo>
                <a:lnTo>
                  <a:pt x="925" y="58"/>
                </a:lnTo>
                <a:lnTo>
                  <a:pt x="941" y="65"/>
                </a:lnTo>
                <a:lnTo>
                  <a:pt x="958" y="72"/>
                </a:lnTo>
                <a:lnTo>
                  <a:pt x="973" y="79"/>
                </a:lnTo>
                <a:lnTo>
                  <a:pt x="989" y="87"/>
                </a:lnTo>
                <a:lnTo>
                  <a:pt x="1004" y="95"/>
                </a:lnTo>
                <a:lnTo>
                  <a:pt x="1018" y="104"/>
                </a:lnTo>
                <a:lnTo>
                  <a:pt x="1033" y="113"/>
                </a:lnTo>
                <a:lnTo>
                  <a:pt x="1046" y="122"/>
                </a:lnTo>
                <a:lnTo>
                  <a:pt x="1060" y="131"/>
                </a:lnTo>
                <a:lnTo>
                  <a:pt x="1073" y="141"/>
                </a:lnTo>
                <a:lnTo>
                  <a:pt x="1085" y="151"/>
                </a:lnTo>
                <a:lnTo>
                  <a:pt x="1097" y="161"/>
                </a:lnTo>
                <a:lnTo>
                  <a:pt x="1109" y="172"/>
                </a:lnTo>
                <a:lnTo>
                  <a:pt x="1120" y="183"/>
                </a:lnTo>
                <a:lnTo>
                  <a:pt x="1130" y="194"/>
                </a:lnTo>
                <a:lnTo>
                  <a:pt x="1140" y="205"/>
                </a:lnTo>
                <a:lnTo>
                  <a:pt x="1150" y="217"/>
                </a:lnTo>
                <a:lnTo>
                  <a:pt x="1159" y="228"/>
                </a:lnTo>
                <a:lnTo>
                  <a:pt x="1167" y="240"/>
                </a:lnTo>
                <a:lnTo>
                  <a:pt x="1175" y="252"/>
                </a:lnTo>
                <a:lnTo>
                  <a:pt x="1183" y="264"/>
                </a:lnTo>
                <a:lnTo>
                  <a:pt x="1189" y="276"/>
                </a:lnTo>
                <a:lnTo>
                  <a:pt x="1196" y="289"/>
                </a:lnTo>
                <a:lnTo>
                  <a:pt x="1201" y="301"/>
                </a:lnTo>
                <a:lnTo>
                  <a:pt x="1206" y="314"/>
                </a:lnTo>
                <a:lnTo>
                  <a:pt x="1211" y="326"/>
                </a:lnTo>
                <a:lnTo>
                  <a:pt x="1215" y="339"/>
                </a:lnTo>
                <a:lnTo>
                  <a:pt x="1218" y="352"/>
                </a:lnTo>
                <a:lnTo>
                  <a:pt x="1221" y="365"/>
                </a:lnTo>
                <a:lnTo>
                  <a:pt x="1223" y="378"/>
                </a:lnTo>
                <a:lnTo>
                  <a:pt x="1224" y="391"/>
                </a:lnTo>
                <a:lnTo>
                  <a:pt x="1225" y="404"/>
                </a:lnTo>
                <a:lnTo>
                  <a:pt x="1226" y="417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3" name=""/>
          <p:cNvSpPr/>
          <p:nvPr/>
        </p:nvSpPr>
        <p:spPr>
          <a:xfrm>
            <a:off x="7836480" y="2785680"/>
            <a:ext cx="446400" cy="303840"/>
          </a:xfrm>
          <a:custGeom>
            <a:avLst/>
            <a:gdLst/>
            <a:ahLst/>
            <a:rect l="0" t="0" r="r" b="b"/>
            <a:pathLst>
              <a:path w="1240" h="844">
                <a:moveTo>
                  <a:pt x="1233" y="422"/>
                </a:moveTo>
                <a:lnTo>
                  <a:pt x="1232" y="409"/>
                </a:lnTo>
                <a:lnTo>
                  <a:pt x="1231" y="396"/>
                </a:lnTo>
                <a:lnTo>
                  <a:pt x="1230" y="383"/>
                </a:lnTo>
                <a:lnTo>
                  <a:pt x="1228" y="370"/>
                </a:lnTo>
                <a:lnTo>
                  <a:pt x="1225" y="357"/>
                </a:lnTo>
                <a:lnTo>
                  <a:pt x="1222" y="344"/>
                </a:lnTo>
                <a:lnTo>
                  <a:pt x="1218" y="331"/>
                </a:lnTo>
                <a:lnTo>
                  <a:pt x="1213" y="319"/>
                </a:lnTo>
                <a:lnTo>
                  <a:pt x="1208" y="306"/>
                </a:lnTo>
                <a:lnTo>
                  <a:pt x="1203" y="294"/>
                </a:lnTo>
                <a:lnTo>
                  <a:pt x="1196" y="281"/>
                </a:lnTo>
                <a:lnTo>
                  <a:pt x="1190" y="268"/>
                </a:lnTo>
                <a:lnTo>
                  <a:pt x="1182" y="256"/>
                </a:lnTo>
                <a:lnTo>
                  <a:pt x="1174" y="244"/>
                </a:lnTo>
                <a:lnTo>
                  <a:pt x="1166" y="232"/>
                </a:lnTo>
                <a:lnTo>
                  <a:pt x="1157" y="221"/>
                </a:lnTo>
                <a:lnTo>
                  <a:pt x="1146" y="209"/>
                </a:lnTo>
                <a:lnTo>
                  <a:pt x="1136" y="198"/>
                </a:lnTo>
                <a:lnTo>
                  <a:pt x="1126" y="187"/>
                </a:lnTo>
                <a:lnTo>
                  <a:pt x="1115" y="176"/>
                </a:lnTo>
                <a:lnTo>
                  <a:pt x="1103" y="166"/>
                </a:lnTo>
                <a:lnTo>
                  <a:pt x="1091" y="156"/>
                </a:lnTo>
                <a:lnTo>
                  <a:pt x="1079" y="146"/>
                </a:lnTo>
                <a:lnTo>
                  <a:pt x="1066" y="136"/>
                </a:lnTo>
                <a:lnTo>
                  <a:pt x="1052" y="127"/>
                </a:lnTo>
                <a:lnTo>
                  <a:pt x="1039" y="118"/>
                </a:lnTo>
                <a:lnTo>
                  <a:pt x="1024" y="109"/>
                </a:lnTo>
                <a:lnTo>
                  <a:pt x="1010" y="100"/>
                </a:lnTo>
                <a:lnTo>
                  <a:pt x="995" y="92"/>
                </a:lnTo>
                <a:lnTo>
                  <a:pt x="979" y="84"/>
                </a:lnTo>
                <a:lnTo>
                  <a:pt x="964" y="77"/>
                </a:lnTo>
                <a:lnTo>
                  <a:pt x="947" y="70"/>
                </a:lnTo>
                <a:lnTo>
                  <a:pt x="931" y="63"/>
                </a:lnTo>
                <a:lnTo>
                  <a:pt x="914" y="56"/>
                </a:lnTo>
                <a:lnTo>
                  <a:pt x="897" y="50"/>
                </a:lnTo>
                <a:lnTo>
                  <a:pt x="880" y="44"/>
                </a:lnTo>
                <a:lnTo>
                  <a:pt x="863" y="39"/>
                </a:lnTo>
                <a:lnTo>
                  <a:pt x="845" y="34"/>
                </a:lnTo>
                <a:lnTo>
                  <a:pt x="827" y="29"/>
                </a:lnTo>
                <a:lnTo>
                  <a:pt x="809" y="25"/>
                </a:lnTo>
                <a:lnTo>
                  <a:pt x="790" y="21"/>
                </a:lnTo>
                <a:lnTo>
                  <a:pt x="772" y="18"/>
                </a:lnTo>
                <a:lnTo>
                  <a:pt x="753" y="15"/>
                </a:lnTo>
                <a:lnTo>
                  <a:pt x="734" y="12"/>
                </a:lnTo>
                <a:lnTo>
                  <a:pt x="715" y="10"/>
                </a:lnTo>
                <a:lnTo>
                  <a:pt x="696" y="8"/>
                </a:lnTo>
                <a:lnTo>
                  <a:pt x="677" y="7"/>
                </a:lnTo>
                <a:lnTo>
                  <a:pt x="658" y="6"/>
                </a:lnTo>
                <a:lnTo>
                  <a:pt x="639" y="5"/>
                </a:lnTo>
                <a:lnTo>
                  <a:pt x="619" y="5"/>
                </a:lnTo>
                <a:lnTo>
                  <a:pt x="600" y="5"/>
                </a:lnTo>
                <a:lnTo>
                  <a:pt x="581" y="6"/>
                </a:lnTo>
                <a:lnTo>
                  <a:pt x="562" y="7"/>
                </a:lnTo>
                <a:lnTo>
                  <a:pt x="543" y="8"/>
                </a:lnTo>
                <a:lnTo>
                  <a:pt x="524" y="10"/>
                </a:lnTo>
                <a:lnTo>
                  <a:pt x="505" y="12"/>
                </a:lnTo>
                <a:lnTo>
                  <a:pt x="486" y="15"/>
                </a:lnTo>
                <a:lnTo>
                  <a:pt x="467" y="18"/>
                </a:lnTo>
                <a:lnTo>
                  <a:pt x="449" y="21"/>
                </a:lnTo>
                <a:lnTo>
                  <a:pt x="430" y="25"/>
                </a:lnTo>
                <a:lnTo>
                  <a:pt x="412" y="29"/>
                </a:lnTo>
                <a:lnTo>
                  <a:pt x="394" y="34"/>
                </a:lnTo>
                <a:lnTo>
                  <a:pt x="376" y="39"/>
                </a:lnTo>
                <a:lnTo>
                  <a:pt x="359" y="44"/>
                </a:lnTo>
                <a:lnTo>
                  <a:pt x="342" y="50"/>
                </a:lnTo>
                <a:lnTo>
                  <a:pt x="325" y="56"/>
                </a:lnTo>
                <a:lnTo>
                  <a:pt x="308" y="63"/>
                </a:lnTo>
                <a:lnTo>
                  <a:pt x="291" y="70"/>
                </a:lnTo>
                <a:lnTo>
                  <a:pt x="275" y="77"/>
                </a:lnTo>
                <a:lnTo>
                  <a:pt x="260" y="84"/>
                </a:lnTo>
                <a:lnTo>
                  <a:pt x="244" y="92"/>
                </a:lnTo>
                <a:lnTo>
                  <a:pt x="229" y="100"/>
                </a:lnTo>
                <a:lnTo>
                  <a:pt x="215" y="109"/>
                </a:lnTo>
                <a:lnTo>
                  <a:pt x="200" y="118"/>
                </a:lnTo>
                <a:lnTo>
                  <a:pt x="187" y="127"/>
                </a:lnTo>
                <a:lnTo>
                  <a:pt x="173" y="136"/>
                </a:lnTo>
                <a:lnTo>
                  <a:pt x="160" y="146"/>
                </a:lnTo>
                <a:lnTo>
                  <a:pt x="148" y="156"/>
                </a:lnTo>
                <a:lnTo>
                  <a:pt x="136" y="166"/>
                </a:lnTo>
                <a:lnTo>
                  <a:pt x="124" y="176"/>
                </a:lnTo>
                <a:lnTo>
                  <a:pt x="113" y="187"/>
                </a:lnTo>
                <a:lnTo>
                  <a:pt x="103" y="198"/>
                </a:lnTo>
                <a:lnTo>
                  <a:pt x="93" y="209"/>
                </a:lnTo>
                <a:lnTo>
                  <a:pt x="83" y="221"/>
                </a:lnTo>
                <a:lnTo>
                  <a:pt x="74" y="232"/>
                </a:lnTo>
                <a:lnTo>
                  <a:pt x="66" y="244"/>
                </a:lnTo>
                <a:lnTo>
                  <a:pt x="58" y="256"/>
                </a:lnTo>
                <a:lnTo>
                  <a:pt x="50" y="268"/>
                </a:lnTo>
                <a:lnTo>
                  <a:pt x="44" y="281"/>
                </a:lnTo>
                <a:lnTo>
                  <a:pt x="37" y="294"/>
                </a:lnTo>
                <a:lnTo>
                  <a:pt x="32" y="306"/>
                </a:lnTo>
                <a:lnTo>
                  <a:pt x="27" y="319"/>
                </a:lnTo>
                <a:lnTo>
                  <a:pt x="22" y="331"/>
                </a:lnTo>
                <a:lnTo>
                  <a:pt x="18" y="344"/>
                </a:lnTo>
                <a:lnTo>
                  <a:pt x="15" y="357"/>
                </a:lnTo>
                <a:lnTo>
                  <a:pt x="12" y="370"/>
                </a:lnTo>
                <a:lnTo>
                  <a:pt x="10" y="383"/>
                </a:lnTo>
                <a:lnTo>
                  <a:pt x="9" y="396"/>
                </a:lnTo>
                <a:lnTo>
                  <a:pt x="8" y="409"/>
                </a:lnTo>
                <a:lnTo>
                  <a:pt x="7" y="422"/>
                </a:lnTo>
                <a:lnTo>
                  <a:pt x="8" y="435"/>
                </a:lnTo>
                <a:lnTo>
                  <a:pt x="9" y="448"/>
                </a:lnTo>
                <a:lnTo>
                  <a:pt x="10" y="461"/>
                </a:lnTo>
                <a:lnTo>
                  <a:pt x="12" y="474"/>
                </a:lnTo>
                <a:lnTo>
                  <a:pt x="15" y="487"/>
                </a:lnTo>
                <a:lnTo>
                  <a:pt x="18" y="500"/>
                </a:lnTo>
                <a:lnTo>
                  <a:pt x="22" y="513"/>
                </a:lnTo>
                <a:lnTo>
                  <a:pt x="27" y="526"/>
                </a:lnTo>
                <a:lnTo>
                  <a:pt x="32" y="538"/>
                </a:lnTo>
                <a:lnTo>
                  <a:pt x="37" y="551"/>
                </a:lnTo>
                <a:lnTo>
                  <a:pt x="44" y="563"/>
                </a:lnTo>
                <a:lnTo>
                  <a:pt x="50" y="576"/>
                </a:lnTo>
                <a:lnTo>
                  <a:pt x="58" y="588"/>
                </a:lnTo>
                <a:lnTo>
                  <a:pt x="66" y="600"/>
                </a:lnTo>
                <a:lnTo>
                  <a:pt x="74" y="611"/>
                </a:lnTo>
                <a:lnTo>
                  <a:pt x="83" y="623"/>
                </a:lnTo>
                <a:lnTo>
                  <a:pt x="93" y="634"/>
                </a:lnTo>
                <a:lnTo>
                  <a:pt x="103" y="645"/>
                </a:lnTo>
                <a:lnTo>
                  <a:pt x="113" y="656"/>
                </a:lnTo>
                <a:lnTo>
                  <a:pt x="124" y="667"/>
                </a:lnTo>
                <a:lnTo>
                  <a:pt x="136" y="678"/>
                </a:lnTo>
                <a:lnTo>
                  <a:pt x="148" y="688"/>
                </a:lnTo>
                <a:lnTo>
                  <a:pt x="160" y="698"/>
                </a:lnTo>
                <a:lnTo>
                  <a:pt x="173" y="707"/>
                </a:lnTo>
                <a:lnTo>
                  <a:pt x="187" y="717"/>
                </a:lnTo>
                <a:lnTo>
                  <a:pt x="200" y="726"/>
                </a:lnTo>
                <a:lnTo>
                  <a:pt x="215" y="735"/>
                </a:lnTo>
                <a:lnTo>
                  <a:pt x="229" y="743"/>
                </a:lnTo>
                <a:lnTo>
                  <a:pt x="244" y="751"/>
                </a:lnTo>
                <a:lnTo>
                  <a:pt x="260" y="759"/>
                </a:lnTo>
                <a:lnTo>
                  <a:pt x="275" y="767"/>
                </a:lnTo>
                <a:lnTo>
                  <a:pt x="291" y="774"/>
                </a:lnTo>
                <a:lnTo>
                  <a:pt x="308" y="781"/>
                </a:lnTo>
                <a:lnTo>
                  <a:pt x="325" y="787"/>
                </a:lnTo>
                <a:lnTo>
                  <a:pt x="342" y="793"/>
                </a:lnTo>
                <a:lnTo>
                  <a:pt x="359" y="799"/>
                </a:lnTo>
                <a:lnTo>
                  <a:pt x="376" y="805"/>
                </a:lnTo>
                <a:lnTo>
                  <a:pt x="394" y="810"/>
                </a:lnTo>
                <a:lnTo>
                  <a:pt x="412" y="814"/>
                </a:lnTo>
                <a:lnTo>
                  <a:pt x="430" y="818"/>
                </a:lnTo>
                <a:lnTo>
                  <a:pt x="449" y="822"/>
                </a:lnTo>
                <a:lnTo>
                  <a:pt x="467" y="826"/>
                </a:lnTo>
                <a:lnTo>
                  <a:pt x="486" y="829"/>
                </a:lnTo>
                <a:lnTo>
                  <a:pt x="505" y="831"/>
                </a:lnTo>
                <a:lnTo>
                  <a:pt x="524" y="834"/>
                </a:lnTo>
                <a:lnTo>
                  <a:pt x="543" y="836"/>
                </a:lnTo>
                <a:lnTo>
                  <a:pt x="562" y="837"/>
                </a:lnTo>
                <a:lnTo>
                  <a:pt x="581" y="838"/>
                </a:lnTo>
                <a:lnTo>
                  <a:pt x="600" y="839"/>
                </a:lnTo>
                <a:lnTo>
                  <a:pt x="619" y="839"/>
                </a:lnTo>
                <a:lnTo>
                  <a:pt x="639" y="839"/>
                </a:lnTo>
                <a:lnTo>
                  <a:pt x="658" y="838"/>
                </a:lnTo>
                <a:lnTo>
                  <a:pt x="677" y="837"/>
                </a:lnTo>
                <a:lnTo>
                  <a:pt x="696" y="836"/>
                </a:lnTo>
                <a:lnTo>
                  <a:pt x="715" y="834"/>
                </a:lnTo>
                <a:lnTo>
                  <a:pt x="734" y="831"/>
                </a:lnTo>
                <a:lnTo>
                  <a:pt x="753" y="829"/>
                </a:lnTo>
                <a:lnTo>
                  <a:pt x="772" y="826"/>
                </a:lnTo>
                <a:lnTo>
                  <a:pt x="790" y="822"/>
                </a:lnTo>
                <a:lnTo>
                  <a:pt x="809" y="818"/>
                </a:lnTo>
                <a:lnTo>
                  <a:pt x="827" y="814"/>
                </a:lnTo>
                <a:lnTo>
                  <a:pt x="845" y="810"/>
                </a:lnTo>
                <a:lnTo>
                  <a:pt x="863" y="805"/>
                </a:lnTo>
                <a:lnTo>
                  <a:pt x="880" y="799"/>
                </a:lnTo>
                <a:lnTo>
                  <a:pt x="897" y="793"/>
                </a:lnTo>
                <a:lnTo>
                  <a:pt x="914" y="787"/>
                </a:lnTo>
                <a:lnTo>
                  <a:pt x="931" y="781"/>
                </a:lnTo>
                <a:lnTo>
                  <a:pt x="947" y="774"/>
                </a:lnTo>
                <a:lnTo>
                  <a:pt x="964" y="767"/>
                </a:lnTo>
                <a:lnTo>
                  <a:pt x="979" y="759"/>
                </a:lnTo>
                <a:lnTo>
                  <a:pt x="995" y="751"/>
                </a:lnTo>
                <a:lnTo>
                  <a:pt x="1010" y="743"/>
                </a:lnTo>
                <a:lnTo>
                  <a:pt x="1024" y="735"/>
                </a:lnTo>
                <a:lnTo>
                  <a:pt x="1039" y="726"/>
                </a:lnTo>
                <a:lnTo>
                  <a:pt x="1052" y="717"/>
                </a:lnTo>
                <a:lnTo>
                  <a:pt x="1066" y="707"/>
                </a:lnTo>
                <a:lnTo>
                  <a:pt x="1079" y="698"/>
                </a:lnTo>
                <a:lnTo>
                  <a:pt x="1091" y="688"/>
                </a:lnTo>
                <a:lnTo>
                  <a:pt x="1103" y="678"/>
                </a:lnTo>
                <a:lnTo>
                  <a:pt x="1115" y="667"/>
                </a:lnTo>
                <a:lnTo>
                  <a:pt x="1126" y="656"/>
                </a:lnTo>
                <a:lnTo>
                  <a:pt x="1136" y="645"/>
                </a:lnTo>
                <a:lnTo>
                  <a:pt x="1146" y="634"/>
                </a:lnTo>
                <a:lnTo>
                  <a:pt x="1157" y="623"/>
                </a:lnTo>
                <a:lnTo>
                  <a:pt x="1166" y="611"/>
                </a:lnTo>
                <a:lnTo>
                  <a:pt x="1174" y="600"/>
                </a:lnTo>
                <a:lnTo>
                  <a:pt x="1182" y="588"/>
                </a:lnTo>
                <a:lnTo>
                  <a:pt x="1190" y="576"/>
                </a:lnTo>
                <a:lnTo>
                  <a:pt x="1196" y="563"/>
                </a:lnTo>
                <a:lnTo>
                  <a:pt x="1203" y="551"/>
                </a:lnTo>
                <a:lnTo>
                  <a:pt x="1208" y="538"/>
                </a:lnTo>
                <a:lnTo>
                  <a:pt x="1213" y="526"/>
                </a:lnTo>
                <a:lnTo>
                  <a:pt x="1218" y="513"/>
                </a:lnTo>
                <a:lnTo>
                  <a:pt x="1222" y="500"/>
                </a:lnTo>
                <a:lnTo>
                  <a:pt x="1225" y="487"/>
                </a:lnTo>
                <a:lnTo>
                  <a:pt x="1228" y="474"/>
                </a:lnTo>
                <a:lnTo>
                  <a:pt x="1230" y="461"/>
                </a:lnTo>
                <a:lnTo>
                  <a:pt x="1231" y="448"/>
                </a:lnTo>
                <a:lnTo>
                  <a:pt x="1232" y="435"/>
                </a:lnTo>
                <a:lnTo>
                  <a:pt x="1233" y="422"/>
                </a:lnTo>
                <a:moveTo>
                  <a:pt x="1240" y="422"/>
                </a:moveTo>
                <a:lnTo>
                  <a:pt x="1240" y="435"/>
                </a:lnTo>
                <a:lnTo>
                  <a:pt x="1239" y="449"/>
                </a:lnTo>
                <a:lnTo>
                  <a:pt x="1237" y="462"/>
                </a:lnTo>
                <a:lnTo>
                  <a:pt x="1235" y="475"/>
                </a:lnTo>
                <a:lnTo>
                  <a:pt x="1233" y="488"/>
                </a:lnTo>
                <a:lnTo>
                  <a:pt x="1229" y="501"/>
                </a:lnTo>
                <a:lnTo>
                  <a:pt x="1225" y="514"/>
                </a:lnTo>
                <a:lnTo>
                  <a:pt x="1221" y="527"/>
                </a:lnTo>
                <a:lnTo>
                  <a:pt x="1216" y="540"/>
                </a:lnTo>
                <a:lnTo>
                  <a:pt x="1210" y="553"/>
                </a:lnTo>
                <a:lnTo>
                  <a:pt x="1204" y="565"/>
                </a:lnTo>
                <a:lnTo>
                  <a:pt x="1197" y="577"/>
                </a:lnTo>
                <a:lnTo>
                  <a:pt x="1189" y="590"/>
                </a:lnTo>
                <a:lnTo>
                  <a:pt x="1181" y="602"/>
                </a:lnTo>
                <a:lnTo>
                  <a:pt x="1173" y="614"/>
                </a:lnTo>
                <a:lnTo>
                  <a:pt x="1164" y="625"/>
                </a:lnTo>
                <a:lnTo>
                  <a:pt x="1153" y="637"/>
                </a:lnTo>
                <a:lnTo>
                  <a:pt x="1143" y="648"/>
                </a:lnTo>
                <a:lnTo>
                  <a:pt x="1132" y="659"/>
                </a:lnTo>
                <a:lnTo>
                  <a:pt x="1121" y="670"/>
                </a:lnTo>
                <a:lnTo>
                  <a:pt x="1109" y="681"/>
                </a:lnTo>
                <a:lnTo>
                  <a:pt x="1097" y="691"/>
                </a:lnTo>
                <a:lnTo>
                  <a:pt x="1084" y="701"/>
                </a:lnTo>
                <a:lnTo>
                  <a:pt x="1071" y="711"/>
                </a:lnTo>
                <a:lnTo>
                  <a:pt x="1058" y="720"/>
                </a:lnTo>
                <a:lnTo>
                  <a:pt x="1044" y="730"/>
                </a:lnTo>
                <a:lnTo>
                  <a:pt x="1029" y="739"/>
                </a:lnTo>
                <a:lnTo>
                  <a:pt x="1014" y="747"/>
                </a:lnTo>
                <a:lnTo>
                  <a:pt x="999" y="755"/>
                </a:lnTo>
                <a:lnTo>
                  <a:pt x="984" y="763"/>
                </a:lnTo>
                <a:lnTo>
                  <a:pt x="968" y="771"/>
                </a:lnTo>
                <a:lnTo>
                  <a:pt x="952" y="778"/>
                </a:lnTo>
                <a:lnTo>
                  <a:pt x="935" y="785"/>
                </a:lnTo>
                <a:lnTo>
                  <a:pt x="918" y="792"/>
                </a:lnTo>
                <a:lnTo>
                  <a:pt x="901" y="798"/>
                </a:lnTo>
                <a:lnTo>
                  <a:pt x="883" y="804"/>
                </a:lnTo>
                <a:lnTo>
                  <a:pt x="866" y="809"/>
                </a:lnTo>
                <a:lnTo>
                  <a:pt x="848" y="814"/>
                </a:lnTo>
                <a:lnTo>
                  <a:pt x="829" y="819"/>
                </a:lnTo>
                <a:lnTo>
                  <a:pt x="811" y="823"/>
                </a:lnTo>
                <a:lnTo>
                  <a:pt x="792" y="827"/>
                </a:lnTo>
                <a:lnTo>
                  <a:pt x="774" y="831"/>
                </a:lnTo>
                <a:lnTo>
                  <a:pt x="755" y="834"/>
                </a:lnTo>
                <a:lnTo>
                  <a:pt x="736" y="836"/>
                </a:lnTo>
                <a:lnTo>
                  <a:pt x="716" y="839"/>
                </a:lnTo>
                <a:lnTo>
                  <a:pt x="697" y="841"/>
                </a:lnTo>
                <a:lnTo>
                  <a:pt x="678" y="842"/>
                </a:lnTo>
                <a:lnTo>
                  <a:pt x="658" y="843"/>
                </a:lnTo>
                <a:lnTo>
                  <a:pt x="639" y="844"/>
                </a:lnTo>
                <a:lnTo>
                  <a:pt x="619" y="844"/>
                </a:lnTo>
                <a:lnTo>
                  <a:pt x="600" y="844"/>
                </a:lnTo>
                <a:lnTo>
                  <a:pt x="581" y="843"/>
                </a:lnTo>
                <a:lnTo>
                  <a:pt x="561" y="842"/>
                </a:lnTo>
                <a:lnTo>
                  <a:pt x="542" y="841"/>
                </a:lnTo>
                <a:lnTo>
                  <a:pt x="523" y="839"/>
                </a:lnTo>
                <a:lnTo>
                  <a:pt x="503" y="836"/>
                </a:lnTo>
                <a:lnTo>
                  <a:pt x="484" y="834"/>
                </a:lnTo>
                <a:lnTo>
                  <a:pt x="465" y="831"/>
                </a:lnTo>
                <a:lnTo>
                  <a:pt x="447" y="827"/>
                </a:lnTo>
                <a:lnTo>
                  <a:pt x="428" y="823"/>
                </a:lnTo>
                <a:lnTo>
                  <a:pt x="410" y="819"/>
                </a:lnTo>
                <a:lnTo>
                  <a:pt x="391" y="814"/>
                </a:lnTo>
                <a:lnTo>
                  <a:pt x="373" y="809"/>
                </a:lnTo>
                <a:lnTo>
                  <a:pt x="356" y="804"/>
                </a:lnTo>
                <a:lnTo>
                  <a:pt x="338" y="798"/>
                </a:lnTo>
                <a:lnTo>
                  <a:pt x="321" y="792"/>
                </a:lnTo>
                <a:lnTo>
                  <a:pt x="304" y="785"/>
                </a:lnTo>
                <a:lnTo>
                  <a:pt x="287" y="778"/>
                </a:lnTo>
                <a:lnTo>
                  <a:pt x="271" y="771"/>
                </a:lnTo>
                <a:lnTo>
                  <a:pt x="255" y="763"/>
                </a:lnTo>
                <a:lnTo>
                  <a:pt x="240" y="755"/>
                </a:lnTo>
                <a:lnTo>
                  <a:pt x="224" y="747"/>
                </a:lnTo>
                <a:lnTo>
                  <a:pt x="210" y="739"/>
                </a:lnTo>
                <a:lnTo>
                  <a:pt x="195" y="730"/>
                </a:lnTo>
                <a:lnTo>
                  <a:pt x="181" y="720"/>
                </a:lnTo>
                <a:lnTo>
                  <a:pt x="168" y="711"/>
                </a:lnTo>
                <a:lnTo>
                  <a:pt x="155" y="701"/>
                </a:lnTo>
                <a:lnTo>
                  <a:pt x="142" y="691"/>
                </a:lnTo>
                <a:lnTo>
                  <a:pt x="130" y="681"/>
                </a:lnTo>
                <a:lnTo>
                  <a:pt x="118" y="670"/>
                </a:lnTo>
                <a:lnTo>
                  <a:pt x="107" y="659"/>
                </a:lnTo>
                <a:lnTo>
                  <a:pt x="96" y="648"/>
                </a:lnTo>
                <a:lnTo>
                  <a:pt x="86" y="637"/>
                </a:lnTo>
                <a:lnTo>
                  <a:pt x="76" y="625"/>
                </a:lnTo>
                <a:lnTo>
                  <a:pt x="67" y="614"/>
                </a:lnTo>
                <a:lnTo>
                  <a:pt x="59" y="602"/>
                </a:lnTo>
                <a:lnTo>
                  <a:pt x="51" y="590"/>
                </a:lnTo>
                <a:lnTo>
                  <a:pt x="43" y="577"/>
                </a:lnTo>
                <a:lnTo>
                  <a:pt x="36" y="565"/>
                </a:lnTo>
                <a:lnTo>
                  <a:pt x="30" y="553"/>
                </a:lnTo>
                <a:lnTo>
                  <a:pt x="24" y="540"/>
                </a:lnTo>
                <a:lnTo>
                  <a:pt x="19" y="527"/>
                </a:lnTo>
                <a:lnTo>
                  <a:pt x="15" y="514"/>
                </a:lnTo>
                <a:lnTo>
                  <a:pt x="11" y="501"/>
                </a:lnTo>
                <a:lnTo>
                  <a:pt x="7" y="488"/>
                </a:lnTo>
                <a:lnTo>
                  <a:pt x="5" y="475"/>
                </a:lnTo>
                <a:lnTo>
                  <a:pt x="3" y="462"/>
                </a:lnTo>
                <a:lnTo>
                  <a:pt x="1" y="449"/>
                </a:lnTo>
                <a:lnTo>
                  <a:pt x="0" y="435"/>
                </a:lnTo>
                <a:lnTo>
                  <a:pt x="0" y="422"/>
                </a:lnTo>
                <a:lnTo>
                  <a:pt x="0" y="409"/>
                </a:lnTo>
                <a:lnTo>
                  <a:pt x="1" y="396"/>
                </a:lnTo>
                <a:lnTo>
                  <a:pt x="3" y="383"/>
                </a:lnTo>
                <a:lnTo>
                  <a:pt x="5" y="369"/>
                </a:lnTo>
                <a:lnTo>
                  <a:pt x="7" y="356"/>
                </a:lnTo>
                <a:lnTo>
                  <a:pt x="11" y="343"/>
                </a:lnTo>
                <a:lnTo>
                  <a:pt x="15" y="330"/>
                </a:lnTo>
                <a:lnTo>
                  <a:pt x="19" y="317"/>
                </a:lnTo>
                <a:lnTo>
                  <a:pt x="24" y="305"/>
                </a:lnTo>
                <a:lnTo>
                  <a:pt x="30" y="292"/>
                </a:lnTo>
                <a:lnTo>
                  <a:pt x="36" y="279"/>
                </a:lnTo>
                <a:lnTo>
                  <a:pt x="43" y="266"/>
                </a:lnTo>
                <a:lnTo>
                  <a:pt x="51" y="254"/>
                </a:lnTo>
                <a:lnTo>
                  <a:pt x="59" y="242"/>
                </a:lnTo>
                <a:lnTo>
                  <a:pt x="67" y="230"/>
                </a:lnTo>
                <a:lnTo>
                  <a:pt x="76" y="218"/>
                </a:lnTo>
                <a:lnTo>
                  <a:pt x="86" y="207"/>
                </a:lnTo>
                <a:lnTo>
                  <a:pt x="96" y="195"/>
                </a:lnTo>
                <a:lnTo>
                  <a:pt x="107" y="184"/>
                </a:lnTo>
                <a:lnTo>
                  <a:pt x="118" y="173"/>
                </a:lnTo>
                <a:lnTo>
                  <a:pt x="130" y="163"/>
                </a:lnTo>
                <a:lnTo>
                  <a:pt x="142" y="152"/>
                </a:lnTo>
                <a:lnTo>
                  <a:pt x="155" y="142"/>
                </a:lnTo>
                <a:lnTo>
                  <a:pt x="168" y="133"/>
                </a:lnTo>
                <a:lnTo>
                  <a:pt x="181" y="123"/>
                </a:lnTo>
                <a:lnTo>
                  <a:pt x="195" y="114"/>
                </a:lnTo>
                <a:lnTo>
                  <a:pt x="210" y="105"/>
                </a:lnTo>
                <a:lnTo>
                  <a:pt x="224" y="96"/>
                </a:lnTo>
                <a:lnTo>
                  <a:pt x="240" y="88"/>
                </a:lnTo>
                <a:lnTo>
                  <a:pt x="255" y="80"/>
                </a:lnTo>
                <a:lnTo>
                  <a:pt x="271" y="72"/>
                </a:lnTo>
                <a:lnTo>
                  <a:pt x="287" y="65"/>
                </a:lnTo>
                <a:lnTo>
                  <a:pt x="304" y="58"/>
                </a:lnTo>
                <a:lnTo>
                  <a:pt x="321" y="52"/>
                </a:lnTo>
                <a:lnTo>
                  <a:pt x="338" y="46"/>
                </a:lnTo>
                <a:lnTo>
                  <a:pt x="356" y="40"/>
                </a:lnTo>
                <a:lnTo>
                  <a:pt x="373" y="34"/>
                </a:lnTo>
                <a:lnTo>
                  <a:pt x="391" y="29"/>
                </a:lnTo>
                <a:lnTo>
                  <a:pt x="410" y="24"/>
                </a:lnTo>
                <a:lnTo>
                  <a:pt x="428" y="20"/>
                </a:lnTo>
                <a:lnTo>
                  <a:pt x="447" y="16"/>
                </a:lnTo>
                <a:lnTo>
                  <a:pt x="465" y="13"/>
                </a:lnTo>
                <a:lnTo>
                  <a:pt x="484" y="10"/>
                </a:lnTo>
                <a:lnTo>
                  <a:pt x="503" y="7"/>
                </a:lnTo>
                <a:lnTo>
                  <a:pt x="523" y="5"/>
                </a:lnTo>
                <a:lnTo>
                  <a:pt x="542" y="3"/>
                </a:lnTo>
                <a:lnTo>
                  <a:pt x="561" y="1"/>
                </a:lnTo>
                <a:lnTo>
                  <a:pt x="581" y="0"/>
                </a:lnTo>
                <a:lnTo>
                  <a:pt x="600" y="0"/>
                </a:lnTo>
                <a:lnTo>
                  <a:pt x="619" y="0"/>
                </a:lnTo>
                <a:lnTo>
                  <a:pt x="639" y="0"/>
                </a:lnTo>
                <a:lnTo>
                  <a:pt x="658" y="0"/>
                </a:lnTo>
                <a:lnTo>
                  <a:pt x="678" y="1"/>
                </a:lnTo>
                <a:lnTo>
                  <a:pt x="697" y="3"/>
                </a:lnTo>
                <a:lnTo>
                  <a:pt x="716" y="5"/>
                </a:lnTo>
                <a:lnTo>
                  <a:pt x="736" y="7"/>
                </a:lnTo>
                <a:lnTo>
                  <a:pt x="755" y="10"/>
                </a:lnTo>
                <a:lnTo>
                  <a:pt x="774" y="13"/>
                </a:lnTo>
                <a:lnTo>
                  <a:pt x="792" y="16"/>
                </a:lnTo>
                <a:lnTo>
                  <a:pt x="811" y="20"/>
                </a:lnTo>
                <a:lnTo>
                  <a:pt x="829" y="24"/>
                </a:lnTo>
                <a:lnTo>
                  <a:pt x="848" y="29"/>
                </a:lnTo>
                <a:lnTo>
                  <a:pt x="866" y="34"/>
                </a:lnTo>
                <a:lnTo>
                  <a:pt x="883" y="40"/>
                </a:lnTo>
                <a:lnTo>
                  <a:pt x="901" y="46"/>
                </a:lnTo>
                <a:lnTo>
                  <a:pt x="918" y="52"/>
                </a:lnTo>
                <a:lnTo>
                  <a:pt x="935" y="58"/>
                </a:lnTo>
                <a:lnTo>
                  <a:pt x="952" y="65"/>
                </a:lnTo>
                <a:lnTo>
                  <a:pt x="968" y="72"/>
                </a:lnTo>
                <a:lnTo>
                  <a:pt x="984" y="80"/>
                </a:lnTo>
                <a:lnTo>
                  <a:pt x="999" y="88"/>
                </a:lnTo>
                <a:lnTo>
                  <a:pt x="1014" y="96"/>
                </a:lnTo>
                <a:lnTo>
                  <a:pt x="1029" y="105"/>
                </a:lnTo>
                <a:lnTo>
                  <a:pt x="1044" y="114"/>
                </a:lnTo>
                <a:lnTo>
                  <a:pt x="1058" y="123"/>
                </a:lnTo>
                <a:lnTo>
                  <a:pt x="1071" y="133"/>
                </a:lnTo>
                <a:lnTo>
                  <a:pt x="1084" y="142"/>
                </a:lnTo>
                <a:lnTo>
                  <a:pt x="1097" y="152"/>
                </a:lnTo>
                <a:lnTo>
                  <a:pt x="1109" y="163"/>
                </a:lnTo>
                <a:lnTo>
                  <a:pt x="1121" y="173"/>
                </a:lnTo>
                <a:lnTo>
                  <a:pt x="1132" y="184"/>
                </a:lnTo>
                <a:lnTo>
                  <a:pt x="1143" y="195"/>
                </a:lnTo>
                <a:lnTo>
                  <a:pt x="1153" y="207"/>
                </a:lnTo>
                <a:lnTo>
                  <a:pt x="1164" y="218"/>
                </a:lnTo>
                <a:lnTo>
                  <a:pt x="1173" y="230"/>
                </a:lnTo>
                <a:lnTo>
                  <a:pt x="1181" y="242"/>
                </a:lnTo>
                <a:lnTo>
                  <a:pt x="1189" y="254"/>
                </a:lnTo>
                <a:lnTo>
                  <a:pt x="1197" y="266"/>
                </a:lnTo>
                <a:lnTo>
                  <a:pt x="1204" y="279"/>
                </a:lnTo>
                <a:lnTo>
                  <a:pt x="1210" y="292"/>
                </a:lnTo>
                <a:lnTo>
                  <a:pt x="1216" y="305"/>
                </a:lnTo>
                <a:lnTo>
                  <a:pt x="1221" y="317"/>
                </a:lnTo>
                <a:lnTo>
                  <a:pt x="1225" y="330"/>
                </a:lnTo>
                <a:lnTo>
                  <a:pt x="1229" y="343"/>
                </a:lnTo>
                <a:lnTo>
                  <a:pt x="1233" y="356"/>
                </a:lnTo>
                <a:lnTo>
                  <a:pt x="1235" y="369"/>
                </a:lnTo>
                <a:lnTo>
                  <a:pt x="1237" y="383"/>
                </a:lnTo>
                <a:lnTo>
                  <a:pt x="1239" y="396"/>
                </a:lnTo>
                <a:lnTo>
                  <a:pt x="1240" y="409"/>
                </a:lnTo>
                <a:lnTo>
                  <a:pt x="1240" y="422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4" name=""/>
          <p:cNvSpPr/>
          <p:nvPr/>
        </p:nvSpPr>
        <p:spPr>
          <a:xfrm>
            <a:off x="7833600" y="2783520"/>
            <a:ext cx="452160" cy="307800"/>
          </a:xfrm>
          <a:custGeom>
            <a:avLst/>
            <a:gdLst/>
            <a:ahLst/>
            <a:rect l="0" t="0" r="r" b="b"/>
            <a:pathLst>
              <a:path w="1256" h="855">
                <a:moveTo>
                  <a:pt x="1248" y="428"/>
                </a:moveTo>
                <a:lnTo>
                  <a:pt x="1248" y="415"/>
                </a:lnTo>
                <a:lnTo>
                  <a:pt x="1247" y="402"/>
                </a:lnTo>
                <a:lnTo>
                  <a:pt x="1245" y="389"/>
                </a:lnTo>
                <a:lnTo>
                  <a:pt x="1243" y="375"/>
                </a:lnTo>
                <a:lnTo>
                  <a:pt x="1241" y="361"/>
                </a:lnTo>
                <a:lnTo>
                  <a:pt x="1237" y="348"/>
                </a:lnTo>
                <a:lnTo>
                  <a:pt x="1233" y="335"/>
                </a:lnTo>
                <a:lnTo>
                  <a:pt x="1229" y="322"/>
                </a:lnTo>
                <a:lnTo>
                  <a:pt x="1224" y="310"/>
                </a:lnTo>
                <a:lnTo>
                  <a:pt x="1218" y="297"/>
                </a:lnTo>
                <a:lnTo>
                  <a:pt x="1212" y="284"/>
                </a:lnTo>
                <a:lnTo>
                  <a:pt x="1205" y="272"/>
                </a:lnTo>
                <a:lnTo>
                  <a:pt x="1197" y="260"/>
                </a:lnTo>
                <a:lnTo>
                  <a:pt x="1189" y="248"/>
                </a:lnTo>
                <a:lnTo>
                  <a:pt x="1181" y="236"/>
                </a:lnTo>
                <a:lnTo>
                  <a:pt x="1172" y="224"/>
                </a:lnTo>
                <a:lnTo>
                  <a:pt x="1162" y="213"/>
                </a:lnTo>
                <a:lnTo>
                  <a:pt x="1152" y="201"/>
                </a:lnTo>
                <a:lnTo>
                  <a:pt x="1141" y="190"/>
                </a:lnTo>
                <a:lnTo>
                  <a:pt x="1130" y="179"/>
                </a:lnTo>
                <a:lnTo>
                  <a:pt x="1118" y="169"/>
                </a:lnTo>
                <a:lnTo>
                  <a:pt x="1106" y="158"/>
                </a:lnTo>
                <a:lnTo>
                  <a:pt x="1093" y="148"/>
                </a:lnTo>
                <a:lnTo>
                  <a:pt x="1080" y="139"/>
                </a:lnTo>
                <a:lnTo>
                  <a:pt x="1067" y="129"/>
                </a:lnTo>
                <a:lnTo>
                  <a:pt x="1053" y="120"/>
                </a:lnTo>
                <a:lnTo>
                  <a:pt x="1038" y="111"/>
                </a:lnTo>
                <a:lnTo>
                  <a:pt x="1023" y="102"/>
                </a:lnTo>
                <a:lnTo>
                  <a:pt x="1008" y="94"/>
                </a:lnTo>
                <a:lnTo>
                  <a:pt x="993" y="86"/>
                </a:lnTo>
                <a:lnTo>
                  <a:pt x="977" y="78"/>
                </a:lnTo>
                <a:lnTo>
                  <a:pt x="961" y="71"/>
                </a:lnTo>
                <a:lnTo>
                  <a:pt x="944" y="64"/>
                </a:lnTo>
                <a:lnTo>
                  <a:pt x="927" y="58"/>
                </a:lnTo>
                <a:lnTo>
                  <a:pt x="910" y="52"/>
                </a:lnTo>
                <a:lnTo>
                  <a:pt x="892" y="46"/>
                </a:lnTo>
                <a:lnTo>
                  <a:pt x="875" y="40"/>
                </a:lnTo>
                <a:lnTo>
                  <a:pt x="857" y="35"/>
                </a:lnTo>
                <a:lnTo>
                  <a:pt x="838" y="30"/>
                </a:lnTo>
                <a:lnTo>
                  <a:pt x="820" y="26"/>
                </a:lnTo>
                <a:lnTo>
                  <a:pt x="801" y="22"/>
                </a:lnTo>
                <a:lnTo>
                  <a:pt x="783" y="19"/>
                </a:lnTo>
                <a:lnTo>
                  <a:pt x="764" y="16"/>
                </a:lnTo>
                <a:lnTo>
                  <a:pt x="745" y="13"/>
                </a:lnTo>
                <a:lnTo>
                  <a:pt x="725" y="11"/>
                </a:lnTo>
                <a:lnTo>
                  <a:pt x="706" y="9"/>
                </a:lnTo>
                <a:lnTo>
                  <a:pt x="687" y="7"/>
                </a:lnTo>
                <a:lnTo>
                  <a:pt x="667" y="6"/>
                </a:lnTo>
                <a:lnTo>
                  <a:pt x="648" y="6"/>
                </a:lnTo>
                <a:lnTo>
                  <a:pt x="628" y="6"/>
                </a:lnTo>
                <a:lnTo>
                  <a:pt x="609" y="6"/>
                </a:lnTo>
                <a:lnTo>
                  <a:pt x="590" y="6"/>
                </a:lnTo>
                <a:lnTo>
                  <a:pt x="570" y="7"/>
                </a:lnTo>
                <a:lnTo>
                  <a:pt x="551" y="9"/>
                </a:lnTo>
                <a:lnTo>
                  <a:pt x="532" y="11"/>
                </a:lnTo>
                <a:lnTo>
                  <a:pt x="512" y="13"/>
                </a:lnTo>
                <a:lnTo>
                  <a:pt x="493" y="16"/>
                </a:lnTo>
                <a:lnTo>
                  <a:pt x="474" y="19"/>
                </a:lnTo>
                <a:lnTo>
                  <a:pt x="456" y="22"/>
                </a:lnTo>
                <a:lnTo>
                  <a:pt x="437" y="26"/>
                </a:lnTo>
                <a:lnTo>
                  <a:pt x="419" y="30"/>
                </a:lnTo>
                <a:lnTo>
                  <a:pt x="400" y="35"/>
                </a:lnTo>
                <a:lnTo>
                  <a:pt x="382" y="40"/>
                </a:lnTo>
                <a:lnTo>
                  <a:pt x="365" y="46"/>
                </a:lnTo>
                <a:lnTo>
                  <a:pt x="347" y="52"/>
                </a:lnTo>
                <a:lnTo>
                  <a:pt x="330" y="58"/>
                </a:lnTo>
                <a:lnTo>
                  <a:pt x="313" y="64"/>
                </a:lnTo>
                <a:lnTo>
                  <a:pt x="296" y="71"/>
                </a:lnTo>
                <a:lnTo>
                  <a:pt x="280" y="78"/>
                </a:lnTo>
                <a:lnTo>
                  <a:pt x="264" y="86"/>
                </a:lnTo>
                <a:lnTo>
                  <a:pt x="249" y="94"/>
                </a:lnTo>
                <a:lnTo>
                  <a:pt x="233" y="102"/>
                </a:lnTo>
                <a:lnTo>
                  <a:pt x="219" y="111"/>
                </a:lnTo>
                <a:lnTo>
                  <a:pt x="204" y="120"/>
                </a:lnTo>
                <a:lnTo>
                  <a:pt x="190" y="129"/>
                </a:lnTo>
                <a:lnTo>
                  <a:pt x="176" y="139"/>
                </a:lnTo>
                <a:lnTo>
                  <a:pt x="163" y="148"/>
                </a:lnTo>
                <a:lnTo>
                  <a:pt x="150" y="158"/>
                </a:lnTo>
                <a:lnTo>
                  <a:pt x="138" y="169"/>
                </a:lnTo>
                <a:lnTo>
                  <a:pt x="126" y="179"/>
                </a:lnTo>
                <a:lnTo>
                  <a:pt x="115" y="190"/>
                </a:lnTo>
                <a:lnTo>
                  <a:pt x="104" y="201"/>
                </a:lnTo>
                <a:lnTo>
                  <a:pt x="94" y="213"/>
                </a:lnTo>
                <a:lnTo>
                  <a:pt x="84" y="224"/>
                </a:lnTo>
                <a:lnTo>
                  <a:pt x="75" y="236"/>
                </a:lnTo>
                <a:lnTo>
                  <a:pt x="67" y="248"/>
                </a:lnTo>
                <a:lnTo>
                  <a:pt x="59" y="260"/>
                </a:lnTo>
                <a:lnTo>
                  <a:pt x="51" y="272"/>
                </a:lnTo>
                <a:lnTo>
                  <a:pt x="44" y="284"/>
                </a:lnTo>
                <a:lnTo>
                  <a:pt x="38" y="297"/>
                </a:lnTo>
                <a:lnTo>
                  <a:pt x="32" y="310"/>
                </a:lnTo>
                <a:lnTo>
                  <a:pt x="27" y="322"/>
                </a:lnTo>
                <a:lnTo>
                  <a:pt x="23" y="335"/>
                </a:lnTo>
                <a:lnTo>
                  <a:pt x="19" y="348"/>
                </a:lnTo>
                <a:lnTo>
                  <a:pt x="15" y="361"/>
                </a:lnTo>
                <a:lnTo>
                  <a:pt x="13" y="375"/>
                </a:lnTo>
                <a:lnTo>
                  <a:pt x="11" y="389"/>
                </a:lnTo>
                <a:lnTo>
                  <a:pt x="9" y="402"/>
                </a:lnTo>
                <a:lnTo>
                  <a:pt x="8" y="415"/>
                </a:lnTo>
                <a:lnTo>
                  <a:pt x="8" y="428"/>
                </a:lnTo>
                <a:lnTo>
                  <a:pt x="8" y="441"/>
                </a:lnTo>
                <a:lnTo>
                  <a:pt x="9" y="455"/>
                </a:lnTo>
                <a:lnTo>
                  <a:pt x="11" y="468"/>
                </a:lnTo>
                <a:lnTo>
                  <a:pt x="13" y="481"/>
                </a:lnTo>
                <a:lnTo>
                  <a:pt x="15" y="494"/>
                </a:lnTo>
                <a:lnTo>
                  <a:pt x="19" y="507"/>
                </a:lnTo>
                <a:lnTo>
                  <a:pt x="23" y="520"/>
                </a:lnTo>
                <a:lnTo>
                  <a:pt x="27" y="533"/>
                </a:lnTo>
                <a:lnTo>
                  <a:pt x="32" y="546"/>
                </a:lnTo>
                <a:lnTo>
                  <a:pt x="38" y="559"/>
                </a:lnTo>
                <a:lnTo>
                  <a:pt x="44" y="571"/>
                </a:lnTo>
                <a:lnTo>
                  <a:pt x="51" y="583"/>
                </a:lnTo>
                <a:lnTo>
                  <a:pt x="59" y="596"/>
                </a:lnTo>
                <a:lnTo>
                  <a:pt x="67" y="608"/>
                </a:lnTo>
                <a:lnTo>
                  <a:pt x="75" y="620"/>
                </a:lnTo>
                <a:lnTo>
                  <a:pt x="84" y="631"/>
                </a:lnTo>
                <a:lnTo>
                  <a:pt x="94" y="643"/>
                </a:lnTo>
                <a:lnTo>
                  <a:pt x="104" y="654"/>
                </a:lnTo>
                <a:lnTo>
                  <a:pt x="115" y="665"/>
                </a:lnTo>
                <a:lnTo>
                  <a:pt x="126" y="676"/>
                </a:lnTo>
                <a:lnTo>
                  <a:pt x="138" y="687"/>
                </a:lnTo>
                <a:lnTo>
                  <a:pt x="150" y="697"/>
                </a:lnTo>
                <a:lnTo>
                  <a:pt x="163" y="707"/>
                </a:lnTo>
                <a:lnTo>
                  <a:pt x="176" y="717"/>
                </a:lnTo>
                <a:lnTo>
                  <a:pt x="190" y="726"/>
                </a:lnTo>
                <a:lnTo>
                  <a:pt x="204" y="736"/>
                </a:lnTo>
                <a:lnTo>
                  <a:pt x="219" y="745"/>
                </a:lnTo>
                <a:lnTo>
                  <a:pt x="233" y="753"/>
                </a:lnTo>
                <a:lnTo>
                  <a:pt x="249" y="761"/>
                </a:lnTo>
                <a:lnTo>
                  <a:pt x="264" y="769"/>
                </a:lnTo>
                <a:lnTo>
                  <a:pt x="280" y="777"/>
                </a:lnTo>
                <a:lnTo>
                  <a:pt x="296" y="784"/>
                </a:lnTo>
                <a:lnTo>
                  <a:pt x="313" y="791"/>
                </a:lnTo>
                <a:lnTo>
                  <a:pt x="330" y="798"/>
                </a:lnTo>
                <a:lnTo>
                  <a:pt x="347" y="804"/>
                </a:lnTo>
                <a:lnTo>
                  <a:pt x="365" y="810"/>
                </a:lnTo>
                <a:lnTo>
                  <a:pt x="382" y="815"/>
                </a:lnTo>
                <a:lnTo>
                  <a:pt x="400" y="820"/>
                </a:lnTo>
                <a:lnTo>
                  <a:pt x="419" y="825"/>
                </a:lnTo>
                <a:lnTo>
                  <a:pt x="437" y="829"/>
                </a:lnTo>
                <a:lnTo>
                  <a:pt x="456" y="833"/>
                </a:lnTo>
                <a:lnTo>
                  <a:pt x="474" y="837"/>
                </a:lnTo>
                <a:lnTo>
                  <a:pt x="493" y="840"/>
                </a:lnTo>
                <a:lnTo>
                  <a:pt x="512" y="842"/>
                </a:lnTo>
                <a:lnTo>
                  <a:pt x="532" y="845"/>
                </a:lnTo>
                <a:lnTo>
                  <a:pt x="551" y="847"/>
                </a:lnTo>
                <a:lnTo>
                  <a:pt x="570" y="848"/>
                </a:lnTo>
                <a:lnTo>
                  <a:pt x="590" y="849"/>
                </a:lnTo>
                <a:lnTo>
                  <a:pt x="609" y="850"/>
                </a:lnTo>
                <a:lnTo>
                  <a:pt x="628" y="850"/>
                </a:lnTo>
                <a:lnTo>
                  <a:pt x="648" y="850"/>
                </a:lnTo>
                <a:lnTo>
                  <a:pt x="667" y="849"/>
                </a:lnTo>
                <a:lnTo>
                  <a:pt x="687" y="848"/>
                </a:lnTo>
                <a:lnTo>
                  <a:pt x="706" y="847"/>
                </a:lnTo>
                <a:lnTo>
                  <a:pt x="725" y="845"/>
                </a:lnTo>
                <a:lnTo>
                  <a:pt x="745" y="842"/>
                </a:lnTo>
                <a:lnTo>
                  <a:pt x="764" y="840"/>
                </a:lnTo>
                <a:lnTo>
                  <a:pt x="783" y="837"/>
                </a:lnTo>
                <a:lnTo>
                  <a:pt x="801" y="833"/>
                </a:lnTo>
                <a:lnTo>
                  <a:pt x="820" y="829"/>
                </a:lnTo>
                <a:lnTo>
                  <a:pt x="838" y="825"/>
                </a:lnTo>
                <a:lnTo>
                  <a:pt x="857" y="820"/>
                </a:lnTo>
                <a:lnTo>
                  <a:pt x="875" y="815"/>
                </a:lnTo>
                <a:lnTo>
                  <a:pt x="892" y="810"/>
                </a:lnTo>
                <a:lnTo>
                  <a:pt x="910" y="804"/>
                </a:lnTo>
                <a:lnTo>
                  <a:pt x="927" y="798"/>
                </a:lnTo>
                <a:lnTo>
                  <a:pt x="944" y="791"/>
                </a:lnTo>
                <a:lnTo>
                  <a:pt x="961" y="784"/>
                </a:lnTo>
                <a:lnTo>
                  <a:pt x="977" y="777"/>
                </a:lnTo>
                <a:lnTo>
                  <a:pt x="993" y="769"/>
                </a:lnTo>
                <a:lnTo>
                  <a:pt x="1008" y="761"/>
                </a:lnTo>
                <a:lnTo>
                  <a:pt x="1023" y="753"/>
                </a:lnTo>
                <a:lnTo>
                  <a:pt x="1038" y="745"/>
                </a:lnTo>
                <a:lnTo>
                  <a:pt x="1053" y="736"/>
                </a:lnTo>
                <a:lnTo>
                  <a:pt x="1067" y="726"/>
                </a:lnTo>
                <a:lnTo>
                  <a:pt x="1080" y="717"/>
                </a:lnTo>
                <a:lnTo>
                  <a:pt x="1093" y="707"/>
                </a:lnTo>
                <a:lnTo>
                  <a:pt x="1106" y="697"/>
                </a:lnTo>
                <a:lnTo>
                  <a:pt x="1118" y="687"/>
                </a:lnTo>
                <a:lnTo>
                  <a:pt x="1130" y="676"/>
                </a:lnTo>
                <a:lnTo>
                  <a:pt x="1141" y="665"/>
                </a:lnTo>
                <a:lnTo>
                  <a:pt x="1152" y="654"/>
                </a:lnTo>
                <a:lnTo>
                  <a:pt x="1162" y="643"/>
                </a:lnTo>
                <a:lnTo>
                  <a:pt x="1172" y="631"/>
                </a:lnTo>
                <a:lnTo>
                  <a:pt x="1181" y="620"/>
                </a:lnTo>
                <a:lnTo>
                  <a:pt x="1189" y="608"/>
                </a:lnTo>
                <a:lnTo>
                  <a:pt x="1197" y="596"/>
                </a:lnTo>
                <a:lnTo>
                  <a:pt x="1205" y="583"/>
                </a:lnTo>
                <a:lnTo>
                  <a:pt x="1212" y="571"/>
                </a:lnTo>
                <a:lnTo>
                  <a:pt x="1218" y="559"/>
                </a:lnTo>
                <a:lnTo>
                  <a:pt x="1224" y="546"/>
                </a:lnTo>
                <a:lnTo>
                  <a:pt x="1229" y="533"/>
                </a:lnTo>
                <a:lnTo>
                  <a:pt x="1233" y="520"/>
                </a:lnTo>
                <a:lnTo>
                  <a:pt x="1237" y="507"/>
                </a:lnTo>
                <a:lnTo>
                  <a:pt x="1241" y="494"/>
                </a:lnTo>
                <a:lnTo>
                  <a:pt x="1243" y="481"/>
                </a:lnTo>
                <a:lnTo>
                  <a:pt x="1245" y="468"/>
                </a:lnTo>
                <a:lnTo>
                  <a:pt x="1247" y="455"/>
                </a:lnTo>
                <a:lnTo>
                  <a:pt x="1248" y="441"/>
                </a:lnTo>
                <a:lnTo>
                  <a:pt x="1248" y="428"/>
                </a:lnTo>
                <a:moveTo>
                  <a:pt x="1256" y="428"/>
                </a:moveTo>
                <a:lnTo>
                  <a:pt x="1255" y="442"/>
                </a:lnTo>
                <a:lnTo>
                  <a:pt x="1254" y="455"/>
                </a:lnTo>
                <a:lnTo>
                  <a:pt x="1253" y="468"/>
                </a:lnTo>
                <a:lnTo>
                  <a:pt x="1251" y="482"/>
                </a:lnTo>
                <a:lnTo>
                  <a:pt x="1248" y="495"/>
                </a:lnTo>
                <a:lnTo>
                  <a:pt x="1245" y="508"/>
                </a:lnTo>
                <a:lnTo>
                  <a:pt x="1241" y="521"/>
                </a:lnTo>
                <a:lnTo>
                  <a:pt x="1236" y="534"/>
                </a:lnTo>
                <a:lnTo>
                  <a:pt x="1231" y="547"/>
                </a:lnTo>
                <a:lnTo>
                  <a:pt x="1225" y="560"/>
                </a:lnTo>
                <a:lnTo>
                  <a:pt x="1219" y="573"/>
                </a:lnTo>
                <a:lnTo>
                  <a:pt x="1212" y="585"/>
                </a:lnTo>
                <a:lnTo>
                  <a:pt x="1204" y="598"/>
                </a:lnTo>
                <a:lnTo>
                  <a:pt x="1196" y="610"/>
                </a:lnTo>
                <a:lnTo>
                  <a:pt x="1187" y="622"/>
                </a:lnTo>
                <a:lnTo>
                  <a:pt x="1178" y="634"/>
                </a:lnTo>
                <a:lnTo>
                  <a:pt x="1168" y="646"/>
                </a:lnTo>
                <a:lnTo>
                  <a:pt x="1158" y="657"/>
                </a:lnTo>
                <a:lnTo>
                  <a:pt x="1147" y="668"/>
                </a:lnTo>
                <a:lnTo>
                  <a:pt x="1136" y="679"/>
                </a:lnTo>
                <a:lnTo>
                  <a:pt x="1124" y="690"/>
                </a:lnTo>
                <a:lnTo>
                  <a:pt x="1112" y="700"/>
                </a:lnTo>
                <a:lnTo>
                  <a:pt x="1099" y="711"/>
                </a:lnTo>
                <a:lnTo>
                  <a:pt x="1086" y="720"/>
                </a:lnTo>
                <a:lnTo>
                  <a:pt x="1072" y="730"/>
                </a:lnTo>
                <a:lnTo>
                  <a:pt x="1058" y="739"/>
                </a:lnTo>
                <a:lnTo>
                  <a:pt x="1043" y="748"/>
                </a:lnTo>
                <a:lnTo>
                  <a:pt x="1028" y="757"/>
                </a:lnTo>
                <a:lnTo>
                  <a:pt x="1013" y="766"/>
                </a:lnTo>
                <a:lnTo>
                  <a:pt x="997" y="774"/>
                </a:lnTo>
                <a:lnTo>
                  <a:pt x="981" y="781"/>
                </a:lnTo>
                <a:lnTo>
                  <a:pt x="965" y="789"/>
                </a:lnTo>
                <a:lnTo>
                  <a:pt x="948" y="796"/>
                </a:lnTo>
                <a:lnTo>
                  <a:pt x="931" y="802"/>
                </a:lnTo>
                <a:lnTo>
                  <a:pt x="913" y="809"/>
                </a:lnTo>
                <a:lnTo>
                  <a:pt x="896" y="814"/>
                </a:lnTo>
                <a:lnTo>
                  <a:pt x="878" y="820"/>
                </a:lnTo>
                <a:lnTo>
                  <a:pt x="859" y="825"/>
                </a:lnTo>
                <a:lnTo>
                  <a:pt x="841" y="830"/>
                </a:lnTo>
                <a:lnTo>
                  <a:pt x="822" y="834"/>
                </a:lnTo>
                <a:lnTo>
                  <a:pt x="803" y="838"/>
                </a:lnTo>
                <a:lnTo>
                  <a:pt x="784" y="842"/>
                </a:lnTo>
                <a:lnTo>
                  <a:pt x="765" y="845"/>
                </a:lnTo>
                <a:lnTo>
                  <a:pt x="746" y="848"/>
                </a:lnTo>
                <a:lnTo>
                  <a:pt x="727" y="850"/>
                </a:lnTo>
                <a:lnTo>
                  <a:pt x="707" y="852"/>
                </a:lnTo>
                <a:lnTo>
                  <a:pt x="688" y="853"/>
                </a:lnTo>
                <a:lnTo>
                  <a:pt x="668" y="854"/>
                </a:lnTo>
                <a:lnTo>
                  <a:pt x="648" y="855"/>
                </a:lnTo>
                <a:lnTo>
                  <a:pt x="628" y="855"/>
                </a:lnTo>
                <a:lnTo>
                  <a:pt x="609" y="855"/>
                </a:lnTo>
                <a:lnTo>
                  <a:pt x="589" y="854"/>
                </a:lnTo>
                <a:lnTo>
                  <a:pt x="569" y="853"/>
                </a:lnTo>
                <a:lnTo>
                  <a:pt x="550" y="852"/>
                </a:lnTo>
                <a:lnTo>
                  <a:pt x="530" y="850"/>
                </a:lnTo>
                <a:lnTo>
                  <a:pt x="511" y="848"/>
                </a:lnTo>
                <a:lnTo>
                  <a:pt x="492" y="845"/>
                </a:lnTo>
                <a:lnTo>
                  <a:pt x="472" y="842"/>
                </a:lnTo>
                <a:lnTo>
                  <a:pt x="453" y="838"/>
                </a:lnTo>
                <a:lnTo>
                  <a:pt x="435" y="834"/>
                </a:lnTo>
                <a:lnTo>
                  <a:pt x="416" y="830"/>
                </a:lnTo>
                <a:lnTo>
                  <a:pt x="398" y="825"/>
                </a:lnTo>
                <a:lnTo>
                  <a:pt x="379" y="820"/>
                </a:lnTo>
                <a:lnTo>
                  <a:pt x="361" y="814"/>
                </a:lnTo>
                <a:lnTo>
                  <a:pt x="344" y="809"/>
                </a:lnTo>
                <a:lnTo>
                  <a:pt x="326" y="802"/>
                </a:lnTo>
                <a:lnTo>
                  <a:pt x="309" y="796"/>
                </a:lnTo>
                <a:lnTo>
                  <a:pt x="292" y="789"/>
                </a:lnTo>
                <a:lnTo>
                  <a:pt x="276" y="781"/>
                </a:lnTo>
                <a:lnTo>
                  <a:pt x="260" y="774"/>
                </a:lnTo>
                <a:lnTo>
                  <a:pt x="244" y="766"/>
                </a:lnTo>
                <a:lnTo>
                  <a:pt x="229" y="757"/>
                </a:lnTo>
                <a:lnTo>
                  <a:pt x="214" y="748"/>
                </a:lnTo>
                <a:lnTo>
                  <a:pt x="199" y="739"/>
                </a:lnTo>
                <a:lnTo>
                  <a:pt x="184" y="730"/>
                </a:lnTo>
                <a:lnTo>
                  <a:pt x="170" y="720"/>
                </a:lnTo>
                <a:lnTo>
                  <a:pt x="157" y="711"/>
                </a:lnTo>
                <a:lnTo>
                  <a:pt x="144" y="700"/>
                </a:lnTo>
                <a:lnTo>
                  <a:pt x="132" y="690"/>
                </a:lnTo>
                <a:lnTo>
                  <a:pt x="120" y="679"/>
                </a:lnTo>
                <a:lnTo>
                  <a:pt x="109" y="668"/>
                </a:lnTo>
                <a:lnTo>
                  <a:pt x="98" y="657"/>
                </a:lnTo>
                <a:lnTo>
                  <a:pt x="88" y="646"/>
                </a:lnTo>
                <a:lnTo>
                  <a:pt x="78" y="634"/>
                </a:lnTo>
                <a:lnTo>
                  <a:pt x="69" y="622"/>
                </a:lnTo>
                <a:lnTo>
                  <a:pt x="60" y="610"/>
                </a:lnTo>
                <a:lnTo>
                  <a:pt x="52" y="598"/>
                </a:lnTo>
                <a:lnTo>
                  <a:pt x="44" y="585"/>
                </a:lnTo>
                <a:lnTo>
                  <a:pt x="37" y="573"/>
                </a:lnTo>
                <a:lnTo>
                  <a:pt x="31" y="560"/>
                </a:lnTo>
                <a:lnTo>
                  <a:pt x="25" y="547"/>
                </a:lnTo>
                <a:lnTo>
                  <a:pt x="20" y="534"/>
                </a:lnTo>
                <a:lnTo>
                  <a:pt x="15" y="521"/>
                </a:lnTo>
                <a:lnTo>
                  <a:pt x="11" y="508"/>
                </a:lnTo>
                <a:lnTo>
                  <a:pt x="8" y="495"/>
                </a:lnTo>
                <a:lnTo>
                  <a:pt x="5" y="482"/>
                </a:lnTo>
                <a:lnTo>
                  <a:pt x="3" y="468"/>
                </a:lnTo>
                <a:lnTo>
                  <a:pt x="1" y="455"/>
                </a:lnTo>
                <a:lnTo>
                  <a:pt x="1" y="442"/>
                </a:lnTo>
                <a:lnTo>
                  <a:pt x="0" y="428"/>
                </a:lnTo>
                <a:lnTo>
                  <a:pt x="1" y="415"/>
                </a:lnTo>
                <a:lnTo>
                  <a:pt x="1" y="401"/>
                </a:lnTo>
                <a:lnTo>
                  <a:pt x="3" y="388"/>
                </a:lnTo>
                <a:lnTo>
                  <a:pt x="5" y="375"/>
                </a:lnTo>
                <a:lnTo>
                  <a:pt x="8" y="360"/>
                </a:lnTo>
                <a:lnTo>
                  <a:pt x="11" y="347"/>
                </a:lnTo>
                <a:lnTo>
                  <a:pt x="15" y="334"/>
                </a:lnTo>
                <a:lnTo>
                  <a:pt x="20" y="321"/>
                </a:lnTo>
                <a:lnTo>
                  <a:pt x="25" y="308"/>
                </a:lnTo>
                <a:lnTo>
                  <a:pt x="31" y="295"/>
                </a:lnTo>
                <a:lnTo>
                  <a:pt x="37" y="283"/>
                </a:lnTo>
                <a:lnTo>
                  <a:pt x="44" y="270"/>
                </a:lnTo>
                <a:lnTo>
                  <a:pt x="52" y="258"/>
                </a:lnTo>
                <a:lnTo>
                  <a:pt x="60" y="246"/>
                </a:lnTo>
                <a:lnTo>
                  <a:pt x="69" y="233"/>
                </a:lnTo>
                <a:lnTo>
                  <a:pt x="78" y="222"/>
                </a:lnTo>
                <a:lnTo>
                  <a:pt x="88" y="210"/>
                </a:lnTo>
                <a:lnTo>
                  <a:pt x="98" y="199"/>
                </a:lnTo>
                <a:lnTo>
                  <a:pt x="109" y="187"/>
                </a:lnTo>
                <a:lnTo>
                  <a:pt x="120" y="176"/>
                </a:lnTo>
                <a:lnTo>
                  <a:pt x="132" y="166"/>
                </a:lnTo>
                <a:lnTo>
                  <a:pt x="144" y="155"/>
                </a:lnTo>
                <a:lnTo>
                  <a:pt x="157" y="145"/>
                </a:lnTo>
                <a:lnTo>
                  <a:pt x="170" y="135"/>
                </a:lnTo>
                <a:lnTo>
                  <a:pt x="184" y="125"/>
                </a:lnTo>
                <a:lnTo>
                  <a:pt x="199" y="116"/>
                </a:lnTo>
                <a:lnTo>
                  <a:pt x="214" y="107"/>
                </a:lnTo>
                <a:lnTo>
                  <a:pt x="229" y="98"/>
                </a:lnTo>
                <a:lnTo>
                  <a:pt x="244" y="90"/>
                </a:lnTo>
                <a:lnTo>
                  <a:pt x="260" y="82"/>
                </a:lnTo>
                <a:lnTo>
                  <a:pt x="276" y="74"/>
                </a:lnTo>
                <a:lnTo>
                  <a:pt x="292" y="67"/>
                </a:lnTo>
                <a:lnTo>
                  <a:pt x="309" y="60"/>
                </a:lnTo>
                <a:lnTo>
                  <a:pt x="326" y="53"/>
                </a:lnTo>
                <a:lnTo>
                  <a:pt x="344" y="47"/>
                </a:lnTo>
                <a:lnTo>
                  <a:pt x="361" y="41"/>
                </a:lnTo>
                <a:lnTo>
                  <a:pt x="379" y="36"/>
                </a:lnTo>
                <a:lnTo>
                  <a:pt x="398" y="30"/>
                </a:lnTo>
                <a:lnTo>
                  <a:pt x="416" y="26"/>
                </a:lnTo>
                <a:lnTo>
                  <a:pt x="435" y="21"/>
                </a:lnTo>
                <a:lnTo>
                  <a:pt x="453" y="17"/>
                </a:lnTo>
                <a:lnTo>
                  <a:pt x="472" y="14"/>
                </a:lnTo>
                <a:lnTo>
                  <a:pt x="492" y="11"/>
                </a:lnTo>
                <a:lnTo>
                  <a:pt x="511" y="8"/>
                </a:lnTo>
                <a:lnTo>
                  <a:pt x="530" y="6"/>
                </a:lnTo>
                <a:lnTo>
                  <a:pt x="550" y="4"/>
                </a:lnTo>
                <a:lnTo>
                  <a:pt x="569" y="2"/>
                </a:lnTo>
                <a:lnTo>
                  <a:pt x="589" y="1"/>
                </a:lnTo>
                <a:lnTo>
                  <a:pt x="609" y="1"/>
                </a:lnTo>
                <a:lnTo>
                  <a:pt x="628" y="0"/>
                </a:lnTo>
                <a:lnTo>
                  <a:pt x="648" y="1"/>
                </a:lnTo>
                <a:lnTo>
                  <a:pt x="668" y="1"/>
                </a:lnTo>
                <a:lnTo>
                  <a:pt x="688" y="2"/>
                </a:lnTo>
                <a:lnTo>
                  <a:pt x="707" y="4"/>
                </a:lnTo>
                <a:lnTo>
                  <a:pt x="727" y="6"/>
                </a:lnTo>
                <a:lnTo>
                  <a:pt x="746" y="8"/>
                </a:lnTo>
                <a:lnTo>
                  <a:pt x="765" y="11"/>
                </a:lnTo>
                <a:lnTo>
                  <a:pt x="784" y="14"/>
                </a:lnTo>
                <a:lnTo>
                  <a:pt x="803" y="17"/>
                </a:lnTo>
                <a:lnTo>
                  <a:pt x="822" y="21"/>
                </a:lnTo>
                <a:lnTo>
                  <a:pt x="841" y="26"/>
                </a:lnTo>
                <a:lnTo>
                  <a:pt x="859" y="30"/>
                </a:lnTo>
                <a:lnTo>
                  <a:pt x="878" y="36"/>
                </a:lnTo>
                <a:lnTo>
                  <a:pt x="896" y="41"/>
                </a:lnTo>
                <a:lnTo>
                  <a:pt x="913" y="47"/>
                </a:lnTo>
                <a:lnTo>
                  <a:pt x="931" y="53"/>
                </a:lnTo>
                <a:lnTo>
                  <a:pt x="948" y="60"/>
                </a:lnTo>
                <a:lnTo>
                  <a:pt x="965" y="67"/>
                </a:lnTo>
                <a:lnTo>
                  <a:pt x="981" y="74"/>
                </a:lnTo>
                <a:lnTo>
                  <a:pt x="997" y="82"/>
                </a:lnTo>
                <a:lnTo>
                  <a:pt x="1013" y="90"/>
                </a:lnTo>
                <a:lnTo>
                  <a:pt x="1028" y="98"/>
                </a:lnTo>
                <a:lnTo>
                  <a:pt x="1043" y="107"/>
                </a:lnTo>
                <a:lnTo>
                  <a:pt x="1058" y="116"/>
                </a:lnTo>
                <a:lnTo>
                  <a:pt x="1072" y="125"/>
                </a:lnTo>
                <a:lnTo>
                  <a:pt x="1086" y="135"/>
                </a:lnTo>
                <a:lnTo>
                  <a:pt x="1099" y="145"/>
                </a:lnTo>
                <a:lnTo>
                  <a:pt x="1112" y="155"/>
                </a:lnTo>
                <a:lnTo>
                  <a:pt x="1124" y="166"/>
                </a:lnTo>
                <a:lnTo>
                  <a:pt x="1136" y="176"/>
                </a:lnTo>
                <a:lnTo>
                  <a:pt x="1147" y="187"/>
                </a:lnTo>
                <a:lnTo>
                  <a:pt x="1158" y="199"/>
                </a:lnTo>
                <a:lnTo>
                  <a:pt x="1168" y="210"/>
                </a:lnTo>
                <a:lnTo>
                  <a:pt x="1178" y="222"/>
                </a:lnTo>
                <a:lnTo>
                  <a:pt x="1187" y="233"/>
                </a:lnTo>
                <a:lnTo>
                  <a:pt x="1196" y="246"/>
                </a:lnTo>
                <a:lnTo>
                  <a:pt x="1204" y="258"/>
                </a:lnTo>
                <a:lnTo>
                  <a:pt x="1212" y="270"/>
                </a:lnTo>
                <a:lnTo>
                  <a:pt x="1219" y="283"/>
                </a:lnTo>
                <a:lnTo>
                  <a:pt x="1225" y="295"/>
                </a:lnTo>
                <a:lnTo>
                  <a:pt x="1231" y="308"/>
                </a:lnTo>
                <a:lnTo>
                  <a:pt x="1236" y="321"/>
                </a:lnTo>
                <a:lnTo>
                  <a:pt x="1241" y="334"/>
                </a:lnTo>
                <a:lnTo>
                  <a:pt x="1245" y="347"/>
                </a:lnTo>
                <a:lnTo>
                  <a:pt x="1248" y="360"/>
                </a:lnTo>
                <a:lnTo>
                  <a:pt x="1251" y="375"/>
                </a:lnTo>
                <a:lnTo>
                  <a:pt x="1253" y="388"/>
                </a:lnTo>
                <a:lnTo>
                  <a:pt x="1254" y="401"/>
                </a:lnTo>
                <a:lnTo>
                  <a:pt x="1255" y="415"/>
                </a:lnTo>
                <a:lnTo>
                  <a:pt x="1256" y="428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5" name=""/>
          <p:cNvSpPr/>
          <p:nvPr/>
        </p:nvSpPr>
        <p:spPr>
          <a:xfrm>
            <a:off x="7826760" y="2779200"/>
            <a:ext cx="465840" cy="316800"/>
          </a:xfrm>
          <a:custGeom>
            <a:avLst/>
            <a:gdLst/>
            <a:ahLst/>
            <a:rect l="0" t="0" r="r" b="b"/>
            <a:pathLst>
              <a:path w="1294" h="880">
                <a:moveTo>
                  <a:pt x="1275" y="439"/>
                </a:moveTo>
                <a:lnTo>
                  <a:pt x="1274" y="426"/>
                </a:lnTo>
                <a:lnTo>
                  <a:pt x="1273" y="412"/>
                </a:lnTo>
                <a:lnTo>
                  <a:pt x="1272" y="399"/>
                </a:lnTo>
                <a:lnTo>
                  <a:pt x="1270" y="386"/>
                </a:lnTo>
                <a:lnTo>
                  <a:pt x="1267" y="372"/>
                </a:lnTo>
                <a:lnTo>
                  <a:pt x="1264" y="359"/>
                </a:lnTo>
                <a:lnTo>
                  <a:pt x="1260" y="346"/>
                </a:lnTo>
                <a:lnTo>
                  <a:pt x="1255" y="333"/>
                </a:lnTo>
                <a:lnTo>
                  <a:pt x="1250" y="320"/>
                </a:lnTo>
                <a:lnTo>
                  <a:pt x="1244" y="307"/>
                </a:lnTo>
                <a:lnTo>
                  <a:pt x="1238" y="295"/>
                </a:lnTo>
                <a:lnTo>
                  <a:pt x="1231" y="282"/>
                </a:lnTo>
                <a:lnTo>
                  <a:pt x="1223" y="270"/>
                </a:lnTo>
                <a:lnTo>
                  <a:pt x="1215" y="258"/>
                </a:lnTo>
                <a:lnTo>
                  <a:pt x="1206" y="245"/>
                </a:lnTo>
                <a:lnTo>
                  <a:pt x="1197" y="234"/>
                </a:lnTo>
                <a:lnTo>
                  <a:pt x="1187" y="222"/>
                </a:lnTo>
                <a:lnTo>
                  <a:pt x="1177" y="211"/>
                </a:lnTo>
                <a:lnTo>
                  <a:pt x="1166" y="199"/>
                </a:lnTo>
                <a:lnTo>
                  <a:pt x="1155" y="188"/>
                </a:lnTo>
                <a:lnTo>
                  <a:pt x="1143" y="178"/>
                </a:lnTo>
                <a:lnTo>
                  <a:pt x="1131" y="167"/>
                </a:lnTo>
                <a:lnTo>
                  <a:pt x="1118" y="157"/>
                </a:lnTo>
                <a:lnTo>
                  <a:pt x="1105" y="147"/>
                </a:lnTo>
                <a:lnTo>
                  <a:pt x="1091" y="137"/>
                </a:lnTo>
                <a:lnTo>
                  <a:pt x="1077" y="128"/>
                </a:lnTo>
                <a:lnTo>
                  <a:pt x="1062" y="119"/>
                </a:lnTo>
                <a:lnTo>
                  <a:pt x="1047" y="110"/>
                </a:lnTo>
                <a:lnTo>
                  <a:pt x="1032" y="102"/>
                </a:lnTo>
                <a:lnTo>
                  <a:pt x="1016" y="94"/>
                </a:lnTo>
                <a:lnTo>
                  <a:pt x="1000" y="86"/>
                </a:lnTo>
                <a:lnTo>
                  <a:pt x="984" y="79"/>
                </a:lnTo>
                <a:lnTo>
                  <a:pt x="967" y="72"/>
                </a:lnTo>
                <a:lnTo>
                  <a:pt x="950" y="65"/>
                </a:lnTo>
                <a:lnTo>
                  <a:pt x="932" y="59"/>
                </a:lnTo>
                <a:lnTo>
                  <a:pt x="915" y="53"/>
                </a:lnTo>
                <a:lnTo>
                  <a:pt x="897" y="48"/>
                </a:lnTo>
                <a:lnTo>
                  <a:pt x="878" y="42"/>
                </a:lnTo>
                <a:lnTo>
                  <a:pt x="859" y="38"/>
                </a:lnTo>
                <a:lnTo>
                  <a:pt x="840" y="33"/>
                </a:lnTo>
                <a:lnTo>
                  <a:pt x="821" y="29"/>
                </a:lnTo>
                <a:lnTo>
                  <a:pt x="802" y="26"/>
                </a:lnTo>
                <a:lnTo>
                  <a:pt x="783" y="23"/>
                </a:lnTo>
                <a:lnTo>
                  <a:pt x="764" y="20"/>
                </a:lnTo>
                <a:lnTo>
                  <a:pt x="745" y="18"/>
                </a:lnTo>
                <a:lnTo>
                  <a:pt x="725" y="16"/>
                </a:lnTo>
                <a:lnTo>
                  <a:pt x="706" y="14"/>
                </a:lnTo>
                <a:lnTo>
                  <a:pt x="686" y="13"/>
                </a:lnTo>
                <a:lnTo>
                  <a:pt x="666" y="13"/>
                </a:lnTo>
                <a:lnTo>
                  <a:pt x="646" y="12"/>
                </a:lnTo>
                <a:lnTo>
                  <a:pt x="627" y="13"/>
                </a:lnTo>
                <a:lnTo>
                  <a:pt x="607" y="13"/>
                </a:lnTo>
                <a:lnTo>
                  <a:pt x="587" y="14"/>
                </a:lnTo>
                <a:lnTo>
                  <a:pt x="568" y="16"/>
                </a:lnTo>
                <a:lnTo>
                  <a:pt x="548" y="18"/>
                </a:lnTo>
                <a:lnTo>
                  <a:pt x="529" y="20"/>
                </a:lnTo>
                <a:lnTo>
                  <a:pt x="510" y="23"/>
                </a:lnTo>
                <a:lnTo>
                  <a:pt x="490" y="26"/>
                </a:lnTo>
                <a:lnTo>
                  <a:pt x="471" y="29"/>
                </a:lnTo>
                <a:lnTo>
                  <a:pt x="453" y="33"/>
                </a:lnTo>
                <a:lnTo>
                  <a:pt x="434" y="38"/>
                </a:lnTo>
                <a:lnTo>
                  <a:pt x="416" y="42"/>
                </a:lnTo>
                <a:lnTo>
                  <a:pt x="397" y="48"/>
                </a:lnTo>
                <a:lnTo>
                  <a:pt x="379" y="53"/>
                </a:lnTo>
                <a:lnTo>
                  <a:pt x="362" y="59"/>
                </a:lnTo>
                <a:lnTo>
                  <a:pt x="344" y="65"/>
                </a:lnTo>
                <a:lnTo>
                  <a:pt x="327" y="72"/>
                </a:lnTo>
                <a:lnTo>
                  <a:pt x="310" y="79"/>
                </a:lnTo>
                <a:lnTo>
                  <a:pt x="294" y="86"/>
                </a:lnTo>
                <a:lnTo>
                  <a:pt x="278" y="94"/>
                </a:lnTo>
                <a:lnTo>
                  <a:pt x="262" y="102"/>
                </a:lnTo>
                <a:lnTo>
                  <a:pt x="247" y="110"/>
                </a:lnTo>
                <a:lnTo>
                  <a:pt x="232" y="119"/>
                </a:lnTo>
                <a:lnTo>
                  <a:pt x="217" y="128"/>
                </a:lnTo>
                <a:lnTo>
                  <a:pt x="203" y="137"/>
                </a:lnTo>
                <a:lnTo>
                  <a:pt x="189" y="147"/>
                </a:lnTo>
                <a:lnTo>
                  <a:pt x="176" y="157"/>
                </a:lnTo>
                <a:lnTo>
                  <a:pt x="163" y="167"/>
                </a:lnTo>
                <a:lnTo>
                  <a:pt x="151" y="178"/>
                </a:lnTo>
                <a:lnTo>
                  <a:pt x="139" y="188"/>
                </a:lnTo>
                <a:lnTo>
                  <a:pt x="128" y="199"/>
                </a:lnTo>
                <a:lnTo>
                  <a:pt x="117" y="211"/>
                </a:lnTo>
                <a:lnTo>
                  <a:pt x="107" y="222"/>
                </a:lnTo>
                <a:lnTo>
                  <a:pt x="97" y="234"/>
                </a:lnTo>
                <a:lnTo>
                  <a:pt x="88" y="245"/>
                </a:lnTo>
                <a:lnTo>
                  <a:pt x="79" y="258"/>
                </a:lnTo>
                <a:lnTo>
                  <a:pt x="71" y="270"/>
                </a:lnTo>
                <a:lnTo>
                  <a:pt x="63" y="282"/>
                </a:lnTo>
                <a:lnTo>
                  <a:pt x="56" y="295"/>
                </a:lnTo>
                <a:lnTo>
                  <a:pt x="50" y="307"/>
                </a:lnTo>
                <a:lnTo>
                  <a:pt x="44" y="320"/>
                </a:lnTo>
                <a:lnTo>
                  <a:pt x="39" y="333"/>
                </a:lnTo>
                <a:lnTo>
                  <a:pt x="34" y="346"/>
                </a:lnTo>
                <a:lnTo>
                  <a:pt x="30" y="359"/>
                </a:lnTo>
                <a:lnTo>
                  <a:pt x="27" y="372"/>
                </a:lnTo>
                <a:lnTo>
                  <a:pt x="24" y="386"/>
                </a:lnTo>
                <a:lnTo>
                  <a:pt x="22" y="399"/>
                </a:lnTo>
                <a:lnTo>
                  <a:pt x="20" y="412"/>
                </a:lnTo>
                <a:lnTo>
                  <a:pt x="20" y="426"/>
                </a:lnTo>
                <a:lnTo>
                  <a:pt x="19" y="439"/>
                </a:lnTo>
                <a:lnTo>
                  <a:pt x="20" y="453"/>
                </a:lnTo>
                <a:lnTo>
                  <a:pt x="20" y="466"/>
                </a:lnTo>
                <a:lnTo>
                  <a:pt x="22" y="479"/>
                </a:lnTo>
                <a:lnTo>
                  <a:pt x="24" y="493"/>
                </a:lnTo>
                <a:lnTo>
                  <a:pt x="27" y="506"/>
                </a:lnTo>
                <a:lnTo>
                  <a:pt x="30" y="519"/>
                </a:lnTo>
                <a:lnTo>
                  <a:pt x="34" y="532"/>
                </a:lnTo>
                <a:lnTo>
                  <a:pt x="39" y="545"/>
                </a:lnTo>
                <a:lnTo>
                  <a:pt x="44" y="558"/>
                </a:lnTo>
                <a:lnTo>
                  <a:pt x="50" y="571"/>
                </a:lnTo>
                <a:lnTo>
                  <a:pt x="56" y="584"/>
                </a:lnTo>
                <a:lnTo>
                  <a:pt x="63" y="596"/>
                </a:lnTo>
                <a:lnTo>
                  <a:pt x="71" y="609"/>
                </a:lnTo>
                <a:lnTo>
                  <a:pt x="79" y="621"/>
                </a:lnTo>
                <a:lnTo>
                  <a:pt x="88" y="634"/>
                </a:lnTo>
                <a:lnTo>
                  <a:pt x="97" y="646"/>
                </a:lnTo>
                <a:lnTo>
                  <a:pt x="107" y="658"/>
                </a:lnTo>
                <a:lnTo>
                  <a:pt x="117" y="669"/>
                </a:lnTo>
                <a:lnTo>
                  <a:pt x="128" y="680"/>
                </a:lnTo>
                <a:lnTo>
                  <a:pt x="139" y="691"/>
                </a:lnTo>
                <a:lnTo>
                  <a:pt x="151" y="702"/>
                </a:lnTo>
                <a:lnTo>
                  <a:pt x="163" y="712"/>
                </a:lnTo>
                <a:lnTo>
                  <a:pt x="176" y="723"/>
                </a:lnTo>
                <a:lnTo>
                  <a:pt x="189" y="732"/>
                </a:lnTo>
                <a:lnTo>
                  <a:pt x="203" y="742"/>
                </a:lnTo>
                <a:lnTo>
                  <a:pt x="217" y="751"/>
                </a:lnTo>
                <a:lnTo>
                  <a:pt x="232" y="760"/>
                </a:lnTo>
                <a:lnTo>
                  <a:pt x="247" y="769"/>
                </a:lnTo>
                <a:lnTo>
                  <a:pt x="262" y="778"/>
                </a:lnTo>
                <a:lnTo>
                  <a:pt x="278" y="786"/>
                </a:lnTo>
                <a:lnTo>
                  <a:pt x="294" y="793"/>
                </a:lnTo>
                <a:lnTo>
                  <a:pt x="310" y="801"/>
                </a:lnTo>
                <a:lnTo>
                  <a:pt x="327" y="808"/>
                </a:lnTo>
                <a:lnTo>
                  <a:pt x="344" y="814"/>
                </a:lnTo>
                <a:lnTo>
                  <a:pt x="362" y="821"/>
                </a:lnTo>
                <a:lnTo>
                  <a:pt x="379" y="826"/>
                </a:lnTo>
                <a:lnTo>
                  <a:pt x="397" y="832"/>
                </a:lnTo>
                <a:lnTo>
                  <a:pt x="416" y="837"/>
                </a:lnTo>
                <a:lnTo>
                  <a:pt x="434" y="842"/>
                </a:lnTo>
                <a:lnTo>
                  <a:pt x="453" y="846"/>
                </a:lnTo>
                <a:lnTo>
                  <a:pt x="471" y="850"/>
                </a:lnTo>
                <a:lnTo>
                  <a:pt x="490" y="854"/>
                </a:lnTo>
                <a:lnTo>
                  <a:pt x="510" y="857"/>
                </a:lnTo>
                <a:lnTo>
                  <a:pt x="529" y="860"/>
                </a:lnTo>
                <a:lnTo>
                  <a:pt x="548" y="862"/>
                </a:lnTo>
                <a:lnTo>
                  <a:pt x="568" y="864"/>
                </a:lnTo>
                <a:lnTo>
                  <a:pt x="587" y="865"/>
                </a:lnTo>
                <a:lnTo>
                  <a:pt x="607" y="866"/>
                </a:lnTo>
                <a:lnTo>
                  <a:pt x="627" y="867"/>
                </a:lnTo>
                <a:lnTo>
                  <a:pt x="646" y="867"/>
                </a:lnTo>
                <a:lnTo>
                  <a:pt x="666" y="867"/>
                </a:lnTo>
                <a:lnTo>
                  <a:pt x="686" y="866"/>
                </a:lnTo>
                <a:lnTo>
                  <a:pt x="706" y="865"/>
                </a:lnTo>
                <a:lnTo>
                  <a:pt x="725" y="864"/>
                </a:lnTo>
                <a:lnTo>
                  <a:pt x="745" y="862"/>
                </a:lnTo>
                <a:lnTo>
                  <a:pt x="764" y="860"/>
                </a:lnTo>
                <a:lnTo>
                  <a:pt x="783" y="857"/>
                </a:lnTo>
                <a:lnTo>
                  <a:pt x="802" y="854"/>
                </a:lnTo>
                <a:lnTo>
                  <a:pt x="821" y="850"/>
                </a:lnTo>
                <a:lnTo>
                  <a:pt x="840" y="846"/>
                </a:lnTo>
                <a:lnTo>
                  <a:pt x="859" y="842"/>
                </a:lnTo>
                <a:lnTo>
                  <a:pt x="878" y="837"/>
                </a:lnTo>
                <a:lnTo>
                  <a:pt x="897" y="832"/>
                </a:lnTo>
                <a:lnTo>
                  <a:pt x="915" y="826"/>
                </a:lnTo>
                <a:lnTo>
                  <a:pt x="932" y="821"/>
                </a:lnTo>
                <a:lnTo>
                  <a:pt x="950" y="814"/>
                </a:lnTo>
                <a:lnTo>
                  <a:pt x="967" y="808"/>
                </a:lnTo>
                <a:lnTo>
                  <a:pt x="984" y="801"/>
                </a:lnTo>
                <a:lnTo>
                  <a:pt x="1000" y="793"/>
                </a:lnTo>
                <a:lnTo>
                  <a:pt x="1016" y="786"/>
                </a:lnTo>
                <a:lnTo>
                  <a:pt x="1032" y="778"/>
                </a:lnTo>
                <a:lnTo>
                  <a:pt x="1047" y="769"/>
                </a:lnTo>
                <a:lnTo>
                  <a:pt x="1062" y="760"/>
                </a:lnTo>
                <a:lnTo>
                  <a:pt x="1077" y="751"/>
                </a:lnTo>
                <a:lnTo>
                  <a:pt x="1091" y="742"/>
                </a:lnTo>
                <a:lnTo>
                  <a:pt x="1105" y="732"/>
                </a:lnTo>
                <a:lnTo>
                  <a:pt x="1118" y="723"/>
                </a:lnTo>
                <a:lnTo>
                  <a:pt x="1131" y="712"/>
                </a:lnTo>
                <a:lnTo>
                  <a:pt x="1143" y="702"/>
                </a:lnTo>
                <a:lnTo>
                  <a:pt x="1155" y="691"/>
                </a:lnTo>
                <a:lnTo>
                  <a:pt x="1166" y="680"/>
                </a:lnTo>
                <a:lnTo>
                  <a:pt x="1177" y="669"/>
                </a:lnTo>
                <a:lnTo>
                  <a:pt x="1187" y="658"/>
                </a:lnTo>
                <a:lnTo>
                  <a:pt x="1197" y="646"/>
                </a:lnTo>
                <a:lnTo>
                  <a:pt x="1206" y="634"/>
                </a:lnTo>
                <a:lnTo>
                  <a:pt x="1215" y="621"/>
                </a:lnTo>
                <a:lnTo>
                  <a:pt x="1223" y="609"/>
                </a:lnTo>
                <a:lnTo>
                  <a:pt x="1231" y="596"/>
                </a:lnTo>
                <a:lnTo>
                  <a:pt x="1238" y="584"/>
                </a:lnTo>
                <a:lnTo>
                  <a:pt x="1244" y="571"/>
                </a:lnTo>
                <a:lnTo>
                  <a:pt x="1250" y="558"/>
                </a:lnTo>
                <a:lnTo>
                  <a:pt x="1255" y="545"/>
                </a:lnTo>
                <a:lnTo>
                  <a:pt x="1260" y="532"/>
                </a:lnTo>
                <a:lnTo>
                  <a:pt x="1264" y="519"/>
                </a:lnTo>
                <a:lnTo>
                  <a:pt x="1267" y="506"/>
                </a:lnTo>
                <a:lnTo>
                  <a:pt x="1270" y="493"/>
                </a:lnTo>
                <a:lnTo>
                  <a:pt x="1272" y="479"/>
                </a:lnTo>
                <a:lnTo>
                  <a:pt x="1273" y="466"/>
                </a:lnTo>
                <a:lnTo>
                  <a:pt x="1274" y="453"/>
                </a:lnTo>
                <a:lnTo>
                  <a:pt x="1275" y="439"/>
                </a:lnTo>
                <a:moveTo>
                  <a:pt x="1294" y="439"/>
                </a:moveTo>
                <a:lnTo>
                  <a:pt x="1293" y="453"/>
                </a:lnTo>
                <a:lnTo>
                  <a:pt x="1292" y="467"/>
                </a:lnTo>
                <a:lnTo>
                  <a:pt x="1291" y="481"/>
                </a:lnTo>
                <a:lnTo>
                  <a:pt x="1289" y="494"/>
                </a:lnTo>
                <a:lnTo>
                  <a:pt x="1286" y="508"/>
                </a:lnTo>
                <a:lnTo>
                  <a:pt x="1282" y="522"/>
                </a:lnTo>
                <a:lnTo>
                  <a:pt x="1278" y="535"/>
                </a:lnTo>
                <a:lnTo>
                  <a:pt x="1273" y="549"/>
                </a:lnTo>
                <a:lnTo>
                  <a:pt x="1268" y="562"/>
                </a:lnTo>
                <a:lnTo>
                  <a:pt x="1262" y="575"/>
                </a:lnTo>
                <a:lnTo>
                  <a:pt x="1255" y="588"/>
                </a:lnTo>
                <a:lnTo>
                  <a:pt x="1248" y="601"/>
                </a:lnTo>
                <a:lnTo>
                  <a:pt x="1240" y="614"/>
                </a:lnTo>
                <a:lnTo>
                  <a:pt x="1232" y="626"/>
                </a:lnTo>
                <a:lnTo>
                  <a:pt x="1223" y="640"/>
                </a:lnTo>
                <a:lnTo>
                  <a:pt x="1214" y="652"/>
                </a:lnTo>
                <a:lnTo>
                  <a:pt x="1204" y="664"/>
                </a:lnTo>
                <a:lnTo>
                  <a:pt x="1193" y="676"/>
                </a:lnTo>
                <a:lnTo>
                  <a:pt x="1182" y="687"/>
                </a:lnTo>
                <a:lnTo>
                  <a:pt x="1170" y="699"/>
                </a:lnTo>
                <a:lnTo>
                  <a:pt x="1158" y="710"/>
                </a:lnTo>
                <a:lnTo>
                  <a:pt x="1145" y="721"/>
                </a:lnTo>
                <a:lnTo>
                  <a:pt x="1132" y="731"/>
                </a:lnTo>
                <a:lnTo>
                  <a:pt x="1118" y="741"/>
                </a:lnTo>
                <a:lnTo>
                  <a:pt x="1104" y="751"/>
                </a:lnTo>
                <a:lnTo>
                  <a:pt x="1090" y="761"/>
                </a:lnTo>
                <a:lnTo>
                  <a:pt x="1075" y="770"/>
                </a:lnTo>
                <a:lnTo>
                  <a:pt x="1059" y="779"/>
                </a:lnTo>
                <a:lnTo>
                  <a:pt x="1044" y="788"/>
                </a:lnTo>
                <a:lnTo>
                  <a:pt x="1027" y="796"/>
                </a:lnTo>
                <a:lnTo>
                  <a:pt x="1011" y="804"/>
                </a:lnTo>
                <a:lnTo>
                  <a:pt x="994" y="812"/>
                </a:lnTo>
                <a:lnTo>
                  <a:pt x="976" y="819"/>
                </a:lnTo>
                <a:lnTo>
                  <a:pt x="959" y="826"/>
                </a:lnTo>
                <a:lnTo>
                  <a:pt x="941" y="832"/>
                </a:lnTo>
                <a:lnTo>
                  <a:pt x="923" y="838"/>
                </a:lnTo>
                <a:lnTo>
                  <a:pt x="904" y="844"/>
                </a:lnTo>
                <a:lnTo>
                  <a:pt x="885" y="849"/>
                </a:lnTo>
                <a:lnTo>
                  <a:pt x="865" y="854"/>
                </a:lnTo>
                <a:lnTo>
                  <a:pt x="846" y="858"/>
                </a:lnTo>
                <a:lnTo>
                  <a:pt x="827" y="863"/>
                </a:lnTo>
                <a:lnTo>
                  <a:pt x="807" y="866"/>
                </a:lnTo>
                <a:lnTo>
                  <a:pt x="787" y="869"/>
                </a:lnTo>
                <a:lnTo>
                  <a:pt x="768" y="872"/>
                </a:lnTo>
                <a:lnTo>
                  <a:pt x="748" y="875"/>
                </a:lnTo>
                <a:lnTo>
                  <a:pt x="727" y="876"/>
                </a:lnTo>
                <a:lnTo>
                  <a:pt x="707" y="878"/>
                </a:lnTo>
                <a:lnTo>
                  <a:pt x="687" y="879"/>
                </a:lnTo>
                <a:lnTo>
                  <a:pt x="667" y="880"/>
                </a:lnTo>
                <a:lnTo>
                  <a:pt x="646" y="880"/>
                </a:lnTo>
                <a:lnTo>
                  <a:pt x="626" y="880"/>
                </a:lnTo>
                <a:lnTo>
                  <a:pt x="606" y="879"/>
                </a:lnTo>
                <a:lnTo>
                  <a:pt x="586" y="878"/>
                </a:lnTo>
                <a:lnTo>
                  <a:pt x="566" y="876"/>
                </a:lnTo>
                <a:lnTo>
                  <a:pt x="545" y="875"/>
                </a:lnTo>
                <a:lnTo>
                  <a:pt x="525" y="872"/>
                </a:lnTo>
                <a:lnTo>
                  <a:pt x="506" y="869"/>
                </a:lnTo>
                <a:lnTo>
                  <a:pt x="486" y="866"/>
                </a:lnTo>
                <a:lnTo>
                  <a:pt x="466" y="863"/>
                </a:lnTo>
                <a:lnTo>
                  <a:pt x="447" y="858"/>
                </a:lnTo>
                <a:lnTo>
                  <a:pt x="428" y="854"/>
                </a:lnTo>
                <a:lnTo>
                  <a:pt x="409" y="849"/>
                </a:lnTo>
                <a:lnTo>
                  <a:pt x="390" y="844"/>
                </a:lnTo>
                <a:lnTo>
                  <a:pt x="371" y="838"/>
                </a:lnTo>
                <a:lnTo>
                  <a:pt x="353" y="832"/>
                </a:lnTo>
                <a:lnTo>
                  <a:pt x="335" y="826"/>
                </a:lnTo>
                <a:lnTo>
                  <a:pt x="318" y="819"/>
                </a:lnTo>
                <a:lnTo>
                  <a:pt x="300" y="812"/>
                </a:lnTo>
                <a:lnTo>
                  <a:pt x="283" y="804"/>
                </a:lnTo>
                <a:lnTo>
                  <a:pt x="267" y="796"/>
                </a:lnTo>
                <a:lnTo>
                  <a:pt x="250" y="788"/>
                </a:lnTo>
                <a:lnTo>
                  <a:pt x="235" y="779"/>
                </a:lnTo>
                <a:lnTo>
                  <a:pt x="219" y="770"/>
                </a:lnTo>
                <a:lnTo>
                  <a:pt x="204" y="761"/>
                </a:lnTo>
                <a:lnTo>
                  <a:pt x="190" y="751"/>
                </a:lnTo>
                <a:lnTo>
                  <a:pt x="175" y="741"/>
                </a:lnTo>
                <a:lnTo>
                  <a:pt x="162" y="731"/>
                </a:lnTo>
                <a:lnTo>
                  <a:pt x="149" y="721"/>
                </a:lnTo>
                <a:lnTo>
                  <a:pt x="136" y="710"/>
                </a:lnTo>
                <a:lnTo>
                  <a:pt x="124" y="699"/>
                </a:lnTo>
                <a:lnTo>
                  <a:pt x="112" y="687"/>
                </a:lnTo>
                <a:lnTo>
                  <a:pt x="101" y="676"/>
                </a:lnTo>
                <a:lnTo>
                  <a:pt x="90" y="664"/>
                </a:lnTo>
                <a:lnTo>
                  <a:pt x="80" y="652"/>
                </a:lnTo>
                <a:lnTo>
                  <a:pt x="71" y="640"/>
                </a:lnTo>
                <a:lnTo>
                  <a:pt x="62" y="626"/>
                </a:lnTo>
                <a:lnTo>
                  <a:pt x="53" y="614"/>
                </a:lnTo>
                <a:lnTo>
                  <a:pt x="46" y="601"/>
                </a:lnTo>
                <a:lnTo>
                  <a:pt x="39" y="588"/>
                </a:lnTo>
                <a:lnTo>
                  <a:pt x="32" y="575"/>
                </a:lnTo>
                <a:lnTo>
                  <a:pt x="26" y="562"/>
                </a:lnTo>
                <a:lnTo>
                  <a:pt x="21" y="549"/>
                </a:lnTo>
                <a:lnTo>
                  <a:pt x="16" y="535"/>
                </a:lnTo>
                <a:lnTo>
                  <a:pt x="12" y="522"/>
                </a:lnTo>
                <a:lnTo>
                  <a:pt x="8" y="508"/>
                </a:lnTo>
                <a:lnTo>
                  <a:pt x="5" y="494"/>
                </a:lnTo>
                <a:lnTo>
                  <a:pt x="3" y="481"/>
                </a:lnTo>
                <a:lnTo>
                  <a:pt x="2" y="467"/>
                </a:lnTo>
                <a:lnTo>
                  <a:pt x="1" y="453"/>
                </a:lnTo>
                <a:lnTo>
                  <a:pt x="0" y="439"/>
                </a:lnTo>
                <a:lnTo>
                  <a:pt x="1" y="425"/>
                </a:lnTo>
                <a:lnTo>
                  <a:pt x="2" y="412"/>
                </a:lnTo>
                <a:lnTo>
                  <a:pt x="3" y="398"/>
                </a:lnTo>
                <a:lnTo>
                  <a:pt x="5" y="384"/>
                </a:lnTo>
                <a:lnTo>
                  <a:pt x="8" y="370"/>
                </a:lnTo>
                <a:lnTo>
                  <a:pt x="12" y="357"/>
                </a:lnTo>
                <a:lnTo>
                  <a:pt x="16" y="343"/>
                </a:lnTo>
                <a:lnTo>
                  <a:pt x="21" y="330"/>
                </a:lnTo>
                <a:lnTo>
                  <a:pt x="26" y="317"/>
                </a:lnTo>
                <a:lnTo>
                  <a:pt x="32" y="303"/>
                </a:lnTo>
                <a:lnTo>
                  <a:pt x="39" y="290"/>
                </a:lnTo>
                <a:lnTo>
                  <a:pt x="46" y="277"/>
                </a:lnTo>
                <a:lnTo>
                  <a:pt x="53" y="265"/>
                </a:lnTo>
                <a:lnTo>
                  <a:pt x="62" y="252"/>
                </a:lnTo>
                <a:lnTo>
                  <a:pt x="71" y="240"/>
                </a:lnTo>
                <a:lnTo>
                  <a:pt x="80" y="227"/>
                </a:lnTo>
                <a:lnTo>
                  <a:pt x="90" y="215"/>
                </a:lnTo>
                <a:lnTo>
                  <a:pt x="101" y="204"/>
                </a:lnTo>
                <a:lnTo>
                  <a:pt x="112" y="192"/>
                </a:lnTo>
                <a:lnTo>
                  <a:pt x="124" y="181"/>
                </a:lnTo>
                <a:lnTo>
                  <a:pt x="136" y="170"/>
                </a:lnTo>
                <a:lnTo>
                  <a:pt x="149" y="159"/>
                </a:lnTo>
                <a:lnTo>
                  <a:pt x="162" y="148"/>
                </a:lnTo>
                <a:lnTo>
                  <a:pt x="175" y="138"/>
                </a:lnTo>
                <a:lnTo>
                  <a:pt x="190" y="128"/>
                </a:lnTo>
                <a:lnTo>
                  <a:pt x="204" y="119"/>
                </a:lnTo>
                <a:lnTo>
                  <a:pt x="219" y="109"/>
                </a:lnTo>
                <a:lnTo>
                  <a:pt x="235" y="100"/>
                </a:lnTo>
                <a:lnTo>
                  <a:pt x="250" y="92"/>
                </a:lnTo>
                <a:lnTo>
                  <a:pt x="267" y="84"/>
                </a:lnTo>
                <a:lnTo>
                  <a:pt x="283" y="76"/>
                </a:lnTo>
                <a:lnTo>
                  <a:pt x="300" y="68"/>
                </a:lnTo>
                <a:lnTo>
                  <a:pt x="318" y="61"/>
                </a:lnTo>
                <a:lnTo>
                  <a:pt x="335" y="54"/>
                </a:lnTo>
                <a:lnTo>
                  <a:pt x="353" y="47"/>
                </a:lnTo>
                <a:lnTo>
                  <a:pt x="371" y="41"/>
                </a:lnTo>
                <a:lnTo>
                  <a:pt x="390" y="36"/>
                </a:lnTo>
                <a:lnTo>
                  <a:pt x="409" y="30"/>
                </a:lnTo>
                <a:lnTo>
                  <a:pt x="428" y="26"/>
                </a:lnTo>
                <a:lnTo>
                  <a:pt x="447" y="21"/>
                </a:lnTo>
                <a:lnTo>
                  <a:pt x="466" y="17"/>
                </a:lnTo>
                <a:lnTo>
                  <a:pt x="486" y="13"/>
                </a:lnTo>
                <a:lnTo>
                  <a:pt x="506" y="10"/>
                </a:lnTo>
                <a:lnTo>
                  <a:pt x="525" y="7"/>
                </a:lnTo>
                <a:lnTo>
                  <a:pt x="545" y="5"/>
                </a:lnTo>
                <a:lnTo>
                  <a:pt x="566" y="3"/>
                </a:lnTo>
                <a:lnTo>
                  <a:pt x="586" y="1"/>
                </a:lnTo>
                <a:lnTo>
                  <a:pt x="606" y="0"/>
                </a:lnTo>
                <a:lnTo>
                  <a:pt x="626" y="0"/>
                </a:lnTo>
                <a:lnTo>
                  <a:pt x="646" y="0"/>
                </a:lnTo>
                <a:lnTo>
                  <a:pt x="667" y="0"/>
                </a:lnTo>
                <a:lnTo>
                  <a:pt x="687" y="0"/>
                </a:lnTo>
                <a:lnTo>
                  <a:pt x="707" y="1"/>
                </a:lnTo>
                <a:lnTo>
                  <a:pt x="727" y="3"/>
                </a:lnTo>
                <a:lnTo>
                  <a:pt x="748" y="5"/>
                </a:lnTo>
                <a:lnTo>
                  <a:pt x="768" y="7"/>
                </a:lnTo>
                <a:lnTo>
                  <a:pt x="787" y="10"/>
                </a:lnTo>
                <a:lnTo>
                  <a:pt x="807" y="13"/>
                </a:lnTo>
                <a:lnTo>
                  <a:pt x="827" y="17"/>
                </a:lnTo>
                <a:lnTo>
                  <a:pt x="846" y="21"/>
                </a:lnTo>
                <a:lnTo>
                  <a:pt x="865" y="26"/>
                </a:lnTo>
                <a:lnTo>
                  <a:pt x="885" y="30"/>
                </a:lnTo>
                <a:lnTo>
                  <a:pt x="904" y="36"/>
                </a:lnTo>
                <a:lnTo>
                  <a:pt x="923" y="41"/>
                </a:lnTo>
                <a:lnTo>
                  <a:pt x="941" y="47"/>
                </a:lnTo>
                <a:lnTo>
                  <a:pt x="959" y="54"/>
                </a:lnTo>
                <a:lnTo>
                  <a:pt x="976" y="61"/>
                </a:lnTo>
                <a:lnTo>
                  <a:pt x="994" y="68"/>
                </a:lnTo>
                <a:lnTo>
                  <a:pt x="1011" y="76"/>
                </a:lnTo>
                <a:lnTo>
                  <a:pt x="1027" y="84"/>
                </a:lnTo>
                <a:lnTo>
                  <a:pt x="1044" y="92"/>
                </a:lnTo>
                <a:lnTo>
                  <a:pt x="1059" y="100"/>
                </a:lnTo>
                <a:lnTo>
                  <a:pt x="1075" y="109"/>
                </a:lnTo>
                <a:lnTo>
                  <a:pt x="1090" y="119"/>
                </a:lnTo>
                <a:lnTo>
                  <a:pt x="1104" y="128"/>
                </a:lnTo>
                <a:lnTo>
                  <a:pt x="1118" y="138"/>
                </a:lnTo>
                <a:lnTo>
                  <a:pt x="1132" y="148"/>
                </a:lnTo>
                <a:lnTo>
                  <a:pt x="1145" y="159"/>
                </a:lnTo>
                <a:lnTo>
                  <a:pt x="1158" y="170"/>
                </a:lnTo>
                <a:lnTo>
                  <a:pt x="1170" y="181"/>
                </a:lnTo>
                <a:lnTo>
                  <a:pt x="1182" y="192"/>
                </a:lnTo>
                <a:lnTo>
                  <a:pt x="1193" y="204"/>
                </a:lnTo>
                <a:lnTo>
                  <a:pt x="1204" y="215"/>
                </a:lnTo>
                <a:lnTo>
                  <a:pt x="1214" y="227"/>
                </a:lnTo>
                <a:lnTo>
                  <a:pt x="1223" y="240"/>
                </a:lnTo>
                <a:lnTo>
                  <a:pt x="1232" y="252"/>
                </a:lnTo>
                <a:lnTo>
                  <a:pt x="1240" y="265"/>
                </a:lnTo>
                <a:lnTo>
                  <a:pt x="1248" y="277"/>
                </a:lnTo>
                <a:lnTo>
                  <a:pt x="1255" y="290"/>
                </a:lnTo>
                <a:lnTo>
                  <a:pt x="1262" y="303"/>
                </a:lnTo>
                <a:lnTo>
                  <a:pt x="1268" y="317"/>
                </a:lnTo>
                <a:lnTo>
                  <a:pt x="1273" y="330"/>
                </a:lnTo>
                <a:lnTo>
                  <a:pt x="1278" y="343"/>
                </a:lnTo>
                <a:lnTo>
                  <a:pt x="1282" y="357"/>
                </a:lnTo>
                <a:lnTo>
                  <a:pt x="1286" y="370"/>
                </a:lnTo>
                <a:lnTo>
                  <a:pt x="1289" y="384"/>
                </a:lnTo>
                <a:lnTo>
                  <a:pt x="1291" y="398"/>
                </a:lnTo>
                <a:lnTo>
                  <a:pt x="1292" y="412"/>
                </a:lnTo>
                <a:lnTo>
                  <a:pt x="1293" y="425"/>
                </a:lnTo>
                <a:lnTo>
                  <a:pt x="1294" y="439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6" name=""/>
          <p:cNvSpPr/>
          <p:nvPr/>
        </p:nvSpPr>
        <p:spPr>
          <a:xfrm>
            <a:off x="7825680" y="2778120"/>
            <a:ext cx="468000" cy="318960"/>
          </a:xfrm>
          <a:custGeom>
            <a:avLst/>
            <a:gdLst/>
            <a:ahLst/>
            <a:rect l="0" t="0" r="r" b="b"/>
            <a:pathLst>
              <a:path w="1300" h="886">
                <a:moveTo>
                  <a:pt x="1297" y="442"/>
                </a:moveTo>
                <a:lnTo>
                  <a:pt x="1296" y="428"/>
                </a:lnTo>
                <a:lnTo>
                  <a:pt x="1295" y="415"/>
                </a:lnTo>
                <a:lnTo>
                  <a:pt x="1294" y="401"/>
                </a:lnTo>
                <a:lnTo>
                  <a:pt x="1292" y="387"/>
                </a:lnTo>
                <a:lnTo>
                  <a:pt x="1289" y="373"/>
                </a:lnTo>
                <a:lnTo>
                  <a:pt x="1285" y="360"/>
                </a:lnTo>
                <a:lnTo>
                  <a:pt x="1281" y="346"/>
                </a:lnTo>
                <a:lnTo>
                  <a:pt x="1276" y="333"/>
                </a:lnTo>
                <a:lnTo>
                  <a:pt x="1271" y="320"/>
                </a:lnTo>
                <a:lnTo>
                  <a:pt x="1265" y="306"/>
                </a:lnTo>
                <a:lnTo>
                  <a:pt x="1258" y="293"/>
                </a:lnTo>
                <a:lnTo>
                  <a:pt x="1251" y="280"/>
                </a:lnTo>
                <a:lnTo>
                  <a:pt x="1243" y="268"/>
                </a:lnTo>
                <a:lnTo>
                  <a:pt x="1235" y="255"/>
                </a:lnTo>
                <a:lnTo>
                  <a:pt x="1226" y="243"/>
                </a:lnTo>
                <a:lnTo>
                  <a:pt x="1217" y="230"/>
                </a:lnTo>
                <a:lnTo>
                  <a:pt x="1207" y="218"/>
                </a:lnTo>
                <a:lnTo>
                  <a:pt x="1196" y="207"/>
                </a:lnTo>
                <a:lnTo>
                  <a:pt x="1185" y="195"/>
                </a:lnTo>
                <a:lnTo>
                  <a:pt x="1173" y="184"/>
                </a:lnTo>
                <a:lnTo>
                  <a:pt x="1161" y="173"/>
                </a:lnTo>
                <a:lnTo>
                  <a:pt x="1148" y="162"/>
                </a:lnTo>
                <a:lnTo>
                  <a:pt x="1135" y="151"/>
                </a:lnTo>
                <a:lnTo>
                  <a:pt x="1121" y="141"/>
                </a:lnTo>
                <a:lnTo>
                  <a:pt x="1107" y="131"/>
                </a:lnTo>
                <a:lnTo>
                  <a:pt x="1093" y="122"/>
                </a:lnTo>
                <a:lnTo>
                  <a:pt x="1078" y="112"/>
                </a:lnTo>
                <a:lnTo>
                  <a:pt x="1062" y="103"/>
                </a:lnTo>
                <a:lnTo>
                  <a:pt x="1047" y="95"/>
                </a:lnTo>
                <a:lnTo>
                  <a:pt x="1030" y="87"/>
                </a:lnTo>
                <a:lnTo>
                  <a:pt x="1014" y="79"/>
                </a:lnTo>
                <a:lnTo>
                  <a:pt x="997" y="71"/>
                </a:lnTo>
                <a:lnTo>
                  <a:pt x="978" y="64"/>
                </a:lnTo>
                <a:lnTo>
                  <a:pt x="961" y="57"/>
                </a:lnTo>
                <a:lnTo>
                  <a:pt x="943" y="50"/>
                </a:lnTo>
                <a:lnTo>
                  <a:pt x="925" y="44"/>
                </a:lnTo>
                <a:lnTo>
                  <a:pt x="906" y="39"/>
                </a:lnTo>
                <a:lnTo>
                  <a:pt x="887" y="33"/>
                </a:lnTo>
                <a:lnTo>
                  <a:pt x="868" y="29"/>
                </a:lnTo>
                <a:lnTo>
                  <a:pt x="849" y="24"/>
                </a:lnTo>
                <a:lnTo>
                  <a:pt x="830" y="20"/>
                </a:lnTo>
                <a:lnTo>
                  <a:pt x="810" y="16"/>
                </a:lnTo>
                <a:lnTo>
                  <a:pt x="790" y="13"/>
                </a:lnTo>
                <a:lnTo>
                  <a:pt x="771" y="10"/>
                </a:lnTo>
                <a:lnTo>
                  <a:pt x="751" y="8"/>
                </a:lnTo>
                <a:lnTo>
                  <a:pt x="730" y="6"/>
                </a:lnTo>
                <a:lnTo>
                  <a:pt x="710" y="4"/>
                </a:lnTo>
                <a:lnTo>
                  <a:pt x="690" y="3"/>
                </a:lnTo>
                <a:lnTo>
                  <a:pt x="670" y="3"/>
                </a:lnTo>
                <a:lnTo>
                  <a:pt x="649" y="3"/>
                </a:lnTo>
                <a:lnTo>
                  <a:pt x="629" y="3"/>
                </a:lnTo>
                <a:lnTo>
                  <a:pt x="609" y="3"/>
                </a:lnTo>
                <a:lnTo>
                  <a:pt x="589" y="4"/>
                </a:lnTo>
                <a:lnTo>
                  <a:pt x="569" y="6"/>
                </a:lnTo>
                <a:lnTo>
                  <a:pt x="548" y="8"/>
                </a:lnTo>
                <a:lnTo>
                  <a:pt x="528" y="10"/>
                </a:lnTo>
                <a:lnTo>
                  <a:pt x="509" y="13"/>
                </a:lnTo>
                <a:lnTo>
                  <a:pt x="489" y="16"/>
                </a:lnTo>
                <a:lnTo>
                  <a:pt x="469" y="20"/>
                </a:lnTo>
                <a:lnTo>
                  <a:pt x="450" y="24"/>
                </a:lnTo>
                <a:lnTo>
                  <a:pt x="431" y="29"/>
                </a:lnTo>
                <a:lnTo>
                  <a:pt x="412" y="33"/>
                </a:lnTo>
                <a:lnTo>
                  <a:pt x="393" y="39"/>
                </a:lnTo>
                <a:lnTo>
                  <a:pt x="374" y="44"/>
                </a:lnTo>
                <a:lnTo>
                  <a:pt x="356" y="50"/>
                </a:lnTo>
                <a:lnTo>
                  <a:pt x="338" y="57"/>
                </a:lnTo>
                <a:lnTo>
                  <a:pt x="321" y="64"/>
                </a:lnTo>
                <a:lnTo>
                  <a:pt x="303" y="71"/>
                </a:lnTo>
                <a:lnTo>
                  <a:pt x="286" y="79"/>
                </a:lnTo>
                <a:lnTo>
                  <a:pt x="270" y="87"/>
                </a:lnTo>
                <a:lnTo>
                  <a:pt x="253" y="95"/>
                </a:lnTo>
                <a:lnTo>
                  <a:pt x="238" y="103"/>
                </a:lnTo>
                <a:lnTo>
                  <a:pt x="222" y="112"/>
                </a:lnTo>
                <a:lnTo>
                  <a:pt x="207" y="122"/>
                </a:lnTo>
                <a:lnTo>
                  <a:pt x="193" y="131"/>
                </a:lnTo>
                <a:lnTo>
                  <a:pt x="178" y="141"/>
                </a:lnTo>
                <a:lnTo>
                  <a:pt x="165" y="151"/>
                </a:lnTo>
                <a:lnTo>
                  <a:pt x="152" y="162"/>
                </a:lnTo>
                <a:lnTo>
                  <a:pt x="139" y="173"/>
                </a:lnTo>
                <a:lnTo>
                  <a:pt x="127" y="184"/>
                </a:lnTo>
                <a:lnTo>
                  <a:pt x="115" y="195"/>
                </a:lnTo>
                <a:lnTo>
                  <a:pt x="104" y="207"/>
                </a:lnTo>
                <a:lnTo>
                  <a:pt x="93" y="218"/>
                </a:lnTo>
                <a:lnTo>
                  <a:pt x="83" y="230"/>
                </a:lnTo>
                <a:lnTo>
                  <a:pt x="74" y="243"/>
                </a:lnTo>
                <a:lnTo>
                  <a:pt x="65" y="255"/>
                </a:lnTo>
                <a:lnTo>
                  <a:pt x="56" y="268"/>
                </a:lnTo>
                <a:lnTo>
                  <a:pt x="49" y="280"/>
                </a:lnTo>
                <a:lnTo>
                  <a:pt x="42" y="293"/>
                </a:lnTo>
                <a:lnTo>
                  <a:pt x="35" y="306"/>
                </a:lnTo>
                <a:lnTo>
                  <a:pt x="29" y="320"/>
                </a:lnTo>
                <a:lnTo>
                  <a:pt x="24" y="333"/>
                </a:lnTo>
                <a:lnTo>
                  <a:pt x="19" y="346"/>
                </a:lnTo>
                <a:lnTo>
                  <a:pt x="15" y="360"/>
                </a:lnTo>
                <a:lnTo>
                  <a:pt x="11" y="373"/>
                </a:lnTo>
                <a:lnTo>
                  <a:pt x="8" y="387"/>
                </a:lnTo>
                <a:lnTo>
                  <a:pt x="6" y="401"/>
                </a:lnTo>
                <a:lnTo>
                  <a:pt x="5" y="415"/>
                </a:lnTo>
                <a:lnTo>
                  <a:pt x="4" y="428"/>
                </a:lnTo>
                <a:lnTo>
                  <a:pt x="3" y="442"/>
                </a:lnTo>
                <a:lnTo>
                  <a:pt x="4" y="456"/>
                </a:lnTo>
                <a:lnTo>
                  <a:pt x="5" y="470"/>
                </a:lnTo>
                <a:lnTo>
                  <a:pt x="6" y="484"/>
                </a:lnTo>
                <a:lnTo>
                  <a:pt x="8" y="497"/>
                </a:lnTo>
                <a:lnTo>
                  <a:pt x="11" y="511"/>
                </a:lnTo>
                <a:lnTo>
                  <a:pt x="15" y="525"/>
                </a:lnTo>
                <a:lnTo>
                  <a:pt x="19" y="538"/>
                </a:lnTo>
                <a:lnTo>
                  <a:pt x="24" y="552"/>
                </a:lnTo>
                <a:lnTo>
                  <a:pt x="29" y="565"/>
                </a:lnTo>
                <a:lnTo>
                  <a:pt x="35" y="578"/>
                </a:lnTo>
                <a:lnTo>
                  <a:pt x="42" y="591"/>
                </a:lnTo>
                <a:lnTo>
                  <a:pt x="49" y="604"/>
                </a:lnTo>
                <a:lnTo>
                  <a:pt x="56" y="617"/>
                </a:lnTo>
                <a:lnTo>
                  <a:pt x="65" y="629"/>
                </a:lnTo>
                <a:lnTo>
                  <a:pt x="74" y="642"/>
                </a:lnTo>
                <a:lnTo>
                  <a:pt x="83" y="654"/>
                </a:lnTo>
                <a:lnTo>
                  <a:pt x="93" y="666"/>
                </a:lnTo>
                <a:lnTo>
                  <a:pt x="104" y="678"/>
                </a:lnTo>
                <a:lnTo>
                  <a:pt x="115" y="690"/>
                </a:lnTo>
                <a:lnTo>
                  <a:pt x="127" y="702"/>
                </a:lnTo>
                <a:lnTo>
                  <a:pt x="139" y="713"/>
                </a:lnTo>
                <a:lnTo>
                  <a:pt x="152" y="724"/>
                </a:lnTo>
                <a:lnTo>
                  <a:pt x="165" y="734"/>
                </a:lnTo>
                <a:lnTo>
                  <a:pt x="178" y="744"/>
                </a:lnTo>
                <a:lnTo>
                  <a:pt x="193" y="754"/>
                </a:lnTo>
                <a:lnTo>
                  <a:pt x="207" y="764"/>
                </a:lnTo>
                <a:lnTo>
                  <a:pt x="222" y="773"/>
                </a:lnTo>
                <a:lnTo>
                  <a:pt x="238" y="782"/>
                </a:lnTo>
                <a:lnTo>
                  <a:pt x="253" y="791"/>
                </a:lnTo>
                <a:lnTo>
                  <a:pt x="270" y="799"/>
                </a:lnTo>
                <a:lnTo>
                  <a:pt x="286" y="807"/>
                </a:lnTo>
                <a:lnTo>
                  <a:pt x="303" y="815"/>
                </a:lnTo>
                <a:lnTo>
                  <a:pt x="321" y="822"/>
                </a:lnTo>
                <a:lnTo>
                  <a:pt x="338" y="829"/>
                </a:lnTo>
                <a:lnTo>
                  <a:pt x="356" y="835"/>
                </a:lnTo>
                <a:lnTo>
                  <a:pt x="374" y="841"/>
                </a:lnTo>
                <a:lnTo>
                  <a:pt x="393" y="847"/>
                </a:lnTo>
                <a:lnTo>
                  <a:pt x="412" y="852"/>
                </a:lnTo>
                <a:lnTo>
                  <a:pt x="431" y="857"/>
                </a:lnTo>
                <a:lnTo>
                  <a:pt x="450" y="861"/>
                </a:lnTo>
                <a:lnTo>
                  <a:pt x="469" y="866"/>
                </a:lnTo>
                <a:lnTo>
                  <a:pt x="489" y="869"/>
                </a:lnTo>
                <a:lnTo>
                  <a:pt x="509" y="872"/>
                </a:lnTo>
                <a:lnTo>
                  <a:pt x="528" y="875"/>
                </a:lnTo>
                <a:lnTo>
                  <a:pt x="548" y="878"/>
                </a:lnTo>
                <a:lnTo>
                  <a:pt x="569" y="879"/>
                </a:lnTo>
                <a:lnTo>
                  <a:pt x="589" y="881"/>
                </a:lnTo>
                <a:lnTo>
                  <a:pt x="609" y="882"/>
                </a:lnTo>
                <a:lnTo>
                  <a:pt x="629" y="883"/>
                </a:lnTo>
                <a:lnTo>
                  <a:pt x="649" y="883"/>
                </a:lnTo>
                <a:lnTo>
                  <a:pt x="670" y="883"/>
                </a:lnTo>
                <a:lnTo>
                  <a:pt x="690" y="882"/>
                </a:lnTo>
                <a:lnTo>
                  <a:pt x="710" y="881"/>
                </a:lnTo>
                <a:lnTo>
                  <a:pt x="730" y="879"/>
                </a:lnTo>
                <a:lnTo>
                  <a:pt x="751" y="878"/>
                </a:lnTo>
                <a:lnTo>
                  <a:pt x="771" y="875"/>
                </a:lnTo>
                <a:lnTo>
                  <a:pt x="790" y="872"/>
                </a:lnTo>
                <a:lnTo>
                  <a:pt x="810" y="869"/>
                </a:lnTo>
                <a:lnTo>
                  <a:pt x="830" y="866"/>
                </a:lnTo>
                <a:lnTo>
                  <a:pt x="849" y="861"/>
                </a:lnTo>
                <a:lnTo>
                  <a:pt x="868" y="857"/>
                </a:lnTo>
                <a:lnTo>
                  <a:pt x="887" y="852"/>
                </a:lnTo>
                <a:lnTo>
                  <a:pt x="906" y="847"/>
                </a:lnTo>
                <a:lnTo>
                  <a:pt x="925" y="841"/>
                </a:lnTo>
                <a:lnTo>
                  <a:pt x="943" y="835"/>
                </a:lnTo>
                <a:lnTo>
                  <a:pt x="961" y="829"/>
                </a:lnTo>
                <a:lnTo>
                  <a:pt x="978" y="822"/>
                </a:lnTo>
                <a:lnTo>
                  <a:pt x="997" y="815"/>
                </a:lnTo>
                <a:lnTo>
                  <a:pt x="1014" y="807"/>
                </a:lnTo>
                <a:lnTo>
                  <a:pt x="1030" y="799"/>
                </a:lnTo>
                <a:lnTo>
                  <a:pt x="1047" y="791"/>
                </a:lnTo>
                <a:lnTo>
                  <a:pt x="1062" y="782"/>
                </a:lnTo>
                <a:lnTo>
                  <a:pt x="1078" y="773"/>
                </a:lnTo>
                <a:lnTo>
                  <a:pt x="1093" y="764"/>
                </a:lnTo>
                <a:lnTo>
                  <a:pt x="1107" y="754"/>
                </a:lnTo>
                <a:lnTo>
                  <a:pt x="1121" y="744"/>
                </a:lnTo>
                <a:lnTo>
                  <a:pt x="1135" y="734"/>
                </a:lnTo>
                <a:lnTo>
                  <a:pt x="1148" y="724"/>
                </a:lnTo>
                <a:lnTo>
                  <a:pt x="1161" y="713"/>
                </a:lnTo>
                <a:lnTo>
                  <a:pt x="1173" y="702"/>
                </a:lnTo>
                <a:lnTo>
                  <a:pt x="1185" y="690"/>
                </a:lnTo>
                <a:lnTo>
                  <a:pt x="1196" y="678"/>
                </a:lnTo>
                <a:lnTo>
                  <a:pt x="1207" y="666"/>
                </a:lnTo>
                <a:lnTo>
                  <a:pt x="1217" y="654"/>
                </a:lnTo>
                <a:lnTo>
                  <a:pt x="1226" y="642"/>
                </a:lnTo>
                <a:lnTo>
                  <a:pt x="1235" y="629"/>
                </a:lnTo>
                <a:lnTo>
                  <a:pt x="1243" y="617"/>
                </a:lnTo>
                <a:lnTo>
                  <a:pt x="1251" y="604"/>
                </a:lnTo>
                <a:lnTo>
                  <a:pt x="1258" y="591"/>
                </a:lnTo>
                <a:lnTo>
                  <a:pt x="1265" y="578"/>
                </a:lnTo>
                <a:lnTo>
                  <a:pt x="1271" y="565"/>
                </a:lnTo>
                <a:lnTo>
                  <a:pt x="1276" y="552"/>
                </a:lnTo>
                <a:lnTo>
                  <a:pt x="1281" y="538"/>
                </a:lnTo>
                <a:lnTo>
                  <a:pt x="1285" y="525"/>
                </a:lnTo>
                <a:lnTo>
                  <a:pt x="1289" y="511"/>
                </a:lnTo>
                <a:lnTo>
                  <a:pt x="1292" y="497"/>
                </a:lnTo>
                <a:lnTo>
                  <a:pt x="1294" y="484"/>
                </a:lnTo>
                <a:lnTo>
                  <a:pt x="1295" y="470"/>
                </a:lnTo>
                <a:lnTo>
                  <a:pt x="1296" y="456"/>
                </a:lnTo>
                <a:lnTo>
                  <a:pt x="1297" y="442"/>
                </a:lnTo>
                <a:moveTo>
                  <a:pt x="1300" y="442"/>
                </a:moveTo>
                <a:lnTo>
                  <a:pt x="1300" y="456"/>
                </a:lnTo>
                <a:lnTo>
                  <a:pt x="1299" y="470"/>
                </a:lnTo>
                <a:lnTo>
                  <a:pt x="1298" y="484"/>
                </a:lnTo>
                <a:lnTo>
                  <a:pt x="1295" y="498"/>
                </a:lnTo>
                <a:lnTo>
                  <a:pt x="1292" y="511"/>
                </a:lnTo>
                <a:lnTo>
                  <a:pt x="1289" y="525"/>
                </a:lnTo>
                <a:lnTo>
                  <a:pt x="1285" y="539"/>
                </a:lnTo>
                <a:lnTo>
                  <a:pt x="1280" y="552"/>
                </a:lnTo>
                <a:lnTo>
                  <a:pt x="1275" y="566"/>
                </a:lnTo>
                <a:lnTo>
                  <a:pt x="1269" y="579"/>
                </a:lnTo>
                <a:lnTo>
                  <a:pt x="1262" y="592"/>
                </a:lnTo>
                <a:lnTo>
                  <a:pt x="1255" y="605"/>
                </a:lnTo>
                <a:lnTo>
                  <a:pt x="1247" y="618"/>
                </a:lnTo>
                <a:lnTo>
                  <a:pt x="1239" y="631"/>
                </a:lnTo>
                <a:lnTo>
                  <a:pt x="1230" y="643"/>
                </a:lnTo>
                <a:lnTo>
                  <a:pt x="1220" y="655"/>
                </a:lnTo>
                <a:lnTo>
                  <a:pt x="1210" y="667"/>
                </a:lnTo>
                <a:lnTo>
                  <a:pt x="1199" y="679"/>
                </a:lnTo>
                <a:lnTo>
                  <a:pt x="1188" y="692"/>
                </a:lnTo>
                <a:lnTo>
                  <a:pt x="1176" y="703"/>
                </a:lnTo>
                <a:lnTo>
                  <a:pt x="1164" y="714"/>
                </a:lnTo>
                <a:lnTo>
                  <a:pt x="1151" y="725"/>
                </a:lnTo>
                <a:lnTo>
                  <a:pt x="1138" y="736"/>
                </a:lnTo>
                <a:lnTo>
                  <a:pt x="1124" y="746"/>
                </a:lnTo>
                <a:lnTo>
                  <a:pt x="1110" y="756"/>
                </a:lnTo>
                <a:lnTo>
                  <a:pt x="1095" y="766"/>
                </a:lnTo>
                <a:lnTo>
                  <a:pt x="1080" y="775"/>
                </a:lnTo>
                <a:lnTo>
                  <a:pt x="1065" y="784"/>
                </a:lnTo>
                <a:lnTo>
                  <a:pt x="1049" y="793"/>
                </a:lnTo>
                <a:lnTo>
                  <a:pt x="1032" y="801"/>
                </a:lnTo>
                <a:lnTo>
                  <a:pt x="1016" y="809"/>
                </a:lnTo>
                <a:lnTo>
                  <a:pt x="999" y="817"/>
                </a:lnTo>
                <a:lnTo>
                  <a:pt x="980" y="824"/>
                </a:lnTo>
                <a:lnTo>
                  <a:pt x="963" y="831"/>
                </a:lnTo>
                <a:lnTo>
                  <a:pt x="945" y="837"/>
                </a:lnTo>
                <a:lnTo>
                  <a:pt x="926" y="843"/>
                </a:lnTo>
                <a:lnTo>
                  <a:pt x="908" y="849"/>
                </a:lnTo>
                <a:lnTo>
                  <a:pt x="889" y="854"/>
                </a:lnTo>
                <a:lnTo>
                  <a:pt x="870" y="859"/>
                </a:lnTo>
                <a:lnTo>
                  <a:pt x="850" y="864"/>
                </a:lnTo>
                <a:lnTo>
                  <a:pt x="831" y="868"/>
                </a:lnTo>
                <a:lnTo>
                  <a:pt x="811" y="872"/>
                </a:lnTo>
                <a:lnTo>
                  <a:pt x="791" y="875"/>
                </a:lnTo>
                <a:lnTo>
                  <a:pt x="771" y="878"/>
                </a:lnTo>
                <a:lnTo>
                  <a:pt x="751" y="880"/>
                </a:lnTo>
                <a:lnTo>
                  <a:pt x="731" y="882"/>
                </a:lnTo>
                <a:lnTo>
                  <a:pt x="711" y="884"/>
                </a:lnTo>
                <a:lnTo>
                  <a:pt x="690" y="885"/>
                </a:lnTo>
                <a:lnTo>
                  <a:pt x="670" y="885"/>
                </a:lnTo>
                <a:lnTo>
                  <a:pt x="649" y="886"/>
                </a:lnTo>
                <a:lnTo>
                  <a:pt x="629" y="885"/>
                </a:lnTo>
                <a:lnTo>
                  <a:pt x="609" y="885"/>
                </a:lnTo>
                <a:lnTo>
                  <a:pt x="588" y="884"/>
                </a:lnTo>
                <a:lnTo>
                  <a:pt x="568" y="882"/>
                </a:lnTo>
                <a:lnTo>
                  <a:pt x="548" y="880"/>
                </a:lnTo>
                <a:lnTo>
                  <a:pt x="528" y="878"/>
                </a:lnTo>
                <a:lnTo>
                  <a:pt x="508" y="875"/>
                </a:lnTo>
                <a:lnTo>
                  <a:pt x="488" y="872"/>
                </a:lnTo>
                <a:lnTo>
                  <a:pt x="468" y="868"/>
                </a:lnTo>
                <a:lnTo>
                  <a:pt x="449" y="864"/>
                </a:lnTo>
                <a:lnTo>
                  <a:pt x="429" y="859"/>
                </a:lnTo>
                <a:lnTo>
                  <a:pt x="410" y="854"/>
                </a:lnTo>
                <a:lnTo>
                  <a:pt x="391" y="849"/>
                </a:lnTo>
                <a:lnTo>
                  <a:pt x="373" y="843"/>
                </a:lnTo>
                <a:lnTo>
                  <a:pt x="354" y="837"/>
                </a:lnTo>
                <a:lnTo>
                  <a:pt x="336" y="831"/>
                </a:lnTo>
                <a:lnTo>
                  <a:pt x="319" y="824"/>
                </a:lnTo>
                <a:lnTo>
                  <a:pt x="301" y="817"/>
                </a:lnTo>
                <a:lnTo>
                  <a:pt x="284" y="809"/>
                </a:lnTo>
                <a:lnTo>
                  <a:pt x="267" y="801"/>
                </a:lnTo>
                <a:lnTo>
                  <a:pt x="251" y="793"/>
                </a:lnTo>
                <a:lnTo>
                  <a:pt x="235" y="784"/>
                </a:lnTo>
                <a:lnTo>
                  <a:pt x="220" y="775"/>
                </a:lnTo>
                <a:lnTo>
                  <a:pt x="205" y="766"/>
                </a:lnTo>
                <a:lnTo>
                  <a:pt x="190" y="756"/>
                </a:lnTo>
                <a:lnTo>
                  <a:pt x="176" y="746"/>
                </a:lnTo>
                <a:lnTo>
                  <a:pt x="162" y="736"/>
                </a:lnTo>
                <a:lnTo>
                  <a:pt x="149" y="725"/>
                </a:lnTo>
                <a:lnTo>
                  <a:pt x="136" y="714"/>
                </a:lnTo>
                <a:lnTo>
                  <a:pt x="124" y="703"/>
                </a:lnTo>
                <a:lnTo>
                  <a:pt x="112" y="692"/>
                </a:lnTo>
                <a:lnTo>
                  <a:pt x="101" y="679"/>
                </a:lnTo>
                <a:lnTo>
                  <a:pt x="90" y="667"/>
                </a:lnTo>
                <a:lnTo>
                  <a:pt x="80" y="655"/>
                </a:lnTo>
                <a:lnTo>
                  <a:pt x="70" y="643"/>
                </a:lnTo>
                <a:lnTo>
                  <a:pt x="61" y="631"/>
                </a:lnTo>
                <a:lnTo>
                  <a:pt x="53" y="618"/>
                </a:lnTo>
                <a:lnTo>
                  <a:pt x="45" y="605"/>
                </a:lnTo>
                <a:lnTo>
                  <a:pt x="38" y="592"/>
                </a:lnTo>
                <a:lnTo>
                  <a:pt x="31" y="579"/>
                </a:lnTo>
                <a:lnTo>
                  <a:pt x="25" y="566"/>
                </a:lnTo>
                <a:lnTo>
                  <a:pt x="20" y="552"/>
                </a:lnTo>
                <a:lnTo>
                  <a:pt x="15" y="539"/>
                </a:lnTo>
                <a:lnTo>
                  <a:pt x="11" y="525"/>
                </a:lnTo>
                <a:lnTo>
                  <a:pt x="8" y="511"/>
                </a:lnTo>
                <a:lnTo>
                  <a:pt x="5" y="498"/>
                </a:lnTo>
                <a:lnTo>
                  <a:pt x="2" y="484"/>
                </a:lnTo>
                <a:lnTo>
                  <a:pt x="1" y="470"/>
                </a:lnTo>
                <a:lnTo>
                  <a:pt x="0" y="456"/>
                </a:lnTo>
                <a:lnTo>
                  <a:pt x="0" y="442"/>
                </a:lnTo>
                <a:lnTo>
                  <a:pt x="0" y="428"/>
                </a:lnTo>
                <a:lnTo>
                  <a:pt x="1" y="414"/>
                </a:lnTo>
                <a:lnTo>
                  <a:pt x="2" y="401"/>
                </a:lnTo>
                <a:lnTo>
                  <a:pt x="5" y="387"/>
                </a:lnTo>
                <a:lnTo>
                  <a:pt x="8" y="373"/>
                </a:lnTo>
                <a:lnTo>
                  <a:pt x="11" y="359"/>
                </a:lnTo>
                <a:lnTo>
                  <a:pt x="15" y="346"/>
                </a:lnTo>
                <a:lnTo>
                  <a:pt x="20" y="332"/>
                </a:lnTo>
                <a:lnTo>
                  <a:pt x="25" y="319"/>
                </a:lnTo>
                <a:lnTo>
                  <a:pt x="31" y="306"/>
                </a:lnTo>
                <a:lnTo>
                  <a:pt x="38" y="292"/>
                </a:lnTo>
                <a:lnTo>
                  <a:pt x="45" y="279"/>
                </a:lnTo>
                <a:lnTo>
                  <a:pt x="53" y="267"/>
                </a:lnTo>
                <a:lnTo>
                  <a:pt x="61" y="254"/>
                </a:lnTo>
                <a:lnTo>
                  <a:pt x="70" y="241"/>
                </a:lnTo>
                <a:lnTo>
                  <a:pt x="80" y="229"/>
                </a:lnTo>
                <a:lnTo>
                  <a:pt x="90" y="217"/>
                </a:lnTo>
                <a:lnTo>
                  <a:pt x="101" y="205"/>
                </a:lnTo>
                <a:lnTo>
                  <a:pt x="112" y="194"/>
                </a:lnTo>
                <a:lnTo>
                  <a:pt x="124" y="182"/>
                </a:lnTo>
                <a:lnTo>
                  <a:pt x="136" y="171"/>
                </a:lnTo>
                <a:lnTo>
                  <a:pt x="149" y="160"/>
                </a:lnTo>
                <a:lnTo>
                  <a:pt x="162" y="150"/>
                </a:lnTo>
                <a:lnTo>
                  <a:pt x="176" y="139"/>
                </a:lnTo>
                <a:lnTo>
                  <a:pt x="190" y="130"/>
                </a:lnTo>
                <a:lnTo>
                  <a:pt x="205" y="120"/>
                </a:lnTo>
                <a:lnTo>
                  <a:pt x="220" y="110"/>
                </a:lnTo>
                <a:lnTo>
                  <a:pt x="235" y="101"/>
                </a:lnTo>
                <a:lnTo>
                  <a:pt x="251" y="93"/>
                </a:lnTo>
                <a:lnTo>
                  <a:pt x="267" y="84"/>
                </a:lnTo>
                <a:lnTo>
                  <a:pt x="284" y="76"/>
                </a:lnTo>
                <a:lnTo>
                  <a:pt x="301" y="69"/>
                </a:lnTo>
                <a:lnTo>
                  <a:pt x="319" y="62"/>
                </a:lnTo>
                <a:lnTo>
                  <a:pt x="336" y="55"/>
                </a:lnTo>
                <a:lnTo>
                  <a:pt x="354" y="48"/>
                </a:lnTo>
                <a:lnTo>
                  <a:pt x="373" y="42"/>
                </a:lnTo>
                <a:lnTo>
                  <a:pt x="391" y="36"/>
                </a:lnTo>
                <a:lnTo>
                  <a:pt x="410" y="31"/>
                </a:lnTo>
                <a:lnTo>
                  <a:pt x="429" y="26"/>
                </a:lnTo>
                <a:lnTo>
                  <a:pt x="449" y="22"/>
                </a:lnTo>
                <a:lnTo>
                  <a:pt x="468" y="18"/>
                </a:lnTo>
                <a:lnTo>
                  <a:pt x="488" y="14"/>
                </a:lnTo>
                <a:lnTo>
                  <a:pt x="508" y="11"/>
                </a:lnTo>
                <a:lnTo>
                  <a:pt x="528" y="8"/>
                </a:lnTo>
                <a:lnTo>
                  <a:pt x="548" y="5"/>
                </a:lnTo>
                <a:lnTo>
                  <a:pt x="568" y="3"/>
                </a:lnTo>
                <a:lnTo>
                  <a:pt x="588" y="2"/>
                </a:lnTo>
                <a:lnTo>
                  <a:pt x="609" y="1"/>
                </a:lnTo>
                <a:lnTo>
                  <a:pt x="629" y="0"/>
                </a:lnTo>
                <a:lnTo>
                  <a:pt x="649" y="0"/>
                </a:lnTo>
                <a:lnTo>
                  <a:pt x="670" y="0"/>
                </a:lnTo>
                <a:lnTo>
                  <a:pt x="690" y="1"/>
                </a:lnTo>
                <a:lnTo>
                  <a:pt x="711" y="2"/>
                </a:lnTo>
                <a:lnTo>
                  <a:pt x="731" y="3"/>
                </a:lnTo>
                <a:lnTo>
                  <a:pt x="751" y="5"/>
                </a:lnTo>
                <a:lnTo>
                  <a:pt x="771" y="8"/>
                </a:lnTo>
                <a:lnTo>
                  <a:pt x="791" y="11"/>
                </a:lnTo>
                <a:lnTo>
                  <a:pt x="811" y="14"/>
                </a:lnTo>
                <a:lnTo>
                  <a:pt x="831" y="18"/>
                </a:lnTo>
                <a:lnTo>
                  <a:pt x="850" y="22"/>
                </a:lnTo>
                <a:lnTo>
                  <a:pt x="870" y="26"/>
                </a:lnTo>
                <a:lnTo>
                  <a:pt x="889" y="31"/>
                </a:lnTo>
                <a:lnTo>
                  <a:pt x="908" y="36"/>
                </a:lnTo>
                <a:lnTo>
                  <a:pt x="926" y="42"/>
                </a:lnTo>
                <a:lnTo>
                  <a:pt x="945" y="48"/>
                </a:lnTo>
                <a:lnTo>
                  <a:pt x="963" y="55"/>
                </a:lnTo>
                <a:lnTo>
                  <a:pt x="980" y="62"/>
                </a:lnTo>
                <a:lnTo>
                  <a:pt x="999" y="69"/>
                </a:lnTo>
                <a:lnTo>
                  <a:pt x="1016" y="76"/>
                </a:lnTo>
                <a:lnTo>
                  <a:pt x="1032" y="84"/>
                </a:lnTo>
                <a:lnTo>
                  <a:pt x="1049" y="93"/>
                </a:lnTo>
                <a:lnTo>
                  <a:pt x="1065" y="101"/>
                </a:lnTo>
                <a:lnTo>
                  <a:pt x="1080" y="110"/>
                </a:lnTo>
                <a:lnTo>
                  <a:pt x="1095" y="120"/>
                </a:lnTo>
                <a:lnTo>
                  <a:pt x="1110" y="130"/>
                </a:lnTo>
                <a:lnTo>
                  <a:pt x="1124" y="139"/>
                </a:lnTo>
                <a:lnTo>
                  <a:pt x="1138" y="150"/>
                </a:lnTo>
                <a:lnTo>
                  <a:pt x="1151" y="160"/>
                </a:lnTo>
                <a:lnTo>
                  <a:pt x="1164" y="171"/>
                </a:lnTo>
                <a:lnTo>
                  <a:pt x="1176" y="182"/>
                </a:lnTo>
                <a:lnTo>
                  <a:pt x="1188" y="194"/>
                </a:lnTo>
                <a:lnTo>
                  <a:pt x="1199" y="205"/>
                </a:lnTo>
                <a:lnTo>
                  <a:pt x="1210" y="217"/>
                </a:lnTo>
                <a:lnTo>
                  <a:pt x="1220" y="229"/>
                </a:lnTo>
                <a:lnTo>
                  <a:pt x="1230" y="241"/>
                </a:lnTo>
                <a:lnTo>
                  <a:pt x="1239" y="254"/>
                </a:lnTo>
                <a:lnTo>
                  <a:pt x="1247" y="267"/>
                </a:lnTo>
                <a:lnTo>
                  <a:pt x="1255" y="279"/>
                </a:lnTo>
                <a:lnTo>
                  <a:pt x="1262" y="292"/>
                </a:lnTo>
                <a:lnTo>
                  <a:pt x="1269" y="306"/>
                </a:lnTo>
                <a:lnTo>
                  <a:pt x="1275" y="319"/>
                </a:lnTo>
                <a:lnTo>
                  <a:pt x="1280" y="332"/>
                </a:lnTo>
                <a:lnTo>
                  <a:pt x="1285" y="346"/>
                </a:lnTo>
                <a:lnTo>
                  <a:pt x="1289" y="359"/>
                </a:lnTo>
                <a:lnTo>
                  <a:pt x="1292" y="373"/>
                </a:lnTo>
                <a:lnTo>
                  <a:pt x="1295" y="387"/>
                </a:lnTo>
                <a:lnTo>
                  <a:pt x="1298" y="401"/>
                </a:lnTo>
                <a:lnTo>
                  <a:pt x="1299" y="414"/>
                </a:lnTo>
                <a:lnTo>
                  <a:pt x="1300" y="428"/>
                </a:lnTo>
                <a:lnTo>
                  <a:pt x="1300" y="442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7" name=""/>
          <p:cNvSpPr/>
          <p:nvPr/>
        </p:nvSpPr>
        <p:spPr>
          <a:xfrm>
            <a:off x="7818840" y="2773440"/>
            <a:ext cx="481680" cy="327960"/>
          </a:xfrm>
          <a:custGeom>
            <a:avLst/>
            <a:gdLst/>
            <a:ahLst/>
            <a:rect l="0" t="0" r="r" b="b"/>
            <a:pathLst>
              <a:path w="1338" h="911">
                <a:moveTo>
                  <a:pt x="1319" y="456"/>
                </a:moveTo>
                <a:lnTo>
                  <a:pt x="1319" y="442"/>
                </a:lnTo>
                <a:lnTo>
                  <a:pt x="1318" y="428"/>
                </a:lnTo>
                <a:lnTo>
                  <a:pt x="1317" y="415"/>
                </a:lnTo>
                <a:lnTo>
                  <a:pt x="1314" y="401"/>
                </a:lnTo>
                <a:lnTo>
                  <a:pt x="1311" y="387"/>
                </a:lnTo>
                <a:lnTo>
                  <a:pt x="1308" y="373"/>
                </a:lnTo>
                <a:lnTo>
                  <a:pt x="1304" y="360"/>
                </a:lnTo>
                <a:lnTo>
                  <a:pt x="1299" y="346"/>
                </a:lnTo>
                <a:lnTo>
                  <a:pt x="1294" y="333"/>
                </a:lnTo>
                <a:lnTo>
                  <a:pt x="1288" y="320"/>
                </a:lnTo>
                <a:lnTo>
                  <a:pt x="1281" y="306"/>
                </a:lnTo>
                <a:lnTo>
                  <a:pt x="1274" y="293"/>
                </a:lnTo>
                <a:lnTo>
                  <a:pt x="1266" y="281"/>
                </a:lnTo>
                <a:lnTo>
                  <a:pt x="1258" y="268"/>
                </a:lnTo>
                <a:lnTo>
                  <a:pt x="1249" y="255"/>
                </a:lnTo>
                <a:lnTo>
                  <a:pt x="1239" y="243"/>
                </a:lnTo>
                <a:lnTo>
                  <a:pt x="1229" y="231"/>
                </a:lnTo>
                <a:lnTo>
                  <a:pt x="1218" y="219"/>
                </a:lnTo>
                <a:lnTo>
                  <a:pt x="1207" y="208"/>
                </a:lnTo>
                <a:lnTo>
                  <a:pt x="1195" y="196"/>
                </a:lnTo>
                <a:lnTo>
                  <a:pt x="1183" y="185"/>
                </a:lnTo>
                <a:lnTo>
                  <a:pt x="1170" y="174"/>
                </a:lnTo>
                <a:lnTo>
                  <a:pt x="1157" y="164"/>
                </a:lnTo>
                <a:lnTo>
                  <a:pt x="1143" y="153"/>
                </a:lnTo>
                <a:lnTo>
                  <a:pt x="1129" y="144"/>
                </a:lnTo>
                <a:lnTo>
                  <a:pt x="1114" y="134"/>
                </a:lnTo>
                <a:lnTo>
                  <a:pt x="1099" y="124"/>
                </a:lnTo>
                <a:lnTo>
                  <a:pt x="1084" y="115"/>
                </a:lnTo>
                <a:lnTo>
                  <a:pt x="1068" y="107"/>
                </a:lnTo>
                <a:lnTo>
                  <a:pt x="1051" y="98"/>
                </a:lnTo>
                <a:lnTo>
                  <a:pt x="1035" y="90"/>
                </a:lnTo>
                <a:lnTo>
                  <a:pt x="1018" y="83"/>
                </a:lnTo>
                <a:lnTo>
                  <a:pt x="1000" y="76"/>
                </a:lnTo>
                <a:lnTo>
                  <a:pt x="983" y="69"/>
                </a:lnTo>
                <a:lnTo>
                  <a:pt x="965" y="62"/>
                </a:lnTo>
                <a:lnTo>
                  <a:pt x="946" y="56"/>
                </a:lnTo>
                <a:lnTo>
                  <a:pt x="928" y="50"/>
                </a:lnTo>
                <a:lnTo>
                  <a:pt x="909" y="45"/>
                </a:lnTo>
                <a:lnTo>
                  <a:pt x="890" y="40"/>
                </a:lnTo>
                <a:lnTo>
                  <a:pt x="870" y="36"/>
                </a:lnTo>
                <a:lnTo>
                  <a:pt x="851" y="32"/>
                </a:lnTo>
                <a:lnTo>
                  <a:pt x="831" y="27"/>
                </a:lnTo>
                <a:lnTo>
                  <a:pt x="811" y="24"/>
                </a:lnTo>
                <a:lnTo>
                  <a:pt x="791" y="21"/>
                </a:lnTo>
                <a:lnTo>
                  <a:pt x="771" y="18"/>
                </a:lnTo>
                <a:lnTo>
                  <a:pt x="751" y="16"/>
                </a:lnTo>
                <a:lnTo>
                  <a:pt x="731" y="15"/>
                </a:lnTo>
                <a:lnTo>
                  <a:pt x="710" y="14"/>
                </a:lnTo>
                <a:lnTo>
                  <a:pt x="690" y="13"/>
                </a:lnTo>
                <a:lnTo>
                  <a:pt x="669" y="13"/>
                </a:lnTo>
                <a:lnTo>
                  <a:pt x="649" y="13"/>
                </a:lnTo>
                <a:lnTo>
                  <a:pt x="629" y="14"/>
                </a:lnTo>
                <a:lnTo>
                  <a:pt x="608" y="15"/>
                </a:lnTo>
                <a:lnTo>
                  <a:pt x="588" y="16"/>
                </a:lnTo>
                <a:lnTo>
                  <a:pt x="568" y="18"/>
                </a:lnTo>
                <a:lnTo>
                  <a:pt x="548" y="21"/>
                </a:lnTo>
                <a:lnTo>
                  <a:pt x="528" y="24"/>
                </a:lnTo>
                <a:lnTo>
                  <a:pt x="508" y="27"/>
                </a:lnTo>
                <a:lnTo>
                  <a:pt x="488" y="32"/>
                </a:lnTo>
                <a:lnTo>
                  <a:pt x="469" y="36"/>
                </a:lnTo>
                <a:lnTo>
                  <a:pt x="449" y="40"/>
                </a:lnTo>
                <a:lnTo>
                  <a:pt x="430" y="45"/>
                </a:lnTo>
                <a:lnTo>
                  <a:pt x="411" y="50"/>
                </a:lnTo>
                <a:lnTo>
                  <a:pt x="393" y="56"/>
                </a:lnTo>
                <a:lnTo>
                  <a:pt x="374" y="62"/>
                </a:lnTo>
                <a:lnTo>
                  <a:pt x="356" y="69"/>
                </a:lnTo>
                <a:lnTo>
                  <a:pt x="338" y="76"/>
                </a:lnTo>
                <a:lnTo>
                  <a:pt x="320" y="83"/>
                </a:lnTo>
                <a:lnTo>
                  <a:pt x="303" y="90"/>
                </a:lnTo>
                <a:lnTo>
                  <a:pt x="286" y="98"/>
                </a:lnTo>
                <a:lnTo>
                  <a:pt x="270" y="107"/>
                </a:lnTo>
                <a:lnTo>
                  <a:pt x="254" y="115"/>
                </a:lnTo>
                <a:lnTo>
                  <a:pt x="239" y="124"/>
                </a:lnTo>
                <a:lnTo>
                  <a:pt x="224" y="134"/>
                </a:lnTo>
                <a:lnTo>
                  <a:pt x="209" y="144"/>
                </a:lnTo>
                <a:lnTo>
                  <a:pt x="195" y="153"/>
                </a:lnTo>
                <a:lnTo>
                  <a:pt x="181" y="164"/>
                </a:lnTo>
                <a:lnTo>
                  <a:pt x="168" y="174"/>
                </a:lnTo>
                <a:lnTo>
                  <a:pt x="155" y="185"/>
                </a:lnTo>
                <a:lnTo>
                  <a:pt x="143" y="196"/>
                </a:lnTo>
                <a:lnTo>
                  <a:pt x="131" y="208"/>
                </a:lnTo>
                <a:lnTo>
                  <a:pt x="120" y="219"/>
                </a:lnTo>
                <a:lnTo>
                  <a:pt x="109" y="231"/>
                </a:lnTo>
                <a:lnTo>
                  <a:pt x="99" y="243"/>
                </a:lnTo>
                <a:lnTo>
                  <a:pt x="89" y="255"/>
                </a:lnTo>
                <a:lnTo>
                  <a:pt x="80" y="268"/>
                </a:lnTo>
                <a:lnTo>
                  <a:pt x="72" y="281"/>
                </a:lnTo>
                <a:lnTo>
                  <a:pt x="64" y="293"/>
                </a:lnTo>
                <a:lnTo>
                  <a:pt x="57" y="306"/>
                </a:lnTo>
                <a:lnTo>
                  <a:pt x="50" y="320"/>
                </a:lnTo>
                <a:lnTo>
                  <a:pt x="44" y="333"/>
                </a:lnTo>
                <a:lnTo>
                  <a:pt x="39" y="346"/>
                </a:lnTo>
                <a:lnTo>
                  <a:pt x="34" y="360"/>
                </a:lnTo>
                <a:lnTo>
                  <a:pt x="30" y="373"/>
                </a:lnTo>
                <a:lnTo>
                  <a:pt x="27" y="387"/>
                </a:lnTo>
                <a:lnTo>
                  <a:pt x="24" y="401"/>
                </a:lnTo>
                <a:lnTo>
                  <a:pt x="21" y="415"/>
                </a:lnTo>
                <a:lnTo>
                  <a:pt x="20" y="428"/>
                </a:lnTo>
                <a:lnTo>
                  <a:pt x="19" y="442"/>
                </a:lnTo>
                <a:lnTo>
                  <a:pt x="19" y="456"/>
                </a:lnTo>
                <a:lnTo>
                  <a:pt x="19" y="470"/>
                </a:lnTo>
                <a:lnTo>
                  <a:pt x="20" y="484"/>
                </a:lnTo>
                <a:lnTo>
                  <a:pt x="21" y="498"/>
                </a:lnTo>
                <a:lnTo>
                  <a:pt x="24" y="512"/>
                </a:lnTo>
                <a:lnTo>
                  <a:pt x="27" y="525"/>
                </a:lnTo>
                <a:lnTo>
                  <a:pt x="30" y="539"/>
                </a:lnTo>
                <a:lnTo>
                  <a:pt x="34" y="553"/>
                </a:lnTo>
                <a:lnTo>
                  <a:pt x="39" y="566"/>
                </a:lnTo>
                <a:lnTo>
                  <a:pt x="44" y="580"/>
                </a:lnTo>
                <a:lnTo>
                  <a:pt x="50" y="593"/>
                </a:lnTo>
                <a:lnTo>
                  <a:pt x="57" y="606"/>
                </a:lnTo>
                <a:lnTo>
                  <a:pt x="64" y="619"/>
                </a:lnTo>
                <a:lnTo>
                  <a:pt x="72" y="632"/>
                </a:lnTo>
                <a:lnTo>
                  <a:pt x="80" y="645"/>
                </a:lnTo>
                <a:lnTo>
                  <a:pt x="89" y="657"/>
                </a:lnTo>
                <a:lnTo>
                  <a:pt x="99" y="669"/>
                </a:lnTo>
                <a:lnTo>
                  <a:pt x="109" y="681"/>
                </a:lnTo>
                <a:lnTo>
                  <a:pt x="120" y="693"/>
                </a:lnTo>
                <a:lnTo>
                  <a:pt x="131" y="705"/>
                </a:lnTo>
                <a:lnTo>
                  <a:pt x="143" y="716"/>
                </a:lnTo>
                <a:lnTo>
                  <a:pt x="155" y="727"/>
                </a:lnTo>
                <a:lnTo>
                  <a:pt x="168" y="738"/>
                </a:lnTo>
                <a:lnTo>
                  <a:pt x="181" y="749"/>
                </a:lnTo>
                <a:lnTo>
                  <a:pt x="195" y="759"/>
                </a:lnTo>
                <a:lnTo>
                  <a:pt x="209" y="769"/>
                </a:lnTo>
                <a:lnTo>
                  <a:pt x="224" y="779"/>
                </a:lnTo>
                <a:lnTo>
                  <a:pt x="239" y="788"/>
                </a:lnTo>
                <a:lnTo>
                  <a:pt x="254" y="797"/>
                </a:lnTo>
                <a:lnTo>
                  <a:pt x="270" y="806"/>
                </a:lnTo>
                <a:lnTo>
                  <a:pt x="286" y="814"/>
                </a:lnTo>
                <a:lnTo>
                  <a:pt x="303" y="822"/>
                </a:lnTo>
                <a:lnTo>
                  <a:pt x="320" y="830"/>
                </a:lnTo>
                <a:lnTo>
                  <a:pt x="338" y="837"/>
                </a:lnTo>
                <a:lnTo>
                  <a:pt x="356" y="844"/>
                </a:lnTo>
                <a:lnTo>
                  <a:pt x="374" y="850"/>
                </a:lnTo>
                <a:lnTo>
                  <a:pt x="393" y="856"/>
                </a:lnTo>
                <a:lnTo>
                  <a:pt x="411" y="862"/>
                </a:lnTo>
                <a:lnTo>
                  <a:pt x="430" y="867"/>
                </a:lnTo>
                <a:lnTo>
                  <a:pt x="449" y="872"/>
                </a:lnTo>
                <a:lnTo>
                  <a:pt x="469" y="877"/>
                </a:lnTo>
                <a:lnTo>
                  <a:pt x="488" y="881"/>
                </a:lnTo>
                <a:lnTo>
                  <a:pt x="508" y="885"/>
                </a:lnTo>
                <a:lnTo>
                  <a:pt x="528" y="888"/>
                </a:lnTo>
                <a:lnTo>
                  <a:pt x="548" y="891"/>
                </a:lnTo>
                <a:lnTo>
                  <a:pt x="568" y="893"/>
                </a:lnTo>
                <a:lnTo>
                  <a:pt x="588" y="895"/>
                </a:lnTo>
                <a:lnTo>
                  <a:pt x="608" y="897"/>
                </a:lnTo>
                <a:lnTo>
                  <a:pt x="629" y="898"/>
                </a:lnTo>
                <a:lnTo>
                  <a:pt x="649" y="898"/>
                </a:lnTo>
                <a:lnTo>
                  <a:pt x="669" y="899"/>
                </a:lnTo>
                <a:lnTo>
                  <a:pt x="690" y="898"/>
                </a:lnTo>
                <a:lnTo>
                  <a:pt x="710" y="898"/>
                </a:lnTo>
                <a:lnTo>
                  <a:pt x="731" y="897"/>
                </a:lnTo>
                <a:lnTo>
                  <a:pt x="751" y="895"/>
                </a:lnTo>
                <a:lnTo>
                  <a:pt x="771" y="893"/>
                </a:lnTo>
                <a:lnTo>
                  <a:pt x="791" y="891"/>
                </a:lnTo>
                <a:lnTo>
                  <a:pt x="811" y="888"/>
                </a:lnTo>
                <a:lnTo>
                  <a:pt x="831" y="885"/>
                </a:lnTo>
                <a:lnTo>
                  <a:pt x="851" y="881"/>
                </a:lnTo>
                <a:lnTo>
                  <a:pt x="870" y="877"/>
                </a:lnTo>
                <a:lnTo>
                  <a:pt x="890" y="872"/>
                </a:lnTo>
                <a:lnTo>
                  <a:pt x="909" y="867"/>
                </a:lnTo>
                <a:lnTo>
                  <a:pt x="928" y="862"/>
                </a:lnTo>
                <a:lnTo>
                  <a:pt x="946" y="856"/>
                </a:lnTo>
                <a:lnTo>
                  <a:pt x="965" y="850"/>
                </a:lnTo>
                <a:lnTo>
                  <a:pt x="983" y="844"/>
                </a:lnTo>
                <a:lnTo>
                  <a:pt x="1000" y="837"/>
                </a:lnTo>
                <a:lnTo>
                  <a:pt x="1018" y="830"/>
                </a:lnTo>
                <a:lnTo>
                  <a:pt x="1035" y="822"/>
                </a:lnTo>
                <a:lnTo>
                  <a:pt x="1051" y="814"/>
                </a:lnTo>
                <a:lnTo>
                  <a:pt x="1068" y="806"/>
                </a:lnTo>
                <a:lnTo>
                  <a:pt x="1084" y="797"/>
                </a:lnTo>
                <a:lnTo>
                  <a:pt x="1099" y="788"/>
                </a:lnTo>
                <a:lnTo>
                  <a:pt x="1114" y="779"/>
                </a:lnTo>
                <a:lnTo>
                  <a:pt x="1129" y="769"/>
                </a:lnTo>
                <a:lnTo>
                  <a:pt x="1143" y="759"/>
                </a:lnTo>
                <a:lnTo>
                  <a:pt x="1157" y="749"/>
                </a:lnTo>
                <a:lnTo>
                  <a:pt x="1170" y="738"/>
                </a:lnTo>
                <a:lnTo>
                  <a:pt x="1183" y="727"/>
                </a:lnTo>
                <a:lnTo>
                  <a:pt x="1195" y="716"/>
                </a:lnTo>
                <a:lnTo>
                  <a:pt x="1207" y="705"/>
                </a:lnTo>
                <a:lnTo>
                  <a:pt x="1218" y="693"/>
                </a:lnTo>
                <a:lnTo>
                  <a:pt x="1229" y="681"/>
                </a:lnTo>
                <a:lnTo>
                  <a:pt x="1239" y="669"/>
                </a:lnTo>
                <a:lnTo>
                  <a:pt x="1249" y="657"/>
                </a:lnTo>
                <a:lnTo>
                  <a:pt x="1258" y="645"/>
                </a:lnTo>
                <a:lnTo>
                  <a:pt x="1266" y="632"/>
                </a:lnTo>
                <a:lnTo>
                  <a:pt x="1274" y="619"/>
                </a:lnTo>
                <a:lnTo>
                  <a:pt x="1281" y="606"/>
                </a:lnTo>
                <a:lnTo>
                  <a:pt x="1288" y="593"/>
                </a:lnTo>
                <a:lnTo>
                  <a:pt x="1294" y="580"/>
                </a:lnTo>
                <a:lnTo>
                  <a:pt x="1299" y="566"/>
                </a:lnTo>
                <a:lnTo>
                  <a:pt x="1304" y="553"/>
                </a:lnTo>
                <a:lnTo>
                  <a:pt x="1308" y="539"/>
                </a:lnTo>
                <a:lnTo>
                  <a:pt x="1311" y="525"/>
                </a:lnTo>
                <a:lnTo>
                  <a:pt x="1314" y="512"/>
                </a:lnTo>
                <a:lnTo>
                  <a:pt x="1317" y="498"/>
                </a:lnTo>
                <a:lnTo>
                  <a:pt x="1318" y="484"/>
                </a:lnTo>
                <a:lnTo>
                  <a:pt x="1319" y="470"/>
                </a:lnTo>
                <a:lnTo>
                  <a:pt x="1319" y="456"/>
                </a:lnTo>
                <a:moveTo>
                  <a:pt x="1338" y="456"/>
                </a:moveTo>
                <a:lnTo>
                  <a:pt x="1338" y="471"/>
                </a:lnTo>
                <a:lnTo>
                  <a:pt x="1337" y="485"/>
                </a:lnTo>
                <a:lnTo>
                  <a:pt x="1335" y="499"/>
                </a:lnTo>
                <a:lnTo>
                  <a:pt x="1333" y="513"/>
                </a:lnTo>
                <a:lnTo>
                  <a:pt x="1330" y="527"/>
                </a:lnTo>
                <a:lnTo>
                  <a:pt x="1326" y="542"/>
                </a:lnTo>
                <a:lnTo>
                  <a:pt x="1322" y="556"/>
                </a:lnTo>
                <a:lnTo>
                  <a:pt x="1317" y="569"/>
                </a:lnTo>
                <a:lnTo>
                  <a:pt x="1312" y="583"/>
                </a:lnTo>
                <a:lnTo>
                  <a:pt x="1306" y="597"/>
                </a:lnTo>
                <a:lnTo>
                  <a:pt x="1299" y="610"/>
                </a:lnTo>
                <a:lnTo>
                  <a:pt x="1291" y="624"/>
                </a:lnTo>
                <a:lnTo>
                  <a:pt x="1283" y="637"/>
                </a:lnTo>
                <a:lnTo>
                  <a:pt x="1275" y="650"/>
                </a:lnTo>
                <a:lnTo>
                  <a:pt x="1265" y="663"/>
                </a:lnTo>
                <a:lnTo>
                  <a:pt x="1256" y="676"/>
                </a:lnTo>
                <a:lnTo>
                  <a:pt x="1245" y="688"/>
                </a:lnTo>
                <a:lnTo>
                  <a:pt x="1234" y="700"/>
                </a:lnTo>
                <a:lnTo>
                  <a:pt x="1223" y="712"/>
                </a:lnTo>
                <a:lnTo>
                  <a:pt x="1211" y="724"/>
                </a:lnTo>
                <a:lnTo>
                  <a:pt x="1198" y="735"/>
                </a:lnTo>
                <a:lnTo>
                  <a:pt x="1185" y="746"/>
                </a:lnTo>
                <a:lnTo>
                  <a:pt x="1171" y="757"/>
                </a:lnTo>
                <a:lnTo>
                  <a:pt x="1157" y="768"/>
                </a:lnTo>
                <a:lnTo>
                  <a:pt x="1142" y="778"/>
                </a:lnTo>
                <a:lnTo>
                  <a:pt x="1127" y="788"/>
                </a:lnTo>
                <a:lnTo>
                  <a:pt x="1112" y="798"/>
                </a:lnTo>
                <a:lnTo>
                  <a:pt x="1096" y="807"/>
                </a:lnTo>
                <a:lnTo>
                  <a:pt x="1079" y="816"/>
                </a:lnTo>
                <a:lnTo>
                  <a:pt x="1063" y="824"/>
                </a:lnTo>
                <a:lnTo>
                  <a:pt x="1045" y="833"/>
                </a:lnTo>
                <a:lnTo>
                  <a:pt x="1028" y="841"/>
                </a:lnTo>
                <a:lnTo>
                  <a:pt x="1010" y="848"/>
                </a:lnTo>
                <a:lnTo>
                  <a:pt x="992" y="855"/>
                </a:lnTo>
                <a:lnTo>
                  <a:pt x="973" y="862"/>
                </a:lnTo>
                <a:lnTo>
                  <a:pt x="954" y="868"/>
                </a:lnTo>
                <a:lnTo>
                  <a:pt x="935" y="874"/>
                </a:lnTo>
                <a:lnTo>
                  <a:pt x="916" y="879"/>
                </a:lnTo>
                <a:lnTo>
                  <a:pt x="896" y="884"/>
                </a:lnTo>
                <a:lnTo>
                  <a:pt x="876" y="889"/>
                </a:lnTo>
                <a:lnTo>
                  <a:pt x="856" y="893"/>
                </a:lnTo>
                <a:lnTo>
                  <a:pt x="836" y="897"/>
                </a:lnTo>
                <a:lnTo>
                  <a:pt x="815" y="900"/>
                </a:lnTo>
                <a:lnTo>
                  <a:pt x="795" y="903"/>
                </a:lnTo>
                <a:lnTo>
                  <a:pt x="774" y="906"/>
                </a:lnTo>
                <a:lnTo>
                  <a:pt x="753" y="908"/>
                </a:lnTo>
                <a:lnTo>
                  <a:pt x="732" y="909"/>
                </a:lnTo>
                <a:lnTo>
                  <a:pt x="711" y="910"/>
                </a:lnTo>
                <a:lnTo>
                  <a:pt x="690" y="911"/>
                </a:lnTo>
                <a:lnTo>
                  <a:pt x="669" y="911"/>
                </a:lnTo>
                <a:lnTo>
                  <a:pt x="648" y="911"/>
                </a:lnTo>
                <a:lnTo>
                  <a:pt x="627" y="910"/>
                </a:lnTo>
                <a:lnTo>
                  <a:pt x="607" y="909"/>
                </a:lnTo>
                <a:lnTo>
                  <a:pt x="586" y="908"/>
                </a:lnTo>
                <a:lnTo>
                  <a:pt x="565" y="906"/>
                </a:lnTo>
                <a:lnTo>
                  <a:pt x="544" y="903"/>
                </a:lnTo>
                <a:lnTo>
                  <a:pt x="524" y="900"/>
                </a:lnTo>
                <a:lnTo>
                  <a:pt x="503" y="897"/>
                </a:lnTo>
                <a:lnTo>
                  <a:pt x="483" y="893"/>
                </a:lnTo>
                <a:lnTo>
                  <a:pt x="463" y="889"/>
                </a:lnTo>
                <a:lnTo>
                  <a:pt x="443" y="884"/>
                </a:lnTo>
                <a:lnTo>
                  <a:pt x="423" y="879"/>
                </a:lnTo>
                <a:lnTo>
                  <a:pt x="404" y="874"/>
                </a:lnTo>
                <a:lnTo>
                  <a:pt x="385" y="868"/>
                </a:lnTo>
                <a:lnTo>
                  <a:pt x="366" y="862"/>
                </a:lnTo>
                <a:lnTo>
                  <a:pt x="347" y="855"/>
                </a:lnTo>
                <a:lnTo>
                  <a:pt x="328" y="848"/>
                </a:lnTo>
                <a:lnTo>
                  <a:pt x="310" y="841"/>
                </a:lnTo>
                <a:lnTo>
                  <a:pt x="293" y="833"/>
                </a:lnTo>
                <a:lnTo>
                  <a:pt x="275" y="824"/>
                </a:lnTo>
                <a:lnTo>
                  <a:pt x="259" y="816"/>
                </a:lnTo>
                <a:lnTo>
                  <a:pt x="242" y="807"/>
                </a:lnTo>
                <a:lnTo>
                  <a:pt x="226" y="798"/>
                </a:lnTo>
                <a:lnTo>
                  <a:pt x="211" y="788"/>
                </a:lnTo>
                <a:lnTo>
                  <a:pt x="196" y="778"/>
                </a:lnTo>
                <a:lnTo>
                  <a:pt x="181" y="768"/>
                </a:lnTo>
                <a:lnTo>
                  <a:pt x="167" y="757"/>
                </a:lnTo>
                <a:lnTo>
                  <a:pt x="153" y="746"/>
                </a:lnTo>
                <a:lnTo>
                  <a:pt x="140" y="735"/>
                </a:lnTo>
                <a:lnTo>
                  <a:pt x="127" y="724"/>
                </a:lnTo>
                <a:lnTo>
                  <a:pt x="115" y="712"/>
                </a:lnTo>
                <a:lnTo>
                  <a:pt x="104" y="700"/>
                </a:lnTo>
                <a:lnTo>
                  <a:pt x="93" y="688"/>
                </a:lnTo>
                <a:lnTo>
                  <a:pt x="82" y="676"/>
                </a:lnTo>
                <a:lnTo>
                  <a:pt x="73" y="663"/>
                </a:lnTo>
                <a:lnTo>
                  <a:pt x="63" y="650"/>
                </a:lnTo>
                <a:lnTo>
                  <a:pt x="55" y="637"/>
                </a:lnTo>
                <a:lnTo>
                  <a:pt x="47" y="624"/>
                </a:lnTo>
                <a:lnTo>
                  <a:pt x="39" y="610"/>
                </a:lnTo>
                <a:lnTo>
                  <a:pt x="32" y="597"/>
                </a:lnTo>
                <a:lnTo>
                  <a:pt x="26" y="583"/>
                </a:lnTo>
                <a:lnTo>
                  <a:pt x="21" y="569"/>
                </a:lnTo>
                <a:lnTo>
                  <a:pt x="16" y="556"/>
                </a:lnTo>
                <a:lnTo>
                  <a:pt x="12" y="542"/>
                </a:lnTo>
                <a:lnTo>
                  <a:pt x="8" y="527"/>
                </a:lnTo>
                <a:lnTo>
                  <a:pt x="5" y="513"/>
                </a:lnTo>
                <a:lnTo>
                  <a:pt x="3" y="499"/>
                </a:lnTo>
                <a:lnTo>
                  <a:pt x="1" y="485"/>
                </a:lnTo>
                <a:lnTo>
                  <a:pt x="0" y="471"/>
                </a:lnTo>
                <a:lnTo>
                  <a:pt x="0" y="456"/>
                </a:lnTo>
                <a:lnTo>
                  <a:pt x="0" y="442"/>
                </a:lnTo>
                <a:lnTo>
                  <a:pt x="1" y="428"/>
                </a:lnTo>
                <a:lnTo>
                  <a:pt x="3" y="413"/>
                </a:lnTo>
                <a:lnTo>
                  <a:pt x="5" y="399"/>
                </a:lnTo>
                <a:lnTo>
                  <a:pt x="8" y="385"/>
                </a:lnTo>
                <a:lnTo>
                  <a:pt x="12" y="371"/>
                </a:lnTo>
                <a:lnTo>
                  <a:pt x="16" y="357"/>
                </a:lnTo>
                <a:lnTo>
                  <a:pt x="21" y="343"/>
                </a:lnTo>
                <a:lnTo>
                  <a:pt x="26" y="329"/>
                </a:lnTo>
                <a:lnTo>
                  <a:pt x="32" y="316"/>
                </a:lnTo>
                <a:lnTo>
                  <a:pt x="39" y="302"/>
                </a:lnTo>
                <a:lnTo>
                  <a:pt x="47" y="289"/>
                </a:lnTo>
                <a:lnTo>
                  <a:pt x="55" y="275"/>
                </a:lnTo>
                <a:lnTo>
                  <a:pt x="63" y="262"/>
                </a:lnTo>
                <a:lnTo>
                  <a:pt x="73" y="250"/>
                </a:lnTo>
                <a:lnTo>
                  <a:pt x="82" y="237"/>
                </a:lnTo>
                <a:lnTo>
                  <a:pt x="93" y="225"/>
                </a:lnTo>
                <a:lnTo>
                  <a:pt x="104" y="212"/>
                </a:lnTo>
                <a:lnTo>
                  <a:pt x="115" y="200"/>
                </a:lnTo>
                <a:lnTo>
                  <a:pt x="127" y="189"/>
                </a:lnTo>
                <a:lnTo>
                  <a:pt x="140" y="177"/>
                </a:lnTo>
                <a:lnTo>
                  <a:pt x="153" y="166"/>
                </a:lnTo>
                <a:lnTo>
                  <a:pt x="167" y="155"/>
                </a:lnTo>
                <a:lnTo>
                  <a:pt x="181" y="145"/>
                </a:lnTo>
                <a:lnTo>
                  <a:pt x="196" y="134"/>
                </a:lnTo>
                <a:lnTo>
                  <a:pt x="211" y="124"/>
                </a:lnTo>
                <a:lnTo>
                  <a:pt x="226" y="115"/>
                </a:lnTo>
                <a:lnTo>
                  <a:pt x="242" y="106"/>
                </a:lnTo>
                <a:lnTo>
                  <a:pt x="259" y="97"/>
                </a:lnTo>
                <a:lnTo>
                  <a:pt x="275" y="88"/>
                </a:lnTo>
                <a:lnTo>
                  <a:pt x="293" y="80"/>
                </a:lnTo>
                <a:lnTo>
                  <a:pt x="310" y="72"/>
                </a:lnTo>
                <a:lnTo>
                  <a:pt x="328" y="64"/>
                </a:lnTo>
                <a:lnTo>
                  <a:pt x="347" y="57"/>
                </a:lnTo>
                <a:lnTo>
                  <a:pt x="366" y="51"/>
                </a:lnTo>
                <a:lnTo>
                  <a:pt x="385" y="44"/>
                </a:lnTo>
                <a:lnTo>
                  <a:pt x="404" y="39"/>
                </a:lnTo>
                <a:lnTo>
                  <a:pt x="423" y="33"/>
                </a:lnTo>
                <a:lnTo>
                  <a:pt x="443" y="27"/>
                </a:lnTo>
                <a:lnTo>
                  <a:pt x="463" y="22"/>
                </a:lnTo>
                <a:lnTo>
                  <a:pt x="483" y="18"/>
                </a:lnTo>
                <a:lnTo>
                  <a:pt x="503" y="14"/>
                </a:lnTo>
                <a:lnTo>
                  <a:pt x="524" y="11"/>
                </a:lnTo>
                <a:lnTo>
                  <a:pt x="544" y="8"/>
                </a:lnTo>
                <a:lnTo>
                  <a:pt x="565" y="6"/>
                </a:lnTo>
                <a:lnTo>
                  <a:pt x="586" y="4"/>
                </a:lnTo>
                <a:lnTo>
                  <a:pt x="607" y="2"/>
                </a:lnTo>
                <a:lnTo>
                  <a:pt x="627" y="1"/>
                </a:lnTo>
                <a:lnTo>
                  <a:pt x="648" y="0"/>
                </a:lnTo>
                <a:lnTo>
                  <a:pt x="669" y="0"/>
                </a:lnTo>
                <a:lnTo>
                  <a:pt x="690" y="0"/>
                </a:lnTo>
                <a:lnTo>
                  <a:pt x="711" y="1"/>
                </a:lnTo>
                <a:lnTo>
                  <a:pt x="732" y="2"/>
                </a:lnTo>
                <a:lnTo>
                  <a:pt x="753" y="4"/>
                </a:lnTo>
                <a:lnTo>
                  <a:pt x="774" y="6"/>
                </a:lnTo>
                <a:lnTo>
                  <a:pt x="795" y="8"/>
                </a:lnTo>
                <a:lnTo>
                  <a:pt x="815" y="11"/>
                </a:lnTo>
                <a:lnTo>
                  <a:pt x="836" y="14"/>
                </a:lnTo>
                <a:lnTo>
                  <a:pt x="856" y="18"/>
                </a:lnTo>
                <a:lnTo>
                  <a:pt x="876" y="22"/>
                </a:lnTo>
                <a:lnTo>
                  <a:pt x="896" y="27"/>
                </a:lnTo>
                <a:lnTo>
                  <a:pt x="916" y="33"/>
                </a:lnTo>
                <a:lnTo>
                  <a:pt x="935" y="39"/>
                </a:lnTo>
                <a:lnTo>
                  <a:pt x="954" y="44"/>
                </a:lnTo>
                <a:lnTo>
                  <a:pt x="973" y="51"/>
                </a:lnTo>
                <a:lnTo>
                  <a:pt x="992" y="57"/>
                </a:lnTo>
                <a:lnTo>
                  <a:pt x="1010" y="64"/>
                </a:lnTo>
                <a:lnTo>
                  <a:pt x="1028" y="72"/>
                </a:lnTo>
                <a:lnTo>
                  <a:pt x="1045" y="80"/>
                </a:lnTo>
                <a:lnTo>
                  <a:pt x="1063" y="88"/>
                </a:lnTo>
                <a:lnTo>
                  <a:pt x="1079" y="97"/>
                </a:lnTo>
                <a:lnTo>
                  <a:pt x="1096" y="106"/>
                </a:lnTo>
                <a:lnTo>
                  <a:pt x="1112" y="115"/>
                </a:lnTo>
                <a:lnTo>
                  <a:pt x="1127" y="124"/>
                </a:lnTo>
                <a:lnTo>
                  <a:pt x="1142" y="134"/>
                </a:lnTo>
                <a:lnTo>
                  <a:pt x="1157" y="145"/>
                </a:lnTo>
                <a:lnTo>
                  <a:pt x="1171" y="155"/>
                </a:lnTo>
                <a:lnTo>
                  <a:pt x="1185" y="166"/>
                </a:lnTo>
                <a:lnTo>
                  <a:pt x="1198" y="177"/>
                </a:lnTo>
                <a:lnTo>
                  <a:pt x="1211" y="189"/>
                </a:lnTo>
                <a:lnTo>
                  <a:pt x="1223" y="200"/>
                </a:lnTo>
                <a:lnTo>
                  <a:pt x="1234" y="212"/>
                </a:lnTo>
                <a:lnTo>
                  <a:pt x="1245" y="225"/>
                </a:lnTo>
                <a:lnTo>
                  <a:pt x="1256" y="237"/>
                </a:lnTo>
                <a:lnTo>
                  <a:pt x="1265" y="250"/>
                </a:lnTo>
                <a:lnTo>
                  <a:pt x="1275" y="262"/>
                </a:lnTo>
                <a:lnTo>
                  <a:pt x="1283" y="275"/>
                </a:lnTo>
                <a:lnTo>
                  <a:pt x="1291" y="289"/>
                </a:lnTo>
                <a:lnTo>
                  <a:pt x="1299" y="302"/>
                </a:lnTo>
                <a:lnTo>
                  <a:pt x="1306" y="316"/>
                </a:lnTo>
                <a:lnTo>
                  <a:pt x="1312" y="329"/>
                </a:lnTo>
                <a:lnTo>
                  <a:pt x="1317" y="343"/>
                </a:lnTo>
                <a:lnTo>
                  <a:pt x="1322" y="357"/>
                </a:lnTo>
                <a:lnTo>
                  <a:pt x="1326" y="371"/>
                </a:lnTo>
                <a:lnTo>
                  <a:pt x="1330" y="385"/>
                </a:lnTo>
                <a:lnTo>
                  <a:pt x="1333" y="399"/>
                </a:lnTo>
                <a:lnTo>
                  <a:pt x="1335" y="413"/>
                </a:lnTo>
                <a:lnTo>
                  <a:pt x="1337" y="428"/>
                </a:lnTo>
                <a:lnTo>
                  <a:pt x="1338" y="442"/>
                </a:lnTo>
                <a:lnTo>
                  <a:pt x="1338" y="456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8" name=""/>
          <p:cNvSpPr/>
          <p:nvPr/>
        </p:nvSpPr>
        <p:spPr>
          <a:xfrm>
            <a:off x="7813440" y="2769840"/>
            <a:ext cx="492480" cy="335520"/>
          </a:xfrm>
          <a:custGeom>
            <a:avLst/>
            <a:gdLst/>
            <a:ahLst/>
            <a:rect l="0" t="0" r="r" b="b"/>
            <a:pathLst>
              <a:path w="1368" h="932">
                <a:moveTo>
                  <a:pt x="1353" y="466"/>
                </a:moveTo>
                <a:lnTo>
                  <a:pt x="1353" y="452"/>
                </a:lnTo>
                <a:lnTo>
                  <a:pt x="1352" y="438"/>
                </a:lnTo>
                <a:lnTo>
                  <a:pt x="1350" y="423"/>
                </a:lnTo>
                <a:lnTo>
                  <a:pt x="1348" y="409"/>
                </a:lnTo>
                <a:lnTo>
                  <a:pt x="1345" y="395"/>
                </a:lnTo>
                <a:lnTo>
                  <a:pt x="1341" y="381"/>
                </a:lnTo>
                <a:lnTo>
                  <a:pt x="1337" y="367"/>
                </a:lnTo>
                <a:lnTo>
                  <a:pt x="1332" y="353"/>
                </a:lnTo>
                <a:lnTo>
                  <a:pt x="1327" y="339"/>
                </a:lnTo>
                <a:lnTo>
                  <a:pt x="1321" y="326"/>
                </a:lnTo>
                <a:lnTo>
                  <a:pt x="1314" y="312"/>
                </a:lnTo>
                <a:lnTo>
                  <a:pt x="1306" y="299"/>
                </a:lnTo>
                <a:lnTo>
                  <a:pt x="1298" y="285"/>
                </a:lnTo>
                <a:lnTo>
                  <a:pt x="1290" y="272"/>
                </a:lnTo>
                <a:lnTo>
                  <a:pt x="1280" y="260"/>
                </a:lnTo>
                <a:lnTo>
                  <a:pt x="1271" y="247"/>
                </a:lnTo>
                <a:lnTo>
                  <a:pt x="1260" y="235"/>
                </a:lnTo>
                <a:lnTo>
                  <a:pt x="1249" y="222"/>
                </a:lnTo>
                <a:lnTo>
                  <a:pt x="1238" y="209"/>
                </a:lnTo>
                <a:lnTo>
                  <a:pt x="1226" y="198"/>
                </a:lnTo>
                <a:lnTo>
                  <a:pt x="1213" y="186"/>
                </a:lnTo>
                <a:lnTo>
                  <a:pt x="1200" y="175"/>
                </a:lnTo>
                <a:lnTo>
                  <a:pt x="1186" y="164"/>
                </a:lnTo>
                <a:lnTo>
                  <a:pt x="1172" y="154"/>
                </a:lnTo>
                <a:lnTo>
                  <a:pt x="1157" y="143"/>
                </a:lnTo>
                <a:lnTo>
                  <a:pt x="1142" y="133"/>
                </a:lnTo>
                <a:lnTo>
                  <a:pt x="1127" y="124"/>
                </a:lnTo>
                <a:lnTo>
                  <a:pt x="1111" y="115"/>
                </a:lnTo>
                <a:lnTo>
                  <a:pt x="1094" y="106"/>
                </a:lnTo>
                <a:lnTo>
                  <a:pt x="1078" y="97"/>
                </a:lnTo>
                <a:lnTo>
                  <a:pt x="1060" y="89"/>
                </a:lnTo>
                <a:lnTo>
                  <a:pt x="1043" y="81"/>
                </a:lnTo>
                <a:lnTo>
                  <a:pt x="1025" y="73"/>
                </a:lnTo>
                <a:lnTo>
                  <a:pt x="1007" y="66"/>
                </a:lnTo>
                <a:lnTo>
                  <a:pt x="988" y="60"/>
                </a:lnTo>
                <a:lnTo>
                  <a:pt x="969" y="53"/>
                </a:lnTo>
                <a:lnTo>
                  <a:pt x="950" y="48"/>
                </a:lnTo>
                <a:lnTo>
                  <a:pt x="931" y="42"/>
                </a:lnTo>
                <a:lnTo>
                  <a:pt x="911" y="37"/>
                </a:lnTo>
                <a:lnTo>
                  <a:pt x="891" y="32"/>
                </a:lnTo>
                <a:lnTo>
                  <a:pt x="871" y="28"/>
                </a:lnTo>
                <a:lnTo>
                  <a:pt x="850" y="24"/>
                </a:lnTo>
                <a:lnTo>
                  <a:pt x="829" y="21"/>
                </a:lnTo>
                <a:lnTo>
                  <a:pt x="809" y="18"/>
                </a:lnTo>
                <a:lnTo>
                  <a:pt x="788" y="16"/>
                </a:lnTo>
                <a:lnTo>
                  <a:pt x="767" y="14"/>
                </a:lnTo>
                <a:lnTo>
                  <a:pt x="746" y="12"/>
                </a:lnTo>
                <a:lnTo>
                  <a:pt x="725" y="11"/>
                </a:lnTo>
                <a:lnTo>
                  <a:pt x="704" y="10"/>
                </a:lnTo>
                <a:lnTo>
                  <a:pt x="683" y="10"/>
                </a:lnTo>
                <a:lnTo>
                  <a:pt x="662" y="10"/>
                </a:lnTo>
                <a:lnTo>
                  <a:pt x="641" y="11"/>
                </a:lnTo>
                <a:lnTo>
                  <a:pt x="621" y="12"/>
                </a:lnTo>
                <a:lnTo>
                  <a:pt x="600" y="14"/>
                </a:lnTo>
                <a:lnTo>
                  <a:pt x="579" y="16"/>
                </a:lnTo>
                <a:lnTo>
                  <a:pt x="558" y="18"/>
                </a:lnTo>
                <a:lnTo>
                  <a:pt x="538" y="21"/>
                </a:lnTo>
                <a:lnTo>
                  <a:pt x="517" y="24"/>
                </a:lnTo>
                <a:lnTo>
                  <a:pt x="497" y="28"/>
                </a:lnTo>
                <a:lnTo>
                  <a:pt x="477" y="32"/>
                </a:lnTo>
                <a:lnTo>
                  <a:pt x="457" y="37"/>
                </a:lnTo>
                <a:lnTo>
                  <a:pt x="437" y="42"/>
                </a:lnTo>
                <a:lnTo>
                  <a:pt x="418" y="48"/>
                </a:lnTo>
                <a:lnTo>
                  <a:pt x="399" y="53"/>
                </a:lnTo>
                <a:lnTo>
                  <a:pt x="380" y="60"/>
                </a:lnTo>
                <a:lnTo>
                  <a:pt x="361" y="66"/>
                </a:lnTo>
                <a:lnTo>
                  <a:pt x="343" y="73"/>
                </a:lnTo>
                <a:lnTo>
                  <a:pt x="325" y="81"/>
                </a:lnTo>
                <a:lnTo>
                  <a:pt x="308" y="89"/>
                </a:lnTo>
                <a:lnTo>
                  <a:pt x="290" y="97"/>
                </a:lnTo>
                <a:lnTo>
                  <a:pt x="274" y="106"/>
                </a:lnTo>
                <a:lnTo>
                  <a:pt x="257" y="115"/>
                </a:lnTo>
                <a:lnTo>
                  <a:pt x="241" y="124"/>
                </a:lnTo>
                <a:lnTo>
                  <a:pt x="226" y="133"/>
                </a:lnTo>
                <a:lnTo>
                  <a:pt x="211" y="143"/>
                </a:lnTo>
                <a:lnTo>
                  <a:pt x="196" y="154"/>
                </a:lnTo>
                <a:lnTo>
                  <a:pt x="182" y="164"/>
                </a:lnTo>
                <a:lnTo>
                  <a:pt x="168" y="175"/>
                </a:lnTo>
                <a:lnTo>
                  <a:pt x="155" y="186"/>
                </a:lnTo>
                <a:lnTo>
                  <a:pt x="142" y="198"/>
                </a:lnTo>
                <a:lnTo>
                  <a:pt x="130" y="209"/>
                </a:lnTo>
                <a:lnTo>
                  <a:pt x="119" y="222"/>
                </a:lnTo>
                <a:lnTo>
                  <a:pt x="108" y="235"/>
                </a:lnTo>
                <a:lnTo>
                  <a:pt x="97" y="247"/>
                </a:lnTo>
                <a:lnTo>
                  <a:pt x="88" y="260"/>
                </a:lnTo>
                <a:lnTo>
                  <a:pt x="78" y="272"/>
                </a:lnTo>
                <a:lnTo>
                  <a:pt x="70" y="285"/>
                </a:lnTo>
                <a:lnTo>
                  <a:pt x="62" y="299"/>
                </a:lnTo>
                <a:lnTo>
                  <a:pt x="54" y="312"/>
                </a:lnTo>
                <a:lnTo>
                  <a:pt x="47" y="326"/>
                </a:lnTo>
                <a:lnTo>
                  <a:pt x="41" y="339"/>
                </a:lnTo>
                <a:lnTo>
                  <a:pt x="36" y="353"/>
                </a:lnTo>
                <a:lnTo>
                  <a:pt x="31" y="367"/>
                </a:lnTo>
                <a:lnTo>
                  <a:pt x="27" y="381"/>
                </a:lnTo>
                <a:lnTo>
                  <a:pt x="23" y="395"/>
                </a:lnTo>
                <a:lnTo>
                  <a:pt x="20" y="409"/>
                </a:lnTo>
                <a:lnTo>
                  <a:pt x="18" y="423"/>
                </a:lnTo>
                <a:lnTo>
                  <a:pt x="16" y="438"/>
                </a:lnTo>
                <a:lnTo>
                  <a:pt x="15" y="452"/>
                </a:lnTo>
                <a:lnTo>
                  <a:pt x="15" y="466"/>
                </a:lnTo>
                <a:lnTo>
                  <a:pt x="15" y="481"/>
                </a:lnTo>
                <a:lnTo>
                  <a:pt x="16" y="495"/>
                </a:lnTo>
                <a:lnTo>
                  <a:pt x="18" y="509"/>
                </a:lnTo>
                <a:lnTo>
                  <a:pt x="20" y="523"/>
                </a:lnTo>
                <a:lnTo>
                  <a:pt x="23" y="537"/>
                </a:lnTo>
                <a:lnTo>
                  <a:pt x="27" y="552"/>
                </a:lnTo>
                <a:lnTo>
                  <a:pt x="31" y="566"/>
                </a:lnTo>
                <a:lnTo>
                  <a:pt x="36" y="579"/>
                </a:lnTo>
                <a:lnTo>
                  <a:pt x="41" y="593"/>
                </a:lnTo>
                <a:lnTo>
                  <a:pt x="47" y="607"/>
                </a:lnTo>
                <a:lnTo>
                  <a:pt x="54" y="620"/>
                </a:lnTo>
                <a:lnTo>
                  <a:pt x="62" y="634"/>
                </a:lnTo>
                <a:lnTo>
                  <a:pt x="70" y="647"/>
                </a:lnTo>
                <a:lnTo>
                  <a:pt x="78" y="660"/>
                </a:lnTo>
                <a:lnTo>
                  <a:pt x="88" y="673"/>
                </a:lnTo>
                <a:lnTo>
                  <a:pt x="97" y="686"/>
                </a:lnTo>
                <a:lnTo>
                  <a:pt x="108" y="698"/>
                </a:lnTo>
                <a:lnTo>
                  <a:pt x="119" y="710"/>
                </a:lnTo>
                <a:lnTo>
                  <a:pt x="130" y="722"/>
                </a:lnTo>
                <a:lnTo>
                  <a:pt x="142" y="734"/>
                </a:lnTo>
                <a:lnTo>
                  <a:pt x="155" y="745"/>
                </a:lnTo>
                <a:lnTo>
                  <a:pt x="168" y="756"/>
                </a:lnTo>
                <a:lnTo>
                  <a:pt x="182" y="767"/>
                </a:lnTo>
                <a:lnTo>
                  <a:pt x="196" y="778"/>
                </a:lnTo>
                <a:lnTo>
                  <a:pt x="211" y="788"/>
                </a:lnTo>
                <a:lnTo>
                  <a:pt x="226" y="798"/>
                </a:lnTo>
                <a:lnTo>
                  <a:pt x="241" y="808"/>
                </a:lnTo>
                <a:lnTo>
                  <a:pt x="257" y="817"/>
                </a:lnTo>
                <a:lnTo>
                  <a:pt x="274" y="826"/>
                </a:lnTo>
                <a:lnTo>
                  <a:pt x="290" y="834"/>
                </a:lnTo>
                <a:lnTo>
                  <a:pt x="308" y="843"/>
                </a:lnTo>
                <a:lnTo>
                  <a:pt x="325" y="851"/>
                </a:lnTo>
                <a:lnTo>
                  <a:pt x="343" y="858"/>
                </a:lnTo>
                <a:lnTo>
                  <a:pt x="361" y="865"/>
                </a:lnTo>
                <a:lnTo>
                  <a:pt x="380" y="872"/>
                </a:lnTo>
                <a:lnTo>
                  <a:pt x="399" y="878"/>
                </a:lnTo>
                <a:lnTo>
                  <a:pt x="418" y="884"/>
                </a:lnTo>
                <a:lnTo>
                  <a:pt x="437" y="889"/>
                </a:lnTo>
                <a:lnTo>
                  <a:pt x="457" y="894"/>
                </a:lnTo>
                <a:lnTo>
                  <a:pt x="477" y="899"/>
                </a:lnTo>
                <a:lnTo>
                  <a:pt x="497" y="903"/>
                </a:lnTo>
                <a:lnTo>
                  <a:pt x="517" y="907"/>
                </a:lnTo>
                <a:lnTo>
                  <a:pt x="538" y="910"/>
                </a:lnTo>
                <a:lnTo>
                  <a:pt x="558" y="913"/>
                </a:lnTo>
                <a:lnTo>
                  <a:pt x="579" y="916"/>
                </a:lnTo>
                <a:lnTo>
                  <a:pt x="600" y="918"/>
                </a:lnTo>
                <a:lnTo>
                  <a:pt x="621" y="919"/>
                </a:lnTo>
                <a:lnTo>
                  <a:pt x="641" y="920"/>
                </a:lnTo>
                <a:lnTo>
                  <a:pt x="662" y="921"/>
                </a:lnTo>
                <a:lnTo>
                  <a:pt x="683" y="921"/>
                </a:lnTo>
                <a:lnTo>
                  <a:pt x="704" y="921"/>
                </a:lnTo>
                <a:lnTo>
                  <a:pt x="725" y="920"/>
                </a:lnTo>
                <a:lnTo>
                  <a:pt x="746" y="919"/>
                </a:lnTo>
                <a:lnTo>
                  <a:pt x="767" y="918"/>
                </a:lnTo>
                <a:lnTo>
                  <a:pt x="788" y="916"/>
                </a:lnTo>
                <a:lnTo>
                  <a:pt x="809" y="913"/>
                </a:lnTo>
                <a:lnTo>
                  <a:pt x="829" y="910"/>
                </a:lnTo>
                <a:lnTo>
                  <a:pt x="850" y="907"/>
                </a:lnTo>
                <a:lnTo>
                  <a:pt x="871" y="903"/>
                </a:lnTo>
                <a:lnTo>
                  <a:pt x="891" y="899"/>
                </a:lnTo>
                <a:lnTo>
                  <a:pt x="911" y="894"/>
                </a:lnTo>
                <a:lnTo>
                  <a:pt x="931" y="889"/>
                </a:lnTo>
                <a:lnTo>
                  <a:pt x="950" y="884"/>
                </a:lnTo>
                <a:lnTo>
                  <a:pt x="969" y="878"/>
                </a:lnTo>
                <a:lnTo>
                  <a:pt x="988" y="872"/>
                </a:lnTo>
                <a:lnTo>
                  <a:pt x="1007" y="865"/>
                </a:lnTo>
                <a:lnTo>
                  <a:pt x="1025" y="858"/>
                </a:lnTo>
                <a:lnTo>
                  <a:pt x="1043" y="851"/>
                </a:lnTo>
                <a:lnTo>
                  <a:pt x="1060" y="843"/>
                </a:lnTo>
                <a:lnTo>
                  <a:pt x="1078" y="834"/>
                </a:lnTo>
                <a:lnTo>
                  <a:pt x="1094" y="826"/>
                </a:lnTo>
                <a:lnTo>
                  <a:pt x="1111" y="817"/>
                </a:lnTo>
                <a:lnTo>
                  <a:pt x="1127" y="808"/>
                </a:lnTo>
                <a:lnTo>
                  <a:pt x="1142" y="798"/>
                </a:lnTo>
                <a:lnTo>
                  <a:pt x="1157" y="788"/>
                </a:lnTo>
                <a:lnTo>
                  <a:pt x="1172" y="778"/>
                </a:lnTo>
                <a:lnTo>
                  <a:pt x="1186" y="767"/>
                </a:lnTo>
                <a:lnTo>
                  <a:pt x="1200" y="756"/>
                </a:lnTo>
                <a:lnTo>
                  <a:pt x="1213" y="745"/>
                </a:lnTo>
                <a:lnTo>
                  <a:pt x="1226" y="734"/>
                </a:lnTo>
                <a:lnTo>
                  <a:pt x="1238" y="722"/>
                </a:lnTo>
                <a:lnTo>
                  <a:pt x="1249" y="710"/>
                </a:lnTo>
                <a:lnTo>
                  <a:pt x="1260" y="698"/>
                </a:lnTo>
                <a:lnTo>
                  <a:pt x="1271" y="686"/>
                </a:lnTo>
                <a:lnTo>
                  <a:pt x="1280" y="673"/>
                </a:lnTo>
                <a:lnTo>
                  <a:pt x="1290" y="660"/>
                </a:lnTo>
                <a:lnTo>
                  <a:pt x="1298" y="647"/>
                </a:lnTo>
                <a:lnTo>
                  <a:pt x="1306" y="634"/>
                </a:lnTo>
                <a:lnTo>
                  <a:pt x="1314" y="620"/>
                </a:lnTo>
                <a:lnTo>
                  <a:pt x="1321" y="607"/>
                </a:lnTo>
                <a:lnTo>
                  <a:pt x="1327" y="593"/>
                </a:lnTo>
                <a:lnTo>
                  <a:pt x="1332" y="579"/>
                </a:lnTo>
                <a:lnTo>
                  <a:pt x="1337" y="566"/>
                </a:lnTo>
                <a:lnTo>
                  <a:pt x="1341" y="552"/>
                </a:lnTo>
                <a:lnTo>
                  <a:pt x="1345" y="537"/>
                </a:lnTo>
                <a:lnTo>
                  <a:pt x="1348" y="523"/>
                </a:lnTo>
                <a:lnTo>
                  <a:pt x="1350" y="509"/>
                </a:lnTo>
                <a:lnTo>
                  <a:pt x="1352" y="495"/>
                </a:lnTo>
                <a:lnTo>
                  <a:pt x="1353" y="481"/>
                </a:lnTo>
                <a:lnTo>
                  <a:pt x="1353" y="466"/>
                </a:lnTo>
                <a:moveTo>
                  <a:pt x="1368" y="466"/>
                </a:moveTo>
                <a:lnTo>
                  <a:pt x="1368" y="481"/>
                </a:lnTo>
                <a:lnTo>
                  <a:pt x="1367" y="495"/>
                </a:lnTo>
                <a:lnTo>
                  <a:pt x="1365" y="510"/>
                </a:lnTo>
                <a:lnTo>
                  <a:pt x="1363" y="525"/>
                </a:lnTo>
                <a:lnTo>
                  <a:pt x="1360" y="539"/>
                </a:lnTo>
                <a:lnTo>
                  <a:pt x="1356" y="553"/>
                </a:lnTo>
                <a:lnTo>
                  <a:pt x="1352" y="568"/>
                </a:lnTo>
                <a:lnTo>
                  <a:pt x="1347" y="582"/>
                </a:lnTo>
                <a:lnTo>
                  <a:pt x="1341" y="596"/>
                </a:lnTo>
                <a:lnTo>
                  <a:pt x="1335" y="610"/>
                </a:lnTo>
                <a:lnTo>
                  <a:pt x="1328" y="624"/>
                </a:lnTo>
                <a:lnTo>
                  <a:pt x="1320" y="638"/>
                </a:lnTo>
                <a:lnTo>
                  <a:pt x="1312" y="651"/>
                </a:lnTo>
                <a:lnTo>
                  <a:pt x="1303" y="664"/>
                </a:lnTo>
                <a:lnTo>
                  <a:pt x="1294" y="678"/>
                </a:lnTo>
                <a:lnTo>
                  <a:pt x="1284" y="690"/>
                </a:lnTo>
                <a:lnTo>
                  <a:pt x="1273" y="703"/>
                </a:lnTo>
                <a:lnTo>
                  <a:pt x="1262" y="716"/>
                </a:lnTo>
                <a:lnTo>
                  <a:pt x="1250" y="728"/>
                </a:lnTo>
                <a:lnTo>
                  <a:pt x="1238" y="740"/>
                </a:lnTo>
                <a:lnTo>
                  <a:pt x="1225" y="752"/>
                </a:lnTo>
                <a:lnTo>
                  <a:pt x="1211" y="763"/>
                </a:lnTo>
                <a:lnTo>
                  <a:pt x="1198" y="774"/>
                </a:lnTo>
                <a:lnTo>
                  <a:pt x="1183" y="785"/>
                </a:lnTo>
                <a:lnTo>
                  <a:pt x="1168" y="795"/>
                </a:lnTo>
                <a:lnTo>
                  <a:pt x="1153" y="806"/>
                </a:lnTo>
                <a:lnTo>
                  <a:pt x="1137" y="815"/>
                </a:lnTo>
                <a:lnTo>
                  <a:pt x="1120" y="825"/>
                </a:lnTo>
                <a:lnTo>
                  <a:pt x="1104" y="834"/>
                </a:lnTo>
                <a:lnTo>
                  <a:pt x="1086" y="843"/>
                </a:lnTo>
                <a:lnTo>
                  <a:pt x="1069" y="851"/>
                </a:lnTo>
                <a:lnTo>
                  <a:pt x="1051" y="859"/>
                </a:lnTo>
                <a:lnTo>
                  <a:pt x="1033" y="867"/>
                </a:lnTo>
                <a:lnTo>
                  <a:pt x="1014" y="874"/>
                </a:lnTo>
                <a:lnTo>
                  <a:pt x="995" y="881"/>
                </a:lnTo>
                <a:lnTo>
                  <a:pt x="976" y="887"/>
                </a:lnTo>
                <a:lnTo>
                  <a:pt x="956" y="893"/>
                </a:lnTo>
                <a:lnTo>
                  <a:pt x="936" y="899"/>
                </a:lnTo>
                <a:lnTo>
                  <a:pt x="916" y="904"/>
                </a:lnTo>
                <a:lnTo>
                  <a:pt x="896" y="909"/>
                </a:lnTo>
                <a:lnTo>
                  <a:pt x="875" y="913"/>
                </a:lnTo>
                <a:lnTo>
                  <a:pt x="855" y="917"/>
                </a:lnTo>
                <a:lnTo>
                  <a:pt x="833" y="920"/>
                </a:lnTo>
                <a:lnTo>
                  <a:pt x="812" y="923"/>
                </a:lnTo>
                <a:lnTo>
                  <a:pt x="790" y="926"/>
                </a:lnTo>
                <a:lnTo>
                  <a:pt x="769" y="928"/>
                </a:lnTo>
                <a:lnTo>
                  <a:pt x="748" y="930"/>
                </a:lnTo>
                <a:lnTo>
                  <a:pt x="726" y="931"/>
                </a:lnTo>
                <a:lnTo>
                  <a:pt x="705" y="931"/>
                </a:lnTo>
                <a:lnTo>
                  <a:pt x="683" y="932"/>
                </a:lnTo>
                <a:lnTo>
                  <a:pt x="662" y="931"/>
                </a:lnTo>
                <a:lnTo>
                  <a:pt x="641" y="931"/>
                </a:lnTo>
                <a:lnTo>
                  <a:pt x="619" y="930"/>
                </a:lnTo>
                <a:lnTo>
                  <a:pt x="598" y="928"/>
                </a:lnTo>
                <a:lnTo>
                  <a:pt x="576" y="926"/>
                </a:lnTo>
                <a:lnTo>
                  <a:pt x="555" y="923"/>
                </a:lnTo>
                <a:lnTo>
                  <a:pt x="534" y="920"/>
                </a:lnTo>
                <a:lnTo>
                  <a:pt x="513" y="917"/>
                </a:lnTo>
                <a:lnTo>
                  <a:pt x="493" y="913"/>
                </a:lnTo>
                <a:lnTo>
                  <a:pt x="472" y="909"/>
                </a:lnTo>
                <a:lnTo>
                  <a:pt x="452" y="904"/>
                </a:lnTo>
                <a:lnTo>
                  <a:pt x="432" y="899"/>
                </a:lnTo>
                <a:lnTo>
                  <a:pt x="412" y="893"/>
                </a:lnTo>
                <a:lnTo>
                  <a:pt x="392" y="887"/>
                </a:lnTo>
                <a:lnTo>
                  <a:pt x="373" y="881"/>
                </a:lnTo>
                <a:lnTo>
                  <a:pt x="354" y="874"/>
                </a:lnTo>
                <a:lnTo>
                  <a:pt x="335" y="867"/>
                </a:lnTo>
                <a:lnTo>
                  <a:pt x="317" y="859"/>
                </a:lnTo>
                <a:lnTo>
                  <a:pt x="299" y="851"/>
                </a:lnTo>
                <a:lnTo>
                  <a:pt x="281" y="843"/>
                </a:lnTo>
                <a:lnTo>
                  <a:pt x="264" y="834"/>
                </a:lnTo>
                <a:lnTo>
                  <a:pt x="248" y="825"/>
                </a:lnTo>
                <a:lnTo>
                  <a:pt x="231" y="815"/>
                </a:lnTo>
                <a:lnTo>
                  <a:pt x="215" y="806"/>
                </a:lnTo>
                <a:lnTo>
                  <a:pt x="200" y="795"/>
                </a:lnTo>
                <a:lnTo>
                  <a:pt x="185" y="785"/>
                </a:lnTo>
                <a:lnTo>
                  <a:pt x="170" y="774"/>
                </a:lnTo>
                <a:lnTo>
                  <a:pt x="157" y="763"/>
                </a:lnTo>
                <a:lnTo>
                  <a:pt x="143" y="752"/>
                </a:lnTo>
                <a:lnTo>
                  <a:pt x="130" y="740"/>
                </a:lnTo>
                <a:lnTo>
                  <a:pt x="118" y="728"/>
                </a:lnTo>
                <a:lnTo>
                  <a:pt x="106" y="716"/>
                </a:lnTo>
                <a:lnTo>
                  <a:pt x="95" y="703"/>
                </a:lnTo>
                <a:lnTo>
                  <a:pt x="84" y="690"/>
                </a:lnTo>
                <a:lnTo>
                  <a:pt x="74" y="678"/>
                </a:lnTo>
                <a:lnTo>
                  <a:pt x="65" y="664"/>
                </a:lnTo>
                <a:lnTo>
                  <a:pt x="56" y="651"/>
                </a:lnTo>
                <a:lnTo>
                  <a:pt x="48" y="638"/>
                </a:lnTo>
                <a:lnTo>
                  <a:pt x="40" y="624"/>
                </a:lnTo>
                <a:lnTo>
                  <a:pt x="33" y="610"/>
                </a:lnTo>
                <a:lnTo>
                  <a:pt x="27" y="596"/>
                </a:lnTo>
                <a:lnTo>
                  <a:pt x="21" y="582"/>
                </a:lnTo>
                <a:lnTo>
                  <a:pt x="16" y="568"/>
                </a:lnTo>
                <a:lnTo>
                  <a:pt x="12" y="553"/>
                </a:lnTo>
                <a:lnTo>
                  <a:pt x="8" y="539"/>
                </a:lnTo>
                <a:lnTo>
                  <a:pt x="5" y="525"/>
                </a:lnTo>
                <a:lnTo>
                  <a:pt x="3" y="510"/>
                </a:lnTo>
                <a:lnTo>
                  <a:pt x="1" y="495"/>
                </a:lnTo>
                <a:lnTo>
                  <a:pt x="0" y="481"/>
                </a:lnTo>
                <a:lnTo>
                  <a:pt x="0" y="466"/>
                </a:lnTo>
                <a:lnTo>
                  <a:pt x="0" y="452"/>
                </a:lnTo>
                <a:lnTo>
                  <a:pt x="1" y="437"/>
                </a:lnTo>
                <a:lnTo>
                  <a:pt x="3" y="422"/>
                </a:lnTo>
                <a:lnTo>
                  <a:pt x="5" y="408"/>
                </a:lnTo>
                <a:lnTo>
                  <a:pt x="8" y="393"/>
                </a:lnTo>
                <a:lnTo>
                  <a:pt x="12" y="379"/>
                </a:lnTo>
                <a:lnTo>
                  <a:pt x="16" y="365"/>
                </a:lnTo>
                <a:lnTo>
                  <a:pt x="21" y="351"/>
                </a:lnTo>
                <a:lnTo>
                  <a:pt x="27" y="336"/>
                </a:lnTo>
                <a:lnTo>
                  <a:pt x="33" y="322"/>
                </a:lnTo>
                <a:lnTo>
                  <a:pt x="40" y="309"/>
                </a:lnTo>
                <a:lnTo>
                  <a:pt x="48" y="295"/>
                </a:lnTo>
                <a:lnTo>
                  <a:pt x="56" y="281"/>
                </a:lnTo>
                <a:lnTo>
                  <a:pt x="65" y="268"/>
                </a:lnTo>
                <a:lnTo>
                  <a:pt x="74" y="255"/>
                </a:lnTo>
                <a:lnTo>
                  <a:pt x="84" y="242"/>
                </a:lnTo>
                <a:lnTo>
                  <a:pt x="95" y="229"/>
                </a:lnTo>
                <a:lnTo>
                  <a:pt x="106" y="217"/>
                </a:lnTo>
                <a:lnTo>
                  <a:pt x="118" y="204"/>
                </a:lnTo>
                <a:lnTo>
                  <a:pt x="130" y="192"/>
                </a:lnTo>
                <a:lnTo>
                  <a:pt x="143" y="180"/>
                </a:lnTo>
                <a:lnTo>
                  <a:pt x="157" y="169"/>
                </a:lnTo>
                <a:lnTo>
                  <a:pt x="170" y="157"/>
                </a:lnTo>
                <a:lnTo>
                  <a:pt x="185" y="147"/>
                </a:lnTo>
                <a:lnTo>
                  <a:pt x="200" y="136"/>
                </a:lnTo>
                <a:lnTo>
                  <a:pt x="215" y="126"/>
                </a:lnTo>
                <a:lnTo>
                  <a:pt x="231" y="116"/>
                </a:lnTo>
                <a:lnTo>
                  <a:pt x="248" y="107"/>
                </a:lnTo>
                <a:lnTo>
                  <a:pt x="264" y="97"/>
                </a:lnTo>
                <a:lnTo>
                  <a:pt x="281" y="89"/>
                </a:lnTo>
                <a:lnTo>
                  <a:pt x="299" y="80"/>
                </a:lnTo>
                <a:lnTo>
                  <a:pt x="317" y="72"/>
                </a:lnTo>
                <a:lnTo>
                  <a:pt x="335" y="65"/>
                </a:lnTo>
                <a:lnTo>
                  <a:pt x="354" y="57"/>
                </a:lnTo>
                <a:lnTo>
                  <a:pt x="373" y="51"/>
                </a:lnTo>
                <a:lnTo>
                  <a:pt x="392" y="44"/>
                </a:lnTo>
                <a:lnTo>
                  <a:pt x="412" y="38"/>
                </a:lnTo>
                <a:lnTo>
                  <a:pt x="432" y="33"/>
                </a:lnTo>
                <a:lnTo>
                  <a:pt x="452" y="27"/>
                </a:lnTo>
                <a:lnTo>
                  <a:pt x="472" y="23"/>
                </a:lnTo>
                <a:lnTo>
                  <a:pt x="493" y="18"/>
                </a:lnTo>
                <a:lnTo>
                  <a:pt x="513" y="14"/>
                </a:lnTo>
                <a:lnTo>
                  <a:pt x="534" y="11"/>
                </a:lnTo>
                <a:lnTo>
                  <a:pt x="555" y="8"/>
                </a:lnTo>
                <a:lnTo>
                  <a:pt x="576" y="6"/>
                </a:lnTo>
                <a:lnTo>
                  <a:pt x="598" y="3"/>
                </a:lnTo>
                <a:lnTo>
                  <a:pt x="619" y="2"/>
                </a:lnTo>
                <a:lnTo>
                  <a:pt x="641" y="1"/>
                </a:lnTo>
                <a:lnTo>
                  <a:pt x="662" y="0"/>
                </a:lnTo>
                <a:lnTo>
                  <a:pt x="683" y="0"/>
                </a:lnTo>
                <a:lnTo>
                  <a:pt x="705" y="0"/>
                </a:lnTo>
                <a:lnTo>
                  <a:pt x="726" y="1"/>
                </a:lnTo>
                <a:lnTo>
                  <a:pt x="748" y="2"/>
                </a:lnTo>
                <a:lnTo>
                  <a:pt x="769" y="3"/>
                </a:lnTo>
                <a:lnTo>
                  <a:pt x="790" y="6"/>
                </a:lnTo>
                <a:lnTo>
                  <a:pt x="812" y="8"/>
                </a:lnTo>
                <a:lnTo>
                  <a:pt x="833" y="11"/>
                </a:lnTo>
                <a:lnTo>
                  <a:pt x="855" y="14"/>
                </a:lnTo>
                <a:lnTo>
                  <a:pt x="875" y="18"/>
                </a:lnTo>
                <a:lnTo>
                  <a:pt x="896" y="23"/>
                </a:lnTo>
                <a:lnTo>
                  <a:pt x="916" y="27"/>
                </a:lnTo>
                <a:lnTo>
                  <a:pt x="936" y="33"/>
                </a:lnTo>
                <a:lnTo>
                  <a:pt x="956" y="38"/>
                </a:lnTo>
                <a:lnTo>
                  <a:pt x="976" y="44"/>
                </a:lnTo>
                <a:lnTo>
                  <a:pt x="995" y="51"/>
                </a:lnTo>
                <a:lnTo>
                  <a:pt x="1014" y="57"/>
                </a:lnTo>
                <a:lnTo>
                  <a:pt x="1033" y="65"/>
                </a:lnTo>
                <a:lnTo>
                  <a:pt x="1051" y="72"/>
                </a:lnTo>
                <a:lnTo>
                  <a:pt x="1069" y="80"/>
                </a:lnTo>
                <a:lnTo>
                  <a:pt x="1086" y="89"/>
                </a:lnTo>
                <a:lnTo>
                  <a:pt x="1104" y="97"/>
                </a:lnTo>
                <a:lnTo>
                  <a:pt x="1120" y="107"/>
                </a:lnTo>
                <a:lnTo>
                  <a:pt x="1137" y="116"/>
                </a:lnTo>
                <a:lnTo>
                  <a:pt x="1153" y="126"/>
                </a:lnTo>
                <a:lnTo>
                  <a:pt x="1168" y="136"/>
                </a:lnTo>
                <a:lnTo>
                  <a:pt x="1183" y="147"/>
                </a:lnTo>
                <a:lnTo>
                  <a:pt x="1198" y="157"/>
                </a:lnTo>
                <a:lnTo>
                  <a:pt x="1211" y="169"/>
                </a:lnTo>
                <a:lnTo>
                  <a:pt x="1225" y="180"/>
                </a:lnTo>
                <a:lnTo>
                  <a:pt x="1238" y="192"/>
                </a:lnTo>
                <a:lnTo>
                  <a:pt x="1250" y="204"/>
                </a:lnTo>
                <a:lnTo>
                  <a:pt x="1262" y="217"/>
                </a:lnTo>
                <a:lnTo>
                  <a:pt x="1273" y="229"/>
                </a:lnTo>
                <a:lnTo>
                  <a:pt x="1284" y="242"/>
                </a:lnTo>
                <a:lnTo>
                  <a:pt x="1294" y="255"/>
                </a:lnTo>
                <a:lnTo>
                  <a:pt x="1303" y="268"/>
                </a:lnTo>
                <a:lnTo>
                  <a:pt x="1312" y="281"/>
                </a:lnTo>
                <a:lnTo>
                  <a:pt x="1320" y="295"/>
                </a:lnTo>
                <a:lnTo>
                  <a:pt x="1328" y="309"/>
                </a:lnTo>
                <a:lnTo>
                  <a:pt x="1335" y="322"/>
                </a:lnTo>
                <a:lnTo>
                  <a:pt x="1341" y="336"/>
                </a:lnTo>
                <a:lnTo>
                  <a:pt x="1347" y="351"/>
                </a:lnTo>
                <a:lnTo>
                  <a:pt x="1352" y="365"/>
                </a:lnTo>
                <a:lnTo>
                  <a:pt x="1356" y="379"/>
                </a:lnTo>
                <a:lnTo>
                  <a:pt x="1360" y="393"/>
                </a:lnTo>
                <a:lnTo>
                  <a:pt x="1363" y="408"/>
                </a:lnTo>
                <a:lnTo>
                  <a:pt x="1365" y="422"/>
                </a:lnTo>
                <a:lnTo>
                  <a:pt x="1367" y="437"/>
                </a:lnTo>
                <a:lnTo>
                  <a:pt x="1368" y="452"/>
                </a:lnTo>
                <a:lnTo>
                  <a:pt x="1368" y="466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69" name=""/>
          <p:cNvSpPr/>
          <p:nvPr/>
        </p:nvSpPr>
        <p:spPr>
          <a:xfrm>
            <a:off x="7810560" y="2768040"/>
            <a:ext cx="498240" cy="339120"/>
          </a:xfrm>
          <a:custGeom>
            <a:avLst/>
            <a:gdLst/>
            <a:ahLst/>
            <a:rect l="0" t="0" r="r" b="b"/>
            <a:pathLst>
              <a:path w="1384" h="942">
                <a:moveTo>
                  <a:pt x="1376" y="471"/>
                </a:moveTo>
                <a:lnTo>
                  <a:pt x="1376" y="457"/>
                </a:lnTo>
                <a:lnTo>
                  <a:pt x="1375" y="442"/>
                </a:lnTo>
                <a:lnTo>
                  <a:pt x="1373" y="427"/>
                </a:lnTo>
                <a:lnTo>
                  <a:pt x="1371" y="413"/>
                </a:lnTo>
                <a:lnTo>
                  <a:pt x="1368" y="398"/>
                </a:lnTo>
                <a:lnTo>
                  <a:pt x="1364" y="384"/>
                </a:lnTo>
                <a:lnTo>
                  <a:pt x="1360" y="370"/>
                </a:lnTo>
                <a:lnTo>
                  <a:pt x="1355" y="356"/>
                </a:lnTo>
                <a:lnTo>
                  <a:pt x="1349" y="341"/>
                </a:lnTo>
                <a:lnTo>
                  <a:pt x="1343" y="327"/>
                </a:lnTo>
                <a:lnTo>
                  <a:pt x="1336" y="314"/>
                </a:lnTo>
                <a:lnTo>
                  <a:pt x="1328" y="299"/>
                </a:lnTo>
                <a:lnTo>
                  <a:pt x="1320" y="285"/>
                </a:lnTo>
                <a:lnTo>
                  <a:pt x="1311" y="272"/>
                </a:lnTo>
                <a:lnTo>
                  <a:pt x="1302" y="259"/>
                </a:lnTo>
                <a:lnTo>
                  <a:pt x="1292" y="246"/>
                </a:lnTo>
                <a:lnTo>
                  <a:pt x="1281" y="233"/>
                </a:lnTo>
                <a:lnTo>
                  <a:pt x="1270" y="221"/>
                </a:lnTo>
                <a:lnTo>
                  <a:pt x="1258" y="209"/>
                </a:lnTo>
                <a:lnTo>
                  <a:pt x="1246" y="197"/>
                </a:lnTo>
                <a:lnTo>
                  <a:pt x="1233" y="185"/>
                </a:lnTo>
                <a:lnTo>
                  <a:pt x="1219" y="174"/>
                </a:lnTo>
                <a:lnTo>
                  <a:pt x="1206" y="162"/>
                </a:lnTo>
                <a:lnTo>
                  <a:pt x="1191" y="152"/>
                </a:lnTo>
                <a:lnTo>
                  <a:pt x="1176" y="141"/>
                </a:lnTo>
                <a:lnTo>
                  <a:pt x="1161" y="131"/>
                </a:lnTo>
                <a:lnTo>
                  <a:pt x="1145" y="121"/>
                </a:lnTo>
                <a:lnTo>
                  <a:pt x="1128" y="112"/>
                </a:lnTo>
                <a:lnTo>
                  <a:pt x="1112" y="102"/>
                </a:lnTo>
                <a:lnTo>
                  <a:pt x="1093" y="94"/>
                </a:lnTo>
                <a:lnTo>
                  <a:pt x="1076" y="85"/>
                </a:lnTo>
                <a:lnTo>
                  <a:pt x="1058" y="77"/>
                </a:lnTo>
                <a:lnTo>
                  <a:pt x="1040" y="70"/>
                </a:lnTo>
                <a:lnTo>
                  <a:pt x="1021" y="62"/>
                </a:lnTo>
                <a:lnTo>
                  <a:pt x="1002" y="56"/>
                </a:lnTo>
                <a:lnTo>
                  <a:pt x="983" y="49"/>
                </a:lnTo>
                <a:lnTo>
                  <a:pt x="963" y="43"/>
                </a:lnTo>
                <a:lnTo>
                  <a:pt x="943" y="38"/>
                </a:lnTo>
                <a:lnTo>
                  <a:pt x="923" y="32"/>
                </a:lnTo>
                <a:lnTo>
                  <a:pt x="903" y="28"/>
                </a:lnTo>
                <a:lnTo>
                  <a:pt x="882" y="23"/>
                </a:lnTo>
                <a:lnTo>
                  <a:pt x="862" y="19"/>
                </a:lnTo>
                <a:lnTo>
                  <a:pt x="841" y="16"/>
                </a:lnTo>
                <a:lnTo>
                  <a:pt x="820" y="13"/>
                </a:lnTo>
                <a:lnTo>
                  <a:pt x="798" y="11"/>
                </a:lnTo>
                <a:lnTo>
                  <a:pt x="777" y="8"/>
                </a:lnTo>
                <a:lnTo>
                  <a:pt x="756" y="7"/>
                </a:lnTo>
                <a:lnTo>
                  <a:pt x="734" y="6"/>
                </a:lnTo>
                <a:lnTo>
                  <a:pt x="713" y="5"/>
                </a:lnTo>
                <a:lnTo>
                  <a:pt x="691" y="5"/>
                </a:lnTo>
                <a:lnTo>
                  <a:pt x="670" y="5"/>
                </a:lnTo>
                <a:lnTo>
                  <a:pt x="649" y="6"/>
                </a:lnTo>
                <a:lnTo>
                  <a:pt x="627" y="7"/>
                </a:lnTo>
                <a:lnTo>
                  <a:pt x="606" y="8"/>
                </a:lnTo>
                <a:lnTo>
                  <a:pt x="584" y="11"/>
                </a:lnTo>
                <a:lnTo>
                  <a:pt x="563" y="13"/>
                </a:lnTo>
                <a:lnTo>
                  <a:pt x="542" y="16"/>
                </a:lnTo>
                <a:lnTo>
                  <a:pt x="521" y="19"/>
                </a:lnTo>
                <a:lnTo>
                  <a:pt x="501" y="23"/>
                </a:lnTo>
                <a:lnTo>
                  <a:pt x="480" y="28"/>
                </a:lnTo>
                <a:lnTo>
                  <a:pt x="460" y="32"/>
                </a:lnTo>
                <a:lnTo>
                  <a:pt x="440" y="38"/>
                </a:lnTo>
                <a:lnTo>
                  <a:pt x="420" y="43"/>
                </a:lnTo>
                <a:lnTo>
                  <a:pt x="400" y="49"/>
                </a:lnTo>
                <a:lnTo>
                  <a:pt x="381" y="56"/>
                </a:lnTo>
                <a:lnTo>
                  <a:pt x="362" y="62"/>
                </a:lnTo>
                <a:lnTo>
                  <a:pt x="343" y="70"/>
                </a:lnTo>
                <a:lnTo>
                  <a:pt x="325" y="77"/>
                </a:lnTo>
                <a:lnTo>
                  <a:pt x="307" y="85"/>
                </a:lnTo>
                <a:lnTo>
                  <a:pt x="289" y="94"/>
                </a:lnTo>
                <a:lnTo>
                  <a:pt x="272" y="102"/>
                </a:lnTo>
                <a:lnTo>
                  <a:pt x="256" y="112"/>
                </a:lnTo>
                <a:lnTo>
                  <a:pt x="239" y="121"/>
                </a:lnTo>
                <a:lnTo>
                  <a:pt x="223" y="131"/>
                </a:lnTo>
                <a:lnTo>
                  <a:pt x="208" y="141"/>
                </a:lnTo>
                <a:lnTo>
                  <a:pt x="193" y="152"/>
                </a:lnTo>
                <a:lnTo>
                  <a:pt x="178" y="162"/>
                </a:lnTo>
                <a:lnTo>
                  <a:pt x="165" y="174"/>
                </a:lnTo>
                <a:lnTo>
                  <a:pt x="151" y="185"/>
                </a:lnTo>
                <a:lnTo>
                  <a:pt x="138" y="197"/>
                </a:lnTo>
                <a:lnTo>
                  <a:pt x="126" y="209"/>
                </a:lnTo>
                <a:lnTo>
                  <a:pt x="114" y="221"/>
                </a:lnTo>
                <a:lnTo>
                  <a:pt x="103" y="233"/>
                </a:lnTo>
                <a:lnTo>
                  <a:pt x="92" y="246"/>
                </a:lnTo>
                <a:lnTo>
                  <a:pt x="82" y="259"/>
                </a:lnTo>
                <a:lnTo>
                  <a:pt x="73" y="272"/>
                </a:lnTo>
                <a:lnTo>
                  <a:pt x="64" y="285"/>
                </a:lnTo>
                <a:lnTo>
                  <a:pt x="56" y="299"/>
                </a:lnTo>
                <a:lnTo>
                  <a:pt x="48" y="314"/>
                </a:lnTo>
                <a:lnTo>
                  <a:pt x="41" y="327"/>
                </a:lnTo>
                <a:lnTo>
                  <a:pt x="35" y="341"/>
                </a:lnTo>
                <a:lnTo>
                  <a:pt x="29" y="356"/>
                </a:lnTo>
                <a:lnTo>
                  <a:pt x="24" y="370"/>
                </a:lnTo>
                <a:lnTo>
                  <a:pt x="20" y="384"/>
                </a:lnTo>
                <a:lnTo>
                  <a:pt x="16" y="398"/>
                </a:lnTo>
                <a:lnTo>
                  <a:pt x="13" y="413"/>
                </a:lnTo>
                <a:lnTo>
                  <a:pt x="11" y="427"/>
                </a:lnTo>
                <a:lnTo>
                  <a:pt x="9" y="442"/>
                </a:lnTo>
                <a:lnTo>
                  <a:pt x="8" y="457"/>
                </a:lnTo>
                <a:lnTo>
                  <a:pt x="8" y="471"/>
                </a:lnTo>
                <a:lnTo>
                  <a:pt x="8" y="486"/>
                </a:lnTo>
                <a:lnTo>
                  <a:pt x="9" y="500"/>
                </a:lnTo>
                <a:lnTo>
                  <a:pt x="11" y="515"/>
                </a:lnTo>
                <a:lnTo>
                  <a:pt x="13" y="530"/>
                </a:lnTo>
                <a:lnTo>
                  <a:pt x="16" y="544"/>
                </a:lnTo>
                <a:lnTo>
                  <a:pt x="20" y="558"/>
                </a:lnTo>
                <a:lnTo>
                  <a:pt x="24" y="573"/>
                </a:lnTo>
                <a:lnTo>
                  <a:pt x="29" y="587"/>
                </a:lnTo>
                <a:lnTo>
                  <a:pt x="35" y="601"/>
                </a:lnTo>
                <a:lnTo>
                  <a:pt x="41" y="615"/>
                </a:lnTo>
                <a:lnTo>
                  <a:pt x="48" y="629"/>
                </a:lnTo>
                <a:lnTo>
                  <a:pt x="56" y="643"/>
                </a:lnTo>
                <a:lnTo>
                  <a:pt x="64" y="656"/>
                </a:lnTo>
                <a:lnTo>
                  <a:pt x="73" y="669"/>
                </a:lnTo>
                <a:lnTo>
                  <a:pt x="82" y="683"/>
                </a:lnTo>
                <a:lnTo>
                  <a:pt x="92" y="695"/>
                </a:lnTo>
                <a:lnTo>
                  <a:pt x="103" y="708"/>
                </a:lnTo>
                <a:lnTo>
                  <a:pt x="114" y="721"/>
                </a:lnTo>
                <a:lnTo>
                  <a:pt x="126" y="733"/>
                </a:lnTo>
                <a:lnTo>
                  <a:pt x="138" y="745"/>
                </a:lnTo>
                <a:lnTo>
                  <a:pt x="151" y="757"/>
                </a:lnTo>
                <a:lnTo>
                  <a:pt x="165" y="768"/>
                </a:lnTo>
                <a:lnTo>
                  <a:pt x="178" y="779"/>
                </a:lnTo>
                <a:lnTo>
                  <a:pt x="193" y="790"/>
                </a:lnTo>
                <a:lnTo>
                  <a:pt x="208" y="800"/>
                </a:lnTo>
                <a:lnTo>
                  <a:pt x="223" y="811"/>
                </a:lnTo>
                <a:lnTo>
                  <a:pt x="239" y="820"/>
                </a:lnTo>
                <a:lnTo>
                  <a:pt x="256" y="830"/>
                </a:lnTo>
                <a:lnTo>
                  <a:pt x="272" y="839"/>
                </a:lnTo>
                <a:lnTo>
                  <a:pt x="289" y="848"/>
                </a:lnTo>
                <a:lnTo>
                  <a:pt x="307" y="856"/>
                </a:lnTo>
                <a:lnTo>
                  <a:pt x="325" y="864"/>
                </a:lnTo>
                <a:lnTo>
                  <a:pt x="343" y="872"/>
                </a:lnTo>
                <a:lnTo>
                  <a:pt x="362" y="879"/>
                </a:lnTo>
                <a:lnTo>
                  <a:pt x="381" y="886"/>
                </a:lnTo>
                <a:lnTo>
                  <a:pt x="400" y="892"/>
                </a:lnTo>
                <a:lnTo>
                  <a:pt x="420" y="898"/>
                </a:lnTo>
                <a:lnTo>
                  <a:pt x="440" y="904"/>
                </a:lnTo>
                <a:lnTo>
                  <a:pt x="460" y="909"/>
                </a:lnTo>
                <a:lnTo>
                  <a:pt x="480" y="914"/>
                </a:lnTo>
                <a:lnTo>
                  <a:pt x="501" y="918"/>
                </a:lnTo>
                <a:lnTo>
                  <a:pt x="521" y="922"/>
                </a:lnTo>
                <a:lnTo>
                  <a:pt x="542" y="925"/>
                </a:lnTo>
                <a:lnTo>
                  <a:pt x="563" y="928"/>
                </a:lnTo>
                <a:lnTo>
                  <a:pt x="584" y="931"/>
                </a:lnTo>
                <a:lnTo>
                  <a:pt x="606" y="933"/>
                </a:lnTo>
                <a:lnTo>
                  <a:pt x="627" y="935"/>
                </a:lnTo>
                <a:lnTo>
                  <a:pt x="649" y="936"/>
                </a:lnTo>
                <a:lnTo>
                  <a:pt x="670" y="936"/>
                </a:lnTo>
                <a:lnTo>
                  <a:pt x="691" y="937"/>
                </a:lnTo>
                <a:lnTo>
                  <a:pt x="713" y="936"/>
                </a:lnTo>
                <a:lnTo>
                  <a:pt x="734" y="936"/>
                </a:lnTo>
                <a:lnTo>
                  <a:pt x="756" y="935"/>
                </a:lnTo>
                <a:lnTo>
                  <a:pt x="777" y="933"/>
                </a:lnTo>
                <a:lnTo>
                  <a:pt x="798" y="931"/>
                </a:lnTo>
                <a:lnTo>
                  <a:pt x="820" y="928"/>
                </a:lnTo>
                <a:lnTo>
                  <a:pt x="841" y="925"/>
                </a:lnTo>
                <a:lnTo>
                  <a:pt x="862" y="922"/>
                </a:lnTo>
                <a:lnTo>
                  <a:pt x="882" y="918"/>
                </a:lnTo>
                <a:lnTo>
                  <a:pt x="903" y="914"/>
                </a:lnTo>
                <a:lnTo>
                  <a:pt x="923" y="909"/>
                </a:lnTo>
                <a:lnTo>
                  <a:pt x="943" y="904"/>
                </a:lnTo>
                <a:lnTo>
                  <a:pt x="963" y="898"/>
                </a:lnTo>
                <a:lnTo>
                  <a:pt x="983" y="892"/>
                </a:lnTo>
                <a:lnTo>
                  <a:pt x="1002" y="886"/>
                </a:lnTo>
                <a:lnTo>
                  <a:pt x="1021" y="879"/>
                </a:lnTo>
                <a:lnTo>
                  <a:pt x="1040" y="872"/>
                </a:lnTo>
                <a:lnTo>
                  <a:pt x="1058" y="864"/>
                </a:lnTo>
                <a:lnTo>
                  <a:pt x="1076" y="856"/>
                </a:lnTo>
                <a:lnTo>
                  <a:pt x="1093" y="848"/>
                </a:lnTo>
                <a:lnTo>
                  <a:pt x="1112" y="839"/>
                </a:lnTo>
                <a:lnTo>
                  <a:pt x="1128" y="830"/>
                </a:lnTo>
                <a:lnTo>
                  <a:pt x="1145" y="820"/>
                </a:lnTo>
                <a:lnTo>
                  <a:pt x="1161" y="811"/>
                </a:lnTo>
                <a:lnTo>
                  <a:pt x="1176" y="800"/>
                </a:lnTo>
                <a:lnTo>
                  <a:pt x="1191" y="790"/>
                </a:lnTo>
                <a:lnTo>
                  <a:pt x="1206" y="779"/>
                </a:lnTo>
                <a:lnTo>
                  <a:pt x="1219" y="768"/>
                </a:lnTo>
                <a:lnTo>
                  <a:pt x="1233" y="757"/>
                </a:lnTo>
                <a:lnTo>
                  <a:pt x="1246" y="745"/>
                </a:lnTo>
                <a:lnTo>
                  <a:pt x="1258" y="733"/>
                </a:lnTo>
                <a:lnTo>
                  <a:pt x="1270" y="721"/>
                </a:lnTo>
                <a:lnTo>
                  <a:pt x="1281" y="708"/>
                </a:lnTo>
                <a:lnTo>
                  <a:pt x="1292" y="695"/>
                </a:lnTo>
                <a:lnTo>
                  <a:pt x="1302" y="683"/>
                </a:lnTo>
                <a:lnTo>
                  <a:pt x="1311" y="669"/>
                </a:lnTo>
                <a:lnTo>
                  <a:pt x="1320" y="656"/>
                </a:lnTo>
                <a:lnTo>
                  <a:pt x="1328" y="643"/>
                </a:lnTo>
                <a:lnTo>
                  <a:pt x="1336" y="629"/>
                </a:lnTo>
                <a:lnTo>
                  <a:pt x="1343" y="615"/>
                </a:lnTo>
                <a:lnTo>
                  <a:pt x="1349" y="601"/>
                </a:lnTo>
                <a:lnTo>
                  <a:pt x="1355" y="587"/>
                </a:lnTo>
                <a:lnTo>
                  <a:pt x="1360" y="573"/>
                </a:lnTo>
                <a:lnTo>
                  <a:pt x="1364" y="558"/>
                </a:lnTo>
                <a:lnTo>
                  <a:pt x="1368" y="544"/>
                </a:lnTo>
                <a:lnTo>
                  <a:pt x="1371" y="530"/>
                </a:lnTo>
                <a:lnTo>
                  <a:pt x="1373" y="515"/>
                </a:lnTo>
                <a:lnTo>
                  <a:pt x="1375" y="500"/>
                </a:lnTo>
                <a:lnTo>
                  <a:pt x="1376" y="486"/>
                </a:lnTo>
                <a:lnTo>
                  <a:pt x="1376" y="471"/>
                </a:lnTo>
                <a:moveTo>
                  <a:pt x="1384" y="471"/>
                </a:moveTo>
                <a:lnTo>
                  <a:pt x="1384" y="486"/>
                </a:lnTo>
                <a:lnTo>
                  <a:pt x="1383" y="501"/>
                </a:lnTo>
                <a:lnTo>
                  <a:pt x="1381" y="516"/>
                </a:lnTo>
                <a:lnTo>
                  <a:pt x="1379" y="530"/>
                </a:lnTo>
                <a:lnTo>
                  <a:pt x="1375" y="545"/>
                </a:lnTo>
                <a:lnTo>
                  <a:pt x="1372" y="559"/>
                </a:lnTo>
                <a:lnTo>
                  <a:pt x="1367" y="574"/>
                </a:lnTo>
                <a:lnTo>
                  <a:pt x="1362" y="588"/>
                </a:lnTo>
                <a:lnTo>
                  <a:pt x="1357" y="603"/>
                </a:lnTo>
                <a:lnTo>
                  <a:pt x="1350" y="617"/>
                </a:lnTo>
                <a:lnTo>
                  <a:pt x="1343" y="631"/>
                </a:lnTo>
                <a:lnTo>
                  <a:pt x="1335" y="644"/>
                </a:lnTo>
                <a:lnTo>
                  <a:pt x="1327" y="658"/>
                </a:lnTo>
                <a:lnTo>
                  <a:pt x="1318" y="672"/>
                </a:lnTo>
                <a:lnTo>
                  <a:pt x="1309" y="685"/>
                </a:lnTo>
                <a:lnTo>
                  <a:pt x="1298" y="698"/>
                </a:lnTo>
                <a:lnTo>
                  <a:pt x="1288" y="711"/>
                </a:lnTo>
                <a:lnTo>
                  <a:pt x="1276" y="723"/>
                </a:lnTo>
                <a:lnTo>
                  <a:pt x="1264" y="736"/>
                </a:lnTo>
                <a:lnTo>
                  <a:pt x="1252" y="748"/>
                </a:lnTo>
                <a:lnTo>
                  <a:pt x="1239" y="760"/>
                </a:lnTo>
                <a:lnTo>
                  <a:pt x="1225" y="771"/>
                </a:lnTo>
                <a:lnTo>
                  <a:pt x="1211" y="782"/>
                </a:lnTo>
                <a:lnTo>
                  <a:pt x="1197" y="793"/>
                </a:lnTo>
                <a:lnTo>
                  <a:pt x="1181" y="804"/>
                </a:lnTo>
                <a:lnTo>
                  <a:pt x="1166" y="814"/>
                </a:lnTo>
                <a:lnTo>
                  <a:pt x="1150" y="824"/>
                </a:lnTo>
                <a:lnTo>
                  <a:pt x="1133" y="834"/>
                </a:lnTo>
                <a:lnTo>
                  <a:pt x="1116" y="843"/>
                </a:lnTo>
                <a:lnTo>
                  <a:pt x="1098" y="852"/>
                </a:lnTo>
                <a:lnTo>
                  <a:pt x="1080" y="860"/>
                </a:lnTo>
                <a:lnTo>
                  <a:pt x="1062" y="869"/>
                </a:lnTo>
                <a:lnTo>
                  <a:pt x="1043" y="876"/>
                </a:lnTo>
                <a:lnTo>
                  <a:pt x="1025" y="884"/>
                </a:lnTo>
                <a:lnTo>
                  <a:pt x="1005" y="891"/>
                </a:lnTo>
                <a:lnTo>
                  <a:pt x="986" y="897"/>
                </a:lnTo>
                <a:lnTo>
                  <a:pt x="966" y="903"/>
                </a:lnTo>
                <a:lnTo>
                  <a:pt x="946" y="909"/>
                </a:lnTo>
                <a:lnTo>
                  <a:pt x="926" y="914"/>
                </a:lnTo>
                <a:lnTo>
                  <a:pt x="905" y="919"/>
                </a:lnTo>
                <a:lnTo>
                  <a:pt x="884" y="923"/>
                </a:lnTo>
                <a:lnTo>
                  <a:pt x="863" y="927"/>
                </a:lnTo>
                <a:lnTo>
                  <a:pt x="842" y="930"/>
                </a:lnTo>
                <a:lnTo>
                  <a:pt x="821" y="933"/>
                </a:lnTo>
                <a:lnTo>
                  <a:pt x="800" y="936"/>
                </a:lnTo>
                <a:lnTo>
                  <a:pt x="778" y="938"/>
                </a:lnTo>
                <a:lnTo>
                  <a:pt x="757" y="940"/>
                </a:lnTo>
                <a:lnTo>
                  <a:pt x="735" y="941"/>
                </a:lnTo>
                <a:lnTo>
                  <a:pt x="713" y="942"/>
                </a:lnTo>
                <a:lnTo>
                  <a:pt x="691" y="942"/>
                </a:lnTo>
                <a:lnTo>
                  <a:pt x="670" y="942"/>
                </a:lnTo>
                <a:lnTo>
                  <a:pt x="648" y="941"/>
                </a:lnTo>
                <a:lnTo>
                  <a:pt x="626" y="940"/>
                </a:lnTo>
                <a:lnTo>
                  <a:pt x="605" y="938"/>
                </a:lnTo>
                <a:lnTo>
                  <a:pt x="583" y="936"/>
                </a:lnTo>
                <a:lnTo>
                  <a:pt x="562" y="933"/>
                </a:lnTo>
                <a:lnTo>
                  <a:pt x="541" y="930"/>
                </a:lnTo>
                <a:lnTo>
                  <a:pt x="520" y="927"/>
                </a:lnTo>
                <a:lnTo>
                  <a:pt x="499" y="923"/>
                </a:lnTo>
                <a:lnTo>
                  <a:pt x="478" y="919"/>
                </a:lnTo>
                <a:lnTo>
                  <a:pt x="457" y="914"/>
                </a:lnTo>
                <a:lnTo>
                  <a:pt x="437" y="909"/>
                </a:lnTo>
                <a:lnTo>
                  <a:pt x="417" y="903"/>
                </a:lnTo>
                <a:lnTo>
                  <a:pt x="397" y="897"/>
                </a:lnTo>
                <a:lnTo>
                  <a:pt x="378" y="891"/>
                </a:lnTo>
                <a:lnTo>
                  <a:pt x="358" y="884"/>
                </a:lnTo>
                <a:lnTo>
                  <a:pt x="339" y="876"/>
                </a:lnTo>
                <a:lnTo>
                  <a:pt x="321" y="869"/>
                </a:lnTo>
                <a:lnTo>
                  <a:pt x="303" y="860"/>
                </a:lnTo>
                <a:lnTo>
                  <a:pt x="285" y="852"/>
                </a:lnTo>
                <a:lnTo>
                  <a:pt x="268" y="843"/>
                </a:lnTo>
                <a:lnTo>
                  <a:pt x="251" y="834"/>
                </a:lnTo>
                <a:lnTo>
                  <a:pt x="234" y="824"/>
                </a:lnTo>
                <a:lnTo>
                  <a:pt x="218" y="814"/>
                </a:lnTo>
                <a:lnTo>
                  <a:pt x="203" y="804"/>
                </a:lnTo>
                <a:lnTo>
                  <a:pt x="187" y="793"/>
                </a:lnTo>
                <a:lnTo>
                  <a:pt x="173" y="782"/>
                </a:lnTo>
                <a:lnTo>
                  <a:pt x="159" y="771"/>
                </a:lnTo>
                <a:lnTo>
                  <a:pt x="145" y="760"/>
                </a:lnTo>
                <a:lnTo>
                  <a:pt x="132" y="748"/>
                </a:lnTo>
                <a:lnTo>
                  <a:pt x="120" y="736"/>
                </a:lnTo>
                <a:lnTo>
                  <a:pt x="108" y="723"/>
                </a:lnTo>
                <a:lnTo>
                  <a:pt x="96" y="711"/>
                </a:lnTo>
                <a:lnTo>
                  <a:pt x="86" y="698"/>
                </a:lnTo>
                <a:lnTo>
                  <a:pt x="75" y="685"/>
                </a:lnTo>
                <a:lnTo>
                  <a:pt x="66" y="672"/>
                </a:lnTo>
                <a:lnTo>
                  <a:pt x="57" y="658"/>
                </a:lnTo>
                <a:lnTo>
                  <a:pt x="49" y="644"/>
                </a:lnTo>
                <a:lnTo>
                  <a:pt x="41" y="631"/>
                </a:lnTo>
                <a:lnTo>
                  <a:pt x="34" y="617"/>
                </a:lnTo>
                <a:lnTo>
                  <a:pt x="27" y="603"/>
                </a:lnTo>
                <a:lnTo>
                  <a:pt x="22" y="588"/>
                </a:lnTo>
                <a:lnTo>
                  <a:pt x="17" y="574"/>
                </a:lnTo>
                <a:lnTo>
                  <a:pt x="12" y="559"/>
                </a:lnTo>
                <a:lnTo>
                  <a:pt x="9" y="545"/>
                </a:lnTo>
                <a:lnTo>
                  <a:pt x="5" y="530"/>
                </a:lnTo>
                <a:lnTo>
                  <a:pt x="3" y="516"/>
                </a:lnTo>
                <a:lnTo>
                  <a:pt x="1" y="501"/>
                </a:lnTo>
                <a:lnTo>
                  <a:pt x="0" y="486"/>
                </a:lnTo>
                <a:lnTo>
                  <a:pt x="0" y="471"/>
                </a:lnTo>
                <a:lnTo>
                  <a:pt x="0" y="456"/>
                </a:lnTo>
                <a:lnTo>
                  <a:pt x="1" y="442"/>
                </a:lnTo>
                <a:lnTo>
                  <a:pt x="3" y="427"/>
                </a:lnTo>
                <a:lnTo>
                  <a:pt x="5" y="412"/>
                </a:lnTo>
                <a:lnTo>
                  <a:pt x="9" y="398"/>
                </a:lnTo>
                <a:lnTo>
                  <a:pt x="12" y="383"/>
                </a:lnTo>
                <a:lnTo>
                  <a:pt x="17" y="369"/>
                </a:lnTo>
                <a:lnTo>
                  <a:pt x="22" y="354"/>
                </a:lnTo>
                <a:lnTo>
                  <a:pt x="27" y="340"/>
                </a:lnTo>
                <a:lnTo>
                  <a:pt x="34" y="326"/>
                </a:lnTo>
                <a:lnTo>
                  <a:pt x="41" y="312"/>
                </a:lnTo>
                <a:lnTo>
                  <a:pt x="49" y="297"/>
                </a:lnTo>
                <a:lnTo>
                  <a:pt x="57" y="283"/>
                </a:lnTo>
                <a:lnTo>
                  <a:pt x="66" y="270"/>
                </a:lnTo>
                <a:lnTo>
                  <a:pt x="75" y="257"/>
                </a:lnTo>
                <a:lnTo>
                  <a:pt x="86" y="244"/>
                </a:lnTo>
                <a:lnTo>
                  <a:pt x="96" y="231"/>
                </a:lnTo>
                <a:lnTo>
                  <a:pt x="108" y="218"/>
                </a:lnTo>
                <a:lnTo>
                  <a:pt x="120" y="206"/>
                </a:lnTo>
                <a:lnTo>
                  <a:pt x="132" y="194"/>
                </a:lnTo>
                <a:lnTo>
                  <a:pt x="145" y="182"/>
                </a:lnTo>
                <a:lnTo>
                  <a:pt x="159" y="170"/>
                </a:lnTo>
                <a:lnTo>
                  <a:pt x="173" y="159"/>
                </a:lnTo>
                <a:lnTo>
                  <a:pt x="187" y="148"/>
                </a:lnTo>
                <a:lnTo>
                  <a:pt x="203" y="138"/>
                </a:lnTo>
                <a:lnTo>
                  <a:pt x="218" y="127"/>
                </a:lnTo>
                <a:lnTo>
                  <a:pt x="234" y="117"/>
                </a:lnTo>
                <a:lnTo>
                  <a:pt x="251" y="108"/>
                </a:lnTo>
                <a:lnTo>
                  <a:pt x="268" y="98"/>
                </a:lnTo>
                <a:lnTo>
                  <a:pt x="285" y="90"/>
                </a:lnTo>
                <a:lnTo>
                  <a:pt x="303" y="81"/>
                </a:lnTo>
                <a:lnTo>
                  <a:pt x="321" y="73"/>
                </a:lnTo>
                <a:lnTo>
                  <a:pt x="339" y="65"/>
                </a:lnTo>
                <a:lnTo>
                  <a:pt x="358" y="58"/>
                </a:lnTo>
                <a:lnTo>
                  <a:pt x="378" y="51"/>
                </a:lnTo>
                <a:lnTo>
                  <a:pt x="397" y="44"/>
                </a:lnTo>
                <a:lnTo>
                  <a:pt x="417" y="38"/>
                </a:lnTo>
                <a:lnTo>
                  <a:pt x="437" y="33"/>
                </a:lnTo>
                <a:lnTo>
                  <a:pt x="457" y="27"/>
                </a:lnTo>
                <a:lnTo>
                  <a:pt x="478" y="23"/>
                </a:lnTo>
                <a:lnTo>
                  <a:pt x="499" y="18"/>
                </a:lnTo>
                <a:lnTo>
                  <a:pt x="520" y="14"/>
                </a:lnTo>
                <a:lnTo>
                  <a:pt x="541" y="11"/>
                </a:lnTo>
                <a:lnTo>
                  <a:pt x="562" y="8"/>
                </a:lnTo>
                <a:lnTo>
                  <a:pt x="583" y="5"/>
                </a:lnTo>
                <a:lnTo>
                  <a:pt x="605" y="3"/>
                </a:lnTo>
                <a:lnTo>
                  <a:pt x="626" y="2"/>
                </a:lnTo>
                <a:lnTo>
                  <a:pt x="648" y="1"/>
                </a:lnTo>
                <a:lnTo>
                  <a:pt x="670" y="0"/>
                </a:lnTo>
                <a:lnTo>
                  <a:pt x="691" y="0"/>
                </a:lnTo>
                <a:lnTo>
                  <a:pt x="713" y="0"/>
                </a:lnTo>
                <a:lnTo>
                  <a:pt x="735" y="1"/>
                </a:lnTo>
                <a:lnTo>
                  <a:pt x="757" y="2"/>
                </a:lnTo>
                <a:lnTo>
                  <a:pt x="778" y="3"/>
                </a:lnTo>
                <a:lnTo>
                  <a:pt x="800" y="5"/>
                </a:lnTo>
                <a:lnTo>
                  <a:pt x="821" y="8"/>
                </a:lnTo>
                <a:lnTo>
                  <a:pt x="842" y="11"/>
                </a:lnTo>
                <a:lnTo>
                  <a:pt x="863" y="14"/>
                </a:lnTo>
                <a:lnTo>
                  <a:pt x="884" y="18"/>
                </a:lnTo>
                <a:lnTo>
                  <a:pt x="905" y="23"/>
                </a:lnTo>
                <a:lnTo>
                  <a:pt x="926" y="27"/>
                </a:lnTo>
                <a:lnTo>
                  <a:pt x="946" y="33"/>
                </a:lnTo>
                <a:lnTo>
                  <a:pt x="966" y="38"/>
                </a:lnTo>
                <a:lnTo>
                  <a:pt x="986" y="44"/>
                </a:lnTo>
                <a:lnTo>
                  <a:pt x="1005" y="51"/>
                </a:lnTo>
                <a:lnTo>
                  <a:pt x="1025" y="58"/>
                </a:lnTo>
                <a:lnTo>
                  <a:pt x="1043" y="65"/>
                </a:lnTo>
                <a:lnTo>
                  <a:pt x="1062" y="73"/>
                </a:lnTo>
                <a:lnTo>
                  <a:pt x="1080" y="81"/>
                </a:lnTo>
                <a:lnTo>
                  <a:pt x="1098" y="90"/>
                </a:lnTo>
                <a:lnTo>
                  <a:pt x="1116" y="98"/>
                </a:lnTo>
                <a:lnTo>
                  <a:pt x="1133" y="108"/>
                </a:lnTo>
                <a:lnTo>
                  <a:pt x="1150" y="117"/>
                </a:lnTo>
                <a:lnTo>
                  <a:pt x="1166" y="127"/>
                </a:lnTo>
                <a:lnTo>
                  <a:pt x="1181" y="138"/>
                </a:lnTo>
                <a:lnTo>
                  <a:pt x="1197" y="148"/>
                </a:lnTo>
                <a:lnTo>
                  <a:pt x="1211" y="159"/>
                </a:lnTo>
                <a:lnTo>
                  <a:pt x="1225" y="170"/>
                </a:lnTo>
                <a:lnTo>
                  <a:pt x="1239" y="182"/>
                </a:lnTo>
                <a:lnTo>
                  <a:pt x="1252" y="194"/>
                </a:lnTo>
                <a:lnTo>
                  <a:pt x="1264" y="206"/>
                </a:lnTo>
                <a:lnTo>
                  <a:pt x="1276" y="218"/>
                </a:lnTo>
                <a:lnTo>
                  <a:pt x="1288" y="231"/>
                </a:lnTo>
                <a:lnTo>
                  <a:pt x="1298" y="244"/>
                </a:lnTo>
                <a:lnTo>
                  <a:pt x="1309" y="257"/>
                </a:lnTo>
                <a:lnTo>
                  <a:pt x="1318" y="270"/>
                </a:lnTo>
                <a:lnTo>
                  <a:pt x="1327" y="283"/>
                </a:lnTo>
                <a:lnTo>
                  <a:pt x="1335" y="297"/>
                </a:lnTo>
                <a:lnTo>
                  <a:pt x="1343" y="312"/>
                </a:lnTo>
                <a:lnTo>
                  <a:pt x="1350" y="326"/>
                </a:lnTo>
                <a:lnTo>
                  <a:pt x="1357" y="340"/>
                </a:lnTo>
                <a:lnTo>
                  <a:pt x="1362" y="354"/>
                </a:lnTo>
                <a:lnTo>
                  <a:pt x="1367" y="369"/>
                </a:lnTo>
                <a:lnTo>
                  <a:pt x="1372" y="383"/>
                </a:lnTo>
                <a:lnTo>
                  <a:pt x="1375" y="398"/>
                </a:lnTo>
                <a:lnTo>
                  <a:pt x="1379" y="412"/>
                </a:lnTo>
                <a:lnTo>
                  <a:pt x="1381" y="427"/>
                </a:lnTo>
                <a:lnTo>
                  <a:pt x="1383" y="442"/>
                </a:lnTo>
                <a:lnTo>
                  <a:pt x="1384" y="456"/>
                </a:lnTo>
                <a:lnTo>
                  <a:pt x="1384" y="471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0" name=""/>
          <p:cNvSpPr/>
          <p:nvPr/>
        </p:nvSpPr>
        <p:spPr>
          <a:xfrm>
            <a:off x="7809120" y="2766960"/>
            <a:ext cx="501120" cy="340920"/>
          </a:xfrm>
          <a:custGeom>
            <a:avLst/>
            <a:gdLst/>
            <a:ahLst/>
            <a:rect l="0" t="0" r="r" b="b"/>
            <a:pathLst>
              <a:path w="1392" h="947">
                <a:moveTo>
                  <a:pt x="1388" y="474"/>
                </a:moveTo>
                <a:lnTo>
                  <a:pt x="1388" y="459"/>
                </a:lnTo>
                <a:lnTo>
                  <a:pt x="1387" y="445"/>
                </a:lnTo>
                <a:lnTo>
                  <a:pt x="1385" y="430"/>
                </a:lnTo>
                <a:lnTo>
                  <a:pt x="1383" y="415"/>
                </a:lnTo>
                <a:lnTo>
                  <a:pt x="1379" y="401"/>
                </a:lnTo>
                <a:lnTo>
                  <a:pt x="1376" y="386"/>
                </a:lnTo>
                <a:lnTo>
                  <a:pt x="1371" y="372"/>
                </a:lnTo>
                <a:lnTo>
                  <a:pt x="1366" y="357"/>
                </a:lnTo>
                <a:lnTo>
                  <a:pt x="1361" y="342"/>
                </a:lnTo>
                <a:lnTo>
                  <a:pt x="1354" y="328"/>
                </a:lnTo>
                <a:lnTo>
                  <a:pt x="1347" y="314"/>
                </a:lnTo>
                <a:lnTo>
                  <a:pt x="1339" y="300"/>
                </a:lnTo>
                <a:lnTo>
                  <a:pt x="1331" y="286"/>
                </a:lnTo>
                <a:lnTo>
                  <a:pt x="1322" y="273"/>
                </a:lnTo>
                <a:lnTo>
                  <a:pt x="1313" y="260"/>
                </a:lnTo>
                <a:lnTo>
                  <a:pt x="1302" y="247"/>
                </a:lnTo>
                <a:lnTo>
                  <a:pt x="1292" y="234"/>
                </a:lnTo>
                <a:lnTo>
                  <a:pt x="1280" y="221"/>
                </a:lnTo>
                <a:lnTo>
                  <a:pt x="1268" y="209"/>
                </a:lnTo>
                <a:lnTo>
                  <a:pt x="1256" y="197"/>
                </a:lnTo>
                <a:lnTo>
                  <a:pt x="1242" y="185"/>
                </a:lnTo>
                <a:lnTo>
                  <a:pt x="1228" y="173"/>
                </a:lnTo>
                <a:lnTo>
                  <a:pt x="1214" y="162"/>
                </a:lnTo>
                <a:lnTo>
                  <a:pt x="1200" y="151"/>
                </a:lnTo>
                <a:lnTo>
                  <a:pt x="1184" y="141"/>
                </a:lnTo>
                <a:lnTo>
                  <a:pt x="1169" y="130"/>
                </a:lnTo>
                <a:lnTo>
                  <a:pt x="1153" y="120"/>
                </a:lnTo>
                <a:lnTo>
                  <a:pt x="1136" y="111"/>
                </a:lnTo>
                <a:lnTo>
                  <a:pt x="1119" y="101"/>
                </a:lnTo>
                <a:lnTo>
                  <a:pt x="1102" y="93"/>
                </a:lnTo>
                <a:lnTo>
                  <a:pt x="1084" y="84"/>
                </a:lnTo>
                <a:lnTo>
                  <a:pt x="1066" y="76"/>
                </a:lnTo>
                <a:lnTo>
                  <a:pt x="1047" y="68"/>
                </a:lnTo>
                <a:lnTo>
                  <a:pt x="1029" y="61"/>
                </a:lnTo>
                <a:lnTo>
                  <a:pt x="1009" y="54"/>
                </a:lnTo>
                <a:lnTo>
                  <a:pt x="990" y="47"/>
                </a:lnTo>
                <a:lnTo>
                  <a:pt x="970" y="41"/>
                </a:lnTo>
                <a:lnTo>
                  <a:pt x="950" y="36"/>
                </a:lnTo>
                <a:lnTo>
                  <a:pt x="930" y="30"/>
                </a:lnTo>
                <a:lnTo>
                  <a:pt x="909" y="26"/>
                </a:lnTo>
                <a:lnTo>
                  <a:pt x="888" y="21"/>
                </a:lnTo>
                <a:lnTo>
                  <a:pt x="867" y="17"/>
                </a:lnTo>
                <a:lnTo>
                  <a:pt x="846" y="14"/>
                </a:lnTo>
                <a:lnTo>
                  <a:pt x="825" y="11"/>
                </a:lnTo>
                <a:lnTo>
                  <a:pt x="804" y="8"/>
                </a:lnTo>
                <a:lnTo>
                  <a:pt x="782" y="6"/>
                </a:lnTo>
                <a:lnTo>
                  <a:pt x="761" y="5"/>
                </a:lnTo>
                <a:lnTo>
                  <a:pt x="739" y="4"/>
                </a:lnTo>
                <a:lnTo>
                  <a:pt x="717" y="3"/>
                </a:lnTo>
                <a:lnTo>
                  <a:pt x="695" y="3"/>
                </a:lnTo>
                <a:lnTo>
                  <a:pt x="674" y="3"/>
                </a:lnTo>
                <a:lnTo>
                  <a:pt x="652" y="4"/>
                </a:lnTo>
                <a:lnTo>
                  <a:pt x="630" y="5"/>
                </a:lnTo>
                <a:lnTo>
                  <a:pt x="609" y="6"/>
                </a:lnTo>
                <a:lnTo>
                  <a:pt x="587" y="8"/>
                </a:lnTo>
                <a:lnTo>
                  <a:pt x="566" y="11"/>
                </a:lnTo>
                <a:lnTo>
                  <a:pt x="545" y="14"/>
                </a:lnTo>
                <a:lnTo>
                  <a:pt x="524" y="17"/>
                </a:lnTo>
                <a:lnTo>
                  <a:pt x="503" y="21"/>
                </a:lnTo>
                <a:lnTo>
                  <a:pt x="482" y="26"/>
                </a:lnTo>
                <a:lnTo>
                  <a:pt x="461" y="30"/>
                </a:lnTo>
                <a:lnTo>
                  <a:pt x="441" y="36"/>
                </a:lnTo>
                <a:lnTo>
                  <a:pt x="421" y="41"/>
                </a:lnTo>
                <a:lnTo>
                  <a:pt x="401" y="47"/>
                </a:lnTo>
                <a:lnTo>
                  <a:pt x="382" y="54"/>
                </a:lnTo>
                <a:lnTo>
                  <a:pt x="362" y="61"/>
                </a:lnTo>
                <a:lnTo>
                  <a:pt x="343" y="68"/>
                </a:lnTo>
                <a:lnTo>
                  <a:pt x="325" y="76"/>
                </a:lnTo>
                <a:lnTo>
                  <a:pt x="307" y="84"/>
                </a:lnTo>
                <a:lnTo>
                  <a:pt x="289" y="93"/>
                </a:lnTo>
                <a:lnTo>
                  <a:pt x="272" y="101"/>
                </a:lnTo>
                <a:lnTo>
                  <a:pt x="255" y="111"/>
                </a:lnTo>
                <a:lnTo>
                  <a:pt x="238" y="120"/>
                </a:lnTo>
                <a:lnTo>
                  <a:pt x="222" y="130"/>
                </a:lnTo>
                <a:lnTo>
                  <a:pt x="207" y="141"/>
                </a:lnTo>
                <a:lnTo>
                  <a:pt x="191" y="151"/>
                </a:lnTo>
                <a:lnTo>
                  <a:pt x="177" y="162"/>
                </a:lnTo>
                <a:lnTo>
                  <a:pt x="163" y="173"/>
                </a:lnTo>
                <a:lnTo>
                  <a:pt x="149" y="185"/>
                </a:lnTo>
                <a:lnTo>
                  <a:pt x="136" y="197"/>
                </a:lnTo>
                <a:lnTo>
                  <a:pt x="124" y="209"/>
                </a:lnTo>
                <a:lnTo>
                  <a:pt x="112" y="221"/>
                </a:lnTo>
                <a:lnTo>
                  <a:pt x="100" y="234"/>
                </a:lnTo>
                <a:lnTo>
                  <a:pt x="90" y="247"/>
                </a:lnTo>
                <a:lnTo>
                  <a:pt x="79" y="260"/>
                </a:lnTo>
                <a:lnTo>
                  <a:pt x="70" y="273"/>
                </a:lnTo>
                <a:lnTo>
                  <a:pt x="61" y="286"/>
                </a:lnTo>
                <a:lnTo>
                  <a:pt x="53" y="300"/>
                </a:lnTo>
                <a:lnTo>
                  <a:pt x="45" y="314"/>
                </a:lnTo>
                <a:lnTo>
                  <a:pt x="38" y="328"/>
                </a:lnTo>
                <a:lnTo>
                  <a:pt x="31" y="342"/>
                </a:lnTo>
                <a:lnTo>
                  <a:pt x="26" y="357"/>
                </a:lnTo>
                <a:lnTo>
                  <a:pt x="21" y="372"/>
                </a:lnTo>
                <a:lnTo>
                  <a:pt x="16" y="386"/>
                </a:lnTo>
                <a:lnTo>
                  <a:pt x="13" y="401"/>
                </a:lnTo>
                <a:lnTo>
                  <a:pt x="9" y="415"/>
                </a:lnTo>
                <a:lnTo>
                  <a:pt x="7" y="430"/>
                </a:lnTo>
                <a:lnTo>
                  <a:pt x="5" y="445"/>
                </a:lnTo>
                <a:lnTo>
                  <a:pt x="4" y="459"/>
                </a:lnTo>
                <a:lnTo>
                  <a:pt x="4" y="474"/>
                </a:lnTo>
                <a:lnTo>
                  <a:pt x="4" y="489"/>
                </a:lnTo>
                <a:lnTo>
                  <a:pt x="5" y="504"/>
                </a:lnTo>
                <a:lnTo>
                  <a:pt x="7" y="519"/>
                </a:lnTo>
                <a:lnTo>
                  <a:pt x="9" y="533"/>
                </a:lnTo>
                <a:lnTo>
                  <a:pt x="13" y="548"/>
                </a:lnTo>
                <a:lnTo>
                  <a:pt x="16" y="562"/>
                </a:lnTo>
                <a:lnTo>
                  <a:pt x="21" y="577"/>
                </a:lnTo>
                <a:lnTo>
                  <a:pt x="26" y="591"/>
                </a:lnTo>
                <a:lnTo>
                  <a:pt x="31" y="606"/>
                </a:lnTo>
                <a:lnTo>
                  <a:pt x="38" y="620"/>
                </a:lnTo>
                <a:lnTo>
                  <a:pt x="45" y="634"/>
                </a:lnTo>
                <a:lnTo>
                  <a:pt x="53" y="647"/>
                </a:lnTo>
                <a:lnTo>
                  <a:pt x="61" y="661"/>
                </a:lnTo>
                <a:lnTo>
                  <a:pt x="70" y="675"/>
                </a:lnTo>
                <a:lnTo>
                  <a:pt x="79" y="688"/>
                </a:lnTo>
                <a:lnTo>
                  <a:pt x="90" y="701"/>
                </a:lnTo>
                <a:lnTo>
                  <a:pt x="100" y="714"/>
                </a:lnTo>
                <a:lnTo>
                  <a:pt x="112" y="726"/>
                </a:lnTo>
                <a:lnTo>
                  <a:pt x="124" y="739"/>
                </a:lnTo>
                <a:lnTo>
                  <a:pt x="136" y="751"/>
                </a:lnTo>
                <a:lnTo>
                  <a:pt x="149" y="763"/>
                </a:lnTo>
                <a:lnTo>
                  <a:pt x="163" y="774"/>
                </a:lnTo>
                <a:lnTo>
                  <a:pt x="177" y="785"/>
                </a:lnTo>
                <a:lnTo>
                  <a:pt x="191" y="796"/>
                </a:lnTo>
                <a:lnTo>
                  <a:pt x="207" y="807"/>
                </a:lnTo>
                <a:lnTo>
                  <a:pt x="222" y="817"/>
                </a:lnTo>
                <a:lnTo>
                  <a:pt x="238" y="827"/>
                </a:lnTo>
                <a:lnTo>
                  <a:pt x="255" y="837"/>
                </a:lnTo>
                <a:lnTo>
                  <a:pt x="272" y="846"/>
                </a:lnTo>
                <a:lnTo>
                  <a:pt x="289" y="855"/>
                </a:lnTo>
                <a:lnTo>
                  <a:pt x="307" y="863"/>
                </a:lnTo>
                <a:lnTo>
                  <a:pt x="325" y="872"/>
                </a:lnTo>
                <a:lnTo>
                  <a:pt x="343" y="879"/>
                </a:lnTo>
                <a:lnTo>
                  <a:pt x="362" y="887"/>
                </a:lnTo>
                <a:lnTo>
                  <a:pt x="382" y="894"/>
                </a:lnTo>
                <a:lnTo>
                  <a:pt x="401" y="900"/>
                </a:lnTo>
                <a:lnTo>
                  <a:pt x="421" y="906"/>
                </a:lnTo>
                <a:lnTo>
                  <a:pt x="441" y="912"/>
                </a:lnTo>
                <a:lnTo>
                  <a:pt x="461" y="917"/>
                </a:lnTo>
                <a:lnTo>
                  <a:pt x="482" y="922"/>
                </a:lnTo>
                <a:lnTo>
                  <a:pt x="503" y="926"/>
                </a:lnTo>
                <a:lnTo>
                  <a:pt x="524" y="930"/>
                </a:lnTo>
                <a:lnTo>
                  <a:pt x="545" y="933"/>
                </a:lnTo>
                <a:lnTo>
                  <a:pt x="566" y="936"/>
                </a:lnTo>
                <a:lnTo>
                  <a:pt x="587" y="939"/>
                </a:lnTo>
                <a:lnTo>
                  <a:pt x="609" y="941"/>
                </a:lnTo>
                <a:lnTo>
                  <a:pt x="630" y="943"/>
                </a:lnTo>
                <a:lnTo>
                  <a:pt x="652" y="944"/>
                </a:lnTo>
                <a:lnTo>
                  <a:pt x="674" y="945"/>
                </a:lnTo>
                <a:lnTo>
                  <a:pt x="695" y="945"/>
                </a:lnTo>
                <a:lnTo>
                  <a:pt x="717" y="945"/>
                </a:lnTo>
                <a:lnTo>
                  <a:pt x="739" y="944"/>
                </a:lnTo>
                <a:lnTo>
                  <a:pt x="761" y="943"/>
                </a:lnTo>
                <a:lnTo>
                  <a:pt x="782" y="941"/>
                </a:lnTo>
                <a:lnTo>
                  <a:pt x="804" y="939"/>
                </a:lnTo>
                <a:lnTo>
                  <a:pt x="825" y="936"/>
                </a:lnTo>
                <a:lnTo>
                  <a:pt x="846" y="933"/>
                </a:lnTo>
                <a:lnTo>
                  <a:pt x="867" y="930"/>
                </a:lnTo>
                <a:lnTo>
                  <a:pt x="888" y="926"/>
                </a:lnTo>
                <a:lnTo>
                  <a:pt x="909" y="922"/>
                </a:lnTo>
                <a:lnTo>
                  <a:pt x="930" y="917"/>
                </a:lnTo>
                <a:lnTo>
                  <a:pt x="950" y="912"/>
                </a:lnTo>
                <a:lnTo>
                  <a:pt x="970" y="906"/>
                </a:lnTo>
                <a:lnTo>
                  <a:pt x="990" y="900"/>
                </a:lnTo>
                <a:lnTo>
                  <a:pt x="1009" y="894"/>
                </a:lnTo>
                <a:lnTo>
                  <a:pt x="1029" y="887"/>
                </a:lnTo>
                <a:lnTo>
                  <a:pt x="1047" y="879"/>
                </a:lnTo>
                <a:lnTo>
                  <a:pt x="1066" y="872"/>
                </a:lnTo>
                <a:lnTo>
                  <a:pt x="1084" y="863"/>
                </a:lnTo>
                <a:lnTo>
                  <a:pt x="1102" y="855"/>
                </a:lnTo>
                <a:lnTo>
                  <a:pt x="1119" y="846"/>
                </a:lnTo>
                <a:lnTo>
                  <a:pt x="1136" y="837"/>
                </a:lnTo>
                <a:lnTo>
                  <a:pt x="1153" y="827"/>
                </a:lnTo>
                <a:lnTo>
                  <a:pt x="1169" y="817"/>
                </a:lnTo>
                <a:lnTo>
                  <a:pt x="1184" y="807"/>
                </a:lnTo>
                <a:lnTo>
                  <a:pt x="1200" y="796"/>
                </a:lnTo>
                <a:lnTo>
                  <a:pt x="1214" y="785"/>
                </a:lnTo>
                <a:lnTo>
                  <a:pt x="1228" y="774"/>
                </a:lnTo>
                <a:lnTo>
                  <a:pt x="1242" y="763"/>
                </a:lnTo>
                <a:lnTo>
                  <a:pt x="1256" y="751"/>
                </a:lnTo>
                <a:lnTo>
                  <a:pt x="1268" y="739"/>
                </a:lnTo>
                <a:lnTo>
                  <a:pt x="1280" y="726"/>
                </a:lnTo>
                <a:lnTo>
                  <a:pt x="1292" y="714"/>
                </a:lnTo>
                <a:lnTo>
                  <a:pt x="1302" y="701"/>
                </a:lnTo>
                <a:lnTo>
                  <a:pt x="1313" y="688"/>
                </a:lnTo>
                <a:lnTo>
                  <a:pt x="1322" y="675"/>
                </a:lnTo>
                <a:lnTo>
                  <a:pt x="1331" y="661"/>
                </a:lnTo>
                <a:lnTo>
                  <a:pt x="1339" y="647"/>
                </a:lnTo>
                <a:lnTo>
                  <a:pt x="1347" y="634"/>
                </a:lnTo>
                <a:lnTo>
                  <a:pt x="1354" y="620"/>
                </a:lnTo>
                <a:lnTo>
                  <a:pt x="1361" y="606"/>
                </a:lnTo>
                <a:lnTo>
                  <a:pt x="1366" y="591"/>
                </a:lnTo>
                <a:lnTo>
                  <a:pt x="1371" y="577"/>
                </a:lnTo>
                <a:lnTo>
                  <a:pt x="1376" y="562"/>
                </a:lnTo>
                <a:lnTo>
                  <a:pt x="1379" y="548"/>
                </a:lnTo>
                <a:lnTo>
                  <a:pt x="1383" y="533"/>
                </a:lnTo>
                <a:lnTo>
                  <a:pt x="1385" y="519"/>
                </a:lnTo>
                <a:lnTo>
                  <a:pt x="1387" y="504"/>
                </a:lnTo>
                <a:lnTo>
                  <a:pt x="1388" y="489"/>
                </a:lnTo>
                <a:lnTo>
                  <a:pt x="1388" y="474"/>
                </a:lnTo>
                <a:moveTo>
                  <a:pt x="1392" y="474"/>
                </a:moveTo>
                <a:lnTo>
                  <a:pt x="1391" y="489"/>
                </a:lnTo>
                <a:lnTo>
                  <a:pt x="1390" y="504"/>
                </a:lnTo>
                <a:lnTo>
                  <a:pt x="1389" y="519"/>
                </a:lnTo>
                <a:lnTo>
                  <a:pt x="1386" y="534"/>
                </a:lnTo>
                <a:lnTo>
                  <a:pt x="1383" y="548"/>
                </a:lnTo>
                <a:lnTo>
                  <a:pt x="1379" y="563"/>
                </a:lnTo>
                <a:lnTo>
                  <a:pt x="1375" y="577"/>
                </a:lnTo>
                <a:lnTo>
                  <a:pt x="1370" y="592"/>
                </a:lnTo>
                <a:lnTo>
                  <a:pt x="1364" y="606"/>
                </a:lnTo>
                <a:lnTo>
                  <a:pt x="1358" y="620"/>
                </a:lnTo>
                <a:lnTo>
                  <a:pt x="1351" y="635"/>
                </a:lnTo>
                <a:lnTo>
                  <a:pt x="1343" y="648"/>
                </a:lnTo>
                <a:lnTo>
                  <a:pt x="1335" y="662"/>
                </a:lnTo>
                <a:lnTo>
                  <a:pt x="1326" y="676"/>
                </a:lnTo>
                <a:lnTo>
                  <a:pt x="1316" y="689"/>
                </a:lnTo>
                <a:lnTo>
                  <a:pt x="1306" y="702"/>
                </a:lnTo>
                <a:lnTo>
                  <a:pt x="1295" y="715"/>
                </a:lnTo>
                <a:lnTo>
                  <a:pt x="1284" y="728"/>
                </a:lnTo>
                <a:lnTo>
                  <a:pt x="1272" y="740"/>
                </a:lnTo>
                <a:lnTo>
                  <a:pt x="1259" y="752"/>
                </a:lnTo>
                <a:lnTo>
                  <a:pt x="1246" y="764"/>
                </a:lnTo>
                <a:lnTo>
                  <a:pt x="1231" y="776"/>
                </a:lnTo>
                <a:lnTo>
                  <a:pt x="1217" y="787"/>
                </a:lnTo>
                <a:lnTo>
                  <a:pt x="1202" y="798"/>
                </a:lnTo>
                <a:lnTo>
                  <a:pt x="1187" y="809"/>
                </a:lnTo>
                <a:lnTo>
                  <a:pt x="1171" y="819"/>
                </a:lnTo>
                <a:lnTo>
                  <a:pt x="1155" y="829"/>
                </a:lnTo>
                <a:lnTo>
                  <a:pt x="1139" y="839"/>
                </a:lnTo>
                <a:lnTo>
                  <a:pt x="1122" y="848"/>
                </a:lnTo>
                <a:lnTo>
                  <a:pt x="1104" y="857"/>
                </a:lnTo>
                <a:lnTo>
                  <a:pt x="1086" y="866"/>
                </a:lnTo>
                <a:lnTo>
                  <a:pt x="1068" y="874"/>
                </a:lnTo>
                <a:lnTo>
                  <a:pt x="1049" y="882"/>
                </a:lnTo>
                <a:lnTo>
                  <a:pt x="1030" y="889"/>
                </a:lnTo>
                <a:lnTo>
                  <a:pt x="1011" y="896"/>
                </a:lnTo>
                <a:lnTo>
                  <a:pt x="992" y="902"/>
                </a:lnTo>
                <a:lnTo>
                  <a:pt x="972" y="908"/>
                </a:lnTo>
                <a:lnTo>
                  <a:pt x="951" y="914"/>
                </a:lnTo>
                <a:lnTo>
                  <a:pt x="931" y="919"/>
                </a:lnTo>
                <a:lnTo>
                  <a:pt x="910" y="924"/>
                </a:lnTo>
                <a:lnTo>
                  <a:pt x="889" y="929"/>
                </a:lnTo>
                <a:lnTo>
                  <a:pt x="868" y="933"/>
                </a:lnTo>
                <a:lnTo>
                  <a:pt x="847" y="936"/>
                </a:lnTo>
                <a:lnTo>
                  <a:pt x="826" y="939"/>
                </a:lnTo>
                <a:lnTo>
                  <a:pt x="804" y="942"/>
                </a:lnTo>
                <a:lnTo>
                  <a:pt x="783" y="944"/>
                </a:lnTo>
                <a:lnTo>
                  <a:pt x="761" y="945"/>
                </a:lnTo>
                <a:lnTo>
                  <a:pt x="739" y="946"/>
                </a:lnTo>
                <a:lnTo>
                  <a:pt x="717" y="947"/>
                </a:lnTo>
                <a:lnTo>
                  <a:pt x="695" y="947"/>
                </a:lnTo>
                <a:lnTo>
                  <a:pt x="674" y="947"/>
                </a:lnTo>
                <a:lnTo>
                  <a:pt x="652" y="946"/>
                </a:lnTo>
                <a:lnTo>
                  <a:pt x="630" y="945"/>
                </a:lnTo>
                <a:lnTo>
                  <a:pt x="608" y="944"/>
                </a:lnTo>
                <a:lnTo>
                  <a:pt x="587" y="942"/>
                </a:lnTo>
                <a:lnTo>
                  <a:pt x="565" y="939"/>
                </a:lnTo>
                <a:lnTo>
                  <a:pt x="544" y="936"/>
                </a:lnTo>
                <a:lnTo>
                  <a:pt x="523" y="933"/>
                </a:lnTo>
                <a:lnTo>
                  <a:pt x="502" y="929"/>
                </a:lnTo>
                <a:lnTo>
                  <a:pt x="481" y="924"/>
                </a:lnTo>
                <a:lnTo>
                  <a:pt x="460" y="919"/>
                </a:lnTo>
                <a:lnTo>
                  <a:pt x="440" y="914"/>
                </a:lnTo>
                <a:lnTo>
                  <a:pt x="419" y="908"/>
                </a:lnTo>
                <a:lnTo>
                  <a:pt x="399" y="902"/>
                </a:lnTo>
                <a:lnTo>
                  <a:pt x="380" y="896"/>
                </a:lnTo>
                <a:lnTo>
                  <a:pt x="361" y="889"/>
                </a:lnTo>
                <a:lnTo>
                  <a:pt x="342" y="882"/>
                </a:lnTo>
                <a:lnTo>
                  <a:pt x="323" y="874"/>
                </a:lnTo>
                <a:lnTo>
                  <a:pt x="305" y="866"/>
                </a:lnTo>
                <a:lnTo>
                  <a:pt x="287" y="857"/>
                </a:lnTo>
                <a:lnTo>
                  <a:pt x="269" y="848"/>
                </a:lnTo>
                <a:lnTo>
                  <a:pt x="252" y="839"/>
                </a:lnTo>
                <a:lnTo>
                  <a:pt x="236" y="829"/>
                </a:lnTo>
                <a:lnTo>
                  <a:pt x="220" y="819"/>
                </a:lnTo>
                <a:lnTo>
                  <a:pt x="204" y="809"/>
                </a:lnTo>
                <a:lnTo>
                  <a:pt x="189" y="798"/>
                </a:lnTo>
                <a:lnTo>
                  <a:pt x="174" y="787"/>
                </a:lnTo>
                <a:lnTo>
                  <a:pt x="160" y="776"/>
                </a:lnTo>
                <a:lnTo>
                  <a:pt x="146" y="764"/>
                </a:lnTo>
                <a:lnTo>
                  <a:pt x="133" y="752"/>
                </a:lnTo>
                <a:lnTo>
                  <a:pt x="120" y="740"/>
                </a:lnTo>
                <a:lnTo>
                  <a:pt x="108" y="728"/>
                </a:lnTo>
                <a:lnTo>
                  <a:pt x="97" y="715"/>
                </a:lnTo>
                <a:lnTo>
                  <a:pt x="86" y="702"/>
                </a:lnTo>
                <a:lnTo>
                  <a:pt x="76" y="689"/>
                </a:lnTo>
                <a:lnTo>
                  <a:pt x="66" y="676"/>
                </a:lnTo>
                <a:lnTo>
                  <a:pt x="57" y="662"/>
                </a:lnTo>
                <a:lnTo>
                  <a:pt x="49" y="648"/>
                </a:lnTo>
                <a:lnTo>
                  <a:pt x="41" y="635"/>
                </a:lnTo>
                <a:lnTo>
                  <a:pt x="34" y="620"/>
                </a:lnTo>
                <a:lnTo>
                  <a:pt x="28" y="606"/>
                </a:lnTo>
                <a:lnTo>
                  <a:pt x="22" y="592"/>
                </a:lnTo>
                <a:lnTo>
                  <a:pt x="17" y="577"/>
                </a:lnTo>
                <a:lnTo>
                  <a:pt x="13" y="563"/>
                </a:lnTo>
                <a:lnTo>
                  <a:pt x="9" y="548"/>
                </a:lnTo>
                <a:lnTo>
                  <a:pt x="6" y="534"/>
                </a:lnTo>
                <a:lnTo>
                  <a:pt x="3" y="519"/>
                </a:lnTo>
                <a:lnTo>
                  <a:pt x="2" y="504"/>
                </a:lnTo>
                <a:lnTo>
                  <a:pt x="1" y="489"/>
                </a:lnTo>
                <a:lnTo>
                  <a:pt x="0" y="474"/>
                </a:lnTo>
                <a:lnTo>
                  <a:pt x="1" y="459"/>
                </a:lnTo>
                <a:lnTo>
                  <a:pt x="2" y="445"/>
                </a:lnTo>
                <a:lnTo>
                  <a:pt x="3" y="430"/>
                </a:lnTo>
                <a:lnTo>
                  <a:pt x="6" y="415"/>
                </a:lnTo>
                <a:lnTo>
                  <a:pt x="9" y="400"/>
                </a:lnTo>
                <a:lnTo>
                  <a:pt x="13" y="386"/>
                </a:lnTo>
                <a:lnTo>
                  <a:pt x="17" y="371"/>
                </a:lnTo>
                <a:lnTo>
                  <a:pt x="22" y="357"/>
                </a:lnTo>
                <a:lnTo>
                  <a:pt x="28" y="341"/>
                </a:lnTo>
                <a:lnTo>
                  <a:pt x="34" y="327"/>
                </a:lnTo>
                <a:lnTo>
                  <a:pt x="41" y="313"/>
                </a:lnTo>
                <a:lnTo>
                  <a:pt x="49" y="299"/>
                </a:lnTo>
                <a:lnTo>
                  <a:pt x="57" y="285"/>
                </a:lnTo>
                <a:lnTo>
                  <a:pt x="66" y="272"/>
                </a:lnTo>
                <a:lnTo>
                  <a:pt x="76" y="258"/>
                </a:lnTo>
                <a:lnTo>
                  <a:pt x="86" y="245"/>
                </a:lnTo>
                <a:lnTo>
                  <a:pt x="97" y="232"/>
                </a:lnTo>
                <a:lnTo>
                  <a:pt x="108" y="220"/>
                </a:lnTo>
                <a:lnTo>
                  <a:pt x="120" y="207"/>
                </a:lnTo>
                <a:lnTo>
                  <a:pt x="133" y="195"/>
                </a:lnTo>
                <a:lnTo>
                  <a:pt x="146" y="183"/>
                </a:lnTo>
                <a:lnTo>
                  <a:pt x="160" y="172"/>
                </a:lnTo>
                <a:lnTo>
                  <a:pt x="174" y="160"/>
                </a:lnTo>
                <a:lnTo>
                  <a:pt x="189" y="149"/>
                </a:lnTo>
                <a:lnTo>
                  <a:pt x="204" y="139"/>
                </a:lnTo>
                <a:lnTo>
                  <a:pt x="220" y="128"/>
                </a:lnTo>
                <a:lnTo>
                  <a:pt x="236" y="118"/>
                </a:lnTo>
                <a:lnTo>
                  <a:pt x="252" y="109"/>
                </a:lnTo>
                <a:lnTo>
                  <a:pt x="269" y="99"/>
                </a:lnTo>
                <a:lnTo>
                  <a:pt x="287" y="90"/>
                </a:lnTo>
                <a:lnTo>
                  <a:pt x="305" y="82"/>
                </a:lnTo>
                <a:lnTo>
                  <a:pt x="323" y="74"/>
                </a:lnTo>
                <a:lnTo>
                  <a:pt x="342" y="66"/>
                </a:lnTo>
                <a:lnTo>
                  <a:pt x="361" y="59"/>
                </a:lnTo>
                <a:lnTo>
                  <a:pt x="380" y="52"/>
                </a:lnTo>
                <a:lnTo>
                  <a:pt x="399" y="45"/>
                </a:lnTo>
                <a:lnTo>
                  <a:pt x="419" y="39"/>
                </a:lnTo>
                <a:lnTo>
                  <a:pt x="440" y="33"/>
                </a:lnTo>
                <a:lnTo>
                  <a:pt x="460" y="28"/>
                </a:lnTo>
                <a:lnTo>
                  <a:pt x="481" y="23"/>
                </a:lnTo>
                <a:lnTo>
                  <a:pt x="502" y="19"/>
                </a:lnTo>
                <a:lnTo>
                  <a:pt x="523" y="15"/>
                </a:lnTo>
                <a:lnTo>
                  <a:pt x="544" y="12"/>
                </a:lnTo>
                <a:lnTo>
                  <a:pt x="565" y="8"/>
                </a:lnTo>
                <a:lnTo>
                  <a:pt x="587" y="6"/>
                </a:lnTo>
                <a:lnTo>
                  <a:pt x="608" y="4"/>
                </a:lnTo>
                <a:lnTo>
                  <a:pt x="630" y="2"/>
                </a:lnTo>
                <a:lnTo>
                  <a:pt x="652" y="1"/>
                </a:lnTo>
                <a:lnTo>
                  <a:pt x="674" y="0"/>
                </a:lnTo>
                <a:lnTo>
                  <a:pt x="695" y="0"/>
                </a:lnTo>
                <a:lnTo>
                  <a:pt x="717" y="0"/>
                </a:lnTo>
                <a:lnTo>
                  <a:pt x="739" y="1"/>
                </a:lnTo>
                <a:lnTo>
                  <a:pt x="761" y="2"/>
                </a:lnTo>
                <a:lnTo>
                  <a:pt x="783" y="4"/>
                </a:lnTo>
                <a:lnTo>
                  <a:pt x="804" y="6"/>
                </a:lnTo>
                <a:lnTo>
                  <a:pt x="826" y="8"/>
                </a:lnTo>
                <a:lnTo>
                  <a:pt x="847" y="12"/>
                </a:lnTo>
                <a:lnTo>
                  <a:pt x="868" y="15"/>
                </a:lnTo>
                <a:lnTo>
                  <a:pt x="889" y="19"/>
                </a:lnTo>
                <a:lnTo>
                  <a:pt x="910" y="23"/>
                </a:lnTo>
                <a:lnTo>
                  <a:pt x="931" y="28"/>
                </a:lnTo>
                <a:lnTo>
                  <a:pt x="951" y="33"/>
                </a:lnTo>
                <a:lnTo>
                  <a:pt x="972" y="39"/>
                </a:lnTo>
                <a:lnTo>
                  <a:pt x="992" y="45"/>
                </a:lnTo>
                <a:lnTo>
                  <a:pt x="1011" y="52"/>
                </a:lnTo>
                <a:lnTo>
                  <a:pt x="1030" y="59"/>
                </a:lnTo>
                <a:lnTo>
                  <a:pt x="1049" y="66"/>
                </a:lnTo>
                <a:lnTo>
                  <a:pt x="1068" y="74"/>
                </a:lnTo>
                <a:lnTo>
                  <a:pt x="1086" y="82"/>
                </a:lnTo>
                <a:lnTo>
                  <a:pt x="1104" y="90"/>
                </a:lnTo>
                <a:lnTo>
                  <a:pt x="1122" y="99"/>
                </a:lnTo>
                <a:lnTo>
                  <a:pt x="1139" y="109"/>
                </a:lnTo>
                <a:lnTo>
                  <a:pt x="1155" y="118"/>
                </a:lnTo>
                <a:lnTo>
                  <a:pt x="1171" y="128"/>
                </a:lnTo>
                <a:lnTo>
                  <a:pt x="1187" y="139"/>
                </a:lnTo>
                <a:lnTo>
                  <a:pt x="1202" y="149"/>
                </a:lnTo>
                <a:lnTo>
                  <a:pt x="1217" y="160"/>
                </a:lnTo>
                <a:lnTo>
                  <a:pt x="1231" y="172"/>
                </a:lnTo>
                <a:lnTo>
                  <a:pt x="1246" y="183"/>
                </a:lnTo>
                <a:lnTo>
                  <a:pt x="1259" y="195"/>
                </a:lnTo>
                <a:lnTo>
                  <a:pt x="1272" y="207"/>
                </a:lnTo>
                <a:lnTo>
                  <a:pt x="1284" y="220"/>
                </a:lnTo>
                <a:lnTo>
                  <a:pt x="1295" y="232"/>
                </a:lnTo>
                <a:lnTo>
                  <a:pt x="1306" y="245"/>
                </a:lnTo>
                <a:lnTo>
                  <a:pt x="1316" y="258"/>
                </a:lnTo>
                <a:lnTo>
                  <a:pt x="1326" y="272"/>
                </a:lnTo>
                <a:lnTo>
                  <a:pt x="1335" y="285"/>
                </a:lnTo>
                <a:lnTo>
                  <a:pt x="1343" y="299"/>
                </a:lnTo>
                <a:lnTo>
                  <a:pt x="1351" y="313"/>
                </a:lnTo>
                <a:lnTo>
                  <a:pt x="1358" y="327"/>
                </a:lnTo>
                <a:lnTo>
                  <a:pt x="1364" y="341"/>
                </a:lnTo>
                <a:lnTo>
                  <a:pt x="1370" y="357"/>
                </a:lnTo>
                <a:lnTo>
                  <a:pt x="1375" y="371"/>
                </a:lnTo>
                <a:lnTo>
                  <a:pt x="1379" y="386"/>
                </a:lnTo>
                <a:lnTo>
                  <a:pt x="1383" y="400"/>
                </a:lnTo>
                <a:lnTo>
                  <a:pt x="1386" y="415"/>
                </a:lnTo>
                <a:lnTo>
                  <a:pt x="1389" y="430"/>
                </a:lnTo>
                <a:lnTo>
                  <a:pt x="1390" y="445"/>
                </a:lnTo>
                <a:lnTo>
                  <a:pt x="1391" y="459"/>
                </a:lnTo>
                <a:lnTo>
                  <a:pt x="1392" y="474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1" name=""/>
          <p:cNvSpPr/>
          <p:nvPr/>
        </p:nvSpPr>
        <p:spPr>
          <a:xfrm>
            <a:off x="7803720" y="2763360"/>
            <a:ext cx="511920" cy="348480"/>
          </a:xfrm>
          <a:custGeom>
            <a:avLst/>
            <a:gdLst/>
            <a:ahLst/>
            <a:rect l="0" t="0" r="r" b="b"/>
            <a:pathLst>
              <a:path w="1422" h="968">
                <a:moveTo>
                  <a:pt x="1407" y="483"/>
                </a:moveTo>
                <a:lnTo>
                  <a:pt x="1406" y="468"/>
                </a:lnTo>
                <a:lnTo>
                  <a:pt x="1405" y="454"/>
                </a:lnTo>
                <a:lnTo>
                  <a:pt x="1404" y="439"/>
                </a:lnTo>
                <a:lnTo>
                  <a:pt x="1401" y="424"/>
                </a:lnTo>
                <a:lnTo>
                  <a:pt x="1398" y="409"/>
                </a:lnTo>
                <a:lnTo>
                  <a:pt x="1394" y="395"/>
                </a:lnTo>
                <a:lnTo>
                  <a:pt x="1390" y="380"/>
                </a:lnTo>
                <a:lnTo>
                  <a:pt x="1385" y="366"/>
                </a:lnTo>
                <a:lnTo>
                  <a:pt x="1379" y="351"/>
                </a:lnTo>
                <a:lnTo>
                  <a:pt x="1373" y="337"/>
                </a:lnTo>
                <a:lnTo>
                  <a:pt x="1366" y="323"/>
                </a:lnTo>
                <a:lnTo>
                  <a:pt x="1358" y="309"/>
                </a:lnTo>
                <a:lnTo>
                  <a:pt x="1350" y="295"/>
                </a:lnTo>
                <a:lnTo>
                  <a:pt x="1341" y="282"/>
                </a:lnTo>
                <a:lnTo>
                  <a:pt x="1331" y="268"/>
                </a:lnTo>
                <a:lnTo>
                  <a:pt x="1321" y="255"/>
                </a:lnTo>
                <a:lnTo>
                  <a:pt x="1310" y="242"/>
                </a:lnTo>
                <a:lnTo>
                  <a:pt x="1299" y="230"/>
                </a:lnTo>
                <a:lnTo>
                  <a:pt x="1287" y="217"/>
                </a:lnTo>
                <a:lnTo>
                  <a:pt x="1274" y="205"/>
                </a:lnTo>
                <a:lnTo>
                  <a:pt x="1261" y="193"/>
                </a:lnTo>
                <a:lnTo>
                  <a:pt x="1247" y="182"/>
                </a:lnTo>
                <a:lnTo>
                  <a:pt x="1233" y="170"/>
                </a:lnTo>
                <a:lnTo>
                  <a:pt x="1218" y="159"/>
                </a:lnTo>
                <a:lnTo>
                  <a:pt x="1203" y="149"/>
                </a:lnTo>
                <a:lnTo>
                  <a:pt x="1187" y="138"/>
                </a:lnTo>
                <a:lnTo>
                  <a:pt x="1171" y="128"/>
                </a:lnTo>
                <a:lnTo>
                  <a:pt x="1155" y="119"/>
                </a:lnTo>
                <a:lnTo>
                  <a:pt x="1138" y="109"/>
                </a:lnTo>
                <a:lnTo>
                  <a:pt x="1120" y="100"/>
                </a:lnTo>
                <a:lnTo>
                  <a:pt x="1102" y="92"/>
                </a:lnTo>
                <a:lnTo>
                  <a:pt x="1084" y="84"/>
                </a:lnTo>
                <a:lnTo>
                  <a:pt x="1065" y="76"/>
                </a:lnTo>
                <a:lnTo>
                  <a:pt x="1046" y="69"/>
                </a:lnTo>
                <a:lnTo>
                  <a:pt x="1027" y="62"/>
                </a:lnTo>
                <a:lnTo>
                  <a:pt x="1008" y="55"/>
                </a:lnTo>
                <a:lnTo>
                  <a:pt x="988" y="49"/>
                </a:lnTo>
                <a:lnTo>
                  <a:pt x="967" y="43"/>
                </a:lnTo>
                <a:lnTo>
                  <a:pt x="947" y="38"/>
                </a:lnTo>
                <a:lnTo>
                  <a:pt x="926" y="33"/>
                </a:lnTo>
                <a:lnTo>
                  <a:pt x="905" y="29"/>
                </a:lnTo>
                <a:lnTo>
                  <a:pt x="884" y="25"/>
                </a:lnTo>
                <a:lnTo>
                  <a:pt x="863" y="22"/>
                </a:lnTo>
                <a:lnTo>
                  <a:pt x="842" y="18"/>
                </a:lnTo>
                <a:lnTo>
                  <a:pt x="820" y="16"/>
                </a:lnTo>
                <a:lnTo>
                  <a:pt x="799" y="14"/>
                </a:lnTo>
                <a:lnTo>
                  <a:pt x="777" y="12"/>
                </a:lnTo>
                <a:lnTo>
                  <a:pt x="755" y="11"/>
                </a:lnTo>
                <a:lnTo>
                  <a:pt x="733" y="10"/>
                </a:lnTo>
                <a:lnTo>
                  <a:pt x="711" y="10"/>
                </a:lnTo>
                <a:lnTo>
                  <a:pt x="690" y="10"/>
                </a:lnTo>
                <a:lnTo>
                  <a:pt x="668" y="11"/>
                </a:lnTo>
                <a:lnTo>
                  <a:pt x="646" y="12"/>
                </a:lnTo>
                <a:lnTo>
                  <a:pt x="624" y="14"/>
                </a:lnTo>
                <a:lnTo>
                  <a:pt x="603" y="16"/>
                </a:lnTo>
                <a:lnTo>
                  <a:pt x="581" y="18"/>
                </a:lnTo>
                <a:lnTo>
                  <a:pt x="560" y="22"/>
                </a:lnTo>
                <a:lnTo>
                  <a:pt x="539" y="25"/>
                </a:lnTo>
                <a:lnTo>
                  <a:pt x="518" y="29"/>
                </a:lnTo>
                <a:lnTo>
                  <a:pt x="497" y="33"/>
                </a:lnTo>
                <a:lnTo>
                  <a:pt x="476" y="38"/>
                </a:lnTo>
                <a:lnTo>
                  <a:pt x="456" y="43"/>
                </a:lnTo>
                <a:lnTo>
                  <a:pt x="435" y="49"/>
                </a:lnTo>
                <a:lnTo>
                  <a:pt x="415" y="55"/>
                </a:lnTo>
                <a:lnTo>
                  <a:pt x="396" y="62"/>
                </a:lnTo>
                <a:lnTo>
                  <a:pt x="377" y="69"/>
                </a:lnTo>
                <a:lnTo>
                  <a:pt x="358" y="76"/>
                </a:lnTo>
                <a:lnTo>
                  <a:pt x="339" y="84"/>
                </a:lnTo>
                <a:lnTo>
                  <a:pt x="320" y="92"/>
                </a:lnTo>
                <a:lnTo>
                  <a:pt x="302" y="100"/>
                </a:lnTo>
                <a:lnTo>
                  <a:pt x="284" y="109"/>
                </a:lnTo>
                <a:lnTo>
                  <a:pt x="267" y="119"/>
                </a:lnTo>
                <a:lnTo>
                  <a:pt x="251" y="128"/>
                </a:lnTo>
                <a:lnTo>
                  <a:pt x="235" y="138"/>
                </a:lnTo>
                <a:lnTo>
                  <a:pt x="219" y="149"/>
                </a:lnTo>
                <a:lnTo>
                  <a:pt x="204" y="159"/>
                </a:lnTo>
                <a:lnTo>
                  <a:pt x="189" y="170"/>
                </a:lnTo>
                <a:lnTo>
                  <a:pt x="175" y="182"/>
                </a:lnTo>
                <a:lnTo>
                  <a:pt x="161" y="193"/>
                </a:lnTo>
                <a:lnTo>
                  <a:pt x="148" y="205"/>
                </a:lnTo>
                <a:lnTo>
                  <a:pt x="135" y="217"/>
                </a:lnTo>
                <a:lnTo>
                  <a:pt x="123" y="230"/>
                </a:lnTo>
                <a:lnTo>
                  <a:pt x="112" y="242"/>
                </a:lnTo>
                <a:lnTo>
                  <a:pt x="101" y="255"/>
                </a:lnTo>
                <a:lnTo>
                  <a:pt x="91" y="268"/>
                </a:lnTo>
                <a:lnTo>
                  <a:pt x="81" y="282"/>
                </a:lnTo>
                <a:lnTo>
                  <a:pt x="72" y="295"/>
                </a:lnTo>
                <a:lnTo>
                  <a:pt x="64" y="309"/>
                </a:lnTo>
                <a:lnTo>
                  <a:pt x="56" y="323"/>
                </a:lnTo>
                <a:lnTo>
                  <a:pt x="49" y="337"/>
                </a:lnTo>
                <a:lnTo>
                  <a:pt x="43" y="351"/>
                </a:lnTo>
                <a:lnTo>
                  <a:pt x="37" y="366"/>
                </a:lnTo>
                <a:lnTo>
                  <a:pt x="32" y="380"/>
                </a:lnTo>
                <a:lnTo>
                  <a:pt x="28" y="395"/>
                </a:lnTo>
                <a:lnTo>
                  <a:pt x="24" y="409"/>
                </a:lnTo>
                <a:lnTo>
                  <a:pt x="21" y="424"/>
                </a:lnTo>
                <a:lnTo>
                  <a:pt x="18" y="439"/>
                </a:lnTo>
                <a:lnTo>
                  <a:pt x="17" y="454"/>
                </a:lnTo>
                <a:lnTo>
                  <a:pt x="16" y="468"/>
                </a:lnTo>
                <a:lnTo>
                  <a:pt x="15" y="483"/>
                </a:lnTo>
                <a:lnTo>
                  <a:pt x="16" y="498"/>
                </a:lnTo>
                <a:lnTo>
                  <a:pt x="17" y="513"/>
                </a:lnTo>
                <a:lnTo>
                  <a:pt x="18" y="528"/>
                </a:lnTo>
                <a:lnTo>
                  <a:pt x="21" y="544"/>
                </a:lnTo>
                <a:lnTo>
                  <a:pt x="24" y="558"/>
                </a:lnTo>
                <a:lnTo>
                  <a:pt x="28" y="573"/>
                </a:lnTo>
                <a:lnTo>
                  <a:pt x="32" y="587"/>
                </a:lnTo>
                <a:lnTo>
                  <a:pt x="37" y="602"/>
                </a:lnTo>
                <a:lnTo>
                  <a:pt x="43" y="616"/>
                </a:lnTo>
                <a:lnTo>
                  <a:pt x="49" y="630"/>
                </a:lnTo>
                <a:lnTo>
                  <a:pt x="56" y="645"/>
                </a:lnTo>
                <a:lnTo>
                  <a:pt x="64" y="658"/>
                </a:lnTo>
                <a:lnTo>
                  <a:pt x="72" y="672"/>
                </a:lnTo>
                <a:lnTo>
                  <a:pt x="81" y="686"/>
                </a:lnTo>
                <a:lnTo>
                  <a:pt x="91" y="699"/>
                </a:lnTo>
                <a:lnTo>
                  <a:pt x="101" y="712"/>
                </a:lnTo>
                <a:lnTo>
                  <a:pt x="112" y="725"/>
                </a:lnTo>
                <a:lnTo>
                  <a:pt x="123" y="738"/>
                </a:lnTo>
                <a:lnTo>
                  <a:pt x="135" y="750"/>
                </a:lnTo>
                <a:lnTo>
                  <a:pt x="148" y="762"/>
                </a:lnTo>
                <a:lnTo>
                  <a:pt x="161" y="774"/>
                </a:lnTo>
                <a:lnTo>
                  <a:pt x="175" y="786"/>
                </a:lnTo>
                <a:lnTo>
                  <a:pt x="189" y="797"/>
                </a:lnTo>
                <a:lnTo>
                  <a:pt x="204" y="808"/>
                </a:lnTo>
                <a:lnTo>
                  <a:pt x="219" y="819"/>
                </a:lnTo>
                <a:lnTo>
                  <a:pt x="235" y="829"/>
                </a:lnTo>
                <a:lnTo>
                  <a:pt x="251" y="839"/>
                </a:lnTo>
                <a:lnTo>
                  <a:pt x="267" y="849"/>
                </a:lnTo>
                <a:lnTo>
                  <a:pt x="284" y="858"/>
                </a:lnTo>
                <a:lnTo>
                  <a:pt x="302" y="867"/>
                </a:lnTo>
                <a:lnTo>
                  <a:pt x="320" y="876"/>
                </a:lnTo>
                <a:lnTo>
                  <a:pt x="339" y="884"/>
                </a:lnTo>
                <a:lnTo>
                  <a:pt x="358" y="892"/>
                </a:lnTo>
                <a:lnTo>
                  <a:pt x="377" y="899"/>
                </a:lnTo>
                <a:lnTo>
                  <a:pt x="396" y="906"/>
                </a:lnTo>
                <a:lnTo>
                  <a:pt x="415" y="912"/>
                </a:lnTo>
                <a:lnTo>
                  <a:pt x="435" y="918"/>
                </a:lnTo>
                <a:lnTo>
                  <a:pt x="456" y="924"/>
                </a:lnTo>
                <a:lnTo>
                  <a:pt x="476" y="929"/>
                </a:lnTo>
                <a:lnTo>
                  <a:pt x="497" y="934"/>
                </a:lnTo>
                <a:lnTo>
                  <a:pt x="518" y="939"/>
                </a:lnTo>
                <a:lnTo>
                  <a:pt x="539" y="943"/>
                </a:lnTo>
                <a:lnTo>
                  <a:pt x="560" y="946"/>
                </a:lnTo>
                <a:lnTo>
                  <a:pt x="581" y="949"/>
                </a:lnTo>
                <a:lnTo>
                  <a:pt x="603" y="952"/>
                </a:lnTo>
                <a:lnTo>
                  <a:pt x="624" y="954"/>
                </a:lnTo>
                <a:lnTo>
                  <a:pt x="646" y="955"/>
                </a:lnTo>
                <a:lnTo>
                  <a:pt x="668" y="956"/>
                </a:lnTo>
                <a:lnTo>
                  <a:pt x="690" y="957"/>
                </a:lnTo>
                <a:lnTo>
                  <a:pt x="711" y="957"/>
                </a:lnTo>
                <a:lnTo>
                  <a:pt x="733" y="957"/>
                </a:lnTo>
                <a:lnTo>
                  <a:pt x="755" y="956"/>
                </a:lnTo>
                <a:lnTo>
                  <a:pt x="777" y="955"/>
                </a:lnTo>
                <a:lnTo>
                  <a:pt x="799" y="954"/>
                </a:lnTo>
                <a:lnTo>
                  <a:pt x="820" y="952"/>
                </a:lnTo>
                <a:lnTo>
                  <a:pt x="842" y="949"/>
                </a:lnTo>
                <a:lnTo>
                  <a:pt x="863" y="946"/>
                </a:lnTo>
                <a:lnTo>
                  <a:pt x="884" y="943"/>
                </a:lnTo>
                <a:lnTo>
                  <a:pt x="905" y="939"/>
                </a:lnTo>
                <a:lnTo>
                  <a:pt x="926" y="934"/>
                </a:lnTo>
                <a:lnTo>
                  <a:pt x="947" y="929"/>
                </a:lnTo>
                <a:lnTo>
                  <a:pt x="967" y="924"/>
                </a:lnTo>
                <a:lnTo>
                  <a:pt x="988" y="918"/>
                </a:lnTo>
                <a:lnTo>
                  <a:pt x="1008" y="912"/>
                </a:lnTo>
                <a:lnTo>
                  <a:pt x="1027" y="906"/>
                </a:lnTo>
                <a:lnTo>
                  <a:pt x="1046" y="899"/>
                </a:lnTo>
                <a:lnTo>
                  <a:pt x="1065" y="892"/>
                </a:lnTo>
                <a:lnTo>
                  <a:pt x="1084" y="884"/>
                </a:lnTo>
                <a:lnTo>
                  <a:pt x="1102" y="876"/>
                </a:lnTo>
                <a:lnTo>
                  <a:pt x="1120" y="867"/>
                </a:lnTo>
                <a:lnTo>
                  <a:pt x="1138" y="858"/>
                </a:lnTo>
                <a:lnTo>
                  <a:pt x="1155" y="849"/>
                </a:lnTo>
                <a:lnTo>
                  <a:pt x="1171" y="839"/>
                </a:lnTo>
                <a:lnTo>
                  <a:pt x="1187" y="829"/>
                </a:lnTo>
                <a:lnTo>
                  <a:pt x="1203" y="819"/>
                </a:lnTo>
                <a:lnTo>
                  <a:pt x="1218" y="808"/>
                </a:lnTo>
                <a:lnTo>
                  <a:pt x="1233" y="797"/>
                </a:lnTo>
                <a:lnTo>
                  <a:pt x="1247" y="786"/>
                </a:lnTo>
                <a:lnTo>
                  <a:pt x="1261" y="774"/>
                </a:lnTo>
                <a:lnTo>
                  <a:pt x="1274" y="762"/>
                </a:lnTo>
                <a:lnTo>
                  <a:pt x="1287" y="750"/>
                </a:lnTo>
                <a:lnTo>
                  <a:pt x="1299" y="738"/>
                </a:lnTo>
                <a:lnTo>
                  <a:pt x="1310" y="725"/>
                </a:lnTo>
                <a:lnTo>
                  <a:pt x="1321" y="712"/>
                </a:lnTo>
                <a:lnTo>
                  <a:pt x="1331" y="699"/>
                </a:lnTo>
                <a:lnTo>
                  <a:pt x="1341" y="686"/>
                </a:lnTo>
                <a:lnTo>
                  <a:pt x="1350" y="672"/>
                </a:lnTo>
                <a:lnTo>
                  <a:pt x="1358" y="658"/>
                </a:lnTo>
                <a:lnTo>
                  <a:pt x="1366" y="645"/>
                </a:lnTo>
                <a:lnTo>
                  <a:pt x="1373" y="630"/>
                </a:lnTo>
                <a:lnTo>
                  <a:pt x="1379" y="616"/>
                </a:lnTo>
                <a:lnTo>
                  <a:pt x="1385" y="602"/>
                </a:lnTo>
                <a:lnTo>
                  <a:pt x="1390" y="587"/>
                </a:lnTo>
                <a:lnTo>
                  <a:pt x="1394" y="573"/>
                </a:lnTo>
                <a:lnTo>
                  <a:pt x="1398" y="558"/>
                </a:lnTo>
                <a:lnTo>
                  <a:pt x="1401" y="544"/>
                </a:lnTo>
                <a:lnTo>
                  <a:pt x="1404" y="528"/>
                </a:lnTo>
                <a:lnTo>
                  <a:pt x="1405" y="513"/>
                </a:lnTo>
                <a:lnTo>
                  <a:pt x="1406" y="498"/>
                </a:lnTo>
                <a:lnTo>
                  <a:pt x="1407" y="483"/>
                </a:lnTo>
                <a:moveTo>
                  <a:pt x="1422" y="483"/>
                </a:moveTo>
                <a:lnTo>
                  <a:pt x="1422" y="498"/>
                </a:lnTo>
                <a:lnTo>
                  <a:pt x="1420" y="514"/>
                </a:lnTo>
                <a:lnTo>
                  <a:pt x="1419" y="529"/>
                </a:lnTo>
                <a:lnTo>
                  <a:pt x="1416" y="545"/>
                </a:lnTo>
                <a:lnTo>
                  <a:pt x="1413" y="560"/>
                </a:lnTo>
                <a:lnTo>
                  <a:pt x="1409" y="575"/>
                </a:lnTo>
                <a:lnTo>
                  <a:pt x="1405" y="590"/>
                </a:lnTo>
                <a:lnTo>
                  <a:pt x="1400" y="604"/>
                </a:lnTo>
                <a:lnTo>
                  <a:pt x="1394" y="619"/>
                </a:lnTo>
                <a:lnTo>
                  <a:pt x="1387" y="634"/>
                </a:lnTo>
                <a:lnTo>
                  <a:pt x="1380" y="648"/>
                </a:lnTo>
                <a:lnTo>
                  <a:pt x="1372" y="662"/>
                </a:lnTo>
                <a:lnTo>
                  <a:pt x="1363" y="676"/>
                </a:lnTo>
                <a:lnTo>
                  <a:pt x="1354" y="690"/>
                </a:lnTo>
                <a:lnTo>
                  <a:pt x="1344" y="704"/>
                </a:lnTo>
                <a:lnTo>
                  <a:pt x="1334" y="717"/>
                </a:lnTo>
                <a:lnTo>
                  <a:pt x="1323" y="730"/>
                </a:lnTo>
                <a:lnTo>
                  <a:pt x="1311" y="743"/>
                </a:lnTo>
                <a:lnTo>
                  <a:pt x="1299" y="756"/>
                </a:lnTo>
                <a:lnTo>
                  <a:pt x="1286" y="768"/>
                </a:lnTo>
                <a:lnTo>
                  <a:pt x="1273" y="781"/>
                </a:lnTo>
                <a:lnTo>
                  <a:pt x="1259" y="792"/>
                </a:lnTo>
                <a:lnTo>
                  <a:pt x="1244" y="804"/>
                </a:lnTo>
                <a:lnTo>
                  <a:pt x="1229" y="815"/>
                </a:lnTo>
                <a:lnTo>
                  <a:pt x="1214" y="826"/>
                </a:lnTo>
                <a:lnTo>
                  <a:pt x="1198" y="837"/>
                </a:lnTo>
                <a:lnTo>
                  <a:pt x="1181" y="847"/>
                </a:lnTo>
                <a:lnTo>
                  <a:pt x="1164" y="857"/>
                </a:lnTo>
                <a:lnTo>
                  <a:pt x="1147" y="866"/>
                </a:lnTo>
                <a:lnTo>
                  <a:pt x="1129" y="875"/>
                </a:lnTo>
                <a:lnTo>
                  <a:pt x="1111" y="884"/>
                </a:lnTo>
                <a:lnTo>
                  <a:pt x="1092" y="892"/>
                </a:lnTo>
                <a:lnTo>
                  <a:pt x="1073" y="900"/>
                </a:lnTo>
                <a:lnTo>
                  <a:pt x="1054" y="908"/>
                </a:lnTo>
                <a:lnTo>
                  <a:pt x="1034" y="915"/>
                </a:lnTo>
                <a:lnTo>
                  <a:pt x="1014" y="922"/>
                </a:lnTo>
                <a:lnTo>
                  <a:pt x="994" y="928"/>
                </a:lnTo>
                <a:lnTo>
                  <a:pt x="973" y="934"/>
                </a:lnTo>
                <a:lnTo>
                  <a:pt x="952" y="939"/>
                </a:lnTo>
                <a:lnTo>
                  <a:pt x="931" y="944"/>
                </a:lnTo>
                <a:lnTo>
                  <a:pt x="910" y="948"/>
                </a:lnTo>
                <a:lnTo>
                  <a:pt x="888" y="952"/>
                </a:lnTo>
                <a:lnTo>
                  <a:pt x="866" y="956"/>
                </a:lnTo>
                <a:lnTo>
                  <a:pt x="845" y="959"/>
                </a:lnTo>
                <a:lnTo>
                  <a:pt x="823" y="962"/>
                </a:lnTo>
                <a:lnTo>
                  <a:pt x="801" y="964"/>
                </a:lnTo>
                <a:lnTo>
                  <a:pt x="778" y="966"/>
                </a:lnTo>
                <a:lnTo>
                  <a:pt x="756" y="967"/>
                </a:lnTo>
                <a:lnTo>
                  <a:pt x="734" y="967"/>
                </a:lnTo>
                <a:lnTo>
                  <a:pt x="711" y="968"/>
                </a:lnTo>
                <a:lnTo>
                  <a:pt x="689" y="967"/>
                </a:lnTo>
                <a:lnTo>
                  <a:pt x="667" y="967"/>
                </a:lnTo>
                <a:lnTo>
                  <a:pt x="645" y="966"/>
                </a:lnTo>
                <a:lnTo>
                  <a:pt x="622" y="964"/>
                </a:lnTo>
                <a:lnTo>
                  <a:pt x="600" y="962"/>
                </a:lnTo>
                <a:lnTo>
                  <a:pt x="578" y="959"/>
                </a:lnTo>
                <a:lnTo>
                  <a:pt x="557" y="956"/>
                </a:lnTo>
                <a:lnTo>
                  <a:pt x="535" y="952"/>
                </a:lnTo>
                <a:lnTo>
                  <a:pt x="513" y="948"/>
                </a:lnTo>
                <a:lnTo>
                  <a:pt x="492" y="944"/>
                </a:lnTo>
                <a:lnTo>
                  <a:pt x="471" y="939"/>
                </a:lnTo>
                <a:lnTo>
                  <a:pt x="450" y="934"/>
                </a:lnTo>
                <a:lnTo>
                  <a:pt x="429" y="928"/>
                </a:lnTo>
                <a:lnTo>
                  <a:pt x="409" y="922"/>
                </a:lnTo>
                <a:lnTo>
                  <a:pt x="389" y="915"/>
                </a:lnTo>
                <a:lnTo>
                  <a:pt x="369" y="908"/>
                </a:lnTo>
                <a:lnTo>
                  <a:pt x="350" y="900"/>
                </a:lnTo>
                <a:lnTo>
                  <a:pt x="330" y="892"/>
                </a:lnTo>
                <a:lnTo>
                  <a:pt x="311" y="884"/>
                </a:lnTo>
                <a:lnTo>
                  <a:pt x="293" y="875"/>
                </a:lnTo>
                <a:lnTo>
                  <a:pt x="275" y="866"/>
                </a:lnTo>
                <a:lnTo>
                  <a:pt x="258" y="857"/>
                </a:lnTo>
                <a:lnTo>
                  <a:pt x="241" y="847"/>
                </a:lnTo>
                <a:lnTo>
                  <a:pt x="224" y="837"/>
                </a:lnTo>
                <a:lnTo>
                  <a:pt x="208" y="826"/>
                </a:lnTo>
                <a:lnTo>
                  <a:pt x="193" y="815"/>
                </a:lnTo>
                <a:lnTo>
                  <a:pt x="178" y="804"/>
                </a:lnTo>
                <a:lnTo>
                  <a:pt x="163" y="792"/>
                </a:lnTo>
                <a:lnTo>
                  <a:pt x="149" y="781"/>
                </a:lnTo>
                <a:lnTo>
                  <a:pt x="136" y="768"/>
                </a:lnTo>
                <a:lnTo>
                  <a:pt x="123" y="756"/>
                </a:lnTo>
                <a:lnTo>
                  <a:pt x="111" y="743"/>
                </a:lnTo>
                <a:lnTo>
                  <a:pt x="99" y="730"/>
                </a:lnTo>
                <a:lnTo>
                  <a:pt x="88" y="717"/>
                </a:lnTo>
                <a:lnTo>
                  <a:pt x="78" y="704"/>
                </a:lnTo>
                <a:lnTo>
                  <a:pt x="68" y="690"/>
                </a:lnTo>
                <a:lnTo>
                  <a:pt x="59" y="676"/>
                </a:lnTo>
                <a:lnTo>
                  <a:pt x="50" y="662"/>
                </a:lnTo>
                <a:lnTo>
                  <a:pt x="42" y="648"/>
                </a:lnTo>
                <a:lnTo>
                  <a:pt x="35" y="634"/>
                </a:lnTo>
                <a:lnTo>
                  <a:pt x="28" y="619"/>
                </a:lnTo>
                <a:lnTo>
                  <a:pt x="22" y="604"/>
                </a:lnTo>
                <a:lnTo>
                  <a:pt x="17" y="590"/>
                </a:lnTo>
                <a:lnTo>
                  <a:pt x="13" y="575"/>
                </a:lnTo>
                <a:lnTo>
                  <a:pt x="9" y="560"/>
                </a:lnTo>
                <a:lnTo>
                  <a:pt x="6" y="545"/>
                </a:lnTo>
                <a:lnTo>
                  <a:pt x="3" y="529"/>
                </a:lnTo>
                <a:lnTo>
                  <a:pt x="2" y="514"/>
                </a:lnTo>
                <a:lnTo>
                  <a:pt x="0" y="498"/>
                </a:lnTo>
                <a:lnTo>
                  <a:pt x="0" y="483"/>
                </a:lnTo>
                <a:lnTo>
                  <a:pt x="0" y="468"/>
                </a:lnTo>
                <a:lnTo>
                  <a:pt x="2" y="453"/>
                </a:lnTo>
                <a:lnTo>
                  <a:pt x="3" y="438"/>
                </a:lnTo>
                <a:lnTo>
                  <a:pt x="6" y="423"/>
                </a:lnTo>
                <a:lnTo>
                  <a:pt x="9" y="408"/>
                </a:lnTo>
                <a:lnTo>
                  <a:pt x="13" y="393"/>
                </a:lnTo>
                <a:lnTo>
                  <a:pt x="17" y="378"/>
                </a:lnTo>
                <a:lnTo>
                  <a:pt x="22" y="363"/>
                </a:lnTo>
                <a:lnTo>
                  <a:pt x="28" y="348"/>
                </a:lnTo>
                <a:lnTo>
                  <a:pt x="35" y="334"/>
                </a:lnTo>
                <a:lnTo>
                  <a:pt x="42" y="319"/>
                </a:lnTo>
                <a:lnTo>
                  <a:pt x="50" y="305"/>
                </a:lnTo>
                <a:lnTo>
                  <a:pt x="59" y="291"/>
                </a:lnTo>
                <a:lnTo>
                  <a:pt x="68" y="277"/>
                </a:lnTo>
                <a:lnTo>
                  <a:pt x="78" y="264"/>
                </a:lnTo>
                <a:lnTo>
                  <a:pt x="88" y="250"/>
                </a:lnTo>
                <a:lnTo>
                  <a:pt x="99" y="237"/>
                </a:lnTo>
                <a:lnTo>
                  <a:pt x="111" y="224"/>
                </a:lnTo>
                <a:lnTo>
                  <a:pt x="123" y="212"/>
                </a:lnTo>
                <a:lnTo>
                  <a:pt x="136" y="199"/>
                </a:lnTo>
                <a:lnTo>
                  <a:pt x="149" y="187"/>
                </a:lnTo>
                <a:lnTo>
                  <a:pt x="163" y="175"/>
                </a:lnTo>
                <a:lnTo>
                  <a:pt x="178" y="164"/>
                </a:lnTo>
                <a:lnTo>
                  <a:pt x="193" y="152"/>
                </a:lnTo>
                <a:lnTo>
                  <a:pt x="208" y="141"/>
                </a:lnTo>
                <a:lnTo>
                  <a:pt x="224" y="131"/>
                </a:lnTo>
                <a:lnTo>
                  <a:pt x="241" y="121"/>
                </a:lnTo>
                <a:lnTo>
                  <a:pt x="258" y="111"/>
                </a:lnTo>
                <a:lnTo>
                  <a:pt x="275" y="101"/>
                </a:lnTo>
                <a:lnTo>
                  <a:pt x="293" y="92"/>
                </a:lnTo>
                <a:lnTo>
                  <a:pt x="311" y="83"/>
                </a:lnTo>
                <a:lnTo>
                  <a:pt x="330" y="75"/>
                </a:lnTo>
                <a:lnTo>
                  <a:pt x="350" y="67"/>
                </a:lnTo>
                <a:lnTo>
                  <a:pt x="369" y="60"/>
                </a:lnTo>
                <a:lnTo>
                  <a:pt x="389" y="53"/>
                </a:lnTo>
                <a:lnTo>
                  <a:pt x="409" y="46"/>
                </a:lnTo>
                <a:lnTo>
                  <a:pt x="429" y="40"/>
                </a:lnTo>
                <a:lnTo>
                  <a:pt x="450" y="34"/>
                </a:lnTo>
                <a:lnTo>
                  <a:pt x="471" y="28"/>
                </a:lnTo>
                <a:lnTo>
                  <a:pt x="492" y="23"/>
                </a:lnTo>
                <a:lnTo>
                  <a:pt x="513" y="19"/>
                </a:lnTo>
                <a:lnTo>
                  <a:pt x="535" y="15"/>
                </a:lnTo>
                <a:lnTo>
                  <a:pt x="557" y="11"/>
                </a:lnTo>
                <a:lnTo>
                  <a:pt x="578" y="8"/>
                </a:lnTo>
                <a:lnTo>
                  <a:pt x="600" y="6"/>
                </a:lnTo>
                <a:lnTo>
                  <a:pt x="622" y="4"/>
                </a:lnTo>
                <a:lnTo>
                  <a:pt x="645" y="2"/>
                </a:lnTo>
                <a:lnTo>
                  <a:pt x="667" y="1"/>
                </a:lnTo>
                <a:lnTo>
                  <a:pt x="689" y="0"/>
                </a:lnTo>
                <a:lnTo>
                  <a:pt x="711" y="0"/>
                </a:lnTo>
                <a:lnTo>
                  <a:pt x="734" y="0"/>
                </a:lnTo>
                <a:lnTo>
                  <a:pt x="756" y="1"/>
                </a:lnTo>
                <a:lnTo>
                  <a:pt x="778" y="2"/>
                </a:lnTo>
                <a:lnTo>
                  <a:pt x="801" y="4"/>
                </a:lnTo>
                <a:lnTo>
                  <a:pt x="823" y="6"/>
                </a:lnTo>
                <a:lnTo>
                  <a:pt x="845" y="8"/>
                </a:lnTo>
                <a:lnTo>
                  <a:pt x="866" y="11"/>
                </a:lnTo>
                <a:lnTo>
                  <a:pt x="888" y="15"/>
                </a:lnTo>
                <a:lnTo>
                  <a:pt x="910" y="19"/>
                </a:lnTo>
                <a:lnTo>
                  <a:pt x="931" y="23"/>
                </a:lnTo>
                <a:lnTo>
                  <a:pt x="952" y="28"/>
                </a:lnTo>
                <a:lnTo>
                  <a:pt x="973" y="34"/>
                </a:lnTo>
                <a:lnTo>
                  <a:pt x="994" y="40"/>
                </a:lnTo>
                <a:lnTo>
                  <a:pt x="1014" y="46"/>
                </a:lnTo>
                <a:lnTo>
                  <a:pt x="1034" y="53"/>
                </a:lnTo>
                <a:lnTo>
                  <a:pt x="1054" y="60"/>
                </a:lnTo>
                <a:lnTo>
                  <a:pt x="1073" y="67"/>
                </a:lnTo>
                <a:lnTo>
                  <a:pt x="1092" y="75"/>
                </a:lnTo>
                <a:lnTo>
                  <a:pt x="1111" y="83"/>
                </a:lnTo>
                <a:lnTo>
                  <a:pt x="1129" y="92"/>
                </a:lnTo>
                <a:lnTo>
                  <a:pt x="1147" y="101"/>
                </a:lnTo>
                <a:lnTo>
                  <a:pt x="1164" y="111"/>
                </a:lnTo>
                <a:lnTo>
                  <a:pt x="1181" y="121"/>
                </a:lnTo>
                <a:lnTo>
                  <a:pt x="1198" y="131"/>
                </a:lnTo>
                <a:lnTo>
                  <a:pt x="1214" y="141"/>
                </a:lnTo>
                <a:lnTo>
                  <a:pt x="1229" y="152"/>
                </a:lnTo>
                <a:lnTo>
                  <a:pt x="1244" y="164"/>
                </a:lnTo>
                <a:lnTo>
                  <a:pt x="1259" y="175"/>
                </a:lnTo>
                <a:lnTo>
                  <a:pt x="1273" y="187"/>
                </a:lnTo>
                <a:lnTo>
                  <a:pt x="1286" y="199"/>
                </a:lnTo>
                <a:lnTo>
                  <a:pt x="1299" y="212"/>
                </a:lnTo>
                <a:lnTo>
                  <a:pt x="1311" y="224"/>
                </a:lnTo>
                <a:lnTo>
                  <a:pt x="1323" y="237"/>
                </a:lnTo>
                <a:lnTo>
                  <a:pt x="1334" y="250"/>
                </a:lnTo>
                <a:lnTo>
                  <a:pt x="1344" y="264"/>
                </a:lnTo>
                <a:lnTo>
                  <a:pt x="1354" y="277"/>
                </a:lnTo>
                <a:lnTo>
                  <a:pt x="1363" y="291"/>
                </a:lnTo>
                <a:lnTo>
                  <a:pt x="1372" y="305"/>
                </a:lnTo>
                <a:lnTo>
                  <a:pt x="1380" y="319"/>
                </a:lnTo>
                <a:lnTo>
                  <a:pt x="1387" y="334"/>
                </a:lnTo>
                <a:lnTo>
                  <a:pt x="1394" y="348"/>
                </a:lnTo>
                <a:lnTo>
                  <a:pt x="1400" y="363"/>
                </a:lnTo>
                <a:lnTo>
                  <a:pt x="1405" y="378"/>
                </a:lnTo>
                <a:lnTo>
                  <a:pt x="1409" y="393"/>
                </a:lnTo>
                <a:lnTo>
                  <a:pt x="1413" y="408"/>
                </a:lnTo>
                <a:lnTo>
                  <a:pt x="1416" y="423"/>
                </a:lnTo>
                <a:lnTo>
                  <a:pt x="1419" y="438"/>
                </a:lnTo>
                <a:lnTo>
                  <a:pt x="1420" y="453"/>
                </a:lnTo>
                <a:lnTo>
                  <a:pt x="1422" y="468"/>
                </a:lnTo>
                <a:lnTo>
                  <a:pt x="1422" y="483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2" name=""/>
          <p:cNvSpPr/>
          <p:nvPr/>
        </p:nvSpPr>
        <p:spPr>
          <a:xfrm>
            <a:off x="7801200" y="2761560"/>
            <a:ext cx="516960" cy="352080"/>
          </a:xfrm>
          <a:custGeom>
            <a:avLst/>
            <a:gdLst/>
            <a:ahLst/>
            <a:rect l="0" t="0" r="r" b="b"/>
            <a:pathLst>
              <a:path w="1436" h="978">
                <a:moveTo>
                  <a:pt x="1429" y="488"/>
                </a:moveTo>
                <a:lnTo>
                  <a:pt x="1429" y="473"/>
                </a:lnTo>
                <a:lnTo>
                  <a:pt x="1427" y="458"/>
                </a:lnTo>
                <a:lnTo>
                  <a:pt x="1426" y="443"/>
                </a:lnTo>
                <a:lnTo>
                  <a:pt x="1423" y="428"/>
                </a:lnTo>
                <a:lnTo>
                  <a:pt x="1420" y="413"/>
                </a:lnTo>
                <a:lnTo>
                  <a:pt x="1416" y="398"/>
                </a:lnTo>
                <a:lnTo>
                  <a:pt x="1412" y="383"/>
                </a:lnTo>
                <a:lnTo>
                  <a:pt x="1407" y="368"/>
                </a:lnTo>
                <a:lnTo>
                  <a:pt x="1401" y="353"/>
                </a:lnTo>
                <a:lnTo>
                  <a:pt x="1394" y="339"/>
                </a:lnTo>
                <a:lnTo>
                  <a:pt x="1387" y="324"/>
                </a:lnTo>
                <a:lnTo>
                  <a:pt x="1379" y="310"/>
                </a:lnTo>
                <a:lnTo>
                  <a:pt x="1370" y="296"/>
                </a:lnTo>
                <a:lnTo>
                  <a:pt x="1361" y="282"/>
                </a:lnTo>
                <a:lnTo>
                  <a:pt x="1351" y="269"/>
                </a:lnTo>
                <a:lnTo>
                  <a:pt x="1341" y="255"/>
                </a:lnTo>
                <a:lnTo>
                  <a:pt x="1330" y="242"/>
                </a:lnTo>
                <a:lnTo>
                  <a:pt x="1318" y="229"/>
                </a:lnTo>
                <a:lnTo>
                  <a:pt x="1306" y="217"/>
                </a:lnTo>
                <a:lnTo>
                  <a:pt x="1293" y="204"/>
                </a:lnTo>
                <a:lnTo>
                  <a:pt x="1280" y="192"/>
                </a:lnTo>
                <a:lnTo>
                  <a:pt x="1266" y="180"/>
                </a:lnTo>
                <a:lnTo>
                  <a:pt x="1251" y="169"/>
                </a:lnTo>
                <a:lnTo>
                  <a:pt x="1236" y="157"/>
                </a:lnTo>
                <a:lnTo>
                  <a:pt x="1221" y="146"/>
                </a:lnTo>
                <a:lnTo>
                  <a:pt x="1205" y="136"/>
                </a:lnTo>
                <a:lnTo>
                  <a:pt x="1188" y="126"/>
                </a:lnTo>
                <a:lnTo>
                  <a:pt x="1171" y="116"/>
                </a:lnTo>
                <a:lnTo>
                  <a:pt x="1154" y="106"/>
                </a:lnTo>
                <a:lnTo>
                  <a:pt x="1136" y="97"/>
                </a:lnTo>
                <a:lnTo>
                  <a:pt x="1118" y="88"/>
                </a:lnTo>
                <a:lnTo>
                  <a:pt x="1099" y="80"/>
                </a:lnTo>
                <a:lnTo>
                  <a:pt x="1080" y="72"/>
                </a:lnTo>
                <a:lnTo>
                  <a:pt x="1061" y="65"/>
                </a:lnTo>
                <a:lnTo>
                  <a:pt x="1041" y="58"/>
                </a:lnTo>
                <a:lnTo>
                  <a:pt x="1021" y="51"/>
                </a:lnTo>
                <a:lnTo>
                  <a:pt x="1001" y="45"/>
                </a:lnTo>
                <a:lnTo>
                  <a:pt x="980" y="39"/>
                </a:lnTo>
                <a:lnTo>
                  <a:pt x="959" y="33"/>
                </a:lnTo>
                <a:lnTo>
                  <a:pt x="938" y="28"/>
                </a:lnTo>
                <a:lnTo>
                  <a:pt x="917" y="24"/>
                </a:lnTo>
                <a:lnTo>
                  <a:pt x="895" y="20"/>
                </a:lnTo>
                <a:lnTo>
                  <a:pt x="873" y="16"/>
                </a:lnTo>
                <a:lnTo>
                  <a:pt x="852" y="13"/>
                </a:lnTo>
                <a:lnTo>
                  <a:pt x="830" y="11"/>
                </a:lnTo>
                <a:lnTo>
                  <a:pt x="808" y="9"/>
                </a:lnTo>
                <a:lnTo>
                  <a:pt x="785" y="7"/>
                </a:lnTo>
                <a:lnTo>
                  <a:pt x="763" y="6"/>
                </a:lnTo>
                <a:lnTo>
                  <a:pt x="741" y="5"/>
                </a:lnTo>
                <a:lnTo>
                  <a:pt x="718" y="5"/>
                </a:lnTo>
                <a:lnTo>
                  <a:pt x="696" y="5"/>
                </a:lnTo>
                <a:lnTo>
                  <a:pt x="674" y="6"/>
                </a:lnTo>
                <a:lnTo>
                  <a:pt x="652" y="7"/>
                </a:lnTo>
                <a:lnTo>
                  <a:pt x="629" y="9"/>
                </a:lnTo>
                <a:lnTo>
                  <a:pt x="607" y="11"/>
                </a:lnTo>
                <a:lnTo>
                  <a:pt x="585" y="13"/>
                </a:lnTo>
                <a:lnTo>
                  <a:pt x="563" y="16"/>
                </a:lnTo>
                <a:lnTo>
                  <a:pt x="541" y="20"/>
                </a:lnTo>
                <a:lnTo>
                  <a:pt x="519" y="24"/>
                </a:lnTo>
                <a:lnTo>
                  <a:pt x="498" y="28"/>
                </a:lnTo>
                <a:lnTo>
                  <a:pt x="477" y="33"/>
                </a:lnTo>
                <a:lnTo>
                  <a:pt x="456" y="39"/>
                </a:lnTo>
                <a:lnTo>
                  <a:pt x="435" y="45"/>
                </a:lnTo>
                <a:lnTo>
                  <a:pt x="415" y="51"/>
                </a:lnTo>
                <a:lnTo>
                  <a:pt x="395" y="58"/>
                </a:lnTo>
                <a:lnTo>
                  <a:pt x="375" y="65"/>
                </a:lnTo>
                <a:lnTo>
                  <a:pt x="356" y="72"/>
                </a:lnTo>
                <a:lnTo>
                  <a:pt x="337" y="80"/>
                </a:lnTo>
                <a:lnTo>
                  <a:pt x="318" y="88"/>
                </a:lnTo>
                <a:lnTo>
                  <a:pt x="300" y="97"/>
                </a:lnTo>
                <a:lnTo>
                  <a:pt x="282" y="106"/>
                </a:lnTo>
                <a:lnTo>
                  <a:pt x="265" y="116"/>
                </a:lnTo>
                <a:lnTo>
                  <a:pt x="248" y="126"/>
                </a:lnTo>
                <a:lnTo>
                  <a:pt x="231" y="136"/>
                </a:lnTo>
                <a:lnTo>
                  <a:pt x="215" y="146"/>
                </a:lnTo>
                <a:lnTo>
                  <a:pt x="200" y="157"/>
                </a:lnTo>
                <a:lnTo>
                  <a:pt x="185" y="169"/>
                </a:lnTo>
                <a:lnTo>
                  <a:pt x="170" y="180"/>
                </a:lnTo>
                <a:lnTo>
                  <a:pt x="156" y="192"/>
                </a:lnTo>
                <a:lnTo>
                  <a:pt x="143" y="204"/>
                </a:lnTo>
                <a:lnTo>
                  <a:pt x="130" y="217"/>
                </a:lnTo>
                <a:lnTo>
                  <a:pt x="118" y="229"/>
                </a:lnTo>
                <a:lnTo>
                  <a:pt x="106" y="242"/>
                </a:lnTo>
                <a:lnTo>
                  <a:pt x="95" y="255"/>
                </a:lnTo>
                <a:lnTo>
                  <a:pt x="85" y="269"/>
                </a:lnTo>
                <a:lnTo>
                  <a:pt x="75" y="282"/>
                </a:lnTo>
                <a:lnTo>
                  <a:pt x="66" y="296"/>
                </a:lnTo>
                <a:lnTo>
                  <a:pt x="57" y="310"/>
                </a:lnTo>
                <a:lnTo>
                  <a:pt x="49" y="324"/>
                </a:lnTo>
                <a:lnTo>
                  <a:pt x="42" y="339"/>
                </a:lnTo>
                <a:lnTo>
                  <a:pt x="35" y="353"/>
                </a:lnTo>
                <a:lnTo>
                  <a:pt x="29" y="368"/>
                </a:lnTo>
                <a:lnTo>
                  <a:pt x="24" y="383"/>
                </a:lnTo>
                <a:lnTo>
                  <a:pt x="20" y="398"/>
                </a:lnTo>
                <a:lnTo>
                  <a:pt x="16" y="413"/>
                </a:lnTo>
                <a:lnTo>
                  <a:pt x="13" y="428"/>
                </a:lnTo>
                <a:lnTo>
                  <a:pt x="10" y="443"/>
                </a:lnTo>
                <a:lnTo>
                  <a:pt x="9" y="458"/>
                </a:lnTo>
                <a:lnTo>
                  <a:pt x="7" y="473"/>
                </a:lnTo>
                <a:lnTo>
                  <a:pt x="7" y="488"/>
                </a:lnTo>
                <a:lnTo>
                  <a:pt x="7" y="503"/>
                </a:lnTo>
                <a:lnTo>
                  <a:pt x="9" y="519"/>
                </a:lnTo>
                <a:lnTo>
                  <a:pt x="10" y="534"/>
                </a:lnTo>
                <a:lnTo>
                  <a:pt x="13" y="549"/>
                </a:lnTo>
                <a:lnTo>
                  <a:pt x="16" y="564"/>
                </a:lnTo>
                <a:lnTo>
                  <a:pt x="20" y="579"/>
                </a:lnTo>
                <a:lnTo>
                  <a:pt x="24" y="594"/>
                </a:lnTo>
                <a:lnTo>
                  <a:pt x="29" y="608"/>
                </a:lnTo>
                <a:lnTo>
                  <a:pt x="35" y="623"/>
                </a:lnTo>
                <a:lnTo>
                  <a:pt x="42" y="639"/>
                </a:lnTo>
                <a:lnTo>
                  <a:pt x="49" y="653"/>
                </a:lnTo>
                <a:lnTo>
                  <a:pt x="57" y="667"/>
                </a:lnTo>
                <a:lnTo>
                  <a:pt x="66" y="681"/>
                </a:lnTo>
                <a:lnTo>
                  <a:pt x="75" y="695"/>
                </a:lnTo>
                <a:lnTo>
                  <a:pt x="85" y="709"/>
                </a:lnTo>
                <a:lnTo>
                  <a:pt x="95" y="722"/>
                </a:lnTo>
                <a:lnTo>
                  <a:pt x="106" y="735"/>
                </a:lnTo>
                <a:lnTo>
                  <a:pt x="118" y="748"/>
                </a:lnTo>
                <a:lnTo>
                  <a:pt x="130" y="761"/>
                </a:lnTo>
                <a:lnTo>
                  <a:pt x="143" y="773"/>
                </a:lnTo>
                <a:lnTo>
                  <a:pt x="156" y="786"/>
                </a:lnTo>
                <a:lnTo>
                  <a:pt x="170" y="797"/>
                </a:lnTo>
                <a:lnTo>
                  <a:pt x="185" y="809"/>
                </a:lnTo>
                <a:lnTo>
                  <a:pt x="200" y="820"/>
                </a:lnTo>
                <a:lnTo>
                  <a:pt x="215" y="831"/>
                </a:lnTo>
                <a:lnTo>
                  <a:pt x="231" y="842"/>
                </a:lnTo>
                <a:lnTo>
                  <a:pt x="248" y="852"/>
                </a:lnTo>
                <a:lnTo>
                  <a:pt x="265" y="862"/>
                </a:lnTo>
                <a:lnTo>
                  <a:pt x="282" y="871"/>
                </a:lnTo>
                <a:lnTo>
                  <a:pt x="300" y="880"/>
                </a:lnTo>
                <a:lnTo>
                  <a:pt x="318" y="889"/>
                </a:lnTo>
                <a:lnTo>
                  <a:pt x="337" y="897"/>
                </a:lnTo>
                <a:lnTo>
                  <a:pt x="356" y="905"/>
                </a:lnTo>
                <a:lnTo>
                  <a:pt x="375" y="913"/>
                </a:lnTo>
                <a:lnTo>
                  <a:pt x="395" y="920"/>
                </a:lnTo>
                <a:lnTo>
                  <a:pt x="415" y="927"/>
                </a:lnTo>
                <a:lnTo>
                  <a:pt x="435" y="933"/>
                </a:lnTo>
                <a:lnTo>
                  <a:pt x="456" y="939"/>
                </a:lnTo>
                <a:lnTo>
                  <a:pt x="477" y="944"/>
                </a:lnTo>
                <a:lnTo>
                  <a:pt x="498" y="949"/>
                </a:lnTo>
                <a:lnTo>
                  <a:pt x="519" y="953"/>
                </a:lnTo>
                <a:lnTo>
                  <a:pt x="541" y="957"/>
                </a:lnTo>
                <a:lnTo>
                  <a:pt x="563" y="961"/>
                </a:lnTo>
                <a:lnTo>
                  <a:pt x="585" y="964"/>
                </a:lnTo>
                <a:lnTo>
                  <a:pt x="607" y="967"/>
                </a:lnTo>
                <a:lnTo>
                  <a:pt x="629" y="969"/>
                </a:lnTo>
                <a:lnTo>
                  <a:pt x="652" y="971"/>
                </a:lnTo>
                <a:lnTo>
                  <a:pt x="674" y="972"/>
                </a:lnTo>
                <a:lnTo>
                  <a:pt x="696" y="972"/>
                </a:lnTo>
                <a:lnTo>
                  <a:pt x="718" y="973"/>
                </a:lnTo>
                <a:lnTo>
                  <a:pt x="741" y="972"/>
                </a:lnTo>
                <a:lnTo>
                  <a:pt x="763" y="972"/>
                </a:lnTo>
                <a:lnTo>
                  <a:pt x="785" y="971"/>
                </a:lnTo>
                <a:lnTo>
                  <a:pt x="808" y="969"/>
                </a:lnTo>
                <a:lnTo>
                  <a:pt x="830" y="967"/>
                </a:lnTo>
                <a:lnTo>
                  <a:pt x="852" y="964"/>
                </a:lnTo>
                <a:lnTo>
                  <a:pt x="873" y="961"/>
                </a:lnTo>
                <a:lnTo>
                  <a:pt x="895" y="957"/>
                </a:lnTo>
                <a:lnTo>
                  <a:pt x="917" y="953"/>
                </a:lnTo>
                <a:lnTo>
                  <a:pt x="938" y="949"/>
                </a:lnTo>
                <a:lnTo>
                  <a:pt x="959" y="944"/>
                </a:lnTo>
                <a:lnTo>
                  <a:pt x="980" y="939"/>
                </a:lnTo>
                <a:lnTo>
                  <a:pt x="1001" y="933"/>
                </a:lnTo>
                <a:lnTo>
                  <a:pt x="1021" y="927"/>
                </a:lnTo>
                <a:lnTo>
                  <a:pt x="1041" y="920"/>
                </a:lnTo>
                <a:lnTo>
                  <a:pt x="1061" y="913"/>
                </a:lnTo>
                <a:lnTo>
                  <a:pt x="1080" y="905"/>
                </a:lnTo>
                <a:lnTo>
                  <a:pt x="1099" y="897"/>
                </a:lnTo>
                <a:lnTo>
                  <a:pt x="1118" y="889"/>
                </a:lnTo>
                <a:lnTo>
                  <a:pt x="1136" y="880"/>
                </a:lnTo>
                <a:lnTo>
                  <a:pt x="1154" y="871"/>
                </a:lnTo>
                <a:lnTo>
                  <a:pt x="1171" y="862"/>
                </a:lnTo>
                <a:lnTo>
                  <a:pt x="1188" y="852"/>
                </a:lnTo>
                <a:lnTo>
                  <a:pt x="1205" y="842"/>
                </a:lnTo>
                <a:lnTo>
                  <a:pt x="1221" y="831"/>
                </a:lnTo>
                <a:lnTo>
                  <a:pt x="1236" y="820"/>
                </a:lnTo>
                <a:lnTo>
                  <a:pt x="1251" y="809"/>
                </a:lnTo>
                <a:lnTo>
                  <a:pt x="1266" y="797"/>
                </a:lnTo>
                <a:lnTo>
                  <a:pt x="1280" y="786"/>
                </a:lnTo>
                <a:lnTo>
                  <a:pt x="1293" y="773"/>
                </a:lnTo>
                <a:lnTo>
                  <a:pt x="1306" y="761"/>
                </a:lnTo>
                <a:lnTo>
                  <a:pt x="1318" y="748"/>
                </a:lnTo>
                <a:lnTo>
                  <a:pt x="1330" y="735"/>
                </a:lnTo>
                <a:lnTo>
                  <a:pt x="1341" y="722"/>
                </a:lnTo>
                <a:lnTo>
                  <a:pt x="1351" y="709"/>
                </a:lnTo>
                <a:lnTo>
                  <a:pt x="1361" y="695"/>
                </a:lnTo>
                <a:lnTo>
                  <a:pt x="1370" y="681"/>
                </a:lnTo>
                <a:lnTo>
                  <a:pt x="1379" y="667"/>
                </a:lnTo>
                <a:lnTo>
                  <a:pt x="1387" y="653"/>
                </a:lnTo>
                <a:lnTo>
                  <a:pt x="1394" y="639"/>
                </a:lnTo>
                <a:lnTo>
                  <a:pt x="1401" y="623"/>
                </a:lnTo>
                <a:lnTo>
                  <a:pt x="1407" y="608"/>
                </a:lnTo>
                <a:lnTo>
                  <a:pt x="1412" y="594"/>
                </a:lnTo>
                <a:lnTo>
                  <a:pt x="1416" y="579"/>
                </a:lnTo>
                <a:lnTo>
                  <a:pt x="1420" y="564"/>
                </a:lnTo>
                <a:lnTo>
                  <a:pt x="1423" y="549"/>
                </a:lnTo>
                <a:lnTo>
                  <a:pt x="1426" y="534"/>
                </a:lnTo>
                <a:lnTo>
                  <a:pt x="1427" y="519"/>
                </a:lnTo>
                <a:lnTo>
                  <a:pt x="1429" y="503"/>
                </a:lnTo>
                <a:lnTo>
                  <a:pt x="1429" y="488"/>
                </a:lnTo>
                <a:moveTo>
                  <a:pt x="1436" y="488"/>
                </a:moveTo>
                <a:lnTo>
                  <a:pt x="1436" y="504"/>
                </a:lnTo>
                <a:lnTo>
                  <a:pt x="1435" y="519"/>
                </a:lnTo>
                <a:lnTo>
                  <a:pt x="1433" y="534"/>
                </a:lnTo>
                <a:lnTo>
                  <a:pt x="1431" y="549"/>
                </a:lnTo>
                <a:lnTo>
                  <a:pt x="1428" y="565"/>
                </a:lnTo>
                <a:lnTo>
                  <a:pt x="1424" y="580"/>
                </a:lnTo>
                <a:lnTo>
                  <a:pt x="1419" y="595"/>
                </a:lnTo>
                <a:lnTo>
                  <a:pt x="1414" y="610"/>
                </a:lnTo>
                <a:lnTo>
                  <a:pt x="1408" y="625"/>
                </a:lnTo>
                <a:lnTo>
                  <a:pt x="1401" y="640"/>
                </a:lnTo>
                <a:lnTo>
                  <a:pt x="1394" y="655"/>
                </a:lnTo>
                <a:lnTo>
                  <a:pt x="1386" y="669"/>
                </a:lnTo>
                <a:lnTo>
                  <a:pt x="1377" y="683"/>
                </a:lnTo>
                <a:lnTo>
                  <a:pt x="1368" y="697"/>
                </a:lnTo>
                <a:lnTo>
                  <a:pt x="1358" y="711"/>
                </a:lnTo>
                <a:lnTo>
                  <a:pt x="1348" y="725"/>
                </a:lnTo>
                <a:lnTo>
                  <a:pt x="1336" y="738"/>
                </a:lnTo>
                <a:lnTo>
                  <a:pt x="1325" y="751"/>
                </a:lnTo>
                <a:lnTo>
                  <a:pt x="1312" y="764"/>
                </a:lnTo>
                <a:lnTo>
                  <a:pt x="1299" y="776"/>
                </a:lnTo>
                <a:lnTo>
                  <a:pt x="1286" y="789"/>
                </a:lnTo>
                <a:lnTo>
                  <a:pt x="1272" y="801"/>
                </a:lnTo>
                <a:lnTo>
                  <a:pt x="1257" y="812"/>
                </a:lnTo>
                <a:lnTo>
                  <a:pt x="1242" y="824"/>
                </a:lnTo>
                <a:lnTo>
                  <a:pt x="1226" y="835"/>
                </a:lnTo>
                <a:lnTo>
                  <a:pt x="1210" y="845"/>
                </a:lnTo>
                <a:lnTo>
                  <a:pt x="1193" y="856"/>
                </a:lnTo>
                <a:lnTo>
                  <a:pt x="1176" y="866"/>
                </a:lnTo>
                <a:lnTo>
                  <a:pt x="1159" y="875"/>
                </a:lnTo>
                <a:lnTo>
                  <a:pt x="1140" y="885"/>
                </a:lnTo>
                <a:lnTo>
                  <a:pt x="1122" y="893"/>
                </a:lnTo>
                <a:lnTo>
                  <a:pt x="1103" y="902"/>
                </a:lnTo>
                <a:lnTo>
                  <a:pt x="1084" y="910"/>
                </a:lnTo>
                <a:lnTo>
                  <a:pt x="1064" y="917"/>
                </a:lnTo>
                <a:lnTo>
                  <a:pt x="1044" y="925"/>
                </a:lnTo>
                <a:lnTo>
                  <a:pt x="1024" y="931"/>
                </a:lnTo>
                <a:lnTo>
                  <a:pt x="1004" y="938"/>
                </a:lnTo>
                <a:lnTo>
                  <a:pt x="983" y="944"/>
                </a:lnTo>
                <a:lnTo>
                  <a:pt x="962" y="949"/>
                </a:lnTo>
                <a:lnTo>
                  <a:pt x="940" y="954"/>
                </a:lnTo>
                <a:lnTo>
                  <a:pt x="919" y="958"/>
                </a:lnTo>
                <a:lnTo>
                  <a:pt x="897" y="962"/>
                </a:lnTo>
                <a:lnTo>
                  <a:pt x="875" y="966"/>
                </a:lnTo>
                <a:lnTo>
                  <a:pt x="853" y="969"/>
                </a:lnTo>
                <a:lnTo>
                  <a:pt x="831" y="972"/>
                </a:lnTo>
                <a:lnTo>
                  <a:pt x="808" y="974"/>
                </a:lnTo>
                <a:lnTo>
                  <a:pt x="786" y="976"/>
                </a:lnTo>
                <a:lnTo>
                  <a:pt x="764" y="977"/>
                </a:lnTo>
                <a:lnTo>
                  <a:pt x="741" y="978"/>
                </a:lnTo>
                <a:lnTo>
                  <a:pt x="718" y="978"/>
                </a:lnTo>
                <a:lnTo>
                  <a:pt x="696" y="978"/>
                </a:lnTo>
                <a:lnTo>
                  <a:pt x="673" y="977"/>
                </a:lnTo>
                <a:lnTo>
                  <a:pt x="651" y="976"/>
                </a:lnTo>
                <a:lnTo>
                  <a:pt x="629" y="974"/>
                </a:lnTo>
                <a:lnTo>
                  <a:pt x="606" y="972"/>
                </a:lnTo>
                <a:lnTo>
                  <a:pt x="584" y="969"/>
                </a:lnTo>
                <a:lnTo>
                  <a:pt x="561" y="966"/>
                </a:lnTo>
                <a:lnTo>
                  <a:pt x="539" y="962"/>
                </a:lnTo>
                <a:lnTo>
                  <a:pt x="517" y="958"/>
                </a:lnTo>
                <a:lnTo>
                  <a:pt x="496" y="954"/>
                </a:lnTo>
                <a:lnTo>
                  <a:pt x="474" y="949"/>
                </a:lnTo>
                <a:lnTo>
                  <a:pt x="453" y="944"/>
                </a:lnTo>
                <a:lnTo>
                  <a:pt x="432" y="938"/>
                </a:lnTo>
                <a:lnTo>
                  <a:pt x="412" y="931"/>
                </a:lnTo>
                <a:lnTo>
                  <a:pt x="392" y="925"/>
                </a:lnTo>
                <a:lnTo>
                  <a:pt x="372" y="917"/>
                </a:lnTo>
                <a:lnTo>
                  <a:pt x="352" y="910"/>
                </a:lnTo>
                <a:lnTo>
                  <a:pt x="333" y="902"/>
                </a:lnTo>
                <a:lnTo>
                  <a:pt x="314" y="893"/>
                </a:lnTo>
                <a:lnTo>
                  <a:pt x="295" y="885"/>
                </a:lnTo>
                <a:lnTo>
                  <a:pt x="277" y="875"/>
                </a:lnTo>
                <a:lnTo>
                  <a:pt x="260" y="866"/>
                </a:lnTo>
                <a:lnTo>
                  <a:pt x="243" y="856"/>
                </a:lnTo>
                <a:lnTo>
                  <a:pt x="226" y="845"/>
                </a:lnTo>
                <a:lnTo>
                  <a:pt x="210" y="835"/>
                </a:lnTo>
                <a:lnTo>
                  <a:pt x="194" y="824"/>
                </a:lnTo>
                <a:lnTo>
                  <a:pt x="179" y="812"/>
                </a:lnTo>
                <a:lnTo>
                  <a:pt x="164" y="801"/>
                </a:lnTo>
                <a:lnTo>
                  <a:pt x="150" y="789"/>
                </a:lnTo>
                <a:lnTo>
                  <a:pt x="137" y="776"/>
                </a:lnTo>
                <a:lnTo>
                  <a:pt x="124" y="764"/>
                </a:lnTo>
                <a:lnTo>
                  <a:pt x="111" y="751"/>
                </a:lnTo>
                <a:lnTo>
                  <a:pt x="100" y="738"/>
                </a:lnTo>
                <a:lnTo>
                  <a:pt x="88" y="725"/>
                </a:lnTo>
                <a:lnTo>
                  <a:pt x="78" y="711"/>
                </a:lnTo>
                <a:lnTo>
                  <a:pt x="68" y="697"/>
                </a:lnTo>
                <a:lnTo>
                  <a:pt x="59" y="683"/>
                </a:lnTo>
                <a:lnTo>
                  <a:pt x="50" y="669"/>
                </a:lnTo>
                <a:lnTo>
                  <a:pt x="42" y="655"/>
                </a:lnTo>
                <a:lnTo>
                  <a:pt x="35" y="640"/>
                </a:lnTo>
                <a:lnTo>
                  <a:pt x="28" y="625"/>
                </a:lnTo>
                <a:lnTo>
                  <a:pt x="22" y="610"/>
                </a:lnTo>
                <a:lnTo>
                  <a:pt x="17" y="595"/>
                </a:lnTo>
                <a:lnTo>
                  <a:pt x="12" y="580"/>
                </a:lnTo>
                <a:lnTo>
                  <a:pt x="8" y="565"/>
                </a:lnTo>
                <a:lnTo>
                  <a:pt x="5" y="549"/>
                </a:lnTo>
                <a:lnTo>
                  <a:pt x="3" y="534"/>
                </a:lnTo>
                <a:lnTo>
                  <a:pt x="1" y="519"/>
                </a:lnTo>
                <a:lnTo>
                  <a:pt x="0" y="504"/>
                </a:lnTo>
                <a:lnTo>
                  <a:pt x="0" y="488"/>
                </a:lnTo>
                <a:lnTo>
                  <a:pt x="0" y="473"/>
                </a:lnTo>
                <a:lnTo>
                  <a:pt x="1" y="458"/>
                </a:lnTo>
                <a:lnTo>
                  <a:pt x="3" y="442"/>
                </a:lnTo>
                <a:lnTo>
                  <a:pt x="5" y="427"/>
                </a:lnTo>
                <a:lnTo>
                  <a:pt x="8" y="412"/>
                </a:lnTo>
                <a:lnTo>
                  <a:pt x="12" y="397"/>
                </a:lnTo>
                <a:lnTo>
                  <a:pt x="17" y="382"/>
                </a:lnTo>
                <a:lnTo>
                  <a:pt x="22" y="367"/>
                </a:lnTo>
                <a:lnTo>
                  <a:pt x="28" y="352"/>
                </a:lnTo>
                <a:lnTo>
                  <a:pt x="35" y="337"/>
                </a:lnTo>
                <a:lnTo>
                  <a:pt x="42" y="323"/>
                </a:lnTo>
                <a:lnTo>
                  <a:pt x="50" y="308"/>
                </a:lnTo>
                <a:lnTo>
                  <a:pt x="59" y="294"/>
                </a:lnTo>
                <a:lnTo>
                  <a:pt x="68" y="280"/>
                </a:lnTo>
                <a:lnTo>
                  <a:pt x="78" y="266"/>
                </a:lnTo>
                <a:lnTo>
                  <a:pt x="88" y="253"/>
                </a:lnTo>
                <a:lnTo>
                  <a:pt x="100" y="240"/>
                </a:lnTo>
                <a:lnTo>
                  <a:pt x="111" y="226"/>
                </a:lnTo>
                <a:lnTo>
                  <a:pt x="124" y="214"/>
                </a:lnTo>
                <a:lnTo>
                  <a:pt x="137" y="201"/>
                </a:lnTo>
                <a:lnTo>
                  <a:pt x="150" y="189"/>
                </a:lnTo>
                <a:lnTo>
                  <a:pt x="164" y="177"/>
                </a:lnTo>
                <a:lnTo>
                  <a:pt x="179" y="165"/>
                </a:lnTo>
                <a:lnTo>
                  <a:pt x="194" y="154"/>
                </a:lnTo>
                <a:lnTo>
                  <a:pt x="210" y="143"/>
                </a:lnTo>
                <a:lnTo>
                  <a:pt x="226" y="132"/>
                </a:lnTo>
                <a:lnTo>
                  <a:pt x="243" y="122"/>
                </a:lnTo>
                <a:lnTo>
                  <a:pt x="260" y="112"/>
                </a:lnTo>
                <a:lnTo>
                  <a:pt x="277" y="102"/>
                </a:lnTo>
                <a:lnTo>
                  <a:pt x="295" y="93"/>
                </a:lnTo>
                <a:lnTo>
                  <a:pt x="314" y="84"/>
                </a:lnTo>
                <a:lnTo>
                  <a:pt x="333" y="76"/>
                </a:lnTo>
                <a:lnTo>
                  <a:pt x="352" y="68"/>
                </a:lnTo>
                <a:lnTo>
                  <a:pt x="372" y="60"/>
                </a:lnTo>
                <a:lnTo>
                  <a:pt x="392" y="53"/>
                </a:lnTo>
                <a:lnTo>
                  <a:pt x="412" y="46"/>
                </a:lnTo>
                <a:lnTo>
                  <a:pt x="432" y="40"/>
                </a:lnTo>
                <a:lnTo>
                  <a:pt x="453" y="34"/>
                </a:lnTo>
                <a:lnTo>
                  <a:pt x="474" y="29"/>
                </a:lnTo>
                <a:lnTo>
                  <a:pt x="496" y="24"/>
                </a:lnTo>
                <a:lnTo>
                  <a:pt x="517" y="19"/>
                </a:lnTo>
                <a:lnTo>
                  <a:pt x="539" y="15"/>
                </a:lnTo>
                <a:lnTo>
                  <a:pt x="561" y="11"/>
                </a:lnTo>
                <a:lnTo>
                  <a:pt x="584" y="8"/>
                </a:lnTo>
                <a:lnTo>
                  <a:pt x="606" y="6"/>
                </a:lnTo>
                <a:lnTo>
                  <a:pt x="629" y="4"/>
                </a:lnTo>
                <a:lnTo>
                  <a:pt x="651" y="2"/>
                </a:lnTo>
                <a:lnTo>
                  <a:pt x="673" y="1"/>
                </a:lnTo>
                <a:lnTo>
                  <a:pt x="696" y="0"/>
                </a:lnTo>
                <a:lnTo>
                  <a:pt x="718" y="0"/>
                </a:lnTo>
                <a:lnTo>
                  <a:pt x="741" y="0"/>
                </a:lnTo>
                <a:lnTo>
                  <a:pt x="764" y="1"/>
                </a:lnTo>
                <a:lnTo>
                  <a:pt x="786" y="2"/>
                </a:lnTo>
                <a:lnTo>
                  <a:pt x="808" y="4"/>
                </a:lnTo>
                <a:lnTo>
                  <a:pt x="831" y="6"/>
                </a:lnTo>
                <a:lnTo>
                  <a:pt x="853" y="8"/>
                </a:lnTo>
                <a:lnTo>
                  <a:pt x="875" y="11"/>
                </a:lnTo>
                <a:lnTo>
                  <a:pt x="897" y="15"/>
                </a:lnTo>
                <a:lnTo>
                  <a:pt x="919" y="19"/>
                </a:lnTo>
                <a:lnTo>
                  <a:pt x="940" y="24"/>
                </a:lnTo>
                <a:lnTo>
                  <a:pt x="962" y="29"/>
                </a:lnTo>
                <a:lnTo>
                  <a:pt x="983" y="34"/>
                </a:lnTo>
                <a:lnTo>
                  <a:pt x="1004" y="40"/>
                </a:lnTo>
                <a:lnTo>
                  <a:pt x="1024" y="46"/>
                </a:lnTo>
                <a:lnTo>
                  <a:pt x="1044" y="53"/>
                </a:lnTo>
                <a:lnTo>
                  <a:pt x="1064" y="60"/>
                </a:lnTo>
                <a:lnTo>
                  <a:pt x="1084" y="68"/>
                </a:lnTo>
                <a:lnTo>
                  <a:pt x="1103" y="76"/>
                </a:lnTo>
                <a:lnTo>
                  <a:pt x="1122" y="84"/>
                </a:lnTo>
                <a:lnTo>
                  <a:pt x="1140" y="93"/>
                </a:lnTo>
                <a:lnTo>
                  <a:pt x="1159" y="102"/>
                </a:lnTo>
                <a:lnTo>
                  <a:pt x="1176" y="112"/>
                </a:lnTo>
                <a:lnTo>
                  <a:pt x="1193" y="122"/>
                </a:lnTo>
                <a:lnTo>
                  <a:pt x="1210" y="132"/>
                </a:lnTo>
                <a:lnTo>
                  <a:pt x="1226" y="143"/>
                </a:lnTo>
                <a:lnTo>
                  <a:pt x="1242" y="154"/>
                </a:lnTo>
                <a:lnTo>
                  <a:pt x="1257" y="165"/>
                </a:lnTo>
                <a:lnTo>
                  <a:pt x="1272" y="177"/>
                </a:lnTo>
                <a:lnTo>
                  <a:pt x="1286" y="189"/>
                </a:lnTo>
                <a:lnTo>
                  <a:pt x="1299" y="201"/>
                </a:lnTo>
                <a:lnTo>
                  <a:pt x="1312" y="214"/>
                </a:lnTo>
                <a:lnTo>
                  <a:pt x="1325" y="226"/>
                </a:lnTo>
                <a:lnTo>
                  <a:pt x="1336" y="240"/>
                </a:lnTo>
                <a:lnTo>
                  <a:pt x="1348" y="253"/>
                </a:lnTo>
                <a:lnTo>
                  <a:pt x="1358" y="266"/>
                </a:lnTo>
                <a:lnTo>
                  <a:pt x="1368" y="280"/>
                </a:lnTo>
                <a:lnTo>
                  <a:pt x="1377" y="294"/>
                </a:lnTo>
                <a:lnTo>
                  <a:pt x="1386" y="308"/>
                </a:lnTo>
                <a:lnTo>
                  <a:pt x="1394" y="323"/>
                </a:lnTo>
                <a:lnTo>
                  <a:pt x="1401" y="337"/>
                </a:lnTo>
                <a:lnTo>
                  <a:pt x="1408" y="352"/>
                </a:lnTo>
                <a:lnTo>
                  <a:pt x="1414" y="367"/>
                </a:lnTo>
                <a:lnTo>
                  <a:pt x="1419" y="382"/>
                </a:lnTo>
                <a:lnTo>
                  <a:pt x="1424" y="397"/>
                </a:lnTo>
                <a:lnTo>
                  <a:pt x="1428" y="412"/>
                </a:lnTo>
                <a:lnTo>
                  <a:pt x="1431" y="427"/>
                </a:lnTo>
                <a:lnTo>
                  <a:pt x="1433" y="442"/>
                </a:lnTo>
                <a:lnTo>
                  <a:pt x="1435" y="458"/>
                </a:lnTo>
                <a:lnTo>
                  <a:pt x="1436" y="473"/>
                </a:lnTo>
                <a:lnTo>
                  <a:pt x="1436" y="488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3" name=""/>
          <p:cNvSpPr/>
          <p:nvPr/>
        </p:nvSpPr>
        <p:spPr>
          <a:xfrm>
            <a:off x="7795440" y="2757600"/>
            <a:ext cx="528480" cy="359640"/>
          </a:xfrm>
          <a:custGeom>
            <a:avLst/>
            <a:gdLst/>
            <a:ahLst/>
            <a:rect l="0" t="0" r="r" b="b"/>
            <a:pathLst>
              <a:path w="1468" h="999">
                <a:moveTo>
                  <a:pt x="1452" y="499"/>
                </a:moveTo>
                <a:lnTo>
                  <a:pt x="1452" y="484"/>
                </a:lnTo>
                <a:lnTo>
                  <a:pt x="1451" y="469"/>
                </a:lnTo>
                <a:lnTo>
                  <a:pt x="1449" y="453"/>
                </a:lnTo>
                <a:lnTo>
                  <a:pt x="1447" y="438"/>
                </a:lnTo>
                <a:lnTo>
                  <a:pt x="1444" y="423"/>
                </a:lnTo>
                <a:lnTo>
                  <a:pt x="1440" y="408"/>
                </a:lnTo>
                <a:lnTo>
                  <a:pt x="1435" y="393"/>
                </a:lnTo>
                <a:lnTo>
                  <a:pt x="1430" y="378"/>
                </a:lnTo>
                <a:lnTo>
                  <a:pt x="1424" y="363"/>
                </a:lnTo>
                <a:lnTo>
                  <a:pt x="1417" y="348"/>
                </a:lnTo>
                <a:lnTo>
                  <a:pt x="1410" y="334"/>
                </a:lnTo>
                <a:lnTo>
                  <a:pt x="1402" y="319"/>
                </a:lnTo>
                <a:lnTo>
                  <a:pt x="1393" y="305"/>
                </a:lnTo>
                <a:lnTo>
                  <a:pt x="1384" y="291"/>
                </a:lnTo>
                <a:lnTo>
                  <a:pt x="1374" y="277"/>
                </a:lnTo>
                <a:lnTo>
                  <a:pt x="1364" y="264"/>
                </a:lnTo>
                <a:lnTo>
                  <a:pt x="1352" y="251"/>
                </a:lnTo>
                <a:lnTo>
                  <a:pt x="1341" y="237"/>
                </a:lnTo>
                <a:lnTo>
                  <a:pt x="1328" y="225"/>
                </a:lnTo>
                <a:lnTo>
                  <a:pt x="1315" y="212"/>
                </a:lnTo>
                <a:lnTo>
                  <a:pt x="1302" y="200"/>
                </a:lnTo>
                <a:lnTo>
                  <a:pt x="1288" y="188"/>
                </a:lnTo>
                <a:lnTo>
                  <a:pt x="1273" y="176"/>
                </a:lnTo>
                <a:lnTo>
                  <a:pt x="1258" y="165"/>
                </a:lnTo>
                <a:lnTo>
                  <a:pt x="1242" y="154"/>
                </a:lnTo>
                <a:lnTo>
                  <a:pt x="1226" y="143"/>
                </a:lnTo>
                <a:lnTo>
                  <a:pt x="1209" y="133"/>
                </a:lnTo>
                <a:lnTo>
                  <a:pt x="1192" y="123"/>
                </a:lnTo>
                <a:lnTo>
                  <a:pt x="1175" y="113"/>
                </a:lnTo>
                <a:lnTo>
                  <a:pt x="1156" y="104"/>
                </a:lnTo>
                <a:lnTo>
                  <a:pt x="1138" y="95"/>
                </a:lnTo>
                <a:lnTo>
                  <a:pt x="1119" y="87"/>
                </a:lnTo>
                <a:lnTo>
                  <a:pt x="1100" y="79"/>
                </a:lnTo>
                <a:lnTo>
                  <a:pt x="1080" y="71"/>
                </a:lnTo>
                <a:lnTo>
                  <a:pt x="1059" y="64"/>
                </a:lnTo>
                <a:lnTo>
                  <a:pt x="1039" y="57"/>
                </a:lnTo>
                <a:lnTo>
                  <a:pt x="1019" y="51"/>
                </a:lnTo>
                <a:lnTo>
                  <a:pt x="998" y="45"/>
                </a:lnTo>
                <a:lnTo>
                  <a:pt x="977" y="40"/>
                </a:lnTo>
                <a:lnTo>
                  <a:pt x="955" y="35"/>
                </a:lnTo>
                <a:lnTo>
                  <a:pt x="934" y="30"/>
                </a:lnTo>
                <a:lnTo>
                  <a:pt x="912" y="26"/>
                </a:lnTo>
                <a:lnTo>
                  <a:pt x="890" y="22"/>
                </a:lnTo>
                <a:lnTo>
                  <a:pt x="868" y="19"/>
                </a:lnTo>
                <a:lnTo>
                  <a:pt x="846" y="17"/>
                </a:lnTo>
                <a:lnTo>
                  <a:pt x="823" y="15"/>
                </a:lnTo>
                <a:lnTo>
                  <a:pt x="801" y="13"/>
                </a:lnTo>
                <a:lnTo>
                  <a:pt x="779" y="12"/>
                </a:lnTo>
                <a:lnTo>
                  <a:pt x="756" y="11"/>
                </a:lnTo>
                <a:lnTo>
                  <a:pt x="733" y="11"/>
                </a:lnTo>
                <a:lnTo>
                  <a:pt x="711" y="11"/>
                </a:lnTo>
                <a:lnTo>
                  <a:pt x="688" y="12"/>
                </a:lnTo>
                <a:lnTo>
                  <a:pt x="666" y="13"/>
                </a:lnTo>
                <a:lnTo>
                  <a:pt x="644" y="15"/>
                </a:lnTo>
                <a:lnTo>
                  <a:pt x="621" y="17"/>
                </a:lnTo>
                <a:lnTo>
                  <a:pt x="599" y="19"/>
                </a:lnTo>
                <a:lnTo>
                  <a:pt x="577" y="22"/>
                </a:lnTo>
                <a:lnTo>
                  <a:pt x="555" y="26"/>
                </a:lnTo>
                <a:lnTo>
                  <a:pt x="533" y="30"/>
                </a:lnTo>
                <a:lnTo>
                  <a:pt x="512" y="35"/>
                </a:lnTo>
                <a:lnTo>
                  <a:pt x="490" y="40"/>
                </a:lnTo>
                <a:lnTo>
                  <a:pt x="469" y="45"/>
                </a:lnTo>
                <a:lnTo>
                  <a:pt x="448" y="51"/>
                </a:lnTo>
                <a:lnTo>
                  <a:pt x="428" y="57"/>
                </a:lnTo>
                <a:lnTo>
                  <a:pt x="408" y="64"/>
                </a:lnTo>
                <a:lnTo>
                  <a:pt x="388" y="71"/>
                </a:lnTo>
                <a:lnTo>
                  <a:pt x="368" y="79"/>
                </a:lnTo>
                <a:lnTo>
                  <a:pt x="349" y="87"/>
                </a:lnTo>
                <a:lnTo>
                  <a:pt x="330" y="95"/>
                </a:lnTo>
                <a:lnTo>
                  <a:pt x="311" y="104"/>
                </a:lnTo>
                <a:lnTo>
                  <a:pt x="293" y="113"/>
                </a:lnTo>
                <a:lnTo>
                  <a:pt x="276" y="123"/>
                </a:lnTo>
                <a:lnTo>
                  <a:pt x="259" y="133"/>
                </a:lnTo>
                <a:lnTo>
                  <a:pt x="242" y="143"/>
                </a:lnTo>
                <a:lnTo>
                  <a:pt x="226" y="154"/>
                </a:lnTo>
                <a:lnTo>
                  <a:pt x="210" y="165"/>
                </a:lnTo>
                <a:lnTo>
                  <a:pt x="195" y="176"/>
                </a:lnTo>
                <a:lnTo>
                  <a:pt x="180" y="188"/>
                </a:lnTo>
                <a:lnTo>
                  <a:pt x="166" y="200"/>
                </a:lnTo>
                <a:lnTo>
                  <a:pt x="153" y="212"/>
                </a:lnTo>
                <a:lnTo>
                  <a:pt x="140" y="225"/>
                </a:lnTo>
                <a:lnTo>
                  <a:pt x="127" y="237"/>
                </a:lnTo>
                <a:lnTo>
                  <a:pt x="116" y="251"/>
                </a:lnTo>
                <a:lnTo>
                  <a:pt x="104" y="264"/>
                </a:lnTo>
                <a:lnTo>
                  <a:pt x="94" y="277"/>
                </a:lnTo>
                <a:lnTo>
                  <a:pt x="84" y="291"/>
                </a:lnTo>
                <a:lnTo>
                  <a:pt x="75" y="305"/>
                </a:lnTo>
                <a:lnTo>
                  <a:pt x="66" y="319"/>
                </a:lnTo>
                <a:lnTo>
                  <a:pt x="58" y="334"/>
                </a:lnTo>
                <a:lnTo>
                  <a:pt x="51" y="348"/>
                </a:lnTo>
                <a:lnTo>
                  <a:pt x="44" y="363"/>
                </a:lnTo>
                <a:lnTo>
                  <a:pt x="38" y="378"/>
                </a:lnTo>
                <a:lnTo>
                  <a:pt x="33" y="393"/>
                </a:lnTo>
                <a:lnTo>
                  <a:pt x="28" y="408"/>
                </a:lnTo>
                <a:lnTo>
                  <a:pt x="24" y="423"/>
                </a:lnTo>
                <a:lnTo>
                  <a:pt x="21" y="438"/>
                </a:lnTo>
                <a:lnTo>
                  <a:pt x="19" y="453"/>
                </a:lnTo>
                <a:lnTo>
                  <a:pt x="17" y="469"/>
                </a:lnTo>
                <a:lnTo>
                  <a:pt x="16" y="484"/>
                </a:lnTo>
                <a:lnTo>
                  <a:pt x="16" y="499"/>
                </a:lnTo>
                <a:lnTo>
                  <a:pt x="16" y="515"/>
                </a:lnTo>
                <a:lnTo>
                  <a:pt x="17" y="530"/>
                </a:lnTo>
                <a:lnTo>
                  <a:pt x="19" y="545"/>
                </a:lnTo>
                <a:lnTo>
                  <a:pt x="21" y="560"/>
                </a:lnTo>
                <a:lnTo>
                  <a:pt x="24" y="576"/>
                </a:lnTo>
                <a:lnTo>
                  <a:pt x="28" y="591"/>
                </a:lnTo>
                <a:lnTo>
                  <a:pt x="33" y="606"/>
                </a:lnTo>
                <a:lnTo>
                  <a:pt x="38" y="621"/>
                </a:lnTo>
                <a:lnTo>
                  <a:pt x="44" y="636"/>
                </a:lnTo>
                <a:lnTo>
                  <a:pt x="51" y="650"/>
                </a:lnTo>
                <a:lnTo>
                  <a:pt x="58" y="665"/>
                </a:lnTo>
                <a:lnTo>
                  <a:pt x="66" y="679"/>
                </a:lnTo>
                <a:lnTo>
                  <a:pt x="75" y="693"/>
                </a:lnTo>
                <a:lnTo>
                  <a:pt x="84" y="707"/>
                </a:lnTo>
                <a:lnTo>
                  <a:pt x="94" y="721"/>
                </a:lnTo>
                <a:lnTo>
                  <a:pt x="104" y="735"/>
                </a:lnTo>
                <a:lnTo>
                  <a:pt x="116" y="748"/>
                </a:lnTo>
                <a:lnTo>
                  <a:pt x="127" y="761"/>
                </a:lnTo>
                <a:lnTo>
                  <a:pt x="140" y="774"/>
                </a:lnTo>
                <a:lnTo>
                  <a:pt x="153" y="786"/>
                </a:lnTo>
                <a:lnTo>
                  <a:pt x="166" y="799"/>
                </a:lnTo>
                <a:lnTo>
                  <a:pt x="180" y="811"/>
                </a:lnTo>
                <a:lnTo>
                  <a:pt x="195" y="823"/>
                </a:lnTo>
                <a:lnTo>
                  <a:pt x="210" y="835"/>
                </a:lnTo>
                <a:lnTo>
                  <a:pt x="226" y="846"/>
                </a:lnTo>
                <a:lnTo>
                  <a:pt x="242" y="856"/>
                </a:lnTo>
                <a:lnTo>
                  <a:pt x="259" y="867"/>
                </a:lnTo>
                <a:lnTo>
                  <a:pt x="276" y="877"/>
                </a:lnTo>
                <a:lnTo>
                  <a:pt x="293" y="886"/>
                </a:lnTo>
                <a:lnTo>
                  <a:pt x="311" y="896"/>
                </a:lnTo>
                <a:lnTo>
                  <a:pt x="330" y="904"/>
                </a:lnTo>
                <a:lnTo>
                  <a:pt x="349" y="913"/>
                </a:lnTo>
                <a:lnTo>
                  <a:pt x="368" y="921"/>
                </a:lnTo>
                <a:lnTo>
                  <a:pt x="388" y="928"/>
                </a:lnTo>
                <a:lnTo>
                  <a:pt x="408" y="936"/>
                </a:lnTo>
                <a:lnTo>
                  <a:pt x="428" y="942"/>
                </a:lnTo>
                <a:lnTo>
                  <a:pt x="448" y="949"/>
                </a:lnTo>
                <a:lnTo>
                  <a:pt x="469" y="955"/>
                </a:lnTo>
                <a:lnTo>
                  <a:pt x="490" y="960"/>
                </a:lnTo>
                <a:lnTo>
                  <a:pt x="512" y="965"/>
                </a:lnTo>
                <a:lnTo>
                  <a:pt x="533" y="969"/>
                </a:lnTo>
                <a:lnTo>
                  <a:pt x="555" y="973"/>
                </a:lnTo>
                <a:lnTo>
                  <a:pt x="577" y="977"/>
                </a:lnTo>
                <a:lnTo>
                  <a:pt x="599" y="980"/>
                </a:lnTo>
                <a:lnTo>
                  <a:pt x="621" y="983"/>
                </a:lnTo>
                <a:lnTo>
                  <a:pt x="644" y="985"/>
                </a:lnTo>
                <a:lnTo>
                  <a:pt x="666" y="987"/>
                </a:lnTo>
                <a:lnTo>
                  <a:pt x="688" y="988"/>
                </a:lnTo>
                <a:lnTo>
                  <a:pt x="711" y="989"/>
                </a:lnTo>
                <a:lnTo>
                  <a:pt x="733" y="989"/>
                </a:lnTo>
                <a:lnTo>
                  <a:pt x="756" y="989"/>
                </a:lnTo>
                <a:lnTo>
                  <a:pt x="779" y="988"/>
                </a:lnTo>
                <a:lnTo>
                  <a:pt x="801" y="987"/>
                </a:lnTo>
                <a:lnTo>
                  <a:pt x="823" y="985"/>
                </a:lnTo>
                <a:lnTo>
                  <a:pt x="846" y="983"/>
                </a:lnTo>
                <a:lnTo>
                  <a:pt x="868" y="980"/>
                </a:lnTo>
                <a:lnTo>
                  <a:pt x="890" y="977"/>
                </a:lnTo>
                <a:lnTo>
                  <a:pt x="912" y="973"/>
                </a:lnTo>
                <a:lnTo>
                  <a:pt x="934" y="969"/>
                </a:lnTo>
                <a:lnTo>
                  <a:pt x="955" y="965"/>
                </a:lnTo>
                <a:lnTo>
                  <a:pt x="977" y="960"/>
                </a:lnTo>
                <a:lnTo>
                  <a:pt x="998" y="955"/>
                </a:lnTo>
                <a:lnTo>
                  <a:pt x="1019" y="949"/>
                </a:lnTo>
                <a:lnTo>
                  <a:pt x="1039" y="942"/>
                </a:lnTo>
                <a:lnTo>
                  <a:pt x="1059" y="936"/>
                </a:lnTo>
                <a:lnTo>
                  <a:pt x="1080" y="928"/>
                </a:lnTo>
                <a:lnTo>
                  <a:pt x="1100" y="921"/>
                </a:lnTo>
                <a:lnTo>
                  <a:pt x="1119" y="913"/>
                </a:lnTo>
                <a:lnTo>
                  <a:pt x="1138" y="904"/>
                </a:lnTo>
                <a:lnTo>
                  <a:pt x="1156" y="896"/>
                </a:lnTo>
                <a:lnTo>
                  <a:pt x="1175" y="886"/>
                </a:lnTo>
                <a:lnTo>
                  <a:pt x="1192" y="877"/>
                </a:lnTo>
                <a:lnTo>
                  <a:pt x="1209" y="867"/>
                </a:lnTo>
                <a:lnTo>
                  <a:pt x="1226" y="856"/>
                </a:lnTo>
                <a:lnTo>
                  <a:pt x="1242" y="846"/>
                </a:lnTo>
                <a:lnTo>
                  <a:pt x="1258" y="835"/>
                </a:lnTo>
                <a:lnTo>
                  <a:pt x="1273" y="823"/>
                </a:lnTo>
                <a:lnTo>
                  <a:pt x="1288" y="811"/>
                </a:lnTo>
                <a:lnTo>
                  <a:pt x="1302" y="799"/>
                </a:lnTo>
                <a:lnTo>
                  <a:pt x="1315" y="786"/>
                </a:lnTo>
                <a:lnTo>
                  <a:pt x="1328" y="774"/>
                </a:lnTo>
                <a:lnTo>
                  <a:pt x="1341" y="761"/>
                </a:lnTo>
                <a:lnTo>
                  <a:pt x="1352" y="748"/>
                </a:lnTo>
                <a:lnTo>
                  <a:pt x="1364" y="735"/>
                </a:lnTo>
                <a:lnTo>
                  <a:pt x="1374" y="721"/>
                </a:lnTo>
                <a:lnTo>
                  <a:pt x="1384" y="707"/>
                </a:lnTo>
                <a:lnTo>
                  <a:pt x="1393" y="693"/>
                </a:lnTo>
                <a:lnTo>
                  <a:pt x="1402" y="679"/>
                </a:lnTo>
                <a:lnTo>
                  <a:pt x="1410" y="665"/>
                </a:lnTo>
                <a:lnTo>
                  <a:pt x="1417" y="650"/>
                </a:lnTo>
                <a:lnTo>
                  <a:pt x="1424" y="636"/>
                </a:lnTo>
                <a:lnTo>
                  <a:pt x="1430" y="621"/>
                </a:lnTo>
                <a:lnTo>
                  <a:pt x="1435" y="606"/>
                </a:lnTo>
                <a:lnTo>
                  <a:pt x="1440" y="591"/>
                </a:lnTo>
                <a:lnTo>
                  <a:pt x="1444" y="576"/>
                </a:lnTo>
                <a:lnTo>
                  <a:pt x="1447" y="560"/>
                </a:lnTo>
                <a:lnTo>
                  <a:pt x="1449" y="545"/>
                </a:lnTo>
                <a:lnTo>
                  <a:pt x="1451" y="530"/>
                </a:lnTo>
                <a:lnTo>
                  <a:pt x="1452" y="515"/>
                </a:lnTo>
                <a:lnTo>
                  <a:pt x="1452" y="499"/>
                </a:lnTo>
                <a:moveTo>
                  <a:pt x="1468" y="499"/>
                </a:moveTo>
                <a:lnTo>
                  <a:pt x="1467" y="515"/>
                </a:lnTo>
                <a:lnTo>
                  <a:pt x="1466" y="531"/>
                </a:lnTo>
                <a:lnTo>
                  <a:pt x="1464" y="546"/>
                </a:lnTo>
                <a:lnTo>
                  <a:pt x="1462" y="562"/>
                </a:lnTo>
                <a:lnTo>
                  <a:pt x="1459" y="577"/>
                </a:lnTo>
                <a:lnTo>
                  <a:pt x="1455" y="593"/>
                </a:lnTo>
                <a:lnTo>
                  <a:pt x="1450" y="608"/>
                </a:lnTo>
                <a:lnTo>
                  <a:pt x="1444" y="623"/>
                </a:lnTo>
                <a:lnTo>
                  <a:pt x="1438" y="638"/>
                </a:lnTo>
                <a:lnTo>
                  <a:pt x="1432" y="653"/>
                </a:lnTo>
                <a:lnTo>
                  <a:pt x="1424" y="668"/>
                </a:lnTo>
                <a:lnTo>
                  <a:pt x="1416" y="683"/>
                </a:lnTo>
                <a:lnTo>
                  <a:pt x="1407" y="697"/>
                </a:lnTo>
                <a:lnTo>
                  <a:pt x="1398" y="712"/>
                </a:lnTo>
                <a:lnTo>
                  <a:pt x="1388" y="726"/>
                </a:lnTo>
                <a:lnTo>
                  <a:pt x="1377" y="740"/>
                </a:lnTo>
                <a:lnTo>
                  <a:pt x="1365" y="753"/>
                </a:lnTo>
                <a:lnTo>
                  <a:pt x="1353" y="767"/>
                </a:lnTo>
                <a:lnTo>
                  <a:pt x="1341" y="780"/>
                </a:lnTo>
                <a:lnTo>
                  <a:pt x="1328" y="792"/>
                </a:lnTo>
                <a:lnTo>
                  <a:pt x="1314" y="805"/>
                </a:lnTo>
                <a:lnTo>
                  <a:pt x="1299" y="818"/>
                </a:lnTo>
                <a:lnTo>
                  <a:pt x="1284" y="830"/>
                </a:lnTo>
                <a:lnTo>
                  <a:pt x="1269" y="842"/>
                </a:lnTo>
                <a:lnTo>
                  <a:pt x="1253" y="853"/>
                </a:lnTo>
                <a:lnTo>
                  <a:pt x="1236" y="864"/>
                </a:lnTo>
                <a:lnTo>
                  <a:pt x="1219" y="874"/>
                </a:lnTo>
                <a:lnTo>
                  <a:pt x="1202" y="885"/>
                </a:lnTo>
                <a:lnTo>
                  <a:pt x="1184" y="894"/>
                </a:lnTo>
                <a:lnTo>
                  <a:pt x="1165" y="904"/>
                </a:lnTo>
                <a:lnTo>
                  <a:pt x="1147" y="913"/>
                </a:lnTo>
                <a:lnTo>
                  <a:pt x="1127" y="921"/>
                </a:lnTo>
                <a:lnTo>
                  <a:pt x="1108" y="930"/>
                </a:lnTo>
                <a:lnTo>
                  <a:pt x="1088" y="937"/>
                </a:lnTo>
                <a:lnTo>
                  <a:pt x="1066" y="945"/>
                </a:lnTo>
                <a:lnTo>
                  <a:pt x="1046" y="952"/>
                </a:lnTo>
                <a:lnTo>
                  <a:pt x="1025" y="958"/>
                </a:lnTo>
                <a:lnTo>
                  <a:pt x="1003" y="964"/>
                </a:lnTo>
                <a:lnTo>
                  <a:pt x="982" y="970"/>
                </a:lnTo>
                <a:lnTo>
                  <a:pt x="960" y="975"/>
                </a:lnTo>
                <a:lnTo>
                  <a:pt x="938" y="979"/>
                </a:lnTo>
                <a:lnTo>
                  <a:pt x="916" y="983"/>
                </a:lnTo>
                <a:lnTo>
                  <a:pt x="893" y="987"/>
                </a:lnTo>
                <a:lnTo>
                  <a:pt x="871" y="990"/>
                </a:lnTo>
                <a:lnTo>
                  <a:pt x="848" y="993"/>
                </a:lnTo>
                <a:lnTo>
                  <a:pt x="825" y="995"/>
                </a:lnTo>
                <a:lnTo>
                  <a:pt x="802" y="997"/>
                </a:lnTo>
                <a:lnTo>
                  <a:pt x="780" y="998"/>
                </a:lnTo>
                <a:lnTo>
                  <a:pt x="757" y="999"/>
                </a:lnTo>
                <a:lnTo>
                  <a:pt x="733" y="999"/>
                </a:lnTo>
                <a:lnTo>
                  <a:pt x="710" y="999"/>
                </a:lnTo>
                <a:lnTo>
                  <a:pt x="687" y="998"/>
                </a:lnTo>
                <a:lnTo>
                  <a:pt x="664" y="997"/>
                </a:lnTo>
                <a:lnTo>
                  <a:pt x="642" y="995"/>
                </a:lnTo>
                <a:lnTo>
                  <a:pt x="619" y="993"/>
                </a:lnTo>
                <a:lnTo>
                  <a:pt x="596" y="990"/>
                </a:lnTo>
                <a:lnTo>
                  <a:pt x="574" y="987"/>
                </a:lnTo>
                <a:lnTo>
                  <a:pt x="551" y="983"/>
                </a:lnTo>
                <a:lnTo>
                  <a:pt x="529" y="979"/>
                </a:lnTo>
                <a:lnTo>
                  <a:pt x="507" y="975"/>
                </a:lnTo>
                <a:lnTo>
                  <a:pt x="485" y="970"/>
                </a:lnTo>
                <a:lnTo>
                  <a:pt x="464" y="964"/>
                </a:lnTo>
                <a:lnTo>
                  <a:pt x="442" y="958"/>
                </a:lnTo>
                <a:lnTo>
                  <a:pt x="421" y="952"/>
                </a:lnTo>
                <a:lnTo>
                  <a:pt x="401" y="945"/>
                </a:lnTo>
                <a:lnTo>
                  <a:pt x="380" y="937"/>
                </a:lnTo>
                <a:lnTo>
                  <a:pt x="360" y="930"/>
                </a:lnTo>
                <a:lnTo>
                  <a:pt x="341" y="921"/>
                </a:lnTo>
                <a:lnTo>
                  <a:pt x="321" y="913"/>
                </a:lnTo>
                <a:lnTo>
                  <a:pt x="303" y="904"/>
                </a:lnTo>
                <a:lnTo>
                  <a:pt x="284" y="894"/>
                </a:lnTo>
                <a:lnTo>
                  <a:pt x="266" y="885"/>
                </a:lnTo>
                <a:lnTo>
                  <a:pt x="249" y="874"/>
                </a:lnTo>
                <a:lnTo>
                  <a:pt x="232" y="864"/>
                </a:lnTo>
                <a:lnTo>
                  <a:pt x="215" y="853"/>
                </a:lnTo>
                <a:lnTo>
                  <a:pt x="199" y="842"/>
                </a:lnTo>
                <a:lnTo>
                  <a:pt x="184" y="830"/>
                </a:lnTo>
                <a:lnTo>
                  <a:pt x="169" y="818"/>
                </a:lnTo>
                <a:lnTo>
                  <a:pt x="154" y="805"/>
                </a:lnTo>
                <a:lnTo>
                  <a:pt x="140" y="792"/>
                </a:lnTo>
                <a:lnTo>
                  <a:pt x="127" y="780"/>
                </a:lnTo>
                <a:lnTo>
                  <a:pt x="115" y="767"/>
                </a:lnTo>
                <a:lnTo>
                  <a:pt x="103" y="753"/>
                </a:lnTo>
                <a:lnTo>
                  <a:pt x="91" y="740"/>
                </a:lnTo>
                <a:lnTo>
                  <a:pt x="80" y="726"/>
                </a:lnTo>
                <a:lnTo>
                  <a:pt x="70" y="712"/>
                </a:lnTo>
                <a:lnTo>
                  <a:pt x="61" y="697"/>
                </a:lnTo>
                <a:lnTo>
                  <a:pt x="52" y="683"/>
                </a:lnTo>
                <a:lnTo>
                  <a:pt x="44" y="668"/>
                </a:lnTo>
                <a:lnTo>
                  <a:pt x="36" y="653"/>
                </a:lnTo>
                <a:lnTo>
                  <a:pt x="30" y="638"/>
                </a:lnTo>
                <a:lnTo>
                  <a:pt x="23" y="623"/>
                </a:lnTo>
                <a:lnTo>
                  <a:pt x="18" y="608"/>
                </a:lnTo>
                <a:lnTo>
                  <a:pt x="13" y="593"/>
                </a:lnTo>
                <a:lnTo>
                  <a:pt x="9" y="577"/>
                </a:lnTo>
                <a:lnTo>
                  <a:pt x="6" y="562"/>
                </a:lnTo>
                <a:lnTo>
                  <a:pt x="4" y="546"/>
                </a:lnTo>
                <a:lnTo>
                  <a:pt x="2" y="531"/>
                </a:lnTo>
                <a:lnTo>
                  <a:pt x="1" y="515"/>
                </a:lnTo>
                <a:lnTo>
                  <a:pt x="0" y="499"/>
                </a:lnTo>
                <a:lnTo>
                  <a:pt x="1" y="484"/>
                </a:lnTo>
                <a:lnTo>
                  <a:pt x="2" y="468"/>
                </a:lnTo>
                <a:lnTo>
                  <a:pt x="4" y="452"/>
                </a:lnTo>
                <a:lnTo>
                  <a:pt x="6" y="437"/>
                </a:lnTo>
                <a:lnTo>
                  <a:pt x="9" y="421"/>
                </a:lnTo>
                <a:lnTo>
                  <a:pt x="13" y="406"/>
                </a:lnTo>
                <a:lnTo>
                  <a:pt x="18" y="390"/>
                </a:lnTo>
                <a:lnTo>
                  <a:pt x="23" y="375"/>
                </a:lnTo>
                <a:lnTo>
                  <a:pt x="30" y="360"/>
                </a:lnTo>
                <a:lnTo>
                  <a:pt x="36" y="345"/>
                </a:lnTo>
                <a:lnTo>
                  <a:pt x="44" y="330"/>
                </a:lnTo>
                <a:lnTo>
                  <a:pt x="52" y="316"/>
                </a:lnTo>
                <a:lnTo>
                  <a:pt x="61" y="301"/>
                </a:lnTo>
                <a:lnTo>
                  <a:pt x="70" y="287"/>
                </a:lnTo>
                <a:lnTo>
                  <a:pt x="80" y="273"/>
                </a:lnTo>
                <a:lnTo>
                  <a:pt x="91" y="259"/>
                </a:lnTo>
                <a:lnTo>
                  <a:pt x="103" y="245"/>
                </a:lnTo>
                <a:lnTo>
                  <a:pt x="115" y="232"/>
                </a:lnTo>
                <a:lnTo>
                  <a:pt x="127" y="219"/>
                </a:lnTo>
                <a:lnTo>
                  <a:pt x="140" y="206"/>
                </a:lnTo>
                <a:lnTo>
                  <a:pt x="154" y="193"/>
                </a:lnTo>
                <a:lnTo>
                  <a:pt x="169" y="181"/>
                </a:lnTo>
                <a:lnTo>
                  <a:pt x="184" y="169"/>
                </a:lnTo>
                <a:lnTo>
                  <a:pt x="199" y="158"/>
                </a:lnTo>
                <a:lnTo>
                  <a:pt x="215" y="147"/>
                </a:lnTo>
                <a:lnTo>
                  <a:pt x="232" y="136"/>
                </a:lnTo>
                <a:lnTo>
                  <a:pt x="249" y="125"/>
                </a:lnTo>
                <a:lnTo>
                  <a:pt x="266" y="115"/>
                </a:lnTo>
                <a:lnTo>
                  <a:pt x="284" y="105"/>
                </a:lnTo>
                <a:lnTo>
                  <a:pt x="303" y="96"/>
                </a:lnTo>
                <a:lnTo>
                  <a:pt x="321" y="87"/>
                </a:lnTo>
                <a:lnTo>
                  <a:pt x="341" y="78"/>
                </a:lnTo>
                <a:lnTo>
                  <a:pt x="360" y="70"/>
                </a:lnTo>
                <a:lnTo>
                  <a:pt x="380" y="62"/>
                </a:lnTo>
                <a:lnTo>
                  <a:pt x="401" y="55"/>
                </a:lnTo>
                <a:lnTo>
                  <a:pt x="421" y="48"/>
                </a:lnTo>
                <a:lnTo>
                  <a:pt x="442" y="41"/>
                </a:lnTo>
                <a:lnTo>
                  <a:pt x="464" y="35"/>
                </a:lnTo>
                <a:lnTo>
                  <a:pt x="485" y="30"/>
                </a:lnTo>
                <a:lnTo>
                  <a:pt x="507" y="25"/>
                </a:lnTo>
                <a:lnTo>
                  <a:pt x="529" y="20"/>
                </a:lnTo>
                <a:lnTo>
                  <a:pt x="551" y="16"/>
                </a:lnTo>
                <a:lnTo>
                  <a:pt x="574" y="12"/>
                </a:lnTo>
                <a:lnTo>
                  <a:pt x="596" y="9"/>
                </a:lnTo>
                <a:lnTo>
                  <a:pt x="619" y="7"/>
                </a:lnTo>
                <a:lnTo>
                  <a:pt x="642" y="4"/>
                </a:lnTo>
                <a:lnTo>
                  <a:pt x="664" y="3"/>
                </a:lnTo>
                <a:lnTo>
                  <a:pt x="687" y="1"/>
                </a:lnTo>
                <a:lnTo>
                  <a:pt x="710" y="1"/>
                </a:lnTo>
                <a:lnTo>
                  <a:pt x="733" y="0"/>
                </a:lnTo>
                <a:lnTo>
                  <a:pt x="757" y="1"/>
                </a:lnTo>
                <a:lnTo>
                  <a:pt x="780" y="1"/>
                </a:lnTo>
                <a:lnTo>
                  <a:pt x="802" y="3"/>
                </a:lnTo>
                <a:lnTo>
                  <a:pt x="825" y="4"/>
                </a:lnTo>
                <a:lnTo>
                  <a:pt x="848" y="7"/>
                </a:lnTo>
                <a:lnTo>
                  <a:pt x="871" y="9"/>
                </a:lnTo>
                <a:lnTo>
                  <a:pt x="893" y="12"/>
                </a:lnTo>
                <a:lnTo>
                  <a:pt x="916" y="16"/>
                </a:lnTo>
                <a:lnTo>
                  <a:pt x="938" y="20"/>
                </a:lnTo>
                <a:lnTo>
                  <a:pt x="960" y="25"/>
                </a:lnTo>
                <a:lnTo>
                  <a:pt x="982" y="30"/>
                </a:lnTo>
                <a:lnTo>
                  <a:pt x="1003" y="35"/>
                </a:lnTo>
                <a:lnTo>
                  <a:pt x="1025" y="41"/>
                </a:lnTo>
                <a:lnTo>
                  <a:pt x="1046" y="48"/>
                </a:lnTo>
                <a:lnTo>
                  <a:pt x="1066" y="55"/>
                </a:lnTo>
                <a:lnTo>
                  <a:pt x="1088" y="62"/>
                </a:lnTo>
                <a:lnTo>
                  <a:pt x="1108" y="70"/>
                </a:lnTo>
                <a:lnTo>
                  <a:pt x="1127" y="78"/>
                </a:lnTo>
                <a:lnTo>
                  <a:pt x="1147" y="87"/>
                </a:lnTo>
                <a:lnTo>
                  <a:pt x="1165" y="96"/>
                </a:lnTo>
                <a:lnTo>
                  <a:pt x="1184" y="105"/>
                </a:lnTo>
                <a:lnTo>
                  <a:pt x="1202" y="115"/>
                </a:lnTo>
                <a:lnTo>
                  <a:pt x="1219" y="125"/>
                </a:lnTo>
                <a:lnTo>
                  <a:pt x="1236" y="136"/>
                </a:lnTo>
                <a:lnTo>
                  <a:pt x="1253" y="147"/>
                </a:lnTo>
                <a:lnTo>
                  <a:pt x="1269" y="158"/>
                </a:lnTo>
                <a:lnTo>
                  <a:pt x="1284" y="169"/>
                </a:lnTo>
                <a:lnTo>
                  <a:pt x="1299" y="181"/>
                </a:lnTo>
                <a:lnTo>
                  <a:pt x="1314" y="193"/>
                </a:lnTo>
                <a:lnTo>
                  <a:pt x="1328" y="206"/>
                </a:lnTo>
                <a:lnTo>
                  <a:pt x="1341" y="219"/>
                </a:lnTo>
                <a:lnTo>
                  <a:pt x="1353" y="232"/>
                </a:lnTo>
                <a:lnTo>
                  <a:pt x="1365" y="245"/>
                </a:lnTo>
                <a:lnTo>
                  <a:pt x="1377" y="259"/>
                </a:lnTo>
                <a:lnTo>
                  <a:pt x="1388" y="273"/>
                </a:lnTo>
                <a:lnTo>
                  <a:pt x="1398" y="287"/>
                </a:lnTo>
                <a:lnTo>
                  <a:pt x="1407" y="301"/>
                </a:lnTo>
                <a:lnTo>
                  <a:pt x="1416" y="316"/>
                </a:lnTo>
                <a:lnTo>
                  <a:pt x="1424" y="330"/>
                </a:lnTo>
                <a:lnTo>
                  <a:pt x="1432" y="345"/>
                </a:lnTo>
                <a:lnTo>
                  <a:pt x="1438" y="360"/>
                </a:lnTo>
                <a:lnTo>
                  <a:pt x="1444" y="375"/>
                </a:lnTo>
                <a:lnTo>
                  <a:pt x="1450" y="390"/>
                </a:lnTo>
                <a:lnTo>
                  <a:pt x="1455" y="406"/>
                </a:lnTo>
                <a:lnTo>
                  <a:pt x="1459" y="421"/>
                </a:lnTo>
                <a:lnTo>
                  <a:pt x="1462" y="437"/>
                </a:lnTo>
                <a:lnTo>
                  <a:pt x="1464" y="452"/>
                </a:lnTo>
                <a:lnTo>
                  <a:pt x="1466" y="468"/>
                </a:lnTo>
                <a:lnTo>
                  <a:pt x="1467" y="484"/>
                </a:lnTo>
                <a:lnTo>
                  <a:pt x="1468" y="499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4" name=""/>
          <p:cNvSpPr/>
          <p:nvPr/>
        </p:nvSpPr>
        <p:spPr>
          <a:xfrm>
            <a:off x="7791480" y="2755080"/>
            <a:ext cx="536400" cy="365040"/>
          </a:xfrm>
          <a:custGeom>
            <a:avLst/>
            <a:gdLst/>
            <a:ahLst/>
            <a:rect l="0" t="0" r="r" b="b"/>
            <a:pathLst>
              <a:path w="1490" h="1014">
                <a:moveTo>
                  <a:pt x="1479" y="506"/>
                </a:moveTo>
                <a:lnTo>
                  <a:pt x="1478" y="491"/>
                </a:lnTo>
                <a:lnTo>
                  <a:pt x="1477" y="475"/>
                </a:lnTo>
                <a:lnTo>
                  <a:pt x="1475" y="459"/>
                </a:lnTo>
                <a:lnTo>
                  <a:pt x="1473" y="444"/>
                </a:lnTo>
                <a:lnTo>
                  <a:pt x="1470" y="428"/>
                </a:lnTo>
                <a:lnTo>
                  <a:pt x="1466" y="413"/>
                </a:lnTo>
                <a:lnTo>
                  <a:pt x="1461" y="397"/>
                </a:lnTo>
                <a:lnTo>
                  <a:pt x="1455" y="382"/>
                </a:lnTo>
                <a:lnTo>
                  <a:pt x="1449" y="367"/>
                </a:lnTo>
                <a:lnTo>
                  <a:pt x="1443" y="352"/>
                </a:lnTo>
                <a:lnTo>
                  <a:pt x="1435" y="337"/>
                </a:lnTo>
                <a:lnTo>
                  <a:pt x="1427" y="323"/>
                </a:lnTo>
                <a:lnTo>
                  <a:pt x="1417" y="308"/>
                </a:lnTo>
                <a:lnTo>
                  <a:pt x="1408" y="294"/>
                </a:lnTo>
                <a:lnTo>
                  <a:pt x="1398" y="280"/>
                </a:lnTo>
                <a:lnTo>
                  <a:pt x="1387" y="266"/>
                </a:lnTo>
                <a:lnTo>
                  <a:pt x="1375" y="252"/>
                </a:lnTo>
                <a:lnTo>
                  <a:pt x="1363" y="239"/>
                </a:lnTo>
                <a:lnTo>
                  <a:pt x="1351" y="226"/>
                </a:lnTo>
                <a:lnTo>
                  <a:pt x="1338" y="213"/>
                </a:lnTo>
                <a:lnTo>
                  <a:pt x="1324" y="200"/>
                </a:lnTo>
                <a:lnTo>
                  <a:pt x="1309" y="188"/>
                </a:lnTo>
                <a:lnTo>
                  <a:pt x="1294" y="176"/>
                </a:lnTo>
                <a:lnTo>
                  <a:pt x="1279" y="165"/>
                </a:lnTo>
                <a:lnTo>
                  <a:pt x="1263" y="154"/>
                </a:lnTo>
                <a:lnTo>
                  <a:pt x="1246" y="143"/>
                </a:lnTo>
                <a:lnTo>
                  <a:pt x="1229" y="132"/>
                </a:lnTo>
                <a:lnTo>
                  <a:pt x="1212" y="122"/>
                </a:lnTo>
                <a:lnTo>
                  <a:pt x="1194" y="112"/>
                </a:lnTo>
                <a:lnTo>
                  <a:pt x="1175" y="103"/>
                </a:lnTo>
                <a:lnTo>
                  <a:pt x="1157" y="94"/>
                </a:lnTo>
                <a:lnTo>
                  <a:pt x="1137" y="85"/>
                </a:lnTo>
                <a:lnTo>
                  <a:pt x="1118" y="77"/>
                </a:lnTo>
                <a:lnTo>
                  <a:pt x="1098" y="69"/>
                </a:lnTo>
                <a:lnTo>
                  <a:pt x="1077" y="62"/>
                </a:lnTo>
                <a:lnTo>
                  <a:pt x="1057" y="55"/>
                </a:lnTo>
                <a:lnTo>
                  <a:pt x="1036" y="48"/>
                </a:lnTo>
                <a:lnTo>
                  <a:pt x="1014" y="42"/>
                </a:lnTo>
                <a:lnTo>
                  <a:pt x="993" y="37"/>
                </a:lnTo>
                <a:lnTo>
                  <a:pt x="971" y="32"/>
                </a:lnTo>
                <a:lnTo>
                  <a:pt x="949" y="27"/>
                </a:lnTo>
                <a:lnTo>
                  <a:pt x="927" y="23"/>
                </a:lnTo>
                <a:lnTo>
                  <a:pt x="904" y="19"/>
                </a:lnTo>
                <a:lnTo>
                  <a:pt x="882" y="16"/>
                </a:lnTo>
                <a:lnTo>
                  <a:pt x="859" y="14"/>
                </a:lnTo>
                <a:lnTo>
                  <a:pt x="836" y="11"/>
                </a:lnTo>
                <a:lnTo>
                  <a:pt x="813" y="10"/>
                </a:lnTo>
                <a:lnTo>
                  <a:pt x="791" y="8"/>
                </a:lnTo>
                <a:lnTo>
                  <a:pt x="768" y="8"/>
                </a:lnTo>
                <a:lnTo>
                  <a:pt x="744" y="7"/>
                </a:lnTo>
                <a:lnTo>
                  <a:pt x="721" y="8"/>
                </a:lnTo>
                <a:lnTo>
                  <a:pt x="698" y="8"/>
                </a:lnTo>
                <a:lnTo>
                  <a:pt x="675" y="10"/>
                </a:lnTo>
                <a:lnTo>
                  <a:pt x="653" y="11"/>
                </a:lnTo>
                <a:lnTo>
                  <a:pt x="630" y="14"/>
                </a:lnTo>
                <a:lnTo>
                  <a:pt x="607" y="16"/>
                </a:lnTo>
                <a:lnTo>
                  <a:pt x="585" y="19"/>
                </a:lnTo>
                <a:lnTo>
                  <a:pt x="562" y="23"/>
                </a:lnTo>
                <a:lnTo>
                  <a:pt x="540" y="27"/>
                </a:lnTo>
                <a:lnTo>
                  <a:pt x="518" y="32"/>
                </a:lnTo>
                <a:lnTo>
                  <a:pt x="496" y="37"/>
                </a:lnTo>
                <a:lnTo>
                  <a:pt x="475" y="42"/>
                </a:lnTo>
                <a:lnTo>
                  <a:pt x="453" y="48"/>
                </a:lnTo>
                <a:lnTo>
                  <a:pt x="432" y="55"/>
                </a:lnTo>
                <a:lnTo>
                  <a:pt x="412" y="62"/>
                </a:lnTo>
                <a:lnTo>
                  <a:pt x="391" y="69"/>
                </a:lnTo>
                <a:lnTo>
                  <a:pt x="371" y="77"/>
                </a:lnTo>
                <a:lnTo>
                  <a:pt x="352" y="85"/>
                </a:lnTo>
                <a:lnTo>
                  <a:pt x="332" y="94"/>
                </a:lnTo>
                <a:lnTo>
                  <a:pt x="314" y="103"/>
                </a:lnTo>
                <a:lnTo>
                  <a:pt x="295" y="112"/>
                </a:lnTo>
                <a:lnTo>
                  <a:pt x="277" y="122"/>
                </a:lnTo>
                <a:lnTo>
                  <a:pt x="260" y="132"/>
                </a:lnTo>
                <a:lnTo>
                  <a:pt x="243" y="143"/>
                </a:lnTo>
                <a:lnTo>
                  <a:pt x="226" y="154"/>
                </a:lnTo>
                <a:lnTo>
                  <a:pt x="210" y="165"/>
                </a:lnTo>
                <a:lnTo>
                  <a:pt x="195" y="176"/>
                </a:lnTo>
                <a:lnTo>
                  <a:pt x="180" y="188"/>
                </a:lnTo>
                <a:lnTo>
                  <a:pt x="165" y="200"/>
                </a:lnTo>
                <a:lnTo>
                  <a:pt x="151" y="213"/>
                </a:lnTo>
                <a:lnTo>
                  <a:pt x="138" y="226"/>
                </a:lnTo>
                <a:lnTo>
                  <a:pt x="126" y="239"/>
                </a:lnTo>
                <a:lnTo>
                  <a:pt x="114" y="252"/>
                </a:lnTo>
                <a:lnTo>
                  <a:pt x="102" y="266"/>
                </a:lnTo>
                <a:lnTo>
                  <a:pt x="91" y="280"/>
                </a:lnTo>
                <a:lnTo>
                  <a:pt x="81" y="294"/>
                </a:lnTo>
                <a:lnTo>
                  <a:pt x="72" y="308"/>
                </a:lnTo>
                <a:lnTo>
                  <a:pt x="63" y="323"/>
                </a:lnTo>
                <a:lnTo>
                  <a:pt x="55" y="337"/>
                </a:lnTo>
                <a:lnTo>
                  <a:pt x="47" y="352"/>
                </a:lnTo>
                <a:lnTo>
                  <a:pt x="41" y="367"/>
                </a:lnTo>
                <a:lnTo>
                  <a:pt x="34" y="382"/>
                </a:lnTo>
                <a:lnTo>
                  <a:pt x="29" y="397"/>
                </a:lnTo>
                <a:lnTo>
                  <a:pt x="24" y="413"/>
                </a:lnTo>
                <a:lnTo>
                  <a:pt x="20" y="428"/>
                </a:lnTo>
                <a:lnTo>
                  <a:pt x="17" y="444"/>
                </a:lnTo>
                <a:lnTo>
                  <a:pt x="15" y="459"/>
                </a:lnTo>
                <a:lnTo>
                  <a:pt x="13" y="475"/>
                </a:lnTo>
                <a:lnTo>
                  <a:pt x="12" y="491"/>
                </a:lnTo>
                <a:lnTo>
                  <a:pt x="11" y="506"/>
                </a:lnTo>
                <a:lnTo>
                  <a:pt x="12" y="522"/>
                </a:lnTo>
                <a:lnTo>
                  <a:pt x="13" y="538"/>
                </a:lnTo>
                <a:lnTo>
                  <a:pt x="15" y="553"/>
                </a:lnTo>
                <a:lnTo>
                  <a:pt x="17" y="569"/>
                </a:lnTo>
                <a:lnTo>
                  <a:pt x="20" y="584"/>
                </a:lnTo>
                <a:lnTo>
                  <a:pt x="24" y="600"/>
                </a:lnTo>
                <a:lnTo>
                  <a:pt x="29" y="615"/>
                </a:lnTo>
                <a:lnTo>
                  <a:pt x="34" y="630"/>
                </a:lnTo>
                <a:lnTo>
                  <a:pt x="41" y="645"/>
                </a:lnTo>
                <a:lnTo>
                  <a:pt x="47" y="660"/>
                </a:lnTo>
                <a:lnTo>
                  <a:pt x="55" y="675"/>
                </a:lnTo>
                <a:lnTo>
                  <a:pt x="63" y="690"/>
                </a:lnTo>
                <a:lnTo>
                  <a:pt x="72" y="704"/>
                </a:lnTo>
                <a:lnTo>
                  <a:pt x="81" y="719"/>
                </a:lnTo>
                <a:lnTo>
                  <a:pt x="91" y="733"/>
                </a:lnTo>
                <a:lnTo>
                  <a:pt x="102" y="747"/>
                </a:lnTo>
                <a:lnTo>
                  <a:pt x="114" y="760"/>
                </a:lnTo>
                <a:lnTo>
                  <a:pt x="126" y="774"/>
                </a:lnTo>
                <a:lnTo>
                  <a:pt x="138" y="787"/>
                </a:lnTo>
                <a:lnTo>
                  <a:pt x="151" y="799"/>
                </a:lnTo>
                <a:lnTo>
                  <a:pt x="165" y="812"/>
                </a:lnTo>
                <a:lnTo>
                  <a:pt x="180" y="824"/>
                </a:lnTo>
                <a:lnTo>
                  <a:pt x="195" y="836"/>
                </a:lnTo>
                <a:lnTo>
                  <a:pt x="210" y="848"/>
                </a:lnTo>
                <a:lnTo>
                  <a:pt x="226" y="859"/>
                </a:lnTo>
                <a:lnTo>
                  <a:pt x="243" y="870"/>
                </a:lnTo>
                <a:lnTo>
                  <a:pt x="260" y="880"/>
                </a:lnTo>
                <a:lnTo>
                  <a:pt x="277" y="891"/>
                </a:lnTo>
                <a:lnTo>
                  <a:pt x="295" y="900"/>
                </a:lnTo>
                <a:lnTo>
                  <a:pt x="314" y="910"/>
                </a:lnTo>
                <a:lnTo>
                  <a:pt x="332" y="919"/>
                </a:lnTo>
                <a:lnTo>
                  <a:pt x="352" y="927"/>
                </a:lnTo>
                <a:lnTo>
                  <a:pt x="371" y="936"/>
                </a:lnTo>
                <a:lnTo>
                  <a:pt x="391" y="943"/>
                </a:lnTo>
                <a:lnTo>
                  <a:pt x="412" y="951"/>
                </a:lnTo>
                <a:lnTo>
                  <a:pt x="432" y="959"/>
                </a:lnTo>
                <a:lnTo>
                  <a:pt x="453" y="965"/>
                </a:lnTo>
                <a:lnTo>
                  <a:pt x="475" y="971"/>
                </a:lnTo>
                <a:lnTo>
                  <a:pt x="496" y="977"/>
                </a:lnTo>
                <a:lnTo>
                  <a:pt x="518" y="982"/>
                </a:lnTo>
                <a:lnTo>
                  <a:pt x="540" y="986"/>
                </a:lnTo>
                <a:lnTo>
                  <a:pt x="562" y="990"/>
                </a:lnTo>
                <a:lnTo>
                  <a:pt x="585" y="994"/>
                </a:lnTo>
                <a:lnTo>
                  <a:pt x="607" y="997"/>
                </a:lnTo>
                <a:lnTo>
                  <a:pt x="630" y="1000"/>
                </a:lnTo>
                <a:lnTo>
                  <a:pt x="653" y="1002"/>
                </a:lnTo>
                <a:lnTo>
                  <a:pt x="675" y="1004"/>
                </a:lnTo>
                <a:lnTo>
                  <a:pt x="698" y="1005"/>
                </a:lnTo>
                <a:lnTo>
                  <a:pt x="721" y="1006"/>
                </a:lnTo>
                <a:lnTo>
                  <a:pt x="744" y="1006"/>
                </a:lnTo>
                <a:lnTo>
                  <a:pt x="768" y="1006"/>
                </a:lnTo>
                <a:lnTo>
                  <a:pt x="791" y="1005"/>
                </a:lnTo>
                <a:lnTo>
                  <a:pt x="813" y="1004"/>
                </a:lnTo>
                <a:lnTo>
                  <a:pt x="836" y="1002"/>
                </a:lnTo>
                <a:lnTo>
                  <a:pt x="859" y="1000"/>
                </a:lnTo>
                <a:lnTo>
                  <a:pt x="882" y="997"/>
                </a:lnTo>
                <a:lnTo>
                  <a:pt x="904" y="994"/>
                </a:lnTo>
                <a:lnTo>
                  <a:pt x="927" y="990"/>
                </a:lnTo>
                <a:lnTo>
                  <a:pt x="949" y="986"/>
                </a:lnTo>
                <a:lnTo>
                  <a:pt x="971" y="982"/>
                </a:lnTo>
                <a:lnTo>
                  <a:pt x="993" y="977"/>
                </a:lnTo>
                <a:lnTo>
                  <a:pt x="1014" y="971"/>
                </a:lnTo>
                <a:lnTo>
                  <a:pt x="1036" y="965"/>
                </a:lnTo>
                <a:lnTo>
                  <a:pt x="1057" y="959"/>
                </a:lnTo>
                <a:lnTo>
                  <a:pt x="1077" y="951"/>
                </a:lnTo>
                <a:lnTo>
                  <a:pt x="1098" y="943"/>
                </a:lnTo>
                <a:lnTo>
                  <a:pt x="1118" y="936"/>
                </a:lnTo>
                <a:lnTo>
                  <a:pt x="1137" y="927"/>
                </a:lnTo>
                <a:lnTo>
                  <a:pt x="1157" y="919"/>
                </a:lnTo>
                <a:lnTo>
                  <a:pt x="1175" y="910"/>
                </a:lnTo>
                <a:lnTo>
                  <a:pt x="1194" y="900"/>
                </a:lnTo>
                <a:lnTo>
                  <a:pt x="1212" y="891"/>
                </a:lnTo>
                <a:lnTo>
                  <a:pt x="1229" y="880"/>
                </a:lnTo>
                <a:lnTo>
                  <a:pt x="1246" y="870"/>
                </a:lnTo>
                <a:lnTo>
                  <a:pt x="1263" y="859"/>
                </a:lnTo>
                <a:lnTo>
                  <a:pt x="1279" y="848"/>
                </a:lnTo>
                <a:lnTo>
                  <a:pt x="1294" y="836"/>
                </a:lnTo>
                <a:lnTo>
                  <a:pt x="1309" y="824"/>
                </a:lnTo>
                <a:lnTo>
                  <a:pt x="1324" y="812"/>
                </a:lnTo>
                <a:lnTo>
                  <a:pt x="1338" y="799"/>
                </a:lnTo>
                <a:lnTo>
                  <a:pt x="1351" y="787"/>
                </a:lnTo>
                <a:lnTo>
                  <a:pt x="1363" y="774"/>
                </a:lnTo>
                <a:lnTo>
                  <a:pt x="1375" y="760"/>
                </a:lnTo>
                <a:lnTo>
                  <a:pt x="1387" y="747"/>
                </a:lnTo>
                <a:lnTo>
                  <a:pt x="1398" y="733"/>
                </a:lnTo>
                <a:lnTo>
                  <a:pt x="1408" y="719"/>
                </a:lnTo>
                <a:lnTo>
                  <a:pt x="1417" y="704"/>
                </a:lnTo>
                <a:lnTo>
                  <a:pt x="1427" y="690"/>
                </a:lnTo>
                <a:lnTo>
                  <a:pt x="1435" y="675"/>
                </a:lnTo>
                <a:lnTo>
                  <a:pt x="1443" y="660"/>
                </a:lnTo>
                <a:lnTo>
                  <a:pt x="1449" y="645"/>
                </a:lnTo>
                <a:lnTo>
                  <a:pt x="1455" y="630"/>
                </a:lnTo>
                <a:lnTo>
                  <a:pt x="1461" y="615"/>
                </a:lnTo>
                <a:lnTo>
                  <a:pt x="1466" y="600"/>
                </a:lnTo>
                <a:lnTo>
                  <a:pt x="1470" y="584"/>
                </a:lnTo>
                <a:lnTo>
                  <a:pt x="1473" y="569"/>
                </a:lnTo>
                <a:lnTo>
                  <a:pt x="1475" y="553"/>
                </a:lnTo>
                <a:lnTo>
                  <a:pt x="1477" y="538"/>
                </a:lnTo>
                <a:lnTo>
                  <a:pt x="1478" y="522"/>
                </a:lnTo>
                <a:lnTo>
                  <a:pt x="1479" y="506"/>
                </a:lnTo>
                <a:moveTo>
                  <a:pt x="1490" y="506"/>
                </a:moveTo>
                <a:lnTo>
                  <a:pt x="1489" y="522"/>
                </a:lnTo>
                <a:lnTo>
                  <a:pt x="1488" y="538"/>
                </a:lnTo>
                <a:lnTo>
                  <a:pt x="1487" y="554"/>
                </a:lnTo>
                <a:lnTo>
                  <a:pt x="1484" y="570"/>
                </a:lnTo>
                <a:lnTo>
                  <a:pt x="1481" y="585"/>
                </a:lnTo>
                <a:lnTo>
                  <a:pt x="1477" y="601"/>
                </a:lnTo>
                <a:lnTo>
                  <a:pt x="1472" y="617"/>
                </a:lnTo>
                <a:lnTo>
                  <a:pt x="1466" y="632"/>
                </a:lnTo>
                <a:lnTo>
                  <a:pt x="1460" y="648"/>
                </a:lnTo>
                <a:lnTo>
                  <a:pt x="1453" y="663"/>
                </a:lnTo>
                <a:lnTo>
                  <a:pt x="1446" y="678"/>
                </a:lnTo>
                <a:lnTo>
                  <a:pt x="1438" y="693"/>
                </a:lnTo>
                <a:lnTo>
                  <a:pt x="1429" y="707"/>
                </a:lnTo>
                <a:lnTo>
                  <a:pt x="1418" y="722"/>
                </a:lnTo>
                <a:lnTo>
                  <a:pt x="1408" y="736"/>
                </a:lnTo>
                <a:lnTo>
                  <a:pt x="1397" y="750"/>
                </a:lnTo>
                <a:lnTo>
                  <a:pt x="1385" y="764"/>
                </a:lnTo>
                <a:lnTo>
                  <a:pt x="1373" y="778"/>
                </a:lnTo>
                <a:lnTo>
                  <a:pt x="1360" y="791"/>
                </a:lnTo>
                <a:lnTo>
                  <a:pt x="1347" y="804"/>
                </a:lnTo>
                <a:lnTo>
                  <a:pt x="1333" y="817"/>
                </a:lnTo>
                <a:lnTo>
                  <a:pt x="1318" y="829"/>
                </a:lnTo>
                <a:lnTo>
                  <a:pt x="1303" y="841"/>
                </a:lnTo>
                <a:lnTo>
                  <a:pt x="1287" y="853"/>
                </a:lnTo>
                <a:lnTo>
                  <a:pt x="1271" y="864"/>
                </a:lnTo>
                <a:lnTo>
                  <a:pt x="1254" y="876"/>
                </a:lnTo>
                <a:lnTo>
                  <a:pt x="1237" y="886"/>
                </a:lnTo>
                <a:lnTo>
                  <a:pt x="1219" y="897"/>
                </a:lnTo>
                <a:lnTo>
                  <a:pt x="1201" y="907"/>
                </a:lnTo>
                <a:lnTo>
                  <a:pt x="1182" y="916"/>
                </a:lnTo>
                <a:lnTo>
                  <a:pt x="1163" y="925"/>
                </a:lnTo>
                <a:lnTo>
                  <a:pt x="1143" y="934"/>
                </a:lnTo>
                <a:lnTo>
                  <a:pt x="1123" y="942"/>
                </a:lnTo>
                <a:lnTo>
                  <a:pt x="1103" y="950"/>
                </a:lnTo>
                <a:lnTo>
                  <a:pt x="1082" y="959"/>
                </a:lnTo>
                <a:lnTo>
                  <a:pt x="1061" y="966"/>
                </a:lnTo>
                <a:lnTo>
                  <a:pt x="1040" y="972"/>
                </a:lnTo>
                <a:lnTo>
                  <a:pt x="1019" y="978"/>
                </a:lnTo>
                <a:lnTo>
                  <a:pt x="997" y="984"/>
                </a:lnTo>
                <a:lnTo>
                  <a:pt x="975" y="989"/>
                </a:lnTo>
                <a:lnTo>
                  <a:pt x="952" y="994"/>
                </a:lnTo>
                <a:lnTo>
                  <a:pt x="930" y="998"/>
                </a:lnTo>
                <a:lnTo>
                  <a:pt x="907" y="1002"/>
                </a:lnTo>
                <a:lnTo>
                  <a:pt x="884" y="1005"/>
                </a:lnTo>
                <a:lnTo>
                  <a:pt x="861" y="1008"/>
                </a:lnTo>
                <a:lnTo>
                  <a:pt x="838" y="1010"/>
                </a:lnTo>
                <a:lnTo>
                  <a:pt x="815" y="1012"/>
                </a:lnTo>
                <a:lnTo>
                  <a:pt x="791" y="1013"/>
                </a:lnTo>
                <a:lnTo>
                  <a:pt x="768" y="1014"/>
                </a:lnTo>
                <a:lnTo>
                  <a:pt x="744" y="1014"/>
                </a:lnTo>
                <a:lnTo>
                  <a:pt x="721" y="1014"/>
                </a:lnTo>
                <a:lnTo>
                  <a:pt x="698" y="1013"/>
                </a:lnTo>
                <a:lnTo>
                  <a:pt x="674" y="1012"/>
                </a:lnTo>
                <a:lnTo>
                  <a:pt x="651" y="1010"/>
                </a:lnTo>
                <a:lnTo>
                  <a:pt x="628" y="1008"/>
                </a:lnTo>
                <a:lnTo>
                  <a:pt x="605" y="1005"/>
                </a:lnTo>
                <a:lnTo>
                  <a:pt x="582" y="1002"/>
                </a:lnTo>
                <a:lnTo>
                  <a:pt x="559" y="998"/>
                </a:lnTo>
                <a:lnTo>
                  <a:pt x="537" y="994"/>
                </a:lnTo>
                <a:lnTo>
                  <a:pt x="514" y="989"/>
                </a:lnTo>
                <a:lnTo>
                  <a:pt x="492" y="984"/>
                </a:lnTo>
                <a:lnTo>
                  <a:pt x="470" y="978"/>
                </a:lnTo>
                <a:lnTo>
                  <a:pt x="449" y="972"/>
                </a:lnTo>
                <a:lnTo>
                  <a:pt x="428" y="966"/>
                </a:lnTo>
                <a:lnTo>
                  <a:pt x="407" y="959"/>
                </a:lnTo>
                <a:lnTo>
                  <a:pt x="386" y="950"/>
                </a:lnTo>
                <a:lnTo>
                  <a:pt x="366" y="942"/>
                </a:lnTo>
                <a:lnTo>
                  <a:pt x="346" y="934"/>
                </a:lnTo>
                <a:lnTo>
                  <a:pt x="326" y="925"/>
                </a:lnTo>
                <a:lnTo>
                  <a:pt x="307" y="916"/>
                </a:lnTo>
                <a:lnTo>
                  <a:pt x="288" y="907"/>
                </a:lnTo>
                <a:lnTo>
                  <a:pt x="270" y="897"/>
                </a:lnTo>
                <a:lnTo>
                  <a:pt x="252" y="886"/>
                </a:lnTo>
                <a:lnTo>
                  <a:pt x="235" y="876"/>
                </a:lnTo>
                <a:lnTo>
                  <a:pt x="218" y="864"/>
                </a:lnTo>
                <a:lnTo>
                  <a:pt x="202" y="853"/>
                </a:lnTo>
                <a:lnTo>
                  <a:pt x="186" y="841"/>
                </a:lnTo>
                <a:lnTo>
                  <a:pt x="171" y="829"/>
                </a:lnTo>
                <a:lnTo>
                  <a:pt x="156" y="817"/>
                </a:lnTo>
                <a:lnTo>
                  <a:pt x="142" y="804"/>
                </a:lnTo>
                <a:lnTo>
                  <a:pt x="129" y="791"/>
                </a:lnTo>
                <a:lnTo>
                  <a:pt x="116" y="778"/>
                </a:lnTo>
                <a:lnTo>
                  <a:pt x="104" y="764"/>
                </a:lnTo>
                <a:lnTo>
                  <a:pt x="92" y="750"/>
                </a:lnTo>
                <a:lnTo>
                  <a:pt x="81" y="736"/>
                </a:lnTo>
                <a:lnTo>
                  <a:pt x="71" y="722"/>
                </a:lnTo>
                <a:lnTo>
                  <a:pt x="61" y="707"/>
                </a:lnTo>
                <a:lnTo>
                  <a:pt x="52" y="693"/>
                </a:lnTo>
                <a:lnTo>
                  <a:pt x="44" y="678"/>
                </a:lnTo>
                <a:lnTo>
                  <a:pt x="37" y="663"/>
                </a:lnTo>
                <a:lnTo>
                  <a:pt x="30" y="648"/>
                </a:lnTo>
                <a:lnTo>
                  <a:pt x="23" y="632"/>
                </a:lnTo>
                <a:lnTo>
                  <a:pt x="18" y="617"/>
                </a:lnTo>
                <a:lnTo>
                  <a:pt x="13" y="601"/>
                </a:lnTo>
                <a:lnTo>
                  <a:pt x="9" y="585"/>
                </a:lnTo>
                <a:lnTo>
                  <a:pt x="6" y="570"/>
                </a:lnTo>
                <a:lnTo>
                  <a:pt x="3" y="554"/>
                </a:lnTo>
                <a:lnTo>
                  <a:pt x="2" y="538"/>
                </a:lnTo>
                <a:lnTo>
                  <a:pt x="0" y="522"/>
                </a:lnTo>
                <a:lnTo>
                  <a:pt x="0" y="506"/>
                </a:lnTo>
                <a:lnTo>
                  <a:pt x="0" y="490"/>
                </a:lnTo>
                <a:lnTo>
                  <a:pt x="2" y="474"/>
                </a:lnTo>
                <a:lnTo>
                  <a:pt x="3" y="459"/>
                </a:lnTo>
                <a:lnTo>
                  <a:pt x="6" y="443"/>
                </a:lnTo>
                <a:lnTo>
                  <a:pt x="9" y="427"/>
                </a:lnTo>
                <a:lnTo>
                  <a:pt x="13" y="411"/>
                </a:lnTo>
                <a:lnTo>
                  <a:pt x="18" y="396"/>
                </a:lnTo>
                <a:lnTo>
                  <a:pt x="23" y="380"/>
                </a:lnTo>
                <a:lnTo>
                  <a:pt x="30" y="365"/>
                </a:lnTo>
                <a:lnTo>
                  <a:pt x="37" y="350"/>
                </a:lnTo>
                <a:lnTo>
                  <a:pt x="44" y="335"/>
                </a:lnTo>
                <a:lnTo>
                  <a:pt x="52" y="320"/>
                </a:lnTo>
                <a:lnTo>
                  <a:pt x="61" y="305"/>
                </a:lnTo>
                <a:lnTo>
                  <a:pt x="71" y="291"/>
                </a:lnTo>
                <a:lnTo>
                  <a:pt x="81" y="276"/>
                </a:lnTo>
                <a:lnTo>
                  <a:pt x="92" y="262"/>
                </a:lnTo>
                <a:lnTo>
                  <a:pt x="104" y="248"/>
                </a:lnTo>
                <a:lnTo>
                  <a:pt x="116" y="235"/>
                </a:lnTo>
                <a:lnTo>
                  <a:pt x="129" y="222"/>
                </a:lnTo>
                <a:lnTo>
                  <a:pt x="142" y="208"/>
                </a:lnTo>
                <a:lnTo>
                  <a:pt x="156" y="196"/>
                </a:lnTo>
                <a:lnTo>
                  <a:pt x="171" y="183"/>
                </a:lnTo>
                <a:lnTo>
                  <a:pt x="186" y="171"/>
                </a:lnTo>
                <a:lnTo>
                  <a:pt x="202" y="159"/>
                </a:lnTo>
                <a:lnTo>
                  <a:pt x="218" y="148"/>
                </a:lnTo>
                <a:lnTo>
                  <a:pt x="235" y="137"/>
                </a:lnTo>
                <a:lnTo>
                  <a:pt x="252" y="126"/>
                </a:lnTo>
                <a:lnTo>
                  <a:pt x="270" y="116"/>
                </a:lnTo>
                <a:lnTo>
                  <a:pt x="288" y="106"/>
                </a:lnTo>
                <a:lnTo>
                  <a:pt x="307" y="96"/>
                </a:lnTo>
                <a:lnTo>
                  <a:pt x="326" y="87"/>
                </a:lnTo>
                <a:lnTo>
                  <a:pt x="346" y="79"/>
                </a:lnTo>
                <a:lnTo>
                  <a:pt x="366" y="70"/>
                </a:lnTo>
                <a:lnTo>
                  <a:pt x="386" y="62"/>
                </a:lnTo>
                <a:lnTo>
                  <a:pt x="407" y="55"/>
                </a:lnTo>
                <a:lnTo>
                  <a:pt x="428" y="48"/>
                </a:lnTo>
                <a:lnTo>
                  <a:pt x="449" y="41"/>
                </a:lnTo>
                <a:lnTo>
                  <a:pt x="470" y="35"/>
                </a:lnTo>
                <a:lnTo>
                  <a:pt x="492" y="30"/>
                </a:lnTo>
                <a:lnTo>
                  <a:pt x="514" y="24"/>
                </a:lnTo>
                <a:lnTo>
                  <a:pt x="537" y="20"/>
                </a:lnTo>
                <a:lnTo>
                  <a:pt x="559" y="16"/>
                </a:lnTo>
                <a:lnTo>
                  <a:pt x="582" y="12"/>
                </a:lnTo>
                <a:lnTo>
                  <a:pt x="605" y="9"/>
                </a:lnTo>
                <a:lnTo>
                  <a:pt x="628" y="6"/>
                </a:lnTo>
                <a:lnTo>
                  <a:pt x="651" y="4"/>
                </a:lnTo>
                <a:lnTo>
                  <a:pt x="674" y="2"/>
                </a:lnTo>
                <a:lnTo>
                  <a:pt x="698" y="1"/>
                </a:lnTo>
                <a:lnTo>
                  <a:pt x="721" y="0"/>
                </a:lnTo>
                <a:lnTo>
                  <a:pt x="744" y="0"/>
                </a:lnTo>
                <a:lnTo>
                  <a:pt x="768" y="0"/>
                </a:lnTo>
                <a:lnTo>
                  <a:pt x="791" y="1"/>
                </a:lnTo>
                <a:lnTo>
                  <a:pt x="815" y="2"/>
                </a:lnTo>
                <a:lnTo>
                  <a:pt x="838" y="4"/>
                </a:lnTo>
                <a:lnTo>
                  <a:pt x="861" y="6"/>
                </a:lnTo>
                <a:lnTo>
                  <a:pt x="884" y="9"/>
                </a:lnTo>
                <a:lnTo>
                  <a:pt x="907" y="12"/>
                </a:lnTo>
                <a:lnTo>
                  <a:pt x="930" y="16"/>
                </a:lnTo>
                <a:lnTo>
                  <a:pt x="952" y="20"/>
                </a:lnTo>
                <a:lnTo>
                  <a:pt x="975" y="24"/>
                </a:lnTo>
                <a:lnTo>
                  <a:pt x="997" y="30"/>
                </a:lnTo>
                <a:lnTo>
                  <a:pt x="1019" y="35"/>
                </a:lnTo>
                <a:lnTo>
                  <a:pt x="1040" y="41"/>
                </a:lnTo>
                <a:lnTo>
                  <a:pt x="1061" y="48"/>
                </a:lnTo>
                <a:lnTo>
                  <a:pt x="1082" y="55"/>
                </a:lnTo>
                <a:lnTo>
                  <a:pt x="1103" y="62"/>
                </a:lnTo>
                <a:lnTo>
                  <a:pt x="1123" y="70"/>
                </a:lnTo>
                <a:lnTo>
                  <a:pt x="1143" y="79"/>
                </a:lnTo>
                <a:lnTo>
                  <a:pt x="1163" y="87"/>
                </a:lnTo>
                <a:lnTo>
                  <a:pt x="1182" y="96"/>
                </a:lnTo>
                <a:lnTo>
                  <a:pt x="1201" y="106"/>
                </a:lnTo>
                <a:lnTo>
                  <a:pt x="1219" y="116"/>
                </a:lnTo>
                <a:lnTo>
                  <a:pt x="1237" y="126"/>
                </a:lnTo>
                <a:lnTo>
                  <a:pt x="1254" y="137"/>
                </a:lnTo>
                <a:lnTo>
                  <a:pt x="1271" y="148"/>
                </a:lnTo>
                <a:lnTo>
                  <a:pt x="1287" y="159"/>
                </a:lnTo>
                <a:lnTo>
                  <a:pt x="1303" y="171"/>
                </a:lnTo>
                <a:lnTo>
                  <a:pt x="1318" y="183"/>
                </a:lnTo>
                <a:lnTo>
                  <a:pt x="1333" y="196"/>
                </a:lnTo>
                <a:lnTo>
                  <a:pt x="1347" y="208"/>
                </a:lnTo>
                <a:lnTo>
                  <a:pt x="1360" y="222"/>
                </a:lnTo>
                <a:lnTo>
                  <a:pt x="1373" y="235"/>
                </a:lnTo>
                <a:lnTo>
                  <a:pt x="1385" y="248"/>
                </a:lnTo>
                <a:lnTo>
                  <a:pt x="1397" y="262"/>
                </a:lnTo>
                <a:lnTo>
                  <a:pt x="1408" y="276"/>
                </a:lnTo>
                <a:lnTo>
                  <a:pt x="1418" y="291"/>
                </a:lnTo>
                <a:lnTo>
                  <a:pt x="1429" y="305"/>
                </a:lnTo>
                <a:lnTo>
                  <a:pt x="1438" y="320"/>
                </a:lnTo>
                <a:lnTo>
                  <a:pt x="1446" y="335"/>
                </a:lnTo>
                <a:lnTo>
                  <a:pt x="1453" y="350"/>
                </a:lnTo>
                <a:lnTo>
                  <a:pt x="1460" y="365"/>
                </a:lnTo>
                <a:lnTo>
                  <a:pt x="1466" y="380"/>
                </a:lnTo>
                <a:lnTo>
                  <a:pt x="1472" y="396"/>
                </a:lnTo>
                <a:lnTo>
                  <a:pt x="1477" y="411"/>
                </a:lnTo>
                <a:lnTo>
                  <a:pt x="1481" y="427"/>
                </a:lnTo>
                <a:lnTo>
                  <a:pt x="1484" y="443"/>
                </a:lnTo>
                <a:lnTo>
                  <a:pt x="1487" y="459"/>
                </a:lnTo>
                <a:lnTo>
                  <a:pt x="1488" y="474"/>
                </a:lnTo>
                <a:lnTo>
                  <a:pt x="1489" y="490"/>
                </a:lnTo>
                <a:lnTo>
                  <a:pt x="1490" y="506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5" name=""/>
          <p:cNvSpPr/>
          <p:nvPr/>
        </p:nvSpPr>
        <p:spPr>
          <a:xfrm>
            <a:off x="7782120" y="2748600"/>
            <a:ext cx="555120" cy="378000"/>
          </a:xfrm>
          <a:custGeom>
            <a:avLst/>
            <a:gdLst/>
            <a:ahLst/>
            <a:rect l="0" t="0" r="r" b="b"/>
            <a:pathLst>
              <a:path w="1542" h="1050">
                <a:moveTo>
                  <a:pt x="1516" y="525"/>
                </a:moveTo>
                <a:lnTo>
                  <a:pt x="1515" y="509"/>
                </a:lnTo>
                <a:lnTo>
                  <a:pt x="1514" y="493"/>
                </a:lnTo>
                <a:lnTo>
                  <a:pt x="1513" y="478"/>
                </a:lnTo>
                <a:lnTo>
                  <a:pt x="1510" y="462"/>
                </a:lnTo>
                <a:lnTo>
                  <a:pt x="1507" y="446"/>
                </a:lnTo>
                <a:lnTo>
                  <a:pt x="1503" y="430"/>
                </a:lnTo>
                <a:lnTo>
                  <a:pt x="1498" y="415"/>
                </a:lnTo>
                <a:lnTo>
                  <a:pt x="1492" y="399"/>
                </a:lnTo>
                <a:lnTo>
                  <a:pt x="1486" y="384"/>
                </a:lnTo>
                <a:lnTo>
                  <a:pt x="1479" y="369"/>
                </a:lnTo>
                <a:lnTo>
                  <a:pt x="1472" y="354"/>
                </a:lnTo>
                <a:lnTo>
                  <a:pt x="1464" y="339"/>
                </a:lnTo>
                <a:lnTo>
                  <a:pt x="1455" y="324"/>
                </a:lnTo>
                <a:lnTo>
                  <a:pt x="1445" y="310"/>
                </a:lnTo>
                <a:lnTo>
                  <a:pt x="1435" y="295"/>
                </a:lnTo>
                <a:lnTo>
                  <a:pt x="1424" y="281"/>
                </a:lnTo>
                <a:lnTo>
                  <a:pt x="1412" y="267"/>
                </a:lnTo>
                <a:lnTo>
                  <a:pt x="1400" y="254"/>
                </a:lnTo>
                <a:lnTo>
                  <a:pt x="1387" y="241"/>
                </a:lnTo>
                <a:lnTo>
                  <a:pt x="1374" y="226"/>
                </a:lnTo>
                <a:lnTo>
                  <a:pt x="1360" y="214"/>
                </a:lnTo>
                <a:lnTo>
                  <a:pt x="1345" y="201"/>
                </a:lnTo>
                <a:lnTo>
                  <a:pt x="1330" y="189"/>
                </a:lnTo>
                <a:lnTo>
                  <a:pt x="1314" y="177"/>
                </a:lnTo>
                <a:lnTo>
                  <a:pt x="1298" y="166"/>
                </a:lnTo>
                <a:lnTo>
                  <a:pt x="1281" y="155"/>
                </a:lnTo>
                <a:lnTo>
                  <a:pt x="1264" y="144"/>
                </a:lnTo>
                <a:lnTo>
                  <a:pt x="1246" y="134"/>
                </a:lnTo>
                <a:lnTo>
                  <a:pt x="1228" y="124"/>
                </a:lnTo>
                <a:lnTo>
                  <a:pt x="1209" y="114"/>
                </a:lnTo>
                <a:lnTo>
                  <a:pt x="1190" y="105"/>
                </a:lnTo>
                <a:lnTo>
                  <a:pt x="1170" y="97"/>
                </a:lnTo>
                <a:lnTo>
                  <a:pt x="1150" y="88"/>
                </a:lnTo>
                <a:lnTo>
                  <a:pt x="1130" y="80"/>
                </a:lnTo>
                <a:lnTo>
                  <a:pt x="1109" y="73"/>
                </a:lnTo>
                <a:lnTo>
                  <a:pt x="1088" y="66"/>
                </a:lnTo>
                <a:lnTo>
                  <a:pt x="1067" y="59"/>
                </a:lnTo>
                <a:lnTo>
                  <a:pt x="1046" y="53"/>
                </a:lnTo>
                <a:lnTo>
                  <a:pt x="1024" y="48"/>
                </a:lnTo>
                <a:lnTo>
                  <a:pt x="1002" y="42"/>
                </a:lnTo>
                <a:lnTo>
                  <a:pt x="979" y="38"/>
                </a:lnTo>
                <a:lnTo>
                  <a:pt x="957" y="34"/>
                </a:lnTo>
                <a:lnTo>
                  <a:pt x="934" y="30"/>
                </a:lnTo>
                <a:lnTo>
                  <a:pt x="911" y="27"/>
                </a:lnTo>
                <a:lnTo>
                  <a:pt x="888" y="24"/>
                </a:lnTo>
                <a:lnTo>
                  <a:pt x="865" y="22"/>
                </a:lnTo>
                <a:lnTo>
                  <a:pt x="842" y="20"/>
                </a:lnTo>
                <a:lnTo>
                  <a:pt x="818" y="19"/>
                </a:lnTo>
                <a:lnTo>
                  <a:pt x="795" y="18"/>
                </a:lnTo>
                <a:lnTo>
                  <a:pt x="771" y="18"/>
                </a:lnTo>
                <a:lnTo>
                  <a:pt x="748" y="18"/>
                </a:lnTo>
                <a:lnTo>
                  <a:pt x="724" y="19"/>
                </a:lnTo>
                <a:lnTo>
                  <a:pt x="700" y="20"/>
                </a:lnTo>
                <a:lnTo>
                  <a:pt x="677" y="22"/>
                </a:lnTo>
                <a:lnTo>
                  <a:pt x="654" y="24"/>
                </a:lnTo>
                <a:lnTo>
                  <a:pt x="631" y="27"/>
                </a:lnTo>
                <a:lnTo>
                  <a:pt x="608" y="30"/>
                </a:lnTo>
                <a:lnTo>
                  <a:pt x="585" y="34"/>
                </a:lnTo>
                <a:lnTo>
                  <a:pt x="563" y="38"/>
                </a:lnTo>
                <a:lnTo>
                  <a:pt x="540" y="42"/>
                </a:lnTo>
                <a:lnTo>
                  <a:pt x="518" y="48"/>
                </a:lnTo>
                <a:lnTo>
                  <a:pt x="496" y="53"/>
                </a:lnTo>
                <a:lnTo>
                  <a:pt x="475" y="59"/>
                </a:lnTo>
                <a:lnTo>
                  <a:pt x="454" y="66"/>
                </a:lnTo>
                <a:lnTo>
                  <a:pt x="433" y="73"/>
                </a:lnTo>
                <a:lnTo>
                  <a:pt x="412" y="80"/>
                </a:lnTo>
                <a:lnTo>
                  <a:pt x="392" y="88"/>
                </a:lnTo>
                <a:lnTo>
                  <a:pt x="372" y="97"/>
                </a:lnTo>
                <a:lnTo>
                  <a:pt x="352" y="105"/>
                </a:lnTo>
                <a:lnTo>
                  <a:pt x="333" y="114"/>
                </a:lnTo>
                <a:lnTo>
                  <a:pt x="314" y="124"/>
                </a:lnTo>
                <a:lnTo>
                  <a:pt x="296" y="134"/>
                </a:lnTo>
                <a:lnTo>
                  <a:pt x="278" y="144"/>
                </a:lnTo>
                <a:lnTo>
                  <a:pt x="261" y="155"/>
                </a:lnTo>
                <a:lnTo>
                  <a:pt x="244" y="166"/>
                </a:lnTo>
                <a:lnTo>
                  <a:pt x="228" y="177"/>
                </a:lnTo>
                <a:lnTo>
                  <a:pt x="212" y="189"/>
                </a:lnTo>
                <a:lnTo>
                  <a:pt x="197" y="201"/>
                </a:lnTo>
                <a:lnTo>
                  <a:pt x="182" y="214"/>
                </a:lnTo>
                <a:lnTo>
                  <a:pt x="168" y="226"/>
                </a:lnTo>
                <a:lnTo>
                  <a:pt x="155" y="241"/>
                </a:lnTo>
                <a:lnTo>
                  <a:pt x="142" y="254"/>
                </a:lnTo>
                <a:lnTo>
                  <a:pt x="130" y="267"/>
                </a:lnTo>
                <a:lnTo>
                  <a:pt x="118" y="281"/>
                </a:lnTo>
                <a:lnTo>
                  <a:pt x="107" y="295"/>
                </a:lnTo>
                <a:lnTo>
                  <a:pt x="97" y="310"/>
                </a:lnTo>
                <a:lnTo>
                  <a:pt x="87" y="324"/>
                </a:lnTo>
                <a:lnTo>
                  <a:pt x="78" y="339"/>
                </a:lnTo>
                <a:lnTo>
                  <a:pt x="70" y="354"/>
                </a:lnTo>
                <a:lnTo>
                  <a:pt x="63" y="369"/>
                </a:lnTo>
                <a:lnTo>
                  <a:pt x="56" y="384"/>
                </a:lnTo>
                <a:lnTo>
                  <a:pt x="49" y="399"/>
                </a:lnTo>
                <a:lnTo>
                  <a:pt x="44" y="415"/>
                </a:lnTo>
                <a:lnTo>
                  <a:pt x="39" y="430"/>
                </a:lnTo>
                <a:lnTo>
                  <a:pt x="35" y="446"/>
                </a:lnTo>
                <a:lnTo>
                  <a:pt x="32" y="462"/>
                </a:lnTo>
                <a:lnTo>
                  <a:pt x="29" y="478"/>
                </a:lnTo>
                <a:lnTo>
                  <a:pt x="28" y="493"/>
                </a:lnTo>
                <a:lnTo>
                  <a:pt x="26" y="509"/>
                </a:lnTo>
                <a:lnTo>
                  <a:pt x="26" y="525"/>
                </a:lnTo>
                <a:lnTo>
                  <a:pt x="26" y="541"/>
                </a:lnTo>
                <a:lnTo>
                  <a:pt x="28" y="557"/>
                </a:lnTo>
                <a:lnTo>
                  <a:pt x="29" y="573"/>
                </a:lnTo>
                <a:lnTo>
                  <a:pt x="32" y="589"/>
                </a:lnTo>
                <a:lnTo>
                  <a:pt x="35" y="604"/>
                </a:lnTo>
                <a:lnTo>
                  <a:pt x="39" y="620"/>
                </a:lnTo>
                <a:lnTo>
                  <a:pt x="44" y="636"/>
                </a:lnTo>
                <a:lnTo>
                  <a:pt x="49" y="651"/>
                </a:lnTo>
                <a:lnTo>
                  <a:pt x="56" y="667"/>
                </a:lnTo>
                <a:lnTo>
                  <a:pt x="63" y="682"/>
                </a:lnTo>
                <a:lnTo>
                  <a:pt x="70" y="697"/>
                </a:lnTo>
                <a:lnTo>
                  <a:pt x="78" y="712"/>
                </a:lnTo>
                <a:lnTo>
                  <a:pt x="87" y="726"/>
                </a:lnTo>
                <a:lnTo>
                  <a:pt x="97" y="741"/>
                </a:lnTo>
                <a:lnTo>
                  <a:pt x="107" y="755"/>
                </a:lnTo>
                <a:lnTo>
                  <a:pt x="118" y="769"/>
                </a:lnTo>
                <a:lnTo>
                  <a:pt x="130" y="783"/>
                </a:lnTo>
                <a:lnTo>
                  <a:pt x="142" y="797"/>
                </a:lnTo>
                <a:lnTo>
                  <a:pt x="155" y="810"/>
                </a:lnTo>
                <a:lnTo>
                  <a:pt x="168" y="823"/>
                </a:lnTo>
                <a:lnTo>
                  <a:pt x="182" y="836"/>
                </a:lnTo>
                <a:lnTo>
                  <a:pt x="197" y="848"/>
                </a:lnTo>
                <a:lnTo>
                  <a:pt x="212" y="860"/>
                </a:lnTo>
                <a:lnTo>
                  <a:pt x="228" y="872"/>
                </a:lnTo>
                <a:lnTo>
                  <a:pt x="244" y="883"/>
                </a:lnTo>
                <a:lnTo>
                  <a:pt x="261" y="895"/>
                </a:lnTo>
                <a:lnTo>
                  <a:pt x="278" y="905"/>
                </a:lnTo>
                <a:lnTo>
                  <a:pt x="296" y="916"/>
                </a:lnTo>
                <a:lnTo>
                  <a:pt x="314" y="926"/>
                </a:lnTo>
                <a:lnTo>
                  <a:pt x="333" y="935"/>
                </a:lnTo>
                <a:lnTo>
                  <a:pt x="352" y="944"/>
                </a:lnTo>
                <a:lnTo>
                  <a:pt x="372" y="953"/>
                </a:lnTo>
                <a:lnTo>
                  <a:pt x="392" y="961"/>
                </a:lnTo>
                <a:lnTo>
                  <a:pt x="412" y="969"/>
                </a:lnTo>
                <a:lnTo>
                  <a:pt x="433" y="977"/>
                </a:lnTo>
                <a:lnTo>
                  <a:pt x="454" y="984"/>
                </a:lnTo>
                <a:lnTo>
                  <a:pt x="475" y="990"/>
                </a:lnTo>
                <a:lnTo>
                  <a:pt x="496" y="996"/>
                </a:lnTo>
                <a:lnTo>
                  <a:pt x="518" y="1002"/>
                </a:lnTo>
                <a:lnTo>
                  <a:pt x="540" y="1007"/>
                </a:lnTo>
                <a:lnTo>
                  <a:pt x="563" y="1012"/>
                </a:lnTo>
                <a:lnTo>
                  <a:pt x="585" y="1016"/>
                </a:lnTo>
                <a:lnTo>
                  <a:pt x="608" y="1020"/>
                </a:lnTo>
                <a:lnTo>
                  <a:pt x="631" y="1023"/>
                </a:lnTo>
                <a:lnTo>
                  <a:pt x="654" y="1026"/>
                </a:lnTo>
                <a:lnTo>
                  <a:pt x="677" y="1028"/>
                </a:lnTo>
                <a:lnTo>
                  <a:pt x="700" y="1030"/>
                </a:lnTo>
                <a:lnTo>
                  <a:pt x="724" y="1031"/>
                </a:lnTo>
                <a:lnTo>
                  <a:pt x="748" y="1032"/>
                </a:lnTo>
                <a:lnTo>
                  <a:pt x="771" y="1032"/>
                </a:lnTo>
                <a:lnTo>
                  <a:pt x="795" y="1032"/>
                </a:lnTo>
                <a:lnTo>
                  <a:pt x="818" y="1031"/>
                </a:lnTo>
                <a:lnTo>
                  <a:pt x="842" y="1030"/>
                </a:lnTo>
                <a:lnTo>
                  <a:pt x="865" y="1028"/>
                </a:lnTo>
                <a:lnTo>
                  <a:pt x="888" y="1026"/>
                </a:lnTo>
                <a:lnTo>
                  <a:pt x="911" y="1023"/>
                </a:lnTo>
                <a:lnTo>
                  <a:pt x="934" y="1020"/>
                </a:lnTo>
                <a:lnTo>
                  <a:pt x="957" y="1016"/>
                </a:lnTo>
                <a:lnTo>
                  <a:pt x="979" y="1012"/>
                </a:lnTo>
                <a:lnTo>
                  <a:pt x="1002" y="1007"/>
                </a:lnTo>
                <a:lnTo>
                  <a:pt x="1024" y="1002"/>
                </a:lnTo>
                <a:lnTo>
                  <a:pt x="1046" y="996"/>
                </a:lnTo>
                <a:lnTo>
                  <a:pt x="1067" y="990"/>
                </a:lnTo>
                <a:lnTo>
                  <a:pt x="1088" y="984"/>
                </a:lnTo>
                <a:lnTo>
                  <a:pt x="1109" y="977"/>
                </a:lnTo>
                <a:lnTo>
                  <a:pt x="1130" y="969"/>
                </a:lnTo>
                <a:lnTo>
                  <a:pt x="1150" y="961"/>
                </a:lnTo>
                <a:lnTo>
                  <a:pt x="1170" y="953"/>
                </a:lnTo>
                <a:lnTo>
                  <a:pt x="1190" y="944"/>
                </a:lnTo>
                <a:lnTo>
                  <a:pt x="1209" y="935"/>
                </a:lnTo>
                <a:lnTo>
                  <a:pt x="1228" y="926"/>
                </a:lnTo>
                <a:lnTo>
                  <a:pt x="1246" y="916"/>
                </a:lnTo>
                <a:lnTo>
                  <a:pt x="1264" y="905"/>
                </a:lnTo>
                <a:lnTo>
                  <a:pt x="1281" y="895"/>
                </a:lnTo>
                <a:lnTo>
                  <a:pt x="1298" y="883"/>
                </a:lnTo>
                <a:lnTo>
                  <a:pt x="1314" y="872"/>
                </a:lnTo>
                <a:lnTo>
                  <a:pt x="1330" y="860"/>
                </a:lnTo>
                <a:lnTo>
                  <a:pt x="1345" y="848"/>
                </a:lnTo>
                <a:lnTo>
                  <a:pt x="1360" y="836"/>
                </a:lnTo>
                <a:lnTo>
                  <a:pt x="1374" y="823"/>
                </a:lnTo>
                <a:lnTo>
                  <a:pt x="1387" y="810"/>
                </a:lnTo>
                <a:lnTo>
                  <a:pt x="1400" y="797"/>
                </a:lnTo>
                <a:lnTo>
                  <a:pt x="1412" y="783"/>
                </a:lnTo>
                <a:lnTo>
                  <a:pt x="1424" y="769"/>
                </a:lnTo>
                <a:lnTo>
                  <a:pt x="1435" y="755"/>
                </a:lnTo>
                <a:lnTo>
                  <a:pt x="1445" y="741"/>
                </a:lnTo>
                <a:lnTo>
                  <a:pt x="1455" y="726"/>
                </a:lnTo>
                <a:lnTo>
                  <a:pt x="1464" y="712"/>
                </a:lnTo>
                <a:lnTo>
                  <a:pt x="1472" y="697"/>
                </a:lnTo>
                <a:lnTo>
                  <a:pt x="1479" y="682"/>
                </a:lnTo>
                <a:lnTo>
                  <a:pt x="1486" y="667"/>
                </a:lnTo>
                <a:lnTo>
                  <a:pt x="1492" y="651"/>
                </a:lnTo>
                <a:lnTo>
                  <a:pt x="1498" y="636"/>
                </a:lnTo>
                <a:lnTo>
                  <a:pt x="1503" y="620"/>
                </a:lnTo>
                <a:lnTo>
                  <a:pt x="1507" y="604"/>
                </a:lnTo>
                <a:lnTo>
                  <a:pt x="1510" y="589"/>
                </a:lnTo>
                <a:lnTo>
                  <a:pt x="1513" y="573"/>
                </a:lnTo>
                <a:lnTo>
                  <a:pt x="1514" y="557"/>
                </a:lnTo>
                <a:lnTo>
                  <a:pt x="1515" y="541"/>
                </a:lnTo>
                <a:lnTo>
                  <a:pt x="1516" y="525"/>
                </a:lnTo>
                <a:moveTo>
                  <a:pt x="1542" y="525"/>
                </a:moveTo>
                <a:lnTo>
                  <a:pt x="1542" y="542"/>
                </a:lnTo>
                <a:lnTo>
                  <a:pt x="1541" y="558"/>
                </a:lnTo>
                <a:lnTo>
                  <a:pt x="1539" y="575"/>
                </a:lnTo>
                <a:lnTo>
                  <a:pt x="1536" y="591"/>
                </a:lnTo>
                <a:lnTo>
                  <a:pt x="1533" y="607"/>
                </a:lnTo>
                <a:lnTo>
                  <a:pt x="1529" y="624"/>
                </a:lnTo>
                <a:lnTo>
                  <a:pt x="1524" y="640"/>
                </a:lnTo>
                <a:lnTo>
                  <a:pt x="1518" y="656"/>
                </a:lnTo>
                <a:lnTo>
                  <a:pt x="1512" y="672"/>
                </a:lnTo>
                <a:lnTo>
                  <a:pt x="1505" y="687"/>
                </a:lnTo>
                <a:lnTo>
                  <a:pt x="1497" y="703"/>
                </a:lnTo>
                <a:lnTo>
                  <a:pt x="1488" y="718"/>
                </a:lnTo>
                <a:lnTo>
                  <a:pt x="1479" y="734"/>
                </a:lnTo>
                <a:lnTo>
                  <a:pt x="1469" y="749"/>
                </a:lnTo>
                <a:lnTo>
                  <a:pt x="1458" y="763"/>
                </a:lnTo>
                <a:lnTo>
                  <a:pt x="1447" y="778"/>
                </a:lnTo>
                <a:lnTo>
                  <a:pt x="1435" y="792"/>
                </a:lnTo>
                <a:lnTo>
                  <a:pt x="1422" y="806"/>
                </a:lnTo>
                <a:lnTo>
                  <a:pt x="1409" y="820"/>
                </a:lnTo>
                <a:lnTo>
                  <a:pt x="1395" y="834"/>
                </a:lnTo>
                <a:lnTo>
                  <a:pt x="1381" y="847"/>
                </a:lnTo>
                <a:lnTo>
                  <a:pt x="1365" y="860"/>
                </a:lnTo>
                <a:lnTo>
                  <a:pt x="1350" y="872"/>
                </a:lnTo>
                <a:lnTo>
                  <a:pt x="1333" y="884"/>
                </a:lnTo>
                <a:lnTo>
                  <a:pt x="1317" y="896"/>
                </a:lnTo>
                <a:lnTo>
                  <a:pt x="1299" y="908"/>
                </a:lnTo>
                <a:lnTo>
                  <a:pt x="1281" y="919"/>
                </a:lnTo>
                <a:lnTo>
                  <a:pt x="1263" y="929"/>
                </a:lnTo>
                <a:lnTo>
                  <a:pt x="1244" y="940"/>
                </a:lnTo>
                <a:lnTo>
                  <a:pt x="1225" y="950"/>
                </a:lnTo>
                <a:lnTo>
                  <a:pt x="1205" y="959"/>
                </a:lnTo>
                <a:lnTo>
                  <a:pt x="1185" y="968"/>
                </a:lnTo>
                <a:lnTo>
                  <a:pt x="1164" y="977"/>
                </a:lnTo>
                <a:lnTo>
                  <a:pt x="1143" y="985"/>
                </a:lnTo>
                <a:lnTo>
                  <a:pt x="1121" y="993"/>
                </a:lnTo>
                <a:lnTo>
                  <a:pt x="1100" y="1000"/>
                </a:lnTo>
                <a:lnTo>
                  <a:pt x="1078" y="1007"/>
                </a:lnTo>
                <a:lnTo>
                  <a:pt x="1055" y="1013"/>
                </a:lnTo>
                <a:lnTo>
                  <a:pt x="1033" y="1019"/>
                </a:lnTo>
                <a:lnTo>
                  <a:pt x="1010" y="1024"/>
                </a:lnTo>
                <a:lnTo>
                  <a:pt x="987" y="1029"/>
                </a:lnTo>
                <a:lnTo>
                  <a:pt x="963" y="1033"/>
                </a:lnTo>
                <a:lnTo>
                  <a:pt x="940" y="1037"/>
                </a:lnTo>
                <a:lnTo>
                  <a:pt x="916" y="1041"/>
                </a:lnTo>
                <a:lnTo>
                  <a:pt x="892" y="1043"/>
                </a:lnTo>
                <a:lnTo>
                  <a:pt x="868" y="1046"/>
                </a:lnTo>
                <a:lnTo>
                  <a:pt x="844" y="1047"/>
                </a:lnTo>
                <a:lnTo>
                  <a:pt x="820" y="1049"/>
                </a:lnTo>
                <a:lnTo>
                  <a:pt x="796" y="1050"/>
                </a:lnTo>
                <a:lnTo>
                  <a:pt x="771" y="1050"/>
                </a:lnTo>
                <a:lnTo>
                  <a:pt x="747" y="1050"/>
                </a:lnTo>
                <a:lnTo>
                  <a:pt x="722" y="1049"/>
                </a:lnTo>
                <a:lnTo>
                  <a:pt x="698" y="1047"/>
                </a:lnTo>
                <a:lnTo>
                  <a:pt x="674" y="1046"/>
                </a:lnTo>
                <a:lnTo>
                  <a:pt x="650" y="1043"/>
                </a:lnTo>
                <a:lnTo>
                  <a:pt x="626" y="1041"/>
                </a:lnTo>
                <a:lnTo>
                  <a:pt x="602" y="1037"/>
                </a:lnTo>
                <a:lnTo>
                  <a:pt x="579" y="1033"/>
                </a:lnTo>
                <a:lnTo>
                  <a:pt x="555" y="1029"/>
                </a:lnTo>
                <a:lnTo>
                  <a:pt x="532" y="1024"/>
                </a:lnTo>
                <a:lnTo>
                  <a:pt x="509" y="1019"/>
                </a:lnTo>
                <a:lnTo>
                  <a:pt x="487" y="1013"/>
                </a:lnTo>
                <a:lnTo>
                  <a:pt x="464" y="1007"/>
                </a:lnTo>
                <a:lnTo>
                  <a:pt x="442" y="1000"/>
                </a:lnTo>
                <a:lnTo>
                  <a:pt x="421" y="993"/>
                </a:lnTo>
                <a:lnTo>
                  <a:pt x="399" y="985"/>
                </a:lnTo>
                <a:lnTo>
                  <a:pt x="378" y="977"/>
                </a:lnTo>
                <a:lnTo>
                  <a:pt x="357" y="968"/>
                </a:lnTo>
                <a:lnTo>
                  <a:pt x="337" y="959"/>
                </a:lnTo>
                <a:lnTo>
                  <a:pt x="317" y="950"/>
                </a:lnTo>
                <a:lnTo>
                  <a:pt x="298" y="940"/>
                </a:lnTo>
                <a:lnTo>
                  <a:pt x="279" y="929"/>
                </a:lnTo>
                <a:lnTo>
                  <a:pt x="261" y="919"/>
                </a:lnTo>
                <a:lnTo>
                  <a:pt x="243" y="908"/>
                </a:lnTo>
                <a:lnTo>
                  <a:pt x="225" y="896"/>
                </a:lnTo>
                <a:lnTo>
                  <a:pt x="209" y="884"/>
                </a:lnTo>
                <a:lnTo>
                  <a:pt x="192" y="872"/>
                </a:lnTo>
                <a:lnTo>
                  <a:pt x="177" y="860"/>
                </a:lnTo>
                <a:lnTo>
                  <a:pt x="161" y="847"/>
                </a:lnTo>
                <a:lnTo>
                  <a:pt x="147" y="834"/>
                </a:lnTo>
                <a:lnTo>
                  <a:pt x="133" y="820"/>
                </a:lnTo>
                <a:lnTo>
                  <a:pt x="120" y="806"/>
                </a:lnTo>
                <a:lnTo>
                  <a:pt x="107" y="792"/>
                </a:lnTo>
                <a:lnTo>
                  <a:pt x="95" y="778"/>
                </a:lnTo>
                <a:lnTo>
                  <a:pt x="84" y="763"/>
                </a:lnTo>
                <a:lnTo>
                  <a:pt x="73" y="749"/>
                </a:lnTo>
                <a:lnTo>
                  <a:pt x="63" y="734"/>
                </a:lnTo>
                <a:lnTo>
                  <a:pt x="54" y="718"/>
                </a:lnTo>
                <a:lnTo>
                  <a:pt x="45" y="703"/>
                </a:lnTo>
                <a:lnTo>
                  <a:pt x="37" y="687"/>
                </a:lnTo>
                <a:lnTo>
                  <a:pt x="30" y="672"/>
                </a:lnTo>
                <a:lnTo>
                  <a:pt x="24" y="656"/>
                </a:lnTo>
                <a:lnTo>
                  <a:pt x="18" y="640"/>
                </a:lnTo>
                <a:lnTo>
                  <a:pt x="13" y="624"/>
                </a:lnTo>
                <a:lnTo>
                  <a:pt x="9" y="607"/>
                </a:lnTo>
                <a:lnTo>
                  <a:pt x="6" y="591"/>
                </a:lnTo>
                <a:lnTo>
                  <a:pt x="3" y="575"/>
                </a:lnTo>
                <a:lnTo>
                  <a:pt x="1" y="558"/>
                </a:lnTo>
                <a:lnTo>
                  <a:pt x="0" y="542"/>
                </a:lnTo>
                <a:lnTo>
                  <a:pt x="0" y="525"/>
                </a:lnTo>
                <a:lnTo>
                  <a:pt x="0" y="509"/>
                </a:lnTo>
                <a:lnTo>
                  <a:pt x="1" y="492"/>
                </a:lnTo>
                <a:lnTo>
                  <a:pt x="3" y="476"/>
                </a:lnTo>
                <a:lnTo>
                  <a:pt x="6" y="460"/>
                </a:lnTo>
                <a:lnTo>
                  <a:pt x="9" y="443"/>
                </a:lnTo>
                <a:lnTo>
                  <a:pt x="13" y="427"/>
                </a:lnTo>
                <a:lnTo>
                  <a:pt x="18" y="411"/>
                </a:lnTo>
                <a:lnTo>
                  <a:pt x="24" y="395"/>
                </a:lnTo>
                <a:lnTo>
                  <a:pt x="30" y="379"/>
                </a:lnTo>
                <a:lnTo>
                  <a:pt x="37" y="363"/>
                </a:lnTo>
                <a:lnTo>
                  <a:pt x="45" y="348"/>
                </a:lnTo>
                <a:lnTo>
                  <a:pt x="54" y="332"/>
                </a:lnTo>
                <a:lnTo>
                  <a:pt x="63" y="317"/>
                </a:lnTo>
                <a:lnTo>
                  <a:pt x="73" y="302"/>
                </a:lnTo>
                <a:lnTo>
                  <a:pt x="84" y="287"/>
                </a:lnTo>
                <a:lnTo>
                  <a:pt x="95" y="273"/>
                </a:lnTo>
                <a:lnTo>
                  <a:pt x="107" y="258"/>
                </a:lnTo>
                <a:lnTo>
                  <a:pt x="120" y="244"/>
                </a:lnTo>
                <a:lnTo>
                  <a:pt x="133" y="229"/>
                </a:lnTo>
                <a:lnTo>
                  <a:pt x="147" y="216"/>
                </a:lnTo>
                <a:lnTo>
                  <a:pt x="161" y="203"/>
                </a:lnTo>
                <a:lnTo>
                  <a:pt x="177" y="190"/>
                </a:lnTo>
                <a:lnTo>
                  <a:pt x="192" y="177"/>
                </a:lnTo>
                <a:lnTo>
                  <a:pt x="209" y="165"/>
                </a:lnTo>
                <a:lnTo>
                  <a:pt x="225" y="153"/>
                </a:lnTo>
                <a:lnTo>
                  <a:pt x="243" y="142"/>
                </a:lnTo>
                <a:lnTo>
                  <a:pt x="261" y="131"/>
                </a:lnTo>
                <a:lnTo>
                  <a:pt x="279" y="120"/>
                </a:lnTo>
                <a:lnTo>
                  <a:pt x="298" y="110"/>
                </a:lnTo>
                <a:lnTo>
                  <a:pt x="317" y="100"/>
                </a:lnTo>
                <a:lnTo>
                  <a:pt x="337" y="90"/>
                </a:lnTo>
                <a:lnTo>
                  <a:pt x="357" y="81"/>
                </a:lnTo>
                <a:lnTo>
                  <a:pt x="378" y="73"/>
                </a:lnTo>
                <a:lnTo>
                  <a:pt x="399" y="65"/>
                </a:lnTo>
                <a:lnTo>
                  <a:pt x="421" y="57"/>
                </a:lnTo>
                <a:lnTo>
                  <a:pt x="442" y="50"/>
                </a:lnTo>
                <a:lnTo>
                  <a:pt x="464" y="43"/>
                </a:lnTo>
                <a:lnTo>
                  <a:pt x="487" y="37"/>
                </a:lnTo>
                <a:lnTo>
                  <a:pt x="509" y="31"/>
                </a:lnTo>
                <a:lnTo>
                  <a:pt x="532" y="25"/>
                </a:lnTo>
                <a:lnTo>
                  <a:pt x="555" y="21"/>
                </a:lnTo>
                <a:lnTo>
                  <a:pt x="579" y="16"/>
                </a:lnTo>
                <a:lnTo>
                  <a:pt x="602" y="12"/>
                </a:lnTo>
                <a:lnTo>
                  <a:pt x="626" y="9"/>
                </a:lnTo>
                <a:lnTo>
                  <a:pt x="650" y="6"/>
                </a:lnTo>
                <a:lnTo>
                  <a:pt x="674" y="4"/>
                </a:lnTo>
                <a:lnTo>
                  <a:pt x="698" y="2"/>
                </a:lnTo>
                <a:lnTo>
                  <a:pt x="722" y="1"/>
                </a:lnTo>
                <a:lnTo>
                  <a:pt x="747" y="0"/>
                </a:lnTo>
                <a:lnTo>
                  <a:pt x="771" y="0"/>
                </a:lnTo>
                <a:lnTo>
                  <a:pt x="796" y="0"/>
                </a:lnTo>
                <a:lnTo>
                  <a:pt x="820" y="1"/>
                </a:lnTo>
                <a:lnTo>
                  <a:pt x="844" y="2"/>
                </a:lnTo>
                <a:lnTo>
                  <a:pt x="868" y="4"/>
                </a:lnTo>
                <a:lnTo>
                  <a:pt x="892" y="6"/>
                </a:lnTo>
                <a:lnTo>
                  <a:pt x="916" y="9"/>
                </a:lnTo>
                <a:lnTo>
                  <a:pt x="940" y="12"/>
                </a:lnTo>
                <a:lnTo>
                  <a:pt x="963" y="16"/>
                </a:lnTo>
                <a:lnTo>
                  <a:pt x="987" y="21"/>
                </a:lnTo>
                <a:lnTo>
                  <a:pt x="1010" y="25"/>
                </a:lnTo>
                <a:lnTo>
                  <a:pt x="1033" y="31"/>
                </a:lnTo>
                <a:lnTo>
                  <a:pt x="1055" y="37"/>
                </a:lnTo>
                <a:lnTo>
                  <a:pt x="1078" y="43"/>
                </a:lnTo>
                <a:lnTo>
                  <a:pt x="1100" y="50"/>
                </a:lnTo>
                <a:lnTo>
                  <a:pt x="1121" y="57"/>
                </a:lnTo>
                <a:lnTo>
                  <a:pt x="1143" y="65"/>
                </a:lnTo>
                <a:lnTo>
                  <a:pt x="1164" y="73"/>
                </a:lnTo>
                <a:lnTo>
                  <a:pt x="1185" y="81"/>
                </a:lnTo>
                <a:lnTo>
                  <a:pt x="1205" y="90"/>
                </a:lnTo>
                <a:lnTo>
                  <a:pt x="1225" y="100"/>
                </a:lnTo>
                <a:lnTo>
                  <a:pt x="1244" y="110"/>
                </a:lnTo>
                <a:lnTo>
                  <a:pt x="1263" y="120"/>
                </a:lnTo>
                <a:lnTo>
                  <a:pt x="1281" y="131"/>
                </a:lnTo>
                <a:lnTo>
                  <a:pt x="1299" y="142"/>
                </a:lnTo>
                <a:lnTo>
                  <a:pt x="1317" y="153"/>
                </a:lnTo>
                <a:lnTo>
                  <a:pt x="1333" y="165"/>
                </a:lnTo>
                <a:lnTo>
                  <a:pt x="1350" y="177"/>
                </a:lnTo>
                <a:lnTo>
                  <a:pt x="1365" y="190"/>
                </a:lnTo>
                <a:lnTo>
                  <a:pt x="1381" y="203"/>
                </a:lnTo>
                <a:lnTo>
                  <a:pt x="1395" y="216"/>
                </a:lnTo>
                <a:lnTo>
                  <a:pt x="1409" y="229"/>
                </a:lnTo>
                <a:lnTo>
                  <a:pt x="1422" y="244"/>
                </a:lnTo>
                <a:lnTo>
                  <a:pt x="1435" y="258"/>
                </a:lnTo>
                <a:lnTo>
                  <a:pt x="1447" y="273"/>
                </a:lnTo>
                <a:lnTo>
                  <a:pt x="1458" y="287"/>
                </a:lnTo>
                <a:lnTo>
                  <a:pt x="1469" y="302"/>
                </a:lnTo>
                <a:lnTo>
                  <a:pt x="1479" y="317"/>
                </a:lnTo>
                <a:lnTo>
                  <a:pt x="1488" y="332"/>
                </a:lnTo>
                <a:lnTo>
                  <a:pt x="1497" y="348"/>
                </a:lnTo>
                <a:lnTo>
                  <a:pt x="1505" y="363"/>
                </a:lnTo>
                <a:lnTo>
                  <a:pt x="1512" y="379"/>
                </a:lnTo>
                <a:lnTo>
                  <a:pt x="1518" y="395"/>
                </a:lnTo>
                <a:lnTo>
                  <a:pt x="1524" y="411"/>
                </a:lnTo>
                <a:lnTo>
                  <a:pt x="1529" y="427"/>
                </a:lnTo>
                <a:lnTo>
                  <a:pt x="1533" y="443"/>
                </a:lnTo>
                <a:lnTo>
                  <a:pt x="1536" y="460"/>
                </a:lnTo>
                <a:lnTo>
                  <a:pt x="1539" y="476"/>
                </a:lnTo>
                <a:lnTo>
                  <a:pt x="1541" y="492"/>
                </a:lnTo>
                <a:lnTo>
                  <a:pt x="1542" y="509"/>
                </a:lnTo>
                <a:lnTo>
                  <a:pt x="1542" y="525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6" name=""/>
          <p:cNvSpPr/>
          <p:nvPr/>
        </p:nvSpPr>
        <p:spPr>
          <a:xfrm>
            <a:off x="7780680" y="2747520"/>
            <a:ext cx="558000" cy="379800"/>
          </a:xfrm>
          <a:custGeom>
            <a:avLst/>
            <a:gdLst/>
            <a:ahLst/>
            <a:rect l="0" t="0" r="r" b="b"/>
            <a:pathLst>
              <a:path w="1550" h="1055">
                <a:moveTo>
                  <a:pt x="1546" y="528"/>
                </a:moveTo>
                <a:lnTo>
                  <a:pt x="1546" y="512"/>
                </a:lnTo>
                <a:lnTo>
                  <a:pt x="1545" y="495"/>
                </a:lnTo>
                <a:lnTo>
                  <a:pt x="1543" y="479"/>
                </a:lnTo>
                <a:lnTo>
                  <a:pt x="1540" y="463"/>
                </a:lnTo>
                <a:lnTo>
                  <a:pt x="1537" y="446"/>
                </a:lnTo>
                <a:lnTo>
                  <a:pt x="1533" y="430"/>
                </a:lnTo>
                <a:lnTo>
                  <a:pt x="1528" y="414"/>
                </a:lnTo>
                <a:lnTo>
                  <a:pt x="1522" y="398"/>
                </a:lnTo>
                <a:lnTo>
                  <a:pt x="1516" y="382"/>
                </a:lnTo>
                <a:lnTo>
                  <a:pt x="1509" y="366"/>
                </a:lnTo>
                <a:lnTo>
                  <a:pt x="1501" y="351"/>
                </a:lnTo>
                <a:lnTo>
                  <a:pt x="1492" y="335"/>
                </a:lnTo>
                <a:lnTo>
                  <a:pt x="1483" y="320"/>
                </a:lnTo>
                <a:lnTo>
                  <a:pt x="1473" y="305"/>
                </a:lnTo>
                <a:lnTo>
                  <a:pt x="1462" y="290"/>
                </a:lnTo>
                <a:lnTo>
                  <a:pt x="1451" y="276"/>
                </a:lnTo>
                <a:lnTo>
                  <a:pt x="1439" y="260"/>
                </a:lnTo>
                <a:lnTo>
                  <a:pt x="1426" y="246"/>
                </a:lnTo>
                <a:lnTo>
                  <a:pt x="1413" y="232"/>
                </a:lnTo>
                <a:lnTo>
                  <a:pt x="1399" y="219"/>
                </a:lnTo>
                <a:lnTo>
                  <a:pt x="1385" y="206"/>
                </a:lnTo>
                <a:lnTo>
                  <a:pt x="1369" y="193"/>
                </a:lnTo>
                <a:lnTo>
                  <a:pt x="1354" y="180"/>
                </a:lnTo>
                <a:lnTo>
                  <a:pt x="1337" y="168"/>
                </a:lnTo>
                <a:lnTo>
                  <a:pt x="1321" y="156"/>
                </a:lnTo>
                <a:lnTo>
                  <a:pt x="1303" y="145"/>
                </a:lnTo>
                <a:lnTo>
                  <a:pt x="1285" y="134"/>
                </a:lnTo>
                <a:lnTo>
                  <a:pt x="1267" y="123"/>
                </a:lnTo>
                <a:lnTo>
                  <a:pt x="1248" y="113"/>
                </a:lnTo>
                <a:lnTo>
                  <a:pt x="1229" y="103"/>
                </a:lnTo>
                <a:lnTo>
                  <a:pt x="1209" y="93"/>
                </a:lnTo>
                <a:lnTo>
                  <a:pt x="1189" y="84"/>
                </a:lnTo>
                <a:lnTo>
                  <a:pt x="1168" y="76"/>
                </a:lnTo>
                <a:lnTo>
                  <a:pt x="1147" y="68"/>
                </a:lnTo>
                <a:lnTo>
                  <a:pt x="1125" y="60"/>
                </a:lnTo>
                <a:lnTo>
                  <a:pt x="1104" y="53"/>
                </a:lnTo>
                <a:lnTo>
                  <a:pt x="1082" y="46"/>
                </a:lnTo>
                <a:lnTo>
                  <a:pt x="1059" y="40"/>
                </a:lnTo>
                <a:lnTo>
                  <a:pt x="1037" y="34"/>
                </a:lnTo>
                <a:lnTo>
                  <a:pt x="1014" y="28"/>
                </a:lnTo>
                <a:lnTo>
                  <a:pt x="991" y="24"/>
                </a:lnTo>
                <a:lnTo>
                  <a:pt x="967" y="19"/>
                </a:lnTo>
                <a:lnTo>
                  <a:pt x="944" y="15"/>
                </a:lnTo>
                <a:lnTo>
                  <a:pt x="920" y="12"/>
                </a:lnTo>
                <a:lnTo>
                  <a:pt x="896" y="9"/>
                </a:lnTo>
                <a:lnTo>
                  <a:pt x="872" y="7"/>
                </a:lnTo>
                <a:lnTo>
                  <a:pt x="847" y="5"/>
                </a:lnTo>
                <a:lnTo>
                  <a:pt x="823" y="4"/>
                </a:lnTo>
                <a:lnTo>
                  <a:pt x="799" y="3"/>
                </a:lnTo>
                <a:lnTo>
                  <a:pt x="774" y="3"/>
                </a:lnTo>
                <a:lnTo>
                  <a:pt x="750" y="3"/>
                </a:lnTo>
                <a:lnTo>
                  <a:pt x="726" y="4"/>
                </a:lnTo>
                <a:lnTo>
                  <a:pt x="702" y="5"/>
                </a:lnTo>
                <a:lnTo>
                  <a:pt x="678" y="7"/>
                </a:lnTo>
                <a:lnTo>
                  <a:pt x="654" y="9"/>
                </a:lnTo>
                <a:lnTo>
                  <a:pt x="630" y="12"/>
                </a:lnTo>
                <a:lnTo>
                  <a:pt x="606" y="15"/>
                </a:lnTo>
                <a:lnTo>
                  <a:pt x="583" y="19"/>
                </a:lnTo>
                <a:lnTo>
                  <a:pt x="559" y="24"/>
                </a:lnTo>
                <a:lnTo>
                  <a:pt x="536" y="28"/>
                </a:lnTo>
                <a:lnTo>
                  <a:pt x="513" y="34"/>
                </a:lnTo>
                <a:lnTo>
                  <a:pt x="491" y="40"/>
                </a:lnTo>
                <a:lnTo>
                  <a:pt x="468" y="46"/>
                </a:lnTo>
                <a:lnTo>
                  <a:pt x="446" y="53"/>
                </a:lnTo>
                <a:lnTo>
                  <a:pt x="425" y="60"/>
                </a:lnTo>
                <a:lnTo>
                  <a:pt x="403" y="68"/>
                </a:lnTo>
                <a:lnTo>
                  <a:pt x="382" y="76"/>
                </a:lnTo>
                <a:lnTo>
                  <a:pt x="361" y="84"/>
                </a:lnTo>
                <a:lnTo>
                  <a:pt x="341" y="93"/>
                </a:lnTo>
                <a:lnTo>
                  <a:pt x="321" y="103"/>
                </a:lnTo>
                <a:lnTo>
                  <a:pt x="302" y="113"/>
                </a:lnTo>
                <a:lnTo>
                  <a:pt x="283" y="123"/>
                </a:lnTo>
                <a:lnTo>
                  <a:pt x="265" y="134"/>
                </a:lnTo>
                <a:lnTo>
                  <a:pt x="247" y="145"/>
                </a:lnTo>
                <a:lnTo>
                  <a:pt x="229" y="156"/>
                </a:lnTo>
                <a:lnTo>
                  <a:pt x="213" y="168"/>
                </a:lnTo>
                <a:lnTo>
                  <a:pt x="196" y="180"/>
                </a:lnTo>
                <a:lnTo>
                  <a:pt x="181" y="193"/>
                </a:lnTo>
                <a:lnTo>
                  <a:pt x="165" y="206"/>
                </a:lnTo>
                <a:lnTo>
                  <a:pt x="151" y="219"/>
                </a:lnTo>
                <a:lnTo>
                  <a:pt x="137" y="232"/>
                </a:lnTo>
                <a:lnTo>
                  <a:pt x="124" y="246"/>
                </a:lnTo>
                <a:lnTo>
                  <a:pt x="111" y="260"/>
                </a:lnTo>
                <a:lnTo>
                  <a:pt x="99" y="276"/>
                </a:lnTo>
                <a:lnTo>
                  <a:pt x="88" y="290"/>
                </a:lnTo>
                <a:lnTo>
                  <a:pt x="77" y="305"/>
                </a:lnTo>
                <a:lnTo>
                  <a:pt x="67" y="320"/>
                </a:lnTo>
                <a:lnTo>
                  <a:pt x="58" y="335"/>
                </a:lnTo>
                <a:lnTo>
                  <a:pt x="49" y="351"/>
                </a:lnTo>
                <a:lnTo>
                  <a:pt x="41" y="366"/>
                </a:lnTo>
                <a:lnTo>
                  <a:pt x="34" y="382"/>
                </a:lnTo>
                <a:lnTo>
                  <a:pt x="28" y="398"/>
                </a:lnTo>
                <a:lnTo>
                  <a:pt x="22" y="414"/>
                </a:lnTo>
                <a:lnTo>
                  <a:pt x="17" y="430"/>
                </a:lnTo>
                <a:lnTo>
                  <a:pt x="13" y="446"/>
                </a:lnTo>
                <a:lnTo>
                  <a:pt x="10" y="463"/>
                </a:lnTo>
                <a:lnTo>
                  <a:pt x="7" y="479"/>
                </a:lnTo>
                <a:lnTo>
                  <a:pt x="5" y="495"/>
                </a:lnTo>
                <a:lnTo>
                  <a:pt x="4" y="512"/>
                </a:lnTo>
                <a:lnTo>
                  <a:pt x="4" y="528"/>
                </a:lnTo>
                <a:lnTo>
                  <a:pt x="4" y="545"/>
                </a:lnTo>
                <a:lnTo>
                  <a:pt x="5" y="561"/>
                </a:lnTo>
                <a:lnTo>
                  <a:pt x="7" y="578"/>
                </a:lnTo>
                <a:lnTo>
                  <a:pt x="10" y="594"/>
                </a:lnTo>
                <a:lnTo>
                  <a:pt x="13" y="610"/>
                </a:lnTo>
                <a:lnTo>
                  <a:pt x="17" y="627"/>
                </a:lnTo>
                <a:lnTo>
                  <a:pt x="22" y="643"/>
                </a:lnTo>
                <a:lnTo>
                  <a:pt x="28" y="659"/>
                </a:lnTo>
                <a:lnTo>
                  <a:pt x="34" y="675"/>
                </a:lnTo>
                <a:lnTo>
                  <a:pt x="41" y="690"/>
                </a:lnTo>
                <a:lnTo>
                  <a:pt x="49" y="706"/>
                </a:lnTo>
                <a:lnTo>
                  <a:pt x="58" y="721"/>
                </a:lnTo>
                <a:lnTo>
                  <a:pt x="67" y="737"/>
                </a:lnTo>
                <a:lnTo>
                  <a:pt x="77" y="752"/>
                </a:lnTo>
                <a:lnTo>
                  <a:pt x="88" y="766"/>
                </a:lnTo>
                <a:lnTo>
                  <a:pt x="99" y="781"/>
                </a:lnTo>
                <a:lnTo>
                  <a:pt x="111" y="795"/>
                </a:lnTo>
                <a:lnTo>
                  <a:pt x="124" y="809"/>
                </a:lnTo>
                <a:lnTo>
                  <a:pt x="137" y="823"/>
                </a:lnTo>
                <a:lnTo>
                  <a:pt x="151" y="837"/>
                </a:lnTo>
                <a:lnTo>
                  <a:pt x="165" y="850"/>
                </a:lnTo>
                <a:lnTo>
                  <a:pt x="181" y="863"/>
                </a:lnTo>
                <a:lnTo>
                  <a:pt x="196" y="875"/>
                </a:lnTo>
                <a:lnTo>
                  <a:pt x="213" y="887"/>
                </a:lnTo>
                <a:lnTo>
                  <a:pt x="229" y="899"/>
                </a:lnTo>
                <a:lnTo>
                  <a:pt x="247" y="911"/>
                </a:lnTo>
                <a:lnTo>
                  <a:pt x="265" y="922"/>
                </a:lnTo>
                <a:lnTo>
                  <a:pt x="283" y="932"/>
                </a:lnTo>
                <a:lnTo>
                  <a:pt x="302" y="943"/>
                </a:lnTo>
                <a:lnTo>
                  <a:pt x="321" y="953"/>
                </a:lnTo>
                <a:lnTo>
                  <a:pt x="341" y="962"/>
                </a:lnTo>
                <a:lnTo>
                  <a:pt x="361" y="971"/>
                </a:lnTo>
                <a:lnTo>
                  <a:pt x="382" y="980"/>
                </a:lnTo>
                <a:lnTo>
                  <a:pt x="403" y="988"/>
                </a:lnTo>
                <a:lnTo>
                  <a:pt x="425" y="996"/>
                </a:lnTo>
                <a:lnTo>
                  <a:pt x="446" y="1003"/>
                </a:lnTo>
                <a:lnTo>
                  <a:pt x="468" y="1010"/>
                </a:lnTo>
                <a:lnTo>
                  <a:pt x="491" y="1016"/>
                </a:lnTo>
                <a:lnTo>
                  <a:pt x="513" y="1022"/>
                </a:lnTo>
                <a:lnTo>
                  <a:pt x="536" y="1027"/>
                </a:lnTo>
                <a:lnTo>
                  <a:pt x="559" y="1032"/>
                </a:lnTo>
                <a:lnTo>
                  <a:pt x="583" y="1036"/>
                </a:lnTo>
                <a:lnTo>
                  <a:pt x="606" y="1040"/>
                </a:lnTo>
                <a:lnTo>
                  <a:pt x="630" y="1044"/>
                </a:lnTo>
                <a:lnTo>
                  <a:pt x="654" y="1046"/>
                </a:lnTo>
                <a:lnTo>
                  <a:pt x="678" y="1049"/>
                </a:lnTo>
                <a:lnTo>
                  <a:pt x="702" y="1050"/>
                </a:lnTo>
                <a:lnTo>
                  <a:pt x="726" y="1052"/>
                </a:lnTo>
                <a:lnTo>
                  <a:pt x="750" y="1053"/>
                </a:lnTo>
                <a:lnTo>
                  <a:pt x="774" y="1053"/>
                </a:lnTo>
                <a:lnTo>
                  <a:pt x="799" y="1053"/>
                </a:lnTo>
                <a:lnTo>
                  <a:pt x="823" y="1052"/>
                </a:lnTo>
                <a:lnTo>
                  <a:pt x="847" y="1050"/>
                </a:lnTo>
                <a:lnTo>
                  <a:pt x="872" y="1049"/>
                </a:lnTo>
                <a:lnTo>
                  <a:pt x="896" y="1046"/>
                </a:lnTo>
                <a:lnTo>
                  <a:pt x="920" y="1044"/>
                </a:lnTo>
                <a:lnTo>
                  <a:pt x="944" y="1040"/>
                </a:lnTo>
                <a:lnTo>
                  <a:pt x="967" y="1036"/>
                </a:lnTo>
                <a:lnTo>
                  <a:pt x="991" y="1032"/>
                </a:lnTo>
                <a:lnTo>
                  <a:pt x="1014" y="1027"/>
                </a:lnTo>
                <a:lnTo>
                  <a:pt x="1037" y="1022"/>
                </a:lnTo>
                <a:lnTo>
                  <a:pt x="1059" y="1016"/>
                </a:lnTo>
                <a:lnTo>
                  <a:pt x="1082" y="1010"/>
                </a:lnTo>
                <a:lnTo>
                  <a:pt x="1104" y="1003"/>
                </a:lnTo>
                <a:lnTo>
                  <a:pt x="1125" y="996"/>
                </a:lnTo>
                <a:lnTo>
                  <a:pt x="1147" y="988"/>
                </a:lnTo>
                <a:lnTo>
                  <a:pt x="1168" y="980"/>
                </a:lnTo>
                <a:lnTo>
                  <a:pt x="1189" y="971"/>
                </a:lnTo>
                <a:lnTo>
                  <a:pt x="1209" y="962"/>
                </a:lnTo>
                <a:lnTo>
                  <a:pt x="1229" y="953"/>
                </a:lnTo>
                <a:lnTo>
                  <a:pt x="1248" y="943"/>
                </a:lnTo>
                <a:lnTo>
                  <a:pt x="1267" y="932"/>
                </a:lnTo>
                <a:lnTo>
                  <a:pt x="1285" y="922"/>
                </a:lnTo>
                <a:lnTo>
                  <a:pt x="1303" y="911"/>
                </a:lnTo>
                <a:lnTo>
                  <a:pt x="1321" y="899"/>
                </a:lnTo>
                <a:lnTo>
                  <a:pt x="1337" y="887"/>
                </a:lnTo>
                <a:lnTo>
                  <a:pt x="1354" y="875"/>
                </a:lnTo>
                <a:lnTo>
                  <a:pt x="1369" y="863"/>
                </a:lnTo>
                <a:lnTo>
                  <a:pt x="1385" y="850"/>
                </a:lnTo>
                <a:lnTo>
                  <a:pt x="1399" y="837"/>
                </a:lnTo>
                <a:lnTo>
                  <a:pt x="1413" y="823"/>
                </a:lnTo>
                <a:lnTo>
                  <a:pt x="1426" y="809"/>
                </a:lnTo>
                <a:lnTo>
                  <a:pt x="1439" y="795"/>
                </a:lnTo>
                <a:lnTo>
                  <a:pt x="1451" y="781"/>
                </a:lnTo>
                <a:lnTo>
                  <a:pt x="1462" y="766"/>
                </a:lnTo>
                <a:lnTo>
                  <a:pt x="1473" y="752"/>
                </a:lnTo>
                <a:lnTo>
                  <a:pt x="1483" y="737"/>
                </a:lnTo>
                <a:lnTo>
                  <a:pt x="1492" y="721"/>
                </a:lnTo>
                <a:lnTo>
                  <a:pt x="1501" y="706"/>
                </a:lnTo>
                <a:lnTo>
                  <a:pt x="1509" y="690"/>
                </a:lnTo>
                <a:lnTo>
                  <a:pt x="1516" y="675"/>
                </a:lnTo>
                <a:lnTo>
                  <a:pt x="1522" y="659"/>
                </a:lnTo>
                <a:lnTo>
                  <a:pt x="1528" y="643"/>
                </a:lnTo>
                <a:lnTo>
                  <a:pt x="1533" y="627"/>
                </a:lnTo>
                <a:lnTo>
                  <a:pt x="1537" y="610"/>
                </a:lnTo>
                <a:lnTo>
                  <a:pt x="1540" y="594"/>
                </a:lnTo>
                <a:lnTo>
                  <a:pt x="1543" y="578"/>
                </a:lnTo>
                <a:lnTo>
                  <a:pt x="1545" y="561"/>
                </a:lnTo>
                <a:lnTo>
                  <a:pt x="1546" y="545"/>
                </a:lnTo>
                <a:lnTo>
                  <a:pt x="1546" y="528"/>
                </a:lnTo>
                <a:moveTo>
                  <a:pt x="1550" y="528"/>
                </a:moveTo>
                <a:lnTo>
                  <a:pt x="1550" y="545"/>
                </a:lnTo>
                <a:lnTo>
                  <a:pt x="1549" y="561"/>
                </a:lnTo>
                <a:lnTo>
                  <a:pt x="1547" y="578"/>
                </a:lnTo>
                <a:lnTo>
                  <a:pt x="1544" y="594"/>
                </a:lnTo>
                <a:lnTo>
                  <a:pt x="1541" y="611"/>
                </a:lnTo>
                <a:lnTo>
                  <a:pt x="1536" y="627"/>
                </a:lnTo>
                <a:lnTo>
                  <a:pt x="1531" y="643"/>
                </a:lnTo>
                <a:lnTo>
                  <a:pt x="1526" y="659"/>
                </a:lnTo>
                <a:lnTo>
                  <a:pt x="1519" y="675"/>
                </a:lnTo>
                <a:lnTo>
                  <a:pt x="1512" y="691"/>
                </a:lnTo>
                <a:lnTo>
                  <a:pt x="1504" y="707"/>
                </a:lnTo>
                <a:lnTo>
                  <a:pt x="1496" y="722"/>
                </a:lnTo>
                <a:lnTo>
                  <a:pt x="1486" y="738"/>
                </a:lnTo>
                <a:lnTo>
                  <a:pt x="1476" y="753"/>
                </a:lnTo>
                <a:lnTo>
                  <a:pt x="1466" y="768"/>
                </a:lnTo>
                <a:lnTo>
                  <a:pt x="1454" y="782"/>
                </a:lnTo>
                <a:lnTo>
                  <a:pt x="1442" y="797"/>
                </a:lnTo>
                <a:lnTo>
                  <a:pt x="1430" y="811"/>
                </a:lnTo>
                <a:lnTo>
                  <a:pt x="1416" y="825"/>
                </a:lnTo>
                <a:lnTo>
                  <a:pt x="1402" y="838"/>
                </a:lnTo>
                <a:lnTo>
                  <a:pt x="1388" y="851"/>
                </a:lnTo>
                <a:lnTo>
                  <a:pt x="1372" y="864"/>
                </a:lnTo>
                <a:lnTo>
                  <a:pt x="1357" y="877"/>
                </a:lnTo>
                <a:lnTo>
                  <a:pt x="1340" y="889"/>
                </a:lnTo>
                <a:lnTo>
                  <a:pt x="1323" y="901"/>
                </a:lnTo>
                <a:lnTo>
                  <a:pt x="1306" y="913"/>
                </a:lnTo>
                <a:lnTo>
                  <a:pt x="1288" y="924"/>
                </a:lnTo>
                <a:lnTo>
                  <a:pt x="1269" y="934"/>
                </a:lnTo>
                <a:lnTo>
                  <a:pt x="1250" y="945"/>
                </a:lnTo>
                <a:lnTo>
                  <a:pt x="1231" y="955"/>
                </a:lnTo>
                <a:lnTo>
                  <a:pt x="1211" y="964"/>
                </a:lnTo>
                <a:lnTo>
                  <a:pt x="1191" y="973"/>
                </a:lnTo>
                <a:lnTo>
                  <a:pt x="1170" y="982"/>
                </a:lnTo>
                <a:lnTo>
                  <a:pt x="1149" y="990"/>
                </a:lnTo>
                <a:lnTo>
                  <a:pt x="1127" y="998"/>
                </a:lnTo>
                <a:lnTo>
                  <a:pt x="1105" y="1005"/>
                </a:lnTo>
                <a:lnTo>
                  <a:pt x="1083" y="1012"/>
                </a:lnTo>
                <a:lnTo>
                  <a:pt x="1061" y="1018"/>
                </a:lnTo>
                <a:lnTo>
                  <a:pt x="1038" y="1024"/>
                </a:lnTo>
                <a:lnTo>
                  <a:pt x="1015" y="1030"/>
                </a:lnTo>
                <a:lnTo>
                  <a:pt x="992" y="1034"/>
                </a:lnTo>
                <a:lnTo>
                  <a:pt x="968" y="1039"/>
                </a:lnTo>
                <a:lnTo>
                  <a:pt x="944" y="1043"/>
                </a:lnTo>
                <a:lnTo>
                  <a:pt x="921" y="1046"/>
                </a:lnTo>
                <a:lnTo>
                  <a:pt x="897" y="1049"/>
                </a:lnTo>
                <a:lnTo>
                  <a:pt x="873" y="1051"/>
                </a:lnTo>
                <a:lnTo>
                  <a:pt x="847" y="1053"/>
                </a:lnTo>
                <a:lnTo>
                  <a:pt x="823" y="1054"/>
                </a:lnTo>
                <a:lnTo>
                  <a:pt x="799" y="1055"/>
                </a:lnTo>
                <a:lnTo>
                  <a:pt x="774" y="1055"/>
                </a:lnTo>
                <a:lnTo>
                  <a:pt x="750" y="1055"/>
                </a:lnTo>
                <a:lnTo>
                  <a:pt x="726" y="1054"/>
                </a:lnTo>
                <a:lnTo>
                  <a:pt x="702" y="1053"/>
                </a:lnTo>
                <a:lnTo>
                  <a:pt x="677" y="1051"/>
                </a:lnTo>
                <a:lnTo>
                  <a:pt x="653" y="1049"/>
                </a:lnTo>
                <a:lnTo>
                  <a:pt x="629" y="1046"/>
                </a:lnTo>
                <a:lnTo>
                  <a:pt x="606" y="1043"/>
                </a:lnTo>
                <a:lnTo>
                  <a:pt x="582" y="1039"/>
                </a:lnTo>
                <a:lnTo>
                  <a:pt x="558" y="1034"/>
                </a:lnTo>
                <a:lnTo>
                  <a:pt x="535" y="1030"/>
                </a:lnTo>
                <a:lnTo>
                  <a:pt x="512" y="1024"/>
                </a:lnTo>
                <a:lnTo>
                  <a:pt x="489" y="1018"/>
                </a:lnTo>
                <a:lnTo>
                  <a:pt x="467" y="1012"/>
                </a:lnTo>
                <a:lnTo>
                  <a:pt x="445" y="1005"/>
                </a:lnTo>
                <a:lnTo>
                  <a:pt x="423" y="998"/>
                </a:lnTo>
                <a:lnTo>
                  <a:pt x="401" y="990"/>
                </a:lnTo>
                <a:lnTo>
                  <a:pt x="380" y="982"/>
                </a:lnTo>
                <a:lnTo>
                  <a:pt x="359" y="973"/>
                </a:lnTo>
                <a:lnTo>
                  <a:pt x="339" y="964"/>
                </a:lnTo>
                <a:lnTo>
                  <a:pt x="319" y="955"/>
                </a:lnTo>
                <a:lnTo>
                  <a:pt x="300" y="945"/>
                </a:lnTo>
                <a:lnTo>
                  <a:pt x="281" y="934"/>
                </a:lnTo>
                <a:lnTo>
                  <a:pt x="262" y="924"/>
                </a:lnTo>
                <a:lnTo>
                  <a:pt x="244" y="913"/>
                </a:lnTo>
                <a:lnTo>
                  <a:pt x="227" y="901"/>
                </a:lnTo>
                <a:lnTo>
                  <a:pt x="210" y="889"/>
                </a:lnTo>
                <a:lnTo>
                  <a:pt x="193" y="877"/>
                </a:lnTo>
                <a:lnTo>
                  <a:pt x="178" y="864"/>
                </a:lnTo>
                <a:lnTo>
                  <a:pt x="162" y="851"/>
                </a:lnTo>
                <a:lnTo>
                  <a:pt x="148" y="838"/>
                </a:lnTo>
                <a:lnTo>
                  <a:pt x="134" y="825"/>
                </a:lnTo>
                <a:lnTo>
                  <a:pt x="120" y="811"/>
                </a:lnTo>
                <a:lnTo>
                  <a:pt x="108" y="797"/>
                </a:lnTo>
                <a:lnTo>
                  <a:pt x="96" y="782"/>
                </a:lnTo>
                <a:lnTo>
                  <a:pt x="84" y="768"/>
                </a:lnTo>
                <a:lnTo>
                  <a:pt x="74" y="753"/>
                </a:lnTo>
                <a:lnTo>
                  <a:pt x="64" y="738"/>
                </a:lnTo>
                <a:lnTo>
                  <a:pt x="54" y="722"/>
                </a:lnTo>
                <a:lnTo>
                  <a:pt x="46" y="707"/>
                </a:lnTo>
                <a:lnTo>
                  <a:pt x="38" y="691"/>
                </a:lnTo>
                <a:lnTo>
                  <a:pt x="31" y="675"/>
                </a:lnTo>
                <a:lnTo>
                  <a:pt x="24" y="659"/>
                </a:lnTo>
                <a:lnTo>
                  <a:pt x="19" y="643"/>
                </a:lnTo>
                <a:lnTo>
                  <a:pt x="14" y="627"/>
                </a:lnTo>
                <a:lnTo>
                  <a:pt x="9" y="611"/>
                </a:lnTo>
                <a:lnTo>
                  <a:pt x="6" y="594"/>
                </a:lnTo>
                <a:lnTo>
                  <a:pt x="3" y="578"/>
                </a:lnTo>
                <a:lnTo>
                  <a:pt x="1" y="561"/>
                </a:lnTo>
                <a:lnTo>
                  <a:pt x="0" y="545"/>
                </a:lnTo>
                <a:lnTo>
                  <a:pt x="0" y="528"/>
                </a:lnTo>
                <a:lnTo>
                  <a:pt x="0" y="512"/>
                </a:lnTo>
                <a:lnTo>
                  <a:pt x="1" y="495"/>
                </a:lnTo>
                <a:lnTo>
                  <a:pt x="3" y="479"/>
                </a:lnTo>
                <a:lnTo>
                  <a:pt x="6" y="462"/>
                </a:lnTo>
                <a:lnTo>
                  <a:pt x="9" y="446"/>
                </a:lnTo>
                <a:lnTo>
                  <a:pt x="14" y="429"/>
                </a:lnTo>
                <a:lnTo>
                  <a:pt x="19" y="413"/>
                </a:lnTo>
                <a:lnTo>
                  <a:pt x="24" y="397"/>
                </a:lnTo>
                <a:lnTo>
                  <a:pt x="31" y="381"/>
                </a:lnTo>
                <a:lnTo>
                  <a:pt x="38" y="365"/>
                </a:lnTo>
                <a:lnTo>
                  <a:pt x="46" y="350"/>
                </a:lnTo>
                <a:lnTo>
                  <a:pt x="54" y="334"/>
                </a:lnTo>
                <a:lnTo>
                  <a:pt x="64" y="319"/>
                </a:lnTo>
                <a:lnTo>
                  <a:pt x="74" y="304"/>
                </a:lnTo>
                <a:lnTo>
                  <a:pt x="84" y="289"/>
                </a:lnTo>
                <a:lnTo>
                  <a:pt x="96" y="274"/>
                </a:lnTo>
                <a:lnTo>
                  <a:pt x="108" y="259"/>
                </a:lnTo>
                <a:lnTo>
                  <a:pt x="120" y="245"/>
                </a:lnTo>
                <a:lnTo>
                  <a:pt x="134" y="231"/>
                </a:lnTo>
                <a:lnTo>
                  <a:pt x="148" y="217"/>
                </a:lnTo>
                <a:lnTo>
                  <a:pt x="162" y="204"/>
                </a:lnTo>
                <a:lnTo>
                  <a:pt x="178" y="191"/>
                </a:lnTo>
                <a:lnTo>
                  <a:pt x="193" y="179"/>
                </a:lnTo>
                <a:lnTo>
                  <a:pt x="210" y="166"/>
                </a:lnTo>
                <a:lnTo>
                  <a:pt x="227" y="155"/>
                </a:lnTo>
                <a:lnTo>
                  <a:pt x="244" y="143"/>
                </a:lnTo>
                <a:lnTo>
                  <a:pt x="262" y="132"/>
                </a:lnTo>
                <a:lnTo>
                  <a:pt x="281" y="121"/>
                </a:lnTo>
                <a:lnTo>
                  <a:pt x="300" y="111"/>
                </a:lnTo>
                <a:lnTo>
                  <a:pt x="319" y="101"/>
                </a:lnTo>
                <a:lnTo>
                  <a:pt x="339" y="91"/>
                </a:lnTo>
                <a:lnTo>
                  <a:pt x="359" y="82"/>
                </a:lnTo>
                <a:lnTo>
                  <a:pt x="380" y="74"/>
                </a:lnTo>
                <a:lnTo>
                  <a:pt x="401" y="65"/>
                </a:lnTo>
                <a:lnTo>
                  <a:pt x="423" y="58"/>
                </a:lnTo>
                <a:lnTo>
                  <a:pt x="445" y="50"/>
                </a:lnTo>
                <a:lnTo>
                  <a:pt x="467" y="43"/>
                </a:lnTo>
                <a:lnTo>
                  <a:pt x="489" y="37"/>
                </a:lnTo>
                <a:lnTo>
                  <a:pt x="512" y="31"/>
                </a:lnTo>
                <a:lnTo>
                  <a:pt x="535" y="26"/>
                </a:lnTo>
                <a:lnTo>
                  <a:pt x="558" y="21"/>
                </a:lnTo>
                <a:lnTo>
                  <a:pt x="582" y="17"/>
                </a:lnTo>
                <a:lnTo>
                  <a:pt x="606" y="13"/>
                </a:lnTo>
                <a:lnTo>
                  <a:pt x="629" y="9"/>
                </a:lnTo>
                <a:lnTo>
                  <a:pt x="653" y="7"/>
                </a:lnTo>
                <a:lnTo>
                  <a:pt x="677" y="4"/>
                </a:lnTo>
                <a:lnTo>
                  <a:pt x="702" y="2"/>
                </a:lnTo>
                <a:lnTo>
                  <a:pt x="726" y="1"/>
                </a:lnTo>
                <a:lnTo>
                  <a:pt x="750" y="0"/>
                </a:lnTo>
                <a:lnTo>
                  <a:pt x="774" y="0"/>
                </a:lnTo>
                <a:lnTo>
                  <a:pt x="799" y="0"/>
                </a:lnTo>
                <a:lnTo>
                  <a:pt x="823" y="1"/>
                </a:lnTo>
                <a:lnTo>
                  <a:pt x="847" y="2"/>
                </a:lnTo>
                <a:lnTo>
                  <a:pt x="873" y="4"/>
                </a:lnTo>
                <a:lnTo>
                  <a:pt x="897" y="7"/>
                </a:lnTo>
                <a:lnTo>
                  <a:pt x="921" y="9"/>
                </a:lnTo>
                <a:lnTo>
                  <a:pt x="944" y="13"/>
                </a:lnTo>
                <a:lnTo>
                  <a:pt x="968" y="17"/>
                </a:lnTo>
                <a:lnTo>
                  <a:pt x="992" y="21"/>
                </a:lnTo>
                <a:lnTo>
                  <a:pt x="1015" y="26"/>
                </a:lnTo>
                <a:lnTo>
                  <a:pt x="1038" y="31"/>
                </a:lnTo>
                <a:lnTo>
                  <a:pt x="1061" y="37"/>
                </a:lnTo>
                <a:lnTo>
                  <a:pt x="1083" y="43"/>
                </a:lnTo>
                <a:lnTo>
                  <a:pt x="1105" y="50"/>
                </a:lnTo>
                <a:lnTo>
                  <a:pt x="1127" y="58"/>
                </a:lnTo>
                <a:lnTo>
                  <a:pt x="1149" y="65"/>
                </a:lnTo>
                <a:lnTo>
                  <a:pt x="1170" y="74"/>
                </a:lnTo>
                <a:lnTo>
                  <a:pt x="1191" y="82"/>
                </a:lnTo>
                <a:lnTo>
                  <a:pt x="1211" y="91"/>
                </a:lnTo>
                <a:lnTo>
                  <a:pt x="1231" y="101"/>
                </a:lnTo>
                <a:lnTo>
                  <a:pt x="1250" y="111"/>
                </a:lnTo>
                <a:lnTo>
                  <a:pt x="1269" y="121"/>
                </a:lnTo>
                <a:lnTo>
                  <a:pt x="1288" y="132"/>
                </a:lnTo>
                <a:lnTo>
                  <a:pt x="1306" y="143"/>
                </a:lnTo>
                <a:lnTo>
                  <a:pt x="1323" y="155"/>
                </a:lnTo>
                <a:lnTo>
                  <a:pt x="1340" y="166"/>
                </a:lnTo>
                <a:lnTo>
                  <a:pt x="1357" y="179"/>
                </a:lnTo>
                <a:lnTo>
                  <a:pt x="1372" y="191"/>
                </a:lnTo>
                <a:lnTo>
                  <a:pt x="1388" y="204"/>
                </a:lnTo>
                <a:lnTo>
                  <a:pt x="1402" y="217"/>
                </a:lnTo>
                <a:lnTo>
                  <a:pt x="1416" y="231"/>
                </a:lnTo>
                <a:lnTo>
                  <a:pt x="1430" y="245"/>
                </a:lnTo>
                <a:lnTo>
                  <a:pt x="1442" y="259"/>
                </a:lnTo>
                <a:lnTo>
                  <a:pt x="1454" y="274"/>
                </a:lnTo>
                <a:lnTo>
                  <a:pt x="1466" y="289"/>
                </a:lnTo>
                <a:lnTo>
                  <a:pt x="1476" y="304"/>
                </a:lnTo>
                <a:lnTo>
                  <a:pt x="1486" y="319"/>
                </a:lnTo>
                <a:lnTo>
                  <a:pt x="1496" y="334"/>
                </a:lnTo>
                <a:lnTo>
                  <a:pt x="1504" y="350"/>
                </a:lnTo>
                <a:lnTo>
                  <a:pt x="1512" y="365"/>
                </a:lnTo>
                <a:lnTo>
                  <a:pt x="1519" y="381"/>
                </a:lnTo>
                <a:lnTo>
                  <a:pt x="1526" y="397"/>
                </a:lnTo>
                <a:lnTo>
                  <a:pt x="1531" y="413"/>
                </a:lnTo>
                <a:lnTo>
                  <a:pt x="1536" y="429"/>
                </a:lnTo>
                <a:lnTo>
                  <a:pt x="1541" y="446"/>
                </a:lnTo>
                <a:lnTo>
                  <a:pt x="1544" y="462"/>
                </a:lnTo>
                <a:lnTo>
                  <a:pt x="1547" y="479"/>
                </a:lnTo>
                <a:lnTo>
                  <a:pt x="1549" y="495"/>
                </a:lnTo>
                <a:lnTo>
                  <a:pt x="1550" y="512"/>
                </a:lnTo>
                <a:lnTo>
                  <a:pt x="1550" y="528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7" name=""/>
          <p:cNvSpPr/>
          <p:nvPr/>
        </p:nvSpPr>
        <p:spPr>
          <a:xfrm>
            <a:off x="7779240" y="2746800"/>
            <a:ext cx="560880" cy="381600"/>
          </a:xfrm>
          <a:custGeom>
            <a:avLst/>
            <a:gdLst/>
            <a:ahLst/>
            <a:rect l="0" t="0" r="r" b="b"/>
            <a:pathLst>
              <a:path w="1558" h="1060">
                <a:moveTo>
                  <a:pt x="1554" y="530"/>
                </a:moveTo>
                <a:lnTo>
                  <a:pt x="1554" y="514"/>
                </a:lnTo>
                <a:lnTo>
                  <a:pt x="1553" y="497"/>
                </a:lnTo>
                <a:lnTo>
                  <a:pt x="1551" y="481"/>
                </a:lnTo>
                <a:lnTo>
                  <a:pt x="1548" y="464"/>
                </a:lnTo>
                <a:lnTo>
                  <a:pt x="1545" y="448"/>
                </a:lnTo>
                <a:lnTo>
                  <a:pt x="1540" y="431"/>
                </a:lnTo>
                <a:lnTo>
                  <a:pt x="1535" y="415"/>
                </a:lnTo>
                <a:lnTo>
                  <a:pt x="1530" y="399"/>
                </a:lnTo>
                <a:lnTo>
                  <a:pt x="1523" y="383"/>
                </a:lnTo>
                <a:lnTo>
                  <a:pt x="1516" y="367"/>
                </a:lnTo>
                <a:lnTo>
                  <a:pt x="1508" y="352"/>
                </a:lnTo>
                <a:lnTo>
                  <a:pt x="1500" y="336"/>
                </a:lnTo>
                <a:lnTo>
                  <a:pt x="1490" y="321"/>
                </a:lnTo>
                <a:lnTo>
                  <a:pt x="1480" y="305"/>
                </a:lnTo>
                <a:lnTo>
                  <a:pt x="1470" y="290"/>
                </a:lnTo>
                <a:lnTo>
                  <a:pt x="1458" y="275"/>
                </a:lnTo>
                <a:lnTo>
                  <a:pt x="1446" y="261"/>
                </a:lnTo>
                <a:lnTo>
                  <a:pt x="1434" y="247"/>
                </a:lnTo>
                <a:lnTo>
                  <a:pt x="1420" y="233"/>
                </a:lnTo>
                <a:lnTo>
                  <a:pt x="1406" y="219"/>
                </a:lnTo>
                <a:lnTo>
                  <a:pt x="1392" y="206"/>
                </a:lnTo>
                <a:lnTo>
                  <a:pt x="1376" y="193"/>
                </a:lnTo>
                <a:lnTo>
                  <a:pt x="1361" y="181"/>
                </a:lnTo>
                <a:lnTo>
                  <a:pt x="1344" y="168"/>
                </a:lnTo>
                <a:lnTo>
                  <a:pt x="1327" y="157"/>
                </a:lnTo>
                <a:lnTo>
                  <a:pt x="1310" y="145"/>
                </a:lnTo>
                <a:lnTo>
                  <a:pt x="1292" y="134"/>
                </a:lnTo>
                <a:lnTo>
                  <a:pt x="1273" y="123"/>
                </a:lnTo>
                <a:lnTo>
                  <a:pt x="1254" y="113"/>
                </a:lnTo>
                <a:lnTo>
                  <a:pt x="1235" y="103"/>
                </a:lnTo>
                <a:lnTo>
                  <a:pt x="1215" y="93"/>
                </a:lnTo>
                <a:lnTo>
                  <a:pt x="1195" y="84"/>
                </a:lnTo>
                <a:lnTo>
                  <a:pt x="1174" y="76"/>
                </a:lnTo>
                <a:lnTo>
                  <a:pt x="1153" y="67"/>
                </a:lnTo>
                <a:lnTo>
                  <a:pt x="1131" y="60"/>
                </a:lnTo>
                <a:lnTo>
                  <a:pt x="1109" y="52"/>
                </a:lnTo>
                <a:lnTo>
                  <a:pt x="1087" y="45"/>
                </a:lnTo>
                <a:lnTo>
                  <a:pt x="1065" y="39"/>
                </a:lnTo>
                <a:lnTo>
                  <a:pt x="1042" y="33"/>
                </a:lnTo>
                <a:lnTo>
                  <a:pt x="1019" y="28"/>
                </a:lnTo>
                <a:lnTo>
                  <a:pt x="996" y="23"/>
                </a:lnTo>
                <a:lnTo>
                  <a:pt x="972" y="19"/>
                </a:lnTo>
                <a:lnTo>
                  <a:pt x="947" y="15"/>
                </a:lnTo>
                <a:lnTo>
                  <a:pt x="924" y="11"/>
                </a:lnTo>
                <a:lnTo>
                  <a:pt x="900" y="9"/>
                </a:lnTo>
                <a:lnTo>
                  <a:pt x="876" y="6"/>
                </a:lnTo>
                <a:lnTo>
                  <a:pt x="851" y="4"/>
                </a:lnTo>
                <a:lnTo>
                  <a:pt x="827" y="3"/>
                </a:lnTo>
                <a:lnTo>
                  <a:pt x="803" y="2"/>
                </a:lnTo>
                <a:lnTo>
                  <a:pt x="778" y="2"/>
                </a:lnTo>
                <a:lnTo>
                  <a:pt x="754" y="2"/>
                </a:lnTo>
                <a:lnTo>
                  <a:pt x="730" y="3"/>
                </a:lnTo>
                <a:lnTo>
                  <a:pt x="706" y="4"/>
                </a:lnTo>
                <a:lnTo>
                  <a:pt x="681" y="6"/>
                </a:lnTo>
                <a:lnTo>
                  <a:pt x="657" y="9"/>
                </a:lnTo>
                <a:lnTo>
                  <a:pt x="633" y="11"/>
                </a:lnTo>
                <a:lnTo>
                  <a:pt x="610" y="15"/>
                </a:lnTo>
                <a:lnTo>
                  <a:pt x="586" y="19"/>
                </a:lnTo>
                <a:lnTo>
                  <a:pt x="562" y="23"/>
                </a:lnTo>
                <a:lnTo>
                  <a:pt x="539" y="28"/>
                </a:lnTo>
                <a:lnTo>
                  <a:pt x="516" y="33"/>
                </a:lnTo>
                <a:lnTo>
                  <a:pt x="493" y="39"/>
                </a:lnTo>
                <a:lnTo>
                  <a:pt x="471" y="45"/>
                </a:lnTo>
                <a:lnTo>
                  <a:pt x="449" y="52"/>
                </a:lnTo>
                <a:lnTo>
                  <a:pt x="427" y="60"/>
                </a:lnTo>
                <a:lnTo>
                  <a:pt x="405" y="67"/>
                </a:lnTo>
                <a:lnTo>
                  <a:pt x="384" y="76"/>
                </a:lnTo>
                <a:lnTo>
                  <a:pt x="363" y="84"/>
                </a:lnTo>
                <a:lnTo>
                  <a:pt x="343" y="93"/>
                </a:lnTo>
                <a:lnTo>
                  <a:pt x="323" y="103"/>
                </a:lnTo>
                <a:lnTo>
                  <a:pt x="304" y="113"/>
                </a:lnTo>
                <a:lnTo>
                  <a:pt x="285" y="123"/>
                </a:lnTo>
                <a:lnTo>
                  <a:pt x="266" y="134"/>
                </a:lnTo>
                <a:lnTo>
                  <a:pt x="248" y="145"/>
                </a:lnTo>
                <a:lnTo>
                  <a:pt x="231" y="157"/>
                </a:lnTo>
                <a:lnTo>
                  <a:pt x="214" y="168"/>
                </a:lnTo>
                <a:lnTo>
                  <a:pt x="197" y="181"/>
                </a:lnTo>
                <a:lnTo>
                  <a:pt x="182" y="193"/>
                </a:lnTo>
                <a:lnTo>
                  <a:pt x="166" y="206"/>
                </a:lnTo>
                <a:lnTo>
                  <a:pt x="152" y="219"/>
                </a:lnTo>
                <a:lnTo>
                  <a:pt x="138" y="233"/>
                </a:lnTo>
                <a:lnTo>
                  <a:pt x="124" y="247"/>
                </a:lnTo>
                <a:lnTo>
                  <a:pt x="112" y="261"/>
                </a:lnTo>
                <a:lnTo>
                  <a:pt x="100" y="275"/>
                </a:lnTo>
                <a:lnTo>
                  <a:pt x="88" y="290"/>
                </a:lnTo>
                <a:lnTo>
                  <a:pt x="78" y="305"/>
                </a:lnTo>
                <a:lnTo>
                  <a:pt x="68" y="321"/>
                </a:lnTo>
                <a:lnTo>
                  <a:pt x="58" y="336"/>
                </a:lnTo>
                <a:lnTo>
                  <a:pt x="50" y="352"/>
                </a:lnTo>
                <a:lnTo>
                  <a:pt x="42" y="367"/>
                </a:lnTo>
                <a:lnTo>
                  <a:pt x="35" y="383"/>
                </a:lnTo>
                <a:lnTo>
                  <a:pt x="28" y="399"/>
                </a:lnTo>
                <a:lnTo>
                  <a:pt x="23" y="415"/>
                </a:lnTo>
                <a:lnTo>
                  <a:pt x="18" y="431"/>
                </a:lnTo>
                <a:lnTo>
                  <a:pt x="13" y="448"/>
                </a:lnTo>
                <a:lnTo>
                  <a:pt x="10" y="464"/>
                </a:lnTo>
                <a:lnTo>
                  <a:pt x="7" y="481"/>
                </a:lnTo>
                <a:lnTo>
                  <a:pt x="5" y="497"/>
                </a:lnTo>
                <a:lnTo>
                  <a:pt x="4" y="514"/>
                </a:lnTo>
                <a:lnTo>
                  <a:pt x="4" y="530"/>
                </a:lnTo>
                <a:lnTo>
                  <a:pt x="4" y="547"/>
                </a:lnTo>
                <a:lnTo>
                  <a:pt x="5" y="563"/>
                </a:lnTo>
                <a:lnTo>
                  <a:pt x="7" y="580"/>
                </a:lnTo>
                <a:lnTo>
                  <a:pt x="10" y="596"/>
                </a:lnTo>
                <a:lnTo>
                  <a:pt x="13" y="613"/>
                </a:lnTo>
                <a:lnTo>
                  <a:pt x="18" y="629"/>
                </a:lnTo>
                <a:lnTo>
                  <a:pt x="23" y="645"/>
                </a:lnTo>
                <a:lnTo>
                  <a:pt x="28" y="661"/>
                </a:lnTo>
                <a:lnTo>
                  <a:pt x="35" y="677"/>
                </a:lnTo>
                <a:lnTo>
                  <a:pt x="42" y="693"/>
                </a:lnTo>
                <a:lnTo>
                  <a:pt x="50" y="709"/>
                </a:lnTo>
                <a:lnTo>
                  <a:pt x="58" y="724"/>
                </a:lnTo>
                <a:lnTo>
                  <a:pt x="68" y="740"/>
                </a:lnTo>
                <a:lnTo>
                  <a:pt x="78" y="755"/>
                </a:lnTo>
                <a:lnTo>
                  <a:pt x="88" y="770"/>
                </a:lnTo>
                <a:lnTo>
                  <a:pt x="100" y="784"/>
                </a:lnTo>
                <a:lnTo>
                  <a:pt x="112" y="799"/>
                </a:lnTo>
                <a:lnTo>
                  <a:pt x="124" y="813"/>
                </a:lnTo>
                <a:lnTo>
                  <a:pt x="138" y="827"/>
                </a:lnTo>
                <a:lnTo>
                  <a:pt x="152" y="840"/>
                </a:lnTo>
                <a:lnTo>
                  <a:pt x="166" y="853"/>
                </a:lnTo>
                <a:lnTo>
                  <a:pt x="182" y="866"/>
                </a:lnTo>
                <a:lnTo>
                  <a:pt x="197" y="879"/>
                </a:lnTo>
                <a:lnTo>
                  <a:pt x="214" y="891"/>
                </a:lnTo>
                <a:lnTo>
                  <a:pt x="231" y="903"/>
                </a:lnTo>
                <a:lnTo>
                  <a:pt x="248" y="915"/>
                </a:lnTo>
                <a:lnTo>
                  <a:pt x="266" y="926"/>
                </a:lnTo>
                <a:lnTo>
                  <a:pt x="285" y="936"/>
                </a:lnTo>
                <a:lnTo>
                  <a:pt x="304" y="947"/>
                </a:lnTo>
                <a:lnTo>
                  <a:pt x="323" y="957"/>
                </a:lnTo>
                <a:lnTo>
                  <a:pt x="343" y="966"/>
                </a:lnTo>
                <a:lnTo>
                  <a:pt x="363" y="975"/>
                </a:lnTo>
                <a:lnTo>
                  <a:pt x="384" y="984"/>
                </a:lnTo>
                <a:lnTo>
                  <a:pt x="405" y="992"/>
                </a:lnTo>
                <a:lnTo>
                  <a:pt x="427" y="1000"/>
                </a:lnTo>
                <a:lnTo>
                  <a:pt x="449" y="1007"/>
                </a:lnTo>
                <a:lnTo>
                  <a:pt x="471" y="1014"/>
                </a:lnTo>
                <a:lnTo>
                  <a:pt x="493" y="1020"/>
                </a:lnTo>
                <a:lnTo>
                  <a:pt x="516" y="1026"/>
                </a:lnTo>
                <a:lnTo>
                  <a:pt x="539" y="1032"/>
                </a:lnTo>
                <a:lnTo>
                  <a:pt x="562" y="1036"/>
                </a:lnTo>
                <a:lnTo>
                  <a:pt x="586" y="1041"/>
                </a:lnTo>
                <a:lnTo>
                  <a:pt x="610" y="1045"/>
                </a:lnTo>
                <a:lnTo>
                  <a:pt x="633" y="1048"/>
                </a:lnTo>
                <a:lnTo>
                  <a:pt x="657" y="1051"/>
                </a:lnTo>
                <a:lnTo>
                  <a:pt x="681" y="1053"/>
                </a:lnTo>
                <a:lnTo>
                  <a:pt x="706" y="1055"/>
                </a:lnTo>
                <a:lnTo>
                  <a:pt x="730" y="1056"/>
                </a:lnTo>
                <a:lnTo>
                  <a:pt x="754" y="1057"/>
                </a:lnTo>
                <a:lnTo>
                  <a:pt x="778" y="1057"/>
                </a:lnTo>
                <a:lnTo>
                  <a:pt x="803" y="1057"/>
                </a:lnTo>
                <a:lnTo>
                  <a:pt x="827" y="1056"/>
                </a:lnTo>
                <a:lnTo>
                  <a:pt x="851" y="1055"/>
                </a:lnTo>
                <a:lnTo>
                  <a:pt x="876" y="1053"/>
                </a:lnTo>
                <a:lnTo>
                  <a:pt x="900" y="1051"/>
                </a:lnTo>
                <a:lnTo>
                  <a:pt x="924" y="1048"/>
                </a:lnTo>
                <a:lnTo>
                  <a:pt x="947" y="1045"/>
                </a:lnTo>
                <a:lnTo>
                  <a:pt x="972" y="1041"/>
                </a:lnTo>
                <a:lnTo>
                  <a:pt x="996" y="1036"/>
                </a:lnTo>
                <a:lnTo>
                  <a:pt x="1019" y="1032"/>
                </a:lnTo>
                <a:lnTo>
                  <a:pt x="1042" y="1026"/>
                </a:lnTo>
                <a:lnTo>
                  <a:pt x="1065" y="1020"/>
                </a:lnTo>
                <a:lnTo>
                  <a:pt x="1087" y="1014"/>
                </a:lnTo>
                <a:lnTo>
                  <a:pt x="1109" y="1007"/>
                </a:lnTo>
                <a:lnTo>
                  <a:pt x="1131" y="1000"/>
                </a:lnTo>
                <a:lnTo>
                  <a:pt x="1153" y="992"/>
                </a:lnTo>
                <a:lnTo>
                  <a:pt x="1174" y="984"/>
                </a:lnTo>
                <a:lnTo>
                  <a:pt x="1195" y="975"/>
                </a:lnTo>
                <a:lnTo>
                  <a:pt x="1215" y="966"/>
                </a:lnTo>
                <a:lnTo>
                  <a:pt x="1235" y="957"/>
                </a:lnTo>
                <a:lnTo>
                  <a:pt x="1254" y="947"/>
                </a:lnTo>
                <a:lnTo>
                  <a:pt x="1273" y="936"/>
                </a:lnTo>
                <a:lnTo>
                  <a:pt x="1292" y="926"/>
                </a:lnTo>
                <a:lnTo>
                  <a:pt x="1310" y="915"/>
                </a:lnTo>
                <a:lnTo>
                  <a:pt x="1327" y="903"/>
                </a:lnTo>
                <a:lnTo>
                  <a:pt x="1344" y="891"/>
                </a:lnTo>
                <a:lnTo>
                  <a:pt x="1361" y="879"/>
                </a:lnTo>
                <a:lnTo>
                  <a:pt x="1376" y="866"/>
                </a:lnTo>
                <a:lnTo>
                  <a:pt x="1392" y="853"/>
                </a:lnTo>
                <a:lnTo>
                  <a:pt x="1406" y="840"/>
                </a:lnTo>
                <a:lnTo>
                  <a:pt x="1420" y="827"/>
                </a:lnTo>
                <a:lnTo>
                  <a:pt x="1434" y="813"/>
                </a:lnTo>
                <a:lnTo>
                  <a:pt x="1446" y="799"/>
                </a:lnTo>
                <a:lnTo>
                  <a:pt x="1458" y="784"/>
                </a:lnTo>
                <a:lnTo>
                  <a:pt x="1470" y="770"/>
                </a:lnTo>
                <a:lnTo>
                  <a:pt x="1480" y="755"/>
                </a:lnTo>
                <a:lnTo>
                  <a:pt x="1490" y="740"/>
                </a:lnTo>
                <a:lnTo>
                  <a:pt x="1500" y="724"/>
                </a:lnTo>
                <a:lnTo>
                  <a:pt x="1508" y="709"/>
                </a:lnTo>
                <a:lnTo>
                  <a:pt x="1516" y="693"/>
                </a:lnTo>
                <a:lnTo>
                  <a:pt x="1523" y="677"/>
                </a:lnTo>
                <a:lnTo>
                  <a:pt x="1530" y="661"/>
                </a:lnTo>
                <a:lnTo>
                  <a:pt x="1535" y="645"/>
                </a:lnTo>
                <a:lnTo>
                  <a:pt x="1540" y="629"/>
                </a:lnTo>
                <a:lnTo>
                  <a:pt x="1545" y="613"/>
                </a:lnTo>
                <a:lnTo>
                  <a:pt x="1548" y="596"/>
                </a:lnTo>
                <a:lnTo>
                  <a:pt x="1551" y="580"/>
                </a:lnTo>
                <a:lnTo>
                  <a:pt x="1553" y="563"/>
                </a:lnTo>
                <a:lnTo>
                  <a:pt x="1554" y="547"/>
                </a:lnTo>
                <a:lnTo>
                  <a:pt x="1554" y="530"/>
                </a:lnTo>
                <a:moveTo>
                  <a:pt x="1558" y="530"/>
                </a:moveTo>
                <a:lnTo>
                  <a:pt x="1557" y="547"/>
                </a:lnTo>
                <a:lnTo>
                  <a:pt x="1556" y="564"/>
                </a:lnTo>
                <a:lnTo>
                  <a:pt x="1554" y="580"/>
                </a:lnTo>
                <a:lnTo>
                  <a:pt x="1552" y="597"/>
                </a:lnTo>
                <a:lnTo>
                  <a:pt x="1548" y="613"/>
                </a:lnTo>
                <a:lnTo>
                  <a:pt x="1544" y="630"/>
                </a:lnTo>
                <a:lnTo>
                  <a:pt x="1539" y="646"/>
                </a:lnTo>
                <a:lnTo>
                  <a:pt x="1533" y="662"/>
                </a:lnTo>
                <a:lnTo>
                  <a:pt x="1527" y="678"/>
                </a:lnTo>
                <a:lnTo>
                  <a:pt x="1520" y="694"/>
                </a:lnTo>
                <a:lnTo>
                  <a:pt x="1512" y="710"/>
                </a:lnTo>
                <a:lnTo>
                  <a:pt x="1503" y="725"/>
                </a:lnTo>
                <a:lnTo>
                  <a:pt x="1494" y="741"/>
                </a:lnTo>
                <a:lnTo>
                  <a:pt x="1484" y="756"/>
                </a:lnTo>
                <a:lnTo>
                  <a:pt x="1473" y="771"/>
                </a:lnTo>
                <a:lnTo>
                  <a:pt x="1462" y="785"/>
                </a:lnTo>
                <a:lnTo>
                  <a:pt x="1449" y="800"/>
                </a:lnTo>
                <a:lnTo>
                  <a:pt x="1437" y="814"/>
                </a:lnTo>
                <a:lnTo>
                  <a:pt x="1423" y="828"/>
                </a:lnTo>
                <a:lnTo>
                  <a:pt x="1409" y="842"/>
                </a:lnTo>
                <a:lnTo>
                  <a:pt x="1395" y="855"/>
                </a:lnTo>
                <a:lnTo>
                  <a:pt x="1379" y="868"/>
                </a:lnTo>
                <a:lnTo>
                  <a:pt x="1363" y="881"/>
                </a:lnTo>
                <a:lnTo>
                  <a:pt x="1347" y="893"/>
                </a:lnTo>
                <a:lnTo>
                  <a:pt x="1330" y="905"/>
                </a:lnTo>
                <a:lnTo>
                  <a:pt x="1312" y="916"/>
                </a:lnTo>
                <a:lnTo>
                  <a:pt x="1294" y="928"/>
                </a:lnTo>
                <a:lnTo>
                  <a:pt x="1276" y="938"/>
                </a:lnTo>
                <a:lnTo>
                  <a:pt x="1257" y="949"/>
                </a:lnTo>
                <a:lnTo>
                  <a:pt x="1237" y="959"/>
                </a:lnTo>
                <a:lnTo>
                  <a:pt x="1217" y="968"/>
                </a:lnTo>
                <a:lnTo>
                  <a:pt x="1197" y="978"/>
                </a:lnTo>
                <a:lnTo>
                  <a:pt x="1176" y="986"/>
                </a:lnTo>
                <a:lnTo>
                  <a:pt x="1154" y="994"/>
                </a:lnTo>
                <a:lnTo>
                  <a:pt x="1133" y="1002"/>
                </a:lnTo>
                <a:lnTo>
                  <a:pt x="1111" y="1010"/>
                </a:lnTo>
                <a:lnTo>
                  <a:pt x="1089" y="1016"/>
                </a:lnTo>
                <a:lnTo>
                  <a:pt x="1066" y="1023"/>
                </a:lnTo>
                <a:lnTo>
                  <a:pt x="1043" y="1029"/>
                </a:lnTo>
                <a:lnTo>
                  <a:pt x="1020" y="1034"/>
                </a:lnTo>
                <a:lnTo>
                  <a:pt x="997" y="1039"/>
                </a:lnTo>
                <a:lnTo>
                  <a:pt x="973" y="1043"/>
                </a:lnTo>
                <a:lnTo>
                  <a:pt x="948" y="1047"/>
                </a:lnTo>
                <a:lnTo>
                  <a:pt x="924" y="1051"/>
                </a:lnTo>
                <a:lnTo>
                  <a:pt x="900" y="1053"/>
                </a:lnTo>
                <a:lnTo>
                  <a:pt x="876" y="1056"/>
                </a:lnTo>
                <a:lnTo>
                  <a:pt x="852" y="1058"/>
                </a:lnTo>
                <a:lnTo>
                  <a:pt x="827" y="1059"/>
                </a:lnTo>
                <a:lnTo>
                  <a:pt x="803" y="1060"/>
                </a:lnTo>
                <a:lnTo>
                  <a:pt x="778" y="1060"/>
                </a:lnTo>
                <a:lnTo>
                  <a:pt x="754" y="1060"/>
                </a:lnTo>
                <a:lnTo>
                  <a:pt x="730" y="1059"/>
                </a:lnTo>
                <a:lnTo>
                  <a:pt x="705" y="1058"/>
                </a:lnTo>
                <a:lnTo>
                  <a:pt x="681" y="1056"/>
                </a:lnTo>
                <a:lnTo>
                  <a:pt x="657" y="1053"/>
                </a:lnTo>
                <a:lnTo>
                  <a:pt x="633" y="1051"/>
                </a:lnTo>
                <a:lnTo>
                  <a:pt x="609" y="1047"/>
                </a:lnTo>
                <a:lnTo>
                  <a:pt x="585" y="1043"/>
                </a:lnTo>
                <a:lnTo>
                  <a:pt x="561" y="1039"/>
                </a:lnTo>
                <a:lnTo>
                  <a:pt x="538" y="1034"/>
                </a:lnTo>
                <a:lnTo>
                  <a:pt x="515" y="1029"/>
                </a:lnTo>
                <a:lnTo>
                  <a:pt x="492" y="1023"/>
                </a:lnTo>
                <a:lnTo>
                  <a:pt x="469" y="1016"/>
                </a:lnTo>
                <a:lnTo>
                  <a:pt x="447" y="1010"/>
                </a:lnTo>
                <a:lnTo>
                  <a:pt x="425" y="1002"/>
                </a:lnTo>
                <a:lnTo>
                  <a:pt x="403" y="994"/>
                </a:lnTo>
                <a:lnTo>
                  <a:pt x="382" y="986"/>
                </a:lnTo>
                <a:lnTo>
                  <a:pt x="361" y="978"/>
                </a:lnTo>
                <a:lnTo>
                  <a:pt x="341" y="968"/>
                </a:lnTo>
                <a:lnTo>
                  <a:pt x="321" y="959"/>
                </a:lnTo>
                <a:lnTo>
                  <a:pt x="301" y="949"/>
                </a:lnTo>
                <a:lnTo>
                  <a:pt x="282" y="938"/>
                </a:lnTo>
                <a:lnTo>
                  <a:pt x="264" y="928"/>
                </a:lnTo>
                <a:lnTo>
                  <a:pt x="246" y="916"/>
                </a:lnTo>
                <a:lnTo>
                  <a:pt x="228" y="905"/>
                </a:lnTo>
                <a:lnTo>
                  <a:pt x="211" y="893"/>
                </a:lnTo>
                <a:lnTo>
                  <a:pt x="195" y="881"/>
                </a:lnTo>
                <a:lnTo>
                  <a:pt x="179" y="868"/>
                </a:lnTo>
                <a:lnTo>
                  <a:pt x="163" y="855"/>
                </a:lnTo>
                <a:lnTo>
                  <a:pt x="149" y="842"/>
                </a:lnTo>
                <a:lnTo>
                  <a:pt x="135" y="828"/>
                </a:lnTo>
                <a:lnTo>
                  <a:pt x="121" y="814"/>
                </a:lnTo>
                <a:lnTo>
                  <a:pt x="108" y="800"/>
                </a:lnTo>
                <a:lnTo>
                  <a:pt x="96" y="785"/>
                </a:lnTo>
                <a:lnTo>
                  <a:pt x="85" y="771"/>
                </a:lnTo>
                <a:lnTo>
                  <a:pt x="74" y="756"/>
                </a:lnTo>
                <a:lnTo>
                  <a:pt x="64" y="741"/>
                </a:lnTo>
                <a:lnTo>
                  <a:pt x="55" y="725"/>
                </a:lnTo>
                <a:lnTo>
                  <a:pt x="46" y="710"/>
                </a:lnTo>
                <a:lnTo>
                  <a:pt x="38" y="694"/>
                </a:lnTo>
                <a:lnTo>
                  <a:pt x="31" y="678"/>
                </a:lnTo>
                <a:lnTo>
                  <a:pt x="25" y="662"/>
                </a:lnTo>
                <a:lnTo>
                  <a:pt x="19" y="646"/>
                </a:lnTo>
                <a:lnTo>
                  <a:pt x="14" y="630"/>
                </a:lnTo>
                <a:lnTo>
                  <a:pt x="10" y="613"/>
                </a:lnTo>
                <a:lnTo>
                  <a:pt x="6" y="597"/>
                </a:lnTo>
                <a:lnTo>
                  <a:pt x="4" y="580"/>
                </a:lnTo>
                <a:lnTo>
                  <a:pt x="2" y="564"/>
                </a:lnTo>
                <a:lnTo>
                  <a:pt x="0" y="547"/>
                </a:lnTo>
                <a:lnTo>
                  <a:pt x="0" y="530"/>
                </a:lnTo>
                <a:lnTo>
                  <a:pt x="0" y="514"/>
                </a:lnTo>
                <a:lnTo>
                  <a:pt x="2" y="497"/>
                </a:lnTo>
                <a:lnTo>
                  <a:pt x="4" y="480"/>
                </a:lnTo>
                <a:lnTo>
                  <a:pt x="6" y="464"/>
                </a:lnTo>
                <a:lnTo>
                  <a:pt x="10" y="447"/>
                </a:lnTo>
                <a:lnTo>
                  <a:pt x="14" y="431"/>
                </a:lnTo>
                <a:lnTo>
                  <a:pt x="19" y="415"/>
                </a:lnTo>
                <a:lnTo>
                  <a:pt x="25" y="399"/>
                </a:lnTo>
                <a:lnTo>
                  <a:pt x="31" y="382"/>
                </a:lnTo>
                <a:lnTo>
                  <a:pt x="38" y="367"/>
                </a:lnTo>
                <a:lnTo>
                  <a:pt x="46" y="351"/>
                </a:lnTo>
                <a:lnTo>
                  <a:pt x="55" y="335"/>
                </a:lnTo>
                <a:lnTo>
                  <a:pt x="64" y="320"/>
                </a:lnTo>
                <a:lnTo>
                  <a:pt x="74" y="304"/>
                </a:lnTo>
                <a:lnTo>
                  <a:pt x="85" y="289"/>
                </a:lnTo>
                <a:lnTo>
                  <a:pt x="96" y="274"/>
                </a:lnTo>
                <a:lnTo>
                  <a:pt x="108" y="260"/>
                </a:lnTo>
                <a:lnTo>
                  <a:pt x="121" y="245"/>
                </a:lnTo>
                <a:lnTo>
                  <a:pt x="135" y="232"/>
                </a:lnTo>
                <a:lnTo>
                  <a:pt x="149" y="218"/>
                </a:lnTo>
                <a:lnTo>
                  <a:pt x="163" y="205"/>
                </a:lnTo>
                <a:lnTo>
                  <a:pt x="179" y="192"/>
                </a:lnTo>
                <a:lnTo>
                  <a:pt x="195" y="179"/>
                </a:lnTo>
                <a:lnTo>
                  <a:pt x="211" y="167"/>
                </a:lnTo>
                <a:lnTo>
                  <a:pt x="228" y="155"/>
                </a:lnTo>
                <a:lnTo>
                  <a:pt x="246" y="143"/>
                </a:lnTo>
                <a:lnTo>
                  <a:pt x="264" y="132"/>
                </a:lnTo>
                <a:lnTo>
                  <a:pt x="282" y="121"/>
                </a:lnTo>
                <a:lnTo>
                  <a:pt x="301" y="111"/>
                </a:lnTo>
                <a:lnTo>
                  <a:pt x="321" y="101"/>
                </a:lnTo>
                <a:lnTo>
                  <a:pt x="341" y="91"/>
                </a:lnTo>
                <a:lnTo>
                  <a:pt x="361" y="82"/>
                </a:lnTo>
                <a:lnTo>
                  <a:pt x="382" y="73"/>
                </a:lnTo>
                <a:lnTo>
                  <a:pt x="403" y="65"/>
                </a:lnTo>
                <a:lnTo>
                  <a:pt x="425" y="57"/>
                </a:lnTo>
                <a:lnTo>
                  <a:pt x="447" y="50"/>
                </a:lnTo>
                <a:lnTo>
                  <a:pt x="469" y="43"/>
                </a:lnTo>
                <a:lnTo>
                  <a:pt x="492" y="37"/>
                </a:lnTo>
                <a:lnTo>
                  <a:pt x="515" y="31"/>
                </a:lnTo>
                <a:lnTo>
                  <a:pt x="538" y="25"/>
                </a:lnTo>
                <a:lnTo>
                  <a:pt x="561" y="21"/>
                </a:lnTo>
                <a:lnTo>
                  <a:pt x="585" y="16"/>
                </a:lnTo>
                <a:lnTo>
                  <a:pt x="609" y="12"/>
                </a:lnTo>
                <a:lnTo>
                  <a:pt x="633" y="9"/>
                </a:lnTo>
                <a:lnTo>
                  <a:pt x="657" y="6"/>
                </a:lnTo>
                <a:lnTo>
                  <a:pt x="681" y="4"/>
                </a:lnTo>
                <a:lnTo>
                  <a:pt x="705" y="2"/>
                </a:lnTo>
                <a:lnTo>
                  <a:pt x="730" y="1"/>
                </a:lnTo>
                <a:lnTo>
                  <a:pt x="754" y="0"/>
                </a:lnTo>
                <a:lnTo>
                  <a:pt x="778" y="0"/>
                </a:lnTo>
                <a:lnTo>
                  <a:pt x="803" y="0"/>
                </a:lnTo>
                <a:lnTo>
                  <a:pt x="827" y="1"/>
                </a:lnTo>
                <a:lnTo>
                  <a:pt x="852" y="2"/>
                </a:lnTo>
                <a:lnTo>
                  <a:pt x="876" y="4"/>
                </a:lnTo>
                <a:lnTo>
                  <a:pt x="900" y="6"/>
                </a:lnTo>
                <a:lnTo>
                  <a:pt x="924" y="9"/>
                </a:lnTo>
                <a:lnTo>
                  <a:pt x="948" y="12"/>
                </a:lnTo>
                <a:lnTo>
                  <a:pt x="973" y="16"/>
                </a:lnTo>
                <a:lnTo>
                  <a:pt x="997" y="21"/>
                </a:lnTo>
                <a:lnTo>
                  <a:pt x="1020" y="25"/>
                </a:lnTo>
                <a:lnTo>
                  <a:pt x="1043" y="31"/>
                </a:lnTo>
                <a:lnTo>
                  <a:pt x="1066" y="37"/>
                </a:lnTo>
                <a:lnTo>
                  <a:pt x="1089" y="43"/>
                </a:lnTo>
                <a:lnTo>
                  <a:pt x="1111" y="50"/>
                </a:lnTo>
                <a:lnTo>
                  <a:pt x="1133" y="57"/>
                </a:lnTo>
                <a:lnTo>
                  <a:pt x="1154" y="65"/>
                </a:lnTo>
                <a:lnTo>
                  <a:pt x="1176" y="73"/>
                </a:lnTo>
                <a:lnTo>
                  <a:pt x="1197" y="82"/>
                </a:lnTo>
                <a:lnTo>
                  <a:pt x="1217" y="91"/>
                </a:lnTo>
                <a:lnTo>
                  <a:pt x="1237" y="101"/>
                </a:lnTo>
                <a:lnTo>
                  <a:pt x="1257" y="111"/>
                </a:lnTo>
                <a:lnTo>
                  <a:pt x="1276" y="121"/>
                </a:lnTo>
                <a:lnTo>
                  <a:pt x="1294" y="132"/>
                </a:lnTo>
                <a:lnTo>
                  <a:pt x="1312" y="143"/>
                </a:lnTo>
                <a:lnTo>
                  <a:pt x="1330" y="155"/>
                </a:lnTo>
                <a:lnTo>
                  <a:pt x="1347" y="167"/>
                </a:lnTo>
                <a:lnTo>
                  <a:pt x="1363" y="179"/>
                </a:lnTo>
                <a:lnTo>
                  <a:pt x="1379" y="192"/>
                </a:lnTo>
                <a:lnTo>
                  <a:pt x="1395" y="205"/>
                </a:lnTo>
                <a:lnTo>
                  <a:pt x="1409" y="218"/>
                </a:lnTo>
                <a:lnTo>
                  <a:pt x="1423" y="232"/>
                </a:lnTo>
                <a:lnTo>
                  <a:pt x="1437" y="245"/>
                </a:lnTo>
                <a:lnTo>
                  <a:pt x="1449" y="260"/>
                </a:lnTo>
                <a:lnTo>
                  <a:pt x="1462" y="274"/>
                </a:lnTo>
                <a:lnTo>
                  <a:pt x="1473" y="289"/>
                </a:lnTo>
                <a:lnTo>
                  <a:pt x="1484" y="304"/>
                </a:lnTo>
                <a:lnTo>
                  <a:pt x="1494" y="320"/>
                </a:lnTo>
                <a:lnTo>
                  <a:pt x="1503" y="335"/>
                </a:lnTo>
                <a:lnTo>
                  <a:pt x="1512" y="351"/>
                </a:lnTo>
                <a:lnTo>
                  <a:pt x="1520" y="367"/>
                </a:lnTo>
                <a:lnTo>
                  <a:pt x="1527" y="382"/>
                </a:lnTo>
                <a:lnTo>
                  <a:pt x="1533" y="399"/>
                </a:lnTo>
                <a:lnTo>
                  <a:pt x="1539" y="415"/>
                </a:lnTo>
                <a:lnTo>
                  <a:pt x="1544" y="431"/>
                </a:lnTo>
                <a:lnTo>
                  <a:pt x="1548" y="447"/>
                </a:lnTo>
                <a:lnTo>
                  <a:pt x="1552" y="464"/>
                </a:lnTo>
                <a:lnTo>
                  <a:pt x="1554" y="480"/>
                </a:lnTo>
                <a:lnTo>
                  <a:pt x="1556" y="497"/>
                </a:lnTo>
                <a:lnTo>
                  <a:pt x="1557" y="514"/>
                </a:lnTo>
                <a:lnTo>
                  <a:pt x="1558" y="530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8" name=""/>
          <p:cNvSpPr/>
          <p:nvPr/>
        </p:nvSpPr>
        <p:spPr>
          <a:xfrm>
            <a:off x="7770960" y="2741040"/>
            <a:ext cx="577440" cy="392760"/>
          </a:xfrm>
          <a:custGeom>
            <a:avLst/>
            <a:gdLst/>
            <a:ahLst/>
            <a:rect l="0" t="0" r="r" b="b"/>
            <a:pathLst>
              <a:path w="1604" h="1091">
                <a:moveTo>
                  <a:pt x="1581" y="545"/>
                </a:moveTo>
                <a:lnTo>
                  <a:pt x="1580" y="529"/>
                </a:lnTo>
                <a:lnTo>
                  <a:pt x="1579" y="512"/>
                </a:lnTo>
                <a:lnTo>
                  <a:pt x="1577" y="495"/>
                </a:lnTo>
                <a:lnTo>
                  <a:pt x="1575" y="479"/>
                </a:lnTo>
                <a:lnTo>
                  <a:pt x="1571" y="462"/>
                </a:lnTo>
                <a:lnTo>
                  <a:pt x="1567" y="446"/>
                </a:lnTo>
                <a:lnTo>
                  <a:pt x="1562" y="430"/>
                </a:lnTo>
                <a:lnTo>
                  <a:pt x="1556" y="414"/>
                </a:lnTo>
                <a:lnTo>
                  <a:pt x="1550" y="397"/>
                </a:lnTo>
                <a:lnTo>
                  <a:pt x="1543" y="382"/>
                </a:lnTo>
                <a:lnTo>
                  <a:pt x="1535" y="366"/>
                </a:lnTo>
                <a:lnTo>
                  <a:pt x="1526" y="350"/>
                </a:lnTo>
                <a:lnTo>
                  <a:pt x="1517" y="335"/>
                </a:lnTo>
                <a:lnTo>
                  <a:pt x="1507" y="320"/>
                </a:lnTo>
                <a:lnTo>
                  <a:pt x="1496" y="305"/>
                </a:lnTo>
                <a:lnTo>
                  <a:pt x="1485" y="290"/>
                </a:lnTo>
                <a:lnTo>
                  <a:pt x="1472" y="276"/>
                </a:lnTo>
                <a:lnTo>
                  <a:pt x="1460" y="261"/>
                </a:lnTo>
                <a:lnTo>
                  <a:pt x="1446" y="248"/>
                </a:lnTo>
                <a:lnTo>
                  <a:pt x="1432" y="234"/>
                </a:lnTo>
                <a:lnTo>
                  <a:pt x="1418" y="221"/>
                </a:lnTo>
                <a:lnTo>
                  <a:pt x="1402" y="208"/>
                </a:lnTo>
                <a:lnTo>
                  <a:pt x="1386" y="195"/>
                </a:lnTo>
                <a:lnTo>
                  <a:pt x="1370" y="183"/>
                </a:lnTo>
                <a:lnTo>
                  <a:pt x="1353" y="171"/>
                </a:lnTo>
                <a:lnTo>
                  <a:pt x="1335" y="159"/>
                </a:lnTo>
                <a:lnTo>
                  <a:pt x="1317" y="148"/>
                </a:lnTo>
                <a:lnTo>
                  <a:pt x="1299" y="137"/>
                </a:lnTo>
                <a:lnTo>
                  <a:pt x="1280" y="127"/>
                </a:lnTo>
                <a:lnTo>
                  <a:pt x="1260" y="117"/>
                </a:lnTo>
                <a:lnTo>
                  <a:pt x="1240" y="107"/>
                </a:lnTo>
                <a:lnTo>
                  <a:pt x="1220" y="98"/>
                </a:lnTo>
                <a:lnTo>
                  <a:pt x="1199" y="89"/>
                </a:lnTo>
                <a:lnTo>
                  <a:pt x="1177" y="81"/>
                </a:lnTo>
                <a:lnTo>
                  <a:pt x="1156" y="73"/>
                </a:lnTo>
                <a:lnTo>
                  <a:pt x="1134" y="66"/>
                </a:lnTo>
                <a:lnTo>
                  <a:pt x="1112" y="59"/>
                </a:lnTo>
                <a:lnTo>
                  <a:pt x="1089" y="53"/>
                </a:lnTo>
                <a:lnTo>
                  <a:pt x="1066" y="47"/>
                </a:lnTo>
                <a:lnTo>
                  <a:pt x="1043" y="41"/>
                </a:lnTo>
                <a:lnTo>
                  <a:pt x="1020" y="37"/>
                </a:lnTo>
                <a:lnTo>
                  <a:pt x="996" y="32"/>
                </a:lnTo>
                <a:lnTo>
                  <a:pt x="972" y="28"/>
                </a:lnTo>
                <a:lnTo>
                  <a:pt x="948" y="25"/>
                </a:lnTo>
                <a:lnTo>
                  <a:pt x="924" y="22"/>
                </a:lnTo>
                <a:lnTo>
                  <a:pt x="900" y="20"/>
                </a:lnTo>
                <a:lnTo>
                  <a:pt x="876" y="18"/>
                </a:lnTo>
                <a:lnTo>
                  <a:pt x="851" y="17"/>
                </a:lnTo>
                <a:lnTo>
                  <a:pt x="827" y="16"/>
                </a:lnTo>
                <a:lnTo>
                  <a:pt x="802" y="16"/>
                </a:lnTo>
                <a:lnTo>
                  <a:pt x="778" y="16"/>
                </a:lnTo>
                <a:lnTo>
                  <a:pt x="754" y="17"/>
                </a:lnTo>
                <a:lnTo>
                  <a:pt x="729" y="18"/>
                </a:lnTo>
                <a:lnTo>
                  <a:pt x="705" y="20"/>
                </a:lnTo>
                <a:lnTo>
                  <a:pt x="681" y="22"/>
                </a:lnTo>
                <a:lnTo>
                  <a:pt x="657" y="25"/>
                </a:lnTo>
                <a:lnTo>
                  <a:pt x="633" y="28"/>
                </a:lnTo>
                <a:lnTo>
                  <a:pt x="609" y="32"/>
                </a:lnTo>
                <a:lnTo>
                  <a:pt x="585" y="37"/>
                </a:lnTo>
                <a:lnTo>
                  <a:pt x="562" y="41"/>
                </a:lnTo>
                <a:lnTo>
                  <a:pt x="539" y="47"/>
                </a:lnTo>
                <a:lnTo>
                  <a:pt x="516" y="53"/>
                </a:lnTo>
                <a:lnTo>
                  <a:pt x="493" y="59"/>
                </a:lnTo>
                <a:lnTo>
                  <a:pt x="471" y="66"/>
                </a:lnTo>
                <a:lnTo>
                  <a:pt x="449" y="73"/>
                </a:lnTo>
                <a:lnTo>
                  <a:pt x="427" y="81"/>
                </a:lnTo>
                <a:lnTo>
                  <a:pt x="406" y="89"/>
                </a:lnTo>
                <a:lnTo>
                  <a:pt x="385" y="98"/>
                </a:lnTo>
                <a:lnTo>
                  <a:pt x="365" y="107"/>
                </a:lnTo>
                <a:lnTo>
                  <a:pt x="345" y="117"/>
                </a:lnTo>
                <a:lnTo>
                  <a:pt x="325" y="127"/>
                </a:lnTo>
                <a:lnTo>
                  <a:pt x="306" y="137"/>
                </a:lnTo>
                <a:lnTo>
                  <a:pt x="288" y="148"/>
                </a:lnTo>
                <a:lnTo>
                  <a:pt x="270" y="159"/>
                </a:lnTo>
                <a:lnTo>
                  <a:pt x="252" y="171"/>
                </a:lnTo>
                <a:lnTo>
                  <a:pt x="235" y="183"/>
                </a:lnTo>
                <a:lnTo>
                  <a:pt x="219" y="195"/>
                </a:lnTo>
                <a:lnTo>
                  <a:pt x="203" y="208"/>
                </a:lnTo>
                <a:lnTo>
                  <a:pt x="187" y="221"/>
                </a:lnTo>
                <a:lnTo>
                  <a:pt x="173" y="234"/>
                </a:lnTo>
                <a:lnTo>
                  <a:pt x="159" y="248"/>
                </a:lnTo>
                <a:lnTo>
                  <a:pt x="145" y="261"/>
                </a:lnTo>
                <a:lnTo>
                  <a:pt x="132" y="276"/>
                </a:lnTo>
                <a:lnTo>
                  <a:pt x="120" y="290"/>
                </a:lnTo>
                <a:lnTo>
                  <a:pt x="109" y="305"/>
                </a:lnTo>
                <a:lnTo>
                  <a:pt x="98" y="320"/>
                </a:lnTo>
                <a:lnTo>
                  <a:pt x="88" y="335"/>
                </a:lnTo>
                <a:lnTo>
                  <a:pt x="79" y="350"/>
                </a:lnTo>
                <a:lnTo>
                  <a:pt x="70" y="366"/>
                </a:lnTo>
                <a:lnTo>
                  <a:pt x="62" y="382"/>
                </a:lnTo>
                <a:lnTo>
                  <a:pt x="55" y="397"/>
                </a:lnTo>
                <a:lnTo>
                  <a:pt x="49" y="414"/>
                </a:lnTo>
                <a:lnTo>
                  <a:pt x="43" y="430"/>
                </a:lnTo>
                <a:lnTo>
                  <a:pt x="37" y="446"/>
                </a:lnTo>
                <a:lnTo>
                  <a:pt x="33" y="462"/>
                </a:lnTo>
                <a:lnTo>
                  <a:pt x="29" y="479"/>
                </a:lnTo>
                <a:lnTo>
                  <a:pt x="27" y="495"/>
                </a:lnTo>
                <a:lnTo>
                  <a:pt x="25" y="512"/>
                </a:lnTo>
                <a:lnTo>
                  <a:pt x="23" y="529"/>
                </a:lnTo>
                <a:lnTo>
                  <a:pt x="23" y="545"/>
                </a:lnTo>
                <a:lnTo>
                  <a:pt x="23" y="563"/>
                </a:lnTo>
                <a:lnTo>
                  <a:pt x="25" y="580"/>
                </a:lnTo>
                <a:lnTo>
                  <a:pt x="27" y="596"/>
                </a:lnTo>
                <a:lnTo>
                  <a:pt x="29" y="613"/>
                </a:lnTo>
                <a:lnTo>
                  <a:pt x="33" y="629"/>
                </a:lnTo>
                <a:lnTo>
                  <a:pt x="37" y="646"/>
                </a:lnTo>
                <a:lnTo>
                  <a:pt x="43" y="662"/>
                </a:lnTo>
                <a:lnTo>
                  <a:pt x="49" y="678"/>
                </a:lnTo>
                <a:lnTo>
                  <a:pt x="55" y="694"/>
                </a:lnTo>
                <a:lnTo>
                  <a:pt x="62" y="710"/>
                </a:lnTo>
                <a:lnTo>
                  <a:pt x="70" y="726"/>
                </a:lnTo>
                <a:lnTo>
                  <a:pt x="79" y="741"/>
                </a:lnTo>
                <a:lnTo>
                  <a:pt x="88" y="757"/>
                </a:lnTo>
                <a:lnTo>
                  <a:pt x="98" y="772"/>
                </a:lnTo>
                <a:lnTo>
                  <a:pt x="109" y="787"/>
                </a:lnTo>
                <a:lnTo>
                  <a:pt x="120" y="801"/>
                </a:lnTo>
                <a:lnTo>
                  <a:pt x="132" y="816"/>
                </a:lnTo>
                <a:lnTo>
                  <a:pt x="145" y="830"/>
                </a:lnTo>
                <a:lnTo>
                  <a:pt x="159" y="844"/>
                </a:lnTo>
                <a:lnTo>
                  <a:pt x="173" y="858"/>
                </a:lnTo>
                <a:lnTo>
                  <a:pt x="187" y="871"/>
                </a:lnTo>
                <a:lnTo>
                  <a:pt x="203" y="884"/>
                </a:lnTo>
                <a:lnTo>
                  <a:pt x="219" y="897"/>
                </a:lnTo>
                <a:lnTo>
                  <a:pt x="235" y="909"/>
                </a:lnTo>
                <a:lnTo>
                  <a:pt x="252" y="921"/>
                </a:lnTo>
                <a:lnTo>
                  <a:pt x="270" y="932"/>
                </a:lnTo>
                <a:lnTo>
                  <a:pt x="288" y="944"/>
                </a:lnTo>
                <a:lnTo>
                  <a:pt x="306" y="954"/>
                </a:lnTo>
                <a:lnTo>
                  <a:pt x="325" y="965"/>
                </a:lnTo>
                <a:lnTo>
                  <a:pt x="345" y="975"/>
                </a:lnTo>
                <a:lnTo>
                  <a:pt x="365" y="984"/>
                </a:lnTo>
                <a:lnTo>
                  <a:pt x="385" y="994"/>
                </a:lnTo>
                <a:lnTo>
                  <a:pt x="406" y="1002"/>
                </a:lnTo>
                <a:lnTo>
                  <a:pt x="427" y="1010"/>
                </a:lnTo>
                <a:lnTo>
                  <a:pt x="449" y="1018"/>
                </a:lnTo>
                <a:lnTo>
                  <a:pt x="471" y="1026"/>
                </a:lnTo>
                <a:lnTo>
                  <a:pt x="493" y="1032"/>
                </a:lnTo>
                <a:lnTo>
                  <a:pt x="516" y="1039"/>
                </a:lnTo>
                <a:lnTo>
                  <a:pt x="539" y="1045"/>
                </a:lnTo>
                <a:lnTo>
                  <a:pt x="562" y="1050"/>
                </a:lnTo>
                <a:lnTo>
                  <a:pt x="585" y="1055"/>
                </a:lnTo>
                <a:lnTo>
                  <a:pt x="609" y="1059"/>
                </a:lnTo>
                <a:lnTo>
                  <a:pt x="633" y="1063"/>
                </a:lnTo>
                <a:lnTo>
                  <a:pt x="657" y="1067"/>
                </a:lnTo>
                <a:lnTo>
                  <a:pt x="681" y="1069"/>
                </a:lnTo>
                <a:lnTo>
                  <a:pt x="705" y="1072"/>
                </a:lnTo>
                <a:lnTo>
                  <a:pt x="729" y="1074"/>
                </a:lnTo>
                <a:lnTo>
                  <a:pt x="754" y="1075"/>
                </a:lnTo>
                <a:lnTo>
                  <a:pt x="778" y="1076"/>
                </a:lnTo>
                <a:lnTo>
                  <a:pt x="802" y="1076"/>
                </a:lnTo>
                <a:lnTo>
                  <a:pt x="827" y="1076"/>
                </a:lnTo>
                <a:lnTo>
                  <a:pt x="851" y="1075"/>
                </a:lnTo>
                <a:lnTo>
                  <a:pt x="876" y="1074"/>
                </a:lnTo>
                <a:lnTo>
                  <a:pt x="900" y="1072"/>
                </a:lnTo>
                <a:lnTo>
                  <a:pt x="924" y="1069"/>
                </a:lnTo>
                <a:lnTo>
                  <a:pt x="948" y="1067"/>
                </a:lnTo>
                <a:lnTo>
                  <a:pt x="972" y="1063"/>
                </a:lnTo>
                <a:lnTo>
                  <a:pt x="996" y="1059"/>
                </a:lnTo>
                <a:lnTo>
                  <a:pt x="1020" y="1055"/>
                </a:lnTo>
                <a:lnTo>
                  <a:pt x="1043" y="1050"/>
                </a:lnTo>
                <a:lnTo>
                  <a:pt x="1066" y="1045"/>
                </a:lnTo>
                <a:lnTo>
                  <a:pt x="1089" y="1039"/>
                </a:lnTo>
                <a:lnTo>
                  <a:pt x="1112" y="1032"/>
                </a:lnTo>
                <a:lnTo>
                  <a:pt x="1134" y="1026"/>
                </a:lnTo>
                <a:lnTo>
                  <a:pt x="1156" y="1018"/>
                </a:lnTo>
                <a:lnTo>
                  <a:pt x="1177" y="1010"/>
                </a:lnTo>
                <a:lnTo>
                  <a:pt x="1199" y="1002"/>
                </a:lnTo>
                <a:lnTo>
                  <a:pt x="1220" y="994"/>
                </a:lnTo>
                <a:lnTo>
                  <a:pt x="1240" y="984"/>
                </a:lnTo>
                <a:lnTo>
                  <a:pt x="1260" y="975"/>
                </a:lnTo>
                <a:lnTo>
                  <a:pt x="1280" y="965"/>
                </a:lnTo>
                <a:lnTo>
                  <a:pt x="1299" y="954"/>
                </a:lnTo>
                <a:lnTo>
                  <a:pt x="1317" y="944"/>
                </a:lnTo>
                <a:lnTo>
                  <a:pt x="1335" y="932"/>
                </a:lnTo>
                <a:lnTo>
                  <a:pt x="1353" y="921"/>
                </a:lnTo>
                <a:lnTo>
                  <a:pt x="1370" y="909"/>
                </a:lnTo>
                <a:lnTo>
                  <a:pt x="1386" y="897"/>
                </a:lnTo>
                <a:lnTo>
                  <a:pt x="1402" y="884"/>
                </a:lnTo>
                <a:lnTo>
                  <a:pt x="1418" y="871"/>
                </a:lnTo>
                <a:lnTo>
                  <a:pt x="1432" y="858"/>
                </a:lnTo>
                <a:lnTo>
                  <a:pt x="1446" y="844"/>
                </a:lnTo>
                <a:lnTo>
                  <a:pt x="1460" y="830"/>
                </a:lnTo>
                <a:lnTo>
                  <a:pt x="1472" y="816"/>
                </a:lnTo>
                <a:lnTo>
                  <a:pt x="1485" y="801"/>
                </a:lnTo>
                <a:lnTo>
                  <a:pt x="1496" y="787"/>
                </a:lnTo>
                <a:lnTo>
                  <a:pt x="1507" y="772"/>
                </a:lnTo>
                <a:lnTo>
                  <a:pt x="1517" y="757"/>
                </a:lnTo>
                <a:lnTo>
                  <a:pt x="1526" y="741"/>
                </a:lnTo>
                <a:lnTo>
                  <a:pt x="1535" y="726"/>
                </a:lnTo>
                <a:lnTo>
                  <a:pt x="1543" y="710"/>
                </a:lnTo>
                <a:lnTo>
                  <a:pt x="1550" y="694"/>
                </a:lnTo>
                <a:lnTo>
                  <a:pt x="1556" y="678"/>
                </a:lnTo>
                <a:lnTo>
                  <a:pt x="1562" y="662"/>
                </a:lnTo>
                <a:lnTo>
                  <a:pt x="1567" y="646"/>
                </a:lnTo>
                <a:lnTo>
                  <a:pt x="1571" y="629"/>
                </a:lnTo>
                <a:lnTo>
                  <a:pt x="1575" y="613"/>
                </a:lnTo>
                <a:lnTo>
                  <a:pt x="1577" y="596"/>
                </a:lnTo>
                <a:lnTo>
                  <a:pt x="1579" y="580"/>
                </a:lnTo>
                <a:lnTo>
                  <a:pt x="1580" y="563"/>
                </a:lnTo>
                <a:lnTo>
                  <a:pt x="1581" y="545"/>
                </a:lnTo>
                <a:moveTo>
                  <a:pt x="1604" y="545"/>
                </a:moveTo>
                <a:lnTo>
                  <a:pt x="1603" y="563"/>
                </a:lnTo>
                <a:lnTo>
                  <a:pt x="1602" y="580"/>
                </a:lnTo>
                <a:lnTo>
                  <a:pt x="1600" y="598"/>
                </a:lnTo>
                <a:lnTo>
                  <a:pt x="1597" y="615"/>
                </a:lnTo>
                <a:lnTo>
                  <a:pt x="1594" y="632"/>
                </a:lnTo>
                <a:lnTo>
                  <a:pt x="1589" y="648"/>
                </a:lnTo>
                <a:lnTo>
                  <a:pt x="1584" y="665"/>
                </a:lnTo>
                <a:lnTo>
                  <a:pt x="1578" y="682"/>
                </a:lnTo>
                <a:lnTo>
                  <a:pt x="1572" y="698"/>
                </a:lnTo>
                <a:lnTo>
                  <a:pt x="1564" y="715"/>
                </a:lnTo>
                <a:lnTo>
                  <a:pt x="1556" y="731"/>
                </a:lnTo>
                <a:lnTo>
                  <a:pt x="1547" y="747"/>
                </a:lnTo>
                <a:lnTo>
                  <a:pt x="1538" y="763"/>
                </a:lnTo>
                <a:lnTo>
                  <a:pt x="1527" y="778"/>
                </a:lnTo>
                <a:lnTo>
                  <a:pt x="1516" y="794"/>
                </a:lnTo>
                <a:lnTo>
                  <a:pt x="1504" y="809"/>
                </a:lnTo>
                <a:lnTo>
                  <a:pt x="1492" y="824"/>
                </a:lnTo>
                <a:lnTo>
                  <a:pt x="1479" y="838"/>
                </a:lnTo>
                <a:lnTo>
                  <a:pt x="1465" y="853"/>
                </a:lnTo>
                <a:lnTo>
                  <a:pt x="1451" y="867"/>
                </a:lnTo>
                <a:lnTo>
                  <a:pt x="1435" y="880"/>
                </a:lnTo>
                <a:lnTo>
                  <a:pt x="1420" y="894"/>
                </a:lnTo>
                <a:lnTo>
                  <a:pt x="1403" y="907"/>
                </a:lnTo>
                <a:lnTo>
                  <a:pt x="1386" y="919"/>
                </a:lnTo>
                <a:lnTo>
                  <a:pt x="1369" y="932"/>
                </a:lnTo>
                <a:lnTo>
                  <a:pt x="1351" y="944"/>
                </a:lnTo>
                <a:lnTo>
                  <a:pt x="1332" y="955"/>
                </a:lnTo>
                <a:lnTo>
                  <a:pt x="1313" y="966"/>
                </a:lnTo>
                <a:lnTo>
                  <a:pt x="1293" y="977"/>
                </a:lnTo>
                <a:lnTo>
                  <a:pt x="1273" y="987"/>
                </a:lnTo>
                <a:lnTo>
                  <a:pt x="1253" y="997"/>
                </a:lnTo>
                <a:lnTo>
                  <a:pt x="1232" y="1007"/>
                </a:lnTo>
                <a:lnTo>
                  <a:pt x="1210" y="1015"/>
                </a:lnTo>
                <a:lnTo>
                  <a:pt x="1188" y="1024"/>
                </a:lnTo>
                <a:lnTo>
                  <a:pt x="1166" y="1032"/>
                </a:lnTo>
                <a:lnTo>
                  <a:pt x="1144" y="1040"/>
                </a:lnTo>
                <a:lnTo>
                  <a:pt x="1121" y="1047"/>
                </a:lnTo>
                <a:lnTo>
                  <a:pt x="1097" y="1053"/>
                </a:lnTo>
                <a:lnTo>
                  <a:pt x="1074" y="1059"/>
                </a:lnTo>
                <a:lnTo>
                  <a:pt x="1050" y="1065"/>
                </a:lnTo>
                <a:lnTo>
                  <a:pt x="1026" y="1070"/>
                </a:lnTo>
                <a:lnTo>
                  <a:pt x="1002" y="1074"/>
                </a:lnTo>
                <a:lnTo>
                  <a:pt x="977" y="1078"/>
                </a:lnTo>
                <a:lnTo>
                  <a:pt x="953" y="1082"/>
                </a:lnTo>
                <a:lnTo>
                  <a:pt x="928" y="1085"/>
                </a:lnTo>
                <a:lnTo>
                  <a:pt x="903" y="1087"/>
                </a:lnTo>
                <a:lnTo>
                  <a:pt x="878" y="1089"/>
                </a:lnTo>
                <a:lnTo>
                  <a:pt x="853" y="1090"/>
                </a:lnTo>
                <a:lnTo>
                  <a:pt x="828" y="1091"/>
                </a:lnTo>
                <a:lnTo>
                  <a:pt x="802" y="1091"/>
                </a:lnTo>
                <a:lnTo>
                  <a:pt x="777" y="1091"/>
                </a:lnTo>
                <a:lnTo>
                  <a:pt x="752" y="1090"/>
                </a:lnTo>
                <a:lnTo>
                  <a:pt x="727" y="1089"/>
                </a:lnTo>
                <a:lnTo>
                  <a:pt x="702" y="1087"/>
                </a:lnTo>
                <a:lnTo>
                  <a:pt x="677" y="1085"/>
                </a:lnTo>
                <a:lnTo>
                  <a:pt x="652" y="1082"/>
                </a:lnTo>
                <a:lnTo>
                  <a:pt x="628" y="1078"/>
                </a:lnTo>
                <a:lnTo>
                  <a:pt x="603" y="1074"/>
                </a:lnTo>
                <a:lnTo>
                  <a:pt x="579" y="1070"/>
                </a:lnTo>
                <a:lnTo>
                  <a:pt x="555" y="1065"/>
                </a:lnTo>
                <a:lnTo>
                  <a:pt x="531" y="1059"/>
                </a:lnTo>
                <a:lnTo>
                  <a:pt x="508" y="1053"/>
                </a:lnTo>
                <a:lnTo>
                  <a:pt x="484" y="1047"/>
                </a:lnTo>
                <a:lnTo>
                  <a:pt x="461" y="1040"/>
                </a:lnTo>
                <a:lnTo>
                  <a:pt x="439" y="1032"/>
                </a:lnTo>
                <a:lnTo>
                  <a:pt x="417" y="1024"/>
                </a:lnTo>
                <a:lnTo>
                  <a:pt x="395" y="1015"/>
                </a:lnTo>
                <a:lnTo>
                  <a:pt x="373" y="1007"/>
                </a:lnTo>
                <a:lnTo>
                  <a:pt x="352" y="997"/>
                </a:lnTo>
                <a:lnTo>
                  <a:pt x="332" y="987"/>
                </a:lnTo>
                <a:lnTo>
                  <a:pt x="312" y="977"/>
                </a:lnTo>
                <a:lnTo>
                  <a:pt x="292" y="966"/>
                </a:lnTo>
                <a:lnTo>
                  <a:pt x="273" y="955"/>
                </a:lnTo>
                <a:lnTo>
                  <a:pt x="254" y="944"/>
                </a:lnTo>
                <a:lnTo>
                  <a:pt x="236" y="932"/>
                </a:lnTo>
                <a:lnTo>
                  <a:pt x="219" y="919"/>
                </a:lnTo>
                <a:lnTo>
                  <a:pt x="202" y="907"/>
                </a:lnTo>
                <a:lnTo>
                  <a:pt x="185" y="894"/>
                </a:lnTo>
                <a:lnTo>
                  <a:pt x="170" y="880"/>
                </a:lnTo>
                <a:lnTo>
                  <a:pt x="154" y="867"/>
                </a:lnTo>
                <a:lnTo>
                  <a:pt x="140" y="853"/>
                </a:lnTo>
                <a:lnTo>
                  <a:pt x="126" y="838"/>
                </a:lnTo>
                <a:lnTo>
                  <a:pt x="113" y="824"/>
                </a:lnTo>
                <a:lnTo>
                  <a:pt x="101" y="809"/>
                </a:lnTo>
                <a:lnTo>
                  <a:pt x="89" y="794"/>
                </a:lnTo>
                <a:lnTo>
                  <a:pt x="78" y="778"/>
                </a:lnTo>
                <a:lnTo>
                  <a:pt x="67" y="763"/>
                </a:lnTo>
                <a:lnTo>
                  <a:pt x="58" y="747"/>
                </a:lnTo>
                <a:lnTo>
                  <a:pt x="49" y="731"/>
                </a:lnTo>
                <a:lnTo>
                  <a:pt x="40" y="715"/>
                </a:lnTo>
                <a:lnTo>
                  <a:pt x="32" y="698"/>
                </a:lnTo>
                <a:lnTo>
                  <a:pt x="26" y="682"/>
                </a:lnTo>
                <a:lnTo>
                  <a:pt x="20" y="665"/>
                </a:lnTo>
                <a:lnTo>
                  <a:pt x="15" y="648"/>
                </a:lnTo>
                <a:lnTo>
                  <a:pt x="10" y="632"/>
                </a:lnTo>
                <a:lnTo>
                  <a:pt x="7" y="615"/>
                </a:lnTo>
                <a:lnTo>
                  <a:pt x="4" y="598"/>
                </a:lnTo>
                <a:lnTo>
                  <a:pt x="2" y="580"/>
                </a:lnTo>
                <a:lnTo>
                  <a:pt x="1" y="563"/>
                </a:lnTo>
                <a:lnTo>
                  <a:pt x="0" y="545"/>
                </a:lnTo>
                <a:lnTo>
                  <a:pt x="1" y="528"/>
                </a:lnTo>
                <a:lnTo>
                  <a:pt x="2" y="511"/>
                </a:lnTo>
                <a:lnTo>
                  <a:pt x="4" y="494"/>
                </a:lnTo>
                <a:lnTo>
                  <a:pt x="7" y="477"/>
                </a:lnTo>
                <a:lnTo>
                  <a:pt x="10" y="460"/>
                </a:lnTo>
                <a:lnTo>
                  <a:pt x="15" y="443"/>
                </a:lnTo>
                <a:lnTo>
                  <a:pt x="20" y="426"/>
                </a:lnTo>
                <a:lnTo>
                  <a:pt x="26" y="410"/>
                </a:lnTo>
                <a:lnTo>
                  <a:pt x="32" y="393"/>
                </a:lnTo>
                <a:lnTo>
                  <a:pt x="40" y="377"/>
                </a:lnTo>
                <a:lnTo>
                  <a:pt x="49" y="361"/>
                </a:lnTo>
                <a:lnTo>
                  <a:pt x="58" y="345"/>
                </a:lnTo>
                <a:lnTo>
                  <a:pt x="67" y="329"/>
                </a:lnTo>
                <a:lnTo>
                  <a:pt x="78" y="313"/>
                </a:lnTo>
                <a:lnTo>
                  <a:pt x="89" y="298"/>
                </a:lnTo>
                <a:lnTo>
                  <a:pt x="101" y="283"/>
                </a:lnTo>
                <a:lnTo>
                  <a:pt x="113" y="268"/>
                </a:lnTo>
                <a:lnTo>
                  <a:pt x="126" y="253"/>
                </a:lnTo>
                <a:lnTo>
                  <a:pt x="140" y="239"/>
                </a:lnTo>
                <a:lnTo>
                  <a:pt x="154" y="225"/>
                </a:lnTo>
                <a:lnTo>
                  <a:pt x="170" y="211"/>
                </a:lnTo>
                <a:lnTo>
                  <a:pt x="185" y="198"/>
                </a:lnTo>
                <a:lnTo>
                  <a:pt x="202" y="185"/>
                </a:lnTo>
                <a:lnTo>
                  <a:pt x="219" y="172"/>
                </a:lnTo>
                <a:lnTo>
                  <a:pt x="236" y="160"/>
                </a:lnTo>
                <a:lnTo>
                  <a:pt x="254" y="148"/>
                </a:lnTo>
                <a:lnTo>
                  <a:pt x="273" y="136"/>
                </a:lnTo>
                <a:lnTo>
                  <a:pt x="292" y="125"/>
                </a:lnTo>
                <a:lnTo>
                  <a:pt x="312" y="115"/>
                </a:lnTo>
                <a:lnTo>
                  <a:pt x="332" y="104"/>
                </a:lnTo>
                <a:lnTo>
                  <a:pt x="352" y="94"/>
                </a:lnTo>
                <a:lnTo>
                  <a:pt x="373" y="85"/>
                </a:lnTo>
                <a:lnTo>
                  <a:pt x="395" y="76"/>
                </a:lnTo>
                <a:lnTo>
                  <a:pt x="417" y="68"/>
                </a:lnTo>
                <a:lnTo>
                  <a:pt x="439" y="60"/>
                </a:lnTo>
                <a:lnTo>
                  <a:pt x="461" y="52"/>
                </a:lnTo>
                <a:lnTo>
                  <a:pt x="484" y="45"/>
                </a:lnTo>
                <a:lnTo>
                  <a:pt x="508" y="38"/>
                </a:lnTo>
                <a:lnTo>
                  <a:pt x="531" y="32"/>
                </a:lnTo>
                <a:lnTo>
                  <a:pt x="555" y="27"/>
                </a:lnTo>
                <a:lnTo>
                  <a:pt x="579" y="22"/>
                </a:lnTo>
                <a:lnTo>
                  <a:pt x="603" y="17"/>
                </a:lnTo>
                <a:lnTo>
                  <a:pt x="628" y="13"/>
                </a:lnTo>
                <a:lnTo>
                  <a:pt x="652" y="10"/>
                </a:lnTo>
                <a:lnTo>
                  <a:pt x="677" y="7"/>
                </a:lnTo>
                <a:lnTo>
                  <a:pt x="702" y="4"/>
                </a:lnTo>
                <a:lnTo>
                  <a:pt x="727" y="3"/>
                </a:lnTo>
                <a:lnTo>
                  <a:pt x="752" y="1"/>
                </a:lnTo>
                <a:lnTo>
                  <a:pt x="777" y="0"/>
                </a:lnTo>
                <a:lnTo>
                  <a:pt x="802" y="0"/>
                </a:lnTo>
                <a:lnTo>
                  <a:pt x="828" y="0"/>
                </a:lnTo>
                <a:lnTo>
                  <a:pt x="853" y="1"/>
                </a:lnTo>
                <a:lnTo>
                  <a:pt x="878" y="3"/>
                </a:lnTo>
                <a:lnTo>
                  <a:pt x="903" y="4"/>
                </a:lnTo>
                <a:lnTo>
                  <a:pt x="928" y="7"/>
                </a:lnTo>
                <a:lnTo>
                  <a:pt x="953" y="10"/>
                </a:lnTo>
                <a:lnTo>
                  <a:pt x="977" y="13"/>
                </a:lnTo>
                <a:lnTo>
                  <a:pt x="1002" y="17"/>
                </a:lnTo>
                <a:lnTo>
                  <a:pt x="1026" y="22"/>
                </a:lnTo>
                <a:lnTo>
                  <a:pt x="1050" y="27"/>
                </a:lnTo>
                <a:lnTo>
                  <a:pt x="1074" y="32"/>
                </a:lnTo>
                <a:lnTo>
                  <a:pt x="1097" y="38"/>
                </a:lnTo>
                <a:lnTo>
                  <a:pt x="1121" y="45"/>
                </a:lnTo>
                <a:lnTo>
                  <a:pt x="1144" y="52"/>
                </a:lnTo>
                <a:lnTo>
                  <a:pt x="1166" y="60"/>
                </a:lnTo>
                <a:lnTo>
                  <a:pt x="1188" y="68"/>
                </a:lnTo>
                <a:lnTo>
                  <a:pt x="1210" y="76"/>
                </a:lnTo>
                <a:lnTo>
                  <a:pt x="1232" y="85"/>
                </a:lnTo>
                <a:lnTo>
                  <a:pt x="1253" y="94"/>
                </a:lnTo>
                <a:lnTo>
                  <a:pt x="1273" y="104"/>
                </a:lnTo>
                <a:lnTo>
                  <a:pt x="1293" y="115"/>
                </a:lnTo>
                <a:lnTo>
                  <a:pt x="1313" y="125"/>
                </a:lnTo>
                <a:lnTo>
                  <a:pt x="1332" y="136"/>
                </a:lnTo>
                <a:lnTo>
                  <a:pt x="1351" y="148"/>
                </a:lnTo>
                <a:lnTo>
                  <a:pt x="1369" y="160"/>
                </a:lnTo>
                <a:lnTo>
                  <a:pt x="1386" y="172"/>
                </a:lnTo>
                <a:lnTo>
                  <a:pt x="1403" y="185"/>
                </a:lnTo>
                <a:lnTo>
                  <a:pt x="1420" y="198"/>
                </a:lnTo>
                <a:lnTo>
                  <a:pt x="1435" y="211"/>
                </a:lnTo>
                <a:lnTo>
                  <a:pt x="1451" y="225"/>
                </a:lnTo>
                <a:lnTo>
                  <a:pt x="1465" y="239"/>
                </a:lnTo>
                <a:lnTo>
                  <a:pt x="1479" y="253"/>
                </a:lnTo>
                <a:lnTo>
                  <a:pt x="1492" y="268"/>
                </a:lnTo>
                <a:lnTo>
                  <a:pt x="1504" y="283"/>
                </a:lnTo>
                <a:lnTo>
                  <a:pt x="1516" y="298"/>
                </a:lnTo>
                <a:lnTo>
                  <a:pt x="1527" y="313"/>
                </a:lnTo>
                <a:lnTo>
                  <a:pt x="1538" y="329"/>
                </a:lnTo>
                <a:lnTo>
                  <a:pt x="1547" y="345"/>
                </a:lnTo>
                <a:lnTo>
                  <a:pt x="1556" y="361"/>
                </a:lnTo>
                <a:lnTo>
                  <a:pt x="1564" y="377"/>
                </a:lnTo>
                <a:lnTo>
                  <a:pt x="1572" y="393"/>
                </a:lnTo>
                <a:lnTo>
                  <a:pt x="1578" y="410"/>
                </a:lnTo>
                <a:lnTo>
                  <a:pt x="1584" y="426"/>
                </a:lnTo>
                <a:lnTo>
                  <a:pt x="1589" y="443"/>
                </a:lnTo>
                <a:lnTo>
                  <a:pt x="1594" y="460"/>
                </a:lnTo>
                <a:lnTo>
                  <a:pt x="1597" y="477"/>
                </a:lnTo>
                <a:lnTo>
                  <a:pt x="1600" y="494"/>
                </a:lnTo>
                <a:lnTo>
                  <a:pt x="1602" y="511"/>
                </a:lnTo>
                <a:lnTo>
                  <a:pt x="1603" y="528"/>
                </a:lnTo>
                <a:lnTo>
                  <a:pt x="1604" y="545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79" name=""/>
          <p:cNvSpPr/>
          <p:nvPr/>
        </p:nvSpPr>
        <p:spPr>
          <a:xfrm>
            <a:off x="7768440" y="2739240"/>
            <a:ext cx="582480" cy="396720"/>
          </a:xfrm>
          <a:custGeom>
            <a:avLst/>
            <a:gdLst/>
            <a:ahLst/>
            <a:rect l="0" t="0" r="r" b="b"/>
            <a:pathLst>
              <a:path w="1618" h="1102">
                <a:moveTo>
                  <a:pt x="1611" y="550"/>
                </a:moveTo>
                <a:lnTo>
                  <a:pt x="1610" y="533"/>
                </a:lnTo>
                <a:lnTo>
                  <a:pt x="1609" y="516"/>
                </a:lnTo>
                <a:lnTo>
                  <a:pt x="1607" y="499"/>
                </a:lnTo>
                <a:lnTo>
                  <a:pt x="1604" y="482"/>
                </a:lnTo>
                <a:lnTo>
                  <a:pt x="1601" y="465"/>
                </a:lnTo>
                <a:lnTo>
                  <a:pt x="1596" y="448"/>
                </a:lnTo>
                <a:lnTo>
                  <a:pt x="1591" y="431"/>
                </a:lnTo>
                <a:lnTo>
                  <a:pt x="1585" y="415"/>
                </a:lnTo>
                <a:lnTo>
                  <a:pt x="1579" y="398"/>
                </a:lnTo>
                <a:lnTo>
                  <a:pt x="1571" y="382"/>
                </a:lnTo>
                <a:lnTo>
                  <a:pt x="1563" y="366"/>
                </a:lnTo>
                <a:lnTo>
                  <a:pt x="1554" y="350"/>
                </a:lnTo>
                <a:lnTo>
                  <a:pt x="1545" y="334"/>
                </a:lnTo>
                <a:lnTo>
                  <a:pt x="1534" y="318"/>
                </a:lnTo>
                <a:lnTo>
                  <a:pt x="1523" y="303"/>
                </a:lnTo>
                <a:lnTo>
                  <a:pt x="1511" y="288"/>
                </a:lnTo>
                <a:lnTo>
                  <a:pt x="1499" y="273"/>
                </a:lnTo>
                <a:lnTo>
                  <a:pt x="1486" y="258"/>
                </a:lnTo>
                <a:lnTo>
                  <a:pt x="1472" y="244"/>
                </a:lnTo>
                <a:lnTo>
                  <a:pt x="1458" y="230"/>
                </a:lnTo>
                <a:lnTo>
                  <a:pt x="1442" y="216"/>
                </a:lnTo>
                <a:lnTo>
                  <a:pt x="1427" y="203"/>
                </a:lnTo>
                <a:lnTo>
                  <a:pt x="1410" y="190"/>
                </a:lnTo>
                <a:lnTo>
                  <a:pt x="1393" y="177"/>
                </a:lnTo>
                <a:lnTo>
                  <a:pt x="1376" y="165"/>
                </a:lnTo>
                <a:lnTo>
                  <a:pt x="1358" y="153"/>
                </a:lnTo>
                <a:lnTo>
                  <a:pt x="1339" y="141"/>
                </a:lnTo>
                <a:lnTo>
                  <a:pt x="1320" y="130"/>
                </a:lnTo>
                <a:lnTo>
                  <a:pt x="1300" y="120"/>
                </a:lnTo>
                <a:lnTo>
                  <a:pt x="1280" y="109"/>
                </a:lnTo>
                <a:lnTo>
                  <a:pt x="1260" y="99"/>
                </a:lnTo>
                <a:lnTo>
                  <a:pt x="1239" y="90"/>
                </a:lnTo>
                <a:lnTo>
                  <a:pt x="1217" y="81"/>
                </a:lnTo>
                <a:lnTo>
                  <a:pt x="1195" y="73"/>
                </a:lnTo>
                <a:lnTo>
                  <a:pt x="1173" y="65"/>
                </a:lnTo>
                <a:lnTo>
                  <a:pt x="1151" y="57"/>
                </a:lnTo>
                <a:lnTo>
                  <a:pt x="1128" y="50"/>
                </a:lnTo>
                <a:lnTo>
                  <a:pt x="1104" y="43"/>
                </a:lnTo>
                <a:lnTo>
                  <a:pt x="1081" y="37"/>
                </a:lnTo>
                <a:lnTo>
                  <a:pt x="1057" y="32"/>
                </a:lnTo>
                <a:lnTo>
                  <a:pt x="1033" y="27"/>
                </a:lnTo>
                <a:lnTo>
                  <a:pt x="1009" y="22"/>
                </a:lnTo>
                <a:lnTo>
                  <a:pt x="984" y="18"/>
                </a:lnTo>
                <a:lnTo>
                  <a:pt x="960" y="15"/>
                </a:lnTo>
                <a:lnTo>
                  <a:pt x="935" y="12"/>
                </a:lnTo>
                <a:lnTo>
                  <a:pt x="910" y="9"/>
                </a:lnTo>
                <a:lnTo>
                  <a:pt x="885" y="8"/>
                </a:lnTo>
                <a:lnTo>
                  <a:pt x="860" y="6"/>
                </a:lnTo>
                <a:lnTo>
                  <a:pt x="835" y="5"/>
                </a:lnTo>
                <a:lnTo>
                  <a:pt x="809" y="5"/>
                </a:lnTo>
                <a:lnTo>
                  <a:pt x="784" y="5"/>
                </a:lnTo>
                <a:lnTo>
                  <a:pt x="759" y="6"/>
                </a:lnTo>
                <a:lnTo>
                  <a:pt x="734" y="8"/>
                </a:lnTo>
                <a:lnTo>
                  <a:pt x="709" y="9"/>
                </a:lnTo>
                <a:lnTo>
                  <a:pt x="684" y="12"/>
                </a:lnTo>
                <a:lnTo>
                  <a:pt x="659" y="15"/>
                </a:lnTo>
                <a:lnTo>
                  <a:pt x="635" y="18"/>
                </a:lnTo>
                <a:lnTo>
                  <a:pt x="610" y="22"/>
                </a:lnTo>
                <a:lnTo>
                  <a:pt x="586" y="27"/>
                </a:lnTo>
                <a:lnTo>
                  <a:pt x="562" y="32"/>
                </a:lnTo>
                <a:lnTo>
                  <a:pt x="538" y="37"/>
                </a:lnTo>
                <a:lnTo>
                  <a:pt x="515" y="43"/>
                </a:lnTo>
                <a:lnTo>
                  <a:pt x="491" y="50"/>
                </a:lnTo>
                <a:lnTo>
                  <a:pt x="468" y="57"/>
                </a:lnTo>
                <a:lnTo>
                  <a:pt x="446" y="65"/>
                </a:lnTo>
                <a:lnTo>
                  <a:pt x="424" y="73"/>
                </a:lnTo>
                <a:lnTo>
                  <a:pt x="402" y="81"/>
                </a:lnTo>
                <a:lnTo>
                  <a:pt x="380" y="90"/>
                </a:lnTo>
                <a:lnTo>
                  <a:pt x="359" y="99"/>
                </a:lnTo>
                <a:lnTo>
                  <a:pt x="339" y="109"/>
                </a:lnTo>
                <a:lnTo>
                  <a:pt x="319" y="120"/>
                </a:lnTo>
                <a:lnTo>
                  <a:pt x="299" y="130"/>
                </a:lnTo>
                <a:lnTo>
                  <a:pt x="280" y="141"/>
                </a:lnTo>
                <a:lnTo>
                  <a:pt x="261" y="153"/>
                </a:lnTo>
                <a:lnTo>
                  <a:pt x="242" y="165"/>
                </a:lnTo>
                <a:lnTo>
                  <a:pt x="225" y="177"/>
                </a:lnTo>
                <a:lnTo>
                  <a:pt x="208" y="190"/>
                </a:lnTo>
                <a:lnTo>
                  <a:pt x="191" y="203"/>
                </a:lnTo>
                <a:lnTo>
                  <a:pt x="176" y="216"/>
                </a:lnTo>
                <a:lnTo>
                  <a:pt x="160" y="230"/>
                </a:lnTo>
                <a:lnTo>
                  <a:pt x="146" y="244"/>
                </a:lnTo>
                <a:lnTo>
                  <a:pt x="132" y="258"/>
                </a:lnTo>
                <a:lnTo>
                  <a:pt x="119" y="273"/>
                </a:lnTo>
                <a:lnTo>
                  <a:pt x="107" y="288"/>
                </a:lnTo>
                <a:lnTo>
                  <a:pt x="95" y="303"/>
                </a:lnTo>
                <a:lnTo>
                  <a:pt x="84" y="318"/>
                </a:lnTo>
                <a:lnTo>
                  <a:pt x="73" y="334"/>
                </a:lnTo>
                <a:lnTo>
                  <a:pt x="64" y="350"/>
                </a:lnTo>
                <a:lnTo>
                  <a:pt x="55" y="366"/>
                </a:lnTo>
                <a:lnTo>
                  <a:pt x="47" y="382"/>
                </a:lnTo>
                <a:lnTo>
                  <a:pt x="39" y="398"/>
                </a:lnTo>
                <a:lnTo>
                  <a:pt x="33" y="415"/>
                </a:lnTo>
                <a:lnTo>
                  <a:pt x="27" y="431"/>
                </a:lnTo>
                <a:lnTo>
                  <a:pt x="22" y="448"/>
                </a:lnTo>
                <a:lnTo>
                  <a:pt x="17" y="465"/>
                </a:lnTo>
                <a:lnTo>
                  <a:pt x="14" y="482"/>
                </a:lnTo>
                <a:lnTo>
                  <a:pt x="11" y="499"/>
                </a:lnTo>
                <a:lnTo>
                  <a:pt x="9" y="516"/>
                </a:lnTo>
                <a:lnTo>
                  <a:pt x="8" y="533"/>
                </a:lnTo>
                <a:lnTo>
                  <a:pt x="7" y="550"/>
                </a:lnTo>
                <a:lnTo>
                  <a:pt x="8" y="567"/>
                </a:lnTo>
                <a:lnTo>
                  <a:pt x="9" y="584"/>
                </a:lnTo>
                <a:lnTo>
                  <a:pt x="11" y="602"/>
                </a:lnTo>
                <a:lnTo>
                  <a:pt x="14" y="619"/>
                </a:lnTo>
                <a:lnTo>
                  <a:pt x="17" y="636"/>
                </a:lnTo>
                <a:lnTo>
                  <a:pt x="22" y="653"/>
                </a:lnTo>
                <a:lnTo>
                  <a:pt x="27" y="670"/>
                </a:lnTo>
                <a:lnTo>
                  <a:pt x="33" y="687"/>
                </a:lnTo>
                <a:lnTo>
                  <a:pt x="39" y="703"/>
                </a:lnTo>
                <a:lnTo>
                  <a:pt x="47" y="720"/>
                </a:lnTo>
                <a:lnTo>
                  <a:pt x="55" y="736"/>
                </a:lnTo>
                <a:lnTo>
                  <a:pt x="64" y="752"/>
                </a:lnTo>
                <a:lnTo>
                  <a:pt x="73" y="768"/>
                </a:lnTo>
                <a:lnTo>
                  <a:pt x="84" y="783"/>
                </a:lnTo>
                <a:lnTo>
                  <a:pt x="95" y="799"/>
                </a:lnTo>
                <a:lnTo>
                  <a:pt x="107" y="814"/>
                </a:lnTo>
                <a:lnTo>
                  <a:pt x="119" y="829"/>
                </a:lnTo>
                <a:lnTo>
                  <a:pt x="132" y="843"/>
                </a:lnTo>
                <a:lnTo>
                  <a:pt x="146" y="858"/>
                </a:lnTo>
                <a:lnTo>
                  <a:pt x="160" y="872"/>
                </a:lnTo>
                <a:lnTo>
                  <a:pt x="176" y="885"/>
                </a:lnTo>
                <a:lnTo>
                  <a:pt x="191" y="899"/>
                </a:lnTo>
                <a:lnTo>
                  <a:pt x="208" y="912"/>
                </a:lnTo>
                <a:lnTo>
                  <a:pt x="225" y="924"/>
                </a:lnTo>
                <a:lnTo>
                  <a:pt x="242" y="937"/>
                </a:lnTo>
                <a:lnTo>
                  <a:pt x="261" y="949"/>
                </a:lnTo>
                <a:lnTo>
                  <a:pt x="280" y="960"/>
                </a:lnTo>
                <a:lnTo>
                  <a:pt x="299" y="971"/>
                </a:lnTo>
                <a:lnTo>
                  <a:pt x="319" y="982"/>
                </a:lnTo>
                <a:lnTo>
                  <a:pt x="339" y="992"/>
                </a:lnTo>
                <a:lnTo>
                  <a:pt x="359" y="1002"/>
                </a:lnTo>
                <a:lnTo>
                  <a:pt x="380" y="1012"/>
                </a:lnTo>
                <a:lnTo>
                  <a:pt x="402" y="1020"/>
                </a:lnTo>
                <a:lnTo>
                  <a:pt x="424" y="1029"/>
                </a:lnTo>
                <a:lnTo>
                  <a:pt x="446" y="1037"/>
                </a:lnTo>
                <a:lnTo>
                  <a:pt x="468" y="1045"/>
                </a:lnTo>
                <a:lnTo>
                  <a:pt x="491" y="1052"/>
                </a:lnTo>
                <a:lnTo>
                  <a:pt x="515" y="1058"/>
                </a:lnTo>
                <a:lnTo>
                  <a:pt x="538" y="1064"/>
                </a:lnTo>
                <a:lnTo>
                  <a:pt x="562" y="1070"/>
                </a:lnTo>
                <a:lnTo>
                  <a:pt x="586" y="1075"/>
                </a:lnTo>
                <a:lnTo>
                  <a:pt x="610" y="1079"/>
                </a:lnTo>
                <a:lnTo>
                  <a:pt x="635" y="1083"/>
                </a:lnTo>
                <a:lnTo>
                  <a:pt x="659" y="1087"/>
                </a:lnTo>
                <a:lnTo>
                  <a:pt x="684" y="1090"/>
                </a:lnTo>
                <a:lnTo>
                  <a:pt x="709" y="1092"/>
                </a:lnTo>
                <a:lnTo>
                  <a:pt x="734" y="1094"/>
                </a:lnTo>
                <a:lnTo>
                  <a:pt x="759" y="1095"/>
                </a:lnTo>
                <a:lnTo>
                  <a:pt x="784" y="1096"/>
                </a:lnTo>
                <a:lnTo>
                  <a:pt x="809" y="1096"/>
                </a:lnTo>
                <a:lnTo>
                  <a:pt x="835" y="1096"/>
                </a:lnTo>
                <a:lnTo>
                  <a:pt x="860" y="1095"/>
                </a:lnTo>
                <a:lnTo>
                  <a:pt x="885" y="1094"/>
                </a:lnTo>
                <a:lnTo>
                  <a:pt x="910" y="1092"/>
                </a:lnTo>
                <a:lnTo>
                  <a:pt x="935" y="1090"/>
                </a:lnTo>
                <a:lnTo>
                  <a:pt x="960" y="1087"/>
                </a:lnTo>
                <a:lnTo>
                  <a:pt x="984" y="1083"/>
                </a:lnTo>
                <a:lnTo>
                  <a:pt x="1009" y="1079"/>
                </a:lnTo>
                <a:lnTo>
                  <a:pt x="1033" y="1075"/>
                </a:lnTo>
                <a:lnTo>
                  <a:pt x="1057" y="1070"/>
                </a:lnTo>
                <a:lnTo>
                  <a:pt x="1081" y="1064"/>
                </a:lnTo>
                <a:lnTo>
                  <a:pt x="1104" y="1058"/>
                </a:lnTo>
                <a:lnTo>
                  <a:pt x="1128" y="1052"/>
                </a:lnTo>
                <a:lnTo>
                  <a:pt x="1151" y="1045"/>
                </a:lnTo>
                <a:lnTo>
                  <a:pt x="1173" y="1037"/>
                </a:lnTo>
                <a:lnTo>
                  <a:pt x="1195" y="1029"/>
                </a:lnTo>
                <a:lnTo>
                  <a:pt x="1217" y="1020"/>
                </a:lnTo>
                <a:lnTo>
                  <a:pt x="1239" y="1012"/>
                </a:lnTo>
                <a:lnTo>
                  <a:pt x="1260" y="1002"/>
                </a:lnTo>
                <a:lnTo>
                  <a:pt x="1280" y="992"/>
                </a:lnTo>
                <a:lnTo>
                  <a:pt x="1300" y="982"/>
                </a:lnTo>
                <a:lnTo>
                  <a:pt x="1320" y="971"/>
                </a:lnTo>
                <a:lnTo>
                  <a:pt x="1339" y="960"/>
                </a:lnTo>
                <a:lnTo>
                  <a:pt x="1358" y="949"/>
                </a:lnTo>
                <a:lnTo>
                  <a:pt x="1376" y="937"/>
                </a:lnTo>
                <a:lnTo>
                  <a:pt x="1393" y="924"/>
                </a:lnTo>
                <a:lnTo>
                  <a:pt x="1410" y="912"/>
                </a:lnTo>
                <a:lnTo>
                  <a:pt x="1427" y="899"/>
                </a:lnTo>
                <a:lnTo>
                  <a:pt x="1442" y="885"/>
                </a:lnTo>
                <a:lnTo>
                  <a:pt x="1458" y="872"/>
                </a:lnTo>
                <a:lnTo>
                  <a:pt x="1472" y="858"/>
                </a:lnTo>
                <a:lnTo>
                  <a:pt x="1486" y="843"/>
                </a:lnTo>
                <a:lnTo>
                  <a:pt x="1499" y="829"/>
                </a:lnTo>
                <a:lnTo>
                  <a:pt x="1511" y="814"/>
                </a:lnTo>
                <a:lnTo>
                  <a:pt x="1523" y="799"/>
                </a:lnTo>
                <a:lnTo>
                  <a:pt x="1534" y="783"/>
                </a:lnTo>
                <a:lnTo>
                  <a:pt x="1545" y="768"/>
                </a:lnTo>
                <a:lnTo>
                  <a:pt x="1554" y="752"/>
                </a:lnTo>
                <a:lnTo>
                  <a:pt x="1563" y="736"/>
                </a:lnTo>
                <a:lnTo>
                  <a:pt x="1571" y="720"/>
                </a:lnTo>
                <a:lnTo>
                  <a:pt x="1579" y="703"/>
                </a:lnTo>
                <a:lnTo>
                  <a:pt x="1585" y="687"/>
                </a:lnTo>
                <a:lnTo>
                  <a:pt x="1591" y="670"/>
                </a:lnTo>
                <a:lnTo>
                  <a:pt x="1596" y="653"/>
                </a:lnTo>
                <a:lnTo>
                  <a:pt x="1601" y="636"/>
                </a:lnTo>
                <a:lnTo>
                  <a:pt x="1604" y="619"/>
                </a:lnTo>
                <a:lnTo>
                  <a:pt x="1607" y="602"/>
                </a:lnTo>
                <a:lnTo>
                  <a:pt x="1609" y="584"/>
                </a:lnTo>
                <a:lnTo>
                  <a:pt x="1610" y="567"/>
                </a:lnTo>
                <a:lnTo>
                  <a:pt x="1611" y="550"/>
                </a:lnTo>
                <a:moveTo>
                  <a:pt x="1618" y="550"/>
                </a:moveTo>
                <a:lnTo>
                  <a:pt x="1618" y="568"/>
                </a:lnTo>
                <a:lnTo>
                  <a:pt x="1617" y="585"/>
                </a:lnTo>
                <a:lnTo>
                  <a:pt x="1615" y="602"/>
                </a:lnTo>
                <a:lnTo>
                  <a:pt x="1612" y="619"/>
                </a:lnTo>
                <a:lnTo>
                  <a:pt x="1608" y="636"/>
                </a:lnTo>
                <a:lnTo>
                  <a:pt x="1604" y="654"/>
                </a:lnTo>
                <a:lnTo>
                  <a:pt x="1599" y="671"/>
                </a:lnTo>
                <a:lnTo>
                  <a:pt x="1593" y="688"/>
                </a:lnTo>
                <a:lnTo>
                  <a:pt x="1586" y="705"/>
                </a:lnTo>
                <a:lnTo>
                  <a:pt x="1579" y="721"/>
                </a:lnTo>
                <a:lnTo>
                  <a:pt x="1570" y="738"/>
                </a:lnTo>
                <a:lnTo>
                  <a:pt x="1561" y="754"/>
                </a:lnTo>
                <a:lnTo>
                  <a:pt x="1552" y="770"/>
                </a:lnTo>
                <a:lnTo>
                  <a:pt x="1541" y="786"/>
                </a:lnTo>
                <a:lnTo>
                  <a:pt x="1530" y="801"/>
                </a:lnTo>
                <a:lnTo>
                  <a:pt x="1518" y="816"/>
                </a:lnTo>
                <a:lnTo>
                  <a:pt x="1505" y="831"/>
                </a:lnTo>
                <a:lnTo>
                  <a:pt x="1492" y="846"/>
                </a:lnTo>
                <a:lnTo>
                  <a:pt x="1478" y="861"/>
                </a:lnTo>
                <a:lnTo>
                  <a:pt x="1464" y="875"/>
                </a:lnTo>
                <a:lnTo>
                  <a:pt x="1448" y="889"/>
                </a:lnTo>
                <a:lnTo>
                  <a:pt x="1433" y="902"/>
                </a:lnTo>
                <a:lnTo>
                  <a:pt x="1416" y="915"/>
                </a:lnTo>
                <a:lnTo>
                  <a:pt x="1399" y="928"/>
                </a:lnTo>
                <a:lnTo>
                  <a:pt x="1381" y="940"/>
                </a:lnTo>
                <a:lnTo>
                  <a:pt x="1363" y="952"/>
                </a:lnTo>
                <a:lnTo>
                  <a:pt x="1344" y="964"/>
                </a:lnTo>
                <a:lnTo>
                  <a:pt x="1325" y="975"/>
                </a:lnTo>
                <a:lnTo>
                  <a:pt x="1305" y="986"/>
                </a:lnTo>
                <a:lnTo>
                  <a:pt x="1285" y="996"/>
                </a:lnTo>
                <a:lnTo>
                  <a:pt x="1264" y="1006"/>
                </a:lnTo>
                <a:lnTo>
                  <a:pt x="1243" y="1016"/>
                </a:lnTo>
                <a:lnTo>
                  <a:pt x="1221" y="1025"/>
                </a:lnTo>
                <a:lnTo>
                  <a:pt x="1199" y="1033"/>
                </a:lnTo>
                <a:lnTo>
                  <a:pt x="1177" y="1042"/>
                </a:lnTo>
                <a:lnTo>
                  <a:pt x="1154" y="1049"/>
                </a:lnTo>
                <a:lnTo>
                  <a:pt x="1131" y="1056"/>
                </a:lnTo>
                <a:lnTo>
                  <a:pt x="1107" y="1063"/>
                </a:lnTo>
                <a:lnTo>
                  <a:pt x="1083" y="1069"/>
                </a:lnTo>
                <a:lnTo>
                  <a:pt x="1059" y="1075"/>
                </a:lnTo>
                <a:lnTo>
                  <a:pt x="1035" y="1080"/>
                </a:lnTo>
                <a:lnTo>
                  <a:pt x="1011" y="1084"/>
                </a:lnTo>
                <a:lnTo>
                  <a:pt x="986" y="1088"/>
                </a:lnTo>
                <a:lnTo>
                  <a:pt x="961" y="1092"/>
                </a:lnTo>
                <a:lnTo>
                  <a:pt x="936" y="1095"/>
                </a:lnTo>
                <a:lnTo>
                  <a:pt x="911" y="1097"/>
                </a:lnTo>
                <a:lnTo>
                  <a:pt x="886" y="1099"/>
                </a:lnTo>
                <a:lnTo>
                  <a:pt x="860" y="1100"/>
                </a:lnTo>
                <a:lnTo>
                  <a:pt x="835" y="1101"/>
                </a:lnTo>
                <a:lnTo>
                  <a:pt x="809" y="1102"/>
                </a:lnTo>
                <a:lnTo>
                  <a:pt x="784" y="1101"/>
                </a:lnTo>
                <a:lnTo>
                  <a:pt x="759" y="1100"/>
                </a:lnTo>
                <a:lnTo>
                  <a:pt x="733" y="1099"/>
                </a:lnTo>
                <a:lnTo>
                  <a:pt x="708" y="1097"/>
                </a:lnTo>
                <a:lnTo>
                  <a:pt x="683" y="1095"/>
                </a:lnTo>
                <a:lnTo>
                  <a:pt x="658" y="1092"/>
                </a:lnTo>
                <a:lnTo>
                  <a:pt x="633" y="1088"/>
                </a:lnTo>
                <a:lnTo>
                  <a:pt x="608" y="1084"/>
                </a:lnTo>
                <a:lnTo>
                  <a:pt x="584" y="1080"/>
                </a:lnTo>
                <a:lnTo>
                  <a:pt x="560" y="1075"/>
                </a:lnTo>
                <a:lnTo>
                  <a:pt x="536" y="1069"/>
                </a:lnTo>
                <a:lnTo>
                  <a:pt x="512" y="1063"/>
                </a:lnTo>
                <a:lnTo>
                  <a:pt x="488" y="1056"/>
                </a:lnTo>
                <a:lnTo>
                  <a:pt x="465" y="1049"/>
                </a:lnTo>
                <a:lnTo>
                  <a:pt x="442" y="1042"/>
                </a:lnTo>
                <a:lnTo>
                  <a:pt x="420" y="1033"/>
                </a:lnTo>
                <a:lnTo>
                  <a:pt x="398" y="1025"/>
                </a:lnTo>
                <a:lnTo>
                  <a:pt x="376" y="1016"/>
                </a:lnTo>
                <a:lnTo>
                  <a:pt x="355" y="1006"/>
                </a:lnTo>
                <a:lnTo>
                  <a:pt x="334" y="996"/>
                </a:lnTo>
                <a:lnTo>
                  <a:pt x="314" y="986"/>
                </a:lnTo>
                <a:lnTo>
                  <a:pt x="294" y="975"/>
                </a:lnTo>
                <a:lnTo>
                  <a:pt x="275" y="964"/>
                </a:lnTo>
                <a:lnTo>
                  <a:pt x="256" y="952"/>
                </a:lnTo>
                <a:lnTo>
                  <a:pt x="237" y="940"/>
                </a:lnTo>
                <a:lnTo>
                  <a:pt x="219" y="928"/>
                </a:lnTo>
                <a:lnTo>
                  <a:pt x="202" y="915"/>
                </a:lnTo>
                <a:lnTo>
                  <a:pt x="185" y="902"/>
                </a:lnTo>
                <a:lnTo>
                  <a:pt x="170" y="889"/>
                </a:lnTo>
                <a:lnTo>
                  <a:pt x="154" y="875"/>
                </a:lnTo>
                <a:lnTo>
                  <a:pt x="140" y="861"/>
                </a:lnTo>
                <a:lnTo>
                  <a:pt x="126" y="846"/>
                </a:lnTo>
                <a:lnTo>
                  <a:pt x="112" y="831"/>
                </a:lnTo>
                <a:lnTo>
                  <a:pt x="100" y="816"/>
                </a:lnTo>
                <a:lnTo>
                  <a:pt x="88" y="801"/>
                </a:lnTo>
                <a:lnTo>
                  <a:pt x="77" y="786"/>
                </a:lnTo>
                <a:lnTo>
                  <a:pt x="66" y="770"/>
                </a:lnTo>
                <a:lnTo>
                  <a:pt x="57" y="754"/>
                </a:lnTo>
                <a:lnTo>
                  <a:pt x="48" y="738"/>
                </a:lnTo>
                <a:lnTo>
                  <a:pt x="39" y="721"/>
                </a:lnTo>
                <a:lnTo>
                  <a:pt x="32" y="705"/>
                </a:lnTo>
                <a:lnTo>
                  <a:pt x="25" y="688"/>
                </a:lnTo>
                <a:lnTo>
                  <a:pt x="19" y="671"/>
                </a:lnTo>
                <a:lnTo>
                  <a:pt x="14" y="654"/>
                </a:lnTo>
                <a:lnTo>
                  <a:pt x="10" y="636"/>
                </a:lnTo>
                <a:lnTo>
                  <a:pt x="6" y="619"/>
                </a:lnTo>
                <a:lnTo>
                  <a:pt x="3" y="602"/>
                </a:lnTo>
                <a:lnTo>
                  <a:pt x="1" y="585"/>
                </a:lnTo>
                <a:lnTo>
                  <a:pt x="0" y="568"/>
                </a:lnTo>
                <a:lnTo>
                  <a:pt x="0" y="550"/>
                </a:lnTo>
                <a:lnTo>
                  <a:pt x="0" y="533"/>
                </a:lnTo>
                <a:lnTo>
                  <a:pt x="1" y="516"/>
                </a:lnTo>
                <a:lnTo>
                  <a:pt x="3" y="498"/>
                </a:lnTo>
                <a:lnTo>
                  <a:pt x="6" y="481"/>
                </a:lnTo>
                <a:lnTo>
                  <a:pt x="10" y="464"/>
                </a:lnTo>
                <a:lnTo>
                  <a:pt x="14" y="447"/>
                </a:lnTo>
                <a:lnTo>
                  <a:pt x="19" y="430"/>
                </a:lnTo>
                <a:lnTo>
                  <a:pt x="25" y="413"/>
                </a:lnTo>
                <a:lnTo>
                  <a:pt x="32" y="397"/>
                </a:lnTo>
                <a:lnTo>
                  <a:pt x="39" y="380"/>
                </a:lnTo>
                <a:lnTo>
                  <a:pt x="48" y="364"/>
                </a:lnTo>
                <a:lnTo>
                  <a:pt x="57" y="348"/>
                </a:lnTo>
                <a:lnTo>
                  <a:pt x="66" y="332"/>
                </a:lnTo>
                <a:lnTo>
                  <a:pt x="77" y="316"/>
                </a:lnTo>
                <a:lnTo>
                  <a:pt x="88" y="300"/>
                </a:lnTo>
                <a:lnTo>
                  <a:pt x="100" y="285"/>
                </a:lnTo>
                <a:lnTo>
                  <a:pt x="112" y="270"/>
                </a:lnTo>
                <a:lnTo>
                  <a:pt x="126" y="255"/>
                </a:lnTo>
                <a:lnTo>
                  <a:pt x="140" y="241"/>
                </a:lnTo>
                <a:lnTo>
                  <a:pt x="154" y="227"/>
                </a:lnTo>
                <a:lnTo>
                  <a:pt x="170" y="213"/>
                </a:lnTo>
                <a:lnTo>
                  <a:pt x="185" y="199"/>
                </a:lnTo>
                <a:lnTo>
                  <a:pt x="202" y="186"/>
                </a:lnTo>
                <a:lnTo>
                  <a:pt x="219" y="174"/>
                </a:lnTo>
                <a:lnTo>
                  <a:pt x="237" y="161"/>
                </a:lnTo>
                <a:lnTo>
                  <a:pt x="256" y="149"/>
                </a:lnTo>
                <a:lnTo>
                  <a:pt x="275" y="137"/>
                </a:lnTo>
                <a:lnTo>
                  <a:pt x="294" y="126"/>
                </a:lnTo>
                <a:lnTo>
                  <a:pt x="314" y="115"/>
                </a:lnTo>
                <a:lnTo>
                  <a:pt x="334" y="105"/>
                </a:lnTo>
                <a:lnTo>
                  <a:pt x="355" y="95"/>
                </a:lnTo>
                <a:lnTo>
                  <a:pt x="376" y="86"/>
                </a:lnTo>
                <a:lnTo>
                  <a:pt x="398" y="77"/>
                </a:lnTo>
                <a:lnTo>
                  <a:pt x="420" y="68"/>
                </a:lnTo>
                <a:lnTo>
                  <a:pt x="442" y="60"/>
                </a:lnTo>
                <a:lnTo>
                  <a:pt x="465" y="52"/>
                </a:lnTo>
                <a:lnTo>
                  <a:pt x="488" y="45"/>
                </a:lnTo>
                <a:lnTo>
                  <a:pt x="512" y="39"/>
                </a:lnTo>
                <a:lnTo>
                  <a:pt x="536" y="32"/>
                </a:lnTo>
                <a:lnTo>
                  <a:pt x="560" y="27"/>
                </a:lnTo>
                <a:lnTo>
                  <a:pt x="584" y="22"/>
                </a:lnTo>
                <a:lnTo>
                  <a:pt x="608" y="17"/>
                </a:lnTo>
                <a:lnTo>
                  <a:pt x="633" y="13"/>
                </a:lnTo>
                <a:lnTo>
                  <a:pt x="658" y="10"/>
                </a:lnTo>
                <a:lnTo>
                  <a:pt x="683" y="7"/>
                </a:lnTo>
                <a:lnTo>
                  <a:pt x="708" y="4"/>
                </a:lnTo>
                <a:lnTo>
                  <a:pt x="733" y="2"/>
                </a:lnTo>
                <a:lnTo>
                  <a:pt x="759" y="1"/>
                </a:lnTo>
                <a:lnTo>
                  <a:pt x="784" y="0"/>
                </a:lnTo>
                <a:lnTo>
                  <a:pt x="809" y="0"/>
                </a:lnTo>
                <a:lnTo>
                  <a:pt x="835" y="0"/>
                </a:lnTo>
                <a:lnTo>
                  <a:pt x="860" y="1"/>
                </a:lnTo>
                <a:lnTo>
                  <a:pt x="886" y="2"/>
                </a:lnTo>
                <a:lnTo>
                  <a:pt x="911" y="4"/>
                </a:lnTo>
                <a:lnTo>
                  <a:pt x="936" y="7"/>
                </a:lnTo>
                <a:lnTo>
                  <a:pt x="961" y="10"/>
                </a:lnTo>
                <a:lnTo>
                  <a:pt x="986" y="13"/>
                </a:lnTo>
                <a:lnTo>
                  <a:pt x="1011" y="17"/>
                </a:lnTo>
                <a:lnTo>
                  <a:pt x="1035" y="22"/>
                </a:lnTo>
                <a:lnTo>
                  <a:pt x="1059" y="27"/>
                </a:lnTo>
                <a:lnTo>
                  <a:pt x="1083" y="32"/>
                </a:lnTo>
                <a:lnTo>
                  <a:pt x="1107" y="39"/>
                </a:lnTo>
                <a:lnTo>
                  <a:pt x="1131" y="45"/>
                </a:lnTo>
                <a:lnTo>
                  <a:pt x="1154" y="52"/>
                </a:lnTo>
                <a:lnTo>
                  <a:pt x="1177" y="60"/>
                </a:lnTo>
                <a:lnTo>
                  <a:pt x="1199" y="68"/>
                </a:lnTo>
                <a:lnTo>
                  <a:pt x="1221" y="77"/>
                </a:lnTo>
                <a:lnTo>
                  <a:pt x="1243" y="86"/>
                </a:lnTo>
                <a:lnTo>
                  <a:pt x="1264" y="95"/>
                </a:lnTo>
                <a:lnTo>
                  <a:pt x="1285" y="105"/>
                </a:lnTo>
                <a:lnTo>
                  <a:pt x="1305" y="115"/>
                </a:lnTo>
                <a:lnTo>
                  <a:pt x="1325" y="126"/>
                </a:lnTo>
                <a:lnTo>
                  <a:pt x="1344" y="137"/>
                </a:lnTo>
                <a:lnTo>
                  <a:pt x="1363" y="149"/>
                </a:lnTo>
                <a:lnTo>
                  <a:pt x="1381" y="161"/>
                </a:lnTo>
                <a:lnTo>
                  <a:pt x="1399" y="174"/>
                </a:lnTo>
                <a:lnTo>
                  <a:pt x="1416" y="186"/>
                </a:lnTo>
                <a:lnTo>
                  <a:pt x="1433" y="199"/>
                </a:lnTo>
                <a:lnTo>
                  <a:pt x="1448" y="213"/>
                </a:lnTo>
                <a:lnTo>
                  <a:pt x="1464" y="227"/>
                </a:lnTo>
                <a:lnTo>
                  <a:pt x="1478" y="241"/>
                </a:lnTo>
                <a:lnTo>
                  <a:pt x="1492" y="255"/>
                </a:lnTo>
                <a:lnTo>
                  <a:pt x="1505" y="270"/>
                </a:lnTo>
                <a:lnTo>
                  <a:pt x="1518" y="285"/>
                </a:lnTo>
                <a:lnTo>
                  <a:pt x="1530" y="300"/>
                </a:lnTo>
                <a:lnTo>
                  <a:pt x="1541" y="316"/>
                </a:lnTo>
                <a:lnTo>
                  <a:pt x="1552" y="332"/>
                </a:lnTo>
                <a:lnTo>
                  <a:pt x="1561" y="348"/>
                </a:lnTo>
                <a:lnTo>
                  <a:pt x="1570" y="364"/>
                </a:lnTo>
                <a:lnTo>
                  <a:pt x="1579" y="380"/>
                </a:lnTo>
                <a:lnTo>
                  <a:pt x="1586" y="397"/>
                </a:lnTo>
                <a:lnTo>
                  <a:pt x="1593" y="413"/>
                </a:lnTo>
                <a:lnTo>
                  <a:pt x="1599" y="430"/>
                </a:lnTo>
                <a:lnTo>
                  <a:pt x="1604" y="447"/>
                </a:lnTo>
                <a:lnTo>
                  <a:pt x="1608" y="464"/>
                </a:lnTo>
                <a:lnTo>
                  <a:pt x="1612" y="481"/>
                </a:lnTo>
                <a:lnTo>
                  <a:pt x="1615" y="498"/>
                </a:lnTo>
                <a:lnTo>
                  <a:pt x="1617" y="516"/>
                </a:lnTo>
                <a:lnTo>
                  <a:pt x="1618" y="533"/>
                </a:lnTo>
                <a:lnTo>
                  <a:pt x="1618" y="550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0" name=""/>
          <p:cNvSpPr/>
          <p:nvPr/>
        </p:nvSpPr>
        <p:spPr>
          <a:xfrm>
            <a:off x="7754760" y="2729880"/>
            <a:ext cx="609840" cy="415080"/>
          </a:xfrm>
          <a:custGeom>
            <a:avLst/>
            <a:gdLst/>
            <a:ahLst/>
            <a:rect l="0" t="0" r="r" b="b"/>
            <a:pathLst>
              <a:path w="1694" h="1153">
                <a:moveTo>
                  <a:pt x="1656" y="576"/>
                </a:moveTo>
                <a:lnTo>
                  <a:pt x="1656" y="559"/>
                </a:lnTo>
                <a:lnTo>
                  <a:pt x="1655" y="542"/>
                </a:lnTo>
                <a:lnTo>
                  <a:pt x="1653" y="524"/>
                </a:lnTo>
                <a:lnTo>
                  <a:pt x="1650" y="507"/>
                </a:lnTo>
                <a:lnTo>
                  <a:pt x="1646" y="490"/>
                </a:lnTo>
                <a:lnTo>
                  <a:pt x="1642" y="473"/>
                </a:lnTo>
                <a:lnTo>
                  <a:pt x="1637" y="456"/>
                </a:lnTo>
                <a:lnTo>
                  <a:pt x="1631" y="439"/>
                </a:lnTo>
                <a:lnTo>
                  <a:pt x="1624" y="423"/>
                </a:lnTo>
                <a:lnTo>
                  <a:pt x="1617" y="406"/>
                </a:lnTo>
                <a:lnTo>
                  <a:pt x="1608" y="390"/>
                </a:lnTo>
                <a:lnTo>
                  <a:pt x="1599" y="374"/>
                </a:lnTo>
                <a:lnTo>
                  <a:pt x="1590" y="358"/>
                </a:lnTo>
                <a:lnTo>
                  <a:pt x="1579" y="342"/>
                </a:lnTo>
                <a:lnTo>
                  <a:pt x="1568" y="326"/>
                </a:lnTo>
                <a:lnTo>
                  <a:pt x="1556" y="311"/>
                </a:lnTo>
                <a:lnTo>
                  <a:pt x="1543" y="296"/>
                </a:lnTo>
                <a:lnTo>
                  <a:pt x="1530" y="281"/>
                </a:lnTo>
                <a:lnTo>
                  <a:pt x="1516" y="267"/>
                </a:lnTo>
                <a:lnTo>
                  <a:pt x="1502" y="253"/>
                </a:lnTo>
                <a:lnTo>
                  <a:pt x="1486" y="239"/>
                </a:lnTo>
                <a:lnTo>
                  <a:pt x="1471" y="225"/>
                </a:lnTo>
                <a:lnTo>
                  <a:pt x="1454" y="212"/>
                </a:lnTo>
                <a:lnTo>
                  <a:pt x="1437" y="200"/>
                </a:lnTo>
                <a:lnTo>
                  <a:pt x="1419" y="187"/>
                </a:lnTo>
                <a:lnTo>
                  <a:pt x="1401" y="175"/>
                </a:lnTo>
                <a:lnTo>
                  <a:pt x="1382" y="163"/>
                </a:lnTo>
                <a:lnTo>
                  <a:pt x="1363" y="152"/>
                </a:lnTo>
                <a:lnTo>
                  <a:pt x="1343" y="141"/>
                </a:lnTo>
                <a:lnTo>
                  <a:pt x="1323" y="131"/>
                </a:lnTo>
                <a:lnTo>
                  <a:pt x="1301" y="121"/>
                </a:lnTo>
                <a:lnTo>
                  <a:pt x="1280" y="112"/>
                </a:lnTo>
                <a:lnTo>
                  <a:pt x="1258" y="103"/>
                </a:lnTo>
                <a:lnTo>
                  <a:pt x="1236" y="94"/>
                </a:lnTo>
                <a:lnTo>
                  <a:pt x="1214" y="86"/>
                </a:lnTo>
                <a:lnTo>
                  <a:pt x="1191" y="78"/>
                </a:lnTo>
                <a:lnTo>
                  <a:pt x="1168" y="71"/>
                </a:lnTo>
                <a:lnTo>
                  <a:pt x="1144" y="65"/>
                </a:lnTo>
                <a:lnTo>
                  <a:pt x="1120" y="58"/>
                </a:lnTo>
                <a:lnTo>
                  <a:pt x="1096" y="53"/>
                </a:lnTo>
                <a:lnTo>
                  <a:pt x="1072" y="48"/>
                </a:lnTo>
                <a:lnTo>
                  <a:pt x="1048" y="43"/>
                </a:lnTo>
                <a:lnTo>
                  <a:pt x="1023" y="39"/>
                </a:lnTo>
                <a:lnTo>
                  <a:pt x="998" y="36"/>
                </a:lnTo>
                <a:lnTo>
                  <a:pt x="973" y="33"/>
                </a:lnTo>
                <a:lnTo>
                  <a:pt x="948" y="30"/>
                </a:lnTo>
                <a:lnTo>
                  <a:pt x="923" y="28"/>
                </a:lnTo>
                <a:lnTo>
                  <a:pt x="897" y="27"/>
                </a:lnTo>
                <a:lnTo>
                  <a:pt x="872" y="26"/>
                </a:lnTo>
                <a:lnTo>
                  <a:pt x="846" y="26"/>
                </a:lnTo>
                <a:lnTo>
                  <a:pt x="821" y="26"/>
                </a:lnTo>
                <a:lnTo>
                  <a:pt x="796" y="27"/>
                </a:lnTo>
                <a:lnTo>
                  <a:pt x="770" y="28"/>
                </a:lnTo>
                <a:lnTo>
                  <a:pt x="745" y="30"/>
                </a:lnTo>
                <a:lnTo>
                  <a:pt x="720" y="33"/>
                </a:lnTo>
                <a:lnTo>
                  <a:pt x="695" y="36"/>
                </a:lnTo>
                <a:lnTo>
                  <a:pt x="670" y="39"/>
                </a:lnTo>
                <a:lnTo>
                  <a:pt x="645" y="43"/>
                </a:lnTo>
                <a:lnTo>
                  <a:pt x="621" y="48"/>
                </a:lnTo>
                <a:lnTo>
                  <a:pt x="597" y="53"/>
                </a:lnTo>
                <a:lnTo>
                  <a:pt x="573" y="58"/>
                </a:lnTo>
                <a:lnTo>
                  <a:pt x="549" y="65"/>
                </a:lnTo>
                <a:lnTo>
                  <a:pt x="525" y="71"/>
                </a:lnTo>
                <a:lnTo>
                  <a:pt x="502" y="78"/>
                </a:lnTo>
                <a:lnTo>
                  <a:pt x="479" y="86"/>
                </a:lnTo>
                <a:lnTo>
                  <a:pt x="457" y="94"/>
                </a:lnTo>
                <a:lnTo>
                  <a:pt x="435" y="103"/>
                </a:lnTo>
                <a:lnTo>
                  <a:pt x="413" y="112"/>
                </a:lnTo>
                <a:lnTo>
                  <a:pt x="392" y="121"/>
                </a:lnTo>
                <a:lnTo>
                  <a:pt x="371" y="131"/>
                </a:lnTo>
                <a:lnTo>
                  <a:pt x="351" y="141"/>
                </a:lnTo>
                <a:lnTo>
                  <a:pt x="331" y="152"/>
                </a:lnTo>
                <a:lnTo>
                  <a:pt x="312" y="163"/>
                </a:lnTo>
                <a:lnTo>
                  <a:pt x="293" y="175"/>
                </a:lnTo>
                <a:lnTo>
                  <a:pt x="275" y="187"/>
                </a:lnTo>
                <a:lnTo>
                  <a:pt x="257" y="200"/>
                </a:lnTo>
                <a:lnTo>
                  <a:pt x="240" y="212"/>
                </a:lnTo>
                <a:lnTo>
                  <a:pt x="223" y="225"/>
                </a:lnTo>
                <a:lnTo>
                  <a:pt x="208" y="239"/>
                </a:lnTo>
                <a:lnTo>
                  <a:pt x="192" y="253"/>
                </a:lnTo>
                <a:lnTo>
                  <a:pt x="178" y="267"/>
                </a:lnTo>
                <a:lnTo>
                  <a:pt x="164" y="281"/>
                </a:lnTo>
                <a:lnTo>
                  <a:pt x="150" y="296"/>
                </a:lnTo>
                <a:lnTo>
                  <a:pt x="138" y="311"/>
                </a:lnTo>
                <a:lnTo>
                  <a:pt x="126" y="326"/>
                </a:lnTo>
                <a:lnTo>
                  <a:pt x="115" y="342"/>
                </a:lnTo>
                <a:lnTo>
                  <a:pt x="104" y="358"/>
                </a:lnTo>
                <a:lnTo>
                  <a:pt x="95" y="374"/>
                </a:lnTo>
                <a:lnTo>
                  <a:pt x="86" y="390"/>
                </a:lnTo>
                <a:lnTo>
                  <a:pt x="77" y="406"/>
                </a:lnTo>
                <a:lnTo>
                  <a:pt x="70" y="423"/>
                </a:lnTo>
                <a:lnTo>
                  <a:pt x="63" y="439"/>
                </a:lnTo>
                <a:lnTo>
                  <a:pt x="57" y="456"/>
                </a:lnTo>
                <a:lnTo>
                  <a:pt x="52" y="473"/>
                </a:lnTo>
                <a:lnTo>
                  <a:pt x="48" y="490"/>
                </a:lnTo>
                <a:lnTo>
                  <a:pt x="44" y="507"/>
                </a:lnTo>
                <a:lnTo>
                  <a:pt x="41" y="524"/>
                </a:lnTo>
                <a:lnTo>
                  <a:pt x="39" y="542"/>
                </a:lnTo>
                <a:lnTo>
                  <a:pt x="38" y="559"/>
                </a:lnTo>
                <a:lnTo>
                  <a:pt x="38" y="576"/>
                </a:lnTo>
                <a:lnTo>
                  <a:pt x="38" y="594"/>
                </a:lnTo>
                <a:lnTo>
                  <a:pt x="39" y="611"/>
                </a:lnTo>
                <a:lnTo>
                  <a:pt x="41" y="628"/>
                </a:lnTo>
                <a:lnTo>
                  <a:pt x="44" y="645"/>
                </a:lnTo>
                <a:lnTo>
                  <a:pt x="48" y="662"/>
                </a:lnTo>
                <a:lnTo>
                  <a:pt x="52" y="679"/>
                </a:lnTo>
                <a:lnTo>
                  <a:pt x="57" y="696"/>
                </a:lnTo>
                <a:lnTo>
                  <a:pt x="63" y="713"/>
                </a:lnTo>
                <a:lnTo>
                  <a:pt x="70" y="730"/>
                </a:lnTo>
                <a:lnTo>
                  <a:pt x="77" y="746"/>
                </a:lnTo>
                <a:lnTo>
                  <a:pt x="86" y="763"/>
                </a:lnTo>
                <a:lnTo>
                  <a:pt x="95" y="779"/>
                </a:lnTo>
                <a:lnTo>
                  <a:pt x="104" y="795"/>
                </a:lnTo>
                <a:lnTo>
                  <a:pt x="115" y="811"/>
                </a:lnTo>
                <a:lnTo>
                  <a:pt x="126" y="826"/>
                </a:lnTo>
                <a:lnTo>
                  <a:pt x="138" y="841"/>
                </a:lnTo>
                <a:lnTo>
                  <a:pt x="150" y="856"/>
                </a:lnTo>
                <a:lnTo>
                  <a:pt x="164" y="871"/>
                </a:lnTo>
                <a:lnTo>
                  <a:pt x="178" y="886"/>
                </a:lnTo>
                <a:lnTo>
                  <a:pt x="192" y="900"/>
                </a:lnTo>
                <a:lnTo>
                  <a:pt x="208" y="914"/>
                </a:lnTo>
                <a:lnTo>
                  <a:pt x="223" y="927"/>
                </a:lnTo>
                <a:lnTo>
                  <a:pt x="240" y="940"/>
                </a:lnTo>
                <a:lnTo>
                  <a:pt x="257" y="953"/>
                </a:lnTo>
                <a:lnTo>
                  <a:pt x="275" y="965"/>
                </a:lnTo>
                <a:lnTo>
                  <a:pt x="293" y="977"/>
                </a:lnTo>
                <a:lnTo>
                  <a:pt x="312" y="989"/>
                </a:lnTo>
                <a:lnTo>
                  <a:pt x="331" y="1000"/>
                </a:lnTo>
                <a:lnTo>
                  <a:pt x="351" y="1011"/>
                </a:lnTo>
                <a:lnTo>
                  <a:pt x="371" y="1021"/>
                </a:lnTo>
                <a:lnTo>
                  <a:pt x="392" y="1031"/>
                </a:lnTo>
                <a:lnTo>
                  <a:pt x="413" y="1041"/>
                </a:lnTo>
                <a:lnTo>
                  <a:pt x="435" y="1051"/>
                </a:lnTo>
                <a:lnTo>
                  <a:pt x="457" y="1059"/>
                </a:lnTo>
                <a:lnTo>
                  <a:pt x="479" y="1068"/>
                </a:lnTo>
                <a:lnTo>
                  <a:pt x="502" y="1075"/>
                </a:lnTo>
                <a:lnTo>
                  <a:pt x="525" y="1082"/>
                </a:lnTo>
                <a:lnTo>
                  <a:pt x="549" y="1089"/>
                </a:lnTo>
                <a:lnTo>
                  <a:pt x="573" y="1095"/>
                </a:lnTo>
                <a:lnTo>
                  <a:pt x="597" y="1101"/>
                </a:lnTo>
                <a:lnTo>
                  <a:pt x="621" y="1106"/>
                </a:lnTo>
                <a:lnTo>
                  <a:pt x="645" y="1110"/>
                </a:lnTo>
                <a:lnTo>
                  <a:pt x="670" y="1114"/>
                </a:lnTo>
                <a:lnTo>
                  <a:pt x="695" y="1118"/>
                </a:lnTo>
                <a:lnTo>
                  <a:pt x="720" y="1121"/>
                </a:lnTo>
                <a:lnTo>
                  <a:pt x="745" y="1123"/>
                </a:lnTo>
                <a:lnTo>
                  <a:pt x="770" y="1125"/>
                </a:lnTo>
                <a:lnTo>
                  <a:pt x="796" y="1126"/>
                </a:lnTo>
                <a:lnTo>
                  <a:pt x="821" y="1127"/>
                </a:lnTo>
                <a:lnTo>
                  <a:pt x="846" y="1128"/>
                </a:lnTo>
                <a:lnTo>
                  <a:pt x="872" y="1127"/>
                </a:lnTo>
                <a:lnTo>
                  <a:pt x="897" y="1126"/>
                </a:lnTo>
                <a:lnTo>
                  <a:pt x="923" y="1125"/>
                </a:lnTo>
                <a:lnTo>
                  <a:pt x="948" y="1123"/>
                </a:lnTo>
                <a:lnTo>
                  <a:pt x="973" y="1121"/>
                </a:lnTo>
                <a:lnTo>
                  <a:pt x="998" y="1118"/>
                </a:lnTo>
                <a:lnTo>
                  <a:pt x="1023" y="1114"/>
                </a:lnTo>
                <a:lnTo>
                  <a:pt x="1048" y="1110"/>
                </a:lnTo>
                <a:lnTo>
                  <a:pt x="1072" y="1106"/>
                </a:lnTo>
                <a:lnTo>
                  <a:pt x="1096" y="1101"/>
                </a:lnTo>
                <a:lnTo>
                  <a:pt x="1120" y="1095"/>
                </a:lnTo>
                <a:lnTo>
                  <a:pt x="1144" y="1089"/>
                </a:lnTo>
                <a:lnTo>
                  <a:pt x="1168" y="1082"/>
                </a:lnTo>
                <a:lnTo>
                  <a:pt x="1191" y="1075"/>
                </a:lnTo>
                <a:lnTo>
                  <a:pt x="1214" y="1068"/>
                </a:lnTo>
                <a:lnTo>
                  <a:pt x="1236" y="1059"/>
                </a:lnTo>
                <a:lnTo>
                  <a:pt x="1258" y="1051"/>
                </a:lnTo>
                <a:lnTo>
                  <a:pt x="1280" y="1041"/>
                </a:lnTo>
                <a:lnTo>
                  <a:pt x="1301" y="1031"/>
                </a:lnTo>
                <a:lnTo>
                  <a:pt x="1323" y="1021"/>
                </a:lnTo>
                <a:lnTo>
                  <a:pt x="1343" y="1011"/>
                </a:lnTo>
                <a:lnTo>
                  <a:pt x="1363" y="1000"/>
                </a:lnTo>
                <a:lnTo>
                  <a:pt x="1382" y="989"/>
                </a:lnTo>
                <a:lnTo>
                  <a:pt x="1401" y="977"/>
                </a:lnTo>
                <a:lnTo>
                  <a:pt x="1419" y="965"/>
                </a:lnTo>
                <a:lnTo>
                  <a:pt x="1437" y="953"/>
                </a:lnTo>
                <a:lnTo>
                  <a:pt x="1454" y="940"/>
                </a:lnTo>
                <a:lnTo>
                  <a:pt x="1471" y="927"/>
                </a:lnTo>
                <a:lnTo>
                  <a:pt x="1486" y="914"/>
                </a:lnTo>
                <a:lnTo>
                  <a:pt x="1502" y="900"/>
                </a:lnTo>
                <a:lnTo>
                  <a:pt x="1516" y="886"/>
                </a:lnTo>
                <a:lnTo>
                  <a:pt x="1530" y="871"/>
                </a:lnTo>
                <a:lnTo>
                  <a:pt x="1543" y="856"/>
                </a:lnTo>
                <a:lnTo>
                  <a:pt x="1556" y="841"/>
                </a:lnTo>
                <a:lnTo>
                  <a:pt x="1568" y="826"/>
                </a:lnTo>
                <a:lnTo>
                  <a:pt x="1579" y="811"/>
                </a:lnTo>
                <a:lnTo>
                  <a:pt x="1590" y="795"/>
                </a:lnTo>
                <a:lnTo>
                  <a:pt x="1599" y="779"/>
                </a:lnTo>
                <a:lnTo>
                  <a:pt x="1608" y="763"/>
                </a:lnTo>
                <a:lnTo>
                  <a:pt x="1617" y="746"/>
                </a:lnTo>
                <a:lnTo>
                  <a:pt x="1624" y="730"/>
                </a:lnTo>
                <a:lnTo>
                  <a:pt x="1631" y="713"/>
                </a:lnTo>
                <a:lnTo>
                  <a:pt x="1637" y="696"/>
                </a:lnTo>
                <a:lnTo>
                  <a:pt x="1642" y="679"/>
                </a:lnTo>
                <a:lnTo>
                  <a:pt x="1646" y="662"/>
                </a:lnTo>
                <a:lnTo>
                  <a:pt x="1650" y="645"/>
                </a:lnTo>
                <a:lnTo>
                  <a:pt x="1653" y="628"/>
                </a:lnTo>
                <a:lnTo>
                  <a:pt x="1655" y="611"/>
                </a:lnTo>
                <a:lnTo>
                  <a:pt x="1656" y="594"/>
                </a:lnTo>
                <a:lnTo>
                  <a:pt x="1656" y="576"/>
                </a:lnTo>
                <a:moveTo>
                  <a:pt x="1694" y="576"/>
                </a:moveTo>
                <a:lnTo>
                  <a:pt x="1693" y="594"/>
                </a:lnTo>
                <a:lnTo>
                  <a:pt x="1692" y="612"/>
                </a:lnTo>
                <a:lnTo>
                  <a:pt x="1690" y="630"/>
                </a:lnTo>
                <a:lnTo>
                  <a:pt x="1687" y="648"/>
                </a:lnTo>
                <a:lnTo>
                  <a:pt x="1683" y="666"/>
                </a:lnTo>
                <a:lnTo>
                  <a:pt x="1679" y="684"/>
                </a:lnTo>
                <a:lnTo>
                  <a:pt x="1674" y="702"/>
                </a:lnTo>
                <a:lnTo>
                  <a:pt x="1667" y="719"/>
                </a:lnTo>
                <a:lnTo>
                  <a:pt x="1660" y="737"/>
                </a:lnTo>
                <a:lnTo>
                  <a:pt x="1652" y="754"/>
                </a:lnTo>
                <a:lnTo>
                  <a:pt x="1644" y="771"/>
                </a:lnTo>
                <a:lnTo>
                  <a:pt x="1634" y="788"/>
                </a:lnTo>
                <a:lnTo>
                  <a:pt x="1624" y="805"/>
                </a:lnTo>
                <a:lnTo>
                  <a:pt x="1613" y="821"/>
                </a:lnTo>
                <a:lnTo>
                  <a:pt x="1602" y="838"/>
                </a:lnTo>
                <a:lnTo>
                  <a:pt x="1589" y="854"/>
                </a:lnTo>
                <a:lnTo>
                  <a:pt x="1576" y="869"/>
                </a:lnTo>
                <a:lnTo>
                  <a:pt x="1562" y="885"/>
                </a:lnTo>
                <a:lnTo>
                  <a:pt x="1548" y="900"/>
                </a:lnTo>
                <a:lnTo>
                  <a:pt x="1532" y="915"/>
                </a:lnTo>
                <a:lnTo>
                  <a:pt x="1516" y="929"/>
                </a:lnTo>
                <a:lnTo>
                  <a:pt x="1500" y="943"/>
                </a:lnTo>
                <a:lnTo>
                  <a:pt x="1482" y="957"/>
                </a:lnTo>
                <a:lnTo>
                  <a:pt x="1464" y="971"/>
                </a:lnTo>
                <a:lnTo>
                  <a:pt x="1446" y="984"/>
                </a:lnTo>
                <a:lnTo>
                  <a:pt x="1427" y="996"/>
                </a:lnTo>
                <a:lnTo>
                  <a:pt x="1407" y="1008"/>
                </a:lnTo>
                <a:lnTo>
                  <a:pt x="1387" y="1020"/>
                </a:lnTo>
                <a:lnTo>
                  <a:pt x="1366" y="1031"/>
                </a:lnTo>
                <a:lnTo>
                  <a:pt x="1345" y="1042"/>
                </a:lnTo>
                <a:lnTo>
                  <a:pt x="1323" y="1054"/>
                </a:lnTo>
                <a:lnTo>
                  <a:pt x="1300" y="1064"/>
                </a:lnTo>
                <a:lnTo>
                  <a:pt x="1277" y="1073"/>
                </a:lnTo>
                <a:lnTo>
                  <a:pt x="1254" y="1082"/>
                </a:lnTo>
                <a:lnTo>
                  <a:pt x="1231" y="1090"/>
                </a:lnTo>
                <a:lnTo>
                  <a:pt x="1207" y="1098"/>
                </a:lnTo>
                <a:lnTo>
                  <a:pt x="1183" y="1106"/>
                </a:lnTo>
                <a:lnTo>
                  <a:pt x="1158" y="1113"/>
                </a:lnTo>
                <a:lnTo>
                  <a:pt x="1133" y="1119"/>
                </a:lnTo>
                <a:lnTo>
                  <a:pt x="1108" y="1125"/>
                </a:lnTo>
                <a:lnTo>
                  <a:pt x="1083" y="1130"/>
                </a:lnTo>
                <a:lnTo>
                  <a:pt x="1057" y="1135"/>
                </a:lnTo>
                <a:lnTo>
                  <a:pt x="1031" y="1139"/>
                </a:lnTo>
                <a:lnTo>
                  <a:pt x="1005" y="1143"/>
                </a:lnTo>
                <a:lnTo>
                  <a:pt x="979" y="1146"/>
                </a:lnTo>
                <a:lnTo>
                  <a:pt x="953" y="1149"/>
                </a:lnTo>
                <a:lnTo>
                  <a:pt x="926" y="1151"/>
                </a:lnTo>
                <a:lnTo>
                  <a:pt x="900" y="1152"/>
                </a:lnTo>
                <a:lnTo>
                  <a:pt x="873" y="1153"/>
                </a:lnTo>
                <a:lnTo>
                  <a:pt x="846" y="1153"/>
                </a:lnTo>
                <a:lnTo>
                  <a:pt x="820" y="1153"/>
                </a:lnTo>
                <a:lnTo>
                  <a:pt x="793" y="1152"/>
                </a:lnTo>
                <a:lnTo>
                  <a:pt x="767" y="1151"/>
                </a:lnTo>
                <a:lnTo>
                  <a:pt x="740" y="1149"/>
                </a:lnTo>
                <a:lnTo>
                  <a:pt x="714" y="1146"/>
                </a:lnTo>
                <a:lnTo>
                  <a:pt x="688" y="1143"/>
                </a:lnTo>
                <a:lnTo>
                  <a:pt x="662" y="1139"/>
                </a:lnTo>
                <a:lnTo>
                  <a:pt x="636" y="1135"/>
                </a:lnTo>
                <a:lnTo>
                  <a:pt x="610" y="1130"/>
                </a:lnTo>
                <a:lnTo>
                  <a:pt x="585" y="1125"/>
                </a:lnTo>
                <a:lnTo>
                  <a:pt x="560" y="1119"/>
                </a:lnTo>
                <a:lnTo>
                  <a:pt x="535" y="1113"/>
                </a:lnTo>
                <a:lnTo>
                  <a:pt x="510" y="1106"/>
                </a:lnTo>
                <a:lnTo>
                  <a:pt x="486" y="1098"/>
                </a:lnTo>
                <a:lnTo>
                  <a:pt x="462" y="1090"/>
                </a:lnTo>
                <a:lnTo>
                  <a:pt x="439" y="1082"/>
                </a:lnTo>
                <a:lnTo>
                  <a:pt x="416" y="1073"/>
                </a:lnTo>
                <a:lnTo>
                  <a:pt x="393" y="1064"/>
                </a:lnTo>
                <a:lnTo>
                  <a:pt x="371" y="1054"/>
                </a:lnTo>
                <a:lnTo>
                  <a:pt x="349" y="1042"/>
                </a:lnTo>
                <a:lnTo>
                  <a:pt x="328" y="1031"/>
                </a:lnTo>
                <a:lnTo>
                  <a:pt x="307" y="1020"/>
                </a:lnTo>
                <a:lnTo>
                  <a:pt x="287" y="1008"/>
                </a:lnTo>
                <a:lnTo>
                  <a:pt x="267" y="996"/>
                </a:lnTo>
                <a:lnTo>
                  <a:pt x="248" y="984"/>
                </a:lnTo>
                <a:lnTo>
                  <a:pt x="229" y="971"/>
                </a:lnTo>
                <a:lnTo>
                  <a:pt x="212" y="957"/>
                </a:lnTo>
                <a:lnTo>
                  <a:pt x="194" y="943"/>
                </a:lnTo>
                <a:lnTo>
                  <a:pt x="178" y="929"/>
                </a:lnTo>
                <a:lnTo>
                  <a:pt x="162" y="915"/>
                </a:lnTo>
                <a:lnTo>
                  <a:pt x="146" y="900"/>
                </a:lnTo>
                <a:lnTo>
                  <a:pt x="132" y="885"/>
                </a:lnTo>
                <a:lnTo>
                  <a:pt x="118" y="869"/>
                </a:lnTo>
                <a:lnTo>
                  <a:pt x="105" y="854"/>
                </a:lnTo>
                <a:lnTo>
                  <a:pt x="92" y="838"/>
                </a:lnTo>
                <a:lnTo>
                  <a:pt x="81" y="821"/>
                </a:lnTo>
                <a:lnTo>
                  <a:pt x="70" y="805"/>
                </a:lnTo>
                <a:lnTo>
                  <a:pt x="60" y="788"/>
                </a:lnTo>
                <a:lnTo>
                  <a:pt x="50" y="771"/>
                </a:lnTo>
                <a:lnTo>
                  <a:pt x="42" y="754"/>
                </a:lnTo>
                <a:lnTo>
                  <a:pt x="34" y="737"/>
                </a:lnTo>
                <a:lnTo>
                  <a:pt x="27" y="719"/>
                </a:lnTo>
                <a:lnTo>
                  <a:pt x="20" y="702"/>
                </a:lnTo>
                <a:lnTo>
                  <a:pt x="15" y="684"/>
                </a:lnTo>
                <a:lnTo>
                  <a:pt x="11" y="666"/>
                </a:lnTo>
                <a:lnTo>
                  <a:pt x="7" y="648"/>
                </a:lnTo>
                <a:lnTo>
                  <a:pt x="4" y="630"/>
                </a:lnTo>
                <a:lnTo>
                  <a:pt x="2" y="612"/>
                </a:lnTo>
                <a:lnTo>
                  <a:pt x="0" y="594"/>
                </a:lnTo>
                <a:lnTo>
                  <a:pt x="0" y="576"/>
                </a:lnTo>
                <a:lnTo>
                  <a:pt x="0" y="558"/>
                </a:lnTo>
                <a:lnTo>
                  <a:pt x="2" y="540"/>
                </a:lnTo>
                <a:lnTo>
                  <a:pt x="4" y="522"/>
                </a:lnTo>
                <a:lnTo>
                  <a:pt x="7" y="504"/>
                </a:lnTo>
                <a:lnTo>
                  <a:pt x="11" y="486"/>
                </a:lnTo>
                <a:lnTo>
                  <a:pt x="15" y="468"/>
                </a:lnTo>
                <a:lnTo>
                  <a:pt x="20" y="451"/>
                </a:lnTo>
                <a:lnTo>
                  <a:pt x="27" y="433"/>
                </a:lnTo>
                <a:lnTo>
                  <a:pt x="34" y="416"/>
                </a:lnTo>
                <a:lnTo>
                  <a:pt x="42" y="398"/>
                </a:lnTo>
                <a:lnTo>
                  <a:pt x="50" y="381"/>
                </a:lnTo>
                <a:lnTo>
                  <a:pt x="60" y="364"/>
                </a:lnTo>
                <a:lnTo>
                  <a:pt x="70" y="347"/>
                </a:lnTo>
                <a:lnTo>
                  <a:pt x="81" y="331"/>
                </a:lnTo>
                <a:lnTo>
                  <a:pt x="92" y="315"/>
                </a:lnTo>
                <a:lnTo>
                  <a:pt x="105" y="299"/>
                </a:lnTo>
                <a:lnTo>
                  <a:pt x="118" y="283"/>
                </a:lnTo>
                <a:lnTo>
                  <a:pt x="132" y="268"/>
                </a:lnTo>
                <a:lnTo>
                  <a:pt x="146" y="252"/>
                </a:lnTo>
                <a:lnTo>
                  <a:pt x="162" y="238"/>
                </a:lnTo>
                <a:lnTo>
                  <a:pt x="178" y="223"/>
                </a:lnTo>
                <a:lnTo>
                  <a:pt x="194" y="209"/>
                </a:lnTo>
                <a:lnTo>
                  <a:pt x="212" y="195"/>
                </a:lnTo>
                <a:lnTo>
                  <a:pt x="229" y="182"/>
                </a:lnTo>
                <a:lnTo>
                  <a:pt x="248" y="169"/>
                </a:lnTo>
                <a:lnTo>
                  <a:pt x="267" y="156"/>
                </a:lnTo>
                <a:lnTo>
                  <a:pt x="287" y="144"/>
                </a:lnTo>
                <a:lnTo>
                  <a:pt x="307" y="132"/>
                </a:lnTo>
                <a:lnTo>
                  <a:pt x="328" y="121"/>
                </a:lnTo>
                <a:lnTo>
                  <a:pt x="349" y="110"/>
                </a:lnTo>
                <a:lnTo>
                  <a:pt x="371" y="100"/>
                </a:lnTo>
                <a:lnTo>
                  <a:pt x="393" y="90"/>
                </a:lnTo>
                <a:lnTo>
                  <a:pt x="416" y="80"/>
                </a:lnTo>
                <a:lnTo>
                  <a:pt x="439" y="71"/>
                </a:lnTo>
                <a:lnTo>
                  <a:pt x="462" y="63"/>
                </a:lnTo>
                <a:lnTo>
                  <a:pt x="486" y="55"/>
                </a:lnTo>
                <a:lnTo>
                  <a:pt x="510" y="48"/>
                </a:lnTo>
                <a:lnTo>
                  <a:pt x="535" y="41"/>
                </a:lnTo>
                <a:lnTo>
                  <a:pt x="560" y="34"/>
                </a:lnTo>
                <a:lnTo>
                  <a:pt x="585" y="28"/>
                </a:lnTo>
                <a:lnTo>
                  <a:pt x="610" y="23"/>
                </a:lnTo>
                <a:lnTo>
                  <a:pt x="636" y="18"/>
                </a:lnTo>
                <a:lnTo>
                  <a:pt x="662" y="14"/>
                </a:lnTo>
                <a:lnTo>
                  <a:pt x="688" y="10"/>
                </a:lnTo>
                <a:lnTo>
                  <a:pt x="714" y="7"/>
                </a:lnTo>
                <a:lnTo>
                  <a:pt x="740" y="5"/>
                </a:lnTo>
                <a:lnTo>
                  <a:pt x="767" y="3"/>
                </a:lnTo>
                <a:lnTo>
                  <a:pt x="793" y="1"/>
                </a:lnTo>
                <a:lnTo>
                  <a:pt x="820" y="1"/>
                </a:lnTo>
                <a:lnTo>
                  <a:pt x="846" y="0"/>
                </a:lnTo>
                <a:lnTo>
                  <a:pt x="873" y="1"/>
                </a:lnTo>
                <a:lnTo>
                  <a:pt x="900" y="1"/>
                </a:lnTo>
                <a:lnTo>
                  <a:pt x="926" y="3"/>
                </a:lnTo>
                <a:lnTo>
                  <a:pt x="953" y="5"/>
                </a:lnTo>
                <a:lnTo>
                  <a:pt x="979" y="7"/>
                </a:lnTo>
                <a:lnTo>
                  <a:pt x="1005" y="10"/>
                </a:lnTo>
                <a:lnTo>
                  <a:pt x="1031" y="14"/>
                </a:lnTo>
                <a:lnTo>
                  <a:pt x="1057" y="18"/>
                </a:lnTo>
                <a:lnTo>
                  <a:pt x="1083" y="23"/>
                </a:lnTo>
                <a:lnTo>
                  <a:pt x="1108" y="28"/>
                </a:lnTo>
                <a:lnTo>
                  <a:pt x="1133" y="34"/>
                </a:lnTo>
                <a:lnTo>
                  <a:pt x="1158" y="41"/>
                </a:lnTo>
                <a:lnTo>
                  <a:pt x="1183" y="48"/>
                </a:lnTo>
                <a:lnTo>
                  <a:pt x="1207" y="55"/>
                </a:lnTo>
                <a:lnTo>
                  <a:pt x="1231" y="63"/>
                </a:lnTo>
                <a:lnTo>
                  <a:pt x="1254" y="71"/>
                </a:lnTo>
                <a:lnTo>
                  <a:pt x="1277" y="80"/>
                </a:lnTo>
                <a:lnTo>
                  <a:pt x="1300" y="90"/>
                </a:lnTo>
                <a:lnTo>
                  <a:pt x="1323" y="100"/>
                </a:lnTo>
                <a:lnTo>
                  <a:pt x="1345" y="110"/>
                </a:lnTo>
                <a:lnTo>
                  <a:pt x="1366" y="121"/>
                </a:lnTo>
                <a:lnTo>
                  <a:pt x="1387" y="132"/>
                </a:lnTo>
                <a:lnTo>
                  <a:pt x="1407" y="144"/>
                </a:lnTo>
                <a:lnTo>
                  <a:pt x="1427" y="156"/>
                </a:lnTo>
                <a:lnTo>
                  <a:pt x="1446" y="169"/>
                </a:lnTo>
                <a:lnTo>
                  <a:pt x="1464" y="182"/>
                </a:lnTo>
                <a:lnTo>
                  <a:pt x="1482" y="195"/>
                </a:lnTo>
                <a:lnTo>
                  <a:pt x="1500" y="209"/>
                </a:lnTo>
                <a:lnTo>
                  <a:pt x="1516" y="223"/>
                </a:lnTo>
                <a:lnTo>
                  <a:pt x="1532" y="238"/>
                </a:lnTo>
                <a:lnTo>
                  <a:pt x="1548" y="252"/>
                </a:lnTo>
                <a:lnTo>
                  <a:pt x="1562" y="268"/>
                </a:lnTo>
                <a:lnTo>
                  <a:pt x="1576" y="283"/>
                </a:lnTo>
                <a:lnTo>
                  <a:pt x="1589" y="299"/>
                </a:lnTo>
                <a:lnTo>
                  <a:pt x="1602" y="315"/>
                </a:lnTo>
                <a:lnTo>
                  <a:pt x="1613" y="331"/>
                </a:lnTo>
                <a:lnTo>
                  <a:pt x="1624" y="347"/>
                </a:lnTo>
                <a:lnTo>
                  <a:pt x="1634" y="364"/>
                </a:lnTo>
                <a:lnTo>
                  <a:pt x="1644" y="381"/>
                </a:lnTo>
                <a:lnTo>
                  <a:pt x="1652" y="398"/>
                </a:lnTo>
                <a:lnTo>
                  <a:pt x="1660" y="416"/>
                </a:lnTo>
                <a:lnTo>
                  <a:pt x="1667" y="433"/>
                </a:lnTo>
                <a:lnTo>
                  <a:pt x="1674" y="451"/>
                </a:lnTo>
                <a:lnTo>
                  <a:pt x="1679" y="468"/>
                </a:lnTo>
                <a:lnTo>
                  <a:pt x="1683" y="486"/>
                </a:lnTo>
                <a:lnTo>
                  <a:pt x="1687" y="504"/>
                </a:lnTo>
                <a:lnTo>
                  <a:pt x="1690" y="522"/>
                </a:lnTo>
                <a:lnTo>
                  <a:pt x="1692" y="540"/>
                </a:lnTo>
                <a:lnTo>
                  <a:pt x="1693" y="558"/>
                </a:lnTo>
                <a:lnTo>
                  <a:pt x="1694" y="576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1" name=""/>
          <p:cNvSpPr/>
          <p:nvPr/>
        </p:nvSpPr>
        <p:spPr>
          <a:xfrm>
            <a:off x="7752240" y="2728080"/>
            <a:ext cx="614880" cy="418680"/>
          </a:xfrm>
          <a:custGeom>
            <a:avLst/>
            <a:gdLst/>
            <a:ahLst/>
            <a:rect l="0" t="0" r="r" b="b"/>
            <a:pathLst>
              <a:path w="1708" h="1163">
                <a:moveTo>
                  <a:pt x="1701" y="581"/>
                </a:moveTo>
                <a:lnTo>
                  <a:pt x="1700" y="563"/>
                </a:lnTo>
                <a:lnTo>
                  <a:pt x="1699" y="545"/>
                </a:lnTo>
                <a:lnTo>
                  <a:pt x="1697" y="527"/>
                </a:lnTo>
                <a:lnTo>
                  <a:pt x="1694" y="509"/>
                </a:lnTo>
                <a:lnTo>
                  <a:pt x="1690" y="491"/>
                </a:lnTo>
                <a:lnTo>
                  <a:pt x="1686" y="473"/>
                </a:lnTo>
                <a:lnTo>
                  <a:pt x="1681" y="456"/>
                </a:lnTo>
                <a:lnTo>
                  <a:pt x="1674" y="438"/>
                </a:lnTo>
                <a:lnTo>
                  <a:pt x="1667" y="421"/>
                </a:lnTo>
                <a:lnTo>
                  <a:pt x="1659" y="403"/>
                </a:lnTo>
                <a:lnTo>
                  <a:pt x="1651" y="386"/>
                </a:lnTo>
                <a:lnTo>
                  <a:pt x="1641" y="369"/>
                </a:lnTo>
                <a:lnTo>
                  <a:pt x="1631" y="352"/>
                </a:lnTo>
                <a:lnTo>
                  <a:pt x="1620" y="336"/>
                </a:lnTo>
                <a:lnTo>
                  <a:pt x="1609" y="320"/>
                </a:lnTo>
                <a:lnTo>
                  <a:pt x="1596" y="304"/>
                </a:lnTo>
                <a:lnTo>
                  <a:pt x="1583" y="288"/>
                </a:lnTo>
                <a:lnTo>
                  <a:pt x="1569" y="273"/>
                </a:lnTo>
                <a:lnTo>
                  <a:pt x="1555" y="257"/>
                </a:lnTo>
                <a:lnTo>
                  <a:pt x="1539" y="243"/>
                </a:lnTo>
                <a:lnTo>
                  <a:pt x="1523" y="228"/>
                </a:lnTo>
                <a:lnTo>
                  <a:pt x="1506" y="214"/>
                </a:lnTo>
                <a:lnTo>
                  <a:pt x="1488" y="200"/>
                </a:lnTo>
                <a:lnTo>
                  <a:pt x="1470" y="187"/>
                </a:lnTo>
                <a:lnTo>
                  <a:pt x="1452" y="174"/>
                </a:lnTo>
                <a:lnTo>
                  <a:pt x="1433" y="161"/>
                </a:lnTo>
                <a:lnTo>
                  <a:pt x="1413" y="149"/>
                </a:lnTo>
                <a:lnTo>
                  <a:pt x="1393" y="137"/>
                </a:lnTo>
                <a:lnTo>
                  <a:pt x="1372" y="126"/>
                </a:lnTo>
                <a:lnTo>
                  <a:pt x="1351" y="115"/>
                </a:lnTo>
                <a:lnTo>
                  <a:pt x="1329" y="105"/>
                </a:lnTo>
                <a:lnTo>
                  <a:pt x="1307" y="95"/>
                </a:lnTo>
                <a:lnTo>
                  <a:pt x="1284" y="85"/>
                </a:lnTo>
                <a:lnTo>
                  <a:pt x="1261" y="76"/>
                </a:lnTo>
                <a:lnTo>
                  <a:pt x="1238" y="68"/>
                </a:lnTo>
                <a:lnTo>
                  <a:pt x="1214" y="60"/>
                </a:lnTo>
                <a:lnTo>
                  <a:pt x="1190" y="53"/>
                </a:lnTo>
                <a:lnTo>
                  <a:pt x="1165" y="46"/>
                </a:lnTo>
                <a:lnTo>
                  <a:pt x="1140" y="39"/>
                </a:lnTo>
                <a:lnTo>
                  <a:pt x="1115" y="33"/>
                </a:lnTo>
                <a:lnTo>
                  <a:pt x="1090" y="28"/>
                </a:lnTo>
                <a:lnTo>
                  <a:pt x="1064" y="23"/>
                </a:lnTo>
                <a:lnTo>
                  <a:pt x="1038" y="19"/>
                </a:lnTo>
                <a:lnTo>
                  <a:pt x="1012" y="15"/>
                </a:lnTo>
                <a:lnTo>
                  <a:pt x="986" y="12"/>
                </a:lnTo>
                <a:lnTo>
                  <a:pt x="960" y="10"/>
                </a:lnTo>
                <a:lnTo>
                  <a:pt x="933" y="8"/>
                </a:lnTo>
                <a:lnTo>
                  <a:pt x="907" y="6"/>
                </a:lnTo>
                <a:lnTo>
                  <a:pt x="880" y="6"/>
                </a:lnTo>
                <a:lnTo>
                  <a:pt x="853" y="5"/>
                </a:lnTo>
                <a:lnTo>
                  <a:pt x="827" y="6"/>
                </a:lnTo>
                <a:lnTo>
                  <a:pt x="800" y="6"/>
                </a:lnTo>
                <a:lnTo>
                  <a:pt x="774" y="8"/>
                </a:lnTo>
                <a:lnTo>
                  <a:pt x="747" y="10"/>
                </a:lnTo>
                <a:lnTo>
                  <a:pt x="721" y="12"/>
                </a:lnTo>
                <a:lnTo>
                  <a:pt x="695" y="15"/>
                </a:lnTo>
                <a:lnTo>
                  <a:pt x="669" y="19"/>
                </a:lnTo>
                <a:lnTo>
                  <a:pt x="643" y="23"/>
                </a:lnTo>
                <a:lnTo>
                  <a:pt x="617" y="28"/>
                </a:lnTo>
                <a:lnTo>
                  <a:pt x="592" y="33"/>
                </a:lnTo>
                <a:lnTo>
                  <a:pt x="567" y="39"/>
                </a:lnTo>
                <a:lnTo>
                  <a:pt x="542" y="46"/>
                </a:lnTo>
                <a:lnTo>
                  <a:pt x="517" y="53"/>
                </a:lnTo>
                <a:lnTo>
                  <a:pt x="493" y="60"/>
                </a:lnTo>
                <a:lnTo>
                  <a:pt x="469" y="68"/>
                </a:lnTo>
                <a:lnTo>
                  <a:pt x="446" y="76"/>
                </a:lnTo>
                <a:lnTo>
                  <a:pt x="423" y="85"/>
                </a:lnTo>
                <a:lnTo>
                  <a:pt x="400" y="95"/>
                </a:lnTo>
                <a:lnTo>
                  <a:pt x="378" y="105"/>
                </a:lnTo>
                <a:lnTo>
                  <a:pt x="356" y="115"/>
                </a:lnTo>
                <a:lnTo>
                  <a:pt x="335" y="126"/>
                </a:lnTo>
                <a:lnTo>
                  <a:pt x="314" y="137"/>
                </a:lnTo>
                <a:lnTo>
                  <a:pt x="294" y="149"/>
                </a:lnTo>
                <a:lnTo>
                  <a:pt x="274" y="161"/>
                </a:lnTo>
                <a:lnTo>
                  <a:pt x="255" y="174"/>
                </a:lnTo>
                <a:lnTo>
                  <a:pt x="236" y="187"/>
                </a:lnTo>
                <a:lnTo>
                  <a:pt x="219" y="200"/>
                </a:lnTo>
                <a:lnTo>
                  <a:pt x="201" y="214"/>
                </a:lnTo>
                <a:lnTo>
                  <a:pt x="185" y="228"/>
                </a:lnTo>
                <a:lnTo>
                  <a:pt x="169" y="243"/>
                </a:lnTo>
                <a:lnTo>
                  <a:pt x="153" y="257"/>
                </a:lnTo>
                <a:lnTo>
                  <a:pt x="139" y="273"/>
                </a:lnTo>
                <a:lnTo>
                  <a:pt x="125" y="288"/>
                </a:lnTo>
                <a:lnTo>
                  <a:pt x="112" y="304"/>
                </a:lnTo>
                <a:lnTo>
                  <a:pt x="99" y="320"/>
                </a:lnTo>
                <a:lnTo>
                  <a:pt x="88" y="336"/>
                </a:lnTo>
                <a:lnTo>
                  <a:pt x="77" y="352"/>
                </a:lnTo>
                <a:lnTo>
                  <a:pt x="67" y="369"/>
                </a:lnTo>
                <a:lnTo>
                  <a:pt x="57" y="386"/>
                </a:lnTo>
                <a:lnTo>
                  <a:pt x="49" y="403"/>
                </a:lnTo>
                <a:lnTo>
                  <a:pt x="41" y="421"/>
                </a:lnTo>
                <a:lnTo>
                  <a:pt x="34" y="438"/>
                </a:lnTo>
                <a:lnTo>
                  <a:pt x="27" y="456"/>
                </a:lnTo>
                <a:lnTo>
                  <a:pt x="22" y="473"/>
                </a:lnTo>
                <a:lnTo>
                  <a:pt x="18" y="491"/>
                </a:lnTo>
                <a:lnTo>
                  <a:pt x="14" y="509"/>
                </a:lnTo>
                <a:lnTo>
                  <a:pt x="11" y="527"/>
                </a:lnTo>
                <a:lnTo>
                  <a:pt x="9" y="545"/>
                </a:lnTo>
                <a:lnTo>
                  <a:pt x="7" y="563"/>
                </a:lnTo>
                <a:lnTo>
                  <a:pt x="7" y="581"/>
                </a:lnTo>
                <a:lnTo>
                  <a:pt x="7" y="599"/>
                </a:lnTo>
                <a:lnTo>
                  <a:pt x="9" y="617"/>
                </a:lnTo>
                <a:lnTo>
                  <a:pt x="11" y="635"/>
                </a:lnTo>
                <a:lnTo>
                  <a:pt x="14" y="653"/>
                </a:lnTo>
                <a:lnTo>
                  <a:pt x="18" y="671"/>
                </a:lnTo>
                <a:lnTo>
                  <a:pt x="22" y="689"/>
                </a:lnTo>
                <a:lnTo>
                  <a:pt x="27" y="707"/>
                </a:lnTo>
                <a:lnTo>
                  <a:pt x="34" y="724"/>
                </a:lnTo>
                <a:lnTo>
                  <a:pt x="41" y="742"/>
                </a:lnTo>
                <a:lnTo>
                  <a:pt x="49" y="759"/>
                </a:lnTo>
                <a:lnTo>
                  <a:pt x="57" y="776"/>
                </a:lnTo>
                <a:lnTo>
                  <a:pt x="67" y="793"/>
                </a:lnTo>
                <a:lnTo>
                  <a:pt x="77" y="810"/>
                </a:lnTo>
                <a:lnTo>
                  <a:pt x="88" y="826"/>
                </a:lnTo>
                <a:lnTo>
                  <a:pt x="99" y="843"/>
                </a:lnTo>
                <a:lnTo>
                  <a:pt x="112" y="859"/>
                </a:lnTo>
                <a:lnTo>
                  <a:pt x="125" y="874"/>
                </a:lnTo>
                <a:lnTo>
                  <a:pt x="139" y="890"/>
                </a:lnTo>
                <a:lnTo>
                  <a:pt x="153" y="905"/>
                </a:lnTo>
                <a:lnTo>
                  <a:pt x="169" y="920"/>
                </a:lnTo>
                <a:lnTo>
                  <a:pt x="185" y="934"/>
                </a:lnTo>
                <a:lnTo>
                  <a:pt x="201" y="948"/>
                </a:lnTo>
                <a:lnTo>
                  <a:pt x="219" y="962"/>
                </a:lnTo>
                <a:lnTo>
                  <a:pt x="236" y="976"/>
                </a:lnTo>
                <a:lnTo>
                  <a:pt x="255" y="989"/>
                </a:lnTo>
                <a:lnTo>
                  <a:pt x="274" y="1001"/>
                </a:lnTo>
                <a:lnTo>
                  <a:pt x="294" y="1013"/>
                </a:lnTo>
                <a:lnTo>
                  <a:pt x="314" y="1025"/>
                </a:lnTo>
                <a:lnTo>
                  <a:pt x="335" y="1036"/>
                </a:lnTo>
                <a:lnTo>
                  <a:pt x="356" y="1047"/>
                </a:lnTo>
                <a:lnTo>
                  <a:pt x="378" y="1058"/>
                </a:lnTo>
                <a:lnTo>
                  <a:pt x="400" y="1068"/>
                </a:lnTo>
                <a:lnTo>
                  <a:pt x="423" y="1077"/>
                </a:lnTo>
                <a:lnTo>
                  <a:pt x="446" y="1086"/>
                </a:lnTo>
                <a:lnTo>
                  <a:pt x="469" y="1094"/>
                </a:lnTo>
                <a:lnTo>
                  <a:pt x="493" y="1102"/>
                </a:lnTo>
                <a:lnTo>
                  <a:pt x="517" y="1110"/>
                </a:lnTo>
                <a:lnTo>
                  <a:pt x="542" y="1117"/>
                </a:lnTo>
                <a:lnTo>
                  <a:pt x="567" y="1123"/>
                </a:lnTo>
                <a:lnTo>
                  <a:pt x="592" y="1129"/>
                </a:lnTo>
                <a:lnTo>
                  <a:pt x="617" y="1134"/>
                </a:lnTo>
                <a:lnTo>
                  <a:pt x="643" y="1140"/>
                </a:lnTo>
                <a:lnTo>
                  <a:pt x="669" y="1144"/>
                </a:lnTo>
                <a:lnTo>
                  <a:pt x="695" y="1148"/>
                </a:lnTo>
                <a:lnTo>
                  <a:pt x="721" y="1151"/>
                </a:lnTo>
                <a:lnTo>
                  <a:pt x="747" y="1154"/>
                </a:lnTo>
                <a:lnTo>
                  <a:pt x="774" y="1156"/>
                </a:lnTo>
                <a:lnTo>
                  <a:pt x="800" y="1157"/>
                </a:lnTo>
                <a:lnTo>
                  <a:pt x="827" y="1158"/>
                </a:lnTo>
                <a:lnTo>
                  <a:pt x="853" y="1158"/>
                </a:lnTo>
                <a:lnTo>
                  <a:pt x="880" y="1158"/>
                </a:lnTo>
                <a:lnTo>
                  <a:pt x="907" y="1157"/>
                </a:lnTo>
                <a:lnTo>
                  <a:pt x="933" y="1156"/>
                </a:lnTo>
                <a:lnTo>
                  <a:pt x="960" y="1154"/>
                </a:lnTo>
                <a:lnTo>
                  <a:pt x="986" y="1151"/>
                </a:lnTo>
                <a:lnTo>
                  <a:pt x="1012" y="1148"/>
                </a:lnTo>
                <a:lnTo>
                  <a:pt x="1038" y="1144"/>
                </a:lnTo>
                <a:lnTo>
                  <a:pt x="1064" y="1140"/>
                </a:lnTo>
                <a:lnTo>
                  <a:pt x="1090" y="1134"/>
                </a:lnTo>
                <a:lnTo>
                  <a:pt x="1115" y="1129"/>
                </a:lnTo>
                <a:lnTo>
                  <a:pt x="1140" y="1123"/>
                </a:lnTo>
                <a:lnTo>
                  <a:pt x="1165" y="1117"/>
                </a:lnTo>
                <a:lnTo>
                  <a:pt x="1190" y="1110"/>
                </a:lnTo>
                <a:lnTo>
                  <a:pt x="1214" y="1102"/>
                </a:lnTo>
                <a:lnTo>
                  <a:pt x="1238" y="1094"/>
                </a:lnTo>
                <a:lnTo>
                  <a:pt x="1261" y="1086"/>
                </a:lnTo>
                <a:lnTo>
                  <a:pt x="1284" y="1077"/>
                </a:lnTo>
                <a:lnTo>
                  <a:pt x="1307" y="1068"/>
                </a:lnTo>
                <a:lnTo>
                  <a:pt x="1329" y="1058"/>
                </a:lnTo>
                <a:lnTo>
                  <a:pt x="1351" y="1047"/>
                </a:lnTo>
                <a:lnTo>
                  <a:pt x="1372" y="1036"/>
                </a:lnTo>
                <a:lnTo>
                  <a:pt x="1393" y="1025"/>
                </a:lnTo>
                <a:lnTo>
                  <a:pt x="1413" y="1013"/>
                </a:lnTo>
                <a:lnTo>
                  <a:pt x="1433" y="1001"/>
                </a:lnTo>
                <a:lnTo>
                  <a:pt x="1452" y="989"/>
                </a:lnTo>
                <a:lnTo>
                  <a:pt x="1470" y="976"/>
                </a:lnTo>
                <a:lnTo>
                  <a:pt x="1488" y="962"/>
                </a:lnTo>
                <a:lnTo>
                  <a:pt x="1506" y="948"/>
                </a:lnTo>
                <a:lnTo>
                  <a:pt x="1523" y="934"/>
                </a:lnTo>
                <a:lnTo>
                  <a:pt x="1539" y="920"/>
                </a:lnTo>
                <a:lnTo>
                  <a:pt x="1555" y="905"/>
                </a:lnTo>
                <a:lnTo>
                  <a:pt x="1569" y="890"/>
                </a:lnTo>
                <a:lnTo>
                  <a:pt x="1583" y="874"/>
                </a:lnTo>
                <a:lnTo>
                  <a:pt x="1596" y="859"/>
                </a:lnTo>
                <a:lnTo>
                  <a:pt x="1609" y="843"/>
                </a:lnTo>
                <a:lnTo>
                  <a:pt x="1620" y="826"/>
                </a:lnTo>
                <a:lnTo>
                  <a:pt x="1631" y="810"/>
                </a:lnTo>
                <a:lnTo>
                  <a:pt x="1641" y="793"/>
                </a:lnTo>
                <a:lnTo>
                  <a:pt x="1651" y="776"/>
                </a:lnTo>
                <a:lnTo>
                  <a:pt x="1659" y="759"/>
                </a:lnTo>
                <a:lnTo>
                  <a:pt x="1667" y="742"/>
                </a:lnTo>
                <a:lnTo>
                  <a:pt x="1674" y="724"/>
                </a:lnTo>
                <a:lnTo>
                  <a:pt x="1681" y="707"/>
                </a:lnTo>
                <a:lnTo>
                  <a:pt x="1686" y="689"/>
                </a:lnTo>
                <a:lnTo>
                  <a:pt x="1690" y="671"/>
                </a:lnTo>
                <a:lnTo>
                  <a:pt x="1694" y="653"/>
                </a:lnTo>
                <a:lnTo>
                  <a:pt x="1697" y="635"/>
                </a:lnTo>
                <a:lnTo>
                  <a:pt x="1699" y="617"/>
                </a:lnTo>
                <a:lnTo>
                  <a:pt x="1700" y="599"/>
                </a:lnTo>
                <a:lnTo>
                  <a:pt x="1701" y="581"/>
                </a:lnTo>
                <a:moveTo>
                  <a:pt x="1708" y="581"/>
                </a:moveTo>
                <a:lnTo>
                  <a:pt x="1708" y="600"/>
                </a:lnTo>
                <a:lnTo>
                  <a:pt x="1707" y="618"/>
                </a:lnTo>
                <a:lnTo>
                  <a:pt x="1705" y="636"/>
                </a:lnTo>
                <a:lnTo>
                  <a:pt x="1702" y="654"/>
                </a:lnTo>
                <a:lnTo>
                  <a:pt x="1698" y="672"/>
                </a:lnTo>
                <a:lnTo>
                  <a:pt x="1693" y="690"/>
                </a:lnTo>
                <a:lnTo>
                  <a:pt x="1688" y="708"/>
                </a:lnTo>
                <a:lnTo>
                  <a:pt x="1682" y="726"/>
                </a:lnTo>
                <a:lnTo>
                  <a:pt x="1675" y="743"/>
                </a:lnTo>
                <a:lnTo>
                  <a:pt x="1667" y="761"/>
                </a:lnTo>
                <a:lnTo>
                  <a:pt x="1658" y="778"/>
                </a:lnTo>
                <a:lnTo>
                  <a:pt x="1648" y="795"/>
                </a:lnTo>
                <a:lnTo>
                  <a:pt x="1638" y="812"/>
                </a:lnTo>
                <a:lnTo>
                  <a:pt x="1627" y="829"/>
                </a:lnTo>
                <a:lnTo>
                  <a:pt x="1615" y="845"/>
                </a:lnTo>
                <a:lnTo>
                  <a:pt x="1603" y="861"/>
                </a:lnTo>
                <a:lnTo>
                  <a:pt x="1590" y="877"/>
                </a:lnTo>
                <a:lnTo>
                  <a:pt x="1576" y="893"/>
                </a:lnTo>
                <a:lnTo>
                  <a:pt x="1561" y="908"/>
                </a:lnTo>
                <a:lnTo>
                  <a:pt x="1545" y="923"/>
                </a:lnTo>
                <a:lnTo>
                  <a:pt x="1529" y="937"/>
                </a:lnTo>
                <a:lnTo>
                  <a:pt x="1512" y="952"/>
                </a:lnTo>
                <a:lnTo>
                  <a:pt x="1494" y="966"/>
                </a:lnTo>
                <a:lnTo>
                  <a:pt x="1476" y="979"/>
                </a:lnTo>
                <a:lnTo>
                  <a:pt x="1457" y="992"/>
                </a:lnTo>
                <a:lnTo>
                  <a:pt x="1438" y="1005"/>
                </a:lnTo>
                <a:lnTo>
                  <a:pt x="1418" y="1017"/>
                </a:lnTo>
                <a:lnTo>
                  <a:pt x="1398" y="1029"/>
                </a:lnTo>
                <a:lnTo>
                  <a:pt x="1377" y="1040"/>
                </a:lnTo>
                <a:lnTo>
                  <a:pt x="1355" y="1051"/>
                </a:lnTo>
                <a:lnTo>
                  <a:pt x="1333" y="1062"/>
                </a:lnTo>
                <a:lnTo>
                  <a:pt x="1311" y="1072"/>
                </a:lnTo>
                <a:lnTo>
                  <a:pt x="1288" y="1081"/>
                </a:lnTo>
                <a:lnTo>
                  <a:pt x="1265" y="1091"/>
                </a:lnTo>
                <a:lnTo>
                  <a:pt x="1241" y="1099"/>
                </a:lnTo>
                <a:lnTo>
                  <a:pt x="1217" y="1107"/>
                </a:lnTo>
                <a:lnTo>
                  <a:pt x="1193" y="1115"/>
                </a:lnTo>
                <a:lnTo>
                  <a:pt x="1168" y="1122"/>
                </a:lnTo>
                <a:lnTo>
                  <a:pt x="1143" y="1128"/>
                </a:lnTo>
                <a:lnTo>
                  <a:pt x="1117" y="1134"/>
                </a:lnTo>
                <a:lnTo>
                  <a:pt x="1092" y="1140"/>
                </a:lnTo>
                <a:lnTo>
                  <a:pt x="1066" y="1145"/>
                </a:lnTo>
                <a:lnTo>
                  <a:pt x="1040" y="1149"/>
                </a:lnTo>
                <a:lnTo>
                  <a:pt x="1013" y="1153"/>
                </a:lnTo>
                <a:lnTo>
                  <a:pt x="987" y="1156"/>
                </a:lnTo>
                <a:lnTo>
                  <a:pt x="961" y="1159"/>
                </a:lnTo>
                <a:lnTo>
                  <a:pt x="934" y="1161"/>
                </a:lnTo>
                <a:lnTo>
                  <a:pt x="907" y="1162"/>
                </a:lnTo>
                <a:lnTo>
                  <a:pt x="880" y="1163"/>
                </a:lnTo>
                <a:lnTo>
                  <a:pt x="853" y="1163"/>
                </a:lnTo>
                <a:lnTo>
                  <a:pt x="827" y="1163"/>
                </a:lnTo>
                <a:lnTo>
                  <a:pt x="800" y="1162"/>
                </a:lnTo>
                <a:lnTo>
                  <a:pt x="773" y="1161"/>
                </a:lnTo>
                <a:lnTo>
                  <a:pt x="746" y="1159"/>
                </a:lnTo>
                <a:lnTo>
                  <a:pt x="720" y="1156"/>
                </a:lnTo>
                <a:lnTo>
                  <a:pt x="693" y="1153"/>
                </a:lnTo>
                <a:lnTo>
                  <a:pt x="667" y="1149"/>
                </a:lnTo>
                <a:lnTo>
                  <a:pt x="641" y="1145"/>
                </a:lnTo>
                <a:lnTo>
                  <a:pt x="615" y="1140"/>
                </a:lnTo>
                <a:lnTo>
                  <a:pt x="590" y="1134"/>
                </a:lnTo>
                <a:lnTo>
                  <a:pt x="564" y="1128"/>
                </a:lnTo>
                <a:lnTo>
                  <a:pt x="539" y="1122"/>
                </a:lnTo>
                <a:lnTo>
                  <a:pt x="514" y="1115"/>
                </a:lnTo>
                <a:lnTo>
                  <a:pt x="490" y="1107"/>
                </a:lnTo>
                <a:lnTo>
                  <a:pt x="466" y="1099"/>
                </a:lnTo>
                <a:lnTo>
                  <a:pt x="442" y="1091"/>
                </a:lnTo>
                <a:lnTo>
                  <a:pt x="419" y="1081"/>
                </a:lnTo>
                <a:lnTo>
                  <a:pt x="396" y="1072"/>
                </a:lnTo>
                <a:lnTo>
                  <a:pt x="373" y="1062"/>
                </a:lnTo>
                <a:lnTo>
                  <a:pt x="352" y="1051"/>
                </a:lnTo>
                <a:lnTo>
                  <a:pt x="330" y="1040"/>
                </a:lnTo>
                <a:lnTo>
                  <a:pt x="309" y="1029"/>
                </a:lnTo>
                <a:lnTo>
                  <a:pt x="289" y="1017"/>
                </a:lnTo>
                <a:lnTo>
                  <a:pt x="269" y="1005"/>
                </a:lnTo>
                <a:lnTo>
                  <a:pt x="250" y="992"/>
                </a:lnTo>
                <a:lnTo>
                  <a:pt x="231" y="979"/>
                </a:lnTo>
                <a:lnTo>
                  <a:pt x="213" y="966"/>
                </a:lnTo>
                <a:lnTo>
                  <a:pt x="195" y="952"/>
                </a:lnTo>
                <a:lnTo>
                  <a:pt x="179" y="937"/>
                </a:lnTo>
                <a:lnTo>
                  <a:pt x="163" y="923"/>
                </a:lnTo>
                <a:lnTo>
                  <a:pt x="147" y="908"/>
                </a:lnTo>
                <a:lnTo>
                  <a:pt x="132" y="893"/>
                </a:lnTo>
                <a:lnTo>
                  <a:pt x="118" y="877"/>
                </a:lnTo>
                <a:lnTo>
                  <a:pt x="105" y="861"/>
                </a:lnTo>
                <a:lnTo>
                  <a:pt x="93" y="845"/>
                </a:lnTo>
                <a:lnTo>
                  <a:pt x="81" y="829"/>
                </a:lnTo>
                <a:lnTo>
                  <a:pt x="70" y="812"/>
                </a:lnTo>
                <a:lnTo>
                  <a:pt x="59" y="795"/>
                </a:lnTo>
                <a:lnTo>
                  <a:pt x="50" y="778"/>
                </a:lnTo>
                <a:lnTo>
                  <a:pt x="41" y="761"/>
                </a:lnTo>
                <a:lnTo>
                  <a:pt x="33" y="743"/>
                </a:lnTo>
                <a:lnTo>
                  <a:pt x="26" y="726"/>
                </a:lnTo>
                <a:lnTo>
                  <a:pt x="20" y="708"/>
                </a:lnTo>
                <a:lnTo>
                  <a:pt x="15" y="690"/>
                </a:lnTo>
                <a:lnTo>
                  <a:pt x="10" y="672"/>
                </a:lnTo>
                <a:lnTo>
                  <a:pt x="6" y="654"/>
                </a:lnTo>
                <a:lnTo>
                  <a:pt x="3" y="636"/>
                </a:lnTo>
                <a:lnTo>
                  <a:pt x="1" y="618"/>
                </a:lnTo>
                <a:lnTo>
                  <a:pt x="0" y="600"/>
                </a:lnTo>
                <a:lnTo>
                  <a:pt x="0" y="581"/>
                </a:lnTo>
                <a:lnTo>
                  <a:pt x="0" y="563"/>
                </a:lnTo>
                <a:lnTo>
                  <a:pt x="1" y="545"/>
                </a:lnTo>
                <a:lnTo>
                  <a:pt x="3" y="527"/>
                </a:lnTo>
                <a:lnTo>
                  <a:pt x="6" y="508"/>
                </a:lnTo>
                <a:lnTo>
                  <a:pt x="10" y="490"/>
                </a:lnTo>
                <a:lnTo>
                  <a:pt x="15" y="472"/>
                </a:lnTo>
                <a:lnTo>
                  <a:pt x="20" y="454"/>
                </a:lnTo>
                <a:lnTo>
                  <a:pt x="26" y="437"/>
                </a:lnTo>
                <a:lnTo>
                  <a:pt x="33" y="419"/>
                </a:lnTo>
                <a:lnTo>
                  <a:pt x="41" y="402"/>
                </a:lnTo>
                <a:lnTo>
                  <a:pt x="50" y="384"/>
                </a:lnTo>
                <a:lnTo>
                  <a:pt x="59" y="367"/>
                </a:lnTo>
                <a:lnTo>
                  <a:pt x="70" y="350"/>
                </a:lnTo>
                <a:lnTo>
                  <a:pt x="81" y="334"/>
                </a:lnTo>
                <a:lnTo>
                  <a:pt x="93" y="317"/>
                </a:lnTo>
                <a:lnTo>
                  <a:pt x="105" y="301"/>
                </a:lnTo>
                <a:lnTo>
                  <a:pt x="118" y="285"/>
                </a:lnTo>
                <a:lnTo>
                  <a:pt x="132" y="270"/>
                </a:lnTo>
                <a:lnTo>
                  <a:pt x="147" y="255"/>
                </a:lnTo>
                <a:lnTo>
                  <a:pt x="163" y="240"/>
                </a:lnTo>
                <a:lnTo>
                  <a:pt x="179" y="225"/>
                </a:lnTo>
                <a:lnTo>
                  <a:pt x="195" y="211"/>
                </a:lnTo>
                <a:lnTo>
                  <a:pt x="213" y="197"/>
                </a:lnTo>
                <a:lnTo>
                  <a:pt x="231" y="183"/>
                </a:lnTo>
                <a:lnTo>
                  <a:pt x="250" y="170"/>
                </a:lnTo>
                <a:lnTo>
                  <a:pt x="269" y="158"/>
                </a:lnTo>
                <a:lnTo>
                  <a:pt x="289" y="145"/>
                </a:lnTo>
                <a:lnTo>
                  <a:pt x="309" y="133"/>
                </a:lnTo>
                <a:lnTo>
                  <a:pt x="330" y="122"/>
                </a:lnTo>
                <a:lnTo>
                  <a:pt x="352" y="111"/>
                </a:lnTo>
                <a:lnTo>
                  <a:pt x="373" y="101"/>
                </a:lnTo>
                <a:lnTo>
                  <a:pt x="396" y="91"/>
                </a:lnTo>
                <a:lnTo>
                  <a:pt x="419" y="81"/>
                </a:lnTo>
                <a:lnTo>
                  <a:pt x="442" y="72"/>
                </a:lnTo>
                <a:lnTo>
                  <a:pt x="466" y="63"/>
                </a:lnTo>
                <a:lnTo>
                  <a:pt x="490" y="55"/>
                </a:lnTo>
                <a:lnTo>
                  <a:pt x="514" y="48"/>
                </a:lnTo>
                <a:lnTo>
                  <a:pt x="539" y="41"/>
                </a:lnTo>
                <a:lnTo>
                  <a:pt x="564" y="34"/>
                </a:lnTo>
                <a:lnTo>
                  <a:pt x="590" y="29"/>
                </a:lnTo>
                <a:lnTo>
                  <a:pt x="615" y="23"/>
                </a:lnTo>
                <a:lnTo>
                  <a:pt x="641" y="18"/>
                </a:lnTo>
                <a:lnTo>
                  <a:pt x="667" y="14"/>
                </a:lnTo>
                <a:lnTo>
                  <a:pt x="693" y="10"/>
                </a:lnTo>
                <a:lnTo>
                  <a:pt x="720" y="7"/>
                </a:lnTo>
                <a:lnTo>
                  <a:pt x="746" y="5"/>
                </a:lnTo>
                <a:lnTo>
                  <a:pt x="773" y="3"/>
                </a:lnTo>
                <a:lnTo>
                  <a:pt x="800" y="1"/>
                </a:lnTo>
                <a:lnTo>
                  <a:pt x="827" y="0"/>
                </a:lnTo>
                <a:lnTo>
                  <a:pt x="853" y="0"/>
                </a:lnTo>
                <a:lnTo>
                  <a:pt x="880" y="0"/>
                </a:lnTo>
                <a:lnTo>
                  <a:pt x="907" y="1"/>
                </a:lnTo>
                <a:lnTo>
                  <a:pt x="934" y="3"/>
                </a:lnTo>
                <a:lnTo>
                  <a:pt x="961" y="5"/>
                </a:lnTo>
                <a:lnTo>
                  <a:pt x="987" y="7"/>
                </a:lnTo>
                <a:lnTo>
                  <a:pt x="1013" y="10"/>
                </a:lnTo>
                <a:lnTo>
                  <a:pt x="1040" y="14"/>
                </a:lnTo>
                <a:lnTo>
                  <a:pt x="1066" y="18"/>
                </a:lnTo>
                <a:lnTo>
                  <a:pt x="1092" y="23"/>
                </a:lnTo>
                <a:lnTo>
                  <a:pt x="1117" y="29"/>
                </a:lnTo>
                <a:lnTo>
                  <a:pt x="1143" y="34"/>
                </a:lnTo>
                <a:lnTo>
                  <a:pt x="1168" y="41"/>
                </a:lnTo>
                <a:lnTo>
                  <a:pt x="1193" y="48"/>
                </a:lnTo>
                <a:lnTo>
                  <a:pt x="1217" y="55"/>
                </a:lnTo>
                <a:lnTo>
                  <a:pt x="1241" y="63"/>
                </a:lnTo>
                <a:lnTo>
                  <a:pt x="1265" y="72"/>
                </a:lnTo>
                <a:lnTo>
                  <a:pt x="1288" y="81"/>
                </a:lnTo>
                <a:lnTo>
                  <a:pt x="1311" y="91"/>
                </a:lnTo>
                <a:lnTo>
                  <a:pt x="1333" y="101"/>
                </a:lnTo>
                <a:lnTo>
                  <a:pt x="1355" y="111"/>
                </a:lnTo>
                <a:lnTo>
                  <a:pt x="1377" y="122"/>
                </a:lnTo>
                <a:lnTo>
                  <a:pt x="1398" y="133"/>
                </a:lnTo>
                <a:lnTo>
                  <a:pt x="1418" y="145"/>
                </a:lnTo>
                <a:lnTo>
                  <a:pt x="1438" y="158"/>
                </a:lnTo>
                <a:lnTo>
                  <a:pt x="1457" y="170"/>
                </a:lnTo>
                <a:lnTo>
                  <a:pt x="1476" y="183"/>
                </a:lnTo>
                <a:lnTo>
                  <a:pt x="1494" y="197"/>
                </a:lnTo>
                <a:lnTo>
                  <a:pt x="1512" y="211"/>
                </a:lnTo>
                <a:lnTo>
                  <a:pt x="1529" y="225"/>
                </a:lnTo>
                <a:lnTo>
                  <a:pt x="1545" y="240"/>
                </a:lnTo>
                <a:lnTo>
                  <a:pt x="1561" y="255"/>
                </a:lnTo>
                <a:lnTo>
                  <a:pt x="1576" y="270"/>
                </a:lnTo>
                <a:lnTo>
                  <a:pt x="1590" y="285"/>
                </a:lnTo>
                <a:lnTo>
                  <a:pt x="1603" y="301"/>
                </a:lnTo>
                <a:lnTo>
                  <a:pt x="1615" y="317"/>
                </a:lnTo>
                <a:lnTo>
                  <a:pt x="1627" y="334"/>
                </a:lnTo>
                <a:lnTo>
                  <a:pt x="1638" y="350"/>
                </a:lnTo>
                <a:lnTo>
                  <a:pt x="1648" y="367"/>
                </a:lnTo>
                <a:lnTo>
                  <a:pt x="1658" y="384"/>
                </a:lnTo>
                <a:lnTo>
                  <a:pt x="1667" y="402"/>
                </a:lnTo>
                <a:lnTo>
                  <a:pt x="1675" y="419"/>
                </a:lnTo>
                <a:lnTo>
                  <a:pt x="1682" y="437"/>
                </a:lnTo>
                <a:lnTo>
                  <a:pt x="1688" y="454"/>
                </a:lnTo>
                <a:lnTo>
                  <a:pt x="1693" y="472"/>
                </a:lnTo>
                <a:lnTo>
                  <a:pt x="1698" y="490"/>
                </a:lnTo>
                <a:lnTo>
                  <a:pt x="1702" y="508"/>
                </a:lnTo>
                <a:lnTo>
                  <a:pt x="1705" y="527"/>
                </a:lnTo>
                <a:lnTo>
                  <a:pt x="1707" y="545"/>
                </a:lnTo>
                <a:lnTo>
                  <a:pt x="1708" y="563"/>
                </a:lnTo>
                <a:lnTo>
                  <a:pt x="1708" y="581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2" name=""/>
          <p:cNvSpPr/>
          <p:nvPr/>
        </p:nvSpPr>
        <p:spPr>
          <a:xfrm>
            <a:off x="7750800" y="2727360"/>
            <a:ext cx="617760" cy="420480"/>
          </a:xfrm>
          <a:custGeom>
            <a:avLst/>
            <a:gdLst/>
            <a:ahLst/>
            <a:rect l="0" t="0" r="r" b="b"/>
            <a:pathLst>
              <a:path w="1716" h="1168">
                <a:moveTo>
                  <a:pt x="1712" y="584"/>
                </a:moveTo>
                <a:lnTo>
                  <a:pt x="1712" y="566"/>
                </a:lnTo>
                <a:lnTo>
                  <a:pt x="1711" y="548"/>
                </a:lnTo>
                <a:lnTo>
                  <a:pt x="1709" y="530"/>
                </a:lnTo>
                <a:lnTo>
                  <a:pt x="1706" y="511"/>
                </a:lnTo>
                <a:lnTo>
                  <a:pt x="1702" y="493"/>
                </a:lnTo>
                <a:lnTo>
                  <a:pt x="1697" y="475"/>
                </a:lnTo>
                <a:lnTo>
                  <a:pt x="1692" y="457"/>
                </a:lnTo>
                <a:lnTo>
                  <a:pt x="1686" y="440"/>
                </a:lnTo>
                <a:lnTo>
                  <a:pt x="1679" y="422"/>
                </a:lnTo>
                <a:lnTo>
                  <a:pt x="1671" y="405"/>
                </a:lnTo>
                <a:lnTo>
                  <a:pt x="1662" y="387"/>
                </a:lnTo>
                <a:lnTo>
                  <a:pt x="1652" y="370"/>
                </a:lnTo>
                <a:lnTo>
                  <a:pt x="1642" y="353"/>
                </a:lnTo>
                <a:lnTo>
                  <a:pt x="1631" y="337"/>
                </a:lnTo>
                <a:lnTo>
                  <a:pt x="1618" y="320"/>
                </a:lnTo>
                <a:lnTo>
                  <a:pt x="1606" y="304"/>
                </a:lnTo>
                <a:lnTo>
                  <a:pt x="1593" y="288"/>
                </a:lnTo>
                <a:lnTo>
                  <a:pt x="1579" y="273"/>
                </a:lnTo>
                <a:lnTo>
                  <a:pt x="1564" y="258"/>
                </a:lnTo>
                <a:lnTo>
                  <a:pt x="1548" y="243"/>
                </a:lnTo>
                <a:lnTo>
                  <a:pt x="1532" y="228"/>
                </a:lnTo>
                <a:lnTo>
                  <a:pt x="1515" y="214"/>
                </a:lnTo>
                <a:lnTo>
                  <a:pt x="1498" y="200"/>
                </a:lnTo>
                <a:lnTo>
                  <a:pt x="1480" y="186"/>
                </a:lnTo>
                <a:lnTo>
                  <a:pt x="1461" y="173"/>
                </a:lnTo>
                <a:lnTo>
                  <a:pt x="1442" y="161"/>
                </a:lnTo>
                <a:lnTo>
                  <a:pt x="1422" y="148"/>
                </a:lnTo>
                <a:lnTo>
                  <a:pt x="1402" y="136"/>
                </a:lnTo>
                <a:lnTo>
                  <a:pt x="1381" y="125"/>
                </a:lnTo>
                <a:lnTo>
                  <a:pt x="1359" y="114"/>
                </a:lnTo>
                <a:lnTo>
                  <a:pt x="1337" y="104"/>
                </a:lnTo>
                <a:lnTo>
                  <a:pt x="1315" y="94"/>
                </a:lnTo>
                <a:lnTo>
                  <a:pt x="1292" y="84"/>
                </a:lnTo>
                <a:lnTo>
                  <a:pt x="1269" y="75"/>
                </a:lnTo>
                <a:lnTo>
                  <a:pt x="1245" y="66"/>
                </a:lnTo>
                <a:lnTo>
                  <a:pt x="1221" y="58"/>
                </a:lnTo>
                <a:lnTo>
                  <a:pt x="1197" y="51"/>
                </a:lnTo>
                <a:lnTo>
                  <a:pt x="1172" y="44"/>
                </a:lnTo>
                <a:lnTo>
                  <a:pt x="1147" y="37"/>
                </a:lnTo>
                <a:lnTo>
                  <a:pt x="1121" y="32"/>
                </a:lnTo>
                <a:lnTo>
                  <a:pt x="1096" y="26"/>
                </a:lnTo>
                <a:lnTo>
                  <a:pt x="1070" y="21"/>
                </a:lnTo>
                <a:lnTo>
                  <a:pt x="1044" y="17"/>
                </a:lnTo>
                <a:lnTo>
                  <a:pt x="1017" y="13"/>
                </a:lnTo>
                <a:lnTo>
                  <a:pt x="991" y="9"/>
                </a:lnTo>
                <a:lnTo>
                  <a:pt x="965" y="7"/>
                </a:lnTo>
                <a:lnTo>
                  <a:pt x="938" y="5"/>
                </a:lnTo>
                <a:lnTo>
                  <a:pt x="911" y="3"/>
                </a:lnTo>
                <a:lnTo>
                  <a:pt x="884" y="2"/>
                </a:lnTo>
                <a:lnTo>
                  <a:pt x="857" y="2"/>
                </a:lnTo>
                <a:lnTo>
                  <a:pt x="831" y="2"/>
                </a:lnTo>
                <a:lnTo>
                  <a:pt x="804" y="3"/>
                </a:lnTo>
                <a:lnTo>
                  <a:pt x="777" y="5"/>
                </a:lnTo>
                <a:lnTo>
                  <a:pt x="750" y="7"/>
                </a:lnTo>
                <a:lnTo>
                  <a:pt x="724" y="9"/>
                </a:lnTo>
                <a:lnTo>
                  <a:pt x="697" y="13"/>
                </a:lnTo>
                <a:lnTo>
                  <a:pt x="671" y="17"/>
                </a:lnTo>
                <a:lnTo>
                  <a:pt x="645" y="21"/>
                </a:lnTo>
                <a:lnTo>
                  <a:pt x="619" y="26"/>
                </a:lnTo>
                <a:lnTo>
                  <a:pt x="594" y="32"/>
                </a:lnTo>
                <a:lnTo>
                  <a:pt x="568" y="37"/>
                </a:lnTo>
                <a:lnTo>
                  <a:pt x="543" y="44"/>
                </a:lnTo>
                <a:lnTo>
                  <a:pt x="518" y="51"/>
                </a:lnTo>
                <a:lnTo>
                  <a:pt x="494" y="58"/>
                </a:lnTo>
                <a:lnTo>
                  <a:pt x="470" y="66"/>
                </a:lnTo>
                <a:lnTo>
                  <a:pt x="446" y="75"/>
                </a:lnTo>
                <a:lnTo>
                  <a:pt x="423" y="84"/>
                </a:lnTo>
                <a:lnTo>
                  <a:pt x="400" y="94"/>
                </a:lnTo>
                <a:lnTo>
                  <a:pt x="377" y="104"/>
                </a:lnTo>
                <a:lnTo>
                  <a:pt x="356" y="114"/>
                </a:lnTo>
                <a:lnTo>
                  <a:pt x="334" y="125"/>
                </a:lnTo>
                <a:lnTo>
                  <a:pt x="313" y="136"/>
                </a:lnTo>
                <a:lnTo>
                  <a:pt x="293" y="148"/>
                </a:lnTo>
                <a:lnTo>
                  <a:pt x="273" y="161"/>
                </a:lnTo>
                <a:lnTo>
                  <a:pt x="254" y="173"/>
                </a:lnTo>
                <a:lnTo>
                  <a:pt x="235" y="186"/>
                </a:lnTo>
                <a:lnTo>
                  <a:pt x="217" y="200"/>
                </a:lnTo>
                <a:lnTo>
                  <a:pt x="199" y="214"/>
                </a:lnTo>
                <a:lnTo>
                  <a:pt x="183" y="228"/>
                </a:lnTo>
                <a:lnTo>
                  <a:pt x="167" y="243"/>
                </a:lnTo>
                <a:lnTo>
                  <a:pt x="151" y="258"/>
                </a:lnTo>
                <a:lnTo>
                  <a:pt x="136" y="273"/>
                </a:lnTo>
                <a:lnTo>
                  <a:pt x="122" y="288"/>
                </a:lnTo>
                <a:lnTo>
                  <a:pt x="109" y="304"/>
                </a:lnTo>
                <a:lnTo>
                  <a:pt x="97" y="320"/>
                </a:lnTo>
                <a:lnTo>
                  <a:pt x="85" y="337"/>
                </a:lnTo>
                <a:lnTo>
                  <a:pt x="74" y="353"/>
                </a:lnTo>
                <a:lnTo>
                  <a:pt x="63" y="370"/>
                </a:lnTo>
                <a:lnTo>
                  <a:pt x="54" y="387"/>
                </a:lnTo>
                <a:lnTo>
                  <a:pt x="45" y="405"/>
                </a:lnTo>
                <a:lnTo>
                  <a:pt x="37" y="422"/>
                </a:lnTo>
                <a:lnTo>
                  <a:pt x="30" y="440"/>
                </a:lnTo>
                <a:lnTo>
                  <a:pt x="24" y="457"/>
                </a:lnTo>
                <a:lnTo>
                  <a:pt x="19" y="475"/>
                </a:lnTo>
                <a:lnTo>
                  <a:pt x="14" y="493"/>
                </a:lnTo>
                <a:lnTo>
                  <a:pt x="10" y="511"/>
                </a:lnTo>
                <a:lnTo>
                  <a:pt x="7" y="530"/>
                </a:lnTo>
                <a:lnTo>
                  <a:pt x="5" y="548"/>
                </a:lnTo>
                <a:lnTo>
                  <a:pt x="4" y="566"/>
                </a:lnTo>
                <a:lnTo>
                  <a:pt x="4" y="584"/>
                </a:lnTo>
                <a:lnTo>
                  <a:pt x="4" y="603"/>
                </a:lnTo>
                <a:lnTo>
                  <a:pt x="5" y="621"/>
                </a:lnTo>
                <a:lnTo>
                  <a:pt x="7" y="639"/>
                </a:lnTo>
                <a:lnTo>
                  <a:pt x="10" y="657"/>
                </a:lnTo>
                <a:lnTo>
                  <a:pt x="14" y="675"/>
                </a:lnTo>
                <a:lnTo>
                  <a:pt x="19" y="693"/>
                </a:lnTo>
                <a:lnTo>
                  <a:pt x="24" y="711"/>
                </a:lnTo>
                <a:lnTo>
                  <a:pt x="30" y="729"/>
                </a:lnTo>
                <a:lnTo>
                  <a:pt x="37" y="746"/>
                </a:lnTo>
                <a:lnTo>
                  <a:pt x="45" y="764"/>
                </a:lnTo>
                <a:lnTo>
                  <a:pt x="54" y="781"/>
                </a:lnTo>
                <a:lnTo>
                  <a:pt x="63" y="798"/>
                </a:lnTo>
                <a:lnTo>
                  <a:pt x="74" y="815"/>
                </a:lnTo>
                <a:lnTo>
                  <a:pt x="85" y="832"/>
                </a:lnTo>
                <a:lnTo>
                  <a:pt x="97" y="848"/>
                </a:lnTo>
                <a:lnTo>
                  <a:pt x="109" y="864"/>
                </a:lnTo>
                <a:lnTo>
                  <a:pt x="122" y="880"/>
                </a:lnTo>
                <a:lnTo>
                  <a:pt x="136" y="896"/>
                </a:lnTo>
                <a:lnTo>
                  <a:pt x="151" y="911"/>
                </a:lnTo>
                <a:lnTo>
                  <a:pt x="167" y="926"/>
                </a:lnTo>
                <a:lnTo>
                  <a:pt x="183" y="940"/>
                </a:lnTo>
                <a:lnTo>
                  <a:pt x="199" y="955"/>
                </a:lnTo>
                <a:lnTo>
                  <a:pt x="217" y="969"/>
                </a:lnTo>
                <a:lnTo>
                  <a:pt x="235" y="982"/>
                </a:lnTo>
                <a:lnTo>
                  <a:pt x="254" y="995"/>
                </a:lnTo>
                <a:lnTo>
                  <a:pt x="273" y="1008"/>
                </a:lnTo>
                <a:lnTo>
                  <a:pt x="293" y="1020"/>
                </a:lnTo>
                <a:lnTo>
                  <a:pt x="313" y="1032"/>
                </a:lnTo>
                <a:lnTo>
                  <a:pt x="334" y="1043"/>
                </a:lnTo>
                <a:lnTo>
                  <a:pt x="356" y="1054"/>
                </a:lnTo>
                <a:lnTo>
                  <a:pt x="377" y="1065"/>
                </a:lnTo>
                <a:lnTo>
                  <a:pt x="400" y="1075"/>
                </a:lnTo>
                <a:lnTo>
                  <a:pt x="423" y="1084"/>
                </a:lnTo>
                <a:lnTo>
                  <a:pt x="446" y="1094"/>
                </a:lnTo>
                <a:lnTo>
                  <a:pt x="470" y="1102"/>
                </a:lnTo>
                <a:lnTo>
                  <a:pt x="494" y="1110"/>
                </a:lnTo>
                <a:lnTo>
                  <a:pt x="518" y="1118"/>
                </a:lnTo>
                <a:lnTo>
                  <a:pt x="543" y="1125"/>
                </a:lnTo>
                <a:lnTo>
                  <a:pt x="568" y="1131"/>
                </a:lnTo>
                <a:lnTo>
                  <a:pt x="594" y="1137"/>
                </a:lnTo>
                <a:lnTo>
                  <a:pt x="619" y="1142"/>
                </a:lnTo>
                <a:lnTo>
                  <a:pt x="645" y="1147"/>
                </a:lnTo>
                <a:lnTo>
                  <a:pt x="671" y="1151"/>
                </a:lnTo>
                <a:lnTo>
                  <a:pt x="697" y="1155"/>
                </a:lnTo>
                <a:lnTo>
                  <a:pt x="724" y="1158"/>
                </a:lnTo>
                <a:lnTo>
                  <a:pt x="750" y="1161"/>
                </a:lnTo>
                <a:lnTo>
                  <a:pt x="777" y="1163"/>
                </a:lnTo>
                <a:lnTo>
                  <a:pt x="804" y="1164"/>
                </a:lnTo>
                <a:lnTo>
                  <a:pt x="831" y="1165"/>
                </a:lnTo>
                <a:lnTo>
                  <a:pt x="857" y="1165"/>
                </a:lnTo>
                <a:lnTo>
                  <a:pt x="884" y="1165"/>
                </a:lnTo>
                <a:lnTo>
                  <a:pt x="911" y="1164"/>
                </a:lnTo>
                <a:lnTo>
                  <a:pt x="938" y="1163"/>
                </a:lnTo>
                <a:lnTo>
                  <a:pt x="965" y="1161"/>
                </a:lnTo>
                <a:lnTo>
                  <a:pt x="991" y="1158"/>
                </a:lnTo>
                <a:lnTo>
                  <a:pt x="1017" y="1155"/>
                </a:lnTo>
                <a:lnTo>
                  <a:pt x="1044" y="1151"/>
                </a:lnTo>
                <a:lnTo>
                  <a:pt x="1070" y="1147"/>
                </a:lnTo>
                <a:lnTo>
                  <a:pt x="1096" y="1142"/>
                </a:lnTo>
                <a:lnTo>
                  <a:pt x="1121" y="1137"/>
                </a:lnTo>
                <a:lnTo>
                  <a:pt x="1147" y="1131"/>
                </a:lnTo>
                <a:lnTo>
                  <a:pt x="1172" y="1125"/>
                </a:lnTo>
                <a:lnTo>
                  <a:pt x="1197" y="1118"/>
                </a:lnTo>
                <a:lnTo>
                  <a:pt x="1221" y="1110"/>
                </a:lnTo>
                <a:lnTo>
                  <a:pt x="1245" y="1102"/>
                </a:lnTo>
                <a:lnTo>
                  <a:pt x="1269" y="1094"/>
                </a:lnTo>
                <a:lnTo>
                  <a:pt x="1292" y="1084"/>
                </a:lnTo>
                <a:lnTo>
                  <a:pt x="1315" y="1075"/>
                </a:lnTo>
                <a:lnTo>
                  <a:pt x="1337" y="1065"/>
                </a:lnTo>
                <a:lnTo>
                  <a:pt x="1359" y="1054"/>
                </a:lnTo>
                <a:lnTo>
                  <a:pt x="1381" y="1043"/>
                </a:lnTo>
                <a:lnTo>
                  <a:pt x="1402" y="1032"/>
                </a:lnTo>
                <a:lnTo>
                  <a:pt x="1422" y="1020"/>
                </a:lnTo>
                <a:lnTo>
                  <a:pt x="1442" y="1008"/>
                </a:lnTo>
                <a:lnTo>
                  <a:pt x="1461" y="995"/>
                </a:lnTo>
                <a:lnTo>
                  <a:pt x="1480" y="982"/>
                </a:lnTo>
                <a:lnTo>
                  <a:pt x="1498" y="969"/>
                </a:lnTo>
                <a:lnTo>
                  <a:pt x="1515" y="955"/>
                </a:lnTo>
                <a:lnTo>
                  <a:pt x="1532" y="940"/>
                </a:lnTo>
                <a:lnTo>
                  <a:pt x="1548" y="926"/>
                </a:lnTo>
                <a:lnTo>
                  <a:pt x="1564" y="911"/>
                </a:lnTo>
                <a:lnTo>
                  <a:pt x="1579" y="896"/>
                </a:lnTo>
                <a:lnTo>
                  <a:pt x="1593" y="880"/>
                </a:lnTo>
                <a:lnTo>
                  <a:pt x="1606" y="864"/>
                </a:lnTo>
                <a:lnTo>
                  <a:pt x="1618" y="848"/>
                </a:lnTo>
                <a:lnTo>
                  <a:pt x="1631" y="832"/>
                </a:lnTo>
                <a:lnTo>
                  <a:pt x="1642" y="815"/>
                </a:lnTo>
                <a:lnTo>
                  <a:pt x="1652" y="798"/>
                </a:lnTo>
                <a:lnTo>
                  <a:pt x="1662" y="781"/>
                </a:lnTo>
                <a:lnTo>
                  <a:pt x="1671" y="764"/>
                </a:lnTo>
                <a:lnTo>
                  <a:pt x="1679" y="746"/>
                </a:lnTo>
                <a:lnTo>
                  <a:pt x="1686" y="729"/>
                </a:lnTo>
                <a:lnTo>
                  <a:pt x="1692" y="711"/>
                </a:lnTo>
                <a:lnTo>
                  <a:pt x="1697" y="693"/>
                </a:lnTo>
                <a:lnTo>
                  <a:pt x="1702" y="675"/>
                </a:lnTo>
                <a:lnTo>
                  <a:pt x="1706" y="657"/>
                </a:lnTo>
                <a:lnTo>
                  <a:pt x="1709" y="639"/>
                </a:lnTo>
                <a:lnTo>
                  <a:pt x="1711" y="621"/>
                </a:lnTo>
                <a:lnTo>
                  <a:pt x="1712" y="603"/>
                </a:lnTo>
                <a:lnTo>
                  <a:pt x="1712" y="584"/>
                </a:lnTo>
                <a:moveTo>
                  <a:pt x="1716" y="584"/>
                </a:moveTo>
                <a:lnTo>
                  <a:pt x="1716" y="603"/>
                </a:lnTo>
                <a:lnTo>
                  <a:pt x="1715" y="621"/>
                </a:lnTo>
                <a:lnTo>
                  <a:pt x="1712" y="639"/>
                </a:lnTo>
                <a:lnTo>
                  <a:pt x="1709" y="657"/>
                </a:lnTo>
                <a:lnTo>
                  <a:pt x="1706" y="676"/>
                </a:lnTo>
                <a:lnTo>
                  <a:pt x="1701" y="694"/>
                </a:lnTo>
                <a:lnTo>
                  <a:pt x="1696" y="712"/>
                </a:lnTo>
                <a:lnTo>
                  <a:pt x="1689" y="729"/>
                </a:lnTo>
                <a:lnTo>
                  <a:pt x="1682" y="747"/>
                </a:lnTo>
                <a:lnTo>
                  <a:pt x="1674" y="765"/>
                </a:lnTo>
                <a:lnTo>
                  <a:pt x="1666" y="782"/>
                </a:lnTo>
                <a:lnTo>
                  <a:pt x="1656" y="799"/>
                </a:lnTo>
                <a:lnTo>
                  <a:pt x="1646" y="816"/>
                </a:lnTo>
                <a:lnTo>
                  <a:pt x="1635" y="833"/>
                </a:lnTo>
                <a:lnTo>
                  <a:pt x="1622" y="849"/>
                </a:lnTo>
                <a:lnTo>
                  <a:pt x="1609" y="865"/>
                </a:lnTo>
                <a:lnTo>
                  <a:pt x="1596" y="881"/>
                </a:lnTo>
                <a:lnTo>
                  <a:pt x="1582" y="897"/>
                </a:lnTo>
                <a:lnTo>
                  <a:pt x="1567" y="912"/>
                </a:lnTo>
                <a:lnTo>
                  <a:pt x="1551" y="927"/>
                </a:lnTo>
                <a:lnTo>
                  <a:pt x="1535" y="942"/>
                </a:lnTo>
                <a:lnTo>
                  <a:pt x="1518" y="956"/>
                </a:lnTo>
                <a:lnTo>
                  <a:pt x="1501" y="970"/>
                </a:lnTo>
                <a:lnTo>
                  <a:pt x="1483" y="984"/>
                </a:lnTo>
                <a:lnTo>
                  <a:pt x="1464" y="997"/>
                </a:lnTo>
                <a:lnTo>
                  <a:pt x="1445" y="1010"/>
                </a:lnTo>
                <a:lnTo>
                  <a:pt x="1425" y="1022"/>
                </a:lnTo>
                <a:lnTo>
                  <a:pt x="1404" y="1034"/>
                </a:lnTo>
                <a:lnTo>
                  <a:pt x="1383" y="1045"/>
                </a:lnTo>
                <a:lnTo>
                  <a:pt x="1362" y="1056"/>
                </a:lnTo>
                <a:lnTo>
                  <a:pt x="1340" y="1067"/>
                </a:lnTo>
                <a:lnTo>
                  <a:pt x="1317" y="1077"/>
                </a:lnTo>
                <a:lnTo>
                  <a:pt x="1294" y="1087"/>
                </a:lnTo>
                <a:lnTo>
                  <a:pt x="1271" y="1096"/>
                </a:lnTo>
                <a:lnTo>
                  <a:pt x="1247" y="1104"/>
                </a:lnTo>
                <a:lnTo>
                  <a:pt x="1223" y="1112"/>
                </a:lnTo>
                <a:lnTo>
                  <a:pt x="1198" y="1120"/>
                </a:lnTo>
                <a:lnTo>
                  <a:pt x="1173" y="1127"/>
                </a:lnTo>
                <a:lnTo>
                  <a:pt x="1148" y="1133"/>
                </a:lnTo>
                <a:lnTo>
                  <a:pt x="1123" y="1139"/>
                </a:lnTo>
                <a:lnTo>
                  <a:pt x="1097" y="1145"/>
                </a:lnTo>
                <a:lnTo>
                  <a:pt x="1071" y="1150"/>
                </a:lnTo>
                <a:lnTo>
                  <a:pt x="1045" y="1154"/>
                </a:lnTo>
                <a:lnTo>
                  <a:pt x="1018" y="1158"/>
                </a:lnTo>
                <a:lnTo>
                  <a:pt x="992" y="1161"/>
                </a:lnTo>
                <a:lnTo>
                  <a:pt x="965" y="1163"/>
                </a:lnTo>
                <a:lnTo>
                  <a:pt x="938" y="1165"/>
                </a:lnTo>
                <a:lnTo>
                  <a:pt x="911" y="1167"/>
                </a:lnTo>
                <a:lnTo>
                  <a:pt x="884" y="1168"/>
                </a:lnTo>
                <a:lnTo>
                  <a:pt x="857" y="1168"/>
                </a:lnTo>
                <a:lnTo>
                  <a:pt x="831" y="1168"/>
                </a:lnTo>
                <a:lnTo>
                  <a:pt x="804" y="1167"/>
                </a:lnTo>
                <a:lnTo>
                  <a:pt x="777" y="1165"/>
                </a:lnTo>
                <a:lnTo>
                  <a:pt x="750" y="1163"/>
                </a:lnTo>
                <a:lnTo>
                  <a:pt x="723" y="1161"/>
                </a:lnTo>
                <a:lnTo>
                  <a:pt x="697" y="1158"/>
                </a:lnTo>
                <a:lnTo>
                  <a:pt x="670" y="1154"/>
                </a:lnTo>
                <a:lnTo>
                  <a:pt x="644" y="1150"/>
                </a:lnTo>
                <a:lnTo>
                  <a:pt x="618" y="1145"/>
                </a:lnTo>
                <a:lnTo>
                  <a:pt x="592" y="1139"/>
                </a:lnTo>
                <a:lnTo>
                  <a:pt x="567" y="1133"/>
                </a:lnTo>
                <a:lnTo>
                  <a:pt x="542" y="1127"/>
                </a:lnTo>
                <a:lnTo>
                  <a:pt x="517" y="1120"/>
                </a:lnTo>
                <a:lnTo>
                  <a:pt x="492" y="1112"/>
                </a:lnTo>
                <a:lnTo>
                  <a:pt x="468" y="1104"/>
                </a:lnTo>
                <a:lnTo>
                  <a:pt x="444" y="1096"/>
                </a:lnTo>
                <a:lnTo>
                  <a:pt x="421" y="1087"/>
                </a:lnTo>
                <a:lnTo>
                  <a:pt x="398" y="1077"/>
                </a:lnTo>
                <a:lnTo>
                  <a:pt x="375" y="1067"/>
                </a:lnTo>
                <a:lnTo>
                  <a:pt x="353" y="1056"/>
                </a:lnTo>
                <a:lnTo>
                  <a:pt x="332" y="1045"/>
                </a:lnTo>
                <a:lnTo>
                  <a:pt x="311" y="1034"/>
                </a:lnTo>
                <a:lnTo>
                  <a:pt x="290" y="1022"/>
                </a:lnTo>
                <a:lnTo>
                  <a:pt x="270" y="1010"/>
                </a:lnTo>
                <a:lnTo>
                  <a:pt x="251" y="997"/>
                </a:lnTo>
                <a:lnTo>
                  <a:pt x="232" y="984"/>
                </a:lnTo>
                <a:lnTo>
                  <a:pt x="214" y="970"/>
                </a:lnTo>
                <a:lnTo>
                  <a:pt x="197" y="956"/>
                </a:lnTo>
                <a:lnTo>
                  <a:pt x="180" y="942"/>
                </a:lnTo>
                <a:lnTo>
                  <a:pt x="164" y="927"/>
                </a:lnTo>
                <a:lnTo>
                  <a:pt x="148" y="912"/>
                </a:lnTo>
                <a:lnTo>
                  <a:pt x="133" y="897"/>
                </a:lnTo>
                <a:lnTo>
                  <a:pt x="119" y="881"/>
                </a:lnTo>
                <a:lnTo>
                  <a:pt x="106" y="865"/>
                </a:lnTo>
                <a:lnTo>
                  <a:pt x="93" y="849"/>
                </a:lnTo>
                <a:lnTo>
                  <a:pt x="81" y="833"/>
                </a:lnTo>
                <a:lnTo>
                  <a:pt x="70" y="816"/>
                </a:lnTo>
                <a:lnTo>
                  <a:pt x="60" y="799"/>
                </a:lnTo>
                <a:lnTo>
                  <a:pt x="50" y="782"/>
                </a:lnTo>
                <a:lnTo>
                  <a:pt x="42" y="765"/>
                </a:lnTo>
                <a:lnTo>
                  <a:pt x="34" y="747"/>
                </a:lnTo>
                <a:lnTo>
                  <a:pt x="27" y="729"/>
                </a:lnTo>
                <a:lnTo>
                  <a:pt x="20" y="712"/>
                </a:lnTo>
                <a:lnTo>
                  <a:pt x="15" y="694"/>
                </a:lnTo>
                <a:lnTo>
                  <a:pt x="10" y="676"/>
                </a:lnTo>
                <a:lnTo>
                  <a:pt x="7" y="657"/>
                </a:lnTo>
                <a:lnTo>
                  <a:pt x="4" y="639"/>
                </a:lnTo>
                <a:lnTo>
                  <a:pt x="1" y="621"/>
                </a:lnTo>
                <a:lnTo>
                  <a:pt x="0" y="603"/>
                </a:lnTo>
                <a:lnTo>
                  <a:pt x="0" y="584"/>
                </a:lnTo>
                <a:lnTo>
                  <a:pt x="0" y="566"/>
                </a:lnTo>
                <a:lnTo>
                  <a:pt x="1" y="548"/>
                </a:lnTo>
                <a:lnTo>
                  <a:pt x="4" y="529"/>
                </a:lnTo>
                <a:lnTo>
                  <a:pt x="7" y="511"/>
                </a:lnTo>
                <a:lnTo>
                  <a:pt x="10" y="493"/>
                </a:lnTo>
                <a:lnTo>
                  <a:pt x="15" y="475"/>
                </a:lnTo>
                <a:lnTo>
                  <a:pt x="20" y="457"/>
                </a:lnTo>
                <a:lnTo>
                  <a:pt x="27" y="439"/>
                </a:lnTo>
                <a:lnTo>
                  <a:pt x="34" y="421"/>
                </a:lnTo>
                <a:lnTo>
                  <a:pt x="42" y="404"/>
                </a:lnTo>
                <a:lnTo>
                  <a:pt x="50" y="387"/>
                </a:lnTo>
                <a:lnTo>
                  <a:pt x="60" y="369"/>
                </a:lnTo>
                <a:lnTo>
                  <a:pt x="70" y="352"/>
                </a:lnTo>
                <a:lnTo>
                  <a:pt x="81" y="336"/>
                </a:lnTo>
                <a:lnTo>
                  <a:pt x="93" y="319"/>
                </a:lnTo>
                <a:lnTo>
                  <a:pt x="106" y="303"/>
                </a:lnTo>
                <a:lnTo>
                  <a:pt x="119" y="287"/>
                </a:lnTo>
                <a:lnTo>
                  <a:pt x="133" y="271"/>
                </a:lnTo>
                <a:lnTo>
                  <a:pt x="148" y="256"/>
                </a:lnTo>
                <a:lnTo>
                  <a:pt x="164" y="241"/>
                </a:lnTo>
                <a:lnTo>
                  <a:pt x="180" y="226"/>
                </a:lnTo>
                <a:lnTo>
                  <a:pt x="197" y="212"/>
                </a:lnTo>
                <a:lnTo>
                  <a:pt x="214" y="198"/>
                </a:lnTo>
                <a:lnTo>
                  <a:pt x="232" y="185"/>
                </a:lnTo>
                <a:lnTo>
                  <a:pt x="251" y="172"/>
                </a:lnTo>
                <a:lnTo>
                  <a:pt x="270" y="159"/>
                </a:lnTo>
                <a:lnTo>
                  <a:pt x="290" y="146"/>
                </a:lnTo>
                <a:lnTo>
                  <a:pt x="311" y="134"/>
                </a:lnTo>
                <a:lnTo>
                  <a:pt x="332" y="123"/>
                </a:lnTo>
                <a:lnTo>
                  <a:pt x="353" y="112"/>
                </a:lnTo>
                <a:lnTo>
                  <a:pt x="375" y="101"/>
                </a:lnTo>
                <a:lnTo>
                  <a:pt x="398" y="91"/>
                </a:lnTo>
                <a:lnTo>
                  <a:pt x="421" y="82"/>
                </a:lnTo>
                <a:lnTo>
                  <a:pt x="444" y="73"/>
                </a:lnTo>
                <a:lnTo>
                  <a:pt x="468" y="64"/>
                </a:lnTo>
                <a:lnTo>
                  <a:pt x="492" y="56"/>
                </a:lnTo>
                <a:lnTo>
                  <a:pt x="517" y="49"/>
                </a:lnTo>
                <a:lnTo>
                  <a:pt x="542" y="42"/>
                </a:lnTo>
                <a:lnTo>
                  <a:pt x="567" y="35"/>
                </a:lnTo>
                <a:lnTo>
                  <a:pt x="592" y="29"/>
                </a:lnTo>
                <a:lnTo>
                  <a:pt x="618" y="24"/>
                </a:lnTo>
                <a:lnTo>
                  <a:pt x="644" y="19"/>
                </a:lnTo>
                <a:lnTo>
                  <a:pt x="670" y="15"/>
                </a:lnTo>
                <a:lnTo>
                  <a:pt x="697" y="11"/>
                </a:lnTo>
                <a:lnTo>
                  <a:pt x="723" y="7"/>
                </a:lnTo>
                <a:lnTo>
                  <a:pt x="750" y="4"/>
                </a:lnTo>
                <a:lnTo>
                  <a:pt x="777" y="2"/>
                </a:lnTo>
                <a:lnTo>
                  <a:pt x="804" y="1"/>
                </a:lnTo>
                <a:lnTo>
                  <a:pt x="831" y="0"/>
                </a:lnTo>
                <a:lnTo>
                  <a:pt x="857" y="0"/>
                </a:lnTo>
                <a:lnTo>
                  <a:pt x="884" y="0"/>
                </a:lnTo>
                <a:lnTo>
                  <a:pt x="911" y="1"/>
                </a:lnTo>
                <a:lnTo>
                  <a:pt x="938" y="2"/>
                </a:lnTo>
                <a:lnTo>
                  <a:pt x="965" y="4"/>
                </a:lnTo>
                <a:lnTo>
                  <a:pt x="992" y="7"/>
                </a:lnTo>
                <a:lnTo>
                  <a:pt x="1018" y="11"/>
                </a:lnTo>
                <a:lnTo>
                  <a:pt x="1045" y="15"/>
                </a:lnTo>
                <a:lnTo>
                  <a:pt x="1071" y="19"/>
                </a:lnTo>
                <a:lnTo>
                  <a:pt x="1097" y="24"/>
                </a:lnTo>
                <a:lnTo>
                  <a:pt x="1123" y="29"/>
                </a:lnTo>
                <a:lnTo>
                  <a:pt x="1148" y="35"/>
                </a:lnTo>
                <a:lnTo>
                  <a:pt x="1173" y="42"/>
                </a:lnTo>
                <a:lnTo>
                  <a:pt x="1198" y="49"/>
                </a:lnTo>
                <a:lnTo>
                  <a:pt x="1223" y="56"/>
                </a:lnTo>
                <a:lnTo>
                  <a:pt x="1247" y="64"/>
                </a:lnTo>
                <a:lnTo>
                  <a:pt x="1271" y="73"/>
                </a:lnTo>
                <a:lnTo>
                  <a:pt x="1294" y="82"/>
                </a:lnTo>
                <a:lnTo>
                  <a:pt x="1317" y="91"/>
                </a:lnTo>
                <a:lnTo>
                  <a:pt x="1340" y="101"/>
                </a:lnTo>
                <a:lnTo>
                  <a:pt x="1362" y="112"/>
                </a:lnTo>
                <a:lnTo>
                  <a:pt x="1383" y="123"/>
                </a:lnTo>
                <a:lnTo>
                  <a:pt x="1404" y="134"/>
                </a:lnTo>
                <a:lnTo>
                  <a:pt x="1425" y="146"/>
                </a:lnTo>
                <a:lnTo>
                  <a:pt x="1445" y="159"/>
                </a:lnTo>
                <a:lnTo>
                  <a:pt x="1464" y="172"/>
                </a:lnTo>
                <a:lnTo>
                  <a:pt x="1483" y="185"/>
                </a:lnTo>
                <a:lnTo>
                  <a:pt x="1501" y="198"/>
                </a:lnTo>
                <a:lnTo>
                  <a:pt x="1518" y="212"/>
                </a:lnTo>
                <a:lnTo>
                  <a:pt x="1535" y="226"/>
                </a:lnTo>
                <a:lnTo>
                  <a:pt x="1551" y="241"/>
                </a:lnTo>
                <a:lnTo>
                  <a:pt x="1567" y="256"/>
                </a:lnTo>
                <a:lnTo>
                  <a:pt x="1582" y="271"/>
                </a:lnTo>
                <a:lnTo>
                  <a:pt x="1596" y="287"/>
                </a:lnTo>
                <a:lnTo>
                  <a:pt x="1609" y="303"/>
                </a:lnTo>
                <a:lnTo>
                  <a:pt x="1622" y="319"/>
                </a:lnTo>
                <a:lnTo>
                  <a:pt x="1635" y="336"/>
                </a:lnTo>
                <a:lnTo>
                  <a:pt x="1646" y="352"/>
                </a:lnTo>
                <a:lnTo>
                  <a:pt x="1656" y="369"/>
                </a:lnTo>
                <a:lnTo>
                  <a:pt x="1666" y="387"/>
                </a:lnTo>
                <a:lnTo>
                  <a:pt x="1674" y="404"/>
                </a:lnTo>
                <a:lnTo>
                  <a:pt x="1682" y="421"/>
                </a:lnTo>
                <a:lnTo>
                  <a:pt x="1689" y="439"/>
                </a:lnTo>
                <a:lnTo>
                  <a:pt x="1696" y="457"/>
                </a:lnTo>
                <a:lnTo>
                  <a:pt x="1701" y="475"/>
                </a:lnTo>
                <a:lnTo>
                  <a:pt x="1706" y="493"/>
                </a:lnTo>
                <a:lnTo>
                  <a:pt x="1709" y="511"/>
                </a:lnTo>
                <a:lnTo>
                  <a:pt x="1712" y="529"/>
                </a:lnTo>
                <a:lnTo>
                  <a:pt x="1715" y="548"/>
                </a:lnTo>
                <a:lnTo>
                  <a:pt x="1716" y="566"/>
                </a:lnTo>
                <a:lnTo>
                  <a:pt x="1716" y="584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3" name=""/>
          <p:cNvSpPr/>
          <p:nvPr/>
        </p:nvSpPr>
        <p:spPr>
          <a:xfrm>
            <a:off x="7731720" y="2714400"/>
            <a:ext cx="655920" cy="446400"/>
          </a:xfrm>
          <a:custGeom>
            <a:avLst/>
            <a:gdLst/>
            <a:ahLst/>
            <a:rect l="0" t="0" r="r" b="b"/>
            <a:pathLst>
              <a:path w="1822" h="1240">
                <a:moveTo>
                  <a:pt x="1769" y="620"/>
                </a:moveTo>
                <a:lnTo>
                  <a:pt x="1769" y="602"/>
                </a:lnTo>
                <a:lnTo>
                  <a:pt x="1768" y="584"/>
                </a:lnTo>
                <a:lnTo>
                  <a:pt x="1765" y="565"/>
                </a:lnTo>
                <a:lnTo>
                  <a:pt x="1762" y="547"/>
                </a:lnTo>
                <a:lnTo>
                  <a:pt x="1759" y="529"/>
                </a:lnTo>
                <a:lnTo>
                  <a:pt x="1754" y="510"/>
                </a:lnTo>
                <a:lnTo>
                  <a:pt x="1749" y="492"/>
                </a:lnTo>
                <a:lnTo>
                  <a:pt x="1742" y="474"/>
                </a:lnTo>
                <a:lnTo>
                  <a:pt x="1735" y="456"/>
                </a:lnTo>
                <a:lnTo>
                  <a:pt x="1727" y="439"/>
                </a:lnTo>
                <a:lnTo>
                  <a:pt x="1719" y="422"/>
                </a:lnTo>
                <a:lnTo>
                  <a:pt x="1709" y="404"/>
                </a:lnTo>
                <a:lnTo>
                  <a:pt x="1699" y="387"/>
                </a:lnTo>
                <a:lnTo>
                  <a:pt x="1688" y="371"/>
                </a:lnTo>
                <a:lnTo>
                  <a:pt x="1676" y="354"/>
                </a:lnTo>
                <a:lnTo>
                  <a:pt x="1663" y="338"/>
                </a:lnTo>
                <a:lnTo>
                  <a:pt x="1650" y="322"/>
                </a:lnTo>
                <a:lnTo>
                  <a:pt x="1636" y="306"/>
                </a:lnTo>
                <a:lnTo>
                  <a:pt x="1621" y="291"/>
                </a:lnTo>
                <a:lnTo>
                  <a:pt x="1605" y="276"/>
                </a:lnTo>
                <a:lnTo>
                  <a:pt x="1589" y="261"/>
                </a:lnTo>
                <a:lnTo>
                  <a:pt x="1572" y="247"/>
                </a:lnTo>
                <a:lnTo>
                  <a:pt x="1555" y="233"/>
                </a:lnTo>
                <a:lnTo>
                  <a:pt x="1537" y="220"/>
                </a:lnTo>
                <a:lnTo>
                  <a:pt x="1518" y="207"/>
                </a:lnTo>
                <a:lnTo>
                  <a:pt x="1499" y="194"/>
                </a:lnTo>
                <a:lnTo>
                  <a:pt x="1479" y="181"/>
                </a:lnTo>
                <a:lnTo>
                  <a:pt x="1458" y="169"/>
                </a:lnTo>
                <a:lnTo>
                  <a:pt x="1437" y="158"/>
                </a:lnTo>
                <a:lnTo>
                  <a:pt x="1416" y="147"/>
                </a:lnTo>
                <a:lnTo>
                  <a:pt x="1394" y="136"/>
                </a:lnTo>
                <a:lnTo>
                  <a:pt x="1371" y="126"/>
                </a:lnTo>
                <a:lnTo>
                  <a:pt x="1348" y="117"/>
                </a:lnTo>
                <a:lnTo>
                  <a:pt x="1325" y="108"/>
                </a:lnTo>
                <a:lnTo>
                  <a:pt x="1301" y="99"/>
                </a:lnTo>
                <a:lnTo>
                  <a:pt x="1276" y="91"/>
                </a:lnTo>
                <a:lnTo>
                  <a:pt x="1251" y="84"/>
                </a:lnTo>
                <a:lnTo>
                  <a:pt x="1226" y="77"/>
                </a:lnTo>
                <a:lnTo>
                  <a:pt x="1201" y="70"/>
                </a:lnTo>
                <a:lnTo>
                  <a:pt x="1176" y="64"/>
                </a:lnTo>
                <a:lnTo>
                  <a:pt x="1150" y="59"/>
                </a:lnTo>
                <a:lnTo>
                  <a:pt x="1124" y="54"/>
                </a:lnTo>
                <a:lnTo>
                  <a:pt x="1098" y="50"/>
                </a:lnTo>
                <a:lnTo>
                  <a:pt x="1071" y="46"/>
                </a:lnTo>
                <a:lnTo>
                  <a:pt x="1045" y="43"/>
                </a:lnTo>
                <a:lnTo>
                  <a:pt x="1018" y="40"/>
                </a:lnTo>
                <a:lnTo>
                  <a:pt x="991" y="38"/>
                </a:lnTo>
                <a:lnTo>
                  <a:pt x="964" y="37"/>
                </a:lnTo>
                <a:lnTo>
                  <a:pt x="937" y="36"/>
                </a:lnTo>
                <a:lnTo>
                  <a:pt x="910" y="36"/>
                </a:lnTo>
                <a:lnTo>
                  <a:pt x="884" y="36"/>
                </a:lnTo>
                <a:lnTo>
                  <a:pt x="857" y="37"/>
                </a:lnTo>
                <a:lnTo>
                  <a:pt x="830" y="38"/>
                </a:lnTo>
                <a:lnTo>
                  <a:pt x="803" y="40"/>
                </a:lnTo>
                <a:lnTo>
                  <a:pt x="776" y="43"/>
                </a:lnTo>
                <a:lnTo>
                  <a:pt x="750" y="46"/>
                </a:lnTo>
                <a:lnTo>
                  <a:pt x="723" y="50"/>
                </a:lnTo>
                <a:lnTo>
                  <a:pt x="697" y="54"/>
                </a:lnTo>
                <a:lnTo>
                  <a:pt x="671" y="59"/>
                </a:lnTo>
                <a:lnTo>
                  <a:pt x="645" y="64"/>
                </a:lnTo>
                <a:lnTo>
                  <a:pt x="620" y="70"/>
                </a:lnTo>
                <a:lnTo>
                  <a:pt x="595" y="77"/>
                </a:lnTo>
                <a:lnTo>
                  <a:pt x="570" y="84"/>
                </a:lnTo>
                <a:lnTo>
                  <a:pt x="545" y="91"/>
                </a:lnTo>
                <a:lnTo>
                  <a:pt x="521" y="99"/>
                </a:lnTo>
                <a:lnTo>
                  <a:pt x="497" y="108"/>
                </a:lnTo>
                <a:lnTo>
                  <a:pt x="474" y="117"/>
                </a:lnTo>
                <a:lnTo>
                  <a:pt x="451" y="126"/>
                </a:lnTo>
                <a:lnTo>
                  <a:pt x="428" y="136"/>
                </a:lnTo>
                <a:lnTo>
                  <a:pt x="406" y="147"/>
                </a:lnTo>
                <a:lnTo>
                  <a:pt x="385" y="158"/>
                </a:lnTo>
                <a:lnTo>
                  <a:pt x="364" y="169"/>
                </a:lnTo>
                <a:lnTo>
                  <a:pt x="343" y="181"/>
                </a:lnTo>
                <a:lnTo>
                  <a:pt x="323" y="194"/>
                </a:lnTo>
                <a:lnTo>
                  <a:pt x="304" y="207"/>
                </a:lnTo>
                <a:lnTo>
                  <a:pt x="285" y="220"/>
                </a:lnTo>
                <a:lnTo>
                  <a:pt x="267" y="233"/>
                </a:lnTo>
                <a:lnTo>
                  <a:pt x="250" y="247"/>
                </a:lnTo>
                <a:lnTo>
                  <a:pt x="233" y="261"/>
                </a:lnTo>
                <a:lnTo>
                  <a:pt x="217" y="276"/>
                </a:lnTo>
                <a:lnTo>
                  <a:pt x="201" y="291"/>
                </a:lnTo>
                <a:lnTo>
                  <a:pt x="186" y="306"/>
                </a:lnTo>
                <a:lnTo>
                  <a:pt x="172" y="322"/>
                </a:lnTo>
                <a:lnTo>
                  <a:pt x="159" y="338"/>
                </a:lnTo>
                <a:lnTo>
                  <a:pt x="146" y="354"/>
                </a:lnTo>
                <a:lnTo>
                  <a:pt x="134" y="371"/>
                </a:lnTo>
                <a:lnTo>
                  <a:pt x="123" y="387"/>
                </a:lnTo>
                <a:lnTo>
                  <a:pt x="113" y="404"/>
                </a:lnTo>
                <a:lnTo>
                  <a:pt x="103" y="422"/>
                </a:lnTo>
                <a:lnTo>
                  <a:pt x="95" y="439"/>
                </a:lnTo>
                <a:lnTo>
                  <a:pt x="87" y="456"/>
                </a:lnTo>
                <a:lnTo>
                  <a:pt x="80" y="474"/>
                </a:lnTo>
                <a:lnTo>
                  <a:pt x="73" y="492"/>
                </a:lnTo>
                <a:lnTo>
                  <a:pt x="68" y="510"/>
                </a:lnTo>
                <a:lnTo>
                  <a:pt x="63" y="529"/>
                </a:lnTo>
                <a:lnTo>
                  <a:pt x="60" y="547"/>
                </a:lnTo>
                <a:lnTo>
                  <a:pt x="57" y="565"/>
                </a:lnTo>
                <a:lnTo>
                  <a:pt x="54" y="584"/>
                </a:lnTo>
                <a:lnTo>
                  <a:pt x="53" y="602"/>
                </a:lnTo>
                <a:lnTo>
                  <a:pt x="53" y="620"/>
                </a:lnTo>
                <a:lnTo>
                  <a:pt x="53" y="639"/>
                </a:lnTo>
                <a:lnTo>
                  <a:pt x="54" y="657"/>
                </a:lnTo>
                <a:lnTo>
                  <a:pt x="57" y="675"/>
                </a:lnTo>
                <a:lnTo>
                  <a:pt x="60" y="693"/>
                </a:lnTo>
                <a:lnTo>
                  <a:pt x="63" y="712"/>
                </a:lnTo>
                <a:lnTo>
                  <a:pt x="68" y="730"/>
                </a:lnTo>
                <a:lnTo>
                  <a:pt x="73" y="748"/>
                </a:lnTo>
                <a:lnTo>
                  <a:pt x="80" y="765"/>
                </a:lnTo>
                <a:lnTo>
                  <a:pt x="87" y="783"/>
                </a:lnTo>
                <a:lnTo>
                  <a:pt x="95" y="801"/>
                </a:lnTo>
                <a:lnTo>
                  <a:pt x="103" y="818"/>
                </a:lnTo>
                <a:lnTo>
                  <a:pt x="113" y="835"/>
                </a:lnTo>
                <a:lnTo>
                  <a:pt x="123" y="852"/>
                </a:lnTo>
                <a:lnTo>
                  <a:pt x="134" y="869"/>
                </a:lnTo>
                <a:lnTo>
                  <a:pt x="146" y="885"/>
                </a:lnTo>
                <a:lnTo>
                  <a:pt x="159" y="901"/>
                </a:lnTo>
                <a:lnTo>
                  <a:pt x="172" y="917"/>
                </a:lnTo>
                <a:lnTo>
                  <a:pt x="186" y="933"/>
                </a:lnTo>
                <a:lnTo>
                  <a:pt x="201" y="948"/>
                </a:lnTo>
                <a:lnTo>
                  <a:pt x="217" y="963"/>
                </a:lnTo>
                <a:lnTo>
                  <a:pt x="233" y="978"/>
                </a:lnTo>
                <a:lnTo>
                  <a:pt x="250" y="992"/>
                </a:lnTo>
                <a:lnTo>
                  <a:pt x="267" y="1006"/>
                </a:lnTo>
                <a:lnTo>
                  <a:pt x="285" y="1020"/>
                </a:lnTo>
                <a:lnTo>
                  <a:pt x="304" y="1033"/>
                </a:lnTo>
                <a:lnTo>
                  <a:pt x="323" y="1046"/>
                </a:lnTo>
                <a:lnTo>
                  <a:pt x="343" y="1058"/>
                </a:lnTo>
                <a:lnTo>
                  <a:pt x="364" y="1070"/>
                </a:lnTo>
                <a:lnTo>
                  <a:pt x="385" y="1081"/>
                </a:lnTo>
                <a:lnTo>
                  <a:pt x="406" y="1092"/>
                </a:lnTo>
                <a:lnTo>
                  <a:pt x="428" y="1103"/>
                </a:lnTo>
                <a:lnTo>
                  <a:pt x="451" y="1113"/>
                </a:lnTo>
                <a:lnTo>
                  <a:pt x="474" y="1123"/>
                </a:lnTo>
                <a:lnTo>
                  <a:pt x="497" y="1132"/>
                </a:lnTo>
                <a:lnTo>
                  <a:pt x="521" y="1140"/>
                </a:lnTo>
                <a:lnTo>
                  <a:pt x="545" y="1148"/>
                </a:lnTo>
                <a:lnTo>
                  <a:pt x="570" y="1156"/>
                </a:lnTo>
                <a:lnTo>
                  <a:pt x="595" y="1163"/>
                </a:lnTo>
                <a:lnTo>
                  <a:pt x="620" y="1169"/>
                </a:lnTo>
                <a:lnTo>
                  <a:pt x="645" y="1175"/>
                </a:lnTo>
                <a:lnTo>
                  <a:pt x="671" y="1181"/>
                </a:lnTo>
                <a:lnTo>
                  <a:pt x="697" y="1186"/>
                </a:lnTo>
                <a:lnTo>
                  <a:pt x="723" y="1190"/>
                </a:lnTo>
                <a:lnTo>
                  <a:pt x="750" y="1194"/>
                </a:lnTo>
                <a:lnTo>
                  <a:pt x="776" y="1197"/>
                </a:lnTo>
                <a:lnTo>
                  <a:pt x="803" y="1199"/>
                </a:lnTo>
                <a:lnTo>
                  <a:pt x="830" y="1201"/>
                </a:lnTo>
                <a:lnTo>
                  <a:pt x="857" y="1203"/>
                </a:lnTo>
                <a:lnTo>
                  <a:pt x="884" y="1204"/>
                </a:lnTo>
                <a:lnTo>
                  <a:pt x="910" y="1204"/>
                </a:lnTo>
                <a:lnTo>
                  <a:pt x="937" y="1204"/>
                </a:lnTo>
                <a:lnTo>
                  <a:pt x="964" y="1203"/>
                </a:lnTo>
                <a:lnTo>
                  <a:pt x="991" y="1201"/>
                </a:lnTo>
                <a:lnTo>
                  <a:pt x="1018" y="1199"/>
                </a:lnTo>
                <a:lnTo>
                  <a:pt x="1045" y="1197"/>
                </a:lnTo>
                <a:lnTo>
                  <a:pt x="1071" y="1194"/>
                </a:lnTo>
                <a:lnTo>
                  <a:pt x="1098" y="1190"/>
                </a:lnTo>
                <a:lnTo>
                  <a:pt x="1124" y="1186"/>
                </a:lnTo>
                <a:lnTo>
                  <a:pt x="1150" y="1181"/>
                </a:lnTo>
                <a:lnTo>
                  <a:pt x="1176" y="1175"/>
                </a:lnTo>
                <a:lnTo>
                  <a:pt x="1201" y="1169"/>
                </a:lnTo>
                <a:lnTo>
                  <a:pt x="1226" y="1163"/>
                </a:lnTo>
                <a:lnTo>
                  <a:pt x="1251" y="1156"/>
                </a:lnTo>
                <a:lnTo>
                  <a:pt x="1276" y="1148"/>
                </a:lnTo>
                <a:lnTo>
                  <a:pt x="1301" y="1140"/>
                </a:lnTo>
                <a:lnTo>
                  <a:pt x="1325" y="1132"/>
                </a:lnTo>
                <a:lnTo>
                  <a:pt x="1348" y="1123"/>
                </a:lnTo>
                <a:lnTo>
                  <a:pt x="1371" y="1113"/>
                </a:lnTo>
                <a:lnTo>
                  <a:pt x="1394" y="1103"/>
                </a:lnTo>
                <a:lnTo>
                  <a:pt x="1416" y="1092"/>
                </a:lnTo>
                <a:lnTo>
                  <a:pt x="1437" y="1081"/>
                </a:lnTo>
                <a:lnTo>
                  <a:pt x="1458" y="1070"/>
                </a:lnTo>
                <a:lnTo>
                  <a:pt x="1479" y="1058"/>
                </a:lnTo>
                <a:lnTo>
                  <a:pt x="1499" y="1046"/>
                </a:lnTo>
                <a:lnTo>
                  <a:pt x="1518" y="1033"/>
                </a:lnTo>
                <a:lnTo>
                  <a:pt x="1537" y="1020"/>
                </a:lnTo>
                <a:lnTo>
                  <a:pt x="1555" y="1006"/>
                </a:lnTo>
                <a:lnTo>
                  <a:pt x="1572" y="992"/>
                </a:lnTo>
                <a:lnTo>
                  <a:pt x="1589" y="978"/>
                </a:lnTo>
                <a:lnTo>
                  <a:pt x="1605" y="963"/>
                </a:lnTo>
                <a:lnTo>
                  <a:pt x="1621" y="948"/>
                </a:lnTo>
                <a:lnTo>
                  <a:pt x="1636" y="933"/>
                </a:lnTo>
                <a:lnTo>
                  <a:pt x="1650" y="917"/>
                </a:lnTo>
                <a:lnTo>
                  <a:pt x="1663" y="901"/>
                </a:lnTo>
                <a:lnTo>
                  <a:pt x="1676" y="885"/>
                </a:lnTo>
                <a:lnTo>
                  <a:pt x="1688" y="869"/>
                </a:lnTo>
                <a:lnTo>
                  <a:pt x="1699" y="852"/>
                </a:lnTo>
                <a:lnTo>
                  <a:pt x="1709" y="835"/>
                </a:lnTo>
                <a:lnTo>
                  <a:pt x="1719" y="818"/>
                </a:lnTo>
                <a:lnTo>
                  <a:pt x="1727" y="801"/>
                </a:lnTo>
                <a:lnTo>
                  <a:pt x="1735" y="783"/>
                </a:lnTo>
                <a:lnTo>
                  <a:pt x="1742" y="765"/>
                </a:lnTo>
                <a:lnTo>
                  <a:pt x="1749" y="748"/>
                </a:lnTo>
                <a:lnTo>
                  <a:pt x="1754" y="730"/>
                </a:lnTo>
                <a:lnTo>
                  <a:pt x="1759" y="712"/>
                </a:lnTo>
                <a:lnTo>
                  <a:pt x="1762" y="693"/>
                </a:lnTo>
                <a:lnTo>
                  <a:pt x="1765" y="675"/>
                </a:lnTo>
                <a:lnTo>
                  <a:pt x="1768" y="657"/>
                </a:lnTo>
                <a:lnTo>
                  <a:pt x="1769" y="639"/>
                </a:lnTo>
                <a:lnTo>
                  <a:pt x="1769" y="620"/>
                </a:lnTo>
                <a:moveTo>
                  <a:pt x="1822" y="620"/>
                </a:moveTo>
                <a:lnTo>
                  <a:pt x="1822" y="640"/>
                </a:lnTo>
                <a:lnTo>
                  <a:pt x="1820" y="659"/>
                </a:lnTo>
                <a:lnTo>
                  <a:pt x="1818" y="679"/>
                </a:lnTo>
                <a:lnTo>
                  <a:pt x="1815" y="698"/>
                </a:lnTo>
                <a:lnTo>
                  <a:pt x="1811" y="717"/>
                </a:lnTo>
                <a:lnTo>
                  <a:pt x="1806" y="736"/>
                </a:lnTo>
                <a:lnTo>
                  <a:pt x="1800" y="755"/>
                </a:lnTo>
                <a:lnTo>
                  <a:pt x="1794" y="774"/>
                </a:lnTo>
                <a:lnTo>
                  <a:pt x="1786" y="793"/>
                </a:lnTo>
                <a:lnTo>
                  <a:pt x="1778" y="812"/>
                </a:lnTo>
                <a:lnTo>
                  <a:pt x="1768" y="830"/>
                </a:lnTo>
                <a:lnTo>
                  <a:pt x="1758" y="848"/>
                </a:lnTo>
                <a:lnTo>
                  <a:pt x="1747" y="866"/>
                </a:lnTo>
                <a:lnTo>
                  <a:pt x="1735" y="884"/>
                </a:lnTo>
                <a:lnTo>
                  <a:pt x="1723" y="902"/>
                </a:lnTo>
                <a:lnTo>
                  <a:pt x="1709" y="919"/>
                </a:lnTo>
                <a:lnTo>
                  <a:pt x="1695" y="936"/>
                </a:lnTo>
                <a:lnTo>
                  <a:pt x="1680" y="952"/>
                </a:lnTo>
                <a:lnTo>
                  <a:pt x="1665" y="969"/>
                </a:lnTo>
                <a:lnTo>
                  <a:pt x="1648" y="985"/>
                </a:lnTo>
                <a:lnTo>
                  <a:pt x="1631" y="1000"/>
                </a:lnTo>
                <a:lnTo>
                  <a:pt x="1613" y="1015"/>
                </a:lnTo>
                <a:lnTo>
                  <a:pt x="1595" y="1030"/>
                </a:lnTo>
                <a:lnTo>
                  <a:pt x="1575" y="1044"/>
                </a:lnTo>
                <a:lnTo>
                  <a:pt x="1555" y="1058"/>
                </a:lnTo>
                <a:lnTo>
                  <a:pt x="1535" y="1072"/>
                </a:lnTo>
                <a:lnTo>
                  <a:pt x="1514" y="1085"/>
                </a:lnTo>
                <a:lnTo>
                  <a:pt x="1492" y="1098"/>
                </a:lnTo>
                <a:lnTo>
                  <a:pt x="1470" y="1110"/>
                </a:lnTo>
                <a:lnTo>
                  <a:pt x="1447" y="1122"/>
                </a:lnTo>
                <a:lnTo>
                  <a:pt x="1423" y="1133"/>
                </a:lnTo>
                <a:lnTo>
                  <a:pt x="1399" y="1143"/>
                </a:lnTo>
                <a:lnTo>
                  <a:pt x="1375" y="1154"/>
                </a:lnTo>
                <a:lnTo>
                  <a:pt x="1350" y="1163"/>
                </a:lnTo>
                <a:lnTo>
                  <a:pt x="1325" y="1172"/>
                </a:lnTo>
                <a:lnTo>
                  <a:pt x="1299" y="1181"/>
                </a:lnTo>
                <a:lnTo>
                  <a:pt x="1272" y="1189"/>
                </a:lnTo>
                <a:lnTo>
                  <a:pt x="1246" y="1196"/>
                </a:lnTo>
                <a:lnTo>
                  <a:pt x="1219" y="1203"/>
                </a:lnTo>
                <a:lnTo>
                  <a:pt x="1192" y="1210"/>
                </a:lnTo>
                <a:lnTo>
                  <a:pt x="1165" y="1215"/>
                </a:lnTo>
                <a:lnTo>
                  <a:pt x="1137" y="1220"/>
                </a:lnTo>
                <a:lnTo>
                  <a:pt x="1109" y="1225"/>
                </a:lnTo>
                <a:lnTo>
                  <a:pt x="1081" y="1229"/>
                </a:lnTo>
                <a:lnTo>
                  <a:pt x="1053" y="1232"/>
                </a:lnTo>
                <a:lnTo>
                  <a:pt x="1025" y="1235"/>
                </a:lnTo>
                <a:lnTo>
                  <a:pt x="996" y="1237"/>
                </a:lnTo>
                <a:lnTo>
                  <a:pt x="968" y="1239"/>
                </a:lnTo>
                <a:lnTo>
                  <a:pt x="939" y="1240"/>
                </a:lnTo>
                <a:lnTo>
                  <a:pt x="910" y="1240"/>
                </a:lnTo>
                <a:lnTo>
                  <a:pt x="882" y="1240"/>
                </a:lnTo>
                <a:lnTo>
                  <a:pt x="853" y="1239"/>
                </a:lnTo>
                <a:lnTo>
                  <a:pt x="825" y="1237"/>
                </a:lnTo>
                <a:lnTo>
                  <a:pt x="796" y="1235"/>
                </a:lnTo>
                <a:lnTo>
                  <a:pt x="768" y="1232"/>
                </a:lnTo>
                <a:lnTo>
                  <a:pt x="740" y="1229"/>
                </a:lnTo>
                <a:lnTo>
                  <a:pt x="712" y="1225"/>
                </a:lnTo>
                <a:lnTo>
                  <a:pt x="684" y="1220"/>
                </a:lnTo>
                <a:lnTo>
                  <a:pt x="656" y="1215"/>
                </a:lnTo>
                <a:lnTo>
                  <a:pt x="629" y="1210"/>
                </a:lnTo>
                <a:lnTo>
                  <a:pt x="602" y="1203"/>
                </a:lnTo>
                <a:lnTo>
                  <a:pt x="575" y="1196"/>
                </a:lnTo>
                <a:lnTo>
                  <a:pt x="549" y="1189"/>
                </a:lnTo>
                <a:lnTo>
                  <a:pt x="523" y="1181"/>
                </a:lnTo>
                <a:lnTo>
                  <a:pt x="497" y="1172"/>
                </a:lnTo>
                <a:lnTo>
                  <a:pt x="472" y="1163"/>
                </a:lnTo>
                <a:lnTo>
                  <a:pt x="447" y="1154"/>
                </a:lnTo>
                <a:lnTo>
                  <a:pt x="423" y="1143"/>
                </a:lnTo>
                <a:lnTo>
                  <a:pt x="399" y="1133"/>
                </a:lnTo>
                <a:lnTo>
                  <a:pt x="375" y="1122"/>
                </a:lnTo>
                <a:lnTo>
                  <a:pt x="352" y="1110"/>
                </a:lnTo>
                <a:lnTo>
                  <a:pt x="330" y="1098"/>
                </a:lnTo>
                <a:lnTo>
                  <a:pt x="308" y="1085"/>
                </a:lnTo>
                <a:lnTo>
                  <a:pt x="287" y="1072"/>
                </a:lnTo>
                <a:lnTo>
                  <a:pt x="267" y="1058"/>
                </a:lnTo>
                <a:lnTo>
                  <a:pt x="247" y="1044"/>
                </a:lnTo>
                <a:lnTo>
                  <a:pt x="227" y="1030"/>
                </a:lnTo>
                <a:lnTo>
                  <a:pt x="209" y="1015"/>
                </a:lnTo>
                <a:lnTo>
                  <a:pt x="191" y="1000"/>
                </a:lnTo>
                <a:lnTo>
                  <a:pt x="174" y="985"/>
                </a:lnTo>
                <a:lnTo>
                  <a:pt x="157" y="969"/>
                </a:lnTo>
                <a:lnTo>
                  <a:pt x="142" y="952"/>
                </a:lnTo>
                <a:lnTo>
                  <a:pt x="127" y="936"/>
                </a:lnTo>
                <a:lnTo>
                  <a:pt x="112" y="919"/>
                </a:lnTo>
                <a:lnTo>
                  <a:pt x="99" y="902"/>
                </a:lnTo>
                <a:lnTo>
                  <a:pt x="87" y="884"/>
                </a:lnTo>
                <a:lnTo>
                  <a:pt x="75" y="866"/>
                </a:lnTo>
                <a:lnTo>
                  <a:pt x="64" y="848"/>
                </a:lnTo>
                <a:lnTo>
                  <a:pt x="54" y="830"/>
                </a:lnTo>
                <a:lnTo>
                  <a:pt x="44" y="812"/>
                </a:lnTo>
                <a:lnTo>
                  <a:pt x="36" y="793"/>
                </a:lnTo>
                <a:lnTo>
                  <a:pt x="28" y="774"/>
                </a:lnTo>
                <a:lnTo>
                  <a:pt x="22" y="755"/>
                </a:lnTo>
                <a:lnTo>
                  <a:pt x="16" y="736"/>
                </a:lnTo>
                <a:lnTo>
                  <a:pt x="11" y="717"/>
                </a:lnTo>
                <a:lnTo>
                  <a:pt x="7" y="698"/>
                </a:lnTo>
                <a:lnTo>
                  <a:pt x="4" y="679"/>
                </a:lnTo>
                <a:lnTo>
                  <a:pt x="2" y="659"/>
                </a:lnTo>
                <a:lnTo>
                  <a:pt x="0" y="640"/>
                </a:lnTo>
                <a:lnTo>
                  <a:pt x="0" y="620"/>
                </a:lnTo>
                <a:lnTo>
                  <a:pt x="0" y="601"/>
                </a:lnTo>
                <a:lnTo>
                  <a:pt x="2" y="581"/>
                </a:lnTo>
                <a:lnTo>
                  <a:pt x="4" y="562"/>
                </a:lnTo>
                <a:lnTo>
                  <a:pt x="7" y="543"/>
                </a:lnTo>
                <a:lnTo>
                  <a:pt x="11" y="523"/>
                </a:lnTo>
                <a:lnTo>
                  <a:pt x="16" y="503"/>
                </a:lnTo>
                <a:lnTo>
                  <a:pt x="22" y="484"/>
                </a:lnTo>
                <a:lnTo>
                  <a:pt x="28" y="465"/>
                </a:lnTo>
                <a:lnTo>
                  <a:pt x="36" y="446"/>
                </a:lnTo>
                <a:lnTo>
                  <a:pt x="44" y="428"/>
                </a:lnTo>
                <a:lnTo>
                  <a:pt x="54" y="409"/>
                </a:lnTo>
                <a:lnTo>
                  <a:pt x="64" y="391"/>
                </a:lnTo>
                <a:lnTo>
                  <a:pt x="75" y="373"/>
                </a:lnTo>
                <a:lnTo>
                  <a:pt x="87" y="355"/>
                </a:lnTo>
                <a:lnTo>
                  <a:pt x="99" y="338"/>
                </a:lnTo>
                <a:lnTo>
                  <a:pt x="112" y="321"/>
                </a:lnTo>
                <a:lnTo>
                  <a:pt x="127" y="304"/>
                </a:lnTo>
                <a:lnTo>
                  <a:pt x="142" y="287"/>
                </a:lnTo>
                <a:lnTo>
                  <a:pt x="157" y="271"/>
                </a:lnTo>
                <a:lnTo>
                  <a:pt x="174" y="255"/>
                </a:lnTo>
                <a:lnTo>
                  <a:pt x="191" y="239"/>
                </a:lnTo>
                <a:lnTo>
                  <a:pt x="209" y="224"/>
                </a:lnTo>
                <a:lnTo>
                  <a:pt x="227" y="209"/>
                </a:lnTo>
                <a:lnTo>
                  <a:pt x="247" y="195"/>
                </a:lnTo>
                <a:lnTo>
                  <a:pt x="267" y="181"/>
                </a:lnTo>
                <a:lnTo>
                  <a:pt x="287" y="167"/>
                </a:lnTo>
                <a:lnTo>
                  <a:pt x="308" y="154"/>
                </a:lnTo>
                <a:lnTo>
                  <a:pt x="330" y="142"/>
                </a:lnTo>
                <a:lnTo>
                  <a:pt x="352" y="130"/>
                </a:lnTo>
                <a:lnTo>
                  <a:pt x="375" y="118"/>
                </a:lnTo>
                <a:lnTo>
                  <a:pt x="399" y="107"/>
                </a:lnTo>
                <a:lnTo>
                  <a:pt x="423" y="96"/>
                </a:lnTo>
                <a:lnTo>
                  <a:pt x="447" y="86"/>
                </a:lnTo>
                <a:lnTo>
                  <a:pt x="472" y="76"/>
                </a:lnTo>
                <a:lnTo>
                  <a:pt x="497" y="67"/>
                </a:lnTo>
                <a:lnTo>
                  <a:pt x="523" y="59"/>
                </a:lnTo>
                <a:lnTo>
                  <a:pt x="549" y="51"/>
                </a:lnTo>
                <a:lnTo>
                  <a:pt x="575" y="43"/>
                </a:lnTo>
                <a:lnTo>
                  <a:pt x="602" y="36"/>
                </a:lnTo>
                <a:lnTo>
                  <a:pt x="629" y="30"/>
                </a:lnTo>
                <a:lnTo>
                  <a:pt x="656" y="24"/>
                </a:lnTo>
                <a:lnTo>
                  <a:pt x="684" y="19"/>
                </a:lnTo>
                <a:lnTo>
                  <a:pt x="712" y="14"/>
                </a:lnTo>
                <a:lnTo>
                  <a:pt x="740" y="11"/>
                </a:lnTo>
                <a:lnTo>
                  <a:pt x="768" y="7"/>
                </a:lnTo>
                <a:lnTo>
                  <a:pt x="796" y="4"/>
                </a:lnTo>
                <a:lnTo>
                  <a:pt x="825" y="2"/>
                </a:lnTo>
                <a:lnTo>
                  <a:pt x="853" y="1"/>
                </a:lnTo>
                <a:lnTo>
                  <a:pt x="882" y="0"/>
                </a:lnTo>
                <a:lnTo>
                  <a:pt x="910" y="0"/>
                </a:lnTo>
                <a:lnTo>
                  <a:pt x="939" y="0"/>
                </a:lnTo>
                <a:lnTo>
                  <a:pt x="968" y="1"/>
                </a:lnTo>
                <a:lnTo>
                  <a:pt x="996" y="2"/>
                </a:lnTo>
                <a:lnTo>
                  <a:pt x="1025" y="4"/>
                </a:lnTo>
                <a:lnTo>
                  <a:pt x="1053" y="7"/>
                </a:lnTo>
                <a:lnTo>
                  <a:pt x="1081" y="11"/>
                </a:lnTo>
                <a:lnTo>
                  <a:pt x="1109" y="14"/>
                </a:lnTo>
                <a:lnTo>
                  <a:pt x="1137" y="19"/>
                </a:lnTo>
                <a:lnTo>
                  <a:pt x="1165" y="24"/>
                </a:lnTo>
                <a:lnTo>
                  <a:pt x="1192" y="30"/>
                </a:lnTo>
                <a:lnTo>
                  <a:pt x="1219" y="36"/>
                </a:lnTo>
                <a:lnTo>
                  <a:pt x="1246" y="43"/>
                </a:lnTo>
                <a:lnTo>
                  <a:pt x="1272" y="51"/>
                </a:lnTo>
                <a:lnTo>
                  <a:pt x="1299" y="59"/>
                </a:lnTo>
                <a:lnTo>
                  <a:pt x="1325" y="67"/>
                </a:lnTo>
                <a:lnTo>
                  <a:pt x="1350" y="76"/>
                </a:lnTo>
                <a:lnTo>
                  <a:pt x="1375" y="86"/>
                </a:lnTo>
                <a:lnTo>
                  <a:pt x="1399" y="96"/>
                </a:lnTo>
                <a:lnTo>
                  <a:pt x="1423" y="107"/>
                </a:lnTo>
                <a:lnTo>
                  <a:pt x="1447" y="118"/>
                </a:lnTo>
                <a:lnTo>
                  <a:pt x="1470" y="130"/>
                </a:lnTo>
                <a:lnTo>
                  <a:pt x="1492" y="142"/>
                </a:lnTo>
                <a:lnTo>
                  <a:pt x="1514" y="154"/>
                </a:lnTo>
                <a:lnTo>
                  <a:pt x="1535" y="167"/>
                </a:lnTo>
                <a:lnTo>
                  <a:pt x="1555" y="181"/>
                </a:lnTo>
                <a:lnTo>
                  <a:pt x="1575" y="195"/>
                </a:lnTo>
                <a:lnTo>
                  <a:pt x="1595" y="209"/>
                </a:lnTo>
                <a:lnTo>
                  <a:pt x="1613" y="224"/>
                </a:lnTo>
                <a:lnTo>
                  <a:pt x="1631" y="239"/>
                </a:lnTo>
                <a:lnTo>
                  <a:pt x="1648" y="255"/>
                </a:lnTo>
                <a:lnTo>
                  <a:pt x="1665" y="271"/>
                </a:lnTo>
                <a:lnTo>
                  <a:pt x="1680" y="287"/>
                </a:lnTo>
                <a:lnTo>
                  <a:pt x="1695" y="304"/>
                </a:lnTo>
                <a:lnTo>
                  <a:pt x="1709" y="321"/>
                </a:lnTo>
                <a:lnTo>
                  <a:pt x="1723" y="338"/>
                </a:lnTo>
                <a:lnTo>
                  <a:pt x="1735" y="355"/>
                </a:lnTo>
                <a:lnTo>
                  <a:pt x="1747" y="373"/>
                </a:lnTo>
                <a:lnTo>
                  <a:pt x="1758" y="391"/>
                </a:lnTo>
                <a:lnTo>
                  <a:pt x="1768" y="409"/>
                </a:lnTo>
                <a:lnTo>
                  <a:pt x="1778" y="428"/>
                </a:lnTo>
                <a:lnTo>
                  <a:pt x="1786" y="446"/>
                </a:lnTo>
                <a:lnTo>
                  <a:pt x="1794" y="465"/>
                </a:lnTo>
                <a:lnTo>
                  <a:pt x="1800" y="484"/>
                </a:lnTo>
                <a:lnTo>
                  <a:pt x="1806" y="503"/>
                </a:lnTo>
                <a:lnTo>
                  <a:pt x="1811" y="523"/>
                </a:lnTo>
                <a:lnTo>
                  <a:pt x="1815" y="543"/>
                </a:lnTo>
                <a:lnTo>
                  <a:pt x="1818" y="562"/>
                </a:lnTo>
                <a:lnTo>
                  <a:pt x="1820" y="581"/>
                </a:lnTo>
                <a:lnTo>
                  <a:pt x="1822" y="601"/>
                </a:lnTo>
                <a:lnTo>
                  <a:pt x="1822" y="62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4" name=""/>
          <p:cNvSpPr/>
          <p:nvPr/>
        </p:nvSpPr>
        <p:spPr>
          <a:xfrm>
            <a:off x="7730280" y="2713320"/>
            <a:ext cx="658800" cy="448560"/>
          </a:xfrm>
          <a:custGeom>
            <a:avLst/>
            <a:gdLst/>
            <a:ahLst/>
            <a:rect l="0" t="0" r="r" b="b"/>
            <a:pathLst>
              <a:path w="1830" h="1246">
                <a:moveTo>
                  <a:pt x="1826" y="623"/>
                </a:moveTo>
                <a:lnTo>
                  <a:pt x="1826" y="604"/>
                </a:lnTo>
                <a:lnTo>
                  <a:pt x="1824" y="584"/>
                </a:lnTo>
                <a:lnTo>
                  <a:pt x="1822" y="565"/>
                </a:lnTo>
                <a:lnTo>
                  <a:pt x="1819" y="545"/>
                </a:lnTo>
                <a:lnTo>
                  <a:pt x="1815" y="525"/>
                </a:lnTo>
                <a:lnTo>
                  <a:pt x="1810" y="506"/>
                </a:lnTo>
                <a:lnTo>
                  <a:pt x="1804" y="487"/>
                </a:lnTo>
                <a:lnTo>
                  <a:pt x="1798" y="468"/>
                </a:lnTo>
                <a:lnTo>
                  <a:pt x="1790" y="449"/>
                </a:lnTo>
                <a:lnTo>
                  <a:pt x="1782" y="431"/>
                </a:lnTo>
                <a:lnTo>
                  <a:pt x="1772" y="412"/>
                </a:lnTo>
                <a:lnTo>
                  <a:pt x="1762" y="394"/>
                </a:lnTo>
                <a:lnTo>
                  <a:pt x="1751" y="376"/>
                </a:lnTo>
                <a:lnTo>
                  <a:pt x="1739" y="358"/>
                </a:lnTo>
                <a:lnTo>
                  <a:pt x="1727" y="341"/>
                </a:lnTo>
                <a:lnTo>
                  <a:pt x="1713" y="324"/>
                </a:lnTo>
                <a:lnTo>
                  <a:pt x="1699" y="307"/>
                </a:lnTo>
                <a:lnTo>
                  <a:pt x="1684" y="290"/>
                </a:lnTo>
                <a:lnTo>
                  <a:pt x="1669" y="274"/>
                </a:lnTo>
                <a:lnTo>
                  <a:pt x="1652" y="258"/>
                </a:lnTo>
                <a:lnTo>
                  <a:pt x="1635" y="242"/>
                </a:lnTo>
                <a:lnTo>
                  <a:pt x="1617" y="227"/>
                </a:lnTo>
                <a:lnTo>
                  <a:pt x="1599" y="212"/>
                </a:lnTo>
                <a:lnTo>
                  <a:pt x="1579" y="198"/>
                </a:lnTo>
                <a:lnTo>
                  <a:pt x="1559" y="184"/>
                </a:lnTo>
                <a:lnTo>
                  <a:pt x="1539" y="170"/>
                </a:lnTo>
                <a:lnTo>
                  <a:pt x="1518" y="157"/>
                </a:lnTo>
                <a:lnTo>
                  <a:pt x="1496" y="145"/>
                </a:lnTo>
                <a:lnTo>
                  <a:pt x="1474" y="133"/>
                </a:lnTo>
                <a:lnTo>
                  <a:pt x="1451" y="121"/>
                </a:lnTo>
                <a:lnTo>
                  <a:pt x="1427" y="110"/>
                </a:lnTo>
                <a:lnTo>
                  <a:pt x="1403" y="99"/>
                </a:lnTo>
                <a:lnTo>
                  <a:pt x="1379" y="89"/>
                </a:lnTo>
                <a:lnTo>
                  <a:pt x="1353" y="79"/>
                </a:lnTo>
                <a:lnTo>
                  <a:pt x="1328" y="70"/>
                </a:lnTo>
                <a:lnTo>
                  <a:pt x="1302" y="62"/>
                </a:lnTo>
                <a:lnTo>
                  <a:pt x="1276" y="54"/>
                </a:lnTo>
                <a:lnTo>
                  <a:pt x="1250" y="46"/>
                </a:lnTo>
                <a:lnTo>
                  <a:pt x="1223" y="39"/>
                </a:lnTo>
                <a:lnTo>
                  <a:pt x="1196" y="33"/>
                </a:lnTo>
                <a:lnTo>
                  <a:pt x="1169" y="27"/>
                </a:lnTo>
                <a:lnTo>
                  <a:pt x="1141" y="22"/>
                </a:lnTo>
                <a:lnTo>
                  <a:pt x="1113" y="17"/>
                </a:lnTo>
                <a:lnTo>
                  <a:pt x="1085" y="14"/>
                </a:lnTo>
                <a:lnTo>
                  <a:pt x="1057" y="10"/>
                </a:lnTo>
                <a:lnTo>
                  <a:pt x="1029" y="7"/>
                </a:lnTo>
                <a:lnTo>
                  <a:pt x="1000" y="5"/>
                </a:lnTo>
                <a:lnTo>
                  <a:pt x="972" y="4"/>
                </a:lnTo>
                <a:lnTo>
                  <a:pt x="943" y="3"/>
                </a:lnTo>
                <a:lnTo>
                  <a:pt x="914" y="3"/>
                </a:lnTo>
                <a:lnTo>
                  <a:pt x="886" y="3"/>
                </a:lnTo>
                <a:lnTo>
                  <a:pt x="857" y="4"/>
                </a:lnTo>
                <a:lnTo>
                  <a:pt x="829" y="5"/>
                </a:lnTo>
                <a:lnTo>
                  <a:pt x="800" y="7"/>
                </a:lnTo>
                <a:lnTo>
                  <a:pt x="772" y="10"/>
                </a:lnTo>
                <a:lnTo>
                  <a:pt x="744" y="14"/>
                </a:lnTo>
                <a:lnTo>
                  <a:pt x="716" y="17"/>
                </a:lnTo>
                <a:lnTo>
                  <a:pt x="688" y="22"/>
                </a:lnTo>
                <a:lnTo>
                  <a:pt x="660" y="27"/>
                </a:lnTo>
                <a:lnTo>
                  <a:pt x="633" y="33"/>
                </a:lnTo>
                <a:lnTo>
                  <a:pt x="606" y="39"/>
                </a:lnTo>
                <a:lnTo>
                  <a:pt x="579" y="46"/>
                </a:lnTo>
                <a:lnTo>
                  <a:pt x="553" y="54"/>
                </a:lnTo>
                <a:lnTo>
                  <a:pt x="527" y="62"/>
                </a:lnTo>
                <a:lnTo>
                  <a:pt x="501" y="70"/>
                </a:lnTo>
                <a:lnTo>
                  <a:pt x="476" y="79"/>
                </a:lnTo>
                <a:lnTo>
                  <a:pt x="451" y="89"/>
                </a:lnTo>
                <a:lnTo>
                  <a:pt x="427" y="99"/>
                </a:lnTo>
                <a:lnTo>
                  <a:pt x="403" y="110"/>
                </a:lnTo>
                <a:lnTo>
                  <a:pt x="379" y="121"/>
                </a:lnTo>
                <a:lnTo>
                  <a:pt x="356" y="133"/>
                </a:lnTo>
                <a:lnTo>
                  <a:pt x="334" y="145"/>
                </a:lnTo>
                <a:lnTo>
                  <a:pt x="312" y="157"/>
                </a:lnTo>
                <a:lnTo>
                  <a:pt x="291" y="170"/>
                </a:lnTo>
                <a:lnTo>
                  <a:pt x="271" y="184"/>
                </a:lnTo>
                <a:lnTo>
                  <a:pt x="251" y="198"/>
                </a:lnTo>
                <a:lnTo>
                  <a:pt x="231" y="212"/>
                </a:lnTo>
                <a:lnTo>
                  <a:pt x="213" y="227"/>
                </a:lnTo>
                <a:lnTo>
                  <a:pt x="195" y="242"/>
                </a:lnTo>
                <a:lnTo>
                  <a:pt x="178" y="258"/>
                </a:lnTo>
                <a:lnTo>
                  <a:pt x="161" y="274"/>
                </a:lnTo>
                <a:lnTo>
                  <a:pt x="146" y="290"/>
                </a:lnTo>
                <a:lnTo>
                  <a:pt x="131" y="307"/>
                </a:lnTo>
                <a:lnTo>
                  <a:pt x="116" y="324"/>
                </a:lnTo>
                <a:lnTo>
                  <a:pt x="103" y="341"/>
                </a:lnTo>
                <a:lnTo>
                  <a:pt x="91" y="358"/>
                </a:lnTo>
                <a:lnTo>
                  <a:pt x="79" y="376"/>
                </a:lnTo>
                <a:lnTo>
                  <a:pt x="68" y="394"/>
                </a:lnTo>
                <a:lnTo>
                  <a:pt x="58" y="412"/>
                </a:lnTo>
                <a:lnTo>
                  <a:pt x="48" y="431"/>
                </a:lnTo>
                <a:lnTo>
                  <a:pt x="40" y="449"/>
                </a:lnTo>
                <a:lnTo>
                  <a:pt x="32" y="468"/>
                </a:lnTo>
                <a:lnTo>
                  <a:pt x="26" y="487"/>
                </a:lnTo>
                <a:lnTo>
                  <a:pt x="20" y="506"/>
                </a:lnTo>
                <a:lnTo>
                  <a:pt x="15" y="525"/>
                </a:lnTo>
                <a:lnTo>
                  <a:pt x="11" y="545"/>
                </a:lnTo>
                <a:lnTo>
                  <a:pt x="8" y="565"/>
                </a:lnTo>
                <a:lnTo>
                  <a:pt x="6" y="584"/>
                </a:lnTo>
                <a:lnTo>
                  <a:pt x="4" y="604"/>
                </a:lnTo>
                <a:lnTo>
                  <a:pt x="4" y="623"/>
                </a:lnTo>
                <a:lnTo>
                  <a:pt x="4" y="643"/>
                </a:lnTo>
                <a:lnTo>
                  <a:pt x="6" y="662"/>
                </a:lnTo>
                <a:lnTo>
                  <a:pt x="8" y="682"/>
                </a:lnTo>
                <a:lnTo>
                  <a:pt x="11" y="701"/>
                </a:lnTo>
                <a:lnTo>
                  <a:pt x="15" y="720"/>
                </a:lnTo>
                <a:lnTo>
                  <a:pt x="20" y="739"/>
                </a:lnTo>
                <a:lnTo>
                  <a:pt x="26" y="758"/>
                </a:lnTo>
                <a:lnTo>
                  <a:pt x="32" y="777"/>
                </a:lnTo>
                <a:lnTo>
                  <a:pt x="40" y="796"/>
                </a:lnTo>
                <a:lnTo>
                  <a:pt x="48" y="815"/>
                </a:lnTo>
                <a:lnTo>
                  <a:pt x="58" y="833"/>
                </a:lnTo>
                <a:lnTo>
                  <a:pt x="68" y="851"/>
                </a:lnTo>
                <a:lnTo>
                  <a:pt x="79" y="869"/>
                </a:lnTo>
                <a:lnTo>
                  <a:pt x="91" y="887"/>
                </a:lnTo>
                <a:lnTo>
                  <a:pt x="103" y="905"/>
                </a:lnTo>
                <a:lnTo>
                  <a:pt x="116" y="922"/>
                </a:lnTo>
                <a:lnTo>
                  <a:pt x="131" y="939"/>
                </a:lnTo>
                <a:lnTo>
                  <a:pt x="146" y="955"/>
                </a:lnTo>
                <a:lnTo>
                  <a:pt x="161" y="972"/>
                </a:lnTo>
                <a:lnTo>
                  <a:pt x="178" y="988"/>
                </a:lnTo>
                <a:lnTo>
                  <a:pt x="195" y="1003"/>
                </a:lnTo>
                <a:lnTo>
                  <a:pt x="213" y="1018"/>
                </a:lnTo>
                <a:lnTo>
                  <a:pt x="231" y="1033"/>
                </a:lnTo>
                <a:lnTo>
                  <a:pt x="251" y="1047"/>
                </a:lnTo>
                <a:lnTo>
                  <a:pt x="271" y="1061"/>
                </a:lnTo>
                <a:lnTo>
                  <a:pt x="291" y="1075"/>
                </a:lnTo>
                <a:lnTo>
                  <a:pt x="312" y="1088"/>
                </a:lnTo>
                <a:lnTo>
                  <a:pt x="334" y="1101"/>
                </a:lnTo>
                <a:lnTo>
                  <a:pt x="356" y="1113"/>
                </a:lnTo>
                <a:lnTo>
                  <a:pt x="379" y="1125"/>
                </a:lnTo>
                <a:lnTo>
                  <a:pt x="403" y="1136"/>
                </a:lnTo>
                <a:lnTo>
                  <a:pt x="427" y="1146"/>
                </a:lnTo>
                <a:lnTo>
                  <a:pt x="451" y="1157"/>
                </a:lnTo>
                <a:lnTo>
                  <a:pt x="476" y="1166"/>
                </a:lnTo>
                <a:lnTo>
                  <a:pt x="501" y="1175"/>
                </a:lnTo>
                <a:lnTo>
                  <a:pt x="527" y="1184"/>
                </a:lnTo>
                <a:lnTo>
                  <a:pt x="553" y="1192"/>
                </a:lnTo>
                <a:lnTo>
                  <a:pt x="579" y="1199"/>
                </a:lnTo>
                <a:lnTo>
                  <a:pt x="606" y="1206"/>
                </a:lnTo>
                <a:lnTo>
                  <a:pt x="633" y="1213"/>
                </a:lnTo>
                <a:lnTo>
                  <a:pt x="660" y="1218"/>
                </a:lnTo>
                <a:lnTo>
                  <a:pt x="688" y="1223"/>
                </a:lnTo>
                <a:lnTo>
                  <a:pt x="716" y="1228"/>
                </a:lnTo>
                <a:lnTo>
                  <a:pt x="744" y="1232"/>
                </a:lnTo>
                <a:lnTo>
                  <a:pt x="772" y="1235"/>
                </a:lnTo>
                <a:lnTo>
                  <a:pt x="800" y="1238"/>
                </a:lnTo>
                <a:lnTo>
                  <a:pt x="829" y="1240"/>
                </a:lnTo>
                <a:lnTo>
                  <a:pt x="857" y="1242"/>
                </a:lnTo>
                <a:lnTo>
                  <a:pt x="886" y="1243"/>
                </a:lnTo>
                <a:lnTo>
                  <a:pt x="914" y="1243"/>
                </a:lnTo>
                <a:lnTo>
                  <a:pt x="943" y="1243"/>
                </a:lnTo>
                <a:lnTo>
                  <a:pt x="972" y="1242"/>
                </a:lnTo>
                <a:lnTo>
                  <a:pt x="1000" y="1240"/>
                </a:lnTo>
                <a:lnTo>
                  <a:pt x="1029" y="1238"/>
                </a:lnTo>
                <a:lnTo>
                  <a:pt x="1057" y="1235"/>
                </a:lnTo>
                <a:lnTo>
                  <a:pt x="1085" y="1232"/>
                </a:lnTo>
                <a:lnTo>
                  <a:pt x="1113" y="1228"/>
                </a:lnTo>
                <a:lnTo>
                  <a:pt x="1141" y="1223"/>
                </a:lnTo>
                <a:lnTo>
                  <a:pt x="1169" y="1218"/>
                </a:lnTo>
                <a:lnTo>
                  <a:pt x="1196" y="1213"/>
                </a:lnTo>
                <a:lnTo>
                  <a:pt x="1223" y="1206"/>
                </a:lnTo>
                <a:lnTo>
                  <a:pt x="1250" y="1199"/>
                </a:lnTo>
                <a:lnTo>
                  <a:pt x="1276" y="1192"/>
                </a:lnTo>
                <a:lnTo>
                  <a:pt x="1302" y="1184"/>
                </a:lnTo>
                <a:lnTo>
                  <a:pt x="1328" y="1175"/>
                </a:lnTo>
                <a:lnTo>
                  <a:pt x="1353" y="1166"/>
                </a:lnTo>
                <a:lnTo>
                  <a:pt x="1379" y="1157"/>
                </a:lnTo>
                <a:lnTo>
                  <a:pt x="1403" y="1146"/>
                </a:lnTo>
                <a:lnTo>
                  <a:pt x="1427" y="1136"/>
                </a:lnTo>
                <a:lnTo>
                  <a:pt x="1451" y="1125"/>
                </a:lnTo>
                <a:lnTo>
                  <a:pt x="1474" y="1113"/>
                </a:lnTo>
                <a:lnTo>
                  <a:pt x="1496" y="1101"/>
                </a:lnTo>
                <a:lnTo>
                  <a:pt x="1518" y="1088"/>
                </a:lnTo>
                <a:lnTo>
                  <a:pt x="1539" y="1075"/>
                </a:lnTo>
                <a:lnTo>
                  <a:pt x="1559" y="1061"/>
                </a:lnTo>
                <a:lnTo>
                  <a:pt x="1579" y="1047"/>
                </a:lnTo>
                <a:lnTo>
                  <a:pt x="1599" y="1033"/>
                </a:lnTo>
                <a:lnTo>
                  <a:pt x="1617" y="1018"/>
                </a:lnTo>
                <a:lnTo>
                  <a:pt x="1635" y="1003"/>
                </a:lnTo>
                <a:lnTo>
                  <a:pt x="1652" y="988"/>
                </a:lnTo>
                <a:lnTo>
                  <a:pt x="1669" y="972"/>
                </a:lnTo>
                <a:lnTo>
                  <a:pt x="1684" y="955"/>
                </a:lnTo>
                <a:lnTo>
                  <a:pt x="1699" y="939"/>
                </a:lnTo>
                <a:lnTo>
                  <a:pt x="1713" y="922"/>
                </a:lnTo>
                <a:lnTo>
                  <a:pt x="1727" y="905"/>
                </a:lnTo>
                <a:lnTo>
                  <a:pt x="1739" y="887"/>
                </a:lnTo>
                <a:lnTo>
                  <a:pt x="1751" y="869"/>
                </a:lnTo>
                <a:lnTo>
                  <a:pt x="1762" y="851"/>
                </a:lnTo>
                <a:lnTo>
                  <a:pt x="1772" y="833"/>
                </a:lnTo>
                <a:lnTo>
                  <a:pt x="1782" y="815"/>
                </a:lnTo>
                <a:lnTo>
                  <a:pt x="1790" y="796"/>
                </a:lnTo>
                <a:lnTo>
                  <a:pt x="1798" y="777"/>
                </a:lnTo>
                <a:lnTo>
                  <a:pt x="1804" y="758"/>
                </a:lnTo>
                <a:lnTo>
                  <a:pt x="1810" y="739"/>
                </a:lnTo>
                <a:lnTo>
                  <a:pt x="1815" y="720"/>
                </a:lnTo>
                <a:lnTo>
                  <a:pt x="1819" y="701"/>
                </a:lnTo>
                <a:lnTo>
                  <a:pt x="1822" y="682"/>
                </a:lnTo>
                <a:lnTo>
                  <a:pt x="1824" y="662"/>
                </a:lnTo>
                <a:lnTo>
                  <a:pt x="1826" y="643"/>
                </a:lnTo>
                <a:lnTo>
                  <a:pt x="1826" y="623"/>
                </a:lnTo>
                <a:moveTo>
                  <a:pt x="1830" y="623"/>
                </a:moveTo>
                <a:lnTo>
                  <a:pt x="1829" y="643"/>
                </a:lnTo>
                <a:lnTo>
                  <a:pt x="1828" y="662"/>
                </a:lnTo>
                <a:lnTo>
                  <a:pt x="1826" y="682"/>
                </a:lnTo>
                <a:lnTo>
                  <a:pt x="1823" y="701"/>
                </a:lnTo>
                <a:lnTo>
                  <a:pt x="1819" y="721"/>
                </a:lnTo>
                <a:lnTo>
                  <a:pt x="1814" y="740"/>
                </a:lnTo>
                <a:lnTo>
                  <a:pt x="1808" y="759"/>
                </a:lnTo>
                <a:lnTo>
                  <a:pt x="1801" y="778"/>
                </a:lnTo>
                <a:lnTo>
                  <a:pt x="1794" y="797"/>
                </a:lnTo>
                <a:lnTo>
                  <a:pt x="1785" y="816"/>
                </a:lnTo>
                <a:lnTo>
                  <a:pt x="1776" y="834"/>
                </a:lnTo>
                <a:lnTo>
                  <a:pt x="1766" y="852"/>
                </a:lnTo>
                <a:lnTo>
                  <a:pt x="1755" y="870"/>
                </a:lnTo>
                <a:lnTo>
                  <a:pt x="1743" y="888"/>
                </a:lnTo>
                <a:lnTo>
                  <a:pt x="1730" y="906"/>
                </a:lnTo>
                <a:lnTo>
                  <a:pt x="1717" y="923"/>
                </a:lnTo>
                <a:lnTo>
                  <a:pt x="1703" y="940"/>
                </a:lnTo>
                <a:lnTo>
                  <a:pt x="1688" y="957"/>
                </a:lnTo>
                <a:lnTo>
                  <a:pt x="1672" y="973"/>
                </a:lnTo>
                <a:lnTo>
                  <a:pt x="1655" y="989"/>
                </a:lnTo>
                <a:lnTo>
                  <a:pt x="1638" y="1005"/>
                </a:lnTo>
                <a:lnTo>
                  <a:pt x="1620" y="1020"/>
                </a:lnTo>
                <a:lnTo>
                  <a:pt x="1601" y="1035"/>
                </a:lnTo>
                <a:lnTo>
                  <a:pt x="1582" y="1049"/>
                </a:lnTo>
                <a:lnTo>
                  <a:pt x="1562" y="1063"/>
                </a:lnTo>
                <a:lnTo>
                  <a:pt x="1541" y="1077"/>
                </a:lnTo>
                <a:lnTo>
                  <a:pt x="1520" y="1090"/>
                </a:lnTo>
                <a:lnTo>
                  <a:pt x="1498" y="1103"/>
                </a:lnTo>
                <a:lnTo>
                  <a:pt x="1476" y="1115"/>
                </a:lnTo>
                <a:lnTo>
                  <a:pt x="1453" y="1127"/>
                </a:lnTo>
                <a:lnTo>
                  <a:pt x="1429" y="1138"/>
                </a:lnTo>
                <a:lnTo>
                  <a:pt x="1405" y="1149"/>
                </a:lnTo>
                <a:lnTo>
                  <a:pt x="1381" y="1159"/>
                </a:lnTo>
                <a:lnTo>
                  <a:pt x="1355" y="1169"/>
                </a:lnTo>
                <a:lnTo>
                  <a:pt x="1330" y="1178"/>
                </a:lnTo>
                <a:lnTo>
                  <a:pt x="1304" y="1186"/>
                </a:lnTo>
                <a:lnTo>
                  <a:pt x="1278" y="1194"/>
                </a:lnTo>
                <a:lnTo>
                  <a:pt x="1251" y="1202"/>
                </a:lnTo>
                <a:lnTo>
                  <a:pt x="1224" y="1209"/>
                </a:lnTo>
                <a:lnTo>
                  <a:pt x="1197" y="1215"/>
                </a:lnTo>
                <a:lnTo>
                  <a:pt x="1170" y="1221"/>
                </a:lnTo>
                <a:lnTo>
                  <a:pt x="1142" y="1226"/>
                </a:lnTo>
                <a:lnTo>
                  <a:pt x="1114" y="1231"/>
                </a:lnTo>
                <a:lnTo>
                  <a:pt x="1086" y="1235"/>
                </a:lnTo>
                <a:lnTo>
                  <a:pt x="1058" y="1238"/>
                </a:lnTo>
                <a:lnTo>
                  <a:pt x="1029" y="1241"/>
                </a:lnTo>
                <a:lnTo>
                  <a:pt x="1001" y="1243"/>
                </a:lnTo>
                <a:lnTo>
                  <a:pt x="972" y="1244"/>
                </a:lnTo>
                <a:lnTo>
                  <a:pt x="943" y="1245"/>
                </a:lnTo>
                <a:lnTo>
                  <a:pt x="914" y="1246"/>
                </a:lnTo>
                <a:lnTo>
                  <a:pt x="886" y="1245"/>
                </a:lnTo>
                <a:lnTo>
                  <a:pt x="857" y="1244"/>
                </a:lnTo>
                <a:lnTo>
                  <a:pt x="828" y="1243"/>
                </a:lnTo>
                <a:lnTo>
                  <a:pt x="800" y="1241"/>
                </a:lnTo>
                <a:lnTo>
                  <a:pt x="771" y="1238"/>
                </a:lnTo>
                <a:lnTo>
                  <a:pt x="743" y="1235"/>
                </a:lnTo>
                <a:lnTo>
                  <a:pt x="715" y="1231"/>
                </a:lnTo>
                <a:lnTo>
                  <a:pt x="687" y="1226"/>
                </a:lnTo>
                <a:lnTo>
                  <a:pt x="659" y="1221"/>
                </a:lnTo>
                <a:lnTo>
                  <a:pt x="632" y="1215"/>
                </a:lnTo>
                <a:lnTo>
                  <a:pt x="605" y="1209"/>
                </a:lnTo>
                <a:lnTo>
                  <a:pt x="578" y="1202"/>
                </a:lnTo>
                <a:lnTo>
                  <a:pt x="551" y="1194"/>
                </a:lnTo>
                <a:lnTo>
                  <a:pt x="525" y="1186"/>
                </a:lnTo>
                <a:lnTo>
                  <a:pt x="499" y="1178"/>
                </a:lnTo>
                <a:lnTo>
                  <a:pt x="474" y="1169"/>
                </a:lnTo>
                <a:lnTo>
                  <a:pt x="449" y="1159"/>
                </a:lnTo>
                <a:lnTo>
                  <a:pt x="425" y="1149"/>
                </a:lnTo>
                <a:lnTo>
                  <a:pt x="401" y="1138"/>
                </a:lnTo>
                <a:lnTo>
                  <a:pt x="377" y="1127"/>
                </a:lnTo>
                <a:lnTo>
                  <a:pt x="354" y="1115"/>
                </a:lnTo>
                <a:lnTo>
                  <a:pt x="332" y="1103"/>
                </a:lnTo>
                <a:lnTo>
                  <a:pt x="310" y="1090"/>
                </a:lnTo>
                <a:lnTo>
                  <a:pt x="289" y="1077"/>
                </a:lnTo>
                <a:lnTo>
                  <a:pt x="268" y="1063"/>
                </a:lnTo>
                <a:lnTo>
                  <a:pt x="248" y="1049"/>
                </a:lnTo>
                <a:lnTo>
                  <a:pt x="229" y="1035"/>
                </a:lnTo>
                <a:lnTo>
                  <a:pt x="210" y="1020"/>
                </a:lnTo>
                <a:lnTo>
                  <a:pt x="192" y="1005"/>
                </a:lnTo>
                <a:lnTo>
                  <a:pt x="175" y="989"/>
                </a:lnTo>
                <a:lnTo>
                  <a:pt x="158" y="973"/>
                </a:lnTo>
                <a:lnTo>
                  <a:pt x="142" y="957"/>
                </a:lnTo>
                <a:lnTo>
                  <a:pt x="127" y="940"/>
                </a:lnTo>
                <a:lnTo>
                  <a:pt x="113" y="923"/>
                </a:lnTo>
                <a:lnTo>
                  <a:pt x="100" y="906"/>
                </a:lnTo>
                <a:lnTo>
                  <a:pt x="87" y="888"/>
                </a:lnTo>
                <a:lnTo>
                  <a:pt x="75" y="870"/>
                </a:lnTo>
                <a:lnTo>
                  <a:pt x="64" y="852"/>
                </a:lnTo>
                <a:lnTo>
                  <a:pt x="54" y="834"/>
                </a:lnTo>
                <a:lnTo>
                  <a:pt x="45" y="816"/>
                </a:lnTo>
                <a:lnTo>
                  <a:pt x="36" y="797"/>
                </a:lnTo>
                <a:lnTo>
                  <a:pt x="29" y="778"/>
                </a:lnTo>
                <a:lnTo>
                  <a:pt x="22" y="759"/>
                </a:lnTo>
                <a:lnTo>
                  <a:pt x="16" y="740"/>
                </a:lnTo>
                <a:lnTo>
                  <a:pt x="11" y="721"/>
                </a:lnTo>
                <a:lnTo>
                  <a:pt x="7" y="701"/>
                </a:lnTo>
                <a:lnTo>
                  <a:pt x="4" y="682"/>
                </a:lnTo>
                <a:lnTo>
                  <a:pt x="2" y="662"/>
                </a:lnTo>
                <a:lnTo>
                  <a:pt x="1" y="643"/>
                </a:lnTo>
                <a:lnTo>
                  <a:pt x="0" y="623"/>
                </a:lnTo>
                <a:lnTo>
                  <a:pt x="1" y="604"/>
                </a:lnTo>
                <a:lnTo>
                  <a:pt x="2" y="584"/>
                </a:lnTo>
                <a:lnTo>
                  <a:pt x="4" y="565"/>
                </a:lnTo>
                <a:lnTo>
                  <a:pt x="7" y="544"/>
                </a:lnTo>
                <a:lnTo>
                  <a:pt x="11" y="525"/>
                </a:lnTo>
                <a:lnTo>
                  <a:pt x="16" y="506"/>
                </a:lnTo>
                <a:lnTo>
                  <a:pt x="22" y="487"/>
                </a:lnTo>
                <a:lnTo>
                  <a:pt x="29" y="467"/>
                </a:lnTo>
                <a:lnTo>
                  <a:pt x="36" y="449"/>
                </a:lnTo>
                <a:lnTo>
                  <a:pt x="45" y="430"/>
                </a:lnTo>
                <a:lnTo>
                  <a:pt x="54" y="411"/>
                </a:lnTo>
                <a:lnTo>
                  <a:pt x="64" y="393"/>
                </a:lnTo>
                <a:lnTo>
                  <a:pt x="75" y="375"/>
                </a:lnTo>
                <a:lnTo>
                  <a:pt x="87" y="357"/>
                </a:lnTo>
                <a:lnTo>
                  <a:pt x="100" y="340"/>
                </a:lnTo>
                <a:lnTo>
                  <a:pt x="113" y="322"/>
                </a:lnTo>
                <a:lnTo>
                  <a:pt x="127" y="305"/>
                </a:lnTo>
                <a:lnTo>
                  <a:pt x="142" y="289"/>
                </a:lnTo>
                <a:lnTo>
                  <a:pt x="158" y="272"/>
                </a:lnTo>
                <a:lnTo>
                  <a:pt x="175" y="256"/>
                </a:lnTo>
                <a:lnTo>
                  <a:pt x="192" y="241"/>
                </a:lnTo>
                <a:lnTo>
                  <a:pt x="210" y="226"/>
                </a:lnTo>
                <a:lnTo>
                  <a:pt x="229" y="211"/>
                </a:lnTo>
                <a:lnTo>
                  <a:pt x="248" y="196"/>
                </a:lnTo>
                <a:lnTo>
                  <a:pt x="268" y="182"/>
                </a:lnTo>
                <a:lnTo>
                  <a:pt x="289" y="169"/>
                </a:lnTo>
                <a:lnTo>
                  <a:pt x="310" y="155"/>
                </a:lnTo>
                <a:lnTo>
                  <a:pt x="332" y="143"/>
                </a:lnTo>
                <a:lnTo>
                  <a:pt x="354" y="131"/>
                </a:lnTo>
                <a:lnTo>
                  <a:pt x="377" y="119"/>
                </a:lnTo>
                <a:lnTo>
                  <a:pt x="401" y="108"/>
                </a:lnTo>
                <a:lnTo>
                  <a:pt x="425" y="97"/>
                </a:lnTo>
                <a:lnTo>
                  <a:pt x="449" y="87"/>
                </a:lnTo>
                <a:lnTo>
                  <a:pt x="474" y="77"/>
                </a:lnTo>
                <a:lnTo>
                  <a:pt x="499" y="68"/>
                </a:lnTo>
                <a:lnTo>
                  <a:pt x="525" y="59"/>
                </a:lnTo>
                <a:lnTo>
                  <a:pt x="551" y="51"/>
                </a:lnTo>
                <a:lnTo>
                  <a:pt x="578" y="44"/>
                </a:lnTo>
                <a:lnTo>
                  <a:pt x="605" y="37"/>
                </a:lnTo>
                <a:lnTo>
                  <a:pt x="632" y="30"/>
                </a:lnTo>
                <a:lnTo>
                  <a:pt x="659" y="25"/>
                </a:lnTo>
                <a:lnTo>
                  <a:pt x="687" y="20"/>
                </a:lnTo>
                <a:lnTo>
                  <a:pt x="715" y="15"/>
                </a:lnTo>
                <a:lnTo>
                  <a:pt x="743" y="11"/>
                </a:lnTo>
                <a:lnTo>
                  <a:pt x="771" y="8"/>
                </a:lnTo>
                <a:lnTo>
                  <a:pt x="800" y="5"/>
                </a:lnTo>
                <a:lnTo>
                  <a:pt x="828" y="3"/>
                </a:lnTo>
                <a:lnTo>
                  <a:pt x="857" y="1"/>
                </a:lnTo>
                <a:lnTo>
                  <a:pt x="886" y="0"/>
                </a:lnTo>
                <a:lnTo>
                  <a:pt x="914" y="0"/>
                </a:lnTo>
                <a:lnTo>
                  <a:pt x="943" y="0"/>
                </a:lnTo>
                <a:lnTo>
                  <a:pt x="972" y="1"/>
                </a:lnTo>
                <a:lnTo>
                  <a:pt x="1001" y="3"/>
                </a:lnTo>
                <a:lnTo>
                  <a:pt x="1029" y="5"/>
                </a:lnTo>
                <a:lnTo>
                  <a:pt x="1058" y="8"/>
                </a:lnTo>
                <a:lnTo>
                  <a:pt x="1086" y="11"/>
                </a:lnTo>
                <a:lnTo>
                  <a:pt x="1114" y="15"/>
                </a:lnTo>
                <a:lnTo>
                  <a:pt x="1142" y="20"/>
                </a:lnTo>
                <a:lnTo>
                  <a:pt x="1170" y="25"/>
                </a:lnTo>
                <a:lnTo>
                  <a:pt x="1197" y="30"/>
                </a:lnTo>
                <a:lnTo>
                  <a:pt x="1224" y="37"/>
                </a:lnTo>
                <a:lnTo>
                  <a:pt x="1251" y="44"/>
                </a:lnTo>
                <a:lnTo>
                  <a:pt x="1278" y="51"/>
                </a:lnTo>
                <a:lnTo>
                  <a:pt x="1304" y="59"/>
                </a:lnTo>
                <a:lnTo>
                  <a:pt x="1330" y="68"/>
                </a:lnTo>
                <a:lnTo>
                  <a:pt x="1355" y="77"/>
                </a:lnTo>
                <a:lnTo>
                  <a:pt x="1381" y="87"/>
                </a:lnTo>
                <a:lnTo>
                  <a:pt x="1405" y="97"/>
                </a:lnTo>
                <a:lnTo>
                  <a:pt x="1429" y="108"/>
                </a:lnTo>
                <a:lnTo>
                  <a:pt x="1453" y="119"/>
                </a:lnTo>
                <a:lnTo>
                  <a:pt x="1476" y="131"/>
                </a:lnTo>
                <a:lnTo>
                  <a:pt x="1498" y="143"/>
                </a:lnTo>
                <a:lnTo>
                  <a:pt x="1520" y="155"/>
                </a:lnTo>
                <a:lnTo>
                  <a:pt x="1541" y="169"/>
                </a:lnTo>
                <a:lnTo>
                  <a:pt x="1562" y="182"/>
                </a:lnTo>
                <a:lnTo>
                  <a:pt x="1582" y="196"/>
                </a:lnTo>
                <a:lnTo>
                  <a:pt x="1601" y="211"/>
                </a:lnTo>
                <a:lnTo>
                  <a:pt x="1620" y="226"/>
                </a:lnTo>
                <a:lnTo>
                  <a:pt x="1638" y="241"/>
                </a:lnTo>
                <a:lnTo>
                  <a:pt x="1655" y="256"/>
                </a:lnTo>
                <a:lnTo>
                  <a:pt x="1672" y="272"/>
                </a:lnTo>
                <a:lnTo>
                  <a:pt x="1688" y="289"/>
                </a:lnTo>
                <a:lnTo>
                  <a:pt x="1703" y="305"/>
                </a:lnTo>
                <a:lnTo>
                  <a:pt x="1717" y="322"/>
                </a:lnTo>
                <a:lnTo>
                  <a:pt x="1730" y="340"/>
                </a:lnTo>
                <a:lnTo>
                  <a:pt x="1743" y="357"/>
                </a:lnTo>
                <a:lnTo>
                  <a:pt x="1755" y="375"/>
                </a:lnTo>
                <a:lnTo>
                  <a:pt x="1766" y="393"/>
                </a:lnTo>
                <a:lnTo>
                  <a:pt x="1776" y="411"/>
                </a:lnTo>
                <a:lnTo>
                  <a:pt x="1785" y="430"/>
                </a:lnTo>
                <a:lnTo>
                  <a:pt x="1794" y="449"/>
                </a:lnTo>
                <a:lnTo>
                  <a:pt x="1801" y="467"/>
                </a:lnTo>
                <a:lnTo>
                  <a:pt x="1808" y="487"/>
                </a:lnTo>
                <a:lnTo>
                  <a:pt x="1814" y="506"/>
                </a:lnTo>
                <a:lnTo>
                  <a:pt x="1819" y="525"/>
                </a:lnTo>
                <a:lnTo>
                  <a:pt x="1823" y="544"/>
                </a:lnTo>
                <a:lnTo>
                  <a:pt x="1826" y="565"/>
                </a:lnTo>
                <a:lnTo>
                  <a:pt x="1828" y="584"/>
                </a:lnTo>
                <a:lnTo>
                  <a:pt x="1829" y="604"/>
                </a:lnTo>
                <a:lnTo>
                  <a:pt x="1830" y="623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5" name=""/>
          <p:cNvSpPr/>
          <p:nvPr/>
        </p:nvSpPr>
        <p:spPr>
          <a:xfrm>
            <a:off x="7728840" y="2712240"/>
            <a:ext cx="661680" cy="450360"/>
          </a:xfrm>
          <a:custGeom>
            <a:avLst/>
            <a:gdLst/>
            <a:ahLst/>
            <a:rect l="0" t="0" r="r" b="b"/>
            <a:pathLst>
              <a:path w="1838" h="1251">
                <a:moveTo>
                  <a:pt x="1834" y="626"/>
                </a:moveTo>
                <a:lnTo>
                  <a:pt x="1833" y="607"/>
                </a:lnTo>
                <a:lnTo>
                  <a:pt x="1832" y="587"/>
                </a:lnTo>
                <a:lnTo>
                  <a:pt x="1830" y="567"/>
                </a:lnTo>
                <a:lnTo>
                  <a:pt x="1827" y="547"/>
                </a:lnTo>
                <a:lnTo>
                  <a:pt x="1823" y="528"/>
                </a:lnTo>
                <a:lnTo>
                  <a:pt x="1818" y="509"/>
                </a:lnTo>
                <a:lnTo>
                  <a:pt x="1812" y="490"/>
                </a:lnTo>
                <a:lnTo>
                  <a:pt x="1805" y="470"/>
                </a:lnTo>
                <a:lnTo>
                  <a:pt x="1798" y="452"/>
                </a:lnTo>
                <a:lnTo>
                  <a:pt x="1789" y="433"/>
                </a:lnTo>
                <a:lnTo>
                  <a:pt x="1780" y="414"/>
                </a:lnTo>
                <a:lnTo>
                  <a:pt x="1770" y="396"/>
                </a:lnTo>
                <a:lnTo>
                  <a:pt x="1759" y="378"/>
                </a:lnTo>
                <a:lnTo>
                  <a:pt x="1747" y="360"/>
                </a:lnTo>
                <a:lnTo>
                  <a:pt x="1734" y="343"/>
                </a:lnTo>
                <a:lnTo>
                  <a:pt x="1721" y="325"/>
                </a:lnTo>
                <a:lnTo>
                  <a:pt x="1707" y="308"/>
                </a:lnTo>
                <a:lnTo>
                  <a:pt x="1692" y="292"/>
                </a:lnTo>
                <a:lnTo>
                  <a:pt x="1676" y="275"/>
                </a:lnTo>
                <a:lnTo>
                  <a:pt x="1659" y="259"/>
                </a:lnTo>
                <a:lnTo>
                  <a:pt x="1642" y="244"/>
                </a:lnTo>
                <a:lnTo>
                  <a:pt x="1624" y="229"/>
                </a:lnTo>
                <a:lnTo>
                  <a:pt x="1605" y="214"/>
                </a:lnTo>
                <a:lnTo>
                  <a:pt x="1586" y="199"/>
                </a:lnTo>
                <a:lnTo>
                  <a:pt x="1566" y="185"/>
                </a:lnTo>
                <a:lnTo>
                  <a:pt x="1545" y="172"/>
                </a:lnTo>
                <a:lnTo>
                  <a:pt x="1524" y="158"/>
                </a:lnTo>
                <a:lnTo>
                  <a:pt x="1502" y="146"/>
                </a:lnTo>
                <a:lnTo>
                  <a:pt x="1479" y="134"/>
                </a:lnTo>
                <a:lnTo>
                  <a:pt x="1456" y="122"/>
                </a:lnTo>
                <a:lnTo>
                  <a:pt x="1432" y="111"/>
                </a:lnTo>
                <a:lnTo>
                  <a:pt x="1408" y="100"/>
                </a:lnTo>
                <a:lnTo>
                  <a:pt x="1384" y="90"/>
                </a:lnTo>
                <a:lnTo>
                  <a:pt x="1359" y="80"/>
                </a:lnTo>
                <a:lnTo>
                  <a:pt x="1334" y="71"/>
                </a:lnTo>
                <a:lnTo>
                  <a:pt x="1308" y="62"/>
                </a:lnTo>
                <a:lnTo>
                  <a:pt x="1282" y="54"/>
                </a:lnTo>
                <a:lnTo>
                  <a:pt x="1255" y="47"/>
                </a:lnTo>
                <a:lnTo>
                  <a:pt x="1228" y="40"/>
                </a:lnTo>
                <a:lnTo>
                  <a:pt x="1201" y="33"/>
                </a:lnTo>
                <a:lnTo>
                  <a:pt x="1174" y="28"/>
                </a:lnTo>
                <a:lnTo>
                  <a:pt x="1146" y="23"/>
                </a:lnTo>
                <a:lnTo>
                  <a:pt x="1118" y="18"/>
                </a:lnTo>
                <a:lnTo>
                  <a:pt x="1090" y="14"/>
                </a:lnTo>
                <a:lnTo>
                  <a:pt x="1062" y="11"/>
                </a:lnTo>
                <a:lnTo>
                  <a:pt x="1033" y="8"/>
                </a:lnTo>
                <a:lnTo>
                  <a:pt x="1005" y="6"/>
                </a:lnTo>
                <a:lnTo>
                  <a:pt x="976" y="4"/>
                </a:lnTo>
                <a:lnTo>
                  <a:pt x="947" y="3"/>
                </a:lnTo>
                <a:lnTo>
                  <a:pt x="918" y="3"/>
                </a:lnTo>
                <a:lnTo>
                  <a:pt x="890" y="3"/>
                </a:lnTo>
                <a:lnTo>
                  <a:pt x="861" y="4"/>
                </a:lnTo>
                <a:lnTo>
                  <a:pt x="832" y="6"/>
                </a:lnTo>
                <a:lnTo>
                  <a:pt x="804" y="8"/>
                </a:lnTo>
                <a:lnTo>
                  <a:pt x="775" y="11"/>
                </a:lnTo>
                <a:lnTo>
                  <a:pt x="747" y="14"/>
                </a:lnTo>
                <a:lnTo>
                  <a:pt x="719" y="18"/>
                </a:lnTo>
                <a:lnTo>
                  <a:pt x="691" y="23"/>
                </a:lnTo>
                <a:lnTo>
                  <a:pt x="663" y="28"/>
                </a:lnTo>
                <a:lnTo>
                  <a:pt x="636" y="33"/>
                </a:lnTo>
                <a:lnTo>
                  <a:pt x="609" y="40"/>
                </a:lnTo>
                <a:lnTo>
                  <a:pt x="582" y="47"/>
                </a:lnTo>
                <a:lnTo>
                  <a:pt x="555" y="54"/>
                </a:lnTo>
                <a:lnTo>
                  <a:pt x="529" y="62"/>
                </a:lnTo>
                <a:lnTo>
                  <a:pt x="503" y="71"/>
                </a:lnTo>
                <a:lnTo>
                  <a:pt x="478" y="80"/>
                </a:lnTo>
                <a:lnTo>
                  <a:pt x="453" y="90"/>
                </a:lnTo>
                <a:lnTo>
                  <a:pt x="429" y="100"/>
                </a:lnTo>
                <a:lnTo>
                  <a:pt x="405" y="111"/>
                </a:lnTo>
                <a:lnTo>
                  <a:pt x="381" y="122"/>
                </a:lnTo>
                <a:lnTo>
                  <a:pt x="358" y="134"/>
                </a:lnTo>
                <a:lnTo>
                  <a:pt x="336" y="146"/>
                </a:lnTo>
                <a:lnTo>
                  <a:pt x="314" y="158"/>
                </a:lnTo>
                <a:lnTo>
                  <a:pt x="293" y="172"/>
                </a:lnTo>
                <a:lnTo>
                  <a:pt x="272" y="185"/>
                </a:lnTo>
                <a:lnTo>
                  <a:pt x="252" y="199"/>
                </a:lnTo>
                <a:lnTo>
                  <a:pt x="233" y="214"/>
                </a:lnTo>
                <a:lnTo>
                  <a:pt x="214" y="229"/>
                </a:lnTo>
                <a:lnTo>
                  <a:pt x="196" y="244"/>
                </a:lnTo>
                <a:lnTo>
                  <a:pt x="179" y="259"/>
                </a:lnTo>
                <a:lnTo>
                  <a:pt x="162" y="275"/>
                </a:lnTo>
                <a:lnTo>
                  <a:pt x="146" y="292"/>
                </a:lnTo>
                <a:lnTo>
                  <a:pt x="131" y="308"/>
                </a:lnTo>
                <a:lnTo>
                  <a:pt x="117" y="325"/>
                </a:lnTo>
                <a:lnTo>
                  <a:pt x="104" y="343"/>
                </a:lnTo>
                <a:lnTo>
                  <a:pt x="91" y="360"/>
                </a:lnTo>
                <a:lnTo>
                  <a:pt x="79" y="378"/>
                </a:lnTo>
                <a:lnTo>
                  <a:pt x="68" y="396"/>
                </a:lnTo>
                <a:lnTo>
                  <a:pt x="58" y="414"/>
                </a:lnTo>
                <a:lnTo>
                  <a:pt x="49" y="433"/>
                </a:lnTo>
                <a:lnTo>
                  <a:pt x="40" y="452"/>
                </a:lnTo>
                <a:lnTo>
                  <a:pt x="33" y="470"/>
                </a:lnTo>
                <a:lnTo>
                  <a:pt x="26" y="490"/>
                </a:lnTo>
                <a:lnTo>
                  <a:pt x="20" y="509"/>
                </a:lnTo>
                <a:lnTo>
                  <a:pt x="15" y="528"/>
                </a:lnTo>
                <a:lnTo>
                  <a:pt x="11" y="547"/>
                </a:lnTo>
                <a:lnTo>
                  <a:pt x="8" y="567"/>
                </a:lnTo>
                <a:lnTo>
                  <a:pt x="6" y="587"/>
                </a:lnTo>
                <a:lnTo>
                  <a:pt x="5" y="607"/>
                </a:lnTo>
                <a:lnTo>
                  <a:pt x="4" y="626"/>
                </a:lnTo>
                <a:lnTo>
                  <a:pt x="5" y="646"/>
                </a:lnTo>
                <a:lnTo>
                  <a:pt x="6" y="665"/>
                </a:lnTo>
                <a:lnTo>
                  <a:pt x="8" y="685"/>
                </a:lnTo>
                <a:lnTo>
                  <a:pt x="11" y="704"/>
                </a:lnTo>
                <a:lnTo>
                  <a:pt x="15" y="724"/>
                </a:lnTo>
                <a:lnTo>
                  <a:pt x="20" y="743"/>
                </a:lnTo>
                <a:lnTo>
                  <a:pt x="26" y="762"/>
                </a:lnTo>
                <a:lnTo>
                  <a:pt x="33" y="781"/>
                </a:lnTo>
                <a:lnTo>
                  <a:pt x="40" y="800"/>
                </a:lnTo>
                <a:lnTo>
                  <a:pt x="49" y="819"/>
                </a:lnTo>
                <a:lnTo>
                  <a:pt x="58" y="837"/>
                </a:lnTo>
                <a:lnTo>
                  <a:pt x="68" y="855"/>
                </a:lnTo>
                <a:lnTo>
                  <a:pt x="79" y="873"/>
                </a:lnTo>
                <a:lnTo>
                  <a:pt x="91" y="891"/>
                </a:lnTo>
                <a:lnTo>
                  <a:pt x="104" y="909"/>
                </a:lnTo>
                <a:lnTo>
                  <a:pt x="117" y="926"/>
                </a:lnTo>
                <a:lnTo>
                  <a:pt x="131" y="943"/>
                </a:lnTo>
                <a:lnTo>
                  <a:pt x="146" y="960"/>
                </a:lnTo>
                <a:lnTo>
                  <a:pt x="162" y="976"/>
                </a:lnTo>
                <a:lnTo>
                  <a:pt x="179" y="992"/>
                </a:lnTo>
                <a:lnTo>
                  <a:pt x="196" y="1008"/>
                </a:lnTo>
                <a:lnTo>
                  <a:pt x="214" y="1023"/>
                </a:lnTo>
                <a:lnTo>
                  <a:pt x="233" y="1038"/>
                </a:lnTo>
                <a:lnTo>
                  <a:pt x="252" y="1052"/>
                </a:lnTo>
                <a:lnTo>
                  <a:pt x="272" y="1066"/>
                </a:lnTo>
                <a:lnTo>
                  <a:pt x="293" y="1080"/>
                </a:lnTo>
                <a:lnTo>
                  <a:pt x="314" y="1093"/>
                </a:lnTo>
                <a:lnTo>
                  <a:pt x="336" y="1106"/>
                </a:lnTo>
                <a:lnTo>
                  <a:pt x="358" y="1118"/>
                </a:lnTo>
                <a:lnTo>
                  <a:pt x="381" y="1130"/>
                </a:lnTo>
                <a:lnTo>
                  <a:pt x="405" y="1141"/>
                </a:lnTo>
                <a:lnTo>
                  <a:pt x="429" y="1152"/>
                </a:lnTo>
                <a:lnTo>
                  <a:pt x="453" y="1162"/>
                </a:lnTo>
                <a:lnTo>
                  <a:pt x="478" y="1172"/>
                </a:lnTo>
                <a:lnTo>
                  <a:pt x="503" y="1181"/>
                </a:lnTo>
                <a:lnTo>
                  <a:pt x="529" y="1189"/>
                </a:lnTo>
                <a:lnTo>
                  <a:pt x="555" y="1197"/>
                </a:lnTo>
                <a:lnTo>
                  <a:pt x="582" y="1205"/>
                </a:lnTo>
                <a:lnTo>
                  <a:pt x="609" y="1212"/>
                </a:lnTo>
                <a:lnTo>
                  <a:pt x="636" y="1218"/>
                </a:lnTo>
                <a:lnTo>
                  <a:pt x="663" y="1224"/>
                </a:lnTo>
                <a:lnTo>
                  <a:pt x="691" y="1229"/>
                </a:lnTo>
                <a:lnTo>
                  <a:pt x="719" y="1234"/>
                </a:lnTo>
                <a:lnTo>
                  <a:pt x="747" y="1238"/>
                </a:lnTo>
                <a:lnTo>
                  <a:pt x="775" y="1241"/>
                </a:lnTo>
                <a:lnTo>
                  <a:pt x="804" y="1244"/>
                </a:lnTo>
                <a:lnTo>
                  <a:pt x="832" y="1246"/>
                </a:lnTo>
                <a:lnTo>
                  <a:pt x="861" y="1247"/>
                </a:lnTo>
                <a:lnTo>
                  <a:pt x="890" y="1248"/>
                </a:lnTo>
                <a:lnTo>
                  <a:pt x="918" y="1249"/>
                </a:lnTo>
                <a:lnTo>
                  <a:pt x="947" y="1248"/>
                </a:lnTo>
                <a:lnTo>
                  <a:pt x="976" y="1247"/>
                </a:lnTo>
                <a:lnTo>
                  <a:pt x="1005" y="1246"/>
                </a:lnTo>
                <a:lnTo>
                  <a:pt x="1033" y="1244"/>
                </a:lnTo>
                <a:lnTo>
                  <a:pt x="1062" y="1241"/>
                </a:lnTo>
                <a:lnTo>
                  <a:pt x="1090" y="1238"/>
                </a:lnTo>
                <a:lnTo>
                  <a:pt x="1118" y="1234"/>
                </a:lnTo>
                <a:lnTo>
                  <a:pt x="1146" y="1229"/>
                </a:lnTo>
                <a:lnTo>
                  <a:pt x="1174" y="1224"/>
                </a:lnTo>
                <a:lnTo>
                  <a:pt x="1201" y="1218"/>
                </a:lnTo>
                <a:lnTo>
                  <a:pt x="1228" y="1212"/>
                </a:lnTo>
                <a:lnTo>
                  <a:pt x="1255" y="1205"/>
                </a:lnTo>
                <a:lnTo>
                  <a:pt x="1282" y="1197"/>
                </a:lnTo>
                <a:lnTo>
                  <a:pt x="1308" y="1189"/>
                </a:lnTo>
                <a:lnTo>
                  <a:pt x="1334" y="1181"/>
                </a:lnTo>
                <a:lnTo>
                  <a:pt x="1359" y="1172"/>
                </a:lnTo>
                <a:lnTo>
                  <a:pt x="1384" y="1162"/>
                </a:lnTo>
                <a:lnTo>
                  <a:pt x="1408" y="1152"/>
                </a:lnTo>
                <a:lnTo>
                  <a:pt x="1432" y="1141"/>
                </a:lnTo>
                <a:lnTo>
                  <a:pt x="1456" y="1130"/>
                </a:lnTo>
                <a:lnTo>
                  <a:pt x="1479" y="1118"/>
                </a:lnTo>
                <a:lnTo>
                  <a:pt x="1502" y="1106"/>
                </a:lnTo>
                <a:lnTo>
                  <a:pt x="1524" y="1093"/>
                </a:lnTo>
                <a:lnTo>
                  <a:pt x="1545" y="1080"/>
                </a:lnTo>
                <a:lnTo>
                  <a:pt x="1566" y="1066"/>
                </a:lnTo>
                <a:lnTo>
                  <a:pt x="1586" y="1052"/>
                </a:lnTo>
                <a:lnTo>
                  <a:pt x="1605" y="1038"/>
                </a:lnTo>
                <a:lnTo>
                  <a:pt x="1624" y="1023"/>
                </a:lnTo>
                <a:lnTo>
                  <a:pt x="1642" y="1008"/>
                </a:lnTo>
                <a:lnTo>
                  <a:pt x="1659" y="992"/>
                </a:lnTo>
                <a:lnTo>
                  <a:pt x="1676" y="976"/>
                </a:lnTo>
                <a:lnTo>
                  <a:pt x="1692" y="960"/>
                </a:lnTo>
                <a:lnTo>
                  <a:pt x="1707" y="943"/>
                </a:lnTo>
                <a:lnTo>
                  <a:pt x="1721" y="926"/>
                </a:lnTo>
                <a:lnTo>
                  <a:pt x="1734" y="909"/>
                </a:lnTo>
                <a:lnTo>
                  <a:pt x="1747" y="891"/>
                </a:lnTo>
                <a:lnTo>
                  <a:pt x="1759" y="873"/>
                </a:lnTo>
                <a:lnTo>
                  <a:pt x="1770" y="855"/>
                </a:lnTo>
                <a:lnTo>
                  <a:pt x="1780" y="837"/>
                </a:lnTo>
                <a:lnTo>
                  <a:pt x="1789" y="819"/>
                </a:lnTo>
                <a:lnTo>
                  <a:pt x="1798" y="800"/>
                </a:lnTo>
                <a:lnTo>
                  <a:pt x="1805" y="781"/>
                </a:lnTo>
                <a:lnTo>
                  <a:pt x="1812" y="762"/>
                </a:lnTo>
                <a:lnTo>
                  <a:pt x="1818" y="743"/>
                </a:lnTo>
                <a:lnTo>
                  <a:pt x="1823" y="724"/>
                </a:lnTo>
                <a:lnTo>
                  <a:pt x="1827" y="704"/>
                </a:lnTo>
                <a:lnTo>
                  <a:pt x="1830" y="685"/>
                </a:lnTo>
                <a:lnTo>
                  <a:pt x="1832" y="665"/>
                </a:lnTo>
                <a:lnTo>
                  <a:pt x="1833" y="646"/>
                </a:lnTo>
                <a:lnTo>
                  <a:pt x="1834" y="626"/>
                </a:lnTo>
                <a:moveTo>
                  <a:pt x="1838" y="626"/>
                </a:moveTo>
                <a:lnTo>
                  <a:pt x="1837" y="646"/>
                </a:lnTo>
                <a:lnTo>
                  <a:pt x="1836" y="665"/>
                </a:lnTo>
                <a:lnTo>
                  <a:pt x="1834" y="685"/>
                </a:lnTo>
                <a:lnTo>
                  <a:pt x="1830" y="705"/>
                </a:lnTo>
                <a:lnTo>
                  <a:pt x="1826" y="724"/>
                </a:lnTo>
                <a:lnTo>
                  <a:pt x="1821" y="743"/>
                </a:lnTo>
                <a:lnTo>
                  <a:pt x="1816" y="763"/>
                </a:lnTo>
                <a:lnTo>
                  <a:pt x="1809" y="782"/>
                </a:lnTo>
                <a:lnTo>
                  <a:pt x="1801" y="801"/>
                </a:lnTo>
                <a:lnTo>
                  <a:pt x="1793" y="819"/>
                </a:lnTo>
                <a:lnTo>
                  <a:pt x="1783" y="838"/>
                </a:lnTo>
                <a:lnTo>
                  <a:pt x="1773" y="856"/>
                </a:lnTo>
                <a:lnTo>
                  <a:pt x="1762" y="874"/>
                </a:lnTo>
                <a:lnTo>
                  <a:pt x="1750" y="892"/>
                </a:lnTo>
                <a:lnTo>
                  <a:pt x="1738" y="910"/>
                </a:lnTo>
                <a:lnTo>
                  <a:pt x="1724" y="927"/>
                </a:lnTo>
                <a:lnTo>
                  <a:pt x="1710" y="944"/>
                </a:lnTo>
                <a:lnTo>
                  <a:pt x="1695" y="961"/>
                </a:lnTo>
                <a:lnTo>
                  <a:pt x="1679" y="977"/>
                </a:lnTo>
                <a:lnTo>
                  <a:pt x="1662" y="994"/>
                </a:lnTo>
                <a:lnTo>
                  <a:pt x="1645" y="1009"/>
                </a:lnTo>
                <a:lnTo>
                  <a:pt x="1627" y="1025"/>
                </a:lnTo>
                <a:lnTo>
                  <a:pt x="1608" y="1039"/>
                </a:lnTo>
                <a:lnTo>
                  <a:pt x="1589" y="1054"/>
                </a:lnTo>
                <a:lnTo>
                  <a:pt x="1569" y="1068"/>
                </a:lnTo>
                <a:lnTo>
                  <a:pt x="1548" y="1082"/>
                </a:lnTo>
                <a:lnTo>
                  <a:pt x="1527" y="1095"/>
                </a:lnTo>
                <a:lnTo>
                  <a:pt x="1505" y="1108"/>
                </a:lnTo>
                <a:lnTo>
                  <a:pt x="1482" y="1120"/>
                </a:lnTo>
                <a:lnTo>
                  <a:pt x="1458" y="1132"/>
                </a:lnTo>
                <a:lnTo>
                  <a:pt x="1435" y="1143"/>
                </a:lnTo>
                <a:lnTo>
                  <a:pt x="1410" y="1154"/>
                </a:lnTo>
                <a:lnTo>
                  <a:pt x="1386" y="1164"/>
                </a:lnTo>
                <a:lnTo>
                  <a:pt x="1361" y="1174"/>
                </a:lnTo>
                <a:lnTo>
                  <a:pt x="1335" y="1183"/>
                </a:lnTo>
                <a:lnTo>
                  <a:pt x="1309" y="1192"/>
                </a:lnTo>
                <a:lnTo>
                  <a:pt x="1283" y="1200"/>
                </a:lnTo>
                <a:lnTo>
                  <a:pt x="1256" y="1207"/>
                </a:lnTo>
                <a:lnTo>
                  <a:pt x="1230" y="1214"/>
                </a:lnTo>
                <a:lnTo>
                  <a:pt x="1202" y="1221"/>
                </a:lnTo>
                <a:lnTo>
                  <a:pt x="1175" y="1226"/>
                </a:lnTo>
                <a:lnTo>
                  <a:pt x="1147" y="1231"/>
                </a:lnTo>
                <a:lnTo>
                  <a:pt x="1119" y="1236"/>
                </a:lnTo>
                <a:lnTo>
                  <a:pt x="1091" y="1240"/>
                </a:lnTo>
                <a:lnTo>
                  <a:pt x="1062" y="1243"/>
                </a:lnTo>
                <a:lnTo>
                  <a:pt x="1034" y="1246"/>
                </a:lnTo>
                <a:lnTo>
                  <a:pt x="1005" y="1248"/>
                </a:lnTo>
                <a:lnTo>
                  <a:pt x="976" y="1250"/>
                </a:lnTo>
                <a:lnTo>
                  <a:pt x="947" y="1251"/>
                </a:lnTo>
                <a:lnTo>
                  <a:pt x="918" y="1251"/>
                </a:lnTo>
                <a:lnTo>
                  <a:pt x="890" y="1251"/>
                </a:lnTo>
                <a:lnTo>
                  <a:pt x="861" y="1250"/>
                </a:lnTo>
                <a:lnTo>
                  <a:pt x="832" y="1248"/>
                </a:lnTo>
                <a:lnTo>
                  <a:pt x="803" y="1246"/>
                </a:lnTo>
                <a:lnTo>
                  <a:pt x="775" y="1243"/>
                </a:lnTo>
                <a:lnTo>
                  <a:pt x="746" y="1240"/>
                </a:lnTo>
                <a:lnTo>
                  <a:pt x="718" y="1236"/>
                </a:lnTo>
                <a:lnTo>
                  <a:pt x="690" y="1231"/>
                </a:lnTo>
                <a:lnTo>
                  <a:pt x="662" y="1226"/>
                </a:lnTo>
                <a:lnTo>
                  <a:pt x="635" y="1221"/>
                </a:lnTo>
                <a:lnTo>
                  <a:pt x="607" y="1214"/>
                </a:lnTo>
                <a:lnTo>
                  <a:pt x="580" y="1207"/>
                </a:lnTo>
                <a:lnTo>
                  <a:pt x="554" y="1200"/>
                </a:lnTo>
                <a:lnTo>
                  <a:pt x="528" y="1192"/>
                </a:lnTo>
                <a:lnTo>
                  <a:pt x="502" y="1183"/>
                </a:lnTo>
                <a:lnTo>
                  <a:pt x="476" y="1174"/>
                </a:lnTo>
                <a:lnTo>
                  <a:pt x="451" y="1164"/>
                </a:lnTo>
                <a:lnTo>
                  <a:pt x="426" y="1154"/>
                </a:lnTo>
                <a:lnTo>
                  <a:pt x="402" y="1143"/>
                </a:lnTo>
                <a:lnTo>
                  <a:pt x="379" y="1132"/>
                </a:lnTo>
                <a:lnTo>
                  <a:pt x="356" y="1120"/>
                </a:lnTo>
                <a:lnTo>
                  <a:pt x="333" y="1108"/>
                </a:lnTo>
                <a:lnTo>
                  <a:pt x="311" y="1095"/>
                </a:lnTo>
                <a:lnTo>
                  <a:pt x="290" y="1082"/>
                </a:lnTo>
                <a:lnTo>
                  <a:pt x="269" y="1068"/>
                </a:lnTo>
                <a:lnTo>
                  <a:pt x="249" y="1054"/>
                </a:lnTo>
                <a:lnTo>
                  <a:pt x="230" y="1039"/>
                </a:lnTo>
                <a:lnTo>
                  <a:pt x="211" y="1025"/>
                </a:lnTo>
                <a:lnTo>
                  <a:pt x="193" y="1009"/>
                </a:lnTo>
                <a:lnTo>
                  <a:pt x="176" y="994"/>
                </a:lnTo>
                <a:lnTo>
                  <a:pt x="159" y="977"/>
                </a:lnTo>
                <a:lnTo>
                  <a:pt x="143" y="961"/>
                </a:lnTo>
                <a:lnTo>
                  <a:pt x="128" y="944"/>
                </a:lnTo>
                <a:lnTo>
                  <a:pt x="114" y="927"/>
                </a:lnTo>
                <a:lnTo>
                  <a:pt x="100" y="910"/>
                </a:lnTo>
                <a:lnTo>
                  <a:pt x="88" y="892"/>
                </a:lnTo>
                <a:lnTo>
                  <a:pt x="76" y="874"/>
                </a:lnTo>
                <a:lnTo>
                  <a:pt x="65" y="856"/>
                </a:lnTo>
                <a:lnTo>
                  <a:pt x="55" y="838"/>
                </a:lnTo>
                <a:lnTo>
                  <a:pt x="45" y="819"/>
                </a:lnTo>
                <a:lnTo>
                  <a:pt x="37" y="801"/>
                </a:lnTo>
                <a:lnTo>
                  <a:pt x="29" y="782"/>
                </a:lnTo>
                <a:lnTo>
                  <a:pt x="22" y="763"/>
                </a:lnTo>
                <a:lnTo>
                  <a:pt x="17" y="743"/>
                </a:lnTo>
                <a:lnTo>
                  <a:pt x="12" y="724"/>
                </a:lnTo>
                <a:lnTo>
                  <a:pt x="8" y="705"/>
                </a:lnTo>
                <a:lnTo>
                  <a:pt x="4" y="685"/>
                </a:lnTo>
                <a:lnTo>
                  <a:pt x="2" y="665"/>
                </a:lnTo>
                <a:lnTo>
                  <a:pt x="1" y="646"/>
                </a:lnTo>
                <a:lnTo>
                  <a:pt x="0" y="626"/>
                </a:lnTo>
                <a:lnTo>
                  <a:pt x="1" y="607"/>
                </a:lnTo>
                <a:lnTo>
                  <a:pt x="2" y="587"/>
                </a:lnTo>
                <a:lnTo>
                  <a:pt x="4" y="566"/>
                </a:lnTo>
                <a:lnTo>
                  <a:pt x="8" y="547"/>
                </a:lnTo>
                <a:lnTo>
                  <a:pt x="12" y="528"/>
                </a:lnTo>
                <a:lnTo>
                  <a:pt x="17" y="508"/>
                </a:lnTo>
                <a:lnTo>
                  <a:pt x="22" y="489"/>
                </a:lnTo>
                <a:lnTo>
                  <a:pt x="29" y="470"/>
                </a:lnTo>
                <a:lnTo>
                  <a:pt x="37" y="451"/>
                </a:lnTo>
                <a:lnTo>
                  <a:pt x="45" y="432"/>
                </a:lnTo>
                <a:lnTo>
                  <a:pt x="55" y="414"/>
                </a:lnTo>
                <a:lnTo>
                  <a:pt x="65" y="395"/>
                </a:lnTo>
                <a:lnTo>
                  <a:pt x="76" y="377"/>
                </a:lnTo>
                <a:lnTo>
                  <a:pt x="88" y="359"/>
                </a:lnTo>
                <a:lnTo>
                  <a:pt x="100" y="342"/>
                </a:lnTo>
                <a:lnTo>
                  <a:pt x="114" y="324"/>
                </a:lnTo>
                <a:lnTo>
                  <a:pt x="128" y="307"/>
                </a:lnTo>
                <a:lnTo>
                  <a:pt x="143" y="290"/>
                </a:lnTo>
                <a:lnTo>
                  <a:pt x="159" y="274"/>
                </a:lnTo>
                <a:lnTo>
                  <a:pt x="176" y="258"/>
                </a:lnTo>
                <a:lnTo>
                  <a:pt x="193" y="242"/>
                </a:lnTo>
                <a:lnTo>
                  <a:pt x="211" y="227"/>
                </a:lnTo>
                <a:lnTo>
                  <a:pt x="230" y="212"/>
                </a:lnTo>
                <a:lnTo>
                  <a:pt x="249" y="198"/>
                </a:lnTo>
                <a:lnTo>
                  <a:pt x="269" y="183"/>
                </a:lnTo>
                <a:lnTo>
                  <a:pt x="290" y="170"/>
                </a:lnTo>
                <a:lnTo>
                  <a:pt x="311" y="157"/>
                </a:lnTo>
                <a:lnTo>
                  <a:pt x="333" y="144"/>
                </a:lnTo>
                <a:lnTo>
                  <a:pt x="356" y="132"/>
                </a:lnTo>
                <a:lnTo>
                  <a:pt x="379" y="120"/>
                </a:lnTo>
                <a:lnTo>
                  <a:pt x="402" y="108"/>
                </a:lnTo>
                <a:lnTo>
                  <a:pt x="426" y="98"/>
                </a:lnTo>
                <a:lnTo>
                  <a:pt x="451" y="87"/>
                </a:lnTo>
                <a:lnTo>
                  <a:pt x="476" y="78"/>
                </a:lnTo>
                <a:lnTo>
                  <a:pt x="502" y="69"/>
                </a:lnTo>
                <a:lnTo>
                  <a:pt x="528" y="60"/>
                </a:lnTo>
                <a:lnTo>
                  <a:pt x="554" y="52"/>
                </a:lnTo>
                <a:lnTo>
                  <a:pt x="580" y="44"/>
                </a:lnTo>
                <a:lnTo>
                  <a:pt x="607" y="37"/>
                </a:lnTo>
                <a:lnTo>
                  <a:pt x="635" y="31"/>
                </a:lnTo>
                <a:lnTo>
                  <a:pt x="662" y="25"/>
                </a:lnTo>
                <a:lnTo>
                  <a:pt x="690" y="20"/>
                </a:lnTo>
                <a:lnTo>
                  <a:pt x="718" y="15"/>
                </a:lnTo>
                <a:lnTo>
                  <a:pt x="746" y="11"/>
                </a:lnTo>
                <a:lnTo>
                  <a:pt x="775" y="8"/>
                </a:lnTo>
                <a:lnTo>
                  <a:pt x="803" y="5"/>
                </a:lnTo>
                <a:lnTo>
                  <a:pt x="832" y="3"/>
                </a:lnTo>
                <a:lnTo>
                  <a:pt x="861" y="2"/>
                </a:lnTo>
                <a:lnTo>
                  <a:pt x="890" y="1"/>
                </a:lnTo>
                <a:lnTo>
                  <a:pt x="918" y="0"/>
                </a:lnTo>
                <a:lnTo>
                  <a:pt x="947" y="1"/>
                </a:lnTo>
                <a:lnTo>
                  <a:pt x="976" y="2"/>
                </a:lnTo>
                <a:lnTo>
                  <a:pt x="1005" y="3"/>
                </a:lnTo>
                <a:lnTo>
                  <a:pt x="1034" y="5"/>
                </a:lnTo>
                <a:lnTo>
                  <a:pt x="1062" y="8"/>
                </a:lnTo>
                <a:lnTo>
                  <a:pt x="1091" y="11"/>
                </a:lnTo>
                <a:lnTo>
                  <a:pt x="1119" y="15"/>
                </a:lnTo>
                <a:lnTo>
                  <a:pt x="1147" y="20"/>
                </a:lnTo>
                <a:lnTo>
                  <a:pt x="1175" y="25"/>
                </a:lnTo>
                <a:lnTo>
                  <a:pt x="1202" y="31"/>
                </a:lnTo>
                <a:lnTo>
                  <a:pt x="1230" y="37"/>
                </a:lnTo>
                <a:lnTo>
                  <a:pt x="1256" y="44"/>
                </a:lnTo>
                <a:lnTo>
                  <a:pt x="1283" y="52"/>
                </a:lnTo>
                <a:lnTo>
                  <a:pt x="1309" y="60"/>
                </a:lnTo>
                <a:lnTo>
                  <a:pt x="1335" y="69"/>
                </a:lnTo>
                <a:lnTo>
                  <a:pt x="1361" y="78"/>
                </a:lnTo>
                <a:lnTo>
                  <a:pt x="1386" y="87"/>
                </a:lnTo>
                <a:lnTo>
                  <a:pt x="1410" y="98"/>
                </a:lnTo>
                <a:lnTo>
                  <a:pt x="1435" y="108"/>
                </a:lnTo>
                <a:lnTo>
                  <a:pt x="1458" y="120"/>
                </a:lnTo>
                <a:lnTo>
                  <a:pt x="1482" y="132"/>
                </a:lnTo>
                <a:lnTo>
                  <a:pt x="1505" y="144"/>
                </a:lnTo>
                <a:lnTo>
                  <a:pt x="1527" y="157"/>
                </a:lnTo>
                <a:lnTo>
                  <a:pt x="1548" y="170"/>
                </a:lnTo>
                <a:lnTo>
                  <a:pt x="1569" y="183"/>
                </a:lnTo>
                <a:lnTo>
                  <a:pt x="1589" y="198"/>
                </a:lnTo>
                <a:lnTo>
                  <a:pt x="1608" y="212"/>
                </a:lnTo>
                <a:lnTo>
                  <a:pt x="1627" y="227"/>
                </a:lnTo>
                <a:lnTo>
                  <a:pt x="1645" y="242"/>
                </a:lnTo>
                <a:lnTo>
                  <a:pt x="1662" y="258"/>
                </a:lnTo>
                <a:lnTo>
                  <a:pt x="1679" y="274"/>
                </a:lnTo>
                <a:lnTo>
                  <a:pt x="1695" y="290"/>
                </a:lnTo>
                <a:lnTo>
                  <a:pt x="1710" y="307"/>
                </a:lnTo>
                <a:lnTo>
                  <a:pt x="1724" y="324"/>
                </a:lnTo>
                <a:lnTo>
                  <a:pt x="1738" y="342"/>
                </a:lnTo>
                <a:lnTo>
                  <a:pt x="1750" y="359"/>
                </a:lnTo>
                <a:lnTo>
                  <a:pt x="1762" y="377"/>
                </a:lnTo>
                <a:lnTo>
                  <a:pt x="1773" y="395"/>
                </a:lnTo>
                <a:lnTo>
                  <a:pt x="1783" y="414"/>
                </a:lnTo>
                <a:lnTo>
                  <a:pt x="1793" y="432"/>
                </a:lnTo>
                <a:lnTo>
                  <a:pt x="1801" y="451"/>
                </a:lnTo>
                <a:lnTo>
                  <a:pt x="1809" y="470"/>
                </a:lnTo>
                <a:lnTo>
                  <a:pt x="1816" y="489"/>
                </a:lnTo>
                <a:lnTo>
                  <a:pt x="1821" y="508"/>
                </a:lnTo>
                <a:lnTo>
                  <a:pt x="1826" y="528"/>
                </a:lnTo>
                <a:lnTo>
                  <a:pt x="1830" y="547"/>
                </a:lnTo>
                <a:lnTo>
                  <a:pt x="1834" y="566"/>
                </a:lnTo>
                <a:lnTo>
                  <a:pt x="1836" y="587"/>
                </a:lnTo>
                <a:lnTo>
                  <a:pt x="1837" y="607"/>
                </a:lnTo>
                <a:lnTo>
                  <a:pt x="1838" y="626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6" name=""/>
          <p:cNvSpPr/>
          <p:nvPr/>
        </p:nvSpPr>
        <p:spPr>
          <a:xfrm>
            <a:off x="7711200" y="2700360"/>
            <a:ext cx="696960" cy="474480"/>
          </a:xfrm>
          <a:custGeom>
            <a:avLst/>
            <a:gdLst/>
            <a:ahLst/>
            <a:rect l="0" t="0" r="r" b="b"/>
            <a:pathLst>
              <a:path w="1936" h="1318">
                <a:moveTo>
                  <a:pt x="1887" y="658"/>
                </a:moveTo>
                <a:lnTo>
                  <a:pt x="1886" y="639"/>
                </a:lnTo>
                <a:lnTo>
                  <a:pt x="1885" y="619"/>
                </a:lnTo>
                <a:lnTo>
                  <a:pt x="1883" y="599"/>
                </a:lnTo>
                <a:lnTo>
                  <a:pt x="1879" y="580"/>
                </a:lnTo>
                <a:lnTo>
                  <a:pt x="1875" y="561"/>
                </a:lnTo>
                <a:lnTo>
                  <a:pt x="1870" y="541"/>
                </a:lnTo>
                <a:lnTo>
                  <a:pt x="1865" y="522"/>
                </a:lnTo>
                <a:lnTo>
                  <a:pt x="1858" y="503"/>
                </a:lnTo>
                <a:lnTo>
                  <a:pt x="1850" y="484"/>
                </a:lnTo>
                <a:lnTo>
                  <a:pt x="1842" y="465"/>
                </a:lnTo>
                <a:lnTo>
                  <a:pt x="1832" y="447"/>
                </a:lnTo>
                <a:lnTo>
                  <a:pt x="1822" y="428"/>
                </a:lnTo>
                <a:lnTo>
                  <a:pt x="1811" y="410"/>
                </a:lnTo>
                <a:lnTo>
                  <a:pt x="1799" y="392"/>
                </a:lnTo>
                <a:lnTo>
                  <a:pt x="1787" y="375"/>
                </a:lnTo>
                <a:lnTo>
                  <a:pt x="1773" y="357"/>
                </a:lnTo>
                <a:lnTo>
                  <a:pt x="1759" y="340"/>
                </a:lnTo>
                <a:lnTo>
                  <a:pt x="1744" y="323"/>
                </a:lnTo>
                <a:lnTo>
                  <a:pt x="1728" y="307"/>
                </a:lnTo>
                <a:lnTo>
                  <a:pt x="1711" y="291"/>
                </a:lnTo>
                <a:lnTo>
                  <a:pt x="1694" y="275"/>
                </a:lnTo>
                <a:lnTo>
                  <a:pt x="1676" y="260"/>
                </a:lnTo>
                <a:lnTo>
                  <a:pt x="1657" y="245"/>
                </a:lnTo>
                <a:lnTo>
                  <a:pt x="1638" y="231"/>
                </a:lnTo>
                <a:lnTo>
                  <a:pt x="1618" y="216"/>
                </a:lnTo>
                <a:lnTo>
                  <a:pt x="1597" y="203"/>
                </a:lnTo>
                <a:lnTo>
                  <a:pt x="1576" y="190"/>
                </a:lnTo>
                <a:lnTo>
                  <a:pt x="1554" y="177"/>
                </a:lnTo>
                <a:lnTo>
                  <a:pt x="1531" y="165"/>
                </a:lnTo>
                <a:lnTo>
                  <a:pt x="1508" y="153"/>
                </a:lnTo>
                <a:lnTo>
                  <a:pt x="1485" y="141"/>
                </a:lnTo>
                <a:lnTo>
                  <a:pt x="1460" y="131"/>
                </a:lnTo>
                <a:lnTo>
                  <a:pt x="1436" y="120"/>
                </a:lnTo>
                <a:lnTo>
                  <a:pt x="1411" y="111"/>
                </a:lnTo>
                <a:lnTo>
                  <a:pt x="1385" y="102"/>
                </a:lnTo>
                <a:lnTo>
                  <a:pt x="1359" y="93"/>
                </a:lnTo>
                <a:lnTo>
                  <a:pt x="1333" y="85"/>
                </a:lnTo>
                <a:lnTo>
                  <a:pt x="1306" y="77"/>
                </a:lnTo>
                <a:lnTo>
                  <a:pt x="1280" y="70"/>
                </a:lnTo>
                <a:lnTo>
                  <a:pt x="1252" y="64"/>
                </a:lnTo>
                <a:lnTo>
                  <a:pt x="1225" y="58"/>
                </a:lnTo>
                <a:lnTo>
                  <a:pt x="1197" y="53"/>
                </a:lnTo>
                <a:lnTo>
                  <a:pt x="1169" y="48"/>
                </a:lnTo>
                <a:lnTo>
                  <a:pt x="1141" y="44"/>
                </a:lnTo>
                <a:lnTo>
                  <a:pt x="1112" y="41"/>
                </a:lnTo>
                <a:lnTo>
                  <a:pt x="1084" y="38"/>
                </a:lnTo>
                <a:lnTo>
                  <a:pt x="1055" y="36"/>
                </a:lnTo>
                <a:lnTo>
                  <a:pt x="1026" y="35"/>
                </a:lnTo>
                <a:lnTo>
                  <a:pt x="997" y="34"/>
                </a:lnTo>
                <a:lnTo>
                  <a:pt x="968" y="33"/>
                </a:lnTo>
                <a:lnTo>
                  <a:pt x="940" y="34"/>
                </a:lnTo>
                <a:lnTo>
                  <a:pt x="911" y="35"/>
                </a:lnTo>
                <a:lnTo>
                  <a:pt x="882" y="36"/>
                </a:lnTo>
                <a:lnTo>
                  <a:pt x="853" y="38"/>
                </a:lnTo>
                <a:lnTo>
                  <a:pt x="825" y="41"/>
                </a:lnTo>
                <a:lnTo>
                  <a:pt x="795" y="44"/>
                </a:lnTo>
                <a:lnTo>
                  <a:pt x="767" y="48"/>
                </a:lnTo>
                <a:lnTo>
                  <a:pt x="739" y="53"/>
                </a:lnTo>
                <a:lnTo>
                  <a:pt x="711" y="58"/>
                </a:lnTo>
                <a:lnTo>
                  <a:pt x="684" y="64"/>
                </a:lnTo>
                <a:lnTo>
                  <a:pt x="656" y="70"/>
                </a:lnTo>
                <a:lnTo>
                  <a:pt x="629" y="77"/>
                </a:lnTo>
                <a:lnTo>
                  <a:pt x="603" y="85"/>
                </a:lnTo>
                <a:lnTo>
                  <a:pt x="577" y="93"/>
                </a:lnTo>
                <a:lnTo>
                  <a:pt x="551" y="102"/>
                </a:lnTo>
                <a:lnTo>
                  <a:pt x="525" y="111"/>
                </a:lnTo>
                <a:lnTo>
                  <a:pt x="500" y="120"/>
                </a:lnTo>
                <a:lnTo>
                  <a:pt x="475" y="131"/>
                </a:lnTo>
                <a:lnTo>
                  <a:pt x="451" y="141"/>
                </a:lnTo>
                <a:lnTo>
                  <a:pt x="428" y="153"/>
                </a:lnTo>
                <a:lnTo>
                  <a:pt x="405" y="165"/>
                </a:lnTo>
                <a:lnTo>
                  <a:pt x="382" y="177"/>
                </a:lnTo>
                <a:lnTo>
                  <a:pt x="360" y="190"/>
                </a:lnTo>
                <a:lnTo>
                  <a:pt x="339" y="203"/>
                </a:lnTo>
                <a:lnTo>
                  <a:pt x="318" y="216"/>
                </a:lnTo>
                <a:lnTo>
                  <a:pt x="298" y="231"/>
                </a:lnTo>
                <a:lnTo>
                  <a:pt x="279" y="245"/>
                </a:lnTo>
                <a:lnTo>
                  <a:pt x="260" y="260"/>
                </a:lnTo>
                <a:lnTo>
                  <a:pt x="242" y="275"/>
                </a:lnTo>
                <a:lnTo>
                  <a:pt x="225" y="291"/>
                </a:lnTo>
                <a:lnTo>
                  <a:pt x="208" y="307"/>
                </a:lnTo>
                <a:lnTo>
                  <a:pt x="192" y="323"/>
                </a:lnTo>
                <a:lnTo>
                  <a:pt x="177" y="340"/>
                </a:lnTo>
                <a:lnTo>
                  <a:pt x="163" y="357"/>
                </a:lnTo>
                <a:lnTo>
                  <a:pt x="149" y="375"/>
                </a:lnTo>
                <a:lnTo>
                  <a:pt x="137" y="392"/>
                </a:lnTo>
                <a:lnTo>
                  <a:pt x="125" y="410"/>
                </a:lnTo>
                <a:lnTo>
                  <a:pt x="114" y="428"/>
                </a:lnTo>
                <a:lnTo>
                  <a:pt x="104" y="447"/>
                </a:lnTo>
                <a:lnTo>
                  <a:pt x="94" y="465"/>
                </a:lnTo>
                <a:lnTo>
                  <a:pt x="86" y="484"/>
                </a:lnTo>
                <a:lnTo>
                  <a:pt x="78" y="503"/>
                </a:lnTo>
                <a:lnTo>
                  <a:pt x="71" y="522"/>
                </a:lnTo>
                <a:lnTo>
                  <a:pt x="66" y="541"/>
                </a:lnTo>
                <a:lnTo>
                  <a:pt x="61" y="561"/>
                </a:lnTo>
                <a:lnTo>
                  <a:pt x="57" y="580"/>
                </a:lnTo>
                <a:lnTo>
                  <a:pt x="53" y="599"/>
                </a:lnTo>
                <a:lnTo>
                  <a:pt x="51" y="619"/>
                </a:lnTo>
                <a:lnTo>
                  <a:pt x="50" y="639"/>
                </a:lnTo>
                <a:lnTo>
                  <a:pt x="49" y="658"/>
                </a:lnTo>
                <a:lnTo>
                  <a:pt x="50" y="678"/>
                </a:lnTo>
                <a:lnTo>
                  <a:pt x="51" y="697"/>
                </a:lnTo>
                <a:lnTo>
                  <a:pt x="53" y="717"/>
                </a:lnTo>
                <a:lnTo>
                  <a:pt x="57" y="737"/>
                </a:lnTo>
                <a:lnTo>
                  <a:pt x="61" y="756"/>
                </a:lnTo>
                <a:lnTo>
                  <a:pt x="66" y="775"/>
                </a:lnTo>
                <a:lnTo>
                  <a:pt x="71" y="795"/>
                </a:lnTo>
                <a:lnTo>
                  <a:pt x="78" y="814"/>
                </a:lnTo>
                <a:lnTo>
                  <a:pt x="86" y="833"/>
                </a:lnTo>
                <a:lnTo>
                  <a:pt x="94" y="851"/>
                </a:lnTo>
                <a:lnTo>
                  <a:pt x="104" y="870"/>
                </a:lnTo>
                <a:lnTo>
                  <a:pt x="114" y="888"/>
                </a:lnTo>
                <a:lnTo>
                  <a:pt x="125" y="906"/>
                </a:lnTo>
                <a:lnTo>
                  <a:pt x="137" y="924"/>
                </a:lnTo>
                <a:lnTo>
                  <a:pt x="149" y="942"/>
                </a:lnTo>
                <a:lnTo>
                  <a:pt x="163" y="959"/>
                </a:lnTo>
                <a:lnTo>
                  <a:pt x="177" y="976"/>
                </a:lnTo>
                <a:lnTo>
                  <a:pt x="192" y="993"/>
                </a:lnTo>
                <a:lnTo>
                  <a:pt x="208" y="1009"/>
                </a:lnTo>
                <a:lnTo>
                  <a:pt x="225" y="1026"/>
                </a:lnTo>
                <a:lnTo>
                  <a:pt x="242" y="1041"/>
                </a:lnTo>
                <a:lnTo>
                  <a:pt x="260" y="1058"/>
                </a:lnTo>
                <a:lnTo>
                  <a:pt x="279" y="1072"/>
                </a:lnTo>
                <a:lnTo>
                  <a:pt x="298" y="1087"/>
                </a:lnTo>
                <a:lnTo>
                  <a:pt x="318" y="1101"/>
                </a:lnTo>
                <a:lnTo>
                  <a:pt x="339" y="1115"/>
                </a:lnTo>
                <a:lnTo>
                  <a:pt x="360" y="1128"/>
                </a:lnTo>
                <a:lnTo>
                  <a:pt x="382" y="1141"/>
                </a:lnTo>
                <a:lnTo>
                  <a:pt x="405" y="1153"/>
                </a:lnTo>
                <a:lnTo>
                  <a:pt x="428" y="1165"/>
                </a:lnTo>
                <a:lnTo>
                  <a:pt x="451" y="1176"/>
                </a:lnTo>
                <a:lnTo>
                  <a:pt x="475" y="1187"/>
                </a:lnTo>
                <a:lnTo>
                  <a:pt x="500" y="1197"/>
                </a:lnTo>
                <a:lnTo>
                  <a:pt x="525" y="1207"/>
                </a:lnTo>
                <a:lnTo>
                  <a:pt x="551" y="1216"/>
                </a:lnTo>
                <a:lnTo>
                  <a:pt x="577" y="1225"/>
                </a:lnTo>
                <a:lnTo>
                  <a:pt x="603" y="1233"/>
                </a:lnTo>
                <a:lnTo>
                  <a:pt x="629" y="1240"/>
                </a:lnTo>
                <a:lnTo>
                  <a:pt x="656" y="1247"/>
                </a:lnTo>
                <a:lnTo>
                  <a:pt x="684" y="1254"/>
                </a:lnTo>
                <a:lnTo>
                  <a:pt x="711" y="1259"/>
                </a:lnTo>
                <a:lnTo>
                  <a:pt x="739" y="1264"/>
                </a:lnTo>
                <a:lnTo>
                  <a:pt x="767" y="1269"/>
                </a:lnTo>
                <a:lnTo>
                  <a:pt x="795" y="1273"/>
                </a:lnTo>
                <a:lnTo>
                  <a:pt x="825" y="1276"/>
                </a:lnTo>
                <a:lnTo>
                  <a:pt x="853" y="1279"/>
                </a:lnTo>
                <a:lnTo>
                  <a:pt x="882" y="1281"/>
                </a:lnTo>
                <a:lnTo>
                  <a:pt x="911" y="1283"/>
                </a:lnTo>
                <a:lnTo>
                  <a:pt x="940" y="1284"/>
                </a:lnTo>
                <a:lnTo>
                  <a:pt x="968" y="1284"/>
                </a:lnTo>
                <a:lnTo>
                  <a:pt x="997" y="1284"/>
                </a:lnTo>
                <a:lnTo>
                  <a:pt x="1026" y="1283"/>
                </a:lnTo>
                <a:lnTo>
                  <a:pt x="1055" y="1281"/>
                </a:lnTo>
                <a:lnTo>
                  <a:pt x="1084" y="1279"/>
                </a:lnTo>
                <a:lnTo>
                  <a:pt x="1112" y="1276"/>
                </a:lnTo>
                <a:lnTo>
                  <a:pt x="1141" y="1273"/>
                </a:lnTo>
                <a:lnTo>
                  <a:pt x="1169" y="1269"/>
                </a:lnTo>
                <a:lnTo>
                  <a:pt x="1197" y="1264"/>
                </a:lnTo>
                <a:lnTo>
                  <a:pt x="1225" y="1259"/>
                </a:lnTo>
                <a:lnTo>
                  <a:pt x="1252" y="1254"/>
                </a:lnTo>
                <a:lnTo>
                  <a:pt x="1280" y="1247"/>
                </a:lnTo>
                <a:lnTo>
                  <a:pt x="1306" y="1240"/>
                </a:lnTo>
                <a:lnTo>
                  <a:pt x="1333" y="1233"/>
                </a:lnTo>
                <a:lnTo>
                  <a:pt x="1359" y="1225"/>
                </a:lnTo>
                <a:lnTo>
                  <a:pt x="1385" y="1216"/>
                </a:lnTo>
                <a:lnTo>
                  <a:pt x="1411" y="1207"/>
                </a:lnTo>
                <a:lnTo>
                  <a:pt x="1436" y="1197"/>
                </a:lnTo>
                <a:lnTo>
                  <a:pt x="1460" y="1187"/>
                </a:lnTo>
                <a:lnTo>
                  <a:pt x="1485" y="1176"/>
                </a:lnTo>
                <a:lnTo>
                  <a:pt x="1508" y="1165"/>
                </a:lnTo>
                <a:lnTo>
                  <a:pt x="1531" y="1153"/>
                </a:lnTo>
                <a:lnTo>
                  <a:pt x="1554" y="1141"/>
                </a:lnTo>
                <a:lnTo>
                  <a:pt x="1576" y="1128"/>
                </a:lnTo>
                <a:lnTo>
                  <a:pt x="1597" y="1115"/>
                </a:lnTo>
                <a:lnTo>
                  <a:pt x="1618" y="1101"/>
                </a:lnTo>
                <a:lnTo>
                  <a:pt x="1638" y="1087"/>
                </a:lnTo>
                <a:lnTo>
                  <a:pt x="1657" y="1072"/>
                </a:lnTo>
                <a:lnTo>
                  <a:pt x="1676" y="1058"/>
                </a:lnTo>
                <a:lnTo>
                  <a:pt x="1694" y="1041"/>
                </a:lnTo>
                <a:lnTo>
                  <a:pt x="1711" y="1026"/>
                </a:lnTo>
                <a:lnTo>
                  <a:pt x="1728" y="1009"/>
                </a:lnTo>
                <a:lnTo>
                  <a:pt x="1744" y="993"/>
                </a:lnTo>
                <a:lnTo>
                  <a:pt x="1759" y="976"/>
                </a:lnTo>
                <a:lnTo>
                  <a:pt x="1773" y="959"/>
                </a:lnTo>
                <a:lnTo>
                  <a:pt x="1787" y="942"/>
                </a:lnTo>
                <a:lnTo>
                  <a:pt x="1799" y="924"/>
                </a:lnTo>
                <a:lnTo>
                  <a:pt x="1811" y="906"/>
                </a:lnTo>
                <a:lnTo>
                  <a:pt x="1822" y="888"/>
                </a:lnTo>
                <a:lnTo>
                  <a:pt x="1832" y="870"/>
                </a:lnTo>
                <a:lnTo>
                  <a:pt x="1842" y="851"/>
                </a:lnTo>
                <a:lnTo>
                  <a:pt x="1850" y="833"/>
                </a:lnTo>
                <a:lnTo>
                  <a:pt x="1858" y="814"/>
                </a:lnTo>
                <a:lnTo>
                  <a:pt x="1865" y="795"/>
                </a:lnTo>
                <a:lnTo>
                  <a:pt x="1870" y="775"/>
                </a:lnTo>
                <a:lnTo>
                  <a:pt x="1875" y="756"/>
                </a:lnTo>
                <a:lnTo>
                  <a:pt x="1879" y="737"/>
                </a:lnTo>
                <a:lnTo>
                  <a:pt x="1883" y="717"/>
                </a:lnTo>
                <a:lnTo>
                  <a:pt x="1885" y="697"/>
                </a:lnTo>
                <a:lnTo>
                  <a:pt x="1886" y="678"/>
                </a:lnTo>
                <a:lnTo>
                  <a:pt x="1887" y="658"/>
                </a:lnTo>
                <a:moveTo>
                  <a:pt x="1936" y="658"/>
                </a:moveTo>
                <a:lnTo>
                  <a:pt x="1935" y="679"/>
                </a:lnTo>
                <a:lnTo>
                  <a:pt x="1934" y="700"/>
                </a:lnTo>
                <a:lnTo>
                  <a:pt x="1932" y="720"/>
                </a:lnTo>
                <a:lnTo>
                  <a:pt x="1928" y="741"/>
                </a:lnTo>
                <a:lnTo>
                  <a:pt x="1924" y="761"/>
                </a:lnTo>
                <a:lnTo>
                  <a:pt x="1919" y="782"/>
                </a:lnTo>
                <a:lnTo>
                  <a:pt x="1913" y="802"/>
                </a:lnTo>
                <a:lnTo>
                  <a:pt x="1905" y="822"/>
                </a:lnTo>
                <a:lnTo>
                  <a:pt x="1897" y="842"/>
                </a:lnTo>
                <a:lnTo>
                  <a:pt x="1888" y="862"/>
                </a:lnTo>
                <a:lnTo>
                  <a:pt x="1879" y="881"/>
                </a:lnTo>
                <a:lnTo>
                  <a:pt x="1868" y="901"/>
                </a:lnTo>
                <a:lnTo>
                  <a:pt x="1856" y="920"/>
                </a:lnTo>
                <a:lnTo>
                  <a:pt x="1844" y="939"/>
                </a:lnTo>
                <a:lnTo>
                  <a:pt x="1830" y="957"/>
                </a:lnTo>
                <a:lnTo>
                  <a:pt x="1816" y="975"/>
                </a:lnTo>
                <a:lnTo>
                  <a:pt x="1801" y="993"/>
                </a:lnTo>
                <a:lnTo>
                  <a:pt x="1785" y="1011"/>
                </a:lnTo>
                <a:lnTo>
                  <a:pt x="1769" y="1028"/>
                </a:lnTo>
                <a:lnTo>
                  <a:pt x="1751" y="1045"/>
                </a:lnTo>
                <a:lnTo>
                  <a:pt x="1733" y="1063"/>
                </a:lnTo>
                <a:lnTo>
                  <a:pt x="1714" y="1079"/>
                </a:lnTo>
                <a:lnTo>
                  <a:pt x="1694" y="1095"/>
                </a:lnTo>
                <a:lnTo>
                  <a:pt x="1674" y="1110"/>
                </a:lnTo>
                <a:lnTo>
                  <a:pt x="1652" y="1125"/>
                </a:lnTo>
                <a:lnTo>
                  <a:pt x="1631" y="1139"/>
                </a:lnTo>
                <a:lnTo>
                  <a:pt x="1608" y="1153"/>
                </a:lnTo>
                <a:lnTo>
                  <a:pt x="1585" y="1166"/>
                </a:lnTo>
                <a:lnTo>
                  <a:pt x="1561" y="1179"/>
                </a:lnTo>
                <a:lnTo>
                  <a:pt x="1537" y="1192"/>
                </a:lnTo>
                <a:lnTo>
                  <a:pt x="1512" y="1204"/>
                </a:lnTo>
                <a:lnTo>
                  <a:pt x="1487" y="1215"/>
                </a:lnTo>
                <a:lnTo>
                  <a:pt x="1461" y="1226"/>
                </a:lnTo>
                <a:lnTo>
                  <a:pt x="1434" y="1236"/>
                </a:lnTo>
                <a:lnTo>
                  <a:pt x="1408" y="1246"/>
                </a:lnTo>
                <a:lnTo>
                  <a:pt x="1380" y="1255"/>
                </a:lnTo>
                <a:lnTo>
                  <a:pt x="1353" y="1263"/>
                </a:lnTo>
                <a:lnTo>
                  <a:pt x="1325" y="1271"/>
                </a:lnTo>
                <a:lnTo>
                  <a:pt x="1296" y="1279"/>
                </a:lnTo>
                <a:lnTo>
                  <a:pt x="1267" y="1285"/>
                </a:lnTo>
                <a:lnTo>
                  <a:pt x="1238" y="1291"/>
                </a:lnTo>
                <a:lnTo>
                  <a:pt x="1209" y="1297"/>
                </a:lnTo>
                <a:lnTo>
                  <a:pt x="1179" y="1302"/>
                </a:lnTo>
                <a:lnTo>
                  <a:pt x="1150" y="1306"/>
                </a:lnTo>
                <a:lnTo>
                  <a:pt x="1120" y="1309"/>
                </a:lnTo>
                <a:lnTo>
                  <a:pt x="1090" y="1312"/>
                </a:lnTo>
                <a:lnTo>
                  <a:pt x="1060" y="1315"/>
                </a:lnTo>
                <a:lnTo>
                  <a:pt x="1029" y="1316"/>
                </a:lnTo>
                <a:lnTo>
                  <a:pt x="999" y="1317"/>
                </a:lnTo>
                <a:lnTo>
                  <a:pt x="968" y="1318"/>
                </a:lnTo>
                <a:lnTo>
                  <a:pt x="938" y="1317"/>
                </a:lnTo>
                <a:lnTo>
                  <a:pt x="908" y="1316"/>
                </a:lnTo>
                <a:lnTo>
                  <a:pt x="877" y="1315"/>
                </a:lnTo>
                <a:lnTo>
                  <a:pt x="847" y="1312"/>
                </a:lnTo>
                <a:lnTo>
                  <a:pt x="816" y="1309"/>
                </a:lnTo>
                <a:lnTo>
                  <a:pt x="786" y="1306"/>
                </a:lnTo>
                <a:lnTo>
                  <a:pt x="756" y="1302"/>
                </a:lnTo>
                <a:lnTo>
                  <a:pt x="727" y="1297"/>
                </a:lnTo>
                <a:lnTo>
                  <a:pt x="698" y="1291"/>
                </a:lnTo>
                <a:lnTo>
                  <a:pt x="669" y="1285"/>
                </a:lnTo>
                <a:lnTo>
                  <a:pt x="640" y="1279"/>
                </a:lnTo>
                <a:lnTo>
                  <a:pt x="611" y="1271"/>
                </a:lnTo>
                <a:lnTo>
                  <a:pt x="583" y="1263"/>
                </a:lnTo>
                <a:lnTo>
                  <a:pt x="556" y="1255"/>
                </a:lnTo>
                <a:lnTo>
                  <a:pt x="528" y="1246"/>
                </a:lnTo>
                <a:lnTo>
                  <a:pt x="501" y="1236"/>
                </a:lnTo>
                <a:lnTo>
                  <a:pt x="475" y="1226"/>
                </a:lnTo>
                <a:lnTo>
                  <a:pt x="449" y="1215"/>
                </a:lnTo>
                <a:lnTo>
                  <a:pt x="424" y="1204"/>
                </a:lnTo>
                <a:lnTo>
                  <a:pt x="399" y="1192"/>
                </a:lnTo>
                <a:lnTo>
                  <a:pt x="375" y="1179"/>
                </a:lnTo>
                <a:lnTo>
                  <a:pt x="351" y="1166"/>
                </a:lnTo>
                <a:lnTo>
                  <a:pt x="328" y="1153"/>
                </a:lnTo>
                <a:lnTo>
                  <a:pt x="305" y="1139"/>
                </a:lnTo>
                <a:lnTo>
                  <a:pt x="283" y="1125"/>
                </a:lnTo>
                <a:lnTo>
                  <a:pt x="262" y="1110"/>
                </a:lnTo>
                <a:lnTo>
                  <a:pt x="242" y="1095"/>
                </a:lnTo>
                <a:lnTo>
                  <a:pt x="222" y="1079"/>
                </a:lnTo>
                <a:lnTo>
                  <a:pt x="203" y="1063"/>
                </a:lnTo>
                <a:lnTo>
                  <a:pt x="185" y="1045"/>
                </a:lnTo>
                <a:lnTo>
                  <a:pt x="167" y="1028"/>
                </a:lnTo>
                <a:lnTo>
                  <a:pt x="151" y="1011"/>
                </a:lnTo>
                <a:lnTo>
                  <a:pt x="135" y="993"/>
                </a:lnTo>
                <a:lnTo>
                  <a:pt x="120" y="975"/>
                </a:lnTo>
                <a:lnTo>
                  <a:pt x="106" y="957"/>
                </a:lnTo>
                <a:lnTo>
                  <a:pt x="92" y="939"/>
                </a:lnTo>
                <a:lnTo>
                  <a:pt x="80" y="920"/>
                </a:lnTo>
                <a:lnTo>
                  <a:pt x="68" y="901"/>
                </a:lnTo>
                <a:lnTo>
                  <a:pt x="57" y="881"/>
                </a:lnTo>
                <a:lnTo>
                  <a:pt x="48" y="862"/>
                </a:lnTo>
                <a:lnTo>
                  <a:pt x="39" y="842"/>
                </a:lnTo>
                <a:lnTo>
                  <a:pt x="31" y="822"/>
                </a:lnTo>
                <a:lnTo>
                  <a:pt x="23" y="802"/>
                </a:lnTo>
                <a:lnTo>
                  <a:pt x="17" y="782"/>
                </a:lnTo>
                <a:lnTo>
                  <a:pt x="12" y="761"/>
                </a:lnTo>
                <a:lnTo>
                  <a:pt x="8" y="741"/>
                </a:lnTo>
                <a:lnTo>
                  <a:pt x="4" y="720"/>
                </a:lnTo>
                <a:lnTo>
                  <a:pt x="2" y="700"/>
                </a:lnTo>
                <a:lnTo>
                  <a:pt x="1" y="679"/>
                </a:lnTo>
                <a:lnTo>
                  <a:pt x="0" y="658"/>
                </a:lnTo>
                <a:lnTo>
                  <a:pt x="1" y="638"/>
                </a:lnTo>
                <a:lnTo>
                  <a:pt x="2" y="617"/>
                </a:lnTo>
                <a:lnTo>
                  <a:pt x="4" y="596"/>
                </a:lnTo>
                <a:lnTo>
                  <a:pt x="8" y="576"/>
                </a:lnTo>
                <a:lnTo>
                  <a:pt x="12" y="555"/>
                </a:lnTo>
                <a:lnTo>
                  <a:pt x="17" y="535"/>
                </a:lnTo>
                <a:lnTo>
                  <a:pt x="23" y="515"/>
                </a:lnTo>
                <a:lnTo>
                  <a:pt x="31" y="495"/>
                </a:lnTo>
                <a:lnTo>
                  <a:pt x="39" y="475"/>
                </a:lnTo>
                <a:lnTo>
                  <a:pt x="48" y="455"/>
                </a:lnTo>
                <a:lnTo>
                  <a:pt x="57" y="435"/>
                </a:lnTo>
                <a:lnTo>
                  <a:pt x="68" y="416"/>
                </a:lnTo>
                <a:lnTo>
                  <a:pt x="80" y="397"/>
                </a:lnTo>
                <a:lnTo>
                  <a:pt x="92" y="378"/>
                </a:lnTo>
                <a:lnTo>
                  <a:pt x="106" y="359"/>
                </a:lnTo>
                <a:lnTo>
                  <a:pt x="120" y="341"/>
                </a:lnTo>
                <a:lnTo>
                  <a:pt x="135" y="323"/>
                </a:lnTo>
                <a:lnTo>
                  <a:pt x="151" y="306"/>
                </a:lnTo>
                <a:lnTo>
                  <a:pt x="167" y="288"/>
                </a:lnTo>
                <a:lnTo>
                  <a:pt x="185" y="271"/>
                </a:lnTo>
                <a:lnTo>
                  <a:pt x="203" y="255"/>
                </a:lnTo>
                <a:lnTo>
                  <a:pt x="222" y="239"/>
                </a:lnTo>
                <a:lnTo>
                  <a:pt x="242" y="223"/>
                </a:lnTo>
                <a:lnTo>
                  <a:pt x="262" y="208"/>
                </a:lnTo>
                <a:lnTo>
                  <a:pt x="283" y="193"/>
                </a:lnTo>
                <a:lnTo>
                  <a:pt x="305" y="178"/>
                </a:lnTo>
                <a:lnTo>
                  <a:pt x="328" y="164"/>
                </a:lnTo>
                <a:lnTo>
                  <a:pt x="351" y="151"/>
                </a:lnTo>
                <a:lnTo>
                  <a:pt x="375" y="138"/>
                </a:lnTo>
                <a:lnTo>
                  <a:pt x="399" y="126"/>
                </a:lnTo>
                <a:lnTo>
                  <a:pt x="424" y="114"/>
                </a:lnTo>
                <a:lnTo>
                  <a:pt x="449" y="102"/>
                </a:lnTo>
                <a:lnTo>
                  <a:pt x="475" y="92"/>
                </a:lnTo>
                <a:lnTo>
                  <a:pt x="501" y="81"/>
                </a:lnTo>
                <a:lnTo>
                  <a:pt x="528" y="72"/>
                </a:lnTo>
                <a:lnTo>
                  <a:pt x="556" y="63"/>
                </a:lnTo>
                <a:lnTo>
                  <a:pt x="583" y="54"/>
                </a:lnTo>
                <a:lnTo>
                  <a:pt x="611" y="46"/>
                </a:lnTo>
                <a:lnTo>
                  <a:pt x="640" y="39"/>
                </a:lnTo>
                <a:lnTo>
                  <a:pt x="669" y="32"/>
                </a:lnTo>
                <a:lnTo>
                  <a:pt x="698" y="26"/>
                </a:lnTo>
                <a:lnTo>
                  <a:pt x="727" y="21"/>
                </a:lnTo>
                <a:lnTo>
                  <a:pt x="756" y="16"/>
                </a:lnTo>
                <a:lnTo>
                  <a:pt x="786" y="12"/>
                </a:lnTo>
                <a:lnTo>
                  <a:pt x="816" y="8"/>
                </a:lnTo>
                <a:lnTo>
                  <a:pt x="847" y="5"/>
                </a:lnTo>
                <a:lnTo>
                  <a:pt x="877" y="3"/>
                </a:lnTo>
                <a:lnTo>
                  <a:pt x="908" y="1"/>
                </a:lnTo>
                <a:lnTo>
                  <a:pt x="938" y="0"/>
                </a:lnTo>
                <a:lnTo>
                  <a:pt x="968" y="0"/>
                </a:lnTo>
                <a:lnTo>
                  <a:pt x="999" y="0"/>
                </a:lnTo>
                <a:lnTo>
                  <a:pt x="1029" y="1"/>
                </a:lnTo>
                <a:lnTo>
                  <a:pt x="1060" y="3"/>
                </a:lnTo>
                <a:lnTo>
                  <a:pt x="1090" y="5"/>
                </a:lnTo>
                <a:lnTo>
                  <a:pt x="1120" y="8"/>
                </a:lnTo>
                <a:lnTo>
                  <a:pt x="1150" y="12"/>
                </a:lnTo>
                <a:lnTo>
                  <a:pt x="1179" y="16"/>
                </a:lnTo>
                <a:lnTo>
                  <a:pt x="1209" y="21"/>
                </a:lnTo>
                <a:lnTo>
                  <a:pt x="1238" y="26"/>
                </a:lnTo>
                <a:lnTo>
                  <a:pt x="1267" y="32"/>
                </a:lnTo>
                <a:lnTo>
                  <a:pt x="1296" y="39"/>
                </a:lnTo>
                <a:lnTo>
                  <a:pt x="1325" y="46"/>
                </a:lnTo>
                <a:lnTo>
                  <a:pt x="1353" y="54"/>
                </a:lnTo>
                <a:lnTo>
                  <a:pt x="1380" y="63"/>
                </a:lnTo>
                <a:lnTo>
                  <a:pt x="1408" y="72"/>
                </a:lnTo>
                <a:lnTo>
                  <a:pt x="1434" y="81"/>
                </a:lnTo>
                <a:lnTo>
                  <a:pt x="1461" y="92"/>
                </a:lnTo>
                <a:lnTo>
                  <a:pt x="1487" y="102"/>
                </a:lnTo>
                <a:lnTo>
                  <a:pt x="1512" y="114"/>
                </a:lnTo>
                <a:lnTo>
                  <a:pt x="1537" y="126"/>
                </a:lnTo>
                <a:lnTo>
                  <a:pt x="1561" y="138"/>
                </a:lnTo>
                <a:lnTo>
                  <a:pt x="1585" y="151"/>
                </a:lnTo>
                <a:lnTo>
                  <a:pt x="1608" y="164"/>
                </a:lnTo>
                <a:lnTo>
                  <a:pt x="1631" y="178"/>
                </a:lnTo>
                <a:lnTo>
                  <a:pt x="1652" y="193"/>
                </a:lnTo>
                <a:lnTo>
                  <a:pt x="1674" y="208"/>
                </a:lnTo>
                <a:lnTo>
                  <a:pt x="1694" y="223"/>
                </a:lnTo>
                <a:lnTo>
                  <a:pt x="1714" y="239"/>
                </a:lnTo>
                <a:lnTo>
                  <a:pt x="1733" y="255"/>
                </a:lnTo>
                <a:lnTo>
                  <a:pt x="1751" y="271"/>
                </a:lnTo>
                <a:lnTo>
                  <a:pt x="1769" y="288"/>
                </a:lnTo>
                <a:lnTo>
                  <a:pt x="1785" y="306"/>
                </a:lnTo>
                <a:lnTo>
                  <a:pt x="1801" y="323"/>
                </a:lnTo>
                <a:lnTo>
                  <a:pt x="1816" y="341"/>
                </a:lnTo>
                <a:lnTo>
                  <a:pt x="1830" y="359"/>
                </a:lnTo>
                <a:lnTo>
                  <a:pt x="1844" y="378"/>
                </a:lnTo>
                <a:lnTo>
                  <a:pt x="1856" y="397"/>
                </a:lnTo>
                <a:lnTo>
                  <a:pt x="1868" y="416"/>
                </a:lnTo>
                <a:lnTo>
                  <a:pt x="1879" y="435"/>
                </a:lnTo>
                <a:lnTo>
                  <a:pt x="1888" y="455"/>
                </a:lnTo>
                <a:lnTo>
                  <a:pt x="1897" y="475"/>
                </a:lnTo>
                <a:lnTo>
                  <a:pt x="1905" y="495"/>
                </a:lnTo>
                <a:lnTo>
                  <a:pt x="1913" y="515"/>
                </a:lnTo>
                <a:lnTo>
                  <a:pt x="1919" y="535"/>
                </a:lnTo>
                <a:lnTo>
                  <a:pt x="1924" y="555"/>
                </a:lnTo>
                <a:lnTo>
                  <a:pt x="1928" y="576"/>
                </a:lnTo>
                <a:lnTo>
                  <a:pt x="1932" y="596"/>
                </a:lnTo>
                <a:lnTo>
                  <a:pt x="1934" y="617"/>
                </a:lnTo>
                <a:lnTo>
                  <a:pt x="1935" y="638"/>
                </a:lnTo>
                <a:lnTo>
                  <a:pt x="1936" y="658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7" name=""/>
          <p:cNvSpPr/>
          <p:nvPr/>
        </p:nvSpPr>
        <p:spPr>
          <a:xfrm>
            <a:off x="8059320" y="2937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8" name=""/>
          <p:cNvSpPr/>
          <p:nvPr/>
        </p:nvSpPr>
        <p:spPr>
          <a:xfrm>
            <a:off x="7711200" y="2700360"/>
            <a:ext cx="696960" cy="474480"/>
          </a:xfrm>
          <a:custGeom>
            <a:avLst/>
            <a:gdLst/>
            <a:ahLst/>
            <a:rect l="0" t="0" r="r" b="b"/>
            <a:pathLst>
              <a:path w="1936" h="1318">
                <a:moveTo>
                  <a:pt x="0" y="1318"/>
                </a:moveTo>
                <a:lnTo>
                  <a:pt x="0" y="0"/>
                </a:lnTo>
                <a:lnTo>
                  <a:pt x="1936" y="0"/>
                </a:lnTo>
                <a:lnTo>
                  <a:pt x="1936" y="1318"/>
                </a:lnTo>
                <a:lnTo>
                  <a:pt x="0" y="1318"/>
                </a:lnTo>
                <a:moveTo>
                  <a:pt x="1936" y="658"/>
                </a:moveTo>
                <a:lnTo>
                  <a:pt x="1935" y="638"/>
                </a:lnTo>
                <a:lnTo>
                  <a:pt x="1934" y="617"/>
                </a:lnTo>
                <a:lnTo>
                  <a:pt x="1932" y="596"/>
                </a:lnTo>
                <a:lnTo>
                  <a:pt x="1928" y="576"/>
                </a:lnTo>
                <a:lnTo>
                  <a:pt x="1924" y="555"/>
                </a:lnTo>
                <a:lnTo>
                  <a:pt x="1919" y="535"/>
                </a:lnTo>
                <a:lnTo>
                  <a:pt x="1913" y="515"/>
                </a:lnTo>
                <a:lnTo>
                  <a:pt x="1905" y="495"/>
                </a:lnTo>
                <a:lnTo>
                  <a:pt x="1897" y="475"/>
                </a:lnTo>
                <a:lnTo>
                  <a:pt x="1888" y="455"/>
                </a:lnTo>
                <a:lnTo>
                  <a:pt x="1879" y="435"/>
                </a:lnTo>
                <a:lnTo>
                  <a:pt x="1868" y="416"/>
                </a:lnTo>
                <a:lnTo>
                  <a:pt x="1856" y="397"/>
                </a:lnTo>
                <a:lnTo>
                  <a:pt x="1844" y="378"/>
                </a:lnTo>
                <a:lnTo>
                  <a:pt x="1830" y="359"/>
                </a:lnTo>
                <a:lnTo>
                  <a:pt x="1816" y="341"/>
                </a:lnTo>
                <a:lnTo>
                  <a:pt x="1801" y="323"/>
                </a:lnTo>
                <a:lnTo>
                  <a:pt x="1785" y="306"/>
                </a:lnTo>
                <a:lnTo>
                  <a:pt x="1769" y="288"/>
                </a:lnTo>
                <a:lnTo>
                  <a:pt x="1751" y="271"/>
                </a:lnTo>
                <a:lnTo>
                  <a:pt x="1733" y="255"/>
                </a:lnTo>
                <a:lnTo>
                  <a:pt x="1714" y="239"/>
                </a:lnTo>
                <a:lnTo>
                  <a:pt x="1694" y="223"/>
                </a:lnTo>
                <a:lnTo>
                  <a:pt x="1674" y="208"/>
                </a:lnTo>
                <a:lnTo>
                  <a:pt x="1652" y="193"/>
                </a:lnTo>
                <a:lnTo>
                  <a:pt x="1631" y="178"/>
                </a:lnTo>
                <a:lnTo>
                  <a:pt x="1608" y="164"/>
                </a:lnTo>
                <a:lnTo>
                  <a:pt x="1585" y="151"/>
                </a:lnTo>
                <a:lnTo>
                  <a:pt x="1561" y="138"/>
                </a:lnTo>
                <a:lnTo>
                  <a:pt x="1537" y="126"/>
                </a:lnTo>
                <a:lnTo>
                  <a:pt x="1512" y="114"/>
                </a:lnTo>
                <a:lnTo>
                  <a:pt x="1487" y="102"/>
                </a:lnTo>
                <a:lnTo>
                  <a:pt x="1461" y="92"/>
                </a:lnTo>
                <a:lnTo>
                  <a:pt x="1434" y="81"/>
                </a:lnTo>
                <a:lnTo>
                  <a:pt x="1408" y="72"/>
                </a:lnTo>
                <a:lnTo>
                  <a:pt x="1380" y="63"/>
                </a:lnTo>
                <a:lnTo>
                  <a:pt x="1353" y="54"/>
                </a:lnTo>
                <a:lnTo>
                  <a:pt x="1325" y="46"/>
                </a:lnTo>
                <a:lnTo>
                  <a:pt x="1296" y="39"/>
                </a:lnTo>
                <a:lnTo>
                  <a:pt x="1267" y="32"/>
                </a:lnTo>
                <a:lnTo>
                  <a:pt x="1238" y="26"/>
                </a:lnTo>
                <a:lnTo>
                  <a:pt x="1209" y="21"/>
                </a:lnTo>
                <a:lnTo>
                  <a:pt x="1179" y="16"/>
                </a:lnTo>
                <a:lnTo>
                  <a:pt x="1150" y="12"/>
                </a:lnTo>
                <a:lnTo>
                  <a:pt x="1120" y="8"/>
                </a:lnTo>
                <a:lnTo>
                  <a:pt x="1090" y="5"/>
                </a:lnTo>
                <a:lnTo>
                  <a:pt x="1060" y="3"/>
                </a:lnTo>
                <a:lnTo>
                  <a:pt x="1029" y="1"/>
                </a:lnTo>
                <a:lnTo>
                  <a:pt x="999" y="0"/>
                </a:lnTo>
                <a:lnTo>
                  <a:pt x="968" y="0"/>
                </a:lnTo>
                <a:lnTo>
                  <a:pt x="938" y="0"/>
                </a:lnTo>
                <a:lnTo>
                  <a:pt x="908" y="1"/>
                </a:lnTo>
                <a:lnTo>
                  <a:pt x="877" y="3"/>
                </a:lnTo>
                <a:lnTo>
                  <a:pt x="847" y="5"/>
                </a:lnTo>
                <a:lnTo>
                  <a:pt x="816" y="8"/>
                </a:lnTo>
                <a:lnTo>
                  <a:pt x="786" y="12"/>
                </a:lnTo>
                <a:lnTo>
                  <a:pt x="756" y="16"/>
                </a:lnTo>
                <a:lnTo>
                  <a:pt x="727" y="21"/>
                </a:lnTo>
                <a:lnTo>
                  <a:pt x="698" y="26"/>
                </a:lnTo>
                <a:lnTo>
                  <a:pt x="669" y="32"/>
                </a:lnTo>
                <a:lnTo>
                  <a:pt x="640" y="39"/>
                </a:lnTo>
                <a:lnTo>
                  <a:pt x="611" y="46"/>
                </a:lnTo>
                <a:lnTo>
                  <a:pt x="583" y="54"/>
                </a:lnTo>
                <a:lnTo>
                  <a:pt x="556" y="63"/>
                </a:lnTo>
                <a:lnTo>
                  <a:pt x="528" y="72"/>
                </a:lnTo>
                <a:lnTo>
                  <a:pt x="501" y="81"/>
                </a:lnTo>
                <a:lnTo>
                  <a:pt x="475" y="92"/>
                </a:lnTo>
                <a:lnTo>
                  <a:pt x="449" y="102"/>
                </a:lnTo>
                <a:lnTo>
                  <a:pt x="424" y="114"/>
                </a:lnTo>
                <a:lnTo>
                  <a:pt x="399" y="126"/>
                </a:lnTo>
                <a:lnTo>
                  <a:pt x="375" y="138"/>
                </a:lnTo>
                <a:lnTo>
                  <a:pt x="351" y="151"/>
                </a:lnTo>
                <a:lnTo>
                  <a:pt x="328" y="164"/>
                </a:lnTo>
                <a:lnTo>
                  <a:pt x="305" y="178"/>
                </a:lnTo>
                <a:lnTo>
                  <a:pt x="283" y="193"/>
                </a:lnTo>
                <a:lnTo>
                  <a:pt x="262" y="208"/>
                </a:lnTo>
                <a:lnTo>
                  <a:pt x="242" y="223"/>
                </a:lnTo>
                <a:lnTo>
                  <a:pt x="222" y="239"/>
                </a:lnTo>
                <a:lnTo>
                  <a:pt x="203" y="255"/>
                </a:lnTo>
                <a:lnTo>
                  <a:pt x="185" y="271"/>
                </a:lnTo>
                <a:lnTo>
                  <a:pt x="167" y="288"/>
                </a:lnTo>
                <a:lnTo>
                  <a:pt x="151" y="306"/>
                </a:lnTo>
                <a:lnTo>
                  <a:pt x="135" y="323"/>
                </a:lnTo>
                <a:lnTo>
                  <a:pt x="120" y="341"/>
                </a:lnTo>
                <a:lnTo>
                  <a:pt x="106" y="359"/>
                </a:lnTo>
                <a:lnTo>
                  <a:pt x="92" y="378"/>
                </a:lnTo>
                <a:lnTo>
                  <a:pt x="80" y="397"/>
                </a:lnTo>
                <a:lnTo>
                  <a:pt x="68" y="416"/>
                </a:lnTo>
                <a:lnTo>
                  <a:pt x="57" y="435"/>
                </a:lnTo>
                <a:lnTo>
                  <a:pt x="48" y="455"/>
                </a:lnTo>
                <a:lnTo>
                  <a:pt x="39" y="475"/>
                </a:lnTo>
                <a:lnTo>
                  <a:pt x="31" y="495"/>
                </a:lnTo>
                <a:lnTo>
                  <a:pt x="23" y="515"/>
                </a:lnTo>
                <a:lnTo>
                  <a:pt x="17" y="535"/>
                </a:lnTo>
                <a:lnTo>
                  <a:pt x="12" y="555"/>
                </a:lnTo>
                <a:lnTo>
                  <a:pt x="8" y="576"/>
                </a:lnTo>
                <a:lnTo>
                  <a:pt x="4" y="596"/>
                </a:lnTo>
                <a:lnTo>
                  <a:pt x="2" y="617"/>
                </a:lnTo>
                <a:lnTo>
                  <a:pt x="1" y="638"/>
                </a:lnTo>
                <a:lnTo>
                  <a:pt x="0" y="658"/>
                </a:lnTo>
                <a:lnTo>
                  <a:pt x="1" y="679"/>
                </a:lnTo>
                <a:lnTo>
                  <a:pt x="2" y="700"/>
                </a:lnTo>
                <a:lnTo>
                  <a:pt x="4" y="720"/>
                </a:lnTo>
                <a:lnTo>
                  <a:pt x="8" y="741"/>
                </a:lnTo>
                <a:lnTo>
                  <a:pt x="12" y="761"/>
                </a:lnTo>
                <a:lnTo>
                  <a:pt x="17" y="782"/>
                </a:lnTo>
                <a:lnTo>
                  <a:pt x="23" y="802"/>
                </a:lnTo>
                <a:lnTo>
                  <a:pt x="31" y="822"/>
                </a:lnTo>
                <a:lnTo>
                  <a:pt x="39" y="842"/>
                </a:lnTo>
                <a:lnTo>
                  <a:pt x="48" y="862"/>
                </a:lnTo>
                <a:lnTo>
                  <a:pt x="57" y="881"/>
                </a:lnTo>
                <a:lnTo>
                  <a:pt x="68" y="901"/>
                </a:lnTo>
                <a:lnTo>
                  <a:pt x="80" y="920"/>
                </a:lnTo>
                <a:lnTo>
                  <a:pt x="92" y="939"/>
                </a:lnTo>
                <a:lnTo>
                  <a:pt x="106" y="957"/>
                </a:lnTo>
                <a:lnTo>
                  <a:pt x="120" y="975"/>
                </a:lnTo>
                <a:lnTo>
                  <a:pt x="135" y="993"/>
                </a:lnTo>
                <a:lnTo>
                  <a:pt x="151" y="1011"/>
                </a:lnTo>
                <a:lnTo>
                  <a:pt x="167" y="1028"/>
                </a:lnTo>
                <a:lnTo>
                  <a:pt x="185" y="1045"/>
                </a:lnTo>
                <a:lnTo>
                  <a:pt x="203" y="1063"/>
                </a:lnTo>
                <a:lnTo>
                  <a:pt x="222" y="1079"/>
                </a:lnTo>
                <a:lnTo>
                  <a:pt x="242" y="1095"/>
                </a:lnTo>
                <a:lnTo>
                  <a:pt x="262" y="1110"/>
                </a:lnTo>
                <a:lnTo>
                  <a:pt x="283" y="1125"/>
                </a:lnTo>
                <a:lnTo>
                  <a:pt x="305" y="1139"/>
                </a:lnTo>
                <a:lnTo>
                  <a:pt x="328" y="1153"/>
                </a:lnTo>
                <a:lnTo>
                  <a:pt x="351" y="1166"/>
                </a:lnTo>
                <a:lnTo>
                  <a:pt x="375" y="1179"/>
                </a:lnTo>
                <a:lnTo>
                  <a:pt x="399" y="1192"/>
                </a:lnTo>
                <a:lnTo>
                  <a:pt x="424" y="1204"/>
                </a:lnTo>
                <a:lnTo>
                  <a:pt x="449" y="1215"/>
                </a:lnTo>
                <a:lnTo>
                  <a:pt x="475" y="1226"/>
                </a:lnTo>
                <a:lnTo>
                  <a:pt x="501" y="1236"/>
                </a:lnTo>
                <a:lnTo>
                  <a:pt x="528" y="1246"/>
                </a:lnTo>
                <a:lnTo>
                  <a:pt x="556" y="1255"/>
                </a:lnTo>
                <a:lnTo>
                  <a:pt x="583" y="1263"/>
                </a:lnTo>
                <a:lnTo>
                  <a:pt x="611" y="1271"/>
                </a:lnTo>
                <a:lnTo>
                  <a:pt x="640" y="1279"/>
                </a:lnTo>
                <a:lnTo>
                  <a:pt x="669" y="1285"/>
                </a:lnTo>
                <a:lnTo>
                  <a:pt x="698" y="1291"/>
                </a:lnTo>
                <a:lnTo>
                  <a:pt x="727" y="1297"/>
                </a:lnTo>
                <a:lnTo>
                  <a:pt x="756" y="1302"/>
                </a:lnTo>
                <a:lnTo>
                  <a:pt x="786" y="1306"/>
                </a:lnTo>
                <a:lnTo>
                  <a:pt x="816" y="1309"/>
                </a:lnTo>
                <a:lnTo>
                  <a:pt x="847" y="1312"/>
                </a:lnTo>
                <a:lnTo>
                  <a:pt x="877" y="1315"/>
                </a:lnTo>
                <a:lnTo>
                  <a:pt x="908" y="1316"/>
                </a:lnTo>
                <a:lnTo>
                  <a:pt x="938" y="1317"/>
                </a:lnTo>
                <a:lnTo>
                  <a:pt x="968" y="1318"/>
                </a:lnTo>
                <a:lnTo>
                  <a:pt x="999" y="1317"/>
                </a:lnTo>
                <a:lnTo>
                  <a:pt x="1029" y="1316"/>
                </a:lnTo>
                <a:lnTo>
                  <a:pt x="1060" y="1315"/>
                </a:lnTo>
                <a:lnTo>
                  <a:pt x="1090" y="1312"/>
                </a:lnTo>
                <a:lnTo>
                  <a:pt x="1120" y="1309"/>
                </a:lnTo>
                <a:lnTo>
                  <a:pt x="1150" y="1306"/>
                </a:lnTo>
                <a:lnTo>
                  <a:pt x="1179" y="1302"/>
                </a:lnTo>
                <a:lnTo>
                  <a:pt x="1209" y="1297"/>
                </a:lnTo>
                <a:lnTo>
                  <a:pt x="1238" y="1291"/>
                </a:lnTo>
                <a:lnTo>
                  <a:pt x="1267" y="1285"/>
                </a:lnTo>
                <a:lnTo>
                  <a:pt x="1296" y="1279"/>
                </a:lnTo>
                <a:lnTo>
                  <a:pt x="1325" y="1271"/>
                </a:lnTo>
                <a:lnTo>
                  <a:pt x="1353" y="1263"/>
                </a:lnTo>
                <a:lnTo>
                  <a:pt x="1380" y="1255"/>
                </a:lnTo>
                <a:lnTo>
                  <a:pt x="1408" y="1246"/>
                </a:lnTo>
                <a:lnTo>
                  <a:pt x="1434" y="1236"/>
                </a:lnTo>
                <a:lnTo>
                  <a:pt x="1461" y="1226"/>
                </a:lnTo>
                <a:lnTo>
                  <a:pt x="1487" y="1215"/>
                </a:lnTo>
                <a:lnTo>
                  <a:pt x="1512" y="1204"/>
                </a:lnTo>
                <a:lnTo>
                  <a:pt x="1537" y="1192"/>
                </a:lnTo>
                <a:lnTo>
                  <a:pt x="1561" y="1179"/>
                </a:lnTo>
                <a:lnTo>
                  <a:pt x="1585" y="1166"/>
                </a:lnTo>
                <a:lnTo>
                  <a:pt x="1608" y="1153"/>
                </a:lnTo>
                <a:lnTo>
                  <a:pt x="1631" y="1139"/>
                </a:lnTo>
                <a:lnTo>
                  <a:pt x="1652" y="1125"/>
                </a:lnTo>
                <a:lnTo>
                  <a:pt x="1674" y="1110"/>
                </a:lnTo>
                <a:lnTo>
                  <a:pt x="1694" y="1095"/>
                </a:lnTo>
                <a:lnTo>
                  <a:pt x="1714" y="1079"/>
                </a:lnTo>
                <a:lnTo>
                  <a:pt x="1733" y="1063"/>
                </a:lnTo>
                <a:lnTo>
                  <a:pt x="1751" y="1045"/>
                </a:lnTo>
                <a:lnTo>
                  <a:pt x="1769" y="1028"/>
                </a:lnTo>
                <a:lnTo>
                  <a:pt x="1785" y="1011"/>
                </a:lnTo>
                <a:lnTo>
                  <a:pt x="1801" y="993"/>
                </a:lnTo>
                <a:lnTo>
                  <a:pt x="1816" y="975"/>
                </a:lnTo>
                <a:lnTo>
                  <a:pt x="1830" y="957"/>
                </a:lnTo>
                <a:lnTo>
                  <a:pt x="1844" y="939"/>
                </a:lnTo>
                <a:lnTo>
                  <a:pt x="1856" y="920"/>
                </a:lnTo>
                <a:lnTo>
                  <a:pt x="1868" y="901"/>
                </a:lnTo>
                <a:lnTo>
                  <a:pt x="1879" y="881"/>
                </a:lnTo>
                <a:lnTo>
                  <a:pt x="1888" y="862"/>
                </a:lnTo>
                <a:lnTo>
                  <a:pt x="1897" y="842"/>
                </a:lnTo>
                <a:lnTo>
                  <a:pt x="1905" y="822"/>
                </a:lnTo>
                <a:lnTo>
                  <a:pt x="1913" y="802"/>
                </a:lnTo>
                <a:lnTo>
                  <a:pt x="1919" y="782"/>
                </a:lnTo>
                <a:lnTo>
                  <a:pt x="1924" y="761"/>
                </a:lnTo>
                <a:lnTo>
                  <a:pt x="1928" y="741"/>
                </a:lnTo>
                <a:lnTo>
                  <a:pt x="1932" y="720"/>
                </a:lnTo>
                <a:lnTo>
                  <a:pt x="1934" y="700"/>
                </a:lnTo>
                <a:lnTo>
                  <a:pt x="1935" y="679"/>
                </a:lnTo>
                <a:lnTo>
                  <a:pt x="1936" y="658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89" name=""/>
          <p:cNvSpPr/>
          <p:nvPr/>
        </p:nvSpPr>
        <p:spPr>
          <a:xfrm>
            <a:off x="7711200" y="2700360"/>
            <a:ext cx="696960" cy="474480"/>
          </a:xfrm>
          <a:custGeom>
            <a:avLst/>
            <a:gdLst/>
            <a:ahLst/>
            <a:rect l="0" t="0" r="r" b="b"/>
            <a:pathLst>
              <a:path w="1936" h="1318">
                <a:moveTo>
                  <a:pt x="0" y="658"/>
                </a:moveTo>
                <a:cubicBezTo>
                  <a:pt x="0" y="295"/>
                  <a:pt x="433" y="0"/>
                  <a:pt x="968" y="0"/>
                </a:cubicBezTo>
                <a:cubicBezTo>
                  <a:pt x="1503" y="0"/>
                  <a:pt x="1936" y="295"/>
                  <a:pt x="1936" y="658"/>
                </a:cubicBezTo>
                <a:cubicBezTo>
                  <a:pt x="1936" y="1022"/>
                  <a:pt x="1503" y="1318"/>
                  <a:pt x="968" y="1318"/>
                </a:cubicBezTo>
                <a:cubicBezTo>
                  <a:pt x="433" y="1318"/>
                  <a:pt x="0" y="1022"/>
                  <a:pt x="0" y="658"/>
                </a:cubicBez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0" name=""/>
          <p:cNvSpPr/>
          <p:nvPr/>
        </p:nvSpPr>
        <p:spPr>
          <a:xfrm>
            <a:off x="5744520" y="4040640"/>
            <a:ext cx="0" cy="664560"/>
          </a:xfrm>
          <a:prstGeom prst="line">
            <a:avLst/>
          </a:prstGeom>
          <a:ln w="2844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1" name=""/>
          <p:cNvSpPr/>
          <p:nvPr/>
        </p:nvSpPr>
        <p:spPr>
          <a:xfrm>
            <a:off x="6856920" y="4040640"/>
            <a:ext cx="0" cy="664560"/>
          </a:xfrm>
          <a:prstGeom prst="line">
            <a:avLst/>
          </a:prstGeom>
          <a:ln w="2844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2" name=""/>
          <p:cNvSpPr/>
          <p:nvPr/>
        </p:nvSpPr>
        <p:spPr>
          <a:xfrm>
            <a:off x="5744520" y="4572720"/>
            <a:ext cx="1112760" cy="268560"/>
          </a:xfrm>
          <a:custGeom>
            <a:avLst/>
            <a:gdLst/>
            <a:ahLst/>
            <a:rect l="0" t="0" r="r" b="b"/>
            <a:pathLst>
              <a:path w="3091" h="746">
                <a:moveTo>
                  <a:pt x="0" y="373"/>
                </a:moveTo>
                <a:cubicBezTo>
                  <a:pt x="0" y="166"/>
                  <a:pt x="692" y="0"/>
                  <a:pt x="1546" y="0"/>
                </a:cubicBezTo>
                <a:cubicBezTo>
                  <a:pt x="2400" y="0"/>
                  <a:pt x="3091" y="166"/>
                  <a:pt x="3091" y="373"/>
                </a:cubicBezTo>
                <a:cubicBezTo>
                  <a:pt x="3091" y="579"/>
                  <a:pt x="2400" y="746"/>
                  <a:pt x="1546" y="746"/>
                </a:cubicBezTo>
                <a:cubicBezTo>
                  <a:pt x="692" y="746"/>
                  <a:pt x="0" y="579"/>
                  <a:pt x="0" y="373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3" name=""/>
          <p:cNvSpPr/>
          <p:nvPr/>
        </p:nvSpPr>
        <p:spPr>
          <a:xfrm>
            <a:off x="5743800" y="4527720"/>
            <a:ext cx="1112760" cy="267120"/>
          </a:xfrm>
          <a:custGeom>
            <a:avLst/>
            <a:gdLst/>
            <a:ahLst/>
            <a:rect l="0" t="0" r="r" b="b"/>
            <a:pathLst>
              <a:path w="3091" h="742">
                <a:moveTo>
                  <a:pt x="0" y="370"/>
                </a:moveTo>
                <a:cubicBezTo>
                  <a:pt x="0" y="166"/>
                  <a:pt x="692" y="0"/>
                  <a:pt x="1546" y="0"/>
                </a:cubicBezTo>
                <a:cubicBezTo>
                  <a:pt x="2399" y="0"/>
                  <a:pt x="3091" y="166"/>
                  <a:pt x="3091" y="370"/>
                </a:cubicBezTo>
                <a:cubicBezTo>
                  <a:pt x="3091" y="576"/>
                  <a:pt x="2399" y="742"/>
                  <a:pt x="1546" y="742"/>
                </a:cubicBezTo>
                <a:cubicBezTo>
                  <a:pt x="692" y="742"/>
                  <a:pt x="0" y="576"/>
                  <a:pt x="0" y="370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4" name=""/>
          <p:cNvSpPr/>
          <p:nvPr/>
        </p:nvSpPr>
        <p:spPr>
          <a:xfrm>
            <a:off x="5777280" y="4283640"/>
            <a:ext cx="1045800" cy="427320"/>
          </a:xfrm>
          <a:custGeom>
            <a:avLst/>
            <a:gdLst/>
            <a:ahLst/>
            <a:rect l="0" t="0" r="r" b="b"/>
            <a:pathLst>
              <a:path w="2905" h="1187">
                <a:moveTo>
                  <a:pt x="0" y="1187"/>
                </a:moveTo>
                <a:lnTo>
                  <a:pt x="2905" y="1187"/>
                </a:lnTo>
                <a:lnTo>
                  <a:pt x="2905" y="0"/>
                </a:lnTo>
                <a:lnTo>
                  <a:pt x="0" y="0"/>
                </a:lnTo>
                <a:lnTo>
                  <a:pt x="0" y="1187"/>
                </a:lnTo>
                <a:close/>
              </a:path>
            </a:pathLst>
          </a:custGeom>
          <a:solidFill>
            <a:srgbClr val="f8f8f8"/>
          </a:solidFill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5" name=""/>
          <p:cNvSpPr/>
          <p:nvPr/>
        </p:nvSpPr>
        <p:spPr>
          <a:xfrm>
            <a:off x="5777280" y="4565880"/>
            <a:ext cx="1045800" cy="250200"/>
          </a:xfrm>
          <a:custGeom>
            <a:avLst/>
            <a:gdLst/>
            <a:ahLst/>
            <a:rect l="0" t="0" r="r" b="b"/>
            <a:pathLst>
              <a:path w="2905" h="695">
                <a:moveTo>
                  <a:pt x="0" y="348"/>
                </a:moveTo>
                <a:cubicBezTo>
                  <a:pt x="0" y="155"/>
                  <a:pt x="650" y="0"/>
                  <a:pt x="1452" y="0"/>
                </a:cubicBezTo>
                <a:cubicBezTo>
                  <a:pt x="2254" y="0"/>
                  <a:pt x="2905" y="155"/>
                  <a:pt x="2905" y="348"/>
                </a:cubicBezTo>
                <a:cubicBezTo>
                  <a:pt x="2905" y="539"/>
                  <a:pt x="2254" y="695"/>
                  <a:pt x="1452" y="695"/>
                </a:cubicBezTo>
                <a:cubicBezTo>
                  <a:pt x="650" y="695"/>
                  <a:pt x="0" y="539"/>
                  <a:pt x="0" y="348"/>
                </a:cubicBezTo>
                <a:close/>
              </a:path>
            </a:pathLst>
          </a:custGeom>
          <a:solidFill>
            <a:srgbClr val="f8f8f8"/>
          </a:solidFill>
          <a:ln w="6120">
            <a:solidFill>
              <a:srgbClr val="000000"/>
            </a:solidFill>
            <a:round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6" name=""/>
          <p:cNvSpPr/>
          <p:nvPr/>
        </p:nvSpPr>
        <p:spPr>
          <a:xfrm>
            <a:off x="5786280" y="4151160"/>
            <a:ext cx="1046160" cy="250200"/>
          </a:xfrm>
          <a:custGeom>
            <a:avLst/>
            <a:gdLst/>
            <a:ahLst/>
            <a:rect l="0" t="0" r="r" b="b"/>
            <a:pathLst>
              <a:path w="2906" h="695">
                <a:moveTo>
                  <a:pt x="0" y="347"/>
                </a:moveTo>
                <a:cubicBezTo>
                  <a:pt x="0" y="156"/>
                  <a:pt x="651" y="0"/>
                  <a:pt x="1453" y="0"/>
                </a:cubicBezTo>
                <a:cubicBezTo>
                  <a:pt x="2254" y="0"/>
                  <a:pt x="2906" y="156"/>
                  <a:pt x="2906" y="347"/>
                </a:cubicBezTo>
                <a:cubicBezTo>
                  <a:pt x="2906" y="539"/>
                  <a:pt x="2254" y="695"/>
                  <a:pt x="1453" y="695"/>
                </a:cubicBezTo>
                <a:cubicBezTo>
                  <a:pt x="651" y="695"/>
                  <a:pt x="0" y="539"/>
                  <a:pt x="0" y="347"/>
                </a:cubicBezTo>
                <a:close/>
              </a:path>
            </a:pathLst>
          </a:custGeom>
          <a:solidFill>
            <a:srgbClr val="f8f8f8"/>
          </a:solidFill>
          <a:ln w="6120">
            <a:solidFill>
              <a:srgbClr val="000000"/>
            </a:solidFill>
            <a:round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7" name=""/>
          <p:cNvSpPr/>
          <p:nvPr/>
        </p:nvSpPr>
        <p:spPr>
          <a:xfrm>
            <a:off x="5744520" y="3904920"/>
            <a:ext cx="1112760" cy="267120"/>
          </a:xfrm>
          <a:custGeom>
            <a:avLst/>
            <a:gdLst/>
            <a:ahLst/>
            <a:rect l="0" t="0" r="r" b="b"/>
            <a:pathLst>
              <a:path w="3091" h="742">
                <a:moveTo>
                  <a:pt x="0" y="371"/>
                </a:moveTo>
                <a:cubicBezTo>
                  <a:pt x="0" y="166"/>
                  <a:pt x="692" y="0"/>
                  <a:pt x="1546" y="0"/>
                </a:cubicBezTo>
                <a:cubicBezTo>
                  <a:pt x="2400" y="0"/>
                  <a:pt x="3091" y="166"/>
                  <a:pt x="3091" y="371"/>
                </a:cubicBezTo>
                <a:cubicBezTo>
                  <a:pt x="3091" y="575"/>
                  <a:pt x="2400" y="742"/>
                  <a:pt x="1546" y="742"/>
                </a:cubicBezTo>
                <a:cubicBezTo>
                  <a:pt x="692" y="742"/>
                  <a:pt x="0" y="575"/>
                  <a:pt x="0" y="371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8" name=""/>
          <p:cNvSpPr/>
          <p:nvPr/>
        </p:nvSpPr>
        <p:spPr>
          <a:xfrm>
            <a:off x="6726600" y="4393440"/>
            <a:ext cx="0" cy="8676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599" name=""/>
          <p:cNvSpPr/>
          <p:nvPr/>
        </p:nvSpPr>
        <p:spPr>
          <a:xfrm>
            <a:off x="6659640" y="4437720"/>
            <a:ext cx="0" cy="26676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0" name=""/>
          <p:cNvSpPr/>
          <p:nvPr/>
        </p:nvSpPr>
        <p:spPr>
          <a:xfrm>
            <a:off x="6726600" y="4572000"/>
            <a:ext cx="0" cy="8856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1" name=""/>
          <p:cNvSpPr/>
          <p:nvPr/>
        </p:nvSpPr>
        <p:spPr>
          <a:xfrm flipV="1">
            <a:off x="6530760" y="3597120"/>
            <a:ext cx="0" cy="92988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2" name=""/>
          <p:cNvSpPr/>
          <p:nvPr/>
        </p:nvSpPr>
        <p:spPr>
          <a:xfrm>
            <a:off x="6530760" y="3597120"/>
            <a:ext cx="986040" cy="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3" name=""/>
          <p:cNvSpPr/>
          <p:nvPr/>
        </p:nvSpPr>
        <p:spPr>
          <a:xfrm>
            <a:off x="7510680" y="3597120"/>
            <a:ext cx="0" cy="128484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4" name=""/>
          <p:cNvSpPr/>
          <p:nvPr/>
        </p:nvSpPr>
        <p:spPr>
          <a:xfrm flipV="1">
            <a:off x="6070680" y="3418920"/>
            <a:ext cx="0" cy="110808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5" name=""/>
          <p:cNvSpPr/>
          <p:nvPr/>
        </p:nvSpPr>
        <p:spPr>
          <a:xfrm>
            <a:off x="6070680" y="3418920"/>
            <a:ext cx="2356200" cy="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6" name=""/>
          <p:cNvSpPr/>
          <p:nvPr/>
        </p:nvSpPr>
        <p:spPr>
          <a:xfrm>
            <a:off x="7510680" y="4881960"/>
            <a:ext cx="916200" cy="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7" name=""/>
          <p:cNvSpPr/>
          <p:nvPr/>
        </p:nvSpPr>
        <p:spPr>
          <a:xfrm>
            <a:off x="8426880" y="3418920"/>
            <a:ext cx="0" cy="62028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8" name=""/>
          <p:cNvSpPr/>
          <p:nvPr/>
        </p:nvSpPr>
        <p:spPr>
          <a:xfrm>
            <a:off x="8426880" y="4261680"/>
            <a:ext cx="0" cy="620280"/>
          </a:xfrm>
          <a:prstGeom prst="line">
            <a:avLst/>
          </a:prstGeom>
          <a:ln w="28440">
            <a:solidFill>
              <a:srgbClr val="ffcc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09" name=""/>
          <p:cNvSpPr/>
          <p:nvPr/>
        </p:nvSpPr>
        <p:spPr>
          <a:xfrm>
            <a:off x="71823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0" name=""/>
          <p:cNvSpPr/>
          <p:nvPr/>
        </p:nvSpPr>
        <p:spPr>
          <a:xfrm>
            <a:off x="71852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1" name=""/>
          <p:cNvSpPr/>
          <p:nvPr/>
        </p:nvSpPr>
        <p:spPr>
          <a:xfrm>
            <a:off x="718812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2" name=""/>
          <p:cNvSpPr/>
          <p:nvPr/>
        </p:nvSpPr>
        <p:spPr>
          <a:xfrm>
            <a:off x="7191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8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3" name=""/>
          <p:cNvSpPr/>
          <p:nvPr/>
        </p:nvSpPr>
        <p:spPr>
          <a:xfrm>
            <a:off x="71938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9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4" name=""/>
          <p:cNvSpPr/>
          <p:nvPr/>
        </p:nvSpPr>
        <p:spPr>
          <a:xfrm>
            <a:off x="71967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5" name=""/>
          <p:cNvSpPr/>
          <p:nvPr/>
        </p:nvSpPr>
        <p:spPr>
          <a:xfrm>
            <a:off x="7199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6" name=""/>
          <p:cNvSpPr/>
          <p:nvPr/>
        </p:nvSpPr>
        <p:spPr>
          <a:xfrm>
            <a:off x="7202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b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7" name=""/>
          <p:cNvSpPr/>
          <p:nvPr/>
        </p:nvSpPr>
        <p:spPr>
          <a:xfrm>
            <a:off x="72054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8" name=""/>
          <p:cNvSpPr/>
          <p:nvPr/>
        </p:nvSpPr>
        <p:spPr>
          <a:xfrm>
            <a:off x="720828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19" name=""/>
          <p:cNvSpPr/>
          <p:nvPr/>
        </p:nvSpPr>
        <p:spPr>
          <a:xfrm>
            <a:off x="72111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d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0" name=""/>
          <p:cNvSpPr/>
          <p:nvPr/>
        </p:nvSpPr>
        <p:spPr>
          <a:xfrm>
            <a:off x="72140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e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1" name=""/>
          <p:cNvSpPr/>
          <p:nvPr/>
        </p:nvSpPr>
        <p:spPr>
          <a:xfrm>
            <a:off x="72169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f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2" name=""/>
          <p:cNvSpPr/>
          <p:nvPr/>
        </p:nvSpPr>
        <p:spPr>
          <a:xfrm>
            <a:off x="72198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0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3" name=""/>
          <p:cNvSpPr/>
          <p:nvPr/>
        </p:nvSpPr>
        <p:spPr>
          <a:xfrm>
            <a:off x="7222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2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4" name=""/>
          <p:cNvSpPr/>
          <p:nvPr/>
        </p:nvSpPr>
        <p:spPr>
          <a:xfrm>
            <a:off x="72255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3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5" name=""/>
          <p:cNvSpPr/>
          <p:nvPr/>
        </p:nvSpPr>
        <p:spPr>
          <a:xfrm>
            <a:off x="722844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4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6" name=""/>
          <p:cNvSpPr/>
          <p:nvPr/>
        </p:nvSpPr>
        <p:spPr>
          <a:xfrm>
            <a:off x="7231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5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7" name=""/>
          <p:cNvSpPr/>
          <p:nvPr/>
        </p:nvSpPr>
        <p:spPr>
          <a:xfrm>
            <a:off x="72342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6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8" name=""/>
          <p:cNvSpPr/>
          <p:nvPr/>
        </p:nvSpPr>
        <p:spPr>
          <a:xfrm>
            <a:off x="72370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7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29" name=""/>
          <p:cNvSpPr/>
          <p:nvPr/>
        </p:nvSpPr>
        <p:spPr>
          <a:xfrm>
            <a:off x="7239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9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0" name=""/>
          <p:cNvSpPr/>
          <p:nvPr/>
        </p:nvSpPr>
        <p:spPr>
          <a:xfrm>
            <a:off x="72428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a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1" name=""/>
          <p:cNvSpPr/>
          <p:nvPr/>
        </p:nvSpPr>
        <p:spPr>
          <a:xfrm>
            <a:off x="72457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b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2" name=""/>
          <p:cNvSpPr/>
          <p:nvPr/>
        </p:nvSpPr>
        <p:spPr>
          <a:xfrm>
            <a:off x="7248600" y="4070880"/>
            <a:ext cx="2880" cy="554760"/>
          </a:xfrm>
          <a:custGeom>
            <a:avLst/>
            <a:gdLst/>
            <a:ahLst/>
            <a:rect l="0" t="0" r="r" b="b"/>
            <a:pathLst>
              <a:path w="8" h="1541">
                <a:moveTo>
                  <a:pt x="0" y="1541"/>
                </a:moveTo>
                <a:lnTo>
                  <a:pt x="0" y="0"/>
                </a:lnTo>
                <a:lnTo>
                  <a:pt x="8" y="0"/>
                </a:lnTo>
                <a:lnTo>
                  <a:pt x="8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c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3" name=""/>
          <p:cNvSpPr/>
          <p:nvPr/>
        </p:nvSpPr>
        <p:spPr>
          <a:xfrm>
            <a:off x="725112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e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4" name=""/>
          <p:cNvSpPr/>
          <p:nvPr/>
        </p:nvSpPr>
        <p:spPr>
          <a:xfrm>
            <a:off x="7254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f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5" name=""/>
          <p:cNvSpPr/>
          <p:nvPr/>
        </p:nvSpPr>
        <p:spPr>
          <a:xfrm>
            <a:off x="72568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1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6" name=""/>
          <p:cNvSpPr/>
          <p:nvPr/>
        </p:nvSpPr>
        <p:spPr>
          <a:xfrm>
            <a:off x="72597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2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7" name=""/>
          <p:cNvSpPr/>
          <p:nvPr/>
        </p:nvSpPr>
        <p:spPr>
          <a:xfrm>
            <a:off x="7262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4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8" name=""/>
          <p:cNvSpPr/>
          <p:nvPr/>
        </p:nvSpPr>
        <p:spPr>
          <a:xfrm>
            <a:off x="7265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5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39" name=""/>
          <p:cNvSpPr/>
          <p:nvPr/>
        </p:nvSpPr>
        <p:spPr>
          <a:xfrm>
            <a:off x="72684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7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0" name=""/>
          <p:cNvSpPr/>
          <p:nvPr/>
        </p:nvSpPr>
        <p:spPr>
          <a:xfrm>
            <a:off x="727128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9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1" name=""/>
          <p:cNvSpPr/>
          <p:nvPr/>
        </p:nvSpPr>
        <p:spPr>
          <a:xfrm>
            <a:off x="72741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b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2" name=""/>
          <p:cNvSpPr/>
          <p:nvPr/>
        </p:nvSpPr>
        <p:spPr>
          <a:xfrm>
            <a:off x="72770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c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3" name=""/>
          <p:cNvSpPr/>
          <p:nvPr/>
        </p:nvSpPr>
        <p:spPr>
          <a:xfrm>
            <a:off x="72799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e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4" name=""/>
          <p:cNvSpPr/>
          <p:nvPr/>
        </p:nvSpPr>
        <p:spPr>
          <a:xfrm>
            <a:off x="72828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0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5" name=""/>
          <p:cNvSpPr/>
          <p:nvPr/>
        </p:nvSpPr>
        <p:spPr>
          <a:xfrm>
            <a:off x="7285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2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6" name=""/>
          <p:cNvSpPr/>
          <p:nvPr/>
        </p:nvSpPr>
        <p:spPr>
          <a:xfrm>
            <a:off x="72885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3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7" name=""/>
          <p:cNvSpPr/>
          <p:nvPr/>
        </p:nvSpPr>
        <p:spPr>
          <a:xfrm>
            <a:off x="729144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5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8" name=""/>
          <p:cNvSpPr/>
          <p:nvPr/>
        </p:nvSpPr>
        <p:spPr>
          <a:xfrm>
            <a:off x="7294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7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49" name=""/>
          <p:cNvSpPr/>
          <p:nvPr/>
        </p:nvSpPr>
        <p:spPr>
          <a:xfrm>
            <a:off x="72972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9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0" name=""/>
          <p:cNvSpPr/>
          <p:nvPr/>
        </p:nvSpPr>
        <p:spPr>
          <a:xfrm>
            <a:off x="73000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b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1" name=""/>
          <p:cNvSpPr/>
          <p:nvPr/>
        </p:nvSpPr>
        <p:spPr>
          <a:xfrm>
            <a:off x="7302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d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2" name=""/>
          <p:cNvSpPr/>
          <p:nvPr/>
        </p:nvSpPr>
        <p:spPr>
          <a:xfrm>
            <a:off x="73058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e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3" name=""/>
          <p:cNvSpPr/>
          <p:nvPr/>
        </p:nvSpPr>
        <p:spPr>
          <a:xfrm>
            <a:off x="73087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0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4" name=""/>
          <p:cNvSpPr/>
          <p:nvPr/>
        </p:nvSpPr>
        <p:spPr>
          <a:xfrm>
            <a:off x="731160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2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5" name=""/>
          <p:cNvSpPr/>
          <p:nvPr/>
        </p:nvSpPr>
        <p:spPr>
          <a:xfrm>
            <a:off x="73144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4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6" name=""/>
          <p:cNvSpPr/>
          <p:nvPr/>
        </p:nvSpPr>
        <p:spPr>
          <a:xfrm>
            <a:off x="73173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6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7" name=""/>
          <p:cNvSpPr/>
          <p:nvPr/>
        </p:nvSpPr>
        <p:spPr>
          <a:xfrm>
            <a:off x="73202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8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8" name=""/>
          <p:cNvSpPr/>
          <p:nvPr/>
        </p:nvSpPr>
        <p:spPr>
          <a:xfrm>
            <a:off x="73231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a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59" name=""/>
          <p:cNvSpPr/>
          <p:nvPr/>
        </p:nvSpPr>
        <p:spPr>
          <a:xfrm>
            <a:off x="7326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c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0" name=""/>
          <p:cNvSpPr/>
          <p:nvPr/>
        </p:nvSpPr>
        <p:spPr>
          <a:xfrm>
            <a:off x="73288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e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1" name=""/>
          <p:cNvSpPr/>
          <p:nvPr/>
        </p:nvSpPr>
        <p:spPr>
          <a:xfrm>
            <a:off x="733176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0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2" name=""/>
          <p:cNvSpPr/>
          <p:nvPr/>
        </p:nvSpPr>
        <p:spPr>
          <a:xfrm>
            <a:off x="7334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2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3" name=""/>
          <p:cNvSpPr/>
          <p:nvPr/>
        </p:nvSpPr>
        <p:spPr>
          <a:xfrm>
            <a:off x="7337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4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4" name=""/>
          <p:cNvSpPr/>
          <p:nvPr/>
        </p:nvSpPr>
        <p:spPr>
          <a:xfrm>
            <a:off x="73404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6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5" name=""/>
          <p:cNvSpPr/>
          <p:nvPr/>
        </p:nvSpPr>
        <p:spPr>
          <a:xfrm>
            <a:off x="73432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8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6" name=""/>
          <p:cNvSpPr/>
          <p:nvPr/>
        </p:nvSpPr>
        <p:spPr>
          <a:xfrm>
            <a:off x="7346160" y="4070880"/>
            <a:ext cx="2880" cy="554760"/>
          </a:xfrm>
          <a:custGeom>
            <a:avLst/>
            <a:gdLst/>
            <a:ahLst/>
            <a:rect l="0" t="0" r="r" b="b"/>
            <a:pathLst>
              <a:path w="8" h="1541">
                <a:moveTo>
                  <a:pt x="0" y="1541"/>
                </a:moveTo>
                <a:lnTo>
                  <a:pt x="0" y="0"/>
                </a:lnTo>
                <a:lnTo>
                  <a:pt x="8" y="0"/>
                </a:lnTo>
                <a:lnTo>
                  <a:pt x="8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9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7" name=""/>
          <p:cNvSpPr/>
          <p:nvPr/>
        </p:nvSpPr>
        <p:spPr>
          <a:xfrm>
            <a:off x="7348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b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8" name=""/>
          <p:cNvSpPr/>
          <p:nvPr/>
        </p:nvSpPr>
        <p:spPr>
          <a:xfrm>
            <a:off x="73515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d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69" name=""/>
          <p:cNvSpPr/>
          <p:nvPr/>
        </p:nvSpPr>
        <p:spPr>
          <a:xfrm>
            <a:off x="735444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f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0" name=""/>
          <p:cNvSpPr/>
          <p:nvPr/>
        </p:nvSpPr>
        <p:spPr>
          <a:xfrm>
            <a:off x="7357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1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1" name=""/>
          <p:cNvSpPr/>
          <p:nvPr/>
        </p:nvSpPr>
        <p:spPr>
          <a:xfrm>
            <a:off x="73602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3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2" name=""/>
          <p:cNvSpPr/>
          <p:nvPr/>
        </p:nvSpPr>
        <p:spPr>
          <a:xfrm>
            <a:off x="73630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5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3" name=""/>
          <p:cNvSpPr/>
          <p:nvPr/>
        </p:nvSpPr>
        <p:spPr>
          <a:xfrm>
            <a:off x="7365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7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4" name=""/>
          <p:cNvSpPr/>
          <p:nvPr/>
        </p:nvSpPr>
        <p:spPr>
          <a:xfrm>
            <a:off x="73688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8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5" name=""/>
          <p:cNvSpPr/>
          <p:nvPr/>
        </p:nvSpPr>
        <p:spPr>
          <a:xfrm>
            <a:off x="73717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a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6" name=""/>
          <p:cNvSpPr/>
          <p:nvPr/>
        </p:nvSpPr>
        <p:spPr>
          <a:xfrm>
            <a:off x="737460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c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7" name=""/>
          <p:cNvSpPr/>
          <p:nvPr/>
        </p:nvSpPr>
        <p:spPr>
          <a:xfrm>
            <a:off x="73774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e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8" name=""/>
          <p:cNvSpPr/>
          <p:nvPr/>
        </p:nvSpPr>
        <p:spPr>
          <a:xfrm>
            <a:off x="73803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f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79" name=""/>
          <p:cNvSpPr/>
          <p:nvPr/>
        </p:nvSpPr>
        <p:spPr>
          <a:xfrm>
            <a:off x="73832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0" name=""/>
          <p:cNvSpPr/>
          <p:nvPr/>
        </p:nvSpPr>
        <p:spPr>
          <a:xfrm>
            <a:off x="73861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2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1" name=""/>
          <p:cNvSpPr/>
          <p:nvPr/>
        </p:nvSpPr>
        <p:spPr>
          <a:xfrm>
            <a:off x="7389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2" name=""/>
          <p:cNvSpPr/>
          <p:nvPr/>
        </p:nvSpPr>
        <p:spPr>
          <a:xfrm>
            <a:off x="73918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5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3" name=""/>
          <p:cNvSpPr/>
          <p:nvPr/>
        </p:nvSpPr>
        <p:spPr>
          <a:xfrm>
            <a:off x="739476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7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4" name=""/>
          <p:cNvSpPr/>
          <p:nvPr/>
        </p:nvSpPr>
        <p:spPr>
          <a:xfrm>
            <a:off x="7397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8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5" name=""/>
          <p:cNvSpPr/>
          <p:nvPr/>
        </p:nvSpPr>
        <p:spPr>
          <a:xfrm>
            <a:off x="7400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a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6" name=""/>
          <p:cNvSpPr/>
          <p:nvPr/>
        </p:nvSpPr>
        <p:spPr>
          <a:xfrm>
            <a:off x="74034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b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7" name=""/>
          <p:cNvSpPr/>
          <p:nvPr/>
        </p:nvSpPr>
        <p:spPr>
          <a:xfrm>
            <a:off x="74062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d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8" name=""/>
          <p:cNvSpPr/>
          <p:nvPr/>
        </p:nvSpPr>
        <p:spPr>
          <a:xfrm>
            <a:off x="74091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e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89" name=""/>
          <p:cNvSpPr/>
          <p:nvPr/>
        </p:nvSpPr>
        <p:spPr>
          <a:xfrm>
            <a:off x="74120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0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0" name=""/>
          <p:cNvSpPr/>
          <p:nvPr/>
        </p:nvSpPr>
        <p:spPr>
          <a:xfrm>
            <a:off x="741492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1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1" name=""/>
          <p:cNvSpPr/>
          <p:nvPr/>
        </p:nvSpPr>
        <p:spPr>
          <a:xfrm>
            <a:off x="74178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2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2" name=""/>
          <p:cNvSpPr/>
          <p:nvPr/>
        </p:nvSpPr>
        <p:spPr>
          <a:xfrm>
            <a:off x="7420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3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3" name=""/>
          <p:cNvSpPr/>
          <p:nvPr/>
        </p:nvSpPr>
        <p:spPr>
          <a:xfrm>
            <a:off x="74235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4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4" name=""/>
          <p:cNvSpPr/>
          <p:nvPr/>
        </p:nvSpPr>
        <p:spPr>
          <a:xfrm>
            <a:off x="74264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6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5" name=""/>
          <p:cNvSpPr/>
          <p:nvPr/>
        </p:nvSpPr>
        <p:spPr>
          <a:xfrm>
            <a:off x="7429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7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6" name=""/>
          <p:cNvSpPr/>
          <p:nvPr/>
        </p:nvSpPr>
        <p:spPr>
          <a:xfrm>
            <a:off x="74322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8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7" name=""/>
          <p:cNvSpPr/>
          <p:nvPr/>
        </p:nvSpPr>
        <p:spPr>
          <a:xfrm>
            <a:off x="743508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9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8" name=""/>
          <p:cNvSpPr/>
          <p:nvPr/>
        </p:nvSpPr>
        <p:spPr>
          <a:xfrm>
            <a:off x="7437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a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699" name=""/>
          <p:cNvSpPr/>
          <p:nvPr/>
        </p:nvSpPr>
        <p:spPr>
          <a:xfrm>
            <a:off x="74408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b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0" name=""/>
          <p:cNvSpPr/>
          <p:nvPr/>
        </p:nvSpPr>
        <p:spPr>
          <a:xfrm>
            <a:off x="7443720" y="4070880"/>
            <a:ext cx="2880" cy="554760"/>
          </a:xfrm>
          <a:custGeom>
            <a:avLst/>
            <a:gdLst/>
            <a:ahLst/>
            <a:rect l="0" t="0" r="r" b="b"/>
            <a:pathLst>
              <a:path w="8" h="1541">
                <a:moveTo>
                  <a:pt x="0" y="1541"/>
                </a:moveTo>
                <a:lnTo>
                  <a:pt x="0" y="0"/>
                </a:lnTo>
                <a:lnTo>
                  <a:pt x="8" y="0"/>
                </a:lnTo>
                <a:lnTo>
                  <a:pt x="8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c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1" name=""/>
          <p:cNvSpPr/>
          <p:nvPr/>
        </p:nvSpPr>
        <p:spPr>
          <a:xfrm>
            <a:off x="74462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d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2" name=""/>
          <p:cNvSpPr/>
          <p:nvPr/>
        </p:nvSpPr>
        <p:spPr>
          <a:xfrm>
            <a:off x="74491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3" name=""/>
          <p:cNvSpPr/>
          <p:nvPr/>
        </p:nvSpPr>
        <p:spPr>
          <a:xfrm>
            <a:off x="7452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f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4" name=""/>
          <p:cNvSpPr/>
          <p:nvPr/>
        </p:nvSpPr>
        <p:spPr>
          <a:xfrm>
            <a:off x="74548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0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5" name=""/>
          <p:cNvSpPr/>
          <p:nvPr/>
        </p:nvSpPr>
        <p:spPr>
          <a:xfrm>
            <a:off x="745776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1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6" name=""/>
          <p:cNvSpPr/>
          <p:nvPr/>
        </p:nvSpPr>
        <p:spPr>
          <a:xfrm>
            <a:off x="7460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7" name=""/>
          <p:cNvSpPr/>
          <p:nvPr/>
        </p:nvSpPr>
        <p:spPr>
          <a:xfrm>
            <a:off x="7463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8" name=""/>
          <p:cNvSpPr/>
          <p:nvPr/>
        </p:nvSpPr>
        <p:spPr>
          <a:xfrm>
            <a:off x="74664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09" name=""/>
          <p:cNvSpPr/>
          <p:nvPr/>
        </p:nvSpPr>
        <p:spPr>
          <a:xfrm>
            <a:off x="74692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4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0" name=""/>
          <p:cNvSpPr/>
          <p:nvPr/>
        </p:nvSpPr>
        <p:spPr>
          <a:xfrm>
            <a:off x="74721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1" name=""/>
          <p:cNvSpPr/>
          <p:nvPr/>
        </p:nvSpPr>
        <p:spPr>
          <a:xfrm>
            <a:off x="74750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2" name=""/>
          <p:cNvSpPr/>
          <p:nvPr/>
        </p:nvSpPr>
        <p:spPr>
          <a:xfrm>
            <a:off x="747792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3" name=""/>
          <p:cNvSpPr/>
          <p:nvPr/>
        </p:nvSpPr>
        <p:spPr>
          <a:xfrm>
            <a:off x="74808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4" name=""/>
          <p:cNvSpPr/>
          <p:nvPr/>
        </p:nvSpPr>
        <p:spPr>
          <a:xfrm>
            <a:off x="7483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5" name=""/>
          <p:cNvSpPr/>
          <p:nvPr/>
        </p:nvSpPr>
        <p:spPr>
          <a:xfrm>
            <a:off x="74865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6" name=""/>
          <p:cNvSpPr/>
          <p:nvPr/>
        </p:nvSpPr>
        <p:spPr>
          <a:xfrm>
            <a:off x="74894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7" name=""/>
          <p:cNvSpPr/>
          <p:nvPr/>
        </p:nvSpPr>
        <p:spPr>
          <a:xfrm>
            <a:off x="7492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8" name=""/>
          <p:cNvSpPr/>
          <p:nvPr/>
        </p:nvSpPr>
        <p:spPr>
          <a:xfrm>
            <a:off x="74952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19" name=""/>
          <p:cNvSpPr/>
          <p:nvPr/>
        </p:nvSpPr>
        <p:spPr>
          <a:xfrm>
            <a:off x="749808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0" name=""/>
          <p:cNvSpPr/>
          <p:nvPr/>
        </p:nvSpPr>
        <p:spPr>
          <a:xfrm>
            <a:off x="7500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1" name=""/>
          <p:cNvSpPr/>
          <p:nvPr/>
        </p:nvSpPr>
        <p:spPr>
          <a:xfrm>
            <a:off x="75038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2" name=""/>
          <p:cNvSpPr/>
          <p:nvPr/>
        </p:nvSpPr>
        <p:spPr>
          <a:xfrm>
            <a:off x="75067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3" name=""/>
          <p:cNvSpPr/>
          <p:nvPr/>
        </p:nvSpPr>
        <p:spPr>
          <a:xfrm>
            <a:off x="75096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4" name=""/>
          <p:cNvSpPr/>
          <p:nvPr/>
        </p:nvSpPr>
        <p:spPr>
          <a:xfrm>
            <a:off x="75124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5" name=""/>
          <p:cNvSpPr/>
          <p:nvPr/>
        </p:nvSpPr>
        <p:spPr>
          <a:xfrm>
            <a:off x="7515360" y="4070880"/>
            <a:ext cx="6120" cy="554760"/>
          </a:xfrm>
          <a:custGeom>
            <a:avLst/>
            <a:gdLst/>
            <a:ahLst/>
            <a:rect l="0" t="0" r="r" b="b"/>
            <a:pathLst>
              <a:path w="17" h="1541">
                <a:moveTo>
                  <a:pt x="0" y="1541"/>
                </a:moveTo>
                <a:lnTo>
                  <a:pt x="0" y="0"/>
                </a:lnTo>
                <a:lnTo>
                  <a:pt x="17" y="0"/>
                </a:lnTo>
                <a:lnTo>
                  <a:pt x="17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6" name=""/>
          <p:cNvSpPr/>
          <p:nvPr/>
        </p:nvSpPr>
        <p:spPr>
          <a:xfrm>
            <a:off x="7521120" y="4070880"/>
            <a:ext cx="6120" cy="554760"/>
          </a:xfrm>
          <a:custGeom>
            <a:avLst/>
            <a:gdLst/>
            <a:ahLst/>
            <a:rect l="0" t="0" r="r" b="b"/>
            <a:pathLst>
              <a:path w="17" h="1541">
                <a:moveTo>
                  <a:pt x="0" y="1541"/>
                </a:moveTo>
                <a:lnTo>
                  <a:pt x="0" y="0"/>
                </a:lnTo>
                <a:lnTo>
                  <a:pt x="17" y="0"/>
                </a:lnTo>
                <a:lnTo>
                  <a:pt x="17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7" name=""/>
          <p:cNvSpPr/>
          <p:nvPr/>
        </p:nvSpPr>
        <p:spPr>
          <a:xfrm>
            <a:off x="75268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8" name=""/>
          <p:cNvSpPr/>
          <p:nvPr/>
        </p:nvSpPr>
        <p:spPr>
          <a:xfrm>
            <a:off x="75297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29" name=""/>
          <p:cNvSpPr/>
          <p:nvPr/>
        </p:nvSpPr>
        <p:spPr>
          <a:xfrm>
            <a:off x="7532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0" name=""/>
          <p:cNvSpPr/>
          <p:nvPr/>
        </p:nvSpPr>
        <p:spPr>
          <a:xfrm>
            <a:off x="7535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1" name=""/>
          <p:cNvSpPr/>
          <p:nvPr/>
        </p:nvSpPr>
        <p:spPr>
          <a:xfrm>
            <a:off x="753840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2" name=""/>
          <p:cNvSpPr/>
          <p:nvPr/>
        </p:nvSpPr>
        <p:spPr>
          <a:xfrm>
            <a:off x="7541280" y="4070880"/>
            <a:ext cx="2880" cy="554760"/>
          </a:xfrm>
          <a:custGeom>
            <a:avLst/>
            <a:gdLst/>
            <a:ahLst/>
            <a:rect l="0" t="0" r="r" b="b"/>
            <a:pathLst>
              <a:path w="8" h="1541">
                <a:moveTo>
                  <a:pt x="0" y="1541"/>
                </a:moveTo>
                <a:lnTo>
                  <a:pt x="0" y="0"/>
                </a:lnTo>
                <a:lnTo>
                  <a:pt x="8" y="0"/>
                </a:lnTo>
                <a:lnTo>
                  <a:pt x="8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3" name=""/>
          <p:cNvSpPr/>
          <p:nvPr/>
        </p:nvSpPr>
        <p:spPr>
          <a:xfrm>
            <a:off x="7543800" y="4070880"/>
            <a:ext cx="6120" cy="554760"/>
          </a:xfrm>
          <a:custGeom>
            <a:avLst/>
            <a:gdLst/>
            <a:ahLst/>
            <a:rect l="0" t="0" r="r" b="b"/>
            <a:pathLst>
              <a:path w="17" h="1541">
                <a:moveTo>
                  <a:pt x="0" y="1541"/>
                </a:moveTo>
                <a:lnTo>
                  <a:pt x="0" y="0"/>
                </a:lnTo>
                <a:lnTo>
                  <a:pt x="17" y="0"/>
                </a:lnTo>
                <a:lnTo>
                  <a:pt x="17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4" name=""/>
          <p:cNvSpPr/>
          <p:nvPr/>
        </p:nvSpPr>
        <p:spPr>
          <a:xfrm>
            <a:off x="7549560" y="4070880"/>
            <a:ext cx="6120" cy="554760"/>
          </a:xfrm>
          <a:custGeom>
            <a:avLst/>
            <a:gdLst/>
            <a:ahLst/>
            <a:rect l="0" t="0" r="r" b="b"/>
            <a:pathLst>
              <a:path w="17" h="1541">
                <a:moveTo>
                  <a:pt x="0" y="1541"/>
                </a:moveTo>
                <a:lnTo>
                  <a:pt x="0" y="0"/>
                </a:lnTo>
                <a:lnTo>
                  <a:pt x="17" y="0"/>
                </a:lnTo>
                <a:lnTo>
                  <a:pt x="17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5" name=""/>
          <p:cNvSpPr/>
          <p:nvPr/>
        </p:nvSpPr>
        <p:spPr>
          <a:xfrm>
            <a:off x="7555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6" name=""/>
          <p:cNvSpPr/>
          <p:nvPr/>
        </p:nvSpPr>
        <p:spPr>
          <a:xfrm>
            <a:off x="75582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7" name=""/>
          <p:cNvSpPr/>
          <p:nvPr/>
        </p:nvSpPr>
        <p:spPr>
          <a:xfrm>
            <a:off x="756108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8" name=""/>
          <p:cNvSpPr/>
          <p:nvPr/>
        </p:nvSpPr>
        <p:spPr>
          <a:xfrm>
            <a:off x="7563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39" name=""/>
          <p:cNvSpPr/>
          <p:nvPr/>
        </p:nvSpPr>
        <p:spPr>
          <a:xfrm>
            <a:off x="75668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0" name=""/>
          <p:cNvSpPr/>
          <p:nvPr/>
        </p:nvSpPr>
        <p:spPr>
          <a:xfrm>
            <a:off x="75697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1" name=""/>
          <p:cNvSpPr/>
          <p:nvPr/>
        </p:nvSpPr>
        <p:spPr>
          <a:xfrm>
            <a:off x="7572600" y="4070880"/>
            <a:ext cx="6120" cy="554760"/>
          </a:xfrm>
          <a:custGeom>
            <a:avLst/>
            <a:gdLst/>
            <a:ahLst/>
            <a:rect l="0" t="0" r="r" b="b"/>
            <a:pathLst>
              <a:path w="17" h="1541">
                <a:moveTo>
                  <a:pt x="0" y="1541"/>
                </a:moveTo>
                <a:lnTo>
                  <a:pt x="0" y="0"/>
                </a:lnTo>
                <a:lnTo>
                  <a:pt x="17" y="0"/>
                </a:lnTo>
                <a:lnTo>
                  <a:pt x="17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2" name=""/>
          <p:cNvSpPr/>
          <p:nvPr/>
        </p:nvSpPr>
        <p:spPr>
          <a:xfrm>
            <a:off x="75783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3" name=""/>
          <p:cNvSpPr/>
          <p:nvPr/>
        </p:nvSpPr>
        <p:spPr>
          <a:xfrm>
            <a:off x="758124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4" name=""/>
          <p:cNvSpPr/>
          <p:nvPr/>
        </p:nvSpPr>
        <p:spPr>
          <a:xfrm>
            <a:off x="75841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5" name=""/>
          <p:cNvSpPr/>
          <p:nvPr/>
        </p:nvSpPr>
        <p:spPr>
          <a:xfrm>
            <a:off x="7587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6" name=""/>
          <p:cNvSpPr/>
          <p:nvPr/>
        </p:nvSpPr>
        <p:spPr>
          <a:xfrm>
            <a:off x="7589880" y="4070880"/>
            <a:ext cx="6120" cy="554760"/>
          </a:xfrm>
          <a:custGeom>
            <a:avLst/>
            <a:gdLst/>
            <a:ahLst/>
            <a:rect l="0" t="0" r="r" b="b"/>
            <a:pathLst>
              <a:path w="17" h="1541">
                <a:moveTo>
                  <a:pt x="0" y="1541"/>
                </a:moveTo>
                <a:lnTo>
                  <a:pt x="0" y="0"/>
                </a:lnTo>
                <a:lnTo>
                  <a:pt x="17" y="0"/>
                </a:lnTo>
                <a:lnTo>
                  <a:pt x="17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7" name=""/>
          <p:cNvSpPr/>
          <p:nvPr/>
        </p:nvSpPr>
        <p:spPr>
          <a:xfrm>
            <a:off x="7595640" y="4070880"/>
            <a:ext cx="6120" cy="554760"/>
          </a:xfrm>
          <a:custGeom>
            <a:avLst/>
            <a:gdLst/>
            <a:ahLst/>
            <a:rect l="0" t="0" r="r" b="b"/>
            <a:pathLst>
              <a:path w="17" h="1541">
                <a:moveTo>
                  <a:pt x="0" y="1541"/>
                </a:moveTo>
                <a:lnTo>
                  <a:pt x="0" y="0"/>
                </a:lnTo>
                <a:lnTo>
                  <a:pt x="17" y="0"/>
                </a:lnTo>
                <a:lnTo>
                  <a:pt x="17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8" name=""/>
          <p:cNvSpPr/>
          <p:nvPr/>
        </p:nvSpPr>
        <p:spPr>
          <a:xfrm>
            <a:off x="7601400" y="4070880"/>
            <a:ext cx="6120" cy="554760"/>
          </a:xfrm>
          <a:custGeom>
            <a:avLst/>
            <a:gdLst/>
            <a:ahLst/>
            <a:rect l="0" t="0" r="r" b="b"/>
            <a:pathLst>
              <a:path w="17" h="1541">
                <a:moveTo>
                  <a:pt x="0" y="1541"/>
                </a:moveTo>
                <a:lnTo>
                  <a:pt x="0" y="0"/>
                </a:lnTo>
                <a:lnTo>
                  <a:pt x="17" y="0"/>
                </a:lnTo>
                <a:lnTo>
                  <a:pt x="17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49" name=""/>
          <p:cNvSpPr/>
          <p:nvPr/>
        </p:nvSpPr>
        <p:spPr>
          <a:xfrm>
            <a:off x="7607160" y="4070880"/>
            <a:ext cx="6120" cy="554760"/>
          </a:xfrm>
          <a:custGeom>
            <a:avLst/>
            <a:gdLst/>
            <a:ahLst/>
            <a:rect l="0" t="0" r="r" b="b"/>
            <a:pathLst>
              <a:path w="17" h="1541">
                <a:moveTo>
                  <a:pt x="0" y="1541"/>
                </a:moveTo>
                <a:lnTo>
                  <a:pt x="0" y="0"/>
                </a:lnTo>
                <a:lnTo>
                  <a:pt x="17" y="0"/>
                </a:lnTo>
                <a:lnTo>
                  <a:pt x="17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0" name=""/>
          <p:cNvSpPr/>
          <p:nvPr/>
        </p:nvSpPr>
        <p:spPr>
          <a:xfrm>
            <a:off x="76129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7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1" name=""/>
          <p:cNvSpPr/>
          <p:nvPr/>
        </p:nvSpPr>
        <p:spPr>
          <a:xfrm>
            <a:off x="76158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2" name=""/>
          <p:cNvSpPr/>
          <p:nvPr/>
        </p:nvSpPr>
        <p:spPr>
          <a:xfrm>
            <a:off x="7618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3" name=""/>
          <p:cNvSpPr/>
          <p:nvPr/>
        </p:nvSpPr>
        <p:spPr>
          <a:xfrm>
            <a:off x="762156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5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4" name=""/>
          <p:cNvSpPr/>
          <p:nvPr/>
        </p:nvSpPr>
        <p:spPr>
          <a:xfrm>
            <a:off x="76244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4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5" name=""/>
          <p:cNvSpPr/>
          <p:nvPr/>
        </p:nvSpPr>
        <p:spPr>
          <a:xfrm>
            <a:off x="7627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6" name=""/>
          <p:cNvSpPr/>
          <p:nvPr/>
        </p:nvSpPr>
        <p:spPr>
          <a:xfrm>
            <a:off x="76302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3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7" name=""/>
          <p:cNvSpPr/>
          <p:nvPr/>
        </p:nvSpPr>
        <p:spPr>
          <a:xfrm>
            <a:off x="76330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2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8" name=""/>
          <p:cNvSpPr/>
          <p:nvPr/>
        </p:nvSpPr>
        <p:spPr>
          <a:xfrm>
            <a:off x="7635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59" name=""/>
          <p:cNvSpPr/>
          <p:nvPr/>
        </p:nvSpPr>
        <p:spPr>
          <a:xfrm>
            <a:off x="7638840" y="4070880"/>
            <a:ext cx="2880" cy="554760"/>
          </a:xfrm>
          <a:custGeom>
            <a:avLst/>
            <a:gdLst/>
            <a:ahLst/>
            <a:rect l="0" t="0" r="r" b="b"/>
            <a:pathLst>
              <a:path w="8" h="1541">
                <a:moveTo>
                  <a:pt x="0" y="1541"/>
                </a:moveTo>
                <a:lnTo>
                  <a:pt x="0" y="0"/>
                </a:lnTo>
                <a:lnTo>
                  <a:pt x="8" y="0"/>
                </a:lnTo>
                <a:lnTo>
                  <a:pt x="8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f0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0" name=""/>
          <p:cNvSpPr/>
          <p:nvPr/>
        </p:nvSpPr>
        <p:spPr>
          <a:xfrm>
            <a:off x="76413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f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1" name=""/>
          <p:cNvSpPr/>
          <p:nvPr/>
        </p:nvSpPr>
        <p:spPr>
          <a:xfrm>
            <a:off x="764424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2" name=""/>
          <p:cNvSpPr/>
          <p:nvPr/>
        </p:nvSpPr>
        <p:spPr>
          <a:xfrm>
            <a:off x="76471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d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3" name=""/>
          <p:cNvSpPr/>
          <p:nvPr/>
        </p:nvSpPr>
        <p:spPr>
          <a:xfrm>
            <a:off x="7650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c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4" name=""/>
          <p:cNvSpPr/>
          <p:nvPr/>
        </p:nvSpPr>
        <p:spPr>
          <a:xfrm>
            <a:off x="76528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b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5" name=""/>
          <p:cNvSpPr/>
          <p:nvPr/>
        </p:nvSpPr>
        <p:spPr>
          <a:xfrm>
            <a:off x="76557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a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6" name=""/>
          <p:cNvSpPr/>
          <p:nvPr/>
        </p:nvSpPr>
        <p:spPr>
          <a:xfrm>
            <a:off x="7658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9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7" name=""/>
          <p:cNvSpPr/>
          <p:nvPr/>
        </p:nvSpPr>
        <p:spPr>
          <a:xfrm>
            <a:off x="7661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8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8" name=""/>
          <p:cNvSpPr/>
          <p:nvPr/>
        </p:nvSpPr>
        <p:spPr>
          <a:xfrm>
            <a:off x="766440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7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69" name=""/>
          <p:cNvSpPr/>
          <p:nvPr/>
        </p:nvSpPr>
        <p:spPr>
          <a:xfrm>
            <a:off x="76672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6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0" name=""/>
          <p:cNvSpPr/>
          <p:nvPr/>
        </p:nvSpPr>
        <p:spPr>
          <a:xfrm>
            <a:off x="76701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5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1" name=""/>
          <p:cNvSpPr/>
          <p:nvPr/>
        </p:nvSpPr>
        <p:spPr>
          <a:xfrm>
            <a:off x="76730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4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2" name=""/>
          <p:cNvSpPr/>
          <p:nvPr/>
        </p:nvSpPr>
        <p:spPr>
          <a:xfrm>
            <a:off x="76759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3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3" name=""/>
          <p:cNvSpPr/>
          <p:nvPr/>
        </p:nvSpPr>
        <p:spPr>
          <a:xfrm>
            <a:off x="76788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2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4" name=""/>
          <p:cNvSpPr/>
          <p:nvPr/>
        </p:nvSpPr>
        <p:spPr>
          <a:xfrm>
            <a:off x="7681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e0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5" name=""/>
          <p:cNvSpPr/>
          <p:nvPr/>
        </p:nvSpPr>
        <p:spPr>
          <a:xfrm>
            <a:off x="768456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f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6" name=""/>
          <p:cNvSpPr/>
          <p:nvPr/>
        </p:nvSpPr>
        <p:spPr>
          <a:xfrm>
            <a:off x="76874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d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7" name=""/>
          <p:cNvSpPr/>
          <p:nvPr/>
        </p:nvSpPr>
        <p:spPr>
          <a:xfrm>
            <a:off x="7690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c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8" name=""/>
          <p:cNvSpPr/>
          <p:nvPr/>
        </p:nvSpPr>
        <p:spPr>
          <a:xfrm>
            <a:off x="76932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a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79" name=""/>
          <p:cNvSpPr/>
          <p:nvPr/>
        </p:nvSpPr>
        <p:spPr>
          <a:xfrm>
            <a:off x="76960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9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0" name=""/>
          <p:cNvSpPr/>
          <p:nvPr/>
        </p:nvSpPr>
        <p:spPr>
          <a:xfrm>
            <a:off x="7698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7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1" name=""/>
          <p:cNvSpPr/>
          <p:nvPr/>
        </p:nvSpPr>
        <p:spPr>
          <a:xfrm>
            <a:off x="77018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6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2" name=""/>
          <p:cNvSpPr/>
          <p:nvPr/>
        </p:nvSpPr>
        <p:spPr>
          <a:xfrm>
            <a:off x="770472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3" name=""/>
          <p:cNvSpPr/>
          <p:nvPr/>
        </p:nvSpPr>
        <p:spPr>
          <a:xfrm>
            <a:off x="77076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3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4" name=""/>
          <p:cNvSpPr/>
          <p:nvPr/>
        </p:nvSpPr>
        <p:spPr>
          <a:xfrm>
            <a:off x="77104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5" name=""/>
          <p:cNvSpPr/>
          <p:nvPr/>
        </p:nvSpPr>
        <p:spPr>
          <a:xfrm>
            <a:off x="77133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d0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6" name=""/>
          <p:cNvSpPr/>
          <p:nvPr/>
        </p:nvSpPr>
        <p:spPr>
          <a:xfrm>
            <a:off x="77162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e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7" name=""/>
          <p:cNvSpPr/>
          <p:nvPr/>
        </p:nvSpPr>
        <p:spPr>
          <a:xfrm>
            <a:off x="77191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c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8" name=""/>
          <p:cNvSpPr/>
          <p:nvPr/>
        </p:nvSpPr>
        <p:spPr>
          <a:xfrm>
            <a:off x="7722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a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89" name=""/>
          <p:cNvSpPr/>
          <p:nvPr/>
        </p:nvSpPr>
        <p:spPr>
          <a:xfrm>
            <a:off x="772488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9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0" name=""/>
          <p:cNvSpPr/>
          <p:nvPr/>
        </p:nvSpPr>
        <p:spPr>
          <a:xfrm>
            <a:off x="77277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7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1" name=""/>
          <p:cNvSpPr/>
          <p:nvPr/>
        </p:nvSpPr>
        <p:spPr>
          <a:xfrm>
            <a:off x="7730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5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2" name=""/>
          <p:cNvSpPr/>
          <p:nvPr/>
        </p:nvSpPr>
        <p:spPr>
          <a:xfrm>
            <a:off x="7733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3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3" name=""/>
          <p:cNvSpPr/>
          <p:nvPr/>
        </p:nvSpPr>
        <p:spPr>
          <a:xfrm>
            <a:off x="7736400" y="4070880"/>
            <a:ext cx="2880" cy="554760"/>
          </a:xfrm>
          <a:custGeom>
            <a:avLst/>
            <a:gdLst/>
            <a:ahLst/>
            <a:rect l="0" t="0" r="r" b="b"/>
            <a:pathLst>
              <a:path w="8" h="1541">
                <a:moveTo>
                  <a:pt x="0" y="1541"/>
                </a:moveTo>
                <a:lnTo>
                  <a:pt x="0" y="0"/>
                </a:lnTo>
                <a:lnTo>
                  <a:pt x="8" y="0"/>
                </a:lnTo>
                <a:lnTo>
                  <a:pt x="8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2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4" name=""/>
          <p:cNvSpPr/>
          <p:nvPr/>
        </p:nvSpPr>
        <p:spPr>
          <a:xfrm>
            <a:off x="77389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c0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5" name=""/>
          <p:cNvSpPr/>
          <p:nvPr/>
        </p:nvSpPr>
        <p:spPr>
          <a:xfrm>
            <a:off x="77418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e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6" name=""/>
          <p:cNvSpPr/>
          <p:nvPr/>
        </p:nvSpPr>
        <p:spPr>
          <a:xfrm>
            <a:off x="7744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c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7" name=""/>
          <p:cNvSpPr/>
          <p:nvPr/>
        </p:nvSpPr>
        <p:spPr>
          <a:xfrm>
            <a:off x="774756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a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8" name=""/>
          <p:cNvSpPr/>
          <p:nvPr/>
        </p:nvSpPr>
        <p:spPr>
          <a:xfrm>
            <a:off x="77504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8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799" name=""/>
          <p:cNvSpPr/>
          <p:nvPr/>
        </p:nvSpPr>
        <p:spPr>
          <a:xfrm>
            <a:off x="7753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6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0" name=""/>
          <p:cNvSpPr/>
          <p:nvPr/>
        </p:nvSpPr>
        <p:spPr>
          <a:xfrm>
            <a:off x="77562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4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1" name=""/>
          <p:cNvSpPr/>
          <p:nvPr/>
        </p:nvSpPr>
        <p:spPr>
          <a:xfrm>
            <a:off x="77590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3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2" name=""/>
          <p:cNvSpPr/>
          <p:nvPr/>
        </p:nvSpPr>
        <p:spPr>
          <a:xfrm>
            <a:off x="7761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b1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3" name=""/>
          <p:cNvSpPr/>
          <p:nvPr/>
        </p:nvSpPr>
        <p:spPr>
          <a:xfrm>
            <a:off x="77648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f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4" name=""/>
          <p:cNvSpPr/>
          <p:nvPr/>
        </p:nvSpPr>
        <p:spPr>
          <a:xfrm>
            <a:off x="776772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d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5" name=""/>
          <p:cNvSpPr/>
          <p:nvPr/>
        </p:nvSpPr>
        <p:spPr>
          <a:xfrm>
            <a:off x="77706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b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6" name=""/>
          <p:cNvSpPr/>
          <p:nvPr/>
        </p:nvSpPr>
        <p:spPr>
          <a:xfrm>
            <a:off x="77734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9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7" name=""/>
          <p:cNvSpPr/>
          <p:nvPr/>
        </p:nvSpPr>
        <p:spPr>
          <a:xfrm>
            <a:off x="77763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7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8" name=""/>
          <p:cNvSpPr/>
          <p:nvPr/>
        </p:nvSpPr>
        <p:spPr>
          <a:xfrm>
            <a:off x="77792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5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09" name=""/>
          <p:cNvSpPr/>
          <p:nvPr/>
        </p:nvSpPr>
        <p:spPr>
          <a:xfrm>
            <a:off x="77821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3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0" name=""/>
          <p:cNvSpPr/>
          <p:nvPr/>
        </p:nvSpPr>
        <p:spPr>
          <a:xfrm>
            <a:off x="7785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a1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1" name=""/>
          <p:cNvSpPr/>
          <p:nvPr/>
        </p:nvSpPr>
        <p:spPr>
          <a:xfrm>
            <a:off x="778788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f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2" name=""/>
          <p:cNvSpPr/>
          <p:nvPr/>
        </p:nvSpPr>
        <p:spPr>
          <a:xfrm>
            <a:off x="77907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d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3" name=""/>
          <p:cNvSpPr/>
          <p:nvPr/>
        </p:nvSpPr>
        <p:spPr>
          <a:xfrm>
            <a:off x="7793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c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4" name=""/>
          <p:cNvSpPr/>
          <p:nvPr/>
        </p:nvSpPr>
        <p:spPr>
          <a:xfrm>
            <a:off x="7796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a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5" name=""/>
          <p:cNvSpPr/>
          <p:nvPr/>
        </p:nvSpPr>
        <p:spPr>
          <a:xfrm>
            <a:off x="77994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8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6" name=""/>
          <p:cNvSpPr/>
          <p:nvPr/>
        </p:nvSpPr>
        <p:spPr>
          <a:xfrm>
            <a:off x="78022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6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7" name=""/>
          <p:cNvSpPr/>
          <p:nvPr/>
        </p:nvSpPr>
        <p:spPr>
          <a:xfrm>
            <a:off x="78051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4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8" name=""/>
          <p:cNvSpPr/>
          <p:nvPr/>
        </p:nvSpPr>
        <p:spPr>
          <a:xfrm>
            <a:off x="780804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2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19" name=""/>
          <p:cNvSpPr/>
          <p:nvPr/>
        </p:nvSpPr>
        <p:spPr>
          <a:xfrm>
            <a:off x="78109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90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0" name=""/>
          <p:cNvSpPr/>
          <p:nvPr/>
        </p:nvSpPr>
        <p:spPr>
          <a:xfrm>
            <a:off x="78138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e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1" name=""/>
          <p:cNvSpPr/>
          <p:nvPr/>
        </p:nvSpPr>
        <p:spPr>
          <a:xfrm>
            <a:off x="7816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d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2" name=""/>
          <p:cNvSpPr/>
          <p:nvPr/>
        </p:nvSpPr>
        <p:spPr>
          <a:xfrm>
            <a:off x="78195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b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3" name=""/>
          <p:cNvSpPr/>
          <p:nvPr/>
        </p:nvSpPr>
        <p:spPr>
          <a:xfrm>
            <a:off x="78224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a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4" name=""/>
          <p:cNvSpPr/>
          <p:nvPr/>
        </p:nvSpPr>
        <p:spPr>
          <a:xfrm>
            <a:off x="7825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8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5" name=""/>
          <p:cNvSpPr/>
          <p:nvPr/>
        </p:nvSpPr>
        <p:spPr>
          <a:xfrm>
            <a:off x="782820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6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6" name=""/>
          <p:cNvSpPr/>
          <p:nvPr/>
        </p:nvSpPr>
        <p:spPr>
          <a:xfrm>
            <a:off x="78310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4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7" name=""/>
          <p:cNvSpPr/>
          <p:nvPr/>
        </p:nvSpPr>
        <p:spPr>
          <a:xfrm>
            <a:off x="7833960" y="4070880"/>
            <a:ext cx="2880" cy="554760"/>
          </a:xfrm>
          <a:custGeom>
            <a:avLst/>
            <a:gdLst/>
            <a:ahLst/>
            <a:rect l="0" t="0" r="r" b="b"/>
            <a:pathLst>
              <a:path w="8" h="1541">
                <a:moveTo>
                  <a:pt x="0" y="1541"/>
                </a:moveTo>
                <a:lnTo>
                  <a:pt x="0" y="0"/>
                </a:lnTo>
                <a:lnTo>
                  <a:pt x="8" y="0"/>
                </a:lnTo>
                <a:lnTo>
                  <a:pt x="8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3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8" name=""/>
          <p:cNvSpPr/>
          <p:nvPr/>
        </p:nvSpPr>
        <p:spPr>
          <a:xfrm>
            <a:off x="78364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1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29" name=""/>
          <p:cNvSpPr/>
          <p:nvPr/>
        </p:nvSpPr>
        <p:spPr>
          <a:xfrm>
            <a:off x="78393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80d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0" name=""/>
          <p:cNvSpPr/>
          <p:nvPr/>
        </p:nvSpPr>
        <p:spPr>
          <a:xfrm>
            <a:off x="78422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e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1" name=""/>
          <p:cNvSpPr/>
          <p:nvPr/>
        </p:nvSpPr>
        <p:spPr>
          <a:xfrm>
            <a:off x="78451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dd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2" name=""/>
          <p:cNvSpPr/>
          <p:nvPr/>
        </p:nvSpPr>
        <p:spPr>
          <a:xfrm>
            <a:off x="78480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c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3" name=""/>
          <p:cNvSpPr/>
          <p:nvPr/>
        </p:nvSpPr>
        <p:spPr>
          <a:xfrm>
            <a:off x="785088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b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4" name=""/>
          <p:cNvSpPr/>
          <p:nvPr/>
        </p:nvSpPr>
        <p:spPr>
          <a:xfrm>
            <a:off x="78537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9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5" name=""/>
          <p:cNvSpPr/>
          <p:nvPr/>
        </p:nvSpPr>
        <p:spPr>
          <a:xfrm>
            <a:off x="78566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8d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6" name=""/>
          <p:cNvSpPr/>
          <p:nvPr/>
        </p:nvSpPr>
        <p:spPr>
          <a:xfrm>
            <a:off x="78595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6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7" name=""/>
          <p:cNvSpPr/>
          <p:nvPr/>
        </p:nvSpPr>
        <p:spPr>
          <a:xfrm>
            <a:off x="78624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5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8" name=""/>
          <p:cNvSpPr/>
          <p:nvPr/>
        </p:nvSpPr>
        <p:spPr>
          <a:xfrm>
            <a:off x="78652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4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39" name=""/>
          <p:cNvSpPr/>
          <p:nvPr/>
        </p:nvSpPr>
        <p:spPr>
          <a:xfrm>
            <a:off x="78681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3c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0" name=""/>
          <p:cNvSpPr/>
          <p:nvPr/>
        </p:nvSpPr>
        <p:spPr>
          <a:xfrm>
            <a:off x="787104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2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1" name=""/>
          <p:cNvSpPr/>
          <p:nvPr/>
        </p:nvSpPr>
        <p:spPr>
          <a:xfrm>
            <a:off x="78739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1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2" name=""/>
          <p:cNvSpPr/>
          <p:nvPr/>
        </p:nvSpPr>
        <p:spPr>
          <a:xfrm>
            <a:off x="78768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70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3" name=""/>
          <p:cNvSpPr/>
          <p:nvPr/>
        </p:nvSpPr>
        <p:spPr>
          <a:xfrm>
            <a:off x="78796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fc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4" name=""/>
          <p:cNvSpPr/>
          <p:nvPr/>
        </p:nvSpPr>
        <p:spPr>
          <a:xfrm>
            <a:off x="78825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e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5" name=""/>
          <p:cNvSpPr/>
          <p:nvPr/>
        </p:nvSpPr>
        <p:spPr>
          <a:xfrm>
            <a:off x="78854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d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6" name=""/>
          <p:cNvSpPr/>
          <p:nvPr/>
        </p:nvSpPr>
        <p:spPr>
          <a:xfrm>
            <a:off x="78883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c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7" name=""/>
          <p:cNvSpPr/>
          <p:nvPr/>
        </p:nvSpPr>
        <p:spPr>
          <a:xfrm>
            <a:off x="789120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b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8" name=""/>
          <p:cNvSpPr/>
          <p:nvPr/>
        </p:nvSpPr>
        <p:spPr>
          <a:xfrm>
            <a:off x="78940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49" name=""/>
          <p:cNvSpPr/>
          <p:nvPr/>
        </p:nvSpPr>
        <p:spPr>
          <a:xfrm>
            <a:off x="789696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ac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0" name=""/>
          <p:cNvSpPr/>
          <p:nvPr/>
        </p:nvSpPr>
        <p:spPr>
          <a:xfrm>
            <a:off x="78998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9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1" name=""/>
          <p:cNvSpPr/>
          <p:nvPr/>
        </p:nvSpPr>
        <p:spPr>
          <a:xfrm>
            <a:off x="790272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8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2" name=""/>
          <p:cNvSpPr/>
          <p:nvPr/>
        </p:nvSpPr>
        <p:spPr>
          <a:xfrm>
            <a:off x="790560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3" name=""/>
          <p:cNvSpPr/>
          <p:nvPr/>
        </p:nvSpPr>
        <p:spPr>
          <a:xfrm>
            <a:off x="790848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7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4" name=""/>
          <p:cNvSpPr/>
          <p:nvPr/>
        </p:nvSpPr>
        <p:spPr>
          <a:xfrm>
            <a:off x="7911360" y="4070880"/>
            <a:ext cx="3600" cy="554760"/>
          </a:xfrm>
          <a:custGeom>
            <a:avLst/>
            <a:gdLst/>
            <a:ahLst/>
            <a:rect l="0" t="0" r="r" b="b"/>
            <a:pathLst>
              <a:path w="10" h="1541">
                <a:moveTo>
                  <a:pt x="0" y="1541"/>
                </a:moveTo>
                <a:lnTo>
                  <a:pt x="0" y="0"/>
                </a:lnTo>
                <a:lnTo>
                  <a:pt x="10" y="0"/>
                </a:lnTo>
                <a:lnTo>
                  <a:pt x="10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5" name=""/>
          <p:cNvSpPr/>
          <p:nvPr/>
        </p:nvSpPr>
        <p:spPr>
          <a:xfrm>
            <a:off x="7914240" y="4070880"/>
            <a:ext cx="3240" cy="554760"/>
          </a:xfrm>
          <a:custGeom>
            <a:avLst/>
            <a:gdLst/>
            <a:ahLst/>
            <a:rect l="0" t="0" r="r" b="b"/>
            <a:pathLst>
              <a:path w="9" h="1541">
                <a:moveTo>
                  <a:pt x="0" y="1541"/>
                </a:moveTo>
                <a:lnTo>
                  <a:pt x="0" y="0"/>
                </a:lnTo>
                <a:lnTo>
                  <a:pt x="9" y="0"/>
                </a:lnTo>
                <a:lnTo>
                  <a:pt x="9" y="1541"/>
                </a:lnTo>
                <a:lnTo>
                  <a:pt x="0" y="1541"/>
                </a:lnTo>
                <a:close/>
              </a:path>
            </a:pathLst>
          </a:custGeom>
          <a:solidFill>
            <a:srgbClr val="66c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6" name=""/>
          <p:cNvSpPr/>
          <p:nvPr/>
        </p:nvSpPr>
        <p:spPr>
          <a:xfrm>
            <a:off x="718236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3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7" name=""/>
          <p:cNvSpPr/>
          <p:nvPr/>
        </p:nvSpPr>
        <p:spPr>
          <a:xfrm>
            <a:off x="718812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8" name=""/>
          <p:cNvSpPr/>
          <p:nvPr/>
        </p:nvSpPr>
        <p:spPr>
          <a:xfrm>
            <a:off x="71938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59" name=""/>
          <p:cNvSpPr/>
          <p:nvPr/>
        </p:nvSpPr>
        <p:spPr>
          <a:xfrm>
            <a:off x="71967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0" name=""/>
          <p:cNvSpPr/>
          <p:nvPr/>
        </p:nvSpPr>
        <p:spPr>
          <a:xfrm>
            <a:off x="7199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1" name=""/>
          <p:cNvSpPr/>
          <p:nvPr/>
        </p:nvSpPr>
        <p:spPr>
          <a:xfrm>
            <a:off x="7202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2" name=""/>
          <p:cNvSpPr/>
          <p:nvPr/>
        </p:nvSpPr>
        <p:spPr>
          <a:xfrm>
            <a:off x="72054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3" name=""/>
          <p:cNvSpPr/>
          <p:nvPr/>
        </p:nvSpPr>
        <p:spPr>
          <a:xfrm>
            <a:off x="720828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4" name=""/>
          <p:cNvSpPr/>
          <p:nvPr/>
        </p:nvSpPr>
        <p:spPr>
          <a:xfrm>
            <a:off x="72111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5" name=""/>
          <p:cNvSpPr/>
          <p:nvPr/>
        </p:nvSpPr>
        <p:spPr>
          <a:xfrm>
            <a:off x="72140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6" name=""/>
          <p:cNvSpPr/>
          <p:nvPr/>
        </p:nvSpPr>
        <p:spPr>
          <a:xfrm>
            <a:off x="72169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7" name=""/>
          <p:cNvSpPr/>
          <p:nvPr/>
        </p:nvSpPr>
        <p:spPr>
          <a:xfrm>
            <a:off x="72198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8" name=""/>
          <p:cNvSpPr/>
          <p:nvPr/>
        </p:nvSpPr>
        <p:spPr>
          <a:xfrm>
            <a:off x="722268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69" name=""/>
          <p:cNvSpPr/>
          <p:nvPr/>
        </p:nvSpPr>
        <p:spPr>
          <a:xfrm>
            <a:off x="722844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9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0" name=""/>
          <p:cNvSpPr/>
          <p:nvPr/>
        </p:nvSpPr>
        <p:spPr>
          <a:xfrm>
            <a:off x="72342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1" name=""/>
          <p:cNvSpPr/>
          <p:nvPr/>
        </p:nvSpPr>
        <p:spPr>
          <a:xfrm>
            <a:off x="72370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2" name=""/>
          <p:cNvSpPr/>
          <p:nvPr/>
        </p:nvSpPr>
        <p:spPr>
          <a:xfrm>
            <a:off x="72399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3" name=""/>
          <p:cNvSpPr/>
          <p:nvPr/>
        </p:nvSpPr>
        <p:spPr>
          <a:xfrm>
            <a:off x="72428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4" name=""/>
          <p:cNvSpPr/>
          <p:nvPr/>
        </p:nvSpPr>
        <p:spPr>
          <a:xfrm>
            <a:off x="72457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5" name=""/>
          <p:cNvSpPr/>
          <p:nvPr/>
        </p:nvSpPr>
        <p:spPr>
          <a:xfrm>
            <a:off x="7248600" y="3960720"/>
            <a:ext cx="2880" cy="221040"/>
          </a:xfrm>
          <a:custGeom>
            <a:avLst/>
            <a:gdLst/>
            <a:ahLst/>
            <a:rect l="0" t="0" r="r" b="b"/>
            <a:pathLst>
              <a:path w="8" h="614">
                <a:moveTo>
                  <a:pt x="0" y="614"/>
                </a:moveTo>
                <a:lnTo>
                  <a:pt x="0" y="0"/>
                </a:lnTo>
                <a:lnTo>
                  <a:pt x="8" y="0"/>
                </a:lnTo>
                <a:lnTo>
                  <a:pt x="8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d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6" name=""/>
          <p:cNvSpPr/>
          <p:nvPr/>
        </p:nvSpPr>
        <p:spPr>
          <a:xfrm>
            <a:off x="725112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7" name=""/>
          <p:cNvSpPr/>
          <p:nvPr/>
        </p:nvSpPr>
        <p:spPr>
          <a:xfrm>
            <a:off x="7254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8" name=""/>
          <p:cNvSpPr/>
          <p:nvPr/>
        </p:nvSpPr>
        <p:spPr>
          <a:xfrm>
            <a:off x="72568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79" name=""/>
          <p:cNvSpPr/>
          <p:nvPr/>
        </p:nvSpPr>
        <p:spPr>
          <a:xfrm>
            <a:off x="72597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0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0" name=""/>
          <p:cNvSpPr/>
          <p:nvPr/>
        </p:nvSpPr>
        <p:spPr>
          <a:xfrm>
            <a:off x="7262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1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1" name=""/>
          <p:cNvSpPr/>
          <p:nvPr/>
        </p:nvSpPr>
        <p:spPr>
          <a:xfrm>
            <a:off x="7265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2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2" name=""/>
          <p:cNvSpPr/>
          <p:nvPr/>
        </p:nvSpPr>
        <p:spPr>
          <a:xfrm>
            <a:off x="72684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3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3" name=""/>
          <p:cNvSpPr/>
          <p:nvPr/>
        </p:nvSpPr>
        <p:spPr>
          <a:xfrm>
            <a:off x="727128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3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4" name=""/>
          <p:cNvSpPr/>
          <p:nvPr/>
        </p:nvSpPr>
        <p:spPr>
          <a:xfrm>
            <a:off x="72741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4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5" name=""/>
          <p:cNvSpPr/>
          <p:nvPr/>
        </p:nvSpPr>
        <p:spPr>
          <a:xfrm>
            <a:off x="72770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5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6" name=""/>
          <p:cNvSpPr/>
          <p:nvPr/>
        </p:nvSpPr>
        <p:spPr>
          <a:xfrm>
            <a:off x="72799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7" name=""/>
          <p:cNvSpPr/>
          <p:nvPr/>
        </p:nvSpPr>
        <p:spPr>
          <a:xfrm>
            <a:off x="72828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7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8" name=""/>
          <p:cNvSpPr/>
          <p:nvPr/>
        </p:nvSpPr>
        <p:spPr>
          <a:xfrm>
            <a:off x="72856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8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89" name=""/>
          <p:cNvSpPr/>
          <p:nvPr/>
        </p:nvSpPr>
        <p:spPr>
          <a:xfrm>
            <a:off x="72885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9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0" name=""/>
          <p:cNvSpPr/>
          <p:nvPr/>
        </p:nvSpPr>
        <p:spPr>
          <a:xfrm>
            <a:off x="729144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1" name=""/>
          <p:cNvSpPr/>
          <p:nvPr/>
        </p:nvSpPr>
        <p:spPr>
          <a:xfrm>
            <a:off x="72943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b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2" name=""/>
          <p:cNvSpPr/>
          <p:nvPr/>
        </p:nvSpPr>
        <p:spPr>
          <a:xfrm>
            <a:off x="72972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c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3" name=""/>
          <p:cNvSpPr/>
          <p:nvPr/>
        </p:nvSpPr>
        <p:spPr>
          <a:xfrm>
            <a:off x="73000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d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4" name=""/>
          <p:cNvSpPr/>
          <p:nvPr/>
        </p:nvSpPr>
        <p:spPr>
          <a:xfrm>
            <a:off x="73029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e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5" name=""/>
          <p:cNvSpPr/>
          <p:nvPr/>
        </p:nvSpPr>
        <p:spPr>
          <a:xfrm>
            <a:off x="73058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f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6" name=""/>
          <p:cNvSpPr/>
          <p:nvPr/>
        </p:nvSpPr>
        <p:spPr>
          <a:xfrm>
            <a:off x="73087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0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7" name=""/>
          <p:cNvSpPr/>
          <p:nvPr/>
        </p:nvSpPr>
        <p:spPr>
          <a:xfrm>
            <a:off x="731160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1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8" name=""/>
          <p:cNvSpPr/>
          <p:nvPr/>
        </p:nvSpPr>
        <p:spPr>
          <a:xfrm>
            <a:off x="73144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3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899" name=""/>
          <p:cNvSpPr/>
          <p:nvPr/>
        </p:nvSpPr>
        <p:spPr>
          <a:xfrm>
            <a:off x="73173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4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0" name=""/>
          <p:cNvSpPr/>
          <p:nvPr/>
        </p:nvSpPr>
        <p:spPr>
          <a:xfrm>
            <a:off x="73202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5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1" name=""/>
          <p:cNvSpPr/>
          <p:nvPr/>
        </p:nvSpPr>
        <p:spPr>
          <a:xfrm>
            <a:off x="73231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6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2" name=""/>
          <p:cNvSpPr/>
          <p:nvPr/>
        </p:nvSpPr>
        <p:spPr>
          <a:xfrm>
            <a:off x="7326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7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3" name=""/>
          <p:cNvSpPr/>
          <p:nvPr/>
        </p:nvSpPr>
        <p:spPr>
          <a:xfrm>
            <a:off x="73288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8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4" name=""/>
          <p:cNvSpPr/>
          <p:nvPr/>
        </p:nvSpPr>
        <p:spPr>
          <a:xfrm>
            <a:off x="733176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a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5" name=""/>
          <p:cNvSpPr/>
          <p:nvPr/>
        </p:nvSpPr>
        <p:spPr>
          <a:xfrm>
            <a:off x="7334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b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6" name=""/>
          <p:cNvSpPr/>
          <p:nvPr/>
        </p:nvSpPr>
        <p:spPr>
          <a:xfrm>
            <a:off x="7337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c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7" name=""/>
          <p:cNvSpPr/>
          <p:nvPr/>
        </p:nvSpPr>
        <p:spPr>
          <a:xfrm>
            <a:off x="73404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d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8" name=""/>
          <p:cNvSpPr/>
          <p:nvPr/>
        </p:nvSpPr>
        <p:spPr>
          <a:xfrm>
            <a:off x="73432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e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09" name=""/>
          <p:cNvSpPr/>
          <p:nvPr/>
        </p:nvSpPr>
        <p:spPr>
          <a:xfrm>
            <a:off x="7346160" y="3960720"/>
            <a:ext cx="2880" cy="221040"/>
          </a:xfrm>
          <a:custGeom>
            <a:avLst/>
            <a:gdLst/>
            <a:ahLst/>
            <a:rect l="0" t="0" r="r" b="b"/>
            <a:pathLst>
              <a:path w="8" h="614">
                <a:moveTo>
                  <a:pt x="0" y="614"/>
                </a:moveTo>
                <a:lnTo>
                  <a:pt x="0" y="0"/>
                </a:lnTo>
                <a:lnTo>
                  <a:pt x="8" y="0"/>
                </a:lnTo>
                <a:lnTo>
                  <a:pt x="8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f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0" name=""/>
          <p:cNvSpPr/>
          <p:nvPr/>
        </p:nvSpPr>
        <p:spPr>
          <a:xfrm>
            <a:off x="73486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1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1" name=""/>
          <p:cNvSpPr/>
          <p:nvPr/>
        </p:nvSpPr>
        <p:spPr>
          <a:xfrm>
            <a:off x="73515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2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2" name=""/>
          <p:cNvSpPr/>
          <p:nvPr/>
        </p:nvSpPr>
        <p:spPr>
          <a:xfrm>
            <a:off x="735444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3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3" name=""/>
          <p:cNvSpPr/>
          <p:nvPr/>
        </p:nvSpPr>
        <p:spPr>
          <a:xfrm>
            <a:off x="73573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4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4" name=""/>
          <p:cNvSpPr/>
          <p:nvPr/>
        </p:nvSpPr>
        <p:spPr>
          <a:xfrm>
            <a:off x="73602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6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5" name=""/>
          <p:cNvSpPr/>
          <p:nvPr/>
        </p:nvSpPr>
        <p:spPr>
          <a:xfrm>
            <a:off x="73630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7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6" name=""/>
          <p:cNvSpPr/>
          <p:nvPr/>
        </p:nvSpPr>
        <p:spPr>
          <a:xfrm>
            <a:off x="73659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8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7" name=""/>
          <p:cNvSpPr/>
          <p:nvPr/>
        </p:nvSpPr>
        <p:spPr>
          <a:xfrm>
            <a:off x="73688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9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8" name=""/>
          <p:cNvSpPr/>
          <p:nvPr/>
        </p:nvSpPr>
        <p:spPr>
          <a:xfrm>
            <a:off x="73717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a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19" name=""/>
          <p:cNvSpPr/>
          <p:nvPr/>
        </p:nvSpPr>
        <p:spPr>
          <a:xfrm>
            <a:off x="737460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b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0" name=""/>
          <p:cNvSpPr/>
          <p:nvPr/>
        </p:nvSpPr>
        <p:spPr>
          <a:xfrm>
            <a:off x="73774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d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1" name=""/>
          <p:cNvSpPr/>
          <p:nvPr/>
        </p:nvSpPr>
        <p:spPr>
          <a:xfrm>
            <a:off x="73803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e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2" name=""/>
          <p:cNvSpPr/>
          <p:nvPr/>
        </p:nvSpPr>
        <p:spPr>
          <a:xfrm>
            <a:off x="73832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f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3" name=""/>
          <p:cNvSpPr/>
          <p:nvPr/>
        </p:nvSpPr>
        <p:spPr>
          <a:xfrm>
            <a:off x="73861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0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4" name=""/>
          <p:cNvSpPr/>
          <p:nvPr/>
        </p:nvSpPr>
        <p:spPr>
          <a:xfrm>
            <a:off x="7389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1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5" name=""/>
          <p:cNvSpPr/>
          <p:nvPr/>
        </p:nvSpPr>
        <p:spPr>
          <a:xfrm>
            <a:off x="73918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2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6" name=""/>
          <p:cNvSpPr/>
          <p:nvPr/>
        </p:nvSpPr>
        <p:spPr>
          <a:xfrm>
            <a:off x="739476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3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7" name=""/>
          <p:cNvSpPr/>
          <p:nvPr/>
        </p:nvSpPr>
        <p:spPr>
          <a:xfrm>
            <a:off x="7397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4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8" name=""/>
          <p:cNvSpPr/>
          <p:nvPr/>
        </p:nvSpPr>
        <p:spPr>
          <a:xfrm>
            <a:off x="7400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5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29" name=""/>
          <p:cNvSpPr/>
          <p:nvPr/>
        </p:nvSpPr>
        <p:spPr>
          <a:xfrm>
            <a:off x="74034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6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0" name=""/>
          <p:cNvSpPr/>
          <p:nvPr/>
        </p:nvSpPr>
        <p:spPr>
          <a:xfrm>
            <a:off x="74062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7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1" name=""/>
          <p:cNvSpPr/>
          <p:nvPr/>
        </p:nvSpPr>
        <p:spPr>
          <a:xfrm>
            <a:off x="74091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8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2" name=""/>
          <p:cNvSpPr/>
          <p:nvPr/>
        </p:nvSpPr>
        <p:spPr>
          <a:xfrm>
            <a:off x="74120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9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3" name=""/>
          <p:cNvSpPr/>
          <p:nvPr/>
        </p:nvSpPr>
        <p:spPr>
          <a:xfrm>
            <a:off x="741492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a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4" name=""/>
          <p:cNvSpPr/>
          <p:nvPr/>
        </p:nvSpPr>
        <p:spPr>
          <a:xfrm>
            <a:off x="74178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b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5" name=""/>
          <p:cNvSpPr/>
          <p:nvPr/>
        </p:nvSpPr>
        <p:spPr>
          <a:xfrm>
            <a:off x="74206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6" name=""/>
          <p:cNvSpPr/>
          <p:nvPr/>
        </p:nvSpPr>
        <p:spPr>
          <a:xfrm>
            <a:off x="74235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7" name=""/>
          <p:cNvSpPr/>
          <p:nvPr/>
        </p:nvSpPr>
        <p:spPr>
          <a:xfrm>
            <a:off x="74264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8" name=""/>
          <p:cNvSpPr/>
          <p:nvPr/>
        </p:nvSpPr>
        <p:spPr>
          <a:xfrm>
            <a:off x="74293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39" name=""/>
          <p:cNvSpPr/>
          <p:nvPr/>
        </p:nvSpPr>
        <p:spPr>
          <a:xfrm>
            <a:off x="74322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0" name=""/>
          <p:cNvSpPr/>
          <p:nvPr/>
        </p:nvSpPr>
        <p:spPr>
          <a:xfrm>
            <a:off x="743508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1" name=""/>
          <p:cNvSpPr/>
          <p:nvPr/>
        </p:nvSpPr>
        <p:spPr>
          <a:xfrm>
            <a:off x="74379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2" name=""/>
          <p:cNvSpPr/>
          <p:nvPr/>
        </p:nvSpPr>
        <p:spPr>
          <a:xfrm>
            <a:off x="74408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3" name=""/>
          <p:cNvSpPr/>
          <p:nvPr/>
        </p:nvSpPr>
        <p:spPr>
          <a:xfrm>
            <a:off x="7443720" y="3960720"/>
            <a:ext cx="2880" cy="221040"/>
          </a:xfrm>
          <a:custGeom>
            <a:avLst/>
            <a:gdLst/>
            <a:ahLst/>
            <a:rect l="0" t="0" r="r" b="b"/>
            <a:pathLst>
              <a:path w="8" h="614">
                <a:moveTo>
                  <a:pt x="0" y="614"/>
                </a:moveTo>
                <a:lnTo>
                  <a:pt x="0" y="0"/>
                </a:lnTo>
                <a:lnTo>
                  <a:pt x="8" y="0"/>
                </a:lnTo>
                <a:lnTo>
                  <a:pt x="8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4" name=""/>
          <p:cNvSpPr/>
          <p:nvPr/>
        </p:nvSpPr>
        <p:spPr>
          <a:xfrm>
            <a:off x="74462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5" name=""/>
          <p:cNvSpPr/>
          <p:nvPr/>
        </p:nvSpPr>
        <p:spPr>
          <a:xfrm>
            <a:off x="74491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6" name=""/>
          <p:cNvSpPr/>
          <p:nvPr/>
        </p:nvSpPr>
        <p:spPr>
          <a:xfrm>
            <a:off x="7452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7" name=""/>
          <p:cNvSpPr/>
          <p:nvPr/>
        </p:nvSpPr>
        <p:spPr>
          <a:xfrm>
            <a:off x="74548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8" name=""/>
          <p:cNvSpPr/>
          <p:nvPr/>
        </p:nvSpPr>
        <p:spPr>
          <a:xfrm>
            <a:off x="745776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49" name=""/>
          <p:cNvSpPr/>
          <p:nvPr/>
        </p:nvSpPr>
        <p:spPr>
          <a:xfrm>
            <a:off x="7460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0" name=""/>
          <p:cNvSpPr/>
          <p:nvPr/>
        </p:nvSpPr>
        <p:spPr>
          <a:xfrm>
            <a:off x="7463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1" name=""/>
          <p:cNvSpPr/>
          <p:nvPr/>
        </p:nvSpPr>
        <p:spPr>
          <a:xfrm>
            <a:off x="74664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2" name=""/>
          <p:cNvSpPr/>
          <p:nvPr/>
        </p:nvSpPr>
        <p:spPr>
          <a:xfrm>
            <a:off x="746928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3" name=""/>
          <p:cNvSpPr/>
          <p:nvPr/>
        </p:nvSpPr>
        <p:spPr>
          <a:xfrm>
            <a:off x="747504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4" name=""/>
          <p:cNvSpPr/>
          <p:nvPr/>
        </p:nvSpPr>
        <p:spPr>
          <a:xfrm>
            <a:off x="74808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9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5" name=""/>
          <p:cNvSpPr/>
          <p:nvPr/>
        </p:nvSpPr>
        <p:spPr>
          <a:xfrm>
            <a:off x="74836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6" name=""/>
          <p:cNvSpPr/>
          <p:nvPr/>
        </p:nvSpPr>
        <p:spPr>
          <a:xfrm>
            <a:off x="74865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7" name=""/>
          <p:cNvSpPr/>
          <p:nvPr/>
        </p:nvSpPr>
        <p:spPr>
          <a:xfrm>
            <a:off x="74894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8" name=""/>
          <p:cNvSpPr/>
          <p:nvPr/>
        </p:nvSpPr>
        <p:spPr>
          <a:xfrm>
            <a:off x="74923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59" name=""/>
          <p:cNvSpPr/>
          <p:nvPr/>
        </p:nvSpPr>
        <p:spPr>
          <a:xfrm>
            <a:off x="74952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0" name=""/>
          <p:cNvSpPr/>
          <p:nvPr/>
        </p:nvSpPr>
        <p:spPr>
          <a:xfrm>
            <a:off x="749808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1" name=""/>
          <p:cNvSpPr/>
          <p:nvPr/>
        </p:nvSpPr>
        <p:spPr>
          <a:xfrm>
            <a:off x="75009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2" name=""/>
          <p:cNvSpPr/>
          <p:nvPr/>
        </p:nvSpPr>
        <p:spPr>
          <a:xfrm>
            <a:off x="750384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3" name=""/>
          <p:cNvSpPr/>
          <p:nvPr/>
        </p:nvSpPr>
        <p:spPr>
          <a:xfrm>
            <a:off x="75096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4" name=""/>
          <p:cNvSpPr/>
          <p:nvPr/>
        </p:nvSpPr>
        <p:spPr>
          <a:xfrm>
            <a:off x="75124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5" name=""/>
          <p:cNvSpPr/>
          <p:nvPr/>
        </p:nvSpPr>
        <p:spPr>
          <a:xfrm>
            <a:off x="751536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6" name=""/>
          <p:cNvSpPr/>
          <p:nvPr/>
        </p:nvSpPr>
        <p:spPr>
          <a:xfrm>
            <a:off x="75211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7" name=""/>
          <p:cNvSpPr/>
          <p:nvPr/>
        </p:nvSpPr>
        <p:spPr>
          <a:xfrm>
            <a:off x="7524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8" name=""/>
          <p:cNvSpPr/>
          <p:nvPr/>
        </p:nvSpPr>
        <p:spPr>
          <a:xfrm>
            <a:off x="75268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e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69" name=""/>
          <p:cNvSpPr/>
          <p:nvPr/>
        </p:nvSpPr>
        <p:spPr>
          <a:xfrm>
            <a:off x="75297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0" name=""/>
          <p:cNvSpPr/>
          <p:nvPr/>
        </p:nvSpPr>
        <p:spPr>
          <a:xfrm>
            <a:off x="753264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1" name=""/>
          <p:cNvSpPr/>
          <p:nvPr/>
        </p:nvSpPr>
        <p:spPr>
          <a:xfrm>
            <a:off x="753840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2" name=""/>
          <p:cNvSpPr/>
          <p:nvPr/>
        </p:nvSpPr>
        <p:spPr>
          <a:xfrm>
            <a:off x="7541280" y="3960720"/>
            <a:ext cx="2880" cy="221040"/>
          </a:xfrm>
          <a:custGeom>
            <a:avLst/>
            <a:gdLst/>
            <a:ahLst/>
            <a:rect l="0" t="0" r="r" b="b"/>
            <a:pathLst>
              <a:path w="8" h="614">
                <a:moveTo>
                  <a:pt x="0" y="614"/>
                </a:moveTo>
                <a:lnTo>
                  <a:pt x="0" y="0"/>
                </a:lnTo>
                <a:lnTo>
                  <a:pt x="8" y="0"/>
                </a:lnTo>
                <a:lnTo>
                  <a:pt x="8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3" name=""/>
          <p:cNvSpPr/>
          <p:nvPr/>
        </p:nvSpPr>
        <p:spPr>
          <a:xfrm>
            <a:off x="754380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4" name=""/>
          <p:cNvSpPr/>
          <p:nvPr/>
        </p:nvSpPr>
        <p:spPr>
          <a:xfrm>
            <a:off x="7549560" y="3960720"/>
            <a:ext cx="12240" cy="221040"/>
          </a:xfrm>
          <a:custGeom>
            <a:avLst/>
            <a:gdLst/>
            <a:ahLst/>
            <a:rect l="0" t="0" r="r" b="b"/>
            <a:pathLst>
              <a:path w="34" h="614">
                <a:moveTo>
                  <a:pt x="0" y="614"/>
                </a:moveTo>
                <a:lnTo>
                  <a:pt x="0" y="0"/>
                </a:lnTo>
                <a:lnTo>
                  <a:pt x="34" y="0"/>
                </a:lnTo>
                <a:lnTo>
                  <a:pt x="34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5" name=""/>
          <p:cNvSpPr/>
          <p:nvPr/>
        </p:nvSpPr>
        <p:spPr>
          <a:xfrm>
            <a:off x="7561080" y="3960720"/>
            <a:ext cx="11880" cy="221040"/>
          </a:xfrm>
          <a:custGeom>
            <a:avLst/>
            <a:gdLst/>
            <a:ahLst/>
            <a:rect l="0" t="0" r="r" b="b"/>
            <a:pathLst>
              <a:path w="33" h="614">
                <a:moveTo>
                  <a:pt x="0" y="614"/>
                </a:moveTo>
                <a:lnTo>
                  <a:pt x="0" y="0"/>
                </a:lnTo>
                <a:lnTo>
                  <a:pt x="33" y="0"/>
                </a:lnTo>
                <a:lnTo>
                  <a:pt x="33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e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6" name=""/>
          <p:cNvSpPr/>
          <p:nvPr/>
        </p:nvSpPr>
        <p:spPr>
          <a:xfrm>
            <a:off x="75726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7" name=""/>
          <p:cNvSpPr/>
          <p:nvPr/>
        </p:nvSpPr>
        <p:spPr>
          <a:xfrm>
            <a:off x="75754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8" name=""/>
          <p:cNvSpPr/>
          <p:nvPr/>
        </p:nvSpPr>
        <p:spPr>
          <a:xfrm>
            <a:off x="757836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d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79" name=""/>
          <p:cNvSpPr/>
          <p:nvPr/>
        </p:nvSpPr>
        <p:spPr>
          <a:xfrm>
            <a:off x="75841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0" name=""/>
          <p:cNvSpPr/>
          <p:nvPr/>
        </p:nvSpPr>
        <p:spPr>
          <a:xfrm>
            <a:off x="7587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1" name=""/>
          <p:cNvSpPr/>
          <p:nvPr/>
        </p:nvSpPr>
        <p:spPr>
          <a:xfrm>
            <a:off x="758988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c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2" name=""/>
          <p:cNvSpPr/>
          <p:nvPr/>
        </p:nvSpPr>
        <p:spPr>
          <a:xfrm>
            <a:off x="7595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bf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3" name=""/>
          <p:cNvSpPr/>
          <p:nvPr/>
        </p:nvSpPr>
        <p:spPr>
          <a:xfrm>
            <a:off x="7598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b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4" name=""/>
          <p:cNvSpPr/>
          <p:nvPr/>
        </p:nvSpPr>
        <p:spPr>
          <a:xfrm>
            <a:off x="760140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5" name=""/>
          <p:cNvSpPr/>
          <p:nvPr/>
        </p:nvSpPr>
        <p:spPr>
          <a:xfrm>
            <a:off x="76042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6" name=""/>
          <p:cNvSpPr/>
          <p:nvPr/>
        </p:nvSpPr>
        <p:spPr>
          <a:xfrm>
            <a:off x="760716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a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7" name=""/>
          <p:cNvSpPr/>
          <p:nvPr/>
        </p:nvSpPr>
        <p:spPr>
          <a:xfrm>
            <a:off x="761292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9f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8" name=""/>
          <p:cNvSpPr/>
          <p:nvPr/>
        </p:nvSpPr>
        <p:spPr>
          <a:xfrm>
            <a:off x="76186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89" name=""/>
          <p:cNvSpPr/>
          <p:nvPr/>
        </p:nvSpPr>
        <p:spPr>
          <a:xfrm>
            <a:off x="762156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8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0" name=""/>
          <p:cNvSpPr/>
          <p:nvPr/>
        </p:nvSpPr>
        <p:spPr>
          <a:xfrm>
            <a:off x="76244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1" name=""/>
          <p:cNvSpPr/>
          <p:nvPr/>
        </p:nvSpPr>
        <p:spPr>
          <a:xfrm>
            <a:off x="76273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7f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2" name=""/>
          <p:cNvSpPr/>
          <p:nvPr/>
        </p:nvSpPr>
        <p:spPr>
          <a:xfrm>
            <a:off x="76302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6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3" name=""/>
          <p:cNvSpPr/>
          <p:nvPr/>
        </p:nvSpPr>
        <p:spPr>
          <a:xfrm>
            <a:off x="76330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4" name=""/>
          <p:cNvSpPr/>
          <p:nvPr/>
        </p:nvSpPr>
        <p:spPr>
          <a:xfrm>
            <a:off x="7635960" y="3960720"/>
            <a:ext cx="5760" cy="221040"/>
          </a:xfrm>
          <a:custGeom>
            <a:avLst/>
            <a:gdLst/>
            <a:ahLst/>
            <a:rect l="0" t="0" r="r" b="b"/>
            <a:pathLst>
              <a:path w="16" h="614">
                <a:moveTo>
                  <a:pt x="0" y="614"/>
                </a:moveTo>
                <a:lnTo>
                  <a:pt x="0" y="0"/>
                </a:lnTo>
                <a:lnTo>
                  <a:pt x="16" y="0"/>
                </a:lnTo>
                <a:lnTo>
                  <a:pt x="16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5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5" name=""/>
          <p:cNvSpPr/>
          <p:nvPr/>
        </p:nvSpPr>
        <p:spPr>
          <a:xfrm>
            <a:off x="76413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4f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6" name=""/>
          <p:cNvSpPr/>
          <p:nvPr/>
        </p:nvSpPr>
        <p:spPr>
          <a:xfrm>
            <a:off x="764424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3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7" name=""/>
          <p:cNvSpPr/>
          <p:nvPr/>
        </p:nvSpPr>
        <p:spPr>
          <a:xfrm>
            <a:off x="76471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8" name=""/>
          <p:cNvSpPr/>
          <p:nvPr/>
        </p:nvSpPr>
        <p:spPr>
          <a:xfrm>
            <a:off x="7650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2f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9999" name=""/>
          <p:cNvSpPr/>
          <p:nvPr/>
        </p:nvSpPr>
        <p:spPr>
          <a:xfrm>
            <a:off x="76528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1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0" name=""/>
          <p:cNvSpPr/>
          <p:nvPr/>
        </p:nvSpPr>
        <p:spPr>
          <a:xfrm>
            <a:off x="76557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1" name=""/>
          <p:cNvSpPr/>
          <p:nvPr/>
        </p:nvSpPr>
        <p:spPr>
          <a:xfrm>
            <a:off x="7658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f0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2" name=""/>
          <p:cNvSpPr/>
          <p:nvPr/>
        </p:nvSpPr>
        <p:spPr>
          <a:xfrm>
            <a:off x="7661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ff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3" name=""/>
          <p:cNvSpPr/>
          <p:nvPr/>
        </p:nvSpPr>
        <p:spPr>
          <a:xfrm>
            <a:off x="766440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e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4" name=""/>
          <p:cNvSpPr/>
          <p:nvPr/>
        </p:nvSpPr>
        <p:spPr>
          <a:xfrm>
            <a:off x="76672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5" name=""/>
          <p:cNvSpPr/>
          <p:nvPr/>
        </p:nvSpPr>
        <p:spPr>
          <a:xfrm>
            <a:off x="76701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d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6" name=""/>
          <p:cNvSpPr/>
          <p:nvPr/>
        </p:nvSpPr>
        <p:spPr>
          <a:xfrm>
            <a:off x="76730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cf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7" name=""/>
          <p:cNvSpPr/>
          <p:nvPr/>
        </p:nvSpPr>
        <p:spPr>
          <a:xfrm>
            <a:off x="76759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b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8" name=""/>
          <p:cNvSpPr/>
          <p:nvPr/>
        </p:nvSpPr>
        <p:spPr>
          <a:xfrm>
            <a:off x="76788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af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09" name=""/>
          <p:cNvSpPr/>
          <p:nvPr/>
        </p:nvSpPr>
        <p:spPr>
          <a:xfrm>
            <a:off x="76816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9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0" name=""/>
          <p:cNvSpPr/>
          <p:nvPr/>
        </p:nvSpPr>
        <p:spPr>
          <a:xfrm>
            <a:off x="768456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8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1" name=""/>
          <p:cNvSpPr/>
          <p:nvPr/>
        </p:nvSpPr>
        <p:spPr>
          <a:xfrm>
            <a:off x="76874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7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2" name=""/>
          <p:cNvSpPr/>
          <p:nvPr/>
        </p:nvSpPr>
        <p:spPr>
          <a:xfrm>
            <a:off x="76903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6f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3" name=""/>
          <p:cNvSpPr/>
          <p:nvPr/>
        </p:nvSpPr>
        <p:spPr>
          <a:xfrm>
            <a:off x="76932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5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4" name=""/>
          <p:cNvSpPr/>
          <p:nvPr/>
        </p:nvSpPr>
        <p:spPr>
          <a:xfrm>
            <a:off x="76960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4f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5" name=""/>
          <p:cNvSpPr/>
          <p:nvPr/>
        </p:nvSpPr>
        <p:spPr>
          <a:xfrm>
            <a:off x="76989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3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6" name=""/>
          <p:cNvSpPr/>
          <p:nvPr/>
        </p:nvSpPr>
        <p:spPr>
          <a:xfrm>
            <a:off x="77018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2f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7" name=""/>
          <p:cNvSpPr/>
          <p:nvPr/>
        </p:nvSpPr>
        <p:spPr>
          <a:xfrm>
            <a:off x="770472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1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8" name=""/>
          <p:cNvSpPr/>
          <p:nvPr/>
        </p:nvSpPr>
        <p:spPr>
          <a:xfrm>
            <a:off x="77076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e0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19" name=""/>
          <p:cNvSpPr/>
          <p:nvPr/>
        </p:nvSpPr>
        <p:spPr>
          <a:xfrm>
            <a:off x="77104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f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0" name=""/>
          <p:cNvSpPr/>
          <p:nvPr/>
        </p:nvSpPr>
        <p:spPr>
          <a:xfrm>
            <a:off x="77133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ef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1" name=""/>
          <p:cNvSpPr/>
          <p:nvPr/>
        </p:nvSpPr>
        <p:spPr>
          <a:xfrm>
            <a:off x="77162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d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2" name=""/>
          <p:cNvSpPr/>
          <p:nvPr/>
        </p:nvSpPr>
        <p:spPr>
          <a:xfrm>
            <a:off x="77191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cf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3" name=""/>
          <p:cNvSpPr/>
          <p:nvPr/>
        </p:nvSpPr>
        <p:spPr>
          <a:xfrm>
            <a:off x="7722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b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4" name=""/>
          <p:cNvSpPr/>
          <p:nvPr/>
        </p:nvSpPr>
        <p:spPr>
          <a:xfrm>
            <a:off x="772488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af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5" name=""/>
          <p:cNvSpPr/>
          <p:nvPr/>
        </p:nvSpPr>
        <p:spPr>
          <a:xfrm>
            <a:off x="77277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8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6" name=""/>
          <p:cNvSpPr/>
          <p:nvPr/>
        </p:nvSpPr>
        <p:spPr>
          <a:xfrm>
            <a:off x="7730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7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7" name=""/>
          <p:cNvSpPr/>
          <p:nvPr/>
        </p:nvSpPr>
        <p:spPr>
          <a:xfrm>
            <a:off x="7733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6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8" name=""/>
          <p:cNvSpPr/>
          <p:nvPr/>
        </p:nvSpPr>
        <p:spPr>
          <a:xfrm>
            <a:off x="7736400" y="3960720"/>
            <a:ext cx="2880" cy="221040"/>
          </a:xfrm>
          <a:custGeom>
            <a:avLst/>
            <a:gdLst/>
            <a:ahLst/>
            <a:rect l="0" t="0" r="r" b="b"/>
            <a:pathLst>
              <a:path w="8" h="614">
                <a:moveTo>
                  <a:pt x="0" y="614"/>
                </a:moveTo>
                <a:lnTo>
                  <a:pt x="0" y="0"/>
                </a:lnTo>
                <a:lnTo>
                  <a:pt x="8" y="0"/>
                </a:lnTo>
                <a:lnTo>
                  <a:pt x="8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5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29" name=""/>
          <p:cNvSpPr/>
          <p:nvPr/>
        </p:nvSpPr>
        <p:spPr>
          <a:xfrm>
            <a:off x="77389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4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0" name=""/>
          <p:cNvSpPr/>
          <p:nvPr/>
        </p:nvSpPr>
        <p:spPr>
          <a:xfrm>
            <a:off x="77418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3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1" name=""/>
          <p:cNvSpPr/>
          <p:nvPr/>
        </p:nvSpPr>
        <p:spPr>
          <a:xfrm>
            <a:off x="77446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1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2" name=""/>
          <p:cNvSpPr/>
          <p:nvPr/>
        </p:nvSpPr>
        <p:spPr>
          <a:xfrm>
            <a:off x="774756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d0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3" name=""/>
          <p:cNvSpPr/>
          <p:nvPr/>
        </p:nvSpPr>
        <p:spPr>
          <a:xfrm>
            <a:off x="77504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f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4" name=""/>
          <p:cNvSpPr/>
          <p:nvPr/>
        </p:nvSpPr>
        <p:spPr>
          <a:xfrm>
            <a:off x="77533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e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5" name=""/>
          <p:cNvSpPr/>
          <p:nvPr/>
        </p:nvSpPr>
        <p:spPr>
          <a:xfrm>
            <a:off x="77562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c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6" name=""/>
          <p:cNvSpPr/>
          <p:nvPr/>
        </p:nvSpPr>
        <p:spPr>
          <a:xfrm>
            <a:off x="77590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b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7" name=""/>
          <p:cNvSpPr/>
          <p:nvPr/>
        </p:nvSpPr>
        <p:spPr>
          <a:xfrm>
            <a:off x="77619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a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8" name=""/>
          <p:cNvSpPr/>
          <p:nvPr/>
        </p:nvSpPr>
        <p:spPr>
          <a:xfrm>
            <a:off x="77648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9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39" name=""/>
          <p:cNvSpPr/>
          <p:nvPr/>
        </p:nvSpPr>
        <p:spPr>
          <a:xfrm>
            <a:off x="776772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8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0" name=""/>
          <p:cNvSpPr/>
          <p:nvPr/>
        </p:nvSpPr>
        <p:spPr>
          <a:xfrm>
            <a:off x="77706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7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1" name=""/>
          <p:cNvSpPr/>
          <p:nvPr/>
        </p:nvSpPr>
        <p:spPr>
          <a:xfrm>
            <a:off x="77734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5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2" name=""/>
          <p:cNvSpPr/>
          <p:nvPr/>
        </p:nvSpPr>
        <p:spPr>
          <a:xfrm>
            <a:off x="77763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4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3" name=""/>
          <p:cNvSpPr/>
          <p:nvPr/>
        </p:nvSpPr>
        <p:spPr>
          <a:xfrm>
            <a:off x="77792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3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4" name=""/>
          <p:cNvSpPr/>
          <p:nvPr/>
        </p:nvSpPr>
        <p:spPr>
          <a:xfrm>
            <a:off x="77821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2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5" name=""/>
          <p:cNvSpPr/>
          <p:nvPr/>
        </p:nvSpPr>
        <p:spPr>
          <a:xfrm>
            <a:off x="7785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1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6" name=""/>
          <p:cNvSpPr/>
          <p:nvPr/>
        </p:nvSpPr>
        <p:spPr>
          <a:xfrm>
            <a:off x="778788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c0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7" name=""/>
          <p:cNvSpPr/>
          <p:nvPr/>
        </p:nvSpPr>
        <p:spPr>
          <a:xfrm>
            <a:off x="77907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f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8" name=""/>
          <p:cNvSpPr/>
          <p:nvPr/>
        </p:nvSpPr>
        <p:spPr>
          <a:xfrm>
            <a:off x="7793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e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49" name=""/>
          <p:cNvSpPr/>
          <p:nvPr/>
        </p:nvSpPr>
        <p:spPr>
          <a:xfrm>
            <a:off x="7796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c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0" name=""/>
          <p:cNvSpPr/>
          <p:nvPr/>
        </p:nvSpPr>
        <p:spPr>
          <a:xfrm>
            <a:off x="77994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b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1" name=""/>
          <p:cNvSpPr/>
          <p:nvPr/>
        </p:nvSpPr>
        <p:spPr>
          <a:xfrm>
            <a:off x="78022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2" name=""/>
          <p:cNvSpPr/>
          <p:nvPr/>
        </p:nvSpPr>
        <p:spPr>
          <a:xfrm>
            <a:off x="78051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a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3" name=""/>
          <p:cNvSpPr/>
          <p:nvPr/>
        </p:nvSpPr>
        <p:spPr>
          <a:xfrm>
            <a:off x="780804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8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4" name=""/>
          <p:cNvSpPr/>
          <p:nvPr/>
        </p:nvSpPr>
        <p:spPr>
          <a:xfrm>
            <a:off x="78109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7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5" name=""/>
          <p:cNvSpPr/>
          <p:nvPr/>
        </p:nvSpPr>
        <p:spPr>
          <a:xfrm>
            <a:off x="78138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6" name=""/>
          <p:cNvSpPr/>
          <p:nvPr/>
        </p:nvSpPr>
        <p:spPr>
          <a:xfrm>
            <a:off x="78166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6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7" name=""/>
          <p:cNvSpPr/>
          <p:nvPr/>
        </p:nvSpPr>
        <p:spPr>
          <a:xfrm>
            <a:off x="78195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5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8" name=""/>
          <p:cNvSpPr/>
          <p:nvPr/>
        </p:nvSpPr>
        <p:spPr>
          <a:xfrm>
            <a:off x="78224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4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59" name=""/>
          <p:cNvSpPr/>
          <p:nvPr/>
        </p:nvSpPr>
        <p:spPr>
          <a:xfrm>
            <a:off x="78253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3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0" name=""/>
          <p:cNvSpPr/>
          <p:nvPr/>
        </p:nvSpPr>
        <p:spPr>
          <a:xfrm>
            <a:off x="782820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2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1" name=""/>
          <p:cNvSpPr/>
          <p:nvPr/>
        </p:nvSpPr>
        <p:spPr>
          <a:xfrm>
            <a:off x="78310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1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2" name=""/>
          <p:cNvSpPr/>
          <p:nvPr/>
        </p:nvSpPr>
        <p:spPr>
          <a:xfrm>
            <a:off x="7833960" y="3960720"/>
            <a:ext cx="2880" cy="221040"/>
          </a:xfrm>
          <a:custGeom>
            <a:avLst/>
            <a:gdLst/>
            <a:ahLst/>
            <a:rect l="0" t="0" r="r" b="b"/>
            <a:pathLst>
              <a:path w="8" h="614">
                <a:moveTo>
                  <a:pt x="0" y="614"/>
                </a:moveTo>
                <a:lnTo>
                  <a:pt x="0" y="0"/>
                </a:lnTo>
                <a:lnTo>
                  <a:pt x="8" y="0"/>
                </a:lnTo>
                <a:lnTo>
                  <a:pt x="8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b0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3" name=""/>
          <p:cNvSpPr/>
          <p:nvPr/>
        </p:nvSpPr>
        <p:spPr>
          <a:xfrm>
            <a:off x="78364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4" name=""/>
          <p:cNvSpPr/>
          <p:nvPr/>
        </p:nvSpPr>
        <p:spPr>
          <a:xfrm>
            <a:off x="78393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f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5" name=""/>
          <p:cNvSpPr/>
          <p:nvPr/>
        </p:nvSpPr>
        <p:spPr>
          <a:xfrm>
            <a:off x="78422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e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6" name=""/>
          <p:cNvSpPr/>
          <p:nvPr/>
        </p:nvSpPr>
        <p:spPr>
          <a:xfrm>
            <a:off x="78451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d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7" name=""/>
          <p:cNvSpPr/>
          <p:nvPr/>
        </p:nvSpPr>
        <p:spPr>
          <a:xfrm>
            <a:off x="78480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8" name=""/>
          <p:cNvSpPr/>
          <p:nvPr/>
        </p:nvSpPr>
        <p:spPr>
          <a:xfrm>
            <a:off x="785088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c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69" name=""/>
          <p:cNvSpPr/>
          <p:nvPr/>
        </p:nvSpPr>
        <p:spPr>
          <a:xfrm>
            <a:off x="78537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0" name=""/>
          <p:cNvSpPr/>
          <p:nvPr/>
        </p:nvSpPr>
        <p:spPr>
          <a:xfrm>
            <a:off x="78566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b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1" name=""/>
          <p:cNvSpPr/>
          <p:nvPr/>
        </p:nvSpPr>
        <p:spPr>
          <a:xfrm>
            <a:off x="78595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2" name=""/>
          <p:cNvSpPr/>
          <p:nvPr/>
        </p:nvSpPr>
        <p:spPr>
          <a:xfrm>
            <a:off x="78624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a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3" name=""/>
          <p:cNvSpPr/>
          <p:nvPr/>
        </p:nvSpPr>
        <p:spPr>
          <a:xfrm>
            <a:off x="786528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9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4" name=""/>
          <p:cNvSpPr/>
          <p:nvPr/>
        </p:nvSpPr>
        <p:spPr>
          <a:xfrm>
            <a:off x="787104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8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5" name=""/>
          <p:cNvSpPr/>
          <p:nvPr/>
        </p:nvSpPr>
        <p:spPr>
          <a:xfrm>
            <a:off x="787680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6" name=""/>
          <p:cNvSpPr/>
          <p:nvPr/>
        </p:nvSpPr>
        <p:spPr>
          <a:xfrm>
            <a:off x="78796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7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7" name=""/>
          <p:cNvSpPr/>
          <p:nvPr/>
        </p:nvSpPr>
        <p:spPr>
          <a:xfrm>
            <a:off x="78825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8" name=""/>
          <p:cNvSpPr/>
          <p:nvPr/>
        </p:nvSpPr>
        <p:spPr>
          <a:xfrm>
            <a:off x="78854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6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79" name=""/>
          <p:cNvSpPr/>
          <p:nvPr/>
        </p:nvSpPr>
        <p:spPr>
          <a:xfrm>
            <a:off x="78883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0" name=""/>
          <p:cNvSpPr/>
          <p:nvPr/>
        </p:nvSpPr>
        <p:spPr>
          <a:xfrm>
            <a:off x="7891200" y="3960720"/>
            <a:ext cx="3600" cy="221040"/>
          </a:xfrm>
          <a:custGeom>
            <a:avLst/>
            <a:gdLst/>
            <a:ahLst/>
            <a:rect l="0" t="0" r="r" b="b"/>
            <a:pathLst>
              <a:path w="10" h="614">
                <a:moveTo>
                  <a:pt x="0" y="614"/>
                </a:moveTo>
                <a:lnTo>
                  <a:pt x="0" y="0"/>
                </a:lnTo>
                <a:lnTo>
                  <a:pt x="10" y="0"/>
                </a:lnTo>
                <a:lnTo>
                  <a:pt x="1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5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1" name=""/>
          <p:cNvSpPr/>
          <p:nvPr/>
        </p:nvSpPr>
        <p:spPr>
          <a:xfrm>
            <a:off x="789408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2" name=""/>
          <p:cNvSpPr/>
          <p:nvPr/>
        </p:nvSpPr>
        <p:spPr>
          <a:xfrm>
            <a:off x="789696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5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3" name=""/>
          <p:cNvSpPr/>
          <p:nvPr/>
        </p:nvSpPr>
        <p:spPr>
          <a:xfrm>
            <a:off x="789984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4" name=""/>
          <p:cNvSpPr/>
          <p:nvPr/>
        </p:nvSpPr>
        <p:spPr>
          <a:xfrm>
            <a:off x="7902720" y="3960720"/>
            <a:ext cx="3240" cy="221040"/>
          </a:xfrm>
          <a:custGeom>
            <a:avLst/>
            <a:gdLst/>
            <a:ahLst/>
            <a:rect l="0" t="0" r="r" b="b"/>
            <a:pathLst>
              <a:path w="9" h="614">
                <a:moveTo>
                  <a:pt x="0" y="614"/>
                </a:moveTo>
                <a:lnTo>
                  <a:pt x="0" y="0"/>
                </a:lnTo>
                <a:lnTo>
                  <a:pt x="9" y="0"/>
                </a:lnTo>
                <a:lnTo>
                  <a:pt x="9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5" name=""/>
          <p:cNvSpPr/>
          <p:nvPr/>
        </p:nvSpPr>
        <p:spPr>
          <a:xfrm>
            <a:off x="790560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4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6" name=""/>
          <p:cNvSpPr/>
          <p:nvPr/>
        </p:nvSpPr>
        <p:spPr>
          <a:xfrm>
            <a:off x="7911360" y="3960720"/>
            <a:ext cx="6120" cy="221040"/>
          </a:xfrm>
          <a:custGeom>
            <a:avLst/>
            <a:gdLst/>
            <a:ahLst/>
            <a:rect l="0" t="0" r="r" b="b"/>
            <a:pathLst>
              <a:path w="17" h="614">
                <a:moveTo>
                  <a:pt x="0" y="614"/>
                </a:moveTo>
                <a:lnTo>
                  <a:pt x="0" y="0"/>
                </a:lnTo>
                <a:lnTo>
                  <a:pt x="17" y="0"/>
                </a:lnTo>
                <a:lnTo>
                  <a:pt x="17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a3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7" name=""/>
          <p:cNvSpPr/>
          <p:nvPr/>
        </p:nvSpPr>
        <p:spPr>
          <a:xfrm>
            <a:off x="7182360" y="3960720"/>
            <a:ext cx="735120" cy="664920"/>
          </a:xfrm>
          <a:custGeom>
            <a:avLst/>
            <a:gdLst/>
            <a:ahLst/>
            <a:rect l="0" t="0" r="r" b="b"/>
            <a:pathLst>
              <a:path fill="none" w="2042" h="1847">
                <a:moveTo>
                  <a:pt x="2042" y="306"/>
                </a:moveTo>
                <a:cubicBezTo>
                  <a:pt x="2042" y="476"/>
                  <a:pt x="1585" y="613"/>
                  <a:pt x="1020" y="613"/>
                </a:cubicBezTo>
                <a:cubicBezTo>
                  <a:pt x="457" y="613"/>
                  <a:pt x="0" y="476"/>
                  <a:pt x="0" y="306"/>
                </a:cubicBezTo>
                <a:cubicBezTo>
                  <a:pt x="0" y="137"/>
                  <a:pt x="457" y="0"/>
                  <a:pt x="1020" y="0"/>
                </a:cubicBezTo>
                <a:cubicBezTo>
                  <a:pt x="1585" y="0"/>
                  <a:pt x="2042" y="137"/>
                  <a:pt x="2042" y="306"/>
                </a:cubicBezTo>
                <a:lnTo>
                  <a:pt x="2042" y="1540"/>
                </a:lnTo>
                <a:cubicBezTo>
                  <a:pt x="2042" y="1709"/>
                  <a:pt x="1585" y="1847"/>
                  <a:pt x="1020" y="1847"/>
                </a:cubicBezTo>
                <a:cubicBezTo>
                  <a:pt x="457" y="1847"/>
                  <a:pt x="0" y="1709"/>
                  <a:pt x="0" y="1540"/>
                </a:cubicBezTo>
                <a:lnTo>
                  <a:pt x="0" y="306"/>
                </a:lnTo>
              </a:path>
            </a:pathLst>
          </a:custGeom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8" name=""/>
          <p:cNvSpPr txBox="1"/>
          <p:nvPr/>
        </p:nvSpPr>
        <p:spPr>
          <a:xfrm>
            <a:off x="2901240" y="5232240"/>
            <a:ext cx="80208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Bulb is </a:t>
            </a:r>
            <a:r>
              <a:rPr b="1" lang="en-US" sz="1200" spc="-1" strike="noStrike">
                <a:solidFill>
                  <a:srgbClr val="9c1f00"/>
                </a:solidFill>
                <a:latin typeface="Arial"/>
                <a:ea typeface="Arial"/>
              </a:rPr>
              <a:t>OFF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89" name=""/>
          <p:cNvSpPr/>
          <p:nvPr/>
        </p:nvSpPr>
        <p:spPr>
          <a:xfrm>
            <a:off x="7412400" y="3961080"/>
            <a:ext cx="261000" cy="77760"/>
          </a:xfrm>
          <a:custGeom>
            <a:avLst/>
            <a:gdLst/>
            <a:ahLst/>
            <a:rect l="0" t="0" r="r" b="b"/>
            <a:pathLst>
              <a:path w="725" h="216">
                <a:moveTo>
                  <a:pt x="0" y="0"/>
                </a:moveTo>
                <a:cubicBezTo>
                  <a:pt x="0" y="17"/>
                  <a:pt x="163" y="32"/>
                  <a:pt x="363" y="32"/>
                </a:cubicBezTo>
                <a:cubicBezTo>
                  <a:pt x="563" y="32"/>
                  <a:pt x="725" y="17"/>
                  <a:pt x="725" y="0"/>
                </a:cubicBezTo>
                <a:lnTo>
                  <a:pt x="725" y="185"/>
                </a:lnTo>
                <a:cubicBezTo>
                  <a:pt x="725" y="202"/>
                  <a:pt x="563" y="216"/>
                  <a:pt x="363" y="216"/>
                </a:cubicBezTo>
                <a:cubicBezTo>
                  <a:pt x="163" y="216"/>
                  <a:pt x="0" y="202"/>
                  <a:pt x="0" y="185"/>
                </a:cubicBez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090" name=""/>
          <p:cNvSpPr/>
          <p:nvPr/>
        </p:nvSpPr>
        <p:spPr>
          <a:xfrm>
            <a:off x="7412400" y="3949920"/>
            <a:ext cx="261000" cy="22680"/>
          </a:xfrm>
          <a:custGeom>
            <a:avLst/>
            <a:gdLst/>
            <a:ahLst/>
            <a:rect l="0" t="0" r="r" b="b"/>
            <a:pathLst>
              <a:path w="725" h="63">
                <a:moveTo>
                  <a:pt x="0" y="31"/>
                </a:moveTo>
                <a:cubicBezTo>
                  <a:pt x="0" y="14"/>
                  <a:pt x="163" y="0"/>
                  <a:pt x="363" y="0"/>
                </a:cubicBezTo>
                <a:cubicBezTo>
                  <a:pt x="563" y="0"/>
                  <a:pt x="725" y="14"/>
                  <a:pt x="725" y="31"/>
                </a:cubicBezTo>
                <a:cubicBezTo>
                  <a:pt x="725" y="49"/>
                  <a:pt x="563" y="63"/>
                  <a:pt x="363" y="63"/>
                </a:cubicBezTo>
                <a:cubicBezTo>
                  <a:pt x="163" y="63"/>
                  <a:pt x="0" y="49"/>
                  <a:pt x="0" y="31"/>
                </a:cubicBez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91" name=""/>
          <p:cNvSpPr/>
          <p:nvPr/>
        </p:nvSpPr>
        <p:spPr>
          <a:xfrm>
            <a:off x="7412400" y="3949920"/>
            <a:ext cx="261000" cy="88920"/>
          </a:xfrm>
          <a:custGeom>
            <a:avLst/>
            <a:gdLst/>
            <a:ahLst/>
            <a:rect l="0" t="0" r="r" b="b"/>
            <a:pathLst>
              <a:path fill="none" w="725" h="247">
                <a:moveTo>
                  <a:pt x="725" y="31"/>
                </a:moveTo>
                <a:cubicBezTo>
                  <a:pt x="725" y="48"/>
                  <a:pt x="563" y="62"/>
                  <a:pt x="363" y="62"/>
                </a:cubicBezTo>
                <a:cubicBezTo>
                  <a:pt x="163" y="62"/>
                  <a:pt x="0" y="48"/>
                  <a:pt x="0" y="31"/>
                </a:cubicBezTo>
                <a:cubicBezTo>
                  <a:pt x="0" y="14"/>
                  <a:pt x="163" y="0"/>
                  <a:pt x="363" y="0"/>
                </a:cubicBezTo>
                <a:cubicBezTo>
                  <a:pt x="563" y="0"/>
                  <a:pt x="725" y="14"/>
                  <a:pt x="725" y="31"/>
                </a:cubicBezTo>
                <a:lnTo>
                  <a:pt x="725" y="216"/>
                </a:lnTo>
                <a:cubicBezTo>
                  <a:pt x="725" y="233"/>
                  <a:pt x="563" y="247"/>
                  <a:pt x="363" y="247"/>
                </a:cubicBezTo>
                <a:cubicBezTo>
                  <a:pt x="163" y="247"/>
                  <a:pt x="0" y="233"/>
                  <a:pt x="0" y="216"/>
                </a:cubicBezTo>
                <a:lnTo>
                  <a:pt x="0" y="31"/>
                </a:lnTo>
              </a:path>
            </a:pathLst>
          </a:custGeom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92" name=""/>
          <p:cNvSpPr/>
          <p:nvPr/>
        </p:nvSpPr>
        <p:spPr>
          <a:xfrm>
            <a:off x="5646240" y="5010840"/>
            <a:ext cx="3083400" cy="392040"/>
          </a:xfrm>
          <a:custGeom>
            <a:avLst/>
            <a:gdLst/>
            <a:ahLst/>
            <a:rect l="0" t="0" r="r" b="b"/>
            <a:pathLst>
              <a:path w="8565" h="1089">
                <a:moveTo>
                  <a:pt x="0" y="181"/>
                </a:moveTo>
                <a:cubicBezTo>
                  <a:pt x="0" y="81"/>
                  <a:pt x="81" y="0"/>
                  <a:pt x="181" y="0"/>
                </a:cubicBezTo>
                <a:lnTo>
                  <a:pt x="8384" y="0"/>
                </a:lnTo>
                <a:cubicBezTo>
                  <a:pt x="8484" y="0"/>
                  <a:pt x="8565" y="81"/>
                  <a:pt x="8565" y="181"/>
                </a:cubicBezTo>
                <a:lnTo>
                  <a:pt x="8565" y="907"/>
                </a:lnTo>
                <a:cubicBezTo>
                  <a:pt x="8565" y="1008"/>
                  <a:pt x="8484" y="1089"/>
                  <a:pt x="8384" y="1089"/>
                </a:cubicBezTo>
                <a:lnTo>
                  <a:pt x="181" y="1089"/>
                </a:lnTo>
                <a:cubicBezTo>
                  <a:pt x="81" y="1089"/>
                  <a:pt x="0" y="1008"/>
                  <a:pt x="0" y="907"/>
                </a:cubicBezTo>
                <a:lnTo>
                  <a:pt x="0" y="181"/>
                </a:lnTo>
                <a:close/>
              </a:path>
            </a:pathLst>
          </a:custGeom>
          <a:solidFill>
            <a:srgbClr val="cdd8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93" name=""/>
          <p:cNvSpPr txBox="1"/>
          <p:nvPr/>
        </p:nvSpPr>
        <p:spPr>
          <a:xfrm>
            <a:off x="7238520" y="4188240"/>
            <a:ext cx="627120" cy="34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Arial"/>
                <a:ea typeface="Arial"/>
              </a:rPr>
              <a:t>1.5V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94" name=""/>
          <p:cNvSpPr txBox="1"/>
          <p:nvPr/>
        </p:nvSpPr>
        <p:spPr>
          <a:xfrm>
            <a:off x="6260760" y="5027040"/>
            <a:ext cx="18781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Electricity flow with </a:t>
            </a:r>
            <a:r>
              <a:rPr b="1" lang="en-US" sz="1200" spc="-1" strike="noStrike">
                <a:solidFill>
                  <a:srgbClr val="9c1f00"/>
                </a:solidFill>
                <a:latin typeface="Arial"/>
                <a:ea typeface="Arial"/>
              </a:rPr>
              <a:t>WATER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95" name=""/>
          <p:cNvSpPr/>
          <p:nvPr/>
        </p:nvSpPr>
        <p:spPr>
          <a:xfrm>
            <a:off x="8182080" y="4033800"/>
            <a:ext cx="523080" cy="355320"/>
          </a:xfrm>
          <a:custGeom>
            <a:avLst/>
            <a:gdLst/>
            <a:ahLst/>
            <a:rect l="0" t="0" r="r" b="b"/>
            <a:pathLst>
              <a:path w="1453" h="987">
                <a:moveTo>
                  <a:pt x="0" y="0"/>
                </a:moveTo>
                <a:lnTo>
                  <a:pt x="1453" y="0"/>
                </a:lnTo>
                <a:lnTo>
                  <a:pt x="1453" y="987"/>
                </a:lnTo>
                <a:lnTo>
                  <a:pt x="0" y="987"/>
                </a:lnTo>
                <a:lnTo>
                  <a:pt x="0" y="0"/>
                </a:lnTo>
                <a:moveTo>
                  <a:pt x="1096" y="494"/>
                </a:moveTo>
                <a:lnTo>
                  <a:pt x="357" y="123"/>
                </a:lnTo>
                <a:lnTo>
                  <a:pt x="357" y="864"/>
                </a:lnTo>
                <a:lnTo>
                  <a:pt x="1096" y="49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96" name=""/>
          <p:cNvSpPr/>
          <p:nvPr/>
        </p:nvSpPr>
        <p:spPr>
          <a:xfrm>
            <a:off x="8310600" y="4078080"/>
            <a:ext cx="266400" cy="266760"/>
          </a:xfrm>
          <a:custGeom>
            <a:avLst/>
            <a:gdLst/>
            <a:ahLst/>
            <a:rect l="0" t="0" r="r" b="b"/>
            <a:pathLst>
              <a:path w="740" h="741">
                <a:moveTo>
                  <a:pt x="740" y="371"/>
                </a:moveTo>
                <a:lnTo>
                  <a:pt x="0" y="0"/>
                </a:lnTo>
                <a:lnTo>
                  <a:pt x="0" y="741"/>
                </a:lnTo>
                <a:lnTo>
                  <a:pt x="740" y="371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097" name=""/>
          <p:cNvSpPr/>
          <p:nvPr/>
        </p:nvSpPr>
        <p:spPr>
          <a:xfrm>
            <a:off x="8310600" y="4078080"/>
            <a:ext cx="266400" cy="266760"/>
          </a:xfrm>
          <a:custGeom>
            <a:avLst/>
            <a:gdLst/>
            <a:ahLst/>
            <a:rect l="0" t="0" r="r" b="b"/>
            <a:pathLst>
              <a:path w="740" h="741">
                <a:moveTo>
                  <a:pt x="740" y="371"/>
                </a:moveTo>
                <a:lnTo>
                  <a:pt x="0" y="741"/>
                </a:lnTo>
                <a:lnTo>
                  <a:pt x="0" y="0"/>
                </a:lnTo>
                <a:lnTo>
                  <a:pt x="740" y="371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98" name=""/>
          <p:cNvSpPr/>
          <p:nvPr/>
        </p:nvSpPr>
        <p:spPr>
          <a:xfrm>
            <a:off x="8182080" y="4033800"/>
            <a:ext cx="523080" cy="355320"/>
          </a:xfrm>
          <a:custGeom>
            <a:avLst/>
            <a:gdLst/>
            <a:ahLst/>
            <a:rect l="0" t="0" r="r" b="b"/>
            <a:pathLst>
              <a:path w="1453" h="987">
                <a:moveTo>
                  <a:pt x="0" y="987"/>
                </a:moveTo>
                <a:lnTo>
                  <a:pt x="1453" y="987"/>
                </a:lnTo>
                <a:lnTo>
                  <a:pt x="1453" y="0"/>
                </a:lnTo>
                <a:lnTo>
                  <a:pt x="0" y="0"/>
                </a:lnTo>
                <a:lnTo>
                  <a:pt x="0" y="987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099" name=""/>
          <p:cNvSpPr/>
          <p:nvPr/>
        </p:nvSpPr>
        <p:spPr>
          <a:xfrm>
            <a:off x="7133040" y="2620440"/>
            <a:ext cx="428760" cy="160920"/>
          </a:xfrm>
          <a:prstGeom prst="line">
            <a:avLst/>
          </a:prstGeom>
          <a:ln w="37800">
            <a:solidFill>
              <a:srgbClr val="f8f30d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0" name=""/>
          <p:cNvSpPr/>
          <p:nvPr/>
        </p:nvSpPr>
        <p:spPr>
          <a:xfrm>
            <a:off x="7632720" y="2352240"/>
            <a:ext cx="214920" cy="268200"/>
          </a:xfrm>
          <a:prstGeom prst="line">
            <a:avLst/>
          </a:prstGeom>
          <a:ln w="37800">
            <a:solidFill>
              <a:srgbClr val="f8f30d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1" name=""/>
          <p:cNvSpPr/>
          <p:nvPr/>
        </p:nvSpPr>
        <p:spPr>
          <a:xfrm flipH="1">
            <a:off x="8276040" y="2352240"/>
            <a:ext cx="142920" cy="268200"/>
          </a:xfrm>
          <a:prstGeom prst="line">
            <a:avLst/>
          </a:prstGeom>
          <a:ln w="37800">
            <a:solidFill>
              <a:srgbClr val="f8f30d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2" name=""/>
          <p:cNvSpPr/>
          <p:nvPr/>
        </p:nvSpPr>
        <p:spPr>
          <a:xfrm flipH="1">
            <a:off x="8633880" y="2620440"/>
            <a:ext cx="429120" cy="160920"/>
          </a:xfrm>
          <a:prstGeom prst="line">
            <a:avLst/>
          </a:prstGeom>
          <a:ln w="37800">
            <a:solidFill>
              <a:srgbClr val="f8f30d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3" name=""/>
          <p:cNvSpPr/>
          <p:nvPr/>
        </p:nvSpPr>
        <p:spPr>
          <a:xfrm>
            <a:off x="8056800" y="2940120"/>
            <a:ext cx="11520" cy="8280"/>
          </a:xfrm>
          <a:custGeom>
            <a:avLst/>
            <a:gdLst/>
            <a:ahLst/>
            <a:rect l="0" t="0" r="r" b="b"/>
            <a:pathLst>
              <a:path w="32" h="23">
                <a:moveTo>
                  <a:pt x="16" y="12"/>
                </a:moveTo>
                <a:lnTo>
                  <a:pt x="16" y="12"/>
                </a:lnTo>
                <a:moveTo>
                  <a:pt x="32" y="12"/>
                </a:moveTo>
                <a:lnTo>
                  <a:pt x="32" y="13"/>
                </a:lnTo>
                <a:lnTo>
                  <a:pt x="32" y="14"/>
                </a:lnTo>
                <a:lnTo>
                  <a:pt x="32" y="15"/>
                </a:lnTo>
                <a:lnTo>
                  <a:pt x="32" y="16"/>
                </a:lnTo>
                <a:lnTo>
                  <a:pt x="31" y="16"/>
                </a:lnTo>
                <a:lnTo>
                  <a:pt x="31" y="17"/>
                </a:lnTo>
                <a:lnTo>
                  <a:pt x="31" y="18"/>
                </a:lnTo>
                <a:lnTo>
                  <a:pt x="30" y="18"/>
                </a:lnTo>
                <a:lnTo>
                  <a:pt x="30" y="19"/>
                </a:lnTo>
                <a:lnTo>
                  <a:pt x="29" y="19"/>
                </a:lnTo>
                <a:lnTo>
                  <a:pt x="29" y="20"/>
                </a:lnTo>
                <a:lnTo>
                  <a:pt x="28" y="20"/>
                </a:lnTo>
                <a:lnTo>
                  <a:pt x="27" y="21"/>
                </a:lnTo>
                <a:lnTo>
                  <a:pt x="26" y="21"/>
                </a:lnTo>
                <a:lnTo>
                  <a:pt x="25" y="22"/>
                </a:lnTo>
                <a:lnTo>
                  <a:pt x="24" y="22"/>
                </a:lnTo>
                <a:lnTo>
                  <a:pt x="23" y="22"/>
                </a:lnTo>
                <a:lnTo>
                  <a:pt x="23" y="23"/>
                </a:lnTo>
                <a:lnTo>
                  <a:pt x="22" y="23"/>
                </a:lnTo>
                <a:lnTo>
                  <a:pt x="21" y="23"/>
                </a:lnTo>
                <a:lnTo>
                  <a:pt x="20" y="23"/>
                </a:lnTo>
                <a:lnTo>
                  <a:pt x="19" y="23"/>
                </a:lnTo>
                <a:lnTo>
                  <a:pt x="17" y="23"/>
                </a:lnTo>
                <a:lnTo>
                  <a:pt x="16" y="23"/>
                </a:lnTo>
                <a:lnTo>
                  <a:pt x="15" y="23"/>
                </a:lnTo>
                <a:lnTo>
                  <a:pt x="14" y="23"/>
                </a:lnTo>
                <a:lnTo>
                  <a:pt x="13" y="23"/>
                </a:lnTo>
                <a:lnTo>
                  <a:pt x="12" y="23"/>
                </a:lnTo>
                <a:lnTo>
                  <a:pt x="11" y="23"/>
                </a:lnTo>
                <a:lnTo>
                  <a:pt x="10" y="23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7" y="21"/>
                </a:lnTo>
                <a:lnTo>
                  <a:pt x="6" y="21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9" y="0"/>
                </a:lnTo>
                <a:lnTo>
                  <a:pt x="20" y="0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lnTo>
                  <a:pt x="24" y="1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3"/>
                </a:lnTo>
                <a:lnTo>
                  <a:pt x="27" y="3"/>
                </a:lnTo>
                <a:lnTo>
                  <a:pt x="28" y="3"/>
                </a:lnTo>
                <a:lnTo>
                  <a:pt x="28" y="4"/>
                </a:lnTo>
                <a:lnTo>
                  <a:pt x="29" y="4"/>
                </a:lnTo>
                <a:lnTo>
                  <a:pt x="29" y="5"/>
                </a:lnTo>
                <a:lnTo>
                  <a:pt x="30" y="5"/>
                </a:lnTo>
                <a:lnTo>
                  <a:pt x="30" y="7"/>
                </a:lnTo>
                <a:lnTo>
                  <a:pt x="31" y="7"/>
                </a:lnTo>
                <a:lnTo>
                  <a:pt x="31" y="8"/>
                </a:lnTo>
                <a:lnTo>
                  <a:pt x="32" y="9"/>
                </a:lnTo>
                <a:lnTo>
                  <a:pt x="32" y="10"/>
                </a:lnTo>
                <a:lnTo>
                  <a:pt x="32" y="11"/>
                </a:lnTo>
                <a:lnTo>
                  <a:pt x="32" y="1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4" name=""/>
          <p:cNvSpPr/>
          <p:nvPr/>
        </p:nvSpPr>
        <p:spPr>
          <a:xfrm>
            <a:off x="8055720" y="2939040"/>
            <a:ext cx="14040" cy="10440"/>
          </a:xfrm>
          <a:custGeom>
            <a:avLst/>
            <a:gdLst/>
            <a:ahLst/>
            <a:rect l="0" t="0" r="r" b="b"/>
            <a:pathLst>
              <a:path w="39" h="29">
                <a:moveTo>
                  <a:pt x="35" y="15"/>
                </a:moveTo>
                <a:lnTo>
                  <a:pt x="35" y="14"/>
                </a:lnTo>
                <a:lnTo>
                  <a:pt x="35" y="13"/>
                </a:lnTo>
                <a:lnTo>
                  <a:pt x="35" y="12"/>
                </a:lnTo>
                <a:lnTo>
                  <a:pt x="34" y="11"/>
                </a:lnTo>
                <a:lnTo>
                  <a:pt x="34" y="10"/>
                </a:lnTo>
                <a:lnTo>
                  <a:pt x="33" y="10"/>
                </a:lnTo>
                <a:lnTo>
                  <a:pt x="33" y="9"/>
                </a:lnTo>
                <a:lnTo>
                  <a:pt x="32" y="9"/>
                </a:lnTo>
                <a:lnTo>
                  <a:pt x="32" y="8"/>
                </a:lnTo>
                <a:lnTo>
                  <a:pt x="31" y="8"/>
                </a:lnTo>
                <a:lnTo>
                  <a:pt x="31" y="7"/>
                </a:lnTo>
                <a:lnTo>
                  <a:pt x="30" y="7"/>
                </a:lnTo>
                <a:lnTo>
                  <a:pt x="29" y="7"/>
                </a:lnTo>
                <a:lnTo>
                  <a:pt x="29" y="6"/>
                </a:lnTo>
                <a:lnTo>
                  <a:pt x="28" y="6"/>
                </a:lnTo>
                <a:lnTo>
                  <a:pt x="27" y="6"/>
                </a:lnTo>
                <a:lnTo>
                  <a:pt x="27" y="5"/>
                </a:lnTo>
                <a:lnTo>
                  <a:pt x="26" y="5"/>
                </a:lnTo>
                <a:lnTo>
                  <a:pt x="25" y="5"/>
                </a:lnTo>
                <a:lnTo>
                  <a:pt x="23" y="5"/>
                </a:lnTo>
                <a:lnTo>
                  <a:pt x="22" y="3"/>
                </a:lnTo>
                <a:lnTo>
                  <a:pt x="21" y="3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7" y="3"/>
                </a:lnTo>
                <a:lnTo>
                  <a:pt x="16" y="3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6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4" y="16"/>
                </a:lnTo>
                <a:lnTo>
                  <a:pt x="4" y="17"/>
                </a:lnTo>
                <a:lnTo>
                  <a:pt x="4" y="18"/>
                </a:lnTo>
                <a:lnTo>
                  <a:pt x="4" y="19"/>
                </a:lnTo>
                <a:lnTo>
                  <a:pt x="5" y="19"/>
                </a:lnTo>
                <a:lnTo>
                  <a:pt x="5" y="20"/>
                </a:lnTo>
                <a:lnTo>
                  <a:pt x="5" y="21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9" y="24"/>
                </a:lnTo>
                <a:lnTo>
                  <a:pt x="10" y="24"/>
                </a:lnTo>
                <a:lnTo>
                  <a:pt x="11" y="25"/>
                </a:lnTo>
                <a:lnTo>
                  <a:pt x="12" y="25"/>
                </a:lnTo>
                <a:lnTo>
                  <a:pt x="13" y="25"/>
                </a:lnTo>
                <a:lnTo>
                  <a:pt x="13" y="26"/>
                </a:lnTo>
                <a:lnTo>
                  <a:pt x="14" y="26"/>
                </a:lnTo>
                <a:lnTo>
                  <a:pt x="15" y="26"/>
                </a:lnTo>
                <a:lnTo>
                  <a:pt x="16" y="26"/>
                </a:lnTo>
                <a:lnTo>
                  <a:pt x="17" y="26"/>
                </a:lnTo>
                <a:lnTo>
                  <a:pt x="18" y="26"/>
                </a:lnTo>
                <a:lnTo>
                  <a:pt x="19" y="26"/>
                </a:lnTo>
                <a:lnTo>
                  <a:pt x="20" y="26"/>
                </a:lnTo>
                <a:lnTo>
                  <a:pt x="21" y="26"/>
                </a:lnTo>
                <a:lnTo>
                  <a:pt x="22" y="26"/>
                </a:lnTo>
                <a:lnTo>
                  <a:pt x="23" y="26"/>
                </a:lnTo>
                <a:lnTo>
                  <a:pt x="25" y="26"/>
                </a:lnTo>
                <a:lnTo>
                  <a:pt x="26" y="26"/>
                </a:lnTo>
                <a:lnTo>
                  <a:pt x="26" y="25"/>
                </a:lnTo>
                <a:lnTo>
                  <a:pt x="27" y="25"/>
                </a:lnTo>
                <a:lnTo>
                  <a:pt x="28" y="25"/>
                </a:lnTo>
                <a:lnTo>
                  <a:pt x="29" y="24"/>
                </a:lnTo>
                <a:lnTo>
                  <a:pt x="30" y="24"/>
                </a:lnTo>
                <a:lnTo>
                  <a:pt x="31" y="23"/>
                </a:lnTo>
                <a:lnTo>
                  <a:pt x="32" y="23"/>
                </a:lnTo>
                <a:lnTo>
                  <a:pt x="32" y="22"/>
                </a:lnTo>
                <a:lnTo>
                  <a:pt x="33" y="22"/>
                </a:lnTo>
                <a:lnTo>
                  <a:pt x="33" y="21"/>
                </a:lnTo>
                <a:lnTo>
                  <a:pt x="34" y="21"/>
                </a:lnTo>
                <a:lnTo>
                  <a:pt x="34" y="20"/>
                </a:lnTo>
                <a:lnTo>
                  <a:pt x="34" y="19"/>
                </a:lnTo>
                <a:lnTo>
                  <a:pt x="35" y="19"/>
                </a:lnTo>
                <a:lnTo>
                  <a:pt x="35" y="18"/>
                </a:lnTo>
                <a:lnTo>
                  <a:pt x="35" y="17"/>
                </a:lnTo>
                <a:lnTo>
                  <a:pt x="35" y="16"/>
                </a:lnTo>
                <a:lnTo>
                  <a:pt x="35" y="15"/>
                </a:lnTo>
                <a:moveTo>
                  <a:pt x="39" y="15"/>
                </a:moveTo>
                <a:lnTo>
                  <a:pt x="39" y="16"/>
                </a:lnTo>
                <a:lnTo>
                  <a:pt x="39" y="17"/>
                </a:lnTo>
                <a:lnTo>
                  <a:pt x="39" y="18"/>
                </a:lnTo>
                <a:lnTo>
                  <a:pt x="39" y="19"/>
                </a:lnTo>
                <a:lnTo>
                  <a:pt x="38" y="20"/>
                </a:lnTo>
                <a:lnTo>
                  <a:pt x="38" y="21"/>
                </a:lnTo>
                <a:lnTo>
                  <a:pt x="37" y="21"/>
                </a:lnTo>
                <a:lnTo>
                  <a:pt x="37" y="22"/>
                </a:lnTo>
                <a:lnTo>
                  <a:pt x="36" y="23"/>
                </a:lnTo>
                <a:lnTo>
                  <a:pt x="35" y="24"/>
                </a:lnTo>
                <a:lnTo>
                  <a:pt x="34" y="24"/>
                </a:lnTo>
                <a:lnTo>
                  <a:pt x="34" y="25"/>
                </a:lnTo>
                <a:lnTo>
                  <a:pt x="33" y="25"/>
                </a:lnTo>
                <a:lnTo>
                  <a:pt x="33" y="26"/>
                </a:lnTo>
                <a:lnTo>
                  <a:pt x="32" y="26"/>
                </a:lnTo>
                <a:lnTo>
                  <a:pt x="31" y="27"/>
                </a:lnTo>
                <a:lnTo>
                  <a:pt x="30" y="27"/>
                </a:lnTo>
                <a:lnTo>
                  <a:pt x="29" y="27"/>
                </a:lnTo>
                <a:lnTo>
                  <a:pt x="29" y="28"/>
                </a:lnTo>
                <a:lnTo>
                  <a:pt x="28" y="28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3" y="29"/>
                </a:lnTo>
                <a:lnTo>
                  <a:pt x="22" y="29"/>
                </a:lnTo>
                <a:lnTo>
                  <a:pt x="21" y="29"/>
                </a:lnTo>
                <a:lnTo>
                  <a:pt x="20" y="29"/>
                </a:lnTo>
                <a:lnTo>
                  <a:pt x="19" y="29"/>
                </a:lnTo>
                <a:lnTo>
                  <a:pt x="18" y="29"/>
                </a:lnTo>
                <a:lnTo>
                  <a:pt x="17" y="29"/>
                </a:lnTo>
                <a:lnTo>
                  <a:pt x="16" y="29"/>
                </a:lnTo>
                <a:lnTo>
                  <a:pt x="15" y="29"/>
                </a:lnTo>
                <a:lnTo>
                  <a:pt x="14" y="29"/>
                </a:lnTo>
                <a:lnTo>
                  <a:pt x="13" y="29"/>
                </a:lnTo>
                <a:lnTo>
                  <a:pt x="12" y="28"/>
                </a:lnTo>
                <a:lnTo>
                  <a:pt x="11" y="28"/>
                </a:lnTo>
                <a:lnTo>
                  <a:pt x="10" y="28"/>
                </a:lnTo>
                <a:lnTo>
                  <a:pt x="10" y="27"/>
                </a:lnTo>
                <a:lnTo>
                  <a:pt x="9" y="27"/>
                </a:lnTo>
                <a:lnTo>
                  <a:pt x="8" y="27"/>
                </a:lnTo>
                <a:lnTo>
                  <a:pt x="7" y="26"/>
                </a:lnTo>
                <a:lnTo>
                  <a:pt x="6" y="26"/>
                </a:lnTo>
                <a:lnTo>
                  <a:pt x="6" y="25"/>
                </a:lnTo>
                <a:lnTo>
                  <a:pt x="5" y="25"/>
                </a:lnTo>
                <a:lnTo>
                  <a:pt x="4" y="24"/>
                </a:lnTo>
                <a:lnTo>
                  <a:pt x="3" y="23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3"/>
                </a:lnTo>
                <a:lnTo>
                  <a:pt x="31" y="3"/>
                </a:lnTo>
                <a:lnTo>
                  <a:pt x="32" y="3"/>
                </a:lnTo>
                <a:lnTo>
                  <a:pt x="32" y="5"/>
                </a:lnTo>
                <a:lnTo>
                  <a:pt x="33" y="5"/>
                </a:lnTo>
                <a:lnTo>
                  <a:pt x="34" y="5"/>
                </a:lnTo>
                <a:lnTo>
                  <a:pt x="34" y="6"/>
                </a:lnTo>
                <a:lnTo>
                  <a:pt x="35" y="6"/>
                </a:lnTo>
                <a:lnTo>
                  <a:pt x="35" y="7"/>
                </a:lnTo>
                <a:lnTo>
                  <a:pt x="36" y="7"/>
                </a:lnTo>
                <a:lnTo>
                  <a:pt x="36" y="8"/>
                </a:lnTo>
                <a:lnTo>
                  <a:pt x="37" y="8"/>
                </a:lnTo>
                <a:lnTo>
                  <a:pt x="37" y="9"/>
                </a:lnTo>
                <a:lnTo>
                  <a:pt x="38" y="10"/>
                </a:lnTo>
                <a:lnTo>
                  <a:pt x="38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9" y="14"/>
                </a:lnTo>
                <a:lnTo>
                  <a:pt x="39" y="1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5" name=""/>
          <p:cNvSpPr/>
          <p:nvPr/>
        </p:nvSpPr>
        <p:spPr>
          <a:xfrm>
            <a:off x="8054280" y="2938320"/>
            <a:ext cx="16920" cy="12240"/>
          </a:xfrm>
          <a:custGeom>
            <a:avLst/>
            <a:gdLst/>
            <a:ahLst/>
            <a:rect l="0" t="0" r="r" b="b"/>
            <a:pathLst>
              <a:path w="47" h="34">
                <a:moveTo>
                  <a:pt x="43" y="17"/>
                </a:moveTo>
                <a:lnTo>
                  <a:pt x="43" y="16"/>
                </a:lnTo>
                <a:lnTo>
                  <a:pt x="43" y="15"/>
                </a:lnTo>
                <a:lnTo>
                  <a:pt x="43" y="14"/>
                </a:lnTo>
                <a:lnTo>
                  <a:pt x="43" y="13"/>
                </a:lnTo>
                <a:lnTo>
                  <a:pt x="42" y="13"/>
                </a:lnTo>
                <a:lnTo>
                  <a:pt x="42" y="12"/>
                </a:lnTo>
                <a:lnTo>
                  <a:pt x="41" y="11"/>
                </a:lnTo>
                <a:lnTo>
                  <a:pt x="41" y="10"/>
                </a:lnTo>
                <a:lnTo>
                  <a:pt x="40" y="10"/>
                </a:lnTo>
                <a:lnTo>
                  <a:pt x="40" y="9"/>
                </a:lnTo>
                <a:lnTo>
                  <a:pt x="39" y="9"/>
                </a:lnTo>
                <a:lnTo>
                  <a:pt x="39" y="8"/>
                </a:lnTo>
                <a:lnTo>
                  <a:pt x="38" y="8"/>
                </a:lnTo>
                <a:lnTo>
                  <a:pt x="38" y="7"/>
                </a:lnTo>
                <a:lnTo>
                  <a:pt x="37" y="7"/>
                </a:lnTo>
                <a:lnTo>
                  <a:pt x="36" y="7"/>
                </a:lnTo>
                <a:lnTo>
                  <a:pt x="36" y="5"/>
                </a:lnTo>
                <a:lnTo>
                  <a:pt x="35" y="5"/>
                </a:lnTo>
                <a:lnTo>
                  <a:pt x="34" y="5"/>
                </a:lnTo>
                <a:lnTo>
                  <a:pt x="34" y="4"/>
                </a:lnTo>
                <a:lnTo>
                  <a:pt x="33" y="4"/>
                </a:lnTo>
                <a:lnTo>
                  <a:pt x="32" y="4"/>
                </a:lnTo>
                <a:lnTo>
                  <a:pt x="31" y="3"/>
                </a:lnTo>
                <a:lnTo>
                  <a:pt x="30" y="3"/>
                </a:lnTo>
                <a:lnTo>
                  <a:pt x="29" y="3"/>
                </a:lnTo>
                <a:lnTo>
                  <a:pt x="28" y="3"/>
                </a:lnTo>
                <a:lnTo>
                  <a:pt x="27" y="3"/>
                </a:lnTo>
                <a:lnTo>
                  <a:pt x="26" y="3"/>
                </a:lnTo>
                <a:lnTo>
                  <a:pt x="26" y="2"/>
                </a:lnTo>
                <a:lnTo>
                  <a:pt x="25" y="2"/>
                </a:lnTo>
                <a:lnTo>
                  <a:pt x="24" y="2"/>
                </a:lnTo>
                <a:lnTo>
                  <a:pt x="23" y="2"/>
                </a:lnTo>
                <a:lnTo>
                  <a:pt x="22" y="2"/>
                </a:lnTo>
                <a:lnTo>
                  <a:pt x="22" y="3"/>
                </a:lnTo>
                <a:lnTo>
                  <a:pt x="21" y="3"/>
                </a:lnTo>
                <a:lnTo>
                  <a:pt x="20" y="3"/>
                </a:lnTo>
                <a:lnTo>
                  <a:pt x="19" y="3"/>
                </a:lnTo>
                <a:lnTo>
                  <a:pt x="18" y="3"/>
                </a:lnTo>
                <a:lnTo>
                  <a:pt x="17" y="3"/>
                </a:lnTo>
                <a:lnTo>
                  <a:pt x="16" y="4"/>
                </a:lnTo>
                <a:lnTo>
                  <a:pt x="15" y="4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5" y="11"/>
                </a:lnTo>
                <a:lnTo>
                  <a:pt x="5" y="12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4" y="15"/>
                </a:lnTo>
                <a:lnTo>
                  <a:pt x="4" y="16"/>
                </a:lnTo>
                <a:lnTo>
                  <a:pt x="4" y="17"/>
                </a:lnTo>
                <a:lnTo>
                  <a:pt x="4" y="18"/>
                </a:lnTo>
                <a:lnTo>
                  <a:pt x="4" y="19"/>
                </a:lnTo>
                <a:lnTo>
                  <a:pt x="4" y="20"/>
                </a:lnTo>
                <a:lnTo>
                  <a:pt x="4" y="21"/>
                </a:lnTo>
                <a:lnTo>
                  <a:pt x="5" y="22"/>
                </a:lnTo>
                <a:lnTo>
                  <a:pt x="5" y="23"/>
                </a:lnTo>
                <a:lnTo>
                  <a:pt x="7" y="24"/>
                </a:lnTo>
                <a:lnTo>
                  <a:pt x="8" y="25"/>
                </a:lnTo>
                <a:lnTo>
                  <a:pt x="9" y="26"/>
                </a:lnTo>
                <a:lnTo>
                  <a:pt x="10" y="27"/>
                </a:lnTo>
                <a:lnTo>
                  <a:pt x="11" y="27"/>
                </a:lnTo>
                <a:lnTo>
                  <a:pt x="11" y="28"/>
                </a:lnTo>
                <a:lnTo>
                  <a:pt x="12" y="28"/>
                </a:lnTo>
                <a:lnTo>
                  <a:pt x="13" y="29"/>
                </a:lnTo>
                <a:lnTo>
                  <a:pt x="14" y="29"/>
                </a:lnTo>
                <a:lnTo>
                  <a:pt x="15" y="29"/>
                </a:lnTo>
                <a:lnTo>
                  <a:pt x="15" y="30"/>
                </a:lnTo>
                <a:lnTo>
                  <a:pt x="16" y="30"/>
                </a:lnTo>
                <a:lnTo>
                  <a:pt x="17" y="30"/>
                </a:lnTo>
                <a:lnTo>
                  <a:pt x="18" y="31"/>
                </a:lnTo>
                <a:lnTo>
                  <a:pt x="19" y="31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3" y="31"/>
                </a:lnTo>
                <a:lnTo>
                  <a:pt x="24" y="31"/>
                </a:lnTo>
                <a:lnTo>
                  <a:pt x="25" y="31"/>
                </a:lnTo>
                <a:lnTo>
                  <a:pt x="26" y="31"/>
                </a:lnTo>
                <a:lnTo>
                  <a:pt x="27" y="31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4" y="29"/>
                </a:lnTo>
                <a:lnTo>
                  <a:pt x="35" y="29"/>
                </a:lnTo>
                <a:lnTo>
                  <a:pt x="36" y="28"/>
                </a:lnTo>
                <a:lnTo>
                  <a:pt x="37" y="28"/>
                </a:lnTo>
                <a:lnTo>
                  <a:pt x="37" y="27"/>
                </a:lnTo>
                <a:lnTo>
                  <a:pt x="38" y="27"/>
                </a:lnTo>
                <a:lnTo>
                  <a:pt x="38" y="26"/>
                </a:lnTo>
                <a:lnTo>
                  <a:pt x="39" y="26"/>
                </a:lnTo>
                <a:lnTo>
                  <a:pt x="40" y="25"/>
                </a:lnTo>
                <a:lnTo>
                  <a:pt x="41" y="24"/>
                </a:lnTo>
                <a:lnTo>
                  <a:pt x="41" y="23"/>
                </a:lnTo>
                <a:lnTo>
                  <a:pt x="42" y="23"/>
                </a:lnTo>
                <a:lnTo>
                  <a:pt x="42" y="22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3" y="18"/>
                </a:lnTo>
                <a:lnTo>
                  <a:pt x="43" y="17"/>
                </a:lnTo>
                <a:moveTo>
                  <a:pt x="47" y="17"/>
                </a:moveTo>
                <a:lnTo>
                  <a:pt x="47" y="18"/>
                </a:lnTo>
                <a:lnTo>
                  <a:pt x="47" y="19"/>
                </a:lnTo>
                <a:lnTo>
                  <a:pt x="47" y="20"/>
                </a:lnTo>
                <a:lnTo>
                  <a:pt x="47" y="21"/>
                </a:lnTo>
                <a:lnTo>
                  <a:pt x="46" y="21"/>
                </a:lnTo>
                <a:lnTo>
                  <a:pt x="46" y="22"/>
                </a:lnTo>
                <a:lnTo>
                  <a:pt x="46" y="23"/>
                </a:lnTo>
                <a:lnTo>
                  <a:pt x="45" y="24"/>
                </a:lnTo>
                <a:lnTo>
                  <a:pt x="45" y="25"/>
                </a:lnTo>
                <a:lnTo>
                  <a:pt x="44" y="25"/>
                </a:lnTo>
                <a:lnTo>
                  <a:pt x="44" y="26"/>
                </a:lnTo>
                <a:lnTo>
                  <a:pt x="43" y="27"/>
                </a:lnTo>
                <a:lnTo>
                  <a:pt x="42" y="28"/>
                </a:lnTo>
                <a:lnTo>
                  <a:pt x="41" y="28"/>
                </a:lnTo>
                <a:lnTo>
                  <a:pt x="41" y="29"/>
                </a:lnTo>
                <a:lnTo>
                  <a:pt x="40" y="29"/>
                </a:lnTo>
                <a:lnTo>
                  <a:pt x="39" y="30"/>
                </a:lnTo>
                <a:lnTo>
                  <a:pt x="38" y="30"/>
                </a:lnTo>
                <a:lnTo>
                  <a:pt x="38" y="31"/>
                </a:lnTo>
                <a:lnTo>
                  <a:pt x="37" y="31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4" y="32"/>
                </a:lnTo>
                <a:lnTo>
                  <a:pt x="33" y="33"/>
                </a:lnTo>
                <a:lnTo>
                  <a:pt x="32" y="33"/>
                </a:lnTo>
                <a:lnTo>
                  <a:pt x="31" y="33"/>
                </a:lnTo>
                <a:lnTo>
                  <a:pt x="30" y="33"/>
                </a:lnTo>
                <a:lnTo>
                  <a:pt x="29" y="34"/>
                </a:lnTo>
                <a:lnTo>
                  <a:pt x="28" y="34"/>
                </a:lnTo>
                <a:lnTo>
                  <a:pt x="27" y="34"/>
                </a:lnTo>
                <a:lnTo>
                  <a:pt x="26" y="34"/>
                </a:lnTo>
                <a:lnTo>
                  <a:pt x="25" y="34"/>
                </a:lnTo>
                <a:lnTo>
                  <a:pt x="24" y="34"/>
                </a:lnTo>
                <a:lnTo>
                  <a:pt x="23" y="34"/>
                </a:lnTo>
                <a:lnTo>
                  <a:pt x="22" y="34"/>
                </a:lnTo>
                <a:lnTo>
                  <a:pt x="21" y="34"/>
                </a:lnTo>
                <a:lnTo>
                  <a:pt x="20" y="34"/>
                </a:lnTo>
                <a:lnTo>
                  <a:pt x="19" y="34"/>
                </a:lnTo>
                <a:lnTo>
                  <a:pt x="18" y="33"/>
                </a:lnTo>
                <a:lnTo>
                  <a:pt x="17" y="33"/>
                </a:lnTo>
                <a:lnTo>
                  <a:pt x="16" y="33"/>
                </a:lnTo>
                <a:lnTo>
                  <a:pt x="15" y="33"/>
                </a:lnTo>
                <a:lnTo>
                  <a:pt x="14" y="32"/>
                </a:lnTo>
                <a:lnTo>
                  <a:pt x="13" y="32"/>
                </a:lnTo>
                <a:lnTo>
                  <a:pt x="12" y="32"/>
                </a:lnTo>
                <a:lnTo>
                  <a:pt x="11" y="31"/>
                </a:lnTo>
                <a:lnTo>
                  <a:pt x="10" y="31"/>
                </a:lnTo>
                <a:lnTo>
                  <a:pt x="10" y="30"/>
                </a:lnTo>
                <a:lnTo>
                  <a:pt x="9" y="30"/>
                </a:lnTo>
                <a:lnTo>
                  <a:pt x="8" y="29"/>
                </a:lnTo>
                <a:lnTo>
                  <a:pt x="7" y="29"/>
                </a:lnTo>
                <a:lnTo>
                  <a:pt x="5" y="28"/>
                </a:lnTo>
                <a:lnTo>
                  <a:pt x="4" y="27"/>
                </a:lnTo>
                <a:lnTo>
                  <a:pt x="3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1" y="23"/>
                </a:lnTo>
                <a:lnTo>
                  <a:pt x="1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7"/>
                </a:lnTo>
                <a:lnTo>
                  <a:pt x="5" y="5"/>
                </a:lnTo>
                <a:lnTo>
                  <a:pt x="7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5" y="1"/>
                </a:lnTo>
                <a:lnTo>
                  <a:pt x="35" y="2"/>
                </a:lnTo>
                <a:lnTo>
                  <a:pt x="36" y="2"/>
                </a:lnTo>
                <a:lnTo>
                  <a:pt x="37" y="3"/>
                </a:lnTo>
                <a:lnTo>
                  <a:pt x="38" y="3"/>
                </a:lnTo>
                <a:lnTo>
                  <a:pt x="39" y="3"/>
                </a:lnTo>
                <a:lnTo>
                  <a:pt x="39" y="4"/>
                </a:lnTo>
                <a:lnTo>
                  <a:pt x="40" y="4"/>
                </a:lnTo>
                <a:lnTo>
                  <a:pt x="40" y="5"/>
                </a:lnTo>
                <a:lnTo>
                  <a:pt x="41" y="5"/>
                </a:lnTo>
                <a:lnTo>
                  <a:pt x="42" y="7"/>
                </a:lnTo>
                <a:lnTo>
                  <a:pt x="43" y="8"/>
                </a:lnTo>
                <a:lnTo>
                  <a:pt x="44" y="8"/>
                </a:lnTo>
                <a:lnTo>
                  <a:pt x="44" y="9"/>
                </a:lnTo>
                <a:lnTo>
                  <a:pt x="45" y="10"/>
                </a:lnTo>
                <a:lnTo>
                  <a:pt x="45" y="11"/>
                </a:lnTo>
                <a:lnTo>
                  <a:pt x="46" y="11"/>
                </a:lnTo>
                <a:lnTo>
                  <a:pt x="46" y="12"/>
                </a:lnTo>
                <a:lnTo>
                  <a:pt x="46" y="13"/>
                </a:lnTo>
                <a:lnTo>
                  <a:pt x="47" y="14"/>
                </a:lnTo>
                <a:lnTo>
                  <a:pt x="47" y="15"/>
                </a:lnTo>
                <a:lnTo>
                  <a:pt x="47" y="16"/>
                </a:lnTo>
                <a:lnTo>
                  <a:pt x="47" y="1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6" name=""/>
          <p:cNvSpPr/>
          <p:nvPr/>
        </p:nvSpPr>
        <p:spPr>
          <a:xfrm>
            <a:off x="8052840" y="2937240"/>
            <a:ext cx="19800" cy="14400"/>
          </a:xfrm>
          <a:custGeom>
            <a:avLst/>
            <a:gdLst/>
            <a:ahLst/>
            <a:rect l="0" t="0" r="r" b="b"/>
            <a:pathLst>
              <a:path w="55" h="40">
                <a:moveTo>
                  <a:pt x="51" y="19"/>
                </a:moveTo>
                <a:lnTo>
                  <a:pt x="51" y="18"/>
                </a:lnTo>
                <a:lnTo>
                  <a:pt x="51" y="17"/>
                </a:lnTo>
                <a:lnTo>
                  <a:pt x="51" y="16"/>
                </a:lnTo>
                <a:lnTo>
                  <a:pt x="50" y="15"/>
                </a:lnTo>
                <a:lnTo>
                  <a:pt x="50" y="14"/>
                </a:lnTo>
                <a:lnTo>
                  <a:pt x="50" y="13"/>
                </a:lnTo>
                <a:lnTo>
                  <a:pt x="49" y="13"/>
                </a:lnTo>
                <a:lnTo>
                  <a:pt x="49" y="12"/>
                </a:lnTo>
                <a:lnTo>
                  <a:pt x="48" y="11"/>
                </a:lnTo>
                <a:lnTo>
                  <a:pt x="48" y="10"/>
                </a:lnTo>
                <a:lnTo>
                  <a:pt x="47" y="10"/>
                </a:lnTo>
                <a:lnTo>
                  <a:pt x="46" y="9"/>
                </a:lnTo>
                <a:lnTo>
                  <a:pt x="45" y="8"/>
                </a:lnTo>
                <a:lnTo>
                  <a:pt x="44" y="8"/>
                </a:lnTo>
                <a:lnTo>
                  <a:pt x="44" y="7"/>
                </a:lnTo>
                <a:lnTo>
                  <a:pt x="43" y="7"/>
                </a:lnTo>
                <a:lnTo>
                  <a:pt x="43" y="6"/>
                </a:lnTo>
                <a:lnTo>
                  <a:pt x="42" y="6"/>
                </a:lnTo>
                <a:lnTo>
                  <a:pt x="41" y="6"/>
                </a:lnTo>
                <a:lnTo>
                  <a:pt x="40" y="5"/>
                </a:lnTo>
                <a:lnTo>
                  <a:pt x="39" y="5"/>
                </a:lnTo>
                <a:lnTo>
                  <a:pt x="39" y="4"/>
                </a:lnTo>
                <a:lnTo>
                  <a:pt x="38" y="4"/>
                </a:lnTo>
                <a:lnTo>
                  <a:pt x="37" y="4"/>
                </a:lnTo>
                <a:lnTo>
                  <a:pt x="36" y="4"/>
                </a:lnTo>
                <a:lnTo>
                  <a:pt x="35" y="3"/>
                </a:lnTo>
                <a:lnTo>
                  <a:pt x="34" y="3"/>
                </a:lnTo>
                <a:lnTo>
                  <a:pt x="33" y="3"/>
                </a:lnTo>
                <a:lnTo>
                  <a:pt x="32" y="3"/>
                </a:lnTo>
                <a:lnTo>
                  <a:pt x="31" y="3"/>
                </a:lnTo>
                <a:lnTo>
                  <a:pt x="30" y="3"/>
                </a:lnTo>
                <a:lnTo>
                  <a:pt x="29" y="3"/>
                </a:lnTo>
                <a:lnTo>
                  <a:pt x="28" y="3"/>
                </a:lnTo>
                <a:lnTo>
                  <a:pt x="27" y="3"/>
                </a:lnTo>
                <a:lnTo>
                  <a:pt x="26" y="3"/>
                </a:lnTo>
                <a:lnTo>
                  <a:pt x="25" y="3"/>
                </a:lnTo>
                <a:lnTo>
                  <a:pt x="24" y="3"/>
                </a:lnTo>
                <a:lnTo>
                  <a:pt x="23" y="3"/>
                </a:lnTo>
                <a:lnTo>
                  <a:pt x="22" y="3"/>
                </a:lnTo>
                <a:lnTo>
                  <a:pt x="21" y="3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6" y="5"/>
                </a:lnTo>
                <a:lnTo>
                  <a:pt x="15" y="5"/>
                </a:lnTo>
                <a:lnTo>
                  <a:pt x="15" y="6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4" y="17"/>
                </a:lnTo>
                <a:lnTo>
                  <a:pt x="4" y="18"/>
                </a:lnTo>
                <a:lnTo>
                  <a:pt x="4" y="19"/>
                </a:lnTo>
                <a:lnTo>
                  <a:pt x="4" y="20"/>
                </a:lnTo>
                <a:lnTo>
                  <a:pt x="4" y="21"/>
                </a:lnTo>
                <a:lnTo>
                  <a:pt x="4" y="22"/>
                </a:lnTo>
                <a:lnTo>
                  <a:pt x="4" y="23"/>
                </a:lnTo>
                <a:lnTo>
                  <a:pt x="5" y="24"/>
                </a:lnTo>
                <a:lnTo>
                  <a:pt x="5" y="25"/>
                </a:lnTo>
                <a:lnTo>
                  <a:pt x="6" y="26"/>
                </a:lnTo>
                <a:lnTo>
                  <a:pt x="6" y="27"/>
                </a:lnTo>
                <a:lnTo>
                  <a:pt x="7" y="27"/>
                </a:lnTo>
                <a:lnTo>
                  <a:pt x="7" y="28"/>
                </a:lnTo>
                <a:lnTo>
                  <a:pt x="8" y="29"/>
                </a:lnTo>
                <a:lnTo>
                  <a:pt x="9" y="31"/>
                </a:lnTo>
                <a:lnTo>
                  <a:pt x="10" y="32"/>
                </a:lnTo>
                <a:lnTo>
                  <a:pt x="11" y="32"/>
                </a:lnTo>
                <a:lnTo>
                  <a:pt x="12" y="33"/>
                </a:lnTo>
                <a:lnTo>
                  <a:pt x="13" y="33"/>
                </a:lnTo>
                <a:lnTo>
                  <a:pt x="13" y="34"/>
                </a:lnTo>
                <a:lnTo>
                  <a:pt x="15" y="34"/>
                </a:lnTo>
                <a:lnTo>
                  <a:pt x="16" y="35"/>
                </a:lnTo>
                <a:lnTo>
                  <a:pt x="17" y="35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3" y="37"/>
                </a:lnTo>
                <a:lnTo>
                  <a:pt x="24" y="37"/>
                </a:lnTo>
                <a:lnTo>
                  <a:pt x="25" y="37"/>
                </a:lnTo>
                <a:lnTo>
                  <a:pt x="26" y="37"/>
                </a:lnTo>
                <a:lnTo>
                  <a:pt x="27" y="37"/>
                </a:lnTo>
                <a:lnTo>
                  <a:pt x="28" y="37"/>
                </a:lnTo>
                <a:lnTo>
                  <a:pt x="29" y="37"/>
                </a:lnTo>
                <a:lnTo>
                  <a:pt x="30" y="37"/>
                </a:lnTo>
                <a:lnTo>
                  <a:pt x="31" y="37"/>
                </a:lnTo>
                <a:lnTo>
                  <a:pt x="32" y="37"/>
                </a:lnTo>
                <a:lnTo>
                  <a:pt x="33" y="37"/>
                </a:lnTo>
                <a:lnTo>
                  <a:pt x="34" y="36"/>
                </a:lnTo>
                <a:lnTo>
                  <a:pt x="35" y="36"/>
                </a:lnTo>
                <a:lnTo>
                  <a:pt x="36" y="36"/>
                </a:lnTo>
                <a:lnTo>
                  <a:pt x="37" y="36"/>
                </a:lnTo>
                <a:lnTo>
                  <a:pt x="38" y="35"/>
                </a:lnTo>
                <a:lnTo>
                  <a:pt x="39" y="35"/>
                </a:lnTo>
                <a:lnTo>
                  <a:pt x="40" y="35"/>
                </a:lnTo>
                <a:lnTo>
                  <a:pt x="40" y="34"/>
                </a:lnTo>
                <a:lnTo>
                  <a:pt x="41" y="34"/>
                </a:lnTo>
                <a:lnTo>
                  <a:pt x="42" y="34"/>
                </a:lnTo>
                <a:lnTo>
                  <a:pt x="42" y="33"/>
                </a:lnTo>
                <a:lnTo>
                  <a:pt x="43" y="33"/>
                </a:lnTo>
                <a:lnTo>
                  <a:pt x="44" y="32"/>
                </a:lnTo>
                <a:lnTo>
                  <a:pt x="45" y="32"/>
                </a:lnTo>
                <a:lnTo>
                  <a:pt x="45" y="31"/>
                </a:lnTo>
                <a:lnTo>
                  <a:pt x="46" y="31"/>
                </a:lnTo>
                <a:lnTo>
                  <a:pt x="47" y="29"/>
                </a:lnTo>
                <a:lnTo>
                  <a:pt x="48" y="28"/>
                </a:lnTo>
                <a:lnTo>
                  <a:pt x="48" y="27"/>
                </a:lnTo>
                <a:lnTo>
                  <a:pt x="49" y="27"/>
                </a:lnTo>
                <a:lnTo>
                  <a:pt x="49" y="26"/>
                </a:lnTo>
                <a:lnTo>
                  <a:pt x="50" y="25"/>
                </a:lnTo>
                <a:lnTo>
                  <a:pt x="50" y="24"/>
                </a:lnTo>
                <a:lnTo>
                  <a:pt x="50" y="23"/>
                </a:lnTo>
                <a:lnTo>
                  <a:pt x="51" y="23"/>
                </a:lnTo>
                <a:lnTo>
                  <a:pt x="51" y="22"/>
                </a:lnTo>
                <a:lnTo>
                  <a:pt x="51" y="21"/>
                </a:lnTo>
                <a:lnTo>
                  <a:pt x="51" y="20"/>
                </a:lnTo>
                <a:lnTo>
                  <a:pt x="51" y="19"/>
                </a:lnTo>
                <a:moveTo>
                  <a:pt x="55" y="19"/>
                </a:moveTo>
                <a:lnTo>
                  <a:pt x="55" y="20"/>
                </a:lnTo>
                <a:lnTo>
                  <a:pt x="55" y="21"/>
                </a:lnTo>
                <a:lnTo>
                  <a:pt x="55" y="22"/>
                </a:lnTo>
                <a:lnTo>
                  <a:pt x="55" y="23"/>
                </a:lnTo>
                <a:lnTo>
                  <a:pt x="54" y="24"/>
                </a:lnTo>
                <a:lnTo>
                  <a:pt x="54" y="25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2" y="28"/>
                </a:lnTo>
                <a:lnTo>
                  <a:pt x="52" y="29"/>
                </a:lnTo>
                <a:lnTo>
                  <a:pt x="51" y="29"/>
                </a:lnTo>
                <a:lnTo>
                  <a:pt x="51" y="31"/>
                </a:lnTo>
                <a:lnTo>
                  <a:pt x="50" y="31"/>
                </a:lnTo>
                <a:lnTo>
                  <a:pt x="50" y="32"/>
                </a:lnTo>
                <a:lnTo>
                  <a:pt x="49" y="32"/>
                </a:lnTo>
                <a:lnTo>
                  <a:pt x="49" y="33"/>
                </a:lnTo>
                <a:lnTo>
                  <a:pt x="48" y="33"/>
                </a:lnTo>
                <a:lnTo>
                  <a:pt x="48" y="34"/>
                </a:lnTo>
                <a:lnTo>
                  <a:pt x="47" y="34"/>
                </a:lnTo>
                <a:lnTo>
                  <a:pt x="46" y="35"/>
                </a:lnTo>
                <a:lnTo>
                  <a:pt x="45" y="35"/>
                </a:lnTo>
                <a:lnTo>
                  <a:pt x="45" y="36"/>
                </a:lnTo>
                <a:lnTo>
                  <a:pt x="44" y="36"/>
                </a:lnTo>
                <a:lnTo>
                  <a:pt x="43" y="36"/>
                </a:lnTo>
                <a:lnTo>
                  <a:pt x="42" y="37"/>
                </a:lnTo>
                <a:lnTo>
                  <a:pt x="41" y="37"/>
                </a:lnTo>
                <a:lnTo>
                  <a:pt x="40" y="38"/>
                </a:lnTo>
                <a:lnTo>
                  <a:pt x="39" y="38"/>
                </a:lnTo>
                <a:lnTo>
                  <a:pt x="38" y="38"/>
                </a:lnTo>
                <a:lnTo>
                  <a:pt x="37" y="39"/>
                </a:lnTo>
                <a:lnTo>
                  <a:pt x="36" y="39"/>
                </a:lnTo>
                <a:lnTo>
                  <a:pt x="35" y="39"/>
                </a:lnTo>
                <a:lnTo>
                  <a:pt x="34" y="39"/>
                </a:lnTo>
                <a:lnTo>
                  <a:pt x="33" y="39"/>
                </a:lnTo>
                <a:lnTo>
                  <a:pt x="32" y="40"/>
                </a:lnTo>
                <a:lnTo>
                  <a:pt x="31" y="40"/>
                </a:lnTo>
                <a:lnTo>
                  <a:pt x="30" y="40"/>
                </a:lnTo>
                <a:lnTo>
                  <a:pt x="29" y="40"/>
                </a:lnTo>
                <a:lnTo>
                  <a:pt x="28" y="40"/>
                </a:lnTo>
                <a:lnTo>
                  <a:pt x="27" y="40"/>
                </a:lnTo>
                <a:lnTo>
                  <a:pt x="26" y="40"/>
                </a:lnTo>
                <a:lnTo>
                  <a:pt x="25" y="40"/>
                </a:lnTo>
                <a:lnTo>
                  <a:pt x="24" y="40"/>
                </a:lnTo>
                <a:lnTo>
                  <a:pt x="23" y="39"/>
                </a:lnTo>
                <a:lnTo>
                  <a:pt x="22" y="39"/>
                </a:lnTo>
                <a:lnTo>
                  <a:pt x="21" y="39"/>
                </a:lnTo>
                <a:lnTo>
                  <a:pt x="20" y="39"/>
                </a:lnTo>
                <a:lnTo>
                  <a:pt x="19" y="39"/>
                </a:lnTo>
                <a:lnTo>
                  <a:pt x="18" y="38"/>
                </a:lnTo>
                <a:lnTo>
                  <a:pt x="17" y="38"/>
                </a:lnTo>
                <a:lnTo>
                  <a:pt x="16" y="38"/>
                </a:lnTo>
                <a:lnTo>
                  <a:pt x="15" y="37"/>
                </a:lnTo>
                <a:lnTo>
                  <a:pt x="13" y="37"/>
                </a:lnTo>
                <a:lnTo>
                  <a:pt x="12" y="37"/>
                </a:lnTo>
                <a:lnTo>
                  <a:pt x="12" y="36"/>
                </a:lnTo>
                <a:lnTo>
                  <a:pt x="11" y="36"/>
                </a:lnTo>
                <a:lnTo>
                  <a:pt x="10" y="36"/>
                </a:lnTo>
                <a:lnTo>
                  <a:pt x="10" y="35"/>
                </a:lnTo>
                <a:lnTo>
                  <a:pt x="9" y="35"/>
                </a:lnTo>
                <a:lnTo>
                  <a:pt x="8" y="34"/>
                </a:lnTo>
                <a:lnTo>
                  <a:pt x="7" y="34"/>
                </a:lnTo>
                <a:lnTo>
                  <a:pt x="7" y="33"/>
                </a:lnTo>
                <a:lnTo>
                  <a:pt x="6" y="33"/>
                </a:lnTo>
                <a:lnTo>
                  <a:pt x="6" y="32"/>
                </a:lnTo>
                <a:lnTo>
                  <a:pt x="5" y="32"/>
                </a:lnTo>
                <a:lnTo>
                  <a:pt x="4" y="31"/>
                </a:lnTo>
                <a:lnTo>
                  <a:pt x="4" y="29"/>
                </a:lnTo>
                <a:lnTo>
                  <a:pt x="3" y="29"/>
                </a:lnTo>
                <a:lnTo>
                  <a:pt x="3" y="28"/>
                </a:lnTo>
                <a:lnTo>
                  <a:pt x="2" y="28"/>
                </a:lnTo>
                <a:lnTo>
                  <a:pt x="2" y="27"/>
                </a:lnTo>
                <a:lnTo>
                  <a:pt x="2" y="26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4"/>
                </a:lnTo>
                <a:lnTo>
                  <a:pt x="0" y="23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10" y="4"/>
                </a:lnTo>
                <a:lnTo>
                  <a:pt x="11" y="4"/>
                </a:lnTo>
                <a:lnTo>
                  <a:pt x="12" y="3"/>
                </a:lnTo>
                <a:lnTo>
                  <a:pt x="13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1"/>
                </a:lnTo>
                <a:lnTo>
                  <a:pt x="21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33" y="0"/>
                </a:lnTo>
                <a:lnTo>
                  <a:pt x="34" y="0"/>
                </a:lnTo>
                <a:lnTo>
                  <a:pt x="35" y="0"/>
                </a:lnTo>
                <a:lnTo>
                  <a:pt x="36" y="1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40" y="2"/>
                </a:lnTo>
                <a:lnTo>
                  <a:pt x="41" y="2"/>
                </a:lnTo>
                <a:lnTo>
                  <a:pt x="42" y="3"/>
                </a:lnTo>
                <a:lnTo>
                  <a:pt x="43" y="3"/>
                </a:lnTo>
                <a:lnTo>
                  <a:pt x="44" y="4"/>
                </a:lnTo>
                <a:lnTo>
                  <a:pt x="45" y="4"/>
                </a:lnTo>
                <a:lnTo>
                  <a:pt x="46" y="5"/>
                </a:lnTo>
                <a:lnTo>
                  <a:pt x="47" y="5"/>
                </a:lnTo>
                <a:lnTo>
                  <a:pt x="47" y="6"/>
                </a:lnTo>
                <a:lnTo>
                  <a:pt x="48" y="6"/>
                </a:lnTo>
                <a:lnTo>
                  <a:pt x="49" y="7"/>
                </a:lnTo>
                <a:lnTo>
                  <a:pt x="50" y="8"/>
                </a:lnTo>
                <a:lnTo>
                  <a:pt x="51" y="9"/>
                </a:lnTo>
                <a:lnTo>
                  <a:pt x="52" y="10"/>
                </a:lnTo>
                <a:lnTo>
                  <a:pt x="53" y="11"/>
                </a:lnTo>
                <a:lnTo>
                  <a:pt x="53" y="12"/>
                </a:lnTo>
                <a:lnTo>
                  <a:pt x="53" y="13"/>
                </a:lnTo>
                <a:lnTo>
                  <a:pt x="54" y="13"/>
                </a:lnTo>
                <a:lnTo>
                  <a:pt x="54" y="14"/>
                </a:lnTo>
                <a:lnTo>
                  <a:pt x="54" y="15"/>
                </a:lnTo>
                <a:lnTo>
                  <a:pt x="55" y="16"/>
                </a:lnTo>
                <a:lnTo>
                  <a:pt x="55" y="17"/>
                </a:lnTo>
                <a:lnTo>
                  <a:pt x="55" y="18"/>
                </a:lnTo>
                <a:lnTo>
                  <a:pt x="55" y="19"/>
                </a:lnTo>
                <a:close/>
              </a:path>
            </a:pathLst>
          </a:custGeom>
          <a:solidFill>
            <a:srgbClr val="ffff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7" name=""/>
          <p:cNvSpPr/>
          <p:nvPr/>
        </p:nvSpPr>
        <p:spPr>
          <a:xfrm>
            <a:off x="8043120" y="2930040"/>
            <a:ext cx="39240" cy="28440"/>
          </a:xfrm>
          <a:custGeom>
            <a:avLst/>
            <a:gdLst/>
            <a:ahLst/>
            <a:rect l="0" t="0" r="r" b="b"/>
            <a:pathLst>
              <a:path w="109" h="79">
                <a:moveTo>
                  <a:pt x="82" y="39"/>
                </a:moveTo>
                <a:lnTo>
                  <a:pt x="82" y="38"/>
                </a:lnTo>
                <a:lnTo>
                  <a:pt x="82" y="37"/>
                </a:lnTo>
                <a:lnTo>
                  <a:pt x="82" y="36"/>
                </a:lnTo>
                <a:lnTo>
                  <a:pt x="81" y="35"/>
                </a:lnTo>
                <a:lnTo>
                  <a:pt x="81" y="34"/>
                </a:lnTo>
                <a:lnTo>
                  <a:pt x="81" y="33"/>
                </a:lnTo>
                <a:lnTo>
                  <a:pt x="80" y="33"/>
                </a:lnTo>
                <a:lnTo>
                  <a:pt x="80" y="32"/>
                </a:lnTo>
                <a:lnTo>
                  <a:pt x="80" y="31"/>
                </a:lnTo>
                <a:lnTo>
                  <a:pt x="79" y="30"/>
                </a:lnTo>
                <a:lnTo>
                  <a:pt x="78" y="29"/>
                </a:lnTo>
                <a:lnTo>
                  <a:pt x="77" y="28"/>
                </a:lnTo>
                <a:lnTo>
                  <a:pt x="76" y="27"/>
                </a:lnTo>
                <a:lnTo>
                  <a:pt x="75" y="26"/>
                </a:lnTo>
                <a:lnTo>
                  <a:pt x="74" y="26"/>
                </a:lnTo>
                <a:lnTo>
                  <a:pt x="74" y="25"/>
                </a:lnTo>
                <a:lnTo>
                  <a:pt x="73" y="25"/>
                </a:lnTo>
                <a:lnTo>
                  <a:pt x="72" y="24"/>
                </a:lnTo>
                <a:lnTo>
                  <a:pt x="71" y="24"/>
                </a:lnTo>
                <a:lnTo>
                  <a:pt x="70" y="23"/>
                </a:lnTo>
                <a:lnTo>
                  <a:pt x="69" y="23"/>
                </a:lnTo>
                <a:lnTo>
                  <a:pt x="67" y="22"/>
                </a:lnTo>
                <a:lnTo>
                  <a:pt x="66" y="22"/>
                </a:lnTo>
                <a:lnTo>
                  <a:pt x="65" y="21"/>
                </a:lnTo>
                <a:lnTo>
                  <a:pt x="64" y="21"/>
                </a:lnTo>
                <a:lnTo>
                  <a:pt x="63" y="21"/>
                </a:lnTo>
                <a:lnTo>
                  <a:pt x="62" y="21"/>
                </a:lnTo>
                <a:lnTo>
                  <a:pt x="61" y="20"/>
                </a:lnTo>
                <a:lnTo>
                  <a:pt x="60" y="20"/>
                </a:lnTo>
                <a:lnTo>
                  <a:pt x="59" y="20"/>
                </a:lnTo>
                <a:lnTo>
                  <a:pt x="58" y="20"/>
                </a:lnTo>
                <a:lnTo>
                  <a:pt x="57" y="20"/>
                </a:lnTo>
                <a:lnTo>
                  <a:pt x="56" y="20"/>
                </a:lnTo>
                <a:lnTo>
                  <a:pt x="55" y="20"/>
                </a:lnTo>
                <a:lnTo>
                  <a:pt x="54" y="20"/>
                </a:lnTo>
                <a:lnTo>
                  <a:pt x="53" y="20"/>
                </a:lnTo>
                <a:lnTo>
                  <a:pt x="52" y="20"/>
                </a:lnTo>
                <a:lnTo>
                  <a:pt x="51" y="20"/>
                </a:lnTo>
                <a:lnTo>
                  <a:pt x="50" y="20"/>
                </a:lnTo>
                <a:lnTo>
                  <a:pt x="49" y="20"/>
                </a:lnTo>
                <a:lnTo>
                  <a:pt x="48" y="20"/>
                </a:lnTo>
                <a:lnTo>
                  <a:pt x="47" y="20"/>
                </a:lnTo>
                <a:lnTo>
                  <a:pt x="46" y="21"/>
                </a:lnTo>
                <a:lnTo>
                  <a:pt x="45" y="21"/>
                </a:lnTo>
                <a:lnTo>
                  <a:pt x="44" y="21"/>
                </a:lnTo>
                <a:lnTo>
                  <a:pt x="43" y="21"/>
                </a:lnTo>
                <a:lnTo>
                  <a:pt x="42" y="22"/>
                </a:lnTo>
                <a:lnTo>
                  <a:pt x="41" y="22"/>
                </a:lnTo>
                <a:lnTo>
                  <a:pt x="40" y="23"/>
                </a:lnTo>
                <a:lnTo>
                  <a:pt x="39" y="23"/>
                </a:lnTo>
                <a:lnTo>
                  <a:pt x="38" y="24"/>
                </a:lnTo>
                <a:lnTo>
                  <a:pt x="37" y="24"/>
                </a:lnTo>
                <a:lnTo>
                  <a:pt x="36" y="25"/>
                </a:lnTo>
                <a:lnTo>
                  <a:pt x="35" y="25"/>
                </a:lnTo>
                <a:lnTo>
                  <a:pt x="35" y="26"/>
                </a:lnTo>
                <a:lnTo>
                  <a:pt x="34" y="26"/>
                </a:lnTo>
                <a:lnTo>
                  <a:pt x="33" y="27"/>
                </a:lnTo>
                <a:lnTo>
                  <a:pt x="32" y="28"/>
                </a:lnTo>
                <a:lnTo>
                  <a:pt x="31" y="28"/>
                </a:lnTo>
                <a:lnTo>
                  <a:pt x="31" y="29"/>
                </a:lnTo>
                <a:lnTo>
                  <a:pt x="30" y="30"/>
                </a:lnTo>
                <a:lnTo>
                  <a:pt x="29" y="31"/>
                </a:lnTo>
                <a:lnTo>
                  <a:pt x="29" y="32"/>
                </a:lnTo>
                <a:lnTo>
                  <a:pt x="28" y="33"/>
                </a:lnTo>
                <a:lnTo>
                  <a:pt x="28" y="34"/>
                </a:lnTo>
                <a:lnTo>
                  <a:pt x="27" y="35"/>
                </a:lnTo>
                <a:lnTo>
                  <a:pt x="27" y="36"/>
                </a:lnTo>
                <a:lnTo>
                  <a:pt x="27" y="37"/>
                </a:lnTo>
                <a:lnTo>
                  <a:pt x="27" y="38"/>
                </a:lnTo>
                <a:lnTo>
                  <a:pt x="27" y="39"/>
                </a:lnTo>
                <a:lnTo>
                  <a:pt x="27" y="40"/>
                </a:lnTo>
                <a:lnTo>
                  <a:pt x="27" y="41"/>
                </a:lnTo>
                <a:lnTo>
                  <a:pt x="27" y="42"/>
                </a:lnTo>
                <a:lnTo>
                  <a:pt x="27" y="43"/>
                </a:lnTo>
                <a:lnTo>
                  <a:pt x="27" y="44"/>
                </a:lnTo>
                <a:lnTo>
                  <a:pt x="28" y="44"/>
                </a:lnTo>
                <a:lnTo>
                  <a:pt x="28" y="45"/>
                </a:lnTo>
                <a:lnTo>
                  <a:pt x="28" y="46"/>
                </a:lnTo>
                <a:lnTo>
                  <a:pt x="29" y="46"/>
                </a:lnTo>
                <a:lnTo>
                  <a:pt x="29" y="47"/>
                </a:lnTo>
                <a:lnTo>
                  <a:pt x="29" y="48"/>
                </a:lnTo>
                <a:lnTo>
                  <a:pt x="30" y="48"/>
                </a:lnTo>
                <a:lnTo>
                  <a:pt x="30" y="49"/>
                </a:lnTo>
                <a:lnTo>
                  <a:pt x="31" y="49"/>
                </a:lnTo>
                <a:lnTo>
                  <a:pt x="31" y="50"/>
                </a:lnTo>
                <a:lnTo>
                  <a:pt x="32" y="51"/>
                </a:lnTo>
                <a:lnTo>
                  <a:pt x="33" y="51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5" y="53"/>
                </a:lnTo>
                <a:lnTo>
                  <a:pt x="36" y="54"/>
                </a:lnTo>
                <a:lnTo>
                  <a:pt x="37" y="54"/>
                </a:lnTo>
                <a:lnTo>
                  <a:pt x="37" y="55"/>
                </a:lnTo>
                <a:lnTo>
                  <a:pt x="38" y="55"/>
                </a:lnTo>
                <a:lnTo>
                  <a:pt x="39" y="55"/>
                </a:lnTo>
                <a:lnTo>
                  <a:pt x="39" y="56"/>
                </a:lnTo>
                <a:lnTo>
                  <a:pt x="40" y="56"/>
                </a:lnTo>
                <a:lnTo>
                  <a:pt x="41" y="56"/>
                </a:lnTo>
                <a:lnTo>
                  <a:pt x="42" y="57"/>
                </a:lnTo>
                <a:lnTo>
                  <a:pt x="43" y="57"/>
                </a:lnTo>
                <a:lnTo>
                  <a:pt x="44" y="57"/>
                </a:lnTo>
                <a:lnTo>
                  <a:pt x="45" y="58"/>
                </a:lnTo>
                <a:lnTo>
                  <a:pt x="46" y="58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9"/>
                </a:lnTo>
                <a:lnTo>
                  <a:pt x="51" y="59"/>
                </a:lnTo>
                <a:lnTo>
                  <a:pt x="52" y="59"/>
                </a:lnTo>
                <a:lnTo>
                  <a:pt x="53" y="59"/>
                </a:lnTo>
                <a:lnTo>
                  <a:pt x="54" y="59"/>
                </a:lnTo>
                <a:lnTo>
                  <a:pt x="55" y="59"/>
                </a:lnTo>
                <a:lnTo>
                  <a:pt x="56" y="59"/>
                </a:lnTo>
                <a:lnTo>
                  <a:pt x="57" y="59"/>
                </a:lnTo>
                <a:lnTo>
                  <a:pt x="58" y="59"/>
                </a:lnTo>
                <a:lnTo>
                  <a:pt x="59" y="58"/>
                </a:lnTo>
                <a:lnTo>
                  <a:pt x="60" y="58"/>
                </a:lnTo>
                <a:lnTo>
                  <a:pt x="61" y="58"/>
                </a:lnTo>
                <a:lnTo>
                  <a:pt x="62" y="58"/>
                </a:lnTo>
                <a:lnTo>
                  <a:pt x="63" y="58"/>
                </a:lnTo>
                <a:lnTo>
                  <a:pt x="64" y="57"/>
                </a:lnTo>
                <a:lnTo>
                  <a:pt x="65" y="57"/>
                </a:lnTo>
                <a:lnTo>
                  <a:pt x="66" y="57"/>
                </a:lnTo>
                <a:lnTo>
                  <a:pt x="67" y="56"/>
                </a:lnTo>
                <a:lnTo>
                  <a:pt x="69" y="56"/>
                </a:lnTo>
                <a:lnTo>
                  <a:pt x="70" y="55"/>
                </a:lnTo>
                <a:lnTo>
                  <a:pt x="71" y="55"/>
                </a:lnTo>
                <a:lnTo>
                  <a:pt x="72" y="55"/>
                </a:lnTo>
                <a:lnTo>
                  <a:pt x="72" y="54"/>
                </a:lnTo>
                <a:lnTo>
                  <a:pt x="73" y="54"/>
                </a:lnTo>
                <a:lnTo>
                  <a:pt x="74" y="53"/>
                </a:lnTo>
                <a:lnTo>
                  <a:pt x="75" y="53"/>
                </a:lnTo>
                <a:lnTo>
                  <a:pt x="75" y="52"/>
                </a:lnTo>
                <a:lnTo>
                  <a:pt x="76" y="52"/>
                </a:lnTo>
                <a:lnTo>
                  <a:pt x="76" y="51"/>
                </a:lnTo>
                <a:lnTo>
                  <a:pt x="77" y="51"/>
                </a:lnTo>
                <a:lnTo>
                  <a:pt x="77" y="50"/>
                </a:lnTo>
                <a:lnTo>
                  <a:pt x="78" y="50"/>
                </a:lnTo>
                <a:lnTo>
                  <a:pt x="78" y="49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0" y="46"/>
                </a:lnTo>
                <a:lnTo>
                  <a:pt x="81" y="45"/>
                </a:lnTo>
                <a:lnTo>
                  <a:pt x="81" y="44"/>
                </a:lnTo>
                <a:lnTo>
                  <a:pt x="82" y="43"/>
                </a:lnTo>
                <a:lnTo>
                  <a:pt x="82" y="42"/>
                </a:lnTo>
                <a:lnTo>
                  <a:pt x="82" y="41"/>
                </a:lnTo>
                <a:lnTo>
                  <a:pt x="82" y="40"/>
                </a:lnTo>
                <a:lnTo>
                  <a:pt x="82" y="39"/>
                </a:lnTo>
                <a:moveTo>
                  <a:pt x="109" y="39"/>
                </a:moveTo>
                <a:lnTo>
                  <a:pt x="109" y="41"/>
                </a:lnTo>
                <a:lnTo>
                  <a:pt x="109" y="42"/>
                </a:lnTo>
                <a:lnTo>
                  <a:pt x="109" y="43"/>
                </a:lnTo>
                <a:lnTo>
                  <a:pt x="109" y="44"/>
                </a:lnTo>
                <a:lnTo>
                  <a:pt x="109" y="45"/>
                </a:lnTo>
                <a:lnTo>
                  <a:pt x="108" y="47"/>
                </a:lnTo>
                <a:lnTo>
                  <a:pt x="108" y="48"/>
                </a:lnTo>
                <a:lnTo>
                  <a:pt x="108" y="49"/>
                </a:lnTo>
                <a:lnTo>
                  <a:pt x="107" y="50"/>
                </a:lnTo>
                <a:lnTo>
                  <a:pt x="107" y="51"/>
                </a:lnTo>
                <a:lnTo>
                  <a:pt x="106" y="52"/>
                </a:lnTo>
                <a:lnTo>
                  <a:pt x="105" y="54"/>
                </a:lnTo>
                <a:lnTo>
                  <a:pt x="105" y="55"/>
                </a:lnTo>
                <a:lnTo>
                  <a:pt x="104" y="56"/>
                </a:lnTo>
                <a:lnTo>
                  <a:pt x="103" y="57"/>
                </a:lnTo>
                <a:lnTo>
                  <a:pt x="103" y="58"/>
                </a:lnTo>
                <a:lnTo>
                  <a:pt x="102" y="59"/>
                </a:lnTo>
                <a:lnTo>
                  <a:pt x="101" y="60"/>
                </a:lnTo>
                <a:lnTo>
                  <a:pt x="100" y="61"/>
                </a:lnTo>
                <a:lnTo>
                  <a:pt x="99" y="63"/>
                </a:lnTo>
                <a:lnTo>
                  <a:pt x="98" y="64"/>
                </a:lnTo>
                <a:lnTo>
                  <a:pt x="97" y="65"/>
                </a:lnTo>
                <a:lnTo>
                  <a:pt x="96" y="66"/>
                </a:lnTo>
                <a:lnTo>
                  <a:pt x="95" y="67"/>
                </a:lnTo>
                <a:lnTo>
                  <a:pt x="93" y="68"/>
                </a:lnTo>
                <a:lnTo>
                  <a:pt x="92" y="69"/>
                </a:lnTo>
                <a:lnTo>
                  <a:pt x="91" y="69"/>
                </a:lnTo>
                <a:lnTo>
                  <a:pt x="90" y="70"/>
                </a:lnTo>
                <a:lnTo>
                  <a:pt x="88" y="71"/>
                </a:lnTo>
                <a:lnTo>
                  <a:pt x="87" y="72"/>
                </a:lnTo>
                <a:lnTo>
                  <a:pt x="85" y="72"/>
                </a:lnTo>
                <a:lnTo>
                  <a:pt x="84" y="73"/>
                </a:lnTo>
                <a:lnTo>
                  <a:pt x="83" y="74"/>
                </a:lnTo>
                <a:lnTo>
                  <a:pt x="81" y="74"/>
                </a:lnTo>
                <a:lnTo>
                  <a:pt x="80" y="75"/>
                </a:lnTo>
                <a:lnTo>
                  <a:pt x="78" y="75"/>
                </a:lnTo>
                <a:lnTo>
                  <a:pt x="77" y="76"/>
                </a:lnTo>
                <a:lnTo>
                  <a:pt x="75" y="76"/>
                </a:lnTo>
                <a:lnTo>
                  <a:pt x="73" y="77"/>
                </a:lnTo>
                <a:lnTo>
                  <a:pt x="72" y="77"/>
                </a:lnTo>
                <a:lnTo>
                  <a:pt x="70" y="78"/>
                </a:lnTo>
                <a:lnTo>
                  <a:pt x="67" y="78"/>
                </a:lnTo>
                <a:lnTo>
                  <a:pt x="66" y="78"/>
                </a:lnTo>
                <a:lnTo>
                  <a:pt x="64" y="79"/>
                </a:lnTo>
                <a:lnTo>
                  <a:pt x="62" y="79"/>
                </a:lnTo>
                <a:lnTo>
                  <a:pt x="61" y="79"/>
                </a:lnTo>
                <a:lnTo>
                  <a:pt x="59" y="79"/>
                </a:lnTo>
                <a:lnTo>
                  <a:pt x="57" y="79"/>
                </a:lnTo>
                <a:lnTo>
                  <a:pt x="56" y="79"/>
                </a:lnTo>
                <a:lnTo>
                  <a:pt x="54" y="79"/>
                </a:lnTo>
                <a:lnTo>
                  <a:pt x="52" y="79"/>
                </a:lnTo>
                <a:lnTo>
                  <a:pt x="51" y="79"/>
                </a:lnTo>
                <a:lnTo>
                  <a:pt x="49" y="79"/>
                </a:lnTo>
                <a:lnTo>
                  <a:pt x="47" y="79"/>
                </a:lnTo>
                <a:lnTo>
                  <a:pt x="45" y="79"/>
                </a:lnTo>
                <a:lnTo>
                  <a:pt x="44" y="79"/>
                </a:lnTo>
                <a:lnTo>
                  <a:pt x="42" y="78"/>
                </a:lnTo>
                <a:lnTo>
                  <a:pt x="40" y="78"/>
                </a:lnTo>
                <a:lnTo>
                  <a:pt x="39" y="78"/>
                </a:lnTo>
                <a:lnTo>
                  <a:pt x="37" y="77"/>
                </a:lnTo>
                <a:lnTo>
                  <a:pt x="36" y="77"/>
                </a:lnTo>
                <a:lnTo>
                  <a:pt x="34" y="76"/>
                </a:lnTo>
                <a:lnTo>
                  <a:pt x="32" y="76"/>
                </a:lnTo>
                <a:lnTo>
                  <a:pt x="31" y="75"/>
                </a:lnTo>
                <a:lnTo>
                  <a:pt x="29" y="75"/>
                </a:lnTo>
                <a:lnTo>
                  <a:pt x="28" y="74"/>
                </a:lnTo>
                <a:lnTo>
                  <a:pt x="26" y="74"/>
                </a:lnTo>
                <a:lnTo>
                  <a:pt x="25" y="73"/>
                </a:lnTo>
                <a:lnTo>
                  <a:pt x="23" y="72"/>
                </a:lnTo>
                <a:lnTo>
                  <a:pt x="22" y="72"/>
                </a:lnTo>
                <a:lnTo>
                  <a:pt x="21" y="71"/>
                </a:lnTo>
                <a:lnTo>
                  <a:pt x="19" y="70"/>
                </a:lnTo>
                <a:lnTo>
                  <a:pt x="18" y="69"/>
                </a:lnTo>
                <a:lnTo>
                  <a:pt x="17" y="69"/>
                </a:lnTo>
                <a:lnTo>
                  <a:pt x="16" y="68"/>
                </a:lnTo>
                <a:lnTo>
                  <a:pt x="14" y="67"/>
                </a:lnTo>
                <a:lnTo>
                  <a:pt x="13" y="66"/>
                </a:lnTo>
                <a:lnTo>
                  <a:pt x="12" y="65"/>
                </a:lnTo>
                <a:lnTo>
                  <a:pt x="11" y="64"/>
                </a:lnTo>
                <a:lnTo>
                  <a:pt x="10" y="63"/>
                </a:lnTo>
                <a:lnTo>
                  <a:pt x="9" y="61"/>
                </a:lnTo>
                <a:lnTo>
                  <a:pt x="8" y="60"/>
                </a:lnTo>
                <a:lnTo>
                  <a:pt x="7" y="59"/>
                </a:lnTo>
                <a:lnTo>
                  <a:pt x="6" y="58"/>
                </a:lnTo>
                <a:lnTo>
                  <a:pt x="6" y="57"/>
                </a:lnTo>
                <a:lnTo>
                  <a:pt x="5" y="56"/>
                </a:lnTo>
                <a:lnTo>
                  <a:pt x="4" y="55"/>
                </a:lnTo>
                <a:lnTo>
                  <a:pt x="3" y="54"/>
                </a:lnTo>
                <a:lnTo>
                  <a:pt x="3" y="52"/>
                </a:lnTo>
                <a:lnTo>
                  <a:pt x="2" y="51"/>
                </a:lnTo>
                <a:lnTo>
                  <a:pt x="2" y="50"/>
                </a:lnTo>
                <a:lnTo>
                  <a:pt x="1" y="49"/>
                </a:lnTo>
                <a:lnTo>
                  <a:pt x="1" y="48"/>
                </a:lnTo>
                <a:lnTo>
                  <a:pt x="1" y="47"/>
                </a:lnTo>
                <a:lnTo>
                  <a:pt x="0" y="45"/>
                </a:lnTo>
                <a:lnTo>
                  <a:pt x="0" y="44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0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4"/>
                </a:lnTo>
                <a:lnTo>
                  <a:pt x="0" y="33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2" y="28"/>
                </a:lnTo>
                <a:lnTo>
                  <a:pt x="2" y="27"/>
                </a:lnTo>
                <a:lnTo>
                  <a:pt x="3" y="26"/>
                </a:lnTo>
                <a:lnTo>
                  <a:pt x="3" y="25"/>
                </a:lnTo>
                <a:lnTo>
                  <a:pt x="4" y="24"/>
                </a:lnTo>
                <a:lnTo>
                  <a:pt x="5" y="23"/>
                </a:lnTo>
                <a:lnTo>
                  <a:pt x="6" y="22"/>
                </a:lnTo>
                <a:lnTo>
                  <a:pt x="6" y="21"/>
                </a:lnTo>
                <a:lnTo>
                  <a:pt x="7" y="20"/>
                </a:lnTo>
                <a:lnTo>
                  <a:pt x="8" y="18"/>
                </a:lnTo>
                <a:lnTo>
                  <a:pt x="9" y="17"/>
                </a:lnTo>
                <a:lnTo>
                  <a:pt x="10" y="16"/>
                </a:lnTo>
                <a:lnTo>
                  <a:pt x="11" y="15"/>
                </a:lnTo>
                <a:lnTo>
                  <a:pt x="12" y="15"/>
                </a:lnTo>
                <a:lnTo>
                  <a:pt x="13" y="14"/>
                </a:lnTo>
                <a:lnTo>
                  <a:pt x="14" y="13"/>
                </a:lnTo>
                <a:lnTo>
                  <a:pt x="16" y="12"/>
                </a:lnTo>
                <a:lnTo>
                  <a:pt x="17" y="11"/>
                </a:lnTo>
                <a:lnTo>
                  <a:pt x="18" y="10"/>
                </a:lnTo>
                <a:lnTo>
                  <a:pt x="19" y="9"/>
                </a:lnTo>
                <a:lnTo>
                  <a:pt x="21" y="9"/>
                </a:lnTo>
                <a:lnTo>
                  <a:pt x="22" y="8"/>
                </a:lnTo>
                <a:lnTo>
                  <a:pt x="23" y="7"/>
                </a:lnTo>
                <a:lnTo>
                  <a:pt x="25" y="6"/>
                </a:lnTo>
                <a:lnTo>
                  <a:pt x="26" y="6"/>
                </a:lnTo>
                <a:lnTo>
                  <a:pt x="28" y="5"/>
                </a:lnTo>
                <a:lnTo>
                  <a:pt x="29" y="5"/>
                </a:lnTo>
                <a:lnTo>
                  <a:pt x="31" y="4"/>
                </a:lnTo>
                <a:lnTo>
                  <a:pt x="32" y="4"/>
                </a:lnTo>
                <a:lnTo>
                  <a:pt x="34" y="3"/>
                </a:lnTo>
                <a:lnTo>
                  <a:pt x="36" y="3"/>
                </a:lnTo>
                <a:lnTo>
                  <a:pt x="37" y="2"/>
                </a:lnTo>
                <a:lnTo>
                  <a:pt x="39" y="2"/>
                </a:lnTo>
                <a:lnTo>
                  <a:pt x="40" y="2"/>
                </a:lnTo>
                <a:lnTo>
                  <a:pt x="42" y="1"/>
                </a:lnTo>
                <a:lnTo>
                  <a:pt x="44" y="1"/>
                </a:lnTo>
                <a:lnTo>
                  <a:pt x="45" y="1"/>
                </a:lnTo>
                <a:lnTo>
                  <a:pt x="47" y="1"/>
                </a:lnTo>
                <a:lnTo>
                  <a:pt x="49" y="1"/>
                </a:lnTo>
                <a:lnTo>
                  <a:pt x="51" y="0"/>
                </a:lnTo>
                <a:lnTo>
                  <a:pt x="52" y="0"/>
                </a:lnTo>
                <a:lnTo>
                  <a:pt x="54" y="0"/>
                </a:lnTo>
                <a:lnTo>
                  <a:pt x="56" y="0"/>
                </a:lnTo>
                <a:lnTo>
                  <a:pt x="57" y="0"/>
                </a:lnTo>
                <a:lnTo>
                  <a:pt x="59" y="1"/>
                </a:lnTo>
                <a:lnTo>
                  <a:pt x="61" y="1"/>
                </a:lnTo>
                <a:lnTo>
                  <a:pt x="62" y="1"/>
                </a:lnTo>
                <a:lnTo>
                  <a:pt x="64" y="1"/>
                </a:lnTo>
                <a:lnTo>
                  <a:pt x="66" y="1"/>
                </a:lnTo>
                <a:lnTo>
                  <a:pt x="67" y="2"/>
                </a:lnTo>
                <a:lnTo>
                  <a:pt x="70" y="2"/>
                </a:lnTo>
                <a:lnTo>
                  <a:pt x="72" y="2"/>
                </a:lnTo>
                <a:lnTo>
                  <a:pt x="73" y="3"/>
                </a:lnTo>
                <a:lnTo>
                  <a:pt x="75" y="3"/>
                </a:lnTo>
                <a:lnTo>
                  <a:pt x="77" y="4"/>
                </a:lnTo>
                <a:lnTo>
                  <a:pt x="78" y="4"/>
                </a:lnTo>
                <a:lnTo>
                  <a:pt x="80" y="5"/>
                </a:lnTo>
                <a:lnTo>
                  <a:pt x="81" y="5"/>
                </a:lnTo>
                <a:lnTo>
                  <a:pt x="83" y="6"/>
                </a:lnTo>
                <a:lnTo>
                  <a:pt x="84" y="6"/>
                </a:lnTo>
                <a:lnTo>
                  <a:pt x="85" y="7"/>
                </a:lnTo>
                <a:lnTo>
                  <a:pt x="87" y="8"/>
                </a:lnTo>
                <a:lnTo>
                  <a:pt x="88" y="9"/>
                </a:lnTo>
                <a:lnTo>
                  <a:pt x="90" y="9"/>
                </a:lnTo>
                <a:lnTo>
                  <a:pt x="91" y="10"/>
                </a:lnTo>
                <a:lnTo>
                  <a:pt x="92" y="11"/>
                </a:lnTo>
                <a:lnTo>
                  <a:pt x="93" y="12"/>
                </a:lnTo>
                <a:lnTo>
                  <a:pt x="95" y="13"/>
                </a:lnTo>
                <a:lnTo>
                  <a:pt x="96" y="14"/>
                </a:lnTo>
                <a:lnTo>
                  <a:pt x="97" y="15"/>
                </a:lnTo>
                <a:lnTo>
                  <a:pt x="98" y="15"/>
                </a:lnTo>
                <a:lnTo>
                  <a:pt x="99" y="16"/>
                </a:lnTo>
                <a:lnTo>
                  <a:pt x="100" y="17"/>
                </a:lnTo>
                <a:lnTo>
                  <a:pt x="101" y="18"/>
                </a:lnTo>
                <a:lnTo>
                  <a:pt x="102" y="20"/>
                </a:lnTo>
                <a:lnTo>
                  <a:pt x="103" y="21"/>
                </a:lnTo>
                <a:lnTo>
                  <a:pt x="103" y="22"/>
                </a:lnTo>
                <a:lnTo>
                  <a:pt x="104" y="23"/>
                </a:lnTo>
                <a:lnTo>
                  <a:pt x="105" y="24"/>
                </a:lnTo>
                <a:lnTo>
                  <a:pt x="105" y="25"/>
                </a:lnTo>
                <a:lnTo>
                  <a:pt x="106" y="26"/>
                </a:lnTo>
                <a:lnTo>
                  <a:pt x="107" y="27"/>
                </a:lnTo>
                <a:lnTo>
                  <a:pt x="107" y="28"/>
                </a:lnTo>
                <a:lnTo>
                  <a:pt x="108" y="30"/>
                </a:lnTo>
                <a:lnTo>
                  <a:pt x="108" y="31"/>
                </a:lnTo>
                <a:lnTo>
                  <a:pt x="108" y="32"/>
                </a:lnTo>
                <a:lnTo>
                  <a:pt x="109" y="33"/>
                </a:lnTo>
                <a:lnTo>
                  <a:pt x="109" y="34"/>
                </a:lnTo>
                <a:lnTo>
                  <a:pt x="109" y="36"/>
                </a:lnTo>
                <a:lnTo>
                  <a:pt x="109" y="37"/>
                </a:lnTo>
                <a:lnTo>
                  <a:pt x="109" y="38"/>
                </a:lnTo>
                <a:lnTo>
                  <a:pt x="109" y="39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8" name=""/>
          <p:cNvSpPr/>
          <p:nvPr/>
        </p:nvSpPr>
        <p:spPr>
          <a:xfrm>
            <a:off x="8038800" y="2927160"/>
            <a:ext cx="47880" cy="34560"/>
          </a:xfrm>
          <a:custGeom>
            <a:avLst/>
            <a:gdLst/>
            <a:ahLst/>
            <a:rect l="0" t="0" r="r" b="b"/>
            <a:pathLst>
              <a:path w="133" h="96">
                <a:moveTo>
                  <a:pt x="121" y="47"/>
                </a:moveTo>
                <a:lnTo>
                  <a:pt x="121" y="46"/>
                </a:lnTo>
                <a:lnTo>
                  <a:pt x="121" y="45"/>
                </a:lnTo>
                <a:lnTo>
                  <a:pt x="121" y="44"/>
                </a:lnTo>
                <a:lnTo>
                  <a:pt x="121" y="42"/>
                </a:lnTo>
                <a:lnTo>
                  <a:pt x="121" y="41"/>
                </a:lnTo>
                <a:lnTo>
                  <a:pt x="120" y="40"/>
                </a:lnTo>
                <a:lnTo>
                  <a:pt x="120" y="39"/>
                </a:lnTo>
                <a:lnTo>
                  <a:pt x="120" y="38"/>
                </a:lnTo>
                <a:lnTo>
                  <a:pt x="119" y="36"/>
                </a:lnTo>
                <a:lnTo>
                  <a:pt x="119" y="35"/>
                </a:lnTo>
                <a:lnTo>
                  <a:pt x="118" y="34"/>
                </a:lnTo>
                <a:lnTo>
                  <a:pt x="117" y="33"/>
                </a:lnTo>
                <a:lnTo>
                  <a:pt x="117" y="32"/>
                </a:lnTo>
                <a:lnTo>
                  <a:pt x="116" y="31"/>
                </a:lnTo>
                <a:lnTo>
                  <a:pt x="115" y="30"/>
                </a:lnTo>
                <a:lnTo>
                  <a:pt x="115" y="29"/>
                </a:lnTo>
                <a:lnTo>
                  <a:pt x="114" y="28"/>
                </a:lnTo>
                <a:lnTo>
                  <a:pt x="113" y="26"/>
                </a:lnTo>
                <a:lnTo>
                  <a:pt x="112" y="25"/>
                </a:lnTo>
                <a:lnTo>
                  <a:pt x="111" y="24"/>
                </a:lnTo>
                <a:lnTo>
                  <a:pt x="110" y="23"/>
                </a:lnTo>
                <a:lnTo>
                  <a:pt x="109" y="23"/>
                </a:lnTo>
                <a:lnTo>
                  <a:pt x="108" y="22"/>
                </a:lnTo>
                <a:lnTo>
                  <a:pt x="107" y="21"/>
                </a:lnTo>
                <a:lnTo>
                  <a:pt x="105" y="20"/>
                </a:lnTo>
                <a:lnTo>
                  <a:pt x="104" y="19"/>
                </a:lnTo>
                <a:lnTo>
                  <a:pt x="103" y="18"/>
                </a:lnTo>
                <a:lnTo>
                  <a:pt x="102" y="17"/>
                </a:lnTo>
                <a:lnTo>
                  <a:pt x="100" y="17"/>
                </a:lnTo>
                <a:lnTo>
                  <a:pt x="99" y="16"/>
                </a:lnTo>
                <a:lnTo>
                  <a:pt x="97" y="15"/>
                </a:lnTo>
                <a:lnTo>
                  <a:pt x="96" y="14"/>
                </a:lnTo>
                <a:lnTo>
                  <a:pt x="95" y="14"/>
                </a:lnTo>
                <a:lnTo>
                  <a:pt x="93" y="13"/>
                </a:lnTo>
                <a:lnTo>
                  <a:pt x="92" y="13"/>
                </a:lnTo>
                <a:lnTo>
                  <a:pt x="90" y="12"/>
                </a:lnTo>
                <a:lnTo>
                  <a:pt x="89" y="12"/>
                </a:lnTo>
                <a:lnTo>
                  <a:pt x="87" y="11"/>
                </a:lnTo>
                <a:lnTo>
                  <a:pt x="85" y="11"/>
                </a:lnTo>
                <a:lnTo>
                  <a:pt x="84" y="10"/>
                </a:lnTo>
                <a:lnTo>
                  <a:pt x="82" y="10"/>
                </a:lnTo>
                <a:lnTo>
                  <a:pt x="80" y="10"/>
                </a:lnTo>
                <a:lnTo>
                  <a:pt x="79" y="9"/>
                </a:lnTo>
                <a:lnTo>
                  <a:pt x="77" y="9"/>
                </a:lnTo>
                <a:lnTo>
                  <a:pt x="75" y="9"/>
                </a:lnTo>
                <a:lnTo>
                  <a:pt x="74" y="9"/>
                </a:lnTo>
                <a:lnTo>
                  <a:pt x="72" y="9"/>
                </a:lnTo>
                <a:lnTo>
                  <a:pt x="70" y="8"/>
                </a:lnTo>
                <a:lnTo>
                  <a:pt x="69" y="8"/>
                </a:lnTo>
                <a:lnTo>
                  <a:pt x="67" y="8"/>
                </a:lnTo>
                <a:lnTo>
                  <a:pt x="65" y="8"/>
                </a:lnTo>
                <a:lnTo>
                  <a:pt x="64" y="8"/>
                </a:lnTo>
                <a:lnTo>
                  <a:pt x="62" y="9"/>
                </a:lnTo>
                <a:lnTo>
                  <a:pt x="60" y="9"/>
                </a:lnTo>
                <a:lnTo>
                  <a:pt x="58" y="9"/>
                </a:lnTo>
                <a:lnTo>
                  <a:pt x="57" y="9"/>
                </a:lnTo>
                <a:lnTo>
                  <a:pt x="55" y="9"/>
                </a:lnTo>
                <a:lnTo>
                  <a:pt x="53" y="10"/>
                </a:lnTo>
                <a:lnTo>
                  <a:pt x="52" y="10"/>
                </a:lnTo>
                <a:lnTo>
                  <a:pt x="50" y="10"/>
                </a:lnTo>
                <a:lnTo>
                  <a:pt x="49" y="11"/>
                </a:lnTo>
                <a:lnTo>
                  <a:pt x="47" y="11"/>
                </a:lnTo>
                <a:lnTo>
                  <a:pt x="45" y="12"/>
                </a:lnTo>
                <a:lnTo>
                  <a:pt x="44" y="12"/>
                </a:lnTo>
                <a:lnTo>
                  <a:pt x="42" y="13"/>
                </a:lnTo>
                <a:lnTo>
                  <a:pt x="41" y="13"/>
                </a:lnTo>
                <a:lnTo>
                  <a:pt x="39" y="14"/>
                </a:lnTo>
                <a:lnTo>
                  <a:pt x="38" y="14"/>
                </a:lnTo>
                <a:lnTo>
                  <a:pt x="36" y="15"/>
                </a:lnTo>
                <a:lnTo>
                  <a:pt x="35" y="16"/>
                </a:lnTo>
                <a:lnTo>
                  <a:pt x="34" y="17"/>
                </a:lnTo>
                <a:lnTo>
                  <a:pt x="32" y="17"/>
                </a:lnTo>
                <a:lnTo>
                  <a:pt x="31" y="18"/>
                </a:lnTo>
                <a:lnTo>
                  <a:pt x="30" y="19"/>
                </a:lnTo>
                <a:lnTo>
                  <a:pt x="29" y="20"/>
                </a:lnTo>
                <a:lnTo>
                  <a:pt x="27" y="21"/>
                </a:lnTo>
                <a:lnTo>
                  <a:pt x="26" y="22"/>
                </a:lnTo>
                <a:lnTo>
                  <a:pt x="25" y="23"/>
                </a:lnTo>
                <a:lnTo>
                  <a:pt x="24" y="23"/>
                </a:lnTo>
                <a:lnTo>
                  <a:pt x="23" y="24"/>
                </a:lnTo>
                <a:lnTo>
                  <a:pt x="22" y="25"/>
                </a:lnTo>
                <a:lnTo>
                  <a:pt x="21" y="26"/>
                </a:lnTo>
                <a:lnTo>
                  <a:pt x="20" y="28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2"/>
                </a:lnTo>
                <a:lnTo>
                  <a:pt x="16" y="33"/>
                </a:lnTo>
                <a:lnTo>
                  <a:pt x="16" y="34"/>
                </a:lnTo>
                <a:lnTo>
                  <a:pt x="15" y="35"/>
                </a:lnTo>
                <a:lnTo>
                  <a:pt x="15" y="36"/>
                </a:lnTo>
                <a:lnTo>
                  <a:pt x="14" y="38"/>
                </a:lnTo>
                <a:lnTo>
                  <a:pt x="14" y="39"/>
                </a:lnTo>
                <a:lnTo>
                  <a:pt x="14" y="40"/>
                </a:lnTo>
                <a:lnTo>
                  <a:pt x="13" y="41"/>
                </a:lnTo>
                <a:lnTo>
                  <a:pt x="13" y="42"/>
                </a:lnTo>
                <a:lnTo>
                  <a:pt x="13" y="44"/>
                </a:lnTo>
                <a:lnTo>
                  <a:pt x="13" y="45"/>
                </a:lnTo>
                <a:lnTo>
                  <a:pt x="13" y="46"/>
                </a:lnTo>
                <a:lnTo>
                  <a:pt x="13" y="47"/>
                </a:lnTo>
                <a:lnTo>
                  <a:pt x="13" y="49"/>
                </a:lnTo>
                <a:lnTo>
                  <a:pt x="13" y="50"/>
                </a:lnTo>
                <a:lnTo>
                  <a:pt x="13" y="51"/>
                </a:lnTo>
                <a:lnTo>
                  <a:pt x="13" y="52"/>
                </a:lnTo>
                <a:lnTo>
                  <a:pt x="13" y="53"/>
                </a:lnTo>
                <a:lnTo>
                  <a:pt x="14" y="55"/>
                </a:lnTo>
                <a:lnTo>
                  <a:pt x="14" y="56"/>
                </a:lnTo>
                <a:lnTo>
                  <a:pt x="14" y="57"/>
                </a:lnTo>
                <a:lnTo>
                  <a:pt x="15" y="58"/>
                </a:lnTo>
                <a:lnTo>
                  <a:pt x="15" y="59"/>
                </a:lnTo>
                <a:lnTo>
                  <a:pt x="16" y="60"/>
                </a:lnTo>
                <a:lnTo>
                  <a:pt x="16" y="62"/>
                </a:lnTo>
                <a:lnTo>
                  <a:pt x="17" y="63"/>
                </a:lnTo>
                <a:lnTo>
                  <a:pt x="18" y="64"/>
                </a:lnTo>
                <a:lnTo>
                  <a:pt x="19" y="65"/>
                </a:lnTo>
                <a:lnTo>
                  <a:pt x="19" y="66"/>
                </a:lnTo>
                <a:lnTo>
                  <a:pt x="20" y="67"/>
                </a:lnTo>
                <a:lnTo>
                  <a:pt x="21" y="68"/>
                </a:lnTo>
                <a:lnTo>
                  <a:pt x="22" y="69"/>
                </a:lnTo>
                <a:lnTo>
                  <a:pt x="23" y="70"/>
                </a:lnTo>
                <a:lnTo>
                  <a:pt x="24" y="71"/>
                </a:lnTo>
                <a:lnTo>
                  <a:pt x="25" y="72"/>
                </a:lnTo>
                <a:lnTo>
                  <a:pt x="26" y="73"/>
                </a:lnTo>
                <a:lnTo>
                  <a:pt x="27" y="74"/>
                </a:lnTo>
                <a:lnTo>
                  <a:pt x="29" y="75"/>
                </a:lnTo>
                <a:lnTo>
                  <a:pt x="30" y="76"/>
                </a:lnTo>
                <a:lnTo>
                  <a:pt x="31" y="76"/>
                </a:lnTo>
                <a:lnTo>
                  <a:pt x="32" y="77"/>
                </a:lnTo>
                <a:lnTo>
                  <a:pt x="34" y="78"/>
                </a:lnTo>
                <a:lnTo>
                  <a:pt x="35" y="79"/>
                </a:lnTo>
                <a:lnTo>
                  <a:pt x="36" y="79"/>
                </a:lnTo>
                <a:lnTo>
                  <a:pt x="38" y="80"/>
                </a:lnTo>
                <a:lnTo>
                  <a:pt x="39" y="81"/>
                </a:lnTo>
                <a:lnTo>
                  <a:pt x="41" y="81"/>
                </a:lnTo>
                <a:lnTo>
                  <a:pt x="42" y="82"/>
                </a:lnTo>
                <a:lnTo>
                  <a:pt x="44" y="82"/>
                </a:lnTo>
                <a:lnTo>
                  <a:pt x="45" y="83"/>
                </a:lnTo>
                <a:lnTo>
                  <a:pt x="47" y="83"/>
                </a:lnTo>
                <a:lnTo>
                  <a:pt x="49" y="84"/>
                </a:lnTo>
                <a:lnTo>
                  <a:pt x="50" y="84"/>
                </a:lnTo>
                <a:lnTo>
                  <a:pt x="52" y="85"/>
                </a:lnTo>
                <a:lnTo>
                  <a:pt x="53" y="85"/>
                </a:lnTo>
                <a:lnTo>
                  <a:pt x="55" y="85"/>
                </a:lnTo>
                <a:lnTo>
                  <a:pt x="57" y="86"/>
                </a:lnTo>
                <a:lnTo>
                  <a:pt x="58" y="86"/>
                </a:lnTo>
                <a:lnTo>
                  <a:pt x="60" y="86"/>
                </a:lnTo>
                <a:lnTo>
                  <a:pt x="62" y="86"/>
                </a:lnTo>
                <a:lnTo>
                  <a:pt x="64" y="86"/>
                </a:lnTo>
                <a:lnTo>
                  <a:pt x="65" y="86"/>
                </a:lnTo>
                <a:lnTo>
                  <a:pt x="67" y="86"/>
                </a:lnTo>
                <a:lnTo>
                  <a:pt x="69" y="86"/>
                </a:lnTo>
                <a:lnTo>
                  <a:pt x="70" y="86"/>
                </a:lnTo>
                <a:lnTo>
                  <a:pt x="72" y="86"/>
                </a:lnTo>
                <a:lnTo>
                  <a:pt x="74" y="86"/>
                </a:lnTo>
                <a:lnTo>
                  <a:pt x="75" y="86"/>
                </a:lnTo>
                <a:lnTo>
                  <a:pt x="77" y="86"/>
                </a:lnTo>
                <a:lnTo>
                  <a:pt x="79" y="85"/>
                </a:lnTo>
                <a:lnTo>
                  <a:pt x="80" y="85"/>
                </a:lnTo>
                <a:lnTo>
                  <a:pt x="82" y="85"/>
                </a:lnTo>
                <a:lnTo>
                  <a:pt x="84" y="84"/>
                </a:lnTo>
                <a:lnTo>
                  <a:pt x="85" y="84"/>
                </a:lnTo>
                <a:lnTo>
                  <a:pt x="87" y="83"/>
                </a:lnTo>
                <a:lnTo>
                  <a:pt x="89" y="83"/>
                </a:lnTo>
                <a:lnTo>
                  <a:pt x="90" y="82"/>
                </a:lnTo>
                <a:lnTo>
                  <a:pt x="92" y="82"/>
                </a:lnTo>
                <a:lnTo>
                  <a:pt x="93" y="81"/>
                </a:lnTo>
                <a:lnTo>
                  <a:pt x="95" y="81"/>
                </a:lnTo>
                <a:lnTo>
                  <a:pt x="96" y="80"/>
                </a:lnTo>
                <a:lnTo>
                  <a:pt x="97" y="79"/>
                </a:lnTo>
                <a:lnTo>
                  <a:pt x="99" y="79"/>
                </a:lnTo>
                <a:lnTo>
                  <a:pt x="100" y="78"/>
                </a:lnTo>
                <a:lnTo>
                  <a:pt x="102" y="77"/>
                </a:lnTo>
                <a:lnTo>
                  <a:pt x="103" y="76"/>
                </a:lnTo>
                <a:lnTo>
                  <a:pt x="104" y="76"/>
                </a:lnTo>
                <a:lnTo>
                  <a:pt x="105" y="75"/>
                </a:lnTo>
                <a:lnTo>
                  <a:pt x="107" y="74"/>
                </a:lnTo>
                <a:lnTo>
                  <a:pt x="108" y="73"/>
                </a:lnTo>
                <a:lnTo>
                  <a:pt x="109" y="72"/>
                </a:lnTo>
                <a:lnTo>
                  <a:pt x="110" y="71"/>
                </a:lnTo>
                <a:lnTo>
                  <a:pt x="111" y="70"/>
                </a:lnTo>
                <a:lnTo>
                  <a:pt x="112" y="69"/>
                </a:lnTo>
                <a:lnTo>
                  <a:pt x="113" y="68"/>
                </a:lnTo>
                <a:lnTo>
                  <a:pt x="114" y="67"/>
                </a:lnTo>
                <a:lnTo>
                  <a:pt x="115" y="66"/>
                </a:lnTo>
                <a:lnTo>
                  <a:pt x="115" y="65"/>
                </a:lnTo>
                <a:lnTo>
                  <a:pt x="116" y="64"/>
                </a:lnTo>
                <a:lnTo>
                  <a:pt x="117" y="63"/>
                </a:lnTo>
                <a:lnTo>
                  <a:pt x="117" y="62"/>
                </a:lnTo>
                <a:lnTo>
                  <a:pt x="118" y="60"/>
                </a:lnTo>
                <a:lnTo>
                  <a:pt x="119" y="59"/>
                </a:lnTo>
                <a:lnTo>
                  <a:pt x="119" y="58"/>
                </a:lnTo>
                <a:lnTo>
                  <a:pt x="120" y="57"/>
                </a:lnTo>
                <a:lnTo>
                  <a:pt x="120" y="56"/>
                </a:lnTo>
                <a:lnTo>
                  <a:pt x="120" y="55"/>
                </a:lnTo>
                <a:lnTo>
                  <a:pt x="121" y="53"/>
                </a:lnTo>
                <a:lnTo>
                  <a:pt x="121" y="52"/>
                </a:lnTo>
                <a:lnTo>
                  <a:pt x="121" y="51"/>
                </a:lnTo>
                <a:lnTo>
                  <a:pt x="121" y="50"/>
                </a:lnTo>
                <a:lnTo>
                  <a:pt x="121" y="49"/>
                </a:lnTo>
                <a:lnTo>
                  <a:pt x="121" y="47"/>
                </a:lnTo>
                <a:moveTo>
                  <a:pt x="133" y="47"/>
                </a:moveTo>
                <a:lnTo>
                  <a:pt x="133" y="49"/>
                </a:lnTo>
                <a:lnTo>
                  <a:pt x="133" y="50"/>
                </a:lnTo>
                <a:lnTo>
                  <a:pt x="133" y="52"/>
                </a:lnTo>
                <a:lnTo>
                  <a:pt x="132" y="53"/>
                </a:lnTo>
                <a:lnTo>
                  <a:pt x="132" y="55"/>
                </a:lnTo>
                <a:lnTo>
                  <a:pt x="132" y="56"/>
                </a:lnTo>
                <a:lnTo>
                  <a:pt x="131" y="58"/>
                </a:lnTo>
                <a:lnTo>
                  <a:pt x="131" y="59"/>
                </a:lnTo>
                <a:lnTo>
                  <a:pt x="130" y="60"/>
                </a:lnTo>
                <a:lnTo>
                  <a:pt x="130" y="62"/>
                </a:lnTo>
                <a:lnTo>
                  <a:pt x="129" y="63"/>
                </a:lnTo>
                <a:lnTo>
                  <a:pt x="128" y="65"/>
                </a:lnTo>
                <a:lnTo>
                  <a:pt x="127" y="66"/>
                </a:lnTo>
                <a:lnTo>
                  <a:pt x="127" y="67"/>
                </a:lnTo>
                <a:lnTo>
                  <a:pt x="126" y="69"/>
                </a:lnTo>
                <a:lnTo>
                  <a:pt x="125" y="70"/>
                </a:lnTo>
                <a:lnTo>
                  <a:pt x="124" y="71"/>
                </a:lnTo>
                <a:lnTo>
                  <a:pt x="123" y="73"/>
                </a:lnTo>
                <a:lnTo>
                  <a:pt x="121" y="74"/>
                </a:lnTo>
                <a:lnTo>
                  <a:pt x="120" y="75"/>
                </a:lnTo>
                <a:lnTo>
                  <a:pt x="119" y="76"/>
                </a:lnTo>
                <a:lnTo>
                  <a:pt x="118" y="77"/>
                </a:lnTo>
                <a:lnTo>
                  <a:pt x="116" y="79"/>
                </a:lnTo>
                <a:lnTo>
                  <a:pt x="115" y="80"/>
                </a:lnTo>
                <a:lnTo>
                  <a:pt x="114" y="81"/>
                </a:lnTo>
                <a:lnTo>
                  <a:pt x="112" y="82"/>
                </a:lnTo>
                <a:lnTo>
                  <a:pt x="111" y="83"/>
                </a:lnTo>
                <a:lnTo>
                  <a:pt x="109" y="84"/>
                </a:lnTo>
                <a:lnTo>
                  <a:pt x="107" y="85"/>
                </a:lnTo>
                <a:lnTo>
                  <a:pt x="106" y="86"/>
                </a:lnTo>
                <a:lnTo>
                  <a:pt x="104" y="86"/>
                </a:lnTo>
                <a:lnTo>
                  <a:pt x="102" y="87"/>
                </a:lnTo>
                <a:lnTo>
                  <a:pt x="101" y="88"/>
                </a:lnTo>
                <a:lnTo>
                  <a:pt x="99" y="89"/>
                </a:lnTo>
                <a:lnTo>
                  <a:pt x="97" y="89"/>
                </a:lnTo>
                <a:lnTo>
                  <a:pt x="95" y="90"/>
                </a:lnTo>
                <a:lnTo>
                  <a:pt x="93" y="91"/>
                </a:lnTo>
                <a:lnTo>
                  <a:pt x="91" y="91"/>
                </a:lnTo>
                <a:lnTo>
                  <a:pt x="89" y="92"/>
                </a:lnTo>
                <a:lnTo>
                  <a:pt x="87" y="92"/>
                </a:lnTo>
                <a:lnTo>
                  <a:pt x="85" y="93"/>
                </a:lnTo>
                <a:lnTo>
                  <a:pt x="83" y="93"/>
                </a:lnTo>
                <a:lnTo>
                  <a:pt x="81" y="93"/>
                </a:lnTo>
                <a:lnTo>
                  <a:pt x="79" y="95"/>
                </a:lnTo>
                <a:lnTo>
                  <a:pt x="77" y="95"/>
                </a:lnTo>
                <a:lnTo>
                  <a:pt x="75" y="95"/>
                </a:lnTo>
                <a:lnTo>
                  <a:pt x="73" y="95"/>
                </a:lnTo>
                <a:lnTo>
                  <a:pt x="71" y="95"/>
                </a:lnTo>
                <a:lnTo>
                  <a:pt x="69" y="96"/>
                </a:lnTo>
                <a:lnTo>
                  <a:pt x="67" y="96"/>
                </a:lnTo>
                <a:lnTo>
                  <a:pt x="65" y="96"/>
                </a:lnTo>
                <a:lnTo>
                  <a:pt x="63" y="95"/>
                </a:lnTo>
                <a:lnTo>
                  <a:pt x="61" y="95"/>
                </a:lnTo>
                <a:lnTo>
                  <a:pt x="59" y="95"/>
                </a:lnTo>
                <a:lnTo>
                  <a:pt x="57" y="95"/>
                </a:lnTo>
                <a:lnTo>
                  <a:pt x="55" y="95"/>
                </a:lnTo>
                <a:lnTo>
                  <a:pt x="53" y="93"/>
                </a:lnTo>
                <a:lnTo>
                  <a:pt x="51" y="93"/>
                </a:lnTo>
                <a:lnTo>
                  <a:pt x="49" y="93"/>
                </a:lnTo>
                <a:lnTo>
                  <a:pt x="47" y="92"/>
                </a:lnTo>
                <a:lnTo>
                  <a:pt x="45" y="92"/>
                </a:lnTo>
                <a:lnTo>
                  <a:pt x="43" y="91"/>
                </a:lnTo>
                <a:lnTo>
                  <a:pt x="41" y="91"/>
                </a:lnTo>
                <a:lnTo>
                  <a:pt x="39" y="90"/>
                </a:lnTo>
                <a:lnTo>
                  <a:pt x="37" y="89"/>
                </a:lnTo>
                <a:lnTo>
                  <a:pt x="35" y="89"/>
                </a:lnTo>
                <a:lnTo>
                  <a:pt x="33" y="88"/>
                </a:lnTo>
                <a:lnTo>
                  <a:pt x="32" y="87"/>
                </a:lnTo>
                <a:lnTo>
                  <a:pt x="30" y="86"/>
                </a:lnTo>
                <a:lnTo>
                  <a:pt x="28" y="86"/>
                </a:lnTo>
                <a:lnTo>
                  <a:pt x="27" y="85"/>
                </a:lnTo>
                <a:lnTo>
                  <a:pt x="25" y="84"/>
                </a:lnTo>
                <a:lnTo>
                  <a:pt x="23" y="83"/>
                </a:lnTo>
                <a:lnTo>
                  <a:pt x="22" y="82"/>
                </a:lnTo>
                <a:lnTo>
                  <a:pt x="20" y="81"/>
                </a:lnTo>
                <a:lnTo>
                  <a:pt x="19" y="80"/>
                </a:lnTo>
                <a:lnTo>
                  <a:pt x="18" y="79"/>
                </a:lnTo>
                <a:lnTo>
                  <a:pt x="16" y="77"/>
                </a:lnTo>
                <a:lnTo>
                  <a:pt x="15" y="76"/>
                </a:lnTo>
                <a:lnTo>
                  <a:pt x="14" y="75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9" y="70"/>
                </a:lnTo>
                <a:lnTo>
                  <a:pt x="8" y="69"/>
                </a:lnTo>
                <a:lnTo>
                  <a:pt x="7" y="67"/>
                </a:lnTo>
                <a:lnTo>
                  <a:pt x="5" y="66"/>
                </a:lnTo>
                <a:lnTo>
                  <a:pt x="5" y="65"/>
                </a:lnTo>
                <a:lnTo>
                  <a:pt x="4" y="63"/>
                </a:lnTo>
                <a:lnTo>
                  <a:pt x="3" y="62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1" y="56"/>
                </a:lnTo>
                <a:lnTo>
                  <a:pt x="1" y="55"/>
                </a:lnTo>
                <a:lnTo>
                  <a:pt x="1" y="53"/>
                </a:lnTo>
                <a:lnTo>
                  <a:pt x="0" y="52"/>
                </a:lnTo>
                <a:lnTo>
                  <a:pt x="0" y="50"/>
                </a:lnTo>
                <a:lnTo>
                  <a:pt x="0" y="49"/>
                </a:lnTo>
                <a:lnTo>
                  <a:pt x="0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lnTo>
                  <a:pt x="1" y="41"/>
                </a:lnTo>
                <a:lnTo>
                  <a:pt x="1" y="40"/>
                </a:lnTo>
                <a:lnTo>
                  <a:pt x="1" y="38"/>
                </a:lnTo>
                <a:lnTo>
                  <a:pt x="2" y="37"/>
                </a:lnTo>
                <a:lnTo>
                  <a:pt x="2" y="36"/>
                </a:lnTo>
                <a:lnTo>
                  <a:pt x="3" y="34"/>
                </a:lnTo>
                <a:lnTo>
                  <a:pt x="3" y="33"/>
                </a:lnTo>
                <a:lnTo>
                  <a:pt x="4" y="31"/>
                </a:lnTo>
                <a:lnTo>
                  <a:pt x="5" y="30"/>
                </a:lnTo>
                <a:lnTo>
                  <a:pt x="5" y="29"/>
                </a:lnTo>
                <a:lnTo>
                  <a:pt x="7" y="27"/>
                </a:lnTo>
                <a:lnTo>
                  <a:pt x="8" y="26"/>
                </a:lnTo>
                <a:lnTo>
                  <a:pt x="9" y="25"/>
                </a:lnTo>
                <a:lnTo>
                  <a:pt x="10" y="23"/>
                </a:lnTo>
                <a:lnTo>
                  <a:pt x="11" y="22"/>
                </a:lnTo>
                <a:lnTo>
                  <a:pt x="12" y="21"/>
                </a:lnTo>
                <a:lnTo>
                  <a:pt x="14" y="20"/>
                </a:lnTo>
                <a:lnTo>
                  <a:pt x="15" y="18"/>
                </a:lnTo>
                <a:lnTo>
                  <a:pt x="16" y="17"/>
                </a:lnTo>
                <a:lnTo>
                  <a:pt x="18" y="16"/>
                </a:lnTo>
                <a:lnTo>
                  <a:pt x="19" y="15"/>
                </a:lnTo>
                <a:lnTo>
                  <a:pt x="20" y="14"/>
                </a:lnTo>
                <a:lnTo>
                  <a:pt x="22" y="13"/>
                </a:lnTo>
                <a:lnTo>
                  <a:pt x="23" y="12"/>
                </a:lnTo>
                <a:lnTo>
                  <a:pt x="25" y="11"/>
                </a:lnTo>
                <a:lnTo>
                  <a:pt x="27" y="10"/>
                </a:lnTo>
                <a:lnTo>
                  <a:pt x="28" y="9"/>
                </a:lnTo>
                <a:lnTo>
                  <a:pt x="30" y="8"/>
                </a:lnTo>
                <a:lnTo>
                  <a:pt x="32" y="7"/>
                </a:lnTo>
                <a:lnTo>
                  <a:pt x="33" y="7"/>
                </a:lnTo>
                <a:lnTo>
                  <a:pt x="35" y="6"/>
                </a:lnTo>
                <a:lnTo>
                  <a:pt x="37" y="5"/>
                </a:lnTo>
                <a:lnTo>
                  <a:pt x="39" y="5"/>
                </a:lnTo>
                <a:lnTo>
                  <a:pt x="41" y="4"/>
                </a:lnTo>
                <a:lnTo>
                  <a:pt x="43" y="3"/>
                </a:lnTo>
                <a:lnTo>
                  <a:pt x="45" y="3"/>
                </a:lnTo>
                <a:lnTo>
                  <a:pt x="47" y="2"/>
                </a:lnTo>
                <a:lnTo>
                  <a:pt x="49" y="2"/>
                </a:lnTo>
                <a:lnTo>
                  <a:pt x="51" y="2"/>
                </a:lnTo>
                <a:lnTo>
                  <a:pt x="53" y="1"/>
                </a:lnTo>
                <a:lnTo>
                  <a:pt x="55" y="1"/>
                </a:lnTo>
                <a:lnTo>
                  <a:pt x="57" y="1"/>
                </a:lnTo>
                <a:lnTo>
                  <a:pt x="59" y="0"/>
                </a:lnTo>
                <a:lnTo>
                  <a:pt x="61" y="0"/>
                </a:lnTo>
                <a:lnTo>
                  <a:pt x="63" y="0"/>
                </a:lnTo>
                <a:lnTo>
                  <a:pt x="65" y="0"/>
                </a:lnTo>
                <a:lnTo>
                  <a:pt x="67" y="0"/>
                </a:lnTo>
                <a:lnTo>
                  <a:pt x="69" y="0"/>
                </a:lnTo>
                <a:lnTo>
                  <a:pt x="71" y="0"/>
                </a:lnTo>
                <a:lnTo>
                  <a:pt x="73" y="0"/>
                </a:lnTo>
                <a:lnTo>
                  <a:pt x="75" y="0"/>
                </a:lnTo>
                <a:lnTo>
                  <a:pt x="77" y="1"/>
                </a:lnTo>
                <a:lnTo>
                  <a:pt x="79" y="1"/>
                </a:lnTo>
                <a:lnTo>
                  <a:pt x="81" y="1"/>
                </a:lnTo>
                <a:lnTo>
                  <a:pt x="83" y="2"/>
                </a:lnTo>
                <a:lnTo>
                  <a:pt x="85" y="2"/>
                </a:lnTo>
                <a:lnTo>
                  <a:pt x="87" y="2"/>
                </a:lnTo>
                <a:lnTo>
                  <a:pt x="89" y="3"/>
                </a:lnTo>
                <a:lnTo>
                  <a:pt x="91" y="3"/>
                </a:lnTo>
                <a:lnTo>
                  <a:pt x="93" y="4"/>
                </a:lnTo>
                <a:lnTo>
                  <a:pt x="95" y="5"/>
                </a:lnTo>
                <a:lnTo>
                  <a:pt x="97" y="5"/>
                </a:lnTo>
                <a:lnTo>
                  <a:pt x="99" y="6"/>
                </a:lnTo>
                <a:lnTo>
                  <a:pt x="101" y="7"/>
                </a:lnTo>
                <a:lnTo>
                  <a:pt x="102" y="7"/>
                </a:lnTo>
                <a:lnTo>
                  <a:pt x="104" y="8"/>
                </a:lnTo>
                <a:lnTo>
                  <a:pt x="106" y="9"/>
                </a:lnTo>
                <a:lnTo>
                  <a:pt x="107" y="10"/>
                </a:lnTo>
                <a:lnTo>
                  <a:pt x="109" y="11"/>
                </a:lnTo>
                <a:lnTo>
                  <a:pt x="111" y="12"/>
                </a:lnTo>
                <a:lnTo>
                  <a:pt x="112" y="13"/>
                </a:lnTo>
                <a:lnTo>
                  <a:pt x="114" y="14"/>
                </a:lnTo>
                <a:lnTo>
                  <a:pt x="115" y="15"/>
                </a:lnTo>
                <a:lnTo>
                  <a:pt x="116" y="16"/>
                </a:lnTo>
                <a:lnTo>
                  <a:pt x="118" y="17"/>
                </a:lnTo>
                <a:lnTo>
                  <a:pt x="119" y="18"/>
                </a:lnTo>
                <a:lnTo>
                  <a:pt x="120" y="20"/>
                </a:lnTo>
                <a:lnTo>
                  <a:pt x="121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5"/>
                </a:lnTo>
                <a:lnTo>
                  <a:pt x="126" y="26"/>
                </a:lnTo>
                <a:lnTo>
                  <a:pt x="127" y="27"/>
                </a:lnTo>
                <a:lnTo>
                  <a:pt x="127" y="29"/>
                </a:lnTo>
                <a:lnTo>
                  <a:pt x="128" y="30"/>
                </a:lnTo>
                <a:lnTo>
                  <a:pt x="129" y="31"/>
                </a:lnTo>
                <a:lnTo>
                  <a:pt x="130" y="33"/>
                </a:lnTo>
                <a:lnTo>
                  <a:pt x="130" y="34"/>
                </a:lnTo>
                <a:lnTo>
                  <a:pt x="131" y="36"/>
                </a:lnTo>
                <a:lnTo>
                  <a:pt x="131" y="37"/>
                </a:lnTo>
                <a:lnTo>
                  <a:pt x="132" y="38"/>
                </a:lnTo>
                <a:lnTo>
                  <a:pt x="132" y="40"/>
                </a:lnTo>
                <a:lnTo>
                  <a:pt x="132" y="41"/>
                </a:lnTo>
                <a:lnTo>
                  <a:pt x="133" y="43"/>
                </a:lnTo>
                <a:lnTo>
                  <a:pt x="133" y="44"/>
                </a:lnTo>
                <a:lnTo>
                  <a:pt x="133" y="46"/>
                </a:lnTo>
                <a:lnTo>
                  <a:pt x="133" y="47"/>
                </a:lnTo>
                <a:close/>
              </a:path>
            </a:pathLst>
          </a:custGeom>
          <a:solidFill>
            <a:srgbClr val="fffe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09" name=""/>
          <p:cNvSpPr/>
          <p:nvPr/>
        </p:nvSpPr>
        <p:spPr>
          <a:xfrm>
            <a:off x="8034480" y="2924280"/>
            <a:ext cx="56520" cy="40320"/>
          </a:xfrm>
          <a:custGeom>
            <a:avLst/>
            <a:gdLst/>
            <a:ahLst/>
            <a:rect l="0" t="0" r="r" b="b"/>
            <a:pathLst>
              <a:path w="157" h="112">
                <a:moveTo>
                  <a:pt x="145" y="56"/>
                </a:moveTo>
                <a:lnTo>
                  <a:pt x="145" y="55"/>
                </a:lnTo>
                <a:lnTo>
                  <a:pt x="145" y="53"/>
                </a:lnTo>
                <a:lnTo>
                  <a:pt x="145" y="52"/>
                </a:lnTo>
                <a:lnTo>
                  <a:pt x="144" y="50"/>
                </a:lnTo>
                <a:lnTo>
                  <a:pt x="144" y="49"/>
                </a:lnTo>
                <a:lnTo>
                  <a:pt x="144" y="47"/>
                </a:lnTo>
                <a:lnTo>
                  <a:pt x="143" y="46"/>
                </a:lnTo>
                <a:lnTo>
                  <a:pt x="143" y="45"/>
                </a:lnTo>
                <a:lnTo>
                  <a:pt x="142" y="43"/>
                </a:lnTo>
                <a:lnTo>
                  <a:pt x="142" y="42"/>
                </a:lnTo>
                <a:lnTo>
                  <a:pt x="141" y="40"/>
                </a:lnTo>
                <a:lnTo>
                  <a:pt x="140" y="39"/>
                </a:lnTo>
                <a:lnTo>
                  <a:pt x="139" y="38"/>
                </a:lnTo>
                <a:lnTo>
                  <a:pt x="139" y="35"/>
                </a:lnTo>
                <a:lnTo>
                  <a:pt x="138" y="34"/>
                </a:lnTo>
                <a:lnTo>
                  <a:pt x="137" y="33"/>
                </a:lnTo>
                <a:lnTo>
                  <a:pt x="136" y="31"/>
                </a:lnTo>
                <a:lnTo>
                  <a:pt x="135" y="30"/>
                </a:lnTo>
                <a:lnTo>
                  <a:pt x="133" y="29"/>
                </a:lnTo>
                <a:lnTo>
                  <a:pt x="132" y="28"/>
                </a:lnTo>
                <a:lnTo>
                  <a:pt x="131" y="26"/>
                </a:lnTo>
                <a:lnTo>
                  <a:pt x="130" y="25"/>
                </a:lnTo>
                <a:lnTo>
                  <a:pt x="128" y="24"/>
                </a:lnTo>
                <a:lnTo>
                  <a:pt x="127" y="23"/>
                </a:lnTo>
                <a:lnTo>
                  <a:pt x="126" y="22"/>
                </a:lnTo>
                <a:lnTo>
                  <a:pt x="124" y="21"/>
                </a:lnTo>
                <a:lnTo>
                  <a:pt x="123" y="20"/>
                </a:lnTo>
                <a:lnTo>
                  <a:pt x="121" y="19"/>
                </a:lnTo>
                <a:lnTo>
                  <a:pt x="119" y="18"/>
                </a:lnTo>
                <a:lnTo>
                  <a:pt x="118" y="17"/>
                </a:lnTo>
                <a:lnTo>
                  <a:pt x="116" y="16"/>
                </a:lnTo>
                <a:lnTo>
                  <a:pt x="114" y="15"/>
                </a:lnTo>
                <a:lnTo>
                  <a:pt x="113" y="15"/>
                </a:lnTo>
                <a:lnTo>
                  <a:pt x="111" y="14"/>
                </a:lnTo>
                <a:lnTo>
                  <a:pt x="109" y="13"/>
                </a:lnTo>
                <a:lnTo>
                  <a:pt x="107" y="13"/>
                </a:lnTo>
                <a:lnTo>
                  <a:pt x="105" y="12"/>
                </a:lnTo>
                <a:lnTo>
                  <a:pt x="103" y="11"/>
                </a:lnTo>
                <a:lnTo>
                  <a:pt x="101" y="11"/>
                </a:lnTo>
                <a:lnTo>
                  <a:pt x="99" y="10"/>
                </a:lnTo>
                <a:lnTo>
                  <a:pt x="97" y="10"/>
                </a:lnTo>
                <a:lnTo>
                  <a:pt x="95" y="10"/>
                </a:lnTo>
                <a:lnTo>
                  <a:pt x="93" y="9"/>
                </a:lnTo>
                <a:lnTo>
                  <a:pt x="91" y="9"/>
                </a:lnTo>
                <a:lnTo>
                  <a:pt x="89" y="9"/>
                </a:lnTo>
                <a:lnTo>
                  <a:pt x="87" y="8"/>
                </a:lnTo>
                <a:lnTo>
                  <a:pt x="85" y="8"/>
                </a:lnTo>
                <a:lnTo>
                  <a:pt x="83" y="8"/>
                </a:lnTo>
                <a:lnTo>
                  <a:pt x="81" y="8"/>
                </a:lnTo>
                <a:lnTo>
                  <a:pt x="78" y="8"/>
                </a:lnTo>
                <a:lnTo>
                  <a:pt x="76" y="8"/>
                </a:lnTo>
                <a:lnTo>
                  <a:pt x="74" y="8"/>
                </a:lnTo>
                <a:lnTo>
                  <a:pt x="72" y="8"/>
                </a:lnTo>
                <a:lnTo>
                  <a:pt x="70" y="8"/>
                </a:lnTo>
                <a:lnTo>
                  <a:pt x="68" y="9"/>
                </a:lnTo>
                <a:lnTo>
                  <a:pt x="66" y="9"/>
                </a:lnTo>
                <a:lnTo>
                  <a:pt x="64" y="9"/>
                </a:lnTo>
                <a:lnTo>
                  <a:pt x="62" y="10"/>
                </a:lnTo>
                <a:lnTo>
                  <a:pt x="60" y="10"/>
                </a:lnTo>
                <a:lnTo>
                  <a:pt x="58" y="10"/>
                </a:lnTo>
                <a:lnTo>
                  <a:pt x="56" y="11"/>
                </a:lnTo>
                <a:lnTo>
                  <a:pt x="54" y="11"/>
                </a:lnTo>
                <a:lnTo>
                  <a:pt x="52" y="12"/>
                </a:lnTo>
                <a:lnTo>
                  <a:pt x="50" y="13"/>
                </a:lnTo>
                <a:lnTo>
                  <a:pt x="48" y="13"/>
                </a:lnTo>
                <a:lnTo>
                  <a:pt x="46" y="14"/>
                </a:lnTo>
                <a:lnTo>
                  <a:pt x="44" y="15"/>
                </a:lnTo>
                <a:lnTo>
                  <a:pt x="43" y="15"/>
                </a:lnTo>
                <a:lnTo>
                  <a:pt x="41" y="16"/>
                </a:lnTo>
                <a:lnTo>
                  <a:pt x="39" y="17"/>
                </a:lnTo>
                <a:lnTo>
                  <a:pt x="38" y="18"/>
                </a:lnTo>
                <a:lnTo>
                  <a:pt x="36" y="19"/>
                </a:lnTo>
                <a:lnTo>
                  <a:pt x="34" y="20"/>
                </a:lnTo>
                <a:lnTo>
                  <a:pt x="33" y="21"/>
                </a:lnTo>
                <a:lnTo>
                  <a:pt x="31" y="22"/>
                </a:lnTo>
                <a:lnTo>
                  <a:pt x="30" y="23"/>
                </a:lnTo>
                <a:lnTo>
                  <a:pt x="29" y="24"/>
                </a:lnTo>
                <a:lnTo>
                  <a:pt x="27" y="25"/>
                </a:lnTo>
                <a:lnTo>
                  <a:pt x="26" y="26"/>
                </a:lnTo>
                <a:lnTo>
                  <a:pt x="25" y="28"/>
                </a:lnTo>
                <a:lnTo>
                  <a:pt x="23" y="29"/>
                </a:lnTo>
                <a:lnTo>
                  <a:pt x="22" y="30"/>
                </a:lnTo>
                <a:lnTo>
                  <a:pt x="21" y="31"/>
                </a:lnTo>
                <a:lnTo>
                  <a:pt x="20" y="33"/>
                </a:lnTo>
                <a:lnTo>
                  <a:pt x="19" y="34"/>
                </a:lnTo>
                <a:lnTo>
                  <a:pt x="18" y="35"/>
                </a:lnTo>
                <a:lnTo>
                  <a:pt x="17" y="38"/>
                </a:lnTo>
                <a:lnTo>
                  <a:pt x="17" y="39"/>
                </a:lnTo>
                <a:lnTo>
                  <a:pt x="16" y="40"/>
                </a:lnTo>
                <a:lnTo>
                  <a:pt x="15" y="42"/>
                </a:lnTo>
                <a:lnTo>
                  <a:pt x="15" y="43"/>
                </a:lnTo>
                <a:lnTo>
                  <a:pt x="14" y="45"/>
                </a:lnTo>
                <a:lnTo>
                  <a:pt x="14" y="46"/>
                </a:lnTo>
                <a:lnTo>
                  <a:pt x="13" y="47"/>
                </a:lnTo>
                <a:lnTo>
                  <a:pt x="13" y="49"/>
                </a:lnTo>
                <a:lnTo>
                  <a:pt x="13" y="50"/>
                </a:lnTo>
                <a:lnTo>
                  <a:pt x="12" y="52"/>
                </a:lnTo>
                <a:lnTo>
                  <a:pt x="12" y="53"/>
                </a:lnTo>
                <a:lnTo>
                  <a:pt x="12" y="55"/>
                </a:lnTo>
                <a:lnTo>
                  <a:pt x="12" y="56"/>
                </a:lnTo>
                <a:lnTo>
                  <a:pt x="12" y="58"/>
                </a:lnTo>
                <a:lnTo>
                  <a:pt x="12" y="59"/>
                </a:lnTo>
                <a:lnTo>
                  <a:pt x="12" y="61"/>
                </a:lnTo>
                <a:lnTo>
                  <a:pt x="13" y="62"/>
                </a:lnTo>
                <a:lnTo>
                  <a:pt x="13" y="64"/>
                </a:lnTo>
                <a:lnTo>
                  <a:pt x="13" y="65"/>
                </a:lnTo>
                <a:lnTo>
                  <a:pt x="14" y="67"/>
                </a:lnTo>
                <a:lnTo>
                  <a:pt x="14" y="68"/>
                </a:lnTo>
                <a:lnTo>
                  <a:pt x="15" y="69"/>
                </a:lnTo>
                <a:lnTo>
                  <a:pt x="15" y="71"/>
                </a:lnTo>
                <a:lnTo>
                  <a:pt x="16" y="72"/>
                </a:lnTo>
                <a:lnTo>
                  <a:pt x="17" y="74"/>
                </a:lnTo>
                <a:lnTo>
                  <a:pt x="17" y="75"/>
                </a:lnTo>
                <a:lnTo>
                  <a:pt x="18" y="76"/>
                </a:lnTo>
                <a:lnTo>
                  <a:pt x="19" y="78"/>
                </a:lnTo>
                <a:lnTo>
                  <a:pt x="20" y="79"/>
                </a:lnTo>
                <a:lnTo>
                  <a:pt x="21" y="80"/>
                </a:lnTo>
                <a:lnTo>
                  <a:pt x="22" y="82"/>
                </a:lnTo>
                <a:lnTo>
                  <a:pt x="23" y="83"/>
                </a:lnTo>
                <a:lnTo>
                  <a:pt x="25" y="84"/>
                </a:lnTo>
                <a:lnTo>
                  <a:pt x="26" y="85"/>
                </a:lnTo>
                <a:lnTo>
                  <a:pt x="27" y="86"/>
                </a:lnTo>
                <a:lnTo>
                  <a:pt x="29" y="88"/>
                </a:lnTo>
                <a:lnTo>
                  <a:pt x="30" y="89"/>
                </a:lnTo>
                <a:lnTo>
                  <a:pt x="31" y="90"/>
                </a:lnTo>
                <a:lnTo>
                  <a:pt x="33" y="91"/>
                </a:lnTo>
                <a:lnTo>
                  <a:pt x="34" y="92"/>
                </a:lnTo>
                <a:lnTo>
                  <a:pt x="36" y="93"/>
                </a:lnTo>
                <a:lnTo>
                  <a:pt x="38" y="94"/>
                </a:lnTo>
                <a:lnTo>
                  <a:pt x="39" y="95"/>
                </a:lnTo>
                <a:lnTo>
                  <a:pt x="41" y="95"/>
                </a:lnTo>
                <a:lnTo>
                  <a:pt x="43" y="96"/>
                </a:lnTo>
                <a:lnTo>
                  <a:pt x="44" y="97"/>
                </a:lnTo>
                <a:lnTo>
                  <a:pt x="46" y="98"/>
                </a:lnTo>
                <a:lnTo>
                  <a:pt x="48" y="98"/>
                </a:lnTo>
                <a:lnTo>
                  <a:pt x="50" y="99"/>
                </a:lnTo>
                <a:lnTo>
                  <a:pt x="52" y="100"/>
                </a:lnTo>
                <a:lnTo>
                  <a:pt x="54" y="100"/>
                </a:lnTo>
                <a:lnTo>
                  <a:pt x="56" y="101"/>
                </a:lnTo>
                <a:lnTo>
                  <a:pt x="58" y="101"/>
                </a:lnTo>
                <a:lnTo>
                  <a:pt x="60" y="102"/>
                </a:lnTo>
                <a:lnTo>
                  <a:pt x="62" y="102"/>
                </a:lnTo>
                <a:lnTo>
                  <a:pt x="64" y="102"/>
                </a:lnTo>
                <a:lnTo>
                  <a:pt x="66" y="103"/>
                </a:lnTo>
                <a:lnTo>
                  <a:pt x="68" y="103"/>
                </a:lnTo>
                <a:lnTo>
                  <a:pt x="70" y="103"/>
                </a:lnTo>
                <a:lnTo>
                  <a:pt x="72" y="103"/>
                </a:lnTo>
                <a:lnTo>
                  <a:pt x="74" y="103"/>
                </a:lnTo>
                <a:lnTo>
                  <a:pt x="76" y="104"/>
                </a:lnTo>
                <a:lnTo>
                  <a:pt x="78" y="104"/>
                </a:lnTo>
                <a:lnTo>
                  <a:pt x="81" y="104"/>
                </a:lnTo>
                <a:lnTo>
                  <a:pt x="83" y="103"/>
                </a:lnTo>
                <a:lnTo>
                  <a:pt x="85" y="103"/>
                </a:lnTo>
                <a:lnTo>
                  <a:pt x="87" y="103"/>
                </a:lnTo>
                <a:lnTo>
                  <a:pt x="89" y="103"/>
                </a:lnTo>
                <a:lnTo>
                  <a:pt x="91" y="103"/>
                </a:lnTo>
                <a:lnTo>
                  <a:pt x="93" y="102"/>
                </a:lnTo>
                <a:lnTo>
                  <a:pt x="95" y="102"/>
                </a:lnTo>
                <a:lnTo>
                  <a:pt x="97" y="102"/>
                </a:lnTo>
                <a:lnTo>
                  <a:pt x="99" y="101"/>
                </a:lnTo>
                <a:lnTo>
                  <a:pt x="101" y="101"/>
                </a:lnTo>
                <a:lnTo>
                  <a:pt x="103" y="100"/>
                </a:lnTo>
                <a:lnTo>
                  <a:pt x="105" y="100"/>
                </a:lnTo>
                <a:lnTo>
                  <a:pt x="107" y="99"/>
                </a:lnTo>
                <a:lnTo>
                  <a:pt x="109" y="98"/>
                </a:lnTo>
                <a:lnTo>
                  <a:pt x="111" y="98"/>
                </a:lnTo>
                <a:lnTo>
                  <a:pt x="113" y="97"/>
                </a:lnTo>
                <a:lnTo>
                  <a:pt x="114" y="96"/>
                </a:lnTo>
                <a:lnTo>
                  <a:pt x="116" y="95"/>
                </a:lnTo>
                <a:lnTo>
                  <a:pt x="118" y="95"/>
                </a:lnTo>
                <a:lnTo>
                  <a:pt x="119" y="94"/>
                </a:lnTo>
                <a:lnTo>
                  <a:pt x="121" y="93"/>
                </a:lnTo>
                <a:lnTo>
                  <a:pt x="123" y="92"/>
                </a:lnTo>
                <a:lnTo>
                  <a:pt x="124" y="91"/>
                </a:lnTo>
                <a:lnTo>
                  <a:pt x="126" y="90"/>
                </a:lnTo>
                <a:lnTo>
                  <a:pt x="127" y="89"/>
                </a:lnTo>
                <a:lnTo>
                  <a:pt x="128" y="88"/>
                </a:lnTo>
                <a:lnTo>
                  <a:pt x="130" y="86"/>
                </a:lnTo>
                <a:lnTo>
                  <a:pt x="131" y="85"/>
                </a:lnTo>
                <a:lnTo>
                  <a:pt x="132" y="84"/>
                </a:lnTo>
                <a:lnTo>
                  <a:pt x="133" y="83"/>
                </a:lnTo>
                <a:lnTo>
                  <a:pt x="135" y="82"/>
                </a:lnTo>
                <a:lnTo>
                  <a:pt x="136" y="80"/>
                </a:lnTo>
                <a:lnTo>
                  <a:pt x="137" y="79"/>
                </a:lnTo>
                <a:lnTo>
                  <a:pt x="138" y="78"/>
                </a:lnTo>
                <a:lnTo>
                  <a:pt x="139" y="76"/>
                </a:lnTo>
                <a:lnTo>
                  <a:pt x="139" y="75"/>
                </a:lnTo>
                <a:lnTo>
                  <a:pt x="140" y="74"/>
                </a:lnTo>
                <a:lnTo>
                  <a:pt x="141" y="72"/>
                </a:lnTo>
                <a:lnTo>
                  <a:pt x="142" y="71"/>
                </a:lnTo>
                <a:lnTo>
                  <a:pt x="142" y="69"/>
                </a:lnTo>
                <a:lnTo>
                  <a:pt x="143" y="68"/>
                </a:lnTo>
                <a:lnTo>
                  <a:pt x="143" y="67"/>
                </a:lnTo>
                <a:lnTo>
                  <a:pt x="144" y="65"/>
                </a:lnTo>
                <a:lnTo>
                  <a:pt x="144" y="64"/>
                </a:lnTo>
                <a:lnTo>
                  <a:pt x="144" y="62"/>
                </a:lnTo>
                <a:lnTo>
                  <a:pt x="145" y="61"/>
                </a:lnTo>
                <a:lnTo>
                  <a:pt x="145" y="59"/>
                </a:lnTo>
                <a:lnTo>
                  <a:pt x="145" y="58"/>
                </a:lnTo>
                <a:lnTo>
                  <a:pt x="145" y="56"/>
                </a:lnTo>
                <a:moveTo>
                  <a:pt x="157" y="56"/>
                </a:moveTo>
                <a:lnTo>
                  <a:pt x="156" y="58"/>
                </a:lnTo>
                <a:lnTo>
                  <a:pt x="156" y="60"/>
                </a:lnTo>
                <a:lnTo>
                  <a:pt x="156" y="62"/>
                </a:lnTo>
                <a:lnTo>
                  <a:pt x="156" y="63"/>
                </a:lnTo>
                <a:lnTo>
                  <a:pt x="156" y="65"/>
                </a:lnTo>
                <a:lnTo>
                  <a:pt x="155" y="67"/>
                </a:lnTo>
                <a:lnTo>
                  <a:pt x="155" y="68"/>
                </a:lnTo>
                <a:lnTo>
                  <a:pt x="154" y="70"/>
                </a:lnTo>
                <a:lnTo>
                  <a:pt x="153" y="72"/>
                </a:lnTo>
                <a:lnTo>
                  <a:pt x="153" y="73"/>
                </a:lnTo>
                <a:lnTo>
                  <a:pt x="152" y="75"/>
                </a:lnTo>
                <a:lnTo>
                  <a:pt x="151" y="77"/>
                </a:lnTo>
                <a:lnTo>
                  <a:pt x="150" y="78"/>
                </a:lnTo>
                <a:lnTo>
                  <a:pt x="149" y="80"/>
                </a:lnTo>
                <a:lnTo>
                  <a:pt x="148" y="82"/>
                </a:lnTo>
                <a:lnTo>
                  <a:pt x="147" y="83"/>
                </a:lnTo>
                <a:lnTo>
                  <a:pt x="146" y="85"/>
                </a:lnTo>
                <a:lnTo>
                  <a:pt x="144" y="86"/>
                </a:lnTo>
                <a:lnTo>
                  <a:pt x="143" y="88"/>
                </a:lnTo>
                <a:lnTo>
                  <a:pt x="142" y="89"/>
                </a:lnTo>
                <a:lnTo>
                  <a:pt x="140" y="90"/>
                </a:lnTo>
                <a:lnTo>
                  <a:pt x="139" y="92"/>
                </a:lnTo>
                <a:lnTo>
                  <a:pt x="137" y="93"/>
                </a:lnTo>
                <a:lnTo>
                  <a:pt x="135" y="94"/>
                </a:lnTo>
                <a:lnTo>
                  <a:pt x="134" y="96"/>
                </a:lnTo>
                <a:lnTo>
                  <a:pt x="132" y="97"/>
                </a:lnTo>
                <a:lnTo>
                  <a:pt x="130" y="98"/>
                </a:lnTo>
                <a:lnTo>
                  <a:pt x="128" y="99"/>
                </a:lnTo>
                <a:lnTo>
                  <a:pt x="126" y="100"/>
                </a:lnTo>
                <a:lnTo>
                  <a:pt x="125" y="101"/>
                </a:lnTo>
                <a:lnTo>
                  <a:pt x="123" y="102"/>
                </a:lnTo>
                <a:lnTo>
                  <a:pt x="121" y="103"/>
                </a:lnTo>
                <a:lnTo>
                  <a:pt x="118" y="104"/>
                </a:lnTo>
                <a:lnTo>
                  <a:pt x="116" y="105"/>
                </a:lnTo>
                <a:lnTo>
                  <a:pt x="114" y="106"/>
                </a:lnTo>
                <a:lnTo>
                  <a:pt x="112" y="107"/>
                </a:lnTo>
                <a:lnTo>
                  <a:pt x="110" y="107"/>
                </a:lnTo>
                <a:lnTo>
                  <a:pt x="108" y="108"/>
                </a:lnTo>
                <a:lnTo>
                  <a:pt x="105" y="109"/>
                </a:lnTo>
                <a:lnTo>
                  <a:pt x="103" y="109"/>
                </a:lnTo>
                <a:lnTo>
                  <a:pt x="101" y="110"/>
                </a:lnTo>
                <a:lnTo>
                  <a:pt x="98" y="110"/>
                </a:lnTo>
                <a:lnTo>
                  <a:pt x="96" y="111"/>
                </a:lnTo>
                <a:lnTo>
                  <a:pt x="93" y="111"/>
                </a:lnTo>
                <a:lnTo>
                  <a:pt x="91" y="111"/>
                </a:lnTo>
                <a:lnTo>
                  <a:pt x="89" y="111"/>
                </a:lnTo>
                <a:lnTo>
                  <a:pt x="86" y="112"/>
                </a:lnTo>
                <a:lnTo>
                  <a:pt x="84" y="112"/>
                </a:lnTo>
                <a:lnTo>
                  <a:pt x="81" y="112"/>
                </a:lnTo>
                <a:lnTo>
                  <a:pt x="78" y="112"/>
                </a:lnTo>
                <a:lnTo>
                  <a:pt x="76" y="112"/>
                </a:lnTo>
                <a:lnTo>
                  <a:pt x="73" y="112"/>
                </a:lnTo>
                <a:lnTo>
                  <a:pt x="71" y="112"/>
                </a:lnTo>
                <a:lnTo>
                  <a:pt x="68" y="111"/>
                </a:lnTo>
                <a:lnTo>
                  <a:pt x="66" y="111"/>
                </a:lnTo>
                <a:lnTo>
                  <a:pt x="63" y="111"/>
                </a:lnTo>
                <a:lnTo>
                  <a:pt x="61" y="111"/>
                </a:lnTo>
                <a:lnTo>
                  <a:pt x="59" y="110"/>
                </a:lnTo>
                <a:lnTo>
                  <a:pt x="56" y="110"/>
                </a:lnTo>
                <a:lnTo>
                  <a:pt x="54" y="109"/>
                </a:lnTo>
                <a:lnTo>
                  <a:pt x="52" y="109"/>
                </a:lnTo>
                <a:lnTo>
                  <a:pt x="49" y="108"/>
                </a:lnTo>
                <a:lnTo>
                  <a:pt x="47" y="107"/>
                </a:lnTo>
                <a:lnTo>
                  <a:pt x="45" y="107"/>
                </a:lnTo>
                <a:lnTo>
                  <a:pt x="43" y="106"/>
                </a:lnTo>
                <a:lnTo>
                  <a:pt x="41" y="105"/>
                </a:lnTo>
                <a:lnTo>
                  <a:pt x="38" y="104"/>
                </a:lnTo>
                <a:lnTo>
                  <a:pt x="36" y="103"/>
                </a:lnTo>
                <a:lnTo>
                  <a:pt x="34" y="102"/>
                </a:lnTo>
                <a:lnTo>
                  <a:pt x="32" y="101"/>
                </a:lnTo>
                <a:lnTo>
                  <a:pt x="30" y="100"/>
                </a:lnTo>
                <a:lnTo>
                  <a:pt x="29" y="99"/>
                </a:lnTo>
                <a:lnTo>
                  <a:pt x="27" y="98"/>
                </a:lnTo>
                <a:lnTo>
                  <a:pt x="25" y="97"/>
                </a:lnTo>
                <a:lnTo>
                  <a:pt x="23" y="96"/>
                </a:lnTo>
                <a:lnTo>
                  <a:pt x="21" y="94"/>
                </a:lnTo>
                <a:lnTo>
                  <a:pt x="20" y="93"/>
                </a:lnTo>
                <a:lnTo>
                  <a:pt x="18" y="92"/>
                </a:lnTo>
                <a:lnTo>
                  <a:pt x="17" y="90"/>
                </a:lnTo>
                <a:lnTo>
                  <a:pt x="15" y="89"/>
                </a:lnTo>
                <a:lnTo>
                  <a:pt x="14" y="88"/>
                </a:lnTo>
                <a:lnTo>
                  <a:pt x="12" y="86"/>
                </a:lnTo>
                <a:lnTo>
                  <a:pt x="11" y="85"/>
                </a:lnTo>
                <a:lnTo>
                  <a:pt x="10" y="83"/>
                </a:lnTo>
                <a:lnTo>
                  <a:pt x="9" y="82"/>
                </a:lnTo>
                <a:lnTo>
                  <a:pt x="8" y="80"/>
                </a:lnTo>
                <a:lnTo>
                  <a:pt x="7" y="78"/>
                </a:lnTo>
                <a:lnTo>
                  <a:pt x="6" y="77"/>
                </a:lnTo>
                <a:lnTo>
                  <a:pt x="5" y="75"/>
                </a:lnTo>
                <a:lnTo>
                  <a:pt x="4" y="73"/>
                </a:lnTo>
                <a:lnTo>
                  <a:pt x="3" y="72"/>
                </a:lnTo>
                <a:lnTo>
                  <a:pt x="3" y="70"/>
                </a:lnTo>
                <a:lnTo>
                  <a:pt x="2" y="68"/>
                </a:lnTo>
                <a:lnTo>
                  <a:pt x="2" y="67"/>
                </a:lnTo>
                <a:lnTo>
                  <a:pt x="1" y="65"/>
                </a:lnTo>
                <a:lnTo>
                  <a:pt x="1" y="63"/>
                </a:lnTo>
                <a:lnTo>
                  <a:pt x="1" y="62"/>
                </a:lnTo>
                <a:lnTo>
                  <a:pt x="1" y="60"/>
                </a:lnTo>
                <a:lnTo>
                  <a:pt x="0" y="58"/>
                </a:lnTo>
                <a:lnTo>
                  <a:pt x="0" y="56"/>
                </a:lnTo>
                <a:lnTo>
                  <a:pt x="0" y="55"/>
                </a:lnTo>
                <a:lnTo>
                  <a:pt x="1" y="53"/>
                </a:lnTo>
                <a:lnTo>
                  <a:pt x="1" y="51"/>
                </a:lnTo>
                <a:lnTo>
                  <a:pt x="1" y="49"/>
                </a:lnTo>
                <a:lnTo>
                  <a:pt x="1" y="48"/>
                </a:lnTo>
                <a:lnTo>
                  <a:pt x="2" y="46"/>
                </a:lnTo>
                <a:lnTo>
                  <a:pt x="2" y="44"/>
                </a:lnTo>
                <a:lnTo>
                  <a:pt x="3" y="42"/>
                </a:lnTo>
                <a:lnTo>
                  <a:pt x="3" y="41"/>
                </a:lnTo>
                <a:lnTo>
                  <a:pt x="4" y="39"/>
                </a:lnTo>
                <a:lnTo>
                  <a:pt x="5" y="37"/>
                </a:lnTo>
                <a:lnTo>
                  <a:pt x="6" y="35"/>
                </a:lnTo>
                <a:lnTo>
                  <a:pt x="7" y="33"/>
                </a:lnTo>
                <a:lnTo>
                  <a:pt x="8" y="32"/>
                </a:lnTo>
                <a:lnTo>
                  <a:pt x="9" y="30"/>
                </a:lnTo>
                <a:lnTo>
                  <a:pt x="10" y="29"/>
                </a:lnTo>
                <a:lnTo>
                  <a:pt x="11" y="27"/>
                </a:lnTo>
                <a:lnTo>
                  <a:pt x="12" y="26"/>
                </a:lnTo>
                <a:lnTo>
                  <a:pt x="14" y="24"/>
                </a:lnTo>
                <a:lnTo>
                  <a:pt x="15" y="23"/>
                </a:lnTo>
                <a:lnTo>
                  <a:pt x="17" y="21"/>
                </a:lnTo>
                <a:lnTo>
                  <a:pt x="18" y="20"/>
                </a:lnTo>
                <a:lnTo>
                  <a:pt x="20" y="19"/>
                </a:lnTo>
                <a:lnTo>
                  <a:pt x="21" y="17"/>
                </a:lnTo>
                <a:lnTo>
                  <a:pt x="23" y="16"/>
                </a:lnTo>
                <a:lnTo>
                  <a:pt x="25" y="15"/>
                </a:lnTo>
                <a:lnTo>
                  <a:pt x="27" y="14"/>
                </a:lnTo>
                <a:lnTo>
                  <a:pt x="29" y="12"/>
                </a:lnTo>
                <a:lnTo>
                  <a:pt x="30" y="11"/>
                </a:lnTo>
                <a:lnTo>
                  <a:pt x="32" y="10"/>
                </a:lnTo>
                <a:lnTo>
                  <a:pt x="34" y="9"/>
                </a:lnTo>
                <a:lnTo>
                  <a:pt x="36" y="8"/>
                </a:lnTo>
                <a:lnTo>
                  <a:pt x="38" y="7"/>
                </a:lnTo>
                <a:lnTo>
                  <a:pt x="41" y="7"/>
                </a:lnTo>
                <a:lnTo>
                  <a:pt x="43" y="6"/>
                </a:lnTo>
                <a:lnTo>
                  <a:pt x="45" y="5"/>
                </a:lnTo>
                <a:lnTo>
                  <a:pt x="47" y="4"/>
                </a:lnTo>
                <a:lnTo>
                  <a:pt x="49" y="4"/>
                </a:lnTo>
                <a:lnTo>
                  <a:pt x="52" y="3"/>
                </a:lnTo>
                <a:lnTo>
                  <a:pt x="54" y="2"/>
                </a:lnTo>
                <a:lnTo>
                  <a:pt x="56" y="2"/>
                </a:lnTo>
                <a:lnTo>
                  <a:pt x="59" y="1"/>
                </a:lnTo>
                <a:lnTo>
                  <a:pt x="61" y="1"/>
                </a:lnTo>
                <a:lnTo>
                  <a:pt x="63" y="1"/>
                </a:lnTo>
                <a:lnTo>
                  <a:pt x="66" y="0"/>
                </a:lnTo>
                <a:lnTo>
                  <a:pt x="68" y="0"/>
                </a:lnTo>
                <a:lnTo>
                  <a:pt x="71" y="0"/>
                </a:lnTo>
                <a:lnTo>
                  <a:pt x="73" y="0"/>
                </a:lnTo>
                <a:lnTo>
                  <a:pt x="76" y="0"/>
                </a:lnTo>
                <a:lnTo>
                  <a:pt x="78" y="0"/>
                </a:lnTo>
                <a:lnTo>
                  <a:pt x="81" y="0"/>
                </a:lnTo>
                <a:lnTo>
                  <a:pt x="84" y="0"/>
                </a:lnTo>
                <a:lnTo>
                  <a:pt x="86" y="0"/>
                </a:lnTo>
                <a:lnTo>
                  <a:pt x="89" y="0"/>
                </a:lnTo>
                <a:lnTo>
                  <a:pt x="91" y="0"/>
                </a:lnTo>
                <a:lnTo>
                  <a:pt x="93" y="1"/>
                </a:lnTo>
                <a:lnTo>
                  <a:pt x="96" y="1"/>
                </a:lnTo>
                <a:lnTo>
                  <a:pt x="98" y="1"/>
                </a:lnTo>
                <a:lnTo>
                  <a:pt x="101" y="2"/>
                </a:lnTo>
                <a:lnTo>
                  <a:pt x="103" y="2"/>
                </a:lnTo>
                <a:lnTo>
                  <a:pt x="105" y="3"/>
                </a:lnTo>
                <a:lnTo>
                  <a:pt x="108" y="4"/>
                </a:lnTo>
                <a:lnTo>
                  <a:pt x="110" y="4"/>
                </a:lnTo>
                <a:lnTo>
                  <a:pt x="112" y="5"/>
                </a:lnTo>
                <a:lnTo>
                  <a:pt x="114" y="6"/>
                </a:lnTo>
                <a:lnTo>
                  <a:pt x="116" y="7"/>
                </a:lnTo>
                <a:lnTo>
                  <a:pt x="118" y="7"/>
                </a:lnTo>
                <a:lnTo>
                  <a:pt x="121" y="8"/>
                </a:lnTo>
                <a:lnTo>
                  <a:pt x="123" y="9"/>
                </a:lnTo>
                <a:lnTo>
                  <a:pt x="125" y="10"/>
                </a:lnTo>
                <a:lnTo>
                  <a:pt x="126" y="11"/>
                </a:lnTo>
                <a:lnTo>
                  <a:pt x="128" y="12"/>
                </a:lnTo>
                <a:lnTo>
                  <a:pt x="130" y="14"/>
                </a:lnTo>
                <a:lnTo>
                  <a:pt x="132" y="15"/>
                </a:lnTo>
                <a:lnTo>
                  <a:pt x="134" y="16"/>
                </a:lnTo>
                <a:lnTo>
                  <a:pt x="135" y="17"/>
                </a:lnTo>
                <a:lnTo>
                  <a:pt x="137" y="19"/>
                </a:lnTo>
                <a:lnTo>
                  <a:pt x="139" y="20"/>
                </a:lnTo>
                <a:lnTo>
                  <a:pt x="140" y="21"/>
                </a:lnTo>
                <a:lnTo>
                  <a:pt x="142" y="23"/>
                </a:lnTo>
                <a:lnTo>
                  <a:pt x="143" y="24"/>
                </a:lnTo>
                <a:lnTo>
                  <a:pt x="144" y="26"/>
                </a:lnTo>
                <a:lnTo>
                  <a:pt x="146" y="27"/>
                </a:lnTo>
                <a:lnTo>
                  <a:pt x="147" y="29"/>
                </a:lnTo>
                <a:lnTo>
                  <a:pt x="148" y="30"/>
                </a:lnTo>
                <a:lnTo>
                  <a:pt x="149" y="32"/>
                </a:lnTo>
                <a:lnTo>
                  <a:pt x="150" y="33"/>
                </a:lnTo>
                <a:lnTo>
                  <a:pt x="151" y="35"/>
                </a:lnTo>
                <a:lnTo>
                  <a:pt x="152" y="37"/>
                </a:lnTo>
                <a:lnTo>
                  <a:pt x="153" y="39"/>
                </a:lnTo>
                <a:lnTo>
                  <a:pt x="153" y="41"/>
                </a:lnTo>
                <a:lnTo>
                  <a:pt x="154" y="42"/>
                </a:lnTo>
                <a:lnTo>
                  <a:pt x="155" y="44"/>
                </a:lnTo>
                <a:lnTo>
                  <a:pt x="155" y="46"/>
                </a:lnTo>
                <a:lnTo>
                  <a:pt x="156" y="48"/>
                </a:lnTo>
                <a:lnTo>
                  <a:pt x="156" y="49"/>
                </a:lnTo>
                <a:lnTo>
                  <a:pt x="156" y="51"/>
                </a:lnTo>
                <a:lnTo>
                  <a:pt x="156" y="53"/>
                </a:lnTo>
                <a:lnTo>
                  <a:pt x="156" y="55"/>
                </a:lnTo>
                <a:lnTo>
                  <a:pt x="157" y="56"/>
                </a:lnTo>
                <a:close/>
              </a:path>
            </a:pathLst>
          </a:custGeom>
          <a:solidFill>
            <a:srgbClr val="ff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0" name=""/>
          <p:cNvSpPr/>
          <p:nvPr/>
        </p:nvSpPr>
        <p:spPr>
          <a:xfrm>
            <a:off x="8033400" y="2923200"/>
            <a:ext cx="58680" cy="42480"/>
          </a:xfrm>
          <a:custGeom>
            <a:avLst/>
            <a:gdLst/>
            <a:ahLst/>
            <a:rect l="0" t="0" r="r" b="b"/>
            <a:pathLst>
              <a:path w="163" h="118">
                <a:moveTo>
                  <a:pt x="160" y="59"/>
                </a:moveTo>
                <a:lnTo>
                  <a:pt x="159" y="57"/>
                </a:lnTo>
                <a:lnTo>
                  <a:pt x="159" y="55"/>
                </a:lnTo>
                <a:lnTo>
                  <a:pt x="159" y="53"/>
                </a:lnTo>
                <a:lnTo>
                  <a:pt x="159" y="51"/>
                </a:lnTo>
                <a:lnTo>
                  <a:pt x="159" y="50"/>
                </a:lnTo>
                <a:lnTo>
                  <a:pt x="158" y="48"/>
                </a:lnTo>
                <a:lnTo>
                  <a:pt x="158" y="46"/>
                </a:lnTo>
                <a:lnTo>
                  <a:pt x="157" y="44"/>
                </a:lnTo>
                <a:lnTo>
                  <a:pt x="156" y="43"/>
                </a:lnTo>
                <a:lnTo>
                  <a:pt x="156" y="41"/>
                </a:lnTo>
                <a:lnTo>
                  <a:pt x="155" y="39"/>
                </a:lnTo>
                <a:lnTo>
                  <a:pt x="154" y="38"/>
                </a:lnTo>
                <a:lnTo>
                  <a:pt x="153" y="36"/>
                </a:lnTo>
                <a:lnTo>
                  <a:pt x="152" y="35"/>
                </a:lnTo>
                <a:lnTo>
                  <a:pt x="151" y="33"/>
                </a:lnTo>
                <a:lnTo>
                  <a:pt x="150" y="32"/>
                </a:lnTo>
                <a:lnTo>
                  <a:pt x="149" y="30"/>
                </a:lnTo>
                <a:lnTo>
                  <a:pt x="147" y="29"/>
                </a:lnTo>
                <a:lnTo>
                  <a:pt x="146" y="27"/>
                </a:lnTo>
                <a:lnTo>
                  <a:pt x="145" y="26"/>
                </a:lnTo>
                <a:lnTo>
                  <a:pt x="143" y="24"/>
                </a:lnTo>
                <a:lnTo>
                  <a:pt x="142" y="23"/>
                </a:lnTo>
                <a:lnTo>
                  <a:pt x="140" y="22"/>
                </a:lnTo>
                <a:lnTo>
                  <a:pt x="138" y="20"/>
                </a:lnTo>
                <a:lnTo>
                  <a:pt x="137" y="19"/>
                </a:lnTo>
                <a:lnTo>
                  <a:pt x="135" y="18"/>
                </a:lnTo>
                <a:lnTo>
                  <a:pt x="133" y="17"/>
                </a:lnTo>
                <a:lnTo>
                  <a:pt x="131" y="15"/>
                </a:lnTo>
                <a:lnTo>
                  <a:pt x="129" y="14"/>
                </a:lnTo>
                <a:lnTo>
                  <a:pt x="128" y="13"/>
                </a:lnTo>
                <a:lnTo>
                  <a:pt x="126" y="12"/>
                </a:lnTo>
                <a:lnTo>
                  <a:pt x="124" y="11"/>
                </a:lnTo>
                <a:lnTo>
                  <a:pt x="120" y="10"/>
                </a:lnTo>
                <a:lnTo>
                  <a:pt x="118" y="10"/>
                </a:lnTo>
                <a:lnTo>
                  <a:pt x="116" y="9"/>
                </a:lnTo>
                <a:lnTo>
                  <a:pt x="114" y="8"/>
                </a:lnTo>
                <a:lnTo>
                  <a:pt x="112" y="7"/>
                </a:lnTo>
                <a:lnTo>
                  <a:pt x="110" y="7"/>
                </a:lnTo>
                <a:lnTo>
                  <a:pt x="107" y="6"/>
                </a:lnTo>
                <a:lnTo>
                  <a:pt x="105" y="5"/>
                </a:lnTo>
                <a:lnTo>
                  <a:pt x="103" y="5"/>
                </a:lnTo>
                <a:lnTo>
                  <a:pt x="100" y="4"/>
                </a:lnTo>
                <a:lnTo>
                  <a:pt x="98" y="4"/>
                </a:lnTo>
                <a:lnTo>
                  <a:pt x="95" y="4"/>
                </a:lnTo>
                <a:lnTo>
                  <a:pt x="93" y="3"/>
                </a:lnTo>
                <a:lnTo>
                  <a:pt x="91" y="3"/>
                </a:lnTo>
                <a:lnTo>
                  <a:pt x="88" y="3"/>
                </a:lnTo>
                <a:lnTo>
                  <a:pt x="86" y="3"/>
                </a:lnTo>
                <a:lnTo>
                  <a:pt x="83" y="3"/>
                </a:lnTo>
                <a:lnTo>
                  <a:pt x="81" y="3"/>
                </a:lnTo>
                <a:lnTo>
                  <a:pt x="79" y="3"/>
                </a:lnTo>
                <a:lnTo>
                  <a:pt x="76" y="3"/>
                </a:lnTo>
                <a:lnTo>
                  <a:pt x="74" y="3"/>
                </a:lnTo>
                <a:lnTo>
                  <a:pt x="71" y="3"/>
                </a:lnTo>
                <a:lnTo>
                  <a:pt x="69" y="3"/>
                </a:lnTo>
                <a:lnTo>
                  <a:pt x="66" y="4"/>
                </a:lnTo>
                <a:lnTo>
                  <a:pt x="64" y="4"/>
                </a:lnTo>
                <a:lnTo>
                  <a:pt x="62" y="4"/>
                </a:lnTo>
                <a:lnTo>
                  <a:pt x="59" y="5"/>
                </a:lnTo>
                <a:lnTo>
                  <a:pt x="57" y="5"/>
                </a:lnTo>
                <a:lnTo>
                  <a:pt x="55" y="6"/>
                </a:lnTo>
                <a:lnTo>
                  <a:pt x="52" y="7"/>
                </a:lnTo>
                <a:lnTo>
                  <a:pt x="50" y="7"/>
                </a:lnTo>
                <a:lnTo>
                  <a:pt x="48" y="8"/>
                </a:lnTo>
                <a:lnTo>
                  <a:pt x="46" y="9"/>
                </a:lnTo>
                <a:lnTo>
                  <a:pt x="44" y="10"/>
                </a:lnTo>
                <a:lnTo>
                  <a:pt x="41" y="10"/>
                </a:lnTo>
                <a:lnTo>
                  <a:pt x="39" y="11"/>
                </a:lnTo>
                <a:lnTo>
                  <a:pt x="37" y="12"/>
                </a:lnTo>
                <a:lnTo>
                  <a:pt x="35" y="13"/>
                </a:lnTo>
                <a:lnTo>
                  <a:pt x="33" y="14"/>
                </a:lnTo>
                <a:lnTo>
                  <a:pt x="32" y="15"/>
                </a:lnTo>
                <a:lnTo>
                  <a:pt x="30" y="17"/>
                </a:lnTo>
                <a:lnTo>
                  <a:pt x="28" y="18"/>
                </a:lnTo>
                <a:lnTo>
                  <a:pt x="26" y="19"/>
                </a:lnTo>
                <a:lnTo>
                  <a:pt x="24" y="20"/>
                </a:lnTo>
                <a:lnTo>
                  <a:pt x="23" y="22"/>
                </a:lnTo>
                <a:lnTo>
                  <a:pt x="21" y="23"/>
                </a:lnTo>
                <a:lnTo>
                  <a:pt x="20" y="24"/>
                </a:lnTo>
                <a:lnTo>
                  <a:pt x="18" y="26"/>
                </a:lnTo>
                <a:lnTo>
                  <a:pt x="17" y="27"/>
                </a:lnTo>
                <a:lnTo>
                  <a:pt x="15" y="29"/>
                </a:lnTo>
                <a:lnTo>
                  <a:pt x="14" y="30"/>
                </a:lnTo>
                <a:lnTo>
                  <a:pt x="13" y="32"/>
                </a:lnTo>
                <a:lnTo>
                  <a:pt x="12" y="33"/>
                </a:lnTo>
                <a:lnTo>
                  <a:pt x="11" y="35"/>
                </a:lnTo>
                <a:lnTo>
                  <a:pt x="10" y="36"/>
                </a:lnTo>
                <a:lnTo>
                  <a:pt x="9" y="38"/>
                </a:lnTo>
                <a:lnTo>
                  <a:pt x="8" y="39"/>
                </a:lnTo>
                <a:lnTo>
                  <a:pt x="7" y="41"/>
                </a:lnTo>
                <a:lnTo>
                  <a:pt x="6" y="43"/>
                </a:lnTo>
                <a:lnTo>
                  <a:pt x="6" y="44"/>
                </a:lnTo>
                <a:lnTo>
                  <a:pt x="5" y="46"/>
                </a:lnTo>
                <a:lnTo>
                  <a:pt x="5" y="48"/>
                </a:lnTo>
                <a:lnTo>
                  <a:pt x="4" y="50"/>
                </a:lnTo>
                <a:lnTo>
                  <a:pt x="4" y="51"/>
                </a:lnTo>
                <a:lnTo>
                  <a:pt x="4" y="53"/>
                </a:lnTo>
                <a:lnTo>
                  <a:pt x="4" y="55"/>
                </a:lnTo>
                <a:lnTo>
                  <a:pt x="3" y="57"/>
                </a:lnTo>
                <a:lnTo>
                  <a:pt x="3" y="59"/>
                </a:lnTo>
                <a:lnTo>
                  <a:pt x="3" y="61"/>
                </a:lnTo>
                <a:lnTo>
                  <a:pt x="4" y="63"/>
                </a:lnTo>
                <a:lnTo>
                  <a:pt x="4" y="65"/>
                </a:lnTo>
                <a:lnTo>
                  <a:pt x="4" y="66"/>
                </a:lnTo>
                <a:lnTo>
                  <a:pt x="4" y="68"/>
                </a:lnTo>
                <a:lnTo>
                  <a:pt x="5" y="70"/>
                </a:lnTo>
                <a:lnTo>
                  <a:pt x="5" y="71"/>
                </a:lnTo>
                <a:lnTo>
                  <a:pt x="6" y="73"/>
                </a:lnTo>
                <a:lnTo>
                  <a:pt x="6" y="75"/>
                </a:lnTo>
                <a:lnTo>
                  <a:pt x="7" y="76"/>
                </a:lnTo>
                <a:lnTo>
                  <a:pt x="8" y="78"/>
                </a:lnTo>
                <a:lnTo>
                  <a:pt x="9" y="80"/>
                </a:lnTo>
                <a:lnTo>
                  <a:pt x="10" y="81"/>
                </a:lnTo>
                <a:lnTo>
                  <a:pt x="11" y="83"/>
                </a:lnTo>
                <a:lnTo>
                  <a:pt x="12" y="85"/>
                </a:lnTo>
                <a:lnTo>
                  <a:pt x="13" y="86"/>
                </a:lnTo>
                <a:lnTo>
                  <a:pt x="14" y="88"/>
                </a:lnTo>
                <a:lnTo>
                  <a:pt x="15" y="89"/>
                </a:lnTo>
                <a:lnTo>
                  <a:pt x="17" y="91"/>
                </a:lnTo>
                <a:lnTo>
                  <a:pt x="18" y="92"/>
                </a:lnTo>
                <a:lnTo>
                  <a:pt x="20" y="93"/>
                </a:lnTo>
                <a:lnTo>
                  <a:pt x="21" y="95"/>
                </a:lnTo>
                <a:lnTo>
                  <a:pt x="23" y="96"/>
                </a:lnTo>
                <a:lnTo>
                  <a:pt x="24" y="97"/>
                </a:lnTo>
                <a:lnTo>
                  <a:pt x="26" y="99"/>
                </a:lnTo>
                <a:lnTo>
                  <a:pt x="28" y="100"/>
                </a:lnTo>
                <a:lnTo>
                  <a:pt x="30" y="101"/>
                </a:lnTo>
                <a:lnTo>
                  <a:pt x="32" y="102"/>
                </a:lnTo>
                <a:lnTo>
                  <a:pt x="33" y="103"/>
                </a:lnTo>
                <a:lnTo>
                  <a:pt x="35" y="104"/>
                </a:lnTo>
                <a:lnTo>
                  <a:pt x="37" y="105"/>
                </a:lnTo>
                <a:lnTo>
                  <a:pt x="39" y="106"/>
                </a:lnTo>
                <a:lnTo>
                  <a:pt x="41" y="107"/>
                </a:lnTo>
                <a:lnTo>
                  <a:pt x="44" y="108"/>
                </a:lnTo>
                <a:lnTo>
                  <a:pt x="46" y="109"/>
                </a:lnTo>
                <a:lnTo>
                  <a:pt x="48" y="110"/>
                </a:lnTo>
                <a:lnTo>
                  <a:pt x="50" y="110"/>
                </a:lnTo>
                <a:lnTo>
                  <a:pt x="52" y="111"/>
                </a:lnTo>
                <a:lnTo>
                  <a:pt x="55" y="112"/>
                </a:lnTo>
                <a:lnTo>
                  <a:pt x="57" y="112"/>
                </a:lnTo>
                <a:lnTo>
                  <a:pt x="59" y="113"/>
                </a:lnTo>
                <a:lnTo>
                  <a:pt x="62" y="113"/>
                </a:lnTo>
                <a:lnTo>
                  <a:pt x="64" y="114"/>
                </a:lnTo>
                <a:lnTo>
                  <a:pt x="66" y="114"/>
                </a:lnTo>
                <a:lnTo>
                  <a:pt x="69" y="114"/>
                </a:lnTo>
                <a:lnTo>
                  <a:pt x="71" y="114"/>
                </a:lnTo>
                <a:lnTo>
                  <a:pt x="74" y="115"/>
                </a:lnTo>
                <a:lnTo>
                  <a:pt x="76" y="115"/>
                </a:lnTo>
                <a:lnTo>
                  <a:pt x="79" y="115"/>
                </a:lnTo>
                <a:lnTo>
                  <a:pt x="81" y="115"/>
                </a:lnTo>
                <a:lnTo>
                  <a:pt x="83" y="115"/>
                </a:lnTo>
                <a:lnTo>
                  <a:pt x="86" y="115"/>
                </a:lnTo>
                <a:lnTo>
                  <a:pt x="88" y="115"/>
                </a:lnTo>
                <a:lnTo>
                  <a:pt x="91" y="114"/>
                </a:lnTo>
                <a:lnTo>
                  <a:pt x="93" y="114"/>
                </a:lnTo>
                <a:lnTo>
                  <a:pt x="95" y="114"/>
                </a:lnTo>
                <a:lnTo>
                  <a:pt x="98" y="114"/>
                </a:lnTo>
                <a:lnTo>
                  <a:pt x="100" y="113"/>
                </a:lnTo>
                <a:lnTo>
                  <a:pt x="103" y="113"/>
                </a:lnTo>
                <a:lnTo>
                  <a:pt x="105" y="112"/>
                </a:lnTo>
                <a:lnTo>
                  <a:pt x="107" y="112"/>
                </a:lnTo>
                <a:lnTo>
                  <a:pt x="110" y="111"/>
                </a:lnTo>
                <a:lnTo>
                  <a:pt x="112" y="110"/>
                </a:lnTo>
                <a:lnTo>
                  <a:pt x="114" y="110"/>
                </a:lnTo>
                <a:lnTo>
                  <a:pt x="116" y="109"/>
                </a:lnTo>
                <a:lnTo>
                  <a:pt x="118" y="108"/>
                </a:lnTo>
                <a:lnTo>
                  <a:pt x="120" y="107"/>
                </a:lnTo>
                <a:lnTo>
                  <a:pt x="124" y="106"/>
                </a:lnTo>
                <a:lnTo>
                  <a:pt x="126" y="105"/>
                </a:lnTo>
                <a:lnTo>
                  <a:pt x="128" y="104"/>
                </a:lnTo>
                <a:lnTo>
                  <a:pt x="129" y="103"/>
                </a:lnTo>
                <a:lnTo>
                  <a:pt x="131" y="102"/>
                </a:lnTo>
                <a:lnTo>
                  <a:pt x="133" y="101"/>
                </a:lnTo>
                <a:lnTo>
                  <a:pt x="135" y="100"/>
                </a:lnTo>
                <a:lnTo>
                  <a:pt x="137" y="99"/>
                </a:lnTo>
                <a:lnTo>
                  <a:pt x="138" y="97"/>
                </a:lnTo>
                <a:lnTo>
                  <a:pt x="140" y="96"/>
                </a:lnTo>
                <a:lnTo>
                  <a:pt x="142" y="95"/>
                </a:lnTo>
                <a:lnTo>
                  <a:pt x="143" y="93"/>
                </a:lnTo>
                <a:lnTo>
                  <a:pt x="145" y="92"/>
                </a:lnTo>
                <a:lnTo>
                  <a:pt x="146" y="91"/>
                </a:lnTo>
                <a:lnTo>
                  <a:pt x="147" y="89"/>
                </a:lnTo>
                <a:lnTo>
                  <a:pt x="149" y="88"/>
                </a:lnTo>
                <a:lnTo>
                  <a:pt x="150" y="86"/>
                </a:lnTo>
                <a:lnTo>
                  <a:pt x="151" y="85"/>
                </a:lnTo>
                <a:lnTo>
                  <a:pt x="152" y="83"/>
                </a:lnTo>
                <a:lnTo>
                  <a:pt x="153" y="81"/>
                </a:lnTo>
                <a:lnTo>
                  <a:pt x="154" y="80"/>
                </a:lnTo>
                <a:lnTo>
                  <a:pt x="155" y="78"/>
                </a:lnTo>
                <a:lnTo>
                  <a:pt x="156" y="76"/>
                </a:lnTo>
                <a:lnTo>
                  <a:pt x="156" y="75"/>
                </a:lnTo>
                <a:lnTo>
                  <a:pt x="157" y="73"/>
                </a:lnTo>
                <a:lnTo>
                  <a:pt x="158" y="71"/>
                </a:lnTo>
                <a:lnTo>
                  <a:pt x="158" y="70"/>
                </a:lnTo>
                <a:lnTo>
                  <a:pt x="159" y="68"/>
                </a:lnTo>
                <a:lnTo>
                  <a:pt x="159" y="66"/>
                </a:lnTo>
                <a:lnTo>
                  <a:pt x="159" y="65"/>
                </a:lnTo>
                <a:lnTo>
                  <a:pt x="159" y="63"/>
                </a:lnTo>
                <a:lnTo>
                  <a:pt x="159" y="61"/>
                </a:lnTo>
                <a:lnTo>
                  <a:pt x="160" y="59"/>
                </a:lnTo>
                <a:moveTo>
                  <a:pt x="163" y="59"/>
                </a:moveTo>
                <a:lnTo>
                  <a:pt x="163" y="61"/>
                </a:lnTo>
                <a:lnTo>
                  <a:pt x="163" y="63"/>
                </a:lnTo>
                <a:lnTo>
                  <a:pt x="163" y="65"/>
                </a:lnTo>
                <a:lnTo>
                  <a:pt x="163" y="67"/>
                </a:lnTo>
                <a:lnTo>
                  <a:pt x="162" y="68"/>
                </a:lnTo>
                <a:lnTo>
                  <a:pt x="162" y="70"/>
                </a:lnTo>
                <a:lnTo>
                  <a:pt x="161" y="72"/>
                </a:lnTo>
                <a:lnTo>
                  <a:pt x="161" y="74"/>
                </a:lnTo>
                <a:lnTo>
                  <a:pt x="160" y="76"/>
                </a:lnTo>
                <a:lnTo>
                  <a:pt x="159" y="77"/>
                </a:lnTo>
                <a:lnTo>
                  <a:pt x="159" y="79"/>
                </a:lnTo>
                <a:lnTo>
                  <a:pt x="158" y="81"/>
                </a:lnTo>
                <a:lnTo>
                  <a:pt x="157" y="82"/>
                </a:lnTo>
                <a:lnTo>
                  <a:pt x="156" y="84"/>
                </a:lnTo>
                <a:lnTo>
                  <a:pt x="155" y="86"/>
                </a:lnTo>
                <a:lnTo>
                  <a:pt x="153" y="87"/>
                </a:lnTo>
                <a:lnTo>
                  <a:pt x="152" y="89"/>
                </a:lnTo>
                <a:lnTo>
                  <a:pt x="151" y="91"/>
                </a:lnTo>
                <a:lnTo>
                  <a:pt x="149" y="92"/>
                </a:lnTo>
                <a:lnTo>
                  <a:pt x="148" y="94"/>
                </a:lnTo>
                <a:lnTo>
                  <a:pt x="146" y="95"/>
                </a:lnTo>
                <a:lnTo>
                  <a:pt x="145" y="96"/>
                </a:lnTo>
                <a:lnTo>
                  <a:pt x="143" y="98"/>
                </a:lnTo>
                <a:lnTo>
                  <a:pt x="141" y="99"/>
                </a:lnTo>
                <a:lnTo>
                  <a:pt x="140" y="101"/>
                </a:lnTo>
                <a:lnTo>
                  <a:pt x="138" y="102"/>
                </a:lnTo>
                <a:lnTo>
                  <a:pt x="136" y="103"/>
                </a:lnTo>
                <a:lnTo>
                  <a:pt x="134" y="104"/>
                </a:lnTo>
                <a:lnTo>
                  <a:pt x="132" y="105"/>
                </a:lnTo>
                <a:lnTo>
                  <a:pt x="130" y="106"/>
                </a:lnTo>
                <a:lnTo>
                  <a:pt x="128" y="108"/>
                </a:lnTo>
                <a:lnTo>
                  <a:pt x="126" y="109"/>
                </a:lnTo>
                <a:lnTo>
                  <a:pt x="123" y="110"/>
                </a:lnTo>
                <a:lnTo>
                  <a:pt x="120" y="110"/>
                </a:lnTo>
                <a:lnTo>
                  <a:pt x="118" y="111"/>
                </a:lnTo>
                <a:lnTo>
                  <a:pt x="116" y="112"/>
                </a:lnTo>
                <a:lnTo>
                  <a:pt x="113" y="113"/>
                </a:lnTo>
                <a:lnTo>
                  <a:pt x="111" y="114"/>
                </a:lnTo>
                <a:lnTo>
                  <a:pt x="109" y="114"/>
                </a:lnTo>
                <a:lnTo>
                  <a:pt x="106" y="115"/>
                </a:lnTo>
                <a:lnTo>
                  <a:pt x="104" y="115"/>
                </a:lnTo>
                <a:lnTo>
                  <a:pt x="101" y="116"/>
                </a:lnTo>
                <a:lnTo>
                  <a:pt x="99" y="116"/>
                </a:lnTo>
                <a:lnTo>
                  <a:pt x="96" y="117"/>
                </a:lnTo>
                <a:lnTo>
                  <a:pt x="94" y="117"/>
                </a:lnTo>
                <a:lnTo>
                  <a:pt x="91" y="117"/>
                </a:lnTo>
                <a:lnTo>
                  <a:pt x="89" y="117"/>
                </a:lnTo>
                <a:lnTo>
                  <a:pt x="86" y="118"/>
                </a:lnTo>
                <a:lnTo>
                  <a:pt x="84" y="118"/>
                </a:lnTo>
                <a:lnTo>
                  <a:pt x="81" y="118"/>
                </a:lnTo>
                <a:lnTo>
                  <a:pt x="78" y="118"/>
                </a:lnTo>
                <a:lnTo>
                  <a:pt x="76" y="118"/>
                </a:lnTo>
                <a:lnTo>
                  <a:pt x="73" y="117"/>
                </a:lnTo>
                <a:lnTo>
                  <a:pt x="71" y="117"/>
                </a:lnTo>
                <a:lnTo>
                  <a:pt x="68" y="117"/>
                </a:lnTo>
                <a:lnTo>
                  <a:pt x="66" y="117"/>
                </a:lnTo>
                <a:lnTo>
                  <a:pt x="63" y="116"/>
                </a:lnTo>
                <a:lnTo>
                  <a:pt x="61" y="116"/>
                </a:lnTo>
                <a:lnTo>
                  <a:pt x="58" y="115"/>
                </a:lnTo>
                <a:lnTo>
                  <a:pt x="56" y="115"/>
                </a:lnTo>
                <a:lnTo>
                  <a:pt x="53" y="114"/>
                </a:lnTo>
                <a:lnTo>
                  <a:pt x="51" y="114"/>
                </a:lnTo>
                <a:lnTo>
                  <a:pt x="49" y="113"/>
                </a:lnTo>
                <a:lnTo>
                  <a:pt x="46" y="112"/>
                </a:lnTo>
                <a:lnTo>
                  <a:pt x="44" y="111"/>
                </a:lnTo>
                <a:lnTo>
                  <a:pt x="42" y="110"/>
                </a:lnTo>
                <a:lnTo>
                  <a:pt x="39" y="110"/>
                </a:lnTo>
                <a:lnTo>
                  <a:pt x="37" y="109"/>
                </a:lnTo>
                <a:lnTo>
                  <a:pt x="35" y="108"/>
                </a:lnTo>
                <a:lnTo>
                  <a:pt x="33" y="106"/>
                </a:lnTo>
                <a:lnTo>
                  <a:pt x="31" y="105"/>
                </a:lnTo>
                <a:lnTo>
                  <a:pt x="29" y="104"/>
                </a:lnTo>
                <a:lnTo>
                  <a:pt x="27" y="103"/>
                </a:lnTo>
                <a:lnTo>
                  <a:pt x="25" y="102"/>
                </a:lnTo>
                <a:lnTo>
                  <a:pt x="23" y="101"/>
                </a:lnTo>
                <a:lnTo>
                  <a:pt x="22" y="99"/>
                </a:lnTo>
                <a:lnTo>
                  <a:pt x="20" y="98"/>
                </a:lnTo>
                <a:lnTo>
                  <a:pt x="18" y="96"/>
                </a:lnTo>
                <a:lnTo>
                  <a:pt x="17" y="95"/>
                </a:lnTo>
                <a:lnTo>
                  <a:pt x="15" y="94"/>
                </a:lnTo>
                <a:lnTo>
                  <a:pt x="14" y="92"/>
                </a:lnTo>
                <a:lnTo>
                  <a:pt x="12" y="91"/>
                </a:lnTo>
                <a:lnTo>
                  <a:pt x="11" y="89"/>
                </a:lnTo>
                <a:lnTo>
                  <a:pt x="10" y="87"/>
                </a:lnTo>
                <a:lnTo>
                  <a:pt x="8" y="86"/>
                </a:lnTo>
                <a:lnTo>
                  <a:pt x="7" y="84"/>
                </a:lnTo>
                <a:lnTo>
                  <a:pt x="6" y="82"/>
                </a:lnTo>
                <a:lnTo>
                  <a:pt x="5" y="81"/>
                </a:lnTo>
                <a:lnTo>
                  <a:pt x="4" y="79"/>
                </a:lnTo>
                <a:lnTo>
                  <a:pt x="4" y="77"/>
                </a:lnTo>
                <a:lnTo>
                  <a:pt x="3" y="76"/>
                </a:lnTo>
                <a:lnTo>
                  <a:pt x="2" y="74"/>
                </a:lnTo>
                <a:lnTo>
                  <a:pt x="1" y="72"/>
                </a:lnTo>
                <a:lnTo>
                  <a:pt x="1" y="70"/>
                </a:lnTo>
                <a:lnTo>
                  <a:pt x="1" y="68"/>
                </a:lnTo>
                <a:lnTo>
                  <a:pt x="0" y="67"/>
                </a:lnTo>
                <a:lnTo>
                  <a:pt x="0" y="65"/>
                </a:lnTo>
                <a:lnTo>
                  <a:pt x="0" y="63"/>
                </a:lnTo>
                <a:lnTo>
                  <a:pt x="0" y="61"/>
                </a:lnTo>
                <a:lnTo>
                  <a:pt x="0" y="59"/>
                </a:lnTo>
                <a:lnTo>
                  <a:pt x="0" y="56"/>
                </a:lnTo>
                <a:lnTo>
                  <a:pt x="0" y="55"/>
                </a:lnTo>
                <a:lnTo>
                  <a:pt x="0" y="53"/>
                </a:lnTo>
                <a:lnTo>
                  <a:pt x="0" y="51"/>
                </a:lnTo>
                <a:lnTo>
                  <a:pt x="1" y="49"/>
                </a:lnTo>
                <a:lnTo>
                  <a:pt x="1" y="47"/>
                </a:lnTo>
                <a:lnTo>
                  <a:pt x="1" y="46"/>
                </a:lnTo>
                <a:lnTo>
                  <a:pt x="2" y="44"/>
                </a:lnTo>
                <a:lnTo>
                  <a:pt x="3" y="42"/>
                </a:lnTo>
                <a:lnTo>
                  <a:pt x="4" y="40"/>
                </a:lnTo>
                <a:lnTo>
                  <a:pt x="4" y="39"/>
                </a:lnTo>
                <a:lnTo>
                  <a:pt x="5" y="37"/>
                </a:lnTo>
                <a:lnTo>
                  <a:pt x="6" y="35"/>
                </a:lnTo>
                <a:lnTo>
                  <a:pt x="7" y="33"/>
                </a:lnTo>
                <a:lnTo>
                  <a:pt x="8" y="32"/>
                </a:lnTo>
                <a:lnTo>
                  <a:pt x="10" y="30"/>
                </a:lnTo>
                <a:lnTo>
                  <a:pt x="11" y="29"/>
                </a:lnTo>
                <a:lnTo>
                  <a:pt x="12" y="27"/>
                </a:lnTo>
                <a:lnTo>
                  <a:pt x="14" y="26"/>
                </a:lnTo>
                <a:lnTo>
                  <a:pt x="15" y="24"/>
                </a:lnTo>
                <a:lnTo>
                  <a:pt x="17" y="23"/>
                </a:lnTo>
                <a:lnTo>
                  <a:pt x="18" y="21"/>
                </a:lnTo>
                <a:lnTo>
                  <a:pt x="20" y="20"/>
                </a:lnTo>
                <a:lnTo>
                  <a:pt x="22" y="18"/>
                </a:lnTo>
                <a:lnTo>
                  <a:pt x="23" y="17"/>
                </a:lnTo>
                <a:lnTo>
                  <a:pt x="25" y="16"/>
                </a:lnTo>
                <a:lnTo>
                  <a:pt x="27" y="15"/>
                </a:lnTo>
                <a:lnTo>
                  <a:pt x="29" y="13"/>
                </a:lnTo>
                <a:lnTo>
                  <a:pt x="31" y="12"/>
                </a:lnTo>
                <a:lnTo>
                  <a:pt x="33" y="11"/>
                </a:lnTo>
                <a:lnTo>
                  <a:pt x="35" y="10"/>
                </a:lnTo>
                <a:lnTo>
                  <a:pt x="37" y="9"/>
                </a:lnTo>
                <a:lnTo>
                  <a:pt x="39" y="8"/>
                </a:lnTo>
                <a:lnTo>
                  <a:pt x="42" y="7"/>
                </a:lnTo>
                <a:lnTo>
                  <a:pt x="44" y="6"/>
                </a:lnTo>
                <a:lnTo>
                  <a:pt x="46" y="6"/>
                </a:lnTo>
                <a:lnTo>
                  <a:pt x="49" y="5"/>
                </a:lnTo>
                <a:lnTo>
                  <a:pt x="51" y="4"/>
                </a:lnTo>
                <a:lnTo>
                  <a:pt x="53" y="3"/>
                </a:lnTo>
                <a:lnTo>
                  <a:pt x="56" y="3"/>
                </a:lnTo>
                <a:lnTo>
                  <a:pt x="58" y="2"/>
                </a:lnTo>
                <a:lnTo>
                  <a:pt x="61" y="2"/>
                </a:lnTo>
                <a:lnTo>
                  <a:pt x="63" y="1"/>
                </a:lnTo>
                <a:lnTo>
                  <a:pt x="66" y="1"/>
                </a:lnTo>
                <a:lnTo>
                  <a:pt x="68" y="1"/>
                </a:lnTo>
                <a:lnTo>
                  <a:pt x="71" y="0"/>
                </a:lnTo>
                <a:lnTo>
                  <a:pt x="73" y="0"/>
                </a:lnTo>
                <a:lnTo>
                  <a:pt x="76" y="0"/>
                </a:lnTo>
                <a:lnTo>
                  <a:pt x="78" y="0"/>
                </a:lnTo>
                <a:lnTo>
                  <a:pt x="81" y="0"/>
                </a:lnTo>
                <a:lnTo>
                  <a:pt x="84" y="0"/>
                </a:lnTo>
                <a:lnTo>
                  <a:pt x="86" y="0"/>
                </a:lnTo>
                <a:lnTo>
                  <a:pt x="89" y="0"/>
                </a:lnTo>
                <a:lnTo>
                  <a:pt x="91" y="0"/>
                </a:lnTo>
                <a:lnTo>
                  <a:pt x="94" y="1"/>
                </a:lnTo>
                <a:lnTo>
                  <a:pt x="96" y="1"/>
                </a:lnTo>
                <a:lnTo>
                  <a:pt x="99" y="1"/>
                </a:lnTo>
                <a:lnTo>
                  <a:pt x="101" y="2"/>
                </a:lnTo>
                <a:lnTo>
                  <a:pt x="104" y="2"/>
                </a:lnTo>
                <a:lnTo>
                  <a:pt x="106" y="3"/>
                </a:lnTo>
                <a:lnTo>
                  <a:pt x="109" y="3"/>
                </a:lnTo>
                <a:lnTo>
                  <a:pt x="111" y="4"/>
                </a:lnTo>
                <a:lnTo>
                  <a:pt x="113" y="5"/>
                </a:lnTo>
                <a:lnTo>
                  <a:pt x="116" y="6"/>
                </a:lnTo>
                <a:lnTo>
                  <a:pt x="118" y="6"/>
                </a:lnTo>
                <a:lnTo>
                  <a:pt x="120" y="7"/>
                </a:lnTo>
                <a:lnTo>
                  <a:pt x="123" y="8"/>
                </a:lnTo>
                <a:lnTo>
                  <a:pt x="126" y="9"/>
                </a:lnTo>
                <a:lnTo>
                  <a:pt x="128" y="10"/>
                </a:lnTo>
                <a:lnTo>
                  <a:pt x="130" y="11"/>
                </a:lnTo>
                <a:lnTo>
                  <a:pt x="132" y="12"/>
                </a:lnTo>
                <a:lnTo>
                  <a:pt x="134" y="13"/>
                </a:lnTo>
                <a:lnTo>
                  <a:pt x="136" y="15"/>
                </a:lnTo>
                <a:lnTo>
                  <a:pt x="138" y="16"/>
                </a:lnTo>
                <a:lnTo>
                  <a:pt x="140" y="17"/>
                </a:lnTo>
                <a:lnTo>
                  <a:pt x="141" y="18"/>
                </a:lnTo>
                <a:lnTo>
                  <a:pt x="143" y="20"/>
                </a:lnTo>
                <a:lnTo>
                  <a:pt x="145" y="21"/>
                </a:lnTo>
                <a:lnTo>
                  <a:pt x="146" y="23"/>
                </a:lnTo>
                <a:lnTo>
                  <a:pt x="148" y="24"/>
                </a:lnTo>
                <a:lnTo>
                  <a:pt x="149" y="26"/>
                </a:lnTo>
                <a:lnTo>
                  <a:pt x="151" y="27"/>
                </a:lnTo>
                <a:lnTo>
                  <a:pt x="152" y="29"/>
                </a:lnTo>
                <a:lnTo>
                  <a:pt x="153" y="30"/>
                </a:lnTo>
                <a:lnTo>
                  <a:pt x="155" y="32"/>
                </a:lnTo>
                <a:lnTo>
                  <a:pt x="156" y="33"/>
                </a:lnTo>
                <a:lnTo>
                  <a:pt x="157" y="35"/>
                </a:lnTo>
                <a:lnTo>
                  <a:pt x="158" y="37"/>
                </a:lnTo>
                <a:lnTo>
                  <a:pt x="159" y="39"/>
                </a:lnTo>
                <a:lnTo>
                  <a:pt x="159" y="40"/>
                </a:lnTo>
                <a:lnTo>
                  <a:pt x="160" y="42"/>
                </a:lnTo>
                <a:lnTo>
                  <a:pt x="161" y="44"/>
                </a:lnTo>
                <a:lnTo>
                  <a:pt x="161" y="46"/>
                </a:lnTo>
                <a:lnTo>
                  <a:pt x="162" y="47"/>
                </a:lnTo>
                <a:lnTo>
                  <a:pt x="162" y="49"/>
                </a:lnTo>
                <a:lnTo>
                  <a:pt x="163" y="51"/>
                </a:lnTo>
                <a:lnTo>
                  <a:pt x="163" y="53"/>
                </a:lnTo>
                <a:lnTo>
                  <a:pt x="163" y="55"/>
                </a:lnTo>
                <a:lnTo>
                  <a:pt x="163" y="56"/>
                </a:lnTo>
                <a:lnTo>
                  <a:pt x="163" y="59"/>
                </a:lnTo>
                <a:close/>
              </a:path>
            </a:pathLst>
          </a:custGeom>
          <a:solidFill>
            <a:srgbClr val="ff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1" name=""/>
          <p:cNvSpPr/>
          <p:nvPr/>
        </p:nvSpPr>
        <p:spPr>
          <a:xfrm>
            <a:off x="8029080" y="2920320"/>
            <a:ext cx="67320" cy="48240"/>
          </a:xfrm>
          <a:custGeom>
            <a:avLst/>
            <a:gdLst/>
            <a:ahLst/>
            <a:rect l="0" t="0" r="r" b="b"/>
            <a:pathLst>
              <a:path w="187" h="134">
                <a:moveTo>
                  <a:pt x="175" y="66"/>
                </a:moveTo>
                <a:lnTo>
                  <a:pt x="175" y="64"/>
                </a:lnTo>
                <a:lnTo>
                  <a:pt x="175" y="63"/>
                </a:lnTo>
                <a:lnTo>
                  <a:pt x="175" y="61"/>
                </a:lnTo>
                <a:lnTo>
                  <a:pt x="175" y="59"/>
                </a:lnTo>
                <a:lnTo>
                  <a:pt x="174" y="57"/>
                </a:lnTo>
                <a:lnTo>
                  <a:pt x="174" y="55"/>
                </a:lnTo>
                <a:lnTo>
                  <a:pt x="173" y="54"/>
                </a:lnTo>
                <a:lnTo>
                  <a:pt x="173" y="52"/>
                </a:lnTo>
                <a:lnTo>
                  <a:pt x="172" y="50"/>
                </a:lnTo>
                <a:lnTo>
                  <a:pt x="171" y="48"/>
                </a:lnTo>
                <a:lnTo>
                  <a:pt x="171" y="47"/>
                </a:lnTo>
                <a:lnTo>
                  <a:pt x="170" y="45"/>
                </a:lnTo>
                <a:lnTo>
                  <a:pt x="169" y="43"/>
                </a:lnTo>
                <a:lnTo>
                  <a:pt x="168" y="41"/>
                </a:lnTo>
                <a:lnTo>
                  <a:pt x="167" y="40"/>
                </a:lnTo>
                <a:lnTo>
                  <a:pt x="165" y="38"/>
                </a:lnTo>
                <a:lnTo>
                  <a:pt x="164" y="37"/>
                </a:lnTo>
                <a:lnTo>
                  <a:pt x="163" y="35"/>
                </a:lnTo>
                <a:lnTo>
                  <a:pt x="161" y="34"/>
                </a:lnTo>
                <a:lnTo>
                  <a:pt x="160" y="32"/>
                </a:lnTo>
                <a:lnTo>
                  <a:pt x="158" y="31"/>
                </a:lnTo>
                <a:lnTo>
                  <a:pt x="157" y="29"/>
                </a:lnTo>
                <a:lnTo>
                  <a:pt x="155" y="28"/>
                </a:lnTo>
                <a:lnTo>
                  <a:pt x="153" y="26"/>
                </a:lnTo>
                <a:lnTo>
                  <a:pt x="152" y="25"/>
                </a:lnTo>
                <a:lnTo>
                  <a:pt x="150" y="24"/>
                </a:lnTo>
                <a:lnTo>
                  <a:pt x="148" y="23"/>
                </a:lnTo>
                <a:lnTo>
                  <a:pt x="146" y="21"/>
                </a:lnTo>
                <a:lnTo>
                  <a:pt x="144" y="20"/>
                </a:lnTo>
                <a:lnTo>
                  <a:pt x="142" y="19"/>
                </a:lnTo>
                <a:lnTo>
                  <a:pt x="140" y="18"/>
                </a:lnTo>
                <a:lnTo>
                  <a:pt x="138" y="17"/>
                </a:lnTo>
                <a:lnTo>
                  <a:pt x="135" y="16"/>
                </a:lnTo>
                <a:lnTo>
                  <a:pt x="133" y="15"/>
                </a:lnTo>
                <a:lnTo>
                  <a:pt x="131" y="14"/>
                </a:lnTo>
                <a:lnTo>
                  <a:pt x="129" y="14"/>
                </a:lnTo>
                <a:lnTo>
                  <a:pt x="126" y="13"/>
                </a:lnTo>
                <a:lnTo>
                  <a:pt x="124" y="12"/>
                </a:lnTo>
                <a:lnTo>
                  <a:pt x="122" y="11"/>
                </a:lnTo>
                <a:lnTo>
                  <a:pt x="119" y="11"/>
                </a:lnTo>
                <a:lnTo>
                  <a:pt x="117" y="10"/>
                </a:lnTo>
                <a:lnTo>
                  <a:pt x="114" y="10"/>
                </a:lnTo>
                <a:lnTo>
                  <a:pt x="112" y="9"/>
                </a:lnTo>
                <a:lnTo>
                  <a:pt x="108" y="9"/>
                </a:lnTo>
                <a:lnTo>
                  <a:pt x="106" y="9"/>
                </a:lnTo>
                <a:lnTo>
                  <a:pt x="103" y="8"/>
                </a:lnTo>
                <a:lnTo>
                  <a:pt x="101" y="8"/>
                </a:lnTo>
                <a:lnTo>
                  <a:pt x="98" y="8"/>
                </a:lnTo>
                <a:lnTo>
                  <a:pt x="96" y="8"/>
                </a:lnTo>
                <a:lnTo>
                  <a:pt x="93" y="8"/>
                </a:lnTo>
                <a:lnTo>
                  <a:pt x="90" y="8"/>
                </a:lnTo>
                <a:lnTo>
                  <a:pt x="88" y="8"/>
                </a:lnTo>
                <a:lnTo>
                  <a:pt x="85" y="8"/>
                </a:lnTo>
                <a:lnTo>
                  <a:pt x="83" y="8"/>
                </a:lnTo>
                <a:lnTo>
                  <a:pt x="80" y="9"/>
                </a:lnTo>
                <a:lnTo>
                  <a:pt x="78" y="9"/>
                </a:lnTo>
                <a:lnTo>
                  <a:pt x="75" y="9"/>
                </a:lnTo>
                <a:lnTo>
                  <a:pt x="73" y="10"/>
                </a:lnTo>
                <a:lnTo>
                  <a:pt x="70" y="10"/>
                </a:lnTo>
                <a:lnTo>
                  <a:pt x="68" y="11"/>
                </a:lnTo>
                <a:lnTo>
                  <a:pt x="65" y="11"/>
                </a:lnTo>
                <a:lnTo>
                  <a:pt x="63" y="12"/>
                </a:lnTo>
                <a:lnTo>
                  <a:pt x="61" y="13"/>
                </a:lnTo>
                <a:lnTo>
                  <a:pt x="58" y="14"/>
                </a:lnTo>
                <a:lnTo>
                  <a:pt x="56" y="14"/>
                </a:lnTo>
                <a:lnTo>
                  <a:pt x="54" y="15"/>
                </a:lnTo>
                <a:lnTo>
                  <a:pt x="51" y="16"/>
                </a:lnTo>
                <a:lnTo>
                  <a:pt x="49" y="17"/>
                </a:lnTo>
                <a:lnTo>
                  <a:pt x="47" y="18"/>
                </a:lnTo>
                <a:lnTo>
                  <a:pt x="45" y="19"/>
                </a:lnTo>
                <a:lnTo>
                  <a:pt x="43" y="20"/>
                </a:lnTo>
                <a:lnTo>
                  <a:pt x="41" y="21"/>
                </a:lnTo>
                <a:lnTo>
                  <a:pt x="39" y="23"/>
                </a:lnTo>
                <a:lnTo>
                  <a:pt x="37" y="24"/>
                </a:lnTo>
                <a:lnTo>
                  <a:pt x="35" y="25"/>
                </a:lnTo>
                <a:lnTo>
                  <a:pt x="34" y="26"/>
                </a:lnTo>
                <a:lnTo>
                  <a:pt x="32" y="28"/>
                </a:lnTo>
                <a:lnTo>
                  <a:pt x="30" y="29"/>
                </a:lnTo>
                <a:lnTo>
                  <a:pt x="29" y="31"/>
                </a:lnTo>
                <a:lnTo>
                  <a:pt x="27" y="32"/>
                </a:lnTo>
                <a:lnTo>
                  <a:pt x="26" y="34"/>
                </a:lnTo>
                <a:lnTo>
                  <a:pt x="24" y="35"/>
                </a:lnTo>
                <a:lnTo>
                  <a:pt x="23" y="37"/>
                </a:lnTo>
                <a:lnTo>
                  <a:pt x="22" y="38"/>
                </a:lnTo>
                <a:lnTo>
                  <a:pt x="20" y="40"/>
                </a:lnTo>
                <a:lnTo>
                  <a:pt x="19" y="41"/>
                </a:lnTo>
                <a:lnTo>
                  <a:pt x="18" y="43"/>
                </a:lnTo>
                <a:lnTo>
                  <a:pt x="17" y="45"/>
                </a:lnTo>
                <a:lnTo>
                  <a:pt x="16" y="47"/>
                </a:lnTo>
                <a:lnTo>
                  <a:pt x="16" y="48"/>
                </a:lnTo>
                <a:lnTo>
                  <a:pt x="15" y="50"/>
                </a:lnTo>
                <a:lnTo>
                  <a:pt x="14" y="52"/>
                </a:lnTo>
                <a:lnTo>
                  <a:pt x="13" y="54"/>
                </a:lnTo>
                <a:lnTo>
                  <a:pt x="13" y="55"/>
                </a:lnTo>
                <a:lnTo>
                  <a:pt x="13" y="57"/>
                </a:lnTo>
                <a:lnTo>
                  <a:pt x="12" y="59"/>
                </a:lnTo>
                <a:lnTo>
                  <a:pt x="12" y="61"/>
                </a:lnTo>
                <a:lnTo>
                  <a:pt x="12" y="63"/>
                </a:lnTo>
                <a:lnTo>
                  <a:pt x="12" y="64"/>
                </a:lnTo>
                <a:lnTo>
                  <a:pt x="12" y="66"/>
                </a:lnTo>
                <a:lnTo>
                  <a:pt x="12" y="69"/>
                </a:lnTo>
                <a:lnTo>
                  <a:pt x="12" y="71"/>
                </a:lnTo>
                <a:lnTo>
                  <a:pt x="12" y="73"/>
                </a:lnTo>
                <a:lnTo>
                  <a:pt x="12" y="75"/>
                </a:lnTo>
                <a:lnTo>
                  <a:pt x="13" y="76"/>
                </a:lnTo>
                <a:lnTo>
                  <a:pt x="13" y="78"/>
                </a:lnTo>
                <a:lnTo>
                  <a:pt x="13" y="80"/>
                </a:lnTo>
                <a:lnTo>
                  <a:pt x="14" y="82"/>
                </a:lnTo>
                <a:lnTo>
                  <a:pt x="15" y="84"/>
                </a:lnTo>
                <a:lnTo>
                  <a:pt x="16" y="85"/>
                </a:lnTo>
                <a:lnTo>
                  <a:pt x="16" y="87"/>
                </a:lnTo>
                <a:lnTo>
                  <a:pt x="17" y="89"/>
                </a:lnTo>
                <a:lnTo>
                  <a:pt x="18" y="90"/>
                </a:lnTo>
                <a:lnTo>
                  <a:pt x="19" y="92"/>
                </a:lnTo>
                <a:lnTo>
                  <a:pt x="20" y="94"/>
                </a:lnTo>
                <a:lnTo>
                  <a:pt x="22" y="95"/>
                </a:lnTo>
                <a:lnTo>
                  <a:pt x="23" y="97"/>
                </a:lnTo>
                <a:lnTo>
                  <a:pt x="24" y="99"/>
                </a:lnTo>
                <a:lnTo>
                  <a:pt x="26" y="100"/>
                </a:lnTo>
                <a:lnTo>
                  <a:pt x="27" y="102"/>
                </a:lnTo>
                <a:lnTo>
                  <a:pt x="29" y="103"/>
                </a:lnTo>
                <a:lnTo>
                  <a:pt x="30" y="104"/>
                </a:lnTo>
                <a:lnTo>
                  <a:pt x="32" y="106"/>
                </a:lnTo>
                <a:lnTo>
                  <a:pt x="34" y="107"/>
                </a:lnTo>
                <a:lnTo>
                  <a:pt x="35" y="109"/>
                </a:lnTo>
                <a:lnTo>
                  <a:pt x="37" y="110"/>
                </a:lnTo>
                <a:lnTo>
                  <a:pt x="39" y="111"/>
                </a:lnTo>
                <a:lnTo>
                  <a:pt x="41" y="112"/>
                </a:lnTo>
                <a:lnTo>
                  <a:pt x="43" y="113"/>
                </a:lnTo>
                <a:lnTo>
                  <a:pt x="45" y="114"/>
                </a:lnTo>
                <a:lnTo>
                  <a:pt x="47" y="116"/>
                </a:lnTo>
                <a:lnTo>
                  <a:pt x="49" y="117"/>
                </a:lnTo>
                <a:lnTo>
                  <a:pt x="51" y="118"/>
                </a:lnTo>
                <a:lnTo>
                  <a:pt x="54" y="118"/>
                </a:lnTo>
                <a:lnTo>
                  <a:pt x="56" y="119"/>
                </a:lnTo>
                <a:lnTo>
                  <a:pt x="58" y="120"/>
                </a:lnTo>
                <a:lnTo>
                  <a:pt x="61" y="121"/>
                </a:lnTo>
                <a:lnTo>
                  <a:pt x="63" y="122"/>
                </a:lnTo>
                <a:lnTo>
                  <a:pt x="65" y="122"/>
                </a:lnTo>
                <a:lnTo>
                  <a:pt x="68" y="123"/>
                </a:lnTo>
                <a:lnTo>
                  <a:pt x="70" y="123"/>
                </a:lnTo>
                <a:lnTo>
                  <a:pt x="73" y="124"/>
                </a:lnTo>
                <a:lnTo>
                  <a:pt x="75" y="124"/>
                </a:lnTo>
                <a:lnTo>
                  <a:pt x="78" y="125"/>
                </a:lnTo>
                <a:lnTo>
                  <a:pt x="80" y="125"/>
                </a:lnTo>
                <a:lnTo>
                  <a:pt x="83" y="125"/>
                </a:lnTo>
                <a:lnTo>
                  <a:pt x="85" y="125"/>
                </a:lnTo>
                <a:lnTo>
                  <a:pt x="88" y="126"/>
                </a:lnTo>
                <a:lnTo>
                  <a:pt x="90" y="126"/>
                </a:lnTo>
                <a:lnTo>
                  <a:pt x="93" y="126"/>
                </a:lnTo>
                <a:lnTo>
                  <a:pt x="96" y="126"/>
                </a:lnTo>
                <a:lnTo>
                  <a:pt x="98" y="126"/>
                </a:lnTo>
                <a:lnTo>
                  <a:pt x="101" y="125"/>
                </a:lnTo>
                <a:lnTo>
                  <a:pt x="103" y="125"/>
                </a:lnTo>
                <a:lnTo>
                  <a:pt x="106" y="125"/>
                </a:lnTo>
                <a:lnTo>
                  <a:pt x="108" y="125"/>
                </a:lnTo>
                <a:lnTo>
                  <a:pt x="112" y="124"/>
                </a:lnTo>
                <a:lnTo>
                  <a:pt x="114" y="124"/>
                </a:lnTo>
                <a:lnTo>
                  <a:pt x="117" y="123"/>
                </a:lnTo>
                <a:lnTo>
                  <a:pt x="119" y="123"/>
                </a:lnTo>
                <a:lnTo>
                  <a:pt x="122" y="122"/>
                </a:lnTo>
                <a:lnTo>
                  <a:pt x="124" y="122"/>
                </a:lnTo>
                <a:lnTo>
                  <a:pt x="126" y="121"/>
                </a:lnTo>
                <a:lnTo>
                  <a:pt x="129" y="120"/>
                </a:lnTo>
                <a:lnTo>
                  <a:pt x="131" y="119"/>
                </a:lnTo>
                <a:lnTo>
                  <a:pt x="133" y="118"/>
                </a:lnTo>
                <a:lnTo>
                  <a:pt x="135" y="118"/>
                </a:lnTo>
                <a:lnTo>
                  <a:pt x="138" y="117"/>
                </a:lnTo>
                <a:lnTo>
                  <a:pt x="140" y="116"/>
                </a:lnTo>
                <a:lnTo>
                  <a:pt x="142" y="114"/>
                </a:lnTo>
                <a:lnTo>
                  <a:pt x="144" y="113"/>
                </a:lnTo>
                <a:lnTo>
                  <a:pt x="146" y="112"/>
                </a:lnTo>
                <a:lnTo>
                  <a:pt x="148" y="111"/>
                </a:lnTo>
                <a:lnTo>
                  <a:pt x="150" y="110"/>
                </a:lnTo>
                <a:lnTo>
                  <a:pt x="152" y="109"/>
                </a:lnTo>
                <a:lnTo>
                  <a:pt x="153" y="107"/>
                </a:lnTo>
                <a:lnTo>
                  <a:pt x="155" y="106"/>
                </a:lnTo>
                <a:lnTo>
                  <a:pt x="157" y="104"/>
                </a:lnTo>
                <a:lnTo>
                  <a:pt x="158" y="103"/>
                </a:lnTo>
                <a:lnTo>
                  <a:pt x="160" y="102"/>
                </a:lnTo>
                <a:lnTo>
                  <a:pt x="161" y="100"/>
                </a:lnTo>
                <a:lnTo>
                  <a:pt x="163" y="99"/>
                </a:lnTo>
                <a:lnTo>
                  <a:pt x="164" y="97"/>
                </a:lnTo>
                <a:lnTo>
                  <a:pt x="165" y="95"/>
                </a:lnTo>
                <a:lnTo>
                  <a:pt x="167" y="94"/>
                </a:lnTo>
                <a:lnTo>
                  <a:pt x="168" y="92"/>
                </a:lnTo>
                <a:lnTo>
                  <a:pt x="169" y="90"/>
                </a:lnTo>
                <a:lnTo>
                  <a:pt x="170" y="89"/>
                </a:lnTo>
                <a:lnTo>
                  <a:pt x="171" y="87"/>
                </a:lnTo>
                <a:lnTo>
                  <a:pt x="171" y="85"/>
                </a:lnTo>
                <a:lnTo>
                  <a:pt x="172" y="84"/>
                </a:lnTo>
                <a:lnTo>
                  <a:pt x="173" y="82"/>
                </a:lnTo>
                <a:lnTo>
                  <a:pt x="173" y="80"/>
                </a:lnTo>
                <a:lnTo>
                  <a:pt x="174" y="78"/>
                </a:lnTo>
                <a:lnTo>
                  <a:pt x="174" y="76"/>
                </a:lnTo>
                <a:lnTo>
                  <a:pt x="175" y="75"/>
                </a:lnTo>
                <a:lnTo>
                  <a:pt x="175" y="73"/>
                </a:lnTo>
                <a:lnTo>
                  <a:pt x="175" y="71"/>
                </a:lnTo>
                <a:lnTo>
                  <a:pt x="175" y="69"/>
                </a:lnTo>
                <a:lnTo>
                  <a:pt x="175" y="66"/>
                </a:lnTo>
                <a:moveTo>
                  <a:pt x="187" y="66"/>
                </a:moveTo>
                <a:lnTo>
                  <a:pt x="187" y="69"/>
                </a:lnTo>
                <a:lnTo>
                  <a:pt x="187" y="71"/>
                </a:lnTo>
                <a:lnTo>
                  <a:pt x="187" y="74"/>
                </a:lnTo>
                <a:lnTo>
                  <a:pt x="186" y="76"/>
                </a:lnTo>
                <a:lnTo>
                  <a:pt x="186" y="78"/>
                </a:lnTo>
                <a:lnTo>
                  <a:pt x="185" y="80"/>
                </a:lnTo>
                <a:lnTo>
                  <a:pt x="185" y="82"/>
                </a:lnTo>
                <a:lnTo>
                  <a:pt x="184" y="84"/>
                </a:lnTo>
                <a:lnTo>
                  <a:pt x="183" y="86"/>
                </a:lnTo>
                <a:lnTo>
                  <a:pt x="182" y="88"/>
                </a:lnTo>
                <a:lnTo>
                  <a:pt x="182" y="90"/>
                </a:lnTo>
                <a:lnTo>
                  <a:pt x="180" y="92"/>
                </a:lnTo>
                <a:lnTo>
                  <a:pt x="179" y="94"/>
                </a:lnTo>
                <a:lnTo>
                  <a:pt x="178" y="96"/>
                </a:lnTo>
                <a:lnTo>
                  <a:pt x="177" y="98"/>
                </a:lnTo>
                <a:lnTo>
                  <a:pt x="176" y="99"/>
                </a:lnTo>
                <a:lnTo>
                  <a:pt x="174" y="101"/>
                </a:lnTo>
                <a:lnTo>
                  <a:pt x="173" y="103"/>
                </a:lnTo>
                <a:lnTo>
                  <a:pt x="171" y="105"/>
                </a:lnTo>
                <a:lnTo>
                  <a:pt x="169" y="106"/>
                </a:lnTo>
                <a:lnTo>
                  <a:pt x="167" y="108"/>
                </a:lnTo>
                <a:lnTo>
                  <a:pt x="166" y="110"/>
                </a:lnTo>
                <a:lnTo>
                  <a:pt x="164" y="111"/>
                </a:lnTo>
                <a:lnTo>
                  <a:pt x="162" y="113"/>
                </a:lnTo>
                <a:lnTo>
                  <a:pt x="160" y="114"/>
                </a:lnTo>
                <a:lnTo>
                  <a:pt x="158" y="116"/>
                </a:lnTo>
                <a:lnTo>
                  <a:pt x="155" y="117"/>
                </a:lnTo>
                <a:lnTo>
                  <a:pt x="153" y="119"/>
                </a:lnTo>
                <a:lnTo>
                  <a:pt x="151" y="120"/>
                </a:lnTo>
                <a:lnTo>
                  <a:pt x="149" y="121"/>
                </a:lnTo>
                <a:lnTo>
                  <a:pt x="146" y="122"/>
                </a:lnTo>
                <a:lnTo>
                  <a:pt x="144" y="124"/>
                </a:lnTo>
                <a:lnTo>
                  <a:pt x="141" y="125"/>
                </a:lnTo>
                <a:lnTo>
                  <a:pt x="139" y="126"/>
                </a:lnTo>
                <a:lnTo>
                  <a:pt x="136" y="127"/>
                </a:lnTo>
                <a:lnTo>
                  <a:pt x="134" y="128"/>
                </a:lnTo>
                <a:lnTo>
                  <a:pt x="131" y="128"/>
                </a:lnTo>
                <a:lnTo>
                  <a:pt x="128" y="129"/>
                </a:lnTo>
                <a:lnTo>
                  <a:pt x="125" y="130"/>
                </a:lnTo>
                <a:lnTo>
                  <a:pt x="123" y="131"/>
                </a:lnTo>
                <a:lnTo>
                  <a:pt x="120" y="131"/>
                </a:lnTo>
                <a:lnTo>
                  <a:pt x="117" y="132"/>
                </a:lnTo>
                <a:lnTo>
                  <a:pt x="114" y="132"/>
                </a:lnTo>
                <a:lnTo>
                  <a:pt x="111" y="133"/>
                </a:lnTo>
                <a:lnTo>
                  <a:pt x="108" y="133"/>
                </a:lnTo>
                <a:lnTo>
                  <a:pt x="105" y="133"/>
                </a:lnTo>
                <a:lnTo>
                  <a:pt x="102" y="134"/>
                </a:lnTo>
                <a:lnTo>
                  <a:pt x="99" y="134"/>
                </a:lnTo>
                <a:lnTo>
                  <a:pt x="96" y="134"/>
                </a:lnTo>
                <a:lnTo>
                  <a:pt x="93" y="134"/>
                </a:lnTo>
                <a:lnTo>
                  <a:pt x="90" y="134"/>
                </a:lnTo>
                <a:lnTo>
                  <a:pt x="87" y="134"/>
                </a:lnTo>
                <a:lnTo>
                  <a:pt x="84" y="134"/>
                </a:lnTo>
                <a:lnTo>
                  <a:pt x="81" y="133"/>
                </a:lnTo>
                <a:lnTo>
                  <a:pt x="78" y="133"/>
                </a:lnTo>
                <a:lnTo>
                  <a:pt x="76" y="133"/>
                </a:lnTo>
                <a:lnTo>
                  <a:pt x="73" y="132"/>
                </a:lnTo>
                <a:lnTo>
                  <a:pt x="70" y="132"/>
                </a:lnTo>
                <a:lnTo>
                  <a:pt x="67" y="131"/>
                </a:lnTo>
                <a:lnTo>
                  <a:pt x="64" y="131"/>
                </a:lnTo>
                <a:lnTo>
                  <a:pt x="61" y="130"/>
                </a:lnTo>
                <a:lnTo>
                  <a:pt x="59" y="129"/>
                </a:lnTo>
                <a:lnTo>
                  <a:pt x="56" y="128"/>
                </a:lnTo>
                <a:lnTo>
                  <a:pt x="53" y="128"/>
                </a:lnTo>
                <a:lnTo>
                  <a:pt x="51" y="127"/>
                </a:lnTo>
                <a:lnTo>
                  <a:pt x="48" y="126"/>
                </a:lnTo>
                <a:lnTo>
                  <a:pt x="46" y="125"/>
                </a:lnTo>
                <a:lnTo>
                  <a:pt x="43" y="124"/>
                </a:lnTo>
                <a:lnTo>
                  <a:pt x="41" y="122"/>
                </a:lnTo>
                <a:lnTo>
                  <a:pt x="38" y="121"/>
                </a:lnTo>
                <a:lnTo>
                  <a:pt x="36" y="120"/>
                </a:lnTo>
                <a:lnTo>
                  <a:pt x="34" y="119"/>
                </a:lnTo>
                <a:lnTo>
                  <a:pt x="31" y="117"/>
                </a:lnTo>
                <a:lnTo>
                  <a:pt x="29" y="116"/>
                </a:lnTo>
                <a:lnTo>
                  <a:pt x="27" y="114"/>
                </a:lnTo>
                <a:lnTo>
                  <a:pt x="25" y="113"/>
                </a:lnTo>
                <a:lnTo>
                  <a:pt x="23" y="111"/>
                </a:lnTo>
                <a:lnTo>
                  <a:pt x="21" y="110"/>
                </a:lnTo>
                <a:lnTo>
                  <a:pt x="19" y="108"/>
                </a:lnTo>
                <a:lnTo>
                  <a:pt x="18" y="106"/>
                </a:lnTo>
                <a:lnTo>
                  <a:pt x="16" y="105"/>
                </a:lnTo>
                <a:lnTo>
                  <a:pt x="14" y="103"/>
                </a:lnTo>
                <a:lnTo>
                  <a:pt x="13" y="101"/>
                </a:lnTo>
                <a:lnTo>
                  <a:pt x="11" y="99"/>
                </a:lnTo>
                <a:lnTo>
                  <a:pt x="10" y="98"/>
                </a:lnTo>
                <a:lnTo>
                  <a:pt x="9" y="96"/>
                </a:lnTo>
                <a:lnTo>
                  <a:pt x="8" y="94"/>
                </a:lnTo>
                <a:lnTo>
                  <a:pt x="6" y="92"/>
                </a:lnTo>
                <a:lnTo>
                  <a:pt x="5" y="90"/>
                </a:lnTo>
                <a:lnTo>
                  <a:pt x="4" y="88"/>
                </a:lnTo>
                <a:lnTo>
                  <a:pt x="4" y="86"/>
                </a:lnTo>
                <a:lnTo>
                  <a:pt x="3" y="84"/>
                </a:lnTo>
                <a:lnTo>
                  <a:pt x="2" y="82"/>
                </a:lnTo>
                <a:lnTo>
                  <a:pt x="2" y="80"/>
                </a:lnTo>
                <a:lnTo>
                  <a:pt x="1" y="78"/>
                </a:lnTo>
                <a:lnTo>
                  <a:pt x="1" y="76"/>
                </a:lnTo>
                <a:lnTo>
                  <a:pt x="0" y="74"/>
                </a:lnTo>
                <a:lnTo>
                  <a:pt x="0" y="71"/>
                </a:lnTo>
                <a:lnTo>
                  <a:pt x="0" y="69"/>
                </a:lnTo>
                <a:lnTo>
                  <a:pt x="0" y="66"/>
                </a:lnTo>
                <a:lnTo>
                  <a:pt x="0" y="64"/>
                </a:lnTo>
                <a:lnTo>
                  <a:pt x="0" y="62"/>
                </a:lnTo>
                <a:lnTo>
                  <a:pt x="0" y="60"/>
                </a:lnTo>
                <a:lnTo>
                  <a:pt x="1" y="58"/>
                </a:lnTo>
                <a:lnTo>
                  <a:pt x="1" y="56"/>
                </a:lnTo>
                <a:lnTo>
                  <a:pt x="2" y="54"/>
                </a:lnTo>
                <a:lnTo>
                  <a:pt x="2" y="52"/>
                </a:lnTo>
                <a:lnTo>
                  <a:pt x="3" y="50"/>
                </a:lnTo>
                <a:lnTo>
                  <a:pt x="4" y="48"/>
                </a:lnTo>
                <a:lnTo>
                  <a:pt x="4" y="46"/>
                </a:lnTo>
                <a:lnTo>
                  <a:pt x="5" y="44"/>
                </a:lnTo>
                <a:lnTo>
                  <a:pt x="6" y="42"/>
                </a:lnTo>
                <a:lnTo>
                  <a:pt x="8" y="40"/>
                </a:lnTo>
                <a:lnTo>
                  <a:pt x="9" y="38"/>
                </a:lnTo>
                <a:lnTo>
                  <a:pt x="10" y="36"/>
                </a:lnTo>
                <a:lnTo>
                  <a:pt x="11" y="34"/>
                </a:lnTo>
                <a:lnTo>
                  <a:pt x="13" y="32"/>
                </a:lnTo>
                <a:lnTo>
                  <a:pt x="14" y="31"/>
                </a:lnTo>
                <a:lnTo>
                  <a:pt x="16" y="29"/>
                </a:lnTo>
                <a:lnTo>
                  <a:pt x="18" y="27"/>
                </a:lnTo>
                <a:lnTo>
                  <a:pt x="19" y="25"/>
                </a:lnTo>
                <a:lnTo>
                  <a:pt x="21" y="24"/>
                </a:lnTo>
                <a:lnTo>
                  <a:pt x="23" y="22"/>
                </a:lnTo>
                <a:lnTo>
                  <a:pt x="25" y="21"/>
                </a:lnTo>
                <a:lnTo>
                  <a:pt x="27" y="19"/>
                </a:lnTo>
                <a:lnTo>
                  <a:pt x="29" y="18"/>
                </a:lnTo>
                <a:lnTo>
                  <a:pt x="31" y="16"/>
                </a:lnTo>
                <a:lnTo>
                  <a:pt x="34" y="15"/>
                </a:lnTo>
                <a:lnTo>
                  <a:pt x="36" y="14"/>
                </a:lnTo>
                <a:lnTo>
                  <a:pt x="38" y="12"/>
                </a:lnTo>
                <a:lnTo>
                  <a:pt x="41" y="11"/>
                </a:lnTo>
                <a:lnTo>
                  <a:pt x="43" y="10"/>
                </a:lnTo>
                <a:lnTo>
                  <a:pt x="46" y="9"/>
                </a:lnTo>
                <a:lnTo>
                  <a:pt x="48" y="8"/>
                </a:lnTo>
                <a:lnTo>
                  <a:pt x="51" y="7"/>
                </a:lnTo>
                <a:lnTo>
                  <a:pt x="53" y="6"/>
                </a:lnTo>
                <a:lnTo>
                  <a:pt x="56" y="5"/>
                </a:lnTo>
                <a:lnTo>
                  <a:pt x="59" y="4"/>
                </a:lnTo>
                <a:lnTo>
                  <a:pt x="61" y="4"/>
                </a:lnTo>
                <a:lnTo>
                  <a:pt x="64" y="3"/>
                </a:lnTo>
                <a:lnTo>
                  <a:pt x="67" y="2"/>
                </a:lnTo>
                <a:lnTo>
                  <a:pt x="70" y="2"/>
                </a:lnTo>
                <a:lnTo>
                  <a:pt x="73" y="1"/>
                </a:lnTo>
                <a:lnTo>
                  <a:pt x="76" y="1"/>
                </a:lnTo>
                <a:lnTo>
                  <a:pt x="78" y="0"/>
                </a:lnTo>
                <a:lnTo>
                  <a:pt x="81" y="0"/>
                </a:lnTo>
                <a:lnTo>
                  <a:pt x="84" y="0"/>
                </a:lnTo>
                <a:lnTo>
                  <a:pt x="87" y="0"/>
                </a:lnTo>
                <a:lnTo>
                  <a:pt x="90" y="0"/>
                </a:lnTo>
                <a:lnTo>
                  <a:pt x="93" y="0"/>
                </a:lnTo>
                <a:lnTo>
                  <a:pt x="96" y="0"/>
                </a:lnTo>
                <a:lnTo>
                  <a:pt x="99" y="0"/>
                </a:lnTo>
                <a:lnTo>
                  <a:pt x="102" y="0"/>
                </a:lnTo>
                <a:lnTo>
                  <a:pt x="105" y="0"/>
                </a:lnTo>
                <a:lnTo>
                  <a:pt x="108" y="0"/>
                </a:lnTo>
                <a:lnTo>
                  <a:pt x="111" y="1"/>
                </a:lnTo>
                <a:lnTo>
                  <a:pt x="114" y="1"/>
                </a:lnTo>
                <a:lnTo>
                  <a:pt x="117" y="2"/>
                </a:lnTo>
                <a:lnTo>
                  <a:pt x="120" y="2"/>
                </a:lnTo>
                <a:lnTo>
                  <a:pt x="123" y="3"/>
                </a:lnTo>
                <a:lnTo>
                  <a:pt x="125" y="4"/>
                </a:lnTo>
                <a:lnTo>
                  <a:pt x="128" y="4"/>
                </a:lnTo>
                <a:lnTo>
                  <a:pt x="131" y="5"/>
                </a:lnTo>
                <a:lnTo>
                  <a:pt x="134" y="6"/>
                </a:lnTo>
                <a:lnTo>
                  <a:pt x="136" y="7"/>
                </a:lnTo>
                <a:lnTo>
                  <a:pt x="139" y="8"/>
                </a:lnTo>
                <a:lnTo>
                  <a:pt x="141" y="9"/>
                </a:lnTo>
                <a:lnTo>
                  <a:pt x="144" y="10"/>
                </a:lnTo>
                <a:lnTo>
                  <a:pt x="146" y="11"/>
                </a:lnTo>
                <a:lnTo>
                  <a:pt x="149" y="12"/>
                </a:lnTo>
                <a:lnTo>
                  <a:pt x="151" y="14"/>
                </a:lnTo>
                <a:lnTo>
                  <a:pt x="153" y="15"/>
                </a:lnTo>
                <a:lnTo>
                  <a:pt x="155" y="16"/>
                </a:lnTo>
                <a:lnTo>
                  <a:pt x="158" y="18"/>
                </a:lnTo>
                <a:lnTo>
                  <a:pt x="160" y="19"/>
                </a:lnTo>
                <a:lnTo>
                  <a:pt x="162" y="21"/>
                </a:lnTo>
                <a:lnTo>
                  <a:pt x="164" y="22"/>
                </a:lnTo>
                <a:lnTo>
                  <a:pt x="166" y="24"/>
                </a:lnTo>
                <a:lnTo>
                  <a:pt x="167" y="25"/>
                </a:lnTo>
                <a:lnTo>
                  <a:pt x="169" y="27"/>
                </a:lnTo>
                <a:lnTo>
                  <a:pt x="171" y="29"/>
                </a:lnTo>
                <a:lnTo>
                  <a:pt x="173" y="31"/>
                </a:lnTo>
                <a:lnTo>
                  <a:pt x="174" y="32"/>
                </a:lnTo>
                <a:lnTo>
                  <a:pt x="176" y="34"/>
                </a:lnTo>
                <a:lnTo>
                  <a:pt x="177" y="36"/>
                </a:lnTo>
                <a:lnTo>
                  <a:pt x="178" y="38"/>
                </a:lnTo>
                <a:lnTo>
                  <a:pt x="179" y="40"/>
                </a:lnTo>
                <a:lnTo>
                  <a:pt x="180" y="42"/>
                </a:lnTo>
                <a:lnTo>
                  <a:pt x="182" y="44"/>
                </a:lnTo>
                <a:lnTo>
                  <a:pt x="182" y="46"/>
                </a:lnTo>
                <a:lnTo>
                  <a:pt x="183" y="48"/>
                </a:lnTo>
                <a:lnTo>
                  <a:pt x="184" y="50"/>
                </a:lnTo>
                <a:lnTo>
                  <a:pt x="185" y="52"/>
                </a:lnTo>
                <a:lnTo>
                  <a:pt x="185" y="54"/>
                </a:lnTo>
                <a:lnTo>
                  <a:pt x="186" y="56"/>
                </a:lnTo>
                <a:lnTo>
                  <a:pt x="186" y="58"/>
                </a:lnTo>
                <a:lnTo>
                  <a:pt x="187" y="60"/>
                </a:lnTo>
                <a:lnTo>
                  <a:pt x="187" y="62"/>
                </a:lnTo>
                <a:lnTo>
                  <a:pt x="187" y="64"/>
                </a:lnTo>
                <a:lnTo>
                  <a:pt x="187" y="66"/>
                </a:lnTo>
                <a:close/>
              </a:path>
            </a:pathLst>
          </a:custGeom>
          <a:solidFill>
            <a:srgbClr val="fffd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2" name=""/>
          <p:cNvSpPr/>
          <p:nvPr/>
        </p:nvSpPr>
        <p:spPr>
          <a:xfrm>
            <a:off x="8027640" y="2919240"/>
            <a:ext cx="70200" cy="50400"/>
          </a:xfrm>
          <a:custGeom>
            <a:avLst/>
            <a:gdLst/>
            <a:ahLst/>
            <a:rect l="0" t="0" r="r" b="b"/>
            <a:pathLst>
              <a:path w="195" h="140">
                <a:moveTo>
                  <a:pt x="191" y="69"/>
                </a:moveTo>
                <a:lnTo>
                  <a:pt x="191" y="67"/>
                </a:lnTo>
                <a:lnTo>
                  <a:pt x="191" y="65"/>
                </a:lnTo>
                <a:lnTo>
                  <a:pt x="191" y="63"/>
                </a:lnTo>
                <a:lnTo>
                  <a:pt x="190" y="61"/>
                </a:lnTo>
                <a:lnTo>
                  <a:pt x="190" y="59"/>
                </a:lnTo>
                <a:lnTo>
                  <a:pt x="189" y="57"/>
                </a:lnTo>
                <a:lnTo>
                  <a:pt x="189" y="55"/>
                </a:lnTo>
                <a:lnTo>
                  <a:pt x="188" y="53"/>
                </a:lnTo>
                <a:lnTo>
                  <a:pt x="187" y="51"/>
                </a:lnTo>
                <a:lnTo>
                  <a:pt x="185" y="49"/>
                </a:lnTo>
                <a:lnTo>
                  <a:pt x="185" y="47"/>
                </a:lnTo>
                <a:lnTo>
                  <a:pt x="183" y="45"/>
                </a:lnTo>
                <a:lnTo>
                  <a:pt x="182" y="43"/>
                </a:lnTo>
                <a:lnTo>
                  <a:pt x="181" y="41"/>
                </a:lnTo>
                <a:lnTo>
                  <a:pt x="180" y="39"/>
                </a:lnTo>
                <a:lnTo>
                  <a:pt x="179" y="37"/>
                </a:lnTo>
                <a:lnTo>
                  <a:pt x="177" y="35"/>
                </a:lnTo>
                <a:lnTo>
                  <a:pt x="176" y="34"/>
                </a:lnTo>
                <a:lnTo>
                  <a:pt x="174" y="32"/>
                </a:lnTo>
                <a:lnTo>
                  <a:pt x="172" y="30"/>
                </a:lnTo>
                <a:lnTo>
                  <a:pt x="170" y="28"/>
                </a:lnTo>
                <a:lnTo>
                  <a:pt x="169" y="27"/>
                </a:lnTo>
                <a:lnTo>
                  <a:pt x="167" y="25"/>
                </a:lnTo>
                <a:lnTo>
                  <a:pt x="165" y="24"/>
                </a:lnTo>
                <a:lnTo>
                  <a:pt x="163" y="22"/>
                </a:lnTo>
                <a:lnTo>
                  <a:pt x="161" y="21"/>
                </a:lnTo>
                <a:lnTo>
                  <a:pt x="158" y="19"/>
                </a:lnTo>
                <a:lnTo>
                  <a:pt x="156" y="18"/>
                </a:lnTo>
                <a:lnTo>
                  <a:pt x="154" y="17"/>
                </a:lnTo>
                <a:lnTo>
                  <a:pt x="152" y="15"/>
                </a:lnTo>
                <a:lnTo>
                  <a:pt x="149" y="14"/>
                </a:lnTo>
                <a:lnTo>
                  <a:pt x="147" y="13"/>
                </a:lnTo>
                <a:lnTo>
                  <a:pt x="144" y="12"/>
                </a:lnTo>
                <a:lnTo>
                  <a:pt x="142" y="11"/>
                </a:lnTo>
                <a:lnTo>
                  <a:pt x="139" y="10"/>
                </a:lnTo>
                <a:lnTo>
                  <a:pt x="137" y="9"/>
                </a:lnTo>
                <a:lnTo>
                  <a:pt x="134" y="8"/>
                </a:lnTo>
                <a:lnTo>
                  <a:pt x="131" y="7"/>
                </a:lnTo>
                <a:lnTo>
                  <a:pt x="128" y="7"/>
                </a:lnTo>
                <a:lnTo>
                  <a:pt x="126" y="6"/>
                </a:lnTo>
                <a:lnTo>
                  <a:pt x="123" y="5"/>
                </a:lnTo>
                <a:lnTo>
                  <a:pt x="120" y="5"/>
                </a:lnTo>
                <a:lnTo>
                  <a:pt x="117" y="4"/>
                </a:lnTo>
                <a:lnTo>
                  <a:pt x="114" y="4"/>
                </a:lnTo>
                <a:lnTo>
                  <a:pt x="112" y="3"/>
                </a:lnTo>
                <a:lnTo>
                  <a:pt x="109" y="3"/>
                </a:lnTo>
                <a:lnTo>
                  <a:pt x="106" y="3"/>
                </a:lnTo>
                <a:lnTo>
                  <a:pt x="103" y="3"/>
                </a:lnTo>
                <a:lnTo>
                  <a:pt x="100" y="3"/>
                </a:lnTo>
                <a:lnTo>
                  <a:pt x="97" y="3"/>
                </a:lnTo>
                <a:lnTo>
                  <a:pt x="94" y="3"/>
                </a:lnTo>
                <a:lnTo>
                  <a:pt x="91" y="3"/>
                </a:lnTo>
                <a:lnTo>
                  <a:pt x="88" y="3"/>
                </a:lnTo>
                <a:lnTo>
                  <a:pt x="85" y="3"/>
                </a:lnTo>
                <a:lnTo>
                  <a:pt x="82" y="3"/>
                </a:lnTo>
                <a:lnTo>
                  <a:pt x="80" y="4"/>
                </a:lnTo>
                <a:lnTo>
                  <a:pt x="77" y="4"/>
                </a:lnTo>
                <a:lnTo>
                  <a:pt x="74" y="5"/>
                </a:lnTo>
                <a:lnTo>
                  <a:pt x="71" y="5"/>
                </a:lnTo>
                <a:lnTo>
                  <a:pt x="68" y="6"/>
                </a:lnTo>
                <a:lnTo>
                  <a:pt x="65" y="7"/>
                </a:lnTo>
                <a:lnTo>
                  <a:pt x="63" y="7"/>
                </a:lnTo>
                <a:lnTo>
                  <a:pt x="60" y="8"/>
                </a:lnTo>
                <a:lnTo>
                  <a:pt x="57" y="9"/>
                </a:lnTo>
                <a:lnTo>
                  <a:pt x="55" y="10"/>
                </a:lnTo>
                <a:lnTo>
                  <a:pt x="52" y="11"/>
                </a:lnTo>
                <a:lnTo>
                  <a:pt x="50" y="12"/>
                </a:lnTo>
                <a:lnTo>
                  <a:pt x="47" y="13"/>
                </a:lnTo>
                <a:lnTo>
                  <a:pt x="45" y="14"/>
                </a:lnTo>
                <a:lnTo>
                  <a:pt x="42" y="15"/>
                </a:lnTo>
                <a:lnTo>
                  <a:pt x="40" y="17"/>
                </a:lnTo>
                <a:lnTo>
                  <a:pt x="38" y="18"/>
                </a:lnTo>
                <a:lnTo>
                  <a:pt x="35" y="19"/>
                </a:lnTo>
                <a:lnTo>
                  <a:pt x="33" y="21"/>
                </a:lnTo>
                <a:lnTo>
                  <a:pt x="31" y="22"/>
                </a:lnTo>
                <a:lnTo>
                  <a:pt x="29" y="24"/>
                </a:lnTo>
                <a:lnTo>
                  <a:pt x="27" y="25"/>
                </a:lnTo>
                <a:lnTo>
                  <a:pt x="25" y="27"/>
                </a:lnTo>
                <a:lnTo>
                  <a:pt x="23" y="28"/>
                </a:lnTo>
                <a:lnTo>
                  <a:pt x="22" y="30"/>
                </a:lnTo>
                <a:lnTo>
                  <a:pt x="20" y="32"/>
                </a:lnTo>
                <a:lnTo>
                  <a:pt x="18" y="34"/>
                </a:lnTo>
                <a:lnTo>
                  <a:pt x="17" y="35"/>
                </a:lnTo>
                <a:lnTo>
                  <a:pt x="15" y="37"/>
                </a:lnTo>
                <a:lnTo>
                  <a:pt x="14" y="39"/>
                </a:lnTo>
                <a:lnTo>
                  <a:pt x="13" y="41"/>
                </a:lnTo>
                <a:lnTo>
                  <a:pt x="12" y="43"/>
                </a:lnTo>
                <a:lnTo>
                  <a:pt x="10" y="45"/>
                </a:lnTo>
                <a:lnTo>
                  <a:pt x="9" y="47"/>
                </a:lnTo>
                <a:lnTo>
                  <a:pt x="8" y="49"/>
                </a:lnTo>
                <a:lnTo>
                  <a:pt x="8" y="51"/>
                </a:lnTo>
                <a:lnTo>
                  <a:pt x="7" y="53"/>
                </a:lnTo>
                <a:lnTo>
                  <a:pt x="6" y="55"/>
                </a:lnTo>
                <a:lnTo>
                  <a:pt x="6" y="57"/>
                </a:lnTo>
                <a:lnTo>
                  <a:pt x="5" y="59"/>
                </a:lnTo>
                <a:lnTo>
                  <a:pt x="5" y="61"/>
                </a:lnTo>
                <a:lnTo>
                  <a:pt x="4" y="63"/>
                </a:lnTo>
                <a:lnTo>
                  <a:pt x="4" y="65"/>
                </a:lnTo>
                <a:lnTo>
                  <a:pt x="4" y="67"/>
                </a:lnTo>
                <a:lnTo>
                  <a:pt x="4" y="69"/>
                </a:lnTo>
                <a:lnTo>
                  <a:pt x="4" y="71"/>
                </a:lnTo>
                <a:lnTo>
                  <a:pt x="4" y="73"/>
                </a:lnTo>
                <a:lnTo>
                  <a:pt x="4" y="76"/>
                </a:lnTo>
                <a:lnTo>
                  <a:pt x="5" y="78"/>
                </a:lnTo>
                <a:lnTo>
                  <a:pt x="5" y="80"/>
                </a:lnTo>
                <a:lnTo>
                  <a:pt x="6" y="82"/>
                </a:lnTo>
                <a:lnTo>
                  <a:pt x="6" y="84"/>
                </a:lnTo>
                <a:lnTo>
                  <a:pt x="7" y="86"/>
                </a:lnTo>
                <a:lnTo>
                  <a:pt x="8" y="88"/>
                </a:lnTo>
                <a:lnTo>
                  <a:pt x="8" y="90"/>
                </a:lnTo>
                <a:lnTo>
                  <a:pt x="9" y="92"/>
                </a:lnTo>
                <a:lnTo>
                  <a:pt x="10" y="94"/>
                </a:lnTo>
                <a:lnTo>
                  <a:pt x="12" y="96"/>
                </a:lnTo>
                <a:lnTo>
                  <a:pt x="13" y="98"/>
                </a:lnTo>
                <a:lnTo>
                  <a:pt x="14" y="100"/>
                </a:lnTo>
                <a:lnTo>
                  <a:pt x="15" y="101"/>
                </a:lnTo>
                <a:lnTo>
                  <a:pt x="17" y="104"/>
                </a:lnTo>
                <a:lnTo>
                  <a:pt x="18" y="106"/>
                </a:lnTo>
                <a:lnTo>
                  <a:pt x="20" y="108"/>
                </a:lnTo>
                <a:lnTo>
                  <a:pt x="22" y="109"/>
                </a:lnTo>
                <a:lnTo>
                  <a:pt x="23" y="111"/>
                </a:lnTo>
                <a:lnTo>
                  <a:pt x="25" y="113"/>
                </a:lnTo>
                <a:lnTo>
                  <a:pt x="27" y="114"/>
                </a:lnTo>
                <a:lnTo>
                  <a:pt x="29" y="116"/>
                </a:lnTo>
                <a:lnTo>
                  <a:pt x="31" y="117"/>
                </a:lnTo>
                <a:lnTo>
                  <a:pt x="33" y="119"/>
                </a:lnTo>
                <a:lnTo>
                  <a:pt x="35" y="120"/>
                </a:lnTo>
                <a:lnTo>
                  <a:pt x="38" y="122"/>
                </a:lnTo>
                <a:lnTo>
                  <a:pt x="40" y="123"/>
                </a:lnTo>
                <a:lnTo>
                  <a:pt x="42" y="124"/>
                </a:lnTo>
                <a:lnTo>
                  <a:pt x="45" y="125"/>
                </a:lnTo>
                <a:lnTo>
                  <a:pt x="47" y="127"/>
                </a:lnTo>
                <a:lnTo>
                  <a:pt x="50" y="128"/>
                </a:lnTo>
                <a:lnTo>
                  <a:pt x="52" y="129"/>
                </a:lnTo>
                <a:lnTo>
                  <a:pt x="55" y="130"/>
                </a:lnTo>
                <a:lnTo>
                  <a:pt x="57" y="131"/>
                </a:lnTo>
                <a:lnTo>
                  <a:pt x="60" y="131"/>
                </a:lnTo>
                <a:lnTo>
                  <a:pt x="63" y="132"/>
                </a:lnTo>
                <a:lnTo>
                  <a:pt x="65" y="133"/>
                </a:lnTo>
                <a:lnTo>
                  <a:pt x="68" y="134"/>
                </a:lnTo>
                <a:lnTo>
                  <a:pt x="71" y="134"/>
                </a:lnTo>
                <a:lnTo>
                  <a:pt x="74" y="135"/>
                </a:lnTo>
                <a:lnTo>
                  <a:pt x="77" y="135"/>
                </a:lnTo>
                <a:lnTo>
                  <a:pt x="80" y="136"/>
                </a:lnTo>
                <a:lnTo>
                  <a:pt x="82" y="136"/>
                </a:lnTo>
                <a:lnTo>
                  <a:pt x="85" y="136"/>
                </a:lnTo>
                <a:lnTo>
                  <a:pt x="88" y="137"/>
                </a:lnTo>
                <a:lnTo>
                  <a:pt x="91" y="137"/>
                </a:lnTo>
                <a:lnTo>
                  <a:pt x="94" y="137"/>
                </a:lnTo>
                <a:lnTo>
                  <a:pt x="97" y="137"/>
                </a:lnTo>
                <a:lnTo>
                  <a:pt x="100" y="137"/>
                </a:lnTo>
                <a:lnTo>
                  <a:pt x="103" y="137"/>
                </a:lnTo>
                <a:lnTo>
                  <a:pt x="106" y="137"/>
                </a:lnTo>
                <a:lnTo>
                  <a:pt x="109" y="136"/>
                </a:lnTo>
                <a:lnTo>
                  <a:pt x="112" y="136"/>
                </a:lnTo>
                <a:lnTo>
                  <a:pt x="114" y="136"/>
                </a:lnTo>
                <a:lnTo>
                  <a:pt x="117" y="135"/>
                </a:lnTo>
                <a:lnTo>
                  <a:pt x="120" y="135"/>
                </a:lnTo>
                <a:lnTo>
                  <a:pt x="123" y="134"/>
                </a:lnTo>
                <a:lnTo>
                  <a:pt x="126" y="134"/>
                </a:lnTo>
                <a:lnTo>
                  <a:pt x="128" y="133"/>
                </a:lnTo>
                <a:lnTo>
                  <a:pt x="131" y="132"/>
                </a:lnTo>
                <a:lnTo>
                  <a:pt x="134" y="131"/>
                </a:lnTo>
                <a:lnTo>
                  <a:pt x="137" y="131"/>
                </a:lnTo>
                <a:lnTo>
                  <a:pt x="139" y="130"/>
                </a:lnTo>
                <a:lnTo>
                  <a:pt x="142" y="129"/>
                </a:lnTo>
                <a:lnTo>
                  <a:pt x="144" y="128"/>
                </a:lnTo>
                <a:lnTo>
                  <a:pt x="147" y="127"/>
                </a:lnTo>
                <a:lnTo>
                  <a:pt x="149" y="125"/>
                </a:lnTo>
                <a:lnTo>
                  <a:pt x="152" y="124"/>
                </a:lnTo>
                <a:lnTo>
                  <a:pt x="154" y="123"/>
                </a:lnTo>
                <a:lnTo>
                  <a:pt x="156" y="122"/>
                </a:lnTo>
                <a:lnTo>
                  <a:pt x="158" y="120"/>
                </a:lnTo>
                <a:lnTo>
                  <a:pt x="161" y="119"/>
                </a:lnTo>
                <a:lnTo>
                  <a:pt x="163" y="117"/>
                </a:lnTo>
                <a:lnTo>
                  <a:pt x="165" y="116"/>
                </a:lnTo>
                <a:lnTo>
                  <a:pt x="167" y="114"/>
                </a:lnTo>
                <a:lnTo>
                  <a:pt x="169" y="113"/>
                </a:lnTo>
                <a:lnTo>
                  <a:pt x="170" y="111"/>
                </a:lnTo>
                <a:lnTo>
                  <a:pt x="172" y="109"/>
                </a:lnTo>
                <a:lnTo>
                  <a:pt x="174" y="108"/>
                </a:lnTo>
                <a:lnTo>
                  <a:pt x="176" y="106"/>
                </a:lnTo>
                <a:lnTo>
                  <a:pt x="177" y="104"/>
                </a:lnTo>
                <a:lnTo>
                  <a:pt x="179" y="101"/>
                </a:lnTo>
                <a:lnTo>
                  <a:pt x="180" y="100"/>
                </a:lnTo>
                <a:lnTo>
                  <a:pt x="181" y="98"/>
                </a:lnTo>
                <a:lnTo>
                  <a:pt x="182" y="96"/>
                </a:lnTo>
                <a:lnTo>
                  <a:pt x="183" y="94"/>
                </a:lnTo>
                <a:lnTo>
                  <a:pt x="185" y="92"/>
                </a:lnTo>
                <a:lnTo>
                  <a:pt x="185" y="90"/>
                </a:lnTo>
                <a:lnTo>
                  <a:pt x="187" y="88"/>
                </a:lnTo>
                <a:lnTo>
                  <a:pt x="188" y="86"/>
                </a:lnTo>
                <a:lnTo>
                  <a:pt x="189" y="84"/>
                </a:lnTo>
                <a:lnTo>
                  <a:pt x="189" y="82"/>
                </a:lnTo>
                <a:lnTo>
                  <a:pt x="190" y="80"/>
                </a:lnTo>
                <a:lnTo>
                  <a:pt x="190" y="78"/>
                </a:lnTo>
                <a:lnTo>
                  <a:pt x="191" y="76"/>
                </a:lnTo>
                <a:lnTo>
                  <a:pt x="191" y="73"/>
                </a:lnTo>
                <a:lnTo>
                  <a:pt x="191" y="71"/>
                </a:lnTo>
                <a:lnTo>
                  <a:pt x="191" y="69"/>
                </a:lnTo>
                <a:moveTo>
                  <a:pt x="195" y="69"/>
                </a:moveTo>
                <a:lnTo>
                  <a:pt x="195" y="71"/>
                </a:lnTo>
                <a:lnTo>
                  <a:pt x="195" y="74"/>
                </a:lnTo>
                <a:lnTo>
                  <a:pt x="194" y="76"/>
                </a:lnTo>
                <a:lnTo>
                  <a:pt x="194" y="78"/>
                </a:lnTo>
                <a:lnTo>
                  <a:pt x="194" y="80"/>
                </a:lnTo>
                <a:lnTo>
                  <a:pt x="193" y="82"/>
                </a:lnTo>
                <a:lnTo>
                  <a:pt x="193" y="84"/>
                </a:lnTo>
                <a:lnTo>
                  <a:pt x="192" y="87"/>
                </a:lnTo>
                <a:lnTo>
                  <a:pt x="191" y="89"/>
                </a:lnTo>
                <a:lnTo>
                  <a:pt x="190" y="91"/>
                </a:lnTo>
                <a:lnTo>
                  <a:pt x="189" y="93"/>
                </a:lnTo>
                <a:lnTo>
                  <a:pt x="188" y="95"/>
                </a:lnTo>
                <a:lnTo>
                  <a:pt x="187" y="97"/>
                </a:lnTo>
                <a:lnTo>
                  <a:pt x="185" y="99"/>
                </a:lnTo>
                <a:lnTo>
                  <a:pt x="183" y="101"/>
                </a:lnTo>
                <a:lnTo>
                  <a:pt x="182" y="104"/>
                </a:lnTo>
                <a:lnTo>
                  <a:pt x="180" y="106"/>
                </a:lnTo>
                <a:lnTo>
                  <a:pt x="179" y="108"/>
                </a:lnTo>
                <a:lnTo>
                  <a:pt x="177" y="109"/>
                </a:lnTo>
                <a:lnTo>
                  <a:pt x="175" y="111"/>
                </a:lnTo>
                <a:lnTo>
                  <a:pt x="174" y="113"/>
                </a:lnTo>
                <a:lnTo>
                  <a:pt x="172" y="115"/>
                </a:lnTo>
                <a:lnTo>
                  <a:pt x="170" y="116"/>
                </a:lnTo>
                <a:lnTo>
                  <a:pt x="168" y="118"/>
                </a:lnTo>
                <a:lnTo>
                  <a:pt x="166" y="119"/>
                </a:lnTo>
                <a:lnTo>
                  <a:pt x="163" y="121"/>
                </a:lnTo>
                <a:lnTo>
                  <a:pt x="161" y="122"/>
                </a:lnTo>
                <a:lnTo>
                  <a:pt x="159" y="124"/>
                </a:lnTo>
                <a:lnTo>
                  <a:pt x="156" y="125"/>
                </a:lnTo>
                <a:lnTo>
                  <a:pt x="154" y="126"/>
                </a:lnTo>
                <a:lnTo>
                  <a:pt x="151" y="128"/>
                </a:lnTo>
                <a:lnTo>
                  <a:pt x="149" y="129"/>
                </a:lnTo>
                <a:lnTo>
                  <a:pt x="146" y="130"/>
                </a:lnTo>
                <a:lnTo>
                  <a:pt x="144" y="131"/>
                </a:lnTo>
                <a:lnTo>
                  <a:pt x="141" y="132"/>
                </a:lnTo>
                <a:lnTo>
                  <a:pt x="138" y="133"/>
                </a:lnTo>
                <a:lnTo>
                  <a:pt x="135" y="134"/>
                </a:lnTo>
                <a:lnTo>
                  <a:pt x="133" y="135"/>
                </a:lnTo>
                <a:lnTo>
                  <a:pt x="130" y="136"/>
                </a:lnTo>
                <a:lnTo>
                  <a:pt x="127" y="136"/>
                </a:lnTo>
                <a:lnTo>
                  <a:pt x="124" y="137"/>
                </a:lnTo>
                <a:lnTo>
                  <a:pt x="121" y="138"/>
                </a:lnTo>
                <a:lnTo>
                  <a:pt x="118" y="138"/>
                </a:lnTo>
                <a:lnTo>
                  <a:pt x="115" y="139"/>
                </a:lnTo>
                <a:lnTo>
                  <a:pt x="112" y="139"/>
                </a:lnTo>
                <a:lnTo>
                  <a:pt x="109" y="139"/>
                </a:lnTo>
                <a:lnTo>
                  <a:pt x="106" y="139"/>
                </a:lnTo>
                <a:lnTo>
                  <a:pt x="103" y="140"/>
                </a:lnTo>
                <a:lnTo>
                  <a:pt x="100" y="140"/>
                </a:lnTo>
                <a:lnTo>
                  <a:pt x="97" y="140"/>
                </a:lnTo>
                <a:lnTo>
                  <a:pt x="94" y="140"/>
                </a:lnTo>
                <a:lnTo>
                  <a:pt x="91" y="140"/>
                </a:lnTo>
                <a:lnTo>
                  <a:pt x="88" y="139"/>
                </a:lnTo>
                <a:lnTo>
                  <a:pt x="85" y="139"/>
                </a:lnTo>
                <a:lnTo>
                  <a:pt x="82" y="139"/>
                </a:lnTo>
                <a:lnTo>
                  <a:pt x="79" y="139"/>
                </a:lnTo>
                <a:lnTo>
                  <a:pt x="76" y="138"/>
                </a:lnTo>
                <a:lnTo>
                  <a:pt x="73" y="138"/>
                </a:lnTo>
                <a:lnTo>
                  <a:pt x="70" y="137"/>
                </a:lnTo>
                <a:lnTo>
                  <a:pt x="67" y="136"/>
                </a:lnTo>
                <a:lnTo>
                  <a:pt x="64" y="136"/>
                </a:lnTo>
                <a:lnTo>
                  <a:pt x="61" y="135"/>
                </a:lnTo>
                <a:lnTo>
                  <a:pt x="58" y="134"/>
                </a:lnTo>
                <a:lnTo>
                  <a:pt x="56" y="133"/>
                </a:lnTo>
                <a:lnTo>
                  <a:pt x="53" y="132"/>
                </a:lnTo>
                <a:lnTo>
                  <a:pt x="50" y="131"/>
                </a:lnTo>
                <a:lnTo>
                  <a:pt x="48" y="130"/>
                </a:lnTo>
                <a:lnTo>
                  <a:pt x="45" y="129"/>
                </a:lnTo>
                <a:lnTo>
                  <a:pt x="42" y="128"/>
                </a:lnTo>
                <a:lnTo>
                  <a:pt x="40" y="126"/>
                </a:lnTo>
                <a:lnTo>
                  <a:pt x="38" y="125"/>
                </a:lnTo>
                <a:lnTo>
                  <a:pt x="35" y="124"/>
                </a:lnTo>
                <a:lnTo>
                  <a:pt x="33" y="122"/>
                </a:lnTo>
                <a:lnTo>
                  <a:pt x="31" y="121"/>
                </a:lnTo>
                <a:lnTo>
                  <a:pt x="28" y="119"/>
                </a:lnTo>
                <a:lnTo>
                  <a:pt x="26" y="118"/>
                </a:lnTo>
                <a:lnTo>
                  <a:pt x="24" y="116"/>
                </a:lnTo>
                <a:lnTo>
                  <a:pt x="22" y="115"/>
                </a:lnTo>
                <a:lnTo>
                  <a:pt x="20" y="113"/>
                </a:lnTo>
                <a:lnTo>
                  <a:pt x="19" y="111"/>
                </a:lnTo>
                <a:lnTo>
                  <a:pt x="17" y="109"/>
                </a:lnTo>
                <a:lnTo>
                  <a:pt x="15" y="108"/>
                </a:lnTo>
                <a:lnTo>
                  <a:pt x="14" y="106"/>
                </a:lnTo>
                <a:lnTo>
                  <a:pt x="12" y="104"/>
                </a:lnTo>
                <a:lnTo>
                  <a:pt x="11" y="101"/>
                </a:lnTo>
                <a:lnTo>
                  <a:pt x="9" y="99"/>
                </a:lnTo>
                <a:lnTo>
                  <a:pt x="8" y="97"/>
                </a:lnTo>
                <a:lnTo>
                  <a:pt x="7" y="95"/>
                </a:lnTo>
                <a:lnTo>
                  <a:pt x="6" y="93"/>
                </a:lnTo>
                <a:lnTo>
                  <a:pt x="5" y="91"/>
                </a:lnTo>
                <a:lnTo>
                  <a:pt x="4" y="89"/>
                </a:lnTo>
                <a:lnTo>
                  <a:pt x="3" y="87"/>
                </a:lnTo>
                <a:lnTo>
                  <a:pt x="2" y="84"/>
                </a:lnTo>
                <a:lnTo>
                  <a:pt x="2" y="82"/>
                </a:lnTo>
                <a:lnTo>
                  <a:pt x="1" y="80"/>
                </a:lnTo>
                <a:lnTo>
                  <a:pt x="1" y="78"/>
                </a:lnTo>
                <a:lnTo>
                  <a:pt x="0" y="76"/>
                </a:lnTo>
                <a:lnTo>
                  <a:pt x="0" y="74"/>
                </a:lnTo>
                <a:lnTo>
                  <a:pt x="0" y="71"/>
                </a:lnTo>
                <a:lnTo>
                  <a:pt x="0" y="69"/>
                </a:lnTo>
                <a:lnTo>
                  <a:pt x="0" y="67"/>
                </a:lnTo>
                <a:lnTo>
                  <a:pt x="0" y="65"/>
                </a:lnTo>
                <a:lnTo>
                  <a:pt x="0" y="63"/>
                </a:lnTo>
                <a:lnTo>
                  <a:pt x="1" y="61"/>
                </a:lnTo>
                <a:lnTo>
                  <a:pt x="1" y="58"/>
                </a:lnTo>
                <a:lnTo>
                  <a:pt x="2" y="56"/>
                </a:lnTo>
                <a:lnTo>
                  <a:pt x="2" y="54"/>
                </a:lnTo>
                <a:lnTo>
                  <a:pt x="3" y="52"/>
                </a:lnTo>
                <a:lnTo>
                  <a:pt x="4" y="50"/>
                </a:lnTo>
                <a:lnTo>
                  <a:pt x="5" y="48"/>
                </a:lnTo>
                <a:lnTo>
                  <a:pt x="6" y="46"/>
                </a:lnTo>
                <a:lnTo>
                  <a:pt x="7" y="44"/>
                </a:lnTo>
                <a:lnTo>
                  <a:pt x="8" y="42"/>
                </a:lnTo>
                <a:lnTo>
                  <a:pt x="9" y="40"/>
                </a:lnTo>
                <a:lnTo>
                  <a:pt x="11" y="38"/>
                </a:lnTo>
                <a:lnTo>
                  <a:pt x="12" y="36"/>
                </a:lnTo>
                <a:lnTo>
                  <a:pt x="14" y="34"/>
                </a:lnTo>
                <a:lnTo>
                  <a:pt x="15" y="32"/>
                </a:lnTo>
                <a:lnTo>
                  <a:pt x="17" y="30"/>
                </a:lnTo>
                <a:lnTo>
                  <a:pt x="19" y="28"/>
                </a:lnTo>
                <a:lnTo>
                  <a:pt x="20" y="27"/>
                </a:lnTo>
                <a:lnTo>
                  <a:pt x="22" y="25"/>
                </a:lnTo>
                <a:lnTo>
                  <a:pt x="24" y="23"/>
                </a:lnTo>
                <a:lnTo>
                  <a:pt x="26" y="22"/>
                </a:lnTo>
                <a:lnTo>
                  <a:pt x="28" y="20"/>
                </a:lnTo>
                <a:lnTo>
                  <a:pt x="31" y="19"/>
                </a:lnTo>
                <a:lnTo>
                  <a:pt x="33" y="17"/>
                </a:lnTo>
                <a:lnTo>
                  <a:pt x="35" y="16"/>
                </a:lnTo>
                <a:lnTo>
                  <a:pt x="38" y="14"/>
                </a:lnTo>
                <a:lnTo>
                  <a:pt x="40" y="13"/>
                </a:lnTo>
                <a:lnTo>
                  <a:pt x="42" y="12"/>
                </a:lnTo>
                <a:lnTo>
                  <a:pt x="45" y="11"/>
                </a:lnTo>
                <a:lnTo>
                  <a:pt x="48" y="10"/>
                </a:lnTo>
                <a:lnTo>
                  <a:pt x="50" y="8"/>
                </a:lnTo>
                <a:lnTo>
                  <a:pt x="53" y="7"/>
                </a:lnTo>
                <a:lnTo>
                  <a:pt x="56" y="6"/>
                </a:lnTo>
                <a:lnTo>
                  <a:pt x="58" y="6"/>
                </a:lnTo>
                <a:lnTo>
                  <a:pt x="61" y="5"/>
                </a:lnTo>
                <a:lnTo>
                  <a:pt x="64" y="4"/>
                </a:lnTo>
                <a:lnTo>
                  <a:pt x="67" y="3"/>
                </a:lnTo>
                <a:lnTo>
                  <a:pt x="70" y="3"/>
                </a:lnTo>
                <a:lnTo>
                  <a:pt x="73" y="2"/>
                </a:lnTo>
                <a:lnTo>
                  <a:pt x="76" y="2"/>
                </a:lnTo>
                <a:lnTo>
                  <a:pt x="79" y="1"/>
                </a:lnTo>
                <a:lnTo>
                  <a:pt x="82" y="1"/>
                </a:lnTo>
                <a:lnTo>
                  <a:pt x="85" y="0"/>
                </a:lnTo>
                <a:lnTo>
                  <a:pt x="88" y="0"/>
                </a:lnTo>
                <a:lnTo>
                  <a:pt x="91" y="0"/>
                </a:lnTo>
                <a:lnTo>
                  <a:pt x="94" y="0"/>
                </a:lnTo>
                <a:lnTo>
                  <a:pt x="97" y="0"/>
                </a:lnTo>
                <a:lnTo>
                  <a:pt x="100" y="0"/>
                </a:lnTo>
                <a:lnTo>
                  <a:pt x="103" y="0"/>
                </a:lnTo>
                <a:lnTo>
                  <a:pt x="106" y="0"/>
                </a:lnTo>
                <a:lnTo>
                  <a:pt x="109" y="0"/>
                </a:lnTo>
                <a:lnTo>
                  <a:pt x="112" y="1"/>
                </a:lnTo>
                <a:lnTo>
                  <a:pt x="115" y="1"/>
                </a:lnTo>
                <a:lnTo>
                  <a:pt x="118" y="2"/>
                </a:lnTo>
                <a:lnTo>
                  <a:pt x="121" y="2"/>
                </a:lnTo>
                <a:lnTo>
                  <a:pt x="124" y="3"/>
                </a:lnTo>
                <a:lnTo>
                  <a:pt x="127" y="3"/>
                </a:lnTo>
                <a:lnTo>
                  <a:pt x="130" y="4"/>
                </a:lnTo>
                <a:lnTo>
                  <a:pt x="133" y="5"/>
                </a:lnTo>
                <a:lnTo>
                  <a:pt x="135" y="6"/>
                </a:lnTo>
                <a:lnTo>
                  <a:pt x="138" y="6"/>
                </a:lnTo>
                <a:lnTo>
                  <a:pt x="141" y="7"/>
                </a:lnTo>
                <a:lnTo>
                  <a:pt x="144" y="8"/>
                </a:lnTo>
                <a:lnTo>
                  <a:pt x="146" y="10"/>
                </a:lnTo>
                <a:lnTo>
                  <a:pt x="149" y="11"/>
                </a:lnTo>
                <a:lnTo>
                  <a:pt x="151" y="12"/>
                </a:lnTo>
                <a:lnTo>
                  <a:pt x="154" y="13"/>
                </a:lnTo>
                <a:lnTo>
                  <a:pt x="156" y="14"/>
                </a:lnTo>
                <a:lnTo>
                  <a:pt x="159" y="16"/>
                </a:lnTo>
                <a:lnTo>
                  <a:pt x="161" y="17"/>
                </a:lnTo>
                <a:lnTo>
                  <a:pt x="163" y="19"/>
                </a:lnTo>
                <a:lnTo>
                  <a:pt x="166" y="20"/>
                </a:lnTo>
                <a:lnTo>
                  <a:pt x="168" y="22"/>
                </a:lnTo>
                <a:lnTo>
                  <a:pt x="170" y="23"/>
                </a:lnTo>
                <a:lnTo>
                  <a:pt x="172" y="25"/>
                </a:lnTo>
                <a:lnTo>
                  <a:pt x="174" y="27"/>
                </a:lnTo>
                <a:lnTo>
                  <a:pt x="175" y="28"/>
                </a:lnTo>
                <a:lnTo>
                  <a:pt x="177" y="30"/>
                </a:lnTo>
                <a:lnTo>
                  <a:pt x="179" y="32"/>
                </a:lnTo>
                <a:lnTo>
                  <a:pt x="180" y="34"/>
                </a:lnTo>
                <a:lnTo>
                  <a:pt x="182" y="36"/>
                </a:lnTo>
                <a:lnTo>
                  <a:pt x="183" y="38"/>
                </a:lnTo>
                <a:lnTo>
                  <a:pt x="185" y="40"/>
                </a:lnTo>
                <a:lnTo>
                  <a:pt x="187" y="42"/>
                </a:lnTo>
                <a:lnTo>
                  <a:pt x="188" y="44"/>
                </a:lnTo>
                <a:lnTo>
                  <a:pt x="189" y="46"/>
                </a:lnTo>
                <a:lnTo>
                  <a:pt x="190" y="48"/>
                </a:lnTo>
                <a:lnTo>
                  <a:pt x="191" y="50"/>
                </a:lnTo>
                <a:lnTo>
                  <a:pt x="192" y="52"/>
                </a:lnTo>
                <a:lnTo>
                  <a:pt x="193" y="54"/>
                </a:lnTo>
                <a:lnTo>
                  <a:pt x="193" y="56"/>
                </a:lnTo>
                <a:lnTo>
                  <a:pt x="194" y="58"/>
                </a:lnTo>
                <a:lnTo>
                  <a:pt x="194" y="61"/>
                </a:lnTo>
                <a:lnTo>
                  <a:pt x="194" y="63"/>
                </a:lnTo>
                <a:lnTo>
                  <a:pt x="195" y="65"/>
                </a:lnTo>
                <a:lnTo>
                  <a:pt x="195" y="67"/>
                </a:lnTo>
                <a:lnTo>
                  <a:pt x="195" y="69"/>
                </a:lnTo>
                <a:close/>
              </a:path>
            </a:pathLst>
          </a:custGeom>
          <a:solidFill>
            <a:srgbClr val="fffd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3" name=""/>
          <p:cNvSpPr/>
          <p:nvPr/>
        </p:nvSpPr>
        <p:spPr>
          <a:xfrm>
            <a:off x="8026200" y="2918160"/>
            <a:ext cx="73080" cy="52560"/>
          </a:xfrm>
          <a:custGeom>
            <a:avLst/>
            <a:gdLst/>
            <a:ahLst/>
            <a:rect l="0" t="0" r="r" b="b"/>
            <a:pathLst>
              <a:path w="203" h="146">
                <a:moveTo>
                  <a:pt x="199" y="73"/>
                </a:moveTo>
                <a:lnTo>
                  <a:pt x="199" y="71"/>
                </a:lnTo>
                <a:lnTo>
                  <a:pt x="199" y="69"/>
                </a:lnTo>
                <a:lnTo>
                  <a:pt x="198" y="67"/>
                </a:lnTo>
                <a:lnTo>
                  <a:pt x="198" y="65"/>
                </a:lnTo>
                <a:lnTo>
                  <a:pt x="198" y="62"/>
                </a:lnTo>
                <a:lnTo>
                  <a:pt x="197" y="60"/>
                </a:lnTo>
                <a:lnTo>
                  <a:pt x="197" y="58"/>
                </a:lnTo>
                <a:lnTo>
                  <a:pt x="196" y="56"/>
                </a:lnTo>
                <a:lnTo>
                  <a:pt x="195" y="54"/>
                </a:lnTo>
                <a:lnTo>
                  <a:pt x="194" y="52"/>
                </a:lnTo>
                <a:lnTo>
                  <a:pt x="193" y="50"/>
                </a:lnTo>
                <a:lnTo>
                  <a:pt x="192" y="48"/>
                </a:lnTo>
                <a:lnTo>
                  <a:pt x="191" y="46"/>
                </a:lnTo>
                <a:lnTo>
                  <a:pt x="190" y="44"/>
                </a:lnTo>
                <a:lnTo>
                  <a:pt x="188" y="42"/>
                </a:lnTo>
                <a:lnTo>
                  <a:pt x="187" y="40"/>
                </a:lnTo>
                <a:lnTo>
                  <a:pt x="185" y="38"/>
                </a:lnTo>
                <a:lnTo>
                  <a:pt x="184" y="36"/>
                </a:lnTo>
                <a:lnTo>
                  <a:pt x="182" y="34"/>
                </a:lnTo>
                <a:lnTo>
                  <a:pt x="180" y="32"/>
                </a:lnTo>
                <a:lnTo>
                  <a:pt x="179" y="31"/>
                </a:lnTo>
                <a:lnTo>
                  <a:pt x="177" y="28"/>
                </a:lnTo>
                <a:lnTo>
                  <a:pt x="175" y="26"/>
                </a:lnTo>
                <a:lnTo>
                  <a:pt x="173" y="25"/>
                </a:lnTo>
                <a:lnTo>
                  <a:pt x="171" y="23"/>
                </a:lnTo>
                <a:lnTo>
                  <a:pt x="168" y="22"/>
                </a:lnTo>
                <a:lnTo>
                  <a:pt x="166" y="20"/>
                </a:lnTo>
                <a:lnTo>
                  <a:pt x="164" y="19"/>
                </a:lnTo>
                <a:lnTo>
                  <a:pt x="161" y="17"/>
                </a:lnTo>
                <a:lnTo>
                  <a:pt x="159" y="16"/>
                </a:lnTo>
                <a:lnTo>
                  <a:pt x="156" y="15"/>
                </a:lnTo>
                <a:lnTo>
                  <a:pt x="154" y="14"/>
                </a:lnTo>
                <a:lnTo>
                  <a:pt x="151" y="13"/>
                </a:lnTo>
                <a:lnTo>
                  <a:pt x="149" y="11"/>
                </a:lnTo>
                <a:lnTo>
                  <a:pt x="146" y="10"/>
                </a:lnTo>
                <a:lnTo>
                  <a:pt x="143" y="9"/>
                </a:lnTo>
                <a:lnTo>
                  <a:pt x="140" y="9"/>
                </a:lnTo>
                <a:lnTo>
                  <a:pt x="138" y="8"/>
                </a:lnTo>
                <a:lnTo>
                  <a:pt x="135" y="7"/>
                </a:lnTo>
                <a:lnTo>
                  <a:pt x="132" y="6"/>
                </a:lnTo>
                <a:lnTo>
                  <a:pt x="129" y="6"/>
                </a:lnTo>
                <a:lnTo>
                  <a:pt x="126" y="5"/>
                </a:lnTo>
                <a:lnTo>
                  <a:pt x="123" y="5"/>
                </a:lnTo>
                <a:lnTo>
                  <a:pt x="120" y="4"/>
                </a:lnTo>
                <a:lnTo>
                  <a:pt x="116" y="4"/>
                </a:lnTo>
                <a:lnTo>
                  <a:pt x="113" y="3"/>
                </a:lnTo>
                <a:lnTo>
                  <a:pt x="110" y="3"/>
                </a:lnTo>
                <a:lnTo>
                  <a:pt x="107" y="3"/>
                </a:lnTo>
                <a:lnTo>
                  <a:pt x="104" y="3"/>
                </a:lnTo>
                <a:lnTo>
                  <a:pt x="101" y="3"/>
                </a:lnTo>
                <a:lnTo>
                  <a:pt x="98" y="3"/>
                </a:lnTo>
                <a:lnTo>
                  <a:pt x="95" y="3"/>
                </a:lnTo>
                <a:lnTo>
                  <a:pt x="92" y="3"/>
                </a:lnTo>
                <a:lnTo>
                  <a:pt x="89" y="3"/>
                </a:lnTo>
                <a:lnTo>
                  <a:pt x="86" y="4"/>
                </a:lnTo>
                <a:lnTo>
                  <a:pt x="83" y="4"/>
                </a:lnTo>
                <a:lnTo>
                  <a:pt x="80" y="5"/>
                </a:lnTo>
                <a:lnTo>
                  <a:pt x="77" y="5"/>
                </a:lnTo>
                <a:lnTo>
                  <a:pt x="74" y="6"/>
                </a:lnTo>
                <a:lnTo>
                  <a:pt x="71" y="6"/>
                </a:lnTo>
                <a:lnTo>
                  <a:pt x="68" y="7"/>
                </a:lnTo>
                <a:lnTo>
                  <a:pt x="65" y="8"/>
                </a:lnTo>
                <a:lnTo>
                  <a:pt x="62" y="9"/>
                </a:lnTo>
                <a:lnTo>
                  <a:pt x="60" y="9"/>
                </a:lnTo>
                <a:lnTo>
                  <a:pt x="57" y="10"/>
                </a:lnTo>
                <a:lnTo>
                  <a:pt x="54" y="11"/>
                </a:lnTo>
                <a:lnTo>
                  <a:pt x="52" y="13"/>
                </a:lnTo>
                <a:lnTo>
                  <a:pt x="49" y="14"/>
                </a:lnTo>
                <a:lnTo>
                  <a:pt x="46" y="15"/>
                </a:lnTo>
                <a:lnTo>
                  <a:pt x="44" y="16"/>
                </a:lnTo>
                <a:lnTo>
                  <a:pt x="42" y="17"/>
                </a:lnTo>
                <a:lnTo>
                  <a:pt x="39" y="19"/>
                </a:lnTo>
                <a:lnTo>
                  <a:pt x="37" y="20"/>
                </a:lnTo>
                <a:lnTo>
                  <a:pt x="35" y="22"/>
                </a:lnTo>
                <a:lnTo>
                  <a:pt x="32" y="23"/>
                </a:lnTo>
                <a:lnTo>
                  <a:pt x="30" y="25"/>
                </a:lnTo>
                <a:lnTo>
                  <a:pt x="28" y="26"/>
                </a:lnTo>
                <a:lnTo>
                  <a:pt x="26" y="28"/>
                </a:lnTo>
                <a:lnTo>
                  <a:pt x="24" y="31"/>
                </a:lnTo>
                <a:lnTo>
                  <a:pt x="23" y="32"/>
                </a:lnTo>
                <a:lnTo>
                  <a:pt x="21" y="34"/>
                </a:lnTo>
                <a:lnTo>
                  <a:pt x="19" y="36"/>
                </a:lnTo>
                <a:lnTo>
                  <a:pt x="18" y="38"/>
                </a:lnTo>
                <a:lnTo>
                  <a:pt x="16" y="40"/>
                </a:lnTo>
                <a:lnTo>
                  <a:pt x="15" y="42"/>
                </a:lnTo>
                <a:lnTo>
                  <a:pt x="13" y="44"/>
                </a:lnTo>
                <a:lnTo>
                  <a:pt x="12" y="46"/>
                </a:lnTo>
                <a:lnTo>
                  <a:pt x="11" y="48"/>
                </a:lnTo>
                <a:lnTo>
                  <a:pt x="10" y="50"/>
                </a:lnTo>
                <a:lnTo>
                  <a:pt x="9" y="52"/>
                </a:lnTo>
                <a:lnTo>
                  <a:pt x="8" y="54"/>
                </a:lnTo>
                <a:lnTo>
                  <a:pt x="7" y="56"/>
                </a:lnTo>
                <a:lnTo>
                  <a:pt x="6" y="58"/>
                </a:lnTo>
                <a:lnTo>
                  <a:pt x="6" y="60"/>
                </a:lnTo>
                <a:lnTo>
                  <a:pt x="5" y="62"/>
                </a:lnTo>
                <a:lnTo>
                  <a:pt x="5" y="65"/>
                </a:lnTo>
                <a:lnTo>
                  <a:pt x="4" y="67"/>
                </a:lnTo>
                <a:lnTo>
                  <a:pt x="4" y="69"/>
                </a:lnTo>
                <a:lnTo>
                  <a:pt x="4" y="71"/>
                </a:lnTo>
                <a:lnTo>
                  <a:pt x="4" y="73"/>
                </a:lnTo>
                <a:lnTo>
                  <a:pt x="4" y="75"/>
                </a:lnTo>
                <a:lnTo>
                  <a:pt x="4" y="78"/>
                </a:lnTo>
                <a:lnTo>
                  <a:pt x="4" y="80"/>
                </a:lnTo>
                <a:lnTo>
                  <a:pt x="5" y="82"/>
                </a:lnTo>
                <a:lnTo>
                  <a:pt x="5" y="84"/>
                </a:lnTo>
                <a:lnTo>
                  <a:pt x="6" y="86"/>
                </a:lnTo>
                <a:lnTo>
                  <a:pt x="6" y="88"/>
                </a:lnTo>
                <a:lnTo>
                  <a:pt x="7" y="91"/>
                </a:lnTo>
                <a:lnTo>
                  <a:pt x="8" y="93"/>
                </a:lnTo>
                <a:lnTo>
                  <a:pt x="9" y="95"/>
                </a:lnTo>
                <a:lnTo>
                  <a:pt x="10" y="97"/>
                </a:lnTo>
                <a:lnTo>
                  <a:pt x="11" y="99"/>
                </a:lnTo>
                <a:lnTo>
                  <a:pt x="12" y="101"/>
                </a:lnTo>
                <a:lnTo>
                  <a:pt x="13" y="103"/>
                </a:lnTo>
                <a:lnTo>
                  <a:pt x="15" y="105"/>
                </a:lnTo>
                <a:lnTo>
                  <a:pt x="16" y="107"/>
                </a:lnTo>
                <a:lnTo>
                  <a:pt x="18" y="109"/>
                </a:lnTo>
                <a:lnTo>
                  <a:pt x="19" y="111"/>
                </a:lnTo>
                <a:lnTo>
                  <a:pt x="21" y="112"/>
                </a:lnTo>
                <a:lnTo>
                  <a:pt x="23" y="114"/>
                </a:lnTo>
                <a:lnTo>
                  <a:pt x="24" y="116"/>
                </a:lnTo>
                <a:lnTo>
                  <a:pt x="26" y="118"/>
                </a:lnTo>
                <a:lnTo>
                  <a:pt x="28" y="119"/>
                </a:lnTo>
                <a:lnTo>
                  <a:pt x="30" y="121"/>
                </a:lnTo>
                <a:lnTo>
                  <a:pt x="32" y="122"/>
                </a:lnTo>
                <a:lnTo>
                  <a:pt x="35" y="124"/>
                </a:lnTo>
                <a:lnTo>
                  <a:pt x="37" y="125"/>
                </a:lnTo>
                <a:lnTo>
                  <a:pt x="39" y="127"/>
                </a:lnTo>
                <a:lnTo>
                  <a:pt x="42" y="128"/>
                </a:lnTo>
                <a:lnTo>
                  <a:pt x="44" y="129"/>
                </a:lnTo>
                <a:lnTo>
                  <a:pt x="46" y="131"/>
                </a:lnTo>
                <a:lnTo>
                  <a:pt x="49" y="132"/>
                </a:lnTo>
                <a:lnTo>
                  <a:pt x="52" y="133"/>
                </a:lnTo>
                <a:lnTo>
                  <a:pt x="54" y="134"/>
                </a:lnTo>
                <a:lnTo>
                  <a:pt x="57" y="135"/>
                </a:lnTo>
                <a:lnTo>
                  <a:pt x="60" y="136"/>
                </a:lnTo>
                <a:lnTo>
                  <a:pt x="62" y="137"/>
                </a:lnTo>
                <a:lnTo>
                  <a:pt x="65" y="138"/>
                </a:lnTo>
                <a:lnTo>
                  <a:pt x="68" y="139"/>
                </a:lnTo>
                <a:lnTo>
                  <a:pt x="71" y="139"/>
                </a:lnTo>
                <a:lnTo>
                  <a:pt x="74" y="140"/>
                </a:lnTo>
                <a:lnTo>
                  <a:pt x="77" y="141"/>
                </a:lnTo>
                <a:lnTo>
                  <a:pt x="80" y="141"/>
                </a:lnTo>
                <a:lnTo>
                  <a:pt x="83" y="142"/>
                </a:lnTo>
                <a:lnTo>
                  <a:pt x="86" y="142"/>
                </a:lnTo>
                <a:lnTo>
                  <a:pt x="89" y="142"/>
                </a:lnTo>
                <a:lnTo>
                  <a:pt x="92" y="142"/>
                </a:lnTo>
                <a:lnTo>
                  <a:pt x="95" y="143"/>
                </a:lnTo>
                <a:lnTo>
                  <a:pt x="98" y="143"/>
                </a:lnTo>
                <a:lnTo>
                  <a:pt x="101" y="143"/>
                </a:lnTo>
                <a:lnTo>
                  <a:pt x="104" y="143"/>
                </a:lnTo>
                <a:lnTo>
                  <a:pt x="107" y="143"/>
                </a:lnTo>
                <a:lnTo>
                  <a:pt x="110" y="142"/>
                </a:lnTo>
                <a:lnTo>
                  <a:pt x="113" y="142"/>
                </a:lnTo>
                <a:lnTo>
                  <a:pt x="116" y="142"/>
                </a:lnTo>
                <a:lnTo>
                  <a:pt x="120" y="142"/>
                </a:lnTo>
                <a:lnTo>
                  <a:pt x="123" y="141"/>
                </a:lnTo>
                <a:lnTo>
                  <a:pt x="126" y="141"/>
                </a:lnTo>
                <a:lnTo>
                  <a:pt x="129" y="140"/>
                </a:lnTo>
                <a:lnTo>
                  <a:pt x="132" y="139"/>
                </a:lnTo>
                <a:lnTo>
                  <a:pt x="135" y="139"/>
                </a:lnTo>
                <a:lnTo>
                  <a:pt x="138" y="138"/>
                </a:lnTo>
                <a:lnTo>
                  <a:pt x="140" y="137"/>
                </a:lnTo>
                <a:lnTo>
                  <a:pt x="143" y="136"/>
                </a:lnTo>
                <a:lnTo>
                  <a:pt x="146" y="135"/>
                </a:lnTo>
                <a:lnTo>
                  <a:pt x="149" y="134"/>
                </a:lnTo>
                <a:lnTo>
                  <a:pt x="151" y="133"/>
                </a:lnTo>
                <a:lnTo>
                  <a:pt x="154" y="132"/>
                </a:lnTo>
                <a:lnTo>
                  <a:pt x="156" y="131"/>
                </a:lnTo>
                <a:lnTo>
                  <a:pt x="159" y="129"/>
                </a:lnTo>
                <a:lnTo>
                  <a:pt x="161" y="128"/>
                </a:lnTo>
                <a:lnTo>
                  <a:pt x="164" y="127"/>
                </a:lnTo>
                <a:lnTo>
                  <a:pt x="166" y="125"/>
                </a:lnTo>
                <a:lnTo>
                  <a:pt x="168" y="124"/>
                </a:lnTo>
                <a:lnTo>
                  <a:pt x="171" y="122"/>
                </a:lnTo>
                <a:lnTo>
                  <a:pt x="173" y="121"/>
                </a:lnTo>
                <a:lnTo>
                  <a:pt x="175" y="119"/>
                </a:lnTo>
                <a:lnTo>
                  <a:pt x="177" y="118"/>
                </a:lnTo>
                <a:lnTo>
                  <a:pt x="179" y="116"/>
                </a:lnTo>
                <a:lnTo>
                  <a:pt x="180" y="114"/>
                </a:lnTo>
                <a:lnTo>
                  <a:pt x="182" y="112"/>
                </a:lnTo>
                <a:lnTo>
                  <a:pt x="184" y="111"/>
                </a:lnTo>
                <a:lnTo>
                  <a:pt x="185" y="109"/>
                </a:lnTo>
                <a:lnTo>
                  <a:pt x="187" y="107"/>
                </a:lnTo>
                <a:lnTo>
                  <a:pt x="188" y="105"/>
                </a:lnTo>
                <a:lnTo>
                  <a:pt x="190" y="103"/>
                </a:lnTo>
                <a:lnTo>
                  <a:pt x="191" y="101"/>
                </a:lnTo>
                <a:lnTo>
                  <a:pt x="192" y="99"/>
                </a:lnTo>
                <a:lnTo>
                  <a:pt x="193" y="97"/>
                </a:lnTo>
                <a:lnTo>
                  <a:pt x="194" y="95"/>
                </a:lnTo>
                <a:lnTo>
                  <a:pt x="195" y="93"/>
                </a:lnTo>
                <a:lnTo>
                  <a:pt x="196" y="91"/>
                </a:lnTo>
                <a:lnTo>
                  <a:pt x="197" y="88"/>
                </a:lnTo>
                <a:lnTo>
                  <a:pt x="197" y="86"/>
                </a:lnTo>
                <a:lnTo>
                  <a:pt x="198" y="84"/>
                </a:lnTo>
                <a:lnTo>
                  <a:pt x="198" y="82"/>
                </a:lnTo>
                <a:lnTo>
                  <a:pt x="198" y="80"/>
                </a:lnTo>
                <a:lnTo>
                  <a:pt x="199" y="78"/>
                </a:lnTo>
                <a:lnTo>
                  <a:pt x="199" y="75"/>
                </a:lnTo>
                <a:lnTo>
                  <a:pt x="199" y="73"/>
                </a:lnTo>
                <a:moveTo>
                  <a:pt x="203" y="73"/>
                </a:moveTo>
                <a:lnTo>
                  <a:pt x="203" y="76"/>
                </a:lnTo>
                <a:lnTo>
                  <a:pt x="203" y="78"/>
                </a:lnTo>
                <a:lnTo>
                  <a:pt x="202" y="80"/>
                </a:lnTo>
                <a:lnTo>
                  <a:pt x="202" y="82"/>
                </a:lnTo>
                <a:lnTo>
                  <a:pt x="202" y="85"/>
                </a:lnTo>
                <a:lnTo>
                  <a:pt x="201" y="87"/>
                </a:lnTo>
                <a:lnTo>
                  <a:pt x="200" y="89"/>
                </a:lnTo>
                <a:lnTo>
                  <a:pt x="200" y="91"/>
                </a:lnTo>
                <a:lnTo>
                  <a:pt x="199" y="93"/>
                </a:lnTo>
                <a:lnTo>
                  <a:pt x="198" y="96"/>
                </a:lnTo>
                <a:lnTo>
                  <a:pt x="197" y="98"/>
                </a:lnTo>
                <a:lnTo>
                  <a:pt x="196" y="100"/>
                </a:lnTo>
                <a:lnTo>
                  <a:pt x="194" y="102"/>
                </a:lnTo>
                <a:lnTo>
                  <a:pt x="193" y="104"/>
                </a:lnTo>
                <a:lnTo>
                  <a:pt x="192" y="106"/>
                </a:lnTo>
                <a:lnTo>
                  <a:pt x="190" y="108"/>
                </a:lnTo>
                <a:lnTo>
                  <a:pt x="189" y="110"/>
                </a:lnTo>
                <a:lnTo>
                  <a:pt x="187" y="112"/>
                </a:lnTo>
                <a:lnTo>
                  <a:pt x="185" y="114"/>
                </a:lnTo>
                <a:lnTo>
                  <a:pt x="184" y="116"/>
                </a:lnTo>
                <a:lnTo>
                  <a:pt x="182" y="118"/>
                </a:lnTo>
                <a:lnTo>
                  <a:pt x="180" y="119"/>
                </a:lnTo>
                <a:lnTo>
                  <a:pt x="178" y="121"/>
                </a:lnTo>
                <a:lnTo>
                  <a:pt x="175" y="123"/>
                </a:lnTo>
                <a:lnTo>
                  <a:pt x="173" y="124"/>
                </a:lnTo>
                <a:lnTo>
                  <a:pt x="171" y="126"/>
                </a:lnTo>
                <a:lnTo>
                  <a:pt x="169" y="127"/>
                </a:lnTo>
                <a:lnTo>
                  <a:pt x="166" y="129"/>
                </a:lnTo>
                <a:lnTo>
                  <a:pt x="164" y="130"/>
                </a:lnTo>
                <a:lnTo>
                  <a:pt x="161" y="132"/>
                </a:lnTo>
                <a:lnTo>
                  <a:pt x="159" y="133"/>
                </a:lnTo>
                <a:lnTo>
                  <a:pt x="156" y="134"/>
                </a:lnTo>
                <a:lnTo>
                  <a:pt x="153" y="135"/>
                </a:lnTo>
                <a:lnTo>
                  <a:pt x="151" y="137"/>
                </a:lnTo>
                <a:lnTo>
                  <a:pt x="148" y="138"/>
                </a:lnTo>
                <a:lnTo>
                  <a:pt x="145" y="139"/>
                </a:lnTo>
                <a:lnTo>
                  <a:pt x="142" y="140"/>
                </a:lnTo>
                <a:lnTo>
                  <a:pt x="139" y="140"/>
                </a:lnTo>
                <a:lnTo>
                  <a:pt x="136" y="141"/>
                </a:lnTo>
                <a:lnTo>
                  <a:pt x="133" y="142"/>
                </a:lnTo>
                <a:lnTo>
                  <a:pt x="130" y="143"/>
                </a:lnTo>
                <a:lnTo>
                  <a:pt x="127" y="143"/>
                </a:lnTo>
                <a:lnTo>
                  <a:pt x="124" y="144"/>
                </a:lnTo>
                <a:lnTo>
                  <a:pt x="121" y="144"/>
                </a:lnTo>
                <a:lnTo>
                  <a:pt x="118" y="145"/>
                </a:lnTo>
                <a:lnTo>
                  <a:pt x="114" y="145"/>
                </a:lnTo>
                <a:lnTo>
                  <a:pt x="110" y="145"/>
                </a:lnTo>
                <a:lnTo>
                  <a:pt x="107" y="145"/>
                </a:lnTo>
                <a:lnTo>
                  <a:pt x="104" y="145"/>
                </a:lnTo>
                <a:lnTo>
                  <a:pt x="101" y="146"/>
                </a:lnTo>
                <a:lnTo>
                  <a:pt x="98" y="145"/>
                </a:lnTo>
                <a:lnTo>
                  <a:pt x="95" y="145"/>
                </a:lnTo>
                <a:lnTo>
                  <a:pt x="91" y="145"/>
                </a:lnTo>
                <a:lnTo>
                  <a:pt x="88" y="145"/>
                </a:lnTo>
                <a:lnTo>
                  <a:pt x="85" y="145"/>
                </a:lnTo>
                <a:lnTo>
                  <a:pt x="82" y="144"/>
                </a:lnTo>
                <a:lnTo>
                  <a:pt x="79" y="144"/>
                </a:lnTo>
                <a:lnTo>
                  <a:pt x="76" y="143"/>
                </a:lnTo>
                <a:lnTo>
                  <a:pt x="73" y="143"/>
                </a:lnTo>
                <a:lnTo>
                  <a:pt x="70" y="142"/>
                </a:lnTo>
                <a:lnTo>
                  <a:pt x="67" y="141"/>
                </a:lnTo>
                <a:lnTo>
                  <a:pt x="64" y="140"/>
                </a:lnTo>
                <a:lnTo>
                  <a:pt x="61" y="140"/>
                </a:lnTo>
                <a:lnTo>
                  <a:pt x="58" y="139"/>
                </a:lnTo>
                <a:lnTo>
                  <a:pt x="55" y="138"/>
                </a:lnTo>
                <a:lnTo>
                  <a:pt x="52" y="137"/>
                </a:lnTo>
                <a:lnTo>
                  <a:pt x="50" y="135"/>
                </a:lnTo>
                <a:lnTo>
                  <a:pt x="47" y="134"/>
                </a:lnTo>
                <a:lnTo>
                  <a:pt x="44" y="133"/>
                </a:lnTo>
                <a:lnTo>
                  <a:pt x="42" y="132"/>
                </a:lnTo>
                <a:lnTo>
                  <a:pt x="39" y="130"/>
                </a:lnTo>
                <a:lnTo>
                  <a:pt x="37" y="129"/>
                </a:lnTo>
                <a:lnTo>
                  <a:pt x="34" y="127"/>
                </a:lnTo>
                <a:lnTo>
                  <a:pt x="32" y="126"/>
                </a:lnTo>
                <a:lnTo>
                  <a:pt x="30" y="124"/>
                </a:lnTo>
                <a:lnTo>
                  <a:pt x="27" y="123"/>
                </a:lnTo>
                <a:lnTo>
                  <a:pt x="25" y="121"/>
                </a:lnTo>
                <a:lnTo>
                  <a:pt x="23" y="119"/>
                </a:lnTo>
                <a:lnTo>
                  <a:pt x="21" y="118"/>
                </a:lnTo>
                <a:lnTo>
                  <a:pt x="19" y="116"/>
                </a:lnTo>
                <a:lnTo>
                  <a:pt x="18" y="114"/>
                </a:lnTo>
                <a:lnTo>
                  <a:pt x="16" y="112"/>
                </a:lnTo>
                <a:lnTo>
                  <a:pt x="14" y="110"/>
                </a:lnTo>
                <a:lnTo>
                  <a:pt x="13" y="108"/>
                </a:lnTo>
                <a:lnTo>
                  <a:pt x="11" y="106"/>
                </a:lnTo>
                <a:lnTo>
                  <a:pt x="10" y="104"/>
                </a:lnTo>
                <a:lnTo>
                  <a:pt x="8" y="102"/>
                </a:lnTo>
                <a:lnTo>
                  <a:pt x="7" y="100"/>
                </a:lnTo>
                <a:lnTo>
                  <a:pt x="6" y="98"/>
                </a:lnTo>
                <a:lnTo>
                  <a:pt x="5" y="96"/>
                </a:lnTo>
                <a:lnTo>
                  <a:pt x="4" y="93"/>
                </a:lnTo>
                <a:lnTo>
                  <a:pt x="3" y="91"/>
                </a:lnTo>
                <a:lnTo>
                  <a:pt x="3" y="89"/>
                </a:lnTo>
                <a:lnTo>
                  <a:pt x="2" y="87"/>
                </a:lnTo>
                <a:lnTo>
                  <a:pt x="1" y="85"/>
                </a:lnTo>
                <a:lnTo>
                  <a:pt x="1" y="82"/>
                </a:lnTo>
                <a:lnTo>
                  <a:pt x="1" y="80"/>
                </a:lnTo>
                <a:lnTo>
                  <a:pt x="0" y="78"/>
                </a:lnTo>
                <a:lnTo>
                  <a:pt x="0" y="76"/>
                </a:lnTo>
                <a:lnTo>
                  <a:pt x="0" y="73"/>
                </a:lnTo>
                <a:lnTo>
                  <a:pt x="0" y="71"/>
                </a:lnTo>
                <a:lnTo>
                  <a:pt x="0" y="69"/>
                </a:lnTo>
                <a:lnTo>
                  <a:pt x="1" y="67"/>
                </a:lnTo>
                <a:lnTo>
                  <a:pt x="1" y="64"/>
                </a:lnTo>
                <a:lnTo>
                  <a:pt x="1" y="62"/>
                </a:lnTo>
                <a:lnTo>
                  <a:pt x="2" y="60"/>
                </a:lnTo>
                <a:lnTo>
                  <a:pt x="3" y="58"/>
                </a:lnTo>
                <a:lnTo>
                  <a:pt x="3" y="55"/>
                </a:lnTo>
                <a:lnTo>
                  <a:pt x="4" y="53"/>
                </a:lnTo>
                <a:lnTo>
                  <a:pt x="5" y="51"/>
                </a:lnTo>
                <a:lnTo>
                  <a:pt x="6" y="49"/>
                </a:lnTo>
                <a:lnTo>
                  <a:pt x="7" y="47"/>
                </a:lnTo>
                <a:lnTo>
                  <a:pt x="8" y="45"/>
                </a:lnTo>
                <a:lnTo>
                  <a:pt x="10" y="43"/>
                </a:lnTo>
                <a:lnTo>
                  <a:pt x="11" y="41"/>
                </a:lnTo>
                <a:lnTo>
                  <a:pt x="13" y="39"/>
                </a:lnTo>
                <a:lnTo>
                  <a:pt x="14" y="37"/>
                </a:lnTo>
                <a:lnTo>
                  <a:pt x="16" y="35"/>
                </a:lnTo>
                <a:lnTo>
                  <a:pt x="18" y="33"/>
                </a:lnTo>
                <a:lnTo>
                  <a:pt x="19" y="31"/>
                </a:lnTo>
                <a:lnTo>
                  <a:pt x="21" y="28"/>
                </a:lnTo>
                <a:lnTo>
                  <a:pt x="23" y="26"/>
                </a:lnTo>
                <a:lnTo>
                  <a:pt x="25" y="25"/>
                </a:lnTo>
                <a:lnTo>
                  <a:pt x="27" y="23"/>
                </a:lnTo>
                <a:lnTo>
                  <a:pt x="30" y="21"/>
                </a:lnTo>
                <a:lnTo>
                  <a:pt x="32" y="20"/>
                </a:lnTo>
                <a:lnTo>
                  <a:pt x="34" y="18"/>
                </a:lnTo>
                <a:lnTo>
                  <a:pt x="37" y="17"/>
                </a:lnTo>
                <a:lnTo>
                  <a:pt x="39" y="15"/>
                </a:lnTo>
                <a:lnTo>
                  <a:pt x="42" y="14"/>
                </a:lnTo>
                <a:lnTo>
                  <a:pt x="44" y="13"/>
                </a:lnTo>
                <a:lnTo>
                  <a:pt x="47" y="11"/>
                </a:lnTo>
                <a:lnTo>
                  <a:pt x="50" y="10"/>
                </a:lnTo>
                <a:lnTo>
                  <a:pt x="52" y="9"/>
                </a:lnTo>
                <a:lnTo>
                  <a:pt x="55" y="8"/>
                </a:lnTo>
                <a:lnTo>
                  <a:pt x="58" y="7"/>
                </a:lnTo>
                <a:lnTo>
                  <a:pt x="61" y="6"/>
                </a:lnTo>
                <a:lnTo>
                  <a:pt x="64" y="5"/>
                </a:lnTo>
                <a:lnTo>
                  <a:pt x="67" y="4"/>
                </a:lnTo>
                <a:lnTo>
                  <a:pt x="70" y="4"/>
                </a:lnTo>
                <a:lnTo>
                  <a:pt x="73" y="3"/>
                </a:lnTo>
                <a:lnTo>
                  <a:pt x="76" y="2"/>
                </a:lnTo>
                <a:lnTo>
                  <a:pt x="79" y="2"/>
                </a:lnTo>
                <a:lnTo>
                  <a:pt x="82" y="1"/>
                </a:lnTo>
                <a:lnTo>
                  <a:pt x="85" y="1"/>
                </a:lnTo>
                <a:lnTo>
                  <a:pt x="88" y="1"/>
                </a:lnTo>
                <a:lnTo>
                  <a:pt x="91" y="0"/>
                </a:lnTo>
                <a:lnTo>
                  <a:pt x="95" y="0"/>
                </a:lnTo>
                <a:lnTo>
                  <a:pt x="98" y="0"/>
                </a:lnTo>
                <a:lnTo>
                  <a:pt x="101" y="0"/>
                </a:lnTo>
                <a:lnTo>
                  <a:pt x="104" y="0"/>
                </a:lnTo>
                <a:lnTo>
                  <a:pt x="107" y="0"/>
                </a:lnTo>
                <a:lnTo>
                  <a:pt x="110" y="0"/>
                </a:lnTo>
                <a:lnTo>
                  <a:pt x="114" y="1"/>
                </a:lnTo>
                <a:lnTo>
                  <a:pt x="118" y="1"/>
                </a:lnTo>
                <a:lnTo>
                  <a:pt x="121" y="1"/>
                </a:lnTo>
                <a:lnTo>
                  <a:pt x="124" y="2"/>
                </a:lnTo>
                <a:lnTo>
                  <a:pt x="127" y="2"/>
                </a:lnTo>
                <a:lnTo>
                  <a:pt x="130" y="3"/>
                </a:lnTo>
                <a:lnTo>
                  <a:pt x="133" y="4"/>
                </a:lnTo>
                <a:lnTo>
                  <a:pt x="136" y="4"/>
                </a:lnTo>
                <a:lnTo>
                  <a:pt x="139" y="5"/>
                </a:lnTo>
                <a:lnTo>
                  <a:pt x="142" y="6"/>
                </a:lnTo>
                <a:lnTo>
                  <a:pt x="145" y="7"/>
                </a:lnTo>
                <a:lnTo>
                  <a:pt x="148" y="8"/>
                </a:lnTo>
                <a:lnTo>
                  <a:pt x="151" y="9"/>
                </a:lnTo>
                <a:lnTo>
                  <a:pt x="153" y="10"/>
                </a:lnTo>
                <a:lnTo>
                  <a:pt x="156" y="11"/>
                </a:lnTo>
                <a:lnTo>
                  <a:pt x="159" y="13"/>
                </a:lnTo>
                <a:lnTo>
                  <a:pt x="161" y="14"/>
                </a:lnTo>
                <a:lnTo>
                  <a:pt x="164" y="15"/>
                </a:lnTo>
                <a:lnTo>
                  <a:pt x="166" y="17"/>
                </a:lnTo>
                <a:lnTo>
                  <a:pt x="169" y="18"/>
                </a:lnTo>
                <a:lnTo>
                  <a:pt x="171" y="20"/>
                </a:lnTo>
                <a:lnTo>
                  <a:pt x="173" y="21"/>
                </a:lnTo>
                <a:lnTo>
                  <a:pt x="175" y="23"/>
                </a:lnTo>
                <a:lnTo>
                  <a:pt x="178" y="25"/>
                </a:lnTo>
                <a:lnTo>
                  <a:pt x="180" y="26"/>
                </a:lnTo>
                <a:lnTo>
                  <a:pt x="182" y="28"/>
                </a:lnTo>
                <a:lnTo>
                  <a:pt x="184" y="31"/>
                </a:lnTo>
                <a:lnTo>
                  <a:pt x="185" y="33"/>
                </a:lnTo>
                <a:lnTo>
                  <a:pt x="187" y="35"/>
                </a:lnTo>
                <a:lnTo>
                  <a:pt x="189" y="37"/>
                </a:lnTo>
                <a:lnTo>
                  <a:pt x="190" y="39"/>
                </a:lnTo>
                <a:lnTo>
                  <a:pt x="192" y="41"/>
                </a:lnTo>
                <a:lnTo>
                  <a:pt x="193" y="43"/>
                </a:lnTo>
                <a:lnTo>
                  <a:pt x="194" y="45"/>
                </a:lnTo>
                <a:lnTo>
                  <a:pt x="196" y="47"/>
                </a:lnTo>
                <a:lnTo>
                  <a:pt x="197" y="49"/>
                </a:lnTo>
                <a:lnTo>
                  <a:pt x="198" y="51"/>
                </a:lnTo>
                <a:lnTo>
                  <a:pt x="199" y="53"/>
                </a:lnTo>
                <a:lnTo>
                  <a:pt x="200" y="55"/>
                </a:lnTo>
                <a:lnTo>
                  <a:pt x="200" y="58"/>
                </a:lnTo>
                <a:lnTo>
                  <a:pt x="201" y="60"/>
                </a:lnTo>
                <a:lnTo>
                  <a:pt x="202" y="62"/>
                </a:lnTo>
                <a:lnTo>
                  <a:pt x="202" y="64"/>
                </a:lnTo>
                <a:lnTo>
                  <a:pt x="202" y="67"/>
                </a:lnTo>
                <a:lnTo>
                  <a:pt x="203" y="69"/>
                </a:lnTo>
                <a:lnTo>
                  <a:pt x="203" y="71"/>
                </a:lnTo>
                <a:lnTo>
                  <a:pt x="203" y="73"/>
                </a:lnTo>
                <a:close/>
              </a:path>
            </a:pathLst>
          </a:custGeom>
          <a:solidFill>
            <a:srgbClr val="ff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4" name=""/>
          <p:cNvSpPr/>
          <p:nvPr/>
        </p:nvSpPr>
        <p:spPr>
          <a:xfrm>
            <a:off x="8021880" y="2915280"/>
            <a:ext cx="81360" cy="58320"/>
          </a:xfrm>
          <a:custGeom>
            <a:avLst/>
            <a:gdLst/>
            <a:ahLst/>
            <a:rect l="0" t="0" r="r" b="b"/>
            <a:pathLst>
              <a:path w="226" h="162">
                <a:moveTo>
                  <a:pt x="215" y="81"/>
                </a:moveTo>
                <a:lnTo>
                  <a:pt x="215" y="79"/>
                </a:lnTo>
                <a:lnTo>
                  <a:pt x="215" y="77"/>
                </a:lnTo>
                <a:lnTo>
                  <a:pt x="214" y="75"/>
                </a:lnTo>
                <a:lnTo>
                  <a:pt x="214" y="72"/>
                </a:lnTo>
                <a:lnTo>
                  <a:pt x="214" y="70"/>
                </a:lnTo>
                <a:lnTo>
                  <a:pt x="213" y="68"/>
                </a:lnTo>
                <a:lnTo>
                  <a:pt x="212" y="66"/>
                </a:lnTo>
                <a:lnTo>
                  <a:pt x="212" y="63"/>
                </a:lnTo>
                <a:lnTo>
                  <a:pt x="211" y="61"/>
                </a:lnTo>
                <a:lnTo>
                  <a:pt x="210" y="59"/>
                </a:lnTo>
                <a:lnTo>
                  <a:pt x="209" y="57"/>
                </a:lnTo>
                <a:lnTo>
                  <a:pt x="208" y="55"/>
                </a:lnTo>
                <a:lnTo>
                  <a:pt x="206" y="53"/>
                </a:lnTo>
                <a:lnTo>
                  <a:pt x="205" y="51"/>
                </a:lnTo>
                <a:lnTo>
                  <a:pt x="204" y="49"/>
                </a:lnTo>
                <a:lnTo>
                  <a:pt x="202" y="47"/>
                </a:lnTo>
                <a:lnTo>
                  <a:pt x="201" y="45"/>
                </a:lnTo>
                <a:lnTo>
                  <a:pt x="199" y="43"/>
                </a:lnTo>
                <a:lnTo>
                  <a:pt x="197" y="41"/>
                </a:lnTo>
                <a:lnTo>
                  <a:pt x="196" y="39"/>
                </a:lnTo>
                <a:lnTo>
                  <a:pt x="194" y="37"/>
                </a:lnTo>
                <a:lnTo>
                  <a:pt x="192" y="35"/>
                </a:lnTo>
                <a:lnTo>
                  <a:pt x="190" y="34"/>
                </a:lnTo>
                <a:lnTo>
                  <a:pt x="187" y="31"/>
                </a:lnTo>
                <a:lnTo>
                  <a:pt x="185" y="29"/>
                </a:lnTo>
                <a:lnTo>
                  <a:pt x="183" y="28"/>
                </a:lnTo>
                <a:lnTo>
                  <a:pt x="181" y="26"/>
                </a:lnTo>
                <a:lnTo>
                  <a:pt x="178" y="25"/>
                </a:lnTo>
                <a:lnTo>
                  <a:pt x="176" y="23"/>
                </a:lnTo>
                <a:lnTo>
                  <a:pt x="173" y="22"/>
                </a:lnTo>
                <a:lnTo>
                  <a:pt x="171" y="21"/>
                </a:lnTo>
                <a:lnTo>
                  <a:pt x="168" y="19"/>
                </a:lnTo>
                <a:lnTo>
                  <a:pt x="165" y="18"/>
                </a:lnTo>
                <a:lnTo>
                  <a:pt x="163" y="17"/>
                </a:lnTo>
                <a:lnTo>
                  <a:pt x="160" y="16"/>
                </a:lnTo>
                <a:lnTo>
                  <a:pt x="157" y="15"/>
                </a:lnTo>
                <a:lnTo>
                  <a:pt x="154" y="14"/>
                </a:lnTo>
                <a:lnTo>
                  <a:pt x="151" y="13"/>
                </a:lnTo>
                <a:lnTo>
                  <a:pt x="148" y="12"/>
                </a:lnTo>
                <a:lnTo>
                  <a:pt x="145" y="12"/>
                </a:lnTo>
                <a:lnTo>
                  <a:pt x="142" y="11"/>
                </a:lnTo>
                <a:lnTo>
                  <a:pt x="139" y="10"/>
                </a:lnTo>
                <a:lnTo>
                  <a:pt x="136" y="10"/>
                </a:lnTo>
                <a:lnTo>
                  <a:pt x="133" y="9"/>
                </a:lnTo>
                <a:lnTo>
                  <a:pt x="130" y="9"/>
                </a:lnTo>
                <a:lnTo>
                  <a:pt x="127" y="9"/>
                </a:lnTo>
                <a:lnTo>
                  <a:pt x="123" y="8"/>
                </a:lnTo>
                <a:lnTo>
                  <a:pt x="120" y="8"/>
                </a:lnTo>
                <a:lnTo>
                  <a:pt x="117" y="8"/>
                </a:lnTo>
                <a:lnTo>
                  <a:pt x="114" y="8"/>
                </a:lnTo>
                <a:lnTo>
                  <a:pt x="111" y="8"/>
                </a:lnTo>
                <a:lnTo>
                  <a:pt x="108" y="8"/>
                </a:lnTo>
                <a:lnTo>
                  <a:pt x="104" y="8"/>
                </a:lnTo>
                <a:lnTo>
                  <a:pt x="101" y="9"/>
                </a:lnTo>
                <a:lnTo>
                  <a:pt x="98" y="9"/>
                </a:lnTo>
                <a:lnTo>
                  <a:pt x="95" y="9"/>
                </a:lnTo>
                <a:lnTo>
                  <a:pt x="92" y="10"/>
                </a:lnTo>
                <a:lnTo>
                  <a:pt x="89" y="10"/>
                </a:lnTo>
                <a:lnTo>
                  <a:pt x="86" y="11"/>
                </a:lnTo>
                <a:lnTo>
                  <a:pt x="83" y="12"/>
                </a:lnTo>
                <a:lnTo>
                  <a:pt x="80" y="12"/>
                </a:lnTo>
                <a:lnTo>
                  <a:pt x="77" y="13"/>
                </a:lnTo>
                <a:lnTo>
                  <a:pt x="74" y="14"/>
                </a:lnTo>
                <a:lnTo>
                  <a:pt x="71" y="15"/>
                </a:lnTo>
                <a:lnTo>
                  <a:pt x="68" y="16"/>
                </a:lnTo>
                <a:lnTo>
                  <a:pt x="65" y="17"/>
                </a:lnTo>
                <a:lnTo>
                  <a:pt x="63" y="18"/>
                </a:lnTo>
                <a:lnTo>
                  <a:pt x="60" y="19"/>
                </a:lnTo>
                <a:lnTo>
                  <a:pt x="57" y="21"/>
                </a:lnTo>
                <a:lnTo>
                  <a:pt x="55" y="22"/>
                </a:lnTo>
                <a:lnTo>
                  <a:pt x="52" y="23"/>
                </a:lnTo>
                <a:lnTo>
                  <a:pt x="50" y="25"/>
                </a:lnTo>
                <a:lnTo>
                  <a:pt x="47" y="26"/>
                </a:lnTo>
                <a:lnTo>
                  <a:pt x="45" y="28"/>
                </a:lnTo>
                <a:lnTo>
                  <a:pt x="43" y="29"/>
                </a:lnTo>
                <a:lnTo>
                  <a:pt x="40" y="31"/>
                </a:lnTo>
                <a:lnTo>
                  <a:pt x="38" y="34"/>
                </a:lnTo>
                <a:lnTo>
                  <a:pt x="36" y="35"/>
                </a:lnTo>
                <a:lnTo>
                  <a:pt x="34" y="37"/>
                </a:lnTo>
                <a:lnTo>
                  <a:pt x="32" y="39"/>
                </a:lnTo>
                <a:lnTo>
                  <a:pt x="31" y="41"/>
                </a:lnTo>
                <a:lnTo>
                  <a:pt x="29" y="43"/>
                </a:lnTo>
                <a:lnTo>
                  <a:pt x="27" y="45"/>
                </a:lnTo>
                <a:lnTo>
                  <a:pt x="26" y="47"/>
                </a:lnTo>
                <a:lnTo>
                  <a:pt x="24" y="49"/>
                </a:lnTo>
                <a:lnTo>
                  <a:pt x="23" y="51"/>
                </a:lnTo>
                <a:lnTo>
                  <a:pt x="21" y="53"/>
                </a:lnTo>
                <a:lnTo>
                  <a:pt x="20" y="55"/>
                </a:lnTo>
                <a:lnTo>
                  <a:pt x="19" y="57"/>
                </a:lnTo>
                <a:lnTo>
                  <a:pt x="18" y="59"/>
                </a:lnTo>
                <a:lnTo>
                  <a:pt x="17" y="61"/>
                </a:lnTo>
                <a:lnTo>
                  <a:pt x="16" y="63"/>
                </a:lnTo>
                <a:lnTo>
                  <a:pt x="16" y="66"/>
                </a:lnTo>
                <a:lnTo>
                  <a:pt x="15" y="68"/>
                </a:lnTo>
                <a:lnTo>
                  <a:pt x="14" y="70"/>
                </a:lnTo>
                <a:lnTo>
                  <a:pt x="14" y="72"/>
                </a:lnTo>
                <a:lnTo>
                  <a:pt x="14" y="75"/>
                </a:lnTo>
                <a:lnTo>
                  <a:pt x="13" y="77"/>
                </a:lnTo>
                <a:lnTo>
                  <a:pt x="13" y="79"/>
                </a:lnTo>
                <a:lnTo>
                  <a:pt x="13" y="81"/>
                </a:lnTo>
                <a:lnTo>
                  <a:pt x="13" y="84"/>
                </a:lnTo>
                <a:lnTo>
                  <a:pt x="13" y="86"/>
                </a:lnTo>
                <a:lnTo>
                  <a:pt x="14" y="88"/>
                </a:lnTo>
                <a:lnTo>
                  <a:pt x="14" y="90"/>
                </a:lnTo>
                <a:lnTo>
                  <a:pt x="14" y="93"/>
                </a:lnTo>
                <a:lnTo>
                  <a:pt x="15" y="95"/>
                </a:lnTo>
                <a:lnTo>
                  <a:pt x="16" y="97"/>
                </a:lnTo>
                <a:lnTo>
                  <a:pt x="16" y="99"/>
                </a:lnTo>
                <a:lnTo>
                  <a:pt x="17" y="101"/>
                </a:lnTo>
                <a:lnTo>
                  <a:pt x="18" y="104"/>
                </a:lnTo>
                <a:lnTo>
                  <a:pt x="19" y="106"/>
                </a:lnTo>
                <a:lnTo>
                  <a:pt x="20" y="108"/>
                </a:lnTo>
                <a:lnTo>
                  <a:pt x="21" y="110"/>
                </a:lnTo>
                <a:lnTo>
                  <a:pt x="23" y="112"/>
                </a:lnTo>
                <a:lnTo>
                  <a:pt x="24" y="114"/>
                </a:lnTo>
                <a:lnTo>
                  <a:pt x="26" y="116"/>
                </a:lnTo>
                <a:lnTo>
                  <a:pt x="27" y="118"/>
                </a:lnTo>
                <a:lnTo>
                  <a:pt x="29" y="120"/>
                </a:lnTo>
                <a:lnTo>
                  <a:pt x="31" y="122"/>
                </a:lnTo>
                <a:lnTo>
                  <a:pt x="32" y="124"/>
                </a:lnTo>
                <a:lnTo>
                  <a:pt x="34" y="126"/>
                </a:lnTo>
                <a:lnTo>
                  <a:pt x="36" y="127"/>
                </a:lnTo>
                <a:lnTo>
                  <a:pt x="38" y="129"/>
                </a:lnTo>
                <a:lnTo>
                  <a:pt x="40" y="131"/>
                </a:lnTo>
                <a:lnTo>
                  <a:pt x="43" y="132"/>
                </a:lnTo>
                <a:lnTo>
                  <a:pt x="45" y="134"/>
                </a:lnTo>
                <a:lnTo>
                  <a:pt x="47" y="135"/>
                </a:lnTo>
                <a:lnTo>
                  <a:pt x="50" y="137"/>
                </a:lnTo>
                <a:lnTo>
                  <a:pt x="52" y="138"/>
                </a:lnTo>
                <a:lnTo>
                  <a:pt x="55" y="140"/>
                </a:lnTo>
                <a:lnTo>
                  <a:pt x="57" y="141"/>
                </a:lnTo>
                <a:lnTo>
                  <a:pt x="60" y="142"/>
                </a:lnTo>
                <a:lnTo>
                  <a:pt x="63" y="143"/>
                </a:lnTo>
                <a:lnTo>
                  <a:pt x="65" y="145"/>
                </a:lnTo>
                <a:lnTo>
                  <a:pt x="68" y="146"/>
                </a:lnTo>
                <a:lnTo>
                  <a:pt x="71" y="147"/>
                </a:lnTo>
                <a:lnTo>
                  <a:pt x="74" y="148"/>
                </a:lnTo>
                <a:lnTo>
                  <a:pt x="77" y="148"/>
                </a:lnTo>
                <a:lnTo>
                  <a:pt x="80" y="149"/>
                </a:lnTo>
                <a:lnTo>
                  <a:pt x="83" y="150"/>
                </a:lnTo>
                <a:lnTo>
                  <a:pt x="86" y="151"/>
                </a:lnTo>
                <a:lnTo>
                  <a:pt x="89" y="151"/>
                </a:lnTo>
                <a:lnTo>
                  <a:pt x="92" y="152"/>
                </a:lnTo>
                <a:lnTo>
                  <a:pt x="95" y="152"/>
                </a:lnTo>
                <a:lnTo>
                  <a:pt x="98" y="153"/>
                </a:lnTo>
                <a:lnTo>
                  <a:pt x="101" y="153"/>
                </a:lnTo>
                <a:lnTo>
                  <a:pt x="104" y="153"/>
                </a:lnTo>
                <a:lnTo>
                  <a:pt x="108" y="153"/>
                </a:lnTo>
                <a:lnTo>
                  <a:pt x="111" y="153"/>
                </a:lnTo>
                <a:lnTo>
                  <a:pt x="114" y="154"/>
                </a:lnTo>
                <a:lnTo>
                  <a:pt x="117" y="153"/>
                </a:lnTo>
                <a:lnTo>
                  <a:pt x="120" y="153"/>
                </a:lnTo>
                <a:lnTo>
                  <a:pt x="123" y="153"/>
                </a:lnTo>
                <a:lnTo>
                  <a:pt x="127" y="153"/>
                </a:lnTo>
                <a:lnTo>
                  <a:pt x="130" y="153"/>
                </a:lnTo>
                <a:lnTo>
                  <a:pt x="133" y="152"/>
                </a:lnTo>
                <a:lnTo>
                  <a:pt x="136" y="152"/>
                </a:lnTo>
                <a:lnTo>
                  <a:pt x="139" y="151"/>
                </a:lnTo>
                <a:lnTo>
                  <a:pt x="142" y="151"/>
                </a:lnTo>
                <a:lnTo>
                  <a:pt x="145" y="150"/>
                </a:lnTo>
                <a:lnTo>
                  <a:pt x="148" y="149"/>
                </a:lnTo>
                <a:lnTo>
                  <a:pt x="151" y="148"/>
                </a:lnTo>
                <a:lnTo>
                  <a:pt x="154" y="148"/>
                </a:lnTo>
                <a:lnTo>
                  <a:pt x="157" y="147"/>
                </a:lnTo>
                <a:lnTo>
                  <a:pt x="160" y="146"/>
                </a:lnTo>
                <a:lnTo>
                  <a:pt x="163" y="145"/>
                </a:lnTo>
                <a:lnTo>
                  <a:pt x="165" y="143"/>
                </a:lnTo>
                <a:lnTo>
                  <a:pt x="168" y="142"/>
                </a:lnTo>
                <a:lnTo>
                  <a:pt x="171" y="141"/>
                </a:lnTo>
                <a:lnTo>
                  <a:pt x="173" y="140"/>
                </a:lnTo>
                <a:lnTo>
                  <a:pt x="176" y="138"/>
                </a:lnTo>
                <a:lnTo>
                  <a:pt x="178" y="137"/>
                </a:lnTo>
                <a:lnTo>
                  <a:pt x="181" y="135"/>
                </a:lnTo>
                <a:lnTo>
                  <a:pt x="183" y="134"/>
                </a:lnTo>
                <a:lnTo>
                  <a:pt x="185" y="132"/>
                </a:lnTo>
                <a:lnTo>
                  <a:pt x="187" y="131"/>
                </a:lnTo>
                <a:lnTo>
                  <a:pt x="190" y="129"/>
                </a:lnTo>
                <a:lnTo>
                  <a:pt x="192" y="127"/>
                </a:lnTo>
                <a:lnTo>
                  <a:pt x="194" y="126"/>
                </a:lnTo>
                <a:lnTo>
                  <a:pt x="196" y="124"/>
                </a:lnTo>
                <a:lnTo>
                  <a:pt x="197" y="122"/>
                </a:lnTo>
                <a:lnTo>
                  <a:pt x="199" y="120"/>
                </a:lnTo>
                <a:lnTo>
                  <a:pt x="201" y="118"/>
                </a:lnTo>
                <a:lnTo>
                  <a:pt x="202" y="116"/>
                </a:lnTo>
                <a:lnTo>
                  <a:pt x="204" y="114"/>
                </a:lnTo>
                <a:lnTo>
                  <a:pt x="205" y="112"/>
                </a:lnTo>
                <a:lnTo>
                  <a:pt x="206" y="110"/>
                </a:lnTo>
                <a:lnTo>
                  <a:pt x="208" y="108"/>
                </a:lnTo>
                <a:lnTo>
                  <a:pt x="209" y="106"/>
                </a:lnTo>
                <a:lnTo>
                  <a:pt x="210" y="104"/>
                </a:lnTo>
                <a:lnTo>
                  <a:pt x="211" y="101"/>
                </a:lnTo>
                <a:lnTo>
                  <a:pt x="212" y="99"/>
                </a:lnTo>
                <a:lnTo>
                  <a:pt x="212" y="97"/>
                </a:lnTo>
                <a:lnTo>
                  <a:pt x="213" y="95"/>
                </a:lnTo>
                <a:lnTo>
                  <a:pt x="214" y="93"/>
                </a:lnTo>
                <a:lnTo>
                  <a:pt x="214" y="90"/>
                </a:lnTo>
                <a:lnTo>
                  <a:pt x="214" y="88"/>
                </a:lnTo>
                <a:lnTo>
                  <a:pt x="215" y="86"/>
                </a:lnTo>
                <a:lnTo>
                  <a:pt x="215" y="84"/>
                </a:lnTo>
                <a:lnTo>
                  <a:pt x="215" y="81"/>
                </a:lnTo>
                <a:moveTo>
                  <a:pt x="226" y="81"/>
                </a:moveTo>
                <a:lnTo>
                  <a:pt x="226" y="84"/>
                </a:lnTo>
                <a:lnTo>
                  <a:pt x="226" y="86"/>
                </a:lnTo>
                <a:lnTo>
                  <a:pt x="226" y="89"/>
                </a:lnTo>
                <a:lnTo>
                  <a:pt x="226" y="91"/>
                </a:lnTo>
                <a:lnTo>
                  <a:pt x="225" y="94"/>
                </a:lnTo>
                <a:lnTo>
                  <a:pt x="224" y="96"/>
                </a:lnTo>
                <a:lnTo>
                  <a:pt x="224" y="99"/>
                </a:lnTo>
                <a:lnTo>
                  <a:pt x="223" y="101"/>
                </a:lnTo>
                <a:lnTo>
                  <a:pt x="222" y="104"/>
                </a:lnTo>
                <a:lnTo>
                  <a:pt x="221" y="106"/>
                </a:lnTo>
                <a:lnTo>
                  <a:pt x="220" y="109"/>
                </a:lnTo>
                <a:lnTo>
                  <a:pt x="219" y="111"/>
                </a:lnTo>
                <a:lnTo>
                  <a:pt x="217" y="113"/>
                </a:lnTo>
                <a:lnTo>
                  <a:pt x="216" y="116"/>
                </a:lnTo>
                <a:lnTo>
                  <a:pt x="214" y="118"/>
                </a:lnTo>
                <a:lnTo>
                  <a:pt x="212" y="120"/>
                </a:lnTo>
                <a:lnTo>
                  <a:pt x="211" y="122"/>
                </a:lnTo>
                <a:lnTo>
                  <a:pt x="209" y="124"/>
                </a:lnTo>
                <a:lnTo>
                  <a:pt x="207" y="127"/>
                </a:lnTo>
                <a:lnTo>
                  <a:pt x="205" y="129"/>
                </a:lnTo>
                <a:lnTo>
                  <a:pt x="203" y="131"/>
                </a:lnTo>
                <a:lnTo>
                  <a:pt x="201" y="133"/>
                </a:lnTo>
                <a:lnTo>
                  <a:pt x="198" y="135"/>
                </a:lnTo>
                <a:lnTo>
                  <a:pt x="196" y="136"/>
                </a:lnTo>
                <a:lnTo>
                  <a:pt x="193" y="138"/>
                </a:lnTo>
                <a:lnTo>
                  <a:pt x="191" y="140"/>
                </a:lnTo>
                <a:lnTo>
                  <a:pt x="188" y="142"/>
                </a:lnTo>
                <a:lnTo>
                  <a:pt x="186" y="143"/>
                </a:lnTo>
                <a:lnTo>
                  <a:pt x="183" y="145"/>
                </a:lnTo>
                <a:lnTo>
                  <a:pt x="180" y="146"/>
                </a:lnTo>
                <a:lnTo>
                  <a:pt x="177" y="148"/>
                </a:lnTo>
                <a:lnTo>
                  <a:pt x="174" y="149"/>
                </a:lnTo>
                <a:lnTo>
                  <a:pt x="171" y="151"/>
                </a:lnTo>
                <a:lnTo>
                  <a:pt x="168" y="152"/>
                </a:lnTo>
                <a:lnTo>
                  <a:pt x="165" y="153"/>
                </a:lnTo>
                <a:lnTo>
                  <a:pt x="162" y="154"/>
                </a:lnTo>
                <a:lnTo>
                  <a:pt x="159" y="155"/>
                </a:lnTo>
                <a:lnTo>
                  <a:pt x="155" y="156"/>
                </a:lnTo>
                <a:lnTo>
                  <a:pt x="152" y="157"/>
                </a:lnTo>
                <a:lnTo>
                  <a:pt x="149" y="158"/>
                </a:lnTo>
                <a:lnTo>
                  <a:pt x="145" y="159"/>
                </a:lnTo>
                <a:lnTo>
                  <a:pt x="142" y="159"/>
                </a:lnTo>
                <a:lnTo>
                  <a:pt x="138" y="160"/>
                </a:lnTo>
                <a:lnTo>
                  <a:pt x="135" y="160"/>
                </a:lnTo>
                <a:lnTo>
                  <a:pt x="132" y="161"/>
                </a:lnTo>
                <a:lnTo>
                  <a:pt x="128" y="161"/>
                </a:lnTo>
                <a:lnTo>
                  <a:pt x="125" y="162"/>
                </a:lnTo>
                <a:lnTo>
                  <a:pt x="121" y="162"/>
                </a:lnTo>
                <a:lnTo>
                  <a:pt x="117" y="162"/>
                </a:lnTo>
                <a:lnTo>
                  <a:pt x="114" y="162"/>
                </a:lnTo>
                <a:lnTo>
                  <a:pt x="110" y="162"/>
                </a:lnTo>
                <a:lnTo>
                  <a:pt x="107" y="162"/>
                </a:lnTo>
                <a:lnTo>
                  <a:pt x="103" y="162"/>
                </a:lnTo>
                <a:lnTo>
                  <a:pt x="100" y="161"/>
                </a:lnTo>
                <a:lnTo>
                  <a:pt x="96" y="161"/>
                </a:lnTo>
                <a:lnTo>
                  <a:pt x="93" y="160"/>
                </a:lnTo>
                <a:lnTo>
                  <a:pt x="89" y="160"/>
                </a:lnTo>
                <a:lnTo>
                  <a:pt x="86" y="159"/>
                </a:lnTo>
                <a:lnTo>
                  <a:pt x="83" y="159"/>
                </a:lnTo>
                <a:lnTo>
                  <a:pt x="79" y="158"/>
                </a:lnTo>
                <a:lnTo>
                  <a:pt x="76" y="157"/>
                </a:lnTo>
                <a:lnTo>
                  <a:pt x="73" y="156"/>
                </a:lnTo>
                <a:lnTo>
                  <a:pt x="69" y="155"/>
                </a:lnTo>
                <a:lnTo>
                  <a:pt x="66" y="154"/>
                </a:lnTo>
                <a:lnTo>
                  <a:pt x="63" y="153"/>
                </a:lnTo>
                <a:lnTo>
                  <a:pt x="60" y="152"/>
                </a:lnTo>
                <a:lnTo>
                  <a:pt x="57" y="151"/>
                </a:lnTo>
                <a:lnTo>
                  <a:pt x="54" y="149"/>
                </a:lnTo>
                <a:lnTo>
                  <a:pt x="51" y="148"/>
                </a:lnTo>
                <a:lnTo>
                  <a:pt x="48" y="146"/>
                </a:lnTo>
                <a:lnTo>
                  <a:pt x="45" y="145"/>
                </a:lnTo>
                <a:lnTo>
                  <a:pt x="42" y="143"/>
                </a:lnTo>
                <a:lnTo>
                  <a:pt x="40" y="142"/>
                </a:lnTo>
                <a:lnTo>
                  <a:pt x="37" y="140"/>
                </a:lnTo>
                <a:lnTo>
                  <a:pt x="34" y="138"/>
                </a:lnTo>
                <a:lnTo>
                  <a:pt x="32" y="136"/>
                </a:lnTo>
                <a:lnTo>
                  <a:pt x="30" y="135"/>
                </a:lnTo>
                <a:lnTo>
                  <a:pt x="27" y="133"/>
                </a:lnTo>
                <a:lnTo>
                  <a:pt x="25" y="131"/>
                </a:lnTo>
                <a:lnTo>
                  <a:pt x="23" y="129"/>
                </a:lnTo>
                <a:lnTo>
                  <a:pt x="21" y="127"/>
                </a:lnTo>
                <a:lnTo>
                  <a:pt x="19" y="124"/>
                </a:lnTo>
                <a:lnTo>
                  <a:pt x="17" y="122"/>
                </a:lnTo>
                <a:lnTo>
                  <a:pt x="15" y="120"/>
                </a:lnTo>
                <a:lnTo>
                  <a:pt x="14" y="118"/>
                </a:lnTo>
                <a:lnTo>
                  <a:pt x="12" y="116"/>
                </a:lnTo>
                <a:lnTo>
                  <a:pt x="11" y="113"/>
                </a:lnTo>
                <a:lnTo>
                  <a:pt x="9" y="111"/>
                </a:lnTo>
                <a:lnTo>
                  <a:pt x="8" y="109"/>
                </a:lnTo>
                <a:lnTo>
                  <a:pt x="7" y="106"/>
                </a:lnTo>
                <a:lnTo>
                  <a:pt x="6" y="104"/>
                </a:lnTo>
                <a:lnTo>
                  <a:pt x="4" y="101"/>
                </a:lnTo>
                <a:lnTo>
                  <a:pt x="3" y="99"/>
                </a:lnTo>
                <a:lnTo>
                  <a:pt x="2" y="96"/>
                </a:lnTo>
                <a:lnTo>
                  <a:pt x="2" y="94"/>
                </a:lnTo>
                <a:lnTo>
                  <a:pt x="1" y="91"/>
                </a:lnTo>
                <a:lnTo>
                  <a:pt x="1" y="89"/>
                </a:lnTo>
                <a:lnTo>
                  <a:pt x="1" y="86"/>
                </a:lnTo>
                <a:lnTo>
                  <a:pt x="1" y="84"/>
                </a:lnTo>
                <a:lnTo>
                  <a:pt x="0" y="81"/>
                </a:lnTo>
                <a:lnTo>
                  <a:pt x="1" y="79"/>
                </a:lnTo>
                <a:lnTo>
                  <a:pt x="1" y="76"/>
                </a:lnTo>
                <a:lnTo>
                  <a:pt x="1" y="74"/>
                </a:lnTo>
                <a:lnTo>
                  <a:pt x="1" y="71"/>
                </a:lnTo>
                <a:lnTo>
                  <a:pt x="2" y="69"/>
                </a:lnTo>
                <a:lnTo>
                  <a:pt x="2" y="66"/>
                </a:lnTo>
                <a:lnTo>
                  <a:pt x="3" y="64"/>
                </a:lnTo>
                <a:lnTo>
                  <a:pt x="4" y="61"/>
                </a:lnTo>
                <a:lnTo>
                  <a:pt x="6" y="59"/>
                </a:lnTo>
                <a:lnTo>
                  <a:pt x="7" y="56"/>
                </a:lnTo>
                <a:lnTo>
                  <a:pt x="8" y="54"/>
                </a:lnTo>
                <a:lnTo>
                  <a:pt x="9" y="52"/>
                </a:lnTo>
                <a:lnTo>
                  <a:pt x="11" y="49"/>
                </a:lnTo>
                <a:lnTo>
                  <a:pt x="12" y="47"/>
                </a:lnTo>
                <a:lnTo>
                  <a:pt x="14" y="45"/>
                </a:lnTo>
                <a:lnTo>
                  <a:pt x="15" y="42"/>
                </a:lnTo>
                <a:lnTo>
                  <a:pt x="17" y="40"/>
                </a:lnTo>
                <a:lnTo>
                  <a:pt x="19" y="38"/>
                </a:lnTo>
                <a:lnTo>
                  <a:pt x="21" y="36"/>
                </a:lnTo>
                <a:lnTo>
                  <a:pt x="23" y="34"/>
                </a:lnTo>
                <a:lnTo>
                  <a:pt x="25" y="31"/>
                </a:lnTo>
                <a:lnTo>
                  <a:pt x="27" y="29"/>
                </a:lnTo>
                <a:lnTo>
                  <a:pt x="30" y="27"/>
                </a:lnTo>
                <a:lnTo>
                  <a:pt x="32" y="25"/>
                </a:lnTo>
                <a:lnTo>
                  <a:pt x="34" y="23"/>
                </a:lnTo>
                <a:lnTo>
                  <a:pt x="37" y="22"/>
                </a:lnTo>
                <a:lnTo>
                  <a:pt x="40" y="20"/>
                </a:lnTo>
                <a:lnTo>
                  <a:pt x="42" y="18"/>
                </a:lnTo>
                <a:lnTo>
                  <a:pt x="45" y="17"/>
                </a:lnTo>
                <a:lnTo>
                  <a:pt x="48" y="15"/>
                </a:lnTo>
                <a:lnTo>
                  <a:pt x="51" y="14"/>
                </a:lnTo>
                <a:lnTo>
                  <a:pt x="54" y="12"/>
                </a:lnTo>
                <a:lnTo>
                  <a:pt x="57" y="11"/>
                </a:lnTo>
                <a:lnTo>
                  <a:pt x="60" y="10"/>
                </a:lnTo>
                <a:lnTo>
                  <a:pt x="63" y="9"/>
                </a:lnTo>
                <a:lnTo>
                  <a:pt x="66" y="7"/>
                </a:lnTo>
                <a:lnTo>
                  <a:pt x="69" y="6"/>
                </a:lnTo>
                <a:lnTo>
                  <a:pt x="73" y="5"/>
                </a:lnTo>
                <a:lnTo>
                  <a:pt x="76" y="4"/>
                </a:lnTo>
                <a:lnTo>
                  <a:pt x="79" y="4"/>
                </a:lnTo>
                <a:lnTo>
                  <a:pt x="83" y="3"/>
                </a:lnTo>
                <a:lnTo>
                  <a:pt x="86" y="2"/>
                </a:lnTo>
                <a:lnTo>
                  <a:pt x="89" y="2"/>
                </a:lnTo>
                <a:lnTo>
                  <a:pt x="93" y="1"/>
                </a:lnTo>
                <a:lnTo>
                  <a:pt x="96" y="1"/>
                </a:lnTo>
                <a:lnTo>
                  <a:pt x="100" y="0"/>
                </a:lnTo>
                <a:lnTo>
                  <a:pt x="103" y="0"/>
                </a:lnTo>
                <a:lnTo>
                  <a:pt x="107" y="0"/>
                </a:lnTo>
                <a:lnTo>
                  <a:pt x="110" y="0"/>
                </a:lnTo>
                <a:lnTo>
                  <a:pt x="114" y="0"/>
                </a:lnTo>
                <a:lnTo>
                  <a:pt x="117" y="0"/>
                </a:lnTo>
                <a:lnTo>
                  <a:pt x="121" y="0"/>
                </a:lnTo>
                <a:lnTo>
                  <a:pt x="125" y="0"/>
                </a:lnTo>
                <a:lnTo>
                  <a:pt x="128" y="0"/>
                </a:lnTo>
                <a:lnTo>
                  <a:pt x="132" y="1"/>
                </a:lnTo>
                <a:lnTo>
                  <a:pt x="135" y="1"/>
                </a:lnTo>
                <a:lnTo>
                  <a:pt x="138" y="2"/>
                </a:lnTo>
                <a:lnTo>
                  <a:pt x="142" y="2"/>
                </a:lnTo>
                <a:lnTo>
                  <a:pt x="145" y="3"/>
                </a:lnTo>
                <a:lnTo>
                  <a:pt x="149" y="4"/>
                </a:lnTo>
                <a:lnTo>
                  <a:pt x="152" y="4"/>
                </a:lnTo>
                <a:lnTo>
                  <a:pt x="155" y="5"/>
                </a:lnTo>
                <a:lnTo>
                  <a:pt x="159" y="6"/>
                </a:lnTo>
                <a:lnTo>
                  <a:pt x="162" y="7"/>
                </a:lnTo>
                <a:lnTo>
                  <a:pt x="165" y="9"/>
                </a:lnTo>
                <a:lnTo>
                  <a:pt x="168" y="10"/>
                </a:lnTo>
                <a:lnTo>
                  <a:pt x="171" y="11"/>
                </a:lnTo>
                <a:lnTo>
                  <a:pt x="174" y="12"/>
                </a:lnTo>
                <a:lnTo>
                  <a:pt x="177" y="14"/>
                </a:lnTo>
                <a:lnTo>
                  <a:pt x="180" y="15"/>
                </a:lnTo>
                <a:lnTo>
                  <a:pt x="183" y="17"/>
                </a:lnTo>
                <a:lnTo>
                  <a:pt x="186" y="18"/>
                </a:lnTo>
                <a:lnTo>
                  <a:pt x="188" y="20"/>
                </a:lnTo>
                <a:lnTo>
                  <a:pt x="191" y="22"/>
                </a:lnTo>
                <a:lnTo>
                  <a:pt x="193" y="23"/>
                </a:lnTo>
                <a:lnTo>
                  <a:pt x="196" y="25"/>
                </a:lnTo>
                <a:lnTo>
                  <a:pt x="198" y="27"/>
                </a:lnTo>
                <a:lnTo>
                  <a:pt x="201" y="29"/>
                </a:lnTo>
                <a:lnTo>
                  <a:pt x="203" y="31"/>
                </a:lnTo>
                <a:lnTo>
                  <a:pt x="205" y="34"/>
                </a:lnTo>
                <a:lnTo>
                  <a:pt x="207" y="36"/>
                </a:lnTo>
                <a:lnTo>
                  <a:pt x="209" y="38"/>
                </a:lnTo>
                <a:lnTo>
                  <a:pt x="211" y="40"/>
                </a:lnTo>
                <a:lnTo>
                  <a:pt x="212" y="42"/>
                </a:lnTo>
                <a:lnTo>
                  <a:pt x="214" y="45"/>
                </a:lnTo>
                <a:lnTo>
                  <a:pt x="216" y="47"/>
                </a:lnTo>
                <a:lnTo>
                  <a:pt x="217" y="49"/>
                </a:lnTo>
                <a:lnTo>
                  <a:pt x="219" y="52"/>
                </a:lnTo>
                <a:lnTo>
                  <a:pt x="220" y="54"/>
                </a:lnTo>
                <a:lnTo>
                  <a:pt x="221" y="56"/>
                </a:lnTo>
                <a:lnTo>
                  <a:pt x="222" y="59"/>
                </a:lnTo>
                <a:lnTo>
                  <a:pt x="223" y="61"/>
                </a:lnTo>
                <a:lnTo>
                  <a:pt x="224" y="64"/>
                </a:lnTo>
                <a:lnTo>
                  <a:pt x="224" y="66"/>
                </a:lnTo>
                <a:lnTo>
                  <a:pt x="225" y="69"/>
                </a:lnTo>
                <a:lnTo>
                  <a:pt x="226" y="71"/>
                </a:lnTo>
                <a:lnTo>
                  <a:pt x="226" y="74"/>
                </a:lnTo>
                <a:lnTo>
                  <a:pt x="226" y="76"/>
                </a:lnTo>
                <a:lnTo>
                  <a:pt x="226" y="79"/>
                </a:lnTo>
                <a:lnTo>
                  <a:pt x="226" y="81"/>
                </a:lnTo>
                <a:close/>
              </a:path>
            </a:pathLst>
          </a:custGeom>
          <a:solidFill>
            <a:srgbClr val="fffc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5" name=""/>
          <p:cNvSpPr/>
          <p:nvPr/>
        </p:nvSpPr>
        <p:spPr>
          <a:xfrm>
            <a:off x="8020800" y="2914200"/>
            <a:ext cx="83880" cy="60480"/>
          </a:xfrm>
          <a:custGeom>
            <a:avLst/>
            <a:gdLst/>
            <a:ahLst/>
            <a:rect l="0" t="0" r="r" b="b"/>
            <a:pathLst>
              <a:path w="233" h="168">
                <a:moveTo>
                  <a:pt x="229" y="83"/>
                </a:moveTo>
                <a:lnTo>
                  <a:pt x="229" y="81"/>
                </a:lnTo>
                <a:lnTo>
                  <a:pt x="229" y="78"/>
                </a:lnTo>
                <a:lnTo>
                  <a:pt x="229" y="76"/>
                </a:lnTo>
                <a:lnTo>
                  <a:pt x="229" y="73"/>
                </a:lnTo>
                <a:lnTo>
                  <a:pt x="228" y="71"/>
                </a:lnTo>
                <a:lnTo>
                  <a:pt x="227" y="68"/>
                </a:lnTo>
                <a:lnTo>
                  <a:pt x="227" y="66"/>
                </a:lnTo>
                <a:lnTo>
                  <a:pt x="226" y="63"/>
                </a:lnTo>
                <a:lnTo>
                  <a:pt x="225" y="61"/>
                </a:lnTo>
                <a:lnTo>
                  <a:pt x="224" y="58"/>
                </a:lnTo>
                <a:lnTo>
                  <a:pt x="223" y="56"/>
                </a:lnTo>
                <a:lnTo>
                  <a:pt x="222" y="54"/>
                </a:lnTo>
                <a:lnTo>
                  <a:pt x="220" y="51"/>
                </a:lnTo>
                <a:lnTo>
                  <a:pt x="219" y="49"/>
                </a:lnTo>
                <a:lnTo>
                  <a:pt x="217" y="47"/>
                </a:lnTo>
                <a:lnTo>
                  <a:pt x="215" y="44"/>
                </a:lnTo>
                <a:lnTo>
                  <a:pt x="214" y="42"/>
                </a:lnTo>
                <a:lnTo>
                  <a:pt x="212" y="40"/>
                </a:lnTo>
                <a:lnTo>
                  <a:pt x="210" y="38"/>
                </a:lnTo>
                <a:lnTo>
                  <a:pt x="208" y="36"/>
                </a:lnTo>
                <a:lnTo>
                  <a:pt x="206" y="34"/>
                </a:lnTo>
                <a:lnTo>
                  <a:pt x="204" y="32"/>
                </a:lnTo>
                <a:lnTo>
                  <a:pt x="201" y="30"/>
                </a:lnTo>
                <a:lnTo>
                  <a:pt x="199" y="28"/>
                </a:lnTo>
                <a:lnTo>
                  <a:pt x="196" y="26"/>
                </a:lnTo>
                <a:lnTo>
                  <a:pt x="194" y="25"/>
                </a:lnTo>
                <a:lnTo>
                  <a:pt x="191" y="23"/>
                </a:lnTo>
                <a:lnTo>
                  <a:pt x="189" y="21"/>
                </a:lnTo>
                <a:lnTo>
                  <a:pt x="186" y="20"/>
                </a:lnTo>
                <a:lnTo>
                  <a:pt x="183" y="18"/>
                </a:lnTo>
                <a:lnTo>
                  <a:pt x="180" y="17"/>
                </a:lnTo>
                <a:lnTo>
                  <a:pt x="177" y="15"/>
                </a:lnTo>
                <a:lnTo>
                  <a:pt x="174" y="14"/>
                </a:lnTo>
                <a:lnTo>
                  <a:pt x="171" y="13"/>
                </a:lnTo>
                <a:lnTo>
                  <a:pt x="168" y="12"/>
                </a:lnTo>
                <a:lnTo>
                  <a:pt x="165" y="10"/>
                </a:lnTo>
                <a:lnTo>
                  <a:pt x="162" y="9"/>
                </a:lnTo>
                <a:lnTo>
                  <a:pt x="158" y="8"/>
                </a:lnTo>
                <a:lnTo>
                  <a:pt x="155" y="7"/>
                </a:lnTo>
                <a:lnTo>
                  <a:pt x="152" y="7"/>
                </a:lnTo>
                <a:lnTo>
                  <a:pt x="148" y="6"/>
                </a:lnTo>
                <a:lnTo>
                  <a:pt x="145" y="5"/>
                </a:lnTo>
                <a:lnTo>
                  <a:pt x="141" y="5"/>
                </a:lnTo>
                <a:lnTo>
                  <a:pt x="138" y="4"/>
                </a:lnTo>
                <a:lnTo>
                  <a:pt x="135" y="4"/>
                </a:lnTo>
                <a:lnTo>
                  <a:pt x="131" y="3"/>
                </a:lnTo>
                <a:lnTo>
                  <a:pt x="128" y="3"/>
                </a:lnTo>
                <a:lnTo>
                  <a:pt x="124" y="3"/>
                </a:lnTo>
                <a:lnTo>
                  <a:pt x="120" y="3"/>
                </a:lnTo>
                <a:lnTo>
                  <a:pt x="117" y="3"/>
                </a:lnTo>
                <a:lnTo>
                  <a:pt x="113" y="3"/>
                </a:lnTo>
                <a:lnTo>
                  <a:pt x="110" y="3"/>
                </a:lnTo>
                <a:lnTo>
                  <a:pt x="105" y="3"/>
                </a:lnTo>
                <a:lnTo>
                  <a:pt x="102" y="3"/>
                </a:lnTo>
                <a:lnTo>
                  <a:pt x="98" y="4"/>
                </a:lnTo>
                <a:lnTo>
                  <a:pt x="95" y="4"/>
                </a:lnTo>
                <a:lnTo>
                  <a:pt x="91" y="5"/>
                </a:lnTo>
                <a:lnTo>
                  <a:pt x="88" y="5"/>
                </a:lnTo>
                <a:lnTo>
                  <a:pt x="85" y="6"/>
                </a:lnTo>
                <a:lnTo>
                  <a:pt x="81" y="7"/>
                </a:lnTo>
                <a:lnTo>
                  <a:pt x="78" y="7"/>
                </a:lnTo>
                <a:lnTo>
                  <a:pt x="75" y="8"/>
                </a:lnTo>
                <a:lnTo>
                  <a:pt x="71" y="9"/>
                </a:lnTo>
                <a:lnTo>
                  <a:pt x="68" y="10"/>
                </a:lnTo>
                <a:lnTo>
                  <a:pt x="65" y="12"/>
                </a:lnTo>
                <a:lnTo>
                  <a:pt x="62" y="13"/>
                </a:lnTo>
                <a:lnTo>
                  <a:pt x="59" y="14"/>
                </a:lnTo>
                <a:lnTo>
                  <a:pt x="56" y="15"/>
                </a:lnTo>
                <a:lnTo>
                  <a:pt x="53" y="17"/>
                </a:lnTo>
                <a:lnTo>
                  <a:pt x="50" y="18"/>
                </a:lnTo>
                <a:lnTo>
                  <a:pt x="47" y="20"/>
                </a:lnTo>
                <a:lnTo>
                  <a:pt x="44" y="21"/>
                </a:lnTo>
                <a:lnTo>
                  <a:pt x="42" y="23"/>
                </a:lnTo>
                <a:lnTo>
                  <a:pt x="39" y="25"/>
                </a:lnTo>
                <a:lnTo>
                  <a:pt x="36" y="26"/>
                </a:lnTo>
                <a:lnTo>
                  <a:pt x="34" y="28"/>
                </a:lnTo>
                <a:lnTo>
                  <a:pt x="32" y="30"/>
                </a:lnTo>
                <a:lnTo>
                  <a:pt x="29" y="32"/>
                </a:lnTo>
                <a:lnTo>
                  <a:pt x="27" y="34"/>
                </a:lnTo>
                <a:lnTo>
                  <a:pt x="25" y="36"/>
                </a:lnTo>
                <a:lnTo>
                  <a:pt x="23" y="38"/>
                </a:lnTo>
                <a:lnTo>
                  <a:pt x="21" y="40"/>
                </a:lnTo>
                <a:lnTo>
                  <a:pt x="19" y="42"/>
                </a:lnTo>
                <a:lnTo>
                  <a:pt x="17" y="44"/>
                </a:lnTo>
                <a:lnTo>
                  <a:pt x="16" y="47"/>
                </a:lnTo>
                <a:lnTo>
                  <a:pt x="14" y="49"/>
                </a:lnTo>
                <a:lnTo>
                  <a:pt x="13" y="51"/>
                </a:lnTo>
                <a:lnTo>
                  <a:pt x="11" y="54"/>
                </a:lnTo>
                <a:lnTo>
                  <a:pt x="10" y="56"/>
                </a:lnTo>
                <a:lnTo>
                  <a:pt x="9" y="58"/>
                </a:lnTo>
                <a:lnTo>
                  <a:pt x="8" y="61"/>
                </a:lnTo>
                <a:lnTo>
                  <a:pt x="7" y="63"/>
                </a:lnTo>
                <a:lnTo>
                  <a:pt x="6" y="66"/>
                </a:lnTo>
                <a:lnTo>
                  <a:pt x="5" y="68"/>
                </a:lnTo>
                <a:lnTo>
                  <a:pt x="5" y="71"/>
                </a:lnTo>
                <a:lnTo>
                  <a:pt x="4" y="73"/>
                </a:lnTo>
                <a:lnTo>
                  <a:pt x="4" y="76"/>
                </a:lnTo>
                <a:lnTo>
                  <a:pt x="4" y="78"/>
                </a:lnTo>
                <a:lnTo>
                  <a:pt x="4" y="81"/>
                </a:lnTo>
                <a:lnTo>
                  <a:pt x="3" y="83"/>
                </a:lnTo>
                <a:lnTo>
                  <a:pt x="4" y="86"/>
                </a:lnTo>
                <a:lnTo>
                  <a:pt x="4" y="88"/>
                </a:lnTo>
                <a:lnTo>
                  <a:pt x="4" y="91"/>
                </a:lnTo>
                <a:lnTo>
                  <a:pt x="4" y="93"/>
                </a:lnTo>
                <a:lnTo>
                  <a:pt x="5" y="96"/>
                </a:lnTo>
                <a:lnTo>
                  <a:pt x="5" y="98"/>
                </a:lnTo>
                <a:lnTo>
                  <a:pt x="6" y="101"/>
                </a:lnTo>
                <a:lnTo>
                  <a:pt x="7" y="103"/>
                </a:lnTo>
                <a:lnTo>
                  <a:pt x="8" y="106"/>
                </a:lnTo>
                <a:lnTo>
                  <a:pt x="9" y="108"/>
                </a:lnTo>
                <a:lnTo>
                  <a:pt x="10" y="111"/>
                </a:lnTo>
                <a:lnTo>
                  <a:pt x="11" y="113"/>
                </a:lnTo>
                <a:lnTo>
                  <a:pt x="13" y="115"/>
                </a:lnTo>
                <a:lnTo>
                  <a:pt x="14" y="118"/>
                </a:lnTo>
                <a:lnTo>
                  <a:pt x="16" y="120"/>
                </a:lnTo>
                <a:lnTo>
                  <a:pt x="17" y="123"/>
                </a:lnTo>
                <a:lnTo>
                  <a:pt x="19" y="125"/>
                </a:lnTo>
                <a:lnTo>
                  <a:pt x="21" y="127"/>
                </a:lnTo>
                <a:lnTo>
                  <a:pt x="23" y="130"/>
                </a:lnTo>
                <a:lnTo>
                  <a:pt x="25" y="132"/>
                </a:lnTo>
                <a:lnTo>
                  <a:pt x="27" y="134"/>
                </a:lnTo>
                <a:lnTo>
                  <a:pt x="29" y="136"/>
                </a:lnTo>
                <a:lnTo>
                  <a:pt x="32" y="138"/>
                </a:lnTo>
                <a:lnTo>
                  <a:pt x="34" y="139"/>
                </a:lnTo>
                <a:lnTo>
                  <a:pt x="36" y="141"/>
                </a:lnTo>
                <a:lnTo>
                  <a:pt x="39" y="143"/>
                </a:lnTo>
                <a:lnTo>
                  <a:pt x="42" y="145"/>
                </a:lnTo>
                <a:lnTo>
                  <a:pt x="44" y="146"/>
                </a:lnTo>
                <a:lnTo>
                  <a:pt x="47" y="148"/>
                </a:lnTo>
                <a:lnTo>
                  <a:pt x="50" y="149"/>
                </a:lnTo>
                <a:lnTo>
                  <a:pt x="53" y="151"/>
                </a:lnTo>
                <a:lnTo>
                  <a:pt x="56" y="152"/>
                </a:lnTo>
                <a:lnTo>
                  <a:pt x="59" y="154"/>
                </a:lnTo>
                <a:lnTo>
                  <a:pt x="62" y="155"/>
                </a:lnTo>
                <a:lnTo>
                  <a:pt x="65" y="156"/>
                </a:lnTo>
                <a:lnTo>
                  <a:pt x="68" y="157"/>
                </a:lnTo>
                <a:lnTo>
                  <a:pt x="71" y="158"/>
                </a:lnTo>
                <a:lnTo>
                  <a:pt x="75" y="159"/>
                </a:lnTo>
                <a:lnTo>
                  <a:pt x="78" y="160"/>
                </a:lnTo>
                <a:lnTo>
                  <a:pt x="81" y="161"/>
                </a:lnTo>
                <a:lnTo>
                  <a:pt x="85" y="162"/>
                </a:lnTo>
                <a:lnTo>
                  <a:pt x="88" y="162"/>
                </a:lnTo>
                <a:lnTo>
                  <a:pt x="91" y="163"/>
                </a:lnTo>
                <a:lnTo>
                  <a:pt x="95" y="163"/>
                </a:lnTo>
                <a:lnTo>
                  <a:pt x="98" y="164"/>
                </a:lnTo>
                <a:lnTo>
                  <a:pt x="102" y="164"/>
                </a:lnTo>
                <a:lnTo>
                  <a:pt x="105" y="165"/>
                </a:lnTo>
                <a:lnTo>
                  <a:pt x="110" y="165"/>
                </a:lnTo>
                <a:lnTo>
                  <a:pt x="113" y="165"/>
                </a:lnTo>
                <a:lnTo>
                  <a:pt x="117" y="165"/>
                </a:lnTo>
                <a:lnTo>
                  <a:pt x="120" y="165"/>
                </a:lnTo>
                <a:lnTo>
                  <a:pt x="124" y="165"/>
                </a:lnTo>
                <a:lnTo>
                  <a:pt x="128" y="165"/>
                </a:lnTo>
                <a:lnTo>
                  <a:pt x="131" y="164"/>
                </a:lnTo>
                <a:lnTo>
                  <a:pt x="135" y="164"/>
                </a:lnTo>
                <a:lnTo>
                  <a:pt x="138" y="163"/>
                </a:lnTo>
                <a:lnTo>
                  <a:pt x="141" y="163"/>
                </a:lnTo>
                <a:lnTo>
                  <a:pt x="145" y="162"/>
                </a:lnTo>
                <a:lnTo>
                  <a:pt x="148" y="162"/>
                </a:lnTo>
                <a:lnTo>
                  <a:pt x="152" y="161"/>
                </a:lnTo>
                <a:lnTo>
                  <a:pt x="155" y="160"/>
                </a:lnTo>
                <a:lnTo>
                  <a:pt x="158" y="159"/>
                </a:lnTo>
                <a:lnTo>
                  <a:pt x="162" y="158"/>
                </a:lnTo>
                <a:lnTo>
                  <a:pt x="165" y="157"/>
                </a:lnTo>
                <a:lnTo>
                  <a:pt x="168" y="156"/>
                </a:lnTo>
                <a:lnTo>
                  <a:pt x="171" y="155"/>
                </a:lnTo>
                <a:lnTo>
                  <a:pt x="174" y="154"/>
                </a:lnTo>
                <a:lnTo>
                  <a:pt x="177" y="152"/>
                </a:lnTo>
                <a:lnTo>
                  <a:pt x="180" y="151"/>
                </a:lnTo>
                <a:lnTo>
                  <a:pt x="183" y="149"/>
                </a:lnTo>
                <a:lnTo>
                  <a:pt x="186" y="148"/>
                </a:lnTo>
                <a:lnTo>
                  <a:pt x="189" y="146"/>
                </a:lnTo>
                <a:lnTo>
                  <a:pt x="191" y="145"/>
                </a:lnTo>
                <a:lnTo>
                  <a:pt x="194" y="143"/>
                </a:lnTo>
                <a:lnTo>
                  <a:pt x="196" y="141"/>
                </a:lnTo>
                <a:lnTo>
                  <a:pt x="199" y="139"/>
                </a:lnTo>
                <a:lnTo>
                  <a:pt x="201" y="138"/>
                </a:lnTo>
                <a:lnTo>
                  <a:pt x="204" y="136"/>
                </a:lnTo>
                <a:lnTo>
                  <a:pt x="206" y="134"/>
                </a:lnTo>
                <a:lnTo>
                  <a:pt x="208" y="132"/>
                </a:lnTo>
                <a:lnTo>
                  <a:pt x="210" y="130"/>
                </a:lnTo>
                <a:lnTo>
                  <a:pt x="212" y="127"/>
                </a:lnTo>
                <a:lnTo>
                  <a:pt x="214" y="125"/>
                </a:lnTo>
                <a:lnTo>
                  <a:pt x="215" y="123"/>
                </a:lnTo>
                <a:lnTo>
                  <a:pt x="217" y="120"/>
                </a:lnTo>
                <a:lnTo>
                  <a:pt x="219" y="118"/>
                </a:lnTo>
                <a:lnTo>
                  <a:pt x="220" y="115"/>
                </a:lnTo>
                <a:lnTo>
                  <a:pt x="222" y="113"/>
                </a:lnTo>
                <a:lnTo>
                  <a:pt x="223" y="111"/>
                </a:lnTo>
                <a:lnTo>
                  <a:pt x="224" y="108"/>
                </a:lnTo>
                <a:lnTo>
                  <a:pt x="225" y="106"/>
                </a:lnTo>
                <a:lnTo>
                  <a:pt x="226" y="103"/>
                </a:lnTo>
                <a:lnTo>
                  <a:pt x="227" y="101"/>
                </a:lnTo>
                <a:lnTo>
                  <a:pt x="227" y="98"/>
                </a:lnTo>
                <a:lnTo>
                  <a:pt x="228" y="96"/>
                </a:lnTo>
                <a:lnTo>
                  <a:pt x="229" y="93"/>
                </a:lnTo>
                <a:lnTo>
                  <a:pt x="229" y="91"/>
                </a:lnTo>
                <a:lnTo>
                  <a:pt x="229" y="88"/>
                </a:lnTo>
                <a:lnTo>
                  <a:pt x="229" y="86"/>
                </a:lnTo>
                <a:lnTo>
                  <a:pt x="229" y="83"/>
                </a:lnTo>
                <a:moveTo>
                  <a:pt x="233" y="83"/>
                </a:moveTo>
                <a:lnTo>
                  <a:pt x="233" y="86"/>
                </a:lnTo>
                <a:lnTo>
                  <a:pt x="233" y="89"/>
                </a:lnTo>
                <a:lnTo>
                  <a:pt x="233" y="91"/>
                </a:lnTo>
                <a:lnTo>
                  <a:pt x="232" y="94"/>
                </a:lnTo>
                <a:lnTo>
                  <a:pt x="232" y="96"/>
                </a:lnTo>
                <a:lnTo>
                  <a:pt x="231" y="99"/>
                </a:lnTo>
                <a:lnTo>
                  <a:pt x="230" y="101"/>
                </a:lnTo>
                <a:lnTo>
                  <a:pt x="230" y="104"/>
                </a:lnTo>
                <a:lnTo>
                  <a:pt x="229" y="107"/>
                </a:lnTo>
                <a:lnTo>
                  <a:pt x="228" y="109"/>
                </a:lnTo>
                <a:lnTo>
                  <a:pt x="226" y="112"/>
                </a:lnTo>
                <a:lnTo>
                  <a:pt x="225" y="114"/>
                </a:lnTo>
                <a:lnTo>
                  <a:pt x="224" y="116"/>
                </a:lnTo>
                <a:lnTo>
                  <a:pt x="222" y="119"/>
                </a:lnTo>
                <a:lnTo>
                  <a:pt x="221" y="121"/>
                </a:lnTo>
                <a:lnTo>
                  <a:pt x="219" y="124"/>
                </a:lnTo>
                <a:lnTo>
                  <a:pt x="217" y="127"/>
                </a:lnTo>
                <a:lnTo>
                  <a:pt x="215" y="129"/>
                </a:lnTo>
                <a:lnTo>
                  <a:pt x="213" y="131"/>
                </a:lnTo>
                <a:lnTo>
                  <a:pt x="211" y="133"/>
                </a:lnTo>
                <a:lnTo>
                  <a:pt x="209" y="135"/>
                </a:lnTo>
                <a:lnTo>
                  <a:pt x="207" y="137"/>
                </a:lnTo>
                <a:lnTo>
                  <a:pt x="204" y="139"/>
                </a:lnTo>
                <a:lnTo>
                  <a:pt x="202" y="141"/>
                </a:lnTo>
                <a:lnTo>
                  <a:pt x="199" y="143"/>
                </a:lnTo>
                <a:lnTo>
                  <a:pt x="197" y="145"/>
                </a:lnTo>
                <a:lnTo>
                  <a:pt x="194" y="147"/>
                </a:lnTo>
                <a:lnTo>
                  <a:pt x="191" y="149"/>
                </a:lnTo>
                <a:lnTo>
                  <a:pt x="188" y="150"/>
                </a:lnTo>
                <a:lnTo>
                  <a:pt x="185" y="152"/>
                </a:lnTo>
                <a:lnTo>
                  <a:pt x="182" y="153"/>
                </a:lnTo>
                <a:lnTo>
                  <a:pt x="179" y="155"/>
                </a:lnTo>
                <a:lnTo>
                  <a:pt x="176" y="156"/>
                </a:lnTo>
                <a:lnTo>
                  <a:pt x="173" y="157"/>
                </a:lnTo>
                <a:lnTo>
                  <a:pt x="170" y="159"/>
                </a:lnTo>
                <a:lnTo>
                  <a:pt x="166" y="160"/>
                </a:lnTo>
                <a:lnTo>
                  <a:pt x="163" y="161"/>
                </a:lnTo>
                <a:lnTo>
                  <a:pt x="160" y="162"/>
                </a:lnTo>
                <a:lnTo>
                  <a:pt x="156" y="163"/>
                </a:lnTo>
                <a:lnTo>
                  <a:pt x="153" y="164"/>
                </a:lnTo>
                <a:lnTo>
                  <a:pt x="149" y="164"/>
                </a:lnTo>
                <a:lnTo>
                  <a:pt x="146" y="165"/>
                </a:lnTo>
                <a:lnTo>
                  <a:pt x="142" y="166"/>
                </a:lnTo>
                <a:lnTo>
                  <a:pt x="139" y="166"/>
                </a:lnTo>
                <a:lnTo>
                  <a:pt x="135" y="167"/>
                </a:lnTo>
                <a:lnTo>
                  <a:pt x="132" y="167"/>
                </a:lnTo>
                <a:lnTo>
                  <a:pt x="128" y="167"/>
                </a:lnTo>
                <a:lnTo>
                  <a:pt x="124" y="167"/>
                </a:lnTo>
                <a:lnTo>
                  <a:pt x="121" y="168"/>
                </a:lnTo>
                <a:lnTo>
                  <a:pt x="117" y="168"/>
                </a:lnTo>
                <a:lnTo>
                  <a:pt x="113" y="168"/>
                </a:lnTo>
                <a:lnTo>
                  <a:pt x="110" y="167"/>
                </a:lnTo>
                <a:lnTo>
                  <a:pt x="105" y="167"/>
                </a:lnTo>
                <a:lnTo>
                  <a:pt x="101" y="167"/>
                </a:lnTo>
                <a:lnTo>
                  <a:pt x="98" y="167"/>
                </a:lnTo>
                <a:lnTo>
                  <a:pt x="94" y="166"/>
                </a:lnTo>
                <a:lnTo>
                  <a:pt x="91" y="166"/>
                </a:lnTo>
                <a:lnTo>
                  <a:pt x="87" y="165"/>
                </a:lnTo>
                <a:lnTo>
                  <a:pt x="83" y="164"/>
                </a:lnTo>
                <a:lnTo>
                  <a:pt x="80" y="164"/>
                </a:lnTo>
                <a:lnTo>
                  <a:pt x="77" y="163"/>
                </a:lnTo>
                <a:lnTo>
                  <a:pt x="73" y="162"/>
                </a:lnTo>
                <a:lnTo>
                  <a:pt x="70" y="161"/>
                </a:lnTo>
                <a:lnTo>
                  <a:pt x="66" y="160"/>
                </a:lnTo>
                <a:lnTo>
                  <a:pt x="63" y="159"/>
                </a:lnTo>
                <a:lnTo>
                  <a:pt x="60" y="157"/>
                </a:lnTo>
                <a:lnTo>
                  <a:pt x="57" y="156"/>
                </a:lnTo>
                <a:lnTo>
                  <a:pt x="54" y="155"/>
                </a:lnTo>
                <a:lnTo>
                  <a:pt x="51" y="153"/>
                </a:lnTo>
                <a:lnTo>
                  <a:pt x="48" y="152"/>
                </a:lnTo>
                <a:lnTo>
                  <a:pt x="45" y="150"/>
                </a:lnTo>
                <a:lnTo>
                  <a:pt x="42" y="149"/>
                </a:lnTo>
                <a:lnTo>
                  <a:pt x="39" y="147"/>
                </a:lnTo>
                <a:lnTo>
                  <a:pt x="36" y="145"/>
                </a:lnTo>
                <a:lnTo>
                  <a:pt x="34" y="143"/>
                </a:lnTo>
                <a:lnTo>
                  <a:pt x="31" y="141"/>
                </a:lnTo>
                <a:lnTo>
                  <a:pt x="29" y="139"/>
                </a:lnTo>
                <a:lnTo>
                  <a:pt x="26" y="137"/>
                </a:lnTo>
                <a:lnTo>
                  <a:pt x="24" y="135"/>
                </a:lnTo>
                <a:lnTo>
                  <a:pt x="22" y="133"/>
                </a:lnTo>
                <a:lnTo>
                  <a:pt x="20" y="131"/>
                </a:lnTo>
                <a:lnTo>
                  <a:pt x="18" y="129"/>
                </a:lnTo>
                <a:lnTo>
                  <a:pt x="16" y="127"/>
                </a:lnTo>
                <a:lnTo>
                  <a:pt x="14" y="124"/>
                </a:lnTo>
                <a:lnTo>
                  <a:pt x="12" y="121"/>
                </a:lnTo>
                <a:lnTo>
                  <a:pt x="11" y="119"/>
                </a:lnTo>
                <a:lnTo>
                  <a:pt x="9" y="116"/>
                </a:lnTo>
                <a:lnTo>
                  <a:pt x="8" y="114"/>
                </a:lnTo>
                <a:lnTo>
                  <a:pt x="6" y="112"/>
                </a:lnTo>
                <a:lnTo>
                  <a:pt x="5" y="109"/>
                </a:lnTo>
                <a:lnTo>
                  <a:pt x="4" y="107"/>
                </a:lnTo>
                <a:lnTo>
                  <a:pt x="3" y="104"/>
                </a:lnTo>
                <a:lnTo>
                  <a:pt x="2" y="101"/>
                </a:lnTo>
                <a:lnTo>
                  <a:pt x="2" y="99"/>
                </a:lnTo>
                <a:lnTo>
                  <a:pt x="1" y="96"/>
                </a:lnTo>
                <a:lnTo>
                  <a:pt x="1" y="94"/>
                </a:lnTo>
                <a:lnTo>
                  <a:pt x="0" y="91"/>
                </a:lnTo>
                <a:lnTo>
                  <a:pt x="0" y="89"/>
                </a:lnTo>
                <a:lnTo>
                  <a:pt x="0" y="86"/>
                </a:lnTo>
                <a:lnTo>
                  <a:pt x="0" y="83"/>
                </a:lnTo>
                <a:lnTo>
                  <a:pt x="0" y="81"/>
                </a:lnTo>
                <a:lnTo>
                  <a:pt x="0" y="78"/>
                </a:lnTo>
                <a:lnTo>
                  <a:pt x="0" y="75"/>
                </a:lnTo>
                <a:lnTo>
                  <a:pt x="1" y="73"/>
                </a:lnTo>
                <a:lnTo>
                  <a:pt x="1" y="70"/>
                </a:lnTo>
                <a:lnTo>
                  <a:pt x="2" y="68"/>
                </a:lnTo>
                <a:lnTo>
                  <a:pt x="2" y="65"/>
                </a:lnTo>
                <a:lnTo>
                  <a:pt x="3" y="63"/>
                </a:lnTo>
                <a:lnTo>
                  <a:pt x="4" y="60"/>
                </a:lnTo>
                <a:lnTo>
                  <a:pt x="5" y="58"/>
                </a:lnTo>
                <a:lnTo>
                  <a:pt x="6" y="55"/>
                </a:lnTo>
                <a:lnTo>
                  <a:pt x="8" y="53"/>
                </a:lnTo>
                <a:lnTo>
                  <a:pt x="9" y="50"/>
                </a:lnTo>
                <a:lnTo>
                  <a:pt x="11" y="48"/>
                </a:lnTo>
                <a:lnTo>
                  <a:pt x="12" y="45"/>
                </a:lnTo>
                <a:lnTo>
                  <a:pt x="14" y="43"/>
                </a:lnTo>
                <a:lnTo>
                  <a:pt x="16" y="41"/>
                </a:lnTo>
                <a:lnTo>
                  <a:pt x="18" y="39"/>
                </a:lnTo>
                <a:lnTo>
                  <a:pt x="20" y="36"/>
                </a:lnTo>
                <a:lnTo>
                  <a:pt x="22" y="34"/>
                </a:lnTo>
                <a:lnTo>
                  <a:pt x="24" y="32"/>
                </a:lnTo>
                <a:lnTo>
                  <a:pt x="26" y="30"/>
                </a:lnTo>
                <a:lnTo>
                  <a:pt x="29" y="28"/>
                </a:lnTo>
                <a:lnTo>
                  <a:pt x="31" y="26"/>
                </a:lnTo>
                <a:lnTo>
                  <a:pt x="34" y="24"/>
                </a:lnTo>
                <a:lnTo>
                  <a:pt x="36" y="23"/>
                </a:lnTo>
                <a:lnTo>
                  <a:pt x="39" y="21"/>
                </a:lnTo>
                <a:lnTo>
                  <a:pt x="42" y="19"/>
                </a:lnTo>
                <a:lnTo>
                  <a:pt x="45" y="17"/>
                </a:lnTo>
                <a:lnTo>
                  <a:pt x="48" y="16"/>
                </a:lnTo>
                <a:lnTo>
                  <a:pt x="51" y="14"/>
                </a:lnTo>
                <a:lnTo>
                  <a:pt x="54" y="13"/>
                </a:lnTo>
                <a:lnTo>
                  <a:pt x="57" y="12"/>
                </a:lnTo>
                <a:lnTo>
                  <a:pt x="60" y="10"/>
                </a:lnTo>
                <a:lnTo>
                  <a:pt x="63" y="9"/>
                </a:lnTo>
                <a:lnTo>
                  <a:pt x="66" y="8"/>
                </a:lnTo>
                <a:lnTo>
                  <a:pt x="70" y="7"/>
                </a:lnTo>
                <a:lnTo>
                  <a:pt x="73" y="6"/>
                </a:lnTo>
                <a:lnTo>
                  <a:pt x="77" y="5"/>
                </a:lnTo>
                <a:lnTo>
                  <a:pt x="80" y="4"/>
                </a:lnTo>
                <a:lnTo>
                  <a:pt x="83" y="3"/>
                </a:lnTo>
                <a:lnTo>
                  <a:pt x="87" y="3"/>
                </a:lnTo>
                <a:lnTo>
                  <a:pt x="91" y="2"/>
                </a:lnTo>
                <a:lnTo>
                  <a:pt x="94" y="1"/>
                </a:lnTo>
                <a:lnTo>
                  <a:pt x="98" y="1"/>
                </a:lnTo>
                <a:lnTo>
                  <a:pt x="101" y="1"/>
                </a:lnTo>
                <a:lnTo>
                  <a:pt x="105" y="0"/>
                </a:lnTo>
                <a:lnTo>
                  <a:pt x="110" y="0"/>
                </a:lnTo>
                <a:lnTo>
                  <a:pt x="113" y="0"/>
                </a:lnTo>
                <a:lnTo>
                  <a:pt x="117" y="0"/>
                </a:lnTo>
                <a:lnTo>
                  <a:pt x="121" y="0"/>
                </a:lnTo>
                <a:lnTo>
                  <a:pt x="124" y="0"/>
                </a:lnTo>
                <a:lnTo>
                  <a:pt x="128" y="0"/>
                </a:lnTo>
                <a:lnTo>
                  <a:pt x="132" y="1"/>
                </a:lnTo>
                <a:lnTo>
                  <a:pt x="135" y="1"/>
                </a:lnTo>
                <a:lnTo>
                  <a:pt x="139" y="1"/>
                </a:lnTo>
                <a:lnTo>
                  <a:pt x="142" y="2"/>
                </a:lnTo>
                <a:lnTo>
                  <a:pt x="146" y="3"/>
                </a:lnTo>
                <a:lnTo>
                  <a:pt x="149" y="3"/>
                </a:lnTo>
                <a:lnTo>
                  <a:pt x="153" y="4"/>
                </a:lnTo>
                <a:lnTo>
                  <a:pt x="156" y="5"/>
                </a:lnTo>
                <a:lnTo>
                  <a:pt x="160" y="6"/>
                </a:lnTo>
                <a:lnTo>
                  <a:pt x="163" y="7"/>
                </a:lnTo>
                <a:lnTo>
                  <a:pt x="166" y="8"/>
                </a:lnTo>
                <a:lnTo>
                  <a:pt x="170" y="9"/>
                </a:lnTo>
                <a:lnTo>
                  <a:pt x="173" y="10"/>
                </a:lnTo>
                <a:lnTo>
                  <a:pt x="176" y="12"/>
                </a:lnTo>
                <a:lnTo>
                  <a:pt x="179" y="13"/>
                </a:lnTo>
                <a:lnTo>
                  <a:pt x="182" y="14"/>
                </a:lnTo>
                <a:lnTo>
                  <a:pt x="185" y="16"/>
                </a:lnTo>
                <a:lnTo>
                  <a:pt x="188" y="17"/>
                </a:lnTo>
                <a:lnTo>
                  <a:pt x="191" y="19"/>
                </a:lnTo>
                <a:lnTo>
                  <a:pt x="194" y="21"/>
                </a:lnTo>
                <a:lnTo>
                  <a:pt x="197" y="23"/>
                </a:lnTo>
                <a:lnTo>
                  <a:pt x="199" y="24"/>
                </a:lnTo>
                <a:lnTo>
                  <a:pt x="202" y="26"/>
                </a:lnTo>
                <a:lnTo>
                  <a:pt x="204" y="28"/>
                </a:lnTo>
                <a:lnTo>
                  <a:pt x="207" y="30"/>
                </a:lnTo>
                <a:lnTo>
                  <a:pt x="209" y="32"/>
                </a:lnTo>
                <a:lnTo>
                  <a:pt x="211" y="34"/>
                </a:lnTo>
                <a:lnTo>
                  <a:pt x="213" y="36"/>
                </a:lnTo>
                <a:lnTo>
                  <a:pt x="215" y="39"/>
                </a:lnTo>
                <a:lnTo>
                  <a:pt x="217" y="41"/>
                </a:lnTo>
                <a:lnTo>
                  <a:pt x="219" y="43"/>
                </a:lnTo>
                <a:lnTo>
                  <a:pt x="221" y="45"/>
                </a:lnTo>
                <a:lnTo>
                  <a:pt x="222" y="48"/>
                </a:lnTo>
                <a:lnTo>
                  <a:pt x="224" y="50"/>
                </a:lnTo>
                <a:lnTo>
                  <a:pt x="225" y="53"/>
                </a:lnTo>
                <a:lnTo>
                  <a:pt x="226" y="55"/>
                </a:lnTo>
                <a:lnTo>
                  <a:pt x="228" y="58"/>
                </a:lnTo>
                <a:lnTo>
                  <a:pt x="229" y="60"/>
                </a:lnTo>
                <a:lnTo>
                  <a:pt x="230" y="63"/>
                </a:lnTo>
                <a:lnTo>
                  <a:pt x="230" y="65"/>
                </a:lnTo>
                <a:lnTo>
                  <a:pt x="231" y="68"/>
                </a:lnTo>
                <a:lnTo>
                  <a:pt x="232" y="70"/>
                </a:lnTo>
                <a:lnTo>
                  <a:pt x="232" y="73"/>
                </a:lnTo>
                <a:lnTo>
                  <a:pt x="233" y="75"/>
                </a:lnTo>
                <a:lnTo>
                  <a:pt x="233" y="78"/>
                </a:lnTo>
                <a:lnTo>
                  <a:pt x="233" y="81"/>
                </a:lnTo>
                <a:lnTo>
                  <a:pt x="233" y="83"/>
                </a:lnTo>
                <a:close/>
              </a:path>
            </a:pathLst>
          </a:custGeom>
          <a:solidFill>
            <a:srgbClr val="fffc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6" name=""/>
          <p:cNvSpPr/>
          <p:nvPr/>
        </p:nvSpPr>
        <p:spPr>
          <a:xfrm>
            <a:off x="8019360" y="2913120"/>
            <a:ext cx="86760" cy="62280"/>
          </a:xfrm>
          <a:custGeom>
            <a:avLst/>
            <a:gdLst/>
            <a:ahLst/>
            <a:rect l="0" t="0" r="r" b="b"/>
            <a:pathLst>
              <a:path w="241" h="173">
                <a:moveTo>
                  <a:pt x="237" y="87"/>
                </a:moveTo>
                <a:lnTo>
                  <a:pt x="237" y="85"/>
                </a:lnTo>
                <a:lnTo>
                  <a:pt x="237" y="82"/>
                </a:lnTo>
                <a:lnTo>
                  <a:pt x="237" y="79"/>
                </a:lnTo>
                <a:lnTo>
                  <a:pt x="236" y="76"/>
                </a:lnTo>
                <a:lnTo>
                  <a:pt x="236" y="73"/>
                </a:lnTo>
                <a:lnTo>
                  <a:pt x="235" y="71"/>
                </a:lnTo>
                <a:lnTo>
                  <a:pt x="234" y="68"/>
                </a:lnTo>
                <a:lnTo>
                  <a:pt x="234" y="66"/>
                </a:lnTo>
                <a:lnTo>
                  <a:pt x="233" y="63"/>
                </a:lnTo>
                <a:lnTo>
                  <a:pt x="232" y="61"/>
                </a:lnTo>
                <a:lnTo>
                  <a:pt x="230" y="58"/>
                </a:lnTo>
                <a:lnTo>
                  <a:pt x="229" y="56"/>
                </a:lnTo>
                <a:lnTo>
                  <a:pt x="228" y="53"/>
                </a:lnTo>
                <a:lnTo>
                  <a:pt x="226" y="51"/>
                </a:lnTo>
                <a:lnTo>
                  <a:pt x="225" y="48"/>
                </a:lnTo>
                <a:lnTo>
                  <a:pt x="223" y="46"/>
                </a:lnTo>
                <a:lnTo>
                  <a:pt x="221" y="44"/>
                </a:lnTo>
                <a:lnTo>
                  <a:pt x="219" y="42"/>
                </a:lnTo>
                <a:lnTo>
                  <a:pt x="217" y="39"/>
                </a:lnTo>
                <a:lnTo>
                  <a:pt x="215" y="37"/>
                </a:lnTo>
                <a:lnTo>
                  <a:pt x="213" y="35"/>
                </a:lnTo>
                <a:lnTo>
                  <a:pt x="211" y="33"/>
                </a:lnTo>
                <a:lnTo>
                  <a:pt x="208" y="31"/>
                </a:lnTo>
                <a:lnTo>
                  <a:pt x="206" y="29"/>
                </a:lnTo>
                <a:lnTo>
                  <a:pt x="203" y="27"/>
                </a:lnTo>
                <a:lnTo>
                  <a:pt x="201" y="26"/>
                </a:lnTo>
                <a:lnTo>
                  <a:pt x="198" y="24"/>
                </a:lnTo>
                <a:lnTo>
                  <a:pt x="195" y="22"/>
                </a:lnTo>
                <a:lnTo>
                  <a:pt x="192" y="20"/>
                </a:lnTo>
                <a:lnTo>
                  <a:pt x="189" y="19"/>
                </a:lnTo>
                <a:lnTo>
                  <a:pt x="186" y="17"/>
                </a:lnTo>
                <a:lnTo>
                  <a:pt x="183" y="16"/>
                </a:lnTo>
                <a:lnTo>
                  <a:pt x="180" y="15"/>
                </a:lnTo>
                <a:lnTo>
                  <a:pt x="177" y="13"/>
                </a:lnTo>
                <a:lnTo>
                  <a:pt x="174" y="12"/>
                </a:lnTo>
                <a:lnTo>
                  <a:pt x="170" y="11"/>
                </a:lnTo>
                <a:lnTo>
                  <a:pt x="167" y="10"/>
                </a:lnTo>
                <a:lnTo>
                  <a:pt x="163" y="9"/>
                </a:lnTo>
                <a:lnTo>
                  <a:pt x="159" y="8"/>
                </a:lnTo>
                <a:lnTo>
                  <a:pt x="156" y="7"/>
                </a:lnTo>
                <a:lnTo>
                  <a:pt x="152" y="6"/>
                </a:lnTo>
                <a:lnTo>
                  <a:pt x="149" y="6"/>
                </a:lnTo>
                <a:lnTo>
                  <a:pt x="145" y="5"/>
                </a:lnTo>
                <a:lnTo>
                  <a:pt x="142" y="4"/>
                </a:lnTo>
                <a:lnTo>
                  <a:pt x="138" y="4"/>
                </a:lnTo>
                <a:lnTo>
                  <a:pt x="135" y="4"/>
                </a:lnTo>
                <a:lnTo>
                  <a:pt x="131" y="3"/>
                </a:lnTo>
                <a:lnTo>
                  <a:pt x="127" y="3"/>
                </a:lnTo>
                <a:lnTo>
                  <a:pt x="124" y="3"/>
                </a:lnTo>
                <a:lnTo>
                  <a:pt x="120" y="3"/>
                </a:lnTo>
                <a:lnTo>
                  <a:pt x="116" y="3"/>
                </a:lnTo>
                <a:lnTo>
                  <a:pt x="113" y="3"/>
                </a:lnTo>
                <a:lnTo>
                  <a:pt x="109" y="3"/>
                </a:lnTo>
                <a:lnTo>
                  <a:pt x="105" y="4"/>
                </a:lnTo>
                <a:lnTo>
                  <a:pt x="102" y="4"/>
                </a:lnTo>
                <a:lnTo>
                  <a:pt x="98" y="4"/>
                </a:lnTo>
                <a:lnTo>
                  <a:pt x="95" y="5"/>
                </a:lnTo>
                <a:lnTo>
                  <a:pt x="91" y="6"/>
                </a:lnTo>
                <a:lnTo>
                  <a:pt x="87" y="6"/>
                </a:lnTo>
                <a:lnTo>
                  <a:pt x="84" y="7"/>
                </a:lnTo>
                <a:lnTo>
                  <a:pt x="81" y="8"/>
                </a:lnTo>
                <a:lnTo>
                  <a:pt x="77" y="9"/>
                </a:lnTo>
                <a:lnTo>
                  <a:pt x="74" y="10"/>
                </a:lnTo>
                <a:lnTo>
                  <a:pt x="70" y="11"/>
                </a:lnTo>
                <a:lnTo>
                  <a:pt x="67" y="12"/>
                </a:lnTo>
                <a:lnTo>
                  <a:pt x="64" y="13"/>
                </a:lnTo>
                <a:lnTo>
                  <a:pt x="61" y="15"/>
                </a:lnTo>
                <a:lnTo>
                  <a:pt x="58" y="16"/>
                </a:lnTo>
                <a:lnTo>
                  <a:pt x="55" y="17"/>
                </a:lnTo>
                <a:lnTo>
                  <a:pt x="52" y="19"/>
                </a:lnTo>
                <a:lnTo>
                  <a:pt x="49" y="20"/>
                </a:lnTo>
                <a:lnTo>
                  <a:pt x="46" y="22"/>
                </a:lnTo>
                <a:lnTo>
                  <a:pt x="43" y="24"/>
                </a:lnTo>
                <a:lnTo>
                  <a:pt x="40" y="26"/>
                </a:lnTo>
                <a:lnTo>
                  <a:pt x="38" y="27"/>
                </a:lnTo>
                <a:lnTo>
                  <a:pt x="35" y="29"/>
                </a:lnTo>
                <a:lnTo>
                  <a:pt x="33" y="31"/>
                </a:lnTo>
                <a:lnTo>
                  <a:pt x="30" y="33"/>
                </a:lnTo>
                <a:lnTo>
                  <a:pt x="28" y="35"/>
                </a:lnTo>
                <a:lnTo>
                  <a:pt x="26" y="37"/>
                </a:lnTo>
                <a:lnTo>
                  <a:pt x="24" y="39"/>
                </a:lnTo>
                <a:lnTo>
                  <a:pt x="22" y="42"/>
                </a:lnTo>
                <a:lnTo>
                  <a:pt x="20" y="44"/>
                </a:lnTo>
                <a:lnTo>
                  <a:pt x="18" y="46"/>
                </a:lnTo>
                <a:lnTo>
                  <a:pt x="16" y="48"/>
                </a:lnTo>
                <a:lnTo>
                  <a:pt x="15" y="51"/>
                </a:lnTo>
                <a:lnTo>
                  <a:pt x="13" y="53"/>
                </a:lnTo>
                <a:lnTo>
                  <a:pt x="12" y="56"/>
                </a:lnTo>
                <a:lnTo>
                  <a:pt x="10" y="58"/>
                </a:lnTo>
                <a:lnTo>
                  <a:pt x="9" y="61"/>
                </a:lnTo>
                <a:lnTo>
                  <a:pt x="8" y="63"/>
                </a:lnTo>
                <a:lnTo>
                  <a:pt x="7" y="66"/>
                </a:lnTo>
                <a:lnTo>
                  <a:pt x="6" y="68"/>
                </a:lnTo>
                <a:lnTo>
                  <a:pt x="6" y="71"/>
                </a:lnTo>
                <a:lnTo>
                  <a:pt x="5" y="73"/>
                </a:lnTo>
                <a:lnTo>
                  <a:pt x="5" y="76"/>
                </a:lnTo>
                <a:lnTo>
                  <a:pt x="4" y="79"/>
                </a:lnTo>
                <a:lnTo>
                  <a:pt x="4" y="82"/>
                </a:lnTo>
                <a:lnTo>
                  <a:pt x="4" y="85"/>
                </a:lnTo>
                <a:lnTo>
                  <a:pt x="4" y="87"/>
                </a:lnTo>
                <a:lnTo>
                  <a:pt x="4" y="90"/>
                </a:lnTo>
                <a:lnTo>
                  <a:pt x="4" y="93"/>
                </a:lnTo>
                <a:lnTo>
                  <a:pt x="4" y="95"/>
                </a:lnTo>
                <a:lnTo>
                  <a:pt x="5" y="98"/>
                </a:lnTo>
                <a:lnTo>
                  <a:pt x="5" y="100"/>
                </a:lnTo>
                <a:lnTo>
                  <a:pt x="6" y="103"/>
                </a:lnTo>
                <a:lnTo>
                  <a:pt x="6" y="105"/>
                </a:lnTo>
                <a:lnTo>
                  <a:pt x="7" y="108"/>
                </a:lnTo>
                <a:lnTo>
                  <a:pt x="8" y="111"/>
                </a:lnTo>
                <a:lnTo>
                  <a:pt x="9" y="113"/>
                </a:lnTo>
                <a:lnTo>
                  <a:pt x="10" y="116"/>
                </a:lnTo>
                <a:lnTo>
                  <a:pt x="12" y="118"/>
                </a:lnTo>
                <a:lnTo>
                  <a:pt x="13" y="120"/>
                </a:lnTo>
                <a:lnTo>
                  <a:pt x="15" y="123"/>
                </a:lnTo>
                <a:lnTo>
                  <a:pt x="16" y="125"/>
                </a:lnTo>
                <a:lnTo>
                  <a:pt x="18" y="127"/>
                </a:lnTo>
                <a:lnTo>
                  <a:pt x="20" y="130"/>
                </a:lnTo>
                <a:lnTo>
                  <a:pt x="22" y="132"/>
                </a:lnTo>
                <a:lnTo>
                  <a:pt x="24" y="134"/>
                </a:lnTo>
                <a:lnTo>
                  <a:pt x="26" y="136"/>
                </a:lnTo>
                <a:lnTo>
                  <a:pt x="28" y="138"/>
                </a:lnTo>
                <a:lnTo>
                  <a:pt x="30" y="140"/>
                </a:lnTo>
                <a:lnTo>
                  <a:pt x="33" y="142"/>
                </a:lnTo>
                <a:lnTo>
                  <a:pt x="35" y="144"/>
                </a:lnTo>
                <a:lnTo>
                  <a:pt x="38" y="146"/>
                </a:lnTo>
                <a:lnTo>
                  <a:pt x="40" y="148"/>
                </a:lnTo>
                <a:lnTo>
                  <a:pt x="43" y="150"/>
                </a:lnTo>
                <a:lnTo>
                  <a:pt x="46" y="152"/>
                </a:lnTo>
                <a:lnTo>
                  <a:pt x="49" y="153"/>
                </a:lnTo>
                <a:lnTo>
                  <a:pt x="52" y="155"/>
                </a:lnTo>
                <a:lnTo>
                  <a:pt x="55" y="156"/>
                </a:lnTo>
                <a:lnTo>
                  <a:pt x="58" y="158"/>
                </a:lnTo>
                <a:lnTo>
                  <a:pt x="61" y="159"/>
                </a:lnTo>
                <a:lnTo>
                  <a:pt x="64" y="160"/>
                </a:lnTo>
                <a:lnTo>
                  <a:pt x="67" y="162"/>
                </a:lnTo>
                <a:lnTo>
                  <a:pt x="70" y="163"/>
                </a:lnTo>
                <a:lnTo>
                  <a:pt x="74" y="164"/>
                </a:lnTo>
                <a:lnTo>
                  <a:pt x="77" y="165"/>
                </a:lnTo>
                <a:lnTo>
                  <a:pt x="81" y="166"/>
                </a:lnTo>
                <a:lnTo>
                  <a:pt x="84" y="167"/>
                </a:lnTo>
                <a:lnTo>
                  <a:pt x="87" y="167"/>
                </a:lnTo>
                <a:lnTo>
                  <a:pt x="91" y="168"/>
                </a:lnTo>
                <a:lnTo>
                  <a:pt x="95" y="169"/>
                </a:lnTo>
                <a:lnTo>
                  <a:pt x="98" y="169"/>
                </a:lnTo>
                <a:lnTo>
                  <a:pt x="102" y="170"/>
                </a:lnTo>
                <a:lnTo>
                  <a:pt x="105" y="170"/>
                </a:lnTo>
                <a:lnTo>
                  <a:pt x="109" y="170"/>
                </a:lnTo>
                <a:lnTo>
                  <a:pt x="113" y="170"/>
                </a:lnTo>
                <a:lnTo>
                  <a:pt x="116" y="171"/>
                </a:lnTo>
                <a:lnTo>
                  <a:pt x="120" y="171"/>
                </a:lnTo>
                <a:lnTo>
                  <a:pt x="124" y="171"/>
                </a:lnTo>
                <a:lnTo>
                  <a:pt x="127" y="170"/>
                </a:lnTo>
                <a:lnTo>
                  <a:pt x="131" y="170"/>
                </a:lnTo>
                <a:lnTo>
                  <a:pt x="135" y="170"/>
                </a:lnTo>
                <a:lnTo>
                  <a:pt x="138" y="170"/>
                </a:lnTo>
                <a:lnTo>
                  <a:pt x="142" y="169"/>
                </a:lnTo>
                <a:lnTo>
                  <a:pt x="145" y="169"/>
                </a:lnTo>
                <a:lnTo>
                  <a:pt x="149" y="168"/>
                </a:lnTo>
                <a:lnTo>
                  <a:pt x="152" y="167"/>
                </a:lnTo>
                <a:lnTo>
                  <a:pt x="156" y="167"/>
                </a:lnTo>
                <a:lnTo>
                  <a:pt x="159" y="166"/>
                </a:lnTo>
                <a:lnTo>
                  <a:pt x="163" y="165"/>
                </a:lnTo>
                <a:lnTo>
                  <a:pt x="167" y="164"/>
                </a:lnTo>
                <a:lnTo>
                  <a:pt x="170" y="163"/>
                </a:lnTo>
                <a:lnTo>
                  <a:pt x="174" y="162"/>
                </a:lnTo>
                <a:lnTo>
                  <a:pt x="177" y="160"/>
                </a:lnTo>
                <a:lnTo>
                  <a:pt x="180" y="159"/>
                </a:lnTo>
                <a:lnTo>
                  <a:pt x="183" y="158"/>
                </a:lnTo>
                <a:lnTo>
                  <a:pt x="186" y="156"/>
                </a:lnTo>
                <a:lnTo>
                  <a:pt x="189" y="155"/>
                </a:lnTo>
                <a:lnTo>
                  <a:pt x="192" y="153"/>
                </a:lnTo>
                <a:lnTo>
                  <a:pt x="195" y="152"/>
                </a:lnTo>
                <a:lnTo>
                  <a:pt x="198" y="150"/>
                </a:lnTo>
                <a:lnTo>
                  <a:pt x="201" y="148"/>
                </a:lnTo>
                <a:lnTo>
                  <a:pt x="203" y="146"/>
                </a:lnTo>
                <a:lnTo>
                  <a:pt x="206" y="144"/>
                </a:lnTo>
                <a:lnTo>
                  <a:pt x="208" y="142"/>
                </a:lnTo>
                <a:lnTo>
                  <a:pt x="211" y="140"/>
                </a:lnTo>
                <a:lnTo>
                  <a:pt x="213" y="138"/>
                </a:lnTo>
                <a:lnTo>
                  <a:pt x="215" y="136"/>
                </a:lnTo>
                <a:lnTo>
                  <a:pt x="217" y="134"/>
                </a:lnTo>
                <a:lnTo>
                  <a:pt x="219" y="132"/>
                </a:lnTo>
                <a:lnTo>
                  <a:pt x="221" y="130"/>
                </a:lnTo>
                <a:lnTo>
                  <a:pt x="223" y="127"/>
                </a:lnTo>
                <a:lnTo>
                  <a:pt x="225" y="125"/>
                </a:lnTo>
                <a:lnTo>
                  <a:pt x="226" y="123"/>
                </a:lnTo>
                <a:lnTo>
                  <a:pt x="228" y="120"/>
                </a:lnTo>
                <a:lnTo>
                  <a:pt x="229" y="118"/>
                </a:lnTo>
                <a:lnTo>
                  <a:pt x="230" y="116"/>
                </a:lnTo>
                <a:lnTo>
                  <a:pt x="232" y="113"/>
                </a:lnTo>
                <a:lnTo>
                  <a:pt x="233" y="111"/>
                </a:lnTo>
                <a:lnTo>
                  <a:pt x="234" y="108"/>
                </a:lnTo>
                <a:lnTo>
                  <a:pt x="234" y="105"/>
                </a:lnTo>
                <a:lnTo>
                  <a:pt x="235" y="103"/>
                </a:lnTo>
                <a:lnTo>
                  <a:pt x="236" y="100"/>
                </a:lnTo>
                <a:lnTo>
                  <a:pt x="236" y="98"/>
                </a:lnTo>
                <a:lnTo>
                  <a:pt x="237" y="95"/>
                </a:lnTo>
                <a:lnTo>
                  <a:pt x="237" y="93"/>
                </a:lnTo>
                <a:lnTo>
                  <a:pt x="237" y="90"/>
                </a:lnTo>
                <a:lnTo>
                  <a:pt x="237" y="87"/>
                </a:lnTo>
                <a:moveTo>
                  <a:pt x="241" y="87"/>
                </a:moveTo>
                <a:lnTo>
                  <a:pt x="241" y="90"/>
                </a:lnTo>
                <a:lnTo>
                  <a:pt x="241" y="93"/>
                </a:lnTo>
                <a:lnTo>
                  <a:pt x="241" y="95"/>
                </a:lnTo>
                <a:lnTo>
                  <a:pt x="240" y="98"/>
                </a:lnTo>
                <a:lnTo>
                  <a:pt x="240" y="101"/>
                </a:lnTo>
                <a:lnTo>
                  <a:pt x="239" y="103"/>
                </a:lnTo>
                <a:lnTo>
                  <a:pt x="238" y="106"/>
                </a:lnTo>
                <a:lnTo>
                  <a:pt x="237" y="109"/>
                </a:lnTo>
                <a:lnTo>
                  <a:pt x="236" y="111"/>
                </a:lnTo>
                <a:lnTo>
                  <a:pt x="235" y="114"/>
                </a:lnTo>
                <a:lnTo>
                  <a:pt x="234" y="116"/>
                </a:lnTo>
                <a:lnTo>
                  <a:pt x="233" y="119"/>
                </a:lnTo>
                <a:lnTo>
                  <a:pt x="231" y="122"/>
                </a:lnTo>
                <a:lnTo>
                  <a:pt x="230" y="124"/>
                </a:lnTo>
                <a:lnTo>
                  <a:pt x="228" y="126"/>
                </a:lnTo>
                <a:lnTo>
                  <a:pt x="226" y="129"/>
                </a:lnTo>
                <a:lnTo>
                  <a:pt x="224" y="131"/>
                </a:lnTo>
                <a:lnTo>
                  <a:pt x="222" y="133"/>
                </a:lnTo>
                <a:lnTo>
                  <a:pt x="220" y="136"/>
                </a:lnTo>
                <a:lnTo>
                  <a:pt x="218" y="138"/>
                </a:lnTo>
                <a:lnTo>
                  <a:pt x="216" y="140"/>
                </a:lnTo>
                <a:lnTo>
                  <a:pt x="214" y="142"/>
                </a:lnTo>
                <a:lnTo>
                  <a:pt x="211" y="144"/>
                </a:lnTo>
                <a:lnTo>
                  <a:pt x="209" y="146"/>
                </a:lnTo>
                <a:lnTo>
                  <a:pt x="206" y="148"/>
                </a:lnTo>
                <a:lnTo>
                  <a:pt x="203" y="150"/>
                </a:lnTo>
                <a:lnTo>
                  <a:pt x="200" y="152"/>
                </a:lnTo>
                <a:lnTo>
                  <a:pt x="198" y="154"/>
                </a:lnTo>
                <a:lnTo>
                  <a:pt x="195" y="155"/>
                </a:lnTo>
                <a:lnTo>
                  <a:pt x="192" y="157"/>
                </a:lnTo>
                <a:lnTo>
                  <a:pt x="189" y="159"/>
                </a:lnTo>
                <a:lnTo>
                  <a:pt x="185" y="160"/>
                </a:lnTo>
                <a:lnTo>
                  <a:pt x="182" y="161"/>
                </a:lnTo>
                <a:lnTo>
                  <a:pt x="179" y="163"/>
                </a:lnTo>
                <a:lnTo>
                  <a:pt x="176" y="164"/>
                </a:lnTo>
                <a:lnTo>
                  <a:pt x="172" y="165"/>
                </a:lnTo>
                <a:lnTo>
                  <a:pt x="169" y="166"/>
                </a:lnTo>
                <a:lnTo>
                  <a:pt x="165" y="167"/>
                </a:lnTo>
                <a:lnTo>
                  <a:pt x="161" y="168"/>
                </a:lnTo>
                <a:lnTo>
                  <a:pt x="157" y="169"/>
                </a:lnTo>
                <a:lnTo>
                  <a:pt x="153" y="170"/>
                </a:lnTo>
                <a:lnTo>
                  <a:pt x="150" y="171"/>
                </a:lnTo>
                <a:lnTo>
                  <a:pt x="146" y="171"/>
                </a:lnTo>
                <a:lnTo>
                  <a:pt x="142" y="172"/>
                </a:lnTo>
                <a:lnTo>
                  <a:pt x="139" y="172"/>
                </a:lnTo>
                <a:lnTo>
                  <a:pt x="135" y="173"/>
                </a:lnTo>
                <a:lnTo>
                  <a:pt x="131" y="173"/>
                </a:lnTo>
                <a:lnTo>
                  <a:pt x="127" y="173"/>
                </a:lnTo>
                <a:lnTo>
                  <a:pt x="124" y="173"/>
                </a:lnTo>
                <a:lnTo>
                  <a:pt x="120" y="173"/>
                </a:lnTo>
                <a:lnTo>
                  <a:pt x="116" y="173"/>
                </a:lnTo>
                <a:lnTo>
                  <a:pt x="112" y="173"/>
                </a:lnTo>
                <a:lnTo>
                  <a:pt x="109" y="173"/>
                </a:lnTo>
                <a:lnTo>
                  <a:pt x="105" y="173"/>
                </a:lnTo>
                <a:lnTo>
                  <a:pt x="101" y="172"/>
                </a:lnTo>
                <a:lnTo>
                  <a:pt x="97" y="172"/>
                </a:lnTo>
                <a:lnTo>
                  <a:pt x="94" y="171"/>
                </a:lnTo>
                <a:lnTo>
                  <a:pt x="90" y="171"/>
                </a:lnTo>
                <a:lnTo>
                  <a:pt x="86" y="170"/>
                </a:lnTo>
                <a:lnTo>
                  <a:pt x="83" y="169"/>
                </a:lnTo>
                <a:lnTo>
                  <a:pt x="79" y="168"/>
                </a:lnTo>
                <a:lnTo>
                  <a:pt x="76" y="167"/>
                </a:lnTo>
                <a:lnTo>
                  <a:pt x="72" y="166"/>
                </a:lnTo>
                <a:lnTo>
                  <a:pt x="69" y="165"/>
                </a:lnTo>
                <a:lnTo>
                  <a:pt x="65" y="164"/>
                </a:lnTo>
                <a:lnTo>
                  <a:pt x="62" y="163"/>
                </a:lnTo>
                <a:lnTo>
                  <a:pt x="59" y="161"/>
                </a:lnTo>
                <a:lnTo>
                  <a:pt x="56" y="160"/>
                </a:lnTo>
                <a:lnTo>
                  <a:pt x="52" y="159"/>
                </a:lnTo>
                <a:lnTo>
                  <a:pt x="49" y="157"/>
                </a:lnTo>
                <a:lnTo>
                  <a:pt x="46" y="155"/>
                </a:lnTo>
                <a:lnTo>
                  <a:pt x="43" y="154"/>
                </a:lnTo>
                <a:lnTo>
                  <a:pt x="40" y="152"/>
                </a:lnTo>
                <a:lnTo>
                  <a:pt x="38" y="150"/>
                </a:lnTo>
                <a:lnTo>
                  <a:pt x="35" y="148"/>
                </a:lnTo>
                <a:lnTo>
                  <a:pt x="32" y="146"/>
                </a:lnTo>
                <a:lnTo>
                  <a:pt x="30" y="144"/>
                </a:lnTo>
                <a:lnTo>
                  <a:pt x="27" y="142"/>
                </a:lnTo>
                <a:lnTo>
                  <a:pt x="25" y="140"/>
                </a:lnTo>
                <a:lnTo>
                  <a:pt x="23" y="138"/>
                </a:lnTo>
                <a:lnTo>
                  <a:pt x="21" y="136"/>
                </a:lnTo>
                <a:lnTo>
                  <a:pt x="18" y="133"/>
                </a:lnTo>
                <a:lnTo>
                  <a:pt x="16" y="131"/>
                </a:lnTo>
                <a:lnTo>
                  <a:pt x="15" y="129"/>
                </a:lnTo>
                <a:lnTo>
                  <a:pt x="13" y="126"/>
                </a:lnTo>
                <a:lnTo>
                  <a:pt x="11" y="124"/>
                </a:lnTo>
                <a:lnTo>
                  <a:pt x="10" y="122"/>
                </a:lnTo>
                <a:lnTo>
                  <a:pt x="8" y="119"/>
                </a:lnTo>
                <a:lnTo>
                  <a:pt x="7" y="116"/>
                </a:lnTo>
                <a:lnTo>
                  <a:pt x="6" y="114"/>
                </a:lnTo>
                <a:lnTo>
                  <a:pt x="5" y="111"/>
                </a:lnTo>
                <a:lnTo>
                  <a:pt x="4" y="109"/>
                </a:lnTo>
                <a:lnTo>
                  <a:pt x="3" y="106"/>
                </a:lnTo>
                <a:lnTo>
                  <a:pt x="2" y="103"/>
                </a:lnTo>
                <a:lnTo>
                  <a:pt x="1" y="101"/>
                </a:lnTo>
                <a:lnTo>
                  <a:pt x="1" y="98"/>
                </a:lnTo>
                <a:lnTo>
                  <a:pt x="0" y="95"/>
                </a:lnTo>
                <a:lnTo>
                  <a:pt x="0" y="93"/>
                </a:lnTo>
                <a:lnTo>
                  <a:pt x="0" y="90"/>
                </a:lnTo>
                <a:lnTo>
                  <a:pt x="0" y="87"/>
                </a:lnTo>
                <a:lnTo>
                  <a:pt x="0" y="85"/>
                </a:lnTo>
                <a:lnTo>
                  <a:pt x="0" y="82"/>
                </a:lnTo>
                <a:lnTo>
                  <a:pt x="0" y="79"/>
                </a:lnTo>
                <a:lnTo>
                  <a:pt x="1" y="76"/>
                </a:lnTo>
                <a:lnTo>
                  <a:pt x="1" y="73"/>
                </a:lnTo>
                <a:lnTo>
                  <a:pt x="2" y="70"/>
                </a:lnTo>
                <a:lnTo>
                  <a:pt x="3" y="68"/>
                </a:lnTo>
                <a:lnTo>
                  <a:pt x="4" y="65"/>
                </a:lnTo>
                <a:lnTo>
                  <a:pt x="5" y="62"/>
                </a:lnTo>
                <a:lnTo>
                  <a:pt x="6" y="60"/>
                </a:lnTo>
                <a:lnTo>
                  <a:pt x="7" y="57"/>
                </a:lnTo>
                <a:lnTo>
                  <a:pt x="8" y="55"/>
                </a:lnTo>
                <a:lnTo>
                  <a:pt x="10" y="52"/>
                </a:lnTo>
                <a:lnTo>
                  <a:pt x="11" y="50"/>
                </a:lnTo>
                <a:lnTo>
                  <a:pt x="13" y="47"/>
                </a:lnTo>
                <a:lnTo>
                  <a:pt x="15" y="45"/>
                </a:lnTo>
                <a:lnTo>
                  <a:pt x="16" y="42"/>
                </a:lnTo>
                <a:lnTo>
                  <a:pt x="18" y="40"/>
                </a:lnTo>
                <a:lnTo>
                  <a:pt x="21" y="38"/>
                </a:lnTo>
                <a:lnTo>
                  <a:pt x="23" y="36"/>
                </a:lnTo>
                <a:lnTo>
                  <a:pt x="25" y="34"/>
                </a:lnTo>
                <a:lnTo>
                  <a:pt x="27" y="31"/>
                </a:lnTo>
                <a:lnTo>
                  <a:pt x="30" y="29"/>
                </a:lnTo>
                <a:lnTo>
                  <a:pt x="32" y="27"/>
                </a:lnTo>
                <a:lnTo>
                  <a:pt x="35" y="25"/>
                </a:lnTo>
                <a:lnTo>
                  <a:pt x="38" y="24"/>
                </a:lnTo>
                <a:lnTo>
                  <a:pt x="40" y="22"/>
                </a:lnTo>
                <a:lnTo>
                  <a:pt x="43" y="20"/>
                </a:lnTo>
                <a:lnTo>
                  <a:pt x="46" y="18"/>
                </a:lnTo>
                <a:lnTo>
                  <a:pt x="49" y="17"/>
                </a:lnTo>
                <a:lnTo>
                  <a:pt x="52" y="15"/>
                </a:lnTo>
                <a:lnTo>
                  <a:pt x="56" y="14"/>
                </a:lnTo>
                <a:lnTo>
                  <a:pt x="59" y="12"/>
                </a:lnTo>
                <a:lnTo>
                  <a:pt x="62" y="11"/>
                </a:lnTo>
                <a:lnTo>
                  <a:pt x="65" y="10"/>
                </a:lnTo>
                <a:lnTo>
                  <a:pt x="69" y="8"/>
                </a:lnTo>
                <a:lnTo>
                  <a:pt x="72" y="7"/>
                </a:lnTo>
                <a:lnTo>
                  <a:pt x="76" y="6"/>
                </a:lnTo>
                <a:lnTo>
                  <a:pt x="79" y="5"/>
                </a:lnTo>
                <a:lnTo>
                  <a:pt x="83" y="4"/>
                </a:lnTo>
                <a:lnTo>
                  <a:pt x="86" y="4"/>
                </a:lnTo>
                <a:lnTo>
                  <a:pt x="90" y="3"/>
                </a:lnTo>
                <a:lnTo>
                  <a:pt x="94" y="2"/>
                </a:lnTo>
                <a:lnTo>
                  <a:pt x="97" y="2"/>
                </a:lnTo>
                <a:lnTo>
                  <a:pt x="101" y="1"/>
                </a:lnTo>
                <a:lnTo>
                  <a:pt x="105" y="1"/>
                </a:lnTo>
                <a:lnTo>
                  <a:pt x="109" y="1"/>
                </a:lnTo>
                <a:lnTo>
                  <a:pt x="112" y="0"/>
                </a:lnTo>
                <a:lnTo>
                  <a:pt x="116" y="0"/>
                </a:lnTo>
                <a:lnTo>
                  <a:pt x="120" y="0"/>
                </a:lnTo>
                <a:lnTo>
                  <a:pt x="124" y="0"/>
                </a:lnTo>
                <a:lnTo>
                  <a:pt x="127" y="0"/>
                </a:lnTo>
                <a:lnTo>
                  <a:pt x="131" y="1"/>
                </a:lnTo>
                <a:lnTo>
                  <a:pt x="135" y="1"/>
                </a:lnTo>
                <a:lnTo>
                  <a:pt x="139" y="1"/>
                </a:lnTo>
                <a:lnTo>
                  <a:pt x="142" y="2"/>
                </a:lnTo>
                <a:lnTo>
                  <a:pt x="146" y="2"/>
                </a:lnTo>
                <a:lnTo>
                  <a:pt x="150" y="3"/>
                </a:lnTo>
                <a:lnTo>
                  <a:pt x="153" y="4"/>
                </a:lnTo>
                <a:lnTo>
                  <a:pt x="157" y="4"/>
                </a:lnTo>
                <a:lnTo>
                  <a:pt x="161" y="5"/>
                </a:lnTo>
                <a:lnTo>
                  <a:pt x="165" y="6"/>
                </a:lnTo>
                <a:lnTo>
                  <a:pt x="169" y="7"/>
                </a:lnTo>
                <a:lnTo>
                  <a:pt x="172" y="8"/>
                </a:lnTo>
                <a:lnTo>
                  <a:pt x="176" y="10"/>
                </a:lnTo>
                <a:lnTo>
                  <a:pt x="179" y="11"/>
                </a:lnTo>
                <a:lnTo>
                  <a:pt x="182" y="12"/>
                </a:lnTo>
                <a:lnTo>
                  <a:pt x="185" y="14"/>
                </a:lnTo>
                <a:lnTo>
                  <a:pt x="189" y="15"/>
                </a:lnTo>
                <a:lnTo>
                  <a:pt x="192" y="17"/>
                </a:lnTo>
                <a:lnTo>
                  <a:pt x="195" y="18"/>
                </a:lnTo>
                <a:lnTo>
                  <a:pt x="198" y="20"/>
                </a:lnTo>
                <a:lnTo>
                  <a:pt x="200" y="22"/>
                </a:lnTo>
                <a:lnTo>
                  <a:pt x="203" y="24"/>
                </a:lnTo>
                <a:lnTo>
                  <a:pt x="206" y="25"/>
                </a:lnTo>
                <a:lnTo>
                  <a:pt x="209" y="27"/>
                </a:lnTo>
                <a:lnTo>
                  <a:pt x="211" y="29"/>
                </a:lnTo>
                <a:lnTo>
                  <a:pt x="214" y="31"/>
                </a:lnTo>
                <a:lnTo>
                  <a:pt x="216" y="34"/>
                </a:lnTo>
                <a:lnTo>
                  <a:pt x="218" y="36"/>
                </a:lnTo>
                <a:lnTo>
                  <a:pt x="220" y="38"/>
                </a:lnTo>
                <a:lnTo>
                  <a:pt x="222" y="40"/>
                </a:lnTo>
                <a:lnTo>
                  <a:pt x="224" y="42"/>
                </a:lnTo>
                <a:lnTo>
                  <a:pt x="226" y="45"/>
                </a:lnTo>
                <a:lnTo>
                  <a:pt x="228" y="47"/>
                </a:lnTo>
                <a:lnTo>
                  <a:pt x="230" y="50"/>
                </a:lnTo>
                <a:lnTo>
                  <a:pt x="231" y="52"/>
                </a:lnTo>
                <a:lnTo>
                  <a:pt x="233" y="55"/>
                </a:lnTo>
                <a:lnTo>
                  <a:pt x="234" y="57"/>
                </a:lnTo>
                <a:lnTo>
                  <a:pt x="235" y="60"/>
                </a:lnTo>
                <a:lnTo>
                  <a:pt x="236" y="62"/>
                </a:lnTo>
                <a:lnTo>
                  <a:pt x="237" y="65"/>
                </a:lnTo>
                <a:lnTo>
                  <a:pt x="238" y="68"/>
                </a:lnTo>
                <a:lnTo>
                  <a:pt x="239" y="70"/>
                </a:lnTo>
                <a:lnTo>
                  <a:pt x="240" y="73"/>
                </a:lnTo>
                <a:lnTo>
                  <a:pt x="240" y="76"/>
                </a:lnTo>
                <a:lnTo>
                  <a:pt x="241" y="79"/>
                </a:lnTo>
                <a:lnTo>
                  <a:pt x="241" y="82"/>
                </a:lnTo>
                <a:lnTo>
                  <a:pt x="241" y="85"/>
                </a:lnTo>
                <a:lnTo>
                  <a:pt x="241" y="87"/>
                </a:lnTo>
                <a:close/>
              </a:path>
            </a:pathLst>
          </a:custGeom>
          <a:solidFill>
            <a:srgbClr val="fffc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7" name=""/>
          <p:cNvSpPr/>
          <p:nvPr/>
        </p:nvSpPr>
        <p:spPr>
          <a:xfrm>
            <a:off x="8017920" y="2912040"/>
            <a:ext cx="89640" cy="64440"/>
          </a:xfrm>
          <a:custGeom>
            <a:avLst/>
            <a:gdLst/>
            <a:ahLst/>
            <a:rect l="0" t="0" r="r" b="b"/>
            <a:pathLst>
              <a:path w="249" h="179">
                <a:moveTo>
                  <a:pt x="245" y="89"/>
                </a:moveTo>
                <a:lnTo>
                  <a:pt x="245" y="87"/>
                </a:lnTo>
                <a:lnTo>
                  <a:pt x="245" y="84"/>
                </a:lnTo>
                <a:lnTo>
                  <a:pt x="245" y="81"/>
                </a:lnTo>
                <a:lnTo>
                  <a:pt x="244" y="79"/>
                </a:lnTo>
                <a:lnTo>
                  <a:pt x="244" y="76"/>
                </a:lnTo>
                <a:lnTo>
                  <a:pt x="243" y="73"/>
                </a:lnTo>
                <a:lnTo>
                  <a:pt x="242" y="71"/>
                </a:lnTo>
                <a:lnTo>
                  <a:pt x="241" y="68"/>
                </a:lnTo>
                <a:lnTo>
                  <a:pt x="240" y="65"/>
                </a:lnTo>
                <a:lnTo>
                  <a:pt x="239" y="63"/>
                </a:lnTo>
                <a:lnTo>
                  <a:pt x="238" y="60"/>
                </a:lnTo>
                <a:lnTo>
                  <a:pt x="237" y="58"/>
                </a:lnTo>
                <a:lnTo>
                  <a:pt x="235" y="55"/>
                </a:lnTo>
                <a:lnTo>
                  <a:pt x="234" y="53"/>
                </a:lnTo>
                <a:lnTo>
                  <a:pt x="232" y="50"/>
                </a:lnTo>
                <a:lnTo>
                  <a:pt x="230" y="48"/>
                </a:lnTo>
                <a:lnTo>
                  <a:pt x="228" y="45"/>
                </a:lnTo>
                <a:lnTo>
                  <a:pt x="226" y="43"/>
                </a:lnTo>
                <a:lnTo>
                  <a:pt x="224" y="41"/>
                </a:lnTo>
                <a:lnTo>
                  <a:pt x="222" y="39"/>
                </a:lnTo>
                <a:lnTo>
                  <a:pt x="220" y="37"/>
                </a:lnTo>
                <a:lnTo>
                  <a:pt x="218" y="34"/>
                </a:lnTo>
                <a:lnTo>
                  <a:pt x="215" y="32"/>
                </a:lnTo>
                <a:lnTo>
                  <a:pt x="213" y="30"/>
                </a:lnTo>
                <a:lnTo>
                  <a:pt x="210" y="28"/>
                </a:lnTo>
                <a:lnTo>
                  <a:pt x="207" y="27"/>
                </a:lnTo>
                <a:lnTo>
                  <a:pt x="204" y="25"/>
                </a:lnTo>
                <a:lnTo>
                  <a:pt x="202" y="23"/>
                </a:lnTo>
                <a:lnTo>
                  <a:pt x="199" y="21"/>
                </a:lnTo>
                <a:lnTo>
                  <a:pt x="196" y="20"/>
                </a:lnTo>
                <a:lnTo>
                  <a:pt x="193" y="18"/>
                </a:lnTo>
                <a:lnTo>
                  <a:pt x="189" y="17"/>
                </a:lnTo>
                <a:lnTo>
                  <a:pt x="186" y="15"/>
                </a:lnTo>
                <a:lnTo>
                  <a:pt x="183" y="14"/>
                </a:lnTo>
                <a:lnTo>
                  <a:pt x="180" y="13"/>
                </a:lnTo>
                <a:lnTo>
                  <a:pt x="176" y="11"/>
                </a:lnTo>
                <a:lnTo>
                  <a:pt x="173" y="10"/>
                </a:lnTo>
                <a:lnTo>
                  <a:pt x="168" y="9"/>
                </a:lnTo>
                <a:lnTo>
                  <a:pt x="165" y="8"/>
                </a:lnTo>
                <a:lnTo>
                  <a:pt x="161" y="7"/>
                </a:lnTo>
                <a:lnTo>
                  <a:pt x="157" y="7"/>
                </a:lnTo>
                <a:lnTo>
                  <a:pt x="154" y="6"/>
                </a:lnTo>
                <a:lnTo>
                  <a:pt x="150" y="5"/>
                </a:lnTo>
                <a:lnTo>
                  <a:pt x="146" y="5"/>
                </a:lnTo>
                <a:lnTo>
                  <a:pt x="143" y="4"/>
                </a:lnTo>
                <a:lnTo>
                  <a:pt x="139" y="4"/>
                </a:lnTo>
                <a:lnTo>
                  <a:pt x="135" y="4"/>
                </a:lnTo>
                <a:lnTo>
                  <a:pt x="131" y="3"/>
                </a:lnTo>
                <a:lnTo>
                  <a:pt x="128" y="3"/>
                </a:lnTo>
                <a:lnTo>
                  <a:pt x="124" y="3"/>
                </a:lnTo>
                <a:lnTo>
                  <a:pt x="120" y="3"/>
                </a:lnTo>
                <a:lnTo>
                  <a:pt x="116" y="3"/>
                </a:lnTo>
                <a:lnTo>
                  <a:pt x="113" y="4"/>
                </a:lnTo>
                <a:lnTo>
                  <a:pt x="109" y="4"/>
                </a:lnTo>
                <a:lnTo>
                  <a:pt x="105" y="4"/>
                </a:lnTo>
                <a:lnTo>
                  <a:pt x="101" y="5"/>
                </a:lnTo>
                <a:lnTo>
                  <a:pt x="98" y="5"/>
                </a:lnTo>
                <a:lnTo>
                  <a:pt x="94" y="6"/>
                </a:lnTo>
                <a:lnTo>
                  <a:pt x="90" y="7"/>
                </a:lnTo>
                <a:lnTo>
                  <a:pt x="87" y="7"/>
                </a:lnTo>
                <a:lnTo>
                  <a:pt x="83" y="8"/>
                </a:lnTo>
                <a:lnTo>
                  <a:pt x="80" y="9"/>
                </a:lnTo>
                <a:lnTo>
                  <a:pt x="76" y="10"/>
                </a:lnTo>
                <a:lnTo>
                  <a:pt x="73" y="11"/>
                </a:lnTo>
                <a:lnTo>
                  <a:pt x="69" y="13"/>
                </a:lnTo>
                <a:lnTo>
                  <a:pt x="66" y="14"/>
                </a:lnTo>
                <a:lnTo>
                  <a:pt x="63" y="15"/>
                </a:lnTo>
                <a:lnTo>
                  <a:pt x="60" y="17"/>
                </a:lnTo>
                <a:lnTo>
                  <a:pt x="56" y="18"/>
                </a:lnTo>
                <a:lnTo>
                  <a:pt x="53" y="20"/>
                </a:lnTo>
                <a:lnTo>
                  <a:pt x="50" y="21"/>
                </a:lnTo>
                <a:lnTo>
                  <a:pt x="47" y="23"/>
                </a:lnTo>
                <a:lnTo>
                  <a:pt x="44" y="25"/>
                </a:lnTo>
                <a:lnTo>
                  <a:pt x="42" y="27"/>
                </a:lnTo>
                <a:lnTo>
                  <a:pt x="39" y="28"/>
                </a:lnTo>
                <a:lnTo>
                  <a:pt x="36" y="30"/>
                </a:lnTo>
                <a:lnTo>
                  <a:pt x="34" y="32"/>
                </a:lnTo>
                <a:lnTo>
                  <a:pt x="31" y="34"/>
                </a:lnTo>
                <a:lnTo>
                  <a:pt x="29" y="37"/>
                </a:lnTo>
                <a:lnTo>
                  <a:pt x="27" y="39"/>
                </a:lnTo>
                <a:lnTo>
                  <a:pt x="25" y="41"/>
                </a:lnTo>
                <a:lnTo>
                  <a:pt x="22" y="43"/>
                </a:lnTo>
                <a:lnTo>
                  <a:pt x="20" y="45"/>
                </a:lnTo>
                <a:lnTo>
                  <a:pt x="19" y="48"/>
                </a:lnTo>
                <a:lnTo>
                  <a:pt x="17" y="50"/>
                </a:lnTo>
                <a:lnTo>
                  <a:pt x="15" y="53"/>
                </a:lnTo>
                <a:lnTo>
                  <a:pt x="14" y="55"/>
                </a:lnTo>
                <a:lnTo>
                  <a:pt x="12" y="58"/>
                </a:lnTo>
                <a:lnTo>
                  <a:pt x="11" y="60"/>
                </a:lnTo>
                <a:lnTo>
                  <a:pt x="10" y="63"/>
                </a:lnTo>
                <a:lnTo>
                  <a:pt x="9" y="65"/>
                </a:lnTo>
                <a:lnTo>
                  <a:pt x="8" y="68"/>
                </a:lnTo>
                <a:lnTo>
                  <a:pt x="7" y="71"/>
                </a:lnTo>
                <a:lnTo>
                  <a:pt x="6" y="73"/>
                </a:lnTo>
                <a:lnTo>
                  <a:pt x="5" y="76"/>
                </a:lnTo>
                <a:lnTo>
                  <a:pt x="5" y="79"/>
                </a:lnTo>
                <a:lnTo>
                  <a:pt x="4" y="81"/>
                </a:lnTo>
                <a:lnTo>
                  <a:pt x="4" y="84"/>
                </a:lnTo>
                <a:lnTo>
                  <a:pt x="4" y="87"/>
                </a:lnTo>
                <a:lnTo>
                  <a:pt x="4" y="89"/>
                </a:lnTo>
                <a:lnTo>
                  <a:pt x="4" y="92"/>
                </a:lnTo>
                <a:lnTo>
                  <a:pt x="4" y="95"/>
                </a:lnTo>
                <a:lnTo>
                  <a:pt x="4" y="97"/>
                </a:lnTo>
                <a:lnTo>
                  <a:pt x="5" y="100"/>
                </a:lnTo>
                <a:lnTo>
                  <a:pt x="5" y="103"/>
                </a:lnTo>
                <a:lnTo>
                  <a:pt x="6" y="105"/>
                </a:lnTo>
                <a:lnTo>
                  <a:pt x="7" y="108"/>
                </a:lnTo>
                <a:lnTo>
                  <a:pt x="8" y="111"/>
                </a:lnTo>
                <a:lnTo>
                  <a:pt x="9" y="113"/>
                </a:lnTo>
                <a:lnTo>
                  <a:pt x="10" y="116"/>
                </a:lnTo>
                <a:lnTo>
                  <a:pt x="11" y="118"/>
                </a:lnTo>
                <a:lnTo>
                  <a:pt x="12" y="121"/>
                </a:lnTo>
                <a:lnTo>
                  <a:pt x="14" y="124"/>
                </a:lnTo>
                <a:lnTo>
                  <a:pt x="15" y="126"/>
                </a:lnTo>
                <a:lnTo>
                  <a:pt x="17" y="128"/>
                </a:lnTo>
                <a:lnTo>
                  <a:pt x="19" y="131"/>
                </a:lnTo>
                <a:lnTo>
                  <a:pt x="20" y="133"/>
                </a:lnTo>
                <a:lnTo>
                  <a:pt x="22" y="135"/>
                </a:lnTo>
                <a:lnTo>
                  <a:pt x="25" y="138"/>
                </a:lnTo>
                <a:lnTo>
                  <a:pt x="27" y="140"/>
                </a:lnTo>
                <a:lnTo>
                  <a:pt x="29" y="143"/>
                </a:lnTo>
                <a:lnTo>
                  <a:pt x="31" y="145"/>
                </a:lnTo>
                <a:lnTo>
                  <a:pt x="34" y="147"/>
                </a:lnTo>
                <a:lnTo>
                  <a:pt x="36" y="149"/>
                </a:lnTo>
                <a:lnTo>
                  <a:pt x="39" y="151"/>
                </a:lnTo>
                <a:lnTo>
                  <a:pt x="42" y="153"/>
                </a:lnTo>
                <a:lnTo>
                  <a:pt x="44" y="155"/>
                </a:lnTo>
                <a:lnTo>
                  <a:pt x="47" y="157"/>
                </a:lnTo>
                <a:lnTo>
                  <a:pt x="50" y="158"/>
                </a:lnTo>
                <a:lnTo>
                  <a:pt x="53" y="160"/>
                </a:lnTo>
                <a:lnTo>
                  <a:pt x="56" y="162"/>
                </a:lnTo>
                <a:lnTo>
                  <a:pt x="60" y="163"/>
                </a:lnTo>
                <a:lnTo>
                  <a:pt x="63" y="164"/>
                </a:lnTo>
                <a:lnTo>
                  <a:pt x="66" y="166"/>
                </a:lnTo>
                <a:lnTo>
                  <a:pt x="69" y="167"/>
                </a:lnTo>
                <a:lnTo>
                  <a:pt x="73" y="168"/>
                </a:lnTo>
                <a:lnTo>
                  <a:pt x="76" y="169"/>
                </a:lnTo>
                <a:lnTo>
                  <a:pt x="80" y="170"/>
                </a:lnTo>
                <a:lnTo>
                  <a:pt x="83" y="171"/>
                </a:lnTo>
                <a:lnTo>
                  <a:pt x="87" y="172"/>
                </a:lnTo>
                <a:lnTo>
                  <a:pt x="90" y="173"/>
                </a:lnTo>
                <a:lnTo>
                  <a:pt x="94" y="174"/>
                </a:lnTo>
                <a:lnTo>
                  <a:pt x="98" y="174"/>
                </a:lnTo>
                <a:lnTo>
                  <a:pt x="101" y="175"/>
                </a:lnTo>
                <a:lnTo>
                  <a:pt x="105" y="175"/>
                </a:lnTo>
                <a:lnTo>
                  <a:pt x="109" y="176"/>
                </a:lnTo>
                <a:lnTo>
                  <a:pt x="113" y="176"/>
                </a:lnTo>
                <a:lnTo>
                  <a:pt x="116" y="176"/>
                </a:lnTo>
                <a:lnTo>
                  <a:pt x="120" y="176"/>
                </a:lnTo>
                <a:lnTo>
                  <a:pt x="124" y="176"/>
                </a:lnTo>
                <a:lnTo>
                  <a:pt x="128" y="176"/>
                </a:lnTo>
                <a:lnTo>
                  <a:pt x="131" y="176"/>
                </a:lnTo>
                <a:lnTo>
                  <a:pt x="135" y="176"/>
                </a:lnTo>
                <a:lnTo>
                  <a:pt x="139" y="176"/>
                </a:lnTo>
                <a:lnTo>
                  <a:pt x="143" y="175"/>
                </a:lnTo>
                <a:lnTo>
                  <a:pt x="146" y="175"/>
                </a:lnTo>
                <a:lnTo>
                  <a:pt x="150" y="174"/>
                </a:lnTo>
                <a:lnTo>
                  <a:pt x="154" y="174"/>
                </a:lnTo>
                <a:lnTo>
                  <a:pt x="157" y="173"/>
                </a:lnTo>
                <a:lnTo>
                  <a:pt x="161" y="172"/>
                </a:lnTo>
                <a:lnTo>
                  <a:pt x="165" y="171"/>
                </a:lnTo>
                <a:lnTo>
                  <a:pt x="168" y="170"/>
                </a:lnTo>
                <a:lnTo>
                  <a:pt x="173" y="169"/>
                </a:lnTo>
                <a:lnTo>
                  <a:pt x="176" y="168"/>
                </a:lnTo>
                <a:lnTo>
                  <a:pt x="180" y="167"/>
                </a:lnTo>
                <a:lnTo>
                  <a:pt x="183" y="166"/>
                </a:lnTo>
                <a:lnTo>
                  <a:pt x="186" y="164"/>
                </a:lnTo>
                <a:lnTo>
                  <a:pt x="189" y="163"/>
                </a:lnTo>
                <a:lnTo>
                  <a:pt x="193" y="162"/>
                </a:lnTo>
                <a:lnTo>
                  <a:pt x="196" y="160"/>
                </a:lnTo>
                <a:lnTo>
                  <a:pt x="199" y="158"/>
                </a:lnTo>
                <a:lnTo>
                  <a:pt x="202" y="157"/>
                </a:lnTo>
                <a:lnTo>
                  <a:pt x="204" y="155"/>
                </a:lnTo>
                <a:lnTo>
                  <a:pt x="207" y="153"/>
                </a:lnTo>
                <a:lnTo>
                  <a:pt x="210" y="151"/>
                </a:lnTo>
                <a:lnTo>
                  <a:pt x="213" y="149"/>
                </a:lnTo>
                <a:lnTo>
                  <a:pt x="215" y="147"/>
                </a:lnTo>
                <a:lnTo>
                  <a:pt x="218" y="145"/>
                </a:lnTo>
                <a:lnTo>
                  <a:pt x="220" y="143"/>
                </a:lnTo>
                <a:lnTo>
                  <a:pt x="222" y="140"/>
                </a:lnTo>
                <a:lnTo>
                  <a:pt x="224" y="138"/>
                </a:lnTo>
                <a:lnTo>
                  <a:pt x="226" y="135"/>
                </a:lnTo>
                <a:lnTo>
                  <a:pt x="228" y="133"/>
                </a:lnTo>
                <a:lnTo>
                  <a:pt x="230" y="131"/>
                </a:lnTo>
                <a:lnTo>
                  <a:pt x="232" y="128"/>
                </a:lnTo>
                <a:lnTo>
                  <a:pt x="234" y="126"/>
                </a:lnTo>
                <a:lnTo>
                  <a:pt x="235" y="124"/>
                </a:lnTo>
                <a:lnTo>
                  <a:pt x="237" y="121"/>
                </a:lnTo>
                <a:lnTo>
                  <a:pt x="238" y="118"/>
                </a:lnTo>
                <a:lnTo>
                  <a:pt x="239" y="116"/>
                </a:lnTo>
                <a:lnTo>
                  <a:pt x="240" y="113"/>
                </a:lnTo>
                <a:lnTo>
                  <a:pt x="241" y="111"/>
                </a:lnTo>
                <a:lnTo>
                  <a:pt x="242" y="108"/>
                </a:lnTo>
                <a:lnTo>
                  <a:pt x="243" y="105"/>
                </a:lnTo>
                <a:lnTo>
                  <a:pt x="244" y="103"/>
                </a:lnTo>
                <a:lnTo>
                  <a:pt x="244" y="100"/>
                </a:lnTo>
                <a:lnTo>
                  <a:pt x="245" y="97"/>
                </a:lnTo>
                <a:lnTo>
                  <a:pt x="245" y="95"/>
                </a:lnTo>
                <a:lnTo>
                  <a:pt x="245" y="92"/>
                </a:lnTo>
                <a:lnTo>
                  <a:pt x="245" y="89"/>
                </a:lnTo>
                <a:moveTo>
                  <a:pt x="249" y="89"/>
                </a:moveTo>
                <a:lnTo>
                  <a:pt x="249" y="92"/>
                </a:lnTo>
                <a:lnTo>
                  <a:pt x="249" y="95"/>
                </a:lnTo>
                <a:lnTo>
                  <a:pt x="248" y="98"/>
                </a:lnTo>
                <a:lnTo>
                  <a:pt x="248" y="100"/>
                </a:lnTo>
                <a:lnTo>
                  <a:pt x="248" y="103"/>
                </a:lnTo>
                <a:lnTo>
                  <a:pt x="247" y="106"/>
                </a:lnTo>
                <a:lnTo>
                  <a:pt x="246" y="109"/>
                </a:lnTo>
                <a:lnTo>
                  <a:pt x="245" y="111"/>
                </a:lnTo>
                <a:lnTo>
                  <a:pt x="244" y="114"/>
                </a:lnTo>
                <a:lnTo>
                  <a:pt x="243" y="117"/>
                </a:lnTo>
                <a:lnTo>
                  <a:pt x="242" y="119"/>
                </a:lnTo>
                <a:lnTo>
                  <a:pt x="240" y="122"/>
                </a:lnTo>
                <a:lnTo>
                  <a:pt x="239" y="125"/>
                </a:lnTo>
                <a:lnTo>
                  <a:pt x="237" y="127"/>
                </a:lnTo>
                <a:lnTo>
                  <a:pt x="236" y="130"/>
                </a:lnTo>
                <a:lnTo>
                  <a:pt x="234" y="132"/>
                </a:lnTo>
                <a:lnTo>
                  <a:pt x="232" y="135"/>
                </a:lnTo>
                <a:lnTo>
                  <a:pt x="230" y="137"/>
                </a:lnTo>
                <a:lnTo>
                  <a:pt x="228" y="139"/>
                </a:lnTo>
                <a:lnTo>
                  <a:pt x="225" y="143"/>
                </a:lnTo>
                <a:lnTo>
                  <a:pt x="223" y="145"/>
                </a:lnTo>
                <a:lnTo>
                  <a:pt x="221" y="147"/>
                </a:lnTo>
                <a:lnTo>
                  <a:pt x="218" y="149"/>
                </a:lnTo>
                <a:lnTo>
                  <a:pt x="215" y="151"/>
                </a:lnTo>
                <a:lnTo>
                  <a:pt x="213" y="153"/>
                </a:lnTo>
                <a:lnTo>
                  <a:pt x="210" y="155"/>
                </a:lnTo>
                <a:lnTo>
                  <a:pt x="207" y="157"/>
                </a:lnTo>
                <a:lnTo>
                  <a:pt x="204" y="159"/>
                </a:lnTo>
                <a:lnTo>
                  <a:pt x="201" y="161"/>
                </a:lnTo>
                <a:lnTo>
                  <a:pt x="198" y="162"/>
                </a:lnTo>
                <a:lnTo>
                  <a:pt x="195" y="164"/>
                </a:lnTo>
                <a:lnTo>
                  <a:pt x="191" y="165"/>
                </a:lnTo>
                <a:lnTo>
                  <a:pt x="188" y="167"/>
                </a:lnTo>
                <a:lnTo>
                  <a:pt x="185" y="168"/>
                </a:lnTo>
                <a:lnTo>
                  <a:pt x="181" y="170"/>
                </a:lnTo>
                <a:lnTo>
                  <a:pt x="178" y="171"/>
                </a:lnTo>
                <a:lnTo>
                  <a:pt x="174" y="172"/>
                </a:lnTo>
                <a:lnTo>
                  <a:pt x="170" y="173"/>
                </a:lnTo>
                <a:lnTo>
                  <a:pt x="166" y="174"/>
                </a:lnTo>
                <a:lnTo>
                  <a:pt x="162" y="175"/>
                </a:lnTo>
                <a:lnTo>
                  <a:pt x="159" y="176"/>
                </a:lnTo>
                <a:lnTo>
                  <a:pt x="155" y="176"/>
                </a:lnTo>
                <a:lnTo>
                  <a:pt x="151" y="177"/>
                </a:lnTo>
                <a:lnTo>
                  <a:pt x="147" y="178"/>
                </a:lnTo>
                <a:lnTo>
                  <a:pt x="143" y="178"/>
                </a:lnTo>
                <a:lnTo>
                  <a:pt x="140" y="178"/>
                </a:lnTo>
                <a:lnTo>
                  <a:pt x="136" y="179"/>
                </a:lnTo>
                <a:lnTo>
                  <a:pt x="132" y="179"/>
                </a:lnTo>
                <a:lnTo>
                  <a:pt x="128" y="179"/>
                </a:lnTo>
                <a:lnTo>
                  <a:pt x="124" y="179"/>
                </a:lnTo>
                <a:lnTo>
                  <a:pt x="120" y="179"/>
                </a:lnTo>
                <a:lnTo>
                  <a:pt x="116" y="179"/>
                </a:lnTo>
                <a:lnTo>
                  <a:pt x="112" y="179"/>
                </a:lnTo>
                <a:lnTo>
                  <a:pt x="108" y="178"/>
                </a:lnTo>
                <a:lnTo>
                  <a:pt x="105" y="178"/>
                </a:lnTo>
                <a:lnTo>
                  <a:pt x="101" y="178"/>
                </a:lnTo>
                <a:lnTo>
                  <a:pt x="97" y="177"/>
                </a:lnTo>
                <a:lnTo>
                  <a:pt x="93" y="176"/>
                </a:lnTo>
                <a:lnTo>
                  <a:pt x="89" y="176"/>
                </a:lnTo>
                <a:lnTo>
                  <a:pt x="86" y="175"/>
                </a:lnTo>
                <a:lnTo>
                  <a:pt x="82" y="174"/>
                </a:lnTo>
                <a:lnTo>
                  <a:pt x="78" y="173"/>
                </a:lnTo>
                <a:lnTo>
                  <a:pt x="75" y="172"/>
                </a:lnTo>
                <a:lnTo>
                  <a:pt x="71" y="171"/>
                </a:lnTo>
                <a:lnTo>
                  <a:pt x="68" y="170"/>
                </a:lnTo>
                <a:lnTo>
                  <a:pt x="64" y="168"/>
                </a:lnTo>
                <a:lnTo>
                  <a:pt x="61" y="167"/>
                </a:lnTo>
                <a:lnTo>
                  <a:pt x="57" y="165"/>
                </a:lnTo>
                <a:lnTo>
                  <a:pt x="54" y="164"/>
                </a:lnTo>
                <a:lnTo>
                  <a:pt x="51" y="162"/>
                </a:lnTo>
                <a:lnTo>
                  <a:pt x="48" y="161"/>
                </a:lnTo>
                <a:lnTo>
                  <a:pt x="45" y="159"/>
                </a:lnTo>
                <a:lnTo>
                  <a:pt x="42" y="157"/>
                </a:lnTo>
                <a:lnTo>
                  <a:pt x="39" y="155"/>
                </a:lnTo>
                <a:lnTo>
                  <a:pt x="36" y="153"/>
                </a:lnTo>
                <a:lnTo>
                  <a:pt x="33" y="151"/>
                </a:lnTo>
                <a:lnTo>
                  <a:pt x="31" y="149"/>
                </a:lnTo>
                <a:lnTo>
                  <a:pt x="28" y="147"/>
                </a:lnTo>
                <a:lnTo>
                  <a:pt x="26" y="145"/>
                </a:lnTo>
                <a:lnTo>
                  <a:pt x="24" y="143"/>
                </a:lnTo>
                <a:lnTo>
                  <a:pt x="21" y="139"/>
                </a:lnTo>
                <a:lnTo>
                  <a:pt x="19" y="137"/>
                </a:lnTo>
                <a:lnTo>
                  <a:pt x="17" y="135"/>
                </a:lnTo>
                <a:lnTo>
                  <a:pt x="15" y="132"/>
                </a:lnTo>
                <a:lnTo>
                  <a:pt x="13" y="130"/>
                </a:lnTo>
                <a:lnTo>
                  <a:pt x="12" y="127"/>
                </a:lnTo>
                <a:lnTo>
                  <a:pt x="10" y="125"/>
                </a:lnTo>
                <a:lnTo>
                  <a:pt x="9" y="122"/>
                </a:lnTo>
                <a:lnTo>
                  <a:pt x="7" y="119"/>
                </a:lnTo>
                <a:lnTo>
                  <a:pt x="6" y="117"/>
                </a:lnTo>
                <a:lnTo>
                  <a:pt x="5" y="114"/>
                </a:lnTo>
                <a:lnTo>
                  <a:pt x="4" y="111"/>
                </a:lnTo>
                <a:lnTo>
                  <a:pt x="3" y="109"/>
                </a:lnTo>
                <a:lnTo>
                  <a:pt x="2" y="106"/>
                </a:lnTo>
                <a:lnTo>
                  <a:pt x="1" y="103"/>
                </a:lnTo>
                <a:lnTo>
                  <a:pt x="1" y="100"/>
                </a:lnTo>
                <a:lnTo>
                  <a:pt x="0" y="98"/>
                </a:lnTo>
                <a:lnTo>
                  <a:pt x="0" y="95"/>
                </a:lnTo>
                <a:lnTo>
                  <a:pt x="0" y="92"/>
                </a:lnTo>
                <a:lnTo>
                  <a:pt x="0" y="89"/>
                </a:lnTo>
                <a:lnTo>
                  <a:pt x="0" y="87"/>
                </a:lnTo>
                <a:lnTo>
                  <a:pt x="0" y="84"/>
                </a:lnTo>
                <a:lnTo>
                  <a:pt x="0" y="81"/>
                </a:lnTo>
                <a:lnTo>
                  <a:pt x="1" y="78"/>
                </a:lnTo>
                <a:lnTo>
                  <a:pt x="1" y="75"/>
                </a:lnTo>
                <a:lnTo>
                  <a:pt x="2" y="73"/>
                </a:lnTo>
                <a:lnTo>
                  <a:pt x="3" y="70"/>
                </a:lnTo>
                <a:lnTo>
                  <a:pt x="4" y="67"/>
                </a:lnTo>
                <a:lnTo>
                  <a:pt x="5" y="64"/>
                </a:lnTo>
                <a:lnTo>
                  <a:pt x="6" y="62"/>
                </a:lnTo>
                <a:lnTo>
                  <a:pt x="7" y="59"/>
                </a:lnTo>
                <a:lnTo>
                  <a:pt x="9" y="57"/>
                </a:lnTo>
                <a:lnTo>
                  <a:pt x="10" y="54"/>
                </a:lnTo>
                <a:lnTo>
                  <a:pt x="12" y="51"/>
                </a:lnTo>
                <a:lnTo>
                  <a:pt x="13" y="49"/>
                </a:lnTo>
                <a:lnTo>
                  <a:pt x="15" y="46"/>
                </a:lnTo>
                <a:lnTo>
                  <a:pt x="17" y="44"/>
                </a:lnTo>
                <a:lnTo>
                  <a:pt x="19" y="42"/>
                </a:lnTo>
                <a:lnTo>
                  <a:pt x="21" y="39"/>
                </a:lnTo>
                <a:lnTo>
                  <a:pt x="24" y="37"/>
                </a:lnTo>
                <a:lnTo>
                  <a:pt x="26" y="35"/>
                </a:lnTo>
                <a:lnTo>
                  <a:pt x="28" y="33"/>
                </a:lnTo>
                <a:lnTo>
                  <a:pt x="31" y="31"/>
                </a:lnTo>
                <a:lnTo>
                  <a:pt x="33" y="28"/>
                </a:lnTo>
                <a:lnTo>
                  <a:pt x="36" y="26"/>
                </a:lnTo>
                <a:lnTo>
                  <a:pt x="39" y="24"/>
                </a:lnTo>
                <a:lnTo>
                  <a:pt x="42" y="23"/>
                </a:lnTo>
                <a:lnTo>
                  <a:pt x="45" y="21"/>
                </a:lnTo>
                <a:lnTo>
                  <a:pt x="48" y="19"/>
                </a:lnTo>
                <a:lnTo>
                  <a:pt x="51" y="17"/>
                </a:lnTo>
                <a:lnTo>
                  <a:pt x="54" y="16"/>
                </a:lnTo>
                <a:lnTo>
                  <a:pt x="57" y="14"/>
                </a:lnTo>
                <a:lnTo>
                  <a:pt x="61" y="13"/>
                </a:lnTo>
                <a:lnTo>
                  <a:pt x="64" y="11"/>
                </a:lnTo>
                <a:lnTo>
                  <a:pt x="68" y="10"/>
                </a:lnTo>
                <a:lnTo>
                  <a:pt x="71" y="9"/>
                </a:lnTo>
                <a:lnTo>
                  <a:pt x="75" y="8"/>
                </a:lnTo>
                <a:lnTo>
                  <a:pt x="78" y="7"/>
                </a:lnTo>
                <a:lnTo>
                  <a:pt x="82" y="6"/>
                </a:lnTo>
                <a:lnTo>
                  <a:pt x="86" y="5"/>
                </a:lnTo>
                <a:lnTo>
                  <a:pt x="89" y="4"/>
                </a:lnTo>
                <a:lnTo>
                  <a:pt x="93" y="3"/>
                </a:lnTo>
                <a:lnTo>
                  <a:pt x="97" y="3"/>
                </a:lnTo>
                <a:lnTo>
                  <a:pt x="101" y="2"/>
                </a:lnTo>
                <a:lnTo>
                  <a:pt x="105" y="1"/>
                </a:lnTo>
                <a:lnTo>
                  <a:pt x="108" y="1"/>
                </a:lnTo>
                <a:lnTo>
                  <a:pt x="112" y="1"/>
                </a:lnTo>
                <a:lnTo>
                  <a:pt x="116" y="1"/>
                </a:lnTo>
                <a:lnTo>
                  <a:pt x="120" y="0"/>
                </a:lnTo>
                <a:lnTo>
                  <a:pt x="124" y="0"/>
                </a:lnTo>
                <a:lnTo>
                  <a:pt x="128" y="0"/>
                </a:lnTo>
                <a:lnTo>
                  <a:pt x="132" y="1"/>
                </a:lnTo>
                <a:lnTo>
                  <a:pt x="136" y="1"/>
                </a:lnTo>
                <a:lnTo>
                  <a:pt x="140" y="1"/>
                </a:lnTo>
                <a:lnTo>
                  <a:pt x="143" y="1"/>
                </a:lnTo>
                <a:lnTo>
                  <a:pt x="147" y="2"/>
                </a:lnTo>
                <a:lnTo>
                  <a:pt x="151" y="3"/>
                </a:lnTo>
                <a:lnTo>
                  <a:pt x="155" y="3"/>
                </a:lnTo>
                <a:lnTo>
                  <a:pt x="159" y="4"/>
                </a:lnTo>
                <a:lnTo>
                  <a:pt x="162" y="5"/>
                </a:lnTo>
                <a:lnTo>
                  <a:pt x="166" y="6"/>
                </a:lnTo>
                <a:lnTo>
                  <a:pt x="170" y="7"/>
                </a:lnTo>
                <a:lnTo>
                  <a:pt x="174" y="8"/>
                </a:lnTo>
                <a:lnTo>
                  <a:pt x="178" y="9"/>
                </a:lnTo>
                <a:lnTo>
                  <a:pt x="181" y="10"/>
                </a:lnTo>
                <a:lnTo>
                  <a:pt x="185" y="11"/>
                </a:lnTo>
                <a:lnTo>
                  <a:pt x="188" y="13"/>
                </a:lnTo>
                <a:lnTo>
                  <a:pt x="191" y="14"/>
                </a:lnTo>
                <a:lnTo>
                  <a:pt x="195" y="16"/>
                </a:lnTo>
                <a:lnTo>
                  <a:pt x="198" y="17"/>
                </a:lnTo>
                <a:lnTo>
                  <a:pt x="201" y="19"/>
                </a:lnTo>
                <a:lnTo>
                  <a:pt x="204" y="21"/>
                </a:lnTo>
                <a:lnTo>
                  <a:pt x="207" y="23"/>
                </a:lnTo>
                <a:lnTo>
                  <a:pt x="210" y="24"/>
                </a:lnTo>
                <a:lnTo>
                  <a:pt x="213" y="26"/>
                </a:lnTo>
                <a:lnTo>
                  <a:pt x="215" y="28"/>
                </a:lnTo>
                <a:lnTo>
                  <a:pt x="218" y="31"/>
                </a:lnTo>
                <a:lnTo>
                  <a:pt x="221" y="33"/>
                </a:lnTo>
                <a:lnTo>
                  <a:pt x="223" y="35"/>
                </a:lnTo>
                <a:lnTo>
                  <a:pt x="225" y="37"/>
                </a:lnTo>
                <a:lnTo>
                  <a:pt x="228" y="39"/>
                </a:lnTo>
                <a:lnTo>
                  <a:pt x="230" y="42"/>
                </a:lnTo>
                <a:lnTo>
                  <a:pt x="232" y="44"/>
                </a:lnTo>
                <a:lnTo>
                  <a:pt x="234" y="46"/>
                </a:lnTo>
                <a:lnTo>
                  <a:pt x="236" y="49"/>
                </a:lnTo>
                <a:lnTo>
                  <a:pt x="237" y="51"/>
                </a:lnTo>
                <a:lnTo>
                  <a:pt x="239" y="54"/>
                </a:lnTo>
                <a:lnTo>
                  <a:pt x="240" y="57"/>
                </a:lnTo>
                <a:lnTo>
                  <a:pt x="242" y="59"/>
                </a:lnTo>
                <a:lnTo>
                  <a:pt x="243" y="62"/>
                </a:lnTo>
                <a:lnTo>
                  <a:pt x="244" y="64"/>
                </a:lnTo>
                <a:lnTo>
                  <a:pt x="245" y="67"/>
                </a:lnTo>
                <a:lnTo>
                  <a:pt x="246" y="70"/>
                </a:lnTo>
                <a:lnTo>
                  <a:pt x="247" y="73"/>
                </a:lnTo>
                <a:lnTo>
                  <a:pt x="248" y="75"/>
                </a:lnTo>
                <a:lnTo>
                  <a:pt x="248" y="78"/>
                </a:lnTo>
                <a:lnTo>
                  <a:pt x="248" y="81"/>
                </a:lnTo>
                <a:lnTo>
                  <a:pt x="249" y="84"/>
                </a:lnTo>
                <a:lnTo>
                  <a:pt x="249" y="87"/>
                </a:lnTo>
                <a:lnTo>
                  <a:pt x="249" y="89"/>
                </a:lnTo>
                <a:close/>
              </a:path>
            </a:pathLst>
          </a:custGeom>
          <a:solidFill>
            <a:srgbClr val="ff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8" name=""/>
          <p:cNvSpPr/>
          <p:nvPr/>
        </p:nvSpPr>
        <p:spPr>
          <a:xfrm>
            <a:off x="8013600" y="2909160"/>
            <a:ext cx="98280" cy="70560"/>
          </a:xfrm>
          <a:custGeom>
            <a:avLst/>
            <a:gdLst/>
            <a:ahLst/>
            <a:rect l="0" t="0" r="r" b="b"/>
            <a:pathLst>
              <a:path w="273" h="196">
                <a:moveTo>
                  <a:pt x="261" y="97"/>
                </a:moveTo>
                <a:lnTo>
                  <a:pt x="261" y="95"/>
                </a:lnTo>
                <a:lnTo>
                  <a:pt x="261" y="92"/>
                </a:lnTo>
                <a:lnTo>
                  <a:pt x="260" y="89"/>
                </a:lnTo>
                <a:lnTo>
                  <a:pt x="260" y="86"/>
                </a:lnTo>
                <a:lnTo>
                  <a:pt x="260" y="83"/>
                </a:lnTo>
                <a:lnTo>
                  <a:pt x="259" y="81"/>
                </a:lnTo>
                <a:lnTo>
                  <a:pt x="258" y="78"/>
                </a:lnTo>
                <a:lnTo>
                  <a:pt x="257" y="75"/>
                </a:lnTo>
                <a:lnTo>
                  <a:pt x="256" y="72"/>
                </a:lnTo>
                <a:lnTo>
                  <a:pt x="255" y="70"/>
                </a:lnTo>
                <a:lnTo>
                  <a:pt x="254" y="67"/>
                </a:lnTo>
                <a:lnTo>
                  <a:pt x="252" y="65"/>
                </a:lnTo>
                <a:lnTo>
                  <a:pt x="251" y="62"/>
                </a:lnTo>
                <a:lnTo>
                  <a:pt x="249" y="59"/>
                </a:lnTo>
                <a:lnTo>
                  <a:pt x="248" y="57"/>
                </a:lnTo>
                <a:lnTo>
                  <a:pt x="246" y="54"/>
                </a:lnTo>
                <a:lnTo>
                  <a:pt x="244" y="52"/>
                </a:lnTo>
                <a:lnTo>
                  <a:pt x="242" y="50"/>
                </a:lnTo>
                <a:lnTo>
                  <a:pt x="240" y="47"/>
                </a:lnTo>
                <a:lnTo>
                  <a:pt x="237" y="45"/>
                </a:lnTo>
                <a:lnTo>
                  <a:pt x="235" y="43"/>
                </a:lnTo>
                <a:lnTo>
                  <a:pt x="233" y="41"/>
                </a:lnTo>
                <a:lnTo>
                  <a:pt x="230" y="39"/>
                </a:lnTo>
                <a:lnTo>
                  <a:pt x="227" y="36"/>
                </a:lnTo>
                <a:lnTo>
                  <a:pt x="225" y="34"/>
                </a:lnTo>
                <a:lnTo>
                  <a:pt x="222" y="32"/>
                </a:lnTo>
                <a:lnTo>
                  <a:pt x="219" y="31"/>
                </a:lnTo>
                <a:lnTo>
                  <a:pt x="216" y="29"/>
                </a:lnTo>
                <a:lnTo>
                  <a:pt x="213" y="27"/>
                </a:lnTo>
                <a:lnTo>
                  <a:pt x="210" y="25"/>
                </a:lnTo>
                <a:lnTo>
                  <a:pt x="207" y="24"/>
                </a:lnTo>
                <a:lnTo>
                  <a:pt x="203" y="22"/>
                </a:lnTo>
                <a:lnTo>
                  <a:pt x="200" y="21"/>
                </a:lnTo>
                <a:lnTo>
                  <a:pt x="197" y="19"/>
                </a:lnTo>
                <a:lnTo>
                  <a:pt x="193" y="18"/>
                </a:lnTo>
                <a:lnTo>
                  <a:pt x="190" y="17"/>
                </a:lnTo>
                <a:lnTo>
                  <a:pt x="186" y="16"/>
                </a:lnTo>
                <a:lnTo>
                  <a:pt x="183" y="15"/>
                </a:lnTo>
                <a:lnTo>
                  <a:pt x="179" y="14"/>
                </a:lnTo>
                <a:lnTo>
                  <a:pt x="175" y="13"/>
                </a:lnTo>
                <a:lnTo>
                  <a:pt x="172" y="12"/>
                </a:lnTo>
                <a:lnTo>
                  <a:pt x="168" y="11"/>
                </a:lnTo>
                <a:lnTo>
                  <a:pt x="164" y="11"/>
                </a:lnTo>
                <a:lnTo>
                  <a:pt x="160" y="10"/>
                </a:lnTo>
                <a:lnTo>
                  <a:pt x="156" y="9"/>
                </a:lnTo>
                <a:lnTo>
                  <a:pt x="153" y="9"/>
                </a:lnTo>
                <a:lnTo>
                  <a:pt x="149" y="9"/>
                </a:lnTo>
                <a:lnTo>
                  <a:pt x="145" y="9"/>
                </a:lnTo>
                <a:lnTo>
                  <a:pt x="141" y="8"/>
                </a:lnTo>
                <a:lnTo>
                  <a:pt x="137" y="8"/>
                </a:lnTo>
                <a:lnTo>
                  <a:pt x="133" y="8"/>
                </a:lnTo>
                <a:lnTo>
                  <a:pt x="129" y="9"/>
                </a:lnTo>
                <a:lnTo>
                  <a:pt x="125" y="9"/>
                </a:lnTo>
                <a:lnTo>
                  <a:pt x="121" y="9"/>
                </a:lnTo>
                <a:lnTo>
                  <a:pt x="118" y="9"/>
                </a:lnTo>
                <a:lnTo>
                  <a:pt x="114" y="10"/>
                </a:lnTo>
                <a:lnTo>
                  <a:pt x="110" y="11"/>
                </a:lnTo>
                <a:lnTo>
                  <a:pt x="106" y="11"/>
                </a:lnTo>
                <a:lnTo>
                  <a:pt x="102" y="12"/>
                </a:lnTo>
                <a:lnTo>
                  <a:pt x="99" y="13"/>
                </a:lnTo>
                <a:lnTo>
                  <a:pt x="94" y="14"/>
                </a:lnTo>
                <a:lnTo>
                  <a:pt x="90" y="15"/>
                </a:lnTo>
                <a:lnTo>
                  <a:pt x="87" y="16"/>
                </a:lnTo>
                <a:lnTo>
                  <a:pt x="83" y="17"/>
                </a:lnTo>
                <a:lnTo>
                  <a:pt x="80" y="18"/>
                </a:lnTo>
                <a:lnTo>
                  <a:pt x="76" y="19"/>
                </a:lnTo>
                <a:lnTo>
                  <a:pt x="73" y="21"/>
                </a:lnTo>
                <a:lnTo>
                  <a:pt x="69" y="22"/>
                </a:lnTo>
                <a:lnTo>
                  <a:pt x="66" y="24"/>
                </a:lnTo>
                <a:lnTo>
                  <a:pt x="63" y="25"/>
                </a:lnTo>
                <a:lnTo>
                  <a:pt x="60" y="27"/>
                </a:lnTo>
                <a:lnTo>
                  <a:pt x="57" y="29"/>
                </a:lnTo>
                <a:lnTo>
                  <a:pt x="54" y="31"/>
                </a:lnTo>
                <a:lnTo>
                  <a:pt x="51" y="32"/>
                </a:lnTo>
                <a:lnTo>
                  <a:pt x="48" y="34"/>
                </a:lnTo>
                <a:lnTo>
                  <a:pt x="45" y="36"/>
                </a:lnTo>
                <a:lnTo>
                  <a:pt x="43" y="39"/>
                </a:lnTo>
                <a:lnTo>
                  <a:pt x="40" y="41"/>
                </a:lnTo>
                <a:lnTo>
                  <a:pt x="38" y="43"/>
                </a:lnTo>
                <a:lnTo>
                  <a:pt x="36" y="45"/>
                </a:lnTo>
                <a:lnTo>
                  <a:pt x="33" y="47"/>
                </a:lnTo>
                <a:lnTo>
                  <a:pt x="31" y="50"/>
                </a:lnTo>
                <a:lnTo>
                  <a:pt x="29" y="52"/>
                </a:lnTo>
                <a:lnTo>
                  <a:pt x="27" y="54"/>
                </a:lnTo>
                <a:lnTo>
                  <a:pt x="25" y="57"/>
                </a:lnTo>
                <a:lnTo>
                  <a:pt x="24" y="59"/>
                </a:lnTo>
                <a:lnTo>
                  <a:pt x="22" y="62"/>
                </a:lnTo>
                <a:lnTo>
                  <a:pt x="21" y="65"/>
                </a:lnTo>
                <a:lnTo>
                  <a:pt x="19" y="67"/>
                </a:lnTo>
                <a:lnTo>
                  <a:pt x="18" y="70"/>
                </a:lnTo>
                <a:lnTo>
                  <a:pt x="17" y="72"/>
                </a:lnTo>
                <a:lnTo>
                  <a:pt x="16" y="75"/>
                </a:lnTo>
                <a:lnTo>
                  <a:pt x="15" y="78"/>
                </a:lnTo>
                <a:lnTo>
                  <a:pt x="14" y="81"/>
                </a:lnTo>
                <a:lnTo>
                  <a:pt x="13" y="83"/>
                </a:lnTo>
                <a:lnTo>
                  <a:pt x="13" y="86"/>
                </a:lnTo>
                <a:lnTo>
                  <a:pt x="12" y="89"/>
                </a:lnTo>
                <a:lnTo>
                  <a:pt x="12" y="92"/>
                </a:lnTo>
                <a:lnTo>
                  <a:pt x="12" y="95"/>
                </a:lnTo>
                <a:lnTo>
                  <a:pt x="12" y="97"/>
                </a:lnTo>
                <a:lnTo>
                  <a:pt x="12" y="100"/>
                </a:lnTo>
                <a:lnTo>
                  <a:pt x="12" y="103"/>
                </a:lnTo>
                <a:lnTo>
                  <a:pt x="12" y="106"/>
                </a:lnTo>
                <a:lnTo>
                  <a:pt x="13" y="108"/>
                </a:lnTo>
                <a:lnTo>
                  <a:pt x="13" y="111"/>
                </a:lnTo>
                <a:lnTo>
                  <a:pt x="14" y="114"/>
                </a:lnTo>
                <a:lnTo>
                  <a:pt x="15" y="117"/>
                </a:lnTo>
                <a:lnTo>
                  <a:pt x="16" y="119"/>
                </a:lnTo>
                <a:lnTo>
                  <a:pt x="17" y="122"/>
                </a:lnTo>
                <a:lnTo>
                  <a:pt x="18" y="125"/>
                </a:lnTo>
                <a:lnTo>
                  <a:pt x="19" y="127"/>
                </a:lnTo>
                <a:lnTo>
                  <a:pt x="21" y="130"/>
                </a:lnTo>
                <a:lnTo>
                  <a:pt x="22" y="133"/>
                </a:lnTo>
                <a:lnTo>
                  <a:pt x="24" y="135"/>
                </a:lnTo>
                <a:lnTo>
                  <a:pt x="25" y="138"/>
                </a:lnTo>
                <a:lnTo>
                  <a:pt x="27" y="140"/>
                </a:lnTo>
                <a:lnTo>
                  <a:pt x="29" y="143"/>
                </a:lnTo>
                <a:lnTo>
                  <a:pt x="31" y="145"/>
                </a:lnTo>
                <a:lnTo>
                  <a:pt x="33" y="147"/>
                </a:lnTo>
                <a:lnTo>
                  <a:pt x="36" y="150"/>
                </a:lnTo>
                <a:lnTo>
                  <a:pt x="38" y="152"/>
                </a:lnTo>
                <a:lnTo>
                  <a:pt x="40" y="154"/>
                </a:lnTo>
                <a:lnTo>
                  <a:pt x="43" y="156"/>
                </a:lnTo>
                <a:lnTo>
                  <a:pt x="45" y="158"/>
                </a:lnTo>
                <a:lnTo>
                  <a:pt x="48" y="160"/>
                </a:lnTo>
                <a:lnTo>
                  <a:pt x="51" y="162"/>
                </a:lnTo>
                <a:lnTo>
                  <a:pt x="54" y="165"/>
                </a:lnTo>
                <a:lnTo>
                  <a:pt x="57" y="167"/>
                </a:lnTo>
                <a:lnTo>
                  <a:pt x="60" y="169"/>
                </a:lnTo>
                <a:lnTo>
                  <a:pt x="63" y="170"/>
                </a:lnTo>
                <a:lnTo>
                  <a:pt x="66" y="172"/>
                </a:lnTo>
                <a:lnTo>
                  <a:pt x="69" y="173"/>
                </a:lnTo>
                <a:lnTo>
                  <a:pt x="73" y="175"/>
                </a:lnTo>
                <a:lnTo>
                  <a:pt x="76" y="176"/>
                </a:lnTo>
                <a:lnTo>
                  <a:pt x="80" y="178"/>
                </a:lnTo>
                <a:lnTo>
                  <a:pt x="83" y="179"/>
                </a:lnTo>
                <a:lnTo>
                  <a:pt x="87" y="180"/>
                </a:lnTo>
                <a:lnTo>
                  <a:pt x="90" y="181"/>
                </a:lnTo>
                <a:lnTo>
                  <a:pt x="94" y="182"/>
                </a:lnTo>
                <a:lnTo>
                  <a:pt x="99" y="183"/>
                </a:lnTo>
                <a:lnTo>
                  <a:pt x="102" y="184"/>
                </a:lnTo>
                <a:lnTo>
                  <a:pt x="106" y="184"/>
                </a:lnTo>
                <a:lnTo>
                  <a:pt x="110" y="185"/>
                </a:lnTo>
                <a:lnTo>
                  <a:pt x="114" y="186"/>
                </a:lnTo>
                <a:lnTo>
                  <a:pt x="118" y="186"/>
                </a:lnTo>
                <a:lnTo>
                  <a:pt x="121" y="186"/>
                </a:lnTo>
                <a:lnTo>
                  <a:pt x="125" y="187"/>
                </a:lnTo>
                <a:lnTo>
                  <a:pt x="129" y="187"/>
                </a:lnTo>
                <a:lnTo>
                  <a:pt x="133" y="187"/>
                </a:lnTo>
                <a:lnTo>
                  <a:pt x="137" y="187"/>
                </a:lnTo>
                <a:lnTo>
                  <a:pt x="141" y="187"/>
                </a:lnTo>
                <a:lnTo>
                  <a:pt x="145" y="187"/>
                </a:lnTo>
                <a:lnTo>
                  <a:pt x="149" y="187"/>
                </a:lnTo>
                <a:lnTo>
                  <a:pt x="153" y="186"/>
                </a:lnTo>
                <a:lnTo>
                  <a:pt x="156" y="186"/>
                </a:lnTo>
                <a:lnTo>
                  <a:pt x="160" y="186"/>
                </a:lnTo>
                <a:lnTo>
                  <a:pt x="164" y="185"/>
                </a:lnTo>
                <a:lnTo>
                  <a:pt x="168" y="184"/>
                </a:lnTo>
                <a:lnTo>
                  <a:pt x="172" y="184"/>
                </a:lnTo>
                <a:lnTo>
                  <a:pt x="175" y="183"/>
                </a:lnTo>
                <a:lnTo>
                  <a:pt x="179" y="182"/>
                </a:lnTo>
                <a:lnTo>
                  <a:pt x="183" y="181"/>
                </a:lnTo>
                <a:lnTo>
                  <a:pt x="186" y="180"/>
                </a:lnTo>
                <a:lnTo>
                  <a:pt x="190" y="179"/>
                </a:lnTo>
                <a:lnTo>
                  <a:pt x="193" y="178"/>
                </a:lnTo>
                <a:lnTo>
                  <a:pt x="197" y="176"/>
                </a:lnTo>
                <a:lnTo>
                  <a:pt x="200" y="175"/>
                </a:lnTo>
                <a:lnTo>
                  <a:pt x="203" y="173"/>
                </a:lnTo>
                <a:lnTo>
                  <a:pt x="207" y="172"/>
                </a:lnTo>
                <a:lnTo>
                  <a:pt x="210" y="170"/>
                </a:lnTo>
                <a:lnTo>
                  <a:pt x="213" y="169"/>
                </a:lnTo>
                <a:lnTo>
                  <a:pt x="216" y="167"/>
                </a:lnTo>
                <a:lnTo>
                  <a:pt x="219" y="165"/>
                </a:lnTo>
                <a:lnTo>
                  <a:pt x="222" y="162"/>
                </a:lnTo>
                <a:lnTo>
                  <a:pt x="225" y="160"/>
                </a:lnTo>
                <a:lnTo>
                  <a:pt x="227" y="158"/>
                </a:lnTo>
                <a:lnTo>
                  <a:pt x="230" y="156"/>
                </a:lnTo>
                <a:lnTo>
                  <a:pt x="233" y="154"/>
                </a:lnTo>
                <a:lnTo>
                  <a:pt x="235" y="152"/>
                </a:lnTo>
                <a:lnTo>
                  <a:pt x="237" y="150"/>
                </a:lnTo>
                <a:lnTo>
                  <a:pt x="240" y="147"/>
                </a:lnTo>
                <a:lnTo>
                  <a:pt x="242" y="145"/>
                </a:lnTo>
                <a:lnTo>
                  <a:pt x="244" y="143"/>
                </a:lnTo>
                <a:lnTo>
                  <a:pt x="246" y="140"/>
                </a:lnTo>
                <a:lnTo>
                  <a:pt x="248" y="138"/>
                </a:lnTo>
                <a:lnTo>
                  <a:pt x="249" y="135"/>
                </a:lnTo>
                <a:lnTo>
                  <a:pt x="251" y="133"/>
                </a:lnTo>
                <a:lnTo>
                  <a:pt x="252" y="130"/>
                </a:lnTo>
                <a:lnTo>
                  <a:pt x="254" y="127"/>
                </a:lnTo>
                <a:lnTo>
                  <a:pt x="255" y="125"/>
                </a:lnTo>
                <a:lnTo>
                  <a:pt x="256" y="122"/>
                </a:lnTo>
                <a:lnTo>
                  <a:pt x="257" y="119"/>
                </a:lnTo>
                <a:lnTo>
                  <a:pt x="258" y="117"/>
                </a:lnTo>
                <a:lnTo>
                  <a:pt x="259" y="114"/>
                </a:lnTo>
                <a:lnTo>
                  <a:pt x="260" y="111"/>
                </a:lnTo>
                <a:lnTo>
                  <a:pt x="260" y="108"/>
                </a:lnTo>
                <a:lnTo>
                  <a:pt x="260" y="106"/>
                </a:lnTo>
                <a:lnTo>
                  <a:pt x="261" y="103"/>
                </a:lnTo>
                <a:lnTo>
                  <a:pt x="261" y="100"/>
                </a:lnTo>
                <a:lnTo>
                  <a:pt x="261" y="97"/>
                </a:lnTo>
                <a:moveTo>
                  <a:pt x="273" y="97"/>
                </a:moveTo>
                <a:lnTo>
                  <a:pt x="273" y="100"/>
                </a:lnTo>
                <a:lnTo>
                  <a:pt x="272" y="103"/>
                </a:lnTo>
                <a:lnTo>
                  <a:pt x="272" y="106"/>
                </a:lnTo>
                <a:lnTo>
                  <a:pt x="272" y="109"/>
                </a:lnTo>
                <a:lnTo>
                  <a:pt x="271" y="113"/>
                </a:lnTo>
                <a:lnTo>
                  <a:pt x="270" y="116"/>
                </a:lnTo>
                <a:lnTo>
                  <a:pt x="269" y="119"/>
                </a:lnTo>
                <a:lnTo>
                  <a:pt x="268" y="121"/>
                </a:lnTo>
                <a:lnTo>
                  <a:pt x="267" y="124"/>
                </a:lnTo>
                <a:lnTo>
                  <a:pt x="266" y="127"/>
                </a:lnTo>
                <a:lnTo>
                  <a:pt x="265" y="130"/>
                </a:lnTo>
                <a:lnTo>
                  <a:pt x="263" y="133"/>
                </a:lnTo>
                <a:lnTo>
                  <a:pt x="262" y="136"/>
                </a:lnTo>
                <a:lnTo>
                  <a:pt x="260" y="139"/>
                </a:lnTo>
                <a:lnTo>
                  <a:pt x="258" y="141"/>
                </a:lnTo>
                <a:lnTo>
                  <a:pt x="256" y="144"/>
                </a:lnTo>
                <a:lnTo>
                  <a:pt x="254" y="147"/>
                </a:lnTo>
                <a:lnTo>
                  <a:pt x="252" y="149"/>
                </a:lnTo>
                <a:lnTo>
                  <a:pt x="249" y="152"/>
                </a:lnTo>
                <a:lnTo>
                  <a:pt x="247" y="154"/>
                </a:lnTo>
                <a:lnTo>
                  <a:pt x="244" y="157"/>
                </a:lnTo>
                <a:lnTo>
                  <a:pt x="242" y="159"/>
                </a:lnTo>
                <a:lnTo>
                  <a:pt x="239" y="162"/>
                </a:lnTo>
                <a:lnTo>
                  <a:pt x="236" y="165"/>
                </a:lnTo>
                <a:lnTo>
                  <a:pt x="233" y="167"/>
                </a:lnTo>
                <a:lnTo>
                  <a:pt x="230" y="169"/>
                </a:lnTo>
                <a:lnTo>
                  <a:pt x="227" y="171"/>
                </a:lnTo>
                <a:lnTo>
                  <a:pt x="223" y="173"/>
                </a:lnTo>
                <a:lnTo>
                  <a:pt x="220" y="175"/>
                </a:lnTo>
                <a:lnTo>
                  <a:pt x="217" y="177"/>
                </a:lnTo>
                <a:lnTo>
                  <a:pt x="213" y="179"/>
                </a:lnTo>
                <a:lnTo>
                  <a:pt x="210" y="180"/>
                </a:lnTo>
                <a:lnTo>
                  <a:pt x="206" y="182"/>
                </a:lnTo>
                <a:lnTo>
                  <a:pt x="202" y="184"/>
                </a:lnTo>
                <a:lnTo>
                  <a:pt x="199" y="185"/>
                </a:lnTo>
                <a:lnTo>
                  <a:pt x="195" y="186"/>
                </a:lnTo>
                <a:lnTo>
                  <a:pt x="191" y="188"/>
                </a:lnTo>
                <a:lnTo>
                  <a:pt x="187" y="189"/>
                </a:lnTo>
                <a:lnTo>
                  <a:pt x="183" y="190"/>
                </a:lnTo>
                <a:lnTo>
                  <a:pt x="179" y="191"/>
                </a:lnTo>
                <a:lnTo>
                  <a:pt x="175" y="192"/>
                </a:lnTo>
                <a:lnTo>
                  <a:pt x="171" y="192"/>
                </a:lnTo>
                <a:lnTo>
                  <a:pt x="167" y="193"/>
                </a:lnTo>
                <a:lnTo>
                  <a:pt x="162" y="194"/>
                </a:lnTo>
                <a:lnTo>
                  <a:pt x="158" y="194"/>
                </a:lnTo>
                <a:lnTo>
                  <a:pt x="154" y="195"/>
                </a:lnTo>
                <a:lnTo>
                  <a:pt x="150" y="195"/>
                </a:lnTo>
                <a:lnTo>
                  <a:pt x="145" y="195"/>
                </a:lnTo>
                <a:lnTo>
                  <a:pt x="141" y="195"/>
                </a:lnTo>
                <a:lnTo>
                  <a:pt x="137" y="196"/>
                </a:lnTo>
                <a:lnTo>
                  <a:pt x="133" y="195"/>
                </a:lnTo>
                <a:lnTo>
                  <a:pt x="128" y="195"/>
                </a:lnTo>
                <a:lnTo>
                  <a:pt x="124" y="195"/>
                </a:lnTo>
                <a:lnTo>
                  <a:pt x="120" y="195"/>
                </a:lnTo>
                <a:lnTo>
                  <a:pt x="116" y="194"/>
                </a:lnTo>
                <a:lnTo>
                  <a:pt x="112" y="194"/>
                </a:lnTo>
                <a:lnTo>
                  <a:pt x="107" y="193"/>
                </a:lnTo>
                <a:lnTo>
                  <a:pt x="103" y="192"/>
                </a:lnTo>
                <a:lnTo>
                  <a:pt x="99" y="192"/>
                </a:lnTo>
                <a:lnTo>
                  <a:pt x="94" y="191"/>
                </a:lnTo>
                <a:lnTo>
                  <a:pt x="90" y="190"/>
                </a:lnTo>
                <a:lnTo>
                  <a:pt x="86" y="189"/>
                </a:lnTo>
                <a:lnTo>
                  <a:pt x="82" y="188"/>
                </a:lnTo>
                <a:lnTo>
                  <a:pt x="78" y="186"/>
                </a:lnTo>
                <a:lnTo>
                  <a:pt x="74" y="185"/>
                </a:lnTo>
                <a:lnTo>
                  <a:pt x="71" y="184"/>
                </a:lnTo>
                <a:lnTo>
                  <a:pt x="67" y="182"/>
                </a:lnTo>
                <a:lnTo>
                  <a:pt x="63" y="180"/>
                </a:lnTo>
                <a:lnTo>
                  <a:pt x="60" y="179"/>
                </a:lnTo>
                <a:lnTo>
                  <a:pt x="56" y="177"/>
                </a:lnTo>
                <a:lnTo>
                  <a:pt x="53" y="175"/>
                </a:lnTo>
                <a:lnTo>
                  <a:pt x="49" y="173"/>
                </a:lnTo>
                <a:lnTo>
                  <a:pt x="46" y="171"/>
                </a:lnTo>
                <a:lnTo>
                  <a:pt x="43" y="169"/>
                </a:lnTo>
                <a:lnTo>
                  <a:pt x="40" y="167"/>
                </a:lnTo>
                <a:lnTo>
                  <a:pt x="37" y="165"/>
                </a:lnTo>
                <a:lnTo>
                  <a:pt x="34" y="162"/>
                </a:lnTo>
                <a:lnTo>
                  <a:pt x="31" y="159"/>
                </a:lnTo>
                <a:lnTo>
                  <a:pt x="29" y="157"/>
                </a:lnTo>
                <a:lnTo>
                  <a:pt x="26" y="154"/>
                </a:lnTo>
                <a:lnTo>
                  <a:pt x="24" y="152"/>
                </a:lnTo>
                <a:lnTo>
                  <a:pt x="21" y="149"/>
                </a:lnTo>
                <a:lnTo>
                  <a:pt x="19" y="147"/>
                </a:lnTo>
                <a:lnTo>
                  <a:pt x="17" y="144"/>
                </a:lnTo>
                <a:lnTo>
                  <a:pt x="15" y="141"/>
                </a:lnTo>
                <a:lnTo>
                  <a:pt x="13" y="139"/>
                </a:lnTo>
                <a:lnTo>
                  <a:pt x="11" y="136"/>
                </a:lnTo>
                <a:lnTo>
                  <a:pt x="10" y="133"/>
                </a:lnTo>
                <a:lnTo>
                  <a:pt x="8" y="130"/>
                </a:lnTo>
                <a:lnTo>
                  <a:pt x="7" y="127"/>
                </a:lnTo>
                <a:lnTo>
                  <a:pt x="6" y="124"/>
                </a:lnTo>
                <a:lnTo>
                  <a:pt x="4" y="121"/>
                </a:lnTo>
                <a:lnTo>
                  <a:pt x="3" y="119"/>
                </a:lnTo>
                <a:lnTo>
                  <a:pt x="3" y="116"/>
                </a:lnTo>
                <a:lnTo>
                  <a:pt x="2" y="113"/>
                </a:lnTo>
                <a:lnTo>
                  <a:pt x="1" y="109"/>
                </a:lnTo>
                <a:lnTo>
                  <a:pt x="1" y="106"/>
                </a:lnTo>
                <a:lnTo>
                  <a:pt x="0" y="103"/>
                </a:lnTo>
                <a:lnTo>
                  <a:pt x="0" y="100"/>
                </a:lnTo>
                <a:lnTo>
                  <a:pt x="0" y="97"/>
                </a:lnTo>
                <a:lnTo>
                  <a:pt x="0" y="94"/>
                </a:lnTo>
                <a:lnTo>
                  <a:pt x="0" y="91"/>
                </a:lnTo>
                <a:lnTo>
                  <a:pt x="1" y="88"/>
                </a:lnTo>
                <a:lnTo>
                  <a:pt x="1" y="85"/>
                </a:lnTo>
                <a:lnTo>
                  <a:pt x="2" y="82"/>
                </a:lnTo>
                <a:lnTo>
                  <a:pt x="3" y="79"/>
                </a:lnTo>
                <a:lnTo>
                  <a:pt x="3" y="76"/>
                </a:lnTo>
                <a:lnTo>
                  <a:pt x="4" y="73"/>
                </a:lnTo>
                <a:lnTo>
                  <a:pt x="6" y="70"/>
                </a:lnTo>
                <a:lnTo>
                  <a:pt x="7" y="67"/>
                </a:lnTo>
                <a:lnTo>
                  <a:pt x="8" y="64"/>
                </a:lnTo>
                <a:lnTo>
                  <a:pt x="10" y="62"/>
                </a:lnTo>
                <a:lnTo>
                  <a:pt x="11" y="59"/>
                </a:lnTo>
                <a:lnTo>
                  <a:pt x="13" y="56"/>
                </a:lnTo>
                <a:lnTo>
                  <a:pt x="15" y="53"/>
                </a:lnTo>
                <a:lnTo>
                  <a:pt x="17" y="50"/>
                </a:lnTo>
                <a:lnTo>
                  <a:pt x="19" y="48"/>
                </a:lnTo>
                <a:lnTo>
                  <a:pt x="21" y="45"/>
                </a:lnTo>
                <a:lnTo>
                  <a:pt x="24" y="43"/>
                </a:lnTo>
                <a:lnTo>
                  <a:pt x="26" y="40"/>
                </a:lnTo>
                <a:lnTo>
                  <a:pt x="29" y="38"/>
                </a:lnTo>
                <a:lnTo>
                  <a:pt x="31" y="35"/>
                </a:lnTo>
                <a:lnTo>
                  <a:pt x="34" y="33"/>
                </a:lnTo>
                <a:lnTo>
                  <a:pt x="37" y="31"/>
                </a:lnTo>
                <a:lnTo>
                  <a:pt x="40" y="29"/>
                </a:lnTo>
                <a:lnTo>
                  <a:pt x="43" y="26"/>
                </a:lnTo>
                <a:lnTo>
                  <a:pt x="46" y="24"/>
                </a:lnTo>
                <a:lnTo>
                  <a:pt x="49" y="22"/>
                </a:lnTo>
                <a:lnTo>
                  <a:pt x="53" y="20"/>
                </a:lnTo>
                <a:lnTo>
                  <a:pt x="56" y="19"/>
                </a:lnTo>
                <a:lnTo>
                  <a:pt x="60" y="17"/>
                </a:lnTo>
                <a:lnTo>
                  <a:pt x="63" y="15"/>
                </a:lnTo>
                <a:lnTo>
                  <a:pt x="67" y="14"/>
                </a:lnTo>
                <a:lnTo>
                  <a:pt x="71" y="12"/>
                </a:lnTo>
                <a:lnTo>
                  <a:pt x="74" y="11"/>
                </a:lnTo>
                <a:lnTo>
                  <a:pt x="78" y="9"/>
                </a:lnTo>
                <a:lnTo>
                  <a:pt x="82" y="8"/>
                </a:lnTo>
                <a:lnTo>
                  <a:pt x="86" y="7"/>
                </a:lnTo>
                <a:lnTo>
                  <a:pt x="90" y="6"/>
                </a:lnTo>
                <a:lnTo>
                  <a:pt x="94" y="5"/>
                </a:lnTo>
                <a:lnTo>
                  <a:pt x="99" y="4"/>
                </a:lnTo>
                <a:lnTo>
                  <a:pt x="103" y="3"/>
                </a:lnTo>
                <a:lnTo>
                  <a:pt x="107" y="2"/>
                </a:lnTo>
                <a:lnTo>
                  <a:pt x="112" y="2"/>
                </a:lnTo>
                <a:lnTo>
                  <a:pt x="116" y="1"/>
                </a:lnTo>
                <a:lnTo>
                  <a:pt x="120" y="1"/>
                </a:lnTo>
                <a:lnTo>
                  <a:pt x="124" y="0"/>
                </a:lnTo>
                <a:lnTo>
                  <a:pt x="128" y="0"/>
                </a:lnTo>
                <a:lnTo>
                  <a:pt x="133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50" y="0"/>
                </a:lnTo>
                <a:lnTo>
                  <a:pt x="154" y="1"/>
                </a:lnTo>
                <a:lnTo>
                  <a:pt x="158" y="1"/>
                </a:lnTo>
                <a:lnTo>
                  <a:pt x="162" y="2"/>
                </a:lnTo>
                <a:lnTo>
                  <a:pt x="167" y="2"/>
                </a:lnTo>
                <a:lnTo>
                  <a:pt x="171" y="3"/>
                </a:lnTo>
                <a:lnTo>
                  <a:pt x="175" y="4"/>
                </a:lnTo>
                <a:lnTo>
                  <a:pt x="179" y="5"/>
                </a:lnTo>
                <a:lnTo>
                  <a:pt x="183" y="6"/>
                </a:lnTo>
                <a:lnTo>
                  <a:pt x="187" y="7"/>
                </a:lnTo>
                <a:lnTo>
                  <a:pt x="191" y="8"/>
                </a:lnTo>
                <a:lnTo>
                  <a:pt x="195" y="9"/>
                </a:lnTo>
                <a:lnTo>
                  <a:pt x="199" y="11"/>
                </a:lnTo>
                <a:lnTo>
                  <a:pt x="202" y="12"/>
                </a:lnTo>
                <a:lnTo>
                  <a:pt x="206" y="14"/>
                </a:lnTo>
                <a:lnTo>
                  <a:pt x="210" y="15"/>
                </a:lnTo>
                <a:lnTo>
                  <a:pt x="213" y="17"/>
                </a:lnTo>
                <a:lnTo>
                  <a:pt x="217" y="19"/>
                </a:lnTo>
                <a:lnTo>
                  <a:pt x="220" y="20"/>
                </a:lnTo>
                <a:lnTo>
                  <a:pt x="223" y="22"/>
                </a:lnTo>
                <a:lnTo>
                  <a:pt x="227" y="24"/>
                </a:lnTo>
                <a:lnTo>
                  <a:pt x="230" y="26"/>
                </a:lnTo>
                <a:lnTo>
                  <a:pt x="233" y="29"/>
                </a:lnTo>
                <a:lnTo>
                  <a:pt x="236" y="31"/>
                </a:lnTo>
                <a:lnTo>
                  <a:pt x="239" y="33"/>
                </a:lnTo>
                <a:lnTo>
                  <a:pt x="242" y="35"/>
                </a:lnTo>
                <a:lnTo>
                  <a:pt x="244" y="38"/>
                </a:lnTo>
                <a:lnTo>
                  <a:pt x="247" y="40"/>
                </a:lnTo>
                <a:lnTo>
                  <a:pt x="249" y="43"/>
                </a:lnTo>
                <a:lnTo>
                  <a:pt x="252" y="45"/>
                </a:lnTo>
                <a:lnTo>
                  <a:pt x="254" y="48"/>
                </a:lnTo>
                <a:lnTo>
                  <a:pt x="256" y="50"/>
                </a:lnTo>
                <a:lnTo>
                  <a:pt x="258" y="53"/>
                </a:lnTo>
                <a:lnTo>
                  <a:pt x="260" y="56"/>
                </a:lnTo>
                <a:lnTo>
                  <a:pt x="262" y="59"/>
                </a:lnTo>
                <a:lnTo>
                  <a:pt x="263" y="62"/>
                </a:lnTo>
                <a:lnTo>
                  <a:pt x="265" y="64"/>
                </a:lnTo>
                <a:lnTo>
                  <a:pt x="266" y="67"/>
                </a:lnTo>
                <a:lnTo>
                  <a:pt x="267" y="70"/>
                </a:lnTo>
                <a:lnTo>
                  <a:pt x="268" y="73"/>
                </a:lnTo>
                <a:lnTo>
                  <a:pt x="269" y="76"/>
                </a:lnTo>
                <a:lnTo>
                  <a:pt x="270" y="79"/>
                </a:lnTo>
                <a:lnTo>
                  <a:pt x="271" y="82"/>
                </a:lnTo>
                <a:lnTo>
                  <a:pt x="272" y="85"/>
                </a:lnTo>
                <a:lnTo>
                  <a:pt x="272" y="88"/>
                </a:lnTo>
                <a:lnTo>
                  <a:pt x="272" y="91"/>
                </a:lnTo>
                <a:lnTo>
                  <a:pt x="273" y="94"/>
                </a:lnTo>
                <a:lnTo>
                  <a:pt x="273" y="97"/>
                </a:lnTo>
                <a:close/>
              </a:path>
            </a:pathLst>
          </a:custGeom>
          <a:solidFill>
            <a:srgbClr val="fffb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19" name=""/>
          <p:cNvSpPr/>
          <p:nvPr/>
        </p:nvSpPr>
        <p:spPr>
          <a:xfrm>
            <a:off x="8012160" y="2908080"/>
            <a:ext cx="101160" cy="72360"/>
          </a:xfrm>
          <a:custGeom>
            <a:avLst/>
            <a:gdLst/>
            <a:ahLst/>
            <a:rect l="0" t="0" r="r" b="b"/>
            <a:pathLst>
              <a:path w="281" h="201">
                <a:moveTo>
                  <a:pt x="277" y="101"/>
                </a:moveTo>
                <a:lnTo>
                  <a:pt x="277" y="98"/>
                </a:lnTo>
                <a:lnTo>
                  <a:pt x="276" y="95"/>
                </a:lnTo>
                <a:lnTo>
                  <a:pt x="276" y="92"/>
                </a:lnTo>
                <a:lnTo>
                  <a:pt x="276" y="89"/>
                </a:lnTo>
                <a:lnTo>
                  <a:pt x="275" y="86"/>
                </a:lnTo>
                <a:lnTo>
                  <a:pt x="274" y="83"/>
                </a:lnTo>
                <a:lnTo>
                  <a:pt x="273" y="80"/>
                </a:lnTo>
                <a:lnTo>
                  <a:pt x="272" y="77"/>
                </a:lnTo>
                <a:lnTo>
                  <a:pt x="271" y="74"/>
                </a:lnTo>
                <a:lnTo>
                  <a:pt x="270" y="71"/>
                </a:lnTo>
                <a:lnTo>
                  <a:pt x="269" y="68"/>
                </a:lnTo>
                <a:lnTo>
                  <a:pt x="267" y="66"/>
                </a:lnTo>
                <a:lnTo>
                  <a:pt x="266" y="63"/>
                </a:lnTo>
                <a:lnTo>
                  <a:pt x="264" y="60"/>
                </a:lnTo>
                <a:lnTo>
                  <a:pt x="262" y="57"/>
                </a:lnTo>
                <a:lnTo>
                  <a:pt x="260" y="54"/>
                </a:lnTo>
                <a:lnTo>
                  <a:pt x="258" y="52"/>
                </a:lnTo>
                <a:lnTo>
                  <a:pt x="256" y="49"/>
                </a:lnTo>
                <a:lnTo>
                  <a:pt x="253" y="47"/>
                </a:lnTo>
                <a:lnTo>
                  <a:pt x="251" y="44"/>
                </a:lnTo>
                <a:lnTo>
                  <a:pt x="248" y="42"/>
                </a:lnTo>
                <a:lnTo>
                  <a:pt x="246" y="39"/>
                </a:lnTo>
                <a:lnTo>
                  <a:pt x="243" y="37"/>
                </a:lnTo>
                <a:lnTo>
                  <a:pt x="240" y="35"/>
                </a:lnTo>
                <a:lnTo>
                  <a:pt x="237" y="33"/>
                </a:lnTo>
                <a:lnTo>
                  <a:pt x="234" y="30"/>
                </a:lnTo>
                <a:lnTo>
                  <a:pt x="231" y="28"/>
                </a:lnTo>
                <a:lnTo>
                  <a:pt x="227" y="26"/>
                </a:lnTo>
                <a:lnTo>
                  <a:pt x="224" y="24"/>
                </a:lnTo>
                <a:lnTo>
                  <a:pt x="221" y="22"/>
                </a:lnTo>
                <a:lnTo>
                  <a:pt x="217" y="20"/>
                </a:lnTo>
                <a:lnTo>
                  <a:pt x="214" y="18"/>
                </a:lnTo>
                <a:lnTo>
                  <a:pt x="210" y="17"/>
                </a:lnTo>
                <a:lnTo>
                  <a:pt x="206" y="15"/>
                </a:lnTo>
                <a:lnTo>
                  <a:pt x="202" y="14"/>
                </a:lnTo>
                <a:lnTo>
                  <a:pt x="198" y="12"/>
                </a:lnTo>
                <a:lnTo>
                  <a:pt x="194" y="11"/>
                </a:lnTo>
                <a:lnTo>
                  <a:pt x="190" y="10"/>
                </a:lnTo>
                <a:lnTo>
                  <a:pt x="186" y="9"/>
                </a:lnTo>
                <a:lnTo>
                  <a:pt x="182" y="8"/>
                </a:lnTo>
                <a:lnTo>
                  <a:pt x="178" y="7"/>
                </a:lnTo>
                <a:lnTo>
                  <a:pt x="174" y="6"/>
                </a:lnTo>
                <a:lnTo>
                  <a:pt x="170" y="5"/>
                </a:lnTo>
                <a:lnTo>
                  <a:pt x="165" y="5"/>
                </a:lnTo>
                <a:lnTo>
                  <a:pt x="161" y="4"/>
                </a:lnTo>
                <a:lnTo>
                  <a:pt x="157" y="4"/>
                </a:lnTo>
                <a:lnTo>
                  <a:pt x="153" y="3"/>
                </a:lnTo>
                <a:lnTo>
                  <a:pt x="148" y="3"/>
                </a:lnTo>
                <a:lnTo>
                  <a:pt x="144" y="3"/>
                </a:lnTo>
                <a:lnTo>
                  <a:pt x="140" y="3"/>
                </a:lnTo>
                <a:lnTo>
                  <a:pt x="136" y="3"/>
                </a:lnTo>
                <a:lnTo>
                  <a:pt x="131" y="3"/>
                </a:lnTo>
                <a:lnTo>
                  <a:pt x="127" y="3"/>
                </a:lnTo>
                <a:lnTo>
                  <a:pt x="123" y="4"/>
                </a:lnTo>
                <a:lnTo>
                  <a:pt x="119" y="4"/>
                </a:lnTo>
                <a:lnTo>
                  <a:pt x="115" y="5"/>
                </a:lnTo>
                <a:lnTo>
                  <a:pt x="110" y="5"/>
                </a:lnTo>
                <a:lnTo>
                  <a:pt x="106" y="6"/>
                </a:lnTo>
                <a:lnTo>
                  <a:pt x="102" y="7"/>
                </a:lnTo>
                <a:lnTo>
                  <a:pt x="98" y="8"/>
                </a:lnTo>
                <a:lnTo>
                  <a:pt x="94" y="9"/>
                </a:lnTo>
                <a:lnTo>
                  <a:pt x="90" y="10"/>
                </a:lnTo>
                <a:lnTo>
                  <a:pt x="86" y="11"/>
                </a:lnTo>
                <a:lnTo>
                  <a:pt x="82" y="12"/>
                </a:lnTo>
                <a:lnTo>
                  <a:pt x="78" y="14"/>
                </a:lnTo>
                <a:lnTo>
                  <a:pt x="75" y="15"/>
                </a:lnTo>
                <a:lnTo>
                  <a:pt x="71" y="17"/>
                </a:lnTo>
                <a:lnTo>
                  <a:pt x="67" y="18"/>
                </a:lnTo>
                <a:lnTo>
                  <a:pt x="64" y="20"/>
                </a:lnTo>
                <a:lnTo>
                  <a:pt x="60" y="22"/>
                </a:lnTo>
                <a:lnTo>
                  <a:pt x="57" y="24"/>
                </a:lnTo>
                <a:lnTo>
                  <a:pt x="53" y="26"/>
                </a:lnTo>
                <a:lnTo>
                  <a:pt x="50" y="28"/>
                </a:lnTo>
                <a:lnTo>
                  <a:pt x="47" y="30"/>
                </a:lnTo>
                <a:lnTo>
                  <a:pt x="44" y="33"/>
                </a:lnTo>
                <a:lnTo>
                  <a:pt x="41" y="35"/>
                </a:lnTo>
                <a:lnTo>
                  <a:pt x="38" y="37"/>
                </a:lnTo>
                <a:lnTo>
                  <a:pt x="35" y="39"/>
                </a:lnTo>
                <a:lnTo>
                  <a:pt x="33" y="42"/>
                </a:lnTo>
                <a:lnTo>
                  <a:pt x="30" y="44"/>
                </a:lnTo>
                <a:lnTo>
                  <a:pt x="28" y="47"/>
                </a:lnTo>
                <a:lnTo>
                  <a:pt x="25" y="49"/>
                </a:lnTo>
                <a:lnTo>
                  <a:pt x="23" y="52"/>
                </a:lnTo>
                <a:lnTo>
                  <a:pt x="21" y="54"/>
                </a:lnTo>
                <a:lnTo>
                  <a:pt x="19" y="57"/>
                </a:lnTo>
                <a:lnTo>
                  <a:pt x="17" y="60"/>
                </a:lnTo>
                <a:lnTo>
                  <a:pt x="15" y="63"/>
                </a:lnTo>
                <a:lnTo>
                  <a:pt x="14" y="66"/>
                </a:lnTo>
                <a:lnTo>
                  <a:pt x="12" y="68"/>
                </a:lnTo>
                <a:lnTo>
                  <a:pt x="11" y="71"/>
                </a:lnTo>
                <a:lnTo>
                  <a:pt x="10" y="74"/>
                </a:lnTo>
                <a:lnTo>
                  <a:pt x="8" y="77"/>
                </a:lnTo>
                <a:lnTo>
                  <a:pt x="7" y="80"/>
                </a:lnTo>
                <a:lnTo>
                  <a:pt x="7" y="83"/>
                </a:lnTo>
                <a:lnTo>
                  <a:pt x="6" y="86"/>
                </a:lnTo>
                <a:lnTo>
                  <a:pt x="5" y="89"/>
                </a:lnTo>
                <a:lnTo>
                  <a:pt x="5" y="92"/>
                </a:lnTo>
                <a:lnTo>
                  <a:pt x="4" y="95"/>
                </a:lnTo>
                <a:lnTo>
                  <a:pt x="4" y="98"/>
                </a:lnTo>
                <a:lnTo>
                  <a:pt x="4" y="101"/>
                </a:lnTo>
                <a:lnTo>
                  <a:pt x="4" y="104"/>
                </a:lnTo>
                <a:lnTo>
                  <a:pt x="4" y="107"/>
                </a:lnTo>
                <a:lnTo>
                  <a:pt x="5" y="110"/>
                </a:lnTo>
                <a:lnTo>
                  <a:pt x="5" y="113"/>
                </a:lnTo>
                <a:lnTo>
                  <a:pt x="6" y="117"/>
                </a:lnTo>
                <a:lnTo>
                  <a:pt x="7" y="120"/>
                </a:lnTo>
                <a:lnTo>
                  <a:pt x="7" y="123"/>
                </a:lnTo>
                <a:lnTo>
                  <a:pt x="8" y="125"/>
                </a:lnTo>
                <a:lnTo>
                  <a:pt x="10" y="128"/>
                </a:lnTo>
                <a:lnTo>
                  <a:pt x="11" y="131"/>
                </a:lnTo>
                <a:lnTo>
                  <a:pt x="12" y="134"/>
                </a:lnTo>
                <a:lnTo>
                  <a:pt x="14" y="137"/>
                </a:lnTo>
                <a:lnTo>
                  <a:pt x="15" y="140"/>
                </a:lnTo>
                <a:lnTo>
                  <a:pt x="17" y="143"/>
                </a:lnTo>
                <a:lnTo>
                  <a:pt x="19" y="145"/>
                </a:lnTo>
                <a:lnTo>
                  <a:pt x="21" y="148"/>
                </a:lnTo>
                <a:lnTo>
                  <a:pt x="23" y="151"/>
                </a:lnTo>
                <a:lnTo>
                  <a:pt x="25" y="153"/>
                </a:lnTo>
                <a:lnTo>
                  <a:pt x="28" y="156"/>
                </a:lnTo>
                <a:lnTo>
                  <a:pt x="30" y="158"/>
                </a:lnTo>
                <a:lnTo>
                  <a:pt x="33" y="161"/>
                </a:lnTo>
                <a:lnTo>
                  <a:pt x="35" y="163"/>
                </a:lnTo>
                <a:lnTo>
                  <a:pt x="38" y="166"/>
                </a:lnTo>
                <a:lnTo>
                  <a:pt x="41" y="168"/>
                </a:lnTo>
                <a:lnTo>
                  <a:pt x="44" y="170"/>
                </a:lnTo>
                <a:lnTo>
                  <a:pt x="47" y="172"/>
                </a:lnTo>
                <a:lnTo>
                  <a:pt x="50" y="174"/>
                </a:lnTo>
                <a:lnTo>
                  <a:pt x="53" y="176"/>
                </a:lnTo>
                <a:lnTo>
                  <a:pt x="57" y="178"/>
                </a:lnTo>
                <a:lnTo>
                  <a:pt x="60" y="180"/>
                </a:lnTo>
                <a:lnTo>
                  <a:pt x="64" y="182"/>
                </a:lnTo>
                <a:lnTo>
                  <a:pt x="67" y="183"/>
                </a:lnTo>
                <a:lnTo>
                  <a:pt x="71" y="185"/>
                </a:lnTo>
                <a:lnTo>
                  <a:pt x="75" y="187"/>
                </a:lnTo>
                <a:lnTo>
                  <a:pt x="78" y="188"/>
                </a:lnTo>
                <a:lnTo>
                  <a:pt x="82" y="189"/>
                </a:lnTo>
                <a:lnTo>
                  <a:pt x="86" y="191"/>
                </a:lnTo>
                <a:lnTo>
                  <a:pt x="90" y="192"/>
                </a:lnTo>
                <a:lnTo>
                  <a:pt x="94" y="193"/>
                </a:lnTo>
                <a:lnTo>
                  <a:pt x="98" y="194"/>
                </a:lnTo>
                <a:lnTo>
                  <a:pt x="102" y="195"/>
                </a:lnTo>
                <a:lnTo>
                  <a:pt x="106" y="195"/>
                </a:lnTo>
                <a:lnTo>
                  <a:pt x="110" y="196"/>
                </a:lnTo>
                <a:lnTo>
                  <a:pt x="115" y="197"/>
                </a:lnTo>
                <a:lnTo>
                  <a:pt x="119" y="197"/>
                </a:lnTo>
                <a:lnTo>
                  <a:pt x="123" y="198"/>
                </a:lnTo>
                <a:lnTo>
                  <a:pt x="127" y="198"/>
                </a:lnTo>
                <a:lnTo>
                  <a:pt x="131" y="198"/>
                </a:lnTo>
                <a:lnTo>
                  <a:pt x="136" y="198"/>
                </a:lnTo>
                <a:lnTo>
                  <a:pt x="140" y="199"/>
                </a:lnTo>
                <a:lnTo>
                  <a:pt x="144" y="198"/>
                </a:lnTo>
                <a:lnTo>
                  <a:pt x="148" y="198"/>
                </a:lnTo>
                <a:lnTo>
                  <a:pt x="153" y="198"/>
                </a:lnTo>
                <a:lnTo>
                  <a:pt x="157" y="198"/>
                </a:lnTo>
                <a:lnTo>
                  <a:pt x="161" y="197"/>
                </a:lnTo>
                <a:lnTo>
                  <a:pt x="165" y="197"/>
                </a:lnTo>
                <a:lnTo>
                  <a:pt x="170" y="196"/>
                </a:lnTo>
                <a:lnTo>
                  <a:pt x="174" y="195"/>
                </a:lnTo>
                <a:lnTo>
                  <a:pt x="178" y="195"/>
                </a:lnTo>
                <a:lnTo>
                  <a:pt x="182" y="194"/>
                </a:lnTo>
                <a:lnTo>
                  <a:pt x="186" y="193"/>
                </a:lnTo>
                <a:lnTo>
                  <a:pt x="190" y="192"/>
                </a:lnTo>
                <a:lnTo>
                  <a:pt x="194" y="191"/>
                </a:lnTo>
                <a:lnTo>
                  <a:pt x="198" y="189"/>
                </a:lnTo>
                <a:lnTo>
                  <a:pt x="202" y="188"/>
                </a:lnTo>
                <a:lnTo>
                  <a:pt x="206" y="187"/>
                </a:lnTo>
                <a:lnTo>
                  <a:pt x="210" y="185"/>
                </a:lnTo>
                <a:lnTo>
                  <a:pt x="214" y="183"/>
                </a:lnTo>
                <a:lnTo>
                  <a:pt x="217" y="182"/>
                </a:lnTo>
                <a:lnTo>
                  <a:pt x="221" y="180"/>
                </a:lnTo>
                <a:lnTo>
                  <a:pt x="224" y="178"/>
                </a:lnTo>
                <a:lnTo>
                  <a:pt x="227" y="176"/>
                </a:lnTo>
                <a:lnTo>
                  <a:pt x="231" y="174"/>
                </a:lnTo>
                <a:lnTo>
                  <a:pt x="234" y="172"/>
                </a:lnTo>
                <a:lnTo>
                  <a:pt x="237" y="170"/>
                </a:lnTo>
                <a:lnTo>
                  <a:pt x="240" y="168"/>
                </a:lnTo>
                <a:lnTo>
                  <a:pt x="243" y="166"/>
                </a:lnTo>
                <a:lnTo>
                  <a:pt x="246" y="163"/>
                </a:lnTo>
                <a:lnTo>
                  <a:pt x="248" y="161"/>
                </a:lnTo>
                <a:lnTo>
                  <a:pt x="251" y="158"/>
                </a:lnTo>
                <a:lnTo>
                  <a:pt x="253" y="156"/>
                </a:lnTo>
                <a:lnTo>
                  <a:pt x="256" y="153"/>
                </a:lnTo>
                <a:lnTo>
                  <a:pt x="258" y="151"/>
                </a:lnTo>
                <a:lnTo>
                  <a:pt x="260" y="148"/>
                </a:lnTo>
                <a:lnTo>
                  <a:pt x="262" y="145"/>
                </a:lnTo>
                <a:lnTo>
                  <a:pt x="264" y="143"/>
                </a:lnTo>
                <a:lnTo>
                  <a:pt x="266" y="140"/>
                </a:lnTo>
                <a:lnTo>
                  <a:pt x="267" y="137"/>
                </a:lnTo>
                <a:lnTo>
                  <a:pt x="269" y="134"/>
                </a:lnTo>
                <a:lnTo>
                  <a:pt x="270" y="131"/>
                </a:lnTo>
                <a:lnTo>
                  <a:pt x="271" y="128"/>
                </a:lnTo>
                <a:lnTo>
                  <a:pt x="272" y="125"/>
                </a:lnTo>
                <a:lnTo>
                  <a:pt x="273" y="123"/>
                </a:lnTo>
                <a:lnTo>
                  <a:pt x="274" y="120"/>
                </a:lnTo>
                <a:lnTo>
                  <a:pt x="275" y="117"/>
                </a:lnTo>
                <a:lnTo>
                  <a:pt x="276" y="113"/>
                </a:lnTo>
                <a:lnTo>
                  <a:pt x="276" y="110"/>
                </a:lnTo>
                <a:lnTo>
                  <a:pt x="276" y="107"/>
                </a:lnTo>
                <a:lnTo>
                  <a:pt x="277" y="104"/>
                </a:lnTo>
                <a:lnTo>
                  <a:pt x="277" y="101"/>
                </a:lnTo>
                <a:moveTo>
                  <a:pt x="281" y="101"/>
                </a:moveTo>
                <a:lnTo>
                  <a:pt x="280" y="104"/>
                </a:lnTo>
                <a:lnTo>
                  <a:pt x="280" y="108"/>
                </a:lnTo>
                <a:lnTo>
                  <a:pt x="280" y="111"/>
                </a:lnTo>
                <a:lnTo>
                  <a:pt x="279" y="114"/>
                </a:lnTo>
                <a:lnTo>
                  <a:pt x="279" y="117"/>
                </a:lnTo>
                <a:lnTo>
                  <a:pt x="278" y="120"/>
                </a:lnTo>
                <a:lnTo>
                  <a:pt x="277" y="123"/>
                </a:lnTo>
                <a:lnTo>
                  <a:pt x="276" y="126"/>
                </a:lnTo>
                <a:lnTo>
                  <a:pt x="275" y="129"/>
                </a:lnTo>
                <a:lnTo>
                  <a:pt x="274" y="132"/>
                </a:lnTo>
                <a:lnTo>
                  <a:pt x="272" y="135"/>
                </a:lnTo>
                <a:lnTo>
                  <a:pt x="271" y="138"/>
                </a:lnTo>
                <a:lnTo>
                  <a:pt x="269" y="141"/>
                </a:lnTo>
                <a:lnTo>
                  <a:pt x="267" y="144"/>
                </a:lnTo>
                <a:lnTo>
                  <a:pt x="265" y="147"/>
                </a:lnTo>
                <a:lnTo>
                  <a:pt x="263" y="149"/>
                </a:lnTo>
                <a:lnTo>
                  <a:pt x="261" y="152"/>
                </a:lnTo>
                <a:lnTo>
                  <a:pt x="259" y="155"/>
                </a:lnTo>
                <a:lnTo>
                  <a:pt x="256" y="158"/>
                </a:lnTo>
                <a:lnTo>
                  <a:pt x="254" y="160"/>
                </a:lnTo>
                <a:lnTo>
                  <a:pt x="251" y="163"/>
                </a:lnTo>
                <a:lnTo>
                  <a:pt x="249" y="165"/>
                </a:lnTo>
                <a:lnTo>
                  <a:pt x="246" y="167"/>
                </a:lnTo>
                <a:lnTo>
                  <a:pt x="243" y="170"/>
                </a:lnTo>
                <a:lnTo>
                  <a:pt x="240" y="172"/>
                </a:lnTo>
                <a:lnTo>
                  <a:pt x="237" y="174"/>
                </a:lnTo>
                <a:lnTo>
                  <a:pt x="233" y="176"/>
                </a:lnTo>
                <a:lnTo>
                  <a:pt x="230" y="178"/>
                </a:lnTo>
                <a:lnTo>
                  <a:pt x="227" y="180"/>
                </a:lnTo>
                <a:lnTo>
                  <a:pt x="223" y="182"/>
                </a:lnTo>
                <a:lnTo>
                  <a:pt x="219" y="184"/>
                </a:lnTo>
                <a:lnTo>
                  <a:pt x="216" y="186"/>
                </a:lnTo>
                <a:lnTo>
                  <a:pt x="212" y="187"/>
                </a:lnTo>
                <a:lnTo>
                  <a:pt x="208" y="189"/>
                </a:lnTo>
                <a:lnTo>
                  <a:pt x="203" y="190"/>
                </a:lnTo>
                <a:lnTo>
                  <a:pt x="199" y="192"/>
                </a:lnTo>
                <a:lnTo>
                  <a:pt x="195" y="193"/>
                </a:lnTo>
                <a:lnTo>
                  <a:pt x="191" y="194"/>
                </a:lnTo>
                <a:lnTo>
                  <a:pt x="187" y="195"/>
                </a:lnTo>
                <a:lnTo>
                  <a:pt x="183" y="196"/>
                </a:lnTo>
                <a:lnTo>
                  <a:pt x="179" y="197"/>
                </a:lnTo>
                <a:lnTo>
                  <a:pt x="175" y="198"/>
                </a:lnTo>
                <a:lnTo>
                  <a:pt x="170" y="199"/>
                </a:lnTo>
                <a:lnTo>
                  <a:pt x="166" y="200"/>
                </a:lnTo>
                <a:lnTo>
                  <a:pt x="162" y="200"/>
                </a:lnTo>
                <a:lnTo>
                  <a:pt x="157" y="201"/>
                </a:lnTo>
                <a:lnTo>
                  <a:pt x="153" y="201"/>
                </a:lnTo>
                <a:lnTo>
                  <a:pt x="149" y="201"/>
                </a:lnTo>
                <a:lnTo>
                  <a:pt x="144" y="201"/>
                </a:lnTo>
                <a:lnTo>
                  <a:pt x="140" y="201"/>
                </a:lnTo>
                <a:lnTo>
                  <a:pt x="136" y="201"/>
                </a:lnTo>
                <a:lnTo>
                  <a:pt x="131" y="201"/>
                </a:lnTo>
                <a:lnTo>
                  <a:pt x="127" y="201"/>
                </a:lnTo>
                <a:lnTo>
                  <a:pt x="122" y="201"/>
                </a:lnTo>
                <a:lnTo>
                  <a:pt x="118" y="200"/>
                </a:lnTo>
                <a:lnTo>
                  <a:pt x="114" y="200"/>
                </a:lnTo>
                <a:lnTo>
                  <a:pt x="109" y="199"/>
                </a:lnTo>
                <a:lnTo>
                  <a:pt x="105" y="198"/>
                </a:lnTo>
                <a:lnTo>
                  <a:pt x="101" y="197"/>
                </a:lnTo>
                <a:lnTo>
                  <a:pt x="97" y="196"/>
                </a:lnTo>
                <a:lnTo>
                  <a:pt x="93" y="195"/>
                </a:lnTo>
                <a:lnTo>
                  <a:pt x="89" y="194"/>
                </a:lnTo>
                <a:lnTo>
                  <a:pt x="85" y="193"/>
                </a:lnTo>
                <a:lnTo>
                  <a:pt x="81" y="192"/>
                </a:lnTo>
                <a:lnTo>
                  <a:pt x="77" y="190"/>
                </a:lnTo>
                <a:lnTo>
                  <a:pt x="73" y="189"/>
                </a:lnTo>
                <a:lnTo>
                  <a:pt x="69" y="187"/>
                </a:lnTo>
                <a:lnTo>
                  <a:pt x="65" y="186"/>
                </a:lnTo>
                <a:lnTo>
                  <a:pt x="61" y="184"/>
                </a:lnTo>
                <a:lnTo>
                  <a:pt x="58" y="182"/>
                </a:lnTo>
                <a:lnTo>
                  <a:pt x="54" y="180"/>
                </a:lnTo>
                <a:lnTo>
                  <a:pt x="51" y="178"/>
                </a:lnTo>
                <a:lnTo>
                  <a:pt x="48" y="176"/>
                </a:lnTo>
                <a:lnTo>
                  <a:pt x="44" y="174"/>
                </a:lnTo>
                <a:lnTo>
                  <a:pt x="41" y="172"/>
                </a:lnTo>
                <a:lnTo>
                  <a:pt x="38" y="170"/>
                </a:lnTo>
                <a:lnTo>
                  <a:pt x="35" y="167"/>
                </a:lnTo>
                <a:lnTo>
                  <a:pt x="32" y="165"/>
                </a:lnTo>
                <a:lnTo>
                  <a:pt x="30" y="163"/>
                </a:lnTo>
                <a:lnTo>
                  <a:pt x="27" y="160"/>
                </a:lnTo>
                <a:lnTo>
                  <a:pt x="24" y="158"/>
                </a:lnTo>
                <a:lnTo>
                  <a:pt x="22" y="155"/>
                </a:lnTo>
                <a:lnTo>
                  <a:pt x="20" y="152"/>
                </a:lnTo>
                <a:lnTo>
                  <a:pt x="18" y="149"/>
                </a:lnTo>
                <a:lnTo>
                  <a:pt x="16" y="147"/>
                </a:lnTo>
                <a:lnTo>
                  <a:pt x="14" y="144"/>
                </a:lnTo>
                <a:lnTo>
                  <a:pt x="12" y="141"/>
                </a:lnTo>
                <a:lnTo>
                  <a:pt x="10" y="138"/>
                </a:lnTo>
                <a:lnTo>
                  <a:pt x="9" y="135"/>
                </a:lnTo>
                <a:lnTo>
                  <a:pt x="7" y="132"/>
                </a:lnTo>
                <a:lnTo>
                  <a:pt x="6" y="129"/>
                </a:lnTo>
                <a:lnTo>
                  <a:pt x="5" y="126"/>
                </a:lnTo>
                <a:lnTo>
                  <a:pt x="4" y="123"/>
                </a:lnTo>
                <a:lnTo>
                  <a:pt x="3" y="120"/>
                </a:lnTo>
                <a:lnTo>
                  <a:pt x="2" y="117"/>
                </a:lnTo>
                <a:lnTo>
                  <a:pt x="1" y="114"/>
                </a:lnTo>
                <a:lnTo>
                  <a:pt x="1" y="111"/>
                </a:lnTo>
                <a:lnTo>
                  <a:pt x="1" y="108"/>
                </a:lnTo>
                <a:lnTo>
                  <a:pt x="0" y="104"/>
                </a:lnTo>
                <a:lnTo>
                  <a:pt x="0" y="101"/>
                </a:lnTo>
                <a:lnTo>
                  <a:pt x="0" y="98"/>
                </a:lnTo>
                <a:lnTo>
                  <a:pt x="1" y="95"/>
                </a:lnTo>
                <a:lnTo>
                  <a:pt x="1" y="92"/>
                </a:lnTo>
                <a:lnTo>
                  <a:pt x="1" y="89"/>
                </a:lnTo>
                <a:lnTo>
                  <a:pt x="2" y="86"/>
                </a:lnTo>
                <a:lnTo>
                  <a:pt x="3" y="83"/>
                </a:lnTo>
                <a:lnTo>
                  <a:pt x="4" y="79"/>
                </a:lnTo>
                <a:lnTo>
                  <a:pt x="5" y="76"/>
                </a:lnTo>
                <a:lnTo>
                  <a:pt x="6" y="73"/>
                </a:lnTo>
                <a:lnTo>
                  <a:pt x="7" y="70"/>
                </a:lnTo>
                <a:lnTo>
                  <a:pt x="9" y="67"/>
                </a:lnTo>
                <a:lnTo>
                  <a:pt x="10" y="64"/>
                </a:lnTo>
                <a:lnTo>
                  <a:pt x="12" y="62"/>
                </a:lnTo>
                <a:lnTo>
                  <a:pt x="14" y="59"/>
                </a:lnTo>
                <a:lnTo>
                  <a:pt x="16" y="56"/>
                </a:lnTo>
                <a:lnTo>
                  <a:pt x="18" y="53"/>
                </a:lnTo>
                <a:lnTo>
                  <a:pt x="20" y="50"/>
                </a:lnTo>
                <a:lnTo>
                  <a:pt x="22" y="48"/>
                </a:lnTo>
                <a:lnTo>
                  <a:pt x="24" y="45"/>
                </a:lnTo>
                <a:lnTo>
                  <a:pt x="27" y="43"/>
                </a:lnTo>
                <a:lnTo>
                  <a:pt x="30" y="40"/>
                </a:lnTo>
                <a:lnTo>
                  <a:pt x="32" y="38"/>
                </a:lnTo>
                <a:lnTo>
                  <a:pt x="35" y="35"/>
                </a:lnTo>
                <a:lnTo>
                  <a:pt x="38" y="33"/>
                </a:lnTo>
                <a:lnTo>
                  <a:pt x="41" y="31"/>
                </a:lnTo>
                <a:lnTo>
                  <a:pt x="44" y="28"/>
                </a:lnTo>
                <a:lnTo>
                  <a:pt x="48" y="26"/>
                </a:lnTo>
                <a:lnTo>
                  <a:pt x="51" y="24"/>
                </a:lnTo>
                <a:lnTo>
                  <a:pt x="54" y="21"/>
                </a:lnTo>
                <a:lnTo>
                  <a:pt x="58" y="19"/>
                </a:lnTo>
                <a:lnTo>
                  <a:pt x="61" y="18"/>
                </a:lnTo>
                <a:lnTo>
                  <a:pt x="65" y="16"/>
                </a:lnTo>
                <a:lnTo>
                  <a:pt x="69" y="14"/>
                </a:lnTo>
                <a:lnTo>
                  <a:pt x="73" y="13"/>
                </a:lnTo>
                <a:lnTo>
                  <a:pt x="77" y="11"/>
                </a:lnTo>
                <a:lnTo>
                  <a:pt x="81" y="10"/>
                </a:lnTo>
                <a:lnTo>
                  <a:pt x="85" y="9"/>
                </a:lnTo>
                <a:lnTo>
                  <a:pt x="89" y="7"/>
                </a:lnTo>
                <a:lnTo>
                  <a:pt x="93" y="6"/>
                </a:lnTo>
                <a:lnTo>
                  <a:pt x="97" y="5"/>
                </a:lnTo>
                <a:lnTo>
                  <a:pt x="101" y="4"/>
                </a:lnTo>
                <a:lnTo>
                  <a:pt x="105" y="3"/>
                </a:lnTo>
                <a:lnTo>
                  <a:pt x="109" y="3"/>
                </a:lnTo>
                <a:lnTo>
                  <a:pt x="114" y="2"/>
                </a:lnTo>
                <a:lnTo>
                  <a:pt x="118" y="2"/>
                </a:lnTo>
                <a:lnTo>
                  <a:pt x="122" y="1"/>
                </a:lnTo>
                <a:lnTo>
                  <a:pt x="127" y="1"/>
                </a:lnTo>
                <a:lnTo>
                  <a:pt x="131" y="0"/>
                </a:lnTo>
                <a:lnTo>
                  <a:pt x="136" y="0"/>
                </a:lnTo>
                <a:lnTo>
                  <a:pt x="140" y="0"/>
                </a:lnTo>
                <a:lnTo>
                  <a:pt x="144" y="0"/>
                </a:lnTo>
                <a:lnTo>
                  <a:pt x="149" y="0"/>
                </a:lnTo>
                <a:lnTo>
                  <a:pt x="153" y="1"/>
                </a:lnTo>
                <a:lnTo>
                  <a:pt x="157" y="1"/>
                </a:lnTo>
                <a:lnTo>
                  <a:pt x="162" y="2"/>
                </a:lnTo>
                <a:lnTo>
                  <a:pt x="166" y="2"/>
                </a:lnTo>
                <a:lnTo>
                  <a:pt x="170" y="3"/>
                </a:lnTo>
                <a:lnTo>
                  <a:pt x="175" y="3"/>
                </a:lnTo>
                <a:lnTo>
                  <a:pt x="179" y="4"/>
                </a:lnTo>
                <a:lnTo>
                  <a:pt x="183" y="5"/>
                </a:lnTo>
                <a:lnTo>
                  <a:pt x="187" y="6"/>
                </a:lnTo>
                <a:lnTo>
                  <a:pt x="191" y="7"/>
                </a:lnTo>
                <a:lnTo>
                  <a:pt x="195" y="9"/>
                </a:lnTo>
                <a:lnTo>
                  <a:pt x="199" y="10"/>
                </a:lnTo>
                <a:lnTo>
                  <a:pt x="203" y="11"/>
                </a:lnTo>
                <a:lnTo>
                  <a:pt x="208" y="13"/>
                </a:lnTo>
                <a:lnTo>
                  <a:pt x="212" y="14"/>
                </a:lnTo>
                <a:lnTo>
                  <a:pt x="216" y="16"/>
                </a:lnTo>
                <a:lnTo>
                  <a:pt x="219" y="18"/>
                </a:lnTo>
                <a:lnTo>
                  <a:pt x="223" y="19"/>
                </a:lnTo>
                <a:lnTo>
                  <a:pt x="227" y="21"/>
                </a:lnTo>
                <a:lnTo>
                  <a:pt x="230" y="24"/>
                </a:lnTo>
                <a:lnTo>
                  <a:pt x="233" y="26"/>
                </a:lnTo>
                <a:lnTo>
                  <a:pt x="237" y="28"/>
                </a:lnTo>
                <a:lnTo>
                  <a:pt x="240" y="31"/>
                </a:lnTo>
                <a:lnTo>
                  <a:pt x="243" y="33"/>
                </a:lnTo>
                <a:lnTo>
                  <a:pt x="246" y="35"/>
                </a:lnTo>
                <a:lnTo>
                  <a:pt x="249" y="38"/>
                </a:lnTo>
                <a:lnTo>
                  <a:pt x="251" y="40"/>
                </a:lnTo>
                <a:lnTo>
                  <a:pt x="254" y="43"/>
                </a:lnTo>
                <a:lnTo>
                  <a:pt x="256" y="45"/>
                </a:lnTo>
                <a:lnTo>
                  <a:pt x="259" y="48"/>
                </a:lnTo>
                <a:lnTo>
                  <a:pt x="261" y="50"/>
                </a:lnTo>
                <a:lnTo>
                  <a:pt x="263" y="53"/>
                </a:lnTo>
                <a:lnTo>
                  <a:pt x="265" y="56"/>
                </a:lnTo>
                <a:lnTo>
                  <a:pt x="267" y="59"/>
                </a:lnTo>
                <a:lnTo>
                  <a:pt x="269" y="62"/>
                </a:lnTo>
                <a:lnTo>
                  <a:pt x="271" y="64"/>
                </a:lnTo>
                <a:lnTo>
                  <a:pt x="272" y="67"/>
                </a:lnTo>
                <a:lnTo>
                  <a:pt x="274" y="70"/>
                </a:lnTo>
                <a:lnTo>
                  <a:pt x="275" y="73"/>
                </a:lnTo>
                <a:lnTo>
                  <a:pt x="276" y="76"/>
                </a:lnTo>
                <a:lnTo>
                  <a:pt x="277" y="79"/>
                </a:lnTo>
                <a:lnTo>
                  <a:pt x="278" y="83"/>
                </a:lnTo>
                <a:lnTo>
                  <a:pt x="279" y="86"/>
                </a:lnTo>
                <a:lnTo>
                  <a:pt x="279" y="89"/>
                </a:lnTo>
                <a:lnTo>
                  <a:pt x="280" y="92"/>
                </a:lnTo>
                <a:lnTo>
                  <a:pt x="280" y="95"/>
                </a:lnTo>
                <a:lnTo>
                  <a:pt x="280" y="98"/>
                </a:lnTo>
                <a:lnTo>
                  <a:pt x="281" y="101"/>
                </a:lnTo>
                <a:close/>
              </a:path>
            </a:pathLst>
          </a:custGeom>
          <a:solidFill>
            <a:srgbClr val="fffb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0" name=""/>
          <p:cNvSpPr/>
          <p:nvPr/>
        </p:nvSpPr>
        <p:spPr>
          <a:xfrm>
            <a:off x="8010720" y="2907360"/>
            <a:ext cx="103680" cy="74160"/>
          </a:xfrm>
          <a:custGeom>
            <a:avLst/>
            <a:gdLst/>
            <a:ahLst/>
            <a:rect l="0" t="0" r="r" b="b"/>
            <a:pathLst>
              <a:path w="288" h="206">
                <a:moveTo>
                  <a:pt x="285" y="103"/>
                </a:moveTo>
                <a:lnTo>
                  <a:pt x="284" y="100"/>
                </a:lnTo>
                <a:lnTo>
                  <a:pt x="284" y="97"/>
                </a:lnTo>
                <a:lnTo>
                  <a:pt x="284" y="94"/>
                </a:lnTo>
                <a:lnTo>
                  <a:pt x="283" y="91"/>
                </a:lnTo>
                <a:lnTo>
                  <a:pt x="283" y="88"/>
                </a:lnTo>
                <a:lnTo>
                  <a:pt x="282" y="85"/>
                </a:lnTo>
                <a:lnTo>
                  <a:pt x="281" y="81"/>
                </a:lnTo>
                <a:lnTo>
                  <a:pt x="280" y="78"/>
                </a:lnTo>
                <a:lnTo>
                  <a:pt x="279" y="75"/>
                </a:lnTo>
                <a:lnTo>
                  <a:pt x="278" y="72"/>
                </a:lnTo>
                <a:lnTo>
                  <a:pt x="276" y="69"/>
                </a:lnTo>
                <a:lnTo>
                  <a:pt x="275" y="66"/>
                </a:lnTo>
                <a:lnTo>
                  <a:pt x="273" y="64"/>
                </a:lnTo>
                <a:lnTo>
                  <a:pt x="271" y="61"/>
                </a:lnTo>
                <a:lnTo>
                  <a:pt x="269" y="58"/>
                </a:lnTo>
                <a:lnTo>
                  <a:pt x="267" y="55"/>
                </a:lnTo>
                <a:lnTo>
                  <a:pt x="265" y="52"/>
                </a:lnTo>
                <a:lnTo>
                  <a:pt x="263" y="50"/>
                </a:lnTo>
                <a:lnTo>
                  <a:pt x="260" y="47"/>
                </a:lnTo>
                <a:lnTo>
                  <a:pt x="258" y="45"/>
                </a:lnTo>
                <a:lnTo>
                  <a:pt x="255" y="42"/>
                </a:lnTo>
                <a:lnTo>
                  <a:pt x="253" y="40"/>
                </a:lnTo>
                <a:lnTo>
                  <a:pt x="250" y="37"/>
                </a:lnTo>
                <a:lnTo>
                  <a:pt x="247" y="35"/>
                </a:lnTo>
                <a:lnTo>
                  <a:pt x="244" y="33"/>
                </a:lnTo>
                <a:lnTo>
                  <a:pt x="241" y="30"/>
                </a:lnTo>
                <a:lnTo>
                  <a:pt x="237" y="28"/>
                </a:lnTo>
                <a:lnTo>
                  <a:pt x="234" y="26"/>
                </a:lnTo>
                <a:lnTo>
                  <a:pt x="231" y="24"/>
                </a:lnTo>
                <a:lnTo>
                  <a:pt x="227" y="21"/>
                </a:lnTo>
                <a:lnTo>
                  <a:pt x="223" y="20"/>
                </a:lnTo>
                <a:lnTo>
                  <a:pt x="220" y="18"/>
                </a:lnTo>
                <a:lnTo>
                  <a:pt x="216" y="16"/>
                </a:lnTo>
                <a:lnTo>
                  <a:pt x="212" y="15"/>
                </a:lnTo>
                <a:lnTo>
                  <a:pt x="208" y="13"/>
                </a:lnTo>
                <a:lnTo>
                  <a:pt x="204" y="12"/>
                </a:lnTo>
                <a:lnTo>
                  <a:pt x="200" y="11"/>
                </a:lnTo>
                <a:lnTo>
                  <a:pt x="195" y="9"/>
                </a:lnTo>
                <a:lnTo>
                  <a:pt x="191" y="8"/>
                </a:lnTo>
                <a:lnTo>
                  <a:pt x="187" y="7"/>
                </a:lnTo>
                <a:lnTo>
                  <a:pt x="183" y="6"/>
                </a:lnTo>
                <a:lnTo>
                  <a:pt x="179" y="5"/>
                </a:lnTo>
                <a:lnTo>
                  <a:pt x="174" y="5"/>
                </a:lnTo>
                <a:lnTo>
                  <a:pt x="170" y="4"/>
                </a:lnTo>
                <a:lnTo>
                  <a:pt x="166" y="4"/>
                </a:lnTo>
                <a:lnTo>
                  <a:pt x="161" y="3"/>
                </a:lnTo>
                <a:lnTo>
                  <a:pt x="157" y="3"/>
                </a:lnTo>
                <a:lnTo>
                  <a:pt x="153" y="2"/>
                </a:lnTo>
                <a:lnTo>
                  <a:pt x="148" y="2"/>
                </a:lnTo>
                <a:lnTo>
                  <a:pt x="144" y="2"/>
                </a:lnTo>
                <a:lnTo>
                  <a:pt x="140" y="2"/>
                </a:lnTo>
                <a:lnTo>
                  <a:pt x="135" y="2"/>
                </a:lnTo>
                <a:lnTo>
                  <a:pt x="131" y="3"/>
                </a:lnTo>
                <a:lnTo>
                  <a:pt x="126" y="3"/>
                </a:lnTo>
                <a:lnTo>
                  <a:pt x="122" y="4"/>
                </a:lnTo>
                <a:lnTo>
                  <a:pt x="118" y="4"/>
                </a:lnTo>
                <a:lnTo>
                  <a:pt x="113" y="5"/>
                </a:lnTo>
                <a:lnTo>
                  <a:pt x="109" y="5"/>
                </a:lnTo>
                <a:lnTo>
                  <a:pt x="105" y="6"/>
                </a:lnTo>
                <a:lnTo>
                  <a:pt x="101" y="7"/>
                </a:lnTo>
                <a:lnTo>
                  <a:pt x="97" y="8"/>
                </a:lnTo>
                <a:lnTo>
                  <a:pt x="93" y="9"/>
                </a:lnTo>
                <a:lnTo>
                  <a:pt x="89" y="11"/>
                </a:lnTo>
                <a:lnTo>
                  <a:pt x="85" y="12"/>
                </a:lnTo>
                <a:lnTo>
                  <a:pt x="81" y="13"/>
                </a:lnTo>
                <a:lnTo>
                  <a:pt x="77" y="15"/>
                </a:lnTo>
                <a:lnTo>
                  <a:pt x="73" y="16"/>
                </a:lnTo>
                <a:lnTo>
                  <a:pt x="69" y="18"/>
                </a:lnTo>
                <a:lnTo>
                  <a:pt x="65" y="20"/>
                </a:lnTo>
                <a:lnTo>
                  <a:pt x="62" y="21"/>
                </a:lnTo>
                <a:lnTo>
                  <a:pt x="58" y="24"/>
                </a:lnTo>
                <a:lnTo>
                  <a:pt x="55" y="26"/>
                </a:lnTo>
                <a:lnTo>
                  <a:pt x="52" y="28"/>
                </a:lnTo>
                <a:lnTo>
                  <a:pt x="48" y="30"/>
                </a:lnTo>
                <a:lnTo>
                  <a:pt x="45" y="33"/>
                </a:lnTo>
                <a:lnTo>
                  <a:pt x="42" y="35"/>
                </a:lnTo>
                <a:lnTo>
                  <a:pt x="39" y="37"/>
                </a:lnTo>
                <a:lnTo>
                  <a:pt x="36" y="40"/>
                </a:lnTo>
                <a:lnTo>
                  <a:pt x="34" y="42"/>
                </a:lnTo>
                <a:lnTo>
                  <a:pt x="31" y="45"/>
                </a:lnTo>
                <a:lnTo>
                  <a:pt x="28" y="47"/>
                </a:lnTo>
                <a:lnTo>
                  <a:pt x="26" y="50"/>
                </a:lnTo>
                <a:lnTo>
                  <a:pt x="24" y="52"/>
                </a:lnTo>
                <a:lnTo>
                  <a:pt x="22" y="55"/>
                </a:lnTo>
                <a:lnTo>
                  <a:pt x="20" y="58"/>
                </a:lnTo>
                <a:lnTo>
                  <a:pt x="18" y="61"/>
                </a:lnTo>
                <a:lnTo>
                  <a:pt x="16" y="64"/>
                </a:lnTo>
                <a:lnTo>
                  <a:pt x="14" y="66"/>
                </a:lnTo>
                <a:lnTo>
                  <a:pt x="13" y="69"/>
                </a:lnTo>
                <a:lnTo>
                  <a:pt x="11" y="72"/>
                </a:lnTo>
                <a:lnTo>
                  <a:pt x="10" y="75"/>
                </a:lnTo>
                <a:lnTo>
                  <a:pt x="9" y="78"/>
                </a:lnTo>
                <a:lnTo>
                  <a:pt x="8" y="81"/>
                </a:lnTo>
                <a:lnTo>
                  <a:pt x="7" y="85"/>
                </a:lnTo>
                <a:lnTo>
                  <a:pt x="6" y="88"/>
                </a:lnTo>
                <a:lnTo>
                  <a:pt x="5" y="91"/>
                </a:lnTo>
                <a:lnTo>
                  <a:pt x="5" y="94"/>
                </a:lnTo>
                <a:lnTo>
                  <a:pt x="5" y="97"/>
                </a:lnTo>
                <a:lnTo>
                  <a:pt x="4" y="100"/>
                </a:lnTo>
                <a:lnTo>
                  <a:pt x="4" y="103"/>
                </a:lnTo>
                <a:lnTo>
                  <a:pt x="4" y="106"/>
                </a:lnTo>
                <a:lnTo>
                  <a:pt x="5" y="110"/>
                </a:lnTo>
                <a:lnTo>
                  <a:pt x="5" y="113"/>
                </a:lnTo>
                <a:lnTo>
                  <a:pt x="5" y="116"/>
                </a:lnTo>
                <a:lnTo>
                  <a:pt x="6" y="119"/>
                </a:lnTo>
                <a:lnTo>
                  <a:pt x="7" y="122"/>
                </a:lnTo>
                <a:lnTo>
                  <a:pt x="8" y="125"/>
                </a:lnTo>
                <a:lnTo>
                  <a:pt x="9" y="128"/>
                </a:lnTo>
                <a:lnTo>
                  <a:pt x="10" y="131"/>
                </a:lnTo>
                <a:lnTo>
                  <a:pt x="11" y="134"/>
                </a:lnTo>
                <a:lnTo>
                  <a:pt x="13" y="137"/>
                </a:lnTo>
                <a:lnTo>
                  <a:pt x="14" y="140"/>
                </a:lnTo>
                <a:lnTo>
                  <a:pt x="16" y="143"/>
                </a:lnTo>
                <a:lnTo>
                  <a:pt x="18" y="146"/>
                </a:lnTo>
                <a:lnTo>
                  <a:pt x="20" y="149"/>
                </a:lnTo>
                <a:lnTo>
                  <a:pt x="22" y="151"/>
                </a:lnTo>
                <a:lnTo>
                  <a:pt x="24" y="154"/>
                </a:lnTo>
                <a:lnTo>
                  <a:pt x="26" y="157"/>
                </a:lnTo>
                <a:lnTo>
                  <a:pt x="28" y="160"/>
                </a:lnTo>
                <a:lnTo>
                  <a:pt x="31" y="162"/>
                </a:lnTo>
                <a:lnTo>
                  <a:pt x="34" y="165"/>
                </a:lnTo>
                <a:lnTo>
                  <a:pt x="36" y="167"/>
                </a:lnTo>
                <a:lnTo>
                  <a:pt x="39" y="169"/>
                </a:lnTo>
                <a:lnTo>
                  <a:pt x="42" y="172"/>
                </a:lnTo>
                <a:lnTo>
                  <a:pt x="45" y="174"/>
                </a:lnTo>
                <a:lnTo>
                  <a:pt x="48" y="176"/>
                </a:lnTo>
                <a:lnTo>
                  <a:pt x="52" y="178"/>
                </a:lnTo>
                <a:lnTo>
                  <a:pt x="55" y="180"/>
                </a:lnTo>
                <a:lnTo>
                  <a:pt x="58" y="182"/>
                </a:lnTo>
                <a:lnTo>
                  <a:pt x="62" y="184"/>
                </a:lnTo>
                <a:lnTo>
                  <a:pt x="65" y="186"/>
                </a:lnTo>
                <a:lnTo>
                  <a:pt x="69" y="188"/>
                </a:lnTo>
                <a:lnTo>
                  <a:pt x="73" y="189"/>
                </a:lnTo>
                <a:lnTo>
                  <a:pt x="77" y="191"/>
                </a:lnTo>
                <a:lnTo>
                  <a:pt x="81" y="192"/>
                </a:lnTo>
                <a:lnTo>
                  <a:pt x="85" y="194"/>
                </a:lnTo>
                <a:lnTo>
                  <a:pt x="89" y="195"/>
                </a:lnTo>
                <a:lnTo>
                  <a:pt x="93" y="196"/>
                </a:lnTo>
                <a:lnTo>
                  <a:pt x="97" y="197"/>
                </a:lnTo>
                <a:lnTo>
                  <a:pt x="101" y="198"/>
                </a:lnTo>
                <a:lnTo>
                  <a:pt x="105" y="199"/>
                </a:lnTo>
                <a:lnTo>
                  <a:pt x="109" y="200"/>
                </a:lnTo>
                <a:lnTo>
                  <a:pt x="113" y="201"/>
                </a:lnTo>
                <a:lnTo>
                  <a:pt x="118" y="202"/>
                </a:lnTo>
                <a:lnTo>
                  <a:pt x="122" y="202"/>
                </a:lnTo>
                <a:lnTo>
                  <a:pt x="126" y="203"/>
                </a:lnTo>
                <a:lnTo>
                  <a:pt x="131" y="203"/>
                </a:lnTo>
                <a:lnTo>
                  <a:pt x="135" y="203"/>
                </a:lnTo>
                <a:lnTo>
                  <a:pt x="140" y="203"/>
                </a:lnTo>
                <a:lnTo>
                  <a:pt x="144" y="203"/>
                </a:lnTo>
                <a:lnTo>
                  <a:pt x="148" y="203"/>
                </a:lnTo>
                <a:lnTo>
                  <a:pt x="153" y="203"/>
                </a:lnTo>
                <a:lnTo>
                  <a:pt x="157" y="203"/>
                </a:lnTo>
                <a:lnTo>
                  <a:pt x="161" y="203"/>
                </a:lnTo>
                <a:lnTo>
                  <a:pt x="166" y="202"/>
                </a:lnTo>
                <a:lnTo>
                  <a:pt x="170" y="202"/>
                </a:lnTo>
                <a:lnTo>
                  <a:pt x="174" y="201"/>
                </a:lnTo>
                <a:lnTo>
                  <a:pt x="179" y="200"/>
                </a:lnTo>
                <a:lnTo>
                  <a:pt x="183" y="199"/>
                </a:lnTo>
                <a:lnTo>
                  <a:pt x="187" y="198"/>
                </a:lnTo>
                <a:lnTo>
                  <a:pt x="191" y="197"/>
                </a:lnTo>
                <a:lnTo>
                  <a:pt x="195" y="196"/>
                </a:lnTo>
                <a:lnTo>
                  <a:pt x="200" y="195"/>
                </a:lnTo>
                <a:lnTo>
                  <a:pt x="204" y="194"/>
                </a:lnTo>
                <a:lnTo>
                  <a:pt x="208" y="192"/>
                </a:lnTo>
                <a:lnTo>
                  <a:pt x="212" y="191"/>
                </a:lnTo>
                <a:lnTo>
                  <a:pt x="216" y="189"/>
                </a:lnTo>
                <a:lnTo>
                  <a:pt x="220" y="188"/>
                </a:lnTo>
                <a:lnTo>
                  <a:pt x="223" y="186"/>
                </a:lnTo>
                <a:lnTo>
                  <a:pt x="227" y="184"/>
                </a:lnTo>
                <a:lnTo>
                  <a:pt x="231" y="182"/>
                </a:lnTo>
                <a:lnTo>
                  <a:pt x="234" y="180"/>
                </a:lnTo>
                <a:lnTo>
                  <a:pt x="237" y="178"/>
                </a:lnTo>
                <a:lnTo>
                  <a:pt x="241" y="176"/>
                </a:lnTo>
                <a:lnTo>
                  <a:pt x="244" y="174"/>
                </a:lnTo>
                <a:lnTo>
                  <a:pt x="247" y="172"/>
                </a:lnTo>
                <a:lnTo>
                  <a:pt x="250" y="169"/>
                </a:lnTo>
                <a:lnTo>
                  <a:pt x="253" y="167"/>
                </a:lnTo>
                <a:lnTo>
                  <a:pt x="255" y="165"/>
                </a:lnTo>
                <a:lnTo>
                  <a:pt x="258" y="162"/>
                </a:lnTo>
                <a:lnTo>
                  <a:pt x="260" y="160"/>
                </a:lnTo>
                <a:lnTo>
                  <a:pt x="263" y="157"/>
                </a:lnTo>
                <a:lnTo>
                  <a:pt x="265" y="154"/>
                </a:lnTo>
                <a:lnTo>
                  <a:pt x="267" y="151"/>
                </a:lnTo>
                <a:lnTo>
                  <a:pt x="269" y="149"/>
                </a:lnTo>
                <a:lnTo>
                  <a:pt x="271" y="146"/>
                </a:lnTo>
                <a:lnTo>
                  <a:pt x="273" y="143"/>
                </a:lnTo>
                <a:lnTo>
                  <a:pt x="275" y="140"/>
                </a:lnTo>
                <a:lnTo>
                  <a:pt x="276" y="137"/>
                </a:lnTo>
                <a:lnTo>
                  <a:pt x="278" y="134"/>
                </a:lnTo>
                <a:lnTo>
                  <a:pt x="279" y="131"/>
                </a:lnTo>
                <a:lnTo>
                  <a:pt x="280" y="128"/>
                </a:lnTo>
                <a:lnTo>
                  <a:pt x="281" y="125"/>
                </a:lnTo>
                <a:lnTo>
                  <a:pt x="282" y="122"/>
                </a:lnTo>
                <a:lnTo>
                  <a:pt x="283" y="119"/>
                </a:lnTo>
                <a:lnTo>
                  <a:pt x="283" y="116"/>
                </a:lnTo>
                <a:lnTo>
                  <a:pt x="284" y="113"/>
                </a:lnTo>
                <a:lnTo>
                  <a:pt x="284" y="110"/>
                </a:lnTo>
                <a:lnTo>
                  <a:pt x="284" y="106"/>
                </a:lnTo>
                <a:lnTo>
                  <a:pt x="285" y="103"/>
                </a:lnTo>
                <a:moveTo>
                  <a:pt x="288" y="103"/>
                </a:moveTo>
                <a:lnTo>
                  <a:pt x="288" y="107"/>
                </a:lnTo>
                <a:lnTo>
                  <a:pt x="288" y="110"/>
                </a:lnTo>
                <a:lnTo>
                  <a:pt x="288" y="113"/>
                </a:lnTo>
                <a:lnTo>
                  <a:pt x="287" y="116"/>
                </a:lnTo>
                <a:lnTo>
                  <a:pt x="287" y="119"/>
                </a:lnTo>
                <a:lnTo>
                  <a:pt x="286" y="123"/>
                </a:lnTo>
                <a:lnTo>
                  <a:pt x="285" y="126"/>
                </a:lnTo>
                <a:lnTo>
                  <a:pt x="284" y="129"/>
                </a:lnTo>
                <a:lnTo>
                  <a:pt x="283" y="132"/>
                </a:lnTo>
                <a:lnTo>
                  <a:pt x="281" y="135"/>
                </a:lnTo>
                <a:lnTo>
                  <a:pt x="280" y="138"/>
                </a:lnTo>
                <a:lnTo>
                  <a:pt x="278" y="141"/>
                </a:lnTo>
                <a:lnTo>
                  <a:pt x="277" y="144"/>
                </a:lnTo>
                <a:lnTo>
                  <a:pt x="275" y="147"/>
                </a:lnTo>
                <a:lnTo>
                  <a:pt x="273" y="150"/>
                </a:lnTo>
                <a:lnTo>
                  <a:pt x="271" y="153"/>
                </a:lnTo>
                <a:lnTo>
                  <a:pt x="268" y="156"/>
                </a:lnTo>
                <a:lnTo>
                  <a:pt x="266" y="158"/>
                </a:lnTo>
                <a:lnTo>
                  <a:pt x="264" y="161"/>
                </a:lnTo>
                <a:lnTo>
                  <a:pt x="261" y="164"/>
                </a:lnTo>
                <a:lnTo>
                  <a:pt x="258" y="166"/>
                </a:lnTo>
                <a:lnTo>
                  <a:pt x="256" y="169"/>
                </a:lnTo>
                <a:lnTo>
                  <a:pt x="253" y="171"/>
                </a:lnTo>
                <a:lnTo>
                  <a:pt x="250" y="174"/>
                </a:lnTo>
                <a:lnTo>
                  <a:pt x="246" y="176"/>
                </a:lnTo>
                <a:lnTo>
                  <a:pt x="243" y="178"/>
                </a:lnTo>
                <a:lnTo>
                  <a:pt x="240" y="180"/>
                </a:lnTo>
                <a:lnTo>
                  <a:pt x="236" y="183"/>
                </a:lnTo>
                <a:lnTo>
                  <a:pt x="233" y="185"/>
                </a:lnTo>
                <a:lnTo>
                  <a:pt x="229" y="186"/>
                </a:lnTo>
                <a:lnTo>
                  <a:pt x="226" y="188"/>
                </a:lnTo>
                <a:lnTo>
                  <a:pt x="222" y="190"/>
                </a:lnTo>
                <a:lnTo>
                  <a:pt x="218" y="192"/>
                </a:lnTo>
                <a:lnTo>
                  <a:pt x="214" y="193"/>
                </a:lnTo>
                <a:lnTo>
                  <a:pt x="210" y="195"/>
                </a:lnTo>
                <a:lnTo>
                  <a:pt x="206" y="196"/>
                </a:lnTo>
                <a:lnTo>
                  <a:pt x="202" y="198"/>
                </a:lnTo>
                <a:lnTo>
                  <a:pt x="197" y="199"/>
                </a:lnTo>
                <a:lnTo>
                  <a:pt x="193" y="200"/>
                </a:lnTo>
                <a:lnTo>
                  <a:pt x="188" y="201"/>
                </a:lnTo>
                <a:lnTo>
                  <a:pt x="184" y="202"/>
                </a:lnTo>
                <a:lnTo>
                  <a:pt x="180" y="203"/>
                </a:lnTo>
                <a:lnTo>
                  <a:pt x="175" y="204"/>
                </a:lnTo>
                <a:lnTo>
                  <a:pt x="171" y="204"/>
                </a:lnTo>
                <a:lnTo>
                  <a:pt x="166" y="205"/>
                </a:lnTo>
                <a:lnTo>
                  <a:pt x="162" y="205"/>
                </a:lnTo>
                <a:lnTo>
                  <a:pt x="157" y="206"/>
                </a:lnTo>
                <a:lnTo>
                  <a:pt x="153" y="206"/>
                </a:lnTo>
                <a:lnTo>
                  <a:pt x="148" y="206"/>
                </a:lnTo>
                <a:lnTo>
                  <a:pt x="144" y="206"/>
                </a:lnTo>
                <a:lnTo>
                  <a:pt x="139" y="206"/>
                </a:lnTo>
                <a:lnTo>
                  <a:pt x="135" y="206"/>
                </a:lnTo>
                <a:lnTo>
                  <a:pt x="130" y="206"/>
                </a:lnTo>
                <a:lnTo>
                  <a:pt x="126" y="205"/>
                </a:lnTo>
                <a:lnTo>
                  <a:pt x="122" y="205"/>
                </a:lnTo>
                <a:lnTo>
                  <a:pt x="117" y="204"/>
                </a:lnTo>
                <a:lnTo>
                  <a:pt x="113" y="204"/>
                </a:lnTo>
                <a:lnTo>
                  <a:pt x="108" y="203"/>
                </a:lnTo>
                <a:lnTo>
                  <a:pt x="104" y="202"/>
                </a:lnTo>
                <a:lnTo>
                  <a:pt x="100" y="201"/>
                </a:lnTo>
                <a:lnTo>
                  <a:pt x="95" y="200"/>
                </a:lnTo>
                <a:lnTo>
                  <a:pt x="91" y="199"/>
                </a:lnTo>
                <a:lnTo>
                  <a:pt x="87" y="198"/>
                </a:lnTo>
                <a:lnTo>
                  <a:pt x="83" y="196"/>
                </a:lnTo>
                <a:lnTo>
                  <a:pt x="79" y="195"/>
                </a:lnTo>
                <a:lnTo>
                  <a:pt x="75" y="193"/>
                </a:lnTo>
                <a:lnTo>
                  <a:pt x="71" y="192"/>
                </a:lnTo>
                <a:lnTo>
                  <a:pt x="67" y="190"/>
                </a:lnTo>
                <a:lnTo>
                  <a:pt x="63" y="188"/>
                </a:lnTo>
                <a:lnTo>
                  <a:pt x="60" y="186"/>
                </a:lnTo>
                <a:lnTo>
                  <a:pt x="56" y="185"/>
                </a:lnTo>
                <a:lnTo>
                  <a:pt x="52" y="183"/>
                </a:lnTo>
                <a:lnTo>
                  <a:pt x="49" y="180"/>
                </a:lnTo>
                <a:lnTo>
                  <a:pt x="46" y="178"/>
                </a:lnTo>
                <a:lnTo>
                  <a:pt x="42" y="176"/>
                </a:lnTo>
                <a:lnTo>
                  <a:pt x="39" y="174"/>
                </a:lnTo>
                <a:lnTo>
                  <a:pt x="36" y="171"/>
                </a:lnTo>
                <a:lnTo>
                  <a:pt x="33" y="169"/>
                </a:lnTo>
                <a:lnTo>
                  <a:pt x="31" y="166"/>
                </a:lnTo>
                <a:lnTo>
                  <a:pt x="28" y="164"/>
                </a:lnTo>
                <a:lnTo>
                  <a:pt x="25" y="161"/>
                </a:lnTo>
                <a:lnTo>
                  <a:pt x="23" y="158"/>
                </a:lnTo>
                <a:lnTo>
                  <a:pt x="20" y="156"/>
                </a:lnTo>
                <a:lnTo>
                  <a:pt x="18" y="153"/>
                </a:lnTo>
                <a:lnTo>
                  <a:pt x="16" y="150"/>
                </a:lnTo>
                <a:lnTo>
                  <a:pt x="14" y="147"/>
                </a:lnTo>
                <a:lnTo>
                  <a:pt x="12" y="144"/>
                </a:lnTo>
                <a:lnTo>
                  <a:pt x="11" y="141"/>
                </a:lnTo>
                <a:lnTo>
                  <a:pt x="9" y="138"/>
                </a:lnTo>
                <a:lnTo>
                  <a:pt x="7" y="135"/>
                </a:lnTo>
                <a:lnTo>
                  <a:pt x="6" y="132"/>
                </a:lnTo>
                <a:lnTo>
                  <a:pt x="5" y="129"/>
                </a:lnTo>
                <a:lnTo>
                  <a:pt x="4" y="126"/>
                </a:lnTo>
                <a:lnTo>
                  <a:pt x="3" y="123"/>
                </a:lnTo>
                <a:lnTo>
                  <a:pt x="2" y="119"/>
                </a:lnTo>
                <a:lnTo>
                  <a:pt x="2" y="116"/>
                </a:lnTo>
                <a:lnTo>
                  <a:pt x="1" y="113"/>
                </a:lnTo>
                <a:lnTo>
                  <a:pt x="1" y="110"/>
                </a:lnTo>
                <a:lnTo>
                  <a:pt x="1" y="107"/>
                </a:lnTo>
                <a:lnTo>
                  <a:pt x="0" y="103"/>
                </a:lnTo>
                <a:lnTo>
                  <a:pt x="1" y="100"/>
                </a:lnTo>
                <a:lnTo>
                  <a:pt x="1" y="97"/>
                </a:lnTo>
                <a:lnTo>
                  <a:pt x="1" y="94"/>
                </a:lnTo>
                <a:lnTo>
                  <a:pt x="2" y="90"/>
                </a:lnTo>
                <a:lnTo>
                  <a:pt x="2" y="87"/>
                </a:lnTo>
                <a:lnTo>
                  <a:pt x="3" y="84"/>
                </a:lnTo>
                <a:lnTo>
                  <a:pt x="4" y="81"/>
                </a:lnTo>
                <a:lnTo>
                  <a:pt x="5" y="78"/>
                </a:lnTo>
                <a:lnTo>
                  <a:pt x="6" y="75"/>
                </a:lnTo>
                <a:lnTo>
                  <a:pt x="7" y="72"/>
                </a:lnTo>
                <a:lnTo>
                  <a:pt x="9" y="68"/>
                </a:lnTo>
                <a:lnTo>
                  <a:pt x="11" y="65"/>
                </a:lnTo>
                <a:lnTo>
                  <a:pt x="12" y="62"/>
                </a:lnTo>
                <a:lnTo>
                  <a:pt x="14" y="60"/>
                </a:lnTo>
                <a:lnTo>
                  <a:pt x="16" y="57"/>
                </a:lnTo>
                <a:lnTo>
                  <a:pt x="18" y="54"/>
                </a:lnTo>
                <a:lnTo>
                  <a:pt x="20" y="51"/>
                </a:lnTo>
                <a:lnTo>
                  <a:pt x="23" y="48"/>
                </a:lnTo>
                <a:lnTo>
                  <a:pt x="25" y="46"/>
                </a:lnTo>
                <a:lnTo>
                  <a:pt x="28" y="43"/>
                </a:lnTo>
                <a:lnTo>
                  <a:pt x="31" y="40"/>
                </a:lnTo>
                <a:lnTo>
                  <a:pt x="33" y="38"/>
                </a:lnTo>
                <a:lnTo>
                  <a:pt x="36" y="35"/>
                </a:lnTo>
                <a:lnTo>
                  <a:pt x="39" y="33"/>
                </a:lnTo>
                <a:lnTo>
                  <a:pt x="42" y="31"/>
                </a:lnTo>
                <a:lnTo>
                  <a:pt x="46" y="28"/>
                </a:lnTo>
                <a:lnTo>
                  <a:pt x="49" y="26"/>
                </a:lnTo>
                <a:lnTo>
                  <a:pt x="52" y="24"/>
                </a:lnTo>
                <a:lnTo>
                  <a:pt x="56" y="21"/>
                </a:lnTo>
                <a:lnTo>
                  <a:pt x="60" y="19"/>
                </a:lnTo>
                <a:lnTo>
                  <a:pt x="63" y="17"/>
                </a:lnTo>
                <a:lnTo>
                  <a:pt x="67" y="16"/>
                </a:lnTo>
                <a:lnTo>
                  <a:pt x="71" y="14"/>
                </a:lnTo>
                <a:lnTo>
                  <a:pt x="75" y="12"/>
                </a:lnTo>
                <a:lnTo>
                  <a:pt x="79" y="11"/>
                </a:lnTo>
                <a:lnTo>
                  <a:pt x="83" y="9"/>
                </a:lnTo>
                <a:lnTo>
                  <a:pt x="87" y="8"/>
                </a:lnTo>
                <a:lnTo>
                  <a:pt x="91" y="7"/>
                </a:lnTo>
                <a:lnTo>
                  <a:pt x="95" y="6"/>
                </a:lnTo>
                <a:lnTo>
                  <a:pt x="100" y="5"/>
                </a:lnTo>
                <a:lnTo>
                  <a:pt x="104" y="4"/>
                </a:lnTo>
                <a:lnTo>
                  <a:pt x="108" y="3"/>
                </a:lnTo>
                <a:lnTo>
                  <a:pt x="113" y="2"/>
                </a:lnTo>
                <a:lnTo>
                  <a:pt x="117" y="1"/>
                </a:lnTo>
                <a:lnTo>
                  <a:pt x="122" y="1"/>
                </a:lnTo>
                <a:lnTo>
                  <a:pt x="126" y="0"/>
                </a:lnTo>
                <a:lnTo>
                  <a:pt x="130" y="0"/>
                </a:lnTo>
                <a:lnTo>
                  <a:pt x="135" y="0"/>
                </a:lnTo>
                <a:lnTo>
                  <a:pt x="139" y="0"/>
                </a:lnTo>
                <a:lnTo>
                  <a:pt x="144" y="0"/>
                </a:lnTo>
                <a:lnTo>
                  <a:pt x="148" y="0"/>
                </a:lnTo>
                <a:lnTo>
                  <a:pt x="153" y="0"/>
                </a:lnTo>
                <a:lnTo>
                  <a:pt x="157" y="0"/>
                </a:lnTo>
                <a:lnTo>
                  <a:pt x="162" y="0"/>
                </a:lnTo>
                <a:lnTo>
                  <a:pt x="166" y="1"/>
                </a:lnTo>
                <a:lnTo>
                  <a:pt x="171" y="1"/>
                </a:lnTo>
                <a:lnTo>
                  <a:pt x="175" y="2"/>
                </a:lnTo>
                <a:lnTo>
                  <a:pt x="180" y="3"/>
                </a:lnTo>
                <a:lnTo>
                  <a:pt x="184" y="4"/>
                </a:lnTo>
                <a:lnTo>
                  <a:pt x="188" y="5"/>
                </a:lnTo>
                <a:lnTo>
                  <a:pt x="193" y="6"/>
                </a:lnTo>
                <a:lnTo>
                  <a:pt x="197" y="7"/>
                </a:lnTo>
                <a:lnTo>
                  <a:pt x="202" y="8"/>
                </a:lnTo>
                <a:lnTo>
                  <a:pt x="206" y="9"/>
                </a:lnTo>
                <a:lnTo>
                  <a:pt x="210" y="11"/>
                </a:lnTo>
                <a:lnTo>
                  <a:pt x="214" y="12"/>
                </a:lnTo>
                <a:lnTo>
                  <a:pt x="218" y="14"/>
                </a:lnTo>
                <a:lnTo>
                  <a:pt x="222" y="16"/>
                </a:lnTo>
                <a:lnTo>
                  <a:pt x="226" y="17"/>
                </a:lnTo>
                <a:lnTo>
                  <a:pt x="229" y="19"/>
                </a:lnTo>
                <a:lnTo>
                  <a:pt x="233" y="21"/>
                </a:lnTo>
                <a:lnTo>
                  <a:pt x="236" y="24"/>
                </a:lnTo>
                <a:lnTo>
                  <a:pt x="240" y="26"/>
                </a:lnTo>
                <a:lnTo>
                  <a:pt x="243" y="28"/>
                </a:lnTo>
                <a:lnTo>
                  <a:pt x="246" y="31"/>
                </a:lnTo>
                <a:lnTo>
                  <a:pt x="250" y="33"/>
                </a:lnTo>
                <a:lnTo>
                  <a:pt x="253" y="35"/>
                </a:lnTo>
                <a:lnTo>
                  <a:pt x="256" y="38"/>
                </a:lnTo>
                <a:lnTo>
                  <a:pt x="258" y="40"/>
                </a:lnTo>
                <a:lnTo>
                  <a:pt x="261" y="43"/>
                </a:lnTo>
                <a:lnTo>
                  <a:pt x="264" y="46"/>
                </a:lnTo>
                <a:lnTo>
                  <a:pt x="266" y="48"/>
                </a:lnTo>
                <a:lnTo>
                  <a:pt x="268" y="51"/>
                </a:lnTo>
                <a:lnTo>
                  <a:pt x="271" y="54"/>
                </a:lnTo>
                <a:lnTo>
                  <a:pt x="273" y="57"/>
                </a:lnTo>
                <a:lnTo>
                  <a:pt x="275" y="60"/>
                </a:lnTo>
                <a:lnTo>
                  <a:pt x="277" y="62"/>
                </a:lnTo>
                <a:lnTo>
                  <a:pt x="278" y="65"/>
                </a:lnTo>
                <a:lnTo>
                  <a:pt x="280" y="68"/>
                </a:lnTo>
                <a:lnTo>
                  <a:pt x="281" y="72"/>
                </a:lnTo>
                <a:lnTo>
                  <a:pt x="283" y="75"/>
                </a:lnTo>
                <a:lnTo>
                  <a:pt x="284" y="78"/>
                </a:lnTo>
                <a:lnTo>
                  <a:pt x="285" y="81"/>
                </a:lnTo>
                <a:lnTo>
                  <a:pt x="286" y="84"/>
                </a:lnTo>
                <a:lnTo>
                  <a:pt x="287" y="87"/>
                </a:lnTo>
                <a:lnTo>
                  <a:pt x="287" y="90"/>
                </a:lnTo>
                <a:lnTo>
                  <a:pt x="288" y="94"/>
                </a:lnTo>
                <a:lnTo>
                  <a:pt x="288" y="97"/>
                </a:lnTo>
                <a:lnTo>
                  <a:pt x="288" y="100"/>
                </a:lnTo>
                <a:lnTo>
                  <a:pt x="288" y="103"/>
                </a:lnTo>
                <a:close/>
              </a:path>
            </a:pathLst>
          </a:custGeom>
          <a:solidFill>
            <a:srgbClr val="fffb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1" name=""/>
          <p:cNvSpPr/>
          <p:nvPr/>
        </p:nvSpPr>
        <p:spPr>
          <a:xfrm>
            <a:off x="8006760" y="2904120"/>
            <a:ext cx="111960" cy="80280"/>
          </a:xfrm>
          <a:custGeom>
            <a:avLst/>
            <a:gdLst/>
            <a:ahLst/>
            <a:rect l="0" t="0" r="r" b="b"/>
            <a:pathLst>
              <a:path w="311" h="223">
                <a:moveTo>
                  <a:pt x="299" y="112"/>
                </a:moveTo>
                <a:lnTo>
                  <a:pt x="299" y="109"/>
                </a:lnTo>
                <a:lnTo>
                  <a:pt x="299" y="106"/>
                </a:lnTo>
                <a:lnTo>
                  <a:pt x="299" y="103"/>
                </a:lnTo>
                <a:lnTo>
                  <a:pt x="298" y="99"/>
                </a:lnTo>
                <a:lnTo>
                  <a:pt x="298" y="96"/>
                </a:lnTo>
                <a:lnTo>
                  <a:pt x="297" y="93"/>
                </a:lnTo>
                <a:lnTo>
                  <a:pt x="296" y="90"/>
                </a:lnTo>
                <a:lnTo>
                  <a:pt x="295" y="87"/>
                </a:lnTo>
                <a:lnTo>
                  <a:pt x="294" y="84"/>
                </a:lnTo>
                <a:lnTo>
                  <a:pt x="292" y="81"/>
                </a:lnTo>
                <a:lnTo>
                  <a:pt x="291" y="77"/>
                </a:lnTo>
                <a:lnTo>
                  <a:pt x="289" y="74"/>
                </a:lnTo>
                <a:lnTo>
                  <a:pt x="288" y="71"/>
                </a:lnTo>
                <a:lnTo>
                  <a:pt x="286" y="69"/>
                </a:lnTo>
                <a:lnTo>
                  <a:pt x="284" y="66"/>
                </a:lnTo>
                <a:lnTo>
                  <a:pt x="282" y="63"/>
                </a:lnTo>
                <a:lnTo>
                  <a:pt x="279" y="60"/>
                </a:lnTo>
                <a:lnTo>
                  <a:pt x="277" y="57"/>
                </a:lnTo>
                <a:lnTo>
                  <a:pt x="275" y="55"/>
                </a:lnTo>
                <a:lnTo>
                  <a:pt x="272" y="52"/>
                </a:lnTo>
                <a:lnTo>
                  <a:pt x="269" y="49"/>
                </a:lnTo>
                <a:lnTo>
                  <a:pt x="267" y="47"/>
                </a:lnTo>
                <a:lnTo>
                  <a:pt x="264" y="44"/>
                </a:lnTo>
                <a:lnTo>
                  <a:pt x="261" y="42"/>
                </a:lnTo>
                <a:lnTo>
                  <a:pt x="257" y="40"/>
                </a:lnTo>
                <a:lnTo>
                  <a:pt x="254" y="37"/>
                </a:lnTo>
                <a:lnTo>
                  <a:pt x="251" y="34"/>
                </a:lnTo>
                <a:lnTo>
                  <a:pt x="247" y="32"/>
                </a:lnTo>
                <a:lnTo>
                  <a:pt x="244" y="30"/>
                </a:lnTo>
                <a:lnTo>
                  <a:pt x="240" y="28"/>
                </a:lnTo>
                <a:lnTo>
                  <a:pt x="237" y="26"/>
                </a:lnTo>
                <a:lnTo>
                  <a:pt x="232" y="25"/>
                </a:lnTo>
                <a:lnTo>
                  <a:pt x="228" y="23"/>
                </a:lnTo>
                <a:lnTo>
                  <a:pt x="224" y="21"/>
                </a:lnTo>
                <a:lnTo>
                  <a:pt x="220" y="20"/>
                </a:lnTo>
                <a:lnTo>
                  <a:pt x="216" y="18"/>
                </a:lnTo>
                <a:lnTo>
                  <a:pt x="212" y="17"/>
                </a:lnTo>
                <a:lnTo>
                  <a:pt x="208" y="16"/>
                </a:lnTo>
                <a:lnTo>
                  <a:pt x="204" y="15"/>
                </a:lnTo>
                <a:lnTo>
                  <a:pt x="199" y="14"/>
                </a:lnTo>
                <a:lnTo>
                  <a:pt x="195" y="13"/>
                </a:lnTo>
                <a:lnTo>
                  <a:pt x="191" y="12"/>
                </a:lnTo>
                <a:lnTo>
                  <a:pt x="186" y="11"/>
                </a:lnTo>
                <a:lnTo>
                  <a:pt x="182" y="10"/>
                </a:lnTo>
                <a:lnTo>
                  <a:pt x="177" y="10"/>
                </a:lnTo>
                <a:lnTo>
                  <a:pt x="173" y="9"/>
                </a:lnTo>
                <a:lnTo>
                  <a:pt x="168" y="9"/>
                </a:lnTo>
                <a:lnTo>
                  <a:pt x="164" y="9"/>
                </a:lnTo>
                <a:lnTo>
                  <a:pt x="159" y="9"/>
                </a:lnTo>
                <a:lnTo>
                  <a:pt x="155" y="9"/>
                </a:lnTo>
                <a:lnTo>
                  <a:pt x="150" y="9"/>
                </a:lnTo>
                <a:lnTo>
                  <a:pt x="146" y="9"/>
                </a:lnTo>
                <a:lnTo>
                  <a:pt x="141" y="9"/>
                </a:lnTo>
                <a:lnTo>
                  <a:pt x="137" y="9"/>
                </a:lnTo>
                <a:lnTo>
                  <a:pt x="133" y="10"/>
                </a:lnTo>
                <a:lnTo>
                  <a:pt x="128" y="10"/>
                </a:lnTo>
                <a:lnTo>
                  <a:pt x="124" y="11"/>
                </a:lnTo>
                <a:lnTo>
                  <a:pt x="119" y="12"/>
                </a:lnTo>
                <a:lnTo>
                  <a:pt x="115" y="13"/>
                </a:lnTo>
                <a:lnTo>
                  <a:pt x="111" y="14"/>
                </a:lnTo>
                <a:lnTo>
                  <a:pt x="106" y="15"/>
                </a:lnTo>
                <a:lnTo>
                  <a:pt x="102" y="16"/>
                </a:lnTo>
                <a:lnTo>
                  <a:pt x="98" y="17"/>
                </a:lnTo>
                <a:lnTo>
                  <a:pt x="94" y="18"/>
                </a:lnTo>
                <a:lnTo>
                  <a:pt x="90" y="20"/>
                </a:lnTo>
                <a:lnTo>
                  <a:pt x="86" y="21"/>
                </a:lnTo>
                <a:lnTo>
                  <a:pt x="82" y="23"/>
                </a:lnTo>
                <a:lnTo>
                  <a:pt x="78" y="25"/>
                </a:lnTo>
                <a:lnTo>
                  <a:pt x="74" y="26"/>
                </a:lnTo>
                <a:lnTo>
                  <a:pt x="71" y="28"/>
                </a:lnTo>
                <a:lnTo>
                  <a:pt x="67" y="30"/>
                </a:lnTo>
                <a:lnTo>
                  <a:pt x="63" y="32"/>
                </a:lnTo>
                <a:lnTo>
                  <a:pt x="60" y="34"/>
                </a:lnTo>
                <a:lnTo>
                  <a:pt x="57" y="37"/>
                </a:lnTo>
                <a:lnTo>
                  <a:pt x="53" y="40"/>
                </a:lnTo>
                <a:lnTo>
                  <a:pt x="50" y="42"/>
                </a:lnTo>
                <a:lnTo>
                  <a:pt x="47" y="44"/>
                </a:lnTo>
                <a:lnTo>
                  <a:pt x="44" y="47"/>
                </a:lnTo>
                <a:lnTo>
                  <a:pt x="42" y="49"/>
                </a:lnTo>
                <a:lnTo>
                  <a:pt x="39" y="52"/>
                </a:lnTo>
                <a:lnTo>
                  <a:pt x="36" y="55"/>
                </a:lnTo>
                <a:lnTo>
                  <a:pt x="34" y="57"/>
                </a:lnTo>
                <a:lnTo>
                  <a:pt x="31" y="60"/>
                </a:lnTo>
                <a:lnTo>
                  <a:pt x="29" y="63"/>
                </a:lnTo>
                <a:lnTo>
                  <a:pt x="27" y="66"/>
                </a:lnTo>
                <a:lnTo>
                  <a:pt x="25" y="69"/>
                </a:lnTo>
                <a:lnTo>
                  <a:pt x="23" y="71"/>
                </a:lnTo>
                <a:lnTo>
                  <a:pt x="22" y="74"/>
                </a:lnTo>
                <a:lnTo>
                  <a:pt x="20" y="77"/>
                </a:lnTo>
                <a:lnTo>
                  <a:pt x="18" y="81"/>
                </a:lnTo>
                <a:lnTo>
                  <a:pt x="17" y="84"/>
                </a:lnTo>
                <a:lnTo>
                  <a:pt x="16" y="87"/>
                </a:lnTo>
                <a:lnTo>
                  <a:pt x="15" y="90"/>
                </a:lnTo>
                <a:lnTo>
                  <a:pt x="14" y="93"/>
                </a:lnTo>
                <a:lnTo>
                  <a:pt x="13" y="96"/>
                </a:lnTo>
                <a:lnTo>
                  <a:pt x="13" y="99"/>
                </a:lnTo>
                <a:lnTo>
                  <a:pt x="12" y="103"/>
                </a:lnTo>
                <a:lnTo>
                  <a:pt x="12" y="106"/>
                </a:lnTo>
                <a:lnTo>
                  <a:pt x="12" y="109"/>
                </a:lnTo>
                <a:lnTo>
                  <a:pt x="11" y="112"/>
                </a:lnTo>
                <a:lnTo>
                  <a:pt x="12" y="116"/>
                </a:lnTo>
                <a:lnTo>
                  <a:pt x="12" y="119"/>
                </a:lnTo>
                <a:lnTo>
                  <a:pt x="12" y="122"/>
                </a:lnTo>
                <a:lnTo>
                  <a:pt x="13" y="125"/>
                </a:lnTo>
                <a:lnTo>
                  <a:pt x="13" y="128"/>
                </a:lnTo>
                <a:lnTo>
                  <a:pt x="14" y="132"/>
                </a:lnTo>
                <a:lnTo>
                  <a:pt x="15" y="135"/>
                </a:lnTo>
                <a:lnTo>
                  <a:pt x="16" y="138"/>
                </a:lnTo>
                <a:lnTo>
                  <a:pt x="17" y="141"/>
                </a:lnTo>
                <a:lnTo>
                  <a:pt x="18" y="144"/>
                </a:lnTo>
                <a:lnTo>
                  <a:pt x="20" y="147"/>
                </a:lnTo>
                <a:lnTo>
                  <a:pt x="22" y="150"/>
                </a:lnTo>
                <a:lnTo>
                  <a:pt x="23" y="153"/>
                </a:lnTo>
                <a:lnTo>
                  <a:pt x="25" y="156"/>
                </a:lnTo>
                <a:lnTo>
                  <a:pt x="27" y="159"/>
                </a:lnTo>
                <a:lnTo>
                  <a:pt x="29" y="162"/>
                </a:lnTo>
                <a:lnTo>
                  <a:pt x="31" y="165"/>
                </a:lnTo>
                <a:lnTo>
                  <a:pt x="34" y="167"/>
                </a:lnTo>
                <a:lnTo>
                  <a:pt x="36" y="170"/>
                </a:lnTo>
                <a:lnTo>
                  <a:pt x="39" y="173"/>
                </a:lnTo>
                <a:lnTo>
                  <a:pt x="42" y="175"/>
                </a:lnTo>
                <a:lnTo>
                  <a:pt x="44" y="178"/>
                </a:lnTo>
                <a:lnTo>
                  <a:pt x="47" y="180"/>
                </a:lnTo>
                <a:lnTo>
                  <a:pt x="50" y="183"/>
                </a:lnTo>
                <a:lnTo>
                  <a:pt x="53" y="185"/>
                </a:lnTo>
                <a:lnTo>
                  <a:pt x="57" y="187"/>
                </a:lnTo>
                <a:lnTo>
                  <a:pt x="60" y="189"/>
                </a:lnTo>
                <a:lnTo>
                  <a:pt x="63" y="192"/>
                </a:lnTo>
                <a:lnTo>
                  <a:pt x="67" y="194"/>
                </a:lnTo>
                <a:lnTo>
                  <a:pt x="71" y="195"/>
                </a:lnTo>
                <a:lnTo>
                  <a:pt x="74" y="197"/>
                </a:lnTo>
                <a:lnTo>
                  <a:pt x="78" y="199"/>
                </a:lnTo>
                <a:lnTo>
                  <a:pt x="82" y="201"/>
                </a:lnTo>
                <a:lnTo>
                  <a:pt x="86" y="202"/>
                </a:lnTo>
                <a:lnTo>
                  <a:pt x="90" y="204"/>
                </a:lnTo>
                <a:lnTo>
                  <a:pt x="94" y="205"/>
                </a:lnTo>
                <a:lnTo>
                  <a:pt x="98" y="207"/>
                </a:lnTo>
                <a:lnTo>
                  <a:pt x="102" y="208"/>
                </a:lnTo>
                <a:lnTo>
                  <a:pt x="106" y="209"/>
                </a:lnTo>
                <a:lnTo>
                  <a:pt x="111" y="210"/>
                </a:lnTo>
                <a:lnTo>
                  <a:pt x="115" y="211"/>
                </a:lnTo>
                <a:lnTo>
                  <a:pt x="119" y="212"/>
                </a:lnTo>
                <a:lnTo>
                  <a:pt x="124" y="213"/>
                </a:lnTo>
                <a:lnTo>
                  <a:pt x="128" y="213"/>
                </a:lnTo>
                <a:lnTo>
                  <a:pt x="133" y="214"/>
                </a:lnTo>
                <a:lnTo>
                  <a:pt x="137" y="214"/>
                </a:lnTo>
                <a:lnTo>
                  <a:pt x="141" y="215"/>
                </a:lnTo>
                <a:lnTo>
                  <a:pt x="146" y="215"/>
                </a:lnTo>
                <a:lnTo>
                  <a:pt x="150" y="215"/>
                </a:lnTo>
                <a:lnTo>
                  <a:pt x="155" y="215"/>
                </a:lnTo>
                <a:lnTo>
                  <a:pt x="159" y="215"/>
                </a:lnTo>
                <a:lnTo>
                  <a:pt x="164" y="215"/>
                </a:lnTo>
                <a:lnTo>
                  <a:pt x="168" y="215"/>
                </a:lnTo>
                <a:lnTo>
                  <a:pt x="173" y="214"/>
                </a:lnTo>
                <a:lnTo>
                  <a:pt x="177" y="214"/>
                </a:lnTo>
                <a:lnTo>
                  <a:pt x="182" y="213"/>
                </a:lnTo>
                <a:lnTo>
                  <a:pt x="186" y="213"/>
                </a:lnTo>
                <a:lnTo>
                  <a:pt x="191" y="212"/>
                </a:lnTo>
                <a:lnTo>
                  <a:pt x="195" y="211"/>
                </a:lnTo>
                <a:lnTo>
                  <a:pt x="199" y="210"/>
                </a:lnTo>
                <a:lnTo>
                  <a:pt x="204" y="209"/>
                </a:lnTo>
                <a:lnTo>
                  <a:pt x="208" y="208"/>
                </a:lnTo>
                <a:lnTo>
                  <a:pt x="212" y="207"/>
                </a:lnTo>
                <a:lnTo>
                  <a:pt x="216" y="205"/>
                </a:lnTo>
                <a:lnTo>
                  <a:pt x="220" y="204"/>
                </a:lnTo>
                <a:lnTo>
                  <a:pt x="224" y="202"/>
                </a:lnTo>
                <a:lnTo>
                  <a:pt x="228" y="201"/>
                </a:lnTo>
                <a:lnTo>
                  <a:pt x="232" y="199"/>
                </a:lnTo>
                <a:lnTo>
                  <a:pt x="237" y="197"/>
                </a:lnTo>
                <a:lnTo>
                  <a:pt x="240" y="195"/>
                </a:lnTo>
                <a:lnTo>
                  <a:pt x="244" y="194"/>
                </a:lnTo>
                <a:lnTo>
                  <a:pt x="247" y="192"/>
                </a:lnTo>
                <a:lnTo>
                  <a:pt x="251" y="189"/>
                </a:lnTo>
                <a:lnTo>
                  <a:pt x="254" y="187"/>
                </a:lnTo>
                <a:lnTo>
                  <a:pt x="257" y="185"/>
                </a:lnTo>
                <a:lnTo>
                  <a:pt x="261" y="183"/>
                </a:lnTo>
                <a:lnTo>
                  <a:pt x="264" y="180"/>
                </a:lnTo>
                <a:lnTo>
                  <a:pt x="267" y="178"/>
                </a:lnTo>
                <a:lnTo>
                  <a:pt x="269" y="175"/>
                </a:lnTo>
                <a:lnTo>
                  <a:pt x="272" y="173"/>
                </a:lnTo>
                <a:lnTo>
                  <a:pt x="275" y="170"/>
                </a:lnTo>
                <a:lnTo>
                  <a:pt x="277" y="167"/>
                </a:lnTo>
                <a:lnTo>
                  <a:pt x="279" y="165"/>
                </a:lnTo>
                <a:lnTo>
                  <a:pt x="282" y="162"/>
                </a:lnTo>
                <a:lnTo>
                  <a:pt x="284" y="159"/>
                </a:lnTo>
                <a:lnTo>
                  <a:pt x="286" y="156"/>
                </a:lnTo>
                <a:lnTo>
                  <a:pt x="288" y="153"/>
                </a:lnTo>
                <a:lnTo>
                  <a:pt x="289" y="150"/>
                </a:lnTo>
                <a:lnTo>
                  <a:pt x="291" y="147"/>
                </a:lnTo>
                <a:lnTo>
                  <a:pt x="292" y="144"/>
                </a:lnTo>
                <a:lnTo>
                  <a:pt x="294" y="141"/>
                </a:lnTo>
                <a:lnTo>
                  <a:pt x="295" y="138"/>
                </a:lnTo>
                <a:lnTo>
                  <a:pt x="296" y="135"/>
                </a:lnTo>
                <a:lnTo>
                  <a:pt x="297" y="132"/>
                </a:lnTo>
                <a:lnTo>
                  <a:pt x="298" y="128"/>
                </a:lnTo>
                <a:lnTo>
                  <a:pt x="298" y="125"/>
                </a:lnTo>
                <a:lnTo>
                  <a:pt x="299" y="122"/>
                </a:lnTo>
                <a:lnTo>
                  <a:pt x="299" y="119"/>
                </a:lnTo>
                <a:lnTo>
                  <a:pt x="299" y="116"/>
                </a:lnTo>
                <a:lnTo>
                  <a:pt x="299" y="112"/>
                </a:lnTo>
                <a:moveTo>
                  <a:pt x="311" y="112"/>
                </a:moveTo>
                <a:lnTo>
                  <a:pt x="311" y="116"/>
                </a:lnTo>
                <a:lnTo>
                  <a:pt x="311" y="119"/>
                </a:lnTo>
                <a:lnTo>
                  <a:pt x="310" y="123"/>
                </a:lnTo>
                <a:lnTo>
                  <a:pt x="310" y="126"/>
                </a:lnTo>
                <a:lnTo>
                  <a:pt x="309" y="130"/>
                </a:lnTo>
                <a:lnTo>
                  <a:pt x="308" y="133"/>
                </a:lnTo>
                <a:lnTo>
                  <a:pt x="307" y="137"/>
                </a:lnTo>
                <a:lnTo>
                  <a:pt x="306" y="140"/>
                </a:lnTo>
                <a:lnTo>
                  <a:pt x="305" y="143"/>
                </a:lnTo>
                <a:lnTo>
                  <a:pt x="303" y="147"/>
                </a:lnTo>
                <a:lnTo>
                  <a:pt x="302" y="150"/>
                </a:lnTo>
                <a:lnTo>
                  <a:pt x="300" y="153"/>
                </a:lnTo>
                <a:lnTo>
                  <a:pt x="298" y="156"/>
                </a:lnTo>
                <a:lnTo>
                  <a:pt x="296" y="160"/>
                </a:lnTo>
                <a:lnTo>
                  <a:pt x="294" y="163"/>
                </a:lnTo>
                <a:lnTo>
                  <a:pt x="292" y="166"/>
                </a:lnTo>
                <a:lnTo>
                  <a:pt x="289" y="169"/>
                </a:lnTo>
                <a:lnTo>
                  <a:pt x="287" y="172"/>
                </a:lnTo>
                <a:lnTo>
                  <a:pt x="284" y="175"/>
                </a:lnTo>
                <a:lnTo>
                  <a:pt x="281" y="178"/>
                </a:lnTo>
                <a:lnTo>
                  <a:pt x="279" y="180"/>
                </a:lnTo>
                <a:lnTo>
                  <a:pt x="275" y="183"/>
                </a:lnTo>
                <a:lnTo>
                  <a:pt x="272" y="186"/>
                </a:lnTo>
                <a:lnTo>
                  <a:pt x="269" y="188"/>
                </a:lnTo>
                <a:lnTo>
                  <a:pt x="266" y="191"/>
                </a:lnTo>
                <a:lnTo>
                  <a:pt x="262" y="193"/>
                </a:lnTo>
                <a:lnTo>
                  <a:pt x="259" y="196"/>
                </a:lnTo>
                <a:lnTo>
                  <a:pt x="255" y="198"/>
                </a:lnTo>
                <a:lnTo>
                  <a:pt x="251" y="200"/>
                </a:lnTo>
                <a:lnTo>
                  <a:pt x="247" y="202"/>
                </a:lnTo>
                <a:lnTo>
                  <a:pt x="243" y="204"/>
                </a:lnTo>
                <a:lnTo>
                  <a:pt x="239" y="206"/>
                </a:lnTo>
                <a:lnTo>
                  <a:pt x="235" y="208"/>
                </a:lnTo>
                <a:lnTo>
                  <a:pt x="230" y="210"/>
                </a:lnTo>
                <a:lnTo>
                  <a:pt x="225" y="211"/>
                </a:lnTo>
                <a:lnTo>
                  <a:pt x="221" y="213"/>
                </a:lnTo>
                <a:lnTo>
                  <a:pt x="217" y="214"/>
                </a:lnTo>
                <a:lnTo>
                  <a:pt x="212" y="216"/>
                </a:lnTo>
                <a:lnTo>
                  <a:pt x="207" y="217"/>
                </a:lnTo>
                <a:lnTo>
                  <a:pt x="203" y="218"/>
                </a:lnTo>
                <a:lnTo>
                  <a:pt x="198" y="219"/>
                </a:lnTo>
                <a:lnTo>
                  <a:pt x="194" y="220"/>
                </a:lnTo>
                <a:lnTo>
                  <a:pt x="189" y="221"/>
                </a:lnTo>
                <a:lnTo>
                  <a:pt x="184" y="221"/>
                </a:lnTo>
                <a:lnTo>
                  <a:pt x="179" y="222"/>
                </a:lnTo>
                <a:lnTo>
                  <a:pt x="174" y="223"/>
                </a:lnTo>
                <a:lnTo>
                  <a:pt x="170" y="223"/>
                </a:lnTo>
                <a:lnTo>
                  <a:pt x="165" y="223"/>
                </a:lnTo>
                <a:lnTo>
                  <a:pt x="160" y="223"/>
                </a:lnTo>
                <a:lnTo>
                  <a:pt x="155" y="223"/>
                </a:lnTo>
                <a:lnTo>
                  <a:pt x="150" y="223"/>
                </a:lnTo>
                <a:lnTo>
                  <a:pt x="145" y="223"/>
                </a:lnTo>
                <a:lnTo>
                  <a:pt x="140" y="223"/>
                </a:lnTo>
                <a:lnTo>
                  <a:pt x="136" y="223"/>
                </a:lnTo>
                <a:lnTo>
                  <a:pt x="131" y="222"/>
                </a:lnTo>
                <a:lnTo>
                  <a:pt x="126" y="221"/>
                </a:lnTo>
                <a:lnTo>
                  <a:pt x="121" y="221"/>
                </a:lnTo>
                <a:lnTo>
                  <a:pt x="116" y="220"/>
                </a:lnTo>
                <a:lnTo>
                  <a:pt x="112" y="219"/>
                </a:lnTo>
                <a:lnTo>
                  <a:pt x="107" y="218"/>
                </a:lnTo>
                <a:lnTo>
                  <a:pt x="102" y="217"/>
                </a:lnTo>
                <a:lnTo>
                  <a:pt x="98" y="216"/>
                </a:lnTo>
                <a:lnTo>
                  <a:pt x="93" y="214"/>
                </a:lnTo>
                <a:lnTo>
                  <a:pt x="89" y="213"/>
                </a:lnTo>
                <a:lnTo>
                  <a:pt x="85" y="211"/>
                </a:lnTo>
                <a:lnTo>
                  <a:pt x="80" y="210"/>
                </a:lnTo>
                <a:lnTo>
                  <a:pt x="76" y="208"/>
                </a:lnTo>
                <a:lnTo>
                  <a:pt x="72" y="206"/>
                </a:lnTo>
                <a:lnTo>
                  <a:pt x="68" y="204"/>
                </a:lnTo>
                <a:lnTo>
                  <a:pt x="64" y="202"/>
                </a:lnTo>
                <a:lnTo>
                  <a:pt x="60" y="200"/>
                </a:lnTo>
                <a:lnTo>
                  <a:pt x="56" y="198"/>
                </a:lnTo>
                <a:lnTo>
                  <a:pt x="52" y="196"/>
                </a:lnTo>
                <a:lnTo>
                  <a:pt x="49" y="193"/>
                </a:lnTo>
                <a:lnTo>
                  <a:pt x="45" y="191"/>
                </a:lnTo>
                <a:lnTo>
                  <a:pt x="42" y="188"/>
                </a:lnTo>
                <a:lnTo>
                  <a:pt x="39" y="186"/>
                </a:lnTo>
                <a:lnTo>
                  <a:pt x="35" y="183"/>
                </a:lnTo>
                <a:lnTo>
                  <a:pt x="32" y="180"/>
                </a:lnTo>
                <a:lnTo>
                  <a:pt x="29" y="178"/>
                </a:lnTo>
                <a:lnTo>
                  <a:pt x="27" y="175"/>
                </a:lnTo>
                <a:lnTo>
                  <a:pt x="24" y="172"/>
                </a:lnTo>
                <a:lnTo>
                  <a:pt x="21" y="169"/>
                </a:lnTo>
                <a:lnTo>
                  <a:pt x="19" y="166"/>
                </a:lnTo>
                <a:lnTo>
                  <a:pt x="17" y="163"/>
                </a:lnTo>
                <a:lnTo>
                  <a:pt x="15" y="160"/>
                </a:lnTo>
                <a:lnTo>
                  <a:pt x="13" y="156"/>
                </a:lnTo>
                <a:lnTo>
                  <a:pt x="11" y="153"/>
                </a:lnTo>
                <a:lnTo>
                  <a:pt x="9" y="150"/>
                </a:lnTo>
                <a:lnTo>
                  <a:pt x="7" y="147"/>
                </a:lnTo>
                <a:lnTo>
                  <a:pt x="6" y="143"/>
                </a:lnTo>
                <a:lnTo>
                  <a:pt x="5" y="140"/>
                </a:lnTo>
                <a:lnTo>
                  <a:pt x="4" y="137"/>
                </a:lnTo>
                <a:lnTo>
                  <a:pt x="3" y="133"/>
                </a:lnTo>
                <a:lnTo>
                  <a:pt x="2" y="130"/>
                </a:lnTo>
                <a:lnTo>
                  <a:pt x="1" y="126"/>
                </a:lnTo>
                <a:lnTo>
                  <a:pt x="1" y="123"/>
                </a:lnTo>
                <a:lnTo>
                  <a:pt x="0" y="119"/>
                </a:lnTo>
                <a:lnTo>
                  <a:pt x="0" y="116"/>
                </a:lnTo>
                <a:lnTo>
                  <a:pt x="0" y="112"/>
                </a:lnTo>
                <a:lnTo>
                  <a:pt x="0" y="109"/>
                </a:lnTo>
                <a:lnTo>
                  <a:pt x="0" y="105"/>
                </a:lnTo>
                <a:lnTo>
                  <a:pt x="1" y="102"/>
                </a:lnTo>
                <a:lnTo>
                  <a:pt x="1" y="98"/>
                </a:lnTo>
                <a:lnTo>
                  <a:pt x="2" y="95"/>
                </a:lnTo>
                <a:lnTo>
                  <a:pt x="3" y="91"/>
                </a:lnTo>
                <a:lnTo>
                  <a:pt x="4" y="88"/>
                </a:lnTo>
                <a:lnTo>
                  <a:pt x="5" y="85"/>
                </a:lnTo>
                <a:lnTo>
                  <a:pt x="6" y="81"/>
                </a:lnTo>
                <a:lnTo>
                  <a:pt x="7" y="78"/>
                </a:lnTo>
                <a:lnTo>
                  <a:pt x="9" y="75"/>
                </a:lnTo>
                <a:lnTo>
                  <a:pt x="11" y="71"/>
                </a:lnTo>
                <a:lnTo>
                  <a:pt x="13" y="68"/>
                </a:lnTo>
                <a:lnTo>
                  <a:pt x="15" y="65"/>
                </a:lnTo>
                <a:lnTo>
                  <a:pt x="17" y="62"/>
                </a:lnTo>
                <a:lnTo>
                  <a:pt x="19" y="59"/>
                </a:lnTo>
                <a:lnTo>
                  <a:pt x="21" y="56"/>
                </a:lnTo>
                <a:lnTo>
                  <a:pt x="24" y="53"/>
                </a:lnTo>
                <a:lnTo>
                  <a:pt x="27" y="50"/>
                </a:lnTo>
                <a:lnTo>
                  <a:pt x="29" y="47"/>
                </a:lnTo>
                <a:lnTo>
                  <a:pt x="32" y="44"/>
                </a:lnTo>
                <a:lnTo>
                  <a:pt x="35" y="41"/>
                </a:lnTo>
                <a:lnTo>
                  <a:pt x="39" y="39"/>
                </a:lnTo>
                <a:lnTo>
                  <a:pt x="42" y="35"/>
                </a:lnTo>
                <a:lnTo>
                  <a:pt x="45" y="33"/>
                </a:lnTo>
                <a:lnTo>
                  <a:pt x="49" y="30"/>
                </a:lnTo>
                <a:lnTo>
                  <a:pt x="52" y="28"/>
                </a:lnTo>
                <a:lnTo>
                  <a:pt x="56" y="26"/>
                </a:lnTo>
                <a:lnTo>
                  <a:pt x="60" y="23"/>
                </a:lnTo>
                <a:lnTo>
                  <a:pt x="64" y="21"/>
                </a:lnTo>
                <a:lnTo>
                  <a:pt x="68" y="19"/>
                </a:lnTo>
                <a:lnTo>
                  <a:pt x="72" y="17"/>
                </a:lnTo>
                <a:lnTo>
                  <a:pt x="76" y="16"/>
                </a:lnTo>
                <a:lnTo>
                  <a:pt x="80" y="14"/>
                </a:lnTo>
                <a:lnTo>
                  <a:pt x="85" y="12"/>
                </a:lnTo>
                <a:lnTo>
                  <a:pt x="89" y="11"/>
                </a:lnTo>
                <a:lnTo>
                  <a:pt x="93" y="9"/>
                </a:lnTo>
                <a:lnTo>
                  <a:pt x="98" y="8"/>
                </a:lnTo>
                <a:lnTo>
                  <a:pt x="102" y="7"/>
                </a:lnTo>
                <a:lnTo>
                  <a:pt x="107" y="6"/>
                </a:lnTo>
                <a:lnTo>
                  <a:pt x="112" y="5"/>
                </a:lnTo>
                <a:lnTo>
                  <a:pt x="116" y="4"/>
                </a:lnTo>
                <a:lnTo>
                  <a:pt x="121" y="3"/>
                </a:lnTo>
                <a:lnTo>
                  <a:pt x="126" y="2"/>
                </a:lnTo>
                <a:lnTo>
                  <a:pt x="131" y="2"/>
                </a:lnTo>
                <a:lnTo>
                  <a:pt x="136" y="1"/>
                </a:lnTo>
                <a:lnTo>
                  <a:pt x="140" y="1"/>
                </a:lnTo>
                <a:lnTo>
                  <a:pt x="145" y="0"/>
                </a:lnTo>
                <a:lnTo>
                  <a:pt x="150" y="0"/>
                </a:lnTo>
                <a:lnTo>
                  <a:pt x="155" y="0"/>
                </a:lnTo>
                <a:lnTo>
                  <a:pt x="160" y="0"/>
                </a:lnTo>
                <a:lnTo>
                  <a:pt x="165" y="0"/>
                </a:lnTo>
                <a:lnTo>
                  <a:pt x="170" y="1"/>
                </a:lnTo>
                <a:lnTo>
                  <a:pt x="174" y="1"/>
                </a:lnTo>
                <a:lnTo>
                  <a:pt x="179" y="2"/>
                </a:lnTo>
                <a:lnTo>
                  <a:pt x="184" y="2"/>
                </a:lnTo>
                <a:lnTo>
                  <a:pt x="189" y="3"/>
                </a:lnTo>
                <a:lnTo>
                  <a:pt x="194" y="4"/>
                </a:lnTo>
                <a:lnTo>
                  <a:pt x="198" y="5"/>
                </a:lnTo>
                <a:lnTo>
                  <a:pt x="203" y="6"/>
                </a:lnTo>
                <a:lnTo>
                  <a:pt x="207" y="7"/>
                </a:lnTo>
                <a:lnTo>
                  <a:pt x="212" y="8"/>
                </a:lnTo>
                <a:lnTo>
                  <a:pt x="217" y="9"/>
                </a:lnTo>
                <a:lnTo>
                  <a:pt x="221" y="11"/>
                </a:lnTo>
                <a:lnTo>
                  <a:pt x="225" y="12"/>
                </a:lnTo>
                <a:lnTo>
                  <a:pt x="230" y="14"/>
                </a:lnTo>
                <a:lnTo>
                  <a:pt x="235" y="16"/>
                </a:lnTo>
                <a:lnTo>
                  <a:pt x="239" y="17"/>
                </a:lnTo>
                <a:lnTo>
                  <a:pt x="243" y="19"/>
                </a:lnTo>
                <a:lnTo>
                  <a:pt x="247" y="21"/>
                </a:lnTo>
                <a:lnTo>
                  <a:pt x="251" y="23"/>
                </a:lnTo>
                <a:lnTo>
                  <a:pt x="255" y="26"/>
                </a:lnTo>
                <a:lnTo>
                  <a:pt x="259" y="28"/>
                </a:lnTo>
                <a:lnTo>
                  <a:pt x="262" y="30"/>
                </a:lnTo>
                <a:lnTo>
                  <a:pt x="266" y="33"/>
                </a:lnTo>
                <a:lnTo>
                  <a:pt x="269" y="35"/>
                </a:lnTo>
                <a:lnTo>
                  <a:pt x="272" y="39"/>
                </a:lnTo>
                <a:lnTo>
                  <a:pt x="275" y="41"/>
                </a:lnTo>
                <a:lnTo>
                  <a:pt x="279" y="44"/>
                </a:lnTo>
                <a:lnTo>
                  <a:pt x="281" y="47"/>
                </a:lnTo>
                <a:lnTo>
                  <a:pt x="284" y="50"/>
                </a:lnTo>
                <a:lnTo>
                  <a:pt x="287" y="53"/>
                </a:lnTo>
                <a:lnTo>
                  <a:pt x="289" y="56"/>
                </a:lnTo>
                <a:lnTo>
                  <a:pt x="292" y="59"/>
                </a:lnTo>
                <a:lnTo>
                  <a:pt x="294" y="62"/>
                </a:lnTo>
                <a:lnTo>
                  <a:pt x="296" y="65"/>
                </a:lnTo>
                <a:lnTo>
                  <a:pt x="298" y="68"/>
                </a:lnTo>
                <a:lnTo>
                  <a:pt x="300" y="71"/>
                </a:lnTo>
                <a:lnTo>
                  <a:pt x="302" y="75"/>
                </a:lnTo>
                <a:lnTo>
                  <a:pt x="303" y="78"/>
                </a:lnTo>
                <a:lnTo>
                  <a:pt x="305" y="81"/>
                </a:lnTo>
                <a:lnTo>
                  <a:pt x="306" y="85"/>
                </a:lnTo>
                <a:lnTo>
                  <a:pt x="307" y="88"/>
                </a:lnTo>
                <a:lnTo>
                  <a:pt x="308" y="91"/>
                </a:lnTo>
                <a:lnTo>
                  <a:pt x="309" y="95"/>
                </a:lnTo>
                <a:lnTo>
                  <a:pt x="310" y="98"/>
                </a:lnTo>
                <a:lnTo>
                  <a:pt x="310" y="102"/>
                </a:lnTo>
                <a:lnTo>
                  <a:pt x="311" y="105"/>
                </a:lnTo>
                <a:lnTo>
                  <a:pt x="311" y="109"/>
                </a:lnTo>
                <a:lnTo>
                  <a:pt x="311" y="112"/>
                </a:lnTo>
                <a:close/>
              </a:path>
            </a:pathLst>
          </a:custGeom>
          <a:solidFill>
            <a:srgbClr val="fffa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2" name=""/>
          <p:cNvSpPr/>
          <p:nvPr/>
        </p:nvSpPr>
        <p:spPr>
          <a:xfrm>
            <a:off x="8005320" y="2903040"/>
            <a:ext cx="114840" cy="82440"/>
          </a:xfrm>
          <a:custGeom>
            <a:avLst/>
            <a:gdLst/>
            <a:ahLst/>
            <a:rect l="0" t="0" r="r" b="b"/>
            <a:pathLst>
              <a:path w="319" h="229">
                <a:moveTo>
                  <a:pt x="315" y="114"/>
                </a:moveTo>
                <a:lnTo>
                  <a:pt x="315" y="111"/>
                </a:lnTo>
                <a:lnTo>
                  <a:pt x="315" y="107"/>
                </a:lnTo>
                <a:lnTo>
                  <a:pt x="314" y="104"/>
                </a:lnTo>
                <a:lnTo>
                  <a:pt x="314" y="100"/>
                </a:lnTo>
                <a:lnTo>
                  <a:pt x="313" y="97"/>
                </a:lnTo>
                <a:lnTo>
                  <a:pt x="312" y="93"/>
                </a:lnTo>
                <a:lnTo>
                  <a:pt x="311" y="90"/>
                </a:lnTo>
                <a:lnTo>
                  <a:pt x="310" y="87"/>
                </a:lnTo>
                <a:lnTo>
                  <a:pt x="309" y="83"/>
                </a:lnTo>
                <a:lnTo>
                  <a:pt x="307" y="80"/>
                </a:lnTo>
                <a:lnTo>
                  <a:pt x="306" y="77"/>
                </a:lnTo>
                <a:lnTo>
                  <a:pt x="304" y="73"/>
                </a:lnTo>
                <a:lnTo>
                  <a:pt x="302" y="70"/>
                </a:lnTo>
                <a:lnTo>
                  <a:pt x="300" y="67"/>
                </a:lnTo>
                <a:lnTo>
                  <a:pt x="298" y="64"/>
                </a:lnTo>
                <a:lnTo>
                  <a:pt x="296" y="61"/>
                </a:lnTo>
                <a:lnTo>
                  <a:pt x="293" y="58"/>
                </a:lnTo>
                <a:lnTo>
                  <a:pt x="291" y="55"/>
                </a:lnTo>
                <a:lnTo>
                  <a:pt x="288" y="52"/>
                </a:lnTo>
                <a:lnTo>
                  <a:pt x="285" y="49"/>
                </a:lnTo>
                <a:lnTo>
                  <a:pt x="283" y="46"/>
                </a:lnTo>
                <a:lnTo>
                  <a:pt x="279" y="43"/>
                </a:lnTo>
                <a:lnTo>
                  <a:pt x="276" y="41"/>
                </a:lnTo>
                <a:lnTo>
                  <a:pt x="273" y="38"/>
                </a:lnTo>
                <a:lnTo>
                  <a:pt x="270" y="36"/>
                </a:lnTo>
                <a:lnTo>
                  <a:pt x="266" y="33"/>
                </a:lnTo>
                <a:lnTo>
                  <a:pt x="263" y="31"/>
                </a:lnTo>
                <a:lnTo>
                  <a:pt x="259" y="29"/>
                </a:lnTo>
                <a:lnTo>
                  <a:pt x="255" y="26"/>
                </a:lnTo>
                <a:lnTo>
                  <a:pt x="251" y="24"/>
                </a:lnTo>
                <a:lnTo>
                  <a:pt x="247" y="22"/>
                </a:lnTo>
                <a:lnTo>
                  <a:pt x="243" y="20"/>
                </a:lnTo>
                <a:lnTo>
                  <a:pt x="239" y="19"/>
                </a:lnTo>
                <a:lnTo>
                  <a:pt x="235" y="17"/>
                </a:lnTo>
                <a:lnTo>
                  <a:pt x="230" y="15"/>
                </a:lnTo>
                <a:lnTo>
                  <a:pt x="226" y="14"/>
                </a:lnTo>
                <a:lnTo>
                  <a:pt x="222" y="12"/>
                </a:lnTo>
                <a:lnTo>
                  <a:pt x="217" y="11"/>
                </a:lnTo>
                <a:lnTo>
                  <a:pt x="212" y="10"/>
                </a:lnTo>
                <a:lnTo>
                  <a:pt x="208" y="9"/>
                </a:lnTo>
                <a:lnTo>
                  <a:pt x="203" y="8"/>
                </a:lnTo>
                <a:lnTo>
                  <a:pt x="199" y="7"/>
                </a:lnTo>
                <a:lnTo>
                  <a:pt x="194" y="6"/>
                </a:lnTo>
                <a:lnTo>
                  <a:pt x="189" y="5"/>
                </a:lnTo>
                <a:lnTo>
                  <a:pt x="184" y="5"/>
                </a:lnTo>
                <a:lnTo>
                  <a:pt x="179" y="4"/>
                </a:lnTo>
                <a:lnTo>
                  <a:pt x="175" y="4"/>
                </a:lnTo>
                <a:lnTo>
                  <a:pt x="170" y="3"/>
                </a:lnTo>
                <a:lnTo>
                  <a:pt x="165" y="3"/>
                </a:lnTo>
                <a:lnTo>
                  <a:pt x="160" y="3"/>
                </a:lnTo>
                <a:lnTo>
                  <a:pt x="155" y="3"/>
                </a:lnTo>
                <a:lnTo>
                  <a:pt x="150" y="3"/>
                </a:lnTo>
                <a:lnTo>
                  <a:pt x="145" y="4"/>
                </a:lnTo>
                <a:lnTo>
                  <a:pt x="141" y="4"/>
                </a:lnTo>
                <a:lnTo>
                  <a:pt x="136" y="5"/>
                </a:lnTo>
                <a:lnTo>
                  <a:pt x="131" y="5"/>
                </a:lnTo>
                <a:lnTo>
                  <a:pt x="126" y="6"/>
                </a:lnTo>
                <a:lnTo>
                  <a:pt x="121" y="7"/>
                </a:lnTo>
                <a:lnTo>
                  <a:pt x="117" y="8"/>
                </a:lnTo>
                <a:lnTo>
                  <a:pt x="111" y="9"/>
                </a:lnTo>
                <a:lnTo>
                  <a:pt x="106" y="10"/>
                </a:lnTo>
                <a:lnTo>
                  <a:pt x="102" y="11"/>
                </a:lnTo>
                <a:lnTo>
                  <a:pt x="97" y="12"/>
                </a:lnTo>
                <a:lnTo>
                  <a:pt x="93" y="14"/>
                </a:lnTo>
                <a:lnTo>
                  <a:pt x="89" y="15"/>
                </a:lnTo>
                <a:lnTo>
                  <a:pt x="84" y="17"/>
                </a:lnTo>
                <a:lnTo>
                  <a:pt x="80" y="19"/>
                </a:lnTo>
                <a:lnTo>
                  <a:pt x="76" y="20"/>
                </a:lnTo>
                <a:lnTo>
                  <a:pt x="72" y="22"/>
                </a:lnTo>
                <a:lnTo>
                  <a:pt x="68" y="24"/>
                </a:lnTo>
                <a:lnTo>
                  <a:pt x="64" y="26"/>
                </a:lnTo>
                <a:lnTo>
                  <a:pt x="60" y="29"/>
                </a:lnTo>
                <a:lnTo>
                  <a:pt x="56" y="31"/>
                </a:lnTo>
                <a:lnTo>
                  <a:pt x="53" y="33"/>
                </a:lnTo>
                <a:lnTo>
                  <a:pt x="49" y="36"/>
                </a:lnTo>
                <a:lnTo>
                  <a:pt x="46" y="38"/>
                </a:lnTo>
                <a:lnTo>
                  <a:pt x="43" y="41"/>
                </a:lnTo>
                <a:lnTo>
                  <a:pt x="39" y="43"/>
                </a:lnTo>
                <a:lnTo>
                  <a:pt x="36" y="46"/>
                </a:lnTo>
                <a:lnTo>
                  <a:pt x="33" y="49"/>
                </a:lnTo>
                <a:lnTo>
                  <a:pt x="31" y="52"/>
                </a:lnTo>
                <a:lnTo>
                  <a:pt x="28" y="55"/>
                </a:lnTo>
                <a:lnTo>
                  <a:pt x="25" y="58"/>
                </a:lnTo>
                <a:lnTo>
                  <a:pt x="23" y="61"/>
                </a:lnTo>
                <a:lnTo>
                  <a:pt x="21" y="64"/>
                </a:lnTo>
                <a:lnTo>
                  <a:pt x="19" y="67"/>
                </a:lnTo>
                <a:lnTo>
                  <a:pt x="17" y="70"/>
                </a:lnTo>
                <a:lnTo>
                  <a:pt x="15" y="73"/>
                </a:lnTo>
                <a:lnTo>
                  <a:pt x="13" y="77"/>
                </a:lnTo>
                <a:lnTo>
                  <a:pt x="11" y="80"/>
                </a:lnTo>
                <a:lnTo>
                  <a:pt x="10" y="83"/>
                </a:lnTo>
                <a:lnTo>
                  <a:pt x="9" y="87"/>
                </a:lnTo>
                <a:lnTo>
                  <a:pt x="8" y="90"/>
                </a:lnTo>
                <a:lnTo>
                  <a:pt x="7" y="93"/>
                </a:lnTo>
                <a:lnTo>
                  <a:pt x="6" y="97"/>
                </a:lnTo>
                <a:lnTo>
                  <a:pt x="5" y="100"/>
                </a:lnTo>
                <a:lnTo>
                  <a:pt x="5" y="104"/>
                </a:lnTo>
                <a:lnTo>
                  <a:pt x="4" y="107"/>
                </a:lnTo>
                <a:lnTo>
                  <a:pt x="4" y="111"/>
                </a:lnTo>
                <a:lnTo>
                  <a:pt x="4" y="114"/>
                </a:lnTo>
                <a:lnTo>
                  <a:pt x="4" y="118"/>
                </a:lnTo>
                <a:lnTo>
                  <a:pt x="4" y="121"/>
                </a:lnTo>
                <a:lnTo>
                  <a:pt x="5" y="125"/>
                </a:lnTo>
                <a:lnTo>
                  <a:pt x="5" y="128"/>
                </a:lnTo>
                <a:lnTo>
                  <a:pt x="6" y="132"/>
                </a:lnTo>
                <a:lnTo>
                  <a:pt x="7" y="135"/>
                </a:lnTo>
                <a:lnTo>
                  <a:pt x="8" y="139"/>
                </a:lnTo>
                <a:lnTo>
                  <a:pt x="9" y="142"/>
                </a:lnTo>
                <a:lnTo>
                  <a:pt x="10" y="145"/>
                </a:lnTo>
                <a:lnTo>
                  <a:pt x="11" y="149"/>
                </a:lnTo>
                <a:lnTo>
                  <a:pt x="13" y="152"/>
                </a:lnTo>
                <a:lnTo>
                  <a:pt x="15" y="155"/>
                </a:lnTo>
                <a:lnTo>
                  <a:pt x="17" y="158"/>
                </a:lnTo>
                <a:lnTo>
                  <a:pt x="19" y="162"/>
                </a:lnTo>
                <a:lnTo>
                  <a:pt x="21" y="165"/>
                </a:lnTo>
                <a:lnTo>
                  <a:pt x="23" y="168"/>
                </a:lnTo>
                <a:lnTo>
                  <a:pt x="25" y="171"/>
                </a:lnTo>
                <a:lnTo>
                  <a:pt x="28" y="174"/>
                </a:lnTo>
                <a:lnTo>
                  <a:pt x="31" y="177"/>
                </a:lnTo>
                <a:lnTo>
                  <a:pt x="33" y="180"/>
                </a:lnTo>
                <a:lnTo>
                  <a:pt x="36" y="182"/>
                </a:lnTo>
                <a:lnTo>
                  <a:pt x="39" y="185"/>
                </a:lnTo>
                <a:lnTo>
                  <a:pt x="43" y="188"/>
                </a:lnTo>
                <a:lnTo>
                  <a:pt x="46" y="190"/>
                </a:lnTo>
                <a:lnTo>
                  <a:pt x="49" y="193"/>
                </a:lnTo>
                <a:lnTo>
                  <a:pt x="53" y="195"/>
                </a:lnTo>
                <a:lnTo>
                  <a:pt x="56" y="198"/>
                </a:lnTo>
                <a:lnTo>
                  <a:pt x="60" y="200"/>
                </a:lnTo>
                <a:lnTo>
                  <a:pt x="64" y="202"/>
                </a:lnTo>
                <a:lnTo>
                  <a:pt x="68" y="204"/>
                </a:lnTo>
                <a:lnTo>
                  <a:pt x="72" y="206"/>
                </a:lnTo>
                <a:lnTo>
                  <a:pt x="76" y="208"/>
                </a:lnTo>
                <a:lnTo>
                  <a:pt x="80" y="210"/>
                </a:lnTo>
                <a:lnTo>
                  <a:pt x="84" y="212"/>
                </a:lnTo>
                <a:lnTo>
                  <a:pt x="89" y="213"/>
                </a:lnTo>
                <a:lnTo>
                  <a:pt x="93" y="215"/>
                </a:lnTo>
                <a:lnTo>
                  <a:pt x="97" y="216"/>
                </a:lnTo>
                <a:lnTo>
                  <a:pt x="102" y="218"/>
                </a:lnTo>
                <a:lnTo>
                  <a:pt x="106" y="219"/>
                </a:lnTo>
                <a:lnTo>
                  <a:pt x="111" y="220"/>
                </a:lnTo>
                <a:lnTo>
                  <a:pt x="117" y="221"/>
                </a:lnTo>
                <a:lnTo>
                  <a:pt x="121" y="223"/>
                </a:lnTo>
                <a:lnTo>
                  <a:pt x="126" y="224"/>
                </a:lnTo>
                <a:lnTo>
                  <a:pt x="131" y="224"/>
                </a:lnTo>
                <a:lnTo>
                  <a:pt x="136" y="225"/>
                </a:lnTo>
                <a:lnTo>
                  <a:pt x="141" y="226"/>
                </a:lnTo>
                <a:lnTo>
                  <a:pt x="145" y="226"/>
                </a:lnTo>
                <a:lnTo>
                  <a:pt x="150" y="226"/>
                </a:lnTo>
                <a:lnTo>
                  <a:pt x="155" y="226"/>
                </a:lnTo>
                <a:lnTo>
                  <a:pt x="160" y="226"/>
                </a:lnTo>
                <a:lnTo>
                  <a:pt x="165" y="226"/>
                </a:lnTo>
                <a:lnTo>
                  <a:pt x="170" y="226"/>
                </a:lnTo>
                <a:lnTo>
                  <a:pt x="175" y="226"/>
                </a:lnTo>
                <a:lnTo>
                  <a:pt x="179" y="226"/>
                </a:lnTo>
                <a:lnTo>
                  <a:pt x="184" y="225"/>
                </a:lnTo>
                <a:lnTo>
                  <a:pt x="189" y="224"/>
                </a:lnTo>
                <a:lnTo>
                  <a:pt x="194" y="224"/>
                </a:lnTo>
                <a:lnTo>
                  <a:pt x="199" y="223"/>
                </a:lnTo>
                <a:lnTo>
                  <a:pt x="203" y="221"/>
                </a:lnTo>
                <a:lnTo>
                  <a:pt x="208" y="220"/>
                </a:lnTo>
                <a:lnTo>
                  <a:pt x="212" y="219"/>
                </a:lnTo>
                <a:lnTo>
                  <a:pt x="217" y="218"/>
                </a:lnTo>
                <a:lnTo>
                  <a:pt x="222" y="216"/>
                </a:lnTo>
                <a:lnTo>
                  <a:pt x="226" y="215"/>
                </a:lnTo>
                <a:lnTo>
                  <a:pt x="230" y="213"/>
                </a:lnTo>
                <a:lnTo>
                  <a:pt x="235" y="212"/>
                </a:lnTo>
                <a:lnTo>
                  <a:pt x="239" y="210"/>
                </a:lnTo>
                <a:lnTo>
                  <a:pt x="243" y="208"/>
                </a:lnTo>
                <a:lnTo>
                  <a:pt x="247" y="206"/>
                </a:lnTo>
                <a:lnTo>
                  <a:pt x="251" y="204"/>
                </a:lnTo>
                <a:lnTo>
                  <a:pt x="255" y="202"/>
                </a:lnTo>
                <a:lnTo>
                  <a:pt x="259" y="200"/>
                </a:lnTo>
                <a:lnTo>
                  <a:pt x="263" y="198"/>
                </a:lnTo>
                <a:lnTo>
                  <a:pt x="266" y="195"/>
                </a:lnTo>
                <a:lnTo>
                  <a:pt x="270" y="193"/>
                </a:lnTo>
                <a:lnTo>
                  <a:pt x="273" y="190"/>
                </a:lnTo>
                <a:lnTo>
                  <a:pt x="276" y="188"/>
                </a:lnTo>
                <a:lnTo>
                  <a:pt x="279" y="185"/>
                </a:lnTo>
                <a:lnTo>
                  <a:pt x="283" y="182"/>
                </a:lnTo>
                <a:lnTo>
                  <a:pt x="285" y="180"/>
                </a:lnTo>
                <a:lnTo>
                  <a:pt x="288" y="177"/>
                </a:lnTo>
                <a:lnTo>
                  <a:pt x="291" y="174"/>
                </a:lnTo>
                <a:lnTo>
                  <a:pt x="293" y="171"/>
                </a:lnTo>
                <a:lnTo>
                  <a:pt x="296" y="168"/>
                </a:lnTo>
                <a:lnTo>
                  <a:pt x="298" y="165"/>
                </a:lnTo>
                <a:lnTo>
                  <a:pt x="300" y="162"/>
                </a:lnTo>
                <a:lnTo>
                  <a:pt x="302" y="158"/>
                </a:lnTo>
                <a:lnTo>
                  <a:pt x="304" y="155"/>
                </a:lnTo>
                <a:lnTo>
                  <a:pt x="306" y="152"/>
                </a:lnTo>
                <a:lnTo>
                  <a:pt x="307" y="149"/>
                </a:lnTo>
                <a:lnTo>
                  <a:pt x="309" y="145"/>
                </a:lnTo>
                <a:lnTo>
                  <a:pt x="310" y="142"/>
                </a:lnTo>
                <a:lnTo>
                  <a:pt x="311" y="139"/>
                </a:lnTo>
                <a:lnTo>
                  <a:pt x="312" y="135"/>
                </a:lnTo>
                <a:lnTo>
                  <a:pt x="313" y="132"/>
                </a:lnTo>
                <a:lnTo>
                  <a:pt x="314" y="128"/>
                </a:lnTo>
                <a:lnTo>
                  <a:pt x="314" y="125"/>
                </a:lnTo>
                <a:lnTo>
                  <a:pt x="315" y="121"/>
                </a:lnTo>
                <a:lnTo>
                  <a:pt x="315" y="118"/>
                </a:lnTo>
                <a:lnTo>
                  <a:pt x="315" y="114"/>
                </a:lnTo>
                <a:moveTo>
                  <a:pt x="319" y="114"/>
                </a:moveTo>
                <a:lnTo>
                  <a:pt x="319" y="118"/>
                </a:lnTo>
                <a:lnTo>
                  <a:pt x="319" y="121"/>
                </a:lnTo>
                <a:lnTo>
                  <a:pt x="318" y="125"/>
                </a:lnTo>
                <a:lnTo>
                  <a:pt x="318" y="129"/>
                </a:lnTo>
                <a:lnTo>
                  <a:pt x="317" y="132"/>
                </a:lnTo>
                <a:lnTo>
                  <a:pt x="316" y="136"/>
                </a:lnTo>
                <a:lnTo>
                  <a:pt x="315" y="139"/>
                </a:lnTo>
                <a:lnTo>
                  <a:pt x="314" y="143"/>
                </a:lnTo>
                <a:lnTo>
                  <a:pt x="313" y="146"/>
                </a:lnTo>
                <a:lnTo>
                  <a:pt x="311" y="149"/>
                </a:lnTo>
                <a:lnTo>
                  <a:pt x="310" y="153"/>
                </a:lnTo>
                <a:lnTo>
                  <a:pt x="308" y="156"/>
                </a:lnTo>
                <a:lnTo>
                  <a:pt x="306" y="160"/>
                </a:lnTo>
                <a:lnTo>
                  <a:pt x="304" y="163"/>
                </a:lnTo>
                <a:lnTo>
                  <a:pt x="302" y="166"/>
                </a:lnTo>
                <a:lnTo>
                  <a:pt x="299" y="169"/>
                </a:lnTo>
                <a:lnTo>
                  <a:pt x="297" y="172"/>
                </a:lnTo>
                <a:lnTo>
                  <a:pt x="294" y="175"/>
                </a:lnTo>
                <a:lnTo>
                  <a:pt x="291" y="178"/>
                </a:lnTo>
                <a:lnTo>
                  <a:pt x="289" y="181"/>
                </a:lnTo>
                <a:lnTo>
                  <a:pt x="286" y="184"/>
                </a:lnTo>
                <a:lnTo>
                  <a:pt x="282" y="187"/>
                </a:lnTo>
                <a:lnTo>
                  <a:pt x="279" y="190"/>
                </a:lnTo>
                <a:lnTo>
                  <a:pt x="276" y="192"/>
                </a:lnTo>
                <a:lnTo>
                  <a:pt x="272" y="195"/>
                </a:lnTo>
                <a:lnTo>
                  <a:pt x="269" y="197"/>
                </a:lnTo>
                <a:lnTo>
                  <a:pt x="265" y="200"/>
                </a:lnTo>
                <a:lnTo>
                  <a:pt x="261" y="202"/>
                </a:lnTo>
                <a:lnTo>
                  <a:pt x="257" y="204"/>
                </a:lnTo>
                <a:lnTo>
                  <a:pt x="253" y="206"/>
                </a:lnTo>
                <a:lnTo>
                  <a:pt x="249" y="209"/>
                </a:lnTo>
                <a:lnTo>
                  <a:pt x="245" y="210"/>
                </a:lnTo>
                <a:lnTo>
                  <a:pt x="241" y="212"/>
                </a:lnTo>
                <a:lnTo>
                  <a:pt x="237" y="214"/>
                </a:lnTo>
                <a:lnTo>
                  <a:pt x="232" y="216"/>
                </a:lnTo>
                <a:lnTo>
                  <a:pt x="228" y="217"/>
                </a:lnTo>
                <a:lnTo>
                  <a:pt x="223" y="219"/>
                </a:lnTo>
                <a:lnTo>
                  <a:pt x="218" y="220"/>
                </a:lnTo>
                <a:lnTo>
                  <a:pt x="214" y="221"/>
                </a:lnTo>
                <a:lnTo>
                  <a:pt x="209" y="224"/>
                </a:lnTo>
                <a:lnTo>
                  <a:pt x="204" y="225"/>
                </a:lnTo>
                <a:lnTo>
                  <a:pt x="199" y="226"/>
                </a:lnTo>
                <a:lnTo>
                  <a:pt x="195" y="226"/>
                </a:lnTo>
                <a:lnTo>
                  <a:pt x="190" y="227"/>
                </a:lnTo>
                <a:lnTo>
                  <a:pt x="185" y="228"/>
                </a:lnTo>
                <a:lnTo>
                  <a:pt x="180" y="228"/>
                </a:lnTo>
                <a:lnTo>
                  <a:pt x="175" y="229"/>
                </a:lnTo>
                <a:lnTo>
                  <a:pt x="170" y="229"/>
                </a:lnTo>
                <a:lnTo>
                  <a:pt x="165" y="229"/>
                </a:lnTo>
                <a:lnTo>
                  <a:pt x="160" y="229"/>
                </a:lnTo>
                <a:lnTo>
                  <a:pt x="155" y="229"/>
                </a:lnTo>
                <a:lnTo>
                  <a:pt x="150" y="229"/>
                </a:lnTo>
                <a:lnTo>
                  <a:pt x="145" y="229"/>
                </a:lnTo>
                <a:lnTo>
                  <a:pt x="140" y="228"/>
                </a:lnTo>
                <a:lnTo>
                  <a:pt x="135" y="228"/>
                </a:lnTo>
                <a:lnTo>
                  <a:pt x="130" y="227"/>
                </a:lnTo>
                <a:lnTo>
                  <a:pt x="125" y="226"/>
                </a:lnTo>
                <a:lnTo>
                  <a:pt x="120" y="226"/>
                </a:lnTo>
                <a:lnTo>
                  <a:pt x="116" y="225"/>
                </a:lnTo>
                <a:lnTo>
                  <a:pt x="110" y="224"/>
                </a:lnTo>
                <a:lnTo>
                  <a:pt x="105" y="221"/>
                </a:lnTo>
                <a:lnTo>
                  <a:pt x="100" y="220"/>
                </a:lnTo>
                <a:lnTo>
                  <a:pt x="96" y="219"/>
                </a:lnTo>
                <a:lnTo>
                  <a:pt x="91" y="217"/>
                </a:lnTo>
                <a:lnTo>
                  <a:pt x="87" y="216"/>
                </a:lnTo>
                <a:lnTo>
                  <a:pt x="82" y="214"/>
                </a:lnTo>
                <a:lnTo>
                  <a:pt x="78" y="212"/>
                </a:lnTo>
                <a:lnTo>
                  <a:pt x="74" y="210"/>
                </a:lnTo>
                <a:lnTo>
                  <a:pt x="70" y="209"/>
                </a:lnTo>
                <a:lnTo>
                  <a:pt x="65" y="206"/>
                </a:lnTo>
                <a:lnTo>
                  <a:pt x="62" y="204"/>
                </a:lnTo>
                <a:lnTo>
                  <a:pt x="58" y="202"/>
                </a:lnTo>
                <a:lnTo>
                  <a:pt x="54" y="200"/>
                </a:lnTo>
                <a:lnTo>
                  <a:pt x="50" y="197"/>
                </a:lnTo>
                <a:lnTo>
                  <a:pt x="47" y="195"/>
                </a:lnTo>
                <a:lnTo>
                  <a:pt x="43" y="192"/>
                </a:lnTo>
                <a:lnTo>
                  <a:pt x="40" y="190"/>
                </a:lnTo>
                <a:lnTo>
                  <a:pt x="36" y="187"/>
                </a:lnTo>
                <a:lnTo>
                  <a:pt x="33" y="184"/>
                </a:lnTo>
                <a:lnTo>
                  <a:pt x="30" y="181"/>
                </a:lnTo>
                <a:lnTo>
                  <a:pt x="27" y="178"/>
                </a:lnTo>
                <a:lnTo>
                  <a:pt x="25" y="175"/>
                </a:lnTo>
                <a:lnTo>
                  <a:pt x="22" y="172"/>
                </a:lnTo>
                <a:lnTo>
                  <a:pt x="20" y="169"/>
                </a:lnTo>
                <a:lnTo>
                  <a:pt x="17" y="166"/>
                </a:lnTo>
                <a:lnTo>
                  <a:pt x="15" y="163"/>
                </a:lnTo>
                <a:lnTo>
                  <a:pt x="13" y="160"/>
                </a:lnTo>
                <a:lnTo>
                  <a:pt x="11" y="156"/>
                </a:lnTo>
                <a:lnTo>
                  <a:pt x="9" y="153"/>
                </a:lnTo>
                <a:lnTo>
                  <a:pt x="8" y="149"/>
                </a:lnTo>
                <a:lnTo>
                  <a:pt x="6" y="146"/>
                </a:lnTo>
                <a:lnTo>
                  <a:pt x="5" y="143"/>
                </a:lnTo>
                <a:lnTo>
                  <a:pt x="4" y="139"/>
                </a:lnTo>
                <a:lnTo>
                  <a:pt x="3" y="136"/>
                </a:lnTo>
                <a:lnTo>
                  <a:pt x="2" y="132"/>
                </a:lnTo>
                <a:lnTo>
                  <a:pt x="1" y="129"/>
                </a:lnTo>
                <a:lnTo>
                  <a:pt x="1" y="125"/>
                </a:lnTo>
                <a:lnTo>
                  <a:pt x="0" y="121"/>
                </a:lnTo>
                <a:lnTo>
                  <a:pt x="0" y="118"/>
                </a:lnTo>
                <a:lnTo>
                  <a:pt x="0" y="114"/>
                </a:lnTo>
                <a:lnTo>
                  <a:pt x="0" y="111"/>
                </a:lnTo>
                <a:lnTo>
                  <a:pt x="0" y="107"/>
                </a:lnTo>
                <a:lnTo>
                  <a:pt x="1" y="104"/>
                </a:lnTo>
                <a:lnTo>
                  <a:pt x="1" y="100"/>
                </a:lnTo>
                <a:lnTo>
                  <a:pt x="2" y="96"/>
                </a:lnTo>
                <a:lnTo>
                  <a:pt x="3" y="93"/>
                </a:lnTo>
                <a:lnTo>
                  <a:pt x="4" y="89"/>
                </a:lnTo>
                <a:lnTo>
                  <a:pt x="5" y="86"/>
                </a:lnTo>
                <a:lnTo>
                  <a:pt x="6" y="83"/>
                </a:lnTo>
                <a:lnTo>
                  <a:pt x="8" y="79"/>
                </a:lnTo>
                <a:lnTo>
                  <a:pt x="9" y="76"/>
                </a:lnTo>
                <a:lnTo>
                  <a:pt x="11" y="72"/>
                </a:lnTo>
                <a:lnTo>
                  <a:pt x="13" y="69"/>
                </a:lnTo>
                <a:lnTo>
                  <a:pt x="15" y="66"/>
                </a:lnTo>
                <a:lnTo>
                  <a:pt x="17" y="63"/>
                </a:lnTo>
                <a:lnTo>
                  <a:pt x="20" y="59"/>
                </a:lnTo>
                <a:lnTo>
                  <a:pt x="22" y="56"/>
                </a:lnTo>
                <a:lnTo>
                  <a:pt x="25" y="53"/>
                </a:lnTo>
                <a:lnTo>
                  <a:pt x="27" y="50"/>
                </a:lnTo>
                <a:lnTo>
                  <a:pt x="30" y="47"/>
                </a:lnTo>
                <a:lnTo>
                  <a:pt x="33" y="44"/>
                </a:lnTo>
                <a:lnTo>
                  <a:pt x="36" y="42"/>
                </a:lnTo>
                <a:lnTo>
                  <a:pt x="40" y="39"/>
                </a:lnTo>
                <a:lnTo>
                  <a:pt x="43" y="36"/>
                </a:lnTo>
                <a:lnTo>
                  <a:pt x="47" y="34"/>
                </a:lnTo>
                <a:lnTo>
                  <a:pt x="50" y="31"/>
                </a:lnTo>
                <a:lnTo>
                  <a:pt x="54" y="29"/>
                </a:lnTo>
                <a:lnTo>
                  <a:pt x="58" y="27"/>
                </a:lnTo>
                <a:lnTo>
                  <a:pt x="62" y="24"/>
                </a:lnTo>
                <a:lnTo>
                  <a:pt x="65" y="22"/>
                </a:lnTo>
                <a:lnTo>
                  <a:pt x="70" y="20"/>
                </a:lnTo>
                <a:lnTo>
                  <a:pt x="74" y="18"/>
                </a:lnTo>
                <a:lnTo>
                  <a:pt x="78" y="16"/>
                </a:lnTo>
                <a:lnTo>
                  <a:pt x="82" y="14"/>
                </a:lnTo>
                <a:lnTo>
                  <a:pt x="87" y="13"/>
                </a:lnTo>
                <a:lnTo>
                  <a:pt x="91" y="11"/>
                </a:lnTo>
                <a:lnTo>
                  <a:pt x="96" y="10"/>
                </a:lnTo>
                <a:lnTo>
                  <a:pt x="100" y="8"/>
                </a:lnTo>
                <a:lnTo>
                  <a:pt x="105" y="7"/>
                </a:lnTo>
                <a:lnTo>
                  <a:pt x="110" y="6"/>
                </a:lnTo>
                <a:lnTo>
                  <a:pt x="116" y="5"/>
                </a:lnTo>
                <a:lnTo>
                  <a:pt x="120" y="4"/>
                </a:lnTo>
                <a:lnTo>
                  <a:pt x="125" y="3"/>
                </a:lnTo>
                <a:lnTo>
                  <a:pt x="130" y="2"/>
                </a:lnTo>
                <a:lnTo>
                  <a:pt x="135" y="2"/>
                </a:lnTo>
                <a:lnTo>
                  <a:pt x="140" y="1"/>
                </a:lnTo>
                <a:lnTo>
                  <a:pt x="145" y="1"/>
                </a:lnTo>
                <a:lnTo>
                  <a:pt x="150" y="1"/>
                </a:lnTo>
                <a:lnTo>
                  <a:pt x="155" y="0"/>
                </a:lnTo>
                <a:lnTo>
                  <a:pt x="160" y="0"/>
                </a:lnTo>
                <a:lnTo>
                  <a:pt x="165" y="0"/>
                </a:lnTo>
                <a:lnTo>
                  <a:pt x="170" y="1"/>
                </a:lnTo>
                <a:lnTo>
                  <a:pt x="175" y="1"/>
                </a:lnTo>
                <a:lnTo>
                  <a:pt x="180" y="1"/>
                </a:lnTo>
                <a:lnTo>
                  <a:pt x="185" y="2"/>
                </a:lnTo>
                <a:lnTo>
                  <a:pt x="190" y="2"/>
                </a:lnTo>
                <a:lnTo>
                  <a:pt x="195" y="3"/>
                </a:lnTo>
                <a:lnTo>
                  <a:pt x="199" y="4"/>
                </a:lnTo>
                <a:lnTo>
                  <a:pt x="204" y="5"/>
                </a:lnTo>
                <a:lnTo>
                  <a:pt x="209" y="6"/>
                </a:lnTo>
                <a:lnTo>
                  <a:pt x="214" y="7"/>
                </a:lnTo>
                <a:lnTo>
                  <a:pt x="218" y="8"/>
                </a:lnTo>
                <a:lnTo>
                  <a:pt x="223" y="10"/>
                </a:lnTo>
                <a:lnTo>
                  <a:pt x="228" y="11"/>
                </a:lnTo>
                <a:lnTo>
                  <a:pt x="232" y="13"/>
                </a:lnTo>
                <a:lnTo>
                  <a:pt x="237" y="14"/>
                </a:lnTo>
                <a:lnTo>
                  <a:pt x="241" y="16"/>
                </a:lnTo>
                <a:lnTo>
                  <a:pt x="245" y="18"/>
                </a:lnTo>
                <a:lnTo>
                  <a:pt x="249" y="20"/>
                </a:lnTo>
                <a:lnTo>
                  <a:pt x="253" y="22"/>
                </a:lnTo>
                <a:lnTo>
                  <a:pt x="257" y="24"/>
                </a:lnTo>
                <a:lnTo>
                  <a:pt x="261" y="27"/>
                </a:lnTo>
                <a:lnTo>
                  <a:pt x="265" y="29"/>
                </a:lnTo>
                <a:lnTo>
                  <a:pt x="269" y="31"/>
                </a:lnTo>
                <a:lnTo>
                  <a:pt x="272" y="34"/>
                </a:lnTo>
                <a:lnTo>
                  <a:pt x="276" y="36"/>
                </a:lnTo>
                <a:lnTo>
                  <a:pt x="279" y="39"/>
                </a:lnTo>
                <a:lnTo>
                  <a:pt x="282" y="42"/>
                </a:lnTo>
                <a:lnTo>
                  <a:pt x="286" y="44"/>
                </a:lnTo>
                <a:lnTo>
                  <a:pt x="289" y="47"/>
                </a:lnTo>
                <a:lnTo>
                  <a:pt x="291" y="50"/>
                </a:lnTo>
                <a:lnTo>
                  <a:pt x="294" y="53"/>
                </a:lnTo>
                <a:lnTo>
                  <a:pt x="297" y="56"/>
                </a:lnTo>
                <a:lnTo>
                  <a:pt x="299" y="59"/>
                </a:lnTo>
                <a:lnTo>
                  <a:pt x="302" y="63"/>
                </a:lnTo>
                <a:lnTo>
                  <a:pt x="304" y="66"/>
                </a:lnTo>
                <a:lnTo>
                  <a:pt x="306" y="69"/>
                </a:lnTo>
                <a:lnTo>
                  <a:pt x="308" y="72"/>
                </a:lnTo>
                <a:lnTo>
                  <a:pt x="310" y="76"/>
                </a:lnTo>
                <a:lnTo>
                  <a:pt x="311" y="79"/>
                </a:lnTo>
                <a:lnTo>
                  <a:pt x="313" y="83"/>
                </a:lnTo>
                <a:lnTo>
                  <a:pt x="314" y="86"/>
                </a:lnTo>
                <a:lnTo>
                  <a:pt x="315" y="89"/>
                </a:lnTo>
                <a:lnTo>
                  <a:pt x="316" y="93"/>
                </a:lnTo>
                <a:lnTo>
                  <a:pt x="317" y="96"/>
                </a:lnTo>
                <a:lnTo>
                  <a:pt x="318" y="100"/>
                </a:lnTo>
                <a:lnTo>
                  <a:pt x="318" y="104"/>
                </a:lnTo>
                <a:lnTo>
                  <a:pt x="319" y="107"/>
                </a:lnTo>
                <a:lnTo>
                  <a:pt x="319" y="111"/>
                </a:lnTo>
                <a:lnTo>
                  <a:pt x="319" y="114"/>
                </a:lnTo>
                <a:close/>
              </a:path>
            </a:pathLst>
          </a:custGeom>
          <a:solidFill>
            <a:srgbClr val="fffa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3" name=""/>
          <p:cNvSpPr/>
          <p:nvPr/>
        </p:nvSpPr>
        <p:spPr>
          <a:xfrm>
            <a:off x="8003880" y="2902320"/>
            <a:ext cx="117720" cy="84240"/>
          </a:xfrm>
          <a:custGeom>
            <a:avLst/>
            <a:gdLst/>
            <a:ahLst/>
            <a:rect l="0" t="0" r="r" b="b"/>
            <a:pathLst>
              <a:path w="327" h="234">
                <a:moveTo>
                  <a:pt x="323" y="116"/>
                </a:moveTo>
                <a:lnTo>
                  <a:pt x="323" y="113"/>
                </a:lnTo>
                <a:lnTo>
                  <a:pt x="323" y="109"/>
                </a:lnTo>
                <a:lnTo>
                  <a:pt x="322" y="106"/>
                </a:lnTo>
                <a:lnTo>
                  <a:pt x="322" y="102"/>
                </a:lnTo>
                <a:lnTo>
                  <a:pt x="321" y="98"/>
                </a:lnTo>
                <a:lnTo>
                  <a:pt x="320" y="95"/>
                </a:lnTo>
                <a:lnTo>
                  <a:pt x="319" y="91"/>
                </a:lnTo>
                <a:lnTo>
                  <a:pt x="318" y="88"/>
                </a:lnTo>
                <a:lnTo>
                  <a:pt x="317" y="85"/>
                </a:lnTo>
                <a:lnTo>
                  <a:pt x="315" y="81"/>
                </a:lnTo>
                <a:lnTo>
                  <a:pt x="314" y="78"/>
                </a:lnTo>
                <a:lnTo>
                  <a:pt x="312" y="74"/>
                </a:lnTo>
                <a:lnTo>
                  <a:pt x="310" y="71"/>
                </a:lnTo>
                <a:lnTo>
                  <a:pt x="308" y="68"/>
                </a:lnTo>
                <a:lnTo>
                  <a:pt x="306" y="65"/>
                </a:lnTo>
                <a:lnTo>
                  <a:pt x="303" y="61"/>
                </a:lnTo>
                <a:lnTo>
                  <a:pt x="301" y="58"/>
                </a:lnTo>
                <a:lnTo>
                  <a:pt x="298" y="55"/>
                </a:lnTo>
                <a:lnTo>
                  <a:pt x="295" y="52"/>
                </a:lnTo>
                <a:lnTo>
                  <a:pt x="293" y="49"/>
                </a:lnTo>
                <a:lnTo>
                  <a:pt x="290" y="46"/>
                </a:lnTo>
                <a:lnTo>
                  <a:pt x="286" y="44"/>
                </a:lnTo>
                <a:lnTo>
                  <a:pt x="283" y="41"/>
                </a:lnTo>
                <a:lnTo>
                  <a:pt x="280" y="38"/>
                </a:lnTo>
                <a:lnTo>
                  <a:pt x="276" y="36"/>
                </a:lnTo>
                <a:lnTo>
                  <a:pt x="273" y="33"/>
                </a:lnTo>
                <a:lnTo>
                  <a:pt x="269" y="31"/>
                </a:lnTo>
                <a:lnTo>
                  <a:pt x="265" y="29"/>
                </a:lnTo>
                <a:lnTo>
                  <a:pt x="261" y="26"/>
                </a:lnTo>
                <a:lnTo>
                  <a:pt x="257" y="24"/>
                </a:lnTo>
                <a:lnTo>
                  <a:pt x="253" y="22"/>
                </a:lnTo>
                <a:lnTo>
                  <a:pt x="249" y="20"/>
                </a:lnTo>
                <a:lnTo>
                  <a:pt x="245" y="18"/>
                </a:lnTo>
                <a:lnTo>
                  <a:pt x="241" y="16"/>
                </a:lnTo>
                <a:lnTo>
                  <a:pt x="236" y="15"/>
                </a:lnTo>
                <a:lnTo>
                  <a:pt x="232" y="13"/>
                </a:lnTo>
                <a:lnTo>
                  <a:pt x="227" y="12"/>
                </a:lnTo>
                <a:lnTo>
                  <a:pt x="222" y="10"/>
                </a:lnTo>
                <a:lnTo>
                  <a:pt x="218" y="9"/>
                </a:lnTo>
                <a:lnTo>
                  <a:pt x="213" y="8"/>
                </a:lnTo>
                <a:lnTo>
                  <a:pt x="208" y="7"/>
                </a:lnTo>
                <a:lnTo>
                  <a:pt x="203" y="6"/>
                </a:lnTo>
                <a:lnTo>
                  <a:pt x="199" y="5"/>
                </a:lnTo>
                <a:lnTo>
                  <a:pt x="194" y="4"/>
                </a:lnTo>
                <a:lnTo>
                  <a:pt x="189" y="4"/>
                </a:lnTo>
                <a:lnTo>
                  <a:pt x="184" y="3"/>
                </a:lnTo>
                <a:lnTo>
                  <a:pt x="179" y="3"/>
                </a:lnTo>
                <a:lnTo>
                  <a:pt x="174" y="3"/>
                </a:lnTo>
                <a:lnTo>
                  <a:pt x="169" y="2"/>
                </a:lnTo>
                <a:lnTo>
                  <a:pt x="164" y="2"/>
                </a:lnTo>
                <a:lnTo>
                  <a:pt x="159" y="2"/>
                </a:lnTo>
                <a:lnTo>
                  <a:pt x="154" y="3"/>
                </a:lnTo>
                <a:lnTo>
                  <a:pt x="149" y="3"/>
                </a:lnTo>
                <a:lnTo>
                  <a:pt x="144" y="3"/>
                </a:lnTo>
                <a:lnTo>
                  <a:pt x="139" y="4"/>
                </a:lnTo>
                <a:lnTo>
                  <a:pt x="134" y="4"/>
                </a:lnTo>
                <a:lnTo>
                  <a:pt x="129" y="5"/>
                </a:lnTo>
                <a:lnTo>
                  <a:pt x="124" y="6"/>
                </a:lnTo>
                <a:lnTo>
                  <a:pt x="120" y="7"/>
                </a:lnTo>
                <a:lnTo>
                  <a:pt x="115" y="8"/>
                </a:lnTo>
                <a:lnTo>
                  <a:pt x="110" y="9"/>
                </a:lnTo>
                <a:lnTo>
                  <a:pt x="105" y="10"/>
                </a:lnTo>
                <a:lnTo>
                  <a:pt x="101" y="12"/>
                </a:lnTo>
                <a:lnTo>
                  <a:pt x="96" y="13"/>
                </a:lnTo>
                <a:lnTo>
                  <a:pt x="92" y="15"/>
                </a:lnTo>
                <a:lnTo>
                  <a:pt x="87" y="16"/>
                </a:lnTo>
                <a:lnTo>
                  <a:pt x="83" y="18"/>
                </a:lnTo>
                <a:lnTo>
                  <a:pt x="79" y="20"/>
                </a:lnTo>
                <a:lnTo>
                  <a:pt x="75" y="22"/>
                </a:lnTo>
                <a:lnTo>
                  <a:pt x="70" y="24"/>
                </a:lnTo>
                <a:lnTo>
                  <a:pt x="67" y="26"/>
                </a:lnTo>
                <a:lnTo>
                  <a:pt x="63" y="29"/>
                </a:lnTo>
                <a:lnTo>
                  <a:pt x="59" y="31"/>
                </a:lnTo>
                <a:lnTo>
                  <a:pt x="55" y="33"/>
                </a:lnTo>
                <a:lnTo>
                  <a:pt x="52" y="36"/>
                </a:lnTo>
                <a:lnTo>
                  <a:pt x="48" y="38"/>
                </a:lnTo>
                <a:lnTo>
                  <a:pt x="45" y="41"/>
                </a:lnTo>
                <a:lnTo>
                  <a:pt x="41" y="44"/>
                </a:lnTo>
                <a:lnTo>
                  <a:pt x="38" y="46"/>
                </a:lnTo>
                <a:lnTo>
                  <a:pt x="35" y="49"/>
                </a:lnTo>
                <a:lnTo>
                  <a:pt x="32" y="52"/>
                </a:lnTo>
                <a:lnTo>
                  <a:pt x="29" y="55"/>
                </a:lnTo>
                <a:lnTo>
                  <a:pt x="26" y="58"/>
                </a:lnTo>
                <a:lnTo>
                  <a:pt x="24" y="61"/>
                </a:lnTo>
                <a:lnTo>
                  <a:pt x="21" y="65"/>
                </a:lnTo>
                <a:lnTo>
                  <a:pt x="19" y="68"/>
                </a:lnTo>
                <a:lnTo>
                  <a:pt x="17" y="71"/>
                </a:lnTo>
                <a:lnTo>
                  <a:pt x="15" y="74"/>
                </a:lnTo>
                <a:lnTo>
                  <a:pt x="13" y="78"/>
                </a:lnTo>
                <a:lnTo>
                  <a:pt x="12" y="81"/>
                </a:lnTo>
                <a:lnTo>
                  <a:pt x="10" y="85"/>
                </a:lnTo>
                <a:lnTo>
                  <a:pt x="9" y="88"/>
                </a:lnTo>
                <a:lnTo>
                  <a:pt x="8" y="91"/>
                </a:lnTo>
                <a:lnTo>
                  <a:pt x="7" y="95"/>
                </a:lnTo>
                <a:lnTo>
                  <a:pt x="6" y="98"/>
                </a:lnTo>
                <a:lnTo>
                  <a:pt x="5" y="102"/>
                </a:lnTo>
                <a:lnTo>
                  <a:pt x="5" y="106"/>
                </a:lnTo>
                <a:lnTo>
                  <a:pt x="4" y="109"/>
                </a:lnTo>
                <a:lnTo>
                  <a:pt x="4" y="113"/>
                </a:lnTo>
                <a:lnTo>
                  <a:pt x="4" y="116"/>
                </a:lnTo>
                <a:lnTo>
                  <a:pt x="4" y="120"/>
                </a:lnTo>
                <a:lnTo>
                  <a:pt x="4" y="123"/>
                </a:lnTo>
                <a:lnTo>
                  <a:pt x="5" y="127"/>
                </a:lnTo>
                <a:lnTo>
                  <a:pt x="5" y="131"/>
                </a:lnTo>
                <a:lnTo>
                  <a:pt x="6" y="134"/>
                </a:lnTo>
                <a:lnTo>
                  <a:pt x="7" y="138"/>
                </a:lnTo>
                <a:lnTo>
                  <a:pt x="8" y="141"/>
                </a:lnTo>
                <a:lnTo>
                  <a:pt x="9" y="145"/>
                </a:lnTo>
                <a:lnTo>
                  <a:pt x="10" y="148"/>
                </a:lnTo>
                <a:lnTo>
                  <a:pt x="12" y="151"/>
                </a:lnTo>
                <a:lnTo>
                  <a:pt x="13" y="155"/>
                </a:lnTo>
                <a:lnTo>
                  <a:pt x="15" y="158"/>
                </a:lnTo>
                <a:lnTo>
                  <a:pt x="17" y="162"/>
                </a:lnTo>
                <a:lnTo>
                  <a:pt x="19" y="165"/>
                </a:lnTo>
                <a:lnTo>
                  <a:pt x="21" y="168"/>
                </a:lnTo>
                <a:lnTo>
                  <a:pt x="24" y="171"/>
                </a:lnTo>
                <a:lnTo>
                  <a:pt x="26" y="174"/>
                </a:lnTo>
                <a:lnTo>
                  <a:pt x="29" y="177"/>
                </a:lnTo>
                <a:lnTo>
                  <a:pt x="32" y="180"/>
                </a:lnTo>
                <a:lnTo>
                  <a:pt x="35" y="183"/>
                </a:lnTo>
                <a:lnTo>
                  <a:pt x="38" y="186"/>
                </a:lnTo>
                <a:lnTo>
                  <a:pt x="41" y="189"/>
                </a:lnTo>
                <a:lnTo>
                  <a:pt x="45" y="192"/>
                </a:lnTo>
                <a:lnTo>
                  <a:pt x="48" y="194"/>
                </a:lnTo>
                <a:lnTo>
                  <a:pt x="52" y="197"/>
                </a:lnTo>
                <a:lnTo>
                  <a:pt x="55" y="199"/>
                </a:lnTo>
                <a:lnTo>
                  <a:pt x="59" y="202"/>
                </a:lnTo>
                <a:lnTo>
                  <a:pt x="63" y="204"/>
                </a:lnTo>
                <a:lnTo>
                  <a:pt x="67" y="206"/>
                </a:lnTo>
                <a:lnTo>
                  <a:pt x="70" y="208"/>
                </a:lnTo>
                <a:lnTo>
                  <a:pt x="75" y="212"/>
                </a:lnTo>
                <a:lnTo>
                  <a:pt x="79" y="213"/>
                </a:lnTo>
                <a:lnTo>
                  <a:pt x="83" y="215"/>
                </a:lnTo>
                <a:lnTo>
                  <a:pt x="87" y="217"/>
                </a:lnTo>
                <a:lnTo>
                  <a:pt x="92" y="219"/>
                </a:lnTo>
                <a:lnTo>
                  <a:pt x="96" y="220"/>
                </a:lnTo>
                <a:lnTo>
                  <a:pt x="101" y="222"/>
                </a:lnTo>
                <a:lnTo>
                  <a:pt x="105" y="223"/>
                </a:lnTo>
                <a:lnTo>
                  <a:pt x="110" y="224"/>
                </a:lnTo>
                <a:lnTo>
                  <a:pt x="115" y="226"/>
                </a:lnTo>
                <a:lnTo>
                  <a:pt x="120" y="227"/>
                </a:lnTo>
                <a:lnTo>
                  <a:pt x="124" y="228"/>
                </a:lnTo>
                <a:lnTo>
                  <a:pt x="129" y="228"/>
                </a:lnTo>
                <a:lnTo>
                  <a:pt x="134" y="229"/>
                </a:lnTo>
                <a:lnTo>
                  <a:pt x="139" y="230"/>
                </a:lnTo>
                <a:lnTo>
                  <a:pt x="144" y="230"/>
                </a:lnTo>
                <a:lnTo>
                  <a:pt x="149" y="231"/>
                </a:lnTo>
                <a:lnTo>
                  <a:pt x="154" y="231"/>
                </a:lnTo>
                <a:lnTo>
                  <a:pt x="159" y="231"/>
                </a:lnTo>
                <a:lnTo>
                  <a:pt x="164" y="231"/>
                </a:lnTo>
                <a:lnTo>
                  <a:pt x="169" y="231"/>
                </a:lnTo>
                <a:lnTo>
                  <a:pt x="174" y="231"/>
                </a:lnTo>
                <a:lnTo>
                  <a:pt x="179" y="231"/>
                </a:lnTo>
                <a:lnTo>
                  <a:pt x="184" y="230"/>
                </a:lnTo>
                <a:lnTo>
                  <a:pt x="189" y="230"/>
                </a:lnTo>
                <a:lnTo>
                  <a:pt x="194" y="229"/>
                </a:lnTo>
                <a:lnTo>
                  <a:pt x="199" y="228"/>
                </a:lnTo>
                <a:lnTo>
                  <a:pt x="203" y="228"/>
                </a:lnTo>
                <a:lnTo>
                  <a:pt x="208" y="227"/>
                </a:lnTo>
                <a:lnTo>
                  <a:pt x="213" y="226"/>
                </a:lnTo>
                <a:lnTo>
                  <a:pt x="218" y="224"/>
                </a:lnTo>
                <a:lnTo>
                  <a:pt x="222" y="223"/>
                </a:lnTo>
                <a:lnTo>
                  <a:pt x="227" y="222"/>
                </a:lnTo>
                <a:lnTo>
                  <a:pt x="232" y="220"/>
                </a:lnTo>
                <a:lnTo>
                  <a:pt x="236" y="219"/>
                </a:lnTo>
                <a:lnTo>
                  <a:pt x="241" y="217"/>
                </a:lnTo>
                <a:lnTo>
                  <a:pt x="245" y="215"/>
                </a:lnTo>
                <a:lnTo>
                  <a:pt x="249" y="213"/>
                </a:lnTo>
                <a:lnTo>
                  <a:pt x="253" y="212"/>
                </a:lnTo>
                <a:lnTo>
                  <a:pt x="257" y="208"/>
                </a:lnTo>
                <a:lnTo>
                  <a:pt x="261" y="206"/>
                </a:lnTo>
                <a:lnTo>
                  <a:pt x="265" y="204"/>
                </a:lnTo>
                <a:lnTo>
                  <a:pt x="269" y="202"/>
                </a:lnTo>
                <a:lnTo>
                  <a:pt x="273" y="199"/>
                </a:lnTo>
                <a:lnTo>
                  <a:pt x="276" y="197"/>
                </a:lnTo>
                <a:lnTo>
                  <a:pt x="280" y="194"/>
                </a:lnTo>
                <a:lnTo>
                  <a:pt x="283" y="192"/>
                </a:lnTo>
                <a:lnTo>
                  <a:pt x="286" y="189"/>
                </a:lnTo>
                <a:lnTo>
                  <a:pt x="290" y="186"/>
                </a:lnTo>
                <a:lnTo>
                  <a:pt x="293" y="183"/>
                </a:lnTo>
                <a:lnTo>
                  <a:pt x="295" y="180"/>
                </a:lnTo>
                <a:lnTo>
                  <a:pt x="298" y="177"/>
                </a:lnTo>
                <a:lnTo>
                  <a:pt x="301" y="174"/>
                </a:lnTo>
                <a:lnTo>
                  <a:pt x="303" y="171"/>
                </a:lnTo>
                <a:lnTo>
                  <a:pt x="306" y="168"/>
                </a:lnTo>
                <a:lnTo>
                  <a:pt x="308" y="165"/>
                </a:lnTo>
                <a:lnTo>
                  <a:pt x="310" y="162"/>
                </a:lnTo>
                <a:lnTo>
                  <a:pt x="312" y="158"/>
                </a:lnTo>
                <a:lnTo>
                  <a:pt x="314" y="155"/>
                </a:lnTo>
                <a:lnTo>
                  <a:pt x="315" y="151"/>
                </a:lnTo>
                <a:lnTo>
                  <a:pt x="317" y="148"/>
                </a:lnTo>
                <a:lnTo>
                  <a:pt x="318" y="145"/>
                </a:lnTo>
                <a:lnTo>
                  <a:pt x="319" y="141"/>
                </a:lnTo>
                <a:lnTo>
                  <a:pt x="320" y="138"/>
                </a:lnTo>
                <a:lnTo>
                  <a:pt x="321" y="134"/>
                </a:lnTo>
                <a:lnTo>
                  <a:pt x="322" y="131"/>
                </a:lnTo>
                <a:lnTo>
                  <a:pt x="322" y="127"/>
                </a:lnTo>
                <a:lnTo>
                  <a:pt x="323" y="123"/>
                </a:lnTo>
                <a:lnTo>
                  <a:pt x="323" y="120"/>
                </a:lnTo>
                <a:lnTo>
                  <a:pt x="323" y="116"/>
                </a:lnTo>
                <a:moveTo>
                  <a:pt x="327" y="116"/>
                </a:moveTo>
                <a:lnTo>
                  <a:pt x="327" y="120"/>
                </a:lnTo>
                <a:lnTo>
                  <a:pt x="326" y="124"/>
                </a:lnTo>
                <a:lnTo>
                  <a:pt x="326" y="127"/>
                </a:lnTo>
                <a:lnTo>
                  <a:pt x="326" y="131"/>
                </a:lnTo>
                <a:lnTo>
                  <a:pt x="325" y="135"/>
                </a:lnTo>
                <a:lnTo>
                  <a:pt x="324" y="138"/>
                </a:lnTo>
                <a:lnTo>
                  <a:pt x="323" y="142"/>
                </a:lnTo>
                <a:lnTo>
                  <a:pt x="322" y="145"/>
                </a:lnTo>
                <a:lnTo>
                  <a:pt x="320" y="149"/>
                </a:lnTo>
                <a:lnTo>
                  <a:pt x="319" y="152"/>
                </a:lnTo>
                <a:lnTo>
                  <a:pt x="317" y="156"/>
                </a:lnTo>
                <a:lnTo>
                  <a:pt x="315" y="159"/>
                </a:lnTo>
                <a:lnTo>
                  <a:pt x="313" y="163"/>
                </a:lnTo>
                <a:lnTo>
                  <a:pt x="311" y="166"/>
                </a:lnTo>
                <a:lnTo>
                  <a:pt x="309" y="169"/>
                </a:lnTo>
                <a:lnTo>
                  <a:pt x="307" y="173"/>
                </a:lnTo>
                <a:lnTo>
                  <a:pt x="304" y="176"/>
                </a:lnTo>
                <a:lnTo>
                  <a:pt x="301" y="179"/>
                </a:lnTo>
                <a:lnTo>
                  <a:pt x="299" y="182"/>
                </a:lnTo>
                <a:lnTo>
                  <a:pt x="296" y="185"/>
                </a:lnTo>
                <a:lnTo>
                  <a:pt x="293" y="188"/>
                </a:lnTo>
                <a:lnTo>
                  <a:pt x="289" y="191"/>
                </a:lnTo>
                <a:lnTo>
                  <a:pt x="286" y="193"/>
                </a:lnTo>
                <a:lnTo>
                  <a:pt x="283" y="196"/>
                </a:lnTo>
                <a:lnTo>
                  <a:pt x="279" y="199"/>
                </a:lnTo>
                <a:lnTo>
                  <a:pt x="275" y="201"/>
                </a:lnTo>
                <a:lnTo>
                  <a:pt x="272" y="204"/>
                </a:lnTo>
                <a:lnTo>
                  <a:pt x="268" y="206"/>
                </a:lnTo>
                <a:lnTo>
                  <a:pt x="264" y="208"/>
                </a:lnTo>
                <a:lnTo>
                  <a:pt x="260" y="212"/>
                </a:lnTo>
                <a:lnTo>
                  <a:pt x="255" y="214"/>
                </a:lnTo>
                <a:lnTo>
                  <a:pt x="251" y="216"/>
                </a:lnTo>
                <a:lnTo>
                  <a:pt x="247" y="218"/>
                </a:lnTo>
                <a:lnTo>
                  <a:pt x="242" y="220"/>
                </a:lnTo>
                <a:lnTo>
                  <a:pt x="238" y="221"/>
                </a:lnTo>
                <a:lnTo>
                  <a:pt x="233" y="223"/>
                </a:lnTo>
                <a:lnTo>
                  <a:pt x="229" y="224"/>
                </a:lnTo>
                <a:lnTo>
                  <a:pt x="224" y="226"/>
                </a:lnTo>
                <a:lnTo>
                  <a:pt x="219" y="227"/>
                </a:lnTo>
                <a:lnTo>
                  <a:pt x="214" y="228"/>
                </a:lnTo>
                <a:lnTo>
                  <a:pt x="209" y="229"/>
                </a:lnTo>
                <a:lnTo>
                  <a:pt x="204" y="230"/>
                </a:lnTo>
                <a:lnTo>
                  <a:pt x="199" y="231"/>
                </a:lnTo>
                <a:lnTo>
                  <a:pt x="194" y="232"/>
                </a:lnTo>
                <a:lnTo>
                  <a:pt x="189" y="233"/>
                </a:lnTo>
                <a:lnTo>
                  <a:pt x="184" y="233"/>
                </a:lnTo>
                <a:lnTo>
                  <a:pt x="179" y="233"/>
                </a:lnTo>
                <a:lnTo>
                  <a:pt x="174" y="234"/>
                </a:lnTo>
                <a:lnTo>
                  <a:pt x="169" y="234"/>
                </a:lnTo>
                <a:lnTo>
                  <a:pt x="164" y="234"/>
                </a:lnTo>
                <a:lnTo>
                  <a:pt x="159" y="234"/>
                </a:lnTo>
                <a:lnTo>
                  <a:pt x="154" y="234"/>
                </a:lnTo>
                <a:lnTo>
                  <a:pt x="149" y="233"/>
                </a:lnTo>
                <a:lnTo>
                  <a:pt x="144" y="233"/>
                </a:lnTo>
                <a:lnTo>
                  <a:pt x="138" y="233"/>
                </a:lnTo>
                <a:lnTo>
                  <a:pt x="133" y="232"/>
                </a:lnTo>
                <a:lnTo>
                  <a:pt x="128" y="231"/>
                </a:lnTo>
                <a:lnTo>
                  <a:pt x="123" y="230"/>
                </a:lnTo>
                <a:lnTo>
                  <a:pt x="119" y="229"/>
                </a:lnTo>
                <a:lnTo>
                  <a:pt x="114" y="228"/>
                </a:lnTo>
                <a:lnTo>
                  <a:pt x="109" y="227"/>
                </a:lnTo>
                <a:lnTo>
                  <a:pt x="104" y="226"/>
                </a:lnTo>
                <a:lnTo>
                  <a:pt x="99" y="224"/>
                </a:lnTo>
                <a:lnTo>
                  <a:pt x="95" y="223"/>
                </a:lnTo>
                <a:lnTo>
                  <a:pt x="90" y="221"/>
                </a:lnTo>
                <a:lnTo>
                  <a:pt x="85" y="220"/>
                </a:lnTo>
                <a:lnTo>
                  <a:pt x="81" y="218"/>
                </a:lnTo>
                <a:lnTo>
                  <a:pt x="77" y="216"/>
                </a:lnTo>
                <a:lnTo>
                  <a:pt x="72" y="214"/>
                </a:lnTo>
                <a:lnTo>
                  <a:pt x="68" y="212"/>
                </a:lnTo>
                <a:lnTo>
                  <a:pt x="64" y="208"/>
                </a:lnTo>
                <a:lnTo>
                  <a:pt x="60" y="206"/>
                </a:lnTo>
                <a:lnTo>
                  <a:pt x="56" y="204"/>
                </a:lnTo>
                <a:lnTo>
                  <a:pt x="52" y="201"/>
                </a:lnTo>
                <a:lnTo>
                  <a:pt x="49" y="199"/>
                </a:lnTo>
                <a:lnTo>
                  <a:pt x="45" y="196"/>
                </a:lnTo>
                <a:lnTo>
                  <a:pt x="42" y="193"/>
                </a:lnTo>
                <a:lnTo>
                  <a:pt x="38" y="191"/>
                </a:lnTo>
                <a:lnTo>
                  <a:pt x="35" y="188"/>
                </a:lnTo>
                <a:lnTo>
                  <a:pt x="32" y="185"/>
                </a:lnTo>
                <a:lnTo>
                  <a:pt x="28" y="182"/>
                </a:lnTo>
                <a:lnTo>
                  <a:pt x="25" y="179"/>
                </a:lnTo>
                <a:lnTo>
                  <a:pt x="23" y="176"/>
                </a:lnTo>
                <a:lnTo>
                  <a:pt x="20" y="173"/>
                </a:lnTo>
                <a:lnTo>
                  <a:pt x="18" y="169"/>
                </a:lnTo>
                <a:lnTo>
                  <a:pt x="16" y="166"/>
                </a:lnTo>
                <a:lnTo>
                  <a:pt x="13" y="163"/>
                </a:lnTo>
                <a:lnTo>
                  <a:pt x="12" y="159"/>
                </a:lnTo>
                <a:lnTo>
                  <a:pt x="10" y="156"/>
                </a:lnTo>
                <a:lnTo>
                  <a:pt x="8" y="152"/>
                </a:lnTo>
                <a:lnTo>
                  <a:pt x="7" y="149"/>
                </a:lnTo>
                <a:lnTo>
                  <a:pt x="5" y="145"/>
                </a:lnTo>
                <a:lnTo>
                  <a:pt x="4" y="142"/>
                </a:lnTo>
                <a:lnTo>
                  <a:pt x="3" y="138"/>
                </a:lnTo>
                <a:lnTo>
                  <a:pt x="2" y="135"/>
                </a:lnTo>
                <a:lnTo>
                  <a:pt x="1" y="131"/>
                </a:lnTo>
                <a:lnTo>
                  <a:pt x="1" y="127"/>
                </a:lnTo>
                <a:lnTo>
                  <a:pt x="0" y="124"/>
                </a:lnTo>
                <a:lnTo>
                  <a:pt x="0" y="120"/>
                </a:lnTo>
                <a:lnTo>
                  <a:pt x="0" y="116"/>
                </a:lnTo>
                <a:lnTo>
                  <a:pt x="0" y="113"/>
                </a:lnTo>
                <a:lnTo>
                  <a:pt x="0" y="109"/>
                </a:lnTo>
                <a:lnTo>
                  <a:pt x="1" y="105"/>
                </a:lnTo>
                <a:lnTo>
                  <a:pt x="1" y="102"/>
                </a:lnTo>
                <a:lnTo>
                  <a:pt x="2" y="98"/>
                </a:lnTo>
                <a:lnTo>
                  <a:pt x="3" y="94"/>
                </a:lnTo>
                <a:lnTo>
                  <a:pt x="4" y="91"/>
                </a:lnTo>
                <a:lnTo>
                  <a:pt x="5" y="87"/>
                </a:lnTo>
                <a:lnTo>
                  <a:pt x="7" y="84"/>
                </a:lnTo>
                <a:lnTo>
                  <a:pt x="8" y="80"/>
                </a:lnTo>
                <a:lnTo>
                  <a:pt x="10" y="77"/>
                </a:lnTo>
                <a:lnTo>
                  <a:pt x="12" y="73"/>
                </a:lnTo>
                <a:lnTo>
                  <a:pt x="13" y="70"/>
                </a:lnTo>
                <a:lnTo>
                  <a:pt x="16" y="67"/>
                </a:lnTo>
                <a:lnTo>
                  <a:pt x="18" y="63"/>
                </a:lnTo>
                <a:lnTo>
                  <a:pt x="20" y="60"/>
                </a:lnTo>
                <a:lnTo>
                  <a:pt x="23" y="57"/>
                </a:lnTo>
                <a:lnTo>
                  <a:pt x="25" y="54"/>
                </a:lnTo>
                <a:lnTo>
                  <a:pt x="28" y="51"/>
                </a:lnTo>
                <a:lnTo>
                  <a:pt x="32" y="48"/>
                </a:lnTo>
                <a:lnTo>
                  <a:pt x="35" y="45"/>
                </a:lnTo>
                <a:lnTo>
                  <a:pt x="38" y="42"/>
                </a:lnTo>
                <a:lnTo>
                  <a:pt x="42" y="39"/>
                </a:lnTo>
                <a:lnTo>
                  <a:pt x="45" y="36"/>
                </a:lnTo>
                <a:lnTo>
                  <a:pt x="49" y="34"/>
                </a:lnTo>
                <a:lnTo>
                  <a:pt x="52" y="31"/>
                </a:lnTo>
                <a:lnTo>
                  <a:pt x="56" y="29"/>
                </a:lnTo>
                <a:lnTo>
                  <a:pt x="60" y="26"/>
                </a:lnTo>
                <a:lnTo>
                  <a:pt x="64" y="24"/>
                </a:lnTo>
                <a:lnTo>
                  <a:pt x="68" y="22"/>
                </a:lnTo>
                <a:lnTo>
                  <a:pt x="72" y="20"/>
                </a:lnTo>
                <a:lnTo>
                  <a:pt x="77" y="18"/>
                </a:lnTo>
                <a:lnTo>
                  <a:pt x="81" y="16"/>
                </a:lnTo>
                <a:lnTo>
                  <a:pt x="85" y="14"/>
                </a:lnTo>
                <a:lnTo>
                  <a:pt x="90" y="12"/>
                </a:lnTo>
                <a:lnTo>
                  <a:pt x="95" y="11"/>
                </a:lnTo>
                <a:lnTo>
                  <a:pt x="99" y="9"/>
                </a:lnTo>
                <a:lnTo>
                  <a:pt x="104" y="8"/>
                </a:lnTo>
                <a:lnTo>
                  <a:pt x="109" y="7"/>
                </a:lnTo>
                <a:lnTo>
                  <a:pt x="114" y="5"/>
                </a:lnTo>
                <a:lnTo>
                  <a:pt x="119" y="4"/>
                </a:lnTo>
                <a:lnTo>
                  <a:pt x="123" y="3"/>
                </a:lnTo>
                <a:lnTo>
                  <a:pt x="128" y="2"/>
                </a:lnTo>
                <a:lnTo>
                  <a:pt x="133" y="2"/>
                </a:lnTo>
                <a:lnTo>
                  <a:pt x="138" y="1"/>
                </a:lnTo>
                <a:lnTo>
                  <a:pt x="144" y="1"/>
                </a:lnTo>
                <a:lnTo>
                  <a:pt x="149" y="0"/>
                </a:lnTo>
                <a:lnTo>
                  <a:pt x="154" y="0"/>
                </a:lnTo>
                <a:lnTo>
                  <a:pt x="159" y="0"/>
                </a:lnTo>
                <a:lnTo>
                  <a:pt x="164" y="0"/>
                </a:lnTo>
                <a:lnTo>
                  <a:pt x="169" y="0"/>
                </a:lnTo>
                <a:lnTo>
                  <a:pt x="174" y="0"/>
                </a:lnTo>
                <a:lnTo>
                  <a:pt x="179" y="0"/>
                </a:lnTo>
                <a:lnTo>
                  <a:pt x="184" y="1"/>
                </a:lnTo>
                <a:lnTo>
                  <a:pt x="189" y="1"/>
                </a:lnTo>
                <a:lnTo>
                  <a:pt x="194" y="2"/>
                </a:lnTo>
                <a:lnTo>
                  <a:pt x="199" y="2"/>
                </a:lnTo>
                <a:lnTo>
                  <a:pt x="204" y="3"/>
                </a:lnTo>
                <a:lnTo>
                  <a:pt x="209" y="4"/>
                </a:lnTo>
                <a:lnTo>
                  <a:pt x="214" y="5"/>
                </a:lnTo>
                <a:lnTo>
                  <a:pt x="219" y="7"/>
                </a:lnTo>
                <a:lnTo>
                  <a:pt x="224" y="8"/>
                </a:lnTo>
                <a:lnTo>
                  <a:pt x="229" y="9"/>
                </a:lnTo>
                <a:lnTo>
                  <a:pt x="233" y="11"/>
                </a:lnTo>
                <a:lnTo>
                  <a:pt x="238" y="12"/>
                </a:lnTo>
                <a:lnTo>
                  <a:pt x="242" y="14"/>
                </a:lnTo>
                <a:lnTo>
                  <a:pt x="247" y="16"/>
                </a:lnTo>
                <a:lnTo>
                  <a:pt x="251" y="18"/>
                </a:lnTo>
                <a:lnTo>
                  <a:pt x="255" y="20"/>
                </a:lnTo>
                <a:lnTo>
                  <a:pt x="260" y="22"/>
                </a:lnTo>
                <a:lnTo>
                  <a:pt x="264" y="24"/>
                </a:lnTo>
                <a:lnTo>
                  <a:pt x="268" y="26"/>
                </a:lnTo>
                <a:lnTo>
                  <a:pt x="272" y="29"/>
                </a:lnTo>
                <a:lnTo>
                  <a:pt x="275" y="31"/>
                </a:lnTo>
                <a:lnTo>
                  <a:pt x="279" y="34"/>
                </a:lnTo>
                <a:lnTo>
                  <a:pt x="283" y="36"/>
                </a:lnTo>
                <a:lnTo>
                  <a:pt x="286" y="39"/>
                </a:lnTo>
                <a:lnTo>
                  <a:pt x="289" y="42"/>
                </a:lnTo>
                <a:lnTo>
                  <a:pt x="293" y="45"/>
                </a:lnTo>
                <a:lnTo>
                  <a:pt x="296" y="48"/>
                </a:lnTo>
                <a:lnTo>
                  <a:pt x="299" y="51"/>
                </a:lnTo>
                <a:lnTo>
                  <a:pt x="301" y="54"/>
                </a:lnTo>
                <a:lnTo>
                  <a:pt x="304" y="57"/>
                </a:lnTo>
                <a:lnTo>
                  <a:pt x="307" y="60"/>
                </a:lnTo>
                <a:lnTo>
                  <a:pt x="309" y="63"/>
                </a:lnTo>
                <a:lnTo>
                  <a:pt x="311" y="67"/>
                </a:lnTo>
                <a:lnTo>
                  <a:pt x="313" y="70"/>
                </a:lnTo>
                <a:lnTo>
                  <a:pt x="315" y="73"/>
                </a:lnTo>
                <a:lnTo>
                  <a:pt x="317" y="77"/>
                </a:lnTo>
                <a:lnTo>
                  <a:pt x="319" y="80"/>
                </a:lnTo>
                <a:lnTo>
                  <a:pt x="320" y="84"/>
                </a:lnTo>
                <a:lnTo>
                  <a:pt x="322" y="87"/>
                </a:lnTo>
                <a:lnTo>
                  <a:pt x="323" y="91"/>
                </a:lnTo>
                <a:lnTo>
                  <a:pt x="324" y="94"/>
                </a:lnTo>
                <a:lnTo>
                  <a:pt x="325" y="98"/>
                </a:lnTo>
                <a:lnTo>
                  <a:pt x="326" y="102"/>
                </a:lnTo>
                <a:lnTo>
                  <a:pt x="326" y="105"/>
                </a:lnTo>
                <a:lnTo>
                  <a:pt x="326" y="109"/>
                </a:lnTo>
                <a:lnTo>
                  <a:pt x="327" y="113"/>
                </a:lnTo>
                <a:lnTo>
                  <a:pt x="327" y="116"/>
                </a:lnTo>
                <a:close/>
              </a:path>
            </a:pathLst>
          </a:custGeom>
          <a:solidFill>
            <a:srgbClr val="fffa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4" name=""/>
          <p:cNvSpPr/>
          <p:nvPr/>
        </p:nvSpPr>
        <p:spPr>
          <a:xfrm>
            <a:off x="8002440" y="2901240"/>
            <a:ext cx="120600" cy="86400"/>
          </a:xfrm>
          <a:custGeom>
            <a:avLst/>
            <a:gdLst/>
            <a:ahLst/>
            <a:rect l="0" t="0" r="r" b="b"/>
            <a:pathLst>
              <a:path w="335" h="240">
                <a:moveTo>
                  <a:pt x="331" y="119"/>
                </a:moveTo>
                <a:lnTo>
                  <a:pt x="331" y="116"/>
                </a:lnTo>
                <a:lnTo>
                  <a:pt x="330" y="112"/>
                </a:lnTo>
                <a:lnTo>
                  <a:pt x="330" y="108"/>
                </a:lnTo>
                <a:lnTo>
                  <a:pt x="330" y="105"/>
                </a:lnTo>
                <a:lnTo>
                  <a:pt x="329" y="101"/>
                </a:lnTo>
                <a:lnTo>
                  <a:pt x="328" y="97"/>
                </a:lnTo>
                <a:lnTo>
                  <a:pt x="327" y="94"/>
                </a:lnTo>
                <a:lnTo>
                  <a:pt x="326" y="90"/>
                </a:lnTo>
                <a:lnTo>
                  <a:pt x="324" y="87"/>
                </a:lnTo>
                <a:lnTo>
                  <a:pt x="323" y="83"/>
                </a:lnTo>
                <a:lnTo>
                  <a:pt x="321" y="80"/>
                </a:lnTo>
                <a:lnTo>
                  <a:pt x="319" y="76"/>
                </a:lnTo>
                <a:lnTo>
                  <a:pt x="317" y="73"/>
                </a:lnTo>
                <a:lnTo>
                  <a:pt x="315" y="70"/>
                </a:lnTo>
                <a:lnTo>
                  <a:pt x="313" y="66"/>
                </a:lnTo>
                <a:lnTo>
                  <a:pt x="311" y="63"/>
                </a:lnTo>
                <a:lnTo>
                  <a:pt x="308" y="60"/>
                </a:lnTo>
                <a:lnTo>
                  <a:pt x="305" y="57"/>
                </a:lnTo>
                <a:lnTo>
                  <a:pt x="303" y="54"/>
                </a:lnTo>
                <a:lnTo>
                  <a:pt x="300" y="51"/>
                </a:lnTo>
                <a:lnTo>
                  <a:pt x="297" y="48"/>
                </a:lnTo>
                <a:lnTo>
                  <a:pt x="293" y="45"/>
                </a:lnTo>
                <a:lnTo>
                  <a:pt x="290" y="42"/>
                </a:lnTo>
                <a:lnTo>
                  <a:pt x="287" y="39"/>
                </a:lnTo>
                <a:lnTo>
                  <a:pt x="283" y="37"/>
                </a:lnTo>
                <a:lnTo>
                  <a:pt x="279" y="34"/>
                </a:lnTo>
                <a:lnTo>
                  <a:pt x="276" y="32"/>
                </a:lnTo>
                <a:lnTo>
                  <a:pt x="272" y="29"/>
                </a:lnTo>
                <a:lnTo>
                  <a:pt x="268" y="27"/>
                </a:lnTo>
                <a:lnTo>
                  <a:pt x="264" y="25"/>
                </a:lnTo>
                <a:lnTo>
                  <a:pt x="259" y="23"/>
                </a:lnTo>
                <a:lnTo>
                  <a:pt x="255" y="21"/>
                </a:lnTo>
                <a:lnTo>
                  <a:pt x="251" y="19"/>
                </a:lnTo>
                <a:lnTo>
                  <a:pt x="245" y="17"/>
                </a:lnTo>
                <a:lnTo>
                  <a:pt x="241" y="15"/>
                </a:lnTo>
                <a:lnTo>
                  <a:pt x="236" y="14"/>
                </a:lnTo>
                <a:lnTo>
                  <a:pt x="232" y="12"/>
                </a:lnTo>
                <a:lnTo>
                  <a:pt x="227" y="11"/>
                </a:lnTo>
                <a:lnTo>
                  <a:pt x="222" y="10"/>
                </a:lnTo>
                <a:lnTo>
                  <a:pt x="217" y="8"/>
                </a:lnTo>
                <a:lnTo>
                  <a:pt x="212" y="7"/>
                </a:lnTo>
                <a:lnTo>
                  <a:pt x="207" y="6"/>
                </a:lnTo>
                <a:lnTo>
                  <a:pt x="202" y="5"/>
                </a:lnTo>
                <a:lnTo>
                  <a:pt x="197" y="5"/>
                </a:lnTo>
                <a:lnTo>
                  <a:pt x="192" y="4"/>
                </a:lnTo>
                <a:lnTo>
                  <a:pt x="187" y="4"/>
                </a:lnTo>
                <a:lnTo>
                  <a:pt x="182" y="3"/>
                </a:lnTo>
                <a:lnTo>
                  <a:pt x="177" y="3"/>
                </a:lnTo>
                <a:lnTo>
                  <a:pt x="172" y="3"/>
                </a:lnTo>
                <a:lnTo>
                  <a:pt x="167" y="3"/>
                </a:lnTo>
                <a:lnTo>
                  <a:pt x="162" y="3"/>
                </a:lnTo>
                <a:lnTo>
                  <a:pt x="157" y="3"/>
                </a:lnTo>
                <a:lnTo>
                  <a:pt x="152" y="3"/>
                </a:lnTo>
                <a:lnTo>
                  <a:pt x="147" y="4"/>
                </a:lnTo>
                <a:lnTo>
                  <a:pt x="141" y="4"/>
                </a:lnTo>
                <a:lnTo>
                  <a:pt x="136" y="5"/>
                </a:lnTo>
                <a:lnTo>
                  <a:pt x="131" y="5"/>
                </a:lnTo>
                <a:lnTo>
                  <a:pt x="126" y="6"/>
                </a:lnTo>
                <a:lnTo>
                  <a:pt x="122" y="7"/>
                </a:lnTo>
                <a:lnTo>
                  <a:pt x="117" y="8"/>
                </a:lnTo>
                <a:lnTo>
                  <a:pt x="112" y="10"/>
                </a:lnTo>
                <a:lnTo>
                  <a:pt x="107" y="11"/>
                </a:lnTo>
                <a:lnTo>
                  <a:pt x="102" y="12"/>
                </a:lnTo>
                <a:lnTo>
                  <a:pt x="98" y="14"/>
                </a:lnTo>
                <a:lnTo>
                  <a:pt x="93" y="15"/>
                </a:lnTo>
                <a:lnTo>
                  <a:pt x="88" y="17"/>
                </a:lnTo>
                <a:lnTo>
                  <a:pt x="84" y="19"/>
                </a:lnTo>
                <a:lnTo>
                  <a:pt x="80" y="21"/>
                </a:lnTo>
                <a:lnTo>
                  <a:pt x="75" y="23"/>
                </a:lnTo>
                <a:lnTo>
                  <a:pt x="71" y="25"/>
                </a:lnTo>
                <a:lnTo>
                  <a:pt x="67" y="27"/>
                </a:lnTo>
                <a:lnTo>
                  <a:pt x="63" y="29"/>
                </a:lnTo>
                <a:lnTo>
                  <a:pt x="59" y="32"/>
                </a:lnTo>
                <a:lnTo>
                  <a:pt x="55" y="34"/>
                </a:lnTo>
                <a:lnTo>
                  <a:pt x="52" y="37"/>
                </a:lnTo>
                <a:lnTo>
                  <a:pt x="48" y="39"/>
                </a:lnTo>
                <a:lnTo>
                  <a:pt x="45" y="42"/>
                </a:lnTo>
                <a:lnTo>
                  <a:pt x="41" y="45"/>
                </a:lnTo>
                <a:lnTo>
                  <a:pt x="38" y="48"/>
                </a:lnTo>
                <a:lnTo>
                  <a:pt x="35" y="51"/>
                </a:lnTo>
                <a:lnTo>
                  <a:pt x="32" y="54"/>
                </a:lnTo>
                <a:lnTo>
                  <a:pt x="29" y="57"/>
                </a:lnTo>
                <a:lnTo>
                  <a:pt x="27" y="60"/>
                </a:lnTo>
                <a:lnTo>
                  <a:pt x="24" y="63"/>
                </a:lnTo>
                <a:lnTo>
                  <a:pt x="22" y="66"/>
                </a:lnTo>
                <a:lnTo>
                  <a:pt x="20" y="70"/>
                </a:lnTo>
                <a:lnTo>
                  <a:pt x="17" y="73"/>
                </a:lnTo>
                <a:lnTo>
                  <a:pt x="16" y="76"/>
                </a:lnTo>
                <a:lnTo>
                  <a:pt x="14" y="80"/>
                </a:lnTo>
                <a:lnTo>
                  <a:pt x="12" y="83"/>
                </a:lnTo>
                <a:lnTo>
                  <a:pt x="11" y="87"/>
                </a:lnTo>
                <a:lnTo>
                  <a:pt x="9" y="90"/>
                </a:lnTo>
                <a:lnTo>
                  <a:pt x="8" y="94"/>
                </a:lnTo>
                <a:lnTo>
                  <a:pt x="7" y="97"/>
                </a:lnTo>
                <a:lnTo>
                  <a:pt x="6" y="101"/>
                </a:lnTo>
                <a:lnTo>
                  <a:pt x="5" y="105"/>
                </a:lnTo>
                <a:lnTo>
                  <a:pt x="5" y="108"/>
                </a:lnTo>
                <a:lnTo>
                  <a:pt x="4" y="112"/>
                </a:lnTo>
                <a:lnTo>
                  <a:pt x="4" y="116"/>
                </a:lnTo>
                <a:lnTo>
                  <a:pt x="4" y="119"/>
                </a:lnTo>
                <a:lnTo>
                  <a:pt x="4" y="123"/>
                </a:lnTo>
                <a:lnTo>
                  <a:pt x="4" y="127"/>
                </a:lnTo>
                <a:lnTo>
                  <a:pt x="5" y="130"/>
                </a:lnTo>
                <a:lnTo>
                  <a:pt x="5" y="134"/>
                </a:lnTo>
                <a:lnTo>
                  <a:pt x="6" y="138"/>
                </a:lnTo>
                <a:lnTo>
                  <a:pt x="7" y="141"/>
                </a:lnTo>
                <a:lnTo>
                  <a:pt x="8" y="145"/>
                </a:lnTo>
                <a:lnTo>
                  <a:pt x="9" y="148"/>
                </a:lnTo>
                <a:lnTo>
                  <a:pt x="11" y="153"/>
                </a:lnTo>
                <a:lnTo>
                  <a:pt x="12" y="156"/>
                </a:lnTo>
                <a:lnTo>
                  <a:pt x="14" y="160"/>
                </a:lnTo>
                <a:lnTo>
                  <a:pt x="16" y="163"/>
                </a:lnTo>
                <a:lnTo>
                  <a:pt x="17" y="167"/>
                </a:lnTo>
                <a:lnTo>
                  <a:pt x="20" y="170"/>
                </a:lnTo>
                <a:lnTo>
                  <a:pt x="22" y="173"/>
                </a:lnTo>
                <a:lnTo>
                  <a:pt x="24" y="177"/>
                </a:lnTo>
                <a:lnTo>
                  <a:pt x="27" y="180"/>
                </a:lnTo>
                <a:lnTo>
                  <a:pt x="29" y="183"/>
                </a:lnTo>
                <a:lnTo>
                  <a:pt x="32" y="186"/>
                </a:lnTo>
                <a:lnTo>
                  <a:pt x="35" y="189"/>
                </a:lnTo>
                <a:lnTo>
                  <a:pt x="38" y="192"/>
                </a:lnTo>
                <a:lnTo>
                  <a:pt x="41" y="195"/>
                </a:lnTo>
                <a:lnTo>
                  <a:pt x="45" y="197"/>
                </a:lnTo>
                <a:lnTo>
                  <a:pt x="48" y="200"/>
                </a:lnTo>
                <a:lnTo>
                  <a:pt x="52" y="203"/>
                </a:lnTo>
                <a:lnTo>
                  <a:pt x="55" y="205"/>
                </a:lnTo>
                <a:lnTo>
                  <a:pt x="59" y="208"/>
                </a:lnTo>
                <a:lnTo>
                  <a:pt x="63" y="210"/>
                </a:lnTo>
                <a:lnTo>
                  <a:pt x="67" y="212"/>
                </a:lnTo>
                <a:lnTo>
                  <a:pt x="71" y="215"/>
                </a:lnTo>
                <a:lnTo>
                  <a:pt x="75" y="217"/>
                </a:lnTo>
                <a:lnTo>
                  <a:pt x="80" y="219"/>
                </a:lnTo>
                <a:lnTo>
                  <a:pt x="84" y="221"/>
                </a:lnTo>
                <a:lnTo>
                  <a:pt x="88" y="223"/>
                </a:lnTo>
                <a:lnTo>
                  <a:pt x="93" y="224"/>
                </a:lnTo>
                <a:lnTo>
                  <a:pt x="98" y="226"/>
                </a:lnTo>
                <a:lnTo>
                  <a:pt x="102" y="227"/>
                </a:lnTo>
                <a:lnTo>
                  <a:pt x="107" y="229"/>
                </a:lnTo>
                <a:lnTo>
                  <a:pt x="112" y="230"/>
                </a:lnTo>
                <a:lnTo>
                  <a:pt x="117" y="231"/>
                </a:lnTo>
                <a:lnTo>
                  <a:pt x="122" y="232"/>
                </a:lnTo>
                <a:lnTo>
                  <a:pt x="126" y="233"/>
                </a:lnTo>
                <a:lnTo>
                  <a:pt x="131" y="234"/>
                </a:lnTo>
                <a:lnTo>
                  <a:pt x="136" y="235"/>
                </a:lnTo>
                <a:lnTo>
                  <a:pt x="141" y="236"/>
                </a:lnTo>
                <a:lnTo>
                  <a:pt x="147" y="236"/>
                </a:lnTo>
                <a:lnTo>
                  <a:pt x="152" y="236"/>
                </a:lnTo>
                <a:lnTo>
                  <a:pt x="157" y="237"/>
                </a:lnTo>
                <a:lnTo>
                  <a:pt x="162" y="237"/>
                </a:lnTo>
                <a:lnTo>
                  <a:pt x="167" y="237"/>
                </a:lnTo>
                <a:lnTo>
                  <a:pt x="172" y="237"/>
                </a:lnTo>
                <a:lnTo>
                  <a:pt x="177" y="237"/>
                </a:lnTo>
                <a:lnTo>
                  <a:pt x="182" y="236"/>
                </a:lnTo>
                <a:lnTo>
                  <a:pt x="187" y="236"/>
                </a:lnTo>
                <a:lnTo>
                  <a:pt x="192" y="236"/>
                </a:lnTo>
                <a:lnTo>
                  <a:pt x="197" y="235"/>
                </a:lnTo>
                <a:lnTo>
                  <a:pt x="202" y="234"/>
                </a:lnTo>
                <a:lnTo>
                  <a:pt x="207" y="233"/>
                </a:lnTo>
                <a:lnTo>
                  <a:pt x="212" y="232"/>
                </a:lnTo>
                <a:lnTo>
                  <a:pt x="217" y="231"/>
                </a:lnTo>
                <a:lnTo>
                  <a:pt x="222" y="230"/>
                </a:lnTo>
                <a:lnTo>
                  <a:pt x="227" y="229"/>
                </a:lnTo>
                <a:lnTo>
                  <a:pt x="232" y="227"/>
                </a:lnTo>
                <a:lnTo>
                  <a:pt x="236" y="226"/>
                </a:lnTo>
                <a:lnTo>
                  <a:pt x="241" y="224"/>
                </a:lnTo>
                <a:lnTo>
                  <a:pt x="245" y="223"/>
                </a:lnTo>
                <a:lnTo>
                  <a:pt x="251" y="221"/>
                </a:lnTo>
                <a:lnTo>
                  <a:pt x="255" y="219"/>
                </a:lnTo>
                <a:lnTo>
                  <a:pt x="259" y="217"/>
                </a:lnTo>
                <a:lnTo>
                  <a:pt x="264" y="215"/>
                </a:lnTo>
                <a:lnTo>
                  <a:pt x="268" y="212"/>
                </a:lnTo>
                <a:lnTo>
                  <a:pt x="272" y="210"/>
                </a:lnTo>
                <a:lnTo>
                  <a:pt x="276" y="208"/>
                </a:lnTo>
                <a:lnTo>
                  <a:pt x="279" y="205"/>
                </a:lnTo>
                <a:lnTo>
                  <a:pt x="283" y="203"/>
                </a:lnTo>
                <a:lnTo>
                  <a:pt x="287" y="200"/>
                </a:lnTo>
                <a:lnTo>
                  <a:pt x="290" y="197"/>
                </a:lnTo>
                <a:lnTo>
                  <a:pt x="293" y="195"/>
                </a:lnTo>
                <a:lnTo>
                  <a:pt x="297" y="192"/>
                </a:lnTo>
                <a:lnTo>
                  <a:pt x="300" y="189"/>
                </a:lnTo>
                <a:lnTo>
                  <a:pt x="303" y="186"/>
                </a:lnTo>
                <a:lnTo>
                  <a:pt x="305" y="183"/>
                </a:lnTo>
                <a:lnTo>
                  <a:pt x="308" y="180"/>
                </a:lnTo>
                <a:lnTo>
                  <a:pt x="311" y="177"/>
                </a:lnTo>
                <a:lnTo>
                  <a:pt x="313" y="173"/>
                </a:lnTo>
                <a:lnTo>
                  <a:pt x="315" y="170"/>
                </a:lnTo>
                <a:lnTo>
                  <a:pt x="317" y="167"/>
                </a:lnTo>
                <a:lnTo>
                  <a:pt x="319" y="163"/>
                </a:lnTo>
                <a:lnTo>
                  <a:pt x="321" y="160"/>
                </a:lnTo>
                <a:lnTo>
                  <a:pt x="323" y="156"/>
                </a:lnTo>
                <a:lnTo>
                  <a:pt x="324" y="153"/>
                </a:lnTo>
                <a:lnTo>
                  <a:pt x="326" y="148"/>
                </a:lnTo>
                <a:lnTo>
                  <a:pt x="327" y="145"/>
                </a:lnTo>
                <a:lnTo>
                  <a:pt x="328" y="141"/>
                </a:lnTo>
                <a:lnTo>
                  <a:pt x="329" y="138"/>
                </a:lnTo>
                <a:lnTo>
                  <a:pt x="330" y="134"/>
                </a:lnTo>
                <a:lnTo>
                  <a:pt x="330" y="130"/>
                </a:lnTo>
                <a:lnTo>
                  <a:pt x="330" y="127"/>
                </a:lnTo>
                <a:lnTo>
                  <a:pt x="331" y="123"/>
                </a:lnTo>
                <a:lnTo>
                  <a:pt x="331" y="119"/>
                </a:lnTo>
                <a:moveTo>
                  <a:pt x="335" y="119"/>
                </a:moveTo>
                <a:lnTo>
                  <a:pt x="335" y="123"/>
                </a:lnTo>
                <a:lnTo>
                  <a:pt x="334" y="127"/>
                </a:lnTo>
                <a:lnTo>
                  <a:pt x="334" y="131"/>
                </a:lnTo>
                <a:lnTo>
                  <a:pt x="333" y="134"/>
                </a:lnTo>
                <a:lnTo>
                  <a:pt x="333" y="138"/>
                </a:lnTo>
                <a:lnTo>
                  <a:pt x="332" y="142"/>
                </a:lnTo>
                <a:lnTo>
                  <a:pt x="331" y="145"/>
                </a:lnTo>
                <a:lnTo>
                  <a:pt x="329" y="149"/>
                </a:lnTo>
                <a:lnTo>
                  <a:pt x="328" y="154"/>
                </a:lnTo>
                <a:lnTo>
                  <a:pt x="327" y="157"/>
                </a:lnTo>
                <a:lnTo>
                  <a:pt x="325" y="161"/>
                </a:lnTo>
                <a:lnTo>
                  <a:pt x="323" y="164"/>
                </a:lnTo>
                <a:lnTo>
                  <a:pt x="321" y="168"/>
                </a:lnTo>
                <a:lnTo>
                  <a:pt x="319" y="171"/>
                </a:lnTo>
                <a:lnTo>
                  <a:pt x="317" y="175"/>
                </a:lnTo>
                <a:lnTo>
                  <a:pt x="314" y="178"/>
                </a:lnTo>
                <a:lnTo>
                  <a:pt x="311" y="181"/>
                </a:lnTo>
                <a:lnTo>
                  <a:pt x="309" y="184"/>
                </a:lnTo>
                <a:lnTo>
                  <a:pt x="306" y="187"/>
                </a:lnTo>
                <a:lnTo>
                  <a:pt x="303" y="191"/>
                </a:lnTo>
                <a:lnTo>
                  <a:pt x="300" y="194"/>
                </a:lnTo>
                <a:lnTo>
                  <a:pt x="296" y="196"/>
                </a:lnTo>
                <a:lnTo>
                  <a:pt x="293" y="199"/>
                </a:lnTo>
                <a:lnTo>
                  <a:pt x="290" y="202"/>
                </a:lnTo>
                <a:lnTo>
                  <a:pt x="286" y="205"/>
                </a:lnTo>
                <a:lnTo>
                  <a:pt x="282" y="207"/>
                </a:lnTo>
                <a:lnTo>
                  <a:pt x="278" y="210"/>
                </a:lnTo>
                <a:lnTo>
                  <a:pt x="274" y="212"/>
                </a:lnTo>
                <a:lnTo>
                  <a:pt x="270" y="215"/>
                </a:lnTo>
                <a:lnTo>
                  <a:pt x="266" y="217"/>
                </a:lnTo>
                <a:lnTo>
                  <a:pt x="262" y="219"/>
                </a:lnTo>
                <a:lnTo>
                  <a:pt x="257" y="221"/>
                </a:lnTo>
                <a:lnTo>
                  <a:pt x="253" y="223"/>
                </a:lnTo>
                <a:lnTo>
                  <a:pt x="247" y="225"/>
                </a:lnTo>
                <a:lnTo>
                  <a:pt x="243" y="227"/>
                </a:lnTo>
                <a:lnTo>
                  <a:pt x="238" y="228"/>
                </a:lnTo>
                <a:lnTo>
                  <a:pt x="233" y="230"/>
                </a:lnTo>
                <a:lnTo>
                  <a:pt x="228" y="231"/>
                </a:lnTo>
                <a:lnTo>
                  <a:pt x="223" y="233"/>
                </a:lnTo>
                <a:lnTo>
                  <a:pt x="218" y="234"/>
                </a:lnTo>
                <a:lnTo>
                  <a:pt x="213" y="235"/>
                </a:lnTo>
                <a:lnTo>
                  <a:pt x="208" y="236"/>
                </a:lnTo>
                <a:lnTo>
                  <a:pt x="203" y="237"/>
                </a:lnTo>
                <a:lnTo>
                  <a:pt x="198" y="238"/>
                </a:lnTo>
                <a:lnTo>
                  <a:pt x="193" y="238"/>
                </a:lnTo>
                <a:lnTo>
                  <a:pt x="188" y="239"/>
                </a:lnTo>
                <a:lnTo>
                  <a:pt x="183" y="239"/>
                </a:lnTo>
                <a:lnTo>
                  <a:pt x="177" y="240"/>
                </a:lnTo>
                <a:lnTo>
                  <a:pt x="172" y="240"/>
                </a:lnTo>
                <a:lnTo>
                  <a:pt x="167" y="240"/>
                </a:lnTo>
                <a:lnTo>
                  <a:pt x="162" y="240"/>
                </a:lnTo>
                <a:lnTo>
                  <a:pt x="156" y="240"/>
                </a:lnTo>
                <a:lnTo>
                  <a:pt x="151" y="239"/>
                </a:lnTo>
                <a:lnTo>
                  <a:pt x="146" y="239"/>
                </a:lnTo>
                <a:lnTo>
                  <a:pt x="141" y="238"/>
                </a:lnTo>
                <a:lnTo>
                  <a:pt x="136" y="238"/>
                </a:lnTo>
                <a:lnTo>
                  <a:pt x="131" y="237"/>
                </a:lnTo>
                <a:lnTo>
                  <a:pt x="125" y="236"/>
                </a:lnTo>
                <a:lnTo>
                  <a:pt x="120" y="235"/>
                </a:lnTo>
                <a:lnTo>
                  <a:pt x="115" y="234"/>
                </a:lnTo>
                <a:lnTo>
                  <a:pt x="110" y="233"/>
                </a:lnTo>
                <a:lnTo>
                  <a:pt x="106" y="231"/>
                </a:lnTo>
                <a:lnTo>
                  <a:pt x="101" y="230"/>
                </a:lnTo>
                <a:lnTo>
                  <a:pt x="96" y="228"/>
                </a:lnTo>
                <a:lnTo>
                  <a:pt x="91" y="227"/>
                </a:lnTo>
                <a:lnTo>
                  <a:pt x="87" y="225"/>
                </a:lnTo>
                <a:lnTo>
                  <a:pt x="82" y="223"/>
                </a:lnTo>
                <a:lnTo>
                  <a:pt x="78" y="221"/>
                </a:lnTo>
                <a:lnTo>
                  <a:pt x="73" y="219"/>
                </a:lnTo>
                <a:lnTo>
                  <a:pt x="69" y="217"/>
                </a:lnTo>
                <a:lnTo>
                  <a:pt x="65" y="215"/>
                </a:lnTo>
                <a:lnTo>
                  <a:pt x="61" y="212"/>
                </a:lnTo>
                <a:lnTo>
                  <a:pt x="57" y="210"/>
                </a:lnTo>
                <a:lnTo>
                  <a:pt x="53" y="207"/>
                </a:lnTo>
                <a:lnTo>
                  <a:pt x="49" y="205"/>
                </a:lnTo>
                <a:lnTo>
                  <a:pt x="45" y="202"/>
                </a:lnTo>
                <a:lnTo>
                  <a:pt x="42" y="199"/>
                </a:lnTo>
                <a:lnTo>
                  <a:pt x="38" y="196"/>
                </a:lnTo>
                <a:lnTo>
                  <a:pt x="35" y="194"/>
                </a:lnTo>
                <a:lnTo>
                  <a:pt x="32" y="191"/>
                </a:lnTo>
                <a:lnTo>
                  <a:pt x="29" y="187"/>
                </a:lnTo>
                <a:lnTo>
                  <a:pt x="26" y="184"/>
                </a:lnTo>
                <a:lnTo>
                  <a:pt x="23" y="181"/>
                </a:lnTo>
                <a:lnTo>
                  <a:pt x="21" y="178"/>
                </a:lnTo>
                <a:lnTo>
                  <a:pt x="18" y="175"/>
                </a:lnTo>
                <a:lnTo>
                  <a:pt x="16" y="171"/>
                </a:lnTo>
                <a:lnTo>
                  <a:pt x="14" y="168"/>
                </a:lnTo>
                <a:lnTo>
                  <a:pt x="12" y="164"/>
                </a:lnTo>
                <a:lnTo>
                  <a:pt x="10" y="161"/>
                </a:lnTo>
                <a:lnTo>
                  <a:pt x="8" y="157"/>
                </a:lnTo>
                <a:lnTo>
                  <a:pt x="7" y="154"/>
                </a:lnTo>
                <a:lnTo>
                  <a:pt x="5" y="149"/>
                </a:lnTo>
                <a:lnTo>
                  <a:pt x="4" y="145"/>
                </a:lnTo>
                <a:lnTo>
                  <a:pt x="3" y="142"/>
                </a:lnTo>
                <a:lnTo>
                  <a:pt x="2" y="138"/>
                </a:lnTo>
                <a:lnTo>
                  <a:pt x="2" y="134"/>
                </a:lnTo>
                <a:lnTo>
                  <a:pt x="1" y="131"/>
                </a:lnTo>
                <a:lnTo>
                  <a:pt x="1" y="127"/>
                </a:lnTo>
                <a:lnTo>
                  <a:pt x="0" y="123"/>
                </a:lnTo>
                <a:lnTo>
                  <a:pt x="0" y="119"/>
                </a:lnTo>
                <a:lnTo>
                  <a:pt x="0" y="116"/>
                </a:lnTo>
                <a:lnTo>
                  <a:pt x="1" y="112"/>
                </a:lnTo>
                <a:lnTo>
                  <a:pt x="1" y="108"/>
                </a:lnTo>
                <a:lnTo>
                  <a:pt x="2" y="104"/>
                </a:lnTo>
                <a:lnTo>
                  <a:pt x="2" y="101"/>
                </a:lnTo>
                <a:lnTo>
                  <a:pt x="3" y="97"/>
                </a:lnTo>
                <a:lnTo>
                  <a:pt x="4" y="93"/>
                </a:lnTo>
                <a:lnTo>
                  <a:pt x="5" y="90"/>
                </a:lnTo>
                <a:lnTo>
                  <a:pt x="7" y="86"/>
                </a:lnTo>
                <a:lnTo>
                  <a:pt x="8" y="82"/>
                </a:lnTo>
                <a:lnTo>
                  <a:pt x="10" y="79"/>
                </a:lnTo>
                <a:lnTo>
                  <a:pt x="12" y="75"/>
                </a:lnTo>
                <a:lnTo>
                  <a:pt x="14" y="72"/>
                </a:lnTo>
                <a:lnTo>
                  <a:pt x="16" y="68"/>
                </a:lnTo>
                <a:lnTo>
                  <a:pt x="18" y="65"/>
                </a:lnTo>
                <a:lnTo>
                  <a:pt x="21" y="62"/>
                </a:lnTo>
                <a:lnTo>
                  <a:pt x="23" y="58"/>
                </a:lnTo>
                <a:lnTo>
                  <a:pt x="26" y="55"/>
                </a:lnTo>
                <a:lnTo>
                  <a:pt x="29" y="52"/>
                </a:lnTo>
                <a:lnTo>
                  <a:pt x="32" y="49"/>
                </a:lnTo>
                <a:lnTo>
                  <a:pt x="35" y="46"/>
                </a:lnTo>
                <a:lnTo>
                  <a:pt x="38" y="43"/>
                </a:lnTo>
                <a:lnTo>
                  <a:pt x="42" y="40"/>
                </a:lnTo>
                <a:lnTo>
                  <a:pt x="45" y="38"/>
                </a:lnTo>
                <a:lnTo>
                  <a:pt x="49" y="35"/>
                </a:lnTo>
                <a:lnTo>
                  <a:pt x="53" y="32"/>
                </a:lnTo>
                <a:lnTo>
                  <a:pt x="57" y="30"/>
                </a:lnTo>
                <a:lnTo>
                  <a:pt x="61" y="27"/>
                </a:lnTo>
                <a:lnTo>
                  <a:pt x="65" y="25"/>
                </a:lnTo>
                <a:lnTo>
                  <a:pt x="69" y="23"/>
                </a:lnTo>
                <a:lnTo>
                  <a:pt x="73" y="20"/>
                </a:lnTo>
                <a:lnTo>
                  <a:pt x="78" y="18"/>
                </a:lnTo>
                <a:lnTo>
                  <a:pt x="82" y="16"/>
                </a:lnTo>
                <a:lnTo>
                  <a:pt x="87" y="15"/>
                </a:lnTo>
                <a:lnTo>
                  <a:pt x="91" y="13"/>
                </a:lnTo>
                <a:lnTo>
                  <a:pt x="96" y="11"/>
                </a:lnTo>
                <a:lnTo>
                  <a:pt x="101" y="10"/>
                </a:lnTo>
                <a:lnTo>
                  <a:pt x="106" y="8"/>
                </a:lnTo>
                <a:lnTo>
                  <a:pt x="110" y="7"/>
                </a:lnTo>
                <a:lnTo>
                  <a:pt x="115" y="6"/>
                </a:lnTo>
                <a:lnTo>
                  <a:pt x="120" y="5"/>
                </a:lnTo>
                <a:lnTo>
                  <a:pt x="125" y="4"/>
                </a:lnTo>
                <a:lnTo>
                  <a:pt x="131" y="3"/>
                </a:lnTo>
                <a:lnTo>
                  <a:pt x="136" y="2"/>
                </a:lnTo>
                <a:lnTo>
                  <a:pt x="141" y="1"/>
                </a:lnTo>
                <a:lnTo>
                  <a:pt x="146" y="1"/>
                </a:lnTo>
                <a:lnTo>
                  <a:pt x="151" y="0"/>
                </a:lnTo>
                <a:lnTo>
                  <a:pt x="156" y="0"/>
                </a:lnTo>
                <a:lnTo>
                  <a:pt x="162" y="0"/>
                </a:lnTo>
                <a:lnTo>
                  <a:pt x="167" y="0"/>
                </a:lnTo>
                <a:lnTo>
                  <a:pt x="172" y="0"/>
                </a:lnTo>
                <a:lnTo>
                  <a:pt x="177" y="0"/>
                </a:lnTo>
                <a:lnTo>
                  <a:pt x="183" y="0"/>
                </a:lnTo>
                <a:lnTo>
                  <a:pt x="188" y="1"/>
                </a:lnTo>
                <a:lnTo>
                  <a:pt x="193" y="1"/>
                </a:lnTo>
                <a:lnTo>
                  <a:pt x="198" y="2"/>
                </a:lnTo>
                <a:lnTo>
                  <a:pt x="203" y="3"/>
                </a:lnTo>
                <a:lnTo>
                  <a:pt x="208" y="4"/>
                </a:lnTo>
                <a:lnTo>
                  <a:pt x="213" y="5"/>
                </a:lnTo>
                <a:lnTo>
                  <a:pt x="218" y="6"/>
                </a:lnTo>
                <a:lnTo>
                  <a:pt x="223" y="7"/>
                </a:lnTo>
                <a:lnTo>
                  <a:pt x="228" y="8"/>
                </a:lnTo>
                <a:lnTo>
                  <a:pt x="233" y="10"/>
                </a:lnTo>
                <a:lnTo>
                  <a:pt x="238" y="11"/>
                </a:lnTo>
                <a:lnTo>
                  <a:pt x="243" y="13"/>
                </a:lnTo>
                <a:lnTo>
                  <a:pt x="247" y="15"/>
                </a:lnTo>
                <a:lnTo>
                  <a:pt x="253" y="16"/>
                </a:lnTo>
                <a:lnTo>
                  <a:pt x="257" y="18"/>
                </a:lnTo>
                <a:lnTo>
                  <a:pt x="262" y="20"/>
                </a:lnTo>
                <a:lnTo>
                  <a:pt x="266" y="23"/>
                </a:lnTo>
                <a:lnTo>
                  <a:pt x="270" y="25"/>
                </a:lnTo>
                <a:lnTo>
                  <a:pt x="274" y="27"/>
                </a:lnTo>
                <a:lnTo>
                  <a:pt x="278" y="30"/>
                </a:lnTo>
                <a:lnTo>
                  <a:pt x="282" y="32"/>
                </a:lnTo>
                <a:lnTo>
                  <a:pt x="286" y="35"/>
                </a:lnTo>
                <a:lnTo>
                  <a:pt x="290" y="38"/>
                </a:lnTo>
                <a:lnTo>
                  <a:pt x="293" y="40"/>
                </a:lnTo>
                <a:lnTo>
                  <a:pt x="296" y="43"/>
                </a:lnTo>
                <a:lnTo>
                  <a:pt x="300" y="46"/>
                </a:lnTo>
                <a:lnTo>
                  <a:pt x="303" y="49"/>
                </a:lnTo>
                <a:lnTo>
                  <a:pt x="306" y="52"/>
                </a:lnTo>
                <a:lnTo>
                  <a:pt x="309" y="55"/>
                </a:lnTo>
                <a:lnTo>
                  <a:pt x="311" y="58"/>
                </a:lnTo>
                <a:lnTo>
                  <a:pt x="314" y="62"/>
                </a:lnTo>
                <a:lnTo>
                  <a:pt x="317" y="65"/>
                </a:lnTo>
                <a:lnTo>
                  <a:pt x="319" y="68"/>
                </a:lnTo>
                <a:lnTo>
                  <a:pt x="321" y="72"/>
                </a:lnTo>
                <a:lnTo>
                  <a:pt x="323" y="75"/>
                </a:lnTo>
                <a:lnTo>
                  <a:pt x="325" y="79"/>
                </a:lnTo>
                <a:lnTo>
                  <a:pt x="327" y="82"/>
                </a:lnTo>
                <a:lnTo>
                  <a:pt x="328" y="86"/>
                </a:lnTo>
                <a:lnTo>
                  <a:pt x="329" y="90"/>
                </a:lnTo>
                <a:lnTo>
                  <a:pt x="331" y="93"/>
                </a:lnTo>
                <a:lnTo>
                  <a:pt x="332" y="97"/>
                </a:lnTo>
                <a:lnTo>
                  <a:pt x="333" y="101"/>
                </a:lnTo>
                <a:lnTo>
                  <a:pt x="333" y="104"/>
                </a:lnTo>
                <a:lnTo>
                  <a:pt x="334" y="108"/>
                </a:lnTo>
                <a:lnTo>
                  <a:pt x="334" y="112"/>
                </a:lnTo>
                <a:lnTo>
                  <a:pt x="335" y="116"/>
                </a:lnTo>
                <a:lnTo>
                  <a:pt x="335" y="119"/>
                </a:lnTo>
                <a:close/>
              </a:path>
            </a:pathLst>
          </a:custGeom>
          <a:solidFill>
            <a:srgbClr val="fff9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5" name=""/>
          <p:cNvSpPr/>
          <p:nvPr/>
        </p:nvSpPr>
        <p:spPr>
          <a:xfrm>
            <a:off x="8001000" y="2900160"/>
            <a:ext cx="123480" cy="88560"/>
          </a:xfrm>
          <a:custGeom>
            <a:avLst/>
            <a:gdLst/>
            <a:ahLst/>
            <a:rect l="0" t="0" r="r" b="b"/>
            <a:pathLst>
              <a:path w="343" h="246">
                <a:moveTo>
                  <a:pt x="339" y="123"/>
                </a:moveTo>
                <a:lnTo>
                  <a:pt x="339" y="120"/>
                </a:lnTo>
                <a:lnTo>
                  <a:pt x="338" y="115"/>
                </a:lnTo>
                <a:lnTo>
                  <a:pt x="338" y="111"/>
                </a:lnTo>
                <a:lnTo>
                  <a:pt x="337" y="107"/>
                </a:lnTo>
                <a:lnTo>
                  <a:pt x="337" y="104"/>
                </a:lnTo>
                <a:lnTo>
                  <a:pt x="336" y="100"/>
                </a:lnTo>
                <a:lnTo>
                  <a:pt x="335" y="96"/>
                </a:lnTo>
                <a:lnTo>
                  <a:pt x="333" y="93"/>
                </a:lnTo>
                <a:lnTo>
                  <a:pt x="332" y="89"/>
                </a:lnTo>
                <a:lnTo>
                  <a:pt x="331" y="85"/>
                </a:lnTo>
                <a:lnTo>
                  <a:pt x="329" y="82"/>
                </a:lnTo>
                <a:lnTo>
                  <a:pt x="327" y="78"/>
                </a:lnTo>
                <a:lnTo>
                  <a:pt x="325" y="75"/>
                </a:lnTo>
                <a:lnTo>
                  <a:pt x="323" y="71"/>
                </a:lnTo>
                <a:lnTo>
                  <a:pt x="321" y="68"/>
                </a:lnTo>
                <a:lnTo>
                  <a:pt x="318" y="65"/>
                </a:lnTo>
                <a:lnTo>
                  <a:pt x="315" y="61"/>
                </a:lnTo>
                <a:lnTo>
                  <a:pt x="313" y="58"/>
                </a:lnTo>
                <a:lnTo>
                  <a:pt x="310" y="55"/>
                </a:lnTo>
                <a:lnTo>
                  <a:pt x="307" y="52"/>
                </a:lnTo>
                <a:lnTo>
                  <a:pt x="304" y="49"/>
                </a:lnTo>
                <a:lnTo>
                  <a:pt x="300" y="46"/>
                </a:lnTo>
                <a:lnTo>
                  <a:pt x="297" y="43"/>
                </a:lnTo>
                <a:lnTo>
                  <a:pt x="294" y="41"/>
                </a:lnTo>
                <a:lnTo>
                  <a:pt x="290" y="38"/>
                </a:lnTo>
                <a:lnTo>
                  <a:pt x="286" y="35"/>
                </a:lnTo>
                <a:lnTo>
                  <a:pt x="282" y="33"/>
                </a:lnTo>
                <a:lnTo>
                  <a:pt x="278" y="30"/>
                </a:lnTo>
                <a:lnTo>
                  <a:pt x="274" y="28"/>
                </a:lnTo>
                <a:lnTo>
                  <a:pt x="270" y="26"/>
                </a:lnTo>
                <a:lnTo>
                  <a:pt x="266" y="23"/>
                </a:lnTo>
                <a:lnTo>
                  <a:pt x="261" y="21"/>
                </a:lnTo>
                <a:lnTo>
                  <a:pt x="257" y="19"/>
                </a:lnTo>
                <a:lnTo>
                  <a:pt x="252" y="18"/>
                </a:lnTo>
                <a:lnTo>
                  <a:pt x="248" y="16"/>
                </a:lnTo>
                <a:lnTo>
                  <a:pt x="243" y="14"/>
                </a:lnTo>
                <a:lnTo>
                  <a:pt x="238" y="13"/>
                </a:lnTo>
                <a:lnTo>
                  <a:pt x="233" y="11"/>
                </a:lnTo>
                <a:lnTo>
                  <a:pt x="228" y="10"/>
                </a:lnTo>
                <a:lnTo>
                  <a:pt x="223" y="9"/>
                </a:lnTo>
                <a:lnTo>
                  <a:pt x="218" y="8"/>
                </a:lnTo>
                <a:lnTo>
                  <a:pt x="213" y="7"/>
                </a:lnTo>
                <a:lnTo>
                  <a:pt x="208" y="6"/>
                </a:lnTo>
                <a:lnTo>
                  <a:pt x="203" y="5"/>
                </a:lnTo>
                <a:lnTo>
                  <a:pt x="198" y="4"/>
                </a:lnTo>
                <a:lnTo>
                  <a:pt x="193" y="4"/>
                </a:lnTo>
                <a:lnTo>
                  <a:pt x="188" y="3"/>
                </a:lnTo>
                <a:lnTo>
                  <a:pt x="182" y="3"/>
                </a:lnTo>
                <a:lnTo>
                  <a:pt x="177" y="3"/>
                </a:lnTo>
                <a:lnTo>
                  <a:pt x="172" y="3"/>
                </a:lnTo>
                <a:lnTo>
                  <a:pt x="167" y="3"/>
                </a:lnTo>
                <a:lnTo>
                  <a:pt x="161" y="3"/>
                </a:lnTo>
                <a:lnTo>
                  <a:pt x="156" y="3"/>
                </a:lnTo>
                <a:lnTo>
                  <a:pt x="151" y="4"/>
                </a:lnTo>
                <a:lnTo>
                  <a:pt x="146" y="4"/>
                </a:lnTo>
                <a:lnTo>
                  <a:pt x="141" y="5"/>
                </a:lnTo>
                <a:lnTo>
                  <a:pt x="136" y="6"/>
                </a:lnTo>
                <a:lnTo>
                  <a:pt x="130" y="7"/>
                </a:lnTo>
                <a:lnTo>
                  <a:pt x="125" y="8"/>
                </a:lnTo>
                <a:lnTo>
                  <a:pt x="120" y="9"/>
                </a:lnTo>
                <a:lnTo>
                  <a:pt x="115" y="10"/>
                </a:lnTo>
                <a:lnTo>
                  <a:pt x="110" y="11"/>
                </a:lnTo>
                <a:lnTo>
                  <a:pt x="105" y="13"/>
                </a:lnTo>
                <a:lnTo>
                  <a:pt x="100" y="14"/>
                </a:lnTo>
                <a:lnTo>
                  <a:pt x="95" y="16"/>
                </a:lnTo>
                <a:lnTo>
                  <a:pt x="91" y="18"/>
                </a:lnTo>
                <a:lnTo>
                  <a:pt x="86" y="19"/>
                </a:lnTo>
                <a:lnTo>
                  <a:pt x="82" y="21"/>
                </a:lnTo>
                <a:lnTo>
                  <a:pt x="77" y="23"/>
                </a:lnTo>
                <a:lnTo>
                  <a:pt x="73" y="26"/>
                </a:lnTo>
                <a:lnTo>
                  <a:pt x="69" y="28"/>
                </a:lnTo>
                <a:lnTo>
                  <a:pt x="65" y="30"/>
                </a:lnTo>
                <a:lnTo>
                  <a:pt x="61" y="33"/>
                </a:lnTo>
                <a:lnTo>
                  <a:pt x="57" y="35"/>
                </a:lnTo>
                <a:lnTo>
                  <a:pt x="53" y="38"/>
                </a:lnTo>
                <a:lnTo>
                  <a:pt x="49" y="41"/>
                </a:lnTo>
                <a:lnTo>
                  <a:pt x="46" y="43"/>
                </a:lnTo>
                <a:lnTo>
                  <a:pt x="42" y="46"/>
                </a:lnTo>
                <a:lnTo>
                  <a:pt x="39" y="49"/>
                </a:lnTo>
                <a:lnTo>
                  <a:pt x="36" y="52"/>
                </a:lnTo>
                <a:lnTo>
                  <a:pt x="33" y="55"/>
                </a:lnTo>
                <a:lnTo>
                  <a:pt x="30" y="58"/>
                </a:lnTo>
                <a:lnTo>
                  <a:pt x="27" y="61"/>
                </a:lnTo>
                <a:lnTo>
                  <a:pt x="25" y="65"/>
                </a:lnTo>
                <a:lnTo>
                  <a:pt x="22" y="68"/>
                </a:lnTo>
                <a:lnTo>
                  <a:pt x="20" y="71"/>
                </a:lnTo>
                <a:lnTo>
                  <a:pt x="18" y="75"/>
                </a:lnTo>
                <a:lnTo>
                  <a:pt x="16" y="78"/>
                </a:lnTo>
                <a:lnTo>
                  <a:pt x="14" y="82"/>
                </a:lnTo>
                <a:lnTo>
                  <a:pt x="12" y="85"/>
                </a:lnTo>
                <a:lnTo>
                  <a:pt x="11" y="89"/>
                </a:lnTo>
                <a:lnTo>
                  <a:pt x="9" y="93"/>
                </a:lnTo>
                <a:lnTo>
                  <a:pt x="8" y="96"/>
                </a:lnTo>
                <a:lnTo>
                  <a:pt x="7" y="100"/>
                </a:lnTo>
                <a:lnTo>
                  <a:pt x="6" y="104"/>
                </a:lnTo>
                <a:lnTo>
                  <a:pt x="6" y="107"/>
                </a:lnTo>
                <a:lnTo>
                  <a:pt x="5" y="111"/>
                </a:lnTo>
                <a:lnTo>
                  <a:pt x="5" y="115"/>
                </a:lnTo>
                <a:lnTo>
                  <a:pt x="4" y="120"/>
                </a:lnTo>
                <a:lnTo>
                  <a:pt x="4" y="123"/>
                </a:lnTo>
                <a:lnTo>
                  <a:pt x="4" y="127"/>
                </a:lnTo>
                <a:lnTo>
                  <a:pt x="5" y="131"/>
                </a:lnTo>
                <a:lnTo>
                  <a:pt x="5" y="135"/>
                </a:lnTo>
                <a:lnTo>
                  <a:pt x="6" y="138"/>
                </a:lnTo>
                <a:lnTo>
                  <a:pt x="6" y="142"/>
                </a:lnTo>
                <a:lnTo>
                  <a:pt x="7" y="146"/>
                </a:lnTo>
                <a:lnTo>
                  <a:pt x="8" y="149"/>
                </a:lnTo>
                <a:lnTo>
                  <a:pt x="9" y="153"/>
                </a:lnTo>
                <a:lnTo>
                  <a:pt x="11" y="157"/>
                </a:lnTo>
                <a:lnTo>
                  <a:pt x="12" y="160"/>
                </a:lnTo>
                <a:lnTo>
                  <a:pt x="14" y="164"/>
                </a:lnTo>
                <a:lnTo>
                  <a:pt x="16" y="167"/>
                </a:lnTo>
                <a:lnTo>
                  <a:pt x="18" y="171"/>
                </a:lnTo>
                <a:lnTo>
                  <a:pt x="20" y="174"/>
                </a:lnTo>
                <a:lnTo>
                  <a:pt x="22" y="178"/>
                </a:lnTo>
                <a:lnTo>
                  <a:pt x="25" y="181"/>
                </a:lnTo>
                <a:lnTo>
                  <a:pt x="27" y="184"/>
                </a:lnTo>
                <a:lnTo>
                  <a:pt x="30" y="187"/>
                </a:lnTo>
                <a:lnTo>
                  <a:pt x="33" y="190"/>
                </a:lnTo>
                <a:lnTo>
                  <a:pt x="36" y="194"/>
                </a:lnTo>
                <a:lnTo>
                  <a:pt x="39" y="197"/>
                </a:lnTo>
                <a:lnTo>
                  <a:pt x="42" y="199"/>
                </a:lnTo>
                <a:lnTo>
                  <a:pt x="46" y="202"/>
                </a:lnTo>
                <a:lnTo>
                  <a:pt x="49" y="205"/>
                </a:lnTo>
                <a:lnTo>
                  <a:pt x="53" y="208"/>
                </a:lnTo>
                <a:lnTo>
                  <a:pt x="57" y="210"/>
                </a:lnTo>
                <a:lnTo>
                  <a:pt x="61" y="213"/>
                </a:lnTo>
                <a:lnTo>
                  <a:pt x="65" y="215"/>
                </a:lnTo>
                <a:lnTo>
                  <a:pt x="69" y="218"/>
                </a:lnTo>
                <a:lnTo>
                  <a:pt x="73" y="220"/>
                </a:lnTo>
                <a:lnTo>
                  <a:pt x="77" y="222"/>
                </a:lnTo>
                <a:lnTo>
                  <a:pt x="82" y="224"/>
                </a:lnTo>
                <a:lnTo>
                  <a:pt x="86" y="226"/>
                </a:lnTo>
                <a:lnTo>
                  <a:pt x="91" y="228"/>
                </a:lnTo>
                <a:lnTo>
                  <a:pt x="95" y="230"/>
                </a:lnTo>
                <a:lnTo>
                  <a:pt x="100" y="231"/>
                </a:lnTo>
                <a:lnTo>
                  <a:pt x="105" y="233"/>
                </a:lnTo>
                <a:lnTo>
                  <a:pt x="110" y="234"/>
                </a:lnTo>
                <a:lnTo>
                  <a:pt x="115" y="236"/>
                </a:lnTo>
                <a:lnTo>
                  <a:pt x="120" y="237"/>
                </a:lnTo>
                <a:lnTo>
                  <a:pt x="125" y="238"/>
                </a:lnTo>
                <a:lnTo>
                  <a:pt x="130" y="239"/>
                </a:lnTo>
                <a:lnTo>
                  <a:pt x="136" y="240"/>
                </a:lnTo>
                <a:lnTo>
                  <a:pt x="141" y="241"/>
                </a:lnTo>
                <a:lnTo>
                  <a:pt x="146" y="241"/>
                </a:lnTo>
                <a:lnTo>
                  <a:pt x="151" y="242"/>
                </a:lnTo>
                <a:lnTo>
                  <a:pt x="156" y="242"/>
                </a:lnTo>
                <a:lnTo>
                  <a:pt x="161" y="243"/>
                </a:lnTo>
                <a:lnTo>
                  <a:pt x="167" y="243"/>
                </a:lnTo>
                <a:lnTo>
                  <a:pt x="172" y="243"/>
                </a:lnTo>
                <a:lnTo>
                  <a:pt x="177" y="243"/>
                </a:lnTo>
                <a:lnTo>
                  <a:pt x="182" y="243"/>
                </a:lnTo>
                <a:lnTo>
                  <a:pt x="188" y="242"/>
                </a:lnTo>
                <a:lnTo>
                  <a:pt x="193" y="242"/>
                </a:lnTo>
                <a:lnTo>
                  <a:pt x="198" y="241"/>
                </a:lnTo>
                <a:lnTo>
                  <a:pt x="203" y="241"/>
                </a:lnTo>
                <a:lnTo>
                  <a:pt x="208" y="240"/>
                </a:lnTo>
                <a:lnTo>
                  <a:pt x="213" y="239"/>
                </a:lnTo>
                <a:lnTo>
                  <a:pt x="218" y="238"/>
                </a:lnTo>
                <a:lnTo>
                  <a:pt x="223" y="237"/>
                </a:lnTo>
                <a:lnTo>
                  <a:pt x="228" y="236"/>
                </a:lnTo>
                <a:lnTo>
                  <a:pt x="233" y="234"/>
                </a:lnTo>
                <a:lnTo>
                  <a:pt x="238" y="233"/>
                </a:lnTo>
                <a:lnTo>
                  <a:pt x="243" y="231"/>
                </a:lnTo>
                <a:lnTo>
                  <a:pt x="248" y="230"/>
                </a:lnTo>
                <a:lnTo>
                  <a:pt x="252" y="228"/>
                </a:lnTo>
                <a:lnTo>
                  <a:pt x="257" y="226"/>
                </a:lnTo>
                <a:lnTo>
                  <a:pt x="261" y="224"/>
                </a:lnTo>
                <a:lnTo>
                  <a:pt x="266" y="222"/>
                </a:lnTo>
                <a:lnTo>
                  <a:pt x="270" y="220"/>
                </a:lnTo>
                <a:lnTo>
                  <a:pt x="274" y="218"/>
                </a:lnTo>
                <a:lnTo>
                  <a:pt x="278" y="215"/>
                </a:lnTo>
                <a:lnTo>
                  <a:pt x="282" y="213"/>
                </a:lnTo>
                <a:lnTo>
                  <a:pt x="286" y="210"/>
                </a:lnTo>
                <a:lnTo>
                  <a:pt x="290" y="208"/>
                </a:lnTo>
                <a:lnTo>
                  <a:pt x="294" y="205"/>
                </a:lnTo>
                <a:lnTo>
                  <a:pt x="297" y="202"/>
                </a:lnTo>
                <a:lnTo>
                  <a:pt x="300" y="199"/>
                </a:lnTo>
                <a:lnTo>
                  <a:pt x="304" y="197"/>
                </a:lnTo>
                <a:lnTo>
                  <a:pt x="307" y="194"/>
                </a:lnTo>
                <a:lnTo>
                  <a:pt x="310" y="190"/>
                </a:lnTo>
                <a:lnTo>
                  <a:pt x="313" y="187"/>
                </a:lnTo>
                <a:lnTo>
                  <a:pt x="315" y="184"/>
                </a:lnTo>
                <a:lnTo>
                  <a:pt x="318" y="181"/>
                </a:lnTo>
                <a:lnTo>
                  <a:pt x="321" y="178"/>
                </a:lnTo>
                <a:lnTo>
                  <a:pt x="323" y="174"/>
                </a:lnTo>
                <a:lnTo>
                  <a:pt x="325" y="171"/>
                </a:lnTo>
                <a:lnTo>
                  <a:pt x="327" y="167"/>
                </a:lnTo>
                <a:lnTo>
                  <a:pt x="329" y="164"/>
                </a:lnTo>
                <a:lnTo>
                  <a:pt x="331" y="160"/>
                </a:lnTo>
                <a:lnTo>
                  <a:pt x="332" y="157"/>
                </a:lnTo>
                <a:lnTo>
                  <a:pt x="333" y="153"/>
                </a:lnTo>
                <a:lnTo>
                  <a:pt x="335" y="149"/>
                </a:lnTo>
                <a:lnTo>
                  <a:pt x="336" y="146"/>
                </a:lnTo>
                <a:lnTo>
                  <a:pt x="337" y="142"/>
                </a:lnTo>
                <a:lnTo>
                  <a:pt x="337" y="138"/>
                </a:lnTo>
                <a:lnTo>
                  <a:pt x="338" y="135"/>
                </a:lnTo>
                <a:lnTo>
                  <a:pt x="338" y="131"/>
                </a:lnTo>
                <a:lnTo>
                  <a:pt x="339" y="127"/>
                </a:lnTo>
                <a:lnTo>
                  <a:pt x="339" y="123"/>
                </a:lnTo>
                <a:moveTo>
                  <a:pt x="343" y="123"/>
                </a:moveTo>
                <a:lnTo>
                  <a:pt x="342" y="127"/>
                </a:lnTo>
                <a:lnTo>
                  <a:pt x="342" y="131"/>
                </a:lnTo>
                <a:lnTo>
                  <a:pt x="342" y="135"/>
                </a:lnTo>
                <a:lnTo>
                  <a:pt x="341" y="139"/>
                </a:lnTo>
                <a:lnTo>
                  <a:pt x="340" y="142"/>
                </a:lnTo>
                <a:lnTo>
                  <a:pt x="340" y="146"/>
                </a:lnTo>
                <a:lnTo>
                  <a:pt x="338" y="150"/>
                </a:lnTo>
                <a:lnTo>
                  <a:pt x="337" y="154"/>
                </a:lnTo>
                <a:lnTo>
                  <a:pt x="336" y="157"/>
                </a:lnTo>
                <a:lnTo>
                  <a:pt x="334" y="161"/>
                </a:lnTo>
                <a:lnTo>
                  <a:pt x="332" y="165"/>
                </a:lnTo>
                <a:lnTo>
                  <a:pt x="331" y="168"/>
                </a:lnTo>
                <a:lnTo>
                  <a:pt x="329" y="172"/>
                </a:lnTo>
                <a:lnTo>
                  <a:pt x="326" y="175"/>
                </a:lnTo>
                <a:lnTo>
                  <a:pt x="324" y="179"/>
                </a:lnTo>
                <a:lnTo>
                  <a:pt x="321" y="182"/>
                </a:lnTo>
                <a:lnTo>
                  <a:pt x="319" y="186"/>
                </a:lnTo>
                <a:lnTo>
                  <a:pt x="316" y="189"/>
                </a:lnTo>
                <a:lnTo>
                  <a:pt x="313" y="192"/>
                </a:lnTo>
                <a:lnTo>
                  <a:pt x="310" y="195"/>
                </a:lnTo>
                <a:lnTo>
                  <a:pt x="307" y="198"/>
                </a:lnTo>
                <a:lnTo>
                  <a:pt x="303" y="201"/>
                </a:lnTo>
                <a:lnTo>
                  <a:pt x="300" y="204"/>
                </a:lnTo>
                <a:lnTo>
                  <a:pt x="296" y="207"/>
                </a:lnTo>
                <a:lnTo>
                  <a:pt x="293" y="210"/>
                </a:lnTo>
                <a:lnTo>
                  <a:pt x="289" y="212"/>
                </a:lnTo>
                <a:lnTo>
                  <a:pt x="285" y="215"/>
                </a:lnTo>
                <a:lnTo>
                  <a:pt x="281" y="217"/>
                </a:lnTo>
                <a:lnTo>
                  <a:pt x="277" y="220"/>
                </a:lnTo>
                <a:lnTo>
                  <a:pt x="272" y="222"/>
                </a:lnTo>
                <a:lnTo>
                  <a:pt x="268" y="224"/>
                </a:lnTo>
                <a:lnTo>
                  <a:pt x="263" y="227"/>
                </a:lnTo>
                <a:lnTo>
                  <a:pt x="259" y="229"/>
                </a:lnTo>
                <a:lnTo>
                  <a:pt x="254" y="230"/>
                </a:lnTo>
                <a:lnTo>
                  <a:pt x="249" y="232"/>
                </a:lnTo>
                <a:lnTo>
                  <a:pt x="245" y="234"/>
                </a:lnTo>
                <a:lnTo>
                  <a:pt x="240" y="235"/>
                </a:lnTo>
                <a:lnTo>
                  <a:pt x="235" y="237"/>
                </a:lnTo>
                <a:lnTo>
                  <a:pt x="230" y="238"/>
                </a:lnTo>
                <a:lnTo>
                  <a:pt x="225" y="240"/>
                </a:lnTo>
                <a:lnTo>
                  <a:pt x="220" y="241"/>
                </a:lnTo>
                <a:lnTo>
                  <a:pt x="214" y="242"/>
                </a:lnTo>
                <a:lnTo>
                  <a:pt x="209" y="243"/>
                </a:lnTo>
                <a:lnTo>
                  <a:pt x="204" y="243"/>
                </a:lnTo>
                <a:lnTo>
                  <a:pt x="199" y="244"/>
                </a:lnTo>
                <a:lnTo>
                  <a:pt x="193" y="245"/>
                </a:lnTo>
                <a:lnTo>
                  <a:pt x="188" y="245"/>
                </a:lnTo>
                <a:lnTo>
                  <a:pt x="183" y="245"/>
                </a:lnTo>
                <a:lnTo>
                  <a:pt x="177" y="245"/>
                </a:lnTo>
                <a:lnTo>
                  <a:pt x="172" y="246"/>
                </a:lnTo>
                <a:lnTo>
                  <a:pt x="167" y="245"/>
                </a:lnTo>
                <a:lnTo>
                  <a:pt x="161" y="245"/>
                </a:lnTo>
                <a:lnTo>
                  <a:pt x="156" y="245"/>
                </a:lnTo>
                <a:lnTo>
                  <a:pt x="151" y="245"/>
                </a:lnTo>
                <a:lnTo>
                  <a:pt x="145" y="244"/>
                </a:lnTo>
                <a:lnTo>
                  <a:pt x="140" y="243"/>
                </a:lnTo>
                <a:lnTo>
                  <a:pt x="135" y="243"/>
                </a:lnTo>
                <a:lnTo>
                  <a:pt x="130" y="242"/>
                </a:lnTo>
                <a:lnTo>
                  <a:pt x="124" y="241"/>
                </a:lnTo>
                <a:lnTo>
                  <a:pt x="119" y="240"/>
                </a:lnTo>
                <a:lnTo>
                  <a:pt x="114" y="238"/>
                </a:lnTo>
                <a:lnTo>
                  <a:pt x="108" y="237"/>
                </a:lnTo>
                <a:lnTo>
                  <a:pt x="103" y="235"/>
                </a:lnTo>
                <a:lnTo>
                  <a:pt x="98" y="234"/>
                </a:lnTo>
                <a:lnTo>
                  <a:pt x="93" y="232"/>
                </a:lnTo>
                <a:lnTo>
                  <a:pt x="89" y="230"/>
                </a:lnTo>
                <a:lnTo>
                  <a:pt x="84" y="229"/>
                </a:lnTo>
                <a:lnTo>
                  <a:pt x="80" y="227"/>
                </a:lnTo>
                <a:lnTo>
                  <a:pt x="75" y="224"/>
                </a:lnTo>
                <a:lnTo>
                  <a:pt x="71" y="222"/>
                </a:lnTo>
                <a:lnTo>
                  <a:pt x="66" y="220"/>
                </a:lnTo>
                <a:lnTo>
                  <a:pt x="62" y="217"/>
                </a:lnTo>
                <a:lnTo>
                  <a:pt x="58" y="215"/>
                </a:lnTo>
                <a:lnTo>
                  <a:pt x="54" y="212"/>
                </a:lnTo>
                <a:lnTo>
                  <a:pt x="50" y="210"/>
                </a:lnTo>
                <a:lnTo>
                  <a:pt x="47" y="207"/>
                </a:lnTo>
                <a:lnTo>
                  <a:pt x="43" y="204"/>
                </a:lnTo>
                <a:lnTo>
                  <a:pt x="39" y="201"/>
                </a:lnTo>
                <a:lnTo>
                  <a:pt x="36" y="198"/>
                </a:lnTo>
                <a:lnTo>
                  <a:pt x="33" y="195"/>
                </a:lnTo>
                <a:lnTo>
                  <a:pt x="30" y="192"/>
                </a:lnTo>
                <a:lnTo>
                  <a:pt x="27" y="189"/>
                </a:lnTo>
                <a:lnTo>
                  <a:pt x="24" y="186"/>
                </a:lnTo>
                <a:lnTo>
                  <a:pt x="21" y="182"/>
                </a:lnTo>
                <a:lnTo>
                  <a:pt x="19" y="179"/>
                </a:lnTo>
                <a:lnTo>
                  <a:pt x="17" y="175"/>
                </a:lnTo>
                <a:lnTo>
                  <a:pt x="14" y="172"/>
                </a:lnTo>
                <a:lnTo>
                  <a:pt x="12" y="168"/>
                </a:lnTo>
                <a:lnTo>
                  <a:pt x="10" y="165"/>
                </a:lnTo>
                <a:lnTo>
                  <a:pt x="9" y="161"/>
                </a:lnTo>
                <a:lnTo>
                  <a:pt x="7" y="157"/>
                </a:lnTo>
                <a:lnTo>
                  <a:pt x="6" y="154"/>
                </a:lnTo>
                <a:lnTo>
                  <a:pt x="4" y="150"/>
                </a:lnTo>
                <a:lnTo>
                  <a:pt x="3" y="146"/>
                </a:lnTo>
                <a:lnTo>
                  <a:pt x="2" y="142"/>
                </a:lnTo>
                <a:lnTo>
                  <a:pt x="2" y="139"/>
                </a:lnTo>
                <a:lnTo>
                  <a:pt x="1" y="135"/>
                </a:lnTo>
                <a:lnTo>
                  <a:pt x="1" y="131"/>
                </a:lnTo>
                <a:lnTo>
                  <a:pt x="0" y="127"/>
                </a:lnTo>
                <a:lnTo>
                  <a:pt x="0" y="123"/>
                </a:lnTo>
                <a:lnTo>
                  <a:pt x="0" y="119"/>
                </a:lnTo>
                <a:lnTo>
                  <a:pt x="1" y="115"/>
                </a:lnTo>
                <a:lnTo>
                  <a:pt x="1" y="111"/>
                </a:lnTo>
                <a:lnTo>
                  <a:pt x="2" y="107"/>
                </a:lnTo>
                <a:lnTo>
                  <a:pt x="2" y="103"/>
                </a:lnTo>
                <a:lnTo>
                  <a:pt x="3" y="99"/>
                </a:lnTo>
                <a:lnTo>
                  <a:pt x="4" y="96"/>
                </a:lnTo>
                <a:lnTo>
                  <a:pt x="6" y="92"/>
                </a:lnTo>
                <a:lnTo>
                  <a:pt x="7" y="88"/>
                </a:lnTo>
                <a:lnTo>
                  <a:pt x="9" y="85"/>
                </a:lnTo>
                <a:lnTo>
                  <a:pt x="10" y="81"/>
                </a:lnTo>
                <a:lnTo>
                  <a:pt x="12" y="77"/>
                </a:lnTo>
                <a:lnTo>
                  <a:pt x="14" y="74"/>
                </a:lnTo>
                <a:lnTo>
                  <a:pt x="17" y="70"/>
                </a:lnTo>
                <a:lnTo>
                  <a:pt x="19" y="67"/>
                </a:lnTo>
                <a:lnTo>
                  <a:pt x="21" y="63"/>
                </a:lnTo>
                <a:lnTo>
                  <a:pt x="24" y="60"/>
                </a:lnTo>
                <a:lnTo>
                  <a:pt x="27" y="57"/>
                </a:lnTo>
                <a:lnTo>
                  <a:pt x="30" y="54"/>
                </a:lnTo>
                <a:lnTo>
                  <a:pt x="33" y="50"/>
                </a:lnTo>
                <a:lnTo>
                  <a:pt x="36" y="47"/>
                </a:lnTo>
                <a:lnTo>
                  <a:pt x="39" y="44"/>
                </a:lnTo>
                <a:lnTo>
                  <a:pt x="43" y="41"/>
                </a:lnTo>
                <a:lnTo>
                  <a:pt x="47" y="39"/>
                </a:lnTo>
                <a:lnTo>
                  <a:pt x="50" y="36"/>
                </a:lnTo>
                <a:lnTo>
                  <a:pt x="54" y="33"/>
                </a:lnTo>
                <a:lnTo>
                  <a:pt x="58" y="31"/>
                </a:lnTo>
                <a:lnTo>
                  <a:pt x="62" y="28"/>
                </a:lnTo>
                <a:lnTo>
                  <a:pt x="66" y="26"/>
                </a:lnTo>
                <a:lnTo>
                  <a:pt x="71" y="23"/>
                </a:lnTo>
                <a:lnTo>
                  <a:pt x="75" y="21"/>
                </a:lnTo>
                <a:lnTo>
                  <a:pt x="80" y="19"/>
                </a:lnTo>
                <a:lnTo>
                  <a:pt x="84" y="17"/>
                </a:lnTo>
                <a:lnTo>
                  <a:pt x="89" y="15"/>
                </a:lnTo>
                <a:lnTo>
                  <a:pt x="93" y="13"/>
                </a:lnTo>
                <a:lnTo>
                  <a:pt x="98" y="12"/>
                </a:lnTo>
                <a:lnTo>
                  <a:pt x="103" y="10"/>
                </a:lnTo>
                <a:lnTo>
                  <a:pt x="108" y="9"/>
                </a:lnTo>
                <a:lnTo>
                  <a:pt x="114" y="7"/>
                </a:lnTo>
                <a:lnTo>
                  <a:pt x="119" y="6"/>
                </a:lnTo>
                <a:lnTo>
                  <a:pt x="124" y="5"/>
                </a:lnTo>
                <a:lnTo>
                  <a:pt x="130" y="4"/>
                </a:lnTo>
                <a:lnTo>
                  <a:pt x="135" y="3"/>
                </a:lnTo>
                <a:lnTo>
                  <a:pt x="140" y="2"/>
                </a:lnTo>
                <a:lnTo>
                  <a:pt x="145" y="2"/>
                </a:lnTo>
                <a:lnTo>
                  <a:pt x="151" y="1"/>
                </a:lnTo>
                <a:lnTo>
                  <a:pt x="156" y="1"/>
                </a:lnTo>
                <a:lnTo>
                  <a:pt x="161" y="0"/>
                </a:lnTo>
                <a:lnTo>
                  <a:pt x="167" y="0"/>
                </a:lnTo>
                <a:lnTo>
                  <a:pt x="172" y="0"/>
                </a:lnTo>
                <a:lnTo>
                  <a:pt x="177" y="0"/>
                </a:lnTo>
                <a:lnTo>
                  <a:pt x="183" y="0"/>
                </a:lnTo>
                <a:lnTo>
                  <a:pt x="188" y="1"/>
                </a:lnTo>
                <a:lnTo>
                  <a:pt x="193" y="1"/>
                </a:lnTo>
                <a:lnTo>
                  <a:pt x="199" y="2"/>
                </a:lnTo>
                <a:lnTo>
                  <a:pt x="204" y="2"/>
                </a:lnTo>
                <a:lnTo>
                  <a:pt x="209" y="3"/>
                </a:lnTo>
                <a:lnTo>
                  <a:pt x="214" y="4"/>
                </a:lnTo>
                <a:lnTo>
                  <a:pt x="220" y="5"/>
                </a:lnTo>
                <a:lnTo>
                  <a:pt x="225" y="6"/>
                </a:lnTo>
                <a:lnTo>
                  <a:pt x="230" y="7"/>
                </a:lnTo>
                <a:lnTo>
                  <a:pt x="235" y="9"/>
                </a:lnTo>
                <a:lnTo>
                  <a:pt x="240" y="10"/>
                </a:lnTo>
                <a:lnTo>
                  <a:pt x="245" y="12"/>
                </a:lnTo>
                <a:lnTo>
                  <a:pt x="249" y="13"/>
                </a:lnTo>
                <a:lnTo>
                  <a:pt x="254" y="15"/>
                </a:lnTo>
                <a:lnTo>
                  <a:pt x="259" y="17"/>
                </a:lnTo>
                <a:lnTo>
                  <a:pt x="263" y="19"/>
                </a:lnTo>
                <a:lnTo>
                  <a:pt x="268" y="21"/>
                </a:lnTo>
                <a:lnTo>
                  <a:pt x="272" y="23"/>
                </a:lnTo>
                <a:lnTo>
                  <a:pt x="277" y="26"/>
                </a:lnTo>
                <a:lnTo>
                  <a:pt x="281" y="28"/>
                </a:lnTo>
                <a:lnTo>
                  <a:pt x="285" y="31"/>
                </a:lnTo>
                <a:lnTo>
                  <a:pt x="289" y="33"/>
                </a:lnTo>
                <a:lnTo>
                  <a:pt x="293" y="36"/>
                </a:lnTo>
                <a:lnTo>
                  <a:pt x="296" y="39"/>
                </a:lnTo>
                <a:lnTo>
                  <a:pt x="300" y="41"/>
                </a:lnTo>
                <a:lnTo>
                  <a:pt x="303" y="44"/>
                </a:lnTo>
                <a:lnTo>
                  <a:pt x="307" y="47"/>
                </a:lnTo>
                <a:lnTo>
                  <a:pt x="310" y="50"/>
                </a:lnTo>
                <a:lnTo>
                  <a:pt x="313" y="54"/>
                </a:lnTo>
                <a:lnTo>
                  <a:pt x="316" y="57"/>
                </a:lnTo>
                <a:lnTo>
                  <a:pt x="319" y="60"/>
                </a:lnTo>
                <a:lnTo>
                  <a:pt x="321" y="63"/>
                </a:lnTo>
                <a:lnTo>
                  <a:pt x="324" y="67"/>
                </a:lnTo>
                <a:lnTo>
                  <a:pt x="326" y="70"/>
                </a:lnTo>
                <a:lnTo>
                  <a:pt x="329" y="74"/>
                </a:lnTo>
                <a:lnTo>
                  <a:pt x="331" y="77"/>
                </a:lnTo>
                <a:lnTo>
                  <a:pt x="332" y="81"/>
                </a:lnTo>
                <a:lnTo>
                  <a:pt x="334" y="85"/>
                </a:lnTo>
                <a:lnTo>
                  <a:pt x="336" y="88"/>
                </a:lnTo>
                <a:lnTo>
                  <a:pt x="337" y="92"/>
                </a:lnTo>
                <a:lnTo>
                  <a:pt x="338" y="96"/>
                </a:lnTo>
                <a:lnTo>
                  <a:pt x="340" y="99"/>
                </a:lnTo>
                <a:lnTo>
                  <a:pt x="340" y="103"/>
                </a:lnTo>
                <a:lnTo>
                  <a:pt x="341" y="107"/>
                </a:lnTo>
                <a:lnTo>
                  <a:pt x="342" y="111"/>
                </a:lnTo>
                <a:lnTo>
                  <a:pt x="342" y="115"/>
                </a:lnTo>
                <a:lnTo>
                  <a:pt x="342" y="119"/>
                </a:lnTo>
                <a:lnTo>
                  <a:pt x="343" y="123"/>
                </a:lnTo>
                <a:close/>
              </a:path>
            </a:pathLst>
          </a:custGeom>
          <a:solidFill>
            <a:srgbClr val="fff9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6" name=""/>
          <p:cNvSpPr/>
          <p:nvPr/>
        </p:nvSpPr>
        <p:spPr>
          <a:xfrm>
            <a:off x="7997040" y="2897280"/>
            <a:ext cx="131400" cy="94320"/>
          </a:xfrm>
          <a:custGeom>
            <a:avLst/>
            <a:gdLst/>
            <a:ahLst/>
            <a:rect l="0" t="0" r="r" b="b"/>
            <a:pathLst>
              <a:path w="365" h="262">
                <a:moveTo>
                  <a:pt x="354" y="130"/>
                </a:moveTo>
                <a:lnTo>
                  <a:pt x="353" y="126"/>
                </a:lnTo>
                <a:lnTo>
                  <a:pt x="353" y="123"/>
                </a:lnTo>
                <a:lnTo>
                  <a:pt x="353" y="119"/>
                </a:lnTo>
                <a:lnTo>
                  <a:pt x="352" y="115"/>
                </a:lnTo>
                <a:lnTo>
                  <a:pt x="351" y="111"/>
                </a:lnTo>
                <a:lnTo>
                  <a:pt x="351" y="107"/>
                </a:lnTo>
                <a:lnTo>
                  <a:pt x="349" y="104"/>
                </a:lnTo>
                <a:lnTo>
                  <a:pt x="348" y="100"/>
                </a:lnTo>
                <a:lnTo>
                  <a:pt x="347" y="96"/>
                </a:lnTo>
                <a:lnTo>
                  <a:pt x="345" y="93"/>
                </a:lnTo>
                <a:lnTo>
                  <a:pt x="343" y="89"/>
                </a:lnTo>
                <a:lnTo>
                  <a:pt x="342" y="85"/>
                </a:lnTo>
                <a:lnTo>
                  <a:pt x="340" y="82"/>
                </a:lnTo>
                <a:lnTo>
                  <a:pt x="337" y="78"/>
                </a:lnTo>
                <a:lnTo>
                  <a:pt x="335" y="75"/>
                </a:lnTo>
                <a:lnTo>
                  <a:pt x="332" y="71"/>
                </a:lnTo>
                <a:lnTo>
                  <a:pt x="330" y="68"/>
                </a:lnTo>
                <a:lnTo>
                  <a:pt x="327" y="65"/>
                </a:lnTo>
                <a:lnTo>
                  <a:pt x="324" y="62"/>
                </a:lnTo>
                <a:lnTo>
                  <a:pt x="321" y="58"/>
                </a:lnTo>
                <a:lnTo>
                  <a:pt x="318" y="55"/>
                </a:lnTo>
                <a:lnTo>
                  <a:pt x="314" y="52"/>
                </a:lnTo>
                <a:lnTo>
                  <a:pt x="311" y="49"/>
                </a:lnTo>
                <a:lnTo>
                  <a:pt x="307" y="47"/>
                </a:lnTo>
                <a:lnTo>
                  <a:pt x="304" y="44"/>
                </a:lnTo>
                <a:lnTo>
                  <a:pt x="300" y="41"/>
                </a:lnTo>
                <a:lnTo>
                  <a:pt x="296" y="39"/>
                </a:lnTo>
                <a:lnTo>
                  <a:pt x="292" y="36"/>
                </a:lnTo>
                <a:lnTo>
                  <a:pt x="288" y="34"/>
                </a:lnTo>
                <a:lnTo>
                  <a:pt x="283" y="31"/>
                </a:lnTo>
                <a:lnTo>
                  <a:pt x="279" y="29"/>
                </a:lnTo>
                <a:lnTo>
                  <a:pt x="274" y="27"/>
                </a:lnTo>
                <a:lnTo>
                  <a:pt x="270" y="25"/>
                </a:lnTo>
                <a:lnTo>
                  <a:pt x="265" y="23"/>
                </a:lnTo>
                <a:lnTo>
                  <a:pt x="260" y="21"/>
                </a:lnTo>
                <a:lnTo>
                  <a:pt x="256" y="20"/>
                </a:lnTo>
                <a:lnTo>
                  <a:pt x="251" y="18"/>
                </a:lnTo>
                <a:lnTo>
                  <a:pt x="246" y="17"/>
                </a:lnTo>
                <a:lnTo>
                  <a:pt x="241" y="15"/>
                </a:lnTo>
                <a:lnTo>
                  <a:pt x="236" y="14"/>
                </a:lnTo>
                <a:lnTo>
                  <a:pt x="231" y="13"/>
                </a:lnTo>
                <a:lnTo>
                  <a:pt x="225" y="12"/>
                </a:lnTo>
                <a:lnTo>
                  <a:pt x="220" y="11"/>
                </a:lnTo>
                <a:lnTo>
                  <a:pt x="215" y="10"/>
                </a:lnTo>
                <a:lnTo>
                  <a:pt x="210" y="10"/>
                </a:lnTo>
                <a:lnTo>
                  <a:pt x="204" y="9"/>
                </a:lnTo>
                <a:lnTo>
                  <a:pt x="199" y="9"/>
                </a:lnTo>
                <a:lnTo>
                  <a:pt x="194" y="8"/>
                </a:lnTo>
                <a:lnTo>
                  <a:pt x="188" y="8"/>
                </a:lnTo>
                <a:lnTo>
                  <a:pt x="183" y="8"/>
                </a:lnTo>
                <a:lnTo>
                  <a:pt x="178" y="8"/>
                </a:lnTo>
                <a:lnTo>
                  <a:pt x="171" y="8"/>
                </a:lnTo>
                <a:lnTo>
                  <a:pt x="166" y="9"/>
                </a:lnTo>
                <a:lnTo>
                  <a:pt x="161" y="9"/>
                </a:lnTo>
                <a:lnTo>
                  <a:pt x="155" y="10"/>
                </a:lnTo>
                <a:lnTo>
                  <a:pt x="150" y="10"/>
                </a:lnTo>
                <a:lnTo>
                  <a:pt x="145" y="11"/>
                </a:lnTo>
                <a:lnTo>
                  <a:pt x="140" y="12"/>
                </a:lnTo>
                <a:lnTo>
                  <a:pt x="134" y="13"/>
                </a:lnTo>
                <a:lnTo>
                  <a:pt x="129" y="14"/>
                </a:lnTo>
                <a:lnTo>
                  <a:pt x="124" y="15"/>
                </a:lnTo>
                <a:lnTo>
                  <a:pt x="119" y="17"/>
                </a:lnTo>
                <a:lnTo>
                  <a:pt x="114" y="18"/>
                </a:lnTo>
                <a:lnTo>
                  <a:pt x="109" y="20"/>
                </a:lnTo>
                <a:lnTo>
                  <a:pt x="104" y="21"/>
                </a:lnTo>
                <a:lnTo>
                  <a:pt x="100" y="23"/>
                </a:lnTo>
                <a:lnTo>
                  <a:pt x="95" y="25"/>
                </a:lnTo>
                <a:lnTo>
                  <a:pt x="91" y="27"/>
                </a:lnTo>
                <a:lnTo>
                  <a:pt x="86" y="29"/>
                </a:lnTo>
                <a:lnTo>
                  <a:pt x="82" y="31"/>
                </a:lnTo>
                <a:lnTo>
                  <a:pt x="77" y="34"/>
                </a:lnTo>
                <a:lnTo>
                  <a:pt x="73" y="36"/>
                </a:lnTo>
                <a:lnTo>
                  <a:pt x="69" y="39"/>
                </a:lnTo>
                <a:lnTo>
                  <a:pt x="65" y="41"/>
                </a:lnTo>
                <a:lnTo>
                  <a:pt x="61" y="44"/>
                </a:lnTo>
                <a:lnTo>
                  <a:pt x="58" y="47"/>
                </a:lnTo>
                <a:lnTo>
                  <a:pt x="54" y="49"/>
                </a:lnTo>
                <a:lnTo>
                  <a:pt x="50" y="52"/>
                </a:lnTo>
                <a:lnTo>
                  <a:pt x="47" y="55"/>
                </a:lnTo>
                <a:lnTo>
                  <a:pt x="44" y="58"/>
                </a:lnTo>
                <a:lnTo>
                  <a:pt x="41" y="62"/>
                </a:lnTo>
                <a:lnTo>
                  <a:pt x="38" y="65"/>
                </a:lnTo>
                <a:lnTo>
                  <a:pt x="35" y="68"/>
                </a:lnTo>
                <a:lnTo>
                  <a:pt x="32" y="71"/>
                </a:lnTo>
                <a:lnTo>
                  <a:pt x="30" y="75"/>
                </a:lnTo>
                <a:lnTo>
                  <a:pt x="28" y="78"/>
                </a:lnTo>
                <a:lnTo>
                  <a:pt x="25" y="82"/>
                </a:lnTo>
                <a:lnTo>
                  <a:pt x="23" y="85"/>
                </a:lnTo>
                <a:lnTo>
                  <a:pt x="21" y="89"/>
                </a:lnTo>
                <a:lnTo>
                  <a:pt x="20" y="93"/>
                </a:lnTo>
                <a:lnTo>
                  <a:pt x="18" y="96"/>
                </a:lnTo>
                <a:lnTo>
                  <a:pt x="17" y="100"/>
                </a:lnTo>
                <a:lnTo>
                  <a:pt x="15" y="104"/>
                </a:lnTo>
                <a:lnTo>
                  <a:pt x="14" y="107"/>
                </a:lnTo>
                <a:lnTo>
                  <a:pt x="13" y="111"/>
                </a:lnTo>
                <a:lnTo>
                  <a:pt x="13" y="115"/>
                </a:lnTo>
                <a:lnTo>
                  <a:pt x="12" y="119"/>
                </a:lnTo>
                <a:lnTo>
                  <a:pt x="12" y="123"/>
                </a:lnTo>
                <a:lnTo>
                  <a:pt x="11" y="126"/>
                </a:lnTo>
                <a:lnTo>
                  <a:pt x="11" y="130"/>
                </a:lnTo>
                <a:lnTo>
                  <a:pt x="11" y="134"/>
                </a:lnTo>
                <a:lnTo>
                  <a:pt x="12" y="138"/>
                </a:lnTo>
                <a:lnTo>
                  <a:pt x="12" y="142"/>
                </a:lnTo>
                <a:lnTo>
                  <a:pt x="13" y="146"/>
                </a:lnTo>
                <a:lnTo>
                  <a:pt x="13" y="149"/>
                </a:lnTo>
                <a:lnTo>
                  <a:pt x="14" y="153"/>
                </a:lnTo>
                <a:lnTo>
                  <a:pt x="15" y="157"/>
                </a:lnTo>
                <a:lnTo>
                  <a:pt x="17" y="161"/>
                </a:lnTo>
                <a:lnTo>
                  <a:pt x="18" y="164"/>
                </a:lnTo>
                <a:lnTo>
                  <a:pt x="20" y="168"/>
                </a:lnTo>
                <a:lnTo>
                  <a:pt x="21" y="172"/>
                </a:lnTo>
                <a:lnTo>
                  <a:pt x="23" y="176"/>
                </a:lnTo>
                <a:lnTo>
                  <a:pt x="25" y="180"/>
                </a:lnTo>
                <a:lnTo>
                  <a:pt x="28" y="183"/>
                </a:lnTo>
                <a:lnTo>
                  <a:pt x="30" y="187"/>
                </a:lnTo>
                <a:lnTo>
                  <a:pt x="32" y="190"/>
                </a:lnTo>
                <a:lnTo>
                  <a:pt x="35" y="194"/>
                </a:lnTo>
                <a:lnTo>
                  <a:pt x="38" y="197"/>
                </a:lnTo>
                <a:lnTo>
                  <a:pt x="41" y="200"/>
                </a:lnTo>
                <a:lnTo>
                  <a:pt x="44" y="203"/>
                </a:lnTo>
                <a:lnTo>
                  <a:pt x="47" y="206"/>
                </a:lnTo>
                <a:lnTo>
                  <a:pt x="50" y="209"/>
                </a:lnTo>
                <a:lnTo>
                  <a:pt x="54" y="212"/>
                </a:lnTo>
                <a:lnTo>
                  <a:pt x="58" y="215"/>
                </a:lnTo>
                <a:lnTo>
                  <a:pt x="61" y="218"/>
                </a:lnTo>
                <a:lnTo>
                  <a:pt x="65" y="220"/>
                </a:lnTo>
                <a:lnTo>
                  <a:pt x="69" y="223"/>
                </a:lnTo>
                <a:lnTo>
                  <a:pt x="73" y="225"/>
                </a:lnTo>
                <a:lnTo>
                  <a:pt x="77" y="228"/>
                </a:lnTo>
                <a:lnTo>
                  <a:pt x="82" y="230"/>
                </a:lnTo>
                <a:lnTo>
                  <a:pt x="86" y="232"/>
                </a:lnTo>
                <a:lnTo>
                  <a:pt x="91" y="235"/>
                </a:lnTo>
                <a:lnTo>
                  <a:pt x="95" y="237"/>
                </a:lnTo>
                <a:lnTo>
                  <a:pt x="100" y="238"/>
                </a:lnTo>
                <a:lnTo>
                  <a:pt x="104" y="240"/>
                </a:lnTo>
                <a:lnTo>
                  <a:pt x="109" y="242"/>
                </a:lnTo>
                <a:lnTo>
                  <a:pt x="114" y="243"/>
                </a:lnTo>
                <a:lnTo>
                  <a:pt x="119" y="245"/>
                </a:lnTo>
                <a:lnTo>
                  <a:pt x="124" y="246"/>
                </a:lnTo>
                <a:lnTo>
                  <a:pt x="129" y="248"/>
                </a:lnTo>
                <a:lnTo>
                  <a:pt x="134" y="249"/>
                </a:lnTo>
                <a:lnTo>
                  <a:pt x="140" y="250"/>
                </a:lnTo>
                <a:lnTo>
                  <a:pt x="145" y="251"/>
                </a:lnTo>
                <a:lnTo>
                  <a:pt x="150" y="251"/>
                </a:lnTo>
                <a:lnTo>
                  <a:pt x="155" y="252"/>
                </a:lnTo>
                <a:lnTo>
                  <a:pt x="161" y="253"/>
                </a:lnTo>
                <a:lnTo>
                  <a:pt x="166" y="253"/>
                </a:lnTo>
                <a:lnTo>
                  <a:pt x="171" y="253"/>
                </a:lnTo>
                <a:lnTo>
                  <a:pt x="178" y="253"/>
                </a:lnTo>
                <a:lnTo>
                  <a:pt x="183" y="254"/>
                </a:lnTo>
                <a:lnTo>
                  <a:pt x="188" y="253"/>
                </a:lnTo>
                <a:lnTo>
                  <a:pt x="194" y="253"/>
                </a:lnTo>
                <a:lnTo>
                  <a:pt x="199" y="253"/>
                </a:lnTo>
                <a:lnTo>
                  <a:pt x="204" y="253"/>
                </a:lnTo>
                <a:lnTo>
                  <a:pt x="210" y="252"/>
                </a:lnTo>
                <a:lnTo>
                  <a:pt x="215" y="251"/>
                </a:lnTo>
                <a:lnTo>
                  <a:pt x="220" y="251"/>
                </a:lnTo>
                <a:lnTo>
                  <a:pt x="225" y="250"/>
                </a:lnTo>
                <a:lnTo>
                  <a:pt x="231" y="249"/>
                </a:lnTo>
                <a:lnTo>
                  <a:pt x="236" y="248"/>
                </a:lnTo>
                <a:lnTo>
                  <a:pt x="241" y="246"/>
                </a:lnTo>
                <a:lnTo>
                  <a:pt x="246" y="245"/>
                </a:lnTo>
                <a:lnTo>
                  <a:pt x="251" y="243"/>
                </a:lnTo>
                <a:lnTo>
                  <a:pt x="256" y="242"/>
                </a:lnTo>
                <a:lnTo>
                  <a:pt x="260" y="240"/>
                </a:lnTo>
                <a:lnTo>
                  <a:pt x="265" y="238"/>
                </a:lnTo>
                <a:lnTo>
                  <a:pt x="270" y="237"/>
                </a:lnTo>
                <a:lnTo>
                  <a:pt x="274" y="235"/>
                </a:lnTo>
                <a:lnTo>
                  <a:pt x="279" y="232"/>
                </a:lnTo>
                <a:lnTo>
                  <a:pt x="283" y="230"/>
                </a:lnTo>
                <a:lnTo>
                  <a:pt x="288" y="228"/>
                </a:lnTo>
                <a:lnTo>
                  <a:pt x="292" y="225"/>
                </a:lnTo>
                <a:lnTo>
                  <a:pt x="296" y="223"/>
                </a:lnTo>
                <a:lnTo>
                  <a:pt x="300" y="220"/>
                </a:lnTo>
                <a:lnTo>
                  <a:pt x="304" y="218"/>
                </a:lnTo>
                <a:lnTo>
                  <a:pt x="307" y="215"/>
                </a:lnTo>
                <a:lnTo>
                  <a:pt x="311" y="212"/>
                </a:lnTo>
                <a:lnTo>
                  <a:pt x="314" y="209"/>
                </a:lnTo>
                <a:lnTo>
                  <a:pt x="318" y="206"/>
                </a:lnTo>
                <a:lnTo>
                  <a:pt x="321" y="203"/>
                </a:lnTo>
                <a:lnTo>
                  <a:pt x="324" y="200"/>
                </a:lnTo>
                <a:lnTo>
                  <a:pt x="327" y="197"/>
                </a:lnTo>
                <a:lnTo>
                  <a:pt x="330" y="194"/>
                </a:lnTo>
                <a:lnTo>
                  <a:pt x="332" y="190"/>
                </a:lnTo>
                <a:lnTo>
                  <a:pt x="335" y="187"/>
                </a:lnTo>
                <a:lnTo>
                  <a:pt x="337" y="183"/>
                </a:lnTo>
                <a:lnTo>
                  <a:pt x="340" y="180"/>
                </a:lnTo>
                <a:lnTo>
                  <a:pt x="342" y="176"/>
                </a:lnTo>
                <a:lnTo>
                  <a:pt x="343" y="172"/>
                </a:lnTo>
                <a:lnTo>
                  <a:pt x="345" y="168"/>
                </a:lnTo>
                <a:lnTo>
                  <a:pt x="347" y="164"/>
                </a:lnTo>
                <a:lnTo>
                  <a:pt x="348" y="161"/>
                </a:lnTo>
                <a:lnTo>
                  <a:pt x="349" y="157"/>
                </a:lnTo>
                <a:lnTo>
                  <a:pt x="351" y="153"/>
                </a:lnTo>
                <a:lnTo>
                  <a:pt x="351" y="149"/>
                </a:lnTo>
                <a:lnTo>
                  <a:pt x="352" y="146"/>
                </a:lnTo>
                <a:lnTo>
                  <a:pt x="353" y="142"/>
                </a:lnTo>
                <a:lnTo>
                  <a:pt x="353" y="138"/>
                </a:lnTo>
                <a:lnTo>
                  <a:pt x="353" y="134"/>
                </a:lnTo>
                <a:lnTo>
                  <a:pt x="354" y="130"/>
                </a:lnTo>
                <a:moveTo>
                  <a:pt x="365" y="130"/>
                </a:moveTo>
                <a:lnTo>
                  <a:pt x="365" y="134"/>
                </a:lnTo>
                <a:lnTo>
                  <a:pt x="365" y="138"/>
                </a:lnTo>
                <a:lnTo>
                  <a:pt x="364" y="143"/>
                </a:lnTo>
                <a:lnTo>
                  <a:pt x="364" y="147"/>
                </a:lnTo>
                <a:lnTo>
                  <a:pt x="363" y="151"/>
                </a:lnTo>
                <a:lnTo>
                  <a:pt x="362" y="155"/>
                </a:lnTo>
                <a:lnTo>
                  <a:pt x="361" y="159"/>
                </a:lnTo>
                <a:lnTo>
                  <a:pt x="359" y="163"/>
                </a:lnTo>
                <a:lnTo>
                  <a:pt x="358" y="167"/>
                </a:lnTo>
                <a:lnTo>
                  <a:pt x="356" y="171"/>
                </a:lnTo>
                <a:lnTo>
                  <a:pt x="354" y="176"/>
                </a:lnTo>
                <a:lnTo>
                  <a:pt x="352" y="179"/>
                </a:lnTo>
                <a:lnTo>
                  <a:pt x="350" y="183"/>
                </a:lnTo>
                <a:lnTo>
                  <a:pt x="348" y="187"/>
                </a:lnTo>
                <a:lnTo>
                  <a:pt x="345" y="191"/>
                </a:lnTo>
                <a:lnTo>
                  <a:pt x="343" y="194"/>
                </a:lnTo>
                <a:lnTo>
                  <a:pt x="340" y="198"/>
                </a:lnTo>
                <a:lnTo>
                  <a:pt x="337" y="201"/>
                </a:lnTo>
                <a:lnTo>
                  <a:pt x="334" y="205"/>
                </a:lnTo>
                <a:lnTo>
                  <a:pt x="330" y="208"/>
                </a:lnTo>
                <a:lnTo>
                  <a:pt x="327" y="211"/>
                </a:lnTo>
                <a:lnTo>
                  <a:pt x="323" y="215"/>
                </a:lnTo>
                <a:lnTo>
                  <a:pt x="320" y="218"/>
                </a:lnTo>
                <a:lnTo>
                  <a:pt x="316" y="221"/>
                </a:lnTo>
                <a:lnTo>
                  <a:pt x="312" y="224"/>
                </a:lnTo>
                <a:lnTo>
                  <a:pt x="308" y="226"/>
                </a:lnTo>
                <a:lnTo>
                  <a:pt x="303" y="229"/>
                </a:lnTo>
                <a:lnTo>
                  <a:pt x="299" y="232"/>
                </a:lnTo>
                <a:lnTo>
                  <a:pt x="295" y="234"/>
                </a:lnTo>
                <a:lnTo>
                  <a:pt x="290" y="237"/>
                </a:lnTo>
                <a:lnTo>
                  <a:pt x="285" y="239"/>
                </a:lnTo>
                <a:lnTo>
                  <a:pt x="281" y="242"/>
                </a:lnTo>
                <a:lnTo>
                  <a:pt x="276" y="244"/>
                </a:lnTo>
                <a:lnTo>
                  <a:pt x="271" y="246"/>
                </a:lnTo>
                <a:lnTo>
                  <a:pt x="266" y="248"/>
                </a:lnTo>
                <a:lnTo>
                  <a:pt x="261" y="249"/>
                </a:lnTo>
                <a:lnTo>
                  <a:pt x="255" y="251"/>
                </a:lnTo>
                <a:lnTo>
                  <a:pt x="250" y="253"/>
                </a:lnTo>
                <a:lnTo>
                  <a:pt x="245" y="254"/>
                </a:lnTo>
                <a:lnTo>
                  <a:pt x="239" y="255"/>
                </a:lnTo>
                <a:lnTo>
                  <a:pt x="234" y="257"/>
                </a:lnTo>
                <a:lnTo>
                  <a:pt x="228" y="258"/>
                </a:lnTo>
                <a:lnTo>
                  <a:pt x="223" y="259"/>
                </a:lnTo>
                <a:lnTo>
                  <a:pt x="217" y="260"/>
                </a:lnTo>
                <a:lnTo>
                  <a:pt x="211" y="260"/>
                </a:lnTo>
                <a:lnTo>
                  <a:pt x="206" y="261"/>
                </a:lnTo>
                <a:lnTo>
                  <a:pt x="200" y="261"/>
                </a:lnTo>
                <a:lnTo>
                  <a:pt x="194" y="262"/>
                </a:lnTo>
                <a:lnTo>
                  <a:pt x="189" y="262"/>
                </a:lnTo>
                <a:lnTo>
                  <a:pt x="183" y="262"/>
                </a:lnTo>
                <a:lnTo>
                  <a:pt x="177" y="262"/>
                </a:lnTo>
                <a:lnTo>
                  <a:pt x="171" y="262"/>
                </a:lnTo>
                <a:lnTo>
                  <a:pt x="165" y="261"/>
                </a:lnTo>
                <a:lnTo>
                  <a:pt x="159" y="261"/>
                </a:lnTo>
                <a:lnTo>
                  <a:pt x="153" y="260"/>
                </a:lnTo>
                <a:lnTo>
                  <a:pt x="148" y="260"/>
                </a:lnTo>
                <a:lnTo>
                  <a:pt x="142" y="259"/>
                </a:lnTo>
                <a:lnTo>
                  <a:pt x="137" y="258"/>
                </a:lnTo>
                <a:lnTo>
                  <a:pt x="131" y="257"/>
                </a:lnTo>
                <a:lnTo>
                  <a:pt x="126" y="255"/>
                </a:lnTo>
                <a:lnTo>
                  <a:pt x="120" y="254"/>
                </a:lnTo>
                <a:lnTo>
                  <a:pt x="115" y="253"/>
                </a:lnTo>
                <a:lnTo>
                  <a:pt x="110" y="251"/>
                </a:lnTo>
                <a:lnTo>
                  <a:pt x="104" y="249"/>
                </a:lnTo>
                <a:lnTo>
                  <a:pt x="99" y="248"/>
                </a:lnTo>
                <a:lnTo>
                  <a:pt x="94" y="246"/>
                </a:lnTo>
                <a:lnTo>
                  <a:pt x="89" y="244"/>
                </a:lnTo>
                <a:lnTo>
                  <a:pt x="84" y="242"/>
                </a:lnTo>
                <a:lnTo>
                  <a:pt x="80" y="239"/>
                </a:lnTo>
                <a:lnTo>
                  <a:pt x="75" y="237"/>
                </a:lnTo>
                <a:lnTo>
                  <a:pt x="70" y="234"/>
                </a:lnTo>
                <a:lnTo>
                  <a:pt x="66" y="232"/>
                </a:lnTo>
                <a:lnTo>
                  <a:pt x="61" y="229"/>
                </a:lnTo>
                <a:lnTo>
                  <a:pt x="57" y="226"/>
                </a:lnTo>
                <a:lnTo>
                  <a:pt x="53" y="224"/>
                </a:lnTo>
                <a:lnTo>
                  <a:pt x="49" y="221"/>
                </a:lnTo>
                <a:lnTo>
                  <a:pt x="45" y="218"/>
                </a:lnTo>
                <a:lnTo>
                  <a:pt x="42" y="215"/>
                </a:lnTo>
                <a:lnTo>
                  <a:pt x="38" y="211"/>
                </a:lnTo>
                <a:lnTo>
                  <a:pt x="35" y="208"/>
                </a:lnTo>
                <a:lnTo>
                  <a:pt x="31" y="205"/>
                </a:lnTo>
                <a:lnTo>
                  <a:pt x="28" y="201"/>
                </a:lnTo>
                <a:lnTo>
                  <a:pt x="25" y="198"/>
                </a:lnTo>
                <a:lnTo>
                  <a:pt x="22" y="194"/>
                </a:lnTo>
                <a:lnTo>
                  <a:pt x="20" y="191"/>
                </a:lnTo>
                <a:lnTo>
                  <a:pt x="17" y="187"/>
                </a:lnTo>
                <a:lnTo>
                  <a:pt x="15" y="183"/>
                </a:lnTo>
                <a:lnTo>
                  <a:pt x="12" y="179"/>
                </a:lnTo>
                <a:lnTo>
                  <a:pt x="10" y="176"/>
                </a:lnTo>
                <a:lnTo>
                  <a:pt x="9" y="171"/>
                </a:lnTo>
                <a:lnTo>
                  <a:pt x="7" y="167"/>
                </a:lnTo>
                <a:lnTo>
                  <a:pt x="5" y="163"/>
                </a:lnTo>
                <a:lnTo>
                  <a:pt x="4" y="159"/>
                </a:lnTo>
                <a:lnTo>
                  <a:pt x="3" y="155"/>
                </a:lnTo>
                <a:lnTo>
                  <a:pt x="2" y="151"/>
                </a:lnTo>
                <a:lnTo>
                  <a:pt x="1" y="147"/>
                </a:lnTo>
                <a:lnTo>
                  <a:pt x="1" y="143"/>
                </a:lnTo>
                <a:lnTo>
                  <a:pt x="0" y="138"/>
                </a:lnTo>
                <a:lnTo>
                  <a:pt x="0" y="134"/>
                </a:lnTo>
                <a:lnTo>
                  <a:pt x="0" y="130"/>
                </a:lnTo>
                <a:lnTo>
                  <a:pt x="0" y="126"/>
                </a:lnTo>
                <a:lnTo>
                  <a:pt x="0" y="122"/>
                </a:lnTo>
                <a:lnTo>
                  <a:pt x="1" y="118"/>
                </a:lnTo>
                <a:lnTo>
                  <a:pt x="1" y="114"/>
                </a:lnTo>
                <a:lnTo>
                  <a:pt x="2" y="110"/>
                </a:lnTo>
                <a:lnTo>
                  <a:pt x="3" y="106"/>
                </a:lnTo>
                <a:lnTo>
                  <a:pt x="4" y="102"/>
                </a:lnTo>
                <a:lnTo>
                  <a:pt x="5" y="98"/>
                </a:lnTo>
                <a:lnTo>
                  <a:pt x="7" y="94"/>
                </a:lnTo>
                <a:lnTo>
                  <a:pt x="9" y="90"/>
                </a:lnTo>
                <a:lnTo>
                  <a:pt x="10" y="86"/>
                </a:lnTo>
                <a:lnTo>
                  <a:pt x="12" y="82"/>
                </a:lnTo>
                <a:lnTo>
                  <a:pt x="15" y="78"/>
                </a:lnTo>
                <a:lnTo>
                  <a:pt x="17" y="75"/>
                </a:lnTo>
                <a:lnTo>
                  <a:pt x="20" y="71"/>
                </a:lnTo>
                <a:lnTo>
                  <a:pt x="22" y="67"/>
                </a:lnTo>
                <a:lnTo>
                  <a:pt x="25" y="64"/>
                </a:lnTo>
                <a:lnTo>
                  <a:pt x="28" y="60"/>
                </a:lnTo>
                <a:lnTo>
                  <a:pt x="31" y="57"/>
                </a:lnTo>
                <a:lnTo>
                  <a:pt x="35" y="54"/>
                </a:lnTo>
                <a:lnTo>
                  <a:pt x="38" y="50"/>
                </a:lnTo>
                <a:lnTo>
                  <a:pt x="42" y="47"/>
                </a:lnTo>
                <a:lnTo>
                  <a:pt x="45" y="44"/>
                </a:lnTo>
                <a:lnTo>
                  <a:pt x="49" y="41"/>
                </a:lnTo>
                <a:lnTo>
                  <a:pt x="53" y="38"/>
                </a:lnTo>
                <a:lnTo>
                  <a:pt x="57" y="35"/>
                </a:lnTo>
                <a:lnTo>
                  <a:pt x="61" y="32"/>
                </a:lnTo>
                <a:lnTo>
                  <a:pt x="66" y="30"/>
                </a:lnTo>
                <a:lnTo>
                  <a:pt x="70" y="27"/>
                </a:lnTo>
                <a:lnTo>
                  <a:pt x="75" y="25"/>
                </a:lnTo>
                <a:lnTo>
                  <a:pt x="80" y="22"/>
                </a:lnTo>
                <a:lnTo>
                  <a:pt x="84" y="20"/>
                </a:lnTo>
                <a:lnTo>
                  <a:pt x="89" y="18"/>
                </a:lnTo>
                <a:lnTo>
                  <a:pt x="94" y="16"/>
                </a:lnTo>
                <a:lnTo>
                  <a:pt x="99" y="14"/>
                </a:lnTo>
                <a:lnTo>
                  <a:pt x="104" y="12"/>
                </a:lnTo>
                <a:lnTo>
                  <a:pt x="110" y="10"/>
                </a:lnTo>
                <a:lnTo>
                  <a:pt x="115" y="9"/>
                </a:lnTo>
                <a:lnTo>
                  <a:pt x="120" y="7"/>
                </a:lnTo>
                <a:lnTo>
                  <a:pt x="126" y="6"/>
                </a:lnTo>
                <a:lnTo>
                  <a:pt x="131" y="5"/>
                </a:lnTo>
                <a:lnTo>
                  <a:pt x="137" y="4"/>
                </a:lnTo>
                <a:lnTo>
                  <a:pt x="142" y="3"/>
                </a:lnTo>
                <a:lnTo>
                  <a:pt x="148" y="2"/>
                </a:lnTo>
                <a:lnTo>
                  <a:pt x="153" y="1"/>
                </a:lnTo>
                <a:lnTo>
                  <a:pt x="159" y="1"/>
                </a:lnTo>
                <a:lnTo>
                  <a:pt x="165" y="0"/>
                </a:lnTo>
                <a:lnTo>
                  <a:pt x="171" y="0"/>
                </a:lnTo>
                <a:lnTo>
                  <a:pt x="177" y="0"/>
                </a:lnTo>
                <a:lnTo>
                  <a:pt x="183" y="0"/>
                </a:lnTo>
                <a:lnTo>
                  <a:pt x="189" y="0"/>
                </a:lnTo>
                <a:lnTo>
                  <a:pt x="194" y="0"/>
                </a:lnTo>
                <a:lnTo>
                  <a:pt x="200" y="0"/>
                </a:lnTo>
                <a:lnTo>
                  <a:pt x="206" y="1"/>
                </a:lnTo>
                <a:lnTo>
                  <a:pt x="211" y="1"/>
                </a:lnTo>
                <a:lnTo>
                  <a:pt x="217" y="2"/>
                </a:lnTo>
                <a:lnTo>
                  <a:pt x="223" y="3"/>
                </a:lnTo>
                <a:lnTo>
                  <a:pt x="228" y="4"/>
                </a:lnTo>
                <a:lnTo>
                  <a:pt x="234" y="5"/>
                </a:lnTo>
                <a:lnTo>
                  <a:pt x="239" y="6"/>
                </a:lnTo>
                <a:lnTo>
                  <a:pt x="245" y="7"/>
                </a:lnTo>
                <a:lnTo>
                  <a:pt x="250" y="9"/>
                </a:lnTo>
                <a:lnTo>
                  <a:pt x="255" y="10"/>
                </a:lnTo>
                <a:lnTo>
                  <a:pt x="261" y="12"/>
                </a:lnTo>
                <a:lnTo>
                  <a:pt x="266" y="14"/>
                </a:lnTo>
                <a:lnTo>
                  <a:pt x="271" y="16"/>
                </a:lnTo>
                <a:lnTo>
                  <a:pt x="276" y="18"/>
                </a:lnTo>
                <a:lnTo>
                  <a:pt x="281" y="20"/>
                </a:lnTo>
                <a:lnTo>
                  <a:pt x="285" y="22"/>
                </a:lnTo>
                <a:lnTo>
                  <a:pt x="290" y="25"/>
                </a:lnTo>
                <a:lnTo>
                  <a:pt x="295" y="27"/>
                </a:lnTo>
                <a:lnTo>
                  <a:pt x="299" y="30"/>
                </a:lnTo>
                <a:lnTo>
                  <a:pt x="303" y="32"/>
                </a:lnTo>
                <a:lnTo>
                  <a:pt x="308" y="35"/>
                </a:lnTo>
                <a:lnTo>
                  <a:pt x="312" y="38"/>
                </a:lnTo>
                <a:lnTo>
                  <a:pt x="316" y="41"/>
                </a:lnTo>
                <a:lnTo>
                  <a:pt x="320" y="44"/>
                </a:lnTo>
                <a:lnTo>
                  <a:pt x="323" y="47"/>
                </a:lnTo>
                <a:lnTo>
                  <a:pt x="327" y="50"/>
                </a:lnTo>
                <a:lnTo>
                  <a:pt x="330" y="54"/>
                </a:lnTo>
                <a:lnTo>
                  <a:pt x="334" y="57"/>
                </a:lnTo>
                <a:lnTo>
                  <a:pt x="337" y="60"/>
                </a:lnTo>
                <a:lnTo>
                  <a:pt x="340" y="64"/>
                </a:lnTo>
                <a:lnTo>
                  <a:pt x="343" y="67"/>
                </a:lnTo>
                <a:lnTo>
                  <a:pt x="345" y="71"/>
                </a:lnTo>
                <a:lnTo>
                  <a:pt x="348" y="75"/>
                </a:lnTo>
                <a:lnTo>
                  <a:pt x="350" y="78"/>
                </a:lnTo>
                <a:lnTo>
                  <a:pt x="352" y="82"/>
                </a:lnTo>
                <a:lnTo>
                  <a:pt x="354" y="86"/>
                </a:lnTo>
                <a:lnTo>
                  <a:pt x="356" y="90"/>
                </a:lnTo>
                <a:lnTo>
                  <a:pt x="358" y="94"/>
                </a:lnTo>
                <a:lnTo>
                  <a:pt x="359" y="98"/>
                </a:lnTo>
                <a:lnTo>
                  <a:pt x="361" y="102"/>
                </a:lnTo>
                <a:lnTo>
                  <a:pt x="362" y="106"/>
                </a:lnTo>
                <a:lnTo>
                  <a:pt x="363" y="110"/>
                </a:lnTo>
                <a:lnTo>
                  <a:pt x="364" y="114"/>
                </a:lnTo>
                <a:lnTo>
                  <a:pt x="364" y="118"/>
                </a:lnTo>
                <a:lnTo>
                  <a:pt x="365" y="122"/>
                </a:lnTo>
                <a:lnTo>
                  <a:pt x="365" y="126"/>
                </a:lnTo>
                <a:lnTo>
                  <a:pt x="365" y="130"/>
                </a:lnTo>
                <a:close/>
              </a:path>
            </a:pathLst>
          </a:custGeom>
          <a:solidFill>
            <a:srgbClr val="fff9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7" name=""/>
          <p:cNvSpPr/>
          <p:nvPr/>
        </p:nvSpPr>
        <p:spPr>
          <a:xfrm>
            <a:off x="7992720" y="2894040"/>
            <a:ext cx="140040" cy="100440"/>
          </a:xfrm>
          <a:custGeom>
            <a:avLst/>
            <a:gdLst/>
            <a:ahLst/>
            <a:rect l="0" t="0" r="r" b="b"/>
            <a:pathLst>
              <a:path w="389" h="279">
                <a:moveTo>
                  <a:pt x="377" y="140"/>
                </a:moveTo>
                <a:lnTo>
                  <a:pt x="377" y="136"/>
                </a:lnTo>
                <a:lnTo>
                  <a:pt x="377" y="131"/>
                </a:lnTo>
                <a:lnTo>
                  <a:pt x="376" y="127"/>
                </a:lnTo>
                <a:lnTo>
                  <a:pt x="376" y="123"/>
                </a:lnTo>
                <a:lnTo>
                  <a:pt x="375" y="119"/>
                </a:lnTo>
                <a:lnTo>
                  <a:pt x="374" y="115"/>
                </a:lnTo>
                <a:lnTo>
                  <a:pt x="373" y="111"/>
                </a:lnTo>
                <a:lnTo>
                  <a:pt x="371" y="107"/>
                </a:lnTo>
                <a:lnTo>
                  <a:pt x="370" y="103"/>
                </a:lnTo>
                <a:lnTo>
                  <a:pt x="368" y="99"/>
                </a:lnTo>
                <a:lnTo>
                  <a:pt x="366" y="95"/>
                </a:lnTo>
                <a:lnTo>
                  <a:pt x="364" y="91"/>
                </a:lnTo>
                <a:lnTo>
                  <a:pt x="362" y="87"/>
                </a:lnTo>
                <a:lnTo>
                  <a:pt x="360" y="84"/>
                </a:lnTo>
                <a:lnTo>
                  <a:pt x="357" y="80"/>
                </a:lnTo>
                <a:lnTo>
                  <a:pt x="355" y="76"/>
                </a:lnTo>
                <a:lnTo>
                  <a:pt x="352" y="73"/>
                </a:lnTo>
                <a:lnTo>
                  <a:pt x="349" y="69"/>
                </a:lnTo>
                <a:lnTo>
                  <a:pt x="346" y="66"/>
                </a:lnTo>
                <a:lnTo>
                  <a:pt x="342" y="63"/>
                </a:lnTo>
                <a:lnTo>
                  <a:pt x="339" y="59"/>
                </a:lnTo>
                <a:lnTo>
                  <a:pt x="335" y="56"/>
                </a:lnTo>
                <a:lnTo>
                  <a:pt x="332" y="53"/>
                </a:lnTo>
                <a:lnTo>
                  <a:pt x="328" y="50"/>
                </a:lnTo>
                <a:lnTo>
                  <a:pt x="324" y="47"/>
                </a:lnTo>
                <a:lnTo>
                  <a:pt x="320" y="44"/>
                </a:lnTo>
                <a:lnTo>
                  <a:pt x="315" y="41"/>
                </a:lnTo>
                <a:lnTo>
                  <a:pt x="311" y="39"/>
                </a:lnTo>
                <a:lnTo>
                  <a:pt x="307" y="36"/>
                </a:lnTo>
                <a:lnTo>
                  <a:pt x="302" y="34"/>
                </a:lnTo>
                <a:lnTo>
                  <a:pt x="297" y="31"/>
                </a:lnTo>
                <a:lnTo>
                  <a:pt x="293" y="29"/>
                </a:lnTo>
                <a:lnTo>
                  <a:pt x="288" y="27"/>
                </a:lnTo>
                <a:lnTo>
                  <a:pt x="283" y="25"/>
                </a:lnTo>
                <a:lnTo>
                  <a:pt x="278" y="23"/>
                </a:lnTo>
                <a:lnTo>
                  <a:pt x="273" y="21"/>
                </a:lnTo>
                <a:lnTo>
                  <a:pt x="267" y="19"/>
                </a:lnTo>
                <a:lnTo>
                  <a:pt x="262" y="18"/>
                </a:lnTo>
                <a:lnTo>
                  <a:pt x="257" y="16"/>
                </a:lnTo>
                <a:lnTo>
                  <a:pt x="251" y="15"/>
                </a:lnTo>
                <a:lnTo>
                  <a:pt x="246" y="14"/>
                </a:lnTo>
                <a:lnTo>
                  <a:pt x="240" y="13"/>
                </a:lnTo>
                <a:lnTo>
                  <a:pt x="235" y="12"/>
                </a:lnTo>
                <a:lnTo>
                  <a:pt x="229" y="11"/>
                </a:lnTo>
                <a:lnTo>
                  <a:pt x="223" y="10"/>
                </a:lnTo>
                <a:lnTo>
                  <a:pt x="218" y="10"/>
                </a:lnTo>
                <a:lnTo>
                  <a:pt x="212" y="9"/>
                </a:lnTo>
                <a:lnTo>
                  <a:pt x="206" y="9"/>
                </a:lnTo>
                <a:lnTo>
                  <a:pt x="201" y="9"/>
                </a:lnTo>
                <a:lnTo>
                  <a:pt x="195" y="9"/>
                </a:lnTo>
                <a:lnTo>
                  <a:pt x="189" y="9"/>
                </a:lnTo>
                <a:lnTo>
                  <a:pt x="184" y="9"/>
                </a:lnTo>
                <a:lnTo>
                  <a:pt x="178" y="9"/>
                </a:lnTo>
                <a:lnTo>
                  <a:pt x="172" y="10"/>
                </a:lnTo>
                <a:lnTo>
                  <a:pt x="166" y="10"/>
                </a:lnTo>
                <a:lnTo>
                  <a:pt x="161" y="11"/>
                </a:lnTo>
                <a:lnTo>
                  <a:pt x="155" y="12"/>
                </a:lnTo>
                <a:lnTo>
                  <a:pt x="150" y="13"/>
                </a:lnTo>
                <a:lnTo>
                  <a:pt x="144" y="14"/>
                </a:lnTo>
                <a:lnTo>
                  <a:pt x="139" y="15"/>
                </a:lnTo>
                <a:lnTo>
                  <a:pt x="133" y="16"/>
                </a:lnTo>
                <a:lnTo>
                  <a:pt x="128" y="18"/>
                </a:lnTo>
                <a:lnTo>
                  <a:pt x="123" y="19"/>
                </a:lnTo>
                <a:lnTo>
                  <a:pt x="117" y="21"/>
                </a:lnTo>
                <a:lnTo>
                  <a:pt x="112" y="23"/>
                </a:lnTo>
                <a:lnTo>
                  <a:pt x="107" y="25"/>
                </a:lnTo>
                <a:lnTo>
                  <a:pt x="102" y="27"/>
                </a:lnTo>
                <a:lnTo>
                  <a:pt x="97" y="29"/>
                </a:lnTo>
                <a:lnTo>
                  <a:pt x="93" y="31"/>
                </a:lnTo>
                <a:lnTo>
                  <a:pt x="88" y="34"/>
                </a:lnTo>
                <a:lnTo>
                  <a:pt x="83" y="36"/>
                </a:lnTo>
                <a:lnTo>
                  <a:pt x="79" y="39"/>
                </a:lnTo>
                <a:lnTo>
                  <a:pt x="74" y="41"/>
                </a:lnTo>
                <a:lnTo>
                  <a:pt x="70" y="44"/>
                </a:lnTo>
                <a:lnTo>
                  <a:pt x="66" y="47"/>
                </a:lnTo>
                <a:lnTo>
                  <a:pt x="62" y="50"/>
                </a:lnTo>
                <a:lnTo>
                  <a:pt x="58" y="53"/>
                </a:lnTo>
                <a:lnTo>
                  <a:pt x="55" y="56"/>
                </a:lnTo>
                <a:lnTo>
                  <a:pt x="50" y="59"/>
                </a:lnTo>
                <a:lnTo>
                  <a:pt x="47" y="63"/>
                </a:lnTo>
                <a:lnTo>
                  <a:pt x="43" y="66"/>
                </a:lnTo>
                <a:lnTo>
                  <a:pt x="40" y="69"/>
                </a:lnTo>
                <a:lnTo>
                  <a:pt x="37" y="73"/>
                </a:lnTo>
                <a:lnTo>
                  <a:pt x="34" y="76"/>
                </a:lnTo>
                <a:lnTo>
                  <a:pt x="32" y="80"/>
                </a:lnTo>
                <a:lnTo>
                  <a:pt x="29" y="84"/>
                </a:lnTo>
                <a:lnTo>
                  <a:pt x="27" y="87"/>
                </a:lnTo>
                <a:lnTo>
                  <a:pt x="24" y="91"/>
                </a:lnTo>
                <a:lnTo>
                  <a:pt x="22" y="95"/>
                </a:lnTo>
                <a:lnTo>
                  <a:pt x="21" y="99"/>
                </a:lnTo>
                <a:lnTo>
                  <a:pt x="19" y="103"/>
                </a:lnTo>
                <a:lnTo>
                  <a:pt x="17" y="107"/>
                </a:lnTo>
                <a:lnTo>
                  <a:pt x="16" y="111"/>
                </a:lnTo>
                <a:lnTo>
                  <a:pt x="15" y="115"/>
                </a:lnTo>
                <a:lnTo>
                  <a:pt x="14" y="119"/>
                </a:lnTo>
                <a:lnTo>
                  <a:pt x="13" y="123"/>
                </a:lnTo>
                <a:lnTo>
                  <a:pt x="13" y="127"/>
                </a:lnTo>
                <a:lnTo>
                  <a:pt x="12" y="131"/>
                </a:lnTo>
                <a:lnTo>
                  <a:pt x="12" y="136"/>
                </a:lnTo>
                <a:lnTo>
                  <a:pt x="12" y="140"/>
                </a:lnTo>
                <a:lnTo>
                  <a:pt x="12" y="144"/>
                </a:lnTo>
                <a:lnTo>
                  <a:pt x="12" y="148"/>
                </a:lnTo>
                <a:lnTo>
                  <a:pt x="13" y="153"/>
                </a:lnTo>
                <a:lnTo>
                  <a:pt x="13" y="157"/>
                </a:lnTo>
                <a:lnTo>
                  <a:pt x="14" y="161"/>
                </a:lnTo>
                <a:lnTo>
                  <a:pt x="15" y="165"/>
                </a:lnTo>
                <a:lnTo>
                  <a:pt x="16" y="169"/>
                </a:lnTo>
                <a:lnTo>
                  <a:pt x="17" y="173"/>
                </a:lnTo>
                <a:lnTo>
                  <a:pt x="19" y="177"/>
                </a:lnTo>
                <a:lnTo>
                  <a:pt x="21" y="181"/>
                </a:lnTo>
                <a:lnTo>
                  <a:pt x="22" y="185"/>
                </a:lnTo>
                <a:lnTo>
                  <a:pt x="24" y="188"/>
                </a:lnTo>
                <a:lnTo>
                  <a:pt x="27" y="192"/>
                </a:lnTo>
                <a:lnTo>
                  <a:pt x="29" y="196"/>
                </a:lnTo>
                <a:lnTo>
                  <a:pt x="32" y="200"/>
                </a:lnTo>
                <a:lnTo>
                  <a:pt x="34" y="203"/>
                </a:lnTo>
                <a:lnTo>
                  <a:pt x="37" y="207"/>
                </a:lnTo>
                <a:lnTo>
                  <a:pt x="40" y="210"/>
                </a:lnTo>
                <a:lnTo>
                  <a:pt x="43" y="214"/>
                </a:lnTo>
                <a:lnTo>
                  <a:pt x="47" y="217"/>
                </a:lnTo>
                <a:lnTo>
                  <a:pt x="50" y="220"/>
                </a:lnTo>
                <a:lnTo>
                  <a:pt x="55" y="224"/>
                </a:lnTo>
                <a:lnTo>
                  <a:pt x="58" y="227"/>
                </a:lnTo>
                <a:lnTo>
                  <a:pt x="62" y="230"/>
                </a:lnTo>
                <a:lnTo>
                  <a:pt x="66" y="233"/>
                </a:lnTo>
                <a:lnTo>
                  <a:pt x="70" y="235"/>
                </a:lnTo>
                <a:lnTo>
                  <a:pt x="74" y="238"/>
                </a:lnTo>
                <a:lnTo>
                  <a:pt x="79" y="241"/>
                </a:lnTo>
                <a:lnTo>
                  <a:pt x="83" y="243"/>
                </a:lnTo>
                <a:lnTo>
                  <a:pt x="88" y="246"/>
                </a:lnTo>
                <a:lnTo>
                  <a:pt x="93" y="248"/>
                </a:lnTo>
                <a:lnTo>
                  <a:pt x="97" y="251"/>
                </a:lnTo>
                <a:lnTo>
                  <a:pt x="102" y="253"/>
                </a:lnTo>
                <a:lnTo>
                  <a:pt x="107" y="255"/>
                </a:lnTo>
                <a:lnTo>
                  <a:pt x="112" y="257"/>
                </a:lnTo>
                <a:lnTo>
                  <a:pt x="117" y="258"/>
                </a:lnTo>
                <a:lnTo>
                  <a:pt x="123" y="260"/>
                </a:lnTo>
                <a:lnTo>
                  <a:pt x="128" y="262"/>
                </a:lnTo>
                <a:lnTo>
                  <a:pt x="133" y="263"/>
                </a:lnTo>
                <a:lnTo>
                  <a:pt x="139" y="264"/>
                </a:lnTo>
                <a:lnTo>
                  <a:pt x="144" y="266"/>
                </a:lnTo>
                <a:lnTo>
                  <a:pt x="150" y="267"/>
                </a:lnTo>
                <a:lnTo>
                  <a:pt x="155" y="268"/>
                </a:lnTo>
                <a:lnTo>
                  <a:pt x="161" y="269"/>
                </a:lnTo>
                <a:lnTo>
                  <a:pt x="166" y="269"/>
                </a:lnTo>
                <a:lnTo>
                  <a:pt x="172" y="270"/>
                </a:lnTo>
                <a:lnTo>
                  <a:pt x="178" y="270"/>
                </a:lnTo>
                <a:lnTo>
                  <a:pt x="184" y="271"/>
                </a:lnTo>
                <a:lnTo>
                  <a:pt x="189" y="271"/>
                </a:lnTo>
                <a:lnTo>
                  <a:pt x="195" y="271"/>
                </a:lnTo>
                <a:lnTo>
                  <a:pt x="201" y="271"/>
                </a:lnTo>
                <a:lnTo>
                  <a:pt x="206" y="271"/>
                </a:lnTo>
                <a:lnTo>
                  <a:pt x="212" y="270"/>
                </a:lnTo>
                <a:lnTo>
                  <a:pt x="218" y="270"/>
                </a:lnTo>
                <a:lnTo>
                  <a:pt x="223" y="269"/>
                </a:lnTo>
                <a:lnTo>
                  <a:pt x="229" y="269"/>
                </a:lnTo>
                <a:lnTo>
                  <a:pt x="235" y="268"/>
                </a:lnTo>
                <a:lnTo>
                  <a:pt x="240" y="267"/>
                </a:lnTo>
                <a:lnTo>
                  <a:pt x="246" y="266"/>
                </a:lnTo>
                <a:lnTo>
                  <a:pt x="251" y="264"/>
                </a:lnTo>
                <a:lnTo>
                  <a:pt x="257" y="263"/>
                </a:lnTo>
                <a:lnTo>
                  <a:pt x="262" y="262"/>
                </a:lnTo>
                <a:lnTo>
                  <a:pt x="267" y="260"/>
                </a:lnTo>
                <a:lnTo>
                  <a:pt x="273" y="258"/>
                </a:lnTo>
                <a:lnTo>
                  <a:pt x="278" y="257"/>
                </a:lnTo>
                <a:lnTo>
                  <a:pt x="283" y="255"/>
                </a:lnTo>
                <a:lnTo>
                  <a:pt x="288" y="253"/>
                </a:lnTo>
                <a:lnTo>
                  <a:pt x="293" y="251"/>
                </a:lnTo>
                <a:lnTo>
                  <a:pt x="297" y="248"/>
                </a:lnTo>
                <a:lnTo>
                  <a:pt x="302" y="246"/>
                </a:lnTo>
                <a:lnTo>
                  <a:pt x="307" y="243"/>
                </a:lnTo>
                <a:lnTo>
                  <a:pt x="311" y="241"/>
                </a:lnTo>
                <a:lnTo>
                  <a:pt x="315" y="238"/>
                </a:lnTo>
                <a:lnTo>
                  <a:pt x="320" y="235"/>
                </a:lnTo>
                <a:lnTo>
                  <a:pt x="324" y="233"/>
                </a:lnTo>
                <a:lnTo>
                  <a:pt x="328" y="230"/>
                </a:lnTo>
                <a:lnTo>
                  <a:pt x="332" y="227"/>
                </a:lnTo>
                <a:lnTo>
                  <a:pt x="335" y="224"/>
                </a:lnTo>
                <a:lnTo>
                  <a:pt x="339" y="220"/>
                </a:lnTo>
                <a:lnTo>
                  <a:pt x="342" y="217"/>
                </a:lnTo>
                <a:lnTo>
                  <a:pt x="346" y="214"/>
                </a:lnTo>
                <a:lnTo>
                  <a:pt x="349" y="210"/>
                </a:lnTo>
                <a:lnTo>
                  <a:pt x="352" y="207"/>
                </a:lnTo>
                <a:lnTo>
                  <a:pt x="355" y="203"/>
                </a:lnTo>
                <a:lnTo>
                  <a:pt x="357" y="200"/>
                </a:lnTo>
                <a:lnTo>
                  <a:pt x="360" y="196"/>
                </a:lnTo>
                <a:lnTo>
                  <a:pt x="362" y="192"/>
                </a:lnTo>
                <a:lnTo>
                  <a:pt x="364" y="188"/>
                </a:lnTo>
                <a:lnTo>
                  <a:pt x="366" y="185"/>
                </a:lnTo>
                <a:lnTo>
                  <a:pt x="368" y="181"/>
                </a:lnTo>
                <a:lnTo>
                  <a:pt x="370" y="177"/>
                </a:lnTo>
                <a:lnTo>
                  <a:pt x="371" y="173"/>
                </a:lnTo>
                <a:lnTo>
                  <a:pt x="373" y="169"/>
                </a:lnTo>
                <a:lnTo>
                  <a:pt x="374" y="165"/>
                </a:lnTo>
                <a:lnTo>
                  <a:pt x="375" y="161"/>
                </a:lnTo>
                <a:lnTo>
                  <a:pt x="376" y="157"/>
                </a:lnTo>
                <a:lnTo>
                  <a:pt x="376" y="153"/>
                </a:lnTo>
                <a:lnTo>
                  <a:pt x="377" y="148"/>
                </a:lnTo>
                <a:lnTo>
                  <a:pt x="377" y="144"/>
                </a:lnTo>
                <a:lnTo>
                  <a:pt x="377" y="140"/>
                </a:lnTo>
                <a:moveTo>
                  <a:pt x="389" y="140"/>
                </a:moveTo>
                <a:lnTo>
                  <a:pt x="389" y="145"/>
                </a:lnTo>
                <a:lnTo>
                  <a:pt x="388" y="149"/>
                </a:lnTo>
                <a:lnTo>
                  <a:pt x="388" y="153"/>
                </a:lnTo>
                <a:lnTo>
                  <a:pt x="387" y="158"/>
                </a:lnTo>
                <a:lnTo>
                  <a:pt x="386" y="162"/>
                </a:lnTo>
                <a:lnTo>
                  <a:pt x="385" y="166"/>
                </a:lnTo>
                <a:lnTo>
                  <a:pt x="384" y="171"/>
                </a:lnTo>
                <a:lnTo>
                  <a:pt x="383" y="175"/>
                </a:lnTo>
                <a:lnTo>
                  <a:pt x="381" y="179"/>
                </a:lnTo>
                <a:lnTo>
                  <a:pt x="379" y="183"/>
                </a:lnTo>
                <a:lnTo>
                  <a:pt x="377" y="187"/>
                </a:lnTo>
                <a:lnTo>
                  <a:pt x="375" y="191"/>
                </a:lnTo>
                <a:lnTo>
                  <a:pt x="373" y="195"/>
                </a:lnTo>
                <a:lnTo>
                  <a:pt x="370" y="199"/>
                </a:lnTo>
                <a:lnTo>
                  <a:pt x="368" y="203"/>
                </a:lnTo>
                <a:lnTo>
                  <a:pt x="365" y="207"/>
                </a:lnTo>
                <a:lnTo>
                  <a:pt x="362" y="211"/>
                </a:lnTo>
                <a:lnTo>
                  <a:pt x="359" y="215"/>
                </a:lnTo>
                <a:lnTo>
                  <a:pt x="355" y="218"/>
                </a:lnTo>
                <a:lnTo>
                  <a:pt x="352" y="222"/>
                </a:lnTo>
                <a:lnTo>
                  <a:pt x="348" y="225"/>
                </a:lnTo>
                <a:lnTo>
                  <a:pt x="344" y="229"/>
                </a:lnTo>
                <a:lnTo>
                  <a:pt x="340" y="232"/>
                </a:lnTo>
                <a:lnTo>
                  <a:pt x="336" y="235"/>
                </a:lnTo>
                <a:lnTo>
                  <a:pt x="332" y="239"/>
                </a:lnTo>
                <a:lnTo>
                  <a:pt x="328" y="242"/>
                </a:lnTo>
                <a:lnTo>
                  <a:pt x="323" y="244"/>
                </a:lnTo>
                <a:lnTo>
                  <a:pt x="319" y="247"/>
                </a:lnTo>
                <a:lnTo>
                  <a:pt x="314" y="250"/>
                </a:lnTo>
                <a:lnTo>
                  <a:pt x="309" y="253"/>
                </a:lnTo>
                <a:lnTo>
                  <a:pt x="304" y="255"/>
                </a:lnTo>
                <a:lnTo>
                  <a:pt x="299" y="258"/>
                </a:lnTo>
                <a:lnTo>
                  <a:pt x="294" y="260"/>
                </a:lnTo>
                <a:lnTo>
                  <a:pt x="288" y="262"/>
                </a:lnTo>
                <a:lnTo>
                  <a:pt x="283" y="264"/>
                </a:lnTo>
                <a:lnTo>
                  <a:pt x="278" y="266"/>
                </a:lnTo>
                <a:lnTo>
                  <a:pt x="272" y="268"/>
                </a:lnTo>
                <a:lnTo>
                  <a:pt x="266" y="269"/>
                </a:lnTo>
                <a:lnTo>
                  <a:pt x="261" y="271"/>
                </a:lnTo>
                <a:lnTo>
                  <a:pt x="255" y="272"/>
                </a:lnTo>
                <a:lnTo>
                  <a:pt x="249" y="274"/>
                </a:lnTo>
                <a:lnTo>
                  <a:pt x="243" y="275"/>
                </a:lnTo>
                <a:lnTo>
                  <a:pt x="237" y="276"/>
                </a:lnTo>
                <a:lnTo>
                  <a:pt x="231" y="277"/>
                </a:lnTo>
                <a:lnTo>
                  <a:pt x="225" y="277"/>
                </a:lnTo>
                <a:lnTo>
                  <a:pt x="219" y="278"/>
                </a:lnTo>
                <a:lnTo>
                  <a:pt x="213" y="279"/>
                </a:lnTo>
                <a:lnTo>
                  <a:pt x="207" y="279"/>
                </a:lnTo>
                <a:lnTo>
                  <a:pt x="201" y="279"/>
                </a:lnTo>
                <a:lnTo>
                  <a:pt x="195" y="279"/>
                </a:lnTo>
                <a:lnTo>
                  <a:pt x="189" y="279"/>
                </a:lnTo>
                <a:lnTo>
                  <a:pt x="183" y="279"/>
                </a:lnTo>
                <a:lnTo>
                  <a:pt x="177" y="279"/>
                </a:lnTo>
                <a:lnTo>
                  <a:pt x="171" y="278"/>
                </a:lnTo>
                <a:lnTo>
                  <a:pt x="165" y="277"/>
                </a:lnTo>
                <a:lnTo>
                  <a:pt x="159" y="277"/>
                </a:lnTo>
                <a:lnTo>
                  <a:pt x="153" y="276"/>
                </a:lnTo>
                <a:lnTo>
                  <a:pt x="147" y="275"/>
                </a:lnTo>
                <a:lnTo>
                  <a:pt x="141" y="274"/>
                </a:lnTo>
                <a:lnTo>
                  <a:pt x="135" y="272"/>
                </a:lnTo>
                <a:lnTo>
                  <a:pt x="129" y="271"/>
                </a:lnTo>
                <a:lnTo>
                  <a:pt x="124" y="269"/>
                </a:lnTo>
                <a:lnTo>
                  <a:pt x="118" y="268"/>
                </a:lnTo>
                <a:lnTo>
                  <a:pt x="112" y="266"/>
                </a:lnTo>
                <a:lnTo>
                  <a:pt x="107" y="264"/>
                </a:lnTo>
                <a:lnTo>
                  <a:pt x="102" y="262"/>
                </a:lnTo>
                <a:lnTo>
                  <a:pt x="96" y="260"/>
                </a:lnTo>
                <a:lnTo>
                  <a:pt x="91" y="258"/>
                </a:lnTo>
                <a:lnTo>
                  <a:pt x="86" y="255"/>
                </a:lnTo>
                <a:lnTo>
                  <a:pt x="81" y="253"/>
                </a:lnTo>
                <a:lnTo>
                  <a:pt x="76" y="250"/>
                </a:lnTo>
                <a:lnTo>
                  <a:pt x="71" y="247"/>
                </a:lnTo>
                <a:lnTo>
                  <a:pt x="67" y="244"/>
                </a:lnTo>
                <a:lnTo>
                  <a:pt x="62" y="242"/>
                </a:lnTo>
                <a:lnTo>
                  <a:pt x="58" y="239"/>
                </a:lnTo>
                <a:lnTo>
                  <a:pt x="54" y="235"/>
                </a:lnTo>
                <a:lnTo>
                  <a:pt x="49" y="232"/>
                </a:lnTo>
                <a:lnTo>
                  <a:pt x="45" y="229"/>
                </a:lnTo>
                <a:lnTo>
                  <a:pt x="41" y="225"/>
                </a:lnTo>
                <a:lnTo>
                  <a:pt x="37" y="222"/>
                </a:lnTo>
                <a:lnTo>
                  <a:pt x="34" y="218"/>
                </a:lnTo>
                <a:lnTo>
                  <a:pt x="30" y="215"/>
                </a:lnTo>
                <a:lnTo>
                  <a:pt x="27" y="211"/>
                </a:lnTo>
                <a:lnTo>
                  <a:pt x="24" y="207"/>
                </a:lnTo>
                <a:lnTo>
                  <a:pt x="21" y="203"/>
                </a:lnTo>
                <a:lnTo>
                  <a:pt x="19" y="199"/>
                </a:lnTo>
                <a:lnTo>
                  <a:pt x="16" y="195"/>
                </a:lnTo>
                <a:lnTo>
                  <a:pt x="14" y="191"/>
                </a:lnTo>
                <a:lnTo>
                  <a:pt x="12" y="187"/>
                </a:lnTo>
                <a:lnTo>
                  <a:pt x="10" y="183"/>
                </a:lnTo>
                <a:lnTo>
                  <a:pt x="8" y="179"/>
                </a:lnTo>
                <a:lnTo>
                  <a:pt x="6" y="175"/>
                </a:lnTo>
                <a:lnTo>
                  <a:pt x="5" y="171"/>
                </a:lnTo>
                <a:lnTo>
                  <a:pt x="3" y="166"/>
                </a:lnTo>
                <a:lnTo>
                  <a:pt x="2" y="162"/>
                </a:lnTo>
                <a:lnTo>
                  <a:pt x="2" y="158"/>
                </a:lnTo>
                <a:lnTo>
                  <a:pt x="1" y="153"/>
                </a:lnTo>
                <a:lnTo>
                  <a:pt x="0" y="149"/>
                </a:lnTo>
                <a:lnTo>
                  <a:pt x="0" y="145"/>
                </a:lnTo>
                <a:lnTo>
                  <a:pt x="0" y="140"/>
                </a:lnTo>
                <a:lnTo>
                  <a:pt x="0" y="136"/>
                </a:lnTo>
                <a:lnTo>
                  <a:pt x="0" y="131"/>
                </a:lnTo>
                <a:lnTo>
                  <a:pt x="1" y="126"/>
                </a:lnTo>
                <a:lnTo>
                  <a:pt x="2" y="122"/>
                </a:lnTo>
                <a:lnTo>
                  <a:pt x="2" y="118"/>
                </a:lnTo>
                <a:lnTo>
                  <a:pt x="3" y="113"/>
                </a:lnTo>
                <a:lnTo>
                  <a:pt x="5" y="109"/>
                </a:lnTo>
                <a:lnTo>
                  <a:pt x="6" y="105"/>
                </a:lnTo>
                <a:lnTo>
                  <a:pt x="8" y="101"/>
                </a:lnTo>
                <a:lnTo>
                  <a:pt x="10" y="96"/>
                </a:lnTo>
                <a:lnTo>
                  <a:pt x="12" y="92"/>
                </a:lnTo>
                <a:lnTo>
                  <a:pt x="14" y="88"/>
                </a:lnTo>
                <a:lnTo>
                  <a:pt x="16" y="84"/>
                </a:lnTo>
                <a:lnTo>
                  <a:pt x="19" y="80"/>
                </a:lnTo>
                <a:lnTo>
                  <a:pt x="21" y="76"/>
                </a:lnTo>
                <a:lnTo>
                  <a:pt x="24" y="72"/>
                </a:lnTo>
                <a:lnTo>
                  <a:pt x="27" y="69"/>
                </a:lnTo>
                <a:lnTo>
                  <a:pt x="30" y="65"/>
                </a:lnTo>
                <a:lnTo>
                  <a:pt x="34" y="61"/>
                </a:lnTo>
                <a:lnTo>
                  <a:pt x="37" y="58"/>
                </a:lnTo>
                <a:lnTo>
                  <a:pt x="41" y="54"/>
                </a:lnTo>
                <a:lnTo>
                  <a:pt x="45" y="51"/>
                </a:lnTo>
                <a:lnTo>
                  <a:pt x="49" y="47"/>
                </a:lnTo>
                <a:lnTo>
                  <a:pt x="54" y="44"/>
                </a:lnTo>
                <a:lnTo>
                  <a:pt x="58" y="41"/>
                </a:lnTo>
                <a:lnTo>
                  <a:pt x="62" y="38"/>
                </a:lnTo>
                <a:lnTo>
                  <a:pt x="67" y="35"/>
                </a:lnTo>
                <a:lnTo>
                  <a:pt x="71" y="32"/>
                </a:lnTo>
                <a:lnTo>
                  <a:pt x="76" y="30"/>
                </a:lnTo>
                <a:lnTo>
                  <a:pt x="81" y="27"/>
                </a:lnTo>
                <a:lnTo>
                  <a:pt x="86" y="24"/>
                </a:lnTo>
                <a:lnTo>
                  <a:pt x="91" y="22"/>
                </a:lnTo>
                <a:lnTo>
                  <a:pt x="96" y="20"/>
                </a:lnTo>
                <a:lnTo>
                  <a:pt x="102" y="18"/>
                </a:lnTo>
                <a:lnTo>
                  <a:pt x="107" y="16"/>
                </a:lnTo>
                <a:lnTo>
                  <a:pt x="112" y="14"/>
                </a:lnTo>
                <a:lnTo>
                  <a:pt x="118" y="12"/>
                </a:lnTo>
                <a:lnTo>
                  <a:pt x="124" y="10"/>
                </a:lnTo>
                <a:lnTo>
                  <a:pt x="129" y="9"/>
                </a:lnTo>
                <a:lnTo>
                  <a:pt x="135" y="7"/>
                </a:lnTo>
                <a:lnTo>
                  <a:pt x="141" y="6"/>
                </a:lnTo>
                <a:lnTo>
                  <a:pt x="147" y="5"/>
                </a:lnTo>
                <a:lnTo>
                  <a:pt x="153" y="4"/>
                </a:lnTo>
                <a:lnTo>
                  <a:pt x="159" y="3"/>
                </a:lnTo>
                <a:lnTo>
                  <a:pt x="165" y="2"/>
                </a:lnTo>
                <a:lnTo>
                  <a:pt x="171" y="1"/>
                </a:lnTo>
                <a:lnTo>
                  <a:pt x="177" y="1"/>
                </a:lnTo>
                <a:lnTo>
                  <a:pt x="183" y="1"/>
                </a:lnTo>
                <a:lnTo>
                  <a:pt x="189" y="0"/>
                </a:lnTo>
                <a:lnTo>
                  <a:pt x="195" y="0"/>
                </a:lnTo>
                <a:lnTo>
                  <a:pt x="201" y="0"/>
                </a:lnTo>
                <a:lnTo>
                  <a:pt x="207" y="1"/>
                </a:lnTo>
                <a:lnTo>
                  <a:pt x="213" y="1"/>
                </a:lnTo>
                <a:lnTo>
                  <a:pt x="219" y="1"/>
                </a:lnTo>
                <a:lnTo>
                  <a:pt x="225" y="2"/>
                </a:lnTo>
                <a:lnTo>
                  <a:pt x="231" y="3"/>
                </a:lnTo>
                <a:lnTo>
                  <a:pt x="237" y="4"/>
                </a:lnTo>
                <a:lnTo>
                  <a:pt x="243" y="5"/>
                </a:lnTo>
                <a:lnTo>
                  <a:pt x="249" y="6"/>
                </a:lnTo>
                <a:lnTo>
                  <a:pt x="255" y="7"/>
                </a:lnTo>
                <a:lnTo>
                  <a:pt x="261" y="9"/>
                </a:lnTo>
                <a:lnTo>
                  <a:pt x="266" y="10"/>
                </a:lnTo>
                <a:lnTo>
                  <a:pt x="272" y="12"/>
                </a:lnTo>
                <a:lnTo>
                  <a:pt x="278" y="14"/>
                </a:lnTo>
                <a:lnTo>
                  <a:pt x="283" y="16"/>
                </a:lnTo>
                <a:lnTo>
                  <a:pt x="288" y="18"/>
                </a:lnTo>
                <a:lnTo>
                  <a:pt x="294" y="20"/>
                </a:lnTo>
                <a:lnTo>
                  <a:pt x="299" y="22"/>
                </a:lnTo>
                <a:lnTo>
                  <a:pt x="304" y="24"/>
                </a:lnTo>
                <a:lnTo>
                  <a:pt x="309" y="27"/>
                </a:lnTo>
                <a:lnTo>
                  <a:pt x="314" y="30"/>
                </a:lnTo>
                <a:lnTo>
                  <a:pt x="319" y="32"/>
                </a:lnTo>
                <a:lnTo>
                  <a:pt x="323" y="35"/>
                </a:lnTo>
                <a:lnTo>
                  <a:pt x="328" y="38"/>
                </a:lnTo>
                <a:lnTo>
                  <a:pt x="332" y="41"/>
                </a:lnTo>
                <a:lnTo>
                  <a:pt x="336" y="44"/>
                </a:lnTo>
                <a:lnTo>
                  <a:pt x="340" y="47"/>
                </a:lnTo>
                <a:lnTo>
                  <a:pt x="344" y="51"/>
                </a:lnTo>
                <a:lnTo>
                  <a:pt x="348" y="54"/>
                </a:lnTo>
                <a:lnTo>
                  <a:pt x="352" y="58"/>
                </a:lnTo>
                <a:lnTo>
                  <a:pt x="355" y="61"/>
                </a:lnTo>
                <a:lnTo>
                  <a:pt x="359" y="65"/>
                </a:lnTo>
                <a:lnTo>
                  <a:pt x="362" y="69"/>
                </a:lnTo>
                <a:lnTo>
                  <a:pt x="365" y="72"/>
                </a:lnTo>
                <a:lnTo>
                  <a:pt x="368" y="76"/>
                </a:lnTo>
                <a:lnTo>
                  <a:pt x="370" y="80"/>
                </a:lnTo>
                <a:lnTo>
                  <a:pt x="373" y="84"/>
                </a:lnTo>
                <a:lnTo>
                  <a:pt x="375" y="88"/>
                </a:lnTo>
                <a:lnTo>
                  <a:pt x="377" y="92"/>
                </a:lnTo>
                <a:lnTo>
                  <a:pt x="379" y="96"/>
                </a:lnTo>
                <a:lnTo>
                  <a:pt x="381" y="101"/>
                </a:lnTo>
                <a:lnTo>
                  <a:pt x="383" y="105"/>
                </a:lnTo>
                <a:lnTo>
                  <a:pt x="384" y="109"/>
                </a:lnTo>
                <a:lnTo>
                  <a:pt x="385" y="113"/>
                </a:lnTo>
                <a:lnTo>
                  <a:pt x="386" y="118"/>
                </a:lnTo>
                <a:lnTo>
                  <a:pt x="387" y="122"/>
                </a:lnTo>
                <a:lnTo>
                  <a:pt x="388" y="126"/>
                </a:lnTo>
                <a:lnTo>
                  <a:pt x="388" y="131"/>
                </a:lnTo>
                <a:lnTo>
                  <a:pt x="389" y="136"/>
                </a:lnTo>
                <a:lnTo>
                  <a:pt x="389" y="140"/>
                </a:lnTo>
                <a:close/>
              </a:path>
            </a:pathLst>
          </a:custGeom>
          <a:solidFill>
            <a:srgbClr val="fff8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8" name=""/>
          <p:cNvSpPr/>
          <p:nvPr/>
        </p:nvSpPr>
        <p:spPr>
          <a:xfrm>
            <a:off x="7991280" y="2893320"/>
            <a:ext cx="142920" cy="102240"/>
          </a:xfrm>
          <a:custGeom>
            <a:avLst/>
            <a:gdLst/>
            <a:ahLst/>
            <a:rect l="0" t="0" r="r" b="b"/>
            <a:pathLst>
              <a:path w="397" h="284">
                <a:moveTo>
                  <a:pt x="393" y="142"/>
                </a:moveTo>
                <a:lnTo>
                  <a:pt x="393" y="138"/>
                </a:lnTo>
                <a:lnTo>
                  <a:pt x="392" y="134"/>
                </a:lnTo>
                <a:lnTo>
                  <a:pt x="392" y="129"/>
                </a:lnTo>
                <a:lnTo>
                  <a:pt x="391" y="125"/>
                </a:lnTo>
                <a:lnTo>
                  <a:pt x="390" y="121"/>
                </a:lnTo>
                <a:lnTo>
                  <a:pt x="389" y="116"/>
                </a:lnTo>
                <a:lnTo>
                  <a:pt x="388" y="112"/>
                </a:lnTo>
                <a:lnTo>
                  <a:pt x="387" y="108"/>
                </a:lnTo>
                <a:lnTo>
                  <a:pt x="385" y="104"/>
                </a:lnTo>
                <a:lnTo>
                  <a:pt x="383" y="99"/>
                </a:lnTo>
                <a:lnTo>
                  <a:pt x="381" y="95"/>
                </a:lnTo>
                <a:lnTo>
                  <a:pt x="379" y="91"/>
                </a:lnTo>
                <a:lnTo>
                  <a:pt x="377" y="87"/>
                </a:lnTo>
                <a:lnTo>
                  <a:pt x="374" y="83"/>
                </a:lnTo>
                <a:lnTo>
                  <a:pt x="372" y="79"/>
                </a:lnTo>
                <a:lnTo>
                  <a:pt x="369" y="75"/>
                </a:lnTo>
                <a:lnTo>
                  <a:pt x="366" y="72"/>
                </a:lnTo>
                <a:lnTo>
                  <a:pt x="363" y="68"/>
                </a:lnTo>
                <a:lnTo>
                  <a:pt x="359" y="64"/>
                </a:lnTo>
                <a:lnTo>
                  <a:pt x="356" y="61"/>
                </a:lnTo>
                <a:lnTo>
                  <a:pt x="352" y="57"/>
                </a:lnTo>
                <a:lnTo>
                  <a:pt x="348" y="54"/>
                </a:lnTo>
                <a:lnTo>
                  <a:pt x="344" y="50"/>
                </a:lnTo>
                <a:lnTo>
                  <a:pt x="340" y="47"/>
                </a:lnTo>
                <a:lnTo>
                  <a:pt x="336" y="44"/>
                </a:lnTo>
                <a:lnTo>
                  <a:pt x="332" y="41"/>
                </a:lnTo>
                <a:lnTo>
                  <a:pt x="327" y="38"/>
                </a:lnTo>
                <a:lnTo>
                  <a:pt x="323" y="35"/>
                </a:lnTo>
                <a:lnTo>
                  <a:pt x="318" y="33"/>
                </a:lnTo>
                <a:lnTo>
                  <a:pt x="313" y="30"/>
                </a:lnTo>
                <a:lnTo>
                  <a:pt x="308" y="26"/>
                </a:lnTo>
                <a:lnTo>
                  <a:pt x="303" y="24"/>
                </a:lnTo>
                <a:lnTo>
                  <a:pt x="298" y="22"/>
                </a:lnTo>
                <a:lnTo>
                  <a:pt x="292" y="20"/>
                </a:lnTo>
                <a:lnTo>
                  <a:pt x="287" y="18"/>
                </a:lnTo>
                <a:lnTo>
                  <a:pt x="282" y="16"/>
                </a:lnTo>
                <a:lnTo>
                  <a:pt x="276" y="14"/>
                </a:lnTo>
                <a:lnTo>
                  <a:pt x="270" y="12"/>
                </a:lnTo>
                <a:lnTo>
                  <a:pt x="265" y="11"/>
                </a:lnTo>
                <a:lnTo>
                  <a:pt x="259" y="9"/>
                </a:lnTo>
                <a:lnTo>
                  <a:pt x="253" y="8"/>
                </a:lnTo>
                <a:lnTo>
                  <a:pt x="247" y="7"/>
                </a:lnTo>
                <a:lnTo>
                  <a:pt x="241" y="6"/>
                </a:lnTo>
                <a:lnTo>
                  <a:pt x="235" y="5"/>
                </a:lnTo>
                <a:lnTo>
                  <a:pt x="229" y="4"/>
                </a:lnTo>
                <a:lnTo>
                  <a:pt x="223" y="3"/>
                </a:lnTo>
                <a:lnTo>
                  <a:pt x="217" y="3"/>
                </a:lnTo>
                <a:lnTo>
                  <a:pt x="211" y="3"/>
                </a:lnTo>
                <a:lnTo>
                  <a:pt x="205" y="2"/>
                </a:lnTo>
                <a:lnTo>
                  <a:pt x="199" y="2"/>
                </a:lnTo>
                <a:lnTo>
                  <a:pt x="193" y="2"/>
                </a:lnTo>
                <a:lnTo>
                  <a:pt x="187" y="3"/>
                </a:lnTo>
                <a:lnTo>
                  <a:pt x="181" y="3"/>
                </a:lnTo>
                <a:lnTo>
                  <a:pt x="175" y="3"/>
                </a:lnTo>
                <a:lnTo>
                  <a:pt x="169" y="4"/>
                </a:lnTo>
                <a:lnTo>
                  <a:pt x="163" y="5"/>
                </a:lnTo>
                <a:lnTo>
                  <a:pt x="157" y="6"/>
                </a:lnTo>
                <a:lnTo>
                  <a:pt x="151" y="7"/>
                </a:lnTo>
                <a:lnTo>
                  <a:pt x="145" y="8"/>
                </a:lnTo>
                <a:lnTo>
                  <a:pt x="139" y="9"/>
                </a:lnTo>
                <a:lnTo>
                  <a:pt x="133" y="11"/>
                </a:lnTo>
                <a:lnTo>
                  <a:pt x="128" y="12"/>
                </a:lnTo>
                <a:lnTo>
                  <a:pt x="122" y="14"/>
                </a:lnTo>
                <a:lnTo>
                  <a:pt x="115" y="16"/>
                </a:lnTo>
                <a:lnTo>
                  <a:pt x="110" y="18"/>
                </a:lnTo>
                <a:lnTo>
                  <a:pt x="105" y="20"/>
                </a:lnTo>
                <a:lnTo>
                  <a:pt x="99" y="22"/>
                </a:lnTo>
                <a:lnTo>
                  <a:pt x="94" y="24"/>
                </a:lnTo>
                <a:lnTo>
                  <a:pt x="89" y="26"/>
                </a:lnTo>
                <a:lnTo>
                  <a:pt x="84" y="30"/>
                </a:lnTo>
                <a:lnTo>
                  <a:pt x="79" y="33"/>
                </a:lnTo>
                <a:lnTo>
                  <a:pt x="74" y="35"/>
                </a:lnTo>
                <a:lnTo>
                  <a:pt x="70" y="38"/>
                </a:lnTo>
                <a:lnTo>
                  <a:pt x="65" y="41"/>
                </a:lnTo>
                <a:lnTo>
                  <a:pt x="61" y="44"/>
                </a:lnTo>
                <a:lnTo>
                  <a:pt x="57" y="47"/>
                </a:lnTo>
                <a:lnTo>
                  <a:pt x="53" y="50"/>
                </a:lnTo>
                <a:lnTo>
                  <a:pt x="49" y="54"/>
                </a:lnTo>
                <a:lnTo>
                  <a:pt x="45" y="57"/>
                </a:lnTo>
                <a:lnTo>
                  <a:pt x="41" y="61"/>
                </a:lnTo>
                <a:lnTo>
                  <a:pt x="38" y="64"/>
                </a:lnTo>
                <a:lnTo>
                  <a:pt x="34" y="68"/>
                </a:lnTo>
                <a:lnTo>
                  <a:pt x="31" y="72"/>
                </a:lnTo>
                <a:lnTo>
                  <a:pt x="28" y="75"/>
                </a:lnTo>
                <a:lnTo>
                  <a:pt x="25" y="79"/>
                </a:lnTo>
                <a:lnTo>
                  <a:pt x="23" y="83"/>
                </a:lnTo>
                <a:lnTo>
                  <a:pt x="20" y="87"/>
                </a:lnTo>
                <a:lnTo>
                  <a:pt x="18" y="91"/>
                </a:lnTo>
                <a:lnTo>
                  <a:pt x="16" y="95"/>
                </a:lnTo>
                <a:lnTo>
                  <a:pt x="14" y="99"/>
                </a:lnTo>
                <a:lnTo>
                  <a:pt x="12" y="104"/>
                </a:lnTo>
                <a:lnTo>
                  <a:pt x="10" y="108"/>
                </a:lnTo>
                <a:lnTo>
                  <a:pt x="9" y="112"/>
                </a:lnTo>
                <a:lnTo>
                  <a:pt x="7" y="116"/>
                </a:lnTo>
                <a:lnTo>
                  <a:pt x="6" y="121"/>
                </a:lnTo>
                <a:lnTo>
                  <a:pt x="6" y="125"/>
                </a:lnTo>
                <a:lnTo>
                  <a:pt x="5" y="129"/>
                </a:lnTo>
                <a:lnTo>
                  <a:pt x="4" y="134"/>
                </a:lnTo>
                <a:lnTo>
                  <a:pt x="4" y="138"/>
                </a:lnTo>
                <a:lnTo>
                  <a:pt x="4" y="142"/>
                </a:lnTo>
                <a:lnTo>
                  <a:pt x="4" y="147"/>
                </a:lnTo>
                <a:lnTo>
                  <a:pt x="4" y="151"/>
                </a:lnTo>
                <a:lnTo>
                  <a:pt x="5" y="155"/>
                </a:lnTo>
                <a:lnTo>
                  <a:pt x="6" y="160"/>
                </a:lnTo>
                <a:lnTo>
                  <a:pt x="6" y="164"/>
                </a:lnTo>
                <a:lnTo>
                  <a:pt x="7" y="168"/>
                </a:lnTo>
                <a:lnTo>
                  <a:pt x="9" y="173"/>
                </a:lnTo>
                <a:lnTo>
                  <a:pt x="10" y="177"/>
                </a:lnTo>
                <a:lnTo>
                  <a:pt x="12" y="181"/>
                </a:lnTo>
                <a:lnTo>
                  <a:pt x="14" y="185"/>
                </a:lnTo>
                <a:lnTo>
                  <a:pt x="16" y="189"/>
                </a:lnTo>
                <a:lnTo>
                  <a:pt x="18" y="193"/>
                </a:lnTo>
                <a:lnTo>
                  <a:pt x="20" y="197"/>
                </a:lnTo>
                <a:lnTo>
                  <a:pt x="23" y="201"/>
                </a:lnTo>
                <a:lnTo>
                  <a:pt x="25" y="205"/>
                </a:lnTo>
                <a:lnTo>
                  <a:pt x="28" y="209"/>
                </a:lnTo>
                <a:lnTo>
                  <a:pt x="31" y="213"/>
                </a:lnTo>
                <a:lnTo>
                  <a:pt x="34" y="217"/>
                </a:lnTo>
                <a:lnTo>
                  <a:pt x="38" y="220"/>
                </a:lnTo>
                <a:lnTo>
                  <a:pt x="41" y="224"/>
                </a:lnTo>
                <a:lnTo>
                  <a:pt x="45" y="227"/>
                </a:lnTo>
                <a:lnTo>
                  <a:pt x="49" y="231"/>
                </a:lnTo>
                <a:lnTo>
                  <a:pt x="53" y="234"/>
                </a:lnTo>
                <a:lnTo>
                  <a:pt x="57" y="237"/>
                </a:lnTo>
                <a:lnTo>
                  <a:pt x="61" y="241"/>
                </a:lnTo>
                <a:lnTo>
                  <a:pt x="65" y="244"/>
                </a:lnTo>
                <a:lnTo>
                  <a:pt x="70" y="246"/>
                </a:lnTo>
                <a:lnTo>
                  <a:pt x="74" y="249"/>
                </a:lnTo>
                <a:lnTo>
                  <a:pt x="79" y="252"/>
                </a:lnTo>
                <a:lnTo>
                  <a:pt x="84" y="255"/>
                </a:lnTo>
                <a:lnTo>
                  <a:pt x="89" y="257"/>
                </a:lnTo>
                <a:lnTo>
                  <a:pt x="94" y="260"/>
                </a:lnTo>
                <a:lnTo>
                  <a:pt x="99" y="262"/>
                </a:lnTo>
                <a:lnTo>
                  <a:pt x="105" y="264"/>
                </a:lnTo>
                <a:lnTo>
                  <a:pt x="110" y="266"/>
                </a:lnTo>
                <a:lnTo>
                  <a:pt x="115" y="268"/>
                </a:lnTo>
                <a:lnTo>
                  <a:pt x="122" y="270"/>
                </a:lnTo>
                <a:lnTo>
                  <a:pt x="128" y="271"/>
                </a:lnTo>
                <a:lnTo>
                  <a:pt x="133" y="273"/>
                </a:lnTo>
                <a:lnTo>
                  <a:pt x="139" y="274"/>
                </a:lnTo>
                <a:lnTo>
                  <a:pt x="145" y="276"/>
                </a:lnTo>
                <a:lnTo>
                  <a:pt x="151" y="277"/>
                </a:lnTo>
                <a:lnTo>
                  <a:pt x="157" y="278"/>
                </a:lnTo>
                <a:lnTo>
                  <a:pt x="163" y="279"/>
                </a:lnTo>
                <a:lnTo>
                  <a:pt x="169" y="279"/>
                </a:lnTo>
                <a:lnTo>
                  <a:pt x="175" y="280"/>
                </a:lnTo>
                <a:lnTo>
                  <a:pt x="181" y="281"/>
                </a:lnTo>
                <a:lnTo>
                  <a:pt x="187" y="281"/>
                </a:lnTo>
                <a:lnTo>
                  <a:pt x="193" y="281"/>
                </a:lnTo>
                <a:lnTo>
                  <a:pt x="199" y="281"/>
                </a:lnTo>
                <a:lnTo>
                  <a:pt x="205" y="281"/>
                </a:lnTo>
                <a:lnTo>
                  <a:pt x="211" y="281"/>
                </a:lnTo>
                <a:lnTo>
                  <a:pt x="217" y="281"/>
                </a:lnTo>
                <a:lnTo>
                  <a:pt x="223" y="280"/>
                </a:lnTo>
                <a:lnTo>
                  <a:pt x="229" y="279"/>
                </a:lnTo>
                <a:lnTo>
                  <a:pt x="235" y="279"/>
                </a:lnTo>
                <a:lnTo>
                  <a:pt x="241" y="278"/>
                </a:lnTo>
                <a:lnTo>
                  <a:pt x="247" y="277"/>
                </a:lnTo>
                <a:lnTo>
                  <a:pt x="253" y="276"/>
                </a:lnTo>
                <a:lnTo>
                  <a:pt x="259" y="274"/>
                </a:lnTo>
                <a:lnTo>
                  <a:pt x="265" y="273"/>
                </a:lnTo>
                <a:lnTo>
                  <a:pt x="270" y="271"/>
                </a:lnTo>
                <a:lnTo>
                  <a:pt x="276" y="270"/>
                </a:lnTo>
                <a:lnTo>
                  <a:pt x="282" y="268"/>
                </a:lnTo>
                <a:lnTo>
                  <a:pt x="287" y="266"/>
                </a:lnTo>
                <a:lnTo>
                  <a:pt x="292" y="264"/>
                </a:lnTo>
                <a:lnTo>
                  <a:pt x="298" y="262"/>
                </a:lnTo>
                <a:lnTo>
                  <a:pt x="303" y="260"/>
                </a:lnTo>
                <a:lnTo>
                  <a:pt x="308" y="257"/>
                </a:lnTo>
                <a:lnTo>
                  <a:pt x="313" y="255"/>
                </a:lnTo>
                <a:lnTo>
                  <a:pt x="318" y="252"/>
                </a:lnTo>
                <a:lnTo>
                  <a:pt x="323" y="249"/>
                </a:lnTo>
                <a:lnTo>
                  <a:pt x="327" y="246"/>
                </a:lnTo>
                <a:lnTo>
                  <a:pt x="332" y="244"/>
                </a:lnTo>
                <a:lnTo>
                  <a:pt x="336" y="241"/>
                </a:lnTo>
                <a:lnTo>
                  <a:pt x="340" y="237"/>
                </a:lnTo>
                <a:lnTo>
                  <a:pt x="344" y="234"/>
                </a:lnTo>
                <a:lnTo>
                  <a:pt x="348" y="231"/>
                </a:lnTo>
                <a:lnTo>
                  <a:pt x="352" y="227"/>
                </a:lnTo>
                <a:lnTo>
                  <a:pt x="356" y="224"/>
                </a:lnTo>
                <a:lnTo>
                  <a:pt x="359" y="220"/>
                </a:lnTo>
                <a:lnTo>
                  <a:pt x="363" y="217"/>
                </a:lnTo>
                <a:lnTo>
                  <a:pt x="366" y="213"/>
                </a:lnTo>
                <a:lnTo>
                  <a:pt x="369" y="209"/>
                </a:lnTo>
                <a:lnTo>
                  <a:pt x="372" y="205"/>
                </a:lnTo>
                <a:lnTo>
                  <a:pt x="374" y="201"/>
                </a:lnTo>
                <a:lnTo>
                  <a:pt x="377" y="197"/>
                </a:lnTo>
                <a:lnTo>
                  <a:pt x="379" y="193"/>
                </a:lnTo>
                <a:lnTo>
                  <a:pt x="381" y="189"/>
                </a:lnTo>
                <a:lnTo>
                  <a:pt x="383" y="185"/>
                </a:lnTo>
                <a:lnTo>
                  <a:pt x="385" y="181"/>
                </a:lnTo>
                <a:lnTo>
                  <a:pt x="387" y="177"/>
                </a:lnTo>
                <a:lnTo>
                  <a:pt x="388" y="173"/>
                </a:lnTo>
                <a:lnTo>
                  <a:pt x="389" y="168"/>
                </a:lnTo>
                <a:lnTo>
                  <a:pt x="390" y="164"/>
                </a:lnTo>
                <a:lnTo>
                  <a:pt x="391" y="160"/>
                </a:lnTo>
                <a:lnTo>
                  <a:pt x="392" y="155"/>
                </a:lnTo>
                <a:lnTo>
                  <a:pt x="392" y="151"/>
                </a:lnTo>
                <a:lnTo>
                  <a:pt x="393" y="147"/>
                </a:lnTo>
                <a:lnTo>
                  <a:pt x="393" y="142"/>
                </a:lnTo>
                <a:moveTo>
                  <a:pt x="397" y="142"/>
                </a:moveTo>
                <a:lnTo>
                  <a:pt x="397" y="147"/>
                </a:lnTo>
                <a:lnTo>
                  <a:pt x="396" y="151"/>
                </a:lnTo>
                <a:lnTo>
                  <a:pt x="396" y="156"/>
                </a:lnTo>
                <a:lnTo>
                  <a:pt x="395" y="160"/>
                </a:lnTo>
                <a:lnTo>
                  <a:pt x="394" y="164"/>
                </a:lnTo>
                <a:lnTo>
                  <a:pt x="393" y="169"/>
                </a:lnTo>
                <a:lnTo>
                  <a:pt x="392" y="173"/>
                </a:lnTo>
                <a:lnTo>
                  <a:pt x="391" y="178"/>
                </a:lnTo>
                <a:lnTo>
                  <a:pt x="389" y="182"/>
                </a:lnTo>
                <a:lnTo>
                  <a:pt x="387" y="186"/>
                </a:lnTo>
                <a:lnTo>
                  <a:pt x="385" y="190"/>
                </a:lnTo>
                <a:lnTo>
                  <a:pt x="383" y="194"/>
                </a:lnTo>
                <a:lnTo>
                  <a:pt x="380" y="199"/>
                </a:lnTo>
                <a:lnTo>
                  <a:pt x="378" y="203"/>
                </a:lnTo>
                <a:lnTo>
                  <a:pt x="375" y="207"/>
                </a:lnTo>
                <a:lnTo>
                  <a:pt x="372" y="211"/>
                </a:lnTo>
                <a:lnTo>
                  <a:pt x="369" y="214"/>
                </a:lnTo>
                <a:lnTo>
                  <a:pt x="366" y="218"/>
                </a:lnTo>
                <a:lnTo>
                  <a:pt x="363" y="222"/>
                </a:lnTo>
                <a:lnTo>
                  <a:pt x="359" y="226"/>
                </a:lnTo>
                <a:lnTo>
                  <a:pt x="355" y="229"/>
                </a:lnTo>
                <a:lnTo>
                  <a:pt x="351" y="233"/>
                </a:lnTo>
                <a:lnTo>
                  <a:pt x="347" y="236"/>
                </a:lnTo>
                <a:lnTo>
                  <a:pt x="343" y="239"/>
                </a:lnTo>
                <a:lnTo>
                  <a:pt x="339" y="242"/>
                </a:lnTo>
                <a:lnTo>
                  <a:pt x="334" y="246"/>
                </a:lnTo>
                <a:lnTo>
                  <a:pt x="330" y="249"/>
                </a:lnTo>
                <a:lnTo>
                  <a:pt x="325" y="251"/>
                </a:lnTo>
                <a:lnTo>
                  <a:pt x="320" y="254"/>
                </a:lnTo>
                <a:lnTo>
                  <a:pt x="315" y="257"/>
                </a:lnTo>
                <a:lnTo>
                  <a:pt x="310" y="259"/>
                </a:lnTo>
                <a:lnTo>
                  <a:pt x="305" y="262"/>
                </a:lnTo>
                <a:lnTo>
                  <a:pt x="300" y="264"/>
                </a:lnTo>
                <a:lnTo>
                  <a:pt x="294" y="266"/>
                </a:lnTo>
                <a:lnTo>
                  <a:pt x="289" y="269"/>
                </a:lnTo>
                <a:lnTo>
                  <a:pt x="283" y="271"/>
                </a:lnTo>
                <a:lnTo>
                  <a:pt x="277" y="272"/>
                </a:lnTo>
                <a:lnTo>
                  <a:pt x="272" y="274"/>
                </a:lnTo>
                <a:lnTo>
                  <a:pt x="266" y="276"/>
                </a:lnTo>
                <a:lnTo>
                  <a:pt x="260" y="277"/>
                </a:lnTo>
                <a:lnTo>
                  <a:pt x="254" y="278"/>
                </a:lnTo>
                <a:lnTo>
                  <a:pt x="248" y="280"/>
                </a:lnTo>
                <a:lnTo>
                  <a:pt x="242" y="281"/>
                </a:lnTo>
                <a:lnTo>
                  <a:pt x="236" y="281"/>
                </a:lnTo>
                <a:lnTo>
                  <a:pt x="230" y="282"/>
                </a:lnTo>
                <a:lnTo>
                  <a:pt x="224" y="283"/>
                </a:lnTo>
                <a:lnTo>
                  <a:pt x="218" y="283"/>
                </a:lnTo>
                <a:lnTo>
                  <a:pt x="211" y="284"/>
                </a:lnTo>
                <a:lnTo>
                  <a:pt x="205" y="284"/>
                </a:lnTo>
                <a:lnTo>
                  <a:pt x="199" y="284"/>
                </a:lnTo>
                <a:lnTo>
                  <a:pt x="193" y="284"/>
                </a:lnTo>
                <a:lnTo>
                  <a:pt x="187" y="284"/>
                </a:lnTo>
                <a:lnTo>
                  <a:pt x="180" y="283"/>
                </a:lnTo>
                <a:lnTo>
                  <a:pt x="174" y="283"/>
                </a:lnTo>
                <a:lnTo>
                  <a:pt x="168" y="282"/>
                </a:lnTo>
                <a:lnTo>
                  <a:pt x="162" y="281"/>
                </a:lnTo>
                <a:lnTo>
                  <a:pt x="156" y="281"/>
                </a:lnTo>
                <a:lnTo>
                  <a:pt x="150" y="280"/>
                </a:lnTo>
                <a:lnTo>
                  <a:pt x="144" y="278"/>
                </a:lnTo>
                <a:lnTo>
                  <a:pt x="138" y="277"/>
                </a:lnTo>
                <a:lnTo>
                  <a:pt x="132" y="276"/>
                </a:lnTo>
                <a:lnTo>
                  <a:pt x="126" y="274"/>
                </a:lnTo>
                <a:lnTo>
                  <a:pt x="119" y="272"/>
                </a:lnTo>
                <a:lnTo>
                  <a:pt x="114" y="271"/>
                </a:lnTo>
                <a:lnTo>
                  <a:pt x="108" y="269"/>
                </a:lnTo>
                <a:lnTo>
                  <a:pt x="103" y="266"/>
                </a:lnTo>
                <a:lnTo>
                  <a:pt x="97" y="264"/>
                </a:lnTo>
                <a:lnTo>
                  <a:pt x="92" y="262"/>
                </a:lnTo>
                <a:lnTo>
                  <a:pt x="87" y="259"/>
                </a:lnTo>
                <a:lnTo>
                  <a:pt x="82" y="257"/>
                </a:lnTo>
                <a:lnTo>
                  <a:pt x="77" y="254"/>
                </a:lnTo>
                <a:lnTo>
                  <a:pt x="72" y="251"/>
                </a:lnTo>
                <a:lnTo>
                  <a:pt x="67" y="249"/>
                </a:lnTo>
                <a:lnTo>
                  <a:pt x="63" y="246"/>
                </a:lnTo>
                <a:lnTo>
                  <a:pt x="58" y="242"/>
                </a:lnTo>
                <a:lnTo>
                  <a:pt x="54" y="239"/>
                </a:lnTo>
                <a:lnTo>
                  <a:pt x="50" y="236"/>
                </a:lnTo>
                <a:lnTo>
                  <a:pt x="46" y="233"/>
                </a:lnTo>
                <a:lnTo>
                  <a:pt x="42" y="229"/>
                </a:lnTo>
                <a:lnTo>
                  <a:pt x="38" y="226"/>
                </a:lnTo>
                <a:lnTo>
                  <a:pt x="34" y="222"/>
                </a:lnTo>
                <a:lnTo>
                  <a:pt x="31" y="218"/>
                </a:lnTo>
                <a:lnTo>
                  <a:pt x="28" y="214"/>
                </a:lnTo>
                <a:lnTo>
                  <a:pt x="25" y="211"/>
                </a:lnTo>
                <a:lnTo>
                  <a:pt x="22" y="207"/>
                </a:lnTo>
                <a:lnTo>
                  <a:pt x="19" y="203"/>
                </a:lnTo>
                <a:lnTo>
                  <a:pt x="16" y="199"/>
                </a:lnTo>
                <a:lnTo>
                  <a:pt x="14" y="194"/>
                </a:lnTo>
                <a:lnTo>
                  <a:pt x="12" y="190"/>
                </a:lnTo>
                <a:lnTo>
                  <a:pt x="10" y="186"/>
                </a:lnTo>
                <a:lnTo>
                  <a:pt x="8" y="182"/>
                </a:lnTo>
                <a:lnTo>
                  <a:pt x="6" y="178"/>
                </a:lnTo>
                <a:lnTo>
                  <a:pt x="5" y="173"/>
                </a:lnTo>
                <a:lnTo>
                  <a:pt x="4" y="169"/>
                </a:lnTo>
                <a:lnTo>
                  <a:pt x="3" y="164"/>
                </a:lnTo>
                <a:lnTo>
                  <a:pt x="2" y="160"/>
                </a:lnTo>
                <a:lnTo>
                  <a:pt x="1" y="156"/>
                </a:lnTo>
                <a:lnTo>
                  <a:pt x="1" y="151"/>
                </a:lnTo>
                <a:lnTo>
                  <a:pt x="0" y="147"/>
                </a:lnTo>
                <a:lnTo>
                  <a:pt x="0" y="142"/>
                </a:lnTo>
                <a:lnTo>
                  <a:pt x="0" y="138"/>
                </a:lnTo>
                <a:lnTo>
                  <a:pt x="1" y="133"/>
                </a:lnTo>
                <a:lnTo>
                  <a:pt x="1" y="129"/>
                </a:lnTo>
                <a:lnTo>
                  <a:pt x="2" y="125"/>
                </a:lnTo>
                <a:lnTo>
                  <a:pt x="3" y="120"/>
                </a:lnTo>
                <a:lnTo>
                  <a:pt x="4" y="116"/>
                </a:lnTo>
                <a:lnTo>
                  <a:pt x="5" y="111"/>
                </a:lnTo>
                <a:lnTo>
                  <a:pt x="6" y="107"/>
                </a:lnTo>
                <a:lnTo>
                  <a:pt x="8" y="103"/>
                </a:lnTo>
                <a:lnTo>
                  <a:pt x="10" y="99"/>
                </a:lnTo>
                <a:lnTo>
                  <a:pt x="12" y="94"/>
                </a:lnTo>
                <a:lnTo>
                  <a:pt x="14" y="90"/>
                </a:lnTo>
                <a:lnTo>
                  <a:pt x="16" y="86"/>
                </a:lnTo>
                <a:lnTo>
                  <a:pt x="19" y="82"/>
                </a:lnTo>
                <a:lnTo>
                  <a:pt x="22" y="78"/>
                </a:lnTo>
                <a:lnTo>
                  <a:pt x="25" y="74"/>
                </a:lnTo>
                <a:lnTo>
                  <a:pt x="28" y="70"/>
                </a:lnTo>
                <a:lnTo>
                  <a:pt x="31" y="66"/>
                </a:lnTo>
                <a:lnTo>
                  <a:pt x="34" y="63"/>
                </a:lnTo>
                <a:lnTo>
                  <a:pt x="38" y="59"/>
                </a:lnTo>
                <a:lnTo>
                  <a:pt x="42" y="55"/>
                </a:lnTo>
                <a:lnTo>
                  <a:pt x="46" y="52"/>
                </a:lnTo>
                <a:lnTo>
                  <a:pt x="50" y="49"/>
                </a:lnTo>
                <a:lnTo>
                  <a:pt x="54" y="45"/>
                </a:lnTo>
                <a:lnTo>
                  <a:pt x="58" y="42"/>
                </a:lnTo>
                <a:lnTo>
                  <a:pt x="63" y="39"/>
                </a:lnTo>
                <a:lnTo>
                  <a:pt x="67" y="36"/>
                </a:lnTo>
                <a:lnTo>
                  <a:pt x="72" y="33"/>
                </a:lnTo>
                <a:lnTo>
                  <a:pt x="77" y="30"/>
                </a:lnTo>
                <a:lnTo>
                  <a:pt x="82" y="27"/>
                </a:lnTo>
                <a:lnTo>
                  <a:pt x="87" y="24"/>
                </a:lnTo>
                <a:lnTo>
                  <a:pt x="92" y="22"/>
                </a:lnTo>
                <a:lnTo>
                  <a:pt x="97" y="19"/>
                </a:lnTo>
                <a:lnTo>
                  <a:pt x="103" y="17"/>
                </a:lnTo>
                <a:lnTo>
                  <a:pt x="108" y="15"/>
                </a:lnTo>
                <a:lnTo>
                  <a:pt x="114" y="13"/>
                </a:lnTo>
                <a:lnTo>
                  <a:pt x="119" y="11"/>
                </a:lnTo>
                <a:lnTo>
                  <a:pt x="126" y="10"/>
                </a:lnTo>
                <a:lnTo>
                  <a:pt x="132" y="8"/>
                </a:lnTo>
                <a:lnTo>
                  <a:pt x="138" y="7"/>
                </a:lnTo>
                <a:lnTo>
                  <a:pt x="144" y="5"/>
                </a:lnTo>
                <a:lnTo>
                  <a:pt x="150" y="4"/>
                </a:lnTo>
                <a:lnTo>
                  <a:pt x="156" y="3"/>
                </a:lnTo>
                <a:lnTo>
                  <a:pt x="162" y="2"/>
                </a:lnTo>
                <a:lnTo>
                  <a:pt x="168" y="1"/>
                </a:lnTo>
                <a:lnTo>
                  <a:pt x="174" y="1"/>
                </a:lnTo>
                <a:lnTo>
                  <a:pt x="180" y="0"/>
                </a:lnTo>
                <a:lnTo>
                  <a:pt x="187" y="0"/>
                </a:lnTo>
                <a:lnTo>
                  <a:pt x="193" y="0"/>
                </a:lnTo>
                <a:lnTo>
                  <a:pt x="199" y="0"/>
                </a:lnTo>
                <a:lnTo>
                  <a:pt x="205" y="0"/>
                </a:lnTo>
                <a:lnTo>
                  <a:pt x="211" y="0"/>
                </a:lnTo>
                <a:lnTo>
                  <a:pt x="218" y="0"/>
                </a:lnTo>
                <a:lnTo>
                  <a:pt x="224" y="1"/>
                </a:lnTo>
                <a:lnTo>
                  <a:pt x="230" y="1"/>
                </a:lnTo>
                <a:lnTo>
                  <a:pt x="236" y="2"/>
                </a:lnTo>
                <a:lnTo>
                  <a:pt x="242" y="3"/>
                </a:lnTo>
                <a:lnTo>
                  <a:pt x="248" y="4"/>
                </a:lnTo>
                <a:lnTo>
                  <a:pt x="254" y="5"/>
                </a:lnTo>
                <a:lnTo>
                  <a:pt x="260" y="7"/>
                </a:lnTo>
                <a:lnTo>
                  <a:pt x="266" y="8"/>
                </a:lnTo>
                <a:lnTo>
                  <a:pt x="272" y="10"/>
                </a:lnTo>
                <a:lnTo>
                  <a:pt x="277" y="11"/>
                </a:lnTo>
                <a:lnTo>
                  <a:pt x="283" y="13"/>
                </a:lnTo>
                <a:lnTo>
                  <a:pt x="289" y="15"/>
                </a:lnTo>
                <a:lnTo>
                  <a:pt x="294" y="17"/>
                </a:lnTo>
                <a:lnTo>
                  <a:pt x="300" y="19"/>
                </a:lnTo>
                <a:lnTo>
                  <a:pt x="305" y="22"/>
                </a:lnTo>
                <a:lnTo>
                  <a:pt x="310" y="24"/>
                </a:lnTo>
                <a:lnTo>
                  <a:pt x="315" y="27"/>
                </a:lnTo>
                <a:lnTo>
                  <a:pt x="320" y="30"/>
                </a:lnTo>
                <a:lnTo>
                  <a:pt x="325" y="33"/>
                </a:lnTo>
                <a:lnTo>
                  <a:pt x="330" y="36"/>
                </a:lnTo>
                <a:lnTo>
                  <a:pt x="334" y="39"/>
                </a:lnTo>
                <a:lnTo>
                  <a:pt x="339" y="42"/>
                </a:lnTo>
                <a:lnTo>
                  <a:pt x="343" y="45"/>
                </a:lnTo>
                <a:lnTo>
                  <a:pt x="347" y="49"/>
                </a:lnTo>
                <a:lnTo>
                  <a:pt x="351" y="52"/>
                </a:lnTo>
                <a:lnTo>
                  <a:pt x="355" y="55"/>
                </a:lnTo>
                <a:lnTo>
                  <a:pt x="359" y="59"/>
                </a:lnTo>
                <a:lnTo>
                  <a:pt x="363" y="63"/>
                </a:lnTo>
                <a:lnTo>
                  <a:pt x="366" y="66"/>
                </a:lnTo>
                <a:lnTo>
                  <a:pt x="369" y="70"/>
                </a:lnTo>
                <a:lnTo>
                  <a:pt x="372" y="74"/>
                </a:lnTo>
                <a:lnTo>
                  <a:pt x="375" y="78"/>
                </a:lnTo>
                <a:lnTo>
                  <a:pt x="378" y="82"/>
                </a:lnTo>
                <a:lnTo>
                  <a:pt x="380" y="86"/>
                </a:lnTo>
                <a:lnTo>
                  <a:pt x="383" y="90"/>
                </a:lnTo>
                <a:lnTo>
                  <a:pt x="385" y="94"/>
                </a:lnTo>
                <a:lnTo>
                  <a:pt x="387" y="99"/>
                </a:lnTo>
                <a:lnTo>
                  <a:pt x="389" y="103"/>
                </a:lnTo>
                <a:lnTo>
                  <a:pt x="391" y="107"/>
                </a:lnTo>
                <a:lnTo>
                  <a:pt x="392" y="111"/>
                </a:lnTo>
                <a:lnTo>
                  <a:pt x="393" y="116"/>
                </a:lnTo>
                <a:lnTo>
                  <a:pt x="394" y="120"/>
                </a:lnTo>
                <a:lnTo>
                  <a:pt x="395" y="125"/>
                </a:lnTo>
                <a:lnTo>
                  <a:pt x="396" y="129"/>
                </a:lnTo>
                <a:lnTo>
                  <a:pt x="396" y="133"/>
                </a:lnTo>
                <a:lnTo>
                  <a:pt x="397" y="138"/>
                </a:lnTo>
                <a:lnTo>
                  <a:pt x="397" y="142"/>
                </a:lnTo>
                <a:close/>
              </a:path>
            </a:pathLst>
          </a:custGeom>
          <a:solidFill>
            <a:srgbClr val="fff8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29" name=""/>
          <p:cNvSpPr/>
          <p:nvPr/>
        </p:nvSpPr>
        <p:spPr>
          <a:xfrm>
            <a:off x="7989840" y="2892240"/>
            <a:ext cx="145800" cy="104400"/>
          </a:xfrm>
          <a:custGeom>
            <a:avLst/>
            <a:gdLst/>
            <a:ahLst/>
            <a:rect l="0" t="0" r="r" b="b"/>
            <a:pathLst>
              <a:path w="405" h="290">
                <a:moveTo>
                  <a:pt x="401" y="144"/>
                </a:moveTo>
                <a:lnTo>
                  <a:pt x="401" y="140"/>
                </a:lnTo>
                <a:lnTo>
                  <a:pt x="400" y="135"/>
                </a:lnTo>
                <a:lnTo>
                  <a:pt x="400" y="131"/>
                </a:lnTo>
                <a:lnTo>
                  <a:pt x="399" y="127"/>
                </a:lnTo>
                <a:lnTo>
                  <a:pt x="398" y="122"/>
                </a:lnTo>
                <a:lnTo>
                  <a:pt x="397" y="118"/>
                </a:lnTo>
                <a:lnTo>
                  <a:pt x="396" y="113"/>
                </a:lnTo>
                <a:lnTo>
                  <a:pt x="395" y="109"/>
                </a:lnTo>
                <a:lnTo>
                  <a:pt x="393" y="105"/>
                </a:lnTo>
                <a:lnTo>
                  <a:pt x="391" y="101"/>
                </a:lnTo>
                <a:lnTo>
                  <a:pt x="389" y="96"/>
                </a:lnTo>
                <a:lnTo>
                  <a:pt x="387" y="92"/>
                </a:lnTo>
                <a:lnTo>
                  <a:pt x="384" y="88"/>
                </a:lnTo>
                <a:lnTo>
                  <a:pt x="382" y="84"/>
                </a:lnTo>
                <a:lnTo>
                  <a:pt x="379" y="80"/>
                </a:lnTo>
                <a:lnTo>
                  <a:pt x="376" y="76"/>
                </a:lnTo>
                <a:lnTo>
                  <a:pt x="373" y="72"/>
                </a:lnTo>
                <a:lnTo>
                  <a:pt x="370" y="68"/>
                </a:lnTo>
                <a:lnTo>
                  <a:pt x="367" y="65"/>
                </a:lnTo>
                <a:lnTo>
                  <a:pt x="363" y="61"/>
                </a:lnTo>
                <a:lnTo>
                  <a:pt x="359" y="57"/>
                </a:lnTo>
                <a:lnTo>
                  <a:pt x="355" y="54"/>
                </a:lnTo>
                <a:lnTo>
                  <a:pt x="351" y="51"/>
                </a:lnTo>
                <a:lnTo>
                  <a:pt x="347" y="47"/>
                </a:lnTo>
                <a:lnTo>
                  <a:pt x="343" y="44"/>
                </a:lnTo>
                <a:lnTo>
                  <a:pt x="338" y="41"/>
                </a:lnTo>
                <a:lnTo>
                  <a:pt x="334" y="38"/>
                </a:lnTo>
                <a:lnTo>
                  <a:pt x="329" y="35"/>
                </a:lnTo>
                <a:lnTo>
                  <a:pt x="324" y="32"/>
                </a:lnTo>
                <a:lnTo>
                  <a:pt x="319" y="30"/>
                </a:lnTo>
                <a:lnTo>
                  <a:pt x="314" y="27"/>
                </a:lnTo>
                <a:lnTo>
                  <a:pt x="309" y="25"/>
                </a:lnTo>
                <a:lnTo>
                  <a:pt x="304" y="22"/>
                </a:lnTo>
                <a:lnTo>
                  <a:pt x="298" y="20"/>
                </a:lnTo>
                <a:lnTo>
                  <a:pt x="293" y="18"/>
                </a:lnTo>
                <a:lnTo>
                  <a:pt x="287" y="16"/>
                </a:lnTo>
                <a:lnTo>
                  <a:pt x="281" y="14"/>
                </a:lnTo>
                <a:lnTo>
                  <a:pt x="276" y="13"/>
                </a:lnTo>
                <a:lnTo>
                  <a:pt x="270" y="11"/>
                </a:lnTo>
                <a:lnTo>
                  <a:pt x="264" y="10"/>
                </a:lnTo>
                <a:lnTo>
                  <a:pt x="258" y="8"/>
                </a:lnTo>
                <a:lnTo>
                  <a:pt x="252" y="7"/>
                </a:lnTo>
                <a:lnTo>
                  <a:pt x="246" y="6"/>
                </a:lnTo>
                <a:lnTo>
                  <a:pt x="240" y="5"/>
                </a:lnTo>
                <a:lnTo>
                  <a:pt x="234" y="4"/>
                </a:lnTo>
                <a:lnTo>
                  <a:pt x="228" y="4"/>
                </a:lnTo>
                <a:lnTo>
                  <a:pt x="222" y="3"/>
                </a:lnTo>
                <a:lnTo>
                  <a:pt x="215" y="3"/>
                </a:lnTo>
                <a:lnTo>
                  <a:pt x="209" y="3"/>
                </a:lnTo>
                <a:lnTo>
                  <a:pt x="203" y="3"/>
                </a:lnTo>
                <a:lnTo>
                  <a:pt x="197" y="3"/>
                </a:lnTo>
                <a:lnTo>
                  <a:pt x="191" y="3"/>
                </a:lnTo>
                <a:lnTo>
                  <a:pt x="184" y="3"/>
                </a:lnTo>
                <a:lnTo>
                  <a:pt x="178" y="4"/>
                </a:lnTo>
                <a:lnTo>
                  <a:pt x="171" y="4"/>
                </a:lnTo>
                <a:lnTo>
                  <a:pt x="165" y="5"/>
                </a:lnTo>
                <a:lnTo>
                  <a:pt x="159" y="6"/>
                </a:lnTo>
                <a:lnTo>
                  <a:pt x="153" y="7"/>
                </a:lnTo>
                <a:lnTo>
                  <a:pt x="147" y="8"/>
                </a:lnTo>
                <a:lnTo>
                  <a:pt x="141" y="10"/>
                </a:lnTo>
                <a:lnTo>
                  <a:pt x="135" y="11"/>
                </a:lnTo>
                <a:lnTo>
                  <a:pt x="129" y="13"/>
                </a:lnTo>
                <a:lnTo>
                  <a:pt x="123" y="14"/>
                </a:lnTo>
                <a:lnTo>
                  <a:pt x="118" y="16"/>
                </a:lnTo>
                <a:lnTo>
                  <a:pt x="112" y="18"/>
                </a:lnTo>
                <a:lnTo>
                  <a:pt x="107" y="20"/>
                </a:lnTo>
                <a:lnTo>
                  <a:pt x="101" y="22"/>
                </a:lnTo>
                <a:lnTo>
                  <a:pt x="96" y="25"/>
                </a:lnTo>
                <a:lnTo>
                  <a:pt x="91" y="27"/>
                </a:lnTo>
                <a:lnTo>
                  <a:pt x="86" y="30"/>
                </a:lnTo>
                <a:lnTo>
                  <a:pt x="81" y="32"/>
                </a:lnTo>
                <a:lnTo>
                  <a:pt x="76" y="35"/>
                </a:lnTo>
                <a:lnTo>
                  <a:pt x="71" y="38"/>
                </a:lnTo>
                <a:lnTo>
                  <a:pt x="67" y="41"/>
                </a:lnTo>
                <a:lnTo>
                  <a:pt x="62" y="44"/>
                </a:lnTo>
                <a:lnTo>
                  <a:pt x="58" y="47"/>
                </a:lnTo>
                <a:lnTo>
                  <a:pt x="54" y="51"/>
                </a:lnTo>
                <a:lnTo>
                  <a:pt x="50" y="54"/>
                </a:lnTo>
                <a:lnTo>
                  <a:pt x="46" y="57"/>
                </a:lnTo>
                <a:lnTo>
                  <a:pt x="42" y="61"/>
                </a:lnTo>
                <a:lnTo>
                  <a:pt x="38" y="65"/>
                </a:lnTo>
                <a:lnTo>
                  <a:pt x="35" y="68"/>
                </a:lnTo>
                <a:lnTo>
                  <a:pt x="32" y="72"/>
                </a:lnTo>
                <a:lnTo>
                  <a:pt x="29" y="76"/>
                </a:lnTo>
                <a:lnTo>
                  <a:pt x="26" y="80"/>
                </a:lnTo>
                <a:lnTo>
                  <a:pt x="23" y="84"/>
                </a:lnTo>
                <a:lnTo>
                  <a:pt x="20" y="88"/>
                </a:lnTo>
                <a:lnTo>
                  <a:pt x="18" y="92"/>
                </a:lnTo>
                <a:lnTo>
                  <a:pt x="16" y="96"/>
                </a:lnTo>
                <a:lnTo>
                  <a:pt x="14" y="101"/>
                </a:lnTo>
                <a:lnTo>
                  <a:pt x="12" y="105"/>
                </a:lnTo>
                <a:lnTo>
                  <a:pt x="10" y="109"/>
                </a:lnTo>
                <a:lnTo>
                  <a:pt x="9" y="113"/>
                </a:lnTo>
                <a:lnTo>
                  <a:pt x="8" y="118"/>
                </a:lnTo>
                <a:lnTo>
                  <a:pt x="7" y="122"/>
                </a:lnTo>
                <a:lnTo>
                  <a:pt x="6" y="127"/>
                </a:lnTo>
                <a:lnTo>
                  <a:pt x="5" y="131"/>
                </a:lnTo>
                <a:lnTo>
                  <a:pt x="5" y="135"/>
                </a:lnTo>
                <a:lnTo>
                  <a:pt x="4" y="140"/>
                </a:lnTo>
                <a:lnTo>
                  <a:pt x="4" y="144"/>
                </a:lnTo>
                <a:lnTo>
                  <a:pt x="4" y="149"/>
                </a:lnTo>
                <a:lnTo>
                  <a:pt x="5" y="153"/>
                </a:lnTo>
                <a:lnTo>
                  <a:pt x="5" y="158"/>
                </a:lnTo>
                <a:lnTo>
                  <a:pt x="6" y="162"/>
                </a:lnTo>
                <a:lnTo>
                  <a:pt x="7" y="166"/>
                </a:lnTo>
                <a:lnTo>
                  <a:pt x="8" y="171"/>
                </a:lnTo>
                <a:lnTo>
                  <a:pt x="9" y="176"/>
                </a:lnTo>
                <a:lnTo>
                  <a:pt x="10" y="181"/>
                </a:lnTo>
                <a:lnTo>
                  <a:pt x="12" y="185"/>
                </a:lnTo>
                <a:lnTo>
                  <a:pt x="14" y="189"/>
                </a:lnTo>
                <a:lnTo>
                  <a:pt x="16" y="193"/>
                </a:lnTo>
                <a:lnTo>
                  <a:pt x="18" y="197"/>
                </a:lnTo>
                <a:lnTo>
                  <a:pt x="20" y="202"/>
                </a:lnTo>
                <a:lnTo>
                  <a:pt x="23" y="206"/>
                </a:lnTo>
                <a:lnTo>
                  <a:pt x="26" y="210"/>
                </a:lnTo>
                <a:lnTo>
                  <a:pt x="29" y="214"/>
                </a:lnTo>
                <a:lnTo>
                  <a:pt x="32" y="217"/>
                </a:lnTo>
                <a:lnTo>
                  <a:pt x="35" y="221"/>
                </a:lnTo>
                <a:lnTo>
                  <a:pt x="38" y="225"/>
                </a:lnTo>
                <a:lnTo>
                  <a:pt x="42" y="229"/>
                </a:lnTo>
                <a:lnTo>
                  <a:pt x="46" y="232"/>
                </a:lnTo>
                <a:lnTo>
                  <a:pt x="50" y="236"/>
                </a:lnTo>
                <a:lnTo>
                  <a:pt x="54" y="239"/>
                </a:lnTo>
                <a:lnTo>
                  <a:pt x="58" y="242"/>
                </a:lnTo>
                <a:lnTo>
                  <a:pt x="62" y="245"/>
                </a:lnTo>
                <a:lnTo>
                  <a:pt x="67" y="249"/>
                </a:lnTo>
                <a:lnTo>
                  <a:pt x="71" y="252"/>
                </a:lnTo>
                <a:lnTo>
                  <a:pt x="76" y="254"/>
                </a:lnTo>
                <a:lnTo>
                  <a:pt x="81" y="257"/>
                </a:lnTo>
                <a:lnTo>
                  <a:pt x="86" y="260"/>
                </a:lnTo>
                <a:lnTo>
                  <a:pt x="91" y="262"/>
                </a:lnTo>
                <a:lnTo>
                  <a:pt x="96" y="265"/>
                </a:lnTo>
                <a:lnTo>
                  <a:pt x="101" y="267"/>
                </a:lnTo>
                <a:lnTo>
                  <a:pt x="107" y="269"/>
                </a:lnTo>
                <a:lnTo>
                  <a:pt x="112" y="272"/>
                </a:lnTo>
                <a:lnTo>
                  <a:pt x="118" y="274"/>
                </a:lnTo>
                <a:lnTo>
                  <a:pt x="123" y="275"/>
                </a:lnTo>
                <a:lnTo>
                  <a:pt x="129" y="277"/>
                </a:lnTo>
                <a:lnTo>
                  <a:pt x="135" y="279"/>
                </a:lnTo>
                <a:lnTo>
                  <a:pt x="141" y="280"/>
                </a:lnTo>
                <a:lnTo>
                  <a:pt x="147" y="281"/>
                </a:lnTo>
                <a:lnTo>
                  <a:pt x="153" y="283"/>
                </a:lnTo>
                <a:lnTo>
                  <a:pt x="159" y="284"/>
                </a:lnTo>
                <a:lnTo>
                  <a:pt x="165" y="284"/>
                </a:lnTo>
                <a:lnTo>
                  <a:pt x="171" y="285"/>
                </a:lnTo>
                <a:lnTo>
                  <a:pt x="178" y="286"/>
                </a:lnTo>
                <a:lnTo>
                  <a:pt x="184" y="286"/>
                </a:lnTo>
                <a:lnTo>
                  <a:pt x="191" y="287"/>
                </a:lnTo>
                <a:lnTo>
                  <a:pt x="197" y="287"/>
                </a:lnTo>
                <a:lnTo>
                  <a:pt x="203" y="287"/>
                </a:lnTo>
                <a:lnTo>
                  <a:pt x="209" y="287"/>
                </a:lnTo>
                <a:lnTo>
                  <a:pt x="215" y="287"/>
                </a:lnTo>
                <a:lnTo>
                  <a:pt x="222" y="286"/>
                </a:lnTo>
                <a:lnTo>
                  <a:pt x="228" y="286"/>
                </a:lnTo>
                <a:lnTo>
                  <a:pt x="234" y="285"/>
                </a:lnTo>
                <a:lnTo>
                  <a:pt x="240" y="284"/>
                </a:lnTo>
                <a:lnTo>
                  <a:pt x="246" y="284"/>
                </a:lnTo>
                <a:lnTo>
                  <a:pt x="252" y="283"/>
                </a:lnTo>
                <a:lnTo>
                  <a:pt x="258" y="281"/>
                </a:lnTo>
                <a:lnTo>
                  <a:pt x="264" y="280"/>
                </a:lnTo>
                <a:lnTo>
                  <a:pt x="270" y="279"/>
                </a:lnTo>
                <a:lnTo>
                  <a:pt x="276" y="277"/>
                </a:lnTo>
                <a:lnTo>
                  <a:pt x="281" y="275"/>
                </a:lnTo>
                <a:lnTo>
                  <a:pt x="287" y="274"/>
                </a:lnTo>
                <a:lnTo>
                  <a:pt x="293" y="272"/>
                </a:lnTo>
                <a:lnTo>
                  <a:pt x="298" y="269"/>
                </a:lnTo>
                <a:lnTo>
                  <a:pt x="304" y="267"/>
                </a:lnTo>
                <a:lnTo>
                  <a:pt x="309" y="265"/>
                </a:lnTo>
                <a:lnTo>
                  <a:pt x="314" y="262"/>
                </a:lnTo>
                <a:lnTo>
                  <a:pt x="319" y="260"/>
                </a:lnTo>
                <a:lnTo>
                  <a:pt x="324" y="257"/>
                </a:lnTo>
                <a:lnTo>
                  <a:pt x="329" y="254"/>
                </a:lnTo>
                <a:lnTo>
                  <a:pt x="334" y="252"/>
                </a:lnTo>
                <a:lnTo>
                  <a:pt x="338" y="249"/>
                </a:lnTo>
                <a:lnTo>
                  <a:pt x="343" y="245"/>
                </a:lnTo>
                <a:lnTo>
                  <a:pt x="347" y="242"/>
                </a:lnTo>
                <a:lnTo>
                  <a:pt x="351" y="239"/>
                </a:lnTo>
                <a:lnTo>
                  <a:pt x="355" y="236"/>
                </a:lnTo>
                <a:lnTo>
                  <a:pt x="359" y="232"/>
                </a:lnTo>
                <a:lnTo>
                  <a:pt x="363" y="229"/>
                </a:lnTo>
                <a:lnTo>
                  <a:pt x="367" y="225"/>
                </a:lnTo>
                <a:lnTo>
                  <a:pt x="370" y="221"/>
                </a:lnTo>
                <a:lnTo>
                  <a:pt x="373" y="217"/>
                </a:lnTo>
                <a:lnTo>
                  <a:pt x="376" y="214"/>
                </a:lnTo>
                <a:lnTo>
                  <a:pt x="379" y="210"/>
                </a:lnTo>
                <a:lnTo>
                  <a:pt x="382" y="206"/>
                </a:lnTo>
                <a:lnTo>
                  <a:pt x="384" y="202"/>
                </a:lnTo>
                <a:lnTo>
                  <a:pt x="387" y="197"/>
                </a:lnTo>
                <a:lnTo>
                  <a:pt x="389" y="193"/>
                </a:lnTo>
                <a:lnTo>
                  <a:pt x="391" y="189"/>
                </a:lnTo>
                <a:lnTo>
                  <a:pt x="393" y="185"/>
                </a:lnTo>
                <a:lnTo>
                  <a:pt x="395" y="181"/>
                </a:lnTo>
                <a:lnTo>
                  <a:pt x="396" y="176"/>
                </a:lnTo>
                <a:lnTo>
                  <a:pt x="397" y="171"/>
                </a:lnTo>
                <a:lnTo>
                  <a:pt x="398" y="166"/>
                </a:lnTo>
                <a:lnTo>
                  <a:pt x="399" y="162"/>
                </a:lnTo>
                <a:lnTo>
                  <a:pt x="400" y="158"/>
                </a:lnTo>
                <a:lnTo>
                  <a:pt x="400" y="153"/>
                </a:lnTo>
                <a:lnTo>
                  <a:pt x="401" y="149"/>
                </a:lnTo>
                <a:lnTo>
                  <a:pt x="401" y="144"/>
                </a:lnTo>
                <a:moveTo>
                  <a:pt x="405" y="144"/>
                </a:moveTo>
                <a:lnTo>
                  <a:pt x="404" y="149"/>
                </a:lnTo>
                <a:lnTo>
                  <a:pt x="404" y="153"/>
                </a:lnTo>
                <a:lnTo>
                  <a:pt x="404" y="158"/>
                </a:lnTo>
                <a:lnTo>
                  <a:pt x="403" y="162"/>
                </a:lnTo>
                <a:lnTo>
                  <a:pt x="402" y="167"/>
                </a:lnTo>
                <a:lnTo>
                  <a:pt x="401" y="171"/>
                </a:lnTo>
                <a:lnTo>
                  <a:pt x="400" y="177"/>
                </a:lnTo>
                <a:lnTo>
                  <a:pt x="398" y="181"/>
                </a:lnTo>
                <a:lnTo>
                  <a:pt x="397" y="186"/>
                </a:lnTo>
                <a:lnTo>
                  <a:pt x="395" y="190"/>
                </a:lnTo>
                <a:lnTo>
                  <a:pt x="393" y="194"/>
                </a:lnTo>
                <a:lnTo>
                  <a:pt x="390" y="198"/>
                </a:lnTo>
                <a:lnTo>
                  <a:pt x="388" y="203"/>
                </a:lnTo>
                <a:lnTo>
                  <a:pt x="385" y="207"/>
                </a:lnTo>
                <a:lnTo>
                  <a:pt x="383" y="211"/>
                </a:lnTo>
                <a:lnTo>
                  <a:pt x="380" y="215"/>
                </a:lnTo>
                <a:lnTo>
                  <a:pt x="377" y="219"/>
                </a:lnTo>
                <a:lnTo>
                  <a:pt x="373" y="223"/>
                </a:lnTo>
                <a:lnTo>
                  <a:pt x="370" y="226"/>
                </a:lnTo>
                <a:lnTo>
                  <a:pt x="366" y="230"/>
                </a:lnTo>
                <a:lnTo>
                  <a:pt x="362" y="234"/>
                </a:lnTo>
                <a:lnTo>
                  <a:pt x="358" y="237"/>
                </a:lnTo>
                <a:lnTo>
                  <a:pt x="354" y="241"/>
                </a:lnTo>
                <a:lnTo>
                  <a:pt x="350" y="244"/>
                </a:lnTo>
                <a:lnTo>
                  <a:pt x="346" y="247"/>
                </a:lnTo>
                <a:lnTo>
                  <a:pt x="341" y="251"/>
                </a:lnTo>
                <a:lnTo>
                  <a:pt x="336" y="254"/>
                </a:lnTo>
                <a:lnTo>
                  <a:pt x="331" y="257"/>
                </a:lnTo>
                <a:lnTo>
                  <a:pt x="327" y="259"/>
                </a:lnTo>
                <a:lnTo>
                  <a:pt x="321" y="262"/>
                </a:lnTo>
                <a:lnTo>
                  <a:pt x="316" y="265"/>
                </a:lnTo>
                <a:lnTo>
                  <a:pt x="311" y="267"/>
                </a:lnTo>
                <a:lnTo>
                  <a:pt x="306" y="270"/>
                </a:lnTo>
                <a:lnTo>
                  <a:pt x="300" y="272"/>
                </a:lnTo>
                <a:lnTo>
                  <a:pt x="294" y="274"/>
                </a:lnTo>
                <a:lnTo>
                  <a:pt x="289" y="276"/>
                </a:lnTo>
                <a:lnTo>
                  <a:pt x="283" y="278"/>
                </a:lnTo>
                <a:lnTo>
                  <a:pt x="277" y="280"/>
                </a:lnTo>
                <a:lnTo>
                  <a:pt x="271" y="281"/>
                </a:lnTo>
                <a:lnTo>
                  <a:pt x="265" y="283"/>
                </a:lnTo>
                <a:lnTo>
                  <a:pt x="259" y="284"/>
                </a:lnTo>
                <a:lnTo>
                  <a:pt x="253" y="285"/>
                </a:lnTo>
                <a:lnTo>
                  <a:pt x="247" y="286"/>
                </a:lnTo>
                <a:lnTo>
                  <a:pt x="241" y="287"/>
                </a:lnTo>
                <a:lnTo>
                  <a:pt x="234" y="288"/>
                </a:lnTo>
                <a:lnTo>
                  <a:pt x="228" y="289"/>
                </a:lnTo>
                <a:lnTo>
                  <a:pt x="222" y="289"/>
                </a:lnTo>
                <a:lnTo>
                  <a:pt x="216" y="289"/>
                </a:lnTo>
                <a:lnTo>
                  <a:pt x="209" y="290"/>
                </a:lnTo>
                <a:lnTo>
                  <a:pt x="203" y="290"/>
                </a:lnTo>
                <a:lnTo>
                  <a:pt x="197" y="290"/>
                </a:lnTo>
                <a:lnTo>
                  <a:pt x="190" y="289"/>
                </a:lnTo>
                <a:lnTo>
                  <a:pt x="184" y="289"/>
                </a:lnTo>
                <a:lnTo>
                  <a:pt x="178" y="289"/>
                </a:lnTo>
                <a:lnTo>
                  <a:pt x="170" y="288"/>
                </a:lnTo>
                <a:lnTo>
                  <a:pt x="164" y="287"/>
                </a:lnTo>
                <a:lnTo>
                  <a:pt x="158" y="286"/>
                </a:lnTo>
                <a:lnTo>
                  <a:pt x="152" y="285"/>
                </a:lnTo>
                <a:lnTo>
                  <a:pt x="146" y="284"/>
                </a:lnTo>
                <a:lnTo>
                  <a:pt x="140" y="283"/>
                </a:lnTo>
                <a:lnTo>
                  <a:pt x="134" y="281"/>
                </a:lnTo>
                <a:lnTo>
                  <a:pt x="128" y="280"/>
                </a:lnTo>
                <a:lnTo>
                  <a:pt x="122" y="278"/>
                </a:lnTo>
                <a:lnTo>
                  <a:pt x="116" y="276"/>
                </a:lnTo>
                <a:lnTo>
                  <a:pt x="110" y="274"/>
                </a:lnTo>
                <a:lnTo>
                  <a:pt x="105" y="272"/>
                </a:lnTo>
                <a:lnTo>
                  <a:pt x="99" y="270"/>
                </a:lnTo>
                <a:lnTo>
                  <a:pt x="94" y="267"/>
                </a:lnTo>
                <a:lnTo>
                  <a:pt x="89" y="265"/>
                </a:lnTo>
                <a:lnTo>
                  <a:pt x="83" y="262"/>
                </a:lnTo>
                <a:lnTo>
                  <a:pt x="78" y="259"/>
                </a:lnTo>
                <a:lnTo>
                  <a:pt x="73" y="257"/>
                </a:lnTo>
                <a:lnTo>
                  <a:pt x="69" y="254"/>
                </a:lnTo>
                <a:lnTo>
                  <a:pt x="64" y="251"/>
                </a:lnTo>
                <a:lnTo>
                  <a:pt x="59" y="247"/>
                </a:lnTo>
                <a:lnTo>
                  <a:pt x="55" y="244"/>
                </a:lnTo>
                <a:lnTo>
                  <a:pt x="51" y="241"/>
                </a:lnTo>
                <a:lnTo>
                  <a:pt x="47" y="237"/>
                </a:lnTo>
                <a:lnTo>
                  <a:pt x="43" y="234"/>
                </a:lnTo>
                <a:lnTo>
                  <a:pt x="39" y="230"/>
                </a:lnTo>
                <a:lnTo>
                  <a:pt x="35" y="226"/>
                </a:lnTo>
                <a:lnTo>
                  <a:pt x="32" y="223"/>
                </a:lnTo>
                <a:lnTo>
                  <a:pt x="28" y="219"/>
                </a:lnTo>
                <a:lnTo>
                  <a:pt x="25" y="215"/>
                </a:lnTo>
                <a:lnTo>
                  <a:pt x="22" y="211"/>
                </a:lnTo>
                <a:lnTo>
                  <a:pt x="19" y="207"/>
                </a:lnTo>
                <a:lnTo>
                  <a:pt x="17" y="203"/>
                </a:lnTo>
                <a:lnTo>
                  <a:pt x="14" y="198"/>
                </a:lnTo>
                <a:lnTo>
                  <a:pt x="12" y="194"/>
                </a:lnTo>
                <a:lnTo>
                  <a:pt x="10" y="190"/>
                </a:lnTo>
                <a:lnTo>
                  <a:pt x="8" y="186"/>
                </a:lnTo>
                <a:lnTo>
                  <a:pt x="7" y="181"/>
                </a:lnTo>
                <a:lnTo>
                  <a:pt x="5" y="177"/>
                </a:lnTo>
                <a:lnTo>
                  <a:pt x="4" y="171"/>
                </a:lnTo>
                <a:lnTo>
                  <a:pt x="3" y="167"/>
                </a:lnTo>
                <a:lnTo>
                  <a:pt x="2" y="162"/>
                </a:lnTo>
                <a:lnTo>
                  <a:pt x="1" y="158"/>
                </a:lnTo>
                <a:lnTo>
                  <a:pt x="1" y="153"/>
                </a:lnTo>
                <a:lnTo>
                  <a:pt x="0" y="149"/>
                </a:lnTo>
                <a:lnTo>
                  <a:pt x="0" y="144"/>
                </a:lnTo>
                <a:lnTo>
                  <a:pt x="0" y="140"/>
                </a:lnTo>
                <a:lnTo>
                  <a:pt x="1" y="135"/>
                </a:lnTo>
                <a:lnTo>
                  <a:pt x="1" y="131"/>
                </a:lnTo>
                <a:lnTo>
                  <a:pt x="2" y="126"/>
                </a:lnTo>
                <a:lnTo>
                  <a:pt x="3" y="122"/>
                </a:lnTo>
                <a:lnTo>
                  <a:pt x="4" y="117"/>
                </a:lnTo>
                <a:lnTo>
                  <a:pt x="5" y="113"/>
                </a:lnTo>
                <a:lnTo>
                  <a:pt x="7" y="108"/>
                </a:lnTo>
                <a:lnTo>
                  <a:pt x="8" y="104"/>
                </a:lnTo>
                <a:lnTo>
                  <a:pt x="10" y="100"/>
                </a:lnTo>
                <a:lnTo>
                  <a:pt x="12" y="95"/>
                </a:lnTo>
                <a:lnTo>
                  <a:pt x="14" y="91"/>
                </a:lnTo>
                <a:lnTo>
                  <a:pt x="17" y="87"/>
                </a:lnTo>
                <a:lnTo>
                  <a:pt x="19" y="83"/>
                </a:lnTo>
                <a:lnTo>
                  <a:pt x="22" y="79"/>
                </a:lnTo>
                <a:lnTo>
                  <a:pt x="25" y="75"/>
                </a:lnTo>
                <a:lnTo>
                  <a:pt x="28" y="71"/>
                </a:lnTo>
                <a:lnTo>
                  <a:pt x="32" y="67"/>
                </a:lnTo>
                <a:lnTo>
                  <a:pt x="35" y="63"/>
                </a:lnTo>
                <a:lnTo>
                  <a:pt x="39" y="59"/>
                </a:lnTo>
                <a:lnTo>
                  <a:pt x="43" y="56"/>
                </a:lnTo>
                <a:lnTo>
                  <a:pt x="47" y="52"/>
                </a:lnTo>
                <a:lnTo>
                  <a:pt x="51" y="49"/>
                </a:lnTo>
                <a:lnTo>
                  <a:pt x="55" y="45"/>
                </a:lnTo>
                <a:lnTo>
                  <a:pt x="59" y="42"/>
                </a:lnTo>
                <a:lnTo>
                  <a:pt x="64" y="39"/>
                </a:lnTo>
                <a:lnTo>
                  <a:pt x="69" y="36"/>
                </a:lnTo>
                <a:lnTo>
                  <a:pt x="73" y="33"/>
                </a:lnTo>
                <a:lnTo>
                  <a:pt x="78" y="30"/>
                </a:lnTo>
                <a:lnTo>
                  <a:pt x="83" y="27"/>
                </a:lnTo>
                <a:lnTo>
                  <a:pt x="89" y="25"/>
                </a:lnTo>
                <a:lnTo>
                  <a:pt x="94" y="22"/>
                </a:lnTo>
                <a:lnTo>
                  <a:pt x="99" y="20"/>
                </a:lnTo>
                <a:lnTo>
                  <a:pt x="105" y="18"/>
                </a:lnTo>
                <a:lnTo>
                  <a:pt x="110" y="16"/>
                </a:lnTo>
                <a:lnTo>
                  <a:pt x="116" y="14"/>
                </a:lnTo>
                <a:lnTo>
                  <a:pt x="122" y="12"/>
                </a:lnTo>
                <a:lnTo>
                  <a:pt x="128" y="10"/>
                </a:lnTo>
                <a:lnTo>
                  <a:pt x="134" y="8"/>
                </a:lnTo>
                <a:lnTo>
                  <a:pt x="140" y="7"/>
                </a:lnTo>
                <a:lnTo>
                  <a:pt x="146" y="6"/>
                </a:lnTo>
                <a:lnTo>
                  <a:pt x="152" y="4"/>
                </a:lnTo>
                <a:lnTo>
                  <a:pt x="158" y="3"/>
                </a:lnTo>
                <a:lnTo>
                  <a:pt x="164" y="2"/>
                </a:lnTo>
                <a:lnTo>
                  <a:pt x="170" y="2"/>
                </a:lnTo>
                <a:lnTo>
                  <a:pt x="178" y="1"/>
                </a:lnTo>
                <a:lnTo>
                  <a:pt x="184" y="0"/>
                </a:lnTo>
                <a:lnTo>
                  <a:pt x="190" y="0"/>
                </a:lnTo>
                <a:lnTo>
                  <a:pt x="197" y="0"/>
                </a:lnTo>
                <a:lnTo>
                  <a:pt x="203" y="0"/>
                </a:lnTo>
                <a:lnTo>
                  <a:pt x="209" y="0"/>
                </a:lnTo>
                <a:lnTo>
                  <a:pt x="216" y="0"/>
                </a:lnTo>
                <a:lnTo>
                  <a:pt x="222" y="0"/>
                </a:lnTo>
                <a:lnTo>
                  <a:pt x="228" y="1"/>
                </a:lnTo>
                <a:lnTo>
                  <a:pt x="234" y="2"/>
                </a:lnTo>
                <a:lnTo>
                  <a:pt x="241" y="2"/>
                </a:lnTo>
                <a:lnTo>
                  <a:pt x="247" y="3"/>
                </a:lnTo>
                <a:lnTo>
                  <a:pt x="253" y="4"/>
                </a:lnTo>
                <a:lnTo>
                  <a:pt x="259" y="6"/>
                </a:lnTo>
                <a:lnTo>
                  <a:pt x="265" y="7"/>
                </a:lnTo>
                <a:lnTo>
                  <a:pt x="271" y="8"/>
                </a:lnTo>
                <a:lnTo>
                  <a:pt x="277" y="10"/>
                </a:lnTo>
                <a:lnTo>
                  <a:pt x="283" y="12"/>
                </a:lnTo>
                <a:lnTo>
                  <a:pt x="289" y="14"/>
                </a:lnTo>
                <a:lnTo>
                  <a:pt x="294" y="16"/>
                </a:lnTo>
                <a:lnTo>
                  <a:pt x="300" y="18"/>
                </a:lnTo>
                <a:lnTo>
                  <a:pt x="306" y="20"/>
                </a:lnTo>
                <a:lnTo>
                  <a:pt x="311" y="22"/>
                </a:lnTo>
                <a:lnTo>
                  <a:pt x="316" y="25"/>
                </a:lnTo>
                <a:lnTo>
                  <a:pt x="321" y="27"/>
                </a:lnTo>
                <a:lnTo>
                  <a:pt x="327" y="30"/>
                </a:lnTo>
                <a:lnTo>
                  <a:pt x="331" y="33"/>
                </a:lnTo>
                <a:lnTo>
                  <a:pt x="336" y="36"/>
                </a:lnTo>
                <a:lnTo>
                  <a:pt x="341" y="39"/>
                </a:lnTo>
                <a:lnTo>
                  <a:pt x="346" y="42"/>
                </a:lnTo>
                <a:lnTo>
                  <a:pt x="350" y="45"/>
                </a:lnTo>
                <a:lnTo>
                  <a:pt x="354" y="49"/>
                </a:lnTo>
                <a:lnTo>
                  <a:pt x="358" y="52"/>
                </a:lnTo>
                <a:lnTo>
                  <a:pt x="362" y="56"/>
                </a:lnTo>
                <a:lnTo>
                  <a:pt x="366" y="59"/>
                </a:lnTo>
                <a:lnTo>
                  <a:pt x="370" y="63"/>
                </a:lnTo>
                <a:lnTo>
                  <a:pt x="373" y="67"/>
                </a:lnTo>
                <a:lnTo>
                  <a:pt x="377" y="71"/>
                </a:lnTo>
                <a:lnTo>
                  <a:pt x="380" y="75"/>
                </a:lnTo>
                <a:lnTo>
                  <a:pt x="383" y="79"/>
                </a:lnTo>
                <a:lnTo>
                  <a:pt x="385" y="83"/>
                </a:lnTo>
                <a:lnTo>
                  <a:pt x="388" y="87"/>
                </a:lnTo>
                <a:lnTo>
                  <a:pt x="390" y="91"/>
                </a:lnTo>
                <a:lnTo>
                  <a:pt x="393" y="95"/>
                </a:lnTo>
                <a:lnTo>
                  <a:pt x="395" y="100"/>
                </a:lnTo>
                <a:lnTo>
                  <a:pt x="397" y="104"/>
                </a:lnTo>
                <a:lnTo>
                  <a:pt x="398" y="108"/>
                </a:lnTo>
                <a:lnTo>
                  <a:pt x="400" y="113"/>
                </a:lnTo>
                <a:lnTo>
                  <a:pt x="401" y="117"/>
                </a:lnTo>
                <a:lnTo>
                  <a:pt x="402" y="122"/>
                </a:lnTo>
                <a:lnTo>
                  <a:pt x="403" y="126"/>
                </a:lnTo>
                <a:lnTo>
                  <a:pt x="404" y="131"/>
                </a:lnTo>
                <a:lnTo>
                  <a:pt x="404" y="135"/>
                </a:lnTo>
                <a:lnTo>
                  <a:pt x="404" y="140"/>
                </a:lnTo>
                <a:lnTo>
                  <a:pt x="405" y="144"/>
                </a:lnTo>
                <a:close/>
              </a:path>
            </a:pathLst>
          </a:custGeom>
          <a:solidFill>
            <a:srgbClr val="fff7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0" name=""/>
          <p:cNvSpPr/>
          <p:nvPr/>
        </p:nvSpPr>
        <p:spPr>
          <a:xfrm>
            <a:off x="7988400" y="2891160"/>
            <a:ext cx="148320" cy="106560"/>
          </a:xfrm>
          <a:custGeom>
            <a:avLst/>
            <a:gdLst/>
            <a:ahLst/>
            <a:rect l="0" t="0" r="r" b="b"/>
            <a:pathLst>
              <a:path w="412" h="296">
                <a:moveTo>
                  <a:pt x="409" y="148"/>
                </a:moveTo>
                <a:lnTo>
                  <a:pt x="408" y="144"/>
                </a:lnTo>
                <a:lnTo>
                  <a:pt x="408" y="139"/>
                </a:lnTo>
                <a:lnTo>
                  <a:pt x="408" y="135"/>
                </a:lnTo>
                <a:lnTo>
                  <a:pt x="407" y="130"/>
                </a:lnTo>
                <a:lnTo>
                  <a:pt x="406" y="126"/>
                </a:lnTo>
                <a:lnTo>
                  <a:pt x="405" y="121"/>
                </a:lnTo>
                <a:lnTo>
                  <a:pt x="404" y="117"/>
                </a:lnTo>
                <a:lnTo>
                  <a:pt x="402" y="112"/>
                </a:lnTo>
                <a:lnTo>
                  <a:pt x="401" y="108"/>
                </a:lnTo>
                <a:lnTo>
                  <a:pt x="399" y="104"/>
                </a:lnTo>
                <a:lnTo>
                  <a:pt x="397" y="99"/>
                </a:lnTo>
                <a:lnTo>
                  <a:pt x="394" y="95"/>
                </a:lnTo>
                <a:lnTo>
                  <a:pt x="392" y="91"/>
                </a:lnTo>
                <a:lnTo>
                  <a:pt x="389" y="87"/>
                </a:lnTo>
                <a:lnTo>
                  <a:pt x="387" y="83"/>
                </a:lnTo>
                <a:lnTo>
                  <a:pt x="384" y="79"/>
                </a:lnTo>
                <a:lnTo>
                  <a:pt x="381" y="75"/>
                </a:lnTo>
                <a:lnTo>
                  <a:pt x="377" y="71"/>
                </a:lnTo>
                <a:lnTo>
                  <a:pt x="374" y="67"/>
                </a:lnTo>
                <a:lnTo>
                  <a:pt x="370" y="63"/>
                </a:lnTo>
                <a:lnTo>
                  <a:pt x="366" y="60"/>
                </a:lnTo>
                <a:lnTo>
                  <a:pt x="362" y="56"/>
                </a:lnTo>
                <a:lnTo>
                  <a:pt x="358" y="52"/>
                </a:lnTo>
                <a:lnTo>
                  <a:pt x="354" y="48"/>
                </a:lnTo>
                <a:lnTo>
                  <a:pt x="350" y="45"/>
                </a:lnTo>
                <a:lnTo>
                  <a:pt x="345" y="42"/>
                </a:lnTo>
                <a:lnTo>
                  <a:pt x="340" y="39"/>
                </a:lnTo>
                <a:lnTo>
                  <a:pt x="335" y="36"/>
                </a:lnTo>
                <a:lnTo>
                  <a:pt x="331" y="33"/>
                </a:lnTo>
                <a:lnTo>
                  <a:pt x="325" y="30"/>
                </a:lnTo>
                <a:lnTo>
                  <a:pt x="320" y="28"/>
                </a:lnTo>
                <a:lnTo>
                  <a:pt x="315" y="25"/>
                </a:lnTo>
                <a:lnTo>
                  <a:pt x="310" y="23"/>
                </a:lnTo>
                <a:lnTo>
                  <a:pt x="304" y="21"/>
                </a:lnTo>
                <a:lnTo>
                  <a:pt x="298" y="19"/>
                </a:lnTo>
                <a:lnTo>
                  <a:pt x="293" y="17"/>
                </a:lnTo>
                <a:lnTo>
                  <a:pt x="287" y="15"/>
                </a:lnTo>
                <a:lnTo>
                  <a:pt x="281" y="13"/>
                </a:lnTo>
                <a:lnTo>
                  <a:pt x="275" y="11"/>
                </a:lnTo>
                <a:lnTo>
                  <a:pt x="269" y="10"/>
                </a:lnTo>
                <a:lnTo>
                  <a:pt x="263" y="9"/>
                </a:lnTo>
                <a:lnTo>
                  <a:pt x="257" y="7"/>
                </a:lnTo>
                <a:lnTo>
                  <a:pt x="251" y="6"/>
                </a:lnTo>
                <a:lnTo>
                  <a:pt x="245" y="5"/>
                </a:lnTo>
                <a:lnTo>
                  <a:pt x="238" y="5"/>
                </a:lnTo>
                <a:lnTo>
                  <a:pt x="232" y="4"/>
                </a:lnTo>
                <a:lnTo>
                  <a:pt x="226" y="3"/>
                </a:lnTo>
                <a:lnTo>
                  <a:pt x="220" y="3"/>
                </a:lnTo>
                <a:lnTo>
                  <a:pt x="213" y="3"/>
                </a:lnTo>
                <a:lnTo>
                  <a:pt x="206" y="3"/>
                </a:lnTo>
                <a:lnTo>
                  <a:pt x="200" y="3"/>
                </a:lnTo>
                <a:lnTo>
                  <a:pt x="193" y="3"/>
                </a:lnTo>
                <a:lnTo>
                  <a:pt x="187" y="3"/>
                </a:lnTo>
                <a:lnTo>
                  <a:pt x="181" y="4"/>
                </a:lnTo>
                <a:lnTo>
                  <a:pt x="174" y="5"/>
                </a:lnTo>
                <a:lnTo>
                  <a:pt x="168" y="5"/>
                </a:lnTo>
                <a:lnTo>
                  <a:pt x="162" y="6"/>
                </a:lnTo>
                <a:lnTo>
                  <a:pt x="156" y="7"/>
                </a:lnTo>
                <a:lnTo>
                  <a:pt x="150" y="9"/>
                </a:lnTo>
                <a:lnTo>
                  <a:pt x="144" y="10"/>
                </a:lnTo>
                <a:lnTo>
                  <a:pt x="138" y="11"/>
                </a:lnTo>
                <a:lnTo>
                  <a:pt x="132" y="13"/>
                </a:lnTo>
                <a:lnTo>
                  <a:pt x="126" y="15"/>
                </a:lnTo>
                <a:lnTo>
                  <a:pt x="120" y="17"/>
                </a:lnTo>
                <a:lnTo>
                  <a:pt x="114" y="19"/>
                </a:lnTo>
                <a:lnTo>
                  <a:pt x="109" y="21"/>
                </a:lnTo>
                <a:lnTo>
                  <a:pt x="103" y="23"/>
                </a:lnTo>
                <a:lnTo>
                  <a:pt x="98" y="25"/>
                </a:lnTo>
                <a:lnTo>
                  <a:pt x="93" y="28"/>
                </a:lnTo>
                <a:lnTo>
                  <a:pt x="87" y="30"/>
                </a:lnTo>
                <a:lnTo>
                  <a:pt x="82" y="33"/>
                </a:lnTo>
                <a:lnTo>
                  <a:pt x="77" y="36"/>
                </a:lnTo>
                <a:lnTo>
                  <a:pt x="73" y="39"/>
                </a:lnTo>
                <a:lnTo>
                  <a:pt x="68" y="42"/>
                </a:lnTo>
                <a:lnTo>
                  <a:pt x="63" y="45"/>
                </a:lnTo>
                <a:lnTo>
                  <a:pt x="59" y="48"/>
                </a:lnTo>
                <a:lnTo>
                  <a:pt x="55" y="52"/>
                </a:lnTo>
                <a:lnTo>
                  <a:pt x="51" y="56"/>
                </a:lnTo>
                <a:lnTo>
                  <a:pt x="47" y="60"/>
                </a:lnTo>
                <a:lnTo>
                  <a:pt x="43" y="63"/>
                </a:lnTo>
                <a:lnTo>
                  <a:pt x="39" y="67"/>
                </a:lnTo>
                <a:lnTo>
                  <a:pt x="36" y="71"/>
                </a:lnTo>
                <a:lnTo>
                  <a:pt x="32" y="75"/>
                </a:lnTo>
                <a:lnTo>
                  <a:pt x="29" y="79"/>
                </a:lnTo>
                <a:lnTo>
                  <a:pt x="26" y="83"/>
                </a:lnTo>
                <a:lnTo>
                  <a:pt x="23" y="87"/>
                </a:lnTo>
                <a:lnTo>
                  <a:pt x="21" y="91"/>
                </a:lnTo>
                <a:lnTo>
                  <a:pt x="18" y="95"/>
                </a:lnTo>
                <a:lnTo>
                  <a:pt x="16" y="99"/>
                </a:lnTo>
                <a:lnTo>
                  <a:pt x="14" y="104"/>
                </a:lnTo>
                <a:lnTo>
                  <a:pt x="12" y="108"/>
                </a:lnTo>
                <a:lnTo>
                  <a:pt x="11" y="112"/>
                </a:lnTo>
                <a:lnTo>
                  <a:pt x="9" y="117"/>
                </a:lnTo>
                <a:lnTo>
                  <a:pt x="8" y="121"/>
                </a:lnTo>
                <a:lnTo>
                  <a:pt x="7" y="126"/>
                </a:lnTo>
                <a:lnTo>
                  <a:pt x="6" y="130"/>
                </a:lnTo>
                <a:lnTo>
                  <a:pt x="5" y="135"/>
                </a:lnTo>
                <a:lnTo>
                  <a:pt x="5" y="139"/>
                </a:lnTo>
                <a:lnTo>
                  <a:pt x="4" y="144"/>
                </a:lnTo>
                <a:lnTo>
                  <a:pt x="4" y="148"/>
                </a:lnTo>
                <a:lnTo>
                  <a:pt x="4" y="153"/>
                </a:lnTo>
                <a:lnTo>
                  <a:pt x="5" y="157"/>
                </a:lnTo>
                <a:lnTo>
                  <a:pt x="5" y="162"/>
                </a:lnTo>
                <a:lnTo>
                  <a:pt x="6" y="166"/>
                </a:lnTo>
                <a:lnTo>
                  <a:pt x="7" y="171"/>
                </a:lnTo>
                <a:lnTo>
                  <a:pt x="8" y="175"/>
                </a:lnTo>
                <a:lnTo>
                  <a:pt x="9" y="180"/>
                </a:lnTo>
                <a:lnTo>
                  <a:pt x="11" y="184"/>
                </a:lnTo>
                <a:lnTo>
                  <a:pt x="12" y="189"/>
                </a:lnTo>
                <a:lnTo>
                  <a:pt x="14" y="193"/>
                </a:lnTo>
                <a:lnTo>
                  <a:pt x="16" y="197"/>
                </a:lnTo>
                <a:lnTo>
                  <a:pt x="18" y="201"/>
                </a:lnTo>
                <a:lnTo>
                  <a:pt x="21" y="206"/>
                </a:lnTo>
                <a:lnTo>
                  <a:pt x="23" y="210"/>
                </a:lnTo>
                <a:lnTo>
                  <a:pt x="26" y="214"/>
                </a:lnTo>
                <a:lnTo>
                  <a:pt x="29" y="218"/>
                </a:lnTo>
                <a:lnTo>
                  <a:pt x="32" y="222"/>
                </a:lnTo>
                <a:lnTo>
                  <a:pt x="36" y="226"/>
                </a:lnTo>
                <a:lnTo>
                  <a:pt x="39" y="229"/>
                </a:lnTo>
                <a:lnTo>
                  <a:pt x="43" y="233"/>
                </a:lnTo>
                <a:lnTo>
                  <a:pt x="47" y="237"/>
                </a:lnTo>
                <a:lnTo>
                  <a:pt x="51" y="240"/>
                </a:lnTo>
                <a:lnTo>
                  <a:pt x="55" y="244"/>
                </a:lnTo>
                <a:lnTo>
                  <a:pt x="59" y="247"/>
                </a:lnTo>
                <a:lnTo>
                  <a:pt x="63" y="250"/>
                </a:lnTo>
                <a:lnTo>
                  <a:pt x="68" y="254"/>
                </a:lnTo>
                <a:lnTo>
                  <a:pt x="73" y="257"/>
                </a:lnTo>
                <a:lnTo>
                  <a:pt x="77" y="260"/>
                </a:lnTo>
                <a:lnTo>
                  <a:pt x="82" y="262"/>
                </a:lnTo>
                <a:lnTo>
                  <a:pt x="87" y="265"/>
                </a:lnTo>
                <a:lnTo>
                  <a:pt x="93" y="268"/>
                </a:lnTo>
                <a:lnTo>
                  <a:pt x="98" y="270"/>
                </a:lnTo>
                <a:lnTo>
                  <a:pt x="103" y="273"/>
                </a:lnTo>
                <a:lnTo>
                  <a:pt x="109" y="275"/>
                </a:lnTo>
                <a:lnTo>
                  <a:pt x="114" y="277"/>
                </a:lnTo>
                <a:lnTo>
                  <a:pt x="120" y="279"/>
                </a:lnTo>
                <a:lnTo>
                  <a:pt x="126" y="281"/>
                </a:lnTo>
                <a:lnTo>
                  <a:pt x="132" y="283"/>
                </a:lnTo>
                <a:lnTo>
                  <a:pt x="138" y="284"/>
                </a:lnTo>
                <a:lnTo>
                  <a:pt x="144" y="286"/>
                </a:lnTo>
                <a:lnTo>
                  <a:pt x="150" y="287"/>
                </a:lnTo>
                <a:lnTo>
                  <a:pt x="156" y="288"/>
                </a:lnTo>
                <a:lnTo>
                  <a:pt x="162" y="289"/>
                </a:lnTo>
                <a:lnTo>
                  <a:pt x="168" y="290"/>
                </a:lnTo>
                <a:lnTo>
                  <a:pt x="174" y="291"/>
                </a:lnTo>
                <a:lnTo>
                  <a:pt x="181" y="292"/>
                </a:lnTo>
                <a:lnTo>
                  <a:pt x="187" y="292"/>
                </a:lnTo>
                <a:lnTo>
                  <a:pt x="193" y="292"/>
                </a:lnTo>
                <a:lnTo>
                  <a:pt x="200" y="293"/>
                </a:lnTo>
                <a:lnTo>
                  <a:pt x="206" y="293"/>
                </a:lnTo>
                <a:lnTo>
                  <a:pt x="213" y="293"/>
                </a:lnTo>
                <a:lnTo>
                  <a:pt x="220" y="292"/>
                </a:lnTo>
                <a:lnTo>
                  <a:pt x="226" y="292"/>
                </a:lnTo>
                <a:lnTo>
                  <a:pt x="232" y="292"/>
                </a:lnTo>
                <a:lnTo>
                  <a:pt x="238" y="291"/>
                </a:lnTo>
                <a:lnTo>
                  <a:pt x="245" y="290"/>
                </a:lnTo>
                <a:lnTo>
                  <a:pt x="251" y="289"/>
                </a:lnTo>
                <a:lnTo>
                  <a:pt x="257" y="288"/>
                </a:lnTo>
                <a:lnTo>
                  <a:pt x="263" y="287"/>
                </a:lnTo>
                <a:lnTo>
                  <a:pt x="269" y="286"/>
                </a:lnTo>
                <a:lnTo>
                  <a:pt x="275" y="284"/>
                </a:lnTo>
                <a:lnTo>
                  <a:pt x="281" y="283"/>
                </a:lnTo>
                <a:lnTo>
                  <a:pt x="287" y="281"/>
                </a:lnTo>
                <a:lnTo>
                  <a:pt x="293" y="279"/>
                </a:lnTo>
                <a:lnTo>
                  <a:pt x="298" y="277"/>
                </a:lnTo>
                <a:lnTo>
                  <a:pt x="304" y="275"/>
                </a:lnTo>
                <a:lnTo>
                  <a:pt x="310" y="273"/>
                </a:lnTo>
                <a:lnTo>
                  <a:pt x="315" y="270"/>
                </a:lnTo>
                <a:lnTo>
                  <a:pt x="320" y="268"/>
                </a:lnTo>
                <a:lnTo>
                  <a:pt x="325" y="265"/>
                </a:lnTo>
                <a:lnTo>
                  <a:pt x="331" y="262"/>
                </a:lnTo>
                <a:lnTo>
                  <a:pt x="335" y="260"/>
                </a:lnTo>
                <a:lnTo>
                  <a:pt x="340" y="257"/>
                </a:lnTo>
                <a:lnTo>
                  <a:pt x="345" y="254"/>
                </a:lnTo>
                <a:lnTo>
                  <a:pt x="350" y="250"/>
                </a:lnTo>
                <a:lnTo>
                  <a:pt x="354" y="247"/>
                </a:lnTo>
                <a:lnTo>
                  <a:pt x="358" y="244"/>
                </a:lnTo>
                <a:lnTo>
                  <a:pt x="362" y="240"/>
                </a:lnTo>
                <a:lnTo>
                  <a:pt x="366" y="237"/>
                </a:lnTo>
                <a:lnTo>
                  <a:pt x="370" y="233"/>
                </a:lnTo>
                <a:lnTo>
                  <a:pt x="374" y="229"/>
                </a:lnTo>
                <a:lnTo>
                  <a:pt x="377" y="226"/>
                </a:lnTo>
                <a:lnTo>
                  <a:pt x="381" y="222"/>
                </a:lnTo>
                <a:lnTo>
                  <a:pt x="384" y="218"/>
                </a:lnTo>
                <a:lnTo>
                  <a:pt x="387" y="214"/>
                </a:lnTo>
                <a:lnTo>
                  <a:pt x="389" y="210"/>
                </a:lnTo>
                <a:lnTo>
                  <a:pt x="392" y="206"/>
                </a:lnTo>
                <a:lnTo>
                  <a:pt x="394" y="201"/>
                </a:lnTo>
                <a:lnTo>
                  <a:pt x="397" y="197"/>
                </a:lnTo>
                <a:lnTo>
                  <a:pt x="399" y="193"/>
                </a:lnTo>
                <a:lnTo>
                  <a:pt x="401" y="189"/>
                </a:lnTo>
                <a:lnTo>
                  <a:pt x="402" y="184"/>
                </a:lnTo>
                <a:lnTo>
                  <a:pt x="404" y="180"/>
                </a:lnTo>
                <a:lnTo>
                  <a:pt x="405" y="175"/>
                </a:lnTo>
                <a:lnTo>
                  <a:pt x="406" y="171"/>
                </a:lnTo>
                <a:lnTo>
                  <a:pt x="407" y="166"/>
                </a:lnTo>
                <a:lnTo>
                  <a:pt x="408" y="162"/>
                </a:lnTo>
                <a:lnTo>
                  <a:pt x="408" y="157"/>
                </a:lnTo>
                <a:lnTo>
                  <a:pt x="408" y="153"/>
                </a:lnTo>
                <a:lnTo>
                  <a:pt x="409" y="148"/>
                </a:lnTo>
                <a:moveTo>
                  <a:pt x="412" y="148"/>
                </a:moveTo>
                <a:lnTo>
                  <a:pt x="412" y="153"/>
                </a:lnTo>
                <a:lnTo>
                  <a:pt x="412" y="158"/>
                </a:lnTo>
                <a:lnTo>
                  <a:pt x="412" y="162"/>
                </a:lnTo>
                <a:lnTo>
                  <a:pt x="411" y="167"/>
                </a:lnTo>
                <a:lnTo>
                  <a:pt x="410" y="171"/>
                </a:lnTo>
                <a:lnTo>
                  <a:pt x="409" y="176"/>
                </a:lnTo>
                <a:lnTo>
                  <a:pt x="408" y="180"/>
                </a:lnTo>
                <a:lnTo>
                  <a:pt x="406" y="185"/>
                </a:lnTo>
                <a:lnTo>
                  <a:pt x="404" y="189"/>
                </a:lnTo>
                <a:lnTo>
                  <a:pt x="402" y="194"/>
                </a:lnTo>
                <a:lnTo>
                  <a:pt x="400" y="198"/>
                </a:lnTo>
                <a:lnTo>
                  <a:pt x="398" y="203"/>
                </a:lnTo>
                <a:lnTo>
                  <a:pt x="396" y="207"/>
                </a:lnTo>
                <a:lnTo>
                  <a:pt x="393" y="211"/>
                </a:lnTo>
                <a:lnTo>
                  <a:pt x="390" y="215"/>
                </a:lnTo>
                <a:lnTo>
                  <a:pt x="387" y="219"/>
                </a:lnTo>
                <a:lnTo>
                  <a:pt x="384" y="223"/>
                </a:lnTo>
                <a:lnTo>
                  <a:pt x="380" y="227"/>
                </a:lnTo>
                <a:lnTo>
                  <a:pt x="377" y="231"/>
                </a:lnTo>
                <a:lnTo>
                  <a:pt x="373" y="235"/>
                </a:lnTo>
                <a:lnTo>
                  <a:pt x="369" y="239"/>
                </a:lnTo>
                <a:lnTo>
                  <a:pt x="365" y="242"/>
                </a:lnTo>
                <a:lnTo>
                  <a:pt x="361" y="246"/>
                </a:lnTo>
                <a:lnTo>
                  <a:pt x="357" y="249"/>
                </a:lnTo>
                <a:lnTo>
                  <a:pt x="352" y="252"/>
                </a:lnTo>
                <a:lnTo>
                  <a:pt x="348" y="256"/>
                </a:lnTo>
                <a:lnTo>
                  <a:pt x="343" y="259"/>
                </a:lnTo>
                <a:lnTo>
                  <a:pt x="338" y="262"/>
                </a:lnTo>
                <a:lnTo>
                  <a:pt x="333" y="265"/>
                </a:lnTo>
                <a:lnTo>
                  <a:pt x="328" y="267"/>
                </a:lnTo>
                <a:lnTo>
                  <a:pt x="322" y="270"/>
                </a:lnTo>
                <a:lnTo>
                  <a:pt x="317" y="273"/>
                </a:lnTo>
                <a:lnTo>
                  <a:pt x="312" y="275"/>
                </a:lnTo>
                <a:lnTo>
                  <a:pt x="306" y="277"/>
                </a:lnTo>
                <a:lnTo>
                  <a:pt x="300" y="279"/>
                </a:lnTo>
                <a:lnTo>
                  <a:pt x="294" y="282"/>
                </a:lnTo>
                <a:lnTo>
                  <a:pt x="289" y="283"/>
                </a:lnTo>
                <a:lnTo>
                  <a:pt x="283" y="285"/>
                </a:lnTo>
                <a:lnTo>
                  <a:pt x="277" y="287"/>
                </a:lnTo>
                <a:lnTo>
                  <a:pt x="270" y="288"/>
                </a:lnTo>
                <a:lnTo>
                  <a:pt x="264" y="290"/>
                </a:lnTo>
                <a:lnTo>
                  <a:pt x="258" y="291"/>
                </a:lnTo>
                <a:lnTo>
                  <a:pt x="252" y="292"/>
                </a:lnTo>
                <a:lnTo>
                  <a:pt x="245" y="293"/>
                </a:lnTo>
                <a:lnTo>
                  <a:pt x="239" y="294"/>
                </a:lnTo>
                <a:lnTo>
                  <a:pt x="233" y="294"/>
                </a:lnTo>
                <a:lnTo>
                  <a:pt x="226" y="295"/>
                </a:lnTo>
                <a:lnTo>
                  <a:pt x="220" y="295"/>
                </a:lnTo>
                <a:lnTo>
                  <a:pt x="213" y="295"/>
                </a:lnTo>
                <a:lnTo>
                  <a:pt x="206" y="296"/>
                </a:lnTo>
                <a:lnTo>
                  <a:pt x="199" y="295"/>
                </a:lnTo>
                <a:lnTo>
                  <a:pt x="193" y="295"/>
                </a:lnTo>
                <a:lnTo>
                  <a:pt x="187" y="295"/>
                </a:lnTo>
                <a:lnTo>
                  <a:pt x="180" y="294"/>
                </a:lnTo>
                <a:lnTo>
                  <a:pt x="174" y="294"/>
                </a:lnTo>
                <a:lnTo>
                  <a:pt x="167" y="293"/>
                </a:lnTo>
                <a:lnTo>
                  <a:pt x="161" y="292"/>
                </a:lnTo>
                <a:lnTo>
                  <a:pt x="155" y="291"/>
                </a:lnTo>
                <a:lnTo>
                  <a:pt x="149" y="290"/>
                </a:lnTo>
                <a:lnTo>
                  <a:pt x="142" y="288"/>
                </a:lnTo>
                <a:lnTo>
                  <a:pt x="136" y="287"/>
                </a:lnTo>
                <a:lnTo>
                  <a:pt x="130" y="285"/>
                </a:lnTo>
                <a:lnTo>
                  <a:pt x="124" y="283"/>
                </a:lnTo>
                <a:lnTo>
                  <a:pt x="118" y="282"/>
                </a:lnTo>
                <a:lnTo>
                  <a:pt x="113" y="279"/>
                </a:lnTo>
                <a:lnTo>
                  <a:pt x="107" y="277"/>
                </a:lnTo>
                <a:lnTo>
                  <a:pt x="101" y="275"/>
                </a:lnTo>
                <a:lnTo>
                  <a:pt x="96" y="273"/>
                </a:lnTo>
                <a:lnTo>
                  <a:pt x="90" y="270"/>
                </a:lnTo>
                <a:lnTo>
                  <a:pt x="85" y="267"/>
                </a:lnTo>
                <a:lnTo>
                  <a:pt x="80" y="265"/>
                </a:lnTo>
                <a:lnTo>
                  <a:pt x="75" y="262"/>
                </a:lnTo>
                <a:lnTo>
                  <a:pt x="70" y="259"/>
                </a:lnTo>
                <a:lnTo>
                  <a:pt x="65" y="256"/>
                </a:lnTo>
                <a:lnTo>
                  <a:pt x="61" y="252"/>
                </a:lnTo>
                <a:lnTo>
                  <a:pt x="56" y="249"/>
                </a:lnTo>
                <a:lnTo>
                  <a:pt x="52" y="246"/>
                </a:lnTo>
                <a:lnTo>
                  <a:pt x="48" y="242"/>
                </a:lnTo>
                <a:lnTo>
                  <a:pt x="44" y="239"/>
                </a:lnTo>
                <a:lnTo>
                  <a:pt x="40" y="235"/>
                </a:lnTo>
                <a:lnTo>
                  <a:pt x="36" y="231"/>
                </a:lnTo>
                <a:lnTo>
                  <a:pt x="32" y="227"/>
                </a:lnTo>
                <a:lnTo>
                  <a:pt x="29" y="223"/>
                </a:lnTo>
                <a:lnTo>
                  <a:pt x="26" y="219"/>
                </a:lnTo>
                <a:lnTo>
                  <a:pt x="23" y="215"/>
                </a:lnTo>
                <a:lnTo>
                  <a:pt x="20" y="211"/>
                </a:lnTo>
                <a:lnTo>
                  <a:pt x="17" y="207"/>
                </a:lnTo>
                <a:lnTo>
                  <a:pt x="15" y="203"/>
                </a:lnTo>
                <a:lnTo>
                  <a:pt x="13" y="198"/>
                </a:lnTo>
                <a:lnTo>
                  <a:pt x="10" y="194"/>
                </a:lnTo>
                <a:lnTo>
                  <a:pt x="9" y="189"/>
                </a:lnTo>
                <a:lnTo>
                  <a:pt x="7" y="185"/>
                </a:lnTo>
                <a:lnTo>
                  <a:pt x="5" y="180"/>
                </a:lnTo>
                <a:lnTo>
                  <a:pt x="4" y="176"/>
                </a:lnTo>
                <a:lnTo>
                  <a:pt x="3" y="171"/>
                </a:lnTo>
                <a:lnTo>
                  <a:pt x="2" y="167"/>
                </a:lnTo>
                <a:lnTo>
                  <a:pt x="1" y="162"/>
                </a:lnTo>
                <a:lnTo>
                  <a:pt x="1" y="158"/>
                </a:lnTo>
                <a:lnTo>
                  <a:pt x="1" y="153"/>
                </a:lnTo>
                <a:lnTo>
                  <a:pt x="0" y="148"/>
                </a:lnTo>
                <a:lnTo>
                  <a:pt x="1" y="144"/>
                </a:lnTo>
                <a:lnTo>
                  <a:pt x="1" y="139"/>
                </a:lnTo>
                <a:lnTo>
                  <a:pt x="1" y="134"/>
                </a:lnTo>
                <a:lnTo>
                  <a:pt x="2" y="130"/>
                </a:lnTo>
                <a:lnTo>
                  <a:pt x="3" y="125"/>
                </a:lnTo>
                <a:lnTo>
                  <a:pt x="4" y="121"/>
                </a:lnTo>
                <a:lnTo>
                  <a:pt x="5" y="116"/>
                </a:lnTo>
                <a:lnTo>
                  <a:pt x="7" y="112"/>
                </a:lnTo>
                <a:lnTo>
                  <a:pt x="9" y="107"/>
                </a:lnTo>
                <a:lnTo>
                  <a:pt x="10" y="103"/>
                </a:lnTo>
                <a:lnTo>
                  <a:pt x="13" y="98"/>
                </a:lnTo>
                <a:lnTo>
                  <a:pt x="15" y="94"/>
                </a:lnTo>
                <a:lnTo>
                  <a:pt x="17" y="90"/>
                </a:lnTo>
                <a:lnTo>
                  <a:pt x="20" y="86"/>
                </a:lnTo>
                <a:lnTo>
                  <a:pt x="23" y="81"/>
                </a:lnTo>
                <a:lnTo>
                  <a:pt x="26" y="77"/>
                </a:lnTo>
                <a:lnTo>
                  <a:pt x="29" y="73"/>
                </a:lnTo>
                <a:lnTo>
                  <a:pt x="32" y="69"/>
                </a:lnTo>
                <a:lnTo>
                  <a:pt x="36" y="66"/>
                </a:lnTo>
                <a:lnTo>
                  <a:pt x="40" y="62"/>
                </a:lnTo>
                <a:lnTo>
                  <a:pt x="44" y="58"/>
                </a:lnTo>
                <a:lnTo>
                  <a:pt x="48" y="53"/>
                </a:lnTo>
                <a:lnTo>
                  <a:pt x="52" y="50"/>
                </a:lnTo>
                <a:lnTo>
                  <a:pt x="56" y="47"/>
                </a:lnTo>
                <a:lnTo>
                  <a:pt x="61" y="43"/>
                </a:lnTo>
                <a:lnTo>
                  <a:pt x="65" y="40"/>
                </a:lnTo>
                <a:lnTo>
                  <a:pt x="70" y="37"/>
                </a:lnTo>
                <a:lnTo>
                  <a:pt x="75" y="34"/>
                </a:lnTo>
                <a:lnTo>
                  <a:pt x="80" y="31"/>
                </a:lnTo>
                <a:lnTo>
                  <a:pt x="85" y="28"/>
                </a:lnTo>
                <a:lnTo>
                  <a:pt x="90" y="26"/>
                </a:lnTo>
                <a:lnTo>
                  <a:pt x="96" y="23"/>
                </a:lnTo>
                <a:lnTo>
                  <a:pt x="101" y="21"/>
                </a:lnTo>
                <a:lnTo>
                  <a:pt x="107" y="18"/>
                </a:lnTo>
                <a:lnTo>
                  <a:pt x="113" y="16"/>
                </a:lnTo>
                <a:lnTo>
                  <a:pt x="118" y="14"/>
                </a:lnTo>
                <a:lnTo>
                  <a:pt x="124" y="12"/>
                </a:lnTo>
                <a:lnTo>
                  <a:pt x="130" y="10"/>
                </a:lnTo>
                <a:lnTo>
                  <a:pt x="136" y="9"/>
                </a:lnTo>
                <a:lnTo>
                  <a:pt x="142" y="7"/>
                </a:lnTo>
                <a:lnTo>
                  <a:pt x="149" y="6"/>
                </a:lnTo>
                <a:lnTo>
                  <a:pt x="155" y="5"/>
                </a:lnTo>
                <a:lnTo>
                  <a:pt x="161" y="4"/>
                </a:lnTo>
                <a:lnTo>
                  <a:pt x="167" y="3"/>
                </a:lnTo>
                <a:lnTo>
                  <a:pt x="174" y="2"/>
                </a:lnTo>
                <a:lnTo>
                  <a:pt x="180" y="1"/>
                </a:lnTo>
                <a:lnTo>
                  <a:pt x="187" y="1"/>
                </a:lnTo>
                <a:lnTo>
                  <a:pt x="193" y="0"/>
                </a:lnTo>
                <a:lnTo>
                  <a:pt x="199" y="0"/>
                </a:lnTo>
                <a:lnTo>
                  <a:pt x="206" y="0"/>
                </a:lnTo>
                <a:lnTo>
                  <a:pt x="213" y="0"/>
                </a:lnTo>
                <a:lnTo>
                  <a:pt x="220" y="0"/>
                </a:lnTo>
                <a:lnTo>
                  <a:pt x="226" y="1"/>
                </a:lnTo>
                <a:lnTo>
                  <a:pt x="233" y="1"/>
                </a:lnTo>
                <a:lnTo>
                  <a:pt x="239" y="2"/>
                </a:lnTo>
                <a:lnTo>
                  <a:pt x="245" y="3"/>
                </a:lnTo>
                <a:lnTo>
                  <a:pt x="252" y="4"/>
                </a:lnTo>
                <a:lnTo>
                  <a:pt x="258" y="5"/>
                </a:lnTo>
                <a:lnTo>
                  <a:pt x="264" y="6"/>
                </a:lnTo>
                <a:lnTo>
                  <a:pt x="270" y="7"/>
                </a:lnTo>
                <a:lnTo>
                  <a:pt x="277" y="9"/>
                </a:lnTo>
                <a:lnTo>
                  <a:pt x="283" y="10"/>
                </a:lnTo>
                <a:lnTo>
                  <a:pt x="289" y="12"/>
                </a:lnTo>
                <a:lnTo>
                  <a:pt x="294" y="14"/>
                </a:lnTo>
                <a:lnTo>
                  <a:pt x="300" y="16"/>
                </a:lnTo>
                <a:lnTo>
                  <a:pt x="306" y="18"/>
                </a:lnTo>
                <a:lnTo>
                  <a:pt x="312" y="21"/>
                </a:lnTo>
                <a:lnTo>
                  <a:pt x="317" y="23"/>
                </a:lnTo>
                <a:lnTo>
                  <a:pt x="322" y="26"/>
                </a:lnTo>
                <a:lnTo>
                  <a:pt x="328" y="28"/>
                </a:lnTo>
                <a:lnTo>
                  <a:pt x="333" y="31"/>
                </a:lnTo>
                <a:lnTo>
                  <a:pt x="338" y="34"/>
                </a:lnTo>
                <a:lnTo>
                  <a:pt x="343" y="37"/>
                </a:lnTo>
                <a:lnTo>
                  <a:pt x="348" y="40"/>
                </a:lnTo>
                <a:lnTo>
                  <a:pt x="352" y="43"/>
                </a:lnTo>
                <a:lnTo>
                  <a:pt x="357" y="47"/>
                </a:lnTo>
                <a:lnTo>
                  <a:pt x="361" y="50"/>
                </a:lnTo>
                <a:lnTo>
                  <a:pt x="365" y="53"/>
                </a:lnTo>
                <a:lnTo>
                  <a:pt x="369" y="58"/>
                </a:lnTo>
                <a:lnTo>
                  <a:pt x="373" y="62"/>
                </a:lnTo>
                <a:lnTo>
                  <a:pt x="377" y="66"/>
                </a:lnTo>
                <a:lnTo>
                  <a:pt x="380" y="69"/>
                </a:lnTo>
                <a:lnTo>
                  <a:pt x="384" y="73"/>
                </a:lnTo>
                <a:lnTo>
                  <a:pt x="387" y="77"/>
                </a:lnTo>
                <a:lnTo>
                  <a:pt x="390" y="81"/>
                </a:lnTo>
                <a:lnTo>
                  <a:pt x="393" y="86"/>
                </a:lnTo>
                <a:lnTo>
                  <a:pt x="396" y="90"/>
                </a:lnTo>
                <a:lnTo>
                  <a:pt x="398" y="94"/>
                </a:lnTo>
                <a:lnTo>
                  <a:pt x="400" y="98"/>
                </a:lnTo>
                <a:lnTo>
                  <a:pt x="402" y="103"/>
                </a:lnTo>
                <a:lnTo>
                  <a:pt x="404" y="107"/>
                </a:lnTo>
                <a:lnTo>
                  <a:pt x="406" y="112"/>
                </a:lnTo>
                <a:lnTo>
                  <a:pt x="408" y="116"/>
                </a:lnTo>
                <a:lnTo>
                  <a:pt x="409" y="121"/>
                </a:lnTo>
                <a:lnTo>
                  <a:pt x="410" y="125"/>
                </a:lnTo>
                <a:lnTo>
                  <a:pt x="411" y="130"/>
                </a:lnTo>
                <a:lnTo>
                  <a:pt x="412" y="134"/>
                </a:lnTo>
                <a:lnTo>
                  <a:pt x="412" y="139"/>
                </a:lnTo>
                <a:lnTo>
                  <a:pt x="412" y="144"/>
                </a:lnTo>
                <a:lnTo>
                  <a:pt x="412" y="148"/>
                </a:lnTo>
                <a:close/>
              </a:path>
            </a:pathLst>
          </a:custGeom>
          <a:solidFill>
            <a:srgbClr val="fff7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1" name=""/>
          <p:cNvSpPr/>
          <p:nvPr/>
        </p:nvSpPr>
        <p:spPr>
          <a:xfrm>
            <a:off x="7987320" y="2890080"/>
            <a:ext cx="150840" cy="108360"/>
          </a:xfrm>
          <a:custGeom>
            <a:avLst/>
            <a:gdLst/>
            <a:ahLst/>
            <a:rect l="0" t="0" r="r" b="b"/>
            <a:pathLst>
              <a:path w="419" h="301">
                <a:moveTo>
                  <a:pt x="415" y="150"/>
                </a:moveTo>
                <a:lnTo>
                  <a:pt x="415" y="146"/>
                </a:lnTo>
                <a:lnTo>
                  <a:pt x="415" y="141"/>
                </a:lnTo>
                <a:lnTo>
                  <a:pt x="415" y="136"/>
                </a:lnTo>
                <a:lnTo>
                  <a:pt x="414" y="132"/>
                </a:lnTo>
                <a:lnTo>
                  <a:pt x="413" y="127"/>
                </a:lnTo>
                <a:lnTo>
                  <a:pt x="412" y="123"/>
                </a:lnTo>
                <a:lnTo>
                  <a:pt x="411" y="118"/>
                </a:lnTo>
                <a:lnTo>
                  <a:pt x="409" y="114"/>
                </a:lnTo>
                <a:lnTo>
                  <a:pt x="407" y="109"/>
                </a:lnTo>
                <a:lnTo>
                  <a:pt x="405" y="105"/>
                </a:lnTo>
                <a:lnTo>
                  <a:pt x="403" y="100"/>
                </a:lnTo>
                <a:lnTo>
                  <a:pt x="401" y="96"/>
                </a:lnTo>
                <a:lnTo>
                  <a:pt x="399" y="92"/>
                </a:lnTo>
                <a:lnTo>
                  <a:pt x="396" y="88"/>
                </a:lnTo>
                <a:lnTo>
                  <a:pt x="393" y="83"/>
                </a:lnTo>
                <a:lnTo>
                  <a:pt x="390" y="79"/>
                </a:lnTo>
                <a:lnTo>
                  <a:pt x="387" y="75"/>
                </a:lnTo>
                <a:lnTo>
                  <a:pt x="383" y="71"/>
                </a:lnTo>
                <a:lnTo>
                  <a:pt x="380" y="68"/>
                </a:lnTo>
                <a:lnTo>
                  <a:pt x="376" y="64"/>
                </a:lnTo>
                <a:lnTo>
                  <a:pt x="372" y="60"/>
                </a:lnTo>
                <a:lnTo>
                  <a:pt x="368" y="56"/>
                </a:lnTo>
                <a:lnTo>
                  <a:pt x="364" y="53"/>
                </a:lnTo>
                <a:lnTo>
                  <a:pt x="360" y="50"/>
                </a:lnTo>
                <a:lnTo>
                  <a:pt x="355" y="46"/>
                </a:lnTo>
                <a:lnTo>
                  <a:pt x="351" y="43"/>
                </a:lnTo>
                <a:lnTo>
                  <a:pt x="346" y="40"/>
                </a:lnTo>
                <a:lnTo>
                  <a:pt x="341" y="37"/>
                </a:lnTo>
                <a:lnTo>
                  <a:pt x="336" y="34"/>
                </a:lnTo>
                <a:lnTo>
                  <a:pt x="331" y="31"/>
                </a:lnTo>
                <a:lnTo>
                  <a:pt x="325" y="29"/>
                </a:lnTo>
                <a:lnTo>
                  <a:pt x="320" y="26"/>
                </a:lnTo>
                <a:lnTo>
                  <a:pt x="315" y="24"/>
                </a:lnTo>
                <a:lnTo>
                  <a:pt x="309" y="21"/>
                </a:lnTo>
                <a:lnTo>
                  <a:pt x="303" y="19"/>
                </a:lnTo>
                <a:lnTo>
                  <a:pt x="297" y="17"/>
                </a:lnTo>
                <a:lnTo>
                  <a:pt x="292" y="15"/>
                </a:lnTo>
                <a:lnTo>
                  <a:pt x="286" y="13"/>
                </a:lnTo>
                <a:lnTo>
                  <a:pt x="280" y="12"/>
                </a:lnTo>
                <a:lnTo>
                  <a:pt x="273" y="10"/>
                </a:lnTo>
                <a:lnTo>
                  <a:pt x="267" y="9"/>
                </a:lnTo>
                <a:lnTo>
                  <a:pt x="261" y="8"/>
                </a:lnTo>
                <a:lnTo>
                  <a:pt x="255" y="7"/>
                </a:lnTo>
                <a:lnTo>
                  <a:pt x="248" y="6"/>
                </a:lnTo>
                <a:lnTo>
                  <a:pt x="242" y="5"/>
                </a:lnTo>
                <a:lnTo>
                  <a:pt x="236" y="4"/>
                </a:lnTo>
                <a:lnTo>
                  <a:pt x="229" y="4"/>
                </a:lnTo>
                <a:lnTo>
                  <a:pt x="223" y="3"/>
                </a:lnTo>
                <a:lnTo>
                  <a:pt x="216" y="3"/>
                </a:lnTo>
                <a:lnTo>
                  <a:pt x="210" y="3"/>
                </a:lnTo>
                <a:lnTo>
                  <a:pt x="203" y="3"/>
                </a:lnTo>
                <a:lnTo>
                  <a:pt x="197" y="3"/>
                </a:lnTo>
                <a:lnTo>
                  <a:pt x="191" y="4"/>
                </a:lnTo>
                <a:lnTo>
                  <a:pt x="184" y="4"/>
                </a:lnTo>
                <a:lnTo>
                  <a:pt x="178" y="5"/>
                </a:lnTo>
                <a:lnTo>
                  <a:pt x="170" y="6"/>
                </a:lnTo>
                <a:lnTo>
                  <a:pt x="164" y="7"/>
                </a:lnTo>
                <a:lnTo>
                  <a:pt x="158" y="8"/>
                </a:lnTo>
                <a:lnTo>
                  <a:pt x="152" y="9"/>
                </a:lnTo>
                <a:lnTo>
                  <a:pt x="145" y="10"/>
                </a:lnTo>
                <a:lnTo>
                  <a:pt x="139" y="12"/>
                </a:lnTo>
                <a:lnTo>
                  <a:pt x="133" y="13"/>
                </a:lnTo>
                <a:lnTo>
                  <a:pt x="127" y="15"/>
                </a:lnTo>
                <a:lnTo>
                  <a:pt x="121" y="17"/>
                </a:lnTo>
                <a:lnTo>
                  <a:pt x="116" y="19"/>
                </a:lnTo>
                <a:lnTo>
                  <a:pt x="110" y="21"/>
                </a:lnTo>
                <a:lnTo>
                  <a:pt x="104" y="24"/>
                </a:lnTo>
                <a:lnTo>
                  <a:pt x="99" y="26"/>
                </a:lnTo>
                <a:lnTo>
                  <a:pt x="93" y="29"/>
                </a:lnTo>
                <a:lnTo>
                  <a:pt x="88" y="31"/>
                </a:lnTo>
                <a:lnTo>
                  <a:pt x="83" y="34"/>
                </a:lnTo>
                <a:lnTo>
                  <a:pt x="78" y="37"/>
                </a:lnTo>
                <a:lnTo>
                  <a:pt x="73" y="40"/>
                </a:lnTo>
                <a:lnTo>
                  <a:pt x="68" y="43"/>
                </a:lnTo>
                <a:lnTo>
                  <a:pt x="64" y="46"/>
                </a:lnTo>
                <a:lnTo>
                  <a:pt x="59" y="50"/>
                </a:lnTo>
                <a:lnTo>
                  <a:pt x="55" y="53"/>
                </a:lnTo>
                <a:lnTo>
                  <a:pt x="51" y="56"/>
                </a:lnTo>
                <a:lnTo>
                  <a:pt x="47" y="60"/>
                </a:lnTo>
                <a:lnTo>
                  <a:pt x="43" y="64"/>
                </a:lnTo>
                <a:lnTo>
                  <a:pt x="39" y="68"/>
                </a:lnTo>
                <a:lnTo>
                  <a:pt x="35" y="71"/>
                </a:lnTo>
                <a:lnTo>
                  <a:pt x="32" y="75"/>
                </a:lnTo>
                <a:lnTo>
                  <a:pt x="29" y="79"/>
                </a:lnTo>
                <a:lnTo>
                  <a:pt x="26" y="83"/>
                </a:lnTo>
                <a:lnTo>
                  <a:pt x="23" y="88"/>
                </a:lnTo>
                <a:lnTo>
                  <a:pt x="20" y="92"/>
                </a:lnTo>
                <a:lnTo>
                  <a:pt x="18" y="96"/>
                </a:lnTo>
                <a:lnTo>
                  <a:pt x="16" y="100"/>
                </a:lnTo>
                <a:lnTo>
                  <a:pt x="13" y="105"/>
                </a:lnTo>
                <a:lnTo>
                  <a:pt x="12" y="109"/>
                </a:lnTo>
                <a:lnTo>
                  <a:pt x="10" y="114"/>
                </a:lnTo>
                <a:lnTo>
                  <a:pt x="8" y="118"/>
                </a:lnTo>
                <a:lnTo>
                  <a:pt x="7" y="123"/>
                </a:lnTo>
                <a:lnTo>
                  <a:pt x="6" y="127"/>
                </a:lnTo>
                <a:lnTo>
                  <a:pt x="5" y="132"/>
                </a:lnTo>
                <a:lnTo>
                  <a:pt x="4" y="136"/>
                </a:lnTo>
                <a:lnTo>
                  <a:pt x="4" y="141"/>
                </a:lnTo>
                <a:lnTo>
                  <a:pt x="4" y="146"/>
                </a:lnTo>
                <a:lnTo>
                  <a:pt x="3" y="150"/>
                </a:lnTo>
                <a:lnTo>
                  <a:pt x="4" y="155"/>
                </a:lnTo>
                <a:lnTo>
                  <a:pt x="4" y="160"/>
                </a:lnTo>
                <a:lnTo>
                  <a:pt x="4" y="164"/>
                </a:lnTo>
                <a:lnTo>
                  <a:pt x="5" y="169"/>
                </a:lnTo>
                <a:lnTo>
                  <a:pt x="6" y="173"/>
                </a:lnTo>
                <a:lnTo>
                  <a:pt x="7" y="178"/>
                </a:lnTo>
                <a:lnTo>
                  <a:pt x="8" y="182"/>
                </a:lnTo>
                <a:lnTo>
                  <a:pt x="10" y="187"/>
                </a:lnTo>
                <a:lnTo>
                  <a:pt x="12" y="191"/>
                </a:lnTo>
                <a:lnTo>
                  <a:pt x="13" y="196"/>
                </a:lnTo>
                <a:lnTo>
                  <a:pt x="16" y="200"/>
                </a:lnTo>
                <a:lnTo>
                  <a:pt x="18" y="205"/>
                </a:lnTo>
                <a:lnTo>
                  <a:pt x="20" y="209"/>
                </a:lnTo>
                <a:lnTo>
                  <a:pt x="23" y="213"/>
                </a:lnTo>
                <a:lnTo>
                  <a:pt x="26" y="217"/>
                </a:lnTo>
                <a:lnTo>
                  <a:pt x="29" y="221"/>
                </a:lnTo>
                <a:lnTo>
                  <a:pt x="32" y="226"/>
                </a:lnTo>
                <a:lnTo>
                  <a:pt x="35" y="230"/>
                </a:lnTo>
                <a:lnTo>
                  <a:pt x="39" y="234"/>
                </a:lnTo>
                <a:lnTo>
                  <a:pt x="43" y="238"/>
                </a:lnTo>
                <a:lnTo>
                  <a:pt x="47" y="242"/>
                </a:lnTo>
                <a:lnTo>
                  <a:pt x="51" y="245"/>
                </a:lnTo>
                <a:lnTo>
                  <a:pt x="55" y="249"/>
                </a:lnTo>
                <a:lnTo>
                  <a:pt x="59" y="252"/>
                </a:lnTo>
                <a:lnTo>
                  <a:pt x="64" y="255"/>
                </a:lnTo>
                <a:lnTo>
                  <a:pt x="68" y="259"/>
                </a:lnTo>
                <a:lnTo>
                  <a:pt x="73" y="262"/>
                </a:lnTo>
                <a:lnTo>
                  <a:pt x="78" y="265"/>
                </a:lnTo>
                <a:lnTo>
                  <a:pt x="83" y="268"/>
                </a:lnTo>
                <a:lnTo>
                  <a:pt x="88" y="270"/>
                </a:lnTo>
                <a:lnTo>
                  <a:pt x="93" y="273"/>
                </a:lnTo>
                <a:lnTo>
                  <a:pt x="99" y="276"/>
                </a:lnTo>
                <a:lnTo>
                  <a:pt x="104" y="278"/>
                </a:lnTo>
                <a:lnTo>
                  <a:pt x="110" y="280"/>
                </a:lnTo>
                <a:lnTo>
                  <a:pt x="116" y="282"/>
                </a:lnTo>
                <a:lnTo>
                  <a:pt x="121" y="285"/>
                </a:lnTo>
                <a:lnTo>
                  <a:pt x="127" y="286"/>
                </a:lnTo>
                <a:lnTo>
                  <a:pt x="133" y="288"/>
                </a:lnTo>
                <a:lnTo>
                  <a:pt x="139" y="290"/>
                </a:lnTo>
                <a:lnTo>
                  <a:pt x="145" y="291"/>
                </a:lnTo>
                <a:lnTo>
                  <a:pt x="152" y="293"/>
                </a:lnTo>
                <a:lnTo>
                  <a:pt x="158" y="294"/>
                </a:lnTo>
                <a:lnTo>
                  <a:pt x="164" y="295"/>
                </a:lnTo>
                <a:lnTo>
                  <a:pt x="170" y="296"/>
                </a:lnTo>
                <a:lnTo>
                  <a:pt x="178" y="297"/>
                </a:lnTo>
                <a:lnTo>
                  <a:pt x="184" y="297"/>
                </a:lnTo>
                <a:lnTo>
                  <a:pt x="191" y="298"/>
                </a:lnTo>
                <a:lnTo>
                  <a:pt x="197" y="298"/>
                </a:lnTo>
                <a:lnTo>
                  <a:pt x="203" y="298"/>
                </a:lnTo>
                <a:lnTo>
                  <a:pt x="210" y="299"/>
                </a:lnTo>
                <a:lnTo>
                  <a:pt x="216" y="298"/>
                </a:lnTo>
                <a:lnTo>
                  <a:pt x="223" y="298"/>
                </a:lnTo>
                <a:lnTo>
                  <a:pt x="229" y="298"/>
                </a:lnTo>
                <a:lnTo>
                  <a:pt x="236" y="297"/>
                </a:lnTo>
                <a:lnTo>
                  <a:pt x="242" y="297"/>
                </a:lnTo>
                <a:lnTo>
                  <a:pt x="248" y="296"/>
                </a:lnTo>
                <a:lnTo>
                  <a:pt x="255" y="295"/>
                </a:lnTo>
                <a:lnTo>
                  <a:pt x="261" y="294"/>
                </a:lnTo>
                <a:lnTo>
                  <a:pt x="267" y="293"/>
                </a:lnTo>
                <a:lnTo>
                  <a:pt x="273" y="291"/>
                </a:lnTo>
                <a:lnTo>
                  <a:pt x="280" y="290"/>
                </a:lnTo>
                <a:lnTo>
                  <a:pt x="286" y="288"/>
                </a:lnTo>
                <a:lnTo>
                  <a:pt x="292" y="286"/>
                </a:lnTo>
                <a:lnTo>
                  <a:pt x="297" y="285"/>
                </a:lnTo>
                <a:lnTo>
                  <a:pt x="303" y="282"/>
                </a:lnTo>
                <a:lnTo>
                  <a:pt x="309" y="280"/>
                </a:lnTo>
                <a:lnTo>
                  <a:pt x="315" y="278"/>
                </a:lnTo>
                <a:lnTo>
                  <a:pt x="320" y="276"/>
                </a:lnTo>
                <a:lnTo>
                  <a:pt x="325" y="273"/>
                </a:lnTo>
                <a:lnTo>
                  <a:pt x="331" y="270"/>
                </a:lnTo>
                <a:lnTo>
                  <a:pt x="336" y="268"/>
                </a:lnTo>
                <a:lnTo>
                  <a:pt x="341" y="265"/>
                </a:lnTo>
                <a:lnTo>
                  <a:pt x="346" y="262"/>
                </a:lnTo>
                <a:lnTo>
                  <a:pt x="351" y="259"/>
                </a:lnTo>
                <a:lnTo>
                  <a:pt x="355" y="255"/>
                </a:lnTo>
                <a:lnTo>
                  <a:pt x="360" y="252"/>
                </a:lnTo>
                <a:lnTo>
                  <a:pt x="364" y="249"/>
                </a:lnTo>
                <a:lnTo>
                  <a:pt x="368" y="245"/>
                </a:lnTo>
                <a:lnTo>
                  <a:pt x="372" y="242"/>
                </a:lnTo>
                <a:lnTo>
                  <a:pt x="376" y="238"/>
                </a:lnTo>
                <a:lnTo>
                  <a:pt x="380" y="234"/>
                </a:lnTo>
                <a:lnTo>
                  <a:pt x="383" y="230"/>
                </a:lnTo>
                <a:lnTo>
                  <a:pt x="387" y="226"/>
                </a:lnTo>
                <a:lnTo>
                  <a:pt x="390" y="221"/>
                </a:lnTo>
                <a:lnTo>
                  <a:pt x="393" y="217"/>
                </a:lnTo>
                <a:lnTo>
                  <a:pt x="396" y="213"/>
                </a:lnTo>
                <a:lnTo>
                  <a:pt x="399" y="209"/>
                </a:lnTo>
                <a:lnTo>
                  <a:pt x="401" y="205"/>
                </a:lnTo>
                <a:lnTo>
                  <a:pt x="403" y="200"/>
                </a:lnTo>
                <a:lnTo>
                  <a:pt x="405" y="196"/>
                </a:lnTo>
                <a:lnTo>
                  <a:pt x="407" y="191"/>
                </a:lnTo>
                <a:lnTo>
                  <a:pt x="409" y="187"/>
                </a:lnTo>
                <a:lnTo>
                  <a:pt x="411" y="182"/>
                </a:lnTo>
                <a:lnTo>
                  <a:pt x="412" y="178"/>
                </a:lnTo>
                <a:lnTo>
                  <a:pt x="413" y="173"/>
                </a:lnTo>
                <a:lnTo>
                  <a:pt x="414" y="169"/>
                </a:lnTo>
                <a:lnTo>
                  <a:pt x="415" y="164"/>
                </a:lnTo>
                <a:lnTo>
                  <a:pt x="415" y="160"/>
                </a:lnTo>
                <a:lnTo>
                  <a:pt x="415" y="155"/>
                </a:lnTo>
                <a:lnTo>
                  <a:pt x="415" y="150"/>
                </a:lnTo>
                <a:moveTo>
                  <a:pt x="419" y="150"/>
                </a:moveTo>
                <a:lnTo>
                  <a:pt x="419" y="155"/>
                </a:lnTo>
                <a:lnTo>
                  <a:pt x="419" y="160"/>
                </a:lnTo>
                <a:lnTo>
                  <a:pt x="418" y="164"/>
                </a:lnTo>
                <a:lnTo>
                  <a:pt x="418" y="169"/>
                </a:lnTo>
                <a:lnTo>
                  <a:pt x="417" y="174"/>
                </a:lnTo>
                <a:lnTo>
                  <a:pt x="416" y="178"/>
                </a:lnTo>
                <a:lnTo>
                  <a:pt x="414" y="183"/>
                </a:lnTo>
                <a:lnTo>
                  <a:pt x="413" y="188"/>
                </a:lnTo>
                <a:lnTo>
                  <a:pt x="411" y="192"/>
                </a:lnTo>
                <a:lnTo>
                  <a:pt x="409" y="197"/>
                </a:lnTo>
                <a:lnTo>
                  <a:pt x="407" y="201"/>
                </a:lnTo>
                <a:lnTo>
                  <a:pt x="405" y="206"/>
                </a:lnTo>
                <a:lnTo>
                  <a:pt x="402" y="210"/>
                </a:lnTo>
                <a:lnTo>
                  <a:pt x="399" y="214"/>
                </a:lnTo>
                <a:lnTo>
                  <a:pt x="397" y="218"/>
                </a:lnTo>
                <a:lnTo>
                  <a:pt x="393" y="224"/>
                </a:lnTo>
                <a:lnTo>
                  <a:pt x="390" y="228"/>
                </a:lnTo>
                <a:lnTo>
                  <a:pt x="387" y="232"/>
                </a:lnTo>
                <a:lnTo>
                  <a:pt x="383" y="236"/>
                </a:lnTo>
                <a:lnTo>
                  <a:pt x="379" y="239"/>
                </a:lnTo>
                <a:lnTo>
                  <a:pt x="375" y="243"/>
                </a:lnTo>
                <a:lnTo>
                  <a:pt x="371" y="247"/>
                </a:lnTo>
                <a:lnTo>
                  <a:pt x="367" y="251"/>
                </a:lnTo>
                <a:lnTo>
                  <a:pt x="363" y="254"/>
                </a:lnTo>
                <a:lnTo>
                  <a:pt x="358" y="257"/>
                </a:lnTo>
                <a:lnTo>
                  <a:pt x="353" y="261"/>
                </a:lnTo>
                <a:lnTo>
                  <a:pt x="348" y="264"/>
                </a:lnTo>
                <a:lnTo>
                  <a:pt x="343" y="267"/>
                </a:lnTo>
                <a:lnTo>
                  <a:pt x="338" y="270"/>
                </a:lnTo>
                <a:lnTo>
                  <a:pt x="333" y="273"/>
                </a:lnTo>
                <a:lnTo>
                  <a:pt x="328" y="275"/>
                </a:lnTo>
                <a:lnTo>
                  <a:pt x="322" y="278"/>
                </a:lnTo>
                <a:lnTo>
                  <a:pt x="317" y="280"/>
                </a:lnTo>
                <a:lnTo>
                  <a:pt x="311" y="283"/>
                </a:lnTo>
                <a:lnTo>
                  <a:pt x="305" y="285"/>
                </a:lnTo>
                <a:lnTo>
                  <a:pt x="299" y="287"/>
                </a:lnTo>
                <a:lnTo>
                  <a:pt x="293" y="289"/>
                </a:lnTo>
                <a:lnTo>
                  <a:pt x="287" y="291"/>
                </a:lnTo>
                <a:lnTo>
                  <a:pt x="281" y="292"/>
                </a:lnTo>
                <a:lnTo>
                  <a:pt x="275" y="294"/>
                </a:lnTo>
                <a:lnTo>
                  <a:pt x="268" y="295"/>
                </a:lnTo>
                <a:lnTo>
                  <a:pt x="262" y="297"/>
                </a:lnTo>
                <a:lnTo>
                  <a:pt x="256" y="298"/>
                </a:lnTo>
                <a:lnTo>
                  <a:pt x="249" y="299"/>
                </a:lnTo>
                <a:lnTo>
                  <a:pt x="243" y="299"/>
                </a:lnTo>
                <a:lnTo>
                  <a:pt x="236" y="300"/>
                </a:lnTo>
                <a:lnTo>
                  <a:pt x="230" y="301"/>
                </a:lnTo>
                <a:lnTo>
                  <a:pt x="223" y="301"/>
                </a:lnTo>
                <a:lnTo>
                  <a:pt x="217" y="301"/>
                </a:lnTo>
                <a:lnTo>
                  <a:pt x="210" y="301"/>
                </a:lnTo>
                <a:lnTo>
                  <a:pt x="203" y="301"/>
                </a:lnTo>
                <a:lnTo>
                  <a:pt x="197" y="301"/>
                </a:lnTo>
                <a:lnTo>
                  <a:pt x="190" y="301"/>
                </a:lnTo>
                <a:lnTo>
                  <a:pt x="184" y="300"/>
                </a:lnTo>
                <a:lnTo>
                  <a:pt x="177" y="299"/>
                </a:lnTo>
                <a:lnTo>
                  <a:pt x="170" y="299"/>
                </a:lnTo>
                <a:lnTo>
                  <a:pt x="163" y="298"/>
                </a:lnTo>
                <a:lnTo>
                  <a:pt x="157" y="297"/>
                </a:lnTo>
                <a:lnTo>
                  <a:pt x="151" y="295"/>
                </a:lnTo>
                <a:lnTo>
                  <a:pt x="144" y="294"/>
                </a:lnTo>
                <a:lnTo>
                  <a:pt x="138" y="292"/>
                </a:lnTo>
                <a:lnTo>
                  <a:pt x="132" y="291"/>
                </a:lnTo>
                <a:lnTo>
                  <a:pt x="126" y="289"/>
                </a:lnTo>
                <a:lnTo>
                  <a:pt x="120" y="287"/>
                </a:lnTo>
                <a:lnTo>
                  <a:pt x="114" y="285"/>
                </a:lnTo>
                <a:lnTo>
                  <a:pt x="108" y="283"/>
                </a:lnTo>
                <a:lnTo>
                  <a:pt x="102" y="280"/>
                </a:lnTo>
                <a:lnTo>
                  <a:pt x="97" y="278"/>
                </a:lnTo>
                <a:lnTo>
                  <a:pt x="91" y="275"/>
                </a:lnTo>
                <a:lnTo>
                  <a:pt x="86" y="273"/>
                </a:lnTo>
                <a:lnTo>
                  <a:pt x="81" y="270"/>
                </a:lnTo>
                <a:lnTo>
                  <a:pt x="75" y="267"/>
                </a:lnTo>
                <a:lnTo>
                  <a:pt x="70" y="264"/>
                </a:lnTo>
                <a:lnTo>
                  <a:pt x="66" y="261"/>
                </a:lnTo>
                <a:lnTo>
                  <a:pt x="61" y="257"/>
                </a:lnTo>
                <a:lnTo>
                  <a:pt x="56" y="254"/>
                </a:lnTo>
                <a:lnTo>
                  <a:pt x="52" y="251"/>
                </a:lnTo>
                <a:lnTo>
                  <a:pt x="48" y="247"/>
                </a:lnTo>
                <a:lnTo>
                  <a:pt x="43" y="243"/>
                </a:lnTo>
                <a:lnTo>
                  <a:pt x="40" y="239"/>
                </a:lnTo>
                <a:lnTo>
                  <a:pt x="36" y="236"/>
                </a:lnTo>
                <a:lnTo>
                  <a:pt x="32" y="232"/>
                </a:lnTo>
                <a:lnTo>
                  <a:pt x="29" y="228"/>
                </a:lnTo>
                <a:lnTo>
                  <a:pt x="25" y="224"/>
                </a:lnTo>
                <a:lnTo>
                  <a:pt x="22" y="218"/>
                </a:lnTo>
                <a:lnTo>
                  <a:pt x="19" y="214"/>
                </a:lnTo>
                <a:lnTo>
                  <a:pt x="17" y="210"/>
                </a:lnTo>
                <a:lnTo>
                  <a:pt x="14" y="206"/>
                </a:lnTo>
                <a:lnTo>
                  <a:pt x="12" y="201"/>
                </a:lnTo>
                <a:lnTo>
                  <a:pt x="10" y="197"/>
                </a:lnTo>
                <a:lnTo>
                  <a:pt x="8" y="192"/>
                </a:lnTo>
                <a:lnTo>
                  <a:pt x="6" y="188"/>
                </a:lnTo>
                <a:lnTo>
                  <a:pt x="5" y="183"/>
                </a:lnTo>
                <a:lnTo>
                  <a:pt x="3" y="178"/>
                </a:lnTo>
                <a:lnTo>
                  <a:pt x="2" y="174"/>
                </a:lnTo>
                <a:lnTo>
                  <a:pt x="1" y="169"/>
                </a:lnTo>
                <a:lnTo>
                  <a:pt x="0" y="164"/>
                </a:lnTo>
                <a:lnTo>
                  <a:pt x="0" y="160"/>
                </a:lnTo>
                <a:lnTo>
                  <a:pt x="0" y="155"/>
                </a:lnTo>
                <a:lnTo>
                  <a:pt x="0" y="150"/>
                </a:lnTo>
                <a:lnTo>
                  <a:pt x="0" y="146"/>
                </a:lnTo>
                <a:lnTo>
                  <a:pt x="0" y="141"/>
                </a:lnTo>
                <a:lnTo>
                  <a:pt x="0" y="136"/>
                </a:lnTo>
                <a:lnTo>
                  <a:pt x="1" y="131"/>
                </a:lnTo>
                <a:lnTo>
                  <a:pt x="2" y="127"/>
                </a:lnTo>
                <a:lnTo>
                  <a:pt x="3" y="122"/>
                </a:lnTo>
                <a:lnTo>
                  <a:pt x="5" y="118"/>
                </a:lnTo>
                <a:lnTo>
                  <a:pt x="6" y="113"/>
                </a:lnTo>
                <a:lnTo>
                  <a:pt x="8" y="108"/>
                </a:lnTo>
                <a:lnTo>
                  <a:pt x="10" y="104"/>
                </a:lnTo>
                <a:lnTo>
                  <a:pt x="12" y="99"/>
                </a:lnTo>
                <a:lnTo>
                  <a:pt x="14" y="95"/>
                </a:lnTo>
                <a:lnTo>
                  <a:pt x="17" y="91"/>
                </a:lnTo>
                <a:lnTo>
                  <a:pt x="19" y="86"/>
                </a:lnTo>
                <a:lnTo>
                  <a:pt x="22" y="82"/>
                </a:lnTo>
                <a:lnTo>
                  <a:pt x="25" y="78"/>
                </a:lnTo>
                <a:lnTo>
                  <a:pt x="29" y="74"/>
                </a:lnTo>
                <a:lnTo>
                  <a:pt x="32" y="70"/>
                </a:lnTo>
                <a:lnTo>
                  <a:pt x="36" y="66"/>
                </a:lnTo>
                <a:lnTo>
                  <a:pt x="40" y="62"/>
                </a:lnTo>
                <a:lnTo>
                  <a:pt x="43" y="58"/>
                </a:lnTo>
                <a:lnTo>
                  <a:pt x="48" y="55"/>
                </a:lnTo>
                <a:lnTo>
                  <a:pt x="52" y="51"/>
                </a:lnTo>
                <a:lnTo>
                  <a:pt x="56" y="48"/>
                </a:lnTo>
                <a:lnTo>
                  <a:pt x="61" y="44"/>
                </a:lnTo>
                <a:lnTo>
                  <a:pt x="66" y="41"/>
                </a:lnTo>
                <a:lnTo>
                  <a:pt x="70" y="38"/>
                </a:lnTo>
                <a:lnTo>
                  <a:pt x="75" y="35"/>
                </a:lnTo>
                <a:lnTo>
                  <a:pt x="81" y="32"/>
                </a:lnTo>
                <a:lnTo>
                  <a:pt x="86" y="29"/>
                </a:lnTo>
                <a:lnTo>
                  <a:pt x="91" y="26"/>
                </a:lnTo>
                <a:lnTo>
                  <a:pt x="97" y="24"/>
                </a:lnTo>
                <a:lnTo>
                  <a:pt x="102" y="21"/>
                </a:lnTo>
                <a:lnTo>
                  <a:pt x="108" y="19"/>
                </a:lnTo>
                <a:lnTo>
                  <a:pt x="114" y="17"/>
                </a:lnTo>
                <a:lnTo>
                  <a:pt x="120" y="15"/>
                </a:lnTo>
                <a:lnTo>
                  <a:pt x="126" y="13"/>
                </a:lnTo>
                <a:lnTo>
                  <a:pt x="132" y="11"/>
                </a:lnTo>
                <a:lnTo>
                  <a:pt x="138" y="9"/>
                </a:lnTo>
                <a:lnTo>
                  <a:pt x="144" y="8"/>
                </a:lnTo>
                <a:lnTo>
                  <a:pt x="151" y="6"/>
                </a:lnTo>
                <a:lnTo>
                  <a:pt x="157" y="5"/>
                </a:lnTo>
                <a:lnTo>
                  <a:pt x="163" y="4"/>
                </a:lnTo>
                <a:lnTo>
                  <a:pt x="170" y="3"/>
                </a:lnTo>
                <a:lnTo>
                  <a:pt x="177" y="2"/>
                </a:lnTo>
                <a:lnTo>
                  <a:pt x="184" y="1"/>
                </a:lnTo>
                <a:lnTo>
                  <a:pt x="190" y="1"/>
                </a:lnTo>
                <a:lnTo>
                  <a:pt x="197" y="1"/>
                </a:lnTo>
                <a:lnTo>
                  <a:pt x="203" y="0"/>
                </a:lnTo>
                <a:lnTo>
                  <a:pt x="210" y="0"/>
                </a:lnTo>
                <a:lnTo>
                  <a:pt x="217" y="0"/>
                </a:lnTo>
                <a:lnTo>
                  <a:pt x="223" y="1"/>
                </a:lnTo>
                <a:lnTo>
                  <a:pt x="230" y="1"/>
                </a:lnTo>
                <a:lnTo>
                  <a:pt x="236" y="1"/>
                </a:lnTo>
                <a:lnTo>
                  <a:pt x="243" y="2"/>
                </a:lnTo>
                <a:lnTo>
                  <a:pt x="249" y="3"/>
                </a:lnTo>
                <a:lnTo>
                  <a:pt x="256" y="4"/>
                </a:lnTo>
                <a:lnTo>
                  <a:pt x="262" y="5"/>
                </a:lnTo>
                <a:lnTo>
                  <a:pt x="268" y="6"/>
                </a:lnTo>
                <a:lnTo>
                  <a:pt x="275" y="8"/>
                </a:lnTo>
                <a:lnTo>
                  <a:pt x="281" y="9"/>
                </a:lnTo>
                <a:lnTo>
                  <a:pt x="287" y="11"/>
                </a:lnTo>
                <a:lnTo>
                  <a:pt x="293" y="13"/>
                </a:lnTo>
                <a:lnTo>
                  <a:pt x="299" y="15"/>
                </a:lnTo>
                <a:lnTo>
                  <a:pt x="305" y="17"/>
                </a:lnTo>
                <a:lnTo>
                  <a:pt x="311" y="19"/>
                </a:lnTo>
                <a:lnTo>
                  <a:pt x="317" y="21"/>
                </a:lnTo>
                <a:lnTo>
                  <a:pt x="322" y="24"/>
                </a:lnTo>
                <a:lnTo>
                  <a:pt x="328" y="26"/>
                </a:lnTo>
                <a:lnTo>
                  <a:pt x="333" y="29"/>
                </a:lnTo>
                <a:lnTo>
                  <a:pt x="338" y="32"/>
                </a:lnTo>
                <a:lnTo>
                  <a:pt x="343" y="35"/>
                </a:lnTo>
                <a:lnTo>
                  <a:pt x="348" y="38"/>
                </a:lnTo>
                <a:lnTo>
                  <a:pt x="353" y="41"/>
                </a:lnTo>
                <a:lnTo>
                  <a:pt x="358" y="44"/>
                </a:lnTo>
                <a:lnTo>
                  <a:pt x="363" y="48"/>
                </a:lnTo>
                <a:lnTo>
                  <a:pt x="367" y="51"/>
                </a:lnTo>
                <a:lnTo>
                  <a:pt x="371" y="55"/>
                </a:lnTo>
                <a:lnTo>
                  <a:pt x="375" y="58"/>
                </a:lnTo>
                <a:lnTo>
                  <a:pt x="379" y="62"/>
                </a:lnTo>
                <a:lnTo>
                  <a:pt x="383" y="66"/>
                </a:lnTo>
                <a:lnTo>
                  <a:pt x="387" y="70"/>
                </a:lnTo>
                <a:lnTo>
                  <a:pt x="390" y="74"/>
                </a:lnTo>
                <a:lnTo>
                  <a:pt x="393" y="78"/>
                </a:lnTo>
                <a:lnTo>
                  <a:pt x="397" y="82"/>
                </a:lnTo>
                <a:lnTo>
                  <a:pt x="399" y="86"/>
                </a:lnTo>
                <a:lnTo>
                  <a:pt x="402" y="91"/>
                </a:lnTo>
                <a:lnTo>
                  <a:pt x="405" y="95"/>
                </a:lnTo>
                <a:lnTo>
                  <a:pt x="407" y="99"/>
                </a:lnTo>
                <a:lnTo>
                  <a:pt x="409" y="104"/>
                </a:lnTo>
                <a:lnTo>
                  <a:pt x="411" y="108"/>
                </a:lnTo>
                <a:lnTo>
                  <a:pt x="413" y="113"/>
                </a:lnTo>
                <a:lnTo>
                  <a:pt x="414" y="118"/>
                </a:lnTo>
                <a:lnTo>
                  <a:pt x="416" y="122"/>
                </a:lnTo>
                <a:lnTo>
                  <a:pt x="417" y="127"/>
                </a:lnTo>
                <a:lnTo>
                  <a:pt x="418" y="131"/>
                </a:lnTo>
                <a:lnTo>
                  <a:pt x="418" y="136"/>
                </a:lnTo>
                <a:lnTo>
                  <a:pt x="419" y="141"/>
                </a:lnTo>
                <a:lnTo>
                  <a:pt x="419" y="146"/>
                </a:lnTo>
                <a:lnTo>
                  <a:pt x="419" y="150"/>
                </a:lnTo>
                <a:close/>
              </a:path>
            </a:pathLst>
          </a:custGeom>
          <a:solidFill>
            <a:srgbClr val="fff7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2" name=""/>
          <p:cNvSpPr/>
          <p:nvPr/>
        </p:nvSpPr>
        <p:spPr>
          <a:xfrm>
            <a:off x="7985880" y="2889360"/>
            <a:ext cx="153720" cy="110160"/>
          </a:xfrm>
          <a:custGeom>
            <a:avLst/>
            <a:gdLst/>
            <a:ahLst/>
            <a:rect l="0" t="0" r="r" b="b"/>
            <a:pathLst>
              <a:path w="427" h="306">
                <a:moveTo>
                  <a:pt x="423" y="153"/>
                </a:moveTo>
                <a:lnTo>
                  <a:pt x="423" y="149"/>
                </a:lnTo>
                <a:lnTo>
                  <a:pt x="423" y="144"/>
                </a:lnTo>
                <a:lnTo>
                  <a:pt x="422" y="139"/>
                </a:lnTo>
                <a:lnTo>
                  <a:pt x="422" y="134"/>
                </a:lnTo>
                <a:lnTo>
                  <a:pt x="421" y="130"/>
                </a:lnTo>
                <a:lnTo>
                  <a:pt x="420" y="125"/>
                </a:lnTo>
                <a:lnTo>
                  <a:pt x="418" y="121"/>
                </a:lnTo>
                <a:lnTo>
                  <a:pt x="417" y="116"/>
                </a:lnTo>
                <a:lnTo>
                  <a:pt x="415" y="111"/>
                </a:lnTo>
                <a:lnTo>
                  <a:pt x="413" y="107"/>
                </a:lnTo>
                <a:lnTo>
                  <a:pt x="411" y="102"/>
                </a:lnTo>
                <a:lnTo>
                  <a:pt x="409" y="98"/>
                </a:lnTo>
                <a:lnTo>
                  <a:pt x="406" y="94"/>
                </a:lnTo>
                <a:lnTo>
                  <a:pt x="403" y="89"/>
                </a:lnTo>
                <a:lnTo>
                  <a:pt x="401" y="85"/>
                </a:lnTo>
                <a:lnTo>
                  <a:pt x="397" y="81"/>
                </a:lnTo>
                <a:lnTo>
                  <a:pt x="394" y="77"/>
                </a:lnTo>
                <a:lnTo>
                  <a:pt x="391" y="73"/>
                </a:lnTo>
                <a:lnTo>
                  <a:pt x="387" y="69"/>
                </a:lnTo>
                <a:lnTo>
                  <a:pt x="383" y="65"/>
                </a:lnTo>
                <a:lnTo>
                  <a:pt x="379" y="61"/>
                </a:lnTo>
                <a:lnTo>
                  <a:pt x="375" y="58"/>
                </a:lnTo>
                <a:lnTo>
                  <a:pt x="371" y="53"/>
                </a:lnTo>
                <a:lnTo>
                  <a:pt x="367" y="50"/>
                </a:lnTo>
                <a:lnTo>
                  <a:pt x="362" y="46"/>
                </a:lnTo>
                <a:lnTo>
                  <a:pt x="357" y="43"/>
                </a:lnTo>
                <a:lnTo>
                  <a:pt x="352" y="40"/>
                </a:lnTo>
                <a:lnTo>
                  <a:pt x="347" y="37"/>
                </a:lnTo>
                <a:lnTo>
                  <a:pt x="342" y="34"/>
                </a:lnTo>
                <a:lnTo>
                  <a:pt x="337" y="31"/>
                </a:lnTo>
                <a:lnTo>
                  <a:pt x="332" y="28"/>
                </a:lnTo>
                <a:lnTo>
                  <a:pt x="326" y="26"/>
                </a:lnTo>
                <a:lnTo>
                  <a:pt x="321" y="23"/>
                </a:lnTo>
                <a:lnTo>
                  <a:pt x="315" y="21"/>
                </a:lnTo>
                <a:lnTo>
                  <a:pt x="309" y="19"/>
                </a:lnTo>
                <a:lnTo>
                  <a:pt x="303" y="17"/>
                </a:lnTo>
                <a:lnTo>
                  <a:pt x="297" y="15"/>
                </a:lnTo>
                <a:lnTo>
                  <a:pt x="291" y="13"/>
                </a:lnTo>
                <a:lnTo>
                  <a:pt x="285" y="11"/>
                </a:lnTo>
                <a:lnTo>
                  <a:pt x="279" y="10"/>
                </a:lnTo>
                <a:lnTo>
                  <a:pt x="272" y="8"/>
                </a:lnTo>
                <a:lnTo>
                  <a:pt x="266" y="7"/>
                </a:lnTo>
                <a:lnTo>
                  <a:pt x="260" y="6"/>
                </a:lnTo>
                <a:lnTo>
                  <a:pt x="253" y="5"/>
                </a:lnTo>
                <a:lnTo>
                  <a:pt x="247" y="4"/>
                </a:lnTo>
                <a:lnTo>
                  <a:pt x="240" y="3"/>
                </a:lnTo>
                <a:lnTo>
                  <a:pt x="234" y="3"/>
                </a:lnTo>
                <a:lnTo>
                  <a:pt x="227" y="3"/>
                </a:lnTo>
                <a:lnTo>
                  <a:pt x="221" y="2"/>
                </a:lnTo>
                <a:lnTo>
                  <a:pt x="214" y="2"/>
                </a:lnTo>
                <a:lnTo>
                  <a:pt x="207" y="2"/>
                </a:lnTo>
                <a:lnTo>
                  <a:pt x="201" y="3"/>
                </a:lnTo>
                <a:lnTo>
                  <a:pt x="194" y="3"/>
                </a:lnTo>
                <a:lnTo>
                  <a:pt x="188" y="3"/>
                </a:lnTo>
                <a:lnTo>
                  <a:pt x="180" y="4"/>
                </a:lnTo>
                <a:lnTo>
                  <a:pt x="174" y="5"/>
                </a:lnTo>
                <a:lnTo>
                  <a:pt x="167" y="6"/>
                </a:lnTo>
                <a:lnTo>
                  <a:pt x="161" y="7"/>
                </a:lnTo>
                <a:lnTo>
                  <a:pt x="155" y="8"/>
                </a:lnTo>
                <a:lnTo>
                  <a:pt x="148" y="10"/>
                </a:lnTo>
                <a:lnTo>
                  <a:pt x="142" y="11"/>
                </a:lnTo>
                <a:lnTo>
                  <a:pt x="136" y="13"/>
                </a:lnTo>
                <a:lnTo>
                  <a:pt x="130" y="15"/>
                </a:lnTo>
                <a:lnTo>
                  <a:pt x="124" y="17"/>
                </a:lnTo>
                <a:lnTo>
                  <a:pt x="118" y="19"/>
                </a:lnTo>
                <a:lnTo>
                  <a:pt x="112" y="21"/>
                </a:lnTo>
                <a:lnTo>
                  <a:pt x="106" y="23"/>
                </a:lnTo>
                <a:lnTo>
                  <a:pt x="101" y="26"/>
                </a:lnTo>
                <a:lnTo>
                  <a:pt x="95" y="28"/>
                </a:lnTo>
                <a:lnTo>
                  <a:pt x="90" y="31"/>
                </a:lnTo>
                <a:lnTo>
                  <a:pt x="85" y="34"/>
                </a:lnTo>
                <a:lnTo>
                  <a:pt x="79" y="37"/>
                </a:lnTo>
                <a:lnTo>
                  <a:pt x="74" y="40"/>
                </a:lnTo>
                <a:lnTo>
                  <a:pt x="70" y="43"/>
                </a:lnTo>
                <a:lnTo>
                  <a:pt x="65" y="46"/>
                </a:lnTo>
                <a:lnTo>
                  <a:pt x="60" y="50"/>
                </a:lnTo>
                <a:lnTo>
                  <a:pt x="56" y="53"/>
                </a:lnTo>
                <a:lnTo>
                  <a:pt x="52" y="58"/>
                </a:lnTo>
                <a:lnTo>
                  <a:pt x="47" y="61"/>
                </a:lnTo>
                <a:lnTo>
                  <a:pt x="44" y="65"/>
                </a:lnTo>
                <a:lnTo>
                  <a:pt x="40" y="69"/>
                </a:lnTo>
                <a:lnTo>
                  <a:pt x="36" y="73"/>
                </a:lnTo>
                <a:lnTo>
                  <a:pt x="33" y="77"/>
                </a:lnTo>
                <a:lnTo>
                  <a:pt x="29" y="81"/>
                </a:lnTo>
                <a:lnTo>
                  <a:pt x="26" y="85"/>
                </a:lnTo>
                <a:lnTo>
                  <a:pt x="23" y="89"/>
                </a:lnTo>
                <a:lnTo>
                  <a:pt x="21" y="94"/>
                </a:lnTo>
                <a:lnTo>
                  <a:pt x="18" y="98"/>
                </a:lnTo>
                <a:lnTo>
                  <a:pt x="16" y="102"/>
                </a:lnTo>
                <a:lnTo>
                  <a:pt x="14" y="107"/>
                </a:lnTo>
                <a:lnTo>
                  <a:pt x="12" y="111"/>
                </a:lnTo>
                <a:lnTo>
                  <a:pt x="10" y="116"/>
                </a:lnTo>
                <a:lnTo>
                  <a:pt x="9" y="121"/>
                </a:lnTo>
                <a:lnTo>
                  <a:pt x="7" y="125"/>
                </a:lnTo>
                <a:lnTo>
                  <a:pt x="6" y="130"/>
                </a:lnTo>
                <a:lnTo>
                  <a:pt x="5" y="134"/>
                </a:lnTo>
                <a:lnTo>
                  <a:pt x="4" y="139"/>
                </a:lnTo>
                <a:lnTo>
                  <a:pt x="4" y="144"/>
                </a:lnTo>
                <a:lnTo>
                  <a:pt x="4" y="149"/>
                </a:lnTo>
                <a:lnTo>
                  <a:pt x="4" y="153"/>
                </a:lnTo>
                <a:lnTo>
                  <a:pt x="4" y="158"/>
                </a:lnTo>
                <a:lnTo>
                  <a:pt x="4" y="163"/>
                </a:lnTo>
                <a:lnTo>
                  <a:pt x="4" y="167"/>
                </a:lnTo>
                <a:lnTo>
                  <a:pt x="5" y="172"/>
                </a:lnTo>
                <a:lnTo>
                  <a:pt x="6" y="177"/>
                </a:lnTo>
                <a:lnTo>
                  <a:pt x="7" y="181"/>
                </a:lnTo>
                <a:lnTo>
                  <a:pt x="9" y="186"/>
                </a:lnTo>
                <a:lnTo>
                  <a:pt x="10" y="191"/>
                </a:lnTo>
                <a:lnTo>
                  <a:pt x="12" y="195"/>
                </a:lnTo>
                <a:lnTo>
                  <a:pt x="14" y="200"/>
                </a:lnTo>
                <a:lnTo>
                  <a:pt x="16" y="204"/>
                </a:lnTo>
                <a:lnTo>
                  <a:pt x="18" y="209"/>
                </a:lnTo>
                <a:lnTo>
                  <a:pt x="21" y="213"/>
                </a:lnTo>
                <a:lnTo>
                  <a:pt x="23" y="217"/>
                </a:lnTo>
                <a:lnTo>
                  <a:pt x="26" y="221"/>
                </a:lnTo>
                <a:lnTo>
                  <a:pt x="29" y="226"/>
                </a:lnTo>
                <a:lnTo>
                  <a:pt x="33" y="230"/>
                </a:lnTo>
                <a:lnTo>
                  <a:pt x="36" y="234"/>
                </a:lnTo>
                <a:lnTo>
                  <a:pt x="40" y="238"/>
                </a:lnTo>
                <a:lnTo>
                  <a:pt x="44" y="241"/>
                </a:lnTo>
                <a:lnTo>
                  <a:pt x="47" y="245"/>
                </a:lnTo>
                <a:lnTo>
                  <a:pt x="52" y="249"/>
                </a:lnTo>
                <a:lnTo>
                  <a:pt x="56" y="253"/>
                </a:lnTo>
                <a:lnTo>
                  <a:pt x="60" y="256"/>
                </a:lnTo>
                <a:lnTo>
                  <a:pt x="65" y="259"/>
                </a:lnTo>
                <a:lnTo>
                  <a:pt x="70" y="263"/>
                </a:lnTo>
                <a:lnTo>
                  <a:pt x="74" y="266"/>
                </a:lnTo>
                <a:lnTo>
                  <a:pt x="79" y="269"/>
                </a:lnTo>
                <a:lnTo>
                  <a:pt x="85" y="272"/>
                </a:lnTo>
                <a:lnTo>
                  <a:pt x="90" y="275"/>
                </a:lnTo>
                <a:lnTo>
                  <a:pt x="95" y="277"/>
                </a:lnTo>
                <a:lnTo>
                  <a:pt x="101" y="280"/>
                </a:lnTo>
                <a:lnTo>
                  <a:pt x="106" y="282"/>
                </a:lnTo>
                <a:lnTo>
                  <a:pt x="112" y="285"/>
                </a:lnTo>
                <a:lnTo>
                  <a:pt x="118" y="287"/>
                </a:lnTo>
                <a:lnTo>
                  <a:pt x="124" y="289"/>
                </a:lnTo>
                <a:lnTo>
                  <a:pt x="130" y="291"/>
                </a:lnTo>
                <a:lnTo>
                  <a:pt x="136" y="293"/>
                </a:lnTo>
                <a:lnTo>
                  <a:pt x="142" y="294"/>
                </a:lnTo>
                <a:lnTo>
                  <a:pt x="148" y="296"/>
                </a:lnTo>
                <a:lnTo>
                  <a:pt x="155" y="297"/>
                </a:lnTo>
                <a:lnTo>
                  <a:pt x="161" y="299"/>
                </a:lnTo>
                <a:lnTo>
                  <a:pt x="167" y="300"/>
                </a:lnTo>
                <a:lnTo>
                  <a:pt x="174" y="301"/>
                </a:lnTo>
                <a:lnTo>
                  <a:pt x="180" y="301"/>
                </a:lnTo>
                <a:lnTo>
                  <a:pt x="188" y="302"/>
                </a:lnTo>
                <a:lnTo>
                  <a:pt x="194" y="303"/>
                </a:lnTo>
                <a:lnTo>
                  <a:pt x="201" y="303"/>
                </a:lnTo>
                <a:lnTo>
                  <a:pt x="207" y="303"/>
                </a:lnTo>
                <a:lnTo>
                  <a:pt x="214" y="303"/>
                </a:lnTo>
                <a:lnTo>
                  <a:pt x="221" y="303"/>
                </a:lnTo>
                <a:lnTo>
                  <a:pt x="227" y="303"/>
                </a:lnTo>
                <a:lnTo>
                  <a:pt x="234" y="303"/>
                </a:lnTo>
                <a:lnTo>
                  <a:pt x="240" y="302"/>
                </a:lnTo>
                <a:lnTo>
                  <a:pt x="247" y="301"/>
                </a:lnTo>
                <a:lnTo>
                  <a:pt x="253" y="301"/>
                </a:lnTo>
                <a:lnTo>
                  <a:pt x="260" y="300"/>
                </a:lnTo>
                <a:lnTo>
                  <a:pt x="266" y="299"/>
                </a:lnTo>
                <a:lnTo>
                  <a:pt x="272" y="297"/>
                </a:lnTo>
                <a:lnTo>
                  <a:pt x="279" y="296"/>
                </a:lnTo>
                <a:lnTo>
                  <a:pt x="285" y="294"/>
                </a:lnTo>
                <a:lnTo>
                  <a:pt x="291" y="293"/>
                </a:lnTo>
                <a:lnTo>
                  <a:pt x="297" y="291"/>
                </a:lnTo>
                <a:lnTo>
                  <a:pt x="303" y="289"/>
                </a:lnTo>
                <a:lnTo>
                  <a:pt x="309" y="287"/>
                </a:lnTo>
                <a:lnTo>
                  <a:pt x="315" y="285"/>
                </a:lnTo>
                <a:lnTo>
                  <a:pt x="321" y="282"/>
                </a:lnTo>
                <a:lnTo>
                  <a:pt x="326" y="280"/>
                </a:lnTo>
                <a:lnTo>
                  <a:pt x="332" y="277"/>
                </a:lnTo>
                <a:lnTo>
                  <a:pt x="337" y="275"/>
                </a:lnTo>
                <a:lnTo>
                  <a:pt x="342" y="272"/>
                </a:lnTo>
                <a:lnTo>
                  <a:pt x="347" y="269"/>
                </a:lnTo>
                <a:lnTo>
                  <a:pt x="352" y="266"/>
                </a:lnTo>
                <a:lnTo>
                  <a:pt x="357" y="263"/>
                </a:lnTo>
                <a:lnTo>
                  <a:pt x="362" y="259"/>
                </a:lnTo>
                <a:lnTo>
                  <a:pt x="367" y="256"/>
                </a:lnTo>
                <a:lnTo>
                  <a:pt x="371" y="253"/>
                </a:lnTo>
                <a:lnTo>
                  <a:pt x="375" y="249"/>
                </a:lnTo>
                <a:lnTo>
                  <a:pt x="379" y="245"/>
                </a:lnTo>
                <a:lnTo>
                  <a:pt x="383" y="241"/>
                </a:lnTo>
                <a:lnTo>
                  <a:pt x="387" y="238"/>
                </a:lnTo>
                <a:lnTo>
                  <a:pt x="391" y="234"/>
                </a:lnTo>
                <a:lnTo>
                  <a:pt x="394" y="230"/>
                </a:lnTo>
                <a:lnTo>
                  <a:pt x="397" y="226"/>
                </a:lnTo>
                <a:lnTo>
                  <a:pt x="401" y="221"/>
                </a:lnTo>
                <a:lnTo>
                  <a:pt x="403" y="217"/>
                </a:lnTo>
                <a:lnTo>
                  <a:pt x="406" y="213"/>
                </a:lnTo>
                <a:lnTo>
                  <a:pt x="409" y="209"/>
                </a:lnTo>
                <a:lnTo>
                  <a:pt x="411" y="204"/>
                </a:lnTo>
                <a:lnTo>
                  <a:pt x="413" y="200"/>
                </a:lnTo>
                <a:lnTo>
                  <a:pt x="415" y="195"/>
                </a:lnTo>
                <a:lnTo>
                  <a:pt x="417" y="191"/>
                </a:lnTo>
                <a:lnTo>
                  <a:pt x="418" y="186"/>
                </a:lnTo>
                <a:lnTo>
                  <a:pt x="420" y="181"/>
                </a:lnTo>
                <a:lnTo>
                  <a:pt x="421" y="177"/>
                </a:lnTo>
                <a:lnTo>
                  <a:pt x="422" y="172"/>
                </a:lnTo>
                <a:lnTo>
                  <a:pt x="422" y="167"/>
                </a:lnTo>
                <a:lnTo>
                  <a:pt x="423" y="163"/>
                </a:lnTo>
                <a:lnTo>
                  <a:pt x="423" y="158"/>
                </a:lnTo>
                <a:lnTo>
                  <a:pt x="423" y="153"/>
                </a:lnTo>
                <a:moveTo>
                  <a:pt x="427" y="153"/>
                </a:moveTo>
                <a:lnTo>
                  <a:pt x="427" y="158"/>
                </a:lnTo>
                <a:lnTo>
                  <a:pt x="427" y="163"/>
                </a:lnTo>
                <a:lnTo>
                  <a:pt x="426" y="168"/>
                </a:lnTo>
                <a:lnTo>
                  <a:pt x="426" y="172"/>
                </a:lnTo>
                <a:lnTo>
                  <a:pt x="425" y="177"/>
                </a:lnTo>
                <a:lnTo>
                  <a:pt x="423" y="182"/>
                </a:lnTo>
                <a:lnTo>
                  <a:pt x="422" y="187"/>
                </a:lnTo>
                <a:lnTo>
                  <a:pt x="421" y="191"/>
                </a:lnTo>
                <a:lnTo>
                  <a:pt x="419" y="196"/>
                </a:lnTo>
                <a:lnTo>
                  <a:pt x="417" y="201"/>
                </a:lnTo>
                <a:lnTo>
                  <a:pt x="415" y="205"/>
                </a:lnTo>
                <a:lnTo>
                  <a:pt x="412" y="210"/>
                </a:lnTo>
                <a:lnTo>
                  <a:pt x="410" y="214"/>
                </a:lnTo>
                <a:lnTo>
                  <a:pt x="407" y="218"/>
                </a:lnTo>
                <a:lnTo>
                  <a:pt x="404" y="223"/>
                </a:lnTo>
                <a:lnTo>
                  <a:pt x="401" y="227"/>
                </a:lnTo>
                <a:lnTo>
                  <a:pt x="398" y="231"/>
                </a:lnTo>
                <a:lnTo>
                  <a:pt x="394" y="235"/>
                </a:lnTo>
                <a:lnTo>
                  <a:pt x="390" y="239"/>
                </a:lnTo>
                <a:lnTo>
                  <a:pt x="386" y="243"/>
                </a:lnTo>
                <a:lnTo>
                  <a:pt x="382" y="247"/>
                </a:lnTo>
                <a:lnTo>
                  <a:pt x="378" y="251"/>
                </a:lnTo>
                <a:lnTo>
                  <a:pt x="374" y="254"/>
                </a:lnTo>
                <a:lnTo>
                  <a:pt x="369" y="258"/>
                </a:lnTo>
                <a:lnTo>
                  <a:pt x="365" y="261"/>
                </a:lnTo>
                <a:lnTo>
                  <a:pt x="360" y="265"/>
                </a:lnTo>
                <a:lnTo>
                  <a:pt x="355" y="268"/>
                </a:lnTo>
                <a:lnTo>
                  <a:pt x="350" y="271"/>
                </a:lnTo>
                <a:lnTo>
                  <a:pt x="345" y="274"/>
                </a:lnTo>
                <a:lnTo>
                  <a:pt x="339" y="277"/>
                </a:lnTo>
                <a:lnTo>
                  <a:pt x="334" y="280"/>
                </a:lnTo>
                <a:lnTo>
                  <a:pt x="328" y="282"/>
                </a:lnTo>
                <a:lnTo>
                  <a:pt x="323" y="285"/>
                </a:lnTo>
                <a:lnTo>
                  <a:pt x="317" y="287"/>
                </a:lnTo>
                <a:lnTo>
                  <a:pt x="311" y="289"/>
                </a:lnTo>
                <a:lnTo>
                  <a:pt x="305" y="292"/>
                </a:lnTo>
                <a:lnTo>
                  <a:pt x="299" y="294"/>
                </a:lnTo>
                <a:lnTo>
                  <a:pt x="292" y="295"/>
                </a:lnTo>
                <a:lnTo>
                  <a:pt x="286" y="297"/>
                </a:lnTo>
                <a:lnTo>
                  <a:pt x="280" y="299"/>
                </a:lnTo>
                <a:lnTo>
                  <a:pt x="273" y="300"/>
                </a:lnTo>
                <a:lnTo>
                  <a:pt x="267" y="301"/>
                </a:lnTo>
                <a:lnTo>
                  <a:pt x="260" y="302"/>
                </a:lnTo>
                <a:lnTo>
                  <a:pt x="254" y="303"/>
                </a:lnTo>
                <a:lnTo>
                  <a:pt x="247" y="304"/>
                </a:lnTo>
                <a:lnTo>
                  <a:pt x="241" y="305"/>
                </a:lnTo>
                <a:lnTo>
                  <a:pt x="234" y="305"/>
                </a:lnTo>
                <a:lnTo>
                  <a:pt x="227" y="306"/>
                </a:lnTo>
                <a:lnTo>
                  <a:pt x="221" y="306"/>
                </a:lnTo>
                <a:lnTo>
                  <a:pt x="214" y="306"/>
                </a:lnTo>
                <a:lnTo>
                  <a:pt x="207" y="306"/>
                </a:lnTo>
                <a:lnTo>
                  <a:pt x="201" y="306"/>
                </a:lnTo>
                <a:lnTo>
                  <a:pt x="194" y="305"/>
                </a:lnTo>
                <a:lnTo>
                  <a:pt x="187" y="305"/>
                </a:lnTo>
                <a:lnTo>
                  <a:pt x="180" y="304"/>
                </a:lnTo>
                <a:lnTo>
                  <a:pt x="173" y="303"/>
                </a:lnTo>
                <a:lnTo>
                  <a:pt x="166" y="302"/>
                </a:lnTo>
                <a:lnTo>
                  <a:pt x="160" y="301"/>
                </a:lnTo>
                <a:lnTo>
                  <a:pt x="153" y="300"/>
                </a:lnTo>
                <a:lnTo>
                  <a:pt x="147" y="299"/>
                </a:lnTo>
                <a:lnTo>
                  <a:pt x="141" y="297"/>
                </a:lnTo>
                <a:lnTo>
                  <a:pt x="134" y="295"/>
                </a:lnTo>
                <a:lnTo>
                  <a:pt x="128" y="294"/>
                </a:lnTo>
                <a:lnTo>
                  <a:pt x="122" y="292"/>
                </a:lnTo>
                <a:lnTo>
                  <a:pt x="116" y="289"/>
                </a:lnTo>
                <a:lnTo>
                  <a:pt x="110" y="287"/>
                </a:lnTo>
                <a:lnTo>
                  <a:pt x="104" y="285"/>
                </a:lnTo>
                <a:lnTo>
                  <a:pt x="99" y="282"/>
                </a:lnTo>
                <a:lnTo>
                  <a:pt x="93" y="280"/>
                </a:lnTo>
                <a:lnTo>
                  <a:pt x="88" y="277"/>
                </a:lnTo>
                <a:lnTo>
                  <a:pt x="82" y="274"/>
                </a:lnTo>
                <a:lnTo>
                  <a:pt x="77" y="271"/>
                </a:lnTo>
                <a:lnTo>
                  <a:pt x="72" y="268"/>
                </a:lnTo>
                <a:lnTo>
                  <a:pt x="67" y="265"/>
                </a:lnTo>
                <a:lnTo>
                  <a:pt x="62" y="261"/>
                </a:lnTo>
                <a:lnTo>
                  <a:pt x="57" y="258"/>
                </a:lnTo>
                <a:lnTo>
                  <a:pt x="53" y="254"/>
                </a:lnTo>
                <a:lnTo>
                  <a:pt x="49" y="251"/>
                </a:lnTo>
                <a:lnTo>
                  <a:pt x="44" y="247"/>
                </a:lnTo>
                <a:lnTo>
                  <a:pt x="40" y="243"/>
                </a:lnTo>
                <a:lnTo>
                  <a:pt x="37" y="239"/>
                </a:lnTo>
                <a:lnTo>
                  <a:pt x="33" y="235"/>
                </a:lnTo>
                <a:lnTo>
                  <a:pt x="29" y="231"/>
                </a:lnTo>
                <a:lnTo>
                  <a:pt x="26" y="227"/>
                </a:lnTo>
                <a:lnTo>
                  <a:pt x="23" y="223"/>
                </a:lnTo>
                <a:lnTo>
                  <a:pt x="20" y="218"/>
                </a:lnTo>
                <a:lnTo>
                  <a:pt x="17" y="214"/>
                </a:lnTo>
                <a:lnTo>
                  <a:pt x="15" y="210"/>
                </a:lnTo>
                <a:lnTo>
                  <a:pt x="12" y="205"/>
                </a:lnTo>
                <a:lnTo>
                  <a:pt x="10" y="201"/>
                </a:lnTo>
                <a:lnTo>
                  <a:pt x="8" y="196"/>
                </a:lnTo>
                <a:lnTo>
                  <a:pt x="6" y="191"/>
                </a:lnTo>
                <a:lnTo>
                  <a:pt x="5" y="187"/>
                </a:lnTo>
                <a:lnTo>
                  <a:pt x="3" y="182"/>
                </a:lnTo>
                <a:lnTo>
                  <a:pt x="2" y="177"/>
                </a:lnTo>
                <a:lnTo>
                  <a:pt x="1" y="172"/>
                </a:lnTo>
                <a:lnTo>
                  <a:pt x="1" y="168"/>
                </a:lnTo>
                <a:lnTo>
                  <a:pt x="0" y="163"/>
                </a:lnTo>
                <a:lnTo>
                  <a:pt x="0" y="158"/>
                </a:lnTo>
                <a:lnTo>
                  <a:pt x="0" y="153"/>
                </a:lnTo>
                <a:lnTo>
                  <a:pt x="0" y="149"/>
                </a:lnTo>
                <a:lnTo>
                  <a:pt x="0" y="144"/>
                </a:lnTo>
                <a:lnTo>
                  <a:pt x="1" y="139"/>
                </a:lnTo>
                <a:lnTo>
                  <a:pt x="1" y="134"/>
                </a:lnTo>
                <a:lnTo>
                  <a:pt x="2" y="129"/>
                </a:lnTo>
                <a:lnTo>
                  <a:pt x="3" y="125"/>
                </a:lnTo>
                <a:lnTo>
                  <a:pt x="5" y="120"/>
                </a:lnTo>
                <a:lnTo>
                  <a:pt x="6" y="115"/>
                </a:lnTo>
                <a:lnTo>
                  <a:pt x="8" y="111"/>
                </a:lnTo>
                <a:lnTo>
                  <a:pt x="10" y="106"/>
                </a:lnTo>
                <a:lnTo>
                  <a:pt x="12" y="102"/>
                </a:lnTo>
                <a:lnTo>
                  <a:pt x="15" y="97"/>
                </a:lnTo>
                <a:lnTo>
                  <a:pt x="17" y="93"/>
                </a:lnTo>
                <a:lnTo>
                  <a:pt x="20" y="88"/>
                </a:lnTo>
                <a:lnTo>
                  <a:pt x="23" y="84"/>
                </a:lnTo>
                <a:lnTo>
                  <a:pt x="26" y="80"/>
                </a:lnTo>
                <a:lnTo>
                  <a:pt x="29" y="76"/>
                </a:lnTo>
                <a:lnTo>
                  <a:pt x="33" y="71"/>
                </a:lnTo>
                <a:lnTo>
                  <a:pt x="37" y="67"/>
                </a:lnTo>
                <a:lnTo>
                  <a:pt x="40" y="63"/>
                </a:lnTo>
                <a:lnTo>
                  <a:pt x="44" y="60"/>
                </a:lnTo>
                <a:lnTo>
                  <a:pt x="49" y="55"/>
                </a:lnTo>
                <a:lnTo>
                  <a:pt x="53" y="51"/>
                </a:lnTo>
                <a:lnTo>
                  <a:pt x="57" y="48"/>
                </a:lnTo>
                <a:lnTo>
                  <a:pt x="62" y="44"/>
                </a:lnTo>
                <a:lnTo>
                  <a:pt x="67" y="41"/>
                </a:lnTo>
                <a:lnTo>
                  <a:pt x="72" y="38"/>
                </a:lnTo>
                <a:lnTo>
                  <a:pt x="77" y="35"/>
                </a:lnTo>
                <a:lnTo>
                  <a:pt x="82" y="32"/>
                </a:lnTo>
                <a:lnTo>
                  <a:pt x="88" y="29"/>
                </a:lnTo>
                <a:lnTo>
                  <a:pt x="93" y="26"/>
                </a:lnTo>
                <a:lnTo>
                  <a:pt x="99" y="23"/>
                </a:lnTo>
                <a:lnTo>
                  <a:pt x="104" y="21"/>
                </a:lnTo>
                <a:lnTo>
                  <a:pt x="110" y="18"/>
                </a:lnTo>
                <a:lnTo>
                  <a:pt x="116" y="16"/>
                </a:lnTo>
                <a:lnTo>
                  <a:pt x="122" y="14"/>
                </a:lnTo>
                <a:lnTo>
                  <a:pt x="128" y="12"/>
                </a:lnTo>
                <a:lnTo>
                  <a:pt x="134" y="10"/>
                </a:lnTo>
                <a:lnTo>
                  <a:pt x="141" y="9"/>
                </a:lnTo>
                <a:lnTo>
                  <a:pt x="147" y="7"/>
                </a:lnTo>
                <a:lnTo>
                  <a:pt x="153" y="6"/>
                </a:lnTo>
                <a:lnTo>
                  <a:pt x="160" y="4"/>
                </a:lnTo>
                <a:lnTo>
                  <a:pt x="166" y="3"/>
                </a:lnTo>
                <a:lnTo>
                  <a:pt x="173" y="2"/>
                </a:lnTo>
                <a:lnTo>
                  <a:pt x="180" y="1"/>
                </a:lnTo>
                <a:lnTo>
                  <a:pt x="187" y="1"/>
                </a:lnTo>
                <a:lnTo>
                  <a:pt x="194" y="0"/>
                </a:lnTo>
                <a:lnTo>
                  <a:pt x="201" y="0"/>
                </a:lnTo>
                <a:lnTo>
                  <a:pt x="207" y="0"/>
                </a:lnTo>
                <a:lnTo>
                  <a:pt x="214" y="0"/>
                </a:lnTo>
                <a:lnTo>
                  <a:pt x="221" y="0"/>
                </a:lnTo>
                <a:lnTo>
                  <a:pt x="227" y="0"/>
                </a:lnTo>
                <a:lnTo>
                  <a:pt x="234" y="0"/>
                </a:lnTo>
                <a:lnTo>
                  <a:pt x="241" y="1"/>
                </a:lnTo>
                <a:lnTo>
                  <a:pt x="247" y="1"/>
                </a:lnTo>
                <a:lnTo>
                  <a:pt x="254" y="2"/>
                </a:lnTo>
                <a:lnTo>
                  <a:pt x="260" y="3"/>
                </a:lnTo>
                <a:lnTo>
                  <a:pt x="267" y="4"/>
                </a:lnTo>
                <a:lnTo>
                  <a:pt x="273" y="6"/>
                </a:lnTo>
                <a:lnTo>
                  <a:pt x="280" y="7"/>
                </a:lnTo>
                <a:lnTo>
                  <a:pt x="286" y="9"/>
                </a:lnTo>
                <a:lnTo>
                  <a:pt x="292" y="10"/>
                </a:lnTo>
                <a:lnTo>
                  <a:pt x="299" y="12"/>
                </a:lnTo>
                <a:lnTo>
                  <a:pt x="305" y="14"/>
                </a:lnTo>
                <a:lnTo>
                  <a:pt x="311" y="16"/>
                </a:lnTo>
                <a:lnTo>
                  <a:pt x="317" y="18"/>
                </a:lnTo>
                <a:lnTo>
                  <a:pt x="323" y="21"/>
                </a:lnTo>
                <a:lnTo>
                  <a:pt x="328" y="23"/>
                </a:lnTo>
                <a:lnTo>
                  <a:pt x="334" y="26"/>
                </a:lnTo>
                <a:lnTo>
                  <a:pt x="339" y="29"/>
                </a:lnTo>
                <a:lnTo>
                  <a:pt x="345" y="32"/>
                </a:lnTo>
                <a:lnTo>
                  <a:pt x="350" y="35"/>
                </a:lnTo>
                <a:lnTo>
                  <a:pt x="355" y="38"/>
                </a:lnTo>
                <a:lnTo>
                  <a:pt x="360" y="41"/>
                </a:lnTo>
                <a:lnTo>
                  <a:pt x="365" y="44"/>
                </a:lnTo>
                <a:lnTo>
                  <a:pt x="369" y="48"/>
                </a:lnTo>
                <a:lnTo>
                  <a:pt x="374" y="51"/>
                </a:lnTo>
                <a:lnTo>
                  <a:pt x="378" y="55"/>
                </a:lnTo>
                <a:lnTo>
                  <a:pt x="382" y="60"/>
                </a:lnTo>
                <a:lnTo>
                  <a:pt x="386" y="63"/>
                </a:lnTo>
                <a:lnTo>
                  <a:pt x="390" y="67"/>
                </a:lnTo>
                <a:lnTo>
                  <a:pt x="394" y="71"/>
                </a:lnTo>
                <a:lnTo>
                  <a:pt x="398" y="76"/>
                </a:lnTo>
                <a:lnTo>
                  <a:pt x="401" y="80"/>
                </a:lnTo>
                <a:lnTo>
                  <a:pt x="404" y="84"/>
                </a:lnTo>
                <a:lnTo>
                  <a:pt x="407" y="88"/>
                </a:lnTo>
                <a:lnTo>
                  <a:pt x="410" y="93"/>
                </a:lnTo>
                <a:lnTo>
                  <a:pt x="412" y="97"/>
                </a:lnTo>
                <a:lnTo>
                  <a:pt x="415" y="102"/>
                </a:lnTo>
                <a:lnTo>
                  <a:pt x="417" y="106"/>
                </a:lnTo>
                <a:lnTo>
                  <a:pt x="419" y="111"/>
                </a:lnTo>
                <a:lnTo>
                  <a:pt x="421" y="115"/>
                </a:lnTo>
                <a:lnTo>
                  <a:pt x="422" y="120"/>
                </a:lnTo>
                <a:lnTo>
                  <a:pt x="423" y="125"/>
                </a:lnTo>
                <a:lnTo>
                  <a:pt x="425" y="129"/>
                </a:lnTo>
                <a:lnTo>
                  <a:pt x="426" y="134"/>
                </a:lnTo>
                <a:lnTo>
                  <a:pt x="426" y="139"/>
                </a:lnTo>
                <a:lnTo>
                  <a:pt x="427" y="144"/>
                </a:lnTo>
                <a:lnTo>
                  <a:pt x="427" y="149"/>
                </a:lnTo>
                <a:lnTo>
                  <a:pt x="427" y="153"/>
                </a:lnTo>
                <a:close/>
              </a:path>
            </a:pathLst>
          </a:custGeom>
          <a:solidFill>
            <a:srgbClr val="ff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3" name=""/>
          <p:cNvSpPr/>
          <p:nvPr/>
        </p:nvSpPr>
        <p:spPr>
          <a:xfrm>
            <a:off x="7984440" y="2888280"/>
            <a:ext cx="156600" cy="112320"/>
          </a:xfrm>
          <a:custGeom>
            <a:avLst/>
            <a:gdLst/>
            <a:ahLst/>
            <a:rect l="0" t="0" r="r" b="b"/>
            <a:pathLst>
              <a:path w="435" h="312">
                <a:moveTo>
                  <a:pt x="431" y="155"/>
                </a:moveTo>
                <a:lnTo>
                  <a:pt x="431" y="151"/>
                </a:lnTo>
                <a:lnTo>
                  <a:pt x="431" y="146"/>
                </a:lnTo>
                <a:lnTo>
                  <a:pt x="430" y="141"/>
                </a:lnTo>
                <a:lnTo>
                  <a:pt x="430" y="136"/>
                </a:lnTo>
                <a:lnTo>
                  <a:pt x="429" y="131"/>
                </a:lnTo>
                <a:lnTo>
                  <a:pt x="427" y="127"/>
                </a:lnTo>
                <a:lnTo>
                  <a:pt x="426" y="122"/>
                </a:lnTo>
                <a:lnTo>
                  <a:pt x="425" y="117"/>
                </a:lnTo>
                <a:lnTo>
                  <a:pt x="423" y="113"/>
                </a:lnTo>
                <a:lnTo>
                  <a:pt x="421" y="108"/>
                </a:lnTo>
                <a:lnTo>
                  <a:pt x="419" y="104"/>
                </a:lnTo>
                <a:lnTo>
                  <a:pt x="416" y="99"/>
                </a:lnTo>
                <a:lnTo>
                  <a:pt x="414" y="95"/>
                </a:lnTo>
                <a:lnTo>
                  <a:pt x="411" y="90"/>
                </a:lnTo>
                <a:lnTo>
                  <a:pt x="408" y="86"/>
                </a:lnTo>
                <a:lnTo>
                  <a:pt x="405" y="82"/>
                </a:lnTo>
                <a:lnTo>
                  <a:pt x="402" y="78"/>
                </a:lnTo>
                <a:lnTo>
                  <a:pt x="398" y="73"/>
                </a:lnTo>
                <a:lnTo>
                  <a:pt x="394" y="69"/>
                </a:lnTo>
                <a:lnTo>
                  <a:pt x="390" y="65"/>
                </a:lnTo>
                <a:lnTo>
                  <a:pt x="386" y="62"/>
                </a:lnTo>
                <a:lnTo>
                  <a:pt x="382" y="58"/>
                </a:lnTo>
                <a:lnTo>
                  <a:pt x="378" y="54"/>
                </a:lnTo>
                <a:lnTo>
                  <a:pt x="373" y="51"/>
                </a:lnTo>
                <a:lnTo>
                  <a:pt x="369" y="47"/>
                </a:lnTo>
                <a:lnTo>
                  <a:pt x="364" y="44"/>
                </a:lnTo>
                <a:lnTo>
                  <a:pt x="359" y="41"/>
                </a:lnTo>
                <a:lnTo>
                  <a:pt x="354" y="38"/>
                </a:lnTo>
                <a:lnTo>
                  <a:pt x="349" y="35"/>
                </a:lnTo>
                <a:lnTo>
                  <a:pt x="343" y="32"/>
                </a:lnTo>
                <a:lnTo>
                  <a:pt x="338" y="29"/>
                </a:lnTo>
                <a:lnTo>
                  <a:pt x="332" y="26"/>
                </a:lnTo>
                <a:lnTo>
                  <a:pt x="327" y="24"/>
                </a:lnTo>
                <a:lnTo>
                  <a:pt x="321" y="21"/>
                </a:lnTo>
                <a:lnTo>
                  <a:pt x="315" y="19"/>
                </a:lnTo>
                <a:lnTo>
                  <a:pt x="309" y="17"/>
                </a:lnTo>
                <a:lnTo>
                  <a:pt x="303" y="15"/>
                </a:lnTo>
                <a:lnTo>
                  <a:pt x="296" y="13"/>
                </a:lnTo>
                <a:lnTo>
                  <a:pt x="290" y="12"/>
                </a:lnTo>
                <a:lnTo>
                  <a:pt x="284" y="10"/>
                </a:lnTo>
                <a:lnTo>
                  <a:pt x="277" y="9"/>
                </a:lnTo>
                <a:lnTo>
                  <a:pt x="271" y="7"/>
                </a:lnTo>
                <a:lnTo>
                  <a:pt x="264" y="6"/>
                </a:lnTo>
                <a:lnTo>
                  <a:pt x="258" y="5"/>
                </a:lnTo>
                <a:lnTo>
                  <a:pt x="251" y="4"/>
                </a:lnTo>
                <a:lnTo>
                  <a:pt x="245" y="4"/>
                </a:lnTo>
                <a:lnTo>
                  <a:pt x="238" y="3"/>
                </a:lnTo>
                <a:lnTo>
                  <a:pt x="231" y="3"/>
                </a:lnTo>
                <a:lnTo>
                  <a:pt x="225" y="3"/>
                </a:lnTo>
                <a:lnTo>
                  <a:pt x="218" y="3"/>
                </a:lnTo>
                <a:lnTo>
                  <a:pt x="211" y="3"/>
                </a:lnTo>
                <a:lnTo>
                  <a:pt x="205" y="3"/>
                </a:lnTo>
                <a:lnTo>
                  <a:pt x="198" y="3"/>
                </a:lnTo>
                <a:lnTo>
                  <a:pt x="191" y="4"/>
                </a:lnTo>
                <a:lnTo>
                  <a:pt x="185" y="4"/>
                </a:lnTo>
                <a:lnTo>
                  <a:pt x="178" y="5"/>
                </a:lnTo>
                <a:lnTo>
                  <a:pt x="170" y="6"/>
                </a:lnTo>
                <a:lnTo>
                  <a:pt x="164" y="7"/>
                </a:lnTo>
                <a:lnTo>
                  <a:pt x="157" y="9"/>
                </a:lnTo>
                <a:lnTo>
                  <a:pt x="151" y="10"/>
                </a:lnTo>
                <a:lnTo>
                  <a:pt x="145" y="12"/>
                </a:lnTo>
                <a:lnTo>
                  <a:pt x="138" y="13"/>
                </a:lnTo>
                <a:lnTo>
                  <a:pt x="132" y="15"/>
                </a:lnTo>
                <a:lnTo>
                  <a:pt x="126" y="17"/>
                </a:lnTo>
                <a:lnTo>
                  <a:pt x="120" y="19"/>
                </a:lnTo>
                <a:lnTo>
                  <a:pt x="114" y="21"/>
                </a:lnTo>
                <a:lnTo>
                  <a:pt x="108" y="24"/>
                </a:lnTo>
                <a:lnTo>
                  <a:pt x="103" y="26"/>
                </a:lnTo>
                <a:lnTo>
                  <a:pt x="97" y="29"/>
                </a:lnTo>
                <a:lnTo>
                  <a:pt x="92" y="32"/>
                </a:lnTo>
                <a:lnTo>
                  <a:pt x="86" y="35"/>
                </a:lnTo>
                <a:lnTo>
                  <a:pt x="81" y="38"/>
                </a:lnTo>
                <a:lnTo>
                  <a:pt x="76" y="41"/>
                </a:lnTo>
                <a:lnTo>
                  <a:pt x="71" y="44"/>
                </a:lnTo>
                <a:lnTo>
                  <a:pt x="66" y="47"/>
                </a:lnTo>
                <a:lnTo>
                  <a:pt x="61" y="51"/>
                </a:lnTo>
                <a:lnTo>
                  <a:pt x="57" y="54"/>
                </a:lnTo>
                <a:lnTo>
                  <a:pt x="53" y="58"/>
                </a:lnTo>
                <a:lnTo>
                  <a:pt x="48" y="62"/>
                </a:lnTo>
                <a:lnTo>
                  <a:pt x="44" y="65"/>
                </a:lnTo>
                <a:lnTo>
                  <a:pt x="41" y="69"/>
                </a:lnTo>
                <a:lnTo>
                  <a:pt x="37" y="73"/>
                </a:lnTo>
                <a:lnTo>
                  <a:pt x="33" y="78"/>
                </a:lnTo>
                <a:lnTo>
                  <a:pt x="30" y="82"/>
                </a:lnTo>
                <a:lnTo>
                  <a:pt x="27" y="86"/>
                </a:lnTo>
                <a:lnTo>
                  <a:pt x="24" y="90"/>
                </a:lnTo>
                <a:lnTo>
                  <a:pt x="21" y="95"/>
                </a:lnTo>
                <a:lnTo>
                  <a:pt x="19" y="99"/>
                </a:lnTo>
                <a:lnTo>
                  <a:pt x="16" y="104"/>
                </a:lnTo>
                <a:lnTo>
                  <a:pt x="14" y="108"/>
                </a:lnTo>
                <a:lnTo>
                  <a:pt x="12" y="113"/>
                </a:lnTo>
                <a:lnTo>
                  <a:pt x="10" y="117"/>
                </a:lnTo>
                <a:lnTo>
                  <a:pt x="9" y="122"/>
                </a:lnTo>
                <a:lnTo>
                  <a:pt x="7" y="127"/>
                </a:lnTo>
                <a:lnTo>
                  <a:pt x="6" y="131"/>
                </a:lnTo>
                <a:lnTo>
                  <a:pt x="5" y="136"/>
                </a:lnTo>
                <a:lnTo>
                  <a:pt x="5" y="141"/>
                </a:lnTo>
                <a:lnTo>
                  <a:pt x="4" y="146"/>
                </a:lnTo>
                <a:lnTo>
                  <a:pt x="4" y="151"/>
                </a:lnTo>
                <a:lnTo>
                  <a:pt x="4" y="155"/>
                </a:lnTo>
                <a:lnTo>
                  <a:pt x="4" y="160"/>
                </a:lnTo>
                <a:lnTo>
                  <a:pt x="4" y="165"/>
                </a:lnTo>
                <a:lnTo>
                  <a:pt x="5" y="170"/>
                </a:lnTo>
                <a:lnTo>
                  <a:pt x="5" y="174"/>
                </a:lnTo>
                <a:lnTo>
                  <a:pt x="6" y="179"/>
                </a:lnTo>
                <a:lnTo>
                  <a:pt x="7" y="184"/>
                </a:lnTo>
                <a:lnTo>
                  <a:pt x="9" y="189"/>
                </a:lnTo>
                <a:lnTo>
                  <a:pt x="10" y="193"/>
                </a:lnTo>
                <a:lnTo>
                  <a:pt x="12" y="198"/>
                </a:lnTo>
                <a:lnTo>
                  <a:pt x="14" y="203"/>
                </a:lnTo>
                <a:lnTo>
                  <a:pt x="16" y="207"/>
                </a:lnTo>
                <a:lnTo>
                  <a:pt x="19" y="212"/>
                </a:lnTo>
                <a:lnTo>
                  <a:pt x="21" y="216"/>
                </a:lnTo>
                <a:lnTo>
                  <a:pt x="24" y="221"/>
                </a:lnTo>
                <a:lnTo>
                  <a:pt x="27" y="226"/>
                </a:lnTo>
                <a:lnTo>
                  <a:pt x="30" y="230"/>
                </a:lnTo>
                <a:lnTo>
                  <a:pt x="33" y="234"/>
                </a:lnTo>
                <a:lnTo>
                  <a:pt x="37" y="238"/>
                </a:lnTo>
                <a:lnTo>
                  <a:pt x="41" y="242"/>
                </a:lnTo>
                <a:lnTo>
                  <a:pt x="44" y="246"/>
                </a:lnTo>
                <a:lnTo>
                  <a:pt x="48" y="250"/>
                </a:lnTo>
                <a:lnTo>
                  <a:pt x="53" y="254"/>
                </a:lnTo>
                <a:lnTo>
                  <a:pt x="57" y="257"/>
                </a:lnTo>
                <a:lnTo>
                  <a:pt x="61" y="261"/>
                </a:lnTo>
                <a:lnTo>
                  <a:pt x="66" y="264"/>
                </a:lnTo>
                <a:lnTo>
                  <a:pt x="71" y="268"/>
                </a:lnTo>
                <a:lnTo>
                  <a:pt x="76" y="271"/>
                </a:lnTo>
                <a:lnTo>
                  <a:pt x="81" y="274"/>
                </a:lnTo>
                <a:lnTo>
                  <a:pt x="86" y="277"/>
                </a:lnTo>
                <a:lnTo>
                  <a:pt x="92" y="280"/>
                </a:lnTo>
                <a:lnTo>
                  <a:pt x="97" y="283"/>
                </a:lnTo>
                <a:lnTo>
                  <a:pt x="103" y="285"/>
                </a:lnTo>
                <a:lnTo>
                  <a:pt x="108" y="288"/>
                </a:lnTo>
                <a:lnTo>
                  <a:pt x="114" y="290"/>
                </a:lnTo>
                <a:lnTo>
                  <a:pt x="120" y="292"/>
                </a:lnTo>
                <a:lnTo>
                  <a:pt x="126" y="295"/>
                </a:lnTo>
                <a:lnTo>
                  <a:pt x="132" y="297"/>
                </a:lnTo>
                <a:lnTo>
                  <a:pt x="138" y="298"/>
                </a:lnTo>
                <a:lnTo>
                  <a:pt x="145" y="300"/>
                </a:lnTo>
                <a:lnTo>
                  <a:pt x="151" y="302"/>
                </a:lnTo>
                <a:lnTo>
                  <a:pt x="157" y="303"/>
                </a:lnTo>
                <a:lnTo>
                  <a:pt x="164" y="304"/>
                </a:lnTo>
                <a:lnTo>
                  <a:pt x="170" y="305"/>
                </a:lnTo>
                <a:lnTo>
                  <a:pt x="178" y="306"/>
                </a:lnTo>
                <a:lnTo>
                  <a:pt x="185" y="307"/>
                </a:lnTo>
                <a:lnTo>
                  <a:pt x="191" y="308"/>
                </a:lnTo>
                <a:lnTo>
                  <a:pt x="198" y="308"/>
                </a:lnTo>
                <a:lnTo>
                  <a:pt x="205" y="309"/>
                </a:lnTo>
                <a:lnTo>
                  <a:pt x="211" y="309"/>
                </a:lnTo>
                <a:lnTo>
                  <a:pt x="218" y="309"/>
                </a:lnTo>
                <a:lnTo>
                  <a:pt x="225" y="309"/>
                </a:lnTo>
                <a:lnTo>
                  <a:pt x="231" y="309"/>
                </a:lnTo>
                <a:lnTo>
                  <a:pt x="238" y="308"/>
                </a:lnTo>
                <a:lnTo>
                  <a:pt x="245" y="308"/>
                </a:lnTo>
                <a:lnTo>
                  <a:pt x="251" y="307"/>
                </a:lnTo>
                <a:lnTo>
                  <a:pt x="258" y="306"/>
                </a:lnTo>
                <a:lnTo>
                  <a:pt x="264" y="305"/>
                </a:lnTo>
                <a:lnTo>
                  <a:pt x="271" y="304"/>
                </a:lnTo>
                <a:lnTo>
                  <a:pt x="277" y="303"/>
                </a:lnTo>
                <a:lnTo>
                  <a:pt x="284" y="302"/>
                </a:lnTo>
                <a:lnTo>
                  <a:pt x="290" y="300"/>
                </a:lnTo>
                <a:lnTo>
                  <a:pt x="296" y="298"/>
                </a:lnTo>
                <a:lnTo>
                  <a:pt x="303" y="297"/>
                </a:lnTo>
                <a:lnTo>
                  <a:pt x="309" y="295"/>
                </a:lnTo>
                <a:lnTo>
                  <a:pt x="315" y="292"/>
                </a:lnTo>
                <a:lnTo>
                  <a:pt x="321" y="290"/>
                </a:lnTo>
                <a:lnTo>
                  <a:pt x="327" y="288"/>
                </a:lnTo>
                <a:lnTo>
                  <a:pt x="332" y="285"/>
                </a:lnTo>
                <a:lnTo>
                  <a:pt x="338" y="283"/>
                </a:lnTo>
                <a:lnTo>
                  <a:pt x="343" y="280"/>
                </a:lnTo>
                <a:lnTo>
                  <a:pt x="349" y="277"/>
                </a:lnTo>
                <a:lnTo>
                  <a:pt x="354" y="274"/>
                </a:lnTo>
                <a:lnTo>
                  <a:pt x="359" y="271"/>
                </a:lnTo>
                <a:lnTo>
                  <a:pt x="364" y="268"/>
                </a:lnTo>
                <a:lnTo>
                  <a:pt x="369" y="264"/>
                </a:lnTo>
                <a:lnTo>
                  <a:pt x="373" y="261"/>
                </a:lnTo>
                <a:lnTo>
                  <a:pt x="378" y="257"/>
                </a:lnTo>
                <a:lnTo>
                  <a:pt x="382" y="254"/>
                </a:lnTo>
                <a:lnTo>
                  <a:pt x="386" y="250"/>
                </a:lnTo>
                <a:lnTo>
                  <a:pt x="390" y="246"/>
                </a:lnTo>
                <a:lnTo>
                  <a:pt x="394" y="242"/>
                </a:lnTo>
                <a:lnTo>
                  <a:pt x="398" y="238"/>
                </a:lnTo>
                <a:lnTo>
                  <a:pt x="402" y="234"/>
                </a:lnTo>
                <a:lnTo>
                  <a:pt x="405" y="230"/>
                </a:lnTo>
                <a:lnTo>
                  <a:pt x="408" y="226"/>
                </a:lnTo>
                <a:lnTo>
                  <a:pt x="411" y="221"/>
                </a:lnTo>
                <a:lnTo>
                  <a:pt x="414" y="216"/>
                </a:lnTo>
                <a:lnTo>
                  <a:pt x="416" y="212"/>
                </a:lnTo>
                <a:lnTo>
                  <a:pt x="419" y="207"/>
                </a:lnTo>
                <a:lnTo>
                  <a:pt x="421" y="203"/>
                </a:lnTo>
                <a:lnTo>
                  <a:pt x="423" y="198"/>
                </a:lnTo>
                <a:lnTo>
                  <a:pt x="425" y="193"/>
                </a:lnTo>
                <a:lnTo>
                  <a:pt x="426" y="189"/>
                </a:lnTo>
                <a:lnTo>
                  <a:pt x="427" y="184"/>
                </a:lnTo>
                <a:lnTo>
                  <a:pt x="429" y="179"/>
                </a:lnTo>
                <a:lnTo>
                  <a:pt x="430" y="174"/>
                </a:lnTo>
                <a:lnTo>
                  <a:pt x="430" y="170"/>
                </a:lnTo>
                <a:lnTo>
                  <a:pt x="431" y="165"/>
                </a:lnTo>
                <a:lnTo>
                  <a:pt x="431" y="160"/>
                </a:lnTo>
                <a:lnTo>
                  <a:pt x="431" y="155"/>
                </a:lnTo>
                <a:moveTo>
                  <a:pt x="435" y="155"/>
                </a:moveTo>
                <a:lnTo>
                  <a:pt x="435" y="160"/>
                </a:lnTo>
                <a:lnTo>
                  <a:pt x="435" y="165"/>
                </a:lnTo>
                <a:lnTo>
                  <a:pt x="434" y="170"/>
                </a:lnTo>
                <a:lnTo>
                  <a:pt x="433" y="175"/>
                </a:lnTo>
                <a:lnTo>
                  <a:pt x="432" y="180"/>
                </a:lnTo>
                <a:lnTo>
                  <a:pt x="431" y="184"/>
                </a:lnTo>
                <a:lnTo>
                  <a:pt x="430" y="189"/>
                </a:lnTo>
                <a:lnTo>
                  <a:pt x="428" y="194"/>
                </a:lnTo>
                <a:lnTo>
                  <a:pt x="426" y="199"/>
                </a:lnTo>
                <a:lnTo>
                  <a:pt x="424" y="203"/>
                </a:lnTo>
                <a:lnTo>
                  <a:pt x="422" y="208"/>
                </a:lnTo>
                <a:lnTo>
                  <a:pt x="420" y="213"/>
                </a:lnTo>
                <a:lnTo>
                  <a:pt x="417" y="217"/>
                </a:lnTo>
                <a:lnTo>
                  <a:pt x="414" y="223"/>
                </a:lnTo>
                <a:lnTo>
                  <a:pt x="411" y="227"/>
                </a:lnTo>
                <a:lnTo>
                  <a:pt x="408" y="231"/>
                </a:lnTo>
                <a:lnTo>
                  <a:pt x="405" y="235"/>
                </a:lnTo>
                <a:lnTo>
                  <a:pt x="401" y="240"/>
                </a:lnTo>
                <a:lnTo>
                  <a:pt x="398" y="244"/>
                </a:lnTo>
                <a:lnTo>
                  <a:pt x="394" y="248"/>
                </a:lnTo>
                <a:lnTo>
                  <a:pt x="390" y="252"/>
                </a:lnTo>
                <a:lnTo>
                  <a:pt x="385" y="255"/>
                </a:lnTo>
                <a:lnTo>
                  <a:pt x="381" y="259"/>
                </a:lnTo>
                <a:lnTo>
                  <a:pt x="376" y="263"/>
                </a:lnTo>
                <a:lnTo>
                  <a:pt x="372" y="266"/>
                </a:lnTo>
                <a:lnTo>
                  <a:pt x="367" y="270"/>
                </a:lnTo>
                <a:lnTo>
                  <a:pt x="362" y="273"/>
                </a:lnTo>
                <a:lnTo>
                  <a:pt x="356" y="276"/>
                </a:lnTo>
                <a:lnTo>
                  <a:pt x="351" y="279"/>
                </a:lnTo>
                <a:lnTo>
                  <a:pt x="346" y="282"/>
                </a:lnTo>
                <a:lnTo>
                  <a:pt x="340" y="285"/>
                </a:lnTo>
                <a:lnTo>
                  <a:pt x="334" y="288"/>
                </a:lnTo>
                <a:lnTo>
                  <a:pt x="328" y="290"/>
                </a:lnTo>
                <a:lnTo>
                  <a:pt x="323" y="293"/>
                </a:lnTo>
                <a:lnTo>
                  <a:pt x="317" y="295"/>
                </a:lnTo>
                <a:lnTo>
                  <a:pt x="310" y="297"/>
                </a:lnTo>
                <a:lnTo>
                  <a:pt x="304" y="299"/>
                </a:lnTo>
                <a:lnTo>
                  <a:pt x="298" y="301"/>
                </a:lnTo>
                <a:lnTo>
                  <a:pt x="292" y="303"/>
                </a:lnTo>
                <a:lnTo>
                  <a:pt x="285" y="304"/>
                </a:lnTo>
                <a:lnTo>
                  <a:pt x="279" y="306"/>
                </a:lnTo>
                <a:lnTo>
                  <a:pt x="272" y="307"/>
                </a:lnTo>
                <a:lnTo>
                  <a:pt x="265" y="308"/>
                </a:lnTo>
                <a:lnTo>
                  <a:pt x="259" y="309"/>
                </a:lnTo>
                <a:lnTo>
                  <a:pt x="252" y="310"/>
                </a:lnTo>
                <a:lnTo>
                  <a:pt x="245" y="311"/>
                </a:lnTo>
                <a:lnTo>
                  <a:pt x="238" y="311"/>
                </a:lnTo>
                <a:lnTo>
                  <a:pt x="232" y="312"/>
                </a:lnTo>
                <a:lnTo>
                  <a:pt x="225" y="312"/>
                </a:lnTo>
                <a:lnTo>
                  <a:pt x="218" y="312"/>
                </a:lnTo>
                <a:lnTo>
                  <a:pt x="211" y="312"/>
                </a:lnTo>
                <a:lnTo>
                  <a:pt x="204" y="312"/>
                </a:lnTo>
                <a:lnTo>
                  <a:pt x="198" y="311"/>
                </a:lnTo>
                <a:lnTo>
                  <a:pt x="191" y="311"/>
                </a:lnTo>
                <a:lnTo>
                  <a:pt x="184" y="310"/>
                </a:lnTo>
                <a:lnTo>
                  <a:pt x="177" y="309"/>
                </a:lnTo>
                <a:lnTo>
                  <a:pt x="170" y="308"/>
                </a:lnTo>
                <a:lnTo>
                  <a:pt x="163" y="307"/>
                </a:lnTo>
                <a:lnTo>
                  <a:pt x="156" y="306"/>
                </a:lnTo>
                <a:lnTo>
                  <a:pt x="150" y="304"/>
                </a:lnTo>
                <a:lnTo>
                  <a:pt x="143" y="303"/>
                </a:lnTo>
                <a:lnTo>
                  <a:pt x="137" y="301"/>
                </a:lnTo>
                <a:lnTo>
                  <a:pt x="131" y="299"/>
                </a:lnTo>
                <a:lnTo>
                  <a:pt x="124" y="297"/>
                </a:lnTo>
                <a:lnTo>
                  <a:pt x="118" y="295"/>
                </a:lnTo>
                <a:lnTo>
                  <a:pt x="112" y="293"/>
                </a:lnTo>
                <a:lnTo>
                  <a:pt x="106" y="290"/>
                </a:lnTo>
                <a:lnTo>
                  <a:pt x="101" y="288"/>
                </a:lnTo>
                <a:lnTo>
                  <a:pt x="95" y="285"/>
                </a:lnTo>
                <a:lnTo>
                  <a:pt x="89" y="282"/>
                </a:lnTo>
                <a:lnTo>
                  <a:pt x="84" y="279"/>
                </a:lnTo>
                <a:lnTo>
                  <a:pt x="79" y="276"/>
                </a:lnTo>
                <a:lnTo>
                  <a:pt x="73" y="273"/>
                </a:lnTo>
                <a:lnTo>
                  <a:pt x="68" y="270"/>
                </a:lnTo>
                <a:lnTo>
                  <a:pt x="63" y="266"/>
                </a:lnTo>
                <a:lnTo>
                  <a:pt x="59" y="263"/>
                </a:lnTo>
                <a:lnTo>
                  <a:pt x="54" y="259"/>
                </a:lnTo>
                <a:lnTo>
                  <a:pt x="50" y="255"/>
                </a:lnTo>
                <a:lnTo>
                  <a:pt x="45" y="252"/>
                </a:lnTo>
                <a:lnTo>
                  <a:pt x="41" y="248"/>
                </a:lnTo>
                <a:lnTo>
                  <a:pt x="37" y="244"/>
                </a:lnTo>
                <a:lnTo>
                  <a:pt x="34" y="240"/>
                </a:lnTo>
                <a:lnTo>
                  <a:pt x="30" y="235"/>
                </a:lnTo>
                <a:lnTo>
                  <a:pt x="27" y="231"/>
                </a:lnTo>
                <a:lnTo>
                  <a:pt x="23" y="227"/>
                </a:lnTo>
                <a:lnTo>
                  <a:pt x="20" y="223"/>
                </a:lnTo>
                <a:lnTo>
                  <a:pt x="18" y="217"/>
                </a:lnTo>
                <a:lnTo>
                  <a:pt x="15" y="213"/>
                </a:lnTo>
                <a:lnTo>
                  <a:pt x="13" y="208"/>
                </a:lnTo>
                <a:lnTo>
                  <a:pt x="10" y="203"/>
                </a:lnTo>
                <a:lnTo>
                  <a:pt x="8" y="199"/>
                </a:lnTo>
                <a:lnTo>
                  <a:pt x="7" y="194"/>
                </a:lnTo>
                <a:lnTo>
                  <a:pt x="5" y="189"/>
                </a:lnTo>
                <a:lnTo>
                  <a:pt x="4" y="184"/>
                </a:lnTo>
                <a:lnTo>
                  <a:pt x="2" y="180"/>
                </a:lnTo>
                <a:lnTo>
                  <a:pt x="2" y="175"/>
                </a:lnTo>
                <a:lnTo>
                  <a:pt x="1" y="170"/>
                </a:lnTo>
                <a:lnTo>
                  <a:pt x="0" y="165"/>
                </a:lnTo>
                <a:lnTo>
                  <a:pt x="0" y="160"/>
                </a:lnTo>
                <a:lnTo>
                  <a:pt x="0" y="155"/>
                </a:lnTo>
                <a:lnTo>
                  <a:pt x="0" y="150"/>
                </a:lnTo>
                <a:lnTo>
                  <a:pt x="0" y="146"/>
                </a:lnTo>
                <a:lnTo>
                  <a:pt x="1" y="141"/>
                </a:lnTo>
                <a:lnTo>
                  <a:pt x="2" y="136"/>
                </a:lnTo>
                <a:lnTo>
                  <a:pt x="2" y="131"/>
                </a:lnTo>
                <a:lnTo>
                  <a:pt x="4" y="126"/>
                </a:lnTo>
                <a:lnTo>
                  <a:pt x="5" y="121"/>
                </a:lnTo>
                <a:lnTo>
                  <a:pt x="7" y="117"/>
                </a:lnTo>
                <a:lnTo>
                  <a:pt x="8" y="112"/>
                </a:lnTo>
                <a:lnTo>
                  <a:pt x="10" y="107"/>
                </a:lnTo>
                <a:lnTo>
                  <a:pt x="13" y="103"/>
                </a:lnTo>
                <a:lnTo>
                  <a:pt x="15" y="98"/>
                </a:lnTo>
                <a:lnTo>
                  <a:pt x="18" y="94"/>
                </a:lnTo>
                <a:lnTo>
                  <a:pt x="20" y="89"/>
                </a:lnTo>
                <a:lnTo>
                  <a:pt x="23" y="85"/>
                </a:lnTo>
                <a:lnTo>
                  <a:pt x="27" y="80"/>
                </a:lnTo>
                <a:lnTo>
                  <a:pt x="30" y="76"/>
                </a:lnTo>
                <a:lnTo>
                  <a:pt x="34" y="72"/>
                </a:lnTo>
                <a:lnTo>
                  <a:pt x="37" y="68"/>
                </a:lnTo>
                <a:lnTo>
                  <a:pt x="41" y="64"/>
                </a:lnTo>
                <a:lnTo>
                  <a:pt x="45" y="60"/>
                </a:lnTo>
                <a:lnTo>
                  <a:pt x="50" y="56"/>
                </a:lnTo>
                <a:lnTo>
                  <a:pt x="54" y="52"/>
                </a:lnTo>
                <a:lnTo>
                  <a:pt x="59" y="49"/>
                </a:lnTo>
                <a:lnTo>
                  <a:pt x="63" y="45"/>
                </a:lnTo>
                <a:lnTo>
                  <a:pt x="68" y="42"/>
                </a:lnTo>
                <a:lnTo>
                  <a:pt x="73" y="39"/>
                </a:lnTo>
                <a:lnTo>
                  <a:pt x="79" y="35"/>
                </a:lnTo>
                <a:lnTo>
                  <a:pt x="84" y="32"/>
                </a:lnTo>
                <a:lnTo>
                  <a:pt x="89" y="29"/>
                </a:lnTo>
                <a:lnTo>
                  <a:pt x="95" y="27"/>
                </a:lnTo>
                <a:lnTo>
                  <a:pt x="101" y="24"/>
                </a:lnTo>
                <a:lnTo>
                  <a:pt x="106" y="21"/>
                </a:lnTo>
                <a:lnTo>
                  <a:pt x="112" y="19"/>
                </a:lnTo>
                <a:lnTo>
                  <a:pt x="118" y="17"/>
                </a:lnTo>
                <a:lnTo>
                  <a:pt x="124" y="15"/>
                </a:lnTo>
                <a:lnTo>
                  <a:pt x="131" y="13"/>
                </a:lnTo>
                <a:lnTo>
                  <a:pt x="137" y="11"/>
                </a:lnTo>
                <a:lnTo>
                  <a:pt x="143" y="9"/>
                </a:lnTo>
                <a:lnTo>
                  <a:pt x="150" y="7"/>
                </a:lnTo>
                <a:lnTo>
                  <a:pt x="156" y="6"/>
                </a:lnTo>
                <a:lnTo>
                  <a:pt x="163" y="5"/>
                </a:lnTo>
                <a:lnTo>
                  <a:pt x="170" y="3"/>
                </a:lnTo>
                <a:lnTo>
                  <a:pt x="177" y="2"/>
                </a:lnTo>
                <a:lnTo>
                  <a:pt x="184" y="2"/>
                </a:lnTo>
                <a:lnTo>
                  <a:pt x="191" y="1"/>
                </a:lnTo>
                <a:lnTo>
                  <a:pt x="198" y="0"/>
                </a:lnTo>
                <a:lnTo>
                  <a:pt x="204" y="0"/>
                </a:lnTo>
                <a:lnTo>
                  <a:pt x="211" y="0"/>
                </a:lnTo>
                <a:lnTo>
                  <a:pt x="218" y="0"/>
                </a:lnTo>
                <a:lnTo>
                  <a:pt x="225" y="0"/>
                </a:lnTo>
                <a:lnTo>
                  <a:pt x="232" y="0"/>
                </a:lnTo>
                <a:lnTo>
                  <a:pt x="238" y="0"/>
                </a:lnTo>
                <a:lnTo>
                  <a:pt x="245" y="1"/>
                </a:lnTo>
                <a:lnTo>
                  <a:pt x="252" y="2"/>
                </a:lnTo>
                <a:lnTo>
                  <a:pt x="259" y="2"/>
                </a:lnTo>
                <a:lnTo>
                  <a:pt x="265" y="3"/>
                </a:lnTo>
                <a:lnTo>
                  <a:pt x="272" y="5"/>
                </a:lnTo>
                <a:lnTo>
                  <a:pt x="279" y="6"/>
                </a:lnTo>
                <a:lnTo>
                  <a:pt x="285" y="7"/>
                </a:lnTo>
                <a:lnTo>
                  <a:pt x="292" y="9"/>
                </a:lnTo>
                <a:lnTo>
                  <a:pt x="298" y="11"/>
                </a:lnTo>
                <a:lnTo>
                  <a:pt x="304" y="13"/>
                </a:lnTo>
                <a:lnTo>
                  <a:pt x="310" y="15"/>
                </a:lnTo>
                <a:lnTo>
                  <a:pt x="317" y="17"/>
                </a:lnTo>
                <a:lnTo>
                  <a:pt x="323" y="19"/>
                </a:lnTo>
                <a:lnTo>
                  <a:pt x="328" y="21"/>
                </a:lnTo>
                <a:lnTo>
                  <a:pt x="334" y="24"/>
                </a:lnTo>
                <a:lnTo>
                  <a:pt x="340" y="27"/>
                </a:lnTo>
                <a:lnTo>
                  <a:pt x="346" y="29"/>
                </a:lnTo>
                <a:lnTo>
                  <a:pt x="351" y="32"/>
                </a:lnTo>
                <a:lnTo>
                  <a:pt x="356" y="35"/>
                </a:lnTo>
                <a:lnTo>
                  <a:pt x="362" y="39"/>
                </a:lnTo>
                <a:lnTo>
                  <a:pt x="367" y="42"/>
                </a:lnTo>
                <a:lnTo>
                  <a:pt x="372" y="45"/>
                </a:lnTo>
                <a:lnTo>
                  <a:pt x="376" y="49"/>
                </a:lnTo>
                <a:lnTo>
                  <a:pt x="381" y="52"/>
                </a:lnTo>
                <a:lnTo>
                  <a:pt x="385" y="56"/>
                </a:lnTo>
                <a:lnTo>
                  <a:pt x="390" y="60"/>
                </a:lnTo>
                <a:lnTo>
                  <a:pt x="394" y="64"/>
                </a:lnTo>
                <a:lnTo>
                  <a:pt x="398" y="68"/>
                </a:lnTo>
                <a:lnTo>
                  <a:pt x="401" y="72"/>
                </a:lnTo>
                <a:lnTo>
                  <a:pt x="405" y="76"/>
                </a:lnTo>
                <a:lnTo>
                  <a:pt x="408" y="80"/>
                </a:lnTo>
                <a:lnTo>
                  <a:pt x="411" y="85"/>
                </a:lnTo>
                <a:lnTo>
                  <a:pt x="414" y="89"/>
                </a:lnTo>
                <a:lnTo>
                  <a:pt x="417" y="94"/>
                </a:lnTo>
                <a:lnTo>
                  <a:pt x="420" y="98"/>
                </a:lnTo>
                <a:lnTo>
                  <a:pt x="422" y="103"/>
                </a:lnTo>
                <a:lnTo>
                  <a:pt x="424" y="107"/>
                </a:lnTo>
                <a:lnTo>
                  <a:pt x="426" y="112"/>
                </a:lnTo>
                <a:lnTo>
                  <a:pt x="428" y="117"/>
                </a:lnTo>
                <a:lnTo>
                  <a:pt x="430" y="121"/>
                </a:lnTo>
                <a:lnTo>
                  <a:pt x="431" y="126"/>
                </a:lnTo>
                <a:lnTo>
                  <a:pt x="432" y="131"/>
                </a:lnTo>
                <a:lnTo>
                  <a:pt x="433" y="136"/>
                </a:lnTo>
                <a:lnTo>
                  <a:pt x="434" y="141"/>
                </a:lnTo>
                <a:lnTo>
                  <a:pt x="435" y="146"/>
                </a:lnTo>
                <a:lnTo>
                  <a:pt x="435" y="150"/>
                </a:lnTo>
                <a:lnTo>
                  <a:pt x="435" y="155"/>
                </a:lnTo>
                <a:close/>
              </a:path>
            </a:pathLst>
          </a:custGeom>
          <a:solidFill>
            <a:srgbClr val="ff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4" name=""/>
          <p:cNvSpPr/>
          <p:nvPr/>
        </p:nvSpPr>
        <p:spPr>
          <a:xfrm>
            <a:off x="7983000" y="2887200"/>
            <a:ext cx="159480" cy="114480"/>
          </a:xfrm>
          <a:custGeom>
            <a:avLst/>
            <a:gdLst/>
            <a:ahLst/>
            <a:rect l="0" t="0" r="r" b="b"/>
            <a:pathLst>
              <a:path w="443" h="318">
                <a:moveTo>
                  <a:pt x="439" y="159"/>
                </a:moveTo>
                <a:lnTo>
                  <a:pt x="439" y="154"/>
                </a:lnTo>
                <a:lnTo>
                  <a:pt x="439" y="150"/>
                </a:lnTo>
                <a:lnTo>
                  <a:pt x="438" y="145"/>
                </a:lnTo>
                <a:lnTo>
                  <a:pt x="437" y="140"/>
                </a:lnTo>
                <a:lnTo>
                  <a:pt x="436" y="135"/>
                </a:lnTo>
                <a:lnTo>
                  <a:pt x="435" y="130"/>
                </a:lnTo>
                <a:lnTo>
                  <a:pt x="434" y="125"/>
                </a:lnTo>
                <a:lnTo>
                  <a:pt x="432" y="121"/>
                </a:lnTo>
                <a:lnTo>
                  <a:pt x="430" y="116"/>
                </a:lnTo>
                <a:lnTo>
                  <a:pt x="428" y="111"/>
                </a:lnTo>
                <a:lnTo>
                  <a:pt x="426" y="107"/>
                </a:lnTo>
                <a:lnTo>
                  <a:pt x="424" y="102"/>
                </a:lnTo>
                <a:lnTo>
                  <a:pt x="421" y="98"/>
                </a:lnTo>
                <a:lnTo>
                  <a:pt x="418" y="93"/>
                </a:lnTo>
                <a:lnTo>
                  <a:pt x="415" y="89"/>
                </a:lnTo>
                <a:lnTo>
                  <a:pt x="412" y="84"/>
                </a:lnTo>
                <a:lnTo>
                  <a:pt x="409" y="80"/>
                </a:lnTo>
                <a:lnTo>
                  <a:pt x="405" y="76"/>
                </a:lnTo>
                <a:lnTo>
                  <a:pt x="402" y="72"/>
                </a:lnTo>
                <a:lnTo>
                  <a:pt x="398" y="68"/>
                </a:lnTo>
                <a:lnTo>
                  <a:pt x="394" y="64"/>
                </a:lnTo>
                <a:lnTo>
                  <a:pt x="389" y="60"/>
                </a:lnTo>
                <a:lnTo>
                  <a:pt x="385" y="56"/>
                </a:lnTo>
                <a:lnTo>
                  <a:pt x="380" y="53"/>
                </a:lnTo>
                <a:lnTo>
                  <a:pt x="376" y="49"/>
                </a:lnTo>
                <a:lnTo>
                  <a:pt x="371" y="46"/>
                </a:lnTo>
                <a:lnTo>
                  <a:pt x="366" y="43"/>
                </a:lnTo>
                <a:lnTo>
                  <a:pt x="360" y="39"/>
                </a:lnTo>
                <a:lnTo>
                  <a:pt x="355" y="35"/>
                </a:lnTo>
                <a:lnTo>
                  <a:pt x="350" y="32"/>
                </a:lnTo>
                <a:lnTo>
                  <a:pt x="344" y="30"/>
                </a:lnTo>
                <a:lnTo>
                  <a:pt x="338" y="27"/>
                </a:lnTo>
                <a:lnTo>
                  <a:pt x="332" y="24"/>
                </a:lnTo>
                <a:lnTo>
                  <a:pt x="327" y="22"/>
                </a:lnTo>
                <a:lnTo>
                  <a:pt x="321" y="20"/>
                </a:lnTo>
                <a:lnTo>
                  <a:pt x="314" y="18"/>
                </a:lnTo>
                <a:lnTo>
                  <a:pt x="308" y="16"/>
                </a:lnTo>
                <a:lnTo>
                  <a:pt x="302" y="14"/>
                </a:lnTo>
                <a:lnTo>
                  <a:pt x="296" y="12"/>
                </a:lnTo>
                <a:lnTo>
                  <a:pt x="289" y="10"/>
                </a:lnTo>
                <a:lnTo>
                  <a:pt x="283" y="9"/>
                </a:lnTo>
                <a:lnTo>
                  <a:pt x="276" y="8"/>
                </a:lnTo>
                <a:lnTo>
                  <a:pt x="269" y="6"/>
                </a:lnTo>
                <a:lnTo>
                  <a:pt x="263" y="5"/>
                </a:lnTo>
                <a:lnTo>
                  <a:pt x="256" y="5"/>
                </a:lnTo>
                <a:lnTo>
                  <a:pt x="249" y="4"/>
                </a:lnTo>
                <a:lnTo>
                  <a:pt x="242" y="3"/>
                </a:lnTo>
                <a:lnTo>
                  <a:pt x="236" y="3"/>
                </a:lnTo>
                <a:lnTo>
                  <a:pt x="229" y="3"/>
                </a:lnTo>
                <a:lnTo>
                  <a:pt x="222" y="3"/>
                </a:lnTo>
                <a:lnTo>
                  <a:pt x="215" y="3"/>
                </a:lnTo>
                <a:lnTo>
                  <a:pt x="208" y="3"/>
                </a:lnTo>
                <a:lnTo>
                  <a:pt x="202" y="3"/>
                </a:lnTo>
                <a:lnTo>
                  <a:pt x="195" y="4"/>
                </a:lnTo>
                <a:lnTo>
                  <a:pt x="188" y="5"/>
                </a:lnTo>
                <a:lnTo>
                  <a:pt x="181" y="5"/>
                </a:lnTo>
                <a:lnTo>
                  <a:pt x="175" y="6"/>
                </a:lnTo>
                <a:lnTo>
                  <a:pt x="168" y="8"/>
                </a:lnTo>
                <a:lnTo>
                  <a:pt x="161" y="9"/>
                </a:lnTo>
                <a:lnTo>
                  <a:pt x="155" y="10"/>
                </a:lnTo>
                <a:lnTo>
                  <a:pt x="148" y="12"/>
                </a:lnTo>
                <a:lnTo>
                  <a:pt x="141" y="14"/>
                </a:lnTo>
                <a:lnTo>
                  <a:pt x="135" y="16"/>
                </a:lnTo>
                <a:lnTo>
                  <a:pt x="128" y="18"/>
                </a:lnTo>
                <a:lnTo>
                  <a:pt x="122" y="20"/>
                </a:lnTo>
                <a:lnTo>
                  <a:pt x="116" y="22"/>
                </a:lnTo>
                <a:lnTo>
                  <a:pt x="110" y="24"/>
                </a:lnTo>
                <a:lnTo>
                  <a:pt x="105" y="27"/>
                </a:lnTo>
                <a:lnTo>
                  <a:pt x="99" y="30"/>
                </a:lnTo>
                <a:lnTo>
                  <a:pt x="93" y="32"/>
                </a:lnTo>
                <a:lnTo>
                  <a:pt x="88" y="35"/>
                </a:lnTo>
                <a:lnTo>
                  <a:pt x="83" y="39"/>
                </a:lnTo>
                <a:lnTo>
                  <a:pt x="77" y="43"/>
                </a:lnTo>
                <a:lnTo>
                  <a:pt x="72" y="46"/>
                </a:lnTo>
                <a:lnTo>
                  <a:pt x="67" y="49"/>
                </a:lnTo>
                <a:lnTo>
                  <a:pt x="63" y="53"/>
                </a:lnTo>
                <a:lnTo>
                  <a:pt x="58" y="56"/>
                </a:lnTo>
                <a:lnTo>
                  <a:pt x="54" y="60"/>
                </a:lnTo>
                <a:lnTo>
                  <a:pt x="49" y="64"/>
                </a:lnTo>
                <a:lnTo>
                  <a:pt x="45" y="68"/>
                </a:lnTo>
                <a:lnTo>
                  <a:pt x="41" y="72"/>
                </a:lnTo>
                <a:lnTo>
                  <a:pt x="38" y="76"/>
                </a:lnTo>
                <a:lnTo>
                  <a:pt x="34" y="80"/>
                </a:lnTo>
                <a:lnTo>
                  <a:pt x="31" y="84"/>
                </a:lnTo>
                <a:lnTo>
                  <a:pt x="27" y="89"/>
                </a:lnTo>
                <a:lnTo>
                  <a:pt x="24" y="93"/>
                </a:lnTo>
                <a:lnTo>
                  <a:pt x="22" y="98"/>
                </a:lnTo>
                <a:lnTo>
                  <a:pt x="19" y="102"/>
                </a:lnTo>
                <a:lnTo>
                  <a:pt x="17" y="107"/>
                </a:lnTo>
                <a:lnTo>
                  <a:pt x="14" y="111"/>
                </a:lnTo>
                <a:lnTo>
                  <a:pt x="12" y="116"/>
                </a:lnTo>
                <a:lnTo>
                  <a:pt x="11" y="121"/>
                </a:lnTo>
                <a:lnTo>
                  <a:pt x="9" y="125"/>
                </a:lnTo>
                <a:lnTo>
                  <a:pt x="8" y="130"/>
                </a:lnTo>
                <a:lnTo>
                  <a:pt x="6" y="135"/>
                </a:lnTo>
                <a:lnTo>
                  <a:pt x="6" y="140"/>
                </a:lnTo>
                <a:lnTo>
                  <a:pt x="5" y="145"/>
                </a:lnTo>
                <a:lnTo>
                  <a:pt x="4" y="150"/>
                </a:lnTo>
                <a:lnTo>
                  <a:pt x="4" y="154"/>
                </a:lnTo>
                <a:lnTo>
                  <a:pt x="4" y="159"/>
                </a:lnTo>
                <a:lnTo>
                  <a:pt x="4" y="164"/>
                </a:lnTo>
                <a:lnTo>
                  <a:pt x="4" y="169"/>
                </a:lnTo>
                <a:lnTo>
                  <a:pt x="5" y="174"/>
                </a:lnTo>
                <a:lnTo>
                  <a:pt x="6" y="179"/>
                </a:lnTo>
                <a:lnTo>
                  <a:pt x="6" y="184"/>
                </a:lnTo>
                <a:lnTo>
                  <a:pt x="8" y="188"/>
                </a:lnTo>
                <a:lnTo>
                  <a:pt x="9" y="193"/>
                </a:lnTo>
                <a:lnTo>
                  <a:pt x="11" y="198"/>
                </a:lnTo>
                <a:lnTo>
                  <a:pt x="12" y="203"/>
                </a:lnTo>
                <a:lnTo>
                  <a:pt x="14" y="207"/>
                </a:lnTo>
                <a:lnTo>
                  <a:pt x="17" y="212"/>
                </a:lnTo>
                <a:lnTo>
                  <a:pt x="19" y="217"/>
                </a:lnTo>
                <a:lnTo>
                  <a:pt x="22" y="221"/>
                </a:lnTo>
                <a:lnTo>
                  <a:pt x="24" y="226"/>
                </a:lnTo>
                <a:lnTo>
                  <a:pt x="27" y="230"/>
                </a:lnTo>
                <a:lnTo>
                  <a:pt x="31" y="234"/>
                </a:lnTo>
                <a:lnTo>
                  <a:pt x="34" y="238"/>
                </a:lnTo>
                <a:lnTo>
                  <a:pt x="38" y="243"/>
                </a:lnTo>
                <a:lnTo>
                  <a:pt x="41" y="247"/>
                </a:lnTo>
                <a:lnTo>
                  <a:pt x="45" y="251"/>
                </a:lnTo>
                <a:lnTo>
                  <a:pt x="49" y="255"/>
                </a:lnTo>
                <a:lnTo>
                  <a:pt x="54" y="258"/>
                </a:lnTo>
                <a:lnTo>
                  <a:pt x="58" y="262"/>
                </a:lnTo>
                <a:lnTo>
                  <a:pt x="63" y="266"/>
                </a:lnTo>
                <a:lnTo>
                  <a:pt x="67" y="269"/>
                </a:lnTo>
                <a:lnTo>
                  <a:pt x="72" y="273"/>
                </a:lnTo>
                <a:lnTo>
                  <a:pt x="77" y="276"/>
                </a:lnTo>
                <a:lnTo>
                  <a:pt x="83" y="279"/>
                </a:lnTo>
                <a:lnTo>
                  <a:pt x="88" y="282"/>
                </a:lnTo>
                <a:lnTo>
                  <a:pt x="93" y="285"/>
                </a:lnTo>
                <a:lnTo>
                  <a:pt x="99" y="288"/>
                </a:lnTo>
                <a:lnTo>
                  <a:pt x="105" y="291"/>
                </a:lnTo>
                <a:lnTo>
                  <a:pt x="110" y="293"/>
                </a:lnTo>
                <a:lnTo>
                  <a:pt x="116" y="296"/>
                </a:lnTo>
                <a:lnTo>
                  <a:pt x="122" y="298"/>
                </a:lnTo>
                <a:lnTo>
                  <a:pt x="128" y="300"/>
                </a:lnTo>
                <a:lnTo>
                  <a:pt x="135" y="302"/>
                </a:lnTo>
                <a:lnTo>
                  <a:pt x="141" y="304"/>
                </a:lnTo>
                <a:lnTo>
                  <a:pt x="148" y="306"/>
                </a:lnTo>
                <a:lnTo>
                  <a:pt x="155" y="307"/>
                </a:lnTo>
                <a:lnTo>
                  <a:pt x="161" y="309"/>
                </a:lnTo>
                <a:lnTo>
                  <a:pt x="168" y="310"/>
                </a:lnTo>
                <a:lnTo>
                  <a:pt x="175" y="311"/>
                </a:lnTo>
                <a:lnTo>
                  <a:pt x="181" y="312"/>
                </a:lnTo>
                <a:lnTo>
                  <a:pt x="188" y="313"/>
                </a:lnTo>
                <a:lnTo>
                  <a:pt x="195" y="314"/>
                </a:lnTo>
                <a:lnTo>
                  <a:pt x="202" y="314"/>
                </a:lnTo>
                <a:lnTo>
                  <a:pt x="208" y="315"/>
                </a:lnTo>
                <a:lnTo>
                  <a:pt x="215" y="315"/>
                </a:lnTo>
                <a:lnTo>
                  <a:pt x="222" y="315"/>
                </a:lnTo>
                <a:lnTo>
                  <a:pt x="229" y="315"/>
                </a:lnTo>
                <a:lnTo>
                  <a:pt x="236" y="315"/>
                </a:lnTo>
                <a:lnTo>
                  <a:pt x="242" y="314"/>
                </a:lnTo>
                <a:lnTo>
                  <a:pt x="249" y="314"/>
                </a:lnTo>
                <a:lnTo>
                  <a:pt x="256" y="313"/>
                </a:lnTo>
                <a:lnTo>
                  <a:pt x="263" y="312"/>
                </a:lnTo>
                <a:lnTo>
                  <a:pt x="269" y="311"/>
                </a:lnTo>
                <a:lnTo>
                  <a:pt x="276" y="310"/>
                </a:lnTo>
                <a:lnTo>
                  <a:pt x="283" y="309"/>
                </a:lnTo>
                <a:lnTo>
                  <a:pt x="289" y="307"/>
                </a:lnTo>
                <a:lnTo>
                  <a:pt x="296" y="306"/>
                </a:lnTo>
                <a:lnTo>
                  <a:pt x="302" y="304"/>
                </a:lnTo>
                <a:lnTo>
                  <a:pt x="308" y="302"/>
                </a:lnTo>
                <a:lnTo>
                  <a:pt x="314" y="300"/>
                </a:lnTo>
                <a:lnTo>
                  <a:pt x="321" y="298"/>
                </a:lnTo>
                <a:lnTo>
                  <a:pt x="327" y="296"/>
                </a:lnTo>
                <a:lnTo>
                  <a:pt x="332" y="293"/>
                </a:lnTo>
                <a:lnTo>
                  <a:pt x="338" y="291"/>
                </a:lnTo>
                <a:lnTo>
                  <a:pt x="344" y="288"/>
                </a:lnTo>
                <a:lnTo>
                  <a:pt x="350" y="285"/>
                </a:lnTo>
                <a:lnTo>
                  <a:pt x="355" y="282"/>
                </a:lnTo>
                <a:lnTo>
                  <a:pt x="360" y="279"/>
                </a:lnTo>
                <a:lnTo>
                  <a:pt x="366" y="276"/>
                </a:lnTo>
                <a:lnTo>
                  <a:pt x="371" y="273"/>
                </a:lnTo>
                <a:lnTo>
                  <a:pt x="376" y="269"/>
                </a:lnTo>
                <a:lnTo>
                  <a:pt x="380" y="266"/>
                </a:lnTo>
                <a:lnTo>
                  <a:pt x="385" y="262"/>
                </a:lnTo>
                <a:lnTo>
                  <a:pt x="389" y="258"/>
                </a:lnTo>
                <a:lnTo>
                  <a:pt x="394" y="255"/>
                </a:lnTo>
                <a:lnTo>
                  <a:pt x="398" y="251"/>
                </a:lnTo>
                <a:lnTo>
                  <a:pt x="402" y="247"/>
                </a:lnTo>
                <a:lnTo>
                  <a:pt x="405" y="243"/>
                </a:lnTo>
                <a:lnTo>
                  <a:pt x="409" y="238"/>
                </a:lnTo>
                <a:lnTo>
                  <a:pt x="412" y="234"/>
                </a:lnTo>
                <a:lnTo>
                  <a:pt x="415" y="230"/>
                </a:lnTo>
                <a:lnTo>
                  <a:pt x="418" y="226"/>
                </a:lnTo>
                <a:lnTo>
                  <a:pt x="421" y="221"/>
                </a:lnTo>
                <a:lnTo>
                  <a:pt x="424" y="217"/>
                </a:lnTo>
                <a:lnTo>
                  <a:pt x="426" y="212"/>
                </a:lnTo>
                <a:lnTo>
                  <a:pt x="428" y="207"/>
                </a:lnTo>
                <a:lnTo>
                  <a:pt x="430" y="203"/>
                </a:lnTo>
                <a:lnTo>
                  <a:pt x="432" y="198"/>
                </a:lnTo>
                <a:lnTo>
                  <a:pt x="434" y="193"/>
                </a:lnTo>
                <a:lnTo>
                  <a:pt x="435" y="188"/>
                </a:lnTo>
                <a:lnTo>
                  <a:pt x="436" y="184"/>
                </a:lnTo>
                <a:lnTo>
                  <a:pt x="437" y="179"/>
                </a:lnTo>
                <a:lnTo>
                  <a:pt x="438" y="174"/>
                </a:lnTo>
                <a:lnTo>
                  <a:pt x="439" y="169"/>
                </a:lnTo>
                <a:lnTo>
                  <a:pt x="439" y="164"/>
                </a:lnTo>
                <a:lnTo>
                  <a:pt x="439" y="159"/>
                </a:lnTo>
                <a:moveTo>
                  <a:pt x="443" y="159"/>
                </a:moveTo>
                <a:lnTo>
                  <a:pt x="443" y="164"/>
                </a:lnTo>
                <a:lnTo>
                  <a:pt x="443" y="169"/>
                </a:lnTo>
                <a:lnTo>
                  <a:pt x="442" y="174"/>
                </a:lnTo>
                <a:lnTo>
                  <a:pt x="441" y="179"/>
                </a:lnTo>
                <a:lnTo>
                  <a:pt x="440" y="184"/>
                </a:lnTo>
                <a:lnTo>
                  <a:pt x="439" y="189"/>
                </a:lnTo>
                <a:lnTo>
                  <a:pt x="438" y="194"/>
                </a:lnTo>
                <a:lnTo>
                  <a:pt x="436" y="199"/>
                </a:lnTo>
                <a:lnTo>
                  <a:pt x="434" y="203"/>
                </a:lnTo>
                <a:lnTo>
                  <a:pt x="432" y="208"/>
                </a:lnTo>
                <a:lnTo>
                  <a:pt x="430" y="213"/>
                </a:lnTo>
                <a:lnTo>
                  <a:pt x="427" y="218"/>
                </a:lnTo>
                <a:lnTo>
                  <a:pt x="425" y="222"/>
                </a:lnTo>
                <a:lnTo>
                  <a:pt x="422" y="227"/>
                </a:lnTo>
                <a:lnTo>
                  <a:pt x="419" y="231"/>
                </a:lnTo>
                <a:lnTo>
                  <a:pt x="416" y="236"/>
                </a:lnTo>
                <a:lnTo>
                  <a:pt x="412" y="240"/>
                </a:lnTo>
                <a:lnTo>
                  <a:pt x="409" y="244"/>
                </a:lnTo>
                <a:lnTo>
                  <a:pt x="405" y="248"/>
                </a:lnTo>
                <a:lnTo>
                  <a:pt x="401" y="252"/>
                </a:lnTo>
                <a:lnTo>
                  <a:pt x="397" y="256"/>
                </a:lnTo>
                <a:lnTo>
                  <a:pt x="392" y="260"/>
                </a:lnTo>
                <a:lnTo>
                  <a:pt x="388" y="264"/>
                </a:lnTo>
                <a:lnTo>
                  <a:pt x="383" y="268"/>
                </a:lnTo>
                <a:lnTo>
                  <a:pt x="378" y="271"/>
                </a:lnTo>
                <a:lnTo>
                  <a:pt x="373" y="275"/>
                </a:lnTo>
                <a:lnTo>
                  <a:pt x="368" y="278"/>
                </a:lnTo>
                <a:lnTo>
                  <a:pt x="363" y="281"/>
                </a:lnTo>
                <a:lnTo>
                  <a:pt x="357" y="284"/>
                </a:lnTo>
                <a:lnTo>
                  <a:pt x="352" y="287"/>
                </a:lnTo>
                <a:lnTo>
                  <a:pt x="346" y="290"/>
                </a:lnTo>
                <a:lnTo>
                  <a:pt x="340" y="293"/>
                </a:lnTo>
                <a:lnTo>
                  <a:pt x="334" y="296"/>
                </a:lnTo>
                <a:lnTo>
                  <a:pt x="328" y="298"/>
                </a:lnTo>
                <a:lnTo>
                  <a:pt x="322" y="300"/>
                </a:lnTo>
                <a:lnTo>
                  <a:pt x="316" y="303"/>
                </a:lnTo>
                <a:lnTo>
                  <a:pt x="310" y="305"/>
                </a:lnTo>
                <a:lnTo>
                  <a:pt x="303" y="307"/>
                </a:lnTo>
                <a:lnTo>
                  <a:pt x="297" y="308"/>
                </a:lnTo>
                <a:lnTo>
                  <a:pt x="290" y="310"/>
                </a:lnTo>
                <a:lnTo>
                  <a:pt x="284" y="311"/>
                </a:lnTo>
                <a:lnTo>
                  <a:pt x="277" y="313"/>
                </a:lnTo>
                <a:lnTo>
                  <a:pt x="270" y="314"/>
                </a:lnTo>
                <a:lnTo>
                  <a:pt x="263" y="315"/>
                </a:lnTo>
                <a:lnTo>
                  <a:pt x="257" y="316"/>
                </a:lnTo>
                <a:lnTo>
                  <a:pt x="250" y="316"/>
                </a:lnTo>
                <a:lnTo>
                  <a:pt x="243" y="317"/>
                </a:lnTo>
                <a:lnTo>
                  <a:pt x="236" y="317"/>
                </a:lnTo>
                <a:lnTo>
                  <a:pt x="229" y="318"/>
                </a:lnTo>
                <a:lnTo>
                  <a:pt x="222" y="318"/>
                </a:lnTo>
                <a:lnTo>
                  <a:pt x="215" y="318"/>
                </a:lnTo>
                <a:lnTo>
                  <a:pt x="208" y="317"/>
                </a:lnTo>
                <a:lnTo>
                  <a:pt x="201" y="317"/>
                </a:lnTo>
                <a:lnTo>
                  <a:pt x="194" y="316"/>
                </a:lnTo>
                <a:lnTo>
                  <a:pt x="187" y="316"/>
                </a:lnTo>
                <a:lnTo>
                  <a:pt x="181" y="315"/>
                </a:lnTo>
                <a:lnTo>
                  <a:pt x="174" y="314"/>
                </a:lnTo>
                <a:lnTo>
                  <a:pt x="167" y="313"/>
                </a:lnTo>
                <a:lnTo>
                  <a:pt x="160" y="311"/>
                </a:lnTo>
                <a:lnTo>
                  <a:pt x="154" y="310"/>
                </a:lnTo>
                <a:lnTo>
                  <a:pt x="147" y="308"/>
                </a:lnTo>
                <a:lnTo>
                  <a:pt x="140" y="307"/>
                </a:lnTo>
                <a:lnTo>
                  <a:pt x="133" y="305"/>
                </a:lnTo>
                <a:lnTo>
                  <a:pt x="127" y="303"/>
                </a:lnTo>
                <a:lnTo>
                  <a:pt x="121" y="300"/>
                </a:lnTo>
                <a:lnTo>
                  <a:pt x="114" y="298"/>
                </a:lnTo>
                <a:lnTo>
                  <a:pt x="108" y="296"/>
                </a:lnTo>
                <a:lnTo>
                  <a:pt x="103" y="293"/>
                </a:lnTo>
                <a:lnTo>
                  <a:pt x="97" y="290"/>
                </a:lnTo>
                <a:lnTo>
                  <a:pt x="91" y="287"/>
                </a:lnTo>
                <a:lnTo>
                  <a:pt x="85" y="284"/>
                </a:lnTo>
                <a:lnTo>
                  <a:pt x="80" y="281"/>
                </a:lnTo>
                <a:lnTo>
                  <a:pt x="75" y="278"/>
                </a:lnTo>
                <a:lnTo>
                  <a:pt x="70" y="275"/>
                </a:lnTo>
                <a:lnTo>
                  <a:pt x="65" y="271"/>
                </a:lnTo>
                <a:lnTo>
                  <a:pt x="60" y="268"/>
                </a:lnTo>
                <a:lnTo>
                  <a:pt x="55" y="264"/>
                </a:lnTo>
                <a:lnTo>
                  <a:pt x="51" y="260"/>
                </a:lnTo>
                <a:lnTo>
                  <a:pt x="46" y="256"/>
                </a:lnTo>
                <a:lnTo>
                  <a:pt x="42" y="252"/>
                </a:lnTo>
                <a:lnTo>
                  <a:pt x="38" y="248"/>
                </a:lnTo>
                <a:lnTo>
                  <a:pt x="34" y="244"/>
                </a:lnTo>
                <a:lnTo>
                  <a:pt x="31" y="240"/>
                </a:lnTo>
                <a:lnTo>
                  <a:pt x="27" y="236"/>
                </a:lnTo>
                <a:lnTo>
                  <a:pt x="24" y="231"/>
                </a:lnTo>
                <a:lnTo>
                  <a:pt x="21" y="227"/>
                </a:lnTo>
                <a:lnTo>
                  <a:pt x="18" y="222"/>
                </a:lnTo>
                <a:lnTo>
                  <a:pt x="15" y="218"/>
                </a:lnTo>
                <a:lnTo>
                  <a:pt x="13" y="213"/>
                </a:lnTo>
                <a:lnTo>
                  <a:pt x="11" y="208"/>
                </a:lnTo>
                <a:lnTo>
                  <a:pt x="9" y="203"/>
                </a:lnTo>
                <a:lnTo>
                  <a:pt x="7" y="199"/>
                </a:lnTo>
                <a:lnTo>
                  <a:pt x="5" y="194"/>
                </a:lnTo>
                <a:lnTo>
                  <a:pt x="4" y="189"/>
                </a:lnTo>
                <a:lnTo>
                  <a:pt x="3" y="184"/>
                </a:lnTo>
                <a:lnTo>
                  <a:pt x="2" y="179"/>
                </a:lnTo>
                <a:lnTo>
                  <a:pt x="1" y="174"/>
                </a:lnTo>
                <a:lnTo>
                  <a:pt x="0" y="169"/>
                </a:lnTo>
                <a:lnTo>
                  <a:pt x="0" y="164"/>
                </a:lnTo>
                <a:lnTo>
                  <a:pt x="0" y="159"/>
                </a:lnTo>
                <a:lnTo>
                  <a:pt x="0" y="154"/>
                </a:lnTo>
                <a:lnTo>
                  <a:pt x="0" y="149"/>
                </a:lnTo>
                <a:lnTo>
                  <a:pt x="1" y="144"/>
                </a:lnTo>
                <a:lnTo>
                  <a:pt x="2" y="139"/>
                </a:lnTo>
                <a:lnTo>
                  <a:pt x="3" y="135"/>
                </a:lnTo>
                <a:lnTo>
                  <a:pt x="4" y="130"/>
                </a:lnTo>
                <a:lnTo>
                  <a:pt x="5" y="125"/>
                </a:lnTo>
                <a:lnTo>
                  <a:pt x="7" y="120"/>
                </a:lnTo>
                <a:lnTo>
                  <a:pt x="9" y="115"/>
                </a:lnTo>
                <a:lnTo>
                  <a:pt x="11" y="110"/>
                </a:lnTo>
                <a:lnTo>
                  <a:pt x="13" y="106"/>
                </a:lnTo>
                <a:lnTo>
                  <a:pt x="15" y="101"/>
                </a:lnTo>
                <a:lnTo>
                  <a:pt x="18" y="96"/>
                </a:lnTo>
                <a:lnTo>
                  <a:pt x="21" y="92"/>
                </a:lnTo>
                <a:lnTo>
                  <a:pt x="24" y="87"/>
                </a:lnTo>
                <a:lnTo>
                  <a:pt x="27" y="83"/>
                </a:lnTo>
                <a:lnTo>
                  <a:pt x="31" y="79"/>
                </a:lnTo>
                <a:lnTo>
                  <a:pt x="34" y="74"/>
                </a:lnTo>
                <a:lnTo>
                  <a:pt x="38" y="70"/>
                </a:lnTo>
                <a:lnTo>
                  <a:pt x="42" y="66"/>
                </a:lnTo>
                <a:lnTo>
                  <a:pt x="46" y="62"/>
                </a:lnTo>
                <a:lnTo>
                  <a:pt x="51" y="58"/>
                </a:lnTo>
                <a:lnTo>
                  <a:pt x="55" y="55"/>
                </a:lnTo>
                <a:lnTo>
                  <a:pt x="60" y="51"/>
                </a:lnTo>
                <a:lnTo>
                  <a:pt x="65" y="47"/>
                </a:lnTo>
                <a:lnTo>
                  <a:pt x="70" y="44"/>
                </a:lnTo>
                <a:lnTo>
                  <a:pt x="75" y="41"/>
                </a:lnTo>
                <a:lnTo>
                  <a:pt x="80" y="36"/>
                </a:lnTo>
                <a:lnTo>
                  <a:pt x="85" y="33"/>
                </a:lnTo>
                <a:lnTo>
                  <a:pt x="91" y="30"/>
                </a:lnTo>
                <a:lnTo>
                  <a:pt x="97" y="27"/>
                </a:lnTo>
                <a:lnTo>
                  <a:pt x="103" y="25"/>
                </a:lnTo>
                <a:lnTo>
                  <a:pt x="108" y="22"/>
                </a:lnTo>
                <a:lnTo>
                  <a:pt x="114" y="20"/>
                </a:lnTo>
                <a:lnTo>
                  <a:pt x="121" y="17"/>
                </a:lnTo>
                <a:lnTo>
                  <a:pt x="127" y="15"/>
                </a:lnTo>
                <a:lnTo>
                  <a:pt x="133" y="13"/>
                </a:lnTo>
                <a:lnTo>
                  <a:pt x="140" y="11"/>
                </a:lnTo>
                <a:lnTo>
                  <a:pt x="147" y="9"/>
                </a:lnTo>
                <a:lnTo>
                  <a:pt x="154" y="8"/>
                </a:lnTo>
                <a:lnTo>
                  <a:pt x="160" y="6"/>
                </a:lnTo>
                <a:lnTo>
                  <a:pt x="167" y="5"/>
                </a:lnTo>
                <a:lnTo>
                  <a:pt x="174" y="4"/>
                </a:lnTo>
                <a:lnTo>
                  <a:pt x="181" y="3"/>
                </a:lnTo>
                <a:lnTo>
                  <a:pt x="187" y="2"/>
                </a:lnTo>
                <a:lnTo>
                  <a:pt x="194" y="1"/>
                </a:lnTo>
                <a:lnTo>
                  <a:pt x="201" y="1"/>
                </a:lnTo>
                <a:lnTo>
                  <a:pt x="208" y="0"/>
                </a:lnTo>
                <a:lnTo>
                  <a:pt x="215" y="0"/>
                </a:lnTo>
                <a:lnTo>
                  <a:pt x="222" y="0"/>
                </a:lnTo>
                <a:lnTo>
                  <a:pt x="229" y="0"/>
                </a:lnTo>
                <a:lnTo>
                  <a:pt x="236" y="0"/>
                </a:lnTo>
                <a:lnTo>
                  <a:pt x="243" y="1"/>
                </a:lnTo>
                <a:lnTo>
                  <a:pt x="250" y="1"/>
                </a:lnTo>
                <a:lnTo>
                  <a:pt x="257" y="2"/>
                </a:lnTo>
                <a:lnTo>
                  <a:pt x="263" y="3"/>
                </a:lnTo>
                <a:lnTo>
                  <a:pt x="270" y="4"/>
                </a:lnTo>
                <a:lnTo>
                  <a:pt x="277" y="5"/>
                </a:lnTo>
                <a:lnTo>
                  <a:pt x="284" y="6"/>
                </a:lnTo>
                <a:lnTo>
                  <a:pt x="290" y="8"/>
                </a:lnTo>
                <a:lnTo>
                  <a:pt x="297" y="9"/>
                </a:lnTo>
                <a:lnTo>
                  <a:pt x="303" y="11"/>
                </a:lnTo>
                <a:lnTo>
                  <a:pt x="310" y="13"/>
                </a:lnTo>
                <a:lnTo>
                  <a:pt x="316" y="15"/>
                </a:lnTo>
                <a:lnTo>
                  <a:pt x="322" y="17"/>
                </a:lnTo>
                <a:lnTo>
                  <a:pt x="328" y="20"/>
                </a:lnTo>
                <a:lnTo>
                  <a:pt x="334" y="22"/>
                </a:lnTo>
                <a:lnTo>
                  <a:pt x="340" y="25"/>
                </a:lnTo>
                <a:lnTo>
                  <a:pt x="346" y="27"/>
                </a:lnTo>
                <a:lnTo>
                  <a:pt x="352" y="30"/>
                </a:lnTo>
                <a:lnTo>
                  <a:pt x="357" y="33"/>
                </a:lnTo>
                <a:lnTo>
                  <a:pt x="363" y="36"/>
                </a:lnTo>
                <a:lnTo>
                  <a:pt x="368" y="41"/>
                </a:lnTo>
                <a:lnTo>
                  <a:pt x="373" y="44"/>
                </a:lnTo>
                <a:lnTo>
                  <a:pt x="378" y="47"/>
                </a:lnTo>
                <a:lnTo>
                  <a:pt x="383" y="51"/>
                </a:lnTo>
                <a:lnTo>
                  <a:pt x="388" y="55"/>
                </a:lnTo>
                <a:lnTo>
                  <a:pt x="392" y="58"/>
                </a:lnTo>
                <a:lnTo>
                  <a:pt x="397" y="62"/>
                </a:lnTo>
                <a:lnTo>
                  <a:pt x="401" y="66"/>
                </a:lnTo>
                <a:lnTo>
                  <a:pt x="405" y="70"/>
                </a:lnTo>
                <a:lnTo>
                  <a:pt x="409" y="74"/>
                </a:lnTo>
                <a:lnTo>
                  <a:pt x="412" y="79"/>
                </a:lnTo>
                <a:lnTo>
                  <a:pt x="416" y="83"/>
                </a:lnTo>
                <a:lnTo>
                  <a:pt x="419" y="87"/>
                </a:lnTo>
                <a:lnTo>
                  <a:pt x="422" y="92"/>
                </a:lnTo>
                <a:lnTo>
                  <a:pt x="425" y="96"/>
                </a:lnTo>
                <a:lnTo>
                  <a:pt x="427" y="101"/>
                </a:lnTo>
                <a:lnTo>
                  <a:pt x="430" y="106"/>
                </a:lnTo>
                <a:lnTo>
                  <a:pt x="432" y="110"/>
                </a:lnTo>
                <a:lnTo>
                  <a:pt x="434" y="115"/>
                </a:lnTo>
                <a:lnTo>
                  <a:pt x="436" y="120"/>
                </a:lnTo>
                <a:lnTo>
                  <a:pt x="438" y="125"/>
                </a:lnTo>
                <a:lnTo>
                  <a:pt x="439" y="130"/>
                </a:lnTo>
                <a:lnTo>
                  <a:pt x="440" y="135"/>
                </a:lnTo>
                <a:lnTo>
                  <a:pt x="441" y="139"/>
                </a:lnTo>
                <a:lnTo>
                  <a:pt x="442" y="144"/>
                </a:lnTo>
                <a:lnTo>
                  <a:pt x="443" y="149"/>
                </a:lnTo>
                <a:lnTo>
                  <a:pt x="443" y="154"/>
                </a:lnTo>
                <a:lnTo>
                  <a:pt x="443" y="159"/>
                </a:lnTo>
                <a:close/>
              </a:path>
            </a:pathLst>
          </a:custGeom>
          <a:solidFill>
            <a:srgbClr val="fff6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5" name=""/>
          <p:cNvSpPr/>
          <p:nvPr/>
        </p:nvSpPr>
        <p:spPr>
          <a:xfrm>
            <a:off x="7981560" y="2886120"/>
            <a:ext cx="162360" cy="116280"/>
          </a:xfrm>
          <a:custGeom>
            <a:avLst/>
            <a:gdLst/>
            <a:ahLst/>
            <a:rect l="0" t="0" r="r" b="b"/>
            <a:pathLst>
              <a:path w="451" h="323">
                <a:moveTo>
                  <a:pt x="447" y="161"/>
                </a:moveTo>
                <a:lnTo>
                  <a:pt x="447" y="156"/>
                </a:lnTo>
                <a:lnTo>
                  <a:pt x="447" y="151"/>
                </a:lnTo>
                <a:lnTo>
                  <a:pt x="446" y="146"/>
                </a:lnTo>
                <a:lnTo>
                  <a:pt x="445" y="141"/>
                </a:lnTo>
                <a:lnTo>
                  <a:pt x="444" y="137"/>
                </a:lnTo>
                <a:lnTo>
                  <a:pt x="443" y="132"/>
                </a:lnTo>
                <a:lnTo>
                  <a:pt x="442" y="127"/>
                </a:lnTo>
                <a:lnTo>
                  <a:pt x="440" y="122"/>
                </a:lnTo>
                <a:lnTo>
                  <a:pt x="438" y="117"/>
                </a:lnTo>
                <a:lnTo>
                  <a:pt x="436" y="112"/>
                </a:lnTo>
                <a:lnTo>
                  <a:pt x="434" y="108"/>
                </a:lnTo>
                <a:lnTo>
                  <a:pt x="431" y="103"/>
                </a:lnTo>
                <a:lnTo>
                  <a:pt x="429" y="98"/>
                </a:lnTo>
                <a:lnTo>
                  <a:pt x="426" y="94"/>
                </a:lnTo>
                <a:lnTo>
                  <a:pt x="423" y="89"/>
                </a:lnTo>
                <a:lnTo>
                  <a:pt x="420" y="85"/>
                </a:lnTo>
                <a:lnTo>
                  <a:pt x="416" y="81"/>
                </a:lnTo>
                <a:lnTo>
                  <a:pt x="413" y="76"/>
                </a:lnTo>
                <a:lnTo>
                  <a:pt x="409" y="72"/>
                </a:lnTo>
                <a:lnTo>
                  <a:pt x="405" y="68"/>
                </a:lnTo>
                <a:lnTo>
                  <a:pt x="401" y="64"/>
                </a:lnTo>
                <a:lnTo>
                  <a:pt x="396" y="60"/>
                </a:lnTo>
                <a:lnTo>
                  <a:pt x="392" y="57"/>
                </a:lnTo>
                <a:lnTo>
                  <a:pt x="387" y="53"/>
                </a:lnTo>
                <a:lnTo>
                  <a:pt x="382" y="49"/>
                </a:lnTo>
                <a:lnTo>
                  <a:pt x="377" y="46"/>
                </a:lnTo>
                <a:lnTo>
                  <a:pt x="372" y="43"/>
                </a:lnTo>
                <a:lnTo>
                  <a:pt x="367" y="39"/>
                </a:lnTo>
                <a:lnTo>
                  <a:pt x="361" y="36"/>
                </a:lnTo>
                <a:lnTo>
                  <a:pt x="356" y="33"/>
                </a:lnTo>
                <a:lnTo>
                  <a:pt x="350" y="30"/>
                </a:lnTo>
                <a:lnTo>
                  <a:pt x="344" y="28"/>
                </a:lnTo>
                <a:lnTo>
                  <a:pt x="338" y="25"/>
                </a:lnTo>
                <a:lnTo>
                  <a:pt x="332" y="23"/>
                </a:lnTo>
                <a:lnTo>
                  <a:pt x="326" y="20"/>
                </a:lnTo>
                <a:lnTo>
                  <a:pt x="320" y="18"/>
                </a:lnTo>
                <a:lnTo>
                  <a:pt x="314" y="16"/>
                </a:lnTo>
                <a:lnTo>
                  <a:pt x="307" y="14"/>
                </a:lnTo>
                <a:lnTo>
                  <a:pt x="301" y="12"/>
                </a:lnTo>
                <a:lnTo>
                  <a:pt x="294" y="11"/>
                </a:lnTo>
                <a:lnTo>
                  <a:pt x="288" y="9"/>
                </a:lnTo>
                <a:lnTo>
                  <a:pt x="281" y="8"/>
                </a:lnTo>
                <a:lnTo>
                  <a:pt x="274" y="7"/>
                </a:lnTo>
                <a:lnTo>
                  <a:pt x="267" y="6"/>
                </a:lnTo>
                <a:lnTo>
                  <a:pt x="261" y="5"/>
                </a:lnTo>
                <a:lnTo>
                  <a:pt x="254" y="4"/>
                </a:lnTo>
                <a:lnTo>
                  <a:pt x="247" y="4"/>
                </a:lnTo>
                <a:lnTo>
                  <a:pt x="240" y="3"/>
                </a:lnTo>
                <a:lnTo>
                  <a:pt x="233" y="3"/>
                </a:lnTo>
                <a:lnTo>
                  <a:pt x="226" y="3"/>
                </a:lnTo>
                <a:lnTo>
                  <a:pt x="219" y="3"/>
                </a:lnTo>
                <a:lnTo>
                  <a:pt x="212" y="3"/>
                </a:lnTo>
                <a:lnTo>
                  <a:pt x="205" y="4"/>
                </a:lnTo>
                <a:lnTo>
                  <a:pt x="198" y="4"/>
                </a:lnTo>
                <a:lnTo>
                  <a:pt x="191" y="5"/>
                </a:lnTo>
                <a:lnTo>
                  <a:pt x="185" y="6"/>
                </a:lnTo>
                <a:lnTo>
                  <a:pt x="178" y="7"/>
                </a:lnTo>
                <a:lnTo>
                  <a:pt x="171" y="8"/>
                </a:lnTo>
                <a:lnTo>
                  <a:pt x="164" y="9"/>
                </a:lnTo>
                <a:lnTo>
                  <a:pt x="158" y="11"/>
                </a:lnTo>
                <a:lnTo>
                  <a:pt x="151" y="12"/>
                </a:lnTo>
                <a:lnTo>
                  <a:pt x="145" y="14"/>
                </a:lnTo>
                <a:lnTo>
                  <a:pt x="138" y="16"/>
                </a:lnTo>
                <a:lnTo>
                  <a:pt x="132" y="18"/>
                </a:lnTo>
                <a:lnTo>
                  <a:pt x="126" y="20"/>
                </a:lnTo>
                <a:lnTo>
                  <a:pt x="119" y="23"/>
                </a:lnTo>
                <a:lnTo>
                  <a:pt x="113" y="25"/>
                </a:lnTo>
                <a:lnTo>
                  <a:pt x="108" y="28"/>
                </a:lnTo>
                <a:lnTo>
                  <a:pt x="102" y="30"/>
                </a:lnTo>
                <a:lnTo>
                  <a:pt x="96" y="33"/>
                </a:lnTo>
                <a:lnTo>
                  <a:pt x="90" y="36"/>
                </a:lnTo>
                <a:lnTo>
                  <a:pt x="85" y="39"/>
                </a:lnTo>
                <a:lnTo>
                  <a:pt x="80" y="43"/>
                </a:lnTo>
                <a:lnTo>
                  <a:pt x="75" y="46"/>
                </a:lnTo>
                <a:lnTo>
                  <a:pt x="70" y="49"/>
                </a:lnTo>
                <a:lnTo>
                  <a:pt x="65" y="53"/>
                </a:lnTo>
                <a:lnTo>
                  <a:pt x="60" y="57"/>
                </a:lnTo>
                <a:lnTo>
                  <a:pt x="56" y="60"/>
                </a:lnTo>
                <a:lnTo>
                  <a:pt x="50" y="64"/>
                </a:lnTo>
                <a:lnTo>
                  <a:pt x="46" y="68"/>
                </a:lnTo>
                <a:lnTo>
                  <a:pt x="42" y="72"/>
                </a:lnTo>
                <a:lnTo>
                  <a:pt x="38" y="76"/>
                </a:lnTo>
                <a:lnTo>
                  <a:pt x="35" y="81"/>
                </a:lnTo>
                <a:lnTo>
                  <a:pt x="31" y="85"/>
                </a:lnTo>
                <a:lnTo>
                  <a:pt x="28" y="89"/>
                </a:lnTo>
                <a:lnTo>
                  <a:pt x="25" y="94"/>
                </a:lnTo>
                <a:lnTo>
                  <a:pt x="22" y="98"/>
                </a:lnTo>
                <a:lnTo>
                  <a:pt x="19" y="103"/>
                </a:lnTo>
                <a:lnTo>
                  <a:pt x="17" y="108"/>
                </a:lnTo>
                <a:lnTo>
                  <a:pt x="15" y="112"/>
                </a:lnTo>
                <a:lnTo>
                  <a:pt x="13" y="117"/>
                </a:lnTo>
                <a:lnTo>
                  <a:pt x="11" y="122"/>
                </a:lnTo>
                <a:lnTo>
                  <a:pt x="9" y="127"/>
                </a:lnTo>
                <a:lnTo>
                  <a:pt x="8" y="132"/>
                </a:lnTo>
                <a:lnTo>
                  <a:pt x="7" y="137"/>
                </a:lnTo>
                <a:lnTo>
                  <a:pt x="6" y="141"/>
                </a:lnTo>
                <a:lnTo>
                  <a:pt x="5" y="146"/>
                </a:lnTo>
                <a:lnTo>
                  <a:pt x="4" y="151"/>
                </a:lnTo>
                <a:lnTo>
                  <a:pt x="4" y="156"/>
                </a:lnTo>
                <a:lnTo>
                  <a:pt x="4" y="161"/>
                </a:lnTo>
                <a:lnTo>
                  <a:pt x="4" y="166"/>
                </a:lnTo>
                <a:lnTo>
                  <a:pt x="4" y="171"/>
                </a:lnTo>
                <a:lnTo>
                  <a:pt x="5" y="176"/>
                </a:lnTo>
                <a:lnTo>
                  <a:pt x="6" y="181"/>
                </a:lnTo>
                <a:lnTo>
                  <a:pt x="7" y="186"/>
                </a:lnTo>
                <a:lnTo>
                  <a:pt x="8" y="191"/>
                </a:lnTo>
                <a:lnTo>
                  <a:pt x="9" y="197"/>
                </a:lnTo>
                <a:lnTo>
                  <a:pt x="11" y="202"/>
                </a:lnTo>
                <a:lnTo>
                  <a:pt x="13" y="206"/>
                </a:lnTo>
                <a:lnTo>
                  <a:pt x="15" y="211"/>
                </a:lnTo>
                <a:lnTo>
                  <a:pt x="17" y="216"/>
                </a:lnTo>
                <a:lnTo>
                  <a:pt x="19" y="221"/>
                </a:lnTo>
                <a:lnTo>
                  <a:pt x="22" y="225"/>
                </a:lnTo>
                <a:lnTo>
                  <a:pt x="25" y="230"/>
                </a:lnTo>
                <a:lnTo>
                  <a:pt x="28" y="234"/>
                </a:lnTo>
                <a:lnTo>
                  <a:pt x="31" y="239"/>
                </a:lnTo>
                <a:lnTo>
                  <a:pt x="35" y="243"/>
                </a:lnTo>
                <a:lnTo>
                  <a:pt x="38" y="247"/>
                </a:lnTo>
                <a:lnTo>
                  <a:pt x="42" y="251"/>
                </a:lnTo>
                <a:lnTo>
                  <a:pt x="46" y="255"/>
                </a:lnTo>
                <a:lnTo>
                  <a:pt x="50" y="259"/>
                </a:lnTo>
                <a:lnTo>
                  <a:pt x="56" y="263"/>
                </a:lnTo>
                <a:lnTo>
                  <a:pt x="60" y="267"/>
                </a:lnTo>
                <a:lnTo>
                  <a:pt x="65" y="271"/>
                </a:lnTo>
                <a:lnTo>
                  <a:pt x="70" y="274"/>
                </a:lnTo>
                <a:lnTo>
                  <a:pt x="75" y="278"/>
                </a:lnTo>
                <a:lnTo>
                  <a:pt x="80" y="281"/>
                </a:lnTo>
                <a:lnTo>
                  <a:pt x="85" y="284"/>
                </a:lnTo>
                <a:lnTo>
                  <a:pt x="90" y="287"/>
                </a:lnTo>
                <a:lnTo>
                  <a:pt x="96" y="290"/>
                </a:lnTo>
                <a:lnTo>
                  <a:pt x="102" y="293"/>
                </a:lnTo>
                <a:lnTo>
                  <a:pt x="108" y="296"/>
                </a:lnTo>
                <a:lnTo>
                  <a:pt x="113" y="299"/>
                </a:lnTo>
                <a:lnTo>
                  <a:pt x="119" y="301"/>
                </a:lnTo>
                <a:lnTo>
                  <a:pt x="126" y="303"/>
                </a:lnTo>
                <a:lnTo>
                  <a:pt x="132" y="306"/>
                </a:lnTo>
                <a:lnTo>
                  <a:pt x="138" y="308"/>
                </a:lnTo>
                <a:lnTo>
                  <a:pt x="145" y="310"/>
                </a:lnTo>
                <a:lnTo>
                  <a:pt x="151" y="311"/>
                </a:lnTo>
                <a:lnTo>
                  <a:pt x="158" y="313"/>
                </a:lnTo>
                <a:lnTo>
                  <a:pt x="164" y="314"/>
                </a:lnTo>
                <a:lnTo>
                  <a:pt x="171" y="316"/>
                </a:lnTo>
                <a:lnTo>
                  <a:pt x="178" y="317"/>
                </a:lnTo>
                <a:lnTo>
                  <a:pt x="185" y="318"/>
                </a:lnTo>
                <a:lnTo>
                  <a:pt x="191" y="319"/>
                </a:lnTo>
                <a:lnTo>
                  <a:pt x="198" y="319"/>
                </a:lnTo>
                <a:lnTo>
                  <a:pt x="205" y="320"/>
                </a:lnTo>
                <a:lnTo>
                  <a:pt x="212" y="320"/>
                </a:lnTo>
                <a:lnTo>
                  <a:pt x="219" y="321"/>
                </a:lnTo>
                <a:lnTo>
                  <a:pt x="226" y="321"/>
                </a:lnTo>
                <a:lnTo>
                  <a:pt x="233" y="321"/>
                </a:lnTo>
                <a:lnTo>
                  <a:pt x="240" y="320"/>
                </a:lnTo>
                <a:lnTo>
                  <a:pt x="247" y="320"/>
                </a:lnTo>
                <a:lnTo>
                  <a:pt x="254" y="319"/>
                </a:lnTo>
                <a:lnTo>
                  <a:pt x="261" y="319"/>
                </a:lnTo>
                <a:lnTo>
                  <a:pt x="267" y="318"/>
                </a:lnTo>
                <a:lnTo>
                  <a:pt x="274" y="317"/>
                </a:lnTo>
                <a:lnTo>
                  <a:pt x="281" y="316"/>
                </a:lnTo>
                <a:lnTo>
                  <a:pt x="288" y="314"/>
                </a:lnTo>
                <a:lnTo>
                  <a:pt x="294" y="313"/>
                </a:lnTo>
                <a:lnTo>
                  <a:pt x="301" y="311"/>
                </a:lnTo>
                <a:lnTo>
                  <a:pt x="307" y="310"/>
                </a:lnTo>
                <a:lnTo>
                  <a:pt x="314" y="308"/>
                </a:lnTo>
                <a:lnTo>
                  <a:pt x="320" y="306"/>
                </a:lnTo>
                <a:lnTo>
                  <a:pt x="326" y="303"/>
                </a:lnTo>
                <a:lnTo>
                  <a:pt x="332" y="301"/>
                </a:lnTo>
                <a:lnTo>
                  <a:pt x="338" y="299"/>
                </a:lnTo>
                <a:lnTo>
                  <a:pt x="344" y="296"/>
                </a:lnTo>
                <a:lnTo>
                  <a:pt x="350" y="293"/>
                </a:lnTo>
                <a:lnTo>
                  <a:pt x="356" y="290"/>
                </a:lnTo>
                <a:lnTo>
                  <a:pt x="361" y="287"/>
                </a:lnTo>
                <a:lnTo>
                  <a:pt x="367" y="284"/>
                </a:lnTo>
                <a:lnTo>
                  <a:pt x="372" y="281"/>
                </a:lnTo>
                <a:lnTo>
                  <a:pt x="377" y="278"/>
                </a:lnTo>
                <a:lnTo>
                  <a:pt x="382" y="274"/>
                </a:lnTo>
                <a:lnTo>
                  <a:pt x="387" y="271"/>
                </a:lnTo>
                <a:lnTo>
                  <a:pt x="392" y="267"/>
                </a:lnTo>
                <a:lnTo>
                  <a:pt x="396" y="263"/>
                </a:lnTo>
                <a:lnTo>
                  <a:pt x="401" y="259"/>
                </a:lnTo>
                <a:lnTo>
                  <a:pt x="405" y="255"/>
                </a:lnTo>
                <a:lnTo>
                  <a:pt x="409" y="251"/>
                </a:lnTo>
                <a:lnTo>
                  <a:pt x="413" y="247"/>
                </a:lnTo>
                <a:lnTo>
                  <a:pt x="416" y="243"/>
                </a:lnTo>
                <a:lnTo>
                  <a:pt x="420" y="239"/>
                </a:lnTo>
                <a:lnTo>
                  <a:pt x="423" y="234"/>
                </a:lnTo>
                <a:lnTo>
                  <a:pt x="426" y="230"/>
                </a:lnTo>
                <a:lnTo>
                  <a:pt x="429" y="225"/>
                </a:lnTo>
                <a:lnTo>
                  <a:pt x="431" y="221"/>
                </a:lnTo>
                <a:lnTo>
                  <a:pt x="434" y="216"/>
                </a:lnTo>
                <a:lnTo>
                  <a:pt x="436" y="211"/>
                </a:lnTo>
                <a:lnTo>
                  <a:pt x="438" y="206"/>
                </a:lnTo>
                <a:lnTo>
                  <a:pt x="440" y="202"/>
                </a:lnTo>
                <a:lnTo>
                  <a:pt x="442" y="197"/>
                </a:lnTo>
                <a:lnTo>
                  <a:pt x="443" y="191"/>
                </a:lnTo>
                <a:lnTo>
                  <a:pt x="444" y="186"/>
                </a:lnTo>
                <a:lnTo>
                  <a:pt x="445" y="181"/>
                </a:lnTo>
                <a:lnTo>
                  <a:pt x="446" y="176"/>
                </a:lnTo>
                <a:lnTo>
                  <a:pt x="447" y="171"/>
                </a:lnTo>
                <a:lnTo>
                  <a:pt x="447" y="166"/>
                </a:lnTo>
                <a:lnTo>
                  <a:pt x="447" y="161"/>
                </a:lnTo>
                <a:moveTo>
                  <a:pt x="451" y="161"/>
                </a:moveTo>
                <a:lnTo>
                  <a:pt x="451" y="166"/>
                </a:lnTo>
                <a:lnTo>
                  <a:pt x="450" y="171"/>
                </a:lnTo>
                <a:lnTo>
                  <a:pt x="450" y="176"/>
                </a:lnTo>
                <a:lnTo>
                  <a:pt x="449" y="181"/>
                </a:lnTo>
                <a:lnTo>
                  <a:pt x="448" y="187"/>
                </a:lnTo>
                <a:lnTo>
                  <a:pt x="447" y="191"/>
                </a:lnTo>
                <a:lnTo>
                  <a:pt x="445" y="197"/>
                </a:lnTo>
                <a:lnTo>
                  <a:pt x="444" y="202"/>
                </a:lnTo>
                <a:lnTo>
                  <a:pt x="442" y="207"/>
                </a:lnTo>
                <a:lnTo>
                  <a:pt x="440" y="212"/>
                </a:lnTo>
                <a:lnTo>
                  <a:pt x="438" y="217"/>
                </a:lnTo>
                <a:lnTo>
                  <a:pt x="435" y="222"/>
                </a:lnTo>
                <a:lnTo>
                  <a:pt x="432" y="226"/>
                </a:lnTo>
                <a:lnTo>
                  <a:pt x="429" y="231"/>
                </a:lnTo>
                <a:lnTo>
                  <a:pt x="426" y="235"/>
                </a:lnTo>
                <a:lnTo>
                  <a:pt x="423" y="240"/>
                </a:lnTo>
                <a:lnTo>
                  <a:pt x="420" y="244"/>
                </a:lnTo>
                <a:lnTo>
                  <a:pt x="416" y="249"/>
                </a:lnTo>
                <a:lnTo>
                  <a:pt x="412" y="253"/>
                </a:lnTo>
                <a:lnTo>
                  <a:pt x="408" y="257"/>
                </a:lnTo>
                <a:lnTo>
                  <a:pt x="404" y="261"/>
                </a:lnTo>
                <a:lnTo>
                  <a:pt x="399" y="265"/>
                </a:lnTo>
                <a:lnTo>
                  <a:pt x="395" y="269"/>
                </a:lnTo>
                <a:lnTo>
                  <a:pt x="390" y="273"/>
                </a:lnTo>
                <a:lnTo>
                  <a:pt x="385" y="276"/>
                </a:lnTo>
                <a:lnTo>
                  <a:pt x="380" y="280"/>
                </a:lnTo>
                <a:lnTo>
                  <a:pt x="375" y="283"/>
                </a:lnTo>
                <a:lnTo>
                  <a:pt x="369" y="286"/>
                </a:lnTo>
                <a:lnTo>
                  <a:pt x="364" y="290"/>
                </a:lnTo>
                <a:lnTo>
                  <a:pt x="358" y="293"/>
                </a:lnTo>
                <a:lnTo>
                  <a:pt x="352" y="296"/>
                </a:lnTo>
                <a:lnTo>
                  <a:pt x="346" y="298"/>
                </a:lnTo>
                <a:lnTo>
                  <a:pt x="340" y="301"/>
                </a:lnTo>
                <a:lnTo>
                  <a:pt x="334" y="304"/>
                </a:lnTo>
                <a:lnTo>
                  <a:pt x="328" y="306"/>
                </a:lnTo>
                <a:lnTo>
                  <a:pt x="322" y="308"/>
                </a:lnTo>
                <a:lnTo>
                  <a:pt x="315" y="310"/>
                </a:lnTo>
                <a:lnTo>
                  <a:pt x="309" y="312"/>
                </a:lnTo>
                <a:lnTo>
                  <a:pt x="302" y="314"/>
                </a:lnTo>
                <a:lnTo>
                  <a:pt x="295" y="316"/>
                </a:lnTo>
                <a:lnTo>
                  <a:pt x="289" y="317"/>
                </a:lnTo>
                <a:lnTo>
                  <a:pt x="282" y="318"/>
                </a:lnTo>
                <a:lnTo>
                  <a:pt x="275" y="320"/>
                </a:lnTo>
                <a:lnTo>
                  <a:pt x="268" y="321"/>
                </a:lnTo>
                <a:lnTo>
                  <a:pt x="261" y="321"/>
                </a:lnTo>
                <a:lnTo>
                  <a:pt x="254" y="322"/>
                </a:lnTo>
                <a:lnTo>
                  <a:pt x="247" y="323"/>
                </a:lnTo>
                <a:lnTo>
                  <a:pt x="240" y="323"/>
                </a:lnTo>
                <a:lnTo>
                  <a:pt x="233" y="323"/>
                </a:lnTo>
                <a:lnTo>
                  <a:pt x="226" y="323"/>
                </a:lnTo>
                <a:lnTo>
                  <a:pt x="219" y="323"/>
                </a:lnTo>
                <a:lnTo>
                  <a:pt x="212" y="323"/>
                </a:lnTo>
                <a:lnTo>
                  <a:pt x="205" y="323"/>
                </a:lnTo>
                <a:lnTo>
                  <a:pt x="198" y="322"/>
                </a:lnTo>
                <a:lnTo>
                  <a:pt x="191" y="321"/>
                </a:lnTo>
                <a:lnTo>
                  <a:pt x="184" y="321"/>
                </a:lnTo>
                <a:lnTo>
                  <a:pt x="177" y="320"/>
                </a:lnTo>
                <a:lnTo>
                  <a:pt x="170" y="318"/>
                </a:lnTo>
                <a:lnTo>
                  <a:pt x="163" y="317"/>
                </a:lnTo>
                <a:lnTo>
                  <a:pt x="156" y="316"/>
                </a:lnTo>
                <a:lnTo>
                  <a:pt x="150" y="314"/>
                </a:lnTo>
                <a:lnTo>
                  <a:pt x="143" y="312"/>
                </a:lnTo>
                <a:lnTo>
                  <a:pt x="137" y="310"/>
                </a:lnTo>
                <a:lnTo>
                  <a:pt x="130" y="308"/>
                </a:lnTo>
                <a:lnTo>
                  <a:pt x="124" y="306"/>
                </a:lnTo>
                <a:lnTo>
                  <a:pt x="118" y="304"/>
                </a:lnTo>
                <a:lnTo>
                  <a:pt x="111" y="301"/>
                </a:lnTo>
                <a:lnTo>
                  <a:pt x="105" y="298"/>
                </a:lnTo>
                <a:lnTo>
                  <a:pt x="100" y="296"/>
                </a:lnTo>
                <a:lnTo>
                  <a:pt x="94" y="293"/>
                </a:lnTo>
                <a:lnTo>
                  <a:pt x="88" y="290"/>
                </a:lnTo>
                <a:lnTo>
                  <a:pt x="83" y="286"/>
                </a:lnTo>
                <a:lnTo>
                  <a:pt x="77" y="283"/>
                </a:lnTo>
                <a:lnTo>
                  <a:pt x="72" y="280"/>
                </a:lnTo>
                <a:lnTo>
                  <a:pt x="67" y="276"/>
                </a:lnTo>
                <a:lnTo>
                  <a:pt x="62" y="273"/>
                </a:lnTo>
                <a:lnTo>
                  <a:pt x="57" y="269"/>
                </a:lnTo>
                <a:lnTo>
                  <a:pt x="52" y="265"/>
                </a:lnTo>
                <a:lnTo>
                  <a:pt x="47" y="261"/>
                </a:lnTo>
                <a:lnTo>
                  <a:pt x="43" y="257"/>
                </a:lnTo>
                <a:lnTo>
                  <a:pt x="39" y="253"/>
                </a:lnTo>
                <a:lnTo>
                  <a:pt x="35" y="249"/>
                </a:lnTo>
                <a:lnTo>
                  <a:pt x="31" y="244"/>
                </a:lnTo>
                <a:lnTo>
                  <a:pt x="28" y="240"/>
                </a:lnTo>
                <a:lnTo>
                  <a:pt x="25" y="235"/>
                </a:lnTo>
                <a:lnTo>
                  <a:pt x="21" y="231"/>
                </a:lnTo>
                <a:lnTo>
                  <a:pt x="19" y="226"/>
                </a:lnTo>
                <a:lnTo>
                  <a:pt x="16" y="222"/>
                </a:lnTo>
                <a:lnTo>
                  <a:pt x="13" y="217"/>
                </a:lnTo>
                <a:lnTo>
                  <a:pt x="11" y="212"/>
                </a:lnTo>
                <a:lnTo>
                  <a:pt x="9" y="207"/>
                </a:lnTo>
                <a:lnTo>
                  <a:pt x="7" y="202"/>
                </a:lnTo>
                <a:lnTo>
                  <a:pt x="5" y="197"/>
                </a:lnTo>
                <a:lnTo>
                  <a:pt x="4" y="191"/>
                </a:lnTo>
                <a:lnTo>
                  <a:pt x="3" y="187"/>
                </a:lnTo>
                <a:lnTo>
                  <a:pt x="2" y="181"/>
                </a:lnTo>
                <a:lnTo>
                  <a:pt x="1" y="176"/>
                </a:lnTo>
                <a:lnTo>
                  <a:pt x="0" y="171"/>
                </a:lnTo>
                <a:lnTo>
                  <a:pt x="0" y="166"/>
                </a:lnTo>
                <a:lnTo>
                  <a:pt x="0" y="161"/>
                </a:lnTo>
                <a:lnTo>
                  <a:pt x="0" y="156"/>
                </a:lnTo>
                <a:lnTo>
                  <a:pt x="0" y="151"/>
                </a:lnTo>
                <a:lnTo>
                  <a:pt x="1" y="146"/>
                </a:lnTo>
                <a:lnTo>
                  <a:pt x="2" y="141"/>
                </a:lnTo>
                <a:lnTo>
                  <a:pt x="3" y="136"/>
                </a:lnTo>
                <a:lnTo>
                  <a:pt x="4" y="131"/>
                </a:lnTo>
                <a:lnTo>
                  <a:pt x="5" y="126"/>
                </a:lnTo>
                <a:lnTo>
                  <a:pt x="7" y="121"/>
                </a:lnTo>
                <a:lnTo>
                  <a:pt x="9" y="116"/>
                </a:lnTo>
                <a:lnTo>
                  <a:pt x="11" y="112"/>
                </a:lnTo>
                <a:lnTo>
                  <a:pt x="13" y="107"/>
                </a:lnTo>
                <a:lnTo>
                  <a:pt x="16" y="102"/>
                </a:lnTo>
                <a:lnTo>
                  <a:pt x="19" y="97"/>
                </a:lnTo>
                <a:lnTo>
                  <a:pt x="21" y="93"/>
                </a:lnTo>
                <a:lnTo>
                  <a:pt x="25" y="88"/>
                </a:lnTo>
                <a:lnTo>
                  <a:pt x="28" y="84"/>
                </a:lnTo>
                <a:lnTo>
                  <a:pt x="31" y="79"/>
                </a:lnTo>
                <a:lnTo>
                  <a:pt x="35" y="75"/>
                </a:lnTo>
                <a:lnTo>
                  <a:pt x="39" y="71"/>
                </a:lnTo>
                <a:lnTo>
                  <a:pt x="43" y="67"/>
                </a:lnTo>
                <a:lnTo>
                  <a:pt x="47" y="63"/>
                </a:lnTo>
                <a:lnTo>
                  <a:pt x="52" y="59"/>
                </a:lnTo>
                <a:lnTo>
                  <a:pt x="57" y="55"/>
                </a:lnTo>
                <a:lnTo>
                  <a:pt x="62" y="51"/>
                </a:lnTo>
                <a:lnTo>
                  <a:pt x="67" y="47"/>
                </a:lnTo>
                <a:lnTo>
                  <a:pt x="72" y="44"/>
                </a:lnTo>
                <a:lnTo>
                  <a:pt x="77" y="40"/>
                </a:lnTo>
                <a:lnTo>
                  <a:pt x="83" y="37"/>
                </a:lnTo>
                <a:lnTo>
                  <a:pt x="88" y="34"/>
                </a:lnTo>
                <a:lnTo>
                  <a:pt x="94" y="31"/>
                </a:lnTo>
                <a:lnTo>
                  <a:pt x="100" y="28"/>
                </a:lnTo>
                <a:lnTo>
                  <a:pt x="105" y="25"/>
                </a:lnTo>
                <a:lnTo>
                  <a:pt x="111" y="23"/>
                </a:lnTo>
                <a:lnTo>
                  <a:pt x="118" y="20"/>
                </a:lnTo>
                <a:lnTo>
                  <a:pt x="124" y="18"/>
                </a:lnTo>
                <a:lnTo>
                  <a:pt x="130" y="16"/>
                </a:lnTo>
                <a:lnTo>
                  <a:pt x="137" y="13"/>
                </a:lnTo>
                <a:lnTo>
                  <a:pt x="143" y="11"/>
                </a:lnTo>
                <a:lnTo>
                  <a:pt x="150" y="10"/>
                </a:lnTo>
                <a:lnTo>
                  <a:pt x="156" y="8"/>
                </a:lnTo>
                <a:lnTo>
                  <a:pt x="163" y="7"/>
                </a:lnTo>
                <a:lnTo>
                  <a:pt x="170" y="5"/>
                </a:lnTo>
                <a:lnTo>
                  <a:pt x="177" y="4"/>
                </a:lnTo>
                <a:lnTo>
                  <a:pt x="184" y="3"/>
                </a:lnTo>
                <a:lnTo>
                  <a:pt x="191" y="2"/>
                </a:lnTo>
                <a:lnTo>
                  <a:pt x="198" y="1"/>
                </a:lnTo>
                <a:lnTo>
                  <a:pt x="205" y="1"/>
                </a:lnTo>
                <a:lnTo>
                  <a:pt x="212" y="0"/>
                </a:lnTo>
                <a:lnTo>
                  <a:pt x="219" y="0"/>
                </a:lnTo>
                <a:lnTo>
                  <a:pt x="226" y="0"/>
                </a:lnTo>
                <a:lnTo>
                  <a:pt x="233" y="0"/>
                </a:lnTo>
                <a:lnTo>
                  <a:pt x="240" y="0"/>
                </a:lnTo>
                <a:lnTo>
                  <a:pt x="247" y="1"/>
                </a:lnTo>
                <a:lnTo>
                  <a:pt x="254" y="1"/>
                </a:lnTo>
                <a:lnTo>
                  <a:pt x="261" y="2"/>
                </a:lnTo>
                <a:lnTo>
                  <a:pt x="268" y="3"/>
                </a:lnTo>
                <a:lnTo>
                  <a:pt x="275" y="4"/>
                </a:lnTo>
                <a:lnTo>
                  <a:pt x="282" y="5"/>
                </a:lnTo>
                <a:lnTo>
                  <a:pt x="289" y="7"/>
                </a:lnTo>
                <a:lnTo>
                  <a:pt x="295" y="8"/>
                </a:lnTo>
                <a:lnTo>
                  <a:pt x="302" y="10"/>
                </a:lnTo>
                <a:lnTo>
                  <a:pt x="309" y="11"/>
                </a:lnTo>
                <a:lnTo>
                  <a:pt x="315" y="13"/>
                </a:lnTo>
                <a:lnTo>
                  <a:pt x="322" y="16"/>
                </a:lnTo>
                <a:lnTo>
                  <a:pt x="328" y="18"/>
                </a:lnTo>
                <a:lnTo>
                  <a:pt x="334" y="20"/>
                </a:lnTo>
                <a:lnTo>
                  <a:pt x="340" y="23"/>
                </a:lnTo>
                <a:lnTo>
                  <a:pt x="346" y="25"/>
                </a:lnTo>
                <a:lnTo>
                  <a:pt x="352" y="28"/>
                </a:lnTo>
                <a:lnTo>
                  <a:pt x="358" y="31"/>
                </a:lnTo>
                <a:lnTo>
                  <a:pt x="364" y="34"/>
                </a:lnTo>
                <a:lnTo>
                  <a:pt x="369" y="37"/>
                </a:lnTo>
                <a:lnTo>
                  <a:pt x="375" y="40"/>
                </a:lnTo>
                <a:lnTo>
                  <a:pt x="380" y="44"/>
                </a:lnTo>
                <a:lnTo>
                  <a:pt x="385" y="47"/>
                </a:lnTo>
                <a:lnTo>
                  <a:pt x="390" y="51"/>
                </a:lnTo>
                <a:lnTo>
                  <a:pt x="395" y="55"/>
                </a:lnTo>
                <a:lnTo>
                  <a:pt x="399" y="59"/>
                </a:lnTo>
                <a:lnTo>
                  <a:pt x="404" y="63"/>
                </a:lnTo>
                <a:lnTo>
                  <a:pt x="408" y="67"/>
                </a:lnTo>
                <a:lnTo>
                  <a:pt x="412" y="71"/>
                </a:lnTo>
                <a:lnTo>
                  <a:pt x="416" y="75"/>
                </a:lnTo>
                <a:lnTo>
                  <a:pt x="420" y="79"/>
                </a:lnTo>
                <a:lnTo>
                  <a:pt x="423" y="84"/>
                </a:lnTo>
                <a:lnTo>
                  <a:pt x="426" y="88"/>
                </a:lnTo>
                <a:lnTo>
                  <a:pt x="429" y="93"/>
                </a:lnTo>
                <a:lnTo>
                  <a:pt x="432" y="97"/>
                </a:lnTo>
                <a:lnTo>
                  <a:pt x="435" y="102"/>
                </a:lnTo>
                <a:lnTo>
                  <a:pt x="438" y="107"/>
                </a:lnTo>
                <a:lnTo>
                  <a:pt x="440" y="112"/>
                </a:lnTo>
                <a:lnTo>
                  <a:pt x="442" y="116"/>
                </a:lnTo>
                <a:lnTo>
                  <a:pt x="444" y="121"/>
                </a:lnTo>
                <a:lnTo>
                  <a:pt x="445" y="126"/>
                </a:lnTo>
                <a:lnTo>
                  <a:pt x="447" y="131"/>
                </a:lnTo>
                <a:lnTo>
                  <a:pt x="448" y="136"/>
                </a:lnTo>
                <a:lnTo>
                  <a:pt x="449" y="141"/>
                </a:lnTo>
                <a:lnTo>
                  <a:pt x="450" y="146"/>
                </a:lnTo>
                <a:lnTo>
                  <a:pt x="450" y="151"/>
                </a:lnTo>
                <a:lnTo>
                  <a:pt x="451" y="156"/>
                </a:lnTo>
                <a:lnTo>
                  <a:pt x="451" y="161"/>
                </a:lnTo>
                <a:close/>
              </a:path>
            </a:pathLst>
          </a:custGeom>
          <a:solidFill>
            <a:srgbClr val="fff6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6" name=""/>
          <p:cNvSpPr/>
          <p:nvPr/>
        </p:nvSpPr>
        <p:spPr>
          <a:xfrm>
            <a:off x="7980120" y="2885040"/>
            <a:ext cx="165240" cy="118440"/>
          </a:xfrm>
          <a:custGeom>
            <a:avLst/>
            <a:gdLst/>
            <a:ahLst/>
            <a:rect l="0" t="0" r="r" b="b"/>
            <a:pathLst>
              <a:path w="459" h="329">
                <a:moveTo>
                  <a:pt x="454" y="164"/>
                </a:moveTo>
                <a:lnTo>
                  <a:pt x="454" y="159"/>
                </a:lnTo>
                <a:lnTo>
                  <a:pt x="453" y="154"/>
                </a:lnTo>
                <a:lnTo>
                  <a:pt x="453" y="149"/>
                </a:lnTo>
                <a:lnTo>
                  <a:pt x="452" y="144"/>
                </a:lnTo>
                <a:lnTo>
                  <a:pt x="451" y="139"/>
                </a:lnTo>
                <a:lnTo>
                  <a:pt x="450" y="134"/>
                </a:lnTo>
                <a:lnTo>
                  <a:pt x="448" y="129"/>
                </a:lnTo>
                <a:lnTo>
                  <a:pt x="447" y="124"/>
                </a:lnTo>
                <a:lnTo>
                  <a:pt x="445" y="119"/>
                </a:lnTo>
                <a:lnTo>
                  <a:pt x="443" y="115"/>
                </a:lnTo>
                <a:lnTo>
                  <a:pt x="441" y="110"/>
                </a:lnTo>
                <a:lnTo>
                  <a:pt x="438" y="105"/>
                </a:lnTo>
                <a:lnTo>
                  <a:pt x="435" y="100"/>
                </a:lnTo>
                <a:lnTo>
                  <a:pt x="432" y="96"/>
                </a:lnTo>
                <a:lnTo>
                  <a:pt x="429" y="91"/>
                </a:lnTo>
                <a:lnTo>
                  <a:pt x="426" y="87"/>
                </a:lnTo>
                <a:lnTo>
                  <a:pt x="423" y="82"/>
                </a:lnTo>
                <a:lnTo>
                  <a:pt x="419" y="78"/>
                </a:lnTo>
                <a:lnTo>
                  <a:pt x="415" y="74"/>
                </a:lnTo>
                <a:lnTo>
                  <a:pt x="411" y="70"/>
                </a:lnTo>
                <a:lnTo>
                  <a:pt x="407" y="66"/>
                </a:lnTo>
                <a:lnTo>
                  <a:pt x="402" y="62"/>
                </a:lnTo>
                <a:lnTo>
                  <a:pt x="398" y="58"/>
                </a:lnTo>
                <a:lnTo>
                  <a:pt x="393" y="54"/>
                </a:lnTo>
                <a:lnTo>
                  <a:pt x="388" y="50"/>
                </a:lnTo>
                <a:lnTo>
                  <a:pt x="383" y="47"/>
                </a:lnTo>
                <a:lnTo>
                  <a:pt x="378" y="43"/>
                </a:lnTo>
                <a:lnTo>
                  <a:pt x="372" y="40"/>
                </a:lnTo>
                <a:lnTo>
                  <a:pt x="367" y="37"/>
                </a:lnTo>
                <a:lnTo>
                  <a:pt x="361" y="34"/>
                </a:lnTo>
                <a:lnTo>
                  <a:pt x="355" y="31"/>
                </a:lnTo>
                <a:lnTo>
                  <a:pt x="349" y="28"/>
                </a:lnTo>
                <a:lnTo>
                  <a:pt x="343" y="26"/>
                </a:lnTo>
                <a:lnTo>
                  <a:pt x="337" y="23"/>
                </a:lnTo>
                <a:lnTo>
                  <a:pt x="331" y="21"/>
                </a:lnTo>
                <a:lnTo>
                  <a:pt x="325" y="19"/>
                </a:lnTo>
                <a:lnTo>
                  <a:pt x="318" y="16"/>
                </a:lnTo>
                <a:lnTo>
                  <a:pt x="312" y="14"/>
                </a:lnTo>
                <a:lnTo>
                  <a:pt x="305" y="13"/>
                </a:lnTo>
                <a:lnTo>
                  <a:pt x="298" y="11"/>
                </a:lnTo>
                <a:lnTo>
                  <a:pt x="292" y="10"/>
                </a:lnTo>
                <a:lnTo>
                  <a:pt x="285" y="8"/>
                </a:lnTo>
                <a:lnTo>
                  <a:pt x="278" y="7"/>
                </a:lnTo>
                <a:lnTo>
                  <a:pt x="271" y="6"/>
                </a:lnTo>
                <a:lnTo>
                  <a:pt x="264" y="5"/>
                </a:lnTo>
                <a:lnTo>
                  <a:pt x="257" y="4"/>
                </a:lnTo>
                <a:lnTo>
                  <a:pt x="250" y="4"/>
                </a:lnTo>
                <a:lnTo>
                  <a:pt x="243" y="3"/>
                </a:lnTo>
                <a:lnTo>
                  <a:pt x="236" y="3"/>
                </a:lnTo>
                <a:lnTo>
                  <a:pt x="229" y="3"/>
                </a:lnTo>
                <a:lnTo>
                  <a:pt x="222" y="3"/>
                </a:lnTo>
                <a:lnTo>
                  <a:pt x="215" y="3"/>
                </a:lnTo>
                <a:lnTo>
                  <a:pt x="208" y="4"/>
                </a:lnTo>
                <a:lnTo>
                  <a:pt x="201" y="4"/>
                </a:lnTo>
                <a:lnTo>
                  <a:pt x="194" y="5"/>
                </a:lnTo>
                <a:lnTo>
                  <a:pt x="187" y="6"/>
                </a:lnTo>
                <a:lnTo>
                  <a:pt x="180" y="7"/>
                </a:lnTo>
                <a:lnTo>
                  <a:pt x="173" y="8"/>
                </a:lnTo>
                <a:lnTo>
                  <a:pt x="166" y="10"/>
                </a:lnTo>
                <a:lnTo>
                  <a:pt x="159" y="11"/>
                </a:lnTo>
                <a:lnTo>
                  <a:pt x="153" y="13"/>
                </a:lnTo>
                <a:lnTo>
                  <a:pt x="146" y="14"/>
                </a:lnTo>
                <a:lnTo>
                  <a:pt x="140" y="16"/>
                </a:lnTo>
                <a:lnTo>
                  <a:pt x="133" y="19"/>
                </a:lnTo>
                <a:lnTo>
                  <a:pt x="127" y="21"/>
                </a:lnTo>
                <a:lnTo>
                  <a:pt x="121" y="23"/>
                </a:lnTo>
                <a:lnTo>
                  <a:pt x="114" y="26"/>
                </a:lnTo>
                <a:lnTo>
                  <a:pt x="108" y="28"/>
                </a:lnTo>
                <a:lnTo>
                  <a:pt x="103" y="31"/>
                </a:lnTo>
                <a:lnTo>
                  <a:pt x="97" y="34"/>
                </a:lnTo>
                <a:lnTo>
                  <a:pt x="91" y="37"/>
                </a:lnTo>
                <a:lnTo>
                  <a:pt x="86" y="40"/>
                </a:lnTo>
                <a:lnTo>
                  <a:pt x="80" y="43"/>
                </a:lnTo>
                <a:lnTo>
                  <a:pt x="75" y="47"/>
                </a:lnTo>
                <a:lnTo>
                  <a:pt x="70" y="50"/>
                </a:lnTo>
                <a:lnTo>
                  <a:pt x="65" y="54"/>
                </a:lnTo>
                <a:lnTo>
                  <a:pt x="60" y="58"/>
                </a:lnTo>
                <a:lnTo>
                  <a:pt x="56" y="62"/>
                </a:lnTo>
                <a:lnTo>
                  <a:pt x="51" y="66"/>
                </a:lnTo>
                <a:lnTo>
                  <a:pt x="47" y="70"/>
                </a:lnTo>
                <a:lnTo>
                  <a:pt x="43" y="74"/>
                </a:lnTo>
                <a:lnTo>
                  <a:pt x="39" y="78"/>
                </a:lnTo>
                <a:lnTo>
                  <a:pt x="35" y="82"/>
                </a:lnTo>
                <a:lnTo>
                  <a:pt x="32" y="87"/>
                </a:lnTo>
                <a:lnTo>
                  <a:pt x="29" y="91"/>
                </a:lnTo>
                <a:lnTo>
                  <a:pt x="25" y="96"/>
                </a:lnTo>
                <a:lnTo>
                  <a:pt x="23" y="100"/>
                </a:lnTo>
                <a:lnTo>
                  <a:pt x="20" y="105"/>
                </a:lnTo>
                <a:lnTo>
                  <a:pt x="17" y="110"/>
                </a:lnTo>
                <a:lnTo>
                  <a:pt x="15" y="115"/>
                </a:lnTo>
                <a:lnTo>
                  <a:pt x="13" y="119"/>
                </a:lnTo>
                <a:lnTo>
                  <a:pt x="11" y="124"/>
                </a:lnTo>
                <a:lnTo>
                  <a:pt x="9" y="129"/>
                </a:lnTo>
                <a:lnTo>
                  <a:pt x="8" y="134"/>
                </a:lnTo>
                <a:lnTo>
                  <a:pt x="7" y="139"/>
                </a:lnTo>
                <a:lnTo>
                  <a:pt x="6" y="144"/>
                </a:lnTo>
                <a:lnTo>
                  <a:pt x="5" y="149"/>
                </a:lnTo>
                <a:lnTo>
                  <a:pt x="4" y="154"/>
                </a:lnTo>
                <a:lnTo>
                  <a:pt x="4" y="159"/>
                </a:lnTo>
                <a:lnTo>
                  <a:pt x="4" y="164"/>
                </a:lnTo>
                <a:lnTo>
                  <a:pt x="4" y="169"/>
                </a:lnTo>
                <a:lnTo>
                  <a:pt x="4" y="174"/>
                </a:lnTo>
                <a:lnTo>
                  <a:pt x="5" y="179"/>
                </a:lnTo>
                <a:lnTo>
                  <a:pt x="6" y="184"/>
                </a:lnTo>
                <a:lnTo>
                  <a:pt x="7" y="190"/>
                </a:lnTo>
                <a:lnTo>
                  <a:pt x="8" y="194"/>
                </a:lnTo>
                <a:lnTo>
                  <a:pt x="9" y="199"/>
                </a:lnTo>
                <a:lnTo>
                  <a:pt x="11" y="204"/>
                </a:lnTo>
                <a:lnTo>
                  <a:pt x="13" y="209"/>
                </a:lnTo>
                <a:lnTo>
                  <a:pt x="15" y="214"/>
                </a:lnTo>
                <a:lnTo>
                  <a:pt x="17" y="219"/>
                </a:lnTo>
                <a:lnTo>
                  <a:pt x="20" y="224"/>
                </a:lnTo>
                <a:lnTo>
                  <a:pt x="23" y="228"/>
                </a:lnTo>
                <a:lnTo>
                  <a:pt x="25" y="233"/>
                </a:lnTo>
                <a:lnTo>
                  <a:pt x="29" y="237"/>
                </a:lnTo>
                <a:lnTo>
                  <a:pt x="32" y="242"/>
                </a:lnTo>
                <a:lnTo>
                  <a:pt x="35" y="246"/>
                </a:lnTo>
                <a:lnTo>
                  <a:pt x="39" y="251"/>
                </a:lnTo>
                <a:lnTo>
                  <a:pt x="43" y="255"/>
                </a:lnTo>
                <a:lnTo>
                  <a:pt x="47" y="259"/>
                </a:lnTo>
                <a:lnTo>
                  <a:pt x="51" y="263"/>
                </a:lnTo>
                <a:lnTo>
                  <a:pt x="56" y="267"/>
                </a:lnTo>
                <a:lnTo>
                  <a:pt x="60" y="271"/>
                </a:lnTo>
                <a:lnTo>
                  <a:pt x="65" y="275"/>
                </a:lnTo>
                <a:lnTo>
                  <a:pt x="70" y="278"/>
                </a:lnTo>
                <a:lnTo>
                  <a:pt x="75" y="282"/>
                </a:lnTo>
                <a:lnTo>
                  <a:pt x="80" y="285"/>
                </a:lnTo>
                <a:lnTo>
                  <a:pt x="86" y="288"/>
                </a:lnTo>
                <a:lnTo>
                  <a:pt x="91" y="292"/>
                </a:lnTo>
                <a:lnTo>
                  <a:pt x="97" y="295"/>
                </a:lnTo>
                <a:lnTo>
                  <a:pt x="103" y="298"/>
                </a:lnTo>
                <a:lnTo>
                  <a:pt x="108" y="300"/>
                </a:lnTo>
                <a:lnTo>
                  <a:pt x="114" y="303"/>
                </a:lnTo>
                <a:lnTo>
                  <a:pt x="121" y="306"/>
                </a:lnTo>
                <a:lnTo>
                  <a:pt x="127" y="308"/>
                </a:lnTo>
                <a:lnTo>
                  <a:pt x="133" y="310"/>
                </a:lnTo>
                <a:lnTo>
                  <a:pt x="140" y="312"/>
                </a:lnTo>
                <a:lnTo>
                  <a:pt x="146" y="314"/>
                </a:lnTo>
                <a:lnTo>
                  <a:pt x="153" y="316"/>
                </a:lnTo>
                <a:lnTo>
                  <a:pt x="159" y="318"/>
                </a:lnTo>
                <a:lnTo>
                  <a:pt x="166" y="319"/>
                </a:lnTo>
                <a:lnTo>
                  <a:pt x="173" y="320"/>
                </a:lnTo>
                <a:lnTo>
                  <a:pt x="180" y="322"/>
                </a:lnTo>
                <a:lnTo>
                  <a:pt x="187" y="323"/>
                </a:lnTo>
                <a:lnTo>
                  <a:pt x="194" y="323"/>
                </a:lnTo>
                <a:lnTo>
                  <a:pt x="201" y="324"/>
                </a:lnTo>
                <a:lnTo>
                  <a:pt x="208" y="326"/>
                </a:lnTo>
                <a:lnTo>
                  <a:pt x="215" y="326"/>
                </a:lnTo>
                <a:lnTo>
                  <a:pt x="222" y="326"/>
                </a:lnTo>
                <a:lnTo>
                  <a:pt x="229" y="326"/>
                </a:lnTo>
                <a:lnTo>
                  <a:pt x="236" y="326"/>
                </a:lnTo>
                <a:lnTo>
                  <a:pt x="243" y="326"/>
                </a:lnTo>
                <a:lnTo>
                  <a:pt x="250" y="326"/>
                </a:lnTo>
                <a:lnTo>
                  <a:pt x="257" y="324"/>
                </a:lnTo>
                <a:lnTo>
                  <a:pt x="264" y="323"/>
                </a:lnTo>
                <a:lnTo>
                  <a:pt x="271" y="323"/>
                </a:lnTo>
                <a:lnTo>
                  <a:pt x="278" y="322"/>
                </a:lnTo>
                <a:lnTo>
                  <a:pt x="285" y="320"/>
                </a:lnTo>
                <a:lnTo>
                  <a:pt x="292" y="319"/>
                </a:lnTo>
                <a:lnTo>
                  <a:pt x="298" y="318"/>
                </a:lnTo>
                <a:lnTo>
                  <a:pt x="305" y="316"/>
                </a:lnTo>
                <a:lnTo>
                  <a:pt x="312" y="314"/>
                </a:lnTo>
                <a:lnTo>
                  <a:pt x="318" y="312"/>
                </a:lnTo>
                <a:lnTo>
                  <a:pt x="325" y="310"/>
                </a:lnTo>
                <a:lnTo>
                  <a:pt x="331" y="308"/>
                </a:lnTo>
                <a:lnTo>
                  <a:pt x="337" y="306"/>
                </a:lnTo>
                <a:lnTo>
                  <a:pt x="343" y="303"/>
                </a:lnTo>
                <a:lnTo>
                  <a:pt x="349" y="300"/>
                </a:lnTo>
                <a:lnTo>
                  <a:pt x="355" y="298"/>
                </a:lnTo>
                <a:lnTo>
                  <a:pt x="361" y="295"/>
                </a:lnTo>
                <a:lnTo>
                  <a:pt x="367" y="292"/>
                </a:lnTo>
                <a:lnTo>
                  <a:pt x="372" y="288"/>
                </a:lnTo>
                <a:lnTo>
                  <a:pt x="378" y="285"/>
                </a:lnTo>
                <a:lnTo>
                  <a:pt x="383" y="282"/>
                </a:lnTo>
                <a:lnTo>
                  <a:pt x="388" y="278"/>
                </a:lnTo>
                <a:lnTo>
                  <a:pt x="393" y="275"/>
                </a:lnTo>
                <a:lnTo>
                  <a:pt x="398" y="271"/>
                </a:lnTo>
                <a:lnTo>
                  <a:pt x="402" y="267"/>
                </a:lnTo>
                <a:lnTo>
                  <a:pt x="407" y="263"/>
                </a:lnTo>
                <a:lnTo>
                  <a:pt x="411" y="259"/>
                </a:lnTo>
                <a:lnTo>
                  <a:pt x="415" y="255"/>
                </a:lnTo>
                <a:lnTo>
                  <a:pt x="419" y="251"/>
                </a:lnTo>
                <a:lnTo>
                  <a:pt x="423" y="246"/>
                </a:lnTo>
                <a:lnTo>
                  <a:pt x="426" y="242"/>
                </a:lnTo>
                <a:lnTo>
                  <a:pt x="429" y="237"/>
                </a:lnTo>
                <a:lnTo>
                  <a:pt x="432" y="233"/>
                </a:lnTo>
                <a:lnTo>
                  <a:pt x="435" y="228"/>
                </a:lnTo>
                <a:lnTo>
                  <a:pt x="438" y="224"/>
                </a:lnTo>
                <a:lnTo>
                  <a:pt x="441" y="219"/>
                </a:lnTo>
                <a:lnTo>
                  <a:pt x="443" y="214"/>
                </a:lnTo>
                <a:lnTo>
                  <a:pt x="445" y="209"/>
                </a:lnTo>
                <a:lnTo>
                  <a:pt x="447" y="204"/>
                </a:lnTo>
                <a:lnTo>
                  <a:pt x="448" y="199"/>
                </a:lnTo>
                <a:lnTo>
                  <a:pt x="450" y="194"/>
                </a:lnTo>
                <a:lnTo>
                  <a:pt x="451" y="190"/>
                </a:lnTo>
                <a:lnTo>
                  <a:pt x="452" y="184"/>
                </a:lnTo>
                <a:lnTo>
                  <a:pt x="453" y="179"/>
                </a:lnTo>
                <a:lnTo>
                  <a:pt x="453" y="174"/>
                </a:lnTo>
                <a:lnTo>
                  <a:pt x="454" y="169"/>
                </a:lnTo>
                <a:lnTo>
                  <a:pt x="454" y="164"/>
                </a:lnTo>
                <a:moveTo>
                  <a:pt x="459" y="164"/>
                </a:moveTo>
                <a:lnTo>
                  <a:pt x="459" y="169"/>
                </a:lnTo>
                <a:lnTo>
                  <a:pt x="458" y="175"/>
                </a:lnTo>
                <a:lnTo>
                  <a:pt x="458" y="180"/>
                </a:lnTo>
                <a:lnTo>
                  <a:pt x="457" y="185"/>
                </a:lnTo>
                <a:lnTo>
                  <a:pt x="456" y="190"/>
                </a:lnTo>
                <a:lnTo>
                  <a:pt x="454" y="195"/>
                </a:lnTo>
                <a:lnTo>
                  <a:pt x="452" y="200"/>
                </a:lnTo>
                <a:lnTo>
                  <a:pt x="451" y="205"/>
                </a:lnTo>
                <a:lnTo>
                  <a:pt x="449" y="210"/>
                </a:lnTo>
                <a:lnTo>
                  <a:pt x="447" y="215"/>
                </a:lnTo>
                <a:lnTo>
                  <a:pt x="444" y="220"/>
                </a:lnTo>
                <a:lnTo>
                  <a:pt x="442" y="225"/>
                </a:lnTo>
                <a:lnTo>
                  <a:pt x="439" y="229"/>
                </a:lnTo>
                <a:lnTo>
                  <a:pt x="436" y="234"/>
                </a:lnTo>
                <a:lnTo>
                  <a:pt x="433" y="239"/>
                </a:lnTo>
                <a:lnTo>
                  <a:pt x="429" y="243"/>
                </a:lnTo>
                <a:lnTo>
                  <a:pt x="426" y="248"/>
                </a:lnTo>
                <a:lnTo>
                  <a:pt x="422" y="252"/>
                </a:lnTo>
                <a:lnTo>
                  <a:pt x="418" y="256"/>
                </a:lnTo>
                <a:lnTo>
                  <a:pt x="414" y="261"/>
                </a:lnTo>
                <a:lnTo>
                  <a:pt x="410" y="265"/>
                </a:lnTo>
                <a:lnTo>
                  <a:pt x="405" y="269"/>
                </a:lnTo>
                <a:lnTo>
                  <a:pt x="401" y="273"/>
                </a:lnTo>
                <a:lnTo>
                  <a:pt x="396" y="277"/>
                </a:lnTo>
                <a:lnTo>
                  <a:pt x="391" y="280"/>
                </a:lnTo>
                <a:lnTo>
                  <a:pt x="386" y="284"/>
                </a:lnTo>
                <a:lnTo>
                  <a:pt x="380" y="287"/>
                </a:lnTo>
                <a:lnTo>
                  <a:pt x="375" y="291"/>
                </a:lnTo>
                <a:lnTo>
                  <a:pt x="369" y="294"/>
                </a:lnTo>
                <a:lnTo>
                  <a:pt x="363" y="297"/>
                </a:lnTo>
                <a:lnTo>
                  <a:pt x="358" y="300"/>
                </a:lnTo>
                <a:lnTo>
                  <a:pt x="352" y="303"/>
                </a:lnTo>
                <a:lnTo>
                  <a:pt x="345" y="305"/>
                </a:lnTo>
                <a:lnTo>
                  <a:pt x="339" y="308"/>
                </a:lnTo>
                <a:lnTo>
                  <a:pt x="333" y="310"/>
                </a:lnTo>
                <a:lnTo>
                  <a:pt x="326" y="313"/>
                </a:lnTo>
                <a:lnTo>
                  <a:pt x="320" y="315"/>
                </a:lnTo>
                <a:lnTo>
                  <a:pt x="313" y="317"/>
                </a:lnTo>
                <a:lnTo>
                  <a:pt x="306" y="319"/>
                </a:lnTo>
                <a:lnTo>
                  <a:pt x="300" y="320"/>
                </a:lnTo>
                <a:lnTo>
                  <a:pt x="293" y="322"/>
                </a:lnTo>
                <a:lnTo>
                  <a:pt x="286" y="323"/>
                </a:lnTo>
                <a:lnTo>
                  <a:pt x="279" y="324"/>
                </a:lnTo>
                <a:lnTo>
                  <a:pt x="272" y="326"/>
                </a:lnTo>
                <a:lnTo>
                  <a:pt x="265" y="327"/>
                </a:lnTo>
                <a:lnTo>
                  <a:pt x="258" y="328"/>
                </a:lnTo>
                <a:lnTo>
                  <a:pt x="250" y="328"/>
                </a:lnTo>
                <a:lnTo>
                  <a:pt x="243" y="329"/>
                </a:lnTo>
                <a:lnTo>
                  <a:pt x="236" y="329"/>
                </a:lnTo>
                <a:lnTo>
                  <a:pt x="229" y="329"/>
                </a:lnTo>
                <a:lnTo>
                  <a:pt x="222" y="329"/>
                </a:lnTo>
                <a:lnTo>
                  <a:pt x="215" y="329"/>
                </a:lnTo>
                <a:lnTo>
                  <a:pt x="207" y="328"/>
                </a:lnTo>
                <a:lnTo>
                  <a:pt x="200" y="328"/>
                </a:lnTo>
                <a:lnTo>
                  <a:pt x="193" y="327"/>
                </a:lnTo>
                <a:lnTo>
                  <a:pt x="186" y="326"/>
                </a:lnTo>
                <a:lnTo>
                  <a:pt x="179" y="324"/>
                </a:lnTo>
                <a:lnTo>
                  <a:pt x="172" y="323"/>
                </a:lnTo>
                <a:lnTo>
                  <a:pt x="165" y="322"/>
                </a:lnTo>
                <a:lnTo>
                  <a:pt x="158" y="320"/>
                </a:lnTo>
                <a:lnTo>
                  <a:pt x="151" y="319"/>
                </a:lnTo>
                <a:lnTo>
                  <a:pt x="145" y="317"/>
                </a:lnTo>
                <a:lnTo>
                  <a:pt x="138" y="315"/>
                </a:lnTo>
                <a:lnTo>
                  <a:pt x="132" y="313"/>
                </a:lnTo>
                <a:lnTo>
                  <a:pt x="125" y="310"/>
                </a:lnTo>
                <a:lnTo>
                  <a:pt x="119" y="308"/>
                </a:lnTo>
                <a:lnTo>
                  <a:pt x="112" y="305"/>
                </a:lnTo>
                <a:lnTo>
                  <a:pt x="106" y="303"/>
                </a:lnTo>
                <a:lnTo>
                  <a:pt x="100" y="300"/>
                </a:lnTo>
                <a:lnTo>
                  <a:pt x="94" y="297"/>
                </a:lnTo>
                <a:lnTo>
                  <a:pt x="89" y="294"/>
                </a:lnTo>
                <a:lnTo>
                  <a:pt x="83" y="291"/>
                </a:lnTo>
                <a:lnTo>
                  <a:pt x="78" y="287"/>
                </a:lnTo>
                <a:lnTo>
                  <a:pt x="72" y="284"/>
                </a:lnTo>
                <a:lnTo>
                  <a:pt x="67" y="280"/>
                </a:lnTo>
                <a:lnTo>
                  <a:pt x="62" y="277"/>
                </a:lnTo>
                <a:lnTo>
                  <a:pt x="57" y="273"/>
                </a:lnTo>
                <a:lnTo>
                  <a:pt x="53" y="269"/>
                </a:lnTo>
                <a:lnTo>
                  <a:pt x="48" y="265"/>
                </a:lnTo>
                <a:lnTo>
                  <a:pt x="44" y="261"/>
                </a:lnTo>
                <a:lnTo>
                  <a:pt x="40" y="256"/>
                </a:lnTo>
                <a:lnTo>
                  <a:pt x="36" y="252"/>
                </a:lnTo>
                <a:lnTo>
                  <a:pt x="32" y="248"/>
                </a:lnTo>
                <a:lnTo>
                  <a:pt x="28" y="243"/>
                </a:lnTo>
                <a:lnTo>
                  <a:pt x="25" y="239"/>
                </a:lnTo>
                <a:lnTo>
                  <a:pt x="22" y="234"/>
                </a:lnTo>
                <a:lnTo>
                  <a:pt x="19" y="229"/>
                </a:lnTo>
                <a:lnTo>
                  <a:pt x="16" y="225"/>
                </a:lnTo>
                <a:lnTo>
                  <a:pt x="14" y="220"/>
                </a:lnTo>
                <a:lnTo>
                  <a:pt x="11" y="215"/>
                </a:lnTo>
                <a:lnTo>
                  <a:pt x="9" y="210"/>
                </a:lnTo>
                <a:lnTo>
                  <a:pt x="7" y="205"/>
                </a:lnTo>
                <a:lnTo>
                  <a:pt x="6" y="200"/>
                </a:lnTo>
                <a:lnTo>
                  <a:pt x="4" y="195"/>
                </a:lnTo>
                <a:lnTo>
                  <a:pt x="3" y="190"/>
                </a:lnTo>
                <a:lnTo>
                  <a:pt x="2" y="185"/>
                </a:lnTo>
                <a:lnTo>
                  <a:pt x="1" y="180"/>
                </a:lnTo>
                <a:lnTo>
                  <a:pt x="1" y="175"/>
                </a:lnTo>
                <a:lnTo>
                  <a:pt x="0" y="169"/>
                </a:lnTo>
                <a:lnTo>
                  <a:pt x="0" y="164"/>
                </a:lnTo>
                <a:lnTo>
                  <a:pt x="0" y="159"/>
                </a:lnTo>
                <a:lnTo>
                  <a:pt x="1" y="154"/>
                </a:lnTo>
                <a:lnTo>
                  <a:pt x="1" y="149"/>
                </a:lnTo>
                <a:lnTo>
                  <a:pt x="2" y="144"/>
                </a:lnTo>
                <a:lnTo>
                  <a:pt x="3" y="139"/>
                </a:lnTo>
                <a:lnTo>
                  <a:pt x="4" y="134"/>
                </a:lnTo>
                <a:lnTo>
                  <a:pt x="6" y="129"/>
                </a:lnTo>
                <a:lnTo>
                  <a:pt x="7" y="124"/>
                </a:lnTo>
                <a:lnTo>
                  <a:pt x="9" y="119"/>
                </a:lnTo>
                <a:lnTo>
                  <a:pt x="11" y="114"/>
                </a:lnTo>
                <a:lnTo>
                  <a:pt x="14" y="109"/>
                </a:lnTo>
                <a:lnTo>
                  <a:pt x="16" y="104"/>
                </a:lnTo>
                <a:lnTo>
                  <a:pt x="19" y="99"/>
                </a:lnTo>
                <a:lnTo>
                  <a:pt x="22" y="95"/>
                </a:lnTo>
                <a:lnTo>
                  <a:pt x="25" y="90"/>
                </a:lnTo>
                <a:lnTo>
                  <a:pt x="28" y="85"/>
                </a:lnTo>
                <a:lnTo>
                  <a:pt x="32" y="81"/>
                </a:lnTo>
                <a:lnTo>
                  <a:pt x="36" y="76"/>
                </a:lnTo>
                <a:lnTo>
                  <a:pt x="40" y="72"/>
                </a:lnTo>
                <a:lnTo>
                  <a:pt x="44" y="68"/>
                </a:lnTo>
                <a:lnTo>
                  <a:pt x="48" y="64"/>
                </a:lnTo>
                <a:lnTo>
                  <a:pt x="53" y="60"/>
                </a:lnTo>
                <a:lnTo>
                  <a:pt x="57" y="56"/>
                </a:lnTo>
                <a:lnTo>
                  <a:pt x="62" y="52"/>
                </a:lnTo>
                <a:lnTo>
                  <a:pt x="67" y="48"/>
                </a:lnTo>
                <a:lnTo>
                  <a:pt x="72" y="45"/>
                </a:lnTo>
                <a:lnTo>
                  <a:pt x="78" y="41"/>
                </a:lnTo>
                <a:lnTo>
                  <a:pt x="83" y="38"/>
                </a:lnTo>
                <a:lnTo>
                  <a:pt x="89" y="35"/>
                </a:lnTo>
                <a:lnTo>
                  <a:pt x="94" y="32"/>
                </a:lnTo>
                <a:lnTo>
                  <a:pt x="100" y="29"/>
                </a:lnTo>
                <a:lnTo>
                  <a:pt x="106" y="26"/>
                </a:lnTo>
                <a:lnTo>
                  <a:pt x="112" y="23"/>
                </a:lnTo>
                <a:lnTo>
                  <a:pt x="119" y="21"/>
                </a:lnTo>
                <a:lnTo>
                  <a:pt x="125" y="18"/>
                </a:lnTo>
                <a:lnTo>
                  <a:pt x="132" y="16"/>
                </a:lnTo>
                <a:lnTo>
                  <a:pt x="138" y="14"/>
                </a:lnTo>
                <a:lnTo>
                  <a:pt x="145" y="12"/>
                </a:lnTo>
                <a:lnTo>
                  <a:pt x="151" y="10"/>
                </a:lnTo>
                <a:lnTo>
                  <a:pt x="158" y="8"/>
                </a:lnTo>
                <a:lnTo>
                  <a:pt x="165" y="7"/>
                </a:lnTo>
                <a:lnTo>
                  <a:pt x="172" y="6"/>
                </a:lnTo>
                <a:lnTo>
                  <a:pt x="179" y="4"/>
                </a:lnTo>
                <a:lnTo>
                  <a:pt x="186" y="3"/>
                </a:lnTo>
                <a:lnTo>
                  <a:pt x="193" y="2"/>
                </a:lnTo>
                <a:lnTo>
                  <a:pt x="200" y="2"/>
                </a:lnTo>
                <a:lnTo>
                  <a:pt x="207" y="1"/>
                </a:lnTo>
                <a:lnTo>
                  <a:pt x="215" y="1"/>
                </a:lnTo>
                <a:lnTo>
                  <a:pt x="222" y="0"/>
                </a:lnTo>
                <a:lnTo>
                  <a:pt x="229" y="0"/>
                </a:lnTo>
                <a:lnTo>
                  <a:pt x="236" y="0"/>
                </a:lnTo>
                <a:lnTo>
                  <a:pt x="243" y="1"/>
                </a:lnTo>
                <a:lnTo>
                  <a:pt x="250" y="1"/>
                </a:lnTo>
                <a:lnTo>
                  <a:pt x="258" y="2"/>
                </a:lnTo>
                <a:lnTo>
                  <a:pt x="265" y="2"/>
                </a:lnTo>
                <a:lnTo>
                  <a:pt x="272" y="3"/>
                </a:lnTo>
                <a:lnTo>
                  <a:pt x="279" y="4"/>
                </a:lnTo>
                <a:lnTo>
                  <a:pt x="286" y="6"/>
                </a:lnTo>
                <a:lnTo>
                  <a:pt x="293" y="7"/>
                </a:lnTo>
                <a:lnTo>
                  <a:pt x="300" y="8"/>
                </a:lnTo>
                <a:lnTo>
                  <a:pt x="306" y="10"/>
                </a:lnTo>
                <a:lnTo>
                  <a:pt x="313" y="12"/>
                </a:lnTo>
                <a:lnTo>
                  <a:pt x="320" y="14"/>
                </a:lnTo>
                <a:lnTo>
                  <a:pt x="326" y="16"/>
                </a:lnTo>
                <a:lnTo>
                  <a:pt x="333" y="18"/>
                </a:lnTo>
                <a:lnTo>
                  <a:pt x="339" y="21"/>
                </a:lnTo>
                <a:lnTo>
                  <a:pt x="345" y="23"/>
                </a:lnTo>
                <a:lnTo>
                  <a:pt x="352" y="26"/>
                </a:lnTo>
                <a:lnTo>
                  <a:pt x="358" y="29"/>
                </a:lnTo>
                <a:lnTo>
                  <a:pt x="363" y="32"/>
                </a:lnTo>
                <a:lnTo>
                  <a:pt x="369" y="35"/>
                </a:lnTo>
                <a:lnTo>
                  <a:pt x="375" y="38"/>
                </a:lnTo>
                <a:lnTo>
                  <a:pt x="380" y="41"/>
                </a:lnTo>
                <a:lnTo>
                  <a:pt x="386" y="45"/>
                </a:lnTo>
                <a:lnTo>
                  <a:pt x="391" y="48"/>
                </a:lnTo>
                <a:lnTo>
                  <a:pt x="396" y="52"/>
                </a:lnTo>
                <a:lnTo>
                  <a:pt x="401" y="56"/>
                </a:lnTo>
                <a:lnTo>
                  <a:pt x="405" y="60"/>
                </a:lnTo>
                <a:lnTo>
                  <a:pt x="410" y="64"/>
                </a:lnTo>
                <a:lnTo>
                  <a:pt x="414" y="68"/>
                </a:lnTo>
                <a:lnTo>
                  <a:pt x="418" y="72"/>
                </a:lnTo>
                <a:lnTo>
                  <a:pt x="422" y="76"/>
                </a:lnTo>
                <a:lnTo>
                  <a:pt x="426" y="81"/>
                </a:lnTo>
                <a:lnTo>
                  <a:pt x="429" y="85"/>
                </a:lnTo>
                <a:lnTo>
                  <a:pt x="433" y="90"/>
                </a:lnTo>
                <a:lnTo>
                  <a:pt x="436" y="95"/>
                </a:lnTo>
                <a:lnTo>
                  <a:pt x="439" y="99"/>
                </a:lnTo>
                <a:lnTo>
                  <a:pt x="442" y="104"/>
                </a:lnTo>
                <a:lnTo>
                  <a:pt x="444" y="109"/>
                </a:lnTo>
                <a:lnTo>
                  <a:pt x="447" y="114"/>
                </a:lnTo>
                <a:lnTo>
                  <a:pt x="449" y="119"/>
                </a:lnTo>
                <a:lnTo>
                  <a:pt x="451" y="124"/>
                </a:lnTo>
                <a:lnTo>
                  <a:pt x="452" y="129"/>
                </a:lnTo>
                <a:lnTo>
                  <a:pt x="454" y="134"/>
                </a:lnTo>
                <a:lnTo>
                  <a:pt x="456" y="139"/>
                </a:lnTo>
                <a:lnTo>
                  <a:pt x="457" y="144"/>
                </a:lnTo>
                <a:lnTo>
                  <a:pt x="458" y="149"/>
                </a:lnTo>
                <a:lnTo>
                  <a:pt x="458" y="154"/>
                </a:lnTo>
                <a:lnTo>
                  <a:pt x="459" y="159"/>
                </a:lnTo>
                <a:lnTo>
                  <a:pt x="459" y="164"/>
                </a:lnTo>
                <a:close/>
              </a:path>
            </a:pathLst>
          </a:custGeom>
          <a:solidFill>
            <a:srgbClr val="ff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7" name=""/>
          <p:cNvSpPr/>
          <p:nvPr/>
        </p:nvSpPr>
        <p:spPr>
          <a:xfrm>
            <a:off x="7978680" y="2884320"/>
            <a:ext cx="168120" cy="120240"/>
          </a:xfrm>
          <a:custGeom>
            <a:avLst/>
            <a:gdLst/>
            <a:ahLst/>
            <a:rect l="0" t="0" r="r" b="b"/>
            <a:pathLst>
              <a:path w="467" h="334">
                <a:moveTo>
                  <a:pt x="463" y="167"/>
                </a:moveTo>
                <a:lnTo>
                  <a:pt x="463" y="162"/>
                </a:lnTo>
                <a:lnTo>
                  <a:pt x="462" y="157"/>
                </a:lnTo>
                <a:lnTo>
                  <a:pt x="462" y="152"/>
                </a:lnTo>
                <a:lnTo>
                  <a:pt x="461" y="146"/>
                </a:lnTo>
                <a:lnTo>
                  <a:pt x="460" y="141"/>
                </a:lnTo>
                <a:lnTo>
                  <a:pt x="459" y="136"/>
                </a:lnTo>
                <a:lnTo>
                  <a:pt x="457" y="131"/>
                </a:lnTo>
                <a:lnTo>
                  <a:pt x="456" y="126"/>
                </a:lnTo>
                <a:lnTo>
                  <a:pt x="454" y="121"/>
                </a:lnTo>
                <a:lnTo>
                  <a:pt x="452" y="116"/>
                </a:lnTo>
                <a:lnTo>
                  <a:pt x="449" y="111"/>
                </a:lnTo>
                <a:lnTo>
                  <a:pt x="447" y="106"/>
                </a:lnTo>
                <a:lnTo>
                  <a:pt x="444" y="101"/>
                </a:lnTo>
                <a:lnTo>
                  <a:pt x="441" y="97"/>
                </a:lnTo>
                <a:lnTo>
                  <a:pt x="438" y="92"/>
                </a:lnTo>
                <a:lnTo>
                  <a:pt x="434" y="87"/>
                </a:lnTo>
                <a:lnTo>
                  <a:pt x="431" y="83"/>
                </a:lnTo>
                <a:lnTo>
                  <a:pt x="427" y="78"/>
                </a:lnTo>
                <a:lnTo>
                  <a:pt x="423" y="74"/>
                </a:lnTo>
                <a:lnTo>
                  <a:pt x="419" y="70"/>
                </a:lnTo>
                <a:lnTo>
                  <a:pt x="415" y="66"/>
                </a:lnTo>
                <a:lnTo>
                  <a:pt x="410" y="62"/>
                </a:lnTo>
                <a:lnTo>
                  <a:pt x="406" y="58"/>
                </a:lnTo>
                <a:lnTo>
                  <a:pt x="401" y="54"/>
                </a:lnTo>
                <a:lnTo>
                  <a:pt x="396" y="50"/>
                </a:lnTo>
                <a:lnTo>
                  <a:pt x="391" y="47"/>
                </a:lnTo>
                <a:lnTo>
                  <a:pt x="384" y="43"/>
                </a:lnTo>
                <a:lnTo>
                  <a:pt x="379" y="40"/>
                </a:lnTo>
                <a:lnTo>
                  <a:pt x="373" y="37"/>
                </a:lnTo>
                <a:lnTo>
                  <a:pt x="367" y="34"/>
                </a:lnTo>
                <a:lnTo>
                  <a:pt x="362" y="31"/>
                </a:lnTo>
                <a:lnTo>
                  <a:pt x="356" y="28"/>
                </a:lnTo>
                <a:lnTo>
                  <a:pt x="349" y="25"/>
                </a:lnTo>
                <a:lnTo>
                  <a:pt x="343" y="23"/>
                </a:lnTo>
                <a:lnTo>
                  <a:pt x="337" y="20"/>
                </a:lnTo>
                <a:lnTo>
                  <a:pt x="330" y="18"/>
                </a:lnTo>
                <a:lnTo>
                  <a:pt x="324" y="16"/>
                </a:lnTo>
                <a:lnTo>
                  <a:pt x="317" y="14"/>
                </a:lnTo>
                <a:lnTo>
                  <a:pt x="310" y="12"/>
                </a:lnTo>
                <a:lnTo>
                  <a:pt x="304" y="10"/>
                </a:lnTo>
                <a:lnTo>
                  <a:pt x="297" y="9"/>
                </a:lnTo>
                <a:lnTo>
                  <a:pt x="290" y="8"/>
                </a:lnTo>
                <a:lnTo>
                  <a:pt x="283" y="6"/>
                </a:lnTo>
                <a:lnTo>
                  <a:pt x="276" y="5"/>
                </a:lnTo>
                <a:lnTo>
                  <a:pt x="269" y="4"/>
                </a:lnTo>
                <a:lnTo>
                  <a:pt x="262" y="4"/>
                </a:lnTo>
                <a:lnTo>
                  <a:pt x="254" y="3"/>
                </a:lnTo>
                <a:lnTo>
                  <a:pt x="247" y="3"/>
                </a:lnTo>
                <a:lnTo>
                  <a:pt x="240" y="2"/>
                </a:lnTo>
                <a:lnTo>
                  <a:pt x="233" y="2"/>
                </a:lnTo>
                <a:lnTo>
                  <a:pt x="226" y="2"/>
                </a:lnTo>
                <a:lnTo>
                  <a:pt x="219" y="3"/>
                </a:lnTo>
                <a:lnTo>
                  <a:pt x="211" y="3"/>
                </a:lnTo>
                <a:lnTo>
                  <a:pt x="204" y="4"/>
                </a:lnTo>
                <a:lnTo>
                  <a:pt x="197" y="4"/>
                </a:lnTo>
                <a:lnTo>
                  <a:pt x="190" y="5"/>
                </a:lnTo>
                <a:lnTo>
                  <a:pt x="183" y="6"/>
                </a:lnTo>
                <a:lnTo>
                  <a:pt x="176" y="8"/>
                </a:lnTo>
                <a:lnTo>
                  <a:pt x="169" y="9"/>
                </a:lnTo>
                <a:lnTo>
                  <a:pt x="162" y="10"/>
                </a:lnTo>
                <a:lnTo>
                  <a:pt x="155" y="12"/>
                </a:lnTo>
                <a:lnTo>
                  <a:pt x="149" y="14"/>
                </a:lnTo>
                <a:lnTo>
                  <a:pt x="142" y="16"/>
                </a:lnTo>
                <a:lnTo>
                  <a:pt x="136" y="18"/>
                </a:lnTo>
                <a:lnTo>
                  <a:pt x="129" y="20"/>
                </a:lnTo>
                <a:lnTo>
                  <a:pt x="123" y="23"/>
                </a:lnTo>
                <a:lnTo>
                  <a:pt x="116" y="25"/>
                </a:lnTo>
                <a:lnTo>
                  <a:pt x="110" y="28"/>
                </a:lnTo>
                <a:lnTo>
                  <a:pt x="104" y="31"/>
                </a:lnTo>
                <a:lnTo>
                  <a:pt x="98" y="34"/>
                </a:lnTo>
                <a:lnTo>
                  <a:pt x="93" y="37"/>
                </a:lnTo>
                <a:lnTo>
                  <a:pt x="87" y="40"/>
                </a:lnTo>
                <a:lnTo>
                  <a:pt x="82" y="43"/>
                </a:lnTo>
                <a:lnTo>
                  <a:pt x="76" y="47"/>
                </a:lnTo>
                <a:lnTo>
                  <a:pt x="71" y="50"/>
                </a:lnTo>
                <a:lnTo>
                  <a:pt x="66" y="54"/>
                </a:lnTo>
                <a:lnTo>
                  <a:pt x="61" y="58"/>
                </a:lnTo>
                <a:lnTo>
                  <a:pt x="57" y="62"/>
                </a:lnTo>
                <a:lnTo>
                  <a:pt x="52" y="66"/>
                </a:lnTo>
                <a:lnTo>
                  <a:pt x="48" y="70"/>
                </a:lnTo>
                <a:lnTo>
                  <a:pt x="44" y="74"/>
                </a:lnTo>
                <a:lnTo>
                  <a:pt x="40" y="78"/>
                </a:lnTo>
                <a:lnTo>
                  <a:pt x="36" y="83"/>
                </a:lnTo>
                <a:lnTo>
                  <a:pt x="32" y="87"/>
                </a:lnTo>
                <a:lnTo>
                  <a:pt x="29" y="92"/>
                </a:lnTo>
                <a:lnTo>
                  <a:pt x="26" y="97"/>
                </a:lnTo>
                <a:lnTo>
                  <a:pt x="23" y="101"/>
                </a:lnTo>
                <a:lnTo>
                  <a:pt x="20" y="106"/>
                </a:lnTo>
                <a:lnTo>
                  <a:pt x="18" y="111"/>
                </a:lnTo>
                <a:lnTo>
                  <a:pt x="15" y="116"/>
                </a:lnTo>
                <a:lnTo>
                  <a:pt x="13" y="121"/>
                </a:lnTo>
                <a:lnTo>
                  <a:pt x="11" y="126"/>
                </a:lnTo>
                <a:lnTo>
                  <a:pt x="10" y="131"/>
                </a:lnTo>
                <a:lnTo>
                  <a:pt x="8" y="136"/>
                </a:lnTo>
                <a:lnTo>
                  <a:pt x="7" y="141"/>
                </a:lnTo>
                <a:lnTo>
                  <a:pt x="6" y="146"/>
                </a:lnTo>
                <a:lnTo>
                  <a:pt x="5" y="152"/>
                </a:lnTo>
                <a:lnTo>
                  <a:pt x="5" y="157"/>
                </a:lnTo>
                <a:lnTo>
                  <a:pt x="4" y="162"/>
                </a:lnTo>
                <a:lnTo>
                  <a:pt x="4" y="167"/>
                </a:lnTo>
                <a:lnTo>
                  <a:pt x="4" y="172"/>
                </a:lnTo>
                <a:lnTo>
                  <a:pt x="5" y="178"/>
                </a:lnTo>
                <a:lnTo>
                  <a:pt x="5" y="183"/>
                </a:lnTo>
                <a:lnTo>
                  <a:pt x="6" y="188"/>
                </a:lnTo>
                <a:lnTo>
                  <a:pt x="7" y="193"/>
                </a:lnTo>
                <a:lnTo>
                  <a:pt x="8" y="198"/>
                </a:lnTo>
                <a:lnTo>
                  <a:pt x="10" y="203"/>
                </a:lnTo>
                <a:lnTo>
                  <a:pt x="11" y="208"/>
                </a:lnTo>
                <a:lnTo>
                  <a:pt x="13" y="213"/>
                </a:lnTo>
                <a:lnTo>
                  <a:pt x="15" y="218"/>
                </a:lnTo>
                <a:lnTo>
                  <a:pt x="18" y="223"/>
                </a:lnTo>
                <a:lnTo>
                  <a:pt x="20" y="228"/>
                </a:lnTo>
                <a:lnTo>
                  <a:pt x="23" y="232"/>
                </a:lnTo>
                <a:lnTo>
                  <a:pt x="26" y="237"/>
                </a:lnTo>
                <a:lnTo>
                  <a:pt x="29" y="242"/>
                </a:lnTo>
                <a:lnTo>
                  <a:pt x="32" y="246"/>
                </a:lnTo>
                <a:lnTo>
                  <a:pt x="36" y="251"/>
                </a:lnTo>
                <a:lnTo>
                  <a:pt x="40" y="255"/>
                </a:lnTo>
                <a:lnTo>
                  <a:pt x="44" y="259"/>
                </a:lnTo>
                <a:lnTo>
                  <a:pt x="48" y="264"/>
                </a:lnTo>
                <a:lnTo>
                  <a:pt x="52" y="268"/>
                </a:lnTo>
                <a:lnTo>
                  <a:pt x="57" y="272"/>
                </a:lnTo>
                <a:lnTo>
                  <a:pt x="61" y="276"/>
                </a:lnTo>
                <a:lnTo>
                  <a:pt x="66" y="280"/>
                </a:lnTo>
                <a:lnTo>
                  <a:pt x="71" y="283"/>
                </a:lnTo>
                <a:lnTo>
                  <a:pt x="76" y="287"/>
                </a:lnTo>
                <a:lnTo>
                  <a:pt x="82" y="290"/>
                </a:lnTo>
                <a:lnTo>
                  <a:pt x="87" y="294"/>
                </a:lnTo>
                <a:lnTo>
                  <a:pt x="93" y="297"/>
                </a:lnTo>
                <a:lnTo>
                  <a:pt x="98" y="300"/>
                </a:lnTo>
                <a:lnTo>
                  <a:pt x="104" y="303"/>
                </a:lnTo>
                <a:lnTo>
                  <a:pt x="110" y="306"/>
                </a:lnTo>
                <a:lnTo>
                  <a:pt x="116" y="308"/>
                </a:lnTo>
                <a:lnTo>
                  <a:pt x="123" y="311"/>
                </a:lnTo>
                <a:lnTo>
                  <a:pt x="129" y="313"/>
                </a:lnTo>
                <a:lnTo>
                  <a:pt x="136" y="316"/>
                </a:lnTo>
                <a:lnTo>
                  <a:pt x="142" y="318"/>
                </a:lnTo>
                <a:lnTo>
                  <a:pt x="149" y="320"/>
                </a:lnTo>
                <a:lnTo>
                  <a:pt x="155" y="322"/>
                </a:lnTo>
                <a:lnTo>
                  <a:pt x="162" y="323"/>
                </a:lnTo>
                <a:lnTo>
                  <a:pt x="169" y="325"/>
                </a:lnTo>
                <a:lnTo>
                  <a:pt x="176" y="326"/>
                </a:lnTo>
                <a:lnTo>
                  <a:pt x="183" y="327"/>
                </a:lnTo>
                <a:lnTo>
                  <a:pt x="190" y="328"/>
                </a:lnTo>
                <a:lnTo>
                  <a:pt x="197" y="329"/>
                </a:lnTo>
                <a:lnTo>
                  <a:pt x="204" y="330"/>
                </a:lnTo>
                <a:lnTo>
                  <a:pt x="211" y="330"/>
                </a:lnTo>
                <a:lnTo>
                  <a:pt x="219" y="331"/>
                </a:lnTo>
                <a:lnTo>
                  <a:pt x="226" y="331"/>
                </a:lnTo>
                <a:lnTo>
                  <a:pt x="233" y="331"/>
                </a:lnTo>
                <a:lnTo>
                  <a:pt x="240" y="331"/>
                </a:lnTo>
                <a:lnTo>
                  <a:pt x="247" y="331"/>
                </a:lnTo>
                <a:lnTo>
                  <a:pt x="254" y="330"/>
                </a:lnTo>
                <a:lnTo>
                  <a:pt x="262" y="330"/>
                </a:lnTo>
                <a:lnTo>
                  <a:pt x="269" y="329"/>
                </a:lnTo>
                <a:lnTo>
                  <a:pt x="276" y="328"/>
                </a:lnTo>
                <a:lnTo>
                  <a:pt x="283" y="327"/>
                </a:lnTo>
                <a:lnTo>
                  <a:pt x="290" y="326"/>
                </a:lnTo>
                <a:lnTo>
                  <a:pt x="297" y="325"/>
                </a:lnTo>
                <a:lnTo>
                  <a:pt x="304" y="323"/>
                </a:lnTo>
                <a:lnTo>
                  <a:pt x="310" y="322"/>
                </a:lnTo>
                <a:lnTo>
                  <a:pt x="317" y="320"/>
                </a:lnTo>
                <a:lnTo>
                  <a:pt x="324" y="318"/>
                </a:lnTo>
                <a:lnTo>
                  <a:pt x="330" y="316"/>
                </a:lnTo>
                <a:lnTo>
                  <a:pt x="337" y="313"/>
                </a:lnTo>
                <a:lnTo>
                  <a:pt x="343" y="311"/>
                </a:lnTo>
                <a:lnTo>
                  <a:pt x="349" y="308"/>
                </a:lnTo>
                <a:lnTo>
                  <a:pt x="356" y="306"/>
                </a:lnTo>
                <a:lnTo>
                  <a:pt x="362" y="303"/>
                </a:lnTo>
                <a:lnTo>
                  <a:pt x="367" y="300"/>
                </a:lnTo>
                <a:lnTo>
                  <a:pt x="373" y="297"/>
                </a:lnTo>
                <a:lnTo>
                  <a:pt x="379" y="294"/>
                </a:lnTo>
                <a:lnTo>
                  <a:pt x="384" y="290"/>
                </a:lnTo>
                <a:lnTo>
                  <a:pt x="391" y="287"/>
                </a:lnTo>
                <a:lnTo>
                  <a:pt x="396" y="283"/>
                </a:lnTo>
                <a:lnTo>
                  <a:pt x="401" y="280"/>
                </a:lnTo>
                <a:lnTo>
                  <a:pt x="406" y="276"/>
                </a:lnTo>
                <a:lnTo>
                  <a:pt x="410" y="272"/>
                </a:lnTo>
                <a:lnTo>
                  <a:pt x="415" y="268"/>
                </a:lnTo>
                <a:lnTo>
                  <a:pt x="419" y="264"/>
                </a:lnTo>
                <a:lnTo>
                  <a:pt x="423" y="259"/>
                </a:lnTo>
                <a:lnTo>
                  <a:pt x="427" y="255"/>
                </a:lnTo>
                <a:lnTo>
                  <a:pt x="431" y="251"/>
                </a:lnTo>
                <a:lnTo>
                  <a:pt x="434" y="246"/>
                </a:lnTo>
                <a:lnTo>
                  <a:pt x="438" y="242"/>
                </a:lnTo>
                <a:lnTo>
                  <a:pt x="441" y="237"/>
                </a:lnTo>
                <a:lnTo>
                  <a:pt x="444" y="232"/>
                </a:lnTo>
                <a:lnTo>
                  <a:pt x="447" y="228"/>
                </a:lnTo>
                <a:lnTo>
                  <a:pt x="449" y="223"/>
                </a:lnTo>
                <a:lnTo>
                  <a:pt x="452" y="218"/>
                </a:lnTo>
                <a:lnTo>
                  <a:pt x="454" y="213"/>
                </a:lnTo>
                <a:lnTo>
                  <a:pt x="456" y="208"/>
                </a:lnTo>
                <a:lnTo>
                  <a:pt x="457" y="203"/>
                </a:lnTo>
                <a:lnTo>
                  <a:pt x="459" y="198"/>
                </a:lnTo>
                <a:lnTo>
                  <a:pt x="460" y="193"/>
                </a:lnTo>
                <a:lnTo>
                  <a:pt x="461" y="188"/>
                </a:lnTo>
                <a:lnTo>
                  <a:pt x="462" y="183"/>
                </a:lnTo>
                <a:lnTo>
                  <a:pt x="462" y="178"/>
                </a:lnTo>
                <a:lnTo>
                  <a:pt x="463" y="172"/>
                </a:lnTo>
                <a:lnTo>
                  <a:pt x="463" y="167"/>
                </a:lnTo>
                <a:moveTo>
                  <a:pt x="467" y="167"/>
                </a:moveTo>
                <a:lnTo>
                  <a:pt x="467" y="173"/>
                </a:lnTo>
                <a:lnTo>
                  <a:pt x="466" y="178"/>
                </a:lnTo>
                <a:lnTo>
                  <a:pt x="466" y="183"/>
                </a:lnTo>
                <a:lnTo>
                  <a:pt x="465" y="188"/>
                </a:lnTo>
                <a:lnTo>
                  <a:pt x="464" y="193"/>
                </a:lnTo>
                <a:lnTo>
                  <a:pt x="462" y="199"/>
                </a:lnTo>
                <a:lnTo>
                  <a:pt x="461" y="204"/>
                </a:lnTo>
                <a:lnTo>
                  <a:pt x="459" y="209"/>
                </a:lnTo>
                <a:lnTo>
                  <a:pt x="457" y="214"/>
                </a:lnTo>
                <a:lnTo>
                  <a:pt x="455" y="219"/>
                </a:lnTo>
                <a:lnTo>
                  <a:pt x="453" y="224"/>
                </a:lnTo>
                <a:lnTo>
                  <a:pt x="450" y="229"/>
                </a:lnTo>
                <a:lnTo>
                  <a:pt x="447" y="233"/>
                </a:lnTo>
                <a:lnTo>
                  <a:pt x="444" y="238"/>
                </a:lnTo>
                <a:lnTo>
                  <a:pt x="441" y="243"/>
                </a:lnTo>
                <a:lnTo>
                  <a:pt x="438" y="248"/>
                </a:lnTo>
                <a:lnTo>
                  <a:pt x="434" y="252"/>
                </a:lnTo>
                <a:lnTo>
                  <a:pt x="430" y="257"/>
                </a:lnTo>
                <a:lnTo>
                  <a:pt x="426" y="261"/>
                </a:lnTo>
                <a:lnTo>
                  <a:pt x="422" y="265"/>
                </a:lnTo>
                <a:lnTo>
                  <a:pt x="418" y="269"/>
                </a:lnTo>
                <a:lnTo>
                  <a:pt x="413" y="274"/>
                </a:lnTo>
                <a:lnTo>
                  <a:pt x="408" y="278"/>
                </a:lnTo>
                <a:lnTo>
                  <a:pt x="404" y="281"/>
                </a:lnTo>
                <a:lnTo>
                  <a:pt x="398" y="285"/>
                </a:lnTo>
                <a:lnTo>
                  <a:pt x="393" y="289"/>
                </a:lnTo>
                <a:lnTo>
                  <a:pt x="387" y="292"/>
                </a:lnTo>
                <a:lnTo>
                  <a:pt x="381" y="296"/>
                </a:lnTo>
                <a:lnTo>
                  <a:pt x="376" y="299"/>
                </a:lnTo>
                <a:lnTo>
                  <a:pt x="370" y="302"/>
                </a:lnTo>
                <a:lnTo>
                  <a:pt x="364" y="305"/>
                </a:lnTo>
                <a:lnTo>
                  <a:pt x="358" y="308"/>
                </a:lnTo>
                <a:lnTo>
                  <a:pt x="351" y="311"/>
                </a:lnTo>
                <a:lnTo>
                  <a:pt x="345" y="313"/>
                </a:lnTo>
                <a:lnTo>
                  <a:pt x="339" y="316"/>
                </a:lnTo>
                <a:lnTo>
                  <a:pt x="332" y="318"/>
                </a:lnTo>
                <a:lnTo>
                  <a:pt x="325" y="320"/>
                </a:lnTo>
                <a:lnTo>
                  <a:pt x="319" y="322"/>
                </a:lnTo>
                <a:lnTo>
                  <a:pt x="312" y="324"/>
                </a:lnTo>
                <a:lnTo>
                  <a:pt x="305" y="326"/>
                </a:lnTo>
                <a:lnTo>
                  <a:pt x="298" y="327"/>
                </a:lnTo>
                <a:lnTo>
                  <a:pt x="291" y="329"/>
                </a:lnTo>
                <a:lnTo>
                  <a:pt x="284" y="330"/>
                </a:lnTo>
                <a:lnTo>
                  <a:pt x="277" y="331"/>
                </a:lnTo>
                <a:lnTo>
                  <a:pt x="269" y="332"/>
                </a:lnTo>
                <a:lnTo>
                  <a:pt x="262" y="333"/>
                </a:lnTo>
                <a:lnTo>
                  <a:pt x="255" y="333"/>
                </a:lnTo>
                <a:lnTo>
                  <a:pt x="248" y="334"/>
                </a:lnTo>
                <a:lnTo>
                  <a:pt x="240" y="334"/>
                </a:lnTo>
                <a:lnTo>
                  <a:pt x="233" y="334"/>
                </a:lnTo>
                <a:lnTo>
                  <a:pt x="226" y="334"/>
                </a:lnTo>
                <a:lnTo>
                  <a:pt x="218" y="334"/>
                </a:lnTo>
                <a:lnTo>
                  <a:pt x="211" y="333"/>
                </a:lnTo>
                <a:lnTo>
                  <a:pt x="204" y="333"/>
                </a:lnTo>
                <a:lnTo>
                  <a:pt x="197" y="332"/>
                </a:lnTo>
                <a:lnTo>
                  <a:pt x="189" y="331"/>
                </a:lnTo>
                <a:lnTo>
                  <a:pt x="182" y="330"/>
                </a:lnTo>
                <a:lnTo>
                  <a:pt x="175" y="329"/>
                </a:lnTo>
                <a:lnTo>
                  <a:pt x="168" y="327"/>
                </a:lnTo>
                <a:lnTo>
                  <a:pt x="161" y="326"/>
                </a:lnTo>
                <a:lnTo>
                  <a:pt x="154" y="324"/>
                </a:lnTo>
                <a:lnTo>
                  <a:pt x="147" y="322"/>
                </a:lnTo>
                <a:lnTo>
                  <a:pt x="141" y="320"/>
                </a:lnTo>
                <a:lnTo>
                  <a:pt x="134" y="318"/>
                </a:lnTo>
                <a:lnTo>
                  <a:pt x="127" y="316"/>
                </a:lnTo>
                <a:lnTo>
                  <a:pt x="121" y="313"/>
                </a:lnTo>
                <a:lnTo>
                  <a:pt x="115" y="311"/>
                </a:lnTo>
                <a:lnTo>
                  <a:pt x="108" y="308"/>
                </a:lnTo>
                <a:lnTo>
                  <a:pt x="102" y="305"/>
                </a:lnTo>
                <a:lnTo>
                  <a:pt x="96" y="302"/>
                </a:lnTo>
                <a:lnTo>
                  <a:pt x="90" y="299"/>
                </a:lnTo>
                <a:lnTo>
                  <a:pt x="85" y="296"/>
                </a:lnTo>
                <a:lnTo>
                  <a:pt x="79" y="292"/>
                </a:lnTo>
                <a:lnTo>
                  <a:pt x="74" y="289"/>
                </a:lnTo>
                <a:lnTo>
                  <a:pt x="68" y="285"/>
                </a:lnTo>
                <a:lnTo>
                  <a:pt x="63" y="281"/>
                </a:lnTo>
                <a:lnTo>
                  <a:pt x="58" y="278"/>
                </a:lnTo>
                <a:lnTo>
                  <a:pt x="54" y="274"/>
                </a:lnTo>
                <a:lnTo>
                  <a:pt x="49" y="269"/>
                </a:lnTo>
                <a:lnTo>
                  <a:pt x="45" y="265"/>
                </a:lnTo>
                <a:lnTo>
                  <a:pt x="41" y="261"/>
                </a:lnTo>
                <a:lnTo>
                  <a:pt x="37" y="257"/>
                </a:lnTo>
                <a:lnTo>
                  <a:pt x="33" y="252"/>
                </a:lnTo>
                <a:lnTo>
                  <a:pt x="29" y="248"/>
                </a:lnTo>
                <a:lnTo>
                  <a:pt x="26" y="243"/>
                </a:lnTo>
                <a:lnTo>
                  <a:pt x="22" y="238"/>
                </a:lnTo>
                <a:lnTo>
                  <a:pt x="19" y="233"/>
                </a:lnTo>
                <a:lnTo>
                  <a:pt x="17" y="229"/>
                </a:lnTo>
                <a:lnTo>
                  <a:pt x="14" y="224"/>
                </a:lnTo>
                <a:lnTo>
                  <a:pt x="12" y="219"/>
                </a:lnTo>
                <a:lnTo>
                  <a:pt x="10" y="214"/>
                </a:lnTo>
                <a:lnTo>
                  <a:pt x="8" y="209"/>
                </a:lnTo>
                <a:lnTo>
                  <a:pt x="6" y="204"/>
                </a:lnTo>
                <a:lnTo>
                  <a:pt x="4" y="199"/>
                </a:lnTo>
                <a:lnTo>
                  <a:pt x="3" y="193"/>
                </a:lnTo>
                <a:lnTo>
                  <a:pt x="2" y="188"/>
                </a:lnTo>
                <a:lnTo>
                  <a:pt x="1" y="183"/>
                </a:lnTo>
                <a:lnTo>
                  <a:pt x="1" y="178"/>
                </a:lnTo>
                <a:lnTo>
                  <a:pt x="0" y="173"/>
                </a:lnTo>
                <a:lnTo>
                  <a:pt x="0" y="167"/>
                </a:lnTo>
                <a:lnTo>
                  <a:pt x="0" y="162"/>
                </a:lnTo>
                <a:lnTo>
                  <a:pt x="1" y="157"/>
                </a:lnTo>
                <a:lnTo>
                  <a:pt x="1" y="152"/>
                </a:lnTo>
                <a:lnTo>
                  <a:pt x="2" y="145"/>
                </a:lnTo>
                <a:lnTo>
                  <a:pt x="3" y="140"/>
                </a:lnTo>
                <a:lnTo>
                  <a:pt x="4" y="135"/>
                </a:lnTo>
                <a:lnTo>
                  <a:pt x="6" y="130"/>
                </a:lnTo>
                <a:lnTo>
                  <a:pt x="8" y="125"/>
                </a:lnTo>
                <a:lnTo>
                  <a:pt x="10" y="120"/>
                </a:lnTo>
                <a:lnTo>
                  <a:pt x="12" y="115"/>
                </a:lnTo>
                <a:lnTo>
                  <a:pt x="14" y="110"/>
                </a:lnTo>
                <a:lnTo>
                  <a:pt x="17" y="105"/>
                </a:lnTo>
                <a:lnTo>
                  <a:pt x="19" y="100"/>
                </a:lnTo>
                <a:lnTo>
                  <a:pt x="22" y="95"/>
                </a:lnTo>
                <a:lnTo>
                  <a:pt x="26" y="91"/>
                </a:lnTo>
                <a:lnTo>
                  <a:pt x="29" y="86"/>
                </a:lnTo>
                <a:lnTo>
                  <a:pt x="33" y="81"/>
                </a:lnTo>
                <a:lnTo>
                  <a:pt x="37" y="77"/>
                </a:lnTo>
                <a:lnTo>
                  <a:pt x="41" y="73"/>
                </a:lnTo>
                <a:lnTo>
                  <a:pt x="45" y="68"/>
                </a:lnTo>
                <a:lnTo>
                  <a:pt x="49" y="64"/>
                </a:lnTo>
                <a:lnTo>
                  <a:pt x="54" y="60"/>
                </a:lnTo>
                <a:lnTo>
                  <a:pt x="58" y="56"/>
                </a:lnTo>
                <a:lnTo>
                  <a:pt x="63" y="52"/>
                </a:lnTo>
                <a:lnTo>
                  <a:pt x="68" y="48"/>
                </a:lnTo>
                <a:lnTo>
                  <a:pt x="74" y="45"/>
                </a:lnTo>
                <a:lnTo>
                  <a:pt x="79" y="41"/>
                </a:lnTo>
                <a:lnTo>
                  <a:pt x="85" y="38"/>
                </a:lnTo>
                <a:lnTo>
                  <a:pt x="90" y="35"/>
                </a:lnTo>
                <a:lnTo>
                  <a:pt x="96" y="31"/>
                </a:lnTo>
                <a:lnTo>
                  <a:pt x="102" y="28"/>
                </a:lnTo>
                <a:lnTo>
                  <a:pt x="108" y="26"/>
                </a:lnTo>
                <a:lnTo>
                  <a:pt x="115" y="23"/>
                </a:lnTo>
                <a:lnTo>
                  <a:pt x="121" y="20"/>
                </a:lnTo>
                <a:lnTo>
                  <a:pt x="127" y="18"/>
                </a:lnTo>
                <a:lnTo>
                  <a:pt x="134" y="15"/>
                </a:lnTo>
                <a:lnTo>
                  <a:pt x="141" y="13"/>
                </a:lnTo>
                <a:lnTo>
                  <a:pt x="147" y="11"/>
                </a:lnTo>
                <a:lnTo>
                  <a:pt x="154" y="9"/>
                </a:lnTo>
                <a:lnTo>
                  <a:pt x="161" y="8"/>
                </a:lnTo>
                <a:lnTo>
                  <a:pt x="168" y="6"/>
                </a:lnTo>
                <a:lnTo>
                  <a:pt x="175" y="5"/>
                </a:lnTo>
                <a:lnTo>
                  <a:pt x="182" y="4"/>
                </a:lnTo>
                <a:lnTo>
                  <a:pt x="189" y="3"/>
                </a:lnTo>
                <a:lnTo>
                  <a:pt x="197" y="2"/>
                </a:lnTo>
                <a:lnTo>
                  <a:pt x="204" y="1"/>
                </a:lnTo>
                <a:lnTo>
                  <a:pt x="211" y="0"/>
                </a:lnTo>
                <a:lnTo>
                  <a:pt x="218" y="0"/>
                </a:lnTo>
                <a:lnTo>
                  <a:pt x="226" y="0"/>
                </a:lnTo>
                <a:lnTo>
                  <a:pt x="233" y="0"/>
                </a:lnTo>
                <a:lnTo>
                  <a:pt x="240" y="0"/>
                </a:lnTo>
                <a:lnTo>
                  <a:pt x="248" y="0"/>
                </a:lnTo>
                <a:lnTo>
                  <a:pt x="255" y="0"/>
                </a:lnTo>
                <a:lnTo>
                  <a:pt x="262" y="1"/>
                </a:lnTo>
                <a:lnTo>
                  <a:pt x="269" y="2"/>
                </a:lnTo>
                <a:lnTo>
                  <a:pt x="277" y="3"/>
                </a:lnTo>
                <a:lnTo>
                  <a:pt x="284" y="4"/>
                </a:lnTo>
                <a:lnTo>
                  <a:pt x="291" y="5"/>
                </a:lnTo>
                <a:lnTo>
                  <a:pt x="298" y="6"/>
                </a:lnTo>
                <a:lnTo>
                  <a:pt x="305" y="8"/>
                </a:lnTo>
                <a:lnTo>
                  <a:pt x="312" y="9"/>
                </a:lnTo>
                <a:lnTo>
                  <a:pt x="319" y="11"/>
                </a:lnTo>
                <a:lnTo>
                  <a:pt x="325" y="13"/>
                </a:lnTo>
                <a:lnTo>
                  <a:pt x="332" y="15"/>
                </a:lnTo>
                <a:lnTo>
                  <a:pt x="339" y="18"/>
                </a:lnTo>
                <a:lnTo>
                  <a:pt x="345" y="20"/>
                </a:lnTo>
                <a:lnTo>
                  <a:pt x="351" y="23"/>
                </a:lnTo>
                <a:lnTo>
                  <a:pt x="358" y="26"/>
                </a:lnTo>
                <a:lnTo>
                  <a:pt x="364" y="28"/>
                </a:lnTo>
                <a:lnTo>
                  <a:pt x="370" y="31"/>
                </a:lnTo>
                <a:lnTo>
                  <a:pt x="376" y="35"/>
                </a:lnTo>
                <a:lnTo>
                  <a:pt x="381" y="38"/>
                </a:lnTo>
                <a:lnTo>
                  <a:pt x="387" y="41"/>
                </a:lnTo>
                <a:lnTo>
                  <a:pt x="393" y="45"/>
                </a:lnTo>
                <a:lnTo>
                  <a:pt x="398" y="48"/>
                </a:lnTo>
                <a:lnTo>
                  <a:pt x="404" y="52"/>
                </a:lnTo>
                <a:lnTo>
                  <a:pt x="408" y="56"/>
                </a:lnTo>
                <a:lnTo>
                  <a:pt x="413" y="60"/>
                </a:lnTo>
                <a:lnTo>
                  <a:pt x="418" y="64"/>
                </a:lnTo>
                <a:lnTo>
                  <a:pt x="422" y="68"/>
                </a:lnTo>
                <a:lnTo>
                  <a:pt x="426" y="73"/>
                </a:lnTo>
                <a:lnTo>
                  <a:pt x="430" y="77"/>
                </a:lnTo>
                <a:lnTo>
                  <a:pt x="434" y="81"/>
                </a:lnTo>
                <a:lnTo>
                  <a:pt x="438" y="86"/>
                </a:lnTo>
                <a:lnTo>
                  <a:pt x="441" y="91"/>
                </a:lnTo>
                <a:lnTo>
                  <a:pt x="444" y="95"/>
                </a:lnTo>
                <a:lnTo>
                  <a:pt x="447" y="100"/>
                </a:lnTo>
                <a:lnTo>
                  <a:pt x="450" y="105"/>
                </a:lnTo>
                <a:lnTo>
                  <a:pt x="453" y="110"/>
                </a:lnTo>
                <a:lnTo>
                  <a:pt x="455" y="115"/>
                </a:lnTo>
                <a:lnTo>
                  <a:pt x="457" y="120"/>
                </a:lnTo>
                <a:lnTo>
                  <a:pt x="459" y="125"/>
                </a:lnTo>
                <a:lnTo>
                  <a:pt x="461" y="130"/>
                </a:lnTo>
                <a:lnTo>
                  <a:pt x="462" y="135"/>
                </a:lnTo>
                <a:lnTo>
                  <a:pt x="464" y="140"/>
                </a:lnTo>
                <a:lnTo>
                  <a:pt x="465" y="145"/>
                </a:lnTo>
                <a:lnTo>
                  <a:pt x="466" y="152"/>
                </a:lnTo>
                <a:lnTo>
                  <a:pt x="466" y="157"/>
                </a:lnTo>
                <a:lnTo>
                  <a:pt x="467" y="162"/>
                </a:lnTo>
                <a:lnTo>
                  <a:pt x="467" y="167"/>
                </a:lnTo>
                <a:close/>
              </a:path>
            </a:pathLst>
          </a:custGeom>
          <a:solidFill>
            <a:srgbClr val="fff5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8" name=""/>
          <p:cNvSpPr/>
          <p:nvPr/>
        </p:nvSpPr>
        <p:spPr>
          <a:xfrm>
            <a:off x="7977240" y="2883240"/>
            <a:ext cx="170640" cy="122400"/>
          </a:xfrm>
          <a:custGeom>
            <a:avLst/>
            <a:gdLst/>
            <a:ahLst/>
            <a:rect l="0" t="0" r="r" b="b"/>
            <a:pathLst>
              <a:path w="474" h="340">
                <a:moveTo>
                  <a:pt x="471" y="169"/>
                </a:moveTo>
                <a:lnTo>
                  <a:pt x="471" y="164"/>
                </a:lnTo>
                <a:lnTo>
                  <a:pt x="470" y="159"/>
                </a:lnTo>
                <a:lnTo>
                  <a:pt x="470" y="154"/>
                </a:lnTo>
                <a:lnTo>
                  <a:pt x="469" y="148"/>
                </a:lnTo>
                <a:lnTo>
                  <a:pt x="468" y="143"/>
                </a:lnTo>
                <a:lnTo>
                  <a:pt x="466" y="138"/>
                </a:lnTo>
                <a:lnTo>
                  <a:pt x="465" y="133"/>
                </a:lnTo>
                <a:lnTo>
                  <a:pt x="463" y="128"/>
                </a:lnTo>
                <a:lnTo>
                  <a:pt x="461" y="123"/>
                </a:lnTo>
                <a:lnTo>
                  <a:pt x="459" y="118"/>
                </a:lnTo>
                <a:lnTo>
                  <a:pt x="457" y="113"/>
                </a:lnTo>
                <a:lnTo>
                  <a:pt x="454" y="108"/>
                </a:lnTo>
                <a:lnTo>
                  <a:pt x="451" y="103"/>
                </a:lnTo>
                <a:lnTo>
                  <a:pt x="448" y="98"/>
                </a:lnTo>
                <a:lnTo>
                  <a:pt x="445" y="94"/>
                </a:lnTo>
                <a:lnTo>
                  <a:pt x="442" y="89"/>
                </a:lnTo>
                <a:lnTo>
                  <a:pt x="438" y="84"/>
                </a:lnTo>
                <a:lnTo>
                  <a:pt x="434" y="80"/>
                </a:lnTo>
                <a:lnTo>
                  <a:pt x="430" y="76"/>
                </a:lnTo>
                <a:lnTo>
                  <a:pt x="426" y="71"/>
                </a:lnTo>
                <a:lnTo>
                  <a:pt x="422" y="67"/>
                </a:lnTo>
                <a:lnTo>
                  <a:pt x="417" y="63"/>
                </a:lnTo>
                <a:lnTo>
                  <a:pt x="412" y="59"/>
                </a:lnTo>
                <a:lnTo>
                  <a:pt x="408" y="55"/>
                </a:lnTo>
                <a:lnTo>
                  <a:pt x="402" y="51"/>
                </a:lnTo>
                <a:lnTo>
                  <a:pt x="397" y="48"/>
                </a:lnTo>
                <a:lnTo>
                  <a:pt x="392" y="44"/>
                </a:lnTo>
                <a:lnTo>
                  <a:pt x="386" y="41"/>
                </a:lnTo>
                <a:lnTo>
                  <a:pt x="381" y="38"/>
                </a:lnTo>
                <a:lnTo>
                  <a:pt x="375" y="34"/>
                </a:lnTo>
                <a:lnTo>
                  <a:pt x="369" y="31"/>
                </a:lnTo>
                <a:lnTo>
                  <a:pt x="363" y="29"/>
                </a:lnTo>
                <a:lnTo>
                  <a:pt x="356" y="26"/>
                </a:lnTo>
                <a:lnTo>
                  <a:pt x="350" y="23"/>
                </a:lnTo>
                <a:lnTo>
                  <a:pt x="344" y="21"/>
                </a:lnTo>
                <a:lnTo>
                  <a:pt x="337" y="18"/>
                </a:lnTo>
                <a:lnTo>
                  <a:pt x="330" y="16"/>
                </a:lnTo>
                <a:lnTo>
                  <a:pt x="324" y="14"/>
                </a:lnTo>
                <a:lnTo>
                  <a:pt x="317" y="12"/>
                </a:lnTo>
                <a:lnTo>
                  <a:pt x="310" y="11"/>
                </a:lnTo>
                <a:lnTo>
                  <a:pt x="302" y="9"/>
                </a:lnTo>
                <a:lnTo>
                  <a:pt x="295" y="8"/>
                </a:lnTo>
                <a:lnTo>
                  <a:pt x="288" y="7"/>
                </a:lnTo>
                <a:lnTo>
                  <a:pt x="281" y="6"/>
                </a:lnTo>
                <a:lnTo>
                  <a:pt x="273" y="5"/>
                </a:lnTo>
                <a:lnTo>
                  <a:pt x="266" y="4"/>
                </a:lnTo>
                <a:lnTo>
                  <a:pt x="259" y="3"/>
                </a:lnTo>
                <a:lnTo>
                  <a:pt x="252" y="3"/>
                </a:lnTo>
                <a:lnTo>
                  <a:pt x="244" y="3"/>
                </a:lnTo>
                <a:lnTo>
                  <a:pt x="237" y="3"/>
                </a:lnTo>
                <a:lnTo>
                  <a:pt x="230" y="3"/>
                </a:lnTo>
                <a:lnTo>
                  <a:pt x="222" y="3"/>
                </a:lnTo>
                <a:lnTo>
                  <a:pt x="215" y="3"/>
                </a:lnTo>
                <a:lnTo>
                  <a:pt x="208" y="4"/>
                </a:lnTo>
                <a:lnTo>
                  <a:pt x="201" y="5"/>
                </a:lnTo>
                <a:lnTo>
                  <a:pt x="193" y="6"/>
                </a:lnTo>
                <a:lnTo>
                  <a:pt x="186" y="7"/>
                </a:lnTo>
                <a:lnTo>
                  <a:pt x="179" y="8"/>
                </a:lnTo>
                <a:lnTo>
                  <a:pt x="172" y="9"/>
                </a:lnTo>
                <a:lnTo>
                  <a:pt x="165" y="11"/>
                </a:lnTo>
                <a:lnTo>
                  <a:pt x="158" y="12"/>
                </a:lnTo>
                <a:lnTo>
                  <a:pt x="151" y="14"/>
                </a:lnTo>
                <a:lnTo>
                  <a:pt x="145" y="16"/>
                </a:lnTo>
                <a:lnTo>
                  <a:pt x="138" y="18"/>
                </a:lnTo>
                <a:lnTo>
                  <a:pt x="131" y="21"/>
                </a:lnTo>
                <a:lnTo>
                  <a:pt x="125" y="23"/>
                </a:lnTo>
                <a:lnTo>
                  <a:pt x="119" y="26"/>
                </a:lnTo>
                <a:lnTo>
                  <a:pt x="112" y="29"/>
                </a:lnTo>
                <a:lnTo>
                  <a:pt x="106" y="31"/>
                </a:lnTo>
                <a:lnTo>
                  <a:pt x="100" y="34"/>
                </a:lnTo>
                <a:lnTo>
                  <a:pt x="94" y="38"/>
                </a:lnTo>
                <a:lnTo>
                  <a:pt x="89" y="41"/>
                </a:lnTo>
                <a:lnTo>
                  <a:pt x="83" y="44"/>
                </a:lnTo>
                <a:lnTo>
                  <a:pt x="78" y="48"/>
                </a:lnTo>
                <a:lnTo>
                  <a:pt x="72" y="51"/>
                </a:lnTo>
                <a:lnTo>
                  <a:pt x="67" y="55"/>
                </a:lnTo>
                <a:lnTo>
                  <a:pt x="62" y="59"/>
                </a:lnTo>
                <a:lnTo>
                  <a:pt x="58" y="63"/>
                </a:lnTo>
                <a:lnTo>
                  <a:pt x="53" y="67"/>
                </a:lnTo>
                <a:lnTo>
                  <a:pt x="49" y="71"/>
                </a:lnTo>
                <a:lnTo>
                  <a:pt x="45" y="76"/>
                </a:lnTo>
                <a:lnTo>
                  <a:pt x="41" y="80"/>
                </a:lnTo>
                <a:lnTo>
                  <a:pt x="37" y="84"/>
                </a:lnTo>
                <a:lnTo>
                  <a:pt x="33" y="89"/>
                </a:lnTo>
                <a:lnTo>
                  <a:pt x="30" y="94"/>
                </a:lnTo>
                <a:lnTo>
                  <a:pt x="26" y="98"/>
                </a:lnTo>
                <a:lnTo>
                  <a:pt x="23" y="103"/>
                </a:lnTo>
                <a:lnTo>
                  <a:pt x="21" y="108"/>
                </a:lnTo>
                <a:lnTo>
                  <a:pt x="18" y="113"/>
                </a:lnTo>
                <a:lnTo>
                  <a:pt x="16" y="118"/>
                </a:lnTo>
                <a:lnTo>
                  <a:pt x="14" y="123"/>
                </a:lnTo>
                <a:lnTo>
                  <a:pt x="12" y="128"/>
                </a:lnTo>
                <a:lnTo>
                  <a:pt x="10" y="133"/>
                </a:lnTo>
                <a:lnTo>
                  <a:pt x="8" y="138"/>
                </a:lnTo>
                <a:lnTo>
                  <a:pt x="7" y="143"/>
                </a:lnTo>
                <a:lnTo>
                  <a:pt x="6" y="148"/>
                </a:lnTo>
                <a:lnTo>
                  <a:pt x="5" y="154"/>
                </a:lnTo>
                <a:lnTo>
                  <a:pt x="5" y="159"/>
                </a:lnTo>
                <a:lnTo>
                  <a:pt x="4" y="164"/>
                </a:lnTo>
                <a:lnTo>
                  <a:pt x="4" y="169"/>
                </a:lnTo>
                <a:lnTo>
                  <a:pt x="4" y="175"/>
                </a:lnTo>
                <a:lnTo>
                  <a:pt x="5" y="180"/>
                </a:lnTo>
                <a:lnTo>
                  <a:pt x="5" y="185"/>
                </a:lnTo>
                <a:lnTo>
                  <a:pt x="6" y="190"/>
                </a:lnTo>
                <a:lnTo>
                  <a:pt x="7" y="195"/>
                </a:lnTo>
                <a:lnTo>
                  <a:pt x="8" y="201"/>
                </a:lnTo>
                <a:lnTo>
                  <a:pt x="10" y="206"/>
                </a:lnTo>
                <a:lnTo>
                  <a:pt x="12" y="211"/>
                </a:lnTo>
                <a:lnTo>
                  <a:pt x="14" y="216"/>
                </a:lnTo>
                <a:lnTo>
                  <a:pt x="16" y="221"/>
                </a:lnTo>
                <a:lnTo>
                  <a:pt x="18" y="226"/>
                </a:lnTo>
                <a:lnTo>
                  <a:pt x="21" y="231"/>
                </a:lnTo>
                <a:lnTo>
                  <a:pt x="23" y="235"/>
                </a:lnTo>
                <a:lnTo>
                  <a:pt x="26" y="240"/>
                </a:lnTo>
                <a:lnTo>
                  <a:pt x="30" y="245"/>
                </a:lnTo>
                <a:lnTo>
                  <a:pt x="33" y="250"/>
                </a:lnTo>
                <a:lnTo>
                  <a:pt x="37" y="254"/>
                </a:lnTo>
                <a:lnTo>
                  <a:pt x="41" y="259"/>
                </a:lnTo>
                <a:lnTo>
                  <a:pt x="45" y="263"/>
                </a:lnTo>
                <a:lnTo>
                  <a:pt x="49" y="267"/>
                </a:lnTo>
                <a:lnTo>
                  <a:pt x="53" y="271"/>
                </a:lnTo>
                <a:lnTo>
                  <a:pt x="58" y="277"/>
                </a:lnTo>
                <a:lnTo>
                  <a:pt x="62" y="281"/>
                </a:lnTo>
                <a:lnTo>
                  <a:pt x="67" y="284"/>
                </a:lnTo>
                <a:lnTo>
                  <a:pt x="72" y="288"/>
                </a:lnTo>
                <a:lnTo>
                  <a:pt x="78" y="292"/>
                </a:lnTo>
                <a:lnTo>
                  <a:pt x="83" y="295"/>
                </a:lnTo>
                <a:lnTo>
                  <a:pt x="89" y="299"/>
                </a:lnTo>
                <a:lnTo>
                  <a:pt x="94" y="302"/>
                </a:lnTo>
                <a:lnTo>
                  <a:pt x="100" y="305"/>
                </a:lnTo>
                <a:lnTo>
                  <a:pt x="106" y="308"/>
                </a:lnTo>
                <a:lnTo>
                  <a:pt x="112" y="311"/>
                </a:lnTo>
                <a:lnTo>
                  <a:pt x="119" y="314"/>
                </a:lnTo>
                <a:lnTo>
                  <a:pt x="125" y="316"/>
                </a:lnTo>
                <a:lnTo>
                  <a:pt x="131" y="319"/>
                </a:lnTo>
                <a:lnTo>
                  <a:pt x="138" y="321"/>
                </a:lnTo>
                <a:lnTo>
                  <a:pt x="145" y="323"/>
                </a:lnTo>
                <a:lnTo>
                  <a:pt x="151" y="325"/>
                </a:lnTo>
                <a:lnTo>
                  <a:pt x="158" y="327"/>
                </a:lnTo>
                <a:lnTo>
                  <a:pt x="165" y="329"/>
                </a:lnTo>
                <a:lnTo>
                  <a:pt x="172" y="330"/>
                </a:lnTo>
                <a:lnTo>
                  <a:pt x="179" y="332"/>
                </a:lnTo>
                <a:lnTo>
                  <a:pt x="186" y="333"/>
                </a:lnTo>
                <a:lnTo>
                  <a:pt x="193" y="334"/>
                </a:lnTo>
                <a:lnTo>
                  <a:pt x="201" y="335"/>
                </a:lnTo>
                <a:lnTo>
                  <a:pt x="208" y="336"/>
                </a:lnTo>
                <a:lnTo>
                  <a:pt x="215" y="336"/>
                </a:lnTo>
                <a:lnTo>
                  <a:pt x="222" y="337"/>
                </a:lnTo>
                <a:lnTo>
                  <a:pt x="230" y="337"/>
                </a:lnTo>
                <a:lnTo>
                  <a:pt x="237" y="337"/>
                </a:lnTo>
                <a:lnTo>
                  <a:pt x="244" y="337"/>
                </a:lnTo>
                <a:lnTo>
                  <a:pt x="252" y="337"/>
                </a:lnTo>
                <a:lnTo>
                  <a:pt x="259" y="336"/>
                </a:lnTo>
                <a:lnTo>
                  <a:pt x="266" y="336"/>
                </a:lnTo>
                <a:lnTo>
                  <a:pt x="273" y="335"/>
                </a:lnTo>
                <a:lnTo>
                  <a:pt x="281" y="334"/>
                </a:lnTo>
                <a:lnTo>
                  <a:pt x="288" y="333"/>
                </a:lnTo>
                <a:lnTo>
                  <a:pt x="295" y="332"/>
                </a:lnTo>
                <a:lnTo>
                  <a:pt x="302" y="330"/>
                </a:lnTo>
                <a:lnTo>
                  <a:pt x="310" y="329"/>
                </a:lnTo>
                <a:lnTo>
                  <a:pt x="317" y="327"/>
                </a:lnTo>
                <a:lnTo>
                  <a:pt x="324" y="325"/>
                </a:lnTo>
                <a:lnTo>
                  <a:pt x="330" y="323"/>
                </a:lnTo>
                <a:lnTo>
                  <a:pt x="337" y="321"/>
                </a:lnTo>
                <a:lnTo>
                  <a:pt x="344" y="319"/>
                </a:lnTo>
                <a:lnTo>
                  <a:pt x="350" y="316"/>
                </a:lnTo>
                <a:lnTo>
                  <a:pt x="356" y="314"/>
                </a:lnTo>
                <a:lnTo>
                  <a:pt x="363" y="311"/>
                </a:lnTo>
                <a:lnTo>
                  <a:pt x="369" y="308"/>
                </a:lnTo>
                <a:lnTo>
                  <a:pt x="375" y="305"/>
                </a:lnTo>
                <a:lnTo>
                  <a:pt x="381" y="302"/>
                </a:lnTo>
                <a:lnTo>
                  <a:pt x="386" y="299"/>
                </a:lnTo>
                <a:lnTo>
                  <a:pt x="392" y="295"/>
                </a:lnTo>
                <a:lnTo>
                  <a:pt x="397" y="292"/>
                </a:lnTo>
                <a:lnTo>
                  <a:pt x="402" y="288"/>
                </a:lnTo>
                <a:lnTo>
                  <a:pt x="408" y="284"/>
                </a:lnTo>
                <a:lnTo>
                  <a:pt x="412" y="281"/>
                </a:lnTo>
                <a:lnTo>
                  <a:pt x="417" y="277"/>
                </a:lnTo>
                <a:lnTo>
                  <a:pt x="422" y="271"/>
                </a:lnTo>
                <a:lnTo>
                  <a:pt x="426" y="267"/>
                </a:lnTo>
                <a:lnTo>
                  <a:pt x="430" y="263"/>
                </a:lnTo>
                <a:lnTo>
                  <a:pt x="434" y="259"/>
                </a:lnTo>
                <a:lnTo>
                  <a:pt x="438" y="254"/>
                </a:lnTo>
                <a:lnTo>
                  <a:pt x="442" y="250"/>
                </a:lnTo>
                <a:lnTo>
                  <a:pt x="445" y="245"/>
                </a:lnTo>
                <a:lnTo>
                  <a:pt x="448" y="240"/>
                </a:lnTo>
                <a:lnTo>
                  <a:pt x="451" y="235"/>
                </a:lnTo>
                <a:lnTo>
                  <a:pt x="454" y="231"/>
                </a:lnTo>
                <a:lnTo>
                  <a:pt x="457" y="226"/>
                </a:lnTo>
                <a:lnTo>
                  <a:pt x="459" y="221"/>
                </a:lnTo>
                <a:lnTo>
                  <a:pt x="461" y="216"/>
                </a:lnTo>
                <a:lnTo>
                  <a:pt x="463" y="211"/>
                </a:lnTo>
                <a:lnTo>
                  <a:pt x="465" y="206"/>
                </a:lnTo>
                <a:lnTo>
                  <a:pt x="466" y="201"/>
                </a:lnTo>
                <a:lnTo>
                  <a:pt x="468" y="195"/>
                </a:lnTo>
                <a:lnTo>
                  <a:pt x="469" y="190"/>
                </a:lnTo>
                <a:lnTo>
                  <a:pt x="470" y="185"/>
                </a:lnTo>
                <a:lnTo>
                  <a:pt x="470" y="180"/>
                </a:lnTo>
                <a:lnTo>
                  <a:pt x="471" y="175"/>
                </a:lnTo>
                <a:lnTo>
                  <a:pt x="471" y="169"/>
                </a:lnTo>
                <a:moveTo>
                  <a:pt x="474" y="169"/>
                </a:moveTo>
                <a:lnTo>
                  <a:pt x="474" y="175"/>
                </a:lnTo>
                <a:lnTo>
                  <a:pt x="474" y="180"/>
                </a:lnTo>
                <a:lnTo>
                  <a:pt x="473" y="185"/>
                </a:lnTo>
                <a:lnTo>
                  <a:pt x="473" y="191"/>
                </a:lnTo>
                <a:lnTo>
                  <a:pt x="472" y="196"/>
                </a:lnTo>
                <a:lnTo>
                  <a:pt x="470" y="201"/>
                </a:lnTo>
                <a:lnTo>
                  <a:pt x="469" y="206"/>
                </a:lnTo>
                <a:lnTo>
                  <a:pt x="467" y="211"/>
                </a:lnTo>
                <a:lnTo>
                  <a:pt x="465" y="217"/>
                </a:lnTo>
                <a:lnTo>
                  <a:pt x="463" y="222"/>
                </a:lnTo>
                <a:lnTo>
                  <a:pt x="461" y="227"/>
                </a:lnTo>
                <a:lnTo>
                  <a:pt x="458" y="232"/>
                </a:lnTo>
                <a:lnTo>
                  <a:pt x="455" y="237"/>
                </a:lnTo>
                <a:lnTo>
                  <a:pt x="452" y="241"/>
                </a:lnTo>
                <a:lnTo>
                  <a:pt x="449" y="246"/>
                </a:lnTo>
                <a:lnTo>
                  <a:pt x="445" y="251"/>
                </a:lnTo>
                <a:lnTo>
                  <a:pt x="442" y="256"/>
                </a:lnTo>
                <a:lnTo>
                  <a:pt x="438" y="260"/>
                </a:lnTo>
                <a:lnTo>
                  <a:pt x="434" y="265"/>
                </a:lnTo>
                <a:lnTo>
                  <a:pt x="429" y="269"/>
                </a:lnTo>
                <a:lnTo>
                  <a:pt x="425" y="274"/>
                </a:lnTo>
                <a:lnTo>
                  <a:pt x="420" y="278"/>
                </a:lnTo>
                <a:lnTo>
                  <a:pt x="415" y="282"/>
                </a:lnTo>
                <a:lnTo>
                  <a:pt x="410" y="286"/>
                </a:lnTo>
                <a:lnTo>
                  <a:pt x="405" y="290"/>
                </a:lnTo>
                <a:lnTo>
                  <a:pt x="400" y="294"/>
                </a:lnTo>
                <a:lnTo>
                  <a:pt x="394" y="297"/>
                </a:lnTo>
                <a:lnTo>
                  <a:pt x="389" y="301"/>
                </a:lnTo>
                <a:lnTo>
                  <a:pt x="383" y="304"/>
                </a:lnTo>
                <a:lnTo>
                  <a:pt x="377" y="307"/>
                </a:lnTo>
                <a:lnTo>
                  <a:pt x="371" y="310"/>
                </a:lnTo>
                <a:lnTo>
                  <a:pt x="365" y="313"/>
                </a:lnTo>
                <a:lnTo>
                  <a:pt x="358" y="316"/>
                </a:lnTo>
                <a:lnTo>
                  <a:pt x="352" y="319"/>
                </a:lnTo>
                <a:lnTo>
                  <a:pt x="345" y="321"/>
                </a:lnTo>
                <a:lnTo>
                  <a:pt x="339" y="324"/>
                </a:lnTo>
                <a:lnTo>
                  <a:pt x="332" y="326"/>
                </a:lnTo>
                <a:lnTo>
                  <a:pt x="325" y="328"/>
                </a:lnTo>
                <a:lnTo>
                  <a:pt x="318" y="330"/>
                </a:lnTo>
                <a:lnTo>
                  <a:pt x="311" y="331"/>
                </a:lnTo>
                <a:lnTo>
                  <a:pt x="303" y="333"/>
                </a:lnTo>
                <a:lnTo>
                  <a:pt x="296" y="334"/>
                </a:lnTo>
                <a:lnTo>
                  <a:pt x="289" y="336"/>
                </a:lnTo>
                <a:lnTo>
                  <a:pt x="281" y="337"/>
                </a:lnTo>
                <a:lnTo>
                  <a:pt x="274" y="338"/>
                </a:lnTo>
                <a:lnTo>
                  <a:pt x="267" y="338"/>
                </a:lnTo>
                <a:lnTo>
                  <a:pt x="259" y="339"/>
                </a:lnTo>
                <a:lnTo>
                  <a:pt x="252" y="339"/>
                </a:lnTo>
                <a:lnTo>
                  <a:pt x="244" y="340"/>
                </a:lnTo>
                <a:lnTo>
                  <a:pt x="237" y="340"/>
                </a:lnTo>
                <a:lnTo>
                  <a:pt x="230" y="340"/>
                </a:lnTo>
                <a:lnTo>
                  <a:pt x="222" y="339"/>
                </a:lnTo>
                <a:lnTo>
                  <a:pt x="215" y="339"/>
                </a:lnTo>
                <a:lnTo>
                  <a:pt x="207" y="338"/>
                </a:lnTo>
                <a:lnTo>
                  <a:pt x="200" y="338"/>
                </a:lnTo>
                <a:lnTo>
                  <a:pt x="193" y="337"/>
                </a:lnTo>
                <a:lnTo>
                  <a:pt x="185" y="336"/>
                </a:lnTo>
                <a:lnTo>
                  <a:pt x="178" y="334"/>
                </a:lnTo>
                <a:lnTo>
                  <a:pt x="171" y="333"/>
                </a:lnTo>
                <a:lnTo>
                  <a:pt x="164" y="331"/>
                </a:lnTo>
                <a:lnTo>
                  <a:pt x="157" y="330"/>
                </a:lnTo>
                <a:lnTo>
                  <a:pt x="150" y="328"/>
                </a:lnTo>
                <a:lnTo>
                  <a:pt x="143" y="326"/>
                </a:lnTo>
                <a:lnTo>
                  <a:pt x="136" y="324"/>
                </a:lnTo>
                <a:lnTo>
                  <a:pt x="130" y="321"/>
                </a:lnTo>
                <a:lnTo>
                  <a:pt x="123" y="319"/>
                </a:lnTo>
                <a:lnTo>
                  <a:pt x="117" y="316"/>
                </a:lnTo>
                <a:lnTo>
                  <a:pt x="110" y="313"/>
                </a:lnTo>
                <a:lnTo>
                  <a:pt x="104" y="310"/>
                </a:lnTo>
                <a:lnTo>
                  <a:pt x="98" y="307"/>
                </a:lnTo>
                <a:lnTo>
                  <a:pt x="92" y="304"/>
                </a:lnTo>
                <a:lnTo>
                  <a:pt x="86" y="301"/>
                </a:lnTo>
                <a:lnTo>
                  <a:pt x="81" y="297"/>
                </a:lnTo>
                <a:lnTo>
                  <a:pt x="75" y="294"/>
                </a:lnTo>
                <a:lnTo>
                  <a:pt x="70" y="290"/>
                </a:lnTo>
                <a:lnTo>
                  <a:pt x="65" y="286"/>
                </a:lnTo>
                <a:lnTo>
                  <a:pt x="60" y="282"/>
                </a:lnTo>
                <a:lnTo>
                  <a:pt x="55" y="278"/>
                </a:lnTo>
                <a:lnTo>
                  <a:pt x="50" y="274"/>
                </a:lnTo>
                <a:lnTo>
                  <a:pt x="46" y="269"/>
                </a:lnTo>
                <a:lnTo>
                  <a:pt x="41" y="265"/>
                </a:lnTo>
                <a:lnTo>
                  <a:pt x="37" y="260"/>
                </a:lnTo>
                <a:lnTo>
                  <a:pt x="33" y="256"/>
                </a:lnTo>
                <a:lnTo>
                  <a:pt x="30" y="251"/>
                </a:lnTo>
                <a:lnTo>
                  <a:pt x="26" y="246"/>
                </a:lnTo>
                <a:lnTo>
                  <a:pt x="23" y="241"/>
                </a:lnTo>
                <a:lnTo>
                  <a:pt x="20" y="237"/>
                </a:lnTo>
                <a:lnTo>
                  <a:pt x="17" y="232"/>
                </a:lnTo>
                <a:lnTo>
                  <a:pt x="14" y="227"/>
                </a:lnTo>
                <a:lnTo>
                  <a:pt x="12" y="222"/>
                </a:lnTo>
                <a:lnTo>
                  <a:pt x="10" y="217"/>
                </a:lnTo>
                <a:lnTo>
                  <a:pt x="8" y="211"/>
                </a:lnTo>
                <a:lnTo>
                  <a:pt x="6" y="206"/>
                </a:lnTo>
                <a:lnTo>
                  <a:pt x="5" y="201"/>
                </a:lnTo>
                <a:lnTo>
                  <a:pt x="3" y="196"/>
                </a:lnTo>
                <a:lnTo>
                  <a:pt x="2" y="191"/>
                </a:lnTo>
                <a:lnTo>
                  <a:pt x="1" y="185"/>
                </a:lnTo>
                <a:lnTo>
                  <a:pt x="1" y="180"/>
                </a:lnTo>
                <a:lnTo>
                  <a:pt x="1" y="175"/>
                </a:lnTo>
                <a:lnTo>
                  <a:pt x="0" y="169"/>
                </a:lnTo>
                <a:lnTo>
                  <a:pt x="1" y="164"/>
                </a:lnTo>
                <a:lnTo>
                  <a:pt x="1" y="159"/>
                </a:lnTo>
                <a:lnTo>
                  <a:pt x="1" y="153"/>
                </a:lnTo>
                <a:lnTo>
                  <a:pt x="2" y="148"/>
                </a:lnTo>
                <a:lnTo>
                  <a:pt x="3" y="143"/>
                </a:lnTo>
                <a:lnTo>
                  <a:pt x="5" y="138"/>
                </a:lnTo>
                <a:lnTo>
                  <a:pt x="6" y="132"/>
                </a:lnTo>
                <a:lnTo>
                  <a:pt x="8" y="127"/>
                </a:lnTo>
                <a:lnTo>
                  <a:pt x="10" y="122"/>
                </a:lnTo>
                <a:lnTo>
                  <a:pt x="12" y="117"/>
                </a:lnTo>
                <a:lnTo>
                  <a:pt x="14" y="112"/>
                </a:lnTo>
                <a:lnTo>
                  <a:pt x="17" y="107"/>
                </a:lnTo>
                <a:lnTo>
                  <a:pt x="20" y="102"/>
                </a:lnTo>
                <a:lnTo>
                  <a:pt x="23" y="97"/>
                </a:lnTo>
                <a:lnTo>
                  <a:pt x="26" y="92"/>
                </a:lnTo>
                <a:lnTo>
                  <a:pt x="30" y="88"/>
                </a:lnTo>
                <a:lnTo>
                  <a:pt x="33" y="83"/>
                </a:lnTo>
                <a:lnTo>
                  <a:pt x="37" y="78"/>
                </a:lnTo>
                <a:lnTo>
                  <a:pt x="41" y="74"/>
                </a:lnTo>
                <a:lnTo>
                  <a:pt x="46" y="70"/>
                </a:lnTo>
                <a:lnTo>
                  <a:pt x="50" y="65"/>
                </a:lnTo>
                <a:lnTo>
                  <a:pt x="55" y="61"/>
                </a:lnTo>
                <a:lnTo>
                  <a:pt x="60" y="57"/>
                </a:lnTo>
                <a:lnTo>
                  <a:pt x="65" y="53"/>
                </a:lnTo>
                <a:lnTo>
                  <a:pt x="70" y="49"/>
                </a:lnTo>
                <a:lnTo>
                  <a:pt x="75" y="46"/>
                </a:lnTo>
                <a:lnTo>
                  <a:pt x="81" y="42"/>
                </a:lnTo>
                <a:lnTo>
                  <a:pt x="86" y="39"/>
                </a:lnTo>
                <a:lnTo>
                  <a:pt x="92" y="35"/>
                </a:lnTo>
                <a:lnTo>
                  <a:pt x="98" y="32"/>
                </a:lnTo>
                <a:lnTo>
                  <a:pt x="104" y="29"/>
                </a:lnTo>
                <a:lnTo>
                  <a:pt x="110" y="26"/>
                </a:lnTo>
                <a:lnTo>
                  <a:pt x="117" y="23"/>
                </a:lnTo>
                <a:lnTo>
                  <a:pt x="123" y="21"/>
                </a:lnTo>
                <a:lnTo>
                  <a:pt x="130" y="18"/>
                </a:lnTo>
                <a:lnTo>
                  <a:pt x="136" y="16"/>
                </a:lnTo>
                <a:lnTo>
                  <a:pt x="143" y="14"/>
                </a:lnTo>
                <a:lnTo>
                  <a:pt x="150" y="12"/>
                </a:lnTo>
                <a:lnTo>
                  <a:pt x="157" y="10"/>
                </a:lnTo>
                <a:lnTo>
                  <a:pt x="164" y="8"/>
                </a:lnTo>
                <a:lnTo>
                  <a:pt x="171" y="7"/>
                </a:lnTo>
                <a:lnTo>
                  <a:pt x="178" y="5"/>
                </a:lnTo>
                <a:lnTo>
                  <a:pt x="185" y="4"/>
                </a:lnTo>
                <a:lnTo>
                  <a:pt x="193" y="3"/>
                </a:lnTo>
                <a:lnTo>
                  <a:pt x="200" y="2"/>
                </a:lnTo>
                <a:lnTo>
                  <a:pt x="207" y="1"/>
                </a:lnTo>
                <a:lnTo>
                  <a:pt x="215" y="1"/>
                </a:lnTo>
                <a:lnTo>
                  <a:pt x="222" y="0"/>
                </a:lnTo>
                <a:lnTo>
                  <a:pt x="230" y="0"/>
                </a:lnTo>
                <a:lnTo>
                  <a:pt x="237" y="0"/>
                </a:lnTo>
                <a:lnTo>
                  <a:pt x="244" y="0"/>
                </a:lnTo>
                <a:lnTo>
                  <a:pt x="252" y="0"/>
                </a:lnTo>
                <a:lnTo>
                  <a:pt x="259" y="1"/>
                </a:lnTo>
                <a:lnTo>
                  <a:pt x="267" y="1"/>
                </a:lnTo>
                <a:lnTo>
                  <a:pt x="274" y="2"/>
                </a:lnTo>
                <a:lnTo>
                  <a:pt x="281" y="3"/>
                </a:lnTo>
                <a:lnTo>
                  <a:pt x="289" y="4"/>
                </a:lnTo>
                <a:lnTo>
                  <a:pt x="296" y="5"/>
                </a:lnTo>
                <a:lnTo>
                  <a:pt x="303" y="7"/>
                </a:lnTo>
                <a:lnTo>
                  <a:pt x="311" y="8"/>
                </a:lnTo>
                <a:lnTo>
                  <a:pt x="318" y="10"/>
                </a:lnTo>
                <a:lnTo>
                  <a:pt x="325" y="12"/>
                </a:lnTo>
                <a:lnTo>
                  <a:pt x="332" y="14"/>
                </a:lnTo>
                <a:lnTo>
                  <a:pt x="339" y="16"/>
                </a:lnTo>
                <a:lnTo>
                  <a:pt x="345" y="18"/>
                </a:lnTo>
                <a:lnTo>
                  <a:pt x="352" y="21"/>
                </a:lnTo>
                <a:lnTo>
                  <a:pt x="358" y="23"/>
                </a:lnTo>
                <a:lnTo>
                  <a:pt x="365" y="26"/>
                </a:lnTo>
                <a:lnTo>
                  <a:pt x="371" y="29"/>
                </a:lnTo>
                <a:lnTo>
                  <a:pt x="377" y="32"/>
                </a:lnTo>
                <a:lnTo>
                  <a:pt x="383" y="35"/>
                </a:lnTo>
                <a:lnTo>
                  <a:pt x="389" y="39"/>
                </a:lnTo>
                <a:lnTo>
                  <a:pt x="394" y="42"/>
                </a:lnTo>
                <a:lnTo>
                  <a:pt x="400" y="46"/>
                </a:lnTo>
                <a:lnTo>
                  <a:pt x="405" y="49"/>
                </a:lnTo>
                <a:lnTo>
                  <a:pt x="410" y="53"/>
                </a:lnTo>
                <a:lnTo>
                  <a:pt x="415" y="57"/>
                </a:lnTo>
                <a:lnTo>
                  <a:pt x="420" y="61"/>
                </a:lnTo>
                <a:lnTo>
                  <a:pt x="425" y="65"/>
                </a:lnTo>
                <a:lnTo>
                  <a:pt x="429" y="70"/>
                </a:lnTo>
                <a:lnTo>
                  <a:pt x="434" y="74"/>
                </a:lnTo>
                <a:lnTo>
                  <a:pt x="438" y="78"/>
                </a:lnTo>
                <a:lnTo>
                  <a:pt x="442" y="83"/>
                </a:lnTo>
                <a:lnTo>
                  <a:pt x="445" y="88"/>
                </a:lnTo>
                <a:lnTo>
                  <a:pt x="449" y="92"/>
                </a:lnTo>
                <a:lnTo>
                  <a:pt x="452" y="97"/>
                </a:lnTo>
                <a:lnTo>
                  <a:pt x="455" y="102"/>
                </a:lnTo>
                <a:lnTo>
                  <a:pt x="458" y="107"/>
                </a:lnTo>
                <a:lnTo>
                  <a:pt x="461" y="112"/>
                </a:lnTo>
                <a:lnTo>
                  <a:pt x="463" y="117"/>
                </a:lnTo>
                <a:lnTo>
                  <a:pt x="465" y="122"/>
                </a:lnTo>
                <a:lnTo>
                  <a:pt x="467" y="127"/>
                </a:lnTo>
                <a:lnTo>
                  <a:pt x="469" y="132"/>
                </a:lnTo>
                <a:lnTo>
                  <a:pt x="470" y="138"/>
                </a:lnTo>
                <a:lnTo>
                  <a:pt x="472" y="143"/>
                </a:lnTo>
                <a:lnTo>
                  <a:pt x="473" y="148"/>
                </a:lnTo>
                <a:lnTo>
                  <a:pt x="473" y="153"/>
                </a:lnTo>
                <a:lnTo>
                  <a:pt x="474" y="159"/>
                </a:lnTo>
                <a:lnTo>
                  <a:pt x="474" y="164"/>
                </a:lnTo>
                <a:lnTo>
                  <a:pt x="474" y="169"/>
                </a:lnTo>
                <a:close/>
              </a:path>
            </a:pathLst>
          </a:custGeom>
          <a:solidFill>
            <a:srgbClr val="fff5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39" name=""/>
          <p:cNvSpPr/>
          <p:nvPr/>
        </p:nvSpPr>
        <p:spPr>
          <a:xfrm>
            <a:off x="7976160" y="2882160"/>
            <a:ext cx="173160" cy="124560"/>
          </a:xfrm>
          <a:custGeom>
            <a:avLst/>
            <a:gdLst/>
            <a:ahLst/>
            <a:rect l="0" t="0" r="r" b="b"/>
            <a:pathLst>
              <a:path w="481" h="346">
                <a:moveTo>
                  <a:pt x="477" y="173"/>
                </a:moveTo>
                <a:lnTo>
                  <a:pt x="477" y="168"/>
                </a:lnTo>
                <a:lnTo>
                  <a:pt x="477" y="163"/>
                </a:lnTo>
                <a:lnTo>
                  <a:pt x="476" y="157"/>
                </a:lnTo>
                <a:lnTo>
                  <a:pt x="476" y="152"/>
                </a:lnTo>
                <a:lnTo>
                  <a:pt x="475" y="147"/>
                </a:lnTo>
                <a:lnTo>
                  <a:pt x="473" y="142"/>
                </a:lnTo>
                <a:lnTo>
                  <a:pt x="472" y="136"/>
                </a:lnTo>
                <a:lnTo>
                  <a:pt x="470" y="131"/>
                </a:lnTo>
                <a:lnTo>
                  <a:pt x="468" y="126"/>
                </a:lnTo>
                <a:lnTo>
                  <a:pt x="466" y="121"/>
                </a:lnTo>
                <a:lnTo>
                  <a:pt x="464" y="116"/>
                </a:lnTo>
                <a:lnTo>
                  <a:pt x="461" y="111"/>
                </a:lnTo>
                <a:lnTo>
                  <a:pt x="458" y="106"/>
                </a:lnTo>
                <a:lnTo>
                  <a:pt x="455" y="101"/>
                </a:lnTo>
                <a:lnTo>
                  <a:pt x="452" y="96"/>
                </a:lnTo>
                <a:lnTo>
                  <a:pt x="448" y="92"/>
                </a:lnTo>
                <a:lnTo>
                  <a:pt x="445" y="87"/>
                </a:lnTo>
                <a:lnTo>
                  <a:pt x="441" y="82"/>
                </a:lnTo>
                <a:lnTo>
                  <a:pt x="437" y="77"/>
                </a:lnTo>
                <a:lnTo>
                  <a:pt x="432" y="73"/>
                </a:lnTo>
                <a:lnTo>
                  <a:pt x="428" y="68"/>
                </a:lnTo>
                <a:lnTo>
                  <a:pt x="423" y="64"/>
                </a:lnTo>
                <a:lnTo>
                  <a:pt x="418" y="60"/>
                </a:lnTo>
                <a:lnTo>
                  <a:pt x="413" y="56"/>
                </a:lnTo>
                <a:lnTo>
                  <a:pt x="408" y="52"/>
                </a:lnTo>
                <a:lnTo>
                  <a:pt x="403" y="49"/>
                </a:lnTo>
                <a:lnTo>
                  <a:pt x="397" y="45"/>
                </a:lnTo>
                <a:lnTo>
                  <a:pt x="392" y="42"/>
                </a:lnTo>
                <a:lnTo>
                  <a:pt x="386" y="38"/>
                </a:lnTo>
                <a:lnTo>
                  <a:pt x="380" y="35"/>
                </a:lnTo>
                <a:lnTo>
                  <a:pt x="374" y="32"/>
                </a:lnTo>
                <a:lnTo>
                  <a:pt x="368" y="29"/>
                </a:lnTo>
                <a:lnTo>
                  <a:pt x="361" y="26"/>
                </a:lnTo>
                <a:lnTo>
                  <a:pt x="355" y="24"/>
                </a:lnTo>
                <a:lnTo>
                  <a:pt x="348" y="21"/>
                </a:lnTo>
                <a:lnTo>
                  <a:pt x="342" y="19"/>
                </a:lnTo>
                <a:lnTo>
                  <a:pt x="335" y="17"/>
                </a:lnTo>
                <a:lnTo>
                  <a:pt x="328" y="15"/>
                </a:lnTo>
                <a:lnTo>
                  <a:pt x="321" y="13"/>
                </a:lnTo>
                <a:lnTo>
                  <a:pt x="314" y="11"/>
                </a:lnTo>
                <a:lnTo>
                  <a:pt x="307" y="10"/>
                </a:lnTo>
                <a:lnTo>
                  <a:pt x="300" y="8"/>
                </a:lnTo>
                <a:lnTo>
                  <a:pt x="293" y="7"/>
                </a:lnTo>
                <a:lnTo>
                  <a:pt x="285" y="6"/>
                </a:lnTo>
                <a:lnTo>
                  <a:pt x="278" y="5"/>
                </a:lnTo>
                <a:lnTo>
                  <a:pt x="271" y="4"/>
                </a:lnTo>
                <a:lnTo>
                  <a:pt x="263" y="4"/>
                </a:lnTo>
                <a:lnTo>
                  <a:pt x="256" y="3"/>
                </a:lnTo>
                <a:lnTo>
                  <a:pt x="248" y="3"/>
                </a:lnTo>
                <a:lnTo>
                  <a:pt x="241" y="3"/>
                </a:lnTo>
                <a:lnTo>
                  <a:pt x="234" y="3"/>
                </a:lnTo>
                <a:lnTo>
                  <a:pt x="226" y="3"/>
                </a:lnTo>
                <a:lnTo>
                  <a:pt x="219" y="4"/>
                </a:lnTo>
                <a:lnTo>
                  <a:pt x="211" y="4"/>
                </a:lnTo>
                <a:lnTo>
                  <a:pt x="204" y="5"/>
                </a:lnTo>
                <a:lnTo>
                  <a:pt x="197" y="6"/>
                </a:lnTo>
                <a:lnTo>
                  <a:pt x="189" y="7"/>
                </a:lnTo>
                <a:lnTo>
                  <a:pt x="182" y="8"/>
                </a:lnTo>
                <a:lnTo>
                  <a:pt x="175" y="10"/>
                </a:lnTo>
                <a:lnTo>
                  <a:pt x="168" y="11"/>
                </a:lnTo>
                <a:lnTo>
                  <a:pt x="160" y="13"/>
                </a:lnTo>
                <a:lnTo>
                  <a:pt x="153" y="15"/>
                </a:lnTo>
                <a:lnTo>
                  <a:pt x="146" y="17"/>
                </a:lnTo>
                <a:lnTo>
                  <a:pt x="139" y="19"/>
                </a:lnTo>
                <a:lnTo>
                  <a:pt x="133" y="21"/>
                </a:lnTo>
                <a:lnTo>
                  <a:pt x="126" y="24"/>
                </a:lnTo>
                <a:lnTo>
                  <a:pt x="120" y="26"/>
                </a:lnTo>
                <a:lnTo>
                  <a:pt x="113" y="29"/>
                </a:lnTo>
                <a:lnTo>
                  <a:pt x="107" y="32"/>
                </a:lnTo>
                <a:lnTo>
                  <a:pt x="101" y="35"/>
                </a:lnTo>
                <a:lnTo>
                  <a:pt x="95" y="38"/>
                </a:lnTo>
                <a:lnTo>
                  <a:pt x="89" y="42"/>
                </a:lnTo>
                <a:lnTo>
                  <a:pt x="84" y="45"/>
                </a:lnTo>
                <a:lnTo>
                  <a:pt x="78" y="49"/>
                </a:lnTo>
                <a:lnTo>
                  <a:pt x="73" y="52"/>
                </a:lnTo>
                <a:lnTo>
                  <a:pt x="68" y="56"/>
                </a:lnTo>
                <a:lnTo>
                  <a:pt x="63" y="60"/>
                </a:lnTo>
                <a:lnTo>
                  <a:pt x="58" y="64"/>
                </a:lnTo>
                <a:lnTo>
                  <a:pt x="53" y="68"/>
                </a:lnTo>
                <a:lnTo>
                  <a:pt x="49" y="73"/>
                </a:lnTo>
                <a:lnTo>
                  <a:pt x="44" y="77"/>
                </a:lnTo>
                <a:lnTo>
                  <a:pt x="40" y="82"/>
                </a:lnTo>
                <a:lnTo>
                  <a:pt x="36" y="87"/>
                </a:lnTo>
                <a:lnTo>
                  <a:pt x="33" y="92"/>
                </a:lnTo>
                <a:lnTo>
                  <a:pt x="29" y="96"/>
                </a:lnTo>
                <a:lnTo>
                  <a:pt x="26" y="101"/>
                </a:lnTo>
                <a:lnTo>
                  <a:pt x="23" y="106"/>
                </a:lnTo>
                <a:lnTo>
                  <a:pt x="20" y="111"/>
                </a:lnTo>
                <a:lnTo>
                  <a:pt x="17" y="116"/>
                </a:lnTo>
                <a:lnTo>
                  <a:pt x="15" y="121"/>
                </a:lnTo>
                <a:lnTo>
                  <a:pt x="13" y="126"/>
                </a:lnTo>
                <a:lnTo>
                  <a:pt x="11" y="131"/>
                </a:lnTo>
                <a:lnTo>
                  <a:pt x="9" y="136"/>
                </a:lnTo>
                <a:lnTo>
                  <a:pt x="8" y="142"/>
                </a:lnTo>
                <a:lnTo>
                  <a:pt x="6" y="147"/>
                </a:lnTo>
                <a:lnTo>
                  <a:pt x="5" y="152"/>
                </a:lnTo>
                <a:lnTo>
                  <a:pt x="4" y="157"/>
                </a:lnTo>
                <a:lnTo>
                  <a:pt x="4" y="163"/>
                </a:lnTo>
                <a:lnTo>
                  <a:pt x="4" y="168"/>
                </a:lnTo>
                <a:lnTo>
                  <a:pt x="3" y="173"/>
                </a:lnTo>
                <a:lnTo>
                  <a:pt x="4" y="179"/>
                </a:lnTo>
                <a:lnTo>
                  <a:pt x="4" y="184"/>
                </a:lnTo>
                <a:lnTo>
                  <a:pt x="4" y="189"/>
                </a:lnTo>
                <a:lnTo>
                  <a:pt x="5" y="195"/>
                </a:lnTo>
                <a:lnTo>
                  <a:pt x="6" y="200"/>
                </a:lnTo>
                <a:lnTo>
                  <a:pt x="8" y="205"/>
                </a:lnTo>
                <a:lnTo>
                  <a:pt x="9" y="210"/>
                </a:lnTo>
                <a:lnTo>
                  <a:pt x="11" y="215"/>
                </a:lnTo>
                <a:lnTo>
                  <a:pt x="13" y="221"/>
                </a:lnTo>
                <a:lnTo>
                  <a:pt x="15" y="226"/>
                </a:lnTo>
                <a:lnTo>
                  <a:pt x="17" y="231"/>
                </a:lnTo>
                <a:lnTo>
                  <a:pt x="20" y="236"/>
                </a:lnTo>
                <a:lnTo>
                  <a:pt x="23" y="241"/>
                </a:lnTo>
                <a:lnTo>
                  <a:pt x="26" y="245"/>
                </a:lnTo>
                <a:lnTo>
                  <a:pt x="29" y="250"/>
                </a:lnTo>
                <a:lnTo>
                  <a:pt x="33" y="255"/>
                </a:lnTo>
                <a:lnTo>
                  <a:pt x="36" y="260"/>
                </a:lnTo>
                <a:lnTo>
                  <a:pt x="40" y="264"/>
                </a:lnTo>
                <a:lnTo>
                  <a:pt x="44" y="269"/>
                </a:lnTo>
                <a:lnTo>
                  <a:pt x="49" y="273"/>
                </a:lnTo>
                <a:lnTo>
                  <a:pt x="53" y="277"/>
                </a:lnTo>
                <a:lnTo>
                  <a:pt x="58" y="281"/>
                </a:lnTo>
                <a:lnTo>
                  <a:pt x="63" y="285"/>
                </a:lnTo>
                <a:lnTo>
                  <a:pt x="68" y="289"/>
                </a:lnTo>
                <a:lnTo>
                  <a:pt x="73" y="293"/>
                </a:lnTo>
                <a:lnTo>
                  <a:pt x="78" y="297"/>
                </a:lnTo>
                <a:lnTo>
                  <a:pt x="84" y="300"/>
                </a:lnTo>
                <a:lnTo>
                  <a:pt x="89" y="304"/>
                </a:lnTo>
                <a:lnTo>
                  <a:pt x="95" y="307"/>
                </a:lnTo>
                <a:lnTo>
                  <a:pt x="101" y="310"/>
                </a:lnTo>
                <a:lnTo>
                  <a:pt x="107" y="313"/>
                </a:lnTo>
                <a:lnTo>
                  <a:pt x="113" y="316"/>
                </a:lnTo>
                <a:lnTo>
                  <a:pt x="120" y="319"/>
                </a:lnTo>
                <a:lnTo>
                  <a:pt x="126" y="322"/>
                </a:lnTo>
                <a:lnTo>
                  <a:pt x="133" y="324"/>
                </a:lnTo>
                <a:lnTo>
                  <a:pt x="139" y="327"/>
                </a:lnTo>
                <a:lnTo>
                  <a:pt x="146" y="329"/>
                </a:lnTo>
                <a:lnTo>
                  <a:pt x="153" y="331"/>
                </a:lnTo>
                <a:lnTo>
                  <a:pt x="160" y="333"/>
                </a:lnTo>
                <a:lnTo>
                  <a:pt x="168" y="334"/>
                </a:lnTo>
                <a:lnTo>
                  <a:pt x="175" y="336"/>
                </a:lnTo>
                <a:lnTo>
                  <a:pt x="182" y="337"/>
                </a:lnTo>
                <a:lnTo>
                  <a:pt x="189" y="339"/>
                </a:lnTo>
                <a:lnTo>
                  <a:pt x="197" y="340"/>
                </a:lnTo>
                <a:lnTo>
                  <a:pt x="204" y="341"/>
                </a:lnTo>
                <a:lnTo>
                  <a:pt x="211" y="341"/>
                </a:lnTo>
                <a:lnTo>
                  <a:pt x="219" y="342"/>
                </a:lnTo>
                <a:lnTo>
                  <a:pt x="226" y="342"/>
                </a:lnTo>
                <a:lnTo>
                  <a:pt x="234" y="343"/>
                </a:lnTo>
                <a:lnTo>
                  <a:pt x="241" y="343"/>
                </a:lnTo>
                <a:lnTo>
                  <a:pt x="248" y="343"/>
                </a:lnTo>
                <a:lnTo>
                  <a:pt x="256" y="342"/>
                </a:lnTo>
                <a:lnTo>
                  <a:pt x="263" y="342"/>
                </a:lnTo>
                <a:lnTo>
                  <a:pt x="271" y="341"/>
                </a:lnTo>
                <a:lnTo>
                  <a:pt x="278" y="341"/>
                </a:lnTo>
                <a:lnTo>
                  <a:pt x="285" y="340"/>
                </a:lnTo>
                <a:lnTo>
                  <a:pt x="293" y="339"/>
                </a:lnTo>
                <a:lnTo>
                  <a:pt x="300" y="337"/>
                </a:lnTo>
                <a:lnTo>
                  <a:pt x="307" y="336"/>
                </a:lnTo>
                <a:lnTo>
                  <a:pt x="314" y="334"/>
                </a:lnTo>
                <a:lnTo>
                  <a:pt x="321" y="333"/>
                </a:lnTo>
                <a:lnTo>
                  <a:pt x="328" y="331"/>
                </a:lnTo>
                <a:lnTo>
                  <a:pt x="335" y="329"/>
                </a:lnTo>
                <a:lnTo>
                  <a:pt x="342" y="327"/>
                </a:lnTo>
                <a:lnTo>
                  <a:pt x="348" y="324"/>
                </a:lnTo>
                <a:lnTo>
                  <a:pt x="355" y="322"/>
                </a:lnTo>
                <a:lnTo>
                  <a:pt x="361" y="319"/>
                </a:lnTo>
                <a:lnTo>
                  <a:pt x="368" y="316"/>
                </a:lnTo>
                <a:lnTo>
                  <a:pt x="374" y="313"/>
                </a:lnTo>
                <a:lnTo>
                  <a:pt x="380" y="310"/>
                </a:lnTo>
                <a:lnTo>
                  <a:pt x="386" y="307"/>
                </a:lnTo>
                <a:lnTo>
                  <a:pt x="392" y="304"/>
                </a:lnTo>
                <a:lnTo>
                  <a:pt x="397" y="300"/>
                </a:lnTo>
                <a:lnTo>
                  <a:pt x="403" y="297"/>
                </a:lnTo>
                <a:lnTo>
                  <a:pt x="408" y="293"/>
                </a:lnTo>
                <a:lnTo>
                  <a:pt x="413" y="289"/>
                </a:lnTo>
                <a:lnTo>
                  <a:pt x="418" y="285"/>
                </a:lnTo>
                <a:lnTo>
                  <a:pt x="423" y="281"/>
                </a:lnTo>
                <a:lnTo>
                  <a:pt x="428" y="277"/>
                </a:lnTo>
                <a:lnTo>
                  <a:pt x="432" y="273"/>
                </a:lnTo>
                <a:lnTo>
                  <a:pt x="437" y="269"/>
                </a:lnTo>
                <a:lnTo>
                  <a:pt x="441" y="264"/>
                </a:lnTo>
                <a:lnTo>
                  <a:pt x="445" y="260"/>
                </a:lnTo>
                <a:lnTo>
                  <a:pt x="448" y="255"/>
                </a:lnTo>
                <a:lnTo>
                  <a:pt x="452" y="250"/>
                </a:lnTo>
                <a:lnTo>
                  <a:pt x="455" y="245"/>
                </a:lnTo>
                <a:lnTo>
                  <a:pt x="458" y="241"/>
                </a:lnTo>
                <a:lnTo>
                  <a:pt x="461" y="236"/>
                </a:lnTo>
                <a:lnTo>
                  <a:pt x="464" y="231"/>
                </a:lnTo>
                <a:lnTo>
                  <a:pt x="466" y="226"/>
                </a:lnTo>
                <a:lnTo>
                  <a:pt x="468" y="221"/>
                </a:lnTo>
                <a:lnTo>
                  <a:pt x="470" y="215"/>
                </a:lnTo>
                <a:lnTo>
                  <a:pt x="472" y="210"/>
                </a:lnTo>
                <a:lnTo>
                  <a:pt x="473" y="205"/>
                </a:lnTo>
                <a:lnTo>
                  <a:pt x="475" y="200"/>
                </a:lnTo>
                <a:lnTo>
                  <a:pt x="476" y="195"/>
                </a:lnTo>
                <a:lnTo>
                  <a:pt x="476" y="189"/>
                </a:lnTo>
                <a:lnTo>
                  <a:pt x="477" y="184"/>
                </a:lnTo>
                <a:lnTo>
                  <a:pt x="477" y="179"/>
                </a:lnTo>
                <a:lnTo>
                  <a:pt x="477" y="173"/>
                </a:lnTo>
                <a:moveTo>
                  <a:pt x="481" y="173"/>
                </a:moveTo>
                <a:lnTo>
                  <a:pt x="481" y="179"/>
                </a:lnTo>
                <a:lnTo>
                  <a:pt x="481" y="184"/>
                </a:lnTo>
                <a:lnTo>
                  <a:pt x="480" y="190"/>
                </a:lnTo>
                <a:lnTo>
                  <a:pt x="479" y="195"/>
                </a:lnTo>
                <a:lnTo>
                  <a:pt x="478" y="200"/>
                </a:lnTo>
                <a:lnTo>
                  <a:pt x="477" y="206"/>
                </a:lnTo>
                <a:lnTo>
                  <a:pt x="476" y="211"/>
                </a:lnTo>
                <a:lnTo>
                  <a:pt x="474" y="216"/>
                </a:lnTo>
                <a:lnTo>
                  <a:pt x="472" y="221"/>
                </a:lnTo>
                <a:lnTo>
                  <a:pt x="470" y="227"/>
                </a:lnTo>
                <a:lnTo>
                  <a:pt x="467" y="232"/>
                </a:lnTo>
                <a:lnTo>
                  <a:pt x="464" y="237"/>
                </a:lnTo>
                <a:lnTo>
                  <a:pt x="462" y="242"/>
                </a:lnTo>
                <a:lnTo>
                  <a:pt x="458" y="247"/>
                </a:lnTo>
                <a:lnTo>
                  <a:pt x="455" y="251"/>
                </a:lnTo>
                <a:lnTo>
                  <a:pt x="452" y="256"/>
                </a:lnTo>
                <a:lnTo>
                  <a:pt x="448" y="261"/>
                </a:lnTo>
                <a:lnTo>
                  <a:pt x="444" y="266"/>
                </a:lnTo>
                <a:lnTo>
                  <a:pt x="440" y="270"/>
                </a:lnTo>
                <a:lnTo>
                  <a:pt x="435" y="275"/>
                </a:lnTo>
                <a:lnTo>
                  <a:pt x="431" y="279"/>
                </a:lnTo>
                <a:lnTo>
                  <a:pt x="426" y="283"/>
                </a:lnTo>
                <a:lnTo>
                  <a:pt x="421" y="287"/>
                </a:lnTo>
                <a:lnTo>
                  <a:pt x="416" y="291"/>
                </a:lnTo>
                <a:lnTo>
                  <a:pt x="411" y="295"/>
                </a:lnTo>
                <a:lnTo>
                  <a:pt x="406" y="299"/>
                </a:lnTo>
                <a:lnTo>
                  <a:pt x="400" y="303"/>
                </a:lnTo>
                <a:lnTo>
                  <a:pt x="394" y="306"/>
                </a:lnTo>
                <a:lnTo>
                  <a:pt x="388" y="309"/>
                </a:lnTo>
                <a:lnTo>
                  <a:pt x="382" y="313"/>
                </a:lnTo>
                <a:lnTo>
                  <a:pt x="376" y="316"/>
                </a:lnTo>
                <a:lnTo>
                  <a:pt x="370" y="319"/>
                </a:lnTo>
                <a:lnTo>
                  <a:pt x="363" y="322"/>
                </a:lnTo>
                <a:lnTo>
                  <a:pt x="357" y="324"/>
                </a:lnTo>
                <a:lnTo>
                  <a:pt x="350" y="327"/>
                </a:lnTo>
                <a:lnTo>
                  <a:pt x="343" y="329"/>
                </a:lnTo>
                <a:lnTo>
                  <a:pt x="336" y="331"/>
                </a:lnTo>
                <a:lnTo>
                  <a:pt x="329" y="333"/>
                </a:lnTo>
                <a:lnTo>
                  <a:pt x="322" y="335"/>
                </a:lnTo>
                <a:lnTo>
                  <a:pt x="315" y="337"/>
                </a:lnTo>
                <a:lnTo>
                  <a:pt x="308" y="339"/>
                </a:lnTo>
                <a:lnTo>
                  <a:pt x="301" y="340"/>
                </a:lnTo>
                <a:lnTo>
                  <a:pt x="293" y="341"/>
                </a:lnTo>
                <a:lnTo>
                  <a:pt x="286" y="342"/>
                </a:lnTo>
                <a:lnTo>
                  <a:pt x="279" y="343"/>
                </a:lnTo>
                <a:lnTo>
                  <a:pt x="271" y="344"/>
                </a:lnTo>
                <a:lnTo>
                  <a:pt x="264" y="345"/>
                </a:lnTo>
                <a:lnTo>
                  <a:pt x="256" y="345"/>
                </a:lnTo>
                <a:lnTo>
                  <a:pt x="249" y="345"/>
                </a:lnTo>
                <a:lnTo>
                  <a:pt x="241" y="346"/>
                </a:lnTo>
                <a:lnTo>
                  <a:pt x="233" y="345"/>
                </a:lnTo>
                <a:lnTo>
                  <a:pt x="226" y="345"/>
                </a:lnTo>
                <a:lnTo>
                  <a:pt x="218" y="345"/>
                </a:lnTo>
                <a:lnTo>
                  <a:pt x="211" y="344"/>
                </a:lnTo>
                <a:lnTo>
                  <a:pt x="203" y="343"/>
                </a:lnTo>
                <a:lnTo>
                  <a:pt x="196" y="342"/>
                </a:lnTo>
                <a:lnTo>
                  <a:pt x="189" y="341"/>
                </a:lnTo>
                <a:lnTo>
                  <a:pt x="181" y="340"/>
                </a:lnTo>
                <a:lnTo>
                  <a:pt x="174" y="339"/>
                </a:lnTo>
                <a:lnTo>
                  <a:pt x="167" y="337"/>
                </a:lnTo>
                <a:lnTo>
                  <a:pt x="159" y="335"/>
                </a:lnTo>
                <a:lnTo>
                  <a:pt x="151" y="333"/>
                </a:lnTo>
                <a:lnTo>
                  <a:pt x="144" y="331"/>
                </a:lnTo>
                <a:lnTo>
                  <a:pt x="138" y="329"/>
                </a:lnTo>
                <a:lnTo>
                  <a:pt x="131" y="327"/>
                </a:lnTo>
                <a:lnTo>
                  <a:pt x="124" y="324"/>
                </a:lnTo>
                <a:lnTo>
                  <a:pt x="118" y="322"/>
                </a:lnTo>
                <a:lnTo>
                  <a:pt x="111" y="319"/>
                </a:lnTo>
                <a:lnTo>
                  <a:pt x="105" y="316"/>
                </a:lnTo>
                <a:lnTo>
                  <a:pt x="99" y="313"/>
                </a:lnTo>
                <a:lnTo>
                  <a:pt x="93" y="309"/>
                </a:lnTo>
                <a:lnTo>
                  <a:pt x="87" y="306"/>
                </a:lnTo>
                <a:lnTo>
                  <a:pt x="81" y="303"/>
                </a:lnTo>
                <a:lnTo>
                  <a:pt x="75" y="299"/>
                </a:lnTo>
                <a:lnTo>
                  <a:pt x="70" y="295"/>
                </a:lnTo>
                <a:lnTo>
                  <a:pt x="65" y="291"/>
                </a:lnTo>
                <a:lnTo>
                  <a:pt x="60" y="287"/>
                </a:lnTo>
                <a:lnTo>
                  <a:pt x="55" y="283"/>
                </a:lnTo>
                <a:lnTo>
                  <a:pt x="50" y="279"/>
                </a:lnTo>
                <a:lnTo>
                  <a:pt x="45" y="275"/>
                </a:lnTo>
                <a:lnTo>
                  <a:pt x="41" y="270"/>
                </a:lnTo>
                <a:lnTo>
                  <a:pt x="37" y="266"/>
                </a:lnTo>
                <a:lnTo>
                  <a:pt x="33" y="261"/>
                </a:lnTo>
                <a:lnTo>
                  <a:pt x="29" y="256"/>
                </a:lnTo>
                <a:lnTo>
                  <a:pt x="26" y="251"/>
                </a:lnTo>
                <a:lnTo>
                  <a:pt x="22" y="247"/>
                </a:lnTo>
                <a:lnTo>
                  <a:pt x="19" y="242"/>
                </a:lnTo>
                <a:lnTo>
                  <a:pt x="16" y="237"/>
                </a:lnTo>
                <a:lnTo>
                  <a:pt x="14" y="232"/>
                </a:lnTo>
                <a:lnTo>
                  <a:pt x="11" y="227"/>
                </a:lnTo>
                <a:lnTo>
                  <a:pt x="9" y="221"/>
                </a:lnTo>
                <a:lnTo>
                  <a:pt x="7" y="216"/>
                </a:lnTo>
                <a:lnTo>
                  <a:pt x="5" y="211"/>
                </a:lnTo>
                <a:lnTo>
                  <a:pt x="4" y="206"/>
                </a:lnTo>
                <a:lnTo>
                  <a:pt x="2" y="200"/>
                </a:lnTo>
                <a:lnTo>
                  <a:pt x="1" y="195"/>
                </a:lnTo>
                <a:lnTo>
                  <a:pt x="1" y="190"/>
                </a:lnTo>
                <a:lnTo>
                  <a:pt x="0" y="184"/>
                </a:lnTo>
                <a:lnTo>
                  <a:pt x="0" y="179"/>
                </a:lnTo>
                <a:lnTo>
                  <a:pt x="0" y="173"/>
                </a:lnTo>
                <a:lnTo>
                  <a:pt x="0" y="168"/>
                </a:lnTo>
                <a:lnTo>
                  <a:pt x="0" y="162"/>
                </a:lnTo>
                <a:lnTo>
                  <a:pt x="1" y="157"/>
                </a:lnTo>
                <a:lnTo>
                  <a:pt x="1" y="152"/>
                </a:lnTo>
                <a:lnTo>
                  <a:pt x="2" y="146"/>
                </a:lnTo>
                <a:lnTo>
                  <a:pt x="4" y="141"/>
                </a:lnTo>
                <a:lnTo>
                  <a:pt x="5" y="136"/>
                </a:lnTo>
                <a:lnTo>
                  <a:pt x="7" y="130"/>
                </a:lnTo>
                <a:lnTo>
                  <a:pt x="9" y="125"/>
                </a:lnTo>
                <a:lnTo>
                  <a:pt x="11" y="120"/>
                </a:lnTo>
                <a:lnTo>
                  <a:pt x="14" y="115"/>
                </a:lnTo>
                <a:lnTo>
                  <a:pt x="16" y="110"/>
                </a:lnTo>
                <a:lnTo>
                  <a:pt x="19" y="105"/>
                </a:lnTo>
                <a:lnTo>
                  <a:pt x="22" y="100"/>
                </a:lnTo>
                <a:lnTo>
                  <a:pt x="26" y="95"/>
                </a:lnTo>
                <a:lnTo>
                  <a:pt x="29" y="90"/>
                </a:lnTo>
                <a:lnTo>
                  <a:pt x="33" y="86"/>
                </a:lnTo>
                <a:lnTo>
                  <a:pt x="37" y="81"/>
                </a:lnTo>
                <a:lnTo>
                  <a:pt x="41" y="75"/>
                </a:lnTo>
                <a:lnTo>
                  <a:pt x="45" y="71"/>
                </a:lnTo>
                <a:lnTo>
                  <a:pt x="50" y="67"/>
                </a:lnTo>
                <a:lnTo>
                  <a:pt x="55" y="63"/>
                </a:lnTo>
                <a:lnTo>
                  <a:pt x="60" y="58"/>
                </a:lnTo>
                <a:lnTo>
                  <a:pt x="65" y="54"/>
                </a:lnTo>
                <a:lnTo>
                  <a:pt x="70" y="51"/>
                </a:lnTo>
                <a:lnTo>
                  <a:pt x="75" y="47"/>
                </a:lnTo>
                <a:lnTo>
                  <a:pt x="81" y="43"/>
                </a:lnTo>
                <a:lnTo>
                  <a:pt x="87" y="40"/>
                </a:lnTo>
                <a:lnTo>
                  <a:pt x="93" y="36"/>
                </a:lnTo>
                <a:lnTo>
                  <a:pt x="99" y="33"/>
                </a:lnTo>
                <a:lnTo>
                  <a:pt x="105" y="30"/>
                </a:lnTo>
                <a:lnTo>
                  <a:pt x="111" y="27"/>
                </a:lnTo>
                <a:lnTo>
                  <a:pt x="118" y="24"/>
                </a:lnTo>
                <a:lnTo>
                  <a:pt x="124" y="21"/>
                </a:lnTo>
                <a:lnTo>
                  <a:pt x="131" y="19"/>
                </a:lnTo>
                <a:lnTo>
                  <a:pt x="138" y="16"/>
                </a:lnTo>
                <a:lnTo>
                  <a:pt x="144" y="14"/>
                </a:lnTo>
                <a:lnTo>
                  <a:pt x="151" y="12"/>
                </a:lnTo>
                <a:lnTo>
                  <a:pt x="159" y="10"/>
                </a:lnTo>
                <a:lnTo>
                  <a:pt x="167" y="8"/>
                </a:lnTo>
                <a:lnTo>
                  <a:pt x="174" y="7"/>
                </a:lnTo>
                <a:lnTo>
                  <a:pt x="181" y="5"/>
                </a:lnTo>
                <a:lnTo>
                  <a:pt x="189" y="4"/>
                </a:lnTo>
                <a:lnTo>
                  <a:pt x="196" y="3"/>
                </a:lnTo>
                <a:lnTo>
                  <a:pt x="203" y="2"/>
                </a:lnTo>
                <a:lnTo>
                  <a:pt x="211" y="1"/>
                </a:lnTo>
                <a:lnTo>
                  <a:pt x="218" y="1"/>
                </a:lnTo>
                <a:lnTo>
                  <a:pt x="226" y="0"/>
                </a:lnTo>
                <a:lnTo>
                  <a:pt x="233" y="0"/>
                </a:lnTo>
                <a:lnTo>
                  <a:pt x="241" y="0"/>
                </a:lnTo>
                <a:lnTo>
                  <a:pt x="249" y="0"/>
                </a:lnTo>
                <a:lnTo>
                  <a:pt x="256" y="0"/>
                </a:lnTo>
                <a:lnTo>
                  <a:pt x="264" y="1"/>
                </a:lnTo>
                <a:lnTo>
                  <a:pt x="271" y="1"/>
                </a:lnTo>
                <a:lnTo>
                  <a:pt x="279" y="2"/>
                </a:lnTo>
                <a:lnTo>
                  <a:pt x="286" y="3"/>
                </a:lnTo>
                <a:lnTo>
                  <a:pt x="293" y="4"/>
                </a:lnTo>
                <a:lnTo>
                  <a:pt x="301" y="5"/>
                </a:lnTo>
                <a:lnTo>
                  <a:pt x="308" y="7"/>
                </a:lnTo>
                <a:lnTo>
                  <a:pt x="315" y="8"/>
                </a:lnTo>
                <a:lnTo>
                  <a:pt x="322" y="10"/>
                </a:lnTo>
                <a:lnTo>
                  <a:pt x="329" y="12"/>
                </a:lnTo>
                <a:lnTo>
                  <a:pt x="336" y="14"/>
                </a:lnTo>
                <a:lnTo>
                  <a:pt x="343" y="16"/>
                </a:lnTo>
                <a:lnTo>
                  <a:pt x="350" y="19"/>
                </a:lnTo>
                <a:lnTo>
                  <a:pt x="357" y="21"/>
                </a:lnTo>
                <a:lnTo>
                  <a:pt x="363" y="24"/>
                </a:lnTo>
                <a:lnTo>
                  <a:pt x="370" y="27"/>
                </a:lnTo>
                <a:lnTo>
                  <a:pt x="376" y="30"/>
                </a:lnTo>
                <a:lnTo>
                  <a:pt x="382" y="33"/>
                </a:lnTo>
                <a:lnTo>
                  <a:pt x="388" y="36"/>
                </a:lnTo>
                <a:lnTo>
                  <a:pt x="394" y="40"/>
                </a:lnTo>
                <a:lnTo>
                  <a:pt x="400" y="43"/>
                </a:lnTo>
                <a:lnTo>
                  <a:pt x="406" y="47"/>
                </a:lnTo>
                <a:lnTo>
                  <a:pt x="411" y="51"/>
                </a:lnTo>
                <a:lnTo>
                  <a:pt x="416" y="54"/>
                </a:lnTo>
                <a:lnTo>
                  <a:pt x="421" y="58"/>
                </a:lnTo>
                <a:lnTo>
                  <a:pt x="426" y="63"/>
                </a:lnTo>
                <a:lnTo>
                  <a:pt x="431" y="67"/>
                </a:lnTo>
                <a:lnTo>
                  <a:pt x="435" y="71"/>
                </a:lnTo>
                <a:lnTo>
                  <a:pt x="440" y="75"/>
                </a:lnTo>
                <a:lnTo>
                  <a:pt x="444" y="81"/>
                </a:lnTo>
                <a:lnTo>
                  <a:pt x="448" y="86"/>
                </a:lnTo>
                <a:lnTo>
                  <a:pt x="452" y="90"/>
                </a:lnTo>
                <a:lnTo>
                  <a:pt x="455" y="95"/>
                </a:lnTo>
                <a:lnTo>
                  <a:pt x="458" y="100"/>
                </a:lnTo>
                <a:lnTo>
                  <a:pt x="462" y="105"/>
                </a:lnTo>
                <a:lnTo>
                  <a:pt x="464" y="110"/>
                </a:lnTo>
                <a:lnTo>
                  <a:pt x="467" y="115"/>
                </a:lnTo>
                <a:lnTo>
                  <a:pt x="470" y="120"/>
                </a:lnTo>
                <a:lnTo>
                  <a:pt x="472" y="125"/>
                </a:lnTo>
                <a:lnTo>
                  <a:pt x="474" y="130"/>
                </a:lnTo>
                <a:lnTo>
                  <a:pt x="476" y="136"/>
                </a:lnTo>
                <a:lnTo>
                  <a:pt x="477" y="141"/>
                </a:lnTo>
                <a:lnTo>
                  <a:pt x="478" y="146"/>
                </a:lnTo>
                <a:lnTo>
                  <a:pt x="479" y="152"/>
                </a:lnTo>
                <a:lnTo>
                  <a:pt x="480" y="157"/>
                </a:lnTo>
                <a:lnTo>
                  <a:pt x="481" y="162"/>
                </a:lnTo>
                <a:lnTo>
                  <a:pt x="481" y="168"/>
                </a:lnTo>
                <a:lnTo>
                  <a:pt x="481" y="173"/>
                </a:lnTo>
                <a:close/>
              </a:path>
            </a:pathLst>
          </a:custGeom>
          <a:solidFill>
            <a:srgbClr val="ff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0" name=""/>
          <p:cNvSpPr/>
          <p:nvPr/>
        </p:nvSpPr>
        <p:spPr>
          <a:xfrm>
            <a:off x="7974720" y="2881080"/>
            <a:ext cx="176040" cy="126360"/>
          </a:xfrm>
          <a:custGeom>
            <a:avLst/>
            <a:gdLst/>
            <a:ahLst/>
            <a:rect l="0" t="0" r="r" b="b"/>
            <a:pathLst>
              <a:path w="489" h="351">
                <a:moveTo>
                  <a:pt x="485" y="175"/>
                </a:moveTo>
                <a:lnTo>
                  <a:pt x="485" y="170"/>
                </a:lnTo>
                <a:lnTo>
                  <a:pt x="485" y="164"/>
                </a:lnTo>
                <a:lnTo>
                  <a:pt x="484" y="159"/>
                </a:lnTo>
                <a:lnTo>
                  <a:pt x="483" y="154"/>
                </a:lnTo>
                <a:lnTo>
                  <a:pt x="482" y="148"/>
                </a:lnTo>
                <a:lnTo>
                  <a:pt x="481" y="143"/>
                </a:lnTo>
                <a:lnTo>
                  <a:pt x="480" y="138"/>
                </a:lnTo>
                <a:lnTo>
                  <a:pt x="478" y="132"/>
                </a:lnTo>
                <a:lnTo>
                  <a:pt x="476" y="127"/>
                </a:lnTo>
                <a:lnTo>
                  <a:pt x="474" y="122"/>
                </a:lnTo>
                <a:lnTo>
                  <a:pt x="471" y="117"/>
                </a:lnTo>
                <a:lnTo>
                  <a:pt x="468" y="112"/>
                </a:lnTo>
                <a:lnTo>
                  <a:pt x="466" y="107"/>
                </a:lnTo>
                <a:lnTo>
                  <a:pt x="462" y="102"/>
                </a:lnTo>
                <a:lnTo>
                  <a:pt x="459" y="97"/>
                </a:lnTo>
                <a:lnTo>
                  <a:pt x="456" y="92"/>
                </a:lnTo>
                <a:lnTo>
                  <a:pt x="452" y="88"/>
                </a:lnTo>
                <a:lnTo>
                  <a:pt x="448" y="83"/>
                </a:lnTo>
                <a:lnTo>
                  <a:pt x="444" y="78"/>
                </a:lnTo>
                <a:lnTo>
                  <a:pt x="439" y="74"/>
                </a:lnTo>
                <a:lnTo>
                  <a:pt x="435" y="70"/>
                </a:lnTo>
                <a:lnTo>
                  <a:pt x="430" y="66"/>
                </a:lnTo>
                <a:lnTo>
                  <a:pt x="425" y="61"/>
                </a:lnTo>
                <a:lnTo>
                  <a:pt x="420" y="57"/>
                </a:lnTo>
                <a:lnTo>
                  <a:pt x="415" y="54"/>
                </a:lnTo>
                <a:lnTo>
                  <a:pt x="410" y="50"/>
                </a:lnTo>
                <a:lnTo>
                  <a:pt x="404" y="46"/>
                </a:lnTo>
                <a:lnTo>
                  <a:pt x="398" y="43"/>
                </a:lnTo>
                <a:lnTo>
                  <a:pt x="392" y="39"/>
                </a:lnTo>
                <a:lnTo>
                  <a:pt x="386" y="36"/>
                </a:lnTo>
                <a:lnTo>
                  <a:pt x="380" y="33"/>
                </a:lnTo>
                <a:lnTo>
                  <a:pt x="374" y="30"/>
                </a:lnTo>
                <a:lnTo>
                  <a:pt x="367" y="27"/>
                </a:lnTo>
                <a:lnTo>
                  <a:pt x="361" y="24"/>
                </a:lnTo>
                <a:lnTo>
                  <a:pt x="354" y="22"/>
                </a:lnTo>
                <a:lnTo>
                  <a:pt x="347" y="19"/>
                </a:lnTo>
                <a:lnTo>
                  <a:pt x="340" y="17"/>
                </a:lnTo>
                <a:lnTo>
                  <a:pt x="333" y="15"/>
                </a:lnTo>
                <a:lnTo>
                  <a:pt x="326" y="13"/>
                </a:lnTo>
                <a:lnTo>
                  <a:pt x="319" y="11"/>
                </a:lnTo>
                <a:lnTo>
                  <a:pt x="312" y="10"/>
                </a:lnTo>
                <a:lnTo>
                  <a:pt x="305" y="8"/>
                </a:lnTo>
                <a:lnTo>
                  <a:pt x="297" y="7"/>
                </a:lnTo>
                <a:lnTo>
                  <a:pt x="290" y="6"/>
                </a:lnTo>
                <a:lnTo>
                  <a:pt x="283" y="5"/>
                </a:lnTo>
                <a:lnTo>
                  <a:pt x="275" y="4"/>
                </a:lnTo>
                <a:lnTo>
                  <a:pt x="268" y="4"/>
                </a:lnTo>
                <a:lnTo>
                  <a:pt x="260" y="3"/>
                </a:lnTo>
                <a:lnTo>
                  <a:pt x="253" y="3"/>
                </a:lnTo>
                <a:lnTo>
                  <a:pt x="245" y="3"/>
                </a:lnTo>
                <a:lnTo>
                  <a:pt x="237" y="3"/>
                </a:lnTo>
                <a:lnTo>
                  <a:pt x="230" y="3"/>
                </a:lnTo>
                <a:lnTo>
                  <a:pt x="222" y="4"/>
                </a:lnTo>
                <a:lnTo>
                  <a:pt x="215" y="4"/>
                </a:lnTo>
                <a:lnTo>
                  <a:pt x="207" y="5"/>
                </a:lnTo>
                <a:lnTo>
                  <a:pt x="200" y="6"/>
                </a:lnTo>
                <a:lnTo>
                  <a:pt x="193" y="7"/>
                </a:lnTo>
                <a:lnTo>
                  <a:pt x="185" y="8"/>
                </a:lnTo>
                <a:lnTo>
                  <a:pt x="178" y="10"/>
                </a:lnTo>
                <a:lnTo>
                  <a:pt x="171" y="11"/>
                </a:lnTo>
                <a:lnTo>
                  <a:pt x="164" y="13"/>
                </a:lnTo>
                <a:lnTo>
                  <a:pt x="156" y="15"/>
                </a:lnTo>
                <a:lnTo>
                  <a:pt x="149" y="17"/>
                </a:lnTo>
                <a:lnTo>
                  <a:pt x="143" y="19"/>
                </a:lnTo>
                <a:lnTo>
                  <a:pt x="136" y="22"/>
                </a:lnTo>
                <a:lnTo>
                  <a:pt x="129" y="24"/>
                </a:lnTo>
                <a:lnTo>
                  <a:pt x="123" y="27"/>
                </a:lnTo>
                <a:lnTo>
                  <a:pt x="116" y="30"/>
                </a:lnTo>
                <a:lnTo>
                  <a:pt x="110" y="33"/>
                </a:lnTo>
                <a:lnTo>
                  <a:pt x="104" y="36"/>
                </a:lnTo>
                <a:lnTo>
                  <a:pt x="98" y="39"/>
                </a:lnTo>
                <a:lnTo>
                  <a:pt x="92" y="43"/>
                </a:lnTo>
                <a:lnTo>
                  <a:pt x="86" y="46"/>
                </a:lnTo>
                <a:lnTo>
                  <a:pt x="80" y="50"/>
                </a:lnTo>
                <a:lnTo>
                  <a:pt x="75" y="54"/>
                </a:lnTo>
                <a:lnTo>
                  <a:pt x="70" y="57"/>
                </a:lnTo>
                <a:lnTo>
                  <a:pt x="65" y="61"/>
                </a:lnTo>
                <a:lnTo>
                  <a:pt x="60" y="66"/>
                </a:lnTo>
                <a:lnTo>
                  <a:pt x="55" y="70"/>
                </a:lnTo>
                <a:lnTo>
                  <a:pt x="49" y="74"/>
                </a:lnTo>
                <a:lnTo>
                  <a:pt x="45" y="78"/>
                </a:lnTo>
                <a:lnTo>
                  <a:pt x="41" y="83"/>
                </a:lnTo>
                <a:lnTo>
                  <a:pt x="37" y="88"/>
                </a:lnTo>
                <a:lnTo>
                  <a:pt x="33" y="92"/>
                </a:lnTo>
                <a:lnTo>
                  <a:pt x="30" y="97"/>
                </a:lnTo>
                <a:lnTo>
                  <a:pt x="26" y="102"/>
                </a:lnTo>
                <a:lnTo>
                  <a:pt x="23" y="107"/>
                </a:lnTo>
                <a:lnTo>
                  <a:pt x="20" y="112"/>
                </a:lnTo>
                <a:lnTo>
                  <a:pt x="18" y="117"/>
                </a:lnTo>
                <a:lnTo>
                  <a:pt x="15" y="122"/>
                </a:lnTo>
                <a:lnTo>
                  <a:pt x="13" y="127"/>
                </a:lnTo>
                <a:lnTo>
                  <a:pt x="11" y="132"/>
                </a:lnTo>
                <a:lnTo>
                  <a:pt x="9" y="138"/>
                </a:lnTo>
                <a:lnTo>
                  <a:pt x="8" y="143"/>
                </a:lnTo>
                <a:lnTo>
                  <a:pt x="6" y="148"/>
                </a:lnTo>
                <a:lnTo>
                  <a:pt x="5" y="154"/>
                </a:lnTo>
                <a:lnTo>
                  <a:pt x="5" y="159"/>
                </a:lnTo>
                <a:lnTo>
                  <a:pt x="4" y="164"/>
                </a:lnTo>
                <a:lnTo>
                  <a:pt x="4" y="170"/>
                </a:lnTo>
                <a:lnTo>
                  <a:pt x="4" y="175"/>
                </a:lnTo>
                <a:lnTo>
                  <a:pt x="4" y="181"/>
                </a:lnTo>
                <a:lnTo>
                  <a:pt x="4" y="186"/>
                </a:lnTo>
                <a:lnTo>
                  <a:pt x="5" y="192"/>
                </a:lnTo>
                <a:lnTo>
                  <a:pt x="5" y="197"/>
                </a:lnTo>
                <a:lnTo>
                  <a:pt x="6" y="202"/>
                </a:lnTo>
                <a:lnTo>
                  <a:pt x="8" y="208"/>
                </a:lnTo>
                <a:lnTo>
                  <a:pt x="9" y="213"/>
                </a:lnTo>
                <a:lnTo>
                  <a:pt x="11" y="218"/>
                </a:lnTo>
                <a:lnTo>
                  <a:pt x="13" y="224"/>
                </a:lnTo>
                <a:lnTo>
                  <a:pt x="15" y="230"/>
                </a:lnTo>
                <a:lnTo>
                  <a:pt x="18" y="235"/>
                </a:lnTo>
                <a:lnTo>
                  <a:pt x="20" y="240"/>
                </a:lnTo>
                <a:lnTo>
                  <a:pt x="23" y="245"/>
                </a:lnTo>
                <a:lnTo>
                  <a:pt x="26" y="250"/>
                </a:lnTo>
                <a:lnTo>
                  <a:pt x="30" y="254"/>
                </a:lnTo>
                <a:lnTo>
                  <a:pt x="33" y="259"/>
                </a:lnTo>
                <a:lnTo>
                  <a:pt x="37" y="264"/>
                </a:lnTo>
                <a:lnTo>
                  <a:pt x="41" y="269"/>
                </a:lnTo>
                <a:lnTo>
                  <a:pt x="45" y="273"/>
                </a:lnTo>
                <a:lnTo>
                  <a:pt x="49" y="278"/>
                </a:lnTo>
                <a:lnTo>
                  <a:pt x="55" y="282"/>
                </a:lnTo>
                <a:lnTo>
                  <a:pt x="60" y="286"/>
                </a:lnTo>
                <a:lnTo>
                  <a:pt x="65" y="290"/>
                </a:lnTo>
                <a:lnTo>
                  <a:pt x="70" y="294"/>
                </a:lnTo>
                <a:lnTo>
                  <a:pt x="75" y="298"/>
                </a:lnTo>
                <a:lnTo>
                  <a:pt x="80" y="302"/>
                </a:lnTo>
                <a:lnTo>
                  <a:pt x="86" y="306"/>
                </a:lnTo>
                <a:lnTo>
                  <a:pt x="92" y="309"/>
                </a:lnTo>
                <a:lnTo>
                  <a:pt x="98" y="312"/>
                </a:lnTo>
                <a:lnTo>
                  <a:pt x="104" y="316"/>
                </a:lnTo>
                <a:lnTo>
                  <a:pt x="110" y="319"/>
                </a:lnTo>
                <a:lnTo>
                  <a:pt x="116" y="322"/>
                </a:lnTo>
                <a:lnTo>
                  <a:pt x="123" y="325"/>
                </a:lnTo>
                <a:lnTo>
                  <a:pt x="129" y="327"/>
                </a:lnTo>
                <a:lnTo>
                  <a:pt x="136" y="330"/>
                </a:lnTo>
                <a:lnTo>
                  <a:pt x="143" y="332"/>
                </a:lnTo>
                <a:lnTo>
                  <a:pt x="149" y="334"/>
                </a:lnTo>
                <a:lnTo>
                  <a:pt x="156" y="336"/>
                </a:lnTo>
                <a:lnTo>
                  <a:pt x="164" y="338"/>
                </a:lnTo>
                <a:lnTo>
                  <a:pt x="171" y="340"/>
                </a:lnTo>
                <a:lnTo>
                  <a:pt x="178" y="342"/>
                </a:lnTo>
                <a:lnTo>
                  <a:pt x="185" y="343"/>
                </a:lnTo>
                <a:lnTo>
                  <a:pt x="193" y="344"/>
                </a:lnTo>
                <a:lnTo>
                  <a:pt x="200" y="345"/>
                </a:lnTo>
                <a:lnTo>
                  <a:pt x="207" y="346"/>
                </a:lnTo>
                <a:lnTo>
                  <a:pt x="215" y="347"/>
                </a:lnTo>
                <a:lnTo>
                  <a:pt x="222" y="348"/>
                </a:lnTo>
                <a:lnTo>
                  <a:pt x="230" y="348"/>
                </a:lnTo>
                <a:lnTo>
                  <a:pt x="237" y="348"/>
                </a:lnTo>
                <a:lnTo>
                  <a:pt x="245" y="349"/>
                </a:lnTo>
                <a:lnTo>
                  <a:pt x="253" y="348"/>
                </a:lnTo>
                <a:lnTo>
                  <a:pt x="260" y="348"/>
                </a:lnTo>
                <a:lnTo>
                  <a:pt x="268" y="348"/>
                </a:lnTo>
                <a:lnTo>
                  <a:pt x="275" y="347"/>
                </a:lnTo>
                <a:lnTo>
                  <a:pt x="283" y="346"/>
                </a:lnTo>
                <a:lnTo>
                  <a:pt x="290" y="345"/>
                </a:lnTo>
                <a:lnTo>
                  <a:pt x="297" y="344"/>
                </a:lnTo>
                <a:lnTo>
                  <a:pt x="305" y="343"/>
                </a:lnTo>
                <a:lnTo>
                  <a:pt x="312" y="342"/>
                </a:lnTo>
                <a:lnTo>
                  <a:pt x="319" y="340"/>
                </a:lnTo>
                <a:lnTo>
                  <a:pt x="326" y="338"/>
                </a:lnTo>
                <a:lnTo>
                  <a:pt x="333" y="336"/>
                </a:lnTo>
                <a:lnTo>
                  <a:pt x="340" y="334"/>
                </a:lnTo>
                <a:lnTo>
                  <a:pt x="347" y="332"/>
                </a:lnTo>
                <a:lnTo>
                  <a:pt x="354" y="330"/>
                </a:lnTo>
                <a:lnTo>
                  <a:pt x="361" y="327"/>
                </a:lnTo>
                <a:lnTo>
                  <a:pt x="367" y="325"/>
                </a:lnTo>
                <a:lnTo>
                  <a:pt x="374" y="322"/>
                </a:lnTo>
                <a:lnTo>
                  <a:pt x="380" y="319"/>
                </a:lnTo>
                <a:lnTo>
                  <a:pt x="386" y="316"/>
                </a:lnTo>
                <a:lnTo>
                  <a:pt x="392" y="312"/>
                </a:lnTo>
                <a:lnTo>
                  <a:pt x="398" y="309"/>
                </a:lnTo>
                <a:lnTo>
                  <a:pt x="404" y="306"/>
                </a:lnTo>
                <a:lnTo>
                  <a:pt x="410" y="302"/>
                </a:lnTo>
                <a:lnTo>
                  <a:pt x="415" y="298"/>
                </a:lnTo>
                <a:lnTo>
                  <a:pt x="420" y="294"/>
                </a:lnTo>
                <a:lnTo>
                  <a:pt x="425" y="290"/>
                </a:lnTo>
                <a:lnTo>
                  <a:pt x="430" y="286"/>
                </a:lnTo>
                <a:lnTo>
                  <a:pt x="435" y="282"/>
                </a:lnTo>
                <a:lnTo>
                  <a:pt x="439" y="278"/>
                </a:lnTo>
                <a:lnTo>
                  <a:pt x="444" y="273"/>
                </a:lnTo>
                <a:lnTo>
                  <a:pt x="448" y="269"/>
                </a:lnTo>
                <a:lnTo>
                  <a:pt x="452" y="264"/>
                </a:lnTo>
                <a:lnTo>
                  <a:pt x="456" y="259"/>
                </a:lnTo>
                <a:lnTo>
                  <a:pt x="459" y="254"/>
                </a:lnTo>
                <a:lnTo>
                  <a:pt x="462" y="250"/>
                </a:lnTo>
                <a:lnTo>
                  <a:pt x="466" y="245"/>
                </a:lnTo>
                <a:lnTo>
                  <a:pt x="468" y="240"/>
                </a:lnTo>
                <a:lnTo>
                  <a:pt x="471" y="235"/>
                </a:lnTo>
                <a:lnTo>
                  <a:pt x="474" y="230"/>
                </a:lnTo>
                <a:lnTo>
                  <a:pt x="476" y="224"/>
                </a:lnTo>
                <a:lnTo>
                  <a:pt x="478" y="218"/>
                </a:lnTo>
                <a:lnTo>
                  <a:pt x="480" y="213"/>
                </a:lnTo>
                <a:lnTo>
                  <a:pt x="481" y="208"/>
                </a:lnTo>
                <a:lnTo>
                  <a:pt x="482" y="202"/>
                </a:lnTo>
                <a:lnTo>
                  <a:pt x="483" y="197"/>
                </a:lnTo>
                <a:lnTo>
                  <a:pt x="484" y="192"/>
                </a:lnTo>
                <a:lnTo>
                  <a:pt x="485" y="186"/>
                </a:lnTo>
                <a:lnTo>
                  <a:pt x="485" y="181"/>
                </a:lnTo>
                <a:lnTo>
                  <a:pt x="485" y="175"/>
                </a:lnTo>
                <a:moveTo>
                  <a:pt x="489" y="175"/>
                </a:moveTo>
                <a:lnTo>
                  <a:pt x="489" y="181"/>
                </a:lnTo>
                <a:lnTo>
                  <a:pt x="489" y="186"/>
                </a:lnTo>
                <a:lnTo>
                  <a:pt x="488" y="192"/>
                </a:lnTo>
                <a:lnTo>
                  <a:pt x="487" y="197"/>
                </a:lnTo>
                <a:lnTo>
                  <a:pt x="486" y="203"/>
                </a:lnTo>
                <a:lnTo>
                  <a:pt x="485" y="208"/>
                </a:lnTo>
                <a:lnTo>
                  <a:pt x="483" y="213"/>
                </a:lnTo>
                <a:lnTo>
                  <a:pt x="482" y="219"/>
                </a:lnTo>
                <a:lnTo>
                  <a:pt x="480" y="225"/>
                </a:lnTo>
                <a:lnTo>
                  <a:pt x="477" y="230"/>
                </a:lnTo>
                <a:lnTo>
                  <a:pt x="475" y="236"/>
                </a:lnTo>
                <a:lnTo>
                  <a:pt x="472" y="241"/>
                </a:lnTo>
                <a:lnTo>
                  <a:pt x="469" y="246"/>
                </a:lnTo>
                <a:lnTo>
                  <a:pt x="466" y="251"/>
                </a:lnTo>
                <a:lnTo>
                  <a:pt x="463" y="256"/>
                </a:lnTo>
                <a:lnTo>
                  <a:pt x="459" y="261"/>
                </a:lnTo>
                <a:lnTo>
                  <a:pt x="455" y="265"/>
                </a:lnTo>
                <a:lnTo>
                  <a:pt x="451" y="270"/>
                </a:lnTo>
                <a:lnTo>
                  <a:pt x="447" y="275"/>
                </a:lnTo>
                <a:lnTo>
                  <a:pt x="443" y="279"/>
                </a:lnTo>
                <a:lnTo>
                  <a:pt x="438" y="284"/>
                </a:lnTo>
                <a:lnTo>
                  <a:pt x="433" y="288"/>
                </a:lnTo>
                <a:lnTo>
                  <a:pt x="428" y="292"/>
                </a:lnTo>
                <a:lnTo>
                  <a:pt x="423" y="296"/>
                </a:lnTo>
                <a:lnTo>
                  <a:pt x="418" y="300"/>
                </a:lnTo>
                <a:lnTo>
                  <a:pt x="412" y="304"/>
                </a:lnTo>
                <a:lnTo>
                  <a:pt x="407" y="308"/>
                </a:lnTo>
                <a:lnTo>
                  <a:pt x="401" y="311"/>
                </a:lnTo>
                <a:lnTo>
                  <a:pt x="395" y="315"/>
                </a:lnTo>
                <a:lnTo>
                  <a:pt x="389" y="318"/>
                </a:lnTo>
                <a:lnTo>
                  <a:pt x="382" y="321"/>
                </a:lnTo>
                <a:lnTo>
                  <a:pt x="376" y="324"/>
                </a:lnTo>
                <a:lnTo>
                  <a:pt x="369" y="327"/>
                </a:lnTo>
                <a:lnTo>
                  <a:pt x="363" y="330"/>
                </a:lnTo>
                <a:lnTo>
                  <a:pt x="356" y="332"/>
                </a:lnTo>
                <a:lnTo>
                  <a:pt x="349" y="335"/>
                </a:lnTo>
                <a:lnTo>
                  <a:pt x="342" y="337"/>
                </a:lnTo>
                <a:lnTo>
                  <a:pt x="335" y="339"/>
                </a:lnTo>
                <a:lnTo>
                  <a:pt x="328" y="341"/>
                </a:lnTo>
                <a:lnTo>
                  <a:pt x="320" y="343"/>
                </a:lnTo>
                <a:lnTo>
                  <a:pt x="313" y="344"/>
                </a:lnTo>
                <a:lnTo>
                  <a:pt x="306" y="346"/>
                </a:lnTo>
                <a:lnTo>
                  <a:pt x="298" y="347"/>
                </a:lnTo>
                <a:lnTo>
                  <a:pt x="291" y="348"/>
                </a:lnTo>
                <a:lnTo>
                  <a:pt x="283" y="349"/>
                </a:lnTo>
                <a:lnTo>
                  <a:pt x="276" y="350"/>
                </a:lnTo>
                <a:lnTo>
                  <a:pt x="268" y="351"/>
                </a:lnTo>
                <a:lnTo>
                  <a:pt x="260" y="351"/>
                </a:lnTo>
                <a:lnTo>
                  <a:pt x="253" y="351"/>
                </a:lnTo>
                <a:lnTo>
                  <a:pt x="245" y="351"/>
                </a:lnTo>
                <a:lnTo>
                  <a:pt x="237" y="351"/>
                </a:lnTo>
                <a:lnTo>
                  <a:pt x="230" y="351"/>
                </a:lnTo>
                <a:lnTo>
                  <a:pt x="222" y="351"/>
                </a:lnTo>
                <a:lnTo>
                  <a:pt x="214" y="350"/>
                </a:lnTo>
                <a:lnTo>
                  <a:pt x="207" y="349"/>
                </a:lnTo>
                <a:lnTo>
                  <a:pt x="199" y="348"/>
                </a:lnTo>
                <a:lnTo>
                  <a:pt x="192" y="347"/>
                </a:lnTo>
                <a:lnTo>
                  <a:pt x="184" y="346"/>
                </a:lnTo>
                <a:lnTo>
                  <a:pt x="177" y="344"/>
                </a:lnTo>
                <a:lnTo>
                  <a:pt x="169" y="343"/>
                </a:lnTo>
                <a:lnTo>
                  <a:pt x="162" y="341"/>
                </a:lnTo>
                <a:lnTo>
                  <a:pt x="155" y="339"/>
                </a:lnTo>
                <a:lnTo>
                  <a:pt x="148" y="337"/>
                </a:lnTo>
                <a:lnTo>
                  <a:pt x="141" y="335"/>
                </a:lnTo>
                <a:lnTo>
                  <a:pt x="134" y="332"/>
                </a:lnTo>
                <a:lnTo>
                  <a:pt x="127" y="330"/>
                </a:lnTo>
                <a:lnTo>
                  <a:pt x="121" y="327"/>
                </a:lnTo>
                <a:lnTo>
                  <a:pt x="114" y="324"/>
                </a:lnTo>
                <a:lnTo>
                  <a:pt x="108" y="321"/>
                </a:lnTo>
                <a:lnTo>
                  <a:pt x="101" y="318"/>
                </a:lnTo>
                <a:lnTo>
                  <a:pt x="95" y="315"/>
                </a:lnTo>
                <a:lnTo>
                  <a:pt x="89" y="311"/>
                </a:lnTo>
                <a:lnTo>
                  <a:pt x="83" y="308"/>
                </a:lnTo>
                <a:lnTo>
                  <a:pt x="78" y="304"/>
                </a:lnTo>
                <a:lnTo>
                  <a:pt x="72" y="300"/>
                </a:lnTo>
                <a:lnTo>
                  <a:pt x="67" y="296"/>
                </a:lnTo>
                <a:lnTo>
                  <a:pt x="62" y="292"/>
                </a:lnTo>
                <a:lnTo>
                  <a:pt x="57" y="288"/>
                </a:lnTo>
                <a:lnTo>
                  <a:pt x="51" y="284"/>
                </a:lnTo>
                <a:lnTo>
                  <a:pt x="46" y="279"/>
                </a:lnTo>
                <a:lnTo>
                  <a:pt x="42" y="275"/>
                </a:lnTo>
                <a:lnTo>
                  <a:pt x="38" y="270"/>
                </a:lnTo>
                <a:lnTo>
                  <a:pt x="34" y="265"/>
                </a:lnTo>
                <a:lnTo>
                  <a:pt x="30" y="261"/>
                </a:lnTo>
                <a:lnTo>
                  <a:pt x="26" y="256"/>
                </a:lnTo>
                <a:lnTo>
                  <a:pt x="23" y="251"/>
                </a:lnTo>
                <a:lnTo>
                  <a:pt x="20" y="246"/>
                </a:lnTo>
                <a:lnTo>
                  <a:pt x="17" y="241"/>
                </a:lnTo>
                <a:lnTo>
                  <a:pt x="14" y="236"/>
                </a:lnTo>
                <a:lnTo>
                  <a:pt x="12" y="230"/>
                </a:lnTo>
                <a:lnTo>
                  <a:pt x="9" y="225"/>
                </a:lnTo>
                <a:lnTo>
                  <a:pt x="7" y="219"/>
                </a:lnTo>
                <a:lnTo>
                  <a:pt x="6" y="213"/>
                </a:lnTo>
                <a:lnTo>
                  <a:pt x="4" y="208"/>
                </a:lnTo>
                <a:lnTo>
                  <a:pt x="3" y="203"/>
                </a:lnTo>
                <a:lnTo>
                  <a:pt x="2" y="197"/>
                </a:lnTo>
                <a:lnTo>
                  <a:pt x="1" y="192"/>
                </a:lnTo>
                <a:lnTo>
                  <a:pt x="0" y="186"/>
                </a:lnTo>
                <a:lnTo>
                  <a:pt x="0" y="181"/>
                </a:lnTo>
                <a:lnTo>
                  <a:pt x="0" y="175"/>
                </a:lnTo>
                <a:lnTo>
                  <a:pt x="0" y="170"/>
                </a:lnTo>
                <a:lnTo>
                  <a:pt x="0" y="164"/>
                </a:lnTo>
                <a:lnTo>
                  <a:pt x="1" y="159"/>
                </a:lnTo>
                <a:lnTo>
                  <a:pt x="2" y="153"/>
                </a:lnTo>
                <a:lnTo>
                  <a:pt x="3" y="148"/>
                </a:lnTo>
                <a:lnTo>
                  <a:pt x="4" y="143"/>
                </a:lnTo>
                <a:lnTo>
                  <a:pt x="6" y="137"/>
                </a:lnTo>
                <a:lnTo>
                  <a:pt x="7" y="132"/>
                </a:lnTo>
                <a:lnTo>
                  <a:pt x="9" y="126"/>
                </a:lnTo>
                <a:lnTo>
                  <a:pt x="12" y="121"/>
                </a:lnTo>
                <a:lnTo>
                  <a:pt x="14" y="116"/>
                </a:lnTo>
                <a:lnTo>
                  <a:pt x="17" y="111"/>
                </a:lnTo>
                <a:lnTo>
                  <a:pt x="20" y="106"/>
                </a:lnTo>
                <a:lnTo>
                  <a:pt x="23" y="101"/>
                </a:lnTo>
                <a:lnTo>
                  <a:pt x="26" y="96"/>
                </a:lnTo>
                <a:lnTo>
                  <a:pt x="30" y="91"/>
                </a:lnTo>
                <a:lnTo>
                  <a:pt x="34" y="86"/>
                </a:lnTo>
                <a:lnTo>
                  <a:pt x="38" y="82"/>
                </a:lnTo>
                <a:lnTo>
                  <a:pt x="42" y="77"/>
                </a:lnTo>
                <a:lnTo>
                  <a:pt x="46" y="72"/>
                </a:lnTo>
                <a:lnTo>
                  <a:pt x="51" y="68"/>
                </a:lnTo>
                <a:lnTo>
                  <a:pt x="57" y="64"/>
                </a:lnTo>
                <a:lnTo>
                  <a:pt x="62" y="60"/>
                </a:lnTo>
                <a:lnTo>
                  <a:pt x="67" y="55"/>
                </a:lnTo>
                <a:lnTo>
                  <a:pt x="72" y="52"/>
                </a:lnTo>
                <a:lnTo>
                  <a:pt x="78" y="48"/>
                </a:lnTo>
                <a:lnTo>
                  <a:pt x="83" y="44"/>
                </a:lnTo>
                <a:lnTo>
                  <a:pt x="89" y="40"/>
                </a:lnTo>
                <a:lnTo>
                  <a:pt x="95" y="37"/>
                </a:lnTo>
                <a:lnTo>
                  <a:pt x="101" y="34"/>
                </a:lnTo>
                <a:lnTo>
                  <a:pt x="108" y="31"/>
                </a:lnTo>
                <a:lnTo>
                  <a:pt x="114" y="28"/>
                </a:lnTo>
                <a:lnTo>
                  <a:pt x="121" y="25"/>
                </a:lnTo>
                <a:lnTo>
                  <a:pt x="127" y="22"/>
                </a:lnTo>
                <a:lnTo>
                  <a:pt x="134" y="19"/>
                </a:lnTo>
                <a:lnTo>
                  <a:pt x="141" y="17"/>
                </a:lnTo>
                <a:lnTo>
                  <a:pt x="148" y="15"/>
                </a:lnTo>
                <a:lnTo>
                  <a:pt x="155" y="13"/>
                </a:lnTo>
                <a:lnTo>
                  <a:pt x="162" y="11"/>
                </a:lnTo>
                <a:lnTo>
                  <a:pt x="169" y="9"/>
                </a:lnTo>
                <a:lnTo>
                  <a:pt x="177" y="7"/>
                </a:lnTo>
                <a:lnTo>
                  <a:pt x="184" y="6"/>
                </a:lnTo>
                <a:lnTo>
                  <a:pt x="192" y="4"/>
                </a:lnTo>
                <a:lnTo>
                  <a:pt x="199" y="3"/>
                </a:lnTo>
                <a:lnTo>
                  <a:pt x="207" y="2"/>
                </a:lnTo>
                <a:lnTo>
                  <a:pt x="214" y="2"/>
                </a:lnTo>
                <a:lnTo>
                  <a:pt x="222" y="1"/>
                </a:lnTo>
                <a:lnTo>
                  <a:pt x="230" y="1"/>
                </a:lnTo>
                <a:lnTo>
                  <a:pt x="237" y="0"/>
                </a:lnTo>
                <a:lnTo>
                  <a:pt x="245" y="0"/>
                </a:lnTo>
                <a:lnTo>
                  <a:pt x="253" y="0"/>
                </a:lnTo>
                <a:lnTo>
                  <a:pt x="260" y="1"/>
                </a:lnTo>
                <a:lnTo>
                  <a:pt x="268" y="1"/>
                </a:lnTo>
                <a:lnTo>
                  <a:pt x="276" y="2"/>
                </a:lnTo>
                <a:lnTo>
                  <a:pt x="283" y="2"/>
                </a:lnTo>
                <a:lnTo>
                  <a:pt x="291" y="3"/>
                </a:lnTo>
                <a:lnTo>
                  <a:pt x="298" y="4"/>
                </a:lnTo>
                <a:lnTo>
                  <a:pt x="306" y="6"/>
                </a:lnTo>
                <a:lnTo>
                  <a:pt x="313" y="7"/>
                </a:lnTo>
                <a:lnTo>
                  <a:pt x="320" y="9"/>
                </a:lnTo>
                <a:lnTo>
                  <a:pt x="328" y="11"/>
                </a:lnTo>
                <a:lnTo>
                  <a:pt x="335" y="13"/>
                </a:lnTo>
                <a:lnTo>
                  <a:pt x="342" y="15"/>
                </a:lnTo>
                <a:lnTo>
                  <a:pt x="349" y="17"/>
                </a:lnTo>
                <a:lnTo>
                  <a:pt x="356" y="19"/>
                </a:lnTo>
                <a:lnTo>
                  <a:pt x="363" y="22"/>
                </a:lnTo>
                <a:lnTo>
                  <a:pt x="369" y="25"/>
                </a:lnTo>
                <a:lnTo>
                  <a:pt x="376" y="28"/>
                </a:lnTo>
                <a:lnTo>
                  <a:pt x="382" y="31"/>
                </a:lnTo>
                <a:lnTo>
                  <a:pt x="389" y="34"/>
                </a:lnTo>
                <a:lnTo>
                  <a:pt x="395" y="37"/>
                </a:lnTo>
                <a:lnTo>
                  <a:pt x="401" y="40"/>
                </a:lnTo>
                <a:lnTo>
                  <a:pt x="407" y="44"/>
                </a:lnTo>
                <a:lnTo>
                  <a:pt x="412" y="48"/>
                </a:lnTo>
                <a:lnTo>
                  <a:pt x="418" y="52"/>
                </a:lnTo>
                <a:lnTo>
                  <a:pt x="423" y="55"/>
                </a:lnTo>
                <a:lnTo>
                  <a:pt x="428" y="60"/>
                </a:lnTo>
                <a:lnTo>
                  <a:pt x="433" y="64"/>
                </a:lnTo>
                <a:lnTo>
                  <a:pt x="438" y="68"/>
                </a:lnTo>
                <a:lnTo>
                  <a:pt x="443" y="72"/>
                </a:lnTo>
                <a:lnTo>
                  <a:pt x="447" y="77"/>
                </a:lnTo>
                <a:lnTo>
                  <a:pt x="451" y="82"/>
                </a:lnTo>
                <a:lnTo>
                  <a:pt x="455" y="86"/>
                </a:lnTo>
                <a:lnTo>
                  <a:pt x="459" y="91"/>
                </a:lnTo>
                <a:lnTo>
                  <a:pt x="463" y="96"/>
                </a:lnTo>
                <a:lnTo>
                  <a:pt x="466" y="101"/>
                </a:lnTo>
                <a:lnTo>
                  <a:pt x="469" y="106"/>
                </a:lnTo>
                <a:lnTo>
                  <a:pt x="472" y="111"/>
                </a:lnTo>
                <a:lnTo>
                  <a:pt x="475" y="116"/>
                </a:lnTo>
                <a:lnTo>
                  <a:pt x="477" y="121"/>
                </a:lnTo>
                <a:lnTo>
                  <a:pt x="480" y="126"/>
                </a:lnTo>
                <a:lnTo>
                  <a:pt x="482" y="132"/>
                </a:lnTo>
                <a:lnTo>
                  <a:pt x="483" y="137"/>
                </a:lnTo>
                <a:lnTo>
                  <a:pt x="485" y="143"/>
                </a:lnTo>
                <a:lnTo>
                  <a:pt x="486" y="148"/>
                </a:lnTo>
                <a:lnTo>
                  <a:pt x="487" y="153"/>
                </a:lnTo>
                <a:lnTo>
                  <a:pt x="488" y="159"/>
                </a:lnTo>
                <a:lnTo>
                  <a:pt x="489" y="164"/>
                </a:lnTo>
                <a:lnTo>
                  <a:pt x="489" y="170"/>
                </a:lnTo>
                <a:lnTo>
                  <a:pt x="489" y="175"/>
                </a:lnTo>
                <a:close/>
              </a:path>
            </a:pathLst>
          </a:custGeom>
          <a:solidFill>
            <a:srgbClr val="ff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1" name=""/>
          <p:cNvSpPr/>
          <p:nvPr/>
        </p:nvSpPr>
        <p:spPr>
          <a:xfrm>
            <a:off x="7973280" y="2880360"/>
            <a:ext cx="178920" cy="128520"/>
          </a:xfrm>
          <a:custGeom>
            <a:avLst/>
            <a:gdLst/>
            <a:ahLst/>
            <a:rect l="0" t="0" r="r" b="b"/>
            <a:pathLst>
              <a:path w="497" h="357">
                <a:moveTo>
                  <a:pt x="493" y="178"/>
                </a:moveTo>
                <a:lnTo>
                  <a:pt x="493" y="173"/>
                </a:lnTo>
                <a:lnTo>
                  <a:pt x="493" y="167"/>
                </a:lnTo>
                <a:lnTo>
                  <a:pt x="492" y="162"/>
                </a:lnTo>
                <a:lnTo>
                  <a:pt x="491" y="156"/>
                </a:lnTo>
                <a:lnTo>
                  <a:pt x="490" y="151"/>
                </a:lnTo>
                <a:lnTo>
                  <a:pt x="489" y="146"/>
                </a:lnTo>
                <a:lnTo>
                  <a:pt x="487" y="140"/>
                </a:lnTo>
                <a:lnTo>
                  <a:pt x="486" y="135"/>
                </a:lnTo>
                <a:lnTo>
                  <a:pt x="484" y="129"/>
                </a:lnTo>
                <a:lnTo>
                  <a:pt x="481" y="124"/>
                </a:lnTo>
                <a:lnTo>
                  <a:pt x="479" y="119"/>
                </a:lnTo>
                <a:lnTo>
                  <a:pt x="476" y="114"/>
                </a:lnTo>
                <a:lnTo>
                  <a:pt x="473" y="109"/>
                </a:lnTo>
                <a:lnTo>
                  <a:pt x="470" y="104"/>
                </a:lnTo>
                <a:lnTo>
                  <a:pt x="467" y="99"/>
                </a:lnTo>
                <a:lnTo>
                  <a:pt x="463" y="94"/>
                </a:lnTo>
                <a:lnTo>
                  <a:pt x="459" y="89"/>
                </a:lnTo>
                <a:lnTo>
                  <a:pt x="455" y="85"/>
                </a:lnTo>
                <a:lnTo>
                  <a:pt x="451" y="80"/>
                </a:lnTo>
                <a:lnTo>
                  <a:pt x="447" y="75"/>
                </a:lnTo>
                <a:lnTo>
                  <a:pt x="442" y="71"/>
                </a:lnTo>
                <a:lnTo>
                  <a:pt x="437" y="67"/>
                </a:lnTo>
                <a:lnTo>
                  <a:pt x="432" y="63"/>
                </a:lnTo>
                <a:lnTo>
                  <a:pt x="427" y="58"/>
                </a:lnTo>
                <a:lnTo>
                  <a:pt x="422" y="55"/>
                </a:lnTo>
                <a:lnTo>
                  <a:pt x="415" y="51"/>
                </a:lnTo>
                <a:lnTo>
                  <a:pt x="410" y="47"/>
                </a:lnTo>
                <a:lnTo>
                  <a:pt x="404" y="43"/>
                </a:lnTo>
                <a:lnTo>
                  <a:pt x="398" y="40"/>
                </a:lnTo>
                <a:lnTo>
                  <a:pt x="392" y="37"/>
                </a:lnTo>
                <a:lnTo>
                  <a:pt x="385" y="34"/>
                </a:lnTo>
                <a:lnTo>
                  <a:pt x="379" y="31"/>
                </a:lnTo>
                <a:lnTo>
                  <a:pt x="372" y="28"/>
                </a:lnTo>
                <a:lnTo>
                  <a:pt x="366" y="25"/>
                </a:lnTo>
                <a:lnTo>
                  <a:pt x="359" y="22"/>
                </a:lnTo>
                <a:lnTo>
                  <a:pt x="352" y="20"/>
                </a:lnTo>
                <a:lnTo>
                  <a:pt x="345" y="18"/>
                </a:lnTo>
                <a:lnTo>
                  <a:pt x="338" y="16"/>
                </a:lnTo>
                <a:lnTo>
                  <a:pt x="331" y="14"/>
                </a:lnTo>
                <a:lnTo>
                  <a:pt x="323" y="12"/>
                </a:lnTo>
                <a:lnTo>
                  <a:pt x="316" y="10"/>
                </a:lnTo>
                <a:lnTo>
                  <a:pt x="309" y="9"/>
                </a:lnTo>
                <a:lnTo>
                  <a:pt x="301" y="7"/>
                </a:lnTo>
                <a:lnTo>
                  <a:pt x="294" y="6"/>
                </a:lnTo>
                <a:lnTo>
                  <a:pt x="286" y="5"/>
                </a:lnTo>
                <a:lnTo>
                  <a:pt x="279" y="5"/>
                </a:lnTo>
                <a:lnTo>
                  <a:pt x="271" y="4"/>
                </a:lnTo>
                <a:lnTo>
                  <a:pt x="263" y="4"/>
                </a:lnTo>
                <a:lnTo>
                  <a:pt x="256" y="3"/>
                </a:lnTo>
                <a:lnTo>
                  <a:pt x="248" y="3"/>
                </a:lnTo>
                <a:lnTo>
                  <a:pt x="240" y="3"/>
                </a:lnTo>
                <a:lnTo>
                  <a:pt x="233" y="4"/>
                </a:lnTo>
                <a:lnTo>
                  <a:pt x="225" y="4"/>
                </a:lnTo>
                <a:lnTo>
                  <a:pt x="217" y="5"/>
                </a:lnTo>
                <a:lnTo>
                  <a:pt x="210" y="5"/>
                </a:lnTo>
                <a:lnTo>
                  <a:pt x="202" y="6"/>
                </a:lnTo>
                <a:lnTo>
                  <a:pt x="195" y="7"/>
                </a:lnTo>
                <a:lnTo>
                  <a:pt x="187" y="9"/>
                </a:lnTo>
                <a:lnTo>
                  <a:pt x="180" y="10"/>
                </a:lnTo>
                <a:lnTo>
                  <a:pt x="172" y="12"/>
                </a:lnTo>
                <a:lnTo>
                  <a:pt x="165" y="14"/>
                </a:lnTo>
                <a:lnTo>
                  <a:pt x="158" y="16"/>
                </a:lnTo>
                <a:lnTo>
                  <a:pt x="151" y="18"/>
                </a:lnTo>
                <a:lnTo>
                  <a:pt x="144" y="20"/>
                </a:lnTo>
                <a:lnTo>
                  <a:pt x="137" y="22"/>
                </a:lnTo>
                <a:lnTo>
                  <a:pt x="130" y="25"/>
                </a:lnTo>
                <a:lnTo>
                  <a:pt x="124" y="28"/>
                </a:lnTo>
                <a:lnTo>
                  <a:pt x="117" y="31"/>
                </a:lnTo>
                <a:lnTo>
                  <a:pt x="111" y="34"/>
                </a:lnTo>
                <a:lnTo>
                  <a:pt x="104" y="37"/>
                </a:lnTo>
                <a:lnTo>
                  <a:pt x="98" y="40"/>
                </a:lnTo>
                <a:lnTo>
                  <a:pt x="92" y="43"/>
                </a:lnTo>
                <a:lnTo>
                  <a:pt x="86" y="47"/>
                </a:lnTo>
                <a:lnTo>
                  <a:pt x="81" y="51"/>
                </a:lnTo>
                <a:lnTo>
                  <a:pt x="75" y="55"/>
                </a:lnTo>
                <a:lnTo>
                  <a:pt x="70" y="58"/>
                </a:lnTo>
                <a:lnTo>
                  <a:pt x="65" y="63"/>
                </a:lnTo>
                <a:lnTo>
                  <a:pt x="60" y="67"/>
                </a:lnTo>
                <a:lnTo>
                  <a:pt x="55" y="71"/>
                </a:lnTo>
                <a:lnTo>
                  <a:pt x="50" y="75"/>
                </a:lnTo>
                <a:lnTo>
                  <a:pt x="46" y="80"/>
                </a:lnTo>
                <a:lnTo>
                  <a:pt x="42" y="85"/>
                </a:lnTo>
                <a:lnTo>
                  <a:pt x="38" y="89"/>
                </a:lnTo>
                <a:lnTo>
                  <a:pt x="34" y="94"/>
                </a:lnTo>
                <a:lnTo>
                  <a:pt x="30" y="99"/>
                </a:lnTo>
                <a:lnTo>
                  <a:pt x="27" y="104"/>
                </a:lnTo>
                <a:lnTo>
                  <a:pt x="24" y="109"/>
                </a:lnTo>
                <a:lnTo>
                  <a:pt x="21" y="114"/>
                </a:lnTo>
                <a:lnTo>
                  <a:pt x="18" y="119"/>
                </a:lnTo>
                <a:lnTo>
                  <a:pt x="16" y="124"/>
                </a:lnTo>
                <a:lnTo>
                  <a:pt x="13" y="129"/>
                </a:lnTo>
                <a:lnTo>
                  <a:pt x="11" y="135"/>
                </a:lnTo>
                <a:lnTo>
                  <a:pt x="10" y="140"/>
                </a:lnTo>
                <a:lnTo>
                  <a:pt x="8" y="146"/>
                </a:lnTo>
                <a:lnTo>
                  <a:pt x="7" y="151"/>
                </a:lnTo>
                <a:lnTo>
                  <a:pt x="6" y="156"/>
                </a:lnTo>
                <a:lnTo>
                  <a:pt x="5" y="162"/>
                </a:lnTo>
                <a:lnTo>
                  <a:pt x="4" y="167"/>
                </a:lnTo>
                <a:lnTo>
                  <a:pt x="4" y="173"/>
                </a:lnTo>
                <a:lnTo>
                  <a:pt x="4" y="178"/>
                </a:lnTo>
                <a:lnTo>
                  <a:pt x="4" y="184"/>
                </a:lnTo>
                <a:lnTo>
                  <a:pt x="4" y="189"/>
                </a:lnTo>
                <a:lnTo>
                  <a:pt x="5" y="195"/>
                </a:lnTo>
                <a:lnTo>
                  <a:pt x="6" y="200"/>
                </a:lnTo>
                <a:lnTo>
                  <a:pt x="7" y="206"/>
                </a:lnTo>
                <a:lnTo>
                  <a:pt x="8" y="211"/>
                </a:lnTo>
                <a:lnTo>
                  <a:pt x="10" y="216"/>
                </a:lnTo>
                <a:lnTo>
                  <a:pt x="11" y="222"/>
                </a:lnTo>
                <a:lnTo>
                  <a:pt x="13" y="227"/>
                </a:lnTo>
                <a:lnTo>
                  <a:pt x="16" y="232"/>
                </a:lnTo>
                <a:lnTo>
                  <a:pt x="18" y="238"/>
                </a:lnTo>
                <a:lnTo>
                  <a:pt x="21" y="243"/>
                </a:lnTo>
                <a:lnTo>
                  <a:pt x="24" y="248"/>
                </a:lnTo>
                <a:lnTo>
                  <a:pt x="27" y="253"/>
                </a:lnTo>
                <a:lnTo>
                  <a:pt x="30" y="258"/>
                </a:lnTo>
                <a:lnTo>
                  <a:pt x="34" y="263"/>
                </a:lnTo>
                <a:lnTo>
                  <a:pt x="38" y="267"/>
                </a:lnTo>
                <a:lnTo>
                  <a:pt x="42" y="272"/>
                </a:lnTo>
                <a:lnTo>
                  <a:pt x="46" y="277"/>
                </a:lnTo>
                <a:lnTo>
                  <a:pt x="50" y="281"/>
                </a:lnTo>
                <a:lnTo>
                  <a:pt x="55" y="286"/>
                </a:lnTo>
                <a:lnTo>
                  <a:pt x="60" y="290"/>
                </a:lnTo>
                <a:lnTo>
                  <a:pt x="65" y="294"/>
                </a:lnTo>
                <a:lnTo>
                  <a:pt x="70" y="298"/>
                </a:lnTo>
                <a:lnTo>
                  <a:pt x="75" y="302"/>
                </a:lnTo>
                <a:lnTo>
                  <a:pt x="81" y="306"/>
                </a:lnTo>
                <a:lnTo>
                  <a:pt x="86" y="310"/>
                </a:lnTo>
                <a:lnTo>
                  <a:pt x="92" y="313"/>
                </a:lnTo>
                <a:lnTo>
                  <a:pt x="98" y="317"/>
                </a:lnTo>
                <a:lnTo>
                  <a:pt x="104" y="320"/>
                </a:lnTo>
                <a:lnTo>
                  <a:pt x="111" y="323"/>
                </a:lnTo>
                <a:lnTo>
                  <a:pt x="117" y="326"/>
                </a:lnTo>
                <a:lnTo>
                  <a:pt x="124" y="329"/>
                </a:lnTo>
                <a:lnTo>
                  <a:pt x="130" y="332"/>
                </a:lnTo>
                <a:lnTo>
                  <a:pt x="137" y="334"/>
                </a:lnTo>
                <a:lnTo>
                  <a:pt x="144" y="337"/>
                </a:lnTo>
                <a:lnTo>
                  <a:pt x="151" y="339"/>
                </a:lnTo>
                <a:lnTo>
                  <a:pt x="158" y="341"/>
                </a:lnTo>
                <a:lnTo>
                  <a:pt x="165" y="344"/>
                </a:lnTo>
                <a:lnTo>
                  <a:pt x="172" y="346"/>
                </a:lnTo>
                <a:lnTo>
                  <a:pt x="180" y="347"/>
                </a:lnTo>
                <a:lnTo>
                  <a:pt x="187" y="349"/>
                </a:lnTo>
                <a:lnTo>
                  <a:pt x="195" y="350"/>
                </a:lnTo>
                <a:lnTo>
                  <a:pt x="202" y="351"/>
                </a:lnTo>
                <a:lnTo>
                  <a:pt x="210" y="352"/>
                </a:lnTo>
                <a:lnTo>
                  <a:pt x="217" y="353"/>
                </a:lnTo>
                <a:lnTo>
                  <a:pt x="225" y="354"/>
                </a:lnTo>
                <a:lnTo>
                  <a:pt x="233" y="354"/>
                </a:lnTo>
                <a:lnTo>
                  <a:pt x="240" y="354"/>
                </a:lnTo>
                <a:lnTo>
                  <a:pt x="248" y="354"/>
                </a:lnTo>
                <a:lnTo>
                  <a:pt x="256" y="354"/>
                </a:lnTo>
                <a:lnTo>
                  <a:pt x="263" y="354"/>
                </a:lnTo>
                <a:lnTo>
                  <a:pt x="271" y="354"/>
                </a:lnTo>
                <a:lnTo>
                  <a:pt x="279" y="353"/>
                </a:lnTo>
                <a:lnTo>
                  <a:pt x="286" y="352"/>
                </a:lnTo>
                <a:lnTo>
                  <a:pt x="294" y="351"/>
                </a:lnTo>
                <a:lnTo>
                  <a:pt x="301" y="350"/>
                </a:lnTo>
                <a:lnTo>
                  <a:pt x="309" y="349"/>
                </a:lnTo>
                <a:lnTo>
                  <a:pt x="316" y="347"/>
                </a:lnTo>
                <a:lnTo>
                  <a:pt x="323" y="346"/>
                </a:lnTo>
                <a:lnTo>
                  <a:pt x="331" y="344"/>
                </a:lnTo>
                <a:lnTo>
                  <a:pt x="338" y="341"/>
                </a:lnTo>
                <a:lnTo>
                  <a:pt x="345" y="339"/>
                </a:lnTo>
                <a:lnTo>
                  <a:pt x="352" y="337"/>
                </a:lnTo>
                <a:lnTo>
                  <a:pt x="359" y="334"/>
                </a:lnTo>
                <a:lnTo>
                  <a:pt x="366" y="332"/>
                </a:lnTo>
                <a:lnTo>
                  <a:pt x="372" y="329"/>
                </a:lnTo>
                <a:lnTo>
                  <a:pt x="379" y="326"/>
                </a:lnTo>
                <a:lnTo>
                  <a:pt x="385" y="323"/>
                </a:lnTo>
                <a:lnTo>
                  <a:pt x="392" y="320"/>
                </a:lnTo>
                <a:lnTo>
                  <a:pt x="398" y="317"/>
                </a:lnTo>
                <a:lnTo>
                  <a:pt x="404" y="313"/>
                </a:lnTo>
                <a:lnTo>
                  <a:pt x="410" y="310"/>
                </a:lnTo>
                <a:lnTo>
                  <a:pt x="415" y="306"/>
                </a:lnTo>
                <a:lnTo>
                  <a:pt x="422" y="302"/>
                </a:lnTo>
                <a:lnTo>
                  <a:pt x="427" y="298"/>
                </a:lnTo>
                <a:lnTo>
                  <a:pt x="432" y="294"/>
                </a:lnTo>
                <a:lnTo>
                  <a:pt x="437" y="290"/>
                </a:lnTo>
                <a:lnTo>
                  <a:pt x="442" y="286"/>
                </a:lnTo>
                <a:lnTo>
                  <a:pt x="447" y="281"/>
                </a:lnTo>
                <a:lnTo>
                  <a:pt x="451" y="277"/>
                </a:lnTo>
                <a:lnTo>
                  <a:pt x="455" y="272"/>
                </a:lnTo>
                <a:lnTo>
                  <a:pt x="459" y="267"/>
                </a:lnTo>
                <a:lnTo>
                  <a:pt x="463" y="263"/>
                </a:lnTo>
                <a:lnTo>
                  <a:pt x="467" y="258"/>
                </a:lnTo>
                <a:lnTo>
                  <a:pt x="470" y="253"/>
                </a:lnTo>
                <a:lnTo>
                  <a:pt x="473" y="248"/>
                </a:lnTo>
                <a:lnTo>
                  <a:pt x="476" y="243"/>
                </a:lnTo>
                <a:lnTo>
                  <a:pt x="479" y="238"/>
                </a:lnTo>
                <a:lnTo>
                  <a:pt x="481" y="232"/>
                </a:lnTo>
                <a:lnTo>
                  <a:pt x="484" y="227"/>
                </a:lnTo>
                <a:lnTo>
                  <a:pt x="486" y="222"/>
                </a:lnTo>
                <a:lnTo>
                  <a:pt x="487" y="216"/>
                </a:lnTo>
                <a:lnTo>
                  <a:pt x="489" y="211"/>
                </a:lnTo>
                <a:lnTo>
                  <a:pt x="490" y="206"/>
                </a:lnTo>
                <a:lnTo>
                  <a:pt x="491" y="200"/>
                </a:lnTo>
                <a:lnTo>
                  <a:pt x="492" y="195"/>
                </a:lnTo>
                <a:lnTo>
                  <a:pt x="493" y="189"/>
                </a:lnTo>
                <a:lnTo>
                  <a:pt x="493" y="184"/>
                </a:lnTo>
                <a:lnTo>
                  <a:pt x="493" y="178"/>
                </a:lnTo>
                <a:moveTo>
                  <a:pt x="497" y="178"/>
                </a:moveTo>
                <a:lnTo>
                  <a:pt x="497" y="184"/>
                </a:lnTo>
                <a:lnTo>
                  <a:pt x="497" y="189"/>
                </a:lnTo>
                <a:lnTo>
                  <a:pt x="496" y="195"/>
                </a:lnTo>
                <a:lnTo>
                  <a:pt x="495" y="201"/>
                </a:lnTo>
                <a:lnTo>
                  <a:pt x="494" y="206"/>
                </a:lnTo>
                <a:lnTo>
                  <a:pt x="493" y="212"/>
                </a:lnTo>
                <a:lnTo>
                  <a:pt x="491" y="217"/>
                </a:lnTo>
                <a:lnTo>
                  <a:pt x="489" y="223"/>
                </a:lnTo>
                <a:lnTo>
                  <a:pt x="487" y="228"/>
                </a:lnTo>
                <a:lnTo>
                  <a:pt x="485" y="233"/>
                </a:lnTo>
                <a:lnTo>
                  <a:pt x="482" y="239"/>
                </a:lnTo>
                <a:lnTo>
                  <a:pt x="480" y="244"/>
                </a:lnTo>
                <a:lnTo>
                  <a:pt x="477" y="249"/>
                </a:lnTo>
                <a:lnTo>
                  <a:pt x="474" y="254"/>
                </a:lnTo>
                <a:lnTo>
                  <a:pt x="470" y="259"/>
                </a:lnTo>
                <a:lnTo>
                  <a:pt x="466" y="264"/>
                </a:lnTo>
                <a:lnTo>
                  <a:pt x="463" y="269"/>
                </a:lnTo>
                <a:lnTo>
                  <a:pt x="458" y="274"/>
                </a:lnTo>
                <a:lnTo>
                  <a:pt x="454" y="278"/>
                </a:lnTo>
                <a:lnTo>
                  <a:pt x="450" y="283"/>
                </a:lnTo>
                <a:lnTo>
                  <a:pt x="445" y="287"/>
                </a:lnTo>
                <a:lnTo>
                  <a:pt x="440" y="292"/>
                </a:lnTo>
                <a:lnTo>
                  <a:pt x="435" y="296"/>
                </a:lnTo>
                <a:lnTo>
                  <a:pt x="430" y="300"/>
                </a:lnTo>
                <a:lnTo>
                  <a:pt x="424" y="304"/>
                </a:lnTo>
                <a:lnTo>
                  <a:pt x="418" y="308"/>
                </a:lnTo>
                <a:lnTo>
                  <a:pt x="412" y="312"/>
                </a:lnTo>
                <a:lnTo>
                  <a:pt x="406" y="315"/>
                </a:lnTo>
                <a:lnTo>
                  <a:pt x="400" y="319"/>
                </a:lnTo>
                <a:lnTo>
                  <a:pt x="394" y="322"/>
                </a:lnTo>
                <a:lnTo>
                  <a:pt x="387" y="325"/>
                </a:lnTo>
                <a:lnTo>
                  <a:pt x="381" y="328"/>
                </a:lnTo>
                <a:lnTo>
                  <a:pt x="374" y="331"/>
                </a:lnTo>
                <a:lnTo>
                  <a:pt x="368" y="334"/>
                </a:lnTo>
                <a:lnTo>
                  <a:pt x="361" y="337"/>
                </a:lnTo>
                <a:lnTo>
                  <a:pt x="354" y="339"/>
                </a:lnTo>
                <a:lnTo>
                  <a:pt x="347" y="341"/>
                </a:lnTo>
                <a:lnTo>
                  <a:pt x="339" y="345"/>
                </a:lnTo>
                <a:lnTo>
                  <a:pt x="332" y="347"/>
                </a:lnTo>
                <a:lnTo>
                  <a:pt x="325" y="348"/>
                </a:lnTo>
                <a:lnTo>
                  <a:pt x="317" y="350"/>
                </a:lnTo>
                <a:lnTo>
                  <a:pt x="310" y="352"/>
                </a:lnTo>
                <a:lnTo>
                  <a:pt x="302" y="353"/>
                </a:lnTo>
                <a:lnTo>
                  <a:pt x="294" y="354"/>
                </a:lnTo>
                <a:lnTo>
                  <a:pt x="287" y="355"/>
                </a:lnTo>
                <a:lnTo>
                  <a:pt x="279" y="356"/>
                </a:lnTo>
                <a:lnTo>
                  <a:pt x="271" y="356"/>
                </a:lnTo>
                <a:lnTo>
                  <a:pt x="264" y="357"/>
                </a:lnTo>
                <a:lnTo>
                  <a:pt x="256" y="357"/>
                </a:lnTo>
                <a:lnTo>
                  <a:pt x="248" y="357"/>
                </a:lnTo>
                <a:lnTo>
                  <a:pt x="240" y="357"/>
                </a:lnTo>
                <a:lnTo>
                  <a:pt x="232" y="357"/>
                </a:lnTo>
                <a:lnTo>
                  <a:pt x="225" y="356"/>
                </a:lnTo>
                <a:lnTo>
                  <a:pt x="217" y="356"/>
                </a:lnTo>
                <a:lnTo>
                  <a:pt x="209" y="355"/>
                </a:lnTo>
                <a:lnTo>
                  <a:pt x="201" y="354"/>
                </a:lnTo>
                <a:lnTo>
                  <a:pt x="194" y="353"/>
                </a:lnTo>
                <a:lnTo>
                  <a:pt x="186" y="352"/>
                </a:lnTo>
                <a:lnTo>
                  <a:pt x="179" y="350"/>
                </a:lnTo>
                <a:lnTo>
                  <a:pt x="171" y="348"/>
                </a:lnTo>
                <a:lnTo>
                  <a:pt x="164" y="347"/>
                </a:lnTo>
                <a:lnTo>
                  <a:pt x="157" y="345"/>
                </a:lnTo>
                <a:lnTo>
                  <a:pt x="149" y="341"/>
                </a:lnTo>
                <a:lnTo>
                  <a:pt x="142" y="339"/>
                </a:lnTo>
                <a:lnTo>
                  <a:pt x="135" y="337"/>
                </a:lnTo>
                <a:lnTo>
                  <a:pt x="128" y="334"/>
                </a:lnTo>
                <a:lnTo>
                  <a:pt x="122" y="331"/>
                </a:lnTo>
                <a:lnTo>
                  <a:pt x="115" y="328"/>
                </a:lnTo>
                <a:lnTo>
                  <a:pt x="108" y="325"/>
                </a:lnTo>
                <a:lnTo>
                  <a:pt x="102" y="322"/>
                </a:lnTo>
                <a:lnTo>
                  <a:pt x="96" y="319"/>
                </a:lnTo>
                <a:lnTo>
                  <a:pt x="90" y="315"/>
                </a:lnTo>
                <a:lnTo>
                  <a:pt x="84" y="312"/>
                </a:lnTo>
                <a:lnTo>
                  <a:pt x="78" y="308"/>
                </a:lnTo>
                <a:lnTo>
                  <a:pt x="72" y="304"/>
                </a:lnTo>
                <a:lnTo>
                  <a:pt x="67" y="300"/>
                </a:lnTo>
                <a:lnTo>
                  <a:pt x="62" y="296"/>
                </a:lnTo>
                <a:lnTo>
                  <a:pt x="57" y="292"/>
                </a:lnTo>
                <a:lnTo>
                  <a:pt x="52" y="287"/>
                </a:lnTo>
                <a:lnTo>
                  <a:pt x="47" y="283"/>
                </a:lnTo>
                <a:lnTo>
                  <a:pt x="43" y="278"/>
                </a:lnTo>
                <a:lnTo>
                  <a:pt x="38" y="274"/>
                </a:lnTo>
                <a:lnTo>
                  <a:pt x="34" y="269"/>
                </a:lnTo>
                <a:lnTo>
                  <a:pt x="30" y="264"/>
                </a:lnTo>
                <a:lnTo>
                  <a:pt x="27" y="259"/>
                </a:lnTo>
                <a:lnTo>
                  <a:pt x="23" y="254"/>
                </a:lnTo>
                <a:lnTo>
                  <a:pt x="20" y="249"/>
                </a:lnTo>
                <a:lnTo>
                  <a:pt x="17" y="244"/>
                </a:lnTo>
                <a:lnTo>
                  <a:pt x="14" y="239"/>
                </a:lnTo>
                <a:lnTo>
                  <a:pt x="12" y="233"/>
                </a:lnTo>
                <a:lnTo>
                  <a:pt x="10" y="228"/>
                </a:lnTo>
                <a:lnTo>
                  <a:pt x="8" y="223"/>
                </a:lnTo>
                <a:lnTo>
                  <a:pt x="6" y="217"/>
                </a:lnTo>
                <a:lnTo>
                  <a:pt x="4" y="212"/>
                </a:lnTo>
                <a:lnTo>
                  <a:pt x="3" y="206"/>
                </a:lnTo>
                <a:lnTo>
                  <a:pt x="2" y="201"/>
                </a:lnTo>
                <a:lnTo>
                  <a:pt x="1" y="195"/>
                </a:lnTo>
                <a:lnTo>
                  <a:pt x="0" y="189"/>
                </a:lnTo>
                <a:lnTo>
                  <a:pt x="0" y="184"/>
                </a:lnTo>
                <a:lnTo>
                  <a:pt x="0" y="178"/>
                </a:lnTo>
                <a:lnTo>
                  <a:pt x="0" y="173"/>
                </a:lnTo>
                <a:lnTo>
                  <a:pt x="0" y="167"/>
                </a:lnTo>
                <a:lnTo>
                  <a:pt x="1" y="162"/>
                </a:lnTo>
                <a:lnTo>
                  <a:pt x="2" y="156"/>
                </a:lnTo>
                <a:lnTo>
                  <a:pt x="3" y="150"/>
                </a:lnTo>
                <a:lnTo>
                  <a:pt x="4" y="145"/>
                </a:lnTo>
                <a:lnTo>
                  <a:pt x="6" y="140"/>
                </a:lnTo>
                <a:lnTo>
                  <a:pt x="8" y="134"/>
                </a:lnTo>
                <a:lnTo>
                  <a:pt x="10" y="129"/>
                </a:lnTo>
                <a:lnTo>
                  <a:pt x="12" y="123"/>
                </a:lnTo>
                <a:lnTo>
                  <a:pt x="14" y="118"/>
                </a:lnTo>
                <a:lnTo>
                  <a:pt x="17" y="113"/>
                </a:lnTo>
                <a:lnTo>
                  <a:pt x="20" y="108"/>
                </a:lnTo>
                <a:lnTo>
                  <a:pt x="23" y="103"/>
                </a:lnTo>
                <a:lnTo>
                  <a:pt x="27" y="98"/>
                </a:lnTo>
                <a:lnTo>
                  <a:pt x="30" y="93"/>
                </a:lnTo>
                <a:lnTo>
                  <a:pt x="34" y="88"/>
                </a:lnTo>
                <a:lnTo>
                  <a:pt x="38" y="83"/>
                </a:lnTo>
                <a:lnTo>
                  <a:pt x="43" y="78"/>
                </a:lnTo>
                <a:lnTo>
                  <a:pt x="47" y="74"/>
                </a:lnTo>
                <a:lnTo>
                  <a:pt x="52" y="69"/>
                </a:lnTo>
                <a:lnTo>
                  <a:pt x="57" y="65"/>
                </a:lnTo>
                <a:lnTo>
                  <a:pt x="62" y="61"/>
                </a:lnTo>
                <a:lnTo>
                  <a:pt x="67" y="57"/>
                </a:lnTo>
                <a:lnTo>
                  <a:pt x="72" y="53"/>
                </a:lnTo>
                <a:lnTo>
                  <a:pt x="78" y="49"/>
                </a:lnTo>
                <a:lnTo>
                  <a:pt x="84" y="45"/>
                </a:lnTo>
                <a:lnTo>
                  <a:pt x="90" y="41"/>
                </a:lnTo>
                <a:lnTo>
                  <a:pt x="96" y="38"/>
                </a:lnTo>
                <a:lnTo>
                  <a:pt x="102" y="34"/>
                </a:lnTo>
                <a:lnTo>
                  <a:pt x="108" y="31"/>
                </a:lnTo>
                <a:lnTo>
                  <a:pt x="115" y="28"/>
                </a:lnTo>
                <a:lnTo>
                  <a:pt x="122" y="25"/>
                </a:lnTo>
                <a:lnTo>
                  <a:pt x="128" y="22"/>
                </a:lnTo>
                <a:lnTo>
                  <a:pt x="135" y="20"/>
                </a:lnTo>
                <a:lnTo>
                  <a:pt x="142" y="17"/>
                </a:lnTo>
                <a:lnTo>
                  <a:pt x="149" y="15"/>
                </a:lnTo>
                <a:lnTo>
                  <a:pt x="157" y="13"/>
                </a:lnTo>
                <a:lnTo>
                  <a:pt x="164" y="11"/>
                </a:lnTo>
                <a:lnTo>
                  <a:pt x="171" y="9"/>
                </a:lnTo>
                <a:lnTo>
                  <a:pt x="179" y="8"/>
                </a:lnTo>
                <a:lnTo>
                  <a:pt x="186" y="6"/>
                </a:lnTo>
                <a:lnTo>
                  <a:pt x="194" y="5"/>
                </a:lnTo>
                <a:lnTo>
                  <a:pt x="201" y="4"/>
                </a:lnTo>
                <a:lnTo>
                  <a:pt x="209" y="3"/>
                </a:lnTo>
                <a:lnTo>
                  <a:pt x="217" y="2"/>
                </a:lnTo>
                <a:lnTo>
                  <a:pt x="225" y="1"/>
                </a:lnTo>
                <a:lnTo>
                  <a:pt x="232" y="1"/>
                </a:lnTo>
                <a:lnTo>
                  <a:pt x="240" y="1"/>
                </a:lnTo>
                <a:lnTo>
                  <a:pt x="248" y="0"/>
                </a:lnTo>
                <a:lnTo>
                  <a:pt x="256" y="1"/>
                </a:lnTo>
                <a:lnTo>
                  <a:pt x="264" y="1"/>
                </a:lnTo>
                <a:lnTo>
                  <a:pt x="271" y="1"/>
                </a:lnTo>
                <a:lnTo>
                  <a:pt x="279" y="2"/>
                </a:lnTo>
                <a:lnTo>
                  <a:pt x="287" y="3"/>
                </a:lnTo>
                <a:lnTo>
                  <a:pt x="294" y="4"/>
                </a:lnTo>
                <a:lnTo>
                  <a:pt x="302" y="5"/>
                </a:lnTo>
                <a:lnTo>
                  <a:pt x="310" y="6"/>
                </a:lnTo>
                <a:lnTo>
                  <a:pt x="317" y="8"/>
                </a:lnTo>
                <a:lnTo>
                  <a:pt x="325" y="9"/>
                </a:lnTo>
                <a:lnTo>
                  <a:pt x="332" y="11"/>
                </a:lnTo>
                <a:lnTo>
                  <a:pt x="339" y="13"/>
                </a:lnTo>
                <a:lnTo>
                  <a:pt x="347" y="15"/>
                </a:lnTo>
                <a:lnTo>
                  <a:pt x="354" y="17"/>
                </a:lnTo>
                <a:lnTo>
                  <a:pt x="361" y="20"/>
                </a:lnTo>
                <a:lnTo>
                  <a:pt x="368" y="22"/>
                </a:lnTo>
                <a:lnTo>
                  <a:pt x="374" y="25"/>
                </a:lnTo>
                <a:lnTo>
                  <a:pt x="381" y="28"/>
                </a:lnTo>
                <a:lnTo>
                  <a:pt x="387" y="31"/>
                </a:lnTo>
                <a:lnTo>
                  <a:pt x="394" y="34"/>
                </a:lnTo>
                <a:lnTo>
                  <a:pt x="400" y="38"/>
                </a:lnTo>
                <a:lnTo>
                  <a:pt x="406" y="41"/>
                </a:lnTo>
                <a:lnTo>
                  <a:pt x="412" y="45"/>
                </a:lnTo>
                <a:lnTo>
                  <a:pt x="418" y="49"/>
                </a:lnTo>
                <a:lnTo>
                  <a:pt x="424" y="53"/>
                </a:lnTo>
                <a:lnTo>
                  <a:pt x="430" y="57"/>
                </a:lnTo>
                <a:lnTo>
                  <a:pt x="435" y="61"/>
                </a:lnTo>
                <a:lnTo>
                  <a:pt x="440" y="65"/>
                </a:lnTo>
                <a:lnTo>
                  <a:pt x="445" y="69"/>
                </a:lnTo>
                <a:lnTo>
                  <a:pt x="450" y="74"/>
                </a:lnTo>
                <a:lnTo>
                  <a:pt x="454" y="78"/>
                </a:lnTo>
                <a:lnTo>
                  <a:pt x="458" y="83"/>
                </a:lnTo>
                <a:lnTo>
                  <a:pt x="463" y="88"/>
                </a:lnTo>
                <a:lnTo>
                  <a:pt x="466" y="93"/>
                </a:lnTo>
                <a:lnTo>
                  <a:pt x="470" y="98"/>
                </a:lnTo>
                <a:lnTo>
                  <a:pt x="474" y="103"/>
                </a:lnTo>
                <a:lnTo>
                  <a:pt x="477" y="108"/>
                </a:lnTo>
                <a:lnTo>
                  <a:pt x="480" y="113"/>
                </a:lnTo>
                <a:lnTo>
                  <a:pt x="482" y="118"/>
                </a:lnTo>
                <a:lnTo>
                  <a:pt x="485" y="123"/>
                </a:lnTo>
                <a:lnTo>
                  <a:pt x="487" y="129"/>
                </a:lnTo>
                <a:lnTo>
                  <a:pt x="489" y="134"/>
                </a:lnTo>
                <a:lnTo>
                  <a:pt x="491" y="140"/>
                </a:lnTo>
                <a:lnTo>
                  <a:pt x="493" y="145"/>
                </a:lnTo>
                <a:lnTo>
                  <a:pt x="494" y="150"/>
                </a:lnTo>
                <a:lnTo>
                  <a:pt x="495" y="156"/>
                </a:lnTo>
                <a:lnTo>
                  <a:pt x="496" y="162"/>
                </a:lnTo>
                <a:lnTo>
                  <a:pt x="497" y="167"/>
                </a:lnTo>
                <a:lnTo>
                  <a:pt x="497" y="173"/>
                </a:lnTo>
                <a:lnTo>
                  <a:pt x="497" y="178"/>
                </a:lnTo>
                <a:close/>
              </a:path>
            </a:pathLst>
          </a:custGeom>
          <a:solidFill>
            <a:srgbClr val="fff4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2" name=""/>
          <p:cNvSpPr/>
          <p:nvPr/>
        </p:nvSpPr>
        <p:spPr>
          <a:xfrm>
            <a:off x="7971840" y="2879280"/>
            <a:ext cx="181800" cy="130320"/>
          </a:xfrm>
          <a:custGeom>
            <a:avLst/>
            <a:gdLst/>
            <a:ahLst/>
            <a:rect l="0" t="0" r="r" b="b"/>
            <a:pathLst>
              <a:path w="505" h="362">
                <a:moveTo>
                  <a:pt x="501" y="181"/>
                </a:moveTo>
                <a:lnTo>
                  <a:pt x="501" y="176"/>
                </a:lnTo>
                <a:lnTo>
                  <a:pt x="501" y="170"/>
                </a:lnTo>
                <a:lnTo>
                  <a:pt x="500" y="165"/>
                </a:lnTo>
                <a:lnTo>
                  <a:pt x="499" y="159"/>
                </a:lnTo>
                <a:lnTo>
                  <a:pt x="498" y="153"/>
                </a:lnTo>
                <a:lnTo>
                  <a:pt x="497" y="148"/>
                </a:lnTo>
                <a:lnTo>
                  <a:pt x="495" y="143"/>
                </a:lnTo>
                <a:lnTo>
                  <a:pt x="493" y="137"/>
                </a:lnTo>
                <a:lnTo>
                  <a:pt x="491" y="132"/>
                </a:lnTo>
                <a:lnTo>
                  <a:pt x="489" y="126"/>
                </a:lnTo>
                <a:lnTo>
                  <a:pt x="486" y="120"/>
                </a:lnTo>
                <a:lnTo>
                  <a:pt x="484" y="115"/>
                </a:lnTo>
                <a:lnTo>
                  <a:pt x="481" y="110"/>
                </a:lnTo>
                <a:lnTo>
                  <a:pt x="478" y="105"/>
                </a:lnTo>
                <a:lnTo>
                  <a:pt x="474" y="100"/>
                </a:lnTo>
                <a:lnTo>
                  <a:pt x="470" y="95"/>
                </a:lnTo>
                <a:lnTo>
                  <a:pt x="467" y="90"/>
                </a:lnTo>
                <a:lnTo>
                  <a:pt x="462" y="85"/>
                </a:lnTo>
                <a:lnTo>
                  <a:pt x="458" y="80"/>
                </a:lnTo>
                <a:lnTo>
                  <a:pt x="454" y="76"/>
                </a:lnTo>
                <a:lnTo>
                  <a:pt x="449" y="71"/>
                </a:lnTo>
                <a:lnTo>
                  <a:pt x="444" y="67"/>
                </a:lnTo>
                <a:lnTo>
                  <a:pt x="439" y="63"/>
                </a:lnTo>
                <a:lnTo>
                  <a:pt x="434" y="59"/>
                </a:lnTo>
                <a:lnTo>
                  <a:pt x="428" y="55"/>
                </a:lnTo>
                <a:lnTo>
                  <a:pt x="423" y="51"/>
                </a:lnTo>
                <a:lnTo>
                  <a:pt x="417" y="47"/>
                </a:lnTo>
                <a:lnTo>
                  <a:pt x="411" y="43"/>
                </a:lnTo>
                <a:lnTo>
                  <a:pt x="405" y="40"/>
                </a:lnTo>
                <a:lnTo>
                  <a:pt x="399" y="36"/>
                </a:lnTo>
                <a:lnTo>
                  <a:pt x="392" y="33"/>
                </a:lnTo>
                <a:lnTo>
                  <a:pt x="386" y="30"/>
                </a:lnTo>
                <a:lnTo>
                  <a:pt x="379" y="27"/>
                </a:lnTo>
                <a:lnTo>
                  <a:pt x="373" y="24"/>
                </a:lnTo>
                <a:lnTo>
                  <a:pt x="366" y="22"/>
                </a:lnTo>
                <a:lnTo>
                  <a:pt x="359" y="19"/>
                </a:lnTo>
                <a:lnTo>
                  <a:pt x="352" y="17"/>
                </a:lnTo>
                <a:lnTo>
                  <a:pt x="344" y="15"/>
                </a:lnTo>
                <a:lnTo>
                  <a:pt x="337" y="13"/>
                </a:lnTo>
                <a:lnTo>
                  <a:pt x="330" y="11"/>
                </a:lnTo>
                <a:lnTo>
                  <a:pt x="322" y="10"/>
                </a:lnTo>
                <a:lnTo>
                  <a:pt x="315" y="8"/>
                </a:lnTo>
                <a:lnTo>
                  <a:pt x="307" y="7"/>
                </a:lnTo>
                <a:lnTo>
                  <a:pt x="299" y="6"/>
                </a:lnTo>
                <a:lnTo>
                  <a:pt x="292" y="5"/>
                </a:lnTo>
                <a:lnTo>
                  <a:pt x="283" y="4"/>
                </a:lnTo>
                <a:lnTo>
                  <a:pt x="275" y="3"/>
                </a:lnTo>
                <a:lnTo>
                  <a:pt x="268" y="3"/>
                </a:lnTo>
                <a:lnTo>
                  <a:pt x="260" y="3"/>
                </a:lnTo>
                <a:lnTo>
                  <a:pt x="252" y="2"/>
                </a:lnTo>
                <a:lnTo>
                  <a:pt x="244" y="3"/>
                </a:lnTo>
                <a:lnTo>
                  <a:pt x="236" y="3"/>
                </a:lnTo>
                <a:lnTo>
                  <a:pt x="229" y="3"/>
                </a:lnTo>
                <a:lnTo>
                  <a:pt x="221" y="4"/>
                </a:lnTo>
                <a:lnTo>
                  <a:pt x="213" y="5"/>
                </a:lnTo>
                <a:lnTo>
                  <a:pt x="205" y="6"/>
                </a:lnTo>
                <a:lnTo>
                  <a:pt x="198" y="7"/>
                </a:lnTo>
                <a:lnTo>
                  <a:pt x="190" y="8"/>
                </a:lnTo>
                <a:lnTo>
                  <a:pt x="183" y="10"/>
                </a:lnTo>
                <a:lnTo>
                  <a:pt x="175" y="11"/>
                </a:lnTo>
                <a:lnTo>
                  <a:pt x="168" y="13"/>
                </a:lnTo>
                <a:lnTo>
                  <a:pt x="161" y="15"/>
                </a:lnTo>
                <a:lnTo>
                  <a:pt x="153" y="17"/>
                </a:lnTo>
                <a:lnTo>
                  <a:pt x="146" y="19"/>
                </a:lnTo>
                <a:lnTo>
                  <a:pt x="139" y="22"/>
                </a:lnTo>
                <a:lnTo>
                  <a:pt x="132" y="24"/>
                </a:lnTo>
                <a:lnTo>
                  <a:pt x="126" y="27"/>
                </a:lnTo>
                <a:lnTo>
                  <a:pt x="119" y="30"/>
                </a:lnTo>
                <a:lnTo>
                  <a:pt x="112" y="33"/>
                </a:lnTo>
                <a:lnTo>
                  <a:pt x="106" y="36"/>
                </a:lnTo>
                <a:lnTo>
                  <a:pt x="100" y="40"/>
                </a:lnTo>
                <a:lnTo>
                  <a:pt x="94" y="43"/>
                </a:lnTo>
                <a:lnTo>
                  <a:pt x="88" y="47"/>
                </a:lnTo>
                <a:lnTo>
                  <a:pt x="82" y="51"/>
                </a:lnTo>
                <a:lnTo>
                  <a:pt x="76" y="55"/>
                </a:lnTo>
                <a:lnTo>
                  <a:pt x="71" y="59"/>
                </a:lnTo>
                <a:lnTo>
                  <a:pt x="66" y="63"/>
                </a:lnTo>
                <a:lnTo>
                  <a:pt x="61" y="67"/>
                </a:lnTo>
                <a:lnTo>
                  <a:pt x="56" y="71"/>
                </a:lnTo>
                <a:lnTo>
                  <a:pt x="51" y="76"/>
                </a:lnTo>
                <a:lnTo>
                  <a:pt x="47" y="80"/>
                </a:lnTo>
                <a:lnTo>
                  <a:pt x="42" y="85"/>
                </a:lnTo>
                <a:lnTo>
                  <a:pt x="38" y="90"/>
                </a:lnTo>
                <a:lnTo>
                  <a:pt x="34" y="95"/>
                </a:lnTo>
                <a:lnTo>
                  <a:pt x="31" y="100"/>
                </a:lnTo>
                <a:lnTo>
                  <a:pt x="27" y="105"/>
                </a:lnTo>
                <a:lnTo>
                  <a:pt x="24" y="110"/>
                </a:lnTo>
                <a:lnTo>
                  <a:pt x="21" y="115"/>
                </a:lnTo>
                <a:lnTo>
                  <a:pt x="18" y="120"/>
                </a:lnTo>
                <a:lnTo>
                  <a:pt x="16" y="126"/>
                </a:lnTo>
                <a:lnTo>
                  <a:pt x="14" y="132"/>
                </a:lnTo>
                <a:lnTo>
                  <a:pt x="12" y="137"/>
                </a:lnTo>
                <a:lnTo>
                  <a:pt x="10" y="143"/>
                </a:lnTo>
                <a:lnTo>
                  <a:pt x="8" y="148"/>
                </a:lnTo>
                <a:lnTo>
                  <a:pt x="7" y="153"/>
                </a:lnTo>
                <a:lnTo>
                  <a:pt x="6" y="159"/>
                </a:lnTo>
                <a:lnTo>
                  <a:pt x="5" y="165"/>
                </a:lnTo>
                <a:lnTo>
                  <a:pt x="4" y="170"/>
                </a:lnTo>
                <a:lnTo>
                  <a:pt x="4" y="176"/>
                </a:lnTo>
                <a:lnTo>
                  <a:pt x="4" y="181"/>
                </a:lnTo>
                <a:lnTo>
                  <a:pt x="4" y="187"/>
                </a:lnTo>
                <a:lnTo>
                  <a:pt x="4" y="192"/>
                </a:lnTo>
                <a:lnTo>
                  <a:pt x="5" y="198"/>
                </a:lnTo>
                <a:lnTo>
                  <a:pt x="6" y="204"/>
                </a:lnTo>
                <a:lnTo>
                  <a:pt x="7" y="209"/>
                </a:lnTo>
                <a:lnTo>
                  <a:pt x="8" y="215"/>
                </a:lnTo>
                <a:lnTo>
                  <a:pt x="10" y="220"/>
                </a:lnTo>
                <a:lnTo>
                  <a:pt x="12" y="226"/>
                </a:lnTo>
                <a:lnTo>
                  <a:pt x="14" y="231"/>
                </a:lnTo>
                <a:lnTo>
                  <a:pt x="16" y="236"/>
                </a:lnTo>
                <a:lnTo>
                  <a:pt x="18" y="242"/>
                </a:lnTo>
                <a:lnTo>
                  <a:pt x="21" y="247"/>
                </a:lnTo>
                <a:lnTo>
                  <a:pt x="24" y="252"/>
                </a:lnTo>
                <a:lnTo>
                  <a:pt x="27" y="257"/>
                </a:lnTo>
                <a:lnTo>
                  <a:pt x="31" y="262"/>
                </a:lnTo>
                <a:lnTo>
                  <a:pt x="34" y="267"/>
                </a:lnTo>
                <a:lnTo>
                  <a:pt x="38" y="272"/>
                </a:lnTo>
                <a:lnTo>
                  <a:pt x="42" y="277"/>
                </a:lnTo>
                <a:lnTo>
                  <a:pt x="47" y="281"/>
                </a:lnTo>
                <a:lnTo>
                  <a:pt x="51" y="286"/>
                </a:lnTo>
                <a:lnTo>
                  <a:pt x="56" y="290"/>
                </a:lnTo>
                <a:lnTo>
                  <a:pt x="61" y="295"/>
                </a:lnTo>
                <a:lnTo>
                  <a:pt x="66" y="299"/>
                </a:lnTo>
                <a:lnTo>
                  <a:pt x="71" y="303"/>
                </a:lnTo>
                <a:lnTo>
                  <a:pt x="76" y="307"/>
                </a:lnTo>
                <a:lnTo>
                  <a:pt x="82" y="311"/>
                </a:lnTo>
                <a:lnTo>
                  <a:pt x="88" y="315"/>
                </a:lnTo>
                <a:lnTo>
                  <a:pt x="94" y="318"/>
                </a:lnTo>
                <a:lnTo>
                  <a:pt x="100" y="322"/>
                </a:lnTo>
                <a:lnTo>
                  <a:pt x="106" y="325"/>
                </a:lnTo>
                <a:lnTo>
                  <a:pt x="112" y="328"/>
                </a:lnTo>
                <a:lnTo>
                  <a:pt x="119" y="331"/>
                </a:lnTo>
                <a:lnTo>
                  <a:pt x="126" y="334"/>
                </a:lnTo>
                <a:lnTo>
                  <a:pt x="132" y="337"/>
                </a:lnTo>
                <a:lnTo>
                  <a:pt x="139" y="340"/>
                </a:lnTo>
                <a:lnTo>
                  <a:pt x="146" y="342"/>
                </a:lnTo>
                <a:lnTo>
                  <a:pt x="153" y="344"/>
                </a:lnTo>
                <a:lnTo>
                  <a:pt x="161" y="347"/>
                </a:lnTo>
                <a:lnTo>
                  <a:pt x="168" y="349"/>
                </a:lnTo>
                <a:lnTo>
                  <a:pt x="175" y="350"/>
                </a:lnTo>
                <a:lnTo>
                  <a:pt x="183" y="352"/>
                </a:lnTo>
                <a:lnTo>
                  <a:pt x="190" y="354"/>
                </a:lnTo>
                <a:lnTo>
                  <a:pt x="198" y="355"/>
                </a:lnTo>
                <a:lnTo>
                  <a:pt x="205" y="356"/>
                </a:lnTo>
                <a:lnTo>
                  <a:pt x="213" y="357"/>
                </a:lnTo>
                <a:lnTo>
                  <a:pt x="221" y="358"/>
                </a:lnTo>
                <a:lnTo>
                  <a:pt x="229" y="358"/>
                </a:lnTo>
                <a:lnTo>
                  <a:pt x="236" y="359"/>
                </a:lnTo>
                <a:lnTo>
                  <a:pt x="244" y="359"/>
                </a:lnTo>
                <a:lnTo>
                  <a:pt x="252" y="359"/>
                </a:lnTo>
                <a:lnTo>
                  <a:pt x="260" y="359"/>
                </a:lnTo>
                <a:lnTo>
                  <a:pt x="268" y="359"/>
                </a:lnTo>
                <a:lnTo>
                  <a:pt x="275" y="358"/>
                </a:lnTo>
                <a:lnTo>
                  <a:pt x="283" y="358"/>
                </a:lnTo>
                <a:lnTo>
                  <a:pt x="292" y="357"/>
                </a:lnTo>
                <a:lnTo>
                  <a:pt x="299" y="356"/>
                </a:lnTo>
                <a:lnTo>
                  <a:pt x="307" y="355"/>
                </a:lnTo>
                <a:lnTo>
                  <a:pt x="315" y="354"/>
                </a:lnTo>
                <a:lnTo>
                  <a:pt x="322" y="352"/>
                </a:lnTo>
                <a:lnTo>
                  <a:pt x="330" y="350"/>
                </a:lnTo>
                <a:lnTo>
                  <a:pt x="337" y="349"/>
                </a:lnTo>
                <a:lnTo>
                  <a:pt x="344" y="347"/>
                </a:lnTo>
                <a:lnTo>
                  <a:pt x="352" y="344"/>
                </a:lnTo>
                <a:lnTo>
                  <a:pt x="359" y="342"/>
                </a:lnTo>
                <a:lnTo>
                  <a:pt x="366" y="340"/>
                </a:lnTo>
                <a:lnTo>
                  <a:pt x="373" y="337"/>
                </a:lnTo>
                <a:lnTo>
                  <a:pt x="379" y="334"/>
                </a:lnTo>
                <a:lnTo>
                  <a:pt x="386" y="331"/>
                </a:lnTo>
                <a:lnTo>
                  <a:pt x="392" y="328"/>
                </a:lnTo>
                <a:lnTo>
                  <a:pt x="399" y="325"/>
                </a:lnTo>
                <a:lnTo>
                  <a:pt x="405" y="322"/>
                </a:lnTo>
                <a:lnTo>
                  <a:pt x="411" y="318"/>
                </a:lnTo>
                <a:lnTo>
                  <a:pt x="417" y="315"/>
                </a:lnTo>
                <a:lnTo>
                  <a:pt x="423" y="311"/>
                </a:lnTo>
                <a:lnTo>
                  <a:pt x="428" y="307"/>
                </a:lnTo>
                <a:lnTo>
                  <a:pt x="434" y="303"/>
                </a:lnTo>
                <a:lnTo>
                  <a:pt x="439" y="299"/>
                </a:lnTo>
                <a:lnTo>
                  <a:pt x="444" y="295"/>
                </a:lnTo>
                <a:lnTo>
                  <a:pt x="449" y="290"/>
                </a:lnTo>
                <a:lnTo>
                  <a:pt x="454" y="286"/>
                </a:lnTo>
                <a:lnTo>
                  <a:pt x="458" y="281"/>
                </a:lnTo>
                <a:lnTo>
                  <a:pt x="462" y="277"/>
                </a:lnTo>
                <a:lnTo>
                  <a:pt x="467" y="272"/>
                </a:lnTo>
                <a:lnTo>
                  <a:pt x="470" y="267"/>
                </a:lnTo>
                <a:lnTo>
                  <a:pt x="474" y="262"/>
                </a:lnTo>
                <a:lnTo>
                  <a:pt x="478" y="257"/>
                </a:lnTo>
                <a:lnTo>
                  <a:pt x="481" y="252"/>
                </a:lnTo>
                <a:lnTo>
                  <a:pt x="484" y="247"/>
                </a:lnTo>
                <a:lnTo>
                  <a:pt x="486" y="242"/>
                </a:lnTo>
                <a:lnTo>
                  <a:pt x="489" y="236"/>
                </a:lnTo>
                <a:lnTo>
                  <a:pt x="491" y="231"/>
                </a:lnTo>
                <a:lnTo>
                  <a:pt x="493" y="226"/>
                </a:lnTo>
                <a:lnTo>
                  <a:pt x="495" y="220"/>
                </a:lnTo>
                <a:lnTo>
                  <a:pt x="497" y="215"/>
                </a:lnTo>
                <a:lnTo>
                  <a:pt x="498" y="209"/>
                </a:lnTo>
                <a:lnTo>
                  <a:pt x="499" y="204"/>
                </a:lnTo>
                <a:lnTo>
                  <a:pt x="500" y="198"/>
                </a:lnTo>
                <a:lnTo>
                  <a:pt x="501" y="192"/>
                </a:lnTo>
                <a:lnTo>
                  <a:pt x="501" y="187"/>
                </a:lnTo>
                <a:lnTo>
                  <a:pt x="501" y="181"/>
                </a:lnTo>
                <a:moveTo>
                  <a:pt x="505" y="181"/>
                </a:moveTo>
                <a:lnTo>
                  <a:pt x="505" y="187"/>
                </a:lnTo>
                <a:lnTo>
                  <a:pt x="505" y="193"/>
                </a:lnTo>
                <a:lnTo>
                  <a:pt x="504" y="198"/>
                </a:lnTo>
                <a:lnTo>
                  <a:pt x="503" y="204"/>
                </a:lnTo>
                <a:lnTo>
                  <a:pt x="502" y="210"/>
                </a:lnTo>
                <a:lnTo>
                  <a:pt x="501" y="215"/>
                </a:lnTo>
                <a:lnTo>
                  <a:pt x="499" y="221"/>
                </a:lnTo>
                <a:lnTo>
                  <a:pt x="497" y="226"/>
                </a:lnTo>
                <a:lnTo>
                  <a:pt x="495" y="232"/>
                </a:lnTo>
                <a:lnTo>
                  <a:pt x="493" y="237"/>
                </a:lnTo>
                <a:lnTo>
                  <a:pt x="490" y="242"/>
                </a:lnTo>
                <a:lnTo>
                  <a:pt x="487" y="248"/>
                </a:lnTo>
                <a:lnTo>
                  <a:pt x="484" y="253"/>
                </a:lnTo>
                <a:lnTo>
                  <a:pt x="481" y="258"/>
                </a:lnTo>
                <a:lnTo>
                  <a:pt x="478" y="263"/>
                </a:lnTo>
                <a:lnTo>
                  <a:pt x="474" y="268"/>
                </a:lnTo>
                <a:lnTo>
                  <a:pt x="470" y="273"/>
                </a:lnTo>
                <a:lnTo>
                  <a:pt x="466" y="278"/>
                </a:lnTo>
                <a:lnTo>
                  <a:pt x="461" y="283"/>
                </a:lnTo>
                <a:lnTo>
                  <a:pt x="457" y="287"/>
                </a:lnTo>
                <a:lnTo>
                  <a:pt x="452" y="292"/>
                </a:lnTo>
                <a:lnTo>
                  <a:pt x="447" y="296"/>
                </a:lnTo>
                <a:lnTo>
                  <a:pt x="442" y="301"/>
                </a:lnTo>
                <a:lnTo>
                  <a:pt x="437" y="305"/>
                </a:lnTo>
                <a:lnTo>
                  <a:pt x="431" y="309"/>
                </a:lnTo>
                <a:lnTo>
                  <a:pt x="425" y="313"/>
                </a:lnTo>
                <a:lnTo>
                  <a:pt x="420" y="317"/>
                </a:lnTo>
                <a:lnTo>
                  <a:pt x="414" y="320"/>
                </a:lnTo>
                <a:lnTo>
                  <a:pt x="407" y="324"/>
                </a:lnTo>
                <a:lnTo>
                  <a:pt x="401" y="327"/>
                </a:lnTo>
                <a:lnTo>
                  <a:pt x="395" y="331"/>
                </a:lnTo>
                <a:lnTo>
                  <a:pt x="388" y="334"/>
                </a:lnTo>
                <a:lnTo>
                  <a:pt x="381" y="337"/>
                </a:lnTo>
                <a:lnTo>
                  <a:pt x="374" y="340"/>
                </a:lnTo>
                <a:lnTo>
                  <a:pt x="367" y="342"/>
                </a:lnTo>
                <a:lnTo>
                  <a:pt x="360" y="345"/>
                </a:lnTo>
                <a:lnTo>
                  <a:pt x="353" y="347"/>
                </a:lnTo>
                <a:lnTo>
                  <a:pt x="346" y="349"/>
                </a:lnTo>
                <a:lnTo>
                  <a:pt x="338" y="351"/>
                </a:lnTo>
                <a:lnTo>
                  <a:pt x="331" y="353"/>
                </a:lnTo>
                <a:lnTo>
                  <a:pt x="323" y="355"/>
                </a:lnTo>
                <a:lnTo>
                  <a:pt x="316" y="356"/>
                </a:lnTo>
                <a:lnTo>
                  <a:pt x="308" y="358"/>
                </a:lnTo>
                <a:lnTo>
                  <a:pt x="300" y="359"/>
                </a:lnTo>
                <a:lnTo>
                  <a:pt x="292" y="360"/>
                </a:lnTo>
                <a:lnTo>
                  <a:pt x="285" y="360"/>
                </a:lnTo>
                <a:lnTo>
                  <a:pt x="276" y="361"/>
                </a:lnTo>
                <a:lnTo>
                  <a:pt x="268" y="362"/>
                </a:lnTo>
                <a:lnTo>
                  <a:pt x="260" y="362"/>
                </a:lnTo>
                <a:lnTo>
                  <a:pt x="252" y="362"/>
                </a:lnTo>
                <a:lnTo>
                  <a:pt x="244" y="362"/>
                </a:lnTo>
                <a:lnTo>
                  <a:pt x="236" y="362"/>
                </a:lnTo>
                <a:lnTo>
                  <a:pt x="228" y="361"/>
                </a:lnTo>
                <a:lnTo>
                  <a:pt x="220" y="360"/>
                </a:lnTo>
                <a:lnTo>
                  <a:pt x="213" y="360"/>
                </a:lnTo>
                <a:lnTo>
                  <a:pt x="205" y="359"/>
                </a:lnTo>
                <a:lnTo>
                  <a:pt x="197" y="358"/>
                </a:lnTo>
                <a:lnTo>
                  <a:pt x="189" y="356"/>
                </a:lnTo>
                <a:lnTo>
                  <a:pt x="182" y="355"/>
                </a:lnTo>
                <a:lnTo>
                  <a:pt x="174" y="353"/>
                </a:lnTo>
                <a:lnTo>
                  <a:pt x="167" y="351"/>
                </a:lnTo>
                <a:lnTo>
                  <a:pt x="159" y="349"/>
                </a:lnTo>
                <a:lnTo>
                  <a:pt x="152" y="347"/>
                </a:lnTo>
                <a:lnTo>
                  <a:pt x="145" y="345"/>
                </a:lnTo>
                <a:lnTo>
                  <a:pt x="138" y="342"/>
                </a:lnTo>
                <a:lnTo>
                  <a:pt x="131" y="340"/>
                </a:lnTo>
                <a:lnTo>
                  <a:pt x="124" y="337"/>
                </a:lnTo>
                <a:lnTo>
                  <a:pt x="117" y="334"/>
                </a:lnTo>
                <a:lnTo>
                  <a:pt x="110" y="331"/>
                </a:lnTo>
                <a:lnTo>
                  <a:pt x="104" y="327"/>
                </a:lnTo>
                <a:lnTo>
                  <a:pt x="97" y="324"/>
                </a:lnTo>
                <a:lnTo>
                  <a:pt x="91" y="320"/>
                </a:lnTo>
                <a:lnTo>
                  <a:pt x="85" y="317"/>
                </a:lnTo>
                <a:lnTo>
                  <a:pt x="79" y="313"/>
                </a:lnTo>
                <a:lnTo>
                  <a:pt x="74" y="309"/>
                </a:lnTo>
                <a:lnTo>
                  <a:pt x="68" y="305"/>
                </a:lnTo>
                <a:lnTo>
                  <a:pt x="63" y="301"/>
                </a:lnTo>
                <a:lnTo>
                  <a:pt x="58" y="296"/>
                </a:lnTo>
                <a:lnTo>
                  <a:pt x="53" y="292"/>
                </a:lnTo>
                <a:lnTo>
                  <a:pt x="48" y="287"/>
                </a:lnTo>
                <a:lnTo>
                  <a:pt x="43" y="283"/>
                </a:lnTo>
                <a:lnTo>
                  <a:pt x="39" y="278"/>
                </a:lnTo>
                <a:lnTo>
                  <a:pt x="35" y="273"/>
                </a:lnTo>
                <a:lnTo>
                  <a:pt x="31" y="268"/>
                </a:lnTo>
                <a:lnTo>
                  <a:pt x="27" y="263"/>
                </a:lnTo>
                <a:lnTo>
                  <a:pt x="24" y="258"/>
                </a:lnTo>
                <a:lnTo>
                  <a:pt x="21" y="253"/>
                </a:lnTo>
                <a:lnTo>
                  <a:pt x="18" y="248"/>
                </a:lnTo>
                <a:lnTo>
                  <a:pt x="15" y="242"/>
                </a:lnTo>
                <a:lnTo>
                  <a:pt x="12" y="237"/>
                </a:lnTo>
                <a:lnTo>
                  <a:pt x="10" y="232"/>
                </a:lnTo>
                <a:lnTo>
                  <a:pt x="8" y="226"/>
                </a:lnTo>
                <a:lnTo>
                  <a:pt x="6" y="221"/>
                </a:lnTo>
                <a:lnTo>
                  <a:pt x="4" y="215"/>
                </a:lnTo>
                <a:lnTo>
                  <a:pt x="3" y="210"/>
                </a:lnTo>
                <a:lnTo>
                  <a:pt x="2" y="204"/>
                </a:lnTo>
                <a:lnTo>
                  <a:pt x="1" y="198"/>
                </a:lnTo>
                <a:lnTo>
                  <a:pt x="0" y="193"/>
                </a:lnTo>
                <a:lnTo>
                  <a:pt x="0" y="187"/>
                </a:lnTo>
                <a:lnTo>
                  <a:pt x="0" y="181"/>
                </a:lnTo>
                <a:lnTo>
                  <a:pt x="0" y="176"/>
                </a:lnTo>
                <a:lnTo>
                  <a:pt x="0" y="170"/>
                </a:lnTo>
                <a:lnTo>
                  <a:pt x="1" y="164"/>
                </a:lnTo>
                <a:lnTo>
                  <a:pt x="2" y="159"/>
                </a:lnTo>
                <a:lnTo>
                  <a:pt x="3" y="153"/>
                </a:lnTo>
                <a:lnTo>
                  <a:pt x="4" y="147"/>
                </a:lnTo>
                <a:lnTo>
                  <a:pt x="6" y="142"/>
                </a:lnTo>
                <a:lnTo>
                  <a:pt x="8" y="136"/>
                </a:lnTo>
                <a:lnTo>
                  <a:pt x="10" y="131"/>
                </a:lnTo>
                <a:lnTo>
                  <a:pt x="12" y="124"/>
                </a:lnTo>
                <a:lnTo>
                  <a:pt x="15" y="119"/>
                </a:lnTo>
                <a:lnTo>
                  <a:pt x="18" y="114"/>
                </a:lnTo>
                <a:lnTo>
                  <a:pt x="21" y="109"/>
                </a:lnTo>
                <a:lnTo>
                  <a:pt x="24" y="103"/>
                </a:lnTo>
                <a:lnTo>
                  <a:pt x="27" y="98"/>
                </a:lnTo>
                <a:lnTo>
                  <a:pt x="31" y="93"/>
                </a:lnTo>
                <a:lnTo>
                  <a:pt x="35" y="88"/>
                </a:lnTo>
                <a:lnTo>
                  <a:pt x="39" y="84"/>
                </a:lnTo>
                <a:lnTo>
                  <a:pt x="43" y="79"/>
                </a:lnTo>
                <a:lnTo>
                  <a:pt x="48" y="74"/>
                </a:lnTo>
                <a:lnTo>
                  <a:pt x="53" y="70"/>
                </a:lnTo>
                <a:lnTo>
                  <a:pt x="58" y="65"/>
                </a:lnTo>
                <a:lnTo>
                  <a:pt x="63" y="61"/>
                </a:lnTo>
                <a:lnTo>
                  <a:pt x="68" y="57"/>
                </a:lnTo>
                <a:lnTo>
                  <a:pt x="74" y="53"/>
                </a:lnTo>
                <a:lnTo>
                  <a:pt x="79" y="49"/>
                </a:lnTo>
                <a:lnTo>
                  <a:pt x="85" y="45"/>
                </a:lnTo>
                <a:lnTo>
                  <a:pt x="91" y="41"/>
                </a:lnTo>
                <a:lnTo>
                  <a:pt x="97" y="38"/>
                </a:lnTo>
                <a:lnTo>
                  <a:pt x="104" y="34"/>
                </a:lnTo>
                <a:lnTo>
                  <a:pt x="110" y="31"/>
                </a:lnTo>
                <a:lnTo>
                  <a:pt x="117" y="28"/>
                </a:lnTo>
                <a:lnTo>
                  <a:pt x="124" y="25"/>
                </a:lnTo>
                <a:lnTo>
                  <a:pt x="131" y="22"/>
                </a:lnTo>
                <a:lnTo>
                  <a:pt x="138" y="19"/>
                </a:lnTo>
                <a:lnTo>
                  <a:pt x="145" y="17"/>
                </a:lnTo>
                <a:lnTo>
                  <a:pt x="152" y="15"/>
                </a:lnTo>
                <a:lnTo>
                  <a:pt x="159" y="12"/>
                </a:lnTo>
                <a:lnTo>
                  <a:pt x="167" y="10"/>
                </a:lnTo>
                <a:lnTo>
                  <a:pt x="174" y="9"/>
                </a:lnTo>
                <a:lnTo>
                  <a:pt x="182" y="7"/>
                </a:lnTo>
                <a:lnTo>
                  <a:pt x="189" y="5"/>
                </a:lnTo>
                <a:lnTo>
                  <a:pt x="197" y="4"/>
                </a:lnTo>
                <a:lnTo>
                  <a:pt x="205" y="3"/>
                </a:lnTo>
                <a:lnTo>
                  <a:pt x="213" y="2"/>
                </a:lnTo>
                <a:lnTo>
                  <a:pt x="220" y="1"/>
                </a:lnTo>
                <a:lnTo>
                  <a:pt x="228" y="1"/>
                </a:lnTo>
                <a:lnTo>
                  <a:pt x="236" y="0"/>
                </a:lnTo>
                <a:lnTo>
                  <a:pt x="244" y="0"/>
                </a:lnTo>
                <a:lnTo>
                  <a:pt x="252" y="0"/>
                </a:lnTo>
                <a:lnTo>
                  <a:pt x="260" y="0"/>
                </a:lnTo>
                <a:lnTo>
                  <a:pt x="268" y="0"/>
                </a:lnTo>
                <a:lnTo>
                  <a:pt x="276" y="1"/>
                </a:lnTo>
                <a:lnTo>
                  <a:pt x="285" y="1"/>
                </a:lnTo>
                <a:lnTo>
                  <a:pt x="292" y="2"/>
                </a:lnTo>
                <a:lnTo>
                  <a:pt x="300" y="3"/>
                </a:lnTo>
                <a:lnTo>
                  <a:pt x="308" y="4"/>
                </a:lnTo>
                <a:lnTo>
                  <a:pt x="316" y="5"/>
                </a:lnTo>
                <a:lnTo>
                  <a:pt x="323" y="7"/>
                </a:lnTo>
                <a:lnTo>
                  <a:pt x="331" y="9"/>
                </a:lnTo>
                <a:lnTo>
                  <a:pt x="338" y="10"/>
                </a:lnTo>
                <a:lnTo>
                  <a:pt x="346" y="12"/>
                </a:lnTo>
                <a:lnTo>
                  <a:pt x="353" y="15"/>
                </a:lnTo>
                <a:lnTo>
                  <a:pt x="360" y="17"/>
                </a:lnTo>
                <a:lnTo>
                  <a:pt x="367" y="19"/>
                </a:lnTo>
                <a:lnTo>
                  <a:pt x="374" y="22"/>
                </a:lnTo>
                <a:lnTo>
                  <a:pt x="381" y="25"/>
                </a:lnTo>
                <a:lnTo>
                  <a:pt x="388" y="28"/>
                </a:lnTo>
                <a:lnTo>
                  <a:pt x="395" y="31"/>
                </a:lnTo>
                <a:lnTo>
                  <a:pt x="401" y="34"/>
                </a:lnTo>
                <a:lnTo>
                  <a:pt x="407" y="38"/>
                </a:lnTo>
                <a:lnTo>
                  <a:pt x="414" y="41"/>
                </a:lnTo>
                <a:lnTo>
                  <a:pt x="420" y="45"/>
                </a:lnTo>
                <a:lnTo>
                  <a:pt x="425" y="49"/>
                </a:lnTo>
                <a:lnTo>
                  <a:pt x="431" y="53"/>
                </a:lnTo>
                <a:lnTo>
                  <a:pt x="437" y="57"/>
                </a:lnTo>
                <a:lnTo>
                  <a:pt x="442" y="61"/>
                </a:lnTo>
                <a:lnTo>
                  <a:pt x="447" y="65"/>
                </a:lnTo>
                <a:lnTo>
                  <a:pt x="452" y="70"/>
                </a:lnTo>
                <a:lnTo>
                  <a:pt x="457" y="74"/>
                </a:lnTo>
                <a:lnTo>
                  <a:pt x="461" y="79"/>
                </a:lnTo>
                <a:lnTo>
                  <a:pt x="466" y="84"/>
                </a:lnTo>
                <a:lnTo>
                  <a:pt x="470" y="88"/>
                </a:lnTo>
                <a:lnTo>
                  <a:pt x="474" y="93"/>
                </a:lnTo>
                <a:lnTo>
                  <a:pt x="478" y="98"/>
                </a:lnTo>
                <a:lnTo>
                  <a:pt x="481" y="103"/>
                </a:lnTo>
                <a:lnTo>
                  <a:pt x="484" y="109"/>
                </a:lnTo>
                <a:lnTo>
                  <a:pt x="487" y="114"/>
                </a:lnTo>
                <a:lnTo>
                  <a:pt x="490" y="119"/>
                </a:lnTo>
                <a:lnTo>
                  <a:pt x="493" y="124"/>
                </a:lnTo>
                <a:lnTo>
                  <a:pt x="495" y="131"/>
                </a:lnTo>
                <a:lnTo>
                  <a:pt x="497" y="136"/>
                </a:lnTo>
                <a:lnTo>
                  <a:pt x="499" y="142"/>
                </a:lnTo>
                <a:lnTo>
                  <a:pt x="501" y="147"/>
                </a:lnTo>
                <a:lnTo>
                  <a:pt x="502" y="153"/>
                </a:lnTo>
                <a:lnTo>
                  <a:pt x="503" y="159"/>
                </a:lnTo>
                <a:lnTo>
                  <a:pt x="504" y="164"/>
                </a:lnTo>
                <a:lnTo>
                  <a:pt x="505" y="170"/>
                </a:lnTo>
                <a:lnTo>
                  <a:pt x="505" y="176"/>
                </a:lnTo>
                <a:lnTo>
                  <a:pt x="505" y="181"/>
                </a:lnTo>
                <a:close/>
              </a:path>
            </a:pathLst>
          </a:custGeom>
          <a:solidFill>
            <a:srgbClr val="ff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3" name=""/>
          <p:cNvSpPr/>
          <p:nvPr/>
        </p:nvSpPr>
        <p:spPr>
          <a:xfrm>
            <a:off x="7970400" y="2878200"/>
            <a:ext cx="184680" cy="132480"/>
          </a:xfrm>
          <a:custGeom>
            <a:avLst/>
            <a:gdLst/>
            <a:ahLst/>
            <a:rect l="0" t="0" r="r" b="b"/>
            <a:pathLst>
              <a:path w="513" h="368">
                <a:moveTo>
                  <a:pt x="509" y="183"/>
                </a:moveTo>
                <a:lnTo>
                  <a:pt x="509" y="178"/>
                </a:lnTo>
                <a:lnTo>
                  <a:pt x="509" y="172"/>
                </a:lnTo>
                <a:lnTo>
                  <a:pt x="508" y="166"/>
                </a:lnTo>
                <a:lnTo>
                  <a:pt x="507" y="161"/>
                </a:lnTo>
                <a:lnTo>
                  <a:pt x="506" y="155"/>
                </a:lnTo>
                <a:lnTo>
                  <a:pt x="505" y="149"/>
                </a:lnTo>
                <a:lnTo>
                  <a:pt x="503" y="144"/>
                </a:lnTo>
                <a:lnTo>
                  <a:pt x="501" y="138"/>
                </a:lnTo>
                <a:lnTo>
                  <a:pt x="499" y="133"/>
                </a:lnTo>
                <a:lnTo>
                  <a:pt x="497" y="127"/>
                </a:lnTo>
                <a:lnTo>
                  <a:pt x="494" y="122"/>
                </a:lnTo>
                <a:lnTo>
                  <a:pt x="491" y="117"/>
                </a:lnTo>
                <a:lnTo>
                  <a:pt x="488" y="112"/>
                </a:lnTo>
                <a:lnTo>
                  <a:pt x="485" y="106"/>
                </a:lnTo>
                <a:lnTo>
                  <a:pt x="482" y="101"/>
                </a:lnTo>
                <a:lnTo>
                  <a:pt x="478" y="96"/>
                </a:lnTo>
                <a:lnTo>
                  <a:pt x="474" y="91"/>
                </a:lnTo>
                <a:lnTo>
                  <a:pt x="470" y="87"/>
                </a:lnTo>
                <a:lnTo>
                  <a:pt x="465" y="82"/>
                </a:lnTo>
                <a:lnTo>
                  <a:pt x="461" y="77"/>
                </a:lnTo>
                <a:lnTo>
                  <a:pt x="456" y="73"/>
                </a:lnTo>
                <a:lnTo>
                  <a:pt x="451" y="68"/>
                </a:lnTo>
                <a:lnTo>
                  <a:pt x="446" y="64"/>
                </a:lnTo>
                <a:lnTo>
                  <a:pt x="441" y="60"/>
                </a:lnTo>
                <a:lnTo>
                  <a:pt x="435" y="56"/>
                </a:lnTo>
                <a:lnTo>
                  <a:pt x="429" y="52"/>
                </a:lnTo>
                <a:lnTo>
                  <a:pt x="424" y="48"/>
                </a:lnTo>
                <a:lnTo>
                  <a:pt x="418" y="44"/>
                </a:lnTo>
                <a:lnTo>
                  <a:pt x="411" y="41"/>
                </a:lnTo>
                <a:lnTo>
                  <a:pt x="405" y="37"/>
                </a:lnTo>
                <a:lnTo>
                  <a:pt x="399" y="34"/>
                </a:lnTo>
                <a:lnTo>
                  <a:pt x="392" y="31"/>
                </a:lnTo>
                <a:lnTo>
                  <a:pt x="385" y="28"/>
                </a:lnTo>
                <a:lnTo>
                  <a:pt x="378" y="25"/>
                </a:lnTo>
                <a:lnTo>
                  <a:pt x="371" y="22"/>
                </a:lnTo>
                <a:lnTo>
                  <a:pt x="364" y="20"/>
                </a:lnTo>
                <a:lnTo>
                  <a:pt x="357" y="18"/>
                </a:lnTo>
                <a:lnTo>
                  <a:pt x="350" y="15"/>
                </a:lnTo>
                <a:lnTo>
                  <a:pt x="342" y="13"/>
                </a:lnTo>
                <a:lnTo>
                  <a:pt x="335" y="12"/>
                </a:lnTo>
                <a:lnTo>
                  <a:pt x="327" y="10"/>
                </a:lnTo>
                <a:lnTo>
                  <a:pt x="320" y="8"/>
                </a:lnTo>
                <a:lnTo>
                  <a:pt x="312" y="7"/>
                </a:lnTo>
                <a:lnTo>
                  <a:pt x="304" y="6"/>
                </a:lnTo>
                <a:lnTo>
                  <a:pt x="296" y="5"/>
                </a:lnTo>
                <a:lnTo>
                  <a:pt x="289" y="4"/>
                </a:lnTo>
                <a:lnTo>
                  <a:pt x="281" y="4"/>
                </a:lnTo>
                <a:lnTo>
                  <a:pt x="273" y="3"/>
                </a:lnTo>
                <a:lnTo>
                  <a:pt x="265" y="3"/>
                </a:lnTo>
                <a:lnTo>
                  <a:pt x="257" y="3"/>
                </a:lnTo>
                <a:lnTo>
                  <a:pt x="249" y="3"/>
                </a:lnTo>
                <a:lnTo>
                  <a:pt x="241" y="3"/>
                </a:lnTo>
                <a:lnTo>
                  <a:pt x="233" y="4"/>
                </a:lnTo>
                <a:lnTo>
                  <a:pt x="225" y="4"/>
                </a:lnTo>
                <a:lnTo>
                  <a:pt x="218" y="5"/>
                </a:lnTo>
                <a:lnTo>
                  <a:pt x="210" y="6"/>
                </a:lnTo>
                <a:lnTo>
                  <a:pt x="202" y="7"/>
                </a:lnTo>
                <a:lnTo>
                  <a:pt x="194" y="8"/>
                </a:lnTo>
                <a:lnTo>
                  <a:pt x="187" y="10"/>
                </a:lnTo>
                <a:lnTo>
                  <a:pt x="179" y="12"/>
                </a:lnTo>
                <a:lnTo>
                  <a:pt x="172" y="13"/>
                </a:lnTo>
                <a:lnTo>
                  <a:pt x="164" y="15"/>
                </a:lnTo>
                <a:lnTo>
                  <a:pt x="157" y="18"/>
                </a:lnTo>
                <a:lnTo>
                  <a:pt x="150" y="20"/>
                </a:lnTo>
                <a:lnTo>
                  <a:pt x="143" y="22"/>
                </a:lnTo>
                <a:lnTo>
                  <a:pt x="136" y="25"/>
                </a:lnTo>
                <a:lnTo>
                  <a:pt x="129" y="28"/>
                </a:lnTo>
                <a:lnTo>
                  <a:pt x="122" y="31"/>
                </a:lnTo>
                <a:lnTo>
                  <a:pt x="115" y="34"/>
                </a:lnTo>
                <a:lnTo>
                  <a:pt x="109" y="37"/>
                </a:lnTo>
                <a:lnTo>
                  <a:pt x="102" y="41"/>
                </a:lnTo>
                <a:lnTo>
                  <a:pt x="96" y="44"/>
                </a:lnTo>
                <a:lnTo>
                  <a:pt x="90" y="48"/>
                </a:lnTo>
                <a:lnTo>
                  <a:pt x="83" y="52"/>
                </a:lnTo>
                <a:lnTo>
                  <a:pt x="78" y="56"/>
                </a:lnTo>
                <a:lnTo>
                  <a:pt x="72" y="60"/>
                </a:lnTo>
                <a:lnTo>
                  <a:pt x="67" y="64"/>
                </a:lnTo>
                <a:lnTo>
                  <a:pt x="62" y="68"/>
                </a:lnTo>
                <a:lnTo>
                  <a:pt x="57" y="73"/>
                </a:lnTo>
                <a:lnTo>
                  <a:pt x="52" y="77"/>
                </a:lnTo>
                <a:lnTo>
                  <a:pt x="47" y="82"/>
                </a:lnTo>
                <a:lnTo>
                  <a:pt x="43" y="87"/>
                </a:lnTo>
                <a:lnTo>
                  <a:pt x="39" y="91"/>
                </a:lnTo>
                <a:lnTo>
                  <a:pt x="35" y="96"/>
                </a:lnTo>
                <a:lnTo>
                  <a:pt x="31" y="101"/>
                </a:lnTo>
                <a:lnTo>
                  <a:pt x="28" y="106"/>
                </a:lnTo>
                <a:lnTo>
                  <a:pt x="25" y="112"/>
                </a:lnTo>
                <a:lnTo>
                  <a:pt x="22" y="117"/>
                </a:lnTo>
                <a:lnTo>
                  <a:pt x="19" y="122"/>
                </a:lnTo>
                <a:lnTo>
                  <a:pt x="16" y="127"/>
                </a:lnTo>
                <a:lnTo>
                  <a:pt x="14" y="133"/>
                </a:lnTo>
                <a:lnTo>
                  <a:pt x="12" y="138"/>
                </a:lnTo>
                <a:lnTo>
                  <a:pt x="10" y="144"/>
                </a:lnTo>
                <a:lnTo>
                  <a:pt x="8" y="149"/>
                </a:lnTo>
                <a:lnTo>
                  <a:pt x="7" y="155"/>
                </a:lnTo>
                <a:lnTo>
                  <a:pt x="6" y="161"/>
                </a:lnTo>
                <a:lnTo>
                  <a:pt x="5" y="166"/>
                </a:lnTo>
                <a:lnTo>
                  <a:pt x="4" y="172"/>
                </a:lnTo>
                <a:lnTo>
                  <a:pt x="4" y="178"/>
                </a:lnTo>
                <a:lnTo>
                  <a:pt x="4" y="183"/>
                </a:lnTo>
                <a:lnTo>
                  <a:pt x="4" y="189"/>
                </a:lnTo>
                <a:lnTo>
                  <a:pt x="4" y="195"/>
                </a:lnTo>
                <a:lnTo>
                  <a:pt x="5" y="200"/>
                </a:lnTo>
                <a:lnTo>
                  <a:pt x="6" y="206"/>
                </a:lnTo>
                <a:lnTo>
                  <a:pt x="7" y="212"/>
                </a:lnTo>
                <a:lnTo>
                  <a:pt x="8" y="217"/>
                </a:lnTo>
                <a:lnTo>
                  <a:pt x="10" y="223"/>
                </a:lnTo>
                <a:lnTo>
                  <a:pt x="12" y="228"/>
                </a:lnTo>
                <a:lnTo>
                  <a:pt x="14" y="234"/>
                </a:lnTo>
                <a:lnTo>
                  <a:pt x="16" y="239"/>
                </a:lnTo>
                <a:lnTo>
                  <a:pt x="19" y="245"/>
                </a:lnTo>
                <a:lnTo>
                  <a:pt x="22" y="251"/>
                </a:lnTo>
                <a:lnTo>
                  <a:pt x="25" y="256"/>
                </a:lnTo>
                <a:lnTo>
                  <a:pt x="28" y="261"/>
                </a:lnTo>
                <a:lnTo>
                  <a:pt x="31" y="266"/>
                </a:lnTo>
                <a:lnTo>
                  <a:pt x="35" y="271"/>
                </a:lnTo>
                <a:lnTo>
                  <a:pt x="39" y="276"/>
                </a:lnTo>
                <a:lnTo>
                  <a:pt x="43" y="281"/>
                </a:lnTo>
                <a:lnTo>
                  <a:pt x="47" y="286"/>
                </a:lnTo>
                <a:lnTo>
                  <a:pt x="52" y="290"/>
                </a:lnTo>
                <a:lnTo>
                  <a:pt x="57" y="295"/>
                </a:lnTo>
                <a:lnTo>
                  <a:pt x="62" y="299"/>
                </a:lnTo>
                <a:lnTo>
                  <a:pt x="67" y="304"/>
                </a:lnTo>
                <a:lnTo>
                  <a:pt x="72" y="308"/>
                </a:lnTo>
                <a:lnTo>
                  <a:pt x="78" y="312"/>
                </a:lnTo>
                <a:lnTo>
                  <a:pt x="83" y="316"/>
                </a:lnTo>
                <a:lnTo>
                  <a:pt x="90" y="320"/>
                </a:lnTo>
                <a:lnTo>
                  <a:pt x="96" y="323"/>
                </a:lnTo>
                <a:lnTo>
                  <a:pt x="102" y="327"/>
                </a:lnTo>
                <a:lnTo>
                  <a:pt x="109" y="330"/>
                </a:lnTo>
                <a:lnTo>
                  <a:pt x="115" y="334"/>
                </a:lnTo>
                <a:lnTo>
                  <a:pt x="122" y="337"/>
                </a:lnTo>
                <a:lnTo>
                  <a:pt x="129" y="340"/>
                </a:lnTo>
                <a:lnTo>
                  <a:pt x="136" y="343"/>
                </a:lnTo>
                <a:lnTo>
                  <a:pt x="143" y="345"/>
                </a:lnTo>
                <a:lnTo>
                  <a:pt x="150" y="348"/>
                </a:lnTo>
                <a:lnTo>
                  <a:pt x="157" y="350"/>
                </a:lnTo>
                <a:lnTo>
                  <a:pt x="164" y="352"/>
                </a:lnTo>
                <a:lnTo>
                  <a:pt x="172" y="354"/>
                </a:lnTo>
                <a:lnTo>
                  <a:pt x="179" y="356"/>
                </a:lnTo>
                <a:lnTo>
                  <a:pt x="187" y="358"/>
                </a:lnTo>
                <a:lnTo>
                  <a:pt x="194" y="359"/>
                </a:lnTo>
                <a:lnTo>
                  <a:pt x="202" y="361"/>
                </a:lnTo>
                <a:lnTo>
                  <a:pt x="210" y="362"/>
                </a:lnTo>
                <a:lnTo>
                  <a:pt x="218" y="363"/>
                </a:lnTo>
                <a:lnTo>
                  <a:pt x="225" y="363"/>
                </a:lnTo>
                <a:lnTo>
                  <a:pt x="233" y="364"/>
                </a:lnTo>
                <a:lnTo>
                  <a:pt x="241" y="365"/>
                </a:lnTo>
                <a:lnTo>
                  <a:pt x="249" y="365"/>
                </a:lnTo>
                <a:lnTo>
                  <a:pt x="257" y="365"/>
                </a:lnTo>
                <a:lnTo>
                  <a:pt x="265" y="365"/>
                </a:lnTo>
                <a:lnTo>
                  <a:pt x="273" y="365"/>
                </a:lnTo>
                <a:lnTo>
                  <a:pt x="281" y="364"/>
                </a:lnTo>
                <a:lnTo>
                  <a:pt x="289" y="363"/>
                </a:lnTo>
                <a:lnTo>
                  <a:pt x="296" y="363"/>
                </a:lnTo>
                <a:lnTo>
                  <a:pt x="304" y="362"/>
                </a:lnTo>
                <a:lnTo>
                  <a:pt x="312" y="361"/>
                </a:lnTo>
                <a:lnTo>
                  <a:pt x="320" y="359"/>
                </a:lnTo>
                <a:lnTo>
                  <a:pt x="327" y="358"/>
                </a:lnTo>
                <a:lnTo>
                  <a:pt x="335" y="356"/>
                </a:lnTo>
                <a:lnTo>
                  <a:pt x="342" y="354"/>
                </a:lnTo>
                <a:lnTo>
                  <a:pt x="350" y="352"/>
                </a:lnTo>
                <a:lnTo>
                  <a:pt x="357" y="350"/>
                </a:lnTo>
                <a:lnTo>
                  <a:pt x="364" y="348"/>
                </a:lnTo>
                <a:lnTo>
                  <a:pt x="371" y="345"/>
                </a:lnTo>
                <a:lnTo>
                  <a:pt x="378" y="343"/>
                </a:lnTo>
                <a:lnTo>
                  <a:pt x="385" y="340"/>
                </a:lnTo>
                <a:lnTo>
                  <a:pt x="392" y="337"/>
                </a:lnTo>
                <a:lnTo>
                  <a:pt x="399" y="334"/>
                </a:lnTo>
                <a:lnTo>
                  <a:pt x="405" y="330"/>
                </a:lnTo>
                <a:lnTo>
                  <a:pt x="411" y="327"/>
                </a:lnTo>
                <a:lnTo>
                  <a:pt x="418" y="323"/>
                </a:lnTo>
                <a:lnTo>
                  <a:pt x="424" y="320"/>
                </a:lnTo>
                <a:lnTo>
                  <a:pt x="429" y="316"/>
                </a:lnTo>
                <a:lnTo>
                  <a:pt x="435" y="312"/>
                </a:lnTo>
                <a:lnTo>
                  <a:pt x="441" y="308"/>
                </a:lnTo>
                <a:lnTo>
                  <a:pt x="446" y="304"/>
                </a:lnTo>
                <a:lnTo>
                  <a:pt x="451" y="299"/>
                </a:lnTo>
                <a:lnTo>
                  <a:pt x="456" y="295"/>
                </a:lnTo>
                <a:lnTo>
                  <a:pt x="461" y="290"/>
                </a:lnTo>
                <a:lnTo>
                  <a:pt x="465" y="286"/>
                </a:lnTo>
                <a:lnTo>
                  <a:pt x="470" y="281"/>
                </a:lnTo>
                <a:lnTo>
                  <a:pt x="474" y="276"/>
                </a:lnTo>
                <a:lnTo>
                  <a:pt x="478" y="271"/>
                </a:lnTo>
                <a:lnTo>
                  <a:pt x="482" y="266"/>
                </a:lnTo>
                <a:lnTo>
                  <a:pt x="485" y="261"/>
                </a:lnTo>
                <a:lnTo>
                  <a:pt x="488" y="256"/>
                </a:lnTo>
                <a:lnTo>
                  <a:pt x="491" y="251"/>
                </a:lnTo>
                <a:lnTo>
                  <a:pt x="494" y="245"/>
                </a:lnTo>
                <a:lnTo>
                  <a:pt x="497" y="239"/>
                </a:lnTo>
                <a:lnTo>
                  <a:pt x="499" y="234"/>
                </a:lnTo>
                <a:lnTo>
                  <a:pt x="501" y="228"/>
                </a:lnTo>
                <a:lnTo>
                  <a:pt x="503" y="223"/>
                </a:lnTo>
                <a:lnTo>
                  <a:pt x="505" y="217"/>
                </a:lnTo>
                <a:lnTo>
                  <a:pt x="506" y="212"/>
                </a:lnTo>
                <a:lnTo>
                  <a:pt x="507" y="206"/>
                </a:lnTo>
                <a:lnTo>
                  <a:pt x="508" y="200"/>
                </a:lnTo>
                <a:lnTo>
                  <a:pt x="509" y="195"/>
                </a:lnTo>
                <a:lnTo>
                  <a:pt x="509" y="189"/>
                </a:lnTo>
                <a:lnTo>
                  <a:pt x="509" y="183"/>
                </a:lnTo>
                <a:moveTo>
                  <a:pt x="513" y="183"/>
                </a:moveTo>
                <a:lnTo>
                  <a:pt x="513" y="189"/>
                </a:lnTo>
                <a:lnTo>
                  <a:pt x="512" y="195"/>
                </a:lnTo>
                <a:lnTo>
                  <a:pt x="512" y="201"/>
                </a:lnTo>
                <a:lnTo>
                  <a:pt x="511" y="206"/>
                </a:lnTo>
                <a:lnTo>
                  <a:pt x="510" y="212"/>
                </a:lnTo>
                <a:lnTo>
                  <a:pt x="508" y="218"/>
                </a:lnTo>
                <a:lnTo>
                  <a:pt x="507" y="223"/>
                </a:lnTo>
                <a:lnTo>
                  <a:pt x="505" y="229"/>
                </a:lnTo>
                <a:lnTo>
                  <a:pt x="503" y="234"/>
                </a:lnTo>
                <a:lnTo>
                  <a:pt x="500" y="241"/>
                </a:lnTo>
                <a:lnTo>
                  <a:pt x="498" y="246"/>
                </a:lnTo>
                <a:lnTo>
                  <a:pt x="495" y="252"/>
                </a:lnTo>
                <a:lnTo>
                  <a:pt x="492" y="257"/>
                </a:lnTo>
                <a:lnTo>
                  <a:pt x="489" y="262"/>
                </a:lnTo>
                <a:lnTo>
                  <a:pt x="485" y="268"/>
                </a:lnTo>
                <a:lnTo>
                  <a:pt x="481" y="273"/>
                </a:lnTo>
                <a:lnTo>
                  <a:pt x="477" y="278"/>
                </a:lnTo>
                <a:lnTo>
                  <a:pt x="473" y="283"/>
                </a:lnTo>
                <a:lnTo>
                  <a:pt x="469" y="287"/>
                </a:lnTo>
                <a:lnTo>
                  <a:pt x="464" y="292"/>
                </a:lnTo>
                <a:lnTo>
                  <a:pt x="459" y="297"/>
                </a:lnTo>
                <a:lnTo>
                  <a:pt x="454" y="301"/>
                </a:lnTo>
                <a:lnTo>
                  <a:pt x="449" y="306"/>
                </a:lnTo>
                <a:lnTo>
                  <a:pt x="444" y="310"/>
                </a:lnTo>
                <a:lnTo>
                  <a:pt x="438" y="314"/>
                </a:lnTo>
                <a:lnTo>
                  <a:pt x="432" y="318"/>
                </a:lnTo>
                <a:lnTo>
                  <a:pt x="426" y="322"/>
                </a:lnTo>
                <a:lnTo>
                  <a:pt x="420" y="326"/>
                </a:lnTo>
                <a:lnTo>
                  <a:pt x="414" y="329"/>
                </a:lnTo>
                <a:lnTo>
                  <a:pt x="407" y="333"/>
                </a:lnTo>
                <a:lnTo>
                  <a:pt x="401" y="336"/>
                </a:lnTo>
                <a:lnTo>
                  <a:pt x="394" y="339"/>
                </a:lnTo>
                <a:lnTo>
                  <a:pt x="387" y="342"/>
                </a:lnTo>
                <a:lnTo>
                  <a:pt x="380" y="345"/>
                </a:lnTo>
                <a:lnTo>
                  <a:pt x="373" y="348"/>
                </a:lnTo>
                <a:lnTo>
                  <a:pt x="366" y="350"/>
                </a:lnTo>
                <a:lnTo>
                  <a:pt x="359" y="353"/>
                </a:lnTo>
                <a:lnTo>
                  <a:pt x="351" y="355"/>
                </a:lnTo>
                <a:lnTo>
                  <a:pt x="344" y="357"/>
                </a:lnTo>
                <a:lnTo>
                  <a:pt x="336" y="359"/>
                </a:lnTo>
                <a:lnTo>
                  <a:pt x="328" y="360"/>
                </a:lnTo>
                <a:lnTo>
                  <a:pt x="321" y="362"/>
                </a:lnTo>
                <a:lnTo>
                  <a:pt x="313" y="363"/>
                </a:lnTo>
                <a:lnTo>
                  <a:pt x="305" y="364"/>
                </a:lnTo>
                <a:lnTo>
                  <a:pt x="297" y="365"/>
                </a:lnTo>
                <a:lnTo>
                  <a:pt x="289" y="366"/>
                </a:lnTo>
                <a:lnTo>
                  <a:pt x="281" y="367"/>
                </a:lnTo>
                <a:lnTo>
                  <a:pt x="273" y="367"/>
                </a:lnTo>
                <a:lnTo>
                  <a:pt x="265" y="368"/>
                </a:lnTo>
                <a:lnTo>
                  <a:pt x="257" y="368"/>
                </a:lnTo>
                <a:lnTo>
                  <a:pt x="249" y="368"/>
                </a:lnTo>
                <a:lnTo>
                  <a:pt x="241" y="367"/>
                </a:lnTo>
                <a:lnTo>
                  <a:pt x="233" y="367"/>
                </a:lnTo>
                <a:lnTo>
                  <a:pt x="225" y="366"/>
                </a:lnTo>
                <a:lnTo>
                  <a:pt x="217" y="365"/>
                </a:lnTo>
                <a:lnTo>
                  <a:pt x="209" y="364"/>
                </a:lnTo>
                <a:lnTo>
                  <a:pt x="201" y="363"/>
                </a:lnTo>
                <a:lnTo>
                  <a:pt x="193" y="362"/>
                </a:lnTo>
                <a:lnTo>
                  <a:pt x="186" y="360"/>
                </a:lnTo>
                <a:lnTo>
                  <a:pt x="178" y="359"/>
                </a:lnTo>
                <a:lnTo>
                  <a:pt x="170" y="357"/>
                </a:lnTo>
                <a:lnTo>
                  <a:pt x="163" y="355"/>
                </a:lnTo>
                <a:lnTo>
                  <a:pt x="155" y="353"/>
                </a:lnTo>
                <a:lnTo>
                  <a:pt x="148" y="350"/>
                </a:lnTo>
                <a:lnTo>
                  <a:pt x="141" y="348"/>
                </a:lnTo>
                <a:lnTo>
                  <a:pt x="134" y="345"/>
                </a:lnTo>
                <a:lnTo>
                  <a:pt x="127" y="342"/>
                </a:lnTo>
                <a:lnTo>
                  <a:pt x="120" y="339"/>
                </a:lnTo>
                <a:lnTo>
                  <a:pt x="113" y="336"/>
                </a:lnTo>
                <a:lnTo>
                  <a:pt x="107" y="333"/>
                </a:lnTo>
                <a:lnTo>
                  <a:pt x="100" y="329"/>
                </a:lnTo>
                <a:lnTo>
                  <a:pt x="94" y="326"/>
                </a:lnTo>
                <a:lnTo>
                  <a:pt x="87" y="322"/>
                </a:lnTo>
                <a:lnTo>
                  <a:pt x="81" y="318"/>
                </a:lnTo>
                <a:lnTo>
                  <a:pt x="75" y="314"/>
                </a:lnTo>
                <a:lnTo>
                  <a:pt x="69" y="310"/>
                </a:lnTo>
                <a:lnTo>
                  <a:pt x="64" y="306"/>
                </a:lnTo>
                <a:lnTo>
                  <a:pt x="59" y="301"/>
                </a:lnTo>
                <a:lnTo>
                  <a:pt x="54" y="297"/>
                </a:lnTo>
                <a:lnTo>
                  <a:pt x="49" y="292"/>
                </a:lnTo>
                <a:lnTo>
                  <a:pt x="44" y="287"/>
                </a:lnTo>
                <a:lnTo>
                  <a:pt x="40" y="283"/>
                </a:lnTo>
                <a:lnTo>
                  <a:pt x="36" y="278"/>
                </a:lnTo>
                <a:lnTo>
                  <a:pt x="32" y="273"/>
                </a:lnTo>
                <a:lnTo>
                  <a:pt x="28" y="268"/>
                </a:lnTo>
                <a:lnTo>
                  <a:pt x="24" y="262"/>
                </a:lnTo>
                <a:lnTo>
                  <a:pt x="21" y="257"/>
                </a:lnTo>
                <a:lnTo>
                  <a:pt x="18" y="252"/>
                </a:lnTo>
                <a:lnTo>
                  <a:pt x="15" y="246"/>
                </a:lnTo>
                <a:lnTo>
                  <a:pt x="13" y="241"/>
                </a:lnTo>
                <a:lnTo>
                  <a:pt x="10" y="234"/>
                </a:lnTo>
                <a:lnTo>
                  <a:pt x="8" y="229"/>
                </a:lnTo>
                <a:lnTo>
                  <a:pt x="6" y="223"/>
                </a:lnTo>
                <a:lnTo>
                  <a:pt x="5" y="218"/>
                </a:lnTo>
                <a:lnTo>
                  <a:pt x="3" y="212"/>
                </a:lnTo>
                <a:lnTo>
                  <a:pt x="2" y="206"/>
                </a:lnTo>
                <a:lnTo>
                  <a:pt x="1" y="201"/>
                </a:lnTo>
                <a:lnTo>
                  <a:pt x="1" y="195"/>
                </a:lnTo>
                <a:lnTo>
                  <a:pt x="0" y="189"/>
                </a:lnTo>
                <a:lnTo>
                  <a:pt x="0" y="183"/>
                </a:lnTo>
                <a:lnTo>
                  <a:pt x="0" y="178"/>
                </a:lnTo>
                <a:lnTo>
                  <a:pt x="1" y="172"/>
                </a:lnTo>
                <a:lnTo>
                  <a:pt x="1" y="166"/>
                </a:lnTo>
                <a:lnTo>
                  <a:pt x="2" y="160"/>
                </a:lnTo>
                <a:lnTo>
                  <a:pt x="3" y="155"/>
                </a:lnTo>
                <a:lnTo>
                  <a:pt x="5" y="149"/>
                </a:lnTo>
                <a:lnTo>
                  <a:pt x="6" y="143"/>
                </a:lnTo>
                <a:lnTo>
                  <a:pt x="8" y="138"/>
                </a:lnTo>
                <a:lnTo>
                  <a:pt x="10" y="132"/>
                </a:lnTo>
                <a:lnTo>
                  <a:pt x="13" y="127"/>
                </a:lnTo>
                <a:lnTo>
                  <a:pt x="15" y="121"/>
                </a:lnTo>
                <a:lnTo>
                  <a:pt x="18" y="116"/>
                </a:lnTo>
                <a:lnTo>
                  <a:pt x="21" y="110"/>
                </a:lnTo>
                <a:lnTo>
                  <a:pt x="24" y="105"/>
                </a:lnTo>
                <a:lnTo>
                  <a:pt x="28" y="100"/>
                </a:lnTo>
                <a:lnTo>
                  <a:pt x="32" y="95"/>
                </a:lnTo>
                <a:lnTo>
                  <a:pt x="36" y="90"/>
                </a:lnTo>
                <a:lnTo>
                  <a:pt x="40" y="85"/>
                </a:lnTo>
                <a:lnTo>
                  <a:pt x="44" y="80"/>
                </a:lnTo>
                <a:lnTo>
                  <a:pt x="49" y="76"/>
                </a:lnTo>
                <a:lnTo>
                  <a:pt x="54" y="71"/>
                </a:lnTo>
                <a:lnTo>
                  <a:pt x="59" y="66"/>
                </a:lnTo>
                <a:lnTo>
                  <a:pt x="64" y="62"/>
                </a:lnTo>
                <a:lnTo>
                  <a:pt x="69" y="58"/>
                </a:lnTo>
                <a:lnTo>
                  <a:pt x="75" y="54"/>
                </a:lnTo>
                <a:lnTo>
                  <a:pt x="81" y="50"/>
                </a:lnTo>
                <a:lnTo>
                  <a:pt x="87" y="46"/>
                </a:lnTo>
                <a:lnTo>
                  <a:pt x="94" y="42"/>
                </a:lnTo>
                <a:lnTo>
                  <a:pt x="100" y="38"/>
                </a:lnTo>
                <a:lnTo>
                  <a:pt x="107" y="35"/>
                </a:lnTo>
                <a:lnTo>
                  <a:pt x="113" y="32"/>
                </a:lnTo>
                <a:lnTo>
                  <a:pt x="120" y="28"/>
                </a:lnTo>
                <a:lnTo>
                  <a:pt x="127" y="25"/>
                </a:lnTo>
                <a:lnTo>
                  <a:pt x="134" y="23"/>
                </a:lnTo>
                <a:lnTo>
                  <a:pt x="141" y="20"/>
                </a:lnTo>
                <a:lnTo>
                  <a:pt x="148" y="17"/>
                </a:lnTo>
                <a:lnTo>
                  <a:pt x="155" y="15"/>
                </a:lnTo>
                <a:lnTo>
                  <a:pt x="163" y="13"/>
                </a:lnTo>
                <a:lnTo>
                  <a:pt x="170" y="11"/>
                </a:lnTo>
                <a:lnTo>
                  <a:pt x="178" y="9"/>
                </a:lnTo>
                <a:lnTo>
                  <a:pt x="186" y="7"/>
                </a:lnTo>
                <a:lnTo>
                  <a:pt x="193" y="6"/>
                </a:lnTo>
                <a:lnTo>
                  <a:pt x="201" y="4"/>
                </a:lnTo>
                <a:lnTo>
                  <a:pt x="209" y="3"/>
                </a:lnTo>
                <a:lnTo>
                  <a:pt x="217" y="2"/>
                </a:lnTo>
                <a:lnTo>
                  <a:pt x="225" y="1"/>
                </a:lnTo>
                <a:lnTo>
                  <a:pt x="233" y="1"/>
                </a:lnTo>
                <a:lnTo>
                  <a:pt x="241" y="0"/>
                </a:lnTo>
                <a:lnTo>
                  <a:pt x="249" y="0"/>
                </a:lnTo>
                <a:lnTo>
                  <a:pt x="257" y="0"/>
                </a:lnTo>
                <a:lnTo>
                  <a:pt x="265" y="0"/>
                </a:lnTo>
                <a:lnTo>
                  <a:pt x="273" y="0"/>
                </a:lnTo>
                <a:lnTo>
                  <a:pt x="281" y="1"/>
                </a:lnTo>
                <a:lnTo>
                  <a:pt x="289" y="1"/>
                </a:lnTo>
                <a:lnTo>
                  <a:pt x="297" y="2"/>
                </a:lnTo>
                <a:lnTo>
                  <a:pt x="305" y="3"/>
                </a:lnTo>
                <a:lnTo>
                  <a:pt x="313" y="4"/>
                </a:lnTo>
                <a:lnTo>
                  <a:pt x="321" y="6"/>
                </a:lnTo>
                <a:lnTo>
                  <a:pt x="328" y="7"/>
                </a:lnTo>
                <a:lnTo>
                  <a:pt x="336" y="9"/>
                </a:lnTo>
                <a:lnTo>
                  <a:pt x="344" y="11"/>
                </a:lnTo>
                <a:lnTo>
                  <a:pt x="351" y="13"/>
                </a:lnTo>
                <a:lnTo>
                  <a:pt x="359" y="15"/>
                </a:lnTo>
                <a:lnTo>
                  <a:pt x="366" y="17"/>
                </a:lnTo>
                <a:lnTo>
                  <a:pt x="373" y="20"/>
                </a:lnTo>
                <a:lnTo>
                  <a:pt x="380" y="23"/>
                </a:lnTo>
                <a:lnTo>
                  <a:pt x="387" y="25"/>
                </a:lnTo>
                <a:lnTo>
                  <a:pt x="394" y="28"/>
                </a:lnTo>
                <a:lnTo>
                  <a:pt x="401" y="32"/>
                </a:lnTo>
                <a:lnTo>
                  <a:pt x="407" y="35"/>
                </a:lnTo>
                <a:lnTo>
                  <a:pt x="414" y="38"/>
                </a:lnTo>
                <a:lnTo>
                  <a:pt x="420" y="42"/>
                </a:lnTo>
                <a:lnTo>
                  <a:pt x="426" y="46"/>
                </a:lnTo>
                <a:lnTo>
                  <a:pt x="432" y="50"/>
                </a:lnTo>
                <a:lnTo>
                  <a:pt x="438" y="54"/>
                </a:lnTo>
                <a:lnTo>
                  <a:pt x="444" y="58"/>
                </a:lnTo>
                <a:lnTo>
                  <a:pt x="449" y="62"/>
                </a:lnTo>
                <a:lnTo>
                  <a:pt x="454" y="66"/>
                </a:lnTo>
                <a:lnTo>
                  <a:pt x="459" y="71"/>
                </a:lnTo>
                <a:lnTo>
                  <a:pt x="464" y="76"/>
                </a:lnTo>
                <a:lnTo>
                  <a:pt x="469" y="80"/>
                </a:lnTo>
                <a:lnTo>
                  <a:pt x="473" y="85"/>
                </a:lnTo>
                <a:lnTo>
                  <a:pt x="477" y="90"/>
                </a:lnTo>
                <a:lnTo>
                  <a:pt x="481" y="95"/>
                </a:lnTo>
                <a:lnTo>
                  <a:pt x="485" y="100"/>
                </a:lnTo>
                <a:lnTo>
                  <a:pt x="489" y="105"/>
                </a:lnTo>
                <a:lnTo>
                  <a:pt x="492" y="110"/>
                </a:lnTo>
                <a:lnTo>
                  <a:pt x="495" y="116"/>
                </a:lnTo>
                <a:lnTo>
                  <a:pt x="498" y="121"/>
                </a:lnTo>
                <a:lnTo>
                  <a:pt x="500" y="127"/>
                </a:lnTo>
                <a:lnTo>
                  <a:pt x="503" y="132"/>
                </a:lnTo>
                <a:lnTo>
                  <a:pt x="505" y="138"/>
                </a:lnTo>
                <a:lnTo>
                  <a:pt x="507" y="143"/>
                </a:lnTo>
                <a:lnTo>
                  <a:pt x="508" y="149"/>
                </a:lnTo>
                <a:lnTo>
                  <a:pt x="510" y="155"/>
                </a:lnTo>
                <a:lnTo>
                  <a:pt x="511" y="160"/>
                </a:lnTo>
                <a:lnTo>
                  <a:pt x="512" y="166"/>
                </a:lnTo>
                <a:lnTo>
                  <a:pt x="512" y="172"/>
                </a:lnTo>
                <a:lnTo>
                  <a:pt x="513" y="178"/>
                </a:lnTo>
                <a:lnTo>
                  <a:pt x="513" y="183"/>
                </a:lnTo>
                <a:close/>
              </a:path>
            </a:pathLst>
          </a:custGeom>
          <a:solidFill>
            <a:srgbClr val="ff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4" name=""/>
          <p:cNvSpPr/>
          <p:nvPr/>
        </p:nvSpPr>
        <p:spPr>
          <a:xfrm>
            <a:off x="7967520" y="2876040"/>
            <a:ext cx="190440" cy="136440"/>
          </a:xfrm>
          <a:custGeom>
            <a:avLst/>
            <a:gdLst/>
            <a:ahLst/>
            <a:rect l="0" t="0" r="r" b="b"/>
            <a:pathLst>
              <a:path w="529" h="379">
                <a:moveTo>
                  <a:pt x="521" y="190"/>
                </a:moveTo>
                <a:lnTo>
                  <a:pt x="521" y="185"/>
                </a:lnTo>
                <a:lnTo>
                  <a:pt x="520" y="179"/>
                </a:lnTo>
                <a:lnTo>
                  <a:pt x="520" y="173"/>
                </a:lnTo>
                <a:lnTo>
                  <a:pt x="519" y="167"/>
                </a:lnTo>
                <a:lnTo>
                  <a:pt x="518" y="162"/>
                </a:lnTo>
                <a:lnTo>
                  <a:pt x="516" y="156"/>
                </a:lnTo>
                <a:lnTo>
                  <a:pt x="515" y="150"/>
                </a:lnTo>
                <a:lnTo>
                  <a:pt x="513" y="145"/>
                </a:lnTo>
                <a:lnTo>
                  <a:pt x="511" y="139"/>
                </a:lnTo>
                <a:lnTo>
                  <a:pt x="508" y="134"/>
                </a:lnTo>
                <a:lnTo>
                  <a:pt x="506" y="128"/>
                </a:lnTo>
                <a:lnTo>
                  <a:pt x="503" y="123"/>
                </a:lnTo>
                <a:lnTo>
                  <a:pt x="500" y="116"/>
                </a:lnTo>
                <a:lnTo>
                  <a:pt x="497" y="111"/>
                </a:lnTo>
                <a:lnTo>
                  <a:pt x="493" y="106"/>
                </a:lnTo>
                <a:lnTo>
                  <a:pt x="489" y="101"/>
                </a:lnTo>
                <a:lnTo>
                  <a:pt x="485" y="96"/>
                </a:lnTo>
                <a:lnTo>
                  <a:pt x="481" y="91"/>
                </a:lnTo>
                <a:lnTo>
                  <a:pt x="477" y="86"/>
                </a:lnTo>
                <a:lnTo>
                  <a:pt x="472" y="82"/>
                </a:lnTo>
                <a:lnTo>
                  <a:pt x="467" y="77"/>
                </a:lnTo>
                <a:lnTo>
                  <a:pt x="462" y="72"/>
                </a:lnTo>
                <a:lnTo>
                  <a:pt x="457" y="68"/>
                </a:lnTo>
                <a:lnTo>
                  <a:pt x="452" y="64"/>
                </a:lnTo>
                <a:lnTo>
                  <a:pt x="446" y="60"/>
                </a:lnTo>
                <a:lnTo>
                  <a:pt x="440" y="56"/>
                </a:lnTo>
                <a:lnTo>
                  <a:pt x="434" y="52"/>
                </a:lnTo>
                <a:lnTo>
                  <a:pt x="428" y="48"/>
                </a:lnTo>
                <a:lnTo>
                  <a:pt x="422" y="44"/>
                </a:lnTo>
                <a:lnTo>
                  <a:pt x="415" y="41"/>
                </a:lnTo>
                <a:lnTo>
                  <a:pt x="409" y="38"/>
                </a:lnTo>
                <a:lnTo>
                  <a:pt x="402" y="34"/>
                </a:lnTo>
                <a:lnTo>
                  <a:pt x="395" y="31"/>
                </a:lnTo>
                <a:lnTo>
                  <a:pt x="388" y="29"/>
                </a:lnTo>
                <a:lnTo>
                  <a:pt x="381" y="26"/>
                </a:lnTo>
                <a:lnTo>
                  <a:pt x="374" y="23"/>
                </a:lnTo>
                <a:lnTo>
                  <a:pt x="367" y="21"/>
                </a:lnTo>
                <a:lnTo>
                  <a:pt x="359" y="19"/>
                </a:lnTo>
                <a:lnTo>
                  <a:pt x="352" y="17"/>
                </a:lnTo>
                <a:lnTo>
                  <a:pt x="344" y="15"/>
                </a:lnTo>
                <a:lnTo>
                  <a:pt x="336" y="13"/>
                </a:lnTo>
                <a:lnTo>
                  <a:pt x="329" y="12"/>
                </a:lnTo>
                <a:lnTo>
                  <a:pt x="321" y="10"/>
                </a:lnTo>
                <a:lnTo>
                  <a:pt x="313" y="9"/>
                </a:lnTo>
                <a:lnTo>
                  <a:pt x="305" y="8"/>
                </a:lnTo>
                <a:lnTo>
                  <a:pt x="297" y="7"/>
                </a:lnTo>
                <a:lnTo>
                  <a:pt x="289" y="7"/>
                </a:lnTo>
                <a:lnTo>
                  <a:pt x="281" y="6"/>
                </a:lnTo>
                <a:lnTo>
                  <a:pt x="273" y="6"/>
                </a:lnTo>
                <a:lnTo>
                  <a:pt x="264" y="6"/>
                </a:lnTo>
                <a:lnTo>
                  <a:pt x="256" y="6"/>
                </a:lnTo>
                <a:lnTo>
                  <a:pt x="248" y="6"/>
                </a:lnTo>
                <a:lnTo>
                  <a:pt x="240" y="7"/>
                </a:lnTo>
                <a:lnTo>
                  <a:pt x="232" y="7"/>
                </a:lnTo>
                <a:lnTo>
                  <a:pt x="224" y="8"/>
                </a:lnTo>
                <a:lnTo>
                  <a:pt x="216" y="9"/>
                </a:lnTo>
                <a:lnTo>
                  <a:pt x="208" y="10"/>
                </a:lnTo>
                <a:lnTo>
                  <a:pt x="200" y="12"/>
                </a:lnTo>
                <a:lnTo>
                  <a:pt x="193" y="13"/>
                </a:lnTo>
                <a:lnTo>
                  <a:pt x="185" y="15"/>
                </a:lnTo>
                <a:lnTo>
                  <a:pt x="177" y="17"/>
                </a:lnTo>
                <a:lnTo>
                  <a:pt x="170" y="19"/>
                </a:lnTo>
                <a:lnTo>
                  <a:pt x="162" y="21"/>
                </a:lnTo>
                <a:lnTo>
                  <a:pt x="155" y="23"/>
                </a:lnTo>
                <a:lnTo>
                  <a:pt x="148" y="26"/>
                </a:lnTo>
                <a:lnTo>
                  <a:pt x="141" y="29"/>
                </a:lnTo>
                <a:lnTo>
                  <a:pt x="134" y="31"/>
                </a:lnTo>
                <a:lnTo>
                  <a:pt x="127" y="34"/>
                </a:lnTo>
                <a:lnTo>
                  <a:pt x="120" y="38"/>
                </a:lnTo>
                <a:lnTo>
                  <a:pt x="114" y="41"/>
                </a:lnTo>
                <a:lnTo>
                  <a:pt x="107" y="44"/>
                </a:lnTo>
                <a:lnTo>
                  <a:pt x="101" y="48"/>
                </a:lnTo>
                <a:lnTo>
                  <a:pt x="95" y="52"/>
                </a:lnTo>
                <a:lnTo>
                  <a:pt x="89" y="56"/>
                </a:lnTo>
                <a:lnTo>
                  <a:pt x="83" y="60"/>
                </a:lnTo>
                <a:lnTo>
                  <a:pt x="77" y="64"/>
                </a:lnTo>
                <a:lnTo>
                  <a:pt x="72" y="68"/>
                </a:lnTo>
                <a:lnTo>
                  <a:pt x="67" y="72"/>
                </a:lnTo>
                <a:lnTo>
                  <a:pt x="62" y="77"/>
                </a:lnTo>
                <a:lnTo>
                  <a:pt x="57" y="82"/>
                </a:lnTo>
                <a:lnTo>
                  <a:pt x="52" y="86"/>
                </a:lnTo>
                <a:lnTo>
                  <a:pt x="48" y="91"/>
                </a:lnTo>
                <a:lnTo>
                  <a:pt x="44" y="96"/>
                </a:lnTo>
                <a:lnTo>
                  <a:pt x="40" y="101"/>
                </a:lnTo>
                <a:lnTo>
                  <a:pt x="36" y="106"/>
                </a:lnTo>
                <a:lnTo>
                  <a:pt x="32" y="111"/>
                </a:lnTo>
                <a:lnTo>
                  <a:pt x="29" y="116"/>
                </a:lnTo>
                <a:lnTo>
                  <a:pt x="26" y="123"/>
                </a:lnTo>
                <a:lnTo>
                  <a:pt x="23" y="128"/>
                </a:lnTo>
                <a:lnTo>
                  <a:pt x="21" y="134"/>
                </a:lnTo>
                <a:lnTo>
                  <a:pt x="18" y="139"/>
                </a:lnTo>
                <a:lnTo>
                  <a:pt x="16" y="145"/>
                </a:lnTo>
                <a:lnTo>
                  <a:pt x="14" y="150"/>
                </a:lnTo>
                <a:lnTo>
                  <a:pt x="13" y="156"/>
                </a:lnTo>
                <a:lnTo>
                  <a:pt x="11" y="162"/>
                </a:lnTo>
                <a:lnTo>
                  <a:pt x="10" y="167"/>
                </a:lnTo>
                <a:lnTo>
                  <a:pt x="9" y="173"/>
                </a:lnTo>
                <a:lnTo>
                  <a:pt x="9" y="179"/>
                </a:lnTo>
                <a:lnTo>
                  <a:pt x="8" y="185"/>
                </a:lnTo>
                <a:lnTo>
                  <a:pt x="8" y="190"/>
                </a:lnTo>
                <a:lnTo>
                  <a:pt x="8" y="196"/>
                </a:lnTo>
                <a:lnTo>
                  <a:pt x="9" y="202"/>
                </a:lnTo>
                <a:lnTo>
                  <a:pt x="9" y="208"/>
                </a:lnTo>
                <a:lnTo>
                  <a:pt x="10" y="213"/>
                </a:lnTo>
                <a:lnTo>
                  <a:pt x="11" y="219"/>
                </a:lnTo>
                <a:lnTo>
                  <a:pt x="13" y="225"/>
                </a:lnTo>
                <a:lnTo>
                  <a:pt x="14" y="230"/>
                </a:lnTo>
                <a:lnTo>
                  <a:pt x="16" y="236"/>
                </a:lnTo>
                <a:lnTo>
                  <a:pt x="18" y="241"/>
                </a:lnTo>
                <a:lnTo>
                  <a:pt x="21" y="247"/>
                </a:lnTo>
                <a:lnTo>
                  <a:pt x="23" y="252"/>
                </a:lnTo>
                <a:lnTo>
                  <a:pt x="26" y="258"/>
                </a:lnTo>
                <a:lnTo>
                  <a:pt x="29" y="263"/>
                </a:lnTo>
                <a:lnTo>
                  <a:pt x="32" y="268"/>
                </a:lnTo>
                <a:lnTo>
                  <a:pt x="36" y="274"/>
                </a:lnTo>
                <a:lnTo>
                  <a:pt x="40" y="279"/>
                </a:lnTo>
                <a:lnTo>
                  <a:pt x="44" y="284"/>
                </a:lnTo>
                <a:lnTo>
                  <a:pt x="48" y="289"/>
                </a:lnTo>
                <a:lnTo>
                  <a:pt x="52" y="293"/>
                </a:lnTo>
                <a:lnTo>
                  <a:pt x="57" y="298"/>
                </a:lnTo>
                <a:lnTo>
                  <a:pt x="62" y="303"/>
                </a:lnTo>
                <a:lnTo>
                  <a:pt x="67" y="307"/>
                </a:lnTo>
                <a:lnTo>
                  <a:pt x="72" y="312"/>
                </a:lnTo>
                <a:lnTo>
                  <a:pt x="77" y="316"/>
                </a:lnTo>
                <a:lnTo>
                  <a:pt x="83" y="320"/>
                </a:lnTo>
                <a:lnTo>
                  <a:pt x="89" y="324"/>
                </a:lnTo>
                <a:lnTo>
                  <a:pt x="95" y="328"/>
                </a:lnTo>
                <a:lnTo>
                  <a:pt x="101" y="332"/>
                </a:lnTo>
                <a:lnTo>
                  <a:pt x="107" y="335"/>
                </a:lnTo>
                <a:lnTo>
                  <a:pt x="114" y="339"/>
                </a:lnTo>
                <a:lnTo>
                  <a:pt x="120" y="342"/>
                </a:lnTo>
                <a:lnTo>
                  <a:pt x="127" y="345"/>
                </a:lnTo>
                <a:lnTo>
                  <a:pt x="134" y="348"/>
                </a:lnTo>
                <a:lnTo>
                  <a:pt x="141" y="351"/>
                </a:lnTo>
                <a:lnTo>
                  <a:pt x="148" y="354"/>
                </a:lnTo>
                <a:lnTo>
                  <a:pt x="155" y="356"/>
                </a:lnTo>
                <a:lnTo>
                  <a:pt x="162" y="359"/>
                </a:lnTo>
                <a:lnTo>
                  <a:pt x="170" y="361"/>
                </a:lnTo>
                <a:lnTo>
                  <a:pt x="177" y="363"/>
                </a:lnTo>
                <a:lnTo>
                  <a:pt x="185" y="365"/>
                </a:lnTo>
                <a:lnTo>
                  <a:pt x="193" y="366"/>
                </a:lnTo>
                <a:lnTo>
                  <a:pt x="200" y="368"/>
                </a:lnTo>
                <a:lnTo>
                  <a:pt x="208" y="369"/>
                </a:lnTo>
                <a:lnTo>
                  <a:pt x="216" y="370"/>
                </a:lnTo>
                <a:lnTo>
                  <a:pt x="224" y="371"/>
                </a:lnTo>
                <a:lnTo>
                  <a:pt x="232" y="372"/>
                </a:lnTo>
                <a:lnTo>
                  <a:pt x="240" y="373"/>
                </a:lnTo>
                <a:lnTo>
                  <a:pt x="248" y="373"/>
                </a:lnTo>
                <a:lnTo>
                  <a:pt x="256" y="374"/>
                </a:lnTo>
                <a:lnTo>
                  <a:pt x="264" y="374"/>
                </a:lnTo>
                <a:lnTo>
                  <a:pt x="273" y="374"/>
                </a:lnTo>
                <a:lnTo>
                  <a:pt x="281" y="373"/>
                </a:lnTo>
                <a:lnTo>
                  <a:pt x="289" y="373"/>
                </a:lnTo>
                <a:lnTo>
                  <a:pt x="297" y="372"/>
                </a:lnTo>
                <a:lnTo>
                  <a:pt x="305" y="371"/>
                </a:lnTo>
                <a:lnTo>
                  <a:pt x="313" y="370"/>
                </a:lnTo>
                <a:lnTo>
                  <a:pt x="321" y="369"/>
                </a:lnTo>
                <a:lnTo>
                  <a:pt x="329" y="368"/>
                </a:lnTo>
                <a:lnTo>
                  <a:pt x="336" y="366"/>
                </a:lnTo>
                <a:lnTo>
                  <a:pt x="344" y="365"/>
                </a:lnTo>
                <a:lnTo>
                  <a:pt x="352" y="363"/>
                </a:lnTo>
                <a:lnTo>
                  <a:pt x="359" y="361"/>
                </a:lnTo>
                <a:lnTo>
                  <a:pt x="367" y="359"/>
                </a:lnTo>
                <a:lnTo>
                  <a:pt x="374" y="356"/>
                </a:lnTo>
                <a:lnTo>
                  <a:pt x="381" y="354"/>
                </a:lnTo>
                <a:lnTo>
                  <a:pt x="388" y="351"/>
                </a:lnTo>
                <a:lnTo>
                  <a:pt x="395" y="348"/>
                </a:lnTo>
                <a:lnTo>
                  <a:pt x="402" y="345"/>
                </a:lnTo>
                <a:lnTo>
                  <a:pt x="409" y="342"/>
                </a:lnTo>
                <a:lnTo>
                  <a:pt x="415" y="339"/>
                </a:lnTo>
                <a:lnTo>
                  <a:pt x="422" y="335"/>
                </a:lnTo>
                <a:lnTo>
                  <a:pt x="428" y="332"/>
                </a:lnTo>
                <a:lnTo>
                  <a:pt x="434" y="328"/>
                </a:lnTo>
                <a:lnTo>
                  <a:pt x="440" y="324"/>
                </a:lnTo>
                <a:lnTo>
                  <a:pt x="446" y="320"/>
                </a:lnTo>
                <a:lnTo>
                  <a:pt x="452" y="316"/>
                </a:lnTo>
                <a:lnTo>
                  <a:pt x="457" y="312"/>
                </a:lnTo>
                <a:lnTo>
                  <a:pt x="462" y="307"/>
                </a:lnTo>
                <a:lnTo>
                  <a:pt x="467" y="303"/>
                </a:lnTo>
                <a:lnTo>
                  <a:pt x="472" y="298"/>
                </a:lnTo>
                <a:lnTo>
                  <a:pt x="477" y="293"/>
                </a:lnTo>
                <a:lnTo>
                  <a:pt x="481" y="289"/>
                </a:lnTo>
                <a:lnTo>
                  <a:pt x="485" y="284"/>
                </a:lnTo>
                <a:lnTo>
                  <a:pt x="489" y="279"/>
                </a:lnTo>
                <a:lnTo>
                  <a:pt x="493" y="274"/>
                </a:lnTo>
                <a:lnTo>
                  <a:pt x="497" y="268"/>
                </a:lnTo>
                <a:lnTo>
                  <a:pt x="500" y="263"/>
                </a:lnTo>
                <a:lnTo>
                  <a:pt x="503" y="258"/>
                </a:lnTo>
                <a:lnTo>
                  <a:pt x="506" y="252"/>
                </a:lnTo>
                <a:lnTo>
                  <a:pt x="508" y="247"/>
                </a:lnTo>
                <a:lnTo>
                  <a:pt x="511" y="241"/>
                </a:lnTo>
                <a:lnTo>
                  <a:pt x="513" y="236"/>
                </a:lnTo>
                <a:lnTo>
                  <a:pt x="515" y="230"/>
                </a:lnTo>
                <a:lnTo>
                  <a:pt x="516" y="225"/>
                </a:lnTo>
                <a:lnTo>
                  <a:pt x="518" y="219"/>
                </a:lnTo>
                <a:lnTo>
                  <a:pt x="519" y="213"/>
                </a:lnTo>
                <a:lnTo>
                  <a:pt x="520" y="208"/>
                </a:lnTo>
                <a:lnTo>
                  <a:pt x="520" y="202"/>
                </a:lnTo>
                <a:lnTo>
                  <a:pt x="521" y="196"/>
                </a:lnTo>
                <a:lnTo>
                  <a:pt x="521" y="190"/>
                </a:lnTo>
                <a:moveTo>
                  <a:pt x="529" y="190"/>
                </a:moveTo>
                <a:lnTo>
                  <a:pt x="529" y="196"/>
                </a:lnTo>
                <a:lnTo>
                  <a:pt x="528" y="202"/>
                </a:lnTo>
                <a:lnTo>
                  <a:pt x="527" y="208"/>
                </a:lnTo>
                <a:lnTo>
                  <a:pt x="527" y="214"/>
                </a:lnTo>
                <a:lnTo>
                  <a:pt x="525" y="220"/>
                </a:lnTo>
                <a:lnTo>
                  <a:pt x="524" y="226"/>
                </a:lnTo>
                <a:lnTo>
                  <a:pt x="522" y="232"/>
                </a:lnTo>
                <a:lnTo>
                  <a:pt x="520" y="237"/>
                </a:lnTo>
                <a:lnTo>
                  <a:pt x="518" y="243"/>
                </a:lnTo>
                <a:lnTo>
                  <a:pt x="516" y="249"/>
                </a:lnTo>
                <a:lnTo>
                  <a:pt x="513" y="254"/>
                </a:lnTo>
                <a:lnTo>
                  <a:pt x="510" y="260"/>
                </a:lnTo>
                <a:lnTo>
                  <a:pt x="507" y="265"/>
                </a:lnTo>
                <a:lnTo>
                  <a:pt x="504" y="271"/>
                </a:lnTo>
                <a:lnTo>
                  <a:pt x="500" y="276"/>
                </a:lnTo>
                <a:lnTo>
                  <a:pt x="496" y="281"/>
                </a:lnTo>
                <a:lnTo>
                  <a:pt x="492" y="286"/>
                </a:lnTo>
                <a:lnTo>
                  <a:pt x="488" y="292"/>
                </a:lnTo>
                <a:lnTo>
                  <a:pt x="483" y="296"/>
                </a:lnTo>
                <a:lnTo>
                  <a:pt x="478" y="301"/>
                </a:lnTo>
                <a:lnTo>
                  <a:pt x="473" y="306"/>
                </a:lnTo>
                <a:lnTo>
                  <a:pt x="468" y="311"/>
                </a:lnTo>
                <a:lnTo>
                  <a:pt x="463" y="315"/>
                </a:lnTo>
                <a:lnTo>
                  <a:pt x="457" y="320"/>
                </a:lnTo>
                <a:lnTo>
                  <a:pt x="451" y="324"/>
                </a:lnTo>
                <a:lnTo>
                  <a:pt x="445" y="328"/>
                </a:lnTo>
                <a:lnTo>
                  <a:pt x="439" y="332"/>
                </a:lnTo>
                <a:lnTo>
                  <a:pt x="433" y="336"/>
                </a:lnTo>
                <a:lnTo>
                  <a:pt x="427" y="340"/>
                </a:lnTo>
                <a:lnTo>
                  <a:pt x="420" y="343"/>
                </a:lnTo>
                <a:lnTo>
                  <a:pt x="413" y="347"/>
                </a:lnTo>
                <a:lnTo>
                  <a:pt x="406" y="350"/>
                </a:lnTo>
                <a:lnTo>
                  <a:pt x="399" y="353"/>
                </a:lnTo>
                <a:lnTo>
                  <a:pt x="392" y="356"/>
                </a:lnTo>
                <a:lnTo>
                  <a:pt x="385" y="359"/>
                </a:lnTo>
                <a:lnTo>
                  <a:pt x="377" y="361"/>
                </a:lnTo>
                <a:lnTo>
                  <a:pt x="370" y="364"/>
                </a:lnTo>
                <a:lnTo>
                  <a:pt x="362" y="366"/>
                </a:lnTo>
                <a:lnTo>
                  <a:pt x="354" y="368"/>
                </a:lnTo>
                <a:lnTo>
                  <a:pt x="346" y="370"/>
                </a:lnTo>
                <a:lnTo>
                  <a:pt x="339" y="372"/>
                </a:lnTo>
                <a:lnTo>
                  <a:pt x="331" y="373"/>
                </a:lnTo>
                <a:lnTo>
                  <a:pt x="322" y="375"/>
                </a:lnTo>
                <a:lnTo>
                  <a:pt x="314" y="376"/>
                </a:lnTo>
                <a:lnTo>
                  <a:pt x="306" y="377"/>
                </a:lnTo>
                <a:lnTo>
                  <a:pt x="298" y="378"/>
                </a:lnTo>
                <a:lnTo>
                  <a:pt x="290" y="378"/>
                </a:lnTo>
                <a:lnTo>
                  <a:pt x="282" y="379"/>
                </a:lnTo>
                <a:lnTo>
                  <a:pt x="273" y="379"/>
                </a:lnTo>
                <a:lnTo>
                  <a:pt x="264" y="379"/>
                </a:lnTo>
                <a:lnTo>
                  <a:pt x="256" y="379"/>
                </a:lnTo>
                <a:lnTo>
                  <a:pt x="247" y="379"/>
                </a:lnTo>
                <a:lnTo>
                  <a:pt x="239" y="378"/>
                </a:lnTo>
                <a:lnTo>
                  <a:pt x="231" y="378"/>
                </a:lnTo>
                <a:lnTo>
                  <a:pt x="223" y="377"/>
                </a:lnTo>
                <a:lnTo>
                  <a:pt x="215" y="376"/>
                </a:lnTo>
                <a:lnTo>
                  <a:pt x="206" y="375"/>
                </a:lnTo>
                <a:lnTo>
                  <a:pt x="198" y="373"/>
                </a:lnTo>
                <a:lnTo>
                  <a:pt x="190" y="372"/>
                </a:lnTo>
                <a:lnTo>
                  <a:pt x="182" y="370"/>
                </a:lnTo>
                <a:lnTo>
                  <a:pt x="175" y="368"/>
                </a:lnTo>
                <a:lnTo>
                  <a:pt x="167" y="366"/>
                </a:lnTo>
                <a:lnTo>
                  <a:pt x="159" y="364"/>
                </a:lnTo>
                <a:lnTo>
                  <a:pt x="152" y="361"/>
                </a:lnTo>
                <a:lnTo>
                  <a:pt x="144" y="359"/>
                </a:lnTo>
                <a:lnTo>
                  <a:pt x="137" y="356"/>
                </a:lnTo>
                <a:lnTo>
                  <a:pt x="130" y="353"/>
                </a:lnTo>
                <a:lnTo>
                  <a:pt x="123" y="350"/>
                </a:lnTo>
                <a:lnTo>
                  <a:pt x="116" y="347"/>
                </a:lnTo>
                <a:lnTo>
                  <a:pt x="109" y="343"/>
                </a:lnTo>
                <a:lnTo>
                  <a:pt x="102" y="340"/>
                </a:lnTo>
                <a:lnTo>
                  <a:pt x="96" y="336"/>
                </a:lnTo>
                <a:lnTo>
                  <a:pt x="90" y="332"/>
                </a:lnTo>
                <a:lnTo>
                  <a:pt x="83" y="328"/>
                </a:lnTo>
                <a:lnTo>
                  <a:pt x="77" y="324"/>
                </a:lnTo>
                <a:lnTo>
                  <a:pt x="72" y="320"/>
                </a:lnTo>
                <a:lnTo>
                  <a:pt x="66" y="315"/>
                </a:lnTo>
                <a:lnTo>
                  <a:pt x="61" y="311"/>
                </a:lnTo>
                <a:lnTo>
                  <a:pt x="56" y="306"/>
                </a:lnTo>
                <a:lnTo>
                  <a:pt x="51" y="301"/>
                </a:lnTo>
                <a:lnTo>
                  <a:pt x="46" y="296"/>
                </a:lnTo>
                <a:lnTo>
                  <a:pt x="41" y="292"/>
                </a:lnTo>
                <a:lnTo>
                  <a:pt x="37" y="286"/>
                </a:lnTo>
                <a:lnTo>
                  <a:pt x="33" y="281"/>
                </a:lnTo>
                <a:lnTo>
                  <a:pt x="29" y="276"/>
                </a:lnTo>
                <a:lnTo>
                  <a:pt x="25" y="271"/>
                </a:lnTo>
                <a:lnTo>
                  <a:pt x="22" y="265"/>
                </a:lnTo>
                <a:lnTo>
                  <a:pt x="19" y="260"/>
                </a:lnTo>
                <a:lnTo>
                  <a:pt x="16" y="254"/>
                </a:lnTo>
                <a:lnTo>
                  <a:pt x="13" y="249"/>
                </a:lnTo>
                <a:lnTo>
                  <a:pt x="11" y="243"/>
                </a:lnTo>
                <a:lnTo>
                  <a:pt x="9" y="237"/>
                </a:lnTo>
                <a:lnTo>
                  <a:pt x="7" y="232"/>
                </a:lnTo>
                <a:lnTo>
                  <a:pt x="5" y="226"/>
                </a:lnTo>
                <a:lnTo>
                  <a:pt x="4" y="220"/>
                </a:lnTo>
                <a:lnTo>
                  <a:pt x="2" y="214"/>
                </a:lnTo>
                <a:lnTo>
                  <a:pt x="1" y="208"/>
                </a:lnTo>
                <a:lnTo>
                  <a:pt x="1" y="202"/>
                </a:lnTo>
                <a:lnTo>
                  <a:pt x="0" y="196"/>
                </a:lnTo>
                <a:lnTo>
                  <a:pt x="0" y="190"/>
                </a:lnTo>
                <a:lnTo>
                  <a:pt x="0" y="184"/>
                </a:lnTo>
                <a:lnTo>
                  <a:pt x="1" y="178"/>
                </a:lnTo>
                <a:lnTo>
                  <a:pt x="1" y="173"/>
                </a:lnTo>
                <a:lnTo>
                  <a:pt x="2" y="167"/>
                </a:lnTo>
                <a:lnTo>
                  <a:pt x="4" y="161"/>
                </a:lnTo>
                <a:lnTo>
                  <a:pt x="5" y="155"/>
                </a:lnTo>
                <a:lnTo>
                  <a:pt x="7" y="149"/>
                </a:lnTo>
                <a:lnTo>
                  <a:pt x="9" y="143"/>
                </a:lnTo>
                <a:lnTo>
                  <a:pt x="11" y="138"/>
                </a:lnTo>
                <a:lnTo>
                  <a:pt x="13" y="132"/>
                </a:lnTo>
                <a:lnTo>
                  <a:pt x="16" y="126"/>
                </a:lnTo>
                <a:lnTo>
                  <a:pt x="19" y="121"/>
                </a:lnTo>
                <a:lnTo>
                  <a:pt x="22" y="114"/>
                </a:lnTo>
                <a:lnTo>
                  <a:pt x="25" y="109"/>
                </a:lnTo>
                <a:lnTo>
                  <a:pt x="29" y="104"/>
                </a:lnTo>
                <a:lnTo>
                  <a:pt x="33" y="98"/>
                </a:lnTo>
                <a:lnTo>
                  <a:pt x="37" y="93"/>
                </a:lnTo>
                <a:lnTo>
                  <a:pt x="41" y="88"/>
                </a:lnTo>
                <a:lnTo>
                  <a:pt x="46" y="83"/>
                </a:lnTo>
                <a:lnTo>
                  <a:pt x="51" y="78"/>
                </a:lnTo>
                <a:lnTo>
                  <a:pt x="56" y="74"/>
                </a:lnTo>
                <a:lnTo>
                  <a:pt x="61" y="69"/>
                </a:lnTo>
                <a:lnTo>
                  <a:pt x="66" y="64"/>
                </a:lnTo>
                <a:lnTo>
                  <a:pt x="72" y="60"/>
                </a:lnTo>
                <a:lnTo>
                  <a:pt x="77" y="56"/>
                </a:lnTo>
                <a:lnTo>
                  <a:pt x="83" y="52"/>
                </a:lnTo>
                <a:lnTo>
                  <a:pt x="90" y="48"/>
                </a:lnTo>
                <a:lnTo>
                  <a:pt x="96" y="44"/>
                </a:lnTo>
                <a:lnTo>
                  <a:pt x="102" y="40"/>
                </a:lnTo>
                <a:lnTo>
                  <a:pt x="109" y="36"/>
                </a:lnTo>
                <a:lnTo>
                  <a:pt x="116" y="33"/>
                </a:lnTo>
                <a:lnTo>
                  <a:pt x="123" y="30"/>
                </a:lnTo>
                <a:lnTo>
                  <a:pt x="130" y="27"/>
                </a:lnTo>
                <a:lnTo>
                  <a:pt x="137" y="24"/>
                </a:lnTo>
                <a:lnTo>
                  <a:pt x="144" y="21"/>
                </a:lnTo>
                <a:lnTo>
                  <a:pt x="152" y="18"/>
                </a:lnTo>
                <a:lnTo>
                  <a:pt x="159" y="16"/>
                </a:lnTo>
                <a:lnTo>
                  <a:pt x="167" y="14"/>
                </a:lnTo>
                <a:lnTo>
                  <a:pt x="175" y="12"/>
                </a:lnTo>
                <a:lnTo>
                  <a:pt x="182" y="10"/>
                </a:lnTo>
                <a:lnTo>
                  <a:pt x="190" y="8"/>
                </a:lnTo>
                <a:lnTo>
                  <a:pt x="198" y="6"/>
                </a:lnTo>
                <a:lnTo>
                  <a:pt x="206" y="5"/>
                </a:lnTo>
                <a:lnTo>
                  <a:pt x="215" y="4"/>
                </a:lnTo>
                <a:lnTo>
                  <a:pt x="223" y="3"/>
                </a:lnTo>
                <a:lnTo>
                  <a:pt x="231" y="2"/>
                </a:lnTo>
                <a:lnTo>
                  <a:pt x="239" y="1"/>
                </a:lnTo>
                <a:lnTo>
                  <a:pt x="247" y="1"/>
                </a:lnTo>
                <a:lnTo>
                  <a:pt x="256" y="0"/>
                </a:lnTo>
                <a:lnTo>
                  <a:pt x="264" y="0"/>
                </a:lnTo>
                <a:lnTo>
                  <a:pt x="273" y="0"/>
                </a:lnTo>
                <a:lnTo>
                  <a:pt x="282" y="1"/>
                </a:lnTo>
                <a:lnTo>
                  <a:pt x="290" y="1"/>
                </a:lnTo>
                <a:lnTo>
                  <a:pt x="298" y="2"/>
                </a:lnTo>
                <a:lnTo>
                  <a:pt x="306" y="3"/>
                </a:lnTo>
                <a:lnTo>
                  <a:pt x="314" y="4"/>
                </a:lnTo>
                <a:lnTo>
                  <a:pt x="322" y="5"/>
                </a:lnTo>
                <a:lnTo>
                  <a:pt x="331" y="6"/>
                </a:lnTo>
                <a:lnTo>
                  <a:pt x="339" y="8"/>
                </a:lnTo>
                <a:lnTo>
                  <a:pt x="346" y="10"/>
                </a:lnTo>
                <a:lnTo>
                  <a:pt x="354" y="12"/>
                </a:lnTo>
                <a:lnTo>
                  <a:pt x="362" y="14"/>
                </a:lnTo>
                <a:lnTo>
                  <a:pt x="370" y="16"/>
                </a:lnTo>
                <a:lnTo>
                  <a:pt x="377" y="18"/>
                </a:lnTo>
                <a:lnTo>
                  <a:pt x="385" y="21"/>
                </a:lnTo>
                <a:lnTo>
                  <a:pt x="392" y="24"/>
                </a:lnTo>
                <a:lnTo>
                  <a:pt x="399" y="27"/>
                </a:lnTo>
                <a:lnTo>
                  <a:pt x="406" y="30"/>
                </a:lnTo>
                <a:lnTo>
                  <a:pt x="413" y="33"/>
                </a:lnTo>
                <a:lnTo>
                  <a:pt x="420" y="36"/>
                </a:lnTo>
                <a:lnTo>
                  <a:pt x="427" y="40"/>
                </a:lnTo>
                <a:lnTo>
                  <a:pt x="433" y="44"/>
                </a:lnTo>
                <a:lnTo>
                  <a:pt x="439" y="48"/>
                </a:lnTo>
                <a:lnTo>
                  <a:pt x="445" y="52"/>
                </a:lnTo>
                <a:lnTo>
                  <a:pt x="451" y="56"/>
                </a:lnTo>
                <a:lnTo>
                  <a:pt x="457" y="60"/>
                </a:lnTo>
                <a:lnTo>
                  <a:pt x="463" y="64"/>
                </a:lnTo>
                <a:lnTo>
                  <a:pt x="468" y="69"/>
                </a:lnTo>
                <a:lnTo>
                  <a:pt x="473" y="74"/>
                </a:lnTo>
                <a:lnTo>
                  <a:pt x="478" y="78"/>
                </a:lnTo>
                <a:lnTo>
                  <a:pt x="483" y="83"/>
                </a:lnTo>
                <a:lnTo>
                  <a:pt x="488" y="88"/>
                </a:lnTo>
                <a:lnTo>
                  <a:pt x="492" y="93"/>
                </a:lnTo>
                <a:lnTo>
                  <a:pt x="496" y="98"/>
                </a:lnTo>
                <a:lnTo>
                  <a:pt x="500" y="104"/>
                </a:lnTo>
                <a:lnTo>
                  <a:pt x="504" y="109"/>
                </a:lnTo>
                <a:lnTo>
                  <a:pt x="507" y="114"/>
                </a:lnTo>
                <a:lnTo>
                  <a:pt x="510" y="121"/>
                </a:lnTo>
                <a:lnTo>
                  <a:pt x="513" y="126"/>
                </a:lnTo>
                <a:lnTo>
                  <a:pt x="516" y="132"/>
                </a:lnTo>
                <a:lnTo>
                  <a:pt x="518" y="138"/>
                </a:lnTo>
                <a:lnTo>
                  <a:pt x="520" y="143"/>
                </a:lnTo>
                <a:lnTo>
                  <a:pt x="522" y="149"/>
                </a:lnTo>
                <a:lnTo>
                  <a:pt x="524" y="155"/>
                </a:lnTo>
                <a:lnTo>
                  <a:pt x="525" y="161"/>
                </a:lnTo>
                <a:lnTo>
                  <a:pt x="527" y="167"/>
                </a:lnTo>
                <a:lnTo>
                  <a:pt x="527" y="173"/>
                </a:lnTo>
                <a:lnTo>
                  <a:pt x="528" y="178"/>
                </a:lnTo>
                <a:lnTo>
                  <a:pt x="529" y="184"/>
                </a:lnTo>
                <a:lnTo>
                  <a:pt x="529" y="190"/>
                </a:lnTo>
                <a:close/>
              </a:path>
            </a:pathLst>
          </a:custGeom>
          <a:solidFill>
            <a:srgbClr val="fff3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5" name=""/>
          <p:cNvSpPr/>
          <p:nvPr/>
        </p:nvSpPr>
        <p:spPr>
          <a:xfrm>
            <a:off x="7965000" y="2874240"/>
            <a:ext cx="195480" cy="140400"/>
          </a:xfrm>
          <a:custGeom>
            <a:avLst/>
            <a:gdLst/>
            <a:ahLst/>
            <a:rect l="0" t="0" r="r" b="b"/>
            <a:pathLst>
              <a:path w="543" h="390">
                <a:moveTo>
                  <a:pt x="536" y="194"/>
                </a:moveTo>
                <a:lnTo>
                  <a:pt x="536" y="188"/>
                </a:lnTo>
                <a:lnTo>
                  <a:pt x="535" y="182"/>
                </a:lnTo>
                <a:lnTo>
                  <a:pt x="534" y="177"/>
                </a:lnTo>
                <a:lnTo>
                  <a:pt x="534" y="171"/>
                </a:lnTo>
                <a:lnTo>
                  <a:pt x="532" y="165"/>
                </a:lnTo>
                <a:lnTo>
                  <a:pt x="531" y="159"/>
                </a:lnTo>
                <a:lnTo>
                  <a:pt x="529" y="153"/>
                </a:lnTo>
                <a:lnTo>
                  <a:pt x="527" y="147"/>
                </a:lnTo>
                <a:lnTo>
                  <a:pt x="525" y="142"/>
                </a:lnTo>
                <a:lnTo>
                  <a:pt x="523" y="136"/>
                </a:lnTo>
                <a:lnTo>
                  <a:pt x="520" y="130"/>
                </a:lnTo>
                <a:lnTo>
                  <a:pt x="517" y="125"/>
                </a:lnTo>
                <a:lnTo>
                  <a:pt x="514" y="119"/>
                </a:lnTo>
                <a:lnTo>
                  <a:pt x="511" y="114"/>
                </a:lnTo>
                <a:lnTo>
                  <a:pt x="507" y="109"/>
                </a:lnTo>
                <a:lnTo>
                  <a:pt x="503" y="103"/>
                </a:lnTo>
                <a:lnTo>
                  <a:pt x="499" y="98"/>
                </a:lnTo>
                <a:lnTo>
                  <a:pt x="495" y="93"/>
                </a:lnTo>
                <a:lnTo>
                  <a:pt x="490" y="88"/>
                </a:lnTo>
                <a:lnTo>
                  <a:pt x="485" y="83"/>
                </a:lnTo>
                <a:lnTo>
                  <a:pt x="480" y="79"/>
                </a:lnTo>
                <a:lnTo>
                  <a:pt x="475" y="74"/>
                </a:lnTo>
                <a:lnTo>
                  <a:pt x="470" y="69"/>
                </a:lnTo>
                <a:lnTo>
                  <a:pt x="464" y="65"/>
                </a:lnTo>
                <a:lnTo>
                  <a:pt x="458" y="61"/>
                </a:lnTo>
                <a:lnTo>
                  <a:pt x="452" y="57"/>
                </a:lnTo>
                <a:lnTo>
                  <a:pt x="446" y="53"/>
                </a:lnTo>
                <a:lnTo>
                  <a:pt x="440" y="49"/>
                </a:lnTo>
                <a:lnTo>
                  <a:pt x="434" y="45"/>
                </a:lnTo>
                <a:lnTo>
                  <a:pt x="427" y="41"/>
                </a:lnTo>
                <a:lnTo>
                  <a:pt x="420" y="38"/>
                </a:lnTo>
                <a:lnTo>
                  <a:pt x="413" y="35"/>
                </a:lnTo>
                <a:lnTo>
                  <a:pt x="406" y="32"/>
                </a:lnTo>
                <a:lnTo>
                  <a:pt x="399" y="29"/>
                </a:lnTo>
                <a:lnTo>
                  <a:pt x="392" y="26"/>
                </a:lnTo>
                <a:lnTo>
                  <a:pt x="384" y="23"/>
                </a:lnTo>
                <a:lnTo>
                  <a:pt x="377" y="21"/>
                </a:lnTo>
                <a:lnTo>
                  <a:pt x="369" y="19"/>
                </a:lnTo>
                <a:lnTo>
                  <a:pt x="360" y="17"/>
                </a:lnTo>
                <a:lnTo>
                  <a:pt x="352" y="15"/>
                </a:lnTo>
                <a:lnTo>
                  <a:pt x="345" y="13"/>
                </a:lnTo>
                <a:lnTo>
                  <a:pt x="337" y="11"/>
                </a:lnTo>
                <a:lnTo>
                  <a:pt x="328" y="10"/>
                </a:lnTo>
                <a:lnTo>
                  <a:pt x="320" y="9"/>
                </a:lnTo>
                <a:lnTo>
                  <a:pt x="312" y="8"/>
                </a:lnTo>
                <a:lnTo>
                  <a:pt x="304" y="7"/>
                </a:lnTo>
                <a:lnTo>
                  <a:pt x="296" y="6"/>
                </a:lnTo>
                <a:lnTo>
                  <a:pt x="288" y="6"/>
                </a:lnTo>
                <a:lnTo>
                  <a:pt x="279" y="5"/>
                </a:lnTo>
                <a:lnTo>
                  <a:pt x="271" y="5"/>
                </a:lnTo>
                <a:lnTo>
                  <a:pt x="263" y="5"/>
                </a:lnTo>
                <a:lnTo>
                  <a:pt x="254" y="6"/>
                </a:lnTo>
                <a:lnTo>
                  <a:pt x="246" y="6"/>
                </a:lnTo>
                <a:lnTo>
                  <a:pt x="238" y="7"/>
                </a:lnTo>
                <a:lnTo>
                  <a:pt x="230" y="8"/>
                </a:lnTo>
                <a:lnTo>
                  <a:pt x="222" y="9"/>
                </a:lnTo>
                <a:lnTo>
                  <a:pt x="213" y="10"/>
                </a:lnTo>
                <a:lnTo>
                  <a:pt x="205" y="11"/>
                </a:lnTo>
                <a:lnTo>
                  <a:pt x="197" y="13"/>
                </a:lnTo>
                <a:lnTo>
                  <a:pt x="189" y="15"/>
                </a:lnTo>
                <a:lnTo>
                  <a:pt x="182" y="17"/>
                </a:lnTo>
                <a:lnTo>
                  <a:pt x="174" y="19"/>
                </a:lnTo>
                <a:lnTo>
                  <a:pt x="166" y="21"/>
                </a:lnTo>
                <a:lnTo>
                  <a:pt x="159" y="23"/>
                </a:lnTo>
                <a:lnTo>
                  <a:pt x="151" y="26"/>
                </a:lnTo>
                <a:lnTo>
                  <a:pt x="144" y="29"/>
                </a:lnTo>
                <a:lnTo>
                  <a:pt x="137" y="32"/>
                </a:lnTo>
                <a:lnTo>
                  <a:pt x="130" y="35"/>
                </a:lnTo>
                <a:lnTo>
                  <a:pt x="123" y="38"/>
                </a:lnTo>
                <a:lnTo>
                  <a:pt x="116" y="41"/>
                </a:lnTo>
                <a:lnTo>
                  <a:pt x="109" y="45"/>
                </a:lnTo>
                <a:lnTo>
                  <a:pt x="103" y="49"/>
                </a:lnTo>
                <a:lnTo>
                  <a:pt x="97" y="53"/>
                </a:lnTo>
                <a:lnTo>
                  <a:pt x="90" y="57"/>
                </a:lnTo>
                <a:lnTo>
                  <a:pt x="84" y="61"/>
                </a:lnTo>
                <a:lnTo>
                  <a:pt x="79" y="65"/>
                </a:lnTo>
                <a:lnTo>
                  <a:pt x="73" y="69"/>
                </a:lnTo>
                <a:lnTo>
                  <a:pt x="68" y="74"/>
                </a:lnTo>
                <a:lnTo>
                  <a:pt x="63" y="79"/>
                </a:lnTo>
                <a:lnTo>
                  <a:pt x="58" y="83"/>
                </a:lnTo>
                <a:lnTo>
                  <a:pt x="53" y="88"/>
                </a:lnTo>
                <a:lnTo>
                  <a:pt x="48" y="93"/>
                </a:lnTo>
                <a:lnTo>
                  <a:pt x="44" y="98"/>
                </a:lnTo>
                <a:lnTo>
                  <a:pt x="40" y="103"/>
                </a:lnTo>
                <a:lnTo>
                  <a:pt x="36" y="109"/>
                </a:lnTo>
                <a:lnTo>
                  <a:pt x="32" y="114"/>
                </a:lnTo>
                <a:lnTo>
                  <a:pt x="29" y="119"/>
                </a:lnTo>
                <a:lnTo>
                  <a:pt x="26" y="125"/>
                </a:lnTo>
                <a:lnTo>
                  <a:pt x="23" y="130"/>
                </a:lnTo>
                <a:lnTo>
                  <a:pt x="20" y="136"/>
                </a:lnTo>
                <a:lnTo>
                  <a:pt x="18" y="142"/>
                </a:lnTo>
                <a:lnTo>
                  <a:pt x="16" y="147"/>
                </a:lnTo>
                <a:lnTo>
                  <a:pt x="14" y="153"/>
                </a:lnTo>
                <a:lnTo>
                  <a:pt x="12" y="159"/>
                </a:lnTo>
                <a:lnTo>
                  <a:pt x="11" y="165"/>
                </a:lnTo>
                <a:lnTo>
                  <a:pt x="9" y="171"/>
                </a:lnTo>
                <a:lnTo>
                  <a:pt x="8" y="177"/>
                </a:lnTo>
                <a:lnTo>
                  <a:pt x="8" y="182"/>
                </a:lnTo>
                <a:lnTo>
                  <a:pt x="7" y="188"/>
                </a:lnTo>
                <a:lnTo>
                  <a:pt x="7" y="194"/>
                </a:lnTo>
                <a:lnTo>
                  <a:pt x="7" y="200"/>
                </a:lnTo>
                <a:lnTo>
                  <a:pt x="8" y="206"/>
                </a:lnTo>
                <a:lnTo>
                  <a:pt x="8" y="212"/>
                </a:lnTo>
                <a:lnTo>
                  <a:pt x="9" y="218"/>
                </a:lnTo>
                <a:lnTo>
                  <a:pt x="11" y="224"/>
                </a:lnTo>
                <a:lnTo>
                  <a:pt x="12" y="230"/>
                </a:lnTo>
                <a:lnTo>
                  <a:pt x="14" y="236"/>
                </a:lnTo>
                <a:lnTo>
                  <a:pt x="16" y="241"/>
                </a:lnTo>
                <a:lnTo>
                  <a:pt x="18" y="247"/>
                </a:lnTo>
                <a:lnTo>
                  <a:pt x="20" y="253"/>
                </a:lnTo>
                <a:lnTo>
                  <a:pt x="23" y="258"/>
                </a:lnTo>
                <a:lnTo>
                  <a:pt x="26" y="264"/>
                </a:lnTo>
                <a:lnTo>
                  <a:pt x="29" y="269"/>
                </a:lnTo>
                <a:lnTo>
                  <a:pt x="32" y="275"/>
                </a:lnTo>
                <a:lnTo>
                  <a:pt x="36" y="280"/>
                </a:lnTo>
                <a:lnTo>
                  <a:pt x="40" y="285"/>
                </a:lnTo>
                <a:lnTo>
                  <a:pt x="44" y="290"/>
                </a:lnTo>
                <a:lnTo>
                  <a:pt x="48" y="296"/>
                </a:lnTo>
                <a:lnTo>
                  <a:pt x="53" y="300"/>
                </a:lnTo>
                <a:lnTo>
                  <a:pt x="58" y="305"/>
                </a:lnTo>
                <a:lnTo>
                  <a:pt x="63" y="310"/>
                </a:lnTo>
                <a:lnTo>
                  <a:pt x="68" y="315"/>
                </a:lnTo>
                <a:lnTo>
                  <a:pt x="73" y="319"/>
                </a:lnTo>
                <a:lnTo>
                  <a:pt x="79" y="324"/>
                </a:lnTo>
                <a:lnTo>
                  <a:pt x="84" y="328"/>
                </a:lnTo>
                <a:lnTo>
                  <a:pt x="90" y="332"/>
                </a:lnTo>
                <a:lnTo>
                  <a:pt x="97" y="336"/>
                </a:lnTo>
                <a:lnTo>
                  <a:pt x="103" y="340"/>
                </a:lnTo>
                <a:lnTo>
                  <a:pt x="109" y="344"/>
                </a:lnTo>
                <a:lnTo>
                  <a:pt x="116" y="347"/>
                </a:lnTo>
                <a:lnTo>
                  <a:pt x="123" y="351"/>
                </a:lnTo>
                <a:lnTo>
                  <a:pt x="130" y="354"/>
                </a:lnTo>
                <a:lnTo>
                  <a:pt x="137" y="357"/>
                </a:lnTo>
                <a:lnTo>
                  <a:pt x="144" y="361"/>
                </a:lnTo>
                <a:lnTo>
                  <a:pt x="151" y="364"/>
                </a:lnTo>
                <a:lnTo>
                  <a:pt x="159" y="366"/>
                </a:lnTo>
                <a:lnTo>
                  <a:pt x="166" y="369"/>
                </a:lnTo>
                <a:lnTo>
                  <a:pt x="174" y="371"/>
                </a:lnTo>
                <a:lnTo>
                  <a:pt x="182" y="373"/>
                </a:lnTo>
                <a:lnTo>
                  <a:pt x="189" y="375"/>
                </a:lnTo>
                <a:lnTo>
                  <a:pt x="197" y="377"/>
                </a:lnTo>
                <a:lnTo>
                  <a:pt x="205" y="378"/>
                </a:lnTo>
                <a:lnTo>
                  <a:pt x="213" y="380"/>
                </a:lnTo>
                <a:lnTo>
                  <a:pt x="222" y="381"/>
                </a:lnTo>
                <a:lnTo>
                  <a:pt x="230" y="382"/>
                </a:lnTo>
                <a:lnTo>
                  <a:pt x="238" y="383"/>
                </a:lnTo>
                <a:lnTo>
                  <a:pt x="246" y="383"/>
                </a:lnTo>
                <a:lnTo>
                  <a:pt x="254" y="384"/>
                </a:lnTo>
                <a:lnTo>
                  <a:pt x="263" y="384"/>
                </a:lnTo>
                <a:lnTo>
                  <a:pt x="271" y="384"/>
                </a:lnTo>
                <a:lnTo>
                  <a:pt x="279" y="384"/>
                </a:lnTo>
                <a:lnTo>
                  <a:pt x="288" y="384"/>
                </a:lnTo>
                <a:lnTo>
                  <a:pt x="296" y="383"/>
                </a:lnTo>
                <a:lnTo>
                  <a:pt x="304" y="383"/>
                </a:lnTo>
                <a:lnTo>
                  <a:pt x="312" y="382"/>
                </a:lnTo>
                <a:lnTo>
                  <a:pt x="320" y="381"/>
                </a:lnTo>
                <a:lnTo>
                  <a:pt x="328" y="380"/>
                </a:lnTo>
                <a:lnTo>
                  <a:pt x="337" y="378"/>
                </a:lnTo>
                <a:lnTo>
                  <a:pt x="345" y="377"/>
                </a:lnTo>
                <a:lnTo>
                  <a:pt x="352" y="375"/>
                </a:lnTo>
                <a:lnTo>
                  <a:pt x="360" y="373"/>
                </a:lnTo>
                <a:lnTo>
                  <a:pt x="369" y="371"/>
                </a:lnTo>
                <a:lnTo>
                  <a:pt x="377" y="369"/>
                </a:lnTo>
                <a:lnTo>
                  <a:pt x="384" y="366"/>
                </a:lnTo>
                <a:lnTo>
                  <a:pt x="392" y="364"/>
                </a:lnTo>
                <a:lnTo>
                  <a:pt x="399" y="361"/>
                </a:lnTo>
                <a:lnTo>
                  <a:pt x="406" y="357"/>
                </a:lnTo>
                <a:lnTo>
                  <a:pt x="413" y="354"/>
                </a:lnTo>
                <a:lnTo>
                  <a:pt x="420" y="351"/>
                </a:lnTo>
                <a:lnTo>
                  <a:pt x="427" y="347"/>
                </a:lnTo>
                <a:lnTo>
                  <a:pt x="434" y="344"/>
                </a:lnTo>
                <a:lnTo>
                  <a:pt x="440" y="340"/>
                </a:lnTo>
                <a:lnTo>
                  <a:pt x="446" y="336"/>
                </a:lnTo>
                <a:lnTo>
                  <a:pt x="452" y="332"/>
                </a:lnTo>
                <a:lnTo>
                  <a:pt x="458" y="328"/>
                </a:lnTo>
                <a:lnTo>
                  <a:pt x="464" y="324"/>
                </a:lnTo>
                <a:lnTo>
                  <a:pt x="470" y="319"/>
                </a:lnTo>
                <a:lnTo>
                  <a:pt x="475" y="315"/>
                </a:lnTo>
                <a:lnTo>
                  <a:pt x="480" y="310"/>
                </a:lnTo>
                <a:lnTo>
                  <a:pt x="485" y="305"/>
                </a:lnTo>
                <a:lnTo>
                  <a:pt x="490" y="300"/>
                </a:lnTo>
                <a:lnTo>
                  <a:pt x="495" y="296"/>
                </a:lnTo>
                <a:lnTo>
                  <a:pt x="499" y="290"/>
                </a:lnTo>
                <a:lnTo>
                  <a:pt x="503" y="285"/>
                </a:lnTo>
                <a:lnTo>
                  <a:pt x="507" y="280"/>
                </a:lnTo>
                <a:lnTo>
                  <a:pt x="511" y="275"/>
                </a:lnTo>
                <a:lnTo>
                  <a:pt x="514" y="269"/>
                </a:lnTo>
                <a:lnTo>
                  <a:pt x="517" y="264"/>
                </a:lnTo>
                <a:lnTo>
                  <a:pt x="520" y="258"/>
                </a:lnTo>
                <a:lnTo>
                  <a:pt x="523" y="253"/>
                </a:lnTo>
                <a:lnTo>
                  <a:pt x="525" y="247"/>
                </a:lnTo>
                <a:lnTo>
                  <a:pt x="527" y="241"/>
                </a:lnTo>
                <a:lnTo>
                  <a:pt x="529" y="236"/>
                </a:lnTo>
                <a:lnTo>
                  <a:pt x="531" y="230"/>
                </a:lnTo>
                <a:lnTo>
                  <a:pt x="532" y="224"/>
                </a:lnTo>
                <a:lnTo>
                  <a:pt x="534" y="218"/>
                </a:lnTo>
                <a:lnTo>
                  <a:pt x="534" y="212"/>
                </a:lnTo>
                <a:lnTo>
                  <a:pt x="535" y="206"/>
                </a:lnTo>
                <a:lnTo>
                  <a:pt x="536" y="200"/>
                </a:lnTo>
                <a:lnTo>
                  <a:pt x="536" y="194"/>
                </a:lnTo>
                <a:moveTo>
                  <a:pt x="543" y="194"/>
                </a:moveTo>
                <a:lnTo>
                  <a:pt x="543" y="200"/>
                </a:lnTo>
                <a:lnTo>
                  <a:pt x="543" y="207"/>
                </a:lnTo>
                <a:lnTo>
                  <a:pt x="542" y="213"/>
                </a:lnTo>
                <a:lnTo>
                  <a:pt x="541" y="219"/>
                </a:lnTo>
                <a:lnTo>
                  <a:pt x="540" y="225"/>
                </a:lnTo>
                <a:lnTo>
                  <a:pt x="539" y="231"/>
                </a:lnTo>
                <a:lnTo>
                  <a:pt x="537" y="237"/>
                </a:lnTo>
                <a:lnTo>
                  <a:pt x="535" y="243"/>
                </a:lnTo>
                <a:lnTo>
                  <a:pt x="533" y="249"/>
                </a:lnTo>
                <a:lnTo>
                  <a:pt x="530" y="254"/>
                </a:lnTo>
                <a:lnTo>
                  <a:pt x="527" y="260"/>
                </a:lnTo>
                <a:lnTo>
                  <a:pt x="524" y="266"/>
                </a:lnTo>
                <a:lnTo>
                  <a:pt x="521" y="272"/>
                </a:lnTo>
                <a:lnTo>
                  <a:pt x="518" y="277"/>
                </a:lnTo>
                <a:lnTo>
                  <a:pt x="514" y="283"/>
                </a:lnTo>
                <a:lnTo>
                  <a:pt x="510" y="288"/>
                </a:lnTo>
                <a:lnTo>
                  <a:pt x="506" y="293"/>
                </a:lnTo>
                <a:lnTo>
                  <a:pt x="501" y="299"/>
                </a:lnTo>
                <a:lnTo>
                  <a:pt x="496" y="304"/>
                </a:lnTo>
                <a:lnTo>
                  <a:pt x="492" y="309"/>
                </a:lnTo>
                <a:lnTo>
                  <a:pt x="486" y="313"/>
                </a:lnTo>
                <a:lnTo>
                  <a:pt x="481" y="318"/>
                </a:lnTo>
                <a:lnTo>
                  <a:pt x="476" y="323"/>
                </a:lnTo>
                <a:lnTo>
                  <a:pt x="470" y="327"/>
                </a:lnTo>
                <a:lnTo>
                  <a:pt x="464" y="332"/>
                </a:lnTo>
                <a:lnTo>
                  <a:pt x="458" y="336"/>
                </a:lnTo>
                <a:lnTo>
                  <a:pt x="451" y="340"/>
                </a:lnTo>
                <a:lnTo>
                  <a:pt x="445" y="344"/>
                </a:lnTo>
                <a:lnTo>
                  <a:pt x="438" y="348"/>
                </a:lnTo>
                <a:lnTo>
                  <a:pt x="432" y="352"/>
                </a:lnTo>
                <a:lnTo>
                  <a:pt x="425" y="355"/>
                </a:lnTo>
                <a:lnTo>
                  <a:pt x="417" y="359"/>
                </a:lnTo>
                <a:lnTo>
                  <a:pt x="410" y="363"/>
                </a:lnTo>
                <a:lnTo>
                  <a:pt x="403" y="366"/>
                </a:lnTo>
                <a:lnTo>
                  <a:pt x="395" y="369"/>
                </a:lnTo>
                <a:lnTo>
                  <a:pt x="388" y="371"/>
                </a:lnTo>
                <a:lnTo>
                  <a:pt x="380" y="374"/>
                </a:lnTo>
                <a:lnTo>
                  <a:pt x="372" y="376"/>
                </a:lnTo>
                <a:lnTo>
                  <a:pt x="363" y="378"/>
                </a:lnTo>
                <a:lnTo>
                  <a:pt x="355" y="380"/>
                </a:lnTo>
                <a:lnTo>
                  <a:pt x="347" y="382"/>
                </a:lnTo>
                <a:lnTo>
                  <a:pt x="338" y="384"/>
                </a:lnTo>
                <a:lnTo>
                  <a:pt x="330" y="385"/>
                </a:lnTo>
                <a:lnTo>
                  <a:pt x="322" y="386"/>
                </a:lnTo>
                <a:lnTo>
                  <a:pt x="313" y="387"/>
                </a:lnTo>
                <a:lnTo>
                  <a:pt x="305" y="388"/>
                </a:lnTo>
                <a:lnTo>
                  <a:pt x="296" y="389"/>
                </a:lnTo>
                <a:lnTo>
                  <a:pt x="288" y="389"/>
                </a:lnTo>
                <a:lnTo>
                  <a:pt x="279" y="390"/>
                </a:lnTo>
                <a:lnTo>
                  <a:pt x="271" y="390"/>
                </a:lnTo>
                <a:lnTo>
                  <a:pt x="262" y="390"/>
                </a:lnTo>
                <a:lnTo>
                  <a:pt x="254" y="389"/>
                </a:lnTo>
                <a:lnTo>
                  <a:pt x="245" y="389"/>
                </a:lnTo>
                <a:lnTo>
                  <a:pt x="237" y="388"/>
                </a:lnTo>
                <a:lnTo>
                  <a:pt x="228" y="387"/>
                </a:lnTo>
                <a:lnTo>
                  <a:pt x="220" y="386"/>
                </a:lnTo>
                <a:lnTo>
                  <a:pt x="212" y="385"/>
                </a:lnTo>
                <a:lnTo>
                  <a:pt x="203" y="384"/>
                </a:lnTo>
                <a:lnTo>
                  <a:pt x="195" y="382"/>
                </a:lnTo>
                <a:lnTo>
                  <a:pt x="187" y="380"/>
                </a:lnTo>
                <a:lnTo>
                  <a:pt x="179" y="378"/>
                </a:lnTo>
                <a:lnTo>
                  <a:pt x="171" y="376"/>
                </a:lnTo>
                <a:lnTo>
                  <a:pt x="163" y="374"/>
                </a:lnTo>
                <a:lnTo>
                  <a:pt x="155" y="371"/>
                </a:lnTo>
                <a:lnTo>
                  <a:pt x="148" y="369"/>
                </a:lnTo>
                <a:lnTo>
                  <a:pt x="140" y="366"/>
                </a:lnTo>
                <a:lnTo>
                  <a:pt x="133" y="363"/>
                </a:lnTo>
                <a:lnTo>
                  <a:pt x="126" y="359"/>
                </a:lnTo>
                <a:lnTo>
                  <a:pt x="118" y="355"/>
                </a:lnTo>
                <a:lnTo>
                  <a:pt x="111" y="352"/>
                </a:lnTo>
                <a:lnTo>
                  <a:pt x="105" y="348"/>
                </a:lnTo>
                <a:lnTo>
                  <a:pt x="98" y="344"/>
                </a:lnTo>
                <a:lnTo>
                  <a:pt x="91" y="340"/>
                </a:lnTo>
                <a:lnTo>
                  <a:pt x="85" y="336"/>
                </a:lnTo>
                <a:lnTo>
                  <a:pt x="79" y="332"/>
                </a:lnTo>
                <a:lnTo>
                  <a:pt x="73" y="327"/>
                </a:lnTo>
                <a:lnTo>
                  <a:pt x="67" y="323"/>
                </a:lnTo>
                <a:lnTo>
                  <a:pt x="62" y="318"/>
                </a:lnTo>
                <a:lnTo>
                  <a:pt x="56" y="313"/>
                </a:lnTo>
                <a:lnTo>
                  <a:pt x="51" y="309"/>
                </a:lnTo>
                <a:lnTo>
                  <a:pt x="46" y="304"/>
                </a:lnTo>
                <a:lnTo>
                  <a:pt x="42" y="299"/>
                </a:lnTo>
                <a:lnTo>
                  <a:pt x="37" y="293"/>
                </a:lnTo>
                <a:lnTo>
                  <a:pt x="33" y="288"/>
                </a:lnTo>
                <a:lnTo>
                  <a:pt x="29" y="283"/>
                </a:lnTo>
                <a:lnTo>
                  <a:pt x="25" y="277"/>
                </a:lnTo>
                <a:lnTo>
                  <a:pt x="22" y="272"/>
                </a:lnTo>
                <a:lnTo>
                  <a:pt x="19" y="266"/>
                </a:lnTo>
                <a:lnTo>
                  <a:pt x="16" y="260"/>
                </a:lnTo>
                <a:lnTo>
                  <a:pt x="13" y="254"/>
                </a:lnTo>
                <a:lnTo>
                  <a:pt x="10" y="249"/>
                </a:lnTo>
                <a:lnTo>
                  <a:pt x="8" y="243"/>
                </a:lnTo>
                <a:lnTo>
                  <a:pt x="6" y="237"/>
                </a:lnTo>
                <a:lnTo>
                  <a:pt x="4" y="231"/>
                </a:lnTo>
                <a:lnTo>
                  <a:pt x="3" y="225"/>
                </a:lnTo>
                <a:lnTo>
                  <a:pt x="2" y="219"/>
                </a:lnTo>
                <a:lnTo>
                  <a:pt x="1" y="213"/>
                </a:lnTo>
                <a:lnTo>
                  <a:pt x="0" y="207"/>
                </a:lnTo>
                <a:lnTo>
                  <a:pt x="0" y="200"/>
                </a:lnTo>
                <a:lnTo>
                  <a:pt x="0" y="194"/>
                </a:lnTo>
                <a:lnTo>
                  <a:pt x="0" y="188"/>
                </a:lnTo>
                <a:lnTo>
                  <a:pt x="0" y="182"/>
                </a:lnTo>
                <a:lnTo>
                  <a:pt x="1" y="176"/>
                </a:lnTo>
                <a:lnTo>
                  <a:pt x="2" y="170"/>
                </a:lnTo>
                <a:lnTo>
                  <a:pt x="3" y="164"/>
                </a:lnTo>
                <a:lnTo>
                  <a:pt x="4" y="158"/>
                </a:lnTo>
                <a:lnTo>
                  <a:pt x="6" y="152"/>
                </a:lnTo>
                <a:lnTo>
                  <a:pt x="8" y="146"/>
                </a:lnTo>
                <a:lnTo>
                  <a:pt x="10" y="140"/>
                </a:lnTo>
                <a:lnTo>
                  <a:pt x="13" y="134"/>
                </a:lnTo>
                <a:lnTo>
                  <a:pt x="16" y="128"/>
                </a:lnTo>
                <a:lnTo>
                  <a:pt x="19" y="123"/>
                </a:lnTo>
                <a:lnTo>
                  <a:pt x="22" y="117"/>
                </a:lnTo>
                <a:lnTo>
                  <a:pt x="25" y="111"/>
                </a:lnTo>
                <a:lnTo>
                  <a:pt x="29" y="106"/>
                </a:lnTo>
                <a:lnTo>
                  <a:pt x="33" y="101"/>
                </a:lnTo>
                <a:lnTo>
                  <a:pt x="37" y="95"/>
                </a:lnTo>
                <a:lnTo>
                  <a:pt x="42" y="90"/>
                </a:lnTo>
                <a:lnTo>
                  <a:pt x="46" y="85"/>
                </a:lnTo>
                <a:lnTo>
                  <a:pt x="51" y="80"/>
                </a:lnTo>
                <a:lnTo>
                  <a:pt x="56" y="75"/>
                </a:lnTo>
                <a:lnTo>
                  <a:pt x="62" y="70"/>
                </a:lnTo>
                <a:lnTo>
                  <a:pt x="67" y="66"/>
                </a:lnTo>
                <a:lnTo>
                  <a:pt x="73" y="61"/>
                </a:lnTo>
                <a:lnTo>
                  <a:pt x="79" y="57"/>
                </a:lnTo>
                <a:lnTo>
                  <a:pt x="85" y="53"/>
                </a:lnTo>
                <a:lnTo>
                  <a:pt x="91" y="48"/>
                </a:lnTo>
                <a:lnTo>
                  <a:pt x="98" y="44"/>
                </a:lnTo>
                <a:lnTo>
                  <a:pt x="105" y="41"/>
                </a:lnTo>
                <a:lnTo>
                  <a:pt x="111" y="37"/>
                </a:lnTo>
                <a:lnTo>
                  <a:pt x="118" y="33"/>
                </a:lnTo>
                <a:lnTo>
                  <a:pt x="126" y="30"/>
                </a:lnTo>
                <a:lnTo>
                  <a:pt x="133" y="27"/>
                </a:lnTo>
                <a:lnTo>
                  <a:pt x="140" y="24"/>
                </a:lnTo>
                <a:lnTo>
                  <a:pt x="148" y="21"/>
                </a:lnTo>
                <a:lnTo>
                  <a:pt x="155" y="18"/>
                </a:lnTo>
                <a:lnTo>
                  <a:pt x="163" y="16"/>
                </a:lnTo>
                <a:lnTo>
                  <a:pt x="171" y="13"/>
                </a:lnTo>
                <a:lnTo>
                  <a:pt x="179" y="11"/>
                </a:lnTo>
                <a:lnTo>
                  <a:pt x="187" y="9"/>
                </a:lnTo>
                <a:lnTo>
                  <a:pt x="195" y="8"/>
                </a:lnTo>
                <a:lnTo>
                  <a:pt x="203" y="6"/>
                </a:lnTo>
                <a:lnTo>
                  <a:pt x="212" y="5"/>
                </a:lnTo>
                <a:lnTo>
                  <a:pt x="220" y="3"/>
                </a:lnTo>
                <a:lnTo>
                  <a:pt x="228" y="2"/>
                </a:lnTo>
                <a:lnTo>
                  <a:pt x="237" y="1"/>
                </a:lnTo>
                <a:lnTo>
                  <a:pt x="245" y="1"/>
                </a:lnTo>
                <a:lnTo>
                  <a:pt x="254" y="0"/>
                </a:lnTo>
                <a:lnTo>
                  <a:pt x="262" y="0"/>
                </a:lnTo>
                <a:lnTo>
                  <a:pt x="271" y="0"/>
                </a:lnTo>
                <a:lnTo>
                  <a:pt x="279" y="0"/>
                </a:lnTo>
                <a:lnTo>
                  <a:pt x="288" y="0"/>
                </a:lnTo>
                <a:lnTo>
                  <a:pt x="296" y="1"/>
                </a:lnTo>
                <a:lnTo>
                  <a:pt x="305" y="1"/>
                </a:lnTo>
                <a:lnTo>
                  <a:pt x="313" y="2"/>
                </a:lnTo>
                <a:lnTo>
                  <a:pt x="322" y="3"/>
                </a:lnTo>
                <a:lnTo>
                  <a:pt x="330" y="5"/>
                </a:lnTo>
                <a:lnTo>
                  <a:pt x="338" y="6"/>
                </a:lnTo>
                <a:lnTo>
                  <a:pt x="347" y="8"/>
                </a:lnTo>
                <a:lnTo>
                  <a:pt x="355" y="9"/>
                </a:lnTo>
                <a:lnTo>
                  <a:pt x="363" y="11"/>
                </a:lnTo>
                <a:lnTo>
                  <a:pt x="372" y="13"/>
                </a:lnTo>
                <a:lnTo>
                  <a:pt x="380" y="16"/>
                </a:lnTo>
                <a:lnTo>
                  <a:pt x="388" y="18"/>
                </a:lnTo>
                <a:lnTo>
                  <a:pt x="395" y="21"/>
                </a:lnTo>
                <a:lnTo>
                  <a:pt x="403" y="24"/>
                </a:lnTo>
                <a:lnTo>
                  <a:pt x="410" y="27"/>
                </a:lnTo>
                <a:lnTo>
                  <a:pt x="417" y="30"/>
                </a:lnTo>
                <a:lnTo>
                  <a:pt x="425" y="33"/>
                </a:lnTo>
                <a:lnTo>
                  <a:pt x="432" y="37"/>
                </a:lnTo>
                <a:lnTo>
                  <a:pt x="438" y="41"/>
                </a:lnTo>
                <a:lnTo>
                  <a:pt x="445" y="44"/>
                </a:lnTo>
                <a:lnTo>
                  <a:pt x="451" y="48"/>
                </a:lnTo>
                <a:lnTo>
                  <a:pt x="458" y="53"/>
                </a:lnTo>
                <a:lnTo>
                  <a:pt x="464" y="57"/>
                </a:lnTo>
                <a:lnTo>
                  <a:pt x="470" y="61"/>
                </a:lnTo>
                <a:lnTo>
                  <a:pt x="476" y="66"/>
                </a:lnTo>
                <a:lnTo>
                  <a:pt x="481" y="70"/>
                </a:lnTo>
                <a:lnTo>
                  <a:pt x="486" y="75"/>
                </a:lnTo>
                <a:lnTo>
                  <a:pt x="492" y="80"/>
                </a:lnTo>
                <a:lnTo>
                  <a:pt x="496" y="85"/>
                </a:lnTo>
                <a:lnTo>
                  <a:pt x="501" y="90"/>
                </a:lnTo>
                <a:lnTo>
                  <a:pt x="506" y="95"/>
                </a:lnTo>
                <a:lnTo>
                  <a:pt x="510" y="101"/>
                </a:lnTo>
                <a:lnTo>
                  <a:pt x="514" y="106"/>
                </a:lnTo>
                <a:lnTo>
                  <a:pt x="518" y="111"/>
                </a:lnTo>
                <a:lnTo>
                  <a:pt x="521" y="117"/>
                </a:lnTo>
                <a:lnTo>
                  <a:pt x="524" y="123"/>
                </a:lnTo>
                <a:lnTo>
                  <a:pt x="527" y="128"/>
                </a:lnTo>
                <a:lnTo>
                  <a:pt x="530" y="134"/>
                </a:lnTo>
                <a:lnTo>
                  <a:pt x="533" y="140"/>
                </a:lnTo>
                <a:lnTo>
                  <a:pt x="535" y="146"/>
                </a:lnTo>
                <a:lnTo>
                  <a:pt x="537" y="152"/>
                </a:lnTo>
                <a:lnTo>
                  <a:pt x="539" y="158"/>
                </a:lnTo>
                <a:lnTo>
                  <a:pt x="540" y="164"/>
                </a:lnTo>
                <a:lnTo>
                  <a:pt x="541" y="170"/>
                </a:lnTo>
                <a:lnTo>
                  <a:pt x="542" y="176"/>
                </a:lnTo>
                <a:lnTo>
                  <a:pt x="543" y="182"/>
                </a:lnTo>
                <a:lnTo>
                  <a:pt x="543" y="188"/>
                </a:lnTo>
                <a:lnTo>
                  <a:pt x="543" y="194"/>
                </a:lnTo>
                <a:close/>
              </a:path>
            </a:pathLst>
          </a:custGeom>
          <a:solidFill>
            <a:srgbClr val="ff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6" name=""/>
          <p:cNvSpPr/>
          <p:nvPr/>
        </p:nvSpPr>
        <p:spPr>
          <a:xfrm>
            <a:off x="7962120" y="2872080"/>
            <a:ext cx="201240" cy="144360"/>
          </a:xfrm>
          <a:custGeom>
            <a:avLst/>
            <a:gdLst/>
            <a:ahLst/>
            <a:rect l="0" t="0" r="r" b="b"/>
            <a:pathLst>
              <a:path w="559" h="401">
                <a:moveTo>
                  <a:pt x="551" y="200"/>
                </a:moveTo>
                <a:lnTo>
                  <a:pt x="551" y="194"/>
                </a:lnTo>
                <a:lnTo>
                  <a:pt x="551" y="188"/>
                </a:lnTo>
                <a:lnTo>
                  <a:pt x="550" y="182"/>
                </a:lnTo>
                <a:lnTo>
                  <a:pt x="549" y="176"/>
                </a:lnTo>
                <a:lnTo>
                  <a:pt x="548" y="170"/>
                </a:lnTo>
                <a:lnTo>
                  <a:pt x="547" y="164"/>
                </a:lnTo>
                <a:lnTo>
                  <a:pt x="545" y="158"/>
                </a:lnTo>
                <a:lnTo>
                  <a:pt x="543" y="152"/>
                </a:lnTo>
                <a:lnTo>
                  <a:pt x="541" y="146"/>
                </a:lnTo>
                <a:lnTo>
                  <a:pt x="538" y="140"/>
                </a:lnTo>
                <a:lnTo>
                  <a:pt x="535" y="134"/>
                </a:lnTo>
                <a:lnTo>
                  <a:pt x="532" y="129"/>
                </a:lnTo>
                <a:lnTo>
                  <a:pt x="529" y="123"/>
                </a:lnTo>
                <a:lnTo>
                  <a:pt x="526" y="117"/>
                </a:lnTo>
                <a:lnTo>
                  <a:pt x="522" y="112"/>
                </a:lnTo>
                <a:lnTo>
                  <a:pt x="518" y="107"/>
                </a:lnTo>
                <a:lnTo>
                  <a:pt x="514" y="101"/>
                </a:lnTo>
                <a:lnTo>
                  <a:pt x="509" y="96"/>
                </a:lnTo>
                <a:lnTo>
                  <a:pt x="504" y="91"/>
                </a:lnTo>
                <a:lnTo>
                  <a:pt x="500" y="86"/>
                </a:lnTo>
                <a:lnTo>
                  <a:pt x="494" y="81"/>
                </a:lnTo>
                <a:lnTo>
                  <a:pt x="489" y="76"/>
                </a:lnTo>
                <a:lnTo>
                  <a:pt x="484" y="72"/>
                </a:lnTo>
                <a:lnTo>
                  <a:pt x="477" y="67"/>
                </a:lnTo>
                <a:lnTo>
                  <a:pt x="471" y="63"/>
                </a:lnTo>
                <a:lnTo>
                  <a:pt x="465" y="59"/>
                </a:lnTo>
                <a:lnTo>
                  <a:pt x="458" y="54"/>
                </a:lnTo>
                <a:lnTo>
                  <a:pt x="452" y="50"/>
                </a:lnTo>
                <a:lnTo>
                  <a:pt x="445" y="47"/>
                </a:lnTo>
                <a:lnTo>
                  <a:pt x="439" y="43"/>
                </a:lnTo>
                <a:lnTo>
                  <a:pt x="432" y="39"/>
                </a:lnTo>
                <a:lnTo>
                  <a:pt x="424" y="36"/>
                </a:lnTo>
                <a:lnTo>
                  <a:pt x="417" y="33"/>
                </a:lnTo>
                <a:lnTo>
                  <a:pt x="410" y="30"/>
                </a:lnTo>
                <a:lnTo>
                  <a:pt x="402" y="27"/>
                </a:lnTo>
                <a:lnTo>
                  <a:pt x="395" y="24"/>
                </a:lnTo>
                <a:lnTo>
                  <a:pt x="387" y="22"/>
                </a:lnTo>
                <a:lnTo>
                  <a:pt x="379" y="19"/>
                </a:lnTo>
                <a:lnTo>
                  <a:pt x="371" y="17"/>
                </a:lnTo>
                <a:lnTo>
                  <a:pt x="363" y="15"/>
                </a:lnTo>
                <a:lnTo>
                  <a:pt x="355" y="14"/>
                </a:lnTo>
                <a:lnTo>
                  <a:pt x="346" y="12"/>
                </a:lnTo>
                <a:lnTo>
                  <a:pt x="338" y="11"/>
                </a:lnTo>
                <a:lnTo>
                  <a:pt x="330" y="9"/>
                </a:lnTo>
                <a:lnTo>
                  <a:pt x="321" y="8"/>
                </a:lnTo>
                <a:lnTo>
                  <a:pt x="313" y="7"/>
                </a:lnTo>
                <a:lnTo>
                  <a:pt x="304" y="7"/>
                </a:lnTo>
                <a:lnTo>
                  <a:pt x="296" y="6"/>
                </a:lnTo>
                <a:lnTo>
                  <a:pt x="287" y="6"/>
                </a:lnTo>
                <a:lnTo>
                  <a:pt x="279" y="6"/>
                </a:lnTo>
                <a:lnTo>
                  <a:pt x="270" y="6"/>
                </a:lnTo>
                <a:lnTo>
                  <a:pt x="262" y="6"/>
                </a:lnTo>
                <a:lnTo>
                  <a:pt x="253" y="7"/>
                </a:lnTo>
                <a:lnTo>
                  <a:pt x="245" y="7"/>
                </a:lnTo>
                <a:lnTo>
                  <a:pt x="236" y="8"/>
                </a:lnTo>
                <a:lnTo>
                  <a:pt x="228" y="9"/>
                </a:lnTo>
                <a:lnTo>
                  <a:pt x="220" y="11"/>
                </a:lnTo>
                <a:lnTo>
                  <a:pt x="211" y="12"/>
                </a:lnTo>
                <a:lnTo>
                  <a:pt x="203" y="14"/>
                </a:lnTo>
                <a:lnTo>
                  <a:pt x="195" y="15"/>
                </a:lnTo>
                <a:lnTo>
                  <a:pt x="187" y="17"/>
                </a:lnTo>
                <a:lnTo>
                  <a:pt x="179" y="19"/>
                </a:lnTo>
                <a:lnTo>
                  <a:pt x="171" y="22"/>
                </a:lnTo>
                <a:lnTo>
                  <a:pt x="163" y="24"/>
                </a:lnTo>
                <a:lnTo>
                  <a:pt x="156" y="27"/>
                </a:lnTo>
                <a:lnTo>
                  <a:pt x="148" y="30"/>
                </a:lnTo>
                <a:lnTo>
                  <a:pt x="141" y="33"/>
                </a:lnTo>
                <a:lnTo>
                  <a:pt x="134" y="36"/>
                </a:lnTo>
                <a:lnTo>
                  <a:pt x="126" y="39"/>
                </a:lnTo>
                <a:lnTo>
                  <a:pt x="119" y="43"/>
                </a:lnTo>
                <a:lnTo>
                  <a:pt x="113" y="47"/>
                </a:lnTo>
                <a:lnTo>
                  <a:pt x="106" y="50"/>
                </a:lnTo>
                <a:lnTo>
                  <a:pt x="99" y="54"/>
                </a:lnTo>
                <a:lnTo>
                  <a:pt x="93" y="59"/>
                </a:lnTo>
                <a:lnTo>
                  <a:pt x="87" y="63"/>
                </a:lnTo>
                <a:lnTo>
                  <a:pt x="81" y="67"/>
                </a:lnTo>
                <a:lnTo>
                  <a:pt x="75" y="72"/>
                </a:lnTo>
                <a:lnTo>
                  <a:pt x="70" y="76"/>
                </a:lnTo>
                <a:lnTo>
                  <a:pt x="64" y="81"/>
                </a:lnTo>
                <a:lnTo>
                  <a:pt x="59" y="86"/>
                </a:lnTo>
                <a:lnTo>
                  <a:pt x="54" y="91"/>
                </a:lnTo>
                <a:lnTo>
                  <a:pt x="50" y="96"/>
                </a:lnTo>
                <a:lnTo>
                  <a:pt x="45" y="101"/>
                </a:lnTo>
                <a:lnTo>
                  <a:pt x="41" y="107"/>
                </a:lnTo>
                <a:lnTo>
                  <a:pt x="37" y="112"/>
                </a:lnTo>
                <a:lnTo>
                  <a:pt x="33" y="117"/>
                </a:lnTo>
                <a:lnTo>
                  <a:pt x="30" y="123"/>
                </a:lnTo>
                <a:lnTo>
                  <a:pt x="27" y="129"/>
                </a:lnTo>
                <a:lnTo>
                  <a:pt x="24" y="134"/>
                </a:lnTo>
                <a:lnTo>
                  <a:pt x="21" y="140"/>
                </a:lnTo>
                <a:lnTo>
                  <a:pt x="18" y="146"/>
                </a:lnTo>
                <a:lnTo>
                  <a:pt x="16" y="152"/>
                </a:lnTo>
                <a:lnTo>
                  <a:pt x="14" y="158"/>
                </a:lnTo>
                <a:lnTo>
                  <a:pt x="12" y="164"/>
                </a:lnTo>
                <a:lnTo>
                  <a:pt x="11" y="170"/>
                </a:lnTo>
                <a:lnTo>
                  <a:pt x="10" y="176"/>
                </a:lnTo>
                <a:lnTo>
                  <a:pt x="9" y="182"/>
                </a:lnTo>
                <a:lnTo>
                  <a:pt x="8" y="188"/>
                </a:lnTo>
                <a:lnTo>
                  <a:pt x="8" y="194"/>
                </a:lnTo>
                <a:lnTo>
                  <a:pt x="8" y="200"/>
                </a:lnTo>
                <a:lnTo>
                  <a:pt x="8" y="206"/>
                </a:lnTo>
                <a:lnTo>
                  <a:pt x="8" y="213"/>
                </a:lnTo>
                <a:lnTo>
                  <a:pt x="9" y="219"/>
                </a:lnTo>
                <a:lnTo>
                  <a:pt x="10" y="226"/>
                </a:lnTo>
                <a:lnTo>
                  <a:pt x="11" y="232"/>
                </a:lnTo>
                <a:lnTo>
                  <a:pt x="12" y="238"/>
                </a:lnTo>
                <a:lnTo>
                  <a:pt x="14" y="244"/>
                </a:lnTo>
                <a:lnTo>
                  <a:pt x="16" y="250"/>
                </a:lnTo>
                <a:lnTo>
                  <a:pt x="18" y="256"/>
                </a:lnTo>
                <a:lnTo>
                  <a:pt x="21" y="261"/>
                </a:lnTo>
                <a:lnTo>
                  <a:pt x="24" y="267"/>
                </a:lnTo>
                <a:lnTo>
                  <a:pt x="27" y="273"/>
                </a:lnTo>
                <a:lnTo>
                  <a:pt x="30" y="279"/>
                </a:lnTo>
                <a:lnTo>
                  <a:pt x="33" y="284"/>
                </a:lnTo>
                <a:lnTo>
                  <a:pt x="37" y="290"/>
                </a:lnTo>
                <a:lnTo>
                  <a:pt x="41" y="295"/>
                </a:lnTo>
                <a:lnTo>
                  <a:pt x="45" y="300"/>
                </a:lnTo>
                <a:lnTo>
                  <a:pt x="50" y="306"/>
                </a:lnTo>
                <a:lnTo>
                  <a:pt x="54" y="311"/>
                </a:lnTo>
                <a:lnTo>
                  <a:pt x="59" y="316"/>
                </a:lnTo>
                <a:lnTo>
                  <a:pt x="64" y="320"/>
                </a:lnTo>
                <a:lnTo>
                  <a:pt x="70" y="325"/>
                </a:lnTo>
                <a:lnTo>
                  <a:pt x="75" y="330"/>
                </a:lnTo>
                <a:lnTo>
                  <a:pt x="81" y="334"/>
                </a:lnTo>
                <a:lnTo>
                  <a:pt x="87" y="339"/>
                </a:lnTo>
                <a:lnTo>
                  <a:pt x="93" y="343"/>
                </a:lnTo>
                <a:lnTo>
                  <a:pt x="99" y="347"/>
                </a:lnTo>
                <a:lnTo>
                  <a:pt x="106" y="351"/>
                </a:lnTo>
                <a:lnTo>
                  <a:pt x="113" y="355"/>
                </a:lnTo>
                <a:lnTo>
                  <a:pt x="119" y="359"/>
                </a:lnTo>
                <a:lnTo>
                  <a:pt x="126" y="362"/>
                </a:lnTo>
                <a:lnTo>
                  <a:pt x="134" y="365"/>
                </a:lnTo>
                <a:lnTo>
                  <a:pt x="141" y="369"/>
                </a:lnTo>
                <a:lnTo>
                  <a:pt x="148" y="372"/>
                </a:lnTo>
                <a:lnTo>
                  <a:pt x="156" y="375"/>
                </a:lnTo>
                <a:lnTo>
                  <a:pt x="163" y="377"/>
                </a:lnTo>
                <a:lnTo>
                  <a:pt x="171" y="380"/>
                </a:lnTo>
                <a:lnTo>
                  <a:pt x="179" y="382"/>
                </a:lnTo>
                <a:lnTo>
                  <a:pt x="187" y="384"/>
                </a:lnTo>
                <a:lnTo>
                  <a:pt x="195" y="386"/>
                </a:lnTo>
                <a:lnTo>
                  <a:pt x="203" y="388"/>
                </a:lnTo>
                <a:lnTo>
                  <a:pt x="211" y="390"/>
                </a:lnTo>
                <a:lnTo>
                  <a:pt x="220" y="391"/>
                </a:lnTo>
                <a:lnTo>
                  <a:pt x="228" y="392"/>
                </a:lnTo>
                <a:lnTo>
                  <a:pt x="236" y="393"/>
                </a:lnTo>
                <a:lnTo>
                  <a:pt x="245" y="394"/>
                </a:lnTo>
                <a:lnTo>
                  <a:pt x="253" y="395"/>
                </a:lnTo>
                <a:lnTo>
                  <a:pt x="262" y="395"/>
                </a:lnTo>
                <a:lnTo>
                  <a:pt x="270" y="396"/>
                </a:lnTo>
                <a:lnTo>
                  <a:pt x="279" y="396"/>
                </a:lnTo>
                <a:lnTo>
                  <a:pt x="287" y="396"/>
                </a:lnTo>
                <a:lnTo>
                  <a:pt x="296" y="395"/>
                </a:lnTo>
                <a:lnTo>
                  <a:pt x="304" y="395"/>
                </a:lnTo>
                <a:lnTo>
                  <a:pt x="313" y="394"/>
                </a:lnTo>
                <a:lnTo>
                  <a:pt x="321" y="393"/>
                </a:lnTo>
                <a:lnTo>
                  <a:pt x="330" y="392"/>
                </a:lnTo>
                <a:lnTo>
                  <a:pt x="338" y="391"/>
                </a:lnTo>
                <a:lnTo>
                  <a:pt x="346" y="390"/>
                </a:lnTo>
                <a:lnTo>
                  <a:pt x="355" y="388"/>
                </a:lnTo>
                <a:lnTo>
                  <a:pt x="363" y="386"/>
                </a:lnTo>
                <a:lnTo>
                  <a:pt x="371" y="384"/>
                </a:lnTo>
                <a:lnTo>
                  <a:pt x="379" y="382"/>
                </a:lnTo>
                <a:lnTo>
                  <a:pt x="387" y="380"/>
                </a:lnTo>
                <a:lnTo>
                  <a:pt x="395" y="377"/>
                </a:lnTo>
                <a:lnTo>
                  <a:pt x="402" y="375"/>
                </a:lnTo>
                <a:lnTo>
                  <a:pt x="410" y="372"/>
                </a:lnTo>
                <a:lnTo>
                  <a:pt x="417" y="369"/>
                </a:lnTo>
                <a:lnTo>
                  <a:pt x="424" y="365"/>
                </a:lnTo>
                <a:lnTo>
                  <a:pt x="432" y="362"/>
                </a:lnTo>
                <a:lnTo>
                  <a:pt x="439" y="359"/>
                </a:lnTo>
                <a:lnTo>
                  <a:pt x="445" y="355"/>
                </a:lnTo>
                <a:lnTo>
                  <a:pt x="452" y="351"/>
                </a:lnTo>
                <a:lnTo>
                  <a:pt x="458" y="347"/>
                </a:lnTo>
                <a:lnTo>
                  <a:pt x="465" y="343"/>
                </a:lnTo>
                <a:lnTo>
                  <a:pt x="471" y="339"/>
                </a:lnTo>
                <a:lnTo>
                  <a:pt x="477" y="334"/>
                </a:lnTo>
                <a:lnTo>
                  <a:pt x="484" y="330"/>
                </a:lnTo>
                <a:lnTo>
                  <a:pt x="489" y="325"/>
                </a:lnTo>
                <a:lnTo>
                  <a:pt x="494" y="320"/>
                </a:lnTo>
                <a:lnTo>
                  <a:pt x="500" y="316"/>
                </a:lnTo>
                <a:lnTo>
                  <a:pt x="504" y="311"/>
                </a:lnTo>
                <a:lnTo>
                  <a:pt x="509" y="306"/>
                </a:lnTo>
                <a:lnTo>
                  <a:pt x="514" y="300"/>
                </a:lnTo>
                <a:lnTo>
                  <a:pt x="518" y="295"/>
                </a:lnTo>
                <a:lnTo>
                  <a:pt x="522" y="290"/>
                </a:lnTo>
                <a:lnTo>
                  <a:pt x="526" y="284"/>
                </a:lnTo>
                <a:lnTo>
                  <a:pt x="529" y="279"/>
                </a:lnTo>
                <a:lnTo>
                  <a:pt x="532" y="273"/>
                </a:lnTo>
                <a:lnTo>
                  <a:pt x="535" y="267"/>
                </a:lnTo>
                <a:lnTo>
                  <a:pt x="538" y="261"/>
                </a:lnTo>
                <a:lnTo>
                  <a:pt x="541" y="256"/>
                </a:lnTo>
                <a:lnTo>
                  <a:pt x="543" y="250"/>
                </a:lnTo>
                <a:lnTo>
                  <a:pt x="545" y="244"/>
                </a:lnTo>
                <a:lnTo>
                  <a:pt x="547" y="238"/>
                </a:lnTo>
                <a:lnTo>
                  <a:pt x="548" y="232"/>
                </a:lnTo>
                <a:lnTo>
                  <a:pt x="549" y="226"/>
                </a:lnTo>
                <a:lnTo>
                  <a:pt x="550" y="219"/>
                </a:lnTo>
                <a:lnTo>
                  <a:pt x="551" y="213"/>
                </a:lnTo>
                <a:lnTo>
                  <a:pt x="551" y="206"/>
                </a:lnTo>
                <a:lnTo>
                  <a:pt x="551" y="200"/>
                </a:lnTo>
                <a:moveTo>
                  <a:pt x="559" y="200"/>
                </a:moveTo>
                <a:lnTo>
                  <a:pt x="559" y="207"/>
                </a:lnTo>
                <a:lnTo>
                  <a:pt x="559" y="213"/>
                </a:lnTo>
                <a:lnTo>
                  <a:pt x="558" y="219"/>
                </a:lnTo>
                <a:lnTo>
                  <a:pt x="557" y="226"/>
                </a:lnTo>
                <a:lnTo>
                  <a:pt x="556" y="233"/>
                </a:lnTo>
                <a:lnTo>
                  <a:pt x="554" y="239"/>
                </a:lnTo>
                <a:lnTo>
                  <a:pt x="552" y="245"/>
                </a:lnTo>
                <a:lnTo>
                  <a:pt x="550" y="251"/>
                </a:lnTo>
                <a:lnTo>
                  <a:pt x="548" y="257"/>
                </a:lnTo>
                <a:lnTo>
                  <a:pt x="545" y="263"/>
                </a:lnTo>
                <a:lnTo>
                  <a:pt x="543" y="269"/>
                </a:lnTo>
                <a:lnTo>
                  <a:pt x="540" y="275"/>
                </a:lnTo>
                <a:lnTo>
                  <a:pt x="536" y="281"/>
                </a:lnTo>
                <a:lnTo>
                  <a:pt x="533" y="286"/>
                </a:lnTo>
                <a:lnTo>
                  <a:pt x="529" y="292"/>
                </a:lnTo>
                <a:lnTo>
                  <a:pt x="525" y="298"/>
                </a:lnTo>
                <a:lnTo>
                  <a:pt x="520" y="303"/>
                </a:lnTo>
                <a:lnTo>
                  <a:pt x="516" y="308"/>
                </a:lnTo>
                <a:lnTo>
                  <a:pt x="511" y="314"/>
                </a:lnTo>
                <a:lnTo>
                  <a:pt x="506" y="319"/>
                </a:lnTo>
                <a:lnTo>
                  <a:pt x="501" y="324"/>
                </a:lnTo>
                <a:lnTo>
                  <a:pt x="495" y="329"/>
                </a:lnTo>
                <a:lnTo>
                  <a:pt x="489" y="334"/>
                </a:lnTo>
                <a:lnTo>
                  <a:pt x="483" y="338"/>
                </a:lnTo>
                <a:lnTo>
                  <a:pt x="476" y="343"/>
                </a:lnTo>
                <a:lnTo>
                  <a:pt x="470" y="347"/>
                </a:lnTo>
                <a:lnTo>
                  <a:pt x="464" y="351"/>
                </a:lnTo>
                <a:lnTo>
                  <a:pt x="457" y="355"/>
                </a:lnTo>
                <a:lnTo>
                  <a:pt x="450" y="359"/>
                </a:lnTo>
                <a:lnTo>
                  <a:pt x="443" y="363"/>
                </a:lnTo>
                <a:lnTo>
                  <a:pt x="436" y="367"/>
                </a:lnTo>
                <a:lnTo>
                  <a:pt x="429" y="370"/>
                </a:lnTo>
                <a:lnTo>
                  <a:pt x="421" y="373"/>
                </a:lnTo>
                <a:lnTo>
                  <a:pt x="413" y="377"/>
                </a:lnTo>
                <a:lnTo>
                  <a:pt x="406" y="380"/>
                </a:lnTo>
                <a:lnTo>
                  <a:pt x="398" y="382"/>
                </a:lnTo>
                <a:lnTo>
                  <a:pt x="390" y="385"/>
                </a:lnTo>
                <a:lnTo>
                  <a:pt x="382" y="387"/>
                </a:lnTo>
                <a:lnTo>
                  <a:pt x="374" y="389"/>
                </a:lnTo>
                <a:lnTo>
                  <a:pt x="365" y="392"/>
                </a:lnTo>
                <a:lnTo>
                  <a:pt x="357" y="393"/>
                </a:lnTo>
                <a:lnTo>
                  <a:pt x="348" y="395"/>
                </a:lnTo>
                <a:lnTo>
                  <a:pt x="340" y="397"/>
                </a:lnTo>
                <a:lnTo>
                  <a:pt x="331" y="398"/>
                </a:lnTo>
                <a:lnTo>
                  <a:pt x="323" y="399"/>
                </a:lnTo>
                <a:lnTo>
                  <a:pt x="314" y="400"/>
                </a:lnTo>
                <a:lnTo>
                  <a:pt x="305" y="400"/>
                </a:lnTo>
                <a:lnTo>
                  <a:pt x="296" y="401"/>
                </a:lnTo>
                <a:lnTo>
                  <a:pt x="288" y="401"/>
                </a:lnTo>
                <a:lnTo>
                  <a:pt x="279" y="401"/>
                </a:lnTo>
                <a:lnTo>
                  <a:pt x="270" y="401"/>
                </a:lnTo>
                <a:lnTo>
                  <a:pt x="261" y="401"/>
                </a:lnTo>
                <a:lnTo>
                  <a:pt x="253" y="400"/>
                </a:lnTo>
                <a:lnTo>
                  <a:pt x="244" y="400"/>
                </a:lnTo>
                <a:lnTo>
                  <a:pt x="235" y="399"/>
                </a:lnTo>
                <a:lnTo>
                  <a:pt x="227" y="398"/>
                </a:lnTo>
                <a:lnTo>
                  <a:pt x="218" y="397"/>
                </a:lnTo>
                <a:lnTo>
                  <a:pt x="210" y="395"/>
                </a:lnTo>
                <a:lnTo>
                  <a:pt x="201" y="393"/>
                </a:lnTo>
                <a:lnTo>
                  <a:pt x="193" y="392"/>
                </a:lnTo>
                <a:lnTo>
                  <a:pt x="184" y="389"/>
                </a:lnTo>
                <a:lnTo>
                  <a:pt x="176" y="387"/>
                </a:lnTo>
                <a:lnTo>
                  <a:pt x="168" y="385"/>
                </a:lnTo>
                <a:lnTo>
                  <a:pt x="160" y="382"/>
                </a:lnTo>
                <a:lnTo>
                  <a:pt x="152" y="380"/>
                </a:lnTo>
                <a:lnTo>
                  <a:pt x="144" y="377"/>
                </a:lnTo>
                <a:lnTo>
                  <a:pt x="137" y="373"/>
                </a:lnTo>
                <a:lnTo>
                  <a:pt x="129" y="370"/>
                </a:lnTo>
                <a:lnTo>
                  <a:pt x="122" y="367"/>
                </a:lnTo>
                <a:lnTo>
                  <a:pt x="115" y="363"/>
                </a:lnTo>
                <a:lnTo>
                  <a:pt x="108" y="359"/>
                </a:lnTo>
                <a:lnTo>
                  <a:pt x="101" y="355"/>
                </a:lnTo>
                <a:lnTo>
                  <a:pt x="94" y="351"/>
                </a:lnTo>
                <a:lnTo>
                  <a:pt x="88" y="347"/>
                </a:lnTo>
                <a:lnTo>
                  <a:pt x="82" y="343"/>
                </a:lnTo>
                <a:lnTo>
                  <a:pt x="75" y="338"/>
                </a:lnTo>
                <a:lnTo>
                  <a:pt x="70" y="334"/>
                </a:lnTo>
                <a:lnTo>
                  <a:pt x="64" y="329"/>
                </a:lnTo>
                <a:lnTo>
                  <a:pt x="58" y="324"/>
                </a:lnTo>
                <a:lnTo>
                  <a:pt x="53" y="319"/>
                </a:lnTo>
                <a:lnTo>
                  <a:pt x="48" y="314"/>
                </a:lnTo>
                <a:lnTo>
                  <a:pt x="43" y="308"/>
                </a:lnTo>
                <a:lnTo>
                  <a:pt x="39" y="303"/>
                </a:lnTo>
                <a:lnTo>
                  <a:pt x="34" y="298"/>
                </a:lnTo>
                <a:lnTo>
                  <a:pt x="30" y="292"/>
                </a:lnTo>
                <a:lnTo>
                  <a:pt x="26" y="286"/>
                </a:lnTo>
                <a:lnTo>
                  <a:pt x="23" y="281"/>
                </a:lnTo>
                <a:lnTo>
                  <a:pt x="19" y="275"/>
                </a:lnTo>
                <a:lnTo>
                  <a:pt x="16" y="269"/>
                </a:lnTo>
                <a:lnTo>
                  <a:pt x="13" y="263"/>
                </a:lnTo>
                <a:lnTo>
                  <a:pt x="11" y="257"/>
                </a:lnTo>
                <a:lnTo>
                  <a:pt x="9" y="251"/>
                </a:lnTo>
                <a:lnTo>
                  <a:pt x="6" y="245"/>
                </a:lnTo>
                <a:lnTo>
                  <a:pt x="5" y="239"/>
                </a:lnTo>
                <a:lnTo>
                  <a:pt x="3" y="233"/>
                </a:lnTo>
                <a:lnTo>
                  <a:pt x="2" y="226"/>
                </a:lnTo>
                <a:lnTo>
                  <a:pt x="1" y="219"/>
                </a:lnTo>
                <a:lnTo>
                  <a:pt x="0" y="213"/>
                </a:lnTo>
                <a:lnTo>
                  <a:pt x="0" y="207"/>
                </a:lnTo>
                <a:lnTo>
                  <a:pt x="0" y="200"/>
                </a:lnTo>
                <a:lnTo>
                  <a:pt x="0" y="194"/>
                </a:lnTo>
                <a:lnTo>
                  <a:pt x="0" y="188"/>
                </a:lnTo>
                <a:lnTo>
                  <a:pt x="1" y="181"/>
                </a:lnTo>
                <a:lnTo>
                  <a:pt x="2" y="175"/>
                </a:lnTo>
                <a:lnTo>
                  <a:pt x="3" y="169"/>
                </a:lnTo>
                <a:lnTo>
                  <a:pt x="5" y="163"/>
                </a:lnTo>
                <a:lnTo>
                  <a:pt x="6" y="157"/>
                </a:lnTo>
                <a:lnTo>
                  <a:pt x="9" y="151"/>
                </a:lnTo>
                <a:lnTo>
                  <a:pt x="11" y="144"/>
                </a:lnTo>
                <a:lnTo>
                  <a:pt x="13" y="138"/>
                </a:lnTo>
                <a:lnTo>
                  <a:pt x="16" y="133"/>
                </a:lnTo>
                <a:lnTo>
                  <a:pt x="19" y="127"/>
                </a:lnTo>
                <a:lnTo>
                  <a:pt x="23" y="121"/>
                </a:lnTo>
                <a:lnTo>
                  <a:pt x="26" y="115"/>
                </a:lnTo>
                <a:lnTo>
                  <a:pt x="30" y="109"/>
                </a:lnTo>
                <a:lnTo>
                  <a:pt x="34" y="104"/>
                </a:lnTo>
                <a:lnTo>
                  <a:pt x="39" y="98"/>
                </a:lnTo>
                <a:lnTo>
                  <a:pt x="43" y="93"/>
                </a:lnTo>
                <a:lnTo>
                  <a:pt x="48" y="88"/>
                </a:lnTo>
                <a:lnTo>
                  <a:pt x="53" y="83"/>
                </a:lnTo>
                <a:lnTo>
                  <a:pt x="58" y="78"/>
                </a:lnTo>
                <a:lnTo>
                  <a:pt x="64" y="73"/>
                </a:lnTo>
                <a:lnTo>
                  <a:pt x="70" y="68"/>
                </a:lnTo>
                <a:lnTo>
                  <a:pt x="75" y="63"/>
                </a:lnTo>
                <a:lnTo>
                  <a:pt x="82" y="59"/>
                </a:lnTo>
                <a:lnTo>
                  <a:pt x="88" y="54"/>
                </a:lnTo>
                <a:lnTo>
                  <a:pt x="94" y="50"/>
                </a:lnTo>
                <a:lnTo>
                  <a:pt x="101" y="46"/>
                </a:lnTo>
                <a:lnTo>
                  <a:pt x="108" y="42"/>
                </a:lnTo>
                <a:lnTo>
                  <a:pt x="115" y="38"/>
                </a:lnTo>
                <a:lnTo>
                  <a:pt x="122" y="35"/>
                </a:lnTo>
                <a:lnTo>
                  <a:pt x="129" y="31"/>
                </a:lnTo>
                <a:lnTo>
                  <a:pt x="137" y="28"/>
                </a:lnTo>
                <a:lnTo>
                  <a:pt x="144" y="25"/>
                </a:lnTo>
                <a:lnTo>
                  <a:pt x="152" y="22"/>
                </a:lnTo>
                <a:lnTo>
                  <a:pt x="160" y="19"/>
                </a:lnTo>
                <a:lnTo>
                  <a:pt x="168" y="17"/>
                </a:lnTo>
                <a:lnTo>
                  <a:pt x="176" y="14"/>
                </a:lnTo>
                <a:lnTo>
                  <a:pt x="184" y="12"/>
                </a:lnTo>
                <a:lnTo>
                  <a:pt x="193" y="10"/>
                </a:lnTo>
                <a:lnTo>
                  <a:pt x="201" y="8"/>
                </a:lnTo>
                <a:lnTo>
                  <a:pt x="210" y="7"/>
                </a:lnTo>
                <a:lnTo>
                  <a:pt x="218" y="5"/>
                </a:lnTo>
                <a:lnTo>
                  <a:pt x="227" y="4"/>
                </a:lnTo>
                <a:lnTo>
                  <a:pt x="235" y="3"/>
                </a:lnTo>
                <a:lnTo>
                  <a:pt x="244" y="2"/>
                </a:lnTo>
                <a:lnTo>
                  <a:pt x="253" y="1"/>
                </a:lnTo>
                <a:lnTo>
                  <a:pt x="261" y="1"/>
                </a:lnTo>
                <a:lnTo>
                  <a:pt x="270" y="0"/>
                </a:lnTo>
                <a:lnTo>
                  <a:pt x="279" y="0"/>
                </a:lnTo>
                <a:lnTo>
                  <a:pt x="288" y="0"/>
                </a:lnTo>
                <a:lnTo>
                  <a:pt x="296" y="1"/>
                </a:lnTo>
                <a:lnTo>
                  <a:pt x="305" y="1"/>
                </a:lnTo>
                <a:lnTo>
                  <a:pt x="314" y="2"/>
                </a:lnTo>
                <a:lnTo>
                  <a:pt x="323" y="3"/>
                </a:lnTo>
                <a:lnTo>
                  <a:pt x="331" y="4"/>
                </a:lnTo>
                <a:lnTo>
                  <a:pt x="340" y="5"/>
                </a:lnTo>
                <a:lnTo>
                  <a:pt x="348" y="7"/>
                </a:lnTo>
                <a:lnTo>
                  <a:pt x="357" y="8"/>
                </a:lnTo>
                <a:lnTo>
                  <a:pt x="365" y="10"/>
                </a:lnTo>
                <a:lnTo>
                  <a:pt x="374" y="12"/>
                </a:lnTo>
                <a:lnTo>
                  <a:pt x="382" y="14"/>
                </a:lnTo>
                <a:lnTo>
                  <a:pt x="390" y="17"/>
                </a:lnTo>
                <a:lnTo>
                  <a:pt x="398" y="19"/>
                </a:lnTo>
                <a:lnTo>
                  <a:pt x="406" y="22"/>
                </a:lnTo>
                <a:lnTo>
                  <a:pt x="413" y="25"/>
                </a:lnTo>
                <a:lnTo>
                  <a:pt x="421" y="28"/>
                </a:lnTo>
                <a:lnTo>
                  <a:pt x="429" y="31"/>
                </a:lnTo>
                <a:lnTo>
                  <a:pt x="436" y="35"/>
                </a:lnTo>
                <a:lnTo>
                  <a:pt x="443" y="38"/>
                </a:lnTo>
                <a:lnTo>
                  <a:pt x="450" y="42"/>
                </a:lnTo>
                <a:lnTo>
                  <a:pt x="457" y="46"/>
                </a:lnTo>
                <a:lnTo>
                  <a:pt x="464" y="50"/>
                </a:lnTo>
                <a:lnTo>
                  <a:pt x="470" y="54"/>
                </a:lnTo>
                <a:lnTo>
                  <a:pt x="476" y="59"/>
                </a:lnTo>
                <a:lnTo>
                  <a:pt x="483" y="63"/>
                </a:lnTo>
                <a:lnTo>
                  <a:pt x="489" y="68"/>
                </a:lnTo>
                <a:lnTo>
                  <a:pt x="495" y="73"/>
                </a:lnTo>
                <a:lnTo>
                  <a:pt x="501" y="78"/>
                </a:lnTo>
                <a:lnTo>
                  <a:pt x="506" y="83"/>
                </a:lnTo>
                <a:lnTo>
                  <a:pt x="511" y="88"/>
                </a:lnTo>
                <a:lnTo>
                  <a:pt x="516" y="93"/>
                </a:lnTo>
                <a:lnTo>
                  <a:pt x="520" y="98"/>
                </a:lnTo>
                <a:lnTo>
                  <a:pt x="525" y="104"/>
                </a:lnTo>
                <a:lnTo>
                  <a:pt x="529" y="109"/>
                </a:lnTo>
                <a:lnTo>
                  <a:pt x="533" y="115"/>
                </a:lnTo>
                <a:lnTo>
                  <a:pt x="536" y="121"/>
                </a:lnTo>
                <a:lnTo>
                  <a:pt x="540" y="127"/>
                </a:lnTo>
                <a:lnTo>
                  <a:pt x="543" y="133"/>
                </a:lnTo>
                <a:lnTo>
                  <a:pt x="545" y="138"/>
                </a:lnTo>
                <a:lnTo>
                  <a:pt x="548" y="144"/>
                </a:lnTo>
                <a:lnTo>
                  <a:pt x="550" y="151"/>
                </a:lnTo>
                <a:lnTo>
                  <a:pt x="552" y="157"/>
                </a:lnTo>
                <a:lnTo>
                  <a:pt x="554" y="163"/>
                </a:lnTo>
                <a:lnTo>
                  <a:pt x="556" y="169"/>
                </a:lnTo>
                <a:lnTo>
                  <a:pt x="557" y="175"/>
                </a:lnTo>
                <a:lnTo>
                  <a:pt x="558" y="181"/>
                </a:lnTo>
                <a:lnTo>
                  <a:pt x="559" y="188"/>
                </a:lnTo>
                <a:lnTo>
                  <a:pt x="559" y="194"/>
                </a:lnTo>
                <a:lnTo>
                  <a:pt x="559" y="200"/>
                </a:lnTo>
                <a:close/>
              </a:path>
            </a:pathLst>
          </a:custGeom>
          <a:solidFill>
            <a:srgbClr val="ff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7" name=""/>
          <p:cNvSpPr/>
          <p:nvPr/>
        </p:nvSpPr>
        <p:spPr>
          <a:xfrm>
            <a:off x="7960680" y="2871000"/>
            <a:ext cx="204120" cy="146520"/>
          </a:xfrm>
          <a:custGeom>
            <a:avLst/>
            <a:gdLst/>
            <a:ahLst/>
            <a:rect l="0" t="0" r="r" b="b"/>
            <a:pathLst>
              <a:path w="567" h="407">
                <a:moveTo>
                  <a:pt x="563" y="203"/>
                </a:moveTo>
                <a:lnTo>
                  <a:pt x="563" y="197"/>
                </a:lnTo>
                <a:lnTo>
                  <a:pt x="563" y="191"/>
                </a:lnTo>
                <a:lnTo>
                  <a:pt x="562" y="184"/>
                </a:lnTo>
                <a:lnTo>
                  <a:pt x="561" y="178"/>
                </a:lnTo>
                <a:lnTo>
                  <a:pt x="560" y="172"/>
                </a:lnTo>
                <a:lnTo>
                  <a:pt x="558" y="166"/>
                </a:lnTo>
                <a:lnTo>
                  <a:pt x="556" y="160"/>
                </a:lnTo>
                <a:lnTo>
                  <a:pt x="554" y="154"/>
                </a:lnTo>
                <a:lnTo>
                  <a:pt x="552" y="147"/>
                </a:lnTo>
                <a:lnTo>
                  <a:pt x="549" y="141"/>
                </a:lnTo>
                <a:lnTo>
                  <a:pt x="547" y="136"/>
                </a:lnTo>
                <a:lnTo>
                  <a:pt x="544" y="130"/>
                </a:lnTo>
                <a:lnTo>
                  <a:pt x="540" y="124"/>
                </a:lnTo>
                <a:lnTo>
                  <a:pt x="537" y="118"/>
                </a:lnTo>
                <a:lnTo>
                  <a:pt x="533" y="112"/>
                </a:lnTo>
                <a:lnTo>
                  <a:pt x="529" y="107"/>
                </a:lnTo>
                <a:lnTo>
                  <a:pt x="524" y="101"/>
                </a:lnTo>
                <a:lnTo>
                  <a:pt x="520" y="96"/>
                </a:lnTo>
                <a:lnTo>
                  <a:pt x="515" y="91"/>
                </a:lnTo>
                <a:lnTo>
                  <a:pt x="510" y="86"/>
                </a:lnTo>
                <a:lnTo>
                  <a:pt x="505" y="81"/>
                </a:lnTo>
                <a:lnTo>
                  <a:pt x="499" y="76"/>
                </a:lnTo>
                <a:lnTo>
                  <a:pt x="493" y="71"/>
                </a:lnTo>
                <a:lnTo>
                  <a:pt x="487" y="66"/>
                </a:lnTo>
                <a:lnTo>
                  <a:pt x="481" y="62"/>
                </a:lnTo>
                <a:lnTo>
                  <a:pt x="475" y="57"/>
                </a:lnTo>
                <a:lnTo>
                  <a:pt x="469" y="53"/>
                </a:lnTo>
                <a:lnTo>
                  <a:pt x="462" y="49"/>
                </a:lnTo>
                <a:lnTo>
                  <a:pt x="455" y="45"/>
                </a:lnTo>
                <a:lnTo>
                  <a:pt x="448" y="41"/>
                </a:lnTo>
                <a:lnTo>
                  <a:pt x="441" y="38"/>
                </a:lnTo>
                <a:lnTo>
                  <a:pt x="434" y="34"/>
                </a:lnTo>
                <a:lnTo>
                  <a:pt x="426" y="31"/>
                </a:lnTo>
                <a:lnTo>
                  <a:pt x="418" y="28"/>
                </a:lnTo>
                <a:lnTo>
                  <a:pt x="411" y="25"/>
                </a:lnTo>
                <a:lnTo>
                  <a:pt x="403" y="22"/>
                </a:lnTo>
                <a:lnTo>
                  <a:pt x="395" y="20"/>
                </a:lnTo>
                <a:lnTo>
                  <a:pt x="387" y="17"/>
                </a:lnTo>
                <a:lnTo>
                  <a:pt x="379" y="15"/>
                </a:lnTo>
                <a:lnTo>
                  <a:pt x="370" y="13"/>
                </a:lnTo>
                <a:lnTo>
                  <a:pt x="362" y="11"/>
                </a:lnTo>
                <a:lnTo>
                  <a:pt x="353" y="10"/>
                </a:lnTo>
                <a:lnTo>
                  <a:pt x="345" y="8"/>
                </a:lnTo>
                <a:lnTo>
                  <a:pt x="336" y="7"/>
                </a:lnTo>
                <a:lnTo>
                  <a:pt x="328" y="6"/>
                </a:lnTo>
                <a:lnTo>
                  <a:pt x="319" y="5"/>
                </a:lnTo>
                <a:lnTo>
                  <a:pt x="310" y="4"/>
                </a:lnTo>
                <a:lnTo>
                  <a:pt x="301" y="4"/>
                </a:lnTo>
                <a:lnTo>
                  <a:pt x="293" y="3"/>
                </a:lnTo>
                <a:lnTo>
                  <a:pt x="284" y="3"/>
                </a:lnTo>
                <a:lnTo>
                  <a:pt x="275" y="3"/>
                </a:lnTo>
                <a:lnTo>
                  <a:pt x="266" y="4"/>
                </a:lnTo>
                <a:lnTo>
                  <a:pt x="258" y="4"/>
                </a:lnTo>
                <a:lnTo>
                  <a:pt x="249" y="5"/>
                </a:lnTo>
                <a:lnTo>
                  <a:pt x="239" y="6"/>
                </a:lnTo>
                <a:lnTo>
                  <a:pt x="231" y="7"/>
                </a:lnTo>
                <a:lnTo>
                  <a:pt x="222" y="8"/>
                </a:lnTo>
                <a:lnTo>
                  <a:pt x="214" y="10"/>
                </a:lnTo>
                <a:lnTo>
                  <a:pt x="205" y="11"/>
                </a:lnTo>
                <a:lnTo>
                  <a:pt x="197" y="13"/>
                </a:lnTo>
                <a:lnTo>
                  <a:pt x="188" y="15"/>
                </a:lnTo>
                <a:lnTo>
                  <a:pt x="180" y="17"/>
                </a:lnTo>
                <a:lnTo>
                  <a:pt x="172" y="20"/>
                </a:lnTo>
                <a:lnTo>
                  <a:pt x="164" y="22"/>
                </a:lnTo>
                <a:lnTo>
                  <a:pt x="156" y="25"/>
                </a:lnTo>
                <a:lnTo>
                  <a:pt x="148" y="28"/>
                </a:lnTo>
                <a:lnTo>
                  <a:pt x="141" y="31"/>
                </a:lnTo>
                <a:lnTo>
                  <a:pt x="133" y="34"/>
                </a:lnTo>
                <a:lnTo>
                  <a:pt x="126" y="38"/>
                </a:lnTo>
                <a:lnTo>
                  <a:pt x="119" y="41"/>
                </a:lnTo>
                <a:lnTo>
                  <a:pt x="112" y="45"/>
                </a:lnTo>
                <a:lnTo>
                  <a:pt x="105" y="49"/>
                </a:lnTo>
                <a:lnTo>
                  <a:pt x="98" y="53"/>
                </a:lnTo>
                <a:lnTo>
                  <a:pt x="92" y="57"/>
                </a:lnTo>
                <a:lnTo>
                  <a:pt x="86" y="62"/>
                </a:lnTo>
                <a:lnTo>
                  <a:pt x="79" y="66"/>
                </a:lnTo>
                <a:lnTo>
                  <a:pt x="74" y="71"/>
                </a:lnTo>
                <a:lnTo>
                  <a:pt x="68" y="76"/>
                </a:lnTo>
                <a:lnTo>
                  <a:pt x="62" y="81"/>
                </a:lnTo>
                <a:lnTo>
                  <a:pt x="57" y="86"/>
                </a:lnTo>
                <a:lnTo>
                  <a:pt x="52" y="91"/>
                </a:lnTo>
                <a:lnTo>
                  <a:pt x="47" y="96"/>
                </a:lnTo>
                <a:lnTo>
                  <a:pt x="43" y="101"/>
                </a:lnTo>
                <a:lnTo>
                  <a:pt x="38" y="107"/>
                </a:lnTo>
                <a:lnTo>
                  <a:pt x="34" y="112"/>
                </a:lnTo>
                <a:lnTo>
                  <a:pt x="30" y="118"/>
                </a:lnTo>
                <a:lnTo>
                  <a:pt x="27" y="124"/>
                </a:lnTo>
                <a:lnTo>
                  <a:pt x="23" y="130"/>
                </a:lnTo>
                <a:lnTo>
                  <a:pt x="20" y="136"/>
                </a:lnTo>
                <a:lnTo>
                  <a:pt x="17" y="141"/>
                </a:lnTo>
                <a:lnTo>
                  <a:pt x="15" y="147"/>
                </a:lnTo>
                <a:lnTo>
                  <a:pt x="13" y="154"/>
                </a:lnTo>
                <a:lnTo>
                  <a:pt x="10" y="160"/>
                </a:lnTo>
                <a:lnTo>
                  <a:pt x="9" y="166"/>
                </a:lnTo>
                <a:lnTo>
                  <a:pt x="7" y="172"/>
                </a:lnTo>
                <a:lnTo>
                  <a:pt x="6" y="178"/>
                </a:lnTo>
                <a:lnTo>
                  <a:pt x="5" y="184"/>
                </a:lnTo>
                <a:lnTo>
                  <a:pt x="4" y="191"/>
                </a:lnTo>
                <a:lnTo>
                  <a:pt x="4" y="197"/>
                </a:lnTo>
                <a:lnTo>
                  <a:pt x="4" y="203"/>
                </a:lnTo>
                <a:lnTo>
                  <a:pt x="4" y="210"/>
                </a:lnTo>
                <a:lnTo>
                  <a:pt x="4" y="216"/>
                </a:lnTo>
                <a:lnTo>
                  <a:pt x="5" y="222"/>
                </a:lnTo>
                <a:lnTo>
                  <a:pt x="6" y="228"/>
                </a:lnTo>
                <a:lnTo>
                  <a:pt x="7" y="235"/>
                </a:lnTo>
                <a:lnTo>
                  <a:pt x="9" y="241"/>
                </a:lnTo>
                <a:lnTo>
                  <a:pt x="10" y="247"/>
                </a:lnTo>
                <a:lnTo>
                  <a:pt x="13" y="253"/>
                </a:lnTo>
                <a:lnTo>
                  <a:pt x="15" y="259"/>
                </a:lnTo>
                <a:lnTo>
                  <a:pt x="17" y="265"/>
                </a:lnTo>
                <a:lnTo>
                  <a:pt x="20" y="271"/>
                </a:lnTo>
                <a:lnTo>
                  <a:pt x="23" y="277"/>
                </a:lnTo>
                <a:lnTo>
                  <a:pt x="27" y="283"/>
                </a:lnTo>
                <a:lnTo>
                  <a:pt x="30" y="288"/>
                </a:lnTo>
                <a:lnTo>
                  <a:pt x="34" y="294"/>
                </a:lnTo>
                <a:lnTo>
                  <a:pt x="38" y="300"/>
                </a:lnTo>
                <a:lnTo>
                  <a:pt x="43" y="305"/>
                </a:lnTo>
                <a:lnTo>
                  <a:pt x="47" y="310"/>
                </a:lnTo>
                <a:lnTo>
                  <a:pt x="52" y="316"/>
                </a:lnTo>
                <a:lnTo>
                  <a:pt x="57" y="321"/>
                </a:lnTo>
                <a:lnTo>
                  <a:pt x="62" y="326"/>
                </a:lnTo>
                <a:lnTo>
                  <a:pt x="68" y="332"/>
                </a:lnTo>
                <a:lnTo>
                  <a:pt x="74" y="337"/>
                </a:lnTo>
                <a:lnTo>
                  <a:pt x="79" y="341"/>
                </a:lnTo>
                <a:lnTo>
                  <a:pt x="86" y="346"/>
                </a:lnTo>
                <a:lnTo>
                  <a:pt x="92" y="350"/>
                </a:lnTo>
                <a:lnTo>
                  <a:pt x="98" y="354"/>
                </a:lnTo>
                <a:lnTo>
                  <a:pt x="105" y="358"/>
                </a:lnTo>
                <a:lnTo>
                  <a:pt x="112" y="362"/>
                </a:lnTo>
                <a:lnTo>
                  <a:pt x="119" y="366"/>
                </a:lnTo>
                <a:lnTo>
                  <a:pt x="126" y="370"/>
                </a:lnTo>
                <a:lnTo>
                  <a:pt x="133" y="373"/>
                </a:lnTo>
                <a:lnTo>
                  <a:pt x="141" y="376"/>
                </a:lnTo>
                <a:lnTo>
                  <a:pt x="148" y="380"/>
                </a:lnTo>
                <a:lnTo>
                  <a:pt x="156" y="383"/>
                </a:lnTo>
                <a:lnTo>
                  <a:pt x="164" y="385"/>
                </a:lnTo>
                <a:lnTo>
                  <a:pt x="172" y="388"/>
                </a:lnTo>
                <a:lnTo>
                  <a:pt x="180" y="390"/>
                </a:lnTo>
                <a:lnTo>
                  <a:pt x="188" y="392"/>
                </a:lnTo>
                <a:lnTo>
                  <a:pt x="197" y="395"/>
                </a:lnTo>
                <a:lnTo>
                  <a:pt x="205" y="396"/>
                </a:lnTo>
                <a:lnTo>
                  <a:pt x="214" y="398"/>
                </a:lnTo>
                <a:lnTo>
                  <a:pt x="222" y="400"/>
                </a:lnTo>
                <a:lnTo>
                  <a:pt x="231" y="401"/>
                </a:lnTo>
                <a:lnTo>
                  <a:pt x="239" y="402"/>
                </a:lnTo>
                <a:lnTo>
                  <a:pt x="249" y="403"/>
                </a:lnTo>
                <a:lnTo>
                  <a:pt x="258" y="403"/>
                </a:lnTo>
                <a:lnTo>
                  <a:pt x="266" y="404"/>
                </a:lnTo>
                <a:lnTo>
                  <a:pt x="275" y="404"/>
                </a:lnTo>
                <a:lnTo>
                  <a:pt x="284" y="404"/>
                </a:lnTo>
                <a:lnTo>
                  <a:pt x="293" y="404"/>
                </a:lnTo>
                <a:lnTo>
                  <a:pt x="301" y="404"/>
                </a:lnTo>
                <a:lnTo>
                  <a:pt x="310" y="403"/>
                </a:lnTo>
                <a:lnTo>
                  <a:pt x="319" y="403"/>
                </a:lnTo>
                <a:lnTo>
                  <a:pt x="328" y="402"/>
                </a:lnTo>
                <a:lnTo>
                  <a:pt x="336" y="401"/>
                </a:lnTo>
                <a:lnTo>
                  <a:pt x="345" y="400"/>
                </a:lnTo>
                <a:lnTo>
                  <a:pt x="353" y="398"/>
                </a:lnTo>
                <a:lnTo>
                  <a:pt x="362" y="396"/>
                </a:lnTo>
                <a:lnTo>
                  <a:pt x="370" y="395"/>
                </a:lnTo>
                <a:lnTo>
                  <a:pt x="379" y="392"/>
                </a:lnTo>
                <a:lnTo>
                  <a:pt x="387" y="390"/>
                </a:lnTo>
                <a:lnTo>
                  <a:pt x="395" y="388"/>
                </a:lnTo>
                <a:lnTo>
                  <a:pt x="403" y="385"/>
                </a:lnTo>
                <a:lnTo>
                  <a:pt x="411" y="383"/>
                </a:lnTo>
                <a:lnTo>
                  <a:pt x="418" y="380"/>
                </a:lnTo>
                <a:lnTo>
                  <a:pt x="426" y="376"/>
                </a:lnTo>
                <a:lnTo>
                  <a:pt x="434" y="373"/>
                </a:lnTo>
                <a:lnTo>
                  <a:pt x="441" y="370"/>
                </a:lnTo>
                <a:lnTo>
                  <a:pt x="448" y="366"/>
                </a:lnTo>
                <a:lnTo>
                  <a:pt x="455" y="362"/>
                </a:lnTo>
                <a:lnTo>
                  <a:pt x="462" y="358"/>
                </a:lnTo>
                <a:lnTo>
                  <a:pt x="469" y="354"/>
                </a:lnTo>
                <a:lnTo>
                  <a:pt x="475" y="350"/>
                </a:lnTo>
                <a:lnTo>
                  <a:pt x="481" y="346"/>
                </a:lnTo>
                <a:lnTo>
                  <a:pt x="487" y="341"/>
                </a:lnTo>
                <a:lnTo>
                  <a:pt x="493" y="337"/>
                </a:lnTo>
                <a:lnTo>
                  <a:pt x="499" y="332"/>
                </a:lnTo>
                <a:lnTo>
                  <a:pt x="505" y="326"/>
                </a:lnTo>
                <a:lnTo>
                  <a:pt x="510" y="321"/>
                </a:lnTo>
                <a:lnTo>
                  <a:pt x="515" y="316"/>
                </a:lnTo>
                <a:lnTo>
                  <a:pt x="520" y="310"/>
                </a:lnTo>
                <a:lnTo>
                  <a:pt x="524" y="305"/>
                </a:lnTo>
                <a:lnTo>
                  <a:pt x="529" y="300"/>
                </a:lnTo>
                <a:lnTo>
                  <a:pt x="533" y="294"/>
                </a:lnTo>
                <a:lnTo>
                  <a:pt x="537" y="288"/>
                </a:lnTo>
                <a:lnTo>
                  <a:pt x="540" y="283"/>
                </a:lnTo>
                <a:lnTo>
                  <a:pt x="544" y="277"/>
                </a:lnTo>
                <a:lnTo>
                  <a:pt x="547" y="271"/>
                </a:lnTo>
                <a:lnTo>
                  <a:pt x="549" y="265"/>
                </a:lnTo>
                <a:lnTo>
                  <a:pt x="552" y="259"/>
                </a:lnTo>
                <a:lnTo>
                  <a:pt x="554" y="253"/>
                </a:lnTo>
                <a:lnTo>
                  <a:pt x="556" y="247"/>
                </a:lnTo>
                <a:lnTo>
                  <a:pt x="558" y="241"/>
                </a:lnTo>
                <a:lnTo>
                  <a:pt x="560" y="235"/>
                </a:lnTo>
                <a:lnTo>
                  <a:pt x="561" y="228"/>
                </a:lnTo>
                <a:lnTo>
                  <a:pt x="562" y="222"/>
                </a:lnTo>
                <a:lnTo>
                  <a:pt x="563" y="216"/>
                </a:lnTo>
                <a:lnTo>
                  <a:pt x="563" y="210"/>
                </a:lnTo>
                <a:lnTo>
                  <a:pt x="563" y="203"/>
                </a:lnTo>
                <a:moveTo>
                  <a:pt x="567" y="203"/>
                </a:moveTo>
                <a:lnTo>
                  <a:pt x="567" y="210"/>
                </a:lnTo>
                <a:lnTo>
                  <a:pt x="566" y="216"/>
                </a:lnTo>
                <a:lnTo>
                  <a:pt x="566" y="222"/>
                </a:lnTo>
                <a:lnTo>
                  <a:pt x="565" y="229"/>
                </a:lnTo>
                <a:lnTo>
                  <a:pt x="564" y="235"/>
                </a:lnTo>
                <a:lnTo>
                  <a:pt x="562" y="241"/>
                </a:lnTo>
                <a:lnTo>
                  <a:pt x="560" y="248"/>
                </a:lnTo>
                <a:lnTo>
                  <a:pt x="558" y="254"/>
                </a:lnTo>
                <a:lnTo>
                  <a:pt x="556" y="260"/>
                </a:lnTo>
                <a:lnTo>
                  <a:pt x="553" y="266"/>
                </a:lnTo>
                <a:lnTo>
                  <a:pt x="550" y="272"/>
                </a:lnTo>
                <a:lnTo>
                  <a:pt x="547" y="278"/>
                </a:lnTo>
                <a:lnTo>
                  <a:pt x="544" y="284"/>
                </a:lnTo>
                <a:lnTo>
                  <a:pt x="540" y="290"/>
                </a:lnTo>
                <a:lnTo>
                  <a:pt x="536" y="295"/>
                </a:lnTo>
                <a:lnTo>
                  <a:pt x="532" y="301"/>
                </a:lnTo>
                <a:lnTo>
                  <a:pt x="528" y="307"/>
                </a:lnTo>
                <a:lnTo>
                  <a:pt x="523" y="312"/>
                </a:lnTo>
                <a:lnTo>
                  <a:pt x="518" y="317"/>
                </a:lnTo>
                <a:lnTo>
                  <a:pt x="513" y="323"/>
                </a:lnTo>
                <a:lnTo>
                  <a:pt x="508" y="329"/>
                </a:lnTo>
                <a:lnTo>
                  <a:pt x="502" y="334"/>
                </a:lnTo>
                <a:lnTo>
                  <a:pt x="496" y="338"/>
                </a:lnTo>
                <a:lnTo>
                  <a:pt x="490" y="343"/>
                </a:lnTo>
                <a:lnTo>
                  <a:pt x="484" y="348"/>
                </a:lnTo>
                <a:lnTo>
                  <a:pt x="478" y="352"/>
                </a:lnTo>
                <a:lnTo>
                  <a:pt x="471" y="356"/>
                </a:lnTo>
                <a:lnTo>
                  <a:pt x="464" y="361"/>
                </a:lnTo>
                <a:lnTo>
                  <a:pt x="457" y="365"/>
                </a:lnTo>
                <a:lnTo>
                  <a:pt x="450" y="368"/>
                </a:lnTo>
                <a:lnTo>
                  <a:pt x="443" y="372"/>
                </a:lnTo>
                <a:lnTo>
                  <a:pt x="436" y="376"/>
                </a:lnTo>
                <a:lnTo>
                  <a:pt x="428" y="379"/>
                </a:lnTo>
                <a:lnTo>
                  <a:pt x="420" y="382"/>
                </a:lnTo>
                <a:lnTo>
                  <a:pt x="412" y="385"/>
                </a:lnTo>
                <a:lnTo>
                  <a:pt x="404" y="388"/>
                </a:lnTo>
                <a:lnTo>
                  <a:pt x="396" y="390"/>
                </a:lnTo>
                <a:lnTo>
                  <a:pt x="388" y="393"/>
                </a:lnTo>
                <a:lnTo>
                  <a:pt x="380" y="395"/>
                </a:lnTo>
                <a:lnTo>
                  <a:pt x="371" y="397"/>
                </a:lnTo>
                <a:lnTo>
                  <a:pt x="363" y="399"/>
                </a:lnTo>
                <a:lnTo>
                  <a:pt x="354" y="401"/>
                </a:lnTo>
                <a:lnTo>
                  <a:pt x="346" y="402"/>
                </a:lnTo>
                <a:lnTo>
                  <a:pt x="337" y="404"/>
                </a:lnTo>
                <a:lnTo>
                  <a:pt x="328" y="405"/>
                </a:lnTo>
                <a:lnTo>
                  <a:pt x="319" y="406"/>
                </a:lnTo>
                <a:lnTo>
                  <a:pt x="311" y="406"/>
                </a:lnTo>
                <a:lnTo>
                  <a:pt x="302" y="407"/>
                </a:lnTo>
                <a:lnTo>
                  <a:pt x="293" y="407"/>
                </a:lnTo>
                <a:lnTo>
                  <a:pt x="284" y="407"/>
                </a:lnTo>
                <a:lnTo>
                  <a:pt x="275" y="407"/>
                </a:lnTo>
                <a:lnTo>
                  <a:pt x="266" y="407"/>
                </a:lnTo>
                <a:lnTo>
                  <a:pt x="257" y="406"/>
                </a:lnTo>
                <a:lnTo>
                  <a:pt x="248" y="406"/>
                </a:lnTo>
                <a:lnTo>
                  <a:pt x="239" y="405"/>
                </a:lnTo>
                <a:lnTo>
                  <a:pt x="230" y="404"/>
                </a:lnTo>
                <a:lnTo>
                  <a:pt x="221" y="402"/>
                </a:lnTo>
                <a:lnTo>
                  <a:pt x="213" y="401"/>
                </a:lnTo>
                <a:lnTo>
                  <a:pt x="204" y="399"/>
                </a:lnTo>
                <a:lnTo>
                  <a:pt x="195" y="397"/>
                </a:lnTo>
                <a:lnTo>
                  <a:pt x="187" y="395"/>
                </a:lnTo>
                <a:lnTo>
                  <a:pt x="179" y="393"/>
                </a:lnTo>
                <a:lnTo>
                  <a:pt x="171" y="390"/>
                </a:lnTo>
                <a:lnTo>
                  <a:pt x="162" y="388"/>
                </a:lnTo>
                <a:lnTo>
                  <a:pt x="154" y="385"/>
                </a:lnTo>
                <a:lnTo>
                  <a:pt x="147" y="382"/>
                </a:lnTo>
                <a:lnTo>
                  <a:pt x="139" y="379"/>
                </a:lnTo>
                <a:lnTo>
                  <a:pt x="131" y="376"/>
                </a:lnTo>
                <a:lnTo>
                  <a:pt x="124" y="372"/>
                </a:lnTo>
                <a:lnTo>
                  <a:pt x="117" y="368"/>
                </a:lnTo>
                <a:lnTo>
                  <a:pt x="109" y="365"/>
                </a:lnTo>
                <a:lnTo>
                  <a:pt x="103" y="361"/>
                </a:lnTo>
                <a:lnTo>
                  <a:pt x="96" y="356"/>
                </a:lnTo>
                <a:lnTo>
                  <a:pt x="89" y="352"/>
                </a:lnTo>
                <a:lnTo>
                  <a:pt x="83" y="348"/>
                </a:lnTo>
                <a:lnTo>
                  <a:pt x="77" y="343"/>
                </a:lnTo>
                <a:lnTo>
                  <a:pt x="71" y="338"/>
                </a:lnTo>
                <a:lnTo>
                  <a:pt x="65" y="334"/>
                </a:lnTo>
                <a:lnTo>
                  <a:pt x="59" y="329"/>
                </a:lnTo>
                <a:lnTo>
                  <a:pt x="54" y="323"/>
                </a:lnTo>
                <a:lnTo>
                  <a:pt x="49" y="317"/>
                </a:lnTo>
                <a:lnTo>
                  <a:pt x="44" y="312"/>
                </a:lnTo>
                <a:lnTo>
                  <a:pt x="39" y="307"/>
                </a:lnTo>
                <a:lnTo>
                  <a:pt x="35" y="301"/>
                </a:lnTo>
                <a:lnTo>
                  <a:pt x="31" y="295"/>
                </a:lnTo>
                <a:lnTo>
                  <a:pt x="27" y="290"/>
                </a:lnTo>
                <a:lnTo>
                  <a:pt x="23" y="284"/>
                </a:lnTo>
                <a:lnTo>
                  <a:pt x="20" y="278"/>
                </a:lnTo>
                <a:lnTo>
                  <a:pt x="17" y="272"/>
                </a:lnTo>
                <a:lnTo>
                  <a:pt x="14" y="266"/>
                </a:lnTo>
                <a:lnTo>
                  <a:pt x="11" y="260"/>
                </a:lnTo>
                <a:lnTo>
                  <a:pt x="9" y="254"/>
                </a:lnTo>
                <a:lnTo>
                  <a:pt x="7" y="248"/>
                </a:lnTo>
                <a:lnTo>
                  <a:pt x="5" y="241"/>
                </a:lnTo>
                <a:lnTo>
                  <a:pt x="3" y="235"/>
                </a:lnTo>
                <a:lnTo>
                  <a:pt x="2" y="229"/>
                </a:lnTo>
                <a:lnTo>
                  <a:pt x="1" y="222"/>
                </a:lnTo>
                <a:lnTo>
                  <a:pt x="0" y="216"/>
                </a:lnTo>
                <a:lnTo>
                  <a:pt x="0" y="210"/>
                </a:lnTo>
                <a:lnTo>
                  <a:pt x="0" y="203"/>
                </a:lnTo>
                <a:lnTo>
                  <a:pt x="0" y="197"/>
                </a:lnTo>
                <a:lnTo>
                  <a:pt x="0" y="191"/>
                </a:lnTo>
                <a:lnTo>
                  <a:pt x="1" y="184"/>
                </a:lnTo>
                <a:lnTo>
                  <a:pt x="2" y="178"/>
                </a:lnTo>
                <a:lnTo>
                  <a:pt x="3" y="172"/>
                </a:lnTo>
                <a:lnTo>
                  <a:pt x="5" y="165"/>
                </a:lnTo>
                <a:lnTo>
                  <a:pt x="7" y="159"/>
                </a:lnTo>
                <a:lnTo>
                  <a:pt x="9" y="153"/>
                </a:lnTo>
                <a:lnTo>
                  <a:pt x="11" y="147"/>
                </a:lnTo>
                <a:lnTo>
                  <a:pt x="14" y="141"/>
                </a:lnTo>
                <a:lnTo>
                  <a:pt x="17" y="135"/>
                </a:lnTo>
                <a:lnTo>
                  <a:pt x="20" y="129"/>
                </a:lnTo>
                <a:lnTo>
                  <a:pt x="23" y="123"/>
                </a:lnTo>
                <a:lnTo>
                  <a:pt x="27" y="117"/>
                </a:lnTo>
                <a:lnTo>
                  <a:pt x="31" y="111"/>
                </a:lnTo>
                <a:lnTo>
                  <a:pt x="35" y="106"/>
                </a:lnTo>
                <a:lnTo>
                  <a:pt x="39" y="100"/>
                </a:lnTo>
                <a:lnTo>
                  <a:pt x="44" y="95"/>
                </a:lnTo>
                <a:lnTo>
                  <a:pt x="49" y="89"/>
                </a:lnTo>
                <a:lnTo>
                  <a:pt x="54" y="84"/>
                </a:lnTo>
                <a:lnTo>
                  <a:pt x="59" y="79"/>
                </a:lnTo>
                <a:lnTo>
                  <a:pt x="65" y="74"/>
                </a:lnTo>
                <a:lnTo>
                  <a:pt x="71" y="69"/>
                </a:lnTo>
                <a:lnTo>
                  <a:pt x="77" y="64"/>
                </a:lnTo>
                <a:lnTo>
                  <a:pt x="83" y="60"/>
                </a:lnTo>
                <a:lnTo>
                  <a:pt x="89" y="55"/>
                </a:lnTo>
                <a:lnTo>
                  <a:pt x="96" y="51"/>
                </a:lnTo>
                <a:lnTo>
                  <a:pt x="103" y="47"/>
                </a:lnTo>
                <a:lnTo>
                  <a:pt x="109" y="43"/>
                </a:lnTo>
                <a:lnTo>
                  <a:pt x="117" y="39"/>
                </a:lnTo>
                <a:lnTo>
                  <a:pt x="124" y="36"/>
                </a:lnTo>
                <a:lnTo>
                  <a:pt x="131" y="32"/>
                </a:lnTo>
                <a:lnTo>
                  <a:pt x="139" y="29"/>
                </a:lnTo>
                <a:lnTo>
                  <a:pt x="147" y="26"/>
                </a:lnTo>
                <a:lnTo>
                  <a:pt x="154" y="23"/>
                </a:lnTo>
                <a:lnTo>
                  <a:pt x="162" y="20"/>
                </a:lnTo>
                <a:lnTo>
                  <a:pt x="171" y="17"/>
                </a:lnTo>
                <a:lnTo>
                  <a:pt x="179" y="15"/>
                </a:lnTo>
                <a:lnTo>
                  <a:pt x="187" y="12"/>
                </a:lnTo>
                <a:lnTo>
                  <a:pt x="195" y="10"/>
                </a:lnTo>
                <a:lnTo>
                  <a:pt x="204" y="9"/>
                </a:lnTo>
                <a:lnTo>
                  <a:pt x="213" y="7"/>
                </a:lnTo>
                <a:lnTo>
                  <a:pt x="221" y="5"/>
                </a:lnTo>
                <a:lnTo>
                  <a:pt x="230" y="4"/>
                </a:lnTo>
                <a:lnTo>
                  <a:pt x="239" y="3"/>
                </a:lnTo>
                <a:lnTo>
                  <a:pt x="248" y="2"/>
                </a:lnTo>
                <a:lnTo>
                  <a:pt x="257" y="1"/>
                </a:lnTo>
                <a:lnTo>
                  <a:pt x="266" y="1"/>
                </a:lnTo>
                <a:lnTo>
                  <a:pt x="275" y="1"/>
                </a:lnTo>
                <a:lnTo>
                  <a:pt x="284" y="0"/>
                </a:lnTo>
                <a:lnTo>
                  <a:pt x="293" y="1"/>
                </a:lnTo>
                <a:lnTo>
                  <a:pt x="302" y="1"/>
                </a:lnTo>
                <a:lnTo>
                  <a:pt x="311" y="1"/>
                </a:lnTo>
                <a:lnTo>
                  <a:pt x="319" y="2"/>
                </a:lnTo>
                <a:lnTo>
                  <a:pt x="328" y="3"/>
                </a:lnTo>
                <a:lnTo>
                  <a:pt x="337" y="4"/>
                </a:lnTo>
                <a:lnTo>
                  <a:pt x="346" y="5"/>
                </a:lnTo>
                <a:lnTo>
                  <a:pt x="354" y="7"/>
                </a:lnTo>
                <a:lnTo>
                  <a:pt x="363" y="9"/>
                </a:lnTo>
                <a:lnTo>
                  <a:pt x="371" y="10"/>
                </a:lnTo>
                <a:lnTo>
                  <a:pt x="380" y="12"/>
                </a:lnTo>
                <a:lnTo>
                  <a:pt x="388" y="15"/>
                </a:lnTo>
                <a:lnTo>
                  <a:pt x="396" y="17"/>
                </a:lnTo>
                <a:lnTo>
                  <a:pt x="404" y="20"/>
                </a:lnTo>
                <a:lnTo>
                  <a:pt x="412" y="23"/>
                </a:lnTo>
                <a:lnTo>
                  <a:pt x="420" y="26"/>
                </a:lnTo>
                <a:lnTo>
                  <a:pt x="428" y="29"/>
                </a:lnTo>
                <a:lnTo>
                  <a:pt x="436" y="32"/>
                </a:lnTo>
                <a:lnTo>
                  <a:pt x="443" y="36"/>
                </a:lnTo>
                <a:lnTo>
                  <a:pt x="450" y="39"/>
                </a:lnTo>
                <a:lnTo>
                  <a:pt x="457" y="43"/>
                </a:lnTo>
                <a:lnTo>
                  <a:pt x="464" y="47"/>
                </a:lnTo>
                <a:lnTo>
                  <a:pt x="471" y="51"/>
                </a:lnTo>
                <a:lnTo>
                  <a:pt x="478" y="55"/>
                </a:lnTo>
                <a:lnTo>
                  <a:pt x="484" y="60"/>
                </a:lnTo>
                <a:lnTo>
                  <a:pt x="490" y="64"/>
                </a:lnTo>
                <a:lnTo>
                  <a:pt x="496" y="69"/>
                </a:lnTo>
                <a:lnTo>
                  <a:pt x="502" y="74"/>
                </a:lnTo>
                <a:lnTo>
                  <a:pt x="508" y="79"/>
                </a:lnTo>
                <a:lnTo>
                  <a:pt x="513" y="84"/>
                </a:lnTo>
                <a:lnTo>
                  <a:pt x="518" y="89"/>
                </a:lnTo>
                <a:lnTo>
                  <a:pt x="523" y="95"/>
                </a:lnTo>
                <a:lnTo>
                  <a:pt x="528" y="100"/>
                </a:lnTo>
                <a:lnTo>
                  <a:pt x="532" y="106"/>
                </a:lnTo>
                <a:lnTo>
                  <a:pt x="536" y="111"/>
                </a:lnTo>
                <a:lnTo>
                  <a:pt x="540" y="117"/>
                </a:lnTo>
                <a:lnTo>
                  <a:pt x="544" y="123"/>
                </a:lnTo>
                <a:lnTo>
                  <a:pt x="547" y="129"/>
                </a:lnTo>
                <a:lnTo>
                  <a:pt x="550" y="135"/>
                </a:lnTo>
                <a:lnTo>
                  <a:pt x="553" y="141"/>
                </a:lnTo>
                <a:lnTo>
                  <a:pt x="556" y="147"/>
                </a:lnTo>
                <a:lnTo>
                  <a:pt x="558" y="153"/>
                </a:lnTo>
                <a:lnTo>
                  <a:pt x="560" y="159"/>
                </a:lnTo>
                <a:lnTo>
                  <a:pt x="562" y="165"/>
                </a:lnTo>
                <a:lnTo>
                  <a:pt x="564" y="172"/>
                </a:lnTo>
                <a:lnTo>
                  <a:pt x="565" y="178"/>
                </a:lnTo>
                <a:lnTo>
                  <a:pt x="566" y="184"/>
                </a:lnTo>
                <a:lnTo>
                  <a:pt x="566" y="191"/>
                </a:lnTo>
                <a:lnTo>
                  <a:pt x="567" y="197"/>
                </a:lnTo>
                <a:lnTo>
                  <a:pt x="567" y="203"/>
                </a:lnTo>
                <a:close/>
              </a:path>
            </a:pathLst>
          </a:custGeom>
          <a:solidFill>
            <a:srgbClr val="fff1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8" name=""/>
          <p:cNvSpPr/>
          <p:nvPr/>
        </p:nvSpPr>
        <p:spPr>
          <a:xfrm>
            <a:off x="7959240" y="2870280"/>
            <a:ext cx="207000" cy="148320"/>
          </a:xfrm>
          <a:custGeom>
            <a:avLst/>
            <a:gdLst/>
            <a:ahLst/>
            <a:rect l="0" t="0" r="r" b="b"/>
            <a:pathLst>
              <a:path w="575" h="412">
                <a:moveTo>
                  <a:pt x="571" y="206"/>
                </a:moveTo>
                <a:lnTo>
                  <a:pt x="571" y="200"/>
                </a:lnTo>
                <a:lnTo>
                  <a:pt x="570" y="194"/>
                </a:lnTo>
                <a:lnTo>
                  <a:pt x="570" y="187"/>
                </a:lnTo>
                <a:lnTo>
                  <a:pt x="569" y="181"/>
                </a:lnTo>
                <a:lnTo>
                  <a:pt x="568" y="175"/>
                </a:lnTo>
                <a:lnTo>
                  <a:pt x="566" y="168"/>
                </a:lnTo>
                <a:lnTo>
                  <a:pt x="564" y="162"/>
                </a:lnTo>
                <a:lnTo>
                  <a:pt x="562" y="156"/>
                </a:lnTo>
                <a:lnTo>
                  <a:pt x="560" y="150"/>
                </a:lnTo>
                <a:lnTo>
                  <a:pt x="557" y="144"/>
                </a:lnTo>
                <a:lnTo>
                  <a:pt x="554" y="138"/>
                </a:lnTo>
                <a:lnTo>
                  <a:pt x="551" y="132"/>
                </a:lnTo>
                <a:lnTo>
                  <a:pt x="548" y="126"/>
                </a:lnTo>
                <a:lnTo>
                  <a:pt x="544" y="120"/>
                </a:lnTo>
                <a:lnTo>
                  <a:pt x="540" y="114"/>
                </a:lnTo>
                <a:lnTo>
                  <a:pt x="536" y="109"/>
                </a:lnTo>
                <a:lnTo>
                  <a:pt x="532" y="103"/>
                </a:lnTo>
                <a:lnTo>
                  <a:pt x="527" y="98"/>
                </a:lnTo>
                <a:lnTo>
                  <a:pt x="521" y="92"/>
                </a:lnTo>
                <a:lnTo>
                  <a:pt x="516" y="87"/>
                </a:lnTo>
                <a:lnTo>
                  <a:pt x="511" y="82"/>
                </a:lnTo>
                <a:lnTo>
                  <a:pt x="505" y="77"/>
                </a:lnTo>
                <a:lnTo>
                  <a:pt x="499" y="72"/>
                </a:lnTo>
                <a:lnTo>
                  <a:pt x="493" y="67"/>
                </a:lnTo>
                <a:lnTo>
                  <a:pt x="487" y="63"/>
                </a:lnTo>
                <a:lnTo>
                  <a:pt x="481" y="58"/>
                </a:lnTo>
                <a:lnTo>
                  <a:pt x="474" y="54"/>
                </a:lnTo>
                <a:lnTo>
                  <a:pt x="467" y="50"/>
                </a:lnTo>
                <a:lnTo>
                  <a:pt x="460" y="46"/>
                </a:lnTo>
                <a:lnTo>
                  <a:pt x="453" y="41"/>
                </a:lnTo>
                <a:lnTo>
                  <a:pt x="446" y="38"/>
                </a:lnTo>
                <a:lnTo>
                  <a:pt x="439" y="34"/>
                </a:lnTo>
                <a:lnTo>
                  <a:pt x="431" y="31"/>
                </a:lnTo>
                <a:lnTo>
                  <a:pt x="423" y="28"/>
                </a:lnTo>
                <a:lnTo>
                  <a:pt x="415" y="25"/>
                </a:lnTo>
                <a:lnTo>
                  <a:pt x="407" y="22"/>
                </a:lnTo>
                <a:lnTo>
                  <a:pt x="399" y="19"/>
                </a:lnTo>
                <a:lnTo>
                  <a:pt x="391" y="17"/>
                </a:lnTo>
                <a:lnTo>
                  <a:pt x="383" y="14"/>
                </a:lnTo>
                <a:lnTo>
                  <a:pt x="374" y="12"/>
                </a:lnTo>
                <a:lnTo>
                  <a:pt x="366" y="11"/>
                </a:lnTo>
                <a:lnTo>
                  <a:pt x="357" y="9"/>
                </a:lnTo>
                <a:lnTo>
                  <a:pt x="349" y="7"/>
                </a:lnTo>
                <a:lnTo>
                  <a:pt x="340" y="6"/>
                </a:lnTo>
                <a:lnTo>
                  <a:pt x="331" y="5"/>
                </a:lnTo>
                <a:lnTo>
                  <a:pt x="322" y="4"/>
                </a:lnTo>
                <a:lnTo>
                  <a:pt x="314" y="3"/>
                </a:lnTo>
                <a:lnTo>
                  <a:pt x="305" y="3"/>
                </a:lnTo>
                <a:lnTo>
                  <a:pt x="296" y="3"/>
                </a:lnTo>
                <a:lnTo>
                  <a:pt x="287" y="2"/>
                </a:lnTo>
                <a:lnTo>
                  <a:pt x="278" y="3"/>
                </a:lnTo>
                <a:lnTo>
                  <a:pt x="269" y="3"/>
                </a:lnTo>
                <a:lnTo>
                  <a:pt x="260" y="3"/>
                </a:lnTo>
                <a:lnTo>
                  <a:pt x="251" y="4"/>
                </a:lnTo>
                <a:lnTo>
                  <a:pt x="243" y="5"/>
                </a:lnTo>
                <a:lnTo>
                  <a:pt x="234" y="6"/>
                </a:lnTo>
                <a:lnTo>
                  <a:pt x="225" y="7"/>
                </a:lnTo>
                <a:lnTo>
                  <a:pt x="217" y="9"/>
                </a:lnTo>
                <a:lnTo>
                  <a:pt x="208" y="11"/>
                </a:lnTo>
                <a:lnTo>
                  <a:pt x="199" y="12"/>
                </a:lnTo>
                <a:lnTo>
                  <a:pt x="191" y="14"/>
                </a:lnTo>
                <a:lnTo>
                  <a:pt x="183" y="17"/>
                </a:lnTo>
                <a:lnTo>
                  <a:pt x="175" y="19"/>
                </a:lnTo>
                <a:lnTo>
                  <a:pt x="166" y="22"/>
                </a:lnTo>
                <a:lnTo>
                  <a:pt x="158" y="25"/>
                </a:lnTo>
                <a:lnTo>
                  <a:pt x="151" y="28"/>
                </a:lnTo>
                <a:lnTo>
                  <a:pt x="143" y="31"/>
                </a:lnTo>
                <a:lnTo>
                  <a:pt x="135" y="34"/>
                </a:lnTo>
                <a:lnTo>
                  <a:pt x="128" y="38"/>
                </a:lnTo>
                <a:lnTo>
                  <a:pt x="121" y="41"/>
                </a:lnTo>
                <a:lnTo>
                  <a:pt x="113" y="46"/>
                </a:lnTo>
                <a:lnTo>
                  <a:pt x="107" y="50"/>
                </a:lnTo>
                <a:lnTo>
                  <a:pt x="100" y="54"/>
                </a:lnTo>
                <a:lnTo>
                  <a:pt x="93" y="58"/>
                </a:lnTo>
                <a:lnTo>
                  <a:pt x="87" y="63"/>
                </a:lnTo>
                <a:lnTo>
                  <a:pt x="81" y="67"/>
                </a:lnTo>
                <a:lnTo>
                  <a:pt x="75" y="72"/>
                </a:lnTo>
                <a:lnTo>
                  <a:pt x="69" y="77"/>
                </a:lnTo>
                <a:lnTo>
                  <a:pt x="63" y="82"/>
                </a:lnTo>
                <a:lnTo>
                  <a:pt x="58" y="87"/>
                </a:lnTo>
                <a:lnTo>
                  <a:pt x="53" y="92"/>
                </a:lnTo>
                <a:lnTo>
                  <a:pt x="48" y="98"/>
                </a:lnTo>
                <a:lnTo>
                  <a:pt x="43" y="103"/>
                </a:lnTo>
                <a:lnTo>
                  <a:pt x="39" y="109"/>
                </a:lnTo>
                <a:lnTo>
                  <a:pt x="35" y="114"/>
                </a:lnTo>
                <a:lnTo>
                  <a:pt x="31" y="120"/>
                </a:lnTo>
                <a:lnTo>
                  <a:pt x="27" y="126"/>
                </a:lnTo>
                <a:lnTo>
                  <a:pt x="24" y="132"/>
                </a:lnTo>
                <a:lnTo>
                  <a:pt x="21" y="138"/>
                </a:lnTo>
                <a:lnTo>
                  <a:pt x="18" y="144"/>
                </a:lnTo>
                <a:lnTo>
                  <a:pt x="15" y="150"/>
                </a:lnTo>
                <a:lnTo>
                  <a:pt x="13" y="156"/>
                </a:lnTo>
                <a:lnTo>
                  <a:pt x="11" y="162"/>
                </a:lnTo>
                <a:lnTo>
                  <a:pt x="9" y="168"/>
                </a:lnTo>
                <a:lnTo>
                  <a:pt x="7" y="175"/>
                </a:lnTo>
                <a:lnTo>
                  <a:pt x="6" y="181"/>
                </a:lnTo>
                <a:lnTo>
                  <a:pt x="5" y="187"/>
                </a:lnTo>
                <a:lnTo>
                  <a:pt x="4" y="194"/>
                </a:lnTo>
                <a:lnTo>
                  <a:pt x="4" y="200"/>
                </a:lnTo>
                <a:lnTo>
                  <a:pt x="4" y="206"/>
                </a:lnTo>
                <a:lnTo>
                  <a:pt x="4" y="213"/>
                </a:lnTo>
                <a:lnTo>
                  <a:pt x="4" y="219"/>
                </a:lnTo>
                <a:lnTo>
                  <a:pt x="5" y="225"/>
                </a:lnTo>
                <a:lnTo>
                  <a:pt x="6" y="232"/>
                </a:lnTo>
                <a:lnTo>
                  <a:pt x="7" y="238"/>
                </a:lnTo>
                <a:lnTo>
                  <a:pt x="9" y="244"/>
                </a:lnTo>
                <a:lnTo>
                  <a:pt x="11" y="251"/>
                </a:lnTo>
                <a:lnTo>
                  <a:pt x="13" y="257"/>
                </a:lnTo>
                <a:lnTo>
                  <a:pt x="15" y="263"/>
                </a:lnTo>
                <a:lnTo>
                  <a:pt x="18" y="269"/>
                </a:lnTo>
                <a:lnTo>
                  <a:pt x="21" y="275"/>
                </a:lnTo>
                <a:lnTo>
                  <a:pt x="24" y="281"/>
                </a:lnTo>
                <a:lnTo>
                  <a:pt x="27" y="287"/>
                </a:lnTo>
                <a:lnTo>
                  <a:pt x="31" y="293"/>
                </a:lnTo>
                <a:lnTo>
                  <a:pt x="35" y="298"/>
                </a:lnTo>
                <a:lnTo>
                  <a:pt x="39" y="304"/>
                </a:lnTo>
                <a:lnTo>
                  <a:pt x="43" y="310"/>
                </a:lnTo>
                <a:lnTo>
                  <a:pt x="48" y="315"/>
                </a:lnTo>
                <a:lnTo>
                  <a:pt x="53" y="320"/>
                </a:lnTo>
                <a:lnTo>
                  <a:pt x="58" y="326"/>
                </a:lnTo>
                <a:lnTo>
                  <a:pt x="63" y="331"/>
                </a:lnTo>
                <a:lnTo>
                  <a:pt x="69" y="336"/>
                </a:lnTo>
                <a:lnTo>
                  <a:pt x="75" y="340"/>
                </a:lnTo>
                <a:lnTo>
                  <a:pt x="81" y="345"/>
                </a:lnTo>
                <a:lnTo>
                  <a:pt x="87" y="350"/>
                </a:lnTo>
                <a:lnTo>
                  <a:pt x="93" y="354"/>
                </a:lnTo>
                <a:lnTo>
                  <a:pt x="100" y="358"/>
                </a:lnTo>
                <a:lnTo>
                  <a:pt x="107" y="363"/>
                </a:lnTo>
                <a:lnTo>
                  <a:pt x="113" y="367"/>
                </a:lnTo>
                <a:lnTo>
                  <a:pt x="121" y="370"/>
                </a:lnTo>
                <a:lnTo>
                  <a:pt x="128" y="374"/>
                </a:lnTo>
                <a:lnTo>
                  <a:pt x="135" y="378"/>
                </a:lnTo>
                <a:lnTo>
                  <a:pt x="143" y="381"/>
                </a:lnTo>
                <a:lnTo>
                  <a:pt x="151" y="384"/>
                </a:lnTo>
                <a:lnTo>
                  <a:pt x="158" y="387"/>
                </a:lnTo>
                <a:lnTo>
                  <a:pt x="166" y="390"/>
                </a:lnTo>
                <a:lnTo>
                  <a:pt x="175" y="392"/>
                </a:lnTo>
                <a:lnTo>
                  <a:pt x="183" y="395"/>
                </a:lnTo>
                <a:lnTo>
                  <a:pt x="191" y="397"/>
                </a:lnTo>
                <a:lnTo>
                  <a:pt x="199" y="399"/>
                </a:lnTo>
                <a:lnTo>
                  <a:pt x="208" y="401"/>
                </a:lnTo>
                <a:lnTo>
                  <a:pt x="217" y="403"/>
                </a:lnTo>
                <a:lnTo>
                  <a:pt x="225" y="404"/>
                </a:lnTo>
                <a:lnTo>
                  <a:pt x="234" y="406"/>
                </a:lnTo>
                <a:lnTo>
                  <a:pt x="243" y="407"/>
                </a:lnTo>
                <a:lnTo>
                  <a:pt x="251" y="408"/>
                </a:lnTo>
                <a:lnTo>
                  <a:pt x="260" y="408"/>
                </a:lnTo>
                <a:lnTo>
                  <a:pt x="269" y="409"/>
                </a:lnTo>
                <a:lnTo>
                  <a:pt x="278" y="409"/>
                </a:lnTo>
                <a:lnTo>
                  <a:pt x="287" y="409"/>
                </a:lnTo>
                <a:lnTo>
                  <a:pt x="296" y="409"/>
                </a:lnTo>
                <a:lnTo>
                  <a:pt x="305" y="409"/>
                </a:lnTo>
                <a:lnTo>
                  <a:pt x="314" y="408"/>
                </a:lnTo>
                <a:lnTo>
                  <a:pt x="322" y="408"/>
                </a:lnTo>
                <a:lnTo>
                  <a:pt x="331" y="407"/>
                </a:lnTo>
                <a:lnTo>
                  <a:pt x="340" y="406"/>
                </a:lnTo>
                <a:lnTo>
                  <a:pt x="349" y="404"/>
                </a:lnTo>
                <a:lnTo>
                  <a:pt x="357" y="403"/>
                </a:lnTo>
                <a:lnTo>
                  <a:pt x="366" y="401"/>
                </a:lnTo>
                <a:lnTo>
                  <a:pt x="374" y="399"/>
                </a:lnTo>
                <a:lnTo>
                  <a:pt x="383" y="397"/>
                </a:lnTo>
                <a:lnTo>
                  <a:pt x="391" y="395"/>
                </a:lnTo>
                <a:lnTo>
                  <a:pt x="399" y="392"/>
                </a:lnTo>
                <a:lnTo>
                  <a:pt x="407" y="390"/>
                </a:lnTo>
                <a:lnTo>
                  <a:pt x="415" y="387"/>
                </a:lnTo>
                <a:lnTo>
                  <a:pt x="423" y="384"/>
                </a:lnTo>
                <a:lnTo>
                  <a:pt x="431" y="381"/>
                </a:lnTo>
                <a:lnTo>
                  <a:pt x="439" y="378"/>
                </a:lnTo>
                <a:lnTo>
                  <a:pt x="446" y="374"/>
                </a:lnTo>
                <a:lnTo>
                  <a:pt x="453" y="370"/>
                </a:lnTo>
                <a:lnTo>
                  <a:pt x="460" y="367"/>
                </a:lnTo>
                <a:lnTo>
                  <a:pt x="467" y="363"/>
                </a:lnTo>
                <a:lnTo>
                  <a:pt x="474" y="358"/>
                </a:lnTo>
                <a:lnTo>
                  <a:pt x="481" y="354"/>
                </a:lnTo>
                <a:lnTo>
                  <a:pt x="487" y="350"/>
                </a:lnTo>
                <a:lnTo>
                  <a:pt x="493" y="345"/>
                </a:lnTo>
                <a:lnTo>
                  <a:pt x="499" y="340"/>
                </a:lnTo>
                <a:lnTo>
                  <a:pt x="505" y="336"/>
                </a:lnTo>
                <a:lnTo>
                  <a:pt x="511" y="331"/>
                </a:lnTo>
                <a:lnTo>
                  <a:pt x="516" y="326"/>
                </a:lnTo>
                <a:lnTo>
                  <a:pt x="521" y="320"/>
                </a:lnTo>
                <a:lnTo>
                  <a:pt x="527" y="315"/>
                </a:lnTo>
                <a:lnTo>
                  <a:pt x="532" y="310"/>
                </a:lnTo>
                <a:lnTo>
                  <a:pt x="536" y="304"/>
                </a:lnTo>
                <a:lnTo>
                  <a:pt x="540" y="298"/>
                </a:lnTo>
                <a:lnTo>
                  <a:pt x="544" y="293"/>
                </a:lnTo>
                <a:lnTo>
                  <a:pt x="548" y="287"/>
                </a:lnTo>
                <a:lnTo>
                  <a:pt x="551" y="281"/>
                </a:lnTo>
                <a:lnTo>
                  <a:pt x="554" y="275"/>
                </a:lnTo>
                <a:lnTo>
                  <a:pt x="557" y="269"/>
                </a:lnTo>
                <a:lnTo>
                  <a:pt x="560" y="263"/>
                </a:lnTo>
                <a:lnTo>
                  <a:pt x="562" y="257"/>
                </a:lnTo>
                <a:lnTo>
                  <a:pt x="564" y="251"/>
                </a:lnTo>
                <a:lnTo>
                  <a:pt x="566" y="244"/>
                </a:lnTo>
                <a:lnTo>
                  <a:pt x="568" y="238"/>
                </a:lnTo>
                <a:lnTo>
                  <a:pt x="569" y="232"/>
                </a:lnTo>
                <a:lnTo>
                  <a:pt x="570" y="225"/>
                </a:lnTo>
                <a:lnTo>
                  <a:pt x="570" y="219"/>
                </a:lnTo>
                <a:lnTo>
                  <a:pt x="571" y="213"/>
                </a:lnTo>
                <a:lnTo>
                  <a:pt x="571" y="206"/>
                </a:lnTo>
                <a:moveTo>
                  <a:pt x="575" y="206"/>
                </a:moveTo>
                <a:lnTo>
                  <a:pt x="575" y="213"/>
                </a:lnTo>
                <a:lnTo>
                  <a:pt x="574" y="219"/>
                </a:lnTo>
                <a:lnTo>
                  <a:pt x="574" y="226"/>
                </a:lnTo>
                <a:lnTo>
                  <a:pt x="573" y="232"/>
                </a:lnTo>
                <a:lnTo>
                  <a:pt x="571" y="238"/>
                </a:lnTo>
                <a:lnTo>
                  <a:pt x="570" y="245"/>
                </a:lnTo>
                <a:lnTo>
                  <a:pt x="568" y="251"/>
                </a:lnTo>
                <a:lnTo>
                  <a:pt x="566" y="257"/>
                </a:lnTo>
                <a:lnTo>
                  <a:pt x="564" y="264"/>
                </a:lnTo>
                <a:lnTo>
                  <a:pt x="561" y="270"/>
                </a:lnTo>
                <a:lnTo>
                  <a:pt x="558" y="276"/>
                </a:lnTo>
                <a:lnTo>
                  <a:pt x="555" y="282"/>
                </a:lnTo>
                <a:lnTo>
                  <a:pt x="551" y="288"/>
                </a:lnTo>
                <a:lnTo>
                  <a:pt x="548" y="294"/>
                </a:lnTo>
                <a:lnTo>
                  <a:pt x="544" y="300"/>
                </a:lnTo>
                <a:lnTo>
                  <a:pt x="539" y="305"/>
                </a:lnTo>
                <a:lnTo>
                  <a:pt x="535" y="311"/>
                </a:lnTo>
                <a:lnTo>
                  <a:pt x="530" y="316"/>
                </a:lnTo>
                <a:lnTo>
                  <a:pt x="524" y="322"/>
                </a:lnTo>
                <a:lnTo>
                  <a:pt x="519" y="327"/>
                </a:lnTo>
                <a:lnTo>
                  <a:pt x="514" y="332"/>
                </a:lnTo>
                <a:lnTo>
                  <a:pt x="508" y="337"/>
                </a:lnTo>
                <a:lnTo>
                  <a:pt x="502" y="342"/>
                </a:lnTo>
                <a:lnTo>
                  <a:pt x="496" y="347"/>
                </a:lnTo>
                <a:lnTo>
                  <a:pt x="490" y="352"/>
                </a:lnTo>
                <a:lnTo>
                  <a:pt x="483" y="356"/>
                </a:lnTo>
                <a:lnTo>
                  <a:pt x="477" y="361"/>
                </a:lnTo>
                <a:lnTo>
                  <a:pt x="470" y="365"/>
                </a:lnTo>
                <a:lnTo>
                  <a:pt x="463" y="369"/>
                </a:lnTo>
                <a:lnTo>
                  <a:pt x="456" y="373"/>
                </a:lnTo>
                <a:lnTo>
                  <a:pt x="448" y="376"/>
                </a:lnTo>
                <a:lnTo>
                  <a:pt x="441" y="380"/>
                </a:lnTo>
                <a:lnTo>
                  <a:pt x="433" y="383"/>
                </a:lnTo>
                <a:lnTo>
                  <a:pt x="425" y="386"/>
                </a:lnTo>
                <a:lnTo>
                  <a:pt x="417" y="389"/>
                </a:lnTo>
                <a:lnTo>
                  <a:pt x="409" y="392"/>
                </a:lnTo>
                <a:lnTo>
                  <a:pt x="401" y="395"/>
                </a:lnTo>
                <a:lnTo>
                  <a:pt x="393" y="397"/>
                </a:lnTo>
                <a:lnTo>
                  <a:pt x="384" y="400"/>
                </a:lnTo>
                <a:lnTo>
                  <a:pt x="376" y="402"/>
                </a:lnTo>
                <a:lnTo>
                  <a:pt x="367" y="404"/>
                </a:lnTo>
                <a:lnTo>
                  <a:pt x="358" y="405"/>
                </a:lnTo>
                <a:lnTo>
                  <a:pt x="350" y="407"/>
                </a:lnTo>
                <a:lnTo>
                  <a:pt x="341" y="408"/>
                </a:lnTo>
                <a:lnTo>
                  <a:pt x="332" y="409"/>
                </a:lnTo>
                <a:lnTo>
                  <a:pt x="323" y="410"/>
                </a:lnTo>
                <a:lnTo>
                  <a:pt x="314" y="411"/>
                </a:lnTo>
                <a:lnTo>
                  <a:pt x="305" y="411"/>
                </a:lnTo>
                <a:lnTo>
                  <a:pt x="296" y="412"/>
                </a:lnTo>
                <a:lnTo>
                  <a:pt x="287" y="412"/>
                </a:lnTo>
                <a:lnTo>
                  <a:pt x="278" y="412"/>
                </a:lnTo>
                <a:lnTo>
                  <a:pt x="269" y="411"/>
                </a:lnTo>
                <a:lnTo>
                  <a:pt x="260" y="411"/>
                </a:lnTo>
                <a:lnTo>
                  <a:pt x="251" y="410"/>
                </a:lnTo>
                <a:lnTo>
                  <a:pt x="242" y="409"/>
                </a:lnTo>
                <a:lnTo>
                  <a:pt x="233" y="408"/>
                </a:lnTo>
                <a:lnTo>
                  <a:pt x="224" y="407"/>
                </a:lnTo>
                <a:lnTo>
                  <a:pt x="216" y="405"/>
                </a:lnTo>
                <a:lnTo>
                  <a:pt x="207" y="404"/>
                </a:lnTo>
                <a:lnTo>
                  <a:pt x="198" y="402"/>
                </a:lnTo>
                <a:lnTo>
                  <a:pt x="190" y="400"/>
                </a:lnTo>
                <a:lnTo>
                  <a:pt x="181" y="397"/>
                </a:lnTo>
                <a:lnTo>
                  <a:pt x="173" y="395"/>
                </a:lnTo>
                <a:lnTo>
                  <a:pt x="165" y="392"/>
                </a:lnTo>
                <a:lnTo>
                  <a:pt x="157" y="389"/>
                </a:lnTo>
                <a:lnTo>
                  <a:pt x="149" y="386"/>
                </a:lnTo>
                <a:lnTo>
                  <a:pt x="141" y="383"/>
                </a:lnTo>
                <a:lnTo>
                  <a:pt x="133" y="380"/>
                </a:lnTo>
                <a:lnTo>
                  <a:pt x="126" y="376"/>
                </a:lnTo>
                <a:lnTo>
                  <a:pt x="118" y="373"/>
                </a:lnTo>
                <a:lnTo>
                  <a:pt x="111" y="369"/>
                </a:lnTo>
                <a:lnTo>
                  <a:pt x="104" y="365"/>
                </a:lnTo>
                <a:lnTo>
                  <a:pt x="97" y="361"/>
                </a:lnTo>
                <a:lnTo>
                  <a:pt x="91" y="356"/>
                </a:lnTo>
                <a:lnTo>
                  <a:pt x="84" y="352"/>
                </a:lnTo>
                <a:lnTo>
                  <a:pt x="78" y="347"/>
                </a:lnTo>
                <a:lnTo>
                  <a:pt x="72" y="342"/>
                </a:lnTo>
                <a:lnTo>
                  <a:pt x="66" y="337"/>
                </a:lnTo>
                <a:lnTo>
                  <a:pt x="60" y="332"/>
                </a:lnTo>
                <a:lnTo>
                  <a:pt x="55" y="327"/>
                </a:lnTo>
                <a:lnTo>
                  <a:pt x="50" y="322"/>
                </a:lnTo>
                <a:lnTo>
                  <a:pt x="45" y="316"/>
                </a:lnTo>
                <a:lnTo>
                  <a:pt x="40" y="311"/>
                </a:lnTo>
                <a:lnTo>
                  <a:pt x="35" y="305"/>
                </a:lnTo>
                <a:lnTo>
                  <a:pt x="31" y="300"/>
                </a:lnTo>
                <a:lnTo>
                  <a:pt x="27" y="294"/>
                </a:lnTo>
                <a:lnTo>
                  <a:pt x="24" y="288"/>
                </a:lnTo>
                <a:lnTo>
                  <a:pt x="20" y="282"/>
                </a:lnTo>
                <a:lnTo>
                  <a:pt x="17" y="276"/>
                </a:lnTo>
                <a:lnTo>
                  <a:pt x="14" y="270"/>
                </a:lnTo>
                <a:lnTo>
                  <a:pt x="11" y="264"/>
                </a:lnTo>
                <a:lnTo>
                  <a:pt x="9" y="257"/>
                </a:lnTo>
                <a:lnTo>
                  <a:pt x="7" y="251"/>
                </a:lnTo>
                <a:lnTo>
                  <a:pt x="5" y="245"/>
                </a:lnTo>
                <a:lnTo>
                  <a:pt x="4" y="238"/>
                </a:lnTo>
                <a:lnTo>
                  <a:pt x="2" y="232"/>
                </a:lnTo>
                <a:lnTo>
                  <a:pt x="1" y="226"/>
                </a:lnTo>
                <a:lnTo>
                  <a:pt x="1" y="219"/>
                </a:lnTo>
                <a:lnTo>
                  <a:pt x="0" y="213"/>
                </a:lnTo>
                <a:lnTo>
                  <a:pt x="0" y="206"/>
                </a:lnTo>
                <a:lnTo>
                  <a:pt x="0" y="200"/>
                </a:lnTo>
                <a:lnTo>
                  <a:pt x="1" y="193"/>
                </a:lnTo>
                <a:lnTo>
                  <a:pt x="1" y="187"/>
                </a:lnTo>
                <a:lnTo>
                  <a:pt x="2" y="181"/>
                </a:lnTo>
                <a:lnTo>
                  <a:pt x="4" y="174"/>
                </a:lnTo>
                <a:lnTo>
                  <a:pt x="5" y="168"/>
                </a:lnTo>
                <a:lnTo>
                  <a:pt x="7" y="161"/>
                </a:lnTo>
                <a:lnTo>
                  <a:pt x="9" y="155"/>
                </a:lnTo>
                <a:lnTo>
                  <a:pt x="11" y="149"/>
                </a:lnTo>
                <a:lnTo>
                  <a:pt x="14" y="143"/>
                </a:lnTo>
                <a:lnTo>
                  <a:pt x="17" y="137"/>
                </a:lnTo>
                <a:lnTo>
                  <a:pt x="20" y="131"/>
                </a:lnTo>
                <a:lnTo>
                  <a:pt x="24" y="125"/>
                </a:lnTo>
                <a:lnTo>
                  <a:pt x="27" y="119"/>
                </a:lnTo>
                <a:lnTo>
                  <a:pt x="31" y="113"/>
                </a:lnTo>
                <a:lnTo>
                  <a:pt x="35" y="107"/>
                </a:lnTo>
                <a:lnTo>
                  <a:pt x="40" y="102"/>
                </a:lnTo>
                <a:lnTo>
                  <a:pt x="45" y="96"/>
                </a:lnTo>
                <a:lnTo>
                  <a:pt x="50" y="91"/>
                </a:lnTo>
                <a:lnTo>
                  <a:pt x="55" y="85"/>
                </a:lnTo>
                <a:lnTo>
                  <a:pt x="60" y="80"/>
                </a:lnTo>
                <a:lnTo>
                  <a:pt x="66" y="75"/>
                </a:lnTo>
                <a:lnTo>
                  <a:pt x="72" y="70"/>
                </a:lnTo>
                <a:lnTo>
                  <a:pt x="78" y="66"/>
                </a:lnTo>
                <a:lnTo>
                  <a:pt x="84" y="61"/>
                </a:lnTo>
                <a:lnTo>
                  <a:pt x="91" y="56"/>
                </a:lnTo>
                <a:lnTo>
                  <a:pt x="97" y="52"/>
                </a:lnTo>
                <a:lnTo>
                  <a:pt x="104" y="48"/>
                </a:lnTo>
                <a:lnTo>
                  <a:pt x="111" y="44"/>
                </a:lnTo>
                <a:lnTo>
                  <a:pt x="118" y="39"/>
                </a:lnTo>
                <a:lnTo>
                  <a:pt x="126" y="35"/>
                </a:lnTo>
                <a:lnTo>
                  <a:pt x="133" y="32"/>
                </a:lnTo>
                <a:lnTo>
                  <a:pt x="141" y="28"/>
                </a:lnTo>
                <a:lnTo>
                  <a:pt x="149" y="25"/>
                </a:lnTo>
                <a:lnTo>
                  <a:pt x="157" y="22"/>
                </a:lnTo>
                <a:lnTo>
                  <a:pt x="165" y="19"/>
                </a:lnTo>
                <a:lnTo>
                  <a:pt x="173" y="17"/>
                </a:lnTo>
                <a:lnTo>
                  <a:pt x="181" y="14"/>
                </a:lnTo>
                <a:lnTo>
                  <a:pt x="190" y="12"/>
                </a:lnTo>
                <a:lnTo>
                  <a:pt x="198" y="10"/>
                </a:lnTo>
                <a:lnTo>
                  <a:pt x="207" y="8"/>
                </a:lnTo>
                <a:lnTo>
                  <a:pt x="216" y="6"/>
                </a:lnTo>
                <a:lnTo>
                  <a:pt x="224" y="5"/>
                </a:lnTo>
                <a:lnTo>
                  <a:pt x="233" y="3"/>
                </a:lnTo>
                <a:lnTo>
                  <a:pt x="242" y="2"/>
                </a:lnTo>
                <a:lnTo>
                  <a:pt x="251" y="1"/>
                </a:lnTo>
                <a:lnTo>
                  <a:pt x="260" y="1"/>
                </a:lnTo>
                <a:lnTo>
                  <a:pt x="269" y="0"/>
                </a:lnTo>
                <a:lnTo>
                  <a:pt x="278" y="0"/>
                </a:lnTo>
                <a:lnTo>
                  <a:pt x="287" y="0"/>
                </a:lnTo>
                <a:lnTo>
                  <a:pt x="296" y="0"/>
                </a:lnTo>
                <a:lnTo>
                  <a:pt x="305" y="0"/>
                </a:lnTo>
                <a:lnTo>
                  <a:pt x="314" y="1"/>
                </a:lnTo>
                <a:lnTo>
                  <a:pt x="323" y="1"/>
                </a:lnTo>
                <a:lnTo>
                  <a:pt x="332" y="2"/>
                </a:lnTo>
                <a:lnTo>
                  <a:pt x="341" y="3"/>
                </a:lnTo>
                <a:lnTo>
                  <a:pt x="350" y="5"/>
                </a:lnTo>
                <a:lnTo>
                  <a:pt x="358" y="6"/>
                </a:lnTo>
                <a:lnTo>
                  <a:pt x="367" y="8"/>
                </a:lnTo>
                <a:lnTo>
                  <a:pt x="376" y="10"/>
                </a:lnTo>
                <a:lnTo>
                  <a:pt x="384" y="12"/>
                </a:lnTo>
                <a:lnTo>
                  <a:pt x="393" y="14"/>
                </a:lnTo>
                <a:lnTo>
                  <a:pt x="401" y="17"/>
                </a:lnTo>
                <a:lnTo>
                  <a:pt x="409" y="19"/>
                </a:lnTo>
                <a:lnTo>
                  <a:pt x="417" y="22"/>
                </a:lnTo>
                <a:lnTo>
                  <a:pt x="425" y="25"/>
                </a:lnTo>
                <a:lnTo>
                  <a:pt x="433" y="28"/>
                </a:lnTo>
                <a:lnTo>
                  <a:pt x="441" y="32"/>
                </a:lnTo>
                <a:lnTo>
                  <a:pt x="448" y="35"/>
                </a:lnTo>
                <a:lnTo>
                  <a:pt x="456" y="39"/>
                </a:lnTo>
                <a:lnTo>
                  <a:pt x="463" y="44"/>
                </a:lnTo>
                <a:lnTo>
                  <a:pt x="470" y="48"/>
                </a:lnTo>
                <a:lnTo>
                  <a:pt x="477" y="52"/>
                </a:lnTo>
                <a:lnTo>
                  <a:pt x="483" y="56"/>
                </a:lnTo>
                <a:lnTo>
                  <a:pt x="490" y="61"/>
                </a:lnTo>
                <a:lnTo>
                  <a:pt x="496" y="66"/>
                </a:lnTo>
                <a:lnTo>
                  <a:pt x="502" y="70"/>
                </a:lnTo>
                <a:lnTo>
                  <a:pt x="508" y="75"/>
                </a:lnTo>
                <a:lnTo>
                  <a:pt x="514" y="80"/>
                </a:lnTo>
                <a:lnTo>
                  <a:pt x="519" y="85"/>
                </a:lnTo>
                <a:lnTo>
                  <a:pt x="524" y="91"/>
                </a:lnTo>
                <a:lnTo>
                  <a:pt x="530" y="96"/>
                </a:lnTo>
                <a:lnTo>
                  <a:pt x="535" y="102"/>
                </a:lnTo>
                <a:lnTo>
                  <a:pt x="539" y="107"/>
                </a:lnTo>
                <a:lnTo>
                  <a:pt x="544" y="113"/>
                </a:lnTo>
                <a:lnTo>
                  <a:pt x="548" y="119"/>
                </a:lnTo>
                <a:lnTo>
                  <a:pt x="551" y="125"/>
                </a:lnTo>
                <a:lnTo>
                  <a:pt x="555" y="131"/>
                </a:lnTo>
                <a:lnTo>
                  <a:pt x="558" y="137"/>
                </a:lnTo>
                <a:lnTo>
                  <a:pt x="561" y="143"/>
                </a:lnTo>
                <a:lnTo>
                  <a:pt x="564" y="149"/>
                </a:lnTo>
                <a:lnTo>
                  <a:pt x="566" y="155"/>
                </a:lnTo>
                <a:lnTo>
                  <a:pt x="568" y="161"/>
                </a:lnTo>
                <a:lnTo>
                  <a:pt x="570" y="168"/>
                </a:lnTo>
                <a:lnTo>
                  <a:pt x="571" y="174"/>
                </a:lnTo>
                <a:lnTo>
                  <a:pt x="573" y="181"/>
                </a:lnTo>
                <a:lnTo>
                  <a:pt x="574" y="187"/>
                </a:lnTo>
                <a:lnTo>
                  <a:pt x="574" y="193"/>
                </a:lnTo>
                <a:lnTo>
                  <a:pt x="575" y="200"/>
                </a:lnTo>
                <a:lnTo>
                  <a:pt x="575" y="206"/>
                </a:lnTo>
                <a:close/>
              </a:path>
            </a:pathLst>
          </a:custGeom>
          <a:solidFill>
            <a:srgbClr val="ff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49" name=""/>
          <p:cNvSpPr/>
          <p:nvPr/>
        </p:nvSpPr>
        <p:spPr>
          <a:xfrm>
            <a:off x="7957800" y="2869200"/>
            <a:ext cx="209880" cy="150480"/>
          </a:xfrm>
          <a:custGeom>
            <a:avLst/>
            <a:gdLst/>
            <a:ahLst/>
            <a:rect l="0" t="0" r="r" b="b"/>
            <a:pathLst>
              <a:path w="583" h="418">
                <a:moveTo>
                  <a:pt x="579" y="209"/>
                </a:moveTo>
                <a:lnTo>
                  <a:pt x="579" y="203"/>
                </a:lnTo>
                <a:lnTo>
                  <a:pt x="578" y="196"/>
                </a:lnTo>
                <a:lnTo>
                  <a:pt x="578" y="190"/>
                </a:lnTo>
                <a:lnTo>
                  <a:pt x="577" y="184"/>
                </a:lnTo>
                <a:lnTo>
                  <a:pt x="575" y="177"/>
                </a:lnTo>
                <a:lnTo>
                  <a:pt x="574" y="171"/>
                </a:lnTo>
                <a:lnTo>
                  <a:pt x="572" y="164"/>
                </a:lnTo>
                <a:lnTo>
                  <a:pt x="570" y="158"/>
                </a:lnTo>
                <a:lnTo>
                  <a:pt x="568" y="152"/>
                </a:lnTo>
                <a:lnTo>
                  <a:pt x="565" y="146"/>
                </a:lnTo>
                <a:lnTo>
                  <a:pt x="562" y="139"/>
                </a:lnTo>
                <a:lnTo>
                  <a:pt x="559" y="133"/>
                </a:lnTo>
                <a:lnTo>
                  <a:pt x="555" y="127"/>
                </a:lnTo>
                <a:lnTo>
                  <a:pt x="552" y="121"/>
                </a:lnTo>
                <a:lnTo>
                  <a:pt x="548" y="115"/>
                </a:lnTo>
                <a:lnTo>
                  <a:pt x="543" y="109"/>
                </a:lnTo>
                <a:lnTo>
                  <a:pt x="539" y="104"/>
                </a:lnTo>
                <a:lnTo>
                  <a:pt x="534" y="98"/>
                </a:lnTo>
                <a:lnTo>
                  <a:pt x="529" y="93"/>
                </a:lnTo>
                <a:lnTo>
                  <a:pt x="524" y="87"/>
                </a:lnTo>
                <a:lnTo>
                  <a:pt x="519" y="82"/>
                </a:lnTo>
                <a:lnTo>
                  <a:pt x="513" y="77"/>
                </a:lnTo>
                <a:lnTo>
                  <a:pt x="507" y="72"/>
                </a:lnTo>
                <a:lnTo>
                  <a:pt x="501" y="68"/>
                </a:lnTo>
                <a:lnTo>
                  <a:pt x="495" y="63"/>
                </a:lnTo>
                <a:lnTo>
                  <a:pt x="488" y="58"/>
                </a:lnTo>
                <a:lnTo>
                  <a:pt x="482" y="54"/>
                </a:lnTo>
                <a:lnTo>
                  <a:pt x="475" y="50"/>
                </a:lnTo>
                <a:lnTo>
                  <a:pt x="468" y="46"/>
                </a:lnTo>
                <a:lnTo>
                  <a:pt x="461" y="42"/>
                </a:lnTo>
                <a:lnTo>
                  <a:pt x="453" y="38"/>
                </a:lnTo>
                <a:lnTo>
                  <a:pt x="446" y="35"/>
                </a:lnTo>
                <a:lnTo>
                  <a:pt x="438" y="31"/>
                </a:lnTo>
                <a:lnTo>
                  <a:pt x="430" y="28"/>
                </a:lnTo>
                <a:lnTo>
                  <a:pt x="422" y="25"/>
                </a:lnTo>
                <a:lnTo>
                  <a:pt x="414" y="22"/>
                </a:lnTo>
                <a:lnTo>
                  <a:pt x="406" y="20"/>
                </a:lnTo>
                <a:lnTo>
                  <a:pt x="398" y="17"/>
                </a:lnTo>
                <a:lnTo>
                  <a:pt x="389" y="15"/>
                </a:lnTo>
                <a:lnTo>
                  <a:pt x="381" y="13"/>
                </a:lnTo>
                <a:lnTo>
                  <a:pt x="372" y="11"/>
                </a:lnTo>
                <a:lnTo>
                  <a:pt x="363" y="9"/>
                </a:lnTo>
                <a:lnTo>
                  <a:pt x="355" y="8"/>
                </a:lnTo>
                <a:lnTo>
                  <a:pt x="346" y="6"/>
                </a:lnTo>
                <a:lnTo>
                  <a:pt x="337" y="5"/>
                </a:lnTo>
                <a:lnTo>
                  <a:pt x="328" y="4"/>
                </a:lnTo>
                <a:lnTo>
                  <a:pt x="319" y="4"/>
                </a:lnTo>
                <a:lnTo>
                  <a:pt x="310" y="3"/>
                </a:lnTo>
                <a:lnTo>
                  <a:pt x="301" y="3"/>
                </a:lnTo>
                <a:lnTo>
                  <a:pt x="292" y="3"/>
                </a:lnTo>
                <a:lnTo>
                  <a:pt x="283" y="3"/>
                </a:lnTo>
                <a:lnTo>
                  <a:pt x="274" y="3"/>
                </a:lnTo>
                <a:lnTo>
                  <a:pt x="265" y="4"/>
                </a:lnTo>
                <a:lnTo>
                  <a:pt x="255" y="4"/>
                </a:lnTo>
                <a:lnTo>
                  <a:pt x="246" y="5"/>
                </a:lnTo>
                <a:lnTo>
                  <a:pt x="237" y="6"/>
                </a:lnTo>
                <a:lnTo>
                  <a:pt x="228" y="8"/>
                </a:lnTo>
                <a:lnTo>
                  <a:pt x="220" y="9"/>
                </a:lnTo>
                <a:lnTo>
                  <a:pt x="211" y="11"/>
                </a:lnTo>
                <a:lnTo>
                  <a:pt x="202" y="13"/>
                </a:lnTo>
                <a:lnTo>
                  <a:pt x="194" y="15"/>
                </a:lnTo>
                <a:lnTo>
                  <a:pt x="185" y="17"/>
                </a:lnTo>
                <a:lnTo>
                  <a:pt x="177" y="20"/>
                </a:lnTo>
                <a:lnTo>
                  <a:pt x="169" y="22"/>
                </a:lnTo>
                <a:lnTo>
                  <a:pt x="161" y="25"/>
                </a:lnTo>
                <a:lnTo>
                  <a:pt x="153" y="28"/>
                </a:lnTo>
                <a:lnTo>
                  <a:pt x="145" y="31"/>
                </a:lnTo>
                <a:lnTo>
                  <a:pt x="137" y="35"/>
                </a:lnTo>
                <a:lnTo>
                  <a:pt x="130" y="38"/>
                </a:lnTo>
                <a:lnTo>
                  <a:pt x="122" y="42"/>
                </a:lnTo>
                <a:lnTo>
                  <a:pt x="115" y="46"/>
                </a:lnTo>
                <a:lnTo>
                  <a:pt x="108" y="50"/>
                </a:lnTo>
                <a:lnTo>
                  <a:pt x="101" y="54"/>
                </a:lnTo>
                <a:lnTo>
                  <a:pt x="95" y="58"/>
                </a:lnTo>
                <a:lnTo>
                  <a:pt x="88" y="63"/>
                </a:lnTo>
                <a:lnTo>
                  <a:pt x="82" y="68"/>
                </a:lnTo>
                <a:lnTo>
                  <a:pt x="76" y="72"/>
                </a:lnTo>
                <a:lnTo>
                  <a:pt x="70" y="77"/>
                </a:lnTo>
                <a:lnTo>
                  <a:pt x="64" y="82"/>
                </a:lnTo>
                <a:lnTo>
                  <a:pt x="59" y="87"/>
                </a:lnTo>
                <a:lnTo>
                  <a:pt x="54" y="93"/>
                </a:lnTo>
                <a:lnTo>
                  <a:pt x="49" y="98"/>
                </a:lnTo>
                <a:lnTo>
                  <a:pt x="44" y="104"/>
                </a:lnTo>
                <a:lnTo>
                  <a:pt x="39" y="109"/>
                </a:lnTo>
                <a:lnTo>
                  <a:pt x="35" y="115"/>
                </a:lnTo>
                <a:lnTo>
                  <a:pt x="31" y="121"/>
                </a:lnTo>
                <a:lnTo>
                  <a:pt x="28" y="127"/>
                </a:lnTo>
                <a:lnTo>
                  <a:pt x="24" y="133"/>
                </a:lnTo>
                <a:lnTo>
                  <a:pt x="21" y="139"/>
                </a:lnTo>
                <a:lnTo>
                  <a:pt x="18" y="146"/>
                </a:lnTo>
                <a:lnTo>
                  <a:pt x="15" y="152"/>
                </a:lnTo>
                <a:lnTo>
                  <a:pt x="13" y="158"/>
                </a:lnTo>
                <a:lnTo>
                  <a:pt x="11" y="164"/>
                </a:lnTo>
                <a:lnTo>
                  <a:pt x="9" y="171"/>
                </a:lnTo>
                <a:lnTo>
                  <a:pt x="8" y="177"/>
                </a:lnTo>
                <a:lnTo>
                  <a:pt x="6" y="184"/>
                </a:lnTo>
                <a:lnTo>
                  <a:pt x="5" y="190"/>
                </a:lnTo>
                <a:lnTo>
                  <a:pt x="5" y="196"/>
                </a:lnTo>
                <a:lnTo>
                  <a:pt x="4" y="203"/>
                </a:lnTo>
                <a:lnTo>
                  <a:pt x="4" y="209"/>
                </a:lnTo>
                <a:lnTo>
                  <a:pt x="4" y="216"/>
                </a:lnTo>
                <a:lnTo>
                  <a:pt x="5" y="222"/>
                </a:lnTo>
                <a:lnTo>
                  <a:pt x="5" y="229"/>
                </a:lnTo>
                <a:lnTo>
                  <a:pt x="6" y="235"/>
                </a:lnTo>
                <a:lnTo>
                  <a:pt x="8" y="241"/>
                </a:lnTo>
                <a:lnTo>
                  <a:pt x="9" y="248"/>
                </a:lnTo>
                <a:lnTo>
                  <a:pt x="11" y="254"/>
                </a:lnTo>
                <a:lnTo>
                  <a:pt x="13" y="260"/>
                </a:lnTo>
                <a:lnTo>
                  <a:pt x="15" y="267"/>
                </a:lnTo>
                <a:lnTo>
                  <a:pt x="18" y="273"/>
                </a:lnTo>
                <a:lnTo>
                  <a:pt x="21" y="279"/>
                </a:lnTo>
                <a:lnTo>
                  <a:pt x="24" y="285"/>
                </a:lnTo>
                <a:lnTo>
                  <a:pt x="28" y="291"/>
                </a:lnTo>
                <a:lnTo>
                  <a:pt x="31" y="297"/>
                </a:lnTo>
                <a:lnTo>
                  <a:pt x="35" y="303"/>
                </a:lnTo>
                <a:lnTo>
                  <a:pt x="39" y="308"/>
                </a:lnTo>
                <a:lnTo>
                  <a:pt x="44" y="314"/>
                </a:lnTo>
                <a:lnTo>
                  <a:pt x="49" y="319"/>
                </a:lnTo>
                <a:lnTo>
                  <a:pt x="54" y="325"/>
                </a:lnTo>
                <a:lnTo>
                  <a:pt x="59" y="330"/>
                </a:lnTo>
                <a:lnTo>
                  <a:pt x="64" y="335"/>
                </a:lnTo>
                <a:lnTo>
                  <a:pt x="70" y="340"/>
                </a:lnTo>
                <a:lnTo>
                  <a:pt x="76" y="345"/>
                </a:lnTo>
                <a:lnTo>
                  <a:pt x="82" y="350"/>
                </a:lnTo>
                <a:lnTo>
                  <a:pt x="88" y="355"/>
                </a:lnTo>
                <a:lnTo>
                  <a:pt x="95" y="359"/>
                </a:lnTo>
                <a:lnTo>
                  <a:pt x="101" y="364"/>
                </a:lnTo>
                <a:lnTo>
                  <a:pt x="108" y="368"/>
                </a:lnTo>
                <a:lnTo>
                  <a:pt x="115" y="372"/>
                </a:lnTo>
                <a:lnTo>
                  <a:pt x="122" y="376"/>
                </a:lnTo>
                <a:lnTo>
                  <a:pt x="130" y="379"/>
                </a:lnTo>
                <a:lnTo>
                  <a:pt x="137" y="383"/>
                </a:lnTo>
                <a:lnTo>
                  <a:pt x="145" y="386"/>
                </a:lnTo>
                <a:lnTo>
                  <a:pt x="153" y="389"/>
                </a:lnTo>
                <a:lnTo>
                  <a:pt x="161" y="392"/>
                </a:lnTo>
                <a:lnTo>
                  <a:pt x="169" y="395"/>
                </a:lnTo>
                <a:lnTo>
                  <a:pt x="177" y="398"/>
                </a:lnTo>
                <a:lnTo>
                  <a:pt x="185" y="400"/>
                </a:lnTo>
                <a:lnTo>
                  <a:pt x="194" y="403"/>
                </a:lnTo>
                <a:lnTo>
                  <a:pt x="202" y="405"/>
                </a:lnTo>
                <a:lnTo>
                  <a:pt x="211" y="407"/>
                </a:lnTo>
                <a:lnTo>
                  <a:pt x="220" y="408"/>
                </a:lnTo>
                <a:lnTo>
                  <a:pt x="228" y="410"/>
                </a:lnTo>
                <a:lnTo>
                  <a:pt x="237" y="411"/>
                </a:lnTo>
                <a:lnTo>
                  <a:pt x="246" y="412"/>
                </a:lnTo>
                <a:lnTo>
                  <a:pt x="255" y="413"/>
                </a:lnTo>
                <a:lnTo>
                  <a:pt x="265" y="414"/>
                </a:lnTo>
                <a:lnTo>
                  <a:pt x="274" y="414"/>
                </a:lnTo>
                <a:lnTo>
                  <a:pt x="283" y="415"/>
                </a:lnTo>
                <a:lnTo>
                  <a:pt x="292" y="415"/>
                </a:lnTo>
                <a:lnTo>
                  <a:pt x="301" y="415"/>
                </a:lnTo>
                <a:lnTo>
                  <a:pt x="310" y="414"/>
                </a:lnTo>
                <a:lnTo>
                  <a:pt x="319" y="414"/>
                </a:lnTo>
                <a:lnTo>
                  <a:pt x="328" y="413"/>
                </a:lnTo>
                <a:lnTo>
                  <a:pt x="337" y="412"/>
                </a:lnTo>
                <a:lnTo>
                  <a:pt x="346" y="411"/>
                </a:lnTo>
                <a:lnTo>
                  <a:pt x="355" y="410"/>
                </a:lnTo>
                <a:lnTo>
                  <a:pt x="363" y="408"/>
                </a:lnTo>
                <a:lnTo>
                  <a:pt x="372" y="407"/>
                </a:lnTo>
                <a:lnTo>
                  <a:pt x="381" y="405"/>
                </a:lnTo>
                <a:lnTo>
                  <a:pt x="389" y="403"/>
                </a:lnTo>
                <a:lnTo>
                  <a:pt x="398" y="400"/>
                </a:lnTo>
                <a:lnTo>
                  <a:pt x="406" y="398"/>
                </a:lnTo>
                <a:lnTo>
                  <a:pt x="414" y="395"/>
                </a:lnTo>
                <a:lnTo>
                  <a:pt x="422" y="392"/>
                </a:lnTo>
                <a:lnTo>
                  <a:pt x="430" y="389"/>
                </a:lnTo>
                <a:lnTo>
                  <a:pt x="438" y="386"/>
                </a:lnTo>
                <a:lnTo>
                  <a:pt x="446" y="383"/>
                </a:lnTo>
                <a:lnTo>
                  <a:pt x="453" y="379"/>
                </a:lnTo>
                <a:lnTo>
                  <a:pt x="461" y="376"/>
                </a:lnTo>
                <a:lnTo>
                  <a:pt x="468" y="372"/>
                </a:lnTo>
                <a:lnTo>
                  <a:pt x="475" y="368"/>
                </a:lnTo>
                <a:lnTo>
                  <a:pt x="482" y="364"/>
                </a:lnTo>
                <a:lnTo>
                  <a:pt x="488" y="359"/>
                </a:lnTo>
                <a:lnTo>
                  <a:pt x="495" y="355"/>
                </a:lnTo>
                <a:lnTo>
                  <a:pt x="501" y="350"/>
                </a:lnTo>
                <a:lnTo>
                  <a:pt x="507" y="345"/>
                </a:lnTo>
                <a:lnTo>
                  <a:pt x="513" y="340"/>
                </a:lnTo>
                <a:lnTo>
                  <a:pt x="519" y="335"/>
                </a:lnTo>
                <a:lnTo>
                  <a:pt x="524" y="330"/>
                </a:lnTo>
                <a:lnTo>
                  <a:pt x="529" y="325"/>
                </a:lnTo>
                <a:lnTo>
                  <a:pt x="534" y="319"/>
                </a:lnTo>
                <a:lnTo>
                  <a:pt x="539" y="314"/>
                </a:lnTo>
                <a:lnTo>
                  <a:pt x="543" y="308"/>
                </a:lnTo>
                <a:lnTo>
                  <a:pt x="548" y="303"/>
                </a:lnTo>
                <a:lnTo>
                  <a:pt x="552" y="297"/>
                </a:lnTo>
                <a:lnTo>
                  <a:pt x="555" y="291"/>
                </a:lnTo>
                <a:lnTo>
                  <a:pt x="559" y="285"/>
                </a:lnTo>
                <a:lnTo>
                  <a:pt x="562" y="279"/>
                </a:lnTo>
                <a:lnTo>
                  <a:pt x="565" y="273"/>
                </a:lnTo>
                <a:lnTo>
                  <a:pt x="568" y="267"/>
                </a:lnTo>
                <a:lnTo>
                  <a:pt x="570" y="260"/>
                </a:lnTo>
                <a:lnTo>
                  <a:pt x="572" y="254"/>
                </a:lnTo>
                <a:lnTo>
                  <a:pt x="574" y="248"/>
                </a:lnTo>
                <a:lnTo>
                  <a:pt x="575" y="241"/>
                </a:lnTo>
                <a:lnTo>
                  <a:pt x="577" y="235"/>
                </a:lnTo>
                <a:lnTo>
                  <a:pt x="578" y="229"/>
                </a:lnTo>
                <a:lnTo>
                  <a:pt x="578" y="222"/>
                </a:lnTo>
                <a:lnTo>
                  <a:pt x="579" y="216"/>
                </a:lnTo>
                <a:lnTo>
                  <a:pt x="579" y="209"/>
                </a:lnTo>
                <a:moveTo>
                  <a:pt x="583" y="209"/>
                </a:moveTo>
                <a:lnTo>
                  <a:pt x="583" y="216"/>
                </a:lnTo>
                <a:lnTo>
                  <a:pt x="582" y="222"/>
                </a:lnTo>
                <a:lnTo>
                  <a:pt x="581" y="229"/>
                </a:lnTo>
                <a:lnTo>
                  <a:pt x="580" y="235"/>
                </a:lnTo>
                <a:lnTo>
                  <a:pt x="579" y="242"/>
                </a:lnTo>
                <a:lnTo>
                  <a:pt x="578" y="248"/>
                </a:lnTo>
                <a:lnTo>
                  <a:pt x="576" y="255"/>
                </a:lnTo>
                <a:lnTo>
                  <a:pt x="574" y="261"/>
                </a:lnTo>
                <a:lnTo>
                  <a:pt x="571" y="267"/>
                </a:lnTo>
                <a:lnTo>
                  <a:pt x="569" y="274"/>
                </a:lnTo>
                <a:lnTo>
                  <a:pt x="566" y="280"/>
                </a:lnTo>
                <a:lnTo>
                  <a:pt x="562" y="286"/>
                </a:lnTo>
                <a:lnTo>
                  <a:pt x="559" y="292"/>
                </a:lnTo>
                <a:lnTo>
                  <a:pt x="555" y="298"/>
                </a:lnTo>
                <a:lnTo>
                  <a:pt x="551" y="304"/>
                </a:lnTo>
                <a:lnTo>
                  <a:pt x="547" y="310"/>
                </a:lnTo>
                <a:lnTo>
                  <a:pt x="542" y="315"/>
                </a:lnTo>
                <a:lnTo>
                  <a:pt x="538" y="321"/>
                </a:lnTo>
                <a:lnTo>
                  <a:pt x="532" y="326"/>
                </a:lnTo>
                <a:lnTo>
                  <a:pt x="527" y="332"/>
                </a:lnTo>
                <a:lnTo>
                  <a:pt x="522" y="337"/>
                </a:lnTo>
                <a:lnTo>
                  <a:pt x="516" y="342"/>
                </a:lnTo>
                <a:lnTo>
                  <a:pt x="510" y="347"/>
                </a:lnTo>
                <a:lnTo>
                  <a:pt x="504" y="352"/>
                </a:lnTo>
                <a:lnTo>
                  <a:pt x="498" y="357"/>
                </a:lnTo>
                <a:lnTo>
                  <a:pt x="491" y="361"/>
                </a:lnTo>
                <a:lnTo>
                  <a:pt x="484" y="366"/>
                </a:lnTo>
                <a:lnTo>
                  <a:pt x="477" y="370"/>
                </a:lnTo>
                <a:lnTo>
                  <a:pt x="470" y="374"/>
                </a:lnTo>
                <a:lnTo>
                  <a:pt x="463" y="378"/>
                </a:lnTo>
                <a:lnTo>
                  <a:pt x="455" y="382"/>
                </a:lnTo>
                <a:lnTo>
                  <a:pt x="448" y="385"/>
                </a:lnTo>
                <a:lnTo>
                  <a:pt x="440" y="389"/>
                </a:lnTo>
                <a:lnTo>
                  <a:pt x="432" y="392"/>
                </a:lnTo>
                <a:lnTo>
                  <a:pt x="424" y="395"/>
                </a:lnTo>
                <a:lnTo>
                  <a:pt x="416" y="398"/>
                </a:lnTo>
                <a:lnTo>
                  <a:pt x="407" y="401"/>
                </a:lnTo>
                <a:lnTo>
                  <a:pt x="399" y="403"/>
                </a:lnTo>
                <a:lnTo>
                  <a:pt x="390" y="405"/>
                </a:lnTo>
                <a:lnTo>
                  <a:pt x="382" y="407"/>
                </a:lnTo>
                <a:lnTo>
                  <a:pt x="373" y="409"/>
                </a:lnTo>
                <a:lnTo>
                  <a:pt x="364" y="411"/>
                </a:lnTo>
                <a:lnTo>
                  <a:pt x="355" y="413"/>
                </a:lnTo>
                <a:lnTo>
                  <a:pt x="346" y="414"/>
                </a:lnTo>
                <a:lnTo>
                  <a:pt x="337" y="415"/>
                </a:lnTo>
                <a:lnTo>
                  <a:pt x="328" y="416"/>
                </a:lnTo>
                <a:lnTo>
                  <a:pt x="319" y="417"/>
                </a:lnTo>
                <a:lnTo>
                  <a:pt x="310" y="417"/>
                </a:lnTo>
                <a:lnTo>
                  <a:pt x="301" y="418"/>
                </a:lnTo>
                <a:lnTo>
                  <a:pt x="292" y="418"/>
                </a:lnTo>
                <a:lnTo>
                  <a:pt x="283" y="418"/>
                </a:lnTo>
                <a:lnTo>
                  <a:pt x="274" y="417"/>
                </a:lnTo>
                <a:lnTo>
                  <a:pt x="265" y="417"/>
                </a:lnTo>
                <a:lnTo>
                  <a:pt x="254" y="416"/>
                </a:lnTo>
                <a:lnTo>
                  <a:pt x="245" y="415"/>
                </a:lnTo>
                <a:lnTo>
                  <a:pt x="236" y="414"/>
                </a:lnTo>
                <a:lnTo>
                  <a:pt x="228" y="413"/>
                </a:lnTo>
                <a:lnTo>
                  <a:pt x="219" y="411"/>
                </a:lnTo>
                <a:lnTo>
                  <a:pt x="210" y="409"/>
                </a:lnTo>
                <a:lnTo>
                  <a:pt x="201" y="407"/>
                </a:lnTo>
                <a:lnTo>
                  <a:pt x="192" y="405"/>
                </a:lnTo>
                <a:lnTo>
                  <a:pt x="184" y="403"/>
                </a:lnTo>
                <a:lnTo>
                  <a:pt x="175" y="401"/>
                </a:lnTo>
                <a:lnTo>
                  <a:pt x="167" y="398"/>
                </a:lnTo>
                <a:lnTo>
                  <a:pt x="159" y="395"/>
                </a:lnTo>
                <a:lnTo>
                  <a:pt x="151" y="392"/>
                </a:lnTo>
                <a:lnTo>
                  <a:pt x="143" y="389"/>
                </a:lnTo>
                <a:lnTo>
                  <a:pt x="135" y="385"/>
                </a:lnTo>
                <a:lnTo>
                  <a:pt x="127" y="382"/>
                </a:lnTo>
                <a:lnTo>
                  <a:pt x="120" y="378"/>
                </a:lnTo>
                <a:lnTo>
                  <a:pt x="113" y="374"/>
                </a:lnTo>
                <a:lnTo>
                  <a:pt x="106" y="370"/>
                </a:lnTo>
                <a:lnTo>
                  <a:pt x="99" y="366"/>
                </a:lnTo>
                <a:lnTo>
                  <a:pt x="92" y="361"/>
                </a:lnTo>
                <a:lnTo>
                  <a:pt x="85" y="357"/>
                </a:lnTo>
                <a:lnTo>
                  <a:pt x="79" y="352"/>
                </a:lnTo>
                <a:lnTo>
                  <a:pt x="73" y="347"/>
                </a:lnTo>
                <a:lnTo>
                  <a:pt x="67" y="342"/>
                </a:lnTo>
                <a:lnTo>
                  <a:pt x="61" y="337"/>
                </a:lnTo>
                <a:lnTo>
                  <a:pt x="56" y="332"/>
                </a:lnTo>
                <a:lnTo>
                  <a:pt x="50" y="326"/>
                </a:lnTo>
                <a:lnTo>
                  <a:pt x="45" y="321"/>
                </a:lnTo>
                <a:lnTo>
                  <a:pt x="41" y="315"/>
                </a:lnTo>
                <a:lnTo>
                  <a:pt x="36" y="310"/>
                </a:lnTo>
                <a:lnTo>
                  <a:pt x="32" y="304"/>
                </a:lnTo>
                <a:lnTo>
                  <a:pt x="28" y="298"/>
                </a:lnTo>
                <a:lnTo>
                  <a:pt x="24" y="292"/>
                </a:lnTo>
                <a:lnTo>
                  <a:pt x="21" y="286"/>
                </a:lnTo>
                <a:lnTo>
                  <a:pt x="17" y="280"/>
                </a:lnTo>
                <a:lnTo>
                  <a:pt x="14" y="274"/>
                </a:lnTo>
                <a:lnTo>
                  <a:pt x="12" y="267"/>
                </a:lnTo>
                <a:lnTo>
                  <a:pt x="9" y="261"/>
                </a:lnTo>
                <a:lnTo>
                  <a:pt x="7" y="255"/>
                </a:lnTo>
                <a:lnTo>
                  <a:pt x="5" y="248"/>
                </a:lnTo>
                <a:lnTo>
                  <a:pt x="4" y="242"/>
                </a:lnTo>
                <a:lnTo>
                  <a:pt x="2" y="235"/>
                </a:lnTo>
                <a:lnTo>
                  <a:pt x="1" y="229"/>
                </a:lnTo>
                <a:lnTo>
                  <a:pt x="1" y="222"/>
                </a:lnTo>
                <a:lnTo>
                  <a:pt x="0" y="216"/>
                </a:lnTo>
                <a:lnTo>
                  <a:pt x="0" y="209"/>
                </a:lnTo>
                <a:lnTo>
                  <a:pt x="0" y="203"/>
                </a:lnTo>
                <a:lnTo>
                  <a:pt x="1" y="196"/>
                </a:lnTo>
                <a:lnTo>
                  <a:pt x="1" y="190"/>
                </a:lnTo>
                <a:lnTo>
                  <a:pt x="2" y="183"/>
                </a:lnTo>
                <a:lnTo>
                  <a:pt x="4" y="177"/>
                </a:lnTo>
                <a:lnTo>
                  <a:pt x="5" y="170"/>
                </a:lnTo>
                <a:lnTo>
                  <a:pt x="7" y="164"/>
                </a:lnTo>
                <a:lnTo>
                  <a:pt x="9" y="157"/>
                </a:lnTo>
                <a:lnTo>
                  <a:pt x="12" y="151"/>
                </a:lnTo>
                <a:lnTo>
                  <a:pt x="14" y="145"/>
                </a:lnTo>
                <a:lnTo>
                  <a:pt x="17" y="138"/>
                </a:lnTo>
                <a:lnTo>
                  <a:pt x="21" y="132"/>
                </a:lnTo>
                <a:lnTo>
                  <a:pt x="24" y="126"/>
                </a:lnTo>
                <a:lnTo>
                  <a:pt x="28" y="120"/>
                </a:lnTo>
                <a:lnTo>
                  <a:pt x="32" y="114"/>
                </a:lnTo>
                <a:lnTo>
                  <a:pt x="36" y="108"/>
                </a:lnTo>
                <a:lnTo>
                  <a:pt x="41" y="102"/>
                </a:lnTo>
                <a:lnTo>
                  <a:pt x="45" y="97"/>
                </a:lnTo>
                <a:lnTo>
                  <a:pt x="50" y="91"/>
                </a:lnTo>
                <a:lnTo>
                  <a:pt x="56" y="86"/>
                </a:lnTo>
                <a:lnTo>
                  <a:pt x="61" y="81"/>
                </a:lnTo>
                <a:lnTo>
                  <a:pt x="67" y="75"/>
                </a:lnTo>
                <a:lnTo>
                  <a:pt x="73" y="71"/>
                </a:lnTo>
                <a:lnTo>
                  <a:pt x="79" y="66"/>
                </a:lnTo>
                <a:lnTo>
                  <a:pt x="85" y="61"/>
                </a:lnTo>
                <a:lnTo>
                  <a:pt x="92" y="56"/>
                </a:lnTo>
                <a:lnTo>
                  <a:pt x="99" y="52"/>
                </a:lnTo>
                <a:lnTo>
                  <a:pt x="106" y="48"/>
                </a:lnTo>
                <a:lnTo>
                  <a:pt x="113" y="44"/>
                </a:lnTo>
                <a:lnTo>
                  <a:pt x="120" y="40"/>
                </a:lnTo>
                <a:lnTo>
                  <a:pt x="127" y="36"/>
                </a:lnTo>
                <a:lnTo>
                  <a:pt x="135" y="32"/>
                </a:lnTo>
                <a:lnTo>
                  <a:pt x="143" y="29"/>
                </a:lnTo>
                <a:lnTo>
                  <a:pt x="151" y="26"/>
                </a:lnTo>
                <a:lnTo>
                  <a:pt x="159" y="23"/>
                </a:lnTo>
                <a:lnTo>
                  <a:pt x="167" y="20"/>
                </a:lnTo>
                <a:lnTo>
                  <a:pt x="175" y="17"/>
                </a:lnTo>
                <a:lnTo>
                  <a:pt x="184" y="15"/>
                </a:lnTo>
                <a:lnTo>
                  <a:pt x="192" y="12"/>
                </a:lnTo>
                <a:lnTo>
                  <a:pt x="201" y="10"/>
                </a:lnTo>
                <a:lnTo>
                  <a:pt x="210" y="8"/>
                </a:lnTo>
                <a:lnTo>
                  <a:pt x="219" y="6"/>
                </a:lnTo>
                <a:lnTo>
                  <a:pt x="228" y="5"/>
                </a:lnTo>
                <a:lnTo>
                  <a:pt x="236" y="4"/>
                </a:lnTo>
                <a:lnTo>
                  <a:pt x="245" y="3"/>
                </a:lnTo>
                <a:lnTo>
                  <a:pt x="254" y="2"/>
                </a:lnTo>
                <a:lnTo>
                  <a:pt x="265" y="1"/>
                </a:lnTo>
                <a:lnTo>
                  <a:pt x="274" y="0"/>
                </a:lnTo>
                <a:lnTo>
                  <a:pt x="283" y="0"/>
                </a:lnTo>
                <a:lnTo>
                  <a:pt x="292" y="0"/>
                </a:lnTo>
                <a:lnTo>
                  <a:pt x="301" y="0"/>
                </a:lnTo>
                <a:lnTo>
                  <a:pt x="310" y="0"/>
                </a:lnTo>
                <a:lnTo>
                  <a:pt x="319" y="1"/>
                </a:lnTo>
                <a:lnTo>
                  <a:pt x="328" y="2"/>
                </a:lnTo>
                <a:lnTo>
                  <a:pt x="337" y="3"/>
                </a:lnTo>
                <a:lnTo>
                  <a:pt x="346" y="4"/>
                </a:lnTo>
                <a:lnTo>
                  <a:pt x="355" y="5"/>
                </a:lnTo>
                <a:lnTo>
                  <a:pt x="364" y="6"/>
                </a:lnTo>
                <a:lnTo>
                  <a:pt x="373" y="8"/>
                </a:lnTo>
                <a:lnTo>
                  <a:pt x="382" y="10"/>
                </a:lnTo>
                <a:lnTo>
                  <a:pt x="390" y="12"/>
                </a:lnTo>
                <a:lnTo>
                  <a:pt x="399" y="15"/>
                </a:lnTo>
                <a:lnTo>
                  <a:pt x="407" y="17"/>
                </a:lnTo>
                <a:lnTo>
                  <a:pt x="416" y="20"/>
                </a:lnTo>
                <a:lnTo>
                  <a:pt x="424" y="23"/>
                </a:lnTo>
                <a:lnTo>
                  <a:pt x="432" y="26"/>
                </a:lnTo>
                <a:lnTo>
                  <a:pt x="440" y="29"/>
                </a:lnTo>
                <a:lnTo>
                  <a:pt x="448" y="32"/>
                </a:lnTo>
                <a:lnTo>
                  <a:pt x="455" y="36"/>
                </a:lnTo>
                <a:lnTo>
                  <a:pt x="463" y="40"/>
                </a:lnTo>
                <a:lnTo>
                  <a:pt x="470" y="44"/>
                </a:lnTo>
                <a:lnTo>
                  <a:pt x="477" y="48"/>
                </a:lnTo>
                <a:lnTo>
                  <a:pt x="484" y="52"/>
                </a:lnTo>
                <a:lnTo>
                  <a:pt x="491" y="56"/>
                </a:lnTo>
                <a:lnTo>
                  <a:pt x="498" y="61"/>
                </a:lnTo>
                <a:lnTo>
                  <a:pt x="504" y="66"/>
                </a:lnTo>
                <a:lnTo>
                  <a:pt x="510" y="71"/>
                </a:lnTo>
                <a:lnTo>
                  <a:pt x="516" y="75"/>
                </a:lnTo>
                <a:lnTo>
                  <a:pt x="522" y="81"/>
                </a:lnTo>
                <a:lnTo>
                  <a:pt x="527" y="86"/>
                </a:lnTo>
                <a:lnTo>
                  <a:pt x="532" y="91"/>
                </a:lnTo>
                <a:lnTo>
                  <a:pt x="538" y="97"/>
                </a:lnTo>
                <a:lnTo>
                  <a:pt x="542" y="102"/>
                </a:lnTo>
                <a:lnTo>
                  <a:pt x="547" y="108"/>
                </a:lnTo>
                <a:lnTo>
                  <a:pt x="551" y="114"/>
                </a:lnTo>
                <a:lnTo>
                  <a:pt x="555" y="120"/>
                </a:lnTo>
                <a:lnTo>
                  <a:pt x="559" y="126"/>
                </a:lnTo>
                <a:lnTo>
                  <a:pt x="562" y="132"/>
                </a:lnTo>
                <a:lnTo>
                  <a:pt x="566" y="138"/>
                </a:lnTo>
                <a:lnTo>
                  <a:pt x="569" y="145"/>
                </a:lnTo>
                <a:lnTo>
                  <a:pt x="571" y="151"/>
                </a:lnTo>
                <a:lnTo>
                  <a:pt x="574" y="157"/>
                </a:lnTo>
                <a:lnTo>
                  <a:pt x="576" y="164"/>
                </a:lnTo>
                <a:lnTo>
                  <a:pt x="578" y="170"/>
                </a:lnTo>
                <a:lnTo>
                  <a:pt x="579" y="177"/>
                </a:lnTo>
                <a:lnTo>
                  <a:pt x="580" y="183"/>
                </a:lnTo>
                <a:lnTo>
                  <a:pt x="581" y="190"/>
                </a:lnTo>
                <a:lnTo>
                  <a:pt x="582" y="196"/>
                </a:lnTo>
                <a:lnTo>
                  <a:pt x="583" y="203"/>
                </a:lnTo>
                <a:lnTo>
                  <a:pt x="583" y="209"/>
                </a:lnTo>
                <a:close/>
              </a:path>
            </a:pathLst>
          </a:custGeom>
          <a:solidFill>
            <a:srgbClr val="ff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0" name=""/>
          <p:cNvSpPr/>
          <p:nvPr/>
        </p:nvSpPr>
        <p:spPr>
          <a:xfrm>
            <a:off x="7956360" y="2868120"/>
            <a:ext cx="212760" cy="152280"/>
          </a:xfrm>
          <a:custGeom>
            <a:avLst/>
            <a:gdLst/>
            <a:ahLst/>
            <a:rect l="0" t="0" r="r" b="b"/>
            <a:pathLst>
              <a:path w="591" h="423">
                <a:moveTo>
                  <a:pt x="587" y="211"/>
                </a:moveTo>
                <a:lnTo>
                  <a:pt x="587" y="205"/>
                </a:lnTo>
                <a:lnTo>
                  <a:pt x="586" y="198"/>
                </a:lnTo>
                <a:lnTo>
                  <a:pt x="585" y="192"/>
                </a:lnTo>
                <a:lnTo>
                  <a:pt x="584" y="185"/>
                </a:lnTo>
                <a:lnTo>
                  <a:pt x="583" y="179"/>
                </a:lnTo>
                <a:lnTo>
                  <a:pt x="582" y="172"/>
                </a:lnTo>
                <a:lnTo>
                  <a:pt x="580" y="166"/>
                </a:lnTo>
                <a:lnTo>
                  <a:pt x="578" y="159"/>
                </a:lnTo>
                <a:lnTo>
                  <a:pt x="574" y="153"/>
                </a:lnTo>
                <a:lnTo>
                  <a:pt x="572" y="147"/>
                </a:lnTo>
                <a:lnTo>
                  <a:pt x="569" y="141"/>
                </a:lnTo>
                <a:lnTo>
                  <a:pt x="565" y="135"/>
                </a:lnTo>
                <a:lnTo>
                  <a:pt x="562" y="129"/>
                </a:lnTo>
                <a:lnTo>
                  <a:pt x="558" y="123"/>
                </a:lnTo>
                <a:lnTo>
                  <a:pt x="554" y="117"/>
                </a:lnTo>
                <a:lnTo>
                  <a:pt x="550" y="111"/>
                </a:lnTo>
                <a:lnTo>
                  <a:pt x="545" y="105"/>
                </a:lnTo>
                <a:lnTo>
                  <a:pt x="541" y="100"/>
                </a:lnTo>
                <a:lnTo>
                  <a:pt x="535" y="94"/>
                </a:lnTo>
                <a:lnTo>
                  <a:pt x="530" y="89"/>
                </a:lnTo>
                <a:lnTo>
                  <a:pt x="525" y="84"/>
                </a:lnTo>
                <a:lnTo>
                  <a:pt x="519" y="78"/>
                </a:lnTo>
                <a:lnTo>
                  <a:pt x="513" y="74"/>
                </a:lnTo>
                <a:lnTo>
                  <a:pt x="507" y="69"/>
                </a:lnTo>
                <a:lnTo>
                  <a:pt x="501" y="64"/>
                </a:lnTo>
                <a:lnTo>
                  <a:pt x="494" y="59"/>
                </a:lnTo>
                <a:lnTo>
                  <a:pt x="487" y="55"/>
                </a:lnTo>
                <a:lnTo>
                  <a:pt x="480" y="51"/>
                </a:lnTo>
                <a:lnTo>
                  <a:pt x="473" y="47"/>
                </a:lnTo>
                <a:lnTo>
                  <a:pt x="466" y="43"/>
                </a:lnTo>
                <a:lnTo>
                  <a:pt x="458" y="39"/>
                </a:lnTo>
                <a:lnTo>
                  <a:pt x="451" y="35"/>
                </a:lnTo>
                <a:lnTo>
                  <a:pt x="443" y="32"/>
                </a:lnTo>
                <a:lnTo>
                  <a:pt x="435" y="29"/>
                </a:lnTo>
                <a:lnTo>
                  <a:pt x="427" y="26"/>
                </a:lnTo>
                <a:lnTo>
                  <a:pt x="419" y="23"/>
                </a:lnTo>
                <a:lnTo>
                  <a:pt x="410" y="20"/>
                </a:lnTo>
                <a:lnTo>
                  <a:pt x="402" y="18"/>
                </a:lnTo>
                <a:lnTo>
                  <a:pt x="393" y="15"/>
                </a:lnTo>
                <a:lnTo>
                  <a:pt x="385" y="13"/>
                </a:lnTo>
                <a:lnTo>
                  <a:pt x="376" y="11"/>
                </a:lnTo>
                <a:lnTo>
                  <a:pt x="367" y="9"/>
                </a:lnTo>
                <a:lnTo>
                  <a:pt x="358" y="8"/>
                </a:lnTo>
                <a:lnTo>
                  <a:pt x="349" y="7"/>
                </a:lnTo>
                <a:lnTo>
                  <a:pt x="340" y="6"/>
                </a:lnTo>
                <a:lnTo>
                  <a:pt x="331" y="5"/>
                </a:lnTo>
                <a:lnTo>
                  <a:pt x="322" y="4"/>
                </a:lnTo>
                <a:lnTo>
                  <a:pt x="313" y="3"/>
                </a:lnTo>
                <a:lnTo>
                  <a:pt x="304" y="3"/>
                </a:lnTo>
                <a:lnTo>
                  <a:pt x="295" y="3"/>
                </a:lnTo>
                <a:lnTo>
                  <a:pt x="286" y="3"/>
                </a:lnTo>
                <a:lnTo>
                  <a:pt x="277" y="3"/>
                </a:lnTo>
                <a:lnTo>
                  <a:pt x="268" y="4"/>
                </a:lnTo>
                <a:lnTo>
                  <a:pt x="258" y="5"/>
                </a:lnTo>
                <a:lnTo>
                  <a:pt x="249" y="6"/>
                </a:lnTo>
                <a:lnTo>
                  <a:pt x="240" y="7"/>
                </a:lnTo>
                <a:lnTo>
                  <a:pt x="232" y="8"/>
                </a:lnTo>
                <a:lnTo>
                  <a:pt x="223" y="9"/>
                </a:lnTo>
                <a:lnTo>
                  <a:pt x="214" y="11"/>
                </a:lnTo>
                <a:lnTo>
                  <a:pt x="205" y="13"/>
                </a:lnTo>
                <a:lnTo>
                  <a:pt x="196" y="15"/>
                </a:lnTo>
                <a:lnTo>
                  <a:pt x="188" y="18"/>
                </a:lnTo>
                <a:lnTo>
                  <a:pt x="179" y="20"/>
                </a:lnTo>
                <a:lnTo>
                  <a:pt x="171" y="23"/>
                </a:lnTo>
                <a:lnTo>
                  <a:pt x="163" y="26"/>
                </a:lnTo>
                <a:lnTo>
                  <a:pt x="155" y="29"/>
                </a:lnTo>
                <a:lnTo>
                  <a:pt x="147" y="32"/>
                </a:lnTo>
                <a:lnTo>
                  <a:pt x="139" y="35"/>
                </a:lnTo>
                <a:lnTo>
                  <a:pt x="131" y="39"/>
                </a:lnTo>
                <a:lnTo>
                  <a:pt x="124" y="43"/>
                </a:lnTo>
                <a:lnTo>
                  <a:pt x="117" y="47"/>
                </a:lnTo>
                <a:lnTo>
                  <a:pt x="110" y="51"/>
                </a:lnTo>
                <a:lnTo>
                  <a:pt x="103" y="55"/>
                </a:lnTo>
                <a:lnTo>
                  <a:pt x="96" y="59"/>
                </a:lnTo>
                <a:lnTo>
                  <a:pt x="89" y="64"/>
                </a:lnTo>
                <a:lnTo>
                  <a:pt x="83" y="69"/>
                </a:lnTo>
                <a:lnTo>
                  <a:pt x="77" y="74"/>
                </a:lnTo>
                <a:lnTo>
                  <a:pt x="71" y="78"/>
                </a:lnTo>
                <a:lnTo>
                  <a:pt x="65" y="84"/>
                </a:lnTo>
                <a:lnTo>
                  <a:pt x="60" y="89"/>
                </a:lnTo>
                <a:lnTo>
                  <a:pt x="54" y="94"/>
                </a:lnTo>
                <a:lnTo>
                  <a:pt x="49" y="100"/>
                </a:lnTo>
                <a:lnTo>
                  <a:pt x="45" y="105"/>
                </a:lnTo>
                <a:lnTo>
                  <a:pt x="40" y="111"/>
                </a:lnTo>
                <a:lnTo>
                  <a:pt x="36" y="117"/>
                </a:lnTo>
                <a:lnTo>
                  <a:pt x="32" y="123"/>
                </a:lnTo>
                <a:lnTo>
                  <a:pt x="28" y="129"/>
                </a:lnTo>
                <a:lnTo>
                  <a:pt x="25" y="135"/>
                </a:lnTo>
                <a:lnTo>
                  <a:pt x="21" y="141"/>
                </a:lnTo>
                <a:lnTo>
                  <a:pt x="18" y="147"/>
                </a:lnTo>
                <a:lnTo>
                  <a:pt x="16" y="153"/>
                </a:lnTo>
                <a:lnTo>
                  <a:pt x="13" y="159"/>
                </a:lnTo>
                <a:lnTo>
                  <a:pt x="11" y="166"/>
                </a:lnTo>
                <a:lnTo>
                  <a:pt x="9" y="172"/>
                </a:lnTo>
                <a:lnTo>
                  <a:pt x="8" y="179"/>
                </a:lnTo>
                <a:lnTo>
                  <a:pt x="6" y="185"/>
                </a:lnTo>
                <a:lnTo>
                  <a:pt x="5" y="192"/>
                </a:lnTo>
                <a:lnTo>
                  <a:pt x="5" y="198"/>
                </a:lnTo>
                <a:lnTo>
                  <a:pt x="4" y="205"/>
                </a:lnTo>
                <a:lnTo>
                  <a:pt x="4" y="211"/>
                </a:lnTo>
                <a:lnTo>
                  <a:pt x="4" y="218"/>
                </a:lnTo>
                <a:lnTo>
                  <a:pt x="5" y="224"/>
                </a:lnTo>
                <a:lnTo>
                  <a:pt x="5" y="231"/>
                </a:lnTo>
                <a:lnTo>
                  <a:pt x="6" y="237"/>
                </a:lnTo>
                <a:lnTo>
                  <a:pt x="8" y="244"/>
                </a:lnTo>
                <a:lnTo>
                  <a:pt x="9" y="250"/>
                </a:lnTo>
                <a:lnTo>
                  <a:pt x="11" y="257"/>
                </a:lnTo>
                <a:lnTo>
                  <a:pt x="13" y="264"/>
                </a:lnTo>
                <a:lnTo>
                  <a:pt x="16" y="270"/>
                </a:lnTo>
                <a:lnTo>
                  <a:pt x="18" y="277"/>
                </a:lnTo>
                <a:lnTo>
                  <a:pt x="21" y="283"/>
                </a:lnTo>
                <a:lnTo>
                  <a:pt x="25" y="289"/>
                </a:lnTo>
                <a:lnTo>
                  <a:pt x="28" y="295"/>
                </a:lnTo>
                <a:lnTo>
                  <a:pt x="32" y="301"/>
                </a:lnTo>
                <a:lnTo>
                  <a:pt x="36" y="307"/>
                </a:lnTo>
                <a:lnTo>
                  <a:pt x="40" y="313"/>
                </a:lnTo>
                <a:lnTo>
                  <a:pt x="45" y="318"/>
                </a:lnTo>
                <a:lnTo>
                  <a:pt x="49" y="324"/>
                </a:lnTo>
                <a:lnTo>
                  <a:pt x="54" y="329"/>
                </a:lnTo>
                <a:lnTo>
                  <a:pt x="60" y="335"/>
                </a:lnTo>
                <a:lnTo>
                  <a:pt x="65" y="340"/>
                </a:lnTo>
                <a:lnTo>
                  <a:pt x="71" y="345"/>
                </a:lnTo>
                <a:lnTo>
                  <a:pt x="77" y="350"/>
                </a:lnTo>
                <a:lnTo>
                  <a:pt x="83" y="355"/>
                </a:lnTo>
                <a:lnTo>
                  <a:pt x="89" y="360"/>
                </a:lnTo>
                <a:lnTo>
                  <a:pt x="96" y="364"/>
                </a:lnTo>
                <a:lnTo>
                  <a:pt x="103" y="369"/>
                </a:lnTo>
                <a:lnTo>
                  <a:pt x="110" y="373"/>
                </a:lnTo>
                <a:lnTo>
                  <a:pt x="117" y="377"/>
                </a:lnTo>
                <a:lnTo>
                  <a:pt x="124" y="381"/>
                </a:lnTo>
                <a:lnTo>
                  <a:pt x="131" y="385"/>
                </a:lnTo>
                <a:lnTo>
                  <a:pt x="139" y="388"/>
                </a:lnTo>
                <a:lnTo>
                  <a:pt x="147" y="392"/>
                </a:lnTo>
                <a:lnTo>
                  <a:pt x="155" y="395"/>
                </a:lnTo>
                <a:lnTo>
                  <a:pt x="163" y="398"/>
                </a:lnTo>
                <a:lnTo>
                  <a:pt x="171" y="401"/>
                </a:lnTo>
                <a:lnTo>
                  <a:pt x="179" y="404"/>
                </a:lnTo>
                <a:lnTo>
                  <a:pt x="188" y="406"/>
                </a:lnTo>
                <a:lnTo>
                  <a:pt x="196" y="408"/>
                </a:lnTo>
                <a:lnTo>
                  <a:pt x="205" y="410"/>
                </a:lnTo>
                <a:lnTo>
                  <a:pt x="214" y="412"/>
                </a:lnTo>
                <a:lnTo>
                  <a:pt x="223" y="414"/>
                </a:lnTo>
                <a:lnTo>
                  <a:pt x="232" y="416"/>
                </a:lnTo>
                <a:lnTo>
                  <a:pt x="240" y="417"/>
                </a:lnTo>
                <a:lnTo>
                  <a:pt x="249" y="418"/>
                </a:lnTo>
                <a:lnTo>
                  <a:pt x="258" y="419"/>
                </a:lnTo>
                <a:lnTo>
                  <a:pt x="268" y="420"/>
                </a:lnTo>
                <a:lnTo>
                  <a:pt x="277" y="420"/>
                </a:lnTo>
                <a:lnTo>
                  <a:pt x="286" y="421"/>
                </a:lnTo>
                <a:lnTo>
                  <a:pt x="295" y="421"/>
                </a:lnTo>
                <a:lnTo>
                  <a:pt x="304" y="421"/>
                </a:lnTo>
                <a:lnTo>
                  <a:pt x="313" y="420"/>
                </a:lnTo>
                <a:lnTo>
                  <a:pt x="322" y="420"/>
                </a:lnTo>
                <a:lnTo>
                  <a:pt x="331" y="419"/>
                </a:lnTo>
                <a:lnTo>
                  <a:pt x="340" y="418"/>
                </a:lnTo>
                <a:lnTo>
                  <a:pt x="349" y="417"/>
                </a:lnTo>
                <a:lnTo>
                  <a:pt x="358" y="416"/>
                </a:lnTo>
                <a:lnTo>
                  <a:pt x="367" y="414"/>
                </a:lnTo>
                <a:lnTo>
                  <a:pt x="376" y="412"/>
                </a:lnTo>
                <a:lnTo>
                  <a:pt x="385" y="410"/>
                </a:lnTo>
                <a:lnTo>
                  <a:pt x="393" y="408"/>
                </a:lnTo>
                <a:lnTo>
                  <a:pt x="402" y="406"/>
                </a:lnTo>
                <a:lnTo>
                  <a:pt x="410" y="404"/>
                </a:lnTo>
                <a:lnTo>
                  <a:pt x="419" y="401"/>
                </a:lnTo>
                <a:lnTo>
                  <a:pt x="427" y="398"/>
                </a:lnTo>
                <a:lnTo>
                  <a:pt x="435" y="395"/>
                </a:lnTo>
                <a:lnTo>
                  <a:pt x="443" y="392"/>
                </a:lnTo>
                <a:lnTo>
                  <a:pt x="451" y="388"/>
                </a:lnTo>
                <a:lnTo>
                  <a:pt x="458" y="385"/>
                </a:lnTo>
                <a:lnTo>
                  <a:pt x="466" y="381"/>
                </a:lnTo>
                <a:lnTo>
                  <a:pt x="473" y="377"/>
                </a:lnTo>
                <a:lnTo>
                  <a:pt x="480" y="373"/>
                </a:lnTo>
                <a:lnTo>
                  <a:pt x="487" y="369"/>
                </a:lnTo>
                <a:lnTo>
                  <a:pt x="494" y="364"/>
                </a:lnTo>
                <a:lnTo>
                  <a:pt x="501" y="360"/>
                </a:lnTo>
                <a:lnTo>
                  <a:pt x="507" y="355"/>
                </a:lnTo>
                <a:lnTo>
                  <a:pt x="513" y="350"/>
                </a:lnTo>
                <a:lnTo>
                  <a:pt x="519" y="345"/>
                </a:lnTo>
                <a:lnTo>
                  <a:pt x="525" y="340"/>
                </a:lnTo>
                <a:lnTo>
                  <a:pt x="530" y="335"/>
                </a:lnTo>
                <a:lnTo>
                  <a:pt x="535" y="329"/>
                </a:lnTo>
                <a:lnTo>
                  <a:pt x="541" y="324"/>
                </a:lnTo>
                <a:lnTo>
                  <a:pt x="545" y="318"/>
                </a:lnTo>
                <a:lnTo>
                  <a:pt x="550" y="313"/>
                </a:lnTo>
                <a:lnTo>
                  <a:pt x="554" y="307"/>
                </a:lnTo>
                <a:lnTo>
                  <a:pt x="558" y="301"/>
                </a:lnTo>
                <a:lnTo>
                  <a:pt x="562" y="295"/>
                </a:lnTo>
                <a:lnTo>
                  <a:pt x="565" y="289"/>
                </a:lnTo>
                <a:lnTo>
                  <a:pt x="569" y="283"/>
                </a:lnTo>
                <a:lnTo>
                  <a:pt x="572" y="277"/>
                </a:lnTo>
                <a:lnTo>
                  <a:pt x="574" y="270"/>
                </a:lnTo>
                <a:lnTo>
                  <a:pt x="578" y="264"/>
                </a:lnTo>
                <a:lnTo>
                  <a:pt x="580" y="257"/>
                </a:lnTo>
                <a:lnTo>
                  <a:pt x="582" y="250"/>
                </a:lnTo>
                <a:lnTo>
                  <a:pt x="583" y="244"/>
                </a:lnTo>
                <a:lnTo>
                  <a:pt x="584" y="237"/>
                </a:lnTo>
                <a:lnTo>
                  <a:pt x="585" y="231"/>
                </a:lnTo>
                <a:lnTo>
                  <a:pt x="586" y="224"/>
                </a:lnTo>
                <a:lnTo>
                  <a:pt x="587" y="218"/>
                </a:lnTo>
                <a:lnTo>
                  <a:pt x="587" y="211"/>
                </a:lnTo>
                <a:moveTo>
                  <a:pt x="591" y="211"/>
                </a:moveTo>
                <a:lnTo>
                  <a:pt x="591" y="218"/>
                </a:lnTo>
                <a:lnTo>
                  <a:pt x="590" y="225"/>
                </a:lnTo>
                <a:lnTo>
                  <a:pt x="589" y="231"/>
                </a:lnTo>
                <a:lnTo>
                  <a:pt x="588" y="238"/>
                </a:lnTo>
                <a:lnTo>
                  <a:pt x="587" y="244"/>
                </a:lnTo>
                <a:lnTo>
                  <a:pt x="585" y="251"/>
                </a:lnTo>
                <a:lnTo>
                  <a:pt x="584" y="257"/>
                </a:lnTo>
                <a:lnTo>
                  <a:pt x="581" y="265"/>
                </a:lnTo>
                <a:lnTo>
                  <a:pt x="579" y="271"/>
                </a:lnTo>
                <a:lnTo>
                  <a:pt x="575" y="278"/>
                </a:lnTo>
                <a:lnTo>
                  <a:pt x="572" y="284"/>
                </a:lnTo>
                <a:lnTo>
                  <a:pt x="569" y="290"/>
                </a:lnTo>
                <a:lnTo>
                  <a:pt x="565" y="296"/>
                </a:lnTo>
                <a:lnTo>
                  <a:pt x="562" y="302"/>
                </a:lnTo>
                <a:lnTo>
                  <a:pt x="558" y="308"/>
                </a:lnTo>
                <a:lnTo>
                  <a:pt x="553" y="314"/>
                </a:lnTo>
                <a:lnTo>
                  <a:pt x="549" y="320"/>
                </a:lnTo>
                <a:lnTo>
                  <a:pt x="544" y="325"/>
                </a:lnTo>
                <a:lnTo>
                  <a:pt x="539" y="331"/>
                </a:lnTo>
                <a:lnTo>
                  <a:pt x="533" y="336"/>
                </a:lnTo>
                <a:lnTo>
                  <a:pt x="528" y="342"/>
                </a:lnTo>
                <a:lnTo>
                  <a:pt x="522" y="347"/>
                </a:lnTo>
                <a:lnTo>
                  <a:pt x="516" y="352"/>
                </a:lnTo>
                <a:lnTo>
                  <a:pt x="510" y="357"/>
                </a:lnTo>
                <a:lnTo>
                  <a:pt x="503" y="362"/>
                </a:lnTo>
                <a:lnTo>
                  <a:pt x="497" y="366"/>
                </a:lnTo>
                <a:lnTo>
                  <a:pt x="490" y="371"/>
                </a:lnTo>
                <a:lnTo>
                  <a:pt x="483" y="375"/>
                </a:lnTo>
                <a:lnTo>
                  <a:pt x="476" y="379"/>
                </a:lnTo>
                <a:lnTo>
                  <a:pt x="468" y="383"/>
                </a:lnTo>
                <a:lnTo>
                  <a:pt x="461" y="387"/>
                </a:lnTo>
                <a:lnTo>
                  <a:pt x="453" y="391"/>
                </a:lnTo>
                <a:lnTo>
                  <a:pt x="445" y="394"/>
                </a:lnTo>
                <a:lnTo>
                  <a:pt x="437" y="397"/>
                </a:lnTo>
                <a:lnTo>
                  <a:pt x="429" y="400"/>
                </a:lnTo>
                <a:lnTo>
                  <a:pt x="420" y="403"/>
                </a:lnTo>
                <a:lnTo>
                  <a:pt x="412" y="406"/>
                </a:lnTo>
                <a:lnTo>
                  <a:pt x="403" y="409"/>
                </a:lnTo>
                <a:lnTo>
                  <a:pt x="395" y="411"/>
                </a:lnTo>
                <a:lnTo>
                  <a:pt x="386" y="413"/>
                </a:lnTo>
                <a:lnTo>
                  <a:pt x="377" y="415"/>
                </a:lnTo>
                <a:lnTo>
                  <a:pt x="368" y="417"/>
                </a:lnTo>
                <a:lnTo>
                  <a:pt x="359" y="418"/>
                </a:lnTo>
                <a:lnTo>
                  <a:pt x="350" y="420"/>
                </a:lnTo>
                <a:lnTo>
                  <a:pt x="341" y="421"/>
                </a:lnTo>
                <a:lnTo>
                  <a:pt x="332" y="422"/>
                </a:lnTo>
                <a:lnTo>
                  <a:pt x="323" y="423"/>
                </a:lnTo>
                <a:lnTo>
                  <a:pt x="313" y="423"/>
                </a:lnTo>
                <a:lnTo>
                  <a:pt x="304" y="423"/>
                </a:lnTo>
                <a:lnTo>
                  <a:pt x="295" y="423"/>
                </a:lnTo>
                <a:lnTo>
                  <a:pt x="286" y="423"/>
                </a:lnTo>
                <a:lnTo>
                  <a:pt x="276" y="423"/>
                </a:lnTo>
                <a:lnTo>
                  <a:pt x="267" y="423"/>
                </a:lnTo>
                <a:lnTo>
                  <a:pt x="258" y="422"/>
                </a:lnTo>
                <a:lnTo>
                  <a:pt x="249" y="421"/>
                </a:lnTo>
                <a:lnTo>
                  <a:pt x="240" y="420"/>
                </a:lnTo>
                <a:lnTo>
                  <a:pt x="231" y="418"/>
                </a:lnTo>
                <a:lnTo>
                  <a:pt x="222" y="417"/>
                </a:lnTo>
                <a:lnTo>
                  <a:pt x="213" y="415"/>
                </a:lnTo>
                <a:lnTo>
                  <a:pt x="204" y="413"/>
                </a:lnTo>
                <a:lnTo>
                  <a:pt x="195" y="411"/>
                </a:lnTo>
                <a:lnTo>
                  <a:pt x="186" y="409"/>
                </a:lnTo>
                <a:lnTo>
                  <a:pt x="178" y="406"/>
                </a:lnTo>
                <a:lnTo>
                  <a:pt x="169" y="403"/>
                </a:lnTo>
                <a:lnTo>
                  <a:pt x="161" y="400"/>
                </a:lnTo>
                <a:lnTo>
                  <a:pt x="153" y="397"/>
                </a:lnTo>
                <a:lnTo>
                  <a:pt x="145" y="394"/>
                </a:lnTo>
                <a:lnTo>
                  <a:pt x="137" y="391"/>
                </a:lnTo>
                <a:lnTo>
                  <a:pt x="129" y="387"/>
                </a:lnTo>
                <a:lnTo>
                  <a:pt x="122" y="383"/>
                </a:lnTo>
                <a:lnTo>
                  <a:pt x="114" y="379"/>
                </a:lnTo>
                <a:lnTo>
                  <a:pt x="107" y="375"/>
                </a:lnTo>
                <a:lnTo>
                  <a:pt x="100" y="371"/>
                </a:lnTo>
                <a:lnTo>
                  <a:pt x="93" y="366"/>
                </a:lnTo>
                <a:lnTo>
                  <a:pt x="87" y="362"/>
                </a:lnTo>
                <a:lnTo>
                  <a:pt x="80" y="357"/>
                </a:lnTo>
                <a:lnTo>
                  <a:pt x="74" y="352"/>
                </a:lnTo>
                <a:lnTo>
                  <a:pt x="68" y="347"/>
                </a:lnTo>
                <a:lnTo>
                  <a:pt x="62" y="342"/>
                </a:lnTo>
                <a:lnTo>
                  <a:pt x="57" y="336"/>
                </a:lnTo>
                <a:lnTo>
                  <a:pt x="51" y="331"/>
                </a:lnTo>
                <a:lnTo>
                  <a:pt x="46" y="325"/>
                </a:lnTo>
                <a:lnTo>
                  <a:pt x="41" y="320"/>
                </a:lnTo>
                <a:lnTo>
                  <a:pt x="37" y="314"/>
                </a:lnTo>
                <a:lnTo>
                  <a:pt x="32" y="308"/>
                </a:lnTo>
                <a:lnTo>
                  <a:pt x="28" y="302"/>
                </a:lnTo>
                <a:lnTo>
                  <a:pt x="24" y="296"/>
                </a:lnTo>
                <a:lnTo>
                  <a:pt x="21" y="290"/>
                </a:lnTo>
                <a:lnTo>
                  <a:pt x="18" y="284"/>
                </a:lnTo>
                <a:lnTo>
                  <a:pt x="15" y="278"/>
                </a:lnTo>
                <a:lnTo>
                  <a:pt x="12" y="271"/>
                </a:lnTo>
                <a:lnTo>
                  <a:pt x="9" y="265"/>
                </a:lnTo>
                <a:lnTo>
                  <a:pt x="7" y="257"/>
                </a:lnTo>
                <a:lnTo>
                  <a:pt x="5" y="251"/>
                </a:lnTo>
                <a:lnTo>
                  <a:pt x="4" y="244"/>
                </a:lnTo>
                <a:lnTo>
                  <a:pt x="3" y="238"/>
                </a:lnTo>
                <a:lnTo>
                  <a:pt x="2" y="231"/>
                </a:lnTo>
                <a:lnTo>
                  <a:pt x="1" y="225"/>
                </a:lnTo>
                <a:lnTo>
                  <a:pt x="0" y="218"/>
                </a:lnTo>
                <a:lnTo>
                  <a:pt x="0" y="211"/>
                </a:lnTo>
                <a:lnTo>
                  <a:pt x="0" y="205"/>
                </a:lnTo>
                <a:lnTo>
                  <a:pt x="1" y="198"/>
                </a:lnTo>
                <a:lnTo>
                  <a:pt x="2" y="191"/>
                </a:lnTo>
                <a:lnTo>
                  <a:pt x="3" y="185"/>
                </a:lnTo>
                <a:lnTo>
                  <a:pt x="4" y="178"/>
                </a:lnTo>
                <a:lnTo>
                  <a:pt x="5" y="172"/>
                </a:lnTo>
                <a:lnTo>
                  <a:pt x="7" y="165"/>
                </a:lnTo>
                <a:lnTo>
                  <a:pt x="9" y="159"/>
                </a:lnTo>
                <a:lnTo>
                  <a:pt x="12" y="152"/>
                </a:lnTo>
                <a:lnTo>
                  <a:pt x="15" y="146"/>
                </a:lnTo>
                <a:lnTo>
                  <a:pt x="18" y="140"/>
                </a:lnTo>
                <a:lnTo>
                  <a:pt x="21" y="134"/>
                </a:lnTo>
                <a:lnTo>
                  <a:pt x="24" y="127"/>
                </a:lnTo>
                <a:lnTo>
                  <a:pt x="28" y="121"/>
                </a:lnTo>
                <a:lnTo>
                  <a:pt x="32" y="115"/>
                </a:lnTo>
                <a:lnTo>
                  <a:pt x="37" y="110"/>
                </a:lnTo>
                <a:lnTo>
                  <a:pt x="41" y="104"/>
                </a:lnTo>
                <a:lnTo>
                  <a:pt x="46" y="98"/>
                </a:lnTo>
                <a:lnTo>
                  <a:pt x="51" y="93"/>
                </a:lnTo>
                <a:lnTo>
                  <a:pt x="57" y="87"/>
                </a:lnTo>
                <a:lnTo>
                  <a:pt x="62" y="82"/>
                </a:lnTo>
                <a:lnTo>
                  <a:pt x="68" y="77"/>
                </a:lnTo>
                <a:lnTo>
                  <a:pt x="74" y="72"/>
                </a:lnTo>
                <a:lnTo>
                  <a:pt x="80" y="67"/>
                </a:lnTo>
                <a:lnTo>
                  <a:pt x="87" y="62"/>
                </a:lnTo>
                <a:lnTo>
                  <a:pt x="93" y="57"/>
                </a:lnTo>
                <a:lnTo>
                  <a:pt x="100" y="53"/>
                </a:lnTo>
                <a:lnTo>
                  <a:pt x="107" y="49"/>
                </a:lnTo>
                <a:lnTo>
                  <a:pt x="114" y="44"/>
                </a:lnTo>
                <a:lnTo>
                  <a:pt x="122" y="40"/>
                </a:lnTo>
                <a:lnTo>
                  <a:pt x="129" y="37"/>
                </a:lnTo>
                <a:lnTo>
                  <a:pt x="137" y="33"/>
                </a:lnTo>
                <a:lnTo>
                  <a:pt x="145" y="30"/>
                </a:lnTo>
                <a:lnTo>
                  <a:pt x="153" y="26"/>
                </a:lnTo>
                <a:lnTo>
                  <a:pt x="161" y="23"/>
                </a:lnTo>
                <a:lnTo>
                  <a:pt x="169" y="20"/>
                </a:lnTo>
                <a:lnTo>
                  <a:pt x="178" y="18"/>
                </a:lnTo>
                <a:lnTo>
                  <a:pt x="186" y="15"/>
                </a:lnTo>
                <a:lnTo>
                  <a:pt x="195" y="13"/>
                </a:lnTo>
                <a:lnTo>
                  <a:pt x="204" y="10"/>
                </a:lnTo>
                <a:lnTo>
                  <a:pt x="213" y="9"/>
                </a:lnTo>
                <a:lnTo>
                  <a:pt x="222" y="7"/>
                </a:lnTo>
                <a:lnTo>
                  <a:pt x="231" y="5"/>
                </a:lnTo>
                <a:lnTo>
                  <a:pt x="240" y="4"/>
                </a:lnTo>
                <a:lnTo>
                  <a:pt x="249" y="3"/>
                </a:lnTo>
                <a:lnTo>
                  <a:pt x="258" y="2"/>
                </a:lnTo>
                <a:lnTo>
                  <a:pt x="267" y="1"/>
                </a:lnTo>
                <a:lnTo>
                  <a:pt x="276" y="1"/>
                </a:lnTo>
                <a:lnTo>
                  <a:pt x="286" y="0"/>
                </a:lnTo>
                <a:lnTo>
                  <a:pt x="295" y="0"/>
                </a:lnTo>
                <a:lnTo>
                  <a:pt x="304" y="0"/>
                </a:lnTo>
                <a:lnTo>
                  <a:pt x="313" y="1"/>
                </a:lnTo>
                <a:lnTo>
                  <a:pt x="323" y="1"/>
                </a:lnTo>
                <a:lnTo>
                  <a:pt x="332" y="2"/>
                </a:lnTo>
                <a:lnTo>
                  <a:pt x="341" y="3"/>
                </a:lnTo>
                <a:lnTo>
                  <a:pt x="350" y="4"/>
                </a:lnTo>
                <a:lnTo>
                  <a:pt x="359" y="5"/>
                </a:lnTo>
                <a:lnTo>
                  <a:pt x="368" y="7"/>
                </a:lnTo>
                <a:lnTo>
                  <a:pt x="377" y="9"/>
                </a:lnTo>
                <a:lnTo>
                  <a:pt x="386" y="10"/>
                </a:lnTo>
                <a:lnTo>
                  <a:pt x="395" y="13"/>
                </a:lnTo>
                <a:lnTo>
                  <a:pt x="403" y="15"/>
                </a:lnTo>
                <a:lnTo>
                  <a:pt x="412" y="18"/>
                </a:lnTo>
                <a:lnTo>
                  <a:pt x="420" y="20"/>
                </a:lnTo>
                <a:lnTo>
                  <a:pt x="429" y="23"/>
                </a:lnTo>
                <a:lnTo>
                  <a:pt x="437" y="26"/>
                </a:lnTo>
                <a:lnTo>
                  <a:pt x="445" y="30"/>
                </a:lnTo>
                <a:lnTo>
                  <a:pt x="453" y="33"/>
                </a:lnTo>
                <a:lnTo>
                  <a:pt x="461" y="37"/>
                </a:lnTo>
                <a:lnTo>
                  <a:pt x="468" y="40"/>
                </a:lnTo>
                <a:lnTo>
                  <a:pt x="476" y="44"/>
                </a:lnTo>
                <a:lnTo>
                  <a:pt x="483" y="49"/>
                </a:lnTo>
                <a:lnTo>
                  <a:pt x="490" y="53"/>
                </a:lnTo>
                <a:lnTo>
                  <a:pt x="497" y="57"/>
                </a:lnTo>
                <a:lnTo>
                  <a:pt x="503" y="62"/>
                </a:lnTo>
                <a:lnTo>
                  <a:pt x="510" y="67"/>
                </a:lnTo>
                <a:lnTo>
                  <a:pt x="516" y="72"/>
                </a:lnTo>
                <a:lnTo>
                  <a:pt x="522" y="77"/>
                </a:lnTo>
                <a:lnTo>
                  <a:pt x="528" y="82"/>
                </a:lnTo>
                <a:lnTo>
                  <a:pt x="533" y="87"/>
                </a:lnTo>
                <a:lnTo>
                  <a:pt x="539" y="93"/>
                </a:lnTo>
                <a:lnTo>
                  <a:pt x="544" y="98"/>
                </a:lnTo>
                <a:lnTo>
                  <a:pt x="549" y="104"/>
                </a:lnTo>
                <a:lnTo>
                  <a:pt x="553" y="110"/>
                </a:lnTo>
                <a:lnTo>
                  <a:pt x="558" y="115"/>
                </a:lnTo>
                <a:lnTo>
                  <a:pt x="562" y="121"/>
                </a:lnTo>
                <a:lnTo>
                  <a:pt x="565" y="127"/>
                </a:lnTo>
                <a:lnTo>
                  <a:pt x="569" y="134"/>
                </a:lnTo>
                <a:lnTo>
                  <a:pt x="572" y="140"/>
                </a:lnTo>
                <a:lnTo>
                  <a:pt x="575" y="146"/>
                </a:lnTo>
                <a:lnTo>
                  <a:pt x="579" y="152"/>
                </a:lnTo>
                <a:lnTo>
                  <a:pt x="581" y="159"/>
                </a:lnTo>
                <a:lnTo>
                  <a:pt x="584" y="165"/>
                </a:lnTo>
                <a:lnTo>
                  <a:pt x="585" y="172"/>
                </a:lnTo>
                <a:lnTo>
                  <a:pt x="587" y="178"/>
                </a:lnTo>
                <a:lnTo>
                  <a:pt x="588" y="185"/>
                </a:lnTo>
                <a:lnTo>
                  <a:pt x="589" y="191"/>
                </a:lnTo>
                <a:lnTo>
                  <a:pt x="590" y="198"/>
                </a:lnTo>
                <a:lnTo>
                  <a:pt x="591" y="205"/>
                </a:lnTo>
                <a:lnTo>
                  <a:pt x="591" y="211"/>
                </a:lnTo>
                <a:close/>
              </a:path>
            </a:pathLst>
          </a:custGeom>
          <a:solidFill>
            <a:srgbClr val="ffef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1" name=""/>
          <p:cNvSpPr/>
          <p:nvPr/>
        </p:nvSpPr>
        <p:spPr>
          <a:xfrm>
            <a:off x="7953480" y="2866320"/>
            <a:ext cx="218160" cy="156240"/>
          </a:xfrm>
          <a:custGeom>
            <a:avLst/>
            <a:gdLst/>
            <a:ahLst/>
            <a:rect l="0" t="0" r="r" b="b"/>
            <a:pathLst>
              <a:path w="606" h="434">
                <a:moveTo>
                  <a:pt x="599" y="217"/>
                </a:moveTo>
                <a:lnTo>
                  <a:pt x="599" y="211"/>
                </a:lnTo>
                <a:lnTo>
                  <a:pt x="598" y="204"/>
                </a:lnTo>
                <a:lnTo>
                  <a:pt x="597" y="197"/>
                </a:lnTo>
                <a:lnTo>
                  <a:pt x="596" y="191"/>
                </a:lnTo>
                <a:lnTo>
                  <a:pt x="595" y="184"/>
                </a:lnTo>
                <a:lnTo>
                  <a:pt x="593" y="178"/>
                </a:lnTo>
                <a:lnTo>
                  <a:pt x="592" y="171"/>
                </a:lnTo>
                <a:lnTo>
                  <a:pt x="589" y="165"/>
                </a:lnTo>
                <a:lnTo>
                  <a:pt x="587" y="158"/>
                </a:lnTo>
                <a:lnTo>
                  <a:pt x="584" y="152"/>
                </a:lnTo>
                <a:lnTo>
                  <a:pt x="581" y="146"/>
                </a:lnTo>
                <a:lnTo>
                  <a:pt x="578" y="140"/>
                </a:lnTo>
                <a:lnTo>
                  <a:pt x="574" y="133"/>
                </a:lnTo>
                <a:lnTo>
                  <a:pt x="571" y="127"/>
                </a:lnTo>
                <a:lnTo>
                  <a:pt x="567" y="121"/>
                </a:lnTo>
                <a:lnTo>
                  <a:pt x="562" y="116"/>
                </a:lnTo>
                <a:lnTo>
                  <a:pt x="558" y="110"/>
                </a:lnTo>
                <a:lnTo>
                  <a:pt x="552" y="104"/>
                </a:lnTo>
                <a:lnTo>
                  <a:pt x="547" y="99"/>
                </a:lnTo>
                <a:lnTo>
                  <a:pt x="541" y="93"/>
                </a:lnTo>
                <a:lnTo>
                  <a:pt x="536" y="88"/>
                </a:lnTo>
                <a:lnTo>
                  <a:pt x="530" y="83"/>
                </a:lnTo>
                <a:lnTo>
                  <a:pt x="524" y="78"/>
                </a:lnTo>
                <a:lnTo>
                  <a:pt x="518" y="73"/>
                </a:lnTo>
                <a:lnTo>
                  <a:pt x="511" y="68"/>
                </a:lnTo>
                <a:lnTo>
                  <a:pt x="505" y="63"/>
                </a:lnTo>
                <a:lnTo>
                  <a:pt x="498" y="59"/>
                </a:lnTo>
                <a:lnTo>
                  <a:pt x="491" y="55"/>
                </a:lnTo>
                <a:lnTo>
                  <a:pt x="484" y="50"/>
                </a:lnTo>
                <a:lnTo>
                  <a:pt x="476" y="45"/>
                </a:lnTo>
                <a:lnTo>
                  <a:pt x="469" y="42"/>
                </a:lnTo>
                <a:lnTo>
                  <a:pt x="461" y="38"/>
                </a:lnTo>
                <a:lnTo>
                  <a:pt x="453" y="35"/>
                </a:lnTo>
                <a:lnTo>
                  <a:pt x="445" y="31"/>
                </a:lnTo>
                <a:lnTo>
                  <a:pt x="437" y="28"/>
                </a:lnTo>
                <a:lnTo>
                  <a:pt x="428" y="25"/>
                </a:lnTo>
                <a:lnTo>
                  <a:pt x="420" y="23"/>
                </a:lnTo>
                <a:lnTo>
                  <a:pt x="411" y="20"/>
                </a:lnTo>
                <a:lnTo>
                  <a:pt x="403" y="18"/>
                </a:lnTo>
                <a:lnTo>
                  <a:pt x="394" y="15"/>
                </a:lnTo>
                <a:lnTo>
                  <a:pt x="385" y="14"/>
                </a:lnTo>
                <a:lnTo>
                  <a:pt x="376" y="12"/>
                </a:lnTo>
                <a:lnTo>
                  <a:pt x="367" y="10"/>
                </a:lnTo>
                <a:lnTo>
                  <a:pt x="358" y="9"/>
                </a:lnTo>
                <a:lnTo>
                  <a:pt x="349" y="8"/>
                </a:lnTo>
                <a:lnTo>
                  <a:pt x="340" y="7"/>
                </a:lnTo>
                <a:lnTo>
                  <a:pt x="331" y="6"/>
                </a:lnTo>
                <a:lnTo>
                  <a:pt x="321" y="6"/>
                </a:lnTo>
                <a:lnTo>
                  <a:pt x="312" y="5"/>
                </a:lnTo>
                <a:lnTo>
                  <a:pt x="303" y="5"/>
                </a:lnTo>
                <a:lnTo>
                  <a:pt x="294" y="5"/>
                </a:lnTo>
                <a:lnTo>
                  <a:pt x="284" y="6"/>
                </a:lnTo>
                <a:lnTo>
                  <a:pt x="275" y="6"/>
                </a:lnTo>
                <a:lnTo>
                  <a:pt x="266" y="7"/>
                </a:lnTo>
                <a:lnTo>
                  <a:pt x="257" y="8"/>
                </a:lnTo>
                <a:lnTo>
                  <a:pt x="248" y="9"/>
                </a:lnTo>
                <a:lnTo>
                  <a:pt x="239" y="10"/>
                </a:lnTo>
                <a:lnTo>
                  <a:pt x="230" y="12"/>
                </a:lnTo>
                <a:lnTo>
                  <a:pt x="221" y="14"/>
                </a:lnTo>
                <a:lnTo>
                  <a:pt x="212" y="15"/>
                </a:lnTo>
                <a:lnTo>
                  <a:pt x="203" y="18"/>
                </a:lnTo>
                <a:lnTo>
                  <a:pt x="194" y="20"/>
                </a:lnTo>
                <a:lnTo>
                  <a:pt x="186" y="23"/>
                </a:lnTo>
                <a:lnTo>
                  <a:pt x="177" y="25"/>
                </a:lnTo>
                <a:lnTo>
                  <a:pt x="169" y="28"/>
                </a:lnTo>
                <a:lnTo>
                  <a:pt x="161" y="31"/>
                </a:lnTo>
                <a:lnTo>
                  <a:pt x="153" y="35"/>
                </a:lnTo>
                <a:lnTo>
                  <a:pt x="145" y="38"/>
                </a:lnTo>
                <a:lnTo>
                  <a:pt x="137" y="42"/>
                </a:lnTo>
                <a:lnTo>
                  <a:pt x="130" y="45"/>
                </a:lnTo>
                <a:lnTo>
                  <a:pt x="122" y="50"/>
                </a:lnTo>
                <a:lnTo>
                  <a:pt x="115" y="55"/>
                </a:lnTo>
                <a:lnTo>
                  <a:pt x="108" y="59"/>
                </a:lnTo>
                <a:lnTo>
                  <a:pt x="101" y="63"/>
                </a:lnTo>
                <a:lnTo>
                  <a:pt x="95" y="68"/>
                </a:lnTo>
                <a:lnTo>
                  <a:pt x="88" y="73"/>
                </a:lnTo>
                <a:lnTo>
                  <a:pt x="82" y="78"/>
                </a:lnTo>
                <a:lnTo>
                  <a:pt x="76" y="83"/>
                </a:lnTo>
                <a:lnTo>
                  <a:pt x="70" y="88"/>
                </a:lnTo>
                <a:lnTo>
                  <a:pt x="65" y="93"/>
                </a:lnTo>
                <a:lnTo>
                  <a:pt x="59" y="99"/>
                </a:lnTo>
                <a:lnTo>
                  <a:pt x="54" y="104"/>
                </a:lnTo>
                <a:lnTo>
                  <a:pt x="49" y="110"/>
                </a:lnTo>
                <a:lnTo>
                  <a:pt x="45" y="116"/>
                </a:lnTo>
                <a:lnTo>
                  <a:pt x="40" y="121"/>
                </a:lnTo>
                <a:lnTo>
                  <a:pt x="36" y="127"/>
                </a:lnTo>
                <a:lnTo>
                  <a:pt x="32" y="133"/>
                </a:lnTo>
                <a:lnTo>
                  <a:pt x="29" y="140"/>
                </a:lnTo>
                <a:lnTo>
                  <a:pt x="26" y="146"/>
                </a:lnTo>
                <a:lnTo>
                  <a:pt x="23" y="152"/>
                </a:lnTo>
                <a:lnTo>
                  <a:pt x="20" y="158"/>
                </a:lnTo>
                <a:lnTo>
                  <a:pt x="17" y="165"/>
                </a:lnTo>
                <a:lnTo>
                  <a:pt x="15" y="171"/>
                </a:lnTo>
                <a:lnTo>
                  <a:pt x="13" y="178"/>
                </a:lnTo>
                <a:lnTo>
                  <a:pt x="12" y="184"/>
                </a:lnTo>
                <a:lnTo>
                  <a:pt x="11" y="191"/>
                </a:lnTo>
                <a:lnTo>
                  <a:pt x="10" y="197"/>
                </a:lnTo>
                <a:lnTo>
                  <a:pt x="9" y="204"/>
                </a:lnTo>
                <a:lnTo>
                  <a:pt x="8" y="211"/>
                </a:lnTo>
                <a:lnTo>
                  <a:pt x="8" y="217"/>
                </a:lnTo>
                <a:lnTo>
                  <a:pt x="8" y="224"/>
                </a:lnTo>
                <a:lnTo>
                  <a:pt x="9" y="231"/>
                </a:lnTo>
                <a:lnTo>
                  <a:pt x="10" y="237"/>
                </a:lnTo>
                <a:lnTo>
                  <a:pt x="11" y="244"/>
                </a:lnTo>
                <a:lnTo>
                  <a:pt x="12" y="250"/>
                </a:lnTo>
                <a:lnTo>
                  <a:pt x="13" y="257"/>
                </a:lnTo>
                <a:lnTo>
                  <a:pt x="15" y="263"/>
                </a:lnTo>
                <a:lnTo>
                  <a:pt x="17" y="270"/>
                </a:lnTo>
                <a:lnTo>
                  <a:pt x="20" y="276"/>
                </a:lnTo>
                <a:lnTo>
                  <a:pt x="23" y="283"/>
                </a:lnTo>
                <a:lnTo>
                  <a:pt x="26" y="289"/>
                </a:lnTo>
                <a:lnTo>
                  <a:pt x="29" y="295"/>
                </a:lnTo>
                <a:lnTo>
                  <a:pt x="32" y="301"/>
                </a:lnTo>
                <a:lnTo>
                  <a:pt x="36" y="307"/>
                </a:lnTo>
                <a:lnTo>
                  <a:pt x="40" y="313"/>
                </a:lnTo>
                <a:lnTo>
                  <a:pt x="45" y="319"/>
                </a:lnTo>
                <a:lnTo>
                  <a:pt x="49" y="325"/>
                </a:lnTo>
                <a:lnTo>
                  <a:pt x="54" y="330"/>
                </a:lnTo>
                <a:lnTo>
                  <a:pt x="59" y="336"/>
                </a:lnTo>
                <a:lnTo>
                  <a:pt x="65" y="341"/>
                </a:lnTo>
                <a:lnTo>
                  <a:pt x="70" y="347"/>
                </a:lnTo>
                <a:lnTo>
                  <a:pt x="76" y="352"/>
                </a:lnTo>
                <a:lnTo>
                  <a:pt x="82" y="357"/>
                </a:lnTo>
                <a:lnTo>
                  <a:pt x="88" y="362"/>
                </a:lnTo>
                <a:lnTo>
                  <a:pt x="95" y="367"/>
                </a:lnTo>
                <a:lnTo>
                  <a:pt x="101" y="371"/>
                </a:lnTo>
                <a:lnTo>
                  <a:pt x="108" y="376"/>
                </a:lnTo>
                <a:lnTo>
                  <a:pt x="115" y="380"/>
                </a:lnTo>
                <a:lnTo>
                  <a:pt x="122" y="384"/>
                </a:lnTo>
                <a:lnTo>
                  <a:pt x="130" y="388"/>
                </a:lnTo>
                <a:lnTo>
                  <a:pt x="137" y="392"/>
                </a:lnTo>
                <a:lnTo>
                  <a:pt x="145" y="396"/>
                </a:lnTo>
                <a:lnTo>
                  <a:pt x="153" y="399"/>
                </a:lnTo>
                <a:lnTo>
                  <a:pt x="161" y="402"/>
                </a:lnTo>
                <a:lnTo>
                  <a:pt x="169" y="405"/>
                </a:lnTo>
                <a:lnTo>
                  <a:pt x="177" y="408"/>
                </a:lnTo>
                <a:lnTo>
                  <a:pt x="186" y="411"/>
                </a:lnTo>
                <a:lnTo>
                  <a:pt x="194" y="414"/>
                </a:lnTo>
                <a:lnTo>
                  <a:pt x="203" y="416"/>
                </a:lnTo>
                <a:lnTo>
                  <a:pt x="212" y="418"/>
                </a:lnTo>
                <a:lnTo>
                  <a:pt x="221" y="420"/>
                </a:lnTo>
                <a:lnTo>
                  <a:pt x="230" y="422"/>
                </a:lnTo>
                <a:lnTo>
                  <a:pt x="239" y="423"/>
                </a:lnTo>
                <a:lnTo>
                  <a:pt x="248" y="425"/>
                </a:lnTo>
                <a:lnTo>
                  <a:pt x="257" y="426"/>
                </a:lnTo>
                <a:lnTo>
                  <a:pt x="266" y="427"/>
                </a:lnTo>
                <a:lnTo>
                  <a:pt x="275" y="428"/>
                </a:lnTo>
                <a:lnTo>
                  <a:pt x="284" y="428"/>
                </a:lnTo>
                <a:lnTo>
                  <a:pt x="294" y="428"/>
                </a:lnTo>
                <a:lnTo>
                  <a:pt x="303" y="428"/>
                </a:lnTo>
                <a:lnTo>
                  <a:pt x="312" y="428"/>
                </a:lnTo>
                <a:lnTo>
                  <a:pt x="321" y="428"/>
                </a:lnTo>
                <a:lnTo>
                  <a:pt x="331" y="428"/>
                </a:lnTo>
                <a:lnTo>
                  <a:pt x="340" y="427"/>
                </a:lnTo>
                <a:lnTo>
                  <a:pt x="349" y="426"/>
                </a:lnTo>
                <a:lnTo>
                  <a:pt x="358" y="425"/>
                </a:lnTo>
                <a:lnTo>
                  <a:pt x="367" y="423"/>
                </a:lnTo>
                <a:lnTo>
                  <a:pt x="376" y="422"/>
                </a:lnTo>
                <a:lnTo>
                  <a:pt x="385" y="420"/>
                </a:lnTo>
                <a:lnTo>
                  <a:pt x="394" y="418"/>
                </a:lnTo>
                <a:lnTo>
                  <a:pt x="403" y="416"/>
                </a:lnTo>
                <a:lnTo>
                  <a:pt x="411" y="414"/>
                </a:lnTo>
                <a:lnTo>
                  <a:pt x="420" y="411"/>
                </a:lnTo>
                <a:lnTo>
                  <a:pt x="428" y="408"/>
                </a:lnTo>
                <a:lnTo>
                  <a:pt x="437" y="405"/>
                </a:lnTo>
                <a:lnTo>
                  <a:pt x="445" y="402"/>
                </a:lnTo>
                <a:lnTo>
                  <a:pt x="453" y="399"/>
                </a:lnTo>
                <a:lnTo>
                  <a:pt x="461" y="396"/>
                </a:lnTo>
                <a:lnTo>
                  <a:pt x="469" y="392"/>
                </a:lnTo>
                <a:lnTo>
                  <a:pt x="476" y="388"/>
                </a:lnTo>
                <a:lnTo>
                  <a:pt x="484" y="384"/>
                </a:lnTo>
                <a:lnTo>
                  <a:pt x="491" y="380"/>
                </a:lnTo>
                <a:lnTo>
                  <a:pt x="498" y="376"/>
                </a:lnTo>
                <a:lnTo>
                  <a:pt x="505" y="371"/>
                </a:lnTo>
                <a:lnTo>
                  <a:pt x="511" y="367"/>
                </a:lnTo>
                <a:lnTo>
                  <a:pt x="518" y="362"/>
                </a:lnTo>
                <a:lnTo>
                  <a:pt x="524" y="357"/>
                </a:lnTo>
                <a:lnTo>
                  <a:pt x="530" y="352"/>
                </a:lnTo>
                <a:lnTo>
                  <a:pt x="536" y="347"/>
                </a:lnTo>
                <a:lnTo>
                  <a:pt x="541" y="341"/>
                </a:lnTo>
                <a:lnTo>
                  <a:pt x="547" y="336"/>
                </a:lnTo>
                <a:lnTo>
                  <a:pt x="552" y="330"/>
                </a:lnTo>
                <a:lnTo>
                  <a:pt x="558" y="325"/>
                </a:lnTo>
                <a:lnTo>
                  <a:pt x="562" y="319"/>
                </a:lnTo>
                <a:lnTo>
                  <a:pt x="567" y="313"/>
                </a:lnTo>
                <a:lnTo>
                  <a:pt x="571" y="307"/>
                </a:lnTo>
                <a:lnTo>
                  <a:pt x="574" y="301"/>
                </a:lnTo>
                <a:lnTo>
                  <a:pt x="578" y="295"/>
                </a:lnTo>
                <a:lnTo>
                  <a:pt x="581" y="289"/>
                </a:lnTo>
                <a:lnTo>
                  <a:pt x="584" y="283"/>
                </a:lnTo>
                <a:lnTo>
                  <a:pt x="587" y="276"/>
                </a:lnTo>
                <a:lnTo>
                  <a:pt x="589" y="270"/>
                </a:lnTo>
                <a:lnTo>
                  <a:pt x="592" y="263"/>
                </a:lnTo>
                <a:lnTo>
                  <a:pt x="593" y="257"/>
                </a:lnTo>
                <a:lnTo>
                  <a:pt x="595" y="250"/>
                </a:lnTo>
                <a:lnTo>
                  <a:pt x="596" y="244"/>
                </a:lnTo>
                <a:lnTo>
                  <a:pt x="597" y="237"/>
                </a:lnTo>
                <a:lnTo>
                  <a:pt x="598" y="231"/>
                </a:lnTo>
                <a:lnTo>
                  <a:pt x="599" y="224"/>
                </a:lnTo>
                <a:lnTo>
                  <a:pt x="599" y="217"/>
                </a:lnTo>
                <a:moveTo>
                  <a:pt x="606" y="217"/>
                </a:moveTo>
                <a:lnTo>
                  <a:pt x="606" y="224"/>
                </a:lnTo>
                <a:lnTo>
                  <a:pt x="606" y="231"/>
                </a:lnTo>
                <a:lnTo>
                  <a:pt x="605" y="238"/>
                </a:lnTo>
                <a:lnTo>
                  <a:pt x="604" y="244"/>
                </a:lnTo>
                <a:lnTo>
                  <a:pt x="603" y="251"/>
                </a:lnTo>
                <a:lnTo>
                  <a:pt x="601" y="258"/>
                </a:lnTo>
                <a:lnTo>
                  <a:pt x="599" y="265"/>
                </a:lnTo>
                <a:lnTo>
                  <a:pt x="597" y="271"/>
                </a:lnTo>
                <a:lnTo>
                  <a:pt x="594" y="278"/>
                </a:lnTo>
                <a:lnTo>
                  <a:pt x="592" y="284"/>
                </a:lnTo>
                <a:lnTo>
                  <a:pt x="589" y="291"/>
                </a:lnTo>
                <a:lnTo>
                  <a:pt x="585" y="297"/>
                </a:lnTo>
                <a:lnTo>
                  <a:pt x="582" y="303"/>
                </a:lnTo>
                <a:lnTo>
                  <a:pt x="578" y="310"/>
                </a:lnTo>
                <a:lnTo>
                  <a:pt x="573" y="316"/>
                </a:lnTo>
                <a:lnTo>
                  <a:pt x="569" y="322"/>
                </a:lnTo>
                <a:lnTo>
                  <a:pt x="564" y="328"/>
                </a:lnTo>
                <a:lnTo>
                  <a:pt x="559" y="333"/>
                </a:lnTo>
                <a:lnTo>
                  <a:pt x="553" y="339"/>
                </a:lnTo>
                <a:lnTo>
                  <a:pt x="548" y="345"/>
                </a:lnTo>
                <a:lnTo>
                  <a:pt x="542" y="350"/>
                </a:lnTo>
                <a:lnTo>
                  <a:pt x="536" y="355"/>
                </a:lnTo>
                <a:lnTo>
                  <a:pt x="530" y="361"/>
                </a:lnTo>
                <a:lnTo>
                  <a:pt x="523" y="366"/>
                </a:lnTo>
                <a:lnTo>
                  <a:pt x="517" y="371"/>
                </a:lnTo>
                <a:lnTo>
                  <a:pt x="510" y="375"/>
                </a:lnTo>
                <a:lnTo>
                  <a:pt x="503" y="380"/>
                </a:lnTo>
                <a:lnTo>
                  <a:pt x="496" y="384"/>
                </a:lnTo>
                <a:lnTo>
                  <a:pt x="488" y="389"/>
                </a:lnTo>
                <a:lnTo>
                  <a:pt x="481" y="393"/>
                </a:lnTo>
                <a:lnTo>
                  <a:pt x="473" y="397"/>
                </a:lnTo>
                <a:lnTo>
                  <a:pt x="465" y="400"/>
                </a:lnTo>
                <a:lnTo>
                  <a:pt x="457" y="404"/>
                </a:lnTo>
                <a:lnTo>
                  <a:pt x="449" y="407"/>
                </a:lnTo>
                <a:lnTo>
                  <a:pt x="440" y="410"/>
                </a:lnTo>
                <a:lnTo>
                  <a:pt x="432" y="413"/>
                </a:lnTo>
                <a:lnTo>
                  <a:pt x="423" y="416"/>
                </a:lnTo>
                <a:lnTo>
                  <a:pt x="414" y="419"/>
                </a:lnTo>
                <a:lnTo>
                  <a:pt x="405" y="421"/>
                </a:lnTo>
                <a:lnTo>
                  <a:pt x="396" y="423"/>
                </a:lnTo>
                <a:lnTo>
                  <a:pt x="387" y="425"/>
                </a:lnTo>
                <a:lnTo>
                  <a:pt x="378" y="427"/>
                </a:lnTo>
                <a:lnTo>
                  <a:pt x="369" y="429"/>
                </a:lnTo>
                <a:lnTo>
                  <a:pt x="360" y="430"/>
                </a:lnTo>
                <a:lnTo>
                  <a:pt x="350" y="431"/>
                </a:lnTo>
                <a:lnTo>
                  <a:pt x="341" y="432"/>
                </a:lnTo>
                <a:lnTo>
                  <a:pt x="331" y="433"/>
                </a:lnTo>
                <a:lnTo>
                  <a:pt x="322" y="434"/>
                </a:lnTo>
                <a:lnTo>
                  <a:pt x="312" y="434"/>
                </a:lnTo>
                <a:lnTo>
                  <a:pt x="303" y="434"/>
                </a:lnTo>
                <a:lnTo>
                  <a:pt x="293" y="434"/>
                </a:lnTo>
                <a:lnTo>
                  <a:pt x="284" y="434"/>
                </a:lnTo>
                <a:lnTo>
                  <a:pt x="274" y="433"/>
                </a:lnTo>
                <a:lnTo>
                  <a:pt x="265" y="432"/>
                </a:lnTo>
                <a:lnTo>
                  <a:pt x="256" y="431"/>
                </a:lnTo>
                <a:lnTo>
                  <a:pt x="246" y="430"/>
                </a:lnTo>
                <a:lnTo>
                  <a:pt x="237" y="429"/>
                </a:lnTo>
                <a:lnTo>
                  <a:pt x="228" y="427"/>
                </a:lnTo>
                <a:lnTo>
                  <a:pt x="219" y="425"/>
                </a:lnTo>
                <a:lnTo>
                  <a:pt x="209" y="423"/>
                </a:lnTo>
                <a:lnTo>
                  <a:pt x="200" y="421"/>
                </a:lnTo>
                <a:lnTo>
                  <a:pt x="192" y="419"/>
                </a:lnTo>
                <a:lnTo>
                  <a:pt x="183" y="416"/>
                </a:lnTo>
                <a:lnTo>
                  <a:pt x="174" y="413"/>
                </a:lnTo>
                <a:lnTo>
                  <a:pt x="166" y="410"/>
                </a:lnTo>
                <a:lnTo>
                  <a:pt x="157" y="407"/>
                </a:lnTo>
                <a:lnTo>
                  <a:pt x="149" y="404"/>
                </a:lnTo>
                <a:lnTo>
                  <a:pt x="141" y="400"/>
                </a:lnTo>
                <a:lnTo>
                  <a:pt x="133" y="397"/>
                </a:lnTo>
                <a:lnTo>
                  <a:pt x="125" y="393"/>
                </a:lnTo>
                <a:lnTo>
                  <a:pt x="118" y="389"/>
                </a:lnTo>
                <a:lnTo>
                  <a:pt x="110" y="384"/>
                </a:lnTo>
                <a:lnTo>
                  <a:pt x="103" y="380"/>
                </a:lnTo>
                <a:lnTo>
                  <a:pt x="96" y="375"/>
                </a:lnTo>
                <a:lnTo>
                  <a:pt x="89" y="371"/>
                </a:lnTo>
                <a:lnTo>
                  <a:pt x="82" y="366"/>
                </a:lnTo>
                <a:lnTo>
                  <a:pt x="76" y="361"/>
                </a:lnTo>
                <a:lnTo>
                  <a:pt x="70" y="355"/>
                </a:lnTo>
                <a:lnTo>
                  <a:pt x="64" y="350"/>
                </a:lnTo>
                <a:lnTo>
                  <a:pt x="58" y="345"/>
                </a:lnTo>
                <a:lnTo>
                  <a:pt x="53" y="339"/>
                </a:lnTo>
                <a:lnTo>
                  <a:pt x="48" y="333"/>
                </a:lnTo>
                <a:lnTo>
                  <a:pt x="43" y="328"/>
                </a:lnTo>
                <a:lnTo>
                  <a:pt x="38" y="322"/>
                </a:lnTo>
                <a:lnTo>
                  <a:pt x="33" y="316"/>
                </a:lnTo>
                <a:lnTo>
                  <a:pt x="29" y="310"/>
                </a:lnTo>
                <a:lnTo>
                  <a:pt x="25" y="303"/>
                </a:lnTo>
                <a:lnTo>
                  <a:pt x="22" y="297"/>
                </a:lnTo>
                <a:lnTo>
                  <a:pt x="18" y="291"/>
                </a:lnTo>
                <a:lnTo>
                  <a:pt x="15" y="284"/>
                </a:lnTo>
                <a:lnTo>
                  <a:pt x="12" y="278"/>
                </a:lnTo>
                <a:lnTo>
                  <a:pt x="10" y="271"/>
                </a:lnTo>
                <a:lnTo>
                  <a:pt x="8" y="265"/>
                </a:lnTo>
                <a:lnTo>
                  <a:pt x="6" y="258"/>
                </a:lnTo>
                <a:lnTo>
                  <a:pt x="4" y="251"/>
                </a:lnTo>
                <a:lnTo>
                  <a:pt x="3" y="244"/>
                </a:lnTo>
                <a:lnTo>
                  <a:pt x="2" y="238"/>
                </a:lnTo>
                <a:lnTo>
                  <a:pt x="1" y="231"/>
                </a:lnTo>
                <a:lnTo>
                  <a:pt x="1" y="224"/>
                </a:lnTo>
                <a:lnTo>
                  <a:pt x="0" y="217"/>
                </a:lnTo>
                <a:lnTo>
                  <a:pt x="1" y="210"/>
                </a:lnTo>
                <a:lnTo>
                  <a:pt x="1" y="204"/>
                </a:lnTo>
                <a:lnTo>
                  <a:pt x="2" y="197"/>
                </a:lnTo>
                <a:lnTo>
                  <a:pt x="3" y="190"/>
                </a:lnTo>
                <a:lnTo>
                  <a:pt x="4" y="183"/>
                </a:lnTo>
                <a:lnTo>
                  <a:pt x="6" y="177"/>
                </a:lnTo>
                <a:lnTo>
                  <a:pt x="8" y="170"/>
                </a:lnTo>
                <a:lnTo>
                  <a:pt x="10" y="163"/>
                </a:lnTo>
                <a:lnTo>
                  <a:pt x="12" y="157"/>
                </a:lnTo>
                <a:lnTo>
                  <a:pt x="15" y="150"/>
                </a:lnTo>
                <a:lnTo>
                  <a:pt x="18" y="144"/>
                </a:lnTo>
                <a:lnTo>
                  <a:pt x="22" y="138"/>
                </a:lnTo>
                <a:lnTo>
                  <a:pt x="25" y="131"/>
                </a:lnTo>
                <a:lnTo>
                  <a:pt x="29" y="125"/>
                </a:lnTo>
                <a:lnTo>
                  <a:pt x="33" y="119"/>
                </a:lnTo>
                <a:lnTo>
                  <a:pt x="38" y="113"/>
                </a:lnTo>
                <a:lnTo>
                  <a:pt x="43" y="107"/>
                </a:lnTo>
                <a:lnTo>
                  <a:pt x="48" y="101"/>
                </a:lnTo>
                <a:lnTo>
                  <a:pt x="53" y="95"/>
                </a:lnTo>
                <a:lnTo>
                  <a:pt x="58" y="90"/>
                </a:lnTo>
                <a:lnTo>
                  <a:pt x="64" y="84"/>
                </a:lnTo>
                <a:lnTo>
                  <a:pt x="70" y="79"/>
                </a:lnTo>
                <a:lnTo>
                  <a:pt x="76" y="74"/>
                </a:lnTo>
                <a:lnTo>
                  <a:pt x="82" y="69"/>
                </a:lnTo>
                <a:lnTo>
                  <a:pt x="89" y="64"/>
                </a:lnTo>
                <a:lnTo>
                  <a:pt x="96" y="59"/>
                </a:lnTo>
                <a:lnTo>
                  <a:pt x="103" y="55"/>
                </a:lnTo>
                <a:lnTo>
                  <a:pt x="110" y="50"/>
                </a:lnTo>
                <a:lnTo>
                  <a:pt x="118" y="45"/>
                </a:lnTo>
                <a:lnTo>
                  <a:pt x="125" y="41"/>
                </a:lnTo>
                <a:lnTo>
                  <a:pt x="133" y="37"/>
                </a:lnTo>
                <a:lnTo>
                  <a:pt x="141" y="33"/>
                </a:lnTo>
                <a:lnTo>
                  <a:pt x="149" y="30"/>
                </a:lnTo>
                <a:lnTo>
                  <a:pt x="157" y="26"/>
                </a:lnTo>
                <a:lnTo>
                  <a:pt x="166" y="23"/>
                </a:lnTo>
                <a:lnTo>
                  <a:pt x="174" y="20"/>
                </a:lnTo>
                <a:lnTo>
                  <a:pt x="183" y="17"/>
                </a:lnTo>
                <a:lnTo>
                  <a:pt x="192" y="15"/>
                </a:lnTo>
                <a:lnTo>
                  <a:pt x="200" y="12"/>
                </a:lnTo>
                <a:lnTo>
                  <a:pt x="209" y="10"/>
                </a:lnTo>
                <a:lnTo>
                  <a:pt x="219" y="8"/>
                </a:lnTo>
                <a:lnTo>
                  <a:pt x="228" y="6"/>
                </a:lnTo>
                <a:lnTo>
                  <a:pt x="237" y="5"/>
                </a:lnTo>
                <a:lnTo>
                  <a:pt x="246" y="3"/>
                </a:lnTo>
                <a:lnTo>
                  <a:pt x="256" y="2"/>
                </a:lnTo>
                <a:lnTo>
                  <a:pt x="265" y="1"/>
                </a:lnTo>
                <a:lnTo>
                  <a:pt x="274" y="1"/>
                </a:lnTo>
                <a:lnTo>
                  <a:pt x="284" y="0"/>
                </a:lnTo>
                <a:lnTo>
                  <a:pt x="293" y="0"/>
                </a:lnTo>
                <a:lnTo>
                  <a:pt x="303" y="0"/>
                </a:lnTo>
                <a:lnTo>
                  <a:pt x="312" y="0"/>
                </a:lnTo>
                <a:lnTo>
                  <a:pt x="322" y="0"/>
                </a:lnTo>
                <a:lnTo>
                  <a:pt x="331" y="1"/>
                </a:lnTo>
                <a:lnTo>
                  <a:pt x="341" y="1"/>
                </a:lnTo>
                <a:lnTo>
                  <a:pt x="350" y="2"/>
                </a:lnTo>
                <a:lnTo>
                  <a:pt x="360" y="3"/>
                </a:lnTo>
                <a:lnTo>
                  <a:pt x="369" y="5"/>
                </a:lnTo>
                <a:lnTo>
                  <a:pt x="378" y="6"/>
                </a:lnTo>
                <a:lnTo>
                  <a:pt x="387" y="8"/>
                </a:lnTo>
                <a:lnTo>
                  <a:pt x="396" y="10"/>
                </a:lnTo>
                <a:lnTo>
                  <a:pt x="405" y="12"/>
                </a:lnTo>
                <a:lnTo>
                  <a:pt x="414" y="15"/>
                </a:lnTo>
                <a:lnTo>
                  <a:pt x="423" y="17"/>
                </a:lnTo>
                <a:lnTo>
                  <a:pt x="432" y="20"/>
                </a:lnTo>
                <a:lnTo>
                  <a:pt x="440" y="23"/>
                </a:lnTo>
                <a:lnTo>
                  <a:pt x="449" y="26"/>
                </a:lnTo>
                <a:lnTo>
                  <a:pt x="457" y="30"/>
                </a:lnTo>
                <a:lnTo>
                  <a:pt x="465" y="33"/>
                </a:lnTo>
                <a:lnTo>
                  <a:pt x="473" y="37"/>
                </a:lnTo>
                <a:lnTo>
                  <a:pt x="481" y="41"/>
                </a:lnTo>
                <a:lnTo>
                  <a:pt x="488" y="45"/>
                </a:lnTo>
                <a:lnTo>
                  <a:pt x="496" y="50"/>
                </a:lnTo>
                <a:lnTo>
                  <a:pt x="503" y="55"/>
                </a:lnTo>
                <a:lnTo>
                  <a:pt x="510" y="59"/>
                </a:lnTo>
                <a:lnTo>
                  <a:pt x="517" y="64"/>
                </a:lnTo>
                <a:lnTo>
                  <a:pt x="523" y="69"/>
                </a:lnTo>
                <a:lnTo>
                  <a:pt x="530" y="74"/>
                </a:lnTo>
                <a:lnTo>
                  <a:pt x="536" y="79"/>
                </a:lnTo>
                <a:lnTo>
                  <a:pt x="542" y="84"/>
                </a:lnTo>
                <a:lnTo>
                  <a:pt x="548" y="90"/>
                </a:lnTo>
                <a:lnTo>
                  <a:pt x="553" y="95"/>
                </a:lnTo>
                <a:lnTo>
                  <a:pt x="559" y="101"/>
                </a:lnTo>
                <a:lnTo>
                  <a:pt x="564" y="107"/>
                </a:lnTo>
                <a:lnTo>
                  <a:pt x="569" y="113"/>
                </a:lnTo>
                <a:lnTo>
                  <a:pt x="573" y="119"/>
                </a:lnTo>
                <a:lnTo>
                  <a:pt x="578" y="125"/>
                </a:lnTo>
                <a:lnTo>
                  <a:pt x="582" y="131"/>
                </a:lnTo>
                <a:lnTo>
                  <a:pt x="585" y="138"/>
                </a:lnTo>
                <a:lnTo>
                  <a:pt x="589" y="144"/>
                </a:lnTo>
                <a:lnTo>
                  <a:pt x="592" y="150"/>
                </a:lnTo>
                <a:lnTo>
                  <a:pt x="594" y="157"/>
                </a:lnTo>
                <a:lnTo>
                  <a:pt x="597" y="163"/>
                </a:lnTo>
                <a:lnTo>
                  <a:pt x="599" y="170"/>
                </a:lnTo>
                <a:lnTo>
                  <a:pt x="601" y="177"/>
                </a:lnTo>
                <a:lnTo>
                  <a:pt x="603" y="183"/>
                </a:lnTo>
                <a:lnTo>
                  <a:pt x="604" y="190"/>
                </a:lnTo>
                <a:lnTo>
                  <a:pt x="605" y="197"/>
                </a:lnTo>
                <a:lnTo>
                  <a:pt x="606" y="204"/>
                </a:lnTo>
                <a:lnTo>
                  <a:pt x="606" y="210"/>
                </a:lnTo>
                <a:lnTo>
                  <a:pt x="606" y="217"/>
                </a:lnTo>
                <a:close/>
              </a:path>
            </a:pathLst>
          </a:custGeom>
          <a:solidFill>
            <a:srgbClr val="ff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2" name=""/>
          <p:cNvSpPr/>
          <p:nvPr/>
        </p:nvSpPr>
        <p:spPr>
          <a:xfrm>
            <a:off x="7950960" y="2864160"/>
            <a:ext cx="223560" cy="160560"/>
          </a:xfrm>
          <a:custGeom>
            <a:avLst/>
            <a:gdLst/>
            <a:ahLst/>
            <a:rect l="0" t="0" r="r" b="b"/>
            <a:pathLst>
              <a:path w="621" h="446">
                <a:moveTo>
                  <a:pt x="613" y="222"/>
                </a:moveTo>
                <a:lnTo>
                  <a:pt x="613" y="215"/>
                </a:lnTo>
                <a:lnTo>
                  <a:pt x="613" y="209"/>
                </a:lnTo>
                <a:lnTo>
                  <a:pt x="612" y="202"/>
                </a:lnTo>
                <a:lnTo>
                  <a:pt x="611" y="195"/>
                </a:lnTo>
                <a:lnTo>
                  <a:pt x="610" y="188"/>
                </a:lnTo>
                <a:lnTo>
                  <a:pt x="608" y="182"/>
                </a:lnTo>
                <a:lnTo>
                  <a:pt x="606" y="175"/>
                </a:lnTo>
                <a:lnTo>
                  <a:pt x="604" y="168"/>
                </a:lnTo>
                <a:lnTo>
                  <a:pt x="601" y="162"/>
                </a:lnTo>
                <a:lnTo>
                  <a:pt x="599" y="155"/>
                </a:lnTo>
                <a:lnTo>
                  <a:pt x="596" y="149"/>
                </a:lnTo>
                <a:lnTo>
                  <a:pt x="592" y="143"/>
                </a:lnTo>
                <a:lnTo>
                  <a:pt x="589" y="136"/>
                </a:lnTo>
                <a:lnTo>
                  <a:pt x="585" y="130"/>
                </a:lnTo>
                <a:lnTo>
                  <a:pt x="580" y="124"/>
                </a:lnTo>
                <a:lnTo>
                  <a:pt x="576" y="118"/>
                </a:lnTo>
                <a:lnTo>
                  <a:pt x="571" y="112"/>
                </a:lnTo>
                <a:lnTo>
                  <a:pt x="566" y="106"/>
                </a:lnTo>
                <a:lnTo>
                  <a:pt x="561" y="100"/>
                </a:lnTo>
                <a:lnTo>
                  <a:pt x="556" y="95"/>
                </a:lnTo>
                <a:lnTo>
                  <a:pt x="550" y="89"/>
                </a:lnTo>
                <a:lnTo>
                  <a:pt x="543" y="84"/>
                </a:lnTo>
                <a:lnTo>
                  <a:pt x="537" y="79"/>
                </a:lnTo>
                <a:lnTo>
                  <a:pt x="530" y="74"/>
                </a:lnTo>
                <a:lnTo>
                  <a:pt x="524" y="69"/>
                </a:lnTo>
                <a:lnTo>
                  <a:pt x="517" y="64"/>
                </a:lnTo>
                <a:lnTo>
                  <a:pt x="510" y="60"/>
                </a:lnTo>
                <a:lnTo>
                  <a:pt x="503" y="55"/>
                </a:lnTo>
                <a:lnTo>
                  <a:pt x="495" y="51"/>
                </a:lnTo>
                <a:lnTo>
                  <a:pt x="488" y="47"/>
                </a:lnTo>
                <a:lnTo>
                  <a:pt x="480" y="43"/>
                </a:lnTo>
                <a:lnTo>
                  <a:pt x="472" y="39"/>
                </a:lnTo>
                <a:lnTo>
                  <a:pt x="464" y="36"/>
                </a:lnTo>
                <a:lnTo>
                  <a:pt x="456" y="32"/>
                </a:lnTo>
                <a:lnTo>
                  <a:pt x="447" y="29"/>
                </a:lnTo>
                <a:lnTo>
                  <a:pt x="439" y="26"/>
                </a:lnTo>
                <a:lnTo>
                  <a:pt x="430" y="23"/>
                </a:lnTo>
                <a:lnTo>
                  <a:pt x="421" y="21"/>
                </a:lnTo>
                <a:lnTo>
                  <a:pt x="412" y="18"/>
                </a:lnTo>
                <a:lnTo>
                  <a:pt x="403" y="16"/>
                </a:lnTo>
                <a:lnTo>
                  <a:pt x="394" y="14"/>
                </a:lnTo>
                <a:lnTo>
                  <a:pt x="385" y="12"/>
                </a:lnTo>
                <a:lnTo>
                  <a:pt x="376" y="11"/>
                </a:lnTo>
                <a:lnTo>
                  <a:pt x="367" y="9"/>
                </a:lnTo>
                <a:lnTo>
                  <a:pt x="357" y="8"/>
                </a:lnTo>
                <a:lnTo>
                  <a:pt x="348" y="7"/>
                </a:lnTo>
                <a:lnTo>
                  <a:pt x="338" y="7"/>
                </a:lnTo>
                <a:lnTo>
                  <a:pt x="329" y="6"/>
                </a:lnTo>
                <a:lnTo>
                  <a:pt x="319" y="6"/>
                </a:lnTo>
                <a:lnTo>
                  <a:pt x="310" y="6"/>
                </a:lnTo>
                <a:lnTo>
                  <a:pt x="300" y="6"/>
                </a:lnTo>
                <a:lnTo>
                  <a:pt x="291" y="6"/>
                </a:lnTo>
                <a:lnTo>
                  <a:pt x="281" y="7"/>
                </a:lnTo>
                <a:lnTo>
                  <a:pt x="272" y="7"/>
                </a:lnTo>
                <a:lnTo>
                  <a:pt x="263" y="8"/>
                </a:lnTo>
                <a:lnTo>
                  <a:pt x="253" y="9"/>
                </a:lnTo>
                <a:lnTo>
                  <a:pt x="244" y="11"/>
                </a:lnTo>
                <a:lnTo>
                  <a:pt x="235" y="12"/>
                </a:lnTo>
                <a:lnTo>
                  <a:pt x="226" y="14"/>
                </a:lnTo>
                <a:lnTo>
                  <a:pt x="216" y="16"/>
                </a:lnTo>
                <a:lnTo>
                  <a:pt x="207" y="18"/>
                </a:lnTo>
                <a:lnTo>
                  <a:pt x="199" y="21"/>
                </a:lnTo>
                <a:lnTo>
                  <a:pt x="190" y="23"/>
                </a:lnTo>
                <a:lnTo>
                  <a:pt x="181" y="26"/>
                </a:lnTo>
                <a:lnTo>
                  <a:pt x="173" y="29"/>
                </a:lnTo>
                <a:lnTo>
                  <a:pt x="164" y="32"/>
                </a:lnTo>
                <a:lnTo>
                  <a:pt x="156" y="36"/>
                </a:lnTo>
                <a:lnTo>
                  <a:pt x="148" y="39"/>
                </a:lnTo>
                <a:lnTo>
                  <a:pt x="140" y="43"/>
                </a:lnTo>
                <a:lnTo>
                  <a:pt x="132" y="47"/>
                </a:lnTo>
                <a:lnTo>
                  <a:pt x="125" y="51"/>
                </a:lnTo>
                <a:lnTo>
                  <a:pt x="117" y="55"/>
                </a:lnTo>
                <a:lnTo>
                  <a:pt x="110" y="60"/>
                </a:lnTo>
                <a:lnTo>
                  <a:pt x="103" y="64"/>
                </a:lnTo>
                <a:lnTo>
                  <a:pt x="96" y="69"/>
                </a:lnTo>
                <a:lnTo>
                  <a:pt x="89" y="74"/>
                </a:lnTo>
                <a:lnTo>
                  <a:pt x="83" y="79"/>
                </a:lnTo>
                <a:lnTo>
                  <a:pt x="77" y="84"/>
                </a:lnTo>
                <a:lnTo>
                  <a:pt x="71" y="89"/>
                </a:lnTo>
                <a:lnTo>
                  <a:pt x="65" y="95"/>
                </a:lnTo>
                <a:lnTo>
                  <a:pt x="60" y="100"/>
                </a:lnTo>
                <a:lnTo>
                  <a:pt x="55" y="106"/>
                </a:lnTo>
                <a:lnTo>
                  <a:pt x="50" y="112"/>
                </a:lnTo>
                <a:lnTo>
                  <a:pt x="45" y="118"/>
                </a:lnTo>
                <a:lnTo>
                  <a:pt x="40" y="124"/>
                </a:lnTo>
                <a:lnTo>
                  <a:pt x="36" y="130"/>
                </a:lnTo>
                <a:lnTo>
                  <a:pt x="32" y="136"/>
                </a:lnTo>
                <a:lnTo>
                  <a:pt x="29" y="143"/>
                </a:lnTo>
                <a:lnTo>
                  <a:pt x="25" y="149"/>
                </a:lnTo>
                <a:lnTo>
                  <a:pt x="22" y="155"/>
                </a:lnTo>
                <a:lnTo>
                  <a:pt x="19" y="162"/>
                </a:lnTo>
                <a:lnTo>
                  <a:pt x="17" y="168"/>
                </a:lnTo>
                <a:lnTo>
                  <a:pt x="15" y="175"/>
                </a:lnTo>
                <a:lnTo>
                  <a:pt x="13" y="182"/>
                </a:lnTo>
                <a:lnTo>
                  <a:pt x="11" y="188"/>
                </a:lnTo>
                <a:lnTo>
                  <a:pt x="10" y="195"/>
                </a:lnTo>
                <a:lnTo>
                  <a:pt x="9" y="202"/>
                </a:lnTo>
                <a:lnTo>
                  <a:pt x="8" y="209"/>
                </a:lnTo>
                <a:lnTo>
                  <a:pt x="8" y="215"/>
                </a:lnTo>
                <a:lnTo>
                  <a:pt x="7" y="222"/>
                </a:lnTo>
                <a:lnTo>
                  <a:pt x="8" y="229"/>
                </a:lnTo>
                <a:lnTo>
                  <a:pt x="8" y="236"/>
                </a:lnTo>
                <a:lnTo>
                  <a:pt x="9" y="243"/>
                </a:lnTo>
                <a:lnTo>
                  <a:pt x="10" y="249"/>
                </a:lnTo>
                <a:lnTo>
                  <a:pt x="11" y="256"/>
                </a:lnTo>
                <a:lnTo>
                  <a:pt x="13" y="264"/>
                </a:lnTo>
                <a:lnTo>
                  <a:pt x="15" y="271"/>
                </a:lnTo>
                <a:lnTo>
                  <a:pt x="17" y="277"/>
                </a:lnTo>
                <a:lnTo>
                  <a:pt x="19" y="284"/>
                </a:lnTo>
                <a:lnTo>
                  <a:pt x="22" y="290"/>
                </a:lnTo>
                <a:lnTo>
                  <a:pt x="25" y="297"/>
                </a:lnTo>
                <a:lnTo>
                  <a:pt x="29" y="303"/>
                </a:lnTo>
                <a:lnTo>
                  <a:pt x="32" y="309"/>
                </a:lnTo>
                <a:lnTo>
                  <a:pt x="36" y="316"/>
                </a:lnTo>
                <a:lnTo>
                  <a:pt x="40" y="322"/>
                </a:lnTo>
                <a:lnTo>
                  <a:pt x="45" y="328"/>
                </a:lnTo>
                <a:lnTo>
                  <a:pt x="50" y="334"/>
                </a:lnTo>
                <a:lnTo>
                  <a:pt x="55" y="339"/>
                </a:lnTo>
                <a:lnTo>
                  <a:pt x="60" y="345"/>
                </a:lnTo>
                <a:lnTo>
                  <a:pt x="65" y="351"/>
                </a:lnTo>
                <a:lnTo>
                  <a:pt x="71" y="356"/>
                </a:lnTo>
                <a:lnTo>
                  <a:pt x="77" y="361"/>
                </a:lnTo>
                <a:lnTo>
                  <a:pt x="83" y="367"/>
                </a:lnTo>
                <a:lnTo>
                  <a:pt x="89" y="372"/>
                </a:lnTo>
                <a:lnTo>
                  <a:pt x="96" y="377"/>
                </a:lnTo>
                <a:lnTo>
                  <a:pt x="103" y="381"/>
                </a:lnTo>
                <a:lnTo>
                  <a:pt x="110" y="386"/>
                </a:lnTo>
                <a:lnTo>
                  <a:pt x="117" y="390"/>
                </a:lnTo>
                <a:lnTo>
                  <a:pt x="125" y="395"/>
                </a:lnTo>
                <a:lnTo>
                  <a:pt x="132" y="399"/>
                </a:lnTo>
                <a:lnTo>
                  <a:pt x="140" y="403"/>
                </a:lnTo>
                <a:lnTo>
                  <a:pt x="148" y="406"/>
                </a:lnTo>
                <a:lnTo>
                  <a:pt x="156" y="410"/>
                </a:lnTo>
                <a:lnTo>
                  <a:pt x="164" y="413"/>
                </a:lnTo>
                <a:lnTo>
                  <a:pt x="173" y="416"/>
                </a:lnTo>
                <a:lnTo>
                  <a:pt x="181" y="419"/>
                </a:lnTo>
                <a:lnTo>
                  <a:pt x="190" y="422"/>
                </a:lnTo>
                <a:lnTo>
                  <a:pt x="199" y="425"/>
                </a:lnTo>
                <a:lnTo>
                  <a:pt x="207" y="427"/>
                </a:lnTo>
                <a:lnTo>
                  <a:pt x="216" y="429"/>
                </a:lnTo>
                <a:lnTo>
                  <a:pt x="226" y="431"/>
                </a:lnTo>
                <a:lnTo>
                  <a:pt x="235" y="433"/>
                </a:lnTo>
                <a:lnTo>
                  <a:pt x="244" y="435"/>
                </a:lnTo>
                <a:lnTo>
                  <a:pt x="253" y="436"/>
                </a:lnTo>
                <a:lnTo>
                  <a:pt x="263" y="437"/>
                </a:lnTo>
                <a:lnTo>
                  <a:pt x="272" y="438"/>
                </a:lnTo>
                <a:lnTo>
                  <a:pt x="281" y="439"/>
                </a:lnTo>
                <a:lnTo>
                  <a:pt x="291" y="440"/>
                </a:lnTo>
                <a:lnTo>
                  <a:pt x="300" y="440"/>
                </a:lnTo>
                <a:lnTo>
                  <a:pt x="310" y="440"/>
                </a:lnTo>
                <a:lnTo>
                  <a:pt x="319" y="440"/>
                </a:lnTo>
                <a:lnTo>
                  <a:pt x="329" y="440"/>
                </a:lnTo>
                <a:lnTo>
                  <a:pt x="338" y="439"/>
                </a:lnTo>
                <a:lnTo>
                  <a:pt x="348" y="438"/>
                </a:lnTo>
                <a:lnTo>
                  <a:pt x="357" y="437"/>
                </a:lnTo>
                <a:lnTo>
                  <a:pt x="367" y="436"/>
                </a:lnTo>
                <a:lnTo>
                  <a:pt x="376" y="435"/>
                </a:lnTo>
                <a:lnTo>
                  <a:pt x="385" y="433"/>
                </a:lnTo>
                <a:lnTo>
                  <a:pt x="394" y="431"/>
                </a:lnTo>
                <a:lnTo>
                  <a:pt x="403" y="429"/>
                </a:lnTo>
                <a:lnTo>
                  <a:pt x="412" y="427"/>
                </a:lnTo>
                <a:lnTo>
                  <a:pt x="421" y="425"/>
                </a:lnTo>
                <a:lnTo>
                  <a:pt x="430" y="422"/>
                </a:lnTo>
                <a:lnTo>
                  <a:pt x="439" y="419"/>
                </a:lnTo>
                <a:lnTo>
                  <a:pt x="447" y="416"/>
                </a:lnTo>
                <a:lnTo>
                  <a:pt x="456" y="413"/>
                </a:lnTo>
                <a:lnTo>
                  <a:pt x="464" y="410"/>
                </a:lnTo>
                <a:lnTo>
                  <a:pt x="472" y="406"/>
                </a:lnTo>
                <a:lnTo>
                  <a:pt x="480" y="403"/>
                </a:lnTo>
                <a:lnTo>
                  <a:pt x="488" y="399"/>
                </a:lnTo>
                <a:lnTo>
                  <a:pt x="495" y="395"/>
                </a:lnTo>
                <a:lnTo>
                  <a:pt x="503" y="390"/>
                </a:lnTo>
                <a:lnTo>
                  <a:pt x="510" y="386"/>
                </a:lnTo>
                <a:lnTo>
                  <a:pt x="517" y="381"/>
                </a:lnTo>
                <a:lnTo>
                  <a:pt x="524" y="377"/>
                </a:lnTo>
                <a:lnTo>
                  <a:pt x="530" y="372"/>
                </a:lnTo>
                <a:lnTo>
                  <a:pt x="537" y="367"/>
                </a:lnTo>
                <a:lnTo>
                  <a:pt x="543" y="361"/>
                </a:lnTo>
                <a:lnTo>
                  <a:pt x="550" y="356"/>
                </a:lnTo>
                <a:lnTo>
                  <a:pt x="556" y="351"/>
                </a:lnTo>
                <a:lnTo>
                  <a:pt x="561" y="345"/>
                </a:lnTo>
                <a:lnTo>
                  <a:pt x="566" y="339"/>
                </a:lnTo>
                <a:lnTo>
                  <a:pt x="571" y="334"/>
                </a:lnTo>
                <a:lnTo>
                  <a:pt x="576" y="328"/>
                </a:lnTo>
                <a:lnTo>
                  <a:pt x="580" y="322"/>
                </a:lnTo>
                <a:lnTo>
                  <a:pt x="585" y="316"/>
                </a:lnTo>
                <a:lnTo>
                  <a:pt x="589" y="309"/>
                </a:lnTo>
                <a:lnTo>
                  <a:pt x="592" y="303"/>
                </a:lnTo>
                <a:lnTo>
                  <a:pt x="596" y="297"/>
                </a:lnTo>
                <a:lnTo>
                  <a:pt x="599" y="290"/>
                </a:lnTo>
                <a:lnTo>
                  <a:pt x="601" y="284"/>
                </a:lnTo>
                <a:lnTo>
                  <a:pt x="604" y="277"/>
                </a:lnTo>
                <a:lnTo>
                  <a:pt x="606" y="271"/>
                </a:lnTo>
                <a:lnTo>
                  <a:pt x="608" y="264"/>
                </a:lnTo>
                <a:lnTo>
                  <a:pt x="610" y="256"/>
                </a:lnTo>
                <a:lnTo>
                  <a:pt x="611" y="249"/>
                </a:lnTo>
                <a:lnTo>
                  <a:pt x="612" y="243"/>
                </a:lnTo>
                <a:lnTo>
                  <a:pt x="613" y="236"/>
                </a:lnTo>
                <a:lnTo>
                  <a:pt x="613" y="229"/>
                </a:lnTo>
                <a:lnTo>
                  <a:pt x="613" y="222"/>
                </a:lnTo>
                <a:moveTo>
                  <a:pt x="621" y="222"/>
                </a:moveTo>
                <a:lnTo>
                  <a:pt x="621" y="229"/>
                </a:lnTo>
                <a:lnTo>
                  <a:pt x="621" y="236"/>
                </a:lnTo>
                <a:lnTo>
                  <a:pt x="620" y="243"/>
                </a:lnTo>
                <a:lnTo>
                  <a:pt x="619" y="250"/>
                </a:lnTo>
                <a:lnTo>
                  <a:pt x="617" y="257"/>
                </a:lnTo>
                <a:lnTo>
                  <a:pt x="616" y="265"/>
                </a:lnTo>
                <a:lnTo>
                  <a:pt x="614" y="272"/>
                </a:lnTo>
                <a:lnTo>
                  <a:pt x="611" y="279"/>
                </a:lnTo>
                <a:lnTo>
                  <a:pt x="609" y="285"/>
                </a:lnTo>
                <a:lnTo>
                  <a:pt x="606" y="292"/>
                </a:lnTo>
                <a:lnTo>
                  <a:pt x="603" y="299"/>
                </a:lnTo>
                <a:lnTo>
                  <a:pt x="599" y="305"/>
                </a:lnTo>
                <a:lnTo>
                  <a:pt x="596" y="312"/>
                </a:lnTo>
                <a:lnTo>
                  <a:pt x="592" y="318"/>
                </a:lnTo>
                <a:lnTo>
                  <a:pt x="587" y="324"/>
                </a:lnTo>
                <a:lnTo>
                  <a:pt x="583" y="330"/>
                </a:lnTo>
                <a:lnTo>
                  <a:pt x="578" y="336"/>
                </a:lnTo>
                <a:lnTo>
                  <a:pt x="573" y="342"/>
                </a:lnTo>
                <a:lnTo>
                  <a:pt x="568" y="348"/>
                </a:lnTo>
                <a:lnTo>
                  <a:pt x="562" y="354"/>
                </a:lnTo>
                <a:lnTo>
                  <a:pt x="556" y="360"/>
                </a:lnTo>
                <a:lnTo>
                  <a:pt x="550" y="365"/>
                </a:lnTo>
                <a:lnTo>
                  <a:pt x="543" y="370"/>
                </a:lnTo>
                <a:lnTo>
                  <a:pt x="536" y="375"/>
                </a:lnTo>
                <a:lnTo>
                  <a:pt x="529" y="380"/>
                </a:lnTo>
                <a:lnTo>
                  <a:pt x="522" y="385"/>
                </a:lnTo>
                <a:lnTo>
                  <a:pt x="515" y="390"/>
                </a:lnTo>
                <a:lnTo>
                  <a:pt x="508" y="395"/>
                </a:lnTo>
                <a:lnTo>
                  <a:pt x="500" y="399"/>
                </a:lnTo>
                <a:lnTo>
                  <a:pt x="492" y="403"/>
                </a:lnTo>
                <a:lnTo>
                  <a:pt x="484" y="407"/>
                </a:lnTo>
                <a:lnTo>
                  <a:pt x="476" y="411"/>
                </a:lnTo>
                <a:lnTo>
                  <a:pt x="468" y="415"/>
                </a:lnTo>
                <a:lnTo>
                  <a:pt x="459" y="418"/>
                </a:lnTo>
                <a:lnTo>
                  <a:pt x="451" y="421"/>
                </a:lnTo>
                <a:lnTo>
                  <a:pt x="442" y="424"/>
                </a:lnTo>
                <a:lnTo>
                  <a:pt x="433" y="427"/>
                </a:lnTo>
                <a:lnTo>
                  <a:pt x="424" y="430"/>
                </a:lnTo>
                <a:lnTo>
                  <a:pt x="415" y="432"/>
                </a:lnTo>
                <a:lnTo>
                  <a:pt x="406" y="435"/>
                </a:lnTo>
                <a:lnTo>
                  <a:pt x="397" y="437"/>
                </a:lnTo>
                <a:lnTo>
                  <a:pt x="387" y="439"/>
                </a:lnTo>
                <a:lnTo>
                  <a:pt x="378" y="440"/>
                </a:lnTo>
                <a:lnTo>
                  <a:pt x="368" y="442"/>
                </a:lnTo>
                <a:lnTo>
                  <a:pt x="358" y="443"/>
                </a:lnTo>
                <a:lnTo>
                  <a:pt x="349" y="444"/>
                </a:lnTo>
                <a:lnTo>
                  <a:pt x="339" y="445"/>
                </a:lnTo>
                <a:lnTo>
                  <a:pt x="329" y="445"/>
                </a:lnTo>
                <a:lnTo>
                  <a:pt x="320" y="445"/>
                </a:lnTo>
                <a:lnTo>
                  <a:pt x="310" y="446"/>
                </a:lnTo>
                <a:lnTo>
                  <a:pt x="300" y="445"/>
                </a:lnTo>
                <a:lnTo>
                  <a:pt x="290" y="445"/>
                </a:lnTo>
                <a:lnTo>
                  <a:pt x="281" y="445"/>
                </a:lnTo>
                <a:lnTo>
                  <a:pt x="271" y="444"/>
                </a:lnTo>
                <a:lnTo>
                  <a:pt x="261" y="443"/>
                </a:lnTo>
                <a:lnTo>
                  <a:pt x="252" y="442"/>
                </a:lnTo>
                <a:lnTo>
                  <a:pt x="242" y="440"/>
                </a:lnTo>
                <a:lnTo>
                  <a:pt x="233" y="439"/>
                </a:lnTo>
                <a:lnTo>
                  <a:pt x="223" y="437"/>
                </a:lnTo>
                <a:lnTo>
                  <a:pt x="214" y="435"/>
                </a:lnTo>
                <a:lnTo>
                  <a:pt x="205" y="432"/>
                </a:lnTo>
                <a:lnTo>
                  <a:pt x="196" y="430"/>
                </a:lnTo>
                <a:lnTo>
                  <a:pt x="187" y="427"/>
                </a:lnTo>
                <a:lnTo>
                  <a:pt x="178" y="424"/>
                </a:lnTo>
                <a:lnTo>
                  <a:pt x="169" y="421"/>
                </a:lnTo>
                <a:lnTo>
                  <a:pt x="160" y="418"/>
                </a:lnTo>
                <a:lnTo>
                  <a:pt x="152" y="415"/>
                </a:lnTo>
                <a:lnTo>
                  <a:pt x="144" y="411"/>
                </a:lnTo>
                <a:lnTo>
                  <a:pt x="136" y="407"/>
                </a:lnTo>
                <a:lnTo>
                  <a:pt x="128" y="403"/>
                </a:lnTo>
                <a:lnTo>
                  <a:pt x="120" y="399"/>
                </a:lnTo>
                <a:lnTo>
                  <a:pt x="112" y="395"/>
                </a:lnTo>
                <a:lnTo>
                  <a:pt x="105" y="390"/>
                </a:lnTo>
                <a:lnTo>
                  <a:pt x="98" y="385"/>
                </a:lnTo>
                <a:lnTo>
                  <a:pt x="91" y="380"/>
                </a:lnTo>
                <a:lnTo>
                  <a:pt x="84" y="375"/>
                </a:lnTo>
                <a:lnTo>
                  <a:pt x="77" y="370"/>
                </a:lnTo>
                <a:lnTo>
                  <a:pt x="71" y="365"/>
                </a:lnTo>
                <a:lnTo>
                  <a:pt x="65" y="360"/>
                </a:lnTo>
                <a:lnTo>
                  <a:pt x="59" y="354"/>
                </a:lnTo>
                <a:lnTo>
                  <a:pt x="53" y="348"/>
                </a:lnTo>
                <a:lnTo>
                  <a:pt x="48" y="342"/>
                </a:lnTo>
                <a:lnTo>
                  <a:pt x="43" y="336"/>
                </a:lnTo>
                <a:lnTo>
                  <a:pt x="38" y="330"/>
                </a:lnTo>
                <a:lnTo>
                  <a:pt x="34" y="324"/>
                </a:lnTo>
                <a:lnTo>
                  <a:pt x="29" y="318"/>
                </a:lnTo>
                <a:lnTo>
                  <a:pt x="25" y="312"/>
                </a:lnTo>
                <a:lnTo>
                  <a:pt x="22" y="305"/>
                </a:lnTo>
                <a:lnTo>
                  <a:pt x="18" y="299"/>
                </a:lnTo>
                <a:lnTo>
                  <a:pt x="15" y="292"/>
                </a:lnTo>
                <a:lnTo>
                  <a:pt x="12" y="285"/>
                </a:lnTo>
                <a:lnTo>
                  <a:pt x="9" y="279"/>
                </a:lnTo>
                <a:lnTo>
                  <a:pt x="7" y="272"/>
                </a:lnTo>
                <a:lnTo>
                  <a:pt x="5" y="265"/>
                </a:lnTo>
                <a:lnTo>
                  <a:pt x="4" y="257"/>
                </a:lnTo>
                <a:lnTo>
                  <a:pt x="2" y="250"/>
                </a:lnTo>
                <a:lnTo>
                  <a:pt x="1" y="243"/>
                </a:lnTo>
                <a:lnTo>
                  <a:pt x="0" y="236"/>
                </a:lnTo>
                <a:lnTo>
                  <a:pt x="0" y="229"/>
                </a:lnTo>
                <a:lnTo>
                  <a:pt x="0" y="222"/>
                </a:lnTo>
                <a:lnTo>
                  <a:pt x="0" y="215"/>
                </a:lnTo>
                <a:lnTo>
                  <a:pt x="0" y="208"/>
                </a:lnTo>
                <a:lnTo>
                  <a:pt x="1" y="201"/>
                </a:lnTo>
                <a:lnTo>
                  <a:pt x="2" y="194"/>
                </a:lnTo>
                <a:lnTo>
                  <a:pt x="4" y="188"/>
                </a:lnTo>
                <a:lnTo>
                  <a:pt x="5" y="181"/>
                </a:lnTo>
                <a:lnTo>
                  <a:pt x="7" y="174"/>
                </a:lnTo>
                <a:lnTo>
                  <a:pt x="9" y="167"/>
                </a:lnTo>
                <a:lnTo>
                  <a:pt x="12" y="160"/>
                </a:lnTo>
                <a:lnTo>
                  <a:pt x="15" y="154"/>
                </a:lnTo>
                <a:lnTo>
                  <a:pt x="18" y="147"/>
                </a:lnTo>
                <a:lnTo>
                  <a:pt x="22" y="140"/>
                </a:lnTo>
                <a:lnTo>
                  <a:pt x="25" y="134"/>
                </a:lnTo>
                <a:lnTo>
                  <a:pt x="29" y="128"/>
                </a:lnTo>
                <a:lnTo>
                  <a:pt x="34" y="121"/>
                </a:lnTo>
                <a:lnTo>
                  <a:pt x="38" y="115"/>
                </a:lnTo>
                <a:lnTo>
                  <a:pt x="43" y="109"/>
                </a:lnTo>
                <a:lnTo>
                  <a:pt x="48" y="103"/>
                </a:lnTo>
                <a:lnTo>
                  <a:pt x="53" y="97"/>
                </a:lnTo>
                <a:lnTo>
                  <a:pt x="59" y="92"/>
                </a:lnTo>
                <a:lnTo>
                  <a:pt x="65" y="86"/>
                </a:lnTo>
                <a:lnTo>
                  <a:pt x="71" y="81"/>
                </a:lnTo>
                <a:lnTo>
                  <a:pt x="77" y="75"/>
                </a:lnTo>
                <a:lnTo>
                  <a:pt x="84" y="70"/>
                </a:lnTo>
                <a:lnTo>
                  <a:pt x="91" y="65"/>
                </a:lnTo>
                <a:lnTo>
                  <a:pt x="98" y="60"/>
                </a:lnTo>
                <a:lnTo>
                  <a:pt x="105" y="56"/>
                </a:lnTo>
                <a:lnTo>
                  <a:pt x="112" y="51"/>
                </a:lnTo>
                <a:lnTo>
                  <a:pt x="120" y="47"/>
                </a:lnTo>
                <a:lnTo>
                  <a:pt x="128" y="42"/>
                </a:lnTo>
                <a:lnTo>
                  <a:pt x="136" y="38"/>
                </a:lnTo>
                <a:lnTo>
                  <a:pt x="144" y="35"/>
                </a:lnTo>
                <a:lnTo>
                  <a:pt x="152" y="31"/>
                </a:lnTo>
                <a:lnTo>
                  <a:pt x="160" y="28"/>
                </a:lnTo>
                <a:lnTo>
                  <a:pt x="169" y="24"/>
                </a:lnTo>
                <a:lnTo>
                  <a:pt x="178" y="21"/>
                </a:lnTo>
                <a:lnTo>
                  <a:pt x="187" y="18"/>
                </a:lnTo>
                <a:lnTo>
                  <a:pt x="196" y="16"/>
                </a:lnTo>
                <a:lnTo>
                  <a:pt x="205" y="13"/>
                </a:lnTo>
                <a:lnTo>
                  <a:pt x="214" y="11"/>
                </a:lnTo>
                <a:lnTo>
                  <a:pt x="223" y="9"/>
                </a:lnTo>
                <a:lnTo>
                  <a:pt x="233" y="7"/>
                </a:lnTo>
                <a:lnTo>
                  <a:pt x="242" y="5"/>
                </a:lnTo>
                <a:lnTo>
                  <a:pt x="252" y="4"/>
                </a:lnTo>
                <a:lnTo>
                  <a:pt x="261" y="3"/>
                </a:lnTo>
                <a:lnTo>
                  <a:pt x="271" y="2"/>
                </a:lnTo>
                <a:lnTo>
                  <a:pt x="281" y="1"/>
                </a:lnTo>
                <a:lnTo>
                  <a:pt x="290" y="0"/>
                </a:lnTo>
                <a:lnTo>
                  <a:pt x="300" y="0"/>
                </a:lnTo>
                <a:lnTo>
                  <a:pt x="310" y="0"/>
                </a:lnTo>
                <a:lnTo>
                  <a:pt x="320" y="0"/>
                </a:lnTo>
                <a:lnTo>
                  <a:pt x="329" y="0"/>
                </a:lnTo>
                <a:lnTo>
                  <a:pt x="339" y="1"/>
                </a:lnTo>
                <a:lnTo>
                  <a:pt x="349" y="2"/>
                </a:lnTo>
                <a:lnTo>
                  <a:pt x="358" y="3"/>
                </a:lnTo>
                <a:lnTo>
                  <a:pt x="368" y="4"/>
                </a:lnTo>
                <a:lnTo>
                  <a:pt x="378" y="5"/>
                </a:lnTo>
                <a:lnTo>
                  <a:pt x="387" y="7"/>
                </a:lnTo>
                <a:lnTo>
                  <a:pt x="397" y="9"/>
                </a:lnTo>
                <a:lnTo>
                  <a:pt x="406" y="11"/>
                </a:lnTo>
                <a:lnTo>
                  <a:pt x="415" y="13"/>
                </a:lnTo>
                <a:lnTo>
                  <a:pt x="424" y="16"/>
                </a:lnTo>
                <a:lnTo>
                  <a:pt x="433" y="18"/>
                </a:lnTo>
                <a:lnTo>
                  <a:pt x="442" y="21"/>
                </a:lnTo>
                <a:lnTo>
                  <a:pt x="451" y="24"/>
                </a:lnTo>
                <a:lnTo>
                  <a:pt x="459" y="28"/>
                </a:lnTo>
                <a:lnTo>
                  <a:pt x="468" y="31"/>
                </a:lnTo>
                <a:lnTo>
                  <a:pt x="476" y="35"/>
                </a:lnTo>
                <a:lnTo>
                  <a:pt x="484" y="38"/>
                </a:lnTo>
                <a:lnTo>
                  <a:pt x="492" y="42"/>
                </a:lnTo>
                <a:lnTo>
                  <a:pt x="500" y="47"/>
                </a:lnTo>
                <a:lnTo>
                  <a:pt x="508" y="51"/>
                </a:lnTo>
                <a:lnTo>
                  <a:pt x="515" y="56"/>
                </a:lnTo>
                <a:lnTo>
                  <a:pt x="522" y="60"/>
                </a:lnTo>
                <a:lnTo>
                  <a:pt x="529" y="65"/>
                </a:lnTo>
                <a:lnTo>
                  <a:pt x="536" y="70"/>
                </a:lnTo>
                <a:lnTo>
                  <a:pt x="543" y="75"/>
                </a:lnTo>
                <a:lnTo>
                  <a:pt x="550" y="81"/>
                </a:lnTo>
                <a:lnTo>
                  <a:pt x="556" y="86"/>
                </a:lnTo>
                <a:lnTo>
                  <a:pt x="562" y="92"/>
                </a:lnTo>
                <a:lnTo>
                  <a:pt x="568" y="97"/>
                </a:lnTo>
                <a:lnTo>
                  <a:pt x="573" y="103"/>
                </a:lnTo>
                <a:lnTo>
                  <a:pt x="578" y="109"/>
                </a:lnTo>
                <a:lnTo>
                  <a:pt x="583" y="115"/>
                </a:lnTo>
                <a:lnTo>
                  <a:pt x="587" y="121"/>
                </a:lnTo>
                <a:lnTo>
                  <a:pt x="592" y="128"/>
                </a:lnTo>
                <a:lnTo>
                  <a:pt x="596" y="134"/>
                </a:lnTo>
                <a:lnTo>
                  <a:pt x="599" y="140"/>
                </a:lnTo>
                <a:lnTo>
                  <a:pt x="603" y="147"/>
                </a:lnTo>
                <a:lnTo>
                  <a:pt x="606" y="154"/>
                </a:lnTo>
                <a:lnTo>
                  <a:pt x="609" y="160"/>
                </a:lnTo>
                <a:lnTo>
                  <a:pt x="611" y="167"/>
                </a:lnTo>
                <a:lnTo>
                  <a:pt x="614" y="174"/>
                </a:lnTo>
                <a:lnTo>
                  <a:pt x="616" y="181"/>
                </a:lnTo>
                <a:lnTo>
                  <a:pt x="617" y="188"/>
                </a:lnTo>
                <a:lnTo>
                  <a:pt x="619" y="194"/>
                </a:lnTo>
                <a:lnTo>
                  <a:pt x="620" y="201"/>
                </a:lnTo>
                <a:lnTo>
                  <a:pt x="621" y="208"/>
                </a:lnTo>
                <a:lnTo>
                  <a:pt x="621" y="215"/>
                </a:lnTo>
                <a:lnTo>
                  <a:pt x="621" y="222"/>
                </a:lnTo>
                <a:close/>
              </a:path>
            </a:pathLst>
          </a:custGeom>
          <a:solidFill>
            <a:srgbClr val="ff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3" name=""/>
          <p:cNvSpPr/>
          <p:nvPr/>
        </p:nvSpPr>
        <p:spPr>
          <a:xfrm>
            <a:off x="7948080" y="2862000"/>
            <a:ext cx="229320" cy="164520"/>
          </a:xfrm>
          <a:custGeom>
            <a:avLst/>
            <a:gdLst/>
            <a:ahLst/>
            <a:rect l="0" t="0" r="r" b="b"/>
            <a:pathLst>
              <a:path w="637" h="457">
                <a:moveTo>
                  <a:pt x="629" y="229"/>
                </a:moveTo>
                <a:lnTo>
                  <a:pt x="629" y="222"/>
                </a:lnTo>
                <a:lnTo>
                  <a:pt x="629" y="215"/>
                </a:lnTo>
                <a:lnTo>
                  <a:pt x="628" y="208"/>
                </a:lnTo>
                <a:lnTo>
                  <a:pt x="627" y="201"/>
                </a:lnTo>
                <a:lnTo>
                  <a:pt x="625" y="195"/>
                </a:lnTo>
                <a:lnTo>
                  <a:pt x="624" y="188"/>
                </a:lnTo>
                <a:lnTo>
                  <a:pt x="622" y="181"/>
                </a:lnTo>
                <a:lnTo>
                  <a:pt x="619" y="174"/>
                </a:lnTo>
                <a:lnTo>
                  <a:pt x="617" y="167"/>
                </a:lnTo>
                <a:lnTo>
                  <a:pt x="614" y="161"/>
                </a:lnTo>
                <a:lnTo>
                  <a:pt x="611" y="154"/>
                </a:lnTo>
                <a:lnTo>
                  <a:pt x="607" y="147"/>
                </a:lnTo>
                <a:lnTo>
                  <a:pt x="604" y="141"/>
                </a:lnTo>
                <a:lnTo>
                  <a:pt x="600" y="135"/>
                </a:lnTo>
                <a:lnTo>
                  <a:pt x="595" y="128"/>
                </a:lnTo>
                <a:lnTo>
                  <a:pt x="591" y="122"/>
                </a:lnTo>
                <a:lnTo>
                  <a:pt x="586" y="116"/>
                </a:lnTo>
                <a:lnTo>
                  <a:pt x="581" y="110"/>
                </a:lnTo>
                <a:lnTo>
                  <a:pt x="576" y="104"/>
                </a:lnTo>
                <a:lnTo>
                  <a:pt x="570" y="99"/>
                </a:lnTo>
                <a:lnTo>
                  <a:pt x="564" y="93"/>
                </a:lnTo>
                <a:lnTo>
                  <a:pt x="558" y="88"/>
                </a:lnTo>
                <a:lnTo>
                  <a:pt x="552" y="82"/>
                </a:lnTo>
                <a:lnTo>
                  <a:pt x="545" y="77"/>
                </a:lnTo>
                <a:lnTo>
                  <a:pt x="538" y="72"/>
                </a:lnTo>
                <a:lnTo>
                  <a:pt x="531" y="67"/>
                </a:lnTo>
                <a:lnTo>
                  <a:pt x="524" y="63"/>
                </a:lnTo>
                <a:lnTo>
                  <a:pt x="517" y="58"/>
                </a:lnTo>
                <a:lnTo>
                  <a:pt x="509" y="54"/>
                </a:lnTo>
                <a:lnTo>
                  <a:pt x="501" y="49"/>
                </a:lnTo>
                <a:lnTo>
                  <a:pt x="493" y="45"/>
                </a:lnTo>
                <a:lnTo>
                  <a:pt x="485" y="42"/>
                </a:lnTo>
                <a:lnTo>
                  <a:pt x="477" y="38"/>
                </a:lnTo>
                <a:lnTo>
                  <a:pt x="468" y="35"/>
                </a:lnTo>
                <a:lnTo>
                  <a:pt x="459" y="31"/>
                </a:lnTo>
                <a:lnTo>
                  <a:pt x="450" y="28"/>
                </a:lnTo>
                <a:lnTo>
                  <a:pt x="441" y="25"/>
                </a:lnTo>
                <a:lnTo>
                  <a:pt x="432" y="23"/>
                </a:lnTo>
                <a:lnTo>
                  <a:pt x="423" y="20"/>
                </a:lnTo>
                <a:lnTo>
                  <a:pt x="414" y="18"/>
                </a:lnTo>
                <a:lnTo>
                  <a:pt x="405" y="16"/>
                </a:lnTo>
                <a:lnTo>
                  <a:pt x="395" y="14"/>
                </a:lnTo>
                <a:lnTo>
                  <a:pt x="386" y="11"/>
                </a:lnTo>
                <a:lnTo>
                  <a:pt x="376" y="10"/>
                </a:lnTo>
                <a:lnTo>
                  <a:pt x="366" y="9"/>
                </a:lnTo>
                <a:lnTo>
                  <a:pt x="357" y="8"/>
                </a:lnTo>
                <a:lnTo>
                  <a:pt x="347" y="7"/>
                </a:lnTo>
                <a:lnTo>
                  <a:pt x="337" y="6"/>
                </a:lnTo>
                <a:lnTo>
                  <a:pt x="328" y="6"/>
                </a:lnTo>
                <a:lnTo>
                  <a:pt x="318" y="6"/>
                </a:lnTo>
                <a:lnTo>
                  <a:pt x="308" y="6"/>
                </a:lnTo>
                <a:lnTo>
                  <a:pt x="298" y="6"/>
                </a:lnTo>
                <a:lnTo>
                  <a:pt x="289" y="7"/>
                </a:lnTo>
                <a:lnTo>
                  <a:pt x="279" y="8"/>
                </a:lnTo>
                <a:lnTo>
                  <a:pt x="269" y="9"/>
                </a:lnTo>
                <a:lnTo>
                  <a:pt x="260" y="10"/>
                </a:lnTo>
                <a:lnTo>
                  <a:pt x="250" y="11"/>
                </a:lnTo>
                <a:lnTo>
                  <a:pt x="241" y="14"/>
                </a:lnTo>
                <a:lnTo>
                  <a:pt x="231" y="16"/>
                </a:lnTo>
                <a:lnTo>
                  <a:pt x="222" y="18"/>
                </a:lnTo>
                <a:lnTo>
                  <a:pt x="213" y="20"/>
                </a:lnTo>
                <a:lnTo>
                  <a:pt x="204" y="23"/>
                </a:lnTo>
                <a:lnTo>
                  <a:pt x="195" y="25"/>
                </a:lnTo>
                <a:lnTo>
                  <a:pt x="186" y="28"/>
                </a:lnTo>
                <a:lnTo>
                  <a:pt x="177" y="31"/>
                </a:lnTo>
                <a:lnTo>
                  <a:pt x="168" y="35"/>
                </a:lnTo>
                <a:lnTo>
                  <a:pt x="160" y="38"/>
                </a:lnTo>
                <a:lnTo>
                  <a:pt x="152" y="42"/>
                </a:lnTo>
                <a:lnTo>
                  <a:pt x="144" y="45"/>
                </a:lnTo>
                <a:lnTo>
                  <a:pt x="136" y="49"/>
                </a:lnTo>
                <a:lnTo>
                  <a:pt x="128" y="54"/>
                </a:lnTo>
                <a:lnTo>
                  <a:pt x="120" y="58"/>
                </a:lnTo>
                <a:lnTo>
                  <a:pt x="113" y="63"/>
                </a:lnTo>
                <a:lnTo>
                  <a:pt x="106" y="67"/>
                </a:lnTo>
                <a:lnTo>
                  <a:pt x="99" y="72"/>
                </a:lnTo>
                <a:lnTo>
                  <a:pt x="92" y="77"/>
                </a:lnTo>
                <a:lnTo>
                  <a:pt x="85" y="82"/>
                </a:lnTo>
                <a:lnTo>
                  <a:pt x="79" y="88"/>
                </a:lnTo>
                <a:lnTo>
                  <a:pt x="73" y="93"/>
                </a:lnTo>
                <a:lnTo>
                  <a:pt x="67" y="99"/>
                </a:lnTo>
                <a:lnTo>
                  <a:pt x="61" y="104"/>
                </a:lnTo>
                <a:lnTo>
                  <a:pt x="56" y="110"/>
                </a:lnTo>
                <a:lnTo>
                  <a:pt x="51" y="116"/>
                </a:lnTo>
                <a:lnTo>
                  <a:pt x="46" y="122"/>
                </a:lnTo>
                <a:lnTo>
                  <a:pt x="42" y="128"/>
                </a:lnTo>
                <a:lnTo>
                  <a:pt x="37" y="135"/>
                </a:lnTo>
                <a:lnTo>
                  <a:pt x="33" y="141"/>
                </a:lnTo>
                <a:lnTo>
                  <a:pt x="30" y="147"/>
                </a:lnTo>
                <a:lnTo>
                  <a:pt x="26" y="154"/>
                </a:lnTo>
                <a:lnTo>
                  <a:pt x="23" y="161"/>
                </a:lnTo>
                <a:lnTo>
                  <a:pt x="20" y="167"/>
                </a:lnTo>
                <a:lnTo>
                  <a:pt x="17" y="174"/>
                </a:lnTo>
                <a:lnTo>
                  <a:pt x="15" y="181"/>
                </a:lnTo>
                <a:lnTo>
                  <a:pt x="13" y="188"/>
                </a:lnTo>
                <a:lnTo>
                  <a:pt x="12" y="195"/>
                </a:lnTo>
                <a:lnTo>
                  <a:pt x="10" y="201"/>
                </a:lnTo>
                <a:lnTo>
                  <a:pt x="9" y="208"/>
                </a:lnTo>
                <a:lnTo>
                  <a:pt x="8" y="215"/>
                </a:lnTo>
                <a:lnTo>
                  <a:pt x="8" y="222"/>
                </a:lnTo>
                <a:lnTo>
                  <a:pt x="8" y="229"/>
                </a:lnTo>
                <a:lnTo>
                  <a:pt x="8" y="236"/>
                </a:lnTo>
                <a:lnTo>
                  <a:pt x="8" y="243"/>
                </a:lnTo>
                <a:lnTo>
                  <a:pt x="9" y="250"/>
                </a:lnTo>
                <a:lnTo>
                  <a:pt x="10" y="257"/>
                </a:lnTo>
                <a:lnTo>
                  <a:pt x="12" y="264"/>
                </a:lnTo>
                <a:lnTo>
                  <a:pt x="13" y="271"/>
                </a:lnTo>
                <a:lnTo>
                  <a:pt x="15" y="278"/>
                </a:lnTo>
                <a:lnTo>
                  <a:pt x="17" y="285"/>
                </a:lnTo>
                <a:lnTo>
                  <a:pt x="20" y="291"/>
                </a:lnTo>
                <a:lnTo>
                  <a:pt x="23" y="298"/>
                </a:lnTo>
                <a:lnTo>
                  <a:pt x="26" y="305"/>
                </a:lnTo>
                <a:lnTo>
                  <a:pt x="30" y="311"/>
                </a:lnTo>
                <a:lnTo>
                  <a:pt x="33" y="318"/>
                </a:lnTo>
                <a:lnTo>
                  <a:pt x="37" y="324"/>
                </a:lnTo>
                <a:lnTo>
                  <a:pt x="42" y="330"/>
                </a:lnTo>
                <a:lnTo>
                  <a:pt x="46" y="336"/>
                </a:lnTo>
                <a:lnTo>
                  <a:pt x="51" y="342"/>
                </a:lnTo>
                <a:lnTo>
                  <a:pt x="56" y="348"/>
                </a:lnTo>
                <a:lnTo>
                  <a:pt x="61" y="354"/>
                </a:lnTo>
                <a:lnTo>
                  <a:pt x="67" y="360"/>
                </a:lnTo>
                <a:lnTo>
                  <a:pt x="73" y="366"/>
                </a:lnTo>
                <a:lnTo>
                  <a:pt x="79" y="371"/>
                </a:lnTo>
                <a:lnTo>
                  <a:pt x="85" y="376"/>
                </a:lnTo>
                <a:lnTo>
                  <a:pt x="92" y="381"/>
                </a:lnTo>
                <a:lnTo>
                  <a:pt x="99" y="386"/>
                </a:lnTo>
                <a:lnTo>
                  <a:pt x="106" y="391"/>
                </a:lnTo>
                <a:lnTo>
                  <a:pt x="113" y="396"/>
                </a:lnTo>
                <a:lnTo>
                  <a:pt x="120" y="401"/>
                </a:lnTo>
                <a:lnTo>
                  <a:pt x="128" y="405"/>
                </a:lnTo>
                <a:lnTo>
                  <a:pt x="136" y="409"/>
                </a:lnTo>
                <a:lnTo>
                  <a:pt x="144" y="413"/>
                </a:lnTo>
                <a:lnTo>
                  <a:pt x="152" y="417"/>
                </a:lnTo>
                <a:lnTo>
                  <a:pt x="160" y="421"/>
                </a:lnTo>
                <a:lnTo>
                  <a:pt x="168" y="424"/>
                </a:lnTo>
                <a:lnTo>
                  <a:pt x="177" y="427"/>
                </a:lnTo>
                <a:lnTo>
                  <a:pt x="186" y="430"/>
                </a:lnTo>
                <a:lnTo>
                  <a:pt x="195" y="433"/>
                </a:lnTo>
                <a:lnTo>
                  <a:pt x="204" y="436"/>
                </a:lnTo>
                <a:lnTo>
                  <a:pt x="213" y="438"/>
                </a:lnTo>
                <a:lnTo>
                  <a:pt x="222" y="441"/>
                </a:lnTo>
                <a:lnTo>
                  <a:pt x="231" y="443"/>
                </a:lnTo>
                <a:lnTo>
                  <a:pt x="241" y="445"/>
                </a:lnTo>
                <a:lnTo>
                  <a:pt x="250" y="446"/>
                </a:lnTo>
                <a:lnTo>
                  <a:pt x="260" y="448"/>
                </a:lnTo>
                <a:lnTo>
                  <a:pt x="269" y="449"/>
                </a:lnTo>
                <a:lnTo>
                  <a:pt x="279" y="450"/>
                </a:lnTo>
                <a:lnTo>
                  <a:pt x="289" y="451"/>
                </a:lnTo>
                <a:lnTo>
                  <a:pt x="298" y="451"/>
                </a:lnTo>
                <a:lnTo>
                  <a:pt x="308" y="451"/>
                </a:lnTo>
                <a:lnTo>
                  <a:pt x="318" y="452"/>
                </a:lnTo>
                <a:lnTo>
                  <a:pt x="328" y="451"/>
                </a:lnTo>
                <a:lnTo>
                  <a:pt x="337" y="451"/>
                </a:lnTo>
                <a:lnTo>
                  <a:pt x="347" y="451"/>
                </a:lnTo>
                <a:lnTo>
                  <a:pt x="357" y="450"/>
                </a:lnTo>
                <a:lnTo>
                  <a:pt x="366" y="449"/>
                </a:lnTo>
                <a:lnTo>
                  <a:pt x="376" y="448"/>
                </a:lnTo>
                <a:lnTo>
                  <a:pt x="386" y="446"/>
                </a:lnTo>
                <a:lnTo>
                  <a:pt x="395" y="445"/>
                </a:lnTo>
                <a:lnTo>
                  <a:pt x="405" y="443"/>
                </a:lnTo>
                <a:lnTo>
                  <a:pt x="414" y="441"/>
                </a:lnTo>
                <a:lnTo>
                  <a:pt x="423" y="438"/>
                </a:lnTo>
                <a:lnTo>
                  <a:pt x="432" y="436"/>
                </a:lnTo>
                <a:lnTo>
                  <a:pt x="441" y="433"/>
                </a:lnTo>
                <a:lnTo>
                  <a:pt x="450" y="430"/>
                </a:lnTo>
                <a:lnTo>
                  <a:pt x="459" y="427"/>
                </a:lnTo>
                <a:lnTo>
                  <a:pt x="468" y="424"/>
                </a:lnTo>
                <a:lnTo>
                  <a:pt x="477" y="421"/>
                </a:lnTo>
                <a:lnTo>
                  <a:pt x="485" y="417"/>
                </a:lnTo>
                <a:lnTo>
                  <a:pt x="493" y="413"/>
                </a:lnTo>
                <a:lnTo>
                  <a:pt x="501" y="409"/>
                </a:lnTo>
                <a:lnTo>
                  <a:pt x="509" y="405"/>
                </a:lnTo>
                <a:lnTo>
                  <a:pt x="517" y="401"/>
                </a:lnTo>
                <a:lnTo>
                  <a:pt x="524" y="396"/>
                </a:lnTo>
                <a:lnTo>
                  <a:pt x="531" y="391"/>
                </a:lnTo>
                <a:lnTo>
                  <a:pt x="538" y="386"/>
                </a:lnTo>
                <a:lnTo>
                  <a:pt x="545" y="381"/>
                </a:lnTo>
                <a:lnTo>
                  <a:pt x="552" y="376"/>
                </a:lnTo>
                <a:lnTo>
                  <a:pt x="558" y="371"/>
                </a:lnTo>
                <a:lnTo>
                  <a:pt x="564" y="366"/>
                </a:lnTo>
                <a:lnTo>
                  <a:pt x="570" y="360"/>
                </a:lnTo>
                <a:lnTo>
                  <a:pt x="576" y="354"/>
                </a:lnTo>
                <a:lnTo>
                  <a:pt x="581" y="348"/>
                </a:lnTo>
                <a:lnTo>
                  <a:pt x="586" y="342"/>
                </a:lnTo>
                <a:lnTo>
                  <a:pt x="591" y="336"/>
                </a:lnTo>
                <a:lnTo>
                  <a:pt x="595" y="330"/>
                </a:lnTo>
                <a:lnTo>
                  <a:pt x="600" y="324"/>
                </a:lnTo>
                <a:lnTo>
                  <a:pt x="604" y="318"/>
                </a:lnTo>
                <a:lnTo>
                  <a:pt x="607" y="311"/>
                </a:lnTo>
                <a:lnTo>
                  <a:pt x="611" y="305"/>
                </a:lnTo>
                <a:lnTo>
                  <a:pt x="614" y="298"/>
                </a:lnTo>
                <a:lnTo>
                  <a:pt x="617" y="291"/>
                </a:lnTo>
                <a:lnTo>
                  <a:pt x="619" y="285"/>
                </a:lnTo>
                <a:lnTo>
                  <a:pt x="622" y="278"/>
                </a:lnTo>
                <a:lnTo>
                  <a:pt x="624" y="271"/>
                </a:lnTo>
                <a:lnTo>
                  <a:pt x="625" y="264"/>
                </a:lnTo>
                <a:lnTo>
                  <a:pt x="627" y="257"/>
                </a:lnTo>
                <a:lnTo>
                  <a:pt x="628" y="250"/>
                </a:lnTo>
                <a:lnTo>
                  <a:pt x="629" y="243"/>
                </a:lnTo>
                <a:lnTo>
                  <a:pt x="629" y="236"/>
                </a:lnTo>
                <a:lnTo>
                  <a:pt x="629" y="229"/>
                </a:lnTo>
                <a:moveTo>
                  <a:pt x="637" y="229"/>
                </a:moveTo>
                <a:lnTo>
                  <a:pt x="637" y="236"/>
                </a:lnTo>
                <a:lnTo>
                  <a:pt x="636" y="244"/>
                </a:lnTo>
                <a:lnTo>
                  <a:pt x="636" y="251"/>
                </a:lnTo>
                <a:lnTo>
                  <a:pt x="634" y="258"/>
                </a:lnTo>
                <a:lnTo>
                  <a:pt x="633" y="265"/>
                </a:lnTo>
                <a:lnTo>
                  <a:pt x="631" y="272"/>
                </a:lnTo>
                <a:lnTo>
                  <a:pt x="629" y="279"/>
                </a:lnTo>
                <a:lnTo>
                  <a:pt x="627" y="286"/>
                </a:lnTo>
                <a:lnTo>
                  <a:pt x="624" y="293"/>
                </a:lnTo>
                <a:lnTo>
                  <a:pt x="621" y="300"/>
                </a:lnTo>
                <a:lnTo>
                  <a:pt x="618" y="306"/>
                </a:lnTo>
                <a:lnTo>
                  <a:pt x="615" y="313"/>
                </a:lnTo>
                <a:lnTo>
                  <a:pt x="611" y="320"/>
                </a:lnTo>
                <a:lnTo>
                  <a:pt x="607" y="326"/>
                </a:lnTo>
                <a:lnTo>
                  <a:pt x="602" y="333"/>
                </a:lnTo>
                <a:lnTo>
                  <a:pt x="598" y="339"/>
                </a:lnTo>
                <a:lnTo>
                  <a:pt x="593" y="345"/>
                </a:lnTo>
                <a:lnTo>
                  <a:pt x="587" y="351"/>
                </a:lnTo>
                <a:lnTo>
                  <a:pt x="582" y="357"/>
                </a:lnTo>
                <a:lnTo>
                  <a:pt x="576" y="363"/>
                </a:lnTo>
                <a:lnTo>
                  <a:pt x="570" y="369"/>
                </a:lnTo>
                <a:lnTo>
                  <a:pt x="564" y="375"/>
                </a:lnTo>
                <a:lnTo>
                  <a:pt x="557" y="380"/>
                </a:lnTo>
                <a:lnTo>
                  <a:pt x="551" y="385"/>
                </a:lnTo>
                <a:lnTo>
                  <a:pt x="544" y="390"/>
                </a:lnTo>
                <a:lnTo>
                  <a:pt x="537" y="395"/>
                </a:lnTo>
                <a:lnTo>
                  <a:pt x="529" y="400"/>
                </a:lnTo>
                <a:lnTo>
                  <a:pt x="522" y="405"/>
                </a:lnTo>
                <a:lnTo>
                  <a:pt x="514" y="409"/>
                </a:lnTo>
                <a:lnTo>
                  <a:pt x="506" y="414"/>
                </a:lnTo>
                <a:lnTo>
                  <a:pt x="498" y="418"/>
                </a:lnTo>
                <a:lnTo>
                  <a:pt x="489" y="422"/>
                </a:lnTo>
                <a:lnTo>
                  <a:pt x="481" y="425"/>
                </a:lnTo>
                <a:lnTo>
                  <a:pt x="472" y="429"/>
                </a:lnTo>
                <a:lnTo>
                  <a:pt x="462" y="432"/>
                </a:lnTo>
                <a:lnTo>
                  <a:pt x="453" y="435"/>
                </a:lnTo>
                <a:lnTo>
                  <a:pt x="444" y="438"/>
                </a:lnTo>
                <a:lnTo>
                  <a:pt x="435" y="441"/>
                </a:lnTo>
                <a:lnTo>
                  <a:pt x="426" y="444"/>
                </a:lnTo>
                <a:lnTo>
                  <a:pt x="416" y="446"/>
                </a:lnTo>
                <a:lnTo>
                  <a:pt x="407" y="448"/>
                </a:lnTo>
                <a:lnTo>
                  <a:pt x="397" y="450"/>
                </a:lnTo>
                <a:lnTo>
                  <a:pt x="387" y="452"/>
                </a:lnTo>
                <a:lnTo>
                  <a:pt x="378" y="453"/>
                </a:lnTo>
                <a:lnTo>
                  <a:pt x="368" y="454"/>
                </a:lnTo>
                <a:lnTo>
                  <a:pt x="358" y="455"/>
                </a:lnTo>
                <a:lnTo>
                  <a:pt x="348" y="456"/>
                </a:lnTo>
                <a:lnTo>
                  <a:pt x="338" y="457"/>
                </a:lnTo>
                <a:lnTo>
                  <a:pt x="328" y="457"/>
                </a:lnTo>
                <a:lnTo>
                  <a:pt x="318" y="457"/>
                </a:lnTo>
                <a:lnTo>
                  <a:pt x="308" y="457"/>
                </a:lnTo>
                <a:lnTo>
                  <a:pt x="298" y="457"/>
                </a:lnTo>
                <a:lnTo>
                  <a:pt x="288" y="456"/>
                </a:lnTo>
                <a:lnTo>
                  <a:pt x="278" y="455"/>
                </a:lnTo>
                <a:lnTo>
                  <a:pt x="268" y="454"/>
                </a:lnTo>
                <a:lnTo>
                  <a:pt x="258" y="453"/>
                </a:lnTo>
                <a:lnTo>
                  <a:pt x="249" y="452"/>
                </a:lnTo>
                <a:lnTo>
                  <a:pt x="239" y="450"/>
                </a:lnTo>
                <a:lnTo>
                  <a:pt x="229" y="448"/>
                </a:lnTo>
                <a:lnTo>
                  <a:pt x="220" y="446"/>
                </a:lnTo>
                <a:lnTo>
                  <a:pt x="210" y="444"/>
                </a:lnTo>
                <a:lnTo>
                  <a:pt x="201" y="441"/>
                </a:lnTo>
                <a:lnTo>
                  <a:pt x="192" y="438"/>
                </a:lnTo>
                <a:lnTo>
                  <a:pt x="183" y="435"/>
                </a:lnTo>
                <a:lnTo>
                  <a:pt x="174" y="432"/>
                </a:lnTo>
                <a:lnTo>
                  <a:pt x="165" y="429"/>
                </a:lnTo>
                <a:lnTo>
                  <a:pt x="156" y="425"/>
                </a:lnTo>
                <a:lnTo>
                  <a:pt x="148" y="422"/>
                </a:lnTo>
                <a:lnTo>
                  <a:pt x="139" y="418"/>
                </a:lnTo>
                <a:lnTo>
                  <a:pt x="131" y="414"/>
                </a:lnTo>
                <a:lnTo>
                  <a:pt x="123" y="409"/>
                </a:lnTo>
                <a:lnTo>
                  <a:pt x="115" y="405"/>
                </a:lnTo>
                <a:lnTo>
                  <a:pt x="108" y="400"/>
                </a:lnTo>
                <a:lnTo>
                  <a:pt x="100" y="395"/>
                </a:lnTo>
                <a:lnTo>
                  <a:pt x="93" y="390"/>
                </a:lnTo>
                <a:lnTo>
                  <a:pt x="86" y="385"/>
                </a:lnTo>
                <a:lnTo>
                  <a:pt x="79" y="380"/>
                </a:lnTo>
                <a:lnTo>
                  <a:pt x="73" y="375"/>
                </a:lnTo>
                <a:lnTo>
                  <a:pt x="67" y="369"/>
                </a:lnTo>
                <a:lnTo>
                  <a:pt x="61" y="363"/>
                </a:lnTo>
                <a:lnTo>
                  <a:pt x="55" y="357"/>
                </a:lnTo>
                <a:lnTo>
                  <a:pt x="49" y="351"/>
                </a:lnTo>
                <a:lnTo>
                  <a:pt x="44" y="345"/>
                </a:lnTo>
                <a:lnTo>
                  <a:pt x="39" y="339"/>
                </a:lnTo>
                <a:lnTo>
                  <a:pt x="35" y="333"/>
                </a:lnTo>
                <a:lnTo>
                  <a:pt x="30" y="326"/>
                </a:lnTo>
                <a:lnTo>
                  <a:pt x="26" y="320"/>
                </a:lnTo>
                <a:lnTo>
                  <a:pt x="22" y="313"/>
                </a:lnTo>
                <a:lnTo>
                  <a:pt x="19" y="306"/>
                </a:lnTo>
                <a:lnTo>
                  <a:pt x="16" y="300"/>
                </a:lnTo>
                <a:lnTo>
                  <a:pt x="13" y="293"/>
                </a:lnTo>
                <a:lnTo>
                  <a:pt x="10" y="286"/>
                </a:lnTo>
                <a:lnTo>
                  <a:pt x="8" y="279"/>
                </a:lnTo>
                <a:lnTo>
                  <a:pt x="6" y="272"/>
                </a:lnTo>
                <a:lnTo>
                  <a:pt x="4" y="265"/>
                </a:lnTo>
                <a:lnTo>
                  <a:pt x="2" y="258"/>
                </a:lnTo>
                <a:lnTo>
                  <a:pt x="1" y="251"/>
                </a:lnTo>
                <a:lnTo>
                  <a:pt x="1" y="244"/>
                </a:lnTo>
                <a:lnTo>
                  <a:pt x="0" y="236"/>
                </a:lnTo>
                <a:lnTo>
                  <a:pt x="0" y="229"/>
                </a:lnTo>
                <a:lnTo>
                  <a:pt x="0" y="222"/>
                </a:lnTo>
                <a:lnTo>
                  <a:pt x="1" y="215"/>
                </a:lnTo>
                <a:lnTo>
                  <a:pt x="1" y="208"/>
                </a:lnTo>
                <a:lnTo>
                  <a:pt x="2" y="201"/>
                </a:lnTo>
                <a:lnTo>
                  <a:pt x="4" y="194"/>
                </a:lnTo>
                <a:lnTo>
                  <a:pt x="6" y="187"/>
                </a:lnTo>
                <a:lnTo>
                  <a:pt x="8" y="180"/>
                </a:lnTo>
                <a:lnTo>
                  <a:pt x="10" y="173"/>
                </a:lnTo>
                <a:lnTo>
                  <a:pt x="13" y="166"/>
                </a:lnTo>
                <a:lnTo>
                  <a:pt x="16" y="159"/>
                </a:lnTo>
                <a:lnTo>
                  <a:pt x="19" y="152"/>
                </a:lnTo>
                <a:lnTo>
                  <a:pt x="22" y="145"/>
                </a:lnTo>
                <a:lnTo>
                  <a:pt x="26" y="139"/>
                </a:lnTo>
                <a:lnTo>
                  <a:pt x="30" y="132"/>
                </a:lnTo>
                <a:lnTo>
                  <a:pt x="35" y="126"/>
                </a:lnTo>
                <a:lnTo>
                  <a:pt x="39" y="120"/>
                </a:lnTo>
                <a:lnTo>
                  <a:pt x="44" y="113"/>
                </a:lnTo>
                <a:lnTo>
                  <a:pt x="49" y="107"/>
                </a:lnTo>
                <a:lnTo>
                  <a:pt x="55" y="101"/>
                </a:lnTo>
                <a:lnTo>
                  <a:pt x="61" y="95"/>
                </a:lnTo>
                <a:lnTo>
                  <a:pt x="67" y="90"/>
                </a:lnTo>
                <a:lnTo>
                  <a:pt x="73" y="84"/>
                </a:lnTo>
                <a:lnTo>
                  <a:pt x="79" y="79"/>
                </a:lnTo>
                <a:lnTo>
                  <a:pt x="86" y="73"/>
                </a:lnTo>
                <a:lnTo>
                  <a:pt x="93" y="68"/>
                </a:lnTo>
                <a:lnTo>
                  <a:pt x="100" y="63"/>
                </a:lnTo>
                <a:lnTo>
                  <a:pt x="108" y="58"/>
                </a:lnTo>
                <a:lnTo>
                  <a:pt x="115" y="54"/>
                </a:lnTo>
                <a:lnTo>
                  <a:pt x="123" y="49"/>
                </a:lnTo>
                <a:lnTo>
                  <a:pt x="131" y="45"/>
                </a:lnTo>
                <a:lnTo>
                  <a:pt x="139" y="41"/>
                </a:lnTo>
                <a:lnTo>
                  <a:pt x="148" y="37"/>
                </a:lnTo>
                <a:lnTo>
                  <a:pt x="156" y="33"/>
                </a:lnTo>
                <a:lnTo>
                  <a:pt x="165" y="30"/>
                </a:lnTo>
                <a:lnTo>
                  <a:pt x="174" y="26"/>
                </a:lnTo>
                <a:lnTo>
                  <a:pt x="183" y="23"/>
                </a:lnTo>
                <a:lnTo>
                  <a:pt x="192" y="20"/>
                </a:lnTo>
                <a:lnTo>
                  <a:pt x="201" y="17"/>
                </a:lnTo>
                <a:lnTo>
                  <a:pt x="210" y="15"/>
                </a:lnTo>
                <a:lnTo>
                  <a:pt x="220" y="12"/>
                </a:lnTo>
                <a:lnTo>
                  <a:pt x="229" y="10"/>
                </a:lnTo>
                <a:lnTo>
                  <a:pt x="239" y="8"/>
                </a:lnTo>
                <a:lnTo>
                  <a:pt x="249" y="6"/>
                </a:lnTo>
                <a:lnTo>
                  <a:pt x="258" y="5"/>
                </a:lnTo>
                <a:lnTo>
                  <a:pt x="268" y="3"/>
                </a:lnTo>
                <a:lnTo>
                  <a:pt x="278" y="2"/>
                </a:lnTo>
                <a:lnTo>
                  <a:pt x="288" y="2"/>
                </a:lnTo>
                <a:lnTo>
                  <a:pt x="298" y="1"/>
                </a:lnTo>
                <a:lnTo>
                  <a:pt x="308" y="1"/>
                </a:lnTo>
                <a:lnTo>
                  <a:pt x="318" y="0"/>
                </a:lnTo>
                <a:lnTo>
                  <a:pt x="328" y="1"/>
                </a:lnTo>
                <a:lnTo>
                  <a:pt x="338" y="1"/>
                </a:lnTo>
                <a:lnTo>
                  <a:pt x="348" y="2"/>
                </a:lnTo>
                <a:lnTo>
                  <a:pt x="358" y="2"/>
                </a:lnTo>
                <a:lnTo>
                  <a:pt x="368" y="3"/>
                </a:lnTo>
                <a:lnTo>
                  <a:pt x="378" y="5"/>
                </a:lnTo>
                <a:lnTo>
                  <a:pt x="387" y="6"/>
                </a:lnTo>
                <a:lnTo>
                  <a:pt x="397" y="8"/>
                </a:lnTo>
                <a:lnTo>
                  <a:pt x="407" y="10"/>
                </a:lnTo>
                <a:lnTo>
                  <a:pt x="416" y="12"/>
                </a:lnTo>
                <a:lnTo>
                  <a:pt x="426" y="15"/>
                </a:lnTo>
                <a:lnTo>
                  <a:pt x="435" y="17"/>
                </a:lnTo>
                <a:lnTo>
                  <a:pt x="444" y="20"/>
                </a:lnTo>
                <a:lnTo>
                  <a:pt x="453" y="23"/>
                </a:lnTo>
                <a:lnTo>
                  <a:pt x="462" y="26"/>
                </a:lnTo>
                <a:lnTo>
                  <a:pt x="472" y="30"/>
                </a:lnTo>
                <a:lnTo>
                  <a:pt x="481" y="33"/>
                </a:lnTo>
                <a:lnTo>
                  <a:pt x="489" y="37"/>
                </a:lnTo>
                <a:lnTo>
                  <a:pt x="498" y="41"/>
                </a:lnTo>
                <a:lnTo>
                  <a:pt x="506" y="45"/>
                </a:lnTo>
                <a:lnTo>
                  <a:pt x="514" y="49"/>
                </a:lnTo>
                <a:lnTo>
                  <a:pt x="522" y="54"/>
                </a:lnTo>
                <a:lnTo>
                  <a:pt x="529" y="58"/>
                </a:lnTo>
                <a:lnTo>
                  <a:pt x="537" y="63"/>
                </a:lnTo>
                <a:lnTo>
                  <a:pt x="544" y="68"/>
                </a:lnTo>
                <a:lnTo>
                  <a:pt x="551" y="73"/>
                </a:lnTo>
                <a:lnTo>
                  <a:pt x="557" y="79"/>
                </a:lnTo>
                <a:lnTo>
                  <a:pt x="564" y="84"/>
                </a:lnTo>
                <a:lnTo>
                  <a:pt x="570" y="90"/>
                </a:lnTo>
                <a:lnTo>
                  <a:pt x="576" y="95"/>
                </a:lnTo>
                <a:lnTo>
                  <a:pt x="582" y="101"/>
                </a:lnTo>
                <a:lnTo>
                  <a:pt x="587" y="107"/>
                </a:lnTo>
                <a:lnTo>
                  <a:pt x="593" y="113"/>
                </a:lnTo>
                <a:lnTo>
                  <a:pt x="598" y="120"/>
                </a:lnTo>
                <a:lnTo>
                  <a:pt x="602" y="126"/>
                </a:lnTo>
                <a:lnTo>
                  <a:pt x="607" y="132"/>
                </a:lnTo>
                <a:lnTo>
                  <a:pt x="611" y="139"/>
                </a:lnTo>
                <a:lnTo>
                  <a:pt x="615" y="145"/>
                </a:lnTo>
                <a:lnTo>
                  <a:pt x="618" y="152"/>
                </a:lnTo>
                <a:lnTo>
                  <a:pt x="621" y="159"/>
                </a:lnTo>
                <a:lnTo>
                  <a:pt x="624" y="166"/>
                </a:lnTo>
                <a:lnTo>
                  <a:pt x="627" y="173"/>
                </a:lnTo>
                <a:lnTo>
                  <a:pt x="629" y="180"/>
                </a:lnTo>
                <a:lnTo>
                  <a:pt x="631" y="187"/>
                </a:lnTo>
                <a:lnTo>
                  <a:pt x="633" y="194"/>
                </a:lnTo>
                <a:lnTo>
                  <a:pt x="634" y="201"/>
                </a:lnTo>
                <a:lnTo>
                  <a:pt x="636" y="208"/>
                </a:lnTo>
                <a:lnTo>
                  <a:pt x="636" y="215"/>
                </a:lnTo>
                <a:lnTo>
                  <a:pt x="637" y="222"/>
                </a:lnTo>
                <a:lnTo>
                  <a:pt x="637" y="229"/>
                </a:lnTo>
                <a:close/>
              </a:path>
            </a:pathLst>
          </a:custGeom>
          <a:solidFill>
            <a:srgbClr val="ff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4" name=""/>
          <p:cNvSpPr/>
          <p:nvPr/>
        </p:nvSpPr>
        <p:spPr>
          <a:xfrm>
            <a:off x="7946640" y="2861280"/>
            <a:ext cx="232200" cy="166320"/>
          </a:xfrm>
          <a:custGeom>
            <a:avLst/>
            <a:gdLst/>
            <a:ahLst/>
            <a:rect l="0" t="0" r="r" b="b"/>
            <a:pathLst>
              <a:path w="645" h="462">
                <a:moveTo>
                  <a:pt x="641" y="231"/>
                </a:moveTo>
                <a:lnTo>
                  <a:pt x="641" y="224"/>
                </a:lnTo>
                <a:lnTo>
                  <a:pt x="640" y="217"/>
                </a:lnTo>
                <a:lnTo>
                  <a:pt x="640" y="210"/>
                </a:lnTo>
                <a:lnTo>
                  <a:pt x="638" y="203"/>
                </a:lnTo>
                <a:lnTo>
                  <a:pt x="637" y="196"/>
                </a:lnTo>
                <a:lnTo>
                  <a:pt x="635" y="189"/>
                </a:lnTo>
                <a:lnTo>
                  <a:pt x="633" y="182"/>
                </a:lnTo>
                <a:lnTo>
                  <a:pt x="631" y="175"/>
                </a:lnTo>
                <a:lnTo>
                  <a:pt x="628" y="168"/>
                </a:lnTo>
                <a:lnTo>
                  <a:pt x="625" y="161"/>
                </a:lnTo>
                <a:lnTo>
                  <a:pt x="622" y="154"/>
                </a:lnTo>
                <a:lnTo>
                  <a:pt x="619" y="147"/>
                </a:lnTo>
                <a:lnTo>
                  <a:pt x="615" y="141"/>
                </a:lnTo>
                <a:lnTo>
                  <a:pt x="611" y="134"/>
                </a:lnTo>
                <a:lnTo>
                  <a:pt x="606" y="128"/>
                </a:lnTo>
                <a:lnTo>
                  <a:pt x="602" y="122"/>
                </a:lnTo>
                <a:lnTo>
                  <a:pt x="597" y="114"/>
                </a:lnTo>
                <a:lnTo>
                  <a:pt x="591" y="108"/>
                </a:lnTo>
                <a:lnTo>
                  <a:pt x="586" y="102"/>
                </a:lnTo>
                <a:lnTo>
                  <a:pt x="580" y="96"/>
                </a:lnTo>
                <a:lnTo>
                  <a:pt x="574" y="91"/>
                </a:lnTo>
                <a:lnTo>
                  <a:pt x="568" y="85"/>
                </a:lnTo>
                <a:lnTo>
                  <a:pt x="561" y="80"/>
                </a:lnTo>
                <a:lnTo>
                  <a:pt x="555" y="74"/>
                </a:lnTo>
                <a:lnTo>
                  <a:pt x="548" y="69"/>
                </a:lnTo>
                <a:lnTo>
                  <a:pt x="541" y="64"/>
                </a:lnTo>
                <a:lnTo>
                  <a:pt x="533" y="59"/>
                </a:lnTo>
                <a:lnTo>
                  <a:pt x="526" y="55"/>
                </a:lnTo>
                <a:lnTo>
                  <a:pt x="518" y="50"/>
                </a:lnTo>
                <a:lnTo>
                  <a:pt x="510" y="46"/>
                </a:lnTo>
                <a:lnTo>
                  <a:pt x="502" y="42"/>
                </a:lnTo>
                <a:lnTo>
                  <a:pt x="493" y="38"/>
                </a:lnTo>
                <a:lnTo>
                  <a:pt x="485" y="34"/>
                </a:lnTo>
                <a:lnTo>
                  <a:pt x="476" y="31"/>
                </a:lnTo>
                <a:lnTo>
                  <a:pt x="467" y="27"/>
                </a:lnTo>
                <a:lnTo>
                  <a:pt x="458" y="24"/>
                </a:lnTo>
                <a:lnTo>
                  <a:pt x="449" y="21"/>
                </a:lnTo>
                <a:lnTo>
                  <a:pt x="440" y="18"/>
                </a:lnTo>
                <a:lnTo>
                  <a:pt x="431" y="16"/>
                </a:lnTo>
                <a:lnTo>
                  <a:pt x="421" y="14"/>
                </a:lnTo>
                <a:lnTo>
                  <a:pt x="412" y="12"/>
                </a:lnTo>
                <a:lnTo>
                  <a:pt x="402" y="10"/>
                </a:lnTo>
                <a:lnTo>
                  <a:pt x="392" y="8"/>
                </a:lnTo>
                <a:lnTo>
                  <a:pt x="383" y="7"/>
                </a:lnTo>
                <a:lnTo>
                  <a:pt x="373" y="5"/>
                </a:lnTo>
                <a:lnTo>
                  <a:pt x="363" y="4"/>
                </a:lnTo>
                <a:lnTo>
                  <a:pt x="353" y="4"/>
                </a:lnTo>
                <a:lnTo>
                  <a:pt x="343" y="3"/>
                </a:lnTo>
                <a:lnTo>
                  <a:pt x="333" y="3"/>
                </a:lnTo>
                <a:lnTo>
                  <a:pt x="323" y="2"/>
                </a:lnTo>
                <a:lnTo>
                  <a:pt x="313" y="3"/>
                </a:lnTo>
                <a:lnTo>
                  <a:pt x="303" y="3"/>
                </a:lnTo>
                <a:lnTo>
                  <a:pt x="293" y="4"/>
                </a:lnTo>
                <a:lnTo>
                  <a:pt x="283" y="4"/>
                </a:lnTo>
                <a:lnTo>
                  <a:pt x="273" y="5"/>
                </a:lnTo>
                <a:lnTo>
                  <a:pt x="263" y="7"/>
                </a:lnTo>
                <a:lnTo>
                  <a:pt x="254" y="8"/>
                </a:lnTo>
                <a:lnTo>
                  <a:pt x="244" y="10"/>
                </a:lnTo>
                <a:lnTo>
                  <a:pt x="234" y="12"/>
                </a:lnTo>
                <a:lnTo>
                  <a:pt x="225" y="14"/>
                </a:lnTo>
                <a:lnTo>
                  <a:pt x="215" y="16"/>
                </a:lnTo>
                <a:lnTo>
                  <a:pt x="206" y="18"/>
                </a:lnTo>
                <a:lnTo>
                  <a:pt x="197" y="21"/>
                </a:lnTo>
                <a:lnTo>
                  <a:pt x="188" y="24"/>
                </a:lnTo>
                <a:lnTo>
                  <a:pt x="179" y="27"/>
                </a:lnTo>
                <a:lnTo>
                  <a:pt x="170" y="31"/>
                </a:lnTo>
                <a:lnTo>
                  <a:pt x="161" y="34"/>
                </a:lnTo>
                <a:lnTo>
                  <a:pt x="153" y="38"/>
                </a:lnTo>
                <a:lnTo>
                  <a:pt x="144" y="42"/>
                </a:lnTo>
                <a:lnTo>
                  <a:pt x="136" y="46"/>
                </a:lnTo>
                <a:lnTo>
                  <a:pt x="128" y="50"/>
                </a:lnTo>
                <a:lnTo>
                  <a:pt x="120" y="55"/>
                </a:lnTo>
                <a:lnTo>
                  <a:pt x="113" y="59"/>
                </a:lnTo>
                <a:lnTo>
                  <a:pt x="104" y="64"/>
                </a:lnTo>
                <a:lnTo>
                  <a:pt x="97" y="69"/>
                </a:lnTo>
                <a:lnTo>
                  <a:pt x="90" y="74"/>
                </a:lnTo>
                <a:lnTo>
                  <a:pt x="83" y="80"/>
                </a:lnTo>
                <a:lnTo>
                  <a:pt x="77" y="85"/>
                </a:lnTo>
                <a:lnTo>
                  <a:pt x="71" y="91"/>
                </a:lnTo>
                <a:lnTo>
                  <a:pt x="65" y="96"/>
                </a:lnTo>
                <a:lnTo>
                  <a:pt x="59" y="102"/>
                </a:lnTo>
                <a:lnTo>
                  <a:pt x="53" y="108"/>
                </a:lnTo>
                <a:lnTo>
                  <a:pt x="48" y="114"/>
                </a:lnTo>
                <a:lnTo>
                  <a:pt x="43" y="122"/>
                </a:lnTo>
                <a:lnTo>
                  <a:pt x="39" y="128"/>
                </a:lnTo>
                <a:lnTo>
                  <a:pt x="34" y="134"/>
                </a:lnTo>
                <a:lnTo>
                  <a:pt x="30" y="141"/>
                </a:lnTo>
                <a:lnTo>
                  <a:pt x="26" y="147"/>
                </a:lnTo>
                <a:lnTo>
                  <a:pt x="23" y="154"/>
                </a:lnTo>
                <a:lnTo>
                  <a:pt x="20" y="161"/>
                </a:lnTo>
                <a:lnTo>
                  <a:pt x="17" y="168"/>
                </a:lnTo>
                <a:lnTo>
                  <a:pt x="14" y="175"/>
                </a:lnTo>
                <a:lnTo>
                  <a:pt x="12" y="182"/>
                </a:lnTo>
                <a:lnTo>
                  <a:pt x="10" y="189"/>
                </a:lnTo>
                <a:lnTo>
                  <a:pt x="8" y="196"/>
                </a:lnTo>
                <a:lnTo>
                  <a:pt x="6" y="203"/>
                </a:lnTo>
                <a:lnTo>
                  <a:pt x="5" y="210"/>
                </a:lnTo>
                <a:lnTo>
                  <a:pt x="5" y="217"/>
                </a:lnTo>
                <a:lnTo>
                  <a:pt x="4" y="224"/>
                </a:lnTo>
                <a:lnTo>
                  <a:pt x="4" y="231"/>
                </a:lnTo>
                <a:lnTo>
                  <a:pt x="4" y="238"/>
                </a:lnTo>
                <a:lnTo>
                  <a:pt x="5" y="246"/>
                </a:lnTo>
                <a:lnTo>
                  <a:pt x="5" y="253"/>
                </a:lnTo>
                <a:lnTo>
                  <a:pt x="6" y="260"/>
                </a:lnTo>
                <a:lnTo>
                  <a:pt x="8" y="267"/>
                </a:lnTo>
                <a:lnTo>
                  <a:pt x="10" y="274"/>
                </a:lnTo>
                <a:lnTo>
                  <a:pt x="12" y="281"/>
                </a:lnTo>
                <a:lnTo>
                  <a:pt x="14" y="288"/>
                </a:lnTo>
                <a:lnTo>
                  <a:pt x="17" y="295"/>
                </a:lnTo>
                <a:lnTo>
                  <a:pt x="20" y="302"/>
                </a:lnTo>
                <a:lnTo>
                  <a:pt x="23" y="308"/>
                </a:lnTo>
                <a:lnTo>
                  <a:pt x="26" y="315"/>
                </a:lnTo>
                <a:lnTo>
                  <a:pt x="30" y="322"/>
                </a:lnTo>
                <a:lnTo>
                  <a:pt x="34" y="328"/>
                </a:lnTo>
                <a:lnTo>
                  <a:pt x="39" y="335"/>
                </a:lnTo>
                <a:lnTo>
                  <a:pt x="43" y="341"/>
                </a:lnTo>
                <a:lnTo>
                  <a:pt x="48" y="347"/>
                </a:lnTo>
                <a:lnTo>
                  <a:pt x="53" y="353"/>
                </a:lnTo>
                <a:lnTo>
                  <a:pt x="59" y="359"/>
                </a:lnTo>
                <a:lnTo>
                  <a:pt x="65" y="365"/>
                </a:lnTo>
                <a:lnTo>
                  <a:pt x="71" y="371"/>
                </a:lnTo>
                <a:lnTo>
                  <a:pt x="77" y="377"/>
                </a:lnTo>
                <a:lnTo>
                  <a:pt x="83" y="382"/>
                </a:lnTo>
                <a:lnTo>
                  <a:pt x="90" y="387"/>
                </a:lnTo>
                <a:lnTo>
                  <a:pt x="97" y="392"/>
                </a:lnTo>
                <a:lnTo>
                  <a:pt x="104" y="397"/>
                </a:lnTo>
                <a:lnTo>
                  <a:pt x="113" y="402"/>
                </a:lnTo>
                <a:lnTo>
                  <a:pt x="120" y="407"/>
                </a:lnTo>
                <a:lnTo>
                  <a:pt x="128" y="411"/>
                </a:lnTo>
                <a:lnTo>
                  <a:pt x="136" y="416"/>
                </a:lnTo>
                <a:lnTo>
                  <a:pt x="144" y="420"/>
                </a:lnTo>
                <a:lnTo>
                  <a:pt x="153" y="424"/>
                </a:lnTo>
                <a:lnTo>
                  <a:pt x="161" y="427"/>
                </a:lnTo>
                <a:lnTo>
                  <a:pt x="170" y="431"/>
                </a:lnTo>
                <a:lnTo>
                  <a:pt x="179" y="434"/>
                </a:lnTo>
                <a:lnTo>
                  <a:pt x="188" y="437"/>
                </a:lnTo>
                <a:lnTo>
                  <a:pt x="197" y="440"/>
                </a:lnTo>
                <a:lnTo>
                  <a:pt x="206" y="443"/>
                </a:lnTo>
                <a:lnTo>
                  <a:pt x="215" y="446"/>
                </a:lnTo>
                <a:lnTo>
                  <a:pt x="225" y="448"/>
                </a:lnTo>
                <a:lnTo>
                  <a:pt x="234" y="450"/>
                </a:lnTo>
                <a:lnTo>
                  <a:pt x="244" y="452"/>
                </a:lnTo>
                <a:lnTo>
                  <a:pt x="254" y="454"/>
                </a:lnTo>
                <a:lnTo>
                  <a:pt x="263" y="455"/>
                </a:lnTo>
                <a:lnTo>
                  <a:pt x="273" y="456"/>
                </a:lnTo>
                <a:lnTo>
                  <a:pt x="283" y="457"/>
                </a:lnTo>
                <a:lnTo>
                  <a:pt x="293" y="458"/>
                </a:lnTo>
                <a:lnTo>
                  <a:pt x="303" y="459"/>
                </a:lnTo>
                <a:lnTo>
                  <a:pt x="313" y="459"/>
                </a:lnTo>
                <a:lnTo>
                  <a:pt x="323" y="459"/>
                </a:lnTo>
                <a:lnTo>
                  <a:pt x="333" y="459"/>
                </a:lnTo>
                <a:lnTo>
                  <a:pt x="343" y="459"/>
                </a:lnTo>
                <a:lnTo>
                  <a:pt x="353" y="458"/>
                </a:lnTo>
                <a:lnTo>
                  <a:pt x="363" y="457"/>
                </a:lnTo>
                <a:lnTo>
                  <a:pt x="373" y="456"/>
                </a:lnTo>
                <a:lnTo>
                  <a:pt x="383" y="455"/>
                </a:lnTo>
                <a:lnTo>
                  <a:pt x="392" y="454"/>
                </a:lnTo>
                <a:lnTo>
                  <a:pt x="402" y="452"/>
                </a:lnTo>
                <a:lnTo>
                  <a:pt x="412" y="450"/>
                </a:lnTo>
                <a:lnTo>
                  <a:pt x="421" y="448"/>
                </a:lnTo>
                <a:lnTo>
                  <a:pt x="431" y="446"/>
                </a:lnTo>
                <a:lnTo>
                  <a:pt x="440" y="443"/>
                </a:lnTo>
                <a:lnTo>
                  <a:pt x="449" y="440"/>
                </a:lnTo>
                <a:lnTo>
                  <a:pt x="458" y="437"/>
                </a:lnTo>
                <a:lnTo>
                  <a:pt x="467" y="434"/>
                </a:lnTo>
                <a:lnTo>
                  <a:pt x="476" y="431"/>
                </a:lnTo>
                <a:lnTo>
                  <a:pt x="485" y="427"/>
                </a:lnTo>
                <a:lnTo>
                  <a:pt x="493" y="424"/>
                </a:lnTo>
                <a:lnTo>
                  <a:pt x="502" y="420"/>
                </a:lnTo>
                <a:lnTo>
                  <a:pt x="510" y="416"/>
                </a:lnTo>
                <a:lnTo>
                  <a:pt x="518" y="411"/>
                </a:lnTo>
                <a:lnTo>
                  <a:pt x="526" y="407"/>
                </a:lnTo>
                <a:lnTo>
                  <a:pt x="533" y="402"/>
                </a:lnTo>
                <a:lnTo>
                  <a:pt x="541" y="397"/>
                </a:lnTo>
                <a:lnTo>
                  <a:pt x="548" y="392"/>
                </a:lnTo>
                <a:lnTo>
                  <a:pt x="555" y="387"/>
                </a:lnTo>
                <a:lnTo>
                  <a:pt x="561" y="382"/>
                </a:lnTo>
                <a:lnTo>
                  <a:pt x="568" y="377"/>
                </a:lnTo>
                <a:lnTo>
                  <a:pt x="574" y="371"/>
                </a:lnTo>
                <a:lnTo>
                  <a:pt x="580" y="365"/>
                </a:lnTo>
                <a:lnTo>
                  <a:pt x="586" y="359"/>
                </a:lnTo>
                <a:lnTo>
                  <a:pt x="591" y="353"/>
                </a:lnTo>
                <a:lnTo>
                  <a:pt x="597" y="347"/>
                </a:lnTo>
                <a:lnTo>
                  <a:pt x="602" y="341"/>
                </a:lnTo>
                <a:lnTo>
                  <a:pt x="606" y="335"/>
                </a:lnTo>
                <a:lnTo>
                  <a:pt x="611" y="328"/>
                </a:lnTo>
                <a:lnTo>
                  <a:pt x="615" y="322"/>
                </a:lnTo>
                <a:lnTo>
                  <a:pt x="619" y="315"/>
                </a:lnTo>
                <a:lnTo>
                  <a:pt x="622" y="308"/>
                </a:lnTo>
                <a:lnTo>
                  <a:pt x="625" y="302"/>
                </a:lnTo>
                <a:lnTo>
                  <a:pt x="628" y="295"/>
                </a:lnTo>
                <a:lnTo>
                  <a:pt x="631" y="288"/>
                </a:lnTo>
                <a:lnTo>
                  <a:pt x="633" y="281"/>
                </a:lnTo>
                <a:lnTo>
                  <a:pt x="635" y="274"/>
                </a:lnTo>
                <a:lnTo>
                  <a:pt x="637" y="267"/>
                </a:lnTo>
                <a:lnTo>
                  <a:pt x="638" y="260"/>
                </a:lnTo>
                <a:lnTo>
                  <a:pt x="640" y="253"/>
                </a:lnTo>
                <a:lnTo>
                  <a:pt x="640" y="246"/>
                </a:lnTo>
                <a:lnTo>
                  <a:pt x="641" y="238"/>
                </a:lnTo>
                <a:lnTo>
                  <a:pt x="641" y="231"/>
                </a:lnTo>
                <a:moveTo>
                  <a:pt x="645" y="231"/>
                </a:moveTo>
                <a:lnTo>
                  <a:pt x="645" y="239"/>
                </a:lnTo>
                <a:lnTo>
                  <a:pt x="644" y="246"/>
                </a:lnTo>
                <a:lnTo>
                  <a:pt x="643" y="253"/>
                </a:lnTo>
                <a:lnTo>
                  <a:pt x="642" y="260"/>
                </a:lnTo>
                <a:lnTo>
                  <a:pt x="641" y="267"/>
                </a:lnTo>
                <a:lnTo>
                  <a:pt x="639" y="275"/>
                </a:lnTo>
                <a:lnTo>
                  <a:pt x="637" y="282"/>
                </a:lnTo>
                <a:lnTo>
                  <a:pt x="635" y="289"/>
                </a:lnTo>
                <a:lnTo>
                  <a:pt x="632" y="296"/>
                </a:lnTo>
                <a:lnTo>
                  <a:pt x="629" y="303"/>
                </a:lnTo>
                <a:lnTo>
                  <a:pt x="626" y="309"/>
                </a:lnTo>
                <a:lnTo>
                  <a:pt x="622" y="316"/>
                </a:lnTo>
                <a:lnTo>
                  <a:pt x="618" y="323"/>
                </a:lnTo>
                <a:lnTo>
                  <a:pt x="614" y="329"/>
                </a:lnTo>
                <a:lnTo>
                  <a:pt x="610" y="336"/>
                </a:lnTo>
                <a:lnTo>
                  <a:pt x="605" y="342"/>
                </a:lnTo>
                <a:lnTo>
                  <a:pt x="600" y="349"/>
                </a:lnTo>
                <a:lnTo>
                  <a:pt x="595" y="355"/>
                </a:lnTo>
                <a:lnTo>
                  <a:pt x="589" y="361"/>
                </a:lnTo>
                <a:lnTo>
                  <a:pt x="583" y="367"/>
                </a:lnTo>
                <a:lnTo>
                  <a:pt x="577" y="373"/>
                </a:lnTo>
                <a:lnTo>
                  <a:pt x="571" y="378"/>
                </a:lnTo>
                <a:lnTo>
                  <a:pt x="564" y="384"/>
                </a:lnTo>
                <a:lnTo>
                  <a:pt x="558" y="389"/>
                </a:lnTo>
                <a:lnTo>
                  <a:pt x="551" y="394"/>
                </a:lnTo>
                <a:lnTo>
                  <a:pt x="543" y="399"/>
                </a:lnTo>
                <a:lnTo>
                  <a:pt x="536" y="404"/>
                </a:lnTo>
                <a:lnTo>
                  <a:pt x="528" y="409"/>
                </a:lnTo>
                <a:lnTo>
                  <a:pt x="520" y="413"/>
                </a:lnTo>
                <a:lnTo>
                  <a:pt x="512" y="418"/>
                </a:lnTo>
                <a:lnTo>
                  <a:pt x="504" y="422"/>
                </a:lnTo>
                <a:lnTo>
                  <a:pt x="495" y="426"/>
                </a:lnTo>
                <a:lnTo>
                  <a:pt x="487" y="430"/>
                </a:lnTo>
                <a:lnTo>
                  <a:pt x="478" y="433"/>
                </a:lnTo>
                <a:lnTo>
                  <a:pt x="469" y="437"/>
                </a:lnTo>
                <a:lnTo>
                  <a:pt x="460" y="440"/>
                </a:lnTo>
                <a:lnTo>
                  <a:pt x="451" y="443"/>
                </a:lnTo>
                <a:lnTo>
                  <a:pt x="441" y="446"/>
                </a:lnTo>
                <a:lnTo>
                  <a:pt x="432" y="448"/>
                </a:lnTo>
                <a:lnTo>
                  <a:pt x="422" y="451"/>
                </a:lnTo>
                <a:lnTo>
                  <a:pt x="413" y="453"/>
                </a:lnTo>
                <a:lnTo>
                  <a:pt x="403" y="455"/>
                </a:lnTo>
                <a:lnTo>
                  <a:pt x="393" y="456"/>
                </a:lnTo>
                <a:lnTo>
                  <a:pt x="383" y="458"/>
                </a:lnTo>
                <a:lnTo>
                  <a:pt x="373" y="459"/>
                </a:lnTo>
                <a:lnTo>
                  <a:pt x="363" y="460"/>
                </a:lnTo>
                <a:lnTo>
                  <a:pt x="353" y="461"/>
                </a:lnTo>
                <a:lnTo>
                  <a:pt x="343" y="461"/>
                </a:lnTo>
                <a:lnTo>
                  <a:pt x="333" y="462"/>
                </a:lnTo>
                <a:lnTo>
                  <a:pt x="323" y="462"/>
                </a:lnTo>
                <a:lnTo>
                  <a:pt x="313" y="462"/>
                </a:lnTo>
                <a:lnTo>
                  <a:pt x="303" y="461"/>
                </a:lnTo>
                <a:lnTo>
                  <a:pt x="293" y="461"/>
                </a:lnTo>
                <a:lnTo>
                  <a:pt x="283" y="460"/>
                </a:lnTo>
                <a:lnTo>
                  <a:pt x="273" y="459"/>
                </a:lnTo>
                <a:lnTo>
                  <a:pt x="263" y="458"/>
                </a:lnTo>
                <a:lnTo>
                  <a:pt x="253" y="456"/>
                </a:lnTo>
                <a:lnTo>
                  <a:pt x="243" y="455"/>
                </a:lnTo>
                <a:lnTo>
                  <a:pt x="233" y="453"/>
                </a:lnTo>
                <a:lnTo>
                  <a:pt x="223" y="451"/>
                </a:lnTo>
                <a:lnTo>
                  <a:pt x="214" y="448"/>
                </a:lnTo>
                <a:lnTo>
                  <a:pt x="204" y="446"/>
                </a:lnTo>
                <a:lnTo>
                  <a:pt x="195" y="443"/>
                </a:lnTo>
                <a:lnTo>
                  <a:pt x="186" y="440"/>
                </a:lnTo>
                <a:lnTo>
                  <a:pt x="177" y="437"/>
                </a:lnTo>
                <a:lnTo>
                  <a:pt x="168" y="433"/>
                </a:lnTo>
                <a:lnTo>
                  <a:pt x="159" y="430"/>
                </a:lnTo>
                <a:lnTo>
                  <a:pt x="150" y="426"/>
                </a:lnTo>
                <a:lnTo>
                  <a:pt x="142" y="422"/>
                </a:lnTo>
                <a:lnTo>
                  <a:pt x="134" y="418"/>
                </a:lnTo>
                <a:lnTo>
                  <a:pt x="126" y="413"/>
                </a:lnTo>
                <a:lnTo>
                  <a:pt x="118" y="409"/>
                </a:lnTo>
                <a:lnTo>
                  <a:pt x="109" y="404"/>
                </a:lnTo>
                <a:lnTo>
                  <a:pt x="102" y="399"/>
                </a:lnTo>
                <a:lnTo>
                  <a:pt x="94" y="394"/>
                </a:lnTo>
                <a:lnTo>
                  <a:pt x="87" y="389"/>
                </a:lnTo>
                <a:lnTo>
                  <a:pt x="81" y="384"/>
                </a:lnTo>
                <a:lnTo>
                  <a:pt x="74" y="378"/>
                </a:lnTo>
                <a:lnTo>
                  <a:pt x="68" y="373"/>
                </a:lnTo>
                <a:lnTo>
                  <a:pt x="62" y="367"/>
                </a:lnTo>
                <a:lnTo>
                  <a:pt x="56" y="361"/>
                </a:lnTo>
                <a:lnTo>
                  <a:pt x="50" y="355"/>
                </a:lnTo>
                <a:lnTo>
                  <a:pt x="45" y="349"/>
                </a:lnTo>
                <a:lnTo>
                  <a:pt x="40" y="342"/>
                </a:lnTo>
                <a:lnTo>
                  <a:pt x="35" y="336"/>
                </a:lnTo>
                <a:lnTo>
                  <a:pt x="31" y="329"/>
                </a:lnTo>
                <a:lnTo>
                  <a:pt x="27" y="323"/>
                </a:lnTo>
                <a:lnTo>
                  <a:pt x="23" y="316"/>
                </a:lnTo>
                <a:lnTo>
                  <a:pt x="19" y="309"/>
                </a:lnTo>
                <a:lnTo>
                  <a:pt x="16" y="303"/>
                </a:lnTo>
                <a:lnTo>
                  <a:pt x="13" y="296"/>
                </a:lnTo>
                <a:lnTo>
                  <a:pt x="10" y="289"/>
                </a:lnTo>
                <a:lnTo>
                  <a:pt x="8" y="282"/>
                </a:lnTo>
                <a:lnTo>
                  <a:pt x="6" y="275"/>
                </a:lnTo>
                <a:lnTo>
                  <a:pt x="4" y="267"/>
                </a:lnTo>
                <a:lnTo>
                  <a:pt x="3" y="260"/>
                </a:lnTo>
                <a:lnTo>
                  <a:pt x="2" y="253"/>
                </a:lnTo>
                <a:lnTo>
                  <a:pt x="1" y="246"/>
                </a:lnTo>
                <a:lnTo>
                  <a:pt x="0" y="239"/>
                </a:lnTo>
                <a:lnTo>
                  <a:pt x="0" y="231"/>
                </a:lnTo>
                <a:lnTo>
                  <a:pt x="0" y="224"/>
                </a:lnTo>
                <a:lnTo>
                  <a:pt x="1" y="217"/>
                </a:lnTo>
                <a:lnTo>
                  <a:pt x="2" y="210"/>
                </a:lnTo>
                <a:lnTo>
                  <a:pt x="3" y="202"/>
                </a:lnTo>
                <a:lnTo>
                  <a:pt x="4" y="195"/>
                </a:lnTo>
                <a:lnTo>
                  <a:pt x="6" y="188"/>
                </a:lnTo>
                <a:lnTo>
                  <a:pt x="8" y="181"/>
                </a:lnTo>
                <a:lnTo>
                  <a:pt x="10" y="174"/>
                </a:lnTo>
                <a:lnTo>
                  <a:pt x="13" y="167"/>
                </a:lnTo>
                <a:lnTo>
                  <a:pt x="16" y="160"/>
                </a:lnTo>
                <a:lnTo>
                  <a:pt x="19" y="153"/>
                </a:lnTo>
                <a:lnTo>
                  <a:pt x="23" y="146"/>
                </a:lnTo>
                <a:lnTo>
                  <a:pt x="27" y="140"/>
                </a:lnTo>
                <a:lnTo>
                  <a:pt x="31" y="133"/>
                </a:lnTo>
                <a:lnTo>
                  <a:pt x="35" y="127"/>
                </a:lnTo>
                <a:lnTo>
                  <a:pt x="40" y="119"/>
                </a:lnTo>
                <a:lnTo>
                  <a:pt x="45" y="113"/>
                </a:lnTo>
                <a:lnTo>
                  <a:pt x="50" y="107"/>
                </a:lnTo>
                <a:lnTo>
                  <a:pt x="56" y="101"/>
                </a:lnTo>
                <a:lnTo>
                  <a:pt x="62" y="95"/>
                </a:lnTo>
                <a:lnTo>
                  <a:pt x="68" y="89"/>
                </a:lnTo>
                <a:lnTo>
                  <a:pt x="74" y="83"/>
                </a:lnTo>
                <a:lnTo>
                  <a:pt x="81" y="78"/>
                </a:lnTo>
                <a:lnTo>
                  <a:pt x="87" y="72"/>
                </a:lnTo>
                <a:lnTo>
                  <a:pt x="94" y="67"/>
                </a:lnTo>
                <a:lnTo>
                  <a:pt x="102" y="62"/>
                </a:lnTo>
                <a:lnTo>
                  <a:pt x="109" y="57"/>
                </a:lnTo>
                <a:lnTo>
                  <a:pt x="118" y="53"/>
                </a:lnTo>
                <a:lnTo>
                  <a:pt x="126" y="48"/>
                </a:lnTo>
                <a:lnTo>
                  <a:pt x="134" y="44"/>
                </a:lnTo>
                <a:lnTo>
                  <a:pt x="142" y="40"/>
                </a:lnTo>
                <a:lnTo>
                  <a:pt x="150" y="36"/>
                </a:lnTo>
                <a:lnTo>
                  <a:pt x="159" y="32"/>
                </a:lnTo>
                <a:lnTo>
                  <a:pt x="168" y="28"/>
                </a:lnTo>
                <a:lnTo>
                  <a:pt x="177" y="25"/>
                </a:lnTo>
                <a:lnTo>
                  <a:pt x="186" y="22"/>
                </a:lnTo>
                <a:lnTo>
                  <a:pt x="195" y="19"/>
                </a:lnTo>
                <a:lnTo>
                  <a:pt x="204" y="16"/>
                </a:lnTo>
                <a:lnTo>
                  <a:pt x="214" y="13"/>
                </a:lnTo>
                <a:lnTo>
                  <a:pt x="223" y="11"/>
                </a:lnTo>
                <a:lnTo>
                  <a:pt x="233" y="9"/>
                </a:lnTo>
                <a:lnTo>
                  <a:pt x="243" y="7"/>
                </a:lnTo>
                <a:lnTo>
                  <a:pt x="253" y="5"/>
                </a:lnTo>
                <a:lnTo>
                  <a:pt x="263" y="4"/>
                </a:lnTo>
                <a:lnTo>
                  <a:pt x="273" y="3"/>
                </a:lnTo>
                <a:lnTo>
                  <a:pt x="283" y="2"/>
                </a:lnTo>
                <a:lnTo>
                  <a:pt x="293" y="1"/>
                </a:lnTo>
                <a:lnTo>
                  <a:pt x="303" y="0"/>
                </a:lnTo>
                <a:lnTo>
                  <a:pt x="313" y="0"/>
                </a:lnTo>
                <a:lnTo>
                  <a:pt x="323" y="0"/>
                </a:lnTo>
                <a:lnTo>
                  <a:pt x="333" y="0"/>
                </a:lnTo>
                <a:lnTo>
                  <a:pt x="343" y="0"/>
                </a:lnTo>
                <a:lnTo>
                  <a:pt x="353" y="1"/>
                </a:lnTo>
                <a:lnTo>
                  <a:pt x="363" y="2"/>
                </a:lnTo>
                <a:lnTo>
                  <a:pt x="373" y="3"/>
                </a:lnTo>
                <a:lnTo>
                  <a:pt x="383" y="4"/>
                </a:lnTo>
                <a:lnTo>
                  <a:pt x="393" y="5"/>
                </a:lnTo>
                <a:lnTo>
                  <a:pt x="403" y="7"/>
                </a:lnTo>
                <a:lnTo>
                  <a:pt x="413" y="9"/>
                </a:lnTo>
                <a:lnTo>
                  <a:pt x="422" y="11"/>
                </a:lnTo>
                <a:lnTo>
                  <a:pt x="432" y="13"/>
                </a:lnTo>
                <a:lnTo>
                  <a:pt x="441" y="16"/>
                </a:lnTo>
                <a:lnTo>
                  <a:pt x="451" y="19"/>
                </a:lnTo>
                <a:lnTo>
                  <a:pt x="460" y="22"/>
                </a:lnTo>
                <a:lnTo>
                  <a:pt x="469" y="25"/>
                </a:lnTo>
                <a:lnTo>
                  <a:pt x="478" y="28"/>
                </a:lnTo>
                <a:lnTo>
                  <a:pt x="487" y="32"/>
                </a:lnTo>
                <a:lnTo>
                  <a:pt x="495" y="36"/>
                </a:lnTo>
                <a:lnTo>
                  <a:pt x="504" y="40"/>
                </a:lnTo>
                <a:lnTo>
                  <a:pt x="512" y="44"/>
                </a:lnTo>
                <a:lnTo>
                  <a:pt x="520" y="48"/>
                </a:lnTo>
                <a:lnTo>
                  <a:pt x="528" y="53"/>
                </a:lnTo>
                <a:lnTo>
                  <a:pt x="536" y="57"/>
                </a:lnTo>
                <a:lnTo>
                  <a:pt x="543" y="62"/>
                </a:lnTo>
                <a:lnTo>
                  <a:pt x="551" y="67"/>
                </a:lnTo>
                <a:lnTo>
                  <a:pt x="558" y="72"/>
                </a:lnTo>
                <a:lnTo>
                  <a:pt x="564" y="78"/>
                </a:lnTo>
                <a:lnTo>
                  <a:pt x="571" y="83"/>
                </a:lnTo>
                <a:lnTo>
                  <a:pt x="577" y="89"/>
                </a:lnTo>
                <a:lnTo>
                  <a:pt x="583" y="95"/>
                </a:lnTo>
                <a:lnTo>
                  <a:pt x="589" y="101"/>
                </a:lnTo>
                <a:lnTo>
                  <a:pt x="595" y="107"/>
                </a:lnTo>
                <a:lnTo>
                  <a:pt x="600" y="113"/>
                </a:lnTo>
                <a:lnTo>
                  <a:pt x="605" y="119"/>
                </a:lnTo>
                <a:lnTo>
                  <a:pt x="610" y="127"/>
                </a:lnTo>
                <a:lnTo>
                  <a:pt x="614" y="133"/>
                </a:lnTo>
                <a:lnTo>
                  <a:pt x="618" y="140"/>
                </a:lnTo>
                <a:lnTo>
                  <a:pt x="622" y="146"/>
                </a:lnTo>
                <a:lnTo>
                  <a:pt x="626" y="153"/>
                </a:lnTo>
                <a:lnTo>
                  <a:pt x="629" y="160"/>
                </a:lnTo>
                <a:lnTo>
                  <a:pt x="632" y="167"/>
                </a:lnTo>
                <a:lnTo>
                  <a:pt x="635" y="174"/>
                </a:lnTo>
                <a:lnTo>
                  <a:pt x="637" y="181"/>
                </a:lnTo>
                <a:lnTo>
                  <a:pt x="639" y="188"/>
                </a:lnTo>
                <a:lnTo>
                  <a:pt x="641" y="195"/>
                </a:lnTo>
                <a:lnTo>
                  <a:pt x="642" y="202"/>
                </a:lnTo>
                <a:lnTo>
                  <a:pt x="643" y="210"/>
                </a:lnTo>
                <a:lnTo>
                  <a:pt x="644" y="217"/>
                </a:lnTo>
                <a:lnTo>
                  <a:pt x="645" y="224"/>
                </a:lnTo>
                <a:lnTo>
                  <a:pt x="645" y="231"/>
                </a:lnTo>
                <a:close/>
              </a:path>
            </a:pathLst>
          </a:custGeom>
          <a:solidFill>
            <a:srgbClr val="ff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5" name=""/>
          <p:cNvSpPr/>
          <p:nvPr/>
        </p:nvSpPr>
        <p:spPr>
          <a:xfrm>
            <a:off x="7943760" y="2859120"/>
            <a:ext cx="237960" cy="170280"/>
          </a:xfrm>
          <a:custGeom>
            <a:avLst/>
            <a:gdLst/>
            <a:ahLst/>
            <a:rect l="0" t="0" r="r" b="b"/>
            <a:pathLst>
              <a:path w="661" h="473">
                <a:moveTo>
                  <a:pt x="653" y="236"/>
                </a:moveTo>
                <a:lnTo>
                  <a:pt x="653" y="229"/>
                </a:lnTo>
                <a:lnTo>
                  <a:pt x="652" y="222"/>
                </a:lnTo>
                <a:lnTo>
                  <a:pt x="651" y="215"/>
                </a:lnTo>
                <a:lnTo>
                  <a:pt x="650" y="207"/>
                </a:lnTo>
                <a:lnTo>
                  <a:pt x="649" y="200"/>
                </a:lnTo>
                <a:lnTo>
                  <a:pt x="647" y="193"/>
                </a:lnTo>
                <a:lnTo>
                  <a:pt x="645" y="186"/>
                </a:lnTo>
                <a:lnTo>
                  <a:pt x="643" y="179"/>
                </a:lnTo>
                <a:lnTo>
                  <a:pt x="640" y="172"/>
                </a:lnTo>
                <a:lnTo>
                  <a:pt x="637" y="165"/>
                </a:lnTo>
                <a:lnTo>
                  <a:pt x="634" y="158"/>
                </a:lnTo>
                <a:lnTo>
                  <a:pt x="630" y="151"/>
                </a:lnTo>
                <a:lnTo>
                  <a:pt x="626" y="145"/>
                </a:lnTo>
                <a:lnTo>
                  <a:pt x="622" y="138"/>
                </a:lnTo>
                <a:lnTo>
                  <a:pt x="618" y="132"/>
                </a:lnTo>
                <a:lnTo>
                  <a:pt x="613" y="125"/>
                </a:lnTo>
                <a:lnTo>
                  <a:pt x="608" y="119"/>
                </a:lnTo>
                <a:lnTo>
                  <a:pt x="603" y="113"/>
                </a:lnTo>
                <a:lnTo>
                  <a:pt x="597" y="107"/>
                </a:lnTo>
                <a:lnTo>
                  <a:pt x="591" y="101"/>
                </a:lnTo>
                <a:lnTo>
                  <a:pt x="585" y="95"/>
                </a:lnTo>
                <a:lnTo>
                  <a:pt x="579" y="89"/>
                </a:lnTo>
                <a:lnTo>
                  <a:pt x="572" y="84"/>
                </a:lnTo>
                <a:lnTo>
                  <a:pt x="566" y="78"/>
                </a:lnTo>
                <a:lnTo>
                  <a:pt x="559" y="73"/>
                </a:lnTo>
                <a:lnTo>
                  <a:pt x="551" y="68"/>
                </a:lnTo>
                <a:lnTo>
                  <a:pt x="544" y="63"/>
                </a:lnTo>
                <a:lnTo>
                  <a:pt x="536" y="59"/>
                </a:lnTo>
                <a:lnTo>
                  <a:pt x="528" y="54"/>
                </a:lnTo>
                <a:lnTo>
                  <a:pt x="520" y="50"/>
                </a:lnTo>
                <a:lnTo>
                  <a:pt x="512" y="46"/>
                </a:lnTo>
                <a:lnTo>
                  <a:pt x="503" y="42"/>
                </a:lnTo>
                <a:lnTo>
                  <a:pt x="495" y="38"/>
                </a:lnTo>
                <a:lnTo>
                  <a:pt x="486" y="34"/>
                </a:lnTo>
                <a:lnTo>
                  <a:pt x="477" y="31"/>
                </a:lnTo>
                <a:lnTo>
                  <a:pt x="468" y="28"/>
                </a:lnTo>
                <a:lnTo>
                  <a:pt x="459" y="25"/>
                </a:lnTo>
                <a:lnTo>
                  <a:pt x="449" y="22"/>
                </a:lnTo>
                <a:lnTo>
                  <a:pt x="440" y="19"/>
                </a:lnTo>
                <a:lnTo>
                  <a:pt x="430" y="17"/>
                </a:lnTo>
                <a:lnTo>
                  <a:pt x="421" y="15"/>
                </a:lnTo>
                <a:lnTo>
                  <a:pt x="411" y="13"/>
                </a:lnTo>
                <a:lnTo>
                  <a:pt x="401" y="11"/>
                </a:lnTo>
                <a:lnTo>
                  <a:pt x="391" y="10"/>
                </a:lnTo>
                <a:lnTo>
                  <a:pt x="381" y="9"/>
                </a:lnTo>
                <a:lnTo>
                  <a:pt x="371" y="8"/>
                </a:lnTo>
                <a:lnTo>
                  <a:pt x="361" y="7"/>
                </a:lnTo>
                <a:lnTo>
                  <a:pt x="351" y="6"/>
                </a:lnTo>
                <a:lnTo>
                  <a:pt x="341" y="6"/>
                </a:lnTo>
                <a:lnTo>
                  <a:pt x="331" y="6"/>
                </a:lnTo>
                <a:lnTo>
                  <a:pt x="321" y="6"/>
                </a:lnTo>
                <a:lnTo>
                  <a:pt x="311" y="6"/>
                </a:lnTo>
                <a:lnTo>
                  <a:pt x="301" y="7"/>
                </a:lnTo>
                <a:lnTo>
                  <a:pt x="291" y="8"/>
                </a:lnTo>
                <a:lnTo>
                  <a:pt x="281" y="9"/>
                </a:lnTo>
                <a:lnTo>
                  <a:pt x="271" y="10"/>
                </a:lnTo>
                <a:lnTo>
                  <a:pt x="261" y="11"/>
                </a:lnTo>
                <a:lnTo>
                  <a:pt x="251" y="13"/>
                </a:lnTo>
                <a:lnTo>
                  <a:pt x="241" y="15"/>
                </a:lnTo>
                <a:lnTo>
                  <a:pt x="231" y="17"/>
                </a:lnTo>
                <a:lnTo>
                  <a:pt x="222" y="19"/>
                </a:lnTo>
                <a:lnTo>
                  <a:pt x="212" y="22"/>
                </a:lnTo>
                <a:lnTo>
                  <a:pt x="203" y="25"/>
                </a:lnTo>
                <a:lnTo>
                  <a:pt x="194" y="28"/>
                </a:lnTo>
                <a:lnTo>
                  <a:pt x="185" y="31"/>
                </a:lnTo>
                <a:lnTo>
                  <a:pt x="176" y="34"/>
                </a:lnTo>
                <a:lnTo>
                  <a:pt x="167" y="38"/>
                </a:lnTo>
                <a:lnTo>
                  <a:pt x="158" y="42"/>
                </a:lnTo>
                <a:lnTo>
                  <a:pt x="150" y="46"/>
                </a:lnTo>
                <a:lnTo>
                  <a:pt x="142" y="50"/>
                </a:lnTo>
                <a:lnTo>
                  <a:pt x="134" y="54"/>
                </a:lnTo>
                <a:lnTo>
                  <a:pt x="126" y="59"/>
                </a:lnTo>
                <a:lnTo>
                  <a:pt x="118" y="63"/>
                </a:lnTo>
                <a:lnTo>
                  <a:pt x="111" y="68"/>
                </a:lnTo>
                <a:lnTo>
                  <a:pt x="103" y="73"/>
                </a:lnTo>
                <a:lnTo>
                  <a:pt x="96" y="78"/>
                </a:lnTo>
                <a:lnTo>
                  <a:pt x="90" y="84"/>
                </a:lnTo>
                <a:lnTo>
                  <a:pt x="83" y="89"/>
                </a:lnTo>
                <a:lnTo>
                  <a:pt x="77" y="95"/>
                </a:lnTo>
                <a:lnTo>
                  <a:pt x="71" y="101"/>
                </a:lnTo>
                <a:lnTo>
                  <a:pt x="65" y="107"/>
                </a:lnTo>
                <a:lnTo>
                  <a:pt x="59" y="113"/>
                </a:lnTo>
                <a:lnTo>
                  <a:pt x="54" y="119"/>
                </a:lnTo>
                <a:lnTo>
                  <a:pt x="49" y="125"/>
                </a:lnTo>
                <a:lnTo>
                  <a:pt x="44" y="132"/>
                </a:lnTo>
                <a:lnTo>
                  <a:pt x="40" y="138"/>
                </a:lnTo>
                <a:lnTo>
                  <a:pt x="36" y="145"/>
                </a:lnTo>
                <a:lnTo>
                  <a:pt x="32" y="151"/>
                </a:lnTo>
                <a:lnTo>
                  <a:pt x="28" y="158"/>
                </a:lnTo>
                <a:lnTo>
                  <a:pt x="25" y="165"/>
                </a:lnTo>
                <a:lnTo>
                  <a:pt x="22" y="172"/>
                </a:lnTo>
                <a:lnTo>
                  <a:pt x="19" y="179"/>
                </a:lnTo>
                <a:lnTo>
                  <a:pt x="17" y="186"/>
                </a:lnTo>
                <a:lnTo>
                  <a:pt x="15" y="193"/>
                </a:lnTo>
                <a:lnTo>
                  <a:pt x="13" y="200"/>
                </a:lnTo>
                <a:lnTo>
                  <a:pt x="12" y="207"/>
                </a:lnTo>
                <a:lnTo>
                  <a:pt x="10" y="215"/>
                </a:lnTo>
                <a:lnTo>
                  <a:pt x="9" y="222"/>
                </a:lnTo>
                <a:lnTo>
                  <a:pt x="8" y="229"/>
                </a:lnTo>
                <a:lnTo>
                  <a:pt x="8" y="236"/>
                </a:lnTo>
                <a:lnTo>
                  <a:pt x="8" y="244"/>
                </a:lnTo>
                <a:lnTo>
                  <a:pt x="9" y="251"/>
                </a:lnTo>
                <a:lnTo>
                  <a:pt x="10" y="258"/>
                </a:lnTo>
                <a:lnTo>
                  <a:pt x="12" y="265"/>
                </a:lnTo>
                <a:lnTo>
                  <a:pt x="13" y="272"/>
                </a:lnTo>
                <a:lnTo>
                  <a:pt x="15" y="280"/>
                </a:lnTo>
                <a:lnTo>
                  <a:pt x="17" y="287"/>
                </a:lnTo>
                <a:lnTo>
                  <a:pt x="19" y="294"/>
                </a:lnTo>
                <a:lnTo>
                  <a:pt x="22" y="301"/>
                </a:lnTo>
                <a:lnTo>
                  <a:pt x="25" y="308"/>
                </a:lnTo>
                <a:lnTo>
                  <a:pt x="28" y="314"/>
                </a:lnTo>
                <a:lnTo>
                  <a:pt x="32" y="322"/>
                </a:lnTo>
                <a:lnTo>
                  <a:pt x="36" y="329"/>
                </a:lnTo>
                <a:lnTo>
                  <a:pt x="40" y="335"/>
                </a:lnTo>
                <a:lnTo>
                  <a:pt x="44" y="342"/>
                </a:lnTo>
                <a:lnTo>
                  <a:pt x="49" y="348"/>
                </a:lnTo>
                <a:lnTo>
                  <a:pt x="54" y="355"/>
                </a:lnTo>
                <a:lnTo>
                  <a:pt x="59" y="361"/>
                </a:lnTo>
                <a:lnTo>
                  <a:pt x="65" y="367"/>
                </a:lnTo>
                <a:lnTo>
                  <a:pt x="71" y="373"/>
                </a:lnTo>
                <a:lnTo>
                  <a:pt x="77" y="379"/>
                </a:lnTo>
                <a:lnTo>
                  <a:pt x="83" y="384"/>
                </a:lnTo>
                <a:lnTo>
                  <a:pt x="90" y="390"/>
                </a:lnTo>
                <a:lnTo>
                  <a:pt x="96" y="395"/>
                </a:lnTo>
                <a:lnTo>
                  <a:pt x="103" y="400"/>
                </a:lnTo>
                <a:lnTo>
                  <a:pt x="111" y="405"/>
                </a:lnTo>
                <a:lnTo>
                  <a:pt x="118" y="410"/>
                </a:lnTo>
                <a:lnTo>
                  <a:pt x="126" y="415"/>
                </a:lnTo>
                <a:lnTo>
                  <a:pt x="134" y="419"/>
                </a:lnTo>
                <a:lnTo>
                  <a:pt x="142" y="424"/>
                </a:lnTo>
                <a:lnTo>
                  <a:pt x="150" y="428"/>
                </a:lnTo>
                <a:lnTo>
                  <a:pt x="158" y="432"/>
                </a:lnTo>
                <a:lnTo>
                  <a:pt x="167" y="436"/>
                </a:lnTo>
                <a:lnTo>
                  <a:pt x="176" y="439"/>
                </a:lnTo>
                <a:lnTo>
                  <a:pt x="185" y="443"/>
                </a:lnTo>
                <a:lnTo>
                  <a:pt x="194" y="446"/>
                </a:lnTo>
                <a:lnTo>
                  <a:pt x="203" y="449"/>
                </a:lnTo>
                <a:lnTo>
                  <a:pt x="212" y="452"/>
                </a:lnTo>
                <a:lnTo>
                  <a:pt x="222" y="454"/>
                </a:lnTo>
                <a:lnTo>
                  <a:pt x="231" y="457"/>
                </a:lnTo>
                <a:lnTo>
                  <a:pt x="241" y="459"/>
                </a:lnTo>
                <a:lnTo>
                  <a:pt x="251" y="461"/>
                </a:lnTo>
                <a:lnTo>
                  <a:pt x="261" y="462"/>
                </a:lnTo>
                <a:lnTo>
                  <a:pt x="271" y="464"/>
                </a:lnTo>
                <a:lnTo>
                  <a:pt x="281" y="465"/>
                </a:lnTo>
                <a:lnTo>
                  <a:pt x="291" y="466"/>
                </a:lnTo>
                <a:lnTo>
                  <a:pt x="301" y="467"/>
                </a:lnTo>
                <a:lnTo>
                  <a:pt x="311" y="467"/>
                </a:lnTo>
                <a:lnTo>
                  <a:pt x="321" y="468"/>
                </a:lnTo>
                <a:lnTo>
                  <a:pt x="331" y="468"/>
                </a:lnTo>
                <a:lnTo>
                  <a:pt x="341" y="468"/>
                </a:lnTo>
                <a:lnTo>
                  <a:pt x="351" y="467"/>
                </a:lnTo>
                <a:lnTo>
                  <a:pt x="361" y="467"/>
                </a:lnTo>
                <a:lnTo>
                  <a:pt x="371" y="466"/>
                </a:lnTo>
                <a:lnTo>
                  <a:pt x="381" y="465"/>
                </a:lnTo>
                <a:lnTo>
                  <a:pt x="391" y="464"/>
                </a:lnTo>
                <a:lnTo>
                  <a:pt x="401" y="462"/>
                </a:lnTo>
                <a:lnTo>
                  <a:pt x="411" y="461"/>
                </a:lnTo>
                <a:lnTo>
                  <a:pt x="421" y="459"/>
                </a:lnTo>
                <a:lnTo>
                  <a:pt x="430" y="457"/>
                </a:lnTo>
                <a:lnTo>
                  <a:pt x="440" y="454"/>
                </a:lnTo>
                <a:lnTo>
                  <a:pt x="449" y="452"/>
                </a:lnTo>
                <a:lnTo>
                  <a:pt x="459" y="449"/>
                </a:lnTo>
                <a:lnTo>
                  <a:pt x="468" y="446"/>
                </a:lnTo>
                <a:lnTo>
                  <a:pt x="477" y="443"/>
                </a:lnTo>
                <a:lnTo>
                  <a:pt x="486" y="439"/>
                </a:lnTo>
                <a:lnTo>
                  <a:pt x="495" y="436"/>
                </a:lnTo>
                <a:lnTo>
                  <a:pt x="503" y="432"/>
                </a:lnTo>
                <a:lnTo>
                  <a:pt x="512" y="428"/>
                </a:lnTo>
                <a:lnTo>
                  <a:pt x="520" y="424"/>
                </a:lnTo>
                <a:lnTo>
                  <a:pt x="528" y="419"/>
                </a:lnTo>
                <a:lnTo>
                  <a:pt x="536" y="415"/>
                </a:lnTo>
                <a:lnTo>
                  <a:pt x="544" y="410"/>
                </a:lnTo>
                <a:lnTo>
                  <a:pt x="551" y="405"/>
                </a:lnTo>
                <a:lnTo>
                  <a:pt x="559" y="400"/>
                </a:lnTo>
                <a:lnTo>
                  <a:pt x="566" y="395"/>
                </a:lnTo>
                <a:lnTo>
                  <a:pt x="572" y="390"/>
                </a:lnTo>
                <a:lnTo>
                  <a:pt x="579" y="384"/>
                </a:lnTo>
                <a:lnTo>
                  <a:pt x="585" y="379"/>
                </a:lnTo>
                <a:lnTo>
                  <a:pt x="591" y="373"/>
                </a:lnTo>
                <a:lnTo>
                  <a:pt x="597" y="367"/>
                </a:lnTo>
                <a:lnTo>
                  <a:pt x="603" y="361"/>
                </a:lnTo>
                <a:lnTo>
                  <a:pt x="608" y="355"/>
                </a:lnTo>
                <a:lnTo>
                  <a:pt x="613" y="348"/>
                </a:lnTo>
                <a:lnTo>
                  <a:pt x="618" y="342"/>
                </a:lnTo>
                <a:lnTo>
                  <a:pt x="622" y="335"/>
                </a:lnTo>
                <a:lnTo>
                  <a:pt x="626" y="329"/>
                </a:lnTo>
                <a:lnTo>
                  <a:pt x="630" y="322"/>
                </a:lnTo>
                <a:lnTo>
                  <a:pt x="634" y="314"/>
                </a:lnTo>
                <a:lnTo>
                  <a:pt x="637" y="308"/>
                </a:lnTo>
                <a:lnTo>
                  <a:pt x="640" y="301"/>
                </a:lnTo>
                <a:lnTo>
                  <a:pt x="643" y="294"/>
                </a:lnTo>
                <a:lnTo>
                  <a:pt x="645" y="287"/>
                </a:lnTo>
                <a:lnTo>
                  <a:pt x="647" y="280"/>
                </a:lnTo>
                <a:lnTo>
                  <a:pt x="649" y="272"/>
                </a:lnTo>
                <a:lnTo>
                  <a:pt x="650" y="265"/>
                </a:lnTo>
                <a:lnTo>
                  <a:pt x="651" y="258"/>
                </a:lnTo>
                <a:lnTo>
                  <a:pt x="652" y="251"/>
                </a:lnTo>
                <a:lnTo>
                  <a:pt x="653" y="244"/>
                </a:lnTo>
                <a:lnTo>
                  <a:pt x="653" y="236"/>
                </a:lnTo>
                <a:moveTo>
                  <a:pt x="661" y="236"/>
                </a:moveTo>
                <a:lnTo>
                  <a:pt x="660" y="244"/>
                </a:lnTo>
                <a:lnTo>
                  <a:pt x="660" y="251"/>
                </a:lnTo>
                <a:lnTo>
                  <a:pt x="659" y="259"/>
                </a:lnTo>
                <a:lnTo>
                  <a:pt x="658" y="266"/>
                </a:lnTo>
                <a:lnTo>
                  <a:pt x="657" y="273"/>
                </a:lnTo>
                <a:lnTo>
                  <a:pt x="655" y="281"/>
                </a:lnTo>
                <a:lnTo>
                  <a:pt x="653" y="288"/>
                </a:lnTo>
                <a:lnTo>
                  <a:pt x="650" y="295"/>
                </a:lnTo>
                <a:lnTo>
                  <a:pt x="647" y="302"/>
                </a:lnTo>
                <a:lnTo>
                  <a:pt x="644" y="309"/>
                </a:lnTo>
                <a:lnTo>
                  <a:pt x="641" y="316"/>
                </a:lnTo>
                <a:lnTo>
                  <a:pt x="637" y="324"/>
                </a:lnTo>
                <a:lnTo>
                  <a:pt x="633" y="331"/>
                </a:lnTo>
                <a:lnTo>
                  <a:pt x="629" y="338"/>
                </a:lnTo>
                <a:lnTo>
                  <a:pt x="625" y="345"/>
                </a:lnTo>
                <a:lnTo>
                  <a:pt x="620" y="351"/>
                </a:lnTo>
                <a:lnTo>
                  <a:pt x="615" y="358"/>
                </a:lnTo>
                <a:lnTo>
                  <a:pt x="609" y="364"/>
                </a:lnTo>
                <a:lnTo>
                  <a:pt x="604" y="370"/>
                </a:lnTo>
                <a:lnTo>
                  <a:pt x="598" y="376"/>
                </a:lnTo>
                <a:lnTo>
                  <a:pt x="591" y="382"/>
                </a:lnTo>
                <a:lnTo>
                  <a:pt x="585" y="388"/>
                </a:lnTo>
                <a:lnTo>
                  <a:pt x="578" y="393"/>
                </a:lnTo>
                <a:lnTo>
                  <a:pt x="571" y="399"/>
                </a:lnTo>
                <a:lnTo>
                  <a:pt x="564" y="404"/>
                </a:lnTo>
                <a:lnTo>
                  <a:pt x="557" y="409"/>
                </a:lnTo>
                <a:lnTo>
                  <a:pt x="549" y="414"/>
                </a:lnTo>
                <a:lnTo>
                  <a:pt x="541" y="419"/>
                </a:lnTo>
                <a:lnTo>
                  <a:pt x="533" y="424"/>
                </a:lnTo>
                <a:lnTo>
                  <a:pt x="525" y="428"/>
                </a:lnTo>
                <a:lnTo>
                  <a:pt x="516" y="433"/>
                </a:lnTo>
                <a:lnTo>
                  <a:pt x="508" y="437"/>
                </a:lnTo>
                <a:lnTo>
                  <a:pt x="499" y="441"/>
                </a:lnTo>
                <a:lnTo>
                  <a:pt x="490" y="444"/>
                </a:lnTo>
                <a:lnTo>
                  <a:pt x="481" y="448"/>
                </a:lnTo>
                <a:lnTo>
                  <a:pt x="471" y="451"/>
                </a:lnTo>
                <a:lnTo>
                  <a:pt x="462" y="454"/>
                </a:lnTo>
                <a:lnTo>
                  <a:pt x="452" y="457"/>
                </a:lnTo>
                <a:lnTo>
                  <a:pt x="443" y="459"/>
                </a:lnTo>
                <a:lnTo>
                  <a:pt x="433" y="462"/>
                </a:lnTo>
                <a:lnTo>
                  <a:pt x="423" y="464"/>
                </a:lnTo>
                <a:lnTo>
                  <a:pt x="413" y="466"/>
                </a:lnTo>
                <a:lnTo>
                  <a:pt x="403" y="468"/>
                </a:lnTo>
                <a:lnTo>
                  <a:pt x="393" y="469"/>
                </a:lnTo>
                <a:lnTo>
                  <a:pt x="383" y="471"/>
                </a:lnTo>
                <a:lnTo>
                  <a:pt x="372" y="472"/>
                </a:lnTo>
                <a:lnTo>
                  <a:pt x="362" y="472"/>
                </a:lnTo>
                <a:lnTo>
                  <a:pt x="352" y="473"/>
                </a:lnTo>
                <a:lnTo>
                  <a:pt x="341" y="473"/>
                </a:lnTo>
                <a:lnTo>
                  <a:pt x="331" y="473"/>
                </a:lnTo>
                <a:lnTo>
                  <a:pt x="321" y="473"/>
                </a:lnTo>
                <a:lnTo>
                  <a:pt x="310" y="473"/>
                </a:lnTo>
                <a:lnTo>
                  <a:pt x="300" y="472"/>
                </a:lnTo>
                <a:lnTo>
                  <a:pt x="290" y="472"/>
                </a:lnTo>
                <a:lnTo>
                  <a:pt x="279" y="471"/>
                </a:lnTo>
                <a:lnTo>
                  <a:pt x="269" y="469"/>
                </a:lnTo>
                <a:lnTo>
                  <a:pt x="259" y="468"/>
                </a:lnTo>
                <a:lnTo>
                  <a:pt x="249" y="466"/>
                </a:lnTo>
                <a:lnTo>
                  <a:pt x="239" y="464"/>
                </a:lnTo>
                <a:lnTo>
                  <a:pt x="229" y="462"/>
                </a:lnTo>
                <a:lnTo>
                  <a:pt x="219" y="459"/>
                </a:lnTo>
                <a:lnTo>
                  <a:pt x="210" y="457"/>
                </a:lnTo>
                <a:lnTo>
                  <a:pt x="200" y="454"/>
                </a:lnTo>
                <a:lnTo>
                  <a:pt x="191" y="451"/>
                </a:lnTo>
                <a:lnTo>
                  <a:pt x="181" y="448"/>
                </a:lnTo>
                <a:lnTo>
                  <a:pt x="172" y="444"/>
                </a:lnTo>
                <a:lnTo>
                  <a:pt x="163" y="441"/>
                </a:lnTo>
                <a:lnTo>
                  <a:pt x="154" y="437"/>
                </a:lnTo>
                <a:lnTo>
                  <a:pt x="146" y="433"/>
                </a:lnTo>
                <a:lnTo>
                  <a:pt x="137" y="428"/>
                </a:lnTo>
                <a:lnTo>
                  <a:pt x="129" y="424"/>
                </a:lnTo>
                <a:lnTo>
                  <a:pt x="121" y="419"/>
                </a:lnTo>
                <a:lnTo>
                  <a:pt x="113" y="414"/>
                </a:lnTo>
                <a:lnTo>
                  <a:pt x="105" y="409"/>
                </a:lnTo>
                <a:lnTo>
                  <a:pt x="98" y="404"/>
                </a:lnTo>
                <a:lnTo>
                  <a:pt x="91" y="399"/>
                </a:lnTo>
                <a:lnTo>
                  <a:pt x="84" y="393"/>
                </a:lnTo>
                <a:lnTo>
                  <a:pt x="77" y="388"/>
                </a:lnTo>
                <a:lnTo>
                  <a:pt x="71" y="382"/>
                </a:lnTo>
                <a:lnTo>
                  <a:pt x="64" y="376"/>
                </a:lnTo>
                <a:lnTo>
                  <a:pt x="58" y="370"/>
                </a:lnTo>
                <a:lnTo>
                  <a:pt x="53" y="364"/>
                </a:lnTo>
                <a:lnTo>
                  <a:pt x="47" y="358"/>
                </a:lnTo>
                <a:lnTo>
                  <a:pt x="42" y="351"/>
                </a:lnTo>
                <a:lnTo>
                  <a:pt x="37" y="345"/>
                </a:lnTo>
                <a:lnTo>
                  <a:pt x="33" y="338"/>
                </a:lnTo>
                <a:lnTo>
                  <a:pt x="28" y="331"/>
                </a:lnTo>
                <a:lnTo>
                  <a:pt x="24" y="324"/>
                </a:lnTo>
                <a:lnTo>
                  <a:pt x="21" y="316"/>
                </a:lnTo>
                <a:lnTo>
                  <a:pt x="17" y="309"/>
                </a:lnTo>
                <a:lnTo>
                  <a:pt x="14" y="302"/>
                </a:lnTo>
                <a:lnTo>
                  <a:pt x="12" y="295"/>
                </a:lnTo>
                <a:lnTo>
                  <a:pt x="8" y="288"/>
                </a:lnTo>
                <a:lnTo>
                  <a:pt x="6" y="281"/>
                </a:lnTo>
                <a:lnTo>
                  <a:pt x="4" y="273"/>
                </a:lnTo>
                <a:lnTo>
                  <a:pt x="3" y="266"/>
                </a:lnTo>
                <a:lnTo>
                  <a:pt x="2" y="259"/>
                </a:lnTo>
                <a:lnTo>
                  <a:pt x="1" y="251"/>
                </a:lnTo>
                <a:lnTo>
                  <a:pt x="1" y="244"/>
                </a:lnTo>
                <a:lnTo>
                  <a:pt x="0" y="236"/>
                </a:lnTo>
                <a:lnTo>
                  <a:pt x="1" y="229"/>
                </a:lnTo>
                <a:lnTo>
                  <a:pt x="1" y="221"/>
                </a:lnTo>
                <a:lnTo>
                  <a:pt x="2" y="214"/>
                </a:lnTo>
                <a:lnTo>
                  <a:pt x="3" y="207"/>
                </a:lnTo>
                <a:lnTo>
                  <a:pt x="4" y="199"/>
                </a:lnTo>
                <a:lnTo>
                  <a:pt x="6" y="192"/>
                </a:lnTo>
                <a:lnTo>
                  <a:pt x="8" y="185"/>
                </a:lnTo>
                <a:lnTo>
                  <a:pt x="12" y="178"/>
                </a:lnTo>
                <a:lnTo>
                  <a:pt x="14" y="170"/>
                </a:lnTo>
                <a:lnTo>
                  <a:pt x="17" y="163"/>
                </a:lnTo>
                <a:lnTo>
                  <a:pt x="21" y="156"/>
                </a:lnTo>
                <a:lnTo>
                  <a:pt x="24" y="149"/>
                </a:lnTo>
                <a:lnTo>
                  <a:pt x="28" y="143"/>
                </a:lnTo>
                <a:lnTo>
                  <a:pt x="33" y="136"/>
                </a:lnTo>
                <a:lnTo>
                  <a:pt x="37" y="129"/>
                </a:lnTo>
                <a:lnTo>
                  <a:pt x="42" y="123"/>
                </a:lnTo>
                <a:lnTo>
                  <a:pt x="47" y="116"/>
                </a:lnTo>
                <a:lnTo>
                  <a:pt x="53" y="110"/>
                </a:lnTo>
                <a:lnTo>
                  <a:pt x="58" y="104"/>
                </a:lnTo>
                <a:lnTo>
                  <a:pt x="64" y="98"/>
                </a:lnTo>
                <a:lnTo>
                  <a:pt x="71" y="92"/>
                </a:lnTo>
                <a:lnTo>
                  <a:pt x="77" y="86"/>
                </a:lnTo>
                <a:lnTo>
                  <a:pt x="84" y="80"/>
                </a:lnTo>
                <a:lnTo>
                  <a:pt x="91" y="75"/>
                </a:lnTo>
                <a:lnTo>
                  <a:pt x="98" y="69"/>
                </a:lnTo>
                <a:lnTo>
                  <a:pt x="105" y="64"/>
                </a:lnTo>
                <a:lnTo>
                  <a:pt x="113" y="59"/>
                </a:lnTo>
                <a:lnTo>
                  <a:pt x="121" y="54"/>
                </a:lnTo>
                <a:lnTo>
                  <a:pt x="129" y="50"/>
                </a:lnTo>
                <a:lnTo>
                  <a:pt x="137" y="45"/>
                </a:lnTo>
                <a:lnTo>
                  <a:pt x="146" y="41"/>
                </a:lnTo>
                <a:lnTo>
                  <a:pt x="154" y="37"/>
                </a:lnTo>
                <a:lnTo>
                  <a:pt x="163" y="33"/>
                </a:lnTo>
                <a:lnTo>
                  <a:pt x="172" y="29"/>
                </a:lnTo>
                <a:lnTo>
                  <a:pt x="181" y="26"/>
                </a:lnTo>
                <a:lnTo>
                  <a:pt x="191" y="23"/>
                </a:lnTo>
                <a:lnTo>
                  <a:pt x="200" y="20"/>
                </a:lnTo>
                <a:lnTo>
                  <a:pt x="210" y="17"/>
                </a:lnTo>
                <a:lnTo>
                  <a:pt x="219" y="14"/>
                </a:lnTo>
                <a:lnTo>
                  <a:pt x="229" y="12"/>
                </a:lnTo>
                <a:lnTo>
                  <a:pt x="239" y="10"/>
                </a:lnTo>
                <a:lnTo>
                  <a:pt x="249" y="8"/>
                </a:lnTo>
                <a:lnTo>
                  <a:pt x="259" y="6"/>
                </a:lnTo>
                <a:lnTo>
                  <a:pt x="269" y="4"/>
                </a:lnTo>
                <a:lnTo>
                  <a:pt x="279" y="3"/>
                </a:lnTo>
                <a:lnTo>
                  <a:pt x="290" y="2"/>
                </a:lnTo>
                <a:lnTo>
                  <a:pt x="300" y="1"/>
                </a:lnTo>
                <a:lnTo>
                  <a:pt x="310" y="1"/>
                </a:lnTo>
                <a:lnTo>
                  <a:pt x="321" y="0"/>
                </a:lnTo>
                <a:lnTo>
                  <a:pt x="331" y="0"/>
                </a:lnTo>
                <a:lnTo>
                  <a:pt x="341" y="0"/>
                </a:lnTo>
                <a:lnTo>
                  <a:pt x="352" y="1"/>
                </a:lnTo>
                <a:lnTo>
                  <a:pt x="362" y="1"/>
                </a:lnTo>
                <a:lnTo>
                  <a:pt x="372" y="2"/>
                </a:lnTo>
                <a:lnTo>
                  <a:pt x="383" y="3"/>
                </a:lnTo>
                <a:lnTo>
                  <a:pt x="393" y="4"/>
                </a:lnTo>
                <a:lnTo>
                  <a:pt x="403" y="6"/>
                </a:lnTo>
                <a:lnTo>
                  <a:pt x="413" y="8"/>
                </a:lnTo>
                <a:lnTo>
                  <a:pt x="423" y="10"/>
                </a:lnTo>
                <a:lnTo>
                  <a:pt x="433" y="12"/>
                </a:lnTo>
                <a:lnTo>
                  <a:pt x="443" y="14"/>
                </a:lnTo>
                <a:lnTo>
                  <a:pt x="452" y="17"/>
                </a:lnTo>
                <a:lnTo>
                  <a:pt x="462" y="20"/>
                </a:lnTo>
                <a:lnTo>
                  <a:pt x="471" y="23"/>
                </a:lnTo>
                <a:lnTo>
                  <a:pt x="481" y="26"/>
                </a:lnTo>
                <a:lnTo>
                  <a:pt x="490" y="29"/>
                </a:lnTo>
                <a:lnTo>
                  <a:pt x="499" y="33"/>
                </a:lnTo>
                <a:lnTo>
                  <a:pt x="508" y="37"/>
                </a:lnTo>
                <a:lnTo>
                  <a:pt x="516" y="41"/>
                </a:lnTo>
                <a:lnTo>
                  <a:pt x="525" y="45"/>
                </a:lnTo>
                <a:lnTo>
                  <a:pt x="533" y="50"/>
                </a:lnTo>
                <a:lnTo>
                  <a:pt x="541" y="54"/>
                </a:lnTo>
                <a:lnTo>
                  <a:pt x="549" y="59"/>
                </a:lnTo>
                <a:lnTo>
                  <a:pt x="557" y="64"/>
                </a:lnTo>
                <a:lnTo>
                  <a:pt x="564" y="69"/>
                </a:lnTo>
                <a:lnTo>
                  <a:pt x="571" y="75"/>
                </a:lnTo>
                <a:lnTo>
                  <a:pt x="578" y="80"/>
                </a:lnTo>
                <a:lnTo>
                  <a:pt x="585" y="86"/>
                </a:lnTo>
                <a:lnTo>
                  <a:pt x="591" y="92"/>
                </a:lnTo>
                <a:lnTo>
                  <a:pt x="598" y="98"/>
                </a:lnTo>
                <a:lnTo>
                  <a:pt x="604" y="104"/>
                </a:lnTo>
                <a:lnTo>
                  <a:pt x="609" y="110"/>
                </a:lnTo>
                <a:lnTo>
                  <a:pt x="615" y="116"/>
                </a:lnTo>
                <a:lnTo>
                  <a:pt x="620" y="123"/>
                </a:lnTo>
                <a:lnTo>
                  <a:pt x="625" y="129"/>
                </a:lnTo>
                <a:lnTo>
                  <a:pt x="629" y="136"/>
                </a:lnTo>
                <a:lnTo>
                  <a:pt x="633" y="143"/>
                </a:lnTo>
                <a:lnTo>
                  <a:pt x="637" y="149"/>
                </a:lnTo>
                <a:lnTo>
                  <a:pt x="641" y="156"/>
                </a:lnTo>
                <a:lnTo>
                  <a:pt x="644" y="163"/>
                </a:lnTo>
                <a:lnTo>
                  <a:pt x="647" y="170"/>
                </a:lnTo>
                <a:lnTo>
                  <a:pt x="650" y="178"/>
                </a:lnTo>
                <a:lnTo>
                  <a:pt x="653" y="185"/>
                </a:lnTo>
                <a:lnTo>
                  <a:pt x="655" y="192"/>
                </a:lnTo>
                <a:lnTo>
                  <a:pt x="657" y="199"/>
                </a:lnTo>
                <a:lnTo>
                  <a:pt x="658" y="207"/>
                </a:lnTo>
                <a:lnTo>
                  <a:pt x="659" y="214"/>
                </a:lnTo>
                <a:lnTo>
                  <a:pt x="660" y="221"/>
                </a:lnTo>
                <a:lnTo>
                  <a:pt x="660" y="229"/>
                </a:lnTo>
                <a:lnTo>
                  <a:pt x="661" y="236"/>
                </a:lnTo>
                <a:close/>
              </a:path>
            </a:pathLst>
          </a:custGeom>
          <a:solidFill>
            <a:srgbClr val="ff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6" name=""/>
          <p:cNvSpPr/>
          <p:nvPr/>
        </p:nvSpPr>
        <p:spPr>
          <a:xfrm>
            <a:off x="7941240" y="2857320"/>
            <a:ext cx="243000" cy="174240"/>
          </a:xfrm>
          <a:custGeom>
            <a:avLst/>
            <a:gdLst/>
            <a:ahLst/>
            <a:rect l="0" t="0" r="r" b="b"/>
            <a:pathLst>
              <a:path w="675" h="484">
                <a:moveTo>
                  <a:pt x="668" y="242"/>
                </a:moveTo>
                <a:lnTo>
                  <a:pt x="667" y="235"/>
                </a:lnTo>
                <a:lnTo>
                  <a:pt x="667" y="227"/>
                </a:lnTo>
                <a:lnTo>
                  <a:pt x="666" y="220"/>
                </a:lnTo>
                <a:lnTo>
                  <a:pt x="665" y="213"/>
                </a:lnTo>
                <a:lnTo>
                  <a:pt x="664" y="205"/>
                </a:lnTo>
                <a:lnTo>
                  <a:pt x="662" y="198"/>
                </a:lnTo>
                <a:lnTo>
                  <a:pt x="660" y="191"/>
                </a:lnTo>
                <a:lnTo>
                  <a:pt x="657" y="184"/>
                </a:lnTo>
                <a:lnTo>
                  <a:pt x="654" y="176"/>
                </a:lnTo>
                <a:lnTo>
                  <a:pt x="651" y="169"/>
                </a:lnTo>
                <a:lnTo>
                  <a:pt x="648" y="162"/>
                </a:lnTo>
                <a:lnTo>
                  <a:pt x="644" y="155"/>
                </a:lnTo>
                <a:lnTo>
                  <a:pt x="640" y="149"/>
                </a:lnTo>
                <a:lnTo>
                  <a:pt x="636" y="142"/>
                </a:lnTo>
                <a:lnTo>
                  <a:pt x="632" y="135"/>
                </a:lnTo>
                <a:lnTo>
                  <a:pt x="627" y="129"/>
                </a:lnTo>
                <a:lnTo>
                  <a:pt x="622" y="122"/>
                </a:lnTo>
                <a:lnTo>
                  <a:pt x="616" y="116"/>
                </a:lnTo>
                <a:lnTo>
                  <a:pt x="611" y="110"/>
                </a:lnTo>
                <a:lnTo>
                  <a:pt x="605" y="104"/>
                </a:lnTo>
                <a:lnTo>
                  <a:pt x="598" y="98"/>
                </a:lnTo>
                <a:lnTo>
                  <a:pt x="592" y="92"/>
                </a:lnTo>
                <a:lnTo>
                  <a:pt x="585" y="86"/>
                </a:lnTo>
                <a:lnTo>
                  <a:pt x="578" y="81"/>
                </a:lnTo>
                <a:lnTo>
                  <a:pt x="571" y="75"/>
                </a:lnTo>
                <a:lnTo>
                  <a:pt x="564" y="70"/>
                </a:lnTo>
                <a:lnTo>
                  <a:pt x="556" y="65"/>
                </a:lnTo>
                <a:lnTo>
                  <a:pt x="548" y="60"/>
                </a:lnTo>
                <a:lnTo>
                  <a:pt x="540" y="56"/>
                </a:lnTo>
                <a:lnTo>
                  <a:pt x="532" y="51"/>
                </a:lnTo>
                <a:lnTo>
                  <a:pt x="523" y="47"/>
                </a:lnTo>
                <a:lnTo>
                  <a:pt x="514" y="43"/>
                </a:lnTo>
                <a:lnTo>
                  <a:pt x="505" y="39"/>
                </a:lnTo>
                <a:lnTo>
                  <a:pt x="496" y="35"/>
                </a:lnTo>
                <a:lnTo>
                  <a:pt x="487" y="31"/>
                </a:lnTo>
                <a:lnTo>
                  <a:pt x="477" y="28"/>
                </a:lnTo>
                <a:lnTo>
                  <a:pt x="468" y="25"/>
                </a:lnTo>
                <a:lnTo>
                  <a:pt x="458" y="22"/>
                </a:lnTo>
                <a:lnTo>
                  <a:pt x="449" y="19"/>
                </a:lnTo>
                <a:lnTo>
                  <a:pt x="439" y="17"/>
                </a:lnTo>
                <a:lnTo>
                  <a:pt x="429" y="15"/>
                </a:lnTo>
                <a:lnTo>
                  <a:pt x="419" y="13"/>
                </a:lnTo>
                <a:lnTo>
                  <a:pt x="409" y="11"/>
                </a:lnTo>
                <a:lnTo>
                  <a:pt x="399" y="9"/>
                </a:lnTo>
                <a:lnTo>
                  <a:pt x="389" y="8"/>
                </a:lnTo>
                <a:lnTo>
                  <a:pt x="378" y="7"/>
                </a:lnTo>
                <a:lnTo>
                  <a:pt x="368" y="6"/>
                </a:lnTo>
                <a:lnTo>
                  <a:pt x="358" y="6"/>
                </a:lnTo>
                <a:lnTo>
                  <a:pt x="347" y="5"/>
                </a:lnTo>
                <a:lnTo>
                  <a:pt x="337" y="5"/>
                </a:lnTo>
                <a:lnTo>
                  <a:pt x="327" y="5"/>
                </a:lnTo>
                <a:lnTo>
                  <a:pt x="316" y="6"/>
                </a:lnTo>
                <a:lnTo>
                  <a:pt x="306" y="6"/>
                </a:lnTo>
                <a:lnTo>
                  <a:pt x="296" y="7"/>
                </a:lnTo>
                <a:lnTo>
                  <a:pt x="285" y="8"/>
                </a:lnTo>
                <a:lnTo>
                  <a:pt x="275" y="9"/>
                </a:lnTo>
                <a:lnTo>
                  <a:pt x="265" y="11"/>
                </a:lnTo>
                <a:lnTo>
                  <a:pt x="255" y="13"/>
                </a:lnTo>
                <a:lnTo>
                  <a:pt x="245" y="15"/>
                </a:lnTo>
                <a:lnTo>
                  <a:pt x="235" y="17"/>
                </a:lnTo>
                <a:lnTo>
                  <a:pt x="225" y="19"/>
                </a:lnTo>
                <a:lnTo>
                  <a:pt x="216" y="22"/>
                </a:lnTo>
                <a:lnTo>
                  <a:pt x="206" y="25"/>
                </a:lnTo>
                <a:lnTo>
                  <a:pt x="197" y="28"/>
                </a:lnTo>
                <a:lnTo>
                  <a:pt x="187" y="31"/>
                </a:lnTo>
                <a:lnTo>
                  <a:pt x="178" y="35"/>
                </a:lnTo>
                <a:lnTo>
                  <a:pt x="169" y="39"/>
                </a:lnTo>
                <a:lnTo>
                  <a:pt x="160" y="43"/>
                </a:lnTo>
                <a:lnTo>
                  <a:pt x="152" y="47"/>
                </a:lnTo>
                <a:lnTo>
                  <a:pt x="143" y="51"/>
                </a:lnTo>
                <a:lnTo>
                  <a:pt x="135" y="56"/>
                </a:lnTo>
                <a:lnTo>
                  <a:pt x="127" y="60"/>
                </a:lnTo>
                <a:lnTo>
                  <a:pt x="119" y="65"/>
                </a:lnTo>
                <a:lnTo>
                  <a:pt x="111" y="70"/>
                </a:lnTo>
                <a:lnTo>
                  <a:pt x="104" y="75"/>
                </a:lnTo>
                <a:lnTo>
                  <a:pt x="97" y="81"/>
                </a:lnTo>
                <a:lnTo>
                  <a:pt x="90" y="86"/>
                </a:lnTo>
                <a:lnTo>
                  <a:pt x="83" y="92"/>
                </a:lnTo>
                <a:lnTo>
                  <a:pt x="77" y="98"/>
                </a:lnTo>
                <a:lnTo>
                  <a:pt x="70" y="104"/>
                </a:lnTo>
                <a:lnTo>
                  <a:pt x="64" y="110"/>
                </a:lnTo>
                <a:lnTo>
                  <a:pt x="59" y="116"/>
                </a:lnTo>
                <a:lnTo>
                  <a:pt x="53" y="122"/>
                </a:lnTo>
                <a:lnTo>
                  <a:pt x="48" y="129"/>
                </a:lnTo>
                <a:lnTo>
                  <a:pt x="43" y="135"/>
                </a:lnTo>
                <a:lnTo>
                  <a:pt x="39" y="142"/>
                </a:lnTo>
                <a:lnTo>
                  <a:pt x="34" y="149"/>
                </a:lnTo>
                <a:lnTo>
                  <a:pt x="30" y="155"/>
                </a:lnTo>
                <a:lnTo>
                  <a:pt x="27" y="162"/>
                </a:lnTo>
                <a:lnTo>
                  <a:pt x="23" y="169"/>
                </a:lnTo>
                <a:lnTo>
                  <a:pt x="20" y="176"/>
                </a:lnTo>
                <a:lnTo>
                  <a:pt x="18" y="184"/>
                </a:lnTo>
                <a:lnTo>
                  <a:pt x="15" y="191"/>
                </a:lnTo>
                <a:lnTo>
                  <a:pt x="13" y="198"/>
                </a:lnTo>
                <a:lnTo>
                  <a:pt x="11" y="205"/>
                </a:lnTo>
                <a:lnTo>
                  <a:pt x="10" y="213"/>
                </a:lnTo>
                <a:lnTo>
                  <a:pt x="9" y="220"/>
                </a:lnTo>
                <a:lnTo>
                  <a:pt x="8" y="227"/>
                </a:lnTo>
                <a:lnTo>
                  <a:pt x="8" y="235"/>
                </a:lnTo>
                <a:lnTo>
                  <a:pt x="7" y="242"/>
                </a:lnTo>
                <a:lnTo>
                  <a:pt x="8" y="250"/>
                </a:lnTo>
                <a:lnTo>
                  <a:pt x="8" y="257"/>
                </a:lnTo>
                <a:lnTo>
                  <a:pt x="9" y="265"/>
                </a:lnTo>
                <a:lnTo>
                  <a:pt x="10" y="272"/>
                </a:lnTo>
                <a:lnTo>
                  <a:pt x="11" y="279"/>
                </a:lnTo>
                <a:lnTo>
                  <a:pt x="13" y="287"/>
                </a:lnTo>
                <a:lnTo>
                  <a:pt x="15" y="294"/>
                </a:lnTo>
                <a:lnTo>
                  <a:pt x="18" y="301"/>
                </a:lnTo>
                <a:lnTo>
                  <a:pt x="20" y="308"/>
                </a:lnTo>
                <a:lnTo>
                  <a:pt x="23" y="315"/>
                </a:lnTo>
                <a:lnTo>
                  <a:pt x="27" y="322"/>
                </a:lnTo>
                <a:lnTo>
                  <a:pt x="30" y="329"/>
                </a:lnTo>
                <a:lnTo>
                  <a:pt x="34" y="336"/>
                </a:lnTo>
                <a:lnTo>
                  <a:pt x="39" y="343"/>
                </a:lnTo>
                <a:lnTo>
                  <a:pt x="43" y="350"/>
                </a:lnTo>
                <a:lnTo>
                  <a:pt x="48" y="356"/>
                </a:lnTo>
                <a:lnTo>
                  <a:pt x="53" y="363"/>
                </a:lnTo>
                <a:lnTo>
                  <a:pt x="59" y="369"/>
                </a:lnTo>
                <a:lnTo>
                  <a:pt x="64" y="375"/>
                </a:lnTo>
                <a:lnTo>
                  <a:pt x="70" y="381"/>
                </a:lnTo>
                <a:lnTo>
                  <a:pt x="77" y="387"/>
                </a:lnTo>
                <a:lnTo>
                  <a:pt x="83" y="393"/>
                </a:lnTo>
                <a:lnTo>
                  <a:pt x="90" y="398"/>
                </a:lnTo>
                <a:lnTo>
                  <a:pt x="97" y="404"/>
                </a:lnTo>
                <a:lnTo>
                  <a:pt x="104" y="409"/>
                </a:lnTo>
                <a:lnTo>
                  <a:pt x="111" y="414"/>
                </a:lnTo>
                <a:lnTo>
                  <a:pt x="119" y="419"/>
                </a:lnTo>
                <a:lnTo>
                  <a:pt x="127" y="424"/>
                </a:lnTo>
                <a:lnTo>
                  <a:pt x="135" y="429"/>
                </a:lnTo>
                <a:lnTo>
                  <a:pt x="143" y="433"/>
                </a:lnTo>
                <a:lnTo>
                  <a:pt x="152" y="438"/>
                </a:lnTo>
                <a:lnTo>
                  <a:pt x="160" y="442"/>
                </a:lnTo>
                <a:lnTo>
                  <a:pt x="169" y="446"/>
                </a:lnTo>
                <a:lnTo>
                  <a:pt x="178" y="449"/>
                </a:lnTo>
                <a:lnTo>
                  <a:pt x="187" y="453"/>
                </a:lnTo>
                <a:lnTo>
                  <a:pt x="197" y="456"/>
                </a:lnTo>
                <a:lnTo>
                  <a:pt x="206" y="459"/>
                </a:lnTo>
                <a:lnTo>
                  <a:pt x="216" y="462"/>
                </a:lnTo>
                <a:lnTo>
                  <a:pt x="225" y="464"/>
                </a:lnTo>
                <a:lnTo>
                  <a:pt x="235" y="467"/>
                </a:lnTo>
                <a:lnTo>
                  <a:pt x="245" y="469"/>
                </a:lnTo>
                <a:lnTo>
                  <a:pt x="255" y="471"/>
                </a:lnTo>
                <a:lnTo>
                  <a:pt x="265" y="473"/>
                </a:lnTo>
                <a:lnTo>
                  <a:pt x="275" y="474"/>
                </a:lnTo>
                <a:lnTo>
                  <a:pt x="285" y="476"/>
                </a:lnTo>
                <a:lnTo>
                  <a:pt x="296" y="477"/>
                </a:lnTo>
                <a:lnTo>
                  <a:pt x="306" y="477"/>
                </a:lnTo>
                <a:lnTo>
                  <a:pt x="316" y="478"/>
                </a:lnTo>
                <a:lnTo>
                  <a:pt x="327" y="478"/>
                </a:lnTo>
                <a:lnTo>
                  <a:pt x="337" y="478"/>
                </a:lnTo>
                <a:lnTo>
                  <a:pt x="347" y="478"/>
                </a:lnTo>
                <a:lnTo>
                  <a:pt x="358" y="478"/>
                </a:lnTo>
                <a:lnTo>
                  <a:pt x="368" y="477"/>
                </a:lnTo>
                <a:lnTo>
                  <a:pt x="378" y="477"/>
                </a:lnTo>
                <a:lnTo>
                  <a:pt x="389" y="476"/>
                </a:lnTo>
                <a:lnTo>
                  <a:pt x="399" y="474"/>
                </a:lnTo>
                <a:lnTo>
                  <a:pt x="409" y="473"/>
                </a:lnTo>
                <a:lnTo>
                  <a:pt x="419" y="471"/>
                </a:lnTo>
                <a:lnTo>
                  <a:pt x="429" y="469"/>
                </a:lnTo>
                <a:lnTo>
                  <a:pt x="439" y="467"/>
                </a:lnTo>
                <a:lnTo>
                  <a:pt x="449" y="464"/>
                </a:lnTo>
                <a:lnTo>
                  <a:pt x="458" y="462"/>
                </a:lnTo>
                <a:lnTo>
                  <a:pt x="468" y="459"/>
                </a:lnTo>
                <a:lnTo>
                  <a:pt x="477" y="456"/>
                </a:lnTo>
                <a:lnTo>
                  <a:pt x="487" y="453"/>
                </a:lnTo>
                <a:lnTo>
                  <a:pt x="496" y="449"/>
                </a:lnTo>
                <a:lnTo>
                  <a:pt x="505" y="446"/>
                </a:lnTo>
                <a:lnTo>
                  <a:pt x="514" y="442"/>
                </a:lnTo>
                <a:lnTo>
                  <a:pt x="523" y="438"/>
                </a:lnTo>
                <a:lnTo>
                  <a:pt x="532" y="433"/>
                </a:lnTo>
                <a:lnTo>
                  <a:pt x="540" y="429"/>
                </a:lnTo>
                <a:lnTo>
                  <a:pt x="548" y="424"/>
                </a:lnTo>
                <a:lnTo>
                  <a:pt x="556" y="419"/>
                </a:lnTo>
                <a:lnTo>
                  <a:pt x="564" y="414"/>
                </a:lnTo>
                <a:lnTo>
                  <a:pt x="571" y="409"/>
                </a:lnTo>
                <a:lnTo>
                  <a:pt x="578" y="404"/>
                </a:lnTo>
                <a:lnTo>
                  <a:pt x="585" y="398"/>
                </a:lnTo>
                <a:lnTo>
                  <a:pt x="592" y="393"/>
                </a:lnTo>
                <a:lnTo>
                  <a:pt x="598" y="387"/>
                </a:lnTo>
                <a:lnTo>
                  <a:pt x="605" y="381"/>
                </a:lnTo>
                <a:lnTo>
                  <a:pt x="611" y="375"/>
                </a:lnTo>
                <a:lnTo>
                  <a:pt x="616" y="369"/>
                </a:lnTo>
                <a:lnTo>
                  <a:pt x="622" y="363"/>
                </a:lnTo>
                <a:lnTo>
                  <a:pt x="627" y="356"/>
                </a:lnTo>
                <a:lnTo>
                  <a:pt x="632" y="350"/>
                </a:lnTo>
                <a:lnTo>
                  <a:pt x="636" y="343"/>
                </a:lnTo>
                <a:lnTo>
                  <a:pt x="640" y="336"/>
                </a:lnTo>
                <a:lnTo>
                  <a:pt x="644" y="329"/>
                </a:lnTo>
                <a:lnTo>
                  <a:pt x="648" y="322"/>
                </a:lnTo>
                <a:lnTo>
                  <a:pt x="651" y="315"/>
                </a:lnTo>
                <a:lnTo>
                  <a:pt x="654" y="308"/>
                </a:lnTo>
                <a:lnTo>
                  <a:pt x="657" y="301"/>
                </a:lnTo>
                <a:lnTo>
                  <a:pt x="660" y="294"/>
                </a:lnTo>
                <a:lnTo>
                  <a:pt x="662" y="287"/>
                </a:lnTo>
                <a:lnTo>
                  <a:pt x="664" y="279"/>
                </a:lnTo>
                <a:lnTo>
                  <a:pt x="665" y="272"/>
                </a:lnTo>
                <a:lnTo>
                  <a:pt x="666" y="265"/>
                </a:lnTo>
                <a:lnTo>
                  <a:pt x="667" y="257"/>
                </a:lnTo>
                <a:lnTo>
                  <a:pt x="667" y="250"/>
                </a:lnTo>
                <a:lnTo>
                  <a:pt x="668" y="242"/>
                </a:lnTo>
                <a:moveTo>
                  <a:pt x="675" y="242"/>
                </a:moveTo>
                <a:lnTo>
                  <a:pt x="675" y="250"/>
                </a:lnTo>
                <a:lnTo>
                  <a:pt x="675" y="257"/>
                </a:lnTo>
                <a:lnTo>
                  <a:pt x="674" y="265"/>
                </a:lnTo>
                <a:lnTo>
                  <a:pt x="673" y="273"/>
                </a:lnTo>
                <a:lnTo>
                  <a:pt x="671" y="280"/>
                </a:lnTo>
                <a:lnTo>
                  <a:pt x="669" y="288"/>
                </a:lnTo>
                <a:lnTo>
                  <a:pt x="667" y="295"/>
                </a:lnTo>
                <a:lnTo>
                  <a:pt x="665" y="302"/>
                </a:lnTo>
                <a:lnTo>
                  <a:pt x="662" y="310"/>
                </a:lnTo>
                <a:lnTo>
                  <a:pt x="659" y="317"/>
                </a:lnTo>
                <a:lnTo>
                  <a:pt x="655" y="324"/>
                </a:lnTo>
                <a:lnTo>
                  <a:pt x="652" y="331"/>
                </a:lnTo>
                <a:lnTo>
                  <a:pt x="648" y="338"/>
                </a:lnTo>
                <a:lnTo>
                  <a:pt x="643" y="345"/>
                </a:lnTo>
                <a:lnTo>
                  <a:pt x="639" y="352"/>
                </a:lnTo>
                <a:lnTo>
                  <a:pt x="634" y="359"/>
                </a:lnTo>
                <a:lnTo>
                  <a:pt x="628" y="365"/>
                </a:lnTo>
                <a:lnTo>
                  <a:pt x="623" y="372"/>
                </a:lnTo>
                <a:lnTo>
                  <a:pt x="617" y="378"/>
                </a:lnTo>
                <a:lnTo>
                  <a:pt x="611" y="384"/>
                </a:lnTo>
                <a:lnTo>
                  <a:pt x="605" y="390"/>
                </a:lnTo>
                <a:lnTo>
                  <a:pt x="598" y="396"/>
                </a:lnTo>
                <a:lnTo>
                  <a:pt x="591" y="402"/>
                </a:lnTo>
                <a:lnTo>
                  <a:pt x="584" y="408"/>
                </a:lnTo>
                <a:lnTo>
                  <a:pt x="577" y="413"/>
                </a:lnTo>
                <a:lnTo>
                  <a:pt x="569" y="418"/>
                </a:lnTo>
                <a:lnTo>
                  <a:pt x="561" y="424"/>
                </a:lnTo>
                <a:lnTo>
                  <a:pt x="553" y="429"/>
                </a:lnTo>
                <a:lnTo>
                  <a:pt x="545" y="433"/>
                </a:lnTo>
                <a:lnTo>
                  <a:pt x="536" y="438"/>
                </a:lnTo>
                <a:lnTo>
                  <a:pt x="528" y="442"/>
                </a:lnTo>
                <a:lnTo>
                  <a:pt x="518" y="446"/>
                </a:lnTo>
                <a:lnTo>
                  <a:pt x="509" y="450"/>
                </a:lnTo>
                <a:lnTo>
                  <a:pt x="499" y="454"/>
                </a:lnTo>
                <a:lnTo>
                  <a:pt x="490" y="458"/>
                </a:lnTo>
                <a:lnTo>
                  <a:pt x="481" y="461"/>
                </a:lnTo>
                <a:lnTo>
                  <a:pt x="471" y="464"/>
                </a:lnTo>
                <a:lnTo>
                  <a:pt x="461" y="467"/>
                </a:lnTo>
                <a:lnTo>
                  <a:pt x="451" y="470"/>
                </a:lnTo>
                <a:lnTo>
                  <a:pt x="441" y="472"/>
                </a:lnTo>
                <a:lnTo>
                  <a:pt x="431" y="474"/>
                </a:lnTo>
                <a:lnTo>
                  <a:pt x="421" y="476"/>
                </a:lnTo>
                <a:lnTo>
                  <a:pt x="411" y="478"/>
                </a:lnTo>
                <a:lnTo>
                  <a:pt x="400" y="480"/>
                </a:lnTo>
                <a:lnTo>
                  <a:pt x="390" y="481"/>
                </a:lnTo>
                <a:lnTo>
                  <a:pt x="379" y="482"/>
                </a:lnTo>
                <a:lnTo>
                  <a:pt x="369" y="483"/>
                </a:lnTo>
                <a:lnTo>
                  <a:pt x="358" y="484"/>
                </a:lnTo>
                <a:lnTo>
                  <a:pt x="348" y="484"/>
                </a:lnTo>
                <a:lnTo>
                  <a:pt x="337" y="484"/>
                </a:lnTo>
                <a:lnTo>
                  <a:pt x="326" y="484"/>
                </a:lnTo>
                <a:lnTo>
                  <a:pt x="316" y="484"/>
                </a:lnTo>
                <a:lnTo>
                  <a:pt x="305" y="483"/>
                </a:lnTo>
                <a:lnTo>
                  <a:pt x="295" y="482"/>
                </a:lnTo>
                <a:lnTo>
                  <a:pt x="284" y="481"/>
                </a:lnTo>
                <a:lnTo>
                  <a:pt x="274" y="480"/>
                </a:lnTo>
                <a:lnTo>
                  <a:pt x="263" y="478"/>
                </a:lnTo>
                <a:lnTo>
                  <a:pt x="253" y="476"/>
                </a:lnTo>
                <a:lnTo>
                  <a:pt x="243" y="474"/>
                </a:lnTo>
                <a:lnTo>
                  <a:pt x="233" y="472"/>
                </a:lnTo>
                <a:lnTo>
                  <a:pt x="223" y="470"/>
                </a:lnTo>
                <a:lnTo>
                  <a:pt x="213" y="467"/>
                </a:lnTo>
                <a:lnTo>
                  <a:pt x="203" y="464"/>
                </a:lnTo>
                <a:lnTo>
                  <a:pt x="193" y="461"/>
                </a:lnTo>
                <a:lnTo>
                  <a:pt x="184" y="458"/>
                </a:lnTo>
                <a:lnTo>
                  <a:pt x="174" y="454"/>
                </a:lnTo>
                <a:lnTo>
                  <a:pt x="165" y="450"/>
                </a:lnTo>
                <a:lnTo>
                  <a:pt x="156" y="446"/>
                </a:lnTo>
                <a:lnTo>
                  <a:pt x="147" y="442"/>
                </a:lnTo>
                <a:lnTo>
                  <a:pt x="139" y="438"/>
                </a:lnTo>
                <a:lnTo>
                  <a:pt x="130" y="433"/>
                </a:lnTo>
                <a:lnTo>
                  <a:pt x="122" y="429"/>
                </a:lnTo>
                <a:lnTo>
                  <a:pt x="114" y="424"/>
                </a:lnTo>
                <a:lnTo>
                  <a:pt x="106" y="418"/>
                </a:lnTo>
                <a:lnTo>
                  <a:pt x="98" y="413"/>
                </a:lnTo>
                <a:lnTo>
                  <a:pt x="91" y="408"/>
                </a:lnTo>
                <a:lnTo>
                  <a:pt x="84" y="402"/>
                </a:lnTo>
                <a:lnTo>
                  <a:pt x="77" y="396"/>
                </a:lnTo>
                <a:lnTo>
                  <a:pt x="70" y="390"/>
                </a:lnTo>
                <a:lnTo>
                  <a:pt x="64" y="384"/>
                </a:lnTo>
                <a:lnTo>
                  <a:pt x="58" y="378"/>
                </a:lnTo>
                <a:lnTo>
                  <a:pt x="52" y="372"/>
                </a:lnTo>
                <a:lnTo>
                  <a:pt x="47" y="365"/>
                </a:lnTo>
                <a:lnTo>
                  <a:pt x="41" y="359"/>
                </a:lnTo>
                <a:lnTo>
                  <a:pt x="36" y="352"/>
                </a:lnTo>
                <a:lnTo>
                  <a:pt x="32" y="345"/>
                </a:lnTo>
                <a:lnTo>
                  <a:pt x="27" y="338"/>
                </a:lnTo>
                <a:lnTo>
                  <a:pt x="23" y="331"/>
                </a:lnTo>
                <a:lnTo>
                  <a:pt x="20" y="324"/>
                </a:lnTo>
                <a:lnTo>
                  <a:pt x="16" y="317"/>
                </a:lnTo>
                <a:lnTo>
                  <a:pt x="13" y="310"/>
                </a:lnTo>
                <a:lnTo>
                  <a:pt x="10" y="302"/>
                </a:lnTo>
                <a:lnTo>
                  <a:pt x="8" y="295"/>
                </a:lnTo>
                <a:lnTo>
                  <a:pt x="6" y="288"/>
                </a:lnTo>
                <a:lnTo>
                  <a:pt x="4" y="280"/>
                </a:lnTo>
                <a:lnTo>
                  <a:pt x="2" y="273"/>
                </a:lnTo>
                <a:lnTo>
                  <a:pt x="1" y="265"/>
                </a:lnTo>
                <a:lnTo>
                  <a:pt x="0" y="257"/>
                </a:lnTo>
                <a:lnTo>
                  <a:pt x="0" y="250"/>
                </a:lnTo>
                <a:lnTo>
                  <a:pt x="0" y="242"/>
                </a:lnTo>
                <a:lnTo>
                  <a:pt x="0" y="235"/>
                </a:lnTo>
                <a:lnTo>
                  <a:pt x="0" y="227"/>
                </a:lnTo>
                <a:lnTo>
                  <a:pt x="1" y="220"/>
                </a:lnTo>
                <a:lnTo>
                  <a:pt x="2" y="212"/>
                </a:lnTo>
                <a:lnTo>
                  <a:pt x="4" y="204"/>
                </a:lnTo>
                <a:lnTo>
                  <a:pt x="6" y="197"/>
                </a:lnTo>
                <a:lnTo>
                  <a:pt x="8" y="190"/>
                </a:lnTo>
                <a:lnTo>
                  <a:pt x="10" y="182"/>
                </a:lnTo>
                <a:lnTo>
                  <a:pt x="13" y="175"/>
                </a:lnTo>
                <a:lnTo>
                  <a:pt x="16" y="168"/>
                </a:lnTo>
                <a:lnTo>
                  <a:pt x="20" y="160"/>
                </a:lnTo>
                <a:lnTo>
                  <a:pt x="23" y="153"/>
                </a:lnTo>
                <a:lnTo>
                  <a:pt x="27" y="146"/>
                </a:lnTo>
                <a:lnTo>
                  <a:pt x="32" y="139"/>
                </a:lnTo>
                <a:lnTo>
                  <a:pt x="36" y="133"/>
                </a:lnTo>
                <a:lnTo>
                  <a:pt x="41" y="126"/>
                </a:lnTo>
                <a:lnTo>
                  <a:pt x="47" y="119"/>
                </a:lnTo>
                <a:lnTo>
                  <a:pt x="52" y="113"/>
                </a:lnTo>
                <a:lnTo>
                  <a:pt x="58" y="106"/>
                </a:lnTo>
                <a:lnTo>
                  <a:pt x="64" y="100"/>
                </a:lnTo>
                <a:lnTo>
                  <a:pt x="70" y="94"/>
                </a:lnTo>
                <a:lnTo>
                  <a:pt x="77" y="88"/>
                </a:lnTo>
                <a:lnTo>
                  <a:pt x="84" y="82"/>
                </a:lnTo>
                <a:lnTo>
                  <a:pt x="91" y="77"/>
                </a:lnTo>
                <a:lnTo>
                  <a:pt x="98" y="71"/>
                </a:lnTo>
                <a:lnTo>
                  <a:pt x="106" y="66"/>
                </a:lnTo>
                <a:lnTo>
                  <a:pt x="114" y="61"/>
                </a:lnTo>
                <a:lnTo>
                  <a:pt x="122" y="56"/>
                </a:lnTo>
                <a:lnTo>
                  <a:pt x="130" y="51"/>
                </a:lnTo>
                <a:lnTo>
                  <a:pt x="139" y="47"/>
                </a:lnTo>
                <a:lnTo>
                  <a:pt x="147" y="42"/>
                </a:lnTo>
                <a:lnTo>
                  <a:pt x="156" y="38"/>
                </a:lnTo>
                <a:lnTo>
                  <a:pt x="165" y="34"/>
                </a:lnTo>
                <a:lnTo>
                  <a:pt x="174" y="29"/>
                </a:lnTo>
                <a:lnTo>
                  <a:pt x="184" y="26"/>
                </a:lnTo>
                <a:lnTo>
                  <a:pt x="193" y="23"/>
                </a:lnTo>
                <a:lnTo>
                  <a:pt x="203" y="19"/>
                </a:lnTo>
                <a:lnTo>
                  <a:pt x="213" y="17"/>
                </a:lnTo>
                <a:lnTo>
                  <a:pt x="223" y="14"/>
                </a:lnTo>
                <a:lnTo>
                  <a:pt x="233" y="11"/>
                </a:lnTo>
                <a:lnTo>
                  <a:pt x="243" y="9"/>
                </a:lnTo>
                <a:lnTo>
                  <a:pt x="253" y="7"/>
                </a:lnTo>
                <a:lnTo>
                  <a:pt x="263" y="5"/>
                </a:lnTo>
                <a:lnTo>
                  <a:pt x="274" y="4"/>
                </a:lnTo>
                <a:lnTo>
                  <a:pt x="284" y="3"/>
                </a:lnTo>
                <a:lnTo>
                  <a:pt x="295" y="2"/>
                </a:lnTo>
                <a:lnTo>
                  <a:pt x="305" y="1"/>
                </a:lnTo>
                <a:lnTo>
                  <a:pt x="316" y="0"/>
                </a:lnTo>
                <a:lnTo>
                  <a:pt x="326" y="0"/>
                </a:lnTo>
                <a:lnTo>
                  <a:pt x="337" y="0"/>
                </a:lnTo>
                <a:lnTo>
                  <a:pt x="348" y="0"/>
                </a:lnTo>
                <a:lnTo>
                  <a:pt x="358" y="0"/>
                </a:lnTo>
                <a:lnTo>
                  <a:pt x="369" y="1"/>
                </a:lnTo>
                <a:lnTo>
                  <a:pt x="379" y="2"/>
                </a:lnTo>
                <a:lnTo>
                  <a:pt x="390" y="3"/>
                </a:lnTo>
                <a:lnTo>
                  <a:pt x="400" y="4"/>
                </a:lnTo>
                <a:lnTo>
                  <a:pt x="411" y="5"/>
                </a:lnTo>
                <a:lnTo>
                  <a:pt x="421" y="7"/>
                </a:lnTo>
                <a:lnTo>
                  <a:pt x="431" y="9"/>
                </a:lnTo>
                <a:lnTo>
                  <a:pt x="441" y="11"/>
                </a:lnTo>
                <a:lnTo>
                  <a:pt x="451" y="14"/>
                </a:lnTo>
                <a:lnTo>
                  <a:pt x="461" y="17"/>
                </a:lnTo>
                <a:lnTo>
                  <a:pt x="471" y="19"/>
                </a:lnTo>
                <a:lnTo>
                  <a:pt x="481" y="23"/>
                </a:lnTo>
                <a:lnTo>
                  <a:pt x="490" y="26"/>
                </a:lnTo>
                <a:lnTo>
                  <a:pt x="499" y="29"/>
                </a:lnTo>
                <a:lnTo>
                  <a:pt x="509" y="34"/>
                </a:lnTo>
                <a:lnTo>
                  <a:pt x="518" y="38"/>
                </a:lnTo>
                <a:lnTo>
                  <a:pt x="528" y="42"/>
                </a:lnTo>
                <a:lnTo>
                  <a:pt x="536" y="47"/>
                </a:lnTo>
                <a:lnTo>
                  <a:pt x="545" y="51"/>
                </a:lnTo>
                <a:lnTo>
                  <a:pt x="553" y="56"/>
                </a:lnTo>
                <a:lnTo>
                  <a:pt x="561" y="61"/>
                </a:lnTo>
                <a:lnTo>
                  <a:pt x="569" y="66"/>
                </a:lnTo>
                <a:lnTo>
                  <a:pt x="577" y="71"/>
                </a:lnTo>
                <a:lnTo>
                  <a:pt x="584" y="77"/>
                </a:lnTo>
                <a:lnTo>
                  <a:pt x="591" y="82"/>
                </a:lnTo>
                <a:lnTo>
                  <a:pt x="598" y="88"/>
                </a:lnTo>
                <a:lnTo>
                  <a:pt x="605" y="94"/>
                </a:lnTo>
                <a:lnTo>
                  <a:pt x="611" y="100"/>
                </a:lnTo>
                <a:lnTo>
                  <a:pt x="617" y="106"/>
                </a:lnTo>
                <a:lnTo>
                  <a:pt x="623" y="113"/>
                </a:lnTo>
                <a:lnTo>
                  <a:pt x="628" y="119"/>
                </a:lnTo>
                <a:lnTo>
                  <a:pt x="634" y="126"/>
                </a:lnTo>
                <a:lnTo>
                  <a:pt x="639" y="133"/>
                </a:lnTo>
                <a:lnTo>
                  <a:pt x="643" y="139"/>
                </a:lnTo>
                <a:lnTo>
                  <a:pt x="648" y="146"/>
                </a:lnTo>
                <a:lnTo>
                  <a:pt x="652" y="153"/>
                </a:lnTo>
                <a:lnTo>
                  <a:pt x="655" y="160"/>
                </a:lnTo>
                <a:lnTo>
                  <a:pt x="659" y="168"/>
                </a:lnTo>
                <a:lnTo>
                  <a:pt x="662" y="175"/>
                </a:lnTo>
                <a:lnTo>
                  <a:pt x="665" y="182"/>
                </a:lnTo>
                <a:lnTo>
                  <a:pt x="667" y="190"/>
                </a:lnTo>
                <a:lnTo>
                  <a:pt x="669" y="197"/>
                </a:lnTo>
                <a:lnTo>
                  <a:pt x="671" y="204"/>
                </a:lnTo>
                <a:lnTo>
                  <a:pt x="673" y="212"/>
                </a:lnTo>
                <a:lnTo>
                  <a:pt x="674" y="220"/>
                </a:lnTo>
                <a:lnTo>
                  <a:pt x="675" y="227"/>
                </a:lnTo>
                <a:lnTo>
                  <a:pt x="675" y="235"/>
                </a:lnTo>
                <a:lnTo>
                  <a:pt x="675" y="242"/>
                </a:lnTo>
                <a:close/>
              </a:path>
            </a:pathLst>
          </a:custGeom>
          <a:solidFill>
            <a:srgbClr val="ffeb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7" name=""/>
          <p:cNvSpPr/>
          <p:nvPr/>
        </p:nvSpPr>
        <p:spPr>
          <a:xfrm>
            <a:off x="7939800" y="2856240"/>
            <a:ext cx="245880" cy="176400"/>
          </a:xfrm>
          <a:custGeom>
            <a:avLst/>
            <a:gdLst/>
            <a:ahLst/>
            <a:rect l="0" t="0" r="r" b="b"/>
            <a:pathLst>
              <a:path w="683" h="490">
                <a:moveTo>
                  <a:pt x="679" y="245"/>
                </a:moveTo>
                <a:lnTo>
                  <a:pt x="679" y="238"/>
                </a:lnTo>
                <a:lnTo>
                  <a:pt x="679" y="230"/>
                </a:lnTo>
                <a:lnTo>
                  <a:pt x="678" y="223"/>
                </a:lnTo>
                <a:lnTo>
                  <a:pt x="677" y="215"/>
                </a:lnTo>
                <a:lnTo>
                  <a:pt x="675" y="207"/>
                </a:lnTo>
                <a:lnTo>
                  <a:pt x="673" y="200"/>
                </a:lnTo>
                <a:lnTo>
                  <a:pt x="671" y="193"/>
                </a:lnTo>
                <a:lnTo>
                  <a:pt x="669" y="185"/>
                </a:lnTo>
                <a:lnTo>
                  <a:pt x="666" y="178"/>
                </a:lnTo>
                <a:lnTo>
                  <a:pt x="663" y="171"/>
                </a:lnTo>
                <a:lnTo>
                  <a:pt x="659" y="163"/>
                </a:lnTo>
                <a:lnTo>
                  <a:pt x="656" y="156"/>
                </a:lnTo>
                <a:lnTo>
                  <a:pt x="652" y="149"/>
                </a:lnTo>
                <a:lnTo>
                  <a:pt x="647" y="142"/>
                </a:lnTo>
                <a:lnTo>
                  <a:pt x="643" y="136"/>
                </a:lnTo>
                <a:lnTo>
                  <a:pt x="638" y="129"/>
                </a:lnTo>
                <a:lnTo>
                  <a:pt x="632" y="122"/>
                </a:lnTo>
                <a:lnTo>
                  <a:pt x="627" y="115"/>
                </a:lnTo>
                <a:lnTo>
                  <a:pt x="621" y="108"/>
                </a:lnTo>
                <a:lnTo>
                  <a:pt x="615" y="102"/>
                </a:lnTo>
                <a:lnTo>
                  <a:pt x="609" y="96"/>
                </a:lnTo>
                <a:lnTo>
                  <a:pt x="602" y="90"/>
                </a:lnTo>
                <a:lnTo>
                  <a:pt x="595" y="84"/>
                </a:lnTo>
                <a:lnTo>
                  <a:pt x="588" y="79"/>
                </a:lnTo>
                <a:lnTo>
                  <a:pt x="581" y="73"/>
                </a:lnTo>
                <a:lnTo>
                  <a:pt x="573" y="68"/>
                </a:lnTo>
                <a:lnTo>
                  <a:pt x="565" y="63"/>
                </a:lnTo>
                <a:lnTo>
                  <a:pt x="557" y="58"/>
                </a:lnTo>
                <a:lnTo>
                  <a:pt x="549" y="53"/>
                </a:lnTo>
                <a:lnTo>
                  <a:pt x="540" y="49"/>
                </a:lnTo>
                <a:lnTo>
                  <a:pt x="532" y="44"/>
                </a:lnTo>
                <a:lnTo>
                  <a:pt x="523" y="40"/>
                </a:lnTo>
                <a:lnTo>
                  <a:pt x="514" y="36"/>
                </a:lnTo>
                <a:lnTo>
                  <a:pt x="504" y="32"/>
                </a:lnTo>
                <a:lnTo>
                  <a:pt x="495" y="29"/>
                </a:lnTo>
                <a:lnTo>
                  <a:pt x="486" y="26"/>
                </a:lnTo>
                <a:lnTo>
                  <a:pt x="476" y="22"/>
                </a:lnTo>
                <a:lnTo>
                  <a:pt x="466" y="20"/>
                </a:lnTo>
                <a:lnTo>
                  <a:pt x="456" y="17"/>
                </a:lnTo>
                <a:lnTo>
                  <a:pt x="446" y="14"/>
                </a:lnTo>
                <a:lnTo>
                  <a:pt x="436" y="12"/>
                </a:lnTo>
                <a:lnTo>
                  <a:pt x="426" y="10"/>
                </a:lnTo>
                <a:lnTo>
                  <a:pt x="416" y="8"/>
                </a:lnTo>
                <a:lnTo>
                  <a:pt x="405" y="7"/>
                </a:lnTo>
                <a:lnTo>
                  <a:pt x="395" y="6"/>
                </a:lnTo>
                <a:lnTo>
                  <a:pt x="384" y="5"/>
                </a:lnTo>
                <a:lnTo>
                  <a:pt x="374" y="4"/>
                </a:lnTo>
                <a:lnTo>
                  <a:pt x="363" y="3"/>
                </a:lnTo>
                <a:lnTo>
                  <a:pt x="353" y="3"/>
                </a:lnTo>
                <a:lnTo>
                  <a:pt x="342" y="3"/>
                </a:lnTo>
                <a:lnTo>
                  <a:pt x="331" y="3"/>
                </a:lnTo>
                <a:lnTo>
                  <a:pt x="321" y="3"/>
                </a:lnTo>
                <a:lnTo>
                  <a:pt x="310" y="4"/>
                </a:lnTo>
                <a:lnTo>
                  <a:pt x="300" y="5"/>
                </a:lnTo>
                <a:lnTo>
                  <a:pt x="289" y="6"/>
                </a:lnTo>
                <a:lnTo>
                  <a:pt x="279" y="7"/>
                </a:lnTo>
                <a:lnTo>
                  <a:pt x="268" y="8"/>
                </a:lnTo>
                <a:lnTo>
                  <a:pt x="258" y="10"/>
                </a:lnTo>
                <a:lnTo>
                  <a:pt x="248" y="12"/>
                </a:lnTo>
                <a:lnTo>
                  <a:pt x="238" y="14"/>
                </a:lnTo>
                <a:lnTo>
                  <a:pt x="228" y="17"/>
                </a:lnTo>
                <a:lnTo>
                  <a:pt x="218" y="20"/>
                </a:lnTo>
                <a:lnTo>
                  <a:pt x="208" y="22"/>
                </a:lnTo>
                <a:lnTo>
                  <a:pt x="198" y="26"/>
                </a:lnTo>
                <a:lnTo>
                  <a:pt x="189" y="29"/>
                </a:lnTo>
                <a:lnTo>
                  <a:pt x="179" y="32"/>
                </a:lnTo>
                <a:lnTo>
                  <a:pt x="170" y="36"/>
                </a:lnTo>
                <a:lnTo>
                  <a:pt x="161" y="40"/>
                </a:lnTo>
                <a:lnTo>
                  <a:pt x="152" y="44"/>
                </a:lnTo>
                <a:lnTo>
                  <a:pt x="144" y="49"/>
                </a:lnTo>
                <a:lnTo>
                  <a:pt x="135" y="53"/>
                </a:lnTo>
                <a:lnTo>
                  <a:pt x="127" y="58"/>
                </a:lnTo>
                <a:lnTo>
                  <a:pt x="119" y="63"/>
                </a:lnTo>
                <a:lnTo>
                  <a:pt x="111" y="68"/>
                </a:lnTo>
                <a:lnTo>
                  <a:pt x="102" y="73"/>
                </a:lnTo>
                <a:lnTo>
                  <a:pt x="95" y="79"/>
                </a:lnTo>
                <a:lnTo>
                  <a:pt x="88" y="84"/>
                </a:lnTo>
                <a:lnTo>
                  <a:pt x="81" y="90"/>
                </a:lnTo>
                <a:lnTo>
                  <a:pt x="74" y="96"/>
                </a:lnTo>
                <a:lnTo>
                  <a:pt x="68" y="102"/>
                </a:lnTo>
                <a:lnTo>
                  <a:pt x="62" y="108"/>
                </a:lnTo>
                <a:lnTo>
                  <a:pt x="56" y="115"/>
                </a:lnTo>
                <a:lnTo>
                  <a:pt x="51" y="122"/>
                </a:lnTo>
                <a:lnTo>
                  <a:pt x="45" y="129"/>
                </a:lnTo>
                <a:lnTo>
                  <a:pt x="40" y="136"/>
                </a:lnTo>
                <a:lnTo>
                  <a:pt x="36" y="142"/>
                </a:lnTo>
                <a:lnTo>
                  <a:pt x="31" y="149"/>
                </a:lnTo>
                <a:lnTo>
                  <a:pt x="27" y="156"/>
                </a:lnTo>
                <a:lnTo>
                  <a:pt x="24" y="163"/>
                </a:lnTo>
                <a:lnTo>
                  <a:pt x="20" y="171"/>
                </a:lnTo>
                <a:lnTo>
                  <a:pt x="17" y="178"/>
                </a:lnTo>
                <a:lnTo>
                  <a:pt x="14" y="185"/>
                </a:lnTo>
                <a:lnTo>
                  <a:pt x="12" y="193"/>
                </a:lnTo>
                <a:lnTo>
                  <a:pt x="10" y="200"/>
                </a:lnTo>
                <a:lnTo>
                  <a:pt x="8" y="207"/>
                </a:lnTo>
                <a:lnTo>
                  <a:pt x="6" y="215"/>
                </a:lnTo>
                <a:lnTo>
                  <a:pt x="5" y="223"/>
                </a:lnTo>
                <a:lnTo>
                  <a:pt x="4" y="230"/>
                </a:lnTo>
                <a:lnTo>
                  <a:pt x="4" y="238"/>
                </a:lnTo>
                <a:lnTo>
                  <a:pt x="4" y="245"/>
                </a:lnTo>
                <a:lnTo>
                  <a:pt x="4" y="253"/>
                </a:lnTo>
                <a:lnTo>
                  <a:pt x="4" y="260"/>
                </a:lnTo>
                <a:lnTo>
                  <a:pt x="5" y="268"/>
                </a:lnTo>
                <a:lnTo>
                  <a:pt x="6" y="276"/>
                </a:lnTo>
                <a:lnTo>
                  <a:pt x="8" y="283"/>
                </a:lnTo>
                <a:lnTo>
                  <a:pt x="10" y="291"/>
                </a:lnTo>
                <a:lnTo>
                  <a:pt x="12" y="298"/>
                </a:lnTo>
                <a:lnTo>
                  <a:pt x="14" y="305"/>
                </a:lnTo>
                <a:lnTo>
                  <a:pt x="17" y="313"/>
                </a:lnTo>
                <a:lnTo>
                  <a:pt x="20" y="320"/>
                </a:lnTo>
                <a:lnTo>
                  <a:pt x="24" y="327"/>
                </a:lnTo>
                <a:lnTo>
                  <a:pt x="27" y="334"/>
                </a:lnTo>
                <a:lnTo>
                  <a:pt x="31" y="341"/>
                </a:lnTo>
                <a:lnTo>
                  <a:pt x="36" y="348"/>
                </a:lnTo>
                <a:lnTo>
                  <a:pt x="40" y="355"/>
                </a:lnTo>
                <a:lnTo>
                  <a:pt x="45" y="362"/>
                </a:lnTo>
                <a:lnTo>
                  <a:pt x="51" y="368"/>
                </a:lnTo>
                <a:lnTo>
                  <a:pt x="56" y="375"/>
                </a:lnTo>
                <a:lnTo>
                  <a:pt x="62" y="381"/>
                </a:lnTo>
                <a:lnTo>
                  <a:pt x="68" y="387"/>
                </a:lnTo>
                <a:lnTo>
                  <a:pt x="74" y="393"/>
                </a:lnTo>
                <a:lnTo>
                  <a:pt x="81" y="399"/>
                </a:lnTo>
                <a:lnTo>
                  <a:pt x="88" y="405"/>
                </a:lnTo>
                <a:lnTo>
                  <a:pt x="95" y="411"/>
                </a:lnTo>
                <a:lnTo>
                  <a:pt x="102" y="416"/>
                </a:lnTo>
                <a:lnTo>
                  <a:pt x="111" y="421"/>
                </a:lnTo>
                <a:lnTo>
                  <a:pt x="119" y="427"/>
                </a:lnTo>
                <a:lnTo>
                  <a:pt x="127" y="432"/>
                </a:lnTo>
                <a:lnTo>
                  <a:pt x="135" y="436"/>
                </a:lnTo>
                <a:lnTo>
                  <a:pt x="144" y="441"/>
                </a:lnTo>
                <a:lnTo>
                  <a:pt x="152" y="445"/>
                </a:lnTo>
                <a:lnTo>
                  <a:pt x="161" y="449"/>
                </a:lnTo>
                <a:lnTo>
                  <a:pt x="170" y="453"/>
                </a:lnTo>
                <a:lnTo>
                  <a:pt x="179" y="457"/>
                </a:lnTo>
                <a:lnTo>
                  <a:pt x="189" y="461"/>
                </a:lnTo>
                <a:lnTo>
                  <a:pt x="198" y="464"/>
                </a:lnTo>
                <a:lnTo>
                  <a:pt x="208" y="467"/>
                </a:lnTo>
                <a:lnTo>
                  <a:pt x="218" y="470"/>
                </a:lnTo>
                <a:lnTo>
                  <a:pt x="228" y="473"/>
                </a:lnTo>
                <a:lnTo>
                  <a:pt x="238" y="475"/>
                </a:lnTo>
                <a:lnTo>
                  <a:pt x="248" y="477"/>
                </a:lnTo>
                <a:lnTo>
                  <a:pt x="258" y="479"/>
                </a:lnTo>
                <a:lnTo>
                  <a:pt x="268" y="481"/>
                </a:lnTo>
                <a:lnTo>
                  <a:pt x="279" y="483"/>
                </a:lnTo>
                <a:lnTo>
                  <a:pt x="289" y="484"/>
                </a:lnTo>
                <a:lnTo>
                  <a:pt x="300" y="485"/>
                </a:lnTo>
                <a:lnTo>
                  <a:pt x="310" y="486"/>
                </a:lnTo>
                <a:lnTo>
                  <a:pt x="321" y="487"/>
                </a:lnTo>
                <a:lnTo>
                  <a:pt x="331" y="487"/>
                </a:lnTo>
                <a:lnTo>
                  <a:pt x="342" y="487"/>
                </a:lnTo>
                <a:lnTo>
                  <a:pt x="353" y="487"/>
                </a:lnTo>
                <a:lnTo>
                  <a:pt x="363" y="487"/>
                </a:lnTo>
                <a:lnTo>
                  <a:pt x="374" y="486"/>
                </a:lnTo>
                <a:lnTo>
                  <a:pt x="384" y="485"/>
                </a:lnTo>
                <a:lnTo>
                  <a:pt x="395" y="484"/>
                </a:lnTo>
                <a:lnTo>
                  <a:pt x="405" y="483"/>
                </a:lnTo>
                <a:lnTo>
                  <a:pt x="416" y="481"/>
                </a:lnTo>
                <a:lnTo>
                  <a:pt x="426" y="479"/>
                </a:lnTo>
                <a:lnTo>
                  <a:pt x="436" y="477"/>
                </a:lnTo>
                <a:lnTo>
                  <a:pt x="446" y="475"/>
                </a:lnTo>
                <a:lnTo>
                  <a:pt x="456" y="473"/>
                </a:lnTo>
                <a:lnTo>
                  <a:pt x="466" y="470"/>
                </a:lnTo>
                <a:lnTo>
                  <a:pt x="476" y="467"/>
                </a:lnTo>
                <a:lnTo>
                  <a:pt x="486" y="464"/>
                </a:lnTo>
                <a:lnTo>
                  <a:pt x="495" y="461"/>
                </a:lnTo>
                <a:lnTo>
                  <a:pt x="504" y="457"/>
                </a:lnTo>
                <a:lnTo>
                  <a:pt x="514" y="453"/>
                </a:lnTo>
                <a:lnTo>
                  <a:pt x="523" y="449"/>
                </a:lnTo>
                <a:lnTo>
                  <a:pt x="532" y="445"/>
                </a:lnTo>
                <a:lnTo>
                  <a:pt x="540" y="441"/>
                </a:lnTo>
                <a:lnTo>
                  <a:pt x="549" y="436"/>
                </a:lnTo>
                <a:lnTo>
                  <a:pt x="557" y="432"/>
                </a:lnTo>
                <a:lnTo>
                  <a:pt x="565" y="427"/>
                </a:lnTo>
                <a:lnTo>
                  <a:pt x="573" y="421"/>
                </a:lnTo>
                <a:lnTo>
                  <a:pt x="581" y="416"/>
                </a:lnTo>
                <a:lnTo>
                  <a:pt x="588" y="411"/>
                </a:lnTo>
                <a:lnTo>
                  <a:pt x="595" y="405"/>
                </a:lnTo>
                <a:lnTo>
                  <a:pt x="602" y="399"/>
                </a:lnTo>
                <a:lnTo>
                  <a:pt x="609" y="393"/>
                </a:lnTo>
                <a:lnTo>
                  <a:pt x="615" y="387"/>
                </a:lnTo>
                <a:lnTo>
                  <a:pt x="621" y="381"/>
                </a:lnTo>
                <a:lnTo>
                  <a:pt x="627" y="375"/>
                </a:lnTo>
                <a:lnTo>
                  <a:pt x="632" y="368"/>
                </a:lnTo>
                <a:lnTo>
                  <a:pt x="638" y="362"/>
                </a:lnTo>
                <a:lnTo>
                  <a:pt x="643" y="355"/>
                </a:lnTo>
                <a:lnTo>
                  <a:pt x="647" y="348"/>
                </a:lnTo>
                <a:lnTo>
                  <a:pt x="652" y="341"/>
                </a:lnTo>
                <a:lnTo>
                  <a:pt x="656" y="334"/>
                </a:lnTo>
                <a:lnTo>
                  <a:pt x="659" y="327"/>
                </a:lnTo>
                <a:lnTo>
                  <a:pt x="663" y="320"/>
                </a:lnTo>
                <a:lnTo>
                  <a:pt x="666" y="313"/>
                </a:lnTo>
                <a:lnTo>
                  <a:pt x="669" y="305"/>
                </a:lnTo>
                <a:lnTo>
                  <a:pt x="671" y="298"/>
                </a:lnTo>
                <a:lnTo>
                  <a:pt x="673" y="291"/>
                </a:lnTo>
                <a:lnTo>
                  <a:pt x="675" y="283"/>
                </a:lnTo>
                <a:lnTo>
                  <a:pt x="677" y="276"/>
                </a:lnTo>
                <a:lnTo>
                  <a:pt x="678" y="268"/>
                </a:lnTo>
                <a:lnTo>
                  <a:pt x="679" y="260"/>
                </a:lnTo>
                <a:lnTo>
                  <a:pt x="679" y="253"/>
                </a:lnTo>
                <a:lnTo>
                  <a:pt x="679" y="245"/>
                </a:lnTo>
                <a:moveTo>
                  <a:pt x="683" y="245"/>
                </a:moveTo>
                <a:lnTo>
                  <a:pt x="683" y="253"/>
                </a:lnTo>
                <a:lnTo>
                  <a:pt x="683" y="261"/>
                </a:lnTo>
                <a:lnTo>
                  <a:pt x="682" y="268"/>
                </a:lnTo>
                <a:lnTo>
                  <a:pt x="681" y="276"/>
                </a:lnTo>
                <a:lnTo>
                  <a:pt x="679" y="284"/>
                </a:lnTo>
                <a:lnTo>
                  <a:pt x="677" y="291"/>
                </a:lnTo>
                <a:lnTo>
                  <a:pt x="675" y="299"/>
                </a:lnTo>
                <a:lnTo>
                  <a:pt x="672" y="306"/>
                </a:lnTo>
                <a:lnTo>
                  <a:pt x="670" y="314"/>
                </a:lnTo>
                <a:lnTo>
                  <a:pt x="666" y="321"/>
                </a:lnTo>
                <a:lnTo>
                  <a:pt x="663" y="328"/>
                </a:lnTo>
                <a:lnTo>
                  <a:pt x="659" y="335"/>
                </a:lnTo>
                <a:lnTo>
                  <a:pt x="655" y="342"/>
                </a:lnTo>
                <a:lnTo>
                  <a:pt x="651" y="349"/>
                </a:lnTo>
                <a:lnTo>
                  <a:pt x="646" y="356"/>
                </a:lnTo>
                <a:lnTo>
                  <a:pt x="641" y="363"/>
                </a:lnTo>
                <a:lnTo>
                  <a:pt x="636" y="370"/>
                </a:lnTo>
                <a:lnTo>
                  <a:pt x="630" y="376"/>
                </a:lnTo>
                <a:lnTo>
                  <a:pt x="624" y="383"/>
                </a:lnTo>
                <a:lnTo>
                  <a:pt x="618" y="389"/>
                </a:lnTo>
                <a:lnTo>
                  <a:pt x="612" y="395"/>
                </a:lnTo>
                <a:lnTo>
                  <a:pt x="605" y="401"/>
                </a:lnTo>
                <a:lnTo>
                  <a:pt x="598" y="407"/>
                </a:lnTo>
                <a:lnTo>
                  <a:pt x="591" y="413"/>
                </a:lnTo>
                <a:lnTo>
                  <a:pt x="583" y="418"/>
                </a:lnTo>
                <a:lnTo>
                  <a:pt x="576" y="424"/>
                </a:lnTo>
                <a:lnTo>
                  <a:pt x="568" y="429"/>
                </a:lnTo>
                <a:lnTo>
                  <a:pt x="559" y="434"/>
                </a:lnTo>
                <a:lnTo>
                  <a:pt x="551" y="438"/>
                </a:lnTo>
                <a:lnTo>
                  <a:pt x="543" y="443"/>
                </a:lnTo>
                <a:lnTo>
                  <a:pt x="534" y="448"/>
                </a:lnTo>
                <a:lnTo>
                  <a:pt x="525" y="452"/>
                </a:lnTo>
                <a:lnTo>
                  <a:pt x="516" y="456"/>
                </a:lnTo>
                <a:lnTo>
                  <a:pt x="506" y="460"/>
                </a:lnTo>
                <a:lnTo>
                  <a:pt x="497" y="463"/>
                </a:lnTo>
                <a:lnTo>
                  <a:pt x="487" y="467"/>
                </a:lnTo>
                <a:lnTo>
                  <a:pt x="477" y="470"/>
                </a:lnTo>
                <a:lnTo>
                  <a:pt x="468" y="473"/>
                </a:lnTo>
                <a:lnTo>
                  <a:pt x="458" y="475"/>
                </a:lnTo>
                <a:lnTo>
                  <a:pt x="447" y="478"/>
                </a:lnTo>
                <a:lnTo>
                  <a:pt x="437" y="480"/>
                </a:lnTo>
                <a:lnTo>
                  <a:pt x="427" y="482"/>
                </a:lnTo>
                <a:lnTo>
                  <a:pt x="416" y="484"/>
                </a:lnTo>
                <a:lnTo>
                  <a:pt x="406" y="485"/>
                </a:lnTo>
                <a:lnTo>
                  <a:pt x="395" y="487"/>
                </a:lnTo>
                <a:lnTo>
                  <a:pt x="385" y="488"/>
                </a:lnTo>
                <a:lnTo>
                  <a:pt x="374" y="489"/>
                </a:lnTo>
                <a:lnTo>
                  <a:pt x="363" y="489"/>
                </a:lnTo>
                <a:lnTo>
                  <a:pt x="353" y="490"/>
                </a:lnTo>
                <a:lnTo>
                  <a:pt x="342" y="490"/>
                </a:lnTo>
                <a:lnTo>
                  <a:pt x="331" y="490"/>
                </a:lnTo>
                <a:lnTo>
                  <a:pt x="321" y="489"/>
                </a:lnTo>
                <a:lnTo>
                  <a:pt x="310" y="489"/>
                </a:lnTo>
                <a:lnTo>
                  <a:pt x="299" y="488"/>
                </a:lnTo>
                <a:lnTo>
                  <a:pt x="289" y="487"/>
                </a:lnTo>
                <a:lnTo>
                  <a:pt x="278" y="485"/>
                </a:lnTo>
                <a:lnTo>
                  <a:pt x="268" y="484"/>
                </a:lnTo>
                <a:lnTo>
                  <a:pt x="257" y="482"/>
                </a:lnTo>
                <a:lnTo>
                  <a:pt x="247" y="480"/>
                </a:lnTo>
                <a:lnTo>
                  <a:pt x="236" y="478"/>
                </a:lnTo>
                <a:lnTo>
                  <a:pt x="226" y="475"/>
                </a:lnTo>
                <a:lnTo>
                  <a:pt x="216" y="473"/>
                </a:lnTo>
                <a:lnTo>
                  <a:pt x="206" y="470"/>
                </a:lnTo>
                <a:lnTo>
                  <a:pt x="197" y="467"/>
                </a:lnTo>
                <a:lnTo>
                  <a:pt x="187" y="463"/>
                </a:lnTo>
                <a:lnTo>
                  <a:pt x="178" y="460"/>
                </a:lnTo>
                <a:lnTo>
                  <a:pt x="168" y="456"/>
                </a:lnTo>
                <a:lnTo>
                  <a:pt x="159" y="452"/>
                </a:lnTo>
                <a:lnTo>
                  <a:pt x="150" y="448"/>
                </a:lnTo>
                <a:lnTo>
                  <a:pt x="141" y="443"/>
                </a:lnTo>
                <a:lnTo>
                  <a:pt x="133" y="438"/>
                </a:lnTo>
                <a:lnTo>
                  <a:pt x="124" y="434"/>
                </a:lnTo>
                <a:lnTo>
                  <a:pt x="116" y="429"/>
                </a:lnTo>
                <a:lnTo>
                  <a:pt x="107" y="424"/>
                </a:lnTo>
                <a:lnTo>
                  <a:pt x="100" y="418"/>
                </a:lnTo>
                <a:lnTo>
                  <a:pt x="92" y="413"/>
                </a:lnTo>
                <a:lnTo>
                  <a:pt x="85" y="407"/>
                </a:lnTo>
                <a:lnTo>
                  <a:pt x="78" y="401"/>
                </a:lnTo>
                <a:lnTo>
                  <a:pt x="71" y="395"/>
                </a:lnTo>
                <a:lnTo>
                  <a:pt x="65" y="389"/>
                </a:lnTo>
                <a:lnTo>
                  <a:pt x="59" y="383"/>
                </a:lnTo>
                <a:lnTo>
                  <a:pt x="53" y="376"/>
                </a:lnTo>
                <a:lnTo>
                  <a:pt x="47" y="370"/>
                </a:lnTo>
                <a:lnTo>
                  <a:pt x="42" y="363"/>
                </a:lnTo>
                <a:lnTo>
                  <a:pt x="37" y="356"/>
                </a:lnTo>
                <a:lnTo>
                  <a:pt x="32" y="349"/>
                </a:lnTo>
                <a:lnTo>
                  <a:pt x="28" y="342"/>
                </a:lnTo>
                <a:lnTo>
                  <a:pt x="24" y="335"/>
                </a:lnTo>
                <a:lnTo>
                  <a:pt x="20" y="328"/>
                </a:lnTo>
                <a:lnTo>
                  <a:pt x="16" y="321"/>
                </a:lnTo>
                <a:lnTo>
                  <a:pt x="13" y="314"/>
                </a:lnTo>
                <a:lnTo>
                  <a:pt x="10" y="306"/>
                </a:lnTo>
                <a:lnTo>
                  <a:pt x="8" y="299"/>
                </a:lnTo>
                <a:lnTo>
                  <a:pt x="6" y="291"/>
                </a:lnTo>
                <a:lnTo>
                  <a:pt x="4" y="284"/>
                </a:lnTo>
                <a:lnTo>
                  <a:pt x="2" y="276"/>
                </a:lnTo>
                <a:lnTo>
                  <a:pt x="1" y="268"/>
                </a:lnTo>
                <a:lnTo>
                  <a:pt x="0" y="261"/>
                </a:lnTo>
                <a:lnTo>
                  <a:pt x="0" y="253"/>
                </a:lnTo>
                <a:lnTo>
                  <a:pt x="0" y="245"/>
                </a:lnTo>
                <a:lnTo>
                  <a:pt x="0" y="238"/>
                </a:lnTo>
                <a:lnTo>
                  <a:pt x="0" y="230"/>
                </a:lnTo>
                <a:lnTo>
                  <a:pt x="1" y="222"/>
                </a:lnTo>
                <a:lnTo>
                  <a:pt x="2" y="215"/>
                </a:lnTo>
                <a:lnTo>
                  <a:pt x="4" y="207"/>
                </a:lnTo>
                <a:lnTo>
                  <a:pt x="6" y="199"/>
                </a:lnTo>
                <a:lnTo>
                  <a:pt x="8" y="192"/>
                </a:lnTo>
                <a:lnTo>
                  <a:pt x="10" y="185"/>
                </a:lnTo>
                <a:lnTo>
                  <a:pt x="13" y="177"/>
                </a:lnTo>
                <a:lnTo>
                  <a:pt x="16" y="170"/>
                </a:lnTo>
                <a:lnTo>
                  <a:pt x="20" y="162"/>
                </a:lnTo>
                <a:lnTo>
                  <a:pt x="24" y="155"/>
                </a:lnTo>
                <a:lnTo>
                  <a:pt x="28" y="148"/>
                </a:lnTo>
                <a:lnTo>
                  <a:pt x="32" y="141"/>
                </a:lnTo>
                <a:lnTo>
                  <a:pt x="37" y="134"/>
                </a:lnTo>
                <a:lnTo>
                  <a:pt x="42" y="128"/>
                </a:lnTo>
                <a:lnTo>
                  <a:pt x="47" y="121"/>
                </a:lnTo>
                <a:lnTo>
                  <a:pt x="53" y="113"/>
                </a:lnTo>
                <a:lnTo>
                  <a:pt x="59" y="107"/>
                </a:lnTo>
                <a:lnTo>
                  <a:pt x="65" y="101"/>
                </a:lnTo>
                <a:lnTo>
                  <a:pt x="71" y="94"/>
                </a:lnTo>
                <a:lnTo>
                  <a:pt x="78" y="88"/>
                </a:lnTo>
                <a:lnTo>
                  <a:pt x="85" y="83"/>
                </a:lnTo>
                <a:lnTo>
                  <a:pt x="92" y="77"/>
                </a:lnTo>
                <a:lnTo>
                  <a:pt x="100" y="71"/>
                </a:lnTo>
                <a:lnTo>
                  <a:pt x="107" y="66"/>
                </a:lnTo>
                <a:lnTo>
                  <a:pt x="116" y="61"/>
                </a:lnTo>
                <a:lnTo>
                  <a:pt x="124" y="56"/>
                </a:lnTo>
                <a:lnTo>
                  <a:pt x="133" y="51"/>
                </a:lnTo>
                <a:lnTo>
                  <a:pt x="141" y="47"/>
                </a:lnTo>
                <a:lnTo>
                  <a:pt x="150" y="42"/>
                </a:lnTo>
                <a:lnTo>
                  <a:pt x="159" y="38"/>
                </a:lnTo>
                <a:lnTo>
                  <a:pt x="168" y="34"/>
                </a:lnTo>
                <a:lnTo>
                  <a:pt x="178" y="30"/>
                </a:lnTo>
                <a:lnTo>
                  <a:pt x="187" y="26"/>
                </a:lnTo>
                <a:lnTo>
                  <a:pt x="197" y="23"/>
                </a:lnTo>
                <a:lnTo>
                  <a:pt x="206" y="20"/>
                </a:lnTo>
                <a:lnTo>
                  <a:pt x="216" y="17"/>
                </a:lnTo>
                <a:lnTo>
                  <a:pt x="226" y="14"/>
                </a:lnTo>
                <a:lnTo>
                  <a:pt x="236" y="12"/>
                </a:lnTo>
                <a:lnTo>
                  <a:pt x="247" y="10"/>
                </a:lnTo>
                <a:lnTo>
                  <a:pt x="257" y="8"/>
                </a:lnTo>
                <a:lnTo>
                  <a:pt x="268" y="6"/>
                </a:lnTo>
                <a:lnTo>
                  <a:pt x="278" y="4"/>
                </a:lnTo>
                <a:lnTo>
                  <a:pt x="289" y="3"/>
                </a:lnTo>
                <a:lnTo>
                  <a:pt x="299" y="2"/>
                </a:lnTo>
                <a:lnTo>
                  <a:pt x="310" y="1"/>
                </a:lnTo>
                <a:lnTo>
                  <a:pt x="321" y="0"/>
                </a:lnTo>
                <a:lnTo>
                  <a:pt x="331" y="0"/>
                </a:lnTo>
                <a:lnTo>
                  <a:pt x="342" y="0"/>
                </a:lnTo>
                <a:lnTo>
                  <a:pt x="353" y="0"/>
                </a:lnTo>
                <a:lnTo>
                  <a:pt x="363" y="0"/>
                </a:lnTo>
                <a:lnTo>
                  <a:pt x="374" y="1"/>
                </a:lnTo>
                <a:lnTo>
                  <a:pt x="385" y="2"/>
                </a:lnTo>
                <a:lnTo>
                  <a:pt x="395" y="3"/>
                </a:lnTo>
                <a:lnTo>
                  <a:pt x="406" y="4"/>
                </a:lnTo>
                <a:lnTo>
                  <a:pt x="416" y="6"/>
                </a:lnTo>
                <a:lnTo>
                  <a:pt x="427" y="8"/>
                </a:lnTo>
                <a:lnTo>
                  <a:pt x="437" y="10"/>
                </a:lnTo>
                <a:lnTo>
                  <a:pt x="447" y="12"/>
                </a:lnTo>
                <a:lnTo>
                  <a:pt x="458" y="14"/>
                </a:lnTo>
                <a:lnTo>
                  <a:pt x="468" y="17"/>
                </a:lnTo>
                <a:lnTo>
                  <a:pt x="477" y="20"/>
                </a:lnTo>
                <a:lnTo>
                  <a:pt x="487" y="23"/>
                </a:lnTo>
                <a:lnTo>
                  <a:pt x="497" y="26"/>
                </a:lnTo>
                <a:lnTo>
                  <a:pt x="506" y="30"/>
                </a:lnTo>
                <a:lnTo>
                  <a:pt x="516" y="34"/>
                </a:lnTo>
                <a:lnTo>
                  <a:pt x="525" y="38"/>
                </a:lnTo>
                <a:lnTo>
                  <a:pt x="534" y="42"/>
                </a:lnTo>
                <a:lnTo>
                  <a:pt x="543" y="47"/>
                </a:lnTo>
                <a:lnTo>
                  <a:pt x="551" y="51"/>
                </a:lnTo>
                <a:lnTo>
                  <a:pt x="559" y="56"/>
                </a:lnTo>
                <a:lnTo>
                  <a:pt x="568" y="61"/>
                </a:lnTo>
                <a:lnTo>
                  <a:pt x="576" y="66"/>
                </a:lnTo>
                <a:lnTo>
                  <a:pt x="583" y="71"/>
                </a:lnTo>
                <a:lnTo>
                  <a:pt x="591" y="77"/>
                </a:lnTo>
                <a:lnTo>
                  <a:pt x="598" y="83"/>
                </a:lnTo>
                <a:lnTo>
                  <a:pt x="605" y="88"/>
                </a:lnTo>
                <a:lnTo>
                  <a:pt x="612" y="94"/>
                </a:lnTo>
                <a:lnTo>
                  <a:pt x="618" y="101"/>
                </a:lnTo>
                <a:lnTo>
                  <a:pt x="624" y="107"/>
                </a:lnTo>
                <a:lnTo>
                  <a:pt x="630" y="113"/>
                </a:lnTo>
                <a:lnTo>
                  <a:pt x="636" y="121"/>
                </a:lnTo>
                <a:lnTo>
                  <a:pt x="641" y="128"/>
                </a:lnTo>
                <a:lnTo>
                  <a:pt x="646" y="134"/>
                </a:lnTo>
                <a:lnTo>
                  <a:pt x="651" y="141"/>
                </a:lnTo>
                <a:lnTo>
                  <a:pt x="655" y="148"/>
                </a:lnTo>
                <a:lnTo>
                  <a:pt x="659" y="155"/>
                </a:lnTo>
                <a:lnTo>
                  <a:pt x="663" y="162"/>
                </a:lnTo>
                <a:lnTo>
                  <a:pt x="666" y="170"/>
                </a:lnTo>
                <a:lnTo>
                  <a:pt x="670" y="177"/>
                </a:lnTo>
                <a:lnTo>
                  <a:pt x="672" y="185"/>
                </a:lnTo>
                <a:lnTo>
                  <a:pt x="675" y="192"/>
                </a:lnTo>
                <a:lnTo>
                  <a:pt x="677" y="199"/>
                </a:lnTo>
                <a:lnTo>
                  <a:pt x="679" y="207"/>
                </a:lnTo>
                <a:lnTo>
                  <a:pt x="681" y="215"/>
                </a:lnTo>
                <a:lnTo>
                  <a:pt x="682" y="222"/>
                </a:lnTo>
                <a:lnTo>
                  <a:pt x="683" y="230"/>
                </a:lnTo>
                <a:lnTo>
                  <a:pt x="683" y="238"/>
                </a:lnTo>
                <a:lnTo>
                  <a:pt x="683" y="245"/>
                </a:lnTo>
                <a:close/>
              </a:path>
            </a:pathLst>
          </a:custGeom>
          <a:solidFill>
            <a:srgbClr val="ffea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8" name=""/>
          <p:cNvSpPr/>
          <p:nvPr/>
        </p:nvSpPr>
        <p:spPr>
          <a:xfrm>
            <a:off x="7938360" y="2855160"/>
            <a:ext cx="248760" cy="178560"/>
          </a:xfrm>
          <a:custGeom>
            <a:avLst/>
            <a:gdLst/>
            <a:ahLst/>
            <a:rect l="0" t="0" r="r" b="b"/>
            <a:pathLst>
              <a:path w="691" h="496">
                <a:moveTo>
                  <a:pt x="687" y="248"/>
                </a:moveTo>
                <a:lnTo>
                  <a:pt x="687" y="241"/>
                </a:lnTo>
                <a:lnTo>
                  <a:pt x="687" y="233"/>
                </a:lnTo>
                <a:lnTo>
                  <a:pt x="686" y="225"/>
                </a:lnTo>
                <a:lnTo>
                  <a:pt x="685" y="217"/>
                </a:lnTo>
                <a:lnTo>
                  <a:pt x="683" y="209"/>
                </a:lnTo>
                <a:lnTo>
                  <a:pt x="681" y="201"/>
                </a:lnTo>
                <a:lnTo>
                  <a:pt x="679" y="194"/>
                </a:lnTo>
                <a:lnTo>
                  <a:pt x="676" y="187"/>
                </a:lnTo>
                <a:lnTo>
                  <a:pt x="674" y="179"/>
                </a:lnTo>
                <a:lnTo>
                  <a:pt x="670" y="172"/>
                </a:lnTo>
                <a:lnTo>
                  <a:pt x="667" y="164"/>
                </a:lnTo>
                <a:lnTo>
                  <a:pt x="663" y="157"/>
                </a:lnTo>
                <a:lnTo>
                  <a:pt x="659" y="150"/>
                </a:lnTo>
                <a:lnTo>
                  <a:pt x="655" y="143"/>
                </a:lnTo>
                <a:lnTo>
                  <a:pt x="650" y="136"/>
                </a:lnTo>
                <a:lnTo>
                  <a:pt x="645" y="130"/>
                </a:lnTo>
                <a:lnTo>
                  <a:pt x="640" y="123"/>
                </a:lnTo>
                <a:lnTo>
                  <a:pt x="634" y="116"/>
                </a:lnTo>
                <a:lnTo>
                  <a:pt x="628" y="110"/>
                </a:lnTo>
                <a:lnTo>
                  <a:pt x="622" y="104"/>
                </a:lnTo>
                <a:lnTo>
                  <a:pt x="616" y="97"/>
                </a:lnTo>
                <a:lnTo>
                  <a:pt x="609" y="91"/>
                </a:lnTo>
                <a:lnTo>
                  <a:pt x="602" y="86"/>
                </a:lnTo>
                <a:lnTo>
                  <a:pt x="595" y="80"/>
                </a:lnTo>
                <a:lnTo>
                  <a:pt x="587" y="74"/>
                </a:lnTo>
                <a:lnTo>
                  <a:pt x="580" y="69"/>
                </a:lnTo>
                <a:lnTo>
                  <a:pt x="572" y="64"/>
                </a:lnTo>
                <a:lnTo>
                  <a:pt x="563" y="59"/>
                </a:lnTo>
                <a:lnTo>
                  <a:pt x="555" y="54"/>
                </a:lnTo>
                <a:lnTo>
                  <a:pt x="547" y="50"/>
                </a:lnTo>
                <a:lnTo>
                  <a:pt x="538" y="45"/>
                </a:lnTo>
                <a:lnTo>
                  <a:pt x="529" y="41"/>
                </a:lnTo>
                <a:lnTo>
                  <a:pt x="520" y="37"/>
                </a:lnTo>
                <a:lnTo>
                  <a:pt x="510" y="33"/>
                </a:lnTo>
                <a:lnTo>
                  <a:pt x="501" y="29"/>
                </a:lnTo>
                <a:lnTo>
                  <a:pt x="491" y="26"/>
                </a:lnTo>
                <a:lnTo>
                  <a:pt x="481" y="23"/>
                </a:lnTo>
                <a:lnTo>
                  <a:pt x="472" y="20"/>
                </a:lnTo>
                <a:lnTo>
                  <a:pt x="462" y="17"/>
                </a:lnTo>
                <a:lnTo>
                  <a:pt x="451" y="15"/>
                </a:lnTo>
                <a:lnTo>
                  <a:pt x="441" y="13"/>
                </a:lnTo>
                <a:lnTo>
                  <a:pt x="431" y="11"/>
                </a:lnTo>
                <a:lnTo>
                  <a:pt x="420" y="9"/>
                </a:lnTo>
                <a:lnTo>
                  <a:pt x="410" y="7"/>
                </a:lnTo>
                <a:lnTo>
                  <a:pt x="399" y="6"/>
                </a:lnTo>
                <a:lnTo>
                  <a:pt x="389" y="5"/>
                </a:lnTo>
                <a:lnTo>
                  <a:pt x="378" y="4"/>
                </a:lnTo>
                <a:lnTo>
                  <a:pt x="366" y="3"/>
                </a:lnTo>
                <a:lnTo>
                  <a:pt x="356" y="3"/>
                </a:lnTo>
                <a:lnTo>
                  <a:pt x="345" y="3"/>
                </a:lnTo>
                <a:lnTo>
                  <a:pt x="334" y="3"/>
                </a:lnTo>
                <a:lnTo>
                  <a:pt x="324" y="3"/>
                </a:lnTo>
                <a:lnTo>
                  <a:pt x="313" y="4"/>
                </a:lnTo>
                <a:lnTo>
                  <a:pt x="302" y="5"/>
                </a:lnTo>
                <a:lnTo>
                  <a:pt x="292" y="6"/>
                </a:lnTo>
                <a:lnTo>
                  <a:pt x="281" y="7"/>
                </a:lnTo>
                <a:lnTo>
                  <a:pt x="271" y="9"/>
                </a:lnTo>
                <a:lnTo>
                  <a:pt x="260" y="11"/>
                </a:lnTo>
                <a:lnTo>
                  <a:pt x="250" y="13"/>
                </a:lnTo>
                <a:lnTo>
                  <a:pt x="239" y="15"/>
                </a:lnTo>
                <a:lnTo>
                  <a:pt x="229" y="17"/>
                </a:lnTo>
                <a:lnTo>
                  <a:pt x="219" y="20"/>
                </a:lnTo>
                <a:lnTo>
                  <a:pt x="209" y="23"/>
                </a:lnTo>
                <a:lnTo>
                  <a:pt x="200" y="26"/>
                </a:lnTo>
                <a:lnTo>
                  <a:pt x="190" y="29"/>
                </a:lnTo>
                <a:lnTo>
                  <a:pt x="181" y="33"/>
                </a:lnTo>
                <a:lnTo>
                  <a:pt x="171" y="37"/>
                </a:lnTo>
                <a:lnTo>
                  <a:pt x="162" y="41"/>
                </a:lnTo>
                <a:lnTo>
                  <a:pt x="153" y="45"/>
                </a:lnTo>
                <a:lnTo>
                  <a:pt x="144" y="50"/>
                </a:lnTo>
                <a:lnTo>
                  <a:pt x="136" y="54"/>
                </a:lnTo>
                <a:lnTo>
                  <a:pt x="127" y="59"/>
                </a:lnTo>
                <a:lnTo>
                  <a:pt x="119" y="64"/>
                </a:lnTo>
                <a:lnTo>
                  <a:pt x="111" y="69"/>
                </a:lnTo>
                <a:lnTo>
                  <a:pt x="104" y="74"/>
                </a:lnTo>
                <a:lnTo>
                  <a:pt x="96" y="80"/>
                </a:lnTo>
                <a:lnTo>
                  <a:pt x="89" y="86"/>
                </a:lnTo>
                <a:lnTo>
                  <a:pt x="82" y="91"/>
                </a:lnTo>
                <a:lnTo>
                  <a:pt x="75" y="97"/>
                </a:lnTo>
                <a:lnTo>
                  <a:pt x="69" y="104"/>
                </a:lnTo>
                <a:lnTo>
                  <a:pt x="63" y="110"/>
                </a:lnTo>
                <a:lnTo>
                  <a:pt x="57" y="116"/>
                </a:lnTo>
                <a:lnTo>
                  <a:pt x="51" y="123"/>
                </a:lnTo>
                <a:lnTo>
                  <a:pt x="46" y="130"/>
                </a:lnTo>
                <a:lnTo>
                  <a:pt x="41" y="136"/>
                </a:lnTo>
                <a:lnTo>
                  <a:pt x="36" y="143"/>
                </a:lnTo>
                <a:lnTo>
                  <a:pt x="32" y="150"/>
                </a:lnTo>
                <a:lnTo>
                  <a:pt x="28" y="157"/>
                </a:lnTo>
                <a:lnTo>
                  <a:pt x="24" y="164"/>
                </a:lnTo>
                <a:lnTo>
                  <a:pt x="20" y="172"/>
                </a:lnTo>
                <a:lnTo>
                  <a:pt x="17" y="179"/>
                </a:lnTo>
                <a:lnTo>
                  <a:pt x="14" y="187"/>
                </a:lnTo>
                <a:lnTo>
                  <a:pt x="12" y="194"/>
                </a:lnTo>
                <a:lnTo>
                  <a:pt x="10" y="201"/>
                </a:lnTo>
                <a:lnTo>
                  <a:pt x="8" y="209"/>
                </a:lnTo>
                <a:lnTo>
                  <a:pt x="6" y="217"/>
                </a:lnTo>
                <a:lnTo>
                  <a:pt x="5" y="225"/>
                </a:lnTo>
                <a:lnTo>
                  <a:pt x="4" y="233"/>
                </a:lnTo>
                <a:lnTo>
                  <a:pt x="4" y="241"/>
                </a:lnTo>
                <a:lnTo>
                  <a:pt x="4" y="248"/>
                </a:lnTo>
                <a:lnTo>
                  <a:pt x="4" y="256"/>
                </a:lnTo>
                <a:lnTo>
                  <a:pt x="4" y="264"/>
                </a:lnTo>
                <a:lnTo>
                  <a:pt x="5" y="271"/>
                </a:lnTo>
                <a:lnTo>
                  <a:pt x="6" y="279"/>
                </a:lnTo>
                <a:lnTo>
                  <a:pt x="8" y="287"/>
                </a:lnTo>
                <a:lnTo>
                  <a:pt x="10" y="294"/>
                </a:lnTo>
                <a:lnTo>
                  <a:pt x="12" y="302"/>
                </a:lnTo>
                <a:lnTo>
                  <a:pt x="14" y="309"/>
                </a:lnTo>
                <a:lnTo>
                  <a:pt x="17" y="317"/>
                </a:lnTo>
                <a:lnTo>
                  <a:pt x="20" y="324"/>
                </a:lnTo>
                <a:lnTo>
                  <a:pt x="24" y="331"/>
                </a:lnTo>
                <a:lnTo>
                  <a:pt x="28" y="338"/>
                </a:lnTo>
                <a:lnTo>
                  <a:pt x="32" y="345"/>
                </a:lnTo>
                <a:lnTo>
                  <a:pt x="36" y="352"/>
                </a:lnTo>
                <a:lnTo>
                  <a:pt x="41" y="359"/>
                </a:lnTo>
                <a:lnTo>
                  <a:pt x="46" y="366"/>
                </a:lnTo>
                <a:lnTo>
                  <a:pt x="51" y="373"/>
                </a:lnTo>
                <a:lnTo>
                  <a:pt x="57" y="379"/>
                </a:lnTo>
                <a:lnTo>
                  <a:pt x="63" y="386"/>
                </a:lnTo>
                <a:lnTo>
                  <a:pt x="69" y="392"/>
                </a:lnTo>
                <a:lnTo>
                  <a:pt x="75" y="398"/>
                </a:lnTo>
                <a:lnTo>
                  <a:pt x="82" y="404"/>
                </a:lnTo>
                <a:lnTo>
                  <a:pt x="89" y="410"/>
                </a:lnTo>
                <a:lnTo>
                  <a:pt x="96" y="416"/>
                </a:lnTo>
                <a:lnTo>
                  <a:pt x="104" y="421"/>
                </a:lnTo>
                <a:lnTo>
                  <a:pt x="111" y="427"/>
                </a:lnTo>
                <a:lnTo>
                  <a:pt x="119" y="432"/>
                </a:lnTo>
                <a:lnTo>
                  <a:pt x="127" y="437"/>
                </a:lnTo>
                <a:lnTo>
                  <a:pt x="136" y="441"/>
                </a:lnTo>
                <a:lnTo>
                  <a:pt x="144" y="446"/>
                </a:lnTo>
                <a:lnTo>
                  <a:pt x="153" y="451"/>
                </a:lnTo>
                <a:lnTo>
                  <a:pt x="162" y="455"/>
                </a:lnTo>
                <a:lnTo>
                  <a:pt x="171" y="459"/>
                </a:lnTo>
                <a:lnTo>
                  <a:pt x="181" y="463"/>
                </a:lnTo>
                <a:lnTo>
                  <a:pt x="190" y="466"/>
                </a:lnTo>
                <a:lnTo>
                  <a:pt x="200" y="470"/>
                </a:lnTo>
                <a:lnTo>
                  <a:pt x="209" y="473"/>
                </a:lnTo>
                <a:lnTo>
                  <a:pt x="219" y="476"/>
                </a:lnTo>
                <a:lnTo>
                  <a:pt x="229" y="478"/>
                </a:lnTo>
                <a:lnTo>
                  <a:pt x="239" y="481"/>
                </a:lnTo>
                <a:lnTo>
                  <a:pt x="250" y="483"/>
                </a:lnTo>
                <a:lnTo>
                  <a:pt x="260" y="485"/>
                </a:lnTo>
                <a:lnTo>
                  <a:pt x="271" y="487"/>
                </a:lnTo>
                <a:lnTo>
                  <a:pt x="281" y="488"/>
                </a:lnTo>
                <a:lnTo>
                  <a:pt x="292" y="490"/>
                </a:lnTo>
                <a:lnTo>
                  <a:pt x="302" y="491"/>
                </a:lnTo>
                <a:lnTo>
                  <a:pt x="313" y="492"/>
                </a:lnTo>
                <a:lnTo>
                  <a:pt x="324" y="492"/>
                </a:lnTo>
                <a:lnTo>
                  <a:pt x="334" y="493"/>
                </a:lnTo>
                <a:lnTo>
                  <a:pt x="345" y="493"/>
                </a:lnTo>
                <a:lnTo>
                  <a:pt x="356" y="493"/>
                </a:lnTo>
                <a:lnTo>
                  <a:pt x="366" y="492"/>
                </a:lnTo>
                <a:lnTo>
                  <a:pt x="378" y="492"/>
                </a:lnTo>
                <a:lnTo>
                  <a:pt x="389" y="491"/>
                </a:lnTo>
                <a:lnTo>
                  <a:pt x="399" y="490"/>
                </a:lnTo>
                <a:lnTo>
                  <a:pt x="410" y="488"/>
                </a:lnTo>
                <a:lnTo>
                  <a:pt x="420" y="487"/>
                </a:lnTo>
                <a:lnTo>
                  <a:pt x="431" y="485"/>
                </a:lnTo>
                <a:lnTo>
                  <a:pt x="441" y="483"/>
                </a:lnTo>
                <a:lnTo>
                  <a:pt x="451" y="481"/>
                </a:lnTo>
                <a:lnTo>
                  <a:pt x="462" y="478"/>
                </a:lnTo>
                <a:lnTo>
                  <a:pt x="472" y="476"/>
                </a:lnTo>
                <a:lnTo>
                  <a:pt x="481" y="473"/>
                </a:lnTo>
                <a:lnTo>
                  <a:pt x="491" y="470"/>
                </a:lnTo>
                <a:lnTo>
                  <a:pt x="501" y="466"/>
                </a:lnTo>
                <a:lnTo>
                  <a:pt x="510" y="463"/>
                </a:lnTo>
                <a:lnTo>
                  <a:pt x="520" y="459"/>
                </a:lnTo>
                <a:lnTo>
                  <a:pt x="529" y="455"/>
                </a:lnTo>
                <a:lnTo>
                  <a:pt x="538" y="451"/>
                </a:lnTo>
                <a:lnTo>
                  <a:pt x="547" y="446"/>
                </a:lnTo>
                <a:lnTo>
                  <a:pt x="555" y="441"/>
                </a:lnTo>
                <a:lnTo>
                  <a:pt x="563" y="437"/>
                </a:lnTo>
                <a:lnTo>
                  <a:pt x="572" y="432"/>
                </a:lnTo>
                <a:lnTo>
                  <a:pt x="580" y="427"/>
                </a:lnTo>
                <a:lnTo>
                  <a:pt x="587" y="421"/>
                </a:lnTo>
                <a:lnTo>
                  <a:pt x="595" y="416"/>
                </a:lnTo>
                <a:lnTo>
                  <a:pt x="602" y="410"/>
                </a:lnTo>
                <a:lnTo>
                  <a:pt x="609" y="404"/>
                </a:lnTo>
                <a:lnTo>
                  <a:pt x="616" y="398"/>
                </a:lnTo>
                <a:lnTo>
                  <a:pt x="622" y="392"/>
                </a:lnTo>
                <a:lnTo>
                  <a:pt x="628" y="386"/>
                </a:lnTo>
                <a:lnTo>
                  <a:pt x="634" y="379"/>
                </a:lnTo>
                <a:lnTo>
                  <a:pt x="640" y="373"/>
                </a:lnTo>
                <a:lnTo>
                  <a:pt x="645" y="366"/>
                </a:lnTo>
                <a:lnTo>
                  <a:pt x="650" y="359"/>
                </a:lnTo>
                <a:lnTo>
                  <a:pt x="655" y="352"/>
                </a:lnTo>
                <a:lnTo>
                  <a:pt x="659" y="345"/>
                </a:lnTo>
                <a:lnTo>
                  <a:pt x="663" y="338"/>
                </a:lnTo>
                <a:lnTo>
                  <a:pt x="667" y="331"/>
                </a:lnTo>
                <a:lnTo>
                  <a:pt x="670" y="324"/>
                </a:lnTo>
                <a:lnTo>
                  <a:pt x="674" y="317"/>
                </a:lnTo>
                <a:lnTo>
                  <a:pt x="676" y="309"/>
                </a:lnTo>
                <a:lnTo>
                  <a:pt x="679" y="302"/>
                </a:lnTo>
                <a:lnTo>
                  <a:pt x="681" y="294"/>
                </a:lnTo>
                <a:lnTo>
                  <a:pt x="683" y="287"/>
                </a:lnTo>
                <a:lnTo>
                  <a:pt x="685" y="279"/>
                </a:lnTo>
                <a:lnTo>
                  <a:pt x="686" y="271"/>
                </a:lnTo>
                <a:lnTo>
                  <a:pt x="687" y="264"/>
                </a:lnTo>
                <a:lnTo>
                  <a:pt x="687" y="256"/>
                </a:lnTo>
                <a:lnTo>
                  <a:pt x="687" y="248"/>
                </a:lnTo>
                <a:moveTo>
                  <a:pt x="691" y="248"/>
                </a:moveTo>
                <a:lnTo>
                  <a:pt x="691" y="256"/>
                </a:lnTo>
                <a:lnTo>
                  <a:pt x="690" y="264"/>
                </a:lnTo>
                <a:lnTo>
                  <a:pt x="690" y="272"/>
                </a:lnTo>
                <a:lnTo>
                  <a:pt x="688" y="279"/>
                </a:lnTo>
                <a:lnTo>
                  <a:pt x="687" y="287"/>
                </a:lnTo>
                <a:lnTo>
                  <a:pt x="685" y="295"/>
                </a:lnTo>
                <a:lnTo>
                  <a:pt x="683" y="302"/>
                </a:lnTo>
                <a:lnTo>
                  <a:pt x="680" y="310"/>
                </a:lnTo>
                <a:lnTo>
                  <a:pt x="677" y="317"/>
                </a:lnTo>
                <a:lnTo>
                  <a:pt x="674" y="325"/>
                </a:lnTo>
                <a:lnTo>
                  <a:pt x="671" y="332"/>
                </a:lnTo>
                <a:lnTo>
                  <a:pt x="667" y="339"/>
                </a:lnTo>
                <a:lnTo>
                  <a:pt x="663" y="346"/>
                </a:lnTo>
                <a:lnTo>
                  <a:pt x="658" y="354"/>
                </a:lnTo>
                <a:lnTo>
                  <a:pt x="653" y="361"/>
                </a:lnTo>
                <a:lnTo>
                  <a:pt x="648" y="367"/>
                </a:lnTo>
                <a:lnTo>
                  <a:pt x="643" y="374"/>
                </a:lnTo>
                <a:lnTo>
                  <a:pt x="637" y="381"/>
                </a:lnTo>
                <a:lnTo>
                  <a:pt x="631" y="387"/>
                </a:lnTo>
                <a:lnTo>
                  <a:pt x="625" y="394"/>
                </a:lnTo>
                <a:lnTo>
                  <a:pt x="619" y="400"/>
                </a:lnTo>
                <a:lnTo>
                  <a:pt x="612" y="406"/>
                </a:lnTo>
                <a:lnTo>
                  <a:pt x="605" y="412"/>
                </a:lnTo>
                <a:lnTo>
                  <a:pt x="598" y="418"/>
                </a:lnTo>
                <a:lnTo>
                  <a:pt x="590" y="423"/>
                </a:lnTo>
                <a:lnTo>
                  <a:pt x="582" y="429"/>
                </a:lnTo>
                <a:lnTo>
                  <a:pt x="574" y="434"/>
                </a:lnTo>
                <a:lnTo>
                  <a:pt x="566" y="439"/>
                </a:lnTo>
                <a:lnTo>
                  <a:pt x="557" y="444"/>
                </a:lnTo>
                <a:lnTo>
                  <a:pt x="549" y="448"/>
                </a:lnTo>
                <a:lnTo>
                  <a:pt x="540" y="453"/>
                </a:lnTo>
                <a:lnTo>
                  <a:pt x="531" y="457"/>
                </a:lnTo>
                <a:lnTo>
                  <a:pt x="522" y="461"/>
                </a:lnTo>
                <a:lnTo>
                  <a:pt x="512" y="465"/>
                </a:lnTo>
                <a:lnTo>
                  <a:pt x="503" y="469"/>
                </a:lnTo>
                <a:lnTo>
                  <a:pt x="493" y="472"/>
                </a:lnTo>
                <a:lnTo>
                  <a:pt x="483" y="475"/>
                </a:lnTo>
                <a:lnTo>
                  <a:pt x="473" y="478"/>
                </a:lnTo>
                <a:lnTo>
                  <a:pt x="463" y="481"/>
                </a:lnTo>
                <a:lnTo>
                  <a:pt x="453" y="483"/>
                </a:lnTo>
                <a:lnTo>
                  <a:pt x="442" y="486"/>
                </a:lnTo>
                <a:lnTo>
                  <a:pt x="432" y="488"/>
                </a:lnTo>
                <a:lnTo>
                  <a:pt x="421" y="490"/>
                </a:lnTo>
                <a:lnTo>
                  <a:pt x="411" y="491"/>
                </a:lnTo>
                <a:lnTo>
                  <a:pt x="400" y="493"/>
                </a:lnTo>
                <a:lnTo>
                  <a:pt x="389" y="494"/>
                </a:lnTo>
                <a:lnTo>
                  <a:pt x="378" y="494"/>
                </a:lnTo>
                <a:lnTo>
                  <a:pt x="367" y="495"/>
                </a:lnTo>
                <a:lnTo>
                  <a:pt x="356" y="495"/>
                </a:lnTo>
                <a:lnTo>
                  <a:pt x="345" y="496"/>
                </a:lnTo>
                <a:lnTo>
                  <a:pt x="334" y="495"/>
                </a:lnTo>
                <a:lnTo>
                  <a:pt x="323" y="495"/>
                </a:lnTo>
                <a:lnTo>
                  <a:pt x="312" y="494"/>
                </a:lnTo>
                <a:lnTo>
                  <a:pt x="302" y="494"/>
                </a:lnTo>
                <a:lnTo>
                  <a:pt x="291" y="493"/>
                </a:lnTo>
                <a:lnTo>
                  <a:pt x="280" y="491"/>
                </a:lnTo>
                <a:lnTo>
                  <a:pt x="270" y="490"/>
                </a:lnTo>
                <a:lnTo>
                  <a:pt x="259" y="488"/>
                </a:lnTo>
                <a:lnTo>
                  <a:pt x="249" y="486"/>
                </a:lnTo>
                <a:lnTo>
                  <a:pt x="238" y="483"/>
                </a:lnTo>
                <a:lnTo>
                  <a:pt x="228" y="481"/>
                </a:lnTo>
                <a:lnTo>
                  <a:pt x="218" y="478"/>
                </a:lnTo>
                <a:lnTo>
                  <a:pt x="208" y="475"/>
                </a:lnTo>
                <a:lnTo>
                  <a:pt x="198" y="472"/>
                </a:lnTo>
                <a:lnTo>
                  <a:pt x="188" y="469"/>
                </a:lnTo>
                <a:lnTo>
                  <a:pt x="179" y="465"/>
                </a:lnTo>
                <a:lnTo>
                  <a:pt x="169" y="461"/>
                </a:lnTo>
                <a:lnTo>
                  <a:pt x="160" y="457"/>
                </a:lnTo>
                <a:lnTo>
                  <a:pt x="151" y="453"/>
                </a:lnTo>
                <a:lnTo>
                  <a:pt x="142" y="448"/>
                </a:lnTo>
                <a:lnTo>
                  <a:pt x="133" y="444"/>
                </a:lnTo>
                <a:lnTo>
                  <a:pt x="125" y="439"/>
                </a:lnTo>
                <a:lnTo>
                  <a:pt x="117" y="434"/>
                </a:lnTo>
                <a:lnTo>
                  <a:pt x="109" y="429"/>
                </a:lnTo>
                <a:lnTo>
                  <a:pt x="101" y="423"/>
                </a:lnTo>
                <a:lnTo>
                  <a:pt x="93" y="418"/>
                </a:lnTo>
                <a:lnTo>
                  <a:pt x="86" y="412"/>
                </a:lnTo>
                <a:lnTo>
                  <a:pt x="79" y="406"/>
                </a:lnTo>
                <a:lnTo>
                  <a:pt x="72" y="400"/>
                </a:lnTo>
                <a:lnTo>
                  <a:pt x="66" y="394"/>
                </a:lnTo>
                <a:lnTo>
                  <a:pt x="60" y="387"/>
                </a:lnTo>
                <a:lnTo>
                  <a:pt x="54" y="381"/>
                </a:lnTo>
                <a:lnTo>
                  <a:pt x="48" y="374"/>
                </a:lnTo>
                <a:lnTo>
                  <a:pt x="43" y="367"/>
                </a:lnTo>
                <a:lnTo>
                  <a:pt x="37" y="361"/>
                </a:lnTo>
                <a:lnTo>
                  <a:pt x="33" y="354"/>
                </a:lnTo>
                <a:lnTo>
                  <a:pt x="28" y="346"/>
                </a:lnTo>
                <a:lnTo>
                  <a:pt x="24" y="339"/>
                </a:lnTo>
                <a:lnTo>
                  <a:pt x="20" y="332"/>
                </a:lnTo>
                <a:lnTo>
                  <a:pt x="17" y="325"/>
                </a:lnTo>
                <a:lnTo>
                  <a:pt x="14" y="317"/>
                </a:lnTo>
                <a:lnTo>
                  <a:pt x="11" y="310"/>
                </a:lnTo>
                <a:lnTo>
                  <a:pt x="8" y="302"/>
                </a:lnTo>
                <a:lnTo>
                  <a:pt x="6" y="295"/>
                </a:lnTo>
                <a:lnTo>
                  <a:pt x="4" y="287"/>
                </a:lnTo>
                <a:lnTo>
                  <a:pt x="3" y="279"/>
                </a:lnTo>
                <a:lnTo>
                  <a:pt x="1" y="272"/>
                </a:lnTo>
                <a:lnTo>
                  <a:pt x="1" y="264"/>
                </a:lnTo>
                <a:lnTo>
                  <a:pt x="0" y="256"/>
                </a:lnTo>
                <a:lnTo>
                  <a:pt x="0" y="248"/>
                </a:lnTo>
                <a:lnTo>
                  <a:pt x="0" y="241"/>
                </a:lnTo>
                <a:lnTo>
                  <a:pt x="1" y="233"/>
                </a:lnTo>
                <a:lnTo>
                  <a:pt x="1" y="225"/>
                </a:lnTo>
                <a:lnTo>
                  <a:pt x="3" y="216"/>
                </a:lnTo>
                <a:lnTo>
                  <a:pt x="4" y="209"/>
                </a:lnTo>
                <a:lnTo>
                  <a:pt x="6" y="201"/>
                </a:lnTo>
                <a:lnTo>
                  <a:pt x="8" y="193"/>
                </a:lnTo>
                <a:lnTo>
                  <a:pt x="11" y="186"/>
                </a:lnTo>
                <a:lnTo>
                  <a:pt x="14" y="178"/>
                </a:lnTo>
                <a:lnTo>
                  <a:pt x="17" y="171"/>
                </a:lnTo>
                <a:lnTo>
                  <a:pt x="20" y="164"/>
                </a:lnTo>
                <a:lnTo>
                  <a:pt x="24" y="156"/>
                </a:lnTo>
                <a:lnTo>
                  <a:pt x="28" y="149"/>
                </a:lnTo>
                <a:lnTo>
                  <a:pt x="33" y="142"/>
                </a:lnTo>
                <a:lnTo>
                  <a:pt x="37" y="135"/>
                </a:lnTo>
                <a:lnTo>
                  <a:pt x="43" y="128"/>
                </a:lnTo>
                <a:lnTo>
                  <a:pt x="48" y="121"/>
                </a:lnTo>
                <a:lnTo>
                  <a:pt x="54" y="115"/>
                </a:lnTo>
                <a:lnTo>
                  <a:pt x="60" y="108"/>
                </a:lnTo>
                <a:lnTo>
                  <a:pt x="66" y="102"/>
                </a:lnTo>
                <a:lnTo>
                  <a:pt x="72" y="96"/>
                </a:lnTo>
                <a:lnTo>
                  <a:pt x="79" y="90"/>
                </a:lnTo>
                <a:lnTo>
                  <a:pt x="86" y="84"/>
                </a:lnTo>
                <a:lnTo>
                  <a:pt x="93" y="78"/>
                </a:lnTo>
                <a:lnTo>
                  <a:pt x="101" y="72"/>
                </a:lnTo>
                <a:lnTo>
                  <a:pt x="109" y="67"/>
                </a:lnTo>
                <a:lnTo>
                  <a:pt x="117" y="62"/>
                </a:lnTo>
                <a:lnTo>
                  <a:pt x="125" y="57"/>
                </a:lnTo>
                <a:lnTo>
                  <a:pt x="133" y="52"/>
                </a:lnTo>
                <a:lnTo>
                  <a:pt x="142" y="47"/>
                </a:lnTo>
                <a:lnTo>
                  <a:pt x="151" y="43"/>
                </a:lnTo>
                <a:lnTo>
                  <a:pt x="160" y="39"/>
                </a:lnTo>
                <a:lnTo>
                  <a:pt x="169" y="34"/>
                </a:lnTo>
                <a:lnTo>
                  <a:pt x="179" y="31"/>
                </a:lnTo>
                <a:lnTo>
                  <a:pt x="188" y="27"/>
                </a:lnTo>
                <a:lnTo>
                  <a:pt x="198" y="24"/>
                </a:lnTo>
                <a:lnTo>
                  <a:pt x="208" y="20"/>
                </a:lnTo>
                <a:lnTo>
                  <a:pt x="218" y="17"/>
                </a:lnTo>
                <a:lnTo>
                  <a:pt x="228" y="15"/>
                </a:lnTo>
                <a:lnTo>
                  <a:pt x="238" y="12"/>
                </a:lnTo>
                <a:lnTo>
                  <a:pt x="249" y="10"/>
                </a:lnTo>
                <a:lnTo>
                  <a:pt x="259" y="8"/>
                </a:lnTo>
                <a:lnTo>
                  <a:pt x="270" y="6"/>
                </a:lnTo>
                <a:lnTo>
                  <a:pt x="280" y="4"/>
                </a:lnTo>
                <a:lnTo>
                  <a:pt x="291" y="3"/>
                </a:lnTo>
                <a:lnTo>
                  <a:pt x="302" y="2"/>
                </a:lnTo>
                <a:lnTo>
                  <a:pt x="312" y="1"/>
                </a:lnTo>
                <a:lnTo>
                  <a:pt x="323" y="1"/>
                </a:lnTo>
                <a:lnTo>
                  <a:pt x="334" y="0"/>
                </a:lnTo>
                <a:lnTo>
                  <a:pt x="345" y="0"/>
                </a:lnTo>
                <a:lnTo>
                  <a:pt x="356" y="0"/>
                </a:lnTo>
                <a:lnTo>
                  <a:pt x="367" y="1"/>
                </a:lnTo>
                <a:lnTo>
                  <a:pt x="378" y="1"/>
                </a:lnTo>
                <a:lnTo>
                  <a:pt x="389" y="2"/>
                </a:lnTo>
                <a:lnTo>
                  <a:pt x="400" y="3"/>
                </a:lnTo>
                <a:lnTo>
                  <a:pt x="411" y="4"/>
                </a:lnTo>
                <a:lnTo>
                  <a:pt x="421" y="6"/>
                </a:lnTo>
                <a:lnTo>
                  <a:pt x="432" y="8"/>
                </a:lnTo>
                <a:lnTo>
                  <a:pt x="442" y="10"/>
                </a:lnTo>
                <a:lnTo>
                  <a:pt x="453" y="12"/>
                </a:lnTo>
                <a:lnTo>
                  <a:pt x="463" y="15"/>
                </a:lnTo>
                <a:lnTo>
                  <a:pt x="473" y="17"/>
                </a:lnTo>
                <a:lnTo>
                  <a:pt x="483" y="20"/>
                </a:lnTo>
                <a:lnTo>
                  <a:pt x="493" y="24"/>
                </a:lnTo>
                <a:lnTo>
                  <a:pt x="503" y="27"/>
                </a:lnTo>
                <a:lnTo>
                  <a:pt x="512" y="31"/>
                </a:lnTo>
                <a:lnTo>
                  <a:pt x="522" y="34"/>
                </a:lnTo>
                <a:lnTo>
                  <a:pt x="531" y="39"/>
                </a:lnTo>
                <a:lnTo>
                  <a:pt x="540" y="43"/>
                </a:lnTo>
                <a:lnTo>
                  <a:pt x="549" y="47"/>
                </a:lnTo>
                <a:lnTo>
                  <a:pt x="557" y="52"/>
                </a:lnTo>
                <a:lnTo>
                  <a:pt x="566" y="57"/>
                </a:lnTo>
                <a:lnTo>
                  <a:pt x="574" y="62"/>
                </a:lnTo>
                <a:lnTo>
                  <a:pt x="582" y="67"/>
                </a:lnTo>
                <a:lnTo>
                  <a:pt x="590" y="72"/>
                </a:lnTo>
                <a:lnTo>
                  <a:pt x="598" y="78"/>
                </a:lnTo>
                <a:lnTo>
                  <a:pt x="605" y="84"/>
                </a:lnTo>
                <a:lnTo>
                  <a:pt x="612" y="90"/>
                </a:lnTo>
                <a:lnTo>
                  <a:pt x="619" y="96"/>
                </a:lnTo>
                <a:lnTo>
                  <a:pt x="625" y="102"/>
                </a:lnTo>
                <a:lnTo>
                  <a:pt x="631" y="108"/>
                </a:lnTo>
                <a:lnTo>
                  <a:pt x="637" y="115"/>
                </a:lnTo>
                <a:lnTo>
                  <a:pt x="643" y="121"/>
                </a:lnTo>
                <a:lnTo>
                  <a:pt x="648" y="128"/>
                </a:lnTo>
                <a:lnTo>
                  <a:pt x="653" y="135"/>
                </a:lnTo>
                <a:lnTo>
                  <a:pt x="658" y="142"/>
                </a:lnTo>
                <a:lnTo>
                  <a:pt x="663" y="149"/>
                </a:lnTo>
                <a:lnTo>
                  <a:pt x="667" y="156"/>
                </a:lnTo>
                <a:lnTo>
                  <a:pt x="671" y="164"/>
                </a:lnTo>
                <a:lnTo>
                  <a:pt x="674" y="171"/>
                </a:lnTo>
                <a:lnTo>
                  <a:pt x="677" y="178"/>
                </a:lnTo>
                <a:lnTo>
                  <a:pt x="680" y="186"/>
                </a:lnTo>
                <a:lnTo>
                  <a:pt x="683" y="193"/>
                </a:lnTo>
                <a:lnTo>
                  <a:pt x="685" y="201"/>
                </a:lnTo>
                <a:lnTo>
                  <a:pt x="687" y="209"/>
                </a:lnTo>
                <a:lnTo>
                  <a:pt x="688" y="216"/>
                </a:lnTo>
                <a:lnTo>
                  <a:pt x="690" y="225"/>
                </a:lnTo>
                <a:lnTo>
                  <a:pt x="690" y="233"/>
                </a:lnTo>
                <a:lnTo>
                  <a:pt x="691" y="241"/>
                </a:lnTo>
                <a:lnTo>
                  <a:pt x="691" y="248"/>
                </a:lnTo>
                <a:close/>
              </a:path>
            </a:pathLst>
          </a:custGeom>
          <a:solidFill>
            <a:srgbClr val="ff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59" name=""/>
          <p:cNvSpPr/>
          <p:nvPr/>
        </p:nvSpPr>
        <p:spPr>
          <a:xfrm>
            <a:off x="7936920" y="2854080"/>
            <a:ext cx="251640" cy="180360"/>
          </a:xfrm>
          <a:custGeom>
            <a:avLst/>
            <a:gdLst/>
            <a:ahLst/>
            <a:rect l="0" t="0" r="r" b="b"/>
            <a:pathLst>
              <a:path w="699" h="501">
                <a:moveTo>
                  <a:pt x="695" y="250"/>
                </a:moveTo>
                <a:lnTo>
                  <a:pt x="695" y="243"/>
                </a:lnTo>
                <a:lnTo>
                  <a:pt x="694" y="235"/>
                </a:lnTo>
                <a:lnTo>
                  <a:pt x="694" y="227"/>
                </a:lnTo>
                <a:lnTo>
                  <a:pt x="692" y="219"/>
                </a:lnTo>
                <a:lnTo>
                  <a:pt x="691" y="212"/>
                </a:lnTo>
                <a:lnTo>
                  <a:pt x="689" y="204"/>
                </a:lnTo>
                <a:lnTo>
                  <a:pt x="687" y="196"/>
                </a:lnTo>
                <a:lnTo>
                  <a:pt x="684" y="189"/>
                </a:lnTo>
                <a:lnTo>
                  <a:pt x="681" y="181"/>
                </a:lnTo>
                <a:lnTo>
                  <a:pt x="678" y="174"/>
                </a:lnTo>
                <a:lnTo>
                  <a:pt x="675" y="167"/>
                </a:lnTo>
                <a:lnTo>
                  <a:pt x="671" y="159"/>
                </a:lnTo>
                <a:lnTo>
                  <a:pt x="667" y="152"/>
                </a:lnTo>
                <a:lnTo>
                  <a:pt x="662" y="145"/>
                </a:lnTo>
                <a:lnTo>
                  <a:pt x="657" y="138"/>
                </a:lnTo>
                <a:lnTo>
                  <a:pt x="652" y="131"/>
                </a:lnTo>
                <a:lnTo>
                  <a:pt x="647" y="124"/>
                </a:lnTo>
                <a:lnTo>
                  <a:pt x="641" y="118"/>
                </a:lnTo>
                <a:lnTo>
                  <a:pt x="634" y="111"/>
                </a:lnTo>
                <a:lnTo>
                  <a:pt x="628" y="105"/>
                </a:lnTo>
                <a:lnTo>
                  <a:pt x="622" y="99"/>
                </a:lnTo>
                <a:lnTo>
                  <a:pt x="615" y="93"/>
                </a:lnTo>
                <a:lnTo>
                  <a:pt x="608" y="87"/>
                </a:lnTo>
                <a:lnTo>
                  <a:pt x="601" y="81"/>
                </a:lnTo>
                <a:lnTo>
                  <a:pt x="593" y="75"/>
                </a:lnTo>
                <a:lnTo>
                  <a:pt x="585" y="70"/>
                </a:lnTo>
                <a:lnTo>
                  <a:pt x="577" y="65"/>
                </a:lnTo>
                <a:lnTo>
                  <a:pt x="569" y="60"/>
                </a:lnTo>
                <a:lnTo>
                  <a:pt x="560" y="55"/>
                </a:lnTo>
                <a:lnTo>
                  <a:pt x="552" y="50"/>
                </a:lnTo>
                <a:lnTo>
                  <a:pt x="543" y="46"/>
                </a:lnTo>
                <a:lnTo>
                  <a:pt x="534" y="42"/>
                </a:lnTo>
                <a:lnTo>
                  <a:pt x="525" y="37"/>
                </a:lnTo>
                <a:lnTo>
                  <a:pt x="515" y="34"/>
                </a:lnTo>
                <a:lnTo>
                  <a:pt x="506" y="30"/>
                </a:lnTo>
                <a:lnTo>
                  <a:pt x="496" y="27"/>
                </a:lnTo>
                <a:lnTo>
                  <a:pt x="486" y="23"/>
                </a:lnTo>
                <a:lnTo>
                  <a:pt x="476" y="20"/>
                </a:lnTo>
                <a:lnTo>
                  <a:pt x="466" y="18"/>
                </a:lnTo>
                <a:lnTo>
                  <a:pt x="456" y="15"/>
                </a:lnTo>
                <a:lnTo>
                  <a:pt x="445" y="13"/>
                </a:lnTo>
                <a:lnTo>
                  <a:pt x="435" y="11"/>
                </a:lnTo>
                <a:lnTo>
                  <a:pt x="424" y="9"/>
                </a:lnTo>
                <a:lnTo>
                  <a:pt x="414" y="7"/>
                </a:lnTo>
                <a:lnTo>
                  <a:pt x="403" y="6"/>
                </a:lnTo>
                <a:lnTo>
                  <a:pt x="392" y="5"/>
                </a:lnTo>
                <a:lnTo>
                  <a:pt x="381" y="4"/>
                </a:lnTo>
                <a:lnTo>
                  <a:pt x="371" y="4"/>
                </a:lnTo>
                <a:lnTo>
                  <a:pt x="360" y="3"/>
                </a:lnTo>
                <a:lnTo>
                  <a:pt x="349" y="3"/>
                </a:lnTo>
                <a:lnTo>
                  <a:pt x="338" y="3"/>
                </a:lnTo>
                <a:lnTo>
                  <a:pt x="327" y="4"/>
                </a:lnTo>
                <a:lnTo>
                  <a:pt x="316" y="4"/>
                </a:lnTo>
                <a:lnTo>
                  <a:pt x="306" y="5"/>
                </a:lnTo>
                <a:lnTo>
                  <a:pt x="295" y="6"/>
                </a:lnTo>
                <a:lnTo>
                  <a:pt x="284" y="7"/>
                </a:lnTo>
                <a:lnTo>
                  <a:pt x="274" y="9"/>
                </a:lnTo>
                <a:lnTo>
                  <a:pt x="263" y="11"/>
                </a:lnTo>
                <a:lnTo>
                  <a:pt x="253" y="13"/>
                </a:lnTo>
                <a:lnTo>
                  <a:pt x="242" y="15"/>
                </a:lnTo>
                <a:lnTo>
                  <a:pt x="232" y="18"/>
                </a:lnTo>
                <a:lnTo>
                  <a:pt x="222" y="20"/>
                </a:lnTo>
                <a:lnTo>
                  <a:pt x="212" y="23"/>
                </a:lnTo>
                <a:lnTo>
                  <a:pt x="202" y="27"/>
                </a:lnTo>
                <a:lnTo>
                  <a:pt x="192" y="30"/>
                </a:lnTo>
                <a:lnTo>
                  <a:pt x="183" y="34"/>
                </a:lnTo>
                <a:lnTo>
                  <a:pt x="173" y="37"/>
                </a:lnTo>
                <a:lnTo>
                  <a:pt x="164" y="42"/>
                </a:lnTo>
                <a:lnTo>
                  <a:pt x="155" y="46"/>
                </a:lnTo>
                <a:lnTo>
                  <a:pt x="146" y="50"/>
                </a:lnTo>
                <a:lnTo>
                  <a:pt x="137" y="55"/>
                </a:lnTo>
                <a:lnTo>
                  <a:pt x="129" y="60"/>
                </a:lnTo>
                <a:lnTo>
                  <a:pt x="121" y="65"/>
                </a:lnTo>
                <a:lnTo>
                  <a:pt x="113" y="70"/>
                </a:lnTo>
                <a:lnTo>
                  <a:pt x="105" y="75"/>
                </a:lnTo>
                <a:lnTo>
                  <a:pt x="97" y="81"/>
                </a:lnTo>
                <a:lnTo>
                  <a:pt x="90" y="87"/>
                </a:lnTo>
                <a:lnTo>
                  <a:pt x="83" y="93"/>
                </a:lnTo>
                <a:lnTo>
                  <a:pt x="76" y="99"/>
                </a:lnTo>
                <a:lnTo>
                  <a:pt x="70" y="105"/>
                </a:lnTo>
                <a:lnTo>
                  <a:pt x="64" y="111"/>
                </a:lnTo>
                <a:lnTo>
                  <a:pt x="58" y="118"/>
                </a:lnTo>
                <a:lnTo>
                  <a:pt x="52" y="124"/>
                </a:lnTo>
                <a:lnTo>
                  <a:pt x="47" y="131"/>
                </a:lnTo>
                <a:lnTo>
                  <a:pt x="41" y="138"/>
                </a:lnTo>
                <a:lnTo>
                  <a:pt x="37" y="145"/>
                </a:lnTo>
                <a:lnTo>
                  <a:pt x="32" y="152"/>
                </a:lnTo>
                <a:lnTo>
                  <a:pt x="28" y="159"/>
                </a:lnTo>
                <a:lnTo>
                  <a:pt x="24" y="167"/>
                </a:lnTo>
                <a:lnTo>
                  <a:pt x="21" y="174"/>
                </a:lnTo>
                <a:lnTo>
                  <a:pt x="18" y="181"/>
                </a:lnTo>
                <a:lnTo>
                  <a:pt x="15" y="189"/>
                </a:lnTo>
                <a:lnTo>
                  <a:pt x="12" y="196"/>
                </a:lnTo>
                <a:lnTo>
                  <a:pt x="10" y="204"/>
                </a:lnTo>
                <a:lnTo>
                  <a:pt x="8" y="212"/>
                </a:lnTo>
                <a:lnTo>
                  <a:pt x="7" y="219"/>
                </a:lnTo>
                <a:lnTo>
                  <a:pt x="5" y="227"/>
                </a:lnTo>
                <a:lnTo>
                  <a:pt x="5" y="235"/>
                </a:lnTo>
                <a:lnTo>
                  <a:pt x="4" y="243"/>
                </a:lnTo>
                <a:lnTo>
                  <a:pt x="4" y="250"/>
                </a:lnTo>
                <a:lnTo>
                  <a:pt x="4" y="258"/>
                </a:lnTo>
                <a:lnTo>
                  <a:pt x="5" y="266"/>
                </a:lnTo>
                <a:lnTo>
                  <a:pt x="5" y="274"/>
                </a:lnTo>
                <a:lnTo>
                  <a:pt x="7" y="281"/>
                </a:lnTo>
                <a:lnTo>
                  <a:pt x="8" y="289"/>
                </a:lnTo>
                <a:lnTo>
                  <a:pt x="10" y="297"/>
                </a:lnTo>
                <a:lnTo>
                  <a:pt x="12" y="304"/>
                </a:lnTo>
                <a:lnTo>
                  <a:pt x="15" y="312"/>
                </a:lnTo>
                <a:lnTo>
                  <a:pt x="18" y="319"/>
                </a:lnTo>
                <a:lnTo>
                  <a:pt x="21" y="328"/>
                </a:lnTo>
                <a:lnTo>
                  <a:pt x="24" y="335"/>
                </a:lnTo>
                <a:lnTo>
                  <a:pt x="28" y="342"/>
                </a:lnTo>
                <a:lnTo>
                  <a:pt x="32" y="349"/>
                </a:lnTo>
                <a:lnTo>
                  <a:pt x="37" y="357"/>
                </a:lnTo>
                <a:lnTo>
                  <a:pt x="41" y="364"/>
                </a:lnTo>
                <a:lnTo>
                  <a:pt x="47" y="370"/>
                </a:lnTo>
                <a:lnTo>
                  <a:pt x="52" y="377"/>
                </a:lnTo>
                <a:lnTo>
                  <a:pt x="58" y="384"/>
                </a:lnTo>
                <a:lnTo>
                  <a:pt x="64" y="390"/>
                </a:lnTo>
                <a:lnTo>
                  <a:pt x="70" y="397"/>
                </a:lnTo>
                <a:lnTo>
                  <a:pt x="76" y="403"/>
                </a:lnTo>
                <a:lnTo>
                  <a:pt x="83" y="409"/>
                </a:lnTo>
                <a:lnTo>
                  <a:pt x="90" y="415"/>
                </a:lnTo>
                <a:lnTo>
                  <a:pt x="97" y="421"/>
                </a:lnTo>
                <a:lnTo>
                  <a:pt x="105" y="426"/>
                </a:lnTo>
                <a:lnTo>
                  <a:pt x="113" y="432"/>
                </a:lnTo>
                <a:lnTo>
                  <a:pt x="121" y="437"/>
                </a:lnTo>
                <a:lnTo>
                  <a:pt x="129" y="442"/>
                </a:lnTo>
                <a:lnTo>
                  <a:pt x="137" y="447"/>
                </a:lnTo>
                <a:lnTo>
                  <a:pt x="146" y="451"/>
                </a:lnTo>
                <a:lnTo>
                  <a:pt x="155" y="456"/>
                </a:lnTo>
                <a:lnTo>
                  <a:pt x="164" y="460"/>
                </a:lnTo>
                <a:lnTo>
                  <a:pt x="173" y="464"/>
                </a:lnTo>
                <a:lnTo>
                  <a:pt x="183" y="468"/>
                </a:lnTo>
                <a:lnTo>
                  <a:pt x="192" y="472"/>
                </a:lnTo>
                <a:lnTo>
                  <a:pt x="202" y="475"/>
                </a:lnTo>
                <a:lnTo>
                  <a:pt x="212" y="478"/>
                </a:lnTo>
                <a:lnTo>
                  <a:pt x="222" y="481"/>
                </a:lnTo>
                <a:lnTo>
                  <a:pt x="232" y="484"/>
                </a:lnTo>
                <a:lnTo>
                  <a:pt x="242" y="486"/>
                </a:lnTo>
                <a:lnTo>
                  <a:pt x="253" y="489"/>
                </a:lnTo>
                <a:lnTo>
                  <a:pt x="263" y="491"/>
                </a:lnTo>
                <a:lnTo>
                  <a:pt x="274" y="493"/>
                </a:lnTo>
                <a:lnTo>
                  <a:pt x="284" y="494"/>
                </a:lnTo>
                <a:lnTo>
                  <a:pt x="295" y="496"/>
                </a:lnTo>
                <a:lnTo>
                  <a:pt x="306" y="497"/>
                </a:lnTo>
                <a:lnTo>
                  <a:pt x="316" y="497"/>
                </a:lnTo>
                <a:lnTo>
                  <a:pt x="327" y="498"/>
                </a:lnTo>
                <a:lnTo>
                  <a:pt x="338" y="498"/>
                </a:lnTo>
                <a:lnTo>
                  <a:pt x="349" y="499"/>
                </a:lnTo>
                <a:lnTo>
                  <a:pt x="360" y="498"/>
                </a:lnTo>
                <a:lnTo>
                  <a:pt x="371" y="498"/>
                </a:lnTo>
                <a:lnTo>
                  <a:pt x="381" y="497"/>
                </a:lnTo>
                <a:lnTo>
                  <a:pt x="392" y="497"/>
                </a:lnTo>
                <a:lnTo>
                  <a:pt x="403" y="496"/>
                </a:lnTo>
                <a:lnTo>
                  <a:pt x="414" y="494"/>
                </a:lnTo>
                <a:lnTo>
                  <a:pt x="424" y="493"/>
                </a:lnTo>
                <a:lnTo>
                  <a:pt x="435" y="491"/>
                </a:lnTo>
                <a:lnTo>
                  <a:pt x="445" y="489"/>
                </a:lnTo>
                <a:lnTo>
                  <a:pt x="456" y="486"/>
                </a:lnTo>
                <a:lnTo>
                  <a:pt x="466" y="484"/>
                </a:lnTo>
                <a:lnTo>
                  <a:pt x="476" y="481"/>
                </a:lnTo>
                <a:lnTo>
                  <a:pt x="486" y="478"/>
                </a:lnTo>
                <a:lnTo>
                  <a:pt x="496" y="475"/>
                </a:lnTo>
                <a:lnTo>
                  <a:pt x="506" y="472"/>
                </a:lnTo>
                <a:lnTo>
                  <a:pt x="515" y="468"/>
                </a:lnTo>
                <a:lnTo>
                  <a:pt x="525" y="464"/>
                </a:lnTo>
                <a:lnTo>
                  <a:pt x="534" y="460"/>
                </a:lnTo>
                <a:lnTo>
                  <a:pt x="543" y="456"/>
                </a:lnTo>
                <a:lnTo>
                  <a:pt x="552" y="451"/>
                </a:lnTo>
                <a:lnTo>
                  <a:pt x="560" y="447"/>
                </a:lnTo>
                <a:lnTo>
                  <a:pt x="569" y="442"/>
                </a:lnTo>
                <a:lnTo>
                  <a:pt x="577" y="437"/>
                </a:lnTo>
                <a:lnTo>
                  <a:pt x="585" y="432"/>
                </a:lnTo>
                <a:lnTo>
                  <a:pt x="593" y="426"/>
                </a:lnTo>
                <a:lnTo>
                  <a:pt x="601" y="421"/>
                </a:lnTo>
                <a:lnTo>
                  <a:pt x="608" y="415"/>
                </a:lnTo>
                <a:lnTo>
                  <a:pt x="615" y="409"/>
                </a:lnTo>
                <a:lnTo>
                  <a:pt x="622" y="403"/>
                </a:lnTo>
                <a:lnTo>
                  <a:pt x="628" y="397"/>
                </a:lnTo>
                <a:lnTo>
                  <a:pt x="634" y="390"/>
                </a:lnTo>
                <a:lnTo>
                  <a:pt x="641" y="384"/>
                </a:lnTo>
                <a:lnTo>
                  <a:pt x="647" y="377"/>
                </a:lnTo>
                <a:lnTo>
                  <a:pt x="652" y="370"/>
                </a:lnTo>
                <a:lnTo>
                  <a:pt x="657" y="364"/>
                </a:lnTo>
                <a:lnTo>
                  <a:pt x="662" y="357"/>
                </a:lnTo>
                <a:lnTo>
                  <a:pt x="667" y="349"/>
                </a:lnTo>
                <a:lnTo>
                  <a:pt x="671" y="342"/>
                </a:lnTo>
                <a:lnTo>
                  <a:pt x="675" y="335"/>
                </a:lnTo>
                <a:lnTo>
                  <a:pt x="678" y="328"/>
                </a:lnTo>
                <a:lnTo>
                  <a:pt x="681" y="319"/>
                </a:lnTo>
                <a:lnTo>
                  <a:pt x="684" y="312"/>
                </a:lnTo>
                <a:lnTo>
                  <a:pt x="687" y="304"/>
                </a:lnTo>
                <a:lnTo>
                  <a:pt x="689" y="297"/>
                </a:lnTo>
                <a:lnTo>
                  <a:pt x="691" y="289"/>
                </a:lnTo>
                <a:lnTo>
                  <a:pt x="692" y="281"/>
                </a:lnTo>
                <a:lnTo>
                  <a:pt x="694" y="274"/>
                </a:lnTo>
                <a:lnTo>
                  <a:pt x="694" y="266"/>
                </a:lnTo>
                <a:lnTo>
                  <a:pt x="695" y="258"/>
                </a:lnTo>
                <a:lnTo>
                  <a:pt x="695" y="250"/>
                </a:lnTo>
                <a:moveTo>
                  <a:pt x="699" y="250"/>
                </a:moveTo>
                <a:lnTo>
                  <a:pt x="699" y="258"/>
                </a:lnTo>
                <a:lnTo>
                  <a:pt x="698" y="266"/>
                </a:lnTo>
                <a:lnTo>
                  <a:pt x="697" y="274"/>
                </a:lnTo>
                <a:lnTo>
                  <a:pt x="696" y="282"/>
                </a:lnTo>
                <a:lnTo>
                  <a:pt x="695" y="289"/>
                </a:lnTo>
                <a:lnTo>
                  <a:pt x="693" y="297"/>
                </a:lnTo>
                <a:lnTo>
                  <a:pt x="691" y="305"/>
                </a:lnTo>
                <a:lnTo>
                  <a:pt x="688" y="312"/>
                </a:lnTo>
                <a:lnTo>
                  <a:pt x="685" y="320"/>
                </a:lnTo>
                <a:lnTo>
                  <a:pt x="682" y="329"/>
                </a:lnTo>
                <a:lnTo>
                  <a:pt x="678" y="336"/>
                </a:lnTo>
                <a:lnTo>
                  <a:pt x="674" y="343"/>
                </a:lnTo>
                <a:lnTo>
                  <a:pt x="670" y="351"/>
                </a:lnTo>
                <a:lnTo>
                  <a:pt x="666" y="358"/>
                </a:lnTo>
                <a:lnTo>
                  <a:pt x="661" y="365"/>
                </a:lnTo>
                <a:lnTo>
                  <a:pt x="656" y="372"/>
                </a:lnTo>
                <a:lnTo>
                  <a:pt x="650" y="379"/>
                </a:lnTo>
                <a:lnTo>
                  <a:pt x="645" y="385"/>
                </a:lnTo>
                <a:lnTo>
                  <a:pt x="639" y="392"/>
                </a:lnTo>
                <a:lnTo>
                  <a:pt x="631" y="398"/>
                </a:lnTo>
                <a:lnTo>
                  <a:pt x="625" y="405"/>
                </a:lnTo>
                <a:lnTo>
                  <a:pt x="618" y="411"/>
                </a:lnTo>
                <a:lnTo>
                  <a:pt x="611" y="417"/>
                </a:lnTo>
                <a:lnTo>
                  <a:pt x="603" y="422"/>
                </a:lnTo>
                <a:lnTo>
                  <a:pt x="596" y="428"/>
                </a:lnTo>
                <a:lnTo>
                  <a:pt x="588" y="434"/>
                </a:lnTo>
                <a:lnTo>
                  <a:pt x="580" y="439"/>
                </a:lnTo>
                <a:lnTo>
                  <a:pt x="571" y="444"/>
                </a:lnTo>
                <a:lnTo>
                  <a:pt x="563" y="449"/>
                </a:lnTo>
                <a:lnTo>
                  <a:pt x="554" y="454"/>
                </a:lnTo>
                <a:lnTo>
                  <a:pt x="545" y="458"/>
                </a:lnTo>
                <a:lnTo>
                  <a:pt x="536" y="462"/>
                </a:lnTo>
                <a:lnTo>
                  <a:pt x="527" y="467"/>
                </a:lnTo>
                <a:lnTo>
                  <a:pt x="517" y="470"/>
                </a:lnTo>
                <a:lnTo>
                  <a:pt x="507" y="474"/>
                </a:lnTo>
                <a:lnTo>
                  <a:pt x="498" y="478"/>
                </a:lnTo>
                <a:lnTo>
                  <a:pt x="488" y="481"/>
                </a:lnTo>
                <a:lnTo>
                  <a:pt x="477" y="484"/>
                </a:lnTo>
                <a:lnTo>
                  <a:pt x="467" y="487"/>
                </a:lnTo>
                <a:lnTo>
                  <a:pt x="457" y="489"/>
                </a:lnTo>
                <a:lnTo>
                  <a:pt x="446" y="491"/>
                </a:lnTo>
                <a:lnTo>
                  <a:pt x="436" y="493"/>
                </a:lnTo>
                <a:lnTo>
                  <a:pt x="425" y="495"/>
                </a:lnTo>
                <a:lnTo>
                  <a:pt x="414" y="497"/>
                </a:lnTo>
                <a:lnTo>
                  <a:pt x="404" y="498"/>
                </a:lnTo>
                <a:lnTo>
                  <a:pt x="393" y="499"/>
                </a:lnTo>
                <a:lnTo>
                  <a:pt x="382" y="500"/>
                </a:lnTo>
                <a:lnTo>
                  <a:pt x="371" y="501"/>
                </a:lnTo>
                <a:lnTo>
                  <a:pt x="360" y="501"/>
                </a:lnTo>
                <a:lnTo>
                  <a:pt x="349" y="501"/>
                </a:lnTo>
                <a:lnTo>
                  <a:pt x="338" y="501"/>
                </a:lnTo>
                <a:lnTo>
                  <a:pt x="327" y="501"/>
                </a:lnTo>
                <a:lnTo>
                  <a:pt x="316" y="500"/>
                </a:lnTo>
                <a:lnTo>
                  <a:pt x="305" y="499"/>
                </a:lnTo>
                <a:lnTo>
                  <a:pt x="294" y="498"/>
                </a:lnTo>
                <a:lnTo>
                  <a:pt x="284" y="497"/>
                </a:lnTo>
                <a:lnTo>
                  <a:pt x="273" y="495"/>
                </a:lnTo>
                <a:lnTo>
                  <a:pt x="262" y="493"/>
                </a:lnTo>
                <a:lnTo>
                  <a:pt x="252" y="491"/>
                </a:lnTo>
                <a:lnTo>
                  <a:pt x="241" y="489"/>
                </a:lnTo>
                <a:lnTo>
                  <a:pt x="231" y="487"/>
                </a:lnTo>
                <a:lnTo>
                  <a:pt x="220" y="484"/>
                </a:lnTo>
                <a:lnTo>
                  <a:pt x="210" y="481"/>
                </a:lnTo>
                <a:lnTo>
                  <a:pt x="200" y="478"/>
                </a:lnTo>
                <a:lnTo>
                  <a:pt x="191" y="474"/>
                </a:lnTo>
                <a:lnTo>
                  <a:pt x="181" y="470"/>
                </a:lnTo>
                <a:lnTo>
                  <a:pt x="171" y="467"/>
                </a:lnTo>
                <a:lnTo>
                  <a:pt x="162" y="462"/>
                </a:lnTo>
                <a:lnTo>
                  <a:pt x="153" y="458"/>
                </a:lnTo>
                <a:lnTo>
                  <a:pt x="144" y="454"/>
                </a:lnTo>
                <a:lnTo>
                  <a:pt x="135" y="449"/>
                </a:lnTo>
                <a:lnTo>
                  <a:pt x="126" y="444"/>
                </a:lnTo>
                <a:lnTo>
                  <a:pt x="118" y="439"/>
                </a:lnTo>
                <a:lnTo>
                  <a:pt x="110" y="434"/>
                </a:lnTo>
                <a:lnTo>
                  <a:pt x="102" y="428"/>
                </a:lnTo>
                <a:lnTo>
                  <a:pt x="95" y="422"/>
                </a:lnTo>
                <a:lnTo>
                  <a:pt x="87" y="417"/>
                </a:lnTo>
                <a:lnTo>
                  <a:pt x="80" y="411"/>
                </a:lnTo>
                <a:lnTo>
                  <a:pt x="73" y="405"/>
                </a:lnTo>
                <a:lnTo>
                  <a:pt x="67" y="398"/>
                </a:lnTo>
                <a:lnTo>
                  <a:pt x="60" y="392"/>
                </a:lnTo>
                <a:lnTo>
                  <a:pt x="54" y="385"/>
                </a:lnTo>
                <a:lnTo>
                  <a:pt x="49" y="379"/>
                </a:lnTo>
                <a:lnTo>
                  <a:pt x="43" y="372"/>
                </a:lnTo>
                <a:lnTo>
                  <a:pt x="38" y="365"/>
                </a:lnTo>
                <a:lnTo>
                  <a:pt x="33" y="358"/>
                </a:lnTo>
                <a:lnTo>
                  <a:pt x="29" y="351"/>
                </a:lnTo>
                <a:lnTo>
                  <a:pt x="24" y="343"/>
                </a:lnTo>
                <a:lnTo>
                  <a:pt x="21" y="336"/>
                </a:lnTo>
                <a:lnTo>
                  <a:pt x="17" y="329"/>
                </a:lnTo>
                <a:lnTo>
                  <a:pt x="14" y="320"/>
                </a:lnTo>
                <a:lnTo>
                  <a:pt x="11" y="312"/>
                </a:lnTo>
                <a:lnTo>
                  <a:pt x="8" y="305"/>
                </a:lnTo>
                <a:lnTo>
                  <a:pt x="6" y="297"/>
                </a:lnTo>
                <a:lnTo>
                  <a:pt x="4" y="289"/>
                </a:lnTo>
                <a:lnTo>
                  <a:pt x="3" y="282"/>
                </a:lnTo>
                <a:lnTo>
                  <a:pt x="1" y="274"/>
                </a:lnTo>
                <a:lnTo>
                  <a:pt x="1" y="266"/>
                </a:lnTo>
                <a:lnTo>
                  <a:pt x="0" y="258"/>
                </a:lnTo>
                <a:lnTo>
                  <a:pt x="0" y="250"/>
                </a:lnTo>
                <a:lnTo>
                  <a:pt x="0" y="242"/>
                </a:lnTo>
                <a:lnTo>
                  <a:pt x="1" y="235"/>
                </a:lnTo>
                <a:lnTo>
                  <a:pt x="1" y="227"/>
                </a:lnTo>
                <a:lnTo>
                  <a:pt x="3" y="219"/>
                </a:lnTo>
                <a:lnTo>
                  <a:pt x="4" y="211"/>
                </a:lnTo>
                <a:lnTo>
                  <a:pt x="6" y="203"/>
                </a:lnTo>
                <a:lnTo>
                  <a:pt x="8" y="196"/>
                </a:lnTo>
                <a:lnTo>
                  <a:pt x="11" y="188"/>
                </a:lnTo>
                <a:lnTo>
                  <a:pt x="14" y="181"/>
                </a:lnTo>
                <a:lnTo>
                  <a:pt x="17" y="173"/>
                </a:lnTo>
                <a:lnTo>
                  <a:pt x="21" y="166"/>
                </a:lnTo>
                <a:lnTo>
                  <a:pt x="24" y="158"/>
                </a:lnTo>
                <a:lnTo>
                  <a:pt x="29" y="151"/>
                </a:lnTo>
                <a:lnTo>
                  <a:pt x="33" y="144"/>
                </a:lnTo>
                <a:lnTo>
                  <a:pt x="38" y="137"/>
                </a:lnTo>
                <a:lnTo>
                  <a:pt x="43" y="130"/>
                </a:lnTo>
                <a:lnTo>
                  <a:pt x="49" y="123"/>
                </a:lnTo>
                <a:lnTo>
                  <a:pt x="54" y="116"/>
                </a:lnTo>
                <a:lnTo>
                  <a:pt x="60" y="110"/>
                </a:lnTo>
                <a:lnTo>
                  <a:pt x="67" y="103"/>
                </a:lnTo>
                <a:lnTo>
                  <a:pt x="73" y="97"/>
                </a:lnTo>
                <a:lnTo>
                  <a:pt x="80" y="91"/>
                </a:lnTo>
                <a:lnTo>
                  <a:pt x="87" y="85"/>
                </a:lnTo>
                <a:lnTo>
                  <a:pt x="95" y="79"/>
                </a:lnTo>
                <a:lnTo>
                  <a:pt x="102" y="74"/>
                </a:lnTo>
                <a:lnTo>
                  <a:pt x="110" y="68"/>
                </a:lnTo>
                <a:lnTo>
                  <a:pt x="118" y="63"/>
                </a:lnTo>
                <a:lnTo>
                  <a:pt x="126" y="58"/>
                </a:lnTo>
                <a:lnTo>
                  <a:pt x="135" y="53"/>
                </a:lnTo>
                <a:lnTo>
                  <a:pt x="144" y="48"/>
                </a:lnTo>
                <a:lnTo>
                  <a:pt x="153" y="44"/>
                </a:lnTo>
                <a:lnTo>
                  <a:pt x="162" y="39"/>
                </a:lnTo>
                <a:lnTo>
                  <a:pt x="171" y="35"/>
                </a:lnTo>
                <a:lnTo>
                  <a:pt x="181" y="31"/>
                </a:lnTo>
                <a:lnTo>
                  <a:pt x="191" y="28"/>
                </a:lnTo>
                <a:lnTo>
                  <a:pt x="200" y="24"/>
                </a:lnTo>
                <a:lnTo>
                  <a:pt x="210" y="21"/>
                </a:lnTo>
                <a:lnTo>
                  <a:pt x="220" y="18"/>
                </a:lnTo>
                <a:lnTo>
                  <a:pt x="231" y="15"/>
                </a:lnTo>
                <a:lnTo>
                  <a:pt x="241" y="13"/>
                </a:lnTo>
                <a:lnTo>
                  <a:pt x="252" y="10"/>
                </a:lnTo>
                <a:lnTo>
                  <a:pt x="262" y="8"/>
                </a:lnTo>
                <a:lnTo>
                  <a:pt x="273" y="6"/>
                </a:lnTo>
                <a:lnTo>
                  <a:pt x="284" y="5"/>
                </a:lnTo>
                <a:lnTo>
                  <a:pt x="294" y="3"/>
                </a:lnTo>
                <a:lnTo>
                  <a:pt x="305" y="2"/>
                </a:lnTo>
                <a:lnTo>
                  <a:pt x="316" y="1"/>
                </a:lnTo>
                <a:lnTo>
                  <a:pt x="327" y="1"/>
                </a:lnTo>
                <a:lnTo>
                  <a:pt x="338" y="0"/>
                </a:lnTo>
                <a:lnTo>
                  <a:pt x="349" y="0"/>
                </a:lnTo>
                <a:lnTo>
                  <a:pt x="360" y="0"/>
                </a:lnTo>
                <a:lnTo>
                  <a:pt x="371" y="1"/>
                </a:lnTo>
                <a:lnTo>
                  <a:pt x="382" y="1"/>
                </a:lnTo>
                <a:lnTo>
                  <a:pt x="393" y="2"/>
                </a:lnTo>
                <a:lnTo>
                  <a:pt x="404" y="3"/>
                </a:lnTo>
                <a:lnTo>
                  <a:pt x="414" y="5"/>
                </a:lnTo>
                <a:lnTo>
                  <a:pt x="425" y="6"/>
                </a:lnTo>
                <a:lnTo>
                  <a:pt x="436" y="8"/>
                </a:lnTo>
                <a:lnTo>
                  <a:pt x="446" y="10"/>
                </a:lnTo>
                <a:lnTo>
                  <a:pt x="457" y="13"/>
                </a:lnTo>
                <a:lnTo>
                  <a:pt x="467" y="15"/>
                </a:lnTo>
                <a:lnTo>
                  <a:pt x="477" y="18"/>
                </a:lnTo>
                <a:lnTo>
                  <a:pt x="488" y="21"/>
                </a:lnTo>
                <a:lnTo>
                  <a:pt x="498" y="24"/>
                </a:lnTo>
                <a:lnTo>
                  <a:pt x="507" y="28"/>
                </a:lnTo>
                <a:lnTo>
                  <a:pt x="517" y="31"/>
                </a:lnTo>
                <a:lnTo>
                  <a:pt x="527" y="35"/>
                </a:lnTo>
                <a:lnTo>
                  <a:pt x="536" y="39"/>
                </a:lnTo>
                <a:lnTo>
                  <a:pt x="545" y="44"/>
                </a:lnTo>
                <a:lnTo>
                  <a:pt x="554" y="48"/>
                </a:lnTo>
                <a:lnTo>
                  <a:pt x="563" y="53"/>
                </a:lnTo>
                <a:lnTo>
                  <a:pt x="571" y="58"/>
                </a:lnTo>
                <a:lnTo>
                  <a:pt x="580" y="63"/>
                </a:lnTo>
                <a:lnTo>
                  <a:pt x="588" y="68"/>
                </a:lnTo>
                <a:lnTo>
                  <a:pt x="596" y="74"/>
                </a:lnTo>
                <a:lnTo>
                  <a:pt x="603" y="79"/>
                </a:lnTo>
                <a:lnTo>
                  <a:pt x="611" y="85"/>
                </a:lnTo>
                <a:lnTo>
                  <a:pt x="618" y="91"/>
                </a:lnTo>
                <a:lnTo>
                  <a:pt x="625" y="97"/>
                </a:lnTo>
                <a:lnTo>
                  <a:pt x="631" y="103"/>
                </a:lnTo>
                <a:lnTo>
                  <a:pt x="639" y="110"/>
                </a:lnTo>
                <a:lnTo>
                  <a:pt x="645" y="116"/>
                </a:lnTo>
                <a:lnTo>
                  <a:pt x="650" y="123"/>
                </a:lnTo>
                <a:lnTo>
                  <a:pt x="656" y="130"/>
                </a:lnTo>
                <a:lnTo>
                  <a:pt x="661" y="137"/>
                </a:lnTo>
                <a:lnTo>
                  <a:pt x="666" y="144"/>
                </a:lnTo>
                <a:lnTo>
                  <a:pt x="670" y="151"/>
                </a:lnTo>
                <a:lnTo>
                  <a:pt x="674" y="158"/>
                </a:lnTo>
                <a:lnTo>
                  <a:pt x="678" y="166"/>
                </a:lnTo>
                <a:lnTo>
                  <a:pt x="682" y="173"/>
                </a:lnTo>
                <a:lnTo>
                  <a:pt x="685" y="181"/>
                </a:lnTo>
                <a:lnTo>
                  <a:pt x="688" y="188"/>
                </a:lnTo>
                <a:lnTo>
                  <a:pt x="691" y="196"/>
                </a:lnTo>
                <a:lnTo>
                  <a:pt x="693" y="203"/>
                </a:lnTo>
                <a:lnTo>
                  <a:pt x="695" y="211"/>
                </a:lnTo>
                <a:lnTo>
                  <a:pt x="696" y="219"/>
                </a:lnTo>
                <a:lnTo>
                  <a:pt x="697" y="227"/>
                </a:lnTo>
                <a:lnTo>
                  <a:pt x="698" y="235"/>
                </a:lnTo>
                <a:lnTo>
                  <a:pt x="699" y="242"/>
                </a:lnTo>
                <a:lnTo>
                  <a:pt x="699" y="250"/>
                </a:lnTo>
                <a:close/>
              </a:path>
            </a:pathLst>
          </a:custGeom>
          <a:solidFill>
            <a:srgbClr val="ffe9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0" name=""/>
          <p:cNvSpPr/>
          <p:nvPr/>
        </p:nvSpPr>
        <p:spPr>
          <a:xfrm>
            <a:off x="7935480" y="2853000"/>
            <a:ext cx="254520" cy="182520"/>
          </a:xfrm>
          <a:custGeom>
            <a:avLst/>
            <a:gdLst/>
            <a:ahLst/>
            <a:rect l="0" t="0" r="r" b="b"/>
            <a:pathLst>
              <a:path w="707" h="507">
                <a:moveTo>
                  <a:pt x="703" y="253"/>
                </a:moveTo>
                <a:lnTo>
                  <a:pt x="703" y="245"/>
                </a:lnTo>
                <a:lnTo>
                  <a:pt x="702" y="238"/>
                </a:lnTo>
                <a:lnTo>
                  <a:pt x="701" y="230"/>
                </a:lnTo>
                <a:lnTo>
                  <a:pt x="700" y="222"/>
                </a:lnTo>
                <a:lnTo>
                  <a:pt x="699" y="214"/>
                </a:lnTo>
                <a:lnTo>
                  <a:pt x="697" y="206"/>
                </a:lnTo>
                <a:lnTo>
                  <a:pt x="695" y="199"/>
                </a:lnTo>
                <a:lnTo>
                  <a:pt x="692" y="191"/>
                </a:lnTo>
                <a:lnTo>
                  <a:pt x="689" y="184"/>
                </a:lnTo>
                <a:lnTo>
                  <a:pt x="686" y="176"/>
                </a:lnTo>
                <a:lnTo>
                  <a:pt x="682" y="169"/>
                </a:lnTo>
                <a:lnTo>
                  <a:pt x="678" y="161"/>
                </a:lnTo>
                <a:lnTo>
                  <a:pt x="674" y="154"/>
                </a:lnTo>
                <a:lnTo>
                  <a:pt x="670" y="147"/>
                </a:lnTo>
                <a:lnTo>
                  <a:pt x="665" y="140"/>
                </a:lnTo>
                <a:lnTo>
                  <a:pt x="660" y="133"/>
                </a:lnTo>
                <a:lnTo>
                  <a:pt x="654" y="126"/>
                </a:lnTo>
                <a:lnTo>
                  <a:pt x="649" y="119"/>
                </a:lnTo>
                <a:lnTo>
                  <a:pt x="643" y="113"/>
                </a:lnTo>
                <a:lnTo>
                  <a:pt x="636" y="106"/>
                </a:lnTo>
                <a:lnTo>
                  <a:pt x="630" y="100"/>
                </a:lnTo>
                <a:lnTo>
                  <a:pt x="623" y="94"/>
                </a:lnTo>
                <a:lnTo>
                  <a:pt x="616" y="88"/>
                </a:lnTo>
                <a:lnTo>
                  <a:pt x="608" y="82"/>
                </a:lnTo>
                <a:lnTo>
                  <a:pt x="601" y="77"/>
                </a:lnTo>
                <a:lnTo>
                  <a:pt x="593" y="71"/>
                </a:lnTo>
                <a:lnTo>
                  <a:pt x="585" y="66"/>
                </a:lnTo>
                <a:lnTo>
                  <a:pt x="576" y="61"/>
                </a:lnTo>
                <a:lnTo>
                  <a:pt x="568" y="56"/>
                </a:lnTo>
                <a:lnTo>
                  <a:pt x="559" y="51"/>
                </a:lnTo>
                <a:lnTo>
                  <a:pt x="550" y="47"/>
                </a:lnTo>
                <a:lnTo>
                  <a:pt x="541" y="42"/>
                </a:lnTo>
                <a:lnTo>
                  <a:pt x="532" y="38"/>
                </a:lnTo>
                <a:lnTo>
                  <a:pt x="522" y="34"/>
                </a:lnTo>
                <a:lnTo>
                  <a:pt x="512" y="31"/>
                </a:lnTo>
                <a:lnTo>
                  <a:pt x="503" y="27"/>
                </a:lnTo>
                <a:lnTo>
                  <a:pt x="493" y="24"/>
                </a:lnTo>
                <a:lnTo>
                  <a:pt x="482" y="21"/>
                </a:lnTo>
                <a:lnTo>
                  <a:pt x="472" y="18"/>
                </a:lnTo>
                <a:lnTo>
                  <a:pt x="462" y="16"/>
                </a:lnTo>
                <a:lnTo>
                  <a:pt x="451" y="13"/>
                </a:lnTo>
                <a:lnTo>
                  <a:pt x="441" y="11"/>
                </a:lnTo>
                <a:lnTo>
                  <a:pt x="430" y="9"/>
                </a:lnTo>
                <a:lnTo>
                  <a:pt x="419" y="8"/>
                </a:lnTo>
                <a:lnTo>
                  <a:pt x="409" y="6"/>
                </a:lnTo>
                <a:lnTo>
                  <a:pt x="398" y="5"/>
                </a:lnTo>
                <a:lnTo>
                  <a:pt x="387" y="4"/>
                </a:lnTo>
                <a:lnTo>
                  <a:pt x="376" y="4"/>
                </a:lnTo>
                <a:lnTo>
                  <a:pt x="365" y="3"/>
                </a:lnTo>
                <a:lnTo>
                  <a:pt x="354" y="3"/>
                </a:lnTo>
                <a:lnTo>
                  <a:pt x="343" y="3"/>
                </a:lnTo>
                <a:lnTo>
                  <a:pt x="332" y="4"/>
                </a:lnTo>
                <a:lnTo>
                  <a:pt x="321" y="4"/>
                </a:lnTo>
                <a:lnTo>
                  <a:pt x="310" y="5"/>
                </a:lnTo>
                <a:lnTo>
                  <a:pt x="299" y="6"/>
                </a:lnTo>
                <a:lnTo>
                  <a:pt x="289" y="8"/>
                </a:lnTo>
                <a:lnTo>
                  <a:pt x="278" y="9"/>
                </a:lnTo>
                <a:lnTo>
                  <a:pt x="267" y="11"/>
                </a:lnTo>
                <a:lnTo>
                  <a:pt x="257" y="13"/>
                </a:lnTo>
                <a:lnTo>
                  <a:pt x="246" y="16"/>
                </a:lnTo>
                <a:lnTo>
                  <a:pt x="236" y="18"/>
                </a:lnTo>
                <a:lnTo>
                  <a:pt x="225" y="21"/>
                </a:lnTo>
                <a:lnTo>
                  <a:pt x="215" y="24"/>
                </a:lnTo>
                <a:lnTo>
                  <a:pt x="205" y="27"/>
                </a:lnTo>
                <a:lnTo>
                  <a:pt x="196" y="31"/>
                </a:lnTo>
                <a:lnTo>
                  <a:pt x="186" y="34"/>
                </a:lnTo>
                <a:lnTo>
                  <a:pt x="176" y="38"/>
                </a:lnTo>
                <a:lnTo>
                  <a:pt x="167" y="42"/>
                </a:lnTo>
                <a:lnTo>
                  <a:pt x="157" y="47"/>
                </a:lnTo>
                <a:lnTo>
                  <a:pt x="148" y="51"/>
                </a:lnTo>
                <a:lnTo>
                  <a:pt x="139" y="56"/>
                </a:lnTo>
                <a:lnTo>
                  <a:pt x="130" y="61"/>
                </a:lnTo>
                <a:lnTo>
                  <a:pt x="122" y="66"/>
                </a:lnTo>
                <a:lnTo>
                  <a:pt x="114" y="71"/>
                </a:lnTo>
                <a:lnTo>
                  <a:pt x="106" y="77"/>
                </a:lnTo>
                <a:lnTo>
                  <a:pt x="99" y="82"/>
                </a:lnTo>
                <a:lnTo>
                  <a:pt x="91" y="88"/>
                </a:lnTo>
                <a:lnTo>
                  <a:pt x="84" y="94"/>
                </a:lnTo>
                <a:lnTo>
                  <a:pt x="77" y="100"/>
                </a:lnTo>
                <a:lnTo>
                  <a:pt x="71" y="106"/>
                </a:lnTo>
                <a:lnTo>
                  <a:pt x="64" y="113"/>
                </a:lnTo>
                <a:lnTo>
                  <a:pt x="58" y="119"/>
                </a:lnTo>
                <a:lnTo>
                  <a:pt x="53" y="126"/>
                </a:lnTo>
                <a:lnTo>
                  <a:pt x="47" y="133"/>
                </a:lnTo>
                <a:lnTo>
                  <a:pt x="42" y="140"/>
                </a:lnTo>
                <a:lnTo>
                  <a:pt x="37" y="147"/>
                </a:lnTo>
                <a:lnTo>
                  <a:pt x="33" y="154"/>
                </a:lnTo>
                <a:lnTo>
                  <a:pt x="28" y="161"/>
                </a:lnTo>
                <a:lnTo>
                  <a:pt x="25" y="169"/>
                </a:lnTo>
                <a:lnTo>
                  <a:pt x="21" y="176"/>
                </a:lnTo>
                <a:lnTo>
                  <a:pt x="18" y="184"/>
                </a:lnTo>
                <a:lnTo>
                  <a:pt x="15" y="191"/>
                </a:lnTo>
                <a:lnTo>
                  <a:pt x="12" y="199"/>
                </a:lnTo>
                <a:lnTo>
                  <a:pt x="10" y="206"/>
                </a:lnTo>
                <a:lnTo>
                  <a:pt x="8" y="214"/>
                </a:lnTo>
                <a:lnTo>
                  <a:pt x="7" y="222"/>
                </a:lnTo>
                <a:lnTo>
                  <a:pt x="5" y="230"/>
                </a:lnTo>
                <a:lnTo>
                  <a:pt x="5" y="238"/>
                </a:lnTo>
                <a:lnTo>
                  <a:pt x="4" y="245"/>
                </a:lnTo>
                <a:lnTo>
                  <a:pt x="4" y="253"/>
                </a:lnTo>
                <a:lnTo>
                  <a:pt x="4" y="261"/>
                </a:lnTo>
                <a:lnTo>
                  <a:pt x="5" y="269"/>
                </a:lnTo>
                <a:lnTo>
                  <a:pt x="5" y="277"/>
                </a:lnTo>
                <a:lnTo>
                  <a:pt x="7" y="285"/>
                </a:lnTo>
                <a:lnTo>
                  <a:pt x="8" y="292"/>
                </a:lnTo>
                <a:lnTo>
                  <a:pt x="10" y="300"/>
                </a:lnTo>
                <a:lnTo>
                  <a:pt x="12" y="308"/>
                </a:lnTo>
                <a:lnTo>
                  <a:pt x="15" y="315"/>
                </a:lnTo>
                <a:lnTo>
                  <a:pt x="18" y="323"/>
                </a:lnTo>
                <a:lnTo>
                  <a:pt x="21" y="331"/>
                </a:lnTo>
                <a:lnTo>
                  <a:pt x="25" y="338"/>
                </a:lnTo>
                <a:lnTo>
                  <a:pt x="28" y="345"/>
                </a:lnTo>
                <a:lnTo>
                  <a:pt x="33" y="353"/>
                </a:lnTo>
                <a:lnTo>
                  <a:pt x="37" y="360"/>
                </a:lnTo>
                <a:lnTo>
                  <a:pt x="42" y="367"/>
                </a:lnTo>
                <a:lnTo>
                  <a:pt x="47" y="374"/>
                </a:lnTo>
                <a:lnTo>
                  <a:pt x="53" y="381"/>
                </a:lnTo>
                <a:lnTo>
                  <a:pt x="58" y="387"/>
                </a:lnTo>
                <a:lnTo>
                  <a:pt x="64" y="394"/>
                </a:lnTo>
                <a:lnTo>
                  <a:pt x="71" y="400"/>
                </a:lnTo>
                <a:lnTo>
                  <a:pt x="77" y="407"/>
                </a:lnTo>
                <a:lnTo>
                  <a:pt x="84" y="414"/>
                </a:lnTo>
                <a:lnTo>
                  <a:pt x="91" y="420"/>
                </a:lnTo>
                <a:lnTo>
                  <a:pt x="99" y="425"/>
                </a:lnTo>
                <a:lnTo>
                  <a:pt x="106" y="431"/>
                </a:lnTo>
                <a:lnTo>
                  <a:pt x="114" y="437"/>
                </a:lnTo>
                <a:lnTo>
                  <a:pt x="122" y="442"/>
                </a:lnTo>
                <a:lnTo>
                  <a:pt x="130" y="447"/>
                </a:lnTo>
                <a:lnTo>
                  <a:pt x="139" y="452"/>
                </a:lnTo>
                <a:lnTo>
                  <a:pt x="148" y="457"/>
                </a:lnTo>
                <a:lnTo>
                  <a:pt x="157" y="461"/>
                </a:lnTo>
                <a:lnTo>
                  <a:pt x="167" y="465"/>
                </a:lnTo>
                <a:lnTo>
                  <a:pt x="176" y="470"/>
                </a:lnTo>
                <a:lnTo>
                  <a:pt x="186" y="473"/>
                </a:lnTo>
                <a:lnTo>
                  <a:pt x="196" y="477"/>
                </a:lnTo>
                <a:lnTo>
                  <a:pt x="205" y="481"/>
                </a:lnTo>
                <a:lnTo>
                  <a:pt x="215" y="484"/>
                </a:lnTo>
                <a:lnTo>
                  <a:pt x="225" y="487"/>
                </a:lnTo>
                <a:lnTo>
                  <a:pt x="236" y="490"/>
                </a:lnTo>
                <a:lnTo>
                  <a:pt x="246" y="492"/>
                </a:lnTo>
                <a:lnTo>
                  <a:pt x="257" y="494"/>
                </a:lnTo>
                <a:lnTo>
                  <a:pt x="267" y="496"/>
                </a:lnTo>
                <a:lnTo>
                  <a:pt x="278" y="498"/>
                </a:lnTo>
                <a:lnTo>
                  <a:pt x="289" y="500"/>
                </a:lnTo>
                <a:lnTo>
                  <a:pt x="299" y="501"/>
                </a:lnTo>
                <a:lnTo>
                  <a:pt x="310" y="502"/>
                </a:lnTo>
                <a:lnTo>
                  <a:pt x="321" y="503"/>
                </a:lnTo>
                <a:lnTo>
                  <a:pt x="332" y="504"/>
                </a:lnTo>
                <a:lnTo>
                  <a:pt x="343" y="504"/>
                </a:lnTo>
                <a:lnTo>
                  <a:pt x="354" y="504"/>
                </a:lnTo>
                <a:lnTo>
                  <a:pt x="365" y="504"/>
                </a:lnTo>
                <a:lnTo>
                  <a:pt x="376" y="504"/>
                </a:lnTo>
                <a:lnTo>
                  <a:pt x="387" y="503"/>
                </a:lnTo>
                <a:lnTo>
                  <a:pt x="398" y="502"/>
                </a:lnTo>
                <a:lnTo>
                  <a:pt x="409" y="501"/>
                </a:lnTo>
                <a:lnTo>
                  <a:pt x="419" y="500"/>
                </a:lnTo>
                <a:lnTo>
                  <a:pt x="430" y="498"/>
                </a:lnTo>
                <a:lnTo>
                  <a:pt x="441" y="496"/>
                </a:lnTo>
                <a:lnTo>
                  <a:pt x="451" y="494"/>
                </a:lnTo>
                <a:lnTo>
                  <a:pt x="462" y="492"/>
                </a:lnTo>
                <a:lnTo>
                  <a:pt x="472" y="490"/>
                </a:lnTo>
                <a:lnTo>
                  <a:pt x="482" y="487"/>
                </a:lnTo>
                <a:lnTo>
                  <a:pt x="493" y="484"/>
                </a:lnTo>
                <a:lnTo>
                  <a:pt x="503" y="481"/>
                </a:lnTo>
                <a:lnTo>
                  <a:pt x="512" y="477"/>
                </a:lnTo>
                <a:lnTo>
                  <a:pt x="522" y="473"/>
                </a:lnTo>
                <a:lnTo>
                  <a:pt x="532" y="470"/>
                </a:lnTo>
                <a:lnTo>
                  <a:pt x="541" y="465"/>
                </a:lnTo>
                <a:lnTo>
                  <a:pt x="550" y="461"/>
                </a:lnTo>
                <a:lnTo>
                  <a:pt x="559" y="457"/>
                </a:lnTo>
                <a:lnTo>
                  <a:pt x="568" y="452"/>
                </a:lnTo>
                <a:lnTo>
                  <a:pt x="576" y="447"/>
                </a:lnTo>
                <a:lnTo>
                  <a:pt x="585" y="442"/>
                </a:lnTo>
                <a:lnTo>
                  <a:pt x="593" y="437"/>
                </a:lnTo>
                <a:lnTo>
                  <a:pt x="601" y="431"/>
                </a:lnTo>
                <a:lnTo>
                  <a:pt x="608" y="425"/>
                </a:lnTo>
                <a:lnTo>
                  <a:pt x="616" y="420"/>
                </a:lnTo>
                <a:lnTo>
                  <a:pt x="623" y="414"/>
                </a:lnTo>
                <a:lnTo>
                  <a:pt x="630" y="407"/>
                </a:lnTo>
                <a:lnTo>
                  <a:pt x="636" y="400"/>
                </a:lnTo>
                <a:lnTo>
                  <a:pt x="643" y="394"/>
                </a:lnTo>
                <a:lnTo>
                  <a:pt x="649" y="387"/>
                </a:lnTo>
                <a:lnTo>
                  <a:pt x="654" y="381"/>
                </a:lnTo>
                <a:lnTo>
                  <a:pt x="660" y="374"/>
                </a:lnTo>
                <a:lnTo>
                  <a:pt x="665" y="367"/>
                </a:lnTo>
                <a:lnTo>
                  <a:pt x="670" y="360"/>
                </a:lnTo>
                <a:lnTo>
                  <a:pt x="674" y="353"/>
                </a:lnTo>
                <a:lnTo>
                  <a:pt x="678" y="345"/>
                </a:lnTo>
                <a:lnTo>
                  <a:pt x="682" y="338"/>
                </a:lnTo>
                <a:lnTo>
                  <a:pt x="686" y="331"/>
                </a:lnTo>
                <a:lnTo>
                  <a:pt x="689" y="323"/>
                </a:lnTo>
                <a:lnTo>
                  <a:pt x="692" y="315"/>
                </a:lnTo>
                <a:lnTo>
                  <a:pt x="695" y="308"/>
                </a:lnTo>
                <a:lnTo>
                  <a:pt x="697" y="300"/>
                </a:lnTo>
                <a:lnTo>
                  <a:pt x="699" y="292"/>
                </a:lnTo>
                <a:lnTo>
                  <a:pt x="700" y="285"/>
                </a:lnTo>
                <a:lnTo>
                  <a:pt x="701" y="277"/>
                </a:lnTo>
                <a:lnTo>
                  <a:pt x="702" y="269"/>
                </a:lnTo>
                <a:lnTo>
                  <a:pt x="703" y="261"/>
                </a:lnTo>
                <a:lnTo>
                  <a:pt x="703" y="253"/>
                </a:lnTo>
                <a:moveTo>
                  <a:pt x="707" y="253"/>
                </a:moveTo>
                <a:lnTo>
                  <a:pt x="707" y="261"/>
                </a:lnTo>
                <a:lnTo>
                  <a:pt x="706" y="269"/>
                </a:lnTo>
                <a:lnTo>
                  <a:pt x="705" y="277"/>
                </a:lnTo>
                <a:lnTo>
                  <a:pt x="704" y="285"/>
                </a:lnTo>
                <a:lnTo>
                  <a:pt x="702" y="293"/>
                </a:lnTo>
                <a:lnTo>
                  <a:pt x="701" y="301"/>
                </a:lnTo>
                <a:lnTo>
                  <a:pt x="698" y="308"/>
                </a:lnTo>
                <a:lnTo>
                  <a:pt x="696" y="316"/>
                </a:lnTo>
                <a:lnTo>
                  <a:pt x="693" y="324"/>
                </a:lnTo>
                <a:lnTo>
                  <a:pt x="690" y="331"/>
                </a:lnTo>
                <a:lnTo>
                  <a:pt x="686" y="339"/>
                </a:lnTo>
                <a:lnTo>
                  <a:pt x="682" y="346"/>
                </a:lnTo>
                <a:lnTo>
                  <a:pt x="678" y="354"/>
                </a:lnTo>
                <a:lnTo>
                  <a:pt x="673" y="361"/>
                </a:lnTo>
                <a:lnTo>
                  <a:pt x="668" y="368"/>
                </a:lnTo>
                <a:lnTo>
                  <a:pt x="663" y="375"/>
                </a:lnTo>
                <a:lnTo>
                  <a:pt x="658" y="382"/>
                </a:lnTo>
                <a:lnTo>
                  <a:pt x="652" y="389"/>
                </a:lnTo>
                <a:lnTo>
                  <a:pt x="646" y="395"/>
                </a:lnTo>
                <a:lnTo>
                  <a:pt x="639" y="402"/>
                </a:lnTo>
                <a:lnTo>
                  <a:pt x="633" y="409"/>
                </a:lnTo>
                <a:lnTo>
                  <a:pt x="626" y="415"/>
                </a:lnTo>
                <a:lnTo>
                  <a:pt x="619" y="421"/>
                </a:lnTo>
                <a:lnTo>
                  <a:pt x="611" y="427"/>
                </a:lnTo>
                <a:lnTo>
                  <a:pt x="603" y="433"/>
                </a:lnTo>
                <a:lnTo>
                  <a:pt x="596" y="439"/>
                </a:lnTo>
                <a:lnTo>
                  <a:pt x="587" y="444"/>
                </a:lnTo>
                <a:lnTo>
                  <a:pt x="579" y="449"/>
                </a:lnTo>
                <a:lnTo>
                  <a:pt x="570" y="454"/>
                </a:lnTo>
                <a:lnTo>
                  <a:pt x="561" y="459"/>
                </a:lnTo>
                <a:lnTo>
                  <a:pt x="552" y="463"/>
                </a:lnTo>
                <a:lnTo>
                  <a:pt x="543" y="468"/>
                </a:lnTo>
                <a:lnTo>
                  <a:pt x="534" y="472"/>
                </a:lnTo>
                <a:lnTo>
                  <a:pt x="524" y="476"/>
                </a:lnTo>
                <a:lnTo>
                  <a:pt x="514" y="480"/>
                </a:lnTo>
                <a:lnTo>
                  <a:pt x="504" y="483"/>
                </a:lnTo>
                <a:lnTo>
                  <a:pt x="494" y="486"/>
                </a:lnTo>
                <a:lnTo>
                  <a:pt x="484" y="489"/>
                </a:lnTo>
                <a:lnTo>
                  <a:pt x="473" y="492"/>
                </a:lnTo>
                <a:lnTo>
                  <a:pt x="463" y="495"/>
                </a:lnTo>
                <a:lnTo>
                  <a:pt x="452" y="497"/>
                </a:lnTo>
                <a:lnTo>
                  <a:pt x="442" y="499"/>
                </a:lnTo>
                <a:lnTo>
                  <a:pt x="431" y="501"/>
                </a:lnTo>
                <a:lnTo>
                  <a:pt x="420" y="503"/>
                </a:lnTo>
                <a:lnTo>
                  <a:pt x="409" y="504"/>
                </a:lnTo>
                <a:lnTo>
                  <a:pt x="398" y="505"/>
                </a:lnTo>
                <a:lnTo>
                  <a:pt x="387" y="506"/>
                </a:lnTo>
                <a:lnTo>
                  <a:pt x="376" y="507"/>
                </a:lnTo>
                <a:lnTo>
                  <a:pt x="365" y="507"/>
                </a:lnTo>
                <a:lnTo>
                  <a:pt x="354" y="507"/>
                </a:lnTo>
                <a:lnTo>
                  <a:pt x="343" y="507"/>
                </a:lnTo>
                <a:lnTo>
                  <a:pt x="332" y="507"/>
                </a:lnTo>
                <a:lnTo>
                  <a:pt x="321" y="506"/>
                </a:lnTo>
                <a:lnTo>
                  <a:pt x="310" y="505"/>
                </a:lnTo>
                <a:lnTo>
                  <a:pt x="299" y="504"/>
                </a:lnTo>
                <a:lnTo>
                  <a:pt x="288" y="503"/>
                </a:lnTo>
                <a:lnTo>
                  <a:pt x="277" y="501"/>
                </a:lnTo>
                <a:lnTo>
                  <a:pt x="266" y="499"/>
                </a:lnTo>
                <a:lnTo>
                  <a:pt x="255" y="497"/>
                </a:lnTo>
                <a:lnTo>
                  <a:pt x="245" y="495"/>
                </a:lnTo>
                <a:lnTo>
                  <a:pt x="234" y="492"/>
                </a:lnTo>
                <a:lnTo>
                  <a:pt x="224" y="489"/>
                </a:lnTo>
                <a:lnTo>
                  <a:pt x="214" y="486"/>
                </a:lnTo>
                <a:lnTo>
                  <a:pt x="204" y="483"/>
                </a:lnTo>
                <a:lnTo>
                  <a:pt x="194" y="480"/>
                </a:lnTo>
                <a:lnTo>
                  <a:pt x="184" y="476"/>
                </a:lnTo>
                <a:lnTo>
                  <a:pt x="174" y="472"/>
                </a:lnTo>
                <a:lnTo>
                  <a:pt x="164" y="468"/>
                </a:lnTo>
                <a:lnTo>
                  <a:pt x="155" y="463"/>
                </a:lnTo>
                <a:lnTo>
                  <a:pt x="146" y="459"/>
                </a:lnTo>
                <a:lnTo>
                  <a:pt x="137" y="454"/>
                </a:lnTo>
                <a:lnTo>
                  <a:pt x="128" y="449"/>
                </a:lnTo>
                <a:lnTo>
                  <a:pt x="120" y="444"/>
                </a:lnTo>
                <a:lnTo>
                  <a:pt x="111" y="439"/>
                </a:lnTo>
                <a:lnTo>
                  <a:pt x="103" y="433"/>
                </a:lnTo>
                <a:lnTo>
                  <a:pt x="96" y="427"/>
                </a:lnTo>
                <a:lnTo>
                  <a:pt x="88" y="421"/>
                </a:lnTo>
                <a:lnTo>
                  <a:pt x="81" y="415"/>
                </a:lnTo>
                <a:lnTo>
                  <a:pt x="74" y="409"/>
                </a:lnTo>
                <a:lnTo>
                  <a:pt x="67" y="402"/>
                </a:lnTo>
                <a:lnTo>
                  <a:pt x="61" y="395"/>
                </a:lnTo>
                <a:lnTo>
                  <a:pt x="55" y="389"/>
                </a:lnTo>
                <a:lnTo>
                  <a:pt x="49" y="382"/>
                </a:lnTo>
                <a:lnTo>
                  <a:pt x="44" y="375"/>
                </a:lnTo>
                <a:lnTo>
                  <a:pt x="39" y="368"/>
                </a:lnTo>
                <a:lnTo>
                  <a:pt x="34" y="361"/>
                </a:lnTo>
                <a:lnTo>
                  <a:pt x="29" y="354"/>
                </a:lnTo>
                <a:lnTo>
                  <a:pt x="25" y="346"/>
                </a:lnTo>
                <a:lnTo>
                  <a:pt x="21" y="339"/>
                </a:lnTo>
                <a:lnTo>
                  <a:pt x="17" y="331"/>
                </a:lnTo>
                <a:lnTo>
                  <a:pt x="14" y="324"/>
                </a:lnTo>
                <a:lnTo>
                  <a:pt x="11" y="316"/>
                </a:lnTo>
                <a:lnTo>
                  <a:pt x="9" y="308"/>
                </a:lnTo>
                <a:lnTo>
                  <a:pt x="6" y="301"/>
                </a:lnTo>
                <a:lnTo>
                  <a:pt x="4" y="293"/>
                </a:lnTo>
                <a:lnTo>
                  <a:pt x="3" y="285"/>
                </a:lnTo>
                <a:lnTo>
                  <a:pt x="2" y="277"/>
                </a:lnTo>
                <a:lnTo>
                  <a:pt x="1" y="269"/>
                </a:lnTo>
                <a:lnTo>
                  <a:pt x="0" y="261"/>
                </a:lnTo>
                <a:lnTo>
                  <a:pt x="0" y="253"/>
                </a:lnTo>
                <a:lnTo>
                  <a:pt x="0" y="245"/>
                </a:lnTo>
                <a:lnTo>
                  <a:pt x="1" y="237"/>
                </a:lnTo>
                <a:lnTo>
                  <a:pt x="2" y="230"/>
                </a:lnTo>
                <a:lnTo>
                  <a:pt x="3" y="222"/>
                </a:lnTo>
                <a:lnTo>
                  <a:pt x="4" y="214"/>
                </a:lnTo>
                <a:lnTo>
                  <a:pt x="6" y="206"/>
                </a:lnTo>
                <a:lnTo>
                  <a:pt x="9" y="198"/>
                </a:lnTo>
                <a:lnTo>
                  <a:pt x="11" y="190"/>
                </a:lnTo>
                <a:lnTo>
                  <a:pt x="14" y="183"/>
                </a:lnTo>
                <a:lnTo>
                  <a:pt x="17" y="175"/>
                </a:lnTo>
                <a:lnTo>
                  <a:pt x="21" y="168"/>
                </a:lnTo>
                <a:lnTo>
                  <a:pt x="25" y="160"/>
                </a:lnTo>
                <a:lnTo>
                  <a:pt x="29" y="153"/>
                </a:lnTo>
                <a:lnTo>
                  <a:pt x="34" y="146"/>
                </a:lnTo>
                <a:lnTo>
                  <a:pt x="39" y="139"/>
                </a:lnTo>
                <a:lnTo>
                  <a:pt x="44" y="132"/>
                </a:lnTo>
                <a:lnTo>
                  <a:pt x="49" y="125"/>
                </a:lnTo>
                <a:lnTo>
                  <a:pt x="55" y="118"/>
                </a:lnTo>
                <a:lnTo>
                  <a:pt x="61" y="111"/>
                </a:lnTo>
                <a:lnTo>
                  <a:pt x="67" y="105"/>
                </a:lnTo>
                <a:lnTo>
                  <a:pt x="74" y="98"/>
                </a:lnTo>
                <a:lnTo>
                  <a:pt x="81" y="92"/>
                </a:lnTo>
                <a:lnTo>
                  <a:pt x="88" y="86"/>
                </a:lnTo>
                <a:lnTo>
                  <a:pt x="96" y="80"/>
                </a:lnTo>
                <a:lnTo>
                  <a:pt x="103" y="75"/>
                </a:lnTo>
                <a:lnTo>
                  <a:pt x="111" y="69"/>
                </a:lnTo>
                <a:lnTo>
                  <a:pt x="120" y="64"/>
                </a:lnTo>
                <a:lnTo>
                  <a:pt x="128" y="59"/>
                </a:lnTo>
                <a:lnTo>
                  <a:pt x="137" y="54"/>
                </a:lnTo>
                <a:lnTo>
                  <a:pt x="146" y="49"/>
                </a:lnTo>
                <a:lnTo>
                  <a:pt x="155" y="44"/>
                </a:lnTo>
                <a:lnTo>
                  <a:pt x="164" y="40"/>
                </a:lnTo>
                <a:lnTo>
                  <a:pt x="174" y="36"/>
                </a:lnTo>
                <a:lnTo>
                  <a:pt x="184" y="32"/>
                </a:lnTo>
                <a:lnTo>
                  <a:pt x="194" y="28"/>
                </a:lnTo>
                <a:lnTo>
                  <a:pt x="204" y="25"/>
                </a:lnTo>
                <a:lnTo>
                  <a:pt x="214" y="21"/>
                </a:lnTo>
                <a:lnTo>
                  <a:pt x="224" y="18"/>
                </a:lnTo>
                <a:lnTo>
                  <a:pt x="234" y="15"/>
                </a:lnTo>
                <a:lnTo>
                  <a:pt x="245" y="13"/>
                </a:lnTo>
                <a:lnTo>
                  <a:pt x="255" y="11"/>
                </a:lnTo>
                <a:lnTo>
                  <a:pt x="266" y="8"/>
                </a:lnTo>
                <a:lnTo>
                  <a:pt x="277" y="7"/>
                </a:lnTo>
                <a:lnTo>
                  <a:pt x="288" y="5"/>
                </a:lnTo>
                <a:lnTo>
                  <a:pt x="299" y="4"/>
                </a:lnTo>
                <a:lnTo>
                  <a:pt x="310" y="2"/>
                </a:lnTo>
                <a:lnTo>
                  <a:pt x="321" y="2"/>
                </a:lnTo>
                <a:lnTo>
                  <a:pt x="332" y="1"/>
                </a:lnTo>
                <a:lnTo>
                  <a:pt x="343" y="1"/>
                </a:lnTo>
                <a:lnTo>
                  <a:pt x="354" y="0"/>
                </a:lnTo>
                <a:lnTo>
                  <a:pt x="365" y="1"/>
                </a:lnTo>
                <a:lnTo>
                  <a:pt x="376" y="1"/>
                </a:lnTo>
                <a:lnTo>
                  <a:pt x="387" y="2"/>
                </a:lnTo>
                <a:lnTo>
                  <a:pt x="398" y="2"/>
                </a:lnTo>
                <a:lnTo>
                  <a:pt x="409" y="4"/>
                </a:lnTo>
                <a:lnTo>
                  <a:pt x="420" y="5"/>
                </a:lnTo>
                <a:lnTo>
                  <a:pt x="431" y="7"/>
                </a:lnTo>
                <a:lnTo>
                  <a:pt x="442" y="8"/>
                </a:lnTo>
                <a:lnTo>
                  <a:pt x="452" y="11"/>
                </a:lnTo>
                <a:lnTo>
                  <a:pt x="463" y="13"/>
                </a:lnTo>
                <a:lnTo>
                  <a:pt x="473" y="15"/>
                </a:lnTo>
                <a:lnTo>
                  <a:pt x="484" y="18"/>
                </a:lnTo>
                <a:lnTo>
                  <a:pt x="494" y="21"/>
                </a:lnTo>
                <a:lnTo>
                  <a:pt x="504" y="25"/>
                </a:lnTo>
                <a:lnTo>
                  <a:pt x="514" y="28"/>
                </a:lnTo>
                <a:lnTo>
                  <a:pt x="524" y="32"/>
                </a:lnTo>
                <a:lnTo>
                  <a:pt x="534" y="36"/>
                </a:lnTo>
                <a:lnTo>
                  <a:pt x="543" y="40"/>
                </a:lnTo>
                <a:lnTo>
                  <a:pt x="552" y="44"/>
                </a:lnTo>
                <a:lnTo>
                  <a:pt x="561" y="49"/>
                </a:lnTo>
                <a:lnTo>
                  <a:pt x="570" y="54"/>
                </a:lnTo>
                <a:lnTo>
                  <a:pt x="579" y="59"/>
                </a:lnTo>
                <a:lnTo>
                  <a:pt x="587" y="64"/>
                </a:lnTo>
                <a:lnTo>
                  <a:pt x="596" y="69"/>
                </a:lnTo>
                <a:lnTo>
                  <a:pt x="603" y="75"/>
                </a:lnTo>
                <a:lnTo>
                  <a:pt x="611" y="80"/>
                </a:lnTo>
                <a:lnTo>
                  <a:pt x="619" y="86"/>
                </a:lnTo>
                <a:lnTo>
                  <a:pt x="626" y="92"/>
                </a:lnTo>
                <a:lnTo>
                  <a:pt x="633" y="98"/>
                </a:lnTo>
                <a:lnTo>
                  <a:pt x="639" y="105"/>
                </a:lnTo>
                <a:lnTo>
                  <a:pt x="646" y="111"/>
                </a:lnTo>
                <a:lnTo>
                  <a:pt x="652" y="118"/>
                </a:lnTo>
                <a:lnTo>
                  <a:pt x="658" y="125"/>
                </a:lnTo>
                <a:lnTo>
                  <a:pt x="663" y="132"/>
                </a:lnTo>
                <a:lnTo>
                  <a:pt x="668" y="139"/>
                </a:lnTo>
                <a:lnTo>
                  <a:pt x="673" y="146"/>
                </a:lnTo>
                <a:lnTo>
                  <a:pt x="678" y="153"/>
                </a:lnTo>
                <a:lnTo>
                  <a:pt x="682" y="160"/>
                </a:lnTo>
                <a:lnTo>
                  <a:pt x="686" y="168"/>
                </a:lnTo>
                <a:lnTo>
                  <a:pt x="690" y="175"/>
                </a:lnTo>
                <a:lnTo>
                  <a:pt x="693" y="183"/>
                </a:lnTo>
                <a:lnTo>
                  <a:pt x="696" y="190"/>
                </a:lnTo>
                <a:lnTo>
                  <a:pt x="698" y="198"/>
                </a:lnTo>
                <a:lnTo>
                  <a:pt x="701" y="206"/>
                </a:lnTo>
                <a:lnTo>
                  <a:pt x="702" y="214"/>
                </a:lnTo>
                <a:lnTo>
                  <a:pt x="704" y="222"/>
                </a:lnTo>
                <a:lnTo>
                  <a:pt x="705" y="230"/>
                </a:lnTo>
                <a:lnTo>
                  <a:pt x="706" y="237"/>
                </a:lnTo>
                <a:lnTo>
                  <a:pt x="707" y="245"/>
                </a:lnTo>
                <a:lnTo>
                  <a:pt x="707" y="253"/>
                </a:lnTo>
                <a:close/>
              </a:path>
            </a:pathLst>
          </a:custGeom>
          <a:solidFill>
            <a:srgbClr val="ffe9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1" name=""/>
          <p:cNvSpPr/>
          <p:nvPr/>
        </p:nvSpPr>
        <p:spPr>
          <a:xfrm>
            <a:off x="7934040" y="2852280"/>
            <a:ext cx="257400" cy="184320"/>
          </a:xfrm>
          <a:custGeom>
            <a:avLst/>
            <a:gdLst/>
            <a:ahLst/>
            <a:rect l="0" t="0" r="r" b="b"/>
            <a:pathLst>
              <a:path w="715" h="512">
                <a:moveTo>
                  <a:pt x="711" y="255"/>
                </a:moveTo>
                <a:lnTo>
                  <a:pt x="711" y="247"/>
                </a:lnTo>
                <a:lnTo>
                  <a:pt x="710" y="239"/>
                </a:lnTo>
                <a:lnTo>
                  <a:pt x="709" y="232"/>
                </a:lnTo>
                <a:lnTo>
                  <a:pt x="708" y="224"/>
                </a:lnTo>
                <a:lnTo>
                  <a:pt x="706" y="216"/>
                </a:lnTo>
                <a:lnTo>
                  <a:pt x="705" y="208"/>
                </a:lnTo>
                <a:lnTo>
                  <a:pt x="702" y="200"/>
                </a:lnTo>
                <a:lnTo>
                  <a:pt x="700" y="192"/>
                </a:lnTo>
                <a:lnTo>
                  <a:pt x="697" y="185"/>
                </a:lnTo>
                <a:lnTo>
                  <a:pt x="694" y="177"/>
                </a:lnTo>
                <a:lnTo>
                  <a:pt x="690" y="170"/>
                </a:lnTo>
                <a:lnTo>
                  <a:pt x="686" y="162"/>
                </a:lnTo>
                <a:lnTo>
                  <a:pt x="682" y="155"/>
                </a:lnTo>
                <a:lnTo>
                  <a:pt x="677" y="148"/>
                </a:lnTo>
                <a:lnTo>
                  <a:pt x="672" y="141"/>
                </a:lnTo>
                <a:lnTo>
                  <a:pt x="667" y="134"/>
                </a:lnTo>
                <a:lnTo>
                  <a:pt x="662" y="127"/>
                </a:lnTo>
                <a:lnTo>
                  <a:pt x="656" y="120"/>
                </a:lnTo>
                <a:lnTo>
                  <a:pt x="650" y="113"/>
                </a:lnTo>
                <a:lnTo>
                  <a:pt x="643" y="107"/>
                </a:lnTo>
                <a:lnTo>
                  <a:pt x="637" y="100"/>
                </a:lnTo>
                <a:lnTo>
                  <a:pt x="630" y="94"/>
                </a:lnTo>
                <a:lnTo>
                  <a:pt x="623" y="88"/>
                </a:lnTo>
                <a:lnTo>
                  <a:pt x="615" y="82"/>
                </a:lnTo>
                <a:lnTo>
                  <a:pt x="607" y="77"/>
                </a:lnTo>
                <a:lnTo>
                  <a:pt x="600" y="71"/>
                </a:lnTo>
                <a:lnTo>
                  <a:pt x="591" y="66"/>
                </a:lnTo>
                <a:lnTo>
                  <a:pt x="583" y="61"/>
                </a:lnTo>
                <a:lnTo>
                  <a:pt x="574" y="56"/>
                </a:lnTo>
                <a:lnTo>
                  <a:pt x="565" y="51"/>
                </a:lnTo>
                <a:lnTo>
                  <a:pt x="556" y="46"/>
                </a:lnTo>
                <a:lnTo>
                  <a:pt x="547" y="42"/>
                </a:lnTo>
                <a:lnTo>
                  <a:pt x="538" y="38"/>
                </a:lnTo>
                <a:lnTo>
                  <a:pt x="528" y="34"/>
                </a:lnTo>
                <a:lnTo>
                  <a:pt x="518" y="30"/>
                </a:lnTo>
                <a:lnTo>
                  <a:pt x="508" y="27"/>
                </a:lnTo>
                <a:lnTo>
                  <a:pt x="498" y="23"/>
                </a:lnTo>
                <a:lnTo>
                  <a:pt x="488" y="20"/>
                </a:lnTo>
                <a:lnTo>
                  <a:pt x="477" y="17"/>
                </a:lnTo>
                <a:lnTo>
                  <a:pt x="467" y="15"/>
                </a:lnTo>
                <a:lnTo>
                  <a:pt x="456" y="13"/>
                </a:lnTo>
                <a:lnTo>
                  <a:pt x="446" y="10"/>
                </a:lnTo>
                <a:lnTo>
                  <a:pt x="435" y="9"/>
                </a:lnTo>
                <a:lnTo>
                  <a:pt x="424" y="7"/>
                </a:lnTo>
                <a:lnTo>
                  <a:pt x="412" y="6"/>
                </a:lnTo>
                <a:lnTo>
                  <a:pt x="401" y="4"/>
                </a:lnTo>
                <a:lnTo>
                  <a:pt x="390" y="4"/>
                </a:lnTo>
                <a:lnTo>
                  <a:pt x="379" y="3"/>
                </a:lnTo>
                <a:lnTo>
                  <a:pt x="368" y="3"/>
                </a:lnTo>
                <a:lnTo>
                  <a:pt x="357" y="2"/>
                </a:lnTo>
                <a:lnTo>
                  <a:pt x="346" y="3"/>
                </a:lnTo>
                <a:lnTo>
                  <a:pt x="335" y="3"/>
                </a:lnTo>
                <a:lnTo>
                  <a:pt x="324" y="4"/>
                </a:lnTo>
                <a:lnTo>
                  <a:pt x="313" y="4"/>
                </a:lnTo>
                <a:lnTo>
                  <a:pt x="302" y="6"/>
                </a:lnTo>
                <a:lnTo>
                  <a:pt x="291" y="7"/>
                </a:lnTo>
                <a:lnTo>
                  <a:pt x="280" y="9"/>
                </a:lnTo>
                <a:lnTo>
                  <a:pt x="269" y="10"/>
                </a:lnTo>
                <a:lnTo>
                  <a:pt x="258" y="13"/>
                </a:lnTo>
                <a:lnTo>
                  <a:pt x="248" y="15"/>
                </a:lnTo>
                <a:lnTo>
                  <a:pt x="237" y="17"/>
                </a:lnTo>
                <a:lnTo>
                  <a:pt x="227" y="20"/>
                </a:lnTo>
                <a:lnTo>
                  <a:pt x="217" y="23"/>
                </a:lnTo>
                <a:lnTo>
                  <a:pt x="207" y="27"/>
                </a:lnTo>
                <a:lnTo>
                  <a:pt x="197" y="30"/>
                </a:lnTo>
                <a:lnTo>
                  <a:pt x="187" y="34"/>
                </a:lnTo>
                <a:lnTo>
                  <a:pt x="177" y="38"/>
                </a:lnTo>
                <a:lnTo>
                  <a:pt x="168" y="42"/>
                </a:lnTo>
                <a:lnTo>
                  <a:pt x="159" y="46"/>
                </a:lnTo>
                <a:lnTo>
                  <a:pt x="150" y="51"/>
                </a:lnTo>
                <a:lnTo>
                  <a:pt x="141" y="56"/>
                </a:lnTo>
                <a:lnTo>
                  <a:pt x="132" y="61"/>
                </a:lnTo>
                <a:lnTo>
                  <a:pt x="124" y="66"/>
                </a:lnTo>
                <a:lnTo>
                  <a:pt x="115" y="71"/>
                </a:lnTo>
                <a:lnTo>
                  <a:pt x="107" y="77"/>
                </a:lnTo>
                <a:lnTo>
                  <a:pt x="100" y="82"/>
                </a:lnTo>
                <a:lnTo>
                  <a:pt x="92" y="88"/>
                </a:lnTo>
                <a:lnTo>
                  <a:pt x="85" y="94"/>
                </a:lnTo>
                <a:lnTo>
                  <a:pt x="78" y="100"/>
                </a:lnTo>
                <a:lnTo>
                  <a:pt x="71" y="107"/>
                </a:lnTo>
                <a:lnTo>
                  <a:pt x="65" y="113"/>
                </a:lnTo>
                <a:lnTo>
                  <a:pt x="59" y="120"/>
                </a:lnTo>
                <a:lnTo>
                  <a:pt x="53" y="127"/>
                </a:lnTo>
                <a:lnTo>
                  <a:pt x="48" y="134"/>
                </a:lnTo>
                <a:lnTo>
                  <a:pt x="43" y="141"/>
                </a:lnTo>
                <a:lnTo>
                  <a:pt x="38" y="148"/>
                </a:lnTo>
                <a:lnTo>
                  <a:pt x="33" y="155"/>
                </a:lnTo>
                <a:lnTo>
                  <a:pt x="29" y="162"/>
                </a:lnTo>
                <a:lnTo>
                  <a:pt x="25" y="170"/>
                </a:lnTo>
                <a:lnTo>
                  <a:pt x="21" y="177"/>
                </a:lnTo>
                <a:lnTo>
                  <a:pt x="18" y="185"/>
                </a:lnTo>
                <a:lnTo>
                  <a:pt x="15" y="192"/>
                </a:lnTo>
                <a:lnTo>
                  <a:pt x="13" y="200"/>
                </a:lnTo>
                <a:lnTo>
                  <a:pt x="10" y="208"/>
                </a:lnTo>
                <a:lnTo>
                  <a:pt x="8" y="216"/>
                </a:lnTo>
                <a:lnTo>
                  <a:pt x="7" y="224"/>
                </a:lnTo>
                <a:lnTo>
                  <a:pt x="6" y="232"/>
                </a:lnTo>
                <a:lnTo>
                  <a:pt x="5" y="239"/>
                </a:lnTo>
                <a:lnTo>
                  <a:pt x="4" y="247"/>
                </a:lnTo>
                <a:lnTo>
                  <a:pt x="4" y="255"/>
                </a:lnTo>
                <a:lnTo>
                  <a:pt x="4" y="263"/>
                </a:lnTo>
                <a:lnTo>
                  <a:pt x="5" y="271"/>
                </a:lnTo>
                <a:lnTo>
                  <a:pt x="6" y="279"/>
                </a:lnTo>
                <a:lnTo>
                  <a:pt x="7" y="287"/>
                </a:lnTo>
                <a:lnTo>
                  <a:pt x="8" y="295"/>
                </a:lnTo>
                <a:lnTo>
                  <a:pt x="10" y="303"/>
                </a:lnTo>
                <a:lnTo>
                  <a:pt x="13" y="310"/>
                </a:lnTo>
                <a:lnTo>
                  <a:pt x="15" y="318"/>
                </a:lnTo>
                <a:lnTo>
                  <a:pt x="18" y="326"/>
                </a:lnTo>
                <a:lnTo>
                  <a:pt x="21" y="333"/>
                </a:lnTo>
                <a:lnTo>
                  <a:pt x="25" y="341"/>
                </a:lnTo>
                <a:lnTo>
                  <a:pt x="29" y="348"/>
                </a:lnTo>
                <a:lnTo>
                  <a:pt x="33" y="356"/>
                </a:lnTo>
                <a:lnTo>
                  <a:pt x="38" y="363"/>
                </a:lnTo>
                <a:lnTo>
                  <a:pt x="43" y="370"/>
                </a:lnTo>
                <a:lnTo>
                  <a:pt x="48" y="377"/>
                </a:lnTo>
                <a:lnTo>
                  <a:pt x="53" y="384"/>
                </a:lnTo>
                <a:lnTo>
                  <a:pt x="59" y="391"/>
                </a:lnTo>
                <a:lnTo>
                  <a:pt x="65" y="397"/>
                </a:lnTo>
                <a:lnTo>
                  <a:pt x="71" y="404"/>
                </a:lnTo>
                <a:lnTo>
                  <a:pt x="78" y="410"/>
                </a:lnTo>
                <a:lnTo>
                  <a:pt x="85" y="416"/>
                </a:lnTo>
                <a:lnTo>
                  <a:pt x="92" y="422"/>
                </a:lnTo>
                <a:lnTo>
                  <a:pt x="100" y="428"/>
                </a:lnTo>
                <a:lnTo>
                  <a:pt x="107" y="434"/>
                </a:lnTo>
                <a:lnTo>
                  <a:pt x="115" y="440"/>
                </a:lnTo>
                <a:lnTo>
                  <a:pt x="124" y="445"/>
                </a:lnTo>
                <a:lnTo>
                  <a:pt x="132" y="450"/>
                </a:lnTo>
                <a:lnTo>
                  <a:pt x="141" y="455"/>
                </a:lnTo>
                <a:lnTo>
                  <a:pt x="150" y="460"/>
                </a:lnTo>
                <a:lnTo>
                  <a:pt x="159" y="464"/>
                </a:lnTo>
                <a:lnTo>
                  <a:pt x="168" y="469"/>
                </a:lnTo>
                <a:lnTo>
                  <a:pt x="177" y="473"/>
                </a:lnTo>
                <a:lnTo>
                  <a:pt x="187" y="477"/>
                </a:lnTo>
                <a:lnTo>
                  <a:pt x="197" y="481"/>
                </a:lnTo>
                <a:lnTo>
                  <a:pt x="207" y="484"/>
                </a:lnTo>
                <a:lnTo>
                  <a:pt x="217" y="487"/>
                </a:lnTo>
                <a:lnTo>
                  <a:pt x="227" y="490"/>
                </a:lnTo>
                <a:lnTo>
                  <a:pt x="237" y="493"/>
                </a:lnTo>
                <a:lnTo>
                  <a:pt x="248" y="496"/>
                </a:lnTo>
                <a:lnTo>
                  <a:pt x="258" y="498"/>
                </a:lnTo>
                <a:lnTo>
                  <a:pt x="269" y="500"/>
                </a:lnTo>
                <a:lnTo>
                  <a:pt x="280" y="502"/>
                </a:lnTo>
                <a:lnTo>
                  <a:pt x="291" y="504"/>
                </a:lnTo>
                <a:lnTo>
                  <a:pt x="302" y="505"/>
                </a:lnTo>
                <a:lnTo>
                  <a:pt x="313" y="506"/>
                </a:lnTo>
                <a:lnTo>
                  <a:pt x="324" y="507"/>
                </a:lnTo>
                <a:lnTo>
                  <a:pt x="335" y="508"/>
                </a:lnTo>
                <a:lnTo>
                  <a:pt x="346" y="508"/>
                </a:lnTo>
                <a:lnTo>
                  <a:pt x="357" y="508"/>
                </a:lnTo>
                <a:lnTo>
                  <a:pt x="368" y="508"/>
                </a:lnTo>
                <a:lnTo>
                  <a:pt x="379" y="508"/>
                </a:lnTo>
                <a:lnTo>
                  <a:pt x="390" y="507"/>
                </a:lnTo>
                <a:lnTo>
                  <a:pt x="401" y="506"/>
                </a:lnTo>
                <a:lnTo>
                  <a:pt x="412" y="505"/>
                </a:lnTo>
                <a:lnTo>
                  <a:pt x="424" y="504"/>
                </a:lnTo>
                <a:lnTo>
                  <a:pt x="435" y="502"/>
                </a:lnTo>
                <a:lnTo>
                  <a:pt x="446" y="500"/>
                </a:lnTo>
                <a:lnTo>
                  <a:pt x="456" y="498"/>
                </a:lnTo>
                <a:lnTo>
                  <a:pt x="467" y="496"/>
                </a:lnTo>
                <a:lnTo>
                  <a:pt x="477" y="493"/>
                </a:lnTo>
                <a:lnTo>
                  <a:pt x="488" y="490"/>
                </a:lnTo>
                <a:lnTo>
                  <a:pt x="498" y="487"/>
                </a:lnTo>
                <a:lnTo>
                  <a:pt x="508" y="484"/>
                </a:lnTo>
                <a:lnTo>
                  <a:pt x="518" y="481"/>
                </a:lnTo>
                <a:lnTo>
                  <a:pt x="528" y="477"/>
                </a:lnTo>
                <a:lnTo>
                  <a:pt x="538" y="473"/>
                </a:lnTo>
                <a:lnTo>
                  <a:pt x="547" y="469"/>
                </a:lnTo>
                <a:lnTo>
                  <a:pt x="556" y="464"/>
                </a:lnTo>
                <a:lnTo>
                  <a:pt x="565" y="460"/>
                </a:lnTo>
                <a:lnTo>
                  <a:pt x="574" y="455"/>
                </a:lnTo>
                <a:lnTo>
                  <a:pt x="583" y="450"/>
                </a:lnTo>
                <a:lnTo>
                  <a:pt x="591" y="445"/>
                </a:lnTo>
                <a:lnTo>
                  <a:pt x="600" y="440"/>
                </a:lnTo>
                <a:lnTo>
                  <a:pt x="607" y="434"/>
                </a:lnTo>
                <a:lnTo>
                  <a:pt x="615" y="428"/>
                </a:lnTo>
                <a:lnTo>
                  <a:pt x="623" y="422"/>
                </a:lnTo>
                <a:lnTo>
                  <a:pt x="630" y="416"/>
                </a:lnTo>
                <a:lnTo>
                  <a:pt x="637" y="410"/>
                </a:lnTo>
                <a:lnTo>
                  <a:pt x="643" y="404"/>
                </a:lnTo>
                <a:lnTo>
                  <a:pt x="650" y="397"/>
                </a:lnTo>
                <a:lnTo>
                  <a:pt x="656" y="391"/>
                </a:lnTo>
                <a:lnTo>
                  <a:pt x="662" y="384"/>
                </a:lnTo>
                <a:lnTo>
                  <a:pt x="667" y="377"/>
                </a:lnTo>
                <a:lnTo>
                  <a:pt x="672" y="370"/>
                </a:lnTo>
                <a:lnTo>
                  <a:pt x="677" y="363"/>
                </a:lnTo>
                <a:lnTo>
                  <a:pt x="682" y="356"/>
                </a:lnTo>
                <a:lnTo>
                  <a:pt x="686" y="348"/>
                </a:lnTo>
                <a:lnTo>
                  <a:pt x="690" y="341"/>
                </a:lnTo>
                <a:lnTo>
                  <a:pt x="694" y="333"/>
                </a:lnTo>
                <a:lnTo>
                  <a:pt x="697" y="326"/>
                </a:lnTo>
                <a:lnTo>
                  <a:pt x="700" y="318"/>
                </a:lnTo>
                <a:lnTo>
                  <a:pt x="702" y="310"/>
                </a:lnTo>
                <a:lnTo>
                  <a:pt x="705" y="303"/>
                </a:lnTo>
                <a:lnTo>
                  <a:pt x="706" y="295"/>
                </a:lnTo>
                <a:lnTo>
                  <a:pt x="708" y="287"/>
                </a:lnTo>
                <a:lnTo>
                  <a:pt x="709" y="279"/>
                </a:lnTo>
                <a:lnTo>
                  <a:pt x="710" y="271"/>
                </a:lnTo>
                <a:lnTo>
                  <a:pt x="711" y="263"/>
                </a:lnTo>
                <a:lnTo>
                  <a:pt x="711" y="255"/>
                </a:lnTo>
                <a:moveTo>
                  <a:pt x="715" y="255"/>
                </a:moveTo>
                <a:lnTo>
                  <a:pt x="715" y="263"/>
                </a:lnTo>
                <a:lnTo>
                  <a:pt x="714" y="271"/>
                </a:lnTo>
                <a:lnTo>
                  <a:pt x="713" y="279"/>
                </a:lnTo>
                <a:lnTo>
                  <a:pt x="712" y="287"/>
                </a:lnTo>
                <a:lnTo>
                  <a:pt x="710" y="295"/>
                </a:lnTo>
                <a:lnTo>
                  <a:pt x="708" y="303"/>
                </a:lnTo>
                <a:lnTo>
                  <a:pt x="706" y="311"/>
                </a:lnTo>
                <a:lnTo>
                  <a:pt x="703" y="319"/>
                </a:lnTo>
                <a:lnTo>
                  <a:pt x="701" y="327"/>
                </a:lnTo>
                <a:lnTo>
                  <a:pt x="697" y="334"/>
                </a:lnTo>
                <a:lnTo>
                  <a:pt x="694" y="342"/>
                </a:lnTo>
                <a:lnTo>
                  <a:pt x="690" y="349"/>
                </a:lnTo>
                <a:lnTo>
                  <a:pt x="685" y="357"/>
                </a:lnTo>
                <a:lnTo>
                  <a:pt x="681" y="364"/>
                </a:lnTo>
                <a:lnTo>
                  <a:pt x="676" y="371"/>
                </a:lnTo>
                <a:lnTo>
                  <a:pt x="671" y="378"/>
                </a:lnTo>
                <a:lnTo>
                  <a:pt x="665" y="385"/>
                </a:lnTo>
                <a:lnTo>
                  <a:pt x="659" y="392"/>
                </a:lnTo>
                <a:lnTo>
                  <a:pt x="653" y="399"/>
                </a:lnTo>
                <a:lnTo>
                  <a:pt x="647" y="406"/>
                </a:lnTo>
                <a:lnTo>
                  <a:pt x="640" y="412"/>
                </a:lnTo>
                <a:lnTo>
                  <a:pt x="633" y="418"/>
                </a:lnTo>
                <a:lnTo>
                  <a:pt x="626" y="424"/>
                </a:lnTo>
                <a:lnTo>
                  <a:pt x="618" y="430"/>
                </a:lnTo>
                <a:lnTo>
                  <a:pt x="610" y="436"/>
                </a:lnTo>
                <a:lnTo>
                  <a:pt x="602" y="442"/>
                </a:lnTo>
                <a:lnTo>
                  <a:pt x="594" y="447"/>
                </a:lnTo>
                <a:lnTo>
                  <a:pt x="585" y="452"/>
                </a:lnTo>
                <a:lnTo>
                  <a:pt x="577" y="457"/>
                </a:lnTo>
                <a:lnTo>
                  <a:pt x="568" y="462"/>
                </a:lnTo>
                <a:lnTo>
                  <a:pt x="558" y="467"/>
                </a:lnTo>
                <a:lnTo>
                  <a:pt x="549" y="471"/>
                </a:lnTo>
                <a:lnTo>
                  <a:pt x="540" y="475"/>
                </a:lnTo>
                <a:lnTo>
                  <a:pt x="530" y="479"/>
                </a:lnTo>
                <a:lnTo>
                  <a:pt x="520" y="483"/>
                </a:lnTo>
                <a:lnTo>
                  <a:pt x="510" y="487"/>
                </a:lnTo>
                <a:lnTo>
                  <a:pt x="500" y="490"/>
                </a:lnTo>
                <a:lnTo>
                  <a:pt x="489" y="493"/>
                </a:lnTo>
                <a:lnTo>
                  <a:pt x="479" y="496"/>
                </a:lnTo>
                <a:lnTo>
                  <a:pt x="468" y="498"/>
                </a:lnTo>
                <a:lnTo>
                  <a:pt x="457" y="501"/>
                </a:lnTo>
                <a:lnTo>
                  <a:pt x="447" y="503"/>
                </a:lnTo>
                <a:lnTo>
                  <a:pt x="436" y="505"/>
                </a:lnTo>
                <a:lnTo>
                  <a:pt x="425" y="506"/>
                </a:lnTo>
                <a:lnTo>
                  <a:pt x="413" y="508"/>
                </a:lnTo>
                <a:lnTo>
                  <a:pt x="402" y="510"/>
                </a:lnTo>
                <a:lnTo>
                  <a:pt x="391" y="511"/>
                </a:lnTo>
                <a:lnTo>
                  <a:pt x="379" y="511"/>
                </a:lnTo>
                <a:lnTo>
                  <a:pt x="368" y="512"/>
                </a:lnTo>
                <a:lnTo>
                  <a:pt x="357" y="512"/>
                </a:lnTo>
                <a:lnTo>
                  <a:pt x="346" y="512"/>
                </a:lnTo>
                <a:lnTo>
                  <a:pt x="335" y="511"/>
                </a:lnTo>
                <a:lnTo>
                  <a:pt x="323" y="511"/>
                </a:lnTo>
                <a:lnTo>
                  <a:pt x="312" y="510"/>
                </a:lnTo>
                <a:lnTo>
                  <a:pt x="301" y="508"/>
                </a:lnTo>
                <a:lnTo>
                  <a:pt x="290" y="506"/>
                </a:lnTo>
                <a:lnTo>
                  <a:pt x="279" y="505"/>
                </a:lnTo>
                <a:lnTo>
                  <a:pt x="268" y="503"/>
                </a:lnTo>
                <a:lnTo>
                  <a:pt x="257" y="501"/>
                </a:lnTo>
                <a:lnTo>
                  <a:pt x="247" y="498"/>
                </a:lnTo>
                <a:lnTo>
                  <a:pt x="236" y="496"/>
                </a:lnTo>
                <a:lnTo>
                  <a:pt x="226" y="493"/>
                </a:lnTo>
                <a:lnTo>
                  <a:pt x="215" y="490"/>
                </a:lnTo>
                <a:lnTo>
                  <a:pt x="205" y="487"/>
                </a:lnTo>
                <a:lnTo>
                  <a:pt x="195" y="483"/>
                </a:lnTo>
                <a:lnTo>
                  <a:pt x="185" y="479"/>
                </a:lnTo>
                <a:lnTo>
                  <a:pt x="175" y="475"/>
                </a:lnTo>
                <a:lnTo>
                  <a:pt x="166" y="471"/>
                </a:lnTo>
                <a:lnTo>
                  <a:pt x="156" y="467"/>
                </a:lnTo>
                <a:lnTo>
                  <a:pt x="147" y="462"/>
                </a:lnTo>
                <a:lnTo>
                  <a:pt x="138" y="457"/>
                </a:lnTo>
                <a:lnTo>
                  <a:pt x="130" y="452"/>
                </a:lnTo>
                <a:lnTo>
                  <a:pt x="121" y="447"/>
                </a:lnTo>
                <a:lnTo>
                  <a:pt x="113" y="442"/>
                </a:lnTo>
                <a:lnTo>
                  <a:pt x="105" y="436"/>
                </a:lnTo>
                <a:lnTo>
                  <a:pt x="97" y="430"/>
                </a:lnTo>
                <a:lnTo>
                  <a:pt x="89" y="424"/>
                </a:lnTo>
                <a:lnTo>
                  <a:pt x="82" y="418"/>
                </a:lnTo>
                <a:lnTo>
                  <a:pt x="75" y="412"/>
                </a:lnTo>
                <a:lnTo>
                  <a:pt x="68" y="406"/>
                </a:lnTo>
                <a:lnTo>
                  <a:pt x="62" y="399"/>
                </a:lnTo>
                <a:lnTo>
                  <a:pt x="56" y="392"/>
                </a:lnTo>
                <a:lnTo>
                  <a:pt x="50" y="385"/>
                </a:lnTo>
                <a:lnTo>
                  <a:pt x="44" y="378"/>
                </a:lnTo>
                <a:lnTo>
                  <a:pt x="39" y="371"/>
                </a:lnTo>
                <a:lnTo>
                  <a:pt x="34" y="364"/>
                </a:lnTo>
                <a:lnTo>
                  <a:pt x="30" y="357"/>
                </a:lnTo>
                <a:lnTo>
                  <a:pt x="25" y="349"/>
                </a:lnTo>
                <a:lnTo>
                  <a:pt x="21" y="342"/>
                </a:lnTo>
                <a:lnTo>
                  <a:pt x="18" y="334"/>
                </a:lnTo>
                <a:lnTo>
                  <a:pt x="14" y="327"/>
                </a:lnTo>
                <a:lnTo>
                  <a:pt x="11" y="319"/>
                </a:lnTo>
                <a:lnTo>
                  <a:pt x="9" y="311"/>
                </a:lnTo>
                <a:lnTo>
                  <a:pt x="7" y="303"/>
                </a:lnTo>
                <a:lnTo>
                  <a:pt x="5" y="295"/>
                </a:lnTo>
                <a:lnTo>
                  <a:pt x="3" y="287"/>
                </a:lnTo>
                <a:lnTo>
                  <a:pt x="2" y="279"/>
                </a:lnTo>
                <a:lnTo>
                  <a:pt x="1" y="271"/>
                </a:lnTo>
                <a:lnTo>
                  <a:pt x="0" y="263"/>
                </a:lnTo>
                <a:lnTo>
                  <a:pt x="0" y="255"/>
                </a:lnTo>
                <a:lnTo>
                  <a:pt x="0" y="247"/>
                </a:lnTo>
                <a:lnTo>
                  <a:pt x="1" y="239"/>
                </a:lnTo>
                <a:lnTo>
                  <a:pt x="2" y="231"/>
                </a:lnTo>
                <a:lnTo>
                  <a:pt x="3" y="223"/>
                </a:lnTo>
                <a:lnTo>
                  <a:pt x="5" y="215"/>
                </a:lnTo>
                <a:lnTo>
                  <a:pt x="7" y="207"/>
                </a:lnTo>
                <a:lnTo>
                  <a:pt x="9" y="200"/>
                </a:lnTo>
                <a:lnTo>
                  <a:pt x="11" y="192"/>
                </a:lnTo>
                <a:lnTo>
                  <a:pt x="14" y="184"/>
                </a:lnTo>
                <a:lnTo>
                  <a:pt x="18" y="176"/>
                </a:lnTo>
                <a:lnTo>
                  <a:pt x="21" y="169"/>
                </a:lnTo>
                <a:lnTo>
                  <a:pt x="25" y="161"/>
                </a:lnTo>
                <a:lnTo>
                  <a:pt x="30" y="154"/>
                </a:lnTo>
                <a:lnTo>
                  <a:pt x="34" y="146"/>
                </a:lnTo>
                <a:lnTo>
                  <a:pt x="39" y="139"/>
                </a:lnTo>
                <a:lnTo>
                  <a:pt x="44" y="132"/>
                </a:lnTo>
                <a:lnTo>
                  <a:pt x="50" y="125"/>
                </a:lnTo>
                <a:lnTo>
                  <a:pt x="56" y="118"/>
                </a:lnTo>
                <a:lnTo>
                  <a:pt x="62" y="112"/>
                </a:lnTo>
                <a:lnTo>
                  <a:pt x="68" y="105"/>
                </a:lnTo>
                <a:lnTo>
                  <a:pt x="75" y="99"/>
                </a:lnTo>
                <a:lnTo>
                  <a:pt x="82" y="92"/>
                </a:lnTo>
                <a:lnTo>
                  <a:pt x="89" y="86"/>
                </a:lnTo>
                <a:lnTo>
                  <a:pt x="97" y="80"/>
                </a:lnTo>
                <a:lnTo>
                  <a:pt x="105" y="75"/>
                </a:lnTo>
                <a:lnTo>
                  <a:pt x="113" y="69"/>
                </a:lnTo>
                <a:lnTo>
                  <a:pt x="121" y="64"/>
                </a:lnTo>
                <a:lnTo>
                  <a:pt x="130" y="58"/>
                </a:lnTo>
                <a:lnTo>
                  <a:pt x="138" y="53"/>
                </a:lnTo>
                <a:lnTo>
                  <a:pt x="147" y="49"/>
                </a:lnTo>
                <a:lnTo>
                  <a:pt x="156" y="44"/>
                </a:lnTo>
                <a:lnTo>
                  <a:pt x="166" y="40"/>
                </a:lnTo>
                <a:lnTo>
                  <a:pt x="175" y="35"/>
                </a:lnTo>
                <a:lnTo>
                  <a:pt x="185" y="31"/>
                </a:lnTo>
                <a:lnTo>
                  <a:pt x="195" y="28"/>
                </a:lnTo>
                <a:lnTo>
                  <a:pt x="205" y="24"/>
                </a:lnTo>
                <a:lnTo>
                  <a:pt x="215" y="21"/>
                </a:lnTo>
                <a:lnTo>
                  <a:pt x="226" y="18"/>
                </a:lnTo>
                <a:lnTo>
                  <a:pt x="236" y="15"/>
                </a:lnTo>
                <a:lnTo>
                  <a:pt x="247" y="12"/>
                </a:lnTo>
                <a:lnTo>
                  <a:pt x="257" y="10"/>
                </a:lnTo>
                <a:lnTo>
                  <a:pt x="268" y="8"/>
                </a:lnTo>
                <a:lnTo>
                  <a:pt x="279" y="6"/>
                </a:lnTo>
                <a:lnTo>
                  <a:pt x="290" y="4"/>
                </a:lnTo>
                <a:lnTo>
                  <a:pt x="301" y="3"/>
                </a:lnTo>
                <a:lnTo>
                  <a:pt x="312" y="2"/>
                </a:lnTo>
                <a:lnTo>
                  <a:pt x="323" y="1"/>
                </a:lnTo>
                <a:lnTo>
                  <a:pt x="335" y="0"/>
                </a:lnTo>
                <a:lnTo>
                  <a:pt x="346" y="0"/>
                </a:lnTo>
                <a:lnTo>
                  <a:pt x="357" y="0"/>
                </a:lnTo>
                <a:lnTo>
                  <a:pt x="368" y="0"/>
                </a:lnTo>
                <a:lnTo>
                  <a:pt x="379" y="0"/>
                </a:lnTo>
                <a:lnTo>
                  <a:pt x="391" y="1"/>
                </a:lnTo>
                <a:lnTo>
                  <a:pt x="402" y="2"/>
                </a:lnTo>
                <a:lnTo>
                  <a:pt x="413" y="3"/>
                </a:lnTo>
                <a:lnTo>
                  <a:pt x="425" y="4"/>
                </a:lnTo>
                <a:lnTo>
                  <a:pt x="436" y="6"/>
                </a:lnTo>
                <a:lnTo>
                  <a:pt x="447" y="8"/>
                </a:lnTo>
                <a:lnTo>
                  <a:pt x="457" y="10"/>
                </a:lnTo>
                <a:lnTo>
                  <a:pt x="468" y="12"/>
                </a:lnTo>
                <a:lnTo>
                  <a:pt x="479" y="15"/>
                </a:lnTo>
                <a:lnTo>
                  <a:pt x="489" y="18"/>
                </a:lnTo>
                <a:lnTo>
                  <a:pt x="500" y="21"/>
                </a:lnTo>
                <a:lnTo>
                  <a:pt x="510" y="24"/>
                </a:lnTo>
                <a:lnTo>
                  <a:pt x="520" y="28"/>
                </a:lnTo>
                <a:lnTo>
                  <a:pt x="530" y="31"/>
                </a:lnTo>
                <a:lnTo>
                  <a:pt x="540" y="35"/>
                </a:lnTo>
                <a:lnTo>
                  <a:pt x="549" y="40"/>
                </a:lnTo>
                <a:lnTo>
                  <a:pt x="558" y="44"/>
                </a:lnTo>
                <a:lnTo>
                  <a:pt x="568" y="49"/>
                </a:lnTo>
                <a:lnTo>
                  <a:pt x="577" y="53"/>
                </a:lnTo>
                <a:lnTo>
                  <a:pt x="585" y="58"/>
                </a:lnTo>
                <a:lnTo>
                  <a:pt x="594" y="64"/>
                </a:lnTo>
                <a:lnTo>
                  <a:pt x="602" y="69"/>
                </a:lnTo>
                <a:lnTo>
                  <a:pt x="610" y="75"/>
                </a:lnTo>
                <a:lnTo>
                  <a:pt x="618" y="80"/>
                </a:lnTo>
                <a:lnTo>
                  <a:pt x="626" y="86"/>
                </a:lnTo>
                <a:lnTo>
                  <a:pt x="633" y="92"/>
                </a:lnTo>
                <a:lnTo>
                  <a:pt x="640" y="99"/>
                </a:lnTo>
                <a:lnTo>
                  <a:pt x="647" y="105"/>
                </a:lnTo>
                <a:lnTo>
                  <a:pt x="653" y="112"/>
                </a:lnTo>
                <a:lnTo>
                  <a:pt x="659" y="118"/>
                </a:lnTo>
                <a:lnTo>
                  <a:pt x="665" y="125"/>
                </a:lnTo>
                <a:lnTo>
                  <a:pt x="671" y="132"/>
                </a:lnTo>
                <a:lnTo>
                  <a:pt x="676" y="139"/>
                </a:lnTo>
                <a:lnTo>
                  <a:pt x="681" y="146"/>
                </a:lnTo>
                <a:lnTo>
                  <a:pt x="685" y="154"/>
                </a:lnTo>
                <a:lnTo>
                  <a:pt x="690" y="161"/>
                </a:lnTo>
                <a:lnTo>
                  <a:pt x="694" y="169"/>
                </a:lnTo>
                <a:lnTo>
                  <a:pt x="697" y="176"/>
                </a:lnTo>
                <a:lnTo>
                  <a:pt x="701" y="184"/>
                </a:lnTo>
                <a:lnTo>
                  <a:pt x="703" y="192"/>
                </a:lnTo>
                <a:lnTo>
                  <a:pt x="706" y="200"/>
                </a:lnTo>
                <a:lnTo>
                  <a:pt x="708" y="207"/>
                </a:lnTo>
                <a:lnTo>
                  <a:pt x="710" y="215"/>
                </a:lnTo>
                <a:lnTo>
                  <a:pt x="712" y="223"/>
                </a:lnTo>
                <a:lnTo>
                  <a:pt x="713" y="231"/>
                </a:lnTo>
                <a:lnTo>
                  <a:pt x="714" y="239"/>
                </a:lnTo>
                <a:lnTo>
                  <a:pt x="715" y="247"/>
                </a:lnTo>
                <a:lnTo>
                  <a:pt x="715" y="255"/>
                </a:lnTo>
                <a:close/>
              </a:path>
            </a:pathLst>
          </a:custGeom>
          <a:solidFill>
            <a:srgbClr val="ffe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2" name=""/>
          <p:cNvSpPr/>
          <p:nvPr/>
        </p:nvSpPr>
        <p:spPr>
          <a:xfrm>
            <a:off x="7932600" y="2851200"/>
            <a:ext cx="260280" cy="186480"/>
          </a:xfrm>
          <a:custGeom>
            <a:avLst/>
            <a:gdLst/>
            <a:ahLst/>
            <a:rect l="0" t="0" r="r" b="b"/>
            <a:pathLst>
              <a:path w="723" h="518">
                <a:moveTo>
                  <a:pt x="719" y="259"/>
                </a:moveTo>
                <a:lnTo>
                  <a:pt x="719" y="251"/>
                </a:lnTo>
                <a:lnTo>
                  <a:pt x="718" y="243"/>
                </a:lnTo>
                <a:lnTo>
                  <a:pt x="717" y="235"/>
                </a:lnTo>
                <a:lnTo>
                  <a:pt x="716" y="227"/>
                </a:lnTo>
                <a:lnTo>
                  <a:pt x="714" y="219"/>
                </a:lnTo>
                <a:lnTo>
                  <a:pt x="712" y="211"/>
                </a:lnTo>
                <a:lnTo>
                  <a:pt x="710" y="204"/>
                </a:lnTo>
                <a:lnTo>
                  <a:pt x="707" y="196"/>
                </a:lnTo>
                <a:lnTo>
                  <a:pt x="705" y="188"/>
                </a:lnTo>
                <a:lnTo>
                  <a:pt x="701" y="180"/>
                </a:lnTo>
                <a:lnTo>
                  <a:pt x="698" y="173"/>
                </a:lnTo>
                <a:lnTo>
                  <a:pt x="694" y="165"/>
                </a:lnTo>
                <a:lnTo>
                  <a:pt x="689" y="158"/>
                </a:lnTo>
                <a:lnTo>
                  <a:pt x="685" y="150"/>
                </a:lnTo>
                <a:lnTo>
                  <a:pt x="680" y="143"/>
                </a:lnTo>
                <a:lnTo>
                  <a:pt x="674" y="136"/>
                </a:lnTo>
                <a:lnTo>
                  <a:pt x="668" y="129"/>
                </a:lnTo>
                <a:lnTo>
                  <a:pt x="662" y="122"/>
                </a:lnTo>
                <a:lnTo>
                  <a:pt x="656" y="116"/>
                </a:lnTo>
                <a:lnTo>
                  <a:pt x="650" y="109"/>
                </a:lnTo>
                <a:lnTo>
                  <a:pt x="643" y="103"/>
                </a:lnTo>
                <a:lnTo>
                  <a:pt x="636" y="96"/>
                </a:lnTo>
                <a:lnTo>
                  <a:pt x="629" y="90"/>
                </a:lnTo>
                <a:lnTo>
                  <a:pt x="621" y="84"/>
                </a:lnTo>
                <a:lnTo>
                  <a:pt x="613" y="79"/>
                </a:lnTo>
                <a:lnTo>
                  <a:pt x="605" y="72"/>
                </a:lnTo>
                <a:lnTo>
                  <a:pt x="597" y="67"/>
                </a:lnTo>
                <a:lnTo>
                  <a:pt x="588" y="61"/>
                </a:lnTo>
                <a:lnTo>
                  <a:pt x="580" y="56"/>
                </a:lnTo>
                <a:lnTo>
                  <a:pt x="571" y="52"/>
                </a:lnTo>
                <a:lnTo>
                  <a:pt x="561" y="47"/>
                </a:lnTo>
                <a:lnTo>
                  <a:pt x="552" y="43"/>
                </a:lnTo>
                <a:lnTo>
                  <a:pt x="543" y="38"/>
                </a:lnTo>
                <a:lnTo>
                  <a:pt x="533" y="34"/>
                </a:lnTo>
                <a:lnTo>
                  <a:pt x="523" y="31"/>
                </a:lnTo>
                <a:lnTo>
                  <a:pt x="513" y="27"/>
                </a:lnTo>
                <a:lnTo>
                  <a:pt x="503" y="24"/>
                </a:lnTo>
                <a:lnTo>
                  <a:pt x="492" y="21"/>
                </a:lnTo>
                <a:lnTo>
                  <a:pt x="482" y="18"/>
                </a:lnTo>
                <a:lnTo>
                  <a:pt x="471" y="15"/>
                </a:lnTo>
                <a:lnTo>
                  <a:pt x="460" y="13"/>
                </a:lnTo>
                <a:lnTo>
                  <a:pt x="450" y="11"/>
                </a:lnTo>
                <a:lnTo>
                  <a:pt x="439" y="9"/>
                </a:lnTo>
                <a:lnTo>
                  <a:pt x="428" y="7"/>
                </a:lnTo>
                <a:lnTo>
                  <a:pt x="417" y="6"/>
                </a:lnTo>
                <a:lnTo>
                  <a:pt x="406" y="5"/>
                </a:lnTo>
                <a:lnTo>
                  <a:pt x="395" y="4"/>
                </a:lnTo>
                <a:lnTo>
                  <a:pt x="383" y="3"/>
                </a:lnTo>
                <a:lnTo>
                  <a:pt x="372" y="3"/>
                </a:lnTo>
                <a:lnTo>
                  <a:pt x="361" y="3"/>
                </a:lnTo>
                <a:lnTo>
                  <a:pt x="350" y="3"/>
                </a:lnTo>
                <a:lnTo>
                  <a:pt x="339" y="3"/>
                </a:lnTo>
                <a:lnTo>
                  <a:pt x="327" y="4"/>
                </a:lnTo>
                <a:lnTo>
                  <a:pt x="316" y="5"/>
                </a:lnTo>
                <a:lnTo>
                  <a:pt x="305" y="6"/>
                </a:lnTo>
                <a:lnTo>
                  <a:pt x="294" y="7"/>
                </a:lnTo>
                <a:lnTo>
                  <a:pt x="283" y="9"/>
                </a:lnTo>
                <a:lnTo>
                  <a:pt x="272" y="11"/>
                </a:lnTo>
                <a:lnTo>
                  <a:pt x="261" y="13"/>
                </a:lnTo>
                <a:lnTo>
                  <a:pt x="251" y="15"/>
                </a:lnTo>
                <a:lnTo>
                  <a:pt x="240" y="18"/>
                </a:lnTo>
                <a:lnTo>
                  <a:pt x="230" y="21"/>
                </a:lnTo>
                <a:lnTo>
                  <a:pt x="219" y="24"/>
                </a:lnTo>
                <a:lnTo>
                  <a:pt x="209" y="27"/>
                </a:lnTo>
                <a:lnTo>
                  <a:pt x="199" y="31"/>
                </a:lnTo>
                <a:lnTo>
                  <a:pt x="189" y="34"/>
                </a:lnTo>
                <a:lnTo>
                  <a:pt x="179" y="38"/>
                </a:lnTo>
                <a:lnTo>
                  <a:pt x="170" y="43"/>
                </a:lnTo>
                <a:lnTo>
                  <a:pt x="160" y="47"/>
                </a:lnTo>
                <a:lnTo>
                  <a:pt x="151" y="52"/>
                </a:lnTo>
                <a:lnTo>
                  <a:pt x="142" y="56"/>
                </a:lnTo>
                <a:lnTo>
                  <a:pt x="134" y="61"/>
                </a:lnTo>
                <a:lnTo>
                  <a:pt x="125" y="67"/>
                </a:lnTo>
                <a:lnTo>
                  <a:pt x="117" y="72"/>
                </a:lnTo>
                <a:lnTo>
                  <a:pt x="109" y="79"/>
                </a:lnTo>
                <a:lnTo>
                  <a:pt x="101" y="84"/>
                </a:lnTo>
                <a:lnTo>
                  <a:pt x="93" y="90"/>
                </a:lnTo>
                <a:lnTo>
                  <a:pt x="86" y="96"/>
                </a:lnTo>
                <a:lnTo>
                  <a:pt x="79" y="103"/>
                </a:lnTo>
                <a:lnTo>
                  <a:pt x="72" y="109"/>
                </a:lnTo>
                <a:lnTo>
                  <a:pt x="66" y="116"/>
                </a:lnTo>
                <a:lnTo>
                  <a:pt x="60" y="122"/>
                </a:lnTo>
                <a:lnTo>
                  <a:pt x="54" y="129"/>
                </a:lnTo>
                <a:lnTo>
                  <a:pt x="48" y="136"/>
                </a:lnTo>
                <a:lnTo>
                  <a:pt x="43" y="143"/>
                </a:lnTo>
                <a:lnTo>
                  <a:pt x="38" y="150"/>
                </a:lnTo>
                <a:lnTo>
                  <a:pt x="34" y="158"/>
                </a:lnTo>
                <a:lnTo>
                  <a:pt x="29" y="165"/>
                </a:lnTo>
                <a:lnTo>
                  <a:pt x="25" y="173"/>
                </a:lnTo>
                <a:lnTo>
                  <a:pt x="22" y="180"/>
                </a:lnTo>
                <a:lnTo>
                  <a:pt x="18" y="188"/>
                </a:lnTo>
                <a:lnTo>
                  <a:pt x="15" y="196"/>
                </a:lnTo>
                <a:lnTo>
                  <a:pt x="13" y="204"/>
                </a:lnTo>
                <a:lnTo>
                  <a:pt x="11" y="211"/>
                </a:lnTo>
                <a:lnTo>
                  <a:pt x="9" y="219"/>
                </a:lnTo>
                <a:lnTo>
                  <a:pt x="7" y="227"/>
                </a:lnTo>
                <a:lnTo>
                  <a:pt x="6" y="235"/>
                </a:lnTo>
                <a:lnTo>
                  <a:pt x="5" y="243"/>
                </a:lnTo>
                <a:lnTo>
                  <a:pt x="4" y="251"/>
                </a:lnTo>
                <a:lnTo>
                  <a:pt x="4" y="259"/>
                </a:lnTo>
                <a:lnTo>
                  <a:pt x="4" y="267"/>
                </a:lnTo>
                <a:lnTo>
                  <a:pt x="5" y="275"/>
                </a:lnTo>
                <a:lnTo>
                  <a:pt x="6" y="283"/>
                </a:lnTo>
                <a:lnTo>
                  <a:pt x="7" y="291"/>
                </a:lnTo>
                <a:lnTo>
                  <a:pt x="9" y="299"/>
                </a:lnTo>
                <a:lnTo>
                  <a:pt x="11" y="307"/>
                </a:lnTo>
                <a:lnTo>
                  <a:pt x="13" y="315"/>
                </a:lnTo>
                <a:lnTo>
                  <a:pt x="15" y="323"/>
                </a:lnTo>
                <a:lnTo>
                  <a:pt x="18" y="331"/>
                </a:lnTo>
                <a:lnTo>
                  <a:pt x="22" y="338"/>
                </a:lnTo>
                <a:lnTo>
                  <a:pt x="25" y="346"/>
                </a:lnTo>
                <a:lnTo>
                  <a:pt x="29" y="353"/>
                </a:lnTo>
                <a:lnTo>
                  <a:pt x="34" y="361"/>
                </a:lnTo>
                <a:lnTo>
                  <a:pt x="38" y="368"/>
                </a:lnTo>
                <a:lnTo>
                  <a:pt x="43" y="375"/>
                </a:lnTo>
                <a:lnTo>
                  <a:pt x="48" y="382"/>
                </a:lnTo>
                <a:lnTo>
                  <a:pt x="54" y="389"/>
                </a:lnTo>
                <a:lnTo>
                  <a:pt x="60" y="396"/>
                </a:lnTo>
                <a:lnTo>
                  <a:pt x="66" y="403"/>
                </a:lnTo>
                <a:lnTo>
                  <a:pt x="72" y="410"/>
                </a:lnTo>
                <a:lnTo>
                  <a:pt x="79" y="416"/>
                </a:lnTo>
                <a:lnTo>
                  <a:pt x="86" y="422"/>
                </a:lnTo>
                <a:lnTo>
                  <a:pt x="93" y="428"/>
                </a:lnTo>
                <a:lnTo>
                  <a:pt x="101" y="434"/>
                </a:lnTo>
                <a:lnTo>
                  <a:pt x="109" y="440"/>
                </a:lnTo>
                <a:lnTo>
                  <a:pt x="117" y="446"/>
                </a:lnTo>
                <a:lnTo>
                  <a:pt x="125" y="451"/>
                </a:lnTo>
                <a:lnTo>
                  <a:pt x="134" y="456"/>
                </a:lnTo>
                <a:lnTo>
                  <a:pt x="142" y="461"/>
                </a:lnTo>
                <a:lnTo>
                  <a:pt x="151" y="466"/>
                </a:lnTo>
                <a:lnTo>
                  <a:pt x="160" y="471"/>
                </a:lnTo>
                <a:lnTo>
                  <a:pt x="170" y="475"/>
                </a:lnTo>
                <a:lnTo>
                  <a:pt x="179" y="479"/>
                </a:lnTo>
                <a:lnTo>
                  <a:pt x="189" y="483"/>
                </a:lnTo>
                <a:lnTo>
                  <a:pt x="199" y="487"/>
                </a:lnTo>
                <a:lnTo>
                  <a:pt x="209" y="491"/>
                </a:lnTo>
                <a:lnTo>
                  <a:pt x="219" y="494"/>
                </a:lnTo>
                <a:lnTo>
                  <a:pt x="230" y="497"/>
                </a:lnTo>
                <a:lnTo>
                  <a:pt x="240" y="500"/>
                </a:lnTo>
                <a:lnTo>
                  <a:pt x="251" y="502"/>
                </a:lnTo>
                <a:lnTo>
                  <a:pt x="261" y="505"/>
                </a:lnTo>
                <a:lnTo>
                  <a:pt x="272" y="507"/>
                </a:lnTo>
                <a:lnTo>
                  <a:pt x="283" y="509"/>
                </a:lnTo>
                <a:lnTo>
                  <a:pt x="294" y="510"/>
                </a:lnTo>
                <a:lnTo>
                  <a:pt x="305" y="512"/>
                </a:lnTo>
                <a:lnTo>
                  <a:pt x="316" y="513"/>
                </a:lnTo>
                <a:lnTo>
                  <a:pt x="327" y="514"/>
                </a:lnTo>
                <a:lnTo>
                  <a:pt x="339" y="514"/>
                </a:lnTo>
                <a:lnTo>
                  <a:pt x="350" y="515"/>
                </a:lnTo>
                <a:lnTo>
                  <a:pt x="361" y="515"/>
                </a:lnTo>
                <a:lnTo>
                  <a:pt x="372" y="515"/>
                </a:lnTo>
                <a:lnTo>
                  <a:pt x="383" y="514"/>
                </a:lnTo>
                <a:lnTo>
                  <a:pt x="395" y="514"/>
                </a:lnTo>
                <a:lnTo>
                  <a:pt x="406" y="513"/>
                </a:lnTo>
                <a:lnTo>
                  <a:pt x="417" y="512"/>
                </a:lnTo>
                <a:lnTo>
                  <a:pt x="428" y="510"/>
                </a:lnTo>
                <a:lnTo>
                  <a:pt x="439" y="509"/>
                </a:lnTo>
                <a:lnTo>
                  <a:pt x="450" y="507"/>
                </a:lnTo>
                <a:lnTo>
                  <a:pt x="460" y="505"/>
                </a:lnTo>
                <a:lnTo>
                  <a:pt x="471" y="502"/>
                </a:lnTo>
                <a:lnTo>
                  <a:pt x="482" y="500"/>
                </a:lnTo>
                <a:lnTo>
                  <a:pt x="492" y="497"/>
                </a:lnTo>
                <a:lnTo>
                  <a:pt x="503" y="494"/>
                </a:lnTo>
                <a:lnTo>
                  <a:pt x="513" y="491"/>
                </a:lnTo>
                <a:lnTo>
                  <a:pt x="523" y="487"/>
                </a:lnTo>
                <a:lnTo>
                  <a:pt x="533" y="483"/>
                </a:lnTo>
                <a:lnTo>
                  <a:pt x="543" y="479"/>
                </a:lnTo>
                <a:lnTo>
                  <a:pt x="552" y="475"/>
                </a:lnTo>
                <a:lnTo>
                  <a:pt x="561" y="471"/>
                </a:lnTo>
                <a:lnTo>
                  <a:pt x="571" y="466"/>
                </a:lnTo>
                <a:lnTo>
                  <a:pt x="580" y="461"/>
                </a:lnTo>
                <a:lnTo>
                  <a:pt x="588" y="456"/>
                </a:lnTo>
                <a:lnTo>
                  <a:pt x="597" y="451"/>
                </a:lnTo>
                <a:lnTo>
                  <a:pt x="605" y="446"/>
                </a:lnTo>
                <a:lnTo>
                  <a:pt x="613" y="440"/>
                </a:lnTo>
                <a:lnTo>
                  <a:pt x="621" y="434"/>
                </a:lnTo>
                <a:lnTo>
                  <a:pt x="629" y="428"/>
                </a:lnTo>
                <a:lnTo>
                  <a:pt x="636" y="422"/>
                </a:lnTo>
                <a:lnTo>
                  <a:pt x="643" y="416"/>
                </a:lnTo>
                <a:lnTo>
                  <a:pt x="650" y="410"/>
                </a:lnTo>
                <a:lnTo>
                  <a:pt x="656" y="403"/>
                </a:lnTo>
                <a:lnTo>
                  <a:pt x="662" y="396"/>
                </a:lnTo>
                <a:lnTo>
                  <a:pt x="668" y="389"/>
                </a:lnTo>
                <a:lnTo>
                  <a:pt x="674" y="382"/>
                </a:lnTo>
                <a:lnTo>
                  <a:pt x="680" y="375"/>
                </a:lnTo>
                <a:lnTo>
                  <a:pt x="685" y="368"/>
                </a:lnTo>
                <a:lnTo>
                  <a:pt x="689" y="361"/>
                </a:lnTo>
                <a:lnTo>
                  <a:pt x="694" y="353"/>
                </a:lnTo>
                <a:lnTo>
                  <a:pt x="698" y="346"/>
                </a:lnTo>
                <a:lnTo>
                  <a:pt x="701" y="338"/>
                </a:lnTo>
                <a:lnTo>
                  <a:pt x="705" y="331"/>
                </a:lnTo>
                <a:lnTo>
                  <a:pt x="707" y="323"/>
                </a:lnTo>
                <a:lnTo>
                  <a:pt x="710" y="315"/>
                </a:lnTo>
                <a:lnTo>
                  <a:pt x="712" y="307"/>
                </a:lnTo>
                <a:lnTo>
                  <a:pt x="714" y="299"/>
                </a:lnTo>
                <a:lnTo>
                  <a:pt x="716" y="291"/>
                </a:lnTo>
                <a:lnTo>
                  <a:pt x="717" y="283"/>
                </a:lnTo>
                <a:lnTo>
                  <a:pt x="718" y="275"/>
                </a:lnTo>
                <a:lnTo>
                  <a:pt x="719" y="267"/>
                </a:lnTo>
                <a:lnTo>
                  <a:pt x="719" y="259"/>
                </a:lnTo>
                <a:moveTo>
                  <a:pt x="723" y="259"/>
                </a:moveTo>
                <a:lnTo>
                  <a:pt x="722" y="267"/>
                </a:lnTo>
                <a:lnTo>
                  <a:pt x="722" y="276"/>
                </a:lnTo>
                <a:lnTo>
                  <a:pt x="721" y="284"/>
                </a:lnTo>
                <a:lnTo>
                  <a:pt x="720" y="292"/>
                </a:lnTo>
                <a:lnTo>
                  <a:pt x="718" y="300"/>
                </a:lnTo>
                <a:lnTo>
                  <a:pt x="716" y="308"/>
                </a:lnTo>
                <a:lnTo>
                  <a:pt x="714" y="316"/>
                </a:lnTo>
                <a:lnTo>
                  <a:pt x="711" y="324"/>
                </a:lnTo>
                <a:lnTo>
                  <a:pt x="708" y="331"/>
                </a:lnTo>
                <a:lnTo>
                  <a:pt x="705" y="339"/>
                </a:lnTo>
                <a:lnTo>
                  <a:pt x="701" y="347"/>
                </a:lnTo>
                <a:lnTo>
                  <a:pt x="697" y="354"/>
                </a:lnTo>
                <a:lnTo>
                  <a:pt x="693" y="362"/>
                </a:lnTo>
                <a:lnTo>
                  <a:pt x="688" y="369"/>
                </a:lnTo>
                <a:lnTo>
                  <a:pt x="683" y="377"/>
                </a:lnTo>
                <a:lnTo>
                  <a:pt x="678" y="384"/>
                </a:lnTo>
                <a:lnTo>
                  <a:pt x="671" y="391"/>
                </a:lnTo>
                <a:lnTo>
                  <a:pt x="665" y="398"/>
                </a:lnTo>
                <a:lnTo>
                  <a:pt x="659" y="405"/>
                </a:lnTo>
                <a:lnTo>
                  <a:pt x="653" y="411"/>
                </a:lnTo>
                <a:lnTo>
                  <a:pt x="646" y="418"/>
                </a:lnTo>
                <a:lnTo>
                  <a:pt x="639" y="424"/>
                </a:lnTo>
                <a:lnTo>
                  <a:pt x="631" y="430"/>
                </a:lnTo>
                <a:lnTo>
                  <a:pt x="624" y="436"/>
                </a:lnTo>
                <a:lnTo>
                  <a:pt x="616" y="442"/>
                </a:lnTo>
                <a:lnTo>
                  <a:pt x="608" y="448"/>
                </a:lnTo>
                <a:lnTo>
                  <a:pt x="599" y="453"/>
                </a:lnTo>
                <a:lnTo>
                  <a:pt x="591" y="458"/>
                </a:lnTo>
                <a:lnTo>
                  <a:pt x="582" y="463"/>
                </a:lnTo>
                <a:lnTo>
                  <a:pt x="573" y="468"/>
                </a:lnTo>
                <a:lnTo>
                  <a:pt x="564" y="473"/>
                </a:lnTo>
                <a:lnTo>
                  <a:pt x="554" y="477"/>
                </a:lnTo>
                <a:lnTo>
                  <a:pt x="545" y="482"/>
                </a:lnTo>
                <a:lnTo>
                  <a:pt x="535" y="486"/>
                </a:lnTo>
                <a:lnTo>
                  <a:pt x="525" y="490"/>
                </a:lnTo>
                <a:lnTo>
                  <a:pt x="515" y="493"/>
                </a:lnTo>
                <a:lnTo>
                  <a:pt x="504" y="496"/>
                </a:lnTo>
                <a:lnTo>
                  <a:pt x="494" y="500"/>
                </a:lnTo>
                <a:lnTo>
                  <a:pt x="483" y="502"/>
                </a:lnTo>
                <a:lnTo>
                  <a:pt x="472" y="505"/>
                </a:lnTo>
                <a:lnTo>
                  <a:pt x="462" y="507"/>
                </a:lnTo>
                <a:lnTo>
                  <a:pt x="451" y="510"/>
                </a:lnTo>
                <a:lnTo>
                  <a:pt x="440" y="511"/>
                </a:lnTo>
                <a:lnTo>
                  <a:pt x="429" y="513"/>
                </a:lnTo>
                <a:lnTo>
                  <a:pt x="417" y="514"/>
                </a:lnTo>
                <a:lnTo>
                  <a:pt x="406" y="516"/>
                </a:lnTo>
                <a:lnTo>
                  <a:pt x="395" y="517"/>
                </a:lnTo>
                <a:lnTo>
                  <a:pt x="384" y="517"/>
                </a:lnTo>
                <a:lnTo>
                  <a:pt x="372" y="518"/>
                </a:lnTo>
                <a:lnTo>
                  <a:pt x="361" y="518"/>
                </a:lnTo>
                <a:lnTo>
                  <a:pt x="350" y="518"/>
                </a:lnTo>
                <a:lnTo>
                  <a:pt x="338" y="517"/>
                </a:lnTo>
                <a:lnTo>
                  <a:pt x="327" y="517"/>
                </a:lnTo>
                <a:lnTo>
                  <a:pt x="316" y="516"/>
                </a:lnTo>
                <a:lnTo>
                  <a:pt x="305" y="514"/>
                </a:lnTo>
                <a:lnTo>
                  <a:pt x="293" y="513"/>
                </a:lnTo>
                <a:lnTo>
                  <a:pt x="282" y="511"/>
                </a:lnTo>
                <a:lnTo>
                  <a:pt x="271" y="510"/>
                </a:lnTo>
                <a:lnTo>
                  <a:pt x="260" y="507"/>
                </a:lnTo>
                <a:lnTo>
                  <a:pt x="250" y="505"/>
                </a:lnTo>
                <a:lnTo>
                  <a:pt x="239" y="502"/>
                </a:lnTo>
                <a:lnTo>
                  <a:pt x="228" y="500"/>
                </a:lnTo>
                <a:lnTo>
                  <a:pt x="218" y="496"/>
                </a:lnTo>
                <a:lnTo>
                  <a:pt x="207" y="493"/>
                </a:lnTo>
                <a:lnTo>
                  <a:pt x="197" y="490"/>
                </a:lnTo>
                <a:lnTo>
                  <a:pt x="187" y="486"/>
                </a:lnTo>
                <a:lnTo>
                  <a:pt x="177" y="482"/>
                </a:lnTo>
                <a:lnTo>
                  <a:pt x="168" y="477"/>
                </a:lnTo>
                <a:lnTo>
                  <a:pt x="158" y="473"/>
                </a:lnTo>
                <a:lnTo>
                  <a:pt x="149" y="468"/>
                </a:lnTo>
                <a:lnTo>
                  <a:pt x="140" y="463"/>
                </a:lnTo>
                <a:lnTo>
                  <a:pt x="131" y="458"/>
                </a:lnTo>
                <a:lnTo>
                  <a:pt x="122" y="453"/>
                </a:lnTo>
                <a:lnTo>
                  <a:pt x="114" y="448"/>
                </a:lnTo>
                <a:lnTo>
                  <a:pt x="106" y="442"/>
                </a:lnTo>
                <a:lnTo>
                  <a:pt x="98" y="436"/>
                </a:lnTo>
                <a:lnTo>
                  <a:pt x="90" y="430"/>
                </a:lnTo>
                <a:lnTo>
                  <a:pt x="83" y="424"/>
                </a:lnTo>
                <a:lnTo>
                  <a:pt x="76" y="418"/>
                </a:lnTo>
                <a:lnTo>
                  <a:pt x="69" y="411"/>
                </a:lnTo>
                <a:lnTo>
                  <a:pt x="63" y="405"/>
                </a:lnTo>
                <a:lnTo>
                  <a:pt x="56" y="398"/>
                </a:lnTo>
                <a:lnTo>
                  <a:pt x="51" y="391"/>
                </a:lnTo>
                <a:lnTo>
                  <a:pt x="45" y="384"/>
                </a:lnTo>
                <a:lnTo>
                  <a:pt x="40" y="377"/>
                </a:lnTo>
                <a:lnTo>
                  <a:pt x="35" y="369"/>
                </a:lnTo>
                <a:lnTo>
                  <a:pt x="30" y="362"/>
                </a:lnTo>
                <a:lnTo>
                  <a:pt x="26" y="354"/>
                </a:lnTo>
                <a:lnTo>
                  <a:pt x="22" y="347"/>
                </a:lnTo>
                <a:lnTo>
                  <a:pt x="18" y="339"/>
                </a:lnTo>
                <a:lnTo>
                  <a:pt x="15" y="331"/>
                </a:lnTo>
                <a:lnTo>
                  <a:pt x="12" y="324"/>
                </a:lnTo>
                <a:lnTo>
                  <a:pt x="9" y="316"/>
                </a:lnTo>
                <a:lnTo>
                  <a:pt x="7" y="308"/>
                </a:lnTo>
                <a:lnTo>
                  <a:pt x="5" y="300"/>
                </a:lnTo>
                <a:lnTo>
                  <a:pt x="3" y="292"/>
                </a:lnTo>
                <a:lnTo>
                  <a:pt x="2" y="284"/>
                </a:lnTo>
                <a:lnTo>
                  <a:pt x="1" y="276"/>
                </a:lnTo>
                <a:lnTo>
                  <a:pt x="0" y="267"/>
                </a:lnTo>
                <a:lnTo>
                  <a:pt x="0" y="259"/>
                </a:lnTo>
                <a:lnTo>
                  <a:pt x="0" y="251"/>
                </a:lnTo>
                <a:lnTo>
                  <a:pt x="1" y="243"/>
                </a:lnTo>
                <a:lnTo>
                  <a:pt x="2" y="235"/>
                </a:lnTo>
                <a:lnTo>
                  <a:pt x="3" y="227"/>
                </a:lnTo>
                <a:lnTo>
                  <a:pt x="5" y="219"/>
                </a:lnTo>
                <a:lnTo>
                  <a:pt x="7" y="211"/>
                </a:lnTo>
                <a:lnTo>
                  <a:pt x="9" y="203"/>
                </a:lnTo>
                <a:lnTo>
                  <a:pt x="12" y="195"/>
                </a:lnTo>
                <a:lnTo>
                  <a:pt x="15" y="187"/>
                </a:lnTo>
                <a:lnTo>
                  <a:pt x="18" y="179"/>
                </a:lnTo>
                <a:lnTo>
                  <a:pt x="22" y="172"/>
                </a:lnTo>
                <a:lnTo>
                  <a:pt x="26" y="164"/>
                </a:lnTo>
                <a:lnTo>
                  <a:pt x="30" y="157"/>
                </a:lnTo>
                <a:lnTo>
                  <a:pt x="35" y="149"/>
                </a:lnTo>
                <a:lnTo>
                  <a:pt x="40" y="142"/>
                </a:lnTo>
                <a:lnTo>
                  <a:pt x="45" y="135"/>
                </a:lnTo>
                <a:lnTo>
                  <a:pt x="51" y="128"/>
                </a:lnTo>
                <a:lnTo>
                  <a:pt x="56" y="121"/>
                </a:lnTo>
                <a:lnTo>
                  <a:pt x="63" y="114"/>
                </a:lnTo>
                <a:lnTo>
                  <a:pt x="69" y="107"/>
                </a:lnTo>
                <a:lnTo>
                  <a:pt x="76" y="101"/>
                </a:lnTo>
                <a:lnTo>
                  <a:pt x="83" y="95"/>
                </a:lnTo>
                <a:lnTo>
                  <a:pt x="90" y="88"/>
                </a:lnTo>
                <a:lnTo>
                  <a:pt x="98" y="82"/>
                </a:lnTo>
                <a:lnTo>
                  <a:pt x="106" y="76"/>
                </a:lnTo>
                <a:lnTo>
                  <a:pt x="114" y="70"/>
                </a:lnTo>
                <a:lnTo>
                  <a:pt x="122" y="64"/>
                </a:lnTo>
                <a:lnTo>
                  <a:pt x="131" y="59"/>
                </a:lnTo>
                <a:lnTo>
                  <a:pt x="140" y="54"/>
                </a:lnTo>
                <a:lnTo>
                  <a:pt x="149" y="49"/>
                </a:lnTo>
                <a:lnTo>
                  <a:pt x="158" y="45"/>
                </a:lnTo>
                <a:lnTo>
                  <a:pt x="168" y="40"/>
                </a:lnTo>
                <a:lnTo>
                  <a:pt x="177" y="36"/>
                </a:lnTo>
                <a:lnTo>
                  <a:pt x="187" y="32"/>
                </a:lnTo>
                <a:lnTo>
                  <a:pt x="197" y="28"/>
                </a:lnTo>
                <a:lnTo>
                  <a:pt x="207" y="25"/>
                </a:lnTo>
                <a:lnTo>
                  <a:pt x="218" y="21"/>
                </a:lnTo>
                <a:lnTo>
                  <a:pt x="228" y="18"/>
                </a:lnTo>
                <a:lnTo>
                  <a:pt x="239" y="15"/>
                </a:lnTo>
                <a:lnTo>
                  <a:pt x="250" y="13"/>
                </a:lnTo>
                <a:lnTo>
                  <a:pt x="260" y="10"/>
                </a:lnTo>
                <a:lnTo>
                  <a:pt x="271" y="8"/>
                </a:lnTo>
                <a:lnTo>
                  <a:pt x="282" y="6"/>
                </a:lnTo>
                <a:lnTo>
                  <a:pt x="293" y="5"/>
                </a:lnTo>
                <a:lnTo>
                  <a:pt x="305" y="3"/>
                </a:lnTo>
                <a:lnTo>
                  <a:pt x="316" y="2"/>
                </a:lnTo>
                <a:lnTo>
                  <a:pt x="327" y="1"/>
                </a:lnTo>
                <a:lnTo>
                  <a:pt x="338" y="0"/>
                </a:lnTo>
                <a:lnTo>
                  <a:pt x="350" y="0"/>
                </a:lnTo>
                <a:lnTo>
                  <a:pt x="361" y="0"/>
                </a:lnTo>
                <a:lnTo>
                  <a:pt x="372" y="0"/>
                </a:lnTo>
                <a:lnTo>
                  <a:pt x="384" y="0"/>
                </a:lnTo>
                <a:lnTo>
                  <a:pt x="395" y="1"/>
                </a:lnTo>
                <a:lnTo>
                  <a:pt x="406" y="2"/>
                </a:lnTo>
                <a:lnTo>
                  <a:pt x="417" y="3"/>
                </a:lnTo>
                <a:lnTo>
                  <a:pt x="429" y="5"/>
                </a:lnTo>
                <a:lnTo>
                  <a:pt x="440" y="6"/>
                </a:lnTo>
                <a:lnTo>
                  <a:pt x="451" y="8"/>
                </a:lnTo>
                <a:lnTo>
                  <a:pt x="462" y="10"/>
                </a:lnTo>
                <a:lnTo>
                  <a:pt x="472" y="13"/>
                </a:lnTo>
                <a:lnTo>
                  <a:pt x="483" y="15"/>
                </a:lnTo>
                <a:lnTo>
                  <a:pt x="494" y="18"/>
                </a:lnTo>
                <a:lnTo>
                  <a:pt x="504" y="21"/>
                </a:lnTo>
                <a:lnTo>
                  <a:pt x="515" y="25"/>
                </a:lnTo>
                <a:lnTo>
                  <a:pt x="525" y="28"/>
                </a:lnTo>
                <a:lnTo>
                  <a:pt x="535" y="32"/>
                </a:lnTo>
                <a:lnTo>
                  <a:pt x="545" y="36"/>
                </a:lnTo>
                <a:lnTo>
                  <a:pt x="554" y="40"/>
                </a:lnTo>
                <a:lnTo>
                  <a:pt x="564" y="45"/>
                </a:lnTo>
                <a:lnTo>
                  <a:pt x="573" y="49"/>
                </a:lnTo>
                <a:lnTo>
                  <a:pt x="582" y="54"/>
                </a:lnTo>
                <a:lnTo>
                  <a:pt x="591" y="59"/>
                </a:lnTo>
                <a:lnTo>
                  <a:pt x="599" y="64"/>
                </a:lnTo>
                <a:lnTo>
                  <a:pt x="608" y="70"/>
                </a:lnTo>
                <a:lnTo>
                  <a:pt x="616" y="76"/>
                </a:lnTo>
                <a:lnTo>
                  <a:pt x="624" y="82"/>
                </a:lnTo>
                <a:lnTo>
                  <a:pt x="631" y="88"/>
                </a:lnTo>
                <a:lnTo>
                  <a:pt x="639" y="95"/>
                </a:lnTo>
                <a:lnTo>
                  <a:pt x="646" y="101"/>
                </a:lnTo>
                <a:lnTo>
                  <a:pt x="653" y="107"/>
                </a:lnTo>
                <a:lnTo>
                  <a:pt x="659" y="114"/>
                </a:lnTo>
                <a:lnTo>
                  <a:pt x="665" y="121"/>
                </a:lnTo>
                <a:lnTo>
                  <a:pt x="671" y="128"/>
                </a:lnTo>
                <a:lnTo>
                  <a:pt x="678" y="135"/>
                </a:lnTo>
                <a:lnTo>
                  <a:pt x="683" y="142"/>
                </a:lnTo>
                <a:lnTo>
                  <a:pt x="688" y="149"/>
                </a:lnTo>
                <a:lnTo>
                  <a:pt x="693" y="157"/>
                </a:lnTo>
                <a:lnTo>
                  <a:pt x="697" y="164"/>
                </a:lnTo>
                <a:lnTo>
                  <a:pt x="701" y="172"/>
                </a:lnTo>
                <a:lnTo>
                  <a:pt x="705" y="179"/>
                </a:lnTo>
                <a:lnTo>
                  <a:pt x="708" y="187"/>
                </a:lnTo>
                <a:lnTo>
                  <a:pt x="711" y="195"/>
                </a:lnTo>
                <a:lnTo>
                  <a:pt x="714" y="203"/>
                </a:lnTo>
                <a:lnTo>
                  <a:pt x="716" y="211"/>
                </a:lnTo>
                <a:lnTo>
                  <a:pt x="718" y="219"/>
                </a:lnTo>
                <a:lnTo>
                  <a:pt x="720" y="227"/>
                </a:lnTo>
                <a:lnTo>
                  <a:pt x="721" y="235"/>
                </a:lnTo>
                <a:lnTo>
                  <a:pt x="722" y="243"/>
                </a:lnTo>
                <a:lnTo>
                  <a:pt x="722" y="251"/>
                </a:lnTo>
                <a:lnTo>
                  <a:pt x="723" y="259"/>
                </a:lnTo>
                <a:close/>
              </a:path>
            </a:pathLst>
          </a:custGeom>
          <a:solidFill>
            <a:srgbClr val="ffe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3" name=""/>
          <p:cNvSpPr/>
          <p:nvPr/>
        </p:nvSpPr>
        <p:spPr>
          <a:xfrm>
            <a:off x="7931160" y="2850120"/>
            <a:ext cx="262800" cy="188280"/>
          </a:xfrm>
          <a:custGeom>
            <a:avLst/>
            <a:gdLst/>
            <a:ahLst/>
            <a:rect l="0" t="0" r="r" b="b"/>
            <a:pathLst>
              <a:path w="730" h="523">
                <a:moveTo>
                  <a:pt x="727" y="262"/>
                </a:moveTo>
                <a:lnTo>
                  <a:pt x="726" y="254"/>
                </a:lnTo>
                <a:lnTo>
                  <a:pt x="726" y="246"/>
                </a:lnTo>
                <a:lnTo>
                  <a:pt x="725" y="238"/>
                </a:lnTo>
                <a:lnTo>
                  <a:pt x="724" y="230"/>
                </a:lnTo>
                <a:lnTo>
                  <a:pt x="722" y="222"/>
                </a:lnTo>
                <a:lnTo>
                  <a:pt x="720" y="214"/>
                </a:lnTo>
                <a:lnTo>
                  <a:pt x="718" y="206"/>
                </a:lnTo>
                <a:lnTo>
                  <a:pt x="715" y="198"/>
                </a:lnTo>
                <a:lnTo>
                  <a:pt x="712" y="190"/>
                </a:lnTo>
                <a:lnTo>
                  <a:pt x="709" y="182"/>
                </a:lnTo>
                <a:lnTo>
                  <a:pt x="705" y="175"/>
                </a:lnTo>
                <a:lnTo>
                  <a:pt x="701" y="166"/>
                </a:lnTo>
                <a:lnTo>
                  <a:pt x="697" y="159"/>
                </a:lnTo>
                <a:lnTo>
                  <a:pt x="692" y="151"/>
                </a:lnTo>
                <a:lnTo>
                  <a:pt x="687" y="144"/>
                </a:lnTo>
                <a:lnTo>
                  <a:pt x="682" y="137"/>
                </a:lnTo>
                <a:lnTo>
                  <a:pt x="676" y="130"/>
                </a:lnTo>
                <a:lnTo>
                  <a:pt x="670" y="123"/>
                </a:lnTo>
                <a:lnTo>
                  <a:pt x="664" y="116"/>
                </a:lnTo>
                <a:lnTo>
                  <a:pt x="658" y="109"/>
                </a:lnTo>
                <a:lnTo>
                  <a:pt x="651" y="103"/>
                </a:lnTo>
                <a:lnTo>
                  <a:pt x="644" y="97"/>
                </a:lnTo>
                <a:lnTo>
                  <a:pt x="636" y="90"/>
                </a:lnTo>
                <a:lnTo>
                  <a:pt x="629" y="84"/>
                </a:lnTo>
                <a:lnTo>
                  <a:pt x="621" y="79"/>
                </a:lnTo>
                <a:lnTo>
                  <a:pt x="613" y="73"/>
                </a:lnTo>
                <a:lnTo>
                  <a:pt x="604" y="67"/>
                </a:lnTo>
                <a:lnTo>
                  <a:pt x="596" y="62"/>
                </a:lnTo>
                <a:lnTo>
                  <a:pt x="587" y="57"/>
                </a:lnTo>
                <a:lnTo>
                  <a:pt x="578" y="52"/>
                </a:lnTo>
                <a:lnTo>
                  <a:pt x="569" y="48"/>
                </a:lnTo>
                <a:lnTo>
                  <a:pt x="559" y="43"/>
                </a:lnTo>
                <a:lnTo>
                  <a:pt x="550" y="39"/>
                </a:lnTo>
                <a:lnTo>
                  <a:pt x="540" y="35"/>
                </a:lnTo>
                <a:lnTo>
                  <a:pt x="530" y="31"/>
                </a:lnTo>
                <a:lnTo>
                  <a:pt x="520" y="28"/>
                </a:lnTo>
                <a:lnTo>
                  <a:pt x="509" y="24"/>
                </a:lnTo>
                <a:lnTo>
                  <a:pt x="499" y="21"/>
                </a:lnTo>
                <a:lnTo>
                  <a:pt x="488" y="18"/>
                </a:lnTo>
                <a:lnTo>
                  <a:pt x="477" y="16"/>
                </a:lnTo>
                <a:lnTo>
                  <a:pt x="467" y="13"/>
                </a:lnTo>
                <a:lnTo>
                  <a:pt x="456" y="11"/>
                </a:lnTo>
                <a:lnTo>
                  <a:pt x="445" y="9"/>
                </a:lnTo>
                <a:lnTo>
                  <a:pt x="434" y="8"/>
                </a:lnTo>
                <a:lnTo>
                  <a:pt x="422" y="6"/>
                </a:lnTo>
                <a:lnTo>
                  <a:pt x="411" y="5"/>
                </a:lnTo>
                <a:lnTo>
                  <a:pt x="400" y="4"/>
                </a:lnTo>
                <a:lnTo>
                  <a:pt x="389" y="3"/>
                </a:lnTo>
                <a:lnTo>
                  <a:pt x="377" y="3"/>
                </a:lnTo>
                <a:lnTo>
                  <a:pt x="366" y="3"/>
                </a:lnTo>
                <a:lnTo>
                  <a:pt x="355" y="3"/>
                </a:lnTo>
                <a:lnTo>
                  <a:pt x="343" y="3"/>
                </a:lnTo>
                <a:lnTo>
                  <a:pt x="332" y="4"/>
                </a:lnTo>
                <a:lnTo>
                  <a:pt x="321" y="5"/>
                </a:lnTo>
                <a:lnTo>
                  <a:pt x="310" y="6"/>
                </a:lnTo>
                <a:lnTo>
                  <a:pt x="298" y="8"/>
                </a:lnTo>
                <a:lnTo>
                  <a:pt x="287" y="9"/>
                </a:lnTo>
                <a:lnTo>
                  <a:pt x="276" y="11"/>
                </a:lnTo>
                <a:lnTo>
                  <a:pt x="265" y="13"/>
                </a:lnTo>
                <a:lnTo>
                  <a:pt x="255" y="16"/>
                </a:lnTo>
                <a:lnTo>
                  <a:pt x="244" y="18"/>
                </a:lnTo>
                <a:lnTo>
                  <a:pt x="233" y="21"/>
                </a:lnTo>
                <a:lnTo>
                  <a:pt x="223" y="24"/>
                </a:lnTo>
                <a:lnTo>
                  <a:pt x="212" y="28"/>
                </a:lnTo>
                <a:lnTo>
                  <a:pt x="201" y="31"/>
                </a:lnTo>
                <a:lnTo>
                  <a:pt x="191" y="35"/>
                </a:lnTo>
                <a:lnTo>
                  <a:pt x="181" y="39"/>
                </a:lnTo>
                <a:lnTo>
                  <a:pt x="172" y="43"/>
                </a:lnTo>
                <a:lnTo>
                  <a:pt x="162" y="48"/>
                </a:lnTo>
                <a:lnTo>
                  <a:pt x="153" y="52"/>
                </a:lnTo>
                <a:lnTo>
                  <a:pt x="144" y="57"/>
                </a:lnTo>
                <a:lnTo>
                  <a:pt x="135" y="62"/>
                </a:lnTo>
                <a:lnTo>
                  <a:pt x="126" y="67"/>
                </a:lnTo>
                <a:lnTo>
                  <a:pt x="118" y="73"/>
                </a:lnTo>
                <a:lnTo>
                  <a:pt x="110" y="79"/>
                </a:lnTo>
                <a:lnTo>
                  <a:pt x="102" y="84"/>
                </a:lnTo>
                <a:lnTo>
                  <a:pt x="94" y="90"/>
                </a:lnTo>
                <a:lnTo>
                  <a:pt x="87" y="97"/>
                </a:lnTo>
                <a:lnTo>
                  <a:pt x="80" y="103"/>
                </a:lnTo>
                <a:lnTo>
                  <a:pt x="73" y="109"/>
                </a:lnTo>
                <a:lnTo>
                  <a:pt x="67" y="116"/>
                </a:lnTo>
                <a:lnTo>
                  <a:pt x="60" y="123"/>
                </a:lnTo>
                <a:lnTo>
                  <a:pt x="55" y="130"/>
                </a:lnTo>
                <a:lnTo>
                  <a:pt x="49" y="137"/>
                </a:lnTo>
                <a:lnTo>
                  <a:pt x="44" y="144"/>
                </a:lnTo>
                <a:lnTo>
                  <a:pt x="39" y="151"/>
                </a:lnTo>
                <a:lnTo>
                  <a:pt x="34" y="159"/>
                </a:lnTo>
                <a:lnTo>
                  <a:pt x="30" y="166"/>
                </a:lnTo>
                <a:lnTo>
                  <a:pt x="26" y="175"/>
                </a:lnTo>
                <a:lnTo>
                  <a:pt x="22" y="182"/>
                </a:lnTo>
                <a:lnTo>
                  <a:pt x="19" y="190"/>
                </a:lnTo>
                <a:lnTo>
                  <a:pt x="16" y="198"/>
                </a:lnTo>
                <a:lnTo>
                  <a:pt x="13" y="206"/>
                </a:lnTo>
                <a:lnTo>
                  <a:pt x="11" y="214"/>
                </a:lnTo>
                <a:lnTo>
                  <a:pt x="9" y="222"/>
                </a:lnTo>
                <a:lnTo>
                  <a:pt x="7" y="230"/>
                </a:lnTo>
                <a:lnTo>
                  <a:pt x="6" y="238"/>
                </a:lnTo>
                <a:lnTo>
                  <a:pt x="5" y="246"/>
                </a:lnTo>
                <a:lnTo>
                  <a:pt x="4" y="254"/>
                </a:lnTo>
                <a:lnTo>
                  <a:pt x="4" y="262"/>
                </a:lnTo>
                <a:lnTo>
                  <a:pt x="4" y="270"/>
                </a:lnTo>
                <a:lnTo>
                  <a:pt x="5" y="279"/>
                </a:lnTo>
                <a:lnTo>
                  <a:pt x="6" y="287"/>
                </a:lnTo>
                <a:lnTo>
                  <a:pt x="7" y="295"/>
                </a:lnTo>
                <a:lnTo>
                  <a:pt x="9" y="303"/>
                </a:lnTo>
                <a:lnTo>
                  <a:pt x="11" y="311"/>
                </a:lnTo>
                <a:lnTo>
                  <a:pt x="13" y="319"/>
                </a:lnTo>
                <a:lnTo>
                  <a:pt x="16" y="327"/>
                </a:lnTo>
                <a:lnTo>
                  <a:pt x="19" y="334"/>
                </a:lnTo>
                <a:lnTo>
                  <a:pt x="22" y="342"/>
                </a:lnTo>
                <a:lnTo>
                  <a:pt x="26" y="350"/>
                </a:lnTo>
                <a:lnTo>
                  <a:pt x="30" y="357"/>
                </a:lnTo>
                <a:lnTo>
                  <a:pt x="34" y="365"/>
                </a:lnTo>
                <a:lnTo>
                  <a:pt x="39" y="372"/>
                </a:lnTo>
                <a:lnTo>
                  <a:pt x="44" y="380"/>
                </a:lnTo>
                <a:lnTo>
                  <a:pt x="49" y="387"/>
                </a:lnTo>
                <a:lnTo>
                  <a:pt x="55" y="394"/>
                </a:lnTo>
                <a:lnTo>
                  <a:pt x="60" y="401"/>
                </a:lnTo>
                <a:lnTo>
                  <a:pt x="67" y="408"/>
                </a:lnTo>
                <a:lnTo>
                  <a:pt x="73" y="414"/>
                </a:lnTo>
                <a:lnTo>
                  <a:pt x="80" y="421"/>
                </a:lnTo>
                <a:lnTo>
                  <a:pt x="87" y="427"/>
                </a:lnTo>
                <a:lnTo>
                  <a:pt x="94" y="433"/>
                </a:lnTo>
                <a:lnTo>
                  <a:pt x="102" y="439"/>
                </a:lnTo>
                <a:lnTo>
                  <a:pt x="110" y="445"/>
                </a:lnTo>
                <a:lnTo>
                  <a:pt x="118" y="451"/>
                </a:lnTo>
                <a:lnTo>
                  <a:pt x="126" y="456"/>
                </a:lnTo>
                <a:lnTo>
                  <a:pt x="135" y="461"/>
                </a:lnTo>
                <a:lnTo>
                  <a:pt x="144" y="466"/>
                </a:lnTo>
                <a:lnTo>
                  <a:pt x="153" y="471"/>
                </a:lnTo>
                <a:lnTo>
                  <a:pt x="162" y="476"/>
                </a:lnTo>
                <a:lnTo>
                  <a:pt x="172" y="480"/>
                </a:lnTo>
                <a:lnTo>
                  <a:pt x="181" y="485"/>
                </a:lnTo>
                <a:lnTo>
                  <a:pt x="191" y="489"/>
                </a:lnTo>
                <a:lnTo>
                  <a:pt x="201" y="493"/>
                </a:lnTo>
                <a:lnTo>
                  <a:pt x="212" y="496"/>
                </a:lnTo>
                <a:lnTo>
                  <a:pt x="223" y="499"/>
                </a:lnTo>
                <a:lnTo>
                  <a:pt x="233" y="503"/>
                </a:lnTo>
                <a:lnTo>
                  <a:pt x="244" y="505"/>
                </a:lnTo>
                <a:lnTo>
                  <a:pt x="255" y="508"/>
                </a:lnTo>
                <a:lnTo>
                  <a:pt x="265" y="510"/>
                </a:lnTo>
                <a:lnTo>
                  <a:pt x="276" y="513"/>
                </a:lnTo>
                <a:lnTo>
                  <a:pt x="287" y="514"/>
                </a:lnTo>
                <a:lnTo>
                  <a:pt x="298" y="516"/>
                </a:lnTo>
                <a:lnTo>
                  <a:pt x="310" y="517"/>
                </a:lnTo>
                <a:lnTo>
                  <a:pt x="321" y="519"/>
                </a:lnTo>
                <a:lnTo>
                  <a:pt x="332" y="520"/>
                </a:lnTo>
                <a:lnTo>
                  <a:pt x="343" y="520"/>
                </a:lnTo>
                <a:lnTo>
                  <a:pt x="355" y="521"/>
                </a:lnTo>
                <a:lnTo>
                  <a:pt x="366" y="521"/>
                </a:lnTo>
                <a:lnTo>
                  <a:pt x="377" y="521"/>
                </a:lnTo>
                <a:lnTo>
                  <a:pt x="389" y="520"/>
                </a:lnTo>
                <a:lnTo>
                  <a:pt x="400" y="520"/>
                </a:lnTo>
                <a:lnTo>
                  <a:pt x="411" y="519"/>
                </a:lnTo>
                <a:lnTo>
                  <a:pt x="422" y="517"/>
                </a:lnTo>
                <a:lnTo>
                  <a:pt x="434" y="516"/>
                </a:lnTo>
                <a:lnTo>
                  <a:pt x="445" y="514"/>
                </a:lnTo>
                <a:lnTo>
                  <a:pt x="456" y="513"/>
                </a:lnTo>
                <a:lnTo>
                  <a:pt x="467" y="510"/>
                </a:lnTo>
                <a:lnTo>
                  <a:pt x="477" y="508"/>
                </a:lnTo>
                <a:lnTo>
                  <a:pt x="488" y="505"/>
                </a:lnTo>
                <a:lnTo>
                  <a:pt x="499" y="503"/>
                </a:lnTo>
                <a:lnTo>
                  <a:pt x="509" y="499"/>
                </a:lnTo>
                <a:lnTo>
                  <a:pt x="520" y="496"/>
                </a:lnTo>
                <a:lnTo>
                  <a:pt x="530" y="493"/>
                </a:lnTo>
                <a:lnTo>
                  <a:pt x="540" y="489"/>
                </a:lnTo>
                <a:lnTo>
                  <a:pt x="550" y="485"/>
                </a:lnTo>
                <a:lnTo>
                  <a:pt x="559" y="480"/>
                </a:lnTo>
                <a:lnTo>
                  <a:pt x="569" y="476"/>
                </a:lnTo>
                <a:lnTo>
                  <a:pt x="578" y="471"/>
                </a:lnTo>
                <a:lnTo>
                  <a:pt x="587" y="466"/>
                </a:lnTo>
                <a:lnTo>
                  <a:pt x="596" y="461"/>
                </a:lnTo>
                <a:lnTo>
                  <a:pt x="604" y="456"/>
                </a:lnTo>
                <a:lnTo>
                  <a:pt x="613" y="451"/>
                </a:lnTo>
                <a:lnTo>
                  <a:pt x="621" y="445"/>
                </a:lnTo>
                <a:lnTo>
                  <a:pt x="629" y="439"/>
                </a:lnTo>
                <a:lnTo>
                  <a:pt x="636" y="433"/>
                </a:lnTo>
                <a:lnTo>
                  <a:pt x="644" y="427"/>
                </a:lnTo>
                <a:lnTo>
                  <a:pt x="651" y="421"/>
                </a:lnTo>
                <a:lnTo>
                  <a:pt x="658" y="414"/>
                </a:lnTo>
                <a:lnTo>
                  <a:pt x="664" y="408"/>
                </a:lnTo>
                <a:lnTo>
                  <a:pt x="670" y="401"/>
                </a:lnTo>
                <a:lnTo>
                  <a:pt x="676" y="394"/>
                </a:lnTo>
                <a:lnTo>
                  <a:pt x="682" y="387"/>
                </a:lnTo>
                <a:lnTo>
                  <a:pt x="687" y="380"/>
                </a:lnTo>
                <a:lnTo>
                  <a:pt x="692" y="372"/>
                </a:lnTo>
                <a:lnTo>
                  <a:pt x="697" y="365"/>
                </a:lnTo>
                <a:lnTo>
                  <a:pt x="701" y="357"/>
                </a:lnTo>
                <a:lnTo>
                  <a:pt x="705" y="350"/>
                </a:lnTo>
                <a:lnTo>
                  <a:pt x="709" y="342"/>
                </a:lnTo>
                <a:lnTo>
                  <a:pt x="712" y="334"/>
                </a:lnTo>
                <a:lnTo>
                  <a:pt x="715" y="327"/>
                </a:lnTo>
                <a:lnTo>
                  <a:pt x="718" y="319"/>
                </a:lnTo>
                <a:lnTo>
                  <a:pt x="720" y="311"/>
                </a:lnTo>
                <a:lnTo>
                  <a:pt x="722" y="303"/>
                </a:lnTo>
                <a:lnTo>
                  <a:pt x="724" y="295"/>
                </a:lnTo>
                <a:lnTo>
                  <a:pt x="725" y="287"/>
                </a:lnTo>
                <a:lnTo>
                  <a:pt x="726" y="279"/>
                </a:lnTo>
                <a:lnTo>
                  <a:pt x="726" y="270"/>
                </a:lnTo>
                <a:lnTo>
                  <a:pt x="727" y="262"/>
                </a:lnTo>
                <a:moveTo>
                  <a:pt x="730" y="262"/>
                </a:moveTo>
                <a:lnTo>
                  <a:pt x="730" y="271"/>
                </a:lnTo>
                <a:lnTo>
                  <a:pt x="730" y="279"/>
                </a:lnTo>
                <a:lnTo>
                  <a:pt x="729" y="287"/>
                </a:lnTo>
                <a:lnTo>
                  <a:pt x="728" y="295"/>
                </a:lnTo>
                <a:lnTo>
                  <a:pt x="726" y="303"/>
                </a:lnTo>
                <a:lnTo>
                  <a:pt x="724" y="311"/>
                </a:lnTo>
                <a:lnTo>
                  <a:pt x="722" y="319"/>
                </a:lnTo>
                <a:lnTo>
                  <a:pt x="719" y="327"/>
                </a:lnTo>
                <a:lnTo>
                  <a:pt x="716" y="335"/>
                </a:lnTo>
                <a:lnTo>
                  <a:pt x="713" y="343"/>
                </a:lnTo>
                <a:lnTo>
                  <a:pt x="709" y="351"/>
                </a:lnTo>
                <a:lnTo>
                  <a:pt x="705" y="358"/>
                </a:lnTo>
                <a:lnTo>
                  <a:pt x="700" y="366"/>
                </a:lnTo>
                <a:lnTo>
                  <a:pt x="696" y="373"/>
                </a:lnTo>
                <a:lnTo>
                  <a:pt x="691" y="381"/>
                </a:lnTo>
                <a:lnTo>
                  <a:pt x="685" y="388"/>
                </a:lnTo>
                <a:lnTo>
                  <a:pt x="680" y="395"/>
                </a:lnTo>
                <a:lnTo>
                  <a:pt x="674" y="402"/>
                </a:lnTo>
                <a:lnTo>
                  <a:pt x="667" y="409"/>
                </a:lnTo>
                <a:lnTo>
                  <a:pt x="661" y="416"/>
                </a:lnTo>
                <a:lnTo>
                  <a:pt x="654" y="422"/>
                </a:lnTo>
                <a:lnTo>
                  <a:pt x="647" y="429"/>
                </a:lnTo>
                <a:lnTo>
                  <a:pt x="639" y="435"/>
                </a:lnTo>
                <a:lnTo>
                  <a:pt x="632" y="441"/>
                </a:lnTo>
                <a:lnTo>
                  <a:pt x="624" y="447"/>
                </a:lnTo>
                <a:lnTo>
                  <a:pt x="615" y="453"/>
                </a:lnTo>
                <a:lnTo>
                  <a:pt x="607" y="458"/>
                </a:lnTo>
                <a:lnTo>
                  <a:pt x="598" y="464"/>
                </a:lnTo>
                <a:lnTo>
                  <a:pt x="589" y="469"/>
                </a:lnTo>
                <a:lnTo>
                  <a:pt x="580" y="474"/>
                </a:lnTo>
                <a:lnTo>
                  <a:pt x="571" y="478"/>
                </a:lnTo>
                <a:lnTo>
                  <a:pt x="561" y="483"/>
                </a:lnTo>
                <a:lnTo>
                  <a:pt x="552" y="487"/>
                </a:lnTo>
                <a:lnTo>
                  <a:pt x="542" y="491"/>
                </a:lnTo>
                <a:lnTo>
                  <a:pt x="531" y="495"/>
                </a:lnTo>
                <a:lnTo>
                  <a:pt x="521" y="499"/>
                </a:lnTo>
                <a:lnTo>
                  <a:pt x="511" y="502"/>
                </a:lnTo>
                <a:lnTo>
                  <a:pt x="500" y="505"/>
                </a:lnTo>
                <a:lnTo>
                  <a:pt x="489" y="508"/>
                </a:lnTo>
                <a:lnTo>
                  <a:pt x="479" y="511"/>
                </a:lnTo>
                <a:lnTo>
                  <a:pt x="468" y="513"/>
                </a:lnTo>
                <a:lnTo>
                  <a:pt x="457" y="515"/>
                </a:lnTo>
                <a:lnTo>
                  <a:pt x="445" y="517"/>
                </a:lnTo>
                <a:lnTo>
                  <a:pt x="434" y="519"/>
                </a:lnTo>
                <a:lnTo>
                  <a:pt x="423" y="520"/>
                </a:lnTo>
                <a:lnTo>
                  <a:pt x="412" y="521"/>
                </a:lnTo>
                <a:lnTo>
                  <a:pt x="400" y="522"/>
                </a:lnTo>
                <a:lnTo>
                  <a:pt x="389" y="523"/>
                </a:lnTo>
                <a:lnTo>
                  <a:pt x="377" y="523"/>
                </a:lnTo>
                <a:lnTo>
                  <a:pt x="366" y="523"/>
                </a:lnTo>
                <a:lnTo>
                  <a:pt x="355" y="523"/>
                </a:lnTo>
                <a:lnTo>
                  <a:pt x="343" y="523"/>
                </a:lnTo>
                <a:lnTo>
                  <a:pt x="332" y="522"/>
                </a:lnTo>
                <a:lnTo>
                  <a:pt x="320" y="521"/>
                </a:lnTo>
                <a:lnTo>
                  <a:pt x="309" y="520"/>
                </a:lnTo>
                <a:lnTo>
                  <a:pt x="298" y="519"/>
                </a:lnTo>
                <a:lnTo>
                  <a:pt x="286" y="517"/>
                </a:lnTo>
                <a:lnTo>
                  <a:pt x="275" y="515"/>
                </a:lnTo>
                <a:lnTo>
                  <a:pt x="264" y="513"/>
                </a:lnTo>
                <a:lnTo>
                  <a:pt x="253" y="511"/>
                </a:lnTo>
                <a:lnTo>
                  <a:pt x="242" y="508"/>
                </a:lnTo>
                <a:lnTo>
                  <a:pt x="232" y="505"/>
                </a:lnTo>
                <a:lnTo>
                  <a:pt x="221" y="502"/>
                </a:lnTo>
                <a:lnTo>
                  <a:pt x="211" y="499"/>
                </a:lnTo>
                <a:lnTo>
                  <a:pt x="199" y="495"/>
                </a:lnTo>
                <a:lnTo>
                  <a:pt x="189" y="491"/>
                </a:lnTo>
                <a:lnTo>
                  <a:pt x="179" y="487"/>
                </a:lnTo>
                <a:lnTo>
                  <a:pt x="170" y="483"/>
                </a:lnTo>
                <a:lnTo>
                  <a:pt x="160" y="478"/>
                </a:lnTo>
                <a:lnTo>
                  <a:pt x="151" y="474"/>
                </a:lnTo>
                <a:lnTo>
                  <a:pt x="142" y="469"/>
                </a:lnTo>
                <a:lnTo>
                  <a:pt x="133" y="464"/>
                </a:lnTo>
                <a:lnTo>
                  <a:pt x="124" y="458"/>
                </a:lnTo>
                <a:lnTo>
                  <a:pt x="115" y="453"/>
                </a:lnTo>
                <a:lnTo>
                  <a:pt x="107" y="447"/>
                </a:lnTo>
                <a:lnTo>
                  <a:pt x="99" y="441"/>
                </a:lnTo>
                <a:lnTo>
                  <a:pt x="92" y="435"/>
                </a:lnTo>
                <a:lnTo>
                  <a:pt x="84" y="429"/>
                </a:lnTo>
                <a:lnTo>
                  <a:pt x="77" y="422"/>
                </a:lnTo>
                <a:lnTo>
                  <a:pt x="70" y="416"/>
                </a:lnTo>
                <a:lnTo>
                  <a:pt x="63" y="409"/>
                </a:lnTo>
                <a:lnTo>
                  <a:pt x="57" y="402"/>
                </a:lnTo>
                <a:lnTo>
                  <a:pt x="51" y="395"/>
                </a:lnTo>
                <a:lnTo>
                  <a:pt x="46" y="388"/>
                </a:lnTo>
                <a:lnTo>
                  <a:pt x="40" y="381"/>
                </a:lnTo>
                <a:lnTo>
                  <a:pt x="35" y="373"/>
                </a:lnTo>
                <a:lnTo>
                  <a:pt x="30" y="366"/>
                </a:lnTo>
                <a:lnTo>
                  <a:pt x="26" y="358"/>
                </a:lnTo>
                <a:lnTo>
                  <a:pt x="22" y="351"/>
                </a:lnTo>
                <a:lnTo>
                  <a:pt x="18" y="343"/>
                </a:lnTo>
                <a:lnTo>
                  <a:pt x="15" y="335"/>
                </a:lnTo>
                <a:lnTo>
                  <a:pt x="12" y="327"/>
                </a:lnTo>
                <a:lnTo>
                  <a:pt x="9" y="319"/>
                </a:lnTo>
                <a:lnTo>
                  <a:pt x="7" y="311"/>
                </a:lnTo>
                <a:lnTo>
                  <a:pt x="5" y="303"/>
                </a:lnTo>
                <a:lnTo>
                  <a:pt x="3" y="295"/>
                </a:lnTo>
                <a:lnTo>
                  <a:pt x="2" y="287"/>
                </a:lnTo>
                <a:lnTo>
                  <a:pt x="1" y="279"/>
                </a:lnTo>
                <a:lnTo>
                  <a:pt x="1" y="271"/>
                </a:lnTo>
                <a:lnTo>
                  <a:pt x="0" y="262"/>
                </a:lnTo>
                <a:lnTo>
                  <a:pt x="1" y="254"/>
                </a:lnTo>
                <a:lnTo>
                  <a:pt x="1" y="246"/>
                </a:lnTo>
                <a:lnTo>
                  <a:pt x="2" y="238"/>
                </a:lnTo>
                <a:lnTo>
                  <a:pt x="3" y="230"/>
                </a:lnTo>
                <a:lnTo>
                  <a:pt x="5" y="221"/>
                </a:lnTo>
                <a:lnTo>
                  <a:pt x="7" y="213"/>
                </a:lnTo>
                <a:lnTo>
                  <a:pt x="9" y="205"/>
                </a:lnTo>
                <a:lnTo>
                  <a:pt x="12" y="197"/>
                </a:lnTo>
                <a:lnTo>
                  <a:pt x="15" y="189"/>
                </a:lnTo>
                <a:lnTo>
                  <a:pt x="18" y="182"/>
                </a:lnTo>
                <a:lnTo>
                  <a:pt x="22" y="173"/>
                </a:lnTo>
                <a:lnTo>
                  <a:pt x="26" y="165"/>
                </a:lnTo>
                <a:lnTo>
                  <a:pt x="30" y="158"/>
                </a:lnTo>
                <a:lnTo>
                  <a:pt x="35" y="150"/>
                </a:lnTo>
                <a:lnTo>
                  <a:pt x="40" y="143"/>
                </a:lnTo>
                <a:lnTo>
                  <a:pt x="46" y="135"/>
                </a:lnTo>
                <a:lnTo>
                  <a:pt x="51" y="128"/>
                </a:lnTo>
                <a:lnTo>
                  <a:pt x="57" y="121"/>
                </a:lnTo>
                <a:lnTo>
                  <a:pt x="63" y="115"/>
                </a:lnTo>
                <a:lnTo>
                  <a:pt x="70" y="108"/>
                </a:lnTo>
                <a:lnTo>
                  <a:pt x="77" y="101"/>
                </a:lnTo>
                <a:lnTo>
                  <a:pt x="84" y="95"/>
                </a:lnTo>
                <a:lnTo>
                  <a:pt x="92" y="89"/>
                </a:lnTo>
                <a:lnTo>
                  <a:pt x="99" y="83"/>
                </a:lnTo>
                <a:lnTo>
                  <a:pt x="107" y="77"/>
                </a:lnTo>
                <a:lnTo>
                  <a:pt x="115" y="71"/>
                </a:lnTo>
                <a:lnTo>
                  <a:pt x="124" y="65"/>
                </a:lnTo>
                <a:lnTo>
                  <a:pt x="133" y="60"/>
                </a:lnTo>
                <a:lnTo>
                  <a:pt x="142" y="55"/>
                </a:lnTo>
                <a:lnTo>
                  <a:pt x="151" y="50"/>
                </a:lnTo>
                <a:lnTo>
                  <a:pt x="160" y="45"/>
                </a:lnTo>
                <a:lnTo>
                  <a:pt x="170" y="41"/>
                </a:lnTo>
                <a:lnTo>
                  <a:pt x="179" y="37"/>
                </a:lnTo>
                <a:lnTo>
                  <a:pt x="189" y="32"/>
                </a:lnTo>
                <a:lnTo>
                  <a:pt x="199" y="29"/>
                </a:lnTo>
                <a:lnTo>
                  <a:pt x="211" y="25"/>
                </a:lnTo>
                <a:lnTo>
                  <a:pt x="221" y="22"/>
                </a:lnTo>
                <a:lnTo>
                  <a:pt x="232" y="18"/>
                </a:lnTo>
                <a:lnTo>
                  <a:pt x="242" y="16"/>
                </a:lnTo>
                <a:lnTo>
                  <a:pt x="253" y="13"/>
                </a:lnTo>
                <a:lnTo>
                  <a:pt x="264" y="11"/>
                </a:lnTo>
                <a:lnTo>
                  <a:pt x="275" y="8"/>
                </a:lnTo>
                <a:lnTo>
                  <a:pt x="286" y="6"/>
                </a:lnTo>
                <a:lnTo>
                  <a:pt x="298" y="5"/>
                </a:lnTo>
                <a:lnTo>
                  <a:pt x="309" y="3"/>
                </a:lnTo>
                <a:lnTo>
                  <a:pt x="320" y="2"/>
                </a:lnTo>
                <a:lnTo>
                  <a:pt x="332" y="1"/>
                </a:lnTo>
                <a:lnTo>
                  <a:pt x="343" y="1"/>
                </a:lnTo>
                <a:lnTo>
                  <a:pt x="355" y="0"/>
                </a:lnTo>
                <a:lnTo>
                  <a:pt x="366" y="0"/>
                </a:lnTo>
                <a:lnTo>
                  <a:pt x="377" y="0"/>
                </a:lnTo>
                <a:lnTo>
                  <a:pt x="389" y="1"/>
                </a:lnTo>
                <a:lnTo>
                  <a:pt x="400" y="1"/>
                </a:lnTo>
                <a:lnTo>
                  <a:pt x="412" y="2"/>
                </a:lnTo>
                <a:lnTo>
                  <a:pt x="423" y="3"/>
                </a:lnTo>
                <a:lnTo>
                  <a:pt x="434" y="5"/>
                </a:lnTo>
                <a:lnTo>
                  <a:pt x="445" y="6"/>
                </a:lnTo>
                <a:lnTo>
                  <a:pt x="457" y="8"/>
                </a:lnTo>
                <a:lnTo>
                  <a:pt x="468" y="11"/>
                </a:lnTo>
                <a:lnTo>
                  <a:pt x="479" y="13"/>
                </a:lnTo>
                <a:lnTo>
                  <a:pt x="489" y="16"/>
                </a:lnTo>
                <a:lnTo>
                  <a:pt x="500" y="18"/>
                </a:lnTo>
                <a:lnTo>
                  <a:pt x="511" y="22"/>
                </a:lnTo>
                <a:lnTo>
                  <a:pt x="521" y="25"/>
                </a:lnTo>
                <a:lnTo>
                  <a:pt x="531" y="29"/>
                </a:lnTo>
                <a:lnTo>
                  <a:pt x="542" y="32"/>
                </a:lnTo>
                <a:lnTo>
                  <a:pt x="552" y="37"/>
                </a:lnTo>
                <a:lnTo>
                  <a:pt x="561" y="41"/>
                </a:lnTo>
                <a:lnTo>
                  <a:pt x="571" y="45"/>
                </a:lnTo>
                <a:lnTo>
                  <a:pt x="580" y="50"/>
                </a:lnTo>
                <a:lnTo>
                  <a:pt x="589" y="55"/>
                </a:lnTo>
                <a:lnTo>
                  <a:pt x="598" y="60"/>
                </a:lnTo>
                <a:lnTo>
                  <a:pt x="607" y="65"/>
                </a:lnTo>
                <a:lnTo>
                  <a:pt x="615" y="71"/>
                </a:lnTo>
                <a:lnTo>
                  <a:pt x="624" y="77"/>
                </a:lnTo>
                <a:lnTo>
                  <a:pt x="632" y="83"/>
                </a:lnTo>
                <a:lnTo>
                  <a:pt x="639" y="89"/>
                </a:lnTo>
                <a:lnTo>
                  <a:pt x="647" y="95"/>
                </a:lnTo>
                <a:lnTo>
                  <a:pt x="654" y="101"/>
                </a:lnTo>
                <a:lnTo>
                  <a:pt x="661" y="108"/>
                </a:lnTo>
                <a:lnTo>
                  <a:pt x="667" y="115"/>
                </a:lnTo>
                <a:lnTo>
                  <a:pt x="674" y="121"/>
                </a:lnTo>
                <a:lnTo>
                  <a:pt x="680" y="128"/>
                </a:lnTo>
                <a:lnTo>
                  <a:pt x="685" y="135"/>
                </a:lnTo>
                <a:lnTo>
                  <a:pt x="691" y="143"/>
                </a:lnTo>
                <a:lnTo>
                  <a:pt x="696" y="150"/>
                </a:lnTo>
                <a:lnTo>
                  <a:pt x="700" y="158"/>
                </a:lnTo>
                <a:lnTo>
                  <a:pt x="705" y="165"/>
                </a:lnTo>
                <a:lnTo>
                  <a:pt x="709" y="173"/>
                </a:lnTo>
                <a:lnTo>
                  <a:pt x="713" y="182"/>
                </a:lnTo>
                <a:lnTo>
                  <a:pt x="716" y="189"/>
                </a:lnTo>
                <a:lnTo>
                  <a:pt x="719" y="197"/>
                </a:lnTo>
                <a:lnTo>
                  <a:pt x="722" y="205"/>
                </a:lnTo>
                <a:lnTo>
                  <a:pt x="724" y="213"/>
                </a:lnTo>
                <a:lnTo>
                  <a:pt x="726" y="221"/>
                </a:lnTo>
                <a:lnTo>
                  <a:pt x="728" y="230"/>
                </a:lnTo>
                <a:lnTo>
                  <a:pt x="729" y="238"/>
                </a:lnTo>
                <a:lnTo>
                  <a:pt x="730" y="246"/>
                </a:lnTo>
                <a:lnTo>
                  <a:pt x="730" y="254"/>
                </a:lnTo>
                <a:lnTo>
                  <a:pt x="730" y="262"/>
                </a:lnTo>
                <a:close/>
              </a:path>
            </a:pathLst>
          </a:custGeom>
          <a:solidFill>
            <a:srgbClr val="ffe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4" name=""/>
          <p:cNvSpPr/>
          <p:nvPr/>
        </p:nvSpPr>
        <p:spPr>
          <a:xfrm>
            <a:off x="7930080" y="2849040"/>
            <a:ext cx="265320" cy="190440"/>
          </a:xfrm>
          <a:custGeom>
            <a:avLst/>
            <a:gdLst/>
            <a:ahLst/>
            <a:rect l="0" t="0" r="r" b="b"/>
            <a:pathLst>
              <a:path w="737" h="529">
                <a:moveTo>
                  <a:pt x="733" y="265"/>
                </a:moveTo>
                <a:lnTo>
                  <a:pt x="733" y="257"/>
                </a:lnTo>
                <a:lnTo>
                  <a:pt x="733" y="248"/>
                </a:lnTo>
                <a:lnTo>
                  <a:pt x="732" y="240"/>
                </a:lnTo>
                <a:lnTo>
                  <a:pt x="731" y="232"/>
                </a:lnTo>
                <a:lnTo>
                  <a:pt x="729" y="223"/>
                </a:lnTo>
                <a:lnTo>
                  <a:pt x="727" y="215"/>
                </a:lnTo>
                <a:lnTo>
                  <a:pt x="725" y="207"/>
                </a:lnTo>
                <a:lnTo>
                  <a:pt x="722" y="199"/>
                </a:lnTo>
                <a:lnTo>
                  <a:pt x="719" y="191"/>
                </a:lnTo>
                <a:lnTo>
                  <a:pt x="716" y="184"/>
                </a:lnTo>
                <a:lnTo>
                  <a:pt x="712" y="176"/>
                </a:lnTo>
                <a:lnTo>
                  <a:pt x="708" y="168"/>
                </a:lnTo>
                <a:lnTo>
                  <a:pt x="703" y="161"/>
                </a:lnTo>
                <a:lnTo>
                  <a:pt x="699" y="153"/>
                </a:lnTo>
                <a:lnTo>
                  <a:pt x="694" y="146"/>
                </a:lnTo>
                <a:lnTo>
                  <a:pt x="688" y="138"/>
                </a:lnTo>
                <a:lnTo>
                  <a:pt x="683" y="131"/>
                </a:lnTo>
                <a:lnTo>
                  <a:pt x="677" y="124"/>
                </a:lnTo>
                <a:lnTo>
                  <a:pt x="670" y="118"/>
                </a:lnTo>
                <a:lnTo>
                  <a:pt x="664" y="111"/>
                </a:lnTo>
                <a:lnTo>
                  <a:pt x="657" y="104"/>
                </a:lnTo>
                <a:lnTo>
                  <a:pt x="650" y="98"/>
                </a:lnTo>
                <a:lnTo>
                  <a:pt x="642" y="92"/>
                </a:lnTo>
                <a:lnTo>
                  <a:pt x="635" y="86"/>
                </a:lnTo>
                <a:lnTo>
                  <a:pt x="627" y="80"/>
                </a:lnTo>
                <a:lnTo>
                  <a:pt x="618" y="74"/>
                </a:lnTo>
                <a:lnTo>
                  <a:pt x="610" y="68"/>
                </a:lnTo>
                <a:lnTo>
                  <a:pt x="601" y="63"/>
                </a:lnTo>
                <a:lnTo>
                  <a:pt x="592" y="58"/>
                </a:lnTo>
                <a:lnTo>
                  <a:pt x="583" y="53"/>
                </a:lnTo>
                <a:lnTo>
                  <a:pt x="574" y="48"/>
                </a:lnTo>
                <a:lnTo>
                  <a:pt x="564" y="44"/>
                </a:lnTo>
                <a:lnTo>
                  <a:pt x="555" y="40"/>
                </a:lnTo>
                <a:lnTo>
                  <a:pt x="545" y="35"/>
                </a:lnTo>
                <a:lnTo>
                  <a:pt x="534" y="32"/>
                </a:lnTo>
                <a:lnTo>
                  <a:pt x="524" y="28"/>
                </a:lnTo>
                <a:lnTo>
                  <a:pt x="514" y="25"/>
                </a:lnTo>
                <a:lnTo>
                  <a:pt x="503" y="21"/>
                </a:lnTo>
                <a:lnTo>
                  <a:pt x="492" y="19"/>
                </a:lnTo>
                <a:lnTo>
                  <a:pt x="482" y="16"/>
                </a:lnTo>
                <a:lnTo>
                  <a:pt x="471" y="14"/>
                </a:lnTo>
                <a:lnTo>
                  <a:pt x="460" y="11"/>
                </a:lnTo>
                <a:lnTo>
                  <a:pt x="448" y="9"/>
                </a:lnTo>
                <a:lnTo>
                  <a:pt x="437" y="8"/>
                </a:lnTo>
                <a:lnTo>
                  <a:pt x="426" y="6"/>
                </a:lnTo>
                <a:lnTo>
                  <a:pt x="414" y="5"/>
                </a:lnTo>
                <a:lnTo>
                  <a:pt x="402" y="4"/>
                </a:lnTo>
                <a:lnTo>
                  <a:pt x="391" y="4"/>
                </a:lnTo>
                <a:lnTo>
                  <a:pt x="379" y="3"/>
                </a:lnTo>
                <a:lnTo>
                  <a:pt x="368" y="3"/>
                </a:lnTo>
                <a:lnTo>
                  <a:pt x="357" y="3"/>
                </a:lnTo>
                <a:lnTo>
                  <a:pt x="345" y="4"/>
                </a:lnTo>
                <a:lnTo>
                  <a:pt x="334" y="4"/>
                </a:lnTo>
                <a:lnTo>
                  <a:pt x="322" y="5"/>
                </a:lnTo>
                <a:lnTo>
                  <a:pt x="311" y="6"/>
                </a:lnTo>
                <a:lnTo>
                  <a:pt x="300" y="8"/>
                </a:lnTo>
                <a:lnTo>
                  <a:pt x="288" y="9"/>
                </a:lnTo>
                <a:lnTo>
                  <a:pt x="277" y="11"/>
                </a:lnTo>
                <a:lnTo>
                  <a:pt x="266" y="14"/>
                </a:lnTo>
                <a:lnTo>
                  <a:pt x="255" y="16"/>
                </a:lnTo>
                <a:lnTo>
                  <a:pt x="244" y="19"/>
                </a:lnTo>
                <a:lnTo>
                  <a:pt x="234" y="21"/>
                </a:lnTo>
                <a:lnTo>
                  <a:pt x="223" y="25"/>
                </a:lnTo>
                <a:lnTo>
                  <a:pt x="213" y="28"/>
                </a:lnTo>
                <a:lnTo>
                  <a:pt x="202" y="32"/>
                </a:lnTo>
                <a:lnTo>
                  <a:pt x="192" y="35"/>
                </a:lnTo>
                <a:lnTo>
                  <a:pt x="182" y="40"/>
                </a:lnTo>
                <a:lnTo>
                  <a:pt x="173" y="44"/>
                </a:lnTo>
                <a:lnTo>
                  <a:pt x="163" y="48"/>
                </a:lnTo>
                <a:lnTo>
                  <a:pt x="154" y="53"/>
                </a:lnTo>
                <a:lnTo>
                  <a:pt x="145" y="58"/>
                </a:lnTo>
                <a:lnTo>
                  <a:pt x="136" y="63"/>
                </a:lnTo>
                <a:lnTo>
                  <a:pt x="127" y="68"/>
                </a:lnTo>
                <a:lnTo>
                  <a:pt x="118" y="74"/>
                </a:lnTo>
                <a:lnTo>
                  <a:pt x="110" y="80"/>
                </a:lnTo>
                <a:lnTo>
                  <a:pt x="102" y="86"/>
                </a:lnTo>
                <a:lnTo>
                  <a:pt x="95" y="92"/>
                </a:lnTo>
                <a:lnTo>
                  <a:pt x="87" y="98"/>
                </a:lnTo>
                <a:lnTo>
                  <a:pt x="80" y="104"/>
                </a:lnTo>
                <a:lnTo>
                  <a:pt x="73" y="111"/>
                </a:lnTo>
                <a:lnTo>
                  <a:pt x="66" y="118"/>
                </a:lnTo>
                <a:lnTo>
                  <a:pt x="60" y="124"/>
                </a:lnTo>
                <a:lnTo>
                  <a:pt x="54" y="131"/>
                </a:lnTo>
                <a:lnTo>
                  <a:pt x="49" y="138"/>
                </a:lnTo>
                <a:lnTo>
                  <a:pt x="43" y="146"/>
                </a:lnTo>
                <a:lnTo>
                  <a:pt x="38" y="153"/>
                </a:lnTo>
                <a:lnTo>
                  <a:pt x="33" y="161"/>
                </a:lnTo>
                <a:lnTo>
                  <a:pt x="29" y="168"/>
                </a:lnTo>
                <a:lnTo>
                  <a:pt x="25" y="176"/>
                </a:lnTo>
                <a:lnTo>
                  <a:pt x="21" y="184"/>
                </a:lnTo>
                <a:lnTo>
                  <a:pt x="18" y="191"/>
                </a:lnTo>
                <a:lnTo>
                  <a:pt x="15" y="199"/>
                </a:lnTo>
                <a:lnTo>
                  <a:pt x="12" y="207"/>
                </a:lnTo>
                <a:lnTo>
                  <a:pt x="10" y="215"/>
                </a:lnTo>
                <a:lnTo>
                  <a:pt x="8" y="223"/>
                </a:lnTo>
                <a:lnTo>
                  <a:pt x="6" y="232"/>
                </a:lnTo>
                <a:lnTo>
                  <a:pt x="5" y="240"/>
                </a:lnTo>
                <a:lnTo>
                  <a:pt x="4" y="248"/>
                </a:lnTo>
                <a:lnTo>
                  <a:pt x="4" y="257"/>
                </a:lnTo>
                <a:lnTo>
                  <a:pt x="3" y="265"/>
                </a:lnTo>
                <a:lnTo>
                  <a:pt x="4" y="274"/>
                </a:lnTo>
                <a:lnTo>
                  <a:pt x="4" y="282"/>
                </a:lnTo>
                <a:lnTo>
                  <a:pt x="5" y="290"/>
                </a:lnTo>
                <a:lnTo>
                  <a:pt x="6" y="298"/>
                </a:lnTo>
                <a:lnTo>
                  <a:pt x="8" y="306"/>
                </a:lnTo>
                <a:lnTo>
                  <a:pt x="10" y="314"/>
                </a:lnTo>
                <a:lnTo>
                  <a:pt x="12" y="322"/>
                </a:lnTo>
                <a:lnTo>
                  <a:pt x="15" y="330"/>
                </a:lnTo>
                <a:lnTo>
                  <a:pt x="18" y="338"/>
                </a:lnTo>
                <a:lnTo>
                  <a:pt x="21" y="346"/>
                </a:lnTo>
                <a:lnTo>
                  <a:pt x="25" y="354"/>
                </a:lnTo>
                <a:lnTo>
                  <a:pt x="29" y="361"/>
                </a:lnTo>
                <a:lnTo>
                  <a:pt x="33" y="369"/>
                </a:lnTo>
                <a:lnTo>
                  <a:pt x="38" y="376"/>
                </a:lnTo>
                <a:lnTo>
                  <a:pt x="43" y="384"/>
                </a:lnTo>
                <a:lnTo>
                  <a:pt x="49" y="391"/>
                </a:lnTo>
                <a:lnTo>
                  <a:pt x="54" y="398"/>
                </a:lnTo>
                <a:lnTo>
                  <a:pt x="60" y="405"/>
                </a:lnTo>
                <a:lnTo>
                  <a:pt x="66" y="412"/>
                </a:lnTo>
                <a:lnTo>
                  <a:pt x="73" y="419"/>
                </a:lnTo>
                <a:lnTo>
                  <a:pt x="80" y="425"/>
                </a:lnTo>
                <a:lnTo>
                  <a:pt x="87" y="432"/>
                </a:lnTo>
                <a:lnTo>
                  <a:pt x="95" y="438"/>
                </a:lnTo>
                <a:lnTo>
                  <a:pt x="102" y="444"/>
                </a:lnTo>
                <a:lnTo>
                  <a:pt x="110" y="450"/>
                </a:lnTo>
                <a:lnTo>
                  <a:pt x="118" y="456"/>
                </a:lnTo>
                <a:lnTo>
                  <a:pt x="127" y="461"/>
                </a:lnTo>
                <a:lnTo>
                  <a:pt x="136" y="467"/>
                </a:lnTo>
                <a:lnTo>
                  <a:pt x="145" y="472"/>
                </a:lnTo>
                <a:lnTo>
                  <a:pt x="154" y="477"/>
                </a:lnTo>
                <a:lnTo>
                  <a:pt x="163" y="481"/>
                </a:lnTo>
                <a:lnTo>
                  <a:pt x="173" y="486"/>
                </a:lnTo>
                <a:lnTo>
                  <a:pt x="182" y="490"/>
                </a:lnTo>
                <a:lnTo>
                  <a:pt x="192" y="494"/>
                </a:lnTo>
                <a:lnTo>
                  <a:pt x="202" y="498"/>
                </a:lnTo>
                <a:lnTo>
                  <a:pt x="213" y="502"/>
                </a:lnTo>
                <a:lnTo>
                  <a:pt x="223" y="505"/>
                </a:lnTo>
                <a:lnTo>
                  <a:pt x="234" y="508"/>
                </a:lnTo>
                <a:lnTo>
                  <a:pt x="244" y="511"/>
                </a:lnTo>
                <a:lnTo>
                  <a:pt x="255" y="514"/>
                </a:lnTo>
                <a:lnTo>
                  <a:pt x="266" y="516"/>
                </a:lnTo>
                <a:lnTo>
                  <a:pt x="277" y="518"/>
                </a:lnTo>
                <a:lnTo>
                  <a:pt x="288" y="520"/>
                </a:lnTo>
                <a:lnTo>
                  <a:pt x="300" y="522"/>
                </a:lnTo>
                <a:lnTo>
                  <a:pt x="311" y="523"/>
                </a:lnTo>
                <a:lnTo>
                  <a:pt x="322" y="524"/>
                </a:lnTo>
                <a:lnTo>
                  <a:pt x="334" y="525"/>
                </a:lnTo>
                <a:lnTo>
                  <a:pt x="345" y="526"/>
                </a:lnTo>
                <a:lnTo>
                  <a:pt x="357" y="526"/>
                </a:lnTo>
                <a:lnTo>
                  <a:pt x="368" y="526"/>
                </a:lnTo>
                <a:lnTo>
                  <a:pt x="379" y="526"/>
                </a:lnTo>
                <a:lnTo>
                  <a:pt x="391" y="526"/>
                </a:lnTo>
                <a:lnTo>
                  <a:pt x="402" y="525"/>
                </a:lnTo>
                <a:lnTo>
                  <a:pt x="414" y="524"/>
                </a:lnTo>
                <a:lnTo>
                  <a:pt x="426" y="523"/>
                </a:lnTo>
                <a:lnTo>
                  <a:pt x="437" y="522"/>
                </a:lnTo>
                <a:lnTo>
                  <a:pt x="448" y="520"/>
                </a:lnTo>
                <a:lnTo>
                  <a:pt x="460" y="518"/>
                </a:lnTo>
                <a:lnTo>
                  <a:pt x="471" y="516"/>
                </a:lnTo>
                <a:lnTo>
                  <a:pt x="482" y="514"/>
                </a:lnTo>
                <a:lnTo>
                  <a:pt x="492" y="511"/>
                </a:lnTo>
                <a:lnTo>
                  <a:pt x="503" y="508"/>
                </a:lnTo>
                <a:lnTo>
                  <a:pt x="514" y="505"/>
                </a:lnTo>
                <a:lnTo>
                  <a:pt x="524" y="502"/>
                </a:lnTo>
                <a:lnTo>
                  <a:pt x="534" y="498"/>
                </a:lnTo>
                <a:lnTo>
                  <a:pt x="545" y="494"/>
                </a:lnTo>
                <a:lnTo>
                  <a:pt x="555" y="490"/>
                </a:lnTo>
                <a:lnTo>
                  <a:pt x="564" y="486"/>
                </a:lnTo>
                <a:lnTo>
                  <a:pt x="574" y="481"/>
                </a:lnTo>
                <a:lnTo>
                  <a:pt x="583" y="477"/>
                </a:lnTo>
                <a:lnTo>
                  <a:pt x="592" y="472"/>
                </a:lnTo>
                <a:lnTo>
                  <a:pt x="601" y="467"/>
                </a:lnTo>
                <a:lnTo>
                  <a:pt x="610" y="461"/>
                </a:lnTo>
                <a:lnTo>
                  <a:pt x="618" y="456"/>
                </a:lnTo>
                <a:lnTo>
                  <a:pt x="627" y="450"/>
                </a:lnTo>
                <a:lnTo>
                  <a:pt x="635" y="444"/>
                </a:lnTo>
                <a:lnTo>
                  <a:pt x="642" y="438"/>
                </a:lnTo>
                <a:lnTo>
                  <a:pt x="650" y="432"/>
                </a:lnTo>
                <a:lnTo>
                  <a:pt x="657" y="425"/>
                </a:lnTo>
                <a:lnTo>
                  <a:pt x="664" y="419"/>
                </a:lnTo>
                <a:lnTo>
                  <a:pt x="670" y="412"/>
                </a:lnTo>
                <a:lnTo>
                  <a:pt x="677" y="405"/>
                </a:lnTo>
                <a:lnTo>
                  <a:pt x="683" y="398"/>
                </a:lnTo>
                <a:lnTo>
                  <a:pt x="688" y="391"/>
                </a:lnTo>
                <a:lnTo>
                  <a:pt x="694" y="384"/>
                </a:lnTo>
                <a:lnTo>
                  <a:pt x="699" y="376"/>
                </a:lnTo>
                <a:lnTo>
                  <a:pt x="703" y="369"/>
                </a:lnTo>
                <a:lnTo>
                  <a:pt x="708" y="361"/>
                </a:lnTo>
                <a:lnTo>
                  <a:pt x="712" y="354"/>
                </a:lnTo>
                <a:lnTo>
                  <a:pt x="716" y="346"/>
                </a:lnTo>
                <a:lnTo>
                  <a:pt x="719" y="338"/>
                </a:lnTo>
                <a:lnTo>
                  <a:pt x="722" y="330"/>
                </a:lnTo>
                <a:lnTo>
                  <a:pt x="725" y="322"/>
                </a:lnTo>
                <a:lnTo>
                  <a:pt x="727" y="314"/>
                </a:lnTo>
                <a:lnTo>
                  <a:pt x="729" y="306"/>
                </a:lnTo>
                <a:lnTo>
                  <a:pt x="731" y="298"/>
                </a:lnTo>
                <a:lnTo>
                  <a:pt x="732" y="290"/>
                </a:lnTo>
                <a:lnTo>
                  <a:pt x="733" y="282"/>
                </a:lnTo>
                <a:lnTo>
                  <a:pt x="733" y="274"/>
                </a:lnTo>
                <a:lnTo>
                  <a:pt x="733" y="265"/>
                </a:lnTo>
                <a:moveTo>
                  <a:pt x="737" y="265"/>
                </a:moveTo>
                <a:lnTo>
                  <a:pt x="737" y="274"/>
                </a:lnTo>
                <a:lnTo>
                  <a:pt x="737" y="282"/>
                </a:lnTo>
                <a:lnTo>
                  <a:pt x="736" y="290"/>
                </a:lnTo>
                <a:lnTo>
                  <a:pt x="734" y="298"/>
                </a:lnTo>
                <a:lnTo>
                  <a:pt x="733" y="307"/>
                </a:lnTo>
                <a:lnTo>
                  <a:pt x="731" y="315"/>
                </a:lnTo>
                <a:lnTo>
                  <a:pt x="728" y="323"/>
                </a:lnTo>
                <a:lnTo>
                  <a:pt x="726" y="331"/>
                </a:lnTo>
                <a:lnTo>
                  <a:pt x="723" y="339"/>
                </a:lnTo>
                <a:lnTo>
                  <a:pt x="719" y="347"/>
                </a:lnTo>
                <a:lnTo>
                  <a:pt x="716" y="355"/>
                </a:lnTo>
                <a:lnTo>
                  <a:pt x="711" y="362"/>
                </a:lnTo>
                <a:lnTo>
                  <a:pt x="707" y="370"/>
                </a:lnTo>
                <a:lnTo>
                  <a:pt x="702" y="378"/>
                </a:lnTo>
                <a:lnTo>
                  <a:pt x="697" y="385"/>
                </a:lnTo>
                <a:lnTo>
                  <a:pt x="692" y="392"/>
                </a:lnTo>
                <a:lnTo>
                  <a:pt x="686" y="400"/>
                </a:lnTo>
                <a:lnTo>
                  <a:pt x="680" y="407"/>
                </a:lnTo>
                <a:lnTo>
                  <a:pt x="674" y="414"/>
                </a:lnTo>
                <a:lnTo>
                  <a:pt x="667" y="420"/>
                </a:lnTo>
                <a:lnTo>
                  <a:pt x="660" y="427"/>
                </a:lnTo>
                <a:lnTo>
                  <a:pt x="653" y="434"/>
                </a:lnTo>
                <a:lnTo>
                  <a:pt x="645" y="440"/>
                </a:lnTo>
                <a:lnTo>
                  <a:pt x="637" y="446"/>
                </a:lnTo>
                <a:lnTo>
                  <a:pt x="629" y="452"/>
                </a:lnTo>
                <a:lnTo>
                  <a:pt x="621" y="458"/>
                </a:lnTo>
                <a:lnTo>
                  <a:pt x="613" y="463"/>
                </a:lnTo>
                <a:lnTo>
                  <a:pt x="604" y="469"/>
                </a:lnTo>
                <a:lnTo>
                  <a:pt x="595" y="474"/>
                </a:lnTo>
                <a:lnTo>
                  <a:pt x="585" y="479"/>
                </a:lnTo>
                <a:lnTo>
                  <a:pt x="576" y="484"/>
                </a:lnTo>
                <a:lnTo>
                  <a:pt x="566" y="488"/>
                </a:lnTo>
                <a:lnTo>
                  <a:pt x="556" y="492"/>
                </a:lnTo>
                <a:lnTo>
                  <a:pt x="546" y="497"/>
                </a:lnTo>
                <a:lnTo>
                  <a:pt x="536" y="500"/>
                </a:lnTo>
                <a:lnTo>
                  <a:pt x="526" y="504"/>
                </a:lnTo>
                <a:lnTo>
                  <a:pt x="515" y="508"/>
                </a:lnTo>
                <a:lnTo>
                  <a:pt x="505" y="511"/>
                </a:lnTo>
                <a:lnTo>
                  <a:pt x="494" y="514"/>
                </a:lnTo>
                <a:lnTo>
                  <a:pt x="483" y="516"/>
                </a:lnTo>
                <a:lnTo>
                  <a:pt x="472" y="519"/>
                </a:lnTo>
                <a:lnTo>
                  <a:pt x="461" y="521"/>
                </a:lnTo>
                <a:lnTo>
                  <a:pt x="449" y="523"/>
                </a:lnTo>
                <a:lnTo>
                  <a:pt x="438" y="525"/>
                </a:lnTo>
                <a:lnTo>
                  <a:pt x="427" y="526"/>
                </a:lnTo>
                <a:lnTo>
                  <a:pt x="414" y="527"/>
                </a:lnTo>
                <a:lnTo>
                  <a:pt x="403" y="528"/>
                </a:lnTo>
                <a:lnTo>
                  <a:pt x="391" y="529"/>
                </a:lnTo>
                <a:lnTo>
                  <a:pt x="380" y="529"/>
                </a:lnTo>
                <a:lnTo>
                  <a:pt x="368" y="529"/>
                </a:lnTo>
                <a:lnTo>
                  <a:pt x="356" y="529"/>
                </a:lnTo>
                <a:lnTo>
                  <a:pt x="345" y="529"/>
                </a:lnTo>
                <a:lnTo>
                  <a:pt x="333" y="528"/>
                </a:lnTo>
                <a:lnTo>
                  <a:pt x="322" y="527"/>
                </a:lnTo>
                <a:lnTo>
                  <a:pt x="310" y="526"/>
                </a:lnTo>
                <a:lnTo>
                  <a:pt x="299" y="525"/>
                </a:lnTo>
                <a:lnTo>
                  <a:pt x="288" y="523"/>
                </a:lnTo>
                <a:lnTo>
                  <a:pt x="276" y="521"/>
                </a:lnTo>
                <a:lnTo>
                  <a:pt x="265" y="519"/>
                </a:lnTo>
                <a:lnTo>
                  <a:pt x="254" y="516"/>
                </a:lnTo>
                <a:lnTo>
                  <a:pt x="243" y="514"/>
                </a:lnTo>
                <a:lnTo>
                  <a:pt x="232" y="511"/>
                </a:lnTo>
                <a:lnTo>
                  <a:pt x="222" y="508"/>
                </a:lnTo>
                <a:lnTo>
                  <a:pt x="211" y="504"/>
                </a:lnTo>
                <a:lnTo>
                  <a:pt x="201" y="500"/>
                </a:lnTo>
                <a:lnTo>
                  <a:pt x="190" y="497"/>
                </a:lnTo>
                <a:lnTo>
                  <a:pt x="180" y="492"/>
                </a:lnTo>
                <a:lnTo>
                  <a:pt x="171" y="488"/>
                </a:lnTo>
                <a:lnTo>
                  <a:pt x="161" y="484"/>
                </a:lnTo>
                <a:lnTo>
                  <a:pt x="151" y="479"/>
                </a:lnTo>
                <a:lnTo>
                  <a:pt x="142" y="474"/>
                </a:lnTo>
                <a:lnTo>
                  <a:pt x="133" y="469"/>
                </a:lnTo>
                <a:lnTo>
                  <a:pt x="124" y="463"/>
                </a:lnTo>
                <a:lnTo>
                  <a:pt x="116" y="458"/>
                </a:lnTo>
                <a:lnTo>
                  <a:pt x="107" y="452"/>
                </a:lnTo>
                <a:lnTo>
                  <a:pt x="99" y="446"/>
                </a:lnTo>
                <a:lnTo>
                  <a:pt x="92" y="440"/>
                </a:lnTo>
                <a:lnTo>
                  <a:pt x="84" y="434"/>
                </a:lnTo>
                <a:lnTo>
                  <a:pt x="77" y="427"/>
                </a:lnTo>
                <a:lnTo>
                  <a:pt x="70" y="420"/>
                </a:lnTo>
                <a:lnTo>
                  <a:pt x="63" y="414"/>
                </a:lnTo>
                <a:lnTo>
                  <a:pt x="57" y="407"/>
                </a:lnTo>
                <a:lnTo>
                  <a:pt x="51" y="400"/>
                </a:lnTo>
                <a:lnTo>
                  <a:pt x="45" y="392"/>
                </a:lnTo>
                <a:lnTo>
                  <a:pt x="40" y="385"/>
                </a:lnTo>
                <a:lnTo>
                  <a:pt x="35" y="378"/>
                </a:lnTo>
                <a:lnTo>
                  <a:pt x="30" y="370"/>
                </a:lnTo>
                <a:lnTo>
                  <a:pt x="25" y="362"/>
                </a:lnTo>
                <a:lnTo>
                  <a:pt x="21" y="355"/>
                </a:lnTo>
                <a:lnTo>
                  <a:pt x="18" y="347"/>
                </a:lnTo>
                <a:lnTo>
                  <a:pt x="14" y="339"/>
                </a:lnTo>
                <a:lnTo>
                  <a:pt x="11" y="331"/>
                </a:lnTo>
                <a:lnTo>
                  <a:pt x="8" y="323"/>
                </a:lnTo>
                <a:lnTo>
                  <a:pt x="6" y="315"/>
                </a:lnTo>
                <a:lnTo>
                  <a:pt x="4" y="307"/>
                </a:lnTo>
                <a:lnTo>
                  <a:pt x="2" y="298"/>
                </a:lnTo>
                <a:lnTo>
                  <a:pt x="1" y="290"/>
                </a:lnTo>
                <a:lnTo>
                  <a:pt x="0" y="282"/>
                </a:lnTo>
                <a:lnTo>
                  <a:pt x="0" y="274"/>
                </a:lnTo>
                <a:lnTo>
                  <a:pt x="0" y="265"/>
                </a:lnTo>
                <a:lnTo>
                  <a:pt x="0" y="257"/>
                </a:lnTo>
                <a:lnTo>
                  <a:pt x="0" y="248"/>
                </a:lnTo>
                <a:lnTo>
                  <a:pt x="1" y="239"/>
                </a:lnTo>
                <a:lnTo>
                  <a:pt x="2" y="231"/>
                </a:lnTo>
                <a:lnTo>
                  <a:pt x="4" y="223"/>
                </a:lnTo>
                <a:lnTo>
                  <a:pt x="6" y="215"/>
                </a:lnTo>
                <a:lnTo>
                  <a:pt x="8" y="207"/>
                </a:lnTo>
                <a:lnTo>
                  <a:pt x="11" y="199"/>
                </a:lnTo>
                <a:lnTo>
                  <a:pt x="14" y="191"/>
                </a:lnTo>
                <a:lnTo>
                  <a:pt x="18" y="183"/>
                </a:lnTo>
                <a:lnTo>
                  <a:pt x="21" y="175"/>
                </a:lnTo>
                <a:lnTo>
                  <a:pt x="25" y="167"/>
                </a:lnTo>
                <a:lnTo>
                  <a:pt x="30" y="159"/>
                </a:lnTo>
                <a:lnTo>
                  <a:pt x="35" y="152"/>
                </a:lnTo>
                <a:lnTo>
                  <a:pt x="40" y="144"/>
                </a:lnTo>
                <a:lnTo>
                  <a:pt x="45" y="137"/>
                </a:lnTo>
                <a:lnTo>
                  <a:pt x="51" y="130"/>
                </a:lnTo>
                <a:lnTo>
                  <a:pt x="57" y="123"/>
                </a:lnTo>
                <a:lnTo>
                  <a:pt x="63" y="116"/>
                </a:lnTo>
                <a:lnTo>
                  <a:pt x="70" y="109"/>
                </a:lnTo>
                <a:lnTo>
                  <a:pt x="77" y="103"/>
                </a:lnTo>
                <a:lnTo>
                  <a:pt x="84" y="96"/>
                </a:lnTo>
                <a:lnTo>
                  <a:pt x="92" y="90"/>
                </a:lnTo>
                <a:lnTo>
                  <a:pt x="99" y="84"/>
                </a:lnTo>
                <a:lnTo>
                  <a:pt x="107" y="78"/>
                </a:lnTo>
                <a:lnTo>
                  <a:pt x="116" y="72"/>
                </a:lnTo>
                <a:lnTo>
                  <a:pt x="124" y="66"/>
                </a:lnTo>
                <a:lnTo>
                  <a:pt x="133" y="61"/>
                </a:lnTo>
                <a:lnTo>
                  <a:pt x="142" y="56"/>
                </a:lnTo>
                <a:lnTo>
                  <a:pt x="151" y="51"/>
                </a:lnTo>
                <a:lnTo>
                  <a:pt x="161" y="46"/>
                </a:lnTo>
                <a:lnTo>
                  <a:pt x="171" y="41"/>
                </a:lnTo>
                <a:lnTo>
                  <a:pt x="180" y="37"/>
                </a:lnTo>
                <a:lnTo>
                  <a:pt x="190" y="33"/>
                </a:lnTo>
                <a:lnTo>
                  <a:pt x="201" y="29"/>
                </a:lnTo>
                <a:lnTo>
                  <a:pt x="211" y="25"/>
                </a:lnTo>
                <a:lnTo>
                  <a:pt x="222" y="22"/>
                </a:lnTo>
                <a:lnTo>
                  <a:pt x="232" y="19"/>
                </a:lnTo>
                <a:lnTo>
                  <a:pt x="243" y="16"/>
                </a:lnTo>
                <a:lnTo>
                  <a:pt x="254" y="13"/>
                </a:lnTo>
                <a:lnTo>
                  <a:pt x="265" y="11"/>
                </a:lnTo>
                <a:lnTo>
                  <a:pt x="276" y="9"/>
                </a:lnTo>
                <a:lnTo>
                  <a:pt x="288" y="7"/>
                </a:lnTo>
                <a:lnTo>
                  <a:pt x="299" y="5"/>
                </a:lnTo>
                <a:lnTo>
                  <a:pt x="310" y="4"/>
                </a:lnTo>
                <a:lnTo>
                  <a:pt x="322" y="2"/>
                </a:lnTo>
                <a:lnTo>
                  <a:pt x="333" y="2"/>
                </a:lnTo>
                <a:lnTo>
                  <a:pt x="345" y="1"/>
                </a:lnTo>
                <a:lnTo>
                  <a:pt x="356" y="1"/>
                </a:lnTo>
                <a:lnTo>
                  <a:pt x="368" y="0"/>
                </a:lnTo>
                <a:lnTo>
                  <a:pt x="380" y="1"/>
                </a:lnTo>
                <a:lnTo>
                  <a:pt x="391" y="1"/>
                </a:lnTo>
                <a:lnTo>
                  <a:pt x="403" y="2"/>
                </a:lnTo>
                <a:lnTo>
                  <a:pt x="414" y="2"/>
                </a:lnTo>
                <a:lnTo>
                  <a:pt x="427" y="4"/>
                </a:lnTo>
                <a:lnTo>
                  <a:pt x="438" y="5"/>
                </a:lnTo>
                <a:lnTo>
                  <a:pt x="449" y="7"/>
                </a:lnTo>
                <a:lnTo>
                  <a:pt x="461" y="9"/>
                </a:lnTo>
                <a:lnTo>
                  <a:pt x="472" y="11"/>
                </a:lnTo>
                <a:lnTo>
                  <a:pt x="483" y="13"/>
                </a:lnTo>
                <a:lnTo>
                  <a:pt x="494" y="16"/>
                </a:lnTo>
                <a:lnTo>
                  <a:pt x="505" y="19"/>
                </a:lnTo>
                <a:lnTo>
                  <a:pt x="515" y="22"/>
                </a:lnTo>
                <a:lnTo>
                  <a:pt x="526" y="25"/>
                </a:lnTo>
                <a:lnTo>
                  <a:pt x="536" y="29"/>
                </a:lnTo>
                <a:lnTo>
                  <a:pt x="546" y="33"/>
                </a:lnTo>
                <a:lnTo>
                  <a:pt x="556" y="37"/>
                </a:lnTo>
                <a:lnTo>
                  <a:pt x="566" y="41"/>
                </a:lnTo>
                <a:lnTo>
                  <a:pt x="576" y="46"/>
                </a:lnTo>
                <a:lnTo>
                  <a:pt x="585" y="51"/>
                </a:lnTo>
                <a:lnTo>
                  <a:pt x="595" y="56"/>
                </a:lnTo>
                <a:lnTo>
                  <a:pt x="604" y="61"/>
                </a:lnTo>
                <a:lnTo>
                  <a:pt x="613" y="66"/>
                </a:lnTo>
                <a:lnTo>
                  <a:pt x="621" y="72"/>
                </a:lnTo>
                <a:lnTo>
                  <a:pt x="629" y="78"/>
                </a:lnTo>
                <a:lnTo>
                  <a:pt x="637" y="84"/>
                </a:lnTo>
                <a:lnTo>
                  <a:pt x="645" y="90"/>
                </a:lnTo>
                <a:lnTo>
                  <a:pt x="653" y="96"/>
                </a:lnTo>
                <a:lnTo>
                  <a:pt x="660" y="103"/>
                </a:lnTo>
                <a:lnTo>
                  <a:pt x="667" y="109"/>
                </a:lnTo>
                <a:lnTo>
                  <a:pt x="674" y="116"/>
                </a:lnTo>
                <a:lnTo>
                  <a:pt x="680" y="123"/>
                </a:lnTo>
                <a:lnTo>
                  <a:pt x="686" y="130"/>
                </a:lnTo>
                <a:lnTo>
                  <a:pt x="692" y="137"/>
                </a:lnTo>
                <a:lnTo>
                  <a:pt x="697" y="144"/>
                </a:lnTo>
                <a:lnTo>
                  <a:pt x="702" y="152"/>
                </a:lnTo>
                <a:lnTo>
                  <a:pt x="707" y="159"/>
                </a:lnTo>
                <a:lnTo>
                  <a:pt x="711" y="167"/>
                </a:lnTo>
                <a:lnTo>
                  <a:pt x="716" y="175"/>
                </a:lnTo>
                <a:lnTo>
                  <a:pt x="719" y="183"/>
                </a:lnTo>
                <a:lnTo>
                  <a:pt x="723" y="191"/>
                </a:lnTo>
                <a:lnTo>
                  <a:pt x="726" y="199"/>
                </a:lnTo>
                <a:lnTo>
                  <a:pt x="728" y="207"/>
                </a:lnTo>
                <a:lnTo>
                  <a:pt x="731" y="215"/>
                </a:lnTo>
                <a:lnTo>
                  <a:pt x="733" y="223"/>
                </a:lnTo>
                <a:lnTo>
                  <a:pt x="734" y="231"/>
                </a:lnTo>
                <a:lnTo>
                  <a:pt x="736" y="239"/>
                </a:lnTo>
                <a:lnTo>
                  <a:pt x="737" y="248"/>
                </a:lnTo>
                <a:lnTo>
                  <a:pt x="737" y="257"/>
                </a:lnTo>
                <a:lnTo>
                  <a:pt x="737" y="265"/>
                </a:lnTo>
                <a:close/>
              </a:path>
            </a:pathLst>
          </a:custGeom>
          <a:solidFill>
            <a:srgbClr val="ffe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5" name=""/>
          <p:cNvSpPr/>
          <p:nvPr/>
        </p:nvSpPr>
        <p:spPr>
          <a:xfrm>
            <a:off x="7928640" y="2848320"/>
            <a:ext cx="268200" cy="192240"/>
          </a:xfrm>
          <a:custGeom>
            <a:avLst/>
            <a:gdLst/>
            <a:ahLst/>
            <a:rect l="0" t="0" r="r" b="b"/>
            <a:pathLst>
              <a:path w="745" h="534">
                <a:moveTo>
                  <a:pt x="741" y="266"/>
                </a:moveTo>
                <a:lnTo>
                  <a:pt x="741" y="258"/>
                </a:lnTo>
                <a:lnTo>
                  <a:pt x="741" y="250"/>
                </a:lnTo>
                <a:lnTo>
                  <a:pt x="740" y="241"/>
                </a:lnTo>
                <a:lnTo>
                  <a:pt x="738" y="233"/>
                </a:lnTo>
                <a:lnTo>
                  <a:pt x="737" y="225"/>
                </a:lnTo>
                <a:lnTo>
                  <a:pt x="735" y="217"/>
                </a:lnTo>
                <a:lnTo>
                  <a:pt x="732" y="209"/>
                </a:lnTo>
                <a:lnTo>
                  <a:pt x="730" y="201"/>
                </a:lnTo>
                <a:lnTo>
                  <a:pt x="727" y="193"/>
                </a:lnTo>
                <a:lnTo>
                  <a:pt x="723" y="185"/>
                </a:lnTo>
                <a:lnTo>
                  <a:pt x="720" y="177"/>
                </a:lnTo>
                <a:lnTo>
                  <a:pt x="715" y="169"/>
                </a:lnTo>
                <a:lnTo>
                  <a:pt x="711" y="161"/>
                </a:lnTo>
                <a:lnTo>
                  <a:pt x="706" y="154"/>
                </a:lnTo>
                <a:lnTo>
                  <a:pt x="701" y="146"/>
                </a:lnTo>
                <a:lnTo>
                  <a:pt x="696" y="139"/>
                </a:lnTo>
                <a:lnTo>
                  <a:pt x="690" y="132"/>
                </a:lnTo>
                <a:lnTo>
                  <a:pt x="684" y="125"/>
                </a:lnTo>
                <a:lnTo>
                  <a:pt x="678" y="118"/>
                </a:lnTo>
                <a:lnTo>
                  <a:pt x="671" y="111"/>
                </a:lnTo>
                <a:lnTo>
                  <a:pt x="663" y="105"/>
                </a:lnTo>
                <a:lnTo>
                  <a:pt x="656" y="98"/>
                </a:lnTo>
                <a:lnTo>
                  <a:pt x="648" y="92"/>
                </a:lnTo>
                <a:lnTo>
                  <a:pt x="640" y="86"/>
                </a:lnTo>
                <a:lnTo>
                  <a:pt x="632" y="80"/>
                </a:lnTo>
                <a:lnTo>
                  <a:pt x="624" y="74"/>
                </a:lnTo>
                <a:lnTo>
                  <a:pt x="616" y="68"/>
                </a:lnTo>
                <a:lnTo>
                  <a:pt x="607" y="63"/>
                </a:lnTo>
                <a:lnTo>
                  <a:pt x="598" y="58"/>
                </a:lnTo>
                <a:lnTo>
                  <a:pt x="588" y="53"/>
                </a:lnTo>
                <a:lnTo>
                  <a:pt x="579" y="48"/>
                </a:lnTo>
                <a:lnTo>
                  <a:pt x="569" y="43"/>
                </a:lnTo>
                <a:lnTo>
                  <a:pt x="559" y="39"/>
                </a:lnTo>
                <a:lnTo>
                  <a:pt x="549" y="35"/>
                </a:lnTo>
                <a:lnTo>
                  <a:pt x="539" y="31"/>
                </a:lnTo>
                <a:lnTo>
                  <a:pt x="529" y="27"/>
                </a:lnTo>
                <a:lnTo>
                  <a:pt x="518" y="24"/>
                </a:lnTo>
                <a:lnTo>
                  <a:pt x="508" y="21"/>
                </a:lnTo>
                <a:lnTo>
                  <a:pt x="497" y="18"/>
                </a:lnTo>
                <a:lnTo>
                  <a:pt x="486" y="15"/>
                </a:lnTo>
                <a:lnTo>
                  <a:pt x="475" y="13"/>
                </a:lnTo>
                <a:lnTo>
                  <a:pt x="464" y="11"/>
                </a:lnTo>
                <a:lnTo>
                  <a:pt x="452" y="9"/>
                </a:lnTo>
                <a:lnTo>
                  <a:pt x="441" y="7"/>
                </a:lnTo>
                <a:lnTo>
                  <a:pt x="430" y="6"/>
                </a:lnTo>
                <a:lnTo>
                  <a:pt x="418" y="4"/>
                </a:lnTo>
                <a:lnTo>
                  <a:pt x="407" y="4"/>
                </a:lnTo>
                <a:lnTo>
                  <a:pt x="395" y="3"/>
                </a:lnTo>
                <a:lnTo>
                  <a:pt x="384" y="3"/>
                </a:lnTo>
                <a:lnTo>
                  <a:pt x="372" y="2"/>
                </a:lnTo>
                <a:lnTo>
                  <a:pt x="360" y="3"/>
                </a:lnTo>
                <a:lnTo>
                  <a:pt x="349" y="3"/>
                </a:lnTo>
                <a:lnTo>
                  <a:pt x="337" y="4"/>
                </a:lnTo>
                <a:lnTo>
                  <a:pt x="326" y="4"/>
                </a:lnTo>
                <a:lnTo>
                  <a:pt x="314" y="6"/>
                </a:lnTo>
                <a:lnTo>
                  <a:pt x="303" y="7"/>
                </a:lnTo>
                <a:lnTo>
                  <a:pt x="292" y="9"/>
                </a:lnTo>
                <a:lnTo>
                  <a:pt x="280" y="11"/>
                </a:lnTo>
                <a:lnTo>
                  <a:pt x="269" y="13"/>
                </a:lnTo>
                <a:lnTo>
                  <a:pt x="258" y="15"/>
                </a:lnTo>
                <a:lnTo>
                  <a:pt x="247" y="18"/>
                </a:lnTo>
                <a:lnTo>
                  <a:pt x="236" y="21"/>
                </a:lnTo>
                <a:lnTo>
                  <a:pt x="226" y="24"/>
                </a:lnTo>
                <a:lnTo>
                  <a:pt x="215" y="27"/>
                </a:lnTo>
                <a:lnTo>
                  <a:pt x="205" y="31"/>
                </a:lnTo>
                <a:lnTo>
                  <a:pt x="194" y="35"/>
                </a:lnTo>
                <a:lnTo>
                  <a:pt x="184" y="39"/>
                </a:lnTo>
                <a:lnTo>
                  <a:pt x="175" y="43"/>
                </a:lnTo>
                <a:lnTo>
                  <a:pt x="165" y="48"/>
                </a:lnTo>
                <a:lnTo>
                  <a:pt x="155" y="53"/>
                </a:lnTo>
                <a:lnTo>
                  <a:pt x="146" y="58"/>
                </a:lnTo>
                <a:lnTo>
                  <a:pt x="137" y="63"/>
                </a:lnTo>
                <a:lnTo>
                  <a:pt x="128" y="68"/>
                </a:lnTo>
                <a:lnTo>
                  <a:pt x="120" y="74"/>
                </a:lnTo>
                <a:lnTo>
                  <a:pt x="111" y="80"/>
                </a:lnTo>
                <a:lnTo>
                  <a:pt x="103" y="86"/>
                </a:lnTo>
                <a:lnTo>
                  <a:pt x="96" y="92"/>
                </a:lnTo>
                <a:lnTo>
                  <a:pt x="88" y="98"/>
                </a:lnTo>
                <a:lnTo>
                  <a:pt x="81" y="105"/>
                </a:lnTo>
                <a:lnTo>
                  <a:pt x="74" y="111"/>
                </a:lnTo>
                <a:lnTo>
                  <a:pt x="67" y="118"/>
                </a:lnTo>
                <a:lnTo>
                  <a:pt x="61" y="125"/>
                </a:lnTo>
                <a:lnTo>
                  <a:pt x="55" y="132"/>
                </a:lnTo>
                <a:lnTo>
                  <a:pt x="49" y="139"/>
                </a:lnTo>
                <a:lnTo>
                  <a:pt x="44" y="146"/>
                </a:lnTo>
                <a:lnTo>
                  <a:pt x="39" y="154"/>
                </a:lnTo>
                <a:lnTo>
                  <a:pt x="34" y="161"/>
                </a:lnTo>
                <a:lnTo>
                  <a:pt x="29" y="169"/>
                </a:lnTo>
                <a:lnTo>
                  <a:pt x="25" y="177"/>
                </a:lnTo>
                <a:lnTo>
                  <a:pt x="22" y="185"/>
                </a:lnTo>
                <a:lnTo>
                  <a:pt x="18" y="193"/>
                </a:lnTo>
                <a:lnTo>
                  <a:pt x="15" y="201"/>
                </a:lnTo>
                <a:lnTo>
                  <a:pt x="12" y="209"/>
                </a:lnTo>
                <a:lnTo>
                  <a:pt x="10" y="217"/>
                </a:lnTo>
                <a:lnTo>
                  <a:pt x="8" y="225"/>
                </a:lnTo>
                <a:lnTo>
                  <a:pt x="6" y="233"/>
                </a:lnTo>
                <a:lnTo>
                  <a:pt x="5" y="241"/>
                </a:lnTo>
                <a:lnTo>
                  <a:pt x="4" y="250"/>
                </a:lnTo>
                <a:lnTo>
                  <a:pt x="4" y="258"/>
                </a:lnTo>
                <a:lnTo>
                  <a:pt x="4" y="266"/>
                </a:lnTo>
                <a:lnTo>
                  <a:pt x="4" y="275"/>
                </a:lnTo>
                <a:lnTo>
                  <a:pt x="4" y="283"/>
                </a:lnTo>
                <a:lnTo>
                  <a:pt x="5" y="291"/>
                </a:lnTo>
                <a:lnTo>
                  <a:pt x="6" y="299"/>
                </a:lnTo>
                <a:lnTo>
                  <a:pt x="8" y="308"/>
                </a:lnTo>
                <a:lnTo>
                  <a:pt x="10" y="316"/>
                </a:lnTo>
                <a:lnTo>
                  <a:pt x="12" y="324"/>
                </a:lnTo>
                <a:lnTo>
                  <a:pt x="15" y="332"/>
                </a:lnTo>
                <a:lnTo>
                  <a:pt x="18" y="340"/>
                </a:lnTo>
                <a:lnTo>
                  <a:pt x="22" y="348"/>
                </a:lnTo>
                <a:lnTo>
                  <a:pt x="25" y="357"/>
                </a:lnTo>
                <a:lnTo>
                  <a:pt x="29" y="364"/>
                </a:lnTo>
                <a:lnTo>
                  <a:pt x="34" y="372"/>
                </a:lnTo>
                <a:lnTo>
                  <a:pt x="39" y="380"/>
                </a:lnTo>
                <a:lnTo>
                  <a:pt x="44" y="387"/>
                </a:lnTo>
                <a:lnTo>
                  <a:pt x="49" y="394"/>
                </a:lnTo>
                <a:lnTo>
                  <a:pt x="55" y="402"/>
                </a:lnTo>
                <a:lnTo>
                  <a:pt x="61" y="409"/>
                </a:lnTo>
                <a:lnTo>
                  <a:pt x="67" y="416"/>
                </a:lnTo>
                <a:lnTo>
                  <a:pt x="74" y="422"/>
                </a:lnTo>
                <a:lnTo>
                  <a:pt x="81" y="429"/>
                </a:lnTo>
                <a:lnTo>
                  <a:pt x="88" y="436"/>
                </a:lnTo>
                <a:lnTo>
                  <a:pt x="96" y="442"/>
                </a:lnTo>
                <a:lnTo>
                  <a:pt x="103" y="448"/>
                </a:lnTo>
                <a:lnTo>
                  <a:pt x="111" y="454"/>
                </a:lnTo>
                <a:lnTo>
                  <a:pt x="120" y="460"/>
                </a:lnTo>
                <a:lnTo>
                  <a:pt x="128" y="465"/>
                </a:lnTo>
                <a:lnTo>
                  <a:pt x="137" y="471"/>
                </a:lnTo>
                <a:lnTo>
                  <a:pt x="146" y="476"/>
                </a:lnTo>
                <a:lnTo>
                  <a:pt x="155" y="481"/>
                </a:lnTo>
                <a:lnTo>
                  <a:pt x="165" y="486"/>
                </a:lnTo>
                <a:lnTo>
                  <a:pt x="175" y="490"/>
                </a:lnTo>
                <a:lnTo>
                  <a:pt x="184" y="494"/>
                </a:lnTo>
                <a:lnTo>
                  <a:pt x="194" y="499"/>
                </a:lnTo>
                <a:lnTo>
                  <a:pt x="205" y="502"/>
                </a:lnTo>
                <a:lnTo>
                  <a:pt x="215" y="506"/>
                </a:lnTo>
                <a:lnTo>
                  <a:pt x="226" y="510"/>
                </a:lnTo>
                <a:lnTo>
                  <a:pt x="236" y="513"/>
                </a:lnTo>
                <a:lnTo>
                  <a:pt x="247" y="516"/>
                </a:lnTo>
                <a:lnTo>
                  <a:pt x="258" y="518"/>
                </a:lnTo>
                <a:lnTo>
                  <a:pt x="269" y="521"/>
                </a:lnTo>
                <a:lnTo>
                  <a:pt x="280" y="523"/>
                </a:lnTo>
                <a:lnTo>
                  <a:pt x="292" y="525"/>
                </a:lnTo>
                <a:lnTo>
                  <a:pt x="303" y="527"/>
                </a:lnTo>
                <a:lnTo>
                  <a:pt x="314" y="528"/>
                </a:lnTo>
                <a:lnTo>
                  <a:pt x="326" y="529"/>
                </a:lnTo>
                <a:lnTo>
                  <a:pt x="337" y="530"/>
                </a:lnTo>
                <a:lnTo>
                  <a:pt x="349" y="531"/>
                </a:lnTo>
                <a:lnTo>
                  <a:pt x="360" y="531"/>
                </a:lnTo>
                <a:lnTo>
                  <a:pt x="372" y="531"/>
                </a:lnTo>
                <a:lnTo>
                  <a:pt x="384" y="531"/>
                </a:lnTo>
                <a:lnTo>
                  <a:pt x="395" y="531"/>
                </a:lnTo>
                <a:lnTo>
                  <a:pt x="407" y="530"/>
                </a:lnTo>
                <a:lnTo>
                  <a:pt x="418" y="529"/>
                </a:lnTo>
                <a:lnTo>
                  <a:pt x="430" y="528"/>
                </a:lnTo>
                <a:lnTo>
                  <a:pt x="441" y="527"/>
                </a:lnTo>
                <a:lnTo>
                  <a:pt x="452" y="525"/>
                </a:lnTo>
                <a:lnTo>
                  <a:pt x="464" y="523"/>
                </a:lnTo>
                <a:lnTo>
                  <a:pt x="475" y="521"/>
                </a:lnTo>
                <a:lnTo>
                  <a:pt x="486" y="518"/>
                </a:lnTo>
                <a:lnTo>
                  <a:pt x="497" y="516"/>
                </a:lnTo>
                <a:lnTo>
                  <a:pt x="508" y="513"/>
                </a:lnTo>
                <a:lnTo>
                  <a:pt x="518" y="510"/>
                </a:lnTo>
                <a:lnTo>
                  <a:pt x="529" y="506"/>
                </a:lnTo>
                <a:lnTo>
                  <a:pt x="539" y="502"/>
                </a:lnTo>
                <a:lnTo>
                  <a:pt x="549" y="499"/>
                </a:lnTo>
                <a:lnTo>
                  <a:pt x="559" y="494"/>
                </a:lnTo>
                <a:lnTo>
                  <a:pt x="569" y="490"/>
                </a:lnTo>
                <a:lnTo>
                  <a:pt x="579" y="486"/>
                </a:lnTo>
                <a:lnTo>
                  <a:pt x="588" y="481"/>
                </a:lnTo>
                <a:lnTo>
                  <a:pt x="598" y="476"/>
                </a:lnTo>
                <a:lnTo>
                  <a:pt x="607" y="471"/>
                </a:lnTo>
                <a:lnTo>
                  <a:pt x="616" y="465"/>
                </a:lnTo>
                <a:lnTo>
                  <a:pt x="624" y="460"/>
                </a:lnTo>
                <a:lnTo>
                  <a:pt x="632" y="454"/>
                </a:lnTo>
                <a:lnTo>
                  <a:pt x="640" y="448"/>
                </a:lnTo>
                <a:lnTo>
                  <a:pt x="648" y="442"/>
                </a:lnTo>
                <a:lnTo>
                  <a:pt x="656" y="436"/>
                </a:lnTo>
                <a:lnTo>
                  <a:pt x="663" y="429"/>
                </a:lnTo>
                <a:lnTo>
                  <a:pt x="671" y="422"/>
                </a:lnTo>
                <a:lnTo>
                  <a:pt x="678" y="416"/>
                </a:lnTo>
                <a:lnTo>
                  <a:pt x="684" y="409"/>
                </a:lnTo>
                <a:lnTo>
                  <a:pt x="690" y="402"/>
                </a:lnTo>
                <a:lnTo>
                  <a:pt x="696" y="394"/>
                </a:lnTo>
                <a:lnTo>
                  <a:pt x="701" y="387"/>
                </a:lnTo>
                <a:lnTo>
                  <a:pt x="706" y="380"/>
                </a:lnTo>
                <a:lnTo>
                  <a:pt x="711" y="372"/>
                </a:lnTo>
                <a:lnTo>
                  <a:pt x="715" y="364"/>
                </a:lnTo>
                <a:lnTo>
                  <a:pt x="720" y="357"/>
                </a:lnTo>
                <a:lnTo>
                  <a:pt x="723" y="348"/>
                </a:lnTo>
                <a:lnTo>
                  <a:pt x="727" y="340"/>
                </a:lnTo>
                <a:lnTo>
                  <a:pt x="730" y="332"/>
                </a:lnTo>
                <a:lnTo>
                  <a:pt x="732" y="324"/>
                </a:lnTo>
                <a:lnTo>
                  <a:pt x="735" y="316"/>
                </a:lnTo>
                <a:lnTo>
                  <a:pt x="737" y="308"/>
                </a:lnTo>
                <a:lnTo>
                  <a:pt x="738" y="299"/>
                </a:lnTo>
                <a:lnTo>
                  <a:pt x="740" y="291"/>
                </a:lnTo>
                <a:lnTo>
                  <a:pt x="741" y="283"/>
                </a:lnTo>
                <a:lnTo>
                  <a:pt x="741" y="275"/>
                </a:lnTo>
                <a:lnTo>
                  <a:pt x="741" y="266"/>
                </a:lnTo>
                <a:moveTo>
                  <a:pt x="745" y="266"/>
                </a:moveTo>
                <a:lnTo>
                  <a:pt x="745" y="275"/>
                </a:lnTo>
                <a:lnTo>
                  <a:pt x="744" y="283"/>
                </a:lnTo>
                <a:lnTo>
                  <a:pt x="744" y="291"/>
                </a:lnTo>
                <a:lnTo>
                  <a:pt x="742" y="300"/>
                </a:lnTo>
                <a:lnTo>
                  <a:pt x="741" y="308"/>
                </a:lnTo>
                <a:lnTo>
                  <a:pt x="739" y="316"/>
                </a:lnTo>
                <a:lnTo>
                  <a:pt x="736" y="324"/>
                </a:lnTo>
                <a:lnTo>
                  <a:pt x="734" y="333"/>
                </a:lnTo>
                <a:lnTo>
                  <a:pt x="730" y="341"/>
                </a:lnTo>
                <a:lnTo>
                  <a:pt x="727" y="349"/>
                </a:lnTo>
                <a:lnTo>
                  <a:pt x="723" y="358"/>
                </a:lnTo>
                <a:lnTo>
                  <a:pt x="719" y="365"/>
                </a:lnTo>
                <a:lnTo>
                  <a:pt x="715" y="373"/>
                </a:lnTo>
                <a:lnTo>
                  <a:pt x="710" y="381"/>
                </a:lnTo>
                <a:lnTo>
                  <a:pt x="705" y="388"/>
                </a:lnTo>
                <a:lnTo>
                  <a:pt x="699" y="396"/>
                </a:lnTo>
                <a:lnTo>
                  <a:pt x="693" y="403"/>
                </a:lnTo>
                <a:lnTo>
                  <a:pt x="687" y="410"/>
                </a:lnTo>
                <a:lnTo>
                  <a:pt x="681" y="417"/>
                </a:lnTo>
                <a:lnTo>
                  <a:pt x="674" y="424"/>
                </a:lnTo>
                <a:lnTo>
                  <a:pt x="666" y="431"/>
                </a:lnTo>
                <a:lnTo>
                  <a:pt x="659" y="437"/>
                </a:lnTo>
                <a:lnTo>
                  <a:pt x="651" y="444"/>
                </a:lnTo>
                <a:lnTo>
                  <a:pt x="643" y="450"/>
                </a:lnTo>
                <a:lnTo>
                  <a:pt x="635" y="456"/>
                </a:lnTo>
                <a:lnTo>
                  <a:pt x="627" y="462"/>
                </a:lnTo>
                <a:lnTo>
                  <a:pt x="618" y="467"/>
                </a:lnTo>
                <a:lnTo>
                  <a:pt x="609" y="473"/>
                </a:lnTo>
                <a:lnTo>
                  <a:pt x="600" y="478"/>
                </a:lnTo>
                <a:lnTo>
                  <a:pt x="591" y="483"/>
                </a:lnTo>
                <a:lnTo>
                  <a:pt x="581" y="488"/>
                </a:lnTo>
                <a:lnTo>
                  <a:pt x="571" y="492"/>
                </a:lnTo>
                <a:lnTo>
                  <a:pt x="561" y="497"/>
                </a:lnTo>
                <a:lnTo>
                  <a:pt x="551" y="501"/>
                </a:lnTo>
                <a:lnTo>
                  <a:pt x="541" y="505"/>
                </a:lnTo>
                <a:lnTo>
                  <a:pt x="530" y="509"/>
                </a:lnTo>
                <a:lnTo>
                  <a:pt x="520" y="512"/>
                </a:lnTo>
                <a:lnTo>
                  <a:pt x="509" y="515"/>
                </a:lnTo>
                <a:lnTo>
                  <a:pt x="498" y="518"/>
                </a:lnTo>
                <a:lnTo>
                  <a:pt x="487" y="521"/>
                </a:lnTo>
                <a:lnTo>
                  <a:pt x="476" y="523"/>
                </a:lnTo>
                <a:lnTo>
                  <a:pt x="465" y="526"/>
                </a:lnTo>
                <a:lnTo>
                  <a:pt x="453" y="528"/>
                </a:lnTo>
                <a:lnTo>
                  <a:pt x="442" y="529"/>
                </a:lnTo>
                <a:lnTo>
                  <a:pt x="430" y="531"/>
                </a:lnTo>
                <a:lnTo>
                  <a:pt x="419" y="532"/>
                </a:lnTo>
                <a:lnTo>
                  <a:pt x="407" y="533"/>
                </a:lnTo>
                <a:lnTo>
                  <a:pt x="395" y="533"/>
                </a:lnTo>
                <a:lnTo>
                  <a:pt x="384" y="534"/>
                </a:lnTo>
                <a:lnTo>
                  <a:pt x="372" y="534"/>
                </a:lnTo>
                <a:lnTo>
                  <a:pt x="360" y="534"/>
                </a:lnTo>
                <a:lnTo>
                  <a:pt x="349" y="533"/>
                </a:lnTo>
                <a:lnTo>
                  <a:pt x="337" y="533"/>
                </a:lnTo>
                <a:lnTo>
                  <a:pt x="325" y="532"/>
                </a:lnTo>
                <a:lnTo>
                  <a:pt x="314" y="531"/>
                </a:lnTo>
                <a:lnTo>
                  <a:pt x="302" y="529"/>
                </a:lnTo>
                <a:lnTo>
                  <a:pt x="291" y="528"/>
                </a:lnTo>
                <a:lnTo>
                  <a:pt x="279" y="526"/>
                </a:lnTo>
                <a:lnTo>
                  <a:pt x="268" y="523"/>
                </a:lnTo>
                <a:lnTo>
                  <a:pt x="257" y="521"/>
                </a:lnTo>
                <a:lnTo>
                  <a:pt x="246" y="518"/>
                </a:lnTo>
                <a:lnTo>
                  <a:pt x="235" y="515"/>
                </a:lnTo>
                <a:lnTo>
                  <a:pt x="224" y="512"/>
                </a:lnTo>
                <a:lnTo>
                  <a:pt x="213" y="509"/>
                </a:lnTo>
                <a:lnTo>
                  <a:pt x="203" y="505"/>
                </a:lnTo>
                <a:lnTo>
                  <a:pt x="193" y="501"/>
                </a:lnTo>
                <a:lnTo>
                  <a:pt x="182" y="497"/>
                </a:lnTo>
                <a:lnTo>
                  <a:pt x="172" y="492"/>
                </a:lnTo>
                <a:lnTo>
                  <a:pt x="163" y="488"/>
                </a:lnTo>
                <a:lnTo>
                  <a:pt x="153" y="483"/>
                </a:lnTo>
                <a:lnTo>
                  <a:pt x="144" y="478"/>
                </a:lnTo>
                <a:lnTo>
                  <a:pt x="135" y="473"/>
                </a:lnTo>
                <a:lnTo>
                  <a:pt x="126" y="467"/>
                </a:lnTo>
                <a:lnTo>
                  <a:pt x="117" y="462"/>
                </a:lnTo>
                <a:lnTo>
                  <a:pt x="109" y="456"/>
                </a:lnTo>
                <a:lnTo>
                  <a:pt x="101" y="450"/>
                </a:lnTo>
                <a:lnTo>
                  <a:pt x="93" y="444"/>
                </a:lnTo>
                <a:lnTo>
                  <a:pt x="85" y="437"/>
                </a:lnTo>
                <a:lnTo>
                  <a:pt x="78" y="431"/>
                </a:lnTo>
                <a:lnTo>
                  <a:pt x="71" y="424"/>
                </a:lnTo>
                <a:lnTo>
                  <a:pt x="64" y="417"/>
                </a:lnTo>
                <a:lnTo>
                  <a:pt x="58" y="410"/>
                </a:lnTo>
                <a:lnTo>
                  <a:pt x="52" y="403"/>
                </a:lnTo>
                <a:lnTo>
                  <a:pt x="46" y="396"/>
                </a:lnTo>
                <a:lnTo>
                  <a:pt x="40" y="388"/>
                </a:lnTo>
                <a:lnTo>
                  <a:pt x="35" y="381"/>
                </a:lnTo>
                <a:lnTo>
                  <a:pt x="30" y="373"/>
                </a:lnTo>
                <a:lnTo>
                  <a:pt x="26" y="365"/>
                </a:lnTo>
                <a:lnTo>
                  <a:pt x="22" y="358"/>
                </a:lnTo>
                <a:lnTo>
                  <a:pt x="18" y="349"/>
                </a:lnTo>
                <a:lnTo>
                  <a:pt x="14" y="341"/>
                </a:lnTo>
                <a:lnTo>
                  <a:pt x="11" y="333"/>
                </a:lnTo>
                <a:lnTo>
                  <a:pt x="9" y="324"/>
                </a:lnTo>
                <a:lnTo>
                  <a:pt x="6" y="316"/>
                </a:lnTo>
                <a:lnTo>
                  <a:pt x="4" y="308"/>
                </a:lnTo>
                <a:lnTo>
                  <a:pt x="3" y="300"/>
                </a:lnTo>
                <a:lnTo>
                  <a:pt x="1" y="291"/>
                </a:lnTo>
                <a:lnTo>
                  <a:pt x="0" y="283"/>
                </a:lnTo>
                <a:lnTo>
                  <a:pt x="0" y="275"/>
                </a:lnTo>
                <a:lnTo>
                  <a:pt x="0" y="266"/>
                </a:lnTo>
                <a:lnTo>
                  <a:pt x="0" y="258"/>
                </a:lnTo>
                <a:lnTo>
                  <a:pt x="0" y="250"/>
                </a:lnTo>
                <a:lnTo>
                  <a:pt x="1" y="241"/>
                </a:lnTo>
                <a:lnTo>
                  <a:pt x="3" y="233"/>
                </a:lnTo>
                <a:lnTo>
                  <a:pt x="4" y="225"/>
                </a:lnTo>
                <a:lnTo>
                  <a:pt x="6" y="216"/>
                </a:lnTo>
                <a:lnTo>
                  <a:pt x="9" y="208"/>
                </a:lnTo>
                <a:lnTo>
                  <a:pt x="11" y="200"/>
                </a:lnTo>
                <a:lnTo>
                  <a:pt x="14" y="192"/>
                </a:lnTo>
                <a:lnTo>
                  <a:pt x="18" y="184"/>
                </a:lnTo>
                <a:lnTo>
                  <a:pt x="22" y="176"/>
                </a:lnTo>
                <a:lnTo>
                  <a:pt x="26" y="168"/>
                </a:lnTo>
                <a:lnTo>
                  <a:pt x="30" y="160"/>
                </a:lnTo>
                <a:lnTo>
                  <a:pt x="35" y="153"/>
                </a:lnTo>
                <a:lnTo>
                  <a:pt x="40" y="145"/>
                </a:lnTo>
                <a:lnTo>
                  <a:pt x="46" y="138"/>
                </a:lnTo>
                <a:lnTo>
                  <a:pt x="52" y="131"/>
                </a:lnTo>
                <a:lnTo>
                  <a:pt x="58" y="123"/>
                </a:lnTo>
                <a:lnTo>
                  <a:pt x="64" y="116"/>
                </a:lnTo>
                <a:lnTo>
                  <a:pt x="71" y="110"/>
                </a:lnTo>
                <a:lnTo>
                  <a:pt x="78" y="103"/>
                </a:lnTo>
                <a:lnTo>
                  <a:pt x="85" y="96"/>
                </a:lnTo>
                <a:lnTo>
                  <a:pt x="93" y="90"/>
                </a:lnTo>
                <a:lnTo>
                  <a:pt x="101" y="84"/>
                </a:lnTo>
                <a:lnTo>
                  <a:pt x="109" y="78"/>
                </a:lnTo>
                <a:lnTo>
                  <a:pt x="117" y="72"/>
                </a:lnTo>
                <a:lnTo>
                  <a:pt x="126" y="66"/>
                </a:lnTo>
                <a:lnTo>
                  <a:pt x="135" y="61"/>
                </a:lnTo>
                <a:lnTo>
                  <a:pt x="144" y="56"/>
                </a:lnTo>
                <a:lnTo>
                  <a:pt x="153" y="51"/>
                </a:lnTo>
                <a:lnTo>
                  <a:pt x="163" y="46"/>
                </a:lnTo>
                <a:lnTo>
                  <a:pt x="172" y="41"/>
                </a:lnTo>
                <a:lnTo>
                  <a:pt x="182" y="37"/>
                </a:lnTo>
                <a:lnTo>
                  <a:pt x="193" y="33"/>
                </a:lnTo>
                <a:lnTo>
                  <a:pt x="203" y="29"/>
                </a:lnTo>
                <a:lnTo>
                  <a:pt x="213" y="25"/>
                </a:lnTo>
                <a:lnTo>
                  <a:pt x="224" y="22"/>
                </a:lnTo>
                <a:lnTo>
                  <a:pt x="235" y="18"/>
                </a:lnTo>
                <a:lnTo>
                  <a:pt x="246" y="15"/>
                </a:lnTo>
                <a:lnTo>
                  <a:pt x="257" y="13"/>
                </a:lnTo>
                <a:lnTo>
                  <a:pt x="268" y="10"/>
                </a:lnTo>
                <a:lnTo>
                  <a:pt x="279" y="8"/>
                </a:lnTo>
                <a:lnTo>
                  <a:pt x="291" y="6"/>
                </a:lnTo>
                <a:lnTo>
                  <a:pt x="302" y="4"/>
                </a:lnTo>
                <a:lnTo>
                  <a:pt x="314" y="3"/>
                </a:lnTo>
                <a:lnTo>
                  <a:pt x="325" y="2"/>
                </a:lnTo>
                <a:lnTo>
                  <a:pt x="337" y="1"/>
                </a:lnTo>
                <a:lnTo>
                  <a:pt x="349" y="0"/>
                </a:lnTo>
                <a:lnTo>
                  <a:pt x="360" y="0"/>
                </a:lnTo>
                <a:lnTo>
                  <a:pt x="372" y="0"/>
                </a:lnTo>
                <a:lnTo>
                  <a:pt x="384" y="0"/>
                </a:lnTo>
                <a:lnTo>
                  <a:pt x="395" y="0"/>
                </a:lnTo>
                <a:lnTo>
                  <a:pt x="407" y="1"/>
                </a:lnTo>
                <a:lnTo>
                  <a:pt x="419" y="2"/>
                </a:lnTo>
                <a:lnTo>
                  <a:pt x="430" y="3"/>
                </a:lnTo>
                <a:lnTo>
                  <a:pt x="442" y="4"/>
                </a:lnTo>
                <a:lnTo>
                  <a:pt x="453" y="6"/>
                </a:lnTo>
                <a:lnTo>
                  <a:pt x="465" y="8"/>
                </a:lnTo>
                <a:lnTo>
                  <a:pt x="476" y="10"/>
                </a:lnTo>
                <a:lnTo>
                  <a:pt x="487" y="13"/>
                </a:lnTo>
                <a:lnTo>
                  <a:pt x="498" y="15"/>
                </a:lnTo>
                <a:lnTo>
                  <a:pt x="509" y="18"/>
                </a:lnTo>
                <a:lnTo>
                  <a:pt x="520" y="22"/>
                </a:lnTo>
                <a:lnTo>
                  <a:pt x="530" y="25"/>
                </a:lnTo>
                <a:lnTo>
                  <a:pt x="541" y="29"/>
                </a:lnTo>
                <a:lnTo>
                  <a:pt x="551" y="33"/>
                </a:lnTo>
                <a:lnTo>
                  <a:pt x="561" y="37"/>
                </a:lnTo>
                <a:lnTo>
                  <a:pt x="571" y="41"/>
                </a:lnTo>
                <a:lnTo>
                  <a:pt x="581" y="46"/>
                </a:lnTo>
                <a:lnTo>
                  <a:pt x="591" y="51"/>
                </a:lnTo>
                <a:lnTo>
                  <a:pt x="600" y="56"/>
                </a:lnTo>
                <a:lnTo>
                  <a:pt x="609" y="61"/>
                </a:lnTo>
                <a:lnTo>
                  <a:pt x="618" y="66"/>
                </a:lnTo>
                <a:lnTo>
                  <a:pt x="627" y="72"/>
                </a:lnTo>
                <a:lnTo>
                  <a:pt x="635" y="78"/>
                </a:lnTo>
                <a:lnTo>
                  <a:pt x="643" y="84"/>
                </a:lnTo>
                <a:lnTo>
                  <a:pt x="651" y="90"/>
                </a:lnTo>
                <a:lnTo>
                  <a:pt x="659" y="96"/>
                </a:lnTo>
                <a:lnTo>
                  <a:pt x="666" y="103"/>
                </a:lnTo>
                <a:lnTo>
                  <a:pt x="674" y="110"/>
                </a:lnTo>
                <a:lnTo>
                  <a:pt x="681" y="116"/>
                </a:lnTo>
                <a:lnTo>
                  <a:pt x="687" y="123"/>
                </a:lnTo>
                <a:lnTo>
                  <a:pt x="693" y="131"/>
                </a:lnTo>
                <a:lnTo>
                  <a:pt x="699" y="138"/>
                </a:lnTo>
                <a:lnTo>
                  <a:pt x="705" y="145"/>
                </a:lnTo>
                <a:lnTo>
                  <a:pt x="710" y="153"/>
                </a:lnTo>
                <a:lnTo>
                  <a:pt x="715" y="160"/>
                </a:lnTo>
                <a:lnTo>
                  <a:pt x="719" y="168"/>
                </a:lnTo>
                <a:lnTo>
                  <a:pt x="723" y="176"/>
                </a:lnTo>
                <a:lnTo>
                  <a:pt x="727" y="184"/>
                </a:lnTo>
                <a:lnTo>
                  <a:pt x="730" y="192"/>
                </a:lnTo>
                <a:lnTo>
                  <a:pt x="734" y="200"/>
                </a:lnTo>
                <a:lnTo>
                  <a:pt x="736" y="208"/>
                </a:lnTo>
                <a:lnTo>
                  <a:pt x="739" y="216"/>
                </a:lnTo>
                <a:lnTo>
                  <a:pt x="741" y="225"/>
                </a:lnTo>
                <a:lnTo>
                  <a:pt x="742" y="233"/>
                </a:lnTo>
                <a:lnTo>
                  <a:pt x="744" y="241"/>
                </a:lnTo>
                <a:lnTo>
                  <a:pt x="744" y="250"/>
                </a:lnTo>
                <a:lnTo>
                  <a:pt x="745" y="258"/>
                </a:lnTo>
                <a:lnTo>
                  <a:pt x="745" y="266"/>
                </a:lnTo>
                <a:close/>
              </a:path>
            </a:pathLst>
          </a:custGeom>
          <a:solidFill>
            <a:srgbClr val="ffe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6" name=""/>
          <p:cNvSpPr/>
          <p:nvPr/>
        </p:nvSpPr>
        <p:spPr>
          <a:xfrm>
            <a:off x="7927200" y="2847240"/>
            <a:ext cx="271080" cy="194400"/>
          </a:xfrm>
          <a:custGeom>
            <a:avLst/>
            <a:gdLst/>
            <a:ahLst/>
            <a:rect l="0" t="0" r="r" b="b"/>
            <a:pathLst>
              <a:path w="753" h="540">
                <a:moveTo>
                  <a:pt x="749" y="269"/>
                </a:moveTo>
                <a:lnTo>
                  <a:pt x="749" y="261"/>
                </a:lnTo>
                <a:lnTo>
                  <a:pt x="748" y="253"/>
                </a:lnTo>
                <a:lnTo>
                  <a:pt x="748" y="244"/>
                </a:lnTo>
                <a:lnTo>
                  <a:pt x="746" y="236"/>
                </a:lnTo>
                <a:lnTo>
                  <a:pt x="745" y="228"/>
                </a:lnTo>
                <a:lnTo>
                  <a:pt x="743" y="219"/>
                </a:lnTo>
                <a:lnTo>
                  <a:pt x="740" y="211"/>
                </a:lnTo>
                <a:lnTo>
                  <a:pt x="738" y="203"/>
                </a:lnTo>
                <a:lnTo>
                  <a:pt x="734" y="195"/>
                </a:lnTo>
                <a:lnTo>
                  <a:pt x="731" y="187"/>
                </a:lnTo>
                <a:lnTo>
                  <a:pt x="727" y="179"/>
                </a:lnTo>
                <a:lnTo>
                  <a:pt x="723" y="171"/>
                </a:lnTo>
                <a:lnTo>
                  <a:pt x="719" y="163"/>
                </a:lnTo>
                <a:lnTo>
                  <a:pt x="714" y="156"/>
                </a:lnTo>
                <a:lnTo>
                  <a:pt x="709" y="148"/>
                </a:lnTo>
                <a:lnTo>
                  <a:pt x="703" y="141"/>
                </a:lnTo>
                <a:lnTo>
                  <a:pt x="697" y="134"/>
                </a:lnTo>
                <a:lnTo>
                  <a:pt x="691" y="126"/>
                </a:lnTo>
                <a:lnTo>
                  <a:pt x="685" y="119"/>
                </a:lnTo>
                <a:lnTo>
                  <a:pt x="678" y="113"/>
                </a:lnTo>
                <a:lnTo>
                  <a:pt x="671" y="106"/>
                </a:lnTo>
                <a:lnTo>
                  <a:pt x="664" y="99"/>
                </a:lnTo>
                <a:lnTo>
                  <a:pt x="656" y="93"/>
                </a:lnTo>
                <a:lnTo>
                  <a:pt x="648" y="87"/>
                </a:lnTo>
                <a:lnTo>
                  <a:pt x="640" y="81"/>
                </a:lnTo>
                <a:lnTo>
                  <a:pt x="632" y="75"/>
                </a:lnTo>
                <a:lnTo>
                  <a:pt x="623" y="69"/>
                </a:lnTo>
                <a:lnTo>
                  <a:pt x="614" y="64"/>
                </a:lnTo>
                <a:lnTo>
                  <a:pt x="605" y="59"/>
                </a:lnTo>
                <a:lnTo>
                  <a:pt x="596" y="54"/>
                </a:lnTo>
                <a:lnTo>
                  <a:pt x="586" y="49"/>
                </a:lnTo>
                <a:lnTo>
                  <a:pt x="576" y="44"/>
                </a:lnTo>
                <a:lnTo>
                  <a:pt x="566" y="40"/>
                </a:lnTo>
                <a:lnTo>
                  <a:pt x="556" y="36"/>
                </a:lnTo>
                <a:lnTo>
                  <a:pt x="546" y="32"/>
                </a:lnTo>
                <a:lnTo>
                  <a:pt x="535" y="28"/>
                </a:lnTo>
                <a:lnTo>
                  <a:pt x="525" y="25"/>
                </a:lnTo>
                <a:lnTo>
                  <a:pt x="514" y="21"/>
                </a:lnTo>
                <a:lnTo>
                  <a:pt x="503" y="18"/>
                </a:lnTo>
                <a:lnTo>
                  <a:pt x="492" y="16"/>
                </a:lnTo>
                <a:lnTo>
                  <a:pt x="481" y="13"/>
                </a:lnTo>
                <a:lnTo>
                  <a:pt x="470" y="11"/>
                </a:lnTo>
                <a:lnTo>
                  <a:pt x="458" y="9"/>
                </a:lnTo>
                <a:lnTo>
                  <a:pt x="447" y="7"/>
                </a:lnTo>
                <a:lnTo>
                  <a:pt x="435" y="6"/>
                </a:lnTo>
                <a:lnTo>
                  <a:pt x="424" y="5"/>
                </a:lnTo>
                <a:lnTo>
                  <a:pt x="412" y="4"/>
                </a:lnTo>
                <a:lnTo>
                  <a:pt x="400" y="3"/>
                </a:lnTo>
                <a:lnTo>
                  <a:pt x="389" y="3"/>
                </a:lnTo>
                <a:lnTo>
                  <a:pt x="377" y="3"/>
                </a:lnTo>
                <a:lnTo>
                  <a:pt x="365" y="3"/>
                </a:lnTo>
                <a:lnTo>
                  <a:pt x="354" y="3"/>
                </a:lnTo>
                <a:lnTo>
                  <a:pt x="342" y="4"/>
                </a:lnTo>
                <a:lnTo>
                  <a:pt x="330" y="5"/>
                </a:lnTo>
                <a:lnTo>
                  <a:pt x="319" y="6"/>
                </a:lnTo>
                <a:lnTo>
                  <a:pt x="307" y="7"/>
                </a:lnTo>
                <a:lnTo>
                  <a:pt x="296" y="9"/>
                </a:lnTo>
                <a:lnTo>
                  <a:pt x="284" y="11"/>
                </a:lnTo>
                <a:lnTo>
                  <a:pt x="273" y="13"/>
                </a:lnTo>
                <a:lnTo>
                  <a:pt x="262" y="16"/>
                </a:lnTo>
                <a:lnTo>
                  <a:pt x="251" y="18"/>
                </a:lnTo>
                <a:lnTo>
                  <a:pt x="240" y="21"/>
                </a:lnTo>
                <a:lnTo>
                  <a:pt x="229" y="25"/>
                </a:lnTo>
                <a:lnTo>
                  <a:pt x="218" y="28"/>
                </a:lnTo>
                <a:lnTo>
                  <a:pt x="208" y="32"/>
                </a:lnTo>
                <a:lnTo>
                  <a:pt x="198" y="36"/>
                </a:lnTo>
                <a:lnTo>
                  <a:pt x="187" y="40"/>
                </a:lnTo>
                <a:lnTo>
                  <a:pt x="177" y="44"/>
                </a:lnTo>
                <a:lnTo>
                  <a:pt x="168" y="49"/>
                </a:lnTo>
                <a:lnTo>
                  <a:pt x="157" y="54"/>
                </a:lnTo>
                <a:lnTo>
                  <a:pt x="148" y="59"/>
                </a:lnTo>
                <a:lnTo>
                  <a:pt x="139" y="64"/>
                </a:lnTo>
                <a:lnTo>
                  <a:pt x="130" y="69"/>
                </a:lnTo>
                <a:lnTo>
                  <a:pt x="121" y="75"/>
                </a:lnTo>
                <a:lnTo>
                  <a:pt x="113" y="81"/>
                </a:lnTo>
                <a:lnTo>
                  <a:pt x="105" y="87"/>
                </a:lnTo>
                <a:lnTo>
                  <a:pt x="97" y="93"/>
                </a:lnTo>
                <a:lnTo>
                  <a:pt x="89" y="99"/>
                </a:lnTo>
                <a:lnTo>
                  <a:pt x="82" y="106"/>
                </a:lnTo>
                <a:lnTo>
                  <a:pt x="75" y="113"/>
                </a:lnTo>
                <a:lnTo>
                  <a:pt x="68" y="119"/>
                </a:lnTo>
                <a:lnTo>
                  <a:pt x="62" y="126"/>
                </a:lnTo>
                <a:lnTo>
                  <a:pt x="56" y="134"/>
                </a:lnTo>
                <a:lnTo>
                  <a:pt x="50" y="141"/>
                </a:lnTo>
                <a:lnTo>
                  <a:pt x="44" y="148"/>
                </a:lnTo>
                <a:lnTo>
                  <a:pt x="39" y="156"/>
                </a:lnTo>
                <a:lnTo>
                  <a:pt x="34" y="163"/>
                </a:lnTo>
                <a:lnTo>
                  <a:pt x="30" y="171"/>
                </a:lnTo>
                <a:lnTo>
                  <a:pt x="26" y="179"/>
                </a:lnTo>
                <a:lnTo>
                  <a:pt x="22" y="187"/>
                </a:lnTo>
                <a:lnTo>
                  <a:pt x="18" y="195"/>
                </a:lnTo>
                <a:lnTo>
                  <a:pt x="15" y="203"/>
                </a:lnTo>
                <a:lnTo>
                  <a:pt x="13" y="211"/>
                </a:lnTo>
                <a:lnTo>
                  <a:pt x="10" y="219"/>
                </a:lnTo>
                <a:lnTo>
                  <a:pt x="8" y="228"/>
                </a:lnTo>
                <a:lnTo>
                  <a:pt x="7" y="236"/>
                </a:lnTo>
                <a:lnTo>
                  <a:pt x="5" y="244"/>
                </a:lnTo>
                <a:lnTo>
                  <a:pt x="4" y="253"/>
                </a:lnTo>
                <a:lnTo>
                  <a:pt x="4" y="261"/>
                </a:lnTo>
                <a:lnTo>
                  <a:pt x="4" y="269"/>
                </a:lnTo>
                <a:lnTo>
                  <a:pt x="4" y="278"/>
                </a:lnTo>
                <a:lnTo>
                  <a:pt x="4" y="286"/>
                </a:lnTo>
                <a:lnTo>
                  <a:pt x="5" y="294"/>
                </a:lnTo>
                <a:lnTo>
                  <a:pt x="7" y="303"/>
                </a:lnTo>
                <a:lnTo>
                  <a:pt x="8" y="311"/>
                </a:lnTo>
                <a:lnTo>
                  <a:pt x="10" y="319"/>
                </a:lnTo>
                <a:lnTo>
                  <a:pt x="13" y="327"/>
                </a:lnTo>
                <a:lnTo>
                  <a:pt x="15" y="336"/>
                </a:lnTo>
                <a:lnTo>
                  <a:pt x="18" y="344"/>
                </a:lnTo>
                <a:lnTo>
                  <a:pt x="22" y="352"/>
                </a:lnTo>
                <a:lnTo>
                  <a:pt x="26" y="360"/>
                </a:lnTo>
                <a:lnTo>
                  <a:pt x="30" y="367"/>
                </a:lnTo>
                <a:lnTo>
                  <a:pt x="34" y="375"/>
                </a:lnTo>
                <a:lnTo>
                  <a:pt x="39" y="383"/>
                </a:lnTo>
                <a:lnTo>
                  <a:pt x="44" y="390"/>
                </a:lnTo>
                <a:lnTo>
                  <a:pt x="50" y="398"/>
                </a:lnTo>
                <a:lnTo>
                  <a:pt x="56" y="405"/>
                </a:lnTo>
                <a:lnTo>
                  <a:pt x="62" y="412"/>
                </a:lnTo>
                <a:lnTo>
                  <a:pt x="68" y="419"/>
                </a:lnTo>
                <a:lnTo>
                  <a:pt x="75" y="426"/>
                </a:lnTo>
                <a:lnTo>
                  <a:pt x="82" y="434"/>
                </a:lnTo>
                <a:lnTo>
                  <a:pt x="89" y="440"/>
                </a:lnTo>
                <a:lnTo>
                  <a:pt x="97" y="447"/>
                </a:lnTo>
                <a:lnTo>
                  <a:pt x="105" y="453"/>
                </a:lnTo>
                <a:lnTo>
                  <a:pt x="113" y="459"/>
                </a:lnTo>
                <a:lnTo>
                  <a:pt x="121" y="465"/>
                </a:lnTo>
                <a:lnTo>
                  <a:pt x="130" y="470"/>
                </a:lnTo>
                <a:lnTo>
                  <a:pt x="139" y="476"/>
                </a:lnTo>
                <a:lnTo>
                  <a:pt x="148" y="481"/>
                </a:lnTo>
                <a:lnTo>
                  <a:pt x="157" y="486"/>
                </a:lnTo>
                <a:lnTo>
                  <a:pt x="168" y="491"/>
                </a:lnTo>
                <a:lnTo>
                  <a:pt x="177" y="495"/>
                </a:lnTo>
                <a:lnTo>
                  <a:pt x="187" y="500"/>
                </a:lnTo>
                <a:lnTo>
                  <a:pt x="198" y="504"/>
                </a:lnTo>
                <a:lnTo>
                  <a:pt x="208" y="508"/>
                </a:lnTo>
                <a:lnTo>
                  <a:pt x="218" y="512"/>
                </a:lnTo>
                <a:lnTo>
                  <a:pt x="229" y="515"/>
                </a:lnTo>
                <a:lnTo>
                  <a:pt x="240" y="518"/>
                </a:lnTo>
                <a:lnTo>
                  <a:pt x="251" y="521"/>
                </a:lnTo>
                <a:lnTo>
                  <a:pt x="262" y="524"/>
                </a:lnTo>
                <a:lnTo>
                  <a:pt x="273" y="526"/>
                </a:lnTo>
                <a:lnTo>
                  <a:pt x="284" y="529"/>
                </a:lnTo>
                <a:lnTo>
                  <a:pt x="296" y="531"/>
                </a:lnTo>
                <a:lnTo>
                  <a:pt x="307" y="532"/>
                </a:lnTo>
                <a:lnTo>
                  <a:pt x="319" y="534"/>
                </a:lnTo>
                <a:lnTo>
                  <a:pt x="330" y="535"/>
                </a:lnTo>
                <a:lnTo>
                  <a:pt x="342" y="536"/>
                </a:lnTo>
                <a:lnTo>
                  <a:pt x="354" y="536"/>
                </a:lnTo>
                <a:lnTo>
                  <a:pt x="365" y="537"/>
                </a:lnTo>
                <a:lnTo>
                  <a:pt x="377" y="537"/>
                </a:lnTo>
                <a:lnTo>
                  <a:pt x="389" y="537"/>
                </a:lnTo>
                <a:lnTo>
                  <a:pt x="400" y="536"/>
                </a:lnTo>
                <a:lnTo>
                  <a:pt x="412" y="536"/>
                </a:lnTo>
                <a:lnTo>
                  <a:pt x="424" y="535"/>
                </a:lnTo>
                <a:lnTo>
                  <a:pt x="435" y="534"/>
                </a:lnTo>
                <a:lnTo>
                  <a:pt x="447" y="532"/>
                </a:lnTo>
                <a:lnTo>
                  <a:pt x="458" y="531"/>
                </a:lnTo>
                <a:lnTo>
                  <a:pt x="470" y="529"/>
                </a:lnTo>
                <a:lnTo>
                  <a:pt x="481" y="526"/>
                </a:lnTo>
                <a:lnTo>
                  <a:pt x="492" y="524"/>
                </a:lnTo>
                <a:lnTo>
                  <a:pt x="503" y="521"/>
                </a:lnTo>
                <a:lnTo>
                  <a:pt x="514" y="518"/>
                </a:lnTo>
                <a:lnTo>
                  <a:pt x="525" y="515"/>
                </a:lnTo>
                <a:lnTo>
                  <a:pt x="535" y="512"/>
                </a:lnTo>
                <a:lnTo>
                  <a:pt x="546" y="508"/>
                </a:lnTo>
                <a:lnTo>
                  <a:pt x="556" y="504"/>
                </a:lnTo>
                <a:lnTo>
                  <a:pt x="566" y="500"/>
                </a:lnTo>
                <a:lnTo>
                  <a:pt x="576" y="495"/>
                </a:lnTo>
                <a:lnTo>
                  <a:pt x="586" y="491"/>
                </a:lnTo>
                <a:lnTo>
                  <a:pt x="596" y="486"/>
                </a:lnTo>
                <a:lnTo>
                  <a:pt x="605" y="481"/>
                </a:lnTo>
                <a:lnTo>
                  <a:pt x="614" y="476"/>
                </a:lnTo>
                <a:lnTo>
                  <a:pt x="623" y="470"/>
                </a:lnTo>
                <a:lnTo>
                  <a:pt x="632" y="465"/>
                </a:lnTo>
                <a:lnTo>
                  <a:pt x="640" y="459"/>
                </a:lnTo>
                <a:lnTo>
                  <a:pt x="648" y="453"/>
                </a:lnTo>
                <a:lnTo>
                  <a:pt x="656" y="447"/>
                </a:lnTo>
                <a:lnTo>
                  <a:pt x="664" y="440"/>
                </a:lnTo>
                <a:lnTo>
                  <a:pt x="671" y="434"/>
                </a:lnTo>
                <a:lnTo>
                  <a:pt x="678" y="426"/>
                </a:lnTo>
                <a:lnTo>
                  <a:pt x="685" y="419"/>
                </a:lnTo>
                <a:lnTo>
                  <a:pt x="691" y="412"/>
                </a:lnTo>
                <a:lnTo>
                  <a:pt x="697" y="405"/>
                </a:lnTo>
                <a:lnTo>
                  <a:pt x="703" y="398"/>
                </a:lnTo>
                <a:lnTo>
                  <a:pt x="709" y="390"/>
                </a:lnTo>
                <a:lnTo>
                  <a:pt x="714" y="383"/>
                </a:lnTo>
                <a:lnTo>
                  <a:pt x="719" y="375"/>
                </a:lnTo>
                <a:lnTo>
                  <a:pt x="723" y="367"/>
                </a:lnTo>
                <a:lnTo>
                  <a:pt x="727" y="360"/>
                </a:lnTo>
                <a:lnTo>
                  <a:pt x="731" y="352"/>
                </a:lnTo>
                <a:lnTo>
                  <a:pt x="734" y="344"/>
                </a:lnTo>
                <a:lnTo>
                  <a:pt x="738" y="336"/>
                </a:lnTo>
                <a:lnTo>
                  <a:pt x="740" y="327"/>
                </a:lnTo>
                <a:lnTo>
                  <a:pt x="743" y="319"/>
                </a:lnTo>
                <a:lnTo>
                  <a:pt x="745" y="311"/>
                </a:lnTo>
                <a:lnTo>
                  <a:pt x="746" y="303"/>
                </a:lnTo>
                <a:lnTo>
                  <a:pt x="748" y="294"/>
                </a:lnTo>
                <a:lnTo>
                  <a:pt x="748" y="286"/>
                </a:lnTo>
                <a:lnTo>
                  <a:pt x="749" y="278"/>
                </a:lnTo>
                <a:lnTo>
                  <a:pt x="749" y="269"/>
                </a:lnTo>
                <a:moveTo>
                  <a:pt x="753" y="269"/>
                </a:moveTo>
                <a:lnTo>
                  <a:pt x="753" y="278"/>
                </a:lnTo>
                <a:lnTo>
                  <a:pt x="752" y="286"/>
                </a:lnTo>
                <a:lnTo>
                  <a:pt x="751" y="295"/>
                </a:lnTo>
                <a:lnTo>
                  <a:pt x="750" y="303"/>
                </a:lnTo>
                <a:lnTo>
                  <a:pt x="748" y="311"/>
                </a:lnTo>
                <a:lnTo>
                  <a:pt x="746" y="320"/>
                </a:lnTo>
                <a:lnTo>
                  <a:pt x="744" y="328"/>
                </a:lnTo>
                <a:lnTo>
                  <a:pt x="741" y="336"/>
                </a:lnTo>
                <a:lnTo>
                  <a:pt x="738" y="344"/>
                </a:lnTo>
                <a:lnTo>
                  <a:pt x="735" y="353"/>
                </a:lnTo>
                <a:lnTo>
                  <a:pt x="731" y="361"/>
                </a:lnTo>
                <a:lnTo>
                  <a:pt x="727" y="369"/>
                </a:lnTo>
                <a:lnTo>
                  <a:pt x="722" y="376"/>
                </a:lnTo>
                <a:lnTo>
                  <a:pt x="717" y="384"/>
                </a:lnTo>
                <a:lnTo>
                  <a:pt x="712" y="392"/>
                </a:lnTo>
                <a:lnTo>
                  <a:pt x="707" y="399"/>
                </a:lnTo>
                <a:lnTo>
                  <a:pt x="701" y="406"/>
                </a:lnTo>
                <a:lnTo>
                  <a:pt x="695" y="414"/>
                </a:lnTo>
                <a:lnTo>
                  <a:pt x="688" y="421"/>
                </a:lnTo>
                <a:lnTo>
                  <a:pt x="681" y="428"/>
                </a:lnTo>
                <a:lnTo>
                  <a:pt x="674" y="435"/>
                </a:lnTo>
                <a:lnTo>
                  <a:pt x="667" y="442"/>
                </a:lnTo>
                <a:lnTo>
                  <a:pt x="659" y="449"/>
                </a:lnTo>
                <a:lnTo>
                  <a:pt x="651" y="455"/>
                </a:lnTo>
                <a:lnTo>
                  <a:pt x="643" y="461"/>
                </a:lnTo>
                <a:lnTo>
                  <a:pt x="634" y="467"/>
                </a:lnTo>
                <a:lnTo>
                  <a:pt x="626" y="472"/>
                </a:lnTo>
                <a:lnTo>
                  <a:pt x="617" y="478"/>
                </a:lnTo>
                <a:lnTo>
                  <a:pt x="607" y="483"/>
                </a:lnTo>
                <a:lnTo>
                  <a:pt x="598" y="488"/>
                </a:lnTo>
                <a:lnTo>
                  <a:pt x="588" y="493"/>
                </a:lnTo>
                <a:lnTo>
                  <a:pt x="578" y="498"/>
                </a:lnTo>
                <a:lnTo>
                  <a:pt x="568" y="502"/>
                </a:lnTo>
                <a:lnTo>
                  <a:pt x="558" y="506"/>
                </a:lnTo>
                <a:lnTo>
                  <a:pt x="548" y="510"/>
                </a:lnTo>
                <a:lnTo>
                  <a:pt x="537" y="514"/>
                </a:lnTo>
                <a:lnTo>
                  <a:pt x="526" y="518"/>
                </a:lnTo>
                <a:lnTo>
                  <a:pt x="515" y="521"/>
                </a:lnTo>
                <a:lnTo>
                  <a:pt x="504" y="524"/>
                </a:lnTo>
                <a:lnTo>
                  <a:pt x="493" y="527"/>
                </a:lnTo>
                <a:lnTo>
                  <a:pt x="482" y="529"/>
                </a:lnTo>
                <a:lnTo>
                  <a:pt x="470" y="531"/>
                </a:lnTo>
                <a:lnTo>
                  <a:pt x="459" y="533"/>
                </a:lnTo>
                <a:lnTo>
                  <a:pt x="447" y="535"/>
                </a:lnTo>
                <a:lnTo>
                  <a:pt x="436" y="536"/>
                </a:lnTo>
                <a:lnTo>
                  <a:pt x="424" y="538"/>
                </a:lnTo>
                <a:lnTo>
                  <a:pt x="412" y="539"/>
                </a:lnTo>
                <a:lnTo>
                  <a:pt x="401" y="539"/>
                </a:lnTo>
                <a:lnTo>
                  <a:pt x="389" y="540"/>
                </a:lnTo>
                <a:lnTo>
                  <a:pt x="377" y="540"/>
                </a:lnTo>
                <a:lnTo>
                  <a:pt x="365" y="540"/>
                </a:lnTo>
                <a:lnTo>
                  <a:pt x="353" y="539"/>
                </a:lnTo>
                <a:lnTo>
                  <a:pt x="342" y="539"/>
                </a:lnTo>
                <a:lnTo>
                  <a:pt x="330" y="538"/>
                </a:lnTo>
                <a:lnTo>
                  <a:pt x="318" y="536"/>
                </a:lnTo>
                <a:lnTo>
                  <a:pt x="306" y="535"/>
                </a:lnTo>
                <a:lnTo>
                  <a:pt x="295" y="533"/>
                </a:lnTo>
                <a:lnTo>
                  <a:pt x="283" y="531"/>
                </a:lnTo>
                <a:lnTo>
                  <a:pt x="272" y="529"/>
                </a:lnTo>
                <a:lnTo>
                  <a:pt x="261" y="527"/>
                </a:lnTo>
                <a:lnTo>
                  <a:pt x="250" y="524"/>
                </a:lnTo>
                <a:lnTo>
                  <a:pt x="238" y="521"/>
                </a:lnTo>
                <a:lnTo>
                  <a:pt x="228" y="518"/>
                </a:lnTo>
                <a:lnTo>
                  <a:pt x="217" y="514"/>
                </a:lnTo>
                <a:lnTo>
                  <a:pt x="206" y="510"/>
                </a:lnTo>
                <a:lnTo>
                  <a:pt x="196" y="506"/>
                </a:lnTo>
                <a:lnTo>
                  <a:pt x="185" y="502"/>
                </a:lnTo>
                <a:lnTo>
                  <a:pt x="175" y="498"/>
                </a:lnTo>
                <a:lnTo>
                  <a:pt x="166" y="493"/>
                </a:lnTo>
                <a:lnTo>
                  <a:pt x="155" y="488"/>
                </a:lnTo>
                <a:lnTo>
                  <a:pt x="145" y="483"/>
                </a:lnTo>
                <a:lnTo>
                  <a:pt x="136" y="478"/>
                </a:lnTo>
                <a:lnTo>
                  <a:pt x="127" y="472"/>
                </a:lnTo>
                <a:lnTo>
                  <a:pt x="118" y="467"/>
                </a:lnTo>
                <a:lnTo>
                  <a:pt x="110" y="461"/>
                </a:lnTo>
                <a:lnTo>
                  <a:pt x="102" y="455"/>
                </a:lnTo>
                <a:lnTo>
                  <a:pt x="94" y="449"/>
                </a:lnTo>
                <a:lnTo>
                  <a:pt x="86" y="442"/>
                </a:lnTo>
                <a:lnTo>
                  <a:pt x="79" y="435"/>
                </a:lnTo>
                <a:lnTo>
                  <a:pt x="72" y="428"/>
                </a:lnTo>
                <a:lnTo>
                  <a:pt x="65" y="421"/>
                </a:lnTo>
                <a:lnTo>
                  <a:pt x="58" y="414"/>
                </a:lnTo>
                <a:lnTo>
                  <a:pt x="52" y="406"/>
                </a:lnTo>
                <a:lnTo>
                  <a:pt x="46" y="399"/>
                </a:lnTo>
                <a:lnTo>
                  <a:pt x="41" y="392"/>
                </a:lnTo>
                <a:lnTo>
                  <a:pt x="36" y="384"/>
                </a:lnTo>
                <a:lnTo>
                  <a:pt x="31" y="376"/>
                </a:lnTo>
                <a:lnTo>
                  <a:pt x="26" y="369"/>
                </a:lnTo>
                <a:lnTo>
                  <a:pt x="22" y="361"/>
                </a:lnTo>
                <a:lnTo>
                  <a:pt x="18" y="353"/>
                </a:lnTo>
                <a:lnTo>
                  <a:pt x="15" y="344"/>
                </a:lnTo>
                <a:lnTo>
                  <a:pt x="12" y="336"/>
                </a:lnTo>
                <a:lnTo>
                  <a:pt x="9" y="328"/>
                </a:lnTo>
                <a:lnTo>
                  <a:pt x="6" y="320"/>
                </a:lnTo>
                <a:lnTo>
                  <a:pt x="4" y="311"/>
                </a:lnTo>
                <a:lnTo>
                  <a:pt x="3" y="303"/>
                </a:lnTo>
                <a:lnTo>
                  <a:pt x="1" y="295"/>
                </a:lnTo>
                <a:lnTo>
                  <a:pt x="1" y="286"/>
                </a:lnTo>
                <a:lnTo>
                  <a:pt x="0" y="278"/>
                </a:lnTo>
                <a:lnTo>
                  <a:pt x="0" y="269"/>
                </a:lnTo>
                <a:lnTo>
                  <a:pt x="0" y="261"/>
                </a:lnTo>
                <a:lnTo>
                  <a:pt x="1" y="252"/>
                </a:lnTo>
                <a:lnTo>
                  <a:pt x="1" y="244"/>
                </a:lnTo>
                <a:lnTo>
                  <a:pt x="3" y="236"/>
                </a:lnTo>
                <a:lnTo>
                  <a:pt x="4" y="227"/>
                </a:lnTo>
                <a:lnTo>
                  <a:pt x="6" y="219"/>
                </a:lnTo>
                <a:lnTo>
                  <a:pt x="9" y="211"/>
                </a:lnTo>
                <a:lnTo>
                  <a:pt x="12" y="202"/>
                </a:lnTo>
                <a:lnTo>
                  <a:pt x="15" y="194"/>
                </a:lnTo>
                <a:lnTo>
                  <a:pt x="18" y="186"/>
                </a:lnTo>
                <a:lnTo>
                  <a:pt x="22" y="178"/>
                </a:lnTo>
                <a:lnTo>
                  <a:pt x="26" y="170"/>
                </a:lnTo>
                <a:lnTo>
                  <a:pt x="31" y="162"/>
                </a:lnTo>
                <a:lnTo>
                  <a:pt x="36" y="155"/>
                </a:lnTo>
                <a:lnTo>
                  <a:pt x="41" y="147"/>
                </a:lnTo>
                <a:lnTo>
                  <a:pt x="46" y="139"/>
                </a:lnTo>
                <a:lnTo>
                  <a:pt x="52" y="132"/>
                </a:lnTo>
                <a:lnTo>
                  <a:pt x="58" y="125"/>
                </a:lnTo>
                <a:lnTo>
                  <a:pt x="65" y="118"/>
                </a:lnTo>
                <a:lnTo>
                  <a:pt x="72" y="111"/>
                </a:lnTo>
                <a:lnTo>
                  <a:pt x="79" y="104"/>
                </a:lnTo>
                <a:lnTo>
                  <a:pt x="86" y="98"/>
                </a:lnTo>
                <a:lnTo>
                  <a:pt x="94" y="91"/>
                </a:lnTo>
                <a:lnTo>
                  <a:pt x="102" y="85"/>
                </a:lnTo>
                <a:lnTo>
                  <a:pt x="110" y="79"/>
                </a:lnTo>
                <a:lnTo>
                  <a:pt x="118" y="73"/>
                </a:lnTo>
                <a:lnTo>
                  <a:pt x="127" y="67"/>
                </a:lnTo>
                <a:lnTo>
                  <a:pt x="136" y="62"/>
                </a:lnTo>
                <a:lnTo>
                  <a:pt x="145" y="56"/>
                </a:lnTo>
                <a:lnTo>
                  <a:pt x="155" y="51"/>
                </a:lnTo>
                <a:lnTo>
                  <a:pt x="166" y="46"/>
                </a:lnTo>
                <a:lnTo>
                  <a:pt x="175" y="42"/>
                </a:lnTo>
                <a:lnTo>
                  <a:pt x="185" y="37"/>
                </a:lnTo>
                <a:lnTo>
                  <a:pt x="196" y="33"/>
                </a:lnTo>
                <a:lnTo>
                  <a:pt x="206" y="29"/>
                </a:lnTo>
                <a:lnTo>
                  <a:pt x="217" y="25"/>
                </a:lnTo>
                <a:lnTo>
                  <a:pt x="228" y="22"/>
                </a:lnTo>
                <a:lnTo>
                  <a:pt x="238" y="19"/>
                </a:lnTo>
                <a:lnTo>
                  <a:pt x="250" y="16"/>
                </a:lnTo>
                <a:lnTo>
                  <a:pt x="261" y="13"/>
                </a:lnTo>
                <a:lnTo>
                  <a:pt x="272" y="11"/>
                </a:lnTo>
                <a:lnTo>
                  <a:pt x="283" y="8"/>
                </a:lnTo>
                <a:lnTo>
                  <a:pt x="295" y="6"/>
                </a:lnTo>
                <a:lnTo>
                  <a:pt x="306" y="5"/>
                </a:lnTo>
                <a:lnTo>
                  <a:pt x="318" y="3"/>
                </a:lnTo>
                <a:lnTo>
                  <a:pt x="330" y="2"/>
                </a:lnTo>
                <a:lnTo>
                  <a:pt x="342" y="1"/>
                </a:lnTo>
                <a:lnTo>
                  <a:pt x="353" y="0"/>
                </a:lnTo>
                <a:lnTo>
                  <a:pt x="365" y="0"/>
                </a:lnTo>
                <a:lnTo>
                  <a:pt x="377" y="0"/>
                </a:lnTo>
                <a:lnTo>
                  <a:pt x="389" y="0"/>
                </a:lnTo>
                <a:lnTo>
                  <a:pt x="401" y="0"/>
                </a:lnTo>
                <a:lnTo>
                  <a:pt x="412" y="1"/>
                </a:lnTo>
                <a:lnTo>
                  <a:pt x="424" y="2"/>
                </a:lnTo>
                <a:lnTo>
                  <a:pt x="436" y="3"/>
                </a:lnTo>
                <a:lnTo>
                  <a:pt x="447" y="5"/>
                </a:lnTo>
                <a:lnTo>
                  <a:pt x="459" y="6"/>
                </a:lnTo>
                <a:lnTo>
                  <a:pt x="470" y="8"/>
                </a:lnTo>
                <a:lnTo>
                  <a:pt x="482" y="11"/>
                </a:lnTo>
                <a:lnTo>
                  <a:pt x="493" y="13"/>
                </a:lnTo>
                <a:lnTo>
                  <a:pt x="504" y="16"/>
                </a:lnTo>
                <a:lnTo>
                  <a:pt x="515" y="19"/>
                </a:lnTo>
                <a:lnTo>
                  <a:pt x="526" y="22"/>
                </a:lnTo>
                <a:lnTo>
                  <a:pt x="537" y="25"/>
                </a:lnTo>
                <a:lnTo>
                  <a:pt x="548" y="29"/>
                </a:lnTo>
                <a:lnTo>
                  <a:pt x="558" y="33"/>
                </a:lnTo>
                <a:lnTo>
                  <a:pt x="568" y="37"/>
                </a:lnTo>
                <a:lnTo>
                  <a:pt x="578" y="42"/>
                </a:lnTo>
                <a:lnTo>
                  <a:pt x="588" y="46"/>
                </a:lnTo>
                <a:lnTo>
                  <a:pt x="598" y="51"/>
                </a:lnTo>
                <a:lnTo>
                  <a:pt x="607" y="56"/>
                </a:lnTo>
                <a:lnTo>
                  <a:pt x="617" y="62"/>
                </a:lnTo>
                <a:lnTo>
                  <a:pt x="626" y="67"/>
                </a:lnTo>
                <a:lnTo>
                  <a:pt x="634" y="73"/>
                </a:lnTo>
                <a:lnTo>
                  <a:pt x="643" y="79"/>
                </a:lnTo>
                <a:lnTo>
                  <a:pt x="651" y="85"/>
                </a:lnTo>
                <a:lnTo>
                  <a:pt x="659" y="91"/>
                </a:lnTo>
                <a:lnTo>
                  <a:pt x="667" y="98"/>
                </a:lnTo>
                <a:lnTo>
                  <a:pt x="674" y="104"/>
                </a:lnTo>
                <a:lnTo>
                  <a:pt x="681" y="111"/>
                </a:lnTo>
                <a:lnTo>
                  <a:pt x="688" y="118"/>
                </a:lnTo>
                <a:lnTo>
                  <a:pt x="695" y="125"/>
                </a:lnTo>
                <a:lnTo>
                  <a:pt x="701" y="132"/>
                </a:lnTo>
                <a:lnTo>
                  <a:pt x="707" y="139"/>
                </a:lnTo>
                <a:lnTo>
                  <a:pt x="712" y="147"/>
                </a:lnTo>
                <a:lnTo>
                  <a:pt x="717" y="155"/>
                </a:lnTo>
                <a:lnTo>
                  <a:pt x="722" y="162"/>
                </a:lnTo>
                <a:lnTo>
                  <a:pt x="727" y="170"/>
                </a:lnTo>
                <a:lnTo>
                  <a:pt x="731" y="178"/>
                </a:lnTo>
                <a:lnTo>
                  <a:pt x="735" y="186"/>
                </a:lnTo>
                <a:lnTo>
                  <a:pt x="738" y="194"/>
                </a:lnTo>
                <a:lnTo>
                  <a:pt x="741" y="202"/>
                </a:lnTo>
                <a:lnTo>
                  <a:pt x="744" y="211"/>
                </a:lnTo>
                <a:lnTo>
                  <a:pt x="746" y="219"/>
                </a:lnTo>
                <a:lnTo>
                  <a:pt x="748" y="227"/>
                </a:lnTo>
                <a:lnTo>
                  <a:pt x="750" y="236"/>
                </a:lnTo>
                <a:lnTo>
                  <a:pt x="751" y="244"/>
                </a:lnTo>
                <a:lnTo>
                  <a:pt x="752" y="252"/>
                </a:lnTo>
                <a:lnTo>
                  <a:pt x="753" y="261"/>
                </a:lnTo>
                <a:lnTo>
                  <a:pt x="753" y="269"/>
                </a:lnTo>
                <a:close/>
              </a:path>
            </a:pathLst>
          </a:custGeom>
          <a:solidFill>
            <a:srgbClr val="ffe6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7" name=""/>
          <p:cNvSpPr/>
          <p:nvPr/>
        </p:nvSpPr>
        <p:spPr>
          <a:xfrm>
            <a:off x="7924320" y="2845080"/>
            <a:ext cx="276840" cy="198360"/>
          </a:xfrm>
          <a:custGeom>
            <a:avLst/>
            <a:gdLst/>
            <a:ahLst/>
            <a:rect l="0" t="0" r="r" b="b"/>
            <a:pathLst>
              <a:path w="769" h="551">
                <a:moveTo>
                  <a:pt x="761" y="276"/>
                </a:moveTo>
                <a:lnTo>
                  <a:pt x="761" y="268"/>
                </a:lnTo>
                <a:lnTo>
                  <a:pt x="760" y="259"/>
                </a:lnTo>
                <a:lnTo>
                  <a:pt x="759" y="251"/>
                </a:lnTo>
                <a:lnTo>
                  <a:pt x="758" y="243"/>
                </a:lnTo>
                <a:lnTo>
                  <a:pt x="756" y="234"/>
                </a:lnTo>
                <a:lnTo>
                  <a:pt x="754" y="226"/>
                </a:lnTo>
                <a:lnTo>
                  <a:pt x="752" y="218"/>
                </a:lnTo>
                <a:lnTo>
                  <a:pt x="749" y="209"/>
                </a:lnTo>
                <a:lnTo>
                  <a:pt x="746" y="201"/>
                </a:lnTo>
                <a:lnTo>
                  <a:pt x="743" y="193"/>
                </a:lnTo>
                <a:lnTo>
                  <a:pt x="739" y="185"/>
                </a:lnTo>
                <a:lnTo>
                  <a:pt x="735" y="177"/>
                </a:lnTo>
                <a:lnTo>
                  <a:pt x="730" y="169"/>
                </a:lnTo>
                <a:lnTo>
                  <a:pt x="725" y="162"/>
                </a:lnTo>
                <a:lnTo>
                  <a:pt x="720" y="154"/>
                </a:lnTo>
                <a:lnTo>
                  <a:pt x="715" y="146"/>
                </a:lnTo>
                <a:lnTo>
                  <a:pt x="709" y="139"/>
                </a:lnTo>
                <a:lnTo>
                  <a:pt x="703" y="132"/>
                </a:lnTo>
                <a:lnTo>
                  <a:pt x="696" y="125"/>
                </a:lnTo>
                <a:lnTo>
                  <a:pt x="689" y="118"/>
                </a:lnTo>
                <a:lnTo>
                  <a:pt x="682" y="111"/>
                </a:lnTo>
                <a:lnTo>
                  <a:pt x="675" y="105"/>
                </a:lnTo>
                <a:lnTo>
                  <a:pt x="667" y="98"/>
                </a:lnTo>
                <a:lnTo>
                  <a:pt x="659" y="92"/>
                </a:lnTo>
                <a:lnTo>
                  <a:pt x="651" y="86"/>
                </a:lnTo>
                <a:lnTo>
                  <a:pt x="642" y="80"/>
                </a:lnTo>
                <a:lnTo>
                  <a:pt x="634" y="74"/>
                </a:lnTo>
                <a:lnTo>
                  <a:pt x="625" y="68"/>
                </a:lnTo>
                <a:lnTo>
                  <a:pt x="614" y="62"/>
                </a:lnTo>
                <a:lnTo>
                  <a:pt x="605" y="57"/>
                </a:lnTo>
                <a:lnTo>
                  <a:pt x="595" y="52"/>
                </a:lnTo>
                <a:lnTo>
                  <a:pt x="585" y="48"/>
                </a:lnTo>
                <a:lnTo>
                  <a:pt x="575" y="43"/>
                </a:lnTo>
                <a:lnTo>
                  <a:pt x="565" y="39"/>
                </a:lnTo>
                <a:lnTo>
                  <a:pt x="555" y="35"/>
                </a:lnTo>
                <a:lnTo>
                  <a:pt x="544" y="31"/>
                </a:lnTo>
                <a:lnTo>
                  <a:pt x="533" y="28"/>
                </a:lnTo>
                <a:lnTo>
                  <a:pt x="522" y="25"/>
                </a:lnTo>
                <a:lnTo>
                  <a:pt x="511" y="22"/>
                </a:lnTo>
                <a:lnTo>
                  <a:pt x="500" y="19"/>
                </a:lnTo>
                <a:lnTo>
                  <a:pt x="489" y="17"/>
                </a:lnTo>
                <a:lnTo>
                  <a:pt x="477" y="14"/>
                </a:lnTo>
                <a:lnTo>
                  <a:pt x="466" y="12"/>
                </a:lnTo>
                <a:lnTo>
                  <a:pt x="454" y="11"/>
                </a:lnTo>
                <a:lnTo>
                  <a:pt x="443" y="9"/>
                </a:lnTo>
                <a:lnTo>
                  <a:pt x="431" y="8"/>
                </a:lnTo>
                <a:lnTo>
                  <a:pt x="419" y="7"/>
                </a:lnTo>
                <a:lnTo>
                  <a:pt x="408" y="6"/>
                </a:lnTo>
                <a:lnTo>
                  <a:pt x="396" y="6"/>
                </a:lnTo>
                <a:lnTo>
                  <a:pt x="384" y="6"/>
                </a:lnTo>
                <a:lnTo>
                  <a:pt x="372" y="6"/>
                </a:lnTo>
                <a:lnTo>
                  <a:pt x="360" y="6"/>
                </a:lnTo>
                <a:lnTo>
                  <a:pt x="349" y="7"/>
                </a:lnTo>
                <a:lnTo>
                  <a:pt x="337" y="8"/>
                </a:lnTo>
                <a:lnTo>
                  <a:pt x="325" y="9"/>
                </a:lnTo>
                <a:lnTo>
                  <a:pt x="313" y="11"/>
                </a:lnTo>
                <a:lnTo>
                  <a:pt x="302" y="12"/>
                </a:lnTo>
                <a:lnTo>
                  <a:pt x="290" y="14"/>
                </a:lnTo>
                <a:lnTo>
                  <a:pt x="279" y="17"/>
                </a:lnTo>
                <a:lnTo>
                  <a:pt x="268" y="19"/>
                </a:lnTo>
                <a:lnTo>
                  <a:pt x="257" y="22"/>
                </a:lnTo>
                <a:lnTo>
                  <a:pt x="245" y="25"/>
                </a:lnTo>
                <a:lnTo>
                  <a:pt x="235" y="28"/>
                </a:lnTo>
                <a:lnTo>
                  <a:pt x="224" y="31"/>
                </a:lnTo>
                <a:lnTo>
                  <a:pt x="213" y="35"/>
                </a:lnTo>
                <a:lnTo>
                  <a:pt x="203" y="39"/>
                </a:lnTo>
                <a:lnTo>
                  <a:pt x="192" y="43"/>
                </a:lnTo>
                <a:lnTo>
                  <a:pt x="182" y="48"/>
                </a:lnTo>
                <a:lnTo>
                  <a:pt x="173" y="52"/>
                </a:lnTo>
                <a:lnTo>
                  <a:pt x="163" y="57"/>
                </a:lnTo>
                <a:lnTo>
                  <a:pt x="153" y="62"/>
                </a:lnTo>
                <a:lnTo>
                  <a:pt x="144" y="68"/>
                </a:lnTo>
                <a:lnTo>
                  <a:pt x="135" y="74"/>
                </a:lnTo>
                <a:lnTo>
                  <a:pt x="126" y="80"/>
                </a:lnTo>
                <a:lnTo>
                  <a:pt x="118" y="86"/>
                </a:lnTo>
                <a:lnTo>
                  <a:pt x="110" y="92"/>
                </a:lnTo>
                <a:lnTo>
                  <a:pt x="102" y="98"/>
                </a:lnTo>
                <a:lnTo>
                  <a:pt x="94" y="105"/>
                </a:lnTo>
                <a:lnTo>
                  <a:pt x="87" y="111"/>
                </a:lnTo>
                <a:lnTo>
                  <a:pt x="80" y="118"/>
                </a:lnTo>
                <a:lnTo>
                  <a:pt x="73" y="125"/>
                </a:lnTo>
                <a:lnTo>
                  <a:pt x="66" y="132"/>
                </a:lnTo>
                <a:lnTo>
                  <a:pt x="60" y="139"/>
                </a:lnTo>
                <a:lnTo>
                  <a:pt x="54" y="146"/>
                </a:lnTo>
                <a:lnTo>
                  <a:pt x="49" y="154"/>
                </a:lnTo>
                <a:lnTo>
                  <a:pt x="44" y="162"/>
                </a:lnTo>
                <a:lnTo>
                  <a:pt x="39" y="169"/>
                </a:lnTo>
                <a:lnTo>
                  <a:pt x="34" y="177"/>
                </a:lnTo>
                <a:lnTo>
                  <a:pt x="30" y="185"/>
                </a:lnTo>
                <a:lnTo>
                  <a:pt x="26" y="193"/>
                </a:lnTo>
                <a:lnTo>
                  <a:pt x="23" y="201"/>
                </a:lnTo>
                <a:lnTo>
                  <a:pt x="20" y="209"/>
                </a:lnTo>
                <a:lnTo>
                  <a:pt x="17" y="218"/>
                </a:lnTo>
                <a:lnTo>
                  <a:pt x="14" y="226"/>
                </a:lnTo>
                <a:lnTo>
                  <a:pt x="12" y="234"/>
                </a:lnTo>
                <a:lnTo>
                  <a:pt x="11" y="243"/>
                </a:lnTo>
                <a:lnTo>
                  <a:pt x="9" y="251"/>
                </a:lnTo>
                <a:lnTo>
                  <a:pt x="9" y="259"/>
                </a:lnTo>
                <a:lnTo>
                  <a:pt x="8" y="268"/>
                </a:lnTo>
                <a:lnTo>
                  <a:pt x="8" y="276"/>
                </a:lnTo>
                <a:lnTo>
                  <a:pt x="8" y="285"/>
                </a:lnTo>
                <a:lnTo>
                  <a:pt x="9" y="293"/>
                </a:lnTo>
                <a:lnTo>
                  <a:pt x="9" y="302"/>
                </a:lnTo>
                <a:lnTo>
                  <a:pt x="11" y="310"/>
                </a:lnTo>
                <a:lnTo>
                  <a:pt x="12" y="318"/>
                </a:lnTo>
                <a:lnTo>
                  <a:pt x="14" y="327"/>
                </a:lnTo>
                <a:lnTo>
                  <a:pt x="17" y="335"/>
                </a:lnTo>
                <a:lnTo>
                  <a:pt x="20" y="343"/>
                </a:lnTo>
                <a:lnTo>
                  <a:pt x="23" y="351"/>
                </a:lnTo>
                <a:lnTo>
                  <a:pt x="26" y="360"/>
                </a:lnTo>
                <a:lnTo>
                  <a:pt x="30" y="368"/>
                </a:lnTo>
                <a:lnTo>
                  <a:pt x="34" y="376"/>
                </a:lnTo>
                <a:lnTo>
                  <a:pt x="39" y="383"/>
                </a:lnTo>
                <a:lnTo>
                  <a:pt x="44" y="391"/>
                </a:lnTo>
                <a:lnTo>
                  <a:pt x="49" y="399"/>
                </a:lnTo>
                <a:lnTo>
                  <a:pt x="54" y="406"/>
                </a:lnTo>
                <a:lnTo>
                  <a:pt x="60" y="413"/>
                </a:lnTo>
                <a:lnTo>
                  <a:pt x="66" y="421"/>
                </a:lnTo>
                <a:lnTo>
                  <a:pt x="73" y="428"/>
                </a:lnTo>
                <a:lnTo>
                  <a:pt x="80" y="435"/>
                </a:lnTo>
                <a:lnTo>
                  <a:pt x="87" y="441"/>
                </a:lnTo>
                <a:lnTo>
                  <a:pt x="94" y="448"/>
                </a:lnTo>
                <a:lnTo>
                  <a:pt x="102" y="455"/>
                </a:lnTo>
                <a:lnTo>
                  <a:pt x="110" y="461"/>
                </a:lnTo>
                <a:lnTo>
                  <a:pt x="118" y="467"/>
                </a:lnTo>
                <a:lnTo>
                  <a:pt x="126" y="473"/>
                </a:lnTo>
                <a:lnTo>
                  <a:pt x="135" y="478"/>
                </a:lnTo>
                <a:lnTo>
                  <a:pt x="144" y="484"/>
                </a:lnTo>
                <a:lnTo>
                  <a:pt x="153" y="489"/>
                </a:lnTo>
                <a:lnTo>
                  <a:pt x="163" y="494"/>
                </a:lnTo>
                <a:lnTo>
                  <a:pt x="173" y="499"/>
                </a:lnTo>
                <a:lnTo>
                  <a:pt x="182" y="504"/>
                </a:lnTo>
                <a:lnTo>
                  <a:pt x="192" y="508"/>
                </a:lnTo>
                <a:lnTo>
                  <a:pt x="203" y="512"/>
                </a:lnTo>
                <a:lnTo>
                  <a:pt x="213" y="516"/>
                </a:lnTo>
                <a:lnTo>
                  <a:pt x="224" y="520"/>
                </a:lnTo>
                <a:lnTo>
                  <a:pt x="235" y="524"/>
                </a:lnTo>
                <a:lnTo>
                  <a:pt x="245" y="527"/>
                </a:lnTo>
                <a:lnTo>
                  <a:pt x="257" y="530"/>
                </a:lnTo>
                <a:lnTo>
                  <a:pt x="268" y="533"/>
                </a:lnTo>
                <a:lnTo>
                  <a:pt x="279" y="535"/>
                </a:lnTo>
                <a:lnTo>
                  <a:pt x="290" y="537"/>
                </a:lnTo>
                <a:lnTo>
                  <a:pt x="302" y="539"/>
                </a:lnTo>
                <a:lnTo>
                  <a:pt x="313" y="541"/>
                </a:lnTo>
                <a:lnTo>
                  <a:pt x="325" y="542"/>
                </a:lnTo>
                <a:lnTo>
                  <a:pt x="337" y="544"/>
                </a:lnTo>
                <a:lnTo>
                  <a:pt x="349" y="545"/>
                </a:lnTo>
                <a:lnTo>
                  <a:pt x="360" y="545"/>
                </a:lnTo>
                <a:lnTo>
                  <a:pt x="372" y="546"/>
                </a:lnTo>
                <a:lnTo>
                  <a:pt x="384" y="546"/>
                </a:lnTo>
                <a:lnTo>
                  <a:pt x="396" y="546"/>
                </a:lnTo>
                <a:lnTo>
                  <a:pt x="408" y="545"/>
                </a:lnTo>
                <a:lnTo>
                  <a:pt x="419" y="545"/>
                </a:lnTo>
                <a:lnTo>
                  <a:pt x="431" y="544"/>
                </a:lnTo>
                <a:lnTo>
                  <a:pt x="443" y="542"/>
                </a:lnTo>
                <a:lnTo>
                  <a:pt x="454" y="541"/>
                </a:lnTo>
                <a:lnTo>
                  <a:pt x="466" y="539"/>
                </a:lnTo>
                <a:lnTo>
                  <a:pt x="477" y="537"/>
                </a:lnTo>
                <a:lnTo>
                  <a:pt x="489" y="535"/>
                </a:lnTo>
                <a:lnTo>
                  <a:pt x="500" y="533"/>
                </a:lnTo>
                <a:lnTo>
                  <a:pt x="511" y="530"/>
                </a:lnTo>
                <a:lnTo>
                  <a:pt x="522" y="527"/>
                </a:lnTo>
                <a:lnTo>
                  <a:pt x="533" y="524"/>
                </a:lnTo>
                <a:lnTo>
                  <a:pt x="544" y="520"/>
                </a:lnTo>
                <a:lnTo>
                  <a:pt x="555" y="516"/>
                </a:lnTo>
                <a:lnTo>
                  <a:pt x="565" y="512"/>
                </a:lnTo>
                <a:lnTo>
                  <a:pt x="575" y="508"/>
                </a:lnTo>
                <a:lnTo>
                  <a:pt x="585" y="504"/>
                </a:lnTo>
                <a:lnTo>
                  <a:pt x="595" y="499"/>
                </a:lnTo>
                <a:lnTo>
                  <a:pt x="605" y="494"/>
                </a:lnTo>
                <a:lnTo>
                  <a:pt x="614" y="489"/>
                </a:lnTo>
                <a:lnTo>
                  <a:pt x="625" y="484"/>
                </a:lnTo>
                <a:lnTo>
                  <a:pt x="634" y="478"/>
                </a:lnTo>
                <a:lnTo>
                  <a:pt x="642" y="473"/>
                </a:lnTo>
                <a:lnTo>
                  <a:pt x="651" y="467"/>
                </a:lnTo>
                <a:lnTo>
                  <a:pt x="659" y="461"/>
                </a:lnTo>
                <a:lnTo>
                  <a:pt x="667" y="455"/>
                </a:lnTo>
                <a:lnTo>
                  <a:pt x="675" y="448"/>
                </a:lnTo>
                <a:lnTo>
                  <a:pt x="682" y="441"/>
                </a:lnTo>
                <a:lnTo>
                  <a:pt x="689" y="435"/>
                </a:lnTo>
                <a:lnTo>
                  <a:pt x="696" y="428"/>
                </a:lnTo>
                <a:lnTo>
                  <a:pt x="703" y="421"/>
                </a:lnTo>
                <a:lnTo>
                  <a:pt x="709" y="413"/>
                </a:lnTo>
                <a:lnTo>
                  <a:pt x="715" y="406"/>
                </a:lnTo>
                <a:lnTo>
                  <a:pt x="720" y="399"/>
                </a:lnTo>
                <a:lnTo>
                  <a:pt x="725" y="391"/>
                </a:lnTo>
                <a:lnTo>
                  <a:pt x="730" y="383"/>
                </a:lnTo>
                <a:lnTo>
                  <a:pt x="735" y="376"/>
                </a:lnTo>
                <a:lnTo>
                  <a:pt x="739" y="368"/>
                </a:lnTo>
                <a:lnTo>
                  <a:pt x="743" y="360"/>
                </a:lnTo>
                <a:lnTo>
                  <a:pt x="746" y="351"/>
                </a:lnTo>
                <a:lnTo>
                  <a:pt x="749" y="343"/>
                </a:lnTo>
                <a:lnTo>
                  <a:pt x="752" y="335"/>
                </a:lnTo>
                <a:lnTo>
                  <a:pt x="754" y="327"/>
                </a:lnTo>
                <a:lnTo>
                  <a:pt x="756" y="318"/>
                </a:lnTo>
                <a:lnTo>
                  <a:pt x="758" y="310"/>
                </a:lnTo>
                <a:lnTo>
                  <a:pt x="759" y="302"/>
                </a:lnTo>
                <a:lnTo>
                  <a:pt x="760" y="293"/>
                </a:lnTo>
                <a:lnTo>
                  <a:pt x="761" y="285"/>
                </a:lnTo>
                <a:lnTo>
                  <a:pt x="761" y="276"/>
                </a:lnTo>
                <a:moveTo>
                  <a:pt x="769" y="276"/>
                </a:moveTo>
                <a:lnTo>
                  <a:pt x="769" y="285"/>
                </a:lnTo>
                <a:lnTo>
                  <a:pt x="768" y="294"/>
                </a:lnTo>
                <a:lnTo>
                  <a:pt x="767" y="302"/>
                </a:lnTo>
                <a:lnTo>
                  <a:pt x="766" y="311"/>
                </a:lnTo>
                <a:lnTo>
                  <a:pt x="764" y="319"/>
                </a:lnTo>
                <a:lnTo>
                  <a:pt x="762" y="328"/>
                </a:lnTo>
                <a:lnTo>
                  <a:pt x="760" y="336"/>
                </a:lnTo>
                <a:lnTo>
                  <a:pt x="757" y="345"/>
                </a:lnTo>
                <a:lnTo>
                  <a:pt x="754" y="353"/>
                </a:lnTo>
                <a:lnTo>
                  <a:pt x="750" y="361"/>
                </a:lnTo>
                <a:lnTo>
                  <a:pt x="746" y="369"/>
                </a:lnTo>
                <a:lnTo>
                  <a:pt x="742" y="378"/>
                </a:lnTo>
                <a:lnTo>
                  <a:pt x="737" y="386"/>
                </a:lnTo>
                <a:lnTo>
                  <a:pt x="732" y="393"/>
                </a:lnTo>
                <a:lnTo>
                  <a:pt x="727" y="401"/>
                </a:lnTo>
                <a:lnTo>
                  <a:pt x="721" y="409"/>
                </a:lnTo>
                <a:lnTo>
                  <a:pt x="715" y="416"/>
                </a:lnTo>
                <a:lnTo>
                  <a:pt x="709" y="424"/>
                </a:lnTo>
                <a:lnTo>
                  <a:pt x="702" y="431"/>
                </a:lnTo>
                <a:lnTo>
                  <a:pt x="696" y="438"/>
                </a:lnTo>
                <a:lnTo>
                  <a:pt x="688" y="445"/>
                </a:lnTo>
                <a:lnTo>
                  <a:pt x="681" y="452"/>
                </a:lnTo>
                <a:lnTo>
                  <a:pt x="673" y="458"/>
                </a:lnTo>
                <a:lnTo>
                  <a:pt x="665" y="465"/>
                </a:lnTo>
                <a:lnTo>
                  <a:pt x="656" y="471"/>
                </a:lnTo>
                <a:lnTo>
                  <a:pt x="648" y="477"/>
                </a:lnTo>
                <a:lnTo>
                  <a:pt x="639" y="483"/>
                </a:lnTo>
                <a:lnTo>
                  <a:pt x="630" y="488"/>
                </a:lnTo>
                <a:lnTo>
                  <a:pt x="620" y="494"/>
                </a:lnTo>
                <a:lnTo>
                  <a:pt x="610" y="499"/>
                </a:lnTo>
                <a:lnTo>
                  <a:pt x="600" y="504"/>
                </a:lnTo>
                <a:lnTo>
                  <a:pt x="590" y="509"/>
                </a:lnTo>
                <a:lnTo>
                  <a:pt x="579" y="513"/>
                </a:lnTo>
                <a:lnTo>
                  <a:pt x="569" y="517"/>
                </a:lnTo>
                <a:lnTo>
                  <a:pt x="558" y="521"/>
                </a:lnTo>
                <a:lnTo>
                  <a:pt x="547" y="525"/>
                </a:lnTo>
                <a:lnTo>
                  <a:pt x="536" y="529"/>
                </a:lnTo>
                <a:lnTo>
                  <a:pt x="525" y="532"/>
                </a:lnTo>
                <a:lnTo>
                  <a:pt x="514" y="535"/>
                </a:lnTo>
                <a:lnTo>
                  <a:pt x="503" y="538"/>
                </a:lnTo>
                <a:lnTo>
                  <a:pt x="491" y="540"/>
                </a:lnTo>
                <a:lnTo>
                  <a:pt x="479" y="543"/>
                </a:lnTo>
                <a:lnTo>
                  <a:pt x="468" y="545"/>
                </a:lnTo>
                <a:lnTo>
                  <a:pt x="456" y="546"/>
                </a:lnTo>
                <a:lnTo>
                  <a:pt x="444" y="548"/>
                </a:lnTo>
                <a:lnTo>
                  <a:pt x="432" y="549"/>
                </a:lnTo>
                <a:lnTo>
                  <a:pt x="420" y="550"/>
                </a:lnTo>
                <a:lnTo>
                  <a:pt x="408" y="551"/>
                </a:lnTo>
                <a:lnTo>
                  <a:pt x="396" y="551"/>
                </a:lnTo>
                <a:lnTo>
                  <a:pt x="384" y="551"/>
                </a:lnTo>
                <a:lnTo>
                  <a:pt x="372" y="551"/>
                </a:lnTo>
                <a:lnTo>
                  <a:pt x="360" y="551"/>
                </a:lnTo>
                <a:lnTo>
                  <a:pt x="348" y="550"/>
                </a:lnTo>
                <a:lnTo>
                  <a:pt x="336" y="549"/>
                </a:lnTo>
                <a:lnTo>
                  <a:pt x="324" y="548"/>
                </a:lnTo>
                <a:lnTo>
                  <a:pt x="312" y="546"/>
                </a:lnTo>
                <a:lnTo>
                  <a:pt x="300" y="545"/>
                </a:lnTo>
                <a:lnTo>
                  <a:pt x="288" y="543"/>
                </a:lnTo>
                <a:lnTo>
                  <a:pt x="277" y="540"/>
                </a:lnTo>
                <a:lnTo>
                  <a:pt x="265" y="538"/>
                </a:lnTo>
                <a:lnTo>
                  <a:pt x="254" y="535"/>
                </a:lnTo>
                <a:lnTo>
                  <a:pt x="243" y="532"/>
                </a:lnTo>
                <a:lnTo>
                  <a:pt x="231" y="529"/>
                </a:lnTo>
                <a:lnTo>
                  <a:pt x="220" y="525"/>
                </a:lnTo>
                <a:lnTo>
                  <a:pt x="210" y="521"/>
                </a:lnTo>
                <a:lnTo>
                  <a:pt x="199" y="517"/>
                </a:lnTo>
                <a:lnTo>
                  <a:pt x="189" y="513"/>
                </a:lnTo>
                <a:lnTo>
                  <a:pt x="178" y="509"/>
                </a:lnTo>
                <a:lnTo>
                  <a:pt x="168" y="504"/>
                </a:lnTo>
                <a:lnTo>
                  <a:pt x="158" y="499"/>
                </a:lnTo>
                <a:lnTo>
                  <a:pt x="149" y="494"/>
                </a:lnTo>
                <a:lnTo>
                  <a:pt x="139" y="488"/>
                </a:lnTo>
                <a:lnTo>
                  <a:pt x="130" y="483"/>
                </a:lnTo>
                <a:lnTo>
                  <a:pt x="121" y="477"/>
                </a:lnTo>
                <a:lnTo>
                  <a:pt x="112" y="471"/>
                </a:lnTo>
                <a:lnTo>
                  <a:pt x="104" y="465"/>
                </a:lnTo>
                <a:lnTo>
                  <a:pt x="96" y="458"/>
                </a:lnTo>
                <a:lnTo>
                  <a:pt x="88" y="452"/>
                </a:lnTo>
                <a:lnTo>
                  <a:pt x="81" y="445"/>
                </a:lnTo>
                <a:lnTo>
                  <a:pt x="73" y="438"/>
                </a:lnTo>
                <a:lnTo>
                  <a:pt x="66" y="431"/>
                </a:lnTo>
                <a:lnTo>
                  <a:pt x="60" y="424"/>
                </a:lnTo>
                <a:lnTo>
                  <a:pt x="54" y="416"/>
                </a:lnTo>
                <a:lnTo>
                  <a:pt x="48" y="409"/>
                </a:lnTo>
                <a:lnTo>
                  <a:pt x="42" y="401"/>
                </a:lnTo>
                <a:lnTo>
                  <a:pt x="37" y="393"/>
                </a:lnTo>
                <a:lnTo>
                  <a:pt x="32" y="386"/>
                </a:lnTo>
                <a:lnTo>
                  <a:pt x="27" y="378"/>
                </a:lnTo>
                <a:lnTo>
                  <a:pt x="23" y="369"/>
                </a:lnTo>
                <a:lnTo>
                  <a:pt x="19" y="361"/>
                </a:lnTo>
                <a:lnTo>
                  <a:pt x="15" y="353"/>
                </a:lnTo>
                <a:lnTo>
                  <a:pt x="12" y="345"/>
                </a:lnTo>
                <a:lnTo>
                  <a:pt x="9" y="336"/>
                </a:lnTo>
                <a:lnTo>
                  <a:pt x="7" y="328"/>
                </a:lnTo>
                <a:lnTo>
                  <a:pt x="5" y="319"/>
                </a:lnTo>
                <a:lnTo>
                  <a:pt x="3" y="311"/>
                </a:lnTo>
                <a:lnTo>
                  <a:pt x="2" y="302"/>
                </a:lnTo>
                <a:lnTo>
                  <a:pt x="1" y="294"/>
                </a:lnTo>
                <a:lnTo>
                  <a:pt x="0" y="285"/>
                </a:lnTo>
                <a:lnTo>
                  <a:pt x="0" y="276"/>
                </a:lnTo>
                <a:lnTo>
                  <a:pt x="0" y="268"/>
                </a:lnTo>
                <a:lnTo>
                  <a:pt x="1" y="259"/>
                </a:lnTo>
                <a:lnTo>
                  <a:pt x="2" y="250"/>
                </a:lnTo>
                <a:lnTo>
                  <a:pt x="3" y="242"/>
                </a:lnTo>
                <a:lnTo>
                  <a:pt x="5" y="233"/>
                </a:lnTo>
                <a:lnTo>
                  <a:pt x="7" y="225"/>
                </a:lnTo>
                <a:lnTo>
                  <a:pt x="9" y="216"/>
                </a:lnTo>
                <a:lnTo>
                  <a:pt x="12" y="208"/>
                </a:lnTo>
                <a:lnTo>
                  <a:pt x="15" y="200"/>
                </a:lnTo>
                <a:lnTo>
                  <a:pt x="19" y="191"/>
                </a:lnTo>
                <a:lnTo>
                  <a:pt x="23" y="183"/>
                </a:lnTo>
                <a:lnTo>
                  <a:pt x="27" y="175"/>
                </a:lnTo>
                <a:lnTo>
                  <a:pt x="32" y="167"/>
                </a:lnTo>
                <a:lnTo>
                  <a:pt x="37" y="159"/>
                </a:lnTo>
                <a:lnTo>
                  <a:pt x="42" y="151"/>
                </a:lnTo>
                <a:lnTo>
                  <a:pt x="48" y="144"/>
                </a:lnTo>
                <a:lnTo>
                  <a:pt x="54" y="136"/>
                </a:lnTo>
                <a:lnTo>
                  <a:pt x="60" y="129"/>
                </a:lnTo>
                <a:lnTo>
                  <a:pt x="66" y="122"/>
                </a:lnTo>
                <a:lnTo>
                  <a:pt x="73" y="115"/>
                </a:lnTo>
                <a:lnTo>
                  <a:pt x="81" y="108"/>
                </a:lnTo>
                <a:lnTo>
                  <a:pt x="88" y="101"/>
                </a:lnTo>
                <a:lnTo>
                  <a:pt x="96" y="94"/>
                </a:lnTo>
                <a:lnTo>
                  <a:pt x="104" y="88"/>
                </a:lnTo>
                <a:lnTo>
                  <a:pt x="112" y="82"/>
                </a:lnTo>
                <a:lnTo>
                  <a:pt x="121" y="76"/>
                </a:lnTo>
                <a:lnTo>
                  <a:pt x="130" y="69"/>
                </a:lnTo>
                <a:lnTo>
                  <a:pt x="139" y="63"/>
                </a:lnTo>
                <a:lnTo>
                  <a:pt x="149" y="58"/>
                </a:lnTo>
                <a:lnTo>
                  <a:pt x="158" y="53"/>
                </a:lnTo>
                <a:lnTo>
                  <a:pt x="168" y="48"/>
                </a:lnTo>
                <a:lnTo>
                  <a:pt x="178" y="43"/>
                </a:lnTo>
                <a:lnTo>
                  <a:pt x="189" y="39"/>
                </a:lnTo>
                <a:lnTo>
                  <a:pt x="199" y="34"/>
                </a:lnTo>
                <a:lnTo>
                  <a:pt x="210" y="30"/>
                </a:lnTo>
                <a:lnTo>
                  <a:pt x="220" y="26"/>
                </a:lnTo>
                <a:lnTo>
                  <a:pt x="231" y="23"/>
                </a:lnTo>
                <a:lnTo>
                  <a:pt x="243" y="20"/>
                </a:lnTo>
                <a:lnTo>
                  <a:pt x="254" y="17"/>
                </a:lnTo>
                <a:lnTo>
                  <a:pt x="265" y="14"/>
                </a:lnTo>
                <a:lnTo>
                  <a:pt x="277" y="11"/>
                </a:lnTo>
                <a:lnTo>
                  <a:pt x="288" y="9"/>
                </a:lnTo>
                <a:lnTo>
                  <a:pt x="300" y="7"/>
                </a:lnTo>
                <a:lnTo>
                  <a:pt x="312" y="5"/>
                </a:lnTo>
                <a:lnTo>
                  <a:pt x="324" y="4"/>
                </a:lnTo>
                <a:lnTo>
                  <a:pt x="336" y="2"/>
                </a:lnTo>
                <a:lnTo>
                  <a:pt x="348" y="1"/>
                </a:lnTo>
                <a:lnTo>
                  <a:pt x="360" y="1"/>
                </a:lnTo>
                <a:lnTo>
                  <a:pt x="372" y="0"/>
                </a:lnTo>
                <a:lnTo>
                  <a:pt x="384" y="0"/>
                </a:lnTo>
                <a:lnTo>
                  <a:pt x="396" y="0"/>
                </a:lnTo>
                <a:lnTo>
                  <a:pt x="408" y="1"/>
                </a:lnTo>
                <a:lnTo>
                  <a:pt x="420" y="1"/>
                </a:lnTo>
                <a:lnTo>
                  <a:pt x="432" y="2"/>
                </a:lnTo>
                <a:lnTo>
                  <a:pt x="444" y="4"/>
                </a:lnTo>
                <a:lnTo>
                  <a:pt x="456" y="5"/>
                </a:lnTo>
                <a:lnTo>
                  <a:pt x="468" y="7"/>
                </a:lnTo>
                <a:lnTo>
                  <a:pt x="479" y="9"/>
                </a:lnTo>
                <a:lnTo>
                  <a:pt x="491" y="11"/>
                </a:lnTo>
                <a:lnTo>
                  <a:pt x="503" y="14"/>
                </a:lnTo>
                <a:lnTo>
                  <a:pt x="514" y="17"/>
                </a:lnTo>
                <a:lnTo>
                  <a:pt x="525" y="20"/>
                </a:lnTo>
                <a:lnTo>
                  <a:pt x="536" y="23"/>
                </a:lnTo>
                <a:lnTo>
                  <a:pt x="547" y="26"/>
                </a:lnTo>
                <a:lnTo>
                  <a:pt x="558" y="30"/>
                </a:lnTo>
                <a:lnTo>
                  <a:pt x="569" y="34"/>
                </a:lnTo>
                <a:lnTo>
                  <a:pt x="579" y="39"/>
                </a:lnTo>
                <a:lnTo>
                  <a:pt x="590" y="43"/>
                </a:lnTo>
                <a:lnTo>
                  <a:pt x="600" y="48"/>
                </a:lnTo>
                <a:lnTo>
                  <a:pt x="610" y="53"/>
                </a:lnTo>
                <a:lnTo>
                  <a:pt x="620" y="58"/>
                </a:lnTo>
                <a:lnTo>
                  <a:pt x="630" y="63"/>
                </a:lnTo>
                <a:lnTo>
                  <a:pt x="639" y="69"/>
                </a:lnTo>
                <a:lnTo>
                  <a:pt x="648" y="76"/>
                </a:lnTo>
                <a:lnTo>
                  <a:pt x="656" y="82"/>
                </a:lnTo>
                <a:lnTo>
                  <a:pt x="665" y="88"/>
                </a:lnTo>
                <a:lnTo>
                  <a:pt x="673" y="94"/>
                </a:lnTo>
                <a:lnTo>
                  <a:pt x="681" y="101"/>
                </a:lnTo>
                <a:lnTo>
                  <a:pt x="688" y="108"/>
                </a:lnTo>
                <a:lnTo>
                  <a:pt x="696" y="115"/>
                </a:lnTo>
                <a:lnTo>
                  <a:pt x="702" y="122"/>
                </a:lnTo>
                <a:lnTo>
                  <a:pt x="709" y="129"/>
                </a:lnTo>
                <a:lnTo>
                  <a:pt x="715" y="136"/>
                </a:lnTo>
                <a:lnTo>
                  <a:pt x="721" y="144"/>
                </a:lnTo>
                <a:lnTo>
                  <a:pt x="727" y="151"/>
                </a:lnTo>
                <a:lnTo>
                  <a:pt x="732" y="159"/>
                </a:lnTo>
                <a:lnTo>
                  <a:pt x="737" y="167"/>
                </a:lnTo>
                <a:lnTo>
                  <a:pt x="742" y="175"/>
                </a:lnTo>
                <a:lnTo>
                  <a:pt x="746" y="183"/>
                </a:lnTo>
                <a:lnTo>
                  <a:pt x="750" y="191"/>
                </a:lnTo>
                <a:lnTo>
                  <a:pt x="754" y="200"/>
                </a:lnTo>
                <a:lnTo>
                  <a:pt x="757" y="208"/>
                </a:lnTo>
                <a:lnTo>
                  <a:pt x="760" y="216"/>
                </a:lnTo>
                <a:lnTo>
                  <a:pt x="762" y="225"/>
                </a:lnTo>
                <a:lnTo>
                  <a:pt x="764" y="233"/>
                </a:lnTo>
                <a:lnTo>
                  <a:pt x="766" y="242"/>
                </a:lnTo>
                <a:lnTo>
                  <a:pt x="767" y="250"/>
                </a:lnTo>
                <a:lnTo>
                  <a:pt x="768" y="259"/>
                </a:lnTo>
                <a:lnTo>
                  <a:pt x="769" y="268"/>
                </a:lnTo>
                <a:lnTo>
                  <a:pt x="769" y="276"/>
                </a:lnTo>
                <a:close/>
              </a:path>
            </a:pathLst>
          </a:custGeom>
          <a:solidFill>
            <a:srgbClr val="ffe5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8" name=""/>
          <p:cNvSpPr/>
          <p:nvPr/>
        </p:nvSpPr>
        <p:spPr>
          <a:xfrm>
            <a:off x="7922880" y="2844000"/>
            <a:ext cx="279720" cy="200520"/>
          </a:xfrm>
          <a:custGeom>
            <a:avLst/>
            <a:gdLst/>
            <a:ahLst/>
            <a:rect l="0" t="0" r="r" b="b"/>
            <a:pathLst>
              <a:path w="777" h="557">
                <a:moveTo>
                  <a:pt x="773" y="279"/>
                </a:moveTo>
                <a:lnTo>
                  <a:pt x="773" y="271"/>
                </a:lnTo>
                <a:lnTo>
                  <a:pt x="772" y="262"/>
                </a:lnTo>
                <a:lnTo>
                  <a:pt x="771" y="253"/>
                </a:lnTo>
                <a:lnTo>
                  <a:pt x="770" y="245"/>
                </a:lnTo>
                <a:lnTo>
                  <a:pt x="768" y="236"/>
                </a:lnTo>
                <a:lnTo>
                  <a:pt x="766" y="228"/>
                </a:lnTo>
                <a:lnTo>
                  <a:pt x="764" y="219"/>
                </a:lnTo>
                <a:lnTo>
                  <a:pt x="761" y="211"/>
                </a:lnTo>
                <a:lnTo>
                  <a:pt x="758" y="203"/>
                </a:lnTo>
                <a:lnTo>
                  <a:pt x="754" y="194"/>
                </a:lnTo>
                <a:lnTo>
                  <a:pt x="750" y="186"/>
                </a:lnTo>
                <a:lnTo>
                  <a:pt x="746" y="178"/>
                </a:lnTo>
                <a:lnTo>
                  <a:pt x="741" y="170"/>
                </a:lnTo>
                <a:lnTo>
                  <a:pt x="736" y="162"/>
                </a:lnTo>
                <a:lnTo>
                  <a:pt x="731" y="154"/>
                </a:lnTo>
                <a:lnTo>
                  <a:pt x="725" y="146"/>
                </a:lnTo>
                <a:lnTo>
                  <a:pt x="719" y="138"/>
                </a:lnTo>
                <a:lnTo>
                  <a:pt x="713" y="131"/>
                </a:lnTo>
                <a:lnTo>
                  <a:pt x="706" y="124"/>
                </a:lnTo>
                <a:lnTo>
                  <a:pt x="700" y="117"/>
                </a:lnTo>
                <a:lnTo>
                  <a:pt x="692" y="110"/>
                </a:lnTo>
                <a:lnTo>
                  <a:pt x="685" y="103"/>
                </a:lnTo>
                <a:lnTo>
                  <a:pt x="677" y="96"/>
                </a:lnTo>
                <a:lnTo>
                  <a:pt x="669" y="90"/>
                </a:lnTo>
                <a:lnTo>
                  <a:pt x="660" y="84"/>
                </a:lnTo>
                <a:lnTo>
                  <a:pt x="652" y="78"/>
                </a:lnTo>
                <a:lnTo>
                  <a:pt x="643" y="72"/>
                </a:lnTo>
                <a:lnTo>
                  <a:pt x="634" y="66"/>
                </a:lnTo>
                <a:lnTo>
                  <a:pt x="624" y="61"/>
                </a:lnTo>
                <a:lnTo>
                  <a:pt x="615" y="56"/>
                </a:lnTo>
                <a:lnTo>
                  <a:pt x="605" y="51"/>
                </a:lnTo>
                <a:lnTo>
                  <a:pt x="595" y="46"/>
                </a:lnTo>
                <a:lnTo>
                  <a:pt x="584" y="42"/>
                </a:lnTo>
                <a:lnTo>
                  <a:pt x="574" y="37"/>
                </a:lnTo>
                <a:lnTo>
                  <a:pt x="563" y="33"/>
                </a:lnTo>
                <a:lnTo>
                  <a:pt x="552" y="29"/>
                </a:lnTo>
                <a:lnTo>
                  <a:pt x="541" y="26"/>
                </a:lnTo>
                <a:lnTo>
                  <a:pt x="530" y="23"/>
                </a:lnTo>
                <a:lnTo>
                  <a:pt x="519" y="20"/>
                </a:lnTo>
                <a:lnTo>
                  <a:pt x="508" y="17"/>
                </a:lnTo>
                <a:lnTo>
                  <a:pt x="496" y="14"/>
                </a:lnTo>
                <a:lnTo>
                  <a:pt x="484" y="12"/>
                </a:lnTo>
                <a:lnTo>
                  <a:pt x="473" y="10"/>
                </a:lnTo>
                <a:lnTo>
                  <a:pt x="461" y="8"/>
                </a:lnTo>
                <a:lnTo>
                  <a:pt x="449" y="7"/>
                </a:lnTo>
                <a:lnTo>
                  <a:pt x="437" y="5"/>
                </a:lnTo>
                <a:lnTo>
                  <a:pt x="425" y="4"/>
                </a:lnTo>
                <a:lnTo>
                  <a:pt x="413" y="4"/>
                </a:lnTo>
                <a:lnTo>
                  <a:pt x="401" y="3"/>
                </a:lnTo>
                <a:lnTo>
                  <a:pt x="389" y="3"/>
                </a:lnTo>
                <a:lnTo>
                  <a:pt x="377" y="3"/>
                </a:lnTo>
                <a:lnTo>
                  <a:pt x="365" y="4"/>
                </a:lnTo>
                <a:lnTo>
                  <a:pt x="353" y="4"/>
                </a:lnTo>
                <a:lnTo>
                  <a:pt x="341" y="5"/>
                </a:lnTo>
                <a:lnTo>
                  <a:pt x="329" y="7"/>
                </a:lnTo>
                <a:lnTo>
                  <a:pt x="317" y="8"/>
                </a:lnTo>
                <a:lnTo>
                  <a:pt x="305" y="10"/>
                </a:lnTo>
                <a:lnTo>
                  <a:pt x="293" y="12"/>
                </a:lnTo>
                <a:lnTo>
                  <a:pt x="282" y="14"/>
                </a:lnTo>
                <a:lnTo>
                  <a:pt x="270" y="17"/>
                </a:lnTo>
                <a:lnTo>
                  <a:pt x="259" y="20"/>
                </a:lnTo>
                <a:lnTo>
                  <a:pt x="248" y="23"/>
                </a:lnTo>
                <a:lnTo>
                  <a:pt x="236" y="26"/>
                </a:lnTo>
                <a:lnTo>
                  <a:pt x="225" y="29"/>
                </a:lnTo>
                <a:lnTo>
                  <a:pt x="215" y="33"/>
                </a:lnTo>
                <a:lnTo>
                  <a:pt x="204" y="37"/>
                </a:lnTo>
                <a:lnTo>
                  <a:pt x="194" y="42"/>
                </a:lnTo>
                <a:lnTo>
                  <a:pt x="183" y="46"/>
                </a:lnTo>
                <a:lnTo>
                  <a:pt x="173" y="51"/>
                </a:lnTo>
                <a:lnTo>
                  <a:pt x="163" y="56"/>
                </a:lnTo>
                <a:lnTo>
                  <a:pt x="154" y="61"/>
                </a:lnTo>
                <a:lnTo>
                  <a:pt x="144" y="66"/>
                </a:lnTo>
                <a:lnTo>
                  <a:pt x="135" y="72"/>
                </a:lnTo>
                <a:lnTo>
                  <a:pt x="126" y="78"/>
                </a:lnTo>
                <a:lnTo>
                  <a:pt x="117" y="84"/>
                </a:lnTo>
                <a:lnTo>
                  <a:pt x="109" y="90"/>
                </a:lnTo>
                <a:lnTo>
                  <a:pt x="101" y="96"/>
                </a:lnTo>
                <a:lnTo>
                  <a:pt x="93" y="103"/>
                </a:lnTo>
                <a:lnTo>
                  <a:pt x="86" y="110"/>
                </a:lnTo>
                <a:lnTo>
                  <a:pt x="77" y="117"/>
                </a:lnTo>
                <a:lnTo>
                  <a:pt x="70" y="124"/>
                </a:lnTo>
                <a:lnTo>
                  <a:pt x="64" y="131"/>
                </a:lnTo>
                <a:lnTo>
                  <a:pt x="58" y="138"/>
                </a:lnTo>
                <a:lnTo>
                  <a:pt x="52" y="146"/>
                </a:lnTo>
                <a:lnTo>
                  <a:pt x="46" y="154"/>
                </a:lnTo>
                <a:lnTo>
                  <a:pt x="41" y="162"/>
                </a:lnTo>
                <a:lnTo>
                  <a:pt x="36" y="170"/>
                </a:lnTo>
                <a:lnTo>
                  <a:pt x="31" y="178"/>
                </a:lnTo>
                <a:lnTo>
                  <a:pt x="27" y="186"/>
                </a:lnTo>
                <a:lnTo>
                  <a:pt x="23" y="194"/>
                </a:lnTo>
                <a:lnTo>
                  <a:pt x="19" y="203"/>
                </a:lnTo>
                <a:lnTo>
                  <a:pt x="16" y="211"/>
                </a:lnTo>
                <a:lnTo>
                  <a:pt x="13" y="219"/>
                </a:lnTo>
                <a:lnTo>
                  <a:pt x="11" y="228"/>
                </a:lnTo>
                <a:lnTo>
                  <a:pt x="9" y="236"/>
                </a:lnTo>
                <a:lnTo>
                  <a:pt x="7" y="245"/>
                </a:lnTo>
                <a:lnTo>
                  <a:pt x="6" y="253"/>
                </a:lnTo>
                <a:lnTo>
                  <a:pt x="5" y="262"/>
                </a:lnTo>
                <a:lnTo>
                  <a:pt x="4" y="271"/>
                </a:lnTo>
                <a:lnTo>
                  <a:pt x="4" y="279"/>
                </a:lnTo>
                <a:lnTo>
                  <a:pt x="4" y="288"/>
                </a:lnTo>
                <a:lnTo>
                  <a:pt x="5" y="297"/>
                </a:lnTo>
                <a:lnTo>
                  <a:pt x="6" y="305"/>
                </a:lnTo>
                <a:lnTo>
                  <a:pt x="7" y="314"/>
                </a:lnTo>
                <a:lnTo>
                  <a:pt x="9" y="322"/>
                </a:lnTo>
                <a:lnTo>
                  <a:pt x="11" y="331"/>
                </a:lnTo>
                <a:lnTo>
                  <a:pt x="13" y="339"/>
                </a:lnTo>
                <a:lnTo>
                  <a:pt x="16" y="348"/>
                </a:lnTo>
                <a:lnTo>
                  <a:pt x="19" y="356"/>
                </a:lnTo>
                <a:lnTo>
                  <a:pt x="23" y="364"/>
                </a:lnTo>
                <a:lnTo>
                  <a:pt x="27" y="372"/>
                </a:lnTo>
                <a:lnTo>
                  <a:pt x="31" y="381"/>
                </a:lnTo>
                <a:lnTo>
                  <a:pt x="36" y="389"/>
                </a:lnTo>
                <a:lnTo>
                  <a:pt x="41" y="396"/>
                </a:lnTo>
                <a:lnTo>
                  <a:pt x="46" y="404"/>
                </a:lnTo>
                <a:lnTo>
                  <a:pt x="52" y="412"/>
                </a:lnTo>
                <a:lnTo>
                  <a:pt x="58" y="419"/>
                </a:lnTo>
                <a:lnTo>
                  <a:pt x="64" y="427"/>
                </a:lnTo>
                <a:lnTo>
                  <a:pt x="70" y="434"/>
                </a:lnTo>
                <a:lnTo>
                  <a:pt x="77" y="441"/>
                </a:lnTo>
                <a:lnTo>
                  <a:pt x="86" y="448"/>
                </a:lnTo>
                <a:lnTo>
                  <a:pt x="93" y="455"/>
                </a:lnTo>
                <a:lnTo>
                  <a:pt x="101" y="461"/>
                </a:lnTo>
                <a:lnTo>
                  <a:pt x="109" y="468"/>
                </a:lnTo>
                <a:lnTo>
                  <a:pt x="117" y="474"/>
                </a:lnTo>
                <a:lnTo>
                  <a:pt x="126" y="480"/>
                </a:lnTo>
                <a:lnTo>
                  <a:pt x="135" y="486"/>
                </a:lnTo>
                <a:lnTo>
                  <a:pt x="144" y="491"/>
                </a:lnTo>
                <a:lnTo>
                  <a:pt x="154" y="497"/>
                </a:lnTo>
                <a:lnTo>
                  <a:pt x="163" y="502"/>
                </a:lnTo>
                <a:lnTo>
                  <a:pt x="173" y="507"/>
                </a:lnTo>
                <a:lnTo>
                  <a:pt x="183" y="512"/>
                </a:lnTo>
                <a:lnTo>
                  <a:pt x="194" y="516"/>
                </a:lnTo>
                <a:lnTo>
                  <a:pt x="204" y="520"/>
                </a:lnTo>
                <a:lnTo>
                  <a:pt x="215" y="524"/>
                </a:lnTo>
                <a:lnTo>
                  <a:pt x="225" y="528"/>
                </a:lnTo>
                <a:lnTo>
                  <a:pt x="236" y="532"/>
                </a:lnTo>
                <a:lnTo>
                  <a:pt x="248" y="535"/>
                </a:lnTo>
                <a:lnTo>
                  <a:pt x="259" y="538"/>
                </a:lnTo>
                <a:lnTo>
                  <a:pt x="270" y="541"/>
                </a:lnTo>
                <a:lnTo>
                  <a:pt x="282" y="543"/>
                </a:lnTo>
                <a:lnTo>
                  <a:pt x="293" y="546"/>
                </a:lnTo>
                <a:lnTo>
                  <a:pt x="305" y="548"/>
                </a:lnTo>
                <a:lnTo>
                  <a:pt x="317" y="549"/>
                </a:lnTo>
                <a:lnTo>
                  <a:pt x="329" y="551"/>
                </a:lnTo>
                <a:lnTo>
                  <a:pt x="341" y="552"/>
                </a:lnTo>
                <a:lnTo>
                  <a:pt x="353" y="553"/>
                </a:lnTo>
                <a:lnTo>
                  <a:pt x="365" y="554"/>
                </a:lnTo>
                <a:lnTo>
                  <a:pt x="377" y="554"/>
                </a:lnTo>
                <a:lnTo>
                  <a:pt x="389" y="554"/>
                </a:lnTo>
                <a:lnTo>
                  <a:pt x="401" y="554"/>
                </a:lnTo>
                <a:lnTo>
                  <a:pt x="413" y="554"/>
                </a:lnTo>
                <a:lnTo>
                  <a:pt x="425" y="553"/>
                </a:lnTo>
                <a:lnTo>
                  <a:pt x="437" y="552"/>
                </a:lnTo>
                <a:lnTo>
                  <a:pt x="449" y="551"/>
                </a:lnTo>
                <a:lnTo>
                  <a:pt x="461" y="549"/>
                </a:lnTo>
                <a:lnTo>
                  <a:pt x="473" y="548"/>
                </a:lnTo>
                <a:lnTo>
                  <a:pt x="484" y="546"/>
                </a:lnTo>
                <a:lnTo>
                  <a:pt x="496" y="543"/>
                </a:lnTo>
                <a:lnTo>
                  <a:pt x="508" y="541"/>
                </a:lnTo>
                <a:lnTo>
                  <a:pt x="519" y="538"/>
                </a:lnTo>
                <a:lnTo>
                  <a:pt x="530" y="535"/>
                </a:lnTo>
                <a:lnTo>
                  <a:pt x="541" y="532"/>
                </a:lnTo>
                <a:lnTo>
                  <a:pt x="552" y="528"/>
                </a:lnTo>
                <a:lnTo>
                  <a:pt x="563" y="524"/>
                </a:lnTo>
                <a:lnTo>
                  <a:pt x="574" y="520"/>
                </a:lnTo>
                <a:lnTo>
                  <a:pt x="584" y="516"/>
                </a:lnTo>
                <a:lnTo>
                  <a:pt x="595" y="512"/>
                </a:lnTo>
                <a:lnTo>
                  <a:pt x="605" y="507"/>
                </a:lnTo>
                <a:lnTo>
                  <a:pt x="615" y="502"/>
                </a:lnTo>
                <a:lnTo>
                  <a:pt x="624" y="497"/>
                </a:lnTo>
                <a:lnTo>
                  <a:pt x="634" y="491"/>
                </a:lnTo>
                <a:lnTo>
                  <a:pt x="643" y="486"/>
                </a:lnTo>
                <a:lnTo>
                  <a:pt x="652" y="480"/>
                </a:lnTo>
                <a:lnTo>
                  <a:pt x="660" y="474"/>
                </a:lnTo>
                <a:lnTo>
                  <a:pt x="669" y="468"/>
                </a:lnTo>
                <a:lnTo>
                  <a:pt x="677" y="461"/>
                </a:lnTo>
                <a:lnTo>
                  <a:pt x="685" y="455"/>
                </a:lnTo>
                <a:lnTo>
                  <a:pt x="692" y="448"/>
                </a:lnTo>
                <a:lnTo>
                  <a:pt x="700" y="441"/>
                </a:lnTo>
                <a:lnTo>
                  <a:pt x="706" y="434"/>
                </a:lnTo>
                <a:lnTo>
                  <a:pt x="713" y="427"/>
                </a:lnTo>
                <a:lnTo>
                  <a:pt x="719" y="419"/>
                </a:lnTo>
                <a:lnTo>
                  <a:pt x="725" y="412"/>
                </a:lnTo>
                <a:lnTo>
                  <a:pt x="731" y="404"/>
                </a:lnTo>
                <a:lnTo>
                  <a:pt x="736" y="396"/>
                </a:lnTo>
                <a:lnTo>
                  <a:pt x="741" y="389"/>
                </a:lnTo>
                <a:lnTo>
                  <a:pt x="746" y="381"/>
                </a:lnTo>
                <a:lnTo>
                  <a:pt x="750" y="372"/>
                </a:lnTo>
                <a:lnTo>
                  <a:pt x="754" y="364"/>
                </a:lnTo>
                <a:lnTo>
                  <a:pt x="758" y="356"/>
                </a:lnTo>
                <a:lnTo>
                  <a:pt x="761" y="348"/>
                </a:lnTo>
                <a:lnTo>
                  <a:pt x="764" y="339"/>
                </a:lnTo>
                <a:lnTo>
                  <a:pt x="766" y="331"/>
                </a:lnTo>
                <a:lnTo>
                  <a:pt x="768" y="322"/>
                </a:lnTo>
                <a:lnTo>
                  <a:pt x="770" y="314"/>
                </a:lnTo>
                <a:lnTo>
                  <a:pt x="771" y="305"/>
                </a:lnTo>
                <a:lnTo>
                  <a:pt x="772" y="297"/>
                </a:lnTo>
                <a:lnTo>
                  <a:pt x="773" y="288"/>
                </a:lnTo>
                <a:lnTo>
                  <a:pt x="773" y="279"/>
                </a:lnTo>
                <a:moveTo>
                  <a:pt x="777" y="279"/>
                </a:moveTo>
                <a:lnTo>
                  <a:pt x="777" y="288"/>
                </a:lnTo>
                <a:lnTo>
                  <a:pt x="776" y="297"/>
                </a:lnTo>
                <a:lnTo>
                  <a:pt x="775" y="305"/>
                </a:lnTo>
                <a:lnTo>
                  <a:pt x="774" y="314"/>
                </a:lnTo>
                <a:lnTo>
                  <a:pt x="772" y="323"/>
                </a:lnTo>
                <a:lnTo>
                  <a:pt x="770" y="331"/>
                </a:lnTo>
                <a:lnTo>
                  <a:pt x="767" y="340"/>
                </a:lnTo>
                <a:lnTo>
                  <a:pt x="765" y="348"/>
                </a:lnTo>
                <a:lnTo>
                  <a:pt x="761" y="357"/>
                </a:lnTo>
                <a:lnTo>
                  <a:pt x="758" y="365"/>
                </a:lnTo>
                <a:lnTo>
                  <a:pt x="754" y="373"/>
                </a:lnTo>
                <a:lnTo>
                  <a:pt x="749" y="382"/>
                </a:lnTo>
                <a:lnTo>
                  <a:pt x="745" y="390"/>
                </a:lnTo>
                <a:lnTo>
                  <a:pt x="740" y="398"/>
                </a:lnTo>
                <a:lnTo>
                  <a:pt x="734" y="405"/>
                </a:lnTo>
                <a:lnTo>
                  <a:pt x="729" y="413"/>
                </a:lnTo>
                <a:lnTo>
                  <a:pt x="723" y="421"/>
                </a:lnTo>
                <a:lnTo>
                  <a:pt x="716" y="428"/>
                </a:lnTo>
                <a:lnTo>
                  <a:pt x="710" y="435"/>
                </a:lnTo>
                <a:lnTo>
                  <a:pt x="703" y="443"/>
                </a:lnTo>
                <a:lnTo>
                  <a:pt x="695" y="450"/>
                </a:lnTo>
                <a:lnTo>
                  <a:pt x="688" y="456"/>
                </a:lnTo>
                <a:lnTo>
                  <a:pt x="680" y="463"/>
                </a:lnTo>
                <a:lnTo>
                  <a:pt x="672" y="469"/>
                </a:lnTo>
                <a:lnTo>
                  <a:pt x="663" y="476"/>
                </a:lnTo>
                <a:lnTo>
                  <a:pt x="654" y="482"/>
                </a:lnTo>
                <a:lnTo>
                  <a:pt x="645" y="488"/>
                </a:lnTo>
                <a:lnTo>
                  <a:pt x="636" y="493"/>
                </a:lnTo>
                <a:lnTo>
                  <a:pt x="627" y="499"/>
                </a:lnTo>
                <a:lnTo>
                  <a:pt x="617" y="504"/>
                </a:lnTo>
                <a:lnTo>
                  <a:pt x="607" y="509"/>
                </a:lnTo>
                <a:lnTo>
                  <a:pt x="597" y="514"/>
                </a:lnTo>
                <a:lnTo>
                  <a:pt x="586" y="518"/>
                </a:lnTo>
                <a:lnTo>
                  <a:pt x="576" y="523"/>
                </a:lnTo>
                <a:lnTo>
                  <a:pt x="565" y="527"/>
                </a:lnTo>
                <a:lnTo>
                  <a:pt x="554" y="531"/>
                </a:lnTo>
                <a:lnTo>
                  <a:pt x="543" y="534"/>
                </a:lnTo>
                <a:lnTo>
                  <a:pt x="532" y="538"/>
                </a:lnTo>
                <a:lnTo>
                  <a:pt x="520" y="541"/>
                </a:lnTo>
                <a:lnTo>
                  <a:pt x="509" y="544"/>
                </a:lnTo>
                <a:lnTo>
                  <a:pt x="497" y="546"/>
                </a:lnTo>
                <a:lnTo>
                  <a:pt x="485" y="548"/>
                </a:lnTo>
                <a:lnTo>
                  <a:pt x="474" y="550"/>
                </a:lnTo>
                <a:lnTo>
                  <a:pt x="462" y="552"/>
                </a:lnTo>
                <a:lnTo>
                  <a:pt x="450" y="554"/>
                </a:lnTo>
                <a:lnTo>
                  <a:pt x="438" y="555"/>
                </a:lnTo>
                <a:lnTo>
                  <a:pt x="425" y="556"/>
                </a:lnTo>
                <a:lnTo>
                  <a:pt x="413" y="557"/>
                </a:lnTo>
                <a:lnTo>
                  <a:pt x="401" y="557"/>
                </a:lnTo>
                <a:lnTo>
                  <a:pt x="389" y="557"/>
                </a:lnTo>
                <a:lnTo>
                  <a:pt x="377" y="557"/>
                </a:lnTo>
                <a:lnTo>
                  <a:pt x="365" y="557"/>
                </a:lnTo>
                <a:lnTo>
                  <a:pt x="352" y="556"/>
                </a:lnTo>
                <a:lnTo>
                  <a:pt x="340" y="555"/>
                </a:lnTo>
                <a:lnTo>
                  <a:pt x="328" y="554"/>
                </a:lnTo>
                <a:lnTo>
                  <a:pt x="316" y="552"/>
                </a:lnTo>
                <a:lnTo>
                  <a:pt x="304" y="550"/>
                </a:lnTo>
                <a:lnTo>
                  <a:pt x="293" y="548"/>
                </a:lnTo>
                <a:lnTo>
                  <a:pt x="281" y="546"/>
                </a:lnTo>
                <a:lnTo>
                  <a:pt x="269" y="544"/>
                </a:lnTo>
                <a:lnTo>
                  <a:pt x="258" y="541"/>
                </a:lnTo>
                <a:lnTo>
                  <a:pt x="246" y="538"/>
                </a:lnTo>
                <a:lnTo>
                  <a:pt x="235" y="534"/>
                </a:lnTo>
                <a:lnTo>
                  <a:pt x="224" y="531"/>
                </a:lnTo>
                <a:lnTo>
                  <a:pt x="213" y="527"/>
                </a:lnTo>
                <a:lnTo>
                  <a:pt x="202" y="523"/>
                </a:lnTo>
                <a:lnTo>
                  <a:pt x="192" y="518"/>
                </a:lnTo>
                <a:lnTo>
                  <a:pt x="181" y="514"/>
                </a:lnTo>
                <a:lnTo>
                  <a:pt x="171" y="509"/>
                </a:lnTo>
                <a:lnTo>
                  <a:pt x="161" y="504"/>
                </a:lnTo>
                <a:lnTo>
                  <a:pt x="151" y="499"/>
                </a:lnTo>
                <a:lnTo>
                  <a:pt x="142" y="493"/>
                </a:lnTo>
                <a:lnTo>
                  <a:pt x="133" y="488"/>
                </a:lnTo>
                <a:lnTo>
                  <a:pt x="123" y="482"/>
                </a:lnTo>
                <a:lnTo>
                  <a:pt x="115" y="476"/>
                </a:lnTo>
                <a:lnTo>
                  <a:pt x="106" y="469"/>
                </a:lnTo>
                <a:lnTo>
                  <a:pt x="98" y="463"/>
                </a:lnTo>
                <a:lnTo>
                  <a:pt x="90" y="456"/>
                </a:lnTo>
                <a:lnTo>
                  <a:pt x="83" y="450"/>
                </a:lnTo>
                <a:lnTo>
                  <a:pt x="74" y="443"/>
                </a:lnTo>
                <a:lnTo>
                  <a:pt x="67" y="435"/>
                </a:lnTo>
                <a:lnTo>
                  <a:pt x="61" y="428"/>
                </a:lnTo>
                <a:lnTo>
                  <a:pt x="54" y="421"/>
                </a:lnTo>
                <a:lnTo>
                  <a:pt x="48" y="413"/>
                </a:lnTo>
                <a:lnTo>
                  <a:pt x="42" y="405"/>
                </a:lnTo>
                <a:lnTo>
                  <a:pt x="37" y="398"/>
                </a:lnTo>
                <a:lnTo>
                  <a:pt x="32" y="390"/>
                </a:lnTo>
                <a:lnTo>
                  <a:pt x="27" y="382"/>
                </a:lnTo>
                <a:lnTo>
                  <a:pt x="23" y="373"/>
                </a:lnTo>
                <a:lnTo>
                  <a:pt x="19" y="365"/>
                </a:lnTo>
                <a:lnTo>
                  <a:pt x="16" y="357"/>
                </a:lnTo>
                <a:lnTo>
                  <a:pt x="12" y="348"/>
                </a:lnTo>
                <a:lnTo>
                  <a:pt x="10" y="340"/>
                </a:lnTo>
                <a:lnTo>
                  <a:pt x="7" y="331"/>
                </a:lnTo>
                <a:lnTo>
                  <a:pt x="5" y="323"/>
                </a:lnTo>
                <a:lnTo>
                  <a:pt x="3" y="314"/>
                </a:lnTo>
                <a:lnTo>
                  <a:pt x="2" y="305"/>
                </a:lnTo>
                <a:lnTo>
                  <a:pt x="1" y="297"/>
                </a:lnTo>
                <a:lnTo>
                  <a:pt x="0" y="288"/>
                </a:lnTo>
                <a:lnTo>
                  <a:pt x="0" y="279"/>
                </a:lnTo>
                <a:lnTo>
                  <a:pt x="0" y="271"/>
                </a:lnTo>
                <a:lnTo>
                  <a:pt x="1" y="262"/>
                </a:lnTo>
                <a:lnTo>
                  <a:pt x="2" y="253"/>
                </a:lnTo>
                <a:lnTo>
                  <a:pt x="3" y="244"/>
                </a:lnTo>
                <a:lnTo>
                  <a:pt x="5" y="236"/>
                </a:lnTo>
                <a:lnTo>
                  <a:pt x="7" y="227"/>
                </a:lnTo>
                <a:lnTo>
                  <a:pt x="10" y="219"/>
                </a:lnTo>
                <a:lnTo>
                  <a:pt x="12" y="210"/>
                </a:lnTo>
                <a:lnTo>
                  <a:pt x="16" y="202"/>
                </a:lnTo>
                <a:lnTo>
                  <a:pt x="19" y="193"/>
                </a:lnTo>
                <a:lnTo>
                  <a:pt x="23" y="185"/>
                </a:lnTo>
                <a:lnTo>
                  <a:pt x="27" y="177"/>
                </a:lnTo>
                <a:lnTo>
                  <a:pt x="32" y="169"/>
                </a:lnTo>
                <a:lnTo>
                  <a:pt x="37" y="161"/>
                </a:lnTo>
                <a:lnTo>
                  <a:pt x="42" y="153"/>
                </a:lnTo>
                <a:lnTo>
                  <a:pt x="48" y="144"/>
                </a:lnTo>
                <a:lnTo>
                  <a:pt x="54" y="137"/>
                </a:lnTo>
                <a:lnTo>
                  <a:pt x="61" y="129"/>
                </a:lnTo>
                <a:lnTo>
                  <a:pt x="67" y="122"/>
                </a:lnTo>
                <a:lnTo>
                  <a:pt x="74" y="115"/>
                </a:lnTo>
                <a:lnTo>
                  <a:pt x="83" y="108"/>
                </a:lnTo>
                <a:lnTo>
                  <a:pt x="90" y="101"/>
                </a:lnTo>
                <a:lnTo>
                  <a:pt x="98" y="95"/>
                </a:lnTo>
                <a:lnTo>
                  <a:pt x="106" y="88"/>
                </a:lnTo>
                <a:lnTo>
                  <a:pt x="115" y="82"/>
                </a:lnTo>
                <a:lnTo>
                  <a:pt x="123" y="76"/>
                </a:lnTo>
                <a:lnTo>
                  <a:pt x="133" y="70"/>
                </a:lnTo>
                <a:lnTo>
                  <a:pt x="142" y="64"/>
                </a:lnTo>
                <a:lnTo>
                  <a:pt x="151" y="59"/>
                </a:lnTo>
                <a:lnTo>
                  <a:pt x="161" y="54"/>
                </a:lnTo>
                <a:lnTo>
                  <a:pt x="171" y="49"/>
                </a:lnTo>
                <a:lnTo>
                  <a:pt x="181" y="44"/>
                </a:lnTo>
                <a:lnTo>
                  <a:pt x="192" y="39"/>
                </a:lnTo>
                <a:lnTo>
                  <a:pt x="202" y="35"/>
                </a:lnTo>
                <a:lnTo>
                  <a:pt x="213" y="31"/>
                </a:lnTo>
                <a:lnTo>
                  <a:pt x="224" y="27"/>
                </a:lnTo>
                <a:lnTo>
                  <a:pt x="235" y="23"/>
                </a:lnTo>
                <a:lnTo>
                  <a:pt x="246" y="20"/>
                </a:lnTo>
                <a:lnTo>
                  <a:pt x="258" y="17"/>
                </a:lnTo>
                <a:lnTo>
                  <a:pt x="269" y="14"/>
                </a:lnTo>
                <a:lnTo>
                  <a:pt x="281" y="12"/>
                </a:lnTo>
                <a:lnTo>
                  <a:pt x="293" y="9"/>
                </a:lnTo>
                <a:lnTo>
                  <a:pt x="304" y="7"/>
                </a:lnTo>
                <a:lnTo>
                  <a:pt x="316" y="5"/>
                </a:lnTo>
                <a:lnTo>
                  <a:pt x="328" y="4"/>
                </a:lnTo>
                <a:lnTo>
                  <a:pt x="340" y="3"/>
                </a:lnTo>
                <a:lnTo>
                  <a:pt x="352" y="2"/>
                </a:lnTo>
                <a:lnTo>
                  <a:pt x="365" y="1"/>
                </a:lnTo>
                <a:lnTo>
                  <a:pt x="377" y="1"/>
                </a:lnTo>
                <a:lnTo>
                  <a:pt x="389" y="0"/>
                </a:lnTo>
                <a:lnTo>
                  <a:pt x="401" y="1"/>
                </a:lnTo>
                <a:lnTo>
                  <a:pt x="413" y="1"/>
                </a:lnTo>
                <a:lnTo>
                  <a:pt x="425" y="2"/>
                </a:lnTo>
                <a:lnTo>
                  <a:pt x="438" y="3"/>
                </a:lnTo>
                <a:lnTo>
                  <a:pt x="450" y="4"/>
                </a:lnTo>
                <a:lnTo>
                  <a:pt x="462" y="5"/>
                </a:lnTo>
                <a:lnTo>
                  <a:pt x="474" y="7"/>
                </a:lnTo>
                <a:lnTo>
                  <a:pt x="485" y="9"/>
                </a:lnTo>
                <a:lnTo>
                  <a:pt x="497" y="12"/>
                </a:lnTo>
                <a:lnTo>
                  <a:pt x="509" y="14"/>
                </a:lnTo>
                <a:lnTo>
                  <a:pt x="520" y="17"/>
                </a:lnTo>
                <a:lnTo>
                  <a:pt x="532" y="20"/>
                </a:lnTo>
                <a:lnTo>
                  <a:pt x="543" y="23"/>
                </a:lnTo>
                <a:lnTo>
                  <a:pt x="554" y="27"/>
                </a:lnTo>
                <a:lnTo>
                  <a:pt x="565" y="31"/>
                </a:lnTo>
                <a:lnTo>
                  <a:pt x="576" y="35"/>
                </a:lnTo>
                <a:lnTo>
                  <a:pt x="586" y="39"/>
                </a:lnTo>
                <a:lnTo>
                  <a:pt x="597" y="44"/>
                </a:lnTo>
                <a:lnTo>
                  <a:pt x="607" y="49"/>
                </a:lnTo>
                <a:lnTo>
                  <a:pt x="617" y="54"/>
                </a:lnTo>
                <a:lnTo>
                  <a:pt x="627" y="59"/>
                </a:lnTo>
                <a:lnTo>
                  <a:pt x="636" y="64"/>
                </a:lnTo>
                <a:lnTo>
                  <a:pt x="645" y="70"/>
                </a:lnTo>
                <a:lnTo>
                  <a:pt x="654" y="76"/>
                </a:lnTo>
                <a:lnTo>
                  <a:pt x="663" y="82"/>
                </a:lnTo>
                <a:lnTo>
                  <a:pt x="672" y="88"/>
                </a:lnTo>
                <a:lnTo>
                  <a:pt x="680" y="95"/>
                </a:lnTo>
                <a:lnTo>
                  <a:pt x="688" y="101"/>
                </a:lnTo>
                <a:lnTo>
                  <a:pt x="695" y="108"/>
                </a:lnTo>
                <a:lnTo>
                  <a:pt x="703" y="115"/>
                </a:lnTo>
                <a:lnTo>
                  <a:pt x="710" y="122"/>
                </a:lnTo>
                <a:lnTo>
                  <a:pt x="716" y="129"/>
                </a:lnTo>
                <a:lnTo>
                  <a:pt x="723" y="137"/>
                </a:lnTo>
                <a:lnTo>
                  <a:pt x="729" y="144"/>
                </a:lnTo>
                <a:lnTo>
                  <a:pt x="734" y="153"/>
                </a:lnTo>
                <a:lnTo>
                  <a:pt x="740" y="161"/>
                </a:lnTo>
                <a:lnTo>
                  <a:pt x="745" y="169"/>
                </a:lnTo>
                <a:lnTo>
                  <a:pt x="749" y="177"/>
                </a:lnTo>
                <a:lnTo>
                  <a:pt x="754" y="185"/>
                </a:lnTo>
                <a:lnTo>
                  <a:pt x="758" y="193"/>
                </a:lnTo>
                <a:lnTo>
                  <a:pt x="761" y="202"/>
                </a:lnTo>
                <a:lnTo>
                  <a:pt x="765" y="210"/>
                </a:lnTo>
                <a:lnTo>
                  <a:pt x="767" y="219"/>
                </a:lnTo>
                <a:lnTo>
                  <a:pt x="770" y="227"/>
                </a:lnTo>
                <a:lnTo>
                  <a:pt x="772" y="236"/>
                </a:lnTo>
                <a:lnTo>
                  <a:pt x="774" y="244"/>
                </a:lnTo>
                <a:lnTo>
                  <a:pt x="775" y="253"/>
                </a:lnTo>
                <a:lnTo>
                  <a:pt x="776" y="262"/>
                </a:lnTo>
                <a:lnTo>
                  <a:pt x="777" y="271"/>
                </a:lnTo>
                <a:lnTo>
                  <a:pt x="777" y="279"/>
                </a:lnTo>
                <a:close/>
              </a:path>
            </a:pathLst>
          </a:custGeom>
          <a:solidFill>
            <a:srgbClr val="ffe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69" name=""/>
          <p:cNvSpPr/>
          <p:nvPr/>
        </p:nvSpPr>
        <p:spPr>
          <a:xfrm>
            <a:off x="7921440" y="2843280"/>
            <a:ext cx="282600" cy="202320"/>
          </a:xfrm>
          <a:custGeom>
            <a:avLst/>
            <a:gdLst/>
            <a:ahLst/>
            <a:rect l="0" t="0" r="r" b="b"/>
            <a:pathLst>
              <a:path w="785" h="562">
                <a:moveTo>
                  <a:pt x="781" y="281"/>
                </a:moveTo>
                <a:lnTo>
                  <a:pt x="781" y="273"/>
                </a:lnTo>
                <a:lnTo>
                  <a:pt x="780" y="264"/>
                </a:lnTo>
                <a:lnTo>
                  <a:pt x="779" y="255"/>
                </a:lnTo>
                <a:lnTo>
                  <a:pt x="778" y="246"/>
                </a:lnTo>
                <a:lnTo>
                  <a:pt x="776" y="238"/>
                </a:lnTo>
                <a:lnTo>
                  <a:pt x="774" y="228"/>
                </a:lnTo>
                <a:lnTo>
                  <a:pt x="771" y="220"/>
                </a:lnTo>
                <a:lnTo>
                  <a:pt x="769" y="211"/>
                </a:lnTo>
                <a:lnTo>
                  <a:pt x="765" y="203"/>
                </a:lnTo>
                <a:lnTo>
                  <a:pt x="762" y="194"/>
                </a:lnTo>
                <a:lnTo>
                  <a:pt x="758" y="186"/>
                </a:lnTo>
                <a:lnTo>
                  <a:pt x="753" y="178"/>
                </a:lnTo>
                <a:lnTo>
                  <a:pt x="749" y="170"/>
                </a:lnTo>
                <a:lnTo>
                  <a:pt x="744" y="162"/>
                </a:lnTo>
                <a:lnTo>
                  <a:pt x="738" y="154"/>
                </a:lnTo>
                <a:lnTo>
                  <a:pt x="733" y="146"/>
                </a:lnTo>
                <a:lnTo>
                  <a:pt x="727" y="139"/>
                </a:lnTo>
                <a:lnTo>
                  <a:pt x="720" y="131"/>
                </a:lnTo>
                <a:lnTo>
                  <a:pt x="714" y="124"/>
                </a:lnTo>
                <a:lnTo>
                  <a:pt x="707" y="117"/>
                </a:lnTo>
                <a:lnTo>
                  <a:pt x="699" y="110"/>
                </a:lnTo>
                <a:lnTo>
                  <a:pt x="692" y="103"/>
                </a:lnTo>
                <a:lnTo>
                  <a:pt x="684" y="97"/>
                </a:lnTo>
                <a:lnTo>
                  <a:pt x="676" y="90"/>
                </a:lnTo>
                <a:lnTo>
                  <a:pt x="667" y="84"/>
                </a:lnTo>
                <a:lnTo>
                  <a:pt x="658" y="78"/>
                </a:lnTo>
                <a:lnTo>
                  <a:pt x="649" y="72"/>
                </a:lnTo>
                <a:lnTo>
                  <a:pt x="640" y="66"/>
                </a:lnTo>
                <a:lnTo>
                  <a:pt x="631" y="61"/>
                </a:lnTo>
                <a:lnTo>
                  <a:pt x="621" y="56"/>
                </a:lnTo>
                <a:lnTo>
                  <a:pt x="611" y="51"/>
                </a:lnTo>
                <a:lnTo>
                  <a:pt x="601" y="46"/>
                </a:lnTo>
                <a:lnTo>
                  <a:pt x="590" y="41"/>
                </a:lnTo>
                <a:lnTo>
                  <a:pt x="580" y="37"/>
                </a:lnTo>
                <a:lnTo>
                  <a:pt x="569" y="33"/>
                </a:lnTo>
                <a:lnTo>
                  <a:pt x="558" y="29"/>
                </a:lnTo>
                <a:lnTo>
                  <a:pt x="547" y="25"/>
                </a:lnTo>
                <a:lnTo>
                  <a:pt x="536" y="22"/>
                </a:lnTo>
                <a:lnTo>
                  <a:pt x="524" y="19"/>
                </a:lnTo>
                <a:lnTo>
                  <a:pt x="513" y="16"/>
                </a:lnTo>
                <a:lnTo>
                  <a:pt x="501" y="14"/>
                </a:lnTo>
                <a:lnTo>
                  <a:pt x="489" y="11"/>
                </a:lnTo>
                <a:lnTo>
                  <a:pt x="478" y="9"/>
                </a:lnTo>
                <a:lnTo>
                  <a:pt x="466" y="7"/>
                </a:lnTo>
                <a:lnTo>
                  <a:pt x="454" y="6"/>
                </a:lnTo>
                <a:lnTo>
                  <a:pt x="442" y="5"/>
                </a:lnTo>
                <a:lnTo>
                  <a:pt x="429" y="4"/>
                </a:lnTo>
                <a:lnTo>
                  <a:pt x="417" y="3"/>
                </a:lnTo>
                <a:lnTo>
                  <a:pt x="405" y="3"/>
                </a:lnTo>
                <a:lnTo>
                  <a:pt x="393" y="2"/>
                </a:lnTo>
                <a:lnTo>
                  <a:pt x="381" y="3"/>
                </a:lnTo>
                <a:lnTo>
                  <a:pt x="369" y="3"/>
                </a:lnTo>
                <a:lnTo>
                  <a:pt x="356" y="4"/>
                </a:lnTo>
                <a:lnTo>
                  <a:pt x="344" y="5"/>
                </a:lnTo>
                <a:lnTo>
                  <a:pt x="332" y="6"/>
                </a:lnTo>
                <a:lnTo>
                  <a:pt x="320" y="7"/>
                </a:lnTo>
                <a:lnTo>
                  <a:pt x="307" y="9"/>
                </a:lnTo>
                <a:lnTo>
                  <a:pt x="296" y="11"/>
                </a:lnTo>
                <a:lnTo>
                  <a:pt x="284" y="14"/>
                </a:lnTo>
                <a:lnTo>
                  <a:pt x="272" y="16"/>
                </a:lnTo>
                <a:lnTo>
                  <a:pt x="261" y="19"/>
                </a:lnTo>
                <a:lnTo>
                  <a:pt x="249" y="22"/>
                </a:lnTo>
                <a:lnTo>
                  <a:pt x="238" y="25"/>
                </a:lnTo>
                <a:lnTo>
                  <a:pt x="227" y="29"/>
                </a:lnTo>
                <a:lnTo>
                  <a:pt x="216" y="33"/>
                </a:lnTo>
                <a:lnTo>
                  <a:pt x="205" y="37"/>
                </a:lnTo>
                <a:lnTo>
                  <a:pt x="195" y="41"/>
                </a:lnTo>
                <a:lnTo>
                  <a:pt x="184" y="46"/>
                </a:lnTo>
                <a:lnTo>
                  <a:pt x="174" y="51"/>
                </a:lnTo>
                <a:lnTo>
                  <a:pt x="164" y="56"/>
                </a:lnTo>
                <a:lnTo>
                  <a:pt x="154" y="61"/>
                </a:lnTo>
                <a:lnTo>
                  <a:pt x="145" y="66"/>
                </a:lnTo>
                <a:lnTo>
                  <a:pt x="136" y="72"/>
                </a:lnTo>
                <a:lnTo>
                  <a:pt x="126" y="78"/>
                </a:lnTo>
                <a:lnTo>
                  <a:pt x="118" y="84"/>
                </a:lnTo>
                <a:lnTo>
                  <a:pt x="109" y="90"/>
                </a:lnTo>
                <a:lnTo>
                  <a:pt x="101" y="97"/>
                </a:lnTo>
                <a:lnTo>
                  <a:pt x="93" y="103"/>
                </a:lnTo>
                <a:lnTo>
                  <a:pt x="86" y="110"/>
                </a:lnTo>
                <a:lnTo>
                  <a:pt x="78" y="117"/>
                </a:lnTo>
                <a:lnTo>
                  <a:pt x="71" y="124"/>
                </a:lnTo>
                <a:lnTo>
                  <a:pt x="65" y="131"/>
                </a:lnTo>
                <a:lnTo>
                  <a:pt x="58" y="139"/>
                </a:lnTo>
                <a:lnTo>
                  <a:pt x="52" y="146"/>
                </a:lnTo>
                <a:lnTo>
                  <a:pt x="46" y="154"/>
                </a:lnTo>
                <a:lnTo>
                  <a:pt x="41" y="162"/>
                </a:lnTo>
                <a:lnTo>
                  <a:pt x="36" y="170"/>
                </a:lnTo>
                <a:lnTo>
                  <a:pt x="31" y="178"/>
                </a:lnTo>
                <a:lnTo>
                  <a:pt x="27" y="186"/>
                </a:lnTo>
                <a:lnTo>
                  <a:pt x="23" y="194"/>
                </a:lnTo>
                <a:lnTo>
                  <a:pt x="20" y="203"/>
                </a:lnTo>
                <a:lnTo>
                  <a:pt x="16" y="211"/>
                </a:lnTo>
                <a:lnTo>
                  <a:pt x="14" y="220"/>
                </a:lnTo>
                <a:lnTo>
                  <a:pt x="11" y="228"/>
                </a:lnTo>
                <a:lnTo>
                  <a:pt x="9" y="238"/>
                </a:lnTo>
                <a:lnTo>
                  <a:pt x="7" y="246"/>
                </a:lnTo>
                <a:lnTo>
                  <a:pt x="6" y="255"/>
                </a:lnTo>
                <a:lnTo>
                  <a:pt x="5" y="264"/>
                </a:lnTo>
                <a:lnTo>
                  <a:pt x="4" y="273"/>
                </a:lnTo>
                <a:lnTo>
                  <a:pt x="4" y="281"/>
                </a:lnTo>
                <a:lnTo>
                  <a:pt x="4" y="290"/>
                </a:lnTo>
                <a:lnTo>
                  <a:pt x="5" y="299"/>
                </a:lnTo>
                <a:lnTo>
                  <a:pt x="6" y="307"/>
                </a:lnTo>
                <a:lnTo>
                  <a:pt x="7" y="316"/>
                </a:lnTo>
                <a:lnTo>
                  <a:pt x="9" y="325"/>
                </a:lnTo>
                <a:lnTo>
                  <a:pt x="11" y="333"/>
                </a:lnTo>
                <a:lnTo>
                  <a:pt x="14" y="342"/>
                </a:lnTo>
                <a:lnTo>
                  <a:pt x="16" y="350"/>
                </a:lnTo>
                <a:lnTo>
                  <a:pt x="20" y="359"/>
                </a:lnTo>
                <a:lnTo>
                  <a:pt x="23" y="367"/>
                </a:lnTo>
                <a:lnTo>
                  <a:pt x="27" y="375"/>
                </a:lnTo>
                <a:lnTo>
                  <a:pt x="31" y="384"/>
                </a:lnTo>
                <a:lnTo>
                  <a:pt x="36" y="392"/>
                </a:lnTo>
                <a:lnTo>
                  <a:pt x="41" y="400"/>
                </a:lnTo>
                <a:lnTo>
                  <a:pt x="46" y="407"/>
                </a:lnTo>
                <a:lnTo>
                  <a:pt x="52" y="415"/>
                </a:lnTo>
                <a:lnTo>
                  <a:pt x="58" y="423"/>
                </a:lnTo>
                <a:lnTo>
                  <a:pt x="65" y="430"/>
                </a:lnTo>
                <a:lnTo>
                  <a:pt x="71" y="437"/>
                </a:lnTo>
                <a:lnTo>
                  <a:pt x="78" y="445"/>
                </a:lnTo>
                <a:lnTo>
                  <a:pt x="86" y="452"/>
                </a:lnTo>
                <a:lnTo>
                  <a:pt x="93" y="458"/>
                </a:lnTo>
                <a:lnTo>
                  <a:pt x="101" y="465"/>
                </a:lnTo>
                <a:lnTo>
                  <a:pt x="109" y="471"/>
                </a:lnTo>
                <a:lnTo>
                  <a:pt x="118" y="478"/>
                </a:lnTo>
                <a:lnTo>
                  <a:pt x="126" y="484"/>
                </a:lnTo>
                <a:lnTo>
                  <a:pt x="136" y="490"/>
                </a:lnTo>
                <a:lnTo>
                  <a:pt x="145" y="495"/>
                </a:lnTo>
                <a:lnTo>
                  <a:pt x="154" y="501"/>
                </a:lnTo>
                <a:lnTo>
                  <a:pt x="164" y="506"/>
                </a:lnTo>
                <a:lnTo>
                  <a:pt x="174" y="511"/>
                </a:lnTo>
                <a:lnTo>
                  <a:pt x="184" y="516"/>
                </a:lnTo>
                <a:lnTo>
                  <a:pt x="195" y="520"/>
                </a:lnTo>
                <a:lnTo>
                  <a:pt x="205" y="525"/>
                </a:lnTo>
                <a:lnTo>
                  <a:pt x="216" y="529"/>
                </a:lnTo>
                <a:lnTo>
                  <a:pt x="227" y="533"/>
                </a:lnTo>
                <a:lnTo>
                  <a:pt x="238" y="536"/>
                </a:lnTo>
                <a:lnTo>
                  <a:pt x="249" y="540"/>
                </a:lnTo>
                <a:lnTo>
                  <a:pt x="261" y="543"/>
                </a:lnTo>
                <a:lnTo>
                  <a:pt x="272" y="546"/>
                </a:lnTo>
                <a:lnTo>
                  <a:pt x="284" y="548"/>
                </a:lnTo>
                <a:lnTo>
                  <a:pt x="296" y="550"/>
                </a:lnTo>
                <a:lnTo>
                  <a:pt x="307" y="552"/>
                </a:lnTo>
                <a:lnTo>
                  <a:pt x="320" y="554"/>
                </a:lnTo>
                <a:lnTo>
                  <a:pt x="332" y="556"/>
                </a:lnTo>
                <a:lnTo>
                  <a:pt x="344" y="557"/>
                </a:lnTo>
                <a:lnTo>
                  <a:pt x="356" y="558"/>
                </a:lnTo>
                <a:lnTo>
                  <a:pt x="369" y="559"/>
                </a:lnTo>
                <a:lnTo>
                  <a:pt x="381" y="559"/>
                </a:lnTo>
                <a:lnTo>
                  <a:pt x="393" y="559"/>
                </a:lnTo>
                <a:lnTo>
                  <a:pt x="405" y="559"/>
                </a:lnTo>
                <a:lnTo>
                  <a:pt x="417" y="559"/>
                </a:lnTo>
                <a:lnTo>
                  <a:pt x="429" y="558"/>
                </a:lnTo>
                <a:lnTo>
                  <a:pt x="442" y="557"/>
                </a:lnTo>
                <a:lnTo>
                  <a:pt x="454" y="556"/>
                </a:lnTo>
                <a:lnTo>
                  <a:pt x="466" y="554"/>
                </a:lnTo>
                <a:lnTo>
                  <a:pt x="478" y="552"/>
                </a:lnTo>
                <a:lnTo>
                  <a:pt x="489" y="550"/>
                </a:lnTo>
                <a:lnTo>
                  <a:pt x="501" y="548"/>
                </a:lnTo>
                <a:lnTo>
                  <a:pt x="513" y="546"/>
                </a:lnTo>
                <a:lnTo>
                  <a:pt x="524" y="543"/>
                </a:lnTo>
                <a:lnTo>
                  <a:pt x="536" y="540"/>
                </a:lnTo>
                <a:lnTo>
                  <a:pt x="547" y="536"/>
                </a:lnTo>
                <a:lnTo>
                  <a:pt x="558" y="533"/>
                </a:lnTo>
                <a:lnTo>
                  <a:pt x="569" y="529"/>
                </a:lnTo>
                <a:lnTo>
                  <a:pt x="580" y="525"/>
                </a:lnTo>
                <a:lnTo>
                  <a:pt x="590" y="520"/>
                </a:lnTo>
                <a:lnTo>
                  <a:pt x="601" y="516"/>
                </a:lnTo>
                <a:lnTo>
                  <a:pt x="611" y="511"/>
                </a:lnTo>
                <a:lnTo>
                  <a:pt x="621" y="506"/>
                </a:lnTo>
                <a:lnTo>
                  <a:pt x="631" y="501"/>
                </a:lnTo>
                <a:lnTo>
                  <a:pt x="640" y="495"/>
                </a:lnTo>
                <a:lnTo>
                  <a:pt x="649" y="490"/>
                </a:lnTo>
                <a:lnTo>
                  <a:pt x="658" y="484"/>
                </a:lnTo>
                <a:lnTo>
                  <a:pt x="667" y="478"/>
                </a:lnTo>
                <a:lnTo>
                  <a:pt x="676" y="471"/>
                </a:lnTo>
                <a:lnTo>
                  <a:pt x="684" y="465"/>
                </a:lnTo>
                <a:lnTo>
                  <a:pt x="692" y="458"/>
                </a:lnTo>
                <a:lnTo>
                  <a:pt x="699" y="452"/>
                </a:lnTo>
                <a:lnTo>
                  <a:pt x="707" y="445"/>
                </a:lnTo>
                <a:lnTo>
                  <a:pt x="714" y="437"/>
                </a:lnTo>
                <a:lnTo>
                  <a:pt x="720" y="430"/>
                </a:lnTo>
                <a:lnTo>
                  <a:pt x="727" y="423"/>
                </a:lnTo>
                <a:lnTo>
                  <a:pt x="733" y="415"/>
                </a:lnTo>
                <a:lnTo>
                  <a:pt x="738" y="407"/>
                </a:lnTo>
                <a:lnTo>
                  <a:pt x="744" y="400"/>
                </a:lnTo>
                <a:lnTo>
                  <a:pt x="749" y="392"/>
                </a:lnTo>
                <a:lnTo>
                  <a:pt x="753" y="384"/>
                </a:lnTo>
                <a:lnTo>
                  <a:pt x="758" y="375"/>
                </a:lnTo>
                <a:lnTo>
                  <a:pt x="762" y="367"/>
                </a:lnTo>
                <a:lnTo>
                  <a:pt x="765" y="359"/>
                </a:lnTo>
                <a:lnTo>
                  <a:pt x="769" y="350"/>
                </a:lnTo>
                <a:lnTo>
                  <a:pt x="771" y="342"/>
                </a:lnTo>
                <a:lnTo>
                  <a:pt x="774" y="333"/>
                </a:lnTo>
                <a:lnTo>
                  <a:pt x="776" y="325"/>
                </a:lnTo>
                <a:lnTo>
                  <a:pt x="778" y="316"/>
                </a:lnTo>
                <a:lnTo>
                  <a:pt x="779" y="307"/>
                </a:lnTo>
                <a:lnTo>
                  <a:pt x="780" y="299"/>
                </a:lnTo>
                <a:lnTo>
                  <a:pt x="781" y="290"/>
                </a:lnTo>
                <a:lnTo>
                  <a:pt x="781" y="281"/>
                </a:lnTo>
                <a:moveTo>
                  <a:pt x="785" y="281"/>
                </a:moveTo>
                <a:lnTo>
                  <a:pt x="784" y="290"/>
                </a:lnTo>
                <a:lnTo>
                  <a:pt x="784" y="299"/>
                </a:lnTo>
                <a:lnTo>
                  <a:pt x="783" y="308"/>
                </a:lnTo>
                <a:lnTo>
                  <a:pt x="782" y="316"/>
                </a:lnTo>
                <a:lnTo>
                  <a:pt x="780" y="325"/>
                </a:lnTo>
                <a:lnTo>
                  <a:pt x="778" y="334"/>
                </a:lnTo>
                <a:lnTo>
                  <a:pt x="775" y="343"/>
                </a:lnTo>
                <a:lnTo>
                  <a:pt x="772" y="351"/>
                </a:lnTo>
                <a:lnTo>
                  <a:pt x="769" y="360"/>
                </a:lnTo>
                <a:lnTo>
                  <a:pt x="765" y="368"/>
                </a:lnTo>
                <a:lnTo>
                  <a:pt x="761" y="376"/>
                </a:lnTo>
                <a:lnTo>
                  <a:pt x="757" y="385"/>
                </a:lnTo>
                <a:lnTo>
                  <a:pt x="752" y="393"/>
                </a:lnTo>
                <a:lnTo>
                  <a:pt x="747" y="401"/>
                </a:lnTo>
                <a:lnTo>
                  <a:pt x="742" y="409"/>
                </a:lnTo>
                <a:lnTo>
                  <a:pt x="736" y="416"/>
                </a:lnTo>
                <a:lnTo>
                  <a:pt x="730" y="424"/>
                </a:lnTo>
                <a:lnTo>
                  <a:pt x="724" y="432"/>
                </a:lnTo>
                <a:lnTo>
                  <a:pt x="717" y="439"/>
                </a:lnTo>
                <a:lnTo>
                  <a:pt x="710" y="446"/>
                </a:lnTo>
                <a:lnTo>
                  <a:pt x="702" y="453"/>
                </a:lnTo>
                <a:lnTo>
                  <a:pt x="695" y="460"/>
                </a:lnTo>
                <a:lnTo>
                  <a:pt x="687" y="467"/>
                </a:lnTo>
                <a:lnTo>
                  <a:pt x="678" y="473"/>
                </a:lnTo>
                <a:lnTo>
                  <a:pt x="670" y="480"/>
                </a:lnTo>
                <a:lnTo>
                  <a:pt x="661" y="486"/>
                </a:lnTo>
                <a:lnTo>
                  <a:pt x="652" y="492"/>
                </a:lnTo>
                <a:lnTo>
                  <a:pt x="643" y="497"/>
                </a:lnTo>
                <a:lnTo>
                  <a:pt x="633" y="503"/>
                </a:lnTo>
                <a:lnTo>
                  <a:pt x="623" y="508"/>
                </a:lnTo>
                <a:lnTo>
                  <a:pt x="613" y="513"/>
                </a:lnTo>
                <a:lnTo>
                  <a:pt x="603" y="518"/>
                </a:lnTo>
                <a:lnTo>
                  <a:pt x="592" y="523"/>
                </a:lnTo>
                <a:lnTo>
                  <a:pt x="582" y="527"/>
                </a:lnTo>
                <a:lnTo>
                  <a:pt x="571" y="531"/>
                </a:lnTo>
                <a:lnTo>
                  <a:pt x="560" y="535"/>
                </a:lnTo>
                <a:lnTo>
                  <a:pt x="548" y="539"/>
                </a:lnTo>
                <a:lnTo>
                  <a:pt x="537" y="542"/>
                </a:lnTo>
                <a:lnTo>
                  <a:pt x="526" y="545"/>
                </a:lnTo>
                <a:lnTo>
                  <a:pt x="514" y="548"/>
                </a:lnTo>
                <a:lnTo>
                  <a:pt x="502" y="551"/>
                </a:lnTo>
                <a:lnTo>
                  <a:pt x="490" y="553"/>
                </a:lnTo>
                <a:lnTo>
                  <a:pt x="478" y="555"/>
                </a:lnTo>
                <a:lnTo>
                  <a:pt x="466" y="557"/>
                </a:lnTo>
                <a:lnTo>
                  <a:pt x="454" y="558"/>
                </a:lnTo>
                <a:lnTo>
                  <a:pt x="442" y="560"/>
                </a:lnTo>
                <a:lnTo>
                  <a:pt x="430" y="561"/>
                </a:lnTo>
                <a:lnTo>
                  <a:pt x="418" y="561"/>
                </a:lnTo>
                <a:lnTo>
                  <a:pt x="405" y="562"/>
                </a:lnTo>
                <a:lnTo>
                  <a:pt x="393" y="562"/>
                </a:lnTo>
                <a:lnTo>
                  <a:pt x="381" y="562"/>
                </a:lnTo>
                <a:lnTo>
                  <a:pt x="368" y="561"/>
                </a:lnTo>
                <a:lnTo>
                  <a:pt x="356" y="561"/>
                </a:lnTo>
                <a:lnTo>
                  <a:pt x="344" y="560"/>
                </a:lnTo>
                <a:lnTo>
                  <a:pt x="332" y="558"/>
                </a:lnTo>
                <a:lnTo>
                  <a:pt x="320" y="557"/>
                </a:lnTo>
                <a:lnTo>
                  <a:pt x="307" y="555"/>
                </a:lnTo>
                <a:lnTo>
                  <a:pt x="295" y="553"/>
                </a:lnTo>
                <a:lnTo>
                  <a:pt x="283" y="551"/>
                </a:lnTo>
                <a:lnTo>
                  <a:pt x="271" y="548"/>
                </a:lnTo>
                <a:lnTo>
                  <a:pt x="259" y="545"/>
                </a:lnTo>
                <a:lnTo>
                  <a:pt x="248" y="542"/>
                </a:lnTo>
                <a:lnTo>
                  <a:pt x="236" y="539"/>
                </a:lnTo>
                <a:lnTo>
                  <a:pt x="225" y="535"/>
                </a:lnTo>
                <a:lnTo>
                  <a:pt x="214" y="531"/>
                </a:lnTo>
                <a:lnTo>
                  <a:pt x="203" y="527"/>
                </a:lnTo>
                <a:lnTo>
                  <a:pt x="193" y="523"/>
                </a:lnTo>
                <a:lnTo>
                  <a:pt x="182" y="518"/>
                </a:lnTo>
                <a:lnTo>
                  <a:pt x="172" y="513"/>
                </a:lnTo>
                <a:lnTo>
                  <a:pt x="162" y="508"/>
                </a:lnTo>
                <a:lnTo>
                  <a:pt x="152" y="503"/>
                </a:lnTo>
                <a:lnTo>
                  <a:pt x="142" y="497"/>
                </a:lnTo>
                <a:lnTo>
                  <a:pt x="133" y="492"/>
                </a:lnTo>
                <a:lnTo>
                  <a:pt x="124" y="486"/>
                </a:lnTo>
                <a:lnTo>
                  <a:pt x="115" y="480"/>
                </a:lnTo>
                <a:lnTo>
                  <a:pt x="106" y="473"/>
                </a:lnTo>
                <a:lnTo>
                  <a:pt x="98" y="467"/>
                </a:lnTo>
                <a:lnTo>
                  <a:pt x="90" y="460"/>
                </a:lnTo>
                <a:lnTo>
                  <a:pt x="82" y="453"/>
                </a:lnTo>
                <a:lnTo>
                  <a:pt x="75" y="446"/>
                </a:lnTo>
                <a:lnTo>
                  <a:pt x="68" y="439"/>
                </a:lnTo>
                <a:lnTo>
                  <a:pt x="61" y="432"/>
                </a:lnTo>
                <a:lnTo>
                  <a:pt x="55" y="424"/>
                </a:lnTo>
                <a:lnTo>
                  <a:pt x="49" y="416"/>
                </a:lnTo>
                <a:lnTo>
                  <a:pt x="43" y="409"/>
                </a:lnTo>
                <a:lnTo>
                  <a:pt x="38" y="401"/>
                </a:lnTo>
                <a:lnTo>
                  <a:pt x="33" y="393"/>
                </a:lnTo>
                <a:lnTo>
                  <a:pt x="28" y="385"/>
                </a:lnTo>
                <a:lnTo>
                  <a:pt x="23" y="376"/>
                </a:lnTo>
                <a:lnTo>
                  <a:pt x="19" y="368"/>
                </a:lnTo>
                <a:lnTo>
                  <a:pt x="16" y="360"/>
                </a:lnTo>
                <a:lnTo>
                  <a:pt x="13" y="351"/>
                </a:lnTo>
                <a:lnTo>
                  <a:pt x="10" y="343"/>
                </a:lnTo>
                <a:lnTo>
                  <a:pt x="7" y="334"/>
                </a:lnTo>
                <a:lnTo>
                  <a:pt x="5" y="325"/>
                </a:lnTo>
                <a:lnTo>
                  <a:pt x="3" y="316"/>
                </a:lnTo>
                <a:lnTo>
                  <a:pt x="2" y="308"/>
                </a:lnTo>
                <a:lnTo>
                  <a:pt x="1" y="299"/>
                </a:lnTo>
                <a:lnTo>
                  <a:pt x="0" y="290"/>
                </a:lnTo>
                <a:lnTo>
                  <a:pt x="0" y="281"/>
                </a:lnTo>
                <a:lnTo>
                  <a:pt x="0" y="272"/>
                </a:lnTo>
                <a:lnTo>
                  <a:pt x="1" y="264"/>
                </a:lnTo>
                <a:lnTo>
                  <a:pt x="2" y="255"/>
                </a:lnTo>
                <a:lnTo>
                  <a:pt x="3" y="246"/>
                </a:lnTo>
                <a:lnTo>
                  <a:pt x="5" y="236"/>
                </a:lnTo>
                <a:lnTo>
                  <a:pt x="7" y="228"/>
                </a:lnTo>
                <a:lnTo>
                  <a:pt x="10" y="219"/>
                </a:lnTo>
                <a:lnTo>
                  <a:pt x="13" y="211"/>
                </a:lnTo>
                <a:lnTo>
                  <a:pt x="16" y="202"/>
                </a:lnTo>
                <a:lnTo>
                  <a:pt x="19" y="194"/>
                </a:lnTo>
                <a:lnTo>
                  <a:pt x="23" y="185"/>
                </a:lnTo>
                <a:lnTo>
                  <a:pt x="28" y="177"/>
                </a:lnTo>
                <a:lnTo>
                  <a:pt x="33" y="169"/>
                </a:lnTo>
                <a:lnTo>
                  <a:pt x="38" y="161"/>
                </a:lnTo>
                <a:lnTo>
                  <a:pt x="43" y="153"/>
                </a:lnTo>
                <a:lnTo>
                  <a:pt x="49" y="145"/>
                </a:lnTo>
                <a:lnTo>
                  <a:pt x="55" y="137"/>
                </a:lnTo>
                <a:lnTo>
                  <a:pt x="61" y="130"/>
                </a:lnTo>
                <a:lnTo>
                  <a:pt x="68" y="123"/>
                </a:lnTo>
                <a:lnTo>
                  <a:pt x="75" y="115"/>
                </a:lnTo>
                <a:lnTo>
                  <a:pt x="82" y="108"/>
                </a:lnTo>
                <a:lnTo>
                  <a:pt x="90" y="101"/>
                </a:lnTo>
                <a:lnTo>
                  <a:pt x="98" y="95"/>
                </a:lnTo>
                <a:lnTo>
                  <a:pt x="106" y="88"/>
                </a:lnTo>
                <a:lnTo>
                  <a:pt x="115" y="82"/>
                </a:lnTo>
                <a:lnTo>
                  <a:pt x="124" y="76"/>
                </a:lnTo>
                <a:lnTo>
                  <a:pt x="133" y="70"/>
                </a:lnTo>
                <a:lnTo>
                  <a:pt x="142" y="64"/>
                </a:lnTo>
                <a:lnTo>
                  <a:pt x="152" y="59"/>
                </a:lnTo>
                <a:lnTo>
                  <a:pt x="162" y="53"/>
                </a:lnTo>
                <a:lnTo>
                  <a:pt x="172" y="48"/>
                </a:lnTo>
                <a:lnTo>
                  <a:pt x="182" y="43"/>
                </a:lnTo>
                <a:lnTo>
                  <a:pt x="193" y="39"/>
                </a:lnTo>
                <a:lnTo>
                  <a:pt x="203" y="34"/>
                </a:lnTo>
                <a:lnTo>
                  <a:pt x="214" y="30"/>
                </a:lnTo>
                <a:lnTo>
                  <a:pt x="225" y="26"/>
                </a:lnTo>
                <a:lnTo>
                  <a:pt x="236" y="23"/>
                </a:lnTo>
                <a:lnTo>
                  <a:pt x="248" y="19"/>
                </a:lnTo>
                <a:lnTo>
                  <a:pt x="259" y="16"/>
                </a:lnTo>
                <a:lnTo>
                  <a:pt x="271" y="13"/>
                </a:lnTo>
                <a:lnTo>
                  <a:pt x="283" y="11"/>
                </a:lnTo>
                <a:lnTo>
                  <a:pt x="295" y="9"/>
                </a:lnTo>
                <a:lnTo>
                  <a:pt x="307" y="6"/>
                </a:lnTo>
                <a:lnTo>
                  <a:pt x="320" y="5"/>
                </a:lnTo>
                <a:lnTo>
                  <a:pt x="332" y="3"/>
                </a:lnTo>
                <a:lnTo>
                  <a:pt x="344" y="2"/>
                </a:lnTo>
                <a:lnTo>
                  <a:pt x="356" y="1"/>
                </a:lnTo>
                <a:lnTo>
                  <a:pt x="368" y="0"/>
                </a:lnTo>
                <a:lnTo>
                  <a:pt x="381" y="0"/>
                </a:lnTo>
                <a:lnTo>
                  <a:pt x="393" y="0"/>
                </a:lnTo>
                <a:lnTo>
                  <a:pt x="405" y="0"/>
                </a:lnTo>
                <a:lnTo>
                  <a:pt x="418" y="0"/>
                </a:lnTo>
                <a:lnTo>
                  <a:pt x="430" y="1"/>
                </a:lnTo>
                <a:lnTo>
                  <a:pt x="442" y="2"/>
                </a:lnTo>
                <a:lnTo>
                  <a:pt x="454" y="3"/>
                </a:lnTo>
                <a:lnTo>
                  <a:pt x="466" y="5"/>
                </a:lnTo>
                <a:lnTo>
                  <a:pt x="478" y="6"/>
                </a:lnTo>
                <a:lnTo>
                  <a:pt x="490" y="9"/>
                </a:lnTo>
                <a:lnTo>
                  <a:pt x="502" y="11"/>
                </a:lnTo>
                <a:lnTo>
                  <a:pt x="514" y="13"/>
                </a:lnTo>
                <a:lnTo>
                  <a:pt x="526" y="16"/>
                </a:lnTo>
                <a:lnTo>
                  <a:pt x="537" y="19"/>
                </a:lnTo>
                <a:lnTo>
                  <a:pt x="548" y="23"/>
                </a:lnTo>
                <a:lnTo>
                  <a:pt x="560" y="26"/>
                </a:lnTo>
                <a:lnTo>
                  <a:pt x="571" y="30"/>
                </a:lnTo>
                <a:lnTo>
                  <a:pt x="582" y="34"/>
                </a:lnTo>
                <a:lnTo>
                  <a:pt x="592" y="39"/>
                </a:lnTo>
                <a:lnTo>
                  <a:pt x="603" y="43"/>
                </a:lnTo>
                <a:lnTo>
                  <a:pt x="613" y="48"/>
                </a:lnTo>
                <a:lnTo>
                  <a:pt x="623" y="53"/>
                </a:lnTo>
                <a:lnTo>
                  <a:pt x="633" y="59"/>
                </a:lnTo>
                <a:lnTo>
                  <a:pt x="643" y="64"/>
                </a:lnTo>
                <a:lnTo>
                  <a:pt x="652" y="70"/>
                </a:lnTo>
                <a:lnTo>
                  <a:pt x="661" y="76"/>
                </a:lnTo>
                <a:lnTo>
                  <a:pt x="670" y="82"/>
                </a:lnTo>
                <a:lnTo>
                  <a:pt x="678" y="88"/>
                </a:lnTo>
                <a:lnTo>
                  <a:pt x="687" y="95"/>
                </a:lnTo>
                <a:lnTo>
                  <a:pt x="695" y="101"/>
                </a:lnTo>
                <a:lnTo>
                  <a:pt x="702" y="108"/>
                </a:lnTo>
                <a:lnTo>
                  <a:pt x="710" y="115"/>
                </a:lnTo>
                <a:lnTo>
                  <a:pt x="717" y="123"/>
                </a:lnTo>
                <a:lnTo>
                  <a:pt x="724" y="130"/>
                </a:lnTo>
                <a:lnTo>
                  <a:pt x="730" y="137"/>
                </a:lnTo>
                <a:lnTo>
                  <a:pt x="736" y="145"/>
                </a:lnTo>
                <a:lnTo>
                  <a:pt x="742" y="153"/>
                </a:lnTo>
                <a:lnTo>
                  <a:pt x="747" y="161"/>
                </a:lnTo>
                <a:lnTo>
                  <a:pt x="752" y="169"/>
                </a:lnTo>
                <a:lnTo>
                  <a:pt x="757" y="177"/>
                </a:lnTo>
                <a:lnTo>
                  <a:pt x="761" y="185"/>
                </a:lnTo>
                <a:lnTo>
                  <a:pt x="765" y="194"/>
                </a:lnTo>
                <a:lnTo>
                  <a:pt x="769" y="202"/>
                </a:lnTo>
                <a:lnTo>
                  <a:pt x="772" y="211"/>
                </a:lnTo>
                <a:lnTo>
                  <a:pt x="775" y="219"/>
                </a:lnTo>
                <a:lnTo>
                  <a:pt x="778" y="228"/>
                </a:lnTo>
                <a:lnTo>
                  <a:pt x="780" y="236"/>
                </a:lnTo>
                <a:lnTo>
                  <a:pt x="782" y="246"/>
                </a:lnTo>
                <a:lnTo>
                  <a:pt x="783" y="255"/>
                </a:lnTo>
                <a:lnTo>
                  <a:pt x="784" y="264"/>
                </a:lnTo>
                <a:lnTo>
                  <a:pt x="784" y="272"/>
                </a:lnTo>
                <a:lnTo>
                  <a:pt x="785" y="281"/>
                </a:lnTo>
                <a:close/>
              </a:path>
            </a:pathLst>
          </a:custGeom>
          <a:solidFill>
            <a:srgbClr val="ffe4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0" name=""/>
          <p:cNvSpPr/>
          <p:nvPr/>
        </p:nvSpPr>
        <p:spPr>
          <a:xfrm>
            <a:off x="7920000" y="2842200"/>
            <a:ext cx="285120" cy="204480"/>
          </a:xfrm>
          <a:custGeom>
            <a:avLst/>
            <a:gdLst/>
            <a:ahLst/>
            <a:rect l="0" t="0" r="r" b="b"/>
            <a:pathLst>
              <a:path w="792" h="568">
                <a:moveTo>
                  <a:pt x="789" y="283"/>
                </a:moveTo>
                <a:lnTo>
                  <a:pt x="788" y="274"/>
                </a:lnTo>
                <a:lnTo>
                  <a:pt x="788" y="266"/>
                </a:lnTo>
                <a:lnTo>
                  <a:pt x="787" y="257"/>
                </a:lnTo>
                <a:lnTo>
                  <a:pt x="786" y="248"/>
                </a:lnTo>
                <a:lnTo>
                  <a:pt x="784" y="239"/>
                </a:lnTo>
                <a:lnTo>
                  <a:pt x="782" y="231"/>
                </a:lnTo>
                <a:lnTo>
                  <a:pt x="779" y="222"/>
                </a:lnTo>
                <a:lnTo>
                  <a:pt x="776" y="214"/>
                </a:lnTo>
                <a:lnTo>
                  <a:pt x="773" y="205"/>
                </a:lnTo>
                <a:lnTo>
                  <a:pt x="769" y="197"/>
                </a:lnTo>
                <a:lnTo>
                  <a:pt x="765" y="188"/>
                </a:lnTo>
                <a:lnTo>
                  <a:pt x="761" y="180"/>
                </a:lnTo>
                <a:lnTo>
                  <a:pt x="756" y="172"/>
                </a:lnTo>
                <a:lnTo>
                  <a:pt x="751" y="164"/>
                </a:lnTo>
                <a:lnTo>
                  <a:pt x="746" y="156"/>
                </a:lnTo>
                <a:lnTo>
                  <a:pt x="740" y="148"/>
                </a:lnTo>
                <a:lnTo>
                  <a:pt x="734" y="140"/>
                </a:lnTo>
                <a:lnTo>
                  <a:pt x="728" y="133"/>
                </a:lnTo>
                <a:lnTo>
                  <a:pt x="721" y="126"/>
                </a:lnTo>
                <a:lnTo>
                  <a:pt x="714" y="118"/>
                </a:lnTo>
                <a:lnTo>
                  <a:pt x="706" y="111"/>
                </a:lnTo>
                <a:lnTo>
                  <a:pt x="699" y="104"/>
                </a:lnTo>
                <a:lnTo>
                  <a:pt x="691" y="98"/>
                </a:lnTo>
                <a:lnTo>
                  <a:pt x="682" y="91"/>
                </a:lnTo>
                <a:lnTo>
                  <a:pt x="674" y="85"/>
                </a:lnTo>
                <a:lnTo>
                  <a:pt x="665" y="79"/>
                </a:lnTo>
                <a:lnTo>
                  <a:pt x="656" y="73"/>
                </a:lnTo>
                <a:lnTo>
                  <a:pt x="647" y="67"/>
                </a:lnTo>
                <a:lnTo>
                  <a:pt x="637" y="62"/>
                </a:lnTo>
                <a:lnTo>
                  <a:pt x="627" y="56"/>
                </a:lnTo>
                <a:lnTo>
                  <a:pt x="617" y="51"/>
                </a:lnTo>
                <a:lnTo>
                  <a:pt x="607" y="46"/>
                </a:lnTo>
                <a:lnTo>
                  <a:pt x="596" y="42"/>
                </a:lnTo>
                <a:lnTo>
                  <a:pt x="586" y="37"/>
                </a:lnTo>
                <a:lnTo>
                  <a:pt x="575" y="33"/>
                </a:lnTo>
                <a:lnTo>
                  <a:pt x="564" y="29"/>
                </a:lnTo>
                <a:lnTo>
                  <a:pt x="552" y="26"/>
                </a:lnTo>
                <a:lnTo>
                  <a:pt x="540" y="22"/>
                </a:lnTo>
                <a:lnTo>
                  <a:pt x="529" y="19"/>
                </a:lnTo>
                <a:lnTo>
                  <a:pt x="517" y="16"/>
                </a:lnTo>
                <a:lnTo>
                  <a:pt x="505" y="14"/>
                </a:lnTo>
                <a:lnTo>
                  <a:pt x="493" y="12"/>
                </a:lnTo>
                <a:lnTo>
                  <a:pt x="481" y="9"/>
                </a:lnTo>
                <a:lnTo>
                  <a:pt x="469" y="8"/>
                </a:lnTo>
                <a:lnTo>
                  <a:pt x="457" y="6"/>
                </a:lnTo>
                <a:lnTo>
                  <a:pt x="445" y="5"/>
                </a:lnTo>
                <a:lnTo>
                  <a:pt x="433" y="4"/>
                </a:lnTo>
                <a:lnTo>
                  <a:pt x="421" y="3"/>
                </a:lnTo>
                <a:lnTo>
                  <a:pt x="408" y="3"/>
                </a:lnTo>
                <a:lnTo>
                  <a:pt x="396" y="3"/>
                </a:lnTo>
                <a:lnTo>
                  <a:pt x="384" y="3"/>
                </a:lnTo>
                <a:lnTo>
                  <a:pt x="371" y="3"/>
                </a:lnTo>
                <a:lnTo>
                  <a:pt x="359" y="4"/>
                </a:lnTo>
                <a:lnTo>
                  <a:pt x="347" y="5"/>
                </a:lnTo>
                <a:lnTo>
                  <a:pt x="335" y="6"/>
                </a:lnTo>
                <a:lnTo>
                  <a:pt x="323" y="8"/>
                </a:lnTo>
                <a:lnTo>
                  <a:pt x="311" y="9"/>
                </a:lnTo>
                <a:lnTo>
                  <a:pt x="299" y="12"/>
                </a:lnTo>
                <a:lnTo>
                  <a:pt x="287" y="14"/>
                </a:lnTo>
                <a:lnTo>
                  <a:pt x="275" y="16"/>
                </a:lnTo>
                <a:lnTo>
                  <a:pt x="263" y="19"/>
                </a:lnTo>
                <a:lnTo>
                  <a:pt x="252" y="22"/>
                </a:lnTo>
                <a:lnTo>
                  <a:pt x="240" y="26"/>
                </a:lnTo>
                <a:lnTo>
                  <a:pt x="229" y="29"/>
                </a:lnTo>
                <a:lnTo>
                  <a:pt x="218" y="33"/>
                </a:lnTo>
                <a:lnTo>
                  <a:pt x="207" y="37"/>
                </a:lnTo>
                <a:lnTo>
                  <a:pt x="197" y="42"/>
                </a:lnTo>
                <a:lnTo>
                  <a:pt x="186" y="46"/>
                </a:lnTo>
                <a:lnTo>
                  <a:pt x="176" y="51"/>
                </a:lnTo>
                <a:lnTo>
                  <a:pt x="166" y="56"/>
                </a:lnTo>
                <a:lnTo>
                  <a:pt x="156" y="62"/>
                </a:lnTo>
                <a:lnTo>
                  <a:pt x="146" y="67"/>
                </a:lnTo>
                <a:lnTo>
                  <a:pt x="137" y="73"/>
                </a:lnTo>
                <a:lnTo>
                  <a:pt x="128" y="79"/>
                </a:lnTo>
                <a:lnTo>
                  <a:pt x="119" y="85"/>
                </a:lnTo>
                <a:lnTo>
                  <a:pt x="110" y="91"/>
                </a:lnTo>
                <a:lnTo>
                  <a:pt x="102" y="98"/>
                </a:lnTo>
                <a:lnTo>
                  <a:pt x="94" y="104"/>
                </a:lnTo>
                <a:lnTo>
                  <a:pt x="86" y="111"/>
                </a:lnTo>
                <a:lnTo>
                  <a:pt x="79" y="118"/>
                </a:lnTo>
                <a:lnTo>
                  <a:pt x="72" y="126"/>
                </a:lnTo>
                <a:lnTo>
                  <a:pt x="65" y="133"/>
                </a:lnTo>
                <a:lnTo>
                  <a:pt x="59" y="140"/>
                </a:lnTo>
                <a:lnTo>
                  <a:pt x="53" y="148"/>
                </a:lnTo>
                <a:lnTo>
                  <a:pt x="47" y="156"/>
                </a:lnTo>
                <a:lnTo>
                  <a:pt x="42" y="164"/>
                </a:lnTo>
                <a:lnTo>
                  <a:pt x="37" y="172"/>
                </a:lnTo>
                <a:lnTo>
                  <a:pt x="32" y="180"/>
                </a:lnTo>
                <a:lnTo>
                  <a:pt x="27" y="188"/>
                </a:lnTo>
                <a:lnTo>
                  <a:pt x="23" y="197"/>
                </a:lnTo>
                <a:lnTo>
                  <a:pt x="20" y="205"/>
                </a:lnTo>
                <a:lnTo>
                  <a:pt x="17" y="214"/>
                </a:lnTo>
                <a:lnTo>
                  <a:pt x="14" y="222"/>
                </a:lnTo>
                <a:lnTo>
                  <a:pt x="11" y="231"/>
                </a:lnTo>
                <a:lnTo>
                  <a:pt x="9" y="239"/>
                </a:lnTo>
                <a:lnTo>
                  <a:pt x="7" y="248"/>
                </a:lnTo>
                <a:lnTo>
                  <a:pt x="6" y="257"/>
                </a:lnTo>
                <a:lnTo>
                  <a:pt x="5" y="266"/>
                </a:lnTo>
                <a:lnTo>
                  <a:pt x="4" y="274"/>
                </a:lnTo>
                <a:lnTo>
                  <a:pt x="4" y="283"/>
                </a:lnTo>
                <a:lnTo>
                  <a:pt x="4" y="292"/>
                </a:lnTo>
                <a:lnTo>
                  <a:pt x="5" y="301"/>
                </a:lnTo>
                <a:lnTo>
                  <a:pt x="6" y="310"/>
                </a:lnTo>
                <a:lnTo>
                  <a:pt x="7" y="319"/>
                </a:lnTo>
                <a:lnTo>
                  <a:pt x="9" y="328"/>
                </a:lnTo>
                <a:lnTo>
                  <a:pt x="11" y="337"/>
                </a:lnTo>
                <a:lnTo>
                  <a:pt x="14" y="346"/>
                </a:lnTo>
                <a:lnTo>
                  <a:pt x="17" y="354"/>
                </a:lnTo>
                <a:lnTo>
                  <a:pt x="20" y="363"/>
                </a:lnTo>
                <a:lnTo>
                  <a:pt x="23" y="371"/>
                </a:lnTo>
                <a:lnTo>
                  <a:pt x="27" y="379"/>
                </a:lnTo>
                <a:lnTo>
                  <a:pt x="32" y="388"/>
                </a:lnTo>
                <a:lnTo>
                  <a:pt x="37" y="396"/>
                </a:lnTo>
                <a:lnTo>
                  <a:pt x="42" y="404"/>
                </a:lnTo>
                <a:lnTo>
                  <a:pt x="47" y="412"/>
                </a:lnTo>
                <a:lnTo>
                  <a:pt x="53" y="419"/>
                </a:lnTo>
                <a:lnTo>
                  <a:pt x="59" y="427"/>
                </a:lnTo>
                <a:lnTo>
                  <a:pt x="65" y="435"/>
                </a:lnTo>
                <a:lnTo>
                  <a:pt x="72" y="442"/>
                </a:lnTo>
                <a:lnTo>
                  <a:pt x="79" y="449"/>
                </a:lnTo>
                <a:lnTo>
                  <a:pt x="86" y="456"/>
                </a:lnTo>
                <a:lnTo>
                  <a:pt x="94" y="463"/>
                </a:lnTo>
                <a:lnTo>
                  <a:pt x="102" y="470"/>
                </a:lnTo>
                <a:lnTo>
                  <a:pt x="110" y="476"/>
                </a:lnTo>
                <a:lnTo>
                  <a:pt x="119" y="483"/>
                </a:lnTo>
                <a:lnTo>
                  <a:pt x="128" y="489"/>
                </a:lnTo>
                <a:lnTo>
                  <a:pt x="137" y="495"/>
                </a:lnTo>
                <a:lnTo>
                  <a:pt x="146" y="500"/>
                </a:lnTo>
                <a:lnTo>
                  <a:pt x="156" y="506"/>
                </a:lnTo>
                <a:lnTo>
                  <a:pt x="166" y="511"/>
                </a:lnTo>
                <a:lnTo>
                  <a:pt x="176" y="516"/>
                </a:lnTo>
                <a:lnTo>
                  <a:pt x="186" y="521"/>
                </a:lnTo>
                <a:lnTo>
                  <a:pt x="197" y="526"/>
                </a:lnTo>
                <a:lnTo>
                  <a:pt x="207" y="530"/>
                </a:lnTo>
                <a:lnTo>
                  <a:pt x="218" y="534"/>
                </a:lnTo>
                <a:lnTo>
                  <a:pt x="229" y="538"/>
                </a:lnTo>
                <a:lnTo>
                  <a:pt x="240" y="542"/>
                </a:lnTo>
                <a:lnTo>
                  <a:pt x="252" y="545"/>
                </a:lnTo>
                <a:lnTo>
                  <a:pt x="263" y="548"/>
                </a:lnTo>
                <a:lnTo>
                  <a:pt x="275" y="551"/>
                </a:lnTo>
                <a:lnTo>
                  <a:pt x="287" y="554"/>
                </a:lnTo>
                <a:lnTo>
                  <a:pt x="299" y="556"/>
                </a:lnTo>
                <a:lnTo>
                  <a:pt x="311" y="558"/>
                </a:lnTo>
                <a:lnTo>
                  <a:pt x="323" y="560"/>
                </a:lnTo>
                <a:lnTo>
                  <a:pt x="335" y="561"/>
                </a:lnTo>
                <a:lnTo>
                  <a:pt x="347" y="563"/>
                </a:lnTo>
                <a:lnTo>
                  <a:pt x="359" y="564"/>
                </a:lnTo>
                <a:lnTo>
                  <a:pt x="371" y="564"/>
                </a:lnTo>
                <a:lnTo>
                  <a:pt x="384" y="565"/>
                </a:lnTo>
                <a:lnTo>
                  <a:pt x="396" y="565"/>
                </a:lnTo>
                <a:lnTo>
                  <a:pt x="408" y="565"/>
                </a:lnTo>
                <a:lnTo>
                  <a:pt x="421" y="564"/>
                </a:lnTo>
                <a:lnTo>
                  <a:pt x="433" y="564"/>
                </a:lnTo>
                <a:lnTo>
                  <a:pt x="445" y="563"/>
                </a:lnTo>
                <a:lnTo>
                  <a:pt x="457" y="561"/>
                </a:lnTo>
                <a:lnTo>
                  <a:pt x="469" y="560"/>
                </a:lnTo>
                <a:lnTo>
                  <a:pt x="481" y="558"/>
                </a:lnTo>
                <a:lnTo>
                  <a:pt x="493" y="556"/>
                </a:lnTo>
                <a:lnTo>
                  <a:pt x="505" y="554"/>
                </a:lnTo>
                <a:lnTo>
                  <a:pt x="517" y="551"/>
                </a:lnTo>
                <a:lnTo>
                  <a:pt x="529" y="548"/>
                </a:lnTo>
                <a:lnTo>
                  <a:pt x="540" y="545"/>
                </a:lnTo>
                <a:lnTo>
                  <a:pt x="552" y="542"/>
                </a:lnTo>
                <a:lnTo>
                  <a:pt x="564" y="538"/>
                </a:lnTo>
                <a:lnTo>
                  <a:pt x="575" y="534"/>
                </a:lnTo>
                <a:lnTo>
                  <a:pt x="586" y="530"/>
                </a:lnTo>
                <a:lnTo>
                  <a:pt x="596" y="526"/>
                </a:lnTo>
                <a:lnTo>
                  <a:pt x="607" y="521"/>
                </a:lnTo>
                <a:lnTo>
                  <a:pt x="617" y="516"/>
                </a:lnTo>
                <a:lnTo>
                  <a:pt x="627" y="511"/>
                </a:lnTo>
                <a:lnTo>
                  <a:pt x="637" y="506"/>
                </a:lnTo>
                <a:lnTo>
                  <a:pt x="647" y="500"/>
                </a:lnTo>
                <a:lnTo>
                  <a:pt x="656" y="495"/>
                </a:lnTo>
                <a:lnTo>
                  <a:pt x="665" y="489"/>
                </a:lnTo>
                <a:lnTo>
                  <a:pt x="674" y="483"/>
                </a:lnTo>
                <a:lnTo>
                  <a:pt x="682" y="476"/>
                </a:lnTo>
                <a:lnTo>
                  <a:pt x="691" y="470"/>
                </a:lnTo>
                <a:lnTo>
                  <a:pt x="699" y="463"/>
                </a:lnTo>
                <a:lnTo>
                  <a:pt x="706" y="456"/>
                </a:lnTo>
                <a:lnTo>
                  <a:pt x="714" y="449"/>
                </a:lnTo>
                <a:lnTo>
                  <a:pt x="721" y="442"/>
                </a:lnTo>
                <a:lnTo>
                  <a:pt x="728" y="435"/>
                </a:lnTo>
                <a:lnTo>
                  <a:pt x="734" y="427"/>
                </a:lnTo>
                <a:lnTo>
                  <a:pt x="740" y="419"/>
                </a:lnTo>
                <a:lnTo>
                  <a:pt x="746" y="412"/>
                </a:lnTo>
                <a:lnTo>
                  <a:pt x="751" y="404"/>
                </a:lnTo>
                <a:lnTo>
                  <a:pt x="756" y="396"/>
                </a:lnTo>
                <a:lnTo>
                  <a:pt x="761" y="388"/>
                </a:lnTo>
                <a:lnTo>
                  <a:pt x="765" y="379"/>
                </a:lnTo>
                <a:lnTo>
                  <a:pt x="769" y="371"/>
                </a:lnTo>
                <a:lnTo>
                  <a:pt x="773" y="363"/>
                </a:lnTo>
                <a:lnTo>
                  <a:pt x="776" y="354"/>
                </a:lnTo>
                <a:lnTo>
                  <a:pt x="779" y="346"/>
                </a:lnTo>
                <a:lnTo>
                  <a:pt x="782" y="337"/>
                </a:lnTo>
                <a:lnTo>
                  <a:pt x="784" y="328"/>
                </a:lnTo>
                <a:lnTo>
                  <a:pt x="786" y="319"/>
                </a:lnTo>
                <a:lnTo>
                  <a:pt x="787" y="310"/>
                </a:lnTo>
                <a:lnTo>
                  <a:pt x="788" y="301"/>
                </a:lnTo>
                <a:lnTo>
                  <a:pt x="788" y="292"/>
                </a:lnTo>
                <a:lnTo>
                  <a:pt x="789" y="283"/>
                </a:lnTo>
                <a:moveTo>
                  <a:pt x="792" y="283"/>
                </a:moveTo>
                <a:lnTo>
                  <a:pt x="792" y="292"/>
                </a:lnTo>
                <a:lnTo>
                  <a:pt x="792" y="301"/>
                </a:lnTo>
                <a:lnTo>
                  <a:pt x="791" y="310"/>
                </a:lnTo>
                <a:lnTo>
                  <a:pt x="789" y="320"/>
                </a:lnTo>
                <a:lnTo>
                  <a:pt x="788" y="329"/>
                </a:lnTo>
                <a:lnTo>
                  <a:pt x="785" y="337"/>
                </a:lnTo>
                <a:lnTo>
                  <a:pt x="783" y="346"/>
                </a:lnTo>
                <a:lnTo>
                  <a:pt x="780" y="355"/>
                </a:lnTo>
                <a:lnTo>
                  <a:pt x="777" y="363"/>
                </a:lnTo>
                <a:lnTo>
                  <a:pt x="773" y="372"/>
                </a:lnTo>
                <a:lnTo>
                  <a:pt x="769" y="380"/>
                </a:lnTo>
                <a:lnTo>
                  <a:pt x="765" y="389"/>
                </a:lnTo>
                <a:lnTo>
                  <a:pt x="760" y="397"/>
                </a:lnTo>
                <a:lnTo>
                  <a:pt x="755" y="405"/>
                </a:lnTo>
                <a:lnTo>
                  <a:pt x="749" y="413"/>
                </a:lnTo>
                <a:lnTo>
                  <a:pt x="744" y="421"/>
                </a:lnTo>
                <a:lnTo>
                  <a:pt x="737" y="429"/>
                </a:lnTo>
                <a:lnTo>
                  <a:pt x="731" y="436"/>
                </a:lnTo>
                <a:lnTo>
                  <a:pt x="724" y="444"/>
                </a:lnTo>
                <a:lnTo>
                  <a:pt x="717" y="451"/>
                </a:lnTo>
                <a:lnTo>
                  <a:pt x="709" y="458"/>
                </a:lnTo>
                <a:lnTo>
                  <a:pt x="702" y="465"/>
                </a:lnTo>
                <a:lnTo>
                  <a:pt x="694" y="472"/>
                </a:lnTo>
                <a:lnTo>
                  <a:pt x="685" y="478"/>
                </a:lnTo>
                <a:lnTo>
                  <a:pt x="677" y="485"/>
                </a:lnTo>
                <a:lnTo>
                  <a:pt x="668" y="491"/>
                </a:lnTo>
                <a:lnTo>
                  <a:pt x="659" y="497"/>
                </a:lnTo>
                <a:lnTo>
                  <a:pt x="649" y="503"/>
                </a:lnTo>
                <a:lnTo>
                  <a:pt x="639" y="508"/>
                </a:lnTo>
                <a:lnTo>
                  <a:pt x="629" y="514"/>
                </a:lnTo>
                <a:lnTo>
                  <a:pt x="619" y="519"/>
                </a:lnTo>
                <a:lnTo>
                  <a:pt x="609" y="524"/>
                </a:lnTo>
                <a:lnTo>
                  <a:pt x="598" y="528"/>
                </a:lnTo>
                <a:lnTo>
                  <a:pt x="588" y="533"/>
                </a:lnTo>
                <a:lnTo>
                  <a:pt x="577" y="537"/>
                </a:lnTo>
                <a:lnTo>
                  <a:pt x="565" y="541"/>
                </a:lnTo>
                <a:lnTo>
                  <a:pt x="554" y="544"/>
                </a:lnTo>
                <a:lnTo>
                  <a:pt x="542" y="548"/>
                </a:lnTo>
                <a:lnTo>
                  <a:pt x="530" y="551"/>
                </a:lnTo>
                <a:lnTo>
                  <a:pt x="518" y="554"/>
                </a:lnTo>
                <a:lnTo>
                  <a:pt x="506" y="556"/>
                </a:lnTo>
                <a:lnTo>
                  <a:pt x="494" y="559"/>
                </a:lnTo>
                <a:lnTo>
                  <a:pt x="482" y="561"/>
                </a:lnTo>
                <a:lnTo>
                  <a:pt x="470" y="563"/>
                </a:lnTo>
                <a:lnTo>
                  <a:pt x="458" y="564"/>
                </a:lnTo>
                <a:lnTo>
                  <a:pt x="446" y="565"/>
                </a:lnTo>
                <a:lnTo>
                  <a:pt x="433" y="566"/>
                </a:lnTo>
                <a:lnTo>
                  <a:pt x="421" y="567"/>
                </a:lnTo>
                <a:lnTo>
                  <a:pt x="408" y="568"/>
                </a:lnTo>
                <a:lnTo>
                  <a:pt x="396" y="568"/>
                </a:lnTo>
                <a:lnTo>
                  <a:pt x="384" y="568"/>
                </a:lnTo>
                <a:lnTo>
                  <a:pt x="371" y="567"/>
                </a:lnTo>
                <a:lnTo>
                  <a:pt x="359" y="566"/>
                </a:lnTo>
                <a:lnTo>
                  <a:pt x="346" y="565"/>
                </a:lnTo>
                <a:lnTo>
                  <a:pt x="334" y="564"/>
                </a:lnTo>
                <a:lnTo>
                  <a:pt x="322" y="563"/>
                </a:lnTo>
                <a:lnTo>
                  <a:pt x="310" y="561"/>
                </a:lnTo>
                <a:lnTo>
                  <a:pt x="298" y="559"/>
                </a:lnTo>
                <a:lnTo>
                  <a:pt x="286" y="556"/>
                </a:lnTo>
                <a:lnTo>
                  <a:pt x="274" y="554"/>
                </a:lnTo>
                <a:lnTo>
                  <a:pt x="262" y="551"/>
                </a:lnTo>
                <a:lnTo>
                  <a:pt x="250" y="548"/>
                </a:lnTo>
                <a:lnTo>
                  <a:pt x="239" y="544"/>
                </a:lnTo>
                <a:lnTo>
                  <a:pt x="228" y="541"/>
                </a:lnTo>
                <a:lnTo>
                  <a:pt x="216" y="537"/>
                </a:lnTo>
                <a:lnTo>
                  <a:pt x="205" y="533"/>
                </a:lnTo>
                <a:lnTo>
                  <a:pt x="195" y="528"/>
                </a:lnTo>
                <a:lnTo>
                  <a:pt x="184" y="524"/>
                </a:lnTo>
                <a:lnTo>
                  <a:pt x="174" y="519"/>
                </a:lnTo>
                <a:lnTo>
                  <a:pt x="163" y="514"/>
                </a:lnTo>
                <a:lnTo>
                  <a:pt x="154" y="508"/>
                </a:lnTo>
                <a:lnTo>
                  <a:pt x="144" y="503"/>
                </a:lnTo>
                <a:lnTo>
                  <a:pt x="134" y="497"/>
                </a:lnTo>
                <a:lnTo>
                  <a:pt x="125" y="491"/>
                </a:lnTo>
                <a:lnTo>
                  <a:pt x="116" y="485"/>
                </a:lnTo>
                <a:lnTo>
                  <a:pt x="108" y="478"/>
                </a:lnTo>
                <a:lnTo>
                  <a:pt x="99" y="472"/>
                </a:lnTo>
                <a:lnTo>
                  <a:pt x="91" y="465"/>
                </a:lnTo>
                <a:lnTo>
                  <a:pt x="83" y="458"/>
                </a:lnTo>
                <a:lnTo>
                  <a:pt x="76" y="451"/>
                </a:lnTo>
                <a:lnTo>
                  <a:pt x="69" y="444"/>
                </a:lnTo>
                <a:lnTo>
                  <a:pt x="62" y="436"/>
                </a:lnTo>
                <a:lnTo>
                  <a:pt x="55" y="429"/>
                </a:lnTo>
                <a:lnTo>
                  <a:pt x="49" y="421"/>
                </a:lnTo>
                <a:lnTo>
                  <a:pt x="44" y="413"/>
                </a:lnTo>
                <a:lnTo>
                  <a:pt x="38" y="405"/>
                </a:lnTo>
                <a:lnTo>
                  <a:pt x="33" y="397"/>
                </a:lnTo>
                <a:lnTo>
                  <a:pt x="28" y="389"/>
                </a:lnTo>
                <a:lnTo>
                  <a:pt x="24" y="380"/>
                </a:lnTo>
                <a:lnTo>
                  <a:pt x="20" y="372"/>
                </a:lnTo>
                <a:lnTo>
                  <a:pt x="16" y="363"/>
                </a:lnTo>
                <a:lnTo>
                  <a:pt x="13" y="355"/>
                </a:lnTo>
                <a:lnTo>
                  <a:pt x="10" y="346"/>
                </a:lnTo>
                <a:lnTo>
                  <a:pt x="7" y="337"/>
                </a:lnTo>
                <a:lnTo>
                  <a:pt x="5" y="329"/>
                </a:lnTo>
                <a:lnTo>
                  <a:pt x="4" y="320"/>
                </a:lnTo>
                <a:lnTo>
                  <a:pt x="2" y="310"/>
                </a:lnTo>
                <a:lnTo>
                  <a:pt x="1" y="301"/>
                </a:lnTo>
                <a:lnTo>
                  <a:pt x="1" y="292"/>
                </a:lnTo>
                <a:lnTo>
                  <a:pt x="0" y="283"/>
                </a:lnTo>
                <a:lnTo>
                  <a:pt x="1" y="274"/>
                </a:lnTo>
                <a:lnTo>
                  <a:pt x="1" y="266"/>
                </a:lnTo>
                <a:lnTo>
                  <a:pt x="2" y="257"/>
                </a:lnTo>
                <a:lnTo>
                  <a:pt x="4" y="248"/>
                </a:lnTo>
                <a:lnTo>
                  <a:pt x="5" y="239"/>
                </a:lnTo>
                <a:lnTo>
                  <a:pt x="7" y="230"/>
                </a:lnTo>
                <a:lnTo>
                  <a:pt x="10" y="221"/>
                </a:lnTo>
                <a:lnTo>
                  <a:pt x="13" y="213"/>
                </a:lnTo>
                <a:lnTo>
                  <a:pt x="16" y="204"/>
                </a:lnTo>
                <a:lnTo>
                  <a:pt x="20" y="196"/>
                </a:lnTo>
                <a:lnTo>
                  <a:pt x="24" y="187"/>
                </a:lnTo>
                <a:lnTo>
                  <a:pt x="28" y="179"/>
                </a:lnTo>
                <a:lnTo>
                  <a:pt x="33" y="171"/>
                </a:lnTo>
                <a:lnTo>
                  <a:pt x="38" y="163"/>
                </a:lnTo>
                <a:lnTo>
                  <a:pt x="44" y="155"/>
                </a:lnTo>
                <a:lnTo>
                  <a:pt x="49" y="147"/>
                </a:lnTo>
                <a:lnTo>
                  <a:pt x="55" y="139"/>
                </a:lnTo>
                <a:lnTo>
                  <a:pt x="62" y="131"/>
                </a:lnTo>
                <a:lnTo>
                  <a:pt x="69" y="124"/>
                </a:lnTo>
                <a:lnTo>
                  <a:pt x="76" y="117"/>
                </a:lnTo>
                <a:lnTo>
                  <a:pt x="83" y="110"/>
                </a:lnTo>
                <a:lnTo>
                  <a:pt x="91" y="103"/>
                </a:lnTo>
                <a:lnTo>
                  <a:pt x="99" y="96"/>
                </a:lnTo>
                <a:lnTo>
                  <a:pt x="108" y="89"/>
                </a:lnTo>
                <a:lnTo>
                  <a:pt x="116" y="83"/>
                </a:lnTo>
                <a:lnTo>
                  <a:pt x="125" y="77"/>
                </a:lnTo>
                <a:lnTo>
                  <a:pt x="134" y="71"/>
                </a:lnTo>
                <a:lnTo>
                  <a:pt x="144" y="65"/>
                </a:lnTo>
                <a:lnTo>
                  <a:pt x="154" y="59"/>
                </a:lnTo>
                <a:lnTo>
                  <a:pt x="163" y="54"/>
                </a:lnTo>
                <a:lnTo>
                  <a:pt x="174" y="49"/>
                </a:lnTo>
                <a:lnTo>
                  <a:pt x="184" y="44"/>
                </a:lnTo>
                <a:lnTo>
                  <a:pt x="195" y="39"/>
                </a:lnTo>
                <a:lnTo>
                  <a:pt x="205" y="35"/>
                </a:lnTo>
                <a:lnTo>
                  <a:pt x="216" y="31"/>
                </a:lnTo>
                <a:lnTo>
                  <a:pt x="228" y="27"/>
                </a:lnTo>
                <a:lnTo>
                  <a:pt x="239" y="23"/>
                </a:lnTo>
                <a:lnTo>
                  <a:pt x="250" y="20"/>
                </a:lnTo>
                <a:lnTo>
                  <a:pt x="262" y="17"/>
                </a:lnTo>
                <a:lnTo>
                  <a:pt x="274" y="14"/>
                </a:lnTo>
                <a:lnTo>
                  <a:pt x="286" y="11"/>
                </a:lnTo>
                <a:lnTo>
                  <a:pt x="298" y="9"/>
                </a:lnTo>
                <a:lnTo>
                  <a:pt x="310" y="7"/>
                </a:lnTo>
                <a:lnTo>
                  <a:pt x="322" y="5"/>
                </a:lnTo>
                <a:lnTo>
                  <a:pt x="334" y="3"/>
                </a:lnTo>
                <a:lnTo>
                  <a:pt x="346" y="2"/>
                </a:lnTo>
                <a:lnTo>
                  <a:pt x="359" y="1"/>
                </a:lnTo>
                <a:lnTo>
                  <a:pt x="371" y="0"/>
                </a:lnTo>
                <a:lnTo>
                  <a:pt x="384" y="0"/>
                </a:lnTo>
                <a:lnTo>
                  <a:pt x="396" y="0"/>
                </a:lnTo>
                <a:lnTo>
                  <a:pt x="408" y="0"/>
                </a:lnTo>
                <a:lnTo>
                  <a:pt x="421" y="0"/>
                </a:lnTo>
                <a:lnTo>
                  <a:pt x="433" y="1"/>
                </a:lnTo>
                <a:lnTo>
                  <a:pt x="446" y="2"/>
                </a:lnTo>
                <a:lnTo>
                  <a:pt x="458" y="3"/>
                </a:lnTo>
                <a:lnTo>
                  <a:pt x="470" y="5"/>
                </a:lnTo>
                <a:lnTo>
                  <a:pt x="482" y="7"/>
                </a:lnTo>
                <a:lnTo>
                  <a:pt x="494" y="9"/>
                </a:lnTo>
                <a:lnTo>
                  <a:pt x="506" y="11"/>
                </a:lnTo>
                <a:lnTo>
                  <a:pt x="518" y="14"/>
                </a:lnTo>
                <a:lnTo>
                  <a:pt x="530" y="17"/>
                </a:lnTo>
                <a:lnTo>
                  <a:pt x="542" y="20"/>
                </a:lnTo>
                <a:lnTo>
                  <a:pt x="554" y="23"/>
                </a:lnTo>
                <a:lnTo>
                  <a:pt x="565" y="27"/>
                </a:lnTo>
                <a:lnTo>
                  <a:pt x="577" y="31"/>
                </a:lnTo>
                <a:lnTo>
                  <a:pt x="588" y="35"/>
                </a:lnTo>
                <a:lnTo>
                  <a:pt x="598" y="39"/>
                </a:lnTo>
                <a:lnTo>
                  <a:pt x="609" y="44"/>
                </a:lnTo>
                <a:lnTo>
                  <a:pt x="619" y="49"/>
                </a:lnTo>
                <a:lnTo>
                  <a:pt x="629" y="54"/>
                </a:lnTo>
                <a:lnTo>
                  <a:pt x="639" y="59"/>
                </a:lnTo>
                <a:lnTo>
                  <a:pt x="649" y="65"/>
                </a:lnTo>
                <a:lnTo>
                  <a:pt x="659" y="71"/>
                </a:lnTo>
                <a:lnTo>
                  <a:pt x="668" y="77"/>
                </a:lnTo>
                <a:lnTo>
                  <a:pt x="677" y="83"/>
                </a:lnTo>
                <a:lnTo>
                  <a:pt x="685" y="89"/>
                </a:lnTo>
                <a:lnTo>
                  <a:pt x="694" y="96"/>
                </a:lnTo>
                <a:lnTo>
                  <a:pt x="702" y="103"/>
                </a:lnTo>
                <a:lnTo>
                  <a:pt x="709" y="110"/>
                </a:lnTo>
                <a:lnTo>
                  <a:pt x="717" y="117"/>
                </a:lnTo>
                <a:lnTo>
                  <a:pt x="724" y="124"/>
                </a:lnTo>
                <a:lnTo>
                  <a:pt x="731" y="131"/>
                </a:lnTo>
                <a:lnTo>
                  <a:pt x="737" y="139"/>
                </a:lnTo>
                <a:lnTo>
                  <a:pt x="744" y="147"/>
                </a:lnTo>
                <a:lnTo>
                  <a:pt x="749" y="155"/>
                </a:lnTo>
                <a:lnTo>
                  <a:pt x="755" y="163"/>
                </a:lnTo>
                <a:lnTo>
                  <a:pt x="760" y="171"/>
                </a:lnTo>
                <a:lnTo>
                  <a:pt x="765" y="179"/>
                </a:lnTo>
                <a:lnTo>
                  <a:pt x="769" y="187"/>
                </a:lnTo>
                <a:lnTo>
                  <a:pt x="773" y="196"/>
                </a:lnTo>
                <a:lnTo>
                  <a:pt x="777" y="204"/>
                </a:lnTo>
                <a:lnTo>
                  <a:pt x="780" y="213"/>
                </a:lnTo>
                <a:lnTo>
                  <a:pt x="783" y="221"/>
                </a:lnTo>
                <a:lnTo>
                  <a:pt x="785" y="230"/>
                </a:lnTo>
                <a:lnTo>
                  <a:pt x="788" y="239"/>
                </a:lnTo>
                <a:lnTo>
                  <a:pt x="789" y="248"/>
                </a:lnTo>
                <a:lnTo>
                  <a:pt x="791" y="257"/>
                </a:lnTo>
                <a:lnTo>
                  <a:pt x="792" y="266"/>
                </a:lnTo>
                <a:lnTo>
                  <a:pt x="792" y="274"/>
                </a:lnTo>
                <a:lnTo>
                  <a:pt x="792" y="283"/>
                </a:lnTo>
                <a:close/>
              </a:path>
            </a:pathLst>
          </a:custGeom>
          <a:solidFill>
            <a:srgbClr val="ffe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1" name=""/>
          <p:cNvSpPr/>
          <p:nvPr/>
        </p:nvSpPr>
        <p:spPr>
          <a:xfrm>
            <a:off x="7918920" y="2841120"/>
            <a:ext cx="287640" cy="206280"/>
          </a:xfrm>
          <a:custGeom>
            <a:avLst/>
            <a:gdLst/>
            <a:ahLst/>
            <a:rect l="0" t="0" r="r" b="b"/>
            <a:pathLst>
              <a:path w="799" h="573">
                <a:moveTo>
                  <a:pt x="795" y="286"/>
                </a:moveTo>
                <a:lnTo>
                  <a:pt x="795" y="277"/>
                </a:lnTo>
                <a:lnTo>
                  <a:pt x="795" y="269"/>
                </a:lnTo>
                <a:lnTo>
                  <a:pt x="794" y="260"/>
                </a:lnTo>
                <a:lnTo>
                  <a:pt x="792" y="251"/>
                </a:lnTo>
                <a:lnTo>
                  <a:pt x="791" y="242"/>
                </a:lnTo>
                <a:lnTo>
                  <a:pt x="788" y="233"/>
                </a:lnTo>
                <a:lnTo>
                  <a:pt x="786" y="224"/>
                </a:lnTo>
                <a:lnTo>
                  <a:pt x="783" y="216"/>
                </a:lnTo>
                <a:lnTo>
                  <a:pt x="780" y="207"/>
                </a:lnTo>
                <a:lnTo>
                  <a:pt x="776" y="199"/>
                </a:lnTo>
                <a:lnTo>
                  <a:pt x="772" y="190"/>
                </a:lnTo>
                <a:lnTo>
                  <a:pt x="768" y="182"/>
                </a:lnTo>
                <a:lnTo>
                  <a:pt x="763" y="174"/>
                </a:lnTo>
                <a:lnTo>
                  <a:pt x="758" y="166"/>
                </a:lnTo>
                <a:lnTo>
                  <a:pt x="752" y="158"/>
                </a:lnTo>
                <a:lnTo>
                  <a:pt x="747" y="150"/>
                </a:lnTo>
                <a:lnTo>
                  <a:pt x="739" y="142"/>
                </a:lnTo>
                <a:lnTo>
                  <a:pt x="733" y="134"/>
                </a:lnTo>
                <a:lnTo>
                  <a:pt x="726" y="127"/>
                </a:lnTo>
                <a:lnTo>
                  <a:pt x="719" y="120"/>
                </a:lnTo>
                <a:lnTo>
                  <a:pt x="711" y="113"/>
                </a:lnTo>
                <a:lnTo>
                  <a:pt x="704" y="106"/>
                </a:lnTo>
                <a:lnTo>
                  <a:pt x="696" y="99"/>
                </a:lnTo>
                <a:lnTo>
                  <a:pt x="687" y="92"/>
                </a:lnTo>
                <a:lnTo>
                  <a:pt x="679" y="86"/>
                </a:lnTo>
                <a:lnTo>
                  <a:pt x="670" y="80"/>
                </a:lnTo>
                <a:lnTo>
                  <a:pt x="661" y="74"/>
                </a:lnTo>
                <a:lnTo>
                  <a:pt x="651" y="68"/>
                </a:lnTo>
                <a:lnTo>
                  <a:pt x="641" y="62"/>
                </a:lnTo>
                <a:lnTo>
                  <a:pt x="631" y="57"/>
                </a:lnTo>
                <a:lnTo>
                  <a:pt x="621" y="52"/>
                </a:lnTo>
                <a:lnTo>
                  <a:pt x="611" y="47"/>
                </a:lnTo>
                <a:lnTo>
                  <a:pt x="600" y="42"/>
                </a:lnTo>
                <a:lnTo>
                  <a:pt x="590" y="38"/>
                </a:lnTo>
                <a:lnTo>
                  <a:pt x="579" y="34"/>
                </a:lnTo>
                <a:lnTo>
                  <a:pt x="567" y="30"/>
                </a:lnTo>
                <a:lnTo>
                  <a:pt x="556" y="26"/>
                </a:lnTo>
                <a:lnTo>
                  <a:pt x="545" y="23"/>
                </a:lnTo>
                <a:lnTo>
                  <a:pt x="533" y="20"/>
                </a:lnTo>
                <a:lnTo>
                  <a:pt x="521" y="17"/>
                </a:lnTo>
                <a:lnTo>
                  <a:pt x="509" y="14"/>
                </a:lnTo>
                <a:lnTo>
                  <a:pt x="497" y="12"/>
                </a:lnTo>
                <a:lnTo>
                  <a:pt x="485" y="10"/>
                </a:lnTo>
                <a:lnTo>
                  <a:pt x="473" y="8"/>
                </a:lnTo>
                <a:lnTo>
                  <a:pt x="461" y="6"/>
                </a:lnTo>
                <a:lnTo>
                  <a:pt x="449" y="5"/>
                </a:lnTo>
                <a:lnTo>
                  <a:pt x="436" y="4"/>
                </a:lnTo>
                <a:lnTo>
                  <a:pt x="424" y="3"/>
                </a:lnTo>
                <a:lnTo>
                  <a:pt x="411" y="3"/>
                </a:lnTo>
                <a:lnTo>
                  <a:pt x="399" y="3"/>
                </a:lnTo>
                <a:lnTo>
                  <a:pt x="387" y="3"/>
                </a:lnTo>
                <a:lnTo>
                  <a:pt x="374" y="3"/>
                </a:lnTo>
                <a:lnTo>
                  <a:pt x="362" y="4"/>
                </a:lnTo>
                <a:lnTo>
                  <a:pt x="349" y="5"/>
                </a:lnTo>
                <a:lnTo>
                  <a:pt x="337" y="6"/>
                </a:lnTo>
                <a:lnTo>
                  <a:pt x="325" y="8"/>
                </a:lnTo>
                <a:lnTo>
                  <a:pt x="313" y="10"/>
                </a:lnTo>
                <a:lnTo>
                  <a:pt x="301" y="12"/>
                </a:lnTo>
                <a:lnTo>
                  <a:pt x="289" y="14"/>
                </a:lnTo>
                <a:lnTo>
                  <a:pt x="277" y="17"/>
                </a:lnTo>
                <a:lnTo>
                  <a:pt x="265" y="20"/>
                </a:lnTo>
                <a:lnTo>
                  <a:pt x="253" y="23"/>
                </a:lnTo>
                <a:lnTo>
                  <a:pt x="242" y="26"/>
                </a:lnTo>
                <a:lnTo>
                  <a:pt x="231" y="30"/>
                </a:lnTo>
                <a:lnTo>
                  <a:pt x="219" y="34"/>
                </a:lnTo>
                <a:lnTo>
                  <a:pt x="208" y="38"/>
                </a:lnTo>
                <a:lnTo>
                  <a:pt x="198" y="42"/>
                </a:lnTo>
                <a:lnTo>
                  <a:pt x="187" y="47"/>
                </a:lnTo>
                <a:lnTo>
                  <a:pt x="177" y="52"/>
                </a:lnTo>
                <a:lnTo>
                  <a:pt x="166" y="57"/>
                </a:lnTo>
                <a:lnTo>
                  <a:pt x="157" y="62"/>
                </a:lnTo>
                <a:lnTo>
                  <a:pt x="147" y="68"/>
                </a:lnTo>
                <a:lnTo>
                  <a:pt x="137" y="74"/>
                </a:lnTo>
                <a:lnTo>
                  <a:pt x="128" y="80"/>
                </a:lnTo>
                <a:lnTo>
                  <a:pt x="119" y="86"/>
                </a:lnTo>
                <a:lnTo>
                  <a:pt x="111" y="92"/>
                </a:lnTo>
                <a:lnTo>
                  <a:pt x="102" y="99"/>
                </a:lnTo>
                <a:lnTo>
                  <a:pt x="94" y="106"/>
                </a:lnTo>
                <a:lnTo>
                  <a:pt x="86" y="113"/>
                </a:lnTo>
                <a:lnTo>
                  <a:pt x="79" y="120"/>
                </a:lnTo>
                <a:lnTo>
                  <a:pt x="72" y="127"/>
                </a:lnTo>
                <a:lnTo>
                  <a:pt x="65" y="134"/>
                </a:lnTo>
                <a:lnTo>
                  <a:pt x="58" y="142"/>
                </a:lnTo>
                <a:lnTo>
                  <a:pt x="52" y="150"/>
                </a:lnTo>
                <a:lnTo>
                  <a:pt x="47" y="158"/>
                </a:lnTo>
                <a:lnTo>
                  <a:pt x="41" y="166"/>
                </a:lnTo>
                <a:lnTo>
                  <a:pt x="36" y="174"/>
                </a:lnTo>
                <a:lnTo>
                  <a:pt x="31" y="182"/>
                </a:lnTo>
                <a:lnTo>
                  <a:pt x="27" y="190"/>
                </a:lnTo>
                <a:lnTo>
                  <a:pt x="23" y="199"/>
                </a:lnTo>
                <a:lnTo>
                  <a:pt x="19" y="207"/>
                </a:lnTo>
                <a:lnTo>
                  <a:pt x="16" y="216"/>
                </a:lnTo>
                <a:lnTo>
                  <a:pt x="13" y="224"/>
                </a:lnTo>
                <a:lnTo>
                  <a:pt x="10" y="233"/>
                </a:lnTo>
                <a:lnTo>
                  <a:pt x="8" y="242"/>
                </a:lnTo>
                <a:lnTo>
                  <a:pt x="7" y="251"/>
                </a:lnTo>
                <a:lnTo>
                  <a:pt x="5" y="260"/>
                </a:lnTo>
                <a:lnTo>
                  <a:pt x="4" y="269"/>
                </a:lnTo>
                <a:lnTo>
                  <a:pt x="4" y="277"/>
                </a:lnTo>
                <a:lnTo>
                  <a:pt x="3" y="286"/>
                </a:lnTo>
                <a:lnTo>
                  <a:pt x="4" y="295"/>
                </a:lnTo>
                <a:lnTo>
                  <a:pt x="4" y="304"/>
                </a:lnTo>
                <a:lnTo>
                  <a:pt x="5" y="313"/>
                </a:lnTo>
                <a:lnTo>
                  <a:pt x="7" y="322"/>
                </a:lnTo>
                <a:lnTo>
                  <a:pt x="8" y="331"/>
                </a:lnTo>
                <a:lnTo>
                  <a:pt x="10" y="339"/>
                </a:lnTo>
                <a:lnTo>
                  <a:pt x="13" y="348"/>
                </a:lnTo>
                <a:lnTo>
                  <a:pt x="16" y="357"/>
                </a:lnTo>
                <a:lnTo>
                  <a:pt x="19" y="365"/>
                </a:lnTo>
                <a:lnTo>
                  <a:pt x="23" y="374"/>
                </a:lnTo>
                <a:lnTo>
                  <a:pt x="27" y="382"/>
                </a:lnTo>
                <a:lnTo>
                  <a:pt x="31" y="391"/>
                </a:lnTo>
                <a:lnTo>
                  <a:pt x="36" y="399"/>
                </a:lnTo>
                <a:lnTo>
                  <a:pt x="41" y="408"/>
                </a:lnTo>
                <a:lnTo>
                  <a:pt x="47" y="416"/>
                </a:lnTo>
                <a:lnTo>
                  <a:pt x="52" y="424"/>
                </a:lnTo>
                <a:lnTo>
                  <a:pt x="58" y="432"/>
                </a:lnTo>
                <a:lnTo>
                  <a:pt x="65" y="439"/>
                </a:lnTo>
                <a:lnTo>
                  <a:pt x="72" y="447"/>
                </a:lnTo>
                <a:lnTo>
                  <a:pt x="79" y="454"/>
                </a:lnTo>
                <a:lnTo>
                  <a:pt x="86" y="461"/>
                </a:lnTo>
                <a:lnTo>
                  <a:pt x="94" y="468"/>
                </a:lnTo>
                <a:lnTo>
                  <a:pt x="102" y="475"/>
                </a:lnTo>
                <a:lnTo>
                  <a:pt x="111" y="481"/>
                </a:lnTo>
                <a:lnTo>
                  <a:pt x="119" y="488"/>
                </a:lnTo>
                <a:lnTo>
                  <a:pt x="128" y="494"/>
                </a:lnTo>
                <a:lnTo>
                  <a:pt x="137" y="500"/>
                </a:lnTo>
                <a:lnTo>
                  <a:pt x="147" y="506"/>
                </a:lnTo>
                <a:lnTo>
                  <a:pt x="157" y="511"/>
                </a:lnTo>
                <a:lnTo>
                  <a:pt x="166" y="517"/>
                </a:lnTo>
                <a:lnTo>
                  <a:pt x="177" y="522"/>
                </a:lnTo>
                <a:lnTo>
                  <a:pt x="187" y="527"/>
                </a:lnTo>
                <a:lnTo>
                  <a:pt x="198" y="531"/>
                </a:lnTo>
                <a:lnTo>
                  <a:pt x="208" y="536"/>
                </a:lnTo>
                <a:lnTo>
                  <a:pt x="219" y="540"/>
                </a:lnTo>
                <a:lnTo>
                  <a:pt x="231" y="544"/>
                </a:lnTo>
                <a:lnTo>
                  <a:pt x="242" y="547"/>
                </a:lnTo>
                <a:lnTo>
                  <a:pt x="253" y="551"/>
                </a:lnTo>
                <a:lnTo>
                  <a:pt x="265" y="554"/>
                </a:lnTo>
                <a:lnTo>
                  <a:pt x="277" y="557"/>
                </a:lnTo>
                <a:lnTo>
                  <a:pt x="289" y="559"/>
                </a:lnTo>
                <a:lnTo>
                  <a:pt x="301" y="562"/>
                </a:lnTo>
                <a:lnTo>
                  <a:pt x="313" y="564"/>
                </a:lnTo>
                <a:lnTo>
                  <a:pt x="325" y="566"/>
                </a:lnTo>
                <a:lnTo>
                  <a:pt x="337" y="567"/>
                </a:lnTo>
                <a:lnTo>
                  <a:pt x="349" y="568"/>
                </a:lnTo>
                <a:lnTo>
                  <a:pt x="362" y="569"/>
                </a:lnTo>
                <a:lnTo>
                  <a:pt x="374" y="570"/>
                </a:lnTo>
                <a:lnTo>
                  <a:pt x="387" y="571"/>
                </a:lnTo>
                <a:lnTo>
                  <a:pt x="399" y="571"/>
                </a:lnTo>
                <a:lnTo>
                  <a:pt x="411" y="571"/>
                </a:lnTo>
                <a:lnTo>
                  <a:pt x="424" y="570"/>
                </a:lnTo>
                <a:lnTo>
                  <a:pt x="436" y="569"/>
                </a:lnTo>
                <a:lnTo>
                  <a:pt x="449" y="568"/>
                </a:lnTo>
                <a:lnTo>
                  <a:pt x="461" y="567"/>
                </a:lnTo>
                <a:lnTo>
                  <a:pt x="473" y="566"/>
                </a:lnTo>
                <a:lnTo>
                  <a:pt x="485" y="564"/>
                </a:lnTo>
                <a:lnTo>
                  <a:pt x="497" y="562"/>
                </a:lnTo>
                <a:lnTo>
                  <a:pt x="509" y="559"/>
                </a:lnTo>
                <a:lnTo>
                  <a:pt x="521" y="557"/>
                </a:lnTo>
                <a:lnTo>
                  <a:pt x="533" y="554"/>
                </a:lnTo>
                <a:lnTo>
                  <a:pt x="545" y="551"/>
                </a:lnTo>
                <a:lnTo>
                  <a:pt x="556" y="547"/>
                </a:lnTo>
                <a:lnTo>
                  <a:pt x="567" y="544"/>
                </a:lnTo>
                <a:lnTo>
                  <a:pt x="579" y="540"/>
                </a:lnTo>
                <a:lnTo>
                  <a:pt x="590" y="536"/>
                </a:lnTo>
                <a:lnTo>
                  <a:pt x="600" y="531"/>
                </a:lnTo>
                <a:lnTo>
                  <a:pt x="611" y="527"/>
                </a:lnTo>
                <a:lnTo>
                  <a:pt x="621" y="522"/>
                </a:lnTo>
                <a:lnTo>
                  <a:pt x="631" y="517"/>
                </a:lnTo>
                <a:lnTo>
                  <a:pt x="641" y="511"/>
                </a:lnTo>
                <a:lnTo>
                  <a:pt x="651" y="506"/>
                </a:lnTo>
                <a:lnTo>
                  <a:pt x="661" y="500"/>
                </a:lnTo>
                <a:lnTo>
                  <a:pt x="670" y="494"/>
                </a:lnTo>
                <a:lnTo>
                  <a:pt x="679" y="488"/>
                </a:lnTo>
                <a:lnTo>
                  <a:pt x="687" y="481"/>
                </a:lnTo>
                <a:lnTo>
                  <a:pt x="696" y="475"/>
                </a:lnTo>
                <a:lnTo>
                  <a:pt x="704" y="468"/>
                </a:lnTo>
                <a:lnTo>
                  <a:pt x="711" y="461"/>
                </a:lnTo>
                <a:lnTo>
                  <a:pt x="719" y="454"/>
                </a:lnTo>
                <a:lnTo>
                  <a:pt x="726" y="447"/>
                </a:lnTo>
                <a:lnTo>
                  <a:pt x="733" y="439"/>
                </a:lnTo>
                <a:lnTo>
                  <a:pt x="739" y="432"/>
                </a:lnTo>
                <a:lnTo>
                  <a:pt x="747" y="424"/>
                </a:lnTo>
                <a:lnTo>
                  <a:pt x="752" y="416"/>
                </a:lnTo>
                <a:lnTo>
                  <a:pt x="758" y="408"/>
                </a:lnTo>
                <a:lnTo>
                  <a:pt x="763" y="399"/>
                </a:lnTo>
                <a:lnTo>
                  <a:pt x="768" y="391"/>
                </a:lnTo>
                <a:lnTo>
                  <a:pt x="772" y="382"/>
                </a:lnTo>
                <a:lnTo>
                  <a:pt x="776" y="374"/>
                </a:lnTo>
                <a:lnTo>
                  <a:pt x="780" y="365"/>
                </a:lnTo>
                <a:lnTo>
                  <a:pt x="783" y="357"/>
                </a:lnTo>
                <a:lnTo>
                  <a:pt x="786" y="348"/>
                </a:lnTo>
                <a:lnTo>
                  <a:pt x="788" y="339"/>
                </a:lnTo>
                <a:lnTo>
                  <a:pt x="791" y="331"/>
                </a:lnTo>
                <a:lnTo>
                  <a:pt x="792" y="322"/>
                </a:lnTo>
                <a:lnTo>
                  <a:pt x="794" y="313"/>
                </a:lnTo>
                <a:lnTo>
                  <a:pt x="795" y="304"/>
                </a:lnTo>
                <a:lnTo>
                  <a:pt x="795" y="295"/>
                </a:lnTo>
                <a:lnTo>
                  <a:pt x="795" y="286"/>
                </a:lnTo>
                <a:moveTo>
                  <a:pt x="799" y="286"/>
                </a:moveTo>
                <a:lnTo>
                  <a:pt x="799" y="295"/>
                </a:lnTo>
                <a:lnTo>
                  <a:pt x="799" y="304"/>
                </a:lnTo>
                <a:lnTo>
                  <a:pt x="798" y="313"/>
                </a:lnTo>
                <a:lnTo>
                  <a:pt x="796" y="322"/>
                </a:lnTo>
                <a:lnTo>
                  <a:pt x="794" y="331"/>
                </a:lnTo>
                <a:lnTo>
                  <a:pt x="792" y="340"/>
                </a:lnTo>
                <a:lnTo>
                  <a:pt x="790" y="349"/>
                </a:lnTo>
                <a:lnTo>
                  <a:pt x="787" y="357"/>
                </a:lnTo>
                <a:lnTo>
                  <a:pt x="784" y="366"/>
                </a:lnTo>
                <a:lnTo>
                  <a:pt x="780" y="375"/>
                </a:lnTo>
                <a:lnTo>
                  <a:pt x="776" y="383"/>
                </a:lnTo>
                <a:lnTo>
                  <a:pt x="771" y="392"/>
                </a:lnTo>
                <a:lnTo>
                  <a:pt x="767" y="400"/>
                </a:lnTo>
                <a:lnTo>
                  <a:pt x="761" y="409"/>
                </a:lnTo>
                <a:lnTo>
                  <a:pt x="756" y="417"/>
                </a:lnTo>
                <a:lnTo>
                  <a:pt x="750" y="425"/>
                </a:lnTo>
                <a:lnTo>
                  <a:pt x="743" y="433"/>
                </a:lnTo>
                <a:lnTo>
                  <a:pt x="736" y="441"/>
                </a:lnTo>
                <a:lnTo>
                  <a:pt x="729" y="448"/>
                </a:lnTo>
                <a:lnTo>
                  <a:pt x="722" y="455"/>
                </a:lnTo>
                <a:lnTo>
                  <a:pt x="715" y="463"/>
                </a:lnTo>
                <a:lnTo>
                  <a:pt x="707" y="470"/>
                </a:lnTo>
                <a:lnTo>
                  <a:pt x="699" y="477"/>
                </a:lnTo>
                <a:lnTo>
                  <a:pt x="690" y="483"/>
                </a:lnTo>
                <a:lnTo>
                  <a:pt x="681" y="490"/>
                </a:lnTo>
                <a:lnTo>
                  <a:pt x="672" y="496"/>
                </a:lnTo>
                <a:lnTo>
                  <a:pt x="663" y="502"/>
                </a:lnTo>
                <a:lnTo>
                  <a:pt x="654" y="508"/>
                </a:lnTo>
                <a:lnTo>
                  <a:pt x="644" y="513"/>
                </a:lnTo>
                <a:lnTo>
                  <a:pt x="634" y="519"/>
                </a:lnTo>
                <a:lnTo>
                  <a:pt x="623" y="524"/>
                </a:lnTo>
                <a:lnTo>
                  <a:pt x="613" y="529"/>
                </a:lnTo>
                <a:lnTo>
                  <a:pt x="602" y="534"/>
                </a:lnTo>
                <a:lnTo>
                  <a:pt x="591" y="538"/>
                </a:lnTo>
                <a:lnTo>
                  <a:pt x="580" y="542"/>
                </a:lnTo>
                <a:lnTo>
                  <a:pt x="569" y="546"/>
                </a:lnTo>
                <a:lnTo>
                  <a:pt x="558" y="550"/>
                </a:lnTo>
                <a:lnTo>
                  <a:pt x="546" y="553"/>
                </a:lnTo>
                <a:lnTo>
                  <a:pt x="534" y="557"/>
                </a:lnTo>
                <a:lnTo>
                  <a:pt x="522" y="559"/>
                </a:lnTo>
                <a:lnTo>
                  <a:pt x="510" y="562"/>
                </a:lnTo>
                <a:lnTo>
                  <a:pt x="498" y="564"/>
                </a:lnTo>
                <a:lnTo>
                  <a:pt x="486" y="567"/>
                </a:lnTo>
                <a:lnTo>
                  <a:pt x="474" y="568"/>
                </a:lnTo>
                <a:lnTo>
                  <a:pt x="461" y="570"/>
                </a:lnTo>
                <a:lnTo>
                  <a:pt x="449" y="571"/>
                </a:lnTo>
                <a:lnTo>
                  <a:pt x="437" y="572"/>
                </a:lnTo>
                <a:lnTo>
                  <a:pt x="424" y="573"/>
                </a:lnTo>
                <a:lnTo>
                  <a:pt x="411" y="573"/>
                </a:lnTo>
                <a:lnTo>
                  <a:pt x="399" y="573"/>
                </a:lnTo>
                <a:lnTo>
                  <a:pt x="386" y="573"/>
                </a:lnTo>
                <a:lnTo>
                  <a:pt x="374" y="573"/>
                </a:lnTo>
                <a:lnTo>
                  <a:pt x="361" y="572"/>
                </a:lnTo>
                <a:lnTo>
                  <a:pt x="349" y="571"/>
                </a:lnTo>
                <a:lnTo>
                  <a:pt x="336" y="570"/>
                </a:lnTo>
                <a:lnTo>
                  <a:pt x="324" y="568"/>
                </a:lnTo>
                <a:lnTo>
                  <a:pt x="312" y="567"/>
                </a:lnTo>
                <a:lnTo>
                  <a:pt x="300" y="564"/>
                </a:lnTo>
                <a:lnTo>
                  <a:pt x="288" y="562"/>
                </a:lnTo>
                <a:lnTo>
                  <a:pt x="276" y="559"/>
                </a:lnTo>
                <a:lnTo>
                  <a:pt x="264" y="557"/>
                </a:lnTo>
                <a:lnTo>
                  <a:pt x="252" y="553"/>
                </a:lnTo>
                <a:lnTo>
                  <a:pt x="240" y="550"/>
                </a:lnTo>
                <a:lnTo>
                  <a:pt x="229" y="546"/>
                </a:lnTo>
                <a:lnTo>
                  <a:pt x="218" y="542"/>
                </a:lnTo>
                <a:lnTo>
                  <a:pt x="207" y="538"/>
                </a:lnTo>
                <a:lnTo>
                  <a:pt x="196" y="534"/>
                </a:lnTo>
                <a:lnTo>
                  <a:pt x="185" y="529"/>
                </a:lnTo>
                <a:lnTo>
                  <a:pt x="174" y="524"/>
                </a:lnTo>
                <a:lnTo>
                  <a:pt x="164" y="519"/>
                </a:lnTo>
                <a:lnTo>
                  <a:pt x="154" y="513"/>
                </a:lnTo>
                <a:lnTo>
                  <a:pt x="144" y="508"/>
                </a:lnTo>
                <a:lnTo>
                  <a:pt x="135" y="502"/>
                </a:lnTo>
                <a:lnTo>
                  <a:pt x="126" y="496"/>
                </a:lnTo>
                <a:lnTo>
                  <a:pt x="117" y="490"/>
                </a:lnTo>
                <a:lnTo>
                  <a:pt x="108" y="483"/>
                </a:lnTo>
                <a:lnTo>
                  <a:pt x="99" y="477"/>
                </a:lnTo>
                <a:lnTo>
                  <a:pt x="91" y="470"/>
                </a:lnTo>
                <a:lnTo>
                  <a:pt x="83" y="463"/>
                </a:lnTo>
                <a:lnTo>
                  <a:pt x="76" y="455"/>
                </a:lnTo>
                <a:lnTo>
                  <a:pt x="69" y="448"/>
                </a:lnTo>
                <a:lnTo>
                  <a:pt x="62" y="441"/>
                </a:lnTo>
                <a:lnTo>
                  <a:pt x="55" y="433"/>
                </a:lnTo>
                <a:lnTo>
                  <a:pt x="49" y="425"/>
                </a:lnTo>
                <a:lnTo>
                  <a:pt x="43" y="417"/>
                </a:lnTo>
                <a:lnTo>
                  <a:pt x="38" y="409"/>
                </a:lnTo>
                <a:lnTo>
                  <a:pt x="32" y="400"/>
                </a:lnTo>
                <a:lnTo>
                  <a:pt x="28" y="392"/>
                </a:lnTo>
                <a:lnTo>
                  <a:pt x="23" y="383"/>
                </a:lnTo>
                <a:lnTo>
                  <a:pt x="19" y="375"/>
                </a:lnTo>
                <a:lnTo>
                  <a:pt x="15" y="366"/>
                </a:lnTo>
                <a:lnTo>
                  <a:pt x="12" y="357"/>
                </a:lnTo>
                <a:lnTo>
                  <a:pt x="9" y="349"/>
                </a:lnTo>
                <a:lnTo>
                  <a:pt x="7" y="340"/>
                </a:lnTo>
                <a:lnTo>
                  <a:pt x="4" y="331"/>
                </a:lnTo>
                <a:lnTo>
                  <a:pt x="3" y="322"/>
                </a:lnTo>
                <a:lnTo>
                  <a:pt x="1" y="313"/>
                </a:lnTo>
                <a:lnTo>
                  <a:pt x="0" y="304"/>
                </a:lnTo>
                <a:lnTo>
                  <a:pt x="0" y="295"/>
                </a:lnTo>
                <a:lnTo>
                  <a:pt x="0" y="286"/>
                </a:lnTo>
                <a:lnTo>
                  <a:pt x="0" y="277"/>
                </a:lnTo>
                <a:lnTo>
                  <a:pt x="0" y="268"/>
                </a:lnTo>
                <a:lnTo>
                  <a:pt x="1" y="259"/>
                </a:lnTo>
                <a:lnTo>
                  <a:pt x="3" y="250"/>
                </a:lnTo>
                <a:lnTo>
                  <a:pt x="4" y="242"/>
                </a:lnTo>
                <a:lnTo>
                  <a:pt x="7" y="233"/>
                </a:lnTo>
                <a:lnTo>
                  <a:pt x="9" y="224"/>
                </a:lnTo>
                <a:lnTo>
                  <a:pt x="12" y="215"/>
                </a:lnTo>
                <a:lnTo>
                  <a:pt x="15" y="206"/>
                </a:lnTo>
                <a:lnTo>
                  <a:pt x="19" y="198"/>
                </a:lnTo>
                <a:lnTo>
                  <a:pt x="23" y="189"/>
                </a:lnTo>
                <a:lnTo>
                  <a:pt x="28" y="181"/>
                </a:lnTo>
                <a:lnTo>
                  <a:pt x="32" y="173"/>
                </a:lnTo>
                <a:lnTo>
                  <a:pt x="38" y="164"/>
                </a:lnTo>
                <a:lnTo>
                  <a:pt x="43" y="156"/>
                </a:lnTo>
                <a:lnTo>
                  <a:pt x="49" y="148"/>
                </a:lnTo>
                <a:lnTo>
                  <a:pt x="55" y="141"/>
                </a:lnTo>
                <a:lnTo>
                  <a:pt x="62" y="133"/>
                </a:lnTo>
                <a:lnTo>
                  <a:pt x="69" y="125"/>
                </a:lnTo>
                <a:lnTo>
                  <a:pt x="76" y="118"/>
                </a:lnTo>
                <a:lnTo>
                  <a:pt x="83" y="111"/>
                </a:lnTo>
                <a:lnTo>
                  <a:pt x="91" y="104"/>
                </a:lnTo>
                <a:lnTo>
                  <a:pt x="99" y="97"/>
                </a:lnTo>
                <a:lnTo>
                  <a:pt x="108" y="90"/>
                </a:lnTo>
                <a:lnTo>
                  <a:pt x="117" y="84"/>
                </a:lnTo>
                <a:lnTo>
                  <a:pt x="126" y="78"/>
                </a:lnTo>
                <a:lnTo>
                  <a:pt x="135" y="72"/>
                </a:lnTo>
                <a:lnTo>
                  <a:pt x="144" y="66"/>
                </a:lnTo>
                <a:lnTo>
                  <a:pt x="154" y="60"/>
                </a:lnTo>
                <a:lnTo>
                  <a:pt x="164" y="55"/>
                </a:lnTo>
                <a:lnTo>
                  <a:pt x="174" y="50"/>
                </a:lnTo>
                <a:lnTo>
                  <a:pt x="185" y="45"/>
                </a:lnTo>
                <a:lnTo>
                  <a:pt x="196" y="40"/>
                </a:lnTo>
                <a:lnTo>
                  <a:pt x="207" y="36"/>
                </a:lnTo>
                <a:lnTo>
                  <a:pt x="218" y="31"/>
                </a:lnTo>
                <a:lnTo>
                  <a:pt x="229" y="27"/>
                </a:lnTo>
                <a:lnTo>
                  <a:pt x="240" y="24"/>
                </a:lnTo>
                <a:lnTo>
                  <a:pt x="252" y="20"/>
                </a:lnTo>
                <a:lnTo>
                  <a:pt x="264" y="17"/>
                </a:lnTo>
                <a:lnTo>
                  <a:pt x="276" y="14"/>
                </a:lnTo>
                <a:lnTo>
                  <a:pt x="288" y="12"/>
                </a:lnTo>
                <a:lnTo>
                  <a:pt x="300" y="9"/>
                </a:lnTo>
                <a:lnTo>
                  <a:pt x="312" y="7"/>
                </a:lnTo>
                <a:lnTo>
                  <a:pt x="324" y="5"/>
                </a:lnTo>
                <a:lnTo>
                  <a:pt x="336" y="4"/>
                </a:lnTo>
                <a:lnTo>
                  <a:pt x="349" y="2"/>
                </a:lnTo>
                <a:lnTo>
                  <a:pt x="361" y="1"/>
                </a:lnTo>
                <a:lnTo>
                  <a:pt x="374" y="1"/>
                </a:lnTo>
                <a:lnTo>
                  <a:pt x="386" y="0"/>
                </a:lnTo>
                <a:lnTo>
                  <a:pt x="399" y="0"/>
                </a:lnTo>
                <a:lnTo>
                  <a:pt x="411" y="0"/>
                </a:lnTo>
                <a:lnTo>
                  <a:pt x="424" y="1"/>
                </a:lnTo>
                <a:lnTo>
                  <a:pt x="437" y="1"/>
                </a:lnTo>
                <a:lnTo>
                  <a:pt x="449" y="2"/>
                </a:lnTo>
                <a:lnTo>
                  <a:pt x="461" y="4"/>
                </a:lnTo>
                <a:lnTo>
                  <a:pt x="474" y="5"/>
                </a:lnTo>
                <a:lnTo>
                  <a:pt x="486" y="7"/>
                </a:lnTo>
                <a:lnTo>
                  <a:pt x="498" y="9"/>
                </a:lnTo>
                <a:lnTo>
                  <a:pt x="510" y="12"/>
                </a:lnTo>
                <a:lnTo>
                  <a:pt x="522" y="14"/>
                </a:lnTo>
                <a:lnTo>
                  <a:pt x="534" y="17"/>
                </a:lnTo>
                <a:lnTo>
                  <a:pt x="546" y="20"/>
                </a:lnTo>
                <a:lnTo>
                  <a:pt x="558" y="24"/>
                </a:lnTo>
                <a:lnTo>
                  <a:pt x="569" y="27"/>
                </a:lnTo>
                <a:lnTo>
                  <a:pt x="580" y="31"/>
                </a:lnTo>
                <a:lnTo>
                  <a:pt x="591" y="36"/>
                </a:lnTo>
                <a:lnTo>
                  <a:pt x="602" y="40"/>
                </a:lnTo>
                <a:lnTo>
                  <a:pt x="613" y="45"/>
                </a:lnTo>
                <a:lnTo>
                  <a:pt x="623" y="50"/>
                </a:lnTo>
                <a:lnTo>
                  <a:pt x="634" y="55"/>
                </a:lnTo>
                <a:lnTo>
                  <a:pt x="644" y="60"/>
                </a:lnTo>
                <a:lnTo>
                  <a:pt x="654" y="66"/>
                </a:lnTo>
                <a:lnTo>
                  <a:pt x="663" y="72"/>
                </a:lnTo>
                <a:lnTo>
                  <a:pt x="672" y="78"/>
                </a:lnTo>
                <a:lnTo>
                  <a:pt x="681" y="84"/>
                </a:lnTo>
                <a:lnTo>
                  <a:pt x="690" y="90"/>
                </a:lnTo>
                <a:lnTo>
                  <a:pt x="699" y="97"/>
                </a:lnTo>
                <a:lnTo>
                  <a:pt x="707" y="104"/>
                </a:lnTo>
                <a:lnTo>
                  <a:pt x="715" y="111"/>
                </a:lnTo>
                <a:lnTo>
                  <a:pt x="722" y="118"/>
                </a:lnTo>
                <a:lnTo>
                  <a:pt x="729" y="125"/>
                </a:lnTo>
                <a:lnTo>
                  <a:pt x="736" y="133"/>
                </a:lnTo>
                <a:lnTo>
                  <a:pt x="743" y="141"/>
                </a:lnTo>
                <a:lnTo>
                  <a:pt x="750" y="148"/>
                </a:lnTo>
                <a:lnTo>
                  <a:pt x="756" y="156"/>
                </a:lnTo>
                <a:lnTo>
                  <a:pt x="761" y="164"/>
                </a:lnTo>
                <a:lnTo>
                  <a:pt x="767" y="173"/>
                </a:lnTo>
                <a:lnTo>
                  <a:pt x="771" y="181"/>
                </a:lnTo>
                <a:lnTo>
                  <a:pt x="776" y="189"/>
                </a:lnTo>
                <a:lnTo>
                  <a:pt x="780" y="198"/>
                </a:lnTo>
                <a:lnTo>
                  <a:pt x="784" y="206"/>
                </a:lnTo>
                <a:lnTo>
                  <a:pt x="787" y="215"/>
                </a:lnTo>
                <a:lnTo>
                  <a:pt x="790" y="224"/>
                </a:lnTo>
                <a:lnTo>
                  <a:pt x="792" y="233"/>
                </a:lnTo>
                <a:lnTo>
                  <a:pt x="794" y="242"/>
                </a:lnTo>
                <a:lnTo>
                  <a:pt x="796" y="250"/>
                </a:lnTo>
                <a:lnTo>
                  <a:pt x="798" y="259"/>
                </a:lnTo>
                <a:lnTo>
                  <a:pt x="799" y="268"/>
                </a:lnTo>
                <a:lnTo>
                  <a:pt x="799" y="277"/>
                </a:lnTo>
                <a:lnTo>
                  <a:pt x="799" y="286"/>
                </a:lnTo>
                <a:close/>
              </a:path>
            </a:pathLst>
          </a:custGeom>
          <a:solidFill>
            <a:srgbClr val="ffe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2" name=""/>
          <p:cNvSpPr/>
          <p:nvPr/>
        </p:nvSpPr>
        <p:spPr>
          <a:xfrm>
            <a:off x="7917480" y="2840040"/>
            <a:ext cx="290520" cy="208440"/>
          </a:xfrm>
          <a:custGeom>
            <a:avLst/>
            <a:gdLst/>
            <a:ahLst/>
            <a:rect l="0" t="0" r="r" b="b"/>
            <a:pathLst>
              <a:path w="807" h="579">
                <a:moveTo>
                  <a:pt x="803" y="289"/>
                </a:moveTo>
                <a:lnTo>
                  <a:pt x="803" y="280"/>
                </a:lnTo>
                <a:lnTo>
                  <a:pt x="803" y="271"/>
                </a:lnTo>
                <a:lnTo>
                  <a:pt x="802" y="262"/>
                </a:lnTo>
                <a:lnTo>
                  <a:pt x="800" y="253"/>
                </a:lnTo>
                <a:lnTo>
                  <a:pt x="798" y="245"/>
                </a:lnTo>
                <a:lnTo>
                  <a:pt x="796" y="236"/>
                </a:lnTo>
                <a:lnTo>
                  <a:pt x="794" y="227"/>
                </a:lnTo>
                <a:lnTo>
                  <a:pt x="791" y="218"/>
                </a:lnTo>
                <a:lnTo>
                  <a:pt x="788" y="209"/>
                </a:lnTo>
                <a:lnTo>
                  <a:pt x="784" y="201"/>
                </a:lnTo>
                <a:lnTo>
                  <a:pt x="780" y="192"/>
                </a:lnTo>
                <a:lnTo>
                  <a:pt x="775" y="184"/>
                </a:lnTo>
                <a:lnTo>
                  <a:pt x="771" y="176"/>
                </a:lnTo>
                <a:lnTo>
                  <a:pt x="765" y="167"/>
                </a:lnTo>
                <a:lnTo>
                  <a:pt x="760" y="159"/>
                </a:lnTo>
                <a:lnTo>
                  <a:pt x="754" y="151"/>
                </a:lnTo>
                <a:lnTo>
                  <a:pt x="748" y="144"/>
                </a:lnTo>
                <a:lnTo>
                  <a:pt x="741" y="136"/>
                </a:lnTo>
                <a:lnTo>
                  <a:pt x="734" y="128"/>
                </a:lnTo>
                <a:lnTo>
                  <a:pt x="727" y="121"/>
                </a:lnTo>
                <a:lnTo>
                  <a:pt x="720" y="114"/>
                </a:lnTo>
                <a:lnTo>
                  <a:pt x="712" y="107"/>
                </a:lnTo>
                <a:lnTo>
                  <a:pt x="704" y="100"/>
                </a:lnTo>
                <a:lnTo>
                  <a:pt x="695" y="93"/>
                </a:lnTo>
                <a:lnTo>
                  <a:pt x="686" y="87"/>
                </a:lnTo>
                <a:lnTo>
                  <a:pt x="677" y="81"/>
                </a:lnTo>
                <a:lnTo>
                  <a:pt x="668" y="75"/>
                </a:lnTo>
                <a:lnTo>
                  <a:pt x="659" y="69"/>
                </a:lnTo>
                <a:lnTo>
                  <a:pt x="649" y="63"/>
                </a:lnTo>
                <a:lnTo>
                  <a:pt x="639" y="58"/>
                </a:lnTo>
                <a:lnTo>
                  <a:pt x="628" y="53"/>
                </a:lnTo>
                <a:lnTo>
                  <a:pt x="618" y="48"/>
                </a:lnTo>
                <a:lnTo>
                  <a:pt x="607" y="43"/>
                </a:lnTo>
                <a:lnTo>
                  <a:pt x="596" y="39"/>
                </a:lnTo>
                <a:lnTo>
                  <a:pt x="585" y="34"/>
                </a:lnTo>
                <a:lnTo>
                  <a:pt x="574" y="30"/>
                </a:lnTo>
                <a:lnTo>
                  <a:pt x="563" y="27"/>
                </a:lnTo>
                <a:lnTo>
                  <a:pt x="551" y="23"/>
                </a:lnTo>
                <a:lnTo>
                  <a:pt x="539" y="20"/>
                </a:lnTo>
                <a:lnTo>
                  <a:pt x="527" y="17"/>
                </a:lnTo>
                <a:lnTo>
                  <a:pt x="515" y="15"/>
                </a:lnTo>
                <a:lnTo>
                  <a:pt x="503" y="12"/>
                </a:lnTo>
                <a:lnTo>
                  <a:pt x="491" y="10"/>
                </a:lnTo>
                <a:lnTo>
                  <a:pt x="479" y="8"/>
                </a:lnTo>
                <a:lnTo>
                  <a:pt x="466" y="7"/>
                </a:lnTo>
                <a:lnTo>
                  <a:pt x="454" y="5"/>
                </a:lnTo>
                <a:lnTo>
                  <a:pt x="442" y="4"/>
                </a:lnTo>
                <a:lnTo>
                  <a:pt x="429" y="4"/>
                </a:lnTo>
                <a:lnTo>
                  <a:pt x="416" y="3"/>
                </a:lnTo>
                <a:lnTo>
                  <a:pt x="404" y="3"/>
                </a:lnTo>
                <a:lnTo>
                  <a:pt x="391" y="3"/>
                </a:lnTo>
                <a:lnTo>
                  <a:pt x="379" y="4"/>
                </a:lnTo>
                <a:lnTo>
                  <a:pt x="366" y="4"/>
                </a:lnTo>
                <a:lnTo>
                  <a:pt x="354" y="5"/>
                </a:lnTo>
                <a:lnTo>
                  <a:pt x="341" y="7"/>
                </a:lnTo>
                <a:lnTo>
                  <a:pt x="329" y="8"/>
                </a:lnTo>
                <a:lnTo>
                  <a:pt x="317" y="10"/>
                </a:lnTo>
                <a:lnTo>
                  <a:pt x="305" y="12"/>
                </a:lnTo>
                <a:lnTo>
                  <a:pt x="293" y="15"/>
                </a:lnTo>
                <a:lnTo>
                  <a:pt x="281" y="17"/>
                </a:lnTo>
                <a:lnTo>
                  <a:pt x="269" y="20"/>
                </a:lnTo>
                <a:lnTo>
                  <a:pt x="257" y="23"/>
                </a:lnTo>
                <a:lnTo>
                  <a:pt x="245" y="27"/>
                </a:lnTo>
                <a:lnTo>
                  <a:pt x="234" y="30"/>
                </a:lnTo>
                <a:lnTo>
                  <a:pt x="223" y="34"/>
                </a:lnTo>
                <a:lnTo>
                  <a:pt x="212" y="39"/>
                </a:lnTo>
                <a:lnTo>
                  <a:pt x="201" y="43"/>
                </a:lnTo>
                <a:lnTo>
                  <a:pt x="190" y="48"/>
                </a:lnTo>
                <a:lnTo>
                  <a:pt x="179" y="53"/>
                </a:lnTo>
                <a:lnTo>
                  <a:pt x="168" y="58"/>
                </a:lnTo>
                <a:lnTo>
                  <a:pt x="158" y="63"/>
                </a:lnTo>
                <a:lnTo>
                  <a:pt x="148" y="69"/>
                </a:lnTo>
                <a:lnTo>
                  <a:pt x="139" y="75"/>
                </a:lnTo>
                <a:lnTo>
                  <a:pt x="130" y="81"/>
                </a:lnTo>
                <a:lnTo>
                  <a:pt x="121" y="87"/>
                </a:lnTo>
                <a:lnTo>
                  <a:pt x="112" y="93"/>
                </a:lnTo>
                <a:lnTo>
                  <a:pt x="103" y="100"/>
                </a:lnTo>
                <a:lnTo>
                  <a:pt x="95" y="107"/>
                </a:lnTo>
                <a:lnTo>
                  <a:pt x="87" y="114"/>
                </a:lnTo>
                <a:lnTo>
                  <a:pt x="80" y="121"/>
                </a:lnTo>
                <a:lnTo>
                  <a:pt x="73" y="128"/>
                </a:lnTo>
                <a:lnTo>
                  <a:pt x="66" y="136"/>
                </a:lnTo>
                <a:lnTo>
                  <a:pt x="59" y="144"/>
                </a:lnTo>
                <a:lnTo>
                  <a:pt x="53" y="151"/>
                </a:lnTo>
                <a:lnTo>
                  <a:pt x="47" y="159"/>
                </a:lnTo>
                <a:lnTo>
                  <a:pt x="42" y="167"/>
                </a:lnTo>
                <a:lnTo>
                  <a:pt x="36" y="176"/>
                </a:lnTo>
                <a:lnTo>
                  <a:pt x="32" y="184"/>
                </a:lnTo>
                <a:lnTo>
                  <a:pt x="27" y="192"/>
                </a:lnTo>
                <a:lnTo>
                  <a:pt x="23" y="201"/>
                </a:lnTo>
                <a:lnTo>
                  <a:pt x="19" y="209"/>
                </a:lnTo>
                <a:lnTo>
                  <a:pt x="16" y="218"/>
                </a:lnTo>
                <a:lnTo>
                  <a:pt x="13" y="227"/>
                </a:lnTo>
                <a:lnTo>
                  <a:pt x="11" y="236"/>
                </a:lnTo>
                <a:lnTo>
                  <a:pt x="8" y="245"/>
                </a:lnTo>
                <a:lnTo>
                  <a:pt x="7" y="253"/>
                </a:lnTo>
                <a:lnTo>
                  <a:pt x="5" y="262"/>
                </a:lnTo>
                <a:lnTo>
                  <a:pt x="4" y="271"/>
                </a:lnTo>
                <a:lnTo>
                  <a:pt x="4" y="280"/>
                </a:lnTo>
                <a:lnTo>
                  <a:pt x="4" y="289"/>
                </a:lnTo>
                <a:lnTo>
                  <a:pt x="4" y="298"/>
                </a:lnTo>
                <a:lnTo>
                  <a:pt x="4" y="307"/>
                </a:lnTo>
                <a:lnTo>
                  <a:pt x="5" y="316"/>
                </a:lnTo>
                <a:lnTo>
                  <a:pt x="7" y="325"/>
                </a:lnTo>
                <a:lnTo>
                  <a:pt x="8" y="334"/>
                </a:lnTo>
                <a:lnTo>
                  <a:pt x="11" y="343"/>
                </a:lnTo>
                <a:lnTo>
                  <a:pt x="13" y="352"/>
                </a:lnTo>
                <a:lnTo>
                  <a:pt x="16" y="360"/>
                </a:lnTo>
                <a:lnTo>
                  <a:pt x="19" y="369"/>
                </a:lnTo>
                <a:lnTo>
                  <a:pt x="23" y="378"/>
                </a:lnTo>
                <a:lnTo>
                  <a:pt x="27" y="386"/>
                </a:lnTo>
                <a:lnTo>
                  <a:pt x="32" y="395"/>
                </a:lnTo>
                <a:lnTo>
                  <a:pt x="36" y="403"/>
                </a:lnTo>
                <a:lnTo>
                  <a:pt x="42" y="411"/>
                </a:lnTo>
                <a:lnTo>
                  <a:pt x="47" y="419"/>
                </a:lnTo>
                <a:lnTo>
                  <a:pt x="53" y="427"/>
                </a:lnTo>
                <a:lnTo>
                  <a:pt x="59" y="435"/>
                </a:lnTo>
                <a:lnTo>
                  <a:pt x="66" y="443"/>
                </a:lnTo>
                <a:lnTo>
                  <a:pt x="73" y="450"/>
                </a:lnTo>
                <a:lnTo>
                  <a:pt x="80" y="457"/>
                </a:lnTo>
                <a:lnTo>
                  <a:pt x="87" y="465"/>
                </a:lnTo>
                <a:lnTo>
                  <a:pt x="95" y="472"/>
                </a:lnTo>
                <a:lnTo>
                  <a:pt x="103" y="480"/>
                </a:lnTo>
                <a:lnTo>
                  <a:pt x="112" y="486"/>
                </a:lnTo>
                <a:lnTo>
                  <a:pt x="121" y="493"/>
                </a:lnTo>
                <a:lnTo>
                  <a:pt x="130" y="499"/>
                </a:lnTo>
                <a:lnTo>
                  <a:pt x="139" y="505"/>
                </a:lnTo>
                <a:lnTo>
                  <a:pt x="148" y="511"/>
                </a:lnTo>
                <a:lnTo>
                  <a:pt x="158" y="516"/>
                </a:lnTo>
                <a:lnTo>
                  <a:pt x="168" y="522"/>
                </a:lnTo>
                <a:lnTo>
                  <a:pt x="179" y="527"/>
                </a:lnTo>
                <a:lnTo>
                  <a:pt x="190" y="532"/>
                </a:lnTo>
                <a:lnTo>
                  <a:pt x="201" y="537"/>
                </a:lnTo>
                <a:lnTo>
                  <a:pt x="212" y="541"/>
                </a:lnTo>
                <a:lnTo>
                  <a:pt x="223" y="545"/>
                </a:lnTo>
                <a:lnTo>
                  <a:pt x="234" y="549"/>
                </a:lnTo>
                <a:lnTo>
                  <a:pt x="245" y="553"/>
                </a:lnTo>
                <a:lnTo>
                  <a:pt x="257" y="556"/>
                </a:lnTo>
                <a:lnTo>
                  <a:pt x="269" y="560"/>
                </a:lnTo>
                <a:lnTo>
                  <a:pt x="281" y="562"/>
                </a:lnTo>
                <a:lnTo>
                  <a:pt x="293" y="565"/>
                </a:lnTo>
                <a:lnTo>
                  <a:pt x="305" y="567"/>
                </a:lnTo>
                <a:lnTo>
                  <a:pt x="317" y="570"/>
                </a:lnTo>
                <a:lnTo>
                  <a:pt x="329" y="571"/>
                </a:lnTo>
                <a:lnTo>
                  <a:pt x="341" y="573"/>
                </a:lnTo>
                <a:lnTo>
                  <a:pt x="354" y="574"/>
                </a:lnTo>
                <a:lnTo>
                  <a:pt x="366" y="575"/>
                </a:lnTo>
                <a:lnTo>
                  <a:pt x="379" y="576"/>
                </a:lnTo>
                <a:lnTo>
                  <a:pt x="391" y="576"/>
                </a:lnTo>
                <a:lnTo>
                  <a:pt x="404" y="576"/>
                </a:lnTo>
                <a:lnTo>
                  <a:pt x="416" y="576"/>
                </a:lnTo>
                <a:lnTo>
                  <a:pt x="429" y="576"/>
                </a:lnTo>
                <a:lnTo>
                  <a:pt x="442" y="575"/>
                </a:lnTo>
                <a:lnTo>
                  <a:pt x="454" y="574"/>
                </a:lnTo>
                <a:lnTo>
                  <a:pt x="466" y="573"/>
                </a:lnTo>
                <a:lnTo>
                  <a:pt x="479" y="571"/>
                </a:lnTo>
                <a:lnTo>
                  <a:pt x="491" y="570"/>
                </a:lnTo>
                <a:lnTo>
                  <a:pt x="503" y="567"/>
                </a:lnTo>
                <a:lnTo>
                  <a:pt x="515" y="565"/>
                </a:lnTo>
                <a:lnTo>
                  <a:pt x="527" y="562"/>
                </a:lnTo>
                <a:lnTo>
                  <a:pt x="539" y="560"/>
                </a:lnTo>
                <a:lnTo>
                  <a:pt x="551" y="556"/>
                </a:lnTo>
                <a:lnTo>
                  <a:pt x="563" y="553"/>
                </a:lnTo>
                <a:lnTo>
                  <a:pt x="574" y="549"/>
                </a:lnTo>
                <a:lnTo>
                  <a:pt x="585" y="545"/>
                </a:lnTo>
                <a:lnTo>
                  <a:pt x="596" y="541"/>
                </a:lnTo>
                <a:lnTo>
                  <a:pt x="607" y="537"/>
                </a:lnTo>
                <a:lnTo>
                  <a:pt x="618" y="532"/>
                </a:lnTo>
                <a:lnTo>
                  <a:pt x="628" y="527"/>
                </a:lnTo>
                <a:lnTo>
                  <a:pt x="639" y="522"/>
                </a:lnTo>
                <a:lnTo>
                  <a:pt x="649" y="516"/>
                </a:lnTo>
                <a:lnTo>
                  <a:pt x="659" y="511"/>
                </a:lnTo>
                <a:lnTo>
                  <a:pt x="668" y="505"/>
                </a:lnTo>
                <a:lnTo>
                  <a:pt x="677" y="499"/>
                </a:lnTo>
                <a:lnTo>
                  <a:pt x="686" y="493"/>
                </a:lnTo>
                <a:lnTo>
                  <a:pt x="695" y="486"/>
                </a:lnTo>
                <a:lnTo>
                  <a:pt x="704" y="480"/>
                </a:lnTo>
                <a:lnTo>
                  <a:pt x="712" y="472"/>
                </a:lnTo>
                <a:lnTo>
                  <a:pt x="720" y="465"/>
                </a:lnTo>
                <a:lnTo>
                  <a:pt x="727" y="457"/>
                </a:lnTo>
                <a:lnTo>
                  <a:pt x="734" y="450"/>
                </a:lnTo>
                <a:lnTo>
                  <a:pt x="741" y="443"/>
                </a:lnTo>
                <a:lnTo>
                  <a:pt x="748" y="435"/>
                </a:lnTo>
                <a:lnTo>
                  <a:pt x="754" y="427"/>
                </a:lnTo>
                <a:lnTo>
                  <a:pt x="760" y="419"/>
                </a:lnTo>
                <a:lnTo>
                  <a:pt x="765" y="411"/>
                </a:lnTo>
                <a:lnTo>
                  <a:pt x="771" y="403"/>
                </a:lnTo>
                <a:lnTo>
                  <a:pt x="775" y="395"/>
                </a:lnTo>
                <a:lnTo>
                  <a:pt x="780" y="386"/>
                </a:lnTo>
                <a:lnTo>
                  <a:pt x="784" y="378"/>
                </a:lnTo>
                <a:lnTo>
                  <a:pt x="788" y="369"/>
                </a:lnTo>
                <a:lnTo>
                  <a:pt x="791" y="360"/>
                </a:lnTo>
                <a:lnTo>
                  <a:pt x="794" y="352"/>
                </a:lnTo>
                <a:lnTo>
                  <a:pt x="796" y="343"/>
                </a:lnTo>
                <a:lnTo>
                  <a:pt x="798" y="334"/>
                </a:lnTo>
                <a:lnTo>
                  <a:pt x="800" y="325"/>
                </a:lnTo>
                <a:lnTo>
                  <a:pt x="802" y="316"/>
                </a:lnTo>
                <a:lnTo>
                  <a:pt x="803" y="307"/>
                </a:lnTo>
                <a:lnTo>
                  <a:pt x="803" y="298"/>
                </a:lnTo>
                <a:lnTo>
                  <a:pt x="803" y="289"/>
                </a:lnTo>
                <a:moveTo>
                  <a:pt x="807" y="289"/>
                </a:moveTo>
                <a:lnTo>
                  <a:pt x="807" y="298"/>
                </a:lnTo>
                <a:lnTo>
                  <a:pt x="806" y="307"/>
                </a:lnTo>
                <a:lnTo>
                  <a:pt x="805" y="316"/>
                </a:lnTo>
                <a:lnTo>
                  <a:pt x="804" y="326"/>
                </a:lnTo>
                <a:lnTo>
                  <a:pt x="802" y="334"/>
                </a:lnTo>
                <a:lnTo>
                  <a:pt x="800" y="343"/>
                </a:lnTo>
                <a:lnTo>
                  <a:pt x="798" y="352"/>
                </a:lnTo>
                <a:lnTo>
                  <a:pt x="795" y="361"/>
                </a:lnTo>
                <a:lnTo>
                  <a:pt x="791" y="370"/>
                </a:lnTo>
                <a:lnTo>
                  <a:pt x="788" y="379"/>
                </a:lnTo>
                <a:lnTo>
                  <a:pt x="783" y="387"/>
                </a:lnTo>
                <a:lnTo>
                  <a:pt x="779" y="396"/>
                </a:lnTo>
                <a:lnTo>
                  <a:pt x="774" y="404"/>
                </a:lnTo>
                <a:lnTo>
                  <a:pt x="769" y="412"/>
                </a:lnTo>
                <a:lnTo>
                  <a:pt x="763" y="420"/>
                </a:lnTo>
                <a:lnTo>
                  <a:pt x="757" y="428"/>
                </a:lnTo>
                <a:lnTo>
                  <a:pt x="751" y="436"/>
                </a:lnTo>
                <a:lnTo>
                  <a:pt x="744" y="444"/>
                </a:lnTo>
                <a:lnTo>
                  <a:pt x="738" y="452"/>
                </a:lnTo>
                <a:lnTo>
                  <a:pt x="730" y="459"/>
                </a:lnTo>
                <a:lnTo>
                  <a:pt x="723" y="466"/>
                </a:lnTo>
                <a:lnTo>
                  <a:pt x="715" y="473"/>
                </a:lnTo>
                <a:lnTo>
                  <a:pt x="706" y="481"/>
                </a:lnTo>
                <a:lnTo>
                  <a:pt x="698" y="488"/>
                </a:lnTo>
                <a:lnTo>
                  <a:pt x="689" y="495"/>
                </a:lnTo>
                <a:lnTo>
                  <a:pt x="680" y="501"/>
                </a:lnTo>
                <a:lnTo>
                  <a:pt x="671" y="507"/>
                </a:lnTo>
                <a:lnTo>
                  <a:pt x="661" y="513"/>
                </a:lnTo>
                <a:lnTo>
                  <a:pt x="651" y="519"/>
                </a:lnTo>
                <a:lnTo>
                  <a:pt x="641" y="524"/>
                </a:lnTo>
                <a:lnTo>
                  <a:pt x="631" y="529"/>
                </a:lnTo>
                <a:lnTo>
                  <a:pt x="620" y="534"/>
                </a:lnTo>
                <a:lnTo>
                  <a:pt x="609" y="539"/>
                </a:lnTo>
                <a:lnTo>
                  <a:pt x="598" y="543"/>
                </a:lnTo>
                <a:lnTo>
                  <a:pt x="587" y="548"/>
                </a:lnTo>
                <a:lnTo>
                  <a:pt x="576" y="552"/>
                </a:lnTo>
                <a:lnTo>
                  <a:pt x="564" y="555"/>
                </a:lnTo>
                <a:lnTo>
                  <a:pt x="552" y="559"/>
                </a:lnTo>
                <a:lnTo>
                  <a:pt x="541" y="562"/>
                </a:lnTo>
                <a:lnTo>
                  <a:pt x="529" y="565"/>
                </a:lnTo>
                <a:lnTo>
                  <a:pt x="516" y="568"/>
                </a:lnTo>
                <a:lnTo>
                  <a:pt x="504" y="570"/>
                </a:lnTo>
                <a:lnTo>
                  <a:pt x="492" y="572"/>
                </a:lnTo>
                <a:lnTo>
                  <a:pt x="480" y="574"/>
                </a:lnTo>
                <a:lnTo>
                  <a:pt x="467" y="576"/>
                </a:lnTo>
                <a:lnTo>
                  <a:pt x="454" y="577"/>
                </a:lnTo>
                <a:lnTo>
                  <a:pt x="442" y="578"/>
                </a:lnTo>
                <a:lnTo>
                  <a:pt x="429" y="579"/>
                </a:lnTo>
                <a:lnTo>
                  <a:pt x="417" y="579"/>
                </a:lnTo>
                <a:lnTo>
                  <a:pt x="404" y="579"/>
                </a:lnTo>
                <a:lnTo>
                  <a:pt x="391" y="579"/>
                </a:lnTo>
                <a:lnTo>
                  <a:pt x="379" y="579"/>
                </a:lnTo>
                <a:lnTo>
                  <a:pt x="366" y="578"/>
                </a:lnTo>
                <a:lnTo>
                  <a:pt x="353" y="577"/>
                </a:lnTo>
                <a:lnTo>
                  <a:pt x="341" y="576"/>
                </a:lnTo>
                <a:lnTo>
                  <a:pt x="328" y="574"/>
                </a:lnTo>
                <a:lnTo>
                  <a:pt x="316" y="572"/>
                </a:lnTo>
                <a:lnTo>
                  <a:pt x="304" y="570"/>
                </a:lnTo>
                <a:lnTo>
                  <a:pt x="291" y="568"/>
                </a:lnTo>
                <a:lnTo>
                  <a:pt x="279" y="565"/>
                </a:lnTo>
                <a:lnTo>
                  <a:pt x="267" y="562"/>
                </a:lnTo>
                <a:lnTo>
                  <a:pt x="255" y="559"/>
                </a:lnTo>
                <a:lnTo>
                  <a:pt x="244" y="555"/>
                </a:lnTo>
                <a:lnTo>
                  <a:pt x="232" y="552"/>
                </a:lnTo>
                <a:lnTo>
                  <a:pt x="221" y="548"/>
                </a:lnTo>
                <a:lnTo>
                  <a:pt x="210" y="543"/>
                </a:lnTo>
                <a:lnTo>
                  <a:pt x="199" y="539"/>
                </a:lnTo>
                <a:lnTo>
                  <a:pt x="188" y="534"/>
                </a:lnTo>
                <a:lnTo>
                  <a:pt x="177" y="529"/>
                </a:lnTo>
                <a:lnTo>
                  <a:pt x="166" y="524"/>
                </a:lnTo>
                <a:lnTo>
                  <a:pt x="156" y="519"/>
                </a:lnTo>
                <a:lnTo>
                  <a:pt x="146" y="513"/>
                </a:lnTo>
                <a:lnTo>
                  <a:pt x="136" y="507"/>
                </a:lnTo>
                <a:lnTo>
                  <a:pt x="127" y="501"/>
                </a:lnTo>
                <a:lnTo>
                  <a:pt x="118" y="495"/>
                </a:lnTo>
                <a:lnTo>
                  <a:pt x="109" y="488"/>
                </a:lnTo>
                <a:lnTo>
                  <a:pt x="100" y="481"/>
                </a:lnTo>
                <a:lnTo>
                  <a:pt x="92" y="473"/>
                </a:lnTo>
                <a:lnTo>
                  <a:pt x="84" y="466"/>
                </a:lnTo>
                <a:lnTo>
                  <a:pt x="77" y="459"/>
                </a:lnTo>
                <a:lnTo>
                  <a:pt x="69" y="452"/>
                </a:lnTo>
                <a:lnTo>
                  <a:pt x="62" y="444"/>
                </a:lnTo>
                <a:lnTo>
                  <a:pt x="56" y="436"/>
                </a:lnTo>
                <a:lnTo>
                  <a:pt x="50" y="428"/>
                </a:lnTo>
                <a:lnTo>
                  <a:pt x="44" y="420"/>
                </a:lnTo>
                <a:lnTo>
                  <a:pt x="38" y="412"/>
                </a:lnTo>
                <a:lnTo>
                  <a:pt x="33" y="404"/>
                </a:lnTo>
                <a:lnTo>
                  <a:pt x="28" y="396"/>
                </a:lnTo>
                <a:lnTo>
                  <a:pt x="24" y="387"/>
                </a:lnTo>
                <a:lnTo>
                  <a:pt x="19" y="379"/>
                </a:lnTo>
                <a:lnTo>
                  <a:pt x="16" y="370"/>
                </a:lnTo>
                <a:lnTo>
                  <a:pt x="12" y="361"/>
                </a:lnTo>
                <a:lnTo>
                  <a:pt x="9" y="352"/>
                </a:lnTo>
                <a:lnTo>
                  <a:pt x="7" y="343"/>
                </a:lnTo>
                <a:lnTo>
                  <a:pt x="5" y="334"/>
                </a:lnTo>
                <a:lnTo>
                  <a:pt x="3" y="326"/>
                </a:lnTo>
                <a:lnTo>
                  <a:pt x="1" y="316"/>
                </a:lnTo>
                <a:lnTo>
                  <a:pt x="0" y="307"/>
                </a:lnTo>
                <a:lnTo>
                  <a:pt x="0" y="298"/>
                </a:lnTo>
                <a:lnTo>
                  <a:pt x="0" y="289"/>
                </a:lnTo>
                <a:lnTo>
                  <a:pt x="0" y="280"/>
                </a:lnTo>
                <a:lnTo>
                  <a:pt x="0" y="271"/>
                </a:lnTo>
                <a:lnTo>
                  <a:pt x="1" y="262"/>
                </a:lnTo>
                <a:lnTo>
                  <a:pt x="3" y="253"/>
                </a:lnTo>
                <a:lnTo>
                  <a:pt x="5" y="244"/>
                </a:lnTo>
                <a:lnTo>
                  <a:pt x="7" y="235"/>
                </a:lnTo>
                <a:lnTo>
                  <a:pt x="9" y="226"/>
                </a:lnTo>
                <a:lnTo>
                  <a:pt x="12" y="217"/>
                </a:lnTo>
                <a:lnTo>
                  <a:pt x="16" y="209"/>
                </a:lnTo>
                <a:lnTo>
                  <a:pt x="19" y="200"/>
                </a:lnTo>
                <a:lnTo>
                  <a:pt x="24" y="191"/>
                </a:lnTo>
                <a:lnTo>
                  <a:pt x="28" y="183"/>
                </a:lnTo>
                <a:lnTo>
                  <a:pt x="33" y="175"/>
                </a:lnTo>
                <a:lnTo>
                  <a:pt x="38" y="166"/>
                </a:lnTo>
                <a:lnTo>
                  <a:pt x="44" y="158"/>
                </a:lnTo>
                <a:lnTo>
                  <a:pt x="50" y="150"/>
                </a:lnTo>
                <a:lnTo>
                  <a:pt x="56" y="142"/>
                </a:lnTo>
                <a:lnTo>
                  <a:pt x="62" y="134"/>
                </a:lnTo>
                <a:lnTo>
                  <a:pt x="69" y="127"/>
                </a:lnTo>
                <a:lnTo>
                  <a:pt x="77" y="119"/>
                </a:lnTo>
                <a:lnTo>
                  <a:pt x="84" y="112"/>
                </a:lnTo>
                <a:lnTo>
                  <a:pt x="92" y="105"/>
                </a:lnTo>
                <a:lnTo>
                  <a:pt x="100" y="98"/>
                </a:lnTo>
                <a:lnTo>
                  <a:pt x="109" y="92"/>
                </a:lnTo>
                <a:lnTo>
                  <a:pt x="118" y="85"/>
                </a:lnTo>
                <a:lnTo>
                  <a:pt x="127" y="79"/>
                </a:lnTo>
                <a:lnTo>
                  <a:pt x="136" y="73"/>
                </a:lnTo>
                <a:lnTo>
                  <a:pt x="146" y="67"/>
                </a:lnTo>
                <a:lnTo>
                  <a:pt x="156" y="61"/>
                </a:lnTo>
                <a:lnTo>
                  <a:pt x="166" y="56"/>
                </a:lnTo>
                <a:lnTo>
                  <a:pt x="177" y="50"/>
                </a:lnTo>
                <a:lnTo>
                  <a:pt x="188" y="45"/>
                </a:lnTo>
                <a:lnTo>
                  <a:pt x="199" y="41"/>
                </a:lnTo>
                <a:lnTo>
                  <a:pt x="210" y="36"/>
                </a:lnTo>
                <a:lnTo>
                  <a:pt x="221" y="32"/>
                </a:lnTo>
                <a:lnTo>
                  <a:pt x="232" y="28"/>
                </a:lnTo>
                <a:lnTo>
                  <a:pt x="244" y="24"/>
                </a:lnTo>
                <a:lnTo>
                  <a:pt x="255" y="21"/>
                </a:lnTo>
                <a:lnTo>
                  <a:pt x="267" y="17"/>
                </a:lnTo>
                <a:lnTo>
                  <a:pt x="279" y="15"/>
                </a:lnTo>
                <a:lnTo>
                  <a:pt x="291" y="12"/>
                </a:lnTo>
                <a:lnTo>
                  <a:pt x="304" y="9"/>
                </a:lnTo>
                <a:lnTo>
                  <a:pt x="316" y="7"/>
                </a:lnTo>
                <a:lnTo>
                  <a:pt x="328" y="5"/>
                </a:lnTo>
                <a:lnTo>
                  <a:pt x="341" y="4"/>
                </a:lnTo>
                <a:lnTo>
                  <a:pt x="353" y="3"/>
                </a:lnTo>
                <a:lnTo>
                  <a:pt x="366" y="2"/>
                </a:lnTo>
                <a:lnTo>
                  <a:pt x="379" y="1"/>
                </a:lnTo>
                <a:lnTo>
                  <a:pt x="391" y="1"/>
                </a:lnTo>
                <a:lnTo>
                  <a:pt x="404" y="0"/>
                </a:lnTo>
                <a:lnTo>
                  <a:pt x="417" y="1"/>
                </a:lnTo>
                <a:lnTo>
                  <a:pt x="429" y="1"/>
                </a:lnTo>
                <a:lnTo>
                  <a:pt x="442" y="2"/>
                </a:lnTo>
                <a:lnTo>
                  <a:pt x="454" y="3"/>
                </a:lnTo>
                <a:lnTo>
                  <a:pt x="467" y="4"/>
                </a:lnTo>
                <a:lnTo>
                  <a:pt x="480" y="5"/>
                </a:lnTo>
                <a:lnTo>
                  <a:pt x="492" y="7"/>
                </a:lnTo>
                <a:lnTo>
                  <a:pt x="504" y="9"/>
                </a:lnTo>
                <a:lnTo>
                  <a:pt x="516" y="12"/>
                </a:lnTo>
                <a:lnTo>
                  <a:pt x="529" y="15"/>
                </a:lnTo>
                <a:lnTo>
                  <a:pt x="541" y="17"/>
                </a:lnTo>
                <a:lnTo>
                  <a:pt x="552" y="21"/>
                </a:lnTo>
                <a:lnTo>
                  <a:pt x="564" y="24"/>
                </a:lnTo>
                <a:lnTo>
                  <a:pt x="576" y="28"/>
                </a:lnTo>
                <a:lnTo>
                  <a:pt x="587" y="32"/>
                </a:lnTo>
                <a:lnTo>
                  <a:pt x="598" y="36"/>
                </a:lnTo>
                <a:lnTo>
                  <a:pt x="609" y="41"/>
                </a:lnTo>
                <a:lnTo>
                  <a:pt x="620" y="45"/>
                </a:lnTo>
                <a:lnTo>
                  <a:pt x="631" y="50"/>
                </a:lnTo>
                <a:lnTo>
                  <a:pt x="641" y="56"/>
                </a:lnTo>
                <a:lnTo>
                  <a:pt x="651" y="61"/>
                </a:lnTo>
                <a:lnTo>
                  <a:pt x="661" y="67"/>
                </a:lnTo>
                <a:lnTo>
                  <a:pt x="671" y="73"/>
                </a:lnTo>
                <a:lnTo>
                  <a:pt x="680" y="79"/>
                </a:lnTo>
                <a:lnTo>
                  <a:pt x="689" y="85"/>
                </a:lnTo>
                <a:lnTo>
                  <a:pt x="698" y="92"/>
                </a:lnTo>
                <a:lnTo>
                  <a:pt x="706" y="98"/>
                </a:lnTo>
                <a:lnTo>
                  <a:pt x="715" y="105"/>
                </a:lnTo>
                <a:lnTo>
                  <a:pt x="723" y="112"/>
                </a:lnTo>
                <a:lnTo>
                  <a:pt x="730" y="119"/>
                </a:lnTo>
                <a:lnTo>
                  <a:pt x="738" y="127"/>
                </a:lnTo>
                <a:lnTo>
                  <a:pt x="744" y="134"/>
                </a:lnTo>
                <a:lnTo>
                  <a:pt x="751" y="142"/>
                </a:lnTo>
                <a:lnTo>
                  <a:pt x="757" y="150"/>
                </a:lnTo>
                <a:lnTo>
                  <a:pt x="763" y="158"/>
                </a:lnTo>
                <a:lnTo>
                  <a:pt x="769" y="166"/>
                </a:lnTo>
                <a:lnTo>
                  <a:pt x="774" y="175"/>
                </a:lnTo>
                <a:lnTo>
                  <a:pt x="779" y="183"/>
                </a:lnTo>
                <a:lnTo>
                  <a:pt x="783" y="191"/>
                </a:lnTo>
                <a:lnTo>
                  <a:pt x="788" y="200"/>
                </a:lnTo>
                <a:lnTo>
                  <a:pt x="791" y="209"/>
                </a:lnTo>
                <a:lnTo>
                  <a:pt x="795" y="217"/>
                </a:lnTo>
                <a:lnTo>
                  <a:pt x="798" y="226"/>
                </a:lnTo>
                <a:lnTo>
                  <a:pt x="800" y="235"/>
                </a:lnTo>
                <a:lnTo>
                  <a:pt x="802" y="244"/>
                </a:lnTo>
                <a:lnTo>
                  <a:pt x="804" y="253"/>
                </a:lnTo>
                <a:lnTo>
                  <a:pt x="805" y="262"/>
                </a:lnTo>
                <a:lnTo>
                  <a:pt x="806" y="271"/>
                </a:lnTo>
                <a:lnTo>
                  <a:pt x="807" y="280"/>
                </a:lnTo>
                <a:lnTo>
                  <a:pt x="807" y="289"/>
                </a:lnTo>
                <a:close/>
              </a:path>
            </a:pathLst>
          </a:custGeom>
          <a:solidFill>
            <a:srgbClr val="ffe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3" name=""/>
          <p:cNvSpPr/>
          <p:nvPr/>
        </p:nvSpPr>
        <p:spPr>
          <a:xfrm>
            <a:off x="7916040" y="2839320"/>
            <a:ext cx="293400" cy="210240"/>
          </a:xfrm>
          <a:custGeom>
            <a:avLst/>
            <a:gdLst/>
            <a:ahLst/>
            <a:rect l="0" t="0" r="r" b="b"/>
            <a:pathLst>
              <a:path w="815" h="584">
                <a:moveTo>
                  <a:pt x="811" y="291"/>
                </a:moveTo>
                <a:lnTo>
                  <a:pt x="811" y="282"/>
                </a:lnTo>
                <a:lnTo>
                  <a:pt x="810" y="273"/>
                </a:lnTo>
                <a:lnTo>
                  <a:pt x="809" y="264"/>
                </a:lnTo>
                <a:lnTo>
                  <a:pt x="808" y="255"/>
                </a:lnTo>
                <a:lnTo>
                  <a:pt x="806" y="246"/>
                </a:lnTo>
                <a:lnTo>
                  <a:pt x="804" y="237"/>
                </a:lnTo>
                <a:lnTo>
                  <a:pt x="802" y="228"/>
                </a:lnTo>
                <a:lnTo>
                  <a:pt x="799" y="219"/>
                </a:lnTo>
                <a:lnTo>
                  <a:pt x="795" y="211"/>
                </a:lnTo>
                <a:lnTo>
                  <a:pt x="792" y="202"/>
                </a:lnTo>
                <a:lnTo>
                  <a:pt x="787" y="193"/>
                </a:lnTo>
                <a:lnTo>
                  <a:pt x="783" y="185"/>
                </a:lnTo>
                <a:lnTo>
                  <a:pt x="778" y="177"/>
                </a:lnTo>
                <a:lnTo>
                  <a:pt x="773" y="168"/>
                </a:lnTo>
                <a:lnTo>
                  <a:pt x="767" y="160"/>
                </a:lnTo>
                <a:lnTo>
                  <a:pt x="761" y="152"/>
                </a:lnTo>
                <a:lnTo>
                  <a:pt x="755" y="144"/>
                </a:lnTo>
                <a:lnTo>
                  <a:pt x="748" y="136"/>
                </a:lnTo>
                <a:lnTo>
                  <a:pt x="742" y="129"/>
                </a:lnTo>
                <a:lnTo>
                  <a:pt x="734" y="121"/>
                </a:lnTo>
                <a:lnTo>
                  <a:pt x="727" y="114"/>
                </a:lnTo>
                <a:lnTo>
                  <a:pt x="719" y="107"/>
                </a:lnTo>
                <a:lnTo>
                  <a:pt x="710" y="100"/>
                </a:lnTo>
                <a:lnTo>
                  <a:pt x="702" y="94"/>
                </a:lnTo>
                <a:lnTo>
                  <a:pt x="693" y="87"/>
                </a:lnTo>
                <a:lnTo>
                  <a:pt x="684" y="81"/>
                </a:lnTo>
                <a:lnTo>
                  <a:pt x="675" y="75"/>
                </a:lnTo>
                <a:lnTo>
                  <a:pt x="665" y="69"/>
                </a:lnTo>
                <a:lnTo>
                  <a:pt x="655" y="63"/>
                </a:lnTo>
                <a:lnTo>
                  <a:pt x="645" y="58"/>
                </a:lnTo>
                <a:lnTo>
                  <a:pt x="635" y="52"/>
                </a:lnTo>
                <a:lnTo>
                  <a:pt x="624" y="47"/>
                </a:lnTo>
                <a:lnTo>
                  <a:pt x="613" y="43"/>
                </a:lnTo>
                <a:lnTo>
                  <a:pt x="602" y="38"/>
                </a:lnTo>
                <a:lnTo>
                  <a:pt x="591" y="34"/>
                </a:lnTo>
                <a:lnTo>
                  <a:pt x="580" y="30"/>
                </a:lnTo>
                <a:lnTo>
                  <a:pt x="568" y="26"/>
                </a:lnTo>
                <a:lnTo>
                  <a:pt x="556" y="23"/>
                </a:lnTo>
                <a:lnTo>
                  <a:pt x="545" y="19"/>
                </a:lnTo>
                <a:lnTo>
                  <a:pt x="533" y="17"/>
                </a:lnTo>
                <a:lnTo>
                  <a:pt x="520" y="14"/>
                </a:lnTo>
                <a:lnTo>
                  <a:pt x="508" y="11"/>
                </a:lnTo>
                <a:lnTo>
                  <a:pt x="496" y="9"/>
                </a:lnTo>
                <a:lnTo>
                  <a:pt x="484" y="7"/>
                </a:lnTo>
                <a:lnTo>
                  <a:pt x="471" y="6"/>
                </a:lnTo>
                <a:lnTo>
                  <a:pt x="458" y="5"/>
                </a:lnTo>
                <a:lnTo>
                  <a:pt x="446" y="4"/>
                </a:lnTo>
                <a:lnTo>
                  <a:pt x="433" y="3"/>
                </a:lnTo>
                <a:lnTo>
                  <a:pt x="421" y="3"/>
                </a:lnTo>
                <a:lnTo>
                  <a:pt x="408" y="2"/>
                </a:lnTo>
                <a:lnTo>
                  <a:pt x="394" y="3"/>
                </a:lnTo>
                <a:lnTo>
                  <a:pt x="382" y="3"/>
                </a:lnTo>
                <a:lnTo>
                  <a:pt x="369" y="4"/>
                </a:lnTo>
                <a:lnTo>
                  <a:pt x="356" y="5"/>
                </a:lnTo>
                <a:lnTo>
                  <a:pt x="344" y="6"/>
                </a:lnTo>
                <a:lnTo>
                  <a:pt x="331" y="7"/>
                </a:lnTo>
                <a:lnTo>
                  <a:pt x="319" y="9"/>
                </a:lnTo>
                <a:lnTo>
                  <a:pt x="307" y="11"/>
                </a:lnTo>
                <a:lnTo>
                  <a:pt x="294" y="14"/>
                </a:lnTo>
                <a:lnTo>
                  <a:pt x="282" y="17"/>
                </a:lnTo>
                <a:lnTo>
                  <a:pt x="270" y="19"/>
                </a:lnTo>
                <a:lnTo>
                  <a:pt x="258" y="23"/>
                </a:lnTo>
                <a:lnTo>
                  <a:pt x="247" y="26"/>
                </a:lnTo>
                <a:lnTo>
                  <a:pt x="235" y="30"/>
                </a:lnTo>
                <a:lnTo>
                  <a:pt x="224" y="34"/>
                </a:lnTo>
                <a:lnTo>
                  <a:pt x="213" y="38"/>
                </a:lnTo>
                <a:lnTo>
                  <a:pt x="202" y="43"/>
                </a:lnTo>
                <a:lnTo>
                  <a:pt x="191" y="47"/>
                </a:lnTo>
                <a:lnTo>
                  <a:pt x="180" y="52"/>
                </a:lnTo>
                <a:lnTo>
                  <a:pt x="170" y="58"/>
                </a:lnTo>
                <a:lnTo>
                  <a:pt x="160" y="63"/>
                </a:lnTo>
                <a:lnTo>
                  <a:pt x="150" y="69"/>
                </a:lnTo>
                <a:lnTo>
                  <a:pt x="140" y="75"/>
                </a:lnTo>
                <a:lnTo>
                  <a:pt x="131" y="81"/>
                </a:lnTo>
                <a:lnTo>
                  <a:pt x="122" y="87"/>
                </a:lnTo>
                <a:lnTo>
                  <a:pt x="113" y="94"/>
                </a:lnTo>
                <a:lnTo>
                  <a:pt x="104" y="100"/>
                </a:lnTo>
                <a:lnTo>
                  <a:pt x="96" y="107"/>
                </a:lnTo>
                <a:lnTo>
                  <a:pt x="88" y="114"/>
                </a:lnTo>
                <a:lnTo>
                  <a:pt x="81" y="121"/>
                </a:lnTo>
                <a:lnTo>
                  <a:pt x="73" y="129"/>
                </a:lnTo>
                <a:lnTo>
                  <a:pt x="66" y="136"/>
                </a:lnTo>
                <a:lnTo>
                  <a:pt x="60" y="144"/>
                </a:lnTo>
                <a:lnTo>
                  <a:pt x="54" y="152"/>
                </a:lnTo>
                <a:lnTo>
                  <a:pt x="48" y="160"/>
                </a:lnTo>
                <a:lnTo>
                  <a:pt x="42" y="168"/>
                </a:lnTo>
                <a:lnTo>
                  <a:pt x="37" y="177"/>
                </a:lnTo>
                <a:lnTo>
                  <a:pt x="32" y="185"/>
                </a:lnTo>
                <a:lnTo>
                  <a:pt x="28" y="193"/>
                </a:lnTo>
                <a:lnTo>
                  <a:pt x="23" y="202"/>
                </a:lnTo>
                <a:lnTo>
                  <a:pt x="20" y="211"/>
                </a:lnTo>
                <a:lnTo>
                  <a:pt x="16" y="219"/>
                </a:lnTo>
                <a:lnTo>
                  <a:pt x="13" y="228"/>
                </a:lnTo>
                <a:lnTo>
                  <a:pt x="11" y="237"/>
                </a:lnTo>
                <a:lnTo>
                  <a:pt x="9" y="246"/>
                </a:lnTo>
                <a:lnTo>
                  <a:pt x="7" y="255"/>
                </a:lnTo>
                <a:lnTo>
                  <a:pt x="5" y="264"/>
                </a:lnTo>
                <a:lnTo>
                  <a:pt x="4" y="273"/>
                </a:lnTo>
                <a:lnTo>
                  <a:pt x="4" y="282"/>
                </a:lnTo>
                <a:lnTo>
                  <a:pt x="4" y="291"/>
                </a:lnTo>
                <a:lnTo>
                  <a:pt x="4" y="300"/>
                </a:lnTo>
                <a:lnTo>
                  <a:pt x="4" y="309"/>
                </a:lnTo>
                <a:lnTo>
                  <a:pt x="5" y="318"/>
                </a:lnTo>
                <a:lnTo>
                  <a:pt x="7" y="328"/>
                </a:lnTo>
                <a:lnTo>
                  <a:pt x="9" y="336"/>
                </a:lnTo>
                <a:lnTo>
                  <a:pt x="11" y="345"/>
                </a:lnTo>
                <a:lnTo>
                  <a:pt x="13" y="354"/>
                </a:lnTo>
                <a:lnTo>
                  <a:pt x="16" y="363"/>
                </a:lnTo>
                <a:lnTo>
                  <a:pt x="20" y="372"/>
                </a:lnTo>
                <a:lnTo>
                  <a:pt x="23" y="381"/>
                </a:lnTo>
                <a:lnTo>
                  <a:pt x="28" y="389"/>
                </a:lnTo>
                <a:lnTo>
                  <a:pt x="32" y="398"/>
                </a:lnTo>
                <a:lnTo>
                  <a:pt x="37" y="406"/>
                </a:lnTo>
                <a:lnTo>
                  <a:pt x="42" y="414"/>
                </a:lnTo>
                <a:lnTo>
                  <a:pt x="48" y="422"/>
                </a:lnTo>
                <a:lnTo>
                  <a:pt x="54" y="430"/>
                </a:lnTo>
                <a:lnTo>
                  <a:pt x="60" y="438"/>
                </a:lnTo>
                <a:lnTo>
                  <a:pt x="66" y="446"/>
                </a:lnTo>
                <a:lnTo>
                  <a:pt x="73" y="454"/>
                </a:lnTo>
                <a:lnTo>
                  <a:pt x="81" y="461"/>
                </a:lnTo>
                <a:lnTo>
                  <a:pt x="88" y="468"/>
                </a:lnTo>
                <a:lnTo>
                  <a:pt x="96" y="475"/>
                </a:lnTo>
                <a:lnTo>
                  <a:pt x="104" y="482"/>
                </a:lnTo>
                <a:lnTo>
                  <a:pt x="113" y="489"/>
                </a:lnTo>
                <a:lnTo>
                  <a:pt x="122" y="496"/>
                </a:lnTo>
                <a:lnTo>
                  <a:pt x="131" y="502"/>
                </a:lnTo>
                <a:lnTo>
                  <a:pt x="140" y="508"/>
                </a:lnTo>
                <a:lnTo>
                  <a:pt x="150" y="514"/>
                </a:lnTo>
                <a:lnTo>
                  <a:pt x="160" y="520"/>
                </a:lnTo>
                <a:lnTo>
                  <a:pt x="170" y="525"/>
                </a:lnTo>
                <a:lnTo>
                  <a:pt x="180" y="530"/>
                </a:lnTo>
                <a:lnTo>
                  <a:pt x="191" y="535"/>
                </a:lnTo>
                <a:lnTo>
                  <a:pt x="202" y="540"/>
                </a:lnTo>
                <a:lnTo>
                  <a:pt x="213" y="544"/>
                </a:lnTo>
                <a:lnTo>
                  <a:pt x="224" y="549"/>
                </a:lnTo>
                <a:lnTo>
                  <a:pt x="235" y="553"/>
                </a:lnTo>
                <a:lnTo>
                  <a:pt x="247" y="556"/>
                </a:lnTo>
                <a:lnTo>
                  <a:pt x="258" y="560"/>
                </a:lnTo>
                <a:lnTo>
                  <a:pt x="270" y="563"/>
                </a:lnTo>
                <a:lnTo>
                  <a:pt x="282" y="566"/>
                </a:lnTo>
                <a:lnTo>
                  <a:pt x="294" y="570"/>
                </a:lnTo>
                <a:lnTo>
                  <a:pt x="307" y="572"/>
                </a:lnTo>
                <a:lnTo>
                  <a:pt x="319" y="574"/>
                </a:lnTo>
                <a:lnTo>
                  <a:pt x="331" y="576"/>
                </a:lnTo>
                <a:lnTo>
                  <a:pt x="344" y="578"/>
                </a:lnTo>
                <a:lnTo>
                  <a:pt x="356" y="579"/>
                </a:lnTo>
                <a:lnTo>
                  <a:pt x="369" y="580"/>
                </a:lnTo>
                <a:lnTo>
                  <a:pt x="382" y="581"/>
                </a:lnTo>
                <a:lnTo>
                  <a:pt x="394" y="581"/>
                </a:lnTo>
                <a:lnTo>
                  <a:pt x="408" y="581"/>
                </a:lnTo>
                <a:lnTo>
                  <a:pt x="421" y="581"/>
                </a:lnTo>
                <a:lnTo>
                  <a:pt x="433" y="581"/>
                </a:lnTo>
                <a:lnTo>
                  <a:pt x="446" y="580"/>
                </a:lnTo>
                <a:lnTo>
                  <a:pt x="458" y="579"/>
                </a:lnTo>
                <a:lnTo>
                  <a:pt x="471" y="578"/>
                </a:lnTo>
                <a:lnTo>
                  <a:pt x="484" y="576"/>
                </a:lnTo>
                <a:lnTo>
                  <a:pt x="496" y="574"/>
                </a:lnTo>
                <a:lnTo>
                  <a:pt x="508" y="572"/>
                </a:lnTo>
                <a:lnTo>
                  <a:pt x="520" y="570"/>
                </a:lnTo>
                <a:lnTo>
                  <a:pt x="533" y="566"/>
                </a:lnTo>
                <a:lnTo>
                  <a:pt x="545" y="563"/>
                </a:lnTo>
                <a:lnTo>
                  <a:pt x="556" y="560"/>
                </a:lnTo>
                <a:lnTo>
                  <a:pt x="568" y="556"/>
                </a:lnTo>
                <a:lnTo>
                  <a:pt x="580" y="553"/>
                </a:lnTo>
                <a:lnTo>
                  <a:pt x="591" y="549"/>
                </a:lnTo>
                <a:lnTo>
                  <a:pt x="602" y="544"/>
                </a:lnTo>
                <a:lnTo>
                  <a:pt x="613" y="540"/>
                </a:lnTo>
                <a:lnTo>
                  <a:pt x="624" y="535"/>
                </a:lnTo>
                <a:lnTo>
                  <a:pt x="635" y="530"/>
                </a:lnTo>
                <a:lnTo>
                  <a:pt x="645" y="525"/>
                </a:lnTo>
                <a:lnTo>
                  <a:pt x="655" y="520"/>
                </a:lnTo>
                <a:lnTo>
                  <a:pt x="665" y="514"/>
                </a:lnTo>
                <a:lnTo>
                  <a:pt x="675" y="508"/>
                </a:lnTo>
                <a:lnTo>
                  <a:pt x="684" y="502"/>
                </a:lnTo>
                <a:lnTo>
                  <a:pt x="693" y="496"/>
                </a:lnTo>
                <a:lnTo>
                  <a:pt x="702" y="489"/>
                </a:lnTo>
                <a:lnTo>
                  <a:pt x="710" y="482"/>
                </a:lnTo>
                <a:lnTo>
                  <a:pt x="719" y="475"/>
                </a:lnTo>
                <a:lnTo>
                  <a:pt x="727" y="468"/>
                </a:lnTo>
                <a:lnTo>
                  <a:pt x="734" y="461"/>
                </a:lnTo>
                <a:lnTo>
                  <a:pt x="742" y="454"/>
                </a:lnTo>
                <a:lnTo>
                  <a:pt x="748" y="446"/>
                </a:lnTo>
                <a:lnTo>
                  <a:pt x="755" y="438"/>
                </a:lnTo>
                <a:lnTo>
                  <a:pt x="761" y="430"/>
                </a:lnTo>
                <a:lnTo>
                  <a:pt x="767" y="422"/>
                </a:lnTo>
                <a:lnTo>
                  <a:pt x="773" y="414"/>
                </a:lnTo>
                <a:lnTo>
                  <a:pt x="778" y="406"/>
                </a:lnTo>
                <a:lnTo>
                  <a:pt x="783" y="398"/>
                </a:lnTo>
                <a:lnTo>
                  <a:pt x="787" y="389"/>
                </a:lnTo>
                <a:lnTo>
                  <a:pt x="792" y="381"/>
                </a:lnTo>
                <a:lnTo>
                  <a:pt x="795" y="372"/>
                </a:lnTo>
                <a:lnTo>
                  <a:pt x="799" y="363"/>
                </a:lnTo>
                <a:lnTo>
                  <a:pt x="802" y="354"/>
                </a:lnTo>
                <a:lnTo>
                  <a:pt x="804" y="345"/>
                </a:lnTo>
                <a:lnTo>
                  <a:pt x="806" y="336"/>
                </a:lnTo>
                <a:lnTo>
                  <a:pt x="808" y="328"/>
                </a:lnTo>
                <a:lnTo>
                  <a:pt x="809" y="318"/>
                </a:lnTo>
                <a:lnTo>
                  <a:pt x="810" y="309"/>
                </a:lnTo>
                <a:lnTo>
                  <a:pt x="811" y="300"/>
                </a:lnTo>
                <a:lnTo>
                  <a:pt x="811" y="291"/>
                </a:lnTo>
                <a:moveTo>
                  <a:pt x="815" y="291"/>
                </a:moveTo>
                <a:lnTo>
                  <a:pt x="815" y="300"/>
                </a:lnTo>
                <a:lnTo>
                  <a:pt x="814" y="310"/>
                </a:lnTo>
                <a:lnTo>
                  <a:pt x="813" y="319"/>
                </a:lnTo>
                <a:lnTo>
                  <a:pt x="812" y="328"/>
                </a:lnTo>
                <a:lnTo>
                  <a:pt x="810" y="337"/>
                </a:lnTo>
                <a:lnTo>
                  <a:pt x="808" y="346"/>
                </a:lnTo>
                <a:lnTo>
                  <a:pt x="805" y="355"/>
                </a:lnTo>
                <a:lnTo>
                  <a:pt x="802" y="364"/>
                </a:lnTo>
                <a:lnTo>
                  <a:pt x="799" y="373"/>
                </a:lnTo>
                <a:lnTo>
                  <a:pt x="795" y="381"/>
                </a:lnTo>
                <a:lnTo>
                  <a:pt x="791" y="390"/>
                </a:lnTo>
                <a:lnTo>
                  <a:pt x="787" y="399"/>
                </a:lnTo>
                <a:lnTo>
                  <a:pt x="782" y="407"/>
                </a:lnTo>
                <a:lnTo>
                  <a:pt x="776" y="416"/>
                </a:lnTo>
                <a:lnTo>
                  <a:pt x="771" y="424"/>
                </a:lnTo>
                <a:lnTo>
                  <a:pt x="765" y="432"/>
                </a:lnTo>
                <a:lnTo>
                  <a:pt x="758" y="440"/>
                </a:lnTo>
                <a:lnTo>
                  <a:pt x="752" y="448"/>
                </a:lnTo>
                <a:lnTo>
                  <a:pt x="745" y="455"/>
                </a:lnTo>
                <a:lnTo>
                  <a:pt x="737" y="463"/>
                </a:lnTo>
                <a:lnTo>
                  <a:pt x="730" y="470"/>
                </a:lnTo>
                <a:lnTo>
                  <a:pt x="722" y="477"/>
                </a:lnTo>
                <a:lnTo>
                  <a:pt x="713" y="484"/>
                </a:lnTo>
                <a:lnTo>
                  <a:pt x="705" y="491"/>
                </a:lnTo>
                <a:lnTo>
                  <a:pt x="696" y="498"/>
                </a:lnTo>
                <a:lnTo>
                  <a:pt x="687" y="504"/>
                </a:lnTo>
                <a:lnTo>
                  <a:pt x="677" y="510"/>
                </a:lnTo>
                <a:lnTo>
                  <a:pt x="667" y="516"/>
                </a:lnTo>
                <a:lnTo>
                  <a:pt x="658" y="522"/>
                </a:lnTo>
                <a:lnTo>
                  <a:pt x="647" y="527"/>
                </a:lnTo>
                <a:lnTo>
                  <a:pt x="637" y="533"/>
                </a:lnTo>
                <a:lnTo>
                  <a:pt x="626" y="538"/>
                </a:lnTo>
                <a:lnTo>
                  <a:pt x="615" y="542"/>
                </a:lnTo>
                <a:lnTo>
                  <a:pt x="604" y="547"/>
                </a:lnTo>
                <a:lnTo>
                  <a:pt x="593" y="551"/>
                </a:lnTo>
                <a:lnTo>
                  <a:pt x="581" y="555"/>
                </a:lnTo>
                <a:lnTo>
                  <a:pt x="570" y="559"/>
                </a:lnTo>
                <a:lnTo>
                  <a:pt x="558" y="563"/>
                </a:lnTo>
                <a:lnTo>
                  <a:pt x="546" y="566"/>
                </a:lnTo>
                <a:lnTo>
                  <a:pt x="534" y="570"/>
                </a:lnTo>
                <a:lnTo>
                  <a:pt x="522" y="572"/>
                </a:lnTo>
                <a:lnTo>
                  <a:pt x="509" y="575"/>
                </a:lnTo>
                <a:lnTo>
                  <a:pt x="497" y="577"/>
                </a:lnTo>
                <a:lnTo>
                  <a:pt x="484" y="579"/>
                </a:lnTo>
                <a:lnTo>
                  <a:pt x="472" y="580"/>
                </a:lnTo>
                <a:lnTo>
                  <a:pt x="459" y="582"/>
                </a:lnTo>
                <a:lnTo>
                  <a:pt x="446" y="583"/>
                </a:lnTo>
                <a:lnTo>
                  <a:pt x="434" y="583"/>
                </a:lnTo>
                <a:lnTo>
                  <a:pt x="421" y="584"/>
                </a:lnTo>
                <a:lnTo>
                  <a:pt x="408" y="584"/>
                </a:lnTo>
                <a:lnTo>
                  <a:pt x="394" y="584"/>
                </a:lnTo>
                <a:lnTo>
                  <a:pt x="381" y="583"/>
                </a:lnTo>
                <a:lnTo>
                  <a:pt x="369" y="583"/>
                </a:lnTo>
                <a:lnTo>
                  <a:pt x="356" y="582"/>
                </a:lnTo>
                <a:lnTo>
                  <a:pt x="343" y="580"/>
                </a:lnTo>
                <a:lnTo>
                  <a:pt x="331" y="579"/>
                </a:lnTo>
                <a:lnTo>
                  <a:pt x="318" y="577"/>
                </a:lnTo>
                <a:lnTo>
                  <a:pt x="306" y="575"/>
                </a:lnTo>
                <a:lnTo>
                  <a:pt x="293" y="572"/>
                </a:lnTo>
                <a:lnTo>
                  <a:pt x="281" y="570"/>
                </a:lnTo>
                <a:lnTo>
                  <a:pt x="269" y="566"/>
                </a:lnTo>
                <a:lnTo>
                  <a:pt x="257" y="563"/>
                </a:lnTo>
                <a:lnTo>
                  <a:pt x="245" y="559"/>
                </a:lnTo>
                <a:lnTo>
                  <a:pt x="234" y="555"/>
                </a:lnTo>
                <a:lnTo>
                  <a:pt x="222" y="551"/>
                </a:lnTo>
                <a:lnTo>
                  <a:pt x="211" y="547"/>
                </a:lnTo>
                <a:lnTo>
                  <a:pt x="200" y="542"/>
                </a:lnTo>
                <a:lnTo>
                  <a:pt x="189" y="538"/>
                </a:lnTo>
                <a:lnTo>
                  <a:pt x="178" y="533"/>
                </a:lnTo>
                <a:lnTo>
                  <a:pt x="168" y="527"/>
                </a:lnTo>
                <a:lnTo>
                  <a:pt x="157" y="522"/>
                </a:lnTo>
                <a:lnTo>
                  <a:pt x="147" y="516"/>
                </a:lnTo>
                <a:lnTo>
                  <a:pt x="138" y="510"/>
                </a:lnTo>
                <a:lnTo>
                  <a:pt x="128" y="504"/>
                </a:lnTo>
                <a:lnTo>
                  <a:pt x="119" y="498"/>
                </a:lnTo>
                <a:lnTo>
                  <a:pt x="110" y="491"/>
                </a:lnTo>
                <a:lnTo>
                  <a:pt x="102" y="484"/>
                </a:lnTo>
                <a:lnTo>
                  <a:pt x="93" y="477"/>
                </a:lnTo>
                <a:lnTo>
                  <a:pt x="85" y="470"/>
                </a:lnTo>
                <a:lnTo>
                  <a:pt x="78" y="463"/>
                </a:lnTo>
                <a:lnTo>
                  <a:pt x="70" y="455"/>
                </a:lnTo>
                <a:lnTo>
                  <a:pt x="63" y="448"/>
                </a:lnTo>
                <a:lnTo>
                  <a:pt x="56" y="440"/>
                </a:lnTo>
                <a:lnTo>
                  <a:pt x="50" y="432"/>
                </a:lnTo>
                <a:lnTo>
                  <a:pt x="44" y="424"/>
                </a:lnTo>
                <a:lnTo>
                  <a:pt x="39" y="416"/>
                </a:lnTo>
                <a:lnTo>
                  <a:pt x="33" y="407"/>
                </a:lnTo>
                <a:lnTo>
                  <a:pt x="28" y="399"/>
                </a:lnTo>
                <a:lnTo>
                  <a:pt x="24" y="390"/>
                </a:lnTo>
                <a:lnTo>
                  <a:pt x="20" y="381"/>
                </a:lnTo>
                <a:lnTo>
                  <a:pt x="16" y="373"/>
                </a:lnTo>
                <a:lnTo>
                  <a:pt x="13" y="364"/>
                </a:lnTo>
                <a:lnTo>
                  <a:pt x="10" y="355"/>
                </a:lnTo>
                <a:lnTo>
                  <a:pt x="7" y="346"/>
                </a:lnTo>
                <a:lnTo>
                  <a:pt x="5" y="337"/>
                </a:lnTo>
                <a:lnTo>
                  <a:pt x="3" y="328"/>
                </a:lnTo>
                <a:lnTo>
                  <a:pt x="2" y="319"/>
                </a:lnTo>
                <a:lnTo>
                  <a:pt x="1" y="310"/>
                </a:lnTo>
                <a:lnTo>
                  <a:pt x="0" y="300"/>
                </a:lnTo>
                <a:lnTo>
                  <a:pt x="0" y="291"/>
                </a:lnTo>
                <a:lnTo>
                  <a:pt x="0" y="282"/>
                </a:lnTo>
                <a:lnTo>
                  <a:pt x="1" y="273"/>
                </a:lnTo>
                <a:lnTo>
                  <a:pt x="2" y="264"/>
                </a:lnTo>
                <a:lnTo>
                  <a:pt x="3" y="255"/>
                </a:lnTo>
                <a:lnTo>
                  <a:pt x="5" y="246"/>
                </a:lnTo>
                <a:lnTo>
                  <a:pt x="7" y="237"/>
                </a:lnTo>
                <a:lnTo>
                  <a:pt x="10" y="228"/>
                </a:lnTo>
                <a:lnTo>
                  <a:pt x="13" y="219"/>
                </a:lnTo>
                <a:lnTo>
                  <a:pt x="16" y="210"/>
                </a:lnTo>
                <a:lnTo>
                  <a:pt x="20" y="201"/>
                </a:lnTo>
                <a:lnTo>
                  <a:pt x="24" y="192"/>
                </a:lnTo>
                <a:lnTo>
                  <a:pt x="28" y="184"/>
                </a:lnTo>
                <a:lnTo>
                  <a:pt x="33" y="175"/>
                </a:lnTo>
                <a:lnTo>
                  <a:pt x="39" y="167"/>
                </a:lnTo>
                <a:lnTo>
                  <a:pt x="44" y="159"/>
                </a:lnTo>
                <a:lnTo>
                  <a:pt x="50" y="151"/>
                </a:lnTo>
                <a:lnTo>
                  <a:pt x="56" y="143"/>
                </a:lnTo>
                <a:lnTo>
                  <a:pt x="63" y="135"/>
                </a:lnTo>
                <a:lnTo>
                  <a:pt x="70" y="127"/>
                </a:lnTo>
                <a:lnTo>
                  <a:pt x="78" y="120"/>
                </a:lnTo>
                <a:lnTo>
                  <a:pt x="85" y="113"/>
                </a:lnTo>
                <a:lnTo>
                  <a:pt x="93" y="105"/>
                </a:lnTo>
                <a:lnTo>
                  <a:pt x="102" y="98"/>
                </a:lnTo>
                <a:lnTo>
                  <a:pt x="110" y="92"/>
                </a:lnTo>
                <a:lnTo>
                  <a:pt x="119" y="85"/>
                </a:lnTo>
                <a:lnTo>
                  <a:pt x="128" y="79"/>
                </a:lnTo>
                <a:lnTo>
                  <a:pt x="138" y="72"/>
                </a:lnTo>
                <a:lnTo>
                  <a:pt x="147" y="67"/>
                </a:lnTo>
                <a:lnTo>
                  <a:pt x="157" y="61"/>
                </a:lnTo>
                <a:lnTo>
                  <a:pt x="168" y="55"/>
                </a:lnTo>
                <a:lnTo>
                  <a:pt x="178" y="50"/>
                </a:lnTo>
                <a:lnTo>
                  <a:pt x="189" y="45"/>
                </a:lnTo>
                <a:lnTo>
                  <a:pt x="200" y="40"/>
                </a:lnTo>
                <a:lnTo>
                  <a:pt x="211" y="36"/>
                </a:lnTo>
                <a:lnTo>
                  <a:pt x="222" y="31"/>
                </a:lnTo>
                <a:lnTo>
                  <a:pt x="234" y="27"/>
                </a:lnTo>
                <a:lnTo>
                  <a:pt x="245" y="24"/>
                </a:lnTo>
                <a:lnTo>
                  <a:pt x="257" y="20"/>
                </a:lnTo>
                <a:lnTo>
                  <a:pt x="269" y="17"/>
                </a:lnTo>
                <a:lnTo>
                  <a:pt x="281" y="14"/>
                </a:lnTo>
                <a:lnTo>
                  <a:pt x="293" y="11"/>
                </a:lnTo>
                <a:lnTo>
                  <a:pt x="306" y="9"/>
                </a:lnTo>
                <a:lnTo>
                  <a:pt x="318" y="7"/>
                </a:lnTo>
                <a:lnTo>
                  <a:pt x="331" y="5"/>
                </a:lnTo>
                <a:lnTo>
                  <a:pt x="343" y="3"/>
                </a:lnTo>
                <a:lnTo>
                  <a:pt x="356" y="2"/>
                </a:lnTo>
                <a:lnTo>
                  <a:pt x="369" y="1"/>
                </a:lnTo>
                <a:lnTo>
                  <a:pt x="381" y="0"/>
                </a:lnTo>
                <a:lnTo>
                  <a:pt x="394" y="0"/>
                </a:lnTo>
                <a:lnTo>
                  <a:pt x="408" y="0"/>
                </a:lnTo>
                <a:lnTo>
                  <a:pt x="421" y="0"/>
                </a:lnTo>
                <a:lnTo>
                  <a:pt x="434" y="0"/>
                </a:lnTo>
                <a:lnTo>
                  <a:pt x="446" y="1"/>
                </a:lnTo>
                <a:lnTo>
                  <a:pt x="459" y="2"/>
                </a:lnTo>
                <a:lnTo>
                  <a:pt x="472" y="3"/>
                </a:lnTo>
                <a:lnTo>
                  <a:pt x="484" y="5"/>
                </a:lnTo>
                <a:lnTo>
                  <a:pt x="497" y="7"/>
                </a:lnTo>
                <a:lnTo>
                  <a:pt x="509" y="9"/>
                </a:lnTo>
                <a:lnTo>
                  <a:pt x="522" y="11"/>
                </a:lnTo>
                <a:lnTo>
                  <a:pt x="534" y="14"/>
                </a:lnTo>
                <a:lnTo>
                  <a:pt x="546" y="17"/>
                </a:lnTo>
                <a:lnTo>
                  <a:pt x="558" y="20"/>
                </a:lnTo>
                <a:lnTo>
                  <a:pt x="570" y="24"/>
                </a:lnTo>
                <a:lnTo>
                  <a:pt x="581" y="27"/>
                </a:lnTo>
                <a:lnTo>
                  <a:pt x="593" y="31"/>
                </a:lnTo>
                <a:lnTo>
                  <a:pt x="604" y="36"/>
                </a:lnTo>
                <a:lnTo>
                  <a:pt x="615" y="40"/>
                </a:lnTo>
                <a:lnTo>
                  <a:pt x="626" y="45"/>
                </a:lnTo>
                <a:lnTo>
                  <a:pt x="637" y="50"/>
                </a:lnTo>
                <a:lnTo>
                  <a:pt x="647" y="55"/>
                </a:lnTo>
                <a:lnTo>
                  <a:pt x="658" y="61"/>
                </a:lnTo>
                <a:lnTo>
                  <a:pt x="667" y="67"/>
                </a:lnTo>
                <a:lnTo>
                  <a:pt x="677" y="72"/>
                </a:lnTo>
                <a:lnTo>
                  <a:pt x="687" y="79"/>
                </a:lnTo>
                <a:lnTo>
                  <a:pt x="696" y="85"/>
                </a:lnTo>
                <a:lnTo>
                  <a:pt x="705" y="92"/>
                </a:lnTo>
                <a:lnTo>
                  <a:pt x="713" y="98"/>
                </a:lnTo>
                <a:lnTo>
                  <a:pt x="722" y="105"/>
                </a:lnTo>
                <a:lnTo>
                  <a:pt x="730" y="113"/>
                </a:lnTo>
                <a:lnTo>
                  <a:pt x="737" y="120"/>
                </a:lnTo>
                <a:lnTo>
                  <a:pt x="745" y="127"/>
                </a:lnTo>
                <a:lnTo>
                  <a:pt x="752" y="135"/>
                </a:lnTo>
                <a:lnTo>
                  <a:pt x="758" y="143"/>
                </a:lnTo>
                <a:lnTo>
                  <a:pt x="765" y="151"/>
                </a:lnTo>
                <a:lnTo>
                  <a:pt x="771" y="159"/>
                </a:lnTo>
                <a:lnTo>
                  <a:pt x="776" y="167"/>
                </a:lnTo>
                <a:lnTo>
                  <a:pt x="782" y="175"/>
                </a:lnTo>
                <a:lnTo>
                  <a:pt x="787" y="184"/>
                </a:lnTo>
                <a:lnTo>
                  <a:pt x="791" y="192"/>
                </a:lnTo>
                <a:lnTo>
                  <a:pt x="795" y="201"/>
                </a:lnTo>
                <a:lnTo>
                  <a:pt x="799" y="210"/>
                </a:lnTo>
                <a:lnTo>
                  <a:pt x="802" y="219"/>
                </a:lnTo>
                <a:lnTo>
                  <a:pt x="805" y="228"/>
                </a:lnTo>
                <a:lnTo>
                  <a:pt x="808" y="237"/>
                </a:lnTo>
                <a:lnTo>
                  <a:pt x="810" y="246"/>
                </a:lnTo>
                <a:lnTo>
                  <a:pt x="812" y="255"/>
                </a:lnTo>
                <a:lnTo>
                  <a:pt x="813" y="264"/>
                </a:lnTo>
                <a:lnTo>
                  <a:pt x="814" y="273"/>
                </a:lnTo>
                <a:lnTo>
                  <a:pt x="815" y="282"/>
                </a:lnTo>
                <a:lnTo>
                  <a:pt x="815" y="291"/>
                </a:lnTo>
                <a:close/>
              </a:path>
            </a:pathLst>
          </a:custGeom>
          <a:solidFill>
            <a:srgbClr val="ffe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4" name=""/>
          <p:cNvSpPr/>
          <p:nvPr/>
        </p:nvSpPr>
        <p:spPr>
          <a:xfrm>
            <a:off x="7914600" y="2838240"/>
            <a:ext cx="296280" cy="212400"/>
          </a:xfrm>
          <a:custGeom>
            <a:avLst/>
            <a:gdLst/>
            <a:ahLst/>
            <a:rect l="0" t="0" r="r" b="b"/>
            <a:pathLst>
              <a:path w="823" h="590">
                <a:moveTo>
                  <a:pt x="819" y="295"/>
                </a:moveTo>
                <a:lnTo>
                  <a:pt x="819" y="286"/>
                </a:lnTo>
                <a:lnTo>
                  <a:pt x="818" y="277"/>
                </a:lnTo>
                <a:lnTo>
                  <a:pt x="817" y="268"/>
                </a:lnTo>
                <a:lnTo>
                  <a:pt x="816" y="259"/>
                </a:lnTo>
                <a:lnTo>
                  <a:pt x="814" y="250"/>
                </a:lnTo>
                <a:lnTo>
                  <a:pt x="812" y="241"/>
                </a:lnTo>
                <a:lnTo>
                  <a:pt x="809" y="232"/>
                </a:lnTo>
                <a:lnTo>
                  <a:pt x="806" y="223"/>
                </a:lnTo>
                <a:lnTo>
                  <a:pt x="803" y="214"/>
                </a:lnTo>
                <a:lnTo>
                  <a:pt x="799" y="205"/>
                </a:lnTo>
                <a:lnTo>
                  <a:pt x="795" y="196"/>
                </a:lnTo>
                <a:lnTo>
                  <a:pt x="791" y="188"/>
                </a:lnTo>
                <a:lnTo>
                  <a:pt x="786" y="179"/>
                </a:lnTo>
                <a:lnTo>
                  <a:pt x="780" y="171"/>
                </a:lnTo>
                <a:lnTo>
                  <a:pt x="775" y="163"/>
                </a:lnTo>
                <a:lnTo>
                  <a:pt x="769" y="155"/>
                </a:lnTo>
                <a:lnTo>
                  <a:pt x="762" y="147"/>
                </a:lnTo>
                <a:lnTo>
                  <a:pt x="756" y="139"/>
                </a:lnTo>
                <a:lnTo>
                  <a:pt x="749" y="131"/>
                </a:lnTo>
                <a:lnTo>
                  <a:pt x="741" y="124"/>
                </a:lnTo>
                <a:lnTo>
                  <a:pt x="734" y="117"/>
                </a:lnTo>
                <a:lnTo>
                  <a:pt x="726" y="109"/>
                </a:lnTo>
                <a:lnTo>
                  <a:pt x="717" y="102"/>
                </a:lnTo>
                <a:lnTo>
                  <a:pt x="709" y="96"/>
                </a:lnTo>
                <a:lnTo>
                  <a:pt x="700" y="89"/>
                </a:lnTo>
                <a:lnTo>
                  <a:pt x="691" y="83"/>
                </a:lnTo>
                <a:lnTo>
                  <a:pt x="681" y="76"/>
                </a:lnTo>
                <a:lnTo>
                  <a:pt x="671" y="71"/>
                </a:lnTo>
                <a:lnTo>
                  <a:pt x="662" y="65"/>
                </a:lnTo>
                <a:lnTo>
                  <a:pt x="651" y="59"/>
                </a:lnTo>
                <a:lnTo>
                  <a:pt x="641" y="53"/>
                </a:lnTo>
                <a:lnTo>
                  <a:pt x="630" y="48"/>
                </a:lnTo>
                <a:lnTo>
                  <a:pt x="618" y="43"/>
                </a:lnTo>
                <a:lnTo>
                  <a:pt x="607" y="39"/>
                </a:lnTo>
                <a:lnTo>
                  <a:pt x="596" y="34"/>
                </a:lnTo>
                <a:lnTo>
                  <a:pt x="584" y="30"/>
                </a:lnTo>
                <a:lnTo>
                  <a:pt x="573" y="27"/>
                </a:lnTo>
                <a:lnTo>
                  <a:pt x="561" y="23"/>
                </a:lnTo>
                <a:lnTo>
                  <a:pt x="549" y="20"/>
                </a:lnTo>
                <a:lnTo>
                  <a:pt x="537" y="17"/>
                </a:lnTo>
                <a:lnTo>
                  <a:pt x="525" y="14"/>
                </a:lnTo>
                <a:lnTo>
                  <a:pt x="512" y="12"/>
                </a:lnTo>
                <a:lnTo>
                  <a:pt x="500" y="10"/>
                </a:lnTo>
                <a:lnTo>
                  <a:pt x="487" y="8"/>
                </a:lnTo>
                <a:lnTo>
                  <a:pt x="475" y="6"/>
                </a:lnTo>
                <a:lnTo>
                  <a:pt x="462" y="5"/>
                </a:lnTo>
                <a:lnTo>
                  <a:pt x="449" y="4"/>
                </a:lnTo>
                <a:lnTo>
                  <a:pt x="437" y="3"/>
                </a:lnTo>
                <a:lnTo>
                  <a:pt x="424" y="3"/>
                </a:lnTo>
                <a:lnTo>
                  <a:pt x="411" y="3"/>
                </a:lnTo>
                <a:lnTo>
                  <a:pt x="398" y="3"/>
                </a:lnTo>
                <a:lnTo>
                  <a:pt x="385" y="3"/>
                </a:lnTo>
                <a:lnTo>
                  <a:pt x="373" y="4"/>
                </a:lnTo>
                <a:lnTo>
                  <a:pt x="360" y="5"/>
                </a:lnTo>
                <a:lnTo>
                  <a:pt x="347" y="6"/>
                </a:lnTo>
                <a:lnTo>
                  <a:pt x="335" y="8"/>
                </a:lnTo>
                <a:lnTo>
                  <a:pt x="322" y="10"/>
                </a:lnTo>
                <a:lnTo>
                  <a:pt x="310" y="12"/>
                </a:lnTo>
                <a:lnTo>
                  <a:pt x="297" y="14"/>
                </a:lnTo>
                <a:lnTo>
                  <a:pt x="285" y="17"/>
                </a:lnTo>
                <a:lnTo>
                  <a:pt x="273" y="20"/>
                </a:lnTo>
                <a:lnTo>
                  <a:pt x="261" y="23"/>
                </a:lnTo>
                <a:lnTo>
                  <a:pt x="249" y="27"/>
                </a:lnTo>
                <a:lnTo>
                  <a:pt x="238" y="30"/>
                </a:lnTo>
                <a:lnTo>
                  <a:pt x="226" y="34"/>
                </a:lnTo>
                <a:lnTo>
                  <a:pt x="215" y="39"/>
                </a:lnTo>
                <a:lnTo>
                  <a:pt x="204" y="43"/>
                </a:lnTo>
                <a:lnTo>
                  <a:pt x="193" y="48"/>
                </a:lnTo>
                <a:lnTo>
                  <a:pt x="182" y="53"/>
                </a:lnTo>
                <a:lnTo>
                  <a:pt x="172" y="59"/>
                </a:lnTo>
                <a:lnTo>
                  <a:pt x="161" y="65"/>
                </a:lnTo>
                <a:lnTo>
                  <a:pt x="151" y="71"/>
                </a:lnTo>
                <a:lnTo>
                  <a:pt x="142" y="76"/>
                </a:lnTo>
                <a:lnTo>
                  <a:pt x="132" y="83"/>
                </a:lnTo>
                <a:lnTo>
                  <a:pt x="123" y="89"/>
                </a:lnTo>
                <a:lnTo>
                  <a:pt x="114" y="96"/>
                </a:lnTo>
                <a:lnTo>
                  <a:pt x="106" y="102"/>
                </a:lnTo>
                <a:lnTo>
                  <a:pt x="97" y="109"/>
                </a:lnTo>
                <a:lnTo>
                  <a:pt x="89" y="117"/>
                </a:lnTo>
                <a:lnTo>
                  <a:pt x="82" y="124"/>
                </a:lnTo>
                <a:lnTo>
                  <a:pt x="74" y="131"/>
                </a:lnTo>
                <a:lnTo>
                  <a:pt x="67" y="139"/>
                </a:lnTo>
                <a:lnTo>
                  <a:pt x="60" y="147"/>
                </a:lnTo>
                <a:lnTo>
                  <a:pt x="54" y="155"/>
                </a:lnTo>
                <a:lnTo>
                  <a:pt x="48" y="163"/>
                </a:lnTo>
                <a:lnTo>
                  <a:pt x="43" y="171"/>
                </a:lnTo>
                <a:lnTo>
                  <a:pt x="37" y="179"/>
                </a:lnTo>
                <a:lnTo>
                  <a:pt x="32" y="188"/>
                </a:lnTo>
                <a:lnTo>
                  <a:pt x="28" y="196"/>
                </a:lnTo>
                <a:lnTo>
                  <a:pt x="24" y="205"/>
                </a:lnTo>
                <a:lnTo>
                  <a:pt x="20" y="214"/>
                </a:lnTo>
                <a:lnTo>
                  <a:pt x="17" y="223"/>
                </a:lnTo>
                <a:lnTo>
                  <a:pt x="14" y="232"/>
                </a:lnTo>
                <a:lnTo>
                  <a:pt x="11" y="241"/>
                </a:lnTo>
                <a:lnTo>
                  <a:pt x="9" y="250"/>
                </a:lnTo>
                <a:lnTo>
                  <a:pt x="7" y="259"/>
                </a:lnTo>
                <a:lnTo>
                  <a:pt x="6" y="268"/>
                </a:lnTo>
                <a:lnTo>
                  <a:pt x="5" y="277"/>
                </a:lnTo>
                <a:lnTo>
                  <a:pt x="4" y="286"/>
                </a:lnTo>
                <a:lnTo>
                  <a:pt x="4" y="295"/>
                </a:lnTo>
                <a:lnTo>
                  <a:pt x="4" y="304"/>
                </a:lnTo>
                <a:lnTo>
                  <a:pt x="5" y="314"/>
                </a:lnTo>
                <a:lnTo>
                  <a:pt x="6" y="323"/>
                </a:lnTo>
                <a:lnTo>
                  <a:pt x="7" y="332"/>
                </a:lnTo>
                <a:lnTo>
                  <a:pt x="9" y="341"/>
                </a:lnTo>
                <a:lnTo>
                  <a:pt x="11" y="350"/>
                </a:lnTo>
                <a:lnTo>
                  <a:pt x="14" y="359"/>
                </a:lnTo>
                <a:lnTo>
                  <a:pt x="17" y="368"/>
                </a:lnTo>
                <a:lnTo>
                  <a:pt x="20" y="377"/>
                </a:lnTo>
                <a:lnTo>
                  <a:pt x="24" y="385"/>
                </a:lnTo>
                <a:lnTo>
                  <a:pt x="28" y="394"/>
                </a:lnTo>
                <a:lnTo>
                  <a:pt x="32" y="403"/>
                </a:lnTo>
                <a:lnTo>
                  <a:pt x="37" y="411"/>
                </a:lnTo>
                <a:lnTo>
                  <a:pt x="43" y="420"/>
                </a:lnTo>
                <a:lnTo>
                  <a:pt x="48" y="428"/>
                </a:lnTo>
                <a:lnTo>
                  <a:pt x="54" y="436"/>
                </a:lnTo>
                <a:lnTo>
                  <a:pt x="60" y="444"/>
                </a:lnTo>
                <a:lnTo>
                  <a:pt x="67" y="452"/>
                </a:lnTo>
                <a:lnTo>
                  <a:pt x="74" y="459"/>
                </a:lnTo>
                <a:lnTo>
                  <a:pt x="82" y="467"/>
                </a:lnTo>
                <a:lnTo>
                  <a:pt x="89" y="474"/>
                </a:lnTo>
                <a:lnTo>
                  <a:pt x="97" y="481"/>
                </a:lnTo>
                <a:lnTo>
                  <a:pt x="106" y="488"/>
                </a:lnTo>
                <a:lnTo>
                  <a:pt x="114" y="495"/>
                </a:lnTo>
                <a:lnTo>
                  <a:pt x="123" y="502"/>
                </a:lnTo>
                <a:lnTo>
                  <a:pt x="132" y="508"/>
                </a:lnTo>
                <a:lnTo>
                  <a:pt x="142" y="514"/>
                </a:lnTo>
                <a:lnTo>
                  <a:pt x="151" y="520"/>
                </a:lnTo>
                <a:lnTo>
                  <a:pt x="161" y="526"/>
                </a:lnTo>
                <a:lnTo>
                  <a:pt x="172" y="531"/>
                </a:lnTo>
                <a:lnTo>
                  <a:pt x="182" y="537"/>
                </a:lnTo>
                <a:lnTo>
                  <a:pt x="193" y="542"/>
                </a:lnTo>
                <a:lnTo>
                  <a:pt x="204" y="546"/>
                </a:lnTo>
                <a:lnTo>
                  <a:pt x="215" y="551"/>
                </a:lnTo>
                <a:lnTo>
                  <a:pt x="226" y="555"/>
                </a:lnTo>
                <a:lnTo>
                  <a:pt x="238" y="559"/>
                </a:lnTo>
                <a:lnTo>
                  <a:pt x="249" y="563"/>
                </a:lnTo>
                <a:lnTo>
                  <a:pt x="261" y="567"/>
                </a:lnTo>
                <a:lnTo>
                  <a:pt x="273" y="570"/>
                </a:lnTo>
                <a:lnTo>
                  <a:pt x="285" y="573"/>
                </a:lnTo>
                <a:lnTo>
                  <a:pt x="297" y="575"/>
                </a:lnTo>
                <a:lnTo>
                  <a:pt x="310" y="578"/>
                </a:lnTo>
                <a:lnTo>
                  <a:pt x="322" y="580"/>
                </a:lnTo>
                <a:lnTo>
                  <a:pt x="335" y="582"/>
                </a:lnTo>
                <a:lnTo>
                  <a:pt x="347" y="583"/>
                </a:lnTo>
                <a:lnTo>
                  <a:pt x="360" y="585"/>
                </a:lnTo>
                <a:lnTo>
                  <a:pt x="373" y="586"/>
                </a:lnTo>
                <a:lnTo>
                  <a:pt x="385" y="586"/>
                </a:lnTo>
                <a:lnTo>
                  <a:pt x="398" y="587"/>
                </a:lnTo>
                <a:lnTo>
                  <a:pt x="411" y="587"/>
                </a:lnTo>
                <a:lnTo>
                  <a:pt x="424" y="587"/>
                </a:lnTo>
                <a:lnTo>
                  <a:pt x="437" y="586"/>
                </a:lnTo>
                <a:lnTo>
                  <a:pt x="449" y="586"/>
                </a:lnTo>
                <a:lnTo>
                  <a:pt x="462" y="585"/>
                </a:lnTo>
                <a:lnTo>
                  <a:pt x="475" y="583"/>
                </a:lnTo>
                <a:lnTo>
                  <a:pt x="487" y="582"/>
                </a:lnTo>
                <a:lnTo>
                  <a:pt x="500" y="580"/>
                </a:lnTo>
                <a:lnTo>
                  <a:pt x="512" y="578"/>
                </a:lnTo>
                <a:lnTo>
                  <a:pt x="525" y="575"/>
                </a:lnTo>
                <a:lnTo>
                  <a:pt x="537" y="573"/>
                </a:lnTo>
                <a:lnTo>
                  <a:pt x="549" y="570"/>
                </a:lnTo>
                <a:lnTo>
                  <a:pt x="561" y="567"/>
                </a:lnTo>
                <a:lnTo>
                  <a:pt x="573" y="563"/>
                </a:lnTo>
                <a:lnTo>
                  <a:pt x="584" y="559"/>
                </a:lnTo>
                <a:lnTo>
                  <a:pt x="596" y="555"/>
                </a:lnTo>
                <a:lnTo>
                  <a:pt x="607" y="551"/>
                </a:lnTo>
                <a:lnTo>
                  <a:pt x="618" y="546"/>
                </a:lnTo>
                <a:lnTo>
                  <a:pt x="630" y="542"/>
                </a:lnTo>
                <a:lnTo>
                  <a:pt x="641" y="537"/>
                </a:lnTo>
                <a:lnTo>
                  <a:pt x="651" y="531"/>
                </a:lnTo>
                <a:lnTo>
                  <a:pt x="662" y="526"/>
                </a:lnTo>
                <a:lnTo>
                  <a:pt x="671" y="520"/>
                </a:lnTo>
                <a:lnTo>
                  <a:pt x="681" y="514"/>
                </a:lnTo>
                <a:lnTo>
                  <a:pt x="691" y="508"/>
                </a:lnTo>
                <a:lnTo>
                  <a:pt x="700" y="502"/>
                </a:lnTo>
                <a:lnTo>
                  <a:pt x="709" y="495"/>
                </a:lnTo>
                <a:lnTo>
                  <a:pt x="717" y="488"/>
                </a:lnTo>
                <a:lnTo>
                  <a:pt x="726" y="481"/>
                </a:lnTo>
                <a:lnTo>
                  <a:pt x="734" y="474"/>
                </a:lnTo>
                <a:lnTo>
                  <a:pt x="741" y="467"/>
                </a:lnTo>
                <a:lnTo>
                  <a:pt x="749" y="459"/>
                </a:lnTo>
                <a:lnTo>
                  <a:pt x="756" y="452"/>
                </a:lnTo>
                <a:lnTo>
                  <a:pt x="762" y="444"/>
                </a:lnTo>
                <a:lnTo>
                  <a:pt x="769" y="436"/>
                </a:lnTo>
                <a:lnTo>
                  <a:pt x="775" y="428"/>
                </a:lnTo>
                <a:lnTo>
                  <a:pt x="780" y="420"/>
                </a:lnTo>
                <a:lnTo>
                  <a:pt x="786" y="411"/>
                </a:lnTo>
                <a:lnTo>
                  <a:pt x="791" y="403"/>
                </a:lnTo>
                <a:lnTo>
                  <a:pt x="795" y="394"/>
                </a:lnTo>
                <a:lnTo>
                  <a:pt x="799" y="385"/>
                </a:lnTo>
                <a:lnTo>
                  <a:pt x="803" y="377"/>
                </a:lnTo>
                <a:lnTo>
                  <a:pt x="806" y="368"/>
                </a:lnTo>
                <a:lnTo>
                  <a:pt x="809" y="359"/>
                </a:lnTo>
                <a:lnTo>
                  <a:pt x="812" y="350"/>
                </a:lnTo>
                <a:lnTo>
                  <a:pt x="814" y="341"/>
                </a:lnTo>
                <a:lnTo>
                  <a:pt x="816" y="332"/>
                </a:lnTo>
                <a:lnTo>
                  <a:pt x="817" y="323"/>
                </a:lnTo>
                <a:lnTo>
                  <a:pt x="818" y="314"/>
                </a:lnTo>
                <a:lnTo>
                  <a:pt x="819" y="304"/>
                </a:lnTo>
                <a:lnTo>
                  <a:pt x="819" y="295"/>
                </a:lnTo>
                <a:moveTo>
                  <a:pt x="823" y="295"/>
                </a:moveTo>
                <a:lnTo>
                  <a:pt x="823" y="305"/>
                </a:lnTo>
                <a:lnTo>
                  <a:pt x="822" y="314"/>
                </a:lnTo>
                <a:lnTo>
                  <a:pt x="821" y="323"/>
                </a:lnTo>
                <a:lnTo>
                  <a:pt x="820" y="332"/>
                </a:lnTo>
                <a:lnTo>
                  <a:pt x="818" y="341"/>
                </a:lnTo>
                <a:lnTo>
                  <a:pt x="816" y="350"/>
                </a:lnTo>
                <a:lnTo>
                  <a:pt x="813" y="360"/>
                </a:lnTo>
                <a:lnTo>
                  <a:pt x="810" y="369"/>
                </a:lnTo>
                <a:lnTo>
                  <a:pt x="807" y="377"/>
                </a:lnTo>
                <a:lnTo>
                  <a:pt x="803" y="386"/>
                </a:lnTo>
                <a:lnTo>
                  <a:pt x="799" y="395"/>
                </a:lnTo>
                <a:lnTo>
                  <a:pt x="794" y="404"/>
                </a:lnTo>
                <a:lnTo>
                  <a:pt x="789" y="412"/>
                </a:lnTo>
                <a:lnTo>
                  <a:pt x="784" y="421"/>
                </a:lnTo>
                <a:lnTo>
                  <a:pt x="778" y="429"/>
                </a:lnTo>
                <a:lnTo>
                  <a:pt x="772" y="437"/>
                </a:lnTo>
                <a:lnTo>
                  <a:pt x="766" y="445"/>
                </a:lnTo>
                <a:lnTo>
                  <a:pt x="759" y="453"/>
                </a:lnTo>
                <a:lnTo>
                  <a:pt x="752" y="461"/>
                </a:lnTo>
                <a:lnTo>
                  <a:pt x="744" y="468"/>
                </a:lnTo>
                <a:lnTo>
                  <a:pt x="737" y="476"/>
                </a:lnTo>
                <a:lnTo>
                  <a:pt x="729" y="483"/>
                </a:lnTo>
                <a:lnTo>
                  <a:pt x="720" y="490"/>
                </a:lnTo>
                <a:lnTo>
                  <a:pt x="712" y="497"/>
                </a:lnTo>
                <a:lnTo>
                  <a:pt x="703" y="504"/>
                </a:lnTo>
                <a:lnTo>
                  <a:pt x="693" y="510"/>
                </a:lnTo>
                <a:lnTo>
                  <a:pt x="684" y="516"/>
                </a:lnTo>
                <a:lnTo>
                  <a:pt x="674" y="522"/>
                </a:lnTo>
                <a:lnTo>
                  <a:pt x="664" y="528"/>
                </a:lnTo>
                <a:lnTo>
                  <a:pt x="654" y="534"/>
                </a:lnTo>
                <a:lnTo>
                  <a:pt x="643" y="539"/>
                </a:lnTo>
                <a:lnTo>
                  <a:pt x="632" y="544"/>
                </a:lnTo>
                <a:lnTo>
                  <a:pt x="621" y="549"/>
                </a:lnTo>
                <a:lnTo>
                  <a:pt x="609" y="553"/>
                </a:lnTo>
                <a:lnTo>
                  <a:pt x="598" y="558"/>
                </a:lnTo>
                <a:lnTo>
                  <a:pt x="586" y="562"/>
                </a:lnTo>
                <a:lnTo>
                  <a:pt x="574" y="566"/>
                </a:lnTo>
                <a:lnTo>
                  <a:pt x="562" y="569"/>
                </a:lnTo>
                <a:lnTo>
                  <a:pt x="550" y="572"/>
                </a:lnTo>
                <a:lnTo>
                  <a:pt x="538" y="575"/>
                </a:lnTo>
                <a:lnTo>
                  <a:pt x="526" y="578"/>
                </a:lnTo>
                <a:lnTo>
                  <a:pt x="513" y="581"/>
                </a:lnTo>
                <a:lnTo>
                  <a:pt x="501" y="583"/>
                </a:lnTo>
                <a:lnTo>
                  <a:pt x="488" y="585"/>
                </a:lnTo>
                <a:lnTo>
                  <a:pt x="475" y="586"/>
                </a:lnTo>
                <a:lnTo>
                  <a:pt x="462" y="587"/>
                </a:lnTo>
                <a:lnTo>
                  <a:pt x="450" y="588"/>
                </a:lnTo>
                <a:lnTo>
                  <a:pt x="437" y="589"/>
                </a:lnTo>
                <a:lnTo>
                  <a:pt x="424" y="590"/>
                </a:lnTo>
                <a:lnTo>
                  <a:pt x="411" y="590"/>
                </a:lnTo>
                <a:lnTo>
                  <a:pt x="398" y="590"/>
                </a:lnTo>
                <a:lnTo>
                  <a:pt x="385" y="589"/>
                </a:lnTo>
                <a:lnTo>
                  <a:pt x="372" y="588"/>
                </a:lnTo>
                <a:lnTo>
                  <a:pt x="359" y="587"/>
                </a:lnTo>
                <a:lnTo>
                  <a:pt x="347" y="586"/>
                </a:lnTo>
                <a:lnTo>
                  <a:pt x="334" y="585"/>
                </a:lnTo>
                <a:lnTo>
                  <a:pt x="321" y="583"/>
                </a:lnTo>
                <a:lnTo>
                  <a:pt x="309" y="581"/>
                </a:lnTo>
                <a:lnTo>
                  <a:pt x="296" y="578"/>
                </a:lnTo>
                <a:lnTo>
                  <a:pt x="284" y="575"/>
                </a:lnTo>
                <a:lnTo>
                  <a:pt x="272" y="572"/>
                </a:lnTo>
                <a:lnTo>
                  <a:pt x="260" y="569"/>
                </a:lnTo>
                <a:lnTo>
                  <a:pt x="248" y="566"/>
                </a:lnTo>
                <a:lnTo>
                  <a:pt x="236" y="562"/>
                </a:lnTo>
                <a:lnTo>
                  <a:pt x="224" y="558"/>
                </a:lnTo>
                <a:lnTo>
                  <a:pt x="213" y="553"/>
                </a:lnTo>
                <a:lnTo>
                  <a:pt x="202" y="549"/>
                </a:lnTo>
                <a:lnTo>
                  <a:pt x="191" y="544"/>
                </a:lnTo>
                <a:lnTo>
                  <a:pt x="180" y="539"/>
                </a:lnTo>
                <a:lnTo>
                  <a:pt x="169" y="534"/>
                </a:lnTo>
                <a:lnTo>
                  <a:pt x="159" y="528"/>
                </a:lnTo>
                <a:lnTo>
                  <a:pt x="149" y="522"/>
                </a:lnTo>
                <a:lnTo>
                  <a:pt x="139" y="516"/>
                </a:lnTo>
                <a:lnTo>
                  <a:pt x="130" y="510"/>
                </a:lnTo>
                <a:lnTo>
                  <a:pt x="120" y="504"/>
                </a:lnTo>
                <a:lnTo>
                  <a:pt x="111" y="497"/>
                </a:lnTo>
                <a:lnTo>
                  <a:pt x="103" y="490"/>
                </a:lnTo>
                <a:lnTo>
                  <a:pt x="94" y="483"/>
                </a:lnTo>
                <a:lnTo>
                  <a:pt x="86" y="476"/>
                </a:lnTo>
                <a:lnTo>
                  <a:pt x="78" y="468"/>
                </a:lnTo>
                <a:lnTo>
                  <a:pt x="71" y="461"/>
                </a:lnTo>
                <a:lnTo>
                  <a:pt x="64" y="453"/>
                </a:lnTo>
                <a:lnTo>
                  <a:pt x="57" y="445"/>
                </a:lnTo>
                <a:lnTo>
                  <a:pt x="51" y="437"/>
                </a:lnTo>
                <a:lnTo>
                  <a:pt x="45" y="429"/>
                </a:lnTo>
                <a:lnTo>
                  <a:pt x="39" y="421"/>
                </a:lnTo>
                <a:lnTo>
                  <a:pt x="34" y="412"/>
                </a:lnTo>
                <a:lnTo>
                  <a:pt x="29" y="404"/>
                </a:lnTo>
                <a:lnTo>
                  <a:pt x="24" y="395"/>
                </a:lnTo>
                <a:lnTo>
                  <a:pt x="20" y="386"/>
                </a:lnTo>
                <a:lnTo>
                  <a:pt x="16" y="377"/>
                </a:lnTo>
                <a:lnTo>
                  <a:pt x="13" y="369"/>
                </a:lnTo>
                <a:lnTo>
                  <a:pt x="10" y="360"/>
                </a:lnTo>
                <a:lnTo>
                  <a:pt x="7" y="350"/>
                </a:lnTo>
                <a:lnTo>
                  <a:pt x="5" y="341"/>
                </a:lnTo>
                <a:lnTo>
                  <a:pt x="3" y="332"/>
                </a:lnTo>
                <a:lnTo>
                  <a:pt x="2" y="323"/>
                </a:lnTo>
                <a:lnTo>
                  <a:pt x="1" y="314"/>
                </a:lnTo>
                <a:lnTo>
                  <a:pt x="0" y="305"/>
                </a:lnTo>
                <a:lnTo>
                  <a:pt x="0" y="295"/>
                </a:lnTo>
                <a:lnTo>
                  <a:pt x="0" y="286"/>
                </a:lnTo>
                <a:lnTo>
                  <a:pt x="1" y="277"/>
                </a:lnTo>
                <a:lnTo>
                  <a:pt x="2" y="268"/>
                </a:lnTo>
                <a:lnTo>
                  <a:pt x="3" y="258"/>
                </a:lnTo>
                <a:lnTo>
                  <a:pt x="5" y="249"/>
                </a:lnTo>
                <a:lnTo>
                  <a:pt x="7" y="240"/>
                </a:lnTo>
                <a:lnTo>
                  <a:pt x="10" y="231"/>
                </a:lnTo>
                <a:lnTo>
                  <a:pt x="13" y="222"/>
                </a:lnTo>
                <a:lnTo>
                  <a:pt x="16" y="213"/>
                </a:lnTo>
                <a:lnTo>
                  <a:pt x="20" y="204"/>
                </a:lnTo>
                <a:lnTo>
                  <a:pt x="24" y="196"/>
                </a:lnTo>
                <a:lnTo>
                  <a:pt x="29" y="187"/>
                </a:lnTo>
                <a:lnTo>
                  <a:pt x="34" y="178"/>
                </a:lnTo>
                <a:lnTo>
                  <a:pt x="39" y="170"/>
                </a:lnTo>
                <a:lnTo>
                  <a:pt x="45" y="162"/>
                </a:lnTo>
                <a:lnTo>
                  <a:pt x="51" y="153"/>
                </a:lnTo>
                <a:lnTo>
                  <a:pt x="57" y="145"/>
                </a:lnTo>
                <a:lnTo>
                  <a:pt x="64" y="138"/>
                </a:lnTo>
                <a:lnTo>
                  <a:pt x="71" y="130"/>
                </a:lnTo>
                <a:lnTo>
                  <a:pt x="78" y="122"/>
                </a:lnTo>
                <a:lnTo>
                  <a:pt x="86" y="115"/>
                </a:lnTo>
                <a:lnTo>
                  <a:pt x="94" y="108"/>
                </a:lnTo>
                <a:lnTo>
                  <a:pt x="103" y="101"/>
                </a:lnTo>
                <a:lnTo>
                  <a:pt x="111" y="94"/>
                </a:lnTo>
                <a:lnTo>
                  <a:pt x="120" y="87"/>
                </a:lnTo>
                <a:lnTo>
                  <a:pt x="130" y="81"/>
                </a:lnTo>
                <a:lnTo>
                  <a:pt x="139" y="74"/>
                </a:lnTo>
                <a:lnTo>
                  <a:pt x="149" y="68"/>
                </a:lnTo>
                <a:lnTo>
                  <a:pt x="159" y="63"/>
                </a:lnTo>
                <a:lnTo>
                  <a:pt x="169" y="57"/>
                </a:lnTo>
                <a:lnTo>
                  <a:pt x="180" y="51"/>
                </a:lnTo>
                <a:lnTo>
                  <a:pt x="191" y="46"/>
                </a:lnTo>
                <a:lnTo>
                  <a:pt x="202" y="41"/>
                </a:lnTo>
                <a:lnTo>
                  <a:pt x="213" y="36"/>
                </a:lnTo>
                <a:lnTo>
                  <a:pt x="224" y="32"/>
                </a:lnTo>
                <a:lnTo>
                  <a:pt x="236" y="28"/>
                </a:lnTo>
                <a:lnTo>
                  <a:pt x="248" y="24"/>
                </a:lnTo>
                <a:lnTo>
                  <a:pt x="260" y="20"/>
                </a:lnTo>
                <a:lnTo>
                  <a:pt x="272" y="17"/>
                </a:lnTo>
                <a:lnTo>
                  <a:pt x="284" y="14"/>
                </a:lnTo>
                <a:lnTo>
                  <a:pt x="296" y="12"/>
                </a:lnTo>
                <a:lnTo>
                  <a:pt x="309" y="9"/>
                </a:lnTo>
                <a:lnTo>
                  <a:pt x="321" y="7"/>
                </a:lnTo>
                <a:lnTo>
                  <a:pt x="334" y="5"/>
                </a:lnTo>
                <a:lnTo>
                  <a:pt x="347" y="3"/>
                </a:lnTo>
                <a:lnTo>
                  <a:pt x="359" y="2"/>
                </a:lnTo>
                <a:lnTo>
                  <a:pt x="372" y="1"/>
                </a:lnTo>
                <a:lnTo>
                  <a:pt x="385" y="0"/>
                </a:lnTo>
                <a:lnTo>
                  <a:pt x="398" y="0"/>
                </a:lnTo>
                <a:lnTo>
                  <a:pt x="411" y="0"/>
                </a:lnTo>
                <a:lnTo>
                  <a:pt x="424" y="0"/>
                </a:lnTo>
                <a:lnTo>
                  <a:pt x="437" y="0"/>
                </a:lnTo>
                <a:lnTo>
                  <a:pt x="450" y="1"/>
                </a:lnTo>
                <a:lnTo>
                  <a:pt x="462" y="2"/>
                </a:lnTo>
                <a:lnTo>
                  <a:pt x="475" y="3"/>
                </a:lnTo>
                <a:lnTo>
                  <a:pt x="488" y="5"/>
                </a:lnTo>
                <a:lnTo>
                  <a:pt x="501" y="7"/>
                </a:lnTo>
                <a:lnTo>
                  <a:pt x="513" y="9"/>
                </a:lnTo>
                <a:lnTo>
                  <a:pt x="526" y="12"/>
                </a:lnTo>
                <a:lnTo>
                  <a:pt x="538" y="14"/>
                </a:lnTo>
                <a:lnTo>
                  <a:pt x="550" y="17"/>
                </a:lnTo>
                <a:lnTo>
                  <a:pt x="562" y="20"/>
                </a:lnTo>
                <a:lnTo>
                  <a:pt x="574" y="24"/>
                </a:lnTo>
                <a:lnTo>
                  <a:pt x="586" y="28"/>
                </a:lnTo>
                <a:lnTo>
                  <a:pt x="598" y="32"/>
                </a:lnTo>
                <a:lnTo>
                  <a:pt x="609" y="36"/>
                </a:lnTo>
                <a:lnTo>
                  <a:pt x="621" y="41"/>
                </a:lnTo>
                <a:lnTo>
                  <a:pt x="632" y="46"/>
                </a:lnTo>
                <a:lnTo>
                  <a:pt x="643" y="51"/>
                </a:lnTo>
                <a:lnTo>
                  <a:pt x="654" y="57"/>
                </a:lnTo>
                <a:lnTo>
                  <a:pt x="664" y="63"/>
                </a:lnTo>
                <a:lnTo>
                  <a:pt x="674" y="68"/>
                </a:lnTo>
                <a:lnTo>
                  <a:pt x="684" y="74"/>
                </a:lnTo>
                <a:lnTo>
                  <a:pt x="693" y="81"/>
                </a:lnTo>
                <a:lnTo>
                  <a:pt x="703" y="87"/>
                </a:lnTo>
                <a:lnTo>
                  <a:pt x="712" y="94"/>
                </a:lnTo>
                <a:lnTo>
                  <a:pt x="720" y="101"/>
                </a:lnTo>
                <a:lnTo>
                  <a:pt x="729" y="108"/>
                </a:lnTo>
                <a:lnTo>
                  <a:pt x="737" y="115"/>
                </a:lnTo>
                <a:lnTo>
                  <a:pt x="744" y="122"/>
                </a:lnTo>
                <a:lnTo>
                  <a:pt x="752" y="130"/>
                </a:lnTo>
                <a:lnTo>
                  <a:pt x="759" y="138"/>
                </a:lnTo>
                <a:lnTo>
                  <a:pt x="766" y="145"/>
                </a:lnTo>
                <a:lnTo>
                  <a:pt x="772" y="153"/>
                </a:lnTo>
                <a:lnTo>
                  <a:pt x="778" y="162"/>
                </a:lnTo>
                <a:lnTo>
                  <a:pt x="784" y="170"/>
                </a:lnTo>
                <a:lnTo>
                  <a:pt x="789" y="178"/>
                </a:lnTo>
                <a:lnTo>
                  <a:pt x="794" y="187"/>
                </a:lnTo>
                <a:lnTo>
                  <a:pt x="799" y="196"/>
                </a:lnTo>
                <a:lnTo>
                  <a:pt x="803" y="204"/>
                </a:lnTo>
                <a:lnTo>
                  <a:pt x="807" y="213"/>
                </a:lnTo>
                <a:lnTo>
                  <a:pt x="810" y="222"/>
                </a:lnTo>
                <a:lnTo>
                  <a:pt x="813" y="231"/>
                </a:lnTo>
                <a:lnTo>
                  <a:pt x="816" y="240"/>
                </a:lnTo>
                <a:lnTo>
                  <a:pt x="818" y="249"/>
                </a:lnTo>
                <a:lnTo>
                  <a:pt x="820" y="258"/>
                </a:lnTo>
                <a:lnTo>
                  <a:pt x="821" y="268"/>
                </a:lnTo>
                <a:lnTo>
                  <a:pt x="822" y="277"/>
                </a:lnTo>
                <a:lnTo>
                  <a:pt x="823" y="286"/>
                </a:lnTo>
                <a:lnTo>
                  <a:pt x="823" y="295"/>
                </a:lnTo>
                <a:close/>
              </a:path>
            </a:pathLst>
          </a:custGeom>
          <a:solidFill>
            <a:srgbClr val="ffe1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5" name=""/>
          <p:cNvSpPr/>
          <p:nvPr/>
        </p:nvSpPr>
        <p:spPr>
          <a:xfrm>
            <a:off x="7913160" y="2837160"/>
            <a:ext cx="299160" cy="214560"/>
          </a:xfrm>
          <a:custGeom>
            <a:avLst/>
            <a:gdLst/>
            <a:ahLst/>
            <a:rect l="0" t="0" r="r" b="b"/>
            <a:pathLst>
              <a:path w="831" h="596">
                <a:moveTo>
                  <a:pt x="827" y="298"/>
                </a:moveTo>
                <a:lnTo>
                  <a:pt x="827" y="289"/>
                </a:lnTo>
                <a:lnTo>
                  <a:pt x="826" y="280"/>
                </a:lnTo>
                <a:lnTo>
                  <a:pt x="825" y="271"/>
                </a:lnTo>
                <a:lnTo>
                  <a:pt x="824" y="261"/>
                </a:lnTo>
                <a:lnTo>
                  <a:pt x="822" y="252"/>
                </a:lnTo>
                <a:lnTo>
                  <a:pt x="820" y="243"/>
                </a:lnTo>
                <a:lnTo>
                  <a:pt x="816" y="234"/>
                </a:lnTo>
                <a:lnTo>
                  <a:pt x="813" y="225"/>
                </a:lnTo>
                <a:lnTo>
                  <a:pt x="810" y="216"/>
                </a:lnTo>
                <a:lnTo>
                  <a:pt x="806" y="207"/>
                </a:lnTo>
                <a:lnTo>
                  <a:pt x="802" y="199"/>
                </a:lnTo>
                <a:lnTo>
                  <a:pt x="797" y="190"/>
                </a:lnTo>
                <a:lnTo>
                  <a:pt x="792" y="181"/>
                </a:lnTo>
                <a:lnTo>
                  <a:pt x="787" y="173"/>
                </a:lnTo>
                <a:lnTo>
                  <a:pt x="781" y="165"/>
                </a:lnTo>
                <a:lnTo>
                  <a:pt x="775" y="156"/>
                </a:lnTo>
                <a:lnTo>
                  <a:pt x="769" y="148"/>
                </a:lnTo>
                <a:lnTo>
                  <a:pt x="762" y="141"/>
                </a:lnTo>
                <a:lnTo>
                  <a:pt x="755" y="132"/>
                </a:lnTo>
                <a:lnTo>
                  <a:pt x="747" y="124"/>
                </a:lnTo>
                <a:lnTo>
                  <a:pt x="740" y="117"/>
                </a:lnTo>
                <a:lnTo>
                  <a:pt x="732" y="110"/>
                </a:lnTo>
                <a:lnTo>
                  <a:pt x="723" y="103"/>
                </a:lnTo>
                <a:lnTo>
                  <a:pt x="715" y="96"/>
                </a:lnTo>
                <a:lnTo>
                  <a:pt x="706" y="89"/>
                </a:lnTo>
                <a:lnTo>
                  <a:pt x="696" y="83"/>
                </a:lnTo>
                <a:lnTo>
                  <a:pt x="687" y="76"/>
                </a:lnTo>
                <a:lnTo>
                  <a:pt x="677" y="70"/>
                </a:lnTo>
                <a:lnTo>
                  <a:pt x="667" y="65"/>
                </a:lnTo>
                <a:lnTo>
                  <a:pt x="657" y="59"/>
                </a:lnTo>
                <a:lnTo>
                  <a:pt x="646" y="54"/>
                </a:lnTo>
                <a:lnTo>
                  <a:pt x="635" y="49"/>
                </a:lnTo>
                <a:lnTo>
                  <a:pt x="624" y="44"/>
                </a:lnTo>
                <a:lnTo>
                  <a:pt x="613" y="39"/>
                </a:lnTo>
                <a:lnTo>
                  <a:pt x="602" y="35"/>
                </a:lnTo>
                <a:lnTo>
                  <a:pt x="590" y="31"/>
                </a:lnTo>
                <a:lnTo>
                  <a:pt x="578" y="27"/>
                </a:lnTo>
                <a:lnTo>
                  <a:pt x="566" y="23"/>
                </a:lnTo>
                <a:lnTo>
                  <a:pt x="554" y="20"/>
                </a:lnTo>
                <a:lnTo>
                  <a:pt x="542" y="17"/>
                </a:lnTo>
                <a:lnTo>
                  <a:pt x="530" y="15"/>
                </a:lnTo>
                <a:lnTo>
                  <a:pt x="517" y="12"/>
                </a:lnTo>
                <a:lnTo>
                  <a:pt x="505" y="10"/>
                </a:lnTo>
                <a:lnTo>
                  <a:pt x="492" y="8"/>
                </a:lnTo>
                <a:lnTo>
                  <a:pt x="479" y="6"/>
                </a:lnTo>
                <a:lnTo>
                  <a:pt x="466" y="5"/>
                </a:lnTo>
                <a:lnTo>
                  <a:pt x="454" y="4"/>
                </a:lnTo>
                <a:lnTo>
                  <a:pt x="441" y="3"/>
                </a:lnTo>
                <a:lnTo>
                  <a:pt x="428" y="3"/>
                </a:lnTo>
                <a:lnTo>
                  <a:pt x="415" y="3"/>
                </a:lnTo>
                <a:lnTo>
                  <a:pt x="402" y="3"/>
                </a:lnTo>
                <a:lnTo>
                  <a:pt x="389" y="3"/>
                </a:lnTo>
                <a:lnTo>
                  <a:pt x="376" y="4"/>
                </a:lnTo>
                <a:lnTo>
                  <a:pt x="363" y="5"/>
                </a:lnTo>
                <a:lnTo>
                  <a:pt x="351" y="6"/>
                </a:lnTo>
                <a:lnTo>
                  <a:pt x="338" y="8"/>
                </a:lnTo>
                <a:lnTo>
                  <a:pt x="325" y="10"/>
                </a:lnTo>
                <a:lnTo>
                  <a:pt x="313" y="12"/>
                </a:lnTo>
                <a:lnTo>
                  <a:pt x="300" y="15"/>
                </a:lnTo>
                <a:lnTo>
                  <a:pt x="288" y="17"/>
                </a:lnTo>
                <a:lnTo>
                  <a:pt x="276" y="20"/>
                </a:lnTo>
                <a:lnTo>
                  <a:pt x="264" y="23"/>
                </a:lnTo>
                <a:lnTo>
                  <a:pt x="252" y="27"/>
                </a:lnTo>
                <a:lnTo>
                  <a:pt x="240" y="31"/>
                </a:lnTo>
                <a:lnTo>
                  <a:pt x="228" y="35"/>
                </a:lnTo>
                <a:lnTo>
                  <a:pt x="217" y="39"/>
                </a:lnTo>
                <a:lnTo>
                  <a:pt x="206" y="44"/>
                </a:lnTo>
                <a:lnTo>
                  <a:pt x="195" y="49"/>
                </a:lnTo>
                <a:lnTo>
                  <a:pt x="184" y="54"/>
                </a:lnTo>
                <a:lnTo>
                  <a:pt x="173" y="59"/>
                </a:lnTo>
                <a:lnTo>
                  <a:pt x="163" y="65"/>
                </a:lnTo>
                <a:lnTo>
                  <a:pt x="153" y="70"/>
                </a:lnTo>
                <a:lnTo>
                  <a:pt x="143" y="76"/>
                </a:lnTo>
                <a:lnTo>
                  <a:pt x="134" y="83"/>
                </a:lnTo>
                <a:lnTo>
                  <a:pt x="124" y="89"/>
                </a:lnTo>
                <a:lnTo>
                  <a:pt x="115" y="96"/>
                </a:lnTo>
                <a:lnTo>
                  <a:pt x="107" y="103"/>
                </a:lnTo>
                <a:lnTo>
                  <a:pt x="98" y="110"/>
                </a:lnTo>
                <a:lnTo>
                  <a:pt x="90" y="117"/>
                </a:lnTo>
                <a:lnTo>
                  <a:pt x="82" y="124"/>
                </a:lnTo>
                <a:lnTo>
                  <a:pt x="75" y="132"/>
                </a:lnTo>
                <a:lnTo>
                  <a:pt x="68" y="141"/>
                </a:lnTo>
                <a:lnTo>
                  <a:pt x="61" y="148"/>
                </a:lnTo>
                <a:lnTo>
                  <a:pt x="55" y="156"/>
                </a:lnTo>
                <a:lnTo>
                  <a:pt x="49" y="165"/>
                </a:lnTo>
                <a:lnTo>
                  <a:pt x="43" y="173"/>
                </a:lnTo>
                <a:lnTo>
                  <a:pt x="38" y="181"/>
                </a:lnTo>
                <a:lnTo>
                  <a:pt x="33" y="190"/>
                </a:lnTo>
                <a:lnTo>
                  <a:pt x="28" y="199"/>
                </a:lnTo>
                <a:lnTo>
                  <a:pt x="24" y="207"/>
                </a:lnTo>
                <a:lnTo>
                  <a:pt x="20" y="216"/>
                </a:lnTo>
                <a:lnTo>
                  <a:pt x="17" y="225"/>
                </a:lnTo>
                <a:lnTo>
                  <a:pt x="14" y="234"/>
                </a:lnTo>
                <a:lnTo>
                  <a:pt x="11" y="243"/>
                </a:lnTo>
                <a:lnTo>
                  <a:pt x="9" y="252"/>
                </a:lnTo>
                <a:lnTo>
                  <a:pt x="7" y="261"/>
                </a:lnTo>
                <a:lnTo>
                  <a:pt x="6" y="271"/>
                </a:lnTo>
                <a:lnTo>
                  <a:pt x="5" y="280"/>
                </a:lnTo>
                <a:lnTo>
                  <a:pt x="4" y="289"/>
                </a:lnTo>
                <a:lnTo>
                  <a:pt x="4" y="298"/>
                </a:lnTo>
                <a:lnTo>
                  <a:pt x="4" y="308"/>
                </a:lnTo>
                <a:lnTo>
                  <a:pt x="5" y="317"/>
                </a:lnTo>
                <a:lnTo>
                  <a:pt x="6" y="326"/>
                </a:lnTo>
                <a:lnTo>
                  <a:pt x="7" y="335"/>
                </a:lnTo>
                <a:lnTo>
                  <a:pt x="9" y="344"/>
                </a:lnTo>
                <a:lnTo>
                  <a:pt x="11" y="353"/>
                </a:lnTo>
                <a:lnTo>
                  <a:pt x="14" y="363"/>
                </a:lnTo>
                <a:lnTo>
                  <a:pt x="17" y="372"/>
                </a:lnTo>
                <a:lnTo>
                  <a:pt x="20" y="380"/>
                </a:lnTo>
                <a:lnTo>
                  <a:pt x="24" y="389"/>
                </a:lnTo>
                <a:lnTo>
                  <a:pt x="28" y="398"/>
                </a:lnTo>
                <a:lnTo>
                  <a:pt x="33" y="407"/>
                </a:lnTo>
                <a:lnTo>
                  <a:pt x="38" y="415"/>
                </a:lnTo>
                <a:lnTo>
                  <a:pt x="43" y="424"/>
                </a:lnTo>
                <a:lnTo>
                  <a:pt x="49" y="432"/>
                </a:lnTo>
                <a:lnTo>
                  <a:pt x="55" y="440"/>
                </a:lnTo>
                <a:lnTo>
                  <a:pt x="61" y="448"/>
                </a:lnTo>
                <a:lnTo>
                  <a:pt x="68" y="456"/>
                </a:lnTo>
                <a:lnTo>
                  <a:pt x="75" y="464"/>
                </a:lnTo>
                <a:lnTo>
                  <a:pt x="82" y="471"/>
                </a:lnTo>
                <a:lnTo>
                  <a:pt x="90" y="479"/>
                </a:lnTo>
                <a:lnTo>
                  <a:pt x="98" y="486"/>
                </a:lnTo>
                <a:lnTo>
                  <a:pt x="107" y="493"/>
                </a:lnTo>
                <a:lnTo>
                  <a:pt x="115" y="500"/>
                </a:lnTo>
                <a:lnTo>
                  <a:pt x="124" y="507"/>
                </a:lnTo>
                <a:lnTo>
                  <a:pt x="134" y="513"/>
                </a:lnTo>
                <a:lnTo>
                  <a:pt x="143" y="519"/>
                </a:lnTo>
                <a:lnTo>
                  <a:pt x="153" y="525"/>
                </a:lnTo>
                <a:lnTo>
                  <a:pt x="163" y="531"/>
                </a:lnTo>
                <a:lnTo>
                  <a:pt x="173" y="537"/>
                </a:lnTo>
                <a:lnTo>
                  <a:pt x="184" y="542"/>
                </a:lnTo>
                <a:lnTo>
                  <a:pt x="195" y="547"/>
                </a:lnTo>
                <a:lnTo>
                  <a:pt x="206" y="552"/>
                </a:lnTo>
                <a:lnTo>
                  <a:pt x="217" y="556"/>
                </a:lnTo>
                <a:lnTo>
                  <a:pt x="228" y="561"/>
                </a:lnTo>
                <a:lnTo>
                  <a:pt x="240" y="565"/>
                </a:lnTo>
                <a:lnTo>
                  <a:pt x="252" y="569"/>
                </a:lnTo>
                <a:lnTo>
                  <a:pt x="264" y="572"/>
                </a:lnTo>
                <a:lnTo>
                  <a:pt x="276" y="575"/>
                </a:lnTo>
                <a:lnTo>
                  <a:pt x="288" y="578"/>
                </a:lnTo>
                <a:lnTo>
                  <a:pt x="300" y="581"/>
                </a:lnTo>
                <a:lnTo>
                  <a:pt x="313" y="584"/>
                </a:lnTo>
                <a:lnTo>
                  <a:pt x="325" y="586"/>
                </a:lnTo>
                <a:lnTo>
                  <a:pt x="338" y="588"/>
                </a:lnTo>
                <a:lnTo>
                  <a:pt x="351" y="589"/>
                </a:lnTo>
                <a:lnTo>
                  <a:pt x="363" y="590"/>
                </a:lnTo>
                <a:lnTo>
                  <a:pt x="376" y="591"/>
                </a:lnTo>
                <a:lnTo>
                  <a:pt x="389" y="592"/>
                </a:lnTo>
                <a:lnTo>
                  <a:pt x="402" y="593"/>
                </a:lnTo>
                <a:lnTo>
                  <a:pt x="415" y="593"/>
                </a:lnTo>
                <a:lnTo>
                  <a:pt x="428" y="593"/>
                </a:lnTo>
                <a:lnTo>
                  <a:pt x="441" y="592"/>
                </a:lnTo>
                <a:lnTo>
                  <a:pt x="454" y="591"/>
                </a:lnTo>
                <a:lnTo>
                  <a:pt x="466" y="590"/>
                </a:lnTo>
                <a:lnTo>
                  <a:pt x="479" y="589"/>
                </a:lnTo>
                <a:lnTo>
                  <a:pt x="492" y="588"/>
                </a:lnTo>
                <a:lnTo>
                  <a:pt x="505" y="586"/>
                </a:lnTo>
                <a:lnTo>
                  <a:pt x="517" y="584"/>
                </a:lnTo>
                <a:lnTo>
                  <a:pt x="530" y="581"/>
                </a:lnTo>
                <a:lnTo>
                  <a:pt x="542" y="578"/>
                </a:lnTo>
                <a:lnTo>
                  <a:pt x="554" y="575"/>
                </a:lnTo>
                <a:lnTo>
                  <a:pt x="566" y="572"/>
                </a:lnTo>
                <a:lnTo>
                  <a:pt x="578" y="569"/>
                </a:lnTo>
                <a:lnTo>
                  <a:pt x="590" y="565"/>
                </a:lnTo>
                <a:lnTo>
                  <a:pt x="602" y="561"/>
                </a:lnTo>
                <a:lnTo>
                  <a:pt x="613" y="556"/>
                </a:lnTo>
                <a:lnTo>
                  <a:pt x="624" y="552"/>
                </a:lnTo>
                <a:lnTo>
                  <a:pt x="635" y="547"/>
                </a:lnTo>
                <a:lnTo>
                  <a:pt x="646" y="542"/>
                </a:lnTo>
                <a:lnTo>
                  <a:pt x="657" y="537"/>
                </a:lnTo>
                <a:lnTo>
                  <a:pt x="667" y="531"/>
                </a:lnTo>
                <a:lnTo>
                  <a:pt x="677" y="525"/>
                </a:lnTo>
                <a:lnTo>
                  <a:pt x="687" y="519"/>
                </a:lnTo>
                <a:lnTo>
                  <a:pt x="696" y="513"/>
                </a:lnTo>
                <a:lnTo>
                  <a:pt x="706" y="507"/>
                </a:lnTo>
                <a:lnTo>
                  <a:pt x="715" y="500"/>
                </a:lnTo>
                <a:lnTo>
                  <a:pt x="723" y="493"/>
                </a:lnTo>
                <a:lnTo>
                  <a:pt x="732" y="486"/>
                </a:lnTo>
                <a:lnTo>
                  <a:pt x="740" y="479"/>
                </a:lnTo>
                <a:lnTo>
                  <a:pt x="747" y="471"/>
                </a:lnTo>
                <a:lnTo>
                  <a:pt x="755" y="464"/>
                </a:lnTo>
                <a:lnTo>
                  <a:pt x="762" y="456"/>
                </a:lnTo>
                <a:lnTo>
                  <a:pt x="769" y="448"/>
                </a:lnTo>
                <a:lnTo>
                  <a:pt x="775" y="440"/>
                </a:lnTo>
                <a:lnTo>
                  <a:pt x="781" y="432"/>
                </a:lnTo>
                <a:lnTo>
                  <a:pt x="787" y="424"/>
                </a:lnTo>
                <a:lnTo>
                  <a:pt x="792" y="415"/>
                </a:lnTo>
                <a:lnTo>
                  <a:pt x="797" y="407"/>
                </a:lnTo>
                <a:lnTo>
                  <a:pt x="802" y="398"/>
                </a:lnTo>
                <a:lnTo>
                  <a:pt x="806" y="389"/>
                </a:lnTo>
                <a:lnTo>
                  <a:pt x="810" y="380"/>
                </a:lnTo>
                <a:lnTo>
                  <a:pt x="813" y="372"/>
                </a:lnTo>
                <a:lnTo>
                  <a:pt x="816" y="363"/>
                </a:lnTo>
                <a:lnTo>
                  <a:pt x="820" y="353"/>
                </a:lnTo>
                <a:lnTo>
                  <a:pt x="822" y="344"/>
                </a:lnTo>
                <a:lnTo>
                  <a:pt x="824" y="335"/>
                </a:lnTo>
                <a:lnTo>
                  <a:pt x="825" y="326"/>
                </a:lnTo>
                <a:lnTo>
                  <a:pt x="826" y="317"/>
                </a:lnTo>
                <a:lnTo>
                  <a:pt x="827" y="308"/>
                </a:lnTo>
                <a:lnTo>
                  <a:pt x="827" y="298"/>
                </a:lnTo>
                <a:moveTo>
                  <a:pt x="831" y="298"/>
                </a:moveTo>
                <a:lnTo>
                  <a:pt x="831" y="308"/>
                </a:lnTo>
                <a:lnTo>
                  <a:pt x="830" y="317"/>
                </a:lnTo>
                <a:lnTo>
                  <a:pt x="829" y="326"/>
                </a:lnTo>
                <a:lnTo>
                  <a:pt x="828" y="336"/>
                </a:lnTo>
                <a:lnTo>
                  <a:pt x="826" y="345"/>
                </a:lnTo>
                <a:lnTo>
                  <a:pt x="824" y="354"/>
                </a:lnTo>
                <a:lnTo>
                  <a:pt x="821" y="363"/>
                </a:lnTo>
                <a:lnTo>
                  <a:pt x="818" y="372"/>
                </a:lnTo>
                <a:lnTo>
                  <a:pt x="813" y="381"/>
                </a:lnTo>
                <a:lnTo>
                  <a:pt x="810" y="390"/>
                </a:lnTo>
                <a:lnTo>
                  <a:pt x="805" y="399"/>
                </a:lnTo>
                <a:lnTo>
                  <a:pt x="801" y="408"/>
                </a:lnTo>
                <a:lnTo>
                  <a:pt x="796" y="416"/>
                </a:lnTo>
                <a:lnTo>
                  <a:pt x="790" y="425"/>
                </a:lnTo>
                <a:lnTo>
                  <a:pt x="785" y="433"/>
                </a:lnTo>
                <a:lnTo>
                  <a:pt x="779" y="442"/>
                </a:lnTo>
                <a:lnTo>
                  <a:pt x="772" y="450"/>
                </a:lnTo>
                <a:lnTo>
                  <a:pt x="765" y="458"/>
                </a:lnTo>
                <a:lnTo>
                  <a:pt x="758" y="465"/>
                </a:lnTo>
                <a:lnTo>
                  <a:pt x="751" y="473"/>
                </a:lnTo>
                <a:lnTo>
                  <a:pt x="743" y="480"/>
                </a:lnTo>
                <a:lnTo>
                  <a:pt x="735" y="488"/>
                </a:lnTo>
                <a:lnTo>
                  <a:pt x="726" y="495"/>
                </a:lnTo>
                <a:lnTo>
                  <a:pt x="717" y="502"/>
                </a:lnTo>
                <a:lnTo>
                  <a:pt x="708" y="508"/>
                </a:lnTo>
                <a:lnTo>
                  <a:pt x="699" y="515"/>
                </a:lnTo>
                <a:lnTo>
                  <a:pt x="689" y="521"/>
                </a:lnTo>
                <a:lnTo>
                  <a:pt x="679" y="527"/>
                </a:lnTo>
                <a:lnTo>
                  <a:pt x="669" y="533"/>
                </a:lnTo>
                <a:lnTo>
                  <a:pt x="659" y="539"/>
                </a:lnTo>
                <a:lnTo>
                  <a:pt x="648" y="544"/>
                </a:lnTo>
                <a:lnTo>
                  <a:pt x="637" y="549"/>
                </a:lnTo>
                <a:lnTo>
                  <a:pt x="626" y="554"/>
                </a:lnTo>
                <a:lnTo>
                  <a:pt x="615" y="559"/>
                </a:lnTo>
                <a:lnTo>
                  <a:pt x="603" y="563"/>
                </a:lnTo>
                <a:lnTo>
                  <a:pt x="592" y="567"/>
                </a:lnTo>
                <a:lnTo>
                  <a:pt x="580" y="571"/>
                </a:lnTo>
                <a:lnTo>
                  <a:pt x="568" y="575"/>
                </a:lnTo>
                <a:lnTo>
                  <a:pt x="556" y="578"/>
                </a:lnTo>
                <a:lnTo>
                  <a:pt x="543" y="581"/>
                </a:lnTo>
                <a:lnTo>
                  <a:pt x="531" y="584"/>
                </a:lnTo>
                <a:lnTo>
                  <a:pt x="518" y="586"/>
                </a:lnTo>
                <a:lnTo>
                  <a:pt x="505" y="588"/>
                </a:lnTo>
                <a:lnTo>
                  <a:pt x="493" y="590"/>
                </a:lnTo>
                <a:lnTo>
                  <a:pt x="480" y="592"/>
                </a:lnTo>
                <a:lnTo>
                  <a:pt x="467" y="593"/>
                </a:lnTo>
                <a:lnTo>
                  <a:pt x="454" y="594"/>
                </a:lnTo>
                <a:lnTo>
                  <a:pt x="441" y="595"/>
                </a:lnTo>
                <a:lnTo>
                  <a:pt x="428" y="595"/>
                </a:lnTo>
                <a:lnTo>
                  <a:pt x="415" y="596"/>
                </a:lnTo>
                <a:lnTo>
                  <a:pt x="402" y="595"/>
                </a:lnTo>
                <a:lnTo>
                  <a:pt x="389" y="595"/>
                </a:lnTo>
                <a:lnTo>
                  <a:pt x="376" y="594"/>
                </a:lnTo>
                <a:lnTo>
                  <a:pt x="363" y="593"/>
                </a:lnTo>
                <a:lnTo>
                  <a:pt x="350" y="592"/>
                </a:lnTo>
                <a:lnTo>
                  <a:pt x="337" y="590"/>
                </a:lnTo>
                <a:lnTo>
                  <a:pt x="324" y="588"/>
                </a:lnTo>
                <a:lnTo>
                  <a:pt x="312" y="586"/>
                </a:lnTo>
                <a:lnTo>
                  <a:pt x="299" y="584"/>
                </a:lnTo>
                <a:lnTo>
                  <a:pt x="287" y="581"/>
                </a:lnTo>
                <a:lnTo>
                  <a:pt x="274" y="578"/>
                </a:lnTo>
                <a:lnTo>
                  <a:pt x="262" y="575"/>
                </a:lnTo>
                <a:lnTo>
                  <a:pt x="250" y="571"/>
                </a:lnTo>
                <a:lnTo>
                  <a:pt x="238" y="567"/>
                </a:lnTo>
                <a:lnTo>
                  <a:pt x="227" y="563"/>
                </a:lnTo>
                <a:lnTo>
                  <a:pt x="215" y="559"/>
                </a:lnTo>
                <a:lnTo>
                  <a:pt x="204" y="554"/>
                </a:lnTo>
                <a:lnTo>
                  <a:pt x="193" y="549"/>
                </a:lnTo>
                <a:lnTo>
                  <a:pt x="182" y="544"/>
                </a:lnTo>
                <a:lnTo>
                  <a:pt x="171" y="539"/>
                </a:lnTo>
                <a:lnTo>
                  <a:pt x="161" y="533"/>
                </a:lnTo>
                <a:lnTo>
                  <a:pt x="150" y="527"/>
                </a:lnTo>
                <a:lnTo>
                  <a:pt x="141" y="521"/>
                </a:lnTo>
                <a:lnTo>
                  <a:pt x="131" y="515"/>
                </a:lnTo>
                <a:lnTo>
                  <a:pt x="122" y="508"/>
                </a:lnTo>
                <a:lnTo>
                  <a:pt x="112" y="502"/>
                </a:lnTo>
                <a:lnTo>
                  <a:pt x="104" y="495"/>
                </a:lnTo>
                <a:lnTo>
                  <a:pt x="95" y="488"/>
                </a:lnTo>
                <a:lnTo>
                  <a:pt x="87" y="480"/>
                </a:lnTo>
                <a:lnTo>
                  <a:pt x="79" y="473"/>
                </a:lnTo>
                <a:lnTo>
                  <a:pt x="72" y="465"/>
                </a:lnTo>
                <a:lnTo>
                  <a:pt x="65" y="458"/>
                </a:lnTo>
                <a:lnTo>
                  <a:pt x="58" y="450"/>
                </a:lnTo>
                <a:lnTo>
                  <a:pt x="51" y="442"/>
                </a:lnTo>
                <a:lnTo>
                  <a:pt x="45" y="433"/>
                </a:lnTo>
                <a:lnTo>
                  <a:pt x="40" y="425"/>
                </a:lnTo>
                <a:lnTo>
                  <a:pt x="34" y="416"/>
                </a:lnTo>
                <a:lnTo>
                  <a:pt x="29" y="408"/>
                </a:lnTo>
                <a:lnTo>
                  <a:pt x="25" y="399"/>
                </a:lnTo>
                <a:lnTo>
                  <a:pt x="20" y="390"/>
                </a:lnTo>
                <a:lnTo>
                  <a:pt x="17" y="381"/>
                </a:lnTo>
                <a:lnTo>
                  <a:pt x="13" y="372"/>
                </a:lnTo>
                <a:lnTo>
                  <a:pt x="10" y="363"/>
                </a:lnTo>
                <a:lnTo>
                  <a:pt x="7" y="354"/>
                </a:lnTo>
                <a:lnTo>
                  <a:pt x="5" y="345"/>
                </a:lnTo>
                <a:lnTo>
                  <a:pt x="3" y="336"/>
                </a:lnTo>
                <a:lnTo>
                  <a:pt x="2" y="326"/>
                </a:lnTo>
                <a:lnTo>
                  <a:pt x="1" y="317"/>
                </a:lnTo>
                <a:lnTo>
                  <a:pt x="0" y="308"/>
                </a:lnTo>
                <a:lnTo>
                  <a:pt x="0" y="298"/>
                </a:lnTo>
                <a:lnTo>
                  <a:pt x="0" y="289"/>
                </a:lnTo>
                <a:lnTo>
                  <a:pt x="1" y="280"/>
                </a:lnTo>
                <a:lnTo>
                  <a:pt x="2" y="270"/>
                </a:lnTo>
                <a:lnTo>
                  <a:pt x="3" y="261"/>
                </a:lnTo>
                <a:lnTo>
                  <a:pt x="5" y="252"/>
                </a:lnTo>
                <a:lnTo>
                  <a:pt x="7" y="243"/>
                </a:lnTo>
                <a:lnTo>
                  <a:pt x="10" y="233"/>
                </a:lnTo>
                <a:lnTo>
                  <a:pt x="13" y="224"/>
                </a:lnTo>
                <a:lnTo>
                  <a:pt x="17" y="215"/>
                </a:lnTo>
                <a:lnTo>
                  <a:pt x="20" y="206"/>
                </a:lnTo>
                <a:lnTo>
                  <a:pt x="25" y="198"/>
                </a:lnTo>
                <a:lnTo>
                  <a:pt x="29" y="189"/>
                </a:lnTo>
                <a:lnTo>
                  <a:pt x="34" y="180"/>
                </a:lnTo>
                <a:lnTo>
                  <a:pt x="40" y="172"/>
                </a:lnTo>
                <a:lnTo>
                  <a:pt x="45" y="163"/>
                </a:lnTo>
                <a:lnTo>
                  <a:pt x="51" y="155"/>
                </a:lnTo>
                <a:lnTo>
                  <a:pt x="58" y="147"/>
                </a:lnTo>
                <a:lnTo>
                  <a:pt x="65" y="139"/>
                </a:lnTo>
                <a:lnTo>
                  <a:pt x="72" y="130"/>
                </a:lnTo>
                <a:lnTo>
                  <a:pt x="79" y="123"/>
                </a:lnTo>
                <a:lnTo>
                  <a:pt x="87" y="115"/>
                </a:lnTo>
                <a:lnTo>
                  <a:pt x="95" y="108"/>
                </a:lnTo>
                <a:lnTo>
                  <a:pt x="104" y="101"/>
                </a:lnTo>
                <a:lnTo>
                  <a:pt x="112" y="94"/>
                </a:lnTo>
                <a:lnTo>
                  <a:pt x="122" y="87"/>
                </a:lnTo>
                <a:lnTo>
                  <a:pt x="131" y="81"/>
                </a:lnTo>
                <a:lnTo>
                  <a:pt x="141" y="74"/>
                </a:lnTo>
                <a:lnTo>
                  <a:pt x="150" y="68"/>
                </a:lnTo>
                <a:lnTo>
                  <a:pt x="161" y="62"/>
                </a:lnTo>
                <a:lnTo>
                  <a:pt x="171" y="57"/>
                </a:lnTo>
                <a:lnTo>
                  <a:pt x="182" y="51"/>
                </a:lnTo>
                <a:lnTo>
                  <a:pt x="193" y="46"/>
                </a:lnTo>
                <a:lnTo>
                  <a:pt x="204" y="41"/>
                </a:lnTo>
                <a:lnTo>
                  <a:pt x="215" y="37"/>
                </a:lnTo>
                <a:lnTo>
                  <a:pt x="227" y="32"/>
                </a:lnTo>
                <a:lnTo>
                  <a:pt x="238" y="28"/>
                </a:lnTo>
                <a:lnTo>
                  <a:pt x="250" y="24"/>
                </a:lnTo>
                <a:lnTo>
                  <a:pt x="262" y="21"/>
                </a:lnTo>
                <a:lnTo>
                  <a:pt x="274" y="18"/>
                </a:lnTo>
                <a:lnTo>
                  <a:pt x="287" y="15"/>
                </a:lnTo>
                <a:lnTo>
                  <a:pt x="299" y="12"/>
                </a:lnTo>
                <a:lnTo>
                  <a:pt x="312" y="9"/>
                </a:lnTo>
                <a:lnTo>
                  <a:pt x="324" y="7"/>
                </a:lnTo>
                <a:lnTo>
                  <a:pt x="337" y="5"/>
                </a:lnTo>
                <a:lnTo>
                  <a:pt x="350" y="4"/>
                </a:lnTo>
                <a:lnTo>
                  <a:pt x="363" y="2"/>
                </a:lnTo>
                <a:lnTo>
                  <a:pt x="376" y="1"/>
                </a:lnTo>
                <a:lnTo>
                  <a:pt x="389" y="1"/>
                </a:lnTo>
                <a:lnTo>
                  <a:pt x="402" y="0"/>
                </a:lnTo>
                <a:lnTo>
                  <a:pt x="415" y="0"/>
                </a:lnTo>
                <a:lnTo>
                  <a:pt x="428" y="0"/>
                </a:lnTo>
                <a:lnTo>
                  <a:pt x="441" y="1"/>
                </a:lnTo>
                <a:lnTo>
                  <a:pt x="454" y="1"/>
                </a:lnTo>
                <a:lnTo>
                  <a:pt x="467" y="2"/>
                </a:lnTo>
                <a:lnTo>
                  <a:pt x="480" y="4"/>
                </a:lnTo>
                <a:lnTo>
                  <a:pt x="493" y="5"/>
                </a:lnTo>
                <a:lnTo>
                  <a:pt x="505" y="7"/>
                </a:lnTo>
                <a:lnTo>
                  <a:pt x="518" y="9"/>
                </a:lnTo>
                <a:lnTo>
                  <a:pt x="531" y="12"/>
                </a:lnTo>
                <a:lnTo>
                  <a:pt x="543" y="15"/>
                </a:lnTo>
                <a:lnTo>
                  <a:pt x="556" y="18"/>
                </a:lnTo>
                <a:lnTo>
                  <a:pt x="568" y="21"/>
                </a:lnTo>
                <a:lnTo>
                  <a:pt x="580" y="24"/>
                </a:lnTo>
                <a:lnTo>
                  <a:pt x="592" y="28"/>
                </a:lnTo>
                <a:lnTo>
                  <a:pt x="603" y="32"/>
                </a:lnTo>
                <a:lnTo>
                  <a:pt x="615" y="37"/>
                </a:lnTo>
                <a:lnTo>
                  <a:pt x="626" y="41"/>
                </a:lnTo>
                <a:lnTo>
                  <a:pt x="637" y="46"/>
                </a:lnTo>
                <a:lnTo>
                  <a:pt x="648" y="51"/>
                </a:lnTo>
                <a:lnTo>
                  <a:pt x="659" y="57"/>
                </a:lnTo>
                <a:lnTo>
                  <a:pt x="669" y="62"/>
                </a:lnTo>
                <a:lnTo>
                  <a:pt x="679" y="68"/>
                </a:lnTo>
                <a:lnTo>
                  <a:pt x="689" y="74"/>
                </a:lnTo>
                <a:lnTo>
                  <a:pt x="699" y="81"/>
                </a:lnTo>
                <a:lnTo>
                  <a:pt x="708" y="87"/>
                </a:lnTo>
                <a:lnTo>
                  <a:pt x="717" y="94"/>
                </a:lnTo>
                <a:lnTo>
                  <a:pt x="726" y="101"/>
                </a:lnTo>
                <a:lnTo>
                  <a:pt x="735" y="108"/>
                </a:lnTo>
                <a:lnTo>
                  <a:pt x="743" y="115"/>
                </a:lnTo>
                <a:lnTo>
                  <a:pt x="751" y="123"/>
                </a:lnTo>
                <a:lnTo>
                  <a:pt x="758" y="130"/>
                </a:lnTo>
                <a:lnTo>
                  <a:pt x="765" y="139"/>
                </a:lnTo>
                <a:lnTo>
                  <a:pt x="772" y="147"/>
                </a:lnTo>
                <a:lnTo>
                  <a:pt x="779" y="155"/>
                </a:lnTo>
                <a:lnTo>
                  <a:pt x="785" y="163"/>
                </a:lnTo>
                <a:lnTo>
                  <a:pt x="790" y="172"/>
                </a:lnTo>
                <a:lnTo>
                  <a:pt x="796" y="180"/>
                </a:lnTo>
                <a:lnTo>
                  <a:pt x="801" y="189"/>
                </a:lnTo>
                <a:lnTo>
                  <a:pt x="805" y="198"/>
                </a:lnTo>
                <a:lnTo>
                  <a:pt x="810" y="206"/>
                </a:lnTo>
                <a:lnTo>
                  <a:pt x="813" y="215"/>
                </a:lnTo>
                <a:lnTo>
                  <a:pt x="818" y="224"/>
                </a:lnTo>
                <a:lnTo>
                  <a:pt x="821" y="233"/>
                </a:lnTo>
                <a:lnTo>
                  <a:pt x="824" y="243"/>
                </a:lnTo>
                <a:lnTo>
                  <a:pt x="826" y="252"/>
                </a:lnTo>
                <a:lnTo>
                  <a:pt x="828" y="261"/>
                </a:lnTo>
                <a:lnTo>
                  <a:pt x="829" y="270"/>
                </a:lnTo>
                <a:lnTo>
                  <a:pt x="830" y="280"/>
                </a:lnTo>
                <a:lnTo>
                  <a:pt x="831" y="289"/>
                </a:lnTo>
                <a:lnTo>
                  <a:pt x="831" y="298"/>
                </a:lnTo>
                <a:close/>
              </a:path>
            </a:pathLst>
          </a:custGeom>
          <a:solidFill>
            <a:srgbClr val="ffe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6" name=""/>
          <p:cNvSpPr/>
          <p:nvPr/>
        </p:nvSpPr>
        <p:spPr>
          <a:xfrm>
            <a:off x="7911720" y="2836080"/>
            <a:ext cx="302040" cy="216360"/>
          </a:xfrm>
          <a:custGeom>
            <a:avLst/>
            <a:gdLst/>
            <a:ahLst/>
            <a:rect l="0" t="0" r="r" b="b"/>
            <a:pathLst>
              <a:path w="839" h="601">
                <a:moveTo>
                  <a:pt x="835" y="301"/>
                </a:moveTo>
                <a:lnTo>
                  <a:pt x="835" y="292"/>
                </a:lnTo>
                <a:lnTo>
                  <a:pt x="834" y="283"/>
                </a:lnTo>
                <a:lnTo>
                  <a:pt x="833" y="273"/>
                </a:lnTo>
                <a:lnTo>
                  <a:pt x="832" y="264"/>
                </a:lnTo>
                <a:lnTo>
                  <a:pt x="830" y="255"/>
                </a:lnTo>
                <a:lnTo>
                  <a:pt x="828" y="246"/>
                </a:lnTo>
                <a:lnTo>
                  <a:pt x="825" y="236"/>
                </a:lnTo>
                <a:lnTo>
                  <a:pt x="822" y="227"/>
                </a:lnTo>
                <a:lnTo>
                  <a:pt x="818" y="217"/>
                </a:lnTo>
                <a:lnTo>
                  <a:pt x="815" y="208"/>
                </a:lnTo>
                <a:lnTo>
                  <a:pt x="810" y="200"/>
                </a:lnTo>
                <a:lnTo>
                  <a:pt x="806" y="191"/>
                </a:lnTo>
                <a:lnTo>
                  <a:pt x="801" y="182"/>
                </a:lnTo>
                <a:lnTo>
                  <a:pt x="795" y="174"/>
                </a:lnTo>
                <a:lnTo>
                  <a:pt x="790" y="165"/>
                </a:lnTo>
                <a:lnTo>
                  <a:pt x="784" y="157"/>
                </a:lnTo>
                <a:lnTo>
                  <a:pt x="777" y="149"/>
                </a:lnTo>
                <a:lnTo>
                  <a:pt x="770" y="141"/>
                </a:lnTo>
                <a:lnTo>
                  <a:pt x="763" y="133"/>
                </a:lnTo>
                <a:lnTo>
                  <a:pt x="756" y="126"/>
                </a:lnTo>
                <a:lnTo>
                  <a:pt x="748" y="118"/>
                </a:lnTo>
                <a:lnTo>
                  <a:pt x="740" y="111"/>
                </a:lnTo>
                <a:lnTo>
                  <a:pt x="731" y="104"/>
                </a:lnTo>
                <a:lnTo>
                  <a:pt x="722" y="97"/>
                </a:lnTo>
                <a:lnTo>
                  <a:pt x="713" y="90"/>
                </a:lnTo>
                <a:lnTo>
                  <a:pt x="704" y="84"/>
                </a:lnTo>
                <a:lnTo>
                  <a:pt x="694" y="77"/>
                </a:lnTo>
                <a:lnTo>
                  <a:pt x="684" y="71"/>
                </a:lnTo>
                <a:lnTo>
                  <a:pt x="674" y="65"/>
                </a:lnTo>
                <a:lnTo>
                  <a:pt x="664" y="60"/>
                </a:lnTo>
                <a:lnTo>
                  <a:pt x="653" y="54"/>
                </a:lnTo>
                <a:lnTo>
                  <a:pt x="642" y="49"/>
                </a:lnTo>
                <a:lnTo>
                  <a:pt x="631" y="44"/>
                </a:lnTo>
                <a:lnTo>
                  <a:pt x="620" y="40"/>
                </a:lnTo>
                <a:lnTo>
                  <a:pt x="608" y="35"/>
                </a:lnTo>
                <a:lnTo>
                  <a:pt x="597" y="31"/>
                </a:lnTo>
                <a:lnTo>
                  <a:pt x="585" y="27"/>
                </a:lnTo>
                <a:lnTo>
                  <a:pt x="573" y="24"/>
                </a:lnTo>
                <a:lnTo>
                  <a:pt x="561" y="21"/>
                </a:lnTo>
                <a:lnTo>
                  <a:pt x="548" y="18"/>
                </a:lnTo>
                <a:lnTo>
                  <a:pt x="536" y="15"/>
                </a:lnTo>
                <a:lnTo>
                  <a:pt x="523" y="12"/>
                </a:lnTo>
                <a:lnTo>
                  <a:pt x="510" y="10"/>
                </a:lnTo>
                <a:lnTo>
                  <a:pt x="498" y="8"/>
                </a:lnTo>
                <a:lnTo>
                  <a:pt x="485" y="7"/>
                </a:lnTo>
                <a:lnTo>
                  <a:pt x="472" y="5"/>
                </a:lnTo>
                <a:lnTo>
                  <a:pt x="459" y="4"/>
                </a:lnTo>
                <a:lnTo>
                  <a:pt x="446" y="4"/>
                </a:lnTo>
                <a:lnTo>
                  <a:pt x="433" y="3"/>
                </a:lnTo>
                <a:lnTo>
                  <a:pt x="420" y="3"/>
                </a:lnTo>
                <a:lnTo>
                  <a:pt x="407" y="3"/>
                </a:lnTo>
                <a:lnTo>
                  <a:pt x="394" y="4"/>
                </a:lnTo>
                <a:lnTo>
                  <a:pt x="381" y="4"/>
                </a:lnTo>
                <a:lnTo>
                  <a:pt x="368" y="5"/>
                </a:lnTo>
                <a:lnTo>
                  <a:pt x="355" y="7"/>
                </a:lnTo>
                <a:lnTo>
                  <a:pt x="342" y="8"/>
                </a:lnTo>
                <a:lnTo>
                  <a:pt x="329" y="10"/>
                </a:lnTo>
                <a:lnTo>
                  <a:pt x="317" y="12"/>
                </a:lnTo>
                <a:lnTo>
                  <a:pt x="304" y="15"/>
                </a:lnTo>
                <a:lnTo>
                  <a:pt x="292" y="18"/>
                </a:lnTo>
                <a:lnTo>
                  <a:pt x="279" y="21"/>
                </a:lnTo>
                <a:lnTo>
                  <a:pt x="267" y="24"/>
                </a:lnTo>
                <a:lnTo>
                  <a:pt x="255" y="27"/>
                </a:lnTo>
                <a:lnTo>
                  <a:pt x="243" y="31"/>
                </a:lnTo>
                <a:lnTo>
                  <a:pt x="232" y="35"/>
                </a:lnTo>
                <a:lnTo>
                  <a:pt x="220" y="40"/>
                </a:lnTo>
                <a:lnTo>
                  <a:pt x="209" y="44"/>
                </a:lnTo>
                <a:lnTo>
                  <a:pt x="197" y="49"/>
                </a:lnTo>
                <a:lnTo>
                  <a:pt x="186" y="54"/>
                </a:lnTo>
                <a:lnTo>
                  <a:pt x="175" y="60"/>
                </a:lnTo>
                <a:lnTo>
                  <a:pt x="165" y="65"/>
                </a:lnTo>
                <a:lnTo>
                  <a:pt x="154" y="71"/>
                </a:lnTo>
                <a:lnTo>
                  <a:pt x="145" y="77"/>
                </a:lnTo>
                <a:lnTo>
                  <a:pt x="135" y="84"/>
                </a:lnTo>
                <a:lnTo>
                  <a:pt x="126" y="90"/>
                </a:lnTo>
                <a:lnTo>
                  <a:pt x="116" y="97"/>
                </a:lnTo>
                <a:lnTo>
                  <a:pt x="108" y="104"/>
                </a:lnTo>
                <a:lnTo>
                  <a:pt x="99" y="111"/>
                </a:lnTo>
                <a:lnTo>
                  <a:pt x="91" y="118"/>
                </a:lnTo>
                <a:lnTo>
                  <a:pt x="83" y="126"/>
                </a:lnTo>
                <a:lnTo>
                  <a:pt x="76" y="133"/>
                </a:lnTo>
                <a:lnTo>
                  <a:pt x="69" y="141"/>
                </a:lnTo>
                <a:lnTo>
                  <a:pt x="62" y="149"/>
                </a:lnTo>
                <a:lnTo>
                  <a:pt x="55" y="157"/>
                </a:lnTo>
                <a:lnTo>
                  <a:pt x="49" y="165"/>
                </a:lnTo>
                <a:lnTo>
                  <a:pt x="44" y="174"/>
                </a:lnTo>
                <a:lnTo>
                  <a:pt x="38" y="182"/>
                </a:lnTo>
                <a:lnTo>
                  <a:pt x="33" y="191"/>
                </a:lnTo>
                <a:lnTo>
                  <a:pt x="29" y="200"/>
                </a:lnTo>
                <a:lnTo>
                  <a:pt x="24" y="208"/>
                </a:lnTo>
                <a:lnTo>
                  <a:pt x="21" y="217"/>
                </a:lnTo>
                <a:lnTo>
                  <a:pt x="17" y="227"/>
                </a:lnTo>
                <a:lnTo>
                  <a:pt x="14" y="236"/>
                </a:lnTo>
                <a:lnTo>
                  <a:pt x="11" y="246"/>
                </a:lnTo>
                <a:lnTo>
                  <a:pt x="9" y="255"/>
                </a:lnTo>
                <a:lnTo>
                  <a:pt x="7" y="264"/>
                </a:lnTo>
                <a:lnTo>
                  <a:pt x="6" y="273"/>
                </a:lnTo>
                <a:lnTo>
                  <a:pt x="5" y="283"/>
                </a:lnTo>
                <a:lnTo>
                  <a:pt x="4" y="292"/>
                </a:lnTo>
                <a:lnTo>
                  <a:pt x="4" y="301"/>
                </a:lnTo>
                <a:lnTo>
                  <a:pt x="4" y="311"/>
                </a:lnTo>
                <a:lnTo>
                  <a:pt x="5" y="320"/>
                </a:lnTo>
                <a:lnTo>
                  <a:pt x="6" y="329"/>
                </a:lnTo>
                <a:lnTo>
                  <a:pt x="7" y="339"/>
                </a:lnTo>
                <a:lnTo>
                  <a:pt x="9" y="348"/>
                </a:lnTo>
                <a:lnTo>
                  <a:pt x="11" y="357"/>
                </a:lnTo>
                <a:lnTo>
                  <a:pt x="14" y="366"/>
                </a:lnTo>
                <a:lnTo>
                  <a:pt x="17" y="375"/>
                </a:lnTo>
                <a:lnTo>
                  <a:pt x="21" y="384"/>
                </a:lnTo>
                <a:lnTo>
                  <a:pt x="24" y="393"/>
                </a:lnTo>
                <a:lnTo>
                  <a:pt x="29" y="402"/>
                </a:lnTo>
                <a:lnTo>
                  <a:pt x="33" y="411"/>
                </a:lnTo>
                <a:lnTo>
                  <a:pt x="38" y="419"/>
                </a:lnTo>
                <a:lnTo>
                  <a:pt x="44" y="428"/>
                </a:lnTo>
                <a:lnTo>
                  <a:pt x="49" y="436"/>
                </a:lnTo>
                <a:lnTo>
                  <a:pt x="55" y="445"/>
                </a:lnTo>
                <a:lnTo>
                  <a:pt x="62" y="453"/>
                </a:lnTo>
                <a:lnTo>
                  <a:pt x="69" y="461"/>
                </a:lnTo>
                <a:lnTo>
                  <a:pt x="76" y="468"/>
                </a:lnTo>
                <a:lnTo>
                  <a:pt x="83" y="476"/>
                </a:lnTo>
                <a:lnTo>
                  <a:pt x="91" y="483"/>
                </a:lnTo>
                <a:lnTo>
                  <a:pt x="99" y="491"/>
                </a:lnTo>
                <a:lnTo>
                  <a:pt x="108" y="498"/>
                </a:lnTo>
                <a:lnTo>
                  <a:pt x="116" y="505"/>
                </a:lnTo>
                <a:lnTo>
                  <a:pt x="126" y="511"/>
                </a:lnTo>
                <a:lnTo>
                  <a:pt x="135" y="518"/>
                </a:lnTo>
                <a:lnTo>
                  <a:pt x="145" y="524"/>
                </a:lnTo>
                <a:lnTo>
                  <a:pt x="154" y="530"/>
                </a:lnTo>
                <a:lnTo>
                  <a:pt x="165" y="536"/>
                </a:lnTo>
                <a:lnTo>
                  <a:pt x="175" y="542"/>
                </a:lnTo>
                <a:lnTo>
                  <a:pt x="186" y="547"/>
                </a:lnTo>
                <a:lnTo>
                  <a:pt x="197" y="552"/>
                </a:lnTo>
                <a:lnTo>
                  <a:pt x="209" y="557"/>
                </a:lnTo>
                <a:lnTo>
                  <a:pt x="220" y="562"/>
                </a:lnTo>
                <a:lnTo>
                  <a:pt x="232" y="566"/>
                </a:lnTo>
                <a:lnTo>
                  <a:pt x="243" y="570"/>
                </a:lnTo>
                <a:lnTo>
                  <a:pt x="255" y="574"/>
                </a:lnTo>
                <a:lnTo>
                  <a:pt x="267" y="578"/>
                </a:lnTo>
                <a:lnTo>
                  <a:pt x="279" y="581"/>
                </a:lnTo>
                <a:lnTo>
                  <a:pt x="292" y="584"/>
                </a:lnTo>
                <a:lnTo>
                  <a:pt x="304" y="587"/>
                </a:lnTo>
                <a:lnTo>
                  <a:pt x="317" y="589"/>
                </a:lnTo>
                <a:lnTo>
                  <a:pt x="329" y="591"/>
                </a:lnTo>
                <a:lnTo>
                  <a:pt x="342" y="593"/>
                </a:lnTo>
                <a:lnTo>
                  <a:pt x="355" y="595"/>
                </a:lnTo>
                <a:lnTo>
                  <a:pt x="368" y="596"/>
                </a:lnTo>
                <a:lnTo>
                  <a:pt x="381" y="597"/>
                </a:lnTo>
                <a:lnTo>
                  <a:pt x="394" y="598"/>
                </a:lnTo>
                <a:lnTo>
                  <a:pt x="407" y="598"/>
                </a:lnTo>
                <a:lnTo>
                  <a:pt x="420" y="599"/>
                </a:lnTo>
                <a:lnTo>
                  <a:pt x="433" y="598"/>
                </a:lnTo>
                <a:lnTo>
                  <a:pt x="446" y="598"/>
                </a:lnTo>
                <a:lnTo>
                  <a:pt x="459" y="597"/>
                </a:lnTo>
                <a:lnTo>
                  <a:pt x="472" y="596"/>
                </a:lnTo>
                <a:lnTo>
                  <a:pt x="485" y="595"/>
                </a:lnTo>
                <a:lnTo>
                  <a:pt x="498" y="593"/>
                </a:lnTo>
                <a:lnTo>
                  <a:pt x="510" y="591"/>
                </a:lnTo>
                <a:lnTo>
                  <a:pt x="523" y="589"/>
                </a:lnTo>
                <a:lnTo>
                  <a:pt x="536" y="587"/>
                </a:lnTo>
                <a:lnTo>
                  <a:pt x="548" y="584"/>
                </a:lnTo>
                <a:lnTo>
                  <a:pt x="561" y="581"/>
                </a:lnTo>
                <a:lnTo>
                  <a:pt x="573" y="578"/>
                </a:lnTo>
                <a:lnTo>
                  <a:pt x="585" y="574"/>
                </a:lnTo>
                <a:lnTo>
                  <a:pt x="597" y="570"/>
                </a:lnTo>
                <a:lnTo>
                  <a:pt x="608" y="566"/>
                </a:lnTo>
                <a:lnTo>
                  <a:pt x="620" y="562"/>
                </a:lnTo>
                <a:lnTo>
                  <a:pt x="631" y="557"/>
                </a:lnTo>
                <a:lnTo>
                  <a:pt x="642" y="552"/>
                </a:lnTo>
                <a:lnTo>
                  <a:pt x="653" y="547"/>
                </a:lnTo>
                <a:lnTo>
                  <a:pt x="664" y="542"/>
                </a:lnTo>
                <a:lnTo>
                  <a:pt x="674" y="536"/>
                </a:lnTo>
                <a:lnTo>
                  <a:pt x="684" y="530"/>
                </a:lnTo>
                <a:lnTo>
                  <a:pt x="694" y="524"/>
                </a:lnTo>
                <a:lnTo>
                  <a:pt x="704" y="518"/>
                </a:lnTo>
                <a:lnTo>
                  <a:pt x="713" y="511"/>
                </a:lnTo>
                <a:lnTo>
                  <a:pt x="722" y="505"/>
                </a:lnTo>
                <a:lnTo>
                  <a:pt x="731" y="498"/>
                </a:lnTo>
                <a:lnTo>
                  <a:pt x="740" y="491"/>
                </a:lnTo>
                <a:lnTo>
                  <a:pt x="748" y="483"/>
                </a:lnTo>
                <a:lnTo>
                  <a:pt x="756" y="476"/>
                </a:lnTo>
                <a:lnTo>
                  <a:pt x="763" y="468"/>
                </a:lnTo>
                <a:lnTo>
                  <a:pt x="770" y="461"/>
                </a:lnTo>
                <a:lnTo>
                  <a:pt x="777" y="453"/>
                </a:lnTo>
                <a:lnTo>
                  <a:pt x="784" y="445"/>
                </a:lnTo>
                <a:lnTo>
                  <a:pt x="790" y="436"/>
                </a:lnTo>
                <a:lnTo>
                  <a:pt x="795" y="428"/>
                </a:lnTo>
                <a:lnTo>
                  <a:pt x="801" y="419"/>
                </a:lnTo>
                <a:lnTo>
                  <a:pt x="806" y="411"/>
                </a:lnTo>
                <a:lnTo>
                  <a:pt x="810" y="402"/>
                </a:lnTo>
                <a:lnTo>
                  <a:pt x="815" y="393"/>
                </a:lnTo>
                <a:lnTo>
                  <a:pt x="818" y="384"/>
                </a:lnTo>
                <a:lnTo>
                  <a:pt x="822" y="375"/>
                </a:lnTo>
                <a:lnTo>
                  <a:pt x="825" y="366"/>
                </a:lnTo>
                <a:lnTo>
                  <a:pt x="828" y="357"/>
                </a:lnTo>
                <a:lnTo>
                  <a:pt x="830" y="348"/>
                </a:lnTo>
                <a:lnTo>
                  <a:pt x="832" y="339"/>
                </a:lnTo>
                <a:lnTo>
                  <a:pt x="833" y="329"/>
                </a:lnTo>
                <a:lnTo>
                  <a:pt x="834" y="320"/>
                </a:lnTo>
                <a:lnTo>
                  <a:pt x="835" y="311"/>
                </a:lnTo>
                <a:lnTo>
                  <a:pt x="835" y="301"/>
                </a:lnTo>
                <a:moveTo>
                  <a:pt x="839" y="301"/>
                </a:moveTo>
                <a:lnTo>
                  <a:pt x="839" y="311"/>
                </a:lnTo>
                <a:lnTo>
                  <a:pt x="838" y="320"/>
                </a:lnTo>
                <a:lnTo>
                  <a:pt x="837" y="330"/>
                </a:lnTo>
                <a:lnTo>
                  <a:pt x="835" y="339"/>
                </a:lnTo>
                <a:lnTo>
                  <a:pt x="834" y="348"/>
                </a:lnTo>
                <a:lnTo>
                  <a:pt x="831" y="358"/>
                </a:lnTo>
                <a:lnTo>
                  <a:pt x="829" y="367"/>
                </a:lnTo>
                <a:lnTo>
                  <a:pt x="826" y="376"/>
                </a:lnTo>
                <a:lnTo>
                  <a:pt x="822" y="385"/>
                </a:lnTo>
                <a:lnTo>
                  <a:pt x="818" y="394"/>
                </a:lnTo>
                <a:lnTo>
                  <a:pt x="814" y="403"/>
                </a:lnTo>
                <a:lnTo>
                  <a:pt x="809" y="412"/>
                </a:lnTo>
                <a:lnTo>
                  <a:pt x="804" y="420"/>
                </a:lnTo>
                <a:lnTo>
                  <a:pt x="799" y="429"/>
                </a:lnTo>
                <a:lnTo>
                  <a:pt x="793" y="438"/>
                </a:lnTo>
                <a:lnTo>
                  <a:pt x="787" y="446"/>
                </a:lnTo>
                <a:lnTo>
                  <a:pt x="780" y="454"/>
                </a:lnTo>
                <a:lnTo>
                  <a:pt x="774" y="462"/>
                </a:lnTo>
                <a:lnTo>
                  <a:pt x="766" y="470"/>
                </a:lnTo>
                <a:lnTo>
                  <a:pt x="759" y="478"/>
                </a:lnTo>
                <a:lnTo>
                  <a:pt x="751" y="485"/>
                </a:lnTo>
                <a:lnTo>
                  <a:pt x="743" y="493"/>
                </a:lnTo>
                <a:lnTo>
                  <a:pt x="734" y="500"/>
                </a:lnTo>
                <a:lnTo>
                  <a:pt x="725" y="507"/>
                </a:lnTo>
                <a:lnTo>
                  <a:pt x="716" y="513"/>
                </a:lnTo>
                <a:lnTo>
                  <a:pt x="707" y="520"/>
                </a:lnTo>
                <a:lnTo>
                  <a:pt x="697" y="526"/>
                </a:lnTo>
                <a:lnTo>
                  <a:pt x="687" y="532"/>
                </a:lnTo>
                <a:lnTo>
                  <a:pt x="677" y="538"/>
                </a:lnTo>
                <a:lnTo>
                  <a:pt x="666" y="544"/>
                </a:lnTo>
                <a:lnTo>
                  <a:pt x="655" y="549"/>
                </a:lnTo>
                <a:lnTo>
                  <a:pt x="644" y="555"/>
                </a:lnTo>
                <a:lnTo>
                  <a:pt x="633" y="560"/>
                </a:lnTo>
                <a:lnTo>
                  <a:pt x="622" y="564"/>
                </a:lnTo>
                <a:lnTo>
                  <a:pt x="610" y="569"/>
                </a:lnTo>
                <a:lnTo>
                  <a:pt x="598" y="573"/>
                </a:lnTo>
                <a:lnTo>
                  <a:pt x="586" y="577"/>
                </a:lnTo>
                <a:lnTo>
                  <a:pt x="574" y="580"/>
                </a:lnTo>
                <a:lnTo>
                  <a:pt x="562" y="584"/>
                </a:lnTo>
                <a:lnTo>
                  <a:pt x="549" y="587"/>
                </a:lnTo>
                <a:lnTo>
                  <a:pt x="537" y="589"/>
                </a:lnTo>
                <a:lnTo>
                  <a:pt x="524" y="592"/>
                </a:lnTo>
                <a:lnTo>
                  <a:pt x="511" y="594"/>
                </a:lnTo>
                <a:lnTo>
                  <a:pt x="498" y="596"/>
                </a:lnTo>
                <a:lnTo>
                  <a:pt x="485" y="598"/>
                </a:lnTo>
                <a:lnTo>
                  <a:pt x="472" y="599"/>
                </a:lnTo>
                <a:lnTo>
                  <a:pt x="459" y="600"/>
                </a:lnTo>
                <a:lnTo>
                  <a:pt x="446" y="601"/>
                </a:lnTo>
                <a:lnTo>
                  <a:pt x="433" y="601"/>
                </a:lnTo>
                <a:lnTo>
                  <a:pt x="420" y="601"/>
                </a:lnTo>
                <a:lnTo>
                  <a:pt x="407" y="601"/>
                </a:lnTo>
                <a:lnTo>
                  <a:pt x="394" y="601"/>
                </a:lnTo>
                <a:lnTo>
                  <a:pt x="381" y="600"/>
                </a:lnTo>
                <a:lnTo>
                  <a:pt x="367" y="599"/>
                </a:lnTo>
                <a:lnTo>
                  <a:pt x="354" y="598"/>
                </a:lnTo>
                <a:lnTo>
                  <a:pt x="341" y="596"/>
                </a:lnTo>
                <a:lnTo>
                  <a:pt x="329" y="594"/>
                </a:lnTo>
                <a:lnTo>
                  <a:pt x="316" y="592"/>
                </a:lnTo>
                <a:lnTo>
                  <a:pt x="303" y="589"/>
                </a:lnTo>
                <a:lnTo>
                  <a:pt x="291" y="587"/>
                </a:lnTo>
                <a:lnTo>
                  <a:pt x="278" y="584"/>
                </a:lnTo>
                <a:lnTo>
                  <a:pt x="266" y="580"/>
                </a:lnTo>
                <a:lnTo>
                  <a:pt x="254" y="577"/>
                </a:lnTo>
                <a:lnTo>
                  <a:pt x="242" y="573"/>
                </a:lnTo>
                <a:lnTo>
                  <a:pt x="230" y="569"/>
                </a:lnTo>
                <a:lnTo>
                  <a:pt x="218" y="564"/>
                </a:lnTo>
                <a:lnTo>
                  <a:pt x="207" y="560"/>
                </a:lnTo>
                <a:lnTo>
                  <a:pt x="195" y="555"/>
                </a:lnTo>
                <a:lnTo>
                  <a:pt x="184" y="549"/>
                </a:lnTo>
                <a:lnTo>
                  <a:pt x="173" y="544"/>
                </a:lnTo>
                <a:lnTo>
                  <a:pt x="162" y="538"/>
                </a:lnTo>
                <a:lnTo>
                  <a:pt x="152" y="532"/>
                </a:lnTo>
                <a:lnTo>
                  <a:pt x="142" y="526"/>
                </a:lnTo>
                <a:lnTo>
                  <a:pt x="132" y="520"/>
                </a:lnTo>
                <a:lnTo>
                  <a:pt x="123" y="513"/>
                </a:lnTo>
                <a:lnTo>
                  <a:pt x="114" y="507"/>
                </a:lnTo>
                <a:lnTo>
                  <a:pt x="105" y="500"/>
                </a:lnTo>
                <a:lnTo>
                  <a:pt x="96" y="493"/>
                </a:lnTo>
                <a:lnTo>
                  <a:pt x="88" y="485"/>
                </a:lnTo>
                <a:lnTo>
                  <a:pt x="80" y="478"/>
                </a:lnTo>
                <a:lnTo>
                  <a:pt x="73" y="470"/>
                </a:lnTo>
                <a:lnTo>
                  <a:pt x="65" y="462"/>
                </a:lnTo>
                <a:lnTo>
                  <a:pt x="58" y="454"/>
                </a:lnTo>
                <a:lnTo>
                  <a:pt x="52" y="446"/>
                </a:lnTo>
                <a:lnTo>
                  <a:pt x="46" y="438"/>
                </a:lnTo>
                <a:lnTo>
                  <a:pt x="40" y="429"/>
                </a:lnTo>
                <a:lnTo>
                  <a:pt x="35" y="420"/>
                </a:lnTo>
                <a:lnTo>
                  <a:pt x="30" y="412"/>
                </a:lnTo>
                <a:lnTo>
                  <a:pt x="25" y="403"/>
                </a:lnTo>
                <a:lnTo>
                  <a:pt x="21" y="394"/>
                </a:lnTo>
                <a:lnTo>
                  <a:pt x="17" y="385"/>
                </a:lnTo>
                <a:lnTo>
                  <a:pt x="13" y="376"/>
                </a:lnTo>
                <a:lnTo>
                  <a:pt x="10" y="367"/>
                </a:lnTo>
                <a:lnTo>
                  <a:pt x="8" y="358"/>
                </a:lnTo>
                <a:lnTo>
                  <a:pt x="5" y="348"/>
                </a:lnTo>
                <a:lnTo>
                  <a:pt x="3" y="339"/>
                </a:lnTo>
                <a:lnTo>
                  <a:pt x="2" y="330"/>
                </a:lnTo>
                <a:lnTo>
                  <a:pt x="1" y="320"/>
                </a:lnTo>
                <a:lnTo>
                  <a:pt x="0" y="311"/>
                </a:lnTo>
                <a:lnTo>
                  <a:pt x="0" y="301"/>
                </a:lnTo>
                <a:lnTo>
                  <a:pt x="0" y="292"/>
                </a:lnTo>
                <a:lnTo>
                  <a:pt x="1" y="282"/>
                </a:lnTo>
                <a:lnTo>
                  <a:pt x="2" y="273"/>
                </a:lnTo>
                <a:lnTo>
                  <a:pt x="3" y="264"/>
                </a:lnTo>
                <a:lnTo>
                  <a:pt x="5" y="254"/>
                </a:lnTo>
                <a:lnTo>
                  <a:pt x="8" y="245"/>
                </a:lnTo>
                <a:lnTo>
                  <a:pt x="10" y="236"/>
                </a:lnTo>
                <a:lnTo>
                  <a:pt x="13" y="227"/>
                </a:lnTo>
                <a:lnTo>
                  <a:pt x="17" y="217"/>
                </a:lnTo>
                <a:lnTo>
                  <a:pt x="21" y="208"/>
                </a:lnTo>
                <a:lnTo>
                  <a:pt x="25" y="199"/>
                </a:lnTo>
                <a:lnTo>
                  <a:pt x="30" y="190"/>
                </a:lnTo>
                <a:lnTo>
                  <a:pt x="35" y="181"/>
                </a:lnTo>
                <a:lnTo>
                  <a:pt x="40" y="173"/>
                </a:lnTo>
                <a:lnTo>
                  <a:pt x="46" y="164"/>
                </a:lnTo>
                <a:lnTo>
                  <a:pt x="52" y="156"/>
                </a:lnTo>
                <a:lnTo>
                  <a:pt x="58" y="148"/>
                </a:lnTo>
                <a:lnTo>
                  <a:pt x="65" y="140"/>
                </a:lnTo>
                <a:lnTo>
                  <a:pt x="73" y="132"/>
                </a:lnTo>
                <a:lnTo>
                  <a:pt x="80" y="124"/>
                </a:lnTo>
                <a:lnTo>
                  <a:pt x="88" y="116"/>
                </a:lnTo>
                <a:lnTo>
                  <a:pt x="96" y="109"/>
                </a:lnTo>
                <a:lnTo>
                  <a:pt x="105" y="102"/>
                </a:lnTo>
                <a:lnTo>
                  <a:pt x="114" y="95"/>
                </a:lnTo>
                <a:lnTo>
                  <a:pt x="123" y="88"/>
                </a:lnTo>
                <a:lnTo>
                  <a:pt x="132" y="82"/>
                </a:lnTo>
                <a:lnTo>
                  <a:pt x="142" y="75"/>
                </a:lnTo>
                <a:lnTo>
                  <a:pt x="152" y="69"/>
                </a:lnTo>
                <a:lnTo>
                  <a:pt x="162" y="63"/>
                </a:lnTo>
                <a:lnTo>
                  <a:pt x="173" y="58"/>
                </a:lnTo>
                <a:lnTo>
                  <a:pt x="184" y="52"/>
                </a:lnTo>
                <a:lnTo>
                  <a:pt x="195" y="47"/>
                </a:lnTo>
                <a:lnTo>
                  <a:pt x="207" y="42"/>
                </a:lnTo>
                <a:lnTo>
                  <a:pt x="218" y="37"/>
                </a:lnTo>
                <a:lnTo>
                  <a:pt x="230" y="33"/>
                </a:lnTo>
                <a:lnTo>
                  <a:pt x="242" y="29"/>
                </a:lnTo>
                <a:lnTo>
                  <a:pt x="254" y="25"/>
                </a:lnTo>
                <a:lnTo>
                  <a:pt x="266" y="21"/>
                </a:lnTo>
                <a:lnTo>
                  <a:pt x="278" y="18"/>
                </a:lnTo>
                <a:lnTo>
                  <a:pt x="291" y="15"/>
                </a:lnTo>
                <a:lnTo>
                  <a:pt x="303" y="12"/>
                </a:lnTo>
                <a:lnTo>
                  <a:pt x="316" y="10"/>
                </a:lnTo>
                <a:lnTo>
                  <a:pt x="329" y="7"/>
                </a:lnTo>
                <a:lnTo>
                  <a:pt x="341" y="6"/>
                </a:lnTo>
                <a:lnTo>
                  <a:pt x="354" y="4"/>
                </a:lnTo>
                <a:lnTo>
                  <a:pt x="367" y="3"/>
                </a:lnTo>
                <a:lnTo>
                  <a:pt x="381" y="2"/>
                </a:lnTo>
                <a:lnTo>
                  <a:pt x="394" y="1"/>
                </a:lnTo>
                <a:lnTo>
                  <a:pt x="407" y="0"/>
                </a:lnTo>
                <a:lnTo>
                  <a:pt x="420" y="0"/>
                </a:lnTo>
                <a:lnTo>
                  <a:pt x="433" y="0"/>
                </a:lnTo>
                <a:lnTo>
                  <a:pt x="446" y="1"/>
                </a:lnTo>
                <a:lnTo>
                  <a:pt x="459" y="2"/>
                </a:lnTo>
                <a:lnTo>
                  <a:pt x="472" y="3"/>
                </a:lnTo>
                <a:lnTo>
                  <a:pt x="485" y="4"/>
                </a:lnTo>
                <a:lnTo>
                  <a:pt x="498" y="6"/>
                </a:lnTo>
                <a:lnTo>
                  <a:pt x="511" y="7"/>
                </a:lnTo>
                <a:lnTo>
                  <a:pt x="524" y="10"/>
                </a:lnTo>
                <a:lnTo>
                  <a:pt x="537" y="12"/>
                </a:lnTo>
                <a:lnTo>
                  <a:pt x="549" y="15"/>
                </a:lnTo>
                <a:lnTo>
                  <a:pt x="562" y="18"/>
                </a:lnTo>
                <a:lnTo>
                  <a:pt x="574" y="21"/>
                </a:lnTo>
                <a:lnTo>
                  <a:pt x="586" y="25"/>
                </a:lnTo>
                <a:lnTo>
                  <a:pt x="598" y="29"/>
                </a:lnTo>
                <a:lnTo>
                  <a:pt x="610" y="33"/>
                </a:lnTo>
                <a:lnTo>
                  <a:pt x="622" y="37"/>
                </a:lnTo>
                <a:lnTo>
                  <a:pt x="633" y="42"/>
                </a:lnTo>
                <a:lnTo>
                  <a:pt x="644" y="47"/>
                </a:lnTo>
                <a:lnTo>
                  <a:pt x="655" y="52"/>
                </a:lnTo>
                <a:lnTo>
                  <a:pt x="666" y="58"/>
                </a:lnTo>
                <a:lnTo>
                  <a:pt x="677" y="63"/>
                </a:lnTo>
                <a:lnTo>
                  <a:pt x="687" y="69"/>
                </a:lnTo>
                <a:lnTo>
                  <a:pt x="697" y="75"/>
                </a:lnTo>
                <a:lnTo>
                  <a:pt x="707" y="82"/>
                </a:lnTo>
                <a:lnTo>
                  <a:pt x="716" y="88"/>
                </a:lnTo>
                <a:lnTo>
                  <a:pt x="725" y="95"/>
                </a:lnTo>
                <a:lnTo>
                  <a:pt x="734" y="102"/>
                </a:lnTo>
                <a:lnTo>
                  <a:pt x="743" y="109"/>
                </a:lnTo>
                <a:lnTo>
                  <a:pt x="751" y="116"/>
                </a:lnTo>
                <a:lnTo>
                  <a:pt x="759" y="124"/>
                </a:lnTo>
                <a:lnTo>
                  <a:pt x="766" y="132"/>
                </a:lnTo>
                <a:lnTo>
                  <a:pt x="774" y="140"/>
                </a:lnTo>
                <a:lnTo>
                  <a:pt x="780" y="148"/>
                </a:lnTo>
                <a:lnTo>
                  <a:pt x="787" y="156"/>
                </a:lnTo>
                <a:lnTo>
                  <a:pt x="793" y="164"/>
                </a:lnTo>
                <a:lnTo>
                  <a:pt x="799" y="173"/>
                </a:lnTo>
                <a:lnTo>
                  <a:pt x="804" y="181"/>
                </a:lnTo>
                <a:lnTo>
                  <a:pt x="809" y="190"/>
                </a:lnTo>
                <a:lnTo>
                  <a:pt x="814" y="199"/>
                </a:lnTo>
                <a:lnTo>
                  <a:pt x="818" y="208"/>
                </a:lnTo>
                <a:lnTo>
                  <a:pt x="822" y="217"/>
                </a:lnTo>
                <a:lnTo>
                  <a:pt x="826" y="227"/>
                </a:lnTo>
                <a:lnTo>
                  <a:pt x="829" y="236"/>
                </a:lnTo>
                <a:lnTo>
                  <a:pt x="831" y="245"/>
                </a:lnTo>
                <a:lnTo>
                  <a:pt x="834" y="254"/>
                </a:lnTo>
                <a:lnTo>
                  <a:pt x="835" y="264"/>
                </a:lnTo>
                <a:lnTo>
                  <a:pt x="837" y="273"/>
                </a:lnTo>
                <a:lnTo>
                  <a:pt x="838" y="282"/>
                </a:lnTo>
                <a:lnTo>
                  <a:pt x="839" y="292"/>
                </a:lnTo>
                <a:lnTo>
                  <a:pt x="839" y="301"/>
                </a:lnTo>
                <a:close/>
              </a:path>
            </a:pathLst>
          </a:custGeom>
          <a:solidFill>
            <a:srgbClr val="ffe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7" name=""/>
          <p:cNvSpPr/>
          <p:nvPr/>
        </p:nvSpPr>
        <p:spPr>
          <a:xfrm>
            <a:off x="7908840" y="2834280"/>
            <a:ext cx="307800" cy="220320"/>
          </a:xfrm>
          <a:custGeom>
            <a:avLst/>
            <a:gdLst/>
            <a:ahLst/>
            <a:rect l="0" t="0" r="r" b="b"/>
            <a:pathLst>
              <a:path w="855" h="612">
                <a:moveTo>
                  <a:pt x="847" y="305"/>
                </a:moveTo>
                <a:lnTo>
                  <a:pt x="847" y="296"/>
                </a:lnTo>
                <a:lnTo>
                  <a:pt x="846" y="286"/>
                </a:lnTo>
                <a:lnTo>
                  <a:pt x="845" y="277"/>
                </a:lnTo>
                <a:lnTo>
                  <a:pt x="843" y="268"/>
                </a:lnTo>
                <a:lnTo>
                  <a:pt x="842" y="258"/>
                </a:lnTo>
                <a:lnTo>
                  <a:pt x="839" y="249"/>
                </a:lnTo>
                <a:lnTo>
                  <a:pt x="837" y="240"/>
                </a:lnTo>
                <a:lnTo>
                  <a:pt x="834" y="231"/>
                </a:lnTo>
                <a:lnTo>
                  <a:pt x="830" y="222"/>
                </a:lnTo>
                <a:lnTo>
                  <a:pt x="826" y="213"/>
                </a:lnTo>
                <a:lnTo>
                  <a:pt x="822" y="204"/>
                </a:lnTo>
                <a:lnTo>
                  <a:pt x="817" y="195"/>
                </a:lnTo>
                <a:lnTo>
                  <a:pt x="812" y="186"/>
                </a:lnTo>
                <a:lnTo>
                  <a:pt x="807" y="178"/>
                </a:lnTo>
                <a:lnTo>
                  <a:pt x="801" y="169"/>
                </a:lnTo>
                <a:lnTo>
                  <a:pt x="795" y="161"/>
                </a:lnTo>
                <a:lnTo>
                  <a:pt x="788" y="153"/>
                </a:lnTo>
                <a:lnTo>
                  <a:pt x="782" y="145"/>
                </a:lnTo>
                <a:lnTo>
                  <a:pt x="774" y="137"/>
                </a:lnTo>
                <a:lnTo>
                  <a:pt x="767" y="129"/>
                </a:lnTo>
                <a:lnTo>
                  <a:pt x="759" y="121"/>
                </a:lnTo>
                <a:lnTo>
                  <a:pt x="751" y="114"/>
                </a:lnTo>
                <a:lnTo>
                  <a:pt x="742" y="107"/>
                </a:lnTo>
                <a:lnTo>
                  <a:pt x="733" y="100"/>
                </a:lnTo>
                <a:lnTo>
                  <a:pt x="724" y="93"/>
                </a:lnTo>
                <a:lnTo>
                  <a:pt x="715" y="87"/>
                </a:lnTo>
                <a:lnTo>
                  <a:pt x="705" y="80"/>
                </a:lnTo>
                <a:lnTo>
                  <a:pt x="695" y="74"/>
                </a:lnTo>
                <a:lnTo>
                  <a:pt x="685" y="68"/>
                </a:lnTo>
                <a:lnTo>
                  <a:pt x="674" y="63"/>
                </a:lnTo>
                <a:lnTo>
                  <a:pt x="663" y="57"/>
                </a:lnTo>
                <a:lnTo>
                  <a:pt x="652" y="52"/>
                </a:lnTo>
                <a:lnTo>
                  <a:pt x="641" y="47"/>
                </a:lnTo>
                <a:lnTo>
                  <a:pt x="629" y="42"/>
                </a:lnTo>
                <a:lnTo>
                  <a:pt x="617" y="38"/>
                </a:lnTo>
                <a:lnTo>
                  <a:pt x="605" y="34"/>
                </a:lnTo>
                <a:lnTo>
                  <a:pt x="593" y="30"/>
                </a:lnTo>
                <a:lnTo>
                  <a:pt x="581" y="26"/>
                </a:lnTo>
                <a:lnTo>
                  <a:pt x="569" y="23"/>
                </a:lnTo>
                <a:lnTo>
                  <a:pt x="556" y="20"/>
                </a:lnTo>
                <a:lnTo>
                  <a:pt x="544" y="17"/>
                </a:lnTo>
                <a:lnTo>
                  <a:pt x="531" y="15"/>
                </a:lnTo>
                <a:lnTo>
                  <a:pt x="518" y="12"/>
                </a:lnTo>
                <a:lnTo>
                  <a:pt x="505" y="11"/>
                </a:lnTo>
                <a:lnTo>
                  <a:pt x="492" y="9"/>
                </a:lnTo>
                <a:lnTo>
                  <a:pt x="479" y="8"/>
                </a:lnTo>
                <a:lnTo>
                  <a:pt x="466" y="7"/>
                </a:lnTo>
                <a:lnTo>
                  <a:pt x="453" y="6"/>
                </a:lnTo>
                <a:lnTo>
                  <a:pt x="440" y="5"/>
                </a:lnTo>
                <a:lnTo>
                  <a:pt x="427" y="5"/>
                </a:lnTo>
                <a:lnTo>
                  <a:pt x="414" y="5"/>
                </a:lnTo>
                <a:lnTo>
                  <a:pt x="401" y="6"/>
                </a:lnTo>
                <a:lnTo>
                  <a:pt x="388" y="7"/>
                </a:lnTo>
                <a:lnTo>
                  <a:pt x="374" y="8"/>
                </a:lnTo>
                <a:lnTo>
                  <a:pt x="361" y="9"/>
                </a:lnTo>
                <a:lnTo>
                  <a:pt x="348" y="11"/>
                </a:lnTo>
                <a:lnTo>
                  <a:pt x="336" y="12"/>
                </a:lnTo>
                <a:lnTo>
                  <a:pt x="323" y="15"/>
                </a:lnTo>
                <a:lnTo>
                  <a:pt x="310" y="17"/>
                </a:lnTo>
                <a:lnTo>
                  <a:pt x="298" y="20"/>
                </a:lnTo>
                <a:lnTo>
                  <a:pt x="285" y="23"/>
                </a:lnTo>
                <a:lnTo>
                  <a:pt x="273" y="26"/>
                </a:lnTo>
                <a:lnTo>
                  <a:pt x="261" y="30"/>
                </a:lnTo>
                <a:lnTo>
                  <a:pt x="249" y="34"/>
                </a:lnTo>
                <a:lnTo>
                  <a:pt x="237" y="38"/>
                </a:lnTo>
                <a:lnTo>
                  <a:pt x="225" y="42"/>
                </a:lnTo>
                <a:lnTo>
                  <a:pt x="214" y="47"/>
                </a:lnTo>
                <a:lnTo>
                  <a:pt x="203" y="52"/>
                </a:lnTo>
                <a:lnTo>
                  <a:pt x="192" y="57"/>
                </a:lnTo>
                <a:lnTo>
                  <a:pt x="181" y="63"/>
                </a:lnTo>
                <a:lnTo>
                  <a:pt x="170" y="68"/>
                </a:lnTo>
                <a:lnTo>
                  <a:pt x="160" y="74"/>
                </a:lnTo>
                <a:lnTo>
                  <a:pt x="150" y="80"/>
                </a:lnTo>
                <a:lnTo>
                  <a:pt x="140" y="87"/>
                </a:lnTo>
                <a:lnTo>
                  <a:pt x="131" y="93"/>
                </a:lnTo>
                <a:lnTo>
                  <a:pt x="122" y="100"/>
                </a:lnTo>
                <a:lnTo>
                  <a:pt x="113" y="107"/>
                </a:lnTo>
                <a:lnTo>
                  <a:pt x="104" y="114"/>
                </a:lnTo>
                <a:lnTo>
                  <a:pt x="96" y="121"/>
                </a:lnTo>
                <a:lnTo>
                  <a:pt x="88" y="129"/>
                </a:lnTo>
                <a:lnTo>
                  <a:pt x="81" y="137"/>
                </a:lnTo>
                <a:lnTo>
                  <a:pt x="73" y="145"/>
                </a:lnTo>
                <a:lnTo>
                  <a:pt x="66" y="153"/>
                </a:lnTo>
                <a:lnTo>
                  <a:pt x="60" y="161"/>
                </a:lnTo>
                <a:lnTo>
                  <a:pt x="54" y="169"/>
                </a:lnTo>
                <a:lnTo>
                  <a:pt x="48" y="178"/>
                </a:lnTo>
                <a:lnTo>
                  <a:pt x="43" y="186"/>
                </a:lnTo>
                <a:lnTo>
                  <a:pt x="38" y="195"/>
                </a:lnTo>
                <a:lnTo>
                  <a:pt x="33" y="204"/>
                </a:lnTo>
                <a:lnTo>
                  <a:pt x="29" y="213"/>
                </a:lnTo>
                <a:lnTo>
                  <a:pt x="25" y="222"/>
                </a:lnTo>
                <a:lnTo>
                  <a:pt x="21" y="231"/>
                </a:lnTo>
                <a:lnTo>
                  <a:pt x="18" y="240"/>
                </a:lnTo>
                <a:lnTo>
                  <a:pt x="16" y="249"/>
                </a:lnTo>
                <a:lnTo>
                  <a:pt x="13" y="258"/>
                </a:lnTo>
                <a:lnTo>
                  <a:pt x="11" y="268"/>
                </a:lnTo>
                <a:lnTo>
                  <a:pt x="10" y="277"/>
                </a:lnTo>
                <a:lnTo>
                  <a:pt x="9" y="286"/>
                </a:lnTo>
                <a:lnTo>
                  <a:pt x="8" y="296"/>
                </a:lnTo>
                <a:lnTo>
                  <a:pt x="8" y="305"/>
                </a:lnTo>
                <a:lnTo>
                  <a:pt x="8" y="315"/>
                </a:lnTo>
                <a:lnTo>
                  <a:pt x="9" y="324"/>
                </a:lnTo>
                <a:lnTo>
                  <a:pt x="10" y="334"/>
                </a:lnTo>
                <a:lnTo>
                  <a:pt x="11" y="343"/>
                </a:lnTo>
                <a:lnTo>
                  <a:pt x="13" y="352"/>
                </a:lnTo>
                <a:lnTo>
                  <a:pt x="16" y="362"/>
                </a:lnTo>
                <a:lnTo>
                  <a:pt x="18" y="371"/>
                </a:lnTo>
                <a:lnTo>
                  <a:pt x="21" y="381"/>
                </a:lnTo>
                <a:lnTo>
                  <a:pt x="25" y="390"/>
                </a:lnTo>
                <a:lnTo>
                  <a:pt x="29" y="399"/>
                </a:lnTo>
                <a:lnTo>
                  <a:pt x="33" y="408"/>
                </a:lnTo>
                <a:lnTo>
                  <a:pt x="38" y="417"/>
                </a:lnTo>
                <a:lnTo>
                  <a:pt x="43" y="425"/>
                </a:lnTo>
                <a:lnTo>
                  <a:pt x="48" y="434"/>
                </a:lnTo>
                <a:lnTo>
                  <a:pt x="54" y="443"/>
                </a:lnTo>
                <a:lnTo>
                  <a:pt x="60" y="451"/>
                </a:lnTo>
                <a:lnTo>
                  <a:pt x="66" y="459"/>
                </a:lnTo>
                <a:lnTo>
                  <a:pt x="73" y="467"/>
                </a:lnTo>
                <a:lnTo>
                  <a:pt x="81" y="475"/>
                </a:lnTo>
                <a:lnTo>
                  <a:pt x="88" y="483"/>
                </a:lnTo>
                <a:lnTo>
                  <a:pt x="96" y="490"/>
                </a:lnTo>
                <a:lnTo>
                  <a:pt x="104" y="498"/>
                </a:lnTo>
                <a:lnTo>
                  <a:pt x="113" y="505"/>
                </a:lnTo>
                <a:lnTo>
                  <a:pt x="122" y="512"/>
                </a:lnTo>
                <a:lnTo>
                  <a:pt x="131" y="518"/>
                </a:lnTo>
                <a:lnTo>
                  <a:pt x="140" y="525"/>
                </a:lnTo>
                <a:lnTo>
                  <a:pt x="150" y="531"/>
                </a:lnTo>
                <a:lnTo>
                  <a:pt x="160" y="537"/>
                </a:lnTo>
                <a:lnTo>
                  <a:pt x="170" y="543"/>
                </a:lnTo>
                <a:lnTo>
                  <a:pt x="181" y="549"/>
                </a:lnTo>
                <a:lnTo>
                  <a:pt x="192" y="554"/>
                </a:lnTo>
                <a:lnTo>
                  <a:pt x="203" y="560"/>
                </a:lnTo>
                <a:lnTo>
                  <a:pt x="214" y="565"/>
                </a:lnTo>
                <a:lnTo>
                  <a:pt x="225" y="569"/>
                </a:lnTo>
                <a:lnTo>
                  <a:pt x="237" y="574"/>
                </a:lnTo>
                <a:lnTo>
                  <a:pt x="249" y="578"/>
                </a:lnTo>
                <a:lnTo>
                  <a:pt x="261" y="582"/>
                </a:lnTo>
                <a:lnTo>
                  <a:pt x="273" y="585"/>
                </a:lnTo>
                <a:lnTo>
                  <a:pt x="285" y="589"/>
                </a:lnTo>
                <a:lnTo>
                  <a:pt x="298" y="592"/>
                </a:lnTo>
                <a:lnTo>
                  <a:pt x="310" y="594"/>
                </a:lnTo>
                <a:lnTo>
                  <a:pt x="323" y="597"/>
                </a:lnTo>
                <a:lnTo>
                  <a:pt x="336" y="599"/>
                </a:lnTo>
                <a:lnTo>
                  <a:pt x="348" y="601"/>
                </a:lnTo>
                <a:lnTo>
                  <a:pt x="361" y="603"/>
                </a:lnTo>
                <a:lnTo>
                  <a:pt x="374" y="604"/>
                </a:lnTo>
                <a:lnTo>
                  <a:pt x="388" y="605"/>
                </a:lnTo>
                <a:lnTo>
                  <a:pt x="401" y="606"/>
                </a:lnTo>
                <a:lnTo>
                  <a:pt x="414" y="606"/>
                </a:lnTo>
                <a:lnTo>
                  <a:pt x="427" y="606"/>
                </a:lnTo>
                <a:lnTo>
                  <a:pt x="440" y="606"/>
                </a:lnTo>
                <a:lnTo>
                  <a:pt x="453" y="606"/>
                </a:lnTo>
                <a:lnTo>
                  <a:pt x="466" y="605"/>
                </a:lnTo>
                <a:lnTo>
                  <a:pt x="479" y="604"/>
                </a:lnTo>
                <a:lnTo>
                  <a:pt x="492" y="603"/>
                </a:lnTo>
                <a:lnTo>
                  <a:pt x="505" y="601"/>
                </a:lnTo>
                <a:lnTo>
                  <a:pt x="518" y="599"/>
                </a:lnTo>
                <a:lnTo>
                  <a:pt x="531" y="597"/>
                </a:lnTo>
                <a:lnTo>
                  <a:pt x="544" y="594"/>
                </a:lnTo>
                <a:lnTo>
                  <a:pt x="556" y="592"/>
                </a:lnTo>
                <a:lnTo>
                  <a:pt x="569" y="589"/>
                </a:lnTo>
                <a:lnTo>
                  <a:pt x="581" y="585"/>
                </a:lnTo>
                <a:lnTo>
                  <a:pt x="593" y="582"/>
                </a:lnTo>
                <a:lnTo>
                  <a:pt x="605" y="578"/>
                </a:lnTo>
                <a:lnTo>
                  <a:pt x="617" y="574"/>
                </a:lnTo>
                <a:lnTo>
                  <a:pt x="629" y="569"/>
                </a:lnTo>
                <a:lnTo>
                  <a:pt x="641" y="565"/>
                </a:lnTo>
                <a:lnTo>
                  <a:pt x="652" y="560"/>
                </a:lnTo>
                <a:lnTo>
                  <a:pt x="663" y="554"/>
                </a:lnTo>
                <a:lnTo>
                  <a:pt x="674" y="549"/>
                </a:lnTo>
                <a:lnTo>
                  <a:pt x="685" y="543"/>
                </a:lnTo>
                <a:lnTo>
                  <a:pt x="695" y="537"/>
                </a:lnTo>
                <a:lnTo>
                  <a:pt x="705" y="531"/>
                </a:lnTo>
                <a:lnTo>
                  <a:pt x="715" y="525"/>
                </a:lnTo>
                <a:lnTo>
                  <a:pt x="724" y="518"/>
                </a:lnTo>
                <a:lnTo>
                  <a:pt x="733" y="512"/>
                </a:lnTo>
                <a:lnTo>
                  <a:pt x="742" y="505"/>
                </a:lnTo>
                <a:lnTo>
                  <a:pt x="751" y="498"/>
                </a:lnTo>
                <a:lnTo>
                  <a:pt x="759" y="490"/>
                </a:lnTo>
                <a:lnTo>
                  <a:pt x="767" y="483"/>
                </a:lnTo>
                <a:lnTo>
                  <a:pt x="774" y="475"/>
                </a:lnTo>
                <a:lnTo>
                  <a:pt x="782" y="467"/>
                </a:lnTo>
                <a:lnTo>
                  <a:pt x="788" y="459"/>
                </a:lnTo>
                <a:lnTo>
                  <a:pt x="795" y="451"/>
                </a:lnTo>
                <a:lnTo>
                  <a:pt x="801" y="443"/>
                </a:lnTo>
                <a:lnTo>
                  <a:pt x="807" y="434"/>
                </a:lnTo>
                <a:lnTo>
                  <a:pt x="812" y="425"/>
                </a:lnTo>
                <a:lnTo>
                  <a:pt x="817" y="417"/>
                </a:lnTo>
                <a:lnTo>
                  <a:pt x="822" y="408"/>
                </a:lnTo>
                <a:lnTo>
                  <a:pt x="826" y="399"/>
                </a:lnTo>
                <a:lnTo>
                  <a:pt x="830" y="390"/>
                </a:lnTo>
                <a:lnTo>
                  <a:pt x="834" y="381"/>
                </a:lnTo>
                <a:lnTo>
                  <a:pt x="837" y="371"/>
                </a:lnTo>
                <a:lnTo>
                  <a:pt x="839" y="362"/>
                </a:lnTo>
                <a:lnTo>
                  <a:pt x="842" y="352"/>
                </a:lnTo>
                <a:lnTo>
                  <a:pt x="843" y="343"/>
                </a:lnTo>
                <a:lnTo>
                  <a:pt x="845" y="334"/>
                </a:lnTo>
                <a:lnTo>
                  <a:pt x="846" y="324"/>
                </a:lnTo>
                <a:lnTo>
                  <a:pt x="847" y="315"/>
                </a:lnTo>
                <a:lnTo>
                  <a:pt x="847" y="305"/>
                </a:lnTo>
                <a:moveTo>
                  <a:pt x="855" y="305"/>
                </a:moveTo>
                <a:lnTo>
                  <a:pt x="854" y="315"/>
                </a:lnTo>
                <a:lnTo>
                  <a:pt x="854" y="324"/>
                </a:lnTo>
                <a:lnTo>
                  <a:pt x="853" y="334"/>
                </a:lnTo>
                <a:lnTo>
                  <a:pt x="851" y="344"/>
                </a:lnTo>
                <a:lnTo>
                  <a:pt x="849" y="353"/>
                </a:lnTo>
                <a:lnTo>
                  <a:pt x="847" y="363"/>
                </a:lnTo>
                <a:lnTo>
                  <a:pt x="844" y="372"/>
                </a:lnTo>
                <a:lnTo>
                  <a:pt x="841" y="382"/>
                </a:lnTo>
                <a:lnTo>
                  <a:pt x="838" y="392"/>
                </a:lnTo>
                <a:lnTo>
                  <a:pt x="834" y="401"/>
                </a:lnTo>
                <a:lnTo>
                  <a:pt x="829" y="410"/>
                </a:lnTo>
                <a:lnTo>
                  <a:pt x="825" y="419"/>
                </a:lnTo>
                <a:lnTo>
                  <a:pt x="819" y="428"/>
                </a:lnTo>
                <a:lnTo>
                  <a:pt x="814" y="436"/>
                </a:lnTo>
                <a:lnTo>
                  <a:pt x="808" y="445"/>
                </a:lnTo>
                <a:lnTo>
                  <a:pt x="802" y="454"/>
                </a:lnTo>
                <a:lnTo>
                  <a:pt x="795" y="462"/>
                </a:lnTo>
                <a:lnTo>
                  <a:pt x="788" y="470"/>
                </a:lnTo>
                <a:lnTo>
                  <a:pt x="781" y="478"/>
                </a:lnTo>
                <a:lnTo>
                  <a:pt x="773" y="486"/>
                </a:lnTo>
                <a:lnTo>
                  <a:pt x="765" y="494"/>
                </a:lnTo>
                <a:lnTo>
                  <a:pt x="757" y="501"/>
                </a:lnTo>
                <a:lnTo>
                  <a:pt x="748" y="508"/>
                </a:lnTo>
                <a:lnTo>
                  <a:pt x="739" y="515"/>
                </a:lnTo>
                <a:lnTo>
                  <a:pt x="730" y="522"/>
                </a:lnTo>
                <a:lnTo>
                  <a:pt x="720" y="529"/>
                </a:lnTo>
                <a:lnTo>
                  <a:pt x="710" y="536"/>
                </a:lnTo>
                <a:lnTo>
                  <a:pt x="700" y="542"/>
                </a:lnTo>
                <a:lnTo>
                  <a:pt x="689" y="548"/>
                </a:lnTo>
                <a:lnTo>
                  <a:pt x="679" y="554"/>
                </a:lnTo>
                <a:lnTo>
                  <a:pt x="668" y="559"/>
                </a:lnTo>
                <a:lnTo>
                  <a:pt x="657" y="564"/>
                </a:lnTo>
                <a:lnTo>
                  <a:pt x="645" y="569"/>
                </a:lnTo>
                <a:lnTo>
                  <a:pt x="632" y="574"/>
                </a:lnTo>
                <a:lnTo>
                  <a:pt x="621" y="579"/>
                </a:lnTo>
                <a:lnTo>
                  <a:pt x="609" y="583"/>
                </a:lnTo>
                <a:lnTo>
                  <a:pt x="596" y="587"/>
                </a:lnTo>
                <a:lnTo>
                  <a:pt x="584" y="590"/>
                </a:lnTo>
                <a:lnTo>
                  <a:pt x="571" y="594"/>
                </a:lnTo>
                <a:lnTo>
                  <a:pt x="559" y="597"/>
                </a:lnTo>
                <a:lnTo>
                  <a:pt x="546" y="600"/>
                </a:lnTo>
                <a:lnTo>
                  <a:pt x="533" y="602"/>
                </a:lnTo>
                <a:lnTo>
                  <a:pt x="520" y="605"/>
                </a:lnTo>
                <a:lnTo>
                  <a:pt x="507" y="606"/>
                </a:lnTo>
                <a:lnTo>
                  <a:pt x="494" y="608"/>
                </a:lnTo>
                <a:lnTo>
                  <a:pt x="480" y="609"/>
                </a:lnTo>
                <a:lnTo>
                  <a:pt x="467" y="611"/>
                </a:lnTo>
                <a:lnTo>
                  <a:pt x="454" y="611"/>
                </a:lnTo>
                <a:lnTo>
                  <a:pt x="440" y="612"/>
                </a:lnTo>
                <a:lnTo>
                  <a:pt x="427" y="612"/>
                </a:lnTo>
                <a:lnTo>
                  <a:pt x="414" y="612"/>
                </a:lnTo>
                <a:lnTo>
                  <a:pt x="400" y="611"/>
                </a:lnTo>
                <a:lnTo>
                  <a:pt x="387" y="611"/>
                </a:lnTo>
                <a:lnTo>
                  <a:pt x="373" y="609"/>
                </a:lnTo>
                <a:lnTo>
                  <a:pt x="360" y="608"/>
                </a:lnTo>
                <a:lnTo>
                  <a:pt x="347" y="606"/>
                </a:lnTo>
                <a:lnTo>
                  <a:pt x="334" y="605"/>
                </a:lnTo>
                <a:lnTo>
                  <a:pt x="321" y="602"/>
                </a:lnTo>
                <a:lnTo>
                  <a:pt x="308" y="600"/>
                </a:lnTo>
                <a:lnTo>
                  <a:pt x="295" y="597"/>
                </a:lnTo>
                <a:lnTo>
                  <a:pt x="282" y="594"/>
                </a:lnTo>
                <a:lnTo>
                  <a:pt x="270" y="590"/>
                </a:lnTo>
                <a:lnTo>
                  <a:pt x="258" y="587"/>
                </a:lnTo>
                <a:lnTo>
                  <a:pt x="245" y="583"/>
                </a:lnTo>
                <a:lnTo>
                  <a:pt x="233" y="579"/>
                </a:lnTo>
                <a:lnTo>
                  <a:pt x="221" y="574"/>
                </a:lnTo>
                <a:lnTo>
                  <a:pt x="210" y="569"/>
                </a:lnTo>
                <a:lnTo>
                  <a:pt x="198" y="564"/>
                </a:lnTo>
                <a:lnTo>
                  <a:pt x="187" y="559"/>
                </a:lnTo>
                <a:lnTo>
                  <a:pt x="176" y="554"/>
                </a:lnTo>
                <a:lnTo>
                  <a:pt x="166" y="548"/>
                </a:lnTo>
                <a:lnTo>
                  <a:pt x="155" y="542"/>
                </a:lnTo>
                <a:lnTo>
                  <a:pt x="145" y="536"/>
                </a:lnTo>
                <a:lnTo>
                  <a:pt x="135" y="529"/>
                </a:lnTo>
                <a:lnTo>
                  <a:pt x="125" y="522"/>
                </a:lnTo>
                <a:lnTo>
                  <a:pt x="116" y="515"/>
                </a:lnTo>
                <a:lnTo>
                  <a:pt x="107" y="508"/>
                </a:lnTo>
                <a:lnTo>
                  <a:pt x="98" y="501"/>
                </a:lnTo>
                <a:lnTo>
                  <a:pt x="90" y="494"/>
                </a:lnTo>
                <a:lnTo>
                  <a:pt x="82" y="486"/>
                </a:lnTo>
                <a:lnTo>
                  <a:pt x="74" y="478"/>
                </a:lnTo>
                <a:lnTo>
                  <a:pt x="67" y="470"/>
                </a:lnTo>
                <a:lnTo>
                  <a:pt x="60" y="462"/>
                </a:lnTo>
                <a:lnTo>
                  <a:pt x="53" y="454"/>
                </a:lnTo>
                <a:lnTo>
                  <a:pt x="47" y="445"/>
                </a:lnTo>
                <a:lnTo>
                  <a:pt x="41" y="436"/>
                </a:lnTo>
                <a:lnTo>
                  <a:pt x="35" y="428"/>
                </a:lnTo>
                <a:lnTo>
                  <a:pt x="30" y="419"/>
                </a:lnTo>
                <a:lnTo>
                  <a:pt x="26" y="410"/>
                </a:lnTo>
                <a:lnTo>
                  <a:pt x="21" y="401"/>
                </a:lnTo>
                <a:lnTo>
                  <a:pt x="17" y="392"/>
                </a:lnTo>
                <a:lnTo>
                  <a:pt x="14" y="382"/>
                </a:lnTo>
                <a:lnTo>
                  <a:pt x="11" y="372"/>
                </a:lnTo>
                <a:lnTo>
                  <a:pt x="8" y="363"/>
                </a:lnTo>
                <a:lnTo>
                  <a:pt x="6" y="353"/>
                </a:lnTo>
                <a:lnTo>
                  <a:pt x="4" y="344"/>
                </a:lnTo>
                <a:lnTo>
                  <a:pt x="2" y="334"/>
                </a:lnTo>
                <a:lnTo>
                  <a:pt x="1" y="324"/>
                </a:lnTo>
                <a:lnTo>
                  <a:pt x="1" y="315"/>
                </a:lnTo>
                <a:lnTo>
                  <a:pt x="0" y="305"/>
                </a:lnTo>
                <a:lnTo>
                  <a:pt x="1" y="296"/>
                </a:lnTo>
                <a:lnTo>
                  <a:pt x="1" y="286"/>
                </a:lnTo>
                <a:lnTo>
                  <a:pt x="2" y="277"/>
                </a:lnTo>
                <a:lnTo>
                  <a:pt x="4" y="267"/>
                </a:lnTo>
                <a:lnTo>
                  <a:pt x="6" y="257"/>
                </a:lnTo>
                <a:lnTo>
                  <a:pt x="8" y="248"/>
                </a:lnTo>
                <a:lnTo>
                  <a:pt x="11" y="239"/>
                </a:lnTo>
                <a:lnTo>
                  <a:pt x="14" y="229"/>
                </a:lnTo>
                <a:lnTo>
                  <a:pt x="17" y="220"/>
                </a:lnTo>
                <a:lnTo>
                  <a:pt x="21" y="211"/>
                </a:lnTo>
                <a:lnTo>
                  <a:pt x="26" y="202"/>
                </a:lnTo>
                <a:lnTo>
                  <a:pt x="30" y="193"/>
                </a:lnTo>
                <a:lnTo>
                  <a:pt x="35" y="184"/>
                </a:lnTo>
                <a:lnTo>
                  <a:pt x="41" y="175"/>
                </a:lnTo>
                <a:lnTo>
                  <a:pt x="47" y="167"/>
                </a:lnTo>
                <a:lnTo>
                  <a:pt x="53" y="158"/>
                </a:lnTo>
                <a:lnTo>
                  <a:pt x="60" y="150"/>
                </a:lnTo>
                <a:lnTo>
                  <a:pt x="67" y="142"/>
                </a:lnTo>
                <a:lnTo>
                  <a:pt x="74" y="134"/>
                </a:lnTo>
                <a:lnTo>
                  <a:pt x="82" y="126"/>
                </a:lnTo>
                <a:lnTo>
                  <a:pt x="90" y="118"/>
                </a:lnTo>
                <a:lnTo>
                  <a:pt x="98" y="111"/>
                </a:lnTo>
                <a:lnTo>
                  <a:pt x="107" y="103"/>
                </a:lnTo>
                <a:lnTo>
                  <a:pt x="116" y="96"/>
                </a:lnTo>
                <a:lnTo>
                  <a:pt x="125" y="89"/>
                </a:lnTo>
                <a:lnTo>
                  <a:pt x="135" y="83"/>
                </a:lnTo>
                <a:lnTo>
                  <a:pt x="145" y="76"/>
                </a:lnTo>
                <a:lnTo>
                  <a:pt x="155" y="70"/>
                </a:lnTo>
                <a:lnTo>
                  <a:pt x="166" y="64"/>
                </a:lnTo>
                <a:lnTo>
                  <a:pt x="176" y="58"/>
                </a:lnTo>
                <a:lnTo>
                  <a:pt x="187" y="53"/>
                </a:lnTo>
                <a:lnTo>
                  <a:pt x="198" y="47"/>
                </a:lnTo>
                <a:lnTo>
                  <a:pt x="210" y="42"/>
                </a:lnTo>
                <a:lnTo>
                  <a:pt x="221" y="38"/>
                </a:lnTo>
                <a:lnTo>
                  <a:pt x="233" y="33"/>
                </a:lnTo>
                <a:lnTo>
                  <a:pt x="245" y="29"/>
                </a:lnTo>
                <a:lnTo>
                  <a:pt x="258" y="25"/>
                </a:lnTo>
                <a:lnTo>
                  <a:pt x="270" y="21"/>
                </a:lnTo>
                <a:lnTo>
                  <a:pt x="282" y="18"/>
                </a:lnTo>
                <a:lnTo>
                  <a:pt x="295" y="15"/>
                </a:lnTo>
                <a:lnTo>
                  <a:pt x="308" y="12"/>
                </a:lnTo>
                <a:lnTo>
                  <a:pt x="321" y="9"/>
                </a:lnTo>
                <a:lnTo>
                  <a:pt x="334" y="7"/>
                </a:lnTo>
                <a:lnTo>
                  <a:pt x="347" y="5"/>
                </a:lnTo>
                <a:lnTo>
                  <a:pt x="360" y="3"/>
                </a:lnTo>
                <a:lnTo>
                  <a:pt x="373" y="2"/>
                </a:lnTo>
                <a:lnTo>
                  <a:pt x="387" y="1"/>
                </a:lnTo>
                <a:lnTo>
                  <a:pt x="400" y="0"/>
                </a:lnTo>
                <a:lnTo>
                  <a:pt x="414" y="0"/>
                </a:lnTo>
                <a:lnTo>
                  <a:pt x="427" y="0"/>
                </a:lnTo>
                <a:lnTo>
                  <a:pt x="440" y="0"/>
                </a:lnTo>
                <a:lnTo>
                  <a:pt x="454" y="0"/>
                </a:lnTo>
                <a:lnTo>
                  <a:pt x="467" y="1"/>
                </a:lnTo>
                <a:lnTo>
                  <a:pt x="480" y="2"/>
                </a:lnTo>
                <a:lnTo>
                  <a:pt x="494" y="3"/>
                </a:lnTo>
                <a:lnTo>
                  <a:pt x="507" y="5"/>
                </a:lnTo>
                <a:lnTo>
                  <a:pt x="520" y="7"/>
                </a:lnTo>
                <a:lnTo>
                  <a:pt x="533" y="9"/>
                </a:lnTo>
                <a:lnTo>
                  <a:pt x="546" y="12"/>
                </a:lnTo>
                <a:lnTo>
                  <a:pt x="559" y="15"/>
                </a:lnTo>
                <a:lnTo>
                  <a:pt x="571" y="18"/>
                </a:lnTo>
                <a:lnTo>
                  <a:pt x="584" y="21"/>
                </a:lnTo>
                <a:lnTo>
                  <a:pt x="596" y="25"/>
                </a:lnTo>
                <a:lnTo>
                  <a:pt x="609" y="29"/>
                </a:lnTo>
                <a:lnTo>
                  <a:pt x="621" y="33"/>
                </a:lnTo>
                <a:lnTo>
                  <a:pt x="632" y="38"/>
                </a:lnTo>
                <a:lnTo>
                  <a:pt x="645" y="42"/>
                </a:lnTo>
                <a:lnTo>
                  <a:pt x="657" y="47"/>
                </a:lnTo>
                <a:lnTo>
                  <a:pt x="668" y="53"/>
                </a:lnTo>
                <a:lnTo>
                  <a:pt x="679" y="58"/>
                </a:lnTo>
                <a:lnTo>
                  <a:pt x="689" y="64"/>
                </a:lnTo>
                <a:lnTo>
                  <a:pt x="700" y="70"/>
                </a:lnTo>
                <a:lnTo>
                  <a:pt x="710" y="76"/>
                </a:lnTo>
                <a:lnTo>
                  <a:pt x="720" y="83"/>
                </a:lnTo>
                <a:lnTo>
                  <a:pt x="730" y="89"/>
                </a:lnTo>
                <a:lnTo>
                  <a:pt x="739" y="96"/>
                </a:lnTo>
                <a:lnTo>
                  <a:pt x="748" y="103"/>
                </a:lnTo>
                <a:lnTo>
                  <a:pt x="757" y="111"/>
                </a:lnTo>
                <a:lnTo>
                  <a:pt x="765" y="118"/>
                </a:lnTo>
                <a:lnTo>
                  <a:pt x="773" y="126"/>
                </a:lnTo>
                <a:lnTo>
                  <a:pt x="781" y="134"/>
                </a:lnTo>
                <a:lnTo>
                  <a:pt x="788" y="142"/>
                </a:lnTo>
                <a:lnTo>
                  <a:pt x="795" y="150"/>
                </a:lnTo>
                <a:lnTo>
                  <a:pt x="802" y="158"/>
                </a:lnTo>
                <a:lnTo>
                  <a:pt x="808" y="167"/>
                </a:lnTo>
                <a:lnTo>
                  <a:pt x="814" y="175"/>
                </a:lnTo>
                <a:lnTo>
                  <a:pt x="819" y="184"/>
                </a:lnTo>
                <a:lnTo>
                  <a:pt x="825" y="193"/>
                </a:lnTo>
                <a:lnTo>
                  <a:pt x="829" y="202"/>
                </a:lnTo>
                <a:lnTo>
                  <a:pt x="834" y="211"/>
                </a:lnTo>
                <a:lnTo>
                  <a:pt x="838" y="220"/>
                </a:lnTo>
                <a:lnTo>
                  <a:pt x="841" y="229"/>
                </a:lnTo>
                <a:lnTo>
                  <a:pt x="844" y="239"/>
                </a:lnTo>
                <a:lnTo>
                  <a:pt x="847" y="248"/>
                </a:lnTo>
                <a:lnTo>
                  <a:pt x="849" y="257"/>
                </a:lnTo>
                <a:lnTo>
                  <a:pt x="851" y="267"/>
                </a:lnTo>
                <a:lnTo>
                  <a:pt x="853" y="277"/>
                </a:lnTo>
                <a:lnTo>
                  <a:pt x="854" y="286"/>
                </a:lnTo>
                <a:lnTo>
                  <a:pt x="854" y="296"/>
                </a:lnTo>
                <a:lnTo>
                  <a:pt x="855" y="305"/>
                </a:lnTo>
                <a:close/>
              </a:path>
            </a:pathLst>
          </a:custGeom>
          <a:solidFill>
            <a:srgbClr val="ffdf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8" name=""/>
          <p:cNvSpPr/>
          <p:nvPr/>
        </p:nvSpPr>
        <p:spPr>
          <a:xfrm>
            <a:off x="7907760" y="2833200"/>
            <a:ext cx="309960" cy="222480"/>
          </a:xfrm>
          <a:custGeom>
            <a:avLst/>
            <a:gdLst/>
            <a:ahLst/>
            <a:rect l="0" t="0" r="r" b="b"/>
            <a:pathLst>
              <a:path w="861" h="618">
                <a:moveTo>
                  <a:pt x="858" y="308"/>
                </a:moveTo>
                <a:lnTo>
                  <a:pt x="857" y="299"/>
                </a:lnTo>
                <a:lnTo>
                  <a:pt x="857" y="289"/>
                </a:lnTo>
                <a:lnTo>
                  <a:pt x="856" y="280"/>
                </a:lnTo>
                <a:lnTo>
                  <a:pt x="854" y="270"/>
                </a:lnTo>
                <a:lnTo>
                  <a:pt x="852" y="260"/>
                </a:lnTo>
                <a:lnTo>
                  <a:pt x="850" y="251"/>
                </a:lnTo>
                <a:lnTo>
                  <a:pt x="847" y="242"/>
                </a:lnTo>
                <a:lnTo>
                  <a:pt x="844" y="232"/>
                </a:lnTo>
                <a:lnTo>
                  <a:pt x="841" y="223"/>
                </a:lnTo>
                <a:lnTo>
                  <a:pt x="837" y="214"/>
                </a:lnTo>
                <a:lnTo>
                  <a:pt x="832" y="205"/>
                </a:lnTo>
                <a:lnTo>
                  <a:pt x="828" y="196"/>
                </a:lnTo>
                <a:lnTo>
                  <a:pt x="821" y="187"/>
                </a:lnTo>
                <a:lnTo>
                  <a:pt x="816" y="178"/>
                </a:lnTo>
                <a:lnTo>
                  <a:pt x="810" y="170"/>
                </a:lnTo>
                <a:lnTo>
                  <a:pt x="804" y="161"/>
                </a:lnTo>
                <a:lnTo>
                  <a:pt x="797" y="153"/>
                </a:lnTo>
                <a:lnTo>
                  <a:pt x="790" y="145"/>
                </a:lnTo>
                <a:lnTo>
                  <a:pt x="783" y="137"/>
                </a:lnTo>
                <a:lnTo>
                  <a:pt x="775" y="129"/>
                </a:lnTo>
                <a:lnTo>
                  <a:pt x="767" y="121"/>
                </a:lnTo>
                <a:lnTo>
                  <a:pt x="759" y="114"/>
                </a:lnTo>
                <a:lnTo>
                  <a:pt x="750" y="106"/>
                </a:lnTo>
                <a:lnTo>
                  <a:pt x="741" y="99"/>
                </a:lnTo>
                <a:lnTo>
                  <a:pt x="732" y="92"/>
                </a:lnTo>
                <a:lnTo>
                  <a:pt x="722" y="86"/>
                </a:lnTo>
                <a:lnTo>
                  <a:pt x="712" y="79"/>
                </a:lnTo>
                <a:lnTo>
                  <a:pt x="702" y="73"/>
                </a:lnTo>
                <a:lnTo>
                  <a:pt x="691" y="67"/>
                </a:lnTo>
                <a:lnTo>
                  <a:pt x="681" y="61"/>
                </a:lnTo>
                <a:lnTo>
                  <a:pt x="670" y="56"/>
                </a:lnTo>
                <a:lnTo>
                  <a:pt x="659" y="50"/>
                </a:lnTo>
                <a:lnTo>
                  <a:pt x="647" y="45"/>
                </a:lnTo>
                <a:lnTo>
                  <a:pt x="635" y="41"/>
                </a:lnTo>
                <a:lnTo>
                  <a:pt x="624" y="36"/>
                </a:lnTo>
                <a:lnTo>
                  <a:pt x="612" y="32"/>
                </a:lnTo>
                <a:lnTo>
                  <a:pt x="599" y="28"/>
                </a:lnTo>
                <a:lnTo>
                  <a:pt x="587" y="24"/>
                </a:lnTo>
                <a:lnTo>
                  <a:pt x="574" y="21"/>
                </a:lnTo>
                <a:lnTo>
                  <a:pt x="562" y="18"/>
                </a:lnTo>
                <a:lnTo>
                  <a:pt x="549" y="15"/>
                </a:lnTo>
                <a:lnTo>
                  <a:pt x="536" y="12"/>
                </a:lnTo>
                <a:lnTo>
                  <a:pt x="523" y="10"/>
                </a:lnTo>
                <a:lnTo>
                  <a:pt x="510" y="8"/>
                </a:lnTo>
                <a:lnTo>
                  <a:pt x="497" y="6"/>
                </a:lnTo>
                <a:lnTo>
                  <a:pt x="483" y="5"/>
                </a:lnTo>
                <a:lnTo>
                  <a:pt x="470" y="4"/>
                </a:lnTo>
                <a:lnTo>
                  <a:pt x="457" y="3"/>
                </a:lnTo>
                <a:lnTo>
                  <a:pt x="443" y="3"/>
                </a:lnTo>
                <a:lnTo>
                  <a:pt x="430" y="3"/>
                </a:lnTo>
                <a:lnTo>
                  <a:pt x="417" y="3"/>
                </a:lnTo>
                <a:lnTo>
                  <a:pt x="403" y="3"/>
                </a:lnTo>
                <a:lnTo>
                  <a:pt x="390" y="4"/>
                </a:lnTo>
                <a:lnTo>
                  <a:pt x="376" y="5"/>
                </a:lnTo>
                <a:lnTo>
                  <a:pt x="363" y="6"/>
                </a:lnTo>
                <a:lnTo>
                  <a:pt x="350" y="8"/>
                </a:lnTo>
                <a:lnTo>
                  <a:pt x="337" y="10"/>
                </a:lnTo>
                <a:lnTo>
                  <a:pt x="324" y="12"/>
                </a:lnTo>
                <a:lnTo>
                  <a:pt x="311" y="15"/>
                </a:lnTo>
                <a:lnTo>
                  <a:pt x="298" y="18"/>
                </a:lnTo>
                <a:lnTo>
                  <a:pt x="285" y="21"/>
                </a:lnTo>
                <a:lnTo>
                  <a:pt x="273" y="24"/>
                </a:lnTo>
                <a:lnTo>
                  <a:pt x="261" y="28"/>
                </a:lnTo>
                <a:lnTo>
                  <a:pt x="248" y="32"/>
                </a:lnTo>
                <a:lnTo>
                  <a:pt x="236" y="36"/>
                </a:lnTo>
                <a:lnTo>
                  <a:pt x="224" y="41"/>
                </a:lnTo>
                <a:lnTo>
                  <a:pt x="213" y="45"/>
                </a:lnTo>
                <a:lnTo>
                  <a:pt x="201" y="50"/>
                </a:lnTo>
                <a:lnTo>
                  <a:pt x="190" y="56"/>
                </a:lnTo>
                <a:lnTo>
                  <a:pt x="179" y="61"/>
                </a:lnTo>
                <a:lnTo>
                  <a:pt x="169" y="67"/>
                </a:lnTo>
                <a:lnTo>
                  <a:pt x="158" y="73"/>
                </a:lnTo>
                <a:lnTo>
                  <a:pt x="148" y="79"/>
                </a:lnTo>
                <a:lnTo>
                  <a:pt x="138" y="86"/>
                </a:lnTo>
                <a:lnTo>
                  <a:pt x="128" y="92"/>
                </a:lnTo>
                <a:lnTo>
                  <a:pt x="119" y="99"/>
                </a:lnTo>
                <a:lnTo>
                  <a:pt x="110" y="106"/>
                </a:lnTo>
                <a:lnTo>
                  <a:pt x="101" y="114"/>
                </a:lnTo>
                <a:lnTo>
                  <a:pt x="93" y="121"/>
                </a:lnTo>
                <a:lnTo>
                  <a:pt x="85" y="129"/>
                </a:lnTo>
                <a:lnTo>
                  <a:pt x="77" y="137"/>
                </a:lnTo>
                <a:lnTo>
                  <a:pt x="70" y="145"/>
                </a:lnTo>
                <a:lnTo>
                  <a:pt x="63" y="153"/>
                </a:lnTo>
                <a:lnTo>
                  <a:pt x="56" y="161"/>
                </a:lnTo>
                <a:lnTo>
                  <a:pt x="50" y="170"/>
                </a:lnTo>
                <a:lnTo>
                  <a:pt x="44" y="178"/>
                </a:lnTo>
                <a:lnTo>
                  <a:pt x="38" y="187"/>
                </a:lnTo>
                <a:lnTo>
                  <a:pt x="33" y="196"/>
                </a:lnTo>
                <a:lnTo>
                  <a:pt x="29" y="205"/>
                </a:lnTo>
                <a:lnTo>
                  <a:pt x="24" y="214"/>
                </a:lnTo>
                <a:lnTo>
                  <a:pt x="20" y="223"/>
                </a:lnTo>
                <a:lnTo>
                  <a:pt x="17" y="232"/>
                </a:lnTo>
                <a:lnTo>
                  <a:pt x="14" y="242"/>
                </a:lnTo>
                <a:lnTo>
                  <a:pt x="11" y="251"/>
                </a:lnTo>
                <a:lnTo>
                  <a:pt x="9" y="260"/>
                </a:lnTo>
                <a:lnTo>
                  <a:pt x="7" y="270"/>
                </a:lnTo>
                <a:lnTo>
                  <a:pt x="5" y="280"/>
                </a:lnTo>
                <a:lnTo>
                  <a:pt x="4" y="289"/>
                </a:lnTo>
                <a:lnTo>
                  <a:pt x="4" y="299"/>
                </a:lnTo>
                <a:lnTo>
                  <a:pt x="3" y="308"/>
                </a:lnTo>
                <a:lnTo>
                  <a:pt x="4" y="318"/>
                </a:lnTo>
                <a:lnTo>
                  <a:pt x="4" y="327"/>
                </a:lnTo>
                <a:lnTo>
                  <a:pt x="5" y="337"/>
                </a:lnTo>
                <a:lnTo>
                  <a:pt x="7" y="347"/>
                </a:lnTo>
                <a:lnTo>
                  <a:pt x="9" y="356"/>
                </a:lnTo>
                <a:lnTo>
                  <a:pt x="11" y="366"/>
                </a:lnTo>
                <a:lnTo>
                  <a:pt x="14" y="375"/>
                </a:lnTo>
                <a:lnTo>
                  <a:pt x="17" y="384"/>
                </a:lnTo>
                <a:lnTo>
                  <a:pt x="20" y="394"/>
                </a:lnTo>
                <a:lnTo>
                  <a:pt x="24" y="403"/>
                </a:lnTo>
                <a:lnTo>
                  <a:pt x="29" y="412"/>
                </a:lnTo>
                <a:lnTo>
                  <a:pt x="33" y="421"/>
                </a:lnTo>
                <a:lnTo>
                  <a:pt x="38" y="430"/>
                </a:lnTo>
                <a:lnTo>
                  <a:pt x="44" y="438"/>
                </a:lnTo>
                <a:lnTo>
                  <a:pt x="50" y="448"/>
                </a:lnTo>
                <a:lnTo>
                  <a:pt x="56" y="457"/>
                </a:lnTo>
                <a:lnTo>
                  <a:pt x="63" y="465"/>
                </a:lnTo>
                <a:lnTo>
                  <a:pt x="70" y="473"/>
                </a:lnTo>
                <a:lnTo>
                  <a:pt x="77" y="481"/>
                </a:lnTo>
                <a:lnTo>
                  <a:pt x="85" y="489"/>
                </a:lnTo>
                <a:lnTo>
                  <a:pt x="93" y="497"/>
                </a:lnTo>
                <a:lnTo>
                  <a:pt x="101" y="504"/>
                </a:lnTo>
                <a:lnTo>
                  <a:pt x="110" y="511"/>
                </a:lnTo>
                <a:lnTo>
                  <a:pt x="119" y="518"/>
                </a:lnTo>
                <a:lnTo>
                  <a:pt x="128" y="525"/>
                </a:lnTo>
                <a:lnTo>
                  <a:pt x="138" y="532"/>
                </a:lnTo>
                <a:lnTo>
                  <a:pt x="148" y="539"/>
                </a:lnTo>
                <a:lnTo>
                  <a:pt x="158" y="545"/>
                </a:lnTo>
                <a:lnTo>
                  <a:pt x="169" y="551"/>
                </a:lnTo>
                <a:lnTo>
                  <a:pt x="179" y="557"/>
                </a:lnTo>
                <a:lnTo>
                  <a:pt x="190" y="562"/>
                </a:lnTo>
                <a:lnTo>
                  <a:pt x="201" y="567"/>
                </a:lnTo>
                <a:lnTo>
                  <a:pt x="213" y="572"/>
                </a:lnTo>
                <a:lnTo>
                  <a:pt x="224" y="577"/>
                </a:lnTo>
                <a:lnTo>
                  <a:pt x="236" y="582"/>
                </a:lnTo>
                <a:lnTo>
                  <a:pt x="248" y="586"/>
                </a:lnTo>
                <a:lnTo>
                  <a:pt x="261" y="590"/>
                </a:lnTo>
                <a:lnTo>
                  <a:pt x="273" y="593"/>
                </a:lnTo>
                <a:lnTo>
                  <a:pt x="285" y="597"/>
                </a:lnTo>
                <a:lnTo>
                  <a:pt x="298" y="600"/>
                </a:lnTo>
                <a:lnTo>
                  <a:pt x="311" y="603"/>
                </a:lnTo>
                <a:lnTo>
                  <a:pt x="324" y="605"/>
                </a:lnTo>
                <a:lnTo>
                  <a:pt x="337" y="608"/>
                </a:lnTo>
                <a:lnTo>
                  <a:pt x="350" y="609"/>
                </a:lnTo>
                <a:lnTo>
                  <a:pt x="363" y="611"/>
                </a:lnTo>
                <a:lnTo>
                  <a:pt x="376" y="612"/>
                </a:lnTo>
                <a:lnTo>
                  <a:pt x="390" y="614"/>
                </a:lnTo>
                <a:lnTo>
                  <a:pt x="403" y="614"/>
                </a:lnTo>
                <a:lnTo>
                  <a:pt x="417" y="615"/>
                </a:lnTo>
                <a:lnTo>
                  <a:pt x="430" y="615"/>
                </a:lnTo>
                <a:lnTo>
                  <a:pt x="443" y="615"/>
                </a:lnTo>
                <a:lnTo>
                  <a:pt x="457" y="614"/>
                </a:lnTo>
                <a:lnTo>
                  <a:pt x="470" y="614"/>
                </a:lnTo>
                <a:lnTo>
                  <a:pt x="483" y="612"/>
                </a:lnTo>
                <a:lnTo>
                  <a:pt x="497" y="611"/>
                </a:lnTo>
                <a:lnTo>
                  <a:pt x="510" y="609"/>
                </a:lnTo>
                <a:lnTo>
                  <a:pt x="523" y="608"/>
                </a:lnTo>
                <a:lnTo>
                  <a:pt x="536" y="605"/>
                </a:lnTo>
                <a:lnTo>
                  <a:pt x="549" y="603"/>
                </a:lnTo>
                <a:lnTo>
                  <a:pt x="562" y="600"/>
                </a:lnTo>
                <a:lnTo>
                  <a:pt x="574" y="597"/>
                </a:lnTo>
                <a:lnTo>
                  <a:pt x="587" y="593"/>
                </a:lnTo>
                <a:lnTo>
                  <a:pt x="599" y="590"/>
                </a:lnTo>
                <a:lnTo>
                  <a:pt x="612" y="586"/>
                </a:lnTo>
                <a:lnTo>
                  <a:pt x="624" y="582"/>
                </a:lnTo>
                <a:lnTo>
                  <a:pt x="635" y="577"/>
                </a:lnTo>
                <a:lnTo>
                  <a:pt x="647" y="572"/>
                </a:lnTo>
                <a:lnTo>
                  <a:pt x="659" y="567"/>
                </a:lnTo>
                <a:lnTo>
                  <a:pt x="670" y="562"/>
                </a:lnTo>
                <a:lnTo>
                  <a:pt x="681" y="557"/>
                </a:lnTo>
                <a:lnTo>
                  <a:pt x="691" y="551"/>
                </a:lnTo>
                <a:lnTo>
                  <a:pt x="702" y="545"/>
                </a:lnTo>
                <a:lnTo>
                  <a:pt x="712" y="539"/>
                </a:lnTo>
                <a:lnTo>
                  <a:pt x="722" y="532"/>
                </a:lnTo>
                <a:lnTo>
                  <a:pt x="732" y="525"/>
                </a:lnTo>
                <a:lnTo>
                  <a:pt x="741" y="518"/>
                </a:lnTo>
                <a:lnTo>
                  <a:pt x="750" y="511"/>
                </a:lnTo>
                <a:lnTo>
                  <a:pt x="759" y="504"/>
                </a:lnTo>
                <a:lnTo>
                  <a:pt x="767" y="497"/>
                </a:lnTo>
                <a:lnTo>
                  <a:pt x="775" y="489"/>
                </a:lnTo>
                <a:lnTo>
                  <a:pt x="783" y="481"/>
                </a:lnTo>
                <a:lnTo>
                  <a:pt x="790" y="473"/>
                </a:lnTo>
                <a:lnTo>
                  <a:pt x="797" y="465"/>
                </a:lnTo>
                <a:lnTo>
                  <a:pt x="804" y="457"/>
                </a:lnTo>
                <a:lnTo>
                  <a:pt x="810" y="448"/>
                </a:lnTo>
                <a:lnTo>
                  <a:pt x="816" y="438"/>
                </a:lnTo>
                <a:lnTo>
                  <a:pt x="821" y="430"/>
                </a:lnTo>
                <a:lnTo>
                  <a:pt x="828" y="421"/>
                </a:lnTo>
                <a:lnTo>
                  <a:pt x="832" y="412"/>
                </a:lnTo>
                <a:lnTo>
                  <a:pt x="837" y="403"/>
                </a:lnTo>
                <a:lnTo>
                  <a:pt x="841" y="394"/>
                </a:lnTo>
                <a:lnTo>
                  <a:pt x="844" y="384"/>
                </a:lnTo>
                <a:lnTo>
                  <a:pt x="847" y="375"/>
                </a:lnTo>
                <a:lnTo>
                  <a:pt x="850" y="366"/>
                </a:lnTo>
                <a:lnTo>
                  <a:pt x="852" y="356"/>
                </a:lnTo>
                <a:lnTo>
                  <a:pt x="854" y="347"/>
                </a:lnTo>
                <a:lnTo>
                  <a:pt x="856" y="337"/>
                </a:lnTo>
                <a:lnTo>
                  <a:pt x="857" y="327"/>
                </a:lnTo>
                <a:lnTo>
                  <a:pt x="857" y="318"/>
                </a:lnTo>
                <a:lnTo>
                  <a:pt x="858" y="308"/>
                </a:lnTo>
                <a:moveTo>
                  <a:pt x="861" y="308"/>
                </a:moveTo>
                <a:lnTo>
                  <a:pt x="861" y="318"/>
                </a:lnTo>
                <a:lnTo>
                  <a:pt x="861" y="328"/>
                </a:lnTo>
                <a:lnTo>
                  <a:pt x="859" y="337"/>
                </a:lnTo>
                <a:lnTo>
                  <a:pt x="858" y="347"/>
                </a:lnTo>
                <a:lnTo>
                  <a:pt x="856" y="357"/>
                </a:lnTo>
                <a:lnTo>
                  <a:pt x="854" y="366"/>
                </a:lnTo>
                <a:lnTo>
                  <a:pt x="851" y="376"/>
                </a:lnTo>
                <a:lnTo>
                  <a:pt x="848" y="385"/>
                </a:lnTo>
                <a:lnTo>
                  <a:pt x="844" y="394"/>
                </a:lnTo>
                <a:lnTo>
                  <a:pt x="840" y="404"/>
                </a:lnTo>
                <a:lnTo>
                  <a:pt x="836" y="413"/>
                </a:lnTo>
                <a:lnTo>
                  <a:pt x="831" y="422"/>
                </a:lnTo>
                <a:lnTo>
                  <a:pt x="826" y="431"/>
                </a:lnTo>
                <a:lnTo>
                  <a:pt x="819" y="440"/>
                </a:lnTo>
                <a:lnTo>
                  <a:pt x="813" y="449"/>
                </a:lnTo>
                <a:lnTo>
                  <a:pt x="807" y="458"/>
                </a:lnTo>
                <a:lnTo>
                  <a:pt x="800" y="466"/>
                </a:lnTo>
                <a:lnTo>
                  <a:pt x="793" y="475"/>
                </a:lnTo>
                <a:lnTo>
                  <a:pt x="786" y="483"/>
                </a:lnTo>
                <a:lnTo>
                  <a:pt x="778" y="491"/>
                </a:lnTo>
                <a:lnTo>
                  <a:pt x="770" y="498"/>
                </a:lnTo>
                <a:lnTo>
                  <a:pt x="762" y="506"/>
                </a:lnTo>
                <a:lnTo>
                  <a:pt x="753" y="513"/>
                </a:lnTo>
                <a:lnTo>
                  <a:pt x="744" y="520"/>
                </a:lnTo>
                <a:lnTo>
                  <a:pt x="734" y="527"/>
                </a:lnTo>
                <a:lnTo>
                  <a:pt x="725" y="534"/>
                </a:lnTo>
                <a:lnTo>
                  <a:pt x="715" y="541"/>
                </a:lnTo>
                <a:lnTo>
                  <a:pt x="704" y="547"/>
                </a:lnTo>
                <a:lnTo>
                  <a:pt x="694" y="553"/>
                </a:lnTo>
                <a:lnTo>
                  <a:pt x="683" y="559"/>
                </a:lnTo>
                <a:lnTo>
                  <a:pt x="672" y="564"/>
                </a:lnTo>
                <a:lnTo>
                  <a:pt x="661" y="570"/>
                </a:lnTo>
                <a:lnTo>
                  <a:pt x="649" y="575"/>
                </a:lnTo>
                <a:lnTo>
                  <a:pt x="637" y="580"/>
                </a:lnTo>
                <a:lnTo>
                  <a:pt x="625" y="584"/>
                </a:lnTo>
                <a:lnTo>
                  <a:pt x="613" y="588"/>
                </a:lnTo>
                <a:lnTo>
                  <a:pt x="601" y="592"/>
                </a:lnTo>
                <a:lnTo>
                  <a:pt x="588" y="596"/>
                </a:lnTo>
                <a:lnTo>
                  <a:pt x="576" y="599"/>
                </a:lnTo>
                <a:lnTo>
                  <a:pt x="563" y="603"/>
                </a:lnTo>
                <a:lnTo>
                  <a:pt x="550" y="605"/>
                </a:lnTo>
                <a:lnTo>
                  <a:pt x="537" y="608"/>
                </a:lnTo>
                <a:lnTo>
                  <a:pt x="524" y="610"/>
                </a:lnTo>
                <a:lnTo>
                  <a:pt x="511" y="612"/>
                </a:lnTo>
                <a:lnTo>
                  <a:pt x="497" y="614"/>
                </a:lnTo>
                <a:lnTo>
                  <a:pt x="484" y="615"/>
                </a:lnTo>
                <a:lnTo>
                  <a:pt x="470" y="616"/>
                </a:lnTo>
                <a:lnTo>
                  <a:pt x="457" y="617"/>
                </a:lnTo>
                <a:lnTo>
                  <a:pt x="443" y="618"/>
                </a:lnTo>
                <a:lnTo>
                  <a:pt x="430" y="618"/>
                </a:lnTo>
                <a:lnTo>
                  <a:pt x="416" y="618"/>
                </a:lnTo>
                <a:lnTo>
                  <a:pt x="403" y="617"/>
                </a:lnTo>
                <a:lnTo>
                  <a:pt x="389" y="616"/>
                </a:lnTo>
                <a:lnTo>
                  <a:pt x="376" y="615"/>
                </a:lnTo>
                <a:lnTo>
                  <a:pt x="363" y="614"/>
                </a:lnTo>
                <a:lnTo>
                  <a:pt x="349" y="612"/>
                </a:lnTo>
                <a:lnTo>
                  <a:pt x="336" y="610"/>
                </a:lnTo>
                <a:lnTo>
                  <a:pt x="323" y="608"/>
                </a:lnTo>
                <a:lnTo>
                  <a:pt x="310" y="605"/>
                </a:lnTo>
                <a:lnTo>
                  <a:pt x="297" y="603"/>
                </a:lnTo>
                <a:lnTo>
                  <a:pt x="284" y="599"/>
                </a:lnTo>
                <a:lnTo>
                  <a:pt x="271" y="596"/>
                </a:lnTo>
                <a:lnTo>
                  <a:pt x="259" y="592"/>
                </a:lnTo>
                <a:lnTo>
                  <a:pt x="247" y="588"/>
                </a:lnTo>
                <a:lnTo>
                  <a:pt x="235" y="584"/>
                </a:lnTo>
                <a:lnTo>
                  <a:pt x="223" y="580"/>
                </a:lnTo>
                <a:lnTo>
                  <a:pt x="211" y="575"/>
                </a:lnTo>
                <a:lnTo>
                  <a:pt x="199" y="570"/>
                </a:lnTo>
                <a:lnTo>
                  <a:pt x="188" y="564"/>
                </a:lnTo>
                <a:lnTo>
                  <a:pt x="177" y="559"/>
                </a:lnTo>
                <a:lnTo>
                  <a:pt x="166" y="553"/>
                </a:lnTo>
                <a:lnTo>
                  <a:pt x="156" y="547"/>
                </a:lnTo>
                <a:lnTo>
                  <a:pt x="145" y="541"/>
                </a:lnTo>
                <a:lnTo>
                  <a:pt x="135" y="534"/>
                </a:lnTo>
                <a:lnTo>
                  <a:pt x="126" y="527"/>
                </a:lnTo>
                <a:lnTo>
                  <a:pt x="116" y="520"/>
                </a:lnTo>
                <a:lnTo>
                  <a:pt x="107" y="513"/>
                </a:lnTo>
                <a:lnTo>
                  <a:pt x="98" y="506"/>
                </a:lnTo>
                <a:lnTo>
                  <a:pt x="90" y="498"/>
                </a:lnTo>
                <a:lnTo>
                  <a:pt x="82" y="491"/>
                </a:lnTo>
                <a:lnTo>
                  <a:pt x="74" y="483"/>
                </a:lnTo>
                <a:lnTo>
                  <a:pt x="67" y="475"/>
                </a:lnTo>
                <a:lnTo>
                  <a:pt x="59" y="466"/>
                </a:lnTo>
                <a:lnTo>
                  <a:pt x="53" y="458"/>
                </a:lnTo>
                <a:lnTo>
                  <a:pt x="46" y="449"/>
                </a:lnTo>
                <a:lnTo>
                  <a:pt x="40" y="440"/>
                </a:lnTo>
                <a:lnTo>
                  <a:pt x="35" y="431"/>
                </a:lnTo>
                <a:lnTo>
                  <a:pt x="30" y="422"/>
                </a:lnTo>
                <a:lnTo>
                  <a:pt x="25" y="413"/>
                </a:lnTo>
                <a:lnTo>
                  <a:pt x="21" y="404"/>
                </a:lnTo>
                <a:lnTo>
                  <a:pt x="17" y="394"/>
                </a:lnTo>
                <a:lnTo>
                  <a:pt x="13" y="385"/>
                </a:lnTo>
                <a:lnTo>
                  <a:pt x="10" y="376"/>
                </a:lnTo>
                <a:lnTo>
                  <a:pt x="7" y="366"/>
                </a:lnTo>
                <a:lnTo>
                  <a:pt x="5" y="357"/>
                </a:lnTo>
                <a:lnTo>
                  <a:pt x="3" y="347"/>
                </a:lnTo>
                <a:lnTo>
                  <a:pt x="1" y="337"/>
                </a:lnTo>
                <a:lnTo>
                  <a:pt x="0" y="328"/>
                </a:lnTo>
                <a:lnTo>
                  <a:pt x="0" y="318"/>
                </a:lnTo>
                <a:lnTo>
                  <a:pt x="0" y="308"/>
                </a:lnTo>
                <a:lnTo>
                  <a:pt x="0" y="299"/>
                </a:lnTo>
                <a:lnTo>
                  <a:pt x="0" y="289"/>
                </a:lnTo>
                <a:lnTo>
                  <a:pt x="1" y="279"/>
                </a:lnTo>
                <a:lnTo>
                  <a:pt x="3" y="270"/>
                </a:lnTo>
                <a:lnTo>
                  <a:pt x="5" y="260"/>
                </a:lnTo>
                <a:lnTo>
                  <a:pt x="7" y="251"/>
                </a:lnTo>
                <a:lnTo>
                  <a:pt x="10" y="241"/>
                </a:lnTo>
                <a:lnTo>
                  <a:pt x="13" y="232"/>
                </a:lnTo>
                <a:lnTo>
                  <a:pt x="17" y="222"/>
                </a:lnTo>
                <a:lnTo>
                  <a:pt x="21" y="213"/>
                </a:lnTo>
                <a:lnTo>
                  <a:pt x="25" y="204"/>
                </a:lnTo>
                <a:lnTo>
                  <a:pt x="30" y="195"/>
                </a:lnTo>
                <a:lnTo>
                  <a:pt x="35" y="186"/>
                </a:lnTo>
                <a:lnTo>
                  <a:pt x="40" y="177"/>
                </a:lnTo>
                <a:lnTo>
                  <a:pt x="46" y="168"/>
                </a:lnTo>
                <a:lnTo>
                  <a:pt x="53" y="160"/>
                </a:lnTo>
                <a:lnTo>
                  <a:pt x="59" y="151"/>
                </a:lnTo>
                <a:lnTo>
                  <a:pt x="67" y="143"/>
                </a:lnTo>
                <a:lnTo>
                  <a:pt x="74" y="135"/>
                </a:lnTo>
                <a:lnTo>
                  <a:pt x="82" y="127"/>
                </a:lnTo>
                <a:lnTo>
                  <a:pt x="90" y="119"/>
                </a:lnTo>
                <a:lnTo>
                  <a:pt x="98" y="112"/>
                </a:lnTo>
                <a:lnTo>
                  <a:pt x="107" y="104"/>
                </a:lnTo>
                <a:lnTo>
                  <a:pt x="116" y="97"/>
                </a:lnTo>
                <a:lnTo>
                  <a:pt x="126" y="90"/>
                </a:lnTo>
                <a:lnTo>
                  <a:pt x="135" y="84"/>
                </a:lnTo>
                <a:lnTo>
                  <a:pt x="145" y="77"/>
                </a:lnTo>
                <a:lnTo>
                  <a:pt x="156" y="71"/>
                </a:lnTo>
                <a:lnTo>
                  <a:pt x="166" y="65"/>
                </a:lnTo>
                <a:lnTo>
                  <a:pt x="177" y="59"/>
                </a:lnTo>
                <a:lnTo>
                  <a:pt x="188" y="53"/>
                </a:lnTo>
                <a:lnTo>
                  <a:pt x="199" y="48"/>
                </a:lnTo>
                <a:lnTo>
                  <a:pt x="211" y="43"/>
                </a:lnTo>
                <a:lnTo>
                  <a:pt x="223" y="38"/>
                </a:lnTo>
                <a:lnTo>
                  <a:pt x="235" y="34"/>
                </a:lnTo>
                <a:lnTo>
                  <a:pt x="247" y="29"/>
                </a:lnTo>
                <a:lnTo>
                  <a:pt x="259" y="25"/>
                </a:lnTo>
                <a:lnTo>
                  <a:pt x="271" y="22"/>
                </a:lnTo>
                <a:lnTo>
                  <a:pt x="284" y="18"/>
                </a:lnTo>
                <a:lnTo>
                  <a:pt x="297" y="15"/>
                </a:lnTo>
                <a:lnTo>
                  <a:pt x="310" y="12"/>
                </a:lnTo>
                <a:lnTo>
                  <a:pt x="323" y="10"/>
                </a:lnTo>
                <a:lnTo>
                  <a:pt x="336" y="7"/>
                </a:lnTo>
                <a:lnTo>
                  <a:pt x="349" y="5"/>
                </a:lnTo>
                <a:lnTo>
                  <a:pt x="363" y="4"/>
                </a:lnTo>
                <a:lnTo>
                  <a:pt x="376" y="2"/>
                </a:lnTo>
                <a:lnTo>
                  <a:pt x="389" y="1"/>
                </a:lnTo>
                <a:lnTo>
                  <a:pt x="403" y="1"/>
                </a:lnTo>
                <a:lnTo>
                  <a:pt x="416" y="0"/>
                </a:lnTo>
                <a:lnTo>
                  <a:pt x="430" y="0"/>
                </a:lnTo>
                <a:lnTo>
                  <a:pt x="443" y="0"/>
                </a:lnTo>
                <a:lnTo>
                  <a:pt x="457" y="1"/>
                </a:lnTo>
                <a:lnTo>
                  <a:pt x="470" y="1"/>
                </a:lnTo>
                <a:lnTo>
                  <a:pt x="484" y="2"/>
                </a:lnTo>
                <a:lnTo>
                  <a:pt x="497" y="4"/>
                </a:lnTo>
                <a:lnTo>
                  <a:pt x="511" y="5"/>
                </a:lnTo>
                <a:lnTo>
                  <a:pt x="524" y="7"/>
                </a:lnTo>
                <a:lnTo>
                  <a:pt x="537" y="10"/>
                </a:lnTo>
                <a:lnTo>
                  <a:pt x="550" y="12"/>
                </a:lnTo>
                <a:lnTo>
                  <a:pt x="563" y="15"/>
                </a:lnTo>
                <a:lnTo>
                  <a:pt x="576" y="18"/>
                </a:lnTo>
                <a:lnTo>
                  <a:pt x="588" y="22"/>
                </a:lnTo>
                <a:lnTo>
                  <a:pt x="601" y="25"/>
                </a:lnTo>
                <a:lnTo>
                  <a:pt x="613" y="29"/>
                </a:lnTo>
                <a:lnTo>
                  <a:pt x="625" y="34"/>
                </a:lnTo>
                <a:lnTo>
                  <a:pt x="637" y="38"/>
                </a:lnTo>
                <a:lnTo>
                  <a:pt x="649" y="43"/>
                </a:lnTo>
                <a:lnTo>
                  <a:pt x="661" y="48"/>
                </a:lnTo>
                <a:lnTo>
                  <a:pt x="672" y="53"/>
                </a:lnTo>
                <a:lnTo>
                  <a:pt x="683" y="59"/>
                </a:lnTo>
                <a:lnTo>
                  <a:pt x="694" y="65"/>
                </a:lnTo>
                <a:lnTo>
                  <a:pt x="704" y="71"/>
                </a:lnTo>
                <a:lnTo>
                  <a:pt x="715" y="77"/>
                </a:lnTo>
                <a:lnTo>
                  <a:pt x="725" y="84"/>
                </a:lnTo>
                <a:lnTo>
                  <a:pt x="734" y="90"/>
                </a:lnTo>
                <a:lnTo>
                  <a:pt x="744" y="97"/>
                </a:lnTo>
                <a:lnTo>
                  <a:pt x="753" y="104"/>
                </a:lnTo>
                <a:lnTo>
                  <a:pt x="762" y="112"/>
                </a:lnTo>
                <a:lnTo>
                  <a:pt x="770" y="119"/>
                </a:lnTo>
                <a:lnTo>
                  <a:pt x="778" y="127"/>
                </a:lnTo>
                <a:lnTo>
                  <a:pt x="786" y="135"/>
                </a:lnTo>
                <a:lnTo>
                  <a:pt x="793" y="143"/>
                </a:lnTo>
                <a:lnTo>
                  <a:pt x="800" y="151"/>
                </a:lnTo>
                <a:lnTo>
                  <a:pt x="807" y="160"/>
                </a:lnTo>
                <a:lnTo>
                  <a:pt x="813" y="168"/>
                </a:lnTo>
                <a:lnTo>
                  <a:pt x="819" y="177"/>
                </a:lnTo>
                <a:lnTo>
                  <a:pt x="826" y="186"/>
                </a:lnTo>
                <a:lnTo>
                  <a:pt x="831" y="195"/>
                </a:lnTo>
                <a:lnTo>
                  <a:pt x="836" y="204"/>
                </a:lnTo>
                <a:lnTo>
                  <a:pt x="840" y="213"/>
                </a:lnTo>
                <a:lnTo>
                  <a:pt x="844" y="222"/>
                </a:lnTo>
                <a:lnTo>
                  <a:pt x="848" y="232"/>
                </a:lnTo>
                <a:lnTo>
                  <a:pt x="851" y="241"/>
                </a:lnTo>
                <a:lnTo>
                  <a:pt x="854" y="251"/>
                </a:lnTo>
                <a:lnTo>
                  <a:pt x="856" y="260"/>
                </a:lnTo>
                <a:lnTo>
                  <a:pt x="858" y="270"/>
                </a:lnTo>
                <a:lnTo>
                  <a:pt x="859" y="279"/>
                </a:lnTo>
                <a:lnTo>
                  <a:pt x="861" y="289"/>
                </a:lnTo>
                <a:lnTo>
                  <a:pt x="861" y="299"/>
                </a:lnTo>
                <a:lnTo>
                  <a:pt x="861" y="308"/>
                </a:lnTo>
                <a:close/>
              </a:path>
            </a:pathLst>
          </a:custGeom>
          <a:solidFill>
            <a:srgbClr val="ffde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79" name=""/>
          <p:cNvSpPr/>
          <p:nvPr/>
        </p:nvSpPr>
        <p:spPr>
          <a:xfrm>
            <a:off x="7906320" y="2832120"/>
            <a:ext cx="312840" cy="224280"/>
          </a:xfrm>
          <a:custGeom>
            <a:avLst/>
            <a:gdLst/>
            <a:ahLst/>
            <a:rect l="0" t="0" r="r" b="b"/>
            <a:pathLst>
              <a:path w="869" h="623">
                <a:moveTo>
                  <a:pt x="865" y="311"/>
                </a:moveTo>
                <a:lnTo>
                  <a:pt x="865" y="302"/>
                </a:lnTo>
                <a:lnTo>
                  <a:pt x="865" y="292"/>
                </a:lnTo>
                <a:lnTo>
                  <a:pt x="863" y="282"/>
                </a:lnTo>
                <a:lnTo>
                  <a:pt x="862" y="273"/>
                </a:lnTo>
                <a:lnTo>
                  <a:pt x="860" y="263"/>
                </a:lnTo>
                <a:lnTo>
                  <a:pt x="858" y="254"/>
                </a:lnTo>
                <a:lnTo>
                  <a:pt x="855" y="244"/>
                </a:lnTo>
                <a:lnTo>
                  <a:pt x="852" y="235"/>
                </a:lnTo>
                <a:lnTo>
                  <a:pt x="848" y="225"/>
                </a:lnTo>
                <a:lnTo>
                  <a:pt x="844" y="216"/>
                </a:lnTo>
                <a:lnTo>
                  <a:pt x="840" y="207"/>
                </a:lnTo>
                <a:lnTo>
                  <a:pt x="835" y="198"/>
                </a:lnTo>
                <a:lnTo>
                  <a:pt x="830" y="189"/>
                </a:lnTo>
                <a:lnTo>
                  <a:pt x="824" y="180"/>
                </a:lnTo>
                <a:lnTo>
                  <a:pt x="818" y="171"/>
                </a:lnTo>
                <a:lnTo>
                  <a:pt x="812" y="163"/>
                </a:lnTo>
                <a:lnTo>
                  <a:pt x="805" y="154"/>
                </a:lnTo>
                <a:lnTo>
                  <a:pt x="798" y="146"/>
                </a:lnTo>
                <a:lnTo>
                  <a:pt x="791" y="138"/>
                </a:lnTo>
                <a:lnTo>
                  <a:pt x="783" y="130"/>
                </a:lnTo>
                <a:lnTo>
                  <a:pt x="775" y="122"/>
                </a:lnTo>
                <a:lnTo>
                  <a:pt x="767" y="115"/>
                </a:lnTo>
                <a:lnTo>
                  <a:pt x="758" y="107"/>
                </a:lnTo>
                <a:lnTo>
                  <a:pt x="749" y="100"/>
                </a:lnTo>
                <a:lnTo>
                  <a:pt x="739" y="93"/>
                </a:lnTo>
                <a:lnTo>
                  <a:pt x="730" y="87"/>
                </a:lnTo>
                <a:lnTo>
                  <a:pt x="720" y="80"/>
                </a:lnTo>
                <a:lnTo>
                  <a:pt x="709" y="74"/>
                </a:lnTo>
                <a:lnTo>
                  <a:pt x="699" y="68"/>
                </a:lnTo>
                <a:lnTo>
                  <a:pt x="688" y="62"/>
                </a:lnTo>
                <a:lnTo>
                  <a:pt x="677" y="56"/>
                </a:lnTo>
                <a:lnTo>
                  <a:pt x="666" y="51"/>
                </a:lnTo>
                <a:lnTo>
                  <a:pt x="654" y="46"/>
                </a:lnTo>
                <a:lnTo>
                  <a:pt x="642" y="41"/>
                </a:lnTo>
                <a:lnTo>
                  <a:pt x="630" y="37"/>
                </a:lnTo>
                <a:lnTo>
                  <a:pt x="618" y="32"/>
                </a:lnTo>
                <a:lnTo>
                  <a:pt x="606" y="28"/>
                </a:lnTo>
                <a:lnTo>
                  <a:pt x="593" y="25"/>
                </a:lnTo>
                <a:lnTo>
                  <a:pt x="581" y="21"/>
                </a:lnTo>
                <a:lnTo>
                  <a:pt x="568" y="18"/>
                </a:lnTo>
                <a:lnTo>
                  <a:pt x="555" y="15"/>
                </a:lnTo>
                <a:lnTo>
                  <a:pt x="542" y="13"/>
                </a:lnTo>
                <a:lnTo>
                  <a:pt x="529" y="10"/>
                </a:lnTo>
                <a:lnTo>
                  <a:pt x="516" y="8"/>
                </a:lnTo>
                <a:lnTo>
                  <a:pt x="502" y="7"/>
                </a:lnTo>
                <a:lnTo>
                  <a:pt x="489" y="5"/>
                </a:lnTo>
                <a:lnTo>
                  <a:pt x="475" y="4"/>
                </a:lnTo>
                <a:lnTo>
                  <a:pt x="462" y="4"/>
                </a:lnTo>
                <a:lnTo>
                  <a:pt x="448" y="3"/>
                </a:lnTo>
                <a:lnTo>
                  <a:pt x="435" y="3"/>
                </a:lnTo>
                <a:lnTo>
                  <a:pt x="421" y="3"/>
                </a:lnTo>
                <a:lnTo>
                  <a:pt x="408" y="4"/>
                </a:lnTo>
                <a:lnTo>
                  <a:pt x="394" y="4"/>
                </a:lnTo>
                <a:lnTo>
                  <a:pt x="381" y="5"/>
                </a:lnTo>
                <a:lnTo>
                  <a:pt x="368" y="7"/>
                </a:lnTo>
                <a:lnTo>
                  <a:pt x="354" y="8"/>
                </a:lnTo>
                <a:lnTo>
                  <a:pt x="341" y="10"/>
                </a:lnTo>
                <a:lnTo>
                  <a:pt x="328" y="13"/>
                </a:lnTo>
                <a:lnTo>
                  <a:pt x="315" y="15"/>
                </a:lnTo>
                <a:lnTo>
                  <a:pt x="302" y="18"/>
                </a:lnTo>
                <a:lnTo>
                  <a:pt x="289" y="21"/>
                </a:lnTo>
                <a:lnTo>
                  <a:pt x="276" y="25"/>
                </a:lnTo>
                <a:lnTo>
                  <a:pt x="264" y="28"/>
                </a:lnTo>
                <a:lnTo>
                  <a:pt x="252" y="32"/>
                </a:lnTo>
                <a:lnTo>
                  <a:pt x="240" y="37"/>
                </a:lnTo>
                <a:lnTo>
                  <a:pt x="228" y="41"/>
                </a:lnTo>
                <a:lnTo>
                  <a:pt x="216" y="46"/>
                </a:lnTo>
                <a:lnTo>
                  <a:pt x="204" y="51"/>
                </a:lnTo>
                <a:lnTo>
                  <a:pt x="193" y="56"/>
                </a:lnTo>
                <a:lnTo>
                  <a:pt x="182" y="62"/>
                </a:lnTo>
                <a:lnTo>
                  <a:pt x="170" y="68"/>
                </a:lnTo>
                <a:lnTo>
                  <a:pt x="160" y="74"/>
                </a:lnTo>
                <a:lnTo>
                  <a:pt x="149" y="80"/>
                </a:lnTo>
                <a:lnTo>
                  <a:pt x="139" y="87"/>
                </a:lnTo>
                <a:lnTo>
                  <a:pt x="130" y="93"/>
                </a:lnTo>
                <a:lnTo>
                  <a:pt x="120" y="100"/>
                </a:lnTo>
                <a:lnTo>
                  <a:pt x="111" y="107"/>
                </a:lnTo>
                <a:lnTo>
                  <a:pt x="102" y="115"/>
                </a:lnTo>
                <a:lnTo>
                  <a:pt x="94" y="122"/>
                </a:lnTo>
                <a:lnTo>
                  <a:pt x="86" y="130"/>
                </a:lnTo>
                <a:lnTo>
                  <a:pt x="78" y="138"/>
                </a:lnTo>
                <a:lnTo>
                  <a:pt x="71" y="146"/>
                </a:lnTo>
                <a:lnTo>
                  <a:pt x="63" y="154"/>
                </a:lnTo>
                <a:lnTo>
                  <a:pt x="57" y="163"/>
                </a:lnTo>
                <a:lnTo>
                  <a:pt x="50" y="171"/>
                </a:lnTo>
                <a:lnTo>
                  <a:pt x="44" y="180"/>
                </a:lnTo>
                <a:lnTo>
                  <a:pt x="39" y="189"/>
                </a:lnTo>
                <a:lnTo>
                  <a:pt x="34" y="198"/>
                </a:lnTo>
                <a:lnTo>
                  <a:pt x="29" y="207"/>
                </a:lnTo>
                <a:lnTo>
                  <a:pt x="25" y="216"/>
                </a:lnTo>
                <a:lnTo>
                  <a:pt x="21" y="225"/>
                </a:lnTo>
                <a:lnTo>
                  <a:pt x="17" y="235"/>
                </a:lnTo>
                <a:lnTo>
                  <a:pt x="14" y="244"/>
                </a:lnTo>
                <a:lnTo>
                  <a:pt x="11" y="254"/>
                </a:lnTo>
                <a:lnTo>
                  <a:pt x="9" y="263"/>
                </a:lnTo>
                <a:lnTo>
                  <a:pt x="7" y="273"/>
                </a:lnTo>
                <a:lnTo>
                  <a:pt x="5" y="282"/>
                </a:lnTo>
                <a:lnTo>
                  <a:pt x="4" y="292"/>
                </a:lnTo>
                <a:lnTo>
                  <a:pt x="4" y="302"/>
                </a:lnTo>
                <a:lnTo>
                  <a:pt x="4" y="311"/>
                </a:lnTo>
                <a:lnTo>
                  <a:pt x="4" y="321"/>
                </a:lnTo>
                <a:lnTo>
                  <a:pt x="4" y="331"/>
                </a:lnTo>
                <a:lnTo>
                  <a:pt x="5" y="340"/>
                </a:lnTo>
                <a:lnTo>
                  <a:pt x="7" y="350"/>
                </a:lnTo>
                <a:lnTo>
                  <a:pt x="9" y="360"/>
                </a:lnTo>
                <a:lnTo>
                  <a:pt x="11" y="369"/>
                </a:lnTo>
                <a:lnTo>
                  <a:pt x="14" y="379"/>
                </a:lnTo>
                <a:lnTo>
                  <a:pt x="17" y="388"/>
                </a:lnTo>
                <a:lnTo>
                  <a:pt x="21" y="397"/>
                </a:lnTo>
                <a:lnTo>
                  <a:pt x="25" y="407"/>
                </a:lnTo>
                <a:lnTo>
                  <a:pt x="29" y="416"/>
                </a:lnTo>
                <a:lnTo>
                  <a:pt x="34" y="425"/>
                </a:lnTo>
                <a:lnTo>
                  <a:pt x="39" y="434"/>
                </a:lnTo>
                <a:lnTo>
                  <a:pt x="44" y="443"/>
                </a:lnTo>
                <a:lnTo>
                  <a:pt x="50" y="451"/>
                </a:lnTo>
                <a:lnTo>
                  <a:pt x="57" y="460"/>
                </a:lnTo>
                <a:lnTo>
                  <a:pt x="63" y="468"/>
                </a:lnTo>
                <a:lnTo>
                  <a:pt x="71" y="477"/>
                </a:lnTo>
                <a:lnTo>
                  <a:pt x="78" y="485"/>
                </a:lnTo>
                <a:lnTo>
                  <a:pt x="86" y="493"/>
                </a:lnTo>
                <a:lnTo>
                  <a:pt x="94" y="500"/>
                </a:lnTo>
                <a:lnTo>
                  <a:pt x="102" y="508"/>
                </a:lnTo>
                <a:lnTo>
                  <a:pt x="111" y="515"/>
                </a:lnTo>
                <a:lnTo>
                  <a:pt x="120" y="522"/>
                </a:lnTo>
                <a:lnTo>
                  <a:pt x="130" y="529"/>
                </a:lnTo>
                <a:lnTo>
                  <a:pt x="139" y="537"/>
                </a:lnTo>
                <a:lnTo>
                  <a:pt x="149" y="544"/>
                </a:lnTo>
                <a:lnTo>
                  <a:pt x="160" y="550"/>
                </a:lnTo>
                <a:lnTo>
                  <a:pt x="170" y="556"/>
                </a:lnTo>
                <a:lnTo>
                  <a:pt x="182" y="562"/>
                </a:lnTo>
                <a:lnTo>
                  <a:pt x="193" y="567"/>
                </a:lnTo>
                <a:lnTo>
                  <a:pt x="204" y="573"/>
                </a:lnTo>
                <a:lnTo>
                  <a:pt x="216" y="578"/>
                </a:lnTo>
                <a:lnTo>
                  <a:pt x="228" y="583"/>
                </a:lnTo>
                <a:lnTo>
                  <a:pt x="240" y="587"/>
                </a:lnTo>
                <a:lnTo>
                  <a:pt x="252" y="591"/>
                </a:lnTo>
                <a:lnTo>
                  <a:pt x="264" y="595"/>
                </a:lnTo>
                <a:lnTo>
                  <a:pt x="276" y="599"/>
                </a:lnTo>
                <a:lnTo>
                  <a:pt x="289" y="602"/>
                </a:lnTo>
                <a:lnTo>
                  <a:pt x="302" y="606"/>
                </a:lnTo>
                <a:lnTo>
                  <a:pt x="315" y="608"/>
                </a:lnTo>
                <a:lnTo>
                  <a:pt x="328" y="611"/>
                </a:lnTo>
                <a:lnTo>
                  <a:pt x="341" y="613"/>
                </a:lnTo>
                <a:lnTo>
                  <a:pt x="354" y="615"/>
                </a:lnTo>
                <a:lnTo>
                  <a:pt x="368" y="617"/>
                </a:lnTo>
                <a:lnTo>
                  <a:pt x="381" y="618"/>
                </a:lnTo>
                <a:lnTo>
                  <a:pt x="394" y="619"/>
                </a:lnTo>
                <a:lnTo>
                  <a:pt x="408" y="620"/>
                </a:lnTo>
                <a:lnTo>
                  <a:pt x="421" y="621"/>
                </a:lnTo>
                <a:lnTo>
                  <a:pt x="435" y="621"/>
                </a:lnTo>
                <a:lnTo>
                  <a:pt x="448" y="621"/>
                </a:lnTo>
                <a:lnTo>
                  <a:pt x="462" y="620"/>
                </a:lnTo>
                <a:lnTo>
                  <a:pt x="475" y="619"/>
                </a:lnTo>
                <a:lnTo>
                  <a:pt x="489" y="618"/>
                </a:lnTo>
                <a:lnTo>
                  <a:pt x="502" y="617"/>
                </a:lnTo>
                <a:lnTo>
                  <a:pt x="516" y="615"/>
                </a:lnTo>
                <a:lnTo>
                  <a:pt x="529" y="613"/>
                </a:lnTo>
                <a:lnTo>
                  <a:pt x="542" y="611"/>
                </a:lnTo>
                <a:lnTo>
                  <a:pt x="555" y="608"/>
                </a:lnTo>
                <a:lnTo>
                  <a:pt x="568" y="606"/>
                </a:lnTo>
                <a:lnTo>
                  <a:pt x="581" y="602"/>
                </a:lnTo>
                <a:lnTo>
                  <a:pt x="593" y="599"/>
                </a:lnTo>
                <a:lnTo>
                  <a:pt x="606" y="595"/>
                </a:lnTo>
                <a:lnTo>
                  <a:pt x="618" y="591"/>
                </a:lnTo>
                <a:lnTo>
                  <a:pt x="630" y="587"/>
                </a:lnTo>
                <a:lnTo>
                  <a:pt x="642" y="583"/>
                </a:lnTo>
                <a:lnTo>
                  <a:pt x="654" y="578"/>
                </a:lnTo>
                <a:lnTo>
                  <a:pt x="666" y="573"/>
                </a:lnTo>
                <a:lnTo>
                  <a:pt x="677" y="567"/>
                </a:lnTo>
                <a:lnTo>
                  <a:pt x="688" y="562"/>
                </a:lnTo>
                <a:lnTo>
                  <a:pt x="699" y="556"/>
                </a:lnTo>
                <a:lnTo>
                  <a:pt x="709" y="550"/>
                </a:lnTo>
                <a:lnTo>
                  <a:pt x="720" y="544"/>
                </a:lnTo>
                <a:lnTo>
                  <a:pt x="730" y="537"/>
                </a:lnTo>
                <a:lnTo>
                  <a:pt x="739" y="529"/>
                </a:lnTo>
                <a:lnTo>
                  <a:pt x="749" y="522"/>
                </a:lnTo>
                <a:lnTo>
                  <a:pt x="758" y="515"/>
                </a:lnTo>
                <a:lnTo>
                  <a:pt x="767" y="508"/>
                </a:lnTo>
                <a:lnTo>
                  <a:pt x="775" y="500"/>
                </a:lnTo>
                <a:lnTo>
                  <a:pt x="783" y="493"/>
                </a:lnTo>
                <a:lnTo>
                  <a:pt x="791" y="485"/>
                </a:lnTo>
                <a:lnTo>
                  <a:pt x="798" y="477"/>
                </a:lnTo>
                <a:lnTo>
                  <a:pt x="805" y="468"/>
                </a:lnTo>
                <a:lnTo>
                  <a:pt x="812" y="460"/>
                </a:lnTo>
                <a:lnTo>
                  <a:pt x="818" y="451"/>
                </a:lnTo>
                <a:lnTo>
                  <a:pt x="824" y="443"/>
                </a:lnTo>
                <a:lnTo>
                  <a:pt x="830" y="434"/>
                </a:lnTo>
                <a:lnTo>
                  <a:pt x="835" y="425"/>
                </a:lnTo>
                <a:lnTo>
                  <a:pt x="840" y="416"/>
                </a:lnTo>
                <a:lnTo>
                  <a:pt x="844" y="407"/>
                </a:lnTo>
                <a:lnTo>
                  <a:pt x="848" y="397"/>
                </a:lnTo>
                <a:lnTo>
                  <a:pt x="852" y="388"/>
                </a:lnTo>
                <a:lnTo>
                  <a:pt x="855" y="379"/>
                </a:lnTo>
                <a:lnTo>
                  <a:pt x="858" y="369"/>
                </a:lnTo>
                <a:lnTo>
                  <a:pt x="860" y="360"/>
                </a:lnTo>
                <a:lnTo>
                  <a:pt x="862" y="350"/>
                </a:lnTo>
                <a:lnTo>
                  <a:pt x="863" y="340"/>
                </a:lnTo>
                <a:lnTo>
                  <a:pt x="865" y="331"/>
                </a:lnTo>
                <a:lnTo>
                  <a:pt x="865" y="321"/>
                </a:lnTo>
                <a:lnTo>
                  <a:pt x="865" y="311"/>
                </a:lnTo>
                <a:moveTo>
                  <a:pt x="869" y="311"/>
                </a:moveTo>
                <a:lnTo>
                  <a:pt x="869" y="321"/>
                </a:lnTo>
                <a:lnTo>
                  <a:pt x="868" y="331"/>
                </a:lnTo>
                <a:lnTo>
                  <a:pt x="867" y="341"/>
                </a:lnTo>
                <a:lnTo>
                  <a:pt x="866" y="350"/>
                </a:lnTo>
                <a:lnTo>
                  <a:pt x="864" y="360"/>
                </a:lnTo>
                <a:lnTo>
                  <a:pt x="862" y="370"/>
                </a:lnTo>
                <a:lnTo>
                  <a:pt x="859" y="379"/>
                </a:lnTo>
                <a:lnTo>
                  <a:pt x="856" y="389"/>
                </a:lnTo>
                <a:lnTo>
                  <a:pt x="852" y="398"/>
                </a:lnTo>
                <a:lnTo>
                  <a:pt x="848" y="407"/>
                </a:lnTo>
                <a:lnTo>
                  <a:pt x="844" y="417"/>
                </a:lnTo>
                <a:lnTo>
                  <a:pt x="839" y="426"/>
                </a:lnTo>
                <a:lnTo>
                  <a:pt x="834" y="435"/>
                </a:lnTo>
                <a:lnTo>
                  <a:pt x="828" y="444"/>
                </a:lnTo>
                <a:lnTo>
                  <a:pt x="822" y="453"/>
                </a:lnTo>
                <a:lnTo>
                  <a:pt x="816" y="461"/>
                </a:lnTo>
                <a:lnTo>
                  <a:pt x="809" y="470"/>
                </a:lnTo>
                <a:lnTo>
                  <a:pt x="802" y="478"/>
                </a:lnTo>
                <a:lnTo>
                  <a:pt x="794" y="486"/>
                </a:lnTo>
                <a:lnTo>
                  <a:pt x="786" y="494"/>
                </a:lnTo>
                <a:lnTo>
                  <a:pt x="778" y="502"/>
                </a:lnTo>
                <a:lnTo>
                  <a:pt x="770" y="510"/>
                </a:lnTo>
                <a:lnTo>
                  <a:pt x="761" y="517"/>
                </a:lnTo>
                <a:lnTo>
                  <a:pt x="752" y="524"/>
                </a:lnTo>
                <a:lnTo>
                  <a:pt x="742" y="532"/>
                </a:lnTo>
                <a:lnTo>
                  <a:pt x="732" y="539"/>
                </a:lnTo>
                <a:lnTo>
                  <a:pt x="722" y="546"/>
                </a:lnTo>
                <a:lnTo>
                  <a:pt x="712" y="552"/>
                </a:lnTo>
                <a:lnTo>
                  <a:pt x="701" y="558"/>
                </a:lnTo>
                <a:lnTo>
                  <a:pt x="690" y="564"/>
                </a:lnTo>
                <a:lnTo>
                  <a:pt x="679" y="570"/>
                </a:lnTo>
                <a:lnTo>
                  <a:pt x="668" y="575"/>
                </a:lnTo>
                <a:lnTo>
                  <a:pt x="656" y="580"/>
                </a:lnTo>
                <a:lnTo>
                  <a:pt x="644" y="585"/>
                </a:lnTo>
                <a:lnTo>
                  <a:pt x="632" y="590"/>
                </a:lnTo>
                <a:lnTo>
                  <a:pt x="620" y="594"/>
                </a:lnTo>
                <a:lnTo>
                  <a:pt x="607" y="598"/>
                </a:lnTo>
                <a:lnTo>
                  <a:pt x="595" y="602"/>
                </a:lnTo>
                <a:lnTo>
                  <a:pt x="582" y="605"/>
                </a:lnTo>
                <a:lnTo>
                  <a:pt x="569" y="608"/>
                </a:lnTo>
                <a:lnTo>
                  <a:pt x="556" y="611"/>
                </a:lnTo>
                <a:lnTo>
                  <a:pt x="543" y="614"/>
                </a:lnTo>
                <a:lnTo>
                  <a:pt x="530" y="616"/>
                </a:lnTo>
                <a:lnTo>
                  <a:pt x="516" y="618"/>
                </a:lnTo>
                <a:lnTo>
                  <a:pt x="503" y="620"/>
                </a:lnTo>
                <a:lnTo>
                  <a:pt x="489" y="621"/>
                </a:lnTo>
                <a:lnTo>
                  <a:pt x="476" y="622"/>
                </a:lnTo>
                <a:lnTo>
                  <a:pt x="462" y="623"/>
                </a:lnTo>
                <a:lnTo>
                  <a:pt x="449" y="623"/>
                </a:lnTo>
                <a:lnTo>
                  <a:pt x="435" y="623"/>
                </a:lnTo>
                <a:lnTo>
                  <a:pt x="421" y="623"/>
                </a:lnTo>
                <a:lnTo>
                  <a:pt x="408" y="623"/>
                </a:lnTo>
                <a:lnTo>
                  <a:pt x="394" y="622"/>
                </a:lnTo>
                <a:lnTo>
                  <a:pt x="381" y="621"/>
                </a:lnTo>
                <a:lnTo>
                  <a:pt x="367" y="620"/>
                </a:lnTo>
                <a:lnTo>
                  <a:pt x="354" y="618"/>
                </a:lnTo>
                <a:lnTo>
                  <a:pt x="340" y="616"/>
                </a:lnTo>
                <a:lnTo>
                  <a:pt x="327" y="614"/>
                </a:lnTo>
                <a:lnTo>
                  <a:pt x="314" y="611"/>
                </a:lnTo>
                <a:lnTo>
                  <a:pt x="301" y="608"/>
                </a:lnTo>
                <a:lnTo>
                  <a:pt x="288" y="605"/>
                </a:lnTo>
                <a:lnTo>
                  <a:pt x="275" y="602"/>
                </a:lnTo>
                <a:lnTo>
                  <a:pt x="262" y="598"/>
                </a:lnTo>
                <a:lnTo>
                  <a:pt x="250" y="594"/>
                </a:lnTo>
                <a:lnTo>
                  <a:pt x="238" y="590"/>
                </a:lnTo>
                <a:lnTo>
                  <a:pt x="226" y="585"/>
                </a:lnTo>
                <a:lnTo>
                  <a:pt x="214" y="580"/>
                </a:lnTo>
                <a:lnTo>
                  <a:pt x="202" y="575"/>
                </a:lnTo>
                <a:lnTo>
                  <a:pt x="191" y="570"/>
                </a:lnTo>
                <a:lnTo>
                  <a:pt x="180" y="564"/>
                </a:lnTo>
                <a:lnTo>
                  <a:pt x="168" y="558"/>
                </a:lnTo>
                <a:lnTo>
                  <a:pt x="157" y="552"/>
                </a:lnTo>
                <a:lnTo>
                  <a:pt x="147" y="546"/>
                </a:lnTo>
                <a:lnTo>
                  <a:pt x="137" y="539"/>
                </a:lnTo>
                <a:lnTo>
                  <a:pt x="127" y="532"/>
                </a:lnTo>
                <a:lnTo>
                  <a:pt x="117" y="524"/>
                </a:lnTo>
                <a:lnTo>
                  <a:pt x="108" y="517"/>
                </a:lnTo>
                <a:lnTo>
                  <a:pt x="99" y="510"/>
                </a:lnTo>
                <a:lnTo>
                  <a:pt x="91" y="502"/>
                </a:lnTo>
                <a:lnTo>
                  <a:pt x="83" y="494"/>
                </a:lnTo>
                <a:lnTo>
                  <a:pt x="75" y="486"/>
                </a:lnTo>
                <a:lnTo>
                  <a:pt x="67" y="478"/>
                </a:lnTo>
                <a:lnTo>
                  <a:pt x="60" y="470"/>
                </a:lnTo>
                <a:lnTo>
                  <a:pt x="53" y="461"/>
                </a:lnTo>
                <a:lnTo>
                  <a:pt x="47" y="453"/>
                </a:lnTo>
                <a:lnTo>
                  <a:pt x="41" y="444"/>
                </a:lnTo>
                <a:lnTo>
                  <a:pt x="35" y="435"/>
                </a:lnTo>
                <a:lnTo>
                  <a:pt x="30" y="426"/>
                </a:lnTo>
                <a:lnTo>
                  <a:pt x="25" y="417"/>
                </a:lnTo>
                <a:lnTo>
                  <a:pt x="21" y="407"/>
                </a:lnTo>
                <a:lnTo>
                  <a:pt x="17" y="398"/>
                </a:lnTo>
                <a:lnTo>
                  <a:pt x="13" y="389"/>
                </a:lnTo>
                <a:lnTo>
                  <a:pt x="10" y="379"/>
                </a:lnTo>
                <a:lnTo>
                  <a:pt x="7" y="370"/>
                </a:lnTo>
                <a:lnTo>
                  <a:pt x="5" y="360"/>
                </a:lnTo>
                <a:lnTo>
                  <a:pt x="3" y="350"/>
                </a:lnTo>
                <a:lnTo>
                  <a:pt x="2" y="341"/>
                </a:lnTo>
                <a:lnTo>
                  <a:pt x="0" y="331"/>
                </a:lnTo>
                <a:lnTo>
                  <a:pt x="0" y="321"/>
                </a:lnTo>
                <a:lnTo>
                  <a:pt x="0" y="311"/>
                </a:lnTo>
                <a:lnTo>
                  <a:pt x="0" y="302"/>
                </a:lnTo>
                <a:lnTo>
                  <a:pt x="0" y="292"/>
                </a:lnTo>
                <a:lnTo>
                  <a:pt x="2" y="282"/>
                </a:lnTo>
                <a:lnTo>
                  <a:pt x="3" y="272"/>
                </a:lnTo>
                <a:lnTo>
                  <a:pt x="5" y="263"/>
                </a:lnTo>
                <a:lnTo>
                  <a:pt x="7" y="253"/>
                </a:lnTo>
                <a:lnTo>
                  <a:pt x="10" y="243"/>
                </a:lnTo>
                <a:lnTo>
                  <a:pt x="13" y="234"/>
                </a:lnTo>
                <a:lnTo>
                  <a:pt x="17" y="224"/>
                </a:lnTo>
                <a:lnTo>
                  <a:pt x="21" y="215"/>
                </a:lnTo>
                <a:lnTo>
                  <a:pt x="25" y="206"/>
                </a:lnTo>
                <a:lnTo>
                  <a:pt x="30" y="197"/>
                </a:lnTo>
                <a:lnTo>
                  <a:pt x="35" y="188"/>
                </a:lnTo>
                <a:lnTo>
                  <a:pt x="41" y="179"/>
                </a:lnTo>
                <a:lnTo>
                  <a:pt x="47" y="170"/>
                </a:lnTo>
                <a:lnTo>
                  <a:pt x="53" y="161"/>
                </a:lnTo>
                <a:lnTo>
                  <a:pt x="60" y="153"/>
                </a:lnTo>
                <a:lnTo>
                  <a:pt x="67" y="145"/>
                </a:lnTo>
                <a:lnTo>
                  <a:pt x="75" y="136"/>
                </a:lnTo>
                <a:lnTo>
                  <a:pt x="83" y="128"/>
                </a:lnTo>
                <a:lnTo>
                  <a:pt x="91" y="121"/>
                </a:lnTo>
                <a:lnTo>
                  <a:pt x="99" y="113"/>
                </a:lnTo>
                <a:lnTo>
                  <a:pt x="108" y="106"/>
                </a:lnTo>
                <a:lnTo>
                  <a:pt x="117" y="98"/>
                </a:lnTo>
                <a:lnTo>
                  <a:pt x="127" y="91"/>
                </a:lnTo>
                <a:lnTo>
                  <a:pt x="137" y="84"/>
                </a:lnTo>
                <a:lnTo>
                  <a:pt x="147" y="78"/>
                </a:lnTo>
                <a:lnTo>
                  <a:pt x="157" y="72"/>
                </a:lnTo>
                <a:lnTo>
                  <a:pt x="168" y="65"/>
                </a:lnTo>
                <a:lnTo>
                  <a:pt x="180" y="60"/>
                </a:lnTo>
                <a:lnTo>
                  <a:pt x="191" y="54"/>
                </a:lnTo>
                <a:lnTo>
                  <a:pt x="202" y="49"/>
                </a:lnTo>
                <a:lnTo>
                  <a:pt x="214" y="43"/>
                </a:lnTo>
                <a:lnTo>
                  <a:pt x="226" y="39"/>
                </a:lnTo>
                <a:lnTo>
                  <a:pt x="238" y="34"/>
                </a:lnTo>
                <a:lnTo>
                  <a:pt x="250" y="30"/>
                </a:lnTo>
                <a:lnTo>
                  <a:pt x="262" y="26"/>
                </a:lnTo>
                <a:lnTo>
                  <a:pt x="275" y="22"/>
                </a:lnTo>
                <a:lnTo>
                  <a:pt x="288" y="19"/>
                </a:lnTo>
                <a:lnTo>
                  <a:pt x="301" y="15"/>
                </a:lnTo>
                <a:lnTo>
                  <a:pt x="314" y="13"/>
                </a:lnTo>
                <a:lnTo>
                  <a:pt x="327" y="10"/>
                </a:lnTo>
                <a:lnTo>
                  <a:pt x="340" y="8"/>
                </a:lnTo>
                <a:lnTo>
                  <a:pt x="354" y="6"/>
                </a:lnTo>
                <a:lnTo>
                  <a:pt x="367" y="4"/>
                </a:lnTo>
                <a:lnTo>
                  <a:pt x="381" y="3"/>
                </a:lnTo>
                <a:lnTo>
                  <a:pt x="394" y="2"/>
                </a:lnTo>
                <a:lnTo>
                  <a:pt x="408" y="1"/>
                </a:lnTo>
                <a:lnTo>
                  <a:pt x="421" y="0"/>
                </a:lnTo>
                <a:lnTo>
                  <a:pt x="435" y="0"/>
                </a:lnTo>
                <a:lnTo>
                  <a:pt x="449" y="0"/>
                </a:lnTo>
                <a:lnTo>
                  <a:pt x="462" y="1"/>
                </a:lnTo>
                <a:lnTo>
                  <a:pt x="476" y="2"/>
                </a:lnTo>
                <a:lnTo>
                  <a:pt x="489" y="3"/>
                </a:lnTo>
                <a:lnTo>
                  <a:pt x="503" y="4"/>
                </a:lnTo>
                <a:lnTo>
                  <a:pt x="516" y="6"/>
                </a:lnTo>
                <a:lnTo>
                  <a:pt x="530" y="8"/>
                </a:lnTo>
                <a:lnTo>
                  <a:pt x="543" y="10"/>
                </a:lnTo>
                <a:lnTo>
                  <a:pt x="556" y="13"/>
                </a:lnTo>
                <a:lnTo>
                  <a:pt x="569" y="15"/>
                </a:lnTo>
                <a:lnTo>
                  <a:pt x="582" y="19"/>
                </a:lnTo>
                <a:lnTo>
                  <a:pt x="595" y="22"/>
                </a:lnTo>
                <a:lnTo>
                  <a:pt x="607" y="26"/>
                </a:lnTo>
                <a:lnTo>
                  <a:pt x="620" y="30"/>
                </a:lnTo>
                <a:lnTo>
                  <a:pt x="632" y="34"/>
                </a:lnTo>
                <a:lnTo>
                  <a:pt x="644" y="39"/>
                </a:lnTo>
                <a:lnTo>
                  <a:pt x="656" y="43"/>
                </a:lnTo>
                <a:lnTo>
                  <a:pt x="668" y="49"/>
                </a:lnTo>
                <a:lnTo>
                  <a:pt x="679" y="54"/>
                </a:lnTo>
                <a:lnTo>
                  <a:pt x="690" y="60"/>
                </a:lnTo>
                <a:lnTo>
                  <a:pt x="701" y="65"/>
                </a:lnTo>
                <a:lnTo>
                  <a:pt x="712" y="72"/>
                </a:lnTo>
                <a:lnTo>
                  <a:pt x="722" y="78"/>
                </a:lnTo>
                <a:lnTo>
                  <a:pt x="732" y="84"/>
                </a:lnTo>
                <a:lnTo>
                  <a:pt x="742" y="91"/>
                </a:lnTo>
                <a:lnTo>
                  <a:pt x="752" y="98"/>
                </a:lnTo>
                <a:lnTo>
                  <a:pt x="761" y="106"/>
                </a:lnTo>
                <a:lnTo>
                  <a:pt x="770" y="113"/>
                </a:lnTo>
                <a:lnTo>
                  <a:pt x="778" y="121"/>
                </a:lnTo>
                <a:lnTo>
                  <a:pt x="786" y="128"/>
                </a:lnTo>
                <a:lnTo>
                  <a:pt x="794" y="136"/>
                </a:lnTo>
                <a:lnTo>
                  <a:pt x="802" y="145"/>
                </a:lnTo>
                <a:lnTo>
                  <a:pt x="809" y="153"/>
                </a:lnTo>
                <a:lnTo>
                  <a:pt x="816" y="161"/>
                </a:lnTo>
                <a:lnTo>
                  <a:pt x="822" y="170"/>
                </a:lnTo>
                <a:lnTo>
                  <a:pt x="828" y="179"/>
                </a:lnTo>
                <a:lnTo>
                  <a:pt x="834" y="188"/>
                </a:lnTo>
                <a:lnTo>
                  <a:pt x="839" y="197"/>
                </a:lnTo>
                <a:lnTo>
                  <a:pt x="844" y="206"/>
                </a:lnTo>
                <a:lnTo>
                  <a:pt x="848" y="215"/>
                </a:lnTo>
                <a:lnTo>
                  <a:pt x="852" y="224"/>
                </a:lnTo>
                <a:lnTo>
                  <a:pt x="856" y="234"/>
                </a:lnTo>
                <a:lnTo>
                  <a:pt x="859" y="243"/>
                </a:lnTo>
                <a:lnTo>
                  <a:pt x="862" y="253"/>
                </a:lnTo>
                <a:lnTo>
                  <a:pt x="864" y="263"/>
                </a:lnTo>
                <a:lnTo>
                  <a:pt x="866" y="272"/>
                </a:lnTo>
                <a:lnTo>
                  <a:pt x="867" y="282"/>
                </a:lnTo>
                <a:lnTo>
                  <a:pt x="868" y="292"/>
                </a:lnTo>
                <a:lnTo>
                  <a:pt x="869" y="302"/>
                </a:lnTo>
                <a:lnTo>
                  <a:pt x="869" y="311"/>
                </a:lnTo>
                <a:close/>
              </a:path>
            </a:pathLst>
          </a:custGeom>
          <a:solidFill>
            <a:srgbClr val="ffde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0" name=""/>
          <p:cNvSpPr/>
          <p:nvPr/>
        </p:nvSpPr>
        <p:spPr>
          <a:xfrm>
            <a:off x="7904880" y="2831040"/>
            <a:ext cx="315720" cy="226440"/>
          </a:xfrm>
          <a:custGeom>
            <a:avLst/>
            <a:gdLst/>
            <a:ahLst/>
            <a:rect l="0" t="0" r="r" b="b"/>
            <a:pathLst>
              <a:path w="877" h="629">
                <a:moveTo>
                  <a:pt x="873" y="314"/>
                </a:moveTo>
                <a:lnTo>
                  <a:pt x="873" y="305"/>
                </a:lnTo>
                <a:lnTo>
                  <a:pt x="872" y="295"/>
                </a:lnTo>
                <a:lnTo>
                  <a:pt x="871" y="285"/>
                </a:lnTo>
                <a:lnTo>
                  <a:pt x="870" y="275"/>
                </a:lnTo>
                <a:lnTo>
                  <a:pt x="868" y="266"/>
                </a:lnTo>
                <a:lnTo>
                  <a:pt x="866" y="256"/>
                </a:lnTo>
                <a:lnTo>
                  <a:pt x="863" y="246"/>
                </a:lnTo>
                <a:lnTo>
                  <a:pt x="860" y="237"/>
                </a:lnTo>
                <a:lnTo>
                  <a:pt x="856" y="227"/>
                </a:lnTo>
                <a:lnTo>
                  <a:pt x="852" y="218"/>
                </a:lnTo>
                <a:lnTo>
                  <a:pt x="848" y="209"/>
                </a:lnTo>
                <a:lnTo>
                  <a:pt x="843" y="200"/>
                </a:lnTo>
                <a:lnTo>
                  <a:pt x="838" y="191"/>
                </a:lnTo>
                <a:lnTo>
                  <a:pt x="832" y="182"/>
                </a:lnTo>
                <a:lnTo>
                  <a:pt x="826" y="173"/>
                </a:lnTo>
                <a:lnTo>
                  <a:pt x="820" y="164"/>
                </a:lnTo>
                <a:lnTo>
                  <a:pt x="813" y="156"/>
                </a:lnTo>
                <a:lnTo>
                  <a:pt x="806" y="148"/>
                </a:lnTo>
                <a:lnTo>
                  <a:pt x="798" y="139"/>
                </a:lnTo>
                <a:lnTo>
                  <a:pt x="790" y="131"/>
                </a:lnTo>
                <a:lnTo>
                  <a:pt x="782" y="124"/>
                </a:lnTo>
                <a:lnTo>
                  <a:pt x="774" y="116"/>
                </a:lnTo>
                <a:lnTo>
                  <a:pt x="765" y="109"/>
                </a:lnTo>
                <a:lnTo>
                  <a:pt x="756" y="101"/>
                </a:lnTo>
                <a:lnTo>
                  <a:pt x="746" y="94"/>
                </a:lnTo>
                <a:lnTo>
                  <a:pt x="736" y="87"/>
                </a:lnTo>
                <a:lnTo>
                  <a:pt x="726" y="81"/>
                </a:lnTo>
                <a:lnTo>
                  <a:pt x="716" y="75"/>
                </a:lnTo>
                <a:lnTo>
                  <a:pt x="705" y="68"/>
                </a:lnTo>
                <a:lnTo>
                  <a:pt x="694" y="63"/>
                </a:lnTo>
                <a:lnTo>
                  <a:pt x="683" y="57"/>
                </a:lnTo>
                <a:lnTo>
                  <a:pt x="672" y="52"/>
                </a:lnTo>
                <a:lnTo>
                  <a:pt x="660" y="46"/>
                </a:lnTo>
                <a:lnTo>
                  <a:pt x="648" y="42"/>
                </a:lnTo>
                <a:lnTo>
                  <a:pt x="636" y="37"/>
                </a:lnTo>
                <a:lnTo>
                  <a:pt x="624" y="33"/>
                </a:lnTo>
                <a:lnTo>
                  <a:pt x="611" y="29"/>
                </a:lnTo>
                <a:lnTo>
                  <a:pt x="599" y="25"/>
                </a:lnTo>
                <a:lnTo>
                  <a:pt x="586" y="22"/>
                </a:lnTo>
                <a:lnTo>
                  <a:pt x="573" y="18"/>
                </a:lnTo>
                <a:lnTo>
                  <a:pt x="560" y="16"/>
                </a:lnTo>
                <a:lnTo>
                  <a:pt x="547" y="13"/>
                </a:lnTo>
                <a:lnTo>
                  <a:pt x="534" y="11"/>
                </a:lnTo>
                <a:lnTo>
                  <a:pt x="520" y="9"/>
                </a:lnTo>
                <a:lnTo>
                  <a:pt x="507" y="7"/>
                </a:lnTo>
                <a:lnTo>
                  <a:pt x="493" y="6"/>
                </a:lnTo>
                <a:lnTo>
                  <a:pt x="480" y="5"/>
                </a:lnTo>
                <a:lnTo>
                  <a:pt x="466" y="4"/>
                </a:lnTo>
                <a:lnTo>
                  <a:pt x="453" y="3"/>
                </a:lnTo>
                <a:lnTo>
                  <a:pt x="439" y="3"/>
                </a:lnTo>
                <a:lnTo>
                  <a:pt x="425" y="3"/>
                </a:lnTo>
                <a:lnTo>
                  <a:pt x="412" y="4"/>
                </a:lnTo>
                <a:lnTo>
                  <a:pt x="398" y="5"/>
                </a:lnTo>
                <a:lnTo>
                  <a:pt x="385" y="6"/>
                </a:lnTo>
                <a:lnTo>
                  <a:pt x="370" y="7"/>
                </a:lnTo>
                <a:lnTo>
                  <a:pt x="357" y="9"/>
                </a:lnTo>
                <a:lnTo>
                  <a:pt x="343" y="11"/>
                </a:lnTo>
                <a:lnTo>
                  <a:pt x="330" y="13"/>
                </a:lnTo>
                <a:lnTo>
                  <a:pt x="317" y="16"/>
                </a:lnTo>
                <a:lnTo>
                  <a:pt x="304" y="18"/>
                </a:lnTo>
                <a:lnTo>
                  <a:pt x="291" y="22"/>
                </a:lnTo>
                <a:lnTo>
                  <a:pt x="278" y="25"/>
                </a:lnTo>
                <a:lnTo>
                  <a:pt x="265" y="29"/>
                </a:lnTo>
                <a:lnTo>
                  <a:pt x="253" y="33"/>
                </a:lnTo>
                <a:lnTo>
                  <a:pt x="241" y="37"/>
                </a:lnTo>
                <a:lnTo>
                  <a:pt x="229" y="42"/>
                </a:lnTo>
                <a:lnTo>
                  <a:pt x="217" y="46"/>
                </a:lnTo>
                <a:lnTo>
                  <a:pt x="205" y="52"/>
                </a:lnTo>
                <a:lnTo>
                  <a:pt x="194" y="57"/>
                </a:lnTo>
                <a:lnTo>
                  <a:pt x="183" y="63"/>
                </a:lnTo>
                <a:lnTo>
                  <a:pt x="172" y="68"/>
                </a:lnTo>
                <a:lnTo>
                  <a:pt x="161" y="75"/>
                </a:lnTo>
                <a:lnTo>
                  <a:pt x="151" y="81"/>
                </a:lnTo>
                <a:lnTo>
                  <a:pt x="141" y="87"/>
                </a:lnTo>
                <a:lnTo>
                  <a:pt x="131" y="94"/>
                </a:lnTo>
                <a:lnTo>
                  <a:pt x="121" y="101"/>
                </a:lnTo>
                <a:lnTo>
                  <a:pt x="112" y="109"/>
                </a:lnTo>
                <a:lnTo>
                  <a:pt x="103" y="116"/>
                </a:lnTo>
                <a:lnTo>
                  <a:pt x="95" y="124"/>
                </a:lnTo>
                <a:lnTo>
                  <a:pt x="87" y="131"/>
                </a:lnTo>
                <a:lnTo>
                  <a:pt x="79" y="139"/>
                </a:lnTo>
                <a:lnTo>
                  <a:pt x="71" y="148"/>
                </a:lnTo>
                <a:lnTo>
                  <a:pt x="64" y="156"/>
                </a:lnTo>
                <a:lnTo>
                  <a:pt x="57" y="164"/>
                </a:lnTo>
                <a:lnTo>
                  <a:pt x="51" y="173"/>
                </a:lnTo>
                <a:lnTo>
                  <a:pt x="45" y="182"/>
                </a:lnTo>
                <a:lnTo>
                  <a:pt x="39" y="191"/>
                </a:lnTo>
                <a:lnTo>
                  <a:pt x="34" y="200"/>
                </a:lnTo>
                <a:lnTo>
                  <a:pt x="29" y="209"/>
                </a:lnTo>
                <a:lnTo>
                  <a:pt x="25" y="218"/>
                </a:lnTo>
                <a:lnTo>
                  <a:pt x="21" y="227"/>
                </a:lnTo>
                <a:lnTo>
                  <a:pt x="17" y="237"/>
                </a:lnTo>
                <a:lnTo>
                  <a:pt x="14" y="246"/>
                </a:lnTo>
                <a:lnTo>
                  <a:pt x="11" y="256"/>
                </a:lnTo>
                <a:lnTo>
                  <a:pt x="9" y="266"/>
                </a:lnTo>
                <a:lnTo>
                  <a:pt x="7" y="275"/>
                </a:lnTo>
                <a:lnTo>
                  <a:pt x="6" y="285"/>
                </a:lnTo>
                <a:lnTo>
                  <a:pt x="4" y="295"/>
                </a:lnTo>
                <a:lnTo>
                  <a:pt x="4" y="305"/>
                </a:lnTo>
                <a:lnTo>
                  <a:pt x="4" y="314"/>
                </a:lnTo>
                <a:lnTo>
                  <a:pt x="4" y="324"/>
                </a:lnTo>
                <a:lnTo>
                  <a:pt x="4" y="334"/>
                </a:lnTo>
                <a:lnTo>
                  <a:pt x="6" y="344"/>
                </a:lnTo>
                <a:lnTo>
                  <a:pt x="7" y="353"/>
                </a:lnTo>
                <a:lnTo>
                  <a:pt x="9" y="363"/>
                </a:lnTo>
                <a:lnTo>
                  <a:pt x="11" y="373"/>
                </a:lnTo>
                <a:lnTo>
                  <a:pt x="14" y="382"/>
                </a:lnTo>
                <a:lnTo>
                  <a:pt x="17" y="392"/>
                </a:lnTo>
                <a:lnTo>
                  <a:pt x="21" y="401"/>
                </a:lnTo>
                <a:lnTo>
                  <a:pt x="25" y="410"/>
                </a:lnTo>
                <a:lnTo>
                  <a:pt x="29" y="420"/>
                </a:lnTo>
                <a:lnTo>
                  <a:pt x="34" y="429"/>
                </a:lnTo>
                <a:lnTo>
                  <a:pt x="39" y="438"/>
                </a:lnTo>
                <a:lnTo>
                  <a:pt x="45" y="447"/>
                </a:lnTo>
                <a:lnTo>
                  <a:pt x="51" y="456"/>
                </a:lnTo>
                <a:lnTo>
                  <a:pt x="57" y="464"/>
                </a:lnTo>
                <a:lnTo>
                  <a:pt x="64" y="473"/>
                </a:lnTo>
                <a:lnTo>
                  <a:pt x="71" y="481"/>
                </a:lnTo>
                <a:lnTo>
                  <a:pt x="79" y="489"/>
                </a:lnTo>
                <a:lnTo>
                  <a:pt x="87" y="497"/>
                </a:lnTo>
                <a:lnTo>
                  <a:pt x="95" y="505"/>
                </a:lnTo>
                <a:lnTo>
                  <a:pt x="103" y="513"/>
                </a:lnTo>
                <a:lnTo>
                  <a:pt x="112" y="520"/>
                </a:lnTo>
                <a:lnTo>
                  <a:pt x="121" y="527"/>
                </a:lnTo>
                <a:lnTo>
                  <a:pt x="131" y="534"/>
                </a:lnTo>
                <a:lnTo>
                  <a:pt x="141" y="541"/>
                </a:lnTo>
                <a:lnTo>
                  <a:pt x="151" y="548"/>
                </a:lnTo>
                <a:lnTo>
                  <a:pt x="161" y="554"/>
                </a:lnTo>
                <a:lnTo>
                  <a:pt x="172" y="560"/>
                </a:lnTo>
                <a:lnTo>
                  <a:pt x="183" y="566"/>
                </a:lnTo>
                <a:lnTo>
                  <a:pt x="194" y="572"/>
                </a:lnTo>
                <a:lnTo>
                  <a:pt x="205" y="577"/>
                </a:lnTo>
                <a:lnTo>
                  <a:pt x="217" y="582"/>
                </a:lnTo>
                <a:lnTo>
                  <a:pt x="229" y="587"/>
                </a:lnTo>
                <a:lnTo>
                  <a:pt x="241" y="592"/>
                </a:lnTo>
                <a:lnTo>
                  <a:pt x="253" y="596"/>
                </a:lnTo>
                <a:lnTo>
                  <a:pt x="265" y="600"/>
                </a:lnTo>
                <a:lnTo>
                  <a:pt x="278" y="605"/>
                </a:lnTo>
                <a:lnTo>
                  <a:pt x="291" y="608"/>
                </a:lnTo>
                <a:lnTo>
                  <a:pt x="304" y="611"/>
                </a:lnTo>
                <a:lnTo>
                  <a:pt x="317" y="614"/>
                </a:lnTo>
                <a:lnTo>
                  <a:pt x="330" y="617"/>
                </a:lnTo>
                <a:lnTo>
                  <a:pt x="343" y="619"/>
                </a:lnTo>
                <a:lnTo>
                  <a:pt x="357" y="621"/>
                </a:lnTo>
                <a:lnTo>
                  <a:pt x="370" y="623"/>
                </a:lnTo>
                <a:lnTo>
                  <a:pt x="385" y="624"/>
                </a:lnTo>
                <a:lnTo>
                  <a:pt x="398" y="625"/>
                </a:lnTo>
                <a:lnTo>
                  <a:pt x="412" y="626"/>
                </a:lnTo>
                <a:lnTo>
                  <a:pt x="425" y="626"/>
                </a:lnTo>
                <a:lnTo>
                  <a:pt x="439" y="626"/>
                </a:lnTo>
                <a:lnTo>
                  <a:pt x="453" y="626"/>
                </a:lnTo>
                <a:lnTo>
                  <a:pt x="466" y="626"/>
                </a:lnTo>
                <a:lnTo>
                  <a:pt x="480" y="625"/>
                </a:lnTo>
                <a:lnTo>
                  <a:pt x="493" y="624"/>
                </a:lnTo>
                <a:lnTo>
                  <a:pt x="507" y="623"/>
                </a:lnTo>
                <a:lnTo>
                  <a:pt x="520" y="621"/>
                </a:lnTo>
                <a:lnTo>
                  <a:pt x="534" y="619"/>
                </a:lnTo>
                <a:lnTo>
                  <a:pt x="547" y="617"/>
                </a:lnTo>
                <a:lnTo>
                  <a:pt x="560" y="614"/>
                </a:lnTo>
                <a:lnTo>
                  <a:pt x="573" y="611"/>
                </a:lnTo>
                <a:lnTo>
                  <a:pt x="586" y="608"/>
                </a:lnTo>
                <a:lnTo>
                  <a:pt x="599" y="605"/>
                </a:lnTo>
                <a:lnTo>
                  <a:pt x="611" y="600"/>
                </a:lnTo>
                <a:lnTo>
                  <a:pt x="624" y="596"/>
                </a:lnTo>
                <a:lnTo>
                  <a:pt x="636" y="592"/>
                </a:lnTo>
                <a:lnTo>
                  <a:pt x="648" y="587"/>
                </a:lnTo>
                <a:lnTo>
                  <a:pt x="660" y="582"/>
                </a:lnTo>
                <a:lnTo>
                  <a:pt x="672" y="577"/>
                </a:lnTo>
                <a:lnTo>
                  <a:pt x="683" y="572"/>
                </a:lnTo>
                <a:lnTo>
                  <a:pt x="694" y="566"/>
                </a:lnTo>
                <a:lnTo>
                  <a:pt x="705" y="560"/>
                </a:lnTo>
                <a:lnTo>
                  <a:pt x="716" y="554"/>
                </a:lnTo>
                <a:lnTo>
                  <a:pt x="726" y="548"/>
                </a:lnTo>
                <a:lnTo>
                  <a:pt x="736" y="541"/>
                </a:lnTo>
                <a:lnTo>
                  <a:pt x="746" y="534"/>
                </a:lnTo>
                <a:lnTo>
                  <a:pt x="756" y="527"/>
                </a:lnTo>
                <a:lnTo>
                  <a:pt x="765" y="520"/>
                </a:lnTo>
                <a:lnTo>
                  <a:pt x="774" y="513"/>
                </a:lnTo>
                <a:lnTo>
                  <a:pt x="782" y="505"/>
                </a:lnTo>
                <a:lnTo>
                  <a:pt x="790" y="497"/>
                </a:lnTo>
                <a:lnTo>
                  <a:pt x="798" y="489"/>
                </a:lnTo>
                <a:lnTo>
                  <a:pt x="806" y="481"/>
                </a:lnTo>
                <a:lnTo>
                  <a:pt x="813" y="473"/>
                </a:lnTo>
                <a:lnTo>
                  <a:pt x="820" y="464"/>
                </a:lnTo>
                <a:lnTo>
                  <a:pt x="826" y="456"/>
                </a:lnTo>
                <a:lnTo>
                  <a:pt x="832" y="447"/>
                </a:lnTo>
                <a:lnTo>
                  <a:pt x="838" y="438"/>
                </a:lnTo>
                <a:lnTo>
                  <a:pt x="843" y="429"/>
                </a:lnTo>
                <a:lnTo>
                  <a:pt x="848" y="420"/>
                </a:lnTo>
                <a:lnTo>
                  <a:pt x="852" y="410"/>
                </a:lnTo>
                <a:lnTo>
                  <a:pt x="856" y="401"/>
                </a:lnTo>
                <a:lnTo>
                  <a:pt x="860" y="392"/>
                </a:lnTo>
                <a:lnTo>
                  <a:pt x="863" y="382"/>
                </a:lnTo>
                <a:lnTo>
                  <a:pt x="866" y="373"/>
                </a:lnTo>
                <a:lnTo>
                  <a:pt x="868" y="363"/>
                </a:lnTo>
                <a:lnTo>
                  <a:pt x="870" y="353"/>
                </a:lnTo>
                <a:lnTo>
                  <a:pt x="871" y="344"/>
                </a:lnTo>
                <a:lnTo>
                  <a:pt x="872" y="334"/>
                </a:lnTo>
                <a:lnTo>
                  <a:pt x="873" y="324"/>
                </a:lnTo>
                <a:lnTo>
                  <a:pt x="873" y="314"/>
                </a:lnTo>
                <a:moveTo>
                  <a:pt x="877" y="314"/>
                </a:moveTo>
                <a:lnTo>
                  <a:pt x="877" y="324"/>
                </a:lnTo>
                <a:lnTo>
                  <a:pt x="876" y="334"/>
                </a:lnTo>
                <a:lnTo>
                  <a:pt x="875" y="344"/>
                </a:lnTo>
                <a:lnTo>
                  <a:pt x="874" y="354"/>
                </a:lnTo>
                <a:lnTo>
                  <a:pt x="872" y="363"/>
                </a:lnTo>
                <a:lnTo>
                  <a:pt x="869" y="373"/>
                </a:lnTo>
                <a:lnTo>
                  <a:pt x="867" y="383"/>
                </a:lnTo>
                <a:lnTo>
                  <a:pt x="863" y="392"/>
                </a:lnTo>
                <a:lnTo>
                  <a:pt x="860" y="402"/>
                </a:lnTo>
                <a:lnTo>
                  <a:pt x="856" y="411"/>
                </a:lnTo>
                <a:lnTo>
                  <a:pt x="851" y="421"/>
                </a:lnTo>
                <a:lnTo>
                  <a:pt x="846" y="430"/>
                </a:lnTo>
                <a:lnTo>
                  <a:pt x="841" y="439"/>
                </a:lnTo>
                <a:lnTo>
                  <a:pt x="835" y="448"/>
                </a:lnTo>
                <a:lnTo>
                  <a:pt x="829" y="457"/>
                </a:lnTo>
                <a:lnTo>
                  <a:pt x="823" y="466"/>
                </a:lnTo>
                <a:lnTo>
                  <a:pt x="816" y="474"/>
                </a:lnTo>
                <a:lnTo>
                  <a:pt x="809" y="483"/>
                </a:lnTo>
                <a:lnTo>
                  <a:pt x="801" y="491"/>
                </a:lnTo>
                <a:lnTo>
                  <a:pt x="793" y="499"/>
                </a:lnTo>
                <a:lnTo>
                  <a:pt x="785" y="507"/>
                </a:lnTo>
                <a:lnTo>
                  <a:pt x="777" y="514"/>
                </a:lnTo>
                <a:lnTo>
                  <a:pt x="768" y="522"/>
                </a:lnTo>
                <a:lnTo>
                  <a:pt x="758" y="529"/>
                </a:lnTo>
                <a:lnTo>
                  <a:pt x="749" y="536"/>
                </a:lnTo>
                <a:lnTo>
                  <a:pt x="739" y="543"/>
                </a:lnTo>
                <a:lnTo>
                  <a:pt x="729" y="550"/>
                </a:lnTo>
                <a:lnTo>
                  <a:pt x="718" y="556"/>
                </a:lnTo>
                <a:lnTo>
                  <a:pt x="708" y="562"/>
                </a:lnTo>
                <a:lnTo>
                  <a:pt x="697" y="568"/>
                </a:lnTo>
                <a:lnTo>
                  <a:pt x="685" y="574"/>
                </a:lnTo>
                <a:lnTo>
                  <a:pt x="674" y="579"/>
                </a:lnTo>
                <a:lnTo>
                  <a:pt x="662" y="585"/>
                </a:lnTo>
                <a:lnTo>
                  <a:pt x="650" y="589"/>
                </a:lnTo>
                <a:lnTo>
                  <a:pt x="638" y="594"/>
                </a:lnTo>
                <a:lnTo>
                  <a:pt x="626" y="598"/>
                </a:lnTo>
                <a:lnTo>
                  <a:pt x="613" y="603"/>
                </a:lnTo>
                <a:lnTo>
                  <a:pt x="600" y="607"/>
                </a:lnTo>
                <a:lnTo>
                  <a:pt x="587" y="611"/>
                </a:lnTo>
                <a:lnTo>
                  <a:pt x="574" y="614"/>
                </a:lnTo>
                <a:lnTo>
                  <a:pt x="561" y="617"/>
                </a:lnTo>
                <a:lnTo>
                  <a:pt x="548" y="619"/>
                </a:lnTo>
                <a:lnTo>
                  <a:pt x="535" y="622"/>
                </a:lnTo>
                <a:lnTo>
                  <a:pt x="521" y="624"/>
                </a:lnTo>
                <a:lnTo>
                  <a:pt x="507" y="625"/>
                </a:lnTo>
                <a:lnTo>
                  <a:pt x="494" y="627"/>
                </a:lnTo>
                <a:lnTo>
                  <a:pt x="480" y="628"/>
                </a:lnTo>
                <a:lnTo>
                  <a:pt x="466" y="629"/>
                </a:lnTo>
                <a:lnTo>
                  <a:pt x="453" y="629"/>
                </a:lnTo>
                <a:lnTo>
                  <a:pt x="439" y="629"/>
                </a:lnTo>
                <a:lnTo>
                  <a:pt x="425" y="629"/>
                </a:lnTo>
                <a:lnTo>
                  <a:pt x="411" y="629"/>
                </a:lnTo>
                <a:lnTo>
                  <a:pt x="398" y="628"/>
                </a:lnTo>
                <a:lnTo>
                  <a:pt x="384" y="627"/>
                </a:lnTo>
                <a:lnTo>
                  <a:pt x="369" y="625"/>
                </a:lnTo>
                <a:lnTo>
                  <a:pt x="356" y="624"/>
                </a:lnTo>
                <a:lnTo>
                  <a:pt x="342" y="622"/>
                </a:lnTo>
                <a:lnTo>
                  <a:pt x="329" y="619"/>
                </a:lnTo>
                <a:lnTo>
                  <a:pt x="316" y="617"/>
                </a:lnTo>
                <a:lnTo>
                  <a:pt x="303" y="614"/>
                </a:lnTo>
                <a:lnTo>
                  <a:pt x="290" y="611"/>
                </a:lnTo>
                <a:lnTo>
                  <a:pt x="277" y="607"/>
                </a:lnTo>
                <a:lnTo>
                  <a:pt x="264" y="603"/>
                </a:lnTo>
                <a:lnTo>
                  <a:pt x="251" y="598"/>
                </a:lnTo>
                <a:lnTo>
                  <a:pt x="239" y="594"/>
                </a:lnTo>
                <a:lnTo>
                  <a:pt x="227" y="589"/>
                </a:lnTo>
                <a:lnTo>
                  <a:pt x="215" y="585"/>
                </a:lnTo>
                <a:lnTo>
                  <a:pt x="203" y="579"/>
                </a:lnTo>
                <a:lnTo>
                  <a:pt x="192" y="574"/>
                </a:lnTo>
                <a:lnTo>
                  <a:pt x="180" y="568"/>
                </a:lnTo>
                <a:lnTo>
                  <a:pt x="169" y="562"/>
                </a:lnTo>
                <a:lnTo>
                  <a:pt x="159" y="556"/>
                </a:lnTo>
                <a:lnTo>
                  <a:pt x="148" y="550"/>
                </a:lnTo>
                <a:lnTo>
                  <a:pt x="138" y="543"/>
                </a:lnTo>
                <a:lnTo>
                  <a:pt x="128" y="536"/>
                </a:lnTo>
                <a:lnTo>
                  <a:pt x="119" y="529"/>
                </a:lnTo>
                <a:lnTo>
                  <a:pt x="109" y="522"/>
                </a:lnTo>
                <a:lnTo>
                  <a:pt x="100" y="514"/>
                </a:lnTo>
                <a:lnTo>
                  <a:pt x="92" y="507"/>
                </a:lnTo>
                <a:lnTo>
                  <a:pt x="83" y="499"/>
                </a:lnTo>
                <a:lnTo>
                  <a:pt x="76" y="491"/>
                </a:lnTo>
                <a:lnTo>
                  <a:pt x="68" y="483"/>
                </a:lnTo>
                <a:lnTo>
                  <a:pt x="61" y="474"/>
                </a:lnTo>
                <a:lnTo>
                  <a:pt x="54" y="466"/>
                </a:lnTo>
                <a:lnTo>
                  <a:pt x="48" y="457"/>
                </a:lnTo>
                <a:lnTo>
                  <a:pt x="41" y="448"/>
                </a:lnTo>
                <a:lnTo>
                  <a:pt x="36" y="439"/>
                </a:lnTo>
                <a:lnTo>
                  <a:pt x="31" y="430"/>
                </a:lnTo>
                <a:lnTo>
                  <a:pt x="26" y="421"/>
                </a:lnTo>
                <a:lnTo>
                  <a:pt x="21" y="411"/>
                </a:lnTo>
                <a:lnTo>
                  <a:pt x="17" y="402"/>
                </a:lnTo>
                <a:lnTo>
                  <a:pt x="14" y="392"/>
                </a:lnTo>
                <a:lnTo>
                  <a:pt x="10" y="383"/>
                </a:lnTo>
                <a:lnTo>
                  <a:pt x="8" y="373"/>
                </a:lnTo>
                <a:lnTo>
                  <a:pt x="5" y="363"/>
                </a:lnTo>
                <a:lnTo>
                  <a:pt x="3" y="354"/>
                </a:lnTo>
                <a:lnTo>
                  <a:pt x="2" y="344"/>
                </a:lnTo>
                <a:lnTo>
                  <a:pt x="1" y="334"/>
                </a:lnTo>
                <a:lnTo>
                  <a:pt x="0" y="324"/>
                </a:lnTo>
                <a:lnTo>
                  <a:pt x="0" y="314"/>
                </a:lnTo>
                <a:lnTo>
                  <a:pt x="0" y="304"/>
                </a:lnTo>
                <a:lnTo>
                  <a:pt x="1" y="295"/>
                </a:lnTo>
                <a:lnTo>
                  <a:pt x="2" y="285"/>
                </a:lnTo>
                <a:lnTo>
                  <a:pt x="3" y="275"/>
                </a:lnTo>
                <a:lnTo>
                  <a:pt x="5" y="265"/>
                </a:lnTo>
                <a:lnTo>
                  <a:pt x="8" y="255"/>
                </a:lnTo>
                <a:lnTo>
                  <a:pt x="10" y="246"/>
                </a:lnTo>
                <a:lnTo>
                  <a:pt x="14" y="236"/>
                </a:lnTo>
                <a:lnTo>
                  <a:pt x="17" y="227"/>
                </a:lnTo>
                <a:lnTo>
                  <a:pt x="21" y="217"/>
                </a:lnTo>
                <a:lnTo>
                  <a:pt x="26" y="208"/>
                </a:lnTo>
                <a:lnTo>
                  <a:pt x="31" y="199"/>
                </a:lnTo>
                <a:lnTo>
                  <a:pt x="36" y="190"/>
                </a:lnTo>
                <a:lnTo>
                  <a:pt x="41" y="181"/>
                </a:lnTo>
                <a:lnTo>
                  <a:pt x="48" y="172"/>
                </a:lnTo>
                <a:lnTo>
                  <a:pt x="54" y="163"/>
                </a:lnTo>
                <a:lnTo>
                  <a:pt x="61" y="154"/>
                </a:lnTo>
                <a:lnTo>
                  <a:pt x="68" y="146"/>
                </a:lnTo>
                <a:lnTo>
                  <a:pt x="76" y="138"/>
                </a:lnTo>
                <a:lnTo>
                  <a:pt x="83" y="130"/>
                </a:lnTo>
                <a:lnTo>
                  <a:pt x="92" y="122"/>
                </a:lnTo>
                <a:lnTo>
                  <a:pt x="100" y="114"/>
                </a:lnTo>
                <a:lnTo>
                  <a:pt x="109" y="107"/>
                </a:lnTo>
                <a:lnTo>
                  <a:pt x="119" y="99"/>
                </a:lnTo>
                <a:lnTo>
                  <a:pt x="128" y="92"/>
                </a:lnTo>
                <a:lnTo>
                  <a:pt x="138" y="85"/>
                </a:lnTo>
                <a:lnTo>
                  <a:pt x="148" y="79"/>
                </a:lnTo>
                <a:lnTo>
                  <a:pt x="159" y="72"/>
                </a:lnTo>
                <a:lnTo>
                  <a:pt x="169" y="66"/>
                </a:lnTo>
                <a:lnTo>
                  <a:pt x="180" y="60"/>
                </a:lnTo>
                <a:lnTo>
                  <a:pt x="192" y="55"/>
                </a:lnTo>
                <a:lnTo>
                  <a:pt x="203" y="49"/>
                </a:lnTo>
                <a:lnTo>
                  <a:pt x="215" y="44"/>
                </a:lnTo>
                <a:lnTo>
                  <a:pt x="227" y="39"/>
                </a:lnTo>
                <a:lnTo>
                  <a:pt x="239" y="35"/>
                </a:lnTo>
                <a:lnTo>
                  <a:pt x="251" y="30"/>
                </a:lnTo>
                <a:lnTo>
                  <a:pt x="264" y="26"/>
                </a:lnTo>
                <a:lnTo>
                  <a:pt x="277" y="22"/>
                </a:lnTo>
                <a:lnTo>
                  <a:pt x="290" y="19"/>
                </a:lnTo>
                <a:lnTo>
                  <a:pt x="303" y="16"/>
                </a:lnTo>
                <a:lnTo>
                  <a:pt x="316" y="13"/>
                </a:lnTo>
                <a:lnTo>
                  <a:pt x="329" y="10"/>
                </a:lnTo>
                <a:lnTo>
                  <a:pt x="342" y="8"/>
                </a:lnTo>
                <a:lnTo>
                  <a:pt x="356" y="6"/>
                </a:lnTo>
                <a:lnTo>
                  <a:pt x="369" y="4"/>
                </a:lnTo>
                <a:lnTo>
                  <a:pt x="384" y="3"/>
                </a:lnTo>
                <a:lnTo>
                  <a:pt x="398" y="2"/>
                </a:lnTo>
                <a:lnTo>
                  <a:pt x="411" y="1"/>
                </a:lnTo>
                <a:lnTo>
                  <a:pt x="425" y="1"/>
                </a:lnTo>
                <a:lnTo>
                  <a:pt x="439" y="0"/>
                </a:lnTo>
                <a:lnTo>
                  <a:pt x="453" y="1"/>
                </a:lnTo>
                <a:lnTo>
                  <a:pt x="466" y="1"/>
                </a:lnTo>
                <a:lnTo>
                  <a:pt x="480" y="2"/>
                </a:lnTo>
                <a:lnTo>
                  <a:pt x="494" y="3"/>
                </a:lnTo>
                <a:lnTo>
                  <a:pt x="507" y="4"/>
                </a:lnTo>
                <a:lnTo>
                  <a:pt x="521" y="6"/>
                </a:lnTo>
                <a:lnTo>
                  <a:pt x="535" y="8"/>
                </a:lnTo>
                <a:lnTo>
                  <a:pt x="548" y="10"/>
                </a:lnTo>
                <a:lnTo>
                  <a:pt x="561" y="13"/>
                </a:lnTo>
                <a:lnTo>
                  <a:pt x="574" y="16"/>
                </a:lnTo>
                <a:lnTo>
                  <a:pt x="587" y="19"/>
                </a:lnTo>
                <a:lnTo>
                  <a:pt x="600" y="22"/>
                </a:lnTo>
                <a:lnTo>
                  <a:pt x="613" y="26"/>
                </a:lnTo>
                <a:lnTo>
                  <a:pt x="626" y="30"/>
                </a:lnTo>
                <a:lnTo>
                  <a:pt x="638" y="35"/>
                </a:lnTo>
                <a:lnTo>
                  <a:pt x="650" y="39"/>
                </a:lnTo>
                <a:lnTo>
                  <a:pt x="662" y="44"/>
                </a:lnTo>
                <a:lnTo>
                  <a:pt x="674" y="49"/>
                </a:lnTo>
                <a:lnTo>
                  <a:pt x="685" y="55"/>
                </a:lnTo>
                <a:lnTo>
                  <a:pt x="697" y="60"/>
                </a:lnTo>
                <a:lnTo>
                  <a:pt x="708" y="66"/>
                </a:lnTo>
                <a:lnTo>
                  <a:pt x="718" y="72"/>
                </a:lnTo>
                <a:lnTo>
                  <a:pt x="729" y="79"/>
                </a:lnTo>
                <a:lnTo>
                  <a:pt x="739" y="85"/>
                </a:lnTo>
                <a:lnTo>
                  <a:pt x="749" y="92"/>
                </a:lnTo>
                <a:lnTo>
                  <a:pt x="758" y="99"/>
                </a:lnTo>
                <a:lnTo>
                  <a:pt x="768" y="107"/>
                </a:lnTo>
                <a:lnTo>
                  <a:pt x="777" y="114"/>
                </a:lnTo>
                <a:lnTo>
                  <a:pt x="785" y="122"/>
                </a:lnTo>
                <a:lnTo>
                  <a:pt x="793" y="130"/>
                </a:lnTo>
                <a:lnTo>
                  <a:pt x="801" y="138"/>
                </a:lnTo>
                <a:lnTo>
                  <a:pt x="809" y="146"/>
                </a:lnTo>
                <a:lnTo>
                  <a:pt x="816" y="154"/>
                </a:lnTo>
                <a:lnTo>
                  <a:pt x="823" y="163"/>
                </a:lnTo>
                <a:lnTo>
                  <a:pt x="829" y="172"/>
                </a:lnTo>
                <a:lnTo>
                  <a:pt x="835" y="181"/>
                </a:lnTo>
                <a:lnTo>
                  <a:pt x="841" y="190"/>
                </a:lnTo>
                <a:lnTo>
                  <a:pt x="846" y="199"/>
                </a:lnTo>
                <a:lnTo>
                  <a:pt x="851" y="208"/>
                </a:lnTo>
                <a:lnTo>
                  <a:pt x="856" y="217"/>
                </a:lnTo>
                <a:lnTo>
                  <a:pt x="860" y="227"/>
                </a:lnTo>
                <a:lnTo>
                  <a:pt x="863" y="236"/>
                </a:lnTo>
                <a:lnTo>
                  <a:pt x="867" y="246"/>
                </a:lnTo>
                <a:lnTo>
                  <a:pt x="869" y="255"/>
                </a:lnTo>
                <a:lnTo>
                  <a:pt x="872" y="265"/>
                </a:lnTo>
                <a:lnTo>
                  <a:pt x="874" y="275"/>
                </a:lnTo>
                <a:lnTo>
                  <a:pt x="875" y="285"/>
                </a:lnTo>
                <a:lnTo>
                  <a:pt x="876" y="295"/>
                </a:lnTo>
                <a:lnTo>
                  <a:pt x="877" y="304"/>
                </a:lnTo>
                <a:lnTo>
                  <a:pt x="877" y="314"/>
                </a:lnTo>
                <a:close/>
              </a:path>
            </a:pathLst>
          </a:custGeom>
          <a:solidFill>
            <a:srgbClr val="ffdd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1" name=""/>
          <p:cNvSpPr/>
          <p:nvPr/>
        </p:nvSpPr>
        <p:spPr>
          <a:xfrm>
            <a:off x="7903440" y="2830320"/>
            <a:ext cx="318600" cy="228240"/>
          </a:xfrm>
          <a:custGeom>
            <a:avLst/>
            <a:gdLst/>
            <a:ahLst/>
            <a:rect l="0" t="0" r="r" b="b"/>
            <a:pathLst>
              <a:path w="885" h="634">
                <a:moveTo>
                  <a:pt x="881" y="317"/>
                </a:moveTo>
                <a:lnTo>
                  <a:pt x="881" y="307"/>
                </a:lnTo>
                <a:lnTo>
                  <a:pt x="880" y="298"/>
                </a:lnTo>
                <a:lnTo>
                  <a:pt x="879" y="288"/>
                </a:lnTo>
                <a:lnTo>
                  <a:pt x="878" y="278"/>
                </a:lnTo>
                <a:lnTo>
                  <a:pt x="876" y="268"/>
                </a:lnTo>
                <a:lnTo>
                  <a:pt x="873" y="258"/>
                </a:lnTo>
                <a:lnTo>
                  <a:pt x="871" y="249"/>
                </a:lnTo>
                <a:lnTo>
                  <a:pt x="867" y="239"/>
                </a:lnTo>
                <a:lnTo>
                  <a:pt x="864" y="230"/>
                </a:lnTo>
                <a:lnTo>
                  <a:pt x="860" y="220"/>
                </a:lnTo>
                <a:lnTo>
                  <a:pt x="855" y="211"/>
                </a:lnTo>
                <a:lnTo>
                  <a:pt x="850" y="202"/>
                </a:lnTo>
                <a:lnTo>
                  <a:pt x="845" y="193"/>
                </a:lnTo>
                <a:lnTo>
                  <a:pt x="839" y="184"/>
                </a:lnTo>
                <a:lnTo>
                  <a:pt x="833" y="175"/>
                </a:lnTo>
                <a:lnTo>
                  <a:pt x="827" y="166"/>
                </a:lnTo>
                <a:lnTo>
                  <a:pt x="820" y="157"/>
                </a:lnTo>
                <a:lnTo>
                  <a:pt x="813" y="149"/>
                </a:lnTo>
                <a:lnTo>
                  <a:pt x="805" y="141"/>
                </a:lnTo>
                <a:lnTo>
                  <a:pt x="797" y="133"/>
                </a:lnTo>
                <a:lnTo>
                  <a:pt x="789" y="125"/>
                </a:lnTo>
                <a:lnTo>
                  <a:pt x="781" y="117"/>
                </a:lnTo>
                <a:lnTo>
                  <a:pt x="772" y="110"/>
                </a:lnTo>
                <a:lnTo>
                  <a:pt x="762" y="102"/>
                </a:lnTo>
                <a:lnTo>
                  <a:pt x="753" y="95"/>
                </a:lnTo>
                <a:lnTo>
                  <a:pt x="743" y="88"/>
                </a:lnTo>
                <a:lnTo>
                  <a:pt x="733" y="82"/>
                </a:lnTo>
                <a:lnTo>
                  <a:pt x="722" y="75"/>
                </a:lnTo>
                <a:lnTo>
                  <a:pt x="712" y="69"/>
                </a:lnTo>
                <a:lnTo>
                  <a:pt x="701" y="63"/>
                </a:lnTo>
                <a:lnTo>
                  <a:pt x="689" y="58"/>
                </a:lnTo>
                <a:lnTo>
                  <a:pt x="678" y="52"/>
                </a:lnTo>
                <a:lnTo>
                  <a:pt x="666" y="46"/>
                </a:lnTo>
                <a:lnTo>
                  <a:pt x="654" y="41"/>
                </a:lnTo>
                <a:lnTo>
                  <a:pt x="642" y="37"/>
                </a:lnTo>
                <a:lnTo>
                  <a:pt x="630" y="32"/>
                </a:lnTo>
                <a:lnTo>
                  <a:pt x="617" y="28"/>
                </a:lnTo>
                <a:lnTo>
                  <a:pt x="604" y="24"/>
                </a:lnTo>
                <a:lnTo>
                  <a:pt x="591" y="21"/>
                </a:lnTo>
                <a:lnTo>
                  <a:pt x="577" y="18"/>
                </a:lnTo>
                <a:lnTo>
                  <a:pt x="564" y="15"/>
                </a:lnTo>
                <a:lnTo>
                  <a:pt x="551" y="12"/>
                </a:lnTo>
                <a:lnTo>
                  <a:pt x="538" y="10"/>
                </a:lnTo>
                <a:lnTo>
                  <a:pt x="524" y="8"/>
                </a:lnTo>
                <a:lnTo>
                  <a:pt x="510" y="6"/>
                </a:lnTo>
                <a:lnTo>
                  <a:pt x="497" y="5"/>
                </a:lnTo>
                <a:lnTo>
                  <a:pt x="483" y="4"/>
                </a:lnTo>
                <a:lnTo>
                  <a:pt x="469" y="3"/>
                </a:lnTo>
                <a:lnTo>
                  <a:pt x="456" y="3"/>
                </a:lnTo>
                <a:lnTo>
                  <a:pt x="442" y="2"/>
                </a:lnTo>
                <a:lnTo>
                  <a:pt x="428" y="3"/>
                </a:lnTo>
                <a:lnTo>
                  <a:pt x="414" y="3"/>
                </a:lnTo>
                <a:lnTo>
                  <a:pt x="401" y="4"/>
                </a:lnTo>
                <a:lnTo>
                  <a:pt x="387" y="5"/>
                </a:lnTo>
                <a:lnTo>
                  <a:pt x="373" y="6"/>
                </a:lnTo>
                <a:lnTo>
                  <a:pt x="360" y="8"/>
                </a:lnTo>
                <a:lnTo>
                  <a:pt x="346" y="10"/>
                </a:lnTo>
                <a:lnTo>
                  <a:pt x="333" y="12"/>
                </a:lnTo>
                <a:lnTo>
                  <a:pt x="320" y="15"/>
                </a:lnTo>
                <a:lnTo>
                  <a:pt x="307" y="18"/>
                </a:lnTo>
                <a:lnTo>
                  <a:pt x="294" y="21"/>
                </a:lnTo>
                <a:lnTo>
                  <a:pt x="281" y="24"/>
                </a:lnTo>
                <a:lnTo>
                  <a:pt x="268" y="28"/>
                </a:lnTo>
                <a:lnTo>
                  <a:pt x="255" y="32"/>
                </a:lnTo>
                <a:lnTo>
                  <a:pt x="243" y="37"/>
                </a:lnTo>
                <a:lnTo>
                  <a:pt x="231" y="41"/>
                </a:lnTo>
                <a:lnTo>
                  <a:pt x="219" y="46"/>
                </a:lnTo>
                <a:lnTo>
                  <a:pt x="207" y="52"/>
                </a:lnTo>
                <a:lnTo>
                  <a:pt x="196" y="58"/>
                </a:lnTo>
                <a:lnTo>
                  <a:pt x="184" y="63"/>
                </a:lnTo>
                <a:lnTo>
                  <a:pt x="173" y="69"/>
                </a:lnTo>
                <a:lnTo>
                  <a:pt x="163" y="75"/>
                </a:lnTo>
                <a:lnTo>
                  <a:pt x="152" y="82"/>
                </a:lnTo>
                <a:lnTo>
                  <a:pt x="142" y="88"/>
                </a:lnTo>
                <a:lnTo>
                  <a:pt x="132" y="95"/>
                </a:lnTo>
                <a:lnTo>
                  <a:pt x="123" y="102"/>
                </a:lnTo>
                <a:lnTo>
                  <a:pt x="113" y="110"/>
                </a:lnTo>
                <a:lnTo>
                  <a:pt x="104" y="117"/>
                </a:lnTo>
                <a:lnTo>
                  <a:pt x="96" y="125"/>
                </a:lnTo>
                <a:lnTo>
                  <a:pt x="87" y="133"/>
                </a:lnTo>
                <a:lnTo>
                  <a:pt x="80" y="141"/>
                </a:lnTo>
                <a:lnTo>
                  <a:pt x="72" y="149"/>
                </a:lnTo>
                <a:lnTo>
                  <a:pt x="65" y="157"/>
                </a:lnTo>
                <a:lnTo>
                  <a:pt x="58" y="166"/>
                </a:lnTo>
                <a:lnTo>
                  <a:pt x="52" y="175"/>
                </a:lnTo>
                <a:lnTo>
                  <a:pt x="45" y="184"/>
                </a:lnTo>
                <a:lnTo>
                  <a:pt x="40" y="193"/>
                </a:lnTo>
                <a:lnTo>
                  <a:pt x="35" y="202"/>
                </a:lnTo>
                <a:lnTo>
                  <a:pt x="30" y="211"/>
                </a:lnTo>
                <a:lnTo>
                  <a:pt x="25" y="220"/>
                </a:lnTo>
                <a:lnTo>
                  <a:pt x="21" y="230"/>
                </a:lnTo>
                <a:lnTo>
                  <a:pt x="18" y="239"/>
                </a:lnTo>
                <a:lnTo>
                  <a:pt x="14" y="249"/>
                </a:lnTo>
                <a:lnTo>
                  <a:pt x="12" y="258"/>
                </a:lnTo>
                <a:lnTo>
                  <a:pt x="9" y="268"/>
                </a:lnTo>
                <a:lnTo>
                  <a:pt x="7" y="278"/>
                </a:lnTo>
                <a:lnTo>
                  <a:pt x="6" y="288"/>
                </a:lnTo>
                <a:lnTo>
                  <a:pt x="5" y="298"/>
                </a:lnTo>
                <a:lnTo>
                  <a:pt x="4" y="307"/>
                </a:lnTo>
                <a:lnTo>
                  <a:pt x="4" y="317"/>
                </a:lnTo>
                <a:lnTo>
                  <a:pt x="4" y="327"/>
                </a:lnTo>
                <a:lnTo>
                  <a:pt x="5" y="337"/>
                </a:lnTo>
                <a:lnTo>
                  <a:pt x="6" y="347"/>
                </a:lnTo>
                <a:lnTo>
                  <a:pt x="7" y="357"/>
                </a:lnTo>
                <a:lnTo>
                  <a:pt x="9" y="366"/>
                </a:lnTo>
                <a:lnTo>
                  <a:pt x="12" y="376"/>
                </a:lnTo>
                <a:lnTo>
                  <a:pt x="14" y="386"/>
                </a:lnTo>
                <a:lnTo>
                  <a:pt x="18" y="395"/>
                </a:lnTo>
                <a:lnTo>
                  <a:pt x="21" y="405"/>
                </a:lnTo>
                <a:lnTo>
                  <a:pt x="25" y="414"/>
                </a:lnTo>
                <a:lnTo>
                  <a:pt x="30" y="424"/>
                </a:lnTo>
                <a:lnTo>
                  <a:pt x="35" y="433"/>
                </a:lnTo>
                <a:lnTo>
                  <a:pt x="40" y="442"/>
                </a:lnTo>
                <a:lnTo>
                  <a:pt x="45" y="451"/>
                </a:lnTo>
                <a:lnTo>
                  <a:pt x="52" y="460"/>
                </a:lnTo>
                <a:lnTo>
                  <a:pt x="58" y="469"/>
                </a:lnTo>
                <a:lnTo>
                  <a:pt x="65" y="477"/>
                </a:lnTo>
                <a:lnTo>
                  <a:pt x="72" y="486"/>
                </a:lnTo>
                <a:lnTo>
                  <a:pt x="80" y="494"/>
                </a:lnTo>
                <a:lnTo>
                  <a:pt x="87" y="502"/>
                </a:lnTo>
                <a:lnTo>
                  <a:pt x="96" y="510"/>
                </a:lnTo>
                <a:lnTo>
                  <a:pt x="104" y="517"/>
                </a:lnTo>
                <a:lnTo>
                  <a:pt x="113" y="525"/>
                </a:lnTo>
                <a:lnTo>
                  <a:pt x="123" y="532"/>
                </a:lnTo>
                <a:lnTo>
                  <a:pt x="132" y="539"/>
                </a:lnTo>
                <a:lnTo>
                  <a:pt x="142" y="546"/>
                </a:lnTo>
                <a:lnTo>
                  <a:pt x="152" y="553"/>
                </a:lnTo>
                <a:lnTo>
                  <a:pt x="163" y="559"/>
                </a:lnTo>
                <a:lnTo>
                  <a:pt x="173" y="565"/>
                </a:lnTo>
                <a:lnTo>
                  <a:pt x="184" y="571"/>
                </a:lnTo>
                <a:lnTo>
                  <a:pt x="196" y="577"/>
                </a:lnTo>
                <a:lnTo>
                  <a:pt x="207" y="582"/>
                </a:lnTo>
                <a:lnTo>
                  <a:pt x="219" y="588"/>
                </a:lnTo>
                <a:lnTo>
                  <a:pt x="231" y="592"/>
                </a:lnTo>
                <a:lnTo>
                  <a:pt x="243" y="597"/>
                </a:lnTo>
                <a:lnTo>
                  <a:pt x="255" y="601"/>
                </a:lnTo>
                <a:lnTo>
                  <a:pt x="268" y="605"/>
                </a:lnTo>
                <a:lnTo>
                  <a:pt x="281" y="609"/>
                </a:lnTo>
                <a:lnTo>
                  <a:pt x="294" y="613"/>
                </a:lnTo>
                <a:lnTo>
                  <a:pt x="307" y="616"/>
                </a:lnTo>
                <a:lnTo>
                  <a:pt x="320" y="619"/>
                </a:lnTo>
                <a:lnTo>
                  <a:pt x="333" y="621"/>
                </a:lnTo>
                <a:lnTo>
                  <a:pt x="346" y="624"/>
                </a:lnTo>
                <a:lnTo>
                  <a:pt x="360" y="626"/>
                </a:lnTo>
                <a:lnTo>
                  <a:pt x="373" y="627"/>
                </a:lnTo>
                <a:lnTo>
                  <a:pt x="387" y="629"/>
                </a:lnTo>
                <a:lnTo>
                  <a:pt x="401" y="630"/>
                </a:lnTo>
                <a:lnTo>
                  <a:pt x="414" y="631"/>
                </a:lnTo>
                <a:lnTo>
                  <a:pt x="428" y="631"/>
                </a:lnTo>
                <a:lnTo>
                  <a:pt x="442" y="631"/>
                </a:lnTo>
                <a:lnTo>
                  <a:pt x="456" y="631"/>
                </a:lnTo>
                <a:lnTo>
                  <a:pt x="469" y="631"/>
                </a:lnTo>
                <a:lnTo>
                  <a:pt x="483" y="630"/>
                </a:lnTo>
                <a:lnTo>
                  <a:pt x="497" y="629"/>
                </a:lnTo>
                <a:lnTo>
                  <a:pt x="510" y="627"/>
                </a:lnTo>
                <a:lnTo>
                  <a:pt x="524" y="626"/>
                </a:lnTo>
                <a:lnTo>
                  <a:pt x="538" y="624"/>
                </a:lnTo>
                <a:lnTo>
                  <a:pt x="551" y="621"/>
                </a:lnTo>
                <a:lnTo>
                  <a:pt x="564" y="619"/>
                </a:lnTo>
                <a:lnTo>
                  <a:pt x="577" y="616"/>
                </a:lnTo>
                <a:lnTo>
                  <a:pt x="591" y="613"/>
                </a:lnTo>
                <a:lnTo>
                  <a:pt x="604" y="609"/>
                </a:lnTo>
                <a:lnTo>
                  <a:pt x="617" y="605"/>
                </a:lnTo>
                <a:lnTo>
                  <a:pt x="630" y="601"/>
                </a:lnTo>
                <a:lnTo>
                  <a:pt x="642" y="597"/>
                </a:lnTo>
                <a:lnTo>
                  <a:pt x="654" y="592"/>
                </a:lnTo>
                <a:lnTo>
                  <a:pt x="666" y="588"/>
                </a:lnTo>
                <a:lnTo>
                  <a:pt x="678" y="582"/>
                </a:lnTo>
                <a:lnTo>
                  <a:pt x="689" y="577"/>
                </a:lnTo>
                <a:lnTo>
                  <a:pt x="701" y="571"/>
                </a:lnTo>
                <a:lnTo>
                  <a:pt x="712" y="565"/>
                </a:lnTo>
                <a:lnTo>
                  <a:pt x="722" y="559"/>
                </a:lnTo>
                <a:lnTo>
                  <a:pt x="733" y="553"/>
                </a:lnTo>
                <a:lnTo>
                  <a:pt x="743" y="546"/>
                </a:lnTo>
                <a:lnTo>
                  <a:pt x="753" y="539"/>
                </a:lnTo>
                <a:lnTo>
                  <a:pt x="762" y="532"/>
                </a:lnTo>
                <a:lnTo>
                  <a:pt x="772" y="525"/>
                </a:lnTo>
                <a:lnTo>
                  <a:pt x="781" y="517"/>
                </a:lnTo>
                <a:lnTo>
                  <a:pt x="789" y="510"/>
                </a:lnTo>
                <a:lnTo>
                  <a:pt x="797" y="502"/>
                </a:lnTo>
                <a:lnTo>
                  <a:pt x="805" y="494"/>
                </a:lnTo>
                <a:lnTo>
                  <a:pt x="813" y="486"/>
                </a:lnTo>
                <a:lnTo>
                  <a:pt x="820" y="477"/>
                </a:lnTo>
                <a:lnTo>
                  <a:pt x="827" y="469"/>
                </a:lnTo>
                <a:lnTo>
                  <a:pt x="833" y="460"/>
                </a:lnTo>
                <a:lnTo>
                  <a:pt x="839" y="451"/>
                </a:lnTo>
                <a:lnTo>
                  <a:pt x="845" y="442"/>
                </a:lnTo>
                <a:lnTo>
                  <a:pt x="850" y="433"/>
                </a:lnTo>
                <a:lnTo>
                  <a:pt x="855" y="424"/>
                </a:lnTo>
                <a:lnTo>
                  <a:pt x="860" y="414"/>
                </a:lnTo>
                <a:lnTo>
                  <a:pt x="864" y="405"/>
                </a:lnTo>
                <a:lnTo>
                  <a:pt x="867" y="395"/>
                </a:lnTo>
                <a:lnTo>
                  <a:pt x="871" y="386"/>
                </a:lnTo>
                <a:lnTo>
                  <a:pt x="873" y="376"/>
                </a:lnTo>
                <a:lnTo>
                  <a:pt x="876" y="366"/>
                </a:lnTo>
                <a:lnTo>
                  <a:pt x="878" y="357"/>
                </a:lnTo>
                <a:lnTo>
                  <a:pt x="879" y="347"/>
                </a:lnTo>
                <a:lnTo>
                  <a:pt x="880" y="337"/>
                </a:lnTo>
                <a:lnTo>
                  <a:pt x="881" y="327"/>
                </a:lnTo>
                <a:lnTo>
                  <a:pt x="881" y="317"/>
                </a:lnTo>
                <a:moveTo>
                  <a:pt x="885" y="317"/>
                </a:moveTo>
                <a:lnTo>
                  <a:pt x="885" y="327"/>
                </a:lnTo>
                <a:lnTo>
                  <a:pt x="884" y="337"/>
                </a:lnTo>
                <a:lnTo>
                  <a:pt x="883" y="347"/>
                </a:lnTo>
                <a:lnTo>
                  <a:pt x="882" y="357"/>
                </a:lnTo>
                <a:lnTo>
                  <a:pt x="880" y="367"/>
                </a:lnTo>
                <a:lnTo>
                  <a:pt x="877" y="377"/>
                </a:lnTo>
                <a:lnTo>
                  <a:pt x="874" y="386"/>
                </a:lnTo>
                <a:lnTo>
                  <a:pt x="871" y="396"/>
                </a:lnTo>
                <a:lnTo>
                  <a:pt x="867" y="406"/>
                </a:lnTo>
                <a:lnTo>
                  <a:pt x="863" y="415"/>
                </a:lnTo>
                <a:lnTo>
                  <a:pt x="859" y="425"/>
                </a:lnTo>
                <a:lnTo>
                  <a:pt x="854" y="434"/>
                </a:lnTo>
                <a:lnTo>
                  <a:pt x="849" y="443"/>
                </a:lnTo>
                <a:lnTo>
                  <a:pt x="843" y="452"/>
                </a:lnTo>
                <a:lnTo>
                  <a:pt x="837" y="461"/>
                </a:lnTo>
                <a:lnTo>
                  <a:pt x="830" y="470"/>
                </a:lnTo>
                <a:lnTo>
                  <a:pt x="823" y="479"/>
                </a:lnTo>
                <a:lnTo>
                  <a:pt x="816" y="487"/>
                </a:lnTo>
                <a:lnTo>
                  <a:pt x="809" y="495"/>
                </a:lnTo>
                <a:lnTo>
                  <a:pt x="801" y="503"/>
                </a:lnTo>
                <a:lnTo>
                  <a:pt x="792" y="511"/>
                </a:lnTo>
                <a:lnTo>
                  <a:pt x="784" y="519"/>
                </a:lnTo>
                <a:lnTo>
                  <a:pt x="775" y="527"/>
                </a:lnTo>
                <a:lnTo>
                  <a:pt x="765" y="534"/>
                </a:lnTo>
                <a:lnTo>
                  <a:pt x="756" y="541"/>
                </a:lnTo>
                <a:lnTo>
                  <a:pt x="746" y="548"/>
                </a:lnTo>
                <a:lnTo>
                  <a:pt x="735" y="555"/>
                </a:lnTo>
                <a:lnTo>
                  <a:pt x="725" y="561"/>
                </a:lnTo>
                <a:lnTo>
                  <a:pt x="714" y="568"/>
                </a:lnTo>
                <a:lnTo>
                  <a:pt x="703" y="574"/>
                </a:lnTo>
                <a:lnTo>
                  <a:pt x="691" y="579"/>
                </a:lnTo>
                <a:lnTo>
                  <a:pt x="680" y="585"/>
                </a:lnTo>
                <a:lnTo>
                  <a:pt x="668" y="590"/>
                </a:lnTo>
                <a:lnTo>
                  <a:pt x="656" y="595"/>
                </a:lnTo>
                <a:lnTo>
                  <a:pt x="644" y="599"/>
                </a:lnTo>
                <a:lnTo>
                  <a:pt x="631" y="604"/>
                </a:lnTo>
                <a:lnTo>
                  <a:pt x="619" y="608"/>
                </a:lnTo>
                <a:lnTo>
                  <a:pt x="606" y="612"/>
                </a:lnTo>
                <a:lnTo>
                  <a:pt x="593" y="615"/>
                </a:lnTo>
                <a:lnTo>
                  <a:pt x="579" y="619"/>
                </a:lnTo>
                <a:lnTo>
                  <a:pt x="565" y="621"/>
                </a:lnTo>
                <a:lnTo>
                  <a:pt x="552" y="624"/>
                </a:lnTo>
                <a:lnTo>
                  <a:pt x="538" y="626"/>
                </a:lnTo>
                <a:lnTo>
                  <a:pt x="525" y="628"/>
                </a:lnTo>
                <a:lnTo>
                  <a:pt x="511" y="630"/>
                </a:lnTo>
                <a:lnTo>
                  <a:pt x="497" y="632"/>
                </a:lnTo>
                <a:lnTo>
                  <a:pt x="484" y="633"/>
                </a:lnTo>
                <a:lnTo>
                  <a:pt x="470" y="633"/>
                </a:lnTo>
                <a:lnTo>
                  <a:pt x="456" y="634"/>
                </a:lnTo>
                <a:lnTo>
                  <a:pt x="442" y="634"/>
                </a:lnTo>
                <a:lnTo>
                  <a:pt x="428" y="634"/>
                </a:lnTo>
                <a:lnTo>
                  <a:pt x="414" y="633"/>
                </a:lnTo>
                <a:lnTo>
                  <a:pt x="400" y="633"/>
                </a:lnTo>
                <a:lnTo>
                  <a:pt x="387" y="632"/>
                </a:lnTo>
                <a:lnTo>
                  <a:pt x="373" y="630"/>
                </a:lnTo>
                <a:lnTo>
                  <a:pt x="359" y="628"/>
                </a:lnTo>
                <a:lnTo>
                  <a:pt x="346" y="626"/>
                </a:lnTo>
                <a:lnTo>
                  <a:pt x="332" y="624"/>
                </a:lnTo>
                <a:lnTo>
                  <a:pt x="319" y="621"/>
                </a:lnTo>
                <a:lnTo>
                  <a:pt x="305" y="619"/>
                </a:lnTo>
                <a:lnTo>
                  <a:pt x="292" y="615"/>
                </a:lnTo>
                <a:lnTo>
                  <a:pt x="279" y="612"/>
                </a:lnTo>
                <a:lnTo>
                  <a:pt x="266" y="608"/>
                </a:lnTo>
                <a:lnTo>
                  <a:pt x="254" y="604"/>
                </a:lnTo>
                <a:lnTo>
                  <a:pt x="241" y="599"/>
                </a:lnTo>
                <a:lnTo>
                  <a:pt x="229" y="595"/>
                </a:lnTo>
                <a:lnTo>
                  <a:pt x="217" y="590"/>
                </a:lnTo>
                <a:lnTo>
                  <a:pt x="205" y="585"/>
                </a:lnTo>
                <a:lnTo>
                  <a:pt x="193" y="579"/>
                </a:lnTo>
                <a:lnTo>
                  <a:pt x="182" y="574"/>
                </a:lnTo>
                <a:lnTo>
                  <a:pt x="171" y="568"/>
                </a:lnTo>
                <a:lnTo>
                  <a:pt x="160" y="561"/>
                </a:lnTo>
                <a:lnTo>
                  <a:pt x="150" y="555"/>
                </a:lnTo>
                <a:lnTo>
                  <a:pt x="139" y="548"/>
                </a:lnTo>
                <a:lnTo>
                  <a:pt x="129" y="541"/>
                </a:lnTo>
                <a:lnTo>
                  <a:pt x="120" y="534"/>
                </a:lnTo>
                <a:lnTo>
                  <a:pt x="110" y="527"/>
                </a:lnTo>
                <a:lnTo>
                  <a:pt x="101" y="519"/>
                </a:lnTo>
                <a:lnTo>
                  <a:pt x="93" y="511"/>
                </a:lnTo>
                <a:lnTo>
                  <a:pt x="84" y="503"/>
                </a:lnTo>
                <a:lnTo>
                  <a:pt x="76" y="495"/>
                </a:lnTo>
                <a:lnTo>
                  <a:pt x="69" y="487"/>
                </a:lnTo>
                <a:lnTo>
                  <a:pt x="61" y="479"/>
                </a:lnTo>
                <a:lnTo>
                  <a:pt x="55" y="470"/>
                </a:lnTo>
                <a:lnTo>
                  <a:pt x="48" y="461"/>
                </a:lnTo>
                <a:lnTo>
                  <a:pt x="42" y="452"/>
                </a:lnTo>
                <a:lnTo>
                  <a:pt x="36" y="443"/>
                </a:lnTo>
                <a:lnTo>
                  <a:pt x="31" y="434"/>
                </a:lnTo>
                <a:lnTo>
                  <a:pt x="26" y="425"/>
                </a:lnTo>
                <a:lnTo>
                  <a:pt x="22" y="415"/>
                </a:lnTo>
                <a:lnTo>
                  <a:pt x="17" y="406"/>
                </a:lnTo>
                <a:lnTo>
                  <a:pt x="14" y="396"/>
                </a:lnTo>
                <a:lnTo>
                  <a:pt x="11" y="386"/>
                </a:lnTo>
                <a:lnTo>
                  <a:pt x="8" y="377"/>
                </a:lnTo>
                <a:lnTo>
                  <a:pt x="5" y="367"/>
                </a:lnTo>
                <a:lnTo>
                  <a:pt x="3" y="357"/>
                </a:lnTo>
                <a:lnTo>
                  <a:pt x="2" y="347"/>
                </a:lnTo>
                <a:lnTo>
                  <a:pt x="1" y="337"/>
                </a:lnTo>
                <a:lnTo>
                  <a:pt x="0" y="327"/>
                </a:lnTo>
                <a:lnTo>
                  <a:pt x="0" y="317"/>
                </a:lnTo>
                <a:lnTo>
                  <a:pt x="0" y="307"/>
                </a:lnTo>
                <a:lnTo>
                  <a:pt x="1" y="297"/>
                </a:lnTo>
                <a:lnTo>
                  <a:pt x="2" y="287"/>
                </a:lnTo>
                <a:lnTo>
                  <a:pt x="3" y="278"/>
                </a:lnTo>
                <a:lnTo>
                  <a:pt x="5" y="268"/>
                </a:lnTo>
                <a:lnTo>
                  <a:pt x="8" y="258"/>
                </a:lnTo>
                <a:lnTo>
                  <a:pt x="11" y="248"/>
                </a:lnTo>
                <a:lnTo>
                  <a:pt x="14" y="239"/>
                </a:lnTo>
                <a:lnTo>
                  <a:pt x="17" y="229"/>
                </a:lnTo>
                <a:lnTo>
                  <a:pt x="22" y="219"/>
                </a:lnTo>
                <a:lnTo>
                  <a:pt x="26" y="210"/>
                </a:lnTo>
                <a:lnTo>
                  <a:pt x="31" y="201"/>
                </a:lnTo>
                <a:lnTo>
                  <a:pt x="36" y="192"/>
                </a:lnTo>
                <a:lnTo>
                  <a:pt x="42" y="182"/>
                </a:lnTo>
                <a:lnTo>
                  <a:pt x="48" y="174"/>
                </a:lnTo>
                <a:lnTo>
                  <a:pt x="55" y="165"/>
                </a:lnTo>
                <a:lnTo>
                  <a:pt x="61" y="156"/>
                </a:lnTo>
                <a:lnTo>
                  <a:pt x="69" y="148"/>
                </a:lnTo>
                <a:lnTo>
                  <a:pt x="76" y="139"/>
                </a:lnTo>
                <a:lnTo>
                  <a:pt x="84" y="131"/>
                </a:lnTo>
                <a:lnTo>
                  <a:pt x="93" y="123"/>
                </a:lnTo>
                <a:lnTo>
                  <a:pt x="101" y="115"/>
                </a:lnTo>
                <a:lnTo>
                  <a:pt x="110" y="108"/>
                </a:lnTo>
                <a:lnTo>
                  <a:pt x="120" y="100"/>
                </a:lnTo>
                <a:lnTo>
                  <a:pt x="129" y="93"/>
                </a:lnTo>
                <a:lnTo>
                  <a:pt x="139" y="86"/>
                </a:lnTo>
                <a:lnTo>
                  <a:pt x="150" y="80"/>
                </a:lnTo>
                <a:lnTo>
                  <a:pt x="160" y="73"/>
                </a:lnTo>
                <a:lnTo>
                  <a:pt x="171" y="67"/>
                </a:lnTo>
                <a:lnTo>
                  <a:pt x="182" y="61"/>
                </a:lnTo>
                <a:lnTo>
                  <a:pt x="193" y="55"/>
                </a:lnTo>
                <a:lnTo>
                  <a:pt x="205" y="49"/>
                </a:lnTo>
                <a:lnTo>
                  <a:pt x="217" y="44"/>
                </a:lnTo>
                <a:lnTo>
                  <a:pt x="229" y="39"/>
                </a:lnTo>
                <a:lnTo>
                  <a:pt x="241" y="34"/>
                </a:lnTo>
                <a:lnTo>
                  <a:pt x="254" y="30"/>
                </a:lnTo>
                <a:lnTo>
                  <a:pt x="266" y="26"/>
                </a:lnTo>
                <a:lnTo>
                  <a:pt x="279" y="22"/>
                </a:lnTo>
                <a:lnTo>
                  <a:pt x="292" y="18"/>
                </a:lnTo>
                <a:lnTo>
                  <a:pt x="305" y="15"/>
                </a:lnTo>
                <a:lnTo>
                  <a:pt x="319" y="12"/>
                </a:lnTo>
                <a:lnTo>
                  <a:pt x="332" y="10"/>
                </a:lnTo>
                <a:lnTo>
                  <a:pt x="346" y="7"/>
                </a:lnTo>
                <a:lnTo>
                  <a:pt x="359" y="5"/>
                </a:lnTo>
                <a:lnTo>
                  <a:pt x="373" y="3"/>
                </a:lnTo>
                <a:lnTo>
                  <a:pt x="387" y="2"/>
                </a:lnTo>
                <a:lnTo>
                  <a:pt x="400" y="1"/>
                </a:lnTo>
                <a:lnTo>
                  <a:pt x="414" y="0"/>
                </a:lnTo>
                <a:lnTo>
                  <a:pt x="428" y="0"/>
                </a:lnTo>
                <a:lnTo>
                  <a:pt x="442" y="0"/>
                </a:lnTo>
                <a:lnTo>
                  <a:pt x="456" y="0"/>
                </a:lnTo>
                <a:lnTo>
                  <a:pt x="470" y="0"/>
                </a:lnTo>
                <a:lnTo>
                  <a:pt x="484" y="1"/>
                </a:lnTo>
                <a:lnTo>
                  <a:pt x="497" y="2"/>
                </a:lnTo>
                <a:lnTo>
                  <a:pt x="511" y="3"/>
                </a:lnTo>
                <a:lnTo>
                  <a:pt x="525" y="5"/>
                </a:lnTo>
                <a:lnTo>
                  <a:pt x="538" y="7"/>
                </a:lnTo>
                <a:lnTo>
                  <a:pt x="552" y="10"/>
                </a:lnTo>
                <a:lnTo>
                  <a:pt x="565" y="12"/>
                </a:lnTo>
                <a:lnTo>
                  <a:pt x="579" y="15"/>
                </a:lnTo>
                <a:lnTo>
                  <a:pt x="593" y="18"/>
                </a:lnTo>
                <a:lnTo>
                  <a:pt x="606" y="22"/>
                </a:lnTo>
                <a:lnTo>
                  <a:pt x="619" y="26"/>
                </a:lnTo>
                <a:lnTo>
                  <a:pt x="631" y="30"/>
                </a:lnTo>
                <a:lnTo>
                  <a:pt x="644" y="34"/>
                </a:lnTo>
                <a:lnTo>
                  <a:pt x="656" y="39"/>
                </a:lnTo>
                <a:lnTo>
                  <a:pt x="668" y="44"/>
                </a:lnTo>
                <a:lnTo>
                  <a:pt x="680" y="49"/>
                </a:lnTo>
                <a:lnTo>
                  <a:pt x="691" y="55"/>
                </a:lnTo>
                <a:lnTo>
                  <a:pt x="703" y="61"/>
                </a:lnTo>
                <a:lnTo>
                  <a:pt x="714" y="67"/>
                </a:lnTo>
                <a:lnTo>
                  <a:pt x="725" y="73"/>
                </a:lnTo>
                <a:lnTo>
                  <a:pt x="735" y="80"/>
                </a:lnTo>
                <a:lnTo>
                  <a:pt x="746" y="86"/>
                </a:lnTo>
                <a:lnTo>
                  <a:pt x="756" y="93"/>
                </a:lnTo>
                <a:lnTo>
                  <a:pt x="765" y="100"/>
                </a:lnTo>
                <a:lnTo>
                  <a:pt x="775" y="108"/>
                </a:lnTo>
                <a:lnTo>
                  <a:pt x="784" y="115"/>
                </a:lnTo>
                <a:lnTo>
                  <a:pt x="792" y="123"/>
                </a:lnTo>
                <a:lnTo>
                  <a:pt x="801" y="131"/>
                </a:lnTo>
                <a:lnTo>
                  <a:pt x="809" y="139"/>
                </a:lnTo>
                <a:lnTo>
                  <a:pt x="816" y="148"/>
                </a:lnTo>
                <a:lnTo>
                  <a:pt x="823" y="156"/>
                </a:lnTo>
                <a:lnTo>
                  <a:pt x="830" y="165"/>
                </a:lnTo>
                <a:lnTo>
                  <a:pt x="837" y="174"/>
                </a:lnTo>
                <a:lnTo>
                  <a:pt x="843" y="182"/>
                </a:lnTo>
                <a:lnTo>
                  <a:pt x="849" y="192"/>
                </a:lnTo>
                <a:lnTo>
                  <a:pt x="854" y="201"/>
                </a:lnTo>
                <a:lnTo>
                  <a:pt x="859" y="210"/>
                </a:lnTo>
                <a:lnTo>
                  <a:pt x="863" y="219"/>
                </a:lnTo>
                <a:lnTo>
                  <a:pt x="867" y="229"/>
                </a:lnTo>
                <a:lnTo>
                  <a:pt x="871" y="239"/>
                </a:lnTo>
                <a:lnTo>
                  <a:pt x="874" y="248"/>
                </a:lnTo>
                <a:lnTo>
                  <a:pt x="877" y="258"/>
                </a:lnTo>
                <a:lnTo>
                  <a:pt x="880" y="268"/>
                </a:lnTo>
                <a:lnTo>
                  <a:pt x="882" y="278"/>
                </a:lnTo>
                <a:lnTo>
                  <a:pt x="883" y="287"/>
                </a:lnTo>
                <a:lnTo>
                  <a:pt x="884" y="297"/>
                </a:lnTo>
                <a:lnTo>
                  <a:pt x="885" y="307"/>
                </a:lnTo>
                <a:lnTo>
                  <a:pt x="885" y="317"/>
                </a:lnTo>
                <a:close/>
              </a:path>
            </a:pathLst>
          </a:custGeom>
          <a:solidFill>
            <a:srgbClr val="ffd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2" name=""/>
          <p:cNvSpPr/>
          <p:nvPr/>
        </p:nvSpPr>
        <p:spPr>
          <a:xfrm>
            <a:off x="7902000" y="2829240"/>
            <a:ext cx="321480" cy="230400"/>
          </a:xfrm>
          <a:custGeom>
            <a:avLst/>
            <a:gdLst/>
            <a:ahLst/>
            <a:rect l="0" t="0" r="r" b="b"/>
            <a:pathLst>
              <a:path w="893" h="640">
                <a:moveTo>
                  <a:pt x="889" y="320"/>
                </a:moveTo>
                <a:lnTo>
                  <a:pt x="889" y="310"/>
                </a:lnTo>
                <a:lnTo>
                  <a:pt x="888" y="300"/>
                </a:lnTo>
                <a:lnTo>
                  <a:pt x="887" y="290"/>
                </a:lnTo>
                <a:lnTo>
                  <a:pt x="886" y="281"/>
                </a:lnTo>
                <a:lnTo>
                  <a:pt x="884" y="271"/>
                </a:lnTo>
                <a:lnTo>
                  <a:pt x="881" y="261"/>
                </a:lnTo>
                <a:lnTo>
                  <a:pt x="878" y="251"/>
                </a:lnTo>
                <a:lnTo>
                  <a:pt x="875" y="242"/>
                </a:lnTo>
                <a:lnTo>
                  <a:pt x="871" y="232"/>
                </a:lnTo>
                <a:lnTo>
                  <a:pt x="867" y="222"/>
                </a:lnTo>
                <a:lnTo>
                  <a:pt x="863" y="213"/>
                </a:lnTo>
                <a:lnTo>
                  <a:pt x="858" y="204"/>
                </a:lnTo>
                <a:lnTo>
                  <a:pt x="853" y="195"/>
                </a:lnTo>
                <a:lnTo>
                  <a:pt x="847" y="185"/>
                </a:lnTo>
                <a:lnTo>
                  <a:pt x="841" y="177"/>
                </a:lnTo>
                <a:lnTo>
                  <a:pt x="834" y="168"/>
                </a:lnTo>
                <a:lnTo>
                  <a:pt x="827" y="159"/>
                </a:lnTo>
                <a:lnTo>
                  <a:pt x="820" y="151"/>
                </a:lnTo>
                <a:lnTo>
                  <a:pt x="813" y="142"/>
                </a:lnTo>
                <a:lnTo>
                  <a:pt x="805" y="134"/>
                </a:lnTo>
                <a:lnTo>
                  <a:pt x="796" y="126"/>
                </a:lnTo>
                <a:lnTo>
                  <a:pt x="788" y="118"/>
                </a:lnTo>
                <a:lnTo>
                  <a:pt x="779" y="110"/>
                </a:lnTo>
                <a:lnTo>
                  <a:pt x="768" y="102"/>
                </a:lnTo>
                <a:lnTo>
                  <a:pt x="759" y="95"/>
                </a:lnTo>
                <a:lnTo>
                  <a:pt x="749" y="88"/>
                </a:lnTo>
                <a:lnTo>
                  <a:pt x="738" y="82"/>
                </a:lnTo>
                <a:lnTo>
                  <a:pt x="728" y="75"/>
                </a:lnTo>
                <a:lnTo>
                  <a:pt x="717" y="69"/>
                </a:lnTo>
                <a:lnTo>
                  <a:pt x="706" y="63"/>
                </a:lnTo>
                <a:lnTo>
                  <a:pt x="694" y="57"/>
                </a:lnTo>
                <a:lnTo>
                  <a:pt x="683" y="52"/>
                </a:lnTo>
                <a:lnTo>
                  <a:pt x="671" y="47"/>
                </a:lnTo>
                <a:lnTo>
                  <a:pt x="659" y="42"/>
                </a:lnTo>
                <a:lnTo>
                  <a:pt x="647" y="37"/>
                </a:lnTo>
                <a:lnTo>
                  <a:pt x="634" y="33"/>
                </a:lnTo>
                <a:lnTo>
                  <a:pt x="622" y="29"/>
                </a:lnTo>
                <a:lnTo>
                  <a:pt x="609" y="25"/>
                </a:lnTo>
                <a:lnTo>
                  <a:pt x="596" y="21"/>
                </a:lnTo>
                <a:lnTo>
                  <a:pt x="583" y="18"/>
                </a:lnTo>
                <a:lnTo>
                  <a:pt x="569" y="15"/>
                </a:lnTo>
                <a:lnTo>
                  <a:pt x="556" y="13"/>
                </a:lnTo>
                <a:lnTo>
                  <a:pt x="542" y="10"/>
                </a:lnTo>
                <a:lnTo>
                  <a:pt x="529" y="8"/>
                </a:lnTo>
                <a:lnTo>
                  <a:pt x="515" y="6"/>
                </a:lnTo>
                <a:lnTo>
                  <a:pt x="501" y="5"/>
                </a:lnTo>
                <a:lnTo>
                  <a:pt x="488" y="4"/>
                </a:lnTo>
                <a:lnTo>
                  <a:pt x="474" y="3"/>
                </a:lnTo>
                <a:lnTo>
                  <a:pt x="460" y="3"/>
                </a:lnTo>
                <a:lnTo>
                  <a:pt x="446" y="3"/>
                </a:lnTo>
                <a:lnTo>
                  <a:pt x="432" y="3"/>
                </a:lnTo>
                <a:lnTo>
                  <a:pt x="418" y="3"/>
                </a:lnTo>
                <a:lnTo>
                  <a:pt x="404" y="4"/>
                </a:lnTo>
                <a:lnTo>
                  <a:pt x="391" y="5"/>
                </a:lnTo>
                <a:lnTo>
                  <a:pt x="377" y="6"/>
                </a:lnTo>
                <a:lnTo>
                  <a:pt x="363" y="8"/>
                </a:lnTo>
                <a:lnTo>
                  <a:pt x="350" y="10"/>
                </a:lnTo>
                <a:lnTo>
                  <a:pt x="336" y="13"/>
                </a:lnTo>
                <a:lnTo>
                  <a:pt x="323" y="15"/>
                </a:lnTo>
                <a:lnTo>
                  <a:pt x="309" y="18"/>
                </a:lnTo>
                <a:lnTo>
                  <a:pt x="296" y="21"/>
                </a:lnTo>
                <a:lnTo>
                  <a:pt x="283" y="25"/>
                </a:lnTo>
                <a:lnTo>
                  <a:pt x="270" y="29"/>
                </a:lnTo>
                <a:lnTo>
                  <a:pt x="258" y="33"/>
                </a:lnTo>
                <a:lnTo>
                  <a:pt x="245" y="37"/>
                </a:lnTo>
                <a:lnTo>
                  <a:pt x="233" y="42"/>
                </a:lnTo>
                <a:lnTo>
                  <a:pt x="221" y="47"/>
                </a:lnTo>
                <a:lnTo>
                  <a:pt x="209" y="52"/>
                </a:lnTo>
                <a:lnTo>
                  <a:pt x="197" y="57"/>
                </a:lnTo>
                <a:lnTo>
                  <a:pt x="186" y="63"/>
                </a:lnTo>
                <a:lnTo>
                  <a:pt x="175" y="69"/>
                </a:lnTo>
                <a:lnTo>
                  <a:pt x="164" y="75"/>
                </a:lnTo>
                <a:lnTo>
                  <a:pt x="154" y="82"/>
                </a:lnTo>
                <a:lnTo>
                  <a:pt x="143" y="88"/>
                </a:lnTo>
                <a:lnTo>
                  <a:pt x="133" y="95"/>
                </a:lnTo>
                <a:lnTo>
                  <a:pt x="124" y="102"/>
                </a:lnTo>
                <a:lnTo>
                  <a:pt x="114" y="110"/>
                </a:lnTo>
                <a:lnTo>
                  <a:pt x="105" y="118"/>
                </a:lnTo>
                <a:lnTo>
                  <a:pt x="97" y="126"/>
                </a:lnTo>
                <a:lnTo>
                  <a:pt x="88" y="134"/>
                </a:lnTo>
                <a:lnTo>
                  <a:pt x="80" y="142"/>
                </a:lnTo>
                <a:lnTo>
                  <a:pt x="73" y="151"/>
                </a:lnTo>
                <a:lnTo>
                  <a:pt x="65" y="159"/>
                </a:lnTo>
                <a:lnTo>
                  <a:pt x="59" y="168"/>
                </a:lnTo>
                <a:lnTo>
                  <a:pt x="52" y="177"/>
                </a:lnTo>
                <a:lnTo>
                  <a:pt x="46" y="185"/>
                </a:lnTo>
                <a:lnTo>
                  <a:pt x="40" y="195"/>
                </a:lnTo>
                <a:lnTo>
                  <a:pt x="35" y="204"/>
                </a:lnTo>
                <a:lnTo>
                  <a:pt x="30" y="213"/>
                </a:lnTo>
                <a:lnTo>
                  <a:pt x="26" y="222"/>
                </a:lnTo>
                <a:lnTo>
                  <a:pt x="21" y="232"/>
                </a:lnTo>
                <a:lnTo>
                  <a:pt x="18" y="242"/>
                </a:lnTo>
                <a:lnTo>
                  <a:pt x="15" y="251"/>
                </a:lnTo>
                <a:lnTo>
                  <a:pt x="12" y="261"/>
                </a:lnTo>
                <a:lnTo>
                  <a:pt x="9" y="271"/>
                </a:lnTo>
                <a:lnTo>
                  <a:pt x="7" y="281"/>
                </a:lnTo>
                <a:lnTo>
                  <a:pt x="6" y="290"/>
                </a:lnTo>
                <a:lnTo>
                  <a:pt x="5" y="300"/>
                </a:lnTo>
                <a:lnTo>
                  <a:pt x="4" y="310"/>
                </a:lnTo>
                <a:lnTo>
                  <a:pt x="4" y="320"/>
                </a:lnTo>
                <a:lnTo>
                  <a:pt x="4" y="330"/>
                </a:lnTo>
                <a:lnTo>
                  <a:pt x="5" y="340"/>
                </a:lnTo>
                <a:lnTo>
                  <a:pt x="6" y="350"/>
                </a:lnTo>
                <a:lnTo>
                  <a:pt x="7" y="360"/>
                </a:lnTo>
                <a:lnTo>
                  <a:pt x="9" y="370"/>
                </a:lnTo>
                <a:lnTo>
                  <a:pt x="12" y="380"/>
                </a:lnTo>
                <a:lnTo>
                  <a:pt x="15" y="389"/>
                </a:lnTo>
                <a:lnTo>
                  <a:pt x="18" y="399"/>
                </a:lnTo>
                <a:lnTo>
                  <a:pt x="21" y="409"/>
                </a:lnTo>
                <a:lnTo>
                  <a:pt x="26" y="418"/>
                </a:lnTo>
                <a:lnTo>
                  <a:pt x="30" y="428"/>
                </a:lnTo>
                <a:lnTo>
                  <a:pt x="35" y="437"/>
                </a:lnTo>
                <a:lnTo>
                  <a:pt x="40" y="446"/>
                </a:lnTo>
                <a:lnTo>
                  <a:pt x="46" y="455"/>
                </a:lnTo>
                <a:lnTo>
                  <a:pt x="52" y="464"/>
                </a:lnTo>
                <a:lnTo>
                  <a:pt x="59" y="473"/>
                </a:lnTo>
                <a:lnTo>
                  <a:pt x="65" y="482"/>
                </a:lnTo>
                <a:lnTo>
                  <a:pt x="73" y="490"/>
                </a:lnTo>
                <a:lnTo>
                  <a:pt x="80" y="498"/>
                </a:lnTo>
                <a:lnTo>
                  <a:pt x="88" y="506"/>
                </a:lnTo>
                <a:lnTo>
                  <a:pt x="97" y="514"/>
                </a:lnTo>
                <a:lnTo>
                  <a:pt x="105" y="522"/>
                </a:lnTo>
                <a:lnTo>
                  <a:pt x="114" y="530"/>
                </a:lnTo>
                <a:lnTo>
                  <a:pt x="124" y="537"/>
                </a:lnTo>
                <a:lnTo>
                  <a:pt x="133" y="544"/>
                </a:lnTo>
                <a:lnTo>
                  <a:pt x="143" y="551"/>
                </a:lnTo>
                <a:lnTo>
                  <a:pt x="154" y="558"/>
                </a:lnTo>
                <a:lnTo>
                  <a:pt x="164" y="564"/>
                </a:lnTo>
                <a:lnTo>
                  <a:pt x="175" y="571"/>
                </a:lnTo>
                <a:lnTo>
                  <a:pt x="186" y="577"/>
                </a:lnTo>
                <a:lnTo>
                  <a:pt x="197" y="582"/>
                </a:lnTo>
                <a:lnTo>
                  <a:pt x="209" y="588"/>
                </a:lnTo>
                <a:lnTo>
                  <a:pt x="221" y="593"/>
                </a:lnTo>
                <a:lnTo>
                  <a:pt x="233" y="598"/>
                </a:lnTo>
                <a:lnTo>
                  <a:pt x="245" y="602"/>
                </a:lnTo>
                <a:lnTo>
                  <a:pt x="258" y="607"/>
                </a:lnTo>
                <a:lnTo>
                  <a:pt x="270" y="611"/>
                </a:lnTo>
                <a:lnTo>
                  <a:pt x="283" y="615"/>
                </a:lnTo>
                <a:lnTo>
                  <a:pt x="296" y="618"/>
                </a:lnTo>
                <a:lnTo>
                  <a:pt x="309" y="622"/>
                </a:lnTo>
                <a:lnTo>
                  <a:pt x="323" y="624"/>
                </a:lnTo>
                <a:lnTo>
                  <a:pt x="336" y="627"/>
                </a:lnTo>
                <a:lnTo>
                  <a:pt x="350" y="629"/>
                </a:lnTo>
                <a:lnTo>
                  <a:pt x="363" y="631"/>
                </a:lnTo>
                <a:lnTo>
                  <a:pt x="377" y="633"/>
                </a:lnTo>
                <a:lnTo>
                  <a:pt x="391" y="635"/>
                </a:lnTo>
                <a:lnTo>
                  <a:pt x="404" y="636"/>
                </a:lnTo>
                <a:lnTo>
                  <a:pt x="418" y="636"/>
                </a:lnTo>
                <a:lnTo>
                  <a:pt x="432" y="637"/>
                </a:lnTo>
                <a:lnTo>
                  <a:pt x="446" y="637"/>
                </a:lnTo>
                <a:lnTo>
                  <a:pt x="460" y="637"/>
                </a:lnTo>
                <a:lnTo>
                  <a:pt x="474" y="636"/>
                </a:lnTo>
                <a:lnTo>
                  <a:pt x="488" y="636"/>
                </a:lnTo>
                <a:lnTo>
                  <a:pt x="501" y="635"/>
                </a:lnTo>
                <a:lnTo>
                  <a:pt x="515" y="633"/>
                </a:lnTo>
                <a:lnTo>
                  <a:pt x="529" y="631"/>
                </a:lnTo>
                <a:lnTo>
                  <a:pt x="542" y="629"/>
                </a:lnTo>
                <a:lnTo>
                  <a:pt x="556" y="627"/>
                </a:lnTo>
                <a:lnTo>
                  <a:pt x="569" y="624"/>
                </a:lnTo>
                <a:lnTo>
                  <a:pt x="583" y="622"/>
                </a:lnTo>
                <a:lnTo>
                  <a:pt x="596" y="618"/>
                </a:lnTo>
                <a:lnTo>
                  <a:pt x="609" y="615"/>
                </a:lnTo>
                <a:lnTo>
                  <a:pt x="622" y="611"/>
                </a:lnTo>
                <a:lnTo>
                  <a:pt x="634" y="607"/>
                </a:lnTo>
                <a:lnTo>
                  <a:pt x="647" y="602"/>
                </a:lnTo>
                <a:lnTo>
                  <a:pt x="659" y="598"/>
                </a:lnTo>
                <a:lnTo>
                  <a:pt x="671" y="593"/>
                </a:lnTo>
                <a:lnTo>
                  <a:pt x="683" y="588"/>
                </a:lnTo>
                <a:lnTo>
                  <a:pt x="694" y="582"/>
                </a:lnTo>
                <a:lnTo>
                  <a:pt x="706" y="577"/>
                </a:lnTo>
                <a:lnTo>
                  <a:pt x="717" y="571"/>
                </a:lnTo>
                <a:lnTo>
                  <a:pt x="728" y="564"/>
                </a:lnTo>
                <a:lnTo>
                  <a:pt x="738" y="558"/>
                </a:lnTo>
                <a:lnTo>
                  <a:pt x="749" y="551"/>
                </a:lnTo>
                <a:lnTo>
                  <a:pt x="759" y="544"/>
                </a:lnTo>
                <a:lnTo>
                  <a:pt x="768" y="537"/>
                </a:lnTo>
                <a:lnTo>
                  <a:pt x="779" y="530"/>
                </a:lnTo>
                <a:lnTo>
                  <a:pt x="788" y="522"/>
                </a:lnTo>
                <a:lnTo>
                  <a:pt x="796" y="514"/>
                </a:lnTo>
                <a:lnTo>
                  <a:pt x="805" y="506"/>
                </a:lnTo>
                <a:lnTo>
                  <a:pt x="813" y="498"/>
                </a:lnTo>
                <a:lnTo>
                  <a:pt x="820" y="490"/>
                </a:lnTo>
                <a:lnTo>
                  <a:pt x="827" y="482"/>
                </a:lnTo>
                <a:lnTo>
                  <a:pt x="834" y="473"/>
                </a:lnTo>
                <a:lnTo>
                  <a:pt x="841" y="464"/>
                </a:lnTo>
                <a:lnTo>
                  <a:pt x="847" y="455"/>
                </a:lnTo>
                <a:lnTo>
                  <a:pt x="853" y="446"/>
                </a:lnTo>
                <a:lnTo>
                  <a:pt x="858" y="437"/>
                </a:lnTo>
                <a:lnTo>
                  <a:pt x="863" y="428"/>
                </a:lnTo>
                <a:lnTo>
                  <a:pt x="867" y="418"/>
                </a:lnTo>
                <a:lnTo>
                  <a:pt x="871" y="409"/>
                </a:lnTo>
                <a:lnTo>
                  <a:pt x="875" y="399"/>
                </a:lnTo>
                <a:lnTo>
                  <a:pt x="878" y="389"/>
                </a:lnTo>
                <a:lnTo>
                  <a:pt x="881" y="380"/>
                </a:lnTo>
                <a:lnTo>
                  <a:pt x="884" y="370"/>
                </a:lnTo>
                <a:lnTo>
                  <a:pt x="886" y="360"/>
                </a:lnTo>
                <a:lnTo>
                  <a:pt x="887" y="350"/>
                </a:lnTo>
                <a:lnTo>
                  <a:pt x="888" y="340"/>
                </a:lnTo>
                <a:lnTo>
                  <a:pt x="889" y="330"/>
                </a:lnTo>
                <a:lnTo>
                  <a:pt x="889" y="320"/>
                </a:lnTo>
                <a:moveTo>
                  <a:pt x="893" y="320"/>
                </a:moveTo>
                <a:lnTo>
                  <a:pt x="893" y="330"/>
                </a:lnTo>
                <a:lnTo>
                  <a:pt x="892" y="340"/>
                </a:lnTo>
                <a:lnTo>
                  <a:pt x="891" y="350"/>
                </a:lnTo>
                <a:lnTo>
                  <a:pt x="889" y="360"/>
                </a:lnTo>
                <a:lnTo>
                  <a:pt x="887" y="370"/>
                </a:lnTo>
                <a:lnTo>
                  <a:pt x="885" y="380"/>
                </a:lnTo>
                <a:lnTo>
                  <a:pt x="882" y="390"/>
                </a:lnTo>
                <a:lnTo>
                  <a:pt x="879" y="400"/>
                </a:lnTo>
                <a:lnTo>
                  <a:pt x="875" y="409"/>
                </a:lnTo>
                <a:lnTo>
                  <a:pt x="871" y="419"/>
                </a:lnTo>
                <a:lnTo>
                  <a:pt x="867" y="429"/>
                </a:lnTo>
                <a:lnTo>
                  <a:pt x="862" y="438"/>
                </a:lnTo>
                <a:lnTo>
                  <a:pt x="856" y="447"/>
                </a:lnTo>
                <a:lnTo>
                  <a:pt x="850" y="456"/>
                </a:lnTo>
                <a:lnTo>
                  <a:pt x="844" y="465"/>
                </a:lnTo>
                <a:lnTo>
                  <a:pt x="838" y="474"/>
                </a:lnTo>
                <a:lnTo>
                  <a:pt x="831" y="483"/>
                </a:lnTo>
                <a:lnTo>
                  <a:pt x="823" y="491"/>
                </a:lnTo>
                <a:lnTo>
                  <a:pt x="816" y="500"/>
                </a:lnTo>
                <a:lnTo>
                  <a:pt x="808" y="508"/>
                </a:lnTo>
                <a:lnTo>
                  <a:pt x="799" y="516"/>
                </a:lnTo>
                <a:lnTo>
                  <a:pt x="791" y="524"/>
                </a:lnTo>
                <a:lnTo>
                  <a:pt x="781" y="532"/>
                </a:lnTo>
                <a:lnTo>
                  <a:pt x="772" y="539"/>
                </a:lnTo>
                <a:lnTo>
                  <a:pt x="761" y="546"/>
                </a:lnTo>
                <a:lnTo>
                  <a:pt x="751" y="553"/>
                </a:lnTo>
                <a:lnTo>
                  <a:pt x="741" y="560"/>
                </a:lnTo>
                <a:lnTo>
                  <a:pt x="730" y="566"/>
                </a:lnTo>
                <a:lnTo>
                  <a:pt x="719" y="573"/>
                </a:lnTo>
                <a:lnTo>
                  <a:pt x="708" y="579"/>
                </a:lnTo>
                <a:lnTo>
                  <a:pt x="697" y="585"/>
                </a:lnTo>
                <a:lnTo>
                  <a:pt x="685" y="590"/>
                </a:lnTo>
                <a:lnTo>
                  <a:pt x="673" y="595"/>
                </a:lnTo>
                <a:lnTo>
                  <a:pt x="661" y="600"/>
                </a:lnTo>
                <a:lnTo>
                  <a:pt x="648" y="605"/>
                </a:lnTo>
                <a:lnTo>
                  <a:pt x="636" y="609"/>
                </a:lnTo>
                <a:lnTo>
                  <a:pt x="623" y="614"/>
                </a:lnTo>
                <a:lnTo>
                  <a:pt x="610" y="617"/>
                </a:lnTo>
                <a:lnTo>
                  <a:pt x="597" y="621"/>
                </a:lnTo>
                <a:lnTo>
                  <a:pt x="584" y="624"/>
                </a:lnTo>
                <a:lnTo>
                  <a:pt x="570" y="627"/>
                </a:lnTo>
                <a:lnTo>
                  <a:pt x="557" y="630"/>
                </a:lnTo>
                <a:lnTo>
                  <a:pt x="543" y="632"/>
                </a:lnTo>
                <a:lnTo>
                  <a:pt x="530" y="634"/>
                </a:lnTo>
                <a:lnTo>
                  <a:pt x="516" y="636"/>
                </a:lnTo>
                <a:lnTo>
                  <a:pt x="502" y="637"/>
                </a:lnTo>
                <a:lnTo>
                  <a:pt x="488" y="638"/>
                </a:lnTo>
                <a:lnTo>
                  <a:pt x="474" y="639"/>
                </a:lnTo>
                <a:lnTo>
                  <a:pt x="460" y="640"/>
                </a:lnTo>
                <a:lnTo>
                  <a:pt x="446" y="640"/>
                </a:lnTo>
                <a:lnTo>
                  <a:pt x="432" y="640"/>
                </a:lnTo>
                <a:lnTo>
                  <a:pt x="418" y="639"/>
                </a:lnTo>
                <a:lnTo>
                  <a:pt x="404" y="638"/>
                </a:lnTo>
                <a:lnTo>
                  <a:pt x="390" y="637"/>
                </a:lnTo>
                <a:lnTo>
                  <a:pt x="376" y="636"/>
                </a:lnTo>
                <a:lnTo>
                  <a:pt x="362" y="634"/>
                </a:lnTo>
                <a:lnTo>
                  <a:pt x="349" y="632"/>
                </a:lnTo>
                <a:lnTo>
                  <a:pt x="335" y="630"/>
                </a:lnTo>
                <a:lnTo>
                  <a:pt x="322" y="627"/>
                </a:lnTo>
                <a:lnTo>
                  <a:pt x="308" y="624"/>
                </a:lnTo>
                <a:lnTo>
                  <a:pt x="295" y="621"/>
                </a:lnTo>
                <a:lnTo>
                  <a:pt x="282" y="617"/>
                </a:lnTo>
                <a:lnTo>
                  <a:pt x="269" y="614"/>
                </a:lnTo>
                <a:lnTo>
                  <a:pt x="256" y="609"/>
                </a:lnTo>
                <a:lnTo>
                  <a:pt x="243" y="605"/>
                </a:lnTo>
                <a:lnTo>
                  <a:pt x="231" y="600"/>
                </a:lnTo>
                <a:lnTo>
                  <a:pt x="219" y="595"/>
                </a:lnTo>
                <a:lnTo>
                  <a:pt x="207" y="590"/>
                </a:lnTo>
                <a:lnTo>
                  <a:pt x="195" y="585"/>
                </a:lnTo>
                <a:lnTo>
                  <a:pt x="184" y="579"/>
                </a:lnTo>
                <a:lnTo>
                  <a:pt x="173" y="573"/>
                </a:lnTo>
                <a:lnTo>
                  <a:pt x="162" y="566"/>
                </a:lnTo>
                <a:lnTo>
                  <a:pt x="151" y="560"/>
                </a:lnTo>
                <a:lnTo>
                  <a:pt x="141" y="553"/>
                </a:lnTo>
                <a:lnTo>
                  <a:pt x="131" y="546"/>
                </a:lnTo>
                <a:lnTo>
                  <a:pt x="121" y="539"/>
                </a:lnTo>
                <a:lnTo>
                  <a:pt x="111" y="532"/>
                </a:lnTo>
                <a:lnTo>
                  <a:pt x="102" y="524"/>
                </a:lnTo>
                <a:lnTo>
                  <a:pt x="94" y="516"/>
                </a:lnTo>
                <a:lnTo>
                  <a:pt x="85" y="508"/>
                </a:lnTo>
                <a:lnTo>
                  <a:pt x="77" y="500"/>
                </a:lnTo>
                <a:lnTo>
                  <a:pt x="69" y="491"/>
                </a:lnTo>
                <a:lnTo>
                  <a:pt x="62" y="483"/>
                </a:lnTo>
                <a:lnTo>
                  <a:pt x="55" y="474"/>
                </a:lnTo>
                <a:lnTo>
                  <a:pt x="49" y="465"/>
                </a:lnTo>
                <a:lnTo>
                  <a:pt x="42" y="456"/>
                </a:lnTo>
                <a:lnTo>
                  <a:pt x="37" y="447"/>
                </a:lnTo>
                <a:lnTo>
                  <a:pt x="31" y="438"/>
                </a:lnTo>
                <a:lnTo>
                  <a:pt x="26" y="429"/>
                </a:lnTo>
                <a:lnTo>
                  <a:pt x="22" y="419"/>
                </a:lnTo>
                <a:lnTo>
                  <a:pt x="18" y="409"/>
                </a:lnTo>
                <a:lnTo>
                  <a:pt x="14" y="400"/>
                </a:lnTo>
                <a:lnTo>
                  <a:pt x="11" y="390"/>
                </a:lnTo>
                <a:lnTo>
                  <a:pt x="8" y="380"/>
                </a:lnTo>
                <a:lnTo>
                  <a:pt x="5" y="370"/>
                </a:lnTo>
                <a:lnTo>
                  <a:pt x="4" y="360"/>
                </a:lnTo>
                <a:lnTo>
                  <a:pt x="2" y="350"/>
                </a:lnTo>
                <a:lnTo>
                  <a:pt x="1" y="340"/>
                </a:lnTo>
                <a:lnTo>
                  <a:pt x="0" y="330"/>
                </a:lnTo>
                <a:lnTo>
                  <a:pt x="0" y="320"/>
                </a:lnTo>
                <a:lnTo>
                  <a:pt x="0" y="310"/>
                </a:lnTo>
                <a:lnTo>
                  <a:pt x="1" y="300"/>
                </a:lnTo>
                <a:lnTo>
                  <a:pt x="2" y="290"/>
                </a:lnTo>
                <a:lnTo>
                  <a:pt x="4" y="280"/>
                </a:lnTo>
                <a:lnTo>
                  <a:pt x="5" y="270"/>
                </a:lnTo>
                <a:lnTo>
                  <a:pt x="8" y="260"/>
                </a:lnTo>
                <a:lnTo>
                  <a:pt x="11" y="251"/>
                </a:lnTo>
                <a:lnTo>
                  <a:pt x="14" y="241"/>
                </a:lnTo>
                <a:lnTo>
                  <a:pt x="18" y="231"/>
                </a:lnTo>
                <a:lnTo>
                  <a:pt x="22" y="222"/>
                </a:lnTo>
                <a:lnTo>
                  <a:pt x="26" y="212"/>
                </a:lnTo>
                <a:lnTo>
                  <a:pt x="31" y="203"/>
                </a:lnTo>
                <a:lnTo>
                  <a:pt x="37" y="193"/>
                </a:lnTo>
                <a:lnTo>
                  <a:pt x="42" y="184"/>
                </a:lnTo>
                <a:lnTo>
                  <a:pt x="49" y="175"/>
                </a:lnTo>
                <a:lnTo>
                  <a:pt x="55" y="166"/>
                </a:lnTo>
                <a:lnTo>
                  <a:pt x="62" y="158"/>
                </a:lnTo>
                <a:lnTo>
                  <a:pt x="69" y="149"/>
                </a:lnTo>
                <a:lnTo>
                  <a:pt x="77" y="141"/>
                </a:lnTo>
                <a:lnTo>
                  <a:pt x="85" y="133"/>
                </a:lnTo>
                <a:lnTo>
                  <a:pt x="94" y="124"/>
                </a:lnTo>
                <a:lnTo>
                  <a:pt x="102" y="117"/>
                </a:lnTo>
                <a:lnTo>
                  <a:pt x="111" y="108"/>
                </a:lnTo>
                <a:lnTo>
                  <a:pt x="121" y="101"/>
                </a:lnTo>
                <a:lnTo>
                  <a:pt x="131" y="93"/>
                </a:lnTo>
                <a:lnTo>
                  <a:pt x="141" y="86"/>
                </a:lnTo>
                <a:lnTo>
                  <a:pt x="151" y="80"/>
                </a:lnTo>
                <a:lnTo>
                  <a:pt x="162" y="73"/>
                </a:lnTo>
                <a:lnTo>
                  <a:pt x="173" y="67"/>
                </a:lnTo>
                <a:lnTo>
                  <a:pt x="184" y="61"/>
                </a:lnTo>
                <a:lnTo>
                  <a:pt x="195" y="55"/>
                </a:lnTo>
                <a:lnTo>
                  <a:pt x="207" y="50"/>
                </a:lnTo>
                <a:lnTo>
                  <a:pt x="219" y="44"/>
                </a:lnTo>
                <a:lnTo>
                  <a:pt x="231" y="39"/>
                </a:lnTo>
                <a:lnTo>
                  <a:pt x="243" y="35"/>
                </a:lnTo>
                <a:lnTo>
                  <a:pt x="256" y="30"/>
                </a:lnTo>
                <a:lnTo>
                  <a:pt x="269" y="26"/>
                </a:lnTo>
                <a:lnTo>
                  <a:pt x="282" y="22"/>
                </a:lnTo>
                <a:lnTo>
                  <a:pt x="295" y="19"/>
                </a:lnTo>
                <a:lnTo>
                  <a:pt x="308" y="15"/>
                </a:lnTo>
                <a:lnTo>
                  <a:pt x="322" y="13"/>
                </a:lnTo>
                <a:lnTo>
                  <a:pt x="335" y="10"/>
                </a:lnTo>
                <a:lnTo>
                  <a:pt x="349" y="8"/>
                </a:lnTo>
                <a:lnTo>
                  <a:pt x="362" y="5"/>
                </a:lnTo>
                <a:lnTo>
                  <a:pt x="376" y="4"/>
                </a:lnTo>
                <a:lnTo>
                  <a:pt x="390" y="2"/>
                </a:lnTo>
                <a:lnTo>
                  <a:pt x="404" y="1"/>
                </a:lnTo>
                <a:lnTo>
                  <a:pt x="418" y="0"/>
                </a:lnTo>
                <a:lnTo>
                  <a:pt x="432" y="0"/>
                </a:lnTo>
                <a:lnTo>
                  <a:pt x="446" y="0"/>
                </a:lnTo>
                <a:lnTo>
                  <a:pt x="460" y="0"/>
                </a:lnTo>
                <a:lnTo>
                  <a:pt x="474" y="0"/>
                </a:lnTo>
                <a:lnTo>
                  <a:pt x="488" y="1"/>
                </a:lnTo>
                <a:lnTo>
                  <a:pt x="502" y="2"/>
                </a:lnTo>
                <a:lnTo>
                  <a:pt x="516" y="4"/>
                </a:lnTo>
                <a:lnTo>
                  <a:pt x="530" y="5"/>
                </a:lnTo>
                <a:lnTo>
                  <a:pt x="543" y="8"/>
                </a:lnTo>
                <a:lnTo>
                  <a:pt x="557" y="10"/>
                </a:lnTo>
                <a:lnTo>
                  <a:pt x="570" y="13"/>
                </a:lnTo>
                <a:lnTo>
                  <a:pt x="584" y="15"/>
                </a:lnTo>
                <a:lnTo>
                  <a:pt x="597" y="19"/>
                </a:lnTo>
                <a:lnTo>
                  <a:pt x="610" y="22"/>
                </a:lnTo>
                <a:lnTo>
                  <a:pt x="623" y="26"/>
                </a:lnTo>
                <a:lnTo>
                  <a:pt x="636" y="30"/>
                </a:lnTo>
                <a:lnTo>
                  <a:pt x="648" y="35"/>
                </a:lnTo>
                <a:lnTo>
                  <a:pt x="661" y="39"/>
                </a:lnTo>
                <a:lnTo>
                  <a:pt x="673" y="44"/>
                </a:lnTo>
                <a:lnTo>
                  <a:pt x="685" y="50"/>
                </a:lnTo>
                <a:lnTo>
                  <a:pt x="697" y="55"/>
                </a:lnTo>
                <a:lnTo>
                  <a:pt x="708" y="61"/>
                </a:lnTo>
                <a:lnTo>
                  <a:pt x="719" y="67"/>
                </a:lnTo>
                <a:lnTo>
                  <a:pt x="730" y="73"/>
                </a:lnTo>
                <a:lnTo>
                  <a:pt x="741" y="80"/>
                </a:lnTo>
                <a:lnTo>
                  <a:pt x="751" y="86"/>
                </a:lnTo>
                <a:lnTo>
                  <a:pt x="761" y="93"/>
                </a:lnTo>
                <a:lnTo>
                  <a:pt x="772" y="101"/>
                </a:lnTo>
                <a:lnTo>
                  <a:pt x="781" y="108"/>
                </a:lnTo>
                <a:lnTo>
                  <a:pt x="791" y="117"/>
                </a:lnTo>
                <a:lnTo>
                  <a:pt x="799" y="124"/>
                </a:lnTo>
                <a:lnTo>
                  <a:pt x="808" y="133"/>
                </a:lnTo>
                <a:lnTo>
                  <a:pt x="816" y="141"/>
                </a:lnTo>
                <a:lnTo>
                  <a:pt x="823" y="149"/>
                </a:lnTo>
                <a:lnTo>
                  <a:pt x="831" y="158"/>
                </a:lnTo>
                <a:lnTo>
                  <a:pt x="838" y="166"/>
                </a:lnTo>
                <a:lnTo>
                  <a:pt x="844" y="175"/>
                </a:lnTo>
                <a:lnTo>
                  <a:pt x="850" y="184"/>
                </a:lnTo>
                <a:lnTo>
                  <a:pt x="856" y="193"/>
                </a:lnTo>
                <a:lnTo>
                  <a:pt x="862" y="203"/>
                </a:lnTo>
                <a:lnTo>
                  <a:pt x="867" y="212"/>
                </a:lnTo>
                <a:lnTo>
                  <a:pt x="871" y="222"/>
                </a:lnTo>
                <a:lnTo>
                  <a:pt x="875" y="231"/>
                </a:lnTo>
                <a:lnTo>
                  <a:pt x="879" y="241"/>
                </a:lnTo>
                <a:lnTo>
                  <a:pt x="882" y="251"/>
                </a:lnTo>
                <a:lnTo>
                  <a:pt x="885" y="260"/>
                </a:lnTo>
                <a:lnTo>
                  <a:pt x="887" y="270"/>
                </a:lnTo>
                <a:lnTo>
                  <a:pt x="889" y="280"/>
                </a:lnTo>
                <a:lnTo>
                  <a:pt x="891" y="290"/>
                </a:lnTo>
                <a:lnTo>
                  <a:pt x="892" y="300"/>
                </a:lnTo>
                <a:lnTo>
                  <a:pt x="893" y="310"/>
                </a:lnTo>
                <a:lnTo>
                  <a:pt x="893" y="320"/>
                </a:lnTo>
                <a:close/>
              </a:path>
            </a:pathLst>
          </a:custGeom>
          <a:solidFill>
            <a:srgbClr val="ffdc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3" name=""/>
          <p:cNvSpPr/>
          <p:nvPr/>
        </p:nvSpPr>
        <p:spPr>
          <a:xfrm>
            <a:off x="7900560" y="2828160"/>
            <a:ext cx="324360" cy="232560"/>
          </a:xfrm>
          <a:custGeom>
            <a:avLst/>
            <a:gdLst/>
            <a:ahLst/>
            <a:rect l="0" t="0" r="r" b="b"/>
            <a:pathLst>
              <a:path w="901" h="646">
                <a:moveTo>
                  <a:pt x="897" y="323"/>
                </a:moveTo>
                <a:lnTo>
                  <a:pt x="897" y="313"/>
                </a:lnTo>
                <a:lnTo>
                  <a:pt x="896" y="303"/>
                </a:lnTo>
                <a:lnTo>
                  <a:pt x="895" y="293"/>
                </a:lnTo>
                <a:lnTo>
                  <a:pt x="893" y="283"/>
                </a:lnTo>
                <a:lnTo>
                  <a:pt x="891" y="273"/>
                </a:lnTo>
                <a:lnTo>
                  <a:pt x="889" y="263"/>
                </a:lnTo>
                <a:lnTo>
                  <a:pt x="886" y="254"/>
                </a:lnTo>
                <a:lnTo>
                  <a:pt x="883" y="244"/>
                </a:lnTo>
                <a:lnTo>
                  <a:pt x="879" y="234"/>
                </a:lnTo>
                <a:lnTo>
                  <a:pt x="875" y="225"/>
                </a:lnTo>
                <a:lnTo>
                  <a:pt x="871" y="215"/>
                </a:lnTo>
                <a:lnTo>
                  <a:pt x="866" y="206"/>
                </a:lnTo>
                <a:lnTo>
                  <a:pt x="860" y="196"/>
                </a:lnTo>
                <a:lnTo>
                  <a:pt x="854" y="186"/>
                </a:lnTo>
                <a:lnTo>
                  <a:pt x="848" y="177"/>
                </a:lnTo>
                <a:lnTo>
                  <a:pt x="842" y="168"/>
                </a:lnTo>
                <a:lnTo>
                  <a:pt x="835" y="160"/>
                </a:lnTo>
                <a:lnTo>
                  <a:pt x="827" y="151"/>
                </a:lnTo>
                <a:lnTo>
                  <a:pt x="820" y="143"/>
                </a:lnTo>
                <a:lnTo>
                  <a:pt x="812" y="135"/>
                </a:lnTo>
                <a:lnTo>
                  <a:pt x="803" y="126"/>
                </a:lnTo>
                <a:lnTo>
                  <a:pt x="795" y="119"/>
                </a:lnTo>
                <a:lnTo>
                  <a:pt x="785" y="111"/>
                </a:lnTo>
                <a:lnTo>
                  <a:pt x="776" y="104"/>
                </a:lnTo>
                <a:lnTo>
                  <a:pt x="766" y="96"/>
                </a:lnTo>
                <a:lnTo>
                  <a:pt x="756" y="89"/>
                </a:lnTo>
                <a:lnTo>
                  <a:pt x="746" y="83"/>
                </a:lnTo>
                <a:lnTo>
                  <a:pt x="735" y="76"/>
                </a:lnTo>
                <a:lnTo>
                  <a:pt x="724" y="70"/>
                </a:lnTo>
                <a:lnTo>
                  <a:pt x="713" y="64"/>
                </a:lnTo>
                <a:lnTo>
                  <a:pt x="702" y="58"/>
                </a:lnTo>
                <a:lnTo>
                  <a:pt x="690" y="53"/>
                </a:lnTo>
                <a:lnTo>
                  <a:pt x="678" y="47"/>
                </a:lnTo>
                <a:lnTo>
                  <a:pt x="666" y="42"/>
                </a:lnTo>
                <a:lnTo>
                  <a:pt x="653" y="38"/>
                </a:lnTo>
                <a:lnTo>
                  <a:pt x="641" y="33"/>
                </a:lnTo>
                <a:lnTo>
                  <a:pt x="628" y="29"/>
                </a:lnTo>
                <a:lnTo>
                  <a:pt x="615" y="25"/>
                </a:lnTo>
                <a:lnTo>
                  <a:pt x="602" y="22"/>
                </a:lnTo>
                <a:lnTo>
                  <a:pt x="589" y="18"/>
                </a:lnTo>
                <a:lnTo>
                  <a:pt x="575" y="16"/>
                </a:lnTo>
                <a:lnTo>
                  <a:pt x="562" y="13"/>
                </a:lnTo>
                <a:lnTo>
                  <a:pt x="548" y="11"/>
                </a:lnTo>
                <a:lnTo>
                  <a:pt x="535" y="8"/>
                </a:lnTo>
                <a:lnTo>
                  <a:pt x="521" y="7"/>
                </a:lnTo>
                <a:lnTo>
                  <a:pt x="507" y="5"/>
                </a:lnTo>
                <a:lnTo>
                  <a:pt x="493" y="4"/>
                </a:lnTo>
                <a:lnTo>
                  <a:pt x="479" y="3"/>
                </a:lnTo>
                <a:lnTo>
                  <a:pt x="465" y="3"/>
                </a:lnTo>
                <a:lnTo>
                  <a:pt x="451" y="3"/>
                </a:lnTo>
                <a:lnTo>
                  <a:pt x="437" y="3"/>
                </a:lnTo>
                <a:lnTo>
                  <a:pt x="423" y="3"/>
                </a:lnTo>
                <a:lnTo>
                  <a:pt x="409" y="4"/>
                </a:lnTo>
                <a:lnTo>
                  <a:pt x="395" y="5"/>
                </a:lnTo>
                <a:lnTo>
                  <a:pt x="381" y="7"/>
                </a:lnTo>
                <a:lnTo>
                  <a:pt x="367" y="8"/>
                </a:lnTo>
                <a:lnTo>
                  <a:pt x="354" y="11"/>
                </a:lnTo>
                <a:lnTo>
                  <a:pt x="340" y="13"/>
                </a:lnTo>
                <a:lnTo>
                  <a:pt x="327" y="16"/>
                </a:lnTo>
                <a:lnTo>
                  <a:pt x="313" y="18"/>
                </a:lnTo>
                <a:lnTo>
                  <a:pt x="300" y="22"/>
                </a:lnTo>
                <a:lnTo>
                  <a:pt x="287" y="25"/>
                </a:lnTo>
                <a:lnTo>
                  <a:pt x="274" y="29"/>
                </a:lnTo>
                <a:lnTo>
                  <a:pt x="261" y="33"/>
                </a:lnTo>
                <a:lnTo>
                  <a:pt x="248" y="38"/>
                </a:lnTo>
                <a:lnTo>
                  <a:pt x="236" y="42"/>
                </a:lnTo>
                <a:lnTo>
                  <a:pt x="224" y="47"/>
                </a:lnTo>
                <a:lnTo>
                  <a:pt x="212" y="53"/>
                </a:lnTo>
                <a:lnTo>
                  <a:pt x="200" y="58"/>
                </a:lnTo>
                <a:lnTo>
                  <a:pt x="189" y="64"/>
                </a:lnTo>
                <a:lnTo>
                  <a:pt x="178" y="70"/>
                </a:lnTo>
                <a:lnTo>
                  <a:pt x="167" y="76"/>
                </a:lnTo>
                <a:lnTo>
                  <a:pt x="156" y="83"/>
                </a:lnTo>
                <a:lnTo>
                  <a:pt x="146" y="89"/>
                </a:lnTo>
                <a:lnTo>
                  <a:pt x="136" y="96"/>
                </a:lnTo>
                <a:lnTo>
                  <a:pt x="126" y="104"/>
                </a:lnTo>
                <a:lnTo>
                  <a:pt x="116" y="111"/>
                </a:lnTo>
                <a:lnTo>
                  <a:pt x="107" y="119"/>
                </a:lnTo>
                <a:lnTo>
                  <a:pt x="99" y="126"/>
                </a:lnTo>
                <a:lnTo>
                  <a:pt x="90" y="135"/>
                </a:lnTo>
                <a:lnTo>
                  <a:pt x="82" y="143"/>
                </a:lnTo>
                <a:lnTo>
                  <a:pt x="73" y="151"/>
                </a:lnTo>
                <a:lnTo>
                  <a:pt x="66" y="160"/>
                </a:lnTo>
                <a:lnTo>
                  <a:pt x="59" y="168"/>
                </a:lnTo>
                <a:lnTo>
                  <a:pt x="53" y="177"/>
                </a:lnTo>
                <a:lnTo>
                  <a:pt x="46" y="186"/>
                </a:lnTo>
                <a:lnTo>
                  <a:pt x="41" y="196"/>
                </a:lnTo>
                <a:lnTo>
                  <a:pt x="35" y="206"/>
                </a:lnTo>
                <a:lnTo>
                  <a:pt x="30" y="215"/>
                </a:lnTo>
                <a:lnTo>
                  <a:pt x="26" y="225"/>
                </a:lnTo>
                <a:lnTo>
                  <a:pt x="22" y="234"/>
                </a:lnTo>
                <a:lnTo>
                  <a:pt x="18" y="244"/>
                </a:lnTo>
                <a:lnTo>
                  <a:pt x="15" y="254"/>
                </a:lnTo>
                <a:lnTo>
                  <a:pt x="12" y="263"/>
                </a:lnTo>
                <a:lnTo>
                  <a:pt x="9" y="273"/>
                </a:lnTo>
                <a:lnTo>
                  <a:pt x="8" y="283"/>
                </a:lnTo>
                <a:lnTo>
                  <a:pt x="6" y="293"/>
                </a:lnTo>
                <a:lnTo>
                  <a:pt x="5" y="303"/>
                </a:lnTo>
                <a:lnTo>
                  <a:pt x="4" y="313"/>
                </a:lnTo>
                <a:lnTo>
                  <a:pt x="4" y="323"/>
                </a:lnTo>
                <a:lnTo>
                  <a:pt x="4" y="333"/>
                </a:lnTo>
                <a:lnTo>
                  <a:pt x="5" y="343"/>
                </a:lnTo>
                <a:lnTo>
                  <a:pt x="6" y="353"/>
                </a:lnTo>
                <a:lnTo>
                  <a:pt x="8" y="363"/>
                </a:lnTo>
                <a:lnTo>
                  <a:pt x="9" y="373"/>
                </a:lnTo>
                <a:lnTo>
                  <a:pt x="12" y="383"/>
                </a:lnTo>
                <a:lnTo>
                  <a:pt x="15" y="393"/>
                </a:lnTo>
                <a:lnTo>
                  <a:pt x="18" y="403"/>
                </a:lnTo>
                <a:lnTo>
                  <a:pt x="22" y="412"/>
                </a:lnTo>
                <a:lnTo>
                  <a:pt x="26" y="422"/>
                </a:lnTo>
                <a:lnTo>
                  <a:pt x="30" y="432"/>
                </a:lnTo>
                <a:lnTo>
                  <a:pt x="35" y="441"/>
                </a:lnTo>
                <a:lnTo>
                  <a:pt x="41" y="450"/>
                </a:lnTo>
                <a:lnTo>
                  <a:pt x="46" y="459"/>
                </a:lnTo>
                <a:lnTo>
                  <a:pt x="53" y="468"/>
                </a:lnTo>
                <a:lnTo>
                  <a:pt x="59" y="477"/>
                </a:lnTo>
                <a:lnTo>
                  <a:pt x="66" y="486"/>
                </a:lnTo>
                <a:lnTo>
                  <a:pt x="73" y="494"/>
                </a:lnTo>
                <a:lnTo>
                  <a:pt x="82" y="503"/>
                </a:lnTo>
                <a:lnTo>
                  <a:pt x="90" y="511"/>
                </a:lnTo>
                <a:lnTo>
                  <a:pt x="99" y="519"/>
                </a:lnTo>
                <a:lnTo>
                  <a:pt x="107" y="527"/>
                </a:lnTo>
                <a:lnTo>
                  <a:pt x="116" y="535"/>
                </a:lnTo>
                <a:lnTo>
                  <a:pt x="126" y="542"/>
                </a:lnTo>
                <a:lnTo>
                  <a:pt x="136" y="549"/>
                </a:lnTo>
                <a:lnTo>
                  <a:pt x="146" y="556"/>
                </a:lnTo>
                <a:lnTo>
                  <a:pt x="156" y="563"/>
                </a:lnTo>
                <a:lnTo>
                  <a:pt x="167" y="569"/>
                </a:lnTo>
                <a:lnTo>
                  <a:pt x="178" y="576"/>
                </a:lnTo>
                <a:lnTo>
                  <a:pt x="189" y="582"/>
                </a:lnTo>
                <a:lnTo>
                  <a:pt x="200" y="588"/>
                </a:lnTo>
                <a:lnTo>
                  <a:pt x="212" y="593"/>
                </a:lnTo>
                <a:lnTo>
                  <a:pt x="224" y="598"/>
                </a:lnTo>
                <a:lnTo>
                  <a:pt x="236" y="603"/>
                </a:lnTo>
                <a:lnTo>
                  <a:pt x="248" y="608"/>
                </a:lnTo>
                <a:lnTo>
                  <a:pt x="261" y="612"/>
                </a:lnTo>
                <a:lnTo>
                  <a:pt x="274" y="617"/>
                </a:lnTo>
                <a:lnTo>
                  <a:pt x="287" y="620"/>
                </a:lnTo>
                <a:lnTo>
                  <a:pt x="300" y="624"/>
                </a:lnTo>
                <a:lnTo>
                  <a:pt x="313" y="627"/>
                </a:lnTo>
                <a:lnTo>
                  <a:pt x="327" y="630"/>
                </a:lnTo>
                <a:lnTo>
                  <a:pt x="340" y="633"/>
                </a:lnTo>
                <a:lnTo>
                  <a:pt x="354" y="635"/>
                </a:lnTo>
                <a:lnTo>
                  <a:pt x="367" y="637"/>
                </a:lnTo>
                <a:lnTo>
                  <a:pt x="381" y="639"/>
                </a:lnTo>
                <a:lnTo>
                  <a:pt x="395" y="640"/>
                </a:lnTo>
                <a:lnTo>
                  <a:pt x="409" y="641"/>
                </a:lnTo>
                <a:lnTo>
                  <a:pt x="423" y="642"/>
                </a:lnTo>
                <a:lnTo>
                  <a:pt x="437" y="643"/>
                </a:lnTo>
                <a:lnTo>
                  <a:pt x="451" y="643"/>
                </a:lnTo>
                <a:lnTo>
                  <a:pt x="465" y="643"/>
                </a:lnTo>
                <a:lnTo>
                  <a:pt x="479" y="642"/>
                </a:lnTo>
                <a:lnTo>
                  <a:pt x="493" y="641"/>
                </a:lnTo>
                <a:lnTo>
                  <a:pt x="507" y="640"/>
                </a:lnTo>
                <a:lnTo>
                  <a:pt x="521" y="639"/>
                </a:lnTo>
                <a:lnTo>
                  <a:pt x="535" y="637"/>
                </a:lnTo>
                <a:lnTo>
                  <a:pt x="548" y="635"/>
                </a:lnTo>
                <a:lnTo>
                  <a:pt x="562" y="633"/>
                </a:lnTo>
                <a:lnTo>
                  <a:pt x="575" y="630"/>
                </a:lnTo>
                <a:lnTo>
                  <a:pt x="589" y="627"/>
                </a:lnTo>
                <a:lnTo>
                  <a:pt x="602" y="624"/>
                </a:lnTo>
                <a:lnTo>
                  <a:pt x="615" y="620"/>
                </a:lnTo>
                <a:lnTo>
                  <a:pt x="628" y="617"/>
                </a:lnTo>
                <a:lnTo>
                  <a:pt x="641" y="612"/>
                </a:lnTo>
                <a:lnTo>
                  <a:pt x="653" y="608"/>
                </a:lnTo>
                <a:lnTo>
                  <a:pt x="666" y="603"/>
                </a:lnTo>
                <a:lnTo>
                  <a:pt x="678" y="598"/>
                </a:lnTo>
                <a:lnTo>
                  <a:pt x="690" y="593"/>
                </a:lnTo>
                <a:lnTo>
                  <a:pt x="702" y="588"/>
                </a:lnTo>
                <a:lnTo>
                  <a:pt x="713" y="582"/>
                </a:lnTo>
                <a:lnTo>
                  <a:pt x="724" y="576"/>
                </a:lnTo>
                <a:lnTo>
                  <a:pt x="735" y="569"/>
                </a:lnTo>
                <a:lnTo>
                  <a:pt x="746" y="563"/>
                </a:lnTo>
                <a:lnTo>
                  <a:pt x="756" y="556"/>
                </a:lnTo>
                <a:lnTo>
                  <a:pt x="766" y="549"/>
                </a:lnTo>
                <a:lnTo>
                  <a:pt x="776" y="542"/>
                </a:lnTo>
                <a:lnTo>
                  <a:pt x="785" y="535"/>
                </a:lnTo>
                <a:lnTo>
                  <a:pt x="795" y="527"/>
                </a:lnTo>
                <a:lnTo>
                  <a:pt x="803" y="519"/>
                </a:lnTo>
                <a:lnTo>
                  <a:pt x="812" y="511"/>
                </a:lnTo>
                <a:lnTo>
                  <a:pt x="820" y="503"/>
                </a:lnTo>
                <a:lnTo>
                  <a:pt x="827" y="494"/>
                </a:lnTo>
                <a:lnTo>
                  <a:pt x="835" y="486"/>
                </a:lnTo>
                <a:lnTo>
                  <a:pt x="842" y="477"/>
                </a:lnTo>
                <a:lnTo>
                  <a:pt x="848" y="468"/>
                </a:lnTo>
                <a:lnTo>
                  <a:pt x="854" y="459"/>
                </a:lnTo>
                <a:lnTo>
                  <a:pt x="860" y="450"/>
                </a:lnTo>
                <a:lnTo>
                  <a:pt x="866" y="441"/>
                </a:lnTo>
                <a:lnTo>
                  <a:pt x="871" y="432"/>
                </a:lnTo>
                <a:lnTo>
                  <a:pt x="875" y="422"/>
                </a:lnTo>
                <a:lnTo>
                  <a:pt x="879" y="412"/>
                </a:lnTo>
                <a:lnTo>
                  <a:pt x="883" y="403"/>
                </a:lnTo>
                <a:lnTo>
                  <a:pt x="886" y="393"/>
                </a:lnTo>
                <a:lnTo>
                  <a:pt x="889" y="383"/>
                </a:lnTo>
                <a:lnTo>
                  <a:pt x="891" y="373"/>
                </a:lnTo>
                <a:lnTo>
                  <a:pt x="893" y="363"/>
                </a:lnTo>
                <a:lnTo>
                  <a:pt x="895" y="353"/>
                </a:lnTo>
                <a:lnTo>
                  <a:pt x="896" y="343"/>
                </a:lnTo>
                <a:lnTo>
                  <a:pt x="897" y="333"/>
                </a:lnTo>
                <a:lnTo>
                  <a:pt x="897" y="323"/>
                </a:lnTo>
                <a:moveTo>
                  <a:pt x="901" y="323"/>
                </a:moveTo>
                <a:lnTo>
                  <a:pt x="901" y="333"/>
                </a:lnTo>
                <a:lnTo>
                  <a:pt x="900" y="344"/>
                </a:lnTo>
                <a:lnTo>
                  <a:pt x="899" y="354"/>
                </a:lnTo>
                <a:lnTo>
                  <a:pt x="897" y="364"/>
                </a:lnTo>
                <a:lnTo>
                  <a:pt x="895" y="374"/>
                </a:lnTo>
                <a:lnTo>
                  <a:pt x="893" y="384"/>
                </a:lnTo>
                <a:lnTo>
                  <a:pt x="890" y="394"/>
                </a:lnTo>
                <a:lnTo>
                  <a:pt x="887" y="403"/>
                </a:lnTo>
                <a:lnTo>
                  <a:pt x="883" y="413"/>
                </a:lnTo>
                <a:lnTo>
                  <a:pt x="879" y="423"/>
                </a:lnTo>
                <a:lnTo>
                  <a:pt x="874" y="432"/>
                </a:lnTo>
                <a:lnTo>
                  <a:pt x="869" y="442"/>
                </a:lnTo>
                <a:lnTo>
                  <a:pt x="864" y="451"/>
                </a:lnTo>
                <a:lnTo>
                  <a:pt x="858" y="461"/>
                </a:lnTo>
                <a:lnTo>
                  <a:pt x="852" y="470"/>
                </a:lnTo>
                <a:lnTo>
                  <a:pt x="845" y="479"/>
                </a:lnTo>
                <a:lnTo>
                  <a:pt x="838" y="487"/>
                </a:lnTo>
                <a:lnTo>
                  <a:pt x="831" y="496"/>
                </a:lnTo>
                <a:lnTo>
                  <a:pt x="823" y="504"/>
                </a:lnTo>
                <a:lnTo>
                  <a:pt x="815" y="513"/>
                </a:lnTo>
                <a:lnTo>
                  <a:pt x="806" y="521"/>
                </a:lnTo>
                <a:lnTo>
                  <a:pt x="798" y="529"/>
                </a:lnTo>
                <a:lnTo>
                  <a:pt x="788" y="536"/>
                </a:lnTo>
                <a:lnTo>
                  <a:pt x="779" y="544"/>
                </a:lnTo>
                <a:lnTo>
                  <a:pt x="769" y="551"/>
                </a:lnTo>
                <a:lnTo>
                  <a:pt x="759" y="558"/>
                </a:lnTo>
                <a:lnTo>
                  <a:pt x="748" y="565"/>
                </a:lnTo>
                <a:lnTo>
                  <a:pt x="738" y="572"/>
                </a:lnTo>
                <a:lnTo>
                  <a:pt x="727" y="578"/>
                </a:lnTo>
                <a:lnTo>
                  <a:pt x="715" y="584"/>
                </a:lnTo>
                <a:lnTo>
                  <a:pt x="704" y="590"/>
                </a:lnTo>
                <a:lnTo>
                  <a:pt x="692" y="595"/>
                </a:lnTo>
                <a:lnTo>
                  <a:pt x="680" y="601"/>
                </a:lnTo>
                <a:lnTo>
                  <a:pt x="668" y="606"/>
                </a:lnTo>
                <a:lnTo>
                  <a:pt x="655" y="610"/>
                </a:lnTo>
                <a:lnTo>
                  <a:pt x="642" y="615"/>
                </a:lnTo>
                <a:lnTo>
                  <a:pt x="630" y="619"/>
                </a:lnTo>
                <a:lnTo>
                  <a:pt x="617" y="623"/>
                </a:lnTo>
                <a:lnTo>
                  <a:pt x="603" y="627"/>
                </a:lnTo>
                <a:lnTo>
                  <a:pt x="590" y="630"/>
                </a:lnTo>
                <a:lnTo>
                  <a:pt x="576" y="633"/>
                </a:lnTo>
                <a:lnTo>
                  <a:pt x="563" y="635"/>
                </a:lnTo>
                <a:lnTo>
                  <a:pt x="549" y="638"/>
                </a:lnTo>
                <a:lnTo>
                  <a:pt x="535" y="640"/>
                </a:lnTo>
                <a:lnTo>
                  <a:pt x="521" y="642"/>
                </a:lnTo>
                <a:lnTo>
                  <a:pt x="507" y="643"/>
                </a:lnTo>
                <a:lnTo>
                  <a:pt x="493" y="644"/>
                </a:lnTo>
                <a:lnTo>
                  <a:pt x="479" y="645"/>
                </a:lnTo>
                <a:lnTo>
                  <a:pt x="465" y="645"/>
                </a:lnTo>
                <a:lnTo>
                  <a:pt x="451" y="646"/>
                </a:lnTo>
                <a:lnTo>
                  <a:pt x="437" y="645"/>
                </a:lnTo>
                <a:lnTo>
                  <a:pt x="423" y="645"/>
                </a:lnTo>
                <a:lnTo>
                  <a:pt x="409" y="644"/>
                </a:lnTo>
                <a:lnTo>
                  <a:pt x="395" y="643"/>
                </a:lnTo>
                <a:lnTo>
                  <a:pt x="381" y="642"/>
                </a:lnTo>
                <a:lnTo>
                  <a:pt x="367" y="640"/>
                </a:lnTo>
                <a:lnTo>
                  <a:pt x="353" y="638"/>
                </a:lnTo>
                <a:lnTo>
                  <a:pt x="339" y="635"/>
                </a:lnTo>
                <a:lnTo>
                  <a:pt x="325" y="633"/>
                </a:lnTo>
                <a:lnTo>
                  <a:pt x="312" y="630"/>
                </a:lnTo>
                <a:lnTo>
                  <a:pt x="299" y="627"/>
                </a:lnTo>
                <a:lnTo>
                  <a:pt x="285" y="623"/>
                </a:lnTo>
                <a:lnTo>
                  <a:pt x="272" y="619"/>
                </a:lnTo>
                <a:lnTo>
                  <a:pt x="259" y="615"/>
                </a:lnTo>
                <a:lnTo>
                  <a:pt x="247" y="610"/>
                </a:lnTo>
                <a:lnTo>
                  <a:pt x="234" y="606"/>
                </a:lnTo>
                <a:lnTo>
                  <a:pt x="222" y="601"/>
                </a:lnTo>
                <a:lnTo>
                  <a:pt x="210" y="595"/>
                </a:lnTo>
                <a:lnTo>
                  <a:pt x="198" y="590"/>
                </a:lnTo>
                <a:lnTo>
                  <a:pt x="187" y="584"/>
                </a:lnTo>
                <a:lnTo>
                  <a:pt x="175" y="578"/>
                </a:lnTo>
                <a:lnTo>
                  <a:pt x="164" y="572"/>
                </a:lnTo>
                <a:lnTo>
                  <a:pt x="153" y="565"/>
                </a:lnTo>
                <a:lnTo>
                  <a:pt x="143" y="558"/>
                </a:lnTo>
                <a:lnTo>
                  <a:pt x="133" y="551"/>
                </a:lnTo>
                <a:lnTo>
                  <a:pt x="123" y="544"/>
                </a:lnTo>
                <a:lnTo>
                  <a:pt x="114" y="536"/>
                </a:lnTo>
                <a:lnTo>
                  <a:pt x="104" y="529"/>
                </a:lnTo>
                <a:lnTo>
                  <a:pt x="96" y="521"/>
                </a:lnTo>
                <a:lnTo>
                  <a:pt x="87" y="513"/>
                </a:lnTo>
                <a:lnTo>
                  <a:pt x="78" y="504"/>
                </a:lnTo>
                <a:lnTo>
                  <a:pt x="70" y="496"/>
                </a:lnTo>
                <a:lnTo>
                  <a:pt x="63" y="487"/>
                </a:lnTo>
                <a:lnTo>
                  <a:pt x="56" y="479"/>
                </a:lnTo>
                <a:lnTo>
                  <a:pt x="49" y="470"/>
                </a:lnTo>
                <a:lnTo>
                  <a:pt x="43" y="461"/>
                </a:lnTo>
                <a:lnTo>
                  <a:pt x="37" y="451"/>
                </a:lnTo>
                <a:lnTo>
                  <a:pt x="32" y="442"/>
                </a:lnTo>
                <a:lnTo>
                  <a:pt x="27" y="432"/>
                </a:lnTo>
                <a:lnTo>
                  <a:pt x="22" y="423"/>
                </a:lnTo>
                <a:lnTo>
                  <a:pt x="18" y="413"/>
                </a:lnTo>
                <a:lnTo>
                  <a:pt x="14" y="403"/>
                </a:lnTo>
                <a:lnTo>
                  <a:pt x="11" y="394"/>
                </a:lnTo>
                <a:lnTo>
                  <a:pt x="8" y="384"/>
                </a:lnTo>
                <a:lnTo>
                  <a:pt x="6" y="374"/>
                </a:lnTo>
                <a:lnTo>
                  <a:pt x="4" y="364"/>
                </a:lnTo>
                <a:lnTo>
                  <a:pt x="2" y="354"/>
                </a:lnTo>
                <a:lnTo>
                  <a:pt x="1" y="344"/>
                </a:lnTo>
                <a:lnTo>
                  <a:pt x="0" y="333"/>
                </a:lnTo>
                <a:lnTo>
                  <a:pt x="0" y="323"/>
                </a:lnTo>
                <a:lnTo>
                  <a:pt x="0" y="313"/>
                </a:lnTo>
                <a:lnTo>
                  <a:pt x="1" y="303"/>
                </a:lnTo>
                <a:lnTo>
                  <a:pt x="2" y="293"/>
                </a:lnTo>
                <a:lnTo>
                  <a:pt x="4" y="283"/>
                </a:lnTo>
                <a:lnTo>
                  <a:pt x="6" y="273"/>
                </a:lnTo>
                <a:lnTo>
                  <a:pt x="8" y="263"/>
                </a:lnTo>
                <a:lnTo>
                  <a:pt x="11" y="253"/>
                </a:lnTo>
                <a:lnTo>
                  <a:pt x="14" y="243"/>
                </a:lnTo>
                <a:lnTo>
                  <a:pt x="18" y="233"/>
                </a:lnTo>
                <a:lnTo>
                  <a:pt x="22" y="224"/>
                </a:lnTo>
                <a:lnTo>
                  <a:pt x="27" y="214"/>
                </a:lnTo>
                <a:lnTo>
                  <a:pt x="32" y="205"/>
                </a:lnTo>
                <a:lnTo>
                  <a:pt x="37" y="195"/>
                </a:lnTo>
                <a:lnTo>
                  <a:pt x="43" y="185"/>
                </a:lnTo>
                <a:lnTo>
                  <a:pt x="49" y="176"/>
                </a:lnTo>
                <a:lnTo>
                  <a:pt x="56" y="167"/>
                </a:lnTo>
                <a:lnTo>
                  <a:pt x="63" y="158"/>
                </a:lnTo>
                <a:lnTo>
                  <a:pt x="70" y="150"/>
                </a:lnTo>
                <a:lnTo>
                  <a:pt x="78" y="141"/>
                </a:lnTo>
                <a:lnTo>
                  <a:pt x="87" y="133"/>
                </a:lnTo>
                <a:lnTo>
                  <a:pt x="96" y="125"/>
                </a:lnTo>
                <a:lnTo>
                  <a:pt x="104" y="117"/>
                </a:lnTo>
                <a:lnTo>
                  <a:pt x="114" y="109"/>
                </a:lnTo>
                <a:lnTo>
                  <a:pt x="123" y="102"/>
                </a:lnTo>
                <a:lnTo>
                  <a:pt x="133" y="94"/>
                </a:lnTo>
                <a:lnTo>
                  <a:pt x="143" y="87"/>
                </a:lnTo>
                <a:lnTo>
                  <a:pt x="153" y="81"/>
                </a:lnTo>
                <a:lnTo>
                  <a:pt x="164" y="74"/>
                </a:lnTo>
                <a:lnTo>
                  <a:pt x="175" y="68"/>
                </a:lnTo>
                <a:lnTo>
                  <a:pt x="187" y="62"/>
                </a:lnTo>
                <a:lnTo>
                  <a:pt x="198" y="56"/>
                </a:lnTo>
                <a:lnTo>
                  <a:pt x="210" y="50"/>
                </a:lnTo>
                <a:lnTo>
                  <a:pt x="222" y="45"/>
                </a:lnTo>
                <a:lnTo>
                  <a:pt x="234" y="40"/>
                </a:lnTo>
                <a:lnTo>
                  <a:pt x="247" y="35"/>
                </a:lnTo>
                <a:lnTo>
                  <a:pt x="259" y="31"/>
                </a:lnTo>
                <a:lnTo>
                  <a:pt x="272" y="27"/>
                </a:lnTo>
                <a:lnTo>
                  <a:pt x="285" y="23"/>
                </a:lnTo>
                <a:lnTo>
                  <a:pt x="299" y="19"/>
                </a:lnTo>
                <a:lnTo>
                  <a:pt x="312" y="16"/>
                </a:lnTo>
                <a:lnTo>
                  <a:pt x="325" y="13"/>
                </a:lnTo>
                <a:lnTo>
                  <a:pt x="339" y="10"/>
                </a:lnTo>
                <a:lnTo>
                  <a:pt x="353" y="8"/>
                </a:lnTo>
                <a:lnTo>
                  <a:pt x="367" y="6"/>
                </a:lnTo>
                <a:lnTo>
                  <a:pt x="381" y="4"/>
                </a:lnTo>
                <a:lnTo>
                  <a:pt x="395" y="3"/>
                </a:lnTo>
                <a:lnTo>
                  <a:pt x="409" y="1"/>
                </a:lnTo>
                <a:lnTo>
                  <a:pt x="423" y="1"/>
                </a:lnTo>
                <a:lnTo>
                  <a:pt x="437" y="0"/>
                </a:lnTo>
                <a:lnTo>
                  <a:pt x="451" y="0"/>
                </a:lnTo>
                <a:lnTo>
                  <a:pt x="465" y="0"/>
                </a:lnTo>
                <a:lnTo>
                  <a:pt x="479" y="1"/>
                </a:lnTo>
                <a:lnTo>
                  <a:pt x="493" y="1"/>
                </a:lnTo>
                <a:lnTo>
                  <a:pt x="507" y="3"/>
                </a:lnTo>
                <a:lnTo>
                  <a:pt x="521" y="4"/>
                </a:lnTo>
                <a:lnTo>
                  <a:pt x="535" y="6"/>
                </a:lnTo>
                <a:lnTo>
                  <a:pt x="549" y="8"/>
                </a:lnTo>
                <a:lnTo>
                  <a:pt x="563" y="10"/>
                </a:lnTo>
                <a:lnTo>
                  <a:pt x="576" y="13"/>
                </a:lnTo>
                <a:lnTo>
                  <a:pt x="590" y="16"/>
                </a:lnTo>
                <a:lnTo>
                  <a:pt x="603" y="19"/>
                </a:lnTo>
                <a:lnTo>
                  <a:pt x="617" y="23"/>
                </a:lnTo>
                <a:lnTo>
                  <a:pt x="630" y="27"/>
                </a:lnTo>
                <a:lnTo>
                  <a:pt x="642" y="31"/>
                </a:lnTo>
                <a:lnTo>
                  <a:pt x="655" y="35"/>
                </a:lnTo>
                <a:lnTo>
                  <a:pt x="668" y="40"/>
                </a:lnTo>
                <a:lnTo>
                  <a:pt x="680" y="45"/>
                </a:lnTo>
                <a:lnTo>
                  <a:pt x="692" y="50"/>
                </a:lnTo>
                <a:lnTo>
                  <a:pt x="704" y="56"/>
                </a:lnTo>
                <a:lnTo>
                  <a:pt x="715" y="62"/>
                </a:lnTo>
                <a:lnTo>
                  <a:pt x="727" y="68"/>
                </a:lnTo>
                <a:lnTo>
                  <a:pt x="738" y="74"/>
                </a:lnTo>
                <a:lnTo>
                  <a:pt x="748" y="81"/>
                </a:lnTo>
                <a:lnTo>
                  <a:pt x="759" y="87"/>
                </a:lnTo>
                <a:lnTo>
                  <a:pt x="769" y="94"/>
                </a:lnTo>
                <a:lnTo>
                  <a:pt x="779" y="102"/>
                </a:lnTo>
                <a:lnTo>
                  <a:pt x="788" y="109"/>
                </a:lnTo>
                <a:lnTo>
                  <a:pt x="798" y="117"/>
                </a:lnTo>
                <a:lnTo>
                  <a:pt x="806" y="125"/>
                </a:lnTo>
                <a:lnTo>
                  <a:pt x="815" y="133"/>
                </a:lnTo>
                <a:lnTo>
                  <a:pt x="823" y="141"/>
                </a:lnTo>
                <a:lnTo>
                  <a:pt x="831" y="150"/>
                </a:lnTo>
                <a:lnTo>
                  <a:pt x="838" y="158"/>
                </a:lnTo>
                <a:lnTo>
                  <a:pt x="845" y="167"/>
                </a:lnTo>
                <a:lnTo>
                  <a:pt x="852" y="176"/>
                </a:lnTo>
                <a:lnTo>
                  <a:pt x="858" y="185"/>
                </a:lnTo>
                <a:lnTo>
                  <a:pt x="864" y="195"/>
                </a:lnTo>
                <a:lnTo>
                  <a:pt x="869" y="205"/>
                </a:lnTo>
                <a:lnTo>
                  <a:pt x="874" y="214"/>
                </a:lnTo>
                <a:lnTo>
                  <a:pt x="879" y="224"/>
                </a:lnTo>
                <a:lnTo>
                  <a:pt x="883" y="233"/>
                </a:lnTo>
                <a:lnTo>
                  <a:pt x="887" y="243"/>
                </a:lnTo>
                <a:lnTo>
                  <a:pt x="890" y="253"/>
                </a:lnTo>
                <a:lnTo>
                  <a:pt x="893" y="263"/>
                </a:lnTo>
                <a:lnTo>
                  <a:pt x="895" y="273"/>
                </a:lnTo>
                <a:lnTo>
                  <a:pt x="897" y="283"/>
                </a:lnTo>
                <a:lnTo>
                  <a:pt x="899" y="293"/>
                </a:lnTo>
                <a:lnTo>
                  <a:pt x="900" y="303"/>
                </a:lnTo>
                <a:lnTo>
                  <a:pt x="901" y="313"/>
                </a:lnTo>
                <a:lnTo>
                  <a:pt x="901" y="323"/>
                </a:lnTo>
                <a:close/>
              </a:path>
            </a:pathLst>
          </a:custGeom>
          <a:solidFill>
            <a:srgbClr val="ffdb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4" name=""/>
          <p:cNvSpPr/>
          <p:nvPr/>
        </p:nvSpPr>
        <p:spPr>
          <a:xfrm>
            <a:off x="7899120" y="2827080"/>
            <a:ext cx="327240" cy="234360"/>
          </a:xfrm>
          <a:custGeom>
            <a:avLst/>
            <a:gdLst/>
            <a:ahLst/>
            <a:rect l="0" t="0" r="r" b="b"/>
            <a:pathLst>
              <a:path w="909" h="651">
                <a:moveTo>
                  <a:pt x="905" y="326"/>
                </a:moveTo>
                <a:lnTo>
                  <a:pt x="905" y="316"/>
                </a:lnTo>
                <a:lnTo>
                  <a:pt x="904" y="306"/>
                </a:lnTo>
                <a:lnTo>
                  <a:pt x="903" y="296"/>
                </a:lnTo>
                <a:lnTo>
                  <a:pt x="901" y="286"/>
                </a:lnTo>
                <a:lnTo>
                  <a:pt x="899" y="276"/>
                </a:lnTo>
                <a:lnTo>
                  <a:pt x="897" y="265"/>
                </a:lnTo>
                <a:lnTo>
                  <a:pt x="894" y="255"/>
                </a:lnTo>
                <a:lnTo>
                  <a:pt x="891" y="245"/>
                </a:lnTo>
                <a:lnTo>
                  <a:pt x="887" y="235"/>
                </a:lnTo>
                <a:lnTo>
                  <a:pt x="883" y="226"/>
                </a:lnTo>
                <a:lnTo>
                  <a:pt x="878" y="216"/>
                </a:lnTo>
                <a:lnTo>
                  <a:pt x="873" y="207"/>
                </a:lnTo>
                <a:lnTo>
                  <a:pt x="868" y="197"/>
                </a:lnTo>
                <a:lnTo>
                  <a:pt x="862" y="188"/>
                </a:lnTo>
                <a:lnTo>
                  <a:pt x="856" y="179"/>
                </a:lnTo>
                <a:lnTo>
                  <a:pt x="849" y="170"/>
                </a:lnTo>
                <a:lnTo>
                  <a:pt x="842" y="161"/>
                </a:lnTo>
                <a:lnTo>
                  <a:pt x="835" y="153"/>
                </a:lnTo>
                <a:lnTo>
                  <a:pt x="827" y="144"/>
                </a:lnTo>
                <a:lnTo>
                  <a:pt x="819" y="136"/>
                </a:lnTo>
                <a:lnTo>
                  <a:pt x="810" y="128"/>
                </a:lnTo>
                <a:lnTo>
                  <a:pt x="802" y="120"/>
                </a:lnTo>
                <a:lnTo>
                  <a:pt x="792" y="112"/>
                </a:lnTo>
                <a:lnTo>
                  <a:pt x="783" y="105"/>
                </a:lnTo>
                <a:lnTo>
                  <a:pt x="773" y="97"/>
                </a:lnTo>
                <a:lnTo>
                  <a:pt x="763" y="90"/>
                </a:lnTo>
                <a:lnTo>
                  <a:pt x="752" y="84"/>
                </a:lnTo>
                <a:lnTo>
                  <a:pt x="742" y="77"/>
                </a:lnTo>
                <a:lnTo>
                  <a:pt x="731" y="71"/>
                </a:lnTo>
                <a:lnTo>
                  <a:pt x="719" y="65"/>
                </a:lnTo>
                <a:lnTo>
                  <a:pt x="708" y="59"/>
                </a:lnTo>
                <a:lnTo>
                  <a:pt x="696" y="53"/>
                </a:lnTo>
                <a:lnTo>
                  <a:pt x="684" y="48"/>
                </a:lnTo>
                <a:lnTo>
                  <a:pt x="672" y="43"/>
                </a:lnTo>
                <a:lnTo>
                  <a:pt x="659" y="38"/>
                </a:lnTo>
                <a:lnTo>
                  <a:pt x="646" y="34"/>
                </a:lnTo>
                <a:lnTo>
                  <a:pt x="634" y="30"/>
                </a:lnTo>
                <a:lnTo>
                  <a:pt x="621" y="26"/>
                </a:lnTo>
                <a:lnTo>
                  <a:pt x="607" y="22"/>
                </a:lnTo>
                <a:lnTo>
                  <a:pt x="594" y="19"/>
                </a:lnTo>
                <a:lnTo>
                  <a:pt x="580" y="16"/>
                </a:lnTo>
                <a:lnTo>
                  <a:pt x="567" y="13"/>
                </a:lnTo>
                <a:lnTo>
                  <a:pt x="553" y="11"/>
                </a:lnTo>
                <a:lnTo>
                  <a:pt x="539" y="9"/>
                </a:lnTo>
                <a:lnTo>
                  <a:pt x="525" y="7"/>
                </a:lnTo>
                <a:lnTo>
                  <a:pt x="511" y="6"/>
                </a:lnTo>
                <a:lnTo>
                  <a:pt x="497" y="4"/>
                </a:lnTo>
                <a:lnTo>
                  <a:pt x="483" y="4"/>
                </a:lnTo>
                <a:lnTo>
                  <a:pt x="469" y="3"/>
                </a:lnTo>
                <a:lnTo>
                  <a:pt x="455" y="3"/>
                </a:lnTo>
                <a:lnTo>
                  <a:pt x="441" y="3"/>
                </a:lnTo>
                <a:lnTo>
                  <a:pt x="427" y="4"/>
                </a:lnTo>
                <a:lnTo>
                  <a:pt x="413" y="4"/>
                </a:lnTo>
                <a:lnTo>
                  <a:pt x="399" y="6"/>
                </a:lnTo>
                <a:lnTo>
                  <a:pt x="385" y="7"/>
                </a:lnTo>
                <a:lnTo>
                  <a:pt x="371" y="9"/>
                </a:lnTo>
                <a:lnTo>
                  <a:pt x="357" y="11"/>
                </a:lnTo>
                <a:lnTo>
                  <a:pt x="343" y="13"/>
                </a:lnTo>
                <a:lnTo>
                  <a:pt x="329" y="16"/>
                </a:lnTo>
                <a:lnTo>
                  <a:pt x="316" y="19"/>
                </a:lnTo>
                <a:lnTo>
                  <a:pt x="303" y="22"/>
                </a:lnTo>
                <a:lnTo>
                  <a:pt x="289" y="26"/>
                </a:lnTo>
                <a:lnTo>
                  <a:pt x="275" y="30"/>
                </a:lnTo>
                <a:lnTo>
                  <a:pt x="262" y="34"/>
                </a:lnTo>
                <a:lnTo>
                  <a:pt x="250" y="38"/>
                </a:lnTo>
                <a:lnTo>
                  <a:pt x="237" y="43"/>
                </a:lnTo>
                <a:lnTo>
                  <a:pt x="225" y="48"/>
                </a:lnTo>
                <a:lnTo>
                  <a:pt x="213" y="53"/>
                </a:lnTo>
                <a:lnTo>
                  <a:pt x="201" y="59"/>
                </a:lnTo>
                <a:lnTo>
                  <a:pt x="190" y="65"/>
                </a:lnTo>
                <a:lnTo>
                  <a:pt x="178" y="71"/>
                </a:lnTo>
                <a:lnTo>
                  <a:pt x="167" y="77"/>
                </a:lnTo>
                <a:lnTo>
                  <a:pt x="156" y="84"/>
                </a:lnTo>
                <a:lnTo>
                  <a:pt x="146" y="90"/>
                </a:lnTo>
                <a:lnTo>
                  <a:pt x="136" y="97"/>
                </a:lnTo>
                <a:lnTo>
                  <a:pt x="126" y="105"/>
                </a:lnTo>
                <a:lnTo>
                  <a:pt x="117" y="112"/>
                </a:lnTo>
                <a:lnTo>
                  <a:pt x="107" y="120"/>
                </a:lnTo>
                <a:lnTo>
                  <a:pt x="99" y="128"/>
                </a:lnTo>
                <a:lnTo>
                  <a:pt x="90" y="136"/>
                </a:lnTo>
                <a:lnTo>
                  <a:pt x="82" y="144"/>
                </a:lnTo>
                <a:lnTo>
                  <a:pt x="74" y="153"/>
                </a:lnTo>
                <a:lnTo>
                  <a:pt x="67" y="161"/>
                </a:lnTo>
                <a:lnTo>
                  <a:pt x="60" y="170"/>
                </a:lnTo>
                <a:lnTo>
                  <a:pt x="53" y="179"/>
                </a:lnTo>
                <a:lnTo>
                  <a:pt x="47" y="188"/>
                </a:lnTo>
                <a:lnTo>
                  <a:pt x="41" y="197"/>
                </a:lnTo>
                <a:lnTo>
                  <a:pt x="36" y="207"/>
                </a:lnTo>
                <a:lnTo>
                  <a:pt x="31" y="216"/>
                </a:lnTo>
                <a:lnTo>
                  <a:pt x="26" y="226"/>
                </a:lnTo>
                <a:lnTo>
                  <a:pt x="22" y="235"/>
                </a:lnTo>
                <a:lnTo>
                  <a:pt x="18" y="245"/>
                </a:lnTo>
                <a:lnTo>
                  <a:pt x="15" y="255"/>
                </a:lnTo>
                <a:lnTo>
                  <a:pt x="12" y="265"/>
                </a:lnTo>
                <a:lnTo>
                  <a:pt x="10" y="276"/>
                </a:lnTo>
                <a:lnTo>
                  <a:pt x="8" y="286"/>
                </a:lnTo>
                <a:lnTo>
                  <a:pt x="6" y="296"/>
                </a:lnTo>
                <a:lnTo>
                  <a:pt x="5" y="306"/>
                </a:lnTo>
                <a:lnTo>
                  <a:pt x="4" y="316"/>
                </a:lnTo>
                <a:lnTo>
                  <a:pt x="4" y="326"/>
                </a:lnTo>
                <a:lnTo>
                  <a:pt x="4" y="336"/>
                </a:lnTo>
                <a:lnTo>
                  <a:pt x="5" y="347"/>
                </a:lnTo>
                <a:lnTo>
                  <a:pt x="6" y="357"/>
                </a:lnTo>
                <a:lnTo>
                  <a:pt x="8" y="367"/>
                </a:lnTo>
                <a:lnTo>
                  <a:pt x="10" y="377"/>
                </a:lnTo>
                <a:lnTo>
                  <a:pt x="12" y="387"/>
                </a:lnTo>
                <a:lnTo>
                  <a:pt x="15" y="397"/>
                </a:lnTo>
                <a:lnTo>
                  <a:pt x="18" y="406"/>
                </a:lnTo>
                <a:lnTo>
                  <a:pt x="22" y="416"/>
                </a:lnTo>
                <a:lnTo>
                  <a:pt x="26" y="426"/>
                </a:lnTo>
                <a:lnTo>
                  <a:pt x="31" y="435"/>
                </a:lnTo>
                <a:lnTo>
                  <a:pt x="36" y="445"/>
                </a:lnTo>
                <a:lnTo>
                  <a:pt x="41" y="454"/>
                </a:lnTo>
                <a:lnTo>
                  <a:pt x="47" y="464"/>
                </a:lnTo>
                <a:lnTo>
                  <a:pt x="53" y="473"/>
                </a:lnTo>
                <a:lnTo>
                  <a:pt x="60" y="482"/>
                </a:lnTo>
                <a:lnTo>
                  <a:pt x="67" y="490"/>
                </a:lnTo>
                <a:lnTo>
                  <a:pt x="74" y="499"/>
                </a:lnTo>
                <a:lnTo>
                  <a:pt x="82" y="507"/>
                </a:lnTo>
                <a:lnTo>
                  <a:pt x="90" y="516"/>
                </a:lnTo>
                <a:lnTo>
                  <a:pt x="99" y="524"/>
                </a:lnTo>
                <a:lnTo>
                  <a:pt x="107" y="532"/>
                </a:lnTo>
                <a:lnTo>
                  <a:pt x="117" y="539"/>
                </a:lnTo>
                <a:lnTo>
                  <a:pt x="126" y="547"/>
                </a:lnTo>
                <a:lnTo>
                  <a:pt x="136" y="554"/>
                </a:lnTo>
                <a:lnTo>
                  <a:pt x="146" y="561"/>
                </a:lnTo>
                <a:lnTo>
                  <a:pt x="156" y="568"/>
                </a:lnTo>
                <a:lnTo>
                  <a:pt x="167" y="575"/>
                </a:lnTo>
                <a:lnTo>
                  <a:pt x="178" y="581"/>
                </a:lnTo>
                <a:lnTo>
                  <a:pt x="190" y="587"/>
                </a:lnTo>
                <a:lnTo>
                  <a:pt x="201" y="593"/>
                </a:lnTo>
                <a:lnTo>
                  <a:pt x="213" y="598"/>
                </a:lnTo>
                <a:lnTo>
                  <a:pt x="225" y="604"/>
                </a:lnTo>
                <a:lnTo>
                  <a:pt x="237" y="609"/>
                </a:lnTo>
                <a:lnTo>
                  <a:pt x="250" y="613"/>
                </a:lnTo>
                <a:lnTo>
                  <a:pt x="262" y="618"/>
                </a:lnTo>
                <a:lnTo>
                  <a:pt x="275" y="622"/>
                </a:lnTo>
                <a:lnTo>
                  <a:pt x="289" y="626"/>
                </a:lnTo>
                <a:lnTo>
                  <a:pt x="303" y="630"/>
                </a:lnTo>
                <a:lnTo>
                  <a:pt x="316" y="633"/>
                </a:lnTo>
                <a:lnTo>
                  <a:pt x="329" y="636"/>
                </a:lnTo>
                <a:lnTo>
                  <a:pt x="343" y="638"/>
                </a:lnTo>
                <a:lnTo>
                  <a:pt x="357" y="641"/>
                </a:lnTo>
                <a:lnTo>
                  <a:pt x="371" y="643"/>
                </a:lnTo>
                <a:lnTo>
                  <a:pt x="385" y="645"/>
                </a:lnTo>
                <a:lnTo>
                  <a:pt x="399" y="646"/>
                </a:lnTo>
                <a:lnTo>
                  <a:pt x="413" y="647"/>
                </a:lnTo>
                <a:lnTo>
                  <a:pt x="427" y="648"/>
                </a:lnTo>
                <a:lnTo>
                  <a:pt x="441" y="648"/>
                </a:lnTo>
                <a:lnTo>
                  <a:pt x="455" y="649"/>
                </a:lnTo>
                <a:lnTo>
                  <a:pt x="469" y="648"/>
                </a:lnTo>
                <a:lnTo>
                  <a:pt x="483" y="648"/>
                </a:lnTo>
                <a:lnTo>
                  <a:pt x="497" y="647"/>
                </a:lnTo>
                <a:lnTo>
                  <a:pt x="511" y="646"/>
                </a:lnTo>
                <a:lnTo>
                  <a:pt x="525" y="645"/>
                </a:lnTo>
                <a:lnTo>
                  <a:pt x="539" y="643"/>
                </a:lnTo>
                <a:lnTo>
                  <a:pt x="553" y="641"/>
                </a:lnTo>
                <a:lnTo>
                  <a:pt x="567" y="638"/>
                </a:lnTo>
                <a:lnTo>
                  <a:pt x="580" y="636"/>
                </a:lnTo>
                <a:lnTo>
                  <a:pt x="594" y="633"/>
                </a:lnTo>
                <a:lnTo>
                  <a:pt x="607" y="630"/>
                </a:lnTo>
                <a:lnTo>
                  <a:pt x="621" y="626"/>
                </a:lnTo>
                <a:lnTo>
                  <a:pt x="634" y="622"/>
                </a:lnTo>
                <a:lnTo>
                  <a:pt x="646" y="618"/>
                </a:lnTo>
                <a:lnTo>
                  <a:pt x="659" y="613"/>
                </a:lnTo>
                <a:lnTo>
                  <a:pt x="672" y="609"/>
                </a:lnTo>
                <a:lnTo>
                  <a:pt x="684" y="604"/>
                </a:lnTo>
                <a:lnTo>
                  <a:pt x="696" y="598"/>
                </a:lnTo>
                <a:lnTo>
                  <a:pt x="708" y="593"/>
                </a:lnTo>
                <a:lnTo>
                  <a:pt x="719" y="587"/>
                </a:lnTo>
                <a:lnTo>
                  <a:pt x="731" y="581"/>
                </a:lnTo>
                <a:lnTo>
                  <a:pt x="742" y="575"/>
                </a:lnTo>
                <a:lnTo>
                  <a:pt x="752" y="568"/>
                </a:lnTo>
                <a:lnTo>
                  <a:pt x="763" y="561"/>
                </a:lnTo>
                <a:lnTo>
                  <a:pt x="773" y="554"/>
                </a:lnTo>
                <a:lnTo>
                  <a:pt x="783" y="547"/>
                </a:lnTo>
                <a:lnTo>
                  <a:pt x="792" y="539"/>
                </a:lnTo>
                <a:lnTo>
                  <a:pt x="802" y="532"/>
                </a:lnTo>
                <a:lnTo>
                  <a:pt x="810" y="524"/>
                </a:lnTo>
                <a:lnTo>
                  <a:pt x="819" y="516"/>
                </a:lnTo>
                <a:lnTo>
                  <a:pt x="827" y="507"/>
                </a:lnTo>
                <a:lnTo>
                  <a:pt x="835" y="499"/>
                </a:lnTo>
                <a:lnTo>
                  <a:pt x="842" y="490"/>
                </a:lnTo>
                <a:lnTo>
                  <a:pt x="849" y="482"/>
                </a:lnTo>
                <a:lnTo>
                  <a:pt x="856" y="473"/>
                </a:lnTo>
                <a:lnTo>
                  <a:pt x="862" y="464"/>
                </a:lnTo>
                <a:lnTo>
                  <a:pt x="868" y="454"/>
                </a:lnTo>
                <a:lnTo>
                  <a:pt x="873" y="445"/>
                </a:lnTo>
                <a:lnTo>
                  <a:pt x="878" y="435"/>
                </a:lnTo>
                <a:lnTo>
                  <a:pt x="883" y="426"/>
                </a:lnTo>
                <a:lnTo>
                  <a:pt x="887" y="416"/>
                </a:lnTo>
                <a:lnTo>
                  <a:pt x="891" y="406"/>
                </a:lnTo>
                <a:lnTo>
                  <a:pt x="894" y="397"/>
                </a:lnTo>
                <a:lnTo>
                  <a:pt x="897" y="387"/>
                </a:lnTo>
                <a:lnTo>
                  <a:pt x="899" y="377"/>
                </a:lnTo>
                <a:lnTo>
                  <a:pt x="901" y="367"/>
                </a:lnTo>
                <a:lnTo>
                  <a:pt x="903" y="357"/>
                </a:lnTo>
                <a:lnTo>
                  <a:pt x="904" y="347"/>
                </a:lnTo>
                <a:lnTo>
                  <a:pt x="905" y="336"/>
                </a:lnTo>
                <a:lnTo>
                  <a:pt x="905" y="326"/>
                </a:lnTo>
                <a:moveTo>
                  <a:pt x="909" y="326"/>
                </a:moveTo>
                <a:lnTo>
                  <a:pt x="908" y="337"/>
                </a:lnTo>
                <a:lnTo>
                  <a:pt x="908" y="347"/>
                </a:lnTo>
                <a:lnTo>
                  <a:pt x="907" y="357"/>
                </a:lnTo>
                <a:lnTo>
                  <a:pt x="905" y="367"/>
                </a:lnTo>
                <a:lnTo>
                  <a:pt x="903" y="377"/>
                </a:lnTo>
                <a:lnTo>
                  <a:pt x="901" y="387"/>
                </a:lnTo>
                <a:lnTo>
                  <a:pt x="898" y="397"/>
                </a:lnTo>
                <a:lnTo>
                  <a:pt x="894" y="407"/>
                </a:lnTo>
                <a:lnTo>
                  <a:pt x="891" y="417"/>
                </a:lnTo>
                <a:lnTo>
                  <a:pt x="886" y="427"/>
                </a:lnTo>
                <a:lnTo>
                  <a:pt x="882" y="436"/>
                </a:lnTo>
                <a:lnTo>
                  <a:pt x="877" y="446"/>
                </a:lnTo>
                <a:lnTo>
                  <a:pt x="871" y="455"/>
                </a:lnTo>
                <a:lnTo>
                  <a:pt x="865" y="465"/>
                </a:lnTo>
                <a:lnTo>
                  <a:pt x="859" y="474"/>
                </a:lnTo>
                <a:lnTo>
                  <a:pt x="853" y="483"/>
                </a:lnTo>
                <a:lnTo>
                  <a:pt x="845" y="492"/>
                </a:lnTo>
                <a:lnTo>
                  <a:pt x="838" y="500"/>
                </a:lnTo>
                <a:lnTo>
                  <a:pt x="830" y="509"/>
                </a:lnTo>
                <a:lnTo>
                  <a:pt x="822" y="517"/>
                </a:lnTo>
                <a:lnTo>
                  <a:pt x="813" y="526"/>
                </a:lnTo>
                <a:lnTo>
                  <a:pt x="805" y="533"/>
                </a:lnTo>
                <a:lnTo>
                  <a:pt x="795" y="541"/>
                </a:lnTo>
                <a:lnTo>
                  <a:pt x="786" y="549"/>
                </a:lnTo>
                <a:lnTo>
                  <a:pt x="776" y="556"/>
                </a:lnTo>
                <a:lnTo>
                  <a:pt x="766" y="563"/>
                </a:lnTo>
                <a:lnTo>
                  <a:pt x="755" y="570"/>
                </a:lnTo>
                <a:lnTo>
                  <a:pt x="744" y="577"/>
                </a:lnTo>
                <a:lnTo>
                  <a:pt x="733" y="583"/>
                </a:lnTo>
                <a:lnTo>
                  <a:pt x="722" y="589"/>
                </a:lnTo>
                <a:lnTo>
                  <a:pt x="710" y="595"/>
                </a:lnTo>
                <a:lnTo>
                  <a:pt x="698" y="601"/>
                </a:lnTo>
                <a:lnTo>
                  <a:pt x="686" y="606"/>
                </a:lnTo>
                <a:lnTo>
                  <a:pt x="674" y="611"/>
                </a:lnTo>
                <a:lnTo>
                  <a:pt x="661" y="616"/>
                </a:lnTo>
                <a:lnTo>
                  <a:pt x="648" y="620"/>
                </a:lnTo>
                <a:lnTo>
                  <a:pt x="635" y="625"/>
                </a:lnTo>
                <a:lnTo>
                  <a:pt x="622" y="629"/>
                </a:lnTo>
                <a:lnTo>
                  <a:pt x="609" y="632"/>
                </a:lnTo>
                <a:lnTo>
                  <a:pt x="595" y="635"/>
                </a:lnTo>
                <a:lnTo>
                  <a:pt x="582" y="638"/>
                </a:lnTo>
                <a:lnTo>
                  <a:pt x="568" y="641"/>
                </a:lnTo>
                <a:lnTo>
                  <a:pt x="554" y="644"/>
                </a:lnTo>
                <a:lnTo>
                  <a:pt x="540" y="646"/>
                </a:lnTo>
                <a:lnTo>
                  <a:pt x="526" y="647"/>
                </a:lnTo>
                <a:lnTo>
                  <a:pt x="512" y="649"/>
                </a:lnTo>
                <a:lnTo>
                  <a:pt x="498" y="650"/>
                </a:lnTo>
                <a:lnTo>
                  <a:pt x="483" y="651"/>
                </a:lnTo>
                <a:lnTo>
                  <a:pt x="469" y="651"/>
                </a:lnTo>
                <a:lnTo>
                  <a:pt x="455" y="651"/>
                </a:lnTo>
                <a:lnTo>
                  <a:pt x="441" y="651"/>
                </a:lnTo>
                <a:lnTo>
                  <a:pt x="426" y="651"/>
                </a:lnTo>
                <a:lnTo>
                  <a:pt x="412" y="650"/>
                </a:lnTo>
                <a:lnTo>
                  <a:pt x="398" y="649"/>
                </a:lnTo>
                <a:lnTo>
                  <a:pt x="384" y="647"/>
                </a:lnTo>
                <a:lnTo>
                  <a:pt x="370" y="646"/>
                </a:lnTo>
                <a:lnTo>
                  <a:pt x="356" y="644"/>
                </a:lnTo>
                <a:lnTo>
                  <a:pt x="342" y="641"/>
                </a:lnTo>
                <a:lnTo>
                  <a:pt x="328" y="638"/>
                </a:lnTo>
                <a:lnTo>
                  <a:pt x="315" y="635"/>
                </a:lnTo>
                <a:lnTo>
                  <a:pt x="301" y="632"/>
                </a:lnTo>
                <a:lnTo>
                  <a:pt x="288" y="629"/>
                </a:lnTo>
                <a:lnTo>
                  <a:pt x="274" y="625"/>
                </a:lnTo>
                <a:lnTo>
                  <a:pt x="261" y="620"/>
                </a:lnTo>
                <a:lnTo>
                  <a:pt x="248" y="616"/>
                </a:lnTo>
                <a:lnTo>
                  <a:pt x="235" y="611"/>
                </a:lnTo>
                <a:lnTo>
                  <a:pt x="223" y="606"/>
                </a:lnTo>
                <a:lnTo>
                  <a:pt x="211" y="601"/>
                </a:lnTo>
                <a:lnTo>
                  <a:pt x="199" y="595"/>
                </a:lnTo>
                <a:lnTo>
                  <a:pt x="187" y="589"/>
                </a:lnTo>
                <a:lnTo>
                  <a:pt x="176" y="583"/>
                </a:lnTo>
                <a:lnTo>
                  <a:pt x="165" y="577"/>
                </a:lnTo>
                <a:lnTo>
                  <a:pt x="154" y="570"/>
                </a:lnTo>
                <a:lnTo>
                  <a:pt x="143" y="563"/>
                </a:lnTo>
                <a:lnTo>
                  <a:pt x="133" y="556"/>
                </a:lnTo>
                <a:lnTo>
                  <a:pt x="123" y="549"/>
                </a:lnTo>
                <a:lnTo>
                  <a:pt x="114" y="541"/>
                </a:lnTo>
                <a:lnTo>
                  <a:pt x="104" y="533"/>
                </a:lnTo>
                <a:lnTo>
                  <a:pt x="95" y="526"/>
                </a:lnTo>
                <a:lnTo>
                  <a:pt x="87" y="517"/>
                </a:lnTo>
                <a:lnTo>
                  <a:pt x="79" y="509"/>
                </a:lnTo>
                <a:lnTo>
                  <a:pt x="71" y="500"/>
                </a:lnTo>
                <a:lnTo>
                  <a:pt x="63" y="492"/>
                </a:lnTo>
                <a:lnTo>
                  <a:pt x="56" y="483"/>
                </a:lnTo>
                <a:lnTo>
                  <a:pt x="50" y="474"/>
                </a:lnTo>
                <a:lnTo>
                  <a:pt x="43" y="465"/>
                </a:lnTo>
                <a:lnTo>
                  <a:pt x="38" y="455"/>
                </a:lnTo>
                <a:lnTo>
                  <a:pt x="32" y="446"/>
                </a:lnTo>
                <a:lnTo>
                  <a:pt x="27" y="436"/>
                </a:lnTo>
                <a:lnTo>
                  <a:pt x="22" y="427"/>
                </a:lnTo>
                <a:lnTo>
                  <a:pt x="18" y="417"/>
                </a:lnTo>
                <a:lnTo>
                  <a:pt x="15" y="407"/>
                </a:lnTo>
                <a:lnTo>
                  <a:pt x="11" y="397"/>
                </a:lnTo>
                <a:lnTo>
                  <a:pt x="8" y="387"/>
                </a:lnTo>
                <a:lnTo>
                  <a:pt x="6" y="377"/>
                </a:lnTo>
                <a:lnTo>
                  <a:pt x="4" y="367"/>
                </a:lnTo>
                <a:lnTo>
                  <a:pt x="2" y="357"/>
                </a:lnTo>
                <a:lnTo>
                  <a:pt x="1" y="347"/>
                </a:lnTo>
                <a:lnTo>
                  <a:pt x="0" y="337"/>
                </a:lnTo>
                <a:lnTo>
                  <a:pt x="0" y="326"/>
                </a:lnTo>
                <a:lnTo>
                  <a:pt x="0" y="316"/>
                </a:lnTo>
                <a:lnTo>
                  <a:pt x="1" y="306"/>
                </a:lnTo>
                <a:lnTo>
                  <a:pt x="2" y="296"/>
                </a:lnTo>
                <a:lnTo>
                  <a:pt x="4" y="286"/>
                </a:lnTo>
                <a:lnTo>
                  <a:pt x="6" y="275"/>
                </a:lnTo>
                <a:lnTo>
                  <a:pt x="8" y="264"/>
                </a:lnTo>
                <a:lnTo>
                  <a:pt x="11" y="254"/>
                </a:lnTo>
                <a:lnTo>
                  <a:pt x="15" y="244"/>
                </a:lnTo>
                <a:lnTo>
                  <a:pt x="18" y="235"/>
                </a:lnTo>
                <a:lnTo>
                  <a:pt x="22" y="225"/>
                </a:lnTo>
                <a:lnTo>
                  <a:pt x="27" y="215"/>
                </a:lnTo>
                <a:lnTo>
                  <a:pt x="32" y="206"/>
                </a:lnTo>
                <a:lnTo>
                  <a:pt x="38" y="196"/>
                </a:lnTo>
                <a:lnTo>
                  <a:pt x="43" y="187"/>
                </a:lnTo>
                <a:lnTo>
                  <a:pt x="50" y="178"/>
                </a:lnTo>
                <a:lnTo>
                  <a:pt x="56" y="169"/>
                </a:lnTo>
                <a:lnTo>
                  <a:pt x="63" y="160"/>
                </a:lnTo>
                <a:lnTo>
                  <a:pt x="71" y="151"/>
                </a:lnTo>
                <a:lnTo>
                  <a:pt x="79" y="143"/>
                </a:lnTo>
                <a:lnTo>
                  <a:pt x="87" y="134"/>
                </a:lnTo>
                <a:lnTo>
                  <a:pt x="95" y="126"/>
                </a:lnTo>
                <a:lnTo>
                  <a:pt x="104" y="118"/>
                </a:lnTo>
                <a:lnTo>
                  <a:pt x="114" y="110"/>
                </a:lnTo>
                <a:lnTo>
                  <a:pt x="123" y="103"/>
                </a:lnTo>
                <a:lnTo>
                  <a:pt x="133" y="95"/>
                </a:lnTo>
                <a:lnTo>
                  <a:pt x="143" y="88"/>
                </a:lnTo>
                <a:lnTo>
                  <a:pt x="154" y="81"/>
                </a:lnTo>
                <a:lnTo>
                  <a:pt x="165" y="75"/>
                </a:lnTo>
                <a:lnTo>
                  <a:pt x="176" y="68"/>
                </a:lnTo>
                <a:lnTo>
                  <a:pt x="187" y="62"/>
                </a:lnTo>
                <a:lnTo>
                  <a:pt x="199" y="56"/>
                </a:lnTo>
                <a:lnTo>
                  <a:pt x="211" y="51"/>
                </a:lnTo>
                <a:lnTo>
                  <a:pt x="223" y="46"/>
                </a:lnTo>
                <a:lnTo>
                  <a:pt x="235" y="40"/>
                </a:lnTo>
                <a:lnTo>
                  <a:pt x="248" y="36"/>
                </a:lnTo>
                <a:lnTo>
                  <a:pt x="261" y="31"/>
                </a:lnTo>
                <a:lnTo>
                  <a:pt x="274" y="27"/>
                </a:lnTo>
                <a:lnTo>
                  <a:pt x="288" y="23"/>
                </a:lnTo>
                <a:lnTo>
                  <a:pt x="301" y="19"/>
                </a:lnTo>
                <a:lnTo>
                  <a:pt x="315" y="16"/>
                </a:lnTo>
                <a:lnTo>
                  <a:pt x="328" y="13"/>
                </a:lnTo>
                <a:lnTo>
                  <a:pt x="342" y="10"/>
                </a:lnTo>
                <a:lnTo>
                  <a:pt x="356" y="8"/>
                </a:lnTo>
                <a:lnTo>
                  <a:pt x="370" y="6"/>
                </a:lnTo>
                <a:lnTo>
                  <a:pt x="384" y="4"/>
                </a:lnTo>
                <a:lnTo>
                  <a:pt x="398" y="3"/>
                </a:lnTo>
                <a:lnTo>
                  <a:pt x="412" y="2"/>
                </a:lnTo>
                <a:lnTo>
                  <a:pt x="426" y="1"/>
                </a:lnTo>
                <a:lnTo>
                  <a:pt x="441" y="0"/>
                </a:lnTo>
                <a:lnTo>
                  <a:pt x="455" y="0"/>
                </a:lnTo>
                <a:lnTo>
                  <a:pt x="469" y="0"/>
                </a:lnTo>
                <a:lnTo>
                  <a:pt x="483" y="1"/>
                </a:lnTo>
                <a:lnTo>
                  <a:pt x="498" y="2"/>
                </a:lnTo>
                <a:lnTo>
                  <a:pt x="512" y="3"/>
                </a:lnTo>
                <a:lnTo>
                  <a:pt x="526" y="4"/>
                </a:lnTo>
                <a:lnTo>
                  <a:pt x="540" y="6"/>
                </a:lnTo>
                <a:lnTo>
                  <a:pt x="554" y="8"/>
                </a:lnTo>
                <a:lnTo>
                  <a:pt x="568" y="10"/>
                </a:lnTo>
                <a:lnTo>
                  <a:pt x="582" y="13"/>
                </a:lnTo>
                <a:lnTo>
                  <a:pt x="595" y="16"/>
                </a:lnTo>
                <a:lnTo>
                  <a:pt x="609" y="19"/>
                </a:lnTo>
                <a:lnTo>
                  <a:pt x="622" y="23"/>
                </a:lnTo>
                <a:lnTo>
                  <a:pt x="635" y="27"/>
                </a:lnTo>
                <a:lnTo>
                  <a:pt x="648" y="31"/>
                </a:lnTo>
                <a:lnTo>
                  <a:pt x="661" y="36"/>
                </a:lnTo>
                <a:lnTo>
                  <a:pt x="674" y="40"/>
                </a:lnTo>
                <a:lnTo>
                  <a:pt x="686" y="46"/>
                </a:lnTo>
                <a:lnTo>
                  <a:pt x="698" y="51"/>
                </a:lnTo>
                <a:lnTo>
                  <a:pt x="710" y="56"/>
                </a:lnTo>
                <a:lnTo>
                  <a:pt x="722" y="62"/>
                </a:lnTo>
                <a:lnTo>
                  <a:pt x="733" y="68"/>
                </a:lnTo>
                <a:lnTo>
                  <a:pt x="744" y="75"/>
                </a:lnTo>
                <a:lnTo>
                  <a:pt x="755" y="81"/>
                </a:lnTo>
                <a:lnTo>
                  <a:pt x="766" y="88"/>
                </a:lnTo>
                <a:lnTo>
                  <a:pt x="776" y="95"/>
                </a:lnTo>
                <a:lnTo>
                  <a:pt x="786" y="103"/>
                </a:lnTo>
                <a:lnTo>
                  <a:pt x="795" y="110"/>
                </a:lnTo>
                <a:lnTo>
                  <a:pt x="805" y="118"/>
                </a:lnTo>
                <a:lnTo>
                  <a:pt x="813" y="126"/>
                </a:lnTo>
                <a:lnTo>
                  <a:pt x="822" y="134"/>
                </a:lnTo>
                <a:lnTo>
                  <a:pt x="830" y="143"/>
                </a:lnTo>
                <a:lnTo>
                  <a:pt x="838" y="151"/>
                </a:lnTo>
                <a:lnTo>
                  <a:pt x="845" y="160"/>
                </a:lnTo>
                <a:lnTo>
                  <a:pt x="853" y="169"/>
                </a:lnTo>
                <a:lnTo>
                  <a:pt x="859" y="178"/>
                </a:lnTo>
                <a:lnTo>
                  <a:pt x="865" y="187"/>
                </a:lnTo>
                <a:lnTo>
                  <a:pt x="871" y="196"/>
                </a:lnTo>
                <a:lnTo>
                  <a:pt x="877" y="206"/>
                </a:lnTo>
                <a:lnTo>
                  <a:pt x="882" y="215"/>
                </a:lnTo>
                <a:lnTo>
                  <a:pt x="886" y="225"/>
                </a:lnTo>
                <a:lnTo>
                  <a:pt x="891" y="235"/>
                </a:lnTo>
                <a:lnTo>
                  <a:pt x="894" y="244"/>
                </a:lnTo>
                <a:lnTo>
                  <a:pt x="898" y="254"/>
                </a:lnTo>
                <a:lnTo>
                  <a:pt x="901" y="264"/>
                </a:lnTo>
                <a:lnTo>
                  <a:pt x="903" y="275"/>
                </a:lnTo>
                <a:lnTo>
                  <a:pt x="905" y="286"/>
                </a:lnTo>
                <a:lnTo>
                  <a:pt x="907" y="296"/>
                </a:lnTo>
                <a:lnTo>
                  <a:pt x="908" y="306"/>
                </a:lnTo>
                <a:lnTo>
                  <a:pt x="908" y="316"/>
                </a:lnTo>
                <a:lnTo>
                  <a:pt x="909" y="326"/>
                </a:lnTo>
                <a:close/>
              </a:path>
            </a:pathLst>
          </a:custGeom>
          <a:solidFill>
            <a:srgbClr val="ffdb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5" name=""/>
          <p:cNvSpPr/>
          <p:nvPr/>
        </p:nvSpPr>
        <p:spPr>
          <a:xfrm>
            <a:off x="7897680" y="2826000"/>
            <a:ext cx="330120" cy="236520"/>
          </a:xfrm>
          <a:custGeom>
            <a:avLst/>
            <a:gdLst/>
            <a:ahLst/>
            <a:rect l="0" t="0" r="r" b="b"/>
            <a:pathLst>
              <a:path w="917" h="657">
                <a:moveTo>
                  <a:pt x="913" y="328"/>
                </a:moveTo>
                <a:lnTo>
                  <a:pt x="912" y="318"/>
                </a:lnTo>
                <a:lnTo>
                  <a:pt x="912" y="308"/>
                </a:lnTo>
                <a:lnTo>
                  <a:pt x="911" y="298"/>
                </a:lnTo>
                <a:lnTo>
                  <a:pt x="909" y="288"/>
                </a:lnTo>
                <a:lnTo>
                  <a:pt x="907" y="277"/>
                </a:lnTo>
                <a:lnTo>
                  <a:pt x="905" y="267"/>
                </a:lnTo>
                <a:lnTo>
                  <a:pt x="902" y="257"/>
                </a:lnTo>
                <a:lnTo>
                  <a:pt x="898" y="247"/>
                </a:lnTo>
                <a:lnTo>
                  <a:pt x="895" y="238"/>
                </a:lnTo>
                <a:lnTo>
                  <a:pt x="890" y="228"/>
                </a:lnTo>
                <a:lnTo>
                  <a:pt x="886" y="218"/>
                </a:lnTo>
                <a:lnTo>
                  <a:pt x="881" y="209"/>
                </a:lnTo>
                <a:lnTo>
                  <a:pt x="875" y="199"/>
                </a:lnTo>
                <a:lnTo>
                  <a:pt x="869" y="190"/>
                </a:lnTo>
                <a:lnTo>
                  <a:pt x="863" y="181"/>
                </a:lnTo>
                <a:lnTo>
                  <a:pt x="857" y="172"/>
                </a:lnTo>
                <a:lnTo>
                  <a:pt x="849" y="163"/>
                </a:lnTo>
                <a:lnTo>
                  <a:pt x="842" y="154"/>
                </a:lnTo>
                <a:lnTo>
                  <a:pt x="834" y="146"/>
                </a:lnTo>
                <a:lnTo>
                  <a:pt x="826" y="137"/>
                </a:lnTo>
                <a:lnTo>
                  <a:pt x="817" y="129"/>
                </a:lnTo>
                <a:lnTo>
                  <a:pt x="809" y="121"/>
                </a:lnTo>
                <a:lnTo>
                  <a:pt x="799" y="113"/>
                </a:lnTo>
                <a:lnTo>
                  <a:pt x="790" y="106"/>
                </a:lnTo>
                <a:lnTo>
                  <a:pt x="780" y="98"/>
                </a:lnTo>
                <a:lnTo>
                  <a:pt x="770" y="91"/>
                </a:lnTo>
                <a:lnTo>
                  <a:pt x="759" y="84"/>
                </a:lnTo>
                <a:lnTo>
                  <a:pt x="748" y="78"/>
                </a:lnTo>
                <a:lnTo>
                  <a:pt x="737" y="71"/>
                </a:lnTo>
                <a:lnTo>
                  <a:pt x="726" y="65"/>
                </a:lnTo>
                <a:lnTo>
                  <a:pt x="714" y="59"/>
                </a:lnTo>
                <a:lnTo>
                  <a:pt x="702" y="54"/>
                </a:lnTo>
                <a:lnTo>
                  <a:pt x="690" y="49"/>
                </a:lnTo>
                <a:lnTo>
                  <a:pt x="678" y="43"/>
                </a:lnTo>
                <a:lnTo>
                  <a:pt x="665" y="39"/>
                </a:lnTo>
                <a:lnTo>
                  <a:pt x="652" y="34"/>
                </a:lnTo>
                <a:lnTo>
                  <a:pt x="639" y="30"/>
                </a:lnTo>
                <a:lnTo>
                  <a:pt x="626" y="26"/>
                </a:lnTo>
                <a:lnTo>
                  <a:pt x="613" y="22"/>
                </a:lnTo>
                <a:lnTo>
                  <a:pt x="599" y="19"/>
                </a:lnTo>
                <a:lnTo>
                  <a:pt x="586" y="16"/>
                </a:lnTo>
                <a:lnTo>
                  <a:pt x="572" y="13"/>
                </a:lnTo>
                <a:lnTo>
                  <a:pt x="558" y="11"/>
                </a:lnTo>
                <a:lnTo>
                  <a:pt x="544" y="9"/>
                </a:lnTo>
                <a:lnTo>
                  <a:pt x="530" y="7"/>
                </a:lnTo>
                <a:lnTo>
                  <a:pt x="516" y="6"/>
                </a:lnTo>
                <a:lnTo>
                  <a:pt x="502" y="5"/>
                </a:lnTo>
                <a:lnTo>
                  <a:pt x="487" y="4"/>
                </a:lnTo>
                <a:lnTo>
                  <a:pt x="472" y="3"/>
                </a:lnTo>
                <a:lnTo>
                  <a:pt x="458" y="3"/>
                </a:lnTo>
                <a:lnTo>
                  <a:pt x="444" y="3"/>
                </a:lnTo>
                <a:lnTo>
                  <a:pt x="429" y="4"/>
                </a:lnTo>
                <a:lnTo>
                  <a:pt x="415" y="5"/>
                </a:lnTo>
                <a:lnTo>
                  <a:pt x="401" y="6"/>
                </a:lnTo>
                <a:lnTo>
                  <a:pt x="387" y="7"/>
                </a:lnTo>
                <a:lnTo>
                  <a:pt x="373" y="9"/>
                </a:lnTo>
                <a:lnTo>
                  <a:pt x="359" y="11"/>
                </a:lnTo>
                <a:lnTo>
                  <a:pt x="345" y="13"/>
                </a:lnTo>
                <a:lnTo>
                  <a:pt x="331" y="16"/>
                </a:lnTo>
                <a:lnTo>
                  <a:pt x="318" y="19"/>
                </a:lnTo>
                <a:lnTo>
                  <a:pt x="304" y="22"/>
                </a:lnTo>
                <a:lnTo>
                  <a:pt x="291" y="26"/>
                </a:lnTo>
                <a:lnTo>
                  <a:pt x="278" y="30"/>
                </a:lnTo>
                <a:lnTo>
                  <a:pt x="265" y="34"/>
                </a:lnTo>
                <a:lnTo>
                  <a:pt x="252" y="39"/>
                </a:lnTo>
                <a:lnTo>
                  <a:pt x="239" y="43"/>
                </a:lnTo>
                <a:lnTo>
                  <a:pt x="227" y="49"/>
                </a:lnTo>
                <a:lnTo>
                  <a:pt x="215" y="54"/>
                </a:lnTo>
                <a:lnTo>
                  <a:pt x="203" y="59"/>
                </a:lnTo>
                <a:lnTo>
                  <a:pt x="191" y="65"/>
                </a:lnTo>
                <a:lnTo>
                  <a:pt x="180" y="71"/>
                </a:lnTo>
                <a:lnTo>
                  <a:pt x="169" y="78"/>
                </a:lnTo>
                <a:lnTo>
                  <a:pt x="158" y="84"/>
                </a:lnTo>
                <a:lnTo>
                  <a:pt x="147" y="91"/>
                </a:lnTo>
                <a:lnTo>
                  <a:pt x="137" y="98"/>
                </a:lnTo>
                <a:lnTo>
                  <a:pt x="127" y="106"/>
                </a:lnTo>
                <a:lnTo>
                  <a:pt x="118" y="113"/>
                </a:lnTo>
                <a:lnTo>
                  <a:pt x="108" y="121"/>
                </a:lnTo>
                <a:lnTo>
                  <a:pt x="99" y="129"/>
                </a:lnTo>
                <a:lnTo>
                  <a:pt x="91" y="137"/>
                </a:lnTo>
                <a:lnTo>
                  <a:pt x="83" y="146"/>
                </a:lnTo>
                <a:lnTo>
                  <a:pt x="75" y="154"/>
                </a:lnTo>
                <a:lnTo>
                  <a:pt x="67" y="163"/>
                </a:lnTo>
                <a:lnTo>
                  <a:pt x="60" y="172"/>
                </a:lnTo>
                <a:lnTo>
                  <a:pt x="54" y="181"/>
                </a:lnTo>
                <a:lnTo>
                  <a:pt x="47" y="190"/>
                </a:lnTo>
                <a:lnTo>
                  <a:pt x="42" y="199"/>
                </a:lnTo>
                <a:lnTo>
                  <a:pt x="36" y="209"/>
                </a:lnTo>
                <a:lnTo>
                  <a:pt x="31" y="218"/>
                </a:lnTo>
                <a:lnTo>
                  <a:pt x="26" y="228"/>
                </a:lnTo>
                <a:lnTo>
                  <a:pt x="22" y="238"/>
                </a:lnTo>
                <a:lnTo>
                  <a:pt x="19" y="247"/>
                </a:lnTo>
                <a:lnTo>
                  <a:pt x="15" y="257"/>
                </a:lnTo>
                <a:lnTo>
                  <a:pt x="12" y="267"/>
                </a:lnTo>
                <a:lnTo>
                  <a:pt x="10" y="277"/>
                </a:lnTo>
                <a:lnTo>
                  <a:pt x="8" y="288"/>
                </a:lnTo>
                <a:lnTo>
                  <a:pt x="6" y="298"/>
                </a:lnTo>
                <a:lnTo>
                  <a:pt x="5" y="308"/>
                </a:lnTo>
                <a:lnTo>
                  <a:pt x="4" y="318"/>
                </a:lnTo>
                <a:lnTo>
                  <a:pt x="4" y="328"/>
                </a:lnTo>
                <a:lnTo>
                  <a:pt x="4" y="340"/>
                </a:lnTo>
                <a:lnTo>
                  <a:pt x="5" y="350"/>
                </a:lnTo>
                <a:lnTo>
                  <a:pt x="6" y="360"/>
                </a:lnTo>
                <a:lnTo>
                  <a:pt x="8" y="370"/>
                </a:lnTo>
                <a:lnTo>
                  <a:pt x="10" y="380"/>
                </a:lnTo>
                <a:lnTo>
                  <a:pt x="12" y="390"/>
                </a:lnTo>
                <a:lnTo>
                  <a:pt x="15" y="400"/>
                </a:lnTo>
                <a:lnTo>
                  <a:pt x="19" y="410"/>
                </a:lnTo>
                <a:lnTo>
                  <a:pt x="22" y="420"/>
                </a:lnTo>
                <a:lnTo>
                  <a:pt x="26" y="430"/>
                </a:lnTo>
                <a:lnTo>
                  <a:pt x="31" y="439"/>
                </a:lnTo>
                <a:lnTo>
                  <a:pt x="36" y="449"/>
                </a:lnTo>
                <a:lnTo>
                  <a:pt x="42" y="458"/>
                </a:lnTo>
                <a:lnTo>
                  <a:pt x="47" y="468"/>
                </a:lnTo>
                <a:lnTo>
                  <a:pt x="54" y="477"/>
                </a:lnTo>
                <a:lnTo>
                  <a:pt x="60" y="486"/>
                </a:lnTo>
                <a:lnTo>
                  <a:pt x="67" y="495"/>
                </a:lnTo>
                <a:lnTo>
                  <a:pt x="75" y="503"/>
                </a:lnTo>
                <a:lnTo>
                  <a:pt x="83" y="512"/>
                </a:lnTo>
                <a:lnTo>
                  <a:pt x="91" y="520"/>
                </a:lnTo>
                <a:lnTo>
                  <a:pt x="99" y="529"/>
                </a:lnTo>
                <a:lnTo>
                  <a:pt x="108" y="536"/>
                </a:lnTo>
                <a:lnTo>
                  <a:pt x="118" y="544"/>
                </a:lnTo>
                <a:lnTo>
                  <a:pt x="127" y="552"/>
                </a:lnTo>
                <a:lnTo>
                  <a:pt x="137" y="559"/>
                </a:lnTo>
                <a:lnTo>
                  <a:pt x="147" y="566"/>
                </a:lnTo>
                <a:lnTo>
                  <a:pt x="158" y="573"/>
                </a:lnTo>
                <a:lnTo>
                  <a:pt x="169" y="580"/>
                </a:lnTo>
                <a:lnTo>
                  <a:pt x="180" y="586"/>
                </a:lnTo>
                <a:lnTo>
                  <a:pt x="191" y="592"/>
                </a:lnTo>
                <a:lnTo>
                  <a:pt x="203" y="598"/>
                </a:lnTo>
                <a:lnTo>
                  <a:pt x="215" y="604"/>
                </a:lnTo>
                <a:lnTo>
                  <a:pt x="227" y="609"/>
                </a:lnTo>
                <a:lnTo>
                  <a:pt x="239" y="614"/>
                </a:lnTo>
                <a:lnTo>
                  <a:pt x="252" y="619"/>
                </a:lnTo>
                <a:lnTo>
                  <a:pt x="265" y="623"/>
                </a:lnTo>
                <a:lnTo>
                  <a:pt x="278" y="628"/>
                </a:lnTo>
                <a:lnTo>
                  <a:pt x="291" y="632"/>
                </a:lnTo>
                <a:lnTo>
                  <a:pt x="304" y="635"/>
                </a:lnTo>
                <a:lnTo>
                  <a:pt x="318" y="638"/>
                </a:lnTo>
                <a:lnTo>
                  <a:pt x="331" y="641"/>
                </a:lnTo>
                <a:lnTo>
                  <a:pt x="345" y="644"/>
                </a:lnTo>
                <a:lnTo>
                  <a:pt x="359" y="647"/>
                </a:lnTo>
                <a:lnTo>
                  <a:pt x="373" y="649"/>
                </a:lnTo>
                <a:lnTo>
                  <a:pt x="387" y="650"/>
                </a:lnTo>
                <a:lnTo>
                  <a:pt x="401" y="652"/>
                </a:lnTo>
                <a:lnTo>
                  <a:pt x="415" y="653"/>
                </a:lnTo>
                <a:lnTo>
                  <a:pt x="429" y="654"/>
                </a:lnTo>
                <a:lnTo>
                  <a:pt x="444" y="654"/>
                </a:lnTo>
                <a:lnTo>
                  <a:pt x="458" y="654"/>
                </a:lnTo>
                <a:lnTo>
                  <a:pt x="472" y="654"/>
                </a:lnTo>
                <a:lnTo>
                  <a:pt x="487" y="654"/>
                </a:lnTo>
                <a:lnTo>
                  <a:pt x="502" y="653"/>
                </a:lnTo>
                <a:lnTo>
                  <a:pt x="516" y="652"/>
                </a:lnTo>
                <a:lnTo>
                  <a:pt x="530" y="650"/>
                </a:lnTo>
                <a:lnTo>
                  <a:pt x="544" y="649"/>
                </a:lnTo>
                <a:lnTo>
                  <a:pt x="558" y="647"/>
                </a:lnTo>
                <a:lnTo>
                  <a:pt x="572" y="644"/>
                </a:lnTo>
                <a:lnTo>
                  <a:pt x="586" y="641"/>
                </a:lnTo>
                <a:lnTo>
                  <a:pt x="599" y="638"/>
                </a:lnTo>
                <a:lnTo>
                  <a:pt x="613" y="635"/>
                </a:lnTo>
                <a:lnTo>
                  <a:pt x="626" y="632"/>
                </a:lnTo>
                <a:lnTo>
                  <a:pt x="639" y="628"/>
                </a:lnTo>
                <a:lnTo>
                  <a:pt x="652" y="623"/>
                </a:lnTo>
                <a:lnTo>
                  <a:pt x="665" y="619"/>
                </a:lnTo>
                <a:lnTo>
                  <a:pt x="678" y="614"/>
                </a:lnTo>
                <a:lnTo>
                  <a:pt x="690" y="609"/>
                </a:lnTo>
                <a:lnTo>
                  <a:pt x="702" y="604"/>
                </a:lnTo>
                <a:lnTo>
                  <a:pt x="714" y="598"/>
                </a:lnTo>
                <a:lnTo>
                  <a:pt x="726" y="592"/>
                </a:lnTo>
                <a:lnTo>
                  <a:pt x="737" y="586"/>
                </a:lnTo>
                <a:lnTo>
                  <a:pt x="748" y="580"/>
                </a:lnTo>
                <a:lnTo>
                  <a:pt x="759" y="573"/>
                </a:lnTo>
                <a:lnTo>
                  <a:pt x="770" y="566"/>
                </a:lnTo>
                <a:lnTo>
                  <a:pt x="780" y="559"/>
                </a:lnTo>
                <a:lnTo>
                  <a:pt x="790" y="552"/>
                </a:lnTo>
                <a:lnTo>
                  <a:pt x="799" y="544"/>
                </a:lnTo>
                <a:lnTo>
                  <a:pt x="809" y="536"/>
                </a:lnTo>
                <a:lnTo>
                  <a:pt x="817" y="529"/>
                </a:lnTo>
                <a:lnTo>
                  <a:pt x="826" y="520"/>
                </a:lnTo>
                <a:lnTo>
                  <a:pt x="834" y="512"/>
                </a:lnTo>
                <a:lnTo>
                  <a:pt x="842" y="503"/>
                </a:lnTo>
                <a:lnTo>
                  <a:pt x="849" y="495"/>
                </a:lnTo>
                <a:lnTo>
                  <a:pt x="857" y="486"/>
                </a:lnTo>
                <a:lnTo>
                  <a:pt x="863" y="477"/>
                </a:lnTo>
                <a:lnTo>
                  <a:pt x="869" y="468"/>
                </a:lnTo>
                <a:lnTo>
                  <a:pt x="875" y="458"/>
                </a:lnTo>
                <a:lnTo>
                  <a:pt x="881" y="449"/>
                </a:lnTo>
                <a:lnTo>
                  <a:pt x="886" y="439"/>
                </a:lnTo>
                <a:lnTo>
                  <a:pt x="890" y="430"/>
                </a:lnTo>
                <a:lnTo>
                  <a:pt x="895" y="420"/>
                </a:lnTo>
                <a:lnTo>
                  <a:pt x="898" y="410"/>
                </a:lnTo>
                <a:lnTo>
                  <a:pt x="902" y="400"/>
                </a:lnTo>
                <a:lnTo>
                  <a:pt x="905" y="390"/>
                </a:lnTo>
                <a:lnTo>
                  <a:pt x="907" y="380"/>
                </a:lnTo>
                <a:lnTo>
                  <a:pt x="909" y="370"/>
                </a:lnTo>
                <a:lnTo>
                  <a:pt x="911" y="360"/>
                </a:lnTo>
                <a:lnTo>
                  <a:pt x="912" y="350"/>
                </a:lnTo>
                <a:lnTo>
                  <a:pt x="912" y="340"/>
                </a:lnTo>
                <a:lnTo>
                  <a:pt x="913" y="328"/>
                </a:lnTo>
                <a:moveTo>
                  <a:pt x="917" y="328"/>
                </a:moveTo>
                <a:lnTo>
                  <a:pt x="916" y="340"/>
                </a:lnTo>
                <a:lnTo>
                  <a:pt x="916" y="350"/>
                </a:lnTo>
                <a:lnTo>
                  <a:pt x="914" y="360"/>
                </a:lnTo>
                <a:lnTo>
                  <a:pt x="913" y="370"/>
                </a:lnTo>
                <a:lnTo>
                  <a:pt x="911" y="381"/>
                </a:lnTo>
                <a:lnTo>
                  <a:pt x="908" y="391"/>
                </a:lnTo>
                <a:lnTo>
                  <a:pt x="906" y="401"/>
                </a:lnTo>
                <a:lnTo>
                  <a:pt x="902" y="411"/>
                </a:lnTo>
                <a:lnTo>
                  <a:pt x="898" y="421"/>
                </a:lnTo>
                <a:lnTo>
                  <a:pt x="894" y="431"/>
                </a:lnTo>
                <a:lnTo>
                  <a:pt x="889" y="440"/>
                </a:lnTo>
                <a:lnTo>
                  <a:pt x="884" y="450"/>
                </a:lnTo>
                <a:lnTo>
                  <a:pt x="879" y="459"/>
                </a:lnTo>
                <a:lnTo>
                  <a:pt x="873" y="469"/>
                </a:lnTo>
                <a:lnTo>
                  <a:pt x="867" y="478"/>
                </a:lnTo>
                <a:lnTo>
                  <a:pt x="860" y="487"/>
                </a:lnTo>
                <a:lnTo>
                  <a:pt x="853" y="496"/>
                </a:lnTo>
                <a:lnTo>
                  <a:pt x="845" y="505"/>
                </a:lnTo>
                <a:lnTo>
                  <a:pt x="837" y="514"/>
                </a:lnTo>
                <a:lnTo>
                  <a:pt x="829" y="522"/>
                </a:lnTo>
                <a:lnTo>
                  <a:pt x="821" y="530"/>
                </a:lnTo>
                <a:lnTo>
                  <a:pt x="812" y="538"/>
                </a:lnTo>
                <a:lnTo>
                  <a:pt x="802" y="546"/>
                </a:lnTo>
                <a:lnTo>
                  <a:pt x="793" y="554"/>
                </a:lnTo>
                <a:lnTo>
                  <a:pt x="783" y="561"/>
                </a:lnTo>
                <a:lnTo>
                  <a:pt x="772" y="568"/>
                </a:lnTo>
                <a:lnTo>
                  <a:pt x="762" y="575"/>
                </a:lnTo>
                <a:lnTo>
                  <a:pt x="751" y="582"/>
                </a:lnTo>
                <a:lnTo>
                  <a:pt x="739" y="588"/>
                </a:lnTo>
                <a:lnTo>
                  <a:pt x="728" y="595"/>
                </a:lnTo>
                <a:lnTo>
                  <a:pt x="716" y="600"/>
                </a:lnTo>
                <a:lnTo>
                  <a:pt x="704" y="606"/>
                </a:lnTo>
                <a:lnTo>
                  <a:pt x="692" y="611"/>
                </a:lnTo>
                <a:lnTo>
                  <a:pt x="679" y="617"/>
                </a:lnTo>
                <a:lnTo>
                  <a:pt x="667" y="621"/>
                </a:lnTo>
                <a:lnTo>
                  <a:pt x="654" y="626"/>
                </a:lnTo>
                <a:lnTo>
                  <a:pt x="641" y="630"/>
                </a:lnTo>
                <a:lnTo>
                  <a:pt x="627" y="634"/>
                </a:lnTo>
                <a:lnTo>
                  <a:pt x="614" y="638"/>
                </a:lnTo>
                <a:lnTo>
                  <a:pt x="600" y="641"/>
                </a:lnTo>
                <a:lnTo>
                  <a:pt x="587" y="644"/>
                </a:lnTo>
                <a:lnTo>
                  <a:pt x="573" y="647"/>
                </a:lnTo>
                <a:lnTo>
                  <a:pt x="559" y="649"/>
                </a:lnTo>
                <a:lnTo>
                  <a:pt x="545" y="651"/>
                </a:lnTo>
                <a:lnTo>
                  <a:pt x="531" y="653"/>
                </a:lnTo>
                <a:lnTo>
                  <a:pt x="516" y="655"/>
                </a:lnTo>
                <a:lnTo>
                  <a:pt x="502" y="656"/>
                </a:lnTo>
                <a:lnTo>
                  <a:pt x="488" y="656"/>
                </a:lnTo>
                <a:lnTo>
                  <a:pt x="472" y="657"/>
                </a:lnTo>
                <a:lnTo>
                  <a:pt x="458" y="657"/>
                </a:lnTo>
                <a:lnTo>
                  <a:pt x="444" y="657"/>
                </a:lnTo>
                <a:lnTo>
                  <a:pt x="429" y="656"/>
                </a:lnTo>
                <a:lnTo>
                  <a:pt x="415" y="656"/>
                </a:lnTo>
                <a:lnTo>
                  <a:pt x="401" y="655"/>
                </a:lnTo>
                <a:lnTo>
                  <a:pt x="386" y="653"/>
                </a:lnTo>
                <a:lnTo>
                  <a:pt x="372" y="651"/>
                </a:lnTo>
                <a:lnTo>
                  <a:pt x="358" y="649"/>
                </a:lnTo>
                <a:lnTo>
                  <a:pt x="344" y="647"/>
                </a:lnTo>
                <a:lnTo>
                  <a:pt x="330" y="644"/>
                </a:lnTo>
                <a:lnTo>
                  <a:pt x="317" y="641"/>
                </a:lnTo>
                <a:lnTo>
                  <a:pt x="303" y="638"/>
                </a:lnTo>
                <a:lnTo>
                  <a:pt x="290" y="634"/>
                </a:lnTo>
                <a:lnTo>
                  <a:pt x="276" y="630"/>
                </a:lnTo>
                <a:lnTo>
                  <a:pt x="263" y="626"/>
                </a:lnTo>
                <a:lnTo>
                  <a:pt x="250" y="621"/>
                </a:lnTo>
                <a:lnTo>
                  <a:pt x="238" y="617"/>
                </a:lnTo>
                <a:lnTo>
                  <a:pt x="225" y="611"/>
                </a:lnTo>
                <a:lnTo>
                  <a:pt x="213" y="606"/>
                </a:lnTo>
                <a:lnTo>
                  <a:pt x="201" y="600"/>
                </a:lnTo>
                <a:lnTo>
                  <a:pt x="189" y="595"/>
                </a:lnTo>
                <a:lnTo>
                  <a:pt x="177" y="588"/>
                </a:lnTo>
                <a:lnTo>
                  <a:pt x="166" y="582"/>
                </a:lnTo>
                <a:lnTo>
                  <a:pt x="155" y="575"/>
                </a:lnTo>
                <a:lnTo>
                  <a:pt x="145" y="568"/>
                </a:lnTo>
                <a:lnTo>
                  <a:pt x="134" y="561"/>
                </a:lnTo>
                <a:lnTo>
                  <a:pt x="124" y="554"/>
                </a:lnTo>
                <a:lnTo>
                  <a:pt x="115" y="546"/>
                </a:lnTo>
                <a:lnTo>
                  <a:pt x="105" y="538"/>
                </a:lnTo>
                <a:lnTo>
                  <a:pt x="96" y="530"/>
                </a:lnTo>
                <a:lnTo>
                  <a:pt x="88" y="522"/>
                </a:lnTo>
                <a:lnTo>
                  <a:pt x="79" y="514"/>
                </a:lnTo>
                <a:lnTo>
                  <a:pt x="72" y="505"/>
                </a:lnTo>
                <a:lnTo>
                  <a:pt x="64" y="496"/>
                </a:lnTo>
                <a:lnTo>
                  <a:pt x="57" y="487"/>
                </a:lnTo>
                <a:lnTo>
                  <a:pt x="50" y="478"/>
                </a:lnTo>
                <a:lnTo>
                  <a:pt x="44" y="469"/>
                </a:lnTo>
                <a:lnTo>
                  <a:pt x="38" y="459"/>
                </a:lnTo>
                <a:lnTo>
                  <a:pt x="33" y="450"/>
                </a:lnTo>
                <a:lnTo>
                  <a:pt x="27" y="440"/>
                </a:lnTo>
                <a:lnTo>
                  <a:pt x="23" y="431"/>
                </a:lnTo>
                <a:lnTo>
                  <a:pt x="19" y="421"/>
                </a:lnTo>
                <a:lnTo>
                  <a:pt x="15" y="411"/>
                </a:lnTo>
                <a:lnTo>
                  <a:pt x="11" y="401"/>
                </a:lnTo>
                <a:lnTo>
                  <a:pt x="8" y="391"/>
                </a:lnTo>
                <a:lnTo>
                  <a:pt x="6" y="381"/>
                </a:lnTo>
                <a:lnTo>
                  <a:pt x="4" y="370"/>
                </a:lnTo>
                <a:lnTo>
                  <a:pt x="2" y="360"/>
                </a:lnTo>
                <a:lnTo>
                  <a:pt x="1" y="350"/>
                </a:lnTo>
                <a:lnTo>
                  <a:pt x="1" y="340"/>
                </a:lnTo>
                <a:lnTo>
                  <a:pt x="0" y="328"/>
                </a:lnTo>
                <a:lnTo>
                  <a:pt x="1" y="318"/>
                </a:lnTo>
                <a:lnTo>
                  <a:pt x="1" y="308"/>
                </a:lnTo>
                <a:lnTo>
                  <a:pt x="2" y="297"/>
                </a:lnTo>
                <a:lnTo>
                  <a:pt x="4" y="287"/>
                </a:lnTo>
                <a:lnTo>
                  <a:pt x="6" y="277"/>
                </a:lnTo>
                <a:lnTo>
                  <a:pt x="8" y="267"/>
                </a:lnTo>
                <a:lnTo>
                  <a:pt x="11" y="257"/>
                </a:lnTo>
                <a:lnTo>
                  <a:pt x="15" y="247"/>
                </a:lnTo>
                <a:lnTo>
                  <a:pt x="19" y="237"/>
                </a:lnTo>
                <a:lnTo>
                  <a:pt x="23" y="227"/>
                </a:lnTo>
                <a:lnTo>
                  <a:pt x="27" y="217"/>
                </a:lnTo>
                <a:lnTo>
                  <a:pt x="33" y="208"/>
                </a:lnTo>
                <a:lnTo>
                  <a:pt x="38" y="198"/>
                </a:lnTo>
                <a:lnTo>
                  <a:pt x="44" y="189"/>
                </a:lnTo>
                <a:lnTo>
                  <a:pt x="50" y="179"/>
                </a:lnTo>
                <a:lnTo>
                  <a:pt x="57" y="170"/>
                </a:lnTo>
                <a:lnTo>
                  <a:pt x="64" y="161"/>
                </a:lnTo>
                <a:lnTo>
                  <a:pt x="72" y="153"/>
                </a:lnTo>
                <a:lnTo>
                  <a:pt x="79" y="144"/>
                </a:lnTo>
                <a:lnTo>
                  <a:pt x="88" y="136"/>
                </a:lnTo>
                <a:lnTo>
                  <a:pt x="96" y="127"/>
                </a:lnTo>
                <a:lnTo>
                  <a:pt x="105" y="119"/>
                </a:lnTo>
                <a:lnTo>
                  <a:pt x="115" y="112"/>
                </a:lnTo>
                <a:lnTo>
                  <a:pt x="124" y="104"/>
                </a:lnTo>
                <a:lnTo>
                  <a:pt x="134" y="96"/>
                </a:lnTo>
                <a:lnTo>
                  <a:pt x="145" y="89"/>
                </a:lnTo>
                <a:lnTo>
                  <a:pt x="155" y="82"/>
                </a:lnTo>
                <a:lnTo>
                  <a:pt x="166" y="76"/>
                </a:lnTo>
                <a:lnTo>
                  <a:pt x="177" y="69"/>
                </a:lnTo>
                <a:lnTo>
                  <a:pt x="189" y="63"/>
                </a:lnTo>
                <a:lnTo>
                  <a:pt x="201" y="57"/>
                </a:lnTo>
                <a:lnTo>
                  <a:pt x="213" y="52"/>
                </a:lnTo>
                <a:lnTo>
                  <a:pt x="225" y="46"/>
                </a:lnTo>
                <a:lnTo>
                  <a:pt x="238" y="41"/>
                </a:lnTo>
                <a:lnTo>
                  <a:pt x="250" y="36"/>
                </a:lnTo>
                <a:lnTo>
                  <a:pt x="263" y="32"/>
                </a:lnTo>
                <a:lnTo>
                  <a:pt x="276" y="27"/>
                </a:lnTo>
                <a:lnTo>
                  <a:pt x="290" y="24"/>
                </a:lnTo>
                <a:lnTo>
                  <a:pt x="303" y="20"/>
                </a:lnTo>
                <a:lnTo>
                  <a:pt x="317" y="17"/>
                </a:lnTo>
                <a:lnTo>
                  <a:pt x="330" y="13"/>
                </a:lnTo>
                <a:lnTo>
                  <a:pt x="344" y="11"/>
                </a:lnTo>
                <a:lnTo>
                  <a:pt x="358" y="8"/>
                </a:lnTo>
                <a:lnTo>
                  <a:pt x="372" y="6"/>
                </a:lnTo>
                <a:lnTo>
                  <a:pt x="386" y="5"/>
                </a:lnTo>
                <a:lnTo>
                  <a:pt x="401" y="3"/>
                </a:lnTo>
                <a:lnTo>
                  <a:pt x="415" y="2"/>
                </a:lnTo>
                <a:lnTo>
                  <a:pt x="429" y="1"/>
                </a:lnTo>
                <a:lnTo>
                  <a:pt x="444" y="1"/>
                </a:lnTo>
                <a:lnTo>
                  <a:pt x="458" y="0"/>
                </a:lnTo>
                <a:lnTo>
                  <a:pt x="472" y="1"/>
                </a:lnTo>
                <a:lnTo>
                  <a:pt x="488" y="1"/>
                </a:lnTo>
                <a:lnTo>
                  <a:pt x="502" y="2"/>
                </a:lnTo>
                <a:lnTo>
                  <a:pt x="516" y="3"/>
                </a:lnTo>
                <a:lnTo>
                  <a:pt x="531" y="5"/>
                </a:lnTo>
                <a:lnTo>
                  <a:pt x="545" y="6"/>
                </a:lnTo>
                <a:lnTo>
                  <a:pt x="559" y="8"/>
                </a:lnTo>
                <a:lnTo>
                  <a:pt x="573" y="11"/>
                </a:lnTo>
                <a:lnTo>
                  <a:pt x="587" y="13"/>
                </a:lnTo>
                <a:lnTo>
                  <a:pt x="600" y="17"/>
                </a:lnTo>
                <a:lnTo>
                  <a:pt x="614" y="20"/>
                </a:lnTo>
                <a:lnTo>
                  <a:pt x="627" y="24"/>
                </a:lnTo>
                <a:lnTo>
                  <a:pt x="641" y="27"/>
                </a:lnTo>
                <a:lnTo>
                  <a:pt x="654" y="32"/>
                </a:lnTo>
                <a:lnTo>
                  <a:pt x="667" y="36"/>
                </a:lnTo>
                <a:lnTo>
                  <a:pt x="679" y="41"/>
                </a:lnTo>
                <a:lnTo>
                  <a:pt x="692" y="46"/>
                </a:lnTo>
                <a:lnTo>
                  <a:pt x="704" y="52"/>
                </a:lnTo>
                <a:lnTo>
                  <a:pt x="716" y="57"/>
                </a:lnTo>
                <a:lnTo>
                  <a:pt x="728" y="63"/>
                </a:lnTo>
                <a:lnTo>
                  <a:pt x="739" y="69"/>
                </a:lnTo>
                <a:lnTo>
                  <a:pt x="751" y="76"/>
                </a:lnTo>
                <a:lnTo>
                  <a:pt x="762" y="82"/>
                </a:lnTo>
                <a:lnTo>
                  <a:pt x="772" y="89"/>
                </a:lnTo>
                <a:lnTo>
                  <a:pt x="783" y="96"/>
                </a:lnTo>
                <a:lnTo>
                  <a:pt x="793" y="104"/>
                </a:lnTo>
                <a:lnTo>
                  <a:pt x="802" y="112"/>
                </a:lnTo>
                <a:lnTo>
                  <a:pt x="812" y="119"/>
                </a:lnTo>
                <a:lnTo>
                  <a:pt x="821" y="127"/>
                </a:lnTo>
                <a:lnTo>
                  <a:pt x="829" y="136"/>
                </a:lnTo>
                <a:lnTo>
                  <a:pt x="837" y="144"/>
                </a:lnTo>
                <a:lnTo>
                  <a:pt x="845" y="153"/>
                </a:lnTo>
                <a:lnTo>
                  <a:pt x="853" y="161"/>
                </a:lnTo>
                <a:lnTo>
                  <a:pt x="860" y="170"/>
                </a:lnTo>
                <a:lnTo>
                  <a:pt x="867" y="179"/>
                </a:lnTo>
                <a:lnTo>
                  <a:pt x="873" y="189"/>
                </a:lnTo>
                <a:lnTo>
                  <a:pt x="879" y="198"/>
                </a:lnTo>
                <a:lnTo>
                  <a:pt x="884" y="208"/>
                </a:lnTo>
                <a:lnTo>
                  <a:pt x="889" y="217"/>
                </a:lnTo>
                <a:lnTo>
                  <a:pt x="894" y="227"/>
                </a:lnTo>
                <a:lnTo>
                  <a:pt x="898" y="237"/>
                </a:lnTo>
                <a:lnTo>
                  <a:pt x="902" y="247"/>
                </a:lnTo>
                <a:lnTo>
                  <a:pt x="906" y="257"/>
                </a:lnTo>
                <a:lnTo>
                  <a:pt x="908" y="267"/>
                </a:lnTo>
                <a:lnTo>
                  <a:pt x="911" y="277"/>
                </a:lnTo>
                <a:lnTo>
                  <a:pt x="913" y="287"/>
                </a:lnTo>
                <a:lnTo>
                  <a:pt x="914" y="297"/>
                </a:lnTo>
                <a:lnTo>
                  <a:pt x="916" y="308"/>
                </a:lnTo>
                <a:lnTo>
                  <a:pt x="916" y="318"/>
                </a:lnTo>
                <a:lnTo>
                  <a:pt x="917" y="328"/>
                </a:lnTo>
                <a:close/>
              </a:path>
            </a:pathLst>
          </a:custGeom>
          <a:solidFill>
            <a:srgbClr val="ffda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6" name=""/>
          <p:cNvSpPr/>
          <p:nvPr/>
        </p:nvSpPr>
        <p:spPr>
          <a:xfrm>
            <a:off x="7896240" y="2825280"/>
            <a:ext cx="332640" cy="238320"/>
          </a:xfrm>
          <a:custGeom>
            <a:avLst/>
            <a:gdLst/>
            <a:ahLst/>
            <a:rect l="0" t="0" r="r" b="b"/>
            <a:pathLst>
              <a:path w="924" h="662">
                <a:moveTo>
                  <a:pt x="921" y="330"/>
                </a:moveTo>
                <a:lnTo>
                  <a:pt x="920" y="320"/>
                </a:lnTo>
                <a:lnTo>
                  <a:pt x="920" y="310"/>
                </a:lnTo>
                <a:lnTo>
                  <a:pt x="918" y="299"/>
                </a:lnTo>
                <a:lnTo>
                  <a:pt x="917" y="289"/>
                </a:lnTo>
                <a:lnTo>
                  <a:pt x="915" y="279"/>
                </a:lnTo>
                <a:lnTo>
                  <a:pt x="912" y="269"/>
                </a:lnTo>
                <a:lnTo>
                  <a:pt x="910" y="259"/>
                </a:lnTo>
                <a:lnTo>
                  <a:pt x="906" y="249"/>
                </a:lnTo>
                <a:lnTo>
                  <a:pt x="902" y="239"/>
                </a:lnTo>
                <a:lnTo>
                  <a:pt x="898" y="229"/>
                </a:lnTo>
                <a:lnTo>
                  <a:pt x="893" y="219"/>
                </a:lnTo>
                <a:lnTo>
                  <a:pt x="888" y="210"/>
                </a:lnTo>
                <a:lnTo>
                  <a:pt x="883" y="200"/>
                </a:lnTo>
                <a:lnTo>
                  <a:pt x="877" y="191"/>
                </a:lnTo>
                <a:lnTo>
                  <a:pt x="871" y="181"/>
                </a:lnTo>
                <a:lnTo>
                  <a:pt x="864" y="172"/>
                </a:lnTo>
                <a:lnTo>
                  <a:pt x="857" y="163"/>
                </a:lnTo>
                <a:lnTo>
                  <a:pt x="849" y="155"/>
                </a:lnTo>
                <a:lnTo>
                  <a:pt x="841" y="146"/>
                </a:lnTo>
                <a:lnTo>
                  <a:pt x="833" y="138"/>
                </a:lnTo>
                <a:lnTo>
                  <a:pt x="825" y="129"/>
                </a:lnTo>
                <a:lnTo>
                  <a:pt x="816" y="121"/>
                </a:lnTo>
                <a:lnTo>
                  <a:pt x="806" y="114"/>
                </a:lnTo>
                <a:lnTo>
                  <a:pt x="797" y="106"/>
                </a:lnTo>
                <a:lnTo>
                  <a:pt x="787" y="98"/>
                </a:lnTo>
                <a:lnTo>
                  <a:pt x="776" y="91"/>
                </a:lnTo>
                <a:lnTo>
                  <a:pt x="766" y="84"/>
                </a:lnTo>
                <a:lnTo>
                  <a:pt x="755" y="78"/>
                </a:lnTo>
                <a:lnTo>
                  <a:pt x="743" y="71"/>
                </a:lnTo>
                <a:lnTo>
                  <a:pt x="732" y="65"/>
                </a:lnTo>
                <a:lnTo>
                  <a:pt x="720" y="59"/>
                </a:lnTo>
                <a:lnTo>
                  <a:pt x="708" y="54"/>
                </a:lnTo>
                <a:lnTo>
                  <a:pt x="696" y="48"/>
                </a:lnTo>
                <a:lnTo>
                  <a:pt x="683" y="43"/>
                </a:lnTo>
                <a:lnTo>
                  <a:pt x="671" y="38"/>
                </a:lnTo>
                <a:lnTo>
                  <a:pt x="658" y="34"/>
                </a:lnTo>
                <a:lnTo>
                  <a:pt x="644" y="29"/>
                </a:lnTo>
                <a:lnTo>
                  <a:pt x="630" y="26"/>
                </a:lnTo>
                <a:lnTo>
                  <a:pt x="617" y="22"/>
                </a:lnTo>
                <a:lnTo>
                  <a:pt x="603" y="19"/>
                </a:lnTo>
                <a:lnTo>
                  <a:pt x="590" y="15"/>
                </a:lnTo>
                <a:lnTo>
                  <a:pt x="576" y="13"/>
                </a:lnTo>
                <a:lnTo>
                  <a:pt x="562" y="10"/>
                </a:lnTo>
                <a:lnTo>
                  <a:pt x="548" y="8"/>
                </a:lnTo>
                <a:lnTo>
                  <a:pt x="534" y="7"/>
                </a:lnTo>
                <a:lnTo>
                  <a:pt x="519" y="5"/>
                </a:lnTo>
                <a:lnTo>
                  <a:pt x="505" y="4"/>
                </a:lnTo>
                <a:lnTo>
                  <a:pt x="491" y="3"/>
                </a:lnTo>
                <a:lnTo>
                  <a:pt x="476" y="3"/>
                </a:lnTo>
                <a:lnTo>
                  <a:pt x="462" y="2"/>
                </a:lnTo>
                <a:lnTo>
                  <a:pt x="448" y="3"/>
                </a:lnTo>
                <a:lnTo>
                  <a:pt x="433" y="3"/>
                </a:lnTo>
                <a:lnTo>
                  <a:pt x="419" y="4"/>
                </a:lnTo>
                <a:lnTo>
                  <a:pt x="405" y="5"/>
                </a:lnTo>
                <a:lnTo>
                  <a:pt x="390" y="7"/>
                </a:lnTo>
                <a:lnTo>
                  <a:pt x="376" y="8"/>
                </a:lnTo>
                <a:lnTo>
                  <a:pt x="362" y="10"/>
                </a:lnTo>
                <a:lnTo>
                  <a:pt x="348" y="13"/>
                </a:lnTo>
                <a:lnTo>
                  <a:pt x="334" y="15"/>
                </a:lnTo>
                <a:lnTo>
                  <a:pt x="321" y="19"/>
                </a:lnTo>
                <a:lnTo>
                  <a:pt x="307" y="22"/>
                </a:lnTo>
                <a:lnTo>
                  <a:pt x="294" y="26"/>
                </a:lnTo>
                <a:lnTo>
                  <a:pt x="280" y="29"/>
                </a:lnTo>
                <a:lnTo>
                  <a:pt x="267" y="34"/>
                </a:lnTo>
                <a:lnTo>
                  <a:pt x="254" y="38"/>
                </a:lnTo>
                <a:lnTo>
                  <a:pt x="242" y="43"/>
                </a:lnTo>
                <a:lnTo>
                  <a:pt x="229" y="48"/>
                </a:lnTo>
                <a:lnTo>
                  <a:pt x="217" y="54"/>
                </a:lnTo>
                <a:lnTo>
                  <a:pt x="205" y="59"/>
                </a:lnTo>
                <a:lnTo>
                  <a:pt x="193" y="65"/>
                </a:lnTo>
                <a:lnTo>
                  <a:pt x="181" y="71"/>
                </a:lnTo>
                <a:lnTo>
                  <a:pt x="170" y="78"/>
                </a:lnTo>
                <a:lnTo>
                  <a:pt x="159" y="84"/>
                </a:lnTo>
                <a:lnTo>
                  <a:pt x="149" y="91"/>
                </a:lnTo>
                <a:lnTo>
                  <a:pt x="138" y="98"/>
                </a:lnTo>
                <a:lnTo>
                  <a:pt x="128" y="106"/>
                </a:lnTo>
                <a:lnTo>
                  <a:pt x="119" y="114"/>
                </a:lnTo>
                <a:lnTo>
                  <a:pt x="109" y="121"/>
                </a:lnTo>
                <a:lnTo>
                  <a:pt x="100" y="129"/>
                </a:lnTo>
                <a:lnTo>
                  <a:pt x="92" y="138"/>
                </a:lnTo>
                <a:lnTo>
                  <a:pt x="83" y="146"/>
                </a:lnTo>
                <a:lnTo>
                  <a:pt x="76" y="155"/>
                </a:lnTo>
                <a:lnTo>
                  <a:pt x="68" y="163"/>
                </a:lnTo>
                <a:lnTo>
                  <a:pt x="61" y="172"/>
                </a:lnTo>
                <a:lnTo>
                  <a:pt x="54" y="181"/>
                </a:lnTo>
                <a:lnTo>
                  <a:pt x="48" y="191"/>
                </a:lnTo>
                <a:lnTo>
                  <a:pt x="42" y="200"/>
                </a:lnTo>
                <a:lnTo>
                  <a:pt x="37" y="210"/>
                </a:lnTo>
                <a:lnTo>
                  <a:pt x="31" y="219"/>
                </a:lnTo>
                <a:lnTo>
                  <a:pt x="27" y="229"/>
                </a:lnTo>
                <a:lnTo>
                  <a:pt x="23" y="239"/>
                </a:lnTo>
                <a:lnTo>
                  <a:pt x="19" y="249"/>
                </a:lnTo>
                <a:lnTo>
                  <a:pt x="15" y="259"/>
                </a:lnTo>
                <a:lnTo>
                  <a:pt x="12" y="269"/>
                </a:lnTo>
                <a:lnTo>
                  <a:pt x="10" y="279"/>
                </a:lnTo>
                <a:lnTo>
                  <a:pt x="8" y="289"/>
                </a:lnTo>
                <a:lnTo>
                  <a:pt x="6" y="299"/>
                </a:lnTo>
                <a:lnTo>
                  <a:pt x="5" y="310"/>
                </a:lnTo>
                <a:lnTo>
                  <a:pt x="5" y="320"/>
                </a:lnTo>
                <a:lnTo>
                  <a:pt x="4" y="330"/>
                </a:lnTo>
                <a:lnTo>
                  <a:pt x="5" y="341"/>
                </a:lnTo>
                <a:lnTo>
                  <a:pt x="5" y="351"/>
                </a:lnTo>
                <a:lnTo>
                  <a:pt x="6" y="361"/>
                </a:lnTo>
                <a:lnTo>
                  <a:pt x="8" y="371"/>
                </a:lnTo>
                <a:lnTo>
                  <a:pt x="10" y="382"/>
                </a:lnTo>
                <a:lnTo>
                  <a:pt x="12" y="392"/>
                </a:lnTo>
                <a:lnTo>
                  <a:pt x="15" y="402"/>
                </a:lnTo>
                <a:lnTo>
                  <a:pt x="19" y="412"/>
                </a:lnTo>
                <a:lnTo>
                  <a:pt x="23" y="423"/>
                </a:lnTo>
                <a:lnTo>
                  <a:pt x="27" y="433"/>
                </a:lnTo>
                <a:lnTo>
                  <a:pt x="31" y="442"/>
                </a:lnTo>
                <a:lnTo>
                  <a:pt x="37" y="452"/>
                </a:lnTo>
                <a:lnTo>
                  <a:pt x="42" y="461"/>
                </a:lnTo>
                <a:lnTo>
                  <a:pt x="48" y="471"/>
                </a:lnTo>
                <a:lnTo>
                  <a:pt x="54" y="480"/>
                </a:lnTo>
                <a:lnTo>
                  <a:pt x="61" y="489"/>
                </a:lnTo>
                <a:lnTo>
                  <a:pt x="68" y="498"/>
                </a:lnTo>
                <a:lnTo>
                  <a:pt x="76" y="507"/>
                </a:lnTo>
                <a:lnTo>
                  <a:pt x="83" y="516"/>
                </a:lnTo>
                <a:lnTo>
                  <a:pt x="92" y="524"/>
                </a:lnTo>
                <a:lnTo>
                  <a:pt x="100" y="532"/>
                </a:lnTo>
                <a:lnTo>
                  <a:pt x="109" y="540"/>
                </a:lnTo>
                <a:lnTo>
                  <a:pt x="119" y="548"/>
                </a:lnTo>
                <a:lnTo>
                  <a:pt x="128" y="556"/>
                </a:lnTo>
                <a:lnTo>
                  <a:pt x="138" y="563"/>
                </a:lnTo>
                <a:lnTo>
                  <a:pt x="149" y="570"/>
                </a:lnTo>
                <a:lnTo>
                  <a:pt x="159" y="577"/>
                </a:lnTo>
                <a:lnTo>
                  <a:pt x="170" y="584"/>
                </a:lnTo>
                <a:lnTo>
                  <a:pt x="181" y="590"/>
                </a:lnTo>
                <a:lnTo>
                  <a:pt x="193" y="597"/>
                </a:lnTo>
                <a:lnTo>
                  <a:pt x="205" y="602"/>
                </a:lnTo>
                <a:lnTo>
                  <a:pt x="217" y="608"/>
                </a:lnTo>
                <a:lnTo>
                  <a:pt x="229" y="613"/>
                </a:lnTo>
                <a:lnTo>
                  <a:pt x="242" y="619"/>
                </a:lnTo>
                <a:lnTo>
                  <a:pt x="254" y="623"/>
                </a:lnTo>
                <a:lnTo>
                  <a:pt x="267" y="628"/>
                </a:lnTo>
                <a:lnTo>
                  <a:pt x="280" y="632"/>
                </a:lnTo>
                <a:lnTo>
                  <a:pt x="294" y="636"/>
                </a:lnTo>
                <a:lnTo>
                  <a:pt x="307" y="640"/>
                </a:lnTo>
                <a:lnTo>
                  <a:pt x="321" y="643"/>
                </a:lnTo>
                <a:lnTo>
                  <a:pt x="334" y="646"/>
                </a:lnTo>
                <a:lnTo>
                  <a:pt x="348" y="649"/>
                </a:lnTo>
                <a:lnTo>
                  <a:pt x="362" y="651"/>
                </a:lnTo>
                <a:lnTo>
                  <a:pt x="376" y="653"/>
                </a:lnTo>
                <a:lnTo>
                  <a:pt x="390" y="655"/>
                </a:lnTo>
                <a:lnTo>
                  <a:pt x="405" y="657"/>
                </a:lnTo>
                <a:lnTo>
                  <a:pt x="419" y="658"/>
                </a:lnTo>
                <a:lnTo>
                  <a:pt x="433" y="658"/>
                </a:lnTo>
                <a:lnTo>
                  <a:pt x="448" y="659"/>
                </a:lnTo>
                <a:lnTo>
                  <a:pt x="462" y="659"/>
                </a:lnTo>
                <a:lnTo>
                  <a:pt x="476" y="659"/>
                </a:lnTo>
                <a:lnTo>
                  <a:pt x="491" y="658"/>
                </a:lnTo>
                <a:lnTo>
                  <a:pt x="505" y="658"/>
                </a:lnTo>
                <a:lnTo>
                  <a:pt x="519" y="657"/>
                </a:lnTo>
                <a:lnTo>
                  <a:pt x="534" y="655"/>
                </a:lnTo>
                <a:lnTo>
                  <a:pt x="548" y="653"/>
                </a:lnTo>
                <a:lnTo>
                  <a:pt x="562" y="651"/>
                </a:lnTo>
                <a:lnTo>
                  <a:pt x="576" y="649"/>
                </a:lnTo>
                <a:lnTo>
                  <a:pt x="590" y="646"/>
                </a:lnTo>
                <a:lnTo>
                  <a:pt x="603" y="643"/>
                </a:lnTo>
                <a:lnTo>
                  <a:pt x="617" y="640"/>
                </a:lnTo>
                <a:lnTo>
                  <a:pt x="630" y="636"/>
                </a:lnTo>
                <a:lnTo>
                  <a:pt x="644" y="632"/>
                </a:lnTo>
                <a:lnTo>
                  <a:pt x="658" y="628"/>
                </a:lnTo>
                <a:lnTo>
                  <a:pt x="671" y="623"/>
                </a:lnTo>
                <a:lnTo>
                  <a:pt x="683" y="619"/>
                </a:lnTo>
                <a:lnTo>
                  <a:pt x="696" y="613"/>
                </a:lnTo>
                <a:lnTo>
                  <a:pt x="708" y="608"/>
                </a:lnTo>
                <a:lnTo>
                  <a:pt x="720" y="602"/>
                </a:lnTo>
                <a:lnTo>
                  <a:pt x="732" y="597"/>
                </a:lnTo>
                <a:lnTo>
                  <a:pt x="743" y="590"/>
                </a:lnTo>
                <a:lnTo>
                  <a:pt x="755" y="584"/>
                </a:lnTo>
                <a:lnTo>
                  <a:pt x="766" y="577"/>
                </a:lnTo>
                <a:lnTo>
                  <a:pt x="776" y="570"/>
                </a:lnTo>
                <a:lnTo>
                  <a:pt x="787" y="563"/>
                </a:lnTo>
                <a:lnTo>
                  <a:pt x="797" y="556"/>
                </a:lnTo>
                <a:lnTo>
                  <a:pt x="806" y="548"/>
                </a:lnTo>
                <a:lnTo>
                  <a:pt x="816" y="540"/>
                </a:lnTo>
                <a:lnTo>
                  <a:pt x="825" y="532"/>
                </a:lnTo>
                <a:lnTo>
                  <a:pt x="833" y="524"/>
                </a:lnTo>
                <a:lnTo>
                  <a:pt x="841" y="516"/>
                </a:lnTo>
                <a:lnTo>
                  <a:pt x="849" y="507"/>
                </a:lnTo>
                <a:lnTo>
                  <a:pt x="857" y="498"/>
                </a:lnTo>
                <a:lnTo>
                  <a:pt x="864" y="489"/>
                </a:lnTo>
                <a:lnTo>
                  <a:pt x="871" y="480"/>
                </a:lnTo>
                <a:lnTo>
                  <a:pt x="877" y="471"/>
                </a:lnTo>
                <a:lnTo>
                  <a:pt x="883" y="461"/>
                </a:lnTo>
                <a:lnTo>
                  <a:pt x="888" y="452"/>
                </a:lnTo>
                <a:lnTo>
                  <a:pt x="893" y="442"/>
                </a:lnTo>
                <a:lnTo>
                  <a:pt x="898" y="433"/>
                </a:lnTo>
                <a:lnTo>
                  <a:pt x="902" y="423"/>
                </a:lnTo>
                <a:lnTo>
                  <a:pt x="906" y="412"/>
                </a:lnTo>
                <a:lnTo>
                  <a:pt x="910" y="402"/>
                </a:lnTo>
                <a:lnTo>
                  <a:pt x="912" y="392"/>
                </a:lnTo>
                <a:lnTo>
                  <a:pt x="915" y="382"/>
                </a:lnTo>
                <a:lnTo>
                  <a:pt x="917" y="371"/>
                </a:lnTo>
                <a:lnTo>
                  <a:pt x="918" y="361"/>
                </a:lnTo>
                <a:lnTo>
                  <a:pt x="920" y="351"/>
                </a:lnTo>
                <a:lnTo>
                  <a:pt x="920" y="341"/>
                </a:lnTo>
                <a:lnTo>
                  <a:pt x="921" y="330"/>
                </a:lnTo>
                <a:moveTo>
                  <a:pt x="924" y="330"/>
                </a:moveTo>
                <a:lnTo>
                  <a:pt x="924" y="341"/>
                </a:lnTo>
                <a:lnTo>
                  <a:pt x="923" y="351"/>
                </a:lnTo>
                <a:lnTo>
                  <a:pt x="922" y="361"/>
                </a:lnTo>
                <a:lnTo>
                  <a:pt x="921" y="372"/>
                </a:lnTo>
                <a:lnTo>
                  <a:pt x="919" y="382"/>
                </a:lnTo>
                <a:lnTo>
                  <a:pt x="916" y="392"/>
                </a:lnTo>
                <a:lnTo>
                  <a:pt x="913" y="402"/>
                </a:lnTo>
                <a:lnTo>
                  <a:pt x="910" y="413"/>
                </a:lnTo>
                <a:lnTo>
                  <a:pt x="906" y="424"/>
                </a:lnTo>
                <a:lnTo>
                  <a:pt x="902" y="433"/>
                </a:lnTo>
                <a:lnTo>
                  <a:pt x="897" y="443"/>
                </a:lnTo>
                <a:lnTo>
                  <a:pt x="892" y="453"/>
                </a:lnTo>
                <a:lnTo>
                  <a:pt x="886" y="463"/>
                </a:lnTo>
                <a:lnTo>
                  <a:pt x="880" y="472"/>
                </a:lnTo>
                <a:lnTo>
                  <a:pt x="874" y="481"/>
                </a:lnTo>
                <a:lnTo>
                  <a:pt x="867" y="491"/>
                </a:lnTo>
                <a:lnTo>
                  <a:pt x="860" y="500"/>
                </a:lnTo>
                <a:lnTo>
                  <a:pt x="853" y="508"/>
                </a:lnTo>
                <a:lnTo>
                  <a:pt x="845" y="517"/>
                </a:lnTo>
                <a:lnTo>
                  <a:pt x="836" y="526"/>
                </a:lnTo>
                <a:lnTo>
                  <a:pt x="828" y="534"/>
                </a:lnTo>
                <a:lnTo>
                  <a:pt x="819" y="542"/>
                </a:lnTo>
                <a:lnTo>
                  <a:pt x="809" y="550"/>
                </a:lnTo>
                <a:lnTo>
                  <a:pt x="799" y="558"/>
                </a:lnTo>
                <a:lnTo>
                  <a:pt x="789" y="565"/>
                </a:lnTo>
                <a:lnTo>
                  <a:pt x="779" y="572"/>
                </a:lnTo>
                <a:lnTo>
                  <a:pt x="768" y="579"/>
                </a:lnTo>
                <a:lnTo>
                  <a:pt x="757" y="586"/>
                </a:lnTo>
                <a:lnTo>
                  <a:pt x="746" y="593"/>
                </a:lnTo>
                <a:lnTo>
                  <a:pt x="734" y="599"/>
                </a:lnTo>
                <a:lnTo>
                  <a:pt x="722" y="605"/>
                </a:lnTo>
                <a:lnTo>
                  <a:pt x="710" y="610"/>
                </a:lnTo>
                <a:lnTo>
                  <a:pt x="698" y="616"/>
                </a:lnTo>
                <a:lnTo>
                  <a:pt x="685" y="621"/>
                </a:lnTo>
                <a:lnTo>
                  <a:pt x="672" y="626"/>
                </a:lnTo>
                <a:lnTo>
                  <a:pt x="659" y="630"/>
                </a:lnTo>
                <a:lnTo>
                  <a:pt x="645" y="635"/>
                </a:lnTo>
                <a:lnTo>
                  <a:pt x="632" y="639"/>
                </a:lnTo>
                <a:lnTo>
                  <a:pt x="618" y="642"/>
                </a:lnTo>
                <a:lnTo>
                  <a:pt x="605" y="646"/>
                </a:lnTo>
                <a:lnTo>
                  <a:pt x="591" y="649"/>
                </a:lnTo>
                <a:lnTo>
                  <a:pt x="577" y="652"/>
                </a:lnTo>
                <a:lnTo>
                  <a:pt x="563" y="654"/>
                </a:lnTo>
                <a:lnTo>
                  <a:pt x="548" y="656"/>
                </a:lnTo>
                <a:lnTo>
                  <a:pt x="534" y="658"/>
                </a:lnTo>
                <a:lnTo>
                  <a:pt x="520" y="659"/>
                </a:lnTo>
                <a:lnTo>
                  <a:pt x="505" y="660"/>
                </a:lnTo>
                <a:lnTo>
                  <a:pt x="491" y="661"/>
                </a:lnTo>
                <a:lnTo>
                  <a:pt x="476" y="662"/>
                </a:lnTo>
                <a:lnTo>
                  <a:pt x="462" y="662"/>
                </a:lnTo>
                <a:lnTo>
                  <a:pt x="447" y="662"/>
                </a:lnTo>
                <a:lnTo>
                  <a:pt x="433" y="661"/>
                </a:lnTo>
                <a:lnTo>
                  <a:pt x="419" y="660"/>
                </a:lnTo>
                <a:lnTo>
                  <a:pt x="404" y="659"/>
                </a:lnTo>
                <a:lnTo>
                  <a:pt x="390" y="658"/>
                </a:lnTo>
                <a:lnTo>
                  <a:pt x="375" y="656"/>
                </a:lnTo>
                <a:lnTo>
                  <a:pt x="361" y="654"/>
                </a:lnTo>
                <a:lnTo>
                  <a:pt x="347" y="652"/>
                </a:lnTo>
                <a:lnTo>
                  <a:pt x="333" y="649"/>
                </a:lnTo>
                <a:lnTo>
                  <a:pt x="319" y="646"/>
                </a:lnTo>
                <a:lnTo>
                  <a:pt x="306" y="642"/>
                </a:lnTo>
                <a:lnTo>
                  <a:pt x="292" y="639"/>
                </a:lnTo>
                <a:lnTo>
                  <a:pt x="279" y="635"/>
                </a:lnTo>
                <a:lnTo>
                  <a:pt x="265" y="630"/>
                </a:lnTo>
                <a:lnTo>
                  <a:pt x="252" y="626"/>
                </a:lnTo>
                <a:lnTo>
                  <a:pt x="240" y="621"/>
                </a:lnTo>
                <a:lnTo>
                  <a:pt x="227" y="616"/>
                </a:lnTo>
                <a:lnTo>
                  <a:pt x="215" y="610"/>
                </a:lnTo>
                <a:lnTo>
                  <a:pt x="203" y="605"/>
                </a:lnTo>
                <a:lnTo>
                  <a:pt x="191" y="599"/>
                </a:lnTo>
                <a:lnTo>
                  <a:pt x="179" y="593"/>
                </a:lnTo>
                <a:lnTo>
                  <a:pt x="168" y="586"/>
                </a:lnTo>
                <a:lnTo>
                  <a:pt x="157" y="579"/>
                </a:lnTo>
                <a:lnTo>
                  <a:pt x="146" y="572"/>
                </a:lnTo>
                <a:lnTo>
                  <a:pt x="136" y="565"/>
                </a:lnTo>
                <a:lnTo>
                  <a:pt x="126" y="558"/>
                </a:lnTo>
                <a:lnTo>
                  <a:pt x="116" y="550"/>
                </a:lnTo>
                <a:lnTo>
                  <a:pt x="106" y="542"/>
                </a:lnTo>
                <a:lnTo>
                  <a:pt x="97" y="534"/>
                </a:lnTo>
                <a:lnTo>
                  <a:pt x="89" y="526"/>
                </a:lnTo>
                <a:lnTo>
                  <a:pt x="80" y="517"/>
                </a:lnTo>
                <a:lnTo>
                  <a:pt x="72" y="508"/>
                </a:lnTo>
                <a:lnTo>
                  <a:pt x="65" y="500"/>
                </a:lnTo>
                <a:lnTo>
                  <a:pt x="58" y="491"/>
                </a:lnTo>
                <a:lnTo>
                  <a:pt x="51" y="481"/>
                </a:lnTo>
                <a:lnTo>
                  <a:pt x="44" y="472"/>
                </a:lnTo>
                <a:lnTo>
                  <a:pt x="38" y="463"/>
                </a:lnTo>
                <a:lnTo>
                  <a:pt x="33" y="453"/>
                </a:lnTo>
                <a:lnTo>
                  <a:pt x="28" y="443"/>
                </a:lnTo>
                <a:lnTo>
                  <a:pt x="23" y="433"/>
                </a:lnTo>
                <a:lnTo>
                  <a:pt x="19" y="424"/>
                </a:lnTo>
                <a:lnTo>
                  <a:pt x="15" y="413"/>
                </a:lnTo>
                <a:lnTo>
                  <a:pt x="12" y="402"/>
                </a:lnTo>
                <a:lnTo>
                  <a:pt x="9" y="392"/>
                </a:lnTo>
                <a:lnTo>
                  <a:pt x="6" y="382"/>
                </a:lnTo>
                <a:lnTo>
                  <a:pt x="4" y="372"/>
                </a:lnTo>
                <a:lnTo>
                  <a:pt x="3" y="361"/>
                </a:lnTo>
                <a:lnTo>
                  <a:pt x="1" y="351"/>
                </a:lnTo>
                <a:lnTo>
                  <a:pt x="1" y="341"/>
                </a:lnTo>
                <a:lnTo>
                  <a:pt x="0" y="330"/>
                </a:lnTo>
                <a:lnTo>
                  <a:pt x="1" y="320"/>
                </a:lnTo>
                <a:lnTo>
                  <a:pt x="1" y="310"/>
                </a:lnTo>
                <a:lnTo>
                  <a:pt x="3" y="299"/>
                </a:lnTo>
                <a:lnTo>
                  <a:pt x="4" y="289"/>
                </a:lnTo>
                <a:lnTo>
                  <a:pt x="6" y="279"/>
                </a:lnTo>
                <a:lnTo>
                  <a:pt x="9" y="268"/>
                </a:lnTo>
                <a:lnTo>
                  <a:pt x="12" y="258"/>
                </a:lnTo>
                <a:lnTo>
                  <a:pt x="15" y="248"/>
                </a:lnTo>
                <a:lnTo>
                  <a:pt x="19" y="238"/>
                </a:lnTo>
                <a:lnTo>
                  <a:pt x="23" y="228"/>
                </a:lnTo>
                <a:lnTo>
                  <a:pt x="28" y="218"/>
                </a:lnTo>
                <a:lnTo>
                  <a:pt x="33" y="209"/>
                </a:lnTo>
                <a:lnTo>
                  <a:pt x="38" y="199"/>
                </a:lnTo>
                <a:lnTo>
                  <a:pt x="44" y="190"/>
                </a:lnTo>
                <a:lnTo>
                  <a:pt x="51" y="180"/>
                </a:lnTo>
                <a:lnTo>
                  <a:pt x="58" y="171"/>
                </a:lnTo>
                <a:lnTo>
                  <a:pt x="65" y="162"/>
                </a:lnTo>
                <a:lnTo>
                  <a:pt x="72" y="153"/>
                </a:lnTo>
                <a:lnTo>
                  <a:pt x="80" y="144"/>
                </a:lnTo>
                <a:lnTo>
                  <a:pt x="89" y="136"/>
                </a:lnTo>
                <a:lnTo>
                  <a:pt x="97" y="128"/>
                </a:lnTo>
                <a:lnTo>
                  <a:pt x="106" y="120"/>
                </a:lnTo>
                <a:lnTo>
                  <a:pt x="116" y="112"/>
                </a:lnTo>
                <a:lnTo>
                  <a:pt x="126" y="104"/>
                </a:lnTo>
                <a:lnTo>
                  <a:pt x="136" y="97"/>
                </a:lnTo>
                <a:lnTo>
                  <a:pt x="146" y="89"/>
                </a:lnTo>
                <a:lnTo>
                  <a:pt x="157" y="82"/>
                </a:lnTo>
                <a:lnTo>
                  <a:pt x="168" y="76"/>
                </a:lnTo>
                <a:lnTo>
                  <a:pt x="179" y="69"/>
                </a:lnTo>
                <a:lnTo>
                  <a:pt x="191" y="63"/>
                </a:lnTo>
                <a:lnTo>
                  <a:pt x="203" y="57"/>
                </a:lnTo>
                <a:lnTo>
                  <a:pt x="215" y="51"/>
                </a:lnTo>
                <a:lnTo>
                  <a:pt x="227" y="46"/>
                </a:lnTo>
                <a:lnTo>
                  <a:pt x="240" y="41"/>
                </a:lnTo>
                <a:lnTo>
                  <a:pt x="252" y="36"/>
                </a:lnTo>
                <a:lnTo>
                  <a:pt x="265" y="31"/>
                </a:lnTo>
                <a:lnTo>
                  <a:pt x="279" y="27"/>
                </a:lnTo>
                <a:lnTo>
                  <a:pt x="292" y="23"/>
                </a:lnTo>
                <a:lnTo>
                  <a:pt x="306" y="19"/>
                </a:lnTo>
                <a:lnTo>
                  <a:pt x="319" y="16"/>
                </a:lnTo>
                <a:lnTo>
                  <a:pt x="333" y="13"/>
                </a:lnTo>
                <a:lnTo>
                  <a:pt x="347" y="10"/>
                </a:lnTo>
                <a:lnTo>
                  <a:pt x="361" y="8"/>
                </a:lnTo>
                <a:lnTo>
                  <a:pt x="375" y="6"/>
                </a:lnTo>
                <a:lnTo>
                  <a:pt x="390" y="4"/>
                </a:lnTo>
                <a:lnTo>
                  <a:pt x="404" y="2"/>
                </a:lnTo>
                <a:lnTo>
                  <a:pt x="419" y="1"/>
                </a:lnTo>
                <a:lnTo>
                  <a:pt x="433" y="0"/>
                </a:lnTo>
                <a:lnTo>
                  <a:pt x="447" y="0"/>
                </a:lnTo>
                <a:lnTo>
                  <a:pt x="462" y="0"/>
                </a:lnTo>
                <a:lnTo>
                  <a:pt x="476" y="0"/>
                </a:lnTo>
                <a:lnTo>
                  <a:pt x="491" y="0"/>
                </a:lnTo>
                <a:lnTo>
                  <a:pt x="505" y="1"/>
                </a:lnTo>
                <a:lnTo>
                  <a:pt x="520" y="2"/>
                </a:lnTo>
                <a:lnTo>
                  <a:pt x="534" y="4"/>
                </a:lnTo>
                <a:lnTo>
                  <a:pt x="548" y="6"/>
                </a:lnTo>
                <a:lnTo>
                  <a:pt x="563" y="8"/>
                </a:lnTo>
                <a:lnTo>
                  <a:pt x="577" y="10"/>
                </a:lnTo>
                <a:lnTo>
                  <a:pt x="591" y="13"/>
                </a:lnTo>
                <a:lnTo>
                  <a:pt x="605" y="16"/>
                </a:lnTo>
                <a:lnTo>
                  <a:pt x="618" y="19"/>
                </a:lnTo>
                <a:lnTo>
                  <a:pt x="632" y="23"/>
                </a:lnTo>
                <a:lnTo>
                  <a:pt x="645" y="27"/>
                </a:lnTo>
                <a:lnTo>
                  <a:pt x="659" y="31"/>
                </a:lnTo>
                <a:lnTo>
                  <a:pt x="672" y="36"/>
                </a:lnTo>
                <a:lnTo>
                  <a:pt x="685" y="41"/>
                </a:lnTo>
                <a:lnTo>
                  <a:pt x="698" y="46"/>
                </a:lnTo>
                <a:lnTo>
                  <a:pt x="710" y="51"/>
                </a:lnTo>
                <a:lnTo>
                  <a:pt x="722" y="57"/>
                </a:lnTo>
                <a:lnTo>
                  <a:pt x="734" y="63"/>
                </a:lnTo>
                <a:lnTo>
                  <a:pt x="746" y="69"/>
                </a:lnTo>
                <a:lnTo>
                  <a:pt x="757" y="76"/>
                </a:lnTo>
                <a:lnTo>
                  <a:pt x="768" y="82"/>
                </a:lnTo>
                <a:lnTo>
                  <a:pt x="779" y="89"/>
                </a:lnTo>
                <a:lnTo>
                  <a:pt x="789" y="97"/>
                </a:lnTo>
                <a:lnTo>
                  <a:pt x="799" y="104"/>
                </a:lnTo>
                <a:lnTo>
                  <a:pt x="809" y="112"/>
                </a:lnTo>
                <a:lnTo>
                  <a:pt x="819" y="120"/>
                </a:lnTo>
                <a:lnTo>
                  <a:pt x="828" y="128"/>
                </a:lnTo>
                <a:lnTo>
                  <a:pt x="836" y="136"/>
                </a:lnTo>
                <a:lnTo>
                  <a:pt x="845" y="144"/>
                </a:lnTo>
                <a:lnTo>
                  <a:pt x="853" y="153"/>
                </a:lnTo>
                <a:lnTo>
                  <a:pt x="860" y="162"/>
                </a:lnTo>
                <a:lnTo>
                  <a:pt x="867" y="171"/>
                </a:lnTo>
                <a:lnTo>
                  <a:pt x="874" y="180"/>
                </a:lnTo>
                <a:lnTo>
                  <a:pt x="880" y="190"/>
                </a:lnTo>
                <a:lnTo>
                  <a:pt x="886" y="199"/>
                </a:lnTo>
                <a:lnTo>
                  <a:pt x="892" y="209"/>
                </a:lnTo>
                <a:lnTo>
                  <a:pt x="897" y="218"/>
                </a:lnTo>
                <a:lnTo>
                  <a:pt x="902" y="228"/>
                </a:lnTo>
                <a:lnTo>
                  <a:pt x="906" y="238"/>
                </a:lnTo>
                <a:lnTo>
                  <a:pt x="910" y="248"/>
                </a:lnTo>
                <a:lnTo>
                  <a:pt x="913" y="258"/>
                </a:lnTo>
                <a:lnTo>
                  <a:pt x="916" y="268"/>
                </a:lnTo>
                <a:lnTo>
                  <a:pt x="919" y="279"/>
                </a:lnTo>
                <a:lnTo>
                  <a:pt x="921" y="289"/>
                </a:lnTo>
                <a:lnTo>
                  <a:pt x="922" y="299"/>
                </a:lnTo>
                <a:lnTo>
                  <a:pt x="923" y="310"/>
                </a:lnTo>
                <a:lnTo>
                  <a:pt x="924" y="320"/>
                </a:lnTo>
                <a:lnTo>
                  <a:pt x="924" y="330"/>
                </a:lnTo>
                <a:close/>
              </a:path>
            </a:pathLst>
          </a:custGeom>
          <a:solidFill>
            <a:srgbClr val="ffda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7" name=""/>
          <p:cNvSpPr/>
          <p:nvPr/>
        </p:nvSpPr>
        <p:spPr>
          <a:xfrm>
            <a:off x="7895160" y="2824200"/>
            <a:ext cx="335160" cy="240480"/>
          </a:xfrm>
          <a:custGeom>
            <a:avLst/>
            <a:gdLst/>
            <a:ahLst/>
            <a:rect l="0" t="0" r="r" b="b"/>
            <a:pathLst>
              <a:path w="931" h="668">
                <a:moveTo>
                  <a:pt x="927" y="333"/>
                </a:moveTo>
                <a:lnTo>
                  <a:pt x="927" y="323"/>
                </a:lnTo>
                <a:lnTo>
                  <a:pt x="926" y="313"/>
                </a:lnTo>
                <a:lnTo>
                  <a:pt x="925" y="302"/>
                </a:lnTo>
                <a:lnTo>
                  <a:pt x="924" y="292"/>
                </a:lnTo>
                <a:lnTo>
                  <a:pt x="922" y="282"/>
                </a:lnTo>
                <a:lnTo>
                  <a:pt x="919" y="271"/>
                </a:lnTo>
                <a:lnTo>
                  <a:pt x="916" y="261"/>
                </a:lnTo>
                <a:lnTo>
                  <a:pt x="913" y="251"/>
                </a:lnTo>
                <a:lnTo>
                  <a:pt x="909" y="241"/>
                </a:lnTo>
                <a:lnTo>
                  <a:pt x="905" y="231"/>
                </a:lnTo>
                <a:lnTo>
                  <a:pt x="900" y="221"/>
                </a:lnTo>
                <a:lnTo>
                  <a:pt x="895" y="212"/>
                </a:lnTo>
                <a:lnTo>
                  <a:pt x="889" y="202"/>
                </a:lnTo>
                <a:lnTo>
                  <a:pt x="883" y="193"/>
                </a:lnTo>
                <a:lnTo>
                  <a:pt x="877" y="183"/>
                </a:lnTo>
                <a:lnTo>
                  <a:pt x="870" y="174"/>
                </a:lnTo>
                <a:lnTo>
                  <a:pt x="863" y="165"/>
                </a:lnTo>
                <a:lnTo>
                  <a:pt x="856" y="156"/>
                </a:lnTo>
                <a:lnTo>
                  <a:pt x="847" y="147"/>
                </a:lnTo>
                <a:lnTo>
                  <a:pt x="838" y="139"/>
                </a:lnTo>
                <a:lnTo>
                  <a:pt x="830" y="131"/>
                </a:lnTo>
                <a:lnTo>
                  <a:pt x="821" y="123"/>
                </a:lnTo>
                <a:lnTo>
                  <a:pt x="811" y="115"/>
                </a:lnTo>
                <a:lnTo>
                  <a:pt x="801" y="107"/>
                </a:lnTo>
                <a:lnTo>
                  <a:pt x="791" y="100"/>
                </a:lnTo>
                <a:lnTo>
                  <a:pt x="781" y="92"/>
                </a:lnTo>
                <a:lnTo>
                  <a:pt x="770" y="85"/>
                </a:lnTo>
                <a:lnTo>
                  <a:pt x="759" y="79"/>
                </a:lnTo>
                <a:lnTo>
                  <a:pt x="748" y="72"/>
                </a:lnTo>
                <a:lnTo>
                  <a:pt x="736" y="66"/>
                </a:lnTo>
                <a:lnTo>
                  <a:pt x="724" y="60"/>
                </a:lnTo>
                <a:lnTo>
                  <a:pt x="712" y="54"/>
                </a:lnTo>
                <a:lnTo>
                  <a:pt x="700" y="49"/>
                </a:lnTo>
                <a:lnTo>
                  <a:pt x="687" y="44"/>
                </a:lnTo>
                <a:lnTo>
                  <a:pt x="674" y="39"/>
                </a:lnTo>
                <a:lnTo>
                  <a:pt x="661" y="34"/>
                </a:lnTo>
                <a:lnTo>
                  <a:pt x="648" y="30"/>
                </a:lnTo>
                <a:lnTo>
                  <a:pt x="635" y="26"/>
                </a:lnTo>
                <a:lnTo>
                  <a:pt x="621" y="22"/>
                </a:lnTo>
                <a:lnTo>
                  <a:pt x="608" y="19"/>
                </a:lnTo>
                <a:lnTo>
                  <a:pt x="594" y="16"/>
                </a:lnTo>
                <a:lnTo>
                  <a:pt x="580" y="13"/>
                </a:lnTo>
                <a:lnTo>
                  <a:pt x="566" y="11"/>
                </a:lnTo>
                <a:lnTo>
                  <a:pt x="551" y="9"/>
                </a:lnTo>
                <a:lnTo>
                  <a:pt x="537" y="7"/>
                </a:lnTo>
                <a:lnTo>
                  <a:pt x="523" y="5"/>
                </a:lnTo>
                <a:lnTo>
                  <a:pt x="508" y="4"/>
                </a:lnTo>
                <a:lnTo>
                  <a:pt x="494" y="3"/>
                </a:lnTo>
                <a:lnTo>
                  <a:pt x="479" y="3"/>
                </a:lnTo>
                <a:lnTo>
                  <a:pt x="465" y="3"/>
                </a:lnTo>
                <a:lnTo>
                  <a:pt x="450" y="3"/>
                </a:lnTo>
                <a:lnTo>
                  <a:pt x="436" y="3"/>
                </a:lnTo>
                <a:lnTo>
                  <a:pt x="422" y="4"/>
                </a:lnTo>
                <a:lnTo>
                  <a:pt x="407" y="5"/>
                </a:lnTo>
                <a:lnTo>
                  <a:pt x="393" y="7"/>
                </a:lnTo>
                <a:lnTo>
                  <a:pt x="378" y="9"/>
                </a:lnTo>
                <a:lnTo>
                  <a:pt x="364" y="11"/>
                </a:lnTo>
                <a:lnTo>
                  <a:pt x="350" y="13"/>
                </a:lnTo>
                <a:lnTo>
                  <a:pt x="336" y="16"/>
                </a:lnTo>
                <a:lnTo>
                  <a:pt x="322" y="19"/>
                </a:lnTo>
                <a:lnTo>
                  <a:pt x="309" y="22"/>
                </a:lnTo>
                <a:lnTo>
                  <a:pt x="295" y="26"/>
                </a:lnTo>
                <a:lnTo>
                  <a:pt x="282" y="30"/>
                </a:lnTo>
                <a:lnTo>
                  <a:pt x="268" y="34"/>
                </a:lnTo>
                <a:lnTo>
                  <a:pt x="255" y="39"/>
                </a:lnTo>
                <a:lnTo>
                  <a:pt x="243" y="44"/>
                </a:lnTo>
                <a:lnTo>
                  <a:pt x="230" y="49"/>
                </a:lnTo>
                <a:lnTo>
                  <a:pt x="218" y="54"/>
                </a:lnTo>
                <a:lnTo>
                  <a:pt x="206" y="60"/>
                </a:lnTo>
                <a:lnTo>
                  <a:pt x="194" y="66"/>
                </a:lnTo>
                <a:lnTo>
                  <a:pt x="182" y="72"/>
                </a:lnTo>
                <a:lnTo>
                  <a:pt x="171" y="79"/>
                </a:lnTo>
                <a:lnTo>
                  <a:pt x="160" y="85"/>
                </a:lnTo>
                <a:lnTo>
                  <a:pt x="149" y="92"/>
                </a:lnTo>
                <a:lnTo>
                  <a:pt x="139" y="100"/>
                </a:lnTo>
                <a:lnTo>
                  <a:pt x="129" y="107"/>
                </a:lnTo>
                <a:lnTo>
                  <a:pt x="119" y="115"/>
                </a:lnTo>
                <a:lnTo>
                  <a:pt x="109" y="123"/>
                </a:lnTo>
                <a:lnTo>
                  <a:pt x="100" y="131"/>
                </a:lnTo>
                <a:lnTo>
                  <a:pt x="92" y="139"/>
                </a:lnTo>
                <a:lnTo>
                  <a:pt x="83" y="147"/>
                </a:lnTo>
                <a:lnTo>
                  <a:pt x="75" y="156"/>
                </a:lnTo>
                <a:lnTo>
                  <a:pt x="68" y="165"/>
                </a:lnTo>
                <a:lnTo>
                  <a:pt x="61" y="174"/>
                </a:lnTo>
                <a:lnTo>
                  <a:pt x="54" y="183"/>
                </a:lnTo>
                <a:lnTo>
                  <a:pt x="47" y="193"/>
                </a:lnTo>
                <a:lnTo>
                  <a:pt x="41" y="202"/>
                </a:lnTo>
                <a:lnTo>
                  <a:pt x="36" y="212"/>
                </a:lnTo>
                <a:lnTo>
                  <a:pt x="31" y="221"/>
                </a:lnTo>
                <a:lnTo>
                  <a:pt x="26" y="231"/>
                </a:lnTo>
                <a:lnTo>
                  <a:pt x="22" y="241"/>
                </a:lnTo>
                <a:lnTo>
                  <a:pt x="18" y="251"/>
                </a:lnTo>
                <a:lnTo>
                  <a:pt x="15" y="261"/>
                </a:lnTo>
                <a:lnTo>
                  <a:pt x="12" y="271"/>
                </a:lnTo>
                <a:lnTo>
                  <a:pt x="9" y="282"/>
                </a:lnTo>
                <a:lnTo>
                  <a:pt x="7" y="292"/>
                </a:lnTo>
                <a:lnTo>
                  <a:pt x="6" y="302"/>
                </a:lnTo>
                <a:lnTo>
                  <a:pt x="4" y="313"/>
                </a:lnTo>
                <a:lnTo>
                  <a:pt x="4" y="323"/>
                </a:lnTo>
                <a:lnTo>
                  <a:pt x="3" y="333"/>
                </a:lnTo>
                <a:lnTo>
                  <a:pt x="4" y="344"/>
                </a:lnTo>
                <a:lnTo>
                  <a:pt x="4" y="354"/>
                </a:lnTo>
                <a:lnTo>
                  <a:pt x="6" y="364"/>
                </a:lnTo>
                <a:lnTo>
                  <a:pt x="7" y="375"/>
                </a:lnTo>
                <a:lnTo>
                  <a:pt x="9" y="385"/>
                </a:lnTo>
                <a:lnTo>
                  <a:pt x="12" y="395"/>
                </a:lnTo>
                <a:lnTo>
                  <a:pt x="15" y="405"/>
                </a:lnTo>
                <a:lnTo>
                  <a:pt x="18" y="416"/>
                </a:lnTo>
                <a:lnTo>
                  <a:pt x="22" y="426"/>
                </a:lnTo>
                <a:lnTo>
                  <a:pt x="26" y="435"/>
                </a:lnTo>
                <a:lnTo>
                  <a:pt x="31" y="445"/>
                </a:lnTo>
                <a:lnTo>
                  <a:pt x="36" y="455"/>
                </a:lnTo>
                <a:lnTo>
                  <a:pt x="41" y="465"/>
                </a:lnTo>
                <a:lnTo>
                  <a:pt x="47" y="474"/>
                </a:lnTo>
                <a:lnTo>
                  <a:pt x="54" y="484"/>
                </a:lnTo>
                <a:lnTo>
                  <a:pt x="61" y="494"/>
                </a:lnTo>
                <a:lnTo>
                  <a:pt x="68" y="503"/>
                </a:lnTo>
                <a:lnTo>
                  <a:pt x="75" y="511"/>
                </a:lnTo>
                <a:lnTo>
                  <a:pt x="83" y="520"/>
                </a:lnTo>
                <a:lnTo>
                  <a:pt x="92" y="529"/>
                </a:lnTo>
                <a:lnTo>
                  <a:pt x="100" y="537"/>
                </a:lnTo>
                <a:lnTo>
                  <a:pt x="109" y="545"/>
                </a:lnTo>
                <a:lnTo>
                  <a:pt x="119" y="553"/>
                </a:lnTo>
                <a:lnTo>
                  <a:pt x="129" y="561"/>
                </a:lnTo>
                <a:lnTo>
                  <a:pt x="139" y="568"/>
                </a:lnTo>
                <a:lnTo>
                  <a:pt x="149" y="575"/>
                </a:lnTo>
                <a:lnTo>
                  <a:pt x="160" y="582"/>
                </a:lnTo>
                <a:lnTo>
                  <a:pt x="171" y="589"/>
                </a:lnTo>
                <a:lnTo>
                  <a:pt x="182" y="596"/>
                </a:lnTo>
                <a:lnTo>
                  <a:pt x="194" y="602"/>
                </a:lnTo>
                <a:lnTo>
                  <a:pt x="206" y="608"/>
                </a:lnTo>
                <a:lnTo>
                  <a:pt x="218" y="613"/>
                </a:lnTo>
                <a:lnTo>
                  <a:pt x="230" y="619"/>
                </a:lnTo>
                <a:lnTo>
                  <a:pt x="243" y="624"/>
                </a:lnTo>
                <a:lnTo>
                  <a:pt x="255" y="629"/>
                </a:lnTo>
                <a:lnTo>
                  <a:pt x="268" y="633"/>
                </a:lnTo>
                <a:lnTo>
                  <a:pt x="282" y="638"/>
                </a:lnTo>
                <a:lnTo>
                  <a:pt x="295" y="642"/>
                </a:lnTo>
                <a:lnTo>
                  <a:pt x="309" y="645"/>
                </a:lnTo>
                <a:lnTo>
                  <a:pt x="322" y="649"/>
                </a:lnTo>
                <a:lnTo>
                  <a:pt x="336" y="652"/>
                </a:lnTo>
                <a:lnTo>
                  <a:pt x="350" y="655"/>
                </a:lnTo>
                <a:lnTo>
                  <a:pt x="364" y="657"/>
                </a:lnTo>
                <a:lnTo>
                  <a:pt x="378" y="659"/>
                </a:lnTo>
                <a:lnTo>
                  <a:pt x="393" y="661"/>
                </a:lnTo>
                <a:lnTo>
                  <a:pt x="407" y="662"/>
                </a:lnTo>
                <a:lnTo>
                  <a:pt x="422" y="663"/>
                </a:lnTo>
                <a:lnTo>
                  <a:pt x="436" y="664"/>
                </a:lnTo>
                <a:lnTo>
                  <a:pt x="450" y="665"/>
                </a:lnTo>
                <a:lnTo>
                  <a:pt x="465" y="665"/>
                </a:lnTo>
                <a:lnTo>
                  <a:pt x="479" y="665"/>
                </a:lnTo>
                <a:lnTo>
                  <a:pt x="494" y="664"/>
                </a:lnTo>
                <a:lnTo>
                  <a:pt x="508" y="663"/>
                </a:lnTo>
                <a:lnTo>
                  <a:pt x="523" y="662"/>
                </a:lnTo>
                <a:lnTo>
                  <a:pt x="537" y="661"/>
                </a:lnTo>
                <a:lnTo>
                  <a:pt x="551" y="659"/>
                </a:lnTo>
                <a:lnTo>
                  <a:pt x="566" y="657"/>
                </a:lnTo>
                <a:lnTo>
                  <a:pt x="580" y="655"/>
                </a:lnTo>
                <a:lnTo>
                  <a:pt x="594" y="652"/>
                </a:lnTo>
                <a:lnTo>
                  <a:pt x="608" y="649"/>
                </a:lnTo>
                <a:lnTo>
                  <a:pt x="621" y="645"/>
                </a:lnTo>
                <a:lnTo>
                  <a:pt x="635" y="642"/>
                </a:lnTo>
                <a:lnTo>
                  <a:pt x="648" y="638"/>
                </a:lnTo>
                <a:lnTo>
                  <a:pt x="661" y="633"/>
                </a:lnTo>
                <a:lnTo>
                  <a:pt x="674" y="629"/>
                </a:lnTo>
                <a:lnTo>
                  <a:pt x="687" y="624"/>
                </a:lnTo>
                <a:lnTo>
                  <a:pt x="700" y="619"/>
                </a:lnTo>
                <a:lnTo>
                  <a:pt x="712" y="613"/>
                </a:lnTo>
                <a:lnTo>
                  <a:pt x="724" y="608"/>
                </a:lnTo>
                <a:lnTo>
                  <a:pt x="736" y="602"/>
                </a:lnTo>
                <a:lnTo>
                  <a:pt x="748" y="596"/>
                </a:lnTo>
                <a:lnTo>
                  <a:pt x="759" y="589"/>
                </a:lnTo>
                <a:lnTo>
                  <a:pt x="770" y="582"/>
                </a:lnTo>
                <a:lnTo>
                  <a:pt x="781" y="575"/>
                </a:lnTo>
                <a:lnTo>
                  <a:pt x="791" y="568"/>
                </a:lnTo>
                <a:lnTo>
                  <a:pt x="801" y="561"/>
                </a:lnTo>
                <a:lnTo>
                  <a:pt x="811" y="553"/>
                </a:lnTo>
                <a:lnTo>
                  <a:pt x="821" y="545"/>
                </a:lnTo>
                <a:lnTo>
                  <a:pt x="830" y="537"/>
                </a:lnTo>
                <a:lnTo>
                  <a:pt x="838" y="529"/>
                </a:lnTo>
                <a:lnTo>
                  <a:pt x="847" y="520"/>
                </a:lnTo>
                <a:lnTo>
                  <a:pt x="856" y="511"/>
                </a:lnTo>
                <a:lnTo>
                  <a:pt x="863" y="503"/>
                </a:lnTo>
                <a:lnTo>
                  <a:pt x="870" y="494"/>
                </a:lnTo>
                <a:lnTo>
                  <a:pt x="877" y="484"/>
                </a:lnTo>
                <a:lnTo>
                  <a:pt x="883" y="474"/>
                </a:lnTo>
                <a:lnTo>
                  <a:pt x="889" y="465"/>
                </a:lnTo>
                <a:lnTo>
                  <a:pt x="895" y="455"/>
                </a:lnTo>
                <a:lnTo>
                  <a:pt x="900" y="445"/>
                </a:lnTo>
                <a:lnTo>
                  <a:pt x="905" y="435"/>
                </a:lnTo>
                <a:lnTo>
                  <a:pt x="909" y="426"/>
                </a:lnTo>
                <a:lnTo>
                  <a:pt x="913" y="416"/>
                </a:lnTo>
                <a:lnTo>
                  <a:pt x="916" y="405"/>
                </a:lnTo>
                <a:lnTo>
                  <a:pt x="919" y="395"/>
                </a:lnTo>
                <a:lnTo>
                  <a:pt x="922" y="385"/>
                </a:lnTo>
                <a:lnTo>
                  <a:pt x="924" y="375"/>
                </a:lnTo>
                <a:lnTo>
                  <a:pt x="925" y="364"/>
                </a:lnTo>
                <a:lnTo>
                  <a:pt x="926" y="354"/>
                </a:lnTo>
                <a:lnTo>
                  <a:pt x="927" y="344"/>
                </a:lnTo>
                <a:lnTo>
                  <a:pt x="927" y="333"/>
                </a:lnTo>
                <a:moveTo>
                  <a:pt x="931" y="333"/>
                </a:moveTo>
                <a:lnTo>
                  <a:pt x="931" y="344"/>
                </a:lnTo>
                <a:lnTo>
                  <a:pt x="930" y="354"/>
                </a:lnTo>
                <a:lnTo>
                  <a:pt x="929" y="365"/>
                </a:lnTo>
                <a:lnTo>
                  <a:pt x="928" y="375"/>
                </a:lnTo>
                <a:lnTo>
                  <a:pt x="926" y="385"/>
                </a:lnTo>
                <a:lnTo>
                  <a:pt x="923" y="396"/>
                </a:lnTo>
                <a:lnTo>
                  <a:pt x="920" y="406"/>
                </a:lnTo>
                <a:lnTo>
                  <a:pt x="917" y="416"/>
                </a:lnTo>
                <a:lnTo>
                  <a:pt x="913" y="426"/>
                </a:lnTo>
                <a:lnTo>
                  <a:pt x="909" y="436"/>
                </a:lnTo>
                <a:lnTo>
                  <a:pt x="904" y="446"/>
                </a:lnTo>
                <a:lnTo>
                  <a:pt x="899" y="456"/>
                </a:lnTo>
                <a:lnTo>
                  <a:pt x="893" y="466"/>
                </a:lnTo>
                <a:lnTo>
                  <a:pt x="887" y="475"/>
                </a:lnTo>
                <a:lnTo>
                  <a:pt x="881" y="486"/>
                </a:lnTo>
                <a:lnTo>
                  <a:pt x="874" y="495"/>
                </a:lnTo>
                <a:lnTo>
                  <a:pt x="866" y="504"/>
                </a:lnTo>
                <a:lnTo>
                  <a:pt x="859" y="513"/>
                </a:lnTo>
                <a:lnTo>
                  <a:pt x="850" y="522"/>
                </a:lnTo>
                <a:lnTo>
                  <a:pt x="841" y="530"/>
                </a:lnTo>
                <a:lnTo>
                  <a:pt x="833" y="539"/>
                </a:lnTo>
                <a:lnTo>
                  <a:pt x="823" y="547"/>
                </a:lnTo>
                <a:lnTo>
                  <a:pt x="814" y="555"/>
                </a:lnTo>
                <a:lnTo>
                  <a:pt x="804" y="563"/>
                </a:lnTo>
                <a:lnTo>
                  <a:pt x="794" y="570"/>
                </a:lnTo>
                <a:lnTo>
                  <a:pt x="783" y="577"/>
                </a:lnTo>
                <a:lnTo>
                  <a:pt x="773" y="584"/>
                </a:lnTo>
                <a:lnTo>
                  <a:pt x="762" y="591"/>
                </a:lnTo>
                <a:lnTo>
                  <a:pt x="750" y="598"/>
                </a:lnTo>
                <a:lnTo>
                  <a:pt x="738" y="604"/>
                </a:lnTo>
                <a:lnTo>
                  <a:pt x="727" y="610"/>
                </a:lnTo>
                <a:lnTo>
                  <a:pt x="714" y="616"/>
                </a:lnTo>
                <a:lnTo>
                  <a:pt x="702" y="621"/>
                </a:lnTo>
                <a:lnTo>
                  <a:pt x="689" y="626"/>
                </a:lnTo>
                <a:lnTo>
                  <a:pt x="676" y="631"/>
                </a:lnTo>
                <a:lnTo>
                  <a:pt x="663" y="636"/>
                </a:lnTo>
                <a:lnTo>
                  <a:pt x="650" y="640"/>
                </a:lnTo>
                <a:lnTo>
                  <a:pt x="636" y="644"/>
                </a:lnTo>
                <a:lnTo>
                  <a:pt x="623" y="648"/>
                </a:lnTo>
                <a:lnTo>
                  <a:pt x="609" y="651"/>
                </a:lnTo>
                <a:lnTo>
                  <a:pt x="595" y="654"/>
                </a:lnTo>
                <a:lnTo>
                  <a:pt x="581" y="657"/>
                </a:lnTo>
                <a:lnTo>
                  <a:pt x="566" y="660"/>
                </a:lnTo>
                <a:lnTo>
                  <a:pt x="552" y="662"/>
                </a:lnTo>
                <a:lnTo>
                  <a:pt x="538" y="664"/>
                </a:lnTo>
                <a:lnTo>
                  <a:pt x="523" y="665"/>
                </a:lnTo>
                <a:lnTo>
                  <a:pt x="509" y="666"/>
                </a:lnTo>
                <a:lnTo>
                  <a:pt x="494" y="667"/>
                </a:lnTo>
                <a:lnTo>
                  <a:pt x="480" y="668"/>
                </a:lnTo>
                <a:lnTo>
                  <a:pt x="465" y="668"/>
                </a:lnTo>
                <a:lnTo>
                  <a:pt x="450" y="668"/>
                </a:lnTo>
                <a:lnTo>
                  <a:pt x="436" y="667"/>
                </a:lnTo>
                <a:lnTo>
                  <a:pt x="421" y="666"/>
                </a:lnTo>
                <a:lnTo>
                  <a:pt x="407" y="665"/>
                </a:lnTo>
                <a:lnTo>
                  <a:pt x="392" y="664"/>
                </a:lnTo>
                <a:lnTo>
                  <a:pt x="378" y="662"/>
                </a:lnTo>
                <a:lnTo>
                  <a:pt x="363" y="660"/>
                </a:lnTo>
                <a:lnTo>
                  <a:pt x="349" y="657"/>
                </a:lnTo>
                <a:lnTo>
                  <a:pt x="335" y="654"/>
                </a:lnTo>
                <a:lnTo>
                  <a:pt x="321" y="651"/>
                </a:lnTo>
                <a:lnTo>
                  <a:pt x="307" y="648"/>
                </a:lnTo>
                <a:lnTo>
                  <a:pt x="294" y="644"/>
                </a:lnTo>
                <a:lnTo>
                  <a:pt x="280" y="640"/>
                </a:lnTo>
                <a:lnTo>
                  <a:pt x="267" y="636"/>
                </a:lnTo>
                <a:lnTo>
                  <a:pt x="254" y="631"/>
                </a:lnTo>
                <a:lnTo>
                  <a:pt x="241" y="626"/>
                </a:lnTo>
                <a:lnTo>
                  <a:pt x="228" y="621"/>
                </a:lnTo>
                <a:lnTo>
                  <a:pt x="216" y="616"/>
                </a:lnTo>
                <a:lnTo>
                  <a:pt x="203" y="610"/>
                </a:lnTo>
                <a:lnTo>
                  <a:pt x="191" y="604"/>
                </a:lnTo>
                <a:lnTo>
                  <a:pt x="180" y="598"/>
                </a:lnTo>
                <a:lnTo>
                  <a:pt x="168" y="591"/>
                </a:lnTo>
                <a:lnTo>
                  <a:pt x="157" y="584"/>
                </a:lnTo>
                <a:lnTo>
                  <a:pt x="146" y="577"/>
                </a:lnTo>
                <a:lnTo>
                  <a:pt x="136" y="570"/>
                </a:lnTo>
                <a:lnTo>
                  <a:pt x="126" y="563"/>
                </a:lnTo>
                <a:lnTo>
                  <a:pt x="116" y="555"/>
                </a:lnTo>
                <a:lnTo>
                  <a:pt x="106" y="547"/>
                </a:lnTo>
                <a:lnTo>
                  <a:pt x="97" y="539"/>
                </a:lnTo>
                <a:lnTo>
                  <a:pt x="88" y="530"/>
                </a:lnTo>
                <a:lnTo>
                  <a:pt x="80" y="522"/>
                </a:lnTo>
                <a:lnTo>
                  <a:pt x="72" y="513"/>
                </a:lnTo>
                <a:lnTo>
                  <a:pt x="64" y="504"/>
                </a:lnTo>
                <a:lnTo>
                  <a:pt x="57" y="495"/>
                </a:lnTo>
                <a:lnTo>
                  <a:pt x="50" y="486"/>
                </a:lnTo>
                <a:lnTo>
                  <a:pt x="44" y="475"/>
                </a:lnTo>
                <a:lnTo>
                  <a:pt x="38" y="466"/>
                </a:lnTo>
                <a:lnTo>
                  <a:pt x="32" y="456"/>
                </a:lnTo>
                <a:lnTo>
                  <a:pt x="27" y="446"/>
                </a:lnTo>
                <a:lnTo>
                  <a:pt x="22" y="436"/>
                </a:lnTo>
                <a:lnTo>
                  <a:pt x="18" y="426"/>
                </a:lnTo>
                <a:lnTo>
                  <a:pt x="14" y="416"/>
                </a:lnTo>
                <a:lnTo>
                  <a:pt x="11" y="406"/>
                </a:lnTo>
                <a:lnTo>
                  <a:pt x="8" y="396"/>
                </a:lnTo>
                <a:lnTo>
                  <a:pt x="5" y="385"/>
                </a:lnTo>
                <a:lnTo>
                  <a:pt x="3" y="375"/>
                </a:lnTo>
                <a:lnTo>
                  <a:pt x="2" y="365"/>
                </a:lnTo>
                <a:lnTo>
                  <a:pt x="1" y="354"/>
                </a:lnTo>
                <a:lnTo>
                  <a:pt x="0" y="344"/>
                </a:lnTo>
                <a:lnTo>
                  <a:pt x="0" y="333"/>
                </a:lnTo>
                <a:lnTo>
                  <a:pt x="0" y="323"/>
                </a:lnTo>
                <a:lnTo>
                  <a:pt x="1" y="312"/>
                </a:lnTo>
                <a:lnTo>
                  <a:pt x="2" y="302"/>
                </a:lnTo>
                <a:lnTo>
                  <a:pt x="3" y="292"/>
                </a:lnTo>
                <a:lnTo>
                  <a:pt x="5" y="281"/>
                </a:lnTo>
                <a:lnTo>
                  <a:pt x="8" y="271"/>
                </a:lnTo>
                <a:lnTo>
                  <a:pt x="11" y="261"/>
                </a:lnTo>
                <a:lnTo>
                  <a:pt x="14" y="250"/>
                </a:lnTo>
                <a:lnTo>
                  <a:pt x="18" y="240"/>
                </a:lnTo>
                <a:lnTo>
                  <a:pt x="22" y="230"/>
                </a:lnTo>
                <a:lnTo>
                  <a:pt x="27" y="220"/>
                </a:lnTo>
                <a:lnTo>
                  <a:pt x="32" y="211"/>
                </a:lnTo>
                <a:lnTo>
                  <a:pt x="38" y="201"/>
                </a:lnTo>
                <a:lnTo>
                  <a:pt x="44" y="191"/>
                </a:lnTo>
                <a:lnTo>
                  <a:pt x="50" y="182"/>
                </a:lnTo>
                <a:lnTo>
                  <a:pt x="57" y="173"/>
                </a:lnTo>
                <a:lnTo>
                  <a:pt x="64" y="164"/>
                </a:lnTo>
                <a:lnTo>
                  <a:pt x="72" y="155"/>
                </a:lnTo>
                <a:lnTo>
                  <a:pt x="80" y="146"/>
                </a:lnTo>
                <a:lnTo>
                  <a:pt x="88" y="137"/>
                </a:lnTo>
                <a:lnTo>
                  <a:pt x="97" y="129"/>
                </a:lnTo>
                <a:lnTo>
                  <a:pt x="106" y="121"/>
                </a:lnTo>
                <a:lnTo>
                  <a:pt x="116" y="113"/>
                </a:lnTo>
                <a:lnTo>
                  <a:pt x="126" y="105"/>
                </a:lnTo>
                <a:lnTo>
                  <a:pt x="136" y="98"/>
                </a:lnTo>
                <a:lnTo>
                  <a:pt x="146" y="90"/>
                </a:lnTo>
                <a:lnTo>
                  <a:pt x="157" y="83"/>
                </a:lnTo>
                <a:lnTo>
                  <a:pt x="168" y="76"/>
                </a:lnTo>
                <a:lnTo>
                  <a:pt x="180" y="70"/>
                </a:lnTo>
                <a:lnTo>
                  <a:pt x="191" y="64"/>
                </a:lnTo>
                <a:lnTo>
                  <a:pt x="203" y="58"/>
                </a:lnTo>
                <a:lnTo>
                  <a:pt x="216" y="52"/>
                </a:lnTo>
                <a:lnTo>
                  <a:pt x="228" y="46"/>
                </a:lnTo>
                <a:lnTo>
                  <a:pt x="241" y="41"/>
                </a:lnTo>
                <a:lnTo>
                  <a:pt x="254" y="36"/>
                </a:lnTo>
                <a:lnTo>
                  <a:pt x="267" y="32"/>
                </a:lnTo>
                <a:lnTo>
                  <a:pt x="280" y="27"/>
                </a:lnTo>
                <a:lnTo>
                  <a:pt x="294" y="23"/>
                </a:lnTo>
                <a:lnTo>
                  <a:pt x="307" y="20"/>
                </a:lnTo>
                <a:lnTo>
                  <a:pt x="321" y="16"/>
                </a:lnTo>
                <a:lnTo>
                  <a:pt x="335" y="13"/>
                </a:lnTo>
                <a:lnTo>
                  <a:pt x="349" y="10"/>
                </a:lnTo>
                <a:lnTo>
                  <a:pt x="363" y="8"/>
                </a:lnTo>
                <a:lnTo>
                  <a:pt x="378" y="6"/>
                </a:lnTo>
                <a:lnTo>
                  <a:pt x="392" y="4"/>
                </a:lnTo>
                <a:lnTo>
                  <a:pt x="407" y="3"/>
                </a:lnTo>
                <a:lnTo>
                  <a:pt x="421" y="1"/>
                </a:lnTo>
                <a:lnTo>
                  <a:pt x="436" y="1"/>
                </a:lnTo>
                <a:lnTo>
                  <a:pt x="450" y="0"/>
                </a:lnTo>
                <a:lnTo>
                  <a:pt x="465" y="0"/>
                </a:lnTo>
                <a:lnTo>
                  <a:pt x="480" y="0"/>
                </a:lnTo>
                <a:lnTo>
                  <a:pt x="494" y="1"/>
                </a:lnTo>
                <a:lnTo>
                  <a:pt x="509" y="1"/>
                </a:lnTo>
                <a:lnTo>
                  <a:pt x="523" y="3"/>
                </a:lnTo>
                <a:lnTo>
                  <a:pt x="538" y="4"/>
                </a:lnTo>
                <a:lnTo>
                  <a:pt x="552" y="6"/>
                </a:lnTo>
                <a:lnTo>
                  <a:pt x="566" y="8"/>
                </a:lnTo>
                <a:lnTo>
                  <a:pt x="581" y="10"/>
                </a:lnTo>
                <a:lnTo>
                  <a:pt x="595" y="13"/>
                </a:lnTo>
                <a:lnTo>
                  <a:pt x="609" y="16"/>
                </a:lnTo>
                <a:lnTo>
                  <a:pt x="623" y="20"/>
                </a:lnTo>
                <a:lnTo>
                  <a:pt x="636" y="23"/>
                </a:lnTo>
                <a:lnTo>
                  <a:pt x="650" y="27"/>
                </a:lnTo>
                <a:lnTo>
                  <a:pt x="663" y="32"/>
                </a:lnTo>
                <a:lnTo>
                  <a:pt x="676" y="36"/>
                </a:lnTo>
                <a:lnTo>
                  <a:pt x="689" y="41"/>
                </a:lnTo>
                <a:lnTo>
                  <a:pt x="702" y="46"/>
                </a:lnTo>
                <a:lnTo>
                  <a:pt x="714" y="52"/>
                </a:lnTo>
                <a:lnTo>
                  <a:pt x="727" y="58"/>
                </a:lnTo>
                <a:lnTo>
                  <a:pt x="738" y="64"/>
                </a:lnTo>
                <a:lnTo>
                  <a:pt x="750" y="70"/>
                </a:lnTo>
                <a:lnTo>
                  <a:pt x="762" y="76"/>
                </a:lnTo>
                <a:lnTo>
                  <a:pt x="773" y="83"/>
                </a:lnTo>
                <a:lnTo>
                  <a:pt x="783" y="90"/>
                </a:lnTo>
                <a:lnTo>
                  <a:pt x="794" y="98"/>
                </a:lnTo>
                <a:lnTo>
                  <a:pt x="804" y="105"/>
                </a:lnTo>
                <a:lnTo>
                  <a:pt x="814" y="113"/>
                </a:lnTo>
                <a:lnTo>
                  <a:pt x="823" y="121"/>
                </a:lnTo>
                <a:lnTo>
                  <a:pt x="833" y="129"/>
                </a:lnTo>
                <a:lnTo>
                  <a:pt x="841" y="137"/>
                </a:lnTo>
                <a:lnTo>
                  <a:pt x="850" y="146"/>
                </a:lnTo>
                <a:lnTo>
                  <a:pt x="859" y="155"/>
                </a:lnTo>
                <a:lnTo>
                  <a:pt x="866" y="164"/>
                </a:lnTo>
                <a:lnTo>
                  <a:pt x="874" y="173"/>
                </a:lnTo>
                <a:lnTo>
                  <a:pt x="881" y="182"/>
                </a:lnTo>
                <a:lnTo>
                  <a:pt x="887" y="191"/>
                </a:lnTo>
                <a:lnTo>
                  <a:pt x="893" y="201"/>
                </a:lnTo>
                <a:lnTo>
                  <a:pt x="899" y="211"/>
                </a:lnTo>
                <a:lnTo>
                  <a:pt x="904" y="220"/>
                </a:lnTo>
                <a:lnTo>
                  <a:pt x="909" y="230"/>
                </a:lnTo>
                <a:lnTo>
                  <a:pt x="913" y="240"/>
                </a:lnTo>
                <a:lnTo>
                  <a:pt x="917" y="250"/>
                </a:lnTo>
                <a:lnTo>
                  <a:pt x="920" y="261"/>
                </a:lnTo>
                <a:lnTo>
                  <a:pt x="923" y="271"/>
                </a:lnTo>
                <a:lnTo>
                  <a:pt x="926" y="281"/>
                </a:lnTo>
                <a:lnTo>
                  <a:pt x="928" y="292"/>
                </a:lnTo>
                <a:lnTo>
                  <a:pt x="929" y="302"/>
                </a:lnTo>
                <a:lnTo>
                  <a:pt x="930" y="312"/>
                </a:lnTo>
                <a:lnTo>
                  <a:pt x="931" y="323"/>
                </a:lnTo>
                <a:lnTo>
                  <a:pt x="931" y="333"/>
                </a:lnTo>
                <a:close/>
              </a:path>
            </a:pathLst>
          </a:custGeom>
          <a:solidFill>
            <a:srgbClr val="ffd9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8" name=""/>
          <p:cNvSpPr/>
          <p:nvPr/>
        </p:nvSpPr>
        <p:spPr>
          <a:xfrm>
            <a:off x="7893720" y="2823120"/>
            <a:ext cx="338040" cy="242280"/>
          </a:xfrm>
          <a:custGeom>
            <a:avLst/>
            <a:gdLst/>
            <a:ahLst/>
            <a:rect l="0" t="0" r="r" b="b"/>
            <a:pathLst>
              <a:path w="939" h="673">
                <a:moveTo>
                  <a:pt x="935" y="336"/>
                </a:moveTo>
                <a:lnTo>
                  <a:pt x="935" y="326"/>
                </a:lnTo>
                <a:lnTo>
                  <a:pt x="934" y="315"/>
                </a:lnTo>
                <a:lnTo>
                  <a:pt x="933" y="305"/>
                </a:lnTo>
                <a:lnTo>
                  <a:pt x="932" y="295"/>
                </a:lnTo>
                <a:lnTo>
                  <a:pt x="930" y="284"/>
                </a:lnTo>
                <a:lnTo>
                  <a:pt x="927" y="274"/>
                </a:lnTo>
                <a:lnTo>
                  <a:pt x="924" y="264"/>
                </a:lnTo>
                <a:lnTo>
                  <a:pt x="921" y="253"/>
                </a:lnTo>
                <a:lnTo>
                  <a:pt x="917" y="243"/>
                </a:lnTo>
                <a:lnTo>
                  <a:pt x="913" y="233"/>
                </a:lnTo>
                <a:lnTo>
                  <a:pt x="908" y="223"/>
                </a:lnTo>
                <a:lnTo>
                  <a:pt x="903" y="214"/>
                </a:lnTo>
                <a:lnTo>
                  <a:pt x="897" y="204"/>
                </a:lnTo>
                <a:lnTo>
                  <a:pt x="891" y="194"/>
                </a:lnTo>
                <a:lnTo>
                  <a:pt x="885" y="185"/>
                </a:lnTo>
                <a:lnTo>
                  <a:pt x="878" y="176"/>
                </a:lnTo>
                <a:lnTo>
                  <a:pt x="870" y="167"/>
                </a:lnTo>
                <a:lnTo>
                  <a:pt x="863" y="158"/>
                </a:lnTo>
                <a:lnTo>
                  <a:pt x="855" y="149"/>
                </a:lnTo>
                <a:lnTo>
                  <a:pt x="846" y="140"/>
                </a:lnTo>
                <a:lnTo>
                  <a:pt x="838" y="132"/>
                </a:lnTo>
                <a:lnTo>
                  <a:pt x="828" y="124"/>
                </a:lnTo>
                <a:lnTo>
                  <a:pt x="819" y="116"/>
                </a:lnTo>
                <a:lnTo>
                  <a:pt x="809" y="108"/>
                </a:lnTo>
                <a:lnTo>
                  <a:pt x="799" y="101"/>
                </a:lnTo>
                <a:lnTo>
                  <a:pt x="788" y="93"/>
                </a:lnTo>
                <a:lnTo>
                  <a:pt x="778" y="86"/>
                </a:lnTo>
                <a:lnTo>
                  <a:pt x="767" y="79"/>
                </a:lnTo>
                <a:lnTo>
                  <a:pt x="755" y="73"/>
                </a:lnTo>
                <a:lnTo>
                  <a:pt x="743" y="67"/>
                </a:lnTo>
                <a:lnTo>
                  <a:pt x="732" y="61"/>
                </a:lnTo>
                <a:lnTo>
                  <a:pt x="719" y="55"/>
                </a:lnTo>
                <a:lnTo>
                  <a:pt x="707" y="49"/>
                </a:lnTo>
                <a:lnTo>
                  <a:pt x="694" y="44"/>
                </a:lnTo>
                <a:lnTo>
                  <a:pt x="681" y="39"/>
                </a:lnTo>
                <a:lnTo>
                  <a:pt x="668" y="35"/>
                </a:lnTo>
                <a:lnTo>
                  <a:pt x="655" y="30"/>
                </a:lnTo>
                <a:lnTo>
                  <a:pt x="641" y="26"/>
                </a:lnTo>
                <a:lnTo>
                  <a:pt x="628" y="23"/>
                </a:lnTo>
                <a:lnTo>
                  <a:pt x="614" y="19"/>
                </a:lnTo>
                <a:lnTo>
                  <a:pt x="600" y="16"/>
                </a:lnTo>
                <a:lnTo>
                  <a:pt x="586" y="13"/>
                </a:lnTo>
                <a:lnTo>
                  <a:pt x="571" y="11"/>
                </a:lnTo>
                <a:lnTo>
                  <a:pt x="557" y="9"/>
                </a:lnTo>
                <a:lnTo>
                  <a:pt x="543" y="7"/>
                </a:lnTo>
                <a:lnTo>
                  <a:pt x="528" y="6"/>
                </a:lnTo>
                <a:lnTo>
                  <a:pt x="514" y="4"/>
                </a:lnTo>
                <a:lnTo>
                  <a:pt x="499" y="4"/>
                </a:lnTo>
                <a:lnTo>
                  <a:pt x="485" y="3"/>
                </a:lnTo>
                <a:lnTo>
                  <a:pt x="470" y="3"/>
                </a:lnTo>
                <a:lnTo>
                  <a:pt x="455" y="3"/>
                </a:lnTo>
                <a:lnTo>
                  <a:pt x="441" y="4"/>
                </a:lnTo>
                <a:lnTo>
                  <a:pt x="426" y="4"/>
                </a:lnTo>
                <a:lnTo>
                  <a:pt x="412" y="6"/>
                </a:lnTo>
                <a:lnTo>
                  <a:pt x="397" y="7"/>
                </a:lnTo>
                <a:lnTo>
                  <a:pt x="383" y="9"/>
                </a:lnTo>
                <a:lnTo>
                  <a:pt x="368" y="11"/>
                </a:lnTo>
                <a:lnTo>
                  <a:pt x="354" y="13"/>
                </a:lnTo>
                <a:lnTo>
                  <a:pt x="340" y="16"/>
                </a:lnTo>
                <a:lnTo>
                  <a:pt x="326" y="19"/>
                </a:lnTo>
                <a:lnTo>
                  <a:pt x="312" y="23"/>
                </a:lnTo>
                <a:lnTo>
                  <a:pt x="299" y="26"/>
                </a:lnTo>
                <a:lnTo>
                  <a:pt x="285" y="30"/>
                </a:lnTo>
                <a:lnTo>
                  <a:pt x="272" y="35"/>
                </a:lnTo>
                <a:lnTo>
                  <a:pt x="259" y="39"/>
                </a:lnTo>
                <a:lnTo>
                  <a:pt x="246" y="44"/>
                </a:lnTo>
                <a:lnTo>
                  <a:pt x="233" y="49"/>
                </a:lnTo>
                <a:lnTo>
                  <a:pt x="221" y="55"/>
                </a:lnTo>
                <a:lnTo>
                  <a:pt x="208" y="61"/>
                </a:lnTo>
                <a:lnTo>
                  <a:pt x="196" y="67"/>
                </a:lnTo>
                <a:lnTo>
                  <a:pt x="185" y="73"/>
                </a:lnTo>
                <a:lnTo>
                  <a:pt x="173" y="79"/>
                </a:lnTo>
                <a:lnTo>
                  <a:pt x="162" y="86"/>
                </a:lnTo>
                <a:lnTo>
                  <a:pt x="151" y="93"/>
                </a:lnTo>
                <a:lnTo>
                  <a:pt x="141" y="101"/>
                </a:lnTo>
                <a:lnTo>
                  <a:pt x="131" y="108"/>
                </a:lnTo>
                <a:lnTo>
                  <a:pt x="121" y="116"/>
                </a:lnTo>
                <a:lnTo>
                  <a:pt x="110" y="124"/>
                </a:lnTo>
                <a:lnTo>
                  <a:pt x="101" y="132"/>
                </a:lnTo>
                <a:lnTo>
                  <a:pt x="92" y="140"/>
                </a:lnTo>
                <a:lnTo>
                  <a:pt x="84" y="149"/>
                </a:lnTo>
                <a:lnTo>
                  <a:pt x="76" y="158"/>
                </a:lnTo>
                <a:lnTo>
                  <a:pt x="68" y="167"/>
                </a:lnTo>
                <a:lnTo>
                  <a:pt x="61" y="176"/>
                </a:lnTo>
                <a:lnTo>
                  <a:pt x="54" y="185"/>
                </a:lnTo>
                <a:lnTo>
                  <a:pt x="48" y="194"/>
                </a:lnTo>
                <a:lnTo>
                  <a:pt x="42" y="204"/>
                </a:lnTo>
                <a:lnTo>
                  <a:pt x="36" y="214"/>
                </a:lnTo>
                <a:lnTo>
                  <a:pt x="31" y="223"/>
                </a:lnTo>
                <a:lnTo>
                  <a:pt x="26" y="233"/>
                </a:lnTo>
                <a:lnTo>
                  <a:pt x="22" y="243"/>
                </a:lnTo>
                <a:lnTo>
                  <a:pt x="18" y="253"/>
                </a:lnTo>
                <a:lnTo>
                  <a:pt x="15" y="264"/>
                </a:lnTo>
                <a:lnTo>
                  <a:pt x="12" y="274"/>
                </a:lnTo>
                <a:lnTo>
                  <a:pt x="9" y="284"/>
                </a:lnTo>
                <a:lnTo>
                  <a:pt x="7" y="295"/>
                </a:lnTo>
                <a:lnTo>
                  <a:pt x="6" y="305"/>
                </a:lnTo>
                <a:lnTo>
                  <a:pt x="5" y="315"/>
                </a:lnTo>
                <a:lnTo>
                  <a:pt x="4" y="326"/>
                </a:lnTo>
                <a:lnTo>
                  <a:pt x="4" y="336"/>
                </a:lnTo>
                <a:lnTo>
                  <a:pt x="4" y="347"/>
                </a:lnTo>
                <a:lnTo>
                  <a:pt x="5" y="357"/>
                </a:lnTo>
                <a:lnTo>
                  <a:pt x="6" y="368"/>
                </a:lnTo>
                <a:lnTo>
                  <a:pt x="7" y="378"/>
                </a:lnTo>
                <a:lnTo>
                  <a:pt x="9" y="388"/>
                </a:lnTo>
                <a:lnTo>
                  <a:pt x="12" y="399"/>
                </a:lnTo>
                <a:lnTo>
                  <a:pt x="15" y="409"/>
                </a:lnTo>
                <a:lnTo>
                  <a:pt x="18" y="419"/>
                </a:lnTo>
                <a:lnTo>
                  <a:pt x="22" y="429"/>
                </a:lnTo>
                <a:lnTo>
                  <a:pt x="26" y="439"/>
                </a:lnTo>
                <a:lnTo>
                  <a:pt x="31" y="449"/>
                </a:lnTo>
                <a:lnTo>
                  <a:pt x="36" y="459"/>
                </a:lnTo>
                <a:lnTo>
                  <a:pt x="42" y="469"/>
                </a:lnTo>
                <a:lnTo>
                  <a:pt x="48" y="478"/>
                </a:lnTo>
                <a:lnTo>
                  <a:pt x="54" y="488"/>
                </a:lnTo>
                <a:lnTo>
                  <a:pt x="61" y="497"/>
                </a:lnTo>
                <a:lnTo>
                  <a:pt x="68" y="506"/>
                </a:lnTo>
                <a:lnTo>
                  <a:pt x="76" y="515"/>
                </a:lnTo>
                <a:lnTo>
                  <a:pt x="84" y="524"/>
                </a:lnTo>
                <a:lnTo>
                  <a:pt x="92" y="532"/>
                </a:lnTo>
                <a:lnTo>
                  <a:pt x="101" y="541"/>
                </a:lnTo>
                <a:lnTo>
                  <a:pt x="110" y="549"/>
                </a:lnTo>
                <a:lnTo>
                  <a:pt x="121" y="557"/>
                </a:lnTo>
                <a:lnTo>
                  <a:pt x="131" y="566"/>
                </a:lnTo>
                <a:lnTo>
                  <a:pt x="141" y="573"/>
                </a:lnTo>
                <a:lnTo>
                  <a:pt x="151" y="580"/>
                </a:lnTo>
                <a:lnTo>
                  <a:pt x="162" y="587"/>
                </a:lnTo>
                <a:lnTo>
                  <a:pt x="173" y="594"/>
                </a:lnTo>
                <a:lnTo>
                  <a:pt x="185" y="601"/>
                </a:lnTo>
                <a:lnTo>
                  <a:pt x="196" y="607"/>
                </a:lnTo>
                <a:lnTo>
                  <a:pt x="208" y="613"/>
                </a:lnTo>
                <a:lnTo>
                  <a:pt x="221" y="619"/>
                </a:lnTo>
                <a:lnTo>
                  <a:pt x="233" y="624"/>
                </a:lnTo>
                <a:lnTo>
                  <a:pt x="246" y="629"/>
                </a:lnTo>
                <a:lnTo>
                  <a:pt x="259" y="634"/>
                </a:lnTo>
                <a:lnTo>
                  <a:pt x="272" y="639"/>
                </a:lnTo>
                <a:lnTo>
                  <a:pt x="285" y="643"/>
                </a:lnTo>
                <a:lnTo>
                  <a:pt x="299" y="647"/>
                </a:lnTo>
                <a:lnTo>
                  <a:pt x="312" y="651"/>
                </a:lnTo>
                <a:lnTo>
                  <a:pt x="326" y="654"/>
                </a:lnTo>
                <a:lnTo>
                  <a:pt x="340" y="657"/>
                </a:lnTo>
                <a:lnTo>
                  <a:pt x="354" y="660"/>
                </a:lnTo>
                <a:lnTo>
                  <a:pt x="368" y="663"/>
                </a:lnTo>
                <a:lnTo>
                  <a:pt x="383" y="665"/>
                </a:lnTo>
                <a:lnTo>
                  <a:pt x="397" y="667"/>
                </a:lnTo>
                <a:lnTo>
                  <a:pt x="412" y="668"/>
                </a:lnTo>
                <a:lnTo>
                  <a:pt x="426" y="669"/>
                </a:lnTo>
                <a:lnTo>
                  <a:pt x="441" y="670"/>
                </a:lnTo>
                <a:lnTo>
                  <a:pt x="455" y="671"/>
                </a:lnTo>
                <a:lnTo>
                  <a:pt x="470" y="671"/>
                </a:lnTo>
                <a:lnTo>
                  <a:pt x="485" y="671"/>
                </a:lnTo>
                <a:lnTo>
                  <a:pt x="499" y="670"/>
                </a:lnTo>
                <a:lnTo>
                  <a:pt x="514" y="669"/>
                </a:lnTo>
                <a:lnTo>
                  <a:pt x="528" y="668"/>
                </a:lnTo>
                <a:lnTo>
                  <a:pt x="543" y="667"/>
                </a:lnTo>
                <a:lnTo>
                  <a:pt x="557" y="665"/>
                </a:lnTo>
                <a:lnTo>
                  <a:pt x="571" y="663"/>
                </a:lnTo>
                <a:lnTo>
                  <a:pt x="586" y="660"/>
                </a:lnTo>
                <a:lnTo>
                  <a:pt x="600" y="657"/>
                </a:lnTo>
                <a:lnTo>
                  <a:pt x="614" y="654"/>
                </a:lnTo>
                <a:lnTo>
                  <a:pt x="628" y="651"/>
                </a:lnTo>
                <a:lnTo>
                  <a:pt x="641" y="647"/>
                </a:lnTo>
                <a:lnTo>
                  <a:pt x="655" y="643"/>
                </a:lnTo>
                <a:lnTo>
                  <a:pt x="668" y="639"/>
                </a:lnTo>
                <a:lnTo>
                  <a:pt x="681" y="634"/>
                </a:lnTo>
                <a:lnTo>
                  <a:pt x="694" y="629"/>
                </a:lnTo>
                <a:lnTo>
                  <a:pt x="707" y="624"/>
                </a:lnTo>
                <a:lnTo>
                  <a:pt x="719" y="619"/>
                </a:lnTo>
                <a:lnTo>
                  <a:pt x="732" y="613"/>
                </a:lnTo>
                <a:lnTo>
                  <a:pt x="743" y="607"/>
                </a:lnTo>
                <a:lnTo>
                  <a:pt x="755" y="601"/>
                </a:lnTo>
                <a:lnTo>
                  <a:pt x="767" y="594"/>
                </a:lnTo>
                <a:lnTo>
                  <a:pt x="778" y="587"/>
                </a:lnTo>
                <a:lnTo>
                  <a:pt x="788" y="580"/>
                </a:lnTo>
                <a:lnTo>
                  <a:pt x="799" y="573"/>
                </a:lnTo>
                <a:lnTo>
                  <a:pt x="809" y="566"/>
                </a:lnTo>
                <a:lnTo>
                  <a:pt x="819" y="557"/>
                </a:lnTo>
                <a:lnTo>
                  <a:pt x="828" y="549"/>
                </a:lnTo>
                <a:lnTo>
                  <a:pt x="838" y="541"/>
                </a:lnTo>
                <a:lnTo>
                  <a:pt x="846" y="532"/>
                </a:lnTo>
                <a:lnTo>
                  <a:pt x="855" y="524"/>
                </a:lnTo>
                <a:lnTo>
                  <a:pt x="863" y="515"/>
                </a:lnTo>
                <a:lnTo>
                  <a:pt x="870" y="506"/>
                </a:lnTo>
                <a:lnTo>
                  <a:pt x="878" y="497"/>
                </a:lnTo>
                <a:lnTo>
                  <a:pt x="885" y="488"/>
                </a:lnTo>
                <a:lnTo>
                  <a:pt x="891" y="478"/>
                </a:lnTo>
                <a:lnTo>
                  <a:pt x="897" y="469"/>
                </a:lnTo>
                <a:lnTo>
                  <a:pt x="903" y="459"/>
                </a:lnTo>
                <a:lnTo>
                  <a:pt x="908" y="449"/>
                </a:lnTo>
                <a:lnTo>
                  <a:pt x="913" y="439"/>
                </a:lnTo>
                <a:lnTo>
                  <a:pt x="917" y="429"/>
                </a:lnTo>
                <a:lnTo>
                  <a:pt x="921" y="419"/>
                </a:lnTo>
                <a:lnTo>
                  <a:pt x="924" y="409"/>
                </a:lnTo>
                <a:lnTo>
                  <a:pt x="927" y="399"/>
                </a:lnTo>
                <a:lnTo>
                  <a:pt x="930" y="388"/>
                </a:lnTo>
                <a:lnTo>
                  <a:pt x="932" y="378"/>
                </a:lnTo>
                <a:lnTo>
                  <a:pt x="933" y="368"/>
                </a:lnTo>
                <a:lnTo>
                  <a:pt x="934" y="357"/>
                </a:lnTo>
                <a:lnTo>
                  <a:pt x="935" y="347"/>
                </a:lnTo>
                <a:lnTo>
                  <a:pt x="935" y="336"/>
                </a:lnTo>
                <a:moveTo>
                  <a:pt x="939" y="336"/>
                </a:moveTo>
                <a:lnTo>
                  <a:pt x="939" y="347"/>
                </a:lnTo>
                <a:lnTo>
                  <a:pt x="938" y="357"/>
                </a:lnTo>
                <a:lnTo>
                  <a:pt x="937" y="368"/>
                </a:lnTo>
                <a:lnTo>
                  <a:pt x="935" y="378"/>
                </a:lnTo>
                <a:lnTo>
                  <a:pt x="933" y="389"/>
                </a:lnTo>
                <a:lnTo>
                  <a:pt x="931" y="399"/>
                </a:lnTo>
                <a:lnTo>
                  <a:pt x="928" y="410"/>
                </a:lnTo>
                <a:lnTo>
                  <a:pt x="924" y="420"/>
                </a:lnTo>
                <a:lnTo>
                  <a:pt x="921" y="430"/>
                </a:lnTo>
                <a:lnTo>
                  <a:pt x="916" y="440"/>
                </a:lnTo>
                <a:lnTo>
                  <a:pt x="911" y="450"/>
                </a:lnTo>
                <a:lnTo>
                  <a:pt x="906" y="460"/>
                </a:lnTo>
                <a:lnTo>
                  <a:pt x="901" y="470"/>
                </a:lnTo>
                <a:lnTo>
                  <a:pt x="895" y="479"/>
                </a:lnTo>
                <a:lnTo>
                  <a:pt x="888" y="489"/>
                </a:lnTo>
                <a:lnTo>
                  <a:pt x="881" y="498"/>
                </a:lnTo>
                <a:lnTo>
                  <a:pt x="874" y="507"/>
                </a:lnTo>
                <a:lnTo>
                  <a:pt x="866" y="516"/>
                </a:lnTo>
                <a:lnTo>
                  <a:pt x="858" y="525"/>
                </a:lnTo>
                <a:lnTo>
                  <a:pt x="850" y="534"/>
                </a:lnTo>
                <a:lnTo>
                  <a:pt x="841" y="542"/>
                </a:lnTo>
                <a:lnTo>
                  <a:pt x="831" y="551"/>
                </a:lnTo>
                <a:lnTo>
                  <a:pt x="822" y="560"/>
                </a:lnTo>
                <a:lnTo>
                  <a:pt x="812" y="567"/>
                </a:lnTo>
                <a:lnTo>
                  <a:pt x="802" y="575"/>
                </a:lnTo>
                <a:lnTo>
                  <a:pt x="791" y="582"/>
                </a:lnTo>
                <a:lnTo>
                  <a:pt x="780" y="589"/>
                </a:lnTo>
                <a:lnTo>
                  <a:pt x="769" y="596"/>
                </a:lnTo>
                <a:lnTo>
                  <a:pt x="758" y="603"/>
                </a:lnTo>
                <a:lnTo>
                  <a:pt x="746" y="609"/>
                </a:lnTo>
                <a:lnTo>
                  <a:pt x="734" y="615"/>
                </a:lnTo>
                <a:lnTo>
                  <a:pt x="721" y="621"/>
                </a:lnTo>
                <a:lnTo>
                  <a:pt x="709" y="627"/>
                </a:lnTo>
                <a:lnTo>
                  <a:pt x="696" y="632"/>
                </a:lnTo>
                <a:lnTo>
                  <a:pt x="683" y="637"/>
                </a:lnTo>
                <a:lnTo>
                  <a:pt x="670" y="641"/>
                </a:lnTo>
                <a:lnTo>
                  <a:pt x="656" y="646"/>
                </a:lnTo>
                <a:lnTo>
                  <a:pt x="643" y="650"/>
                </a:lnTo>
                <a:lnTo>
                  <a:pt x="629" y="654"/>
                </a:lnTo>
                <a:lnTo>
                  <a:pt x="615" y="657"/>
                </a:lnTo>
                <a:lnTo>
                  <a:pt x="601" y="660"/>
                </a:lnTo>
                <a:lnTo>
                  <a:pt x="587" y="663"/>
                </a:lnTo>
                <a:lnTo>
                  <a:pt x="572" y="665"/>
                </a:lnTo>
                <a:lnTo>
                  <a:pt x="558" y="667"/>
                </a:lnTo>
                <a:lnTo>
                  <a:pt x="543" y="669"/>
                </a:lnTo>
                <a:lnTo>
                  <a:pt x="529" y="671"/>
                </a:lnTo>
                <a:lnTo>
                  <a:pt x="514" y="672"/>
                </a:lnTo>
                <a:lnTo>
                  <a:pt x="499" y="673"/>
                </a:lnTo>
                <a:lnTo>
                  <a:pt x="485" y="673"/>
                </a:lnTo>
                <a:lnTo>
                  <a:pt x="470" y="673"/>
                </a:lnTo>
                <a:lnTo>
                  <a:pt x="455" y="673"/>
                </a:lnTo>
                <a:lnTo>
                  <a:pt x="440" y="673"/>
                </a:lnTo>
                <a:lnTo>
                  <a:pt x="426" y="672"/>
                </a:lnTo>
                <a:lnTo>
                  <a:pt x="411" y="671"/>
                </a:lnTo>
                <a:lnTo>
                  <a:pt x="397" y="669"/>
                </a:lnTo>
                <a:lnTo>
                  <a:pt x="382" y="667"/>
                </a:lnTo>
                <a:lnTo>
                  <a:pt x="368" y="665"/>
                </a:lnTo>
                <a:lnTo>
                  <a:pt x="353" y="663"/>
                </a:lnTo>
                <a:lnTo>
                  <a:pt x="339" y="660"/>
                </a:lnTo>
                <a:lnTo>
                  <a:pt x="325" y="657"/>
                </a:lnTo>
                <a:lnTo>
                  <a:pt x="311" y="654"/>
                </a:lnTo>
                <a:lnTo>
                  <a:pt x="297" y="650"/>
                </a:lnTo>
                <a:lnTo>
                  <a:pt x="284" y="646"/>
                </a:lnTo>
                <a:lnTo>
                  <a:pt x="270" y="641"/>
                </a:lnTo>
                <a:lnTo>
                  <a:pt x="257" y="637"/>
                </a:lnTo>
                <a:lnTo>
                  <a:pt x="244" y="632"/>
                </a:lnTo>
                <a:lnTo>
                  <a:pt x="231" y="627"/>
                </a:lnTo>
                <a:lnTo>
                  <a:pt x="219" y="621"/>
                </a:lnTo>
                <a:lnTo>
                  <a:pt x="206" y="615"/>
                </a:lnTo>
                <a:lnTo>
                  <a:pt x="194" y="609"/>
                </a:lnTo>
                <a:lnTo>
                  <a:pt x="182" y="603"/>
                </a:lnTo>
                <a:lnTo>
                  <a:pt x="171" y="596"/>
                </a:lnTo>
                <a:lnTo>
                  <a:pt x="160" y="589"/>
                </a:lnTo>
                <a:lnTo>
                  <a:pt x="149" y="582"/>
                </a:lnTo>
                <a:lnTo>
                  <a:pt x="138" y="575"/>
                </a:lnTo>
                <a:lnTo>
                  <a:pt x="128" y="567"/>
                </a:lnTo>
                <a:lnTo>
                  <a:pt x="118" y="560"/>
                </a:lnTo>
                <a:lnTo>
                  <a:pt x="107" y="551"/>
                </a:lnTo>
                <a:lnTo>
                  <a:pt x="98" y="542"/>
                </a:lnTo>
                <a:lnTo>
                  <a:pt x="89" y="534"/>
                </a:lnTo>
                <a:lnTo>
                  <a:pt x="81" y="525"/>
                </a:lnTo>
                <a:lnTo>
                  <a:pt x="73" y="516"/>
                </a:lnTo>
                <a:lnTo>
                  <a:pt x="65" y="507"/>
                </a:lnTo>
                <a:lnTo>
                  <a:pt x="58" y="498"/>
                </a:lnTo>
                <a:lnTo>
                  <a:pt x="51" y="489"/>
                </a:lnTo>
                <a:lnTo>
                  <a:pt x="44" y="479"/>
                </a:lnTo>
                <a:lnTo>
                  <a:pt x="38" y="470"/>
                </a:lnTo>
                <a:lnTo>
                  <a:pt x="33" y="460"/>
                </a:lnTo>
                <a:lnTo>
                  <a:pt x="27" y="450"/>
                </a:lnTo>
                <a:lnTo>
                  <a:pt x="23" y="440"/>
                </a:lnTo>
                <a:lnTo>
                  <a:pt x="18" y="430"/>
                </a:lnTo>
                <a:lnTo>
                  <a:pt x="14" y="420"/>
                </a:lnTo>
                <a:lnTo>
                  <a:pt x="11" y="410"/>
                </a:lnTo>
                <a:lnTo>
                  <a:pt x="8" y="399"/>
                </a:lnTo>
                <a:lnTo>
                  <a:pt x="6" y="389"/>
                </a:lnTo>
                <a:lnTo>
                  <a:pt x="3" y="378"/>
                </a:lnTo>
                <a:lnTo>
                  <a:pt x="2" y="368"/>
                </a:lnTo>
                <a:lnTo>
                  <a:pt x="1" y="357"/>
                </a:lnTo>
                <a:lnTo>
                  <a:pt x="0" y="347"/>
                </a:lnTo>
                <a:lnTo>
                  <a:pt x="0" y="336"/>
                </a:lnTo>
                <a:lnTo>
                  <a:pt x="0" y="326"/>
                </a:lnTo>
                <a:lnTo>
                  <a:pt x="1" y="315"/>
                </a:lnTo>
                <a:lnTo>
                  <a:pt x="2" y="305"/>
                </a:lnTo>
                <a:lnTo>
                  <a:pt x="3" y="294"/>
                </a:lnTo>
                <a:lnTo>
                  <a:pt x="6" y="284"/>
                </a:lnTo>
                <a:lnTo>
                  <a:pt x="8" y="273"/>
                </a:lnTo>
                <a:lnTo>
                  <a:pt x="11" y="263"/>
                </a:lnTo>
                <a:lnTo>
                  <a:pt x="14" y="253"/>
                </a:lnTo>
                <a:lnTo>
                  <a:pt x="18" y="243"/>
                </a:lnTo>
                <a:lnTo>
                  <a:pt x="23" y="232"/>
                </a:lnTo>
                <a:lnTo>
                  <a:pt x="27" y="222"/>
                </a:lnTo>
                <a:lnTo>
                  <a:pt x="33" y="213"/>
                </a:lnTo>
                <a:lnTo>
                  <a:pt x="38" y="203"/>
                </a:lnTo>
                <a:lnTo>
                  <a:pt x="44" y="193"/>
                </a:lnTo>
                <a:lnTo>
                  <a:pt x="51" y="184"/>
                </a:lnTo>
                <a:lnTo>
                  <a:pt x="58" y="174"/>
                </a:lnTo>
                <a:lnTo>
                  <a:pt x="65" y="165"/>
                </a:lnTo>
                <a:lnTo>
                  <a:pt x="73" y="156"/>
                </a:lnTo>
                <a:lnTo>
                  <a:pt x="81" y="147"/>
                </a:lnTo>
                <a:lnTo>
                  <a:pt x="89" y="139"/>
                </a:lnTo>
                <a:lnTo>
                  <a:pt x="98" y="130"/>
                </a:lnTo>
                <a:lnTo>
                  <a:pt x="107" y="122"/>
                </a:lnTo>
                <a:lnTo>
                  <a:pt x="118" y="114"/>
                </a:lnTo>
                <a:lnTo>
                  <a:pt x="128" y="106"/>
                </a:lnTo>
                <a:lnTo>
                  <a:pt x="138" y="99"/>
                </a:lnTo>
                <a:lnTo>
                  <a:pt x="149" y="91"/>
                </a:lnTo>
                <a:lnTo>
                  <a:pt x="160" y="84"/>
                </a:lnTo>
                <a:lnTo>
                  <a:pt x="171" y="77"/>
                </a:lnTo>
                <a:lnTo>
                  <a:pt x="182" y="71"/>
                </a:lnTo>
                <a:lnTo>
                  <a:pt x="194" y="64"/>
                </a:lnTo>
                <a:lnTo>
                  <a:pt x="206" y="58"/>
                </a:lnTo>
                <a:lnTo>
                  <a:pt x="219" y="52"/>
                </a:lnTo>
                <a:lnTo>
                  <a:pt x="231" y="47"/>
                </a:lnTo>
                <a:lnTo>
                  <a:pt x="244" y="42"/>
                </a:lnTo>
                <a:lnTo>
                  <a:pt x="257" y="37"/>
                </a:lnTo>
                <a:lnTo>
                  <a:pt x="270" y="32"/>
                </a:lnTo>
                <a:lnTo>
                  <a:pt x="284" y="28"/>
                </a:lnTo>
                <a:lnTo>
                  <a:pt x="297" y="24"/>
                </a:lnTo>
                <a:lnTo>
                  <a:pt x="311" y="20"/>
                </a:lnTo>
                <a:lnTo>
                  <a:pt x="325" y="17"/>
                </a:lnTo>
                <a:lnTo>
                  <a:pt x="339" y="13"/>
                </a:lnTo>
                <a:lnTo>
                  <a:pt x="353" y="11"/>
                </a:lnTo>
                <a:lnTo>
                  <a:pt x="368" y="8"/>
                </a:lnTo>
                <a:lnTo>
                  <a:pt x="382" y="6"/>
                </a:lnTo>
                <a:lnTo>
                  <a:pt x="397" y="4"/>
                </a:lnTo>
                <a:lnTo>
                  <a:pt x="411" y="3"/>
                </a:lnTo>
                <a:lnTo>
                  <a:pt x="426" y="2"/>
                </a:lnTo>
                <a:lnTo>
                  <a:pt x="440" y="1"/>
                </a:lnTo>
                <a:lnTo>
                  <a:pt x="455" y="0"/>
                </a:lnTo>
                <a:lnTo>
                  <a:pt x="470" y="0"/>
                </a:lnTo>
                <a:lnTo>
                  <a:pt x="485" y="0"/>
                </a:lnTo>
                <a:lnTo>
                  <a:pt x="499" y="1"/>
                </a:lnTo>
                <a:lnTo>
                  <a:pt x="514" y="2"/>
                </a:lnTo>
                <a:lnTo>
                  <a:pt x="529" y="3"/>
                </a:lnTo>
                <a:lnTo>
                  <a:pt x="543" y="4"/>
                </a:lnTo>
                <a:lnTo>
                  <a:pt x="558" y="6"/>
                </a:lnTo>
                <a:lnTo>
                  <a:pt x="572" y="8"/>
                </a:lnTo>
                <a:lnTo>
                  <a:pt x="587" y="11"/>
                </a:lnTo>
                <a:lnTo>
                  <a:pt x="601" y="13"/>
                </a:lnTo>
                <a:lnTo>
                  <a:pt x="615" y="17"/>
                </a:lnTo>
                <a:lnTo>
                  <a:pt x="629" y="20"/>
                </a:lnTo>
                <a:lnTo>
                  <a:pt x="643" y="24"/>
                </a:lnTo>
                <a:lnTo>
                  <a:pt x="656" y="28"/>
                </a:lnTo>
                <a:lnTo>
                  <a:pt x="670" y="32"/>
                </a:lnTo>
                <a:lnTo>
                  <a:pt x="683" y="37"/>
                </a:lnTo>
                <a:lnTo>
                  <a:pt x="696" y="42"/>
                </a:lnTo>
                <a:lnTo>
                  <a:pt x="709" y="47"/>
                </a:lnTo>
                <a:lnTo>
                  <a:pt x="721" y="52"/>
                </a:lnTo>
                <a:lnTo>
                  <a:pt x="734" y="58"/>
                </a:lnTo>
                <a:lnTo>
                  <a:pt x="746" y="64"/>
                </a:lnTo>
                <a:lnTo>
                  <a:pt x="758" y="71"/>
                </a:lnTo>
                <a:lnTo>
                  <a:pt x="769" y="77"/>
                </a:lnTo>
                <a:lnTo>
                  <a:pt x="780" y="84"/>
                </a:lnTo>
                <a:lnTo>
                  <a:pt x="791" y="91"/>
                </a:lnTo>
                <a:lnTo>
                  <a:pt x="802" y="99"/>
                </a:lnTo>
                <a:lnTo>
                  <a:pt x="812" y="106"/>
                </a:lnTo>
                <a:lnTo>
                  <a:pt x="822" y="114"/>
                </a:lnTo>
                <a:lnTo>
                  <a:pt x="831" y="122"/>
                </a:lnTo>
                <a:lnTo>
                  <a:pt x="841" y="130"/>
                </a:lnTo>
                <a:lnTo>
                  <a:pt x="850" y="139"/>
                </a:lnTo>
                <a:lnTo>
                  <a:pt x="858" y="147"/>
                </a:lnTo>
                <a:lnTo>
                  <a:pt x="866" y="156"/>
                </a:lnTo>
                <a:lnTo>
                  <a:pt x="874" y="165"/>
                </a:lnTo>
                <a:lnTo>
                  <a:pt x="881" y="174"/>
                </a:lnTo>
                <a:lnTo>
                  <a:pt x="888" y="184"/>
                </a:lnTo>
                <a:lnTo>
                  <a:pt x="895" y="193"/>
                </a:lnTo>
                <a:lnTo>
                  <a:pt x="901" y="203"/>
                </a:lnTo>
                <a:lnTo>
                  <a:pt x="906" y="213"/>
                </a:lnTo>
                <a:lnTo>
                  <a:pt x="911" y="222"/>
                </a:lnTo>
                <a:lnTo>
                  <a:pt x="916" y="232"/>
                </a:lnTo>
                <a:lnTo>
                  <a:pt x="921" y="243"/>
                </a:lnTo>
                <a:lnTo>
                  <a:pt x="924" y="253"/>
                </a:lnTo>
                <a:lnTo>
                  <a:pt x="928" y="263"/>
                </a:lnTo>
                <a:lnTo>
                  <a:pt x="931" y="273"/>
                </a:lnTo>
                <a:lnTo>
                  <a:pt x="933" y="284"/>
                </a:lnTo>
                <a:lnTo>
                  <a:pt x="935" y="294"/>
                </a:lnTo>
                <a:lnTo>
                  <a:pt x="937" y="305"/>
                </a:lnTo>
                <a:lnTo>
                  <a:pt x="938" y="315"/>
                </a:lnTo>
                <a:lnTo>
                  <a:pt x="939" y="326"/>
                </a:lnTo>
                <a:lnTo>
                  <a:pt x="939" y="336"/>
                </a:lnTo>
                <a:close/>
              </a:path>
            </a:pathLst>
          </a:custGeom>
          <a:solidFill>
            <a:srgbClr val="ffd8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89" name=""/>
          <p:cNvSpPr/>
          <p:nvPr/>
        </p:nvSpPr>
        <p:spPr>
          <a:xfrm>
            <a:off x="7892280" y="2822040"/>
            <a:ext cx="340920" cy="244440"/>
          </a:xfrm>
          <a:custGeom>
            <a:avLst/>
            <a:gdLst/>
            <a:ahLst/>
            <a:rect l="0" t="0" r="r" b="b"/>
            <a:pathLst>
              <a:path w="947" h="679">
                <a:moveTo>
                  <a:pt x="943" y="339"/>
                </a:moveTo>
                <a:lnTo>
                  <a:pt x="943" y="329"/>
                </a:lnTo>
                <a:lnTo>
                  <a:pt x="942" y="318"/>
                </a:lnTo>
                <a:lnTo>
                  <a:pt x="941" y="308"/>
                </a:lnTo>
                <a:lnTo>
                  <a:pt x="939" y="297"/>
                </a:lnTo>
                <a:lnTo>
                  <a:pt x="937" y="287"/>
                </a:lnTo>
                <a:lnTo>
                  <a:pt x="935" y="276"/>
                </a:lnTo>
                <a:lnTo>
                  <a:pt x="932" y="266"/>
                </a:lnTo>
                <a:lnTo>
                  <a:pt x="928" y="256"/>
                </a:lnTo>
                <a:lnTo>
                  <a:pt x="925" y="246"/>
                </a:lnTo>
                <a:lnTo>
                  <a:pt x="920" y="235"/>
                </a:lnTo>
                <a:lnTo>
                  <a:pt x="915" y="225"/>
                </a:lnTo>
                <a:lnTo>
                  <a:pt x="910" y="216"/>
                </a:lnTo>
                <a:lnTo>
                  <a:pt x="905" y="206"/>
                </a:lnTo>
                <a:lnTo>
                  <a:pt x="899" y="196"/>
                </a:lnTo>
                <a:lnTo>
                  <a:pt x="892" y="187"/>
                </a:lnTo>
                <a:lnTo>
                  <a:pt x="885" y="177"/>
                </a:lnTo>
                <a:lnTo>
                  <a:pt x="878" y="168"/>
                </a:lnTo>
                <a:lnTo>
                  <a:pt x="870" y="159"/>
                </a:lnTo>
                <a:lnTo>
                  <a:pt x="862" y="150"/>
                </a:lnTo>
                <a:lnTo>
                  <a:pt x="854" y="142"/>
                </a:lnTo>
                <a:lnTo>
                  <a:pt x="845" y="133"/>
                </a:lnTo>
                <a:lnTo>
                  <a:pt x="835" y="125"/>
                </a:lnTo>
                <a:lnTo>
                  <a:pt x="826" y="117"/>
                </a:lnTo>
                <a:lnTo>
                  <a:pt x="816" y="109"/>
                </a:lnTo>
                <a:lnTo>
                  <a:pt x="806" y="102"/>
                </a:lnTo>
                <a:lnTo>
                  <a:pt x="795" y="94"/>
                </a:lnTo>
                <a:lnTo>
                  <a:pt x="784" y="87"/>
                </a:lnTo>
                <a:lnTo>
                  <a:pt x="773" y="80"/>
                </a:lnTo>
                <a:lnTo>
                  <a:pt x="762" y="74"/>
                </a:lnTo>
                <a:lnTo>
                  <a:pt x="750" y="67"/>
                </a:lnTo>
                <a:lnTo>
                  <a:pt x="738" y="61"/>
                </a:lnTo>
                <a:lnTo>
                  <a:pt x="725" y="55"/>
                </a:lnTo>
                <a:lnTo>
                  <a:pt x="713" y="50"/>
                </a:lnTo>
                <a:lnTo>
                  <a:pt x="700" y="45"/>
                </a:lnTo>
                <a:lnTo>
                  <a:pt x="687" y="40"/>
                </a:lnTo>
                <a:lnTo>
                  <a:pt x="674" y="35"/>
                </a:lnTo>
                <a:lnTo>
                  <a:pt x="660" y="31"/>
                </a:lnTo>
                <a:lnTo>
                  <a:pt x="647" y="27"/>
                </a:lnTo>
                <a:lnTo>
                  <a:pt x="633" y="23"/>
                </a:lnTo>
                <a:lnTo>
                  <a:pt x="619" y="20"/>
                </a:lnTo>
                <a:lnTo>
                  <a:pt x="605" y="16"/>
                </a:lnTo>
                <a:lnTo>
                  <a:pt x="591" y="14"/>
                </a:lnTo>
                <a:lnTo>
                  <a:pt x="576" y="11"/>
                </a:lnTo>
                <a:lnTo>
                  <a:pt x="562" y="9"/>
                </a:lnTo>
                <a:lnTo>
                  <a:pt x="547" y="7"/>
                </a:lnTo>
                <a:lnTo>
                  <a:pt x="533" y="6"/>
                </a:lnTo>
                <a:lnTo>
                  <a:pt x="518" y="5"/>
                </a:lnTo>
                <a:lnTo>
                  <a:pt x="503" y="4"/>
                </a:lnTo>
                <a:lnTo>
                  <a:pt x="489" y="3"/>
                </a:lnTo>
                <a:lnTo>
                  <a:pt x="474" y="3"/>
                </a:lnTo>
                <a:lnTo>
                  <a:pt x="459" y="3"/>
                </a:lnTo>
                <a:lnTo>
                  <a:pt x="444" y="4"/>
                </a:lnTo>
                <a:lnTo>
                  <a:pt x="430" y="5"/>
                </a:lnTo>
                <a:lnTo>
                  <a:pt x="415" y="6"/>
                </a:lnTo>
                <a:lnTo>
                  <a:pt x="401" y="7"/>
                </a:lnTo>
                <a:lnTo>
                  <a:pt x="386" y="9"/>
                </a:lnTo>
                <a:lnTo>
                  <a:pt x="372" y="11"/>
                </a:lnTo>
                <a:lnTo>
                  <a:pt x="357" y="14"/>
                </a:lnTo>
                <a:lnTo>
                  <a:pt x="343" y="16"/>
                </a:lnTo>
                <a:lnTo>
                  <a:pt x="329" y="20"/>
                </a:lnTo>
                <a:lnTo>
                  <a:pt x="315" y="23"/>
                </a:lnTo>
                <a:lnTo>
                  <a:pt x="300" y="27"/>
                </a:lnTo>
                <a:lnTo>
                  <a:pt x="287" y="31"/>
                </a:lnTo>
                <a:lnTo>
                  <a:pt x="273" y="35"/>
                </a:lnTo>
                <a:lnTo>
                  <a:pt x="260" y="40"/>
                </a:lnTo>
                <a:lnTo>
                  <a:pt x="247" y="45"/>
                </a:lnTo>
                <a:lnTo>
                  <a:pt x="234" y="50"/>
                </a:lnTo>
                <a:lnTo>
                  <a:pt x="222" y="55"/>
                </a:lnTo>
                <a:lnTo>
                  <a:pt x="209" y="61"/>
                </a:lnTo>
                <a:lnTo>
                  <a:pt x="197" y="67"/>
                </a:lnTo>
                <a:lnTo>
                  <a:pt x="185" y="74"/>
                </a:lnTo>
                <a:lnTo>
                  <a:pt x="174" y="80"/>
                </a:lnTo>
                <a:lnTo>
                  <a:pt x="163" y="87"/>
                </a:lnTo>
                <a:lnTo>
                  <a:pt x="152" y="94"/>
                </a:lnTo>
                <a:lnTo>
                  <a:pt x="141" y="102"/>
                </a:lnTo>
                <a:lnTo>
                  <a:pt x="131" y="109"/>
                </a:lnTo>
                <a:lnTo>
                  <a:pt x="121" y="117"/>
                </a:lnTo>
                <a:lnTo>
                  <a:pt x="111" y="125"/>
                </a:lnTo>
                <a:lnTo>
                  <a:pt x="102" y="133"/>
                </a:lnTo>
                <a:lnTo>
                  <a:pt x="93" y="142"/>
                </a:lnTo>
                <a:lnTo>
                  <a:pt x="85" y="150"/>
                </a:lnTo>
                <a:lnTo>
                  <a:pt x="77" y="159"/>
                </a:lnTo>
                <a:lnTo>
                  <a:pt x="69" y="168"/>
                </a:lnTo>
                <a:lnTo>
                  <a:pt x="62" y="177"/>
                </a:lnTo>
                <a:lnTo>
                  <a:pt x="55" y="187"/>
                </a:lnTo>
                <a:lnTo>
                  <a:pt x="48" y="196"/>
                </a:lnTo>
                <a:lnTo>
                  <a:pt x="42" y="206"/>
                </a:lnTo>
                <a:lnTo>
                  <a:pt x="37" y="216"/>
                </a:lnTo>
                <a:lnTo>
                  <a:pt x="31" y="225"/>
                </a:lnTo>
                <a:lnTo>
                  <a:pt x="27" y="235"/>
                </a:lnTo>
                <a:lnTo>
                  <a:pt x="22" y="246"/>
                </a:lnTo>
                <a:lnTo>
                  <a:pt x="18" y="256"/>
                </a:lnTo>
                <a:lnTo>
                  <a:pt x="15" y="266"/>
                </a:lnTo>
                <a:lnTo>
                  <a:pt x="12" y="276"/>
                </a:lnTo>
                <a:lnTo>
                  <a:pt x="10" y="287"/>
                </a:lnTo>
                <a:lnTo>
                  <a:pt x="7" y="297"/>
                </a:lnTo>
                <a:lnTo>
                  <a:pt x="6" y="308"/>
                </a:lnTo>
                <a:lnTo>
                  <a:pt x="5" y="318"/>
                </a:lnTo>
                <a:lnTo>
                  <a:pt x="4" y="329"/>
                </a:lnTo>
                <a:lnTo>
                  <a:pt x="4" y="339"/>
                </a:lnTo>
                <a:lnTo>
                  <a:pt x="4" y="350"/>
                </a:lnTo>
                <a:lnTo>
                  <a:pt x="5" y="360"/>
                </a:lnTo>
                <a:lnTo>
                  <a:pt x="6" y="371"/>
                </a:lnTo>
                <a:lnTo>
                  <a:pt x="7" y="381"/>
                </a:lnTo>
                <a:lnTo>
                  <a:pt x="10" y="392"/>
                </a:lnTo>
                <a:lnTo>
                  <a:pt x="12" y="402"/>
                </a:lnTo>
                <a:lnTo>
                  <a:pt x="15" y="413"/>
                </a:lnTo>
                <a:lnTo>
                  <a:pt x="18" y="423"/>
                </a:lnTo>
                <a:lnTo>
                  <a:pt x="22" y="433"/>
                </a:lnTo>
                <a:lnTo>
                  <a:pt x="27" y="443"/>
                </a:lnTo>
                <a:lnTo>
                  <a:pt x="31" y="453"/>
                </a:lnTo>
                <a:lnTo>
                  <a:pt x="37" y="463"/>
                </a:lnTo>
                <a:lnTo>
                  <a:pt x="42" y="473"/>
                </a:lnTo>
                <a:lnTo>
                  <a:pt x="48" y="482"/>
                </a:lnTo>
                <a:lnTo>
                  <a:pt x="55" y="492"/>
                </a:lnTo>
                <a:lnTo>
                  <a:pt x="62" y="501"/>
                </a:lnTo>
                <a:lnTo>
                  <a:pt x="69" y="510"/>
                </a:lnTo>
                <a:lnTo>
                  <a:pt x="77" y="519"/>
                </a:lnTo>
                <a:lnTo>
                  <a:pt x="85" y="528"/>
                </a:lnTo>
                <a:lnTo>
                  <a:pt x="93" y="537"/>
                </a:lnTo>
                <a:lnTo>
                  <a:pt x="102" y="545"/>
                </a:lnTo>
                <a:lnTo>
                  <a:pt x="111" y="554"/>
                </a:lnTo>
                <a:lnTo>
                  <a:pt x="121" y="562"/>
                </a:lnTo>
                <a:lnTo>
                  <a:pt x="131" y="569"/>
                </a:lnTo>
                <a:lnTo>
                  <a:pt x="141" y="577"/>
                </a:lnTo>
                <a:lnTo>
                  <a:pt x="152" y="584"/>
                </a:lnTo>
                <a:lnTo>
                  <a:pt x="163" y="591"/>
                </a:lnTo>
                <a:lnTo>
                  <a:pt x="174" y="598"/>
                </a:lnTo>
                <a:lnTo>
                  <a:pt x="185" y="605"/>
                </a:lnTo>
                <a:lnTo>
                  <a:pt x="197" y="611"/>
                </a:lnTo>
                <a:lnTo>
                  <a:pt x="209" y="617"/>
                </a:lnTo>
                <a:lnTo>
                  <a:pt x="222" y="623"/>
                </a:lnTo>
                <a:lnTo>
                  <a:pt x="234" y="630"/>
                </a:lnTo>
                <a:lnTo>
                  <a:pt x="247" y="635"/>
                </a:lnTo>
                <a:lnTo>
                  <a:pt x="260" y="640"/>
                </a:lnTo>
                <a:lnTo>
                  <a:pt x="273" y="644"/>
                </a:lnTo>
                <a:lnTo>
                  <a:pt x="287" y="649"/>
                </a:lnTo>
                <a:lnTo>
                  <a:pt x="300" y="653"/>
                </a:lnTo>
                <a:lnTo>
                  <a:pt x="315" y="657"/>
                </a:lnTo>
                <a:lnTo>
                  <a:pt x="329" y="660"/>
                </a:lnTo>
                <a:lnTo>
                  <a:pt x="343" y="663"/>
                </a:lnTo>
                <a:lnTo>
                  <a:pt x="357" y="666"/>
                </a:lnTo>
                <a:lnTo>
                  <a:pt x="372" y="668"/>
                </a:lnTo>
                <a:lnTo>
                  <a:pt x="386" y="670"/>
                </a:lnTo>
                <a:lnTo>
                  <a:pt x="401" y="672"/>
                </a:lnTo>
                <a:lnTo>
                  <a:pt x="415" y="674"/>
                </a:lnTo>
                <a:lnTo>
                  <a:pt x="430" y="675"/>
                </a:lnTo>
                <a:lnTo>
                  <a:pt x="444" y="676"/>
                </a:lnTo>
                <a:lnTo>
                  <a:pt x="459" y="676"/>
                </a:lnTo>
                <a:lnTo>
                  <a:pt x="474" y="676"/>
                </a:lnTo>
                <a:lnTo>
                  <a:pt x="489" y="676"/>
                </a:lnTo>
                <a:lnTo>
                  <a:pt x="503" y="676"/>
                </a:lnTo>
                <a:lnTo>
                  <a:pt x="518" y="675"/>
                </a:lnTo>
                <a:lnTo>
                  <a:pt x="533" y="674"/>
                </a:lnTo>
                <a:lnTo>
                  <a:pt x="547" y="672"/>
                </a:lnTo>
                <a:lnTo>
                  <a:pt x="562" y="670"/>
                </a:lnTo>
                <a:lnTo>
                  <a:pt x="576" y="668"/>
                </a:lnTo>
                <a:lnTo>
                  <a:pt x="591" y="666"/>
                </a:lnTo>
                <a:lnTo>
                  <a:pt x="605" y="663"/>
                </a:lnTo>
                <a:lnTo>
                  <a:pt x="619" y="660"/>
                </a:lnTo>
                <a:lnTo>
                  <a:pt x="633" y="657"/>
                </a:lnTo>
                <a:lnTo>
                  <a:pt x="647" y="653"/>
                </a:lnTo>
                <a:lnTo>
                  <a:pt x="660" y="649"/>
                </a:lnTo>
                <a:lnTo>
                  <a:pt x="674" y="644"/>
                </a:lnTo>
                <a:lnTo>
                  <a:pt x="687" y="640"/>
                </a:lnTo>
                <a:lnTo>
                  <a:pt x="700" y="635"/>
                </a:lnTo>
                <a:lnTo>
                  <a:pt x="713" y="630"/>
                </a:lnTo>
                <a:lnTo>
                  <a:pt x="725" y="623"/>
                </a:lnTo>
                <a:lnTo>
                  <a:pt x="738" y="617"/>
                </a:lnTo>
                <a:lnTo>
                  <a:pt x="750" y="611"/>
                </a:lnTo>
                <a:lnTo>
                  <a:pt x="762" y="605"/>
                </a:lnTo>
                <a:lnTo>
                  <a:pt x="773" y="598"/>
                </a:lnTo>
                <a:lnTo>
                  <a:pt x="784" y="591"/>
                </a:lnTo>
                <a:lnTo>
                  <a:pt x="795" y="584"/>
                </a:lnTo>
                <a:lnTo>
                  <a:pt x="806" y="577"/>
                </a:lnTo>
                <a:lnTo>
                  <a:pt x="816" y="569"/>
                </a:lnTo>
                <a:lnTo>
                  <a:pt x="826" y="562"/>
                </a:lnTo>
                <a:lnTo>
                  <a:pt x="835" y="554"/>
                </a:lnTo>
                <a:lnTo>
                  <a:pt x="845" y="545"/>
                </a:lnTo>
                <a:lnTo>
                  <a:pt x="854" y="537"/>
                </a:lnTo>
                <a:lnTo>
                  <a:pt x="862" y="528"/>
                </a:lnTo>
                <a:lnTo>
                  <a:pt x="870" y="519"/>
                </a:lnTo>
                <a:lnTo>
                  <a:pt x="878" y="510"/>
                </a:lnTo>
                <a:lnTo>
                  <a:pt x="885" y="501"/>
                </a:lnTo>
                <a:lnTo>
                  <a:pt x="892" y="492"/>
                </a:lnTo>
                <a:lnTo>
                  <a:pt x="899" y="482"/>
                </a:lnTo>
                <a:lnTo>
                  <a:pt x="905" y="473"/>
                </a:lnTo>
                <a:lnTo>
                  <a:pt x="910" y="463"/>
                </a:lnTo>
                <a:lnTo>
                  <a:pt x="915" y="453"/>
                </a:lnTo>
                <a:lnTo>
                  <a:pt x="920" y="443"/>
                </a:lnTo>
                <a:lnTo>
                  <a:pt x="925" y="433"/>
                </a:lnTo>
                <a:lnTo>
                  <a:pt x="928" y="423"/>
                </a:lnTo>
                <a:lnTo>
                  <a:pt x="932" y="413"/>
                </a:lnTo>
                <a:lnTo>
                  <a:pt x="935" y="402"/>
                </a:lnTo>
                <a:lnTo>
                  <a:pt x="937" y="392"/>
                </a:lnTo>
                <a:lnTo>
                  <a:pt x="939" y="381"/>
                </a:lnTo>
                <a:lnTo>
                  <a:pt x="941" y="371"/>
                </a:lnTo>
                <a:lnTo>
                  <a:pt x="942" y="360"/>
                </a:lnTo>
                <a:lnTo>
                  <a:pt x="943" y="350"/>
                </a:lnTo>
                <a:lnTo>
                  <a:pt x="943" y="339"/>
                </a:lnTo>
                <a:moveTo>
                  <a:pt x="947" y="339"/>
                </a:moveTo>
                <a:lnTo>
                  <a:pt x="947" y="350"/>
                </a:lnTo>
                <a:lnTo>
                  <a:pt x="946" y="361"/>
                </a:lnTo>
                <a:lnTo>
                  <a:pt x="945" y="371"/>
                </a:lnTo>
                <a:lnTo>
                  <a:pt x="943" y="382"/>
                </a:lnTo>
                <a:lnTo>
                  <a:pt x="941" y="392"/>
                </a:lnTo>
                <a:lnTo>
                  <a:pt x="939" y="403"/>
                </a:lnTo>
                <a:lnTo>
                  <a:pt x="936" y="413"/>
                </a:lnTo>
                <a:lnTo>
                  <a:pt x="932" y="424"/>
                </a:lnTo>
                <a:lnTo>
                  <a:pt x="928" y="434"/>
                </a:lnTo>
                <a:lnTo>
                  <a:pt x="924" y="444"/>
                </a:lnTo>
                <a:lnTo>
                  <a:pt x="919" y="454"/>
                </a:lnTo>
                <a:lnTo>
                  <a:pt x="914" y="464"/>
                </a:lnTo>
                <a:lnTo>
                  <a:pt x="908" y="474"/>
                </a:lnTo>
                <a:lnTo>
                  <a:pt x="902" y="484"/>
                </a:lnTo>
                <a:lnTo>
                  <a:pt x="895" y="493"/>
                </a:lnTo>
                <a:lnTo>
                  <a:pt x="889" y="503"/>
                </a:lnTo>
                <a:lnTo>
                  <a:pt x="881" y="512"/>
                </a:lnTo>
                <a:lnTo>
                  <a:pt x="873" y="521"/>
                </a:lnTo>
                <a:lnTo>
                  <a:pt x="865" y="530"/>
                </a:lnTo>
                <a:lnTo>
                  <a:pt x="857" y="539"/>
                </a:lnTo>
                <a:lnTo>
                  <a:pt x="848" y="547"/>
                </a:lnTo>
                <a:lnTo>
                  <a:pt x="838" y="555"/>
                </a:lnTo>
                <a:lnTo>
                  <a:pt x="829" y="563"/>
                </a:lnTo>
                <a:lnTo>
                  <a:pt x="819" y="571"/>
                </a:lnTo>
                <a:lnTo>
                  <a:pt x="808" y="579"/>
                </a:lnTo>
                <a:lnTo>
                  <a:pt x="798" y="586"/>
                </a:lnTo>
                <a:lnTo>
                  <a:pt x="787" y="594"/>
                </a:lnTo>
                <a:lnTo>
                  <a:pt x="776" y="600"/>
                </a:lnTo>
                <a:lnTo>
                  <a:pt x="764" y="607"/>
                </a:lnTo>
                <a:lnTo>
                  <a:pt x="752" y="614"/>
                </a:lnTo>
                <a:lnTo>
                  <a:pt x="740" y="620"/>
                </a:lnTo>
                <a:lnTo>
                  <a:pt x="727" y="626"/>
                </a:lnTo>
                <a:lnTo>
                  <a:pt x="715" y="632"/>
                </a:lnTo>
                <a:lnTo>
                  <a:pt x="702" y="637"/>
                </a:lnTo>
                <a:lnTo>
                  <a:pt x="689" y="642"/>
                </a:lnTo>
                <a:lnTo>
                  <a:pt x="675" y="647"/>
                </a:lnTo>
                <a:lnTo>
                  <a:pt x="662" y="651"/>
                </a:lnTo>
                <a:lnTo>
                  <a:pt x="648" y="655"/>
                </a:lnTo>
                <a:lnTo>
                  <a:pt x="634" y="659"/>
                </a:lnTo>
                <a:lnTo>
                  <a:pt x="620" y="663"/>
                </a:lnTo>
                <a:lnTo>
                  <a:pt x="606" y="666"/>
                </a:lnTo>
                <a:lnTo>
                  <a:pt x="592" y="669"/>
                </a:lnTo>
                <a:lnTo>
                  <a:pt x="577" y="671"/>
                </a:lnTo>
                <a:lnTo>
                  <a:pt x="563" y="673"/>
                </a:lnTo>
                <a:lnTo>
                  <a:pt x="548" y="675"/>
                </a:lnTo>
                <a:lnTo>
                  <a:pt x="533" y="677"/>
                </a:lnTo>
                <a:lnTo>
                  <a:pt x="518" y="678"/>
                </a:lnTo>
                <a:lnTo>
                  <a:pt x="504" y="679"/>
                </a:lnTo>
                <a:lnTo>
                  <a:pt x="489" y="679"/>
                </a:lnTo>
                <a:lnTo>
                  <a:pt x="474" y="679"/>
                </a:lnTo>
                <a:lnTo>
                  <a:pt x="459" y="679"/>
                </a:lnTo>
                <a:lnTo>
                  <a:pt x="444" y="679"/>
                </a:lnTo>
                <a:lnTo>
                  <a:pt x="429" y="678"/>
                </a:lnTo>
                <a:lnTo>
                  <a:pt x="415" y="677"/>
                </a:lnTo>
                <a:lnTo>
                  <a:pt x="400" y="675"/>
                </a:lnTo>
                <a:lnTo>
                  <a:pt x="385" y="673"/>
                </a:lnTo>
                <a:lnTo>
                  <a:pt x="371" y="671"/>
                </a:lnTo>
                <a:lnTo>
                  <a:pt x="356" y="669"/>
                </a:lnTo>
                <a:lnTo>
                  <a:pt x="342" y="666"/>
                </a:lnTo>
                <a:lnTo>
                  <a:pt x="328" y="663"/>
                </a:lnTo>
                <a:lnTo>
                  <a:pt x="314" y="659"/>
                </a:lnTo>
                <a:lnTo>
                  <a:pt x="299" y="655"/>
                </a:lnTo>
                <a:lnTo>
                  <a:pt x="285" y="651"/>
                </a:lnTo>
                <a:lnTo>
                  <a:pt x="272" y="647"/>
                </a:lnTo>
                <a:lnTo>
                  <a:pt x="258" y="642"/>
                </a:lnTo>
                <a:lnTo>
                  <a:pt x="245" y="637"/>
                </a:lnTo>
                <a:lnTo>
                  <a:pt x="232" y="632"/>
                </a:lnTo>
                <a:lnTo>
                  <a:pt x="219" y="626"/>
                </a:lnTo>
                <a:lnTo>
                  <a:pt x="207" y="620"/>
                </a:lnTo>
                <a:lnTo>
                  <a:pt x="195" y="614"/>
                </a:lnTo>
                <a:lnTo>
                  <a:pt x="183" y="607"/>
                </a:lnTo>
                <a:lnTo>
                  <a:pt x="171" y="600"/>
                </a:lnTo>
                <a:lnTo>
                  <a:pt x="160" y="594"/>
                </a:lnTo>
                <a:lnTo>
                  <a:pt x="149" y="586"/>
                </a:lnTo>
                <a:lnTo>
                  <a:pt x="138" y="579"/>
                </a:lnTo>
                <a:lnTo>
                  <a:pt x="128" y="571"/>
                </a:lnTo>
                <a:lnTo>
                  <a:pt x="118" y="563"/>
                </a:lnTo>
                <a:lnTo>
                  <a:pt x="108" y="555"/>
                </a:lnTo>
                <a:lnTo>
                  <a:pt x="99" y="547"/>
                </a:lnTo>
                <a:lnTo>
                  <a:pt x="90" y="539"/>
                </a:lnTo>
                <a:lnTo>
                  <a:pt x="82" y="530"/>
                </a:lnTo>
                <a:lnTo>
                  <a:pt x="74" y="521"/>
                </a:lnTo>
                <a:lnTo>
                  <a:pt x="66" y="512"/>
                </a:lnTo>
                <a:lnTo>
                  <a:pt x="58" y="503"/>
                </a:lnTo>
                <a:lnTo>
                  <a:pt x="51" y="493"/>
                </a:lnTo>
                <a:lnTo>
                  <a:pt x="45" y="484"/>
                </a:lnTo>
                <a:lnTo>
                  <a:pt x="39" y="474"/>
                </a:lnTo>
                <a:lnTo>
                  <a:pt x="33" y="464"/>
                </a:lnTo>
                <a:lnTo>
                  <a:pt x="28" y="454"/>
                </a:lnTo>
                <a:lnTo>
                  <a:pt x="23" y="444"/>
                </a:lnTo>
                <a:lnTo>
                  <a:pt x="19" y="434"/>
                </a:lnTo>
                <a:lnTo>
                  <a:pt x="15" y="424"/>
                </a:lnTo>
                <a:lnTo>
                  <a:pt x="11" y="413"/>
                </a:lnTo>
                <a:lnTo>
                  <a:pt x="8" y="403"/>
                </a:lnTo>
                <a:lnTo>
                  <a:pt x="6" y="392"/>
                </a:lnTo>
                <a:lnTo>
                  <a:pt x="4" y="382"/>
                </a:lnTo>
                <a:lnTo>
                  <a:pt x="2" y="371"/>
                </a:lnTo>
                <a:lnTo>
                  <a:pt x="1" y="361"/>
                </a:lnTo>
                <a:lnTo>
                  <a:pt x="0" y="350"/>
                </a:lnTo>
                <a:lnTo>
                  <a:pt x="0" y="339"/>
                </a:lnTo>
                <a:lnTo>
                  <a:pt x="0" y="329"/>
                </a:lnTo>
                <a:lnTo>
                  <a:pt x="1" y="318"/>
                </a:lnTo>
                <a:lnTo>
                  <a:pt x="2" y="307"/>
                </a:lnTo>
                <a:lnTo>
                  <a:pt x="4" y="297"/>
                </a:lnTo>
                <a:lnTo>
                  <a:pt x="6" y="286"/>
                </a:lnTo>
                <a:lnTo>
                  <a:pt x="8" y="276"/>
                </a:lnTo>
                <a:lnTo>
                  <a:pt x="11" y="265"/>
                </a:lnTo>
                <a:lnTo>
                  <a:pt x="15" y="255"/>
                </a:lnTo>
                <a:lnTo>
                  <a:pt x="19" y="245"/>
                </a:lnTo>
                <a:lnTo>
                  <a:pt x="23" y="235"/>
                </a:lnTo>
                <a:lnTo>
                  <a:pt x="28" y="224"/>
                </a:lnTo>
                <a:lnTo>
                  <a:pt x="33" y="215"/>
                </a:lnTo>
                <a:lnTo>
                  <a:pt x="39" y="205"/>
                </a:lnTo>
                <a:lnTo>
                  <a:pt x="45" y="195"/>
                </a:lnTo>
                <a:lnTo>
                  <a:pt x="51" y="185"/>
                </a:lnTo>
                <a:lnTo>
                  <a:pt x="58" y="176"/>
                </a:lnTo>
                <a:lnTo>
                  <a:pt x="66" y="167"/>
                </a:lnTo>
                <a:lnTo>
                  <a:pt x="74" y="158"/>
                </a:lnTo>
                <a:lnTo>
                  <a:pt x="82" y="149"/>
                </a:lnTo>
                <a:lnTo>
                  <a:pt x="90" y="140"/>
                </a:lnTo>
                <a:lnTo>
                  <a:pt x="99" y="132"/>
                </a:lnTo>
                <a:lnTo>
                  <a:pt x="108" y="123"/>
                </a:lnTo>
                <a:lnTo>
                  <a:pt x="118" y="115"/>
                </a:lnTo>
                <a:lnTo>
                  <a:pt x="128" y="107"/>
                </a:lnTo>
                <a:lnTo>
                  <a:pt x="138" y="100"/>
                </a:lnTo>
                <a:lnTo>
                  <a:pt x="149" y="92"/>
                </a:lnTo>
                <a:lnTo>
                  <a:pt x="160" y="85"/>
                </a:lnTo>
                <a:lnTo>
                  <a:pt x="171" y="78"/>
                </a:lnTo>
                <a:lnTo>
                  <a:pt x="183" y="71"/>
                </a:lnTo>
                <a:lnTo>
                  <a:pt x="195" y="65"/>
                </a:lnTo>
                <a:lnTo>
                  <a:pt x="207" y="59"/>
                </a:lnTo>
                <a:lnTo>
                  <a:pt x="219" y="53"/>
                </a:lnTo>
                <a:lnTo>
                  <a:pt x="232" y="48"/>
                </a:lnTo>
                <a:lnTo>
                  <a:pt x="245" y="42"/>
                </a:lnTo>
                <a:lnTo>
                  <a:pt x="258" y="37"/>
                </a:lnTo>
                <a:lnTo>
                  <a:pt x="272" y="33"/>
                </a:lnTo>
                <a:lnTo>
                  <a:pt x="285" y="28"/>
                </a:lnTo>
                <a:lnTo>
                  <a:pt x="299" y="24"/>
                </a:lnTo>
                <a:lnTo>
                  <a:pt x="314" y="20"/>
                </a:lnTo>
                <a:lnTo>
                  <a:pt x="328" y="17"/>
                </a:lnTo>
                <a:lnTo>
                  <a:pt x="342" y="14"/>
                </a:lnTo>
                <a:lnTo>
                  <a:pt x="356" y="11"/>
                </a:lnTo>
                <a:lnTo>
                  <a:pt x="371" y="9"/>
                </a:lnTo>
                <a:lnTo>
                  <a:pt x="385" y="6"/>
                </a:lnTo>
                <a:lnTo>
                  <a:pt x="400" y="5"/>
                </a:lnTo>
                <a:lnTo>
                  <a:pt x="415" y="3"/>
                </a:lnTo>
                <a:lnTo>
                  <a:pt x="429" y="2"/>
                </a:lnTo>
                <a:lnTo>
                  <a:pt x="444" y="1"/>
                </a:lnTo>
                <a:lnTo>
                  <a:pt x="459" y="1"/>
                </a:lnTo>
                <a:lnTo>
                  <a:pt x="474" y="0"/>
                </a:lnTo>
                <a:lnTo>
                  <a:pt x="489" y="1"/>
                </a:lnTo>
                <a:lnTo>
                  <a:pt x="504" y="1"/>
                </a:lnTo>
                <a:lnTo>
                  <a:pt x="518" y="2"/>
                </a:lnTo>
                <a:lnTo>
                  <a:pt x="533" y="3"/>
                </a:lnTo>
                <a:lnTo>
                  <a:pt x="548" y="5"/>
                </a:lnTo>
                <a:lnTo>
                  <a:pt x="563" y="6"/>
                </a:lnTo>
                <a:lnTo>
                  <a:pt x="577" y="9"/>
                </a:lnTo>
                <a:lnTo>
                  <a:pt x="592" y="11"/>
                </a:lnTo>
                <a:lnTo>
                  <a:pt x="606" y="14"/>
                </a:lnTo>
                <a:lnTo>
                  <a:pt x="620" y="17"/>
                </a:lnTo>
                <a:lnTo>
                  <a:pt x="634" y="20"/>
                </a:lnTo>
                <a:lnTo>
                  <a:pt x="648" y="24"/>
                </a:lnTo>
                <a:lnTo>
                  <a:pt x="662" y="28"/>
                </a:lnTo>
                <a:lnTo>
                  <a:pt x="675" y="33"/>
                </a:lnTo>
                <a:lnTo>
                  <a:pt x="689" y="37"/>
                </a:lnTo>
                <a:lnTo>
                  <a:pt x="702" y="42"/>
                </a:lnTo>
                <a:lnTo>
                  <a:pt x="715" y="48"/>
                </a:lnTo>
                <a:lnTo>
                  <a:pt x="727" y="53"/>
                </a:lnTo>
                <a:lnTo>
                  <a:pt x="740" y="59"/>
                </a:lnTo>
                <a:lnTo>
                  <a:pt x="752" y="65"/>
                </a:lnTo>
                <a:lnTo>
                  <a:pt x="764" y="71"/>
                </a:lnTo>
                <a:lnTo>
                  <a:pt x="776" y="78"/>
                </a:lnTo>
                <a:lnTo>
                  <a:pt x="787" y="85"/>
                </a:lnTo>
                <a:lnTo>
                  <a:pt x="798" y="92"/>
                </a:lnTo>
                <a:lnTo>
                  <a:pt x="808" y="100"/>
                </a:lnTo>
                <a:lnTo>
                  <a:pt x="819" y="107"/>
                </a:lnTo>
                <a:lnTo>
                  <a:pt x="829" y="115"/>
                </a:lnTo>
                <a:lnTo>
                  <a:pt x="838" y="123"/>
                </a:lnTo>
                <a:lnTo>
                  <a:pt x="848" y="132"/>
                </a:lnTo>
                <a:lnTo>
                  <a:pt x="857" y="140"/>
                </a:lnTo>
                <a:lnTo>
                  <a:pt x="865" y="149"/>
                </a:lnTo>
                <a:lnTo>
                  <a:pt x="873" y="158"/>
                </a:lnTo>
                <a:lnTo>
                  <a:pt x="881" y="167"/>
                </a:lnTo>
                <a:lnTo>
                  <a:pt x="889" y="176"/>
                </a:lnTo>
                <a:lnTo>
                  <a:pt x="895" y="185"/>
                </a:lnTo>
                <a:lnTo>
                  <a:pt x="902" y="195"/>
                </a:lnTo>
                <a:lnTo>
                  <a:pt x="908" y="205"/>
                </a:lnTo>
                <a:lnTo>
                  <a:pt x="914" y="215"/>
                </a:lnTo>
                <a:lnTo>
                  <a:pt x="919" y="224"/>
                </a:lnTo>
                <a:lnTo>
                  <a:pt x="924" y="235"/>
                </a:lnTo>
                <a:lnTo>
                  <a:pt x="928" y="245"/>
                </a:lnTo>
                <a:lnTo>
                  <a:pt x="932" y="255"/>
                </a:lnTo>
                <a:lnTo>
                  <a:pt x="936" y="265"/>
                </a:lnTo>
                <a:lnTo>
                  <a:pt x="939" y="276"/>
                </a:lnTo>
                <a:lnTo>
                  <a:pt x="941" y="286"/>
                </a:lnTo>
                <a:lnTo>
                  <a:pt x="943" y="297"/>
                </a:lnTo>
                <a:lnTo>
                  <a:pt x="945" y="307"/>
                </a:lnTo>
                <a:lnTo>
                  <a:pt x="946" y="318"/>
                </a:lnTo>
                <a:lnTo>
                  <a:pt x="947" y="329"/>
                </a:lnTo>
                <a:lnTo>
                  <a:pt x="947" y="339"/>
                </a:lnTo>
                <a:close/>
              </a:path>
            </a:pathLst>
          </a:custGeom>
          <a:solidFill>
            <a:srgbClr val="ffd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0" name=""/>
          <p:cNvSpPr/>
          <p:nvPr/>
        </p:nvSpPr>
        <p:spPr>
          <a:xfrm>
            <a:off x="7890840" y="2821320"/>
            <a:ext cx="343800" cy="246240"/>
          </a:xfrm>
          <a:custGeom>
            <a:avLst/>
            <a:gdLst/>
            <a:ahLst/>
            <a:rect l="0" t="0" r="r" b="b"/>
            <a:pathLst>
              <a:path w="955" h="684">
                <a:moveTo>
                  <a:pt x="951" y="342"/>
                </a:moveTo>
                <a:lnTo>
                  <a:pt x="951" y="332"/>
                </a:lnTo>
                <a:lnTo>
                  <a:pt x="950" y="321"/>
                </a:lnTo>
                <a:lnTo>
                  <a:pt x="949" y="310"/>
                </a:lnTo>
                <a:lnTo>
                  <a:pt x="947" y="300"/>
                </a:lnTo>
                <a:lnTo>
                  <a:pt x="945" y="289"/>
                </a:lnTo>
                <a:lnTo>
                  <a:pt x="943" y="279"/>
                </a:lnTo>
                <a:lnTo>
                  <a:pt x="940" y="268"/>
                </a:lnTo>
                <a:lnTo>
                  <a:pt x="936" y="258"/>
                </a:lnTo>
                <a:lnTo>
                  <a:pt x="932" y="248"/>
                </a:lnTo>
                <a:lnTo>
                  <a:pt x="928" y="238"/>
                </a:lnTo>
                <a:lnTo>
                  <a:pt x="923" y="227"/>
                </a:lnTo>
                <a:lnTo>
                  <a:pt x="918" y="218"/>
                </a:lnTo>
                <a:lnTo>
                  <a:pt x="912" y="208"/>
                </a:lnTo>
                <a:lnTo>
                  <a:pt x="906" y="198"/>
                </a:lnTo>
                <a:lnTo>
                  <a:pt x="899" y="188"/>
                </a:lnTo>
                <a:lnTo>
                  <a:pt x="893" y="179"/>
                </a:lnTo>
                <a:lnTo>
                  <a:pt x="885" y="170"/>
                </a:lnTo>
                <a:lnTo>
                  <a:pt x="877" y="161"/>
                </a:lnTo>
                <a:lnTo>
                  <a:pt x="869" y="152"/>
                </a:lnTo>
                <a:lnTo>
                  <a:pt x="861" y="143"/>
                </a:lnTo>
                <a:lnTo>
                  <a:pt x="852" y="135"/>
                </a:lnTo>
                <a:lnTo>
                  <a:pt x="842" y="126"/>
                </a:lnTo>
                <a:lnTo>
                  <a:pt x="833" y="118"/>
                </a:lnTo>
                <a:lnTo>
                  <a:pt x="823" y="110"/>
                </a:lnTo>
                <a:lnTo>
                  <a:pt x="812" y="103"/>
                </a:lnTo>
                <a:lnTo>
                  <a:pt x="802" y="95"/>
                </a:lnTo>
                <a:lnTo>
                  <a:pt x="791" y="88"/>
                </a:lnTo>
                <a:lnTo>
                  <a:pt x="780" y="81"/>
                </a:lnTo>
                <a:lnTo>
                  <a:pt x="768" y="74"/>
                </a:lnTo>
                <a:lnTo>
                  <a:pt x="756" y="68"/>
                </a:lnTo>
                <a:lnTo>
                  <a:pt x="744" y="62"/>
                </a:lnTo>
                <a:lnTo>
                  <a:pt x="731" y="56"/>
                </a:lnTo>
                <a:lnTo>
                  <a:pt x="719" y="51"/>
                </a:lnTo>
                <a:lnTo>
                  <a:pt x="706" y="45"/>
                </a:lnTo>
                <a:lnTo>
                  <a:pt x="693" y="40"/>
                </a:lnTo>
                <a:lnTo>
                  <a:pt x="679" y="36"/>
                </a:lnTo>
                <a:lnTo>
                  <a:pt x="666" y="31"/>
                </a:lnTo>
                <a:lnTo>
                  <a:pt x="652" y="27"/>
                </a:lnTo>
                <a:lnTo>
                  <a:pt x="638" y="23"/>
                </a:lnTo>
                <a:lnTo>
                  <a:pt x="624" y="20"/>
                </a:lnTo>
                <a:lnTo>
                  <a:pt x="610" y="16"/>
                </a:lnTo>
                <a:lnTo>
                  <a:pt x="596" y="13"/>
                </a:lnTo>
                <a:lnTo>
                  <a:pt x="581" y="11"/>
                </a:lnTo>
                <a:lnTo>
                  <a:pt x="567" y="8"/>
                </a:lnTo>
                <a:lnTo>
                  <a:pt x="552" y="7"/>
                </a:lnTo>
                <a:lnTo>
                  <a:pt x="537" y="5"/>
                </a:lnTo>
                <a:lnTo>
                  <a:pt x="522" y="4"/>
                </a:lnTo>
                <a:lnTo>
                  <a:pt x="508" y="3"/>
                </a:lnTo>
                <a:lnTo>
                  <a:pt x="493" y="3"/>
                </a:lnTo>
                <a:lnTo>
                  <a:pt x="478" y="2"/>
                </a:lnTo>
                <a:lnTo>
                  <a:pt x="462" y="3"/>
                </a:lnTo>
                <a:lnTo>
                  <a:pt x="447" y="3"/>
                </a:lnTo>
                <a:lnTo>
                  <a:pt x="432" y="4"/>
                </a:lnTo>
                <a:lnTo>
                  <a:pt x="418" y="5"/>
                </a:lnTo>
                <a:lnTo>
                  <a:pt x="403" y="7"/>
                </a:lnTo>
                <a:lnTo>
                  <a:pt x="388" y="8"/>
                </a:lnTo>
                <a:lnTo>
                  <a:pt x="374" y="11"/>
                </a:lnTo>
                <a:lnTo>
                  <a:pt x="359" y="13"/>
                </a:lnTo>
                <a:lnTo>
                  <a:pt x="345" y="16"/>
                </a:lnTo>
                <a:lnTo>
                  <a:pt x="331" y="20"/>
                </a:lnTo>
                <a:lnTo>
                  <a:pt x="317" y="23"/>
                </a:lnTo>
                <a:lnTo>
                  <a:pt x="303" y="27"/>
                </a:lnTo>
                <a:lnTo>
                  <a:pt x="289" y="31"/>
                </a:lnTo>
                <a:lnTo>
                  <a:pt x="276" y="36"/>
                </a:lnTo>
                <a:lnTo>
                  <a:pt x="262" y="40"/>
                </a:lnTo>
                <a:lnTo>
                  <a:pt x="249" y="45"/>
                </a:lnTo>
                <a:lnTo>
                  <a:pt x="236" y="51"/>
                </a:lnTo>
                <a:lnTo>
                  <a:pt x="223" y="56"/>
                </a:lnTo>
                <a:lnTo>
                  <a:pt x="211" y="62"/>
                </a:lnTo>
                <a:lnTo>
                  <a:pt x="199" y="68"/>
                </a:lnTo>
                <a:lnTo>
                  <a:pt x="187" y="74"/>
                </a:lnTo>
                <a:lnTo>
                  <a:pt x="175" y="81"/>
                </a:lnTo>
                <a:lnTo>
                  <a:pt x="164" y="88"/>
                </a:lnTo>
                <a:lnTo>
                  <a:pt x="153" y="95"/>
                </a:lnTo>
                <a:lnTo>
                  <a:pt x="142" y="103"/>
                </a:lnTo>
                <a:lnTo>
                  <a:pt x="132" y="110"/>
                </a:lnTo>
                <a:lnTo>
                  <a:pt x="122" y="118"/>
                </a:lnTo>
                <a:lnTo>
                  <a:pt x="112" y="126"/>
                </a:lnTo>
                <a:lnTo>
                  <a:pt x="103" y="135"/>
                </a:lnTo>
                <a:lnTo>
                  <a:pt x="94" y="143"/>
                </a:lnTo>
                <a:lnTo>
                  <a:pt x="86" y="152"/>
                </a:lnTo>
                <a:lnTo>
                  <a:pt x="78" y="161"/>
                </a:lnTo>
                <a:lnTo>
                  <a:pt x="70" y="170"/>
                </a:lnTo>
                <a:lnTo>
                  <a:pt x="62" y="179"/>
                </a:lnTo>
                <a:lnTo>
                  <a:pt x="55" y="188"/>
                </a:lnTo>
                <a:lnTo>
                  <a:pt x="49" y="198"/>
                </a:lnTo>
                <a:lnTo>
                  <a:pt x="43" y="208"/>
                </a:lnTo>
                <a:lnTo>
                  <a:pt x="37" y="218"/>
                </a:lnTo>
                <a:lnTo>
                  <a:pt x="32" y="227"/>
                </a:lnTo>
                <a:lnTo>
                  <a:pt x="27" y="238"/>
                </a:lnTo>
                <a:lnTo>
                  <a:pt x="23" y="248"/>
                </a:lnTo>
                <a:lnTo>
                  <a:pt x="19" y="258"/>
                </a:lnTo>
                <a:lnTo>
                  <a:pt x="15" y="268"/>
                </a:lnTo>
                <a:lnTo>
                  <a:pt x="12" y="279"/>
                </a:lnTo>
                <a:lnTo>
                  <a:pt x="10" y="289"/>
                </a:lnTo>
                <a:lnTo>
                  <a:pt x="8" y="300"/>
                </a:lnTo>
                <a:lnTo>
                  <a:pt x="6" y="310"/>
                </a:lnTo>
                <a:lnTo>
                  <a:pt x="5" y="321"/>
                </a:lnTo>
                <a:lnTo>
                  <a:pt x="4" y="332"/>
                </a:lnTo>
                <a:lnTo>
                  <a:pt x="4" y="342"/>
                </a:lnTo>
                <a:lnTo>
                  <a:pt x="4" y="353"/>
                </a:lnTo>
                <a:lnTo>
                  <a:pt x="5" y="364"/>
                </a:lnTo>
                <a:lnTo>
                  <a:pt x="6" y="374"/>
                </a:lnTo>
                <a:lnTo>
                  <a:pt x="8" y="385"/>
                </a:lnTo>
                <a:lnTo>
                  <a:pt x="10" y="395"/>
                </a:lnTo>
                <a:lnTo>
                  <a:pt x="12" y="406"/>
                </a:lnTo>
                <a:lnTo>
                  <a:pt x="15" y="416"/>
                </a:lnTo>
                <a:lnTo>
                  <a:pt x="19" y="427"/>
                </a:lnTo>
                <a:lnTo>
                  <a:pt x="23" y="437"/>
                </a:lnTo>
                <a:lnTo>
                  <a:pt x="27" y="447"/>
                </a:lnTo>
                <a:lnTo>
                  <a:pt x="32" y="457"/>
                </a:lnTo>
                <a:lnTo>
                  <a:pt x="37" y="467"/>
                </a:lnTo>
                <a:lnTo>
                  <a:pt x="43" y="477"/>
                </a:lnTo>
                <a:lnTo>
                  <a:pt x="49" y="487"/>
                </a:lnTo>
                <a:lnTo>
                  <a:pt x="55" y="496"/>
                </a:lnTo>
                <a:lnTo>
                  <a:pt x="62" y="506"/>
                </a:lnTo>
                <a:lnTo>
                  <a:pt x="70" y="515"/>
                </a:lnTo>
                <a:lnTo>
                  <a:pt x="78" y="524"/>
                </a:lnTo>
                <a:lnTo>
                  <a:pt x="86" y="533"/>
                </a:lnTo>
                <a:lnTo>
                  <a:pt x="94" y="542"/>
                </a:lnTo>
                <a:lnTo>
                  <a:pt x="103" y="550"/>
                </a:lnTo>
                <a:lnTo>
                  <a:pt x="112" y="558"/>
                </a:lnTo>
                <a:lnTo>
                  <a:pt x="122" y="566"/>
                </a:lnTo>
                <a:lnTo>
                  <a:pt x="132" y="574"/>
                </a:lnTo>
                <a:lnTo>
                  <a:pt x="142" y="582"/>
                </a:lnTo>
                <a:lnTo>
                  <a:pt x="153" y="589"/>
                </a:lnTo>
                <a:lnTo>
                  <a:pt x="164" y="597"/>
                </a:lnTo>
                <a:lnTo>
                  <a:pt x="175" y="603"/>
                </a:lnTo>
                <a:lnTo>
                  <a:pt x="187" y="610"/>
                </a:lnTo>
                <a:lnTo>
                  <a:pt x="199" y="617"/>
                </a:lnTo>
                <a:lnTo>
                  <a:pt x="211" y="623"/>
                </a:lnTo>
                <a:lnTo>
                  <a:pt x="223" y="628"/>
                </a:lnTo>
                <a:lnTo>
                  <a:pt x="236" y="634"/>
                </a:lnTo>
                <a:lnTo>
                  <a:pt x="249" y="639"/>
                </a:lnTo>
                <a:lnTo>
                  <a:pt x="262" y="644"/>
                </a:lnTo>
                <a:lnTo>
                  <a:pt x="276" y="649"/>
                </a:lnTo>
                <a:lnTo>
                  <a:pt x="289" y="653"/>
                </a:lnTo>
                <a:lnTo>
                  <a:pt x="303" y="657"/>
                </a:lnTo>
                <a:lnTo>
                  <a:pt x="317" y="661"/>
                </a:lnTo>
                <a:lnTo>
                  <a:pt x="331" y="665"/>
                </a:lnTo>
                <a:lnTo>
                  <a:pt x="345" y="668"/>
                </a:lnTo>
                <a:lnTo>
                  <a:pt x="359" y="671"/>
                </a:lnTo>
                <a:lnTo>
                  <a:pt x="374" y="673"/>
                </a:lnTo>
                <a:lnTo>
                  <a:pt x="388" y="675"/>
                </a:lnTo>
                <a:lnTo>
                  <a:pt x="403" y="677"/>
                </a:lnTo>
                <a:lnTo>
                  <a:pt x="418" y="679"/>
                </a:lnTo>
                <a:lnTo>
                  <a:pt x="432" y="680"/>
                </a:lnTo>
                <a:lnTo>
                  <a:pt x="447" y="681"/>
                </a:lnTo>
                <a:lnTo>
                  <a:pt x="462" y="681"/>
                </a:lnTo>
                <a:lnTo>
                  <a:pt x="478" y="681"/>
                </a:lnTo>
                <a:lnTo>
                  <a:pt x="493" y="681"/>
                </a:lnTo>
                <a:lnTo>
                  <a:pt x="508" y="681"/>
                </a:lnTo>
                <a:lnTo>
                  <a:pt x="522" y="680"/>
                </a:lnTo>
                <a:lnTo>
                  <a:pt x="537" y="679"/>
                </a:lnTo>
                <a:lnTo>
                  <a:pt x="552" y="677"/>
                </a:lnTo>
                <a:lnTo>
                  <a:pt x="567" y="675"/>
                </a:lnTo>
                <a:lnTo>
                  <a:pt x="581" y="673"/>
                </a:lnTo>
                <a:lnTo>
                  <a:pt x="596" y="671"/>
                </a:lnTo>
                <a:lnTo>
                  <a:pt x="610" y="668"/>
                </a:lnTo>
                <a:lnTo>
                  <a:pt x="624" y="665"/>
                </a:lnTo>
                <a:lnTo>
                  <a:pt x="638" y="661"/>
                </a:lnTo>
                <a:lnTo>
                  <a:pt x="652" y="657"/>
                </a:lnTo>
                <a:lnTo>
                  <a:pt x="666" y="653"/>
                </a:lnTo>
                <a:lnTo>
                  <a:pt x="679" y="649"/>
                </a:lnTo>
                <a:lnTo>
                  <a:pt x="693" y="644"/>
                </a:lnTo>
                <a:lnTo>
                  <a:pt x="706" y="639"/>
                </a:lnTo>
                <a:lnTo>
                  <a:pt x="719" y="634"/>
                </a:lnTo>
                <a:lnTo>
                  <a:pt x="731" y="628"/>
                </a:lnTo>
                <a:lnTo>
                  <a:pt x="744" y="623"/>
                </a:lnTo>
                <a:lnTo>
                  <a:pt x="756" y="617"/>
                </a:lnTo>
                <a:lnTo>
                  <a:pt x="768" y="610"/>
                </a:lnTo>
                <a:lnTo>
                  <a:pt x="780" y="603"/>
                </a:lnTo>
                <a:lnTo>
                  <a:pt x="791" y="597"/>
                </a:lnTo>
                <a:lnTo>
                  <a:pt x="802" y="589"/>
                </a:lnTo>
                <a:lnTo>
                  <a:pt x="812" y="582"/>
                </a:lnTo>
                <a:lnTo>
                  <a:pt x="823" y="574"/>
                </a:lnTo>
                <a:lnTo>
                  <a:pt x="833" y="566"/>
                </a:lnTo>
                <a:lnTo>
                  <a:pt x="842" y="558"/>
                </a:lnTo>
                <a:lnTo>
                  <a:pt x="852" y="550"/>
                </a:lnTo>
                <a:lnTo>
                  <a:pt x="861" y="542"/>
                </a:lnTo>
                <a:lnTo>
                  <a:pt x="869" y="533"/>
                </a:lnTo>
                <a:lnTo>
                  <a:pt x="877" y="524"/>
                </a:lnTo>
                <a:lnTo>
                  <a:pt x="885" y="515"/>
                </a:lnTo>
                <a:lnTo>
                  <a:pt x="893" y="506"/>
                </a:lnTo>
                <a:lnTo>
                  <a:pt x="899" y="496"/>
                </a:lnTo>
                <a:lnTo>
                  <a:pt x="906" y="487"/>
                </a:lnTo>
                <a:lnTo>
                  <a:pt x="912" y="477"/>
                </a:lnTo>
                <a:lnTo>
                  <a:pt x="918" y="467"/>
                </a:lnTo>
                <a:lnTo>
                  <a:pt x="923" y="457"/>
                </a:lnTo>
                <a:lnTo>
                  <a:pt x="928" y="447"/>
                </a:lnTo>
                <a:lnTo>
                  <a:pt x="932" y="437"/>
                </a:lnTo>
                <a:lnTo>
                  <a:pt x="936" y="427"/>
                </a:lnTo>
                <a:lnTo>
                  <a:pt x="940" y="416"/>
                </a:lnTo>
                <a:lnTo>
                  <a:pt x="943" y="406"/>
                </a:lnTo>
                <a:lnTo>
                  <a:pt x="945" y="395"/>
                </a:lnTo>
                <a:lnTo>
                  <a:pt x="947" y="385"/>
                </a:lnTo>
                <a:lnTo>
                  <a:pt x="949" y="374"/>
                </a:lnTo>
                <a:lnTo>
                  <a:pt x="950" y="364"/>
                </a:lnTo>
                <a:lnTo>
                  <a:pt x="951" y="353"/>
                </a:lnTo>
                <a:lnTo>
                  <a:pt x="951" y="342"/>
                </a:lnTo>
                <a:moveTo>
                  <a:pt x="955" y="342"/>
                </a:moveTo>
                <a:lnTo>
                  <a:pt x="955" y="353"/>
                </a:lnTo>
                <a:lnTo>
                  <a:pt x="954" y="364"/>
                </a:lnTo>
                <a:lnTo>
                  <a:pt x="953" y="374"/>
                </a:lnTo>
                <a:lnTo>
                  <a:pt x="951" y="385"/>
                </a:lnTo>
                <a:lnTo>
                  <a:pt x="949" y="396"/>
                </a:lnTo>
                <a:lnTo>
                  <a:pt x="946" y="406"/>
                </a:lnTo>
                <a:lnTo>
                  <a:pt x="943" y="417"/>
                </a:lnTo>
                <a:lnTo>
                  <a:pt x="940" y="427"/>
                </a:lnTo>
                <a:lnTo>
                  <a:pt x="936" y="438"/>
                </a:lnTo>
                <a:lnTo>
                  <a:pt x="932" y="448"/>
                </a:lnTo>
                <a:lnTo>
                  <a:pt x="927" y="458"/>
                </a:lnTo>
                <a:lnTo>
                  <a:pt x="921" y="468"/>
                </a:lnTo>
                <a:lnTo>
                  <a:pt x="916" y="478"/>
                </a:lnTo>
                <a:lnTo>
                  <a:pt x="910" y="488"/>
                </a:lnTo>
                <a:lnTo>
                  <a:pt x="903" y="497"/>
                </a:lnTo>
                <a:lnTo>
                  <a:pt x="896" y="507"/>
                </a:lnTo>
                <a:lnTo>
                  <a:pt x="888" y="516"/>
                </a:lnTo>
                <a:lnTo>
                  <a:pt x="881" y="525"/>
                </a:lnTo>
                <a:lnTo>
                  <a:pt x="872" y="534"/>
                </a:lnTo>
                <a:lnTo>
                  <a:pt x="864" y="543"/>
                </a:lnTo>
                <a:lnTo>
                  <a:pt x="855" y="552"/>
                </a:lnTo>
                <a:lnTo>
                  <a:pt x="845" y="560"/>
                </a:lnTo>
                <a:lnTo>
                  <a:pt x="836" y="568"/>
                </a:lnTo>
                <a:lnTo>
                  <a:pt x="826" y="576"/>
                </a:lnTo>
                <a:lnTo>
                  <a:pt x="815" y="584"/>
                </a:lnTo>
                <a:lnTo>
                  <a:pt x="804" y="591"/>
                </a:lnTo>
                <a:lnTo>
                  <a:pt x="793" y="599"/>
                </a:lnTo>
                <a:lnTo>
                  <a:pt x="782" y="606"/>
                </a:lnTo>
                <a:lnTo>
                  <a:pt x="770" y="612"/>
                </a:lnTo>
                <a:lnTo>
                  <a:pt x="758" y="619"/>
                </a:lnTo>
                <a:lnTo>
                  <a:pt x="746" y="625"/>
                </a:lnTo>
                <a:lnTo>
                  <a:pt x="734" y="631"/>
                </a:lnTo>
                <a:lnTo>
                  <a:pt x="721" y="636"/>
                </a:lnTo>
                <a:lnTo>
                  <a:pt x="708" y="642"/>
                </a:lnTo>
                <a:lnTo>
                  <a:pt x="694" y="647"/>
                </a:lnTo>
                <a:lnTo>
                  <a:pt x="681" y="651"/>
                </a:lnTo>
                <a:lnTo>
                  <a:pt x="667" y="656"/>
                </a:lnTo>
                <a:lnTo>
                  <a:pt x="654" y="660"/>
                </a:lnTo>
                <a:lnTo>
                  <a:pt x="640" y="664"/>
                </a:lnTo>
                <a:lnTo>
                  <a:pt x="625" y="667"/>
                </a:lnTo>
                <a:lnTo>
                  <a:pt x="611" y="670"/>
                </a:lnTo>
                <a:lnTo>
                  <a:pt x="597" y="673"/>
                </a:lnTo>
                <a:lnTo>
                  <a:pt x="582" y="676"/>
                </a:lnTo>
                <a:lnTo>
                  <a:pt x="567" y="678"/>
                </a:lnTo>
                <a:lnTo>
                  <a:pt x="553" y="680"/>
                </a:lnTo>
                <a:lnTo>
                  <a:pt x="538" y="681"/>
                </a:lnTo>
                <a:lnTo>
                  <a:pt x="523" y="682"/>
                </a:lnTo>
                <a:lnTo>
                  <a:pt x="508" y="683"/>
                </a:lnTo>
                <a:lnTo>
                  <a:pt x="493" y="684"/>
                </a:lnTo>
                <a:lnTo>
                  <a:pt x="478" y="684"/>
                </a:lnTo>
                <a:lnTo>
                  <a:pt x="462" y="684"/>
                </a:lnTo>
                <a:lnTo>
                  <a:pt x="447" y="683"/>
                </a:lnTo>
                <a:lnTo>
                  <a:pt x="432" y="682"/>
                </a:lnTo>
                <a:lnTo>
                  <a:pt x="417" y="681"/>
                </a:lnTo>
                <a:lnTo>
                  <a:pt x="402" y="680"/>
                </a:lnTo>
                <a:lnTo>
                  <a:pt x="388" y="678"/>
                </a:lnTo>
                <a:lnTo>
                  <a:pt x="373" y="676"/>
                </a:lnTo>
                <a:lnTo>
                  <a:pt x="358" y="673"/>
                </a:lnTo>
                <a:lnTo>
                  <a:pt x="344" y="670"/>
                </a:lnTo>
                <a:lnTo>
                  <a:pt x="330" y="667"/>
                </a:lnTo>
                <a:lnTo>
                  <a:pt x="315" y="664"/>
                </a:lnTo>
                <a:lnTo>
                  <a:pt x="301" y="660"/>
                </a:lnTo>
                <a:lnTo>
                  <a:pt x="288" y="656"/>
                </a:lnTo>
                <a:lnTo>
                  <a:pt x="274" y="651"/>
                </a:lnTo>
                <a:lnTo>
                  <a:pt x="260" y="647"/>
                </a:lnTo>
                <a:lnTo>
                  <a:pt x="247" y="642"/>
                </a:lnTo>
                <a:lnTo>
                  <a:pt x="234" y="636"/>
                </a:lnTo>
                <a:lnTo>
                  <a:pt x="221" y="631"/>
                </a:lnTo>
                <a:lnTo>
                  <a:pt x="209" y="625"/>
                </a:lnTo>
                <a:lnTo>
                  <a:pt x="197" y="619"/>
                </a:lnTo>
                <a:lnTo>
                  <a:pt x="185" y="612"/>
                </a:lnTo>
                <a:lnTo>
                  <a:pt x="173" y="606"/>
                </a:lnTo>
                <a:lnTo>
                  <a:pt x="162" y="599"/>
                </a:lnTo>
                <a:lnTo>
                  <a:pt x="150" y="591"/>
                </a:lnTo>
                <a:lnTo>
                  <a:pt x="140" y="584"/>
                </a:lnTo>
                <a:lnTo>
                  <a:pt x="129" y="576"/>
                </a:lnTo>
                <a:lnTo>
                  <a:pt x="119" y="568"/>
                </a:lnTo>
                <a:lnTo>
                  <a:pt x="109" y="560"/>
                </a:lnTo>
                <a:lnTo>
                  <a:pt x="100" y="552"/>
                </a:lnTo>
                <a:lnTo>
                  <a:pt x="91" y="543"/>
                </a:lnTo>
                <a:lnTo>
                  <a:pt x="82" y="534"/>
                </a:lnTo>
                <a:lnTo>
                  <a:pt x="74" y="525"/>
                </a:lnTo>
                <a:lnTo>
                  <a:pt x="66" y="516"/>
                </a:lnTo>
                <a:lnTo>
                  <a:pt x="59" y="507"/>
                </a:lnTo>
                <a:lnTo>
                  <a:pt x="52" y="497"/>
                </a:lnTo>
                <a:lnTo>
                  <a:pt x="45" y="488"/>
                </a:lnTo>
                <a:lnTo>
                  <a:pt x="39" y="478"/>
                </a:lnTo>
                <a:lnTo>
                  <a:pt x="33" y="468"/>
                </a:lnTo>
                <a:lnTo>
                  <a:pt x="28" y="458"/>
                </a:lnTo>
                <a:lnTo>
                  <a:pt x="23" y="448"/>
                </a:lnTo>
                <a:lnTo>
                  <a:pt x="19" y="438"/>
                </a:lnTo>
                <a:lnTo>
                  <a:pt x="15" y="427"/>
                </a:lnTo>
                <a:lnTo>
                  <a:pt x="11" y="417"/>
                </a:lnTo>
                <a:lnTo>
                  <a:pt x="8" y="406"/>
                </a:lnTo>
                <a:lnTo>
                  <a:pt x="6" y="396"/>
                </a:lnTo>
                <a:lnTo>
                  <a:pt x="4" y="385"/>
                </a:lnTo>
                <a:lnTo>
                  <a:pt x="2" y="374"/>
                </a:lnTo>
                <a:lnTo>
                  <a:pt x="1" y="364"/>
                </a:lnTo>
                <a:lnTo>
                  <a:pt x="0" y="353"/>
                </a:lnTo>
                <a:lnTo>
                  <a:pt x="0" y="342"/>
                </a:lnTo>
                <a:lnTo>
                  <a:pt x="0" y="332"/>
                </a:lnTo>
                <a:lnTo>
                  <a:pt x="1" y="321"/>
                </a:lnTo>
                <a:lnTo>
                  <a:pt x="2" y="310"/>
                </a:lnTo>
                <a:lnTo>
                  <a:pt x="4" y="299"/>
                </a:lnTo>
                <a:lnTo>
                  <a:pt x="6" y="289"/>
                </a:lnTo>
                <a:lnTo>
                  <a:pt x="8" y="278"/>
                </a:lnTo>
                <a:lnTo>
                  <a:pt x="11" y="268"/>
                </a:lnTo>
                <a:lnTo>
                  <a:pt x="15" y="257"/>
                </a:lnTo>
                <a:lnTo>
                  <a:pt x="19" y="247"/>
                </a:lnTo>
                <a:lnTo>
                  <a:pt x="23" y="237"/>
                </a:lnTo>
                <a:lnTo>
                  <a:pt x="28" y="227"/>
                </a:lnTo>
                <a:lnTo>
                  <a:pt x="33" y="217"/>
                </a:lnTo>
                <a:lnTo>
                  <a:pt x="39" y="207"/>
                </a:lnTo>
                <a:lnTo>
                  <a:pt x="45" y="197"/>
                </a:lnTo>
                <a:lnTo>
                  <a:pt x="52" y="187"/>
                </a:lnTo>
                <a:lnTo>
                  <a:pt x="59" y="178"/>
                </a:lnTo>
                <a:lnTo>
                  <a:pt x="66" y="168"/>
                </a:lnTo>
                <a:lnTo>
                  <a:pt x="74" y="159"/>
                </a:lnTo>
                <a:lnTo>
                  <a:pt x="82" y="150"/>
                </a:lnTo>
                <a:lnTo>
                  <a:pt x="91" y="141"/>
                </a:lnTo>
                <a:lnTo>
                  <a:pt x="100" y="133"/>
                </a:lnTo>
                <a:lnTo>
                  <a:pt x="109" y="124"/>
                </a:lnTo>
                <a:lnTo>
                  <a:pt x="119" y="116"/>
                </a:lnTo>
                <a:lnTo>
                  <a:pt x="129" y="108"/>
                </a:lnTo>
                <a:lnTo>
                  <a:pt x="140" y="101"/>
                </a:lnTo>
                <a:lnTo>
                  <a:pt x="150" y="93"/>
                </a:lnTo>
                <a:lnTo>
                  <a:pt x="162" y="86"/>
                </a:lnTo>
                <a:lnTo>
                  <a:pt x="173" y="79"/>
                </a:lnTo>
                <a:lnTo>
                  <a:pt x="185" y="72"/>
                </a:lnTo>
                <a:lnTo>
                  <a:pt x="197" y="66"/>
                </a:lnTo>
                <a:lnTo>
                  <a:pt x="209" y="60"/>
                </a:lnTo>
                <a:lnTo>
                  <a:pt x="221" y="54"/>
                </a:lnTo>
                <a:lnTo>
                  <a:pt x="234" y="48"/>
                </a:lnTo>
                <a:lnTo>
                  <a:pt x="247" y="43"/>
                </a:lnTo>
                <a:lnTo>
                  <a:pt x="260" y="38"/>
                </a:lnTo>
                <a:lnTo>
                  <a:pt x="274" y="33"/>
                </a:lnTo>
                <a:lnTo>
                  <a:pt x="288" y="29"/>
                </a:lnTo>
                <a:lnTo>
                  <a:pt x="301" y="25"/>
                </a:lnTo>
                <a:lnTo>
                  <a:pt x="315" y="21"/>
                </a:lnTo>
                <a:lnTo>
                  <a:pt x="330" y="16"/>
                </a:lnTo>
                <a:lnTo>
                  <a:pt x="344" y="13"/>
                </a:lnTo>
                <a:lnTo>
                  <a:pt x="358" y="10"/>
                </a:lnTo>
                <a:lnTo>
                  <a:pt x="373" y="8"/>
                </a:lnTo>
                <a:lnTo>
                  <a:pt x="388" y="6"/>
                </a:lnTo>
                <a:lnTo>
                  <a:pt x="402" y="4"/>
                </a:lnTo>
                <a:lnTo>
                  <a:pt x="417" y="2"/>
                </a:lnTo>
                <a:lnTo>
                  <a:pt x="432" y="1"/>
                </a:lnTo>
                <a:lnTo>
                  <a:pt x="447" y="0"/>
                </a:lnTo>
                <a:lnTo>
                  <a:pt x="462" y="0"/>
                </a:lnTo>
                <a:lnTo>
                  <a:pt x="478" y="0"/>
                </a:lnTo>
                <a:lnTo>
                  <a:pt x="493" y="0"/>
                </a:lnTo>
                <a:lnTo>
                  <a:pt x="508" y="0"/>
                </a:lnTo>
                <a:lnTo>
                  <a:pt x="523" y="1"/>
                </a:lnTo>
                <a:lnTo>
                  <a:pt x="538" y="2"/>
                </a:lnTo>
                <a:lnTo>
                  <a:pt x="553" y="4"/>
                </a:lnTo>
                <a:lnTo>
                  <a:pt x="567" y="6"/>
                </a:lnTo>
                <a:lnTo>
                  <a:pt x="582" y="8"/>
                </a:lnTo>
                <a:lnTo>
                  <a:pt x="597" y="10"/>
                </a:lnTo>
                <a:lnTo>
                  <a:pt x="611" y="13"/>
                </a:lnTo>
                <a:lnTo>
                  <a:pt x="625" y="16"/>
                </a:lnTo>
                <a:lnTo>
                  <a:pt x="640" y="21"/>
                </a:lnTo>
                <a:lnTo>
                  <a:pt x="654" y="25"/>
                </a:lnTo>
                <a:lnTo>
                  <a:pt x="667" y="29"/>
                </a:lnTo>
                <a:lnTo>
                  <a:pt x="681" y="33"/>
                </a:lnTo>
                <a:lnTo>
                  <a:pt x="694" y="38"/>
                </a:lnTo>
                <a:lnTo>
                  <a:pt x="708" y="43"/>
                </a:lnTo>
                <a:lnTo>
                  <a:pt x="721" y="48"/>
                </a:lnTo>
                <a:lnTo>
                  <a:pt x="734" y="54"/>
                </a:lnTo>
                <a:lnTo>
                  <a:pt x="746" y="60"/>
                </a:lnTo>
                <a:lnTo>
                  <a:pt x="758" y="66"/>
                </a:lnTo>
                <a:lnTo>
                  <a:pt x="770" y="72"/>
                </a:lnTo>
                <a:lnTo>
                  <a:pt x="782" y="79"/>
                </a:lnTo>
                <a:lnTo>
                  <a:pt x="793" y="86"/>
                </a:lnTo>
                <a:lnTo>
                  <a:pt x="804" y="93"/>
                </a:lnTo>
                <a:lnTo>
                  <a:pt x="815" y="101"/>
                </a:lnTo>
                <a:lnTo>
                  <a:pt x="826" y="108"/>
                </a:lnTo>
                <a:lnTo>
                  <a:pt x="836" y="116"/>
                </a:lnTo>
                <a:lnTo>
                  <a:pt x="845" y="124"/>
                </a:lnTo>
                <a:lnTo>
                  <a:pt x="855" y="133"/>
                </a:lnTo>
                <a:lnTo>
                  <a:pt x="864" y="141"/>
                </a:lnTo>
                <a:lnTo>
                  <a:pt x="872" y="150"/>
                </a:lnTo>
                <a:lnTo>
                  <a:pt x="881" y="159"/>
                </a:lnTo>
                <a:lnTo>
                  <a:pt x="888" y="168"/>
                </a:lnTo>
                <a:lnTo>
                  <a:pt x="896" y="178"/>
                </a:lnTo>
                <a:lnTo>
                  <a:pt x="903" y="187"/>
                </a:lnTo>
                <a:lnTo>
                  <a:pt x="910" y="197"/>
                </a:lnTo>
                <a:lnTo>
                  <a:pt x="916" y="207"/>
                </a:lnTo>
                <a:lnTo>
                  <a:pt x="921" y="217"/>
                </a:lnTo>
                <a:lnTo>
                  <a:pt x="927" y="227"/>
                </a:lnTo>
                <a:lnTo>
                  <a:pt x="932" y="237"/>
                </a:lnTo>
                <a:lnTo>
                  <a:pt x="936" y="247"/>
                </a:lnTo>
                <a:lnTo>
                  <a:pt x="940" y="257"/>
                </a:lnTo>
                <a:lnTo>
                  <a:pt x="943" y="268"/>
                </a:lnTo>
                <a:lnTo>
                  <a:pt x="946" y="278"/>
                </a:lnTo>
                <a:lnTo>
                  <a:pt x="949" y="289"/>
                </a:lnTo>
                <a:lnTo>
                  <a:pt x="951" y="299"/>
                </a:lnTo>
                <a:lnTo>
                  <a:pt x="953" y="310"/>
                </a:lnTo>
                <a:lnTo>
                  <a:pt x="954" y="321"/>
                </a:lnTo>
                <a:lnTo>
                  <a:pt x="955" y="332"/>
                </a:lnTo>
                <a:lnTo>
                  <a:pt x="955" y="342"/>
                </a:lnTo>
                <a:close/>
              </a:path>
            </a:pathLst>
          </a:custGeom>
          <a:solidFill>
            <a:srgbClr val="ffd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1" name=""/>
          <p:cNvSpPr/>
          <p:nvPr/>
        </p:nvSpPr>
        <p:spPr>
          <a:xfrm>
            <a:off x="7889400" y="2820240"/>
            <a:ext cx="346680" cy="248400"/>
          </a:xfrm>
          <a:custGeom>
            <a:avLst/>
            <a:gdLst/>
            <a:ahLst/>
            <a:rect l="0" t="0" r="r" b="b"/>
            <a:pathLst>
              <a:path w="963" h="690">
                <a:moveTo>
                  <a:pt x="959" y="345"/>
                </a:moveTo>
                <a:lnTo>
                  <a:pt x="959" y="335"/>
                </a:lnTo>
                <a:lnTo>
                  <a:pt x="958" y="324"/>
                </a:lnTo>
                <a:lnTo>
                  <a:pt x="957" y="313"/>
                </a:lnTo>
                <a:lnTo>
                  <a:pt x="955" y="302"/>
                </a:lnTo>
                <a:lnTo>
                  <a:pt x="953" y="292"/>
                </a:lnTo>
                <a:lnTo>
                  <a:pt x="950" y="281"/>
                </a:lnTo>
                <a:lnTo>
                  <a:pt x="947" y="271"/>
                </a:lnTo>
                <a:lnTo>
                  <a:pt x="944" y="260"/>
                </a:lnTo>
                <a:lnTo>
                  <a:pt x="940" y="250"/>
                </a:lnTo>
                <a:lnTo>
                  <a:pt x="936" y="240"/>
                </a:lnTo>
                <a:lnTo>
                  <a:pt x="931" y="230"/>
                </a:lnTo>
                <a:lnTo>
                  <a:pt x="925" y="220"/>
                </a:lnTo>
                <a:lnTo>
                  <a:pt x="920" y="210"/>
                </a:lnTo>
                <a:lnTo>
                  <a:pt x="914" y="200"/>
                </a:lnTo>
                <a:lnTo>
                  <a:pt x="907" y="190"/>
                </a:lnTo>
                <a:lnTo>
                  <a:pt x="900" y="181"/>
                </a:lnTo>
                <a:lnTo>
                  <a:pt x="892" y="171"/>
                </a:lnTo>
                <a:lnTo>
                  <a:pt x="885" y="162"/>
                </a:lnTo>
                <a:lnTo>
                  <a:pt x="876" y="153"/>
                </a:lnTo>
                <a:lnTo>
                  <a:pt x="868" y="144"/>
                </a:lnTo>
                <a:lnTo>
                  <a:pt x="859" y="136"/>
                </a:lnTo>
                <a:lnTo>
                  <a:pt x="849" y="127"/>
                </a:lnTo>
                <a:lnTo>
                  <a:pt x="840" y="119"/>
                </a:lnTo>
                <a:lnTo>
                  <a:pt x="830" y="111"/>
                </a:lnTo>
                <a:lnTo>
                  <a:pt x="819" y="104"/>
                </a:lnTo>
                <a:lnTo>
                  <a:pt x="808" y="96"/>
                </a:lnTo>
                <a:lnTo>
                  <a:pt x="797" y="89"/>
                </a:lnTo>
                <a:lnTo>
                  <a:pt x="786" y="82"/>
                </a:lnTo>
                <a:lnTo>
                  <a:pt x="774" y="74"/>
                </a:lnTo>
                <a:lnTo>
                  <a:pt x="762" y="68"/>
                </a:lnTo>
                <a:lnTo>
                  <a:pt x="750" y="62"/>
                </a:lnTo>
                <a:lnTo>
                  <a:pt x="738" y="56"/>
                </a:lnTo>
                <a:lnTo>
                  <a:pt x="725" y="50"/>
                </a:lnTo>
                <a:lnTo>
                  <a:pt x="712" y="45"/>
                </a:lnTo>
                <a:lnTo>
                  <a:pt x="698" y="40"/>
                </a:lnTo>
                <a:lnTo>
                  <a:pt x="685" y="35"/>
                </a:lnTo>
                <a:lnTo>
                  <a:pt x="671" y="31"/>
                </a:lnTo>
                <a:lnTo>
                  <a:pt x="657" y="27"/>
                </a:lnTo>
                <a:lnTo>
                  <a:pt x="643" y="23"/>
                </a:lnTo>
                <a:lnTo>
                  <a:pt x="628" y="19"/>
                </a:lnTo>
                <a:lnTo>
                  <a:pt x="614" y="16"/>
                </a:lnTo>
                <a:lnTo>
                  <a:pt x="600" y="13"/>
                </a:lnTo>
                <a:lnTo>
                  <a:pt x="585" y="11"/>
                </a:lnTo>
                <a:lnTo>
                  <a:pt x="570" y="9"/>
                </a:lnTo>
                <a:lnTo>
                  <a:pt x="556" y="7"/>
                </a:lnTo>
                <a:lnTo>
                  <a:pt x="541" y="5"/>
                </a:lnTo>
                <a:lnTo>
                  <a:pt x="526" y="4"/>
                </a:lnTo>
                <a:lnTo>
                  <a:pt x="511" y="3"/>
                </a:lnTo>
                <a:lnTo>
                  <a:pt x="496" y="3"/>
                </a:lnTo>
                <a:lnTo>
                  <a:pt x="481" y="3"/>
                </a:lnTo>
                <a:lnTo>
                  <a:pt x="466" y="3"/>
                </a:lnTo>
                <a:lnTo>
                  <a:pt x="451" y="3"/>
                </a:lnTo>
                <a:lnTo>
                  <a:pt x="436" y="4"/>
                </a:lnTo>
                <a:lnTo>
                  <a:pt x="421" y="5"/>
                </a:lnTo>
                <a:lnTo>
                  <a:pt x="406" y="7"/>
                </a:lnTo>
                <a:lnTo>
                  <a:pt x="392" y="9"/>
                </a:lnTo>
                <a:lnTo>
                  <a:pt x="377" y="11"/>
                </a:lnTo>
                <a:lnTo>
                  <a:pt x="362" y="13"/>
                </a:lnTo>
                <a:lnTo>
                  <a:pt x="348" y="16"/>
                </a:lnTo>
                <a:lnTo>
                  <a:pt x="334" y="19"/>
                </a:lnTo>
                <a:lnTo>
                  <a:pt x="319" y="23"/>
                </a:lnTo>
                <a:lnTo>
                  <a:pt x="305" y="27"/>
                </a:lnTo>
                <a:lnTo>
                  <a:pt x="292" y="31"/>
                </a:lnTo>
                <a:lnTo>
                  <a:pt x="278" y="35"/>
                </a:lnTo>
                <a:lnTo>
                  <a:pt x="264" y="40"/>
                </a:lnTo>
                <a:lnTo>
                  <a:pt x="251" y="45"/>
                </a:lnTo>
                <a:lnTo>
                  <a:pt x="238" y="50"/>
                </a:lnTo>
                <a:lnTo>
                  <a:pt x="225" y="56"/>
                </a:lnTo>
                <a:lnTo>
                  <a:pt x="213" y="62"/>
                </a:lnTo>
                <a:lnTo>
                  <a:pt x="201" y="68"/>
                </a:lnTo>
                <a:lnTo>
                  <a:pt x="189" y="74"/>
                </a:lnTo>
                <a:lnTo>
                  <a:pt x="177" y="82"/>
                </a:lnTo>
                <a:lnTo>
                  <a:pt x="166" y="89"/>
                </a:lnTo>
                <a:lnTo>
                  <a:pt x="154" y="96"/>
                </a:lnTo>
                <a:lnTo>
                  <a:pt x="144" y="104"/>
                </a:lnTo>
                <a:lnTo>
                  <a:pt x="133" y="111"/>
                </a:lnTo>
                <a:lnTo>
                  <a:pt x="123" y="119"/>
                </a:lnTo>
                <a:lnTo>
                  <a:pt x="113" y="127"/>
                </a:lnTo>
                <a:lnTo>
                  <a:pt x="104" y="136"/>
                </a:lnTo>
                <a:lnTo>
                  <a:pt x="95" y="144"/>
                </a:lnTo>
                <a:lnTo>
                  <a:pt x="86" y="153"/>
                </a:lnTo>
                <a:lnTo>
                  <a:pt x="78" y="162"/>
                </a:lnTo>
                <a:lnTo>
                  <a:pt x="70" y="171"/>
                </a:lnTo>
                <a:lnTo>
                  <a:pt x="63" y="181"/>
                </a:lnTo>
                <a:lnTo>
                  <a:pt x="56" y="190"/>
                </a:lnTo>
                <a:lnTo>
                  <a:pt x="49" y="200"/>
                </a:lnTo>
                <a:lnTo>
                  <a:pt x="43" y="210"/>
                </a:lnTo>
                <a:lnTo>
                  <a:pt x="37" y="220"/>
                </a:lnTo>
                <a:lnTo>
                  <a:pt x="32" y="230"/>
                </a:lnTo>
                <a:lnTo>
                  <a:pt x="27" y="240"/>
                </a:lnTo>
                <a:lnTo>
                  <a:pt x="23" y="250"/>
                </a:lnTo>
                <a:lnTo>
                  <a:pt x="19" y="260"/>
                </a:lnTo>
                <a:lnTo>
                  <a:pt x="15" y="271"/>
                </a:lnTo>
                <a:lnTo>
                  <a:pt x="12" y="281"/>
                </a:lnTo>
                <a:lnTo>
                  <a:pt x="10" y="292"/>
                </a:lnTo>
                <a:lnTo>
                  <a:pt x="8" y="302"/>
                </a:lnTo>
                <a:lnTo>
                  <a:pt x="6" y="313"/>
                </a:lnTo>
                <a:lnTo>
                  <a:pt x="5" y="324"/>
                </a:lnTo>
                <a:lnTo>
                  <a:pt x="4" y="335"/>
                </a:lnTo>
                <a:lnTo>
                  <a:pt x="4" y="345"/>
                </a:lnTo>
                <a:lnTo>
                  <a:pt x="4" y="356"/>
                </a:lnTo>
                <a:lnTo>
                  <a:pt x="5" y="367"/>
                </a:lnTo>
                <a:lnTo>
                  <a:pt x="6" y="377"/>
                </a:lnTo>
                <a:lnTo>
                  <a:pt x="8" y="388"/>
                </a:lnTo>
                <a:lnTo>
                  <a:pt x="10" y="399"/>
                </a:lnTo>
                <a:lnTo>
                  <a:pt x="12" y="409"/>
                </a:lnTo>
                <a:lnTo>
                  <a:pt x="15" y="420"/>
                </a:lnTo>
                <a:lnTo>
                  <a:pt x="19" y="430"/>
                </a:lnTo>
                <a:lnTo>
                  <a:pt x="23" y="441"/>
                </a:lnTo>
                <a:lnTo>
                  <a:pt x="27" y="451"/>
                </a:lnTo>
                <a:lnTo>
                  <a:pt x="32" y="461"/>
                </a:lnTo>
                <a:lnTo>
                  <a:pt x="37" y="471"/>
                </a:lnTo>
                <a:lnTo>
                  <a:pt x="43" y="481"/>
                </a:lnTo>
                <a:lnTo>
                  <a:pt x="49" y="491"/>
                </a:lnTo>
                <a:lnTo>
                  <a:pt x="56" y="500"/>
                </a:lnTo>
                <a:lnTo>
                  <a:pt x="63" y="510"/>
                </a:lnTo>
                <a:lnTo>
                  <a:pt x="70" y="519"/>
                </a:lnTo>
                <a:lnTo>
                  <a:pt x="78" y="528"/>
                </a:lnTo>
                <a:lnTo>
                  <a:pt x="86" y="537"/>
                </a:lnTo>
                <a:lnTo>
                  <a:pt x="95" y="546"/>
                </a:lnTo>
                <a:lnTo>
                  <a:pt x="104" y="555"/>
                </a:lnTo>
                <a:lnTo>
                  <a:pt x="113" y="563"/>
                </a:lnTo>
                <a:lnTo>
                  <a:pt x="123" y="571"/>
                </a:lnTo>
                <a:lnTo>
                  <a:pt x="133" y="579"/>
                </a:lnTo>
                <a:lnTo>
                  <a:pt x="144" y="587"/>
                </a:lnTo>
                <a:lnTo>
                  <a:pt x="154" y="594"/>
                </a:lnTo>
                <a:lnTo>
                  <a:pt x="166" y="602"/>
                </a:lnTo>
                <a:lnTo>
                  <a:pt x="177" y="609"/>
                </a:lnTo>
                <a:lnTo>
                  <a:pt x="189" y="615"/>
                </a:lnTo>
                <a:lnTo>
                  <a:pt x="201" y="622"/>
                </a:lnTo>
                <a:lnTo>
                  <a:pt x="213" y="628"/>
                </a:lnTo>
                <a:lnTo>
                  <a:pt x="225" y="634"/>
                </a:lnTo>
                <a:lnTo>
                  <a:pt x="238" y="639"/>
                </a:lnTo>
                <a:lnTo>
                  <a:pt x="251" y="645"/>
                </a:lnTo>
                <a:lnTo>
                  <a:pt x="264" y="650"/>
                </a:lnTo>
                <a:lnTo>
                  <a:pt x="278" y="654"/>
                </a:lnTo>
                <a:lnTo>
                  <a:pt x="292" y="659"/>
                </a:lnTo>
                <a:lnTo>
                  <a:pt x="305" y="663"/>
                </a:lnTo>
                <a:lnTo>
                  <a:pt x="319" y="667"/>
                </a:lnTo>
                <a:lnTo>
                  <a:pt x="334" y="670"/>
                </a:lnTo>
                <a:lnTo>
                  <a:pt x="348" y="673"/>
                </a:lnTo>
                <a:lnTo>
                  <a:pt x="362" y="676"/>
                </a:lnTo>
                <a:lnTo>
                  <a:pt x="377" y="679"/>
                </a:lnTo>
                <a:lnTo>
                  <a:pt x="392" y="681"/>
                </a:lnTo>
                <a:lnTo>
                  <a:pt x="406" y="683"/>
                </a:lnTo>
                <a:lnTo>
                  <a:pt x="421" y="684"/>
                </a:lnTo>
                <a:lnTo>
                  <a:pt x="436" y="685"/>
                </a:lnTo>
                <a:lnTo>
                  <a:pt x="451" y="686"/>
                </a:lnTo>
                <a:lnTo>
                  <a:pt x="466" y="687"/>
                </a:lnTo>
                <a:lnTo>
                  <a:pt x="481" y="687"/>
                </a:lnTo>
                <a:lnTo>
                  <a:pt x="496" y="687"/>
                </a:lnTo>
                <a:lnTo>
                  <a:pt x="511" y="686"/>
                </a:lnTo>
                <a:lnTo>
                  <a:pt x="526" y="685"/>
                </a:lnTo>
                <a:lnTo>
                  <a:pt x="541" y="684"/>
                </a:lnTo>
                <a:lnTo>
                  <a:pt x="556" y="683"/>
                </a:lnTo>
                <a:lnTo>
                  <a:pt x="570" y="681"/>
                </a:lnTo>
                <a:lnTo>
                  <a:pt x="585" y="679"/>
                </a:lnTo>
                <a:lnTo>
                  <a:pt x="600" y="676"/>
                </a:lnTo>
                <a:lnTo>
                  <a:pt x="614" y="673"/>
                </a:lnTo>
                <a:lnTo>
                  <a:pt x="628" y="670"/>
                </a:lnTo>
                <a:lnTo>
                  <a:pt x="643" y="667"/>
                </a:lnTo>
                <a:lnTo>
                  <a:pt x="657" y="663"/>
                </a:lnTo>
                <a:lnTo>
                  <a:pt x="671" y="659"/>
                </a:lnTo>
                <a:lnTo>
                  <a:pt x="685" y="654"/>
                </a:lnTo>
                <a:lnTo>
                  <a:pt x="698" y="650"/>
                </a:lnTo>
                <a:lnTo>
                  <a:pt x="712" y="645"/>
                </a:lnTo>
                <a:lnTo>
                  <a:pt x="725" y="639"/>
                </a:lnTo>
                <a:lnTo>
                  <a:pt x="738" y="634"/>
                </a:lnTo>
                <a:lnTo>
                  <a:pt x="750" y="628"/>
                </a:lnTo>
                <a:lnTo>
                  <a:pt x="762" y="622"/>
                </a:lnTo>
                <a:lnTo>
                  <a:pt x="774" y="615"/>
                </a:lnTo>
                <a:lnTo>
                  <a:pt x="786" y="609"/>
                </a:lnTo>
                <a:lnTo>
                  <a:pt x="797" y="602"/>
                </a:lnTo>
                <a:lnTo>
                  <a:pt x="808" y="594"/>
                </a:lnTo>
                <a:lnTo>
                  <a:pt x="819" y="587"/>
                </a:lnTo>
                <a:lnTo>
                  <a:pt x="830" y="579"/>
                </a:lnTo>
                <a:lnTo>
                  <a:pt x="840" y="571"/>
                </a:lnTo>
                <a:lnTo>
                  <a:pt x="849" y="563"/>
                </a:lnTo>
                <a:lnTo>
                  <a:pt x="859" y="555"/>
                </a:lnTo>
                <a:lnTo>
                  <a:pt x="868" y="546"/>
                </a:lnTo>
                <a:lnTo>
                  <a:pt x="876" y="537"/>
                </a:lnTo>
                <a:lnTo>
                  <a:pt x="885" y="528"/>
                </a:lnTo>
                <a:lnTo>
                  <a:pt x="892" y="519"/>
                </a:lnTo>
                <a:lnTo>
                  <a:pt x="900" y="510"/>
                </a:lnTo>
                <a:lnTo>
                  <a:pt x="907" y="500"/>
                </a:lnTo>
                <a:lnTo>
                  <a:pt x="914" y="491"/>
                </a:lnTo>
                <a:lnTo>
                  <a:pt x="920" y="481"/>
                </a:lnTo>
                <a:lnTo>
                  <a:pt x="925" y="471"/>
                </a:lnTo>
                <a:lnTo>
                  <a:pt x="931" y="461"/>
                </a:lnTo>
                <a:lnTo>
                  <a:pt x="936" y="451"/>
                </a:lnTo>
                <a:lnTo>
                  <a:pt x="940" y="441"/>
                </a:lnTo>
                <a:lnTo>
                  <a:pt x="944" y="430"/>
                </a:lnTo>
                <a:lnTo>
                  <a:pt x="947" y="420"/>
                </a:lnTo>
                <a:lnTo>
                  <a:pt x="950" y="409"/>
                </a:lnTo>
                <a:lnTo>
                  <a:pt x="953" y="399"/>
                </a:lnTo>
                <a:lnTo>
                  <a:pt x="955" y="388"/>
                </a:lnTo>
                <a:lnTo>
                  <a:pt x="957" y="377"/>
                </a:lnTo>
                <a:lnTo>
                  <a:pt x="958" y="367"/>
                </a:lnTo>
                <a:lnTo>
                  <a:pt x="959" y="356"/>
                </a:lnTo>
                <a:lnTo>
                  <a:pt x="959" y="345"/>
                </a:lnTo>
                <a:moveTo>
                  <a:pt x="963" y="345"/>
                </a:moveTo>
                <a:lnTo>
                  <a:pt x="963" y="356"/>
                </a:lnTo>
                <a:lnTo>
                  <a:pt x="962" y="367"/>
                </a:lnTo>
                <a:lnTo>
                  <a:pt x="961" y="378"/>
                </a:lnTo>
                <a:lnTo>
                  <a:pt x="959" y="388"/>
                </a:lnTo>
                <a:lnTo>
                  <a:pt x="957" y="399"/>
                </a:lnTo>
                <a:lnTo>
                  <a:pt x="954" y="410"/>
                </a:lnTo>
                <a:lnTo>
                  <a:pt x="951" y="420"/>
                </a:lnTo>
                <a:lnTo>
                  <a:pt x="948" y="431"/>
                </a:lnTo>
                <a:lnTo>
                  <a:pt x="944" y="441"/>
                </a:lnTo>
                <a:lnTo>
                  <a:pt x="939" y="452"/>
                </a:lnTo>
                <a:lnTo>
                  <a:pt x="934" y="462"/>
                </a:lnTo>
                <a:lnTo>
                  <a:pt x="929" y="472"/>
                </a:lnTo>
                <a:lnTo>
                  <a:pt x="923" y="482"/>
                </a:lnTo>
                <a:lnTo>
                  <a:pt x="917" y="492"/>
                </a:lnTo>
                <a:lnTo>
                  <a:pt x="910" y="502"/>
                </a:lnTo>
                <a:lnTo>
                  <a:pt x="903" y="511"/>
                </a:lnTo>
                <a:lnTo>
                  <a:pt x="896" y="521"/>
                </a:lnTo>
                <a:lnTo>
                  <a:pt x="888" y="530"/>
                </a:lnTo>
                <a:lnTo>
                  <a:pt x="880" y="539"/>
                </a:lnTo>
                <a:lnTo>
                  <a:pt x="871" y="548"/>
                </a:lnTo>
                <a:lnTo>
                  <a:pt x="862" y="556"/>
                </a:lnTo>
                <a:lnTo>
                  <a:pt x="852" y="565"/>
                </a:lnTo>
                <a:lnTo>
                  <a:pt x="843" y="573"/>
                </a:lnTo>
                <a:lnTo>
                  <a:pt x="832" y="581"/>
                </a:lnTo>
                <a:lnTo>
                  <a:pt x="822" y="589"/>
                </a:lnTo>
                <a:lnTo>
                  <a:pt x="811" y="596"/>
                </a:lnTo>
                <a:lnTo>
                  <a:pt x="800" y="604"/>
                </a:lnTo>
                <a:lnTo>
                  <a:pt x="788" y="611"/>
                </a:lnTo>
                <a:lnTo>
                  <a:pt x="777" y="617"/>
                </a:lnTo>
                <a:lnTo>
                  <a:pt x="765" y="624"/>
                </a:lnTo>
                <a:lnTo>
                  <a:pt x="752" y="630"/>
                </a:lnTo>
                <a:lnTo>
                  <a:pt x="740" y="636"/>
                </a:lnTo>
                <a:lnTo>
                  <a:pt x="727" y="642"/>
                </a:lnTo>
                <a:lnTo>
                  <a:pt x="714" y="647"/>
                </a:lnTo>
                <a:lnTo>
                  <a:pt x="700" y="652"/>
                </a:lnTo>
                <a:lnTo>
                  <a:pt x="687" y="657"/>
                </a:lnTo>
                <a:lnTo>
                  <a:pt x="673" y="661"/>
                </a:lnTo>
                <a:lnTo>
                  <a:pt x="658" y="666"/>
                </a:lnTo>
                <a:lnTo>
                  <a:pt x="644" y="669"/>
                </a:lnTo>
                <a:lnTo>
                  <a:pt x="630" y="673"/>
                </a:lnTo>
                <a:lnTo>
                  <a:pt x="615" y="676"/>
                </a:lnTo>
                <a:lnTo>
                  <a:pt x="601" y="679"/>
                </a:lnTo>
                <a:lnTo>
                  <a:pt x="586" y="681"/>
                </a:lnTo>
                <a:lnTo>
                  <a:pt x="571" y="684"/>
                </a:lnTo>
                <a:lnTo>
                  <a:pt x="556" y="686"/>
                </a:lnTo>
                <a:lnTo>
                  <a:pt x="541" y="687"/>
                </a:lnTo>
                <a:lnTo>
                  <a:pt x="526" y="688"/>
                </a:lnTo>
                <a:lnTo>
                  <a:pt x="511" y="689"/>
                </a:lnTo>
                <a:lnTo>
                  <a:pt x="496" y="690"/>
                </a:lnTo>
                <a:lnTo>
                  <a:pt x="481" y="690"/>
                </a:lnTo>
                <a:lnTo>
                  <a:pt x="466" y="690"/>
                </a:lnTo>
                <a:lnTo>
                  <a:pt x="451" y="689"/>
                </a:lnTo>
                <a:lnTo>
                  <a:pt x="436" y="688"/>
                </a:lnTo>
                <a:lnTo>
                  <a:pt x="421" y="687"/>
                </a:lnTo>
                <a:lnTo>
                  <a:pt x="406" y="686"/>
                </a:lnTo>
                <a:lnTo>
                  <a:pt x="391" y="684"/>
                </a:lnTo>
                <a:lnTo>
                  <a:pt x="376" y="681"/>
                </a:lnTo>
                <a:lnTo>
                  <a:pt x="361" y="679"/>
                </a:lnTo>
                <a:lnTo>
                  <a:pt x="347" y="676"/>
                </a:lnTo>
                <a:lnTo>
                  <a:pt x="332" y="673"/>
                </a:lnTo>
                <a:lnTo>
                  <a:pt x="318" y="669"/>
                </a:lnTo>
                <a:lnTo>
                  <a:pt x="304" y="666"/>
                </a:lnTo>
                <a:lnTo>
                  <a:pt x="290" y="661"/>
                </a:lnTo>
                <a:lnTo>
                  <a:pt x="276" y="657"/>
                </a:lnTo>
                <a:lnTo>
                  <a:pt x="263" y="652"/>
                </a:lnTo>
                <a:lnTo>
                  <a:pt x="249" y="647"/>
                </a:lnTo>
                <a:lnTo>
                  <a:pt x="236" y="642"/>
                </a:lnTo>
                <a:lnTo>
                  <a:pt x="223" y="636"/>
                </a:lnTo>
                <a:lnTo>
                  <a:pt x="211" y="630"/>
                </a:lnTo>
                <a:lnTo>
                  <a:pt x="198" y="624"/>
                </a:lnTo>
                <a:lnTo>
                  <a:pt x="186" y="617"/>
                </a:lnTo>
                <a:lnTo>
                  <a:pt x="174" y="611"/>
                </a:lnTo>
                <a:lnTo>
                  <a:pt x="163" y="604"/>
                </a:lnTo>
                <a:lnTo>
                  <a:pt x="152" y="596"/>
                </a:lnTo>
                <a:lnTo>
                  <a:pt x="141" y="589"/>
                </a:lnTo>
                <a:lnTo>
                  <a:pt x="130" y="581"/>
                </a:lnTo>
                <a:lnTo>
                  <a:pt x="120" y="573"/>
                </a:lnTo>
                <a:lnTo>
                  <a:pt x="110" y="565"/>
                </a:lnTo>
                <a:lnTo>
                  <a:pt x="101" y="556"/>
                </a:lnTo>
                <a:lnTo>
                  <a:pt x="92" y="548"/>
                </a:lnTo>
                <a:lnTo>
                  <a:pt x="83" y="539"/>
                </a:lnTo>
                <a:lnTo>
                  <a:pt x="75" y="530"/>
                </a:lnTo>
                <a:lnTo>
                  <a:pt x="67" y="521"/>
                </a:lnTo>
                <a:lnTo>
                  <a:pt x="60" y="511"/>
                </a:lnTo>
                <a:lnTo>
                  <a:pt x="53" y="502"/>
                </a:lnTo>
                <a:lnTo>
                  <a:pt x="46" y="492"/>
                </a:lnTo>
                <a:lnTo>
                  <a:pt x="40" y="482"/>
                </a:lnTo>
                <a:lnTo>
                  <a:pt x="34" y="472"/>
                </a:lnTo>
                <a:lnTo>
                  <a:pt x="29" y="462"/>
                </a:lnTo>
                <a:lnTo>
                  <a:pt x="24" y="452"/>
                </a:lnTo>
                <a:lnTo>
                  <a:pt x="19" y="441"/>
                </a:lnTo>
                <a:lnTo>
                  <a:pt x="15" y="431"/>
                </a:lnTo>
                <a:lnTo>
                  <a:pt x="12" y="420"/>
                </a:lnTo>
                <a:lnTo>
                  <a:pt x="9" y="410"/>
                </a:lnTo>
                <a:lnTo>
                  <a:pt x="6" y="399"/>
                </a:lnTo>
                <a:lnTo>
                  <a:pt x="4" y="388"/>
                </a:lnTo>
                <a:lnTo>
                  <a:pt x="2" y="378"/>
                </a:lnTo>
                <a:lnTo>
                  <a:pt x="1" y="367"/>
                </a:lnTo>
                <a:lnTo>
                  <a:pt x="0" y="356"/>
                </a:lnTo>
                <a:lnTo>
                  <a:pt x="0" y="345"/>
                </a:lnTo>
                <a:lnTo>
                  <a:pt x="0" y="334"/>
                </a:lnTo>
                <a:lnTo>
                  <a:pt x="1" y="324"/>
                </a:lnTo>
                <a:lnTo>
                  <a:pt x="2" y="313"/>
                </a:lnTo>
                <a:lnTo>
                  <a:pt x="4" y="302"/>
                </a:lnTo>
                <a:lnTo>
                  <a:pt x="6" y="291"/>
                </a:lnTo>
                <a:lnTo>
                  <a:pt x="9" y="281"/>
                </a:lnTo>
                <a:lnTo>
                  <a:pt x="12" y="270"/>
                </a:lnTo>
                <a:lnTo>
                  <a:pt x="15" y="260"/>
                </a:lnTo>
                <a:lnTo>
                  <a:pt x="19" y="249"/>
                </a:lnTo>
                <a:lnTo>
                  <a:pt x="24" y="239"/>
                </a:lnTo>
                <a:lnTo>
                  <a:pt x="29" y="229"/>
                </a:lnTo>
                <a:lnTo>
                  <a:pt x="34" y="218"/>
                </a:lnTo>
                <a:lnTo>
                  <a:pt x="40" y="208"/>
                </a:lnTo>
                <a:lnTo>
                  <a:pt x="46" y="199"/>
                </a:lnTo>
                <a:lnTo>
                  <a:pt x="53" y="189"/>
                </a:lnTo>
                <a:lnTo>
                  <a:pt x="60" y="179"/>
                </a:lnTo>
                <a:lnTo>
                  <a:pt x="67" y="170"/>
                </a:lnTo>
                <a:lnTo>
                  <a:pt x="75" y="161"/>
                </a:lnTo>
                <a:lnTo>
                  <a:pt x="83" y="152"/>
                </a:lnTo>
                <a:lnTo>
                  <a:pt x="92" y="143"/>
                </a:lnTo>
                <a:lnTo>
                  <a:pt x="101" y="134"/>
                </a:lnTo>
                <a:lnTo>
                  <a:pt x="110" y="126"/>
                </a:lnTo>
                <a:lnTo>
                  <a:pt x="120" y="117"/>
                </a:lnTo>
                <a:lnTo>
                  <a:pt x="130" y="109"/>
                </a:lnTo>
                <a:lnTo>
                  <a:pt x="141" y="102"/>
                </a:lnTo>
                <a:lnTo>
                  <a:pt x="152" y="94"/>
                </a:lnTo>
                <a:lnTo>
                  <a:pt x="163" y="87"/>
                </a:lnTo>
                <a:lnTo>
                  <a:pt x="174" y="80"/>
                </a:lnTo>
                <a:lnTo>
                  <a:pt x="186" y="72"/>
                </a:lnTo>
                <a:lnTo>
                  <a:pt x="198" y="66"/>
                </a:lnTo>
                <a:lnTo>
                  <a:pt x="211" y="59"/>
                </a:lnTo>
                <a:lnTo>
                  <a:pt x="223" y="53"/>
                </a:lnTo>
                <a:lnTo>
                  <a:pt x="236" y="48"/>
                </a:lnTo>
                <a:lnTo>
                  <a:pt x="249" y="42"/>
                </a:lnTo>
                <a:lnTo>
                  <a:pt x="263" y="37"/>
                </a:lnTo>
                <a:lnTo>
                  <a:pt x="276" y="33"/>
                </a:lnTo>
                <a:lnTo>
                  <a:pt x="290" y="28"/>
                </a:lnTo>
                <a:lnTo>
                  <a:pt x="304" y="24"/>
                </a:lnTo>
                <a:lnTo>
                  <a:pt x="318" y="20"/>
                </a:lnTo>
                <a:lnTo>
                  <a:pt x="332" y="17"/>
                </a:lnTo>
                <a:lnTo>
                  <a:pt x="347" y="13"/>
                </a:lnTo>
                <a:lnTo>
                  <a:pt x="361" y="11"/>
                </a:lnTo>
                <a:lnTo>
                  <a:pt x="376" y="8"/>
                </a:lnTo>
                <a:lnTo>
                  <a:pt x="391" y="6"/>
                </a:lnTo>
                <a:lnTo>
                  <a:pt x="406" y="4"/>
                </a:lnTo>
                <a:lnTo>
                  <a:pt x="421" y="3"/>
                </a:lnTo>
                <a:lnTo>
                  <a:pt x="436" y="1"/>
                </a:lnTo>
                <a:lnTo>
                  <a:pt x="451" y="0"/>
                </a:lnTo>
                <a:lnTo>
                  <a:pt x="466" y="0"/>
                </a:lnTo>
                <a:lnTo>
                  <a:pt x="481" y="0"/>
                </a:lnTo>
                <a:lnTo>
                  <a:pt x="496" y="0"/>
                </a:lnTo>
                <a:lnTo>
                  <a:pt x="511" y="0"/>
                </a:lnTo>
                <a:lnTo>
                  <a:pt x="526" y="1"/>
                </a:lnTo>
                <a:lnTo>
                  <a:pt x="541" y="3"/>
                </a:lnTo>
                <a:lnTo>
                  <a:pt x="556" y="4"/>
                </a:lnTo>
                <a:lnTo>
                  <a:pt x="571" y="6"/>
                </a:lnTo>
                <a:lnTo>
                  <a:pt x="586" y="8"/>
                </a:lnTo>
                <a:lnTo>
                  <a:pt x="601" y="11"/>
                </a:lnTo>
                <a:lnTo>
                  <a:pt x="615" y="13"/>
                </a:lnTo>
                <a:lnTo>
                  <a:pt x="630" y="17"/>
                </a:lnTo>
                <a:lnTo>
                  <a:pt x="644" y="20"/>
                </a:lnTo>
                <a:lnTo>
                  <a:pt x="658" y="24"/>
                </a:lnTo>
                <a:lnTo>
                  <a:pt x="673" y="28"/>
                </a:lnTo>
                <a:lnTo>
                  <a:pt x="687" y="33"/>
                </a:lnTo>
                <a:lnTo>
                  <a:pt x="700" y="37"/>
                </a:lnTo>
                <a:lnTo>
                  <a:pt x="714" y="42"/>
                </a:lnTo>
                <a:lnTo>
                  <a:pt x="727" y="48"/>
                </a:lnTo>
                <a:lnTo>
                  <a:pt x="740" y="53"/>
                </a:lnTo>
                <a:lnTo>
                  <a:pt x="752" y="59"/>
                </a:lnTo>
                <a:lnTo>
                  <a:pt x="765" y="66"/>
                </a:lnTo>
                <a:lnTo>
                  <a:pt x="777" y="72"/>
                </a:lnTo>
                <a:lnTo>
                  <a:pt x="788" y="80"/>
                </a:lnTo>
                <a:lnTo>
                  <a:pt x="800" y="87"/>
                </a:lnTo>
                <a:lnTo>
                  <a:pt x="811" y="94"/>
                </a:lnTo>
                <a:lnTo>
                  <a:pt x="822" y="102"/>
                </a:lnTo>
                <a:lnTo>
                  <a:pt x="832" y="109"/>
                </a:lnTo>
                <a:lnTo>
                  <a:pt x="843" y="117"/>
                </a:lnTo>
                <a:lnTo>
                  <a:pt x="852" y="126"/>
                </a:lnTo>
                <a:lnTo>
                  <a:pt x="862" y="134"/>
                </a:lnTo>
                <a:lnTo>
                  <a:pt x="871" y="143"/>
                </a:lnTo>
                <a:lnTo>
                  <a:pt x="880" y="152"/>
                </a:lnTo>
                <a:lnTo>
                  <a:pt x="888" y="161"/>
                </a:lnTo>
                <a:lnTo>
                  <a:pt x="896" y="170"/>
                </a:lnTo>
                <a:lnTo>
                  <a:pt x="903" y="179"/>
                </a:lnTo>
                <a:lnTo>
                  <a:pt x="910" y="189"/>
                </a:lnTo>
                <a:lnTo>
                  <a:pt x="917" y="199"/>
                </a:lnTo>
                <a:lnTo>
                  <a:pt x="923" y="208"/>
                </a:lnTo>
                <a:lnTo>
                  <a:pt x="929" y="218"/>
                </a:lnTo>
                <a:lnTo>
                  <a:pt x="934" y="229"/>
                </a:lnTo>
                <a:lnTo>
                  <a:pt x="939" y="239"/>
                </a:lnTo>
                <a:lnTo>
                  <a:pt x="944" y="249"/>
                </a:lnTo>
                <a:lnTo>
                  <a:pt x="948" y="260"/>
                </a:lnTo>
                <a:lnTo>
                  <a:pt x="951" y="270"/>
                </a:lnTo>
                <a:lnTo>
                  <a:pt x="954" y="281"/>
                </a:lnTo>
                <a:lnTo>
                  <a:pt x="957" y="291"/>
                </a:lnTo>
                <a:lnTo>
                  <a:pt x="959" y="302"/>
                </a:lnTo>
                <a:lnTo>
                  <a:pt x="961" y="313"/>
                </a:lnTo>
                <a:lnTo>
                  <a:pt x="962" y="324"/>
                </a:lnTo>
                <a:lnTo>
                  <a:pt x="963" y="334"/>
                </a:lnTo>
                <a:lnTo>
                  <a:pt x="963" y="345"/>
                </a:lnTo>
                <a:close/>
              </a:path>
            </a:pathLst>
          </a:custGeom>
          <a:solidFill>
            <a:srgbClr val="ffd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2" name=""/>
          <p:cNvSpPr/>
          <p:nvPr/>
        </p:nvSpPr>
        <p:spPr>
          <a:xfrm>
            <a:off x="7887960" y="2819160"/>
            <a:ext cx="349560" cy="250560"/>
          </a:xfrm>
          <a:custGeom>
            <a:avLst/>
            <a:gdLst/>
            <a:ahLst/>
            <a:rect l="0" t="0" r="r" b="b"/>
            <a:pathLst>
              <a:path w="971" h="696">
                <a:moveTo>
                  <a:pt x="967" y="348"/>
                </a:moveTo>
                <a:lnTo>
                  <a:pt x="967" y="337"/>
                </a:lnTo>
                <a:lnTo>
                  <a:pt x="966" y="327"/>
                </a:lnTo>
                <a:lnTo>
                  <a:pt x="965" y="316"/>
                </a:lnTo>
                <a:lnTo>
                  <a:pt x="963" y="305"/>
                </a:lnTo>
                <a:lnTo>
                  <a:pt x="961" y="294"/>
                </a:lnTo>
                <a:lnTo>
                  <a:pt x="958" y="284"/>
                </a:lnTo>
                <a:lnTo>
                  <a:pt x="955" y="273"/>
                </a:lnTo>
                <a:lnTo>
                  <a:pt x="952" y="263"/>
                </a:lnTo>
                <a:lnTo>
                  <a:pt x="948" y="252"/>
                </a:lnTo>
                <a:lnTo>
                  <a:pt x="943" y="242"/>
                </a:lnTo>
                <a:lnTo>
                  <a:pt x="938" y="232"/>
                </a:lnTo>
                <a:lnTo>
                  <a:pt x="933" y="221"/>
                </a:lnTo>
                <a:lnTo>
                  <a:pt x="927" y="211"/>
                </a:lnTo>
                <a:lnTo>
                  <a:pt x="921" y="202"/>
                </a:lnTo>
                <a:lnTo>
                  <a:pt x="914" y="192"/>
                </a:lnTo>
                <a:lnTo>
                  <a:pt x="907" y="182"/>
                </a:lnTo>
                <a:lnTo>
                  <a:pt x="900" y="173"/>
                </a:lnTo>
                <a:lnTo>
                  <a:pt x="892" y="164"/>
                </a:lnTo>
                <a:lnTo>
                  <a:pt x="884" y="155"/>
                </a:lnTo>
                <a:lnTo>
                  <a:pt x="875" y="145"/>
                </a:lnTo>
                <a:lnTo>
                  <a:pt x="866" y="136"/>
                </a:lnTo>
                <a:lnTo>
                  <a:pt x="855" y="128"/>
                </a:lnTo>
                <a:lnTo>
                  <a:pt x="846" y="119"/>
                </a:lnTo>
                <a:lnTo>
                  <a:pt x="835" y="111"/>
                </a:lnTo>
                <a:lnTo>
                  <a:pt x="825" y="104"/>
                </a:lnTo>
                <a:lnTo>
                  <a:pt x="814" y="96"/>
                </a:lnTo>
                <a:lnTo>
                  <a:pt x="803" y="89"/>
                </a:lnTo>
                <a:lnTo>
                  <a:pt x="791" y="82"/>
                </a:lnTo>
                <a:lnTo>
                  <a:pt x="780" y="75"/>
                </a:lnTo>
                <a:lnTo>
                  <a:pt x="768" y="69"/>
                </a:lnTo>
                <a:lnTo>
                  <a:pt x="755" y="62"/>
                </a:lnTo>
                <a:lnTo>
                  <a:pt x="743" y="56"/>
                </a:lnTo>
                <a:lnTo>
                  <a:pt x="730" y="51"/>
                </a:lnTo>
                <a:lnTo>
                  <a:pt x="717" y="45"/>
                </a:lnTo>
                <a:lnTo>
                  <a:pt x="703" y="40"/>
                </a:lnTo>
                <a:lnTo>
                  <a:pt x="690" y="36"/>
                </a:lnTo>
                <a:lnTo>
                  <a:pt x="676" y="31"/>
                </a:lnTo>
                <a:lnTo>
                  <a:pt x="662" y="27"/>
                </a:lnTo>
                <a:lnTo>
                  <a:pt x="648" y="23"/>
                </a:lnTo>
                <a:lnTo>
                  <a:pt x="634" y="20"/>
                </a:lnTo>
                <a:lnTo>
                  <a:pt x="619" y="16"/>
                </a:lnTo>
                <a:lnTo>
                  <a:pt x="605" y="14"/>
                </a:lnTo>
                <a:lnTo>
                  <a:pt x="590" y="11"/>
                </a:lnTo>
                <a:lnTo>
                  <a:pt x="575" y="9"/>
                </a:lnTo>
                <a:lnTo>
                  <a:pt x="560" y="7"/>
                </a:lnTo>
                <a:lnTo>
                  <a:pt x="545" y="6"/>
                </a:lnTo>
                <a:lnTo>
                  <a:pt x="530" y="4"/>
                </a:lnTo>
                <a:lnTo>
                  <a:pt x="515" y="3"/>
                </a:lnTo>
                <a:lnTo>
                  <a:pt x="500" y="3"/>
                </a:lnTo>
                <a:lnTo>
                  <a:pt x="485" y="3"/>
                </a:lnTo>
                <a:lnTo>
                  <a:pt x="470" y="3"/>
                </a:lnTo>
                <a:lnTo>
                  <a:pt x="455" y="3"/>
                </a:lnTo>
                <a:lnTo>
                  <a:pt x="440" y="4"/>
                </a:lnTo>
                <a:lnTo>
                  <a:pt x="425" y="6"/>
                </a:lnTo>
                <a:lnTo>
                  <a:pt x="410" y="7"/>
                </a:lnTo>
                <a:lnTo>
                  <a:pt x="395" y="9"/>
                </a:lnTo>
                <a:lnTo>
                  <a:pt x="380" y="11"/>
                </a:lnTo>
                <a:lnTo>
                  <a:pt x="365" y="14"/>
                </a:lnTo>
                <a:lnTo>
                  <a:pt x="351" y="16"/>
                </a:lnTo>
                <a:lnTo>
                  <a:pt x="336" y="20"/>
                </a:lnTo>
                <a:lnTo>
                  <a:pt x="322" y="23"/>
                </a:lnTo>
                <a:lnTo>
                  <a:pt x="308" y="27"/>
                </a:lnTo>
                <a:lnTo>
                  <a:pt x="294" y="31"/>
                </a:lnTo>
                <a:lnTo>
                  <a:pt x="280" y="36"/>
                </a:lnTo>
                <a:lnTo>
                  <a:pt x="267" y="40"/>
                </a:lnTo>
                <a:lnTo>
                  <a:pt x="253" y="45"/>
                </a:lnTo>
                <a:lnTo>
                  <a:pt x="240" y="51"/>
                </a:lnTo>
                <a:lnTo>
                  <a:pt x="227" y="56"/>
                </a:lnTo>
                <a:lnTo>
                  <a:pt x="215" y="62"/>
                </a:lnTo>
                <a:lnTo>
                  <a:pt x="202" y="69"/>
                </a:lnTo>
                <a:lnTo>
                  <a:pt x="190" y="75"/>
                </a:lnTo>
                <a:lnTo>
                  <a:pt x="178" y="82"/>
                </a:lnTo>
                <a:lnTo>
                  <a:pt x="167" y="89"/>
                </a:lnTo>
                <a:lnTo>
                  <a:pt x="156" y="96"/>
                </a:lnTo>
                <a:lnTo>
                  <a:pt x="145" y="104"/>
                </a:lnTo>
                <a:lnTo>
                  <a:pt x="134" y="111"/>
                </a:lnTo>
                <a:lnTo>
                  <a:pt x="124" y="119"/>
                </a:lnTo>
                <a:lnTo>
                  <a:pt x="114" y="128"/>
                </a:lnTo>
                <a:lnTo>
                  <a:pt x="105" y="136"/>
                </a:lnTo>
                <a:lnTo>
                  <a:pt x="96" y="145"/>
                </a:lnTo>
                <a:lnTo>
                  <a:pt x="87" y="155"/>
                </a:lnTo>
                <a:lnTo>
                  <a:pt x="79" y="164"/>
                </a:lnTo>
                <a:lnTo>
                  <a:pt x="71" y="173"/>
                </a:lnTo>
                <a:lnTo>
                  <a:pt x="64" y="182"/>
                </a:lnTo>
                <a:lnTo>
                  <a:pt x="57" y="192"/>
                </a:lnTo>
                <a:lnTo>
                  <a:pt x="50" y="202"/>
                </a:lnTo>
                <a:lnTo>
                  <a:pt x="44" y="211"/>
                </a:lnTo>
                <a:lnTo>
                  <a:pt x="38" y="221"/>
                </a:lnTo>
                <a:lnTo>
                  <a:pt x="33" y="232"/>
                </a:lnTo>
                <a:lnTo>
                  <a:pt x="28" y="242"/>
                </a:lnTo>
                <a:lnTo>
                  <a:pt x="23" y="252"/>
                </a:lnTo>
                <a:lnTo>
                  <a:pt x="19" y="263"/>
                </a:lnTo>
                <a:lnTo>
                  <a:pt x="16" y="273"/>
                </a:lnTo>
                <a:lnTo>
                  <a:pt x="13" y="284"/>
                </a:lnTo>
                <a:lnTo>
                  <a:pt x="10" y="294"/>
                </a:lnTo>
                <a:lnTo>
                  <a:pt x="8" y="305"/>
                </a:lnTo>
                <a:lnTo>
                  <a:pt x="6" y="316"/>
                </a:lnTo>
                <a:lnTo>
                  <a:pt x="5" y="327"/>
                </a:lnTo>
                <a:lnTo>
                  <a:pt x="4" y="337"/>
                </a:lnTo>
                <a:lnTo>
                  <a:pt x="4" y="348"/>
                </a:lnTo>
                <a:lnTo>
                  <a:pt x="4" y="359"/>
                </a:lnTo>
                <a:lnTo>
                  <a:pt x="5" y="370"/>
                </a:lnTo>
                <a:lnTo>
                  <a:pt x="6" y="381"/>
                </a:lnTo>
                <a:lnTo>
                  <a:pt x="8" y="391"/>
                </a:lnTo>
                <a:lnTo>
                  <a:pt x="10" y="402"/>
                </a:lnTo>
                <a:lnTo>
                  <a:pt x="13" y="413"/>
                </a:lnTo>
                <a:lnTo>
                  <a:pt x="16" y="423"/>
                </a:lnTo>
                <a:lnTo>
                  <a:pt x="19" y="434"/>
                </a:lnTo>
                <a:lnTo>
                  <a:pt x="23" y="444"/>
                </a:lnTo>
                <a:lnTo>
                  <a:pt x="28" y="455"/>
                </a:lnTo>
                <a:lnTo>
                  <a:pt x="33" y="465"/>
                </a:lnTo>
                <a:lnTo>
                  <a:pt x="38" y="475"/>
                </a:lnTo>
                <a:lnTo>
                  <a:pt x="44" y="485"/>
                </a:lnTo>
                <a:lnTo>
                  <a:pt x="50" y="495"/>
                </a:lnTo>
                <a:lnTo>
                  <a:pt x="57" y="505"/>
                </a:lnTo>
                <a:lnTo>
                  <a:pt x="64" y="514"/>
                </a:lnTo>
                <a:lnTo>
                  <a:pt x="71" y="524"/>
                </a:lnTo>
                <a:lnTo>
                  <a:pt x="79" y="533"/>
                </a:lnTo>
                <a:lnTo>
                  <a:pt x="87" y="542"/>
                </a:lnTo>
                <a:lnTo>
                  <a:pt x="96" y="551"/>
                </a:lnTo>
                <a:lnTo>
                  <a:pt x="105" y="559"/>
                </a:lnTo>
                <a:lnTo>
                  <a:pt x="114" y="568"/>
                </a:lnTo>
                <a:lnTo>
                  <a:pt x="124" y="576"/>
                </a:lnTo>
                <a:lnTo>
                  <a:pt x="134" y="584"/>
                </a:lnTo>
                <a:lnTo>
                  <a:pt x="145" y="592"/>
                </a:lnTo>
                <a:lnTo>
                  <a:pt x="156" y="599"/>
                </a:lnTo>
                <a:lnTo>
                  <a:pt x="167" y="607"/>
                </a:lnTo>
                <a:lnTo>
                  <a:pt x="178" y="614"/>
                </a:lnTo>
                <a:lnTo>
                  <a:pt x="190" y="620"/>
                </a:lnTo>
                <a:lnTo>
                  <a:pt x="202" y="627"/>
                </a:lnTo>
                <a:lnTo>
                  <a:pt x="215" y="633"/>
                </a:lnTo>
                <a:lnTo>
                  <a:pt x="227" y="639"/>
                </a:lnTo>
                <a:lnTo>
                  <a:pt x="240" y="645"/>
                </a:lnTo>
                <a:lnTo>
                  <a:pt x="253" y="650"/>
                </a:lnTo>
                <a:lnTo>
                  <a:pt x="267" y="655"/>
                </a:lnTo>
                <a:lnTo>
                  <a:pt x="280" y="660"/>
                </a:lnTo>
                <a:lnTo>
                  <a:pt x="294" y="664"/>
                </a:lnTo>
                <a:lnTo>
                  <a:pt x="308" y="669"/>
                </a:lnTo>
                <a:lnTo>
                  <a:pt x="322" y="672"/>
                </a:lnTo>
                <a:lnTo>
                  <a:pt x="336" y="676"/>
                </a:lnTo>
                <a:lnTo>
                  <a:pt x="351" y="679"/>
                </a:lnTo>
                <a:lnTo>
                  <a:pt x="365" y="682"/>
                </a:lnTo>
                <a:lnTo>
                  <a:pt x="380" y="684"/>
                </a:lnTo>
                <a:lnTo>
                  <a:pt x="395" y="687"/>
                </a:lnTo>
                <a:lnTo>
                  <a:pt x="410" y="689"/>
                </a:lnTo>
                <a:lnTo>
                  <a:pt x="425" y="690"/>
                </a:lnTo>
                <a:lnTo>
                  <a:pt x="440" y="691"/>
                </a:lnTo>
                <a:lnTo>
                  <a:pt x="455" y="692"/>
                </a:lnTo>
                <a:lnTo>
                  <a:pt x="470" y="693"/>
                </a:lnTo>
                <a:lnTo>
                  <a:pt x="485" y="693"/>
                </a:lnTo>
                <a:lnTo>
                  <a:pt x="500" y="693"/>
                </a:lnTo>
                <a:lnTo>
                  <a:pt x="515" y="692"/>
                </a:lnTo>
                <a:lnTo>
                  <a:pt x="530" y="691"/>
                </a:lnTo>
                <a:lnTo>
                  <a:pt x="545" y="690"/>
                </a:lnTo>
                <a:lnTo>
                  <a:pt x="560" y="689"/>
                </a:lnTo>
                <a:lnTo>
                  <a:pt x="575" y="687"/>
                </a:lnTo>
                <a:lnTo>
                  <a:pt x="590" y="684"/>
                </a:lnTo>
                <a:lnTo>
                  <a:pt x="605" y="682"/>
                </a:lnTo>
                <a:lnTo>
                  <a:pt x="619" y="679"/>
                </a:lnTo>
                <a:lnTo>
                  <a:pt x="634" y="676"/>
                </a:lnTo>
                <a:lnTo>
                  <a:pt x="648" y="672"/>
                </a:lnTo>
                <a:lnTo>
                  <a:pt x="662" y="669"/>
                </a:lnTo>
                <a:lnTo>
                  <a:pt x="676" y="664"/>
                </a:lnTo>
                <a:lnTo>
                  <a:pt x="690" y="660"/>
                </a:lnTo>
                <a:lnTo>
                  <a:pt x="703" y="655"/>
                </a:lnTo>
                <a:lnTo>
                  <a:pt x="717" y="650"/>
                </a:lnTo>
                <a:lnTo>
                  <a:pt x="730" y="645"/>
                </a:lnTo>
                <a:lnTo>
                  <a:pt x="743" y="639"/>
                </a:lnTo>
                <a:lnTo>
                  <a:pt x="755" y="633"/>
                </a:lnTo>
                <a:lnTo>
                  <a:pt x="768" y="627"/>
                </a:lnTo>
                <a:lnTo>
                  <a:pt x="780" y="620"/>
                </a:lnTo>
                <a:lnTo>
                  <a:pt x="791" y="614"/>
                </a:lnTo>
                <a:lnTo>
                  <a:pt x="803" y="607"/>
                </a:lnTo>
                <a:lnTo>
                  <a:pt x="814" y="599"/>
                </a:lnTo>
                <a:lnTo>
                  <a:pt x="825" y="592"/>
                </a:lnTo>
                <a:lnTo>
                  <a:pt x="835" y="584"/>
                </a:lnTo>
                <a:lnTo>
                  <a:pt x="846" y="576"/>
                </a:lnTo>
                <a:lnTo>
                  <a:pt x="855" y="568"/>
                </a:lnTo>
                <a:lnTo>
                  <a:pt x="866" y="559"/>
                </a:lnTo>
                <a:lnTo>
                  <a:pt x="875" y="551"/>
                </a:lnTo>
                <a:lnTo>
                  <a:pt x="884" y="542"/>
                </a:lnTo>
                <a:lnTo>
                  <a:pt x="892" y="533"/>
                </a:lnTo>
                <a:lnTo>
                  <a:pt x="900" y="524"/>
                </a:lnTo>
                <a:lnTo>
                  <a:pt x="907" y="514"/>
                </a:lnTo>
                <a:lnTo>
                  <a:pt x="914" y="505"/>
                </a:lnTo>
                <a:lnTo>
                  <a:pt x="921" y="495"/>
                </a:lnTo>
                <a:lnTo>
                  <a:pt x="927" y="485"/>
                </a:lnTo>
                <a:lnTo>
                  <a:pt x="933" y="475"/>
                </a:lnTo>
                <a:lnTo>
                  <a:pt x="938" y="465"/>
                </a:lnTo>
                <a:lnTo>
                  <a:pt x="943" y="455"/>
                </a:lnTo>
                <a:lnTo>
                  <a:pt x="948" y="444"/>
                </a:lnTo>
                <a:lnTo>
                  <a:pt x="952" y="434"/>
                </a:lnTo>
                <a:lnTo>
                  <a:pt x="955" y="423"/>
                </a:lnTo>
                <a:lnTo>
                  <a:pt x="958" y="413"/>
                </a:lnTo>
                <a:lnTo>
                  <a:pt x="961" y="402"/>
                </a:lnTo>
                <a:lnTo>
                  <a:pt x="963" y="391"/>
                </a:lnTo>
                <a:lnTo>
                  <a:pt x="965" y="381"/>
                </a:lnTo>
                <a:lnTo>
                  <a:pt x="966" y="370"/>
                </a:lnTo>
                <a:lnTo>
                  <a:pt x="967" y="359"/>
                </a:lnTo>
                <a:lnTo>
                  <a:pt x="967" y="348"/>
                </a:lnTo>
                <a:moveTo>
                  <a:pt x="971" y="348"/>
                </a:moveTo>
                <a:lnTo>
                  <a:pt x="970" y="359"/>
                </a:lnTo>
                <a:lnTo>
                  <a:pt x="970" y="370"/>
                </a:lnTo>
                <a:lnTo>
                  <a:pt x="969" y="381"/>
                </a:lnTo>
                <a:lnTo>
                  <a:pt x="967" y="392"/>
                </a:lnTo>
                <a:lnTo>
                  <a:pt x="965" y="403"/>
                </a:lnTo>
                <a:lnTo>
                  <a:pt x="962" y="413"/>
                </a:lnTo>
                <a:lnTo>
                  <a:pt x="959" y="424"/>
                </a:lnTo>
                <a:lnTo>
                  <a:pt x="955" y="435"/>
                </a:lnTo>
                <a:lnTo>
                  <a:pt x="951" y="445"/>
                </a:lnTo>
                <a:lnTo>
                  <a:pt x="947" y="456"/>
                </a:lnTo>
                <a:lnTo>
                  <a:pt x="942" y="466"/>
                </a:lnTo>
                <a:lnTo>
                  <a:pt x="937" y="476"/>
                </a:lnTo>
                <a:lnTo>
                  <a:pt x="931" y="486"/>
                </a:lnTo>
                <a:lnTo>
                  <a:pt x="925" y="496"/>
                </a:lnTo>
                <a:lnTo>
                  <a:pt x="918" y="506"/>
                </a:lnTo>
                <a:lnTo>
                  <a:pt x="911" y="516"/>
                </a:lnTo>
                <a:lnTo>
                  <a:pt x="903" y="525"/>
                </a:lnTo>
                <a:lnTo>
                  <a:pt x="895" y="534"/>
                </a:lnTo>
                <a:lnTo>
                  <a:pt x="887" y="543"/>
                </a:lnTo>
                <a:lnTo>
                  <a:pt x="878" y="552"/>
                </a:lnTo>
                <a:lnTo>
                  <a:pt x="869" y="561"/>
                </a:lnTo>
                <a:lnTo>
                  <a:pt x="858" y="570"/>
                </a:lnTo>
                <a:lnTo>
                  <a:pt x="849" y="578"/>
                </a:lnTo>
                <a:lnTo>
                  <a:pt x="838" y="586"/>
                </a:lnTo>
                <a:lnTo>
                  <a:pt x="828" y="594"/>
                </a:lnTo>
                <a:lnTo>
                  <a:pt x="817" y="601"/>
                </a:lnTo>
                <a:lnTo>
                  <a:pt x="806" y="609"/>
                </a:lnTo>
                <a:lnTo>
                  <a:pt x="794" y="616"/>
                </a:lnTo>
                <a:lnTo>
                  <a:pt x="782" y="623"/>
                </a:lnTo>
                <a:lnTo>
                  <a:pt x="770" y="629"/>
                </a:lnTo>
                <a:lnTo>
                  <a:pt x="757" y="636"/>
                </a:lnTo>
                <a:lnTo>
                  <a:pt x="745" y="642"/>
                </a:lnTo>
                <a:lnTo>
                  <a:pt x="732" y="647"/>
                </a:lnTo>
                <a:lnTo>
                  <a:pt x="718" y="653"/>
                </a:lnTo>
                <a:lnTo>
                  <a:pt x="705" y="658"/>
                </a:lnTo>
                <a:lnTo>
                  <a:pt x="691" y="663"/>
                </a:lnTo>
                <a:lnTo>
                  <a:pt x="677" y="667"/>
                </a:lnTo>
                <a:lnTo>
                  <a:pt x="663" y="671"/>
                </a:lnTo>
                <a:lnTo>
                  <a:pt x="649" y="675"/>
                </a:lnTo>
                <a:lnTo>
                  <a:pt x="635" y="679"/>
                </a:lnTo>
                <a:lnTo>
                  <a:pt x="620" y="682"/>
                </a:lnTo>
                <a:lnTo>
                  <a:pt x="605" y="685"/>
                </a:lnTo>
                <a:lnTo>
                  <a:pt x="591" y="687"/>
                </a:lnTo>
                <a:lnTo>
                  <a:pt x="576" y="689"/>
                </a:lnTo>
                <a:lnTo>
                  <a:pt x="561" y="691"/>
                </a:lnTo>
                <a:lnTo>
                  <a:pt x="546" y="693"/>
                </a:lnTo>
                <a:lnTo>
                  <a:pt x="531" y="694"/>
                </a:lnTo>
                <a:lnTo>
                  <a:pt x="515" y="695"/>
                </a:lnTo>
                <a:lnTo>
                  <a:pt x="500" y="695"/>
                </a:lnTo>
                <a:lnTo>
                  <a:pt x="485" y="696"/>
                </a:lnTo>
                <a:lnTo>
                  <a:pt x="470" y="695"/>
                </a:lnTo>
                <a:lnTo>
                  <a:pt x="455" y="695"/>
                </a:lnTo>
                <a:lnTo>
                  <a:pt x="439" y="694"/>
                </a:lnTo>
                <a:lnTo>
                  <a:pt x="424" y="693"/>
                </a:lnTo>
                <a:lnTo>
                  <a:pt x="409" y="691"/>
                </a:lnTo>
                <a:lnTo>
                  <a:pt x="394" y="689"/>
                </a:lnTo>
                <a:lnTo>
                  <a:pt x="379" y="687"/>
                </a:lnTo>
                <a:lnTo>
                  <a:pt x="364" y="685"/>
                </a:lnTo>
                <a:lnTo>
                  <a:pt x="350" y="682"/>
                </a:lnTo>
                <a:lnTo>
                  <a:pt x="335" y="679"/>
                </a:lnTo>
                <a:lnTo>
                  <a:pt x="321" y="675"/>
                </a:lnTo>
                <a:lnTo>
                  <a:pt x="307" y="671"/>
                </a:lnTo>
                <a:lnTo>
                  <a:pt x="292" y="667"/>
                </a:lnTo>
                <a:lnTo>
                  <a:pt x="279" y="663"/>
                </a:lnTo>
                <a:lnTo>
                  <a:pt x="265" y="658"/>
                </a:lnTo>
                <a:lnTo>
                  <a:pt x="251" y="653"/>
                </a:lnTo>
                <a:lnTo>
                  <a:pt x="238" y="647"/>
                </a:lnTo>
                <a:lnTo>
                  <a:pt x="225" y="642"/>
                </a:lnTo>
                <a:lnTo>
                  <a:pt x="212" y="636"/>
                </a:lnTo>
                <a:lnTo>
                  <a:pt x="200" y="629"/>
                </a:lnTo>
                <a:lnTo>
                  <a:pt x="188" y="623"/>
                </a:lnTo>
                <a:lnTo>
                  <a:pt x="176" y="616"/>
                </a:lnTo>
                <a:lnTo>
                  <a:pt x="164" y="609"/>
                </a:lnTo>
                <a:lnTo>
                  <a:pt x="153" y="601"/>
                </a:lnTo>
                <a:lnTo>
                  <a:pt x="142" y="594"/>
                </a:lnTo>
                <a:lnTo>
                  <a:pt x="132" y="586"/>
                </a:lnTo>
                <a:lnTo>
                  <a:pt x="121" y="578"/>
                </a:lnTo>
                <a:lnTo>
                  <a:pt x="111" y="570"/>
                </a:lnTo>
                <a:lnTo>
                  <a:pt x="102" y="561"/>
                </a:lnTo>
                <a:lnTo>
                  <a:pt x="93" y="552"/>
                </a:lnTo>
                <a:lnTo>
                  <a:pt x="84" y="543"/>
                </a:lnTo>
                <a:lnTo>
                  <a:pt x="76" y="534"/>
                </a:lnTo>
                <a:lnTo>
                  <a:pt x="68" y="525"/>
                </a:lnTo>
                <a:lnTo>
                  <a:pt x="60" y="516"/>
                </a:lnTo>
                <a:lnTo>
                  <a:pt x="53" y="506"/>
                </a:lnTo>
                <a:lnTo>
                  <a:pt x="46" y="496"/>
                </a:lnTo>
                <a:lnTo>
                  <a:pt x="40" y="486"/>
                </a:lnTo>
                <a:lnTo>
                  <a:pt x="34" y="476"/>
                </a:lnTo>
                <a:lnTo>
                  <a:pt x="29" y="466"/>
                </a:lnTo>
                <a:lnTo>
                  <a:pt x="24" y="456"/>
                </a:lnTo>
                <a:lnTo>
                  <a:pt x="19" y="445"/>
                </a:lnTo>
                <a:lnTo>
                  <a:pt x="15" y="435"/>
                </a:lnTo>
                <a:lnTo>
                  <a:pt x="12" y="424"/>
                </a:lnTo>
                <a:lnTo>
                  <a:pt x="9" y="413"/>
                </a:lnTo>
                <a:lnTo>
                  <a:pt x="6" y="403"/>
                </a:lnTo>
                <a:lnTo>
                  <a:pt x="4" y="392"/>
                </a:lnTo>
                <a:lnTo>
                  <a:pt x="2" y="381"/>
                </a:lnTo>
                <a:lnTo>
                  <a:pt x="1" y="370"/>
                </a:lnTo>
                <a:lnTo>
                  <a:pt x="0" y="359"/>
                </a:lnTo>
                <a:lnTo>
                  <a:pt x="0" y="348"/>
                </a:lnTo>
                <a:lnTo>
                  <a:pt x="0" y="337"/>
                </a:lnTo>
                <a:lnTo>
                  <a:pt x="1" y="326"/>
                </a:lnTo>
                <a:lnTo>
                  <a:pt x="2" y="316"/>
                </a:lnTo>
                <a:lnTo>
                  <a:pt x="4" y="305"/>
                </a:lnTo>
                <a:lnTo>
                  <a:pt x="6" y="294"/>
                </a:lnTo>
                <a:lnTo>
                  <a:pt x="9" y="283"/>
                </a:lnTo>
                <a:lnTo>
                  <a:pt x="12" y="273"/>
                </a:lnTo>
                <a:lnTo>
                  <a:pt x="15" y="262"/>
                </a:lnTo>
                <a:lnTo>
                  <a:pt x="19" y="251"/>
                </a:lnTo>
                <a:lnTo>
                  <a:pt x="24" y="241"/>
                </a:lnTo>
                <a:lnTo>
                  <a:pt x="29" y="231"/>
                </a:lnTo>
                <a:lnTo>
                  <a:pt x="34" y="220"/>
                </a:lnTo>
                <a:lnTo>
                  <a:pt x="40" y="210"/>
                </a:lnTo>
                <a:lnTo>
                  <a:pt x="46" y="200"/>
                </a:lnTo>
                <a:lnTo>
                  <a:pt x="53" y="191"/>
                </a:lnTo>
                <a:lnTo>
                  <a:pt x="60" y="181"/>
                </a:lnTo>
                <a:lnTo>
                  <a:pt x="68" y="172"/>
                </a:lnTo>
                <a:lnTo>
                  <a:pt x="76" y="162"/>
                </a:lnTo>
                <a:lnTo>
                  <a:pt x="84" y="153"/>
                </a:lnTo>
                <a:lnTo>
                  <a:pt x="93" y="143"/>
                </a:lnTo>
                <a:lnTo>
                  <a:pt x="102" y="134"/>
                </a:lnTo>
                <a:lnTo>
                  <a:pt x="111" y="126"/>
                </a:lnTo>
                <a:lnTo>
                  <a:pt x="121" y="118"/>
                </a:lnTo>
                <a:lnTo>
                  <a:pt x="132" y="110"/>
                </a:lnTo>
                <a:lnTo>
                  <a:pt x="142" y="102"/>
                </a:lnTo>
                <a:lnTo>
                  <a:pt x="153" y="94"/>
                </a:lnTo>
                <a:lnTo>
                  <a:pt x="164" y="87"/>
                </a:lnTo>
                <a:lnTo>
                  <a:pt x="176" y="80"/>
                </a:lnTo>
                <a:lnTo>
                  <a:pt x="188" y="73"/>
                </a:lnTo>
                <a:lnTo>
                  <a:pt x="200" y="66"/>
                </a:lnTo>
                <a:lnTo>
                  <a:pt x="212" y="60"/>
                </a:lnTo>
                <a:lnTo>
                  <a:pt x="225" y="54"/>
                </a:lnTo>
                <a:lnTo>
                  <a:pt x="238" y="48"/>
                </a:lnTo>
                <a:lnTo>
                  <a:pt x="251" y="43"/>
                </a:lnTo>
                <a:lnTo>
                  <a:pt x="265" y="38"/>
                </a:lnTo>
                <a:lnTo>
                  <a:pt x="279" y="33"/>
                </a:lnTo>
                <a:lnTo>
                  <a:pt x="292" y="29"/>
                </a:lnTo>
                <a:lnTo>
                  <a:pt x="307" y="24"/>
                </a:lnTo>
                <a:lnTo>
                  <a:pt x="321" y="21"/>
                </a:lnTo>
                <a:lnTo>
                  <a:pt x="335" y="17"/>
                </a:lnTo>
                <a:lnTo>
                  <a:pt x="350" y="14"/>
                </a:lnTo>
                <a:lnTo>
                  <a:pt x="364" y="11"/>
                </a:lnTo>
                <a:lnTo>
                  <a:pt x="379" y="8"/>
                </a:lnTo>
                <a:lnTo>
                  <a:pt x="394" y="6"/>
                </a:lnTo>
                <a:lnTo>
                  <a:pt x="409" y="4"/>
                </a:lnTo>
                <a:lnTo>
                  <a:pt x="424" y="3"/>
                </a:lnTo>
                <a:lnTo>
                  <a:pt x="439" y="2"/>
                </a:lnTo>
                <a:lnTo>
                  <a:pt x="455" y="1"/>
                </a:lnTo>
                <a:lnTo>
                  <a:pt x="470" y="0"/>
                </a:lnTo>
                <a:lnTo>
                  <a:pt x="485" y="0"/>
                </a:lnTo>
                <a:lnTo>
                  <a:pt x="500" y="0"/>
                </a:lnTo>
                <a:lnTo>
                  <a:pt x="515" y="1"/>
                </a:lnTo>
                <a:lnTo>
                  <a:pt x="531" y="2"/>
                </a:lnTo>
                <a:lnTo>
                  <a:pt x="546" y="3"/>
                </a:lnTo>
                <a:lnTo>
                  <a:pt x="561" y="4"/>
                </a:lnTo>
                <a:lnTo>
                  <a:pt x="576" y="6"/>
                </a:lnTo>
                <a:lnTo>
                  <a:pt x="591" y="8"/>
                </a:lnTo>
                <a:lnTo>
                  <a:pt x="605" y="11"/>
                </a:lnTo>
                <a:lnTo>
                  <a:pt x="620" y="14"/>
                </a:lnTo>
                <a:lnTo>
                  <a:pt x="635" y="17"/>
                </a:lnTo>
                <a:lnTo>
                  <a:pt x="649" y="21"/>
                </a:lnTo>
                <a:lnTo>
                  <a:pt x="663" y="24"/>
                </a:lnTo>
                <a:lnTo>
                  <a:pt x="677" y="29"/>
                </a:lnTo>
                <a:lnTo>
                  <a:pt x="691" y="33"/>
                </a:lnTo>
                <a:lnTo>
                  <a:pt x="705" y="38"/>
                </a:lnTo>
                <a:lnTo>
                  <a:pt x="718" y="43"/>
                </a:lnTo>
                <a:lnTo>
                  <a:pt x="732" y="48"/>
                </a:lnTo>
                <a:lnTo>
                  <a:pt x="745" y="54"/>
                </a:lnTo>
                <a:lnTo>
                  <a:pt x="757" y="60"/>
                </a:lnTo>
                <a:lnTo>
                  <a:pt x="770" y="66"/>
                </a:lnTo>
                <a:lnTo>
                  <a:pt x="782" y="73"/>
                </a:lnTo>
                <a:lnTo>
                  <a:pt x="794" y="80"/>
                </a:lnTo>
                <a:lnTo>
                  <a:pt x="806" y="87"/>
                </a:lnTo>
                <a:lnTo>
                  <a:pt x="817" y="94"/>
                </a:lnTo>
                <a:lnTo>
                  <a:pt x="828" y="102"/>
                </a:lnTo>
                <a:lnTo>
                  <a:pt x="838" y="110"/>
                </a:lnTo>
                <a:lnTo>
                  <a:pt x="849" y="118"/>
                </a:lnTo>
                <a:lnTo>
                  <a:pt x="858" y="126"/>
                </a:lnTo>
                <a:lnTo>
                  <a:pt x="869" y="134"/>
                </a:lnTo>
                <a:lnTo>
                  <a:pt x="878" y="143"/>
                </a:lnTo>
                <a:lnTo>
                  <a:pt x="887" y="153"/>
                </a:lnTo>
                <a:lnTo>
                  <a:pt x="895" y="162"/>
                </a:lnTo>
                <a:lnTo>
                  <a:pt x="903" y="172"/>
                </a:lnTo>
                <a:lnTo>
                  <a:pt x="911" y="181"/>
                </a:lnTo>
                <a:lnTo>
                  <a:pt x="918" y="191"/>
                </a:lnTo>
                <a:lnTo>
                  <a:pt x="925" y="200"/>
                </a:lnTo>
                <a:lnTo>
                  <a:pt x="931" y="210"/>
                </a:lnTo>
                <a:lnTo>
                  <a:pt x="937" y="220"/>
                </a:lnTo>
                <a:lnTo>
                  <a:pt x="942" y="231"/>
                </a:lnTo>
                <a:lnTo>
                  <a:pt x="947" y="241"/>
                </a:lnTo>
                <a:lnTo>
                  <a:pt x="951" y="251"/>
                </a:lnTo>
                <a:lnTo>
                  <a:pt x="955" y="262"/>
                </a:lnTo>
                <a:lnTo>
                  <a:pt x="959" y="273"/>
                </a:lnTo>
                <a:lnTo>
                  <a:pt x="962" y="283"/>
                </a:lnTo>
                <a:lnTo>
                  <a:pt x="965" y="294"/>
                </a:lnTo>
                <a:lnTo>
                  <a:pt x="967" y="305"/>
                </a:lnTo>
                <a:lnTo>
                  <a:pt x="969" y="316"/>
                </a:lnTo>
                <a:lnTo>
                  <a:pt x="970" y="326"/>
                </a:lnTo>
                <a:lnTo>
                  <a:pt x="970" y="337"/>
                </a:lnTo>
                <a:lnTo>
                  <a:pt x="971" y="348"/>
                </a:lnTo>
                <a:close/>
              </a:path>
            </a:pathLst>
          </a:custGeom>
          <a:solidFill>
            <a:srgbClr val="ffd6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3" name=""/>
          <p:cNvSpPr/>
          <p:nvPr/>
        </p:nvSpPr>
        <p:spPr>
          <a:xfrm>
            <a:off x="7886520" y="2818080"/>
            <a:ext cx="352440" cy="252360"/>
          </a:xfrm>
          <a:custGeom>
            <a:avLst/>
            <a:gdLst/>
            <a:ahLst/>
            <a:rect l="0" t="0" r="r" b="b"/>
            <a:pathLst>
              <a:path w="979" h="701">
                <a:moveTo>
                  <a:pt x="975" y="351"/>
                </a:moveTo>
                <a:lnTo>
                  <a:pt x="974" y="340"/>
                </a:lnTo>
                <a:lnTo>
                  <a:pt x="974" y="329"/>
                </a:lnTo>
                <a:lnTo>
                  <a:pt x="973" y="319"/>
                </a:lnTo>
                <a:lnTo>
                  <a:pt x="971" y="308"/>
                </a:lnTo>
                <a:lnTo>
                  <a:pt x="969" y="297"/>
                </a:lnTo>
                <a:lnTo>
                  <a:pt x="966" y="286"/>
                </a:lnTo>
                <a:lnTo>
                  <a:pt x="963" y="276"/>
                </a:lnTo>
                <a:lnTo>
                  <a:pt x="959" y="265"/>
                </a:lnTo>
                <a:lnTo>
                  <a:pt x="955" y="254"/>
                </a:lnTo>
                <a:lnTo>
                  <a:pt x="951" y="244"/>
                </a:lnTo>
                <a:lnTo>
                  <a:pt x="946" y="234"/>
                </a:lnTo>
                <a:lnTo>
                  <a:pt x="941" y="222"/>
                </a:lnTo>
                <a:lnTo>
                  <a:pt x="935" y="212"/>
                </a:lnTo>
                <a:lnTo>
                  <a:pt x="929" y="202"/>
                </a:lnTo>
                <a:lnTo>
                  <a:pt x="922" y="193"/>
                </a:lnTo>
                <a:lnTo>
                  <a:pt x="915" y="183"/>
                </a:lnTo>
                <a:lnTo>
                  <a:pt x="907" y="174"/>
                </a:lnTo>
                <a:lnTo>
                  <a:pt x="899" y="164"/>
                </a:lnTo>
                <a:lnTo>
                  <a:pt x="891" y="155"/>
                </a:lnTo>
                <a:lnTo>
                  <a:pt x="882" y="146"/>
                </a:lnTo>
                <a:lnTo>
                  <a:pt x="873" y="137"/>
                </a:lnTo>
                <a:lnTo>
                  <a:pt x="863" y="129"/>
                </a:lnTo>
                <a:lnTo>
                  <a:pt x="854" y="121"/>
                </a:lnTo>
                <a:lnTo>
                  <a:pt x="843" y="113"/>
                </a:lnTo>
                <a:lnTo>
                  <a:pt x="833" y="105"/>
                </a:lnTo>
                <a:lnTo>
                  <a:pt x="822" y="97"/>
                </a:lnTo>
                <a:lnTo>
                  <a:pt x="811" y="90"/>
                </a:lnTo>
                <a:lnTo>
                  <a:pt x="799" y="83"/>
                </a:lnTo>
                <a:lnTo>
                  <a:pt x="787" y="76"/>
                </a:lnTo>
                <a:lnTo>
                  <a:pt x="775" y="69"/>
                </a:lnTo>
                <a:lnTo>
                  <a:pt x="762" y="63"/>
                </a:lnTo>
                <a:lnTo>
                  <a:pt x="750" y="57"/>
                </a:lnTo>
                <a:lnTo>
                  <a:pt x="737" y="51"/>
                </a:lnTo>
                <a:lnTo>
                  <a:pt x="723" y="46"/>
                </a:lnTo>
                <a:lnTo>
                  <a:pt x="710" y="41"/>
                </a:lnTo>
                <a:lnTo>
                  <a:pt x="696" y="36"/>
                </a:lnTo>
                <a:lnTo>
                  <a:pt x="682" y="32"/>
                </a:lnTo>
                <a:lnTo>
                  <a:pt x="668" y="27"/>
                </a:lnTo>
                <a:lnTo>
                  <a:pt x="654" y="24"/>
                </a:lnTo>
                <a:lnTo>
                  <a:pt x="640" y="20"/>
                </a:lnTo>
                <a:lnTo>
                  <a:pt x="625" y="17"/>
                </a:lnTo>
                <a:lnTo>
                  <a:pt x="610" y="14"/>
                </a:lnTo>
                <a:lnTo>
                  <a:pt x="596" y="11"/>
                </a:lnTo>
                <a:lnTo>
                  <a:pt x="581" y="9"/>
                </a:lnTo>
                <a:lnTo>
                  <a:pt x="566" y="7"/>
                </a:lnTo>
                <a:lnTo>
                  <a:pt x="551" y="6"/>
                </a:lnTo>
                <a:lnTo>
                  <a:pt x="536" y="5"/>
                </a:lnTo>
                <a:lnTo>
                  <a:pt x="520" y="4"/>
                </a:lnTo>
                <a:lnTo>
                  <a:pt x="505" y="3"/>
                </a:lnTo>
                <a:lnTo>
                  <a:pt x="490" y="3"/>
                </a:lnTo>
                <a:lnTo>
                  <a:pt x="475" y="3"/>
                </a:lnTo>
                <a:lnTo>
                  <a:pt x="460" y="4"/>
                </a:lnTo>
                <a:lnTo>
                  <a:pt x="444" y="5"/>
                </a:lnTo>
                <a:lnTo>
                  <a:pt x="429" y="6"/>
                </a:lnTo>
                <a:lnTo>
                  <a:pt x="414" y="7"/>
                </a:lnTo>
                <a:lnTo>
                  <a:pt x="399" y="9"/>
                </a:lnTo>
                <a:lnTo>
                  <a:pt x="384" y="11"/>
                </a:lnTo>
                <a:lnTo>
                  <a:pt x="369" y="14"/>
                </a:lnTo>
                <a:lnTo>
                  <a:pt x="355" y="17"/>
                </a:lnTo>
                <a:lnTo>
                  <a:pt x="340" y="20"/>
                </a:lnTo>
                <a:lnTo>
                  <a:pt x="326" y="24"/>
                </a:lnTo>
                <a:lnTo>
                  <a:pt x="312" y="27"/>
                </a:lnTo>
                <a:lnTo>
                  <a:pt x="297" y="32"/>
                </a:lnTo>
                <a:lnTo>
                  <a:pt x="284" y="36"/>
                </a:lnTo>
                <a:lnTo>
                  <a:pt x="270" y="41"/>
                </a:lnTo>
                <a:lnTo>
                  <a:pt x="256" y="46"/>
                </a:lnTo>
                <a:lnTo>
                  <a:pt x="243" y="51"/>
                </a:lnTo>
                <a:lnTo>
                  <a:pt x="230" y="57"/>
                </a:lnTo>
                <a:lnTo>
                  <a:pt x="217" y="63"/>
                </a:lnTo>
                <a:lnTo>
                  <a:pt x="205" y="69"/>
                </a:lnTo>
                <a:lnTo>
                  <a:pt x="193" y="76"/>
                </a:lnTo>
                <a:lnTo>
                  <a:pt x="181" y="83"/>
                </a:lnTo>
                <a:lnTo>
                  <a:pt x="169" y="90"/>
                </a:lnTo>
                <a:lnTo>
                  <a:pt x="158" y="97"/>
                </a:lnTo>
                <a:lnTo>
                  <a:pt x="147" y="105"/>
                </a:lnTo>
                <a:lnTo>
                  <a:pt x="137" y="113"/>
                </a:lnTo>
                <a:lnTo>
                  <a:pt x="126" y="121"/>
                </a:lnTo>
                <a:lnTo>
                  <a:pt x="116" y="129"/>
                </a:lnTo>
                <a:lnTo>
                  <a:pt x="107" y="137"/>
                </a:lnTo>
                <a:lnTo>
                  <a:pt x="98" y="146"/>
                </a:lnTo>
                <a:lnTo>
                  <a:pt x="89" y="155"/>
                </a:lnTo>
                <a:lnTo>
                  <a:pt x="81" y="164"/>
                </a:lnTo>
                <a:lnTo>
                  <a:pt x="72" y="174"/>
                </a:lnTo>
                <a:lnTo>
                  <a:pt x="64" y="183"/>
                </a:lnTo>
                <a:lnTo>
                  <a:pt x="57" y="193"/>
                </a:lnTo>
                <a:lnTo>
                  <a:pt x="50" y="202"/>
                </a:lnTo>
                <a:lnTo>
                  <a:pt x="44" y="212"/>
                </a:lnTo>
                <a:lnTo>
                  <a:pt x="38" y="222"/>
                </a:lnTo>
                <a:lnTo>
                  <a:pt x="33" y="234"/>
                </a:lnTo>
                <a:lnTo>
                  <a:pt x="28" y="244"/>
                </a:lnTo>
                <a:lnTo>
                  <a:pt x="23" y="254"/>
                </a:lnTo>
                <a:lnTo>
                  <a:pt x="19" y="265"/>
                </a:lnTo>
                <a:lnTo>
                  <a:pt x="16" y="276"/>
                </a:lnTo>
                <a:lnTo>
                  <a:pt x="13" y="286"/>
                </a:lnTo>
                <a:lnTo>
                  <a:pt x="10" y="297"/>
                </a:lnTo>
                <a:lnTo>
                  <a:pt x="8" y="308"/>
                </a:lnTo>
                <a:lnTo>
                  <a:pt x="6" y="319"/>
                </a:lnTo>
                <a:lnTo>
                  <a:pt x="5" y="329"/>
                </a:lnTo>
                <a:lnTo>
                  <a:pt x="4" y="340"/>
                </a:lnTo>
                <a:lnTo>
                  <a:pt x="4" y="351"/>
                </a:lnTo>
                <a:lnTo>
                  <a:pt x="4" y="362"/>
                </a:lnTo>
                <a:lnTo>
                  <a:pt x="5" y="373"/>
                </a:lnTo>
                <a:lnTo>
                  <a:pt x="6" y="384"/>
                </a:lnTo>
                <a:lnTo>
                  <a:pt x="8" y="395"/>
                </a:lnTo>
                <a:lnTo>
                  <a:pt x="10" y="406"/>
                </a:lnTo>
                <a:lnTo>
                  <a:pt x="13" y="416"/>
                </a:lnTo>
                <a:lnTo>
                  <a:pt x="16" y="427"/>
                </a:lnTo>
                <a:lnTo>
                  <a:pt x="19" y="438"/>
                </a:lnTo>
                <a:lnTo>
                  <a:pt x="23" y="448"/>
                </a:lnTo>
                <a:lnTo>
                  <a:pt x="28" y="459"/>
                </a:lnTo>
                <a:lnTo>
                  <a:pt x="33" y="469"/>
                </a:lnTo>
                <a:lnTo>
                  <a:pt x="38" y="479"/>
                </a:lnTo>
                <a:lnTo>
                  <a:pt x="44" y="489"/>
                </a:lnTo>
                <a:lnTo>
                  <a:pt x="50" y="499"/>
                </a:lnTo>
                <a:lnTo>
                  <a:pt x="57" y="509"/>
                </a:lnTo>
                <a:lnTo>
                  <a:pt x="64" y="519"/>
                </a:lnTo>
                <a:lnTo>
                  <a:pt x="72" y="528"/>
                </a:lnTo>
                <a:lnTo>
                  <a:pt x="81" y="537"/>
                </a:lnTo>
                <a:lnTo>
                  <a:pt x="89" y="546"/>
                </a:lnTo>
                <a:lnTo>
                  <a:pt x="98" y="555"/>
                </a:lnTo>
                <a:lnTo>
                  <a:pt x="107" y="564"/>
                </a:lnTo>
                <a:lnTo>
                  <a:pt x="116" y="573"/>
                </a:lnTo>
                <a:lnTo>
                  <a:pt x="126" y="581"/>
                </a:lnTo>
                <a:lnTo>
                  <a:pt x="137" y="589"/>
                </a:lnTo>
                <a:lnTo>
                  <a:pt x="147" y="597"/>
                </a:lnTo>
                <a:lnTo>
                  <a:pt x="158" y="604"/>
                </a:lnTo>
                <a:lnTo>
                  <a:pt x="169" y="612"/>
                </a:lnTo>
                <a:lnTo>
                  <a:pt x="181" y="619"/>
                </a:lnTo>
                <a:lnTo>
                  <a:pt x="193" y="626"/>
                </a:lnTo>
                <a:lnTo>
                  <a:pt x="205" y="632"/>
                </a:lnTo>
                <a:lnTo>
                  <a:pt x="217" y="639"/>
                </a:lnTo>
                <a:lnTo>
                  <a:pt x="230" y="645"/>
                </a:lnTo>
                <a:lnTo>
                  <a:pt x="243" y="650"/>
                </a:lnTo>
                <a:lnTo>
                  <a:pt x="256" y="656"/>
                </a:lnTo>
                <a:lnTo>
                  <a:pt x="270" y="661"/>
                </a:lnTo>
                <a:lnTo>
                  <a:pt x="284" y="666"/>
                </a:lnTo>
                <a:lnTo>
                  <a:pt x="297" y="670"/>
                </a:lnTo>
                <a:lnTo>
                  <a:pt x="312" y="674"/>
                </a:lnTo>
                <a:lnTo>
                  <a:pt x="326" y="678"/>
                </a:lnTo>
                <a:lnTo>
                  <a:pt x="340" y="682"/>
                </a:lnTo>
                <a:lnTo>
                  <a:pt x="355" y="685"/>
                </a:lnTo>
                <a:lnTo>
                  <a:pt x="369" y="688"/>
                </a:lnTo>
                <a:lnTo>
                  <a:pt x="384" y="690"/>
                </a:lnTo>
                <a:lnTo>
                  <a:pt x="399" y="692"/>
                </a:lnTo>
                <a:lnTo>
                  <a:pt x="414" y="694"/>
                </a:lnTo>
                <a:lnTo>
                  <a:pt x="429" y="696"/>
                </a:lnTo>
                <a:lnTo>
                  <a:pt x="444" y="697"/>
                </a:lnTo>
                <a:lnTo>
                  <a:pt x="460" y="698"/>
                </a:lnTo>
                <a:lnTo>
                  <a:pt x="475" y="698"/>
                </a:lnTo>
                <a:lnTo>
                  <a:pt x="490" y="699"/>
                </a:lnTo>
                <a:lnTo>
                  <a:pt x="505" y="698"/>
                </a:lnTo>
                <a:lnTo>
                  <a:pt x="520" y="698"/>
                </a:lnTo>
                <a:lnTo>
                  <a:pt x="536" y="697"/>
                </a:lnTo>
                <a:lnTo>
                  <a:pt x="551" y="696"/>
                </a:lnTo>
                <a:lnTo>
                  <a:pt x="566" y="694"/>
                </a:lnTo>
                <a:lnTo>
                  <a:pt x="581" y="692"/>
                </a:lnTo>
                <a:lnTo>
                  <a:pt x="596" y="690"/>
                </a:lnTo>
                <a:lnTo>
                  <a:pt x="610" y="688"/>
                </a:lnTo>
                <a:lnTo>
                  <a:pt x="625" y="685"/>
                </a:lnTo>
                <a:lnTo>
                  <a:pt x="640" y="682"/>
                </a:lnTo>
                <a:lnTo>
                  <a:pt x="654" y="678"/>
                </a:lnTo>
                <a:lnTo>
                  <a:pt x="668" y="674"/>
                </a:lnTo>
                <a:lnTo>
                  <a:pt x="682" y="670"/>
                </a:lnTo>
                <a:lnTo>
                  <a:pt x="696" y="666"/>
                </a:lnTo>
                <a:lnTo>
                  <a:pt x="710" y="661"/>
                </a:lnTo>
                <a:lnTo>
                  <a:pt x="723" y="656"/>
                </a:lnTo>
                <a:lnTo>
                  <a:pt x="737" y="650"/>
                </a:lnTo>
                <a:lnTo>
                  <a:pt x="750" y="645"/>
                </a:lnTo>
                <a:lnTo>
                  <a:pt x="762" y="639"/>
                </a:lnTo>
                <a:lnTo>
                  <a:pt x="775" y="632"/>
                </a:lnTo>
                <a:lnTo>
                  <a:pt x="787" y="626"/>
                </a:lnTo>
                <a:lnTo>
                  <a:pt x="799" y="619"/>
                </a:lnTo>
                <a:lnTo>
                  <a:pt x="811" y="612"/>
                </a:lnTo>
                <a:lnTo>
                  <a:pt x="822" y="604"/>
                </a:lnTo>
                <a:lnTo>
                  <a:pt x="833" y="597"/>
                </a:lnTo>
                <a:lnTo>
                  <a:pt x="843" y="589"/>
                </a:lnTo>
                <a:lnTo>
                  <a:pt x="854" y="581"/>
                </a:lnTo>
                <a:lnTo>
                  <a:pt x="863" y="573"/>
                </a:lnTo>
                <a:lnTo>
                  <a:pt x="873" y="564"/>
                </a:lnTo>
                <a:lnTo>
                  <a:pt x="882" y="555"/>
                </a:lnTo>
                <a:lnTo>
                  <a:pt x="891" y="546"/>
                </a:lnTo>
                <a:lnTo>
                  <a:pt x="899" y="537"/>
                </a:lnTo>
                <a:lnTo>
                  <a:pt x="907" y="528"/>
                </a:lnTo>
                <a:lnTo>
                  <a:pt x="915" y="519"/>
                </a:lnTo>
                <a:lnTo>
                  <a:pt x="922" y="509"/>
                </a:lnTo>
                <a:lnTo>
                  <a:pt x="929" y="499"/>
                </a:lnTo>
                <a:lnTo>
                  <a:pt x="935" y="489"/>
                </a:lnTo>
                <a:lnTo>
                  <a:pt x="941" y="479"/>
                </a:lnTo>
                <a:lnTo>
                  <a:pt x="946" y="469"/>
                </a:lnTo>
                <a:lnTo>
                  <a:pt x="951" y="459"/>
                </a:lnTo>
                <a:lnTo>
                  <a:pt x="955" y="448"/>
                </a:lnTo>
                <a:lnTo>
                  <a:pt x="959" y="438"/>
                </a:lnTo>
                <a:lnTo>
                  <a:pt x="963" y="427"/>
                </a:lnTo>
                <a:lnTo>
                  <a:pt x="966" y="416"/>
                </a:lnTo>
                <a:lnTo>
                  <a:pt x="969" y="406"/>
                </a:lnTo>
                <a:lnTo>
                  <a:pt x="971" y="395"/>
                </a:lnTo>
                <a:lnTo>
                  <a:pt x="973" y="384"/>
                </a:lnTo>
                <a:lnTo>
                  <a:pt x="974" y="373"/>
                </a:lnTo>
                <a:lnTo>
                  <a:pt x="974" y="362"/>
                </a:lnTo>
                <a:lnTo>
                  <a:pt x="975" y="351"/>
                </a:lnTo>
                <a:moveTo>
                  <a:pt x="979" y="351"/>
                </a:moveTo>
                <a:lnTo>
                  <a:pt x="978" y="362"/>
                </a:lnTo>
                <a:lnTo>
                  <a:pt x="978" y="373"/>
                </a:lnTo>
                <a:lnTo>
                  <a:pt x="976" y="384"/>
                </a:lnTo>
                <a:lnTo>
                  <a:pt x="975" y="395"/>
                </a:lnTo>
                <a:lnTo>
                  <a:pt x="973" y="406"/>
                </a:lnTo>
                <a:lnTo>
                  <a:pt x="970" y="417"/>
                </a:lnTo>
                <a:lnTo>
                  <a:pt x="967" y="428"/>
                </a:lnTo>
                <a:lnTo>
                  <a:pt x="963" y="438"/>
                </a:lnTo>
                <a:lnTo>
                  <a:pt x="959" y="449"/>
                </a:lnTo>
                <a:lnTo>
                  <a:pt x="955" y="459"/>
                </a:lnTo>
                <a:lnTo>
                  <a:pt x="950" y="470"/>
                </a:lnTo>
                <a:lnTo>
                  <a:pt x="944" y="480"/>
                </a:lnTo>
                <a:lnTo>
                  <a:pt x="938" y="490"/>
                </a:lnTo>
                <a:lnTo>
                  <a:pt x="932" y="500"/>
                </a:lnTo>
                <a:lnTo>
                  <a:pt x="925" y="510"/>
                </a:lnTo>
                <a:lnTo>
                  <a:pt x="918" y="520"/>
                </a:lnTo>
                <a:lnTo>
                  <a:pt x="911" y="529"/>
                </a:lnTo>
                <a:lnTo>
                  <a:pt x="902" y="539"/>
                </a:lnTo>
                <a:lnTo>
                  <a:pt x="894" y="548"/>
                </a:lnTo>
                <a:lnTo>
                  <a:pt x="885" y="557"/>
                </a:lnTo>
                <a:lnTo>
                  <a:pt x="876" y="566"/>
                </a:lnTo>
                <a:lnTo>
                  <a:pt x="866" y="574"/>
                </a:lnTo>
                <a:lnTo>
                  <a:pt x="856" y="583"/>
                </a:lnTo>
                <a:lnTo>
                  <a:pt x="846" y="591"/>
                </a:lnTo>
                <a:lnTo>
                  <a:pt x="835" y="599"/>
                </a:lnTo>
                <a:lnTo>
                  <a:pt x="824" y="606"/>
                </a:lnTo>
                <a:lnTo>
                  <a:pt x="813" y="614"/>
                </a:lnTo>
                <a:lnTo>
                  <a:pt x="801" y="621"/>
                </a:lnTo>
                <a:lnTo>
                  <a:pt x="789" y="628"/>
                </a:lnTo>
                <a:lnTo>
                  <a:pt x="777" y="634"/>
                </a:lnTo>
                <a:lnTo>
                  <a:pt x="765" y="641"/>
                </a:lnTo>
                <a:lnTo>
                  <a:pt x="752" y="647"/>
                </a:lnTo>
                <a:lnTo>
                  <a:pt x="739" y="653"/>
                </a:lnTo>
                <a:lnTo>
                  <a:pt x="725" y="658"/>
                </a:lnTo>
                <a:lnTo>
                  <a:pt x="712" y="663"/>
                </a:lnTo>
                <a:lnTo>
                  <a:pt x="698" y="668"/>
                </a:lnTo>
                <a:lnTo>
                  <a:pt x="684" y="673"/>
                </a:lnTo>
                <a:lnTo>
                  <a:pt x="670" y="677"/>
                </a:lnTo>
                <a:lnTo>
                  <a:pt x="655" y="681"/>
                </a:lnTo>
                <a:lnTo>
                  <a:pt x="641" y="684"/>
                </a:lnTo>
                <a:lnTo>
                  <a:pt x="626" y="687"/>
                </a:lnTo>
                <a:lnTo>
                  <a:pt x="611" y="690"/>
                </a:lnTo>
                <a:lnTo>
                  <a:pt x="597" y="693"/>
                </a:lnTo>
                <a:lnTo>
                  <a:pt x="582" y="695"/>
                </a:lnTo>
                <a:lnTo>
                  <a:pt x="566" y="697"/>
                </a:lnTo>
                <a:lnTo>
                  <a:pt x="551" y="699"/>
                </a:lnTo>
                <a:lnTo>
                  <a:pt x="536" y="700"/>
                </a:lnTo>
                <a:lnTo>
                  <a:pt x="521" y="701"/>
                </a:lnTo>
                <a:lnTo>
                  <a:pt x="505" y="701"/>
                </a:lnTo>
                <a:lnTo>
                  <a:pt x="490" y="701"/>
                </a:lnTo>
                <a:lnTo>
                  <a:pt x="475" y="701"/>
                </a:lnTo>
                <a:lnTo>
                  <a:pt x="459" y="701"/>
                </a:lnTo>
                <a:lnTo>
                  <a:pt x="444" y="700"/>
                </a:lnTo>
                <a:lnTo>
                  <a:pt x="429" y="699"/>
                </a:lnTo>
                <a:lnTo>
                  <a:pt x="414" y="697"/>
                </a:lnTo>
                <a:lnTo>
                  <a:pt x="398" y="695"/>
                </a:lnTo>
                <a:lnTo>
                  <a:pt x="383" y="693"/>
                </a:lnTo>
                <a:lnTo>
                  <a:pt x="368" y="690"/>
                </a:lnTo>
                <a:lnTo>
                  <a:pt x="354" y="687"/>
                </a:lnTo>
                <a:lnTo>
                  <a:pt x="339" y="684"/>
                </a:lnTo>
                <a:lnTo>
                  <a:pt x="324" y="681"/>
                </a:lnTo>
                <a:lnTo>
                  <a:pt x="310" y="677"/>
                </a:lnTo>
                <a:lnTo>
                  <a:pt x="296" y="673"/>
                </a:lnTo>
                <a:lnTo>
                  <a:pt x="282" y="668"/>
                </a:lnTo>
                <a:lnTo>
                  <a:pt x="268" y="663"/>
                </a:lnTo>
                <a:lnTo>
                  <a:pt x="255" y="658"/>
                </a:lnTo>
                <a:lnTo>
                  <a:pt x="241" y="653"/>
                </a:lnTo>
                <a:lnTo>
                  <a:pt x="228" y="647"/>
                </a:lnTo>
                <a:lnTo>
                  <a:pt x="215" y="641"/>
                </a:lnTo>
                <a:lnTo>
                  <a:pt x="203" y="634"/>
                </a:lnTo>
                <a:lnTo>
                  <a:pt x="190" y="628"/>
                </a:lnTo>
                <a:lnTo>
                  <a:pt x="179" y="621"/>
                </a:lnTo>
                <a:lnTo>
                  <a:pt x="167" y="614"/>
                </a:lnTo>
                <a:lnTo>
                  <a:pt x="155" y="606"/>
                </a:lnTo>
                <a:lnTo>
                  <a:pt x="144" y="599"/>
                </a:lnTo>
                <a:lnTo>
                  <a:pt x="134" y="591"/>
                </a:lnTo>
                <a:lnTo>
                  <a:pt x="123" y="583"/>
                </a:lnTo>
                <a:lnTo>
                  <a:pt x="113" y="574"/>
                </a:lnTo>
                <a:lnTo>
                  <a:pt x="104" y="566"/>
                </a:lnTo>
                <a:lnTo>
                  <a:pt x="95" y="557"/>
                </a:lnTo>
                <a:lnTo>
                  <a:pt x="86" y="548"/>
                </a:lnTo>
                <a:lnTo>
                  <a:pt x="77" y="539"/>
                </a:lnTo>
                <a:lnTo>
                  <a:pt x="68" y="529"/>
                </a:lnTo>
                <a:lnTo>
                  <a:pt x="61" y="520"/>
                </a:lnTo>
                <a:lnTo>
                  <a:pt x="54" y="510"/>
                </a:lnTo>
                <a:lnTo>
                  <a:pt x="47" y="500"/>
                </a:lnTo>
                <a:lnTo>
                  <a:pt x="41" y="490"/>
                </a:lnTo>
                <a:lnTo>
                  <a:pt x="35" y="480"/>
                </a:lnTo>
                <a:lnTo>
                  <a:pt x="29" y="470"/>
                </a:lnTo>
                <a:lnTo>
                  <a:pt x="24" y="459"/>
                </a:lnTo>
                <a:lnTo>
                  <a:pt x="20" y="449"/>
                </a:lnTo>
                <a:lnTo>
                  <a:pt x="16" y="438"/>
                </a:lnTo>
                <a:lnTo>
                  <a:pt x="12" y="428"/>
                </a:lnTo>
                <a:lnTo>
                  <a:pt x="9" y="417"/>
                </a:lnTo>
                <a:lnTo>
                  <a:pt x="6" y="406"/>
                </a:lnTo>
                <a:lnTo>
                  <a:pt x="4" y="395"/>
                </a:lnTo>
                <a:lnTo>
                  <a:pt x="3" y="384"/>
                </a:lnTo>
                <a:lnTo>
                  <a:pt x="1" y="373"/>
                </a:lnTo>
                <a:lnTo>
                  <a:pt x="1" y="362"/>
                </a:lnTo>
                <a:lnTo>
                  <a:pt x="0" y="351"/>
                </a:lnTo>
                <a:lnTo>
                  <a:pt x="1" y="340"/>
                </a:lnTo>
                <a:lnTo>
                  <a:pt x="1" y="329"/>
                </a:lnTo>
                <a:lnTo>
                  <a:pt x="3" y="318"/>
                </a:lnTo>
                <a:lnTo>
                  <a:pt x="4" y="307"/>
                </a:lnTo>
                <a:lnTo>
                  <a:pt x="6" y="297"/>
                </a:lnTo>
                <a:lnTo>
                  <a:pt x="9" y="286"/>
                </a:lnTo>
                <a:lnTo>
                  <a:pt x="12" y="275"/>
                </a:lnTo>
                <a:lnTo>
                  <a:pt x="16" y="264"/>
                </a:lnTo>
                <a:lnTo>
                  <a:pt x="20" y="254"/>
                </a:lnTo>
                <a:lnTo>
                  <a:pt x="24" y="243"/>
                </a:lnTo>
                <a:lnTo>
                  <a:pt x="29" y="233"/>
                </a:lnTo>
                <a:lnTo>
                  <a:pt x="35" y="221"/>
                </a:lnTo>
                <a:lnTo>
                  <a:pt x="41" y="211"/>
                </a:lnTo>
                <a:lnTo>
                  <a:pt x="47" y="201"/>
                </a:lnTo>
                <a:lnTo>
                  <a:pt x="54" y="191"/>
                </a:lnTo>
                <a:lnTo>
                  <a:pt x="61" y="182"/>
                </a:lnTo>
                <a:lnTo>
                  <a:pt x="68" y="172"/>
                </a:lnTo>
                <a:lnTo>
                  <a:pt x="77" y="163"/>
                </a:lnTo>
                <a:lnTo>
                  <a:pt x="86" y="154"/>
                </a:lnTo>
                <a:lnTo>
                  <a:pt x="95" y="145"/>
                </a:lnTo>
                <a:lnTo>
                  <a:pt x="104" y="136"/>
                </a:lnTo>
                <a:lnTo>
                  <a:pt x="113" y="127"/>
                </a:lnTo>
                <a:lnTo>
                  <a:pt x="123" y="119"/>
                </a:lnTo>
                <a:lnTo>
                  <a:pt x="134" y="111"/>
                </a:lnTo>
                <a:lnTo>
                  <a:pt x="144" y="103"/>
                </a:lnTo>
                <a:lnTo>
                  <a:pt x="155" y="95"/>
                </a:lnTo>
                <a:lnTo>
                  <a:pt x="167" y="88"/>
                </a:lnTo>
                <a:lnTo>
                  <a:pt x="179" y="81"/>
                </a:lnTo>
                <a:lnTo>
                  <a:pt x="190" y="74"/>
                </a:lnTo>
                <a:lnTo>
                  <a:pt x="203" y="67"/>
                </a:lnTo>
                <a:lnTo>
                  <a:pt x="215" y="61"/>
                </a:lnTo>
                <a:lnTo>
                  <a:pt x="228" y="55"/>
                </a:lnTo>
                <a:lnTo>
                  <a:pt x="241" y="49"/>
                </a:lnTo>
                <a:lnTo>
                  <a:pt x="255" y="44"/>
                </a:lnTo>
                <a:lnTo>
                  <a:pt x="268" y="38"/>
                </a:lnTo>
                <a:lnTo>
                  <a:pt x="282" y="34"/>
                </a:lnTo>
                <a:lnTo>
                  <a:pt x="296" y="29"/>
                </a:lnTo>
                <a:lnTo>
                  <a:pt x="310" y="25"/>
                </a:lnTo>
                <a:lnTo>
                  <a:pt x="324" y="21"/>
                </a:lnTo>
                <a:lnTo>
                  <a:pt x="339" y="17"/>
                </a:lnTo>
                <a:lnTo>
                  <a:pt x="354" y="14"/>
                </a:lnTo>
                <a:lnTo>
                  <a:pt x="368" y="11"/>
                </a:lnTo>
                <a:lnTo>
                  <a:pt x="383" y="9"/>
                </a:lnTo>
                <a:lnTo>
                  <a:pt x="398" y="6"/>
                </a:lnTo>
                <a:lnTo>
                  <a:pt x="414" y="5"/>
                </a:lnTo>
                <a:lnTo>
                  <a:pt x="429" y="3"/>
                </a:lnTo>
                <a:lnTo>
                  <a:pt x="444" y="2"/>
                </a:lnTo>
                <a:lnTo>
                  <a:pt x="459" y="1"/>
                </a:lnTo>
                <a:lnTo>
                  <a:pt x="475" y="0"/>
                </a:lnTo>
                <a:lnTo>
                  <a:pt x="490" y="0"/>
                </a:lnTo>
                <a:lnTo>
                  <a:pt x="505" y="0"/>
                </a:lnTo>
                <a:lnTo>
                  <a:pt x="521" y="1"/>
                </a:lnTo>
                <a:lnTo>
                  <a:pt x="536" y="2"/>
                </a:lnTo>
                <a:lnTo>
                  <a:pt x="551" y="3"/>
                </a:lnTo>
                <a:lnTo>
                  <a:pt x="566" y="5"/>
                </a:lnTo>
                <a:lnTo>
                  <a:pt x="582" y="6"/>
                </a:lnTo>
                <a:lnTo>
                  <a:pt x="597" y="9"/>
                </a:lnTo>
                <a:lnTo>
                  <a:pt x="611" y="11"/>
                </a:lnTo>
                <a:lnTo>
                  <a:pt x="626" y="14"/>
                </a:lnTo>
                <a:lnTo>
                  <a:pt x="641" y="17"/>
                </a:lnTo>
                <a:lnTo>
                  <a:pt x="655" y="21"/>
                </a:lnTo>
                <a:lnTo>
                  <a:pt x="670" y="25"/>
                </a:lnTo>
                <a:lnTo>
                  <a:pt x="684" y="29"/>
                </a:lnTo>
                <a:lnTo>
                  <a:pt x="698" y="34"/>
                </a:lnTo>
                <a:lnTo>
                  <a:pt x="712" y="38"/>
                </a:lnTo>
                <a:lnTo>
                  <a:pt x="725" y="44"/>
                </a:lnTo>
                <a:lnTo>
                  <a:pt x="739" y="49"/>
                </a:lnTo>
                <a:lnTo>
                  <a:pt x="752" y="55"/>
                </a:lnTo>
                <a:lnTo>
                  <a:pt x="765" y="61"/>
                </a:lnTo>
                <a:lnTo>
                  <a:pt x="777" y="67"/>
                </a:lnTo>
                <a:lnTo>
                  <a:pt x="789" y="74"/>
                </a:lnTo>
                <a:lnTo>
                  <a:pt x="801" y="81"/>
                </a:lnTo>
                <a:lnTo>
                  <a:pt x="813" y="88"/>
                </a:lnTo>
                <a:lnTo>
                  <a:pt x="824" y="95"/>
                </a:lnTo>
                <a:lnTo>
                  <a:pt x="835" y="103"/>
                </a:lnTo>
                <a:lnTo>
                  <a:pt x="846" y="111"/>
                </a:lnTo>
                <a:lnTo>
                  <a:pt x="856" y="119"/>
                </a:lnTo>
                <a:lnTo>
                  <a:pt x="866" y="127"/>
                </a:lnTo>
                <a:lnTo>
                  <a:pt x="876" y="136"/>
                </a:lnTo>
                <a:lnTo>
                  <a:pt x="885" y="145"/>
                </a:lnTo>
                <a:lnTo>
                  <a:pt x="894" y="154"/>
                </a:lnTo>
                <a:lnTo>
                  <a:pt x="902" y="163"/>
                </a:lnTo>
                <a:lnTo>
                  <a:pt x="911" y="172"/>
                </a:lnTo>
                <a:lnTo>
                  <a:pt x="918" y="182"/>
                </a:lnTo>
                <a:lnTo>
                  <a:pt x="925" y="191"/>
                </a:lnTo>
                <a:lnTo>
                  <a:pt x="932" y="201"/>
                </a:lnTo>
                <a:lnTo>
                  <a:pt x="938" y="211"/>
                </a:lnTo>
                <a:lnTo>
                  <a:pt x="944" y="221"/>
                </a:lnTo>
                <a:lnTo>
                  <a:pt x="950" y="233"/>
                </a:lnTo>
                <a:lnTo>
                  <a:pt x="955" y="243"/>
                </a:lnTo>
                <a:lnTo>
                  <a:pt x="959" y="254"/>
                </a:lnTo>
                <a:lnTo>
                  <a:pt x="963" y="264"/>
                </a:lnTo>
                <a:lnTo>
                  <a:pt x="967" y="275"/>
                </a:lnTo>
                <a:lnTo>
                  <a:pt x="970" y="286"/>
                </a:lnTo>
                <a:lnTo>
                  <a:pt x="973" y="297"/>
                </a:lnTo>
                <a:lnTo>
                  <a:pt x="975" y="307"/>
                </a:lnTo>
                <a:lnTo>
                  <a:pt x="976" y="318"/>
                </a:lnTo>
                <a:lnTo>
                  <a:pt x="978" y="329"/>
                </a:lnTo>
                <a:lnTo>
                  <a:pt x="978" y="340"/>
                </a:lnTo>
                <a:lnTo>
                  <a:pt x="979" y="351"/>
                </a:lnTo>
                <a:close/>
              </a:path>
            </a:pathLst>
          </a:custGeom>
          <a:solidFill>
            <a:srgbClr val="ffd5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4" name=""/>
          <p:cNvSpPr/>
          <p:nvPr/>
        </p:nvSpPr>
        <p:spPr>
          <a:xfrm>
            <a:off x="7885080" y="2817000"/>
            <a:ext cx="354960" cy="254520"/>
          </a:xfrm>
          <a:custGeom>
            <a:avLst/>
            <a:gdLst/>
            <a:ahLst/>
            <a:rect l="0" t="0" r="r" b="b"/>
            <a:pathLst>
              <a:path w="986" h="707">
                <a:moveTo>
                  <a:pt x="983" y="354"/>
                </a:moveTo>
                <a:lnTo>
                  <a:pt x="982" y="343"/>
                </a:lnTo>
                <a:lnTo>
                  <a:pt x="982" y="332"/>
                </a:lnTo>
                <a:lnTo>
                  <a:pt x="980" y="321"/>
                </a:lnTo>
                <a:lnTo>
                  <a:pt x="979" y="310"/>
                </a:lnTo>
                <a:lnTo>
                  <a:pt x="977" y="300"/>
                </a:lnTo>
                <a:lnTo>
                  <a:pt x="974" y="289"/>
                </a:lnTo>
                <a:lnTo>
                  <a:pt x="971" y="277"/>
                </a:lnTo>
                <a:lnTo>
                  <a:pt x="967" y="266"/>
                </a:lnTo>
                <a:lnTo>
                  <a:pt x="963" y="256"/>
                </a:lnTo>
                <a:lnTo>
                  <a:pt x="959" y="245"/>
                </a:lnTo>
                <a:lnTo>
                  <a:pt x="954" y="235"/>
                </a:lnTo>
                <a:lnTo>
                  <a:pt x="948" y="224"/>
                </a:lnTo>
                <a:lnTo>
                  <a:pt x="942" y="214"/>
                </a:lnTo>
                <a:lnTo>
                  <a:pt x="936" y="204"/>
                </a:lnTo>
                <a:lnTo>
                  <a:pt x="929" y="194"/>
                </a:lnTo>
                <a:lnTo>
                  <a:pt x="922" y="185"/>
                </a:lnTo>
                <a:lnTo>
                  <a:pt x="915" y="175"/>
                </a:lnTo>
                <a:lnTo>
                  <a:pt x="906" y="166"/>
                </a:lnTo>
                <a:lnTo>
                  <a:pt x="898" y="157"/>
                </a:lnTo>
                <a:lnTo>
                  <a:pt x="889" y="148"/>
                </a:lnTo>
                <a:lnTo>
                  <a:pt x="880" y="139"/>
                </a:lnTo>
                <a:lnTo>
                  <a:pt x="870" y="130"/>
                </a:lnTo>
                <a:lnTo>
                  <a:pt x="860" y="122"/>
                </a:lnTo>
                <a:lnTo>
                  <a:pt x="850" y="114"/>
                </a:lnTo>
                <a:lnTo>
                  <a:pt x="839" y="106"/>
                </a:lnTo>
                <a:lnTo>
                  <a:pt x="828" y="98"/>
                </a:lnTo>
                <a:lnTo>
                  <a:pt x="817" y="91"/>
                </a:lnTo>
                <a:lnTo>
                  <a:pt x="805" y="84"/>
                </a:lnTo>
                <a:lnTo>
                  <a:pt x="793" y="77"/>
                </a:lnTo>
                <a:lnTo>
                  <a:pt x="781" y="70"/>
                </a:lnTo>
                <a:lnTo>
                  <a:pt x="769" y="64"/>
                </a:lnTo>
                <a:lnTo>
                  <a:pt x="756" y="58"/>
                </a:lnTo>
                <a:lnTo>
                  <a:pt x="743" y="52"/>
                </a:lnTo>
                <a:lnTo>
                  <a:pt x="729" y="47"/>
                </a:lnTo>
                <a:lnTo>
                  <a:pt x="716" y="41"/>
                </a:lnTo>
                <a:lnTo>
                  <a:pt x="702" y="37"/>
                </a:lnTo>
                <a:lnTo>
                  <a:pt x="688" y="32"/>
                </a:lnTo>
                <a:lnTo>
                  <a:pt x="674" y="28"/>
                </a:lnTo>
                <a:lnTo>
                  <a:pt x="659" y="24"/>
                </a:lnTo>
                <a:lnTo>
                  <a:pt x="645" y="20"/>
                </a:lnTo>
                <a:lnTo>
                  <a:pt x="630" y="17"/>
                </a:lnTo>
                <a:lnTo>
                  <a:pt x="615" y="14"/>
                </a:lnTo>
                <a:lnTo>
                  <a:pt x="601" y="12"/>
                </a:lnTo>
                <a:lnTo>
                  <a:pt x="586" y="9"/>
                </a:lnTo>
                <a:lnTo>
                  <a:pt x="570" y="8"/>
                </a:lnTo>
                <a:lnTo>
                  <a:pt x="555" y="6"/>
                </a:lnTo>
                <a:lnTo>
                  <a:pt x="540" y="5"/>
                </a:lnTo>
                <a:lnTo>
                  <a:pt x="525" y="4"/>
                </a:lnTo>
                <a:lnTo>
                  <a:pt x="509" y="3"/>
                </a:lnTo>
                <a:lnTo>
                  <a:pt x="494" y="3"/>
                </a:lnTo>
                <a:lnTo>
                  <a:pt x="479" y="3"/>
                </a:lnTo>
                <a:lnTo>
                  <a:pt x="463" y="4"/>
                </a:lnTo>
                <a:lnTo>
                  <a:pt x="448" y="5"/>
                </a:lnTo>
                <a:lnTo>
                  <a:pt x="433" y="6"/>
                </a:lnTo>
                <a:lnTo>
                  <a:pt x="418" y="8"/>
                </a:lnTo>
                <a:lnTo>
                  <a:pt x="402" y="9"/>
                </a:lnTo>
                <a:lnTo>
                  <a:pt x="387" y="12"/>
                </a:lnTo>
                <a:lnTo>
                  <a:pt x="372" y="14"/>
                </a:lnTo>
                <a:lnTo>
                  <a:pt x="358" y="17"/>
                </a:lnTo>
                <a:lnTo>
                  <a:pt x="343" y="20"/>
                </a:lnTo>
                <a:lnTo>
                  <a:pt x="328" y="24"/>
                </a:lnTo>
                <a:lnTo>
                  <a:pt x="314" y="28"/>
                </a:lnTo>
                <a:lnTo>
                  <a:pt x="300" y="32"/>
                </a:lnTo>
                <a:lnTo>
                  <a:pt x="286" y="37"/>
                </a:lnTo>
                <a:lnTo>
                  <a:pt x="272" y="41"/>
                </a:lnTo>
                <a:lnTo>
                  <a:pt x="259" y="47"/>
                </a:lnTo>
                <a:lnTo>
                  <a:pt x="245" y="52"/>
                </a:lnTo>
                <a:lnTo>
                  <a:pt x="231" y="58"/>
                </a:lnTo>
                <a:lnTo>
                  <a:pt x="218" y="64"/>
                </a:lnTo>
                <a:lnTo>
                  <a:pt x="206" y="70"/>
                </a:lnTo>
                <a:lnTo>
                  <a:pt x="193" y="77"/>
                </a:lnTo>
                <a:lnTo>
                  <a:pt x="182" y="84"/>
                </a:lnTo>
                <a:lnTo>
                  <a:pt x="170" y="91"/>
                </a:lnTo>
                <a:lnTo>
                  <a:pt x="158" y="98"/>
                </a:lnTo>
                <a:lnTo>
                  <a:pt x="147" y="106"/>
                </a:lnTo>
                <a:lnTo>
                  <a:pt x="137" y="114"/>
                </a:lnTo>
                <a:lnTo>
                  <a:pt x="126" y="122"/>
                </a:lnTo>
                <a:lnTo>
                  <a:pt x="116" y="130"/>
                </a:lnTo>
                <a:lnTo>
                  <a:pt x="107" y="139"/>
                </a:lnTo>
                <a:lnTo>
                  <a:pt x="98" y="148"/>
                </a:lnTo>
                <a:lnTo>
                  <a:pt x="89" y="157"/>
                </a:lnTo>
                <a:lnTo>
                  <a:pt x="80" y="166"/>
                </a:lnTo>
                <a:lnTo>
                  <a:pt x="72" y="175"/>
                </a:lnTo>
                <a:lnTo>
                  <a:pt x="65" y="185"/>
                </a:lnTo>
                <a:lnTo>
                  <a:pt x="58" y="194"/>
                </a:lnTo>
                <a:lnTo>
                  <a:pt x="51" y="204"/>
                </a:lnTo>
                <a:lnTo>
                  <a:pt x="45" y="214"/>
                </a:lnTo>
                <a:lnTo>
                  <a:pt x="39" y="224"/>
                </a:lnTo>
                <a:lnTo>
                  <a:pt x="33" y="235"/>
                </a:lnTo>
                <a:lnTo>
                  <a:pt x="28" y="245"/>
                </a:lnTo>
                <a:lnTo>
                  <a:pt x="24" y="256"/>
                </a:lnTo>
                <a:lnTo>
                  <a:pt x="20" y="266"/>
                </a:lnTo>
                <a:lnTo>
                  <a:pt x="16" y="277"/>
                </a:lnTo>
                <a:lnTo>
                  <a:pt x="13" y="289"/>
                </a:lnTo>
                <a:lnTo>
                  <a:pt x="10" y="300"/>
                </a:lnTo>
                <a:lnTo>
                  <a:pt x="8" y="310"/>
                </a:lnTo>
                <a:lnTo>
                  <a:pt x="7" y="321"/>
                </a:lnTo>
                <a:lnTo>
                  <a:pt x="5" y="332"/>
                </a:lnTo>
                <a:lnTo>
                  <a:pt x="5" y="343"/>
                </a:lnTo>
                <a:lnTo>
                  <a:pt x="4" y="354"/>
                </a:lnTo>
                <a:lnTo>
                  <a:pt x="5" y="365"/>
                </a:lnTo>
                <a:lnTo>
                  <a:pt x="5" y="376"/>
                </a:lnTo>
                <a:lnTo>
                  <a:pt x="7" y="387"/>
                </a:lnTo>
                <a:lnTo>
                  <a:pt x="8" y="398"/>
                </a:lnTo>
                <a:lnTo>
                  <a:pt x="10" y="409"/>
                </a:lnTo>
                <a:lnTo>
                  <a:pt x="13" y="420"/>
                </a:lnTo>
                <a:lnTo>
                  <a:pt x="16" y="431"/>
                </a:lnTo>
                <a:lnTo>
                  <a:pt x="20" y="441"/>
                </a:lnTo>
                <a:lnTo>
                  <a:pt x="24" y="452"/>
                </a:lnTo>
                <a:lnTo>
                  <a:pt x="28" y="462"/>
                </a:lnTo>
                <a:lnTo>
                  <a:pt x="33" y="473"/>
                </a:lnTo>
                <a:lnTo>
                  <a:pt x="39" y="483"/>
                </a:lnTo>
                <a:lnTo>
                  <a:pt x="45" y="493"/>
                </a:lnTo>
                <a:lnTo>
                  <a:pt x="51" y="503"/>
                </a:lnTo>
                <a:lnTo>
                  <a:pt x="58" y="513"/>
                </a:lnTo>
                <a:lnTo>
                  <a:pt x="65" y="523"/>
                </a:lnTo>
                <a:lnTo>
                  <a:pt x="72" y="532"/>
                </a:lnTo>
                <a:lnTo>
                  <a:pt x="80" y="542"/>
                </a:lnTo>
                <a:lnTo>
                  <a:pt x="89" y="551"/>
                </a:lnTo>
                <a:lnTo>
                  <a:pt x="98" y="560"/>
                </a:lnTo>
                <a:lnTo>
                  <a:pt x="107" y="569"/>
                </a:lnTo>
                <a:lnTo>
                  <a:pt x="116" y="577"/>
                </a:lnTo>
                <a:lnTo>
                  <a:pt x="126" y="586"/>
                </a:lnTo>
                <a:lnTo>
                  <a:pt x="137" y="594"/>
                </a:lnTo>
                <a:lnTo>
                  <a:pt x="147" y="602"/>
                </a:lnTo>
                <a:lnTo>
                  <a:pt x="158" y="609"/>
                </a:lnTo>
                <a:lnTo>
                  <a:pt x="170" y="617"/>
                </a:lnTo>
                <a:lnTo>
                  <a:pt x="182" y="624"/>
                </a:lnTo>
                <a:lnTo>
                  <a:pt x="193" y="631"/>
                </a:lnTo>
                <a:lnTo>
                  <a:pt x="206" y="637"/>
                </a:lnTo>
                <a:lnTo>
                  <a:pt x="218" y="644"/>
                </a:lnTo>
                <a:lnTo>
                  <a:pt x="231" y="650"/>
                </a:lnTo>
                <a:lnTo>
                  <a:pt x="245" y="656"/>
                </a:lnTo>
                <a:lnTo>
                  <a:pt x="259" y="661"/>
                </a:lnTo>
                <a:lnTo>
                  <a:pt x="272" y="666"/>
                </a:lnTo>
                <a:lnTo>
                  <a:pt x="286" y="671"/>
                </a:lnTo>
                <a:lnTo>
                  <a:pt x="300" y="676"/>
                </a:lnTo>
                <a:lnTo>
                  <a:pt x="314" y="680"/>
                </a:lnTo>
                <a:lnTo>
                  <a:pt x="328" y="684"/>
                </a:lnTo>
                <a:lnTo>
                  <a:pt x="343" y="687"/>
                </a:lnTo>
                <a:lnTo>
                  <a:pt x="358" y="690"/>
                </a:lnTo>
                <a:lnTo>
                  <a:pt x="372" y="693"/>
                </a:lnTo>
                <a:lnTo>
                  <a:pt x="387" y="696"/>
                </a:lnTo>
                <a:lnTo>
                  <a:pt x="402" y="698"/>
                </a:lnTo>
                <a:lnTo>
                  <a:pt x="418" y="700"/>
                </a:lnTo>
                <a:lnTo>
                  <a:pt x="433" y="702"/>
                </a:lnTo>
                <a:lnTo>
                  <a:pt x="448" y="703"/>
                </a:lnTo>
                <a:lnTo>
                  <a:pt x="463" y="704"/>
                </a:lnTo>
                <a:lnTo>
                  <a:pt x="479" y="704"/>
                </a:lnTo>
                <a:lnTo>
                  <a:pt x="494" y="704"/>
                </a:lnTo>
                <a:lnTo>
                  <a:pt x="509" y="704"/>
                </a:lnTo>
                <a:lnTo>
                  <a:pt x="525" y="704"/>
                </a:lnTo>
                <a:lnTo>
                  <a:pt x="540" y="703"/>
                </a:lnTo>
                <a:lnTo>
                  <a:pt x="555" y="702"/>
                </a:lnTo>
                <a:lnTo>
                  <a:pt x="570" y="700"/>
                </a:lnTo>
                <a:lnTo>
                  <a:pt x="586" y="698"/>
                </a:lnTo>
                <a:lnTo>
                  <a:pt x="601" y="696"/>
                </a:lnTo>
                <a:lnTo>
                  <a:pt x="615" y="693"/>
                </a:lnTo>
                <a:lnTo>
                  <a:pt x="630" y="690"/>
                </a:lnTo>
                <a:lnTo>
                  <a:pt x="645" y="687"/>
                </a:lnTo>
                <a:lnTo>
                  <a:pt x="659" y="684"/>
                </a:lnTo>
                <a:lnTo>
                  <a:pt x="674" y="680"/>
                </a:lnTo>
                <a:lnTo>
                  <a:pt x="688" y="676"/>
                </a:lnTo>
                <a:lnTo>
                  <a:pt x="702" y="671"/>
                </a:lnTo>
                <a:lnTo>
                  <a:pt x="716" y="666"/>
                </a:lnTo>
                <a:lnTo>
                  <a:pt x="729" y="661"/>
                </a:lnTo>
                <a:lnTo>
                  <a:pt x="743" y="656"/>
                </a:lnTo>
                <a:lnTo>
                  <a:pt x="756" y="650"/>
                </a:lnTo>
                <a:lnTo>
                  <a:pt x="769" y="644"/>
                </a:lnTo>
                <a:lnTo>
                  <a:pt x="781" y="637"/>
                </a:lnTo>
                <a:lnTo>
                  <a:pt x="793" y="631"/>
                </a:lnTo>
                <a:lnTo>
                  <a:pt x="805" y="624"/>
                </a:lnTo>
                <a:lnTo>
                  <a:pt x="817" y="617"/>
                </a:lnTo>
                <a:lnTo>
                  <a:pt x="828" y="609"/>
                </a:lnTo>
                <a:lnTo>
                  <a:pt x="839" y="602"/>
                </a:lnTo>
                <a:lnTo>
                  <a:pt x="850" y="594"/>
                </a:lnTo>
                <a:lnTo>
                  <a:pt x="860" y="586"/>
                </a:lnTo>
                <a:lnTo>
                  <a:pt x="870" y="577"/>
                </a:lnTo>
                <a:lnTo>
                  <a:pt x="880" y="569"/>
                </a:lnTo>
                <a:lnTo>
                  <a:pt x="889" y="560"/>
                </a:lnTo>
                <a:lnTo>
                  <a:pt x="898" y="551"/>
                </a:lnTo>
                <a:lnTo>
                  <a:pt x="906" y="542"/>
                </a:lnTo>
                <a:lnTo>
                  <a:pt x="915" y="532"/>
                </a:lnTo>
                <a:lnTo>
                  <a:pt x="922" y="523"/>
                </a:lnTo>
                <a:lnTo>
                  <a:pt x="929" y="513"/>
                </a:lnTo>
                <a:lnTo>
                  <a:pt x="936" y="503"/>
                </a:lnTo>
                <a:lnTo>
                  <a:pt x="942" y="493"/>
                </a:lnTo>
                <a:lnTo>
                  <a:pt x="948" y="483"/>
                </a:lnTo>
                <a:lnTo>
                  <a:pt x="954" y="473"/>
                </a:lnTo>
                <a:lnTo>
                  <a:pt x="959" y="462"/>
                </a:lnTo>
                <a:lnTo>
                  <a:pt x="963" y="452"/>
                </a:lnTo>
                <a:lnTo>
                  <a:pt x="967" y="441"/>
                </a:lnTo>
                <a:lnTo>
                  <a:pt x="971" y="431"/>
                </a:lnTo>
                <a:lnTo>
                  <a:pt x="974" y="420"/>
                </a:lnTo>
                <a:lnTo>
                  <a:pt x="977" y="409"/>
                </a:lnTo>
                <a:lnTo>
                  <a:pt x="979" y="398"/>
                </a:lnTo>
                <a:lnTo>
                  <a:pt x="980" y="387"/>
                </a:lnTo>
                <a:lnTo>
                  <a:pt x="982" y="376"/>
                </a:lnTo>
                <a:lnTo>
                  <a:pt x="982" y="365"/>
                </a:lnTo>
                <a:lnTo>
                  <a:pt x="983" y="354"/>
                </a:lnTo>
                <a:moveTo>
                  <a:pt x="986" y="354"/>
                </a:moveTo>
                <a:lnTo>
                  <a:pt x="986" y="365"/>
                </a:lnTo>
                <a:lnTo>
                  <a:pt x="985" y="376"/>
                </a:lnTo>
                <a:lnTo>
                  <a:pt x="984" y="388"/>
                </a:lnTo>
                <a:lnTo>
                  <a:pt x="983" y="399"/>
                </a:lnTo>
                <a:lnTo>
                  <a:pt x="980" y="409"/>
                </a:lnTo>
                <a:lnTo>
                  <a:pt x="978" y="420"/>
                </a:lnTo>
                <a:lnTo>
                  <a:pt x="975" y="431"/>
                </a:lnTo>
                <a:lnTo>
                  <a:pt x="971" y="442"/>
                </a:lnTo>
                <a:lnTo>
                  <a:pt x="967" y="453"/>
                </a:lnTo>
                <a:lnTo>
                  <a:pt x="962" y="463"/>
                </a:lnTo>
                <a:lnTo>
                  <a:pt x="957" y="474"/>
                </a:lnTo>
                <a:lnTo>
                  <a:pt x="952" y="484"/>
                </a:lnTo>
                <a:lnTo>
                  <a:pt x="946" y="494"/>
                </a:lnTo>
                <a:lnTo>
                  <a:pt x="940" y="505"/>
                </a:lnTo>
                <a:lnTo>
                  <a:pt x="933" y="514"/>
                </a:lnTo>
                <a:lnTo>
                  <a:pt x="926" y="524"/>
                </a:lnTo>
                <a:lnTo>
                  <a:pt x="918" y="534"/>
                </a:lnTo>
                <a:lnTo>
                  <a:pt x="910" y="543"/>
                </a:lnTo>
                <a:lnTo>
                  <a:pt x="901" y="553"/>
                </a:lnTo>
                <a:lnTo>
                  <a:pt x="892" y="562"/>
                </a:lnTo>
                <a:lnTo>
                  <a:pt x="883" y="571"/>
                </a:lnTo>
                <a:lnTo>
                  <a:pt x="873" y="579"/>
                </a:lnTo>
                <a:lnTo>
                  <a:pt x="863" y="588"/>
                </a:lnTo>
                <a:lnTo>
                  <a:pt x="853" y="596"/>
                </a:lnTo>
                <a:lnTo>
                  <a:pt x="842" y="604"/>
                </a:lnTo>
                <a:lnTo>
                  <a:pt x="831" y="611"/>
                </a:lnTo>
                <a:lnTo>
                  <a:pt x="820" y="619"/>
                </a:lnTo>
                <a:lnTo>
                  <a:pt x="808" y="626"/>
                </a:lnTo>
                <a:lnTo>
                  <a:pt x="796" y="633"/>
                </a:lnTo>
                <a:lnTo>
                  <a:pt x="783" y="640"/>
                </a:lnTo>
                <a:lnTo>
                  <a:pt x="771" y="646"/>
                </a:lnTo>
                <a:lnTo>
                  <a:pt x="758" y="652"/>
                </a:lnTo>
                <a:lnTo>
                  <a:pt x="745" y="658"/>
                </a:lnTo>
                <a:lnTo>
                  <a:pt x="731" y="663"/>
                </a:lnTo>
                <a:lnTo>
                  <a:pt x="718" y="669"/>
                </a:lnTo>
                <a:lnTo>
                  <a:pt x="704" y="674"/>
                </a:lnTo>
                <a:lnTo>
                  <a:pt x="690" y="678"/>
                </a:lnTo>
                <a:lnTo>
                  <a:pt x="675" y="682"/>
                </a:lnTo>
                <a:lnTo>
                  <a:pt x="661" y="686"/>
                </a:lnTo>
                <a:lnTo>
                  <a:pt x="646" y="690"/>
                </a:lnTo>
                <a:lnTo>
                  <a:pt x="631" y="693"/>
                </a:lnTo>
                <a:lnTo>
                  <a:pt x="616" y="696"/>
                </a:lnTo>
                <a:lnTo>
                  <a:pt x="601" y="699"/>
                </a:lnTo>
                <a:lnTo>
                  <a:pt x="586" y="701"/>
                </a:lnTo>
                <a:lnTo>
                  <a:pt x="571" y="703"/>
                </a:lnTo>
                <a:lnTo>
                  <a:pt x="556" y="704"/>
                </a:lnTo>
                <a:lnTo>
                  <a:pt x="540" y="706"/>
                </a:lnTo>
                <a:lnTo>
                  <a:pt x="525" y="706"/>
                </a:lnTo>
                <a:lnTo>
                  <a:pt x="509" y="707"/>
                </a:lnTo>
                <a:lnTo>
                  <a:pt x="494" y="707"/>
                </a:lnTo>
                <a:lnTo>
                  <a:pt x="478" y="707"/>
                </a:lnTo>
                <a:lnTo>
                  <a:pt x="463" y="706"/>
                </a:lnTo>
                <a:lnTo>
                  <a:pt x="448" y="706"/>
                </a:lnTo>
                <a:lnTo>
                  <a:pt x="432" y="704"/>
                </a:lnTo>
                <a:lnTo>
                  <a:pt x="417" y="703"/>
                </a:lnTo>
                <a:lnTo>
                  <a:pt x="402" y="701"/>
                </a:lnTo>
                <a:lnTo>
                  <a:pt x="387" y="699"/>
                </a:lnTo>
                <a:lnTo>
                  <a:pt x="371" y="696"/>
                </a:lnTo>
                <a:lnTo>
                  <a:pt x="357" y="693"/>
                </a:lnTo>
                <a:lnTo>
                  <a:pt x="342" y="690"/>
                </a:lnTo>
                <a:lnTo>
                  <a:pt x="327" y="686"/>
                </a:lnTo>
                <a:lnTo>
                  <a:pt x="313" y="682"/>
                </a:lnTo>
                <a:lnTo>
                  <a:pt x="298" y="678"/>
                </a:lnTo>
                <a:lnTo>
                  <a:pt x="284" y="674"/>
                </a:lnTo>
                <a:lnTo>
                  <a:pt x="270" y="669"/>
                </a:lnTo>
                <a:lnTo>
                  <a:pt x="257" y="663"/>
                </a:lnTo>
                <a:lnTo>
                  <a:pt x="243" y="658"/>
                </a:lnTo>
                <a:lnTo>
                  <a:pt x="229" y="652"/>
                </a:lnTo>
                <a:lnTo>
                  <a:pt x="216" y="646"/>
                </a:lnTo>
                <a:lnTo>
                  <a:pt x="203" y="640"/>
                </a:lnTo>
                <a:lnTo>
                  <a:pt x="191" y="633"/>
                </a:lnTo>
                <a:lnTo>
                  <a:pt x="179" y="626"/>
                </a:lnTo>
                <a:lnTo>
                  <a:pt x="167" y="619"/>
                </a:lnTo>
                <a:lnTo>
                  <a:pt x="156" y="611"/>
                </a:lnTo>
                <a:lnTo>
                  <a:pt x="145" y="604"/>
                </a:lnTo>
                <a:lnTo>
                  <a:pt x="134" y="596"/>
                </a:lnTo>
                <a:lnTo>
                  <a:pt x="124" y="588"/>
                </a:lnTo>
                <a:lnTo>
                  <a:pt x="113" y="579"/>
                </a:lnTo>
                <a:lnTo>
                  <a:pt x="104" y="571"/>
                </a:lnTo>
                <a:lnTo>
                  <a:pt x="95" y="562"/>
                </a:lnTo>
                <a:lnTo>
                  <a:pt x="86" y="553"/>
                </a:lnTo>
                <a:lnTo>
                  <a:pt x="77" y="543"/>
                </a:lnTo>
                <a:lnTo>
                  <a:pt x="69" y="534"/>
                </a:lnTo>
                <a:lnTo>
                  <a:pt x="61" y="524"/>
                </a:lnTo>
                <a:lnTo>
                  <a:pt x="54" y="514"/>
                </a:lnTo>
                <a:lnTo>
                  <a:pt x="47" y="505"/>
                </a:lnTo>
                <a:lnTo>
                  <a:pt x="41" y="494"/>
                </a:lnTo>
                <a:lnTo>
                  <a:pt x="35" y="484"/>
                </a:lnTo>
                <a:lnTo>
                  <a:pt x="30" y="474"/>
                </a:lnTo>
                <a:lnTo>
                  <a:pt x="25" y="463"/>
                </a:lnTo>
                <a:lnTo>
                  <a:pt x="20" y="453"/>
                </a:lnTo>
                <a:lnTo>
                  <a:pt x="16" y="442"/>
                </a:lnTo>
                <a:lnTo>
                  <a:pt x="12" y="431"/>
                </a:lnTo>
                <a:lnTo>
                  <a:pt x="9" y="420"/>
                </a:lnTo>
                <a:lnTo>
                  <a:pt x="7" y="409"/>
                </a:lnTo>
                <a:lnTo>
                  <a:pt x="4" y="399"/>
                </a:lnTo>
                <a:lnTo>
                  <a:pt x="3" y="388"/>
                </a:lnTo>
                <a:lnTo>
                  <a:pt x="1" y="376"/>
                </a:lnTo>
                <a:lnTo>
                  <a:pt x="1" y="365"/>
                </a:lnTo>
                <a:lnTo>
                  <a:pt x="0" y="354"/>
                </a:lnTo>
                <a:lnTo>
                  <a:pt x="1" y="343"/>
                </a:lnTo>
                <a:lnTo>
                  <a:pt x="1" y="332"/>
                </a:lnTo>
                <a:lnTo>
                  <a:pt x="3" y="321"/>
                </a:lnTo>
                <a:lnTo>
                  <a:pt x="4" y="310"/>
                </a:lnTo>
                <a:lnTo>
                  <a:pt x="7" y="299"/>
                </a:lnTo>
                <a:lnTo>
                  <a:pt x="9" y="288"/>
                </a:lnTo>
                <a:lnTo>
                  <a:pt x="12" y="276"/>
                </a:lnTo>
                <a:lnTo>
                  <a:pt x="16" y="266"/>
                </a:lnTo>
                <a:lnTo>
                  <a:pt x="20" y="255"/>
                </a:lnTo>
                <a:lnTo>
                  <a:pt x="25" y="244"/>
                </a:lnTo>
                <a:lnTo>
                  <a:pt x="30" y="234"/>
                </a:lnTo>
                <a:lnTo>
                  <a:pt x="35" y="223"/>
                </a:lnTo>
                <a:lnTo>
                  <a:pt x="41" y="213"/>
                </a:lnTo>
                <a:lnTo>
                  <a:pt x="47" y="203"/>
                </a:lnTo>
                <a:lnTo>
                  <a:pt x="54" y="193"/>
                </a:lnTo>
                <a:lnTo>
                  <a:pt x="61" y="183"/>
                </a:lnTo>
                <a:lnTo>
                  <a:pt x="69" y="174"/>
                </a:lnTo>
                <a:lnTo>
                  <a:pt x="77" y="164"/>
                </a:lnTo>
                <a:lnTo>
                  <a:pt x="86" y="155"/>
                </a:lnTo>
                <a:lnTo>
                  <a:pt x="95" y="146"/>
                </a:lnTo>
                <a:lnTo>
                  <a:pt x="104" y="137"/>
                </a:lnTo>
                <a:lnTo>
                  <a:pt x="113" y="128"/>
                </a:lnTo>
                <a:lnTo>
                  <a:pt x="124" y="120"/>
                </a:lnTo>
                <a:lnTo>
                  <a:pt x="134" y="112"/>
                </a:lnTo>
                <a:lnTo>
                  <a:pt x="145" y="104"/>
                </a:lnTo>
                <a:lnTo>
                  <a:pt x="156" y="96"/>
                </a:lnTo>
                <a:lnTo>
                  <a:pt x="167" y="89"/>
                </a:lnTo>
                <a:lnTo>
                  <a:pt x="179" y="81"/>
                </a:lnTo>
                <a:lnTo>
                  <a:pt x="191" y="75"/>
                </a:lnTo>
                <a:lnTo>
                  <a:pt x="203" y="68"/>
                </a:lnTo>
                <a:lnTo>
                  <a:pt x="216" y="61"/>
                </a:lnTo>
                <a:lnTo>
                  <a:pt x="229" y="55"/>
                </a:lnTo>
                <a:lnTo>
                  <a:pt x="243" y="50"/>
                </a:lnTo>
                <a:lnTo>
                  <a:pt x="257" y="44"/>
                </a:lnTo>
                <a:lnTo>
                  <a:pt x="270" y="39"/>
                </a:lnTo>
                <a:lnTo>
                  <a:pt x="284" y="34"/>
                </a:lnTo>
                <a:lnTo>
                  <a:pt x="298" y="29"/>
                </a:lnTo>
                <a:lnTo>
                  <a:pt x="313" y="25"/>
                </a:lnTo>
                <a:lnTo>
                  <a:pt x="327" y="21"/>
                </a:lnTo>
                <a:lnTo>
                  <a:pt x="342" y="18"/>
                </a:lnTo>
                <a:lnTo>
                  <a:pt x="357" y="14"/>
                </a:lnTo>
                <a:lnTo>
                  <a:pt x="371" y="12"/>
                </a:lnTo>
                <a:lnTo>
                  <a:pt x="387" y="9"/>
                </a:lnTo>
                <a:lnTo>
                  <a:pt x="402" y="7"/>
                </a:lnTo>
                <a:lnTo>
                  <a:pt x="417" y="5"/>
                </a:lnTo>
                <a:lnTo>
                  <a:pt x="432" y="3"/>
                </a:lnTo>
                <a:lnTo>
                  <a:pt x="448" y="2"/>
                </a:lnTo>
                <a:lnTo>
                  <a:pt x="463" y="1"/>
                </a:lnTo>
                <a:lnTo>
                  <a:pt x="478" y="1"/>
                </a:lnTo>
                <a:lnTo>
                  <a:pt x="494" y="0"/>
                </a:lnTo>
                <a:lnTo>
                  <a:pt x="509" y="1"/>
                </a:lnTo>
                <a:lnTo>
                  <a:pt x="525" y="1"/>
                </a:lnTo>
                <a:lnTo>
                  <a:pt x="540" y="2"/>
                </a:lnTo>
                <a:lnTo>
                  <a:pt x="556" y="3"/>
                </a:lnTo>
                <a:lnTo>
                  <a:pt x="571" y="5"/>
                </a:lnTo>
                <a:lnTo>
                  <a:pt x="586" y="7"/>
                </a:lnTo>
                <a:lnTo>
                  <a:pt x="601" y="9"/>
                </a:lnTo>
                <a:lnTo>
                  <a:pt x="616" y="12"/>
                </a:lnTo>
                <a:lnTo>
                  <a:pt x="631" y="14"/>
                </a:lnTo>
                <a:lnTo>
                  <a:pt x="646" y="18"/>
                </a:lnTo>
                <a:lnTo>
                  <a:pt x="661" y="21"/>
                </a:lnTo>
                <a:lnTo>
                  <a:pt x="675" y="25"/>
                </a:lnTo>
                <a:lnTo>
                  <a:pt x="690" y="29"/>
                </a:lnTo>
                <a:lnTo>
                  <a:pt x="704" y="34"/>
                </a:lnTo>
                <a:lnTo>
                  <a:pt x="718" y="39"/>
                </a:lnTo>
                <a:lnTo>
                  <a:pt x="731" y="44"/>
                </a:lnTo>
                <a:lnTo>
                  <a:pt x="745" y="50"/>
                </a:lnTo>
                <a:lnTo>
                  <a:pt x="758" y="55"/>
                </a:lnTo>
                <a:lnTo>
                  <a:pt x="771" y="61"/>
                </a:lnTo>
                <a:lnTo>
                  <a:pt x="783" y="68"/>
                </a:lnTo>
                <a:lnTo>
                  <a:pt x="796" y="75"/>
                </a:lnTo>
                <a:lnTo>
                  <a:pt x="808" y="81"/>
                </a:lnTo>
                <a:lnTo>
                  <a:pt x="820" y="89"/>
                </a:lnTo>
                <a:lnTo>
                  <a:pt x="831" y="96"/>
                </a:lnTo>
                <a:lnTo>
                  <a:pt x="842" y="104"/>
                </a:lnTo>
                <a:lnTo>
                  <a:pt x="853" y="112"/>
                </a:lnTo>
                <a:lnTo>
                  <a:pt x="863" y="120"/>
                </a:lnTo>
                <a:lnTo>
                  <a:pt x="873" y="128"/>
                </a:lnTo>
                <a:lnTo>
                  <a:pt x="883" y="137"/>
                </a:lnTo>
                <a:lnTo>
                  <a:pt x="892" y="146"/>
                </a:lnTo>
                <a:lnTo>
                  <a:pt x="901" y="155"/>
                </a:lnTo>
                <a:lnTo>
                  <a:pt x="910" y="164"/>
                </a:lnTo>
                <a:lnTo>
                  <a:pt x="918" y="174"/>
                </a:lnTo>
                <a:lnTo>
                  <a:pt x="926" y="183"/>
                </a:lnTo>
                <a:lnTo>
                  <a:pt x="933" y="193"/>
                </a:lnTo>
                <a:lnTo>
                  <a:pt x="940" y="203"/>
                </a:lnTo>
                <a:lnTo>
                  <a:pt x="946" y="213"/>
                </a:lnTo>
                <a:lnTo>
                  <a:pt x="952" y="223"/>
                </a:lnTo>
                <a:lnTo>
                  <a:pt x="957" y="234"/>
                </a:lnTo>
                <a:lnTo>
                  <a:pt x="962" y="244"/>
                </a:lnTo>
                <a:lnTo>
                  <a:pt x="967" y="255"/>
                </a:lnTo>
                <a:lnTo>
                  <a:pt x="971" y="266"/>
                </a:lnTo>
                <a:lnTo>
                  <a:pt x="975" y="276"/>
                </a:lnTo>
                <a:lnTo>
                  <a:pt x="978" y="288"/>
                </a:lnTo>
                <a:lnTo>
                  <a:pt x="980" y="299"/>
                </a:lnTo>
                <a:lnTo>
                  <a:pt x="983" y="310"/>
                </a:lnTo>
                <a:lnTo>
                  <a:pt x="984" y="321"/>
                </a:lnTo>
                <a:lnTo>
                  <a:pt x="985" y="332"/>
                </a:lnTo>
                <a:lnTo>
                  <a:pt x="986" y="343"/>
                </a:lnTo>
                <a:lnTo>
                  <a:pt x="986" y="354"/>
                </a:lnTo>
                <a:close/>
              </a:path>
            </a:pathLst>
          </a:custGeom>
          <a:solidFill>
            <a:srgbClr val="ffd5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5" name=""/>
          <p:cNvSpPr/>
          <p:nvPr/>
        </p:nvSpPr>
        <p:spPr>
          <a:xfrm>
            <a:off x="7884000" y="2816280"/>
            <a:ext cx="357480" cy="256320"/>
          </a:xfrm>
          <a:custGeom>
            <a:avLst/>
            <a:gdLst/>
            <a:ahLst/>
            <a:rect l="0" t="0" r="r" b="b"/>
            <a:pathLst>
              <a:path w="993" h="712">
                <a:moveTo>
                  <a:pt x="989" y="356"/>
                </a:moveTo>
                <a:lnTo>
                  <a:pt x="989" y="344"/>
                </a:lnTo>
                <a:lnTo>
                  <a:pt x="988" y="333"/>
                </a:lnTo>
                <a:lnTo>
                  <a:pt x="987" y="322"/>
                </a:lnTo>
                <a:lnTo>
                  <a:pt x="986" y="311"/>
                </a:lnTo>
                <a:lnTo>
                  <a:pt x="983" y="300"/>
                </a:lnTo>
                <a:lnTo>
                  <a:pt x="981" y="289"/>
                </a:lnTo>
                <a:lnTo>
                  <a:pt x="978" y="278"/>
                </a:lnTo>
                <a:lnTo>
                  <a:pt x="974" y="268"/>
                </a:lnTo>
                <a:lnTo>
                  <a:pt x="970" y="257"/>
                </a:lnTo>
                <a:lnTo>
                  <a:pt x="965" y="246"/>
                </a:lnTo>
                <a:lnTo>
                  <a:pt x="960" y="236"/>
                </a:lnTo>
                <a:lnTo>
                  <a:pt x="955" y="225"/>
                </a:lnTo>
                <a:lnTo>
                  <a:pt x="949" y="215"/>
                </a:lnTo>
                <a:lnTo>
                  <a:pt x="943" y="205"/>
                </a:lnTo>
                <a:lnTo>
                  <a:pt x="936" y="195"/>
                </a:lnTo>
                <a:lnTo>
                  <a:pt x="929" y="185"/>
                </a:lnTo>
                <a:lnTo>
                  <a:pt x="921" y="176"/>
                </a:lnTo>
                <a:lnTo>
                  <a:pt x="913" y="166"/>
                </a:lnTo>
                <a:lnTo>
                  <a:pt x="904" y="157"/>
                </a:lnTo>
                <a:lnTo>
                  <a:pt x="895" y="148"/>
                </a:lnTo>
                <a:lnTo>
                  <a:pt x="886" y="139"/>
                </a:lnTo>
                <a:lnTo>
                  <a:pt x="876" y="130"/>
                </a:lnTo>
                <a:lnTo>
                  <a:pt x="866" y="122"/>
                </a:lnTo>
                <a:lnTo>
                  <a:pt x="856" y="114"/>
                </a:lnTo>
                <a:lnTo>
                  <a:pt x="845" y="106"/>
                </a:lnTo>
                <a:lnTo>
                  <a:pt x="834" y="98"/>
                </a:lnTo>
                <a:lnTo>
                  <a:pt x="823" y="91"/>
                </a:lnTo>
                <a:lnTo>
                  <a:pt x="811" y="83"/>
                </a:lnTo>
                <a:lnTo>
                  <a:pt x="799" y="77"/>
                </a:lnTo>
                <a:lnTo>
                  <a:pt x="786" y="70"/>
                </a:lnTo>
                <a:lnTo>
                  <a:pt x="774" y="63"/>
                </a:lnTo>
                <a:lnTo>
                  <a:pt x="761" y="57"/>
                </a:lnTo>
                <a:lnTo>
                  <a:pt x="748" y="52"/>
                </a:lnTo>
                <a:lnTo>
                  <a:pt x="734" y="46"/>
                </a:lnTo>
                <a:lnTo>
                  <a:pt x="721" y="41"/>
                </a:lnTo>
                <a:lnTo>
                  <a:pt x="707" y="36"/>
                </a:lnTo>
                <a:lnTo>
                  <a:pt x="693" y="31"/>
                </a:lnTo>
                <a:lnTo>
                  <a:pt x="678" y="27"/>
                </a:lnTo>
                <a:lnTo>
                  <a:pt x="664" y="23"/>
                </a:lnTo>
                <a:lnTo>
                  <a:pt x="649" y="20"/>
                </a:lnTo>
                <a:lnTo>
                  <a:pt x="634" y="16"/>
                </a:lnTo>
                <a:lnTo>
                  <a:pt x="619" y="14"/>
                </a:lnTo>
                <a:lnTo>
                  <a:pt x="604" y="11"/>
                </a:lnTo>
                <a:lnTo>
                  <a:pt x="589" y="9"/>
                </a:lnTo>
                <a:lnTo>
                  <a:pt x="574" y="7"/>
                </a:lnTo>
                <a:lnTo>
                  <a:pt x="559" y="5"/>
                </a:lnTo>
                <a:lnTo>
                  <a:pt x="543" y="4"/>
                </a:lnTo>
                <a:lnTo>
                  <a:pt x="528" y="3"/>
                </a:lnTo>
                <a:lnTo>
                  <a:pt x="512" y="3"/>
                </a:lnTo>
                <a:lnTo>
                  <a:pt x="497" y="2"/>
                </a:lnTo>
                <a:lnTo>
                  <a:pt x="481" y="3"/>
                </a:lnTo>
                <a:lnTo>
                  <a:pt x="466" y="3"/>
                </a:lnTo>
                <a:lnTo>
                  <a:pt x="451" y="4"/>
                </a:lnTo>
                <a:lnTo>
                  <a:pt x="435" y="5"/>
                </a:lnTo>
                <a:lnTo>
                  <a:pt x="419" y="7"/>
                </a:lnTo>
                <a:lnTo>
                  <a:pt x="404" y="9"/>
                </a:lnTo>
                <a:lnTo>
                  <a:pt x="389" y="11"/>
                </a:lnTo>
                <a:lnTo>
                  <a:pt x="373" y="14"/>
                </a:lnTo>
                <a:lnTo>
                  <a:pt x="359" y="16"/>
                </a:lnTo>
                <a:lnTo>
                  <a:pt x="344" y="20"/>
                </a:lnTo>
                <a:lnTo>
                  <a:pt x="329" y="23"/>
                </a:lnTo>
                <a:lnTo>
                  <a:pt x="315" y="27"/>
                </a:lnTo>
                <a:lnTo>
                  <a:pt x="300" y="31"/>
                </a:lnTo>
                <a:lnTo>
                  <a:pt x="286" y="36"/>
                </a:lnTo>
                <a:lnTo>
                  <a:pt x="272" y="41"/>
                </a:lnTo>
                <a:lnTo>
                  <a:pt x="259" y="46"/>
                </a:lnTo>
                <a:lnTo>
                  <a:pt x="245" y="52"/>
                </a:lnTo>
                <a:lnTo>
                  <a:pt x="232" y="57"/>
                </a:lnTo>
                <a:lnTo>
                  <a:pt x="219" y="63"/>
                </a:lnTo>
                <a:lnTo>
                  <a:pt x="206" y="70"/>
                </a:lnTo>
                <a:lnTo>
                  <a:pt x="194" y="77"/>
                </a:lnTo>
                <a:lnTo>
                  <a:pt x="182" y="83"/>
                </a:lnTo>
                <a:lnTo>
                  <a:pt x="170" y="91"/>
                </a:lnTo>
                <a:lnTo>
                  <a:pt x="159" y="98"/>
                </a:lnTo>
                <a:lnTo>
                  <a:pt x="148" y="106"/>
                </a:lnTo>
                <a:lnTo>
                  <a:pt x="137" y="114"/>
                </a:lnTo>
                <a:lnTo>
                  <a:pt x="127" y="122"/>
                </a:lnTo>
                <a:lnTo>
                  <a:pt x="116" y="130"/>
                </a:lnTo>
                <a:lnTo>
                  <a:pt x="107" y="139"/>
                </a:lnTo>
                <a:lnTo>
                  <a:pt x="98" y="148"/>
                </a:lnTo>
                <a:lnTo>
                  <a:pt x="89" y="157"/>
                </a:lnTo>
                <a:lnTo>
                  <a:pt x="80" y="166"/>
                </a:lnTo>
                <a:lnTo>
                  <a:pt x="72" y="176"/>
                </a:lnTo>
                <a:lnTo>
                  <a:pt x="64" y="185"/>
                </a:lnTo>
                <a:lnTo>
                  <a:pt x="57" y="195"/>
                </a:lnTo>
                <a:lnTo>
                  <a:pt x="50" y="205"/>
                </a:lnTo>
                <a:lnTo>
                  <a:pt x="44" y="215"/>
                </a:lnTo>
                <a:lnTo>
                  <a:pt x="38" y="225"/>
                </a:lnTo>
                <a:lnTo>
                  <a:pt x="33" y="236"/>
                </a:lnTo>
                <a:lnTo>
                  <a:pt x="28" y="246"/>
                </a:lnTo>
                <a:lnTo>
                  <a:pt x="23" y="257"/>
                </a:lnTo>
                <a:lnTo>
                  <a:pt x="19" y="268"/>
                </a:lnTo>
                <a:lnTo>
                  <a:pt x="15" y="278"/>
                </a:lnTo>
                <a:lnTo>
                  <a:pt x="12" y="289"/>
                </a:lnTo>
                <a:lnTo>
                  <a:pt x="10" y="300"/>
                </a:lnTo>
                <a:lnTo>
                  <a:pt x="7" y="311"/>
                </a:lnTo>
                <a:lnTo>
                  <a:pt x="6" y="322"/>
                </a:lnTo>
                <a:lnTo>
                  <a:pt x="4" y="333"/>
                </a:lnTo>
                <a:lnTo>
                  <a:pt x="4" y="344"/>
                </a:lnTo>
                <a:lnTo>
                  <a:pt x="3" y="356"/>
                </a:lnTo>
                <a:lnTo>
                  <a:pt x="4" y="367"/>
                </a:lnTo>
                <a:lnTo>
                  <a:pt x="4" y="378"/>
                </a:lnTo>
                <a:lnTo>
                  <a:pt x="6" y="390"/>
                </a:lnTo>
                <a:lnTo>
                  <a:pt x="7" y="401"/>
                </a:lnTo>
                <a:lnTo>
                  <a:pt x="10" y="411"/>
                </a:lnTo>
                <a:lnTo>
                  <a:pt x="12" y="422"/>
                </a:lnTo>
                <a:lnTo>
                  <a:pt x="15" y="433"/>
                </a:lnTo>
                <a:lnTo>
                  <a:pt x="19" y="444"/>
                </a:lnTo>
                <a:lnTo>
                  <a:pt x="23" y="455"/>
                </a:lnTo>
                <a:lnTo>
                  <a:pt x="28" y="465"/>
                </a:lnTo>
                <a:lnTo>
                  <a:pt x="33" y="476"/>
                </a:lnTo>
                <a:lnTo>
                  <a:pt x="38" y="486"/>
                </a:lnTo>
                <a:lnTo>
                  <a:pt x="44" y="496"/>
                </a:lnTo>
                <a:lnTo>
                  <a:pt x="50" y="507"/>
                </a:lnTo>
                <a:lnTo>
                  <a:pt x="57" y="516"/>
                </a:lnTo>
                <a:lnTo>
                  <a:pt x="64" y="526"/>
                </a:lnTo>
                <a:lnTo>
                  <a:pt x="72" y="536"/>
                </a:lnTo>
                <a:lnTo>
                  <a:pt x="80" y="545"/>
                </a:lnTo>
                <a:lnTo>
                  <a:pt x="89" y="555"/>
                </a:lnTo>
                <a:lnTo>
                  <a:pt x="98" y="564"/>
                </a:lnTo>
                <a:lnTo>
                  <a:pt x="107" y="573"/>
                </a:lnTo>
                <a:lnTo>
                  <a:pt x="116" y="581"/>
                </a:lnTo>
                <a:lnTo>
                  <a:pt x="127" y="590"/>
                </a:lnTo>
                <a:lnTo>
                  <a:pt x="137" y="598"/>
                </a:lnTo>
                <a:lnTo>
                  <a:pt x="148" y="606"/>
                </a:lnTo>
                <a:lnTo>
                  <a:pt x="159" y="613"/>
                </a:lnTo>
                <a:lnTo>
                  <a:pt x="170" y="621"/>
                </a:lnTo>
                <a:lnTo>
                  <a:pt x="182" y="628"/>
                </a:lnTo>
                <a:lnTo>
                  <a:pt x="194" y="635"/>
                </a:lnTo>
                <a:lnTo>
                  <a:pt x="206" y="642"/>
                </a:lnTo>
                <a:lnTo>
                  <a:pt x="219" y="648"/>
                </a:lnTo>
                <a:lnTo>
                  <a:pt x="232" y="654"/>
                </a:lnTo>
                <a:lnTo>
                  <a:pt x="245" y="660"/>
                </a:lnTo>
                <a:lnTo>
                  <a:pt x="259" y="665"/>
                </a:lnTo>
                <a:lnTo>
                  <a:pt x="272" y="671"/>
                </a:lnTo>
                <a:lnTo>
                  <a:pt x="286" y="676"/>
                </a:lnTo>
                <a:lnTo>
                  <a:pt x="300" y="680"/>
                </a:lnTo>
                <a:lnTo>
                  <a:pt x="315" y="684"/>
                </a:lnTo>
                <a:lnTo>
                  <a:pt x="329" y="688"/>
                </a:lnTo>
                <a:lnTo>
                  <a:pt x="344" y="692"/>
                </a:lnTo>
                <a:lnTo>
                  <a:pt x="359" y="695"/>
                </a:lnTo>
                <a:lnTo>
                  <a:pt x="373" y="698"/>
                </a:lnTo>
                <a:lnTo>
                  <a:pt x="389" y="701"/>
                </a:lnTo>
                <a:lnTo>
                  <a:pt x="404" y="703"/>
                </a:lnTo>
                <a:lnTo>
                  <a:pt x="419" y="705"/>
                </a:lnTo>
                <a:lnTo>
                  <a:pt x="435" y="706"/>
                </a:lnTo>
                <a:lnTo>
                  <a:pt x="451" y="708"/>
                </a:lnTo>
                <a:lnTo>
                  <a:pt x="466" y="708"/>
                </a:lnTo>
                <a:lnTo>
                  <a:pt x="481" y="709"/>
                </a:lnTo>
                <a:lnTo>
                  <a:pt x="497" y="709"/>
                </a:lnTo>
                <a:lnTo>
                  <a:pt x="512" y="709"/>
                </a:lnTo>
                <a:lnTo>
                  <a:pt x="528" y="708"/>
                </a:lnTo>
                <a:lnTo>
                  <a:pt x="543" y="708"/>
                </a:lnTo>
                <a:lnTo>
                  <a:pt x="559" y="706"/>
                </a:lnTo>
                <a:lnTo>
                  <a:pt x="574" y="705"/>
                </a:lnTo>
                <a:lnTo>
                  <a:pt x="589" y="703"/>
                </a:lnTo>
                <a:lnTo>
                  <a:pt x="604" y="701"/>
                </a:lnTo>
                <a:lnTo>
                  <a:pt x="619" y="698"/>
                </a:lnTo>
                <a:lnTo>
                  <a:pt x="634" y="695"/>
                </a:lnTo>
                <a:lnTo>
                  <a:pt x="649" y="692"/>
                </a:lnTo>
                <a:lnTo>
                  <a:pt x="664" y="688"/>
                </a:lnTo>
                <a:lnTo>
                  <a:pt x="678" y="684"/>
                </a:lnTo>
                <a:lnTo>
                  <a:pt x="693" y="680"/>
                </a:lnTo>
                <a:lnTo>
                  <a:pt x="707" y="676"/>
                </a:lnTo>
                <a:lnTo>
                  <a:pt x="721" y="671"/>
                </a:lnTo>
                <a:lnTo>
                  <a:pt x="734" y="665"/>
                </a:lnTo>
                <a:lnTo>
                  <a:pt x="748" y="660"/>
                </a:lnTo>
                <a:lnTo>
                  <a:pt x="761" y="654"/>
                </a:lnTo>
                <a:lnTo>
                  <a:pt x="774" y="648"/>
                </a:lnTo>
                <a:lnTo>
                  <a:pt x="786" y="642"/>
                </a:lnTo>
                <a:lnTo>
                  <a:pt x="799" y="635"/>
                </a:lnTo>
                <a:lnTo>
                  <a:pt x="811" y="628"/>
                </a:lnTo>
                <a:lnTo>
                  <a:pt x="823" y="621"/>
                </a:lnTo>
                <a:lnTo>
                  <a:pt x="834" y="613"/>
                </a:lnTo>
                <a:lnTo>
                  <a:pt x="845" y="606"/>
                </a:lnTo>
                <a:lnTo>
                  <a:pt x="856" y="598"/>
                </a:lnTo>
                <a:lnTo>
                  <a:pt x="866" y="590"/>
                </a:lnTo>
                <a:lnTo>
                  <a:pt x="876" y="581"/>
                </a:lnTo>
                <a:lnTo>
                  <a:pt x="886" y="573"/>
                </a:lnTo>
                <a:lnTo>
                  <a:pt x="895" y="564"/>
                </a:lnTo>
                <a:lnTo>
                  <a:pt x="904" y="555"/>
                </a:lnTo>
                <a:lnTo>
                  <a:pt x="913" y="545"/>
                </a:lnTo>
                <a:lnTo>
                  <a:pt x="921" y="536"/>
                </a:lnTo>
                <a:lnTo>
                  <a:pt x="929" y="526"/>
                </a:lnTo>
                <a:lnTo>
                  <a:pt x="936" y="516"/>
                </a:lnTo>
                <a:lnTo>
                  <a:pt x="943" y="507"/>
                </a:lnTo>
                <a:lnTo>
                  <a:pt x="949" y="496"/>
                </a:lnTo>
                <a:lnTo>
                  <a:pt x="955" y="486"/>
                </a:lnTo>
                <a:lnTo>
                  <a:pt x="960" y="476"/>
                </a:lnTo>
                <a:lnTo>
                  <a:pt x="965" y="465"/>
                </a:lnTo>
                <a:lnTo>
                  <a:pt x="970" y="455"/>
                </a:lnTo>
                <a:lnTo>
                  <a:pt x="974" y="444"/>
                </a:lnTo>
                <a:lnTo>
                  <a:pt x="978" y="433"/>
                </a:lnTo>
                <a:lnTo>
                  <a:pt x="981" y="422"/>
                </a:lnTo>
                <a:lnTo>
                  <a:pt x="983" y="411"/>
                </a:lnTo>
                <a:lnTo>
                  <a:pt x="986" y="401"/>
                </a:lnTo>
                <a:lnTo>
                  <a:pt x="987" y="390"/>
                </a:lnTo>
                <a:lnTo>
                  <a:pt x="988" y="378"/>
                </a:lnTo>
                <a:lnTo>
                  <a:pt x="989" y="367"/>
                </a:lnTo>
                <a:lnTo>
                  <a:pt x="989" y="356"/>
                </a:lnTo>
                <a:moveTo>
                  <a:pt x="993" y="356"/>
                </a:moveTo>
                <a:lnTo>
                  <a:pt x="993" y="367"/>
                </a:lnTo>
                <a:lnTo>
                  <a:pt x="992" y="379"/>
                </a:lnTo>
                <a:lnTo>
                  <a:pt x="991" y="390"/>
                </a:lnTo>
                <a:lnTo>
                  <a:pt x="989" y="401"/>
                </a:lnTo>
                <a:lnTo>
                  <a:pt x="987" y="412"/>
                </a:lnTo>
                <a:lnTo>
                  <a:pt x="985" y="423"/>
                </a:lnTo>
                <a:lnTo>
                  <a:pt x="981" y="434"/>
                </a:lnTo>
                <a:lnTo>
                  <a:pt x="978" y="445"/>
                </a:lnTo>
                <a:lnTo>
                  <a:pt x="974" y="456"/>
                </a:lnTo>
                <a:lnTo>
                  <a:pt x="969" y="466"/>
                </a:lnTo>
                <a:lnTo>
                  <a:pt x="964" y="477"/>
                </a:lnTo>
                <a:lnTo>
                  <a:pt x="958" y="487"/>
                </a:lnTo>
                <a:lnTo>
                  <a:pt x="952" y="498"/>
                </a:lnTo>
                <a:lnTo>
                  <a:pt x="946" y="508"/>
                </a:lnTo>
                <a:lnTo>
                  <a:pt x="939" y="518"/>
                </a:lnTo>
                <a:lnTo>
                  <a:pt x="932" y="528"/>
                </a:lnTo>
                <a:lnTo>
                  <a:pt x="924" y="537"/>
                </a:lnTo>
                <a:lnTo>
                  <a:pt x="916" y="547"/>
                </a:lnTo>
                <a:lnTo>
                  <a:pt x="907" y="556"/>
                </a:lnTo>
                <a:lnTo>
                  <a:pt x="899" y="565"/>
                </a:lnTo>
                <a:lnTo>
                  <a:pt x="889" y="574"/>
                </a:lnTo>
                <a:lnTo>
                  <a:pt x="879" y="583"/>
                </a:lnTo>
                <a:lnTo>
                  <a:pt x="869" y="591"/>
                </a:lnTo>
                <a:lnTo>
                  <a:pt x="859" y="600"/>
                </a:lnTo>
                <a:lnTo>
                  <a:pt x="848" y="608"/>
                </a:lnTo>
                <a:lnTo>
                  <a:pt x="837" y="616"/>
                </a:lnTo>
                <a:lnTo>
                  <a:pt x="825" y="623"/>
                </a:lnTo>
                <a:lnTo>
                  <a:pt x="813" y="630"/>
                </a:lnTo>
                <a:lnTo>
                  <a:pt x="801" y="637"/>
                </a:lnTo>
                <a:lnTo>
                  <a:pt x="789" y="644"/>
                </a:lnTo>
                <a:lnTo>
                  <a:pt x="776" y="650"/>
                </a:lnTo>
                <a:lnTo>
                  <a:pt x="763" y="657"/>
                </a:lnTo>
                <a:lnTo>
                  <a:pt x="750" y="662"/>
                </a:lnTo>
                <a:lnTo>
                  <a:pt x="736" y="668"/>
                </a:lnTo>
                <a:lnTo>
                  <a:pt x="722" y="673"/>
                </a:lnTo>
                <a:lnTo>
                  <a:pt x="708" y="678"/>
                </a:lnTo>
                <a:lnTo>
                  <a:pt x="694" y="683"/>
                </a:lnTo>
                <a:lnTo>
                  <a:pt x="680" y="687"/>
                </a:lnTo>
                <a:lnTo>
                  <a:pt x="665" y="691"/>
                </a:lnTo>
                <a:lnTo>
                  <a:pt x="650" y="694"/>
                </a:lnTo>
                <a:lnTo>
                  <a:pt x="635" y="698"/>
                </a:lnTo>
                <a:lnTo>
                  <a:pt x="620" y="701"/>
                </a:lnTo>
                <a:lnTo>
                  <a:pt x="605" y="703"/>
                </a:lnTo>
                <a:lnTo>
                  <a:pt x="590" y="706"/>
                </a:lnTo>
                <a:lnTo>
                  <a:pt x="575" y="708"/>
                </a:lnTo>
                <a:lnTo>
                  <a:pt x="559" y="709"/>
                </a:lnTo>
                <a:lnTo>
                  <a:pt x="544" y="710"/>
                </a:lnTo>
                <a:lnTo>
                  <a:pt x="528" y="711"/>
                </a:lnTo>
                <a:lnTo>
                  <a:pt x="513" y="712"/>
                </a:lnTo>
                <a:lnTo>
                  <a:pt x="497" y="712"/>
                </a:lnTo>
                <a:lnTo>
                  <a:pt x="481" y="712"/>
                </a:lnTo>
                <a:lnTo>
                  <a:pt x="466" y="711"/>
                </a:lnTo>
                <a:lnTo>
                  <a:pt x="450" y="710"/>
                </a:lnTo>
                <a:lnTo>
                  <a:pt x="435" y="709"/>
                </a:lnTo>
                <a:lnTo>
                  <a:pt x="418" y="708"/>
                </a:lnTo>
                <a:lnTo>
                  <a:pt x="403" y="706"/>
                </a:lnTo>
                <a:lnTo>
                  <a:pt x="388" y="703"/>
                </a:lnTo>
                <a:lnTo>
                  <a:pt x="373" y="701"/>
                </a:lnTo>
                <a:lnTo>
                  <a:pt x="357" y="698"/>
                </a:lnTo>
                <a:lnTo>
                  <a:pt x="343" y="694"/>
                </a:lnTo>
                <a:lnTo>
                  <a:pt x="328" y="691"/>
                </a:lnTo>
                <a:lnTo>
                  <a:pt x="313" y="687"/>
                </a:lnTo>
                <a:lnTo>
                  <a:pt x="299" y="683"/>
                </a:lnTo>
                <a:lnTo>
                  <a:pt x="285" y="678"/>
                </a:lnTo>
                <a:lnTo>
                  <a:pt x="271" y="673"/>
                </a:lnTo>
                <a:lnTo>
                  <a:pt x="257" y="668"/>
                </a:lnTo>
                <a:lnTo>
                  <a:pt x="243" y="662"/>
                </a:lnTo>
                <a:lnTo>
                  <a:pt x="230" y="657"/>
                </a:lnTo>
                <a:lnTo>
                  <a:pt x="217" y="650"/>
                </a:lnTo>
                <a:lnTo>
                  <a:pt x="204" y="644"/>
                </a:lnTo>
                <a:lnTo>
                  <a:pt x="192" y="637"/>
                </a:lnTo>
                <a:lnTo>
                  <a:pt x="180" y="630"/>
                </a:lnTo>
                <a:lnTo>
                  <a:pt x="168" y="623"/>
                </a:lnTo>
                <a:lnTo>
                  <a:pt x="156" y="616"/>
                </a:lnTo>
                <a:lnTo>
                  <a:pt x="145" y="608"/>
                </a:lnTo>
                <a:lnTo>
                  <a:pt x="134" y="600"/>
                </a:lnTo>
                <a:lnTo>
                  <a:pt x="124" y="591"/>
                </a:lnTo>
                <a:lnTo>
                  <a:pt x="113" y="583"/>
                </a:lnTo>
                <a:lnTo>
                  <a:pt x="104" y="574"/>
                </a:lnTo>
                <a:lnTo>
                  <a:pt x="94" y="565"/>
                </a:lnTo>
                <a:lnTo>
                  <a:pt x="85" y="556"/>
                </a:lnTo>
                <a:lnTo>
                  <a:pt x="77" y="547"/>
                </a:lnTo>
                <a:lnTo>
                  <a:pt x="69" y="537"/>
                </a:lnTo>
                <a:lnTo>
                  <a:pt x="61" y="528"/>
                </a:lnTo>
                <a:lnTo>
                  <a:pt x="54" y="518"/>
                </a:lnTo>
                <a:lnTo>
                  <a:pt x="47" y="508"/>
                </a:lnTo>
                <a:lnTo>
                  <a:pt x="40" y="498"/>
                </a:lnTo>
                <a:lnTo>
                  <a:pt x="34" y="487"/>
                </a:lnTo>
                <a:lnTo>
                  <a:pt x="29" y="477"/>
                </a:lnTo>
                <a:lnTo>
                  <a:pt x="24" y="466"/>
                </a:lnTo>
                <a:lnTo>
                  <a:pt x="19" y="456"/>
                </a:lnTo>
                <a:lnTo>
                  <a:pt x="15" y="445"/>
                </a:lnTo>
                <a:lnTo>
                  <a:pt x="12" y="434"/>
                </a:lnTo>
                <a:lnTo>
                  <a:pt x="8" y="423"/>
                </a:lnTo>
                <a:lnTo>
                  <a:pt x="6" y="412"/>
                </a:lnTo>
                <a:lnTo>
                  <a:pt x="4" y="401"/>
                </a:lnTo>
                <a:lnTo>
                  <a:pt x="2" y="390"/>
                </a:lnTo>
                <a:lnTo>
                  <a:pt x="1" y="379"/>
                </a:lnTo>
                <a:lnTo>
                  <a:pt x="0" y="367"/>
                </a:lnTo>
                <a:lnTo>
                  <a:pt x="0" y="356"/>
                </a:lnTo>
                <a:lnTo>
                  <a:pt x="0" y="344"/>
                </a:lnTo>
                <a:lnTo>
                  <a:pt x="1" y="333"/>
                </a:lnTo>
                <a:lnTo>
                  <a:pt x="2" y="322"/>
                </a:lnTo>
                <a:lnTo>
                  <a:pt x="4" y="311"/>
                </a:lnTo>
                <a:lnTo>
                  <a:pt x="6" y="300"/>
                </a:lnTo>
                <a:lnTo>
                  <a:pt x="8" y="289"/>
                </a:lnTo>
                <a:lnTo>
                  <a:pt x="12" y="278"/>
                </a:lnTo>
                <a:lnTo>
                  <a:pt x="15" y="267"/>
                </a:lnTo>
                <a:lnTo>
                  <a:pt x="19" y="256"/>
                </a:lnTo>
                <a:lnTo>
                  <a:pt x="24" y="245"/>
                </a:lnTo>
                <a:lnTo>
                  <a:pt x="29" y="235"/>
                </a:lnTo>
                <a:lnTo>
                  <a:pt x="34" y="224"/>
                </a:lnTo>
                <a:lnTo>
                  <a:pt x="40" y="214"/>
                </a:lnTo>
                <a:lnTo>
                  <a:pt x="47" y="204"/>
                </a:lnTo>
                <a:lnTo>
                  <a:pt x="54" y="194"/>
                </a:lnTo>
                <a:lnTo>
                  <a:pt x="61" y="184"/>
                </a:lnTo>
                <a:lnTo>
                  <a:pt x="69" y="174"/>
                </a:lnTo>
                <a:lnTo>
                  <a:pt x="77" y="165"/>
                </a:lnTo>
                <a:lnTo>
                  <a:pt x="85" y="155"/>
                </a:lnTo>
                <a:lnTo>
                  <a:pt x="94" y="146"/>
                </a:lnTo>
                <a:lnTo>
                  <a:pt x="104" y="137"/>
                </a:lnTo>
                <a:lnTo>
                  <a:pt x="113" y="129"/>
                </a:lnTo>
                <a:lnTo>
                  <a:pt x="124" y="120"/>
                </a:lnTo>
                <a:lnTo>
                  <a:pt x="134" y="112"/>
                </a:lnTo>
                <a:lnTo>
                  <a:pt x="145" y="104"/>
                </a:lnTo>
                <a:lnTo>
                  <a:pt x="156" y="96"/>
                </a:lnTo>
                <a:lnTo>
                  <a:pt x="168" y="89"/>
                </a:lnTo>
                <a:lnTo>
                  <a:pt x="180" y="81"/>
                </a:lnTo>
                <a:lnTo>
                  <a:pt x="192" y="74"/>
                </a:lnTo>
                <a:lnTo>
                  <a:pt x="204" y="68"/>
                </a:lnTo>
                <a:lnTo>
                  <a:pt x="217" y="61"/>
                </a:lnTo>
                <a:lnTo>
                  <a:pt x="230" y="55"/>
                </a:lnTo>
                <a:lnTo>
                  <a:pt x="243" y="49"/>
                </a:lnTo>
                <a:lnTo>
                  <a:pt x="257" y="44"/>
                </a:lnTo>
                <a:lnTo>
                  <a:pt x="271" y="38"/>
                </a:lnTo>
                <a:lnTo>
                  <a:pt x="285" y="34"/>
                </a:lnTo>
                <a:lnTo>
                  <a:pt x="299" y="29"/>
                </a:lnTo>
                <a:lnTo>
                  <a:pt x="313" y="25"/>
                </a:lnTo>
                <a:lnTo>
                  <a:pt x="328" y="21"/>
                </a:lnTo>
                <a:lnTo>
                  <a:pt x="343" y="17"/>
                </a:lnTo>
                <a:lnTo>
                  <a:pt x="357" y="14"/>
                </a:lnTo>
                <a:lnTo>
                  <a:pt x="373" y="11"/>
                </a:lnTo>
                <a:lnTo>
                  <a:pt x="388" y="8"/>
                </a:lnTo>
                <a:lnTo>
                  <a:pt x="403" y="6"/>
                </a:lnTo>
                <a:lnTo>
                  <a:pt x="418" y="4"/>
                </a:lnTo>
                <a:lnTo>
                  <a:pt x="435" y="3"/>
                </a:lnTo>
                <a:lnTo>
                  <a:pt x="450" y="1"/>
                </a:lnTo>
                <a:lnTo>
                  <a:pt x="466" y="0"/>
                </a:lnTo>
                <a:lnTo>
                  <a:pt x="481" y="0"/>
                </a:lnTo>
                <a:lnTo>
                  <a:pt x="497" y="0"/>
                </a:lnTo>
                <a:lnTo>
                  <a:pt x="513" y="0"/>
                </a:lnTo>
                <a:lnTo>
                  <a:pt x="528" y="0"/>
                </a:lnTo>
                <a:lnTo>
                  <a:pt x="544" y="1"/>
                </a:lnTo>
                <a:lnTo>
                  <a:pt x="559" y="3"/>
                </a:lnTo>
                <a:lnTo>
                  <a:pt x="575" y="4"/>
                </a:lnTo>
                <a:lnTo>
                  <a:pt x="590" y="6"/>
                </a:lnTo>
                <a:lnTo>
                  <a:pt x="605" y="8"/>
                </a:lnTo>
                <a:lnTo>
                  <a:pt x="620" y="11"/>
                </a:lnTo>
                <a:lnTo>
                  <a:pt x="635" y="14"/>
                </a:lnTo>
                <a:lnTo>
                  <a:pt x="650" y="17"/>
                </a:lnTo>
                <a:lnTo>
                  <a:pt x="665" y="21"/>
                </a:lnTo>
                <a:lnTo>
                  <a:pt x="680" y="25"/>
                </a:lnTo>
                <a:lnTo>
                  <a:pt x="694" y="29"/>
                </a:lnTo>
                <a:lnTo>
                  <a:pt x="708" y="34"/>
                </a:lnTo>
                <a:lnTo>
                  <a:pt x="722" y="38"/>
                </a:lnTo>
                <a:lnTo>
                  <a:pt x="736" y="44"/>
                </a:lnTo>
                <a:lnTo>
                  <a:pt x="750" y="49"/>
                </a:lnTo>
                <a:lnTo>
                  <a:pt x="763" y="55"/>
                </a:lnTo>
                <a:lnTo>
                  <a:pt x="776" y="61"/>
                </a:lnTo>
                <a:lnTo>
                  <a:pt x="789" y="68"/>
                </a:lnTo>
                <a:lnTo>
                  <a:pt x="801" y="74"/>
                </a:lnTo>
                <a:lnTo>
                  <a:pt x="813" y="81"/>
                </a:lnTo>
                <a:lnTo>
                  <a:pt x="825" y="89"/>
                </a:lnTo>
                <a:lnTo>
                  <a:pt x="837" y="96"/>
                </a:lnTo>
                <a:lnTo>
                  <a:pt x="848" y="104"/>
                </a:lnTo>
                <a:lnTo>
                  <a:pt x="859" y="112"/>
                </a:lnTo>
                <a:lnTo>
                  <a:pt x="869" y="120"/>
                </a:lnTo>
                <a:lnTo>
                  <a:pt x="879" y="129"/>
                </a:lnTo>
                <a:lnTo>
                  <a:pt x="889" y="137"/>
                </a:lnTo>
                <a:lnTo>
                  <a:pt x="899" y="146"/>
                </a:lnTo>
                <a:lnTo>
                  <a:pt x="907" y="155"/>
                </a:lnTo>
                <a:lnTo>
                  <a:pt x="916" y="165"/>
                </a:lnTo>
                <a:lnTo>
                  <a:pt x="924" y="174"/>
                </a:lnTo>
                <a:lnTo>
                  <a:pt x="932" y="184"/>
                </a:lnTo>
                <a:lnTo>
                  <a:pt x="939" y="194"/>
                </a:lnTo>
                <a:lnTo>
                  <a:pt x="946" y="204"/>
                </a:lnTo>
                <a:lnTo>
                  <a:pt x="952" y="214"/>
                </a:lnTo>
                <a:lnTo>
                  <a:pt x="958" y="224"/>
                </a:lnTo>
                <a:lnTo>
                  <a:pt x="964" y="235"/>
                </a:lnTo>
                <a:lnTo>
                  <a:pt x="969" y="245"/>
                </a:lnTo>
                <a:lnTo>
                  <a:pt x="974" y="256"/>
                </a:lnTo>
                <a:lnTo>
                  <a:pt x="978" y="267"/>
                </a:lnTo>
                <a:lnTo>
                  <a:pt x="981" y="278"/>
                </a:lnTo>
                <a:lnTo>
                  <a:pt x="985" y="289"/>
                </a:lnTo>
                <a:lnTo>
                  <a:pt x="987" y="300"/>
                </a:lnTo>
                <a:lnTo>
                  <a:pt x="989" y="311"/>
                </a:lnTo>
                <a:lnTo>
                  <a:pt x="991" y="322"/>
                </a:lnTo>
                <a:lnTo>
                  <a:pt x="992" y="333"/>
                </a:lnTo>
                <a:lnTo>
                  <a:pt x="993" y="344"/>
                </a:lnTo>
                <a:lnTo>
                  <a:pt x="993" y="356"/>
                </a:lnTo>
                <a:close/>
              </a:path>
            </a:pathLst>
          </a:custGeom>
          <a:solidFill>
            <a:srgbClr val="ffd4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6" name=""/>
          <p:cNvSpPr/>
          <p:nvPr/>
        </p:nvSpPr>
        <p:spPr>
          <a:xfrm>
            <a:off x="7882560" y="2815200"/>
            <a:ext cx="360360" cy="258480"/>
          </a:xfrm>
          <a:custGeom>
            <a:avLst/>
            <a:gdLst/>
            <a:ahLst/>
            <a:rect l="0" t="0" r="r" b="b"/>
            <a:pathLst>
              <a:path w="1001" h="718">
                <a:moveTo>
                  <a:pt x="997" y="358"/>
                </a:moveTo>
                <a:lnTo>
                  <a:pt x="997" y="347"/>
                </a:lnTo>
                <a:lnTo>
                  <a:pt x="996" y="336"/>
                </a:lnTo>
                <a:lnTo>
                  <a:pt x="995" y="325"/>
                </a:lnTo>
                <a:lnTo>
                  <a:pt x="993" y="314"/>
                </a:lnTo>
                <a:lnTo>
                  <a:pt x="991" y="303"/>
                </a:lnTo>
                <a:lnTo>
                  <a:pt x="989" y="292"/>
                </a:lnTo>
                <a:lnTo>
                  <a:pt x="985" y="281"/>
                </a:lnTo>
                <a:lnTo>
                  <a:pt x="982" y="270"/>
                </a:lnTo>
                <a:lnTo>
                  <a:pt x="978" y="259"/>
                </a:lnTo>
                <a:lnTo>
                  <a:pt x="973" y="248"/>
                </a:lnTo>
                <a:lnTo>
                  <a:pt x="968" y="238"/>
                </a:lnTo>
                <a:lnTo>
                  <a:pt x="962" y="227"/>
                </a:lnTo>
                <a:lnTo>
                  <a:pt x="956" y="217"/>
                </a:lnTo>
                <a:lnTo>
                  <a:pt x="950" y="207"/>
                </a:lnTo>
                <a:lnTo>
                  <a:pt x="943" y="197"/>
                </a:lnTo>
                <a:lnTo>
                  <a:pt x="936" y="187"/>
                </a:lnTo>
                <a:lnTo>
                  <a:pt x="928" y="177"/>
                </a:lnTo>
                <a:lnTo>
                  <a:pt x="920" y="168"/>
                </a:lnTo>
                <a:lnTo>
                  <a:pt x="911" y="158"/>
                </a:lnTo>
                <a:lnTo>
                  <a:pt x="903" y="149"/>
                </a:lnTo>
                <a:lnTo>
                  <a:pt x="893" y="140"/>
                </a:lnTo>
                <a:lnTo>
                  <a:pt x="883" y="132"/>
                </a:lnTo>
                <a:lnTo>
                  <a:pt x="873" y="123"/>
                </a:lnTo>
                <a:lnTo>
                  <a:pt x="863" y="115"/>
                </a:lnTo>
                <a:lnTo>
                  <a:pt x="852" y="107"/>
                </a:lnTo>
                <a:lnTo>
                  <a:pt x="841" y="99"/>
                </a:lnTo>
                <a:lnTo>
                  <a:pt x="829" y="92"/>
                </a:lnTo>
                <a:lnTo>
                  <a:pt x="817" y="84"/>
                </a:lnTo>
                <a:lnTo>
                  <a:pt x="805" y="77"/>
                </a:lnTo>
                <a:lnTo>
                  <a:pt x="793" y="71"/>
                </a:lnTo>
                <a:lnTo>
                  <a:pt x="780" y="64"/>
                </a:lnTo>
                <a:lnTo>
                  <a:pt x="767" y="58"/>
                </a:lnTo>
                <a:lnTo>
                  <a:pt x="754" y="52"/>
                </a:lnTo>
                <a:lnTo>
                  <a:pt x="740" y="47"/>
                </a:lnTo>
                <a:lnTo>
                  <a:pt x="726" y="41"/>
                </a:lnTo>
                <a:lnTo>
                  <a:pt x="712" y="37"/>
                </a:lnTo>
                <a:lnTo>
                  <a:pt x="698" y="32"/>
                </a:lnTo>
                <a:lnTo>
                  <a:pt x="684" y="28"/>
                </a:lnTo>
                <a:lnTo>
                  <a:pt x="669" y="24"/>
                </a:lnTo>
                <a:lnTo>
                  <a:pt x="654" y="20"/>
                </a:lnTo>
                <a:lnTo>
                  <a:pt x="639" y="17"/>
                </a:lnTo>
                <a:lnTo>
                  <a:pt x="624" y="14"/>
                </a:lnTo>
                <a:lnTo>
                  <a:pt x="609" y="11"/>
                </a:lnTo>
                <a:lnTo>
                  <a:pt x="593" y="9"/>
                </a:lnTo>
                <a:lnTo>
                  <a:pt x="578" y="7"/>
                </a:lnTo>
                <a:lnTo>
                  <a:pt x="562" y="6"/>
                </a:lnTo>
                <a:lnTo>
                  <a:pt x="547" y="4"/>
                </a:lnTo>
                <a:lnTo>
                  <a:pt x="531" y="3"/>
                </a:lnTo>
                <a:lnTo>
                  <a:pt x="516" y="3"/>
                </a:lnTo>
                <a:lnTo>
                  <a:pt x="500" y="3"/>
                </a:lnTo>
                <a:lnTo>
                  <a:pt x="484" y="3"/>
                </a:lnTo>
                <a:lnTo>
                  <a:pt x="469" y="3"/>
                </a:lnTo>
                <a:lnTo>
                  <a:pt x="453" y="4"/>
                </a:lnTo>
                <a:lnTo>
                  <a:pt x="438" y="6"/>
                </a:lnTo>
                <a:lnTo>
                  <a:pt x="422" y="7"/>
                </a:lnTo>
                <a:lnTo>
                  <a:pt x="407" y="9"/>
                </a:lnTo>
                <a:lnTo>
                  <a:pt x="392" y="11"/>
                </a:lnTo>
                <a:lnTo>
                  <a:pt x="377" y="14"/>
                </a:lnTo>
                <a:lnTo>
                  <a:pt x="361" y="17"/>
                </a:lnTo>
                <a:lnTo>
                  <a:pt x="347" y="20"/>
                </a:lnTo>
                <a:lnTo>
                  <a:pt x="332" y="24"/>
                </a:lnTo>
                <a:lnTo>
                  <a:pt x="317" y="28"/>
                </a:lnTo>
                <a:lnTo>
                  <a:pt x="303" y="32"/>
                </a:lnTo>
                <a:lnTo>
                  <a:pt x="289" y="37"/>
                </a:lnTo>
                <a:lnTo>
                  <a:pt x="275" y="41"/>
                </a:lnTo>
                <a:lnTo>
                  <a:pt x="261" y="47"/>
                </a:lnTo>
                <a:lnTo>
                  <a:pt x="247" y="52"/>
                </a:lnTo>
                <a:lnTo>
                  <a:pt x="234" y="58"/>
                </a:lnTo>
                <a:lnTo>
                  <a:pt x="221" y="64"/>
                </a:lnTo>
                <a:lnTo>
                  <a:pt x="208" y="71"/>
                </a:lnTo>
                <a:lnTo>
                  <a:pt x="196" y="77"/>
                </a:lnTo>
                <a:lnTo>
                  <a:pt x="184" y="84"/>
                </a:lnTo>
                <a:lnTo>
                  <a:pt x="172" y="92"/>
                </a:lnTo>
                <a:lnTo>
                  <a:pt x="160" y="99"/>
                </a:lnTo>
                <a:lnTo>
                  <a:pt x="149" y="107"/>
                </a:lnTo>
                <a:lnTo>
                  <a:pt x="138" y="115"/>
                </a:lnTo>
                <a:lnTo>
                  <a:pt x="128" y="123"/>
                </a:lnTo>
                <a:lnTo>
                  <a:pt x="117" y="132"/>
                </a:lnTo>
                <a:lnTo>
                  <a:pt x="108" y="140"/>
                </a:lnTo>
                <a:lnTo>
                  <a:pt x="98" y="149"/>
                </a:lnTo>
                <a:lnTo>
                  <a:pt x="89" y="158"/>
                </a:lnTo>
                <a:lnTo>
                  <a:pt x="81" y="168"/>
                </a:lnTo>
                <a:lnTo>
                  <a:pt x="73" y="177"/>
                </a:lnTo>
                <a:lnTo>
                  <a:pt x="65" y="187"/>
                </a:lnTo>
                <a:lnTo>
                  <a:pt x="58" y="197"/>
                </a:lnTo>
                <a:lnTo>
                  <a:pt x="51" y="207"/>
                </a:lnTo>
                <a:lnTo>
                  <a:pt x="44" y="217"/>
                </a:lnTo>
                <a:lnTo>
                  <a:pt x="38" y="227"/>
                </a:lnTo>
                <a:lnTo>
                  <a:pt x="33" y="238"/>
                </a:lnTo>
                <a:lnTo>
                  <a:pt x="28" y="248"/>
                </a:lnTo>
                <a:lnTo>
                  <a:pt x="23" y="259"/>
                </a:lnTo>
                <a:lnTo>
                  <a:pt x="19" y="270"/>
                </a:lnTo>
                <a:lnTo>
                  <a:pt x="16" y="281"/>
                </a:lnTo>
                <a:lnTo>
                  <a:pt x="12" y="292"/>
                </a:lnTo>
                <a:lnTo>
                  <a:pt x="10" y="303"/>
                </a:lnTo>
                <a:lnTo>
                  <a:pt x="8" y="314"/>
                </a:lnTo>
                <a:lnTo>
                  <a:pt x="6" y="325"/>
                </a:lnTo>
                <a:lnTo>
                  <a:pt x="5" y="336"/>
                </a:lnTo>
                <a:lnTo>
                  <a:pt x="4" y="347"/>
                </a:lnTo>
                <a:lnTo>
                  <a:pt x="4" y="358"/>
                </a:lnTo>
                <a:lnTo>
                  <a:pt x="4" y="369"/>
                </a:lnTo>
                <a:lnTo>
                  <a:pt x="5" y="381"/>
                </a:lnTo>
                <a:lnTo>
                  <a:pt x="6" y="392"/>
                </a:lnTo>
                <a:lnTo>
                  <a:pt x="8" y="403"/>
                </a:lnTo>
                <a:lnTo>
                  <a:pt x="10" y="415"/>
                </a:lnTo>
                <a:lnTo>
                  <a:pt x="12" y="426"/>
                </a:lnTo>
                <a:lnTo>
                  <a:pt x="16" y="437"/>
                </a:lnTo>
                <a:lnTo>
                  <a:pt x="19" y="448"/>
                </a:lnTo>
                <a:lnTo>
                  <a:pt x="23" y="459"/>
                </a:lnTo>
                <a:lnTo>
                  <a:pt x="28" y="469"/>
                </a:lnTo>
                <a:lnTo>
                  <a:pt x="33" y="480"/>
                </a:lnTo>
                <a:lnTo>
                  <a:pt x="38" y="490"/>
                </a:lnTo>
                <a:lnTo>
                  <a:pt x="44" y="501"/>
                </a:lnTo>
                <a:lnTo>
                  <a:pt x="51" y="511"/>
                </a:lnTo>
                <a:lnTo>
                  <a:pt x="58" y="521"/>
                </a:lnTo>
                <a:lnTo>
                  <a:pt x="65" y="531"/>
                </a:lnTo>
                <a:lnTo>
                  <a:pt x="73" y="540"/>
                </a:lnTo>
                <a:lnTo>
                  <a:pt x="81" y="550"/>
                </a:lnTo>
                <a:lnTo>
                  <a:pt x="89" y="559"/>
                </a:lnTo>
                <a:lnTo>
                  <a:pt x="98" y="568"/>
                </a:lnTo>
                <a:lnTo>
                  <a:pt x="108" y="577"/>
                </a:lnTo>
                <a:lnTo>
                  <a:pt x="117" y="586"/>
                </a:lnTo>
                <a:lnTo>
                  <a:pt x="128" y="594"/>
                </a:lnTo>
                <a:lnTo>
                  <a:pt x="138" y="603"/>
                </a:lnTo>
                <a:lnTo>
                  <a:pt x="149" y="611"/>
                </a:lnTo>
                <a:lnTo>
                  <a:pt x="160" y="619"/>
                </a:lnTo>
                <a:lnTo>
                  <a:pt x="172" y="626"/>
                </a:lnTo>
                <a:lnTo>
                  <a:pt x="184" y="633"/>
                </a:lnTo>
                <a:lnTo>
                  <a:pt x="196" y="640"/>
                </a:lnTo>
                <a:lnTo>
                  <a:pt x="208" y="647"/>
                </a:lnTo>
                <a:lnTo>
                  <a:pt x="221" y="653"/>
                </a:lnTo>
                <a:lnTo>
                  <a:pt x="234" y="660"/>
                </a:lnTo>
                <a:lnTo>
                  <a:pt x="247" y="665"/>
                </a:lnTo>
                <a:lnTo>
                  <a:pt x="261" y="671"/>
                </a:lnTo>
                <a:lnTo>
                  <a:pt x="275" y="676"/>
                </a:lnTo>
                <a:lnTo>
                  <a:pt x="289" y="681"/>
                </a:lnTo>
                <a:lnTo>
                  <a:pt x="303" y="686"/>
                </a:lnTo>
                <a:lnTo>
                  <a:pt x="317" y="690"/>
                </a:lnTo>
                <a:lnTo>
                  <a:pt x="332" y="694"/>
                </a:lnTo>
                <a:lnTo>
                  <a:pt x="347" y="697"/>
                </a:lnTo>
                <a:lnTo>
                  <a:pt x="361" y="701"/>
                </a:lnTo>
                <a:lnTo>
                  <a:pt x="377" y="704"/>
                </a:lnTo>
                <a:lnTo>
                  <a:pt x="392" y="706"/>
                </a:lnTo>
                <a:lnTo>
                  <a:pt x="407" y="709"/>
                </a:lnTo>
                <a:lnTo>
                  <a:pt x="422" y="711"/>
                </a:lnTo>
                <a:lnTo>
                  <a:pt x="438" y="712"/>
                </a:lnTo>
                <a:lnTo>
                  <a:pt x="453" y="713"/>
                </a:lnTo>
                <a:lnTo>
                  <a:pt x="469" y="714"/>
                </a:lnTo>
                <a:lnTo>
                  <a:pt x="484" y="715"/>
                </a:lnTo>
                <a:lnTo>
                  <a:pt x="500" y="715"/>
                </a:lnTo>
                <a:lnTo>
                  <a:pt x="516" y="715"/>
                </a:lnTo>
                <a:lnTo>
                  <a:pt x="531" y="714"/>
                </a:lnTo>
                <a:lnTo>
                  <a:pt x="547" y="713"/>
                </a:lnTo>
                <a:lnTo>
                  <a:pt x="562" y="712"/>
                </a:lnTo>
                <a:lnTo>
                  <a:pt x="578" y="711"/>
                </a:lnTo>
                <a:lnTo>
                  <a:pt x="593" y="709"/>
                </a:lnTo>
                <a:lnTo>
                  <a:pt x="609" y="706"/>
                </a:lnTo>
                <a:lnTo>
                  <a:pt x="624" y="704"/>
                </a:lnTo>
                <a:lnTo>
                  <a:pt x="639" y="701"/>
                </a:lnTo>
                <a:lnTo>
                  <a:pt x="654" y="697"/>
                </a:lnTo>
                <a:lnTo>
                  <a:pt x="669" y="694"/>
                </a:lnTo>
                <a:lnTo>
                  <a:pt x="684" y="690"/>
                </a:lnTo>
                <a:lnTo>
                  <a:pt x="698" y="686"/>
                </a:lnTo>
                <a:lnTo>
                  <a:pt x="712" y="681"/>
                </a:lnTo>
                <a:lnTo>
                  <a:pt x="726" y="676"/>
                </a:lnTo>
                <a:lnTo>
                  <a:pt x="740" y="671"/>
                </a:lnTo>
                <a:lnTo>
                  <a:pt x="754" y="665"/>
                </a:lnTo>
                <a:lnTo>
                  <a:pt x="767" y="660"/>
                </a:lnTo>
                <a:lnTo>
                  <a:pt x="780" y="653"/>
                </a:lnTo>
                <a:lnTo>
                  <a:pt x="793" y="647"/>
                </a:lnTo>
                <a:lnTo>
                  <a:pt x="805" y="640"/>
                </a:lnTo>
                <a:lnTo>
                  <a:pt x="817" y="633"/>
                </a:lnTo>
                <a:lnTo>
                  <a:pt x="829" y="626"/>
                </a:lnTo>
                <a:lnTo>
                  <a:pt x="841" y="619"/>
                </a:lnTo>
                <a:lnTo>
                  <a:pt x="852" y="611"/>
                </a:lnTo>
                <a:lnTo>
                  <a:pt x="863" y="603"/>
                </a:lnTo>
                <a:lnTo>
                  <a:pt x="873" y="594"/>
                </a:lnTo>
                <a:lnTo>
                  <a:pt x="883" y="586"/>
                </a:lnTo>
                <a:lnTo>
                  <a:pt x="893" y="577"/>
                </a:lnTo>
                <a:lnTo>
                  <a:pt x="903" y="568"/>
                </a:lnTo>
                <a:lnTo>
                  <a:pt x="911" y="559"/>
                </a:lnTo>
                <a:lnTo>
                  <a:pt x="920" y="550"/>
                </a:lnTo>
                <a:lnTo>
                  <a:pt x="928" y="540"/>
                </a:lnTo>
                <a:lnTo>
                  <a:pt x="936" y="531"/>
                </a:lnTo>
                <a:lnTo>
                  <a:pt x="943" y="521"/>
                </a:lnTo>
                <a:lnTo>
                  <a:pt x="950" y="511"/>
                </a:lnTo>
                <a:lnTo>
                  <a:pt x="956" y="501"/>
                </a:lnTo>
                <a:lnTo>
                  <a:pt x="962" y="490"/>
                </a:lnTo>
                <a:lnTo>
                  <a:pt x="968" y="480"/>
                </a:lnTo>
                <a:lnTo>
                  <a:pt x="973" y="469"/>
                </a:lnTo>
                <a:lnTo>
                  <a:pt x="978" y="459"/>
                </a:lnTo>
                <a:lnTo>
                  <a:pt x="982" y="448"/>
                </a:lnTo>
                <a:lnTo>
                  <a:pt x="985" y="437"/>
                </a:lnTo>
                <a:lnTo>
                  <a:pt x="989" y="426"/>
                </a:lnTo>
                <a:lnTo>
                  <a:pt x="991" y="415"/>
                </a:lnTo>
                <a:lnTo>
                  <a:pt x="993" y="403"/>
                </a:lnTo>
                <a:lnTo>
                  <a:pt x="995" y="392"/>
                </a:lnTo>
                <a:lnTo>
                  <a:pt x="996" y="381"/>
                </a:lnTo>
                <a:lnTo>
                  <a:pt x="997" y="369"/>
                </a:lnTo>
                <a:lnTo>
                  <a:pt x="997" y="358"/>
                </a:lnTo>
                <a:moveTo>
                  <a:pt x="1001" y="358"/>
                </a:moveTo>
                <a:lnTo>
                  <a:pt x="1001" y="370"/>
                </a:lnTo>
                <a:lnTo>
                  <a:pt x="1000" y="381"/>
                </a:lnTo>
                <a:lnTo>
                  <a:pt x="999" y="392"/>
                </a:lnTo>
                <a:lnTo>
                  <a:pt x="997" y="403"/>
                </a:lnTo>
                <a:lnTo>
                  <a:pt x="995" y="415"/>
                </a:lnTo>
                <a:lnTo>
                  <a:pt x="992" y="426"/>
                </a:lnTo>
                <a:lnTo>
                  <a:pt x="989" y="437"/>
                </a:lnTo>
                <a:lnTo>
                  <a:pt x="985" y="448"/>
                </a:lnTo>
                <a:lnTo>
                  <a:pt x="981" y="459"/>
                </a:lnTo>
                <a:lnTo>
                  <a:pt x="977" y="470"/>
                </a:lnTo>
                <a:lnTo>
                  <a:pt x="972" y="481"/>
                </a:lnTo>
                <a:lnTo>
                  <a:pt x="966" y="491"/>
                </a:lnTo>
                <a:lnTo>
                  <a:pt x="960" y="502"/>
                </a:lnTo>
                <a:lnTo>
                  <a:pt x="954" y="512"/>
                </a:lnTo>
                <a:lnTo>
                  <a:pt x="947" y="522"/>
                </a:lnTo>
                <a:lnTo>
                  <a:pt x="939" y="532"/>
                </a:lnTo>
                <a:lnTo>
                  <a:pt x="932" y="542"/>
                </a:lnTo>
                <a:lnTo>
                  <a:pt x="923" y="551"/>
                </a:lnTo>
                <a:lnTo>
                  <a:pt x="915" y="561"/>
                </a:lnTo>
                <a:lnTo>
                  <a:pt x="906" y="570"/>
                </a:lnTo>
                <a:lnTo>
                  <a:pt x="896" y="579"/>
                </a:lnTo>
                <a:lnTo>
                  <a:pt x="886" y="588"/>
                </a:lnTo>
                <a:lnTo>
                  <a:pt x="876" y="596"/>
                </a:lnTo>
                <a:lnTo>
                  <a:pt x="866" y="605"/>
                </a:lnTo>
                <a:lnTo>
                  <a:pt x="855" y="613"/>
                </a:lnTo>
                <a:lnTo>
                  <a:pt x="843" y="621"/>
                </a:lnTo>
                <a:lnTo>
                  <a:pt x="832" y="628"/>
                </a:lnTo>
                <a:lnTo>
                  <a:pt x="820" y="635"/>
                </a:lnTo>
                <a:lnTo>
                  <a:pt x="808" y="642"/>
                </a:lnTo>
                <a:lnTo>
                  <a:pt x="795" y="649"/>
                </a:lnTo>
                <a:lnTo>
                  <a:pt x="782" y="656"/>
                </a:lnTo>
                <a:lnTo>
                  <a:pt x="769" y="662"/>
                </a:lnTo>
                <a:lnTo>
                  <a:pt x="756" y="668"/>
                </a:lnTo>
                <a:lnTo>
                  <a:pt x="742" y="673"/>
                </a:lnTo>
                <a:lnTo>
                  <a:pt x="728" y="679"/>
                </a:lnTo>
                <a:lnTo>
                  <a:pt x="714" y="684"/>
                </a:lnTo>
                <a:lnTo>
                  <a:pt x="700" y="688"/>
                </a:lnTo>
                <a:lnTo>
                  <a:pt x="685" y="693"/>
                </a:lnTo>
                <a:lnTo>
                  <a:pt x="670" y="696"/>
                </a:lnTo>
                <a:lnTo>
                  <a:pt x="656" y="700"/>
                </a:lnTo>
                <a:lnTo>
                  <a:pt x="641" y="703"/>
                </a:lnTo>
                <a:lnTo>
                  <a:pt x="625" y="706"/>
                </a:lnTo>
                <a:lnTo>
                  <a:pt x="610" y="709"/>
                </a:lnTo>
                <a:lnTo>
                  <a:pt x="594" y="711"/>
                </a:lnTo>
                <a:lnTo>
                  <a:pt x="578" y="713"/>
                </a:lnTo>
                <a:lnTo>
                  <a:pt x="563" y="715"/>
                </a:lnTo>
                <a:lnTo>
                  <a:pt x="547" y="716"/>
                </a:lnTo>
                <a:lnTo>
                  <a:pt x="531" y="717"/>
                </a:lnTo>
                <a:lnTo>
                  <a:pt x="516" y="718"/>
                </a:lnTo>
                <a:lnTo>
                  <a:pt x="500" y="718"/>
                </a:lnTo>
                <a:lnTo>
                  <a:pt x="484" y="718"/>
                </a:lnTo>
                <a:lnTo>
                  <a:pt x="469" y="717"/>
                </a:lnTo>
                <a:lnTo>
                  <a:pt x="453" y="716"/>
                </a:lnTo>
                <a:lnTo>
                  <a:pt x="437" y="715"/>
                </a:lnTo>
                <a:lnTo>
                  <a:pt x="422" y="713"/>
                </a:lnTo>
                <a:lnTo>
                  <a:pt x="406" y="711"/>
                </a:lnTo>
                <a:lnTo>
                  <a:pt x="391" y="709"/>
                </a:lnTo>
                <a:lnTo>
                  <a:pt x="376" y="706"/>
                </a:lnTo>
                <a:lnTo>
                  <a:pt x="360" y="703"/>
                </a:lnTo>
                <a:lnTo>
                  <a:pt x="345" y="700"/>
                </a:lnTo>
                <a:lnTo>
                  <a:pt x="331" y="696"/>
                </a:lnTo>
                <a:lnTo>
                  <a:pt x="316" y="693"/>
                </a:lnTo>
                <a:lnTo>
                  <a:pt x="301" y="688"/>
                </a:lnTo>
                <a:lnTo>
                  <a:pt x="287" y="684"/>
                </a:lnTo>
                <a:lnTo>
                  <a:pt x="273" y="679"/>
                </a:lnTo>
                <a:lnTo>
                  <a:pt x="259" y="673"/>
                </a:lnTo>
                <a:lnTo>
                  <a:pt x="245" y="668"/>
                </a:lnTo>
                <a:lnTo>
                  <a:pt x="232" y="662"/>
                </a:lnTo>
                <a:lnTo>
                  <a:pt x="219" y="656"/>
                </a:lnTo>
                <a:lnTo>
                  <a:pt x="206" y="649"/>
                </a:lnTo>
                <a:lnTo>
                  <a:pt x="193" y="642"/>
                </a:lnTo>
                <a:lnTo>
                  <a:pt x="181" y="635"/>
                </a:lnTo>
                <a:lnTo>
                  <a:pt x="169" y="628"/>
                </a:lnTo>
                <a:lnTo>
                  <a:pt x="158" y="621"/>
                </a:lnTo>
                <a:lnTo>
                  <a:pt x="146" y="613"/>
                </a:lnTo>
                <a:lnTo>
                  <a:pt x="135" y="605"/>
                </a:lnTo>
                <a:lnTo>
                  <a:pt x="125" y="596"/>
                </a:lnTo>
                <a:lnTo>
                  <a:pt x="115" y="588"/>
                </a:lnTo>
                <a:lnTo>
                  <a:pt x="105" y="579"/>
                </a:lnTo>
                <a:lnTo>
                  <a:pt x="95" y="570"/>
                </a:lnTo>
                <a:lnTo>
                  <a:pt x="86" y="561"/>
                </a:lnTo>
                <a:lnTo>
                  <a:pt x="78" y="551"/>
                </a:lnTo>
                <a:lnTo>
                  <a:pt x="69" y="542"/>
                </a:lnTo>
                <a:lnTo>
                  <a:pt x="62" y="532"/>
                </a:lnTo>
                <a:lnTo>
                  <a:pt x="54" y="522"/>
                </a:lnTo>
                <a:lnTo>
                  <a:pt x="47" y="512"/>
                </a:lnTo>
                <a:lnTo>
                  <a:pt x="41" y="502"/>
                </a:lnTo>
                <a:lnTo>
                  <a:pt x="35" y="491"/>
                </a:lnTo>
                <a:lnTo>
                  <a:pt x="29" y="481"/>
                </a:lnTo>
                <a:lnTo>
                  <a:pt x="24" y="470"/>
                </a:lnTo>
                <a:lnTo>
                  <a:pt x="20" y="459"/>
                </a:lnTo>
                <a:lnTo>
                  <a:pt x="15" y="448"/>
                </a:lnTo>
                <a:lnTo>
                  <a:pt x="12" y="437"/>
                </a:lnTo>
                <a:lnTo>
                  <a:pt x="9" y="426"/>
                </a:lnTo>
                <a:lnTo>
                  <a:pt x="6" y="415"/>
                </a:lnTo>
                <a:lnTo>
                  <a:pt x="4" y="403"/>
                </a:lnTo>
                <a:lnTo>
                  <a:pt x="2" y="392"/>
                </a:lnTo>
                <a:lnTo>
                  <a:pt x="1" y="381"/>
                </a:lnTo>
                <a:lnTo>
                  <a:pt x="0" y="370"/>
                </a:lnTo>
                <a:lnTo>
                  <a:pt x="0" y="358"/>
                </a:lnTo>
                <a:lnTo>
                  <a:pt x="0" y="347"/>
                </a:lnTo>
                <a:lnTo>
                  <a:pt x="1" y="336"/>
                </a:lnTo>
                <a:lnTo>
                  <a:pt x="2" y="325"/>
                </a:lnTo>
                <a:lnTo>
                  <a:pt x="4" y="313"/>
                </a:lnTo>
                <a:lnTo>
                  <a:pt x="6" y="302"/>
                </a:lnTo>
                <a:lnTo>
                  <a:pt x="9" y="291"/>
                </a:lnTo>
                <a:lnTo>
                  <a:pt x="12" y="280"/>
                </a:lnTo>
                <a:lnTo>
                  <a:pt x="15" y="269"/>
                </a:lnTo>
                <a:lnTo>
                  <a:pt x="20" y="258"/>
                </a:lnTo>
                <a:lnTo>
                  <a:pt x="24" y="248"/>
                </a:lnTo>
                <a:lnTo>
                  <a:pt x="29" y="237"/>
                </a:lnTo>
                <a:lnTo>
                  <a:pt x="35" y="226"/>
                </a:lnTo>
                <a:lnTo>
                  <a:pt x="41" y="216"/>
                </a:lnTo>
                <a:lnTo>
                  <a:pt x="47" y="206"/>
                </a:lnTo>
                <a:lnTo>
                  <a:pt x="54" y="196"/>
                </a:lnTo>
                <a:lnTo>
                  <a:pt x="62" y="186"/>
                </a:lnTo>
                <a:lnTo>
                  <a:pt x="69" y="176"/>
                </a:lnTo>
                <a:lnTo>
                  <a:pt x="78" y="166"/>
                </a:lnTo>
                <a:lnTo>
                  <a:pt x="86" y="157"/>
                </a:lnTo>
                <a:lnTo>
                  <a:pt x="95" y="148"/>
                </a:lnTo>
                <a:lnTo>
                  <a:pt x="105" y="139"/>
                </a:lnTo>
                <a:lnTo>
                  <a:pt x="115" y="130"/>
                </a:lnTo>
                <a:lnTo>
                  <a:pt x="125" y="121"/>
                </a:lnTo>
                <a:lnTo>
                  <a:pt x="135" y="113"/>
                </a:lnTo>
                <a:lnTo>
                  <a:pt x="146" y="105"/>
                </a:lnTo>
                <a:lnTo>
                  <a:pt x="158" y="97"/>
                </a:lnTo>
                <a:lnTo>
                  <a:pt x="169" y="89"/>
                </a:lnTo>
                <a:lnTo>
                  <a:pt x="181" y="82"/>
                </a:lnTo>
                <a:lnTo>
                  <a:pt x="193" y="75"/>
                </a:lnTo>
                <a:lnTo>
                  <a:pt x="206" y="68"/>
                </a:lnTo>
                <a:lnTo>
                  <a:pt x="219" y="62"/>
                </a:lnTo>
                <a:lnTo>
                  <a:pt x="232" y="56"/>
                </a:lnTo>
                <a:lnTo>
                  <a:pt x="245" y="50"/>
                </a:lnTo>
                <a:lnTo>
                  <a:pt x="259" y="44"/>
                </a:lnTo>
                <a:lnTo>
                  <a:pt x="273" y="39"/>
                </a:lnTo>
                <a:lnTo>
                  <a:pt x="287" y="34"/>
                </a:lnTo>
                <a:lnTo>
                  <a:pt x="301" y="29"/>
                </a:lnTo>
                <a:lnTo>
                  <a:pt x="316" y="25"/>
                </a:lnTo>
                <a:lnTo>
                  <a:pt x="331" y="21"/>
                </a:lnTo>
                <a:lnTo>
                  <a:pt x="345" y="17"/>
                </a:lnTo>
                <a:lnTo>
                  <a:pt x="360" y="14"/>
                </a:lnTo>
                <a:lnTo>
                  <a:pt x="376" y="11"/>
                </a:lnTo>
                <a:lnTo>
                  <a:pt x="391" y="9"/>
                </a:lnTo>
                <a:lnTo>
                  <a:pt x="406" y="6"/>
                </a:lnTo>
                <a:lnTo>
                  <a:pt x="422" y="4"/>
                </a:lnTo>
                <a:lnTo>
                  <a:pt x="437" y="3"/>
                </a:lnTo>
                <a:lnTo>
                  <a:pt x="453" y="2"/>
                </a:lnTo>
                <a:lnTo>
                  <a:pt x="469" y="1"/>
                </a:lnTo>
                <a:lnTo>
                  <a:pt x="484" y="0"/>
                </a:lnTo>
                <a:lnTo>
                  <a:pt x="500" y="0"/>
                </a:lnTo>
                <a:lnTo>
                  <a:pt x="516" y="0"/>
                </a:lnTo>
                <a:lnTo>
                  <a:pt x="531" y="1"/>
                </a:lnTo>
                <a:lnTo>
                  <a:pt x="547" y="2"/>
                </a:lnTo>
                <a:lnTo>
                  <a:pt x="563" y="3"/>
                </a:lnTo>
                <a:lnTo>
                  <a:pt x="578" y="4"/>
                </a:lnTo>
                <a:lnTo>
                  <a:pt x="594" y="6"/>
                </a:lnTo>
                <a:lnTo>
                  <a:pt x="610" y="9"/>
                </a:lnTo>
                <a:lnTo>
                  <a:pt x="625" y="11"/>
                </a:lnTo>
                <a:lnTo>
                  <a:pt x="641" y="14"/>
                </a:lnTo>
                <a:lnTo>
                  <a:pt x="656" y="17"/>
                </a:lnTo>
                <a:lnTo>
                  <a:pt x="670" y="21"/>
                </a:lnTo>
                <a:lnTo>
                  <a:pt x="685" y="25"/>
                </a:lnTo>
                <a:lnTo>
                  <a:pt x="700" y="29"/>
                </a:lnTo>
                <a:lnTo>
                  <a:pt x="714" y="34"/>
                </a:lnTo>
                <a:lnTo>
                  <a:pt x="728" y="39"/>
                </a:lnTo>
                <a:lnTo>
                  <a:pt x="742" y="44"/>
                </a:lnTo>
                <a:lnTo>
                  <a:pt x="756" y="50"/>
                </a:lnTo>
                <a:lnTo>
                  <a:pt x="769" y="56"/>
                </a:lnTo>
                <a:lnTo>
                  <a:pt x="782" y="62"/>
                </a:lnTo>
                <a:lnTo>
                  <a:pt x="795" y="68"/>
                </a:lnTo>
                <a:lnTo>
                  <a:pt x="808" y="75"/>
                </a:lnTo>
                <a:lnTo>
                  <a:pt x="820" y="82"/>
                </a:lnTo>
                <a:lnTo>
                  <a:pt x="832" y="89"/>
                </a:lnTo>
                <a:lnTo>
                  <a:pt x="843" y="97"/>
                </a:lnTo>
                <a:lnTo>
                  <a:pt x="855" y="105"/>
                </a:lnTo>
                <a:lnTo>
                  <a:pt x="866" y="113"/>
                </a:lnTo>
                <a:lnTo>
                  <a:pt x="876" y="121"/>
                </a:lnTo>
                <a:lnTo>
                  <a:pt x="886" y="130"/>
                </a:lnTo>
                <a:lnTo>
                  <a:pt x="896" y="139"/>
                </a:lnTo>
                <a:lnTo>
                  <a:pt x="906" y="148"/>
                </a:lnTo>
                <a:lnTo>
                  <a:pt x="915" y="157"/>
                </a:lnTo>
                <a:lnTo>
                  <a:pt x="923" y="166"/>
                </a:lnTo>
                <a:lnTo>
                  <a:pt x="932" y="176"/>
                </a:lnTo>
                <a:lnTo>
                  <a:pt x="939" y="186"/>
                </a:lnTo>
                <a:lnTo>
                  <a:pt x="947" y="196"/>
                </a:lnTo>
                <a:lnTo>
                  <a:pt x="954" y="206"/>
                </a:lnTo>
                <a:lnTo>
                  <a:pt x="960" y="216"/>
                </a:lnTo>
                <a:lnTo>
                  <a:pt x="966" y="226"/>
                </a:lnTo>
                <a:lnTo>
                  <a:pt x="972" y="237"/>
                </a:lnTo>
                <a:lnTo>
                  <a:pt x="977" y="248"/>
                </a:lnTo>
                <a:lnTo>
                  <a:pt x="981" y="258"/>
                </a:lnTo>
                <a:lnTo>
                  <a:pt x="985" y="269"/>
                </a:lnTo>
                <a:lnTo>
                  <a:pt x="989" y="280"/>
                </a:lnTo>
                <a:lnTo>
                  <a:pt x="992" y="291"/>
                </a:lnTo>
                <a:lnTo>
                  <a:pt x="995" y="302"/>
                </a:lnTo>
                <a:lnTo>
                  <a:pt x="997" y="313"/>
                </a:lnTo>
                <a:lnTo>
                  <a:pt x="999" y="325"/>
                </a:lnTo>
                <a:lnTo>
                  <a:pt x="1000" y="336"/>
                </a:lnTo>
                <a:lnTo>
                  <a:pt x="1001" y="347"/>
                </a:lnTo>
                <a:lnTo>
                  <a:pt x="1001" y="358"/>
                </a:lnTo>
                <a:close/>
              </a:path>
            </a:pathLst>
          </a:custGeom>
          <a:solidFill>
            <a:srgbClr val="ffd3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7" name=""/>
          <p:cNvSpPr/>
          <p:nvPr/>
        </p:nvSpPr>
        <p:spPr>
          <a:xfrm>
            <a:off x="7881120" y="2814120"/>
            <a:ext cx="363240" cy="260280"/>
          </a:xfrm>
          <a:custGeom>
            <a:avLst/>
            <a:gdLst/>
            <a:ahLst/>
            <a:rect l="0" t="0" r="r" b="b"/>
            <a:pathLst>
              <a:path w="1009" h="723">
                <a:moveTo>
                  <a:pt x="1005" y="361"/>
                </a:moveTo>
                <a:lnTo>
                  <a:pt x="1005" y="350"/>
                </a:lnTo>
                <a:lnTo>
                  <a:pt x="1004" y="339"/>
                </a:lnTo>
                <a:lnTo>
                  <a:pt x="1003" y="328"/>
                </a:lnTo>
                <a:lnTo>
                  <a:pt x="1001" y="316"/>
                </a:lnTo>
                <a:lnTo>
                  <a:pt x="999" y="305"/>
                </a:lnTo>
                <a:lnTo>
                  <a:pt x="996" y="294"/>
                </a:lnTo>
                <a:lnTo>
                  <a:pt x="993" y="283"/>
                </a:lnTo>
                <a:lnTo>
                  <a:pt x="989" y="272"/>
                </a:lnTo>
                <a:lnTo>
                  <a:pt x="985" y="261"/>
                </a:lnTo>
                <a:lnTo>
                  <a:pt x="981" y="251"/>
                </a:lnTo>
                <a:lnTo>
                  <a:pt x="976" y="240"/>
                </a:lnTo>
                <a:lnTo>
                  <a:pt x="970" y="229"/>
                </a:lnTo>
                <a:lnTo>
                  <a:pt x="964" y="219"/>
                </a:lnTo>
                <a:lnTo>
                  <a:pt x="958" y="209"/>
                </a:lnTo>
                <a:lnTo>
                  <a:pt x="951" y="199"/>
                </a:lnTo>
                <a:lnTo>
                  <a:pt x="943" y="189"/>
                </a:lnTo>
                <a:lnTo>
                  <a:pt x="936" y="179"/>
                </a:lnTo>
                <a:lnTo>
                  <a:pt x="927" y="169"/>
                </a:lnTo>
                <a:lnTo>
                  <a:pt x="919" y="160"/>
                </a:lnTo>
                <a:lnTo>
                  <a:pt x="910" y="151"/>
                </a:lnTo>
                <a:lnTo>
                  <a:pt x="900" y="142"/>
                </a:lnTo>
                <a:lnTo>
                  <a:pt x="890" y="133"/>
                </a:lnTo>
                <a:lnTo>
                  <a:pt x="880" y="124"/>
                </a:lnTo>
                <a:lnTo>
                  <a:pt x="870" y="116"/>
                </a:lnTo>
                <a:lnTo>
                  <a:pt x="859" y="108"/>
                </a:lnTo>
                <a:lnTo>
                  <a:pt x="847" y="100"/>
                </a:lnTo>
                <a:lnTo>
                  <a:pt x="836" y="92"/>
                </a:lnTo>
                <a:lnTo>
                  <a:pt x="824" y="85"/>
                </a:lnTo>
                <a:lnTo>
                  <a:pt x="812" y="78"/>
                </a:lnTo>
                <a:lnTo>
                  <a:pt x="799" y="71"/>
                </a:lnTo>
                <a:lnTo>
                  <a:pt x="785" y="65"/>
                </a:lnTo>
                <a:lnTo>
                  <a:pt x="772" y="59"/>
                </a:lnTo>
                <a:lnTo>
                  <a:pt x="759" y="53"/>
                </a:lnTo>
                <a:lnTo>
                  <a:pt x="745" y="47"/>
                </a:lnTo>
                <a:lnTo>
                  <a:pt x="731" y="42"/>
                </a:lnTo>
                <a:lnTo>
                  <a:pt x="717" y="37"/>
                </a:lnTo>
                <a:lnTo>
                  <a:pt x="703" y="32"/>
                </a:lnTo>
                <a:lnTo>
                  <a:pt x="688" y="28"/>
                </a:lnTo>
                <a:lnTo>
                  <a:pt x="673" y="24"/>
                </a:lnTo>
                <a:lnTo>
                  <a:pt x="659" y="20"/>
                </a:lnTo>
                <a:lnTo>
                  <a:pt x="644" y="17"/>
                </a:lnTo>
                <a:lnTo>
                  <a:pt x="628" y="14"/>
                </a:lnTo>
                <a:lnTo>
                  <a:pt x="613" y="12"/>
                </a:lnTo>
                <a:lnTo>
                  <a:pt x="598" y="9"/>
                </a:lnTo>
                <a:lnTo>
                  <a:pt x="582" y="7"/>
                </a:lnTo>
                <a:lnTo>
                  <a:pt x="567" y="6"/>
                </a:lnTo>
                <a:lnTo>
                  <a:pt x="551" y="5"/>
                </a:lnTo>
                <a:lnTo>
                  <a:pt x="535" y="4"/>
                </a:lnTo>
                <a:lnTo>
                  <a:pt x="520" y="3"/>
                </a:lnTo>
                <a:lnTo>
                  <a:pt x="504" y="3"/>
                </a:lnTo>
                <a:lnTo>
                  <a:pt x="488" y="3"/>
                </a:lnTo>
                <a:lnTo>
                  <a:pt x="473" y="4"/>
                </a:lnTo>
                <a:lnTo>
                  <a:pt x="457" y="5"/>
                </a:lnTo>
                <a:lnTo>
                  <a:pt x="441" y="6"/>
                </a:lnTo>
                <a:lnTo>
                  <a:pt x="426" y="7"/>
                </a:lnTo>
                <a:lnTo>
                  <a:pt x="410" y="9"/>
                </a:lnTo>
                <a:lnTo>
                  <a:pt x="395" y="12"/>
                </a:lnTo>
                <a:lnTo>
                  <a:pt x="380" y="14"/>
                </a:lnTo>
                <a:lnTo>
                  <a:pt x="364" y="17"/>
                </a:lnTo>
                <a:lnTo>
                  <a:pt x="349" y="20"/>
                </a:lnTo>
                <a:lnTo>
                  <a:pt x="335" y="24"/>
                </a:lnTo>
                <a:lnTo>
                  <a:pt x="320" y="28"/>
                </a:lnTo>
                <a:lnTo>
                  <a:pt x="305" y="32"/>
                </a:lnTo>
                <a:lnTo>
                  <a:pt x="291" y="37"/>
                </a:lnTo>
                <a:lnTo>
                  <a:pt x="277" y="42"/>
                </a:lnTo>
                <a:lnTo>
                  <a:pt x="263" y="47"/>
                </a:lnTo>
                <a:lnTo>
                  <a:pt x="249" y="53"/>
                </a:lnTo>
                <a:lnTo>
                  <a:pt x="236" y="59"/>
                </a:lnTo>
                <a:lnTo>
                  <a:pt x="223" y="65"/>
                </a:lnTo>
                <a:lnTo>
                  <a:pt x="210" y="71"/>
                </a:lnTo>
                <a:lnTo>
                  <a:pt x="197" y="78"/>
                </a:lnTo>
                <a:lnTo>
                  <a:pt x="185" y="85"/>
                </a:lnTo>
                <a:lnTo>
                  <a:pt x="173" y="92"/>
                </a:lnTo>
                <a:lnTo>
                  <a:pt x="162" y="100"/>
                </a:lnTo>
                <a:lnTo>
                  <a:pt x="150" y="108"/>
                </a:lnTo>
                <a:lnTo>
                  <a:pt x="139" y="116"/>
                </a:lnTo>
                <a:lnTo>
                  <a:pt x="129" y="124"/>
                </a:lnTo>
                <a:lnTo>
                  <a:pt x="119" y="133"/>
                </a:lnTo>
                <a:lnTo>
                  <a:pt x="109" y="142"/>
                </a:lnTo>
                <a:lnTo>
                  <a:pt x="99" y="151"/>
                </a:lnTo>
                <a:lnTo>
                  <a:pt x="90" y="160"/>
                </a:lnTo>
                <a:lnTo>
                  <a:pt x="82" y="169"/>
                </a:lnTo>
                <a:lnTo>
                  <a:pt x="73" y="179"/>
                </a:lnTo>
                <a:lnTo>
                  <a:pt x="66" y="189"/>
                </a:lnTo>
                <a:lnTo>
                  <a:pt x="58" y="199"/>
                </a:lnTo>
                <a:lnTo>
                  <a:pt x="51" y="209"/>
                </a:lnTo>
                <a:lnTo>
                  <a:pt x="45" y="219"/>
                </a:lnTo>
                <a:lnTo>
                  <a:pt x="39" y="229"/>
                </a:lnTo>
                <a:lnTo>
                  <a:pt x="33" y="240"/>
                </a:lnTo>
                <a:lnTo>
                  <a:pt x="28" y="251"/>
                </a:lnTo>
                <a:lnTo>
                  <a:pt x="24" y="261"/>
                </a:lnTo>
                <a:lnTo>
                  <a:pt x="19" y="272"/>
                </a:lnTo>
                <a:lnTo>
                  <a:pt x="16" y="283"/>
                </a:lnTo>
                <a:lnTo>
                  <a:pt x="13" y="294"/>
                </a:lnTo>
                <a:lnTo>
                  <a:pt x="10" y="305"/>
                </a:lnTo>
                <a:lnTo>
                  <a:pt x="8" y="316"/>
                </a:lnTo>
                <a:lnTo>
                  <a:pt x="6" y="328"/>
                </a:lnTo>
                <a:lnTo>
                  <a:pt x="5" y="339"/>
                </a:lnTo>
                <a:lnTo>
                  <a:pt x="4" y="350"/>
                </a:lnTo>
                <a:lnTo>
                  <a:pt x="4" y="361"/>
                </a:lnTo>
                <a:lnTo>
                  <a:pt x="4" y="373"/>
                </a:lnTo>
                <a:lnTo>
                  <a:pt x="5" y="384"/>
                </a:lnTo>
                <a:lnTo>
                  <a:pt x="6" y="395"/>
                </a:lnTo>
                <a:lnTo>
                  <a:pt x="8" y="406"/>
                </a:lnTo>
                <a:lnTo>
                  <a:pt x="10" y="417"/>
                </a:lnTo>
                <a:lnTo>
                  <a:pt x="13" y="428"/>
                </a:lnTo>
                <a:lnTo>
                  <a:pt x="16" y="439"/>
                </a:lnTo>
                <a:lnTo>
                  <a:pt x="19" y="450"/>
                </a:lnTo>
                <a:lnTo>
                  <a:pt x="24" y="461"/>
                </a:lnTo>
                <a:lnTo>
                  <a:pt x="28" y="472"/>
                </a:lnTo>
                <a:lnTo>
                  <a:pt x="33" y="483"/>
                </a:lnTo>
                <a:lnTo>
                  <a:pt x="39" y="494"/>
                </a:lnTo>
                <a:lnTo>
                  <a:pt x="45" y="505"/>
                </a:lnTo>
                <a:lnTo>
                  <a:pt x="51" y="515"/>
                </a:lnTo>
                <a:lnTo>
                  <a:pt x="58" y="525"/>
                </a:lnTo>
                <a:lnTo>
                  <a:pt x="66" y="535"/>
                </a:lnTo>
                <a:lnTo>
                  <a:pt x="73" y="545"/>
                </a:lnTo>
                <a:lnTo>
                  <a:pt x="82" y="554"/>
                </a:lnTo>
                <a:lnTo>
                  <a:pt x="90" y="564"/>
                </a:lnTo>
                <a:lnTo>
                  <a:pt x="99" y="573"/>
                </a:lnTo>
                <a:lnTo>
                  <a:pt x="109" y="582"/>
                </a:lnTo>
                <a:lnTo>
                  <a:pt x="119" y="591"/>
                </a:lnTo>
                <a:lnTo>
                  <a:pt x="129" y="599"/>
                </a:lnTo>
                <a:lnTo>
                  <a:pt x="139" y="608"/>
                </a:lnTo>
                <a:lnTo>
                  <a:pt x="150" y="616"/>
                </a:lnTo>
                <a:lnTo>
                  <a:pt x="162" y="624"/>
                </a:lnTo>
                <a:lnTo>
                  <a:pt x="173" y="631"/>
                </a:lnTo>
                <a:lnTo>
                  <a:pt x="185" y="638"/>
                </a:lnTo>
                <a:lnTo>
                  <a:pt x="197" y="645"/>
                </a:lnTo>
                <a:lnTo>
                  <a:pt x="210" y="652"/>
                </a:lnTo>
                <a:lnTo>
                  <a:pt x="223" y="659"/>
                </a:lnTo>
                <a:lnTo>
                  <a:pt x="236" y="665"/>
                </a:lnTo>
                <a:lnTo>
                  <a:pt x="249" y="671"/>
                </a:lnTo>
                <a:lnTo>
                  <a:pt x="263" y="676"/>
                </a:lnTo>
                <a:lnTo>
                  <a:pt x="277" y="682"/>
                </a:lnTo>
                <a:lnTo>
                  <a:pt x="291" y="687"/>
                </a:lnTo>
                <a:lnTo>
                  <a:pt x="305" y="691"/>
                </a:lnTo>
                <a:lnTo>
                  <a:pt x="320" y="696"/>
                </a:lnTo>
                <a:lnTo>
                  <a:pt x="335" y="699"/>
                </a:lnTo>
                <a:lnTo>
                  <a:pt x="349" y="703"/>
                </a:lnTo>
                <a:lnTo>
                  <a:pt x="364" y="706"/>
                </a:lnTo>
                <a:lnTo>
                  <a:pt x="380" y="709"/>
                </a:lnTo>
                <a:lnTo>
                  <a:pt x="395" y="712"/>
                </a:lnTo>
                <a:lnTo>
                  <a:pt x="410" y="714"/>
                </a:lnTo>
                <a:lnTo>
                  <a:pt x="426" y="716"/>
                </a:lnTo>
                <a:lnTo>
                  <a:pt x="441" y="718"/>
                </a:lnTo>
                <a:lnTo>
                  <a:pt x="457" y="719"/>
                </a:lnTo>
                <a:lnTo>
                  <a:pt x="473" y="720"/>
                </a:lnTo>
                <a:lnTo>
                  <a:pt x="488" y="721"/>
                </a:lnTo>
                <a:lnTo>
                  <a:pt x="504" y="721"/>
                </a:lnTo>
                <a:lnTo>
                  <a:pt x="520" y="721"/>
                </a:lnTo>
                <a:lnTo>
                  <a:pt x="535" y="720"/>
                </a:lnTo>
                <a:lnTo>
                  <a:pt x="551" y="719"/>
                </a:lnTo>
                <a:lnTo>
                  <a:pt x="567" y="718"/>
                </a:lnTo>
                <a:lnTo>
                  <a:pt x="582" y="716"/>
                </a:lnTo>
                <a:lnTo>
                  <a:pt x="598" y="714"/>
                </a:lnTo>
                <a:lnTo>
                  <a:pt x="613" y="712"/>
                </a:lnTo>
                <a:lnTo>
                  <a:pt x="628" y="709"/>
                </a:lnTo>
                <a:lnTo>
                  <a:pt x="644" y="706"/>
                </a:lnTo>
                <a:lnTo>
                  <a:pt x="659" y="703"/>
                </a:lnTo>
                <a:lnTo>
                  <a:pt x="673" y="699"/>
                </a:lnTo>
                <a:lnTo>
                  <a:pt x="688" y="696"/>
                </a:lnTo>
                <a:lnTo>
                  <a:pt x="703" y="691"/>
                </a:lnTo>
                <a:lnTo>
                  <a:pt x="717" y="687"/>
                </a:lnTo>
                <a:lnTo>
                  <a:pt x="731" y="682"/>
                </a:lnTo>
                <a:lnTo>
                  <a:pt x="745" y="676"/>
                </a:lnTo>
                <a:lnTo>
                  <a:pt x="759" y="671"/>
                </a:lnTo>
                <a:lnTo>
                  <a:pt x="772" y="665"/>
                </a:lnTo>
                <a:lnTo>
                  <a:pt x="785" y="659"/>
                </a:lnTo>
                <a:lnTo>
                  <a:pt x="799" y="652"/>
                </a:lnTo>
                <a:lnTo>
                  <a:pt x="812" y="645"/>
                </a:lnTo>
                <a:lnTo>
                  <a:pt x="824" y="638"/>
                </a:lnTo>
                <a:lnTo>
                  <a:pt x="836" y="631"/>
                </a:lnTo>
                <a:lnTo>
                  <a:pt x="847" y="624"/>
                </a:lnTo>
                <a:lnTo>
                  <a:pt x="859" y="616"/>
                </a:lnTo>
                <a:lnTo>
                  <a:pt x="870" y="608"/>
                </a:lnTo>
                <a:lnTo>
                  <a:pt x="880" y="599"/>
                </a:lnTo>
                <a:lnTo>
                  <a:pt x="890" y="591"/>
                </a:lnTo>
                <a:lnTo>
                  <a:pt x="900" y="582"/>
                </a:lnTo>
                <a:lnTo>
                  <a:pt x="910" y="573"/>
                </a:lnTo>
                <a:lnTo>
                  <a:pt x="919" y="564"/>
                </a:lnTo>
                <a:lnTo>
                  <a:pt x="927" y="554"/>
                </a:lnTo>
                <a:lnTo>
                  <a:pt x="936" y="545"/>
                </a:lnTo>
                <a:lnTo>
                  <a:pt x="943" y="535"/>
                </a:lnTo>
                <a:lnTo>
                  <a:pt x="951" y="525"/>
                </a:lnTo>
                <a:lnTo>
                  <a:pt x="958" y="515"/>
                </a:lnTo>
                <a:lnTo>
                  <a:pt x="964" y="505"/>
                </a:lnTo>
                <a:lnTo>
                  <a:pt x="970" y="494"/>
                </a:lnTo>
                <a:lnTo>
                  <a:pt x="976" y="483"/>
                </a:lnTo>
                <a:lnTo>
                  <a:pt x="981" y="472"/>
                </a:lnTo>
                <a:lnTo>
                  <a:pt x="985" y="461"/>
                </a:lnTo>
                <a:lnTo>
                  <a:pt x="989" y="450"/>
                </a:lnTo>
                <a:lnTo>
                  <a:pt x="993" y="439"/>
                </a:lnTo>
                <a:lnTo>
                  <a:pt x="996" y="428"/>
                </a:lnTo>
                <a:lnTo>
                  <a:pt x="999" y="417"/>
                </a:lnTo>
                <a:lnTo>
                  <a:pt x="1001" y="406"/>
                </a:lnTo>
                <a:lnTo>
                  <a:pt x="1003" y="395"/>
                </a:lnTo>
                <a:lnTo>
                  <a:pt x="1004" y="384"/>
                </a:lnTo>
                <a:lnTo>
                  <a:pt x="1005" y="373"/>
                </a:lnTo>
                <a:lnTo>
                  <a:pt x="1005" y="361"/>
                </a:lnTo>
                <a:moveTo>
                  <a:pt x="1009" y="361"/>
                </a:moveTo>
                <a:lnTo>
                  <a:pt x="1009" y="373"/>
                </a:lnTo>
                <a:lnTo>
                  <a:pt x="1008" y="384"/>
                </a:lnTo>
                <a:lnTo>
                  <a:pt x="1007" y="395"/>
                </a:lnTo>
                <a:lnTo>
                  <a:pt x="1005" y="407"/>
                </a:lnTo>
                <a:lnTo>
                  <a:pt x="1003" y="418"/>
                </a:lnTo>
                <a:lnTo>
                  <a:pt x="1000" y="429"/>
                </a:lnTo>
                <a:lnTo>
                  <a:pt x="997" y="440"/>
                </a:lnTo>
                <a:lnTo>
                  <a:pt x="993" y="451"/>
                </a:lnTo>
                <a:lnTo>
                  <a:pt x="989" y="462"/>
                </a:lnTo>
                <a:lnTo>
                  <a:pt x="984" y="473"/>
                </a:lnTo>
                <a:lnTo>
                  <a:pt x="979" y="484"/>
                </a:lnTo>
                <a:lnTo>
                  <a:pt x="974" y="495"/>
                </a:lnTo>
                <a:lnTo>
                  <a:pt x="968" y="506"/>
                </a:lnTo>
                <a:lnTo>
                  <a:pt x="961" y="516"/>
                </a:lnTo>
                <a:lnTo>
                  <a:pt x="954" y="526"/>
                </a:lnTo>
                <a:lnTo>
                  <a:pt x="947" y="536"/>
                </a:lnTo>
                <a:lnTo>
                  <a:pt x="939" y="546"/>
                </a:lnTo>
                <a:lnTo>
                  <a:pt x="931" y="556"/>
                </a:lnTo>
                <a:lnTo>
                  <a:pt x="922" y="565"/>
                </a:lnTo>
                <a:lnTo>
                  <a:pt x="913" y="575"/>
                </a:lnTo>
                <a:lnTo>
                  <a:pt x="903" y="584"/>
                </a:lnTo>
                <a:lnTo>
                  <a:pt x="893" y="593"/>
                </a:lnTo>
                <a:lnTo>
                  <a:pt x="883" y="601"/>
                </a:lnTo>
                <a:lnTo>
                  <a:pt x="872" y="610"/>
                </a:lnTo>
                <a:lnTo>
                  <a:pt x="861" y="618"/>
                </a:lnTo>
                <a:lnTo>
                  <a:pt x="850" y="626"/>
                </a:lnTo>
                <a:lnTo>
                  <a:pt x="838" y="633"/>
                </a:lnTo>
                <a:lnTo>
                  <a:pt x="826" y="641"/>
                </a:lnTo>
                <a:lnTo>
                  <a:pt x="814" y="648"/>
                </a:lnTo>
                <a:lnTo>
                  <a:pt x="801" y="654"/>
                </a:lnTo>
                <a:lnTo>
                  <a:pt x="787" y="661"/>
                </a:lnTo>
                <a:lnTo>
                  <a:pt x="774" y="667"/>
                </a:lnTo>
                <a:lnTo>
                  <a:pt x="761" y="673"/>
                </a:lnTo>
                <a:lnTo>
                  <a:pt x="747" y="679"/>
                </a:lnTo>
                <a:lnTo>
                  <a:pt x="733" y="684"/>
                </a:lnTo>
                <a:lnTo>
                  <a:pt x="719" y="689"/>
                </a:lnTo>
                <a:lnTo>
                  <a:pt x="704" y="694"/>
                </a:lnTo>
                <a:lnTo>
                  <a:pt x="690" y="698"/>
                </a:lnTo>
                <a:lnTo>
                  <a:pt x="675" y="702"/>
                </a:lnTo>
                <a:lnTo>
                  <a:pt x="660" y="706"/>
                </a:lnTo>
                <a:lnTo>
                  <a:pt x="645" y="709"/>
                </a:lnTo>
                <a:lnTo>
                  <a:pt x="629" y="712"/>
                </a:lnTo>
                <a:lnTo>
                  <a:pt x="614" y="715"/>
                </a:lnTo>
                <a:lnTo>
                  <a:pt x="598" y="717"/>
                </a:lnTo>
                <a:lnTo>
                  <a:pt x="583" y="719"/>
                </a:lnTo>
                <a:lnTo>
                  <a:pt x="567" y="721"/>
                </a:lnTo>
                <a:lnTo>
                  <a:pt x="551" y="722"/>
                </a:lnTo>
                <a:lnTo>
                  <a:pt x="536" y="723"/>
                </a:lnTo>
                <a:lnTo>
                  <a:pt x="520" y="723"/>
                </a:lnTo>
                <a:lnTo>
                  <a:pt x="504" y="723"/>
                </a:lnTo>
                <a:lnTo>
                  <a:pt x="488" y="723"/>
                </a:lnTo>
                <a:lnTo>
                  <a:pt x="472" y="723"/>
                </a:lnTo>
                <a:lnTo>
                  <a:pt x="457" y="722"/>
                </a:lnTo>
                <a:lnTo>
                  <a:pt x="441" y="721"/>
                </a:lnTo>
                <a:lnTo>
                  <a:pt x="425" y="719"/>
                </a:lnTo>
                <a:lnTo>
                  <a:pt x="409" y="717"/>
                </a:lnTo>
                <a:lnTo>
                  <a:pt x="394" y="715"/>
                </a:lnTo>
                <a:lnTo>
                  <a:pt x="379" y="712"/>
                </a:lnTo>
                <a:lnTo>
                  <a:pt x="363" y="709"/>
                </a:lnTo>
                <a:lnTo>
                  <a:pt x="348" y="706"/>
                </a:lnTo>
                <a:lnTo>
                  <a:pt x="333" y="702"/>
                </a:lnTo>
                <a:lnTo>
                  <a:pt x="318" y="698"/>
                </a:lnTo>
                <a:lnTo>
                  <a:pt x="304" y="694"/>
                </a:lnTo>
                <a:lnTo>
                  <a:pt x="289" y="689"/>
                </a:lnTo>
                <a:lnTo>
                  <a:pt x="275" y="684"/>
                </a:lnTo>
                <a:lnTo>
                  <a:pt x="261" y="679"/>
                </a:lnTo>
                <a:lnTo>
                  <a:pt x="247" y="673"/>
                </a:lnTo>
                <a:lnTo>
                  <a:pt x="234" y="667"/>
                </a:lnTo>
                <a:lnTo>
                  <a:pt x="221" y="661"/>
                </a:lnTo>
                <a:lnTo>
                  <a:pt x="208" y="654"/>
                </a:lnTo>
                <a:lnTo>
                  <a:pt x="195" y="648"/>
                </a:lnTo>
                <a:lnTo>
                  <a:pt x="183" y="641"/>
                </a:lnTo>
                <a:lnTo>
                  <a:pt x="171" y="633"/>
                </a:lnTo>
                <a:lnTo>
                  <a:pt x="159" y="626"/>
                </a:lnTo>
                <a:lnTo>
                  <a:pt x="147" y="618"/>
                </a:lnTo>
                <a:lnTo>
                  <a:pt x="136" y="610"/>
                </a:lnTo>
                <a:lnTo>
                  <a:pt x="126" y="601"/>
                </a:lnTo>
                <a:lnTo>
                  <a:pt x="116" y="593"/>
                </a:lnTo>
                <a:lnTo>
                  <a:pt x="106" y="584"/>
                </a:lnTo>
                <a:lnTo>
                  <a:pt x="96" y="575"/>
                </a:lnTo>
                <a:lnTo>
                  <a:pt x="87" y="565"/>
                </a:lnTo>
                <a:lnTo>
                  <a:pt x="78" y="556"/>
                </a:lnTo>
                <a:lnTo>
                  <a:pt x="70" y="546"/>
                </a:lnTo>
                <a:lnTo>
                  <a:pt x="62" y="536"/>
                </a:lnTo>
                <a:lnTo>
                  <a:pt x="55" y="526"/>
                </a:lnTo>
                <a:lnTo>
                  <a:pt x="48" y="516"/>
                </a:lnTo>
                <a:lnTo>
                  <a:pt x="41" y="506"/>
                </a:lnTo>
                <a:lnTo>
                  <a:pt x="35" y="495"/>
                </a:lnTo>
                <a:lnTo>
                  <a:pt x="30" y="484"/>
                </a:lnTo>
                <a:lnTo>
                  <a:pt x="25" y="473"/>
                </a:lnTo>
                <a:lnTo>
                  <a:pt x="20" y="462"/>
                </a:lnTo>
                <a:lnTo>
                  <a:pt x="16" y="451"/>
                </a:lnTo>
                <a:lnTo>
                  <a:pt x="12" y="440"/>
                </a:lnTo>
                <a:lnTo>
                  <a:pt x="9" y="429"/>
                </a:lnTo>
                <a:lnTo>
                  <a:pt x="6" y="418"/>
                </a:lnTo>
                <a:lnTo>
                  <a:pt x="4" y="407"/>
                </a:lnTo>
                <a:lnTo>
                  <a:pt x="2" y="395"/>
                </a:lnTo>
                <a:lnTo>
                  <a:pt x="1" y="384"/>
                </a:lnTo>
                <a:lnTo>
                  <a:pt x="0" y="373"/>
                </a:lnTo>
                <a:lnTo>
                  <a:pt x="0" y="361"/>
                </a:lnTo>
                <a:lnTo>
                  <a:pt x="0" y="350"/>
                </a:lnTo>
                <a:lnTo>
                  <a:pt x="1" y="339"/>
                </a:lnTo>
                <a:lnTo>
                  <a:pt x="2" y="327"/>
                </a:lnTo>
                <a:lnTo>
                  <a:pt x="4" y="316"/>
                </a:lnTo>
                <a:lnTo>
                  <a:pt x="6" y="305"/>
                </a:lnTo>
                <a:lnTo>
                  <a:pt x="9" y="294"/>
                </a:lnTo>
                <a:lnTo>
                  <a:pt x="12" y="283"/>
                </a:lnTo>
                <a:lnTo>
                  <a:pt x="16" y="271"/>
                </a:lnTo>
                <a:lnTo>
                  <a:pt x="20" y="261"/>
                </a:lnTo>
                <a:lnTo>
                  <a:pt x="25" y="250"/>
                </a:lnTo>
                <a:lnTo>
                  <a:pt x="30" y="239"/>
                </a:lnTo>
                <a:lnTo>
                  <a:pt x="35" y="228"/>
                </a:lnTo>
                <a:lnTo>
                  <a:pt x="41" y="218"/>
                </a:lnTo>
                <a:lnTo>
                  <a:pt x="48" y="208"/>
                </a:lnTo>
                <a:lnTo>
                  <a:pt x="55" y="197"/>
                </a:lnTo>
                <a:lnTo>
                  <a:pt x="62" y="187"/>
                </a:lnTo>
                <a:lnTo>
                  <a:pt x="70" y="177"/>
                </a:lnTo>
                <a:lnTo>
                  <a:pt x="78" y="168"/>
                </a:lnTo>
                <a:lnTo>
                  <a:pt x="87" y="158"/>
                </a:lnTo>
                <a:lnTo>
                  <a:pt x="96" y="149"/>
                </a:lnTo>
                <a:lnTo>
                  <a:pt x="106" y="140"/>
                </a:lnTo>
                <a:lnTo>
                  <a:pt x="116" y="131"/>
                </a:lnTo>
                <a:lnTo>
                  <a:pt x="126" y="122"/>
                </a:lnTo>
                <a:lnTo>
                  <a:pt x="136" y="114"/>
                </a:lnTo>
                <a:lnTo>
                  <a:pt x="147" y="106"/>
                </a:lnTo>
                <a:lnTo>
                  <a:pt x="159" y="98"/>
                </a:lnTo>
                <a:lnTo>
                  <a:pt x="171" y="90"/>
                </a:lnTo>
                <a:lnTo>
                  <a:pt x="183" y="83"/>
                </a:lnTo>
                <a:lnTo>
                  <a:pt x="195" y="76"/>
                </a:lnTo>
                <a:lnTo>
                  <a:pt x="208" y="69"/>
                </a:lnTo>
                <a:lnTo>
                  <a:pt x="221" y="63"/>
                </a:lnTo>
                <a:lnTo>
                  <a:pt x="234" y="56"/>
                </a:lnTo>
                <a:lnTo>
                  <a:pt x="247" y="50"/>
                </a:lnTo>
                <a:lnTo>
                  <a:pt x="261" y="45"/>
                </a:lnTo>
                <a:lnTo>
                  <a:pt x="275" y="40"/>
                </a:lnTo>
                <a:lnTo>
                  <a:pt x="289" y="35"/>
                </a:lnTo>
                <a:lnTo>
                  <a:pt x="304" y="30"/>
                </a:lnTo>
                <a:lnTo>
                  <a:pt x="318" y="26"/>
                </a:lnTo>
                <a:lnTo>
                  <a:pt x="333" y="21"/>
                </a:lnTo>
                <a:lnTo>
                  <a:pt x="348" y="18"/>
                </a:lnTo>
                <a:lnTo>
                  <a:pt x="363" y="14"/>
                </a:lnTo>
                <a:lnTo>
                  <a:pt x="379" y="11"/>
                </a:lnTo>
                <a:lnTo>
                  <a:pt x="394" y="9"/>
                </a:lnTo>
                <a:lnTo>
                  <a:pt x="409" y="7"/>
                </a:lnTo>
                <a:lnTo>
                  <a:pt x="425" y="5"/>
                </a:lnTo>
                <a:lnTo>
                  <a:pt x="441" y="3"/>
                </a:lnTo>
                <a:lnTo>
                  <a:pt x="457" y="2"/>
                </a:lnTo>
                <a:lnTo>
                  <a:pt x="472" y="1"/>
                </a:lnTo>
                <a:lnTo>
                  <a:pt x="488" y="0"/>
                </a:lnTo>
                <a:lnTo>
                  <a:pt x="504" y="0"/>
                </a:lnTo>
                <a:lnTo>
                  <a:pt x="520" y="0"/>
                </a:lnTo>
                <a:lnTo>
                  <a:pt x="536" y="1"/>
                </a:lnTo>
                <a:lnTo>
                  <a:pt x="551" y="2"/>
                </a:lnTo>
                <a:lnTo>
                  <a:pt x="567" y="3"/>
                </a:lnTo>
                <a:lnTo>
                  <a:pt x="583" y="5"/>
                </a:lnTo>
                <a:lnTo>
                  <a:pt x="598" y="7"/>
                </a:lnTo>
                <a:lnTo>
                  <a:pt x="614" y="9"/>
                </a:lnTo>
                <a:lnTo>
                  <a:pt x="629" y="11"/>
                </a:lnTo>
                <a:lnTo>
                  <a:pt x="645" y="14"/>
                </a:lnTo>
                <a:lnTo>
                  <a:pt x="660" y="18"/>
                </a:lnTo>
                <a:lnTo>
                  <a:pt x="675" y="21"/>
                </a:lnTo>
                <a:lnTo>
                  <a:pt x="690" y="26"/>
                </a:lnTo>
                <a:lnTo>
                  <a:pt x="704" y="30"/>
                </a:lnTo>
                <a:lnTo>
                  <a:pt x="719" y="35"/>
                </a:lnTo>
                <a:lnTo>
                  <a:pt x="733" y="40"/>
                </a:lnTo>
                <a:lnTo>
                  <a:pt x="747" y="45"/>
                </a:lnTo>
                <a:lnTo>
                  <a:pt x="761" y="50"/>
                </a:lnTo>
                <a:lnTo>
                  <a:pt x="774" y="56"/>
                </a:lnTo>
                <a:lnTo>
                  <a:pt x="787" y="63"/>
                </a:lnTo>
                <a:lnTo>
                  <a:pt x="801" y="69"/>
                </a:lnTo>
                <a:lnTo>
                  <a:pt x="814" y="76"/>
                </a:lnTo>
                <a:lnTo>
                  <a:pt x="826" y="83"/>
                </a:lnTo>
                <a:lnTo>
                  <a:pt x="838" y="90"/>
                </a:lnTo>
                <a:lnTo>
                  <a:pt x="850" y="98"/>
                </a:lnTo>
                <a:lnTo>
                  <a:pt x="861" y="106"/>
                </a:lnTo>
                <a:lnTo>
                  <a:pt x="872" y="114"/>
                </a:lnTo>
                <a:lnTo>
                  <a:pt x="883" y="122"/>
                </a:lnTo>
                <a:lnTo>
                  <a:pt x="893" y="131"/>
                </a:lnTo>
                <a:lnTo>
                  <a:pt x="903" y="140"/>
                </a:lnTo>
                <a:lnTo>
                  <a:pt x="913" y="149"/>
                </a:lnTo>
                <a:lnTo>
                  <a:pt x="922" y="158"/>
                </a:lnTo>
                <a:lnTo>
                  <a:pt x="931" y="168"/>
                </a:lnTo>
                <a:lnTo>
                  <a:pt x="939" y="177"/>
                </a:lnTo>
                <a:lnTo>
                  <a:pt x="947" y="187"/>
                </a:lnTo>
                <a:lnTo>
                  <a:pt x="954" y="197"/>
                </a:lnTo>
                <a:lnTo>
                  <a:pt x="961" y="208"/>
                </a:lnTo>
                <a:lnTo>
                  <a:pt x="968" y="218"/>
                </a:lnTo>
                <a:lnTo>
                  <a:pt x="974" y="228"/>
                </a:lnTo>
                <a:lnTo>
                  <a:pt x="979" y="239"/>
                </a:lnTo>
                <a:lnTo>
                  <a:pt x="984" y="250"/>
                </a:lnTo>
                <a:lnTo>
                  <a:pt x="989" y="261"/>
                </a:lnTo>
                <a:lnTo>
                  <a:pt x="993" y="271"/>
                </a:lnTo>
                <a:lnTo>
                  <a:pt x="997" y="283"/>
                </a:lnTo>
                <a:lnTo>
                  <a:pt x="1000" y="294"/>
                </a:lnTo>
                <a:lnTo>
                  <a:pt x="1003" y="305"/>
                </a:lnTo>
                <a:lnTo>
                  <a:pt x="1005" y="316"/>
                </a:lnTo>
                <a:lnTo>
                  <a:pt x="1007" y="327"/>
                </a:lnTo>
                <a:lnTo>
                  <a:pt x="1008" y="339"/>
                </a:lnTo>
                <a:lnTo>
                  <a:pt x="1009" y="350"/>
                </a:lnTo>
                <a:lnTo>
                  <a:pt x="1009" y="361"/>
                </a:lnTo>
                <a:close/>
              </a:path>
            </a:pathLst>
          </a:custGeom>
          <a:solidFill>
            <a:srgbClr val="ffd3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8" name=""/>
          <p:cNvSpPr/>
          <p:nvPr/>
        </p:nvSpPr>
        <p:spPr>
          <a:xfrm>
            <a:off x="7879680" y="2813040"/>
            <a:ext cx="366120" cy="262440"/>
          </a:xfrm>
          <a:custGeom>
            <a:avLst/>
            <a:gdLst/>
            <a:ahLst/>
            <a:rect l="0" t="0" r="r" b="b"/>
            <a:pathLst>
              <a:path w="1017" h="729">
                <a:moveTo>
                  <a:pt x="1013" y="364"/>
                </a:moveTo>
                <a:lnTo>
                  <a:pt x="1013" y="353"/>
                </a:lnTo>
                <a:lnTo>
                  <a:pt x="1012" y="342"/>
                </a:lnTo>
                <a:lnTo>
                  <a:pt x="1011" y="330"/>
                </a:lnTo>
                <a:lnTo>
                  <a:pt x="1009" y="319"/>
                </a:lnTo>
                <a:lnTo>
                  <a:pt x="1007" y="308"/>
                </a:lnTo>
                <a:lnTo>
                  <a:pt x="1004" y="297"/>
                </a:lnTo>
                <a:lnTo>
                  <a:pt x="1001" y="286"/>
                </a:lnTo>
                <a:lnTo>
                  <a:pt x="997" y="274"/>
                </a:lnTo>
                <a:lnTo>
                  <a:pt x="993" y="264"/>
                </a:lnTo>
                <a:lnTo>
                  <a:pt x="988" y="253"/>
                </a:lnTo>
                <a:lnTo>
                  <a:pt x="983" y="242"/>
                </a:lnTo>
                <a:lnTo>
                  <a:pt x="978" y="231"/>
                </a:lnTo>
                <a:lnTo>
                  <a:pt x="972" y="221"/>
                </a:lnTo>
                <a:lnTo>
                  <a:pt x="965" y="211"/>
                </a:lnTo>
                <a:lnTo>
                  <a:pt x="958" y="200"/>
                </a:lnTo>
                <a:lnTo>
                  <a:pt x="951" y="190"/>
                </a:lnTo>
                <a:lnTo>
                  <a:pt x="942" y="180"/>
                </a:lnTo>
                <a:lnTo>
                  <a:pt x="934" y="171"/>
                </a:lnTo>
                <a:lnTo>
                  <a:pt x="925" y="161"/>
                </a:lnTo>
                <a:lnTo>
                  <a:pt x="916" y="152"/>
                </a:lnTo>
                <a:lnTo>
                  <a:pt x="906" y="143"/>
                </a:lnTo>
                <a:lnTo>
                  <a:pt x="896" y="134"/>
                </a:lnTo>
                <a:lnTo>
                  <a:pt x="886" y="125"/>
                </a:lnTo>
                <a:lnTo>
                  <a:pt x="875" y="117"/>
                </a:lnTo>
                <a:lnTo>
                  <a:pt x="864" y="109"/>
                </a:lnTo>
                <a:lnTo>
                  <a:pt x="853" y="101"/>
                </a:lnTo>
                <a:lnTo>
                  <a:pt x="841" y="93"/>
                </a:lnTo>
                <a:lnTo>
                  <a:pt x="829" y="86"/>
                </a:lnTo>
                <a:lnTo>
                  <a:pt x="817" y="79"/>
                </a:lnTo>
                <a:lnTo>
                  <a:pt x="804" y="72"/>
                </a:lnTo>
                <a:lnTo>
                  <a:pt x="791" y="66"/>
                </a:lnTo>
                <a:lnTo>
                  <a:pt x="778" y="59"/>
                </a:lnTo>
                <a:lnTo>
                  <a:pt x="765" y="53"/>
                </a:lnTo>
                <a:lnTo>
                  <a:pt x="751" y="48"/>
                </a:lnTo>
                <a:lnTo>
                  <a:pt x="737" y="43"/>
                </a:lnTo>
                <a:lnTo>
                  <a:pt x="723" y="38"/>
                </a:lnTo>
                <a:lnTo>
                  <a:pt x="708" y="33"/>
                </a:lnTo>
                <a:lnTo>
                  <a:pt x="694" y="29"/>
                </a:lnTo>
                <a:lnTo>
                  <a:pt x="679" y="24"/>
                </a:lnTo>
                <a:lnTo>
                  <a:pt x="664" y="21"/>
                </a:lnTo>
                <a:lnTo>
                  <a:pt x="649" y="17"/>
                </a:lnTo>
                <a:lnTo>
                  <a:pt x="633" y="14"/>
                </a:lnTo>
                <a:lnTo>
                  <a:pt x="618" y="12"/>
                </a:lnTo>
                <a:lnTo>
                  <a:pt x="602" y="10"/>
                </a:lnTo>
                <a:lnTo>
                  <a:pt x="587" y="8"/>
                </a:lnTo>
                <a:lnTo>
                  <a:pt x="571" y="6"/>
                </a:lnTo>
                <a:lnTo>
                  <a:pt x="555" y="5"/>
                </a:lnTo>
                <a:lnTo>
                  <a:pt x="540" y="4"/>
                </a:lnTo>
                <a:lnTo>
                  <a:pt x="524" y="3"/>
                </a:lnTo>
                <a:lnTo>
                  <a:pt x="508" y="3"/>
                </a:lnTo>
                <a:lnTo>
                  <a:pt x="492" y="3"/>
                </a:lnTo>
                <a:lnTo>
                  <a:pt x="476" y="4"/>
                </a:lnTo>
                <a:lnTo>
                  <a:pt x="461" y="5"/>
                </a:lnTo>
                <a:lnTo>
                  <a:pt x="445" y="6"/>
                </a:lnTo>
                <a:lnTo>
                  <a:pt x="429" y="8"/>
                </a:lnTo>
                <a:lnTo>
                  <a:pt x="413" y="10"/>
                </a:lnTo>
                <a:lnTo>
                  <a:pt x="398" y="12"/>
                </a:lnTo>
                <a:lnTo>
                  <a:pt x="383" y="14"/>
                </a:lnTo>
                <a:lnTo>
                  <a:pt x="367" y="17"/>
                </a:lnTo>
                <a:lnTo>
                  <a:pt x="352" y="21"/>
                </a:lnTo>
                <a:lnTo>
                  <a:pt x="337" y="24"/>
                </a:lnTo>
                <a:lnTo>
                  <a:pt x="322" y="29"/>
                </a:lnTo>
                <a:lnTo>
                  <a:pt x="308" y="33"/>
                </a:lnTo>
                <a:lnTo>
                  <a:pt x="293" y="38"/>
                </a:lnTo>
                <a:lnTo>
                  <a:pt x="279" y="43"/>
                </a:lnTo>
                <a:lnTo>
                  <a:pt x="265" y="48"/>
                </a:lnTo>
                <a:lnTo>
                  <a:pt x="251" y="53"/>
                </a:lnTo>
                <a:lnTo>
                  <a:pt x="238" y="59"/>
                </a:lnTo>
                <a:lnTo>
                  <a:pt x="225" y="66"/>
                </a:lnTo>
                <a:lnTo>
                  <a:pt x="212" y="72"/>
                </a:lnTo>
                <a:lnTo>
                  <a:pt x="199" y="79"/>
                </a:lnTo>
                <a:lnTo>
                  <a:pt x="187" y="86"/>
                </a:lnTo>
                <a:lnTo>
                  <a:pt x="175" y="93"/>
                </a:lnTo>
                <a:lnTo>
                  <a:pt x="163" y="101"/>
                </a:lnTo>
                <a:lnTo>
                  <a:pt x="151" y="109"/>
                </a:lnTo>
                <a:lnTo>
                  <a:pt x="140" y="117"/>
                </a:lnTo>
                <a:lnTo>
                  <a:pt x="130" y="125"/>
                </a:lnTo>
                <a:lnTo>
                  <a:pt x="120" y="134"/>
                </a:lnTo>
                <a:lnTo>
                  <a:pt x="110" y="143"/>
                </a:lnTo>
                <a:lnTo>
                  <a:pt x="100" y="152"/>
                </a:lnTo>
                <a:lnTo>
                  <a:pt x="91" y="161"/>
                </a:lnTo>
                <a:lnTo>
                  <a:pt x="82" y="171"/>
                </a:lnTo>
                <a:lnTo>
                  <a:pt x="74" y="180"/>
                </a:lnTo>
                <a:lnTo>
                  <a:pt x="66" y="190"/>
                </a:lnTo>
                <a:lnTo>
                  <a:pt x="59" y="200"/>
                </a:lnTo>
                <a:lnTo>
                  <a:pt x="52" y="211"/>
                </a:lnTo>
                <a:lnTo>
                  <a:pt x="45" y="221"/>
                </a:lnTo>
                <a:lnTo>
                  <a:pt x="39" y="231"/>
                </a:lnTo>
                <a:lnTo>
                  <a:pt x="34" y="242"/>
                </a:lnTo>
                <a:lnTo>
                  <a:pt x="29" y="253"/>
                </a:lnTo>
                <a:lnTo>
                  <a:pt x="24" y="264"/>
                </a:lnTo>
                <a:lnTo>
                  <a:pt x="20" y="274"/>
                </a:lnTo>
                <a:lnTo>
                  <a:pt x="16" y="286"/>
                </a:lnTo>
                <a:lnTo>
                  <a:pt x="13" y="297"/>
                </a:lnTo>
                <a:lnTo>
                  <a:pt x="10" y="308"/>
                </a:lnTo>
                <a:lnTo>
                  <a:pt x="8" y="319"/>
                </a:lnTo>
                <a:lnTo>
                  <a:pt x="6" y="330"/>
                </a:lnTo>
                <a:lnTo>
                  <a:pt x="5" y="342"/>
                </a:lnTo>
                <a:lnTo>
                  <a:pt x="4" y="353"/>
                </a:lnTo>
                <a:lnTo>
                  <a:pt x="4" y="364"/>
                </a:lnTo>
                <a:lnTo>
                  <a:pt x="4" y="376"/>
                </a:lnTo>
                <a:lnTo>
                  <a:pt x="5" y="387"/>
                </a:lnTo>
                <a:lnTo>
                  <a:pt x="6" y="398"/>
                </a:lnTo>
                <a:lnTo>
                  <a:pt x="8" y="410"/>
                </a:lnTo>
                <a:lnTo>
                  <a:pt x="10" y="421"/>
                </a:lnTo>
                <a:lnTo>
                  <a:pt x="13" y="432"/>
                </a:lnTo>
                <a:lnTo>
                  <a:pt x="16" y="443"/>
                </a:lnTo>
                <a:lnTo>
                  <a:pt x="20" y="454"/>
                </a:lnTo>
                <a:lnTo>
                  <a:pt x="24" y="465"/>
                </a:lnTo>
                <a:lnTo>
                  <a:pt x="29" y="476"/>
                </a:lnTo>
                <a:lnTo>
                  <a:pt x="34" y="487"/>
                </a:lnTo>
                <a:lnTo>
                  <a:pt x="39" y="497"/>
                </a:lnTo>
                <a:lnTo>
                  <a:pt x="45" y="508"/>
                </a:lnTo>
                <a:lnTo>
                  <a:pt x="52" y="518"/>
                </a:lnTo>
                <a:lnTo>
                  <a:pt x="59" y="528"/>
                </a:lnTo>
                <a:lnTo>
                  <a:pt x="66" y="538"/>
                </a:lnTo>
                <a:lnTo>
                  <a:pt x="74" y="549"/>
                </a:lnTo>
                <a:lnTo>
                  <a:pt x="82" y="559"/>
                </a:lnTo>
                <a:lnTo>
                  <a:pt x="91" y="568"/>
                </a:lnTo>
                <a:lnTo>
                  <a:pt x="100" y="578"/>
                </a:lnTo>
                <a:lnTo>
                  <a:pt x="110" y="587"/>
                </a:lnTo>
                <a:lnTo>
                  <a:pt x="120" y="596"/>
                </a:lnTo>
                <a:lnTo>
                  <a:pt x="130" y="604"/>
                </a:lnTo>
                <a:lnTo>
                  <a:pt x="140" y="613"/>
                </a:lnTo>
                <a:lnTo>
                  <a:pt x="151" y="621"/>
                </a:lnTo>
                <a:lnTo>
                  <a:pt x="163" y="629"/>
                </a:lnTo>
                <a:lnTo>
                  <a:pt x="175" y="636"/>
                </a:lnTo>
                <a:lnTo>
                  <a:pt x="187" y="644"/>
                </a:lnTo>
                <a:lnTo>
                  <a:pt x="199" y="651"/>
                </a:lnTo>
                <a:lnTo>
                  <a:pt x="212" y="657"/>
                </a:lnTo>
                <a:lnTo>
                  <a:pt x="225" y="664"/>
                </a:lnTo>
                <a:lnTo>
                  <a:pt x="238" y="670"/>
                </a:lnTo>
                <a:lnTo>
                  <a:pt x="251" y="676"/>
                </a:lnTo>
                <a:lnTo>
                  <a:pt x="265" y="682"/>
                </a:lnTo>
                <a:lnTo>
                  <a:pt x="279" y="687"/>
                </a:lnTo>
                <a:lnTo>
                  <a:pt x="293" y="692"/>
                </a:lnTo>
                <a:lnTo>
                  <a:pt x="308" y="697"/>
                </a:lnTo>
                <a:lnTo>
                  <a:pt x="322" y="701"/>
                </a:lnTo>
                <a:lnTo>
                  <a:pt x="337" y="705"/>
                </a:lnTo>
                <a:lnTo>
                  <a:pt x="352" y="709"/>
                </a:lnTo>
                <a:lnTo>
                  <a:pt x="367" y="712"/>
                </a:lnTo>
                <a:lnTo>
                  <a:pt x="383" y="715"/>
                </a:lnTo>
                <a:lnTo>
                  <a:pt x="398" y="718"/>
                </a:lnTo>
                <a:lnTo>
                  <a:pt x="413" y="720"/>
                </a:lnTo>
                <a:lnTo>
                  <a:pt x="429" y="722"/>
                </a:lnTo>
                <a:lnTo>
                  <a:pt x="445" y="724"/>
                </a:lnTo>
                <a:lnTo>
                  <a:pt x="461" y="725"/>
                </a:lnTo>
                <a:lnTo>
                  <a:pt x="476" y="726"/>
                </a:lnTo>
                <a:lnTo>
                  <a:pt x="492" y="726"/>
                </a:lnTo>
                <a:lnTo>
                  <a:pt x="508" y="726"/>
                </a:lnTo>
                <a:lnTo>
                  <a:pt x="524" y="726"/>
                </a:lnTo>
                <a:lnTo>
                  <a:pt x="540" y="726"/>
                </a:lnTo>
                <a:lnTo>
                  <a:pt x="555" y="725"/>
                </a:lnTo>
                <a:lnTo>
                  <a:pt x="571" y="724"/>
                </a:lnTo>
                <a:lnTo>
                  <a:pt x="587" y="722"/>
                </a:lnTo>
                <a:lnTo>
                  <a:pt x="602" y="720"/>
                </a:lnTo>
                <a:lnTo>
                  <a:pt x="618" y="718"/>
                </a:lnTo>
                <a:lnTo>
                  <a:pt x="633" y="715"/>
                </a:lnTo>
                <a:lnTo>
                  <a:pt x="649" y="712"/>
                </a:lnTo>
                <a:lnTo>
                  <a:pt x="664" y="709"/>
                </a:lnTo>
                <a:lnTo>
                  <a:pt x="679" y="705"/>
                </a:lnTo>
                <a:lnTo>
                  <a:pt x="694" y="701"/>
                </a:lnTo>
                <a:lnTo>
                  <a:pt x="708" y="697"/>
                </a:lnTo>
                <a:lnTo>
                  <a:pt x="723" y="692"/>
                </a:lnTo>
                <a:lnTo>
                  <a:pt x="737" y="687"/>
                </a:lnTo>
                <a:lnTo>
                  <a:pt x="751" y="682"/>
                </a:lnTo>
                <a:lnTo>
                  <a:pt x="765" y="676"/>
                </a:lnTo>
                <a:lnTo>
                  <a:pt x="778" y="670"/>
                </a:lnTo>
                <a:lnTo>
                  <a:pt x="791" y="664"/>
                </a:lnTo>
                <a:lnTo>
                  <a:pt x="804" y="657"/>
                </a:lnTo>
                <a:lnTo>
                  <a:pt x="817" y="651"/>
                </a:lnTo>
                <a:lnTo>
                  <a:pt x="829" y="644"/>
                </a:lnTo>
                <a:lnTo>
                  <a:pt x="841" y="636"/>
                </a:lnTo>
                <a:lnTo>
                  <a:pt x="853" y="629"/>
                </a:lnTo>
                <a:lnTo>
                  <a:pt x="864" y="621"/>
                </a:lnTo>
                <a:lnTo>
                  <a:pt x="875" y="613"/>
                </a:lnTo>
                <a:lnTo>
                  <a:pt x="886" y="604"/>
                </a:lnTo>
                <a:lnTo>
                  <a:pt x="896" y="596"/>
                </a:lnTo>
                <a:lnTo>
                  <a:pt x="906" y="587"/>
                </a:lnTo>
                <a:lnTo>
                  <a:pt x="916" y="578"/>
                </a:lnTo>
                <a:lnTo>
                  <a:pt x="925" y="568"/>
                </a:lnTo>
                <a:lnTo>
                  <a:pt x="934" y="559"/>
                </a:lnTo>
                <a:lnTo>
                  <a:pt x="942" y="549"/>
                </a:lnTo>
                <a:lnTo>
                  <a:pt x="951" y="538"/>
                </a:lnTo>
                <a:lnTo>
                  <a:pt x="958" y="528"/>
                </a:lnTo>
                <a:lnTo>
                  <a:pt x="965" y="518"/>
                </a:lnTo>
                <a:lnTo>
                  <a:pt x="972" y="508"/>
                </a:lnTo>
                <a:lnTo>
                  <a:pt x="978" y="497"/>
                </a:lnTo>
                <a:lnTo>
                  <a:pt x="983" y="487"/>
                </a:lnTo>
                <a:lnTo>
                  <a:pt x="988" y="476"/>
                </a:lnTo>
                <a:lnTo>
                  <a:pt x="993" y="465"/>
                </a:lnTo>
                <a:lnTo>
                  <a:pt x="997" y="454"/>
                </a:lnTo>
                <a:lnTo>
                  <a:pt x="1001" y="443"/>
                </a:lnTo>
                <a:lnTo>
                  <a:pt x="1004" y="432"/>
                </a:lnTo>
                <a:lnTo>
                  <a:pt x="1007" y="421"/>
                </a:lnTo>
                <a:lnTo>
                  <a:pt x="1009" y="410"/>
                </a:lnTo>
                <a:lnTo>
                  <a:pt x="1011" y="398"/>
                </a:lnTo>
                <a:lnTo>
                  <a:pt x="1012" y="387"/>
                </a:lnTo>
                <a:lnTo>
                  <a:pt x="1013" y="376"/>
                </a:lnTo>
                <a:lnTo>
                  <a:pt x="1013" y="364"/>
                </a:lnTo>
                <a:moveTo>
                  <a:pt x="1017" y="364"/>
                </a:moveTo>
                <a:lnTo>
                  <a:pt x="1017" y="376"/>
                </a:lnTo>
                <a:lnTo>
                  <a:pt x="1016" y="387"/>
                </a:lnTo>
                <a:lnTo>
                  <a:pt x="1015" y="399"/>
                </a:lnTo>
                <a:lnTo>
                  <a:pt x="1013" y="410"/>
                </a:lnTo>
                <a:lnTo>
                  <a:pt x="1011" y="421"/>
                </a:lnTo>
                <a:lnTo>
                  <a:pt x="1008" y="432"/>
                </a:lnTo>
                <a:lnTo>
                  <a:pt x="1005" y="444"/>
                </a:lnTo>
                <a:lnTo>
                  <a:pt x="1001" y="455"/>
                </a:lnTo>
                <a:lnTo>
                  <a:pt x="997" y="466"/>
                </a:lnTo>
                <a:lnTo>
                  <a:pt x="992" y="477"/>
                </a:lnTo>
                <a:lnTo>
                  <a:pt x="987" y="488"/>
                </a:lnTo>
                <a:lnTo>
                  <a:pt x="981" y="498"/>
                </a:lnTo>
                <a:lnTo>
                  <a:pt x="975" y="509"/>
                </a:lnTo>
                <a:lnTo>
                  <a:pt x="969" y="519"/>
                </a:lnTo>
                <a:lnTo>
                  <a:pt x="962" y="530"/>
                </a:lnTo>
                <a:lnTo>
                  <a:pt x="954" y="540"/>
                </a:lnTo>
                <a:lnTo>
                  <a:pt x="945" y="551"/>
                </a:lnTo>
                <a:lnTo>
                  <a:pt x="937" y="560"/>
                </a:lnTo>
                <a:lnTo>
                  <a:pt x="928" y="570"/>
                </a:lnTo>
                <a:lnTo>
                  <a:pt x="919" y="579"/>
                </a:lnTo>
                <a:lnTo>
                  <a:pt x="909" y="588"/>
                </a:lnTo>
                <a:lnTo>
                  <a:pt x="899" y="597"/>
                </a:lnTo>
                <a:lnTo>
                  <a:pt x="889" y="606"/>
                </a:lnTo>
                <a:lnTo>
                  <a:pt x="878" y="614"/>
                </a:lnTo>
                <a:lnTo>
                  <a:pt x="867" y="623"/>
                </a:lnTo>
                <a:lnTo>
                  <a:pt x="856" y="631"/>
                </a:lnTo>
                <a:lnTo>
                  <a:pt x="844" y="638"/>
                </a:lnTo>
                <a:lnTo>
                  <a:pt x="832" y="646"/>
                </a:lnTo>
                <a:lnTo>
                  <a:pt x="819" y="653"/>
                </a:lnTo>
                <a:lnTo>
                  <a:pt x="807" y="660"/>
                </a:lnTo>
                <a:lnTo>
                  <a:pt x="793" y="666"/>
                </a:lnTo>
                <a:lnTo>
                  <a:pt x="780" y="673"/>
                </a:lnTo>
                <a:lnTo>
                  <a:pt x="767" y="679"/>
                </a:lnTo>
                <a:lnTo>
                  <a:pt x="753" y="684"/>
                </a:lnTo>
                <a:lnTo>
                  <a:pt x="739" y="690"/>
                </a:lnTo>
                <a:lnTo>
                  <a:pt x="724" y="695"/>
                </a:lnTo>
                <a:lnTo>
                  <a:pt x="710" y="699"/>
                </a:lnTo>
                <a:lnTo>
                  <a:pt x="695" y="704"/>
                </a:lnTo>
                <a:lnTo>
                  <a:pt x="680" y="708"/>
                </a:lnTo>
                <a:lnTo>
                  <a:pt x="665" y="711"/>
                </a:lnTo>
                <a:lnTo>
                  <a:pt x="650" y="715"/>
                </a:lnTo>
                <a:lnTo>
                  <a:pt x="634" y="718"/>
                </a:lnTo>
                <a:lnTo>
                  <a:pt x="619" y="720"/>
                </a:lnTo>
                <a:lnTo>
                  <a:pt x="603" y="723"/>
                </a:lnTo>
                <a:lnTo>
                  <a:pt x="587" y="725"/>
                </a:lnTo>
                <a:lnTo>
                  <a:pt x="572" y="726"/>
                </a:lnTo>
                <a:lnTo>
                  <a:pt x="556" y="728"/>
                </a:lnTo>
                <a:lnTo>
                  <a:pt x="540" y="729"/>
                </a:lnTo>
                <a:lnTo>
                  <a:pt x="524" y="729"/>
                </a:lnTo>
                <a:lnTo>
                  <a:pt x="508" y="729"/>
                </a:lnTo>
                <a:lnTo>
                  <a:pt x="492" y="729"/>
                </a:lnTo>
                <a:lnTo>
                  <a:pt x="476" y="729"/>
                </a:lnTo>
                <a:lnTo>
                  <a:pt x="460" y="728"/>
                </a:lnTo>
                <a:lnTo>
                  <a:pt x="444" y="726"/>
                </a:lnTo>
                <a:lnTo>
                  <a:pt x="428" y="725"/>
                </a:lnTo>
                <a:lnTo>
                  <a:pt x="413" y="723"/>
                </a:lnTo>
                <a:lnTo>
                  <a:pt x="397" y="720"/>
                </a:lnTo>
                <a:lnTo>
                  <a:pt x="382" y="718"/>
                </a:lnTo>
                <a:lnTo>
                  <a:pt x="366" y="715"/>
                </a:lnTo>
                <a:lnTo>
                  <a:pt x="351" y="711"/>
                </a:lnTo>
                <a:lnTo>
                  <a:pt x="336" y="708"/>
                </a:lnTo>
                <a:lnTo>
                  <a:pt x="321" y="704"/>
                </a:lnTo>
                <a:lnTo>
                  <a:pt x="306" y="699"/>
                </a:lnTo>
                <a:lnTo>
                  <a:pt x="292" y="695"/>
                </a:lnTo>
                <a:lnTo>
                  <a:pt x="277" y="690"/>
                </a:lnTo>
                <a:lnTo>
                  <a:pt x="263" y="684"/>
                </a:lnTo>
                <a:lnTo>
                  <a:pt x="249" y="679"/>
                </a:lnTo>
                <a:lnTo>
                  <a:pt x="236" y="673"/>
                </a:lnTo>
                <a:lnTo>
                  <a:pt x="222" y="666"/>
                </a:lnTo>
                <a:lnTo>
                  <a:pt x="209" y="660"/>
                </a:lnTo>
                <a:lnTo>
                  <a:pt x="197" y="653"/>
                </a:lnTo>
                <a:lnTo>
                  <a:pt x="184" y="646"/>
                </a:lnTo>
                <a:lnTo>
                  <a:pt x="172" y="638"/>
                </a:lnTo>
                <a:lnTo>
                  <a:pt x="160" y="631"/>
                </a:lnTo>
                <a:lnTo>
                  <a:pt x="149" y="623"/>
                </a:lnTo>
                <a:lnTo>
                  <a:pt x="138" y="614"/>
                </a:lnTo>
                <a:lnTo>
                  <a:pt x="127" y="606"/>
                </a:lnTo>
                <a:lnTo>
                  <a:pt x="117" y="597"/>
                </a:lnTo>
                <a:lnTo>
                  <a:pt x="107" y="588"/>
                </a:lnTo>
                <a:lnTo>
                  <a:pt x="97" y="579"/>
                </a:lnTo>
                <a:lnTo>
                  <a:pt x="88" y="570"/>
                </a:lnTo>
                <a:lnTo>
                  <a:pt x="79" y="560"/>
                </a:lnTo>
                <a:lnTo>
                  <a:pt x="71" y="551"/>
                </a:lnTo>
                <a:lnTo>
                  <a:pt x="63" y="540"/>
                </a:lnTo>
                <a:lnTo>
                  <a:pt x="55" y="530"/>
                </a:lnTo>
                <a:lnTo>
                  <a:pt x="48" y="519"/>
                </a:lnTo>
                <a:lnTo>
                  <a:pt x="42" y="509"/>
                </a:lnTo>
                <a:lnTo>
                  <a:pt x="36" y="498"/>
                </a:lnTo>
                <a:lnTo>
                  <a:pt x="30" y="488"/>
                </a:lnTo>
                <a:lnTo>
                  <a:pt x="25" y="477"/>
                </a:lnTo>
                <a:lnTo>
                  <a:pt x="20" y="466"/>
                </a:lnTo>
                <a:lnTo>
                  <a:pt x="16" y="455"/>
                </a:lnTo>
                <a:lnTo>
                  <a:pt x="12" y="444"/>
                </a:lnTo>
                <a:lnTo>
                  <a:pt x="9" y="432"/>
                </a:lnTo>
                <a:lnTo>
                  <a:pt x="6" y="421"/>
                </a:lnTo>
                <a:lnTo>
                  <a:pt x="4" y="410"/>
                </a:lnTo>
                <a:lnTo>
                  <a:pt x="2" y="399"/>
                </a:lnTo>
                <a:lnTo>
                  <a:pt x="1" y="387"/>
                </a:lnTo>
                <a:lnTo>
                  <a:pt x="0" y="376"/>
                </a:lnTo>
                <a:lnTo>
                  <a:pt x="0" y="364"/>
                </a:lnTo>
                <a:lnTo>
                  <a:pt x="0" y="353"/>
                </a:lnTo>
                <a:lnTo>
                  <a:pt x="1" y="341"/>
                </a:lnTo>
                <a:lnTo>
                  <a:pt x="2" y="330"/>
                </a:lnTo>
                <a:lnTo>
                  <a:pt x="4" y="319"/>
                </a:lnTo>
                <a:lnTo>
                  <a:pt x="6" y="307"/>
                </a:lnTo>
                <a:lnTo>
                  <a:pt x="9" y="296"/>
                </a:lnTo>
                <a:lnTo>
                  <a:pt x="12" y="285"/>
                </a:lnTo>
                <a:lnTo>
                  <a:pt x="16" y="274"/>
                </a:lnTo>
                <a:lnTo>
                  <a:pt x="20" y="263"/>
                </a:lnTo>
                <a:lnTo>
                  <a:pt x="25" y="252"/>
                </a:lnTo>
                <a:lnTo>
                  <a:pt x="30" y="241"/>
                </a:lnTo>
                <a:lnTo>
                  <a:pt x="36" y="230"/>
                </a:lnTo>
                <a:lnTo>
                  <a:pt x="42" y="220"/>
                </a:lnTo>
                <a:lnTo>
                  <a:pt x="48" y="209"/>
                </a:lnTo>
                <a:lnTo>
                  <a:pt x="55" y="199"/>
                </a:lnTo>
                <a:lnTo>
                  <a:pt x="63" y="189"/>
                </a:lnTo>
                <a:lnTo>
                  <a:pt x="71" y="179"/>
                </a:lnTo>
                <a:lnTo>
                  <a:pt x="79" y="169"/>
                </a:lnTo>
                <a:lnTo>
                  <a:pt x="88" y="160"/>
                </a:lnTo>
                <a:lnTo>
                  <a:pt x="97" y="150"/>
                </a:lnTo>
                <a:lnTo>
                  <a:pt x="107" y="141"/>
                </a:lnTo>
                <a:lnTo>
                  <a:pt x="117" y="132"/>
                </a:lnTo>
                <a:lnTo>
                  <a:pt x="127" y="124"/>
                </a:lnTo>
                <a:lnTo>
                  <a:pt x="138" y="115"/>
                </a:lnTo>
                <a:lnTo>
                  <a:pt x="149" y="107"/>
                </a:lnTo>
                <a:lnTo>
                  <a:pt x="160" y="99"/>
                </a:lnTo>
                <a:lnTo>
                  <a:pt x="172" y="91"/>
                </a:lnTo>
                <a:lnTo>
                  <a:pt x="184" y="84"/>
                </a:lnTo>
                <a:lnTo>
                  <a:pt x="197" y="77"/>
                </a:lnTo>
                <a:lnTo>
                  <a:pt x="209" y="70"/>
                </a:lnTo>
                <a:lnTo>
                  <a:pt x="222" y="63"/>
                </a:lnTo>
                <a:lnTo>
                  <a:pt x="236" y="57"/>
                </a:lnTo>
                <a:lnTo>
                  <a:pt x="249" y="51"/>
                </a:lnTo>
                <a:lnTo>
                  <a:pt x="263" y="45"/>
                </a:lnTo>
                <a:lnTo>
                  <a:pt x="277" y="40"/>
                </a:lnTo>
                <a:lnTo>
                  <a:pt x="292" y="35"/>
                </a:lnTo>
                <a:lnTo>
                  <a:pt x="306" y="30"/>
                </a:lnTo>
                <a:lnTo>
                  <a:pt x="321" y="26"/>
                </a:lnTo>
                <a:lnTo>
                  <a:pt x="336" y="22"/>
                </a:lnTo>
                <a:lnTo>
                  <a:pt x="351" y="18"/>
                </a:lnTo>
                <a:lnTo>
                  <a:pt x="366" y="15"/>
                </a:lnTo>
                <a:lnTo>
                  <a:pt x="382" y="12"/>
                </a:lnTo>
                <a:lnTo>
                  <a:pt x="397" y="9"/>
                </a:lnTo>
                <a:lnTo>
                  <a:pt x="413" y="7"/>
                </a:lnTo>
                <a:lnTo>
                  <a:pt x="428" y="5"/>
                </a:lnTo>
                <a:lnTo>
                  <a:pt x="444" y="3"/>
                </a:lnTo>
                <a:lnTo>
                  <a:pt x="460" y="2"/>
                </a:lnTo>
                <a:lnTo>
                  <a:pt x="476" y="1"/>
                </a:lnTo>
                <a:lnTo>
                  <a:pt x="492" y="1"/>
                </a:lnTo>
                <a:lnTo>
                  <a:pt x="508" y="0"/>
                </a:lnTo>
                <a:lnTo>
                  <a:pt x="524" y="1"/>
                </a:lnTo>
                <a:lnTo>
                  <a:pt x="540" y="1"/>
                </a:lnTo>
                <a:lnTo>
                  <a:pt x="556" y="2"/>
                </a:lnTo>
                <a:lnTo>
                  <a:pt x="572" y="3"/>
                </a:lnTo>
                <a:lnTo>
                  <a:pt x="587" y="5"/>
                </a:lnTo>
                <a:lnTo>
                  <a:pt x="603" y="7"/>
                </a:lnTo>
                <a:lnTo>
                  <a:pt x="619" y="9"/>
                </a:lnTo>
                <a:lnTo>
                  <a:pt x="634" y="12"/>
                </a:lnTo>
                <a:lnTo>
                  <a:pt x="650" y="15"/>
                </a:lnTo>
                <a:lnTo>
                  <a:pt x="665" y="18"/>
                </a:lnTo>
                <a:lnTo>
                  <a:pt x="680" y="22"/>
                </a:lnTo>
                <a:lnTo>
                  <a:pt x="695" y="26"/>
                </a:lnTo>
                <a:lnTo>
                  <a:pt x="710" y="30"/>
                </a:lnTo>
                <a:lnTo>
                  <a:pt x="724" y="35"/>
                </a:lnTo>
                <a:lnTo>
                  <a:pt x="739" y="40"/>
                </a:lnTo>
                <a:lnTo>
                  <a:pt x="753" y="45"/>
                </a:lnTo>
                <a:lnTo>
                  <a:pt x="767" y="51"/>
                </a:lnTo>
                <a:lnTo>
                  <a:pt x="780" y="57"/>
                </a:lnTo>
                <a:lnTo>
                  <a:pt x="793" y="63"/>
                </a:lnTo>
                <a:lnTo>
                  <a:pt x="807" y="70"/>
                </a:lnTo>
                <a:lnTo>
                  <a:pt x="819" y="77"/>
                </a:lnTo>
                <a:lnTo>
                  <a:pt x="832" y="84"/>
                </a:lnTo>
                <a:lnTo>
                  <a:pt x="844" y="91"/>
                </a:lnTo>
                <a:lnTo>
                  <a:pt x="856" y="99"/>
                </a:lnTo>
                <a:lnTo>
                  <a:pt x="867" y="107"/>
                </a:lnTo>
                <a:lnTo>
                  <a:pt x="878" y="115"/>
                </a:lnTo>
                <a:lnTo>
                  <a:pt x="889" y="124"/>
                </a:lnTo>
                <a:lnTo>
                  <a:pt x="899" y="132"/>
                </a:lnTo>
                <a:lnTo>
                  <a:pt x="909" y="141"/>
                </a:lnTo>
                <a:lnTo>
                  <a:pt x="919" y="150"/>
                </a:lnTo>
                <a:lnTo>
                  <a:pt x="928" y="160"/>
                </a:lnTo>
                <a:lnTo>
                  <a:pt x="937" y="169"/>
                </a:lnTo>
                <a:lnTo>
                  <a:pt x="945" y="179"/>
                </a:lnTo>
                <a:lnTo>
                  <a:pt x="954" y="189"/>
                </a:lnTo>
                <a:lnTo>
                  <a:pt x="962" y="199"/>
                </a:lnTo>
                <a:lnTo>
                  <a:pt x="969" y="209"/>
                </a:lnTo>
                <a:lnTo>
                  <a:pt x="975" y="220"/>
                </a:lnTo>
                <a:lnTo>
                  <a:pt x="981" y="230"/>
                </a:lnTo>
                <a:lnTo>
                  <a:pt x="987" y="241"/>
                </a:lnTo>
                <a:lnTo>
                  <a:pt x="992" y="252"/>
                </a:lnTo>
                <a:lnTo>
                  <a:pt x="997" y="263"/>
                </a:lnTo>
                <a:lnTo>
                  <a:pt x="1001" y="274"/>
                </a:lnTo>
                <a:lnTo>
                  <a:pt x="1005" y="285"/>
                </a:lnTo>
                <a:lnTo>
                  <a:pt x="1008" y="296"/>
                </a:lnTo>
                <a:lnTo>
                  <a:pt x="1011" y="307"/>
                </a:lnTo>
                <a:lnTo>
                  <a:pt x="1013" y="319"/>
                </a:lnTo>
                <a:lnTo>
                  <a:pt x="1015" y="330"/>
                </a:lnTo>
                <a:lnTo>
                  <a:pt x="1016" y="341"/>
                </a:lnTo>
                <a:lnTo>
                  <a:pt x="1017" y="353"/>
                </a:lnTo>
                <a:lnTo>
                  <a:pt x="1017" y="364"/>
                </a:lnTo>
                <a:close/>
              </a:path>
            </a:pathLst>
          </a:custGeom>
          <a:solidFill>
            <a:srgbClr val="ffd2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199" name=""/>
          <p:cNvSpPr/>
          <p:nvPr/>
        </p:nvSpPr>
        <p:spPr>
          <a:xfrm>
            <a:off x="7878240" y="2812320"/>
            <a:ext cx="369000" cy="264240"/>
          </a:xfrm>
          <a:custGeom>
            <a:avLst/>
            <a:gdLst/>
            <a:ahLst/>
            <a:rect l="0" t="0" r="r" b="b"/>
            <a:pathLst>
              <a:path w="1025" h="734">
                <a:moveTo>
                  <a:pt x="1021" y="366"/>
                </a:moveTo>
                <a:lnTo>
                  <a:pt x="1021" y="355"/>
                </a:lnTo>
                <a:lnTo>
                  <a:pt x="1020" y="343"/>
                </a:lnTo>
                <a:lnTo>
                  <a:pt x="1019" y="332"/>
                </a:lnTo>
                <a:lnTo>
                  <a:pt x="1017" y="321"/>
                </a:lnTo>
                <a:lnTo>
                  <a:pt x="1015" y="309"/>
                </a:lnTo>
                <a:lnTo>
                  <a:pt x="1012" y="298"/>
                </a:lnTo>
                <a:lnTo>
                  <a:pt x="1009" y="287"/>
                </a:lnTo>
                <a:lnTo>
                  <a:pt x="1005" y="276"/>
                </a:lnTo>
                <a:lnTo>
                  <a:pt x="1001" y="265"/>
                </a:lnTo>
                <a:lnTo>
                  <a:pt x="996" y="254"/>
                </a:lnTo>
                <a:lnTo>
                  <a:pt x="991" y="243"/>
                </a:lnTo>
                <a:lnTo>
                  <a:pt x="985" y="232"/>
                </a:lnTo>
                <a:lnTo>
                  <a:pt x="979" y="222"/>
                </a:lnTo>
                <a:lnTo>
                  <a:pt x="973" y="211"/>
                </a:lnTo>
                <a:lnTo>
                  <a:pt x="966" y="201"/>
                </a:lnTo>
                <a:lnTo>
                  <a:pt x="958" y="191"/>
                </a:lnTo>
                <a:lnTo>
                  <a:pt x="950" y="181"/>
                </a:lnTo>
                <a:lnTo>
                  <a:pt x="942" y="171"/>
                </a:lnTo>
                <a:lnTo>
                  <a:pt x="933" y="162"/>
                </a:lnTo>
                <a:lnTo>
                  <a:pt x="924" y="152"/>
                </a:lnTo>
                <a:lnTo>
                  <a:pt x="914" y="143"/>
                </a:lnTo>
                <a:lnTo>
                  <a:pt x="904" y="134"/>
                </a:lnTo>
                <a:lnTo>
                  <a:pt x="894" y="126"/>
                </a:lnTo>
                <a:lnTo>
                  <a:pt x="883" y="117"/>
                </a:lnTo>
                <a:lnTo>
                  <a:pt x="872" y="109"/>
                </a:lnTo>
                <a:lnTo>
                  <a:pt x="861" y="101"/>
                </a:lnTo>
                <a:lnTo>
                  <a:pt x="849" y="93"/>
                </a:lnTo>
                <a:lnTo>
                  <a:pt x="837" y="86"/>
                </a:lnTo>
                <a:lnTo>
                  <a:pt x="824" y="79"/>
                </a:lnTo>
                <a:lnTo>
                  <a:pt x="812" y="72"/>
                </a:lnTo>
                <a:lnTo>
                  <a:pt x="798" y="65"/>
                </a:lnTo>
                <a:lnTo>
                  <a:pt x="785" y="59"/>
                </a:lnTo>
                <a:lnTo>
                  <a:pt x="772" y="53"/>
                </a:lnTo>
                <a:lnTo>
                  <a:pt x="758" y="47"/>
                </a:lnTo>
                <a:lnTo>
                  <a:pt x="744" y="42"/>
                </a:lnTo>
                <a:lnTo>
                  <a:pt x="729" y="37"/>
                </a:lnTo>
                <a:lnTo>
                  <a:pt x="715" y="32"/>
                </a:lnTo>
                <a:lnTo>
                  <a:pt x="700" y="28"/>
                </a:lnTo>
                <a:lnTo>
                  <a:pt x="685" y="24"/>
                </a:lnTo>
                <a:lnTo>
                  <a:pt x="670" y="20"/>
                </a:lnTo>
                <a:lnTo>
                  <a:pt x="655" y="17"/>
                </a:lnTo>
                <a:lnTo>
                  <a:pt x="639" y="14"/>
                </a:lnTo>
                <a:lnTo>
                  <a:pt x="624" y="11"/>
                </a:lnTo>
                <a:lnTo>
                  <a:pt x="608" y="9"/>
                </a:lnTo>
                <a:lnTo>
                  <a:pt x="592" y="7"/>
                </a:lnTo>
                <a:lnTo>
                  <a:pt x="577" y="5"/>
                </a:lnTo>
                <a:lnTo>
                  <a:pt x="561" y="4"/>
                </a:lnTo>
                <a:lnTo>
                  <a:pt x="545" y="3"/>
                </a:lnTo>
                <a:lnTo>
                  <a:pt x="529" y="3"/>
                </a:lnTo>
                <a:lnTo>
                  <a:pt x="513" y="2"/>
                </a:lnTo>
                <a:lnTo>
                  <a:pt x="497" y="3"/>
                </a:lnTo>
                <a:lnTo>
                  <a:pt x="481" y="3"/>
                </a:lnTo>
                <a:lnTo>
                  <a:pt x="465" y="4"/>
                </a:lnTo>
                <a:lnTo>
                  <a:pt x="449" y="5"/>
                </a:lnTo>
                <a:lnTo>
                  <a:pt x="433" y="7"/>
                </a:lnTo>
                <a:lnTo>
                  <a:pt x="418" y="9"/>
                </a:lnTo>
                <a:lnTo>
                  <a:pt x="402" y="11"/>
                </a:lnTo>
                <a:lnTo>
                  <a:pt x="387" y="14"/>
                </a:lnTo>
                <a:lnTo>
                  <a:pt x="371" y="17"/>
                </a:lnTo>
                <a:lnTo>
                  <a:pt x="356" y="20"/>
                </a:lnTo>
                <a:lnTo>
                  <a:pt x="341" y="24"/>
                </a:lnTo>
                <a:lnTo>
                  <a:pt x="326" y="28"/>
                </a:lnTo>
                <a:lnTo>
                  <a:pt x="311" y="32"/>
                </a:lnTo>
                <a:lnTo>
                  <a:pt x="297" y="37"/>
                </a:lnTo>
                <a:lnTo>
                  <a:pt x="282" y="42"/>
                </a:lnTo>
                <a:lnTo>
                  <a:pt x="268" y="47"/>
                </a:lnTo>
                <a:lnTo>
                  <a:pt x="254" y="53"/>
                </a:lnTo>
                <a:lnTo>
                  <a:pt x="241" y="59"/>
                </a:lnTo>
                <a:lnTo>
                  <a:pt x="227" y="65"/>
                </a:lnTo>
                <a:lnTo>
                  <a:pt x="214" y="72"/>
                </a:lnTo>
                <a:lnTo>
                  <a:pt x="202" y="79"/>
                </a:lnTo>
                <a:lnTo>
                  <a:pt x="189" y="86"/>
                </a:lnTo>
                <a:lnTo>
                  <a:pt x="177" y="93"/>
                </a:lnTo>
                <a:lnTo>
                  <a:pt x="165" y="101"/>
                </a:lnTo>
                <a:lnTo>
                  <a:pt x="154" y="109"/>
                </a:lnTo>
                <a:lnTo>
                  <a:pt x="143" y="117"/>
                </a:lnTo>
                <a:lnTo>
                  <a:pt x="132" y="126"/>
                </a:lnTo>
                <a:lnTo>
                  <a:pt x="122" y="134"/>
                </a:lnTo>
                <a:lnTo>
                  <a:pt x="112" y="143"/>
                </a:lnTo>
                <a:lnTo>
                  <a:pt x="101" y="152"/>
                </a:lnTo>
                <a:lnTo>
                  <a:pt x="92" y="162"/>
                </a:lnTo>
                <a:lnTo>
                  <a:pt x="83" y="171"/>
                </a:lnTo>
                <a:lnTo>
                  <a:pt x="75" y="181"/>
                </a:lnTo>
                <a:lnTo>
                  <a:pt x="67" y="191"/>
                </a:lnTo>
                <a:lnTo>
                  <a:pt x="59" y="201"/>
                </a:lnTo>
                <a:lnTo>
                  <a:pt x="52" y="211"/>
                </a:lnTo>
                <a:lnTo>
                  <a:pt x="46" y="222"/>
                </a:lnTo>
                <a:lnTo>
                  <a:pt x="40" y="232"/>
                </a:lnTo>
                <a:lnTo>
                  <a:pt x="34" y="243"/>
                </a:lnTo>
                <a:lnTo>
                  <a:pt x="29" y="254"/>
                </a:lnTo>
                <a:lnTo>
                  <a:pt x="24" y="265"/>
                </a:lnTo>
                <a:lnTo>
                  <a:pt x="20" y="276"/>
                </a:lnTo>
                <a:lnTo>
                  <a:pt x="16" y="287"/>
                </a:lnTo>
                <a:lnTo>
                  <a:pt x="13" y="298"/>
                </a:lnTo>
                <a:lnTo>
                  <a:pt x="10" y="309"/>
                </a:lnTo>
                <a:lnTo>
                  <a:pt x="8" y="321"/>
                </a:lnTo>
                <a:lnTo>
                  <a:pt x="6" y="332"/>
                </a:lnTo>
                <a:lnTo>
                  <a:pt x="5" y="343"/>
                </a:lnTo>
                <a:lnTo>
                  <a:pt x="4" y="355"/>
                </a:lnTo>
                <a:lnTo>
                  <a:pt x="4" y="366"/>
                </a:lnTo>
                <a:lnTo>
                  <a:pt x="4" y="378"/>
                </a:lnTo>
                <a:lnTo>
                  <a:pt x="5" y="389"/>
                </a:lnTo>
                <a:lnTo>
                  <a:pt x="6" y="401"/>
                </a:lnTo>
                <a:lnTo>
                  <a:pt x="8" y="412"/>
                </a:lnTo>
                <a:lnTo>
                  <a:pt x="10" y="423"/>
                </a:lnTo>
                <a:lnTo>
                  <a:pt x="13" y="434"/>
                </a:lnTo>
                <a:lnTo>
                  <a:pt x="16" y="446"/>
                </a:lnTo>
                <a:lnTo>
                  <a:pt x="20" y="457"/>
                </a:lnTo>
                <a:lnTo>
                  <a:pt x="24" y="468"/>
                </a:lnTo>
                <a:lnTo>
                  <a:pt x="29" y="479"/>
                </a:lnTo>
                <a:lnTo>
                  <a:pt x="34" y="490"/>
                </a:lnTo>
                <a:lnTo>
                  <a:pt x="40" y="500"/>
                </a:lnTo>
                <a:lnTo>
                  <a:pt x="46" y="511"/>
                </a:lnTo>
                <a:lnTo>
                  <a:pt x="52" y="521"/>
                </a:lnTo>
                <a:lnTo>
                  <a:pt x="59" y="532"/>
                </a:lnTo>
                <a:lnTo>
                  <a:pt x="67" y="542"/>
                </a:lnTo>
                <a:lnTo>
                  <a:pt x="75" y="552"/>
                </a:lnTo>
                <a:lnTo>
                  <a:pt x="83" y="561"/>
                </a:lnTo>
                <a:lnTo>
                  <a:pt x="92" y="571"/>
                </a:lnTo>
                <a:lnTo>
                  <a:pt x="101" y="580"/>
                </a:lnTo>
                <a:lnTo>
                  <a:pt x="112" y="589"/>
                </a:lnTo>
                <a:lnTo>
                  <a:pt x="122" y="598"/>
                </a:lnTo>
                <a:lnTo>
                  <a:pt x="132" y="607"/>
                </a:lnTo>
                <a:lnTo>
                  <a:pt x="143" y="615"/>
                </a:lnTo>
                <a:lnTo>
                  <a:pt x="154" y="625"/>
                </a:lnTo>
                <a:lnTo>
                  <a:pt x="165" y="633"/>
                </a:lnTo>
                <a:lnTo>
                  <a:pt x="177" y="640"/>
                </a:lnTo>
                <a:lnTo>
                  <a:pt x="189" y="648"/>
                </a:lnTo>
                <a:lnTo>
                  <a:pt x="202" y="655"/>
                </a:lnTo>
                <a:lnTo>
                  <a:pt x="214" y="662"/>
                </a:lnTo>
                <a:lnTo>
                  <a:pt x="227" y="668"/>
                </a:lnTo>
                <a:lnTo>
                  <a:pt x="241" y="675"/>
                </a:lnTo>
                <a:lnTo>
                  <a:pt x="254" y="681"/>
                </a:lnTo>
                <a:lnTo>
                  <a:pt x="268" y="686"/>
                </a:lnTo>
                <a:lnTo>
                  <a:pt x="282" y="692"/>
                </a:lnTo>
                <a:lnTo>
                  <a:pt x="297" y="697"/>
                </a:lnTo>
                <a:lnTo>
                  <a:pt x="311" y="701"/>
                </a:lnTo>
                <a:lnTo>
                  <a:pt x="326" y="706"/>
                </a:lnTo>
                <a:lnTo>
                  <a:pt x="341" y="710"/>
                </a:lnTo>
                <a:lnTo>
                  <a:pt x="356" y="713"/>
                </a:lnTo>
                <a:lnTo>
                  <a:pt x="371" y="717"/>
                </a:lnTo>
                <a:lnTo>
                  <a:pt x="387" y="720"/>
                </a:lnTo>
                <a:lnTo>
                  <a:pt x="402" y="722"/>
                </a:lnTo>
                <a:lnTo>
                  <a:pt x="418" y="725"/>
                </a:lnTo>
                <a:lnTo>
                  <a:pt x="433" y="727"/>
                </a:lnTo>
                <a:lnTo>
                  <a:pt x="449" y="728"/>
                </a:lnTo>
                <a:lnTo>
                  <a:pt x="465" y="730"/>
                </a:lnTo>
                <a:lnTo>
                  <a:pt x="481" y="731"/>
                </a:lnTo>
                <a:lnTo>
                  <a:pt x="497" y="731"/>
                </a:lnTo>
                <a:lnTo>
                  <a:pt x="513" y="731"/>
                </a:lnTo>
                <a:lnTo>
                  <a:pt x="529" y="731"/>
                </a:lnTo>
                <a:lnTo>
                  <a:pt x="545" y="731"/>
                </a:lnTo>
                <a:lnTo>
                  <a:pt x="561" y="730"/>
                </a:lnTo>
                <a:lnTo>
                  <a:pt x="577" y="728"/>
                </a:lnTo>
                <a:lnTo>
                  <a:pt x="592" y="727"/>
                </a:lnTo>
                <a:lnTo>
                  <a:pt x="608" y="725"/>
                </a:lnTo>
                <a:lnTo>
                  <a:pt x="624" y="722"/>
                </a:lnTo>
                <a:lnTo>
                  <a:pt x="639" y="720"/>
                </a:lnTo>
                <a:lnTo>
                  <a:pt x="655" y="717"/>
                </a:lnTo>
                <a:lnTo>
                  <a:pt x="670" y="713"/>
                </a:lnTo>
                <a:lnTo>
                  <a:pt x="685" y="710"/>
                </a:lnTo>
                <a:lnTo>
                  <a:pt x="700" y="706"/>
                </a:lnTo>
                <a:lnTo>
                  <a:pt x="715" y="701"/>
                </a:lnTo>
                <a:lnTo>
                  <a:pt x="729" y="697"/>
                </a:lnTo>
                <a:lnTo>
                  <a:pt x="744" y="692"/>
                </a:lnTo>
                <a:lnTo>
                  <a:pt x="758" y="686"/>
                </a:lnTo>
                <a:lnTo>
                  <a:pt x="772" y="681"/>
                </a:lnTo>
                <a:lnTo>
                  <a:pt x="785" y="675"/>
                </a:lnTo>
                <a:lnTo>
                  <a:pt x="798" y="668"/>
                </a:lnTo>
                <a:lnTo>
                  <a:pt x="812" y="662"/>
                </a:lnTo>
                <a:lnTo>
                  <a:pt x="824" y="655"/>
                </a:lnTo>
                <a:lnTo>
                  <a:pt x="837" y="648"/>
                </a:lnTo>
                <a:lnTo>
                  <a:pt x="849" y="640"/>
                </a:lnTo>
                <a:lnTo>
                  <a:pt x="861" y="633"/>
                </a:lnTo>
                <a:lnTo>
                  <a:pt x="872" y="625"/>
                </a:lnTo>
                <a:lnTo>
                  <a:pt x="883" y="615"/>
                </a:lnTo>
                <a:lnTo>
                  <a:pt x="894" y="607"/>
                </a:lnTo>
                <a:lnTo>
                  <a:pt x="904" y="598"/>
                </a:lnTo>
                <a:lnTo>
                  <a:pt x="914" y="589"/>
                </a:lnTo>
                <a:lnTo>
                  <a:pt x="924" y="580"/>
                </a:lnTo>
                <a:lnTo>
                  <a:pt x="933" y="571"/>
                </a:lnTo>
                <a:lnTo>
                  <a:pt x="942" y="561"/>
                </a:lnTo>
                <a:lnTo>
                  <a:pt x="950" y="552"/>
                </a:lnTo>
                <a:lnTo>
                  <a:pt x="958" y="542"/>
                </a:lnTo>
                <a:lnTo>
                  <a:pt x="966" y="532"/>
                </a:lnTo>
                <a:lnTo>
                  <a:pt x="973" y="521"/>
                </a:lnTo>
                <a:lnTo>
                  <a:pt x="979" y="511"/>
                </a:lnTo>
                <a:lnTo>
                  <a:pt x="985" y="500"/>
                </a:lnTo>
                <a:lnTo>
                  <a:pt x="991" y="490"/>
                </a:lnTo>
                <a:lnTo>
                  <a:pt x="996" y="479"/>
                </a:lnTo>
                <a:lnTo>
                  <a:pt x="1001" y="468"/>
                </a:lnTo>
                <a:lnTo>
                  <a:pt x="1005" y="457"/>
                </a:lnTo>
                <a:lnTo>
                  <a:pt x="1009" y="446"/>
                </a:lnTo>
                <a:lnTo>
                  <a:pt x="1012" y="434"/>
                </a:lnTo>
                <a:lnTo>
                  <a:pt x="1015" y="423"/>
                </a:lnTo>
                <a:lnTo>
                  <a:pt x="1017" y="412"/>
                </a:lnTo>
                <a:lnTo>
                  <a:pt x="1019" y="401"/>
                </a:lnTo>
                <a:lnTo>
                  <a:pt x="1020" y="389"/>
                </a:lnTo>
                <a:lnTo>
                  <a:pt x="1021" y="378"/>
                </a:lnTo>
                <a:lnTo>
                  <a:pt x="1021" y="366"/>
                </a:lnTo>
                <a:moveTo>
                  <a:pt x="1025" y="366"/>
                </a:moveTo>
                <a:lnTo>
                  <a:pt x="1025" y="378"/>
                </a:lnTo>
                <a:lnTo>
                  <a:pt x="1024" y="389"/>
                </a:lnTo>
                <a:lnTo>
                  <a:pt x="1023" y="401"/>
                </a:lnTo>
                <a:lnTo>
                  <a:pt x="1021" y="412"/>
                </a:lnTo>
                <a:lnTo>
                  <a:pt x="1019" y="424"/>
                </a:lnTo>
                <a:lnTo>
                  <a:pt x="1016" y="435"/>
                </a:lnTo>
                <a:lnTo>
                  <a:pt x="1012" y="446"/>
                </a:lnTo>
                <a:lnTo>
                  <a:pt x="1009" y="457"/>
                </a:lnTo>
                <a:lnTo>
                  <a:pt x="1004" y="469"/>
                </a:lnTo>
                <a:lnTo>
                  <a:pt x="1000" y="480"/>
                </a:lnTo>
                <a:lnTo>
                  <a:pt x="995" y="491"/>
                </a:lnTo>
                <a:lnTo>
                  <a:pt x="989" y="501"/>
                </a:lnTo>
                <a:lnTo>
                  <a:pt x="983" y="512"/>
                </a:lnTo>
                <a:lnTo>
                  <a:pt x="976" y="522"/>
                </a:lnTo>
                <a:lnTo>
                  <a:pt x="969" y="533"/>
                </a:lnTo>
                <a:lnTo>
                  <a:pt x="962" y="543"/>
                </a:lnTo>
                <a:lnTo>
                  <a:pt x="954" y="553"/>
                </a:lnTo>
                <a:lnTo>
                  <a:pt x="945" y="563"/>
                </a:lnTo>
                <a:lnTo>
                  <a:pt x="936" y="572"/>
                </a:lnTo>
                <a:lnTo>
                  <a:pt x="927" y="582"/>
                </a:lnTo>
                <a:lnTo>
                  <a:pt x="917" y="591"/>
                </a:lnTo>
                <a:lnTo>
                  <a:pt x="907" y="600"/>
                </a:lnTo>
                <a:lnTo>
                  <a:pt x="897" y="609"/>
                </a:lnTo>
                <a:lnTo>
                  <a:pt x="886" y="617"/>
                </a:lnTo>
                <a:lnTo>
                  <a:pt x="875" y="627"/>
                </a:lnTo>
                <a:lnTo>
                  <a:pt x="863" y="635"/>
                </a:lnTo>
                <a:lnTo>
                  <a:pt x="851" y="642"/>
                </a:lnTo>
                <a:lnTo>
                  <a:pt x="839" y="650"/>
                </a:lnTo>
                <a:lnTo>
                  <a:pt x="827" y="657"/>
                </a:lnTo>
                <a:lnTo>
                  <a:pt x="814" y="664"/>
                </a:lnTo>
                <a:lnTo>
                  <a:pt x="801" y="671"/>
                </a:lnTo>
                <a:lnTo>
                  <a:pt x="787" y="677"/>
                </a:lnTo>
                <a:lnTo>
                  <a:pt x="774" y="683"/>
                </a:lnTo>
                <a:lnTo>
                  <a:pt x="760" y="689"/>
                </a:lnTo>
                <a:lnTo>
                  <a:pt x="745" y="694"/>
                </a:lnTo>
                <a:lnTo>
                  <a:pt x="731" y="699"/>
                </a:lnTo>
                <a:lnTo>
                  <a:pt x="716" y="704"/>
                </a:lnTo>
                <a:lnTo>
                  <a:pt x="701" y="708"/>
                </a:lnTo>
                <a:lnTo>
                  <a:pt x="686" y="712"/>
                </a:lnTo>
                <a:lnTo>
                  <a:pt x="671" y="716"/>
                </a:lnTo>
                <a:lnTo>
                  <a:pt x="656" y="719"/>
                </a:lnTo>
                <a:lnTo>
                  <a:pt x="640" y="722"/>
                </a:lnTo>
                <a:lnTo>
                  <a:pt x="625" y="725"/>
                </a:lnTo>
                <a:lnTo>
                  <a:pt x="609" y="728"/>
                </a:lnTo>
                <a:lnTo>
                  <a:pt x="593" y="729"/>
                </a:lnTo>
                <a:lnTo>
                  <a:pt x="577" y="731"/>
                </a:lnTo>
                <a:lnTo>
                  <a:pt x="561" y="732"/>
                </a:lnTo>
                <a:lnTo>
                  <a:pt x="545" y="733"/>
                </a:lnTo>
                <a:lnTo>
                  <a:pt x="529" y="734"/>
                </a:lnTo>
                <a:lnTo>
                  <a:pt x="513" y="734"/>
                </a:lnTo>
                <a:lnTo>
                  <a:pt x="497" y="734"/>
                </a:lnTo>
                <a:lnTo>
                  <a:pt x="481" y="733"/>
                </a:lnTo>
                <a:lnTo>
                  <a:pt x="465" y="732"/>
                </a:lnTo>
                <a:lnTo>
                  <a:pt x="449" y="731"/>
                </a:lnTo>
                <a:lnTo>
                  <a:pt x="433" y="729"/>
                </a:lnTo>
                <a:lnTo>
                  <a:pt x="417" y="728"/>
                </a:lnTo>
                <a:lnTo>
                  <a:pt x="401" y="725"/>
                </a:lnTo>
                <a:lnTo>
                  <a:pt x="386" y="722"/>
                </a:lnTo>
                <a:lnTo>
                  <a:pt x="370" y="719"/>
                </a:lnTo>
                <a:lnTo>
                  <a:pt x="355" y="716"/>
                </a:lnTo>
                <a:lnTo>
                  <a:pt x="340" y="712"/>
                </a:lnTo>
                <a:lnTo>
                  <a:pt x="325" y="708"/>
                </a:lnTo>
                <a:lnTo>
                  <a:pt x="310" y="704"/>
                </a:lnTo>
                <a:lnTo>
                  <a:pt x="295" y="699"/>
                </a:lnTo>
                <a:lnTo>
                  <a:pt x="281" y="694"/>
                </a:lnTo>
                <a:lnTo>
                  <a:pt x="266" y="689"/>
                </a:lnTo>
                <a:lnTo>
                  <a:pt x="252" y="683"/>
                </a:lnTo>
                <a:lnTo>
                  <a:pt x="239" y="677"/>
                </a:lnTo>
                <a:lnTo>
                  <a:pt x="225" y="671"/>
                </a:lnTo>
                <a:lnTo>
                  <a:pt x="212" y="664"/>
                </a:lnTo>
                <a:lnTo>
                  <a:pt x="199" y="657"/>
                </a:lnTo>
                <a:lnTo>
                  <a:pt x="187" y="650"/>
                </a:lnTo>
                <a:lnTo>
                  <a:pt x="174" y="642"/>
                </a:lnTo>
                <a:lnTo>
                  <a:pt x="163" y="635"/>
                </a:lnTo>
                <a:lnTo>
                  <a:pt x="151" y="627"/>
                </a:lnTo>
                <a:lnTo>
                  <a:pt x="140" y="617"/>
                </a:lnTo>
                <a:lnTo>
                  <a:pt x="129" y="609"/>
                </a:lnTo>
                <a:lnTo>
                  <a:pt x="119" y="600"/>
                </a:lnTo>
                <a:lnTo>
                  <a:pt x="107" y="591"/>
                </a:lnTo>
                <a:lnTo>
                  <a:pt x="98" y="582"/>
                </a:lnTo>
                <a:lnTo>
                  <a:pt x="89" y="572"/>
                </a:lnTo>
                <a:lnTo>
                  <a:pt x="80" y="563"/>
                </a:lnTo>
                <a:lnTo>
                  <a:pt x="71" y="553"/>
                </a:lnTo>
                <a:lnTo>
                  <a:pt x="63" y="543"/>
                </a:lnTo>
                <a:lnTo>
                  <a:pt x="56" y="533"/>
                </a:lnTo>
                <a:lnTo>
                  <a:pt x="49" y="522"/>
                </a:lnTo>
                <a:lnTo>
                  <a:pt x="42" y="512"/>
                </a:lnTo>
                <a:lnTo>
                  <a:pt x="36" y="501"/>
                </a:lnTo>
                <a:lnTo>
                  <a:pt x="30" y="491"/>
                </a:lnTo>
                <a:lnTo>
                  <a:pt x="25" y="480"/>
                </a:lnTo>
                <a:lnTo>
                  <a:pt x="20" y="469"/>
                </a:lnTo>
                <a:lnTo>
                  <a:pt x="16" y="457"/>
                </a:lnTo>
                <a:lnTo>
                  <a:pt x="12" y="446"/>
                </a:lnTo>
                <a:lnTo>
                  <a:pt x="9" y="435"/>
                </a:lnTo>
                <a:lnTo>
                  <a:pt x="6" y="424"/>
                </a:lnTo>
                <a:lnTo>
                  <a:pt x="4" y="412"/>
                </a:lnTo>
                <a:lnTo>
                  <a:pt x="2" y="401"/>
                </a:lnTo>
                <a:lnTo>
                  <a:pt x="1" y="389"/>
                </a:lnTo>
                <a:lnTo>
                  <a:pt x="0" y="378"/>
                </a:lnTo>
                <a:lnTo>
                  <a:pt x="0" y="366"/>
                </a:lnTo>
                <a:lnTo>
                  <a:pt x="0" y="355"/>
                </a:lnTo>
                <a:lnTo>
                  <a:pt x="1" y="343"/>
                </a:lnTo>
                <a:lnTo>
                  <a:pt x="2" y="332"/>
                </a:lnTo>
                <a:lnTo>
                  <a:pt x="4" y="320"/>
                </a:lnTo>
                <a:lnTo>
                  <a:pt x="6" y="309"/>
                </a:lnTo>
                <a:lnTo>
                  <a:pt x="9" y="298"/>
                </a:lnTo>
                <a:lnTo>
                  <a:pt x="12" y="286"/>
                </a:lnTo>
                <a:lnTo>
                  <a:pt x="16" y="275"/>
                </a:lnTo>
                <a:lnTo>
                  <a:pt x="20" y="264"/>
                </a:lnTo>
                <a:lnTo>
                  <a:pt x="25" y="253"/>
                </a:lnTo>
                <a:lnTo>
                  <a:pt x="30" y="242"/>
                </a:lnTo>
                <a:lnTo>
                  <a:pt x="36" y="231"/>
                </a:lnTo>
                <a:lnTo>
                  <a:pt x="42" y="221"/>
                </a:lnTo>
                <a:lnTo>
                  <a:pt x="49" y="210"/>
                </a:lnTo>
                <a:lnTo>
                  <a:pt x="56" y="200"/>
                </a:lnTo>
                <a:lnTo>
                  <a:pt x="63" y="190"/>
                </a:lnTo>
                <a:lnTo>
                  <a:pt x="71" y="180"/>
                </a:lnTo>
                <a:lnTo>
                  <a:pt x="80" y="170"/>
                </a:lnTo>
                <a:lnTo>
                  <a:pt x="89" y="160"/>
                </a:lnTo>
                <a:lnTo>
                  <a:pt x="98" y="151"/>
                </a:lnTo>
                <a:lnTo>
                  <a:pt x="107" y="142"/>
                </a:lnTo>
                <a:lnTo>
                  <a:pt x="119" y="133"/>
                </a:lnTo>
                <a:lnTo>
                  <a:pt x="129" y="124"/>
                </a:lnTo>
                <a:lnTo>
                  <a:pt x="140" y="115"/>
                </a:lnTo>
                <a:lnTo>
                  <a:pt x="151" y="107"/>
                </a:lnTo>
                <a:lnTo>
                  <a:pt x="163" y="99"/>
                </a:lnTo>
                <a:lnTo>
                  <a:pt x="174" y="91"/>
                </a:lnTo>
                <a:lnTo>
                  <a:pt x="187" y="84"/>
                </a:lnTo>
                <a:lnTo>
                  <a:pt x="199" y="77"/>
                </a:lnTo>
                <a:lnTo>
                  <a:pt x="212" y="70"/>
                </a:lnTo>
                <a:lnTo>
                  <a:pt x="225" y="63"/>
                </a:lnTo>
                <a:lnTo>
                  <a:pt x="239" y="57"/>
                </a:lnTo>
                <a:lnTo>
                  <a:pt x="252" y="51"/>
                </a:lnTo>
                <a:lnTo>
                  <a:pt x="266" y="45"/>
                </a:lnTo>
                <a:lnTo>
                  <a:pt x="281" y="40"/>
                </a:lnTo>
                <a:lnTo>
                  <a:pt x="295" y="34"/>
                </a:lnTo>
                <a:lnTo>
                  <a:pt x="310" y="30"/>
                </a:lnTo>
                <a:lnTo>
                  <a:pt x="325" y="25"/>
                </a:lnTo>
                <a:lnTo>
                  <a:pt x="340" y="21"/>
                </a:lnTo>
                <a:lnTo>
                  <a:pt x="355" y="18"/>
                </a:lnTo>
                <a:lnTo>
                  <a:pt x="370" y="14"/>
                </a:lnTo>
                <a:lnTo>
                  <a:pt x="386" y="11"/>
                </a:lnTo>
                <a:lnTo>
                  <a:pt x="401" y="8"/>
                </a:lnTo>
                <a:lnTo>
                  <a:pt x="417" y="6"/>
                </a:lnTo>
                <a:lnTo>
                  <a:pt x="433" y="4"/>
                </a:lnTo>
                <a:lnTo>
                  <a:pt x="449" y="2"/>
                </a:lnTo>
                <a:lnTo>
                  <a:pt x="465" y="1"/>
                </a:lnTo>
                <a:lnTo>
                  <a:pt x="481" y="0"/>
                </a:lnTo>
                <a:lnTo>
                  <a:pt x="497" y="0"/>
                </a:lnTo>
                <a:lnTo>
                  <a:pt x="513" y="0"/>
                </a:lnTo>
                <a:lnTo>
                  <a:pt x="529" y="0"/>
                </a:lnTo>
                <a:lnTo>
                  <a:pt x="545" y="0"/>
                </a:lnTo>
                <a:lnTo>
                  <a:pt x="561" y="1"/>
                </a:lnTo>
                <a:lnTo>
                  <a:pt x="577" y="2"/>
                </a:lnTo>
                <a:lnTo>
                  <a:pt x="593" y="4"/>
                </a:lnTo>
                <a:lnTo>
                  <a:pt x="609" y="6"/>
                </a:lnTo>
                <a:lnTo>
                  <a:pt x="625" y="8"/>
                </a:lnTo>
                <a:lnTo>
                  <a:pt x="640" y="11"/>
                </a:lnTo>
                <a:lnTo>
                  <a:pt x="656" y="14"/>
                </a:lnTo>
                <a:lnTo>
                  <a:pt x="671" y="18"/>
                </a:lnTo>
                <a:lnTo>
                  <a:pt x="686" y="21"/>
                </a:lnTo>
                <a:lnTo>
                  <a:pt x="701" y="25"/>
                </a:lnTo>
                <a:lnTo>
                  <a:pt x="716" y="30"/>
                </a:lnTo>
                <a:lnTo>
                  <a:pt x="731" y="34"/>
                </a:lnTo>
                <a:lnTo>
                  <a:pt x="745" y="40"/>
                </a:lnTo>
                <a:lnTo>
                  <a:pt x="760" y="45"/>
                </a:lnTo>
                <a:lnTo>
                  <a:pt x="774" y="51"/>
                </a:lnTo>
                <a:lnTo>
                  <a:pt x="787" y="57"/>
                </a:lnTo>
                <a:lnTo>
                  <a:pt x="801" y="63"/>
                </a:lnTo>
                <a:lnTo>
                  <a:pt x="814" y="70"/>
                </a:lnTo>
                <a:lnTo>
                  <a:pt x="827" y="77"/>
                </a:lnTo>
                <a:lnTo>
                  <a:pt x="839" y="84"/>
                </a:lnTo>
                <a:lnTo>
                  <a:pt x="851" y="91"/>
                </a:lnTo>
                <a:lnTo>
                  <a:pt x="863" y="99"/>
                </a:lnTo>
                <a:lnTo>
                  <a:pt x="875" y="107"/>
                </a:lnTo>
                <a:lnTo>
                  <a:pt x="886" y="115"/>
                </a:lnTo>
                <a:lnTo>
                  <a:pt x="897" y="124"/>
                </a:lnTo>
                <a:lnTo>
                  <a:pt x="907" y="133"/>
                </a:lnTo>
                <a:lnTo>
                  <a:pt x="917" y="142"/>
                </a:lnTo>
                <a:lnTo>
                  <a:pt x="927" y="151"/>
                </a:lnTo>
                <a:lnTo>
                  <a:pt x="936" y="160"/>
                </a:lnTo>
                <a:lnTo>
                  <a:pt x="945" y="170"/>
                </a:lnTo>
                <a:lnTo>
                  <a:pt x="954" y="180"/>
                </a:lnTo>
                <a:lnTo>
                  <a:pt x="962" y="190"/>
                </a:lnTo>
                <a:lnTo>
                  <a:pt x="969" y="200"/>
                </a:lnTo>
                <a:lnTo>
                  <a:pt x="976" y="210"/>
                </a:lnTo>
                <a:lnTo>
                  <a:pt x="983" y="221"/>
                </a:lnTo>
                <a:lnTo>
                  <a:pt x="989" y="231"/>
                </a:lnTo>
                <a:lnTo>
                  <a:pt x="995" y="242"/>
                </a:lnTo>
                <a:lnTo>
                  <a:pt x="1000" y="253"/>
                </a:lnTo>
                <a:lnTo>
                  <a:pt x="1004" y="264"/>
                </a:lnTo>
                <a:lnTo>
                  <a:pt x="1009" y="275"/>
                </a:lnTo>
                <a:lnTo>
                  <a:pt x="1012" y="286"/>
                </a:lnTo>
                <a:lnTo>
                  <a:pt x="1016" y="298"/>
                </a:lnTo>
                <a:lnTo>
                  <a:pt x="1019" y="309"/>
                </a:lnTo>
                <a:lnTo>
                  <a:pt x="1021" y="320"/>
                </a:lnTo>
                <a:lnTo>
                  <a:pt x="1023" y="332"/>
                </a:lnTo>
                <a:lnTo>
                  <a:pt x="1024" y="343"/>
                </a:lnTo>
                <a:lnTo>
                  <a:pt x="1025" y="355"/>
                </a:lnTo>
                <a:lnTo>
                  <a:pt x="1025" y="366"/>
                </a:lnTo>
                <a:close/>
              </a:path>
            </a:pathLst>
          </a:custGeom>
          <a:solidFill>
            <a:srgbClr val="ffd1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0" name=""/>
          <p:cNvSpPr/>
          <p:nvPr/>
        </p:nvSpPr>
        <p:spPr>
          <a:xfrm>
            <a:off x="7876800" y="2811240"/>
            <a:ext cx="371880" cy="266400"/>
          </a:xfrm>
          <a:custGeom>
            <a:avLst/>
            <a:gdLst/>
            <a:ahLst/>
            <a:rect l="0" t="0" r="r" b="b"/>
            <a:pathLst>
              <a:path w="1033" h="740">
                <a:moveTo>
                  <a:pt x="1029" y="369"/>
                </a:moveTo>
                <a:lnTo>
                  <a:pt x="1029" y="358"/>
                </a:lnTo>
                <a:lnTo>
                  <a:pt x="1028" y="346"/>
                </a:lnTo>
                <a:lnTo>
                  <a:pt x="1027" y="335"/>
                </a:lnTo>
                <a:lnTo>
                  <a:pt x="1025" y="323"/>
                </a:lnTo>
                <a:lnTo>
                  <a:pt x="1023" y="312"/>
                </a:lnTo>
                <a:lnTo>
                  <a:pt x="1020" y="301"/>
                </a:lnTo>
                <a:lnTo>
                  <a:pt x="1016" y="289"/>
                </a:lnTo>
                <a:lnTo>
                  <a:pt x="1013" y="278"/>
                </a:lnTo>
                <a:lnTo>
                  <a:pt x="1008" y="267"/>
                </a:lnTo>
                <a:lnTo>
                  <a:pt x="1004" y="256"/>
                </a:lnTo>
                <a:lnTo>
                  <a:pt x="999" y="245"/>
                </a:lnTo>
                <a:lnTo>
                  <a:pt x="993" y="234"/>
                </a:lnTo>
                <a:lnTo>
                  <a:pt x="987" y="224"/>
                </a:lnTo>
                <a:lnTo>
                  <a:pt x="980" y="213"/>
                </a:lnTo>
                <a:lnTo>
                  <a:pt x="973" y="203"/>
                </a:lnTo>
                <a:lnTo>
                  <a:pt x="966" y="193"/>
                </a:lnTo>
                <a:lnTo>
                  <a:pt x="958" y="183"/>
                </a:lnTo>
                <a:lnTo>
                  <a:pt x="949" y="173"/>
                </a:lnTo>
                <a:lnTo>
                  <a:pt x="940" y="163"/>
                </a:lnTo>
                <a:lnTo>
                  <a:pt x="931" y="154"/>
                </a:lnTo>
                <a:lnTo>
                  <a:pt x="921" y="145"/>
                </a:lnTo>
                <a:lnTo>
                  <a:pt x="911" y="136"/>
                </a:lnTo>
                <a:lnTo>
                  <a:pt x="901" y="127"/>
                </a:lnTo>
                <a:lnTo>
                  <a:pt x="890" y="118"/>
                </a:lnTo>
                <a:lnTo>
                  <a:pt x="879" y="110"/>
                </a:lnTo>
                <a:lnTo>
                  <a:pt x="867" y="102"/>
                </a:lnTo>
                <a:lnTo>
                  <a:pt x="855" y="94"/>
                </a:lnTo>
                <a:lnTo>
                  <a:pt x="843" y="87"/>
                </a:lnTo>
                <a:lnTo>
                  <a:pt x="831" y="80"/>
                </a:lnTo>
                <a:lnTo>
                  <a:pt x="818" y="73"/>
                </a:lnTo>
                <a:lnTo>
                  <a:pt x="805" y="66"/>
                </a:lnTo>
                <a:lnTo>
                  <a:pt x="791" y="60"/>
                </a:lnTo>
                <a:lnTo>
                  <a:pt x="778" y="54"/>
                </a:lnTo>
                <a:lnTo>
                  <a:pt x="764" y="48"/>
                </a:lnTo>
                <a:lnTo>
                  <a:pt x="749" y="43"/>
                </a:lnTo>
                <a:lnTo>
                  <a:pt x="735" y="37"/>
                </a:lnTo>
                <a:lnTo>
                  <a:pt x="720" y="33"/>
                </a:lnTo>
                <a:lnTo>
                  <a:pt x="705" y="28"/>
                </a:lnTo>
                <a:lnTo>
                  <a:pt x="690" y="24"/>
                </a:lnTo>
                <a:lnTo>
                  <a:pt x="675" y="21"/>
                </a:lnTo>
                <a:lnTo>
                  <a:pt x="660" y="17"/>
                </a:lnTo>
                <a:lnTo>
                  <a:pt x="644" y="14"/>
                </a:lnTo>
                <a:lnTo>
                  <a:pt x="629" y="11"/>
                </a:lnTo>
                <a:lnTo>
                  <a:pt x="613" y="9"/>
                </a:lnTo>
                <a:lnTo>
                  <a:pt x="597" y="7"/>
                </a:lnTo>
                <a:lnTo>
                  <a:pt x="581" y="5"/>
                </a:lnTo>
                <a:lnTo>
                  <a:pt x="565" y="4"/>
                </a:lnTo>
                <a:lnTo>
                  <a:pt x="549" y="3"/>
                </a:lnTo>
                <a:lnTo>
                  <a:pt x="533" y="3"/>
                </a:lnTo>
                <a:lnTo>
                  <a:pt x="517" y="3"/>
                </a:lnTo>
                <a:lnTo>
                  <a:pt x="501" y="3"/>
                </a:lnTo>
                <a:lnTo>
                  <a:pt x="485" y="3"/>
                </a:lnTo>
                <a:lnTo>
                  <a:pt x="469" y="4"/>
                </a:lnTo>
                <a:lnTo>
                  <a:pt x="453" y="5"/>
                </a:lnTo>
                <a:lnTo>
                  <a:pt x="437" y="7"/>
                </a:lnTo>
                <a:lnTo>
                  <a:pt x="421" y="9"/>
                </a:lnTo>
                <a:lnTo>
                  <a:pt x="405" y="11"/>
                </a:lnTo>
                <a:lnTo>
                  <a:pt x="390" y="14"/>
                </a:lnTo>
                <a:lnTo>
                  <a:pt x="374" y="17"/>
                </a:lnTo>
                <a:lnTo>
                  <a:pt x="359" y="21"/>
                </a:lnTo>
                <a:lnTo>
                  <a:pt x="344" y="24"/>
                </a:lnTo>
                <a:lnTo>
                  <a:pt x="329" y="28"/>
                </a:lnTo>
                <a:lnTo>
                  <a:pt x="314" y="33"/>
                </a:lnTo>
                <a:lnTo>
                  <a:pt x="299" y="37"/>
                </a:lnTo>
                <a:lnTo>
                  <a:pt x="284" y="43"/>
                </a:lnTo>
                <a:lnTo>
                  <a:pt x="269" y="48"/>
                </a:lnTo>
                <a:lnTo>
                  <a:pt x="255" y="54"/>
                </a:lnTo>
                <a:lnTo>
                  <a:pt x="242" y="60"/>
                </a:lnTo>
                <a:lnTo>
                  <a:pt x="228" y="66"/>
                </a:lnTo>
                <a:lnTo>
                  <a:pt x="215" y="73"/>
                </a:lnTo>
                <a:lnTo>
                  <a:pt x="202" y="80"/>
                </a:lnTo>
                <a:lnTo>
                  <a:pt x="190" y="87"/>
                </a:lnTo>
                <a:lnTo>
                  <a:pt x="177" y="94"/>
                </a:lnTo>
                <a:lnTo>
                  <a:pt x="166" y="102"/>
                </a:lnTo>
                <a:lnTo>
                  <a:pt x="154" y="110"/>
                </a:lnTo>
                <a:lnTo>
                  <a:pt x="143" y="118"/>
                </a:lnTo>
                <a:lnTo>
                  <a:pt x="132" y="127"/>
                </a:lnTo>
                <a:lnTo>
                  <a:pt x="122" y="136"/>
                </a:lnTo>
                <a:lnTo>
                  <a:pt x="111" y="145"/>
                </a:lnTo>
                <a:lnTo>
                  <a:pt x="102" y="154"/>
                </a:lnTo>
                <a:lnTo>
                  <a:pt x="93" y="163"/>
                </a:lnTo>
                <a:lnTo>
                  <a:pt x="84" y="173"/>
                </a:lnTo>
                <a:lnTo>
                  <a:pt x="75" y="183"/>
                </a:lnTo>
                <a:lnTo>
                  <a:pt x="67" y="193"/>
                </a:lnTo>
                <a:lnTo>
                  <a:pt x="60" y="203"/>
                </a:lnTo>
                <a:lnTo>
                  <a:pt x="53" y="213"/>
                </a:lnTo>
                <a:lnTo>
                  <a:pt x="46" y="224"/>
                </a:lnTo>
                <a:lnTo>
                  <a:pt x="40" y="234"/>
                </a:lnTo>
                <a:lnTo>
                  <a:pt x="34" y="245"/>
                </a:lnTo>
                <a:lnTo>
                  <a:pt x="29" y="256"/>
                </a:lnTo>
                <a:lnTo>
                  <a:pt x="24" y="267"/>
                </a:lnTo>
                <a:lnTo>
                  <a:pt x="20" y="278"/>
                </a:lnTo>
                <a:lnTo>
                  <a:pt x="16" y="289"/>
                </a:lnTo>
                <a:lnTo>
                  <a:pt x="13" y="301"/>
                </a:lnTo>
                <a:lnTo>
                  <a:pt x="10" y="312"/>
                </a:lnTo>
                <a:lnTo>
                  <a:pt x="8" y="323"/>
                </a:lnTo>
                <a:lnTo>
                  <a:pt x="6" y="335"/>
                </a:lnTo>
                <a:lnTo>
                  <a:pt x="5" y="346"/>
                </a:lnTo>
                <a:lnTo>
                  <a:pt x="4" y="358"/>
                </a:lnTo>
                <a:lnTo>
                  <a:pt x="4" y="369"/>
                </a:lnTo>
                <a:lnTo>
                  <a:pt x="4" y="381"/>
                </a:lnTo>
                <a:lnTo>
                  <a:pt x="5" y="392"/>
                </a:lnTo>
                <a:lnTo>
                  <a:pt x="6" y="404"/>
                </a:lnTo>
                <a:lnTo>
                  <a:pt x="8" y="415"/>
                </a:lnTo>
                <a:lnTo>
                  <a:pt x="10" y="427"/>
                </a:lnTo>
                <a:lnTo>
                  <a:pt x="13" y="438"/>
                </a:lnTo>
                <a:lnTo>
                  <a:pt x="16" y="449"/>
                </a:lnTo>
                <a:lnTo>
                  <a:pt x="20" y="460"/>
                </a:lnTo>
                <a:lnTo>
                  <a:pt x="24" y="472"/>
                </a:lnTo>
                <a:lnTo>
                  <a:pt x="29" y="483"/>
                </a:lnTo>
                <a:lnTo>
                  <a:pt x="34" y="494"/>
                </a:lnTo>
                <a:lnTo>
                  <a:pt x="40" y="504"/>
                </a:lnTo>
                <a:lnTo>
                  <a:pt x="46" y="515"/>
                </a:lnTo>
                <a:lnTo>
                  <a:pt x="53" y="525"/>
                </a:lnTo>
                <a:lnTo>
                  <a:pt x="60" y="536"/>
                </a:lnTo>
                <a:lnTo>
                  <a:pt x="67" y="546"/>
                </a:lnTo>
                <a:lnTo>
                  <a:pt x="75" y="556"/>
                </a:lnTo>
                <a:lnTo>
                  <a:pt x="84" y="566"/>
                </a:lnTo>
                <a:lnTo>
                  <a:pt x="93" y="575"/>
                </a:lnTo>
                <a:lnTo>
                  <a:pt x="102" y="585"/>
                </a:lnTo>
                <a:lnTo>
                  <a:pt x="111" y="594"/>
                </a:lnTo>
                <a:lnTo>
                  <a:pt x="122" y="603"/>
                </a:lnTo>
                <a:lnTo>
                  <a:pt x="132" y="612"/>
                </a:lnTo>
                <a:lnTo>
                  <a:pt x="143" y="620"/>
                </a:lnTo>
                <a:lnTo>
                  <a:pt x="154" y="629"/>
                </a:lnTo>
                <a:lnTo>
                  <a:pt x="166" y="637"/>
                </a:lnTo>
                <a:lnTo>
                  <a:pt x="177" y="644"/>
                </a:lnTo>
                <a:lnTo>
                  <a:pt x="190" y="652"/>
                </a:lnTo>
                <a:lnTo>
                  <a:pt x="202" y="659"/>
                </a:lnTo>
                <a:lnTo>
                  <a:pt x="215" y="666"/>
                </a:lnTo>
                <a:lnTo>
                  <a:pt x="228" y="673"/>
                </a:lnTo>
                <a:lnTo>
                  <a:pt x="242" y="680"/>
                </a:lnTo>
                <a:lnTo>
                  <a:pt x="255" y="686"/>
                </a:lnTo>
                <a:lnTo>
                  <a:pt x="269" y="692"/>
                </a:lnTo>
                <a:lnTo>
                  <a:pt x="284" y="697"/>
                </a:lnTo>
                <a:lnTo>
                  <a:pt x="299" y="702"/>
                </a:lnTo>
                <a:lnTo>
                  <a:pt x="314" y="707"/>
                </a:lnTo>
                <a:lnTo>
                  <a:pt x="329" y="711"/>
                </a:lnTo>
                <a:lnTo>
                  <a:pt x="344" y="715"/>
                </a:lnTo>
                <a:lnTo>
                  <a:pt x="359" y="719"/>
                </a:lnTo>
                <a:lnTo>
                  <a:pt x="374" y="722"/>
                </a:lnTo>
                <a:lnTo>
                  <a:pt x="390" y="725"/>
                </a:lnTo>
                <a:lnTo>
                  <a:pt x="405" y="728"/>
                </a:lnTo>
                <a:lnTo>
                  <a:pt x="421" y="731"/>
                </a:lnTo>
                <a:lnTo>
                  <a:pt x="437" y="732"/>
                </a:lnTo>
                <a:lnTo>
                  <a:pt x="453" y="734"/>
                </a:lnTo>
                <a:lnTo>
                  <a:pt x="469" y="735"/>
                </a:lnTo>
                <a:lnTo>
                  <a:pt x="485" y="736"/>
                </a:lnTo>
                <a:lnTo>
                  <a:pt x="501" y="737"/>
                </a:lnTo>
                <a:lnTo>
                  <a:pt x="517" y="737"/>
                </a:lnTo>
                <a:lnTo>
                  <a:pt x="533" y="737"/>
                </a:lnTo>
                <a:lnTo>
                  <a:pt x="549" y="736"/>
                </a:lnTo>
                <a:lnTo>
                  <a:pt x="565" y="735"/>
                </a:lnTo>
                <a:lnTo>
                  <a:pt x="581" y="734"/>
                </a:lnTo>
                <a:lnTo>
                  <a:pt x="597" y="732"/>
                </a:lnTo>
                <a:lnTo>
                  <a:pt x="613" y="731"/>
                </a:lnTo>
                <a:lnTo>
                  <a:pt x="629" y="728"/>
                </a:lnTo>
                <a:lnTo>
                  <a:pt x="644" y="725"/>
                </a:lnTo>
                <a:lnTo>
                  <a:pt x="660" y="722"/>
                </a:lnTo>
                <a:lnTo>
                  <a:pt x="675" y="719"/>
                </a:lnTo>
                <a:lnTo>
                  <a:pt x="690" y="715"/>
                </a:lnTo>
                <a:lnTo>
                  <a:pt x="705" y="711"/>
                </a:lnTo>
                <a:lnTo>
                  <a:pt x="720" y="707"/>
                </a:lnTo>
                <a:lnTo>
                  <a:pt x="735" y="702"/>
                </a:lnTo>
                <a:lnTo>
                  <a:pt x="749" y="697"/>
                </a:lnTo>
                <a:lnTo>
                  <a:pt x="764" y="692"/>
                </a:lnTo>
                <a:lnTo>
                  <a:pt x="778" y="686"/>
                </a:lnTo>
                <a:lnTo>
                  <a:pt x="791" y="680"/>
                </a:lnTo>
                <a:lnTo>
                  <a:pt x="805" y="673"/>
                </a:lnTo>
                <a:lnTo>
                  <a:pt x="818" y="666"/>
                </a:lnTo>
                <a:lnTo>
                  <a:pt x="831" y="659"/>
                </a:lnTo>
                <a:lnTo>
                  <a:pt x="843" y="652"/>
                </a:lnTo>
                <a:lnTo>
                  <a:pt x="855" y="644"/>
                </a:lnTo>
                <a:lnTo>
                  <a:pt x="867" y="637"/>
                </a:lnTo>
                <a:lnTo>
                  <a:pt x="879" y="629"/>
                </a:lnTo>
                <a:lnTo>
                  <a:pt x="890" y="620"/>
                </a:lnTo>
                <a:lnTo>
                  <a:pt x="901" y="612"/>
                </a:lnTo>
                <a:lnTo>
                  <a:pt x="911" y="603"/>
                </a:lnTo>
                <a:lnTo>
                  <a:pt x="921" y="594"/>
                </a:lnTo>
                <a:lnTo>
                  <a:pt x="931" y="585"/>
                </a:lnTo>
                <a:lnTo>
                  <a:pt x="940" y="575"/>
                </a:lnTo>
                <a:lnTo>
                  <a:pt x="949" y="566"/>
                </a:lnTo>
                <a:lnTo>
                  <a:pt x="958" y="556"/>
                </a:lnTo>
                <a:lnTo>
                  <a:pt x="966" y="546"/>
                </a:lnTo>
                <a:lnTo>
                  <a:pt x="973" y="536"/>
                </a:lnTo>
                <a:lnTo>
                  <a:pt x="980" y="525"/>
                </a:lnTo>
                <a:lnTo>
                  <a:pt x="987" y="515"/>
                </a:lnTo>
                <a:lnTo>
                  <a:pt x="993" y="504"/>
                </a:lnTo>
                <a:lnTo>
                  <a:pt x="999" y="494"/>
                </a:lnTo>
                <a:lnTo>
                  <a:pt x="1004" y="483"/>
                </a:lnTo>
                <a:lnTo>
                  <a:pt x="1008" y="472"/>
                </a:lnTo>
                <a:lnTo>
                  <a:pt x="1013" y="460"/>
                </a:lnTo>
                <a:lnTo>
                  <a:pt x="1016" y="449"/>
                </a:lnTo>
                <a:lnTo>
                  <a:pt x="1020" y="438"/>
                </a:lnTo>
                <a:lnTo>
                  <a:pt x="1023" y="427"/>
                </a:lnTo>
                <a:lnTo>
                  <a:pt x="1025" y="415"/>
                </a:lnTo>
                <a:lnTo>
                  <a:pt x="1027" y="404"/>
                </a:lnTo>
                <a:lnTo>
                  <a:pt x="1028" y="392"/>
                </a:lnTo>
                <a:lnTo>
                  <a:pt x="1029" y="381"/>
                </a:lnTo>
                <a:lnTo>
                  <a:pt x="1029" y="369"/>
                </a:lnTo>
                <a:moveTo>
                  <a:pt x="1033" y="369"/>
                </a:moveTo>
                <a:lnTo>
                  <a:pt x="1032" y="381"/>
                </a:lnTo>
                <a:lnTo>
                  <a:pt x="1032" y="393"/>
                </a:lnTo>
                <a:lnTo>
                  <a:pt x="1030" y="404"/>
                </a:lnTo>
                <a:lnTo>
                  <a:pt x="1029" y="416"/>
                </a:lnTo>
                <a:lnTo>
                  <a:pt x="1026" y="427"/>
                </a:lnTo>
                <a:lnTo>
                  <a:pt x="1024" y="439"/>
                </a:lnTo>
                <a:lnTo>
                  <a:pt x="1020" y="450"/>
                </a:lnTo>
                <a:lnTo>
                  <a:pt x="1016" y="461"/>
                </a:lnTo>
                <a:lnTo>
                  <a:pt x="1012" y="472"/>
                </a:lnTo>
                <a:lnTo>
                  <a:pt x="1007" y="483"/>
                </a:lnTo>
                <a:lnTo>
                  <a:pt x="1002" y="494"/>
                </a:lnTo>
                <a:lnTo>
                  <a:pt x="996" y="505"/>
                </a:lnTo>
                <a:lnTo>
                  <a:pt x="990" y="516"/>
                </a:lnTo>
                <a:lnTo>
                  <a:pt x="984" y="527"/>
                </a:lnTo>
                <a:lnTo>
                  <a:pt x="976" y="537"/>
                </a:lnTo>
                <a:lnTo>
                  <a:pt x="969" y="547"/>
                </a:lnTo>
                <a:lnTo>
                  <a:pt x="961" y="557"/>
                </a:lnTo>
                <a:lnTo>
                  <a:pt x="952" y="567"/>
                </a:lnTo>
                <a:lnTo>
                  <a:pt x="944" y="577"/>
                </a:lnTo>
                <a:lnTo>
                  <a:pt x="934" y="586"/>
                </a:lnTo>
                <a:lnTo>
                  <a:pt x="924" y="596"/>
                </a:lnTo>
                <a:lnTo>
                  <a:pt x="914" y="605"/>
                </a:lnTo>
                <a:lnTo>
                  <a:pt x="904" y="614"/>
                </a:lnTo>
                <a:lnTo>
                  <a:pt x="893" y="622"/>
                </a:lnTo>
                <a:lnTo>
                  <a:pt x="882" y="631"/>
                </a:lnTo>
                <a:lnTo>
                  <a:pt x="870" y="639"/>
                </a:lnTo>
                <a:lnTo>
                  <a:pt x="858" y="646"/>
                </a:lnTo>
                <a:lnTo>
                  <a:pt x="846" y="654"/>
                </a:lnTo>
                <a:lnTo>
                  <a:pt x="833" y="661"/>
                </a:lnTo>
                <a:lnTo>
                  <a:pt x="820" y="668"/>
                </a:lnTo>
                <a:lnTo>
                  <a:pt x="807" y="675"/>
                </a:lnTo>
                <a:lnTo>
                  <a:pt x="793" y="682"/>
                </a:lnTo>
                <a:lnTo>
                  <a:pt x="779" y="688"/>
                </a:lnTo>
                <a:lnTo>
                  <a:pt x="765" y="694"/>
                </a:lnTo>
                <a:lnTo>
                  <a:pt x="751" y="700"/>
                </a:lnTo>
                <a:lnTo>
                  <a:pt x="737" y="705"/>
                </a:lnTo>
                <a:lnTo>
                  <a:pt x="722" y="709"/>
                </a:lnTo>
                <a:lnTo>
                  <a:pt x="707" y="714"/>
                </a:lnTo>
                <a:lnTo>
                  <a:pt x="692" y="718"/>
                </a:lnTo>
                <a:lnTo>
                  <a:pt x="676" y="722"/>
                </a:lnTo>
                <a:lnTo>
                  <a:pt x="661" y="725"/>
                </a:lnTo>
                <a:lnTo>
                  <a:pt x="645" y="728"/>
                </a:lnTo>
                <a:lnTo>
                  <a:pt x="629" y="731"/>
                </a:lnTo>
                <a:lnTo>
                  <a:pt x="614" y="733"/>
                </a:lnTo>
                <a:lnTo>
                  <a:pt x="598" y="735"/>
                </a:lnTo>
                <a:lnTo>
                  <a:pt x="582" y="737"/>
                </a:lnTo>
                <a:lnTo>
                  <a:pt x="565" y="738"/>
                </a:lnTo>
                <a:lnTo>
                  <a:pt x="549" y="739"/>
                </a:lnTo>
                <a:lnTo>
                  <a:pt x="533" y="740"/>
                </a:lnTo>
                <a:lnTo>
                  <a:pt x="517" y="740"/>
                </a:lnTo>
                <a:lnTo>
                  <a:pt x="501" y="740"/>
                </a:lnTo>
                <a:lnTo>
                  <a:pt x="485" y="739"/>
                </a:lnTo>
                <a:lnTo>
                  <a:pt x="468" y="738"/>
                </a:lnTo>
                <a:lnTo>
                  <a:pt x="452" y="737"/>
                </a:lnTo>
                <a:lnTo>
                  <a:pt x="436" y="735"/>
                </a:lnTo>
                <a:lnTo>
                  <a:pt x="420" y="733"/>
                </a:lnTo>
                <a:lnTo>
                  <a:pt x="404" y="731"/>
                </a:lnTo>
                <a:lnTo>
                  <a:pt x="389" y="728"/>
                </a:lnTo>
                <a:lnTo>
                  <a:pt x="373" y="725"/>
                </a:lnTo>
                <a:lnTo>
                  <a:pt x="358" y="722"/>
                </a:lnTo>
                <a:lnTo>
                  <a:pt x="342" y="718"/>
                </a:lnTo>
                <a:lnTo>
                  <a:pt x="327" y="714"/>
                </a:lnTo>
                <a:lnTo>
                  <a:pt x="312" y="709"/>
                </a:lnTo>
                <a:lnTo>
                  <a:pt x="297" y="705"/>
                </a:lnTo>
                <a:lnTo>
                  <a:pt x="282" y="700"/>
                </a:lnTo>
                <a:lnTo>
                  <a:pt x="267" y="694"/>
                </a:lnTo>
                <a:lnTo>
                  <a:pt x="253" y="688"/>
                </a:lnTo>
                <a:lnTo>
                  <a:pt x="240" y="682"/>
                </a:lnTo>
                <a:lnTo>
                  <a:pt x="226" y="675"/>
                </a:lnTo>
                <a:lnTo>
                  <a:pt x="213" y="668"/>
                </a:lnTo>
                <a:lnTo>
                  <a:pt x="200" y="661"/>
                </a:lnTo>
                <a:lnTo>
                  <a:pt x="187" y="654"/>
                </a:lnTo>
                <a:lnTo>
                  <a:pt x="175" y="646"/>
                </a:lnTo>
                <a:lnTo>
                  <a:pt x="163" y="639"/>
                </a:lnTo>
                <a:lnTo>
                  <a:pt x="151" y="631"/>
                </a:lnTo>
                <a:lnTo>
                  <a:pt x="140" y="622"/>
                </a:lnTo>
                <a:lnTo>
                  <a:pt x="129" y="614"/>
                </a:lnTo>
                <a:lnTo>
                  <a:pt x="119" y="605"/>
                </a:lnTo>
                <a:lnTo>
                  <a:pt x="108" y="596"/>
                </a:lnTo>
                <a:lnTo>
                  <a:pt x="99" y="586"/>
                </a:lnTo>
                <a:lnTo>
                  <a:pt x="89" y="577"/>
                </a:lnTo>
                <a:lnTo>
                  <a:pt x="80" y="567"/>
                </a:lnTo>
                <a:lnTo>
                  <a:pt x="72" y="557"/>
                </a:lnTo>
                <a:lnTo>
                  <a:pt x="64" y="547"/>
                </a:lnTo>
                <a:lnTo>
                  <a:pt x="56" y="537"/>
                </a:lnTo>
                <a:lnTo>
                  <a:pt x="49" y="527"/>
                </a:lnTo>
                <a:lnTo>
                  <a:pt x="43" y="516"/>
                </a:lnTo>
                <a:lnTo>
                  <a:pt x="36" y="505"/>
                </a:lnTo>
                <a:lnTo>
                  <a:pt x="31" y="494"/>
                </a:lnTo>
                <a:lnTo>
                  <a:pt x="25" y="483"/>
                </a:lnTo>
                <a:lnTo>
                  <a:pt x="21" y="472"/>
                </a:lnTo>
                <a:lnTo>
                  <a:pt x="16" y="461"/>
                </a:lnTo>
                <a:lnTo>
                  <a:pt x="13" y="450"/>
                </a:lnTo>
                <a:lnTo>
                  <a:pt x="9" y="439"/>
                </a:lnTo>
                <a:lnTo>
                  <a:pt x="7" y="427"/>
                </a:lnTo>
                <a:lnTo>
                  <a:pt x="4" y="416"/>
                </a:lnTo>
                <a:lnTo>
                  <a:pt x="2" y="404"/>
                </a:lnTo>
                <a:lnTo>
                  <a:pt x="1" y="393"/>
                </a:lnTo>
                <a:lnTo>
                  <a:pt x="0" y="381"/>
                </a:lnTo>
                <a:lnTo>
                  <a:pt x="0" y="369"/>
                </a:lnTo>
                <a:lnTo>
                  <a:pt x="0" y="358"/>
                </a:lnTo>
                <a:lnTo>
                  <a:pt x="1" y="346"/>
                </a:lnTo>
                <a:lnTo>
                  <a:pt x="2" y="335"/>
                </a:lnTo>
                <a:lnTo>
                  <a:pt x="4" y="323"/>
                </a:lnTo>
                <a:lnTo>
                  <a:pt x="7" y="311"/>
                </a:lnTo>
                <a:lnTo>
                  <a:pt x="9" y="300"/>
                </a:lnTo>
                <a:lnTo>
                  <a:pt x="13" y="289"/>
                </a:lnTo>
                <a:lnTo>
                  <a:pt x="16" y="277"/>
                </a:lnTo>
                <a:lnTo>
                  <a:pt x="21" y="266"/>
                </a:lnTo>
                <a:lnTo>
                  <a:pt x="25" y="255"/>
                </a:lnTo>
                <a:lnTo>
                  <a:pt x="31" y="244"/>
                </a:lnTo>
                <a:lnTo>
                  <a:pt x="36" y="233"/>
                </a:lnTo>
                <a:lnTo>
                  <a:pt x="43" y="223"/>
                </a:lnTo>
                <a:lnTo>
                  <a:pt x="49" y="212"/>
                </a:lnTo>
                <a:lnTo>
                  <a:pt x="56" y="202"/>
                </a:lnTo>
                <a:lnTo>
                  <a:pt x="64" y="191"/>
                </a:lnTo>
                <a:lnTo>
                  <a:pt x="72" y="181"/>
                </a:lnTo>
                <a:lnTo>
                  <a:pt x="80" y="171"/>
                </a:lnTo>
                <a:lnTo>
                  <a:pt x="89" y="162"/>
                </a:lnTo>
                <a:lnTo>
                  <a:pt x="99" y="152"/>
                </a:lnTo>
                <a:lnTo>
                  <a:pt x="108" y="143"/>
                </a:lnTo>
                <a:lnTo>
                  <a:pt x="119" y="134"/>
                </a:lnTo>
                <a:lnTo>
                  <a:pt x="129" y="125"/>
                </a:lnTo>
                <a:lnTo>
                  <a:pt x="140" y="116"/>
                </a:lnTo>
                <a:lnTo>
                  <a:pt x="151" y="108"/>
                </a:lnTo>
                <a:lnTo>
                  <a:pt x="163" y="100"/>
                </a:lnTo>
                <a:lnTo>
                  <a:pt x="175" y="92"/>
                </a:lnTo>
                <a:lnTo>
                  <a:pt x="187" y="85"/>
                </a:lnTo>
                <a:lnTo>
                  <a:pt x="200" y="77"/>
                </a:lnTo>
                <a:lnTo>
                  <a:pt x="213" y="70"/>
                </a:lnTo>
                <a:lnTo>
                  <a:pt x="226" y="64"/>
                </a:lnTo>
                <a:lnTo>
                  <a:pt x="240" y="57"/>
                </a:lnTo>
                <a:lnTo>
                  <a:pt x="253" y="51"/>
                </a:lnTo>
                <a:lnTo>
                  <a:pt x="267" y="46"/>
                </a:lnTo>
                <a:lnTo>
                  <a:pt x="282" y="40"/>
                </a:lnTo>
                <a:lnTo>
                  <a:pt x="297" y="35"/>
                </a:lnTo>
                <a:lnTo>
                  <a:pt x="312" y="30"/>
                </a:lnTo>
                <a:lnTo>
                  <a:pt x="327" y="26"/>
                </a:lnTo>
                <a:lnTo>
                  <a:pt x="342" y="22"/>
                </a:lnTo>
                <a:lnTo>
                  <a:pt x="358" y="18"/>
                </a:lnTo>
                <a:lnTo>
                  <a:pt x="373" y="14"/>
                </a:lnTo>
                <a:lnTo>
                  <a:pt x="389" y="11"/>
                </a:lnTo>
                <a:lnTo>
                  <a:pt x="404" y="9"/>
                </a:lnTo>
                <a:lnTo>
                  <a:pt x="420" y="6"/>
                </a:lnTo>
                <a:lnTo>
                  <a:pt x="436" y="4"/>
                </a:lnTo>
                <a:lnTo>
                  <a:pt x="452" y="3"/>
                </a:lnTo>
                <a:lnTo>
                  <a:pt x="468" y="1"/>
                </a:lnTo>
                <a:lnTo>
                  <a:pt x="485" y="1"/>
                </a:lnTo>
                <a:lnTo>
                  <a:pt x="501" y="0"/>
                </a:lnTo>
                <a:lnTo>
                  <a:pt x="517" y="0"/>
                </a:lnTo>
                <a:lnTo>
                  <a:pt x="533" y="0"/>
                </a:lnTo>
                <a:lnTo>
                  <a:pt x="549" y="1"/>
                </a:lnTo>
                <a:lnTo>
                  <a:pt x="565" y="1"/>
                </a:lnTo>
                <a:lnTo>
                  <a:pt x="582" y="3"/>
                </a:lnTo>
                <a:lnTo>
                  <a:pt x="598" y="4"/>
                </a:lnTo>
                <a:lnTo>
                  <a:pt x="614" y="6"/>
                </a:lnTo>
                <a:lnTo>
                  <a:pt x="629" y="9"/>
                </a:lnTo>
                <a:lnTo>
                  <a:pt x="645" y="11"/>
                </a:lnTo>
                <a:lnTo>
                  <a:pt x="661" y="14"/>
                </a:lnTo>
                <a:lnTo>
                  <a:pt x="676" y="18"/>
                </a:lnTo>
                <a:lnTo>
                  <a:pt x="692" y="22"/>
                </a:lnTo>
                <a:lnTo>
                  <a:pt x="707" y="26"/>
                </a:lnTo>
                <a:lnTo>
                  <a:pt x="722" y="30"/>
                </a:lnTo>
                <a:lnTo>
                  <a:pt x="737" y="35"/>
                </a:lnTo>
                <a:lnTo>
                  <a:pt x="751" y="40"/>
                </a:lnTo>
                <a:lnTo>
                  <a:pt x="765" y="46"/>
                </a:lnTo>
                <a:lnTo>
                  <a:pt x="779" y="51"/>
                </a:lnTo>
                <a:lnTo>
                  <a:pt x="793" y="57"/>
                </a:lnTo>
                <a:lnTo>
                  <a:pt x="807" y="64"/>
                </a:lnTo>
                <a:lnTo>
                  <a:pt x="820" y="70"/>
                </a:lnTo>
                <a:lnTo>
                  <a:pt x="833" y="77"/>
                </a:lnTo>
                <a:lnTo>
                  <a:pt x="846" y="85"/>
                </a:lnTo>
                <a:lnTo>
                  <a:pt x="858" y="92"/>
                </a:lnTo>
                <a:lnTo>
                  <a:pt x="870" y="100"/>
                </a:lnTo>
                <a:lnTo>
                  <a:pt x="882" y="108"/>
                </a:lnTo>
                <a:lnTo>
                  <a:pt x="893" y="116"/>
                </a:lnTo>
                <a:lnTo>
                  <a:pt x="904" y="125"/>
                </a:lnTo>
                <a:lnTo>
                  <a:pt x="914" y="134"/>
                </a:lnTo>
                <a:lnTo>
                  <a:pt x="924" y="143"/>
                </a:lnTo>
                <a:lnTo>
                  <a:pt x="934" y="152"/>
                </a:lnTo>
                <a:lnTo>
                  <a:pt x="944" y="162"/>
                </a:lnTo>
                <a:lnTo>
                  <a:pt x="952" y="171"/>
                </a:lnTo>
                <a:lnTo>
                  <a:pt x="961" y="181"/>
                </a:lnTo>
                <a:lnTo>
                  <a:pt x="969" y="191"/>
                </a:lnTo>
                <a:lnTo>
                  <a:pt x="976" y="202"/>
                </a:lnTo>
                <a:lnTo>
                  <a:pt x="984" y="212"/>
                </a:lnTo>
                <a:lnTo>
                  <a:pt x="990" y="223"/>
                </a:lnTo>
                <a:lnTo>
                  <a:pt x="996" y="233"/>
                </a:lnTo>
                <a:lnTo>
                  <a:pt x="1002" y="244"/>
                </a:lnTo>
                <a:lnTo>
                  <a:pt x="1007" y="255"/>
                </a:lnTo>
                <a:lnTo>
                  <a:pt x="1012" y="266"/>
                </a:lnTo>
                <a:lnTo>
                  <a:pt x="1016" y="277"/>
                </a:lnTo>
                <a:lnTo>
                  <a:pt x="1020" y="289"/>
                </a:lnTo>
                <a:lnTo>
                  <a:pt x="1024" y="300"/>
                </a:lnTo>
                <a:lnTo>
                  <a:pt x="1026" y="311"/>
                </a:lnTo>
                <a:lnTo>
                  <a:pt x="1029" y="323"/>
                </a:lnTo>
                <a:lnTo>
                  <a:pt x="1030" y="335"/>
                </a:lnTo>
                <a:lnTo>
                  <a:pt x="1032" y="346"/>
                </a:lnTo>
                <a:lnTo>
                  <a:pt x="1032" y="358"/>
                </a:lnTo>
                <a:lnTo>
                  <a:pt x="1033" y="369"/>
                </a:lnTo>
                <a:close/>
              </a:path>
            </a:pathLst>
          </a:custGeom>
          <a:solidFill>
            <a:srgbClr val="ffd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1" name=""/>
          <p:cNvSpPr/>
          <p:nvPr/>
        </p:nvSpPr>
        <p:spPr>
          <a:xfrm>
            <a:off x="7875360" y="2810160"/>
            <a:ext cx="374760" cy="268560"/>
          </a:xfrm>
          <a:custGeom>
            <a:avLst/>
            <a:gdLst/>
            <a:ahLst/>
            <a:rect l="0" t="0" r="r" b="b"/>
            <a:pathLst>
              <a:path w="1041" h="746">
                <a:moveTo>
                  <a:pt x="1037" y="373"/>
                </a:moveTo>
                <a:lnTo>
                  <a:pt x="1036" y="362"/>
                </a:lnTo>
                <a:lnTo>
                  <a:pt x="1036" y="350"/>
                </a:lnTo>
                <a:lnTo>
                  <a:pt x="1034" y="339"/>
                </a:lnTo>
                <a:lnTo>
                  <a:pt x="1033" y="327"/>
                </a:lnTo>
                <a:lnTo>
                  <a:pt x="1030" y="315"/>
                </a:lnTo>
                <a:lnTo>
                  <a:pt x="1028" y="304"/>
                </a:lnTo>
                <a:lnTo>
                  <a:pt x="1024" y="293"/>
                </a:lnTo>
                <a:lnTo>
                  <a:pt x="1020" y="281"/>
                </a:lnTo>
                <a:lnTo>
                  <a:pt x="1016" y="270"/>
                </a:lnTo>
                <a:lnTo>
                  <a:pt x="1011" y="259"/>
                </a:lnTo>
                <a:lnTo>
                  <a:pt x="1006" y="248"/>
                </a:lnTo>
                <a:lnTo>
                  <a:pt x="1000" y="237"/>
                </a:lnTo>
                <a:lnTo>
                  <a:pt x="994" y="227"/>
                </a:lnTo>
                <a:lnTo>
                  <a:pt x="988" y="216"/>
                </a:lnTo>
                <a:lnTo>
                  <a:pt x="980" y="206"/>
                </a:lnTo>
                <a:lnTo>
                  <a:pt x="973" y="195"/>
                </a:lnTo>
                <a:lnTo>
                  <a:pt x="965" y="185"/>
                </a:lnTo>
                <a:lnTo>
                  <a:pt x="956" y="175"/>
                </a:lnTo>
                <a:lnTo>
                  <a:pt x="948" y="166"/>
                </a:lnTo>
                <a:lnTo>
                  <a:pt x="938" y="156"/>
                </a:lnTo>
                <a:lnTo>
                  <a:pt x="928" y="147"/>
                </a:lnTo>
                <a:lnTo>
                  <a:pt x="918" y="138"/>
                </a:lnTo>
                <a:lnTo>
                  <a:pt x="908" y="129"/>
                </a:lnTo>
                <a:lnTo>
                  <a:pt x="897" y="120"/>
                </a:lnTo>
                <a:lnTo>
                  <a:pt x="886" y="112"/>
                </a:lnTo>
                <a:lnTo>
                  <a:pt x="874" y="104"/>
                </a:lnTo>
                <a:lnTo>
                  <a:pt x="862" y="96"/>
                </a:lnTo>
                <a:lnTo>
                  <a:pt x="850" y="89"/>
                </a:lnTo>
                <a:lnTo>
                  <a:pt x="837" y="81"/>
                </a:lnTo>
                <a:lnTo>
                  <a:pt x="824" y="74"/>
                </a:lnTo>
                <a:lnTo>
                  <a:pt x="811" y="68"/>
                </a:lnTo>
                <a:lnTo>
                  <a:pt x="797" y="61"/>
                </a:lnTo>
                <a:lnTo>
                  <a:pt x="783" y="55"/>
                </a:lnTo>
                <a:lnTo>
                  <a:pt x="769" y="50"/>
                </a:lnTo>
                <a:lnTo>
                  <a:pt x="755" y="44"/>
                </a:lnTo>
                <a:lnTo>
                  <a:pt x="741" y="39"/>
                </a:lnTo>
                <a:lnTo>
                  <a:pt x="726" y="34"/>
                </a:lnTo>
                <a:lnTo>
                  <a:pt x="711" y="30"/>
                </a:lnTo>
                <a:lnTo>
                  <a:pt x="696" y="26"/>
                </a:lnTo>
                <a:lnTo>
                  <a:pt x="680" y="22"/>
                </a:lnTo>
                <a:lnTo>
                  <a:pt x="665" y="18"/>
                </a:lnTo>
                <a:lnTo>
                  <a:pt x="649" y="15"/>
                </a:lnTo>
                <a:lnTo>
                  <a:pt x="633" y="13"/>
                </a:lnTo>
                <a:lnTo>
                  <a:pt x="618" y="10"/>
                </a:lnTo>
                <a:lnTo>
                  <a:pt x="602" y="8"/>
                </a:lnTo>
                <a:lnTo>
                  <a:pt x="586" y="7"/>
                </a:lnTo>
                <a:lnTo>
                  <a:pt x="569" y="4"/>
                </a:lnTo>
                <a:lnTo>
                  <a:pt x="553" y="4"/>
                </a:lnTo>
                <a:lnTo>
                  <a:pt x="537" y="3"/>
                </a:lnTo>
                <a:lnTo>
                  <a:pt x="521" y="3"/>
                </a:lnTo>
                <a:lnTo>
                  <a:pt x="505" y="3"/>
                </a:lnTo>
                <a:lnTo>
                  <a:pt x="489" y="4"/>
                </a:lnTo>
                <a:lnTo>
                  <a:pt x="472" y="4"/>
                </a:lnTo>
                <a:lnTo>
                  <a:pt x="455" y="7"/>
                </a:lnTo>
                <a:lnTo>
                  <a:pt x="439" y="8"/>
                </a:lnTo>
                <a:lnTo>
                  <a:pt x="423" y="10"/>
                </a:lnTo>
                <a:lnTo>
                  <a:pt x="407" y="13"/>
                </a:lnTo>
                <a:lnTo>
                  <a:pt x="392" y="15"/>
                </a:lnTo>
                <a:lnTo>
                  <a:pt x="376" y="18"/>
                </a:lnTo>
                <a:lnTo>
                  <a:pt x="361" y="22"/>
                </a:lnTo>
                <a:lnTo>
                  <a:pt x="345" y="26"/>
                </a:lnTo>
                <a:lnTo>
                  <a:pt x="330" y="30"/>
                </a:lnTo>
                <a:lnTo>
                  <a:pt x="315" y="34"/>
                </a:lnTo>
                <a:lnTo>
                  <a:pt x="300" y="39"/>
                </a:lnTo>
                <a:lnTo>
                  <a:pt x="286" y="44"/>
                </a:lnTo>
                <a:lnTo>
                  <a:pt x="271" y="50"/>
                </a:lnTo>
                <a:lnTo>
                  <a:pt x="257" y="55"/>
                </a:lnTo>
                <a:lnTo>
                  <a:pt x="244" y="61"/>
                </a:lnTo>
                <a:lnTo>
                  <a:pt x="230" y="68"/>
                </a:lnTo>
                <a:lnTo>
                  <a:pt x="217" y="74"/>
                </a:lnTo>
                <a:lnTo>
                  <a:pt x="204" y="81"/>
                </a:lnTo>
                <a:lnTo>
                  <a:pt x="191" y="89"/>
                </a:lnTo>
                <a:lnTo>
                  <a:pt x="179" y="96"/>
                </a:lnTo>
                <a:lnTo>
                  <a:pt x="167" y="104"/>
                </a:lnTo>
                <a:lnTo>
                  <a:pt x="155" y="112"/>
                </a:lnTo>
                <a:lnTo>
                  <a:pt x="144" y="120"/>
                </a:lnTo>
                <a:lnTo>
                  <a:pt x="133" y="129"/>
                </a:lnTo>
                <a:lnTo>
                  <a:pt x="123" y="138"/>
                </a:lnTo>
                <a:lnTo>
                  <a:pt x="112" y="147"/>
                </a:lnTo>
                <a:lnTo>
                  <a:pt x="103" y="156"/>
                </a:lnTo>
                <a:lnTo>
                  <a:pt x="93" y="166"/>
                </a:lnTo>
                <a:lnTo>
                  <a:pt x="84" y="175"/>
                </a:lnTo>
                <a:lnTo>
                  <a:pt x="76" y="185"/>
                </a:lnTo>
                <a:lnTo>
                  <a:pt x="68" y="195"/>
                </a:lnTo>
                <a:lnTo>
                  <a:pt x="60" y="206"/>
                </a:lnTo>
                <a:lnTo>
                  <a:pt x="53" y="216"/>
                </a:lnTo>
                <a:lnTo>
                  <a:pt x="47" y="227"/>
                </a:lnTo>
                <a:lnTo>
                  <a:pt x="40" y="237"/>
                </a:lnTo>
                <a:lnTo>
                  <a:pt x="35" y="248"/>
                </a:lnTo>
                <a:lnTo>
                  <a:pt x="29" y="259"/>
                </a:lnTo>
                <a:lnTo>
                  <a:pt x="25" y="270"/>
                </a:lnTo>
                <a:lnTo>
                  <a:pt x="20" y="281"/>
                </a:lnTo>
                <a:lnTo>
                  <a:pt x="17" y="293"/>
                </a:lnTo>
                <a:lnTo>
                  <a:pt x="13" y="304"/>
                </a:lnTo>
                <a:lnTo>
                  <a:pt x="11" y="315"/>
                </a:lnTo>
                <a:lnTo>
                  <a:pt x="8" y="327"/>
                </a:lnTo>
                <a:lnTo>
                  <a:pt x="6" y="339"/>
                </a:lnTo>
                <a:lnTo>
                  <a:pt x="5" y="350"/>
                </a:lnTo>
                <a:lnTo>
                  <a:pt x="4" y="362"/>
                </a:lnTo>
                <a:lnTo>
                  <a:pt x="4" y="373"/>
                </a:lnTo>
                <a:lnTo>
                  <a:pt x="4" y="385"/>
                </a:lnTo>
                <a:lnTo>
                  <a:pt x="5" y="397"/>
                </a:lnTo>
                <a:lnTo>
                  <a:pt x="6" y="408"/>
                </a:lnTo>
                <a:lnTo>
                  <a:pt x="8" y="420"/>
                </a:lnTo>
                <a:lnTo>
                  <a:pt x="11" y="431"/>
                </a:lnTo>
                <a:lnTo>
                  <a:pt x="13" y="443"/>
                </a:lnTo>
                <a:lnTo>
                  <a:pt x="17" y="454"/>
                </a:lnTo>
                <a:lnTo>
                  <a:pt x="20" y="465"/>
                </a:lnTo>
                <a:lnTo>
                  <a:pt x="25" y="476"/>
                </a:lnTo>
                <a:lnTo>
                  <a:pt x="29" y="487"/>
                </a:lnTo>
                <a:lnTo>
                  <a:pt x="35" y="498"/>
                </a:lnTo>
                <a:lnTo>
                  <a:pt x="40" y="509"/>
                </a:lnTo>
                <a:lnTo>
                  <a:pt x="47" y="520"/>
                </a:lnTo>
                <a:lnTo>
                  <a:pt x="53" y="531"/>
                </a:lnTo>
                <a:lnTo>
                  <a:pt x="60" y="541"/>
                </a:lnTo>
                <a:lnTo>
                  <a:pt x="68" y="551"/>
                </a:lnTo>
                <a:lnTo>
                  <a:pt x="76" y="561"/>
                </a:lnTo>
                <a:lnTo>
                  <a:pt x="84" y="571"/>
                </a:lnTo>
                <a:lnTo>
                  <a:pt x="93" y="581"/>
                </a:lnTo>
                <a:lnTo>
                  <a:pt x="103" y="590"/>
                </a:lnTo>
                <a:lnTo>
                  <a:pt x="112" y="600"/>
                </a:lnTo>
                <a:lnTo>
                  <a:pt x="123" y="609"/>
                </a:lnTo>
                <a:lnTo>
                  <a:pt x="133" y="618"/>
                </a:lnTo>
                <a:lnTo>
                  <a:pt x="144" y="626"/>
                </a:lnTo>
                <a:lnTo>
                  <a:pt x="155" y="635"/>
                </a:lnTo>
                <a:lnTo>
                  <a:pt x="167" y="643"/>
                </a:lnTo>
                <a:lnTo>
                  <a:pt x="179" y="650"/>
                </a:lnTo>
                <a:lnTo>
                  <a:pt x="191" y="658"/>
                </a:lnTo>
                <a:lnTo>
                  <a:pt x="204" y="665"/>
                </a:lnTo>
                <a:lnTo>
                  <a:pt x="217" y="672"/>
                </a:lnTo>
                <a:lnTo>
                  <a:pt x="230" y="679"/>
                </a:lnTo>
                <a:lnTo>
                  <a:pt x="244" y="685"/>
                </a:lnTo>
                <a:lnTo>
                  <a:pt x="257" y="691"/>
                </a:lnTo>
                <a:lnTo>
                  <a:pt x="271" y="697"/>
                </a:lnTo>
                <a:lnTo>
                  <a:pt x="286" y="703"/>
                </a:lnTo>
                <a:lnTo>
                  <a:pt x="300" y="708"/>
                </a:lnTo>
                <a:lnTo>
                  <a:pt x="315" y="712"/>
                </a:lnTo>
                <a:lnTo>
                  <a:pt x="330" y="717"/>
                </a:lnTo>
                <a:lnTo>
                  <a:pt x="345" y="721"/>
                </a:lnTo>
                <a:lnTo>
                  <a:pt x="361" y="725"/>
                </a:lnTo>
                <a:lnTo>
                  <a:pt x="376" y="728"/>
                </a:lnTo>
                <a:lnTo>
                  <a:pt x="392" y="731"/>
                </a:lnTo>
                <a:lnTo>
                  <a:pt x="407" y="734"/>
                </a:lnTo>
                <a:lnTo>
                  <a:pt x="423" y="736"/>
                </a:lnTo>
                <a:lnTo>
                  <a:pt x="439" y="738"/>
                </a:lnTo>
                <a:lnTo>
                  <a:pt x="455" y="740"/>
                </a:lnTo>
                <a:lnTo>
                  <a:pt x="472" y="741"/>
                </a:lnTo>
                <a:lnTo>
                  <a:pt x="489" y="742"/>
                </a:lnTo>
                <a:lnTo>
                  <a:pt x="505" y="743"/>
                </a:lnTo>
                <a:lnTo>
                  <a:pt x="521" y="743"/>
                </a:lnTo>
                <a:lnTo>
                  <a:pt x="537" y="743"/>
                </a:lnTo>
                <a:lnTo>
                  <a:pt x="553" y="742"/>
                </a:lnTo>
                <a:lnTo>
                  <a:pt x="569" y="741"/>
                </a:lnTo>
                <a:lnTo>
                  <a:pt x="586" y="740"/>
                </a:lnTo>
                <a:lnTo>
                  <a:pt x="602" y="738"/>
                </a:lnTo>
                <a:lnTo>
                  <a:pt x="618" y="736"/>
                </a:lnTo>
                <a:lnTo>
                  <a:pt x="633" y="734"/>
                </a:lnTo>
                <a:lnTo>
                  <a:pt x="649" y="731"/>
                </a:lnTo>
                <a:lnTo>
                  <a:pt x="665" y="728"/>
                </a:lnTo>
                <a:lnTo>
                  <a:pt x="680" y="725"/>
                </a:lnTo>
                <a:lnTo>
                  <a:pt x="696" y="721"/>
                </a:lnTo>
                <a:lnTo>
                  <a:pt x="711" y="717"/>
                </a:lnTo>
                <a:lnTo>
                  <a:pt x="726" y="712"/>
                </a:lnTo>
                <a:lnTo>
                  <a:pt x="741" y="708"/>
                </a:lnTo>
                <a:lnTo>
                  <a:pt x="755" y="703"/>
                </a:lnTo>
                <a:lnTo>
                  <a:pt x="769" y="697"/>
                </a:lnTo>
                <a:lnTo>
                  <a:pt x="783" y="691"/>
                </a:lnTo>
                <a:lnTo>
                  <a:pt x="797" y="685"/>
                </a:lnTo>
                <a:lnTo>
                  <a:pt x="811" y="679"/>
                </a:lnTo>
                <a:lnTo>
                  <a:pt x="824" y="672"/>
                </a:lnTo>
                <a:lnTo>
                  <a:pt x="837" y="665"/>
                </a:lnTo>
                <a:lnTo>
                  <a:pt x="850" y="658"/>
                </a:lnTo>
                <a:lnTo>
                  <a:pt x="862" y="650"/>
                </a:lnTo>
                <a:lnTo>
                  <a:pt x="874" y="643"/>
                </a:lnTo>
                <a:lnTo>
                  <a:pt x="886" y="635"/>
                </a:lnTo>
                <a:lnTo>
                  <a:pt x="897" y="626"/>
                </a:lnTo>
                <a:lnTo>
                  <a:pt x="908" y="618"/>
                </a:lnTo>
                <a:lnTo>
                  <a:pt x="918" y="609"/>
                </a:lnTo>
                <a:lnTo>
                  <a:pt x="928" y="600"/>
                </a:lnTo>
                <a:lnTo>
                  <a:pt x="938" y="590"/>
                </a:lnTo>
                <a:lnTo>
                  <a:pt x="948" y="581"/>
                </a:lnTo>
                <a:lnTo>
                  <a:pt x="956" y="571"/>
                </a:lnTo>
                <a:lnTo>
                  <a:pt x="965" y="561"/>
                </a:lnTo>
                <a:lnTo>
                  <a:pt x="973" y="551"/>
                </a:lnTo>
                <a:lnTo>
                  <a:pt x="980" y="541"/>
                </a:lnTo>
                <a:lnTo>
                  <a:pt x="988" y="531"/>
                </a:lnTo>
                <a:lnTo>
                  <a:pt x="994" y="520"/>
                </a:lnTo>
                <a:lnTo>
                  <a:pt x="1000" y="509"/>
                </a:lnTo>
                <a:lnTo>
                  <a:pt x="1006" y="498"/>
                </a:lnTo>
                <a:lnTo>
                  <a:pt x="1011" y="487"/>
                </a:lnTo>
                <a:lnTo>
                  <a:pt x="1016" y="476"/>
                </a:lnTo>
                <a:lnTo>
                  <a:pt x="1020" y="465"/>
                </a:lnTo>
                <a:lnTo>
                  <a:pt x="1024" y="454"/>
                </a:lnTo>
                <a:lnTo>
                  <a:pt x="1028" y="443"/>
                </a:lnTo>
                <a:lnTo>
                  <a:pt x="1030" y="431"/>
                </a:lnTo>
                <a:lnTo>
                  <a:pt x="1033" y="420"/>
                </a:lnTo>
                <a:lnTo>
                  <a:pt x="1034" y="408"/>
                </a:lnTo>
                <a:lnTo>
                  <a:pt x="1036" y="397"/>
                </a:lnTo>
                <a:lnTo>
                  <a:pt x="1036" y="385"/>
                </a:lnTo>
                <a:lnTo>
                  <a:pt x="1037" y="373"/>
                </a:lnTo>
                <a:moveTo>
                  <a:pt x="1041" y="373"/>
                </a:moveTo>
                <a:lnTo>
                  <a:pt x="1040" y="385"/>
                </a:lnTo>
                <a:lnTo>
                  <a:pt x="1040" y="397"/>
                </a:lnTo>
                <a:lnTo>
                  <a:pt x="1038" y="408"/>
                </a:lnTo>
                <a:lnTo>
                  <a:pt x="1036" y="420"/>
                </a:lnTo>
                <a:lnTo>
                  <a:pt x="1034" y="432"/>
                </a:lnTo>
                <a:lnTo>
                  <a:pt x="1031" y="443"/>
                </a:lnTo>
                <a:lnTo>
                  <a:pt x="1028" y="455"/>
                </a:lnTo>
                <a:lnTo>
                  <a:pt x="1024" y="466"/>
                </a:lnTo>
                <a:lnTo>
                  <a:pt x="1020" y="477"/>
                </a:lnTo>
                <a:lnTo>
                  <a:pt x="1015" y="488"/>
                </a:lnTo>
                <a:lnTo>
                  <a:pt x="1010" y="499"/>
                </a:lnTo>
                <a:lnTo>
                  <a:pt x="1004" y="510"/>
                </a:lnTo>
                <a:lnTo>
                  <a:pt x="998" y="521"/>
                </a:lnTo>
                <a:lnTo>
                  <a:pt x="991" y="532"/>
                </a:lnTo>
                <a:lnTo>
                  <a:pt x="984" y="542"/>
                </a:lnTo>
                <a:lnTo>
                  <a:pt x="976" y="553"/>
                </a:lnTo>
                <a:lnTo>
                  <a:pt x="968" y="563"/>
                </a:lnTo>
                <a:lnTo>
                  <a:pt x="960" y="573"/>
                </a:lnTo>
                <a:lnTo>
                  <a:pt x="951" y="583"/>
                </a:lnTo>
                <a:lnTo>
                  <a:pt x="941" y="592"/>
                </a:lnTo>
                <a:lnTo>
                  <a:pt x="932" y="601"/>
                </a:lnTo>
                <a:lnTo>
                  <a:pt x="921" y="611"/>
                </a:lnTo>
                <a:lnTo>
                  <a:pt x="911" y="619"/>
                </a:lnTo>
                <a:lnTo>
                  <a:pt x="900" y="628"/>
                </a:lnTo>
                <a:lnTo>
                  <a:pt x="888" y="637"/>
                </a:lnTo>
                <a:lnTo>
                  <a:pt x="877" y="645"/>
                </a:lnTo>
                <a:lnTo>
                  <a:pt x="865" y="653"/>
                </a:lnTo>
                <a:lnTo>
                  <a:pt x="852" y="660"/>
                </a:lnTo>
                <a:lnTo>
                  <a:pt x="839" y="667"/>
                </a:lnTo>
                <a:lnTo>
                  <a:pt x="826" y="674"/>
                </a:lnTo>
                <a:lnTo>
                  <a:pt x="813" y="681"/>
                </a:lnTo>
                <a:lnTo>
                  <a:pt x="799" y="688"/>
                </a:lnTo>
                <a:lnTo>
                  <a:pt x="785" y="694"/>
                </a:lnTo>
                <a:lnTo>
                  <a:pt x="771" y="700"/>
                </a:lnTo>
                <a:lnTo>
                  <a:pt x="757" y="705"/>
                </a:lnTo>
                <a:lnTo>
                  <a:pt x="742" y="710"/>
                </a:lnTo>
                <a:lnTo>
                  <a:pt x="727" y="715"/>
                </a:lnTo>
                <a:lnTo>
                  <a:pt x="712" y="719"/>
                </a:lnTo>
                <a:lnTo>
                  <a:pt x="697" y="724"/>
                </a:lnTo>
                <a:lnTo>
                  <a:pt x="682" y="727"/>
                </a:lnTo>
                <a:lnTo>
                  <a:pt x="666" y="731"/>
                </a:lnTo>
                <a:lnTo>
                  <a:pt x="650" y="734"/>
                </a:lnTo>
                <a:lnTo>
                  <a:pt x="634" y="737"/>
                </a:lnTo>
                <a:lnTo>
                  <a:pt x="618" y="739"/>
                </a:lnTo>
                <a:lnTo>
                  <a:pt x="602" y="741"/>
                </a:lnTo>
                <a:lnTo>
                  <a:pt x="586" y="743"/>
                </a:lnTo>
                <a:lnTo>
                  <a:pt x="570" y="744"/>
                </a:lnTo>
                <a:lnTo>
                  <a:pt x="554" y="745"/>
                </a:lnTo>
                <a:lnTo>
                  <a:pt x="537" y="745"/>
                </a:lnTo>
                <a:lnTo>
                  <a:pt x="521" y="746"/>
                </a:lnTo>
                <a:lnTo>
                  <a:pt x="505" y="745"/>
                </a:lnTo>
                <a:lnTo>
                  <a:pt x="488" y="745"/>
                </a:lnTo>
                <a:lnTo>
                  <a:pt x="472" y="744"/>
                </a:lnTo>
                <a:lnTo>
                  <a:pt x="455" y="743"/>
                </a:lnTo>
                <a:lnTo>
                  <a:pt x="439" y="741"/>
                </a:lnTo>
                <a:lnTo>
                  <a:pt x="423" y="739"/>
                </a:lnTo>
                <a:lnTo>
                  <a:pt x="407" y="737"/>
                </a:lnTo>
                <a:lnTo>
                  <a:pt x="391" y="734"/>
                </a:lnTo>
                <a:lnTo>
                  <a:pt x="375" y="731"/>
                </a:lnTo>
                <a:lnTo>
                  <a:pt x="359" y="727"/>
                </a:lnTo>
                <a:lnTo>
                  <a:pt x="344" y="724"/>
                </a:lnTo>
                <a:lnTo>
                  <a:pt x="329" y="719"/>
                </a:lnTo>
                <a:lnTo>
                  <a:pt x="314" y="715"/>
                </a:lnTo>
                <a:lnTo>
                  <a:pt x="299" y="710"/>
                </a:lnTo>
                <a:lnTo>
                  <a:pt x="284" y="705"/>
                </a:lnTo>
                <a:lnTo>
                  <a:pt x="270" y="700"/>
                </a:lnTo>
                <a:lnTo>
                  <a:pt x="255" y="694"/>
                </a:lnTo>
                <a:lnTo>
                  <a:pt x="242" y="688"/>
                </a:lnTo>
                <a:lnTo>
                  <a:pt x="228" y="681"/>
                </a:lnTo>
                <a:lnTo>
                  <a:pt x="215" y="674"/>
                </a:lnTo>
                <a:lnTo>
                  <a:pt x="201" y="667"/>
                </a:lnTo>
                <a:lnTo>
                  <a:pt x="189" y="660"/>
                </a:lnTo>
                <a:lnTo>
                  <a:pt x="176" y="653"/>
                </a:lnTo>
                <a:lnTo>
                  <a:pt x="164" y="645"/>
                </a:lnTo>
                <a:lnTo>
                  <a:pt x="153" y="637"/>
                </a:lnTo>
                <a:lnTo>
                  <a:pt x="141" y="628"/>
                </a:lnTo>
                <a:lnTo>
                  <a:pt x="130" y="619"/>
                </a:lnTo>
                <a:lnTo>
                  <a:pt x="120" y="611"/>
                </a:lnTo>
                <a:lnTo>
                  <a:pt x="109" y="601"/>
                </a:lnTo>
                <a:lnTo>
                  <a:pt x="100" y="592"/>
                </a:lnTo>
                <a:lnTo>
                  <a:pt x="90" y="583"/>
                </a:lnTo>
                <a:lnTo>
                  <a:pt x="81" y="573"/>
                </a:lnTo>
                <a:lnTo>
                  <a:pt x="73" y="563"/>
                </a:lnTo>
                <a:lnTo>
                  <a:pt x="65" y="553"/>
                </a:lnTo>
                <a:lnTo>
                  <a:pt x="57" y="542"/>
                </a:lnTo>
                <a:lnTo>
                  <a:pt x="50" y="532"/>
                </a:lnTo>
                <a:lnTo>
                  <a:pt x="43" y="521"/>
                </a:lnTo>
                <a:lnTo>
                  <a:pt x="37" y="510"/>
                </a:lnTo>
                <a:lnTo>
                  <a:pt x="31" y="499"/>
                </a:lnTo>
                <a:lnTo>
                  <a:pt x="26" y="488"/>
                </a:lnTo>
                <a:lnTo>
                  <a:pt x="21" y="477"/>
                </a:lnTo>
                <a:lnTo>
                  <a:pt x="17" y="466"/>
                </a:lnTo>
                <a:lnTo>
                  <a:pt x="13" y="455"/>
                </a:lnTo>
                <a:lnTo>
                  <a:pt x="10" y="443"/>
                </a:lnTo>
                <a:lnTo>
                  <a:pt x="7" y="432"/>
                </a:lnTo>
                <a:lnTo>
                  <a:pt x="4" y="420"/>
                </a:lnTo>
                <a:lnTo>
                  <a:pt x="3" y="408"/>
                </a:lnTo>
                <a:lnTo>
                  <a:pt x="1" y="397"/>
                </a:lnTo>
                <a:lnTo>
                  <a:pt x="1" y="385"/>
                </a:lnTo>
                <a:lnTo>
                  <a:pt x="0" y="373"/>
                </a:lnTo>
                <a:lnTo>
                  <a:pt x="1" y="362"/>
                </a:lnTo>
                <a:lnTo>
                  <a:pt x="1" y="350"/>
                </a:lnTo>
                <a:lnTo>
                  <a:pt x="3" y="338"/>
                </a:lnTo>
                <a:lnTo>
                  <a:pt x="4" y="327"/>
                </a:lnTo>
                <a:lnTo>
                  <a:pt x="7" y="315"/>
                </a:lnTo>
                <a:lnTo>
                  <a:pt x="10" y="304"/>
                </a:lnTo>
                <a:lnTo>
                  <a:pt x="13" y="292"/>
                </a:lnTo>
                <a:lnTo>
                  <a:pt x="17" y="281"/>
                </a:lnTo>
                <a:lnTo>
                  <a:pt x="21" y="269"/>
                </a:lnTo>
                <a:lnTo>
                  <a:pt x="26" y="258"/>
                </a:lnTo>
                <a:lnTo>
                  <a:pt x="31" y="247"/>
                </a:lnTo>
                <a:lnTo>
                  <a:pt x="37" y="236"/>
                </a:lnTo>
                <a:lnTo>
                  <a:pt x="43" y="225"/>
                </a:lnTo>
                <a:lnTo>
                  <a:pt x="50" y="215"/>
                </a:lnTo>
                <a:lnTo>
                  <a:pt x="57" y="204"/>
                </a:lnTo>
                <a:lnTo>
                  <a:pt x="65" y="194"/>
                </a:lnTo>
                <a:lnTo>
                  <a:pt x="73" y="184"/>
                </a:lnTo>
                <a:lnTo>
                  <a:pt x="81" y="174"/>
                </a:lnTo>
                <a:lnTo>
                  <a:pt x="90" y="164"/>
                </a:lnTo>
                <a:lnTo>
                  <a:pt x="100" y="154"/>
                </a:lnTo>
                <a:lnTo>
                  <a:pt x="109" y="145"/>
                </a:lnTo>
                <a:lnTo>
                  <a:pt x="120" y="136"/>
                </a:lnTo>
                <a:lnTo>
                  <a:pt x="130" y="127"/>
                </a:lnTo>
                <a:lnTo>
                  <a:pt x="141" y="118"/>
                </a:lnTo>
                <a:lnTo>
                  <a:pt x="153" y="110"/>
                </a:lnTo>
                <a:lnTo>
                  <a:pt x="164" y="102"/>
                </a:lnTo>
                <a:lnTo>
                  <a:pt x="176" y="94"/>
                </a:lnTo>
                <a:lnTo>
                  <a:pt x="189" y="86"/>
                </a:lnTo>
                <a:lnTo>
                  <a:pt x="201" y="79"/>
                </a:lnTo>
                <a:lnTo>
                  <a:pt x="215" y="72"/>
                </a:lnTo>
                <a:lnTo>
                  <a:pt x="228" y="65"/>
                </a:lnTo>
                <a:lnTo>
                  <a:pt x="242" y="59"/>
                </a:lnTo>
                <a:lnTo>
                  <a:pt x="255" y="53"/>
                </a:lnTo>
                <a:lnTo>
                  <a:pt x="270" y="47"/>
                </a:lnTo>
                <a:lnTo>
                  <a:pt x="284" y="42"/>
                </a:lnTo>
                <a:lnTo>
                  <a:pt x="299" y="36"/>
                </a:lnTo>
                <a:lnTo>
                  <a:pt x="314" y="32"/>
                </a:lnTo>
                <a:lnTo>
                  <a:pt x="329" y="27"/>
                </a:lnTo>
                <a:lnTo>
                  <a:pt x="344" y="23"/>
                </a:lnTo>
                <a:lnTo>
                  <a:pt x="359" y="19"/>
                </a:lnTo>
                <a:lnTo>
                  <a:pt x="375" y="16"/>
                </a:lnTo>
                <a:lnTo>
                  <a:pt x="391" y="13"/>
                </a:lnTo>
                <a:lnTo>
                  <a:pt x="407" y="10"/>
                </a:lnTo>
                <a:lnTo>
                  <a:pt x="423" y="8"/>
                </a:lnTo>
                <a:lnTo>
                  <a:pt x="439" y="5"/>
                </a:lnTo>
                <a:lnTo>
                  <a:pt x="455" y="3"/>
                </a:lnTo>
                <a:lnTo>
                  <a:pt x="472" y="2"/>
                </a:lnTo>
                <a:lnTo>
                  <a:pt x="488" y="1"/>
                </a:lnTo>
                <a:lnTo>
                  <a:pt x="505" y="0"/>
                </a:lnTo>
                <a:lnTo>
                  <a:pt x="521" y="0"/>
                </a:lnTo>
                <a:lnTo>
                  <a:pt x="537" y="0"/>
                </a:lnTo>
                <a:lnTo>
                  <a:pt x="554" y="1"/>
                </a:lnTo>
                <a:lnTo>
                  <a:pt x="570" y="2"/>
                </a:lnTo>
                <a:lnTo>
                  <a:pt x="586" y="3"/>
                </a:lnTo>
                <a:lnTo>
                  <a:pt x="602" y="5"/>
                </a:lnTo>
                <a:lnTo>
                  <a:pt x="618" y="8"/>
                </a:lnTo>
                <a:lnTo>
                  <a:pt x="634" y="10"/>
                </a:lnTo>
                <a:lnTo>
                  <a:pt x="650" y="13"/>
                </a:lnTo>
                <a:lnTo>
                  <a:pt x="666" y="16"/>
                </a:lnTo>
                <a:lnTo>
                  <a:pt x="682" y="19"/>
                </a:lnTo>
                <a:lnTo>
                  <a:pt x="697" y="23"/>
                </a:lnTo>
                <a:lnTo>
                  <a:pt x="712" y="27"/>
                </a:lnTo>
                <a:lnTo>
                  <a:pt x="727" y="32"/>
                </a:lnTo>
                <a:lnTo>
                  <a:pt x="742" y="36"/>
                </a:lnTo>
                <a:lnTo>
                  <a:pt x="757" y="42"/>
                </a:lnTo>
                <a:lnTo>
                  <a:pt x="771" y="47"/>
                </a:lnTo>
                <a:lnTo>
                  <a:pt x="785" y="53"/>
                </a:lnTo>
                <a:lnTo>
                  <a:pt x="799" y="59"/>
                </a:lnTo>
                <a:lnTo>
                  <a:pt x="813" y="65"/>
                </a:lnTo>
                <a:lnTo>
                  <a:pt x="826" y="72"/>
                </a:lnTo>
                <a:lnTo>
                  <a:pt x="839" y="79"/>
                </a:lnTo>
                <a:lnTo>
                  <a:pt x="852" y="86"/>
                </a:lnTo>
                <a:lnTo>
                  <a:pt x="865" y="94"/>
                </a:lnTo>
                <a:lnTo>
                  <a:pt x="877" y="102"/>
                </a:lnTo>
                <a:lnTo>
                  <a:pt x="888" y="110"/>
                </a:lnTo>
                <a:lnTo>
                  <a:pt x="900" y="118"/>
                </a:lnTo>
                <a:lnTo>
                  <a:pt x="911" y="127"/>
                </a:lnTo>
                <a:lnTo>
                  <a:pt x="921" y="136"/>
                </a:lnTo>
                <a:lnTo>
                  <a:pt x="932" y="145"/>
                </a:lnTo>
                <a:lnTo>
                  <a:pt x="941" y="154"/>
                </a:lnTo>
                <a:lnTo>
                  <a:pt x="951" y="164"/>
                </a:lnTo>
                <a:lnTo>
                  <a:pt x="960" y="174"/>
                </a:lnTo>
                <a:lnTo>
                  <a:pt x="968" y="184"/>
                </a:lnTo>
                <a:lnTo>
                  <a:pt x="976" y="194"/>
                </a:lnTo>
                <a:lnTo>
                  <a:pt x="984" y="204"/>
                </a:lnTo>
                <a:lnTo>
                  <a:pt x="991" y="215"/>
                </a:lnTo>
                <a:lnTo>
                  <a:pt x="998" y="225"/>
                </a:lnTo>
                <a:lnTo>
                  <a:pt x="1004" y="236"/>
                </a:lnTo>
                <a:lnTo>
                  <a:pt x="1010" y="247"/>
                </a:lnTo>
                <a:lnTo>
                  <a:pt x="1015" y="258"/>
                </a:lnTo>
                <a:lnTo>
                  <a:pt x="1020" y="269"/>
                </a:lnTo>
                <a:lnTo>
                  <a:pt x="1024" y="281"/>
                </a:lnTo>
                <a:lnTo>
                  <a:pt x="1028" y="292"/>
                </a:lnTo>
                <a:lnTo>
                  <a:pt x="1031" y="304"/>
                </a:lnTo>
                <a:lnTo>
                  <a:pt x="1034" y="315"/>
                </a:lnTo>
                <a:lnTo>
                  <a:pt x="1036" y="327"/>
                </a:lnTo>
                <a:lnTo>
                  <a:pt x="1038" y="338"/>
                </a:lnTo>
                <a:lnTo>
                  <a:pt x="1040" y="350"/>
                </a:lnTo>
                <a:lnTo>
                  <a:pt x="1040" y="362"/>
                </a:lnTo>
                <a:lnTo>
                  <a:pt x="1041" y="373"/>
                </a:lnTo>
                <a:close/>
              </a:path>
            </a:pathLst>
          </a:custGeom>
          <a:solidFill>
            <a:srgbClr val="ffd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2" name=""/>
          <p:cNvSpPr/>
          <p:nvPr/>
        </p:nvSpPr>
        <p:spPr>
          <a:xfrm>
            <a:off x="7873920" y="2809080"/>
            <a:ext cx="377280" cy="270360"/>
          </a:xfrm>
          <a:custGeom>
            <a:avLst/>
            <a:gdLst/>
            <a:ahLst/>
            <a:rect l="0" t="0" r="r" b="b"/>
            <a:pathLst>
              <a:path w="1048" h="751">
                <a:moveTo>
                  <a:pt x="1045" y="376"/>
                </a:moveTo>
                <a:lnTo>
                  <a:pt x="1044" y="365"/>
                </a:lnTo>
                <a:lnTo>
                  <a:pt x="1044" y="353"/>
                </a:lnTo>
                <a:lnTo>
                  <a:pt x="1042" y="341"/>
                </a:lnTo>
                <a:lnTo>
                  <a:pt x="1040" y="330"/>
                </a:lnTo>
                <a:lnTo>
                  <a:pt x="1038" y="318"/>
                </a:lnTo>
                <a:lnTo>
                  <a:pt x="1035" y="307"/>
                </a:lnTo>
                <a:lnTo>
                  <a:pt x="1032" y="295"/>
                </a:lnTo>
                <a:lnTo>
                  <a:pt x="1028" y="284"/>
                </a:lnTo>
                <a:lnTo>
                  <a:pt x="1024" y="272"/>
                </a:lnTo>
                <a:lnTo>
                  <a:pt x="1019" y="261"/>
                </a:lnTo>
                <a:lnTo>
                  <a:pt x="1014" y="250"/>
                </a:lnTo>
                <a:lnTo>
                  <a:pt x="1008" y="239"/>
                </a:lnTo>
                <a:lnTo>
                  <a:pt x="1002" y="228"/>
                </a:lnTo>
                <a:lnTo>
                  <a:pt x="995" y="218"/>
                </a:lnTo>
                <a:lnTo>
                  <a:pt x="988" y="207"/>
                </a:lnTo>
                <a:lnTo>
                  <a:pt x="980" y="197"/>
                </a:lnTo>
                <a:lnTo>
                  <a:pt x="972" y="187"/>
                </a:lnTo>
                <a:lnTo>
                  <a:pt x="964" y="177"/>
                </a:lnTo>
                <a:lnTo>
                  <a:pt x="955" y="167"/>
                </a:lnTo>
                <a:lnTo>
                  <a:pt x="945" y="157"/>
                </a:lnTo>
                <a:lnTo>
                  <a:pt x="936" y="148"/>
                </a:lnTo>
                <a:lnTo>
                  <a:pt x="925" y="139"/>
                </a:lnTo>
                <a:lnTo>
                  <a:pt x="915" y="130"/>
                </a:lnTo>
                <a:lnTo>
                  <a:pt x="904" y="121"/>
                </a:lnTo>
                <a:lnTo>
                  <a:pt x="892" y="113"/>
                </a:lnTo>
                <a:lnTo>
                  <a:pt x="881" y="105"/>
                </a:lnTo>
                <a:lnTo>
                  <a:pt x="869" y="97"/>
                </a:lnTo>
                <a:lnTo>
                  <a:pt x="856" y="89"/>
                </a:lnTo>
                <a:lnTo>
                  <a:pt x="843" y="82"/>
                </a:lnTo>
                <a:lnTo>
                  <a:pt x="830" y="75"/>
                </a:lnTo>
                <a:lnTo>
                  <a:pt x="817" y="67"/>
                </a:lnTo>
                <a:lnTo>
                  <a:pt x="803" y="61"/>
                </a:lnTo>
                <a:lnTo>
                  <a:pt x="789" y="55"/>
                </a:lnTo>
                <a:lnTo>
                  <a:pt x="775" y="49"/>
                </a:lnTo>
                <a:lnTo>
                  <a:pt x="761" y="44"/>
                </a:lnTo>
                <a:lnTo>
                  <a:pt x="746" y="38"/>
                </a:lnTo>
                <a:lnTo>
                  <a:pt x="731" y="34"/>
                </a:lnTo>
                <a:lnTo>
                  <a:pt x="716" y="29"/>
                </a:lnTo>
                <a:lnTo>
                  <a:pt x="701" y="25"/>
                </a:lnTo>
                <a:lnTo>
                  <a:pt x="686" y="21"/>
                </a:lnTo>
                <a:lnTo>
                  <a:pt x="670" y="18"/>
                </a:lnTo>
                <a:lnTo>
                  <a:pt x="654" y="15"/>
                </a:lnTo>
                <a:lnTo>
                  <a:pt x="637" y="12"/>
                </a:lnTo>
                <a:lnTo>
                  <a:pt x="621" y="10"/>
                </a:lnTo>
                <a:lnTo>
                  <a:pt x="605" y="8"/>
                </a:lnTo>
                <a:lnTo>
                  <a:pt x="589" y="6"/>
                </a:lnTo>
                <a:lnTo>
                  <a:pt x="573" y="5"/>
                </a:lnTo>
                <a:lnTo>
                  <a:pt x="557" y="4"/>
                </a:lnTo>
                <a:lnTo>
                  <a:pt x="540" y="3"/>
                </a:lnTo>
                <a:lnTo>
                  <a:pt x="524" y="3"/>
                </a:lnTo>
                <a:lnTo>
                  <a:pt x="508" y="3"/>
                </a:lnTo>
                <a:lnTo>
                  <a:pt x="491" y="4"/>
                </a:lnTo>
                <a:lnTo>
                  <a:pt x="475" y="5"/>
                </a:lnTo>
                <a:lnTo>
                  <a:pt x="459" y="6"/>
                </a:lnTo>
                <a:lnTo>
                  <a:pt x="443" y="8"/>
                </a:lnTo>
                <a:lnTo>
                  <a:pt x="427" y="10"/>
                </a:lnTo>
                <a:lnTo>
                  <a:pt x="411" y="12"/>
                </a:lnTo>
                <a:lnTo>
                  <a:pt x="395" y="15"/>
                </a:lnTo>
                <a:lnTo>
                  <a:pt x="379" y="18"/>
                </a:lnTo>
                <a:lnTo>
                  <a:pt x="363" y="21"/>
                </a:lnTo>
                <a:lnTo>
                  <a:pt x="348" y="25"/>
                </a:lnTo>
                <a:lnTo>
                  <a:pt x="333" y="29"/>
                </a:lnTo>
                <a:lnTo>
                  <a:pt x="318" y="34"/>
                </a:lnTo>
                <a:lnTo>
                  <a:pt x="303" y="38"/>
                </a:lnTo>
                <a:lnTo>
                  <a:pt x="288" y="44"/>
                </a:lnTo>
                <a:lnTo>
                  <a:pt x="274" y="49"/>
                </a:lnTo>
                <a:lnTo>
                  <a:pt x="259" y="55"/>
                </a:lnTo>
                <a:lnTo>
                  <a:pt x="246" y="61"/>
                </a:lnTo>
                <a:lnTo>
                  <a:pt x="232" y="67"/>
                </a:lnTo>
                <a:lnTo>
                  <a:pt x="219" y="75"/>
                </a:lnTo>
                <a:lnTo>
                  <a:pt x="205" y="82"/>
                </a:lnTo>
                <a:lnTo>
                  <a:pt x="193" y="89"/>
                </a:lnTo>
                <a:lnTo>
                  <a:pt x="180" y="97"/>
                </a:lnTo>
                <a:lnTo>
                  <a:pt x="168" y="105"/>
                </a:lnTo>
                <a:lnTo>
                  <a:pt x="157" y="113"/>
                </a:lnTo>
                <a:lnTo>
                  <a:pt x="145" y="121"/>
                </a:lnTo>
                <a:lnTo>
                  <a:pt x="134" y="130"/>
                </a:lnTo>
                <a:lnTo>
                  <a:pt x="124" y="139"/>
                </a:lnTo>
                <a:lnTo>
                  <a:pt x="113" y="148"/>
                </a:lnTo>
                <a:lnTo>
                  <a:pt x="104" y="157"/>
                </a:lnTo>
                <a:lnTo>
                  <a:pt x="94" y="167"/>
                </a:lnTo>
                <a:lnTo>
                  <a:pt x="85" y="177"/>
                </a:lnTo>
                <a:lnTo>
                  <a:pt x="77" y="187"/>
                </a:lnTo>
                <a:lnTo>
                  <a:pt x="69" y="197"/>
                </a:lnTo>
                <a:lnTo>
                  <a:pt x="61" y="207"/>
                </a:lnTo>
                <a:lnTo>
                  <a:pt x="54" y="218"/>
                </a:lnTo>
                <a:lnTo>
                  <a:pt x="47" y="228"/>
                </a:lnTo>
                <a:lnTo>
                  <a:pt x="41" y="239"/>
                </a:lnTo>
                <a:lnTo>
                  <a:pt x="35" y="250"/>
                </a:lnTo>
                <a:lnTo>
                  <a:pt x="30" y="261"/>
                </a:lnTo>
                <a:lnTo>
                  <a:pt x="25" y="272"/>
                </a:lnTo>
                <a:lnTo>
                  <a:pt x="21" y="284"/>
                </a:lnTo>
                <a:lnTo>
                  <a:pt x="17" y="295"/>
                </a:lnTo>
                <a:lnTo>
                  <a:pt x="14" y="307"/>
                </a:lnTo>
                <a:lnTo>
                  <a:pt x="11" y="318"/>
                </a:lnTo>
                <a:lnTo>
                  <a:pt x="8" y="330"/>
                </a:lnTo>
                <a:lnTo>
                  <a:pt x="7" y="341"/>
                </a:lnTo>
                <a:lnTo>
                  <a:pt x="5" y="353"/>
                </a:lnTo>
                <a:lnTo>
                  <a:pt x="5" y="365"/>
                </a:lnTo>
                <a:lnTo>
                  <a:pt x="4" y="376"/>
                </a:lnTo>
                <a:lnTo>
                  <a:pt x="5" y="388"/>
                </a:lnTo>
                <a:lnTo>
                  <a:pt x="5" y="400"/>
                </a:lnTo>
                <a:lnTo>
                  <a:pt x="7" y="411"/>
                </a:lnTo>
                <a:lnTo>
                  <a:pt x="8" y="423"/>
                </a:lnTo>
                <a:lnTo>
                  <a:pt x="11" y="435"/>
                </a:lnTo>
                <a:lnTo>
                  <a:pt x="14" y="446"/>
                </a:lnTo>
                <a:lnTo>
                  <a:pt x="17" y="458"/>
                </a:lnTo>
                <a:lnTo>
                  <a:pt x="21" y="469"/>
                </a:lnTo>
                <a:lnTo>
                  <a:pt x="25" y="480"/>
                </a:lnTo>
                <a:lnTo>
                  <a:pt x="30" y="491"/>
                </a:lnTo>
                <a:lnTo>
                  <a:pt x="35" y="502"/>
                </a:lnTo>
                <a:lnTo>
                  <a:pt x="41" y="513"/>
                </a:lnTo>
                <a:lnTo>
                  <a:pt x="47" y="524"/>
                </a:lnTo>
                <a:lnTo>
                  <a:pt x="54" y="535"/>
                </a:lnTo>
                <a:lnTo>
                  <a:pt x="61" y="545"/>
                </a:lnTo>
                <a:lnTo>
                  <a:pt x="69" y="556"/>
                </a:lnTo>
                <a:lnTo>
                  <a:pt x="77" y="566"/>
                </a:lnTo>
                <a:lnTo>
                  <a:pt x="85" y="576"/>
                </a:lnTo>
                <a:lnTo>
                  <a:pt x="94" y="586"/>
                </a:lnTo>
                <a:lnTo>
                  <a:pt x="104" y="595"/>
                </a:lnTo>
                <a:lnTo>
                  <a:pt x="113" y="604"/>
                </a:lnTo>
                <a:lnTo>
                  <a:pt x="124" y="614"/>
                </a:lnTo>
                <a:lnTo>
                  <a:pt x="134" y="622"/>
                </a:lnTo>
                <a:lnTo>
                  <a:pt x="145" y="631"/>
                </a:lnTo>
                <a:lnTo>
                  <a:pt x="157" y="640"/>
                </a:lnTo>
                <a:lnTo>
                  <a:pt x="168" y="648"/>
                </a:lnTo>
                <a:lnTo>
                  <a:pt x="180" y="656"/>
                </a:lnTo>
                <a:lnTo>
                  <a:pt x="193" y="663"/>
                </a:lnTo>
                <a:lnTo>
                  <a:pt x="205" y="670"/>
                </a:lnTo>
                <a:lnTo>
                  <a:pt x="219" y="677"/>
                </a:lnTo>
                <a:lnTo>
                  <a:pt x="232" y="684"/>
                </a:lnTo>
                <a:lnTo>
                  <a:pt x="246" y="691"/>
                </a:lnTo>
                <a:lnTo>
                  <a:pt x="259" y="697"/>
                </a:lnTo>
                <a:lnTo>
                  <a:pt x="274" y="703"/>
                </a:lnTo>
                <a:lnTo>
                  <a:pt x="288" y="708"/>
                </a:lnTo>
                <a:lnTo>
                  <a:pt x="303" y="713"/>
                </a:lnTo>
                <a:lnTo>
                  <a:pt x="318" y="718"/>
                </a:lnTo>
                <a:lnTo>
                  <a:pt x="333" y="722"/>
                </a:lnTo>
                <a:lnTo>
                  <a:pt x="348" y="727"/>
                </a:lnTo>
                <a:lnTo>
                  <a:pt x="363" y="730"/>
                </a:lnTo>
                <a:lnTo>
                  <a:pt x="379" y="734"/>
                </a:lnTo>
                <a:lnTo>
                  <a:pt x="395" y="737"/>
                </a:lnTo>
                <a:lnTo>
                  <a:pt x="411" y="740"/>
                </a:lnTo>
                <a:lnTo>
                  <a:pt x="427" y="742"/>
                </a:lnTo>
                <a:lnTo>
                  <a:pt x="443" y="744"/>
                </a:lnTo>
                <a:lnTo>
                  <a:pt x="459" y="746"/>
                </a:lnTo>
                <a:lnTo>
                  <a:pt x="475" y="747"/>
                </a:lnTo>
                <a:lnTo>
                  <a:pt x="491" y="748"/>
                </a:lnTo>
                <a:lnTo>
                  <a:pt x="508" y="748"/>
                </a:lnTo>
                <a:lnTo>
                  <a:pt x="524" y="749"/>
                </a:lnTo>
                <a:lnTo>
                  <a:pt x="540" y="748"/>
                </a:lnTo>
                <a:lnTo>
                  <a:pt x="557" y="748"/>
                </a:lnTo>
                <a:lnTo>
                  <a:pt x="573" y="747"/>
                </a:lnTo>
                <a:lnTo>
                  <a:pt x="589" y="746"/>
                </a:lnTo>
                <a:lnTo>
                  <a:pt x="605" y="744"/>
                </a:lnTo>
                <a:lnTo>
                  <a:pt x="621" y="742"/>
                </a:lnTo>
                <a:lnTo>
                  <a:pt x="637" y="740"/>
                </a:lnTo>
                <a:lnTo>
                  <a:pt x="654" y="737"/>
                </a:lnTo>
                <a:lnTo>
                  <a:pt x="670" y="734"/>
                </a:lnTo>
                <a:lnTo>
                  <a:pt x="686" y="730"/>
                </a:lnTo>
                <a:lnTo>
                  <a:pt x="701" y="727"/>
                </a:lnTo>
                <a:lnTo>
                  <a:pt x="716" y="722"/>
                </a:lnTo>
                <a:lnTo>
                  <a:pt x="731" y="718"/>
                </a:lnTo>
                <a:lnTo>
                  <a:pt x="746" y="713"/>
                </a:lnTo>
                <a:lnTo>
                  <a:pt x="761" y="708"/>
                </a:lnTo>
                <a:lnTo>
                  <a:pt x="775" y="703"/>
                </a:lnTo>
                <a:lnTo>
                  <a:pt x="789" y="697"/>
                </a:lnTo>
                <a:lnTo>
                  <a:pt x="803" y="691"/>
                </a:lnTo>
                <a:lnTo>
                  <a:pt x="817" y="684"/>
                </a:lnTo>
                <a:lnTo>
                  <a:pt x="830" y="677"/>
                </a:lnTo>
                <a:lnTo>
                  <a:pt x="843" y="670"/>
                </a:lnTo>
                <a:lnTo>
                  <a:pt x="856" y="663"/>
                </a:lnTo>
                <a:lnTo>
                  <a:pt x="869" y="656"/>
                </a:lnTo>
                <a:lnTo>
                  <a:pt x="881" y="648"/>
                </a:lnTo>
                <a:lnTo>
                  <a:pt x="892" y="640"/>
                </a:lnTo>
                <a:lnTo>
                  <a:pt x="904" y="631"/>
                </a:lnTo>
                <a:lnTo>
                  <a:pt x="915" y="622"/>
                </a:lnTo>
                <a:lnTo>
                  <a:pt x="925" y="614"/>
                </a:lnTo>
                <a:lnTo>
                  <a:pt x="936" y="604"/>
                </a:lnTo>
                <a:lnTo>
                  <a:pt x="945" y="595"/>
                </a:lnTo>
                <a:lnTo>
                  <a:pt x="955" y="586"/>
                </a:lnTo>
                <a:lnTo>
                  <a:pt x="964" y="576"/>
                </a:lnTo>
                <a:lnTo>
                  <a:pt x="972" y="566"/>
                </a:lnTo>
                <a:lnTo>
                  <a:pt x="980" y="556"/>
                </a:lnTo>
                <a:lnTo>
                  <a:pt x="988" y="545"/>
                </a:lnTo>
                <a:lnTo>
                  <a:pt x="995" y="535"/>
                </a:lnTo>
                <a:lnTo>
                  <a:pt x="1002" y="524"/>
                </a:lnTo>
                <a:lnTo>
                  <a:pt x="1008" y="513"/>
                </a:lnTo>
                <a:lnTo>
                  <a:pt x="1014" y="502"/>
                </a:lnTo>
                <a:lnTo>
                  <a:pt x="1019" y="491"/>
                </a:lnTo>
                <a:lnTo>
                  <a:pt x="1024" y="480"/>
                </a:lnTo>
                <a:lnTo>
                  <a:pt x="1028" y="469"/>
                </a:lnTo>
                <a:lnTo>
                  <a:pt x="1032" y="458"/>
                </a:lnTo>
                <a:lnTo>
                  <a:pt x="1035" y="446"/>
                </a:lnTo>
                <a:lnTo>
                  <a:pt x="1038" y="435"/>
                </a:lnTo>
                <a:lnTo>
                  <a:pt x="1040" y="423"/>
                </a:lnTo>
                <a:lnTo>
                  <a:pt x="1042" y="411"/>
                </a:lnTo>
                <a:lnTo>
                  <a:pt x="1044" y="400"/>
                </a:lnTo>
                <a:lnTo>
                  <a:pt x="1044" y="388"/>
                </a:lnTo>
                <a:lnTo>
                  <a:pt x="1045" y="376"/>
                </a:lnTo>
                <a:moveTo>
                  <a:pt x="1048" y="376"/>
                </a:moveTo>
                <a:lnTo>
                  <a:pt x="1048" y="388"/>
                </a:lnTo>
                <a:lnTo>
                  <a:pt x="1047" y="400"/>
                </a:lnTo>
                <a:lnTo>
                  <a:pt x="1046" y="412"/>
                </a:lnTo>
                <a:lnTo>
                  <a:pt x="1044" y="423"/>
                </a:lnTo>
                <a:lnTo>
                  <a:pt x="1042" y="435"/>
                </a:lnTo>
                <a:lnTo>
                  <a:pt x="1039" y="447"/>
                </a:lnTo>
                <a:lnTo>
                  <a:pt x="1036" y="458"/>
                </a:lnTo>
                <a:lnTo>
                  <a:pt x="1032" y="470"/>
                </a:lnTo>
                <a:lnTo>
                  <a:pt x="1028" y="481"/>
                </a:lnTo>
                <a:lnTo>
                  <a:pt x="1023" y="492"/>
                </a:lnTo>
                <a:lnTo>
                  <a:pt x="1018" y="503"/>
                </a:lnTo>
                <a:lnTo>
                  <a:pt x="1012" y="514"/>
                </a:lnTo>
                <a:lnTo>
                  <a:pt x="1005" y="525"/>
                </a:lnTo>
                <a:lnTo>
                  <a:pt x="999" y="536"/>
                </a:lnTo>
                <a:lnTo>
                  <a:pt x="991" y="547"/>
                </a:lnTo>
                <a:lnTo>
                  <a:pt x="984" y="557"/>
                </a:lnTo>
                <a:lnTo>
                  <a:pt x="976" y="567"/>
                </a:lnTo>
                <a:lnTo>
                  <a:pt x="967" y="577"/>
                </a:lnTo>
                <a:lnTo>
                  <a:pt x="958" y="587"/>
                </a:lnTo>
                <a:lnTo>
                  <a:pt x="948" y="597"/>
                </a:lnTo>
                <a:lnTo>
                  <a:pt x="939" y="606"/>
                </a:lnTo>
                <a:lnTo>
                  <a:pt x="928" y="615"/>
                </a:lnTo>
                <a:lnTo>
                  <a:pt x="918" y="624"/>
                </a:lnTo>
                <a:lnTo>
                  <a:pt x="907" y="633"/>
                </a:lnTo>
                <a:lnTo>
                  <a:pt x="895" y="641"/>
                </a:lnTo>
                <a:lnTo>
                  <a:pt x="883" y="650"/>
                </a:lnTo>
                <a:lnTo>
                  <a:pt x="871" y="658"/>
                </a:lnTo>
                <a:lnTo>
                  <a:pt x="859" y="665"/>
                </a:lnTo>
                <a:lnTo>
                  <a:pt x="846" y="673"/>
                </a:lnTo>
                <a:lnTo>
                  <a:pt x="833" y="680"/>
                </a:lnTo>
                <a:lnTo>
                  <a:pt x="819" y="686"/>
                </a:lnTo>
                <a:lnTo>
                  <a:pt x="805" y="693"/>
                </a:lnTo>
                <a:lnTo>
                  <a:pt x="791" y="699"/>
                </a:lnTo>
                <a:lnTo>
                  <a:pt x="777" y="705"/>
                </a:lnTo>
                <a:lnTo>
                  <a:pt x="763" y="710"/>
                </a:lnTo>
                <a:lnTo>
                  <a:pt x="748" y="716"/>
                </a:lnTo>
                <a:lnTo>
                  <a:pt x="733" y="721"/>
                </a:lnTo>
                <a:lnTo>
                  <a:pt x="718" y="725"/>
                </a:lnTo>
                <a:lnTo>
                  <a:pt x="702" y="729"/>
                </a:lnTo>
                <a:lnTo>
                  <a:pt x="687" y="733"/>
                </a:lnTo>
                <a:lnTo>
                  <a:pt x="671" y="736"/>
                </a:lnTo>
                <a:lnTo>
                  <a:pt x="655" y="740"/>
                </a:lnTo>
                <a:lnTo>
                  <a:pt x="638" y="742"/>
                </a:lnTo>
                <a:lnTo>
                  <a:pt x="622" y="745"/>
                </a:lnTo>
                <a:lnTo>
                  <a:pt x="606" y="747"/>
                </a:lnTo>
                <a:lnTo>
                  <a:pt x="590" y="748"/>
                </a:lnTo>
                <a:lnTo>
                  <a:pt x="573" y="750"/>
                </a:lnTo>
                <a:lnTo>
                  <a:pt x="557" y="751"/>
                </a:lnTo>
                <a:lnTo>
                  <a:pt x="540" y="751"/>
                </a:lnTo>
                <a:lnTo>
                  <a:pt x="524" y="751"/>
                </a:lnTo>
                <a:lnTo>
                  <a:pt x="508" y="751"/>
                </a:lnTo>
                <a:lnTo>
                  <a:pt x="491" y="751"/>
                </a:lnTo>
                <a:lnTo>
                  <a:pt x="475" y="750"/>
                </a:lnTo>
                <a:lnTo>
                  <a:pt x="458" y="748"/>
                </a:lnTo>
                <a:lnTo>
                  <a:pt x="442" y="747"/>
                </a:lnTo>
                <a:lnTo>
                  <a:pt x="426" y="745"/>
                </a:lnTo>
                <a:lnTo>
                  <a:pt x="410" y="742"/>
                </a:lnTo>
                <a:lnTo>
                  <a:pt x="394" y="740"/>
                </a:lnTo>
                <a:lnTo>
                  <a:pt x="378" y="736"/>
                </a:lnTo>
                <a:lnTo>
                  <a:pt x="362" y="733"/>
                </a:lnTo>
                <a:lnTo>
                  <a:pt x="347" y="729"/>
                </a:lnTo>
                <a:lnTo>
                  <a:pt x="331" y="725"/>
                </a:lnTo>
                <a:lnTo>
                  <a:pt x="316" y="721"/>
                </a:lnTo>
                <a:lnTo>
                  <a:pt x="301" y="716"/>
                </a:lnTo>
                <a:lnTo>
                  <a:pt x="286" y="710"/>
                </a:lnTo>
                <a:lnTo>
                  <a:pt x="272" y="705"/>
                </a:lnTo>
                <a:lnTo>
                  <a:pt x="257" y="699"/>
                </a:lnTo>
                <a:lnTo>
                  <a:pt x="243" y="693"/>
                </a:lnTo>
                <a:lnTo>
                  <a:pt x="230" y="686"/>
                </a:lnTo>
                <a:lnTo>
                  <a:pt x="216" y="680"/>
                </a:lnTo>
                <a:lnTo>
                  <a:pt x="203" y="673"/>
                </a:lnTo>
                <a:lnTo>
                  <a:pt x="190" y="665"/>
                </a:lnTo>
                <a:lnTo>
                  <a:pt x="178" y="658"/>
                </a:lnTo>
                <a:lnTo>
                  <a:pt x="166" y="650"/>
                </a:lnTo>
                <a:lnTo>
                  <a:pt x="154" y="641"/>
                </a:lnTo>
                <a:lnTo>
                  <a:pt x="142" y="633"/>
                </a:lnTo>
                <a:lnTo>
                  <a:pt x="131" y="624"/>
                </a:lnTo>
                <a:lnTo>
                  <a:pt x="121" y="615"/>
                </a:lnTo>
                <a:lnTo>
                  <a:pt x="110" y="606"/>
                </a:lnTo>
                <a:lnTo>
                  <a:pt x="100" y="597"/>
                </a:lnTo>
                <a:lnTo>
                  <a:pt x="91" y="587"/>
                </a:lnTo>
                <a:lnTo>
                  <a:pt x="82" y="577"/>
                </a:lnTo>
                <a:lnTo>
                  <a:pt x="73" y="567"/>
                </a:lnTo>
                <a:lnTo>
                  <a:pt x="65" y="557"/>
                </a:lnTo>
                <a:lnTo>
                  <a:pt x="58" y="547"/>
                </a:lnTo>
                <a:lnTo>
                  <a:pt x="50" y="536"/>
                </a:lnTo>
                <a:lnTo>
                  <a:pt x="44" y="525"/>
                </a:lnTo>
                <a:lnTo>
                  <a:pt x="37" y="514"/>
                </a:lnTo>
                <a:lnTo>
                  <a:pt x="31" y="503"/>
                </a:lnTo>
                <a:lnTo>
                  <a:pt x="26" y="492"/>
                </a:lnTo>
                <a:lnTo>
                  <a:pt x="21" y="481"/>
                </a:lnTo>
                <a:lnTo>
                  <a:pt x="17" y="470"/>
                </a:lnTo>
                <a:lnTo>
                  <a:pt x="13" y="458"/>
                </a:lnTo>
                <a:lnTo>
                  <a:pt x="10" y="447"/>
                </a:lnTo>
                <a:lnTo>
                  <a:pt x="7" y="435"/>
                </a:lnTo>
                <a:lnTo>
                  <a:pt x="5" y="423"/>
                </a:lnTo>
                <a:lnTo>
                  <a:pt x="3" y="412"/>
                </a:lnTo>
                <a:lnTo>
                  <a:pt x="1" y="400"/>
                </a:lnTo>
                <a:lnTo>
                  <a:pt x="1" y="388"/>
                </a:lnTo>
                <a:lnTo>
                  <a:pt x="0" y="376"/>
                </a:lnTo>
                <a:lnTo>
                  <a:pt x="1" y="365"/>
                </a:lnTo>
                <a:lnTo>
                  <a:pt x="1" y="353"/>
                </a:lnTo>
                <a:lnTo>
                  <a:pt x="3" y="341"/>
                </a:lnTo>
                <a:lnTo>
                  <a:pt x="5" y="329"/>
                </a:lnTo>
                <a:lnTo>
                  <a:pt x="7" y="318"/>
                </a:lnTo>
                <a:lnTo>
                  <a:pt x="10" y="306"/>
                </a:lnTo>
                <a:lnTo>
                  <a:pt x="13" y="294"/>
                </a:lnTo>
                <a:lnTo>
                  <a:pt x="17" y="283"/>
                </a:lnTo>
                <a:lnTo>
                  <a:pt x="21" y="272"/>
                </a:lnTo>
                <a:lnTo>
                  <a:pt x="26" y="260"/>
                </a:lnTo>
                <a:lnTo>
                  <a:pt x="31" y="249"/>
                </a:lnTo>
                <a:lnTo>
                  <a:pt x="37" y="238"/>
                </a:lnTo>
                <a:lnTo>
                  <a:pt x="44" y="227"/>
                </a:lnTo>
                <a:lnTo>
                  <a:pt x="50" y="217"/>
                </a:lnTo>
                <a:lnTo>
                  <a:pt x="58" y="206"/>
                </a:lnTo>
                <a:lnTo>
                  <a:pt x="65" y="196"/>
                </a:lnTo>
                <a:lnTo>
                  <a:pt x="73" y="185"/>
                </a:lnTo>
                <a:lnTo>
                  <a:pt x="82" y="175"/>
                </a:lnTo>
                <a:lnTo>
                  <a:pt x="91" y="165"/>
                </a:lnTo>
                <a:lnTo>
                  <a:pt x="100" y="156"/>
                </a:lnTo>
                <a:lnTo>
                  <a:pt x="110" y="146"/>
                </a:lnTo>
                <a:lnTo>
                  <a:pt x="121" y="137"/>
                </a:lnTo>
                <a:lnTo>
                  <a:pt x="131" y="128"/>
                </a:lnTo>
                <a:lnTo>
                  <a:pt x="142" y="120"/>
                </a:lnTo>
                <a:lnTo>
                  <a:pt x="154" y="111"/>
                </a:lnTo>
                <a:lnTo>
                  <a:pt x="166" y="103"/>
                </a:lnTo>
                <a:lnTo>
                  <a:pt x="178" y="95"/>
                </a:lnTo>
                <a:lnTo>
                  <a:pt x="190" y="87"/>
                </a:lnTo>
                <a:lnTo>
                  <a:pt x="203" y="80"/>
                </a:lnTo>
                <a:lnTo>
                  <a:pt x="216" y="73"/>
                </a:lnTo>
                <a:lnTo>
                  <a:pt x="230" y="65"/>
                </a:lnTo>
                <a:lnTo>
                  <a:pt x="243" y="59"/>
                </a:lnTo>
                <a:lnTo>
                  <a:pt x="257" y="52"/>
                </a:lnTo>
                <a:lnTo>
                  <a:pt x="272" y="47"/>
                </a:lnTo>
                <a:lnTo>
                  <a:pt x="286" y="41"/>
                </a:lnTo>
                <a:lnTo>
                  <a:pt x="301" y="36"/>
                </a:lnTo>
                <a:lnTo>
                  <a:pt x="316" y="31"/>
                </a:lnTo>
                <a:lnTo>
                  <a:pt x="331" y="27"/>
                </a:lnTo>
                <a:lnTo>
                  <a:pt x="347" y="22"/>
                </a:lnTo>
                <a:lnTo>
                  <a:pt x="362" y="19"/>
                </a:lnTo>
                <a:lnTo>
                  <a:pt x="378" y="15"/>
                </a:lnTo>
                <a:lnTo>
                  <a:pt x="394" y="12"/>
                </a:lnTo>
                <a:lnTo>
                  <a:pt x="410" y="9"/>
                </a:lnTo>
                <a:lnTo>
                  <a:pt x="426" y="7"/>
                </a:lnTo>
                <a:lnTo>
                  <a:pt x="442" y="5"/>
                </a:lnTo>
                <a:lnTo>
                  <a:pt x="458" y="3"/>
                </a:lnTo>
                <a:lnTo>
                  <a:pt x="475" y="2"/>
                </a:lnTo>
                <a:lnTo>
                  <a:pt x="491" y="1"/>
                </a:lnTo>
                <a:lnTo>
                  <a:pt x="508" y="0"/>
                </a:lnTo>
                <a:lnTo>
                  <a:pt x="524" y="0"/>
                </a:lnTo>
                <a:lnTo>
                  <a:pt x="540" y="0"/>
                </a:lnTo>
                <a:lnTo>
                  <a:pt x="557" y="1"/>
                </a:lnTo>
                <a:lnTo>
                  <a:pt x="573" y="2"/>
                </a:lnTo>
                <a:lnTo>
                  <a:pt x="590" y="3"/>
                </a:lnTo>
                <a:lnTo>
                  <a:pt x="606" y="5"/>
                </a:lnTo>
                <a:lnTo>
                  <a:pt x="622" y="7"/>
                </a:lnTo>
                <a:lnTo>
                  <a:pt x="638" y="9"/>
                </a:lnTo>
                <a:lnTo>
                  <a:pt x="655" y="12"/>
                </a:lnTo>
                <a:lnTo>
                  <a:pt x="671" y="15"/>
                </a:lnTo>
                <a:lnTo>
                  <a:pt x="687" y="19"/>
                </a:lnTo>
                <a:lnTo>
                  <a:pt x="702" y="22"/>
                </a:lnTo>
                <a:lnTo>
                  <a:pt x="718" y="27"/>
                </a:lnTo>
                <a:lnTo>
                  <a:pt x="733" y="31"/>
                </a:lnTo>
                <a:lnTo>
                  <a:pt x="748" y="36"/>
                </a:lnTo>
                <a:lnTo>
                  <a:pt x="763" y="41"/>
                </a:lnTo>
                <a:lnTo>
                  <a:pt x="777" y="47"/>
                </a:lnTo>
                <a:lnTo>
                  <a:pt x="791" y="52"/>
                </a:lnTo>
                <a:lnTo>
                  <a:pt x="805" y="59"/>
                </a:lnTo>
                <a:lnTo>
                  <a:pt x="819" y="65"/>
                </a:lnTo>
                <a:lnTo>
                  <a:pt x="833" y="73"/>
                </a:lnTo>
                <a:lnTo>
                  <a:pt x="846" y="80"/>
                </a:lnTo>
                <a:lnTo>
                  <a:pt x="859" y="87"/>
                </a:lnTo>
                <a:lnTo>
                  <a:pt x="871" y="95"/>
                </a:lnTo>
                <a:lnTo>
                  <a:pt x="883" y="103"/>
                </a:lnTo>
                <a:lnTo>
                  <a:pt x="895" y="111"/>
                </a:lnTo>
                <a:lnTo>
                  <a:pt x="907" y="120"/>
                </a:lnTo>
                <a:lnTo>
                  <a:pt x="918" y="128"/>
                </a:lnTo>
                <a:lnTo>
                  <a:pt x="928" y="137"/>
                </a:lnTo>
                <a:lnTo>
                  <a:pt x="939" y="146"/>
                </a:lnTo>
                <a:lnTo>
                  <a:pt x="948" y="156"/>
                </a:lnTo>
                <a:lnTo>
                  <a:pt x="958" y="165"/>
                </a:lnTo>
                <a:lnTo>
                  <a:pt x="967" y="175"/>
                </a:lnTo>
                <a:lnTo>
                  <a:pt x="976" y="185"/>
                </a:lnTo>
                <a:lnTo>
                  <a:pt x="984" y="196"/>
                </a:lnTo>
                <a:lnTo>
                  <a:pt x="991" y="206"/>
                </a:lnTo>
                <a:lnTo>
                  <a:pt x="999" y="217"/>
                </a:lnTo>
                <a:lnTo>
                  <a:pt x="1005" y="227"/>
                </a:lnTo>
                <a:lnTo>
                  <a:pt x="1012" y="238"/>
                </a:lnTo>
                <a:lnTo>
                  <a:pt x="1018" y="249"/>
                </a:lnTo>
                <a:lnTo>
                  <a:pt x="1023" y="260"/>
                </a:lnTo>
                <a:lnTo>
                  <a:pt x="1028" y="272"/>
                </a:lnTo>
                <a:lnTo>
                  <a:pt x="1032" y="283"/>
                </a:lnTo>
                <a:lnTo>
                  <a:pt x="1036" y="294"/>
                </a:lnTo>
                <a:lnTo>
                  <a:pt x="1039" y="306"/>
                </a:lnTo>
                <a:lnTo>
                  <a:pt x="1042" y="318"/>
                </a:lnTo>
                <a:lnTo>
                  <a:pt x="1044" y="329"/>
                </a:lnTo>
                <a:lnTo>
                  <a:pt x="1046" y="341"/>
                </a:lnTo>
                <a:lnTo>
                  <a:pt x="1047" y="353"/>
                </a:lnTo>
                <a:lnTo>
                  <a:pt x="1048" y="365"/>
                </a:lnTo>
                <a:lnTo>
                  <a:pt x="1048" y="376"/>
                </a:lnTo>
                <a:close/>
              </a:path>
            </a:pathLst>
          </a:custGeom>
          <a:solidFill>
            <a:srgbClr val="ffc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3" name=""/>
          <p:cNvSpPr/>
          <p:nvPr/>
        </p:nvSpPr>
        <p:spPr>
          <a:xfrm>
            <a:off x="7872840" y="2808000"/>
            <a:ext cx="379800" cy="272520"/>
          </a:xfrm>
          <a:custGeom>
            <a:avLst/>
            <a:gdLst/>
            <a:ahLst/>
            <a:rect l="0" t="0" r="r" b="b"/>
            <a:pathLst>
              <a:path w="1055" h="757">
                <a:moveTo>
                  <a:pt x="1051" y="379"/>
                </a:moveTo>
                <a:lnTo>
                  <a:pt x="1051" y="368"/>
                </a:lnTo>
                <a:lnTo>
                  <a:pt x="1050" y="356"/>
                </a:lnTo>
                <a:lnTo>
                  <a:pt x="1049" y="344"/>
                </a:lnTo>
                <a:lnTo>
                  <a:pt x="1047" y="332"/>
                </a:lnTo>
                <a:lnTo>
                  <a:pt x="1045" y="321"/>
                </a:lnTo>
                <a:lnTo>
                  <a:pt x="1042" y="309"/>
                </a:lnTo>
                <a:lnTo>
                  <a:pt x="1039" y="297"/>
                </a:lnTo>
                <a:lnTo>
                  <a:pt x="1035" y="286"/>
                </a:lnTo>
                <a:lnTo>
                  <a:pt x="1031" y="275"/>
                </a:lnTo>
                <a:lnTo>
                  <a:pt x="1026" y="263"/>
                </a:lnTo>
                <a:lnTo>
                  <a:pt x="1021" y="252"/>
                </a:lnTo>
                <a:lnTo>
                  <a:pt x="1015" y="241"/>
                </a:lnTo>
                <a:lnTo>
                  <a:pt x="1008" y="230"/>
                </a:lnTo>
                <a:lnTo>
                  <a:pt x="1002" y="220"/>
                </a:lnTo>
                <a:lnTo>
                  <a:pt x="994" y="209"/>
                </a:lnTo>
                <a:lnTo>
                  <a:pt x="987" y="199"/>
                </a:lnTo>
                <a:lnTo>
                  <a:pt x="979" y="188"/>
                </a:lnTo>
                <a:lnTo>
                  <a:pt x="970" y="178"/>
                </a:lnTo>
                <a:lnTo>
                  <a:pt x="961" y="168"/>
                </a:lnTo>
                <a:lnTo>
                  <a:pt x="951" y="159"/>
                </a:lnTo>
                <a:lnTo>
                  <a:pt x="942" y="149"/>
                </a:lnTo>
                <a:lnTo>
                  <a:pt x="931" y="140"/>
                </a:lnTo>
                <a:lnTo>
                  <a:pt x="921" y="131"/>
                </a:lnTo>
                <a:lnTo>
                  <a:pt x="910" y="122"/>
                </a:lnTo>
                <a:lnTo>
                  <a:pt x="898" y="113"/>
                </a:lnTo>
                <a:lnTo>
                  <a:pt x="886" y="105"/>
                </a:lnTo>
                <a:lnTo>
                  <a:pt x="874" y="97"/>
                </a:lnTo>
                <a:lnTo>
                  <a:pt x="862" y="89"/>
                </a:lnTo>
                <a:lnTo>
                  <a:pt x="849" y="82"/>
                </a:lnTo>
                <a:lnTo>
                  <a:pt x="836" y="75"/>
                </a:lnTo>
                <a:lnTo>
                  <a:pt x="822" y="68"/>
                </a:lnTo>
                <a:lnTo>
                  <a:pt x="808" y="62"/>
                </a:lnTo>
                <a:lnTo>
                  <a:pt x="794" y="55"/>
                </a:lnTo>
                <a:lnTo>
                  <a:pt x="779" y="50"/>
                </a:lnTo>
                <a:lnTo>
                  <a:pt x="765" y="44"/>
                </a:lnTo>
                <a:lnTo>
                  <a:pt x="750" y="39"/>
                </a:lnTo>
                <a:lnTo>
                  <a:pt x="735" y="34"/>
                </a:lnTo>
                <a:lnTo>
                  <a:pt x="720" y="30"/>
                </a:lnTo>
                <a:lnTo>
                  <a:pt x="704" y="25"/>
                </a:lnTo>
                <a:lnTo>
                  <a:pt x="689" y="22"/>
                </a:lnTo>
                <a:lnTo>
                  <a:pt x="673" y="18"/>
                </a:lnTo>
                <a:lnTo>
                  <a:pt x="657" y="15"/>
                </a:lnTo>
                <a:lnTo>
                  <a:pt x="641" y="12"/>
                </a:lnTo>
                <a:lnTo>
                  <a:pt x="625" y="10"/>
                </a:lnTo>
                <a:lnTo>
                  <a:pt x="609" y="8"/>
                </a:lnTo>
                <a:lnTo>
                  <a:pt x="593" y="6"/>
                </a:lnTo>
                <a:lnTo>
                  <a:pt x="576" y="5"/>
                </a:lnTo>
                <a:lnTo>
                  <a:pt x="560" y="4"/>
                </a:lnTo>
                <a:lnTo>
                  <a:pt x="543" y="3"/>
                </a:lnTo>
                <a:lnTo>
                  <a:pt x="527" y="3"/>
                </a:lnTo>
                <a:lnTo>
                  <a:pt x="511" y="3"/>
                </a:lnTo>
                <a:lnTo>
                  <a:pt x="494" y="4"/>
                </a:lnTo>
                <a:lnTo>
                  <a:pt x="478" y="5"/>
                </a:lnTo>
                <a:lnTo>
                  <a:pt x="461" y="6"/>
                </a:lnTo>
                <a:lnTo>
                  <a:pt x="445" y="8"/>
                </a:lnTo>
                <a:lnTo>
                  <a:pt x="429" y="10"/>
                </a:lnTo>
                <a:lnTo>
                  <a:pt x="413" y="12"/>
                </a:lnTo>
                <a:lnTo>
                  <a:pt x="397" y="15"/>
                </a:lnTo>
                <a:lnTo>
                  <a:pt x="381" y="18"/>
                </a:lnTo>
                <a:lnTo>
                  <a:pt x="365" y="22"/>
                </a:lnTo>
                <a:lnTo>
                  <a:pt x="350" y="25"/>
                </a:lnTo>
                <a:lnTo>
                  <a:pt x="334" y="30"/>
                </a:lnTo>
                <a:lnTo>
                  <a:pt x="319" y="34"/>
                </a:lnTo>
                <a:lnTo>
                  <a:pt x="304" y="39"/>
                </a:lnTo>
                <a:lnTo>
                  <a:pt x="289" y="44"/>
                </a:lnTo>
                <a:lnTo>
                  <a:pt x="275" y="50"/>
                </a:lnTo>
                <a:lnTo>
                  <a:pt x="260" y="55"/>
                </a:lnTo>
                <a:lnTo>
                  <a:pt x="246" y="62"/>
                </a:lnTo>
                <a:lnTo>
                  <a:pt x="233" y="68"/>
                </a:lnTo>
                <a:lnTo>
                  <a:pt x="219" y="75"/>
                </a:lnTo>
                <a:lnTo>
                  <a:pt x="206" y="82"/>
                </a:lnTo>
                <a:lnTo>
                  <a:pt x="193" y="89"/>
                </a:lnTo>
                <a:lnTo>
                  <a:pt x="181" y="97"/>
                </a:lnTo>
                <a:lnTo>
                  <a:pt x="169" y="105"/>
                </a:lnTo>
                <a:lnTo>
                  <a:pt x="157" y="113"/>
                </a:lnTo>
                <a:lnTo>
                  <a:pt x="145" y="122"/>
                </a:lnTo>
                <a:lnTo>
                  <a:pt x="134" y="131"/>
                </a:lnTo>
                <a:lnTo>
                  <a:pt x="124" y="140"/>
                </a:lnTo>
                <a:lnTo>
                  <a:pt x="113" y="149"/>
                </a:lnTo>
                <a:lnTo>
                  <a:pt x="103" y="159"/>
                </a:lnTo>
                <a:lnTo>
                  <a:pt x="94" y="168"/>
                </a:lnTo>
                <a:lnTo>
                  <a:pt x="85" y="178"/>
                </a:lnTo>
                <a:lnTo>
                  <a:pt x="76" y="188"/>
                </a:lnTo>
                <a:lnTo>
                  <a:pt x="68" y="199"/>
                </a:lnTo>
                <a:lnTo>
                  <a:pt x="61" y="209"/>
                </a:lnTo>
                <a:lnTo>
                  <a:pt x="53" y="220"/>
                </a:lnTo>
                <a:lnTo>
                  <a:pt x="47" y="230"/>
                </a:lnTo>
                <a:lnTo>
                  <a:pt x="40" y="241"/>
                </a:lnTo>
                <a:lnTo>
                  <a:pt x="34" y="252"/>
                </a:lnTo>
                <a:lnTo>
                  <a:pt x="29" y="263"/>
                </a:lnTo>
                <a:lnTo>
                  <a:pt x="24" y="275"/>
                </a:lnTo>
                <a:lnTo>
                  <a:pt x="20" y="286"/>
                </a:lnTo>
                <a:lnTo>
                  <a:pt x="16" y="297"/>
                </a:lnTo>
                <a:lnTo>
                  <a:pt x="13" y="309"/>
                </a:lnTo>
                <a:lnTo>
                  <a:pt x="10" y="321"/>
                </a:lnTo>
                <a:lnTo>
                  <a:pt x="8" y="332"/>
                </a:lnTo>
                <a:lnTo>
                  <a:pt x="6" y="344"/>
                </a:lnTo>
                <a:lnTo>
                  <a:pt x="4" y="356"/>
                </a:lnTo>
                <a:lnTo>
                  <a:pt x="4" y="368"/>
                </a:lnTo>
                <a:lnTo>
                  <a:pt x="3" y="379"/>
                </a:lnTo>
                <a:lnTo>
                  <a:pt x="4" y="391"/>
                </a:lnTo>
                <a:lnTo>
                  <a:pt x="4" y="403"/>
                </a:lnTo>
                <a:lnTo>
                  <a:pt x="6" y="415"/>
                </a:lnTo>
                <a:lnTo>
                  <a:pt x="8" y="426"/>
                </a:lnTo>
                <a:lnTo>
                  <a:pt x="10" y="438"/>
                </a:lnTo>
                <a:lnTo>
                  <a:pt x="13" y="450"/>
                </a:lnTo>
                <a:lnTo>
                  <a:pt x="16" y="461"/>
                </a:lnTo>
                <a:lnTo>
                  <a:pt x="20" y="473"/>
                </a:lnTo>
                <a:lnTo>
                  <a:pt x="24" y="484"/>
                </a:lnTo>
                <a:lnTo>
                  <a:pt x="29" y="495"/>
                </a:lnTo>
                <a:lnTo>
                  <a:pt x="34" y="506"/>
                </a:lnTo>
                <a:lnTo>
                  <a:pt x="40" y="517"/>
                </a:lnTo>
                <a:lnTo>
                  <a:pt x="47" y="528"/>
                </a:lnTo>
                <a:lnTo>
                  <a:pt x="53" y="539"/>
                </a:lnTo>
                <a:lnTo>
                  <a:pt x="61" y="550"/>
                </a:lnTo>
                <a:lnTo>
                  <a:pt x="68" y="560"/>
                </a:lnTo>
                <a:lnTo>
                  <a:pt x="76" y="570"/>
                </a:lnTo>
                <a:lnTo>
                  <a:pt x="85" y="580"/>
                </a:lnTo>
                <a:lnTo>
                  <a:pt x="94" y="590"/>
                </a:lnTo>
                <a:lnTo>
                  <a:pt x="103" y="600"/>
                </a:lnTo>
                <a:lnTo>
                  <a:pt x="113" y="609"/>
                </a:lnTo>
                <a:lnTo>
                  <a:pt x="124" y="618"/>
                </a:lnTo>
                <a:lnTo>
                  <a:pt x="134" y="627"/>
                </a:lnTo>
                <a:lnTo>
                  <a:pt x="145" y="636"/>
                </a:lnTo>
                <a:lnTo>
                  <a:pt x="157" y="644"/>
                </a:lnTo>
                <a:lnTo>
                  <a:pt x="169" y="653"/>
                </a:lnTo>
                <a:lnTo>
                  <a:pt x="181" y="661"/>
                </a:lnTo>
                <a:lnTo>
                  <a:pt x="193" y="668"/>
                </a:lnTo>
                <a:lnTo>
                  <a:pt x="206" y="676"/>
                </a:lnTo>
                <a:lnTo>
                  <a:pt x="219" y="683"/>
                </a:lnTo>
                <a:lnTo>
                  <a:pt x="233" y="689"/>
                </a:lnTo>
                <a:lnTo>
                  <a:pt x="246" y="696"/>
                </a:lnTo>
                <a:lnTo>
                  <a:pt x="260" y="702"/>
                </a:lnTo>
                <a:lnTo>
                  <a:pt x="275" y="708"/>
                </a:lnTo>
                <a:lnTo>
                  <a:pt x="289" y="713"/>
                </a:lnTo>
                <a:lnTo>
                  <a:pt x="304" y="719"/>
                </a:lnTo>
                <a:lnTo>
                  <a:pt x="319" y="724"/>
                </a:lnTo>
                <a:lnTo>
                  <a:pt x="334" y="728"/>
                </a:lnTo>
                <a:lnTo>
                  <a:pt x="350" y="732"/>
                </a:lnTo>
                <a:lnTo>
                  <a:pt x="365" y="736"/>
                </a:lnTo>
                <a:lnTo>
                  <a:pt x="381" y="739"/>
                </a:lnTo>
                <a:lnTo>
                  <a:pt x="397" y="743"/>
                </a:lnTo>
                <a:lnTo>
                  <a:pt x="413" y="745"/>
                </a:lnTo>
                <a:lnTo>
                  <a:pt x="429" y="748"/>
                </a:lnTo>
                <a:lnTo>
                  <a:pt x="445" y="750"/>
                </a:lnTo>
                <a:lnTo>
                  <a:pt x="461" y="751"/>
                </a:lnTo>
                <a:lnTo>
                  <a:pt x="478" y="753"/>
                </a:lnTo>
                <a:lnTo>
                  <a:pt x="494" y="754"/>
                </a:lnTo>
                <a:lnTo>
                  <a:pt x="511" y="754"/>
                </a:lnTo>
                <a:lnTo>
                  <a:pt x="527" y="754"/>
                </a:lnTo>
                <a:lnTo>
                  <a:pt x="543" y="754"/>
                </a:lnTo>
                <a:lnTo>
                  <a:pt x="560" y="754"/>
                </a:lnTo>
                <a:lnTo>
                  <a:pt x="576" y="753"/>
                </a:lnTo>
                <a:lnTo>
                  <a:pt x="593" y="751"/>
                </a:lnTo>
                <a:lnTo>
                  <a:pt x="609" y="750"/>
                </a:lnTo>
                <a:lnTo>
                  <a:pt x="625" y="748"/>
                </a:lnTo>
                <a:lnTo>
                  <a:pt x="641" y="745"/>
                </a:lnTo>
                <a:lnTo>
                  <a:pt x="657" y="743"/>
                </a:lnTo>
                <a:lnTo>
                  <a:pt x="673" y="739"/>
                </a:lnTo>
                <a:lnTo>
                  <a:pt x="689" y="736"/>
                </a:lnTo>
                <a:lnTo>
                  <a:pt x="704" y="732"/>
                </a:lnTo>
                <a:lnTo>
                  <a:pt x="720" y="728"/>
                </a:lnTo>
                <a:lnTo>
                  <a:pt x="735" y="724"/>
                </a:lnTo>
                <a:lnTo>
                  <a:pt x="750" y="719"/>
                </a:lnTo>
                <a:lnTo>
                  <a:pt x="765" y="713"/>
                </a:lnTo>
                <a:lnTo>
                  <a:pt x="779" y="708"/>
                </a:lnTo>
                <a:lnTo>
                  <a:pt x="794" y="702"/>
                </a:lnTo>
                <a:lnTo>
                  <a:pt x="808" y="696"/>
                </a:lnTo>
                <a:lnTo>
                  <a:pt x="822" y="689"/>
                </a:lnTo>
                <a:lnTo>
                  <a:pt x="836" y="683"/>
                </a:lnTo>
                <a:lnTo>
                  <a:pt x="849" y="676"/>
                </a:lnTo>
                <a:lnTo>
                  <a:pt x="862" y="668"/>
                </a:lnTo>
                <a:lnTo>
                  <a:pt x="874" y="661"/>
                </a:lnTo>
                <a:lnTo>
                  <a:pt x="886" y="653"/>
                </a:lnTo>
                <a:lnTo>
                  <a:pt x="898" y="644"/>
                </a:lnTo>
                <a:lnTo>
                  <a:pt x="910" y="636"/>
                </a:lnTo>
                <a:lnTo>
                  <a:pt x="921" y="627"/>
                </a:lnTo>
                <a:lnTo>
                  <a:pt x="931" y="618"/>
                </a:lnTo>
                <a:lnTo>
                  <a:pt x="942" y="609"/>
                </a:lnTo>
                <a:lnTo>
                  <a:pt x="951" y="600"/>
                </a:lnTo>
                <a:lnTo>
                  <a:pt x="961" y="590"/>
                </a:lnTo>
                <a:lnTo>
                  <a:pt x="970" y="580"/>
                </a:lnTo>
                <a:lnTo>
                  <a:pt x="979" y="570"/>
                </a:lnTo>
                <a:lnTo>
                  <a:pt x="987" y="560"/>
                </a:lnTo>
                <a:lnTo>
                  <a:pt x="994" y="550"/>
                </a:lnTo>
                <a:lnTo>
                  <a:pt x="1002" y="539"/>
                </a:lnTo>
                <a:lnTo>
                  <a:pt x="1008" y="528"/>
                </a:lnTo>
                <a:lnTo>
                  <a:pt x="1015" y="517"/>
                </a:lnTo>
                <a:lnTo>
                  <a:pt x="1021" y="506"/>
                </a:lnTo>
                <a:lnTo>
                  <a:pt x="1026" y="495"/>
                </a:lnTo>
                <a:lnTo>
                  <a:pt x="1031" y="484"/>
                </a:lnTo>
                <a:lnTo>
                  <a:pt x="1035" y="473"/>
                </a:lnTo>
                <a:lnTo>
                  <a:pt x="1039" y="461"/>
                </a:lnTo>
                <a:lnTo>
                  <a:pt x="1042" y="450"/>
                </a:lnTo>
                <a:lnTo>
                  <a:pt x="1045" y="438"/>
                </a:lnTo>
                <a:lnTo>
                  <a:pt x="1047" y="426"/>
                </a:lnTo>
                <a:lnTo>
                  <a:pt x="1049" y="415"/>
                </a:lnTo>
                <a:lnTo>
                  <a:pt x="1050" y="403"/>
                </a:lnTo>
                <a:lnTo>
                  <a:pt x="1051" y="391"/>
                </a:lnTo>
                <a:lnTo>
                  <a:pt x="1051" y="379"/>
                </a:lnTo>
                <a:moveTo>
                  <a:pt x="1055" y="379"/>
                </a:moveTo>
                <a:lnTo>
                  <a:pt x="1055" y="391"/>
                </a:lnTo>
                <a:lnTo>
                  <a:pt x="1054" y="403"/>
                </a:lnTo>
                <a:lnTo>
                  <a:pt x="1053" y="415"/>
                </a:lnTo>
                <a:lnTo>
                  <a:pt x="1051" y="427"/>
                </a:lnTo>
                <a:lnTo>
                  <a:pt x="1049" y="438"/>
                </a:lnTo>
                <a:lnTo>
                  <a:pt x="1046" y="450"/>
                </a:lnTo>
                <a:lnTo>
                  <a:pt x="1043" y="462"/>
                </a:lnTo>
                <a:lnTo>
                  <a:pt x="1039" y="473"/>
                </a:lnTo>
                <a:lnTo>
                  <a:pt x="1034" y="485"/>
                </a:lnTo>
                <a:lnTo>
                  <a:pt x="1030" y="496"/>
                </a:lnTo>
                <a:lnTo>
                  <a:pt x="1024" y="507"/>
                </a:lnTo>
                <a:lnTo>
                  <a:pt x="1018" y="518"/>
                </a:lnTo>
                <a:lnTo>
                  <a:pt x="1012" y="529"/>
                </a:lnTo>
                <a:lnTo>
                  <a:pt x="1005" y="540"/>
                </a:lnTo>
                <a:lnTo>
                  <a:pt x="998" y="551"/>
                </a:lnTo>
                <a:lnTo>
                  <a:pt x="990" y="561"/>
                </a:lnTo>
                <a:lnTo>
                  <a:pt x="982" y="572"/>
                </a:lnTo>
                <a:lnTo>
                  <a:pt x="973" y="582"/>
                </a:lnTo>
                <a:lnTo>
                  <a:pt x="964" y="592"/>
                </a:lnTo>
                <a:lnTo>
                  <a:pt x="955" y="601"/>
                </a:lnTo>
                <a:lnTo>
                  <a:pt x="945" y="611"/>
                </a:lnTo>
                <a:lnTo>
                  <a:pt x="934" y="620"/>
                </a:lnTo>
                <a:lnTo>
                  <a:pt x="924" y="629"/>
                </a:lnTo>
                <a:lnTo>
                  <a:pt x="912" y="638"/>
                </a:lnTo>
                <a:lnTo>
                  <a:pt x="901" y="646"/>
                </a:lnTo>
                <a:lnTo>
                  <a:pt x="889" y="655"/>
                </a:lnTo>
                <a:lnTo>
                  <a:pt x="877" y="663"/>
                </a:lnTo>
                <a:lnTo>
                  <a:pt x="864" y="670"/>
                </a:lnTo>
                <a:lnTo>
                  <a:pt x="851" y="678"/>
                </a:lnTo>
                <a:lnTo>
                  <a:pt x="838" y="685"/>
                </a:lnTo>
                <a:lnTo>
                  <a:pt x="824" y="692"/>
                </a:lnTo>
                <a:lnTo>
                  <a:pt x="811" y="698"/>
                </a:lnTo>
                <a:lnTo>
                  <a:pt x="796" y="705"/>
                </a:lnTo>
                <a:lnTo>
                  <a:pt x="781" y="710"/>
                </a:lnTo>
                <a:lnTo>
                  <a:pt x="766" y="716"/>
                </a:lnTo>
                <a:lnTo>
                  <a:pt x="751" y="721"/>
                </a:lnTo>
                <a:lnTo>
                  <a:pt x="736" y="726"/>
                </a:lnTo>
                <a:lnTo>
                  <a:pt x="721" y="731"/>
                </a:lnTo>
                <a:lnTo>
                  <a:pt x="706" y="735"/>
                </a:lnTo>
                <a:lnTo>
                  <a:pt x="690" y="739"/>
                </a:lnTo>
                <a:lnTo>
                  <a:pt x="674" y="742"/>
                </a:lnTo>
                <a:lnTo>
                  <a:pt x="658" y="745"/>
                </a:lnTo>
                <a:lnTo>
                  <a:pt x="642" y="748"/>
                </a:lnTo>
                <a:lnTo>
                  <a:pt x="626" y="750"/>
                </a:lnTo>
                <a:lnTo>
                  <a:pt x="609" y="752"/>
                </a:lnTo>
                <a:lnTo>
                  <a:pt x="593" y="754"/>
                </a:lnTo>
                <a:lnTo>
                  <a:pt x="577" y="755"/>
                </a:lnTo>
                <a:lnTo>
                  <a:pt x="560" y="756"/>
                </a:lnTo>
                <a:lnTo>
                  <a:pt x="544" y="757"/>
                </a:lnTo>
                <a:lnTo>
                  <a:pt x="527" y="757"/>
                </a:lnTo>
                <a:lnTo>
                  <a:pt x="510" y="757"/>
                </a:lnTo>
                <a:lnTo>
                  <a:pt x="494" y="756"/>
                </a:lnTo>
                <a:lnTo>
                  <a:pt x="477" y="755"/>
                </a:lnTo>
                <a:lnTo>
                  <a:pt x="461" y="754"/>
                </a:lnTo>
                <a:lnTo>
                  <a:pt x="444" y="752"/>
                </a:lnTo>
                <a:lnTo>
                  <a:pt x="428" y="750"/>
                </a:lnTo>
                <a:lnTo>
                  <a:pt x="412" y="748"/>
                </a:lnTo>
                <a:lnTo>
                  <a:pt x="396" y="745"/>
                </a:lnTo>
                <a:lnTo>
                  <a:pt x="380" y="742"/>
                </a:lnTo>
                <a:lnTo>
                  <a:pt x="364" y="739"/>
                </a:lnTo>
                <a:lnTo>
                  <a:pt x="348" y="735"/>
                </a:lnTo>
                <a:lnTo>
                  <a:pt x="333" y="731"/>
                </a:lnTo>
                <a:lnTo>
                  <a:pt x="318" y="726"/>
                </a:lnTo>
                <a:lnTo>
                  <a:pt x="302" y="721"/>
                </a:lnTo>
                <a:lnTo>
                  <a:pt x="288" y="716"/>
                </a:lnTo>
                <a:lnTo>
                  <a:pt x="273" y="710"/>
                </a:lnTo>
                <a:lnTo>
                  <a:pt x="258" y="705"/>
                </a:lnTo>
                <a:lnTo>
                  <a:pt x="244" y="698"/>
                </a:lnTo>
                <a:lnTo>
                  <a:pt x="231" y="692"/>
                </a:lnTo>
                <a:lnTo>
                  <a:pt x="217" y="685"/>
                </a:lnTo>
                <a:lnTo>
                  <a:pt x="204" y="678"/>
                </a:lnTo>
                <a:lnTo>
                  <a:pt x="191" y="670"/>
                </a:lnTo>
                <a:lnTo>
                  <a:pt x="178" y="663"/>
                </a:lnTo>
                <a:lnTo>
                  <a:pt x="166" y="655"/>
                </a:lnTo>
                <a:lnTo>
                  <a:pt x="154" y="646"/>
                </a:lnTo>
                <a:lnTo>
                  <a:pt x="143" y="638"/>
                </a:lnTo>
                <a:lnTo>
                  <a:pt x="131" y="629"/>
                </a:lnTo>
                <a:lnTo>
                  <a:pt x="121" y="620"/>
                </a:lnTo>
                <a:lnTo>
                  <a:pt x="110" y="611"/>
                </a:lnTo>
                <a:lnTo>
                  <a:pt x="100" y="601"/>
                </a:lnTo>
                <a:lnTo>
                  <a:pt x="91" y="592"/>
                </a:lnTo>
                <a:lnTo>
                  <a:pt x="82" y="582"/>
                </a:lnTo>
                <a:lnTo>
                  <a:pt x="73" y="572"/>
                </a:lnTo>
                <a:lnTo>
                  <a:pt x="65" y="561"/>
                </a:lnTo>
                <a:lnTo>
                  <a:pt x="57" y="551"/>
                </a:lnTo>
                <a:lnTo>
                  <a:pt x="50" y="540"/>
                </a:lnTo>
                <a:lnTo>
                  <a:pt x="43" y="529"/>
                </a:lnTo>
                <a:lnTo>
                  <a:pt x="37" y="518"/>
                </a:lnTo>
                <a:lnTo>
                  <a:pt x="31" y="507"/>
                </a:lnTo>
                <a:lnTo>
                  <a:pt x="25" y="496"/>
                </a:lnTo>
                <a:lnTo>
                  <a:pt x="21" y="485"/>
                </a:lnTo>
                <a:lnTo>
                  <a:pt x="16" y="473"/>
                </a:lnTo>
                <a:lnTo>
                  <a:pt x="12" y="462"/>
                </a:lnTo>
                <a:lnTo>
                  <a:pt x="9" y="450"/>
                </a:lnTo>
                <a:lnTo>
                  <a:pt x="6" y="438"/>
                </a:lnTo>
                <a:lnTo>
                  <a:pt x="4" y="427"/>
                </a:lnTo>
                <a:lnTo>
                  <a:pt x="2" y="415"/>
                </a:lnTo>
                <a:lnTo>
                  <a:pt x="1" y="403"/>
                </a:lnTo>
                <a:lnTo>
                  <a:pt x="0" y="391"/>
                </a:lnTo>
                <a:lnTo>
                  <a:pt x="0" y="379"/>
                </a:lnTo>
                <a:lnTo>
                  <a:pt x="0" y="367"/>
                </a:lnTo>
                <a:lnTo>
                  <a:pt x="1" y="356"/>
                </a:lnTo>
                <a:lnTo>
                  <a:pt x="2" y="344"/>
                </a:lnTo>
                <a:lnTo>
                  <a:pt x="4" y="332"/>
                </a:lnTo>
                <a:lnTo>
                  <a:pt x="6" y="320"/>
                </a:lnTo>
                <a:lnTo>
                  <a:pt x="9" y="309"/>
                </a:lnTo>
                <a:lnTo>
                  <a:pt x="12" y="297"/>
                </a:lnTo>
                <a:lnTo>
                  <a:pt x="16" y="285"/>
                </a:lnTo>
                <a:lnTo>
                  <a:pt x="21" y="274"/>
                </a:lnTo>
                <a:lnTo>
                  <a:pt x="25" y="263"/>
                </a:lnTo>
                <a:lnTo>
                  <a:pt x="31" y="251"/>
                </a:lnTo>
                <a:lnTo>
                  <a:pt x="37" y="240"/>
                </a:lnTo>
                <a:lnTo>
                  <a:pt x="43" y="229"/>
                </a:lnTo>
                <a:lnTo>
                  <a:pt x="50" y="218"/>
                </a:lnTo>
                <a:lnTo>
                  <a:pt x="57" y="208"/>
                </a:lnTo>
                <a:lnTo>
                  <a:pt x="65" y="197"/>
                </a:lnTo>
                <a:lnTo>
                  <a:pt x="73" y="187"/>
                </a:lnTo>
                <a:lnTo>
                  <a:pt x="82" y="177"/>
                </a:lnTo>
                <a:lnTo>
                  <a:pt x="91" y="167"/>
                </a:lnTo>
                <a:lnTo>
                  <a:pt x="100" y="157"/>
                </a:lnTo>
                <a:lnTo>
                  <a:pt x="110" y="148"/>
                </a:lnTo>
                <a:lnTo>
                  <a:pt x="121" y="138"/>
                </a:lnTo>
                <a:lnTo>
                  <a:pt x="131" y="129"/>
                </a:lnTo>
                <a:lnTo>
                  <a:pt x="143" y="120"/>
                </a:lnTo>
                <a:lnTo>
                  <a:pt x="154" y="111"/>
                </a:lnTo>
                <a:lnTo>
                  <a:pt x="166" y="103"/>
                </a:lnTo>
                <a:lnTo>
                  <a:pt x="178" y="95"/>
                </a:lnTo>
                <a:lnTo>
                  <a:pt x="191" y="87"/>
                </a:lnTo>
                <a:lnTo>
                  <a:pt x="204" y="80"/>
                </a:lnTo>
                <a:lnTo>
                  <a:pt x="217" y="73"/>
                </a:lnTo>
                <a:lnTo>
                  <a:pt x="231" y="66"/>
                </a:lnTo>
                <a:lnTo>
                  <a:pt x="244" y="59"/>
                </a:lnTo>
                <a:lnTo>
                  <a:pt x="258" y="53"/>
                </a:lnTo>
                <a:lnTo>
                  <a:pt x="273" y="47"/>
                </a:lnTo>
                <a:lnTo>
                  <a:pt x="288" y="42"/>
                </a:lnTo>
                <a:lnTo>
                  <a:pt x="302" y="36"/>
                </a:lnTo>
                <a:lnTo>
                  <a:pt x="318" y="32"/>
                </a:lnTo>
                <a:lnTo>
                  <a:pt x="333" y="27"/>
                </a:lnTo>
                <a:lnTo>
                  <a:pt x="348" y="23"/>
                </a:lnTo>
                <a:lnTo>
                  <a:pt x="364" y="19"/>
                </a:lnTo>
                <a:lnTo>
                  <a:pt x="380" y="15"/>
                </a:lnTo>
                <a:lnTo>
                  <a:pt x="396" y="12"/>
                </a:lnTo>
                <a:lnTo>
                  <a:pt x="412" y="10"/>
                </a:lnTo>
                <a:lnTo>
                  <a:pt x="428" y="7"/>
                </a:lnTo>
                <a:lnTo>
                  <a:pt x="444" y="5"/>
                </a:lnTo>
                <a:lnTo>
                  <a:pt x="461" y="3"/>
                </a:lnTo>
                <a:lnTo>
                  <a:pt x="477" y="2"/>
                </a:lnTo>
                <a:lnTo>
                  <a:pt x="494" y="1"/>
                </a:lnTo>
                <a:lnTo>
                  <a:pt x="510" y="1"/>
                </a:lnTo>
                <a:lnTo>
                  <a:pt x="527" y="0"/>
                </a:lnTo>
                <a:lnTo>
                  <a:pt x="544" y="1"/>
                </a:lnTo>
                <a:lnTo>
                  <a:pt x="560" y="1"/>
                </a:lnTo>
                <a:lnTo>
                  <a:pt x="577" y="2"/>
                </a:lnTo>
                <a:lnTo>
                  <a:pt x="593" y="3"/>
                </a:lnTo>
                <a:lnTo>
                  <a:pt x="609" y="5"/>
                </a:lnTo>
                <a:lnTo>
                  <a:pt x="626" y="7"/>
                </a:lnTo>
                <a:lnTo>
                  <a:pt x="642" y="10"/>
                </a:lnTo>
                <a:lnTo>
                  <a:pt x="658" y="12"/>
                </a:lnTo>
                <a:lnTo>
                  <a:pt x="674" y="15"/>
                </a:lnTo>
                <a:lnTo>
                  <a:pt x="690" y="19"/>
                </a:lnTo>
                <a:lnTo>
                  <a:pt x="706" y="23"/>
                </a:lnTo>
                <a:lnTo>
                  <a:pt x="721" y="27"/>
                </a:lnTo>
                <a:lnTo>
                  <a:pt x="736" y="32"/>
                </a:lnTo>
                <a:lnTo>
                  <a:pt x="751" y="36"/>
                </a:lnTo>
                <a:lnTo>
                  <a:pt x="766" y="42"/>
                </a:lnTo>
                <a:lnTo>
                  <a:pt x="781" y="47"/>
                </a:lnTo>
                <a:lnTo>
                  <a:pt x="796" y="53"/>
                </a:lnTo>
                <a:lnTo>
                  <a:pt x="811" y="59"/>
                </a:lnTo>
                <a:lnTo>
                  <a:pt x="824" y="66"/>
                </a:lnTo>
                <a:lnTo>
                  <a:pt x="838" y="73"/>
                </a:lnTo>
                <a:lnTo>
                  <a:pt x="851" y="80"/>
                </a:lnTo>
                <a:lnTo>
                  <a:pt x="864" y="87"/>
                </a:lnTo>
                <a:lnTo>
                  <a:pt x="877" y="95"/>
                </a:lnTo>
                <a:lnTo>
                  <a:pt x="889" y="103"/>
                </a:lnTo>
                <a:lnTo>
                  <a:pt x="901" y="111"/>
                </a:lnTo>
                <a:lnTo>
                  <a:pt x="912" y="120"/>
                </a:lnTo>
                <a:lnTo>
                  <a:pt x="924" y="129"/>
                </a:lnTo>
                <a:lnTo>
                  <a:pt x="934" y="138"/>
                </a:lnTo>
                <a:lnTo>
                  <a:pt x="945" y="148"/>
                </a:lnTo>
                <a:lnTo>
                  <a:pt x="955" y="157"/>
                </a:lnTo>
                <a:lnTo>
                  <a:pt x="964" y="167"/>
                </a:lnTo>
                <a:lnTo>
                  <a:pt x="973" y="177"/>
                </a:lnTo>
                <a:lnTo>
                  <a:pt x="982" y="187"/>
                </a:lnTo>
                <a:lnTo>
                  <a:pt x="990" y="197"/>
                </a:lnTo>
                <a:lnTo>
                  <a:pt x="998" y="208"/>
                </a:lnTo>
                <a:lnTo>
                  <a:pt x="1005" y="218"/>
                </a:lnTo>
                <a:lnTo>
                  <a:pt x="1012" y="229"/>
                </a:lnTo>
                <a:lnTo>
                  <a:pt x="1018" y="240"/>
                </a:lnTo>
                <a:lnTo>
                  <a:pt x="1024" y="251"/>
                </a:lnTo>
                <a:lnTo>
                  <a:pt x="1030" y="263"/>
                </a:lnTo>
                <a:lnTo>
                  <a:pt x="1034" y="274"/>
                </a:lnTo>
                <a:lnTo>
                  <a:pt x="1039" y="285"/>
                </a:lnTo>
                <a:lnTo>
                  <a:pt x="1043" y="297"/>
                </a:lnTo>
                <a:lnTo>
                  <a:pt x="1046" y="309"/>
                </a:lnTo>
                <a:lnTo>
                  <a:pt x="1049" y="320"/>
                </a:lnTo>
                <a:lnTo>
                  <a:pt x="1051" y="332"/>
                </a:lnTo>
                <a:lnTo>
                  <a:pt x="1053" y="344"/>
                </a:lnTo>
                <a:lnTo>
                  <a:pt x="1054" y="356"/>
                </a:lnTo>
                <a:lnTo>
                  <a:pt x="1055" y="367"/>
                </a:lnTo>
                <a:lnTo>
                  <a:pt x="1055" y="379"/>
                </a:lnTo>
                <a:close/>
              </a:path>
            </a:pathLst>
          </a:custGeom>
          <a:solidFill>
            <a:srgbClr val="ffcf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4" name=""/>
          <p:cNvSpPr/>
          <p:nvPr/>
        </p:nvSpPr>
        <p:spPr>
          <a:xfrm>
            <a:off x="7871400" y="2807280"/>
            <a:ext cx="382680" cy="274320"/>
          </a:xfrm>
          <a:custGeom>
            <a:avLst/>
            <a:gdLst/>
            <a:ahLst/>
            <a:rect l="0" t="0" r="r" b="b"/>
            <a:pathLst>
              <a:path w="1063" h="762">
                <a:moveTo>
                  <a:pt x="1059" y="381"/>
                </a:moveTo>
                <a:lnTo>
                  <a:pt x="1059" y="369"/>
                </a:lnTo>
                <a:lnTo>
                  <a:pt x="1058" y="358"/>
                </a:lnTo>
                <a:lnTo>
                  <a:pt x="1057" y="346"/>
                </a:lnTo>
                <a:lnTo>
                  <a:pt x="1055" y="334"/>
                </a:lnTo>
                <a:lnTo>
                  <a:pt x="1053" y="322"/>
                </a:lnTo>
                <a:lnTo>
                  <a:pt x="1050" y="311"/>
                </a:lnTo>
                <a:lnTo>
                  <a:pt x="1047" y="299"/>
                </a:lnTo>
                <a:lnTo>
                  <a:pt x="1043" y="287"/>
                </a:lnTo>
                <a:lnTo>
                  <a:pt x="1038" y="276"/>
                </a:lnTo>
                <a:lnTo>
                  <a:pt x="1034" y="265"/>
                </a:lnTo>
                <a:lnTo>
                  <a:pt x="1028" y="253"/>
                </a:lnTo>
                <a:lnTo>
                  <a:pt x="1022" y="242"/>
                </a:lnTo>
                <a:lnTo>
                  <a:pt x="1016" y="231"/>
                </a:lnTo>
                <a:lnTo>
                  <a:pt x="1009" y="220"/>
                </a:lnTo>
                <a:lnTo>
                  <a:pt x="1002" y="210"/>
                </a:lnTo>
                <a:lnTo>
                  <a:pt x="994" y="199"/>
                </a:lnTo>
                <a:lnTo>
                  <a:pt x="986" y="188"/>
                </a:lnTo>
                <a:lnTo>
                  <a:pt x="977" y="178"/>
                </a:lnTo>
                <a:lnTo>
                  <a:pt x="967" y="168"/>
                </a:lnTo>
                <a:lnTo>
                  <a:pt x="958" y="158"/>
                </a:lnTo>
                <a:lnTo>
                  <a:pt x="948" y="149"/>
                </a:lnTo>
                <a:lnTo>
                  <a:pt x="937" y="139"/>
                </a:lnTo>
                <a:lnTo>
                  <a:pt x="927" y="130"/>
                </a:lnTo>
                <a:lnTo>
                  <a:pt x="915" y="122"/>
                </a:lnTo>
                <a:lnTo>
                  <a:pt x="904" y="113"/>
                </a:lnTo>
                <a:lnTo>
                  <a:pt x="892" y="105"/>
                </a:lnTo>
                <a:lnTo>
                  <a:pt x="880" y="97"/>
                </a:lnTo>
                <a:lnTo>
                  <a:pt x="867" y="89"/>
                </a:lnTo>
                <a:lnTo>
                  <a:pt x="854" y="82"/>
                </a:lnTo>
                <a:lnTo>
                  <a:pt x="841" y="75"/>
                </a:lnTo>
                <a:lnTo>
                  <a:pt x="827" y="68"/>
                </a:lnTo>
                <a:lnTo>
                  <a:pt x="814" y="61"/>
                </a:lnTo>
                <a:lnTo>
                  <a:pt x="799" y="55"/>
                </a:lnTo>
                <a:lnTo>
                  <a:pt x="785" y="49"/>
                </a:lnTo>
                <a:lnTo>
                  <a:pt x="770" y="44"/>
                </a:lnTo>
                <a:lnTo>
                  <a:pt x="755" y="38"/>
                </a:lnTo>
                <a:lnTo>
                  <a:pt x="740" y="34"/>
                </a:lnTo>
                <a:lnTo>
                  <a:pt x="725" y="29"/>
                </a:lnTo>
                <a:lnTo>
                  <a:pt x="710" y="25"/>
                </a:lnTo>
                <a:lnTo>
                  <a:pt x="694" y="21"/>
                </a:lnTo>
                <a:lnTo>
                  <a:pt x="678" y="17"/>
                </a:lnTo>
                <a:lnTo>
                  <a:pt x="662" y="14"/>
                </a:lnTo>
                <a:lnTo>
                  <a:pt x="646" y="12"/>
                </a:lnTo>
                <a:lnTo>
                  <a:pt x="630" y="9"/>
                </a:lnTo>
                <a:lnTo>
                  <a:pt x="613" y="7"/>
                </a:lnTo>
                <a:lnTo>
                  <a:pt x="597" y="5"/>
                </a:lnTo>
                <a:lnTo>
                  <a:pt x="581" y="4"/>
                </a:lnTo>
                <a:lnTo>
                  <a:pt x="564" y="3"/>
                </a:lnTo>
                <a:lnTo>
                  <a:pt x="548" y="3"/>
                </a:lnTo>
                <a:lnTo>
                  <a:pt x="531" y="2"/>
                </a:lnTo>
                <a:lnTo>
                  <a:pt x="514" y="3"/>
                </a:lnTo>
                <a:lnTo>
                  <a:pt x="498" y="3"/>
                </a:lnTo>
                <a:lnTo>
                  <a:pt x="481" y="4"/>
                </a:lnTo>
                <a:lnTo>
                  <a:pt x="465" y="5"/>
                </a:lnTo>
                <a:lnTo>
                  <a:pt x="448" y="7"/>
                </a:lnTo>
                <a:lnTo>
                  <a:pt x="432" y="9"/>
                </a:lnTo>
                <a:lnTo>
                  <a:pt x="416" y="12"/>
                </a:lnTo>
                <a:lnTo>
                  <a:pt x="400" y="14"/>
                </a:lnTo>
                <a:lnTo>
                  <a:pt x="384" y="17"/>
                </a:lnTo>
                <a:lnTo>
                  <a:pt x="368" y="21"/>
                </a:lnTo>
                <a:lnTo>
                  <a:pt x="352" y="25"/>
                </a:lnTo>
                <a:lnTo>
                  <a:pt x="337" y="29"/>
                </a:lnTo>
                <a:lnTo>
                  <a:pt x="322" y="34"/>
                </a:lnTo>
                <a:lnTo>
                  <a:pt x="306" y="38"/>
                </a:lnTo>
                <a:lnTo>
                  <a:pt x="292" y="44"/>
                </a:lnTo>
                <a:lnTo>
                  <a:pt x="277" y="49"/>
                </a:lnTo>
                <a:lnTo>
                  <a:pt x="262" y="55"/>
                </a:lnTo>
                <a:lnTo>
                  <a:pt x="248" y="61"/>
                </a:lnTo>
                <a:lnTo>
                  <a:pt x="235" y="68"/>
                </a:lnTo>
                <a:lnTo>
                  <a:pt x="221" y="75"/>
                </a:lnTo>
                <a:lnTo>
                  <a:pt x="208" y="82"/>
                </a:lnTo>
                <a:lnTo>
                  <a:pt x="195" y="89"/>
                </a:lnTo>
                <a:lnTo>
                  <a:pt x="182" y="97"/>
                </a:lnTo>
                <a:lnTo>
                  <a:pt x="170" y="105"/>
                </a:lnTo>
                <a:lnTo>
                  <a:pt x="158" y="113"/>
                </a:lnTo>
                <a:lnTo>
                  <a:pt x="147" y="122"/>
                </a:lnTo>
                <a:lnTo>
                  <a:pt x="135" y="130"/>
                </a:lnTo>
                <a:lnTo>
                  <a:pt x="125" y="139"/>
                </a:lnTo>
                <a:lnTo>
                  <a:pt x="114" y="149"/>
                </a:lnTo>
                <a:lnTo>
                  <a:pt x="104" y="158"/>
                </a:lnTo>
                <a:lnTo>
                  <a:pt x="95" y="168"/>
                </a:lnTo>
                <a:lnTo>
                  <a:pt x="86" y="178"/>
                </a:lnTo>
                <a:lnTo>
                  <a:pt x="77" y="188"/>
                </a:lnTo>
                <a:lnTo>
                  <a:pt x="69" y="199"/>
                </a:lnTo>
                <a:lnTo>
                  <a:pt x="61" y="210"/>
                </a:lnTo>
                <a:lnTo>
                  <a:pt x="54" y="220"/>
                </a:lnTo>
                <a:lnTo>
                  <a:pt x="47" y="231"/>
                </a:lnTo>
                <a:lnTo>
                  <a:pt x="41" y="242"/>
                </a:lnTo>
                <a:lnTo>
                  <a:pt x="35" y="253"/>
                </a:lnTo>
                <a:lnTo>
                  <a:pt x="29" y="265"/>
                </a:lnTo>
                <a:lnTo>
                  <a:pt x="25" y="276"/>
                </a:lnTo>
                <a:lnTo>
                  <a:pt x="20" y="287"/>
                </a:lnTo>
                <a:lnTo>
                  <a:pt x="16" y="299"/>
                </a:lnTo>
                <a:lnTo>
                  <a:pt x="13" y="311"/>
                </a:lnTo>
                <a:lnTo>
                  <a:pt x="10" y="322"/>
                </a:lnTo>
                <a:lnTo>
                  <a:pt x="8" y="334"/>
                </a:lnTo>
                <a:lnTo>
                  <a:pt x="6" y="346"/>
                </a:lnTo>
                <a:lnTo>
                  <a:pt x="5" y="358"/>
                </a:lnTo>
                <a:lnTo>
                  <a:pt x="4" y="369"/>
                </a:lnTo>
                <a:lnTo>
                  <a:pt x="4" y="381"/>
                </a:lnTo>
                <a:lnTo>
                  <a:pt x="4" y="393"/>
                </a:lnTo>
                <a:lnTo>
                  <a:pt x="5" y="405"/>
                </a:lnTo>
                <a:lnTo>
                  <a:pt x="6" y="417"/>
                </a:lnTo>
                <a:lnTo>
                  <a:pt x="8" y="429"/>
                </a:lnTo>
                <a:lnTo>
                  <a:pt x="10" y="440"/>
                </a:lnTo>
                <a:lnTo>
                  <a:pt x="13" y="452"/>
                </a:lnTo>
                <a:lnTo>
                  <a:pt x="16" y="464"/>
                </a:lnTo>
                <a:lnTo>
                  <a:pt x="20" y="475"/>
                </a:lnTo>
                <a:lnTo>
                  <a:pt x="25" y="487"/>
                </a:lnTo>
                <a:lnTo>
                  <a:pt x="29" y="498"/>
                </a:lnTo>
                <a:lnTo>
                  <a:pt x="35" y="509"/>
                </a:lnTo>
                <a:lnTo>
                  <a:pt x="41" y="520"/>
                </a:lnTo>
                <a:lnTo>
                  <a:pt x="47" y="531"/>
                </a:lnTo>
                <a:lnTo>
                  <a:pt x="54" y="542"/>
                </a:lnTo>
                <a:lnTo>
                  <a:pt x="61" y="553"/>
                </a:lnTo>
                <a:lnTo>
                  <a:pt x="69" y="563"/>
                </a:lnTo>
                <a:lnTo>
                  <a:pt x="77" y="574"/>
                </a:lnTo>
                <a:lnTo>
                  <a:pt x="86" y="584"/>
                </a:lnTo>
                <a:lnTo>
                  <a:pt x="95" y="594"/>
                </a:lnTo>
                <a:lnTo>
                  <a:pt x="104" y="603"/>
                </a:lnTo>
                <a:lnTo>
                  <a:pt x="114" y="613"/>
                </a:lnTo>
                <a:lnTo>
                  <a:pt x="125" y="622"/>
                </a:lnTo>
                <a:lnTo>
                  <a:pt x="135" y="631"/>
                </a:lnTo>
                <a:lnTo>
                  <a:pt x="147" y="640"/>
                </a:lnTo>
                <a:lnTo>
                  <a:pt x="158" y="648"/>
                </a:lnTo>
                <a:lnTo>
                  <a:pt x="170" y="657"/>
                </a:lnTo>
                <a:lnTo>
                  <a:pt x="182" y="665"/>
                </a:lnTo>
                <a:lnTo>
                  <a:pt x="195" y="672"/>
                </a:lnTo>
                <a:lnTo>
                  <a:pt x="208" y="680"/>
                </a:lnTo>
                <a:lnTo>
                  <a:pt x="221" y="687"/>
                </a:lnTo>
                <a:lnTo>
                  <a:pt x="235" y="694"/>
                </a:lnTo>
                <a:lnTo>
                  <a:pt x="248" y="700"/>
                </a:lnTo>
                <a:lnTo>
                  <a:pt x="262" y="707"/>
                </a:lnTo>
                <a:lnTo>
                  <a:pt x="277" y="712"/>
                </a:lnTo>
                <a:lnTo>
                  <a:pt x="292" y="718"/>
                </a:lnTo>
                <a:lnTo>
                  <a:pt x="306" y="723"/>
                </a:lnTo>
                <a:lnTo>
                  <a:pt x="322" y="728"/>
                </a:lnTo>
                <a:lnTo>
                  <a:pt x="337" y="733"/>
                </a:lnTo>
                <a:lnTo>
                  <a:pt x="352" y="737"/>
                </a:lnTo>
                <a:lnTo>
                  <a:pt x="368" y="741"/>
                </a:lnTo>
                <a:lnTo>
                  <a:pt x="384" y="744"/>
                </a:lnTo>
                <a:lnTo>
                  <a:pt x="400" y="747"/>
                </a:lnTo>
                <a:lnTo>
                  <a:pt x="416" y="750"/>
                </a:lnTo>
                <a:lnTo>
                  <a:pt x="432" y="752"/>
                </a:lnTo>
                <a:lnTo>
                  <a:pt x="448" y="754"/>
                </a:lnTo>
                <a:lnTo>
                  <a:pt x="465" y="756"/>
                </a:lnTo>
                <a:lnTo>
                  <a:pt x="481" y="757"/>
                </a:lnTo>
                <a:lnTo>
                  <a:pt x="498" y="758"/>
                </a:lnTo>
                <a:lnTo>
                  <a:pt x="514" y="759"/>
                </a:lnTo>
                <a:lnTo>
                  <a:pt x="531" y="759"/>
                </a:lnTo>
                <a:lnTo>
                  <a:pt x="548" y="759"/>
                </a:lnTo>
                <a:lnTo>
                  <a:pt x="564" y="758"/>
                </a:lnTo>
                <a:lnTo>
                  <a:pt x="581" y="757"/>
                </a:lnTo>
                <a:lnTo>
                  <a:pt x="597" y="756"/>
                </a:lnTo>
                <a:lnTo>
                  <a:pt x="613" y="754"/>
                </a:lnTo>
                <a:lnTo>
                  <a:pt x="630" y="752"/>
                </a:lnTo>
                <a:lnTo>
                  <a:pt x="646" y="750"/>
                </a:lnTo>
                <a:lnTo>
                  <a:pt x="662" y="747"/>
                </a:lnTo>
                <a:lnTo>
                  <a:pt x="678" y="744"/>
                </a:lnTo>
                <a:lnTo>
                  <a:pt x="694" y="741"/>
                </a:lnTo>
                <a:lnTo>
                  <a:pt x="710" y="737"/>
                </a:lnTo>
                <a:lnTo>
                  <a:pt x="725" y="733"/>
                </a:lnTo>
                <a:lnTo>
                  <a:pt x="740" y="728"/>
                </a:lnTo>
                <a:lnTo>
                  <a:pt x="755" y="723"/>
                </a:lnTo>
                <a:lnTo>
                  <a:pt x="770" y="718"/>
                </a:lnTo>
                <a:lnTo>
                  <a:pt x="785" y="712"/>
                </a:lnTo>
                <a:lnTo>
                  <a:pt x="799" y="707"/>
                </a:lnTo>
                <a:lnTo>
                  <a:pt x="814" y="700"/>
                </a:lnTo>
                <a:lnTo>
                  <a:pt x="827" y="694"/>
                </a:lnTo>
                <a:lnTo>
                  <a:pt x="841" y="687"/>
                </a:lnTo>
                <a:lnTo>
                  <a:pt x="854" y="680"/>
                </a:lnTo>
                <a:lnTo>
                  <a:pt x="867" y="672"/>
                </a:lnTo>
                <a:lnTo>
                  <a:pt x="880" y="665"/>
                </a:lnTo>
                <a:lnTo>
                  <a:pt x="892" y="657"/>
                </a:lnTo>
                <a:lnTo>
                  <a:pt x="904" y="648"/>
                </a:lnTo>
                <a:lnTo>
                  <a:pt x="915" y="640"/>
                </a:lnTo>
                <a:lnTo>
                  <a:pt x="927" y="631"/>
                </a:lnTo>
                <a:lnTo>
                  <a:pt x="937" y="622"/>
                </a:lnTo>
                <a:lnTo>
                  <a:pt x="948" y="613"/>
                </a:lnTo>
                <a:lnTo>
                  <a:pt x="958" y="603"/>
                </a:lnTo>
                <a:lnTo>
                  <a:pt x="967" y="594"/>
                </a:lnTo>
                <a:lnTo>
                  <a:pt x="977" y="584"/>
                </a:lnTo>
                <a:lnTo>
                  <a:pt x="986" y="574"/>
                </a:lnTo>
                <a:lnTo>
                  <a:pt x="994" y="563"/>
                </a:lnTo>
                <a:lnTo>
                  <a:pt x="1002" y="553"/>
                </a:lnTo>
                <a:lnTo>
                  <a:pt x="1009" y="542"/>
                </a:lnTo>
                <a:lnTo>
                  <a:pt x="1016" y="531"/>
                </a:lnTo>
                <a:lnTo>
                  <a:pt x="1022" y="520"/>
                </a:lnTo>
                <a:lnTo>
                  <a:pt x="1028" y="509"/>
                </a:lnTo>
                <a:lnTo>
                  <a:pt x="1034" y="498"/>
                </a:lnTo>
                <a:lnTo>
                  <a:pt x="1038" y="487"/>
                </a:lnTo>
                <a:lnTo>
                  <a:pt x="1043" y="475"/>
                </a:lnTo>
                <a:lnTo>
                  <a:pt x="1047" y="464"/>
                </a:lnTo>
                <a:lnTo>
                  <a:pt x="1050" y="452"/>
                </a:lnTo>
                <a:lnTo>
                  <a:pt x="1053" y="440"/>
                </a:lnTo>
                <a:lnTo>
                  <a:pt x="1055" y="429"/>
                </a:lnTo>
                <a:lnTo>
                  <a:pt x="1057" y="417"/>
                </a:lnTo>
                <a:lnTo>
                  <a:pt x="1058" y="405"/>
                </a:lnTo>
                <a:lnTo>
                  <a:pt x="1059" y="393"/>
                </a:lnTo>
                <a:lnTo>
                  <a:pt x="1059" y="381"/>
                </a:lnTo>
                <a:moveTo>
                  <a:pt x="1063" y="381"/>
                </a:moveTo>
                <a:lnTo>
                  <a:pt x="1063" y="393"/>
                </a:lnTo>
                <a:lnTo>
                  <a:pt x="1062" y="405"/>
                </a:lnTo>
                <a:lnTo>
                  <a:pt x="1061" y="417"/>
                </a:lnTo>
                <a:lnTo>
                  <a:pt x="1059" y="429"/>
                </a:lnTo>
                <a:lnTo>
                  <a:pt x="1057" y="441"/>
                </a:lnTo>
                <a:lnTo>
                  <a:pt x="1054" y="453"/>
                </a:lnTo>
                <a:lnTo>
                  <a:pt x="1050" y="464"/>
                </a:lnTo>
                <a:lnTo>
                  <a:pt x="1047" y="476"/>
                </a:lnTo>
                <a:lnTo>
                  <a:pt x="1042" y="487"/>
                </a:lnTo>
                <a:lnTo>
                  <a:pt x="1037" y="499"/>
                </a:lnTo>
                <a:lnTo>
                  <a:pt x="1032" y="510"/>
                </a:lnTo>
                <a:lnTo>
                  <a:pt x="1026" y="521"/>
                </a:lnTo>
                <a:lnTo>
                  <a:pt x="1020" y="532"/>
                </a:lnTo>
                <a:lnTo>
                  <a:pt x="1013" y="543"/>
                </a:lnTo>
                <a:lnTo>
                  <a:pt x="1005" y="554"/>
                </a:lnTo>
                <a:lnTo>
                  <a:pt x="997" y="565"/>
                </a:lnTo>
                <a:lnTo>
                  <a:pt x="989" y="575"/>
                </a:lnTo>
                <a:lnTo>
                  <a:pt x="981" y="585"/>
                </a:lnTo>
                <a:lnTo>
                  <a:pt x="971" y="595"/>
                </a:lnTo>
                <a:lnTo>
                  <a:pt x="961" y="605"/>
                </a:lnTo>
                <a:lnTo>
                  <a:pt x="951" y="615"/>
                </a:lnTo>
                <a:lnTo>
                  <a:pt x="940" y="624"/>
                </a:lnTo>
                <a:lnTo>
                  <a:pt x="929" y="633"/>
                </a:lnTo>
                <a:lnTo>
                  <a:pt x="918" y="642"/>
                </a:lnTo>
                <a:lnTo>
                  <a:pt x="907" y="650"/>
                </a:lnTo>
                <a:lnTo>
                  <a:pt x="895" y="659"/>
                </a:lnTo>
                <a:lnTo>
                  <a:pt x="882" y="667"/>
                </a:lnTo>
                <a:lnTo>
                  <a:pt x="870" y="675"/>
                </a:lnTo>
                <a:lnTo>
                  <a:pt x="857" y="682"/>
                </a:lnTo>
                <a:lnTo>
                  <a:pt x="843" y="689"/>
                </a:lnTo>
                <a:lnTo>
                  <a:pt x="830" y="696"/>
                </a:lnTo>
                <a:lnTo>
                  <a:pt x="816" y="703"/>
                </a:lnTo>
                <a:lnTo>
                  <a:pt x="801" y="709"/>
                </a:lnTo>
                <a:lnTo>
                  <a:pt x="787" y="715"/>
                </a:lnTo>
                <a:lnTo>
                  <a:pt x="772" y="720"/>
                </a:lnTo>
                <a:lnTo>
                  <a:pt x="757" y="726"/>
                </a:lnTo>
                <a:lnTo>
                  <a:pt x="742" y="731"/>
                </a:lnTo>
                <a:lnTo>
                  <a:pt x="727" y="735"/>
                </a:lnTo>
                <a:lnTo>
                  <a:pt x="711" y="739"/>
                </a:lnTo>
                <a:lnTo>
                  <a:pt x="695" y="743"/>
                </a:lnTo>
                <a:lnTo>
                  <a:pt x="679" y="747"/>
                </a:lnTo>
                <a:lnTo>
                  <a:pt x="663" y="750"/>
                </a:lnTo>
                <a:lnTo>
                  <a:pt x="647" y="753"/>
                </a:lnTo>
                <a:lnTo>
                  <a:pt x="630" y="755"/>
                </a:lnTo>
                <a:lnTo>
                  <a:pt x="614" y="757"/>
                </a:lnTo>
                <a:lnTo>
                  <a:pt x="598" y="759"/>
                </a:lnTo>
                <a:lnTo>
                  <a:pt x="581" y="760"/>
                </a:lnTo>
                <a:lnTo>
                  <a:pt x="564" y="761"/>
                </a:lnTo>
                <a:lnTo>
                  <a:pt x="548" y="762"/>
                </a:lnTo>
                <a:lnTo>
                  <a:pt x="531" y="762"/>
                </a:lnTo>
                <a:lnTo>
                  <a:pt x="514" y="762"/>
                </a:lnTo>
                <a:lnTo>
                  <a:pt x="498" y="761"/>
                </a:lnTo>
                <a:lnTo>
                  <a:pt x="481" y="760"/>
                </a:lnTo>
                <a:lnTo>
                  <a:pt x="464" y="759"/>
                </a:lnTo>
                <a:lnTo>
                  <a:pt x="448" y="757"/>
                </a:lnTo>
                <a:lnTo>
                  <a:pt x="431" y="755"/>
                </a:lnTo>
                <a:lnTo>
                  <a:pt x="415" y="753"/>
                </a:lnTo>
                <a:lnTo>
                  <a:pt x="399" y="750"/>
                </a:lnTo>
                <a:lnTo>
                  <a:pt x="383" y="747"/>
                </a:lnTo>
                <a:lnTo>
                  <a:pt x="367" y="743"/>
                </a:lnTo>
                <a:lnTo>
                  <a:pt x="351" y="739"/>
                </a:lnTo>
                <a:lnTo>
                  <a:pt x="335" y="735"/>
                </a:lnTo>
                <a:lnTo>
                  <a:pt x="320" y="731"/>
                </a:lnTo>
                <a:lnTo>
                  <a:pt x="305" y="726"/>
                </a:lnTo>
                <a:lnTo>
                  <a:pt x="290" y="720"/>
                </a:lnTo>
                <a:lnTo>
                  <a:pt x="275" y="715"/>
                </a:lnTo>
                <a:lnTo>
                  <a:pt x="261" y="709"/>
                </a:lnTo>
                <a:lnTo>
                  <a:pt x="246" y="703"/>
                </a:lnTo>
                <a:lnTo>
                  <a:pt x="232" y="696"/>
                </a:lnTo>
                <a:lnTo>
                  <a:pt x="219" y="689"/>
                </a:lnTo>
                <a:lnTo>
                  <a:pt x="205" y="682"/>
                </a:lnTo>
                <a:lnTo>
                  <a:pt x="192" y="675"/>
                </a:lnTo>
                <a:lnTo>
                  <a:pt x="180" y="667"/>
                </a:lnTo>
                <a:lnTo>
                  <a:pt x="167" y="659"/>
                </a:lnTo>
                <a:lnTo>
                  <a:pt x="155" y="650"/>
                </a:lnTo>
                <a:lnTo>
                  <a:pt x="144" y="642"/>
                </a:lnTo>
                <a:lnTo>
                  <a:pt x="132" y="633"/>
                </a:lnTo>
                <a:lnTo>
                  <a:pt x="122" y="624"/>
                </a:lnTo>
                <a:lnTo>
                  <a:pt x="111" y="615"/>
                </a:lnTo>
                <a:lnTo>
                  <a:pt x="101" y="605"/>
                </a:lnTo>
                <a:lnTo>
                  <a:pt x="92" y="595"/>
                </a:lnTo>
                <a:lnTo>
                  <a:pt x="82" y="585"/>
                </a:lnTo>
                <a:lnTo>
                  <a:pt x="74" y="575"/>
                </a:lnTo>
                <a:lnTo>
                  <a:pt x="65" y="565"/>
                </a:lnTo>
                <a:lnTo>
                  <a:pt x="58" y="554"/>
                </a:lnTo>
                <a:lnTo>
                  <a:pt x="50" y="543"/>
                </a:lnTo>
                <a:lnTo>
                  <a:pt x="43" y="532"/>
                </a:lnTo>
                <a:lnTo>
                  <a:pt x="37" y="521"/>
                </a:lnTo>
                <a:lnTo>
                  <a:pt x="31" y="510"/>
                </a:lnTo>
                <a:lnTo>
                  <a:pt x="26" y="499"/>
                </a:lnTo>
                <a:lnTo>
                  <a:pt x="21" y="487"/>
                </a:lnTo>
                <a:lnTo>
                  <a:pt x="16" y="476"/>
                </a:lnTo>
                <a:lnTo>
                  <a:pt x="12" y="464"/>
                </a:lnTo>
                <a:lnTo>
                  <a:pt x="9" y="453"/>
                </a:lnTo>
                <a:lnTo>
                  <a:pt x="6" y="441"/>
                </a:lnTo>
                <a:lnTo>
                  <a:pt x="4" y="429"/>
                </a:lnTo>
                <a:lnTo>
                  <a:pt x="2" y="417"/>
                </a:lnTo>
                <a:lnTo>
                  <a:pt x="1" y="405"/>
                </a:lnTo>
                <a:lnTo>
                  <a:pt x="0" y="393"/>
                </a:lnTo>
                <a:lnTo>
                  <a:pt x="0" y="381"/>
                </a:lnTo>
                <a:lnTo>
                  <a:pt x="0" y="369"/>
                </a:lnTo>
                <a:lnTo>
                  <a:pt x="1" y="357"/>
                </a:lnTo>
                <a:lnTo>
                  <a:pt x="2" y="345"/>
                </a:lnTo>
                <a:lnTo>
                  <a:pt x="4" y="334"/>
                </a:lnTo>
                <a:lnTo>
                  <a:pt x="6" y="322"/>
                </a:lnTo>
                <a:lnTo>
                  <a:pt x="9" y="310"/>
                </a:lnTo>
                <a:lnTo>
                  <a:pt x="12" y="298"/>
                </a:lnTo>
                <a:lnTo>
                  <a:pt x="16" y="287"/>
                </a:lnTo>
                <a:lnTo>
                  <a:pt x="21" y="275"/>
                </a:lnTo>
                <a:lnTo>
                  <a:pt x="26" y="264"/>
                </a:lnTo>
                <a:lnTo>
                  <a:pt x="31" y="252"/>
                </a:lnTo>
                <a:lnTo>
                  <a:pt x="37" y="241"/>
                </a:lnTo>
                <a:lnTo>
                  <a:pt x="43" y="230"/>
                </a:lnTo>
                <a:lnTo>
                  <a:pt x="50" y="219"/>
                </a:lnTo>
                <a:lnTo>
                  <a:pt x="58" y="209"/>
                </a:lnTo>
                <a:lnTo>
                  <a:pt x="65" y="198"/>
                </a:lnTo>
                <a:lnTo>
                  <a:pt x="74" y="187"/>
                </a:lnTo>
                <a:lnTo>
                  <a:pt x="82" y="176"/>
                </a:lnTo>
                <a:lnTo>
                  <a:pt x="92" y="166"/>
                </a:lnTo>
                <a:lnTo>
                  <a:pt x="101" y="157"/>
                </a:lnTo>
                <a:lnTo>
                  <a:pt x="111" y="147"/>
                </a:lnTo>
                <a:lnTo>
                  <a:pt x="122" y="138"/>
                </a:lnTo>
                <a:lnTo>
                  <a:pt x="132" y="129"/>
                </a:lnTo>
                <a:lnTo>
                  <a:pt x="144" y="120"/>
                </a:lnTo>
                <a:lnTo>
                  <a:pt x="155" y="111"/>
                </a:lnTo>
                <a:lnTo>
                  <a:pt x="167" y="103"/>
                </a:lnTo>
                <a:lnTo>
                  <a:pt x="180" y="95"/>
                </a:lnTo>
                <a:lnTo>
                  <a:pt x="192" y="87"/>
                </a:lnTo>
                <a:lnTo>
                  <a:pt x="205" y="80"/>
                </a:lnTo>
                <a:lnTo>
                  <a:pt x="219" y="72"/>
                </a:lnTo>
                <a:lnTo>
                  <a:pt x="232" y="66"/>
                </a:lnTo>
                <a:lnTo>
                  <a:pt x="246" y="59"/>
                </a:lnTo>
                <a:lnTo>
                  <a:pt x="261" y="53"/>
                </a:lnTo>
                <a:lnTo>
                  <a:pt x="275" y="47"/>
                </a:lnTo>
                <a:lnTo>
                  <a:pt x="290" y="41"/>
                </a:lnTo>
                <a:lnTo>
                  <a:pt x="305" y="36"/>
                </a:lnTo>
                <a:lnTo>
                  <a:pt x="320" y="31"/>
                </a:lnTo>
                <a:lnTo>
                  <a:pt x="335" y="26"/>
                </a:lnTo>
                <a:lnTo>
                  <a:pt x="351" y="22"/>
                </a:lnTo>
                <a:lnTo>
                  <a:pt x="367" y="18"/>
                </a:lnTo>
                <a:lnTo>
                  <a:pt x="383" y="15"/>
                </a:lnTo>
                <a:lnTo>
                  <a:pt x="399" y="12"/>
                </a:lnTo>
                <a:lnTo>
                  <a:pt x="415" y="9"/>
                </a:lnTo>
                <a:lnTo>
                  <a:pt x="431" y="6"/>
                </a:lnTo>
                <a:lnTo>
                  <a:pt x="448" y="4"/>
                </a:lnTo>
                <a:lnTo>
                  <a:pt x="464" y="3"/>
                </a:lnTo>
                <a:lnTo>
                  <a:pt x="481" y="1"/>
                </a:lnTo>
                <a:lnTo>
                  <a:pt x="498" y="0"/>
                </a:lnTo>
                <a:lnTo>
                  <a:pt x="514" y="0"/>
                </a:lnTo>
                <a:lnTo>
                  <a:pt x="531" y="0"/>
                </a:lnTo>
                <a:lnTo>
                  <a:pt x="548" y="0"/>
                </a:lnTo>
                <a:lnTo>
                  <a:pt x="564" y="0"/>
                </a:lnTo>
                <a:lnTo>
                  <a:pt x="581" y="1"/>
                </a:lnTo>
                <a:lnTo>
                  <a:pt x="598" y="3"/>
                </a:lnTo>
                <a:lnTo>
                  <a:pt x="614" y="4"/>
                </a:lnTo>
                <a:lnTo>
                  <a:pt x="630" y="6"/>
                </a:lnTo>
                <a:lnTo>
                  <a:pt x="647" y="9"/>
                </a:lnTo>
                <a:lnTo>
                  <a:pt x="663" y="12"/>
                </a:lnTo>
                <a:lnTo>
                  <a:pt x="679" y="15"/>
                </a:lnTo>
                <a:lnTo>
                  <a:pt x="695" y="18"/>
                </a:lnTo>
                <a:lnTo>
                  <a:pt x="711" y="22"/>
                </a:lnTo>
                <a:lnTo>
                  <a:pt x="727" y="26"/>
                </a:lnTo>
                <a:lnTo>
                  <a:pt x="742" y="31"/>
                </a:lnTo>
                <a:lnTo>
                  <a:pt x="757" y="36"/>
                </a:lnTo>
                <a:lnTo>
                  <a:pt x="772" y="41"/>
                </a:lnTo>
                <a:lnTo>
                  <a:pt x="787" y="47"/>
                </a:lnTo>
                <a:lnTo>
                  <a:pt x="801" y="53"/>
                </a:lnTo>
                <a:lnTo>
                  <a:pt x="816" y="59"/>
                </a:lnTo>
                <a:lnTo>
                  <a:pt x="830" y="66"/>
                </a:lnTo>
                <a:lnTo>
                  <a:pt x="843" y="72"/>
                </a:lnTo>
                <a:lnTo>
                  <a:pt x="857" y="80"/>
                </a:lnTo>
                <a:lnTo>
                  <a:pt x="870" y="87"/>
                </a:lnTo>
                <a:lnTo>
                  <a:pt x="882" y="95"/>
                </a:lnTo>
                <a:lnTo>
                  <a:pt x="895" y="103"/>
                </a:lnTo>
                <a:lnTo>
                  <a:pt x="907" y="111"/>
                </a:lnTo>
                <a:lnTo>
                  <a:pt x="918" y="120"/>
                </a:lnTo>
                <a:lnTo>
                  <a:pt x="929" y="129"/>
                </a:lnTo>
                <a:lnTo>
                  <a:pt x="940" y="138"/>
                </a:lnTo>
                <a:lnTo>
                  <a:pt x="951" y="147"/>
                </a:lnTo>
                <a:lnTo>
                  <a:pt x="961" y="157"/>
                </a:lnTo>
                <a:lnTo>
                  <a:pt x="971" y="166"/>
                </a:lnTo>
                <a:lnTo>
                  <a:pt x="981" y="176"/>
                </a:lnTo>
                <a:lnTo>
                  <a:pt x="989" y="187"/>
                </a:lnTo>
                <a:lnTo>
                  <a:pt x="997" y="198"/>
                </a:lnTo>
                <a:lnTo>
                  <a:pt x="1005" y="209"/>
                </a:lnTo>
                <a:lnTo>
                  <a:pt x="1013" y="219"/>
                </a:lnTo>
                <a:lnTo>
                  <a:pt x="1020" y="230"/>
                </a:lnTo>
                <a:lnTo>
                  <a:pt x="1026" y="241"/>
                </a:lnTo>
                <a:lnTo>
                  <a:pt x="1032" y="252"/>
                </a:lnTo>
                <a:lnTo>
                  <a:pt x="1037" y="264"/>
                </a:lnTo>
                <a:lnTo>
                  <a:pt x="1042" y="275"/>
                </a:lnTo>
                <a:lnTo>
                  <a:pt x="1047" y="287"/>
                </a:lnTo>
                <a:lnTo>
                  <a:pt x="1050" y="298"/>
                </a:lnTo>
                <a:lnTo>
                  <a:pt x="1054" y="310"/>
                </a:lnTo>
                <a:lnTo>
                  <a:pt x="1057" y="322"/>
                </a:lnTo>
                <a:lnTo>
                  <a:pt x="1059" y="334"/>
                </a:lnTo>
                <a:lnTo>
                  <a:pt x="1061" y="345"/>
                </a:lnTo>
                <a:lnTo>
                  <a:pt x="1062" y="357"/>
                </a:lnTo>
                <a:lnTo>
                  <a:pt x="1063" y="369"/>
                </a:lnTo>
                <a:lnTo>
                  <a:pt x="1063" y="381"/>
                </a:lnTo>
                <a:close/>
              </a:path>
            </a:pathLst>
          </a:custGeom>
          <a:solidFill>
            <a:srgbClr val="ffce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5" name=""/>
          <p:cNvSpPr/>
          <p:nvPr/>
        </p:nvSpPr>
        <p:spPr>
          <a:xfrm>
            <a:off x="7869960" y="2806200"/>
            <a:ext cx="385560" cy="276480"/>
          </a:xfrm>
          <a:custGeom>
            <a:avLst/>
            <a:gdLst/>
            <a:ahLst/>
            <a:rect l="0" t="0" r="r" b="b"/>
            <a:pathLst>
              <a:path w="1071" h="768">
                <a:moveTo>
                  <a:pt x="1067" y="384"/>
                </a:moveTo>
                <a:lnTo>
                  <a:pt x="1067" y="372"/>
                </a:lnTo>
                <a:lnTo>
                  <a:pt x="1066" y="360"/>
                </a:lnTo>
                <a:lnTo>
                  <a:pt x="1065" y="348"/>
                </a:lnTo>
                <a:lnTo>
                  <a:pt x="1063" y="337"/>
                </a:lnTo>
                <a:lnTo>
                  <a:pt x="1061" y="325"/>
                </a:lnTo>
                <a:lnTo>
                  <a:pt x="1058" y="313"/>
                </a:lnTo>
                <a:lnTo>
                  <a:pt x="1054" y="301"/>
                </a:lnTo>
                <a:lnTo>
                  <a:pt x="1051" y="290"/>
                </a:lnTo>
                <a:lnTo>
                  <a:pt x="1046" y="278"/>
                </a:lnTo>
                <a:lnTo>
                  <a:pt x="1041" y="267"/>
                </a:lnTo>
                <a:lnTo>
                  <a:pt x="1036" y="255"/>
                </a:lnTo>
                <a:lnTo>
                  <a:pt x="1030" y="243"/>
                </a:lnTo>
                <a:lnTo>
                  <a:pt x="1024" y="232"/>
                </a:lnTo>
                <a:lnTo>
                  <a:pt x="1017" y="221"/>
                </a:lnTo>
                <a:lnTo>
                  <a:pt x="1009" y="211"/>
                </a:lnTo>
                <a:lnTo>
                  <a:pt x="1001" y="200"/>
                </a:lnTo>
                <a:lnTo>
                  <a:pt x="993" y="190"/>
                </a:lnTo>
                <a:lnTo>
                  <a:pt x="985" y="179"/>
                </a:lnTo>
                <a:lnTo>
                  <a:pt x="975" y="169"/>
                </a:lnTo>
                <a:lnTo>
                  <a:pt x="966" y="160"/>
                </a:lnTo>
                <a:lnTo>
                  <a:pt x="956" y="150"/>
                </a:lnTo>
                <a:lnTo>
                  <a:pt x="945" y="141"/>
                </a:lnTo>
                <a:lnTo>
                  <a:pt x="934" y="132"/>
                </a:lnTo>
                <a:lnTo>
                  <a:pt x="923" y="123"/>
                </a:lnTo>
                <a:lnTo>
                  <a:pt x="912" y="114"/>
                </a:lnTo>
                <a:lnTo>
                  <a:pt x="900" y="106"/>
                </a:lnTo>
                <a:lnTo>
                  <a:pt x="887" y="98"/>
                </a:lnTo>
                <a:lnTo>
                  <a:pt x="875" y="90"/>
                </a:lnTo>
                <a:lnTo>
                  <a:pt x="862" y="83"/>
                </a:lnTo>
                <a:lnTo>
                  <a:pt x="848" y="75"/>
                </a:lnTo>
                <a:lnTo>
                  <a:pt x="835" y="69"/>
                </a:lnTo>
                <a:lnTo>
                  <a:pt x="821" y="62"/>
                </a:lnTo>
                <a:lnTo>
                  <a:pt x="806" y="56"/>
                </a:lnTo>
                <a:lnTo>
                  <a:pt x="792" y="50"/>
                </a:lnTo>
                <a:lnTo>
                  <a:pt x="777" y="44"/>
                </a:lnTo>
                <a:lnTo>
                  <a:pt x="762" y="39"/>
                </a:lnTo>
                <a:lnTo>
                  <a:pt x="747" y="34"/>
                </a:lnTo>
                <a:lnTo>
                  <a:pt x="732" y="29"/>
                </a:lnTo>
                <a:lnTo>
                  <a:pt x="716" y="25"/>
                </a:lnTo>
                <a:lnTo>
                  <a:pt x="700" y="21"/>
                </a:lnTo>
                <a:lnTo>
                  <a:pt x="684" y="18"/>
                </a:lnTo>
                <a:lnTo>
                  <a:pt x="668" y="15"/>
                </a:lnTo>
                <a:lnTo>
                  <a:pt x="652" y="12"/>
                </a:lnTo>
                <a:lnTo>
                  <a:pt x="635" y="9"/>
                </a:lnTo>
                <a:lnTo>
                  <a:pt x="619" y="7"/>
                </a:lnTo>
                <a:lnTo>
                  <a:pt x="603" y="6"/>
                </a:lnTo>
                <a:lnTo>
                  <a:pt x="586" y="4"/>
                </a:lnTo>
                <a:lnTo>
                  <a:pt x="569" y="3"/>
                </a:lnTo>
                <a:lnTo>
                  <a:pt x="553" y="3"/>
                </a:lnTo>
                <a:lnTo>
                  <a:pt x="536" y="3"/>
                </a:lnTo>
                <a:lnTo>
                  <a:pt x="519" y="3"/>
                </a:lnTo>
                <a:lnTo>
                  <a:pt x="503" y="3"/>
                </a:lnTo>
                <a:lnTo>
                  <a:pt x="486" y="4"/>
                </a:lnTo>
                <a:lnTo>
                  <a:pt x="469" y="6"/>
                </a:lnTo>
                <a:lnTo>
                  <a:pt x="453" y="7"/>
                </a:lnTo>
                <a:lnTo>
                  <a:pt x="436" y="9"/>
                </a:lnTo>
                <a:lnTo>
                  <a:pt x="420" y="12"/>
                </a:lnTo>
                <a:lnTo>
                  <a:pt x="404" y="15"/>
                </a:lnTo>
                <a:lnTo>
                  <a:pt x="388" y="18"/>
                </a:lnTo>
                <a:lnTo>
                  <a:pt x="372" y="21"/>
                </a:lnTo>
                <a:lnTo>
                  <a:pt x="356" y="25"/>
                </a:lnTo>
                <a:lnTo>
                  <a:pt x="340" y="29"/>
                </a:lnTo>
                <a:lnTo>
                  <a:pt x="325" y="34"/>
                </a:lnTo>
                <a:lnTo>
                  <a:pt x="310" y="39"/>
                </a:lnTo>
                <a:lnTo>
                  <a:pt x="295" y="44"/>
                </a:lnTo>
                <a:lnTo>
                  <a:pt x="280" y="50"/>
                </a:lnTo>
                <a:lnTo>
                  <a:pt x="266" y="56"/>
                </a:lnTo>
                <a:lnTo>
                  <a:pt x="251" y="62"/>
                </a:lnTo>
                <a:lnTo>
                  <a:pt x="237" y="69"/>
                </a:lnTo>
                <a:lnTo>
                  <a:pt x="224" y="75"/>
                </a:lnTo>
                <a:lnTo>
                  <a:pt x="210" y="83"/>
                </a:lnTo>
                <a:lnTo>
                  <a:pt x="197" y="90"/>
                </a:lnTo>
                <a:lnTo>
                  <a:pt x="185" y="98"/>
                </a:lnTo>
                <a:lnTo>
                  <a:pt x="172" y="106"/>
                </a:lnTo>
                <a:lnTo>
                  <a:pt x="160" y="114"/>
                </a:lnTo>
                <a:lnTo>
                  <a:pt x="149" y="123"/>
                </a:lnTo>
                <a:lnTo>
                  <a:pt x="137" y="132"/>
                </a:lnTo>
                <a:lnTo>
                  <a:pt x="127" y="141"/>
                </a:lnTo>
                <a:lnTo>
                  <a:pt x="116" y="150"/>
                </a:lnTo>
                <a:lnTo>
                  <a:pt x="106" y="160"/>
                </a:lnTo>
                <a:lnTo>
                  <a:pt x="97" y="169"/>
                </a:lnTo>
                <a:lnTo>
                  <a:pt x="87" y="179"/>
                </a:lnTo>
                <a:lnTo>
                  <a:pt x="79" y="190"/>
                </a:lnTo>
                <a:lnTo>
                  <a:pt x="69" y="200"/>
                </a:lnTo>
                <a:lnTo>
                  <a:pt x="62" y="211"/>
                </a:lnTo>
                <a:lnTo>
                  <a:pt x="54" y="221"/>
                </a:lnTo>
                <a:lnTo>
                  <a:pt x="47" y="232"/>
                </a:lnTo>
                <a:lnTo>
                  <a:pt x="41" y="243"/>
                </a:lnTo>
                <a:lnTo>
                  <a:pt x="35" y="255"/>
                </a:lnTo>
                <a:lnTo>
                  <a:pt x="30" y="267"/>
                </a:lnTo>
                <a:lnTo>
                  <a:pt x="25" y="278"/>
                </a:lnTo>
                <a:lnTo>
                  <a:pt x="20" y="290"/>
                </a:lnTo>
                <a:lnTo>
                  <a:pt x="16" y="301"/>
                </a:lnTo>
                <a:lnTo>
                  <a:pt x="13" y="313"/>
                </a:lnTo>
                <a:lnTo>
                  <a:pt x="10" y="325"/>
                </a:lnTo>
                <a:lnTo>
                  <a:pt x="8" y="337"/>
                </a:lnTo>
                <a:lnTo>
                  <a:pt x="6" y="348"/>
                </a:lnTo>
                <a:lnTo>
                  <a:pt x="5" y="360"/>
                </a:lnTo>
                <a:lnTo>
                  <a:pt x="4" y="372"/>
                </a:lnTo>
                <a:lnTo>
                  <a:pt x="4" y="384"/>
                </a:lnTo>
                <a:lnTo>
                  <a:pt x="4" y="396"/>
                </a:lnTo>
                <a:lnTo>
                  <a:pt x="5" y="408"/>
                </a:lnTo>
                <a:lnTo>
                  <a:pt x="6" y="420"/>
                </a:lnTo>
                <a:lnTo>
                  <a:pt x="8" y="432"/>
                </a:lnTo>
                <a:lnTo>
                  <a:pt x="10" y="444"/>
                </a:lnTo>
                <a:lnTo>
                  <a:pt x="13" y="456"/>
                </a:lnTo>
                <a:lnTo>
                  <a:pt x="16" y="467"/>
                </a:lnTo>
                <a:lnTo>
                  <a:pt x="20" y="479"/>
                </a:lnTo>
                <a:lnTo>
                  <a:pt x="25" y="490"/>
                </a:lnTo>
                <a:lnTo>
                  <a:pt x="30" y="502"/>
                </a:lnTo>
                <a:lnTo>
                  <a:pt x="35" y="513"/>
                </a:lnTo>
                <a:lnTo>
                  <a:pt x="41" y="524"/>
                </a:lnTo>
                <a:lnTo>
                  <a:pt x="47" y="535"/>
                </a:lnTo>
                <a:lnTo>
                  <a:pt x="54" y="546"/>
                </a:lnTo>
                <a:lnTo>
                  <a:pt x="62" y="557"/>
                </a:lnTo>
                <a:lnTo>
                  <a:pt x="69" y="568"/>
                </a:lnTo>
                <a:lnTo>
                  <a:pt x="79" y="578"/>
                </a:lnTo>
                <a:lnTo>
                  <a:pt x="87" y="588"/>
                </a:lnTo>
                <a:lnTo>
                  <a:pt x="97" y="598"/>
                </a:lnTo>
                <a:lnTo>
                  <a:pt x="106" y="608"/>
                </a:lnTo>
                <a:lnTo>
                  <a:pt x="116" y="618"/>
                </a:lnTo>
                <a:lnTo>
                  <a:pt x="127" y="627"/>
                </a:lnTo>
                <a:lnTo>
                  <a:pt x="137" y="636"/>
                </a:lnTo>
                <a:lnTo>
                  <a:pt x="149" y="645"/>
                </a:lnTo>
                <a:lnTo>
                  <a:pt x="160" y="653"/>
                </a:lnTo>
                <a:lnTo>
                  <a:pt x="172" y="662"/>
                </a:lnTo>
                <a:lnTo>
                  <a:pt x="185" y="670"/>
                </a:lnTo>
                <a:lnTo>
                  <a:pt x="197" y="678"/>
                </a:lnTo>
                <a:lnTo>
                  <a:pt x="210" y="685"/>
                </a:lnTo>
                <a:lnTo>
                  <a:pt x="224" y="692"/>
                </a:lnTo>
                <a:lnTo>
                  <a:pt x="237" y="699"/>
                </a:lnTo>
                <a:lnTo>
                  <a:pt x="251" y="706"/>
                </a:lnTo>
                <a:lnTo>
                  <a:pt x="266" y="712"/>
                </a:lnTo>
                <a:lnTo>
                  <a:pt x="280" y="718"/>
                </a:lnTo>
                <a:lnTo>
                  <a:pt x="295" y="723"/>
                </a:lnTo>
                <a:lnTo>
                  <a:pt x="310" y="729"/>
                </a:lnTo>
                <a:lnTo>
                  <a:pt x="325" y="734"/>
                </a:lnTo>
                <a:lnTo>
                  <a:pt x="340" y="738"/>
                </a:lnTo>
                <a:lnTo>
                  <a:pt x="356" y="742"/>
                </a:lnTo>
                <a:lnTo>
                  <a:pt x="372" y="746"/>
                </a:lnTo>
                <a:lnTo>
                  <a:pt x="388" y="750"/>
                </a:lnTo>
                <a:lnTo>
                  <a:pt x="404" y="753"/>
                </a:lnTo>
                <a:lnTo>
                  <a:pt x="420" y="756"/>
                </a:lnTo>
                <a:lnTo>
                  <a:pt x="436" y="758"/>
                </a:lnTo>
                <a:lnTo>
                  <a:pt x="453" y="760"/>
                </a:lnTo>
                <a:lnTo>
                  <a:pt x="469" y="762"/>
                </a:lnTo>
                <a:lnTo>
                  <a:pt x="486" y="763"/>
                </a:lnTo>
                <a:lnTo>
                  <a:pt x="503" y="764"/>
                </a:lnTo>
                <a:lnTo>
                  <a:pt x="519" y="765"/>
                </a:lnTo>
                <a:lnTo>
                  <a:pt x="536" y="765"/>
                </a:lnTo>
                <a:lnTo>
                  <a:pt x="553" y="765"/>
                </a:lnTo>
                <a:lnTo>
                  <a:pt x="569" y="764"/>
                </a:lnTo>
                <a:lnTo>
                  <a:pt x="586" y="763"/>
                </a:lnTo>
                <a:lnTo>
                  <a:pt x="603" y="762"/>
                </a:lnTo>
                <a:lnTo>
                  <a:pt x="619" y="760"/>
                </a:lnTo>
                <a:lnTo>
                  <a:pt x="635" y="758"/>
                </a:lnTo>
                <a:lnTo>
                  <a:pt x="652" y="756"/>
                </a:lnTo>
                <a:lnTo>
                  <a:pt x="668" y="753"/>
                </a:lnTo>
                <a:lnTo>
                  <a:pt x="684" y="750"/>
                </a:lnTo>
                <a:lnTo>
                  <a:pt x="700" y="746"/>
                </a:lnTo>
                <a:lnTo>
                  <a:pt x="716" y="742"/>
                </a:lnTo>
                <a:lnTo>
                  <a:pt x="732" y="738"/>
                </a:lnTo>
                <a:lnTo>
                  <a:pt x="747" y="734"/>
                </a:lnTo>
                <a:lnTo>
                  <a:pt x="762" y="729"/>
                </a:lnTo>
                <a:lnTo>
                  <a:pt x="777" y="723"/>
                </a:lnTo>
                <a:lnTo>
                  <a:pt x="792" y="718"/>
                </a:lnTo>
                <a:lnTo>
                  <a:pt x="806" y="712"/>
                </a:lnTo>
                <a:lnTo>
                  <a:pt x="821" y="706"/>
                </a:lnTo>
                <a:lnTo>
                  <a:pt x="835" y="699"/>
                </a:lnTo>
                <a:lnTo>
                  <a:pt x="848" y="692"/>
                </a:lnTo>
                <a:lnTo>
                  <a:pt x="862" y="685"/>
                </a:lnTo>
                <a:lnTo>
                  <a:pt x="875" y="678"/>
                </a:lnTo>
                <a:lnTo>
                  <a:pt x="887" y="670"/>
                </a:lnTo>
                <a:lnTo>
                  <a:pt x="900" y="662"/>
                </a:lnTo>
                <a:lnTo>
                  <a:pt x="912" y="653"/>
                </a:lnTo>
                <a:lnTo>
                  <a:pt x="923" y="645"/>
                </a:lnTo>
                <a:lnTo>
                  <a:pt x="934" y="636"/>
                </a:lnTo>
                <a:lnTo>
                  <a:pt x="945" y="627"/>
                </a:lnTo>
                <a:lnTo>
                  <a:pt x="956" y="618"/>
                </a:lnTo>
                <a:lnTo>
                  <a:pt x="966" y="608"/>
                </a:lnTo>
                <a:lnTo>
                  <a:pt x="975" y="598"/>
                </a:lnTo>
                <a:lnTo>
                  <a:pt x="985" y="588"/>
                </a:lnTo>
                <a:lnTo>
                  <a:pt x="993" y="578"/>
                </a:lnTo>
                <a:lnTo>
                  <a:pt x="1001" y="568"/>
                </a:lnTo>
                <a:lnTo>
                  <a:pt x="1009" y="557"/>
                </a:lnTo>
                <a:lnTo>
                  <a:pt x="1017" y="546"/>
                </a:lnTo>
                <a:lnTo>
                  <a:pt x="1024" y="535"/>
                </a:lnTo>
                <a:lnTo>
                  <a:pt x="1030" y="524"/>
                </a:lnTo>
                <a:lnTo>
                  <a:pt x="1036" y="513"/>
                </a:lnTo>
                <a:lnTo>
                  <a:pt x="1041" y="502"/>
                </a:lnTo>
                <a:lnTo>
                  <a:pt x="1046" y="490"/>
                </a:lnTo>
                <a:lnTo>
                  <a:pt x="1051" y="479"/>
                </a:lnTo>
                <a:lnTo>
                  <a:pt x="1054" y="467"/>
                </a:lnTo>
                <a:lnTo>
                  <a:pt x="1058" y="456"/>
                </a:lnTo>
                <a:lnTo>
                  <a:pt x="1061" y="444"/>
                </a:lnTo>
                <a:lnTo>
                  <a:pt x="1063" y="432"/>
                </a:lnTo>
                <a:lnTo>
                  <a:pt x="1065" y="420"/>
                </a:lnTo>
                <a:lnTo>
                  <a:pt x="1066" y="408"/>
                </a:lnTo>
                <a:lnTo>
                  <a:pt x="1067" y="396"/>
                </a:lnTo>
                <a:lnTo>
                  <a:pt x="1067" y="384"/>
                </a:lnTo>
                <a:moveTo>
                  <a:pt x="1071" y="384"/>
                </a:moveTo>
                <a:lnTo>
                  <a:pt x="1071" y="396"/>
                </a:lnTo>
                <a:lnTo>
                  <a:pt x="1070" y="408"/>
                </a:lnTo>
                <a:lnTo>
                  <a:pt x="1069" y="420"/>
                </a:lnTo>
                <a:lnTo>
                  <a:pt x="1067" y="432"/>
                </a:lnTo>
                <a:lnTo>
                  <a:pt x="1064" y="444"/>
                </a:lnTo>
                <a:lnTo>
                  <a:pt x="1062" y="456"/>
                </a:lnTo>
                <a:lnTo>
                  <a:pt x="1058" y="468"/>
                </a:lnTo>
                <a:lnTo>
                  <a:pt x="1054" y="480"/>
                </a:lnTo>
                <a:lnTo>
                  <a:pt x="1050" y="491"/>
                </a:lnTo>
                <a:lnTo>
                  <a:pt x="1045" y="503"/>
                </a:lnTo>
                <a:lnTo>
                  <a:pt x="1039" y="514"/>
                </a:lnTo>
                <a:lnTo>
                  <a:pt x="1034" y="525"/>
                </a:lnTo>
                <a:lnTo>
                  <a:pt x="1027" y="537"/>
                </a:lnTo>
                <a:lnTo>
                  <a:pt x="1020" y="548"/>
                </a:lnTo>
                <a:lnTo>
                  <a:pt x="1013" y="558"/>
                </a:lnTo>
                <a:lnTo>
                  <a:pt x="1005" y="569"/>
                </a:lnTo>
                <a:lnTo>
                  <a:pt x="997" y="579"/>
                </a:lnTo>
                <a:lnTo>
                  <a:pt x="988" y="590"/>
                </a:lnTo>
                <a:lnTo>
                  <a:pt x="979" y="600"/>
                </a:lnTo>
                <a:lnTo>
                  <a:pt x="969" y="610"/>
                </a:lnTo>
                <a:lnTo>
                  <a:pt x="959" y="619"/>
                </a:lnTo>
                <a:lnTo>
                  <a:pt x="948" y="629"/>
                </a:lnTo>
                <a:lnTo>
                  <a:pt x="937" y="638"/>
                </a:lnTo>
                <a:lnTo>
                  <a:pt x="926" y="647"/>
                </a:lnTo>
                <a:lnTo>
                  <a:pt x="914" y="655"/>
                </a:lnTo>
                <a:lnTo>
                  <a:pt x="902" y="664"/>
                </a:lnTo>
                <a:lnTo>
                  <a:pt x="890" y="672"/>
                </a:lnTo>
                <a:lnTo>
                  <a:pt x="877" y="680"/>
                </a:lnTo>
                <a:lnTo>
                  <a:pt x="864" y="687"/>
                </a:lnTo>
                <a:lnTo>
                  <a:pt x="850" y="694"/>
                </a:lnTo>
                <a:lnTo>
                  <a:pt x="837" y="701"/>
                </a:lnTo>
                <a:lnTo>
                  <a:pt x="823" y="708"/>
                </a:lnTo>
                <a:lnTo>
                  <a:pt x="808" y="714"/>
                </a:lnTo>
                <a:lnTo>
                  <a:pt x="794" y="720"/>
                </a:lnTo>
                <a:lnTo>
                  <a:pt x="779" y="726"/>
                </a:lnTo>
                <a:lnTo>
                  <a:pt x="764" y="731"/>
                </a:lnTo>
                <a:lnTo>
                  <a:pt x="748" y="736"/>
                </a:lnTo>
                <a:lnTo>
                  <a:pt x="733" y="741"/>
                </a:lnTo>
                <a:lnTo>
                  <a:pt x="717" y="745"/>
                </a:lnTo>
                <a:lnTo>
                  <a:pt x="701" y="749"/>
                </a:lnTo>
                <a:lnTo>
                  <a:pt x="685" y="752"/>
                </a:lnTo>
                <a:lnTo>
                  <a:pt x="669" y="756"/>
                </a:lnTo>
                <a:lnTo>
                  <a:pt x="653" y="758"/>
                </a:lnTo>
                <a:lnTo>
                  <a:pt x="636" y="761"/>
                </a:lnTo>
                <a:lnTo>
                  <a:pt x="620" y="763"/>
                </a:lnTo>
                <a:lnTo>
                  <a:pt x="603" y="765"/>
                </a:lnTo>
                <a:lnTo>
                  <a:pt x="586" y="766"/>
                </a:lnTo>
                <a:lnTo>
                  <a:pt x="570" y="767"/>
                </a:lnTo>
                <a:lnTo>
                  <a:pt x="553" y="767"/>
                </a:lnTo>
                <a:lnTo>
                  <a:pt x="536" y="768"/>
                </a:lnTo>
                <a:lnTo>
                  <a:pt x="519" y="767"/>
                </a:lnTo>
                <a:lnTo>
                  <a:pt x="502" y="767"/>
                </a:lnTo>
                <a:lnTo>
                  <a:pt x="486" y="766"/>
                </a:lnTo>
                <a:lnTo>
                  <a:pt x="469" y="765"/>
                </a:lnTo>
                <a:lnTo>
                  <a:pt x="452" y="763"/>
                </a:lnTo>
                <a:lnTo>
                  <a:pt x="436" y="761"/>
                </a:lnTo>
                <a:lnTo>
                  <a:pt x="419" y="758"/>
                </a:lnTo>
                <a:lnTo>
                  <a:pt x="403" y="756"/>
                </a:lnTo>
                <a:lnTo>
                  <a:pt x="387" y="752"/>
                </a:lnTo>
                <a:lnTo>
                  <a:pt x="371" y="749"/>
                </a:lnTo>
                <a:lnTo>
                  <a:pt x="355" y="745"/>
                </a:lnTo>
                <a:lnTo>
                  <a:pt x="339" y="741"/>
                </a:lnTo>
                <a:lnTo>
                  <a:pt x="323" y="736"/>
                </a:lnTo>
                <a:lnTo>
                  <a:pt x="308" y="731"/>
                </a:lnTo>
                <a:lnTo>
                  <a:pt x="293" y="726"/>
                </a:lnTo>
                <a:lnTo>
                  <a:pt x="278" y="720"/>
                </a:lnTo>
                <a:lnTo>
                  <a:pt x="264" y="714"/>
                </a:lnTo>
                <a:lnTo>
                  <a:pt x="249" y="708"/>
                </a:lnTo>
                <a:lnTo>
                  <a:pt x="235" y="701"/>
                </a:lnTo>
                <a:lnTo>
                  <a:pt x="221" y="694"/>
                </a:lnTo>
                <a:lnTo>
                  <a:pt x="208" y="687"/>
                </a:lnTo>
                <a:lnTo>
                  <a:pt x="195" y="680"/>
                </a:lnTo>
                <a:lnTo>
                  <a:pt x="182" y="672"/>
                </a:lnTo>
                <a:lnTo>
                  <a:pt x="170" y="664"/>
                </a:lnTo>
                <a:lnTo>
                  <a:pt x="158" y="655"/>
                </a:lnTo>
                <a:lnTo>
                  <a:pt x="146" y="647"/>
                </a:lnTo>
                <a:lnTo>
                  <a:pt x="135" y="638"/>
                </a:lnTo>
                <a:lnTo>
                  <a:pt x="124" y="629"/>
                </a:lnTo>
                <a:lnTo>
                  <a:pt x="113" y="619"/>
                </a:lnTo>
                <a:lnTo>
                  <a:pt x="103" y="610"/>
                </a:lnTo>
                <a:lnTo>
                  <a:pt x="93" y="600"/>
                </a:lnTo>
                <a:lnTo>
                  <a:pt x="84" y="590"/>
                </a:lnTo>
                <a:lnTo>
                  <a:pt x="75" y="579"/>
                </a:lnTo>
                <a:lnTo>
                  <a:pt x="66" y="569"/>
                </a:lnTo>
                <a:lnTo>
                  <a:pt x="58" y="558"/>
                </a:lnTo>
                <a:lnTo>
                  <a:pt x="51" y="548"/>
                </a:lnTo>
                <a:lnTo>
                  <a:pt x="44" y="537"/>
                </a:lnTo>
                <a:lnTo>
                  <a:pt x="37" y="525"/>
                </a:lnTo>
                <a:lnTo>
                  <a:pt x="31" y="514"/>
                </a:lnTo>
                <a:lnTo>
                  <a:pt x="26" y="503"/>
                </a:lnTo>
                <a:lnTo>
                  <a:pt x="21" y="491"/>
                </a:lnTo>
                <a:lnTo>
                  <a:pt x="17" y="480"/>
                </a:lnTo>
                <a:lnTo>
                  <a:pt x="13" y="468"/>
                </a:lnTo>
                <a:lnTo>
                  <a:pt x="9" y="456"/>
                </a:lnTo>
                <a:lnTo>
                  <a:pt x="6" y="444"/>
                </a:lnTo>
                <a:lnTo>
                  <a:pt x="4" y="432"/>
                </a:lnTo>
                <a:lnTo>
                  <a:pt x="2" y="420"/>
                </a:lnTo>
                <a:lnTo>
                  <a:pt x="1" y="408"/>
                </a:lnTo>
                <a:lnTo>
                  <a:pt x="0" y="396"/>
                </a:lnTo>
                <a:lnTo>
                  <a:pt x="0" y="384"/>
                </a:lnTo>
                <a:lnTo>
                  <a:pt x="0" y="372"/>
                </a:lnTo>
                <a:lnTo>
                  <a:pt x="1" y="360"/>
                </a:lnTo>
                <a:lnTo>
                  <a:pt x="2" y="348"/>
                </a:lnTo>
                <a:lnTo>
                  <a:pt x="4" y="336"/>
                </a:lnTo>
                <a:lnTo>
                  <a:pt x="6" y="324"/>
                </a:lnTo>
                <a:lnTo>
                  <a:pt x="9" y="312"/>
                </a:lnTo>
                <a:lnTo>
                  <a:pt x="13" y="301"/>
                </a:lnTo>
                <a:lnTo>
                  <a:pt x="17" y="289"/>
                </a:lnTo>
                <a:lnTo>
                  <a:pt x="21" y="277"/>
                </a:lnTo>
                <a:lnTo>
                  <a:pt x="26" y="266"/>
                </a:lnTo>
                <a:lnTo>
                  <a:pt x="31" y="254"/>
                </a:lnTo>
                <a:lnTo>
                  <a:pt x="37" y="242"/>
                </a:lnTo>
                <a:lnTo>
                  <a:pt x="44" y="231"/>
                </a:lnTo>
                <a:lnTo>
                  <a:pt x="51" y="220"/>
                </a:lnTo>
                <a:lnTo>
                  <a:pt x="58" y="209"/>
                </a:lnTo>
                <a:lnTo>
                  <a:pt x="66" y="199"/>
                </a:lnTo>
                <a:lnTo>
                  <a:pt x="75" y="188"/>
                </a:lnTo>
                <a:lnTo>
                  <a:pt x="84" y="178"/>
                </a:lnTo>
                <a:lnTo>
                  <a:pt x="93" y="168"/>
                </a:lnTo>
                <a:lnTo>
                  <a:pt x="103" y="158"/>
                </a:lnTo>
                <a:lnTo>
                  <a:pt x="113" y="148"/>
                </a:lnTo>
                <a:lnTo>
                  <a:pt x="124" y="139"/>
                </a:lnTo>
                <a:lnTo>
                  <a:pt x="135" y="130"/>
                </a:lnTo>
                <a:lnTo>
                  <a:pt x="146" y="121"/>
                </a:lnTo>
                <a:lnTo>
                  <a:pt x="158" y="112"/>
                </a:lnTo>
                <a:lnTo>
                  <a:pt x="170" y="104"/>
                </a:lnTo>
                <a:lnTo>
                  <a:pt x="182" y="96"/>
                </a:lnTo>
                <a:lnTo>
                  <a:pt x="195" y="88"/>
                </a:lnTo>
                <a:lnTo>
                  <a:pt x="208" y="80"/>
                </a:lnTo>
                <a:lnTo>
                  <a:pt x="221" y="73"/>
                </a:lnTo>
                <a:lnTo>
                  <a:pt x="235" y="66"/>
                </a:lnTo>
                <a:lnTo>
                  <a:pt x="249" y="60"/>
                </a:lnTo>
                <a:lnTo>
                  <a:pt x="264" y="53"/>
                </a:lnTo>
                <a:lnTo>
                  <a:pt x="278" y="47"/>
                </a:lnTo>
                <a:lnTo>
                  <a:pt x="293" y="42"/>
                </a:lnTo>
                <a:lnTo>
                  <a:pt x="308" y="36"/>
                </a:lnTo>
                <a:lnTo>
                  <a:pt x="323" y="31"/>
                </a:lnTo>
                <a:lnTo>
                  <a:pt x="339" y="27"/>
                </a:lnTo>
                <a:lnTo>
                  <a:pt x="355" y="23"/>
                </a:lnTo>
                <a:lnTo>
                  <a:pt x="371" y="19"/>
                </a:lnTo>
                <a:lnTo>
                  <a:pt x="387" y="15"/>
                </a:lnTo>
                <a:lnTo>
                  <a:pt x="403" y="12"/>
                </a:lnTo>
                <a:lnTo>
                  <a:pt x="419" y="9"/>
                </a:lnTo>
                <a:lnTo>
                  <a:pt x="436" y="7"/>
                </a:lnTo>
                <a:lnTo>
                  <a:pt x="452" y="5"/>
                </a:lnTo>
                <a:lnTo>
                  <a:pt x="469" y="3"/>
                </a:lnTo>
                <a:lnTo>
                  <a:pt x="486" y="2"/>
                </a:lnTo>
                <a:lnTo>
                  <a:pt x="502" y="1"/>
                </a:lnTo>
                <a:lnTo>
                  <a:pt x="519" y="0"/>
                </a:lnTo>
                <a:lnTo>
                  <a:pt x="536" y="0"/>
                </a:lnTo>
                <a:lnTo>
                  <a:pt x="553" y="0"/>
                </a:lnTo>
                <a:lnTo>
                  <a:pt x="570" y="1"/>
                </a:lnTo>
                <a:lnTo>
                  <a:pt x="586" y="2"/>
                </a:lnTo>
                <a:lnTo>
                  <a:pt x="603" y="3"/>
                </a:lnTo>
                <a:lnTo>
                  <a:pt x="620" y="5"/>
                </a:lnTo>
                <a:lnTo>
                  <a:pt x="636" y="7"/>
                </a:lnTo>
                <a:lnTo>
                  <a:pt x="653" y="9"/>
                </a:lnTo>
                <a:lnTo>
                  <a:pt x="669" y="12"/>
                </a:lnTo>
                <a:lnTo>
                  <a:pt x="685" y="15"/>
                </a:lnTo>
                <a:lnTo>
                  <a:pt x="701" y="19"/>
                </a:lnTo>
                <a:lnTo>
                  <a:pt x="717" y="23"/>
                </a:lnTo>
                <a:lnTo>
                  <a:pt x="733" y="27"/>
                </a:lnTo>
                <a:lnTo>
                  <a:pt x="748" y="31"/>
                </a:lnTo>
                <a:lnTo>
                  <a:pt x="764" y="36"/>
                </a:lnTo>
                <a:lnTo>
                  <a:pt x="779" y="42"/>
                </a:lnTo>
                <a:lnTo>
                  <a:pt x="794" y="47"/>
                </a:lnTo>
                <a:lnTo>
                  <a:pt x="808" y="53"/>
                </a:lnTo>
                <a:lnTo>
                  <a:pt x="823" y="60"/>
                </a:lnTo>
                <a:lnTo>
                  <a:pt x="837" y="66"/>
                </a:lnTo>
                <a:lnTo>
                  <a:pt x="850" y="73"/>
                </a:lnTo>
                <a:lnTo>
                  <a:pt x="864" y="80"/>
                </a:lnTo>
                <a:lnTo>
                  <a:pt x="877" y="88"/>
                </a:lnTo>
                <a:lnTo>
                  <a:pt x="890" y="96"/>
                </a:lnTo>
                <a:lnTo>
                  <a:pt x="902" y="104"/>
                </a:lnTo>
                <a:lnTo>
                  <a:pt x="914" y="112"/>
                </a:lnTo>
                <a:lnTo>
                  <a:pt x="926" y="121"/>
                </a:lnTo>
                <a:lnTo>
                  <a:pt x="937" y="130"/>
                </a:lnTo>
                <a:lnTo>
                  <a:pt x="948" y="139"/>
                </a:lnTo>
                <a:lnTo>
                  <a:pt x="959" y="148"/>
                </a:lnTo>
                <a:lnTo>
                  <a:pt x="969" y="158"/>
                </a:lnTo>
                <a:lnTo>
                  <a:pt x="979" y="168"/>
                </a:lnTo>
                <a:lnTo>
                  <a:pt x="988" y="178"/>
                </a:lnTo>
                <a:lnTo>
                  <a:pt x="997" y="188"/>
                </a:lnTo>
                <a:lnTo>
                  <a:pt x="1005" y="199"/>
                </a:lnTo>
                <a:lnTo>
                  <a:pt x="1013" y="209"/>
                </a:lnTo>
                <a:lnTo>
                  <a:pt x="1020" y="220"/>
                </a:lnTo>
                <a:lnTo>
                  <a:pt x="1027" y="231"/>
                </a:lnTo>
                <a:lnTo>
                  <a:pt x="1034" y="242"/>
                </a:lnTo>
                <a:lnTo>
                  <a:pt x="1039" y="254"/>
                </a:lnTo>
                <a:lnTo>
                  <a:pt x="1045" y="266"/>
                </a:lnTo>
                <a:lnTo>
                  <a:pt x="1050" y="277"/>
                </a:lnTo>
                <a:lnTo>
                  <a:pt x="1054" y="289"/>
                </a:lnTo>
                <a:lnTo>
                  <a:pt x="1058" y="301"/>
                </a:lnTo>
                <a:lnTo>
                  <a:pt x="1062" y="312"/>
                </a:lnTo>
                <a:lnTo>
                  <a:pt x="1064" y="324"/>
                </a:lnTo>
                <a:lnTo>
                  <a:pt x="1067" y="336"/>
                </a:lnTo>
                <a:lnTo>
                  <a:pt x="1069" y="348"/>
                </a:lnTo>
                <a:lnTo>
                  <a:pt x="1070" y="360"/>
                </a:lnTo>
                <a:lnTo>
                  <a:pt x="1071" y="372"/>
                </a:lnTo>
                <a:lnTo>
                  <a:pt x="1071" y="384"/>
                </a:lnTo>
                <a:close/>
              </a:path>
            </a:pathLst>
          </a:custGeom>
          <a:solidFill>
            <a:srgbClr val="ffcd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6" name=""/>
          <p:cNvSpPr/>
          <p:nvPr/>
        </p:nvSpPr>
        <p:spPr>
          <a:xfrm>
            <a:off x="7868520" y="2805120"/>
            <a:ext cx="388440" cy="278280"/>
          </a:xfrm>
          <a:custGeom>
            <a:avLst/>
            <a:gdLst/>
            <a:ahLst/>
            <a:rect l="0" t="0" r="r" b="b"/>
            <a:pathLst>
              <a:path w="1079" h="773">
                <a:moveTo>
                  <a:pt x="1075" y="387"/>
                </a:moveTo>
                <a:lnTo>
                  <a:pt x="1075" y="375"/>
                </a:lnTo>
                <a:lnTo>
                  <a:pt x="1074" y="363"/>
                </a:lnTo>
                <a:lnTo>
                  <a:pt x="1073" y="351"/>
                </a:lnTo>
                <a:lnTo>
                  <a:pt x="1071" y="339"/>
                </a:lnTo>
                <a:lnTo>
                  <a:pt x="1068" y="327"/>
                </a:lnTo>
                <a:lnTo>
                  <a:pt x="1066" y="315"/>
                </a:lnTo>
                <a:lnTo>
                  <a:pt x="1062" y="303"/>
                </a:lnTo>
                <a:lnTo>
                  <a:pt x="1058" y="291"/>
                </a:lnTo>
                <a:lnTo>
                  <a:pt x="1054" y="279"/>
                </a:lnTo>
                <a:lnTo>
                  <a:pt x="1049" y="268"/>
                </a:lnTo>
                <a:lnTo>
                  <a:pt x="1043" y="256"/>
                </a:lnTo>
                <a:lnTo>
                  <a:pt x="1038" y="245"/>
                </a:lnTo>
                <a:lnTo>
                  <a:pt x="1031" y="234"/>
                </a:lnTo>
                <a:lnTo>
                  <a:pt x="1024" y="223"/>
                </a:lnTo>
                <a:lnTo>
                  <a:pt x="1017" y="212"/>
                </a:lnTo>
                <a:lnTo>
                  <a:pt x="1009" y="202"/>
                </a:lnTo>
                <a:lnTo>
                  <a:pt x="1001" y="191"/>
                </a:lnTo>
                <a:lnTo>
                  <a:pt x="992" y="181"/>
                </a:lnTo>
                <a:lnTo>
                  <a:pt x="983" y="171"/>
                </a:lnTo>
                <a:lnTo>
                  <a:pt x="973" y="161"/>
                </a:lnTo>
                <a:lnTo>
                  <a:pt x="963" y="151"/>
                </a:lnTo>
                <a:lnTo>
                  <a:pt x="952" y="142"/>
                </a:lnTo>
                <a:lnTo>
                  <a:pt x="941" y="133"/>
                </a:lnTo>
                <a:lnTo>
                  <a:pt x="930" y="124"/>
                </a:lnTo>
                <a:lnTo>
                  <a:pt x="918" y="115"/>
                </a:lnTo>
                <a:lnTo>
                  <a:pt x="906" y="107"/>
                </a:lnTo>
                <a:lnTo>
                  <a:pt x="894" y="99"/>
                </a:lnTo>
                <a:lnTo>
                  <a:pt x="881" y="91"/>
                </a:lnTo>
                <a:lnTo>
                  <a:pt x="868" y="83"/>
                </a:lnTo>
                <a:lnTo>
                  <a:pt x="854" y="76"/>
                </a:lnTo>
                <a:lnTo>
                  <a:pt x="841" y="69"/>
                </a:lnTo>
                <a:lnTo>
                  <a:pt x="827" y="63"/>
                </a:lnTo>
                <a:lnTo>
                  <a:pt x="812" y="56"/>
                </a:lnTo>
                <a:lnTo>
                  <a:pt x="798" y="50"/>
                </a:lnTo>
                <a:lnTo>
                  <a:pt x="783" y="45"/>
                </a:lnTo>
                <a:lnTo>
                  <a:pt x="768" y="39"/>
                </a:lnTo>
                <a:lnTo>
                  <a:pt x="752" y="34"/>
                </a:lnTo>
                <a:lnTo>
                  <a:pt x="737" y="30"/>
                </a:lnTo>
                <a:lnTo>
                  <a:pt x="721" y="26"/>
                </a:lnTo>
                <a:lnTo>
                  <a:pt x="705" y="22"/>
                </a:lnTo>
                <a:lnTo>
                  <a:pt x="689" y="18"/>
                </a:lnTo>
                <a:lnTo>
                  <a:pt x="673" y="15"/>
                </a:lnTo>
                <a:lnTo>
                  <a:pt x="657" y="12"/>
                </a:lnTo>
                <a:lnTo>
                  <a:pt x="640" y="10"/>
                </a:lnTo>
                <a:lnTo>
                  <a:pt x="624" y="8"/>
                </a:lnTo>
                <a:lnTo>
                  <a:pt x="607" y="6"/>
                </a:lnTo>
                <a:lnTo>
                  <a:pt x="590" y="5"/>
                </a:lnTo>
                <a:lnTo>
                  <a:pt x="574" y="4"/>
                </a:lnTo>
                <a:lnTo>
                  <a:pt x="557" y="3"/>
                </a:lnTo>
                <a:lnTo>
                  <a:pt x="540" y="3"/>
                </a:lnTo>
                <a:lnTo>
                  <a:pt x="523" y="3"/>
                </a:lnTo>
                <a:lnTo>
                  <a:pt x="506" y="4"/>
                </a:lnTo>
                <a:lnTo>
                  <a:pt x="490" y="5"/>
                </a:lnTo>
                <a:lnTo>
                  <a:pt x="473" y="6"/>
                </a:lnTo>
                <a:lnTo>
                  <a:pt x="456" y="8"/>
                </a:lnTo>
                <a:lnTo>
                  <a:pt x="440" y="10"/>
                </a:lnTo>
                <a:lnTo>
                  <a:pt x="423" y="12"/>
                </a:lnTo>
                <a:lnTo>
                  <a:pt x="407" y="15"/>
                </a:lnTo>
                <a:lnTo>
                  <a:pt x="391" y="18"/>
                </a:lnTo>
                <a:lnTo>
                  <a:pt x="375" y="22"/>
                </a:lnTo>
                <a:lnTo>
                  <a:pt x="359" y="26"/>
                </a:lnTo>
                <a:lnTo>
                  <a:pt x="343" y="30"/>
                </a:lnTo>
                <a:lnTo>
                  <a:pt x="327" y="34"/>
                </a:lnTo>
                <a:lnTo>
                  <a:pt x="312" y="39"/>
                </a:lnTo>
                <a:lnTo>
                  <a:pt x="297" y="45"/>
                </a:lnTo>
                <a:lnTo>
                  <a:pt x="282" y="50"/>
                </a:lnTo>
                <a:lnTo>
                  <a:pt x="268" y="56"/>
                </a:lnTo>
                <a:lnTo>
                  <a:pt x="253" y="63"/>
                </a:lnTo>
                <a:lnTo>
                  <a:pt x="238" y="69"/>
                </a:lnTo>
                <a:lnTo>
                  <a:pt x="224" y="76"/>
                </a:lnTo>
                <a:lnTo>
                  <a:pt x="211" y="83"/>
                </a:lnTo>
                <a:lnTo>
                  <a:pt x="198" y="91"/>
                </a:lnTo>
                <a:lnTo>
                  <a:pt x="185" y="99"/>
                </a:lnTo>
                <a:lnTo>
                  <a:pt x="173" y="107"/>
                </a:lnTo>
                <a:lnTo>
                  <a:pt x="161" y="115"/>
                </a:lnTo>
                <a:lnTo>
                  <a:pt x="149" y="124"/>
                </a:lnTo>
                <a:lnTo>
                  <a:pt x="138" y="133"/>
                </a:lnTo>
                <a:lnTo>
                  <a:pt x="127" y="142"/>
                </a:lnTo>
                <a:lnTo>
                  <a:pt x="116" y="151"/>
                </a:lnTo>
                <a:lnTo>
                  <a:pt x="106" y="161"/>
                </a:lnTo>
                <a:lnTo>
                  <a:pt x="96" y="171"/>
                </a:lnTo>
                <a:lnTo>
                  <a:pt x="87" y="181"/>
                </a:lnTo>
                <a:lnTo>
                  <a:pt x="78" y="191"/>
                </a:lnTo>
                <a:lnTo>
                  <a:pt x="70" y="202"/>
                </a:lnTo>
                <a:lnTo>
                  <a:pt x="62" y="212"/>
                </a:lnTo>
                <a:lnTo>
                  <a:pt x="55" y="223"/>
                </a:lnTo>
                <a:lnTo>
                  <a:pt x="48" y="234"/>
                </a:lnTo>
                <a:lnTo>
                  <a:pt x="41" y="245"/>
                </a:lnTo>
                <a:lnTo>
                  <a:pt x="35" y="256"/>
                </a:lnTo>
                <a:lnTo>
                  <a:pt x="30" y="268"/>
                </a:lnTo>
                <a:lnTo>
                  <a:pt x="25" y="279"/>
                </a:lnTo>
                <a:lnTo>
                  <a:pt x="21" y="291"/>
                </a:lnTo>
                <a:lnTo>
                  <a:pt x="17" y="303"/>
                </a:lnTo>
                <a:lnTo>
                  <a:pt x="13" y="315"/>
                </a:lnTo>
                <a:lnTo>
                  <a:pt x="10" y="327"/>
                </a:lnTo>
                <a:lnTo>
                  <a:pt x="8" y="339"/>
                </a:lnTo>
                <a:lnTo>
                  <a:pt x="6" y="351"/>
                </a:lnTo>
                <a:lnTo>
                  <a:pt x="5" y="363"/>
                </a:lnTo>
                <a:lnTo>
                  <a:pt x="4" y="375"/>
                </a:lnTo>
                <a:lnTo>
                  <a:pt x="4" y="387"/>
                </a:lnTo>
                <a:lnTo>
                  <a:pt x="4" y="399"/>
                </a:lnTo>
                <a:lnTo>
                  <a:pt x="5" y="411"/>
                </a:lnTo>
                <a:lnTo>
                  <a:pt x="6" y="423"/>
                </a:lnTo>
                <a:lnTo>
                  <a:pt x="8" y="435"/>
                </a:lnTo>
                <a:lnTo>
                  <a:pt x="10" y="447"/>
                </a:lnTo>
                <a:lnTo>
                  <a:pt x="13" y="459"/>
                </a:lnTo>
                <a:lnTo>
                  <a:pt x="17" y="471"/>
                </a:lnTo>
                <a:lnTo>
                  <a:pt x="21" y="483"/>
                </a:lnTo>
                <a:lnTo>
                  <a:pt x="25" y="494"/>
                </a:lnTo>
                <a:lnTo>
                  <a:pt x="30" y="506"/>
                </a:lnTo>
                <a:lnTo>
                  <a:pt x="35" y="517"/>
                </a:lnTo>
                <a:lnTo>
                  <a:pt x="41" y="528"/>
                </a:lnTo>
                <a:lnTo>
                  <a:pt x="48" y="540"/>
                </a:lnTo>
                <a:lnTo>
                  <a:pt x="55" y="551"/>
                </a:lnTo>
                <a:lnTo>
                  <a:pt x="62" y="561"/>
                </a:lnTo>
                <a:lnTo>
                  <a:pt x="70" y="572"/>
                </a:lnTo>
                <a:lnTo>
                  <a:pt x="78" y="582"/>
                </a:lnTo>
                <a:lnTo>
                  <a:pt x="87" y="593"/>
                </a:lnTo>
                <a:lnTo>
                  <a:pt x="96" y="603"/>
                </a:lnTo>
                <a:lnTo>
                  <a:pt x="106" y="613"/>
                </a:lnTo>
                <a:lnTo>
                  <a:pt x="116" y="622"/>
                </a:lnTo>
                <a:lnTo>
                  <a:pt x="127" y="632"/>
                </a:lnTo>
                <a:lnTo>
                  <a:pt x="138" y="641"/>
                </a:lnTo>
                <a:lnTo>
                  <a:pt x="149" y="650"/>
                </a:lnTo>
                <a:lnTo>
                  <a:pt x="161" y="658"/>
                </a:lnTo>
                <a:lnTo>
                  <a:pt x="173" y="667"/>
                </a:lnTo>
                <a:lnTo>
                  <a:pt x="185" y="675"/>
                </a:lnTo>
                <a:lnTo>
                  <a:pt x="198" y="683"/>
                </a:lnTo>
                <a:lnTo>
                  <a:pt x="211" y="690"/>
                </a:lnTo>
                <a:lnTo>
                  <a:pt x="224" y="697"/>
                </a:lnTo>
                <a:lnTo>
                  <a:pt x="238" y="704"/>
                </a:lnTo>
                <a:lnTo>
                  <a:pt x="253" y="711"/>
                </a:lnTo>
                <a:lnTo>
                  <a:pt x="268" y="717"/>
                </a:lnTo>
                <a:lnTo>
                  <a:pt x="282" y="723"/>
                </a:lnTo>
                <a:lnTo>
                  <a:pt x="297" y="729"/>
                </a:lnTo>
                <a:lnTo>
                  <a:pt x="312" y="734"/>
                </a:lnTo>
                <a:lnTo>
                  <a:pt x="327" y="739"/>
                </a:lnTo>
                <a:lnTo>
                  <a:pt x="343" y="744"/>
                </a:lnTo>
                <a:lnTo>
                  <a:pt x="359" y="748"/>
                </a:lnTo>
                <a:lnTo>
                  <a:pt x="375" y="752"/>
                </a:lnTo>
                <a:lnTo>
                  <a:pt x="391" y="755"/>
                </a:lnTo>
                <a:lnTo>
                  <a:pt x="407" y="759"/>
                </a:lnTo>
                <a:lnTo>
                  <a:pt x="423" y="761"/>
                </a:lnTo>
                <a:lnTo>
                  <a:pt x="440" y="764"/>
                </a:lnTo>
                <a:lnTo>
                  <a:pt x="456" y="766"/>
                </a:lnTo>
                <a:lnTo>
                  <a:pt x="473" y="768"/>
                </a:lnTo>
                <a:lnTo>
                  <a:pt x="490" y="769"/>
                </a:lnTo>
                <a:lnTo>
                  <a:pt x="506" y="770"/>
                </a:lnTo>
                <a:lnTo>
                  <a:pt x="523" y="770"/>
                </a:lnTo>
                <a:lnTo>
                  <a:pt x="540" y="771"/>
                </a:lnTo>
                <a:lnTo>
                  <a:pt x="557" y="770"/>
                </a:lnTo>
                <a:lnTo>
                  <a:pt x="574" y="770"/>
                </a:lnTo>
                <a:lnTo>
                  <a:pt x="590" y="769"/>
                </a:lnTo>
                <a:lnTo>
                  <a:pt x="607" y="768"/>
                </a:lnTo>
                <a:lnTo>
                  <a:pt x="624" y="766"/>
                </a:lnTo>
                <a:lnTo>
                  <a:pt x="640" y="764"/>
                </a:lnTo>
                <a:lnTo>
                  <a:pt x="657" y="761"/>
                </a:lnTo>
                <a:lnTo>
                  <a:pt x="673" y="759"/>
                </a:lnTo>
                <a:lnTo>
                  <a:pt x="689" y="755"/>
                </a:lnTo>
                <a:lnTo>
                  <a:pt x="705" y="752"/>
                </a:lnTo>
                <a:lnTo>
                  <a:pt x="721" y="748"/>
                </a:lnTo>
                <a:lnTo>
                  <a:pt x="737" y="744"/>
                </a:lnTo>
                <a:lnTo>
                  <a:pt x="752" y="739"/>
                </a:lnTo>
                <a:lnTo>
                  <a:pt x="768" y="734"/>
                </a:lnTo>
                <a:lnTo>
                  <a:pt x="783" y="729"/>
                </a:lnTo>
                <a:lnTo>
                  <a:pt x="798" y="723"/>
                </a:lnTo>
                <a:lnTo>
                  <a:pt x="812" y="717"/>
                </a:lnTo>
                <a:lnTo>
                  <a:pt x="827" y="711"/>
                </a:lnTo>
                <a:lnTo>
                  <a:pt x="841" y="704"/>
                </a:lnTo>
                <a:lnTo>
                  <a:pt x="854" y="697"/>
                </a:lnTo>
                <a:lnTo>
                  <a:pt x="868" y="690"/>
                </a:lnTo>
                <a:lnTo>
                  <a:pt x="881" y="683"/>
                </a:lnTo>
                <a:lnTo>
                  <a:pt x="894" y="675"/>
                </a:lnTo>
                <a:lnTo>
                  <a:pt x="906" y="667"/>
                </a:lnTo>
                <a:lnTo>
                  <a:pt x="918" y="658"/>
                </a:lnTo>
                <a:lnTo>
                  <a:pt x="930" y="650"/>
                </a:lnTo>
                <a:lnTo>
                  <a:pt x="941" y="641"/>
                </a:lnTo>
                <a:lnTo>
                  <a:pt x="952" y="632"/>
                </a:lnTo>
                <a:lnTo>
                  <a:pt x="963" y="622"/>
                </a:lnTo>
                <a:lnTo>
                  <a:pt x="973" y="613"/>
                </a:lnTo>
                <a:lnTo>
                  <a:pt x="983" y="603"/>
                </a:lnTo>
                <a:lnTo>
                  <a:pt x="992" y="593"/>
                </a:lnTo>
                <a:lnTo>
                  <a:pt x="1001" y="582"/>
                </a:lnTo>
                <a:lnTo>
                  <a:pt x="1009" y="572"/>
                </a:lnTo>
                <a:lnTo>
                  <a:pt x="1017" y="561"/>
                </a:lnTo>
                <a:lnTo>
                  <a:pt x="1024" y="551"/>
                </a:lnTo>
                <a:lnTo>
                  <a:pt x="1031" y="540"/>
                </a:lnTo>
                <a:lnTo>
                  <a:pt x="1038" y="528"/>
                </a:lnTo>
                <a:lnTo>
                  <a:pt x="1043" y="517"/>
                </a:lnTo>
                <a:lnTo>
                  <a:pt x="1049" y="506"/>
                </a:lnTo>
                <a:lnTo>
                  <a:pt x="1054" y="494"/>
                </a:lnTo>
                <a:lnTo>
                  <a:pt x="1058" y="483"/>
                </a:lnTo>
                <a:lnTo>
                  <a:pt x="1062" y="471"/>
                </a:lnTo>
                <a:lnTo>
                  <a:pt x="1066" y="459"/>
                </a:lnTo>
                <a:lnTo>
                  <a:pt x="1068" y="447"/>
                </a:lnTo>
                <a:lnTo>
                  <a:pt x="1071" y="435"/>
                </a:lnTo>
                <a:lnTo>
                  <a:pt x="1073" y="423"/>
                </a:lnTo>
                <a:lnTo>
                  <a:pt x="1074" y="411"/>
                </a:lnTo>
                <a:lnTo>
                  <a:pt x="1075" y="399"/>
                </a:lnTo>
                <a:lnTo>
                  <a:pt x="1075" y="387"/>
                </a:lnTo>
                <a:moveTo>
                  <a:pt x="1079" y="387"/>
                </a:moveTo>
                <a:lnTo>
                  <a:pt x="1079" y="399"/>
                </a:lnTo>
                <a:lnTo>
                  <a:pt x="1078" y="412"/>
                </a:lnTo>
                <a:lnTo>
                  <a:pt x="1077" y="424"/>
                </a:lnTo>
                <a:lnTo>
                  <a:pt x="1075" y="436"/>
                </a:lnTo>
                <a:lnTo>
                  <a:pt x="1072" y="448"/>
                </a:lnTo>
                <a:lnTo>
                  <a:pt x="1069" y="460"/>
                </a:lnTo>
                <a:lnTo>
                  <a:pt x="1066" y="472"/>
                </a:lnTo>
                <a:lnTo>
                  <a:pt x="1062" y="483"/>
                </a:lnTo>
                <a:lnTo>
                  <a:pt x="1058" y="495"/>
                </a:lnTo>
                <a:lnTo>
                  <a:pt x="1053" y="507"/>
                </a:lnTo>
                <a:lnTo>
                  <a:pt x="1047" y="518"/>
                </a:lnTo>
                <a:lnTo>
                  <a:pt x="1041" y="529"/>
                </a:lnTo>
                <a:lnTo>
                  <a:pt x="1035" y="541"/>
                </a:lnTo>
                <a:lnTo>
                  <a:pt x="1028" y="552"/>
                </a:lnTo>
                <a:lnTo>
                  <a:pt x="1020" y="563"/>
                </a:lnTo>
                <a:lnTo>
                  <a:pt x="1012" y="573"/>
                </a:lnTo>
                <a:lnTo>
                  <a:pt x="1004" y="584"/>
                </a:lnTo>
                <a:lnTo>
                  <a:pt x="995" y="594"/>
                </a:lnTo>
                <a:lnTo>
                  <a:pt x="986" y="604"/>
                </a:lnTo>
                <a:lnTo>
                  <a:pt x="976" y="614"/>
                </a:lnTo>
                <a:lnTo>
                  <a:pt x="966" y="624"/>
                </a:lnTo>
                <a:lnTo>
                  <a:pt x="955" y="633"/>
                </a:lnTo>
                <a:lnTo>
                  <a:pt x="944" y="643"/>
                </a:lnTo>
                <a:lnTo>
                  <a:pt x="933" y="652"/>
                </a:lnTo>
                <a:lnTo>
                  <a:pt x="921" y="660"/>
                </a:lnTo>
                <a:lnTo>
                  <a:pt x="909" y="669"/>
                </a:lnTo>
                <a:lnTo>
                  <a:pt x="896" y="677"/>
                </a:lnTo>
                <a:lnTo>
                  <a:pt x="884" y="685"/>
                </a:lnTo>
                <a:lnTo>
                  <a:pt x="870" y="692"/>
                </a:lnTo>
                <a:lnTo>
                  <a:pt x="857" y="700"/>
                </a:lnTo>
                <a:lnTo>
                  <a:pt x="843" y="707"/>
                </a:lnTo>
                <a:lnTo>
                  <a:pt x="829" y="713"/>
                </a:lnTo>
                <a:lnTo>
                  <a:pt x="814" y="720"/>
                </a:lnTo>
                <a:lnTo>
                  <a:pt x="800" y="726"/>
                </a:lnTo>
                <a:lnTo>
                  <a:pt x="785" y="731"/>
                </a:lnTo>
                <a:lnTo>
                  <a:pt x="769" y="737"/>
                </a:lnTo>
                <a:lnTo>
                  <a:pt x="754" y="742"/>
                </a:lnTo>
                <a:lnTo>
                  <a:pt x="738" y="746"/>
                </a:lnTo>
                <a:lnTo>
                  <a:pt x="723" y="751"/>
                </a:lnTo>
                <a:lnTo>
                  <a:pt x="707" y="755"/>
                </a:lnTo>
                <a:lnTo>
                  <a:pt x="690" y="758"/>
                </a:lnTo>
                <a:lnTo>
                  <a:pt x="674" y="761"/>
                </a:lnTo>
                <a:lnTo>
                  <a:pt x="658" y="764"/>
                </a:lnTo>
                <a:lnTo>
                  <a:pt x="641" y="767"/>
                </a:lnTo>
                <a:lnTo>
                  <a:pt x="624" y="769"/>
                </a:lnTo>
                <a:lnTo>
                  <a:pt x="608" y="770"/>
                </a:lnTo>
                <a:lnTo>
                  <a:pt x="591" y="772"/>
                </a:lnTo>
                <a:lnTo>
                  <a:pt x="574" y="773"/>
                </a:lnTo>
                <a:lnTo>
                  <a:pt x="557" y="773"/>
                </a:lnTo>
                <a:lnTo>
                  <a:pt x="540" y="773"/>
                </a:lnTo>
                <a:lnTo>
                  <a:pt x="523" y="773"/>
                </a:lnTo>
                <a:lnTo>
                  <a:pt x="506" y="773"/>
                </a:lnTo>
                <a:lnTo>
                  <a:pt x="489" y="772"/>
                </a:lnTo>
                <a:lnTo>
                  <a:pt x="472" y="770"/>
                </a:lnTo>
                <a:lnTo>
                  <a:pt x="456" y="769"/>
                </a:lnTo>
                <a:lnTo>
                  <a:pt x="439" y="767"/>
                </a:lnTo>
                <a:lnTo>
                  <a:pt x="422" y="764"/>
                </a:lnTo>
                <a:lnTo>
                  <a:pt x="406" y="761"/>
                </a:lnTo>
                <a:lnTo>
                  <a:pt x="390" y="758"/>
                </a:lnTo>
                <a:lnTo>
                  <a:pt x="373" y="755"/>
                </a:lnTo>
                <a:lnTo>
                  <a:pt x="357" y="751"/>
                </a:lnTo>
                <a:lnTo>
                  <a:pt x="342" y="746"/>
                </a:lnTo>
                <a:lnTo>
                  <a:pt x="326" y="742"/>
                </a:lnTo>
                <a:lnTo>
                  <a:pt x="310" y="737"/>
                </a:lnTo>
                <a:lnTo>
                  <a:pt x="295" y="731"/>
                </a:lnTo>
                <a:lnTo>
                  <a:pt x="280" y="726"/>
                </a:lnTo>
                <a:lnTo>
                  <a:pt x="266" y="720"/>
                </a:lnTo>
                <a:lnTo>
                  <a:pt x="251" y="713"/>
                </a:lnTo>
                <a:lnTo>
                  <a:pt x="236" y="707"/>
                </a:lnTo>
                <a:lnTo>
                  <a:pt x="222" y="700"/>
                </a:lnTo>
                <a:lnTo>
                  <a:pt x="209" y="692"/>
                </a:lnTo>
                <a:lnTo>
                  <a:pt x="195" y="685"/>
                </a:lnTo>
                <a:lnTo>
                  <a:pt x="182" y="677"/>
                </a:lnTo>
                <a:lnTo>
                  <a:pt x="170" y="669"/>
                </a:lnTo>
                <a:lnTo>
                  <a:pt x="158" y="660"/>
                </a:lnTo>
                <a:lnTo>
                  <a:pt x="146" y="652"/>
                </a:lnTo>
                <a:lnTo>
                  <a:pt x="135" y="643"/>
                </a:lnTo>
                <a:lnTo>
                  <a:pt x="124" y="633"/>
                </a:lnTo>
                <a:lnTo>
                  <a:pt x="113" y="624"/>
                </a:lnTo>
                <a:lnTo>
                  <a:pt x="103" y="614"/>
                </a:lnTo>
                <a:lnTo>
                  <a:pt x="93" y="604"/>
                </a:lnTo>
                <a:lnTo>
                  <a:pt x="84" y="594"/>
                </a:lnTo>
                <a:lnTo>
                  <a:pt x="75" y="584"/>
                </a:lnTo>
                <a:lnTo>
                  <a:pt x="67" y="573"/>
                </a:lnTo>
                <a:lnTo>
                  <a:pt x="59" y="563"/>
                </a:lnTo>
                <a:lnTo>
                  <a:pt x="51" y="552"/>
                </a:lnTo>
                <a:lnTo>
                  <a:pt x="44" y="541"/>
                </a:lnTo>
                <a:lnTo>
                  <a:pt x="38" y="529"/>
                </a:lnTo>
                <a:lnTo>
                  <a:pt x="32" y="518"/>
                </a:lnTo>
                <a:lnTo>
                  <a:pt x="26" y="507"/>
                </a:lnTo>
                <a:lnTo>
                  <a:pt x="21" y="495"/>
                </a:lnTo>
                <a:lnTo>
                  <a:pt x="17" y="483"/>
                </a:lnTo>
                <a:lnTo>
                  <a:pt x="13" y="472"/>
                </a:lnTo>
                <a:lnTo>
                  <a:pt x="9" y="460"/>
                </a:lnTo>
                <a:lnTo>
                  <a:pt x="7" y="448"/>
                </a:lnTo>
                <a:lnTo>
                  <a:pt x="4" y="436"/>
                </a:lnTo>
                <a:lnTo>
                  <a:pt x="2" y="424"/>
                </a:lnTo>
                <a:lnTo>
                  <a:pt x="1" y="412"/>
                </a:lnTo>
                <a:lnTo>
                  <a:pt x="0" y="399"/>
                </a:lnTo>
                <a:lnTo>
                  <a:pt x="0" y="387"/>
                </a:lnTo>
                <a:lnTo>
                  <a:pt x="0" y="375"/>
                </a:lnTo>
                <a:lnTo>
                  <a:pt x="1" y="363"/>
                </a:lnTo>
                <a:lnTo>
                  <a:pt x="2" y="351"/>
                </a:lnTo>
                <a:lnTo>
                  <a:pt x="4" y="339"/>
                </a:lnTo>
                <a:lnTo>
                  <a:pt x="7" y="327"/>
                </a:lnTo>
                <a:lnTo>
                  <a:pt x="9" y="315"/>
                </a:lnTo>
                <a:lnTo>
                  <a:pt x="13" y="302"/>
                </a:lnTo>
                <a:lnTo>
                  <a:pt x="17" y="290"/>
                </a:lnTo>
                <a:lnTo>
                  <a:pt x="21" y="279"/>
                </a:lnTo>
                <a:lnTo>
                  <a:pt x="26" y="267"/>
                </a:lnTo>
                <a:lnTo>
                  <a:pt x="32" y="255"/>
                </a:lnTo>
                <a:lnTo>
                  <a:pt x="38" y="244"/>
                </a:lnTo>
                <a:lnTo>
                  <a:pt x="44" y="233"/>
                </a:lnTo>
                <a:lnTo>
                  <a:pt x="51" y="222"/>
                </a:lnTo>
                <a:lnTo>
                  <a:pt x="59" y="211"/>
                </a:lnTo>
                <a:lnTo>
                  <a:pt x="67" y="200"/>
                </a:lnTo>
                <a:lnTo>
                  <a:pt x="75" y="190"/>
                </a:lnTo>
                <a:lnTo>
                  <a:pt x="84" y="179"/>
                </a:lnTo>
                <a:lnTo>
                  <a:pt x="93" y="169"/>
                </a:lnTo>
                <a:lnTo>
                  <a:pt x="103" y="159"/>
                </a:lnTo>
                <a:lnTo>
                  <a:pt x="113" y="150"/>
                </a:lnTo>
                <a:lnTo>
                  <a:pt x="124" y="140"/>
                </a:lnTo>
                <a:lnTo>
                  <a:pt x="135" y="131"/>
                </a:lnTo>
                <a:lnTo>
                  <a:pt x="146" y="122"/>
                </a:lnTo>
                <a:lnTo>
                  <a:pt x="158" y="113"/>
                </a:lnTo>
                <a:lnTo>
                  <a:pt x="170" y="105"/>
                </a:lnTo>
                <a:lnTo>
                  <a:pt x="182" y="97"/>
                </a:lnTo>
                <a:lnTo>
                  <a:pt x="195" y="89"/>
                </a:lnTo>
                <a:lnTo>
                  <a:pt x="209" y="81"/>
                </a:lnTo>
                <a:lnTo>
                  <a:pt x="222" y="74"/>
                </a:lnTo>
                <a:lnTo>
                  <a:pt x="236" y="67"/>
                </a:lnTo>
                <a:lnTo>
                  <a:pt x="251" y="60"/>
                </a:lnTo>
                <a:lnTo>
                  <a:pt x="266" y="54"/>
                </a:lnTo>
                <a:lnTo>
                  <a:pt x="280" y="48"/>
                </a:lnTo>
                <a:lnTo>
                  <a:pt x="295" y="42"/>
                </a:lnTo>
                <a:lnTo>
                  <a:pt x="310" y="37"/>
                </a:lnTo>
                <a:lnTo>
                  <a:pt x="326" y="32"/>
                </a:lnTo>
                <a:lnTo>
                  <a:pt x="342" y="27"/>
                </a:lnTo>
                <a:lnTo>
                  <a:pt x="357" y="23"/>
                </a:lnTo>
                <a:lnTo>
                  <a:pt x="373" y="19"/>
                </a:lnTo>
                <a:lnTo>
                  <a:pt x="390" y="15"/>
                </a:lnTo>
                <a:lnTo>
                  <a:pt x="406" y="12"/>
                </a:lnTo>
                <a:lnTo>
                  <a:pt x="422" y="9"/>
                </a:lnTo>
                <a:lnTo>
                  <a:pt x="439" y="7"/>
                </a:lnTo>
                <a:lnTo>
                  <a:pt x="456" y="5"/>
                </a:lnTo>
                <a:lnTo>
                  <a:pt x="472" y="3"/>
                </a:lnTo>
                <a:lnTo>
                  <a:pt x="489" y="2"/>
                </a:lnTo>
                <a:lnTo>
                  <a:pt x="506" y="1"/>
                </a:lnTo>
                <a:lnTo>
                  <a:pt x="523" y="0"/>
                </a:lnTo>
                <a:lnTo>
                  <a:pt x="540" y="0"/>
                </a:lnTo>
                <a:lnTo>
                  <a:pt x="557" y="0"/>
                </a:lnTo>
                <a:lnTo>
                  <a:pt x="574" y="1"/>
                </a:lnTo>
                <a:lnTo>
                  <a:pt x="591" y="2"/>
                </a:lnTo>
                <a:lnTo>
                  <a:pt x="608" y="3"/>
                </a:lnTo>
                <a:lnTo>
                  <a:pt x="624" y="5"/>
                </a:lnTo>
                <a:lnTo>
                  <a:pt x="641" y="7"/>
                </a:lnTo>
                <a:lnTo>
                  <a:pt x="658" y="9"/>
                </a:lnTo>
                <a:lnTo>
                  <a:pt x="674" y="12"/>
                </a:lnTo>
                <a:lnTo>
                  <a:pt x="690" y="15"/>
                </a:lnTo>
                <a:lnTo>
                  <a:pt x="707" y="19"/>
                </a:lnTo>
                <a:lnTo>
                  <a:pt x="723" y="23"/>
                </a:lnTo>
                <a:lnTo>
                  <a:pt x="738" y="27"/>
                </a:lnTo>
                <a:lnTo>
                  <a:pt x="754" y="32"/>
                </a:lnTo>
                <a:lnTo>
                  <a:pt x="769" y="37"/>
                </a:lnTo>
                <a:lnTo>
                  <a:pt x="785" y="42"/>
                </a:lnTo>
                <a:lnTo>
                  <a:pt x="800" y="48"/>
                </a:lnTo>
                <a:lnTo>
                  <a:pt x="814" y="54"/>
                </a:lnTo>
                <a:lnTo>
                  <a:pt x="829" y="60"/>
                </a:lnTo>
                <a:lnTo>
                  <a:pt x="843" y="67"/>
                </a:lnTo>
                <a:lnTo>
                  <a:pt x="857" y="74"/>
                </a:lnTo>
                <a:lnTo>
                  <a:pt x="870" y="81"/>
                </a:lnTo>
                <a:lnTo>
                  <a:pt x="884" y="89"/>
                </a:lnTo>
                <a:lnTo>
                  <a:pt x="896" y="97"/>
                </a:lnTo>
                <a:lnTo>
                  <a:pt x="909" y="105"/>
                </a:lnTo>
                <a:lnTo>
                  <a:pt x="921" y="113"/>
                </a:lnTo>
                <a:lnTo>
                  <a:pt x="933" y="122"/>
                </a:lnTo>
                <a:lnTo>
                  <a:pt x="944" y="131"/>
                </a:lnTo>
                <a:lnTo>
                  <a:pt x="955" y="140"/>
                </a:lnTo>
                <a:lnTo>
                  <a:pt x="966" y="150"/>
                </a:lnTo>
                <a:lnTo>
                  <a:pt x="976" y="159"/>
                </a:lnTo>
                <a:lnTo>
                  <a:pt x="986" y="169"/>
                </a:lnTo>
                <a:lnTo>
                  <a:pt x="995" y="179"/>
                </a:lnTo>
                <a:lnTo>
                  <a:pt x="1004" y="190"/>
                </a:lnTo>
                <a:lnTo>
                  <a:pt x="1012" y="200"/>
                </a:lnTo>
                <a:lnTo>
                  <a:pt x="1020" y="211"/>
                </a:lnTo>
                <a:lnTo>
                  <a:pt x="1028" y="222"/>
                </a:lnTo>
                <a:lnTo>
                  <a:pt x="1035" y="233"/>
                </a:lnTo>
                <a:lnTo>
                  <a:pt x="1041" y="244"/>
                </a:lnTo>
                <a:lnTo>
                  <a:pt x="1047" y="255"/>
                </a:lnTo>
                <a:lnTo>
                  <a:pt x="1053" y="267"/>
                </a:lnTo>
                <a:lnTo>
                  <a:pt x="1058" y="279"/>
                </a:lnTo>
                <a:lnTo>
                  <a:pt x="1062" y="290"/>
                </a:lnTo>
                <a:lnTo>
                  <a:pt x="1066" y="302"/>
                </a:lnTo>
                <a:lnTo>
                  <a:pt x="1069" y="315"/>
                </a:lnTo>
                <a:lnTo>
                  <a:pt x="1072" y="327"/>
                </a:lnTo>
                <a:lnTo>
                  <a:pt x="1075" y="339"/>
                </a:lnTo>
                <a:lnTo>
                  <a:pt x="1077" y="351"/>
                </a:lnTo>
                <a:lnTo>
                  <a:pt x="1078" y="363"/>
                </a:lnTo>
                <a:lnTo>
                  <a:pt x="1079" y="375"/>
                </a:lnTo>
                <a:lnTo>
                  <a:pt x="1079" y="387"/>
                </a:lnTo>
                <a:close/>
              </a:path>
            </a:pathLst>
          </a:custGeom>
          <a:solidFill>
            <a:srgbClr val="ffcd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7" name=""/>
          <p:cNvSpPr/>
          <p:nvPr/>
        </p:nvSpPr>
        <p:spPr>
          <a:xfrm>
            <a:off x="7867080" y="2804040"/>
            <a:ext cx="391320" cy="280440"/>
          </a:xfrm>
          <a:custGeom>
            <a:avLst/>
            <a:gdLst/>
            <a:ahLst/>
            <a:rect l="0" t="0" r="r" b="b"/>
            <a:pathLst>
              <a:path w="1087" h="779">
                <a:moveTo>
                  <a:pt x="1083" y="390"/>
                </a:moveTo>
                <a:lnTo>
                  <a:pt x="1083" y="378"/>
                </a:lnTo>
                <a:lnTo>
                  <a:pt x="1082" y="365"/>
                </a:lnTo>
                <a:lnTo>
                  <a:pt x="1081" y="353"/>
                </a:lnTo>
                <a:lnTo>
                  <a:pt x="1079" y="341"/>
                </a:lnTo>
                <a:lnTo>
                  <a:pt x="1076" y="329"/>
                </a:lnTo>
                <a:lnTo>
                  <a:pt x="1073" y="317"/>
                </a:lnTo>
                <a:lnTo>
                  <a:pt x="1070" y="305"/>
                </a:lnTo>
                <a:lnTo>
                  <a:pt x="1066" y="293"/>
                </a:lnTo>
                <a:lnTo>
                  <a:pt x="1062" y="282"/>
                </a:lnTo>
                <a:lnTo>
                  <a:pt x="1057" y="270"/>
                </a:lnTo>
                <a:lnTo>
                  <a:pt x="1051" y="258"/>
                </a:lnTo>
                <a:lnTo>
                  <a:pt x="1045" y="247"/>
                </a:lnTo>
                <a:lnTo>
                  <a:pt x="1039" y="236"/>
                </a:lnTo>
                <a:lnTo>
                  <a:pt x="1032" y="225"/>
                </a:lnTo>
                <a:lnTo>
                  <a:pt x="1024" y="214"/>
                </a:lnTo>
                <a:lnTo>
                  <a:pt x="1016" y="203"/>
                </a:lnTo>
                <a:lnTo>
                  <a:pt x="1008" y="193"/>
                </a:lnTo>
                <a:lnTo>
                  <a:pt x="999" y="182"/>
                </a:lnTo>
                <a:lnTo>
                  <a:pt x="990" y="172"/>
                </a:lnTo>
                <a:lnTo>
                  <a:pt x="980" y="162"/>
                </a:lnTo>
                <a:lnTo>
                  <a:pt x="970" y="153"/>
                </a:lnTo>
                <a:lnTo>
                  <a:pt x="959" y="143"/>
                </a:lnTo>
                <a:lnTo>
                  <a:pt x="948" y="134"/>
                </a:lnTo>
                <a:lnTo>
                  <a:pt x="937" y="125"/>
                </a:lnTo>
                <a:lnTo>
                  <a:pt x="925" y="116"/>
                </a:lnTo>
                <a:lnTo>
                  <a:pt x="913" y="108"/>
                </a:lnTo>
                <a:lnTo>
                  <a:pt x="900" y="100"/>
                </a:lnTo>
                <a:lnTo>
                  <a:pt x="888" y="92"/>
                </a:lnTo>
                <a:lnTo>
                  <a:pt x="874" y="84"/>
                </a:lnTo>
                <a:lnTo>
                  <a:pt x="861" y="77"/>
                </a:lnTo>
                <a:lnTo>
                  <a:pt x="847" y="70"/>
                </a:lnTo>
                <a:lnTo>
                  <a:pt x="833" y="63"/>
                </a:lnTo>
                <a:lnTo>
                  <a:pt x="818" y="57"/>
                </a:lnTo>
                <a:lnTo>
                  <a:pt x="804" y="51"/>
                </a:lnTo>
                <a:lnTo>
                  <a:pt x="789" y="45"/>
                </a:lnTo>
                <a:lnTo>
                  <a:pt x="773" y="40"/>
                </a:lnTo>
                <a:lnTo>
                  <a:pt x="758" y="35"/>
                </a:lnTo>
                <a:lnTo>
                  <a:pt x="742" y="30"/>
                </a:lnTo>
                <a:lnTo>
                  <a:pt x="727" y="26"/>
                </a:lnTo>
                <a:lnTo>
                  <a:pt x="711" y="22"/>
                </a:lnTo>
                <a:lnTo>
                  <a:pt x="694" y="18"/>
                </a:lnTo>
                <a:lnTo>
                  <a:pt x="678" y="15"/>
                </a:lnTo>
                <a:lnTo>
                  <a:pt x="662" y="12"/>
                </a:lnTo>
                <a:lnTo>
                  <a:pt x="645" y="10"/>
                </a:lnTo>
                <a:lnTo>
                  <a:pt x="628" y="8"/>
                </a:lnTo>
                <a:lnTo>
                  <a:pt x="612" y="6"/>
                </a:lnTo>
                <a:lnTo>
                  <a:pt x="595" y="5"/>
                </a:lnTo>
                <a:lnTo>
                  <a:pt x="578" y="4"/>
                </a:lnTo>
                <a:lnTo>
                  <a:pt x="561" y="3"/>
                </a:lnTo>
                <a:lnTo>
                  <a:pt x="544" y="3"/>
                </a:lnTo>
                <a:lnTo>
                  <a:pt x="527" y="3"/>
                </a:lnTo>
                <a:lnTo>
                  <a:pt x="510" y="4"/>
                </a:lnTo>
                <a:lnTo>
                  <a:pt x="493" y="5"/>
                </a:lnTo>
                <a:lnTo>
                  <a:pt x="476" y="6"/>
                </a:lnTo>
                <a:lnTo>
                  <a:pt x="460" y="8"/>
                </a:lnTo>
                <a:lnTo>
                  <a:pt x="443" y="10"/>
                </a:lnTo>
                <a:lnTo>
                  <a:pt x="426" y="12"/>
                </a:lnTo>
                <a:lnTo>
                  <a:pt x="410" y="15"/>
                </a:lnTo>
                <a:lnTo>
                  <a:pt x="394" y="18"/>
                </a:lnTo>
                <a:lnTo>
                  <a:pt x="376" y="22"/>
                </a:lnTo>
                <a:lnTo>
                  <a:pt x="360" y="26"/>
                </a:lnTo>
                <a:lnTo>
                  <a:pt x="345" y="30"/>
                </a:lnTo>
                <a:lnTo>
                  <a:pt x="329" y="35"/>
                </a:lnTo>
                <a:lnTo>
                  <a:pt x="313" y="40"/>
                </a:lnTo>
                <a:lnTo>
                  <a:pt x="298" y="45"/>
                </a:lnTo>
                <a:lnTo>
                  <a:pt x="283" y="51"/>
                </a:lnTo>
                <a:lnTo>
                  <a:pt x="269" y="57"/>
                </a:lnTo>
                <a:lnTo>
                  <a:pt x="254" y="63"/>
                </a:lnTo>
                <a:lnTo>
                  <a:pt x="240" y="70"/>
                </a:lnTo>
                <a:lnTo>
                  <a:pt x="226" y="77"/>
                </a:lnTo>
                <a:lnTo>
                  <a:pt x="213" y="84"/>
                </a:lnTo>
                <a:lnTo>
                  <a:pt x="199" y="92"/>
                </a:lnTo>
                <a:lnTo>
                  <a:pt x="186" y="100"/>
                </a:lnTo>
                <a:lnTo>
                  <a:pt x="174" y="108"/>
                </a:lnTo>
                <a:lnTo>
                  <a:pt x="162" y="116"/>
                </a:lnTo>
                <a:lnTo>
                  <a:pt x="150" y="125"/>
                </a:lnTo>
                <a:lnTo>
                  <a:pt x="139" y="134"/>
                </a:lnTo>
                <a:lnTo>
                  <a:pt x="128" y="143"/>
                </a:lnTo>
                <a:lnTo>
                  <a:pt x="117" y="153"/>
                </a:lnTo>
                <a:lnTo>
                  <a:pt x="107" y="162"/>
                </a:lnTo>
                <a:lnTo>
                  <a:pt x="97" y="172"/>
                </a:lnTo>
                <a:lnTo>
                  <a:pt x="88" y="182"/>
                </a:lnTo>
                <a:lnTo>
                  <a:pt x="79" y="193"/>
                </a:lnTo>
                <a:lnTo>
                  <a:pt x="71" y="203"/>
                </a:lnTo>
                <a:lnTo>
                  <a:pt x="63" y="214"/>
                </a:lnTo>
                <a:lnTo>
                  <a:pt x="55" y="225"/>
                </a:lnTo>
                <a:lnTo>
                  <a:pt x="48" y="236"/>
                </a:lnTo>
                <a:lnTo>
                  <a:pt x="42" y="247"/>
                </a:lnTo>
                <a:lnTo>
                  <a:pt x="36" y="258"/>
                </a:lnTo>
                <a:lnTo>
                  <a:pt x="30" y="270"/>
                </a:lnTo>
                <a:lnTo>
                  <a:pt x="25" y="282"/>
                </a:lnTo>
                <a:lnTo>
                  <a:pt x="21" y="293"/>
                </a:lnTo>
                <a:lnTo>
                  <a:pt x="17" y="305"/>
                </a:lnTo>
                <a:lnTo>
                  <a:pt x="13" y="317"/>
                </a:lnTo>
                <a:lnTo>
                  <a:pt x="11" y="329"/>
                </a:lnTo>
                <a:lnTo>
                  <a:pt x="8" y="341"/>
                </a:lnTo>
                <a:lnTo>
                  <a:pt x="6" y="353"/>
                </a:lnTo>
                <a:lnTo>
                  <a:pt x="5" y="365"/>
                </a:lnTo>
                <a:lnTo>
                  <a:pt x="4" y="378"/>
                </a:lnTo>
                <a:lnTo>
                  <a:pt x="4" y="390"/>
                </a:lnTo>
                <a:lnTo>
                  <a:pt x="4" y="402"/>
                </a:lnTo>
                <a:lnTo>
                  <a:pt x="5" y="415"/>
                </a:lnTo>
                <a:lnTo>
                  <a:pt x="6" y="427"/>
                </a:lnTo>
                <a:lnTo>
                  <a:pt x="8" y="439"/>
                </a:lnTo>
                <a:lnTo>
                  <a:pt x="11" y="451"/>
                </a:lnTo>
                <a:lnTo>
                  <a:pt x="13" y="463"/>
                </a:lnTo>
                <a:lnTo>
                  <a:pt x="17" y="475"/>
                </a:lnTo>
                <a:lnTo>
                  <a:pt x="21" y="486"/>
                </a:lnTo>
                <a:lnTo>
                  <a:pt x="25" y="498"/>
                </a:lnTo>
                <a:lnTo>
                  <a:pt x="30" y="510"/>
                </a:lnTo>
                <a:lnTo>
                  <a:pt x="36" y="521"/>
                </a:lnTo>
                <a:lnTo>
                  <a:pt x="42" y="532"/>
                </a:lnTo>
                <a:lnTo>
                  <a:pt x="48" y="544"/>
                </a:lnTo>
                <a:lnTo>
                  <a:pt x="55" y="555"/>
                </a:lnTo>
                <a:lnTo>
                  <a:pt x="63" y="566"/>
                </a:lnTo>
                <a:lnTo>
                  <a:pt x="71" y="576"/>
                </a:lnTo>
                <a:lnTo>
                  <a:pt x="79" y="587"/>
                </a:lnTo>
                <a:lnTo>
                  <a:pt x="88" y="597"/>
                </a:lnTo>
                <a:lnTo>
                  <a:pt x="97" y="607"/>
                </a:lnTo>
                <a:lnTo>
                  <a:pt x="107" y="617"/>
                </a:lnTo>
                <a:lnTo>
                  <a:pt x="117" y="627"/>
                </a:lnTo>
                <a:lnTo>
                  <a:pt x="128" y="636"/>
                </a:lnTo>
                <a:lnTo>
                  <a:pt x="139" y="646"/>
                </a:lnTo>
                <a:lnTo>
                  <a:pt x="150" y="655"/>
                </a:lnTo>
                <a:lnTo>
                  <a:pt x="162" y="663"/>
                </a:lnTo>
                <a:lnTo>
                  <a:pt x="174" y="672"/>
                </a:lnTo>
                <a:lnTo>
                  <a:pt x="186" y="680"/>
                </a:lnTo>
                <a:lnTo>
                  <a:pt x="199" y="688"/>
                </a:lnTo>
                <a:lnTo>
                  <a:pt x="213" y="695"/>
                </a:lnTo>
                <a:lnTo>
                  <a:pt x="226" y="703"/>
                </a:lnTo>
                <a:lnTo>
                  <a:pt x="240" y="710"/>
                </a:lnTo>
                <a:lnTo>
                  <a:pt x="254" y="716"/>
                </a:lnTo>
                <a:lnTo>
                  <a:pt x="269" y="723"/>
                </a:lnTo>
                <a:lnTo>
                  <a:pt x="283" y="729"/>
                </a:lnTo>
                <a:lnTo>
                  <a:pt x="298" y="734"/>
                </a:lnTo>
                <a:lnTo>
                  <a:pt x="313" y="740"/>
                </a:lnTo>
                <a:lnTo>
                  <a:pt x="329" y="745"/>
                </a:lnTo>
                <a:lnTo>
                  <a:pt x="345" y="749"/>
                </a:lnTo>
                <a:lnTo>
                  <a:pt x="360" y="754"/>
                </a:lnTo>
                <a:lnTo>
                  <a:pt x="376" y="758"/>
                </a:lnTo>
                <a:lnTo>
                  <a:pt x="394" y="761"/>
                </a:lnTo>
                <a:lnTo>
                  <a:pt x="410" y="764"/>
                </a:lnTo>
                <a:lnTo>
                  <a:pt x="426" y="767"/>
                </a:lnTo>
                <a:lnTo>
                  <a:pt x="443" y="770"/>
                </a:lnTo>
                <a:lnTo>
                  <a:pt x="460" y="772"/>
                </a:lnTo>
                <a:lnTo>
                  <a:pt x="476" y="773"/>
                </a:lnTo>
                <a:lnTo>
                  <a:pt x="493" y="775"/>
                </a:lnTo>
                <a:lnTo>
                  <a:pt x="510" y="776"/>
                </a:lnTo>
                <a:lnTo>
                  <a:pt x="527" y="776"/>
                </a:lnTo>
                <a:lnTo>
                  <a:pt x="544" y="776"/>
                </a:lnTo>
                <a:lnTo>
                  <a:pt x="561" y="776"/>
                </a:lnTo>
                <a:lnTo>
                  <a:pt x="578" y="776"/>
                </a:lnTo>
                <a:lnTo>
                  <a:pt x="595" y="775"/>
                </a:lnTo>
                <a:lnTo>
                  <a:pt x="612" y="773"/>
                </a:lnTo>
                <a:lnTo>
                  <a:pt x="628" y="772"/>
                </a:lnTo>
                <a:lnTo>
                  <a:pt x="645" y="770"/>
                </a:lnTo>
                <a:lnTo>
                  <a:pt x="662" y="767"/>
                </a:lnTo>
                <a:lnTo>
                  <a:pt x="678" y="764"/>
                </a:lnTo>
                <a:lnTo>
                  <a:pt x="694" y="761"/>
                </a:lnTo>
                <a:lnTo>
                  <a:pt x="711" y="758"/>
                </a:lnTo>
                <a:lnTo>
                  <a:pt x="727" y="754"/>
                </a:lnTo>
                <a:lnTo>
                  <a:pt x="742" y="749"/>
                </a:lnTo>
                <a:lnTo>
                  <a:pt x="758" y="745"/>
                </a:lnTo>
                <a:lnTo>
                  <a:pt x="773" y="740"/>
                </a:lnTo>
                <a:lnTo>
                  <a:pt x="789" y="734"/>
                </a:lnTo>
                <a:lnTo>
                  <a:pt x="804" y="729"/>
                </a:lnTo>
                <a:lnTo>
                  <a:pt x="818" y="723"/>
                </a:lnTo>
                <a:lnTo>
                  <a:pt x="833" y="716"/>
                </a:lnTo>
                <a:lnTo>
                  <a:pt x="847" y="710"/>
                </a:lnTo>
                <a:lnTo>
                  <a:pt x="861" y="703"/>
                </a:lnTo>
                <a:lnTo>
                  <a:pt x="874" y="695"/>
                </a:lnTo>
                <a:lnTo>
                  <a:pt x="888" y="688"/>
                </a:lnTo>
                <a:lnTo>
                  <a:pt x="900" y="680"/>
                </a:lnTo>
                <a:lnTo>
                  <a:pt x="913" y="672"/>
                </a:lnTo>
                <a:lnTo>
                  <a:pt x="925" y="663"/>
                </a:lnTo>
                <a:lnTo>
                  <a:pt x="937" y="655"/>
                </a:lnTo>
                <a:lnTo>
                  <a:pt x="948" y="646"/>
                </a:lnTo>
                <a:lnTo>
                  <a:pt x="959" y="636"/>
                </a:lnTo>
                <a:lnTo>
                  <a:pt x="970" y="627"/>
                </a:lnTo>
                <a:lnTo>
                  <a:pt x="980" y="617"/>
                </a:lnTo>
                <a:lnTo>
                  <a:pt x="990" y="607"/>
                </a:lnTo>
                <a:lnTo>
                  <a:pt x="999" y="597"/>
                </a:lnTo>
                <a:lnTo>
                  <a:pt x="1008" y="587"/>
                </a:lnTo>
                <a:lnTo>
                  <a:pt x="1016" y="576"/>
                </a:lnTo>
                <a:lnTo>
                  <a:pt x="1024" y="566"/>
                </a:lnTo>
                <a:lnTo>
                  <a:pt x="1032" y="555"/>
                </a:lnTo>
                <a:lnTo>
                  <a:pt x="1039" y="544"/>
                </a:lnTo>
                <a:lnTo>
                  <a:pt x="1045" y="532"/>
                </a:lnTo>
                <a:lnTo>
                  <a:pt x="1051" y="521"/>
                </a:lnTo>
                <a:lnTo>
                  <a:pt x="1057" y="510"/>
                </a:lnTo>
                <a:lnTo>
                  <a:pt x="1062" y="498"/>
                </a:lnTo>
                <a:lnTo>
                  <a:pt x="1066" y="486"/>
                </a:lnTo>
                <a:lnTo>
                  <a:pt x="1070" y="475"/>
                </a:lnTo>
                <a:lnTo>
                  <a:pt x="1073" y="463"/>
                </a:lnTo>
                <a:lnTo>
                  <a:pt x="1076" y="451"/>
                </a:lnTo>
                <a:lnTo>
                  <a:pt x="1079" y="439"/>
                </a:lnTo>
                <a:lnTo>
                  <a:pt x="1081" y="427"/>
                </a:lnTo>
                <a:lnTo>
                  <a:pt x="1082" y="415"/>
                </a:lnTo>
                <a:lnTo>
                  <a:pt x="1083" y="402"/>
                </a:lnTo>
                <a:lnTo>
                  <a:pt x="1083" y="390"/>
                </a:lnTo>
                <a:moveTo>
                  <a:pt x="1087" y="390"/>
                </a:moveTo>
                <a:lnTo>
                  <a:pt x="1087" y="403"/>
                </a:lnTo>
                <a:lnTo>
                  <a:pt x="1086" y="415"/>
                </a:lnTo>
                <a:lnTo>
                  <a:pt x="1084" y="427"/>
                </a:lnTo>
                <a:lnTo>
                  <a:pt x="1083" y="439"/>
                </a:lnTo>
                <a:lnTo>
                  <a:pt x="1080" y="451"/>
                </a:lnTo>
                <a:lnTo>
                  <a:pt x="1077" y="463"/>
                </a:lnTo>
                <a:lnTo>
                  <a:pt x="1074" y="475"/>
                </a:lnTo>
                <a:lnTo>
                  <a:pt x="1070" y="487"/>
                </a:lnTo>
                <a:lnTo>
                  <a:pt x="1065" y="499"/>
                </a:lnTo>
                <a:lnTo>
                  <a:pt x="1060" y="510"/>
                </a:lnTo>
                <a:lnTo>
                  <a:pt x="1055" y="522"/>
                </a:lnTo>
                <a:lnTo>
                  <a:pt x="1049" y="533"/>
                </a:lnTo>
                <a:lnTo>
                  <a:pt x="1042" y="545"/>
                </a:lnTo>
                <a:lnTo>
                  <a:pt x="1035" y="556"/>
                </a:lnTo>
                <a:lnTo>
                  <a:pt x="1028" y="567"/>
                </a:lnTo>
                <a:lnTo>
                  <a:pt x="1020" y="578"/>
                </a:lnTo>
                <a:lnTo>
                  <a:pt x="1011" y="588"/>
                </a:lnTo>
                <a:lnTo>
                  <a:pt x="1002" y="599"/>
                </a:lnTo>
                <a:lnTo>
                  <a:pt x="993" y="609"/>
                </a:lnTo>
                <a:lnTo>
                  <a:pt x="983" y="619"/>
                </a:lnTo>
                <a:lnTo>
                  <a:pt x="973" y="629"/>
                </a:lnTo>
                <a:lnTo>
                  <a:pt x="962" y="638"/>
                </a:lnTo>
                <a:lnTo>
                  <a:pt x="951" y="648"/>
                </a:lnTo>
                <a:lnTo>
                  <a:pt x="940" y="657"/>
                </a:lnTo>
                <a:lnTo>
                  <a:pt x="928" y="665"/>
                </a:lnTo>
                <a:lnTo>
                  <a:pt x="916" y="674"/>
                </a:lnTo>
                <a:lnTo>
                  <a:pt x="903" y="682"/>
                </a:lnTo>
                <a:lnTo>
                  <a:pt x="890" y="690"/>
                </a:lnTo>
                <a:lnTo>
                  <a:pt x="877" y="698"/>
                </a:lnTo>
                <a:lnTo>
                  <a:pt x="863" y="705"/>
                </a:lnTo>
                <a:lnTo>
                  <a:pt x="849" y="712"/>
                </a:lnTo>
                <a:lnTo>
                  <a:pt x="835" y="719"/>
                </a:lnTo>
                <a:lnTo>
                  <a:pt x="820" y="725"/>
                </a:lnTo>
                <a:lnTo>
                  <a:pt x="805" y="731"/>
                </a:lnTo>
                <a:lnTo>
                  <a:pt x="790" y="737"/>
                </a:lnTo>
                <a:lnTo>
                  <a:pt x="775" y="742"/>
                </a:lnTo>
                <a:lnTo>
                  <a:pt x="760" y="747"/>
                </a:lnTo>
                <a:lnTo>
                  <a:pt x="744" y="752"/>
                </a:lnTo>
                <a:lnTo>
                  <a:pt x="728" y="756"/>
                </a:lnTo>
                <a:lnTo>
                  <a:pt x="712" y="760"/>
                </a:lnTo>
                <a:lnTo>
                  <a:pt x="695" y="764"/>
                </a:lnTo>
                <a:lnTo>
                  <a:pt x="679" y="767"/>
                </a:lnTo>
                <a:lnTo>
                  <a:pt x="662" y="770"/>
                </a:lnTo>
                <a:lnTo>
                  <a:pt x="646" y="772"/>
                </a:lnTo>
                <a:lnTo>
                  <a:pt x="629" y="774"/>
                </a:lnTo>
                <a:lnTo>
                  <a:pt x="612" y="776"/>
                </a:lnTo>
                <a:lnTo>
                  <a:pt x="595" y="778"/>
                </a:lnTo>
                <a:lnTo>
                  <a:pt x="578" y="778"/>
                </a:lnTo>
                <a:lnTo>
                  <a:pt x="561" y="779"/>
                </a:lnTo>
                <a:lnTo>
                  <a:pt x="544" y="779"/>
                </a:lnTo>
                <a:lnTo>
                  <a:pt x="527" y="779"/>
                </a:lnTo>
                <a:lnTo>
                  <a:pt x="510" y="778"/>
                </a:lnTo>
                <a:lnTo>
                  <a:pt x="493" y="778"/>
                </a:lnTo>
                <a:lnTo>
                  <a:pt x="476" y="776"/>
                </a:lnTo>
                <a:lnTo>
                  <a:pt x="459" y="774"/>
                </a:lnTo>
                <a:lnTo>
                  <a:pt x="442" y="772"/>
                </a:lnTo>
                <a:lnTo>
                  <a:pt x="426" y="770"/>
                </a:lnTo>
                <a:lnTo>
                  <a:pt x="409" y="767"/>
                </a:lnTo>
                <a:lnTo>
                  <a:pt x="392" y="764"/>
                </a:lnTo>
                <a:lnTo>
                  <a:pt x="375" y="760"/>
                </a:lnTo>
                <a:lnTo>
                  <a:pt x="359" y="756"/>
                </a:lnTo>
                <a:lnTo>
                  <a:pt x="343" y="752"/>
                </a:lnTo>
                <a:lnTo>
                  <a:pt x="327" y="747"/>
                </a:lnTo>
                <a:lnTo>
                  <a:pt x="312" y="742"/>
                </a:lnTo>
                <a:lnTo>
                  <a:pt x="296" y="737"/>
                </a:lnTo>
                <a:lnTo>
                  <a:pt x="281" y="731"/>
                </a:lnTo>
                <a:lnTo>
                  <a:pt x="267" y="725"/>
                </a:lnTo>
                <a:lnTo>
                  <a:pt x="252" y="719"/>
                </a:lnTo>
                <a:lnTo>
                  <a:pt x="238" y="712"/>
                </a:lnTo>
                <a:lnTo>
                  <a:pt x="224" y="705"/>
                </a:lnTo>
                <a:lnTo>
                  <a:pt x="210" y="698"/>
                </a:lnTo>
                <a:lnTo>
                  <a:pt x="197" y="690"/>
                </a:lnTo>
                <a:lnTo>
                  <a:pt x="184" y="682"/>
                </a:lnTo>
                <a:lnTo>
                  <a:pt x="171" y="674"/>
                </a:lnTo>
                <a:lnTo>
                  <a:pt x="159" y="665"/>
                </a:lnTo>
                <a:lnTo>
                  <a:pt x="147" y="657"/>
                </a:lnTo>
                <a:lnTo>
                  <a:pt x="136" y="648"/>
                </a:lnTo>
                <a:lnTo>
                  <a:pt x="125" y="638"/>
                </a:lnTo>
                <a:lnTo>
                  <a:pt x="114" y="629"/>
                </a:lnTo>
                <a:lnTo>
                  <a:pt x="104" y="619"/>
                </a:lnTo>
                <a:lnTo>
                  <a:pt x="94" y="609"/>
                </a:lnTo>
                <a:lnTo>
                  <a:pt x="85" y="599"/>
                </a:lnTo>
                <a:lnTo>
                  <a:pt x="76" y="588"/>
                </a:lnTo>
                <a:lnTo>
                  <a:pt x="67" y="578"/>
                </a:lnTo>
                <a:lnTo>
                  <a:pt x="59" y="567"/>
                </a:lnTo>
                <a:lnTo>
                  <a:pt x="52" y="556"/>
                </a:lnTo>
                <a:lnTo>
                  <a:pt x="45" y="545"/>
                </a:lnTo>
                <a:lnTo>
                  <a:pt x="38" y="533"/>
                </a:lnTo>
                <a:lnTo>
                  <a:pt x="32" y="522"/>
                </a:lnTo>
                <a:lnTo>
                  <a:pt x="27" y="510"/>
                </a:lnTo>
                <a:lnTo>
                  <a:pt x="22" y="499"/>
                </a:lnTo>
                <a:lnTo>
                  <a:pt x="17" y="487"/>
                </a:lnTo>
                <a:lnTo>
                  <a:pt x="13" y="475"/>
                </a:lnTo>
                <a:lnTo>
                  <a:pt x="10" y="463"/>
                </a:lnTo>
                <a:lnTo>
                  <a:pt x="7" y="451"/>
                </a:lnTo>
                <a:lnTo>
                  <a:pt x="4" y="439"/>
                </a:lnTo>
                <a:lnTo>
                  <a:pt x="2" y="427"/>
                </a:lnTo>
                <a:lnTo>
                  <a:pt x="1" y="415"/>
                </a:lnTo>
                <a:lnTo>
                  <a:pt x="0" y="403"/>
                </a:lnTo>
                <a:lnTo>
                  <a:pt x="0" y="390"/>
                </a:lnTo>
                <a:lnTo>
                  <a:pt x="0" y="378"/>
                </a:lnTo>
                <a:lnTo>
                  <a:pt x="1" y="365"/>
                </a:lnTo>
                <a:lnTo>
                  <a:pt x="2" y="353"/>
                </a:lnTo>
                <a:lnTo>
                  <a:pt x="4" y="341"/>
                </a:lnTo>
                <a:lnTo>
                  <a:pt x="7" y="328"/>
                </a:lnTo>
                <a:lnTo>
                  <a:pt x="10" y="316"/>
                </a:lnTo>
                <a:lnTo>
                  <a:pt x="13" y="304"/>
                </a:lnTo>
                <a:lnTo>
                  <a:pt x="17" y="293"/>
                </a:lnTo>
                <a:lnTo>
                  <a:pt x="22" y="281"/>
                </a:lnTo>
                <a:lnTo>
                  <a:pt x="27" y="269"/>
                </a:lnTo>
                <a:lnTo>
                  <a:pt x="32" y="258"/>
                </a:lnTo>
                <a:lnTo>
                  <a:pt x="38" y="246"/>
                </a:lnTo>
                <a:lnTo>
                  <a:pt x="45" y="235"/>
                </a:lnTo>
                <a:lnTo>
                  <a:pt x="52" y="224"/>
                </a:lnTo>
                <a:lnTo>
                  <a:pt x="59" y="213"/>
                </a:lnTo>
                <a:lnTo>
                  <a:pt x="67" y="202"/>
                </a:lnTo>
                <a:lnTo>
                  <a:pt x="76" y="191"/>
                </a:lnTo>
                <a:lnTo>
                  <a:pt x="85" y="181"/>
                </a:lnTo>
                <a:lnTo>
                  <a:pt x="94" y="171"/>
                </a:lnTo>
                <a:lnTo>
                  <a:pt x="104" y="161"/>
                </a:lnTo>
                <a:lnTo>
                  <a:pt x="114" y="151"/>
                </a:lnTo>
                <a:lnTo>
                  <a:pt x="125" y="141"/>
                </a:lnTo>
                <a:lnTo>
                  <a:pt x="136" y="132"/>
                </a:lnTo>
                <a:lnTo>
                  <a:pt x="147" y="123"/>
                </a:lnTo>
                <a:lnTo>
                  <a:pt x="159" y="114"/>
                </a:lnTo>
                <a:lnTo>
                  <a:pt x="171" y="106"/>
                </a:lnTo>
                <a:lnTo>
                  <a:pt x="184" y="98"/>
                </a:lnTo>
                <a:lnTo>
                  <a:pt x="197" y="90"/>
                </a:lnTo>
                <a:lnTo>
                  <a:pt x="210" y="82"/>
                </a:lnTo>
                <a:lnTo>
                  <a:pt x="224" y="75"/>
                </a:lnTo>
                <a:lnTo>
                  <a:pt x="238" y="68"/>
                </a:lnTo>
                <a:lnTo>
                  <a:pt x="252" y="61"/>
                </a:lnTo>
                <a:lnTo>
                  <a:pt x="267" y="55"/>
                </a:lnTo>
                <a:lnTo>
                  <a:pt x="281" y="48"/>
                </a:lnTo>
                <a:lnTo>
                  <a:pt x="296" y="43"/>
                </a:lnTo>
                <a:lnTo>
                  <a:pt x="312" y="37"/>
                </a:lnTo>
                <a:lnTo>
                  <a:pt x="327" y="32"/>
                </a:lnTo>
                <a:lnTo>
                  <a:pt x="343" y="28"/>
                </a:lnTo>
                <a:lnTo>
                  <a:pt x="359" y="23"/>
                </a:lnTo>
                <a:lnTo>
                  <a:pt x="375" y="19"/>
                </a:lnTo>
                <a:lnTo>
                  <a:pt x="392" y="16"/>
                </a:lnTo>
                <a:lnTo>
                  <a:pt x="409" y="13"/>
                </a:lnTo>
                <a:lnTo>
                  <a:pt x="426" y="10"/>
                </a:lnTo>
                <a:lnTo>
                  <a:pt x="442" y="7"/>
                </a:lnTo>
                <a:lnTo>
                  <a:pt x="459" y="5"/>
                </a:lnTo>
                <a:lnTo>
                  <a:pt x="476" y="3"/>
                </a:lnTo>
                <a:lnTo>
                  <a:pt x="493" y="2"/>
                </a:lnTo>
                <a:lnTo>
                  <a:pt x="510" y="1"/>
                </a:lnTo>
                <a:lnTo>
                  <a:pt x="527" y="1"/>
                </a:lnTo>
                <a:lnTo>
                  <a:pt x="544" y="0"/>
                </a:lnTo>
                <a:lnTo>
                  <a:pt x="561" y="1"/>
                </a:lnTo>
                <a:lnTo>
                  <a:pt x="578" y="1"/>
                </a:lnTo>
                <a:lnTo>
                  <a:pt x="595" y="2"/>
                </a:lnTo>
                <a:lnTo>
                  <a:pt x="612" y="3"/>
                </a:lnTo>
                <a:lnTo>
                  <a:pt x="629" y="5"/>
                </a:lnTo>
                <a:lnTo>
                  <a:pt x="646" y="7"/>
                </a:lnTo>
                <a:lnTo>
                  <a:pt x="662" y="10"/>
                </a:lnTo>
                <a:lnTo>
                  <a:pt x="679" y="13"/>
                </a:lnTo>
                <a:lnTo>
                  <a:pt x="695" y="16"/>
                </a:lnTo>
                <a:lnTo>
                  <a:pt x="712" y="19"/>
                </a:lnTo>
                <a:lnTo>
                  <a:pt x="728" y="23"/>
                </a:lnTo>
                <a:lnTo>
                  <a:pt x="744" y="28"/>
                </a:lnTo>
                <a:lnTo>
                  <a:pt x="760" y="32"/>
                </a:lnTo>
                <a:lnTo>
                  <a:pt x="775" y="37"/>
                </a:lnTo>
                <a:lnTo>
                  <a:pt x="790" y="43"/>
                </a:lnTo>
                <a:lnTo>
                  <a:pt x="805" y="48"/>
                </a:lnTo>
                <a:lnTo>
                  <a:pt x="820" y="55"/>
                </a:lnTo>
                <a:lnTo>
                  <a:pt x="835" y="61"/>
                </a:lnTo>
                <a:lnTo>
                  <a:pt x="849" y="68"/>
                </a:lnTo>
                <a:lnTo>
                  <a:pt x="863" y="75"/>
                </a:lnTo>
                <a:lnTo>
                  <a:pt x="877" y="82"/>
                </a:lnTo>
                <a:lnTo>
                  <a:pt x="890" y="90"/>
                </a:lnTo>
                <a:lnTo>
                  <a:pt x="903" y="98"/>
                </a:lnTo>
                <a:lnTo>
                  <a:pt x="916" y="106"/>
                </a:lnTo>
                <a:lnTo>
                  <a:pt x="928" y="114"/>
                </a:lnTo>
                <a:lnTo>
                  <a:pt x="940" y="123"/>
                </a:lnTo>
                <a:lnTo>
                  <a:pt x="951" y="132"/>
                </a:lnTo>
                <a:lnTo>
                  <a:pt x="962" y="141"/>
                </a:lnTo>
                <a:lnTo>
                  <a:pt x="973" y="151"/>
                </a:lnTo>
                <a:lnTo>
                  <a:pt x="983" y="161"/>
                </a:lnTo>
                <a:lnTo>
                  <a:pt x="993" y="171"/>
                </a:lnTo>
                <a:lnTo>
                  <a:pt x="1002" y="181"/>
                </a:lnTo>
                <a:lnTo>
                  <a:pt x="1011" y="191"/>
                </a:lnTo>
                <a:lnTo>
                  <a:pt x="1020" y="202"/>
                </a:lnTo>
                <a:lnTo>
                  <a:pt x="1028" y="213"/>
                </a:lnTo>
                <a:lnTo>
                  <a:pt x="1035" y="224"/>
                </a:lnTo>
                <a:lnTo>
                  <a:pt x="1042" y="235"/>
                </a:lnTo>
                <a:lnTo>
                  <a:pt x="1049" y="246"/>
                </a:lnTo>
                <a:lnTo>
                  <a:pt x="1055" y="258"/>
                </a:lnTo>
                <a:lnTo>
                  <a:pt x="1060" y="269"/>
                </a:lnTo>
                <a:lnTo>
                  <a:pt x="1065" y="281"/>
                </a:lnTo>
                <a:lnTo>
                  <a:pt x="1070" y="293"/>
                </a:lnTo>
                <a:lnTo>
                  <a:pt x="1074" y="304"/>
                </a:lnTo>
                <a:lnTo>
                  <a:pt x="1077" y="316"/>
                </a:lnTo>
                <a:lnTo>
                  <a:pt x="1080" y="328"/>
                </a:lnTo>
                <a:lnTo>
                  <a:pt x="1083" y="341"/>
                </a:lnTo>
                <a:lnTo>
                  <a:pt x="1084" y="353"/>
                </a:lnTo>
                <a:lnTo>
                  <a:pt x="1086" y="365"/>
                </a:lnTo>
                <a:lnTo>
                  <a:pt x="1087" y="378"/>
                </a:lnTo>
                <a:lnTo>
                  <a:pt x="1087" y="390"/>
                </a:lnTo>
                <a:close/>
              </a:path>
            </a:pathLst>
          </a:custGeom>
          <a:solidFill>
            <a:srgbClr val="ffcc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8" name=""/>
          <p:cNvSpPr/>
          <p:nvPr/>
        </p:nvSpPr>
        <p:spPr>
          <a:xfrm>
            <a:off x="7865640" y="2803320"/>
            <a:ext cx="394200" cy="282240"/>
          </a:xfrm>
          <a:custGeom>
            <a:avLst/>
            <a:gdLst/>
            <a:ahLst/>
            <a:rect l="0" t="0" r="r" b="b"/>
            <a:pathLst>
              <a:path w="1095" h="784">
                <a:moveTo>
                  <a:pt x="1091" y="391"/>
                </a:moveTo>
                <a:lnTo>
                  <a:pt x="1091" y="379"/>
                </a:lnTo>
                <a:lnTo>
                  <a:pt x="1090" y="367"/>
                </a:lnTo>
                <a:lnTo>
                  <a:pt x="1088" y="355"/>
                </a:lnTo>
                <a:lnTo>
                  <a:pt x="1087" y="343"/>
                </a:lnTo>
                <a:lnTo>
                  <a:pt x="1084" y="330"/>
                </a:lnTo>
                <a:lnTo>
                  <a:pt x="1081" y="318"/>
                </a:lnTo>
                <a:lnTo>
                  <a:pt x="1078" y="306"/>
                </a:lnTo>
                <a:lnTo>
                  <a:pt x="1074" y="295"/>
                </a:lnTo>
                <a:lnTo>
                  <a:pt x="1069" y="283"/>
                </a:lnTo>
                <a:lnTo>
                  <a:pt x="1064" y="271"/>
                </a:lnTo>
                <a:lnTo>
                  <a:pt x="1059" y="260"/>
                </a:lnTo>
                <a:lnTo>
                  <a:pt x="1053" y="248"/>
                </a:lnTo>
                <a:lnTo>
                  <a:pt x="1046" y="237"/>
                </a:lnTo>
                <a:lnTo>
                  <a:pt x="1039" y="226"/>
                </a:lnTo>
                <a:lnTo>
                  <a:pt x="1032" y="215"/>
                </a:lnTo>
                <a:lnTo>
                  <a:pt x="1024" y="204"/>
                </a:lnTo>
                <a:lnTo>
                  <a:pt x="1015" y="193"/>
                </a:lnTo>
                <a:lnTo>
                  <a:pt x="1006" y="183"/>
                </a:lnTo>
                <a:lnTo>
                  <a:pt x="997" y="173"/>
                </a:lnTo>
                <a:lnTo>
                  <a:pt x="987" y="163"/>
                </a:lnTo>
                <a:lnTo>
                  <a:pt x="977" y="153"/>
                </a:lnTo>
                <a:lnTo>
                  <a:pt x="966" y="143"/>
                </a:lnTo>
                <a:lnTo>
                  <a:pt x="955" y="134"/>
                </a:lnTo>
                <a:lnTo>
                  <a:pt x="944" y="125"/>
                </a:lnTo>
                <a:lnTo>
                  <a:pt x="932" y="116"/>
                </a:lnTo>
                <a:lnTo>
                  <a:pt x="920" y="108"/>
                </a:lnTo>
                <a:lnTo>
                  <a:pt x="907" y="100"/>
                </a:lnTo>
                <a:lnTo>
                  <a:pt x="894" y="92"/>
                </a:lnTo>
                <a:lnTo>
                  <a:pt x="881" y="84"/>
                </a:lnTo>
                <a:lnTo>
                  <a:pt x="867" y="77"/>
                </a:lnTo>
                <a:lnTo>
                  <a:pt x="853" y="70"/>
                </a:lnTo>
                <a:lnTo>
                  <a:pt x="839" y="63"/>
                </a:lnTo>
                <a:lnTo>
                  <a:pt x="824" y="57"/>
                </a:lnTo>
                <a:lnTo>
                  <a:pt x="809" y="50"/>
                </a:lnTo>
                <a:lnTo>
                  <a:pt x="794" y="45"/>
                </a:lnTo>
                <a:lnTo>
                  <a:pt x="779" y="39"/>
                </a:lnTo>
                <a:lnTo>
                  <a:pt x="764" y="34"/>
                </a:lnTo>
                <a:lnTo>
                  <a:pt x="748" y="30"/>
                </a:lnTo>
                <a:lnTo>
                  <a:pt x="732" y="25"/>
                </a:lnTo>
                <a:lnTo>
                  <a:pt x="716" y="21"/>
                </a:lnTo>
                <a:lnTo>
                  <a:pt x="699" y="18"/>
                </a:lnTo>
                <a:lnTo>
                  <a:pt x="683" y="15"/>
                </a:lnTo>
                <a:lnTo>
                  <a:pt x="666" y="12"/>
                </a:lnTo>
                <a:lnTo>
                  <a:pt x="650" y="9"/>
                </a:lnTo>
                <a:lnTo>
                  <a:pt x="633" y="7"/>
                </a:lnTo>
                <a:lnTo>
                  <a:pt x="616" y="5"/>
                </a:lnTo>
                <a:lnTo>
                  <a:pt x="599" y="4"/>
                </a:lnTo>
                <a:lnTo>
                  <a:pt x="582" y="3"/>
                </a:lnTo>
                <a:lnTo>
                  <a:pt x="565" y="3"/>
                </a:lnTo>
                <a:lnTo>
                  <a:pt x="547" y="2"/>
                </a:lnTo>
                <a:lnTo>
                  <a:pt x="530" y="3"/>
                </a:lnTo>
                <a:lnTo>
                  <a:pt x="513" y="3"/>
                </a:lnTo>
                <a:lnTo>
                  <a:pt x="496" y="4"/>
                </a:lnTo>
                <a:lnTo>
                  <a:pt x="479" y="5"/>
                </a:lnTo>
                <a:lnTo>
                  <a:pt x="462" y="7"/>
                </a:lnTo>
                <a:lnTo>
                  <a:pt x="445" y="9"/>
                </a:lnTo>
                <a:lnTo>
                  <a:pt x="429" y="12"/>
                </a:lnTo>
                <a:lnTo>
                  <a:pt x="412" y="15"/>
                </a:lnTo>
                <a:lnTo>
                  <a:pt x="395" y="18"/>
                </a:lnTo>
                <a:lnTo>
                  <a:pt x="379" y="21"/>
                </a:lnTo>
                <a:lnTo>
                  <a:pt x="363" y="25"/>
                </a:lnTo>
                <a:lnTo>
                  <a:pt x="347" y="30"/>
                </a:lnTo>
                <a:lnTo>
                  <a:pt x="331" y="34"/>
                </a:lnTo>
                <a:lnTo>
                  <a:pt x="316" y="39"/>
                </a:lnTo>
                <a:lnTo>
                  <a:pt x="300" y="45"/>
                </a:lnTo>
                <a:lnTo>
                  <a:pt x="285" y="50"/>
                </a:lnTo>
                <a:lnTo>
                  <a:pt x="271" y="57"/>
                </a:lnTo>
                <a:lnTo>
                  <a:pt x="256" y="63"/>
                </a:lnTo>
                <a:lnTo>
                  <a:pt x="242" y="70"/>
                </a:lnTo>
                <a:lnTo>
                  <a:pt x="228" y="77"/>
                </a:lnTo>
                <a:lnTo>
                  <a:pt x="214" y="84"/>
                </a:lnTo>
                <a:lnTo>
                  <a:pt x="201" y="92"/>
                </a:lnTo>
                <a:lnTo>
                  <a:pt x="188" y="100"/>
                </a:lnTo>
                <a:lnTo>
                  <a:pt x="175" y="108"/>
                </a:lnTo>
                <a:lnTo>
                  <a:pt x="163" y="116"/>
                </a:lnTo>
                <a:lnTo>
                  <a:pt x="151" y="125"/>
                </a:lnTo>
                <a:lnTo>
                  <a:pt x="140" y="134"/>
                </a:lnTo>
                <a:lnTo>
                  <a:pt x="129" y="143"/>
                </a:lnTo>
                <a:lnTo>
                  <a:pt x="118" y="153"/>
                </a:lnTo>
                <a:lnTo>
                  <a:pt x="108" y="163"/>
                </a:lnTo>
                <a:lnTo>
                  <a:pt x="98" y="173"/>
                </a:lnTo>
                <a:lnTo>
                  <a:pt x="89" y="183"/>
                </a:lnTo>
                <a:lnTo>
                  <a:pt x="80" y="193"/>
                </a:lnTo>
                <a:lnTo>
                  <a:pt x="71" y="204"/>
                </a:lnTo>
                <a:lnTo>
                  <a:pt x="63" y="215"/>
                </a:lnTo>
                <a:lnTo>
                  <a:pt x="56" y="226"/>
                </a:lnTo>
                <a:lnTo>
                  <a:pt x="49" y="237"/>
                </a:lnTo>
                <a:lnTo>
                  <a:pt x="42" y="248"/>
                </a:lnTo>
                <a:lnTo>
                  <a:pt x="36" y="260"/>
                </a:lnTo>
                <a:lnTo>
                  <a:pt x="31" y="271"/>
                </a:lnTo>
                <a:lnTo>
                  <a:pt x="26" y="283"/>
                </a:lnTo>
                <a:lnTo>
                  <a:pt x="21" y="295"/>
                </a:lnTo>
                <a:lnTo>
                  <a:pt x="17" y="306"/>
                </a:lnTo>
                <a:lnTo>
                  <a:pt x="14" y="318"/>
                </a:lnTo>
                <a:lnTo>
                  <a:pt x="11" y="330"/>
                </a:lnTo>
                <a:lnTo>
                  <a:pt x="8" y="343"/>
                </a:lnTo>
                <a:lnTo>
                  <a:pt x="6" y="355"/>
                </a:lnTo>
                <a:lnTo>
                  <a:pt x="5" y="367"/>
                </a:lnTo>
                <a:lnTo>
                  <a:pt x="4" y="379"/>
                </a:lnTo>
                <a:lnTo>
                  <a:pt x="4" y="391"/>
                </a:lnTo>
                <a:lnTo>
                  <a:pt x="4" y="404"/>
                </a:lnTo>
                <a:lnTo>
                  <a:pt x="5" y="416"/>
                </a:lnTo>
                <a:lnTo>
                  <a:pt x="6" y="428"/>
                </a:lnTo>
                <a:lnTo>
                  <a:pt x="8" y="441"/>
                </a:lnTo>
                <a:lnTo>
                  <a:pt x="11" y="453"/>
                </a:lnTo>
                <a:lnTo>
                  <a:pt x="14" y="465"/>
                </a:lnTo>
                <a:lnTo>
                  <a:pt x="17" y="477"/>
                </a:lnTo>
                <a:lnTo>
                  <a:pt x="21" y="489"/>
                </a:lnTo>
                <a:lnTo>
                  <a:pt x="26" y="501"/>
                </a:lnTo>
                <a:lnTo>
                  <a:pt x="31" y="512"/>
                </a:lnTo>
                <a:lnTo>
                  <a:pt x="36" y="524"/>
                </a:lnTo>
                <a:lnTo>
                  <a:pt x="42" y="535"/>
                </a:lnTo>
                <a:lnTo>
                  <a:pt x="49" y="547"/>
                </a:lnTo>
                <a:lnTo>
                  <a:pt x="56" y="558"/>
                </a:lnTo>
                <a:lnTo>
                  <a:pt x="63" y="569"/>
                </a:lnTo>
                <a:lnTo>
                  <a:pt x="71" y="580"/>
                </a:lnTo>
                <a:lnTo>
                  <a:pt x="80" y="590"/>
                </a:lnTo>
                <a:lnTo>
                  <a:pt x="89" y="601"/>
                </a:lnTo>
                <a:lnTo>
                  <a:pt x="98" y="611"/>
                </a:lnTo>
                <a:lnTo>
                  <a:pt x="108" y="621"/>
                </a:lnTo>
                <a:lnTo>
                  <a:pt x="118" y="631"/>
                </a:lnTo>
                <a:lnTo>
                  <a:pt x="129" y="640"/>
                </a:lnTo>
                <a:lnTo>
                  <a:pt x="140" y="650"/>
                </a:lnTo>
                <a:lnTo>
                  <a:pt x="151" y="659"/>
                </a:lnTo>
                <a:lnTo>
                  <a:pt x="163" y="667"/>
                </a:lnTo>
                <a:lnTo>
                  <a:pt x="175" y="676"/>
                </a:lnTo>
                <a:lnTo>
                  <a:pt x="188" y="684"/>
                </a:lnTo>
                <a:lnTo>
                  <a:pt x="201" y="692"/>
                </a:lnTo>
                <a:lnTo>
                  <a:pt x="214" y="700"/>
                </a:lnTo>
                <a:lnTo>
                  <a:pt x="228" y="707"/>
                </a:lnTo>
                <a:lnTo>
                  <a:pt x="242" y="714"/>
                </a:lnTo>
                <a:lnTo>
                  <a:pt x="256" y="721"/>
                </a:lnTo>
                <a:lnTo>
                  <a:pt x="271" y="727"/>
                </a:lnTo>
                <a:lnTo>
                  <a:pt x="285" y="733"/>
                </a:lnTo>
                <a:lnTo>
                  <a:pt x="300" y="739"/>
                </a:lnTo>
                <a:lnTo>
                  <a:pt x="316" y="744"/>
                </a:lnTo>
                <a:lnTo>
                  <a:pt x="331" y="749"/>
                </a:lnTo>
                <a:lnTo>
                  <a:pt x="347" y="754"/>
                </a:lnTo>
                <a:lnTo>
                  <a:pt x="363" y="758"/>
                </a:lnTo>
                <a:lnTo>
                  <a:pt x="379" y="762"/>
                </a:lnTo>
                <a:lnTo>
                  <a:pt x="395" y="766"/>
                </a:lnTo>
                <a:lnTo>
                  <a:pt x="412" y="769"/>
                </a:lnTo>
                <a:lnTo>
                  <a:pt x="429" y="772"/>
                </a:lnTo>
                <a:lnTo>
                  <a:pt x="445" y="774"/>
                </a:lnTo>
                <a:lnTo>
                  <a:pt x="462" y="776"/>
                </a:lnTo>
                <a:lnTo>
                  <a:pt x="479" y="778"/>
                </a:lnTo>
                <a:lnTo>
                  <a:pt x="496" y="780"/>
                </a:lnTo>
                <a:lnTo>
                  <a:pt x="513" y="780"/>
                </a:lnTo>
                <a:lnTo>
                  <a:pt x="530" y="781"/>
                </a:lnTo>
                <a:lnTo>
                  <a:pt x="547" y="781"/>
                </a:lnTo>
                <a:lnTo>
                  <a:pt x="565" y="781"/>
                </a:lnTo>
                <a:lnTo>
                  <a:pt x="582" y="780"/>
                </a:lnTo>
                <a:lnTo>
                  <a:pt x="599" y="780"/>
                </a:lnTo>
                <a:lnTo>
                  <a:pt x="616" y="778"/>
                </a:lnTo>
                <a:lnTo>
                  <a:pt x="633" y="776"/>
                </a:lnTo>
                <a:lnTo>
                  <a:pt x="650" y="774"/>
                </a:lnTo>
                <a:lnTo>
                  <a:pt x="666" y="772"/>
                </a:lnTo>
                <a:lnTo>
                  <a:pt x="683" y="769"/>
                </a:lnTo>
                <a:lnTo>
                  <a:pt x="699" y="766"/>
                </a:lnTo>
                <a:lnTo>
                  <a:pt x="716" y="762"/>
                </a:lnTo>
                <a:lnTo>
                  <a:pt x="732" y="758"/>
                </a:lnTo>
                <a:lnTo>
                  <a:pt x="748" y="754"/>
                </a:lnTo>
                <a:lnTo>
                  <a:pt x="764" y="749"/>
                </a:lnTo>
                <a:lnTo>
                  <a:pt x="779" y="744"/>
                </a:lnTo>
                <a:lnTo>
                  <a:pt x="794" y="739"/>
                </a:lnTo>
                <a:lnTo>
                  <a:pt x="809" y="733"/>
                </a:lnTo>
                <a:lnTo>
                  <a:pt x="824" y="727"/>
                </a:lnTo>
                <a:lnTo>
                  <a:pt x="839" y="721"/>
                </a:lnTo>
                <a:lnTo>
                  <a:pt x="853" y="714"/>
                </a:lnTo>
                <a:lnTo>
                  <a:pt x="867" y="707"/>
                </a:lnTo>
                <a:lnTo>
                  <a:pt x="881" y="700"/>
                </a:lnTo>
                <a:lnTo>
                  <a:pt x="894" y="692"/>
                </a:lnTo>
                <a:lnTo>
                  <a:pt x="907" y="684"/>
                </a:lnTo>
                <a:lnTo>
                  <a:pt x="920" y="676"/>
                </a:lnTo>
                <a:lnTo>
                  <a:pt x="932" y="667"/>
                </a:lnTo>
                <a:lnTo>
                  <a:pt x="944" y="659"/>
                </a:lnTo>
                <a:lnTo>
                  <a:pt x="955" y="650"/>
                </a:lnTo>
                <a:lnTo>
                  <a:pt x="966" y="640"/>
                </a:lnTo>
                <a:lnTo>
                  <a:pt x="977" y="631"/>
                </a:lnTo>
                <a:lnTo>
                  <a:pt x="987" y="621"/>
                </a:lnTo>
                <a:lnTo>
                  <a:pt x="997" y="611"/>
                </a:lnTo>
                <a:lnTo>
                  <a:pt x="1006" y="601"/>
                </a:lnTo>
                <a:lnTo>
                  <a:pt x="1015" y="590"/>
                </a:lnTo>
                <a:lnTo>
                  <a:pt x="1024" y="580"/>
                </a:lnTo>
                <a:lnTo>
                  <a:pt x="1032" y="569"/>
                </a:lnTo>
                <a:lnTo>
                  <a:pt x="1039" y="558"/>
                </a:lnTo>
                <a:lnTo>
                  <a:pt x="1046" y="547"/>
                </a:lnTo>
                <a:lnTo>
                  <a:pt x="1053" y="535"/>
                </a:lnTo>
                <a:lnTo>
                  <a:pt x="1059" y="524"/>
                </a:lnTo>
                <a:lnTo>
                  <a:pt x="1064" y="512"/>
                </a:lnTo>
                <a:lnTo>
                  <a:pt x="1069" y="501"/>
                </a:lnTo>
                <a:lnTo>
                  <a:pt x="1074" y="489"/>
                </a:lnTo>
                <a:lnTo>
                  <a:pt x="1078" y="477"/>
                </a:lnTo>
                <a:lnTo>
                  <a:pt x="1081" y="465"/>
                </a:lnTo>
                <a:lnTo>
                  <a:pt x="1084" y="453"/>
                </a:lnTo>
                <a:lnTo>
                  <a:pt x="1087" y="441"/>
                </a:lnTo>
                <a:lnTo>
                  <a:pt x="1088" y="428"/>
                </a:lnTo>
                <a:lnTo>
                  <a:pt x="1090" y="416"/>
                </a:lnTo>
                <a:lnTo>
                  <a:pt x="1091" y="404"/>
                </a:lnTo>
                <a:lnTo>
                  <a:pt x="1091" y="391"/>
                </a:lnTo>
                <a:moveTo>
                  <a:pt x="1095" y="391"/>
                </a:moveTo>
                <a:lnTo>
                  <a:pt x="1094" y="404"/>
                </a:lnTo>
                <a:lnTo>
                  <a:pt x="1094" y="416"/>
                </a:lnTo>
                <a:lnTo>
                  <a:pt x="1092" y="428"/>
                </a:lnTo>
                <a:lnTo>
                  <a:pt x="1090" y="441"/>
                </a:lnTo>
                <a:lnTo>
                  <a:pt x="1088" y="454"/>
                </a:lnTo>
                <a:lnTo>
                  <a:pt x="1085" y="466"/>
                </a:lnTo>
                <a:lnTo>
                  <a:pt x="1082" y="478"/>
                </a:lnTo>
                <a:lnTo>
                  <a:pt x="1078" y="490"/>
                </a:lnTo>
                <a:lnTo>
                  <a:pt x="1073" y="502"/>
                </a:lnTo>
                <a:lnTo>
                  <a:pt x="1068" y="513"/>
                </a:lnTo>
                <a:lnTo>
                  <a:pt x="1062" y="525"/>
                </a:lnTo>
                <a:lnTo>
                  <a:pt x="1056" y="537"/>
                </a:lnTo>
                <a:lnTo>
                  <a:pt x="1050" y="548"/>
                </a:lnTo>
                <a:lnTo>
                  <a:pt x="1043" y="559"/>
                </a:lnTo>
                <a:lnTo>
                  <a:pt x="1035" y="570"/>
                </a:lnTo>
                <a:lnTo>
                  <a:pt x="1027" y="581"/>
                </a:lnTo>
                <a:lnTo>
                  <a:pt x="1019" y="592"/>
                </a:lnTo>
                <a:lnTo>
                  <a:pt x="1010" y="602"/>
                </a:lnTo>
                <a:lnTo>
                  <a:pt x="1000" y="612"/>
                </a:lnTo>
                <a:lnTo>
                  <a:pt x="990" y="623"/>
                </a:lnTo>
                <a:lnTo>
                  <a:pt x="980" y="632"/>
                </a:lnTo>
                <a:lnTo>
                  <a:pt x="969" y="642"/>
                </a:lnTo>
                <a:lnTo>
                  <a:pt x="958" y="651"/>
                </a:lnTo>
                <a:lnTo>
                  <a:pt x="947" y="660"/>
                </a:lnTo>
                <a:lnTo>
                  <a:pt x="935" y="669"/>
                </a:lnTo>
                <a:lnTo>
                  <a:pt x="922" y="678"/>
                </a:lnTo>
                <a:lnTo>
                  <a:pt x="910" y="686"/>
                </a:lnTo>
                <a:lnTo>
                  <a:pt x="896" y="694"/>
                </a:lnTo>
                <a:lnTo>
                  <a:pt x="883" y="702"/>
                </a:lnTo>
                <a:lnTo>
                  <a:pt x="869" y="709"/>
                </a:lnTo>
                <a:lnTo>
                  <a:pt x="855" y="716"/>
                </a:lnTo>
                <a:lnTo>
                  <a:pt x="841" y="723"/>
                </a:lnTo>
                <a:lnTo>
                  <a:pt x="826" y="729"/>
                </a:lnTo>
                <a:lnTo>
                  <a:pt x="811" y="736"/>
                </a:lnTo>
                <a:lnTo>
                  <a:pt x="796" y="741"/>
                </a:lnTo>
                <a:lnTo>
                  <a:pt x="781" y="747"/>
                </a:lnTo>
                <a:lnTo>
                  <a:pt x="765" y="752"/>
                </a:lnTo>
                <a:lnTo>
                  <a:pt x="749" y="757"/>
                </a:lnTo>
                <a:lnTo>
                  <a:pt x="733" y="761"/>
                </a:lnTo>
                <a:lnTo>
                  <a:pt x="717" y="765"/>
                </a:lnTo>
                <a:lnTo>
                  <a:pt x="700" y="768"/>
                </a:lnTo>
                <a:lnTo>
                  <a:pt x="684" y="772"/>
                </a:lnTo>
                <a:lnTo>
                  <a:pt x="667" y="775"/>
                </a:lnTo>
                <a:lnTo>
                  <a:pt x="650" y="777"/>
                </a:lnTo>
                <a:lnTo>
                  <a:pt x="633" y="779"/>
                </a:lnTo>
                <a:lnTo>
                  <a:pt x="616" y="781"/>
                </a:lnTo>
                <a:lnTo>
                  <a:pt x="599" y="782"/>
                </a:lnTo>
                <a:lnTo>
                  <a:pt x="582" y="783"/>
                </a:lnTo>
                <a:lnTo>
                  <a:pt x="565" y="784"/>
                </a:lnTo>
                <a:lnTo>
                  <a:pt x="547" y="784"/>
                </a:lnTo>
                <a:lnTo>
                  <a:pt x="530" y="784"/>
                </a:lnTo>
                <a:lnTo>
                  <a:pt x="513" y="783"/>
                </a:lnTo>
                <a:lnTo>
                  <a:pt x="495" y="782"/>
                </a:lnTo>
                <a:lnTo>
                  <a:pt x="478" y="781"/>
                </a:lnTo>
                <a:lnTo>
                  <a:pt x="461" y="779"/>
                </a:lnTo>
                <a:lnTo>
                  <a:pt x="444" y="777"/>
                </a:lnTo>
                <a:lnTo>
                  <a:pt x="428" y="775"/>
                </a:lnTo>
                <a:lnTo>
                  <a:pt x="411" y="772"/>
                </a:lnTo>
                <a:lnTo>
                  <a:pt x="394" y="768"/>
                </a:lnTo>
                <a:lnTo>
                  <a:pt x="378" y="765"/>
                </a:lnTo>
                <a:lnTo>
                  <a:pt x="362" y="761"/>
                </a:lnTo>
                <a:lnTo>
                  <a:pt x="346" y="757"/>
                </a:lnTo>
                <a:lnTo>
                  <a:pt x="330" y="752"/>
                </a:lnTo>
                <a:lnTo>
                  <a:pt x="314" y="747"/>
                </a:lnTo>
                <a:lnTo>
                  <a:pt x="299" y="741"/>
                </a:lnTo>
                <a:lnTo>
                  <a:pt x="284" y="736"/>
                </a:lnTo>
                <a:lnTo>
                  <a:pt x="269" y="729"/>
                </a:lnTo>
                <a:lnTo>
                  <a:pt x="254" y="723"/>
                </a:lnTo>
                <a:lnTo>
                  <a:pt x="240" y="716"/>
                </a:lnTo>
                <a:lnTo>
                  <a:pt x="226" y="709"/>
                </a:lnTo>
                <a:lnTo>
                  <a:pt x="212" y="702"/>
                </a:lnTo>
                <a:lnTo>
                  <a:pt x="198" y="694"/>
                </a:lnTo>
                <a:lnTo>
                  <a:pt x="185" y="686"/>
                </a:lnTo>
                <a:lnTo>
                  <a:pt x="173" y="678"/>
                </a:lnTo>
                <a:lnTo>
                  <a:pt x="160" y="669"/>
                </a:lnTo>
                <a:lnTo>
                  <a:pt x="148" y="660"/>
                </a:lnTo>
                <a:lnTo>
                  <a:pt x="137" y="651"/>
                </a:lnTo>
                <a:lnTo>
                  <a:pt x="126" y="642"/>
                </a:lnTo>
                <a:lnTo>
                  <a:pt x="115" y="632"/>
                </a:lnTo>
                <a:lnTo>
                  <a:pt x="105" y="623"/>
                </a:lnTo>
                <a:lnTo>
                  <a:pt x="95" y="612"/>
                </a:lnTo>
                <a:lnTo>
                  <a:pt x="85" y="602"/>
                </a:lnTo>
                <a:lnTo>
                  <a:pt x="76" y="592"/>
                </a:lnTo>
                <a:lnTo>
                  <a:pt x="68" y="581"/>
                </a:lnTo>
                <a:lnTo>
                  <a:pt x="60" y="570"/>
                </a:lnTo>
                <a:lnTo>
                  <a:pt x="52" y="559"/>
                </a:lnTo>
                <a:lnTo>
                  <a:pt x="45" y="548"/>
                </a:lnTo>
                <a:lnTo>
                  <a:pt x="39" y="537"/>
                </a:lnTo>
                <a:lnTo>
                  <a:pt x="33" y="525"/>
                </a:lnTo>
                <a:lnTo>
                  <a:pt x="27" y="513"/>
                </a:lnTo>
                <a:lnTo>
                  <a:pt x="22" y="502"/>
                </a:lnTo>
                <a:lnTo>
                  <a:pt x="17" y="490"/>
                </a:lnTo>
                <a:lnTo>
                  <a:pt x="13" y="478"/>
                </a:lnTo>
                <a:lnTo>
                  <a:pt x="10" y="466"/>
                </a:lnTo>
                <a:lnTo>
                  <a:pt x="7" y="454"/>
                </a:lnTo>
                <a:lnTo>
                  <a:pt x="4" y="441"/>
                </a:lnTo>
                <a:lnTo>
                  <a:pt x="3" y="428"/>
                </a:lnTo>
                <a:lnTo>
                  <a:pt x="1" y="416"/>
                </a:lnTo>
                <a:lnTo>
                  <a:pt x="0" y="404"/>
                </a:lnTo>
                <a:lnTo>
                  <a:pt x="0" y="391"/>
                </a:lnTo>
                <a:lnTo>
                  <a:pt x="0" y="379"/>
                </a:lnTo>
                <a:lnTo>
                  <a:pt x="1" y="367"/>
                </a:lnTo>
                <a:lnTo>
                  <a:pt x="3" y="354"/>
                </a:lnTo>
                <a:lnTo>
                  <a:pt x="4" y="342"/>
                </a:lnTo>
                <a:lnTo>
                  <a:pt x="7" y="330"/>
                </a:lnTo>
                <a:lnTo>
                  <a:pt x="10" y="318"/>
                </a:lnTo>
                <a:lnTo>
                  <a:pt x="13" y="306"/>
                </a:lnTo>
                <a:lnTo>
                  <a:pt x="17" y="294"/>
                </a:lnTo>
                <a:lnTo>
                  <a:pt x="22" y="282"/>
                </a:lnTo>
                <a:lnTo>
                  <a:pt x="27" y="270"/>
                </a:lnTo>
                <a:lnTo>
                  <a:pt x="33" y="259"/>
                </a:lnTo>
                <a:lnTo>
                  <a:pt x="39" y="247"/>
                </a:lnTo>
                <a:lnTo>
                  <a:pt x="45" y="236"/>
                </a:lnTo>
                <a:lnTo>
                  <a:pt x="52" y="225"/>
                </a:lnTo>
                <a:lnTo>
                  <a:pt x="60" y="213"/>
                </a:lnTo>
                <a:lnTo>
                  <a:pt x="68" y="203"/>
                </a:lnTo>
                <a:lnTo>
                  <a:pt x="76" y="192"/>
                </a:lnTo>
                <a:lnTo>
                  <a:pt x="85" y="181"/>
                </a:lnTo>
                <a:lnTo>
                  <a:pt x="95" y="171"/>
                </a:lnTo>
                <a:lnTo>
                  <a:pt x="105" y="161"/>
                </a:lnTo>
                <a:lnTo>
                  <a:pt x="115" y="151"/>
                </a:lnTo>
                <a:lnTo>
                  <a:pt x="126" y="142"/>
                </a:lnTo>
                <a:lnTo>
                  <a:pt x="137" y="132"/>
                </a:lnTo>
                <a:lnTo>
                  <a:pt x="148" y="123"/>
                </a:lnTo>
                <a:lnTo>
                  <a:pt x="160" y="114"/>
                </a:lnTo>
                <a:lnTo>
                  <a:pt x="173" y="106"/>
                </a:lnTo>
                <a:lnTo>
                  <a:pt x="185" y="97"/>
                </a:lnTo>
                <a:lnTo>
                  <a:pt x="198" y="89"/>
                </a:lnTo>
                <a:lnTo>
                  <a:pt x="212" y="82"/>
                </a:lnTo>
                <a:lnTo>
                  <a:pt x="226" y="74"/>
                </a:lnTo>
                <a:lnTo>
                  <a:pt x="240" y="67"/>
                </a:lnTo>
                <a:lnTo>
                  <a:pt x="254" y="61"/>
                </a:lnTo>
                <a:lnTo>
                  <a:pt x="269" y="54"/>
                </a:lnTo>
                <a:lnTo>
                  <a:pt x="284" y="48"/>
                </a:lnTo>
                <a:lnTo>
                  <a:pt x="299" y="42"/>
                </a:lnTo>
                <a:lnTo>
                  <a:pt x="314" y="37"/>
                </a:lnTo>
                <a:lnTo>
                  <a:pt x="330" y="32"/>
                </a:lnTo>
                <a:lnTo>
                  <a:pt x="346" y="27"/>
                </a:lnTo>
                <a:lnTo>
                  <a:pt x="362" y="23"/>
                </a:lnTo>
                <a:lnTo>
                  <a:pt x="378" y="19"/>
                </a:lnTo>
                <a:lnTo>
                  <a:pt x="394" y="15"/>
                </a:lnTo>
                <a:lnTo>
                  <a:pt x="411" y="12"/>
                </a:lnTo>
                <a:lnTo>
                  <a:pt x="428" y="9"/>
                </a:lnTo>
                <a:lnTo>
                  <a:pt x="444" y="7"/>
                </a:lnTo>
                <a:lnTo>
                  <a:pt x="461" y="4"/>
                </a:lnTo>
                <a:lnTo>
                  <a:pt x="478" y="3"/>
                </a:lnTo>
                <a:lnTo>
                  <a:pt x="495" y="1"/>
                </a:lnTo>
                <a:lnTo>
                  <a:pt x="513" y="0"/>
                </a:lnTo>
                <a:lnTo>
                  <a:pt x="530" y="0"/>
                </a:lnTo>
                <a:lnTo>
                  <a:pt x="547" y="0"/>
                </a:lnTo>
                <a:lnTo>
                  <a:pt x="565" y="0"/>
                </a:lnTo>
                <a:lnTo>
                  <a:pt x="582" y="0"/>
                </a:lnTo>
                <a:lnTo>
                  <a:pt x="599" y="1"/>
                </a:lnTo>
                <a:lnTo>
                  <a:pt x="616" y="3"/>
                </a:lnTo>
                <a:lnTo>
                  <a:pt x="633" y="4"/>
                </a:lnTo>
                <a:lnTo>
                  <a:pt x="650" y="7"/>
                </a:lnTo>
                <a:lnTo>
                  <a:pt x="667" y="9"/>
                </a:lnTo>
                <a:lnTo>
                  <a:pt x="684" y="12"/>
                </a:lnTo>
                <a:lnTo>
                  <a:pt x="700" y="15"/>
                </a:lnTo>
                <a:lnTo>
                  <a:pt x="717" y="19"/>
                </a:lnTo>
                <a:lnTo>
                  <a:pt x="733" y="23"/>
                </a:lnTo>
                <a:lnTo>
                  <a:pt x="749" y="27"/>
                </a:lnTo>
                <a:lnTo>
                  <a:pt x="765" y="32"/>
                </a:lnTo>
                <a:lnTo>
                  <a:pt x="781" y="37"/>
                </a:lnTo>
                <a:lnTo>
                  <a:pt x="796" y="42"/>
                </a:lnTo>
                <a:lnTo>
                  <a:pt x="811" y="48"/>
                </a:lnTo>
                <a:lnTo>
                  <a:pt x="826" y="54"/>
                </a:lnTo>
                <a:lnTo>
                  <a:pt x="841" y="61"/>
                </a:lnTo>
                <a:lnTo>
                  <a:pt x="855" y="67"/>
                </a:lnTo>
                <a:lnTo>
                  <a:pt x="869" y="74"/>
                </a:lnTo>
                <a:lnTo>
                  <a:pt x="883" y="82"/>
                </a:lnTo>
                <a:lnTo>
                  <a:pt x="896" y="89"/>
                </a:lnTo>
                <a:lnTo>
                  <a:pt x="910" y="97"/>
                </a:lnTo>
                <a:lnTo>
                  <a:pt x="922" y="106"/>
                </a:lnTo>
                <a:lnTo>
                  <a:pt x="935" y="114"/>
                </a:lnTo>
                <a:lnTo>
                  <a:pt x="947" y="123"/>
                </a:lnTo>
                <a:lnTo>
                  <a:pt x="958" y="132"/>
                </a:lnTo>
                <a:lnTo>
                  <a:pt x="969" y="142"/>
                </a:lnTo>
                <a:lnTo>
                  <a:pt x="980" y="151"/>
                </a:lnTo>
                <a:lnTo>
                  <a:pt x="990" y="161"/>
                </a:lnTo>
                <a:lnTo>
                  <a:pt x="1000" y="171"/>
                </a:lnTo>
                <a:lnTo>
                  <a:pt x="1010" y="181"/>
                </a:lnTo>
                <a:lnTo>
                  <a:pt x="1019" y="192"/>
                </a:lnTo>
                <a:lnTo>
                  <a:pt x="1027" y="203"/>
                </a:lnTo>
                <a:lnTo>
                  <a:pt x="1035" y="213"/>
                </a:lnTo>
                <a:lnTo>
                  <a:pt x="1043" y="225"/>
                </a:lnTo>
                <a:lnTo>
                  <a:pt x="1050" y="236"/>
                </a:lnTo>
                <a:lnTo>
                  <a:pt x="1056" y="247"/>
                </a:lnTo>
                <a:lnTo>
                  <a:pt x="1062" y="259"/>
                </a:lnTo>
                <a:lnTo>
                  <a:pt x="1068" y="270"/>
                </a:lnTo>
                <a:lnTo>
                  <a:pt x="1073" y="282"/>
                </a:lnTo>
                <a:lnTo>
                  <a:pt x="1078" y="294"/>
                </a:lnTo>
                <a:lnTo>
                  <a:pt x="1082" y="306"/>
                </a:lnTo>
                <a:lnTo>
                  <a:pt x="1085" y="318"/>
                </a:lnTo>
                <a:lnTo>
                  <a:pt x="1088" y="330"/>
                </a:lnTo>
                <a:lnTo>
                  <a:pt x="1090" y="342"/>
                </a:lnTo>
                <a:lnTo>
                  <a:pt x="1092" y="354"/>
                </a:lnTo>
                <a:lnTo>
                  <a:pt x="1094" y="367"/>
                </a:lnTo>
                <a:lnTo>
                  <a:pt x="1094" y="379"/>
                </a:lnTo>
                <a:lnTo>
                  <a:pt x="1095" y="391"/>
                </a:lnTo>
                <a:close/>
              </a:path>
            </a:pathLst>
          </a:custGeom>
          <a:solidFill>
            <a:srgbClr val="ffcb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09" name=""/>
          <p:cNvSpPr/>
          <p:nvPr/>
        </p:nvSpPr>
        <p:spPr>
          <a:xfrm>
            <a:off x="7864200" y="2802240"/>
            <a:ext cx="397080" cy="284400"/>
          </a:xfrm>
          <a:custGeom>
            <a:avLst/>
            <a:gdLst/>
            <a:ahLst/>
            <a:rect l="0" t="0" r="r" b="b"/>
            <a:pathLst>
              <a:path w="1103" h="790">
                <a:moveTo>
                  <a:pt x="1099" y="394"/>
                </a:moveTo>
                <a:lnTo>
                  <a:pt x="1098" y="382"/>
                </a:lnTo>
                <a:lnTo>
                  <a:pt x="1098" y="370"/>
                </a:lnTo>
                <a:lnTo>
                  <a:pt x="1096" y="357"/>
                </a:lnTo>
                <a:lnTo>
                  <a:pt x="1094" y="345"/>
                </a:lnTo>
                <a:lnTo>
                  <a:pt x="1092" y="333"/>
                </a:lnTo>
                <a:lnTo>
                  <a:pt x="1089" y="321"/>
                </a:lnTo>
                <a:lnTo>
                  <a:pt x="1086" y="309"/>
                </a:lnTo>
                <a:lnTo>
                  <a:pt x="1082" y="297"/>
                </a:lnTo>
                <a:lnTo>
                  <a:pt x="1077" y="285"/>
                </a:lnTo>
                <a:lnTo>
                  <a:pt x="1072" y="273"/>
                </a:lnTo>
                <a:lnTo>
                  <a:pt x="1066" y="262"/>
                </a:lnTo>
                <a:lnTo>
                  <a:pt x="1060" y="250"/>
                </a:lnTo>
                <a:lnTo>
                  <a:pt x="1054" y="239"/>
                </a:lnTo>
                <a:lnTo>
                  <a:pt x="1047" y="228"/>
                </a:lnTo>
                <a:lnTo>
                  <a:pt x="1039" y="216"/>
                </a:lnTo>
                <a:lnTo>
                  <a:pt x="1031" y="206"/>
                </a:lnTo>
                <a:lnTo>
                  <a:pt x="1023" y="195"/>
                </a:lnTo>
                <a:lnTo>
                  <a:pt x="1014" y="184"/>
                </a:lnTo>
                <a:lnTo>
                  <a:pt x="1004" y="174"/>
                </a:lnTo>
                <a:lnTo>
                  <a:pt x="994" y="164"/>
                </a:lnTo>
                <a:lnTo>
                  <a:pt x="984" y="154"/>
                </a:lnTo>
                <a:lnTo>
                  <a:pt x="973" y="145"/>
                </a:lnTo>
                <a:lnTo>
                  <a:pt x="962" y="135"/>
                </a:lnTo>
                <a:lnTo>
                  <a:pt x="951" y="126"/>
                </a:lnTo>
                <a:lnTo>
                  <a:pt x="939" y="117"/>
                </a:lnTo>
                <a:lnTo>
                  <a:pt x="926" y="109"/>
                </a:lnTo>
                <a:lnTo>
                  <a:pt x="914" y="100"/>
                </a:lnTo>
                <a:lnTo>
                  <a:pt x="900" y="92"/>
                </a:lnTo>
                <a:lnTo>
                  <a:pt x="887" y="85"/>
                </a:lnTo>
                <a:lnTo>
                  <a:pt x="873" y="77"/>
                </a:lnTo>
                <a:lnTo>
                  <a:pt x="859" y="70"/>
                </a:lnTo>
                <a:lnTo>
                  <a:pt x="845" y="64"/>
                </a:lnTo>
                <a:lnTo>
                  <a:pt x="830" y="57"/>
                </a:lnTo>
                <a:lnTo>
                  <a:pt x="815" y="51"/>
                </a:lnTo>
                <a:lnTo>
                  <a:pt x="800" y="45"/>
                </a:lnTo>
                <a:lnTo>
                  <a:pt x="785" y="40"/>
                </a:lnTo>
                <a:lnTo>
                  <a:pt x="769" y="35"/>
                </a:lnTo>
                <a:lnTo>
                  <a:pt x="753" y="30"/>
                </a:lnTo>
                <a:lnTo>
                  <a:pt x="737" y="26"/>
                </a:lnTo>
                <a:lnTo>
                  <a:pt x="720" y="22"/>
                </a:lnTo>
                <a:lnTo>
                  <a:pt x="703" y="18"/>
                </a:lnTo>
                <a:lnTo>
                  <a:pt x="687" y="15"/>
                </a:lnTo>
                <a:lnTo>
                  <a:pt x="670" y="12"/>
                </a:lnTo>
                <a:lnTo>
                  <a:pt x="653" y="10"/>
                </a:lnTo>
                <a:lnTo>
                  <a:pt x="636" y="7"/>
                </a:lnTo>
                <a:lnTo>
                  <a:pt x="619" y="6"/>
                </a:lnTo>
                <a:lnTo>
                  <a:pt x="602" y="4"/>
                </a:lnTo>
                <a:lnTo>
                  <a:pt x="585" y="3"/>
                </a:lnTo>
                <a:lnTo>
                  <a:pt x="568" y="3"/>
                </a:lnTo>
                <a:lnTo>
                  <a:pt x="551" y="3"/>
                </a:lnTo>
                <a:lnTo>
                  <a:pt x="534" y="3"/>
                </a:lnTo>
                <a:lnTo>
                  <a:pt x="517" y="3"/>
                </a:lnTo>
                <a:lnTo>
                  <a:pt x="499" y="4"/>
                </a:lnTo>
                <a:lnTo>
                  <a:pt x="482" y="6"/>
                </a:lnTo>
                <a:lnTo>
                  <a:pt x="465" y="7"/>
                </a:lnTo>
                <a:lnTo>
                  <a:pt x="448" y="10"/>
                </a:lnTo>
                <a:lnTo>
                  <a:pt x="432" y="12"/>
                </a:lnTo>
                <a:lnTo>
                  <a:pt x="415" y="15"/>
                </a:lnTo>
                <a:lnTo>
                  <a:pt x="398" y="18"/>
                </a:lnTo>
                <a:lnTo>
                  <a:pt x="382" y="22"/>
                </a:lnTo>
                <a:lnTo>
                  <a:pt x="366" y="26"/>
                </a:lnTo>
                <a:lnTo>
                  <a:pt x="350" y="30"/>
                </a:lnTo>
                <a:lnTo>
                  <a:pt x="334" y="35"/>
                </a:lnTo>
                <a:lnTo>
                  <a:pt x="318" y="40"/>
                </a:lnTo>
                <a:lnTo>
                  <a:pt x="303" y="45"/>
                </a:lnTo>
                <a:lnTo>
                  <a:pt x="288" y="51"/>
                </a:lnTo>
                <a:lnTo>
                  <a:pt x="273" y="57"/>
                </a:lnTo>
                <a:lnTo>
                  <a:pt x="258" y="64"/>
                </a:lnTo>
                <a:lnTo>
                  <a:pt x="244" y="70"/>
                </a:lnTo>
                <a:lnTo>
                  <a:pt x="230" y="77"/>
                </a:lnTo>
                <a:lnTo>
                  <a:pt x="216" y="85"/>
                </a:lnTo>
                <a:lnTo>
                  <a:pt x="202" y="92"/>
                </a:lnTo>
                <a:lnTo>
                  <a:pt x="189" y="100"/>
                </a:lnTo>
                <a:lnTo>
                  <a:pt x="177" y="109"/>
                </a:lnTo>
                <a:lnTo>
                  <a:pt x="164" y="117"/>
                </a:lnTo>
                <a:lnTo>
                  <a:pt x="152" y="126"/>
                </a:lnTo>
                <a:lnTo>
                  <a:pt x="141" y="135"/>
                </a:lnTo>
                <a:lnTo>
                  <a:pt x="130" y="145"/>
                </a:lnTo>
                <a:lnTo>
                  <a:pt x="119" y="154"/>
                </a:lnTo>
                <a:lnTo>
                  <a:pt x="109" y="164"/>
                </a:lnTo>
                <a:lnTo>
                  <a:pt x="99" y="174"/>
                </a:lnTo>
                <a:lnTo>
                  <a:pt x="89" y="184"/>
                </a:lnTo>
                <a:lnTo>
                  <a:pt x="80" y="195"/>
                </a:lnTo>
                <a:lnTo>
                  <a:pt x="72" y="206"/>
                </a:lnTo>
                <a:lnTo>
                  <a:pt x="64" y="216"/>
                </a:lnTo>
                <a:lnTo>
                  <a:pt x="56" y="228"/>
                </a:lnTo>
                <a:lnTo>
                  <a:pt x="49" y="239"/>
                </a:lnTo>
                <a:lnTo>
                  <a:pt x="43" y="250"/>
                </a:lnTo>
                <a:lnTo>
                  <a:pt x="37" y="262"/>
                </a:lnTo>
                <a:lnTo>
                  <a:pt x="31" y="273"/>
                </a:lnTo>
                <a:lnTo>
                  <a:pt x="26" y="285"/>
                </a:lnTo>
                <a:lnTo>
                  <a:pt x="21" y="297"/>
                </a:lnTo>
                <a:lnTo>
                  <a:pt x="17" y="309"/>
                </a:lnTo>
                <a:lnTo>
                  <a:pt x="14" y="321"/>
                </a:lnTo>
                <a:lnTo>
                  <a:pt x="11" y="333"/>
                </a:lnTo>
                <a:lnTo>
                  <a:pt x="8" y="345"/>
                </a:lnTo>
                <a:lnTo>
                  <a:pt x="7" y="357"/>
                </a:lnTo>
                <a:lnTo>
                  <a:pt x="5" y="370"/>
                </a:lnTo>
                <a:lnTo>
                  <a:pt x="4" y="382"/>
                </a:lnTo>
                <a:lnTo>
                  <a:pt x="4" y="394"/>
                </a:lnTo>
                <a:lnTo>
                  <a:pt x="4" y="407"/>
                </a:lnTo>
                <a:lnTo>
                  <a:pt x="5" y="419"/>
                </a:lnTo>
                <a:lnTo>
                  <a:pt x="7" y="431"/>
                </a:lnTo>
                <a:lnTo>
                  <a:pt x="8" y="443"/>
                </a:lnTo>
                <a:lnTo>
                  <a:pt x="11" y="456"/>
                </a:lnTo>
                <a:lnTo>
                  <a:pt x="14" y="468"/>
                </a:lnTo>
                <a:lnTo>
                  <a:pt x="17" y="480"/>
                </a:lnTo>
                <a:lnTo>
                  <a:pt x="21" y="493"/>
                </a:lnTo>
                <a:lnTo>
                  <a:pt x="26" y="505"/>
                </a:lnTo>
                <a:lnTo>
                  <a:pt x="31" y="516"/>
                </a:lnTo>
                <a:lnTo>
                  <a:pt x="37" y="528"/>
                </a:lnTo>
                <a:lnTo>
                  <a:pt x="43" y="540"/>
                </a:lnTo>
                <a:lnTo>
                  <a:pt x="49" y="551"/>
                </a:lnTo>
                <a:lnTo>
                  <a:pt x="56" y="562"/>
                </a:lnTo>
                <a:lnTo>
                  <a:pt x="64" y="573"/>
                </a:lnTo>
                <a:lnTo>
                  <a:pt x="72" y="584"/>
                </a:lnTo>
                <a:lnTo>
                  <a:pt x="80" y="595"/>
                </a:lnTo>
                <a:lnTo>
                  <a:pt x="89" y="605"/>
                </a:lnTo>
                <a:lnTo>
                  <a:pt x="99" y="615"/>
                </a:lnTo>
                <a:lnTo>
                  <a:pt x="109" y="626"/>
                </a:lnTo>
                <a:lnTo>
                  <a:pt x="119" y="635"/>
                </a:lnTo>
                <a:lnTo>
                  <a:pt x="130" y="645"/>
                </a:lnTo>
                <a:lnTo>
                  <a:pt x="141" y="654"/>
                </a:lnTo>
                <a:lnTo>
                  <a:pt x="152" y="663"/>
                </a:lnTo>
                <a:lnTo>
                  <a:pt x="164" y="672"/>
                </a:lnTo>
                <a:lnTo>
                  <a:pt x="177" y="681"/>
                </a:lnTo>
                <a:lnTo>
                  <a:pt x="189" y="689"/>
                </a:lnTo>
                <a:lnTo>
                  <a:pt x="202" y="697"/>
                </a:lnTo>
                <a:lnTo>
                  <a:pt x="216" y="705"/>
                </a:lnTo>
                <a:lnTo>
                  <a:pt x="230" y="712"/>
                </a:lnTo>
                <a:lnTo>
                  <a:pt x="244" y="719"/>
                </a:lnTo>
                <a:lnTo>
                  <a:pt x="258" y="726"/>
                </a:lnTo>
                <a:lnTo>
                  <a:pt x="273" y="732"/>
                </a:lnTo>
                <a:lnTo>
                  <a:pt x="288" y="739"/>
                </a:lnTo>
                <a:lnTo>
                  <a:pt x="303" y="744"/>
                </a:lnTo>
                <a:lnTo>
                  <a:pt x="318" y="750"/>
                </a:lnTo>
                <a:lnTo>
                  <a:pt x="334" y="755"/>
                </a:lnTo>
                <a:lnTo>
                  <a:pt x="350" y="760"/>
                </a:lnTo>
                <a:lnTo>
                  <a:pt x="366" y="764"/>
                </a:lnTo>
                <a:lnTo>
                  <a:pt x="382" y="768"/>
                </a:lnTo>
                <a:lnTo>
                  <a:pt x="398" y="771"/>
                </a:lnTo>
                <a:lnTo>
                  <a:pt x="415" y="775"/>
                </a:lnTo>
                <a:lnTo>
                  <a:pt x="432" y="778"/>
                </a:lnTo>
                <a:lnTo>
                  <a:pt x="448" y="780"/>
                </a:lnTo>
                <a:lnTo>
                  <a:pt x="465" y="782"/>
                </a:lnTo>
                <a:lnTo>
                  <a:pt x="482" y="784"/>
                </a:lnTo>
                <a:lnTo>
                  <a:pt x="499" y="785"/>
                </a:lnTo>
                <a:lnTo>
                  <a:pt x="517" y="786"/>
                </a:lnTo>
                <a:lnTo>
                  <a:pt x="534" y="787"/>
                </a:lnTo>
                <a:lnTo>
                  <a:pt x="551" y="787"/>
                </a:lnTo>
                <a:lnTo>
                  <a:pt x="568" y="787"/>
                </a:lnTo>
                <a:lnTo>
                  <a:pt x="585" y="786"/>
                </a:lnTo>
                <a:lnTo>
                  <a:pt x="602" y="785"/>
                </a:lnTo>
                <a:lnTo>
                  <a:pt x="619" y="784"/>
                </a:lnTo>
                <a:lnTo>
                  <a:pt x="636" y="782"/>
                </a:lnTo>
                <a:lnTo>
                  <a:pt x="653" y="780"/>
                </a:lnTo>
                <a:lnTo>
                  <a:pt x="670" y="778"/>
                </a:lnTo>
                <a:lnTo>
                  <a:pt x="687" y="775"/>
                </a:lnTo>
                <a:lnTo>
                  <a:pt x="703" y="771"/>
                </a:lnTo>
                <a:lnTo>
                  <a:pt x="720" y="768"/>
                </a:lnTo>
                <a:lnTo>
                  <a:pt x="737" y="764"/>
                </a:lnTo>
                <a:lnTo>
                  <a:pt x="753" y="760"/>
                </a:lnTo>
                <a:lnTo>
                  <a:pt x="769" y="755"/>
                </a:lnTo>
                <a:lnTo>
                  <a:pt x="785" y="750"/>
                </a:lnTo>
                <a:lnTo>
                  <a:pt x="800" y="744"/>
                </a:lnTo>
                <a:lnTo>
                  <a:pt x="815" y="739"/>
                </a:lnTo>
                <a:lnTo>
                  <a:pt x="830" y="732"/>
                </a:lnTo>
                <a:lnTo>
                  <a:pt x="845" y="726"/>
                </a:lnTo>
                <a:lnTo>
                  <a:pt x="859" y="719"/>
                </a:lnTo>
                <a:lnTo>
                  <a:pt x="873" y="712"/>
                </a:lnTo>
                <a:lnTo>
                  <a:pt x="887" y="705"/>
                </a:lnTo>
                <a:lnTo>
                  <a:pt x="900" y="697"/>
                </a:lnTo>
                <a:lnTo>
                  <a:pt x="914" y="689"/>
                </a:lnTo>
                <a:lnTo>
                  <a:pt x="926" y="681"/>
                </a:lnTo>
                <a:lnTo>
                  <a:pt x="939" y="672"/>
                </a:lnTo>
                <a:lnTo>
                  <a:pt x="951" y="663"/>
                </a:lnTo>
                <a:lnTo>
                  <a:pt x="962" y="654"/>
                </a:lnTo>
                <a:lnTo>
                  <a:pt x="973" y="645"/>
                </a:lnTo>
                <a:lnTo>
                  <a:pt x="984" y="635"/>
                </a:lnTo>
                <a:lnTo>
                  <a:pt x="994" y="626"/>
                </a:lnTo>
                <a:lnTo>
                  <a:pt x="1004" y="615"/>
                </a:lnTo>
                <a:lnTo>
                  <a:pt x="1014" y="605"/>
                </a:lnTo>
                <a:lnTo>
                  <a:pt x="1023" y="595"/>
                </a:lnTo>
                <a:lnTo>
                  <a:pt x="1031" y="584"/>
                </a:lnTo>
                <a:lnTo>
                  <a:pt x="1039" y="573"/>
                </a:lnTo>
                <a:lnTo>
                  <a:pt x="1047" y="562"/>
                </a:lnTo>
                <a:lnTo>
                  <a:pt x="1054" y="551"/>
                </a:lnTo>
                <a:lnTo>
                  <a:pt x="1060" y="540"/>
                </a:lnTo>
                <a:lnTo>
                  <a:pt x="1066" y="528"/>
                </a:lnTo>
                <a:lnTo>
                  <a:pt x="1072" y="516"/>
                </a:lnTo>
                <a:lnTo>
                  <a:pt x="1077" y="505"/>
                </a:lnTo>
                <a:lnTo>
                  <a:pt x="1082" y="493"/>
                </a:lnTo>
                <a:lnTo>
                  <a:pt x="1086" y="480"/>
                </a:lnTo>
                <a:lnTo>
                  <a:pt x="1089" y="468"/>
                </a:lnTo>
                <a:lnTo>
                  <a:pt x="1092" y="456"/>
                </a:lnTo>
                <a:lnTo>
                  <a:pt x="1094" y="443"/>
                </a:lnTo>
                <a:lnTo>
                  <a:pt x="1096" y="431"/>
                </a:lnTo>
                <a:lnTo>
                  <a:pt x="1098" y="419"/>
                </a:lnTo>
                <a:lnTo>
                  <a:pt x="1098" y="407"/>
                </a:lnTo>
                <a:lnTo>
                  <a:pt x="1099" y="394"/>
                </a:lnTo>
                <a:moveTo>
                  <a:pt x="1103" y="394"/>
                </a:moveTo>
                <a:lnTo>
                  <a:pt x="1102" y="407"/>
                </a:lnTo>
                <a:lnTo>
                  <a:pt x="1102" y="419"/>
                </a:lnTo>
                <a:lnTo>
                  <a:pt x="1100" y="431"/>
                </a:lnTo>
                <a:lnTo>
                  <a:pt x="1098" y="444"/>
                </a:lnTo>
                <a:lnTo>
                  <a:pt x="1096" y="456"/>
                </a:lnTo>
                <a:lnTo>
                  <a:pt x="1093" y="468"/>
                </a:lnTo>
                <a:lnTo>
                  <a:pt x="1089" y="480"/>
                </a:lnTo>
                <a:lnTo>
                  <a:pt x="1085" y="493"/>
                </a:lnTo>
                <a:lnTo>
                  <a:pt x="1081" y="505"/>
                </a:lnTo>
                <a:lnTo>
                  <a:pt x="1076" y="517"/>
                </a:lnTo>
                <a:lnTo>
                  <a:pt x="1070" y="529"/>
                </a:lnTo>
                <a:lnTo>
                  <a:pt x="1064" y="541"/>
                </a:lnTo>
                <a:lnTo>
                  <a:pt x="1057" y="552"/>
                </a:lnTo>
                <a:lnTo>
                  <a:pt x="1050" y="563"/>
                </a:lnTo>
                <a:lnTo>
                  <a:pt x="1043" y="574"/>
                </a:lnTo>
                <a:lnTo>
                  <a:pt x="1034" y="585"/>
                </a:lnTo>
                <a:lnTo>
                  <a:pt x="1026" y="596"/>
                </a:lnTo>
                <a:lnTo>
                  <a:pt x="1017" y="607"/>
                </a:lnTo>
                <a:lnTo>
                  <a:pt x="1007" y="617"/>
                </a:lnTo>
                <a:lnTo>
                  <a:pt x="997" y="627"/>
                </a:lnTo>
                <a:lnTo>
                  <a:pt x="987" y="637"/>
                </a:lnTo>
                <a:lnTo>
                  <a:pt x="976" y="647"/>
                </a:lnTo>
                <a:lnTo>
                  <a:pt x="965" y="656"/>
                </a:lnTo>
                <a:lnTo>
                  <a:pt x="953" y="665"/>
                </a:lnTo>
                <a:lnTo>
                  <a:pt x="941" y="674"/>
                </a:lnTo>
                <a:lnTo>
                  <a:pt x="929" y="683"/>
                </a:lnTo>
                <a:lnTo>
                  <a:pt x="916" y="691"/>
                </a:lnTo>
                <a:lnTo>
                  <a:pt x="903" y="699"/>
                </a:lnTo>
                <a:lnTo>
                  <a:pt x="889" y="707"/>
                </a:lnTo>
                <a:lnTo>
                  <a:pt x="876" y="714"/>
                </a:lnTo>
                <a:lnTo>
                  <a:pt x="861" y="722"/>
                </a:lnTo>
                <a:lnTo>
                  <a:pt x="847" y="728"/>
                </a:lnTo>
                <a:lnTo>
                  <a:pt x="832" y="735"/>
                </a:lnTo>
                <a:lnTo>
                  <a:pt x="817" y="741"/>
                </a:lnTo>
                <a:lnTo>
                  <a:pt x="802" y="747"/>
                </a:lnTo>
                <a:lnTo>
                  <a:pt x="786" y="752"/>
                </a:lnTo>
                <a:lnTo>
                  <a:pt x="771" y="757"/>
                </a:lnTo>
                <a:lnTo>
                  <a:pt x="755" y="762"/>
                </a:lnTo>
                <a:lnTo>
                  <a:pt x="738" y="766"/>
                </a:lnTo>
                <a:lnTo>
                  <a:pt x="721" y="770"/>
                </a:lnTo>
                <a:lnTo>
                  <a:pt x="705" y="774"/>
                </a:lnTo>
                <a:lnTo>
                  <a:pt x="688" y="777"/>
                </a:lnTo>
                <a:lnTo>
                  <a:pt x="671" y="780"/>
                </a:lnTo>
                <a:lnTo>
                  <a:pt x="654" y="783"/>
                </a:lnTo>
                <a:lnTo>
                  <a:pt x="637" y="785"/>
                </a:lnTo>
                <a:lnTo>
                  <a:pt x="620" y="787"/>
                </a:lnTo>
                <a:lnTo>
                  <a:pt x="603" y="788"/>
                </a:lnTo>
                <a:lnTo>
                  <a:pt x="586" y="789"/>
                </a:lnTo>
                <a:lnTo>
                  <a:pt x="568" y="790"/>
                </a:lnTo>
                <a:lnTo>
                  <a:pt x="551" y="790"/>
                </a:lnTo>
                <a:lnTo>
                  <a:pt x="534" y="790"/>
                </a:lnTo>
                <a:lnTo>
                  <a:pt x="516" y="789"/>
                </a:lnTo>
                <a:lnTo>
                  <a:pt x="499" y="788"/>
                </a:lnTo>
                <a:lnTo>
                  <a:pt x="482" y="787"/>
                </a:lnTo>
                <a:lnTo>
                  <a:pt x="465" y="785"/>
                </a:lnTo>
                <a:lnTo>
                  <a:pt x="448" y="783"/>
                </a:lnTo>
                <a:lnTo>
                  <a:pt x="431" y="780"/>
                </a:lnTo>
                <a:lnTo>
                  <a:pt x="414" y="777"/>
                </a:lnTo>
                <a:lnTo>
                  <a:pt x="397" y="774"/>
                </a:lnTo>
                <a:lnTo>
                  <a:pt x="381" y="770"/>
                </a:lnTo>
                <a:lnTo>
                  <a:pt x="364" y="766"/>
                </a:lnTo>
                <a:lnTo>
                  <a:pt x="348" y="762"/>
                </a:lnTo>
                <a:lnTo>
                  <a:pt x="332" y="757"/>
                </a:lnTo>
                <a:lnTo>
                  <a:pt x="316" y="752"/>
                </a:lnTo>
                <a:lnTo>
                  <a:pt x="301" y="747"/>
                </a:lnTo>
                <a:lnTo>
                  <a:pt x="286" y="741"/>
                </a:lnTo>
                <a:lnTo>
                  <a:pt x="271" y="735"/>
                </a:lnTo>
                <a:lnTo>
                  <a:pt x="256" y="728"/>
                </a:lnTo>
                <a:lnTo>
                  <a:pt x="241" y="722"/>
                </a:lnTo>
                <a:lnTo>
                  <a:pt x="227" y="714"/>
                </a:lnTo>
                <a:lnTo>
                  <a:pt x="213" y="707"/>
                </a:lnTo>
                <a:lnTo>
                  <a:pt x="200" y="699"/>
                </a:lnTo>
                <a:lnTo>
                  <a:pt x="187" y="691"/>
                </a:lnTo>
                <a:lnTo>
                  <a:pt x="174" y="683"/>
                </a:lnTo>
                <a:lnTo>
                  <a:pt x="162" y="674"/>
                </a:lnTo>
                <a:lnTo>
                  <a:pt x="150" y="665"/>
                </a:lnTo>
                <a:lnTo>
                  <a:pt x="138" y="656"/>
                </a:lnTo>
                <a:lnTo>
                  <a:pt x="127" y="647"/>
                </a:lnTo>
                <a:lnTo>
                  <a:pt x="116" y="637"/>
                </a:lnTo>
                <a:lnTo>
                  <a:pt x="105" y="627"/>
                </a:lnTo>
                <a:lnTo>
                  <a:pt x="96" y="617"/>
                </a:lnTo>
                <a:lnTo>
                  <a:pt x="86" y="607"/>
                </a:lnTo>
                <a:lnTo>
                  <a:pt x="77" y="596"/>
                </a:lnTo>
                <a:lnTo>
                  <a:pt x="68" y="585"/>
                </a:lnTo>
                <a:lnTo>
                  <a:pt x="60" y="574"/>
                </a:lnTo>
                <a:lnTo>
                  <a:pt x="53" y="563"/>
                </a:lnTo>
                <a:lnTo>
                  <a:pt x="46" y="552"/>
                </a:lnTo>
                <a:lnTo>
                  <a:pt x="39" y="541"/>
                </a:lnTo>
                <a:lnTo>
                  <a:pt x="33" y="529"/>
                </a:lnTo>
                <a:lnTo>
                  <a:pt x="27" y="517"/>
                </a:lnTo>
                <a:lnTo>
                  <a:pt x="22" y="505"/>
                </a:lnTo>
                <a:lnTo>
                  <a:pt x="18" y="493"/>
                </a:lnTo>
                <a:lnTo>
                  <a:pt x="14" y="480"/>
                </a:lnTo>
                <a:lnTo>
                  <a:pt x="10" y="468"/>
                </a:lnTo>
                <a:lnTo>
                  <a:pt x="7" y="456"/>
                </a:lnTo>
                <a:lnTo>
                  <a:pt x="5" y="444"/>
                </a:lnTo>
                <a:lnTo>
                  <a:pt x="3" y="431"/>
                </a:lnTo>
                <a:lnTo>
                  <a:pt x="1" y="419"/>
                </a:lnTo>
                <a:lnTo>
                  <a:pt x="1" y="407"/>
                </a:lnTo>
                <a:lnTo>
                  <a:pt x="0" y="394"/>
                </a:lnTo>
                <a:lnTo>
                  <a:pt x="1" y="382"/>
                </a:lnTo>
                <a:lnTo>
                  <a:pt x="1" y="370"/>
                </a:lnTo>
                <a:lnTo>
                  <a:pt x="3" y="357"/>
                </a:lnTo>
                <a:lnTo>
                  <a:pt x="5" y="345"/>
                </a:lnTo>
                <a:lnTo>
                  <a:pt x="7" y="333"/>
                </a:lnTo>
                <a:lnTo>
                  <a:pt x="10" y="320"/>
                </a:lnTo>
                <a:lnTo>
                  <a:pt x="14" y="308"/>
                </a:lnTo>
                <a:lnTo>
                  <a:pt x="18" y="296"/>
                </a:lnTo>
                <a:lnTo>
                  <a:pt x="22" y="284"/>
                </a:lnTo>
                <a:lnTo>
                  <a:pt x="27" y="272"/>
                </a:lnTo>
                <a:lnTo>
                  <a:pt x="33" y="261"/>
                </a:lnTo>
                <a:lnTo>
                  <a:pt x="39" y="249"/>
                </a:lnTo>
                <a:lnTo>
                  <a:pt x="46" y="238"/>
                </a:lnTo>
                <a:lnTo>
                  <a:pt x="53" y="226"/>
                </a:lnTo>
                <a:lnTo>
                  <a:pt x="60" y="215"/>
                </a:lnTo>
                <a:lnTo>
                  <a:pt x="68" y="204"/>
                </a:lnTo>
                <a:lnTo>
                  <a:pt x="77" y="193"/>
                </a:lnTo>
                <a:lnTo>
                  <a:pt x="86" y="183"/>
                </a:lnTo>
                <a:lnTo>
                  <a:pt x="96" y="173"/>
                </a:lnTo>
                <a:lnTo>
                  <a:pt x="105" y="162"/>
                </a:lnTo>
                <a:lnTo>
                  <a:pt x="116" y="153"/>
                </a:lnTo>
                <a:lnTo>
                  <a:pt x="127" y="143"/>
                </a:lnTo>
                <a:lnTo>
                  <a:pt x="138" y="133"/>
                </a:lnTo>
                <a:lnTo>
                  <a:pt x="150" y="124"/>
                </a:lnTo>
                <a:lnTo>
                  <a:pt x="162" y="115"/>
                </a:lnTo>
                <a:lnTo>
                  <a:pt x="174" y="107"/>
                </a:lnTo>
                <a:lnTo>
                  <a:pt x="187" y="98"/>
                </a:lnTo>
                <a:lnTo>
                  <a:pt x="200" y="90"/>
                </a:lnTo>
                <a:lnTo>
                  <a:pt x="213" y="83"/>
                </a:lnTo>
                <a:lnTo>
                  <a:pt x="227" y="75"/>
                </a:lnTo>
                <a:lnTo>
                  <a:pt x="241" y="68"/>
                </a:lnTo>
                <a:lnTo>
                  <a:pt x="256" y="61"/>
                </a:lnTo>
                <a:lnTo>
                  <a:pt x="271" y="55"/>
                </a:lnTo>
                <a:lnTo>
                  <a:pt x="286" y="49"/>
                </a:lnTo>
                <a:lnTo>
                  <a:pt x="301" y="43"/>
                </a:lnTo>
                <a:lnTo>
                  <a:pt x="316" y="37"/>
                </a:lnTo>
                <a:lnTo>
                  <a:pt x="332" y="32"/>
                </a:lnTo>
                <a:lnTo>
                  <a:pt x="348" y="28"/>
                </a:lnTo>
                <a:lnTo>
                  <a:pt x="364" y="23"/>
                </a:lnTo>
                <a:lnTo>
                  <a:pt x="381" y="19"/>
                </a:lnTo>
                <a:lnTo>
                  <a:pt x="397" y="15"/>
                </a:lnTo>
                <a:lnTo>
                  <a:pt x="414" y="12"/>
                </a:lnTo>
                <a:lnTo>
                  <a:pt x="431" y="9"/>
                </a:lnTo>
                <a:lnTo>
                  <a:pt x="448" y="7"/>
                </a:lnTo>
                <a:lnTo>
                  <a:pt x="465" y="5"/>
                </a:lnTo>
                <a:lnTo>
                  <a:pt x="482" y="3"/>
                </a:lnTo>
                <a:lnTo>
                  <a:pt x="499" y="2"/>
                </a:lnTo>
                <a:lnTo>
                  <a:pt x="516" y="1"/>
                </a:lnTo>
                <a:lnTo>
                  <a:pt x="534" y="0"/>
                </a:lnTo>
                <a:lnTo>
                  <a:pt x="551" y="0"/>
                </a:lnTo>
                <a:lnTo>
                  <a:pt x="568" y="0"/>
                </a:lnTo>
                <a:lnTo>
                  <a:pt x="586" y="1"/>
                </a:lnTo>
                <a:lnTo>
                  <a:pt x="603" y="2"/>
                </a:lnTo>
                <a:lnTo>
                  <a:pt x="620" y="3"/>
                </a:lnTo>
                <a:lnTo>
                  <a:pt x="637" y="5"/>
                </a:lnTo>
                <a:lnTo>
                  <a:pt x="654" y="7"/>
                </a:lnTo>
                <a:lnTo>
                  <a:pt x="671" y="9"/>
                </a:lnTo>
                <a:lnTo>
                  <a:pt x="688" y="12"/>
                </a:lnTo>
                <a:lnTo>
                  <a:pt x="705" y="15"/>
                </a:lnTo>
                <a:lnTo>
                  <a:pt x="721" y="19"/>
                </a:lnTo>
                <a:lnTo>
                  <a:pt x="738" y="23"/>
                </a:lnTo>
                <a:lnTo>
                  <a:pt x="755" y="28"/>
                </a:lnTo>
                <a:lnTo>
                  <a:pt x="771" y="32"/>
                </a:lnTo>
                <a:lnTo>
                  <a:pt x="786" y="37"/>
                </a:lnTo>
                <a:lnTo>
                  <a:pt x="802" y="43"/>
                </a:lnTo>
                <a:lnTo>
                  <a:pt x="817" y="49"/>
                </a:lnTo>
                <a:lnTo>
                  <a:pt x="832" y="55"/>
                </a:lnTo>
                <a:lnTo>
                  <a:pt x="847" y="61"/>
                </a:lnTo>
                <a:lnTo>
                  <a:pt x="861" y="68"/>
                </a:lnTo>
                <a:lnTo>
                  <a:pt x="876" y="75"/>
                </a:lnTo>
                <a:lnTo>
                  <a:pt x="889" y="83"/>
                </a:lnTo>
                <a:lnTo>
                  <a:pt x="903" y="90"/>
                </a:lnTo>
                <a:lnTo>
                  <a:pt x="916" y="98"/>
                </a:lnTo>
                <a:lnTo>
                  <a:pt x="929" y="107"/>
                </a:lnTo>
                <a:lnTo>
                  <a:pt x="941" y="115"/>
                </a:lnTo>
                <a:lnTo>
                  <a:pt x="953" y="124"/>
                </a:lnTo>
                <a:lnTo>
                  <a:pt x="965" y="133"/>
                </a:lnTo>
                <a:lnTo>
                  <a:pt x="976" y="143"/>
                </a:lnTo>
                <a:lnTo>
                  <a:pt x="987" y="153"/>
                </a:lnTo>
                <a:lnTo>
                  <a:pt x="997" y="162"/>
                </a:lnTo>
                <a:lnTo>
                  <a:pt x="1007" y="173"/>
                </a:lnTo>
                <a:lnTo>
                  <a:pt x="1017" y="183"/>
                </a:lnTo>
                <a:lnTo>
                  <a:pt x="1026" y="193"/>
                </a:lnTo>
                <a:lnTo>
                  <a:pt x="1034" y="204"/>
                </a:lnTo>
                <a:lnTo>
                  <a:pt x="1043" y="215"/>
                </a:lnTo>
                <a:lnTo>
                  <a:pt x="1050" y="226"/>
                </a:lnTo>
                <a:lnTo>
                  <a:pt x="1057" y="238"/>
                </a:lnTo>
                <a:lnTo>
                  <a:pt x="1064" y="249"/>
                </a:lnTo>
                <a:lnTo>
                  <a:pt x="1070" y="261"/>
                </a:lnTo>
                <a:lnTo>
                  <a:pt x="1076" y="272"/>
                </a:lnTo>
                <a:lnTo>
                  <a:pt x="1081" y="284"/>
                </a:lnTo>
                <a:lnTo>
                  <a:pt x="1085" y="296"/>
                </a:lnTo>
                <a:lnTo>
                  <a:pt x="1089" y="308"/>
                </a:lnTo>
                <a:lnTo>
                  <a:pt x="1093" y="320"/>
                </a:lnTo>
                <a:lnTo>
                  <a:pt x="1096" y="333"/>
                </a:lnTo>
                <a:lnTo>
                  <a:pt x="1098" y="345"/>
                </a:lnTo>
                <a:lnTo>
                  <a:pt x="1100" y="357"/>
                </a:lnTo>
                <a:lnTo>
                  <a:pt x="1102" y="370"/>
                </a:lnTo>
                <a:lnTo>
                  <a:pt x="1102" y="382"/>
                </a:lnTo>
                <a:lnTo>
                  <a:pt x="1103" y="394"/>
                </a:lnTo>
                <a:close/>
              </a:path>
            </a:pathLst>
          </a:custGeom>
          <a:solidFill>
            <a:srgbClr val="ffcb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0" name=""/>
          <p:cNvSpPr/>
          <p:nvPr/>
        </p:nvSpPr>
        <p:spPr>
          <a:xfrm>
            <a:off x="7862760" y="2801160"/>
            <a:ext cx="399600" cy="286560"/>
          </a:xfrm>
          <a:custGeom>
            <a:avLst/>
            <a:gdLst/>
            <a:ahLst/>
            <a:rect l="0" t="0" r="r" b="b"/>
            <a:pathLst>
              <a:path w="1110" h="796">
                <a:moveTo>
                  <a:pt x="1107" y="397"/>
                </a:moveTo>
                <a:lnTo>
                  <a:pt x="1106" y="385"/>
                </a:lnTo>
                <a:lnTo>
                  <a:pt x="1106" y="373"/>
                </a:lnTo>
                <a:lnTo>
                  <a:pt x="1104" y="360"/>
                </a:lnTo>
                <a:lnTo>
                  <a:pt x="1102" y="348"/>
                </a:lnTo>
                <a:lnTo>
                  <a:pt x="1100" y="336"/>
                </a:lnTo>
                <a:lnTo>
                  <a:pt x="1097" y="323"/>
                </a:lnTo>
                <a:lnTo>
                  <a:pt x="1093" y="311"/>
                </a:lnTo>
                <a:lnTo>
                  <a:pt x="1089" y="299"/>
                </a:lnTo>
                <a:lnTo>
                  <a:pt x="1085" y="287"/>
                </a:lnTo>
                <a:lnTo>
                  <a:pt x="1080" y="275"/>
                </a:lnTo>
                <a:lnTo>
                  <a:pt x="1074" y="264"/>
                </a:lnTo>
                <a:lnTo>
                  <a:pt x="1068" y="252"/>
                </a:lnTo>
                <a:lnTo>
                  <a:pt x="1061" y="241"/>
                </a:lnTo>
                <a:lnTo>
                  <a:pt x="1054" y="229"/>
                </a:lnTo>
                <a:lnTo>
                  <a:pt x="1047" y="218"/>
                </a:lnTo>
                <a:lnTo>
                  <a:pt x="1038" y="207"/>
                </a:lnTo>
                <a:lnTo>
                  <a:pt x="1030" y="196"/>
                </a:lnTo>
                <a:lnTo>
                  <a:pt x="1021" y="186"/>
                </a:lnTo>
                <a:lnTo>
                  <a:pt x="1011" y="176"/>
                </a:lnTo>
                <a:lnTo>
                  <a:pt x="1001" y="165"/>
                </a:lnTo>
                <a:lnTo>
                  <a:pt x="991" y="156"/>
                </a:lnTo>
                <a:lnTo>
                  <a:pt x="980" y="146"/>
                </a:lnTo>
                <a:lnTo>
                  <a:pt x="969" y="136"/>
                </a:lnTo>
                <a:lnTo>
                  <a:pt x="957" y="127"/>
                </a:lnTo>
                <a:lnTo>
                  <a:pt x="945" y="118"/>
                </a:lnTo>
                <a:lnTo>
                  <a:pt x="933" y="110"/>
                </a:lnTo>
                <a:lnTo>
                  <a:pt x="920" y="101"/>
                </a:lnTo>
                <a:lnTo>
                  <a:pt x="907" y="93"/>
                </a:lnTo>
                <a:lnTo>
                  <a:pt x="892" y="86"/>
                </a:lnTo>
                <a:lnTo>
                  <a:pt x="879" y="78"/>
                </a:lnTo>
                <a:lnTo>
                  <a:pt x="864" y="71"/>
                </a:lnTo>
                <a:lnTo>
                  <a:pt x="850" y="64"/>
                </a:lnTo>
                <a:lnTo>
                  <a:pt x="835" y="58"/>
                </a:lnTo>
                <a:lnTo>
                  <a:pt x="820" y="52"/>
                </a:lnTo>
                <a:lnTo>
                  <a:pt x="805" y="46"/>
                </a:lnTo>
                <a:lnTo>
                  <a:pt x="789" y="40"/>
                </a:lnTo>
                <a:lnTo>
                  <a:pt x="774" y="35"/>
                </a:lnTo>
                <a:lnTo>
                  <a:pt x="758" y="31"/>
                </a:lnTo>
                <a:lnTo>
                  <a:pt x="741" y="26"/>
                </a:lnTo>
                <a:lnTo>
                  <a:pt x="725" y="22"/>
                </a:lnTo>
                <a:lnTo>
                  <a:pt x="709" y="18"/>
                </a:lnTo>
                <a:lnTo>
                  <a:pt x="692" y="15"/>
                </a:lnTo>
                <a:lnTo>
                  <a:pt x="675" y="12"/>
                </a:lnTo>
                <a:lnTo>
                  <a:pt x="658" y="10"/>
                </a:lnTo>
                <a:lnTo>
                  <a:pt x="641" y="8"/>
                </a:lnTo>
                <a:lnTo>
                  <a:pt x="624" y="6"/>
                </a:lnTo>
                <a:lnTo>
                  <a:pt x="607" y="5"/>
                </a:lnTo>
                <a:lnTo>
                  <a:pt x="590" y="4"/>
                </a:lnTo>
                <a:lnTo>
                  <a:pt x="572" y="3"/>
                </a:lnTo>
                <a:lnTo>
                  <a:pt x="555" y="3"/>
                </a:lnTo>
                <a:lnTo>
                  <a:pt x="538" y="3"/>
                </a:lnTo>
                <a:lnTo>
                  <a:pt x="520" y="4"/>
                </a:lnTo>
                <a:lnTo>
                  <a:pt x="503" y="5"/>
                </a:lnTo>
                <a:lnTo>
                  <a:pt x="486" y="6"/>
                </a:lnTo>
                <a:lnTo>
                  <a:pt x="469" y="8"/>
                </a:lnTo>
                <a:lnTo>
                  <a:pt x="452" y="10"/>
                </a:lnTo>
                <a:lnTo>
                  <a:pt x="435" y="12"/>
                </a:lnTo>
                <a:lnTo>
                  <a:pt x="418" y="15"/>
                </a:lnTo>
                <a:lnTo>
                  <a:pt x="401" y="18"/>
                </a:lnTo>
                <a:lnTo>
                  <a:pt x="385" y="22"/>
                </a:lnTo>
                <a:lnTo>
                  <a:pt x="368" y="26"/>
                </a:lnTo>
                <a:lnTo>
                  <a:pt x="352" y="31"/>
                </a:lnTo>
                <a:lnTo>
                  <a:pt x="336" y="35"/>
                </a:lnTo>
                <a:lnTo>
                  <a:pt x="320" y="40"/>
                </a:lnTo>
                <a:lnTo>
                  <a:pt x="305" y="46"/>
                </a:lnTo>
                <a:lnTo>
                  <a:pt x="290" y="52"/>
                </a:lnTo>
                <a:lnTo>
                  <a:pt x="275" y="58"/>
                </a:lnTo>
                <a:lnTo>
                  <a:pt x="260" y="64"/>
                </a:lnTo>
                <a:lnTo>
                  <a:pt x="245" y="71"/>
                </a:lnTo>
                <a:lnTo>
                  <a:pt x="231" y="78"/>
                </a:lnTo>
                <a:lnTo>
                  <a:pt x="217" y="86"/>
                </a:lnTo>
                <a:lnTo>
                  <a:pt x="204" y="93"/>
                </a:lnTo>
                <a:lnTo>
                  <a:pt x="191" y="101"/>
                </a:lnTo>
                <a:lnTo>
                  <a:pt x="178" y="110"/>
                </a:lnTo>
                <a:lnTo>
                  <a:pt x="166" y="118"/>
                </a:lnTo>
                <a:lnTo>
                  <a:pt x="154" y="127"/>
                </a:lnTo>
                <a:lnTo>
                  <a:pt x="142" y="136"/>
                </a:lnTo>
                <a:lnTo>
                  <a:pt x="131" y="146"/>
                </a:lnTo>
                <a:lnTo>
                  <a:pt x="120" y="156"/>
                </a:lnTo>
                <a:lnTo>
                  <a:pt x="109" y="165"/>
                </a:lnTo>
                <a:lnTo>
                  <a:pt x="100" y="176"/>
                </a:lnTo>
                <a:lnTo>
                  <a:pt x="90" y="186"/>
                </a:lnTo>
                <a:lnTo>
                  <a:pt x="81" y="196"/>
                </a:lnTo>
                <a:lnTo>
                  <a:pt x="72" y="207"/>
                </a:lnTo>
                <a:lnTo>
                  <a:pt x="64" y="218"/>
                </a:lnTo>
                <a:lnTo>
                  <a:pt x="57" y="229"/>
                </a:lnTo>
                <a:lnTo>
                  <a:pt x="50" y="241"/>
                </a:lnTo>
                <a:lnTo>
                  <a:pt x="43" y="252"/>
                </a:lnTo>
                <a:lnTo>
                  <a:pt x="37" y="264"/>
                </a:lnTo>
                <a:lnTo>
                  <a:pt x="31" y="275"/>
                </a:lnTo>
                <a:lnTo>
                  <a:pt x="26" y="287"/>
                </a:lnTo>
                <a:lnTo>
                  <a:pt x="22" y="299"/>
                </a:lnTo>
                <a:lnTo>
                  <a:pt x="18" y="311"/>
                </a:lnTo>
                <a:lnTo>
                  <a:pt x="14" y="323"/>
                </a:lnTo>
                <a:lnTo>
                  <a:pt x="11" y="336"/>
                </a:lnTo>
                <a:lnTo>
                  <a:pt x="9" y="348"/>
                </a:lnTo>
                <a:lnTo>
                  <a:pt x="7" y="360"/>
                </a:lnTo>
                <a:lnTo>
                  <a:pt x="5" y="373"/>
                </a:lnTo>
                <a:lnTo>
                  <a:pt x="5" y="385"/>
                </a:lnTo>
                <a:lnTo>
                  <a:pt x="4" y="397"/>
                </a:lnTo>
                <a:lnTo>
                  <a:pt x="5" y="410"/>
                </a:lnTo>
                <a:lnTo>
                  <a:pt x="5" y="422"/>
                </a:lnTo>
                <a:lnTo>
                  <a:pt x="7" y="434"/>
                </a:lnTo>
                <a:lnTo>
                  <a:pt x="9" y="447"/>
                </a:lnTo>
                <a:lnTo>
                  <a:pt x="11" y="459"/>
                </a:lnTo>
                <a:lnTo>
                  <a:pt x="14" y="471"/>
                </a:lnTo>
                <a:lnTo>
                  <a:pt x="18" y="483"/>
                </a:lnTo>
                <a:lnTo>
                  <a:pt x="22" y="495"/>
                </a:lnTo>
                <a:lnTo>
                  <a:pt x="26" y="507"/>
                </a:lnTo>
                <a:lnTo>
                  <a:pt x="31" y="519"/>
                </a:lnTo>
                <a:lnTo>
                  <a:pt x="37" y="531"/>
                </a:lnTo>
                <a:lnTo>
                  <a:pt x="43" y="543"/>
                </a:lnTo>
                <a:lnTo>
                  <a:pt x="50" y="554"/>
                </a:lnTo>
                <a:lnTo>
                  <a:pt x="57" y="566"/>
                </a:lnTo>
                <a:lnTo>
                  <a:pt x="64" y="577"/>
                </a:lnTo>
                <a:lnTo>
                  <a:pt x="72" y="588"/>
                </a:lnTo>
                <a:lnTo>
                  <a:pt x="81" y="599"/>
                </a:lnTo>
                <a:lnTo>
                  <a:pt x="90" y="610"/>
                </a:lnTo>
                <a:lnTo>
                  <a:pt x="100" y="620"/>
                </a:lnTo>
                <a:lnTo>
                  <a:pt x="109" y="630"/>
                </a:lnTo>
                <a:lnTo>
                  <a:pt x="120" y="640"/>
                </a:lnTo>
                <a:lnTo>
                  <a:pt x="131" y="650"/>
                </a:lnTo>
                <a:lnTo>
                  <a:pt x="142" y="659"/>
                </a:lnTo>
                <a:lnTo>
                  <a:pt x="154" y="668"/>
                </a:lnTo>
                <a:lnTo>
                  <a:pt x="166" y="677"/>
                </a:lnTo>
                <a:lnTo>
                  <a:pt x="178" y="686"/>
                </a:lnTo>
                <a:lnTo>
                  <a:pt x="191" y="694"/>
                </a:lnTo>
                <a:lnTo>
                  <a:pt x="204" y="702"/>
                </a:lnTo>
                <a:lnTo>
                  <a:pt x="217" y="710"/>
                </a:lnTo>
                <a:lnTo>
                  <a:pt x="231" y="717"/>
                </a:lnTo>
                <a:lnTo>
                  <a:pt x="245" y="725"/>
                </a:lnTo>
                <a:lnTo>
                  <a:pt x="260" y="731"/>
                </a:lnTo>
                <a:lnTo>
                  <a:pt x="275" y="738"/>
                </a:lnTo>
                <a:lnTo>
                  <a:pt x="290" y="744"/>
                </a:lnTo>
                <a:lnTo>
                  <a:pt x="305" y="750"/>
                </a:lnTo>
                <a:lnTo>
                  <a:pt x="320" y="755"/>
                </a:lnTo>
                <a:lnTo>
                  <a:pt x="336" y="760"/>
                </a:lnTo>
                <a:lnTo>
                  <a:pt x="352" y="765"/>
                </a:lnTo>
                <a:lnTo>
                  <a:pt x="368" y="769"/>
                </a:lnTo>
                <a:lnTo>
                  <a:pt x="385" y="773"/>
                </a:lnTo>
                <a:lnTo>
                  <a:pt x="401" y="777"/>
                </a:lnTo>
                <a:lnTo>
                  <a:pt x="418" y="780"/>
                </a:lnTo>
                <a:lnTo>
                  <a:pt x="435" y="783"/>
                </a:lnTo>
                <a:lnTo>
                  <a:pt x="452" y="786"/>
                </a:lnTo>
                <a:lnTo>
                  <a:pt x="469" y="788"/>
                </a:lnTo>
                <a:lnTo>
                  <a:pt x="486" y="790"/>
                </a:lnTo>
                <a:lnTo>
                  <a:pt x="503" y="791"/>
                </a:lnTo>
                <a:lnTo>
                  <a:pt x="520" y="792"/>
                </a:lnTo>
                <a:lnTo>
                  <a:pt x="538" y="793"/>
                </a:lnTo>
                <a:lnTo>
                  <a:pt x="555" y="793"/>
                </a:lnTo>
                <a:lnTo>
                  <a:pt x="572" y="793"/>
                </a:lnTo>
                <a:lnTo>
                  <a:pt x="590" y="792"/>
                </a:lnTo>
                <a:lnTo>
                  <a:pt x="607" y="791"/>
                </a:lnTo>
                <a:lnTo>
                  <a:pt x="624" y="790"/>
                </a:lnTo>
                <a:lnTo>
                  <a:pt x="641" y="788"/>
                </a:lnTo>
                <a:lnTo>
                  <a:pt x="658" y="786"/>
                </a:lnTo>
                <a:lnTo>
                  <a:pt x="675" y="783"/>
                </a:lnTo>
                <a:lnTo>
                  <a:pt x="692" y="780"/>
                </a:lnTo>
                <a:lnTo>
                  <a:pt x="709" y="777"/>
                </a:lnTo>
                <a:lnTo>
                  <a:pt x="725" y="773"/>
                </a:lnTo>
                <a:lnTo>
                  <a:pt x="741" y="769"/>
                </a:lnTo>
                <a:lnTo>
                  <a:pt x="758" y="765"/>
                </a:lnTo>
                <a:lnTo>
                  <a:pt x="774" y="760"/>
                </a:lnTo>
                <a:lnTo>
                  <a:pt x="789" y="755"/>
                </a:lnTo>
                <a:lnTo>
                  <a:pt x="805" y="750"/>
                </a:lnTo>
                <a:lnTo>
                  <a:pt x="820" y="744"/>
                </a:lnTo>
                <a:lnTo>
                  <a:pt x="835" y="738"/>
                </a:lnTo>
                <a:lnTo>
                  <a:pt x="850" y="731"/>
                </a:lnTo>
                <a:lnTo>
                  <a:pt x="864" y="725"/>
                </a:lnTo>
                <a:lnTo>
                  <a:pt x="879" y="717"/>
                </a:lnTo>
                <a:lnTo>
                  <a:pt x="892" y="710"/>
                </a:lnTo>
                <a:lnTo>
                  <a:pt x="907" y="702"/>
                </a:lnTo>
                <a:lnTo>
                  <a:pt x="920" y="694"/>
                </a:lnTo>
                <a:lnTo>
                  <a:pt x="933" y="686"/>
                </a:lnTo>
                <a:lnTo>
                  <a:pt x="945" y="677"/>
                </a:lnTo>
                <a:lnTo>
                  <a:pt x="957" y="668"/>
                </a:lnTo>
                <a:lnTo>
                  <a:pt x="969" y="659"/>
                </a:lnTo>
                <a:lnTo>
                  <a:pt x="980" y="650"/>
                </a:lnTo>
                <a:lnTo>
                  <a:pt x="991" y="640"/>
                </a:lnTo>
                <a:lnTo>
                  <a:pt x="1001" y="630"/>
                </a:lnTo>
                <a:lnTo>
                  <a:pt x="1011" y="620"/>
                </a:lnTo>
                <a:lnTo>
                  <a:pt x="1021" y="610"/>
                </a:lnTo>
                <a:lnTo>
                  <a:pt x="1030" y="599"/>
                </a:lnTo>
                <a:lnTo>
                  <a:pt x="1038" y="588"/>
                </a:lnTo>
                <a:lnTo>
                  <a:pt x="1047" y="577"/>
                </a:lnTo>
                <a:lnTo>
                  <a:pt x="1054" y="566"/>
                </a:lnTo>
                <a:lnTo>
                  <a:pt x="1061" y="554"/>
                </a:lnTo>
                <a:lnTo>
                  <a:pt x="1068" y="543"/>
                </a:lnTo>
                <a:lnTo>
                  <a:pt x="1074" y="531"/>
                </a:lnTo>
                <a:lnTo>
                  <a:pt x="1080" y="519"/>
                </a:lnTo>
                <a:lnTo>
                  <a:pt x="1085" y="507"/>
                </a:lnTo>
                <a:lnTo>
                  <a:pt x="1089" y="495"/>
                </a:lnTo>
                <a:lnTo>
                  <a:pt x="1093" y="483"/>
                </a:lnTo>
                <a:lnTo>
                  <a:pt x="1097" y="471"/>
                </a:lnTo>
                <a:lnTo>
                  <a:pt x="1100" y="459"/>
                </a:lnTo>
                <a:lnTo>
                  <a:pt x="1102" y="447"/>
                </a:lnTo>
                <a:lnTo>
                  <a:pt x="1104" y="434"/>
                </a:lnTo>
                <a:lnTo>
                  <a:pt x="1106" y="422"/>
                </a:lnTo>
                <a:lnTo>
                  <a:pt x="1106" y="410"/>
                </a:lnTo>
                <a:lnTo>
                  <a:pt x="1107" y="397"/>
                </a:lnTo>
                <a:moveTo>
                  <a:pt x="1110" y="397"/>
                </a:moveTo>
                <a:lnTo>
                  <a:pt x="1110" y="410"/>
                </a:lnTo>
                <a:lnTo>
                  <a:pt x="1109" y="422"/>
                </a:lnTo>
                <a:lnTo>
                  <a:pt x="1108" y="435"/>
                </a:lnTo>
                <a:lnTo>
                  <a:pt x="1106" y="447"/>
                </a:lnTo>
                <a:lnTo>
                  <a:pt x="1104" y="459"/>
                </a:lnTo>
                <a:lnTo>
                  <a:pt x="1101" y="472"/>
                </a:lnTo>
                <a:lnTo>
                  <a:pt x="1097" y="484"/>
                </a:lnTo>
                <a:lnTo>
                  <a:pt x="1093" y="496"/>
                </a:lnTo>
                <a:lnTo>
                  <a:pt x="1088" y="508"/>
                </a:lnTo>
                <a:lnTo>
                  <a:pt x="1083" y="520"/>
                </a:lnTo>
                <a:lnTo>
                  <a:pt x="1078" y="532"/>
                </a:lnTo>
                <a:lnTo>
                  <a:pt x="1072" y="544"/>
                </a:lnTo>
                <a:lnTo>
                  <a:pt x="1065" y="555"/>
                </a:lnTo>
                <a:lnTo>
                  <a:pt x="1058" y="567"/>
                </a:lnTo>
                <a:lnTo>
                  <a:pt x="1050" y="579"/>
                </a:lnTo>
                <a:lnTo>
                  <a:pt x="1042" y="590"/>
                </a:lnTo>
                <a:lnTo>
                  <a:pt x="1033" y="601"/>
                </a:lnTo>
                <a:lnTo>
                  <a:pt x="1024" y="611"/>
                </a:lnTo>
                <a:lnTo>
                  <a:pt x="1015" y="622"/>
                </a:lnTo>
                <a:lnTo>
                  <a:pt x="1005" y="632"/>
                </a:lnTo>
                <a:lnTo>
                  <a:pt x="994" y="642"/>
                </a:lnTo>
                <a:lnTo>
                  <a:pt x="983" y="652"/>
                </a:lnTo>
                <a:lnTo>
                  <a:pt x="972" y="661"/>
                </a:lnTo>
                <a:lnTo>
                  <a:pt x="960" y="670"/>
                </a:lnTo>
                <a:lnTo>
                  <a:pt x="948" y="679"/>
                </a:lnTo>
                <a:lnTo>
                  <a:pt x="936" y="688"/>
                </a:lnTo>
                <a:lnTo>
                  <a:pt x="923" y="696"/>
                </a:lnTo>
                <a:lnTo>
                  <a:pt x="909" y="704"/>
                </a:lnTo>
                <a:lnTo>
                  <a:pt x="896" y="712"/>
                </a:lnTo>
                <a:lnTo>
                  <a:pt x="881" y="720"/>
                </a:lnTo>
                <a:lnTo>
                  <a:pt x="867" y="727"/>
                </a:lnTo>
                <a:lnTo>
                  <a:pt x="852" y="734"/>
                </a:lnTo>
                <a:lnTo>
                  <a:pt x="837" y="740"/>
                </a:lnTo>
                <a:lnTo>
                  <a:pt x="822" y="746"/>
                </a:lnTo>
                <a:lnTo>
                  <a:pt x="807" y="752"/>
                </a:lnTo>
                <a:lnTo>
                  <a:pt x="791" y="758"/>
                </a:lnTo>
                <a:lnTo>
                  <a:pt x="775" y="763"/>
                </a:lnTo>
                <a:lnTo>
                  <a:pt x="759" y="768"/>
                </a:lnTo>
                <a:lnTo>
                  <a:pt x="743" y="772"/>
                </a:lnTo>
                <a:lnTo>
                  <a:pt x="726" y="776"/>
                </a:lnTo>
                <a:lnTo>
                  <a:pt x="710" y="780"/>
                </a:lnTo>
                <a:lnTo>
                  <a:pt x="693" y="783"/>
                </a:lnTo>
                <a:lnTo>
                  <a:pt x="676" y="786"/>
                </a:lnTo>
                <a:lnTo>
                  <a:pt x="659" y="789"/>
                </a:lnTo>
                <a:lnTo>
                  <a:pt x="642" y="791"/>
                </a:lnTo>
                <a:lnTo>
                  <a:pt x="624" y="792"/>
                </a:lnTo>
                <a:lnTo>
                  <a:pt x="607" y="794"/>
                </a:lnTo>
                <a:lnTo>
                  <a:pt x="590" y="795"/>
                </a:lnTo>
                <a:lnTo>
                  <a:pt x="572" y="795"/>
                </a:lnTo>
                <a:lnTo>
                  <a:pt x="555" y="796"/>
                </a:lnTo>
                <a:lnTo>
                  <a:pt x="538" y="795"/>
                </a:lnTo>
                <a:lnTo>
                  <a:pt x="520" y="795"/>
                </a:lnTo>
                <a:lnTo>
                  <a:pt x="503" y="794"/>
                </a:lnTo>
                <a:lnTo>
                  <a:pt x="485" y="792"/>
                </a:lnTo>
                <a:lnTo>
                  <a:pt x="468" y="791"/>
                </a:lnTo>
                <a:lnTo>
                  <a:pt x="451" y="789"/>
                </a:lnTo>
                <a:lnTo>
                  <a:pt x="434" y="786"/>
                </a:lnTo>
                <a:lnTo>
                  <a:pt x="417" y="783"/>
                </a:lnTo>
                <a:lnTo>
                  <a:pt x="400" y="780"/>
                </a:lnTo>
                <a:lnTo>
                  <a:pt x="384" y="776"/>
                </a:lnTo>
                <a:lnTo>
                  <a:pt x="367" y="772"/>
                </a:lnTo>
                <a:lnTo>
                  <a:pt x="351" y="768"/>
                </a:lnTo>
                <a:lnTo>
                  <a:pt x="335" y="763"/>
                </a:lnTo>
                <a:lnTo>
                  <a:pt x="319" y="758"/>
                </a:lnTo>
                <a:lnTo>
                  <a:pt x="303" y="752"/>
                </a:lnTo>
                <a:lnTo>
                  <a:pt x="288" y="746"/>
                </a:lnTo>
                <a:lnTo>
                  <a:pt x="273" y="740"/>
                </a:lnTo>
                <a:lnTo>
                  <a:pt x="258" y="734"/>
                </a:lnTo>
                <a:lnTo>
                  <a:pt x="243" y="727"/>
                </a:lnTo>
                <a:lnTo>
                  <a:pt x="229" y="720"/>
                </a:lnTo>
                <a:lnTo>
                  <a:pt x="215" y="712"/>
                </a:lnTo>
                <a:lnTo>
                  <a:pt x="201" y="704"/>
                </a:lnTo>
                <a:lnTo>
                  <a:pt x="188" y="696"/>
                </a:lnTo>
                <a:lnTo>
                  <a:pt x="175" y="688"/>
                </a:lnTo>
                <a:lnTo>
                  <a:pt x="163" y="679"/>
                </a:lnTo>
                <a:lnTo>
                  <a:pt x="151" y="670"/>
                </a:lnTo>
                <a:lnTo>
                  <a:pt x="139" y="661"/>
                </a:lnTo>
                <a:lnTo>
                  <a:pt x="128" y="652"/>
                </a:lnTo>
                <a:lnTo>
                  <a:pt x="117" y="642"/>
                </a:lnTo>
                <a:lnTo>
                  <a:pt x="106" y="632"/>
                </a:lnTo>
                <a:lnTo>
                  <a:pt x="96" y="622"/>
                </a:lnTo>
                <a:lnTo>
                  <a:pt x="87" y="611"/>
                </a:lnTo>
                <a:lnTo>
                  <a:pt x="78" y="601"/>
                </a:lnTo>
                <a:lnTo>
                  <a:pt x="69" y="590"/>
                </a:lnTo>
                <a:lnTo>
                  <a:pt x="61" y="579"/>
                </a:lnTo>
                <a:lnTo>
                  <a:pt x="53" y="567"/>
                </a:lnTo>
                <a:lnTo>
                  <a:pt x="46" y="555"/>
                </a:lnTo>
                <a:lnTo>
                  <a:pt x="39" y="544"/>
                </a:lnTo>
                <a:lnTo>
                  <a:pt x="33" y="532"/>
                </a:lnTo>
                <a:lnTo>
                  <a:pt x="28" y="520"/>
                </a:lnTo>
                <a:lnTo>
                  <a:pt x="22" y="508"/>
                </a:lnTo>
                <a:lnTo>
                  <a:pt x="18" y="496"/>
                </a:lnTo>
                <a:lnTo>
                  <a:pt x="14" y="484"/>
                </a:lnTo>
                <a:lnTo>
                  <a:pt x="10" y="472"/>
                </a:lnTo>
                <a:lnTo>
                  <a:pt x="7" y="459"/>
                </a:lnTo>
                <a:lnTo>
                  <a:pt x="5" y="447"/>
                </a:lnTo>
                <a:lnTo>
                  <a:pt x="3" y="435"/>
                </a:lnTo>
                <a:lnTo>
                  <a:pt x="2" y="422"/>
                </a:lnTo>
                <a:lnTo>
                  <a:pt x="1" y="410"/>
                </a:lnTo>
                <a:lnTo>
                  <a:pt x="0" y="397"/>
                </a:lnTo>
                <a:lnTo>
                  <a:pt x="1" y="385"/>
                </a:lnTo>
                <a:lnTo>
                  <a:pt x="2" y="372"/>
                </a:lnTo>
                <a:lnTo>
                  <a:pt x="3" y="360"/>
                </a:lnTo>
                <a:lnTo>
                  <a:pt x="5" y="348"/>
                </a:lnTo>
                <a:lnTo>
                  <a:pt x="7" y="335"/>
                </a:lnTo>
                <a:lnTo>
                  <a:pt x="10" y="323"/>
                </a:lnTo>
                <a:lnTo>
                  <a:pt x="14" y="311"/>
                </a:lnTo>
                <a:lnTo>
                  <a:pt x="18" y="299"/>
                </a:lnTo>
                <a:lnTo>
                  <a:pt x="22" y="286"/>
                </a:lnTo>
                <a:lnTo>
                  <a:pt x="28" y="275"/>
                </a:lnTo>
                <a:lnTo>
                  <a:pt x="33" y="263"/>
                </a:lnTo>
                <a:lnTo>
                  <a:pt x="39" y="251"/>
                </a:lnTo>
                <a:lnTo>
                  <a:pt x="46" y="240"/>
                </a:lnTo>
                <a:lnTo>
                  <a:pt x="53" y="228"/>
                </a:lnTo>
                <a:lnTo>
                  <a:pt x="61" y="217"/>
                </a:lnTo>
                <a:lnTo>
                  <a:pt x="69" y="206"/>
                </a:lnTo>
                <a:lnTo>
                  <a:pt x="78" y="195"/>
                </a:lnTo>
                <a:lnTo>
                  <a:pt x="87" y="184"/>
                </a:lnTo>
                <a:lnTo>
                  <a:pt x="96" y="174"/>
                </a:lnTo>
                <a:lnTo>
                  <a:pt x="106" y="164"/>
                </a:lnTo>
                <a:lnTo>
                  <a:pt x="117" y="154"/>
                </a:lnTo>
                <a:lnTo>
                  <a:pt x="128" y="144"/>
                </a:lnTo>
                <a:lnTo>
                  <a:pt x="139" y="135"/>
                </a:lnTo>
                <a:lnTo>
                  <a:pt x="151" y="125"/>
                </a:lnTo>
                <a:lnTo>
                  <a:pt x="163" y="116"/>
                </a:lnTo>
                <a:lnTo>
                  <a:pt x="175" y="108"/>
                </a:lnTo>
                <a:lnTo>
                  <a:pt x="188" y="99"/>
                </a:lnTo>
                <a:lnTo>
                  <a:pt x="201" y="91"/>
                </a:lnTo>
                <a:lnTo>
                  <a:pt x="215" y="83"/>
                </a:lnTo>
                <a:lnTo>
                  <a:pt x="229" y="76"/>
                </a:lnTo>
                <a:lnTo>
                  <a:pt x="243" y="69"/>
                </a:lnTo>
                <a:lnTo>
                  <a:pt x="258" y="62"/>
                </a:lnTo>
                <a:lnTo>
                  <a:pt x="273" y="55"/>
                </a:lnTo>
                <a:lnTo>
                  <a:pt x="288" y="49"/>
                </a:lnTo>
                <a:lnTo>
                  <a:pt x="303" y="43"/>
                </a:lnTo>
                <a:lnTo>
                  <a:pt x="319" y="38"/>
                </a:lnTo>
                <a:lnTo>
                  <a:pt x="335" y="33"/>
                </a:lnTo>
                <a:lnTo>
                  <a:pt x="351" y="28"/>
                </a:lnTo>
                <a:lnTo>
                  <a:pt x="367" y="24"/>
                </a:lnTo>
                <a:lnTo>
                  <a:pt x="384" y="19"/>
                </a:lnTo>
                <a:lnTo>
                  <a:pt x="400" y="16"/>
                </a:lnTo>
                <a:lnTo>
                  <a:pt x="417" y="13"/>
                </a:lnTo>
                <a:lnTo>
                  <a:pt x="434" y="10"/>
                </a:lnTo>
                <a:lnTo>
                  <a:pt x="451" y="7"/>
                </a:lnTo>
                <a:lnTo>
                  <a:pt x="468" y="5"/>
                </a:lnTo>
                <a:lnTo>
                  <a:pt x="485" y="3"/>
                </a:lnTo>
                <a:lnTo>
                  <a:pt x="503" y="2"/>
                </a:lnTo>
                <a:lnTo>
                  <a:pt x="520" y="1"/>
                </a:lnTo>
                <a:lnTo>
                  <a:pt x="538" y="0"/>
                </a:lnTo>
                <a:lnTo>
                  <a:pt x="555" y="0"/>
                </a:lnTo>
                <a:lnTo>
                  <a:pt x="572" y="0"/>
                </a:lnTo>
                <a:lnTo>
                  <a:pt x="590" y="1"/>
                </a:lnTo>
                <a:lnTo>
                  <a:pt x="607" y="2"/>
                </a:lnTo>
                <a:lnTo>
                  <a:pt x="624" y="3"/>
                </a:lnTo>
                <a:lnTo>
                  <a:pt x="642" y="5"/>
                </a:lnTo>
                <a:lnTo>
                  <a:pt x="659" y="7"/>
                </a:lnTo>
                <a:lnTo>
                  <a:pt x="676" y="10"/>
                </a:lnTo>
                <a:lnTo>
                  <a:pt x="693" y="13"/>
                </a:lnTo>
                <a:lnTo>
                  <a:pt x="710" y="16"/>
                </a:lnTo>
                <a:lnTo>
                  <a:pt x="726" y="19"/>
                </a:lnTo>
                <a:lnTo>
                  <a:pt x="743" y="24"/>
                </a:lnTo>
                <a:lnTo>
                  <a:pt x="759" y="28"/>
                </a:lnTo>
                <a:lnTo>
                  <a:pt x="775" y="33"/>
                </a:lnTo>
                <a:lnTo>
                  <a:pt x="791" y="38"/>
                </a:lnTo>
                <a:lnTo>
                  <a:pt x="807" y="43"/>
                </a:lnTo>
                <a:lnTo>
                  <a:pt x="822" y="49"/>
                </a:lnTo>
                <a:lnTo>
                  <a:pt x="837" y="55"/>
                </a:lnTo>
                <a:lnTo>
                  <a:pt x="852" y="62"/>
                </a:lnTo>
                <a:lnTo>
                  <a:pt x="867" y="69"/>
                </a:lnTo>
                <a:lnTo>
                  <a:pt x="881" y="76"/>
                </a:lnTo>
                <a:lnTo>
                  <a:pt x="896" y="83"/>
                </a:lnTo>
                <a:lnTo>
                  <a:pt x="909" y="91"/>
                </a:lnTo>
                <a:lnTo>
                  <a:pt x="923" y="99"/>
                </a:lnTo>
                <a:lnTo>
                  <a:pt x="936" y="108"/>
                </a:lnTo>
                <a:lnTo>
                  <a:pt x="948" y="116"/>
                </a:lnTo>
                <a:lnTo>
                  <a:pt x="960" y="125"/>
                </a:lnTo>
                <a:lnTo>
                  <a:pt x="972" y="135"/>
                </a:lnTo>
                <a:lnTo>
                  <a:pt x="983" y="144"/>
                </a:lnTo>
                <a:lnTo>
                  <a:pt x="994" y="154"/>
                </a:lnTo>
                <a:lnTo>
                  <a:pt x="1005" y="164"/>
                </a:lnTo>
                <a:lnTo>
                  <a:pt x="1015" y="174"/>
                </a:lnTo>
                <a:lnTo>
                  <a:pt x="1024" y="184"/>
                </a:lnTo>
                <a:lnTo>
                  <a:pt x="1033" y="195"/>
                </a:lnTo>
                <a:lnTo>
                  <a:pt x="1042" y="206"/>
                </a:lnTo>
                <a:lnTo>
                  <a:pt x="1050" y="217"/>
                </a:lnTo>
                <a:lnTo>
                  <a:pt x="1058" y="228"/>
                </a:lnTo>
                <a:lnTo>
                  <a:pt x="1065" y="240"/>
                </a:lnTo>
                <a:lnTo>
                  <a:pt x="1072" y="251"/>
                </a:lnTo>
                <a:lnTo>
                  <a:pt x="1078" y="263"/>
                </a:lnTo>
                <a:lnTo>
                  <a:pt x="1083" y="275"/>
                </a:lnTo>
                <a:lnTo>
                  <a:pt x="1088" y="286"/>
                </a:lnTo>
                <a:lnTo>
                  <a:pt x="1093" y="299"/>
                </a:lnTo>
                <a:lnTo>
                  <a:pt x="1097" y="311"/>
                </a:lnTo>
                <a:lnTo>
                  <a:pt x="1101" y="323"/>
                </a:lnTo>
                <a:lnTo>
                  <a:pt x="1104" y="335"/>
                </a:lnTo>
                <a:lnTo>
                  <a:pt x="1106" y="348"/>
                </a:lnTo>
                <a:lnTo>
                  <a:pt x="1108" y="360"/>
                </a:lnTo>
                <a:lnTo>
                  <a:pt x="1109" y="372"/>
                </a:lnTo>
                <a:lnTo>
                  <a:pt x="1110" y="385"/>
                </a:lnTo>
                <a:lnTo>
                  <a:pt x="1110" y="397"/>
                </a:lnTo>
                <a:close/>
              </a:path>
            </a:pathLst>
          </a:custGeom>
          <a:solidFill>
            <a:srgbClr val="ffca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1" name=""/>
          <p:cNvSpPr/>
          <p:nvPr/>
        </p:nvSpPr>
        <p:spPr>
          <a:xfrm>
            <a:off x="7861680" y="2800080"/>
            <a:ext cx="402120" cy="288360"/>
          </a:xfrm>
          <a:custGeom>
            <a:avLst/>
            <a:gdLst/>
            <a:ahLst/>
            <a:rect l="0" t="0" r="r" b="b"/>
            <a:pathLst>
              <a:path w="1117" h="801">
                <a:moveTo>
                  <a:pt x="1113" y="400"/>
                </a:moveTo>
                <a:lnTo>
                  <a:pt x="1113" y="388"/>
                </a:lnTo>
                <a:lnTo>
                  <a:pt x="1112" y="375"/>
                </a:lnTo>
                <a:lnTo>
                  <a:pt x="1111" y="363"/>
                </a:lnTo>
                <a:lnTo>
                  <a:pt x="1109" y="351"/>
                </a:lnTo>
                <a:lnTo>
                  <a:pt x="1107" y="338"/>
                </a:lnTo>
                <a:lnTo>
                  <a:pt x="1104" y="326"/>
                </a:lnTo>
                <a:lnTo>
                  <a:pt x="1100" y="314"/>
                </a:lnTo>
                <a:lnTo>
                  <a:pt x="1096" y="302"/>
                </a:lnTo>
                <a:lnTo>
                  <a:pt x="1091" y="289"/>
                </a:lnTo>
                <a:lnTo>
                  <a:pt x="1086" y="278"/>
                </a:lnTo>
                <a:lnTo>
                  <a:pt x="1081" y="266"/>
                </a:lnTo>
                <a:lnTo>
                  <a:pt x="1075" y="254"/>
                </a:lnTo>
                <a:lnTo>
                  <a:pt x="1068" y="243"/>
                </a:lnTo>
                <a:lnTo>
                  <a:pt x="1061" y="231"/>
                </a:lnTo>
                <a:lnTo>
                  <a:pt x="1053" y="220"/>
                </a:lnTo>
                <a:lnTo>
                  <a:pt x="1045" y="209"/>
                </a:lnTo>
                <a:lnTo>
                  <a:pt x="1035" y="198"/>
                </a:lnTo>
                <a:lnTo>
                  <a:pt x="1026" y="187"/>
                </a:lnTo>
                <a:lnTo>
                  <a:pt x="1017" y="177"/>
                </a:lnTo>
                <a:lnTo>
                  <a:pt x="1007" y="167"/>
                </a:lnTo>
                <a:lnTo>
                  <a:pt x="996" y="157"/>
                </a:lnTo>
                <a:lnTo>
                  <a:pt x="985" y="147"/>
                </a:lnTo>
                <a:lnTo>
                  <a:pt x="974" y="138"/>
                </a:lnTo>
                <a:lnTo>
                  <a:pt x="962" y="128"/>
                </a:lnTo>
                <a:lnTo>
                  <a:pt x="950" y="119"/>
                </a:lnTo>
                <a:lnTo>
                  <a:pt x="938" y="111"/>
                </a:lnTo>
                <a:lnTo>
                  <a:pt x="925" y="102"/>
                </a:lnTo>
                <a:lnTo>
                  <a:pt x="911" y="94"/>
                </a:lnTo>
                <a:lnTo>
                  <a:pt x="898" y="86"/>
                </a:lnTo>
                <a:lnTo>
                  <a:pt x="884" y="79"/>
                </a:lnTo>
                <a:lnTo>
                  <a:pt x="870" y="72"/>
                </a:lnTo>
                <a:lnTo>
                  <a:pt x="855" y="65"/>
                </a:lnTo>
                <a:lnTo>
                  <a:pt x="840" y="58"/>
                </a:lnTo>
                <a:lnTo>
                  <a:pt x="825" y="52"/>
                </a:lnTo>
                <a:lnTo>
                  <a:pt x="810" y="46"/>
                </a:lnTo>
                <a:lnTo>
                  <a:pt x="794" y="41"/>
                </a:lnTo>
                <a:lnTo>
                  <a:pt x="778" y="36"/>
                </a:lnTo>
                <a:lnTo>
                  <a:pt x="762" y="31"/>
                </a:lnTo>
                <a:lnTo>
                  <a:pt x="746" y="27"/>
                </a:lnTo>
                <a:lnTo>
                  <a:pt x="729" y="22"/>
                </a:lnTo>
                <a:lnTo>
                  <a:pt x="713" y="19"/>
                </a:lnTo>
                <a:lnTo>
                  <a:pt x="696" y="16"/>
                </a:lnTo>
                <a:lnTo>
                  <a:pt x="679" y="13"/>
                </a:lnTo>
                <a:lnTo>
                  <a:pt x="662" y="10"/>
                </a:lnTo>
                <a:lnTo>
                  <a:pt x="645" y="8"/>
                </a:lnTo>
                <a:lnTo>
                  <a:pt x="627" y="6"/>
                </a:lnTo>
                <a:lnTo>
                  <a:pt x="610" y="5"/>
                </a:lnTo>
                <a:lnTo>
                  <a:pt x="593" y="4"/>
                </a:lnTo>
                <a:lnTo>
                  <a:pt x="575" y="3"/>
                </a:lnTo>
                <a:lnTo>
                  <a:pt x="558" y="3"/>
                </a:lnTo>
                <a:lnTo>
                  <a:pt x="541" y="3"/>
                </a:lnTo>
                <a:lnTo>
                  <a:pt x="523" y="4"/>
                </a:lnTo>
                <a:lnTo>
                  <a:pt x="506" y="5"/>
                </a:lnTo>
                <a:lnTo>
                  <a:pt x="488" y="6"/>
                </a:lnTo>
                <a:lnTo>
                  <a:pt x="471" y="8"/>
                </a:lnTo>
                <a:lnTo>
                  <a:pt x="454" y="10"/>
                </a:lnTo>
                <a:lnTo>
                  <a:pt x="437" y="13"/>
                </a:lnTo>
                <a:lnTo>
                  <a:pt x="420" y="16"/>
                </a:lnTo>
                <a:lnTo>
                  <a:pt x="403" y="19"/>
                </a:lnTo>
                <a:lnTo>
                  <a:pt x="387" y="22"/>
                </a:lnTo>
                <a:lnTo>
                  <a:pt x="370" y="27"/>
                </a:lnTo>
                <a:lnTo>
                  <a:pt x="354" y="31"/>
                </a:lnTo>
                <a:lnTo>
                  <a:pt x="338" y="36"/>
                </a:lnTo>
                <a:lnTo>
                  <a:pt x="322" y="41"/>
                </a:lnTo>
                <a:lnTo>
                  <a:pt x="306" y="46"/>
                </a:lnTo>
                <a:lnTo>
                  <a:pt x="291" y="52"/>
                </a:lnTo>
                <a:lnTo>
                  <a:pt x="276" y="58"/>
                </a:lnTo>
                <a:lnTo>
                  <a:pt x="261" y="65"/>
                </a:lnTo>
                <a:lnTo>
                  <a:pt x="246" y="72"/>
                </a:lnTo>
                <a:lnTo>
                  <a:pt x="232" y="79"/>
                </a:lnTo>
                <a:lnTo>
                  <a:pt x="218" y="86"/>
                </a:lnTo>
                <a:lnTo>
                  <a:pt x="204" y="94"/>
                </a:lnTo>
                <a:lnTo>
                  <a:pt x="191" y="102"/>
                </a:lnTo>
                <a:lnTo>
                  <a:pt x="178" y="111"/>
                </a:lnTo>
                <a:lnTo>
                  <a:pt x="166" y="119"/>
                </a:lnTo>
                <a:lnTo>
                  <a:pt x="154" y="128"/>
                </a:lnTo>
                <a:lnTo>
                  <a:pt x="142" y="138"/>
                </a:lnTo>
                <a:lnTo>
                  <a:pt x="131" y="147"/>
                </a:lnTo>
                <a:lnTo>
                  <a:pt x="120" y="157"/>
                </a:lnTo>
                <a:lnTo>
                  <a:pt x="109" y="167"/>
                </a:lnTo>
                <a:lnTo>
                  <a:pt x="99" y="177"/>
                </a:lnTo>
                <a:lnTo>
                  <a:pt x="90" y="187"/>
                </a:lnTo>
                <a:lnTo>
                  <a:pt x="81" y="198"/>
                </a:lnTo>
                <a:lnTo>
                  <a:pt x="72" y="209"/>
                </a:lnTo>
                <a:lnTo>
                  <a:pt x="64" y="220"/>
                </a:lnTo>
                <a:lnTo>
                  <a:pt x="56" y="231"/>
                </a:lnTo>
                <a:lnTo>
                  <a:pt x="49" y="243"/>
                </a:lnTo>
                <a:lnTo>
                  <a:pt x="42" y="254"/>
                </a:lnTo>
                <a:lnTo>
                  <a:pt x="36" y="266"/>
                </a:lnTo>
                <a:lnTo>
                  <a:pt x="31" y="278"/>
                </a:lnTo>
                <a:lnTo>
                  <a:pt x="25" y="289"/>
                </a:lnTo>
                <a:lnTo>
                  <a:pt x="21" y="302"/>
                </a:lnTo>
                <a:lnTo>
                  <a:pt x="17" y="314"/>
                </a:lnTo>
                <a:lnTo>
                  <a:pt x="13" y="326"/>
                </a:lnTo>
                <a:lnTo>
                  <a:pt x="10" y="338"/>
                </a:lnTo>
                <a:lnTo>
                  <a:pt x="8" y="351"/>
                </a:lnTo>
                <a:lnTo>
                  <a:pt x="6" y="363"/>
                </a:lnTo>
                <a:lnTo>
                  <a:pt x="5" y="375"/>
                </a:lnTo>
                <a:lnTo>
                  <a:pt x="4" y="388"/>
                </a:lnTo>
                <a:lnTo>
                  <a:pt x="3" y="400"/>
                </a:lnTo>
                <a:lnTo>
                  <a:pt x="4" y="413"/>
                </a:lnTo>
                <a:lnTo>
                  <a:pt x="5" y="425"/>
                </a:lnTo>
                <a:lnTo>
                  <a:pt x="6" y="438"/>
                </a:lnTo>
                <a:lnTo>
                  <a:pt x="8" y="450"/>
                </a:lnTo>
                <a:lnTo>
                  <a:pt x="10" y="462"/>
                </a:lnTo>
                <a:lnTo>
                  <a:pt x="13" y="475"/>
                </a:lnTo>
                <a:lnTo>
                  <a:pt x="17" y="487"/>
                </a:lnTo>
                <a:lnTo>
                  <a:pt x="21" y="499"/>
                </a:lnTo>
                <a:lnTo>
                  <a:pt x="25" y="511"/>
                </a:lnTo>
                <a:lnTo>
                  <a:pt x="31" y="523"/>
                </a:lnTo>
                <a:lnTo>
                  <a:pt x="36" y="535"/>
                </a:lnTo>
                <a:lnTo>
                  <a:pt x="42" y="547"/>
                </a:lnTo>
                <a:lnTo>
                  <a:pt x="49" y="558"/>
                </a:lnTo>
                <a:lnTo>
                  <a:pt x="56" y="569"/>
                </a:lnTo>
                <a:lnTo>
                  <a:pt x="64" y="581"/>
                </a:lnTo>
                <a:lnTo>
                  <a:pt x="72" y="592"/>
                </a:lnTo>
                <a:lnTo>
                  <a:pt x="81" y="603"/>
                </a:lnTo>
                <a:lnTo>
                  <a:pt x="90" y="613"/>
                </a:lnTo>
                <a:lnTo>
                  <a:pt x="99" y="625"/>
                </a:lnTo>
                <a:lnTo>
                  <a:pt x="109" y="635"/>
                </a:lnTo>
                <a:lnTo>
                  <a:pt x="120" y="645"/>
                </a:lnTo>
                <a:lnTo>
                  <a:pt x="131" y="655"/>
                </a:lnTo>
                <a:lnTo>
                  <a:pt x="142" y="664"/>
                </a:lnTo>
                <a:lnTo>
                  <a:pt x="154" y="673"/>
                </a:lnTo>
                <a:lnTo>
                  <a:pt x="166" y="682"/>
                </a:lnTo>
                <a:lnTo>
                  <a:pt x="178" y="691"/>
                </a:lnTo>
                <a:lnTo>
                  <a:pt x="191" y="699"/>
                </a:lnTo>
                <a:lnTo>
                  <a:pt x="204" y="707"/>
                </a:lnTo>
                <a:lnTo>
                  <a:pt x="218" y="715"/>
                </a:lnTo>
                <a:lnTo>
                  <a:pt x="232" y="723"/>
                </a:lnTo>
                <a:lnTo>
                  <a:pt x="246" y="730"/>
                </a:lnTo>
                <a:lnTo>
                  <a:pt x="261" y="737"/>
                </a:lnTo>
                <a:lnTo>
                  <a:pt x="276" y="743"/>
                </a:lnTo>
                <a:lnTo>
                  <a:pt x="291" y="749"/>
                </a:lnTo>
                <a:lnTo>
                  <a:pt x="306" y="755"/>
                </a:lnTo>
                <a:lnTo>
                  <a:pt x="322" y="761"/>
                </a:lnTo>
                <a:lnTo>
                  <a:pt x="338" y="766"/>
                </a:lnTo>
                <a:lnTo>
                  <a:pt x="354" y="771"/>
                </a:lnTo>
                <a:lnTo>
                  <a:pt x="370" y="775"/>
                </a:lnTo>
                <a:lnTo>
                  <a:pt x="387" y="779"/>
                </a:lnTo>
                <a:lnTo>
                  <a:pt x="403" y="783"/>
                </a:lnTo>
                <a:lnTo>
                  <a:pt x="420" y="786"/>
                </a:lnTo>
                <a:lnTo>
                  <a:pt x="437" y="789"/>
                </a:lnTo>
                <a:lnTo>
                  <a:pt x="454" y="792"/>
                </a:lnTo>
                <a:lnTo>
                  <a:pt x="471" y="794"/>
                </a:lnTo>
                <a:lnTo>
                  <a:pt x="488" y="795"/>
                </a:lnTo>
                <a:lnTo>
                  <a:pt x="506" y="797"/>
                </a:lnTo>
                <a:lnTo>
                  <a:pt x="523" y="798"/>
                </a:lnTo>
                <a:lnTo>
                  <a:pt x="541" y="798"/>
                </a:lnTo>
                <a:lnTo>
                  <a:pt x="558" y="799"/>
                </a:lnTo>
                <a:lnTo>
                  <a:pt x="575" y="798"/>
                </a:lnTo>
                <a:lnTo>
                  <a:pt x="593" y="798"/>
                </a:lnTo>
                <a:lnTo>
                  <a:pt x="610" y="797"/>
                </a:lnTo>
                <a:lnTo>
                  <a:pt x="627" y="795"/>
                </a:lnTo>
                <a:lnTo>
                  <a:pt x="645" y="794"/>
                </a:lnTo>
                <a:lnTo>
                  <a:pt x="662" y="792"/>
                </a:lnTo>
                <a:lnTo>
                  <a:pt x="679" y="789"/>
                </a:lnTo>
                <a:lnTo>
                  <a:pt x="696" y="786"/>
                </a:lnTo>
                <a:lnTo>
                  <a:pt x="713" y="783"/>
                </a:lnTo>
                <a:lnTo>
                  <a:pt x="729" y="779"/>
                </a:lnTo>
                <a:lnTo>
                  <a:pt x="746" y="775"/>
                </a:lnTo>
                <a:lnTo>
                  <a:pt x="762" y="771"/>
                </a:lnTo>
                <a:lnTo>
                  <a:pt x="778" y="766"/>
                </a:lnTo>
                <a:lnTo>
                  <a:pt x="794" y="761"/>
                </a:lnTo>
                <a:lnTo>
                  <a:pt x="810" y="755"/>
                </a:lnTo>
                <a:lnTo>
                  <a:pt x="825" y="749"/>
                </a:lnTo>
                <a:lnTo>
                  <a:pt x="840" y="743"/>
                </a:lnTo>
                <a:lnTo>
                  <a:pt x="855" y="737"/>
                </a:lnTo>
                <a:lnTo>
                  <a:pt x="870" y="730"/>
                </a:lnTo>
                <a:lnTo>
                  <a:pt x="884" y="723"/>
                </a:lnTo>
                <a:lnTo>
                  <a:pt x="898" y="715"/>
                </a:lnTo>
                <a:lnTo>
                  <a:pt x="911" y="707"/>
                </a:lnTo>
                <a:lnTo>
                  <a:pt x="925" y="699"/>
                </a:lnTo>
                <a:lnTo>
                  <a:pt x="938" y="691"/>
                </a:lnTo>
                <a:lnTo>
                  <a:pt x="950" y="682"/>
                </a:lnTo>
                <a:lnTo>
                  <a:pt x="962" y="673"/>
                </a:lnTo>
                <a:lnTo>
                  <a:pt x="974" y="664"/>
                </a:lnTo>
                <a:lnTo>
                  <a:pt x="985" y="655"/>
                </a:lnTo>
                <a:lnTo>
                  <a:pt x="996" y="645"/>
                </a:lnTo>
                <a:lnTo>
                  <a:pt x="1007" y="635"/>
                </a:lnTo>
                <a:lnTo>
                  <a:pt x="1017" y="625"/>
                </a:lnTo>
                <a:lnTo>
                  <a:pt x="1026" y="613"/>
                </a:lnTo>
                <a:lnTo>
                  <a:pt x="1035" y="603"/>
                </a:lnTo>
                <a:lnTo>
                  <a:pt x="1045" y="592"/>
                </a:lnTo>
                <a:lnTo>
                  <a:pt x="1053" y="581"/>
                </a:lnTo>
                <a:lnTo>
                  <a:pt x="1061" y="569"/>
                </a:lnTo>
                <a:lnTo>
                  <a:pt x="1068" y="558"/>
                </a:lnTo>
                <a:lnTo>
                  <a:pt x="1075" y="547"/>
                </a:lnTo>
                <a:lnTo>
                  <a:pt x="1081" y="535"/>
                </a:lnTo>
                <a:lnTo>
                  <a:pt x="1086" y="523"/>
                </a:lnTo>
                <a:lnTo>
                  <a:pt x="1091" y="511"/>
                </a:lnTo>
                <a:lnTo>
                  <a:pt x="1096" y="499"/>
                </a:lnTo>
                <a:lnTo>
                  <a:pt x="1100" y="487"/>
                </a:lnTo>
                <a:lnTo>
                  <a:pt x="1104" y="475"/>
                </a:lnTo>
                <a:lnTo>
                  <a:pt x="1107" y="462"/>
                </a:lnTo>
                <a:lnTo>
                  <a:pt x="1109" y="450"/>
                </a:lnTo>
                <a:lnTo>
                  <a:pt x="1111" y="438"/>
                </a:lnTo>
                <a:lnTo>
                  <a:pt x="1112" y="425"/>
                </a:lnTo>
                <a:lnTo>
                  <a:pt x="1113" y="413"/>
                </a:lnTo>
                <a:lnTo>
                  <a:pt x="1113" y="400"/>
                </a:lnTo>
                <a:moveTo>
                  <a:pt x="1117" y="400"/>
                </a:moveTo>
                <a:lnTo>
                  <a:pt x="1117" y="413"/>
                </a:lnTo>
                <a:lnTo>
                  <a:pt x="1116" y="425"/>
                </a:lnTo>
                <a:lnTo>
                  <a:pt x="1115" y="438"/>
                </a:lnTo>
                <a:lnTo>
                  <a:pt x="1113" y="450"/>
                </a:lnTo>
                <a:lnTo>
                  <a:pt x="1110" y="463"/>
                </a:lnTo>
                <a:lnTo>
                  <a:pt x="1107" y="475"/>
                </a:lnTo>
                <a:lnTo>
                  <a:pt x="1104" y="488"/>
                </a:lnTo>
                <a:lnTo>
                  <a:pt x="1100" y="500"/>
                </a:lnTo>
                <a:lnTo>
                  <a:pt x="1095" y="512"/>
                </a:lnTo>
                <a:lnTo>
                  <a:pt x="1090" y="524"/>
                </a:lnTo>
                <a:lnTo>
                  <a:pt x="1084" y="536"/>
                </a:lnTo>
                <a:lnTo>
                  <a:pt x="1078" y="548"/>
                </a:lnTo>
                <a:lnTo>
                  <a:pt x="1071" y="559"/>
                </a:lnTo>
                <a:lnTo>
                  <a:pt x="1064" y="571"/>
                </a:lnTo>
                <a:lnTo>
                  <a:pt x="1056" y="582"/>
                </a:lnTo>
                <a:lnTo>
                  <a:pt x="1048" y="593"/>
                </a:lnTo>
                <a:lnTo>
                  <a:pt x="1039" y="604"/>
                </a:lnTo>
                <a:lnTo>
                  <a:pt x="1029" y="615"/>
                </a:lnTo>
                <a:lnTo>
                  <a:pt x="1020" y="626"/>
                </a:lnTo>
                <a:lnTo>
                  <a:pt x="1010" y="636"/>
                </a:lnTo>
                <a:lnTo>
                  <a:pt x="999" y="646"/>
                </a:lnTo>
                <a:lnTo>
                  <a:pt x="988" y="656"/>
                </a:lnTo>
                <a:lnTo>
                  <a:pt x="977" y="666"/>
                </a:lnTo>
                <a:lnTo>
                  <a:pt x="965" y="675"/>
                </a:lnTo>
                <a:lnTo>
                  <a:pt x="953" y="684"/>
                </a:lnTo>
                <a:lnTo>
                  <a:pt x="940" y="693"/>
                </a:lnTo>
                <a:lnTo>
                  <a:pt x="927" y="701"/>
                </a:lnTo>
                <a:lnTo>
                  <a:pt x="914" y="710"/>
                </a:lnTo>
                <a:lnTo>
                  <a:pt x="900" y="717"/>
                </a:lnTo>
                <a:lnTo>
                  <a:pt x="886" y="725"/>
                </a:lnTo>
                <a:lnTo>
                  <a:pt x="872" y="732"/>
                </a:lnTo>
                <a:lnTo>
                  <a:pt x="857" y="739"/>
                </a:lnTo>
                <a:lnTo>
                  <a:pt x="842" y="746"/>
                </a:lnTo>
                <a:lnTo>
                  <a:pt x="827" y="752"/>
                </a:lnTo>
                <a:lnTo>
                  <a:pt x="811" y="758"/>
                </a:lnTo>
                <a:lnTo>
                  <a:pt x="796" y="763"/>
                </a:lnTo>
                <a:lnTo>
                  <a:pt x="780" y="768"/>
                </a:lnTo>
                <a:lnTo>
                  <a:pt x="764" y="773"/>
                </a:lnTo>
                <a:lnTo>
                  <a:pt x="747" y="778"/>
                </a:lnTo>
                <a:lnTo>
                  <a:pt x="731" y="782"/>
                </a:lnTo>
                <a:lnTo>
                  <a:pt x="714" y="785"/>
                </a:lnTo>
                <a:lnTo>
                  <a:pt x="697" y="789"/>
                </a:lnTo>
                <a:lnTo>
                  <a:pt x="680" y="792"/>
                </a:lnTo>
                <a:lnTo>
                  <a:pt x="663" y="794"/>
                </a:lnTo>
                <a:lnTo>
                  <a:pt x="645" y="796"/>
                </a:lnTo>
                <a:lnTo>
                  <a:pt x="628" y="798"/>
                </a:lnTo>
                <a:lnTo>
                  <a:pt x="611" y="800"/>
                </a:lnTo>
                <a:lnTo>
                  <a:pt x="593" y="801"/>
                </a:lnTo>
                <a:lnTo>
                  <a:pt x="575" y="801"/>
                </a:lnTo>
                <a:lnTo>
                  <a:pt x="558" y="801"/>
                </a:lnTo>
                <a:lnTo>
                  <a:pt x="540" y="801"/>
                </a:lnTo>
                <a:lnTo>
                  <a:pt x="523" y="801"/>
                </a:lnTo>
                <a:lnTo>
                  <a:pt x="505" y="800"/>
                </a:lnTo>
                <a:lnTo>
                  <a:pt x="488" y="798"/>
                </a:lnTo>
                <a:lnTo>
                  <a:pt x="471" y="796"/>
                </a:lnTo>
                <a:lnTo>
                  <a:pt x="453" y="794"/>
                </a:lnTo>
                <a:lnTo>
                  <a:pt x="436" y="792"/>
                </a:lnTo>
                <a:lnTo>
                  <a:pt x="419" y="789"/>
                </a:lnTo>
                <a:lnTo>
                  <a:pt x="402" y="785"/>
                </a:lnTo>
                <a:lnTo>
                  <a:pt x="385" y="782"/>
                </a:lnTo>
                <a:lnTo>
                  <a:pt x="369" y="778"/>
                </a:lnTo>
                <a:lnTo>
                  <a:pt x="352" y="773"/>
                </a:lnTo>
                <a:lnTo>
                  <a:pt x="336" y="768"/>
                </a:lnTo>
                <a:lnTo>
                  <a:pt x="320" y="763"/>
                </a:lnTo>
                <a:lnTo>
                  <a:pt x="304" y="758"/>
                </a:lnTo>
                <a:lnTo>
                  <a:pt x="289" y="752"/>
                </a:lnTo>
                <a:lnTo>
                  <a:pt x="274" y="746"/>
                </a:lnTo>
                <a:lnTo>
                  <a:pt x="259" y="739"/>
                </a:lnTo>
                <a:lnTo>
                  <a:pt x="244" y="732"/>
                </a:lnTo>
                <a:lnTo>
                  <a:pt x="230" y="725"/>
                </a:lnTo>
                <a:lnTo>
                  <a:pt x="216" y="717"/>
                </a:lnTo>
                <a:lnTo>
                  <a:pt x="202" y="710"/>
                </a:lnTo>
                <a:lnTo>
                  <a:pt x="189" y="701"/>
                </a:lnTo>
                <a:lnTo>
                  <a:pt x="176" y="693"/>
                </a:lnTo>
                <a:lnTo>
                  <a:pt x="163" y="684"/>
                </a:lnTo>
                <a:lnTo>
                  <a:pt x="151" y="675"/>
                </a:lnTo>
                <a:lnTo>
                  <a:pt x="139" y="666"/>
                </a:lnTo>
                <a:lnTo>
                  <a:pt x="128" y="656"/>
                </a:lnTo>
                <a:lnTo>
                  <a:pt x="117" y="646"/>
                </a:lnTo>
                <a:lnTo>
                  <a:pt x="106" y="636"/>
                </a:lnTo>
                <a:lnTo>
                  <a:pt x="96" y="626"/>
                </a:lnTo>
                <a:lnTo>
                  <a:pt x="86" y="615"/>
                </a:lnTo>
                <a:lnTo>
                  <a:pt x="77" y="604"/>
                </a:lnTo>
                <a:lnTo>
                  <a:pt x="69" y="593"/>
                </a:lnTo>
                <a:lnTo>
                  <a:pt x="60" y="582"/>
                </a:lnTo>
                <a:lnTo>
                  <a:pt x="53" y="571"/>
                </a:lnTo>
                <a:lnTo>
                  <a:pt x="45" y="559"/>
                </a:lnTo>
                <a:lnTo>
                  <a:pt x="39" y="548"/>
                </a:lnTo>
                <a:lnTo>
                  <a:pt x="33" y="536"/>
                </a:lnTo>
                <a:lnTo>
                  <a:pt x="27" y="524"/>
                </a:lnTo>
                <a:lnTo>
                  <a:pt x="22" y="512"/>
                </a:lnTo>
                <a:lnTo>
                  <a:pt x="17" y="500"/>
                </a:lnTo>
                <a:lnTo>
                  <a:pt x="13" y="488"/>
                </a:lnTo>
                <a:lnTo>
                  <a:pt x="9" y="475"/>
                </a:lnTo>
                <a:lnTo>
                  <a:pt x="6" y="463"/>
                </a:lnTo>
                <a:lnTo>
                  <a:pt x="4" y="450"/>
                </a:lnTo>
                <a:lnTo>
                  <a:pt x="2" y="438"/>
                </a:lnTo>
                <a:lnTo>
                  <a:pt x="1" y="425"/>
                </a:lnTo>
                <a:lnTo>
                  <a:pt x="0" y="413"/>
                </a:lnTo>
                <a:lnTo>
                  <a:pt x="0" y="400"/>
                </a:lnTo>
                <a:lnTo>
                  <a:pt x="0" y="388"/>
                </a:lnTo>
                <a:lnTo>
                  <a:pt x="1" y="375"/>
                </a:lnTo>
                <a:lnTo>
                  <a:pt x="2" y="363"/>
                </a:lnTo>
                <a:lnTo>
                  <a:pt x="4" y="350"/>
                </a:lnTo>
                <a:lnTo>
                  <a:pt x="6" y="338"/>
                </a:lnTo>
                <a:lnTo>
                  <a:pt x="9" y="325"/>
                </a:lnTo>
                <a:lnTo>
                  <a:pt x="13" y="313"/>
                </a:lnTo>
                <a:lnTo>
                  <a:pt x="17" y="301"/>
                </a:lnTo>
                <a:lnTo>
                  <a:pt x="22" y="289"/>
                </a:lnTo>
                <a:lnTo>
                  <a:pt x="27" y="277"/>
                </a:lnTo>
                <a:lnTo>
                  <a:pt x="33" y="265"/>
                </a:lnTo>
                <a:lnTo>
                  <a:pt x="39" y="253"/>
                </a:lnTo>
                <a:lnTo>
                  <a:pt x="45" y="241"/>
                </a:lnTo>
                <a:lnTo>
                  <a:pt x="53" y="230"/>
                </a:lnTo>
                <a:lnTo>
                  <a:pt x="60" y="219"/>
                </a:lnTo>
                <a:lnTo>
                  <a:pt x="69" y="208"/>
                </a:lnTo>
                <a:lnTo>
                  <a:pt x="77" y="197"/>
                </a:lnTo>
                <a:lnTo>
                  <a:pt x="86" y="186"/>
                </a:lnTo>
                <a:lnTo>
                  <a:pt x="96" y="175"/>
                </a:lnTo>
                <a:lnTo>
                  <a:pt x="106" y="165"/>
                </a:lnTo>
                <a:lnTo>
                  <a:pt x="117" y="155"/>
                </a:lnTo>
                <a:lnTo>
                  <a:pt x="128" y="145"/>
                </a:lnTo>
                <a:lnTo>
                  <a:pt x="139" y="136"/>
                </a:lnTo>
                <a:lnTo>
                  <a:pt x="151" y="126"/>
                </a:lnTo>
                <a:lnTo>
                  <a:pt x="163" y="117"/>
                </a:lnTo>
                <a:lnTo>
                  <a:pt x="176" y="109"/>
                </a:lnTo>
                <a:lnTo>
                  <a:pt x="189" y="100"/>
                </a:lnTo>
                <a:lnTo>
                  <a:pt x="202" y="92"/>
                </a:lnTo>
                <a:lnTo>
                  <a:pt x="216" y="84"/>
                </a:lnTo>
                <a:lnTo>
                  <a:pt x="230" y="77"/>
                </a:lnTo>
                <a:lnTo>
                  <a:pt x="244" y="69"/>
                </a:lnTo>
                <a:lnTo>
                  <a:pt x="259" y="63"/>
                </a:lnTo>
                <a:lnTo>
                  <a:pt x="274" y="56"/>
                </a:lnTo>
                <a:lnTo>
                  <a:pt x="289" y="50"/>
                </a:lnTo>
                <a:lnTo>
                  <a:pt x="304" y="44"/>
                </a:lnTo>
                <a:lnTo>
                  <a:pt x="320" y="38"/>
                </a:lnTo>
                <a:lnTo>
                  <a:pt x="336" y="33"/>
                </a:lnTo>
                <a:lnTo>
                  <a:pt x="352" y="28"/>
                </a:lnTo>
                <a:lnTo>
                  <a:pt x="369" y="24"/>
                </a:lnTo>
                <a:lnTo>
                  <a:pt x="385" y="20"/>
                </a:lnTo>
                <a:lnTo>
                  <a:pt x="402" y="16"/>
                </a:lnTo>
                <a:lnTo>
                  <a:pt x="419" y="13"/>
                </a:lnTo>
                <a:lnTo>
                  <a:pt x="436" y="10"/>
                </a:lnTo>
                <a:lnTo>
                  <a:pt x="453" y="7"/>
                </a:lnTo>
                <a:lnTo>
                  <a:pt x="471" y="5"/>
                </a:lnTo>
                <a:lnTo>
                  <a:pt x="488" y="3"/>
                </a:lnTo>
                <a:lnTo>
                  <a:pt x="505" y="2"/>
                </a:lnTo>
                <a:lnTo>
                  <a:pt x="523" y="1"/>
                </a:lnTo>
                <a:lnTo>
                  <a:pt x="540" y="0"/>
                </a:lnTo>
                <a:lnTo>
                  <a:pt x="558" y="0"/>
                </a:lnTo>
                <a:lnTo>
                  <a:pt x="575" y="0"/>
                </a:lnTo>
                <a:lnTo>
                  <a:pt x="593" y="1"/>
                </a:lnTo>
                <a:lnTo>
                  <a:pt x="611" y="2"/>
                </a:lnTo>
                <a:lnTo>
                  <a:pt x="628" y="3"/>
                </a:lnTo>
                <a:lnTo>
                  <a:pt x="645" y="5"/>
                </a:lnTo>
                <a:lnTo>
                  <a:pt x="663" y="7"/>
                </a:lnTo>
                <a:lnTo>
                  <a:pt x="680" y="10"/>
                </a:lnTo>
                <a:lnTo>
                  <a:pt x="697" y="13"/>
                </a:lnTo>
                <a:lnTo>
                  <a:pt x="714" y="16"/>
                </a:lnTo>
                <a:lnTo>
                  <a:pt x="731" y="20"/>
                </a:lnTo>
                <a:lnTo>
                  <a:pt x="747" y="24"/>
                </a:lnTo>
                <a:lnTo>
                  <a:pt x="764" y="28"/>
                </a:lnTo>
                <a:lnTo>
                  <a:pt x="780" y="33"/>
                </a:lnTo>
                <a:lnTo>
                  <a:pt x="796" y="38"/>
                </a:lnTo>
                <a:lnTo>
                  <a:pt x="811" y="44"/>
                </a:lnTo>
                <a:lnTo>
                  <a:pt x="827" y="50"/>
                </a:lnTo>
                <a:lnTo>
                  <a:pt x="842" y="56"/>
                </a:lnTo>
                <a:lnTo>
                  <a:pt x="857" y="63"/>
                </a:lnTo>
                <a:lnTo>
                  <a:pt x="872" y="69"/>
                </a:lnTo>
                <a:lnTo>
                  <a:pt x="886" y="77"/>
                </a:lnTo>
                <a:lnTo>
                  <a:pt x="900" y="84"/>
                </a:lnTo>
                <a:lnTo>
                  <a:pt x="914" y="92"/>
                </a:lnTo>
                <a:lnTo>
                  <a:pt x="927" y="100"/>
                </a:lnTo>
                <a:lnTo>
                  <a:pt x="940" y="109"/>
                </a:lnTo>
                <a:lnTo>
                  <a:pt x="953" y="117"/>
                </a:lnTo>
                <a:lnTo>
                  <a:pt x="965" y="126"/>
                </a:lnTo>
                <a:lnTo>
                  <a:pt x="977" y="136"/>
                </a:lnTo>
                <a:lnTo>
                  <a:pt x="988" y="145"/>
                </a:lnTo>
                <a:lnTo>
                  <a:pt x="999" y="155"/>
                </a:lnTo>
                <a:lnTo>
                  <a:pt x="1010" y="165"/>
                </a:lnTo>
                <a:lnTo>
                  <a:pt x="1020" y="175"/>
                </a:lnTo>
                <a:lnTo>
                  <a:pt x="1029" y="186"/>
                </a:lnTo>
                <a:lnTo>
                  <a:pt x="1039" y="197"/>
                </a:lnTo>
                <a:lnTo>
                  <a:pt x="1048" y="208"/>
                </a:lnTo>
                <a:lnTo>
                  <a:pt x="1056" y="219"/>
                </a:lnTo>
                <a:lnTo>
                  <a:pt x="1064" y="230"/>
                </a:lnTo>
                <a:lnTo>
                  <a:pt x="1071" y="241"/>
                </a:lnTo>
                <a:lnTo>
                  <a:pt x="1078" y="253"/>
                </a:lnTo>
                <a:lnTo>
                  <a:pt x="1084" y="265"/>
                </a:lnTo>
                <a:lnTo>
                  <a:pt x="1090" y="277"/>
                </a:lnTo>
                <a:lnTo>
                  <a:pt x="1095" y="289"/>
                </a:lnTo>
                <a:lnTo>
                  <a:pt x="1100" y="301"/>
                </a:lnTo>
                <a:lnTo>
                  <a:pt x="1104" y="313"/>
                </a:lnTo>
                <a:lnTo>
                  <a:pt x="1107" y="325"/>
                </a:lnTo>
                <a:lnTo>
                  <a:pt x="1110" y="338"/>
                </a:lnTo>
                <a:lnTo>
                  <a:pt x="1113" y="350"/>
                </a:lnTo>
                <a:lnTo>
                  <a:pt x="1115" y="363"/>
                </a:lnTo>
                <a:lnTo>
                  <a:pt x="1116" y="375"/>
                </a:lnTo>
                <a:lnTo>
                  <a:pt x="1117" y="388"/>
                </a:lnTo>
                <a:lnTo>
                  <a:pt x="1117" y="400"/>
                </a:lnTo>
                <a:close/>
              </a:path>
            </a:pathLst>
          </a:custGeom>
          <a:solidFill>
            <a:srgbClr val="ff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2" name=""/>
          <p:cNvSpPr/>
          <p:nvPr/>
        </p:nvSpPr>
        <p:spPr>
          <a:xfrm>
            <a:off x="7860240" y="2799000"/>
            <a:ext cx="405000" cy="290520"/>
          </a:xfrm>
          <a:custGeom>
            <a:avLst/>
            <a:gdLst/>
            <a:ahLst/>
            <a:rect l="0" t="0" r="r" b="b"/>
            <a:pathLst>
              <a:path w="1125" h="807">
                <a:moveTo>
                  <a:pt x="1121" y="403"/>
                </a:moveTo>
                <a:lnTo>
                  <a:pt x="1121" y="391"/>
                </a:lnTo>
                <a:lnTo>
                  <a:pt x="1120" y="378"/>
                </a:lnTo>
                <a:lnTo>
                  <a:pt x="1119" y="366"/>
                </a:lnTo>
                <a:lnTo>
                  <a:pt x="1117" y="353"/>
                </a:lnTo>
                <a:lnTo>
                  <a:pt x="1114" y="341"/>
                </a:lnTo>
                <a:lnTo>
                  <a:pt x="1111" y="328"/>
                </a:lnTo>
                <a:lnTo>
                  <a:pt x="1108" y="316"/>
                </a:lnTo>
                <a:lnTo>
                  <a:pt x="1104" y="304"/>
                </a:lnTo>
                <a:lnTo>
                  <a:pt x="1099" y="292"/>
                </a:lnTo>
                <a:lnTo>
                  <a:pt x="1094" y="280"/>
                </a:lnTo>
                <a:lnTo>
                  <a:pt x="1088" y="268"/>
                </a:lnTo>
                <a:lnTo>
                  <a:pt x="1082" y="256"/>
                </a:lnTo>
                <a:lnTo>
                  <a:pt x="1075" y="244"/>
                </a:lnTo>
                <a:lnTo>
                  <a:pt x="1068" y="233"/>
                </a:lnTo>
                <a:lnTo>
                  <a:pt x="1060" y="222"/>
                </a:lnTo>
                <a:lnTo>
                  <a:pt x="1052" y="211"/>
                </a:lnTo>
                <a:lnTo>
                  <a:pt x="1044" y="200"/>
                </a:lnTo>
                <a:lnTo>
                  <a:pt x="1034" y="189"/>
                </a:lnTo>
                <a:lnTo>
                  <a:pt x="1025" y="178"/>
                </a:lnTo>
                <a:lnTo>
                  <a:pt x="1015" y="168"/>
                </a:lnTo>
                <a:lnTo>
                  <a:pt x="1004" y="158"/>
                </a:lnTo>
                <a:lnTo>
                  <a:pt x="993" y="148"/>
                </a:lnTo>
                <a:lnTo>
                  <a:pt x="982" y="139"/>
                </a:lnTo>
                <a:lnTo>
                  <a:pt x="970" y="129"/>
                </a:lnTo>
                <a:lnTo>
                  <a:pt x="958" y="120"/>
                </a:lnTo>
                <a:lnTo>
                  <a:pt x="945" y="112"/>
                </a:lnTo>
                <a:lnTo>
                  <a:pt x="932" y="103"/>
                </a:lnTo>
                <a:lnTo>
                  <a:pt x="919" y="95"/>
                </a:lnTo>
                <a:lnTo>
                  <a:pt x="905" y="87"/>
                </a:lnTo>
                <a:lnTo>
                  <a:pt x="891" y="80"/>
                </a:lnTo>
                <a:lnTo>
                  <a:pt x="877" y="72"/>
                </a:lnTo>
                <a:lnTo>
                  <a:pt x="862" y="66"/>
                </a:lnTo>
                <a:lnTo>
                  <a:pt x="847" y="59"/>
                </a:lnTo>
                <a:lnTo>
                  <a:pt x="832" y="53"/>
                </a:lnTo>
                <a:lnTo>
                  <a:pt x="816" y="47"/>
                </a:lnTo>
                <a:lnTo>
                  <a:pt x="801" y="41"/>
                </a:lnTo>
                <a:lnTo>
                  <a:pt x="785" y="36"/>
                </a:lnTo>
                <a:lnTo>
                  <a:pt x="769" y="31"/>
                </a:lnTo>
                <a:lnTo>
                  <a:pt x="752" y="27"/>
                </a:lnTo>
                <a:lnTo>
                  <a:pt x="736" y="23"/>
                </a:lnTo>
                <a:lnTo>
                  <a:pt x="719" y="19"/>
                </a:lnTo>
                <a:lnTo>
                  <a:pt x="702" y="16"/>
                </a:lnTo>
                <a:lnTo>
                  <a:pt x="685" y="13"/>
                </a:lnTo>
                <a:lnTo>
                  <a:pt x="668" y="10"/>
                </a:lnTo>
                <a:lnTo>
                  <a:pt x="650" y="8"/>
                </a:lnTo>
                <a:lnTo>
                  <a:pt x="633" y="6"/>
                </a:lnTo>
                <a:lnTo>
                  <a:pt x="616" y="5"/>
                </a:lnTo>
                <a:lnTo>
                  <a:pt x="598" y="4"/>
                </a:lnTo>
                <a:lnTo>
                  <a:pt x="580" y="3"/>
                </a:lnTo>
                <a:lnTo>
                  <a:pt x="563" y="3"/>
                </a:lnTo>
                <a:lnTo>
                  <a:pt x="545" y="3"/>
                </a:lnTo>
                <a:lnTo>
                  <a:pt x="528" y="4"/>
                </a:lnTo>
                <a:lnTo>
                  <a:pt x="510" y="5"/>
                </a:lnTo>
                <a:lnTo>
                  <a:pt x="493" y="6"/>
                </a:lnTo>
                <a:lnTo>
                  <a:pt x="476" y="8"/>
                </a:lnTo>
                <a:lnTo>
                  <a:pt x="458" y="10"/>
                </a:lnTo>
                <a:lnTo>
                  <a:pt x="441" y="13"/>
                </a:lnTo>
                <a:lnTo>
                  <a:pt x="424" y="16"/>
                </a:lnTo>
                <a:lnTo>
                  <a:pt x="407" y="19"/>
                </a:lnTo>
                <a:lnTo>
                  <a:pt x="390" y="23"/>
                </a:lnTo>
                <a:lnTo>
                  <a:pt x="374" y="27"/>
                </a:lnTo>
                <a:lnTo>
                  <a:pt x="357" y="31"/>
                </a:lnTo>
                <a:lnTo>
                  <a:pt x="341" y="36"/>
                </a:lnTo>
                <a:lnTo>
                  <a:pt x="325" y="41"/>
                </a:lnTo>
                <a:lnTo>
                  <a:pt x="309" y="47"/>
                </a:lnTo>
                <a:lnTo>
                  <a:pt x="294" y="53"/>
                </a:lnTo>
                <a:lnTo>
                  <a:pt x="279" y="59"/>
                </a:lnTo>
                <a:lnTo>
                  <a:pt x="264" y="66"/>
                </a:lnTo>
                <a:lnTo>
                  <a:pt x="249" y="72"/>
                </a:lnTo>
                <a:lnTo>
                  <a:pt x="235" y="80"/>
                </a:lnTo>
                <a:lnTo>
                  <a:pt x="221" y="87"/>
                </a:lnTo>
                <a:lnTo>
                  <a:pt x="207" y="95"/>
                </a:lnTo>
                <a:lnTo>
                  <a:pt x="194" y="103"/>
                </a:lnTo>
                <a:lnTo>
                  <a:pt x="181" y="112"/>
                </a:lnTo>
                <a:lnTo>
                  <a:pt x="168" y="120"/>
                </a:lnTo>
                <a:lnTo>
                  <a:pt x="156" y="129"/>
                </a:lnTo>
                <a:lnTo>
                  <a:pt x="144" y="139"/>
                </a:lnTo>
                <a:lnTo>
                  <a:pt x="133" y="148"/>
                </a:lnTo>
                <a:lnTo>
                  <a:pt x="122" y="158"/>
                </a:lnTo>
                <a:lnTo>
                  <a:pt x="111" y="168"/>
                </a:lnTo>
                <a:lnTo>
                  <a:pt x="101" y="178"/>
                </a:lnTo>
                <a:lnTo>
                  <a:pt x="91" y="189"/>
                </a:lnTo>
                <a:lnTo>
                  <a:pt x="81" y="200"/>
                </a:lnTo>
                <a:lnTo>
                  <a:pt x="73" y="211"/>
                </a:lnTo>
                <a:lnTo>
                  <a:pt x="64" y="222"/>
                </a:lnTo>
                <a:lnTo>
                  <a:pt x="57" y="233"/>
                </a:lnTo>
                <a:lnTo>
                  <a:pt x="49" y="244"/>
                </a:lnTo>
                <a:lnTo>
                  <a:pt x="43" y="256"/>
                </a:lnTo>
                <a:lnTo>
                  <a:pt x="37" y="268"/>
                </a:lnTo>
                <a:lnTo>
                  <a:pt x="31" y="280"/>
                </a:lnTo>
                <a:lnTo>
                  <a:pt x="26" y="292"/>
                </a:lnTo>
                <a:lnTo>
                  <a:pt x="21" y="304"/>
                </a:lnTo>
                <a:lnTo>
                  <a:pt x="17" y="316"/>
                </a:lnTo>
                <a:lnTo>
                  <a:pt x="13" y="328"/>
                </a:lnTo>
                <a:lnTo>
                  <a:pt x="10" y="341"/>
                </a:lnTo>
                <a:lnTo>
                  <a:pt x="8" y="353"/>
                </a:lnTo>
                <a:lnTo>
                  <a:pt x="6" y="366"/>
                </a:lnTo>
                <a:lnTo>
                  <a:pt x="5" y="378"/>
                </a:lnTo>
                <a:lnTo>
                  <a:pt x="4" y="391"/>
                </a:lnTo>
                <a:lnTo>
                  <a:pt x="4" y="403"/>
                </a:lnTo>
                <a:lnTo>
                  <a:pt x="4" y="416"/>
                </a:lnTo>
                <a:lnTo>
                  <a:pt x="5" y="428"/>
                </a:lnTo>
                <a:lnTo>
                  <a:pt x="6" y="441"/>
                </a:lnTo>
                <a:lnTo>
                  <a:pt x="8" y="453"/>
                </a:lnTo>
                <a:lnTo>
                  <a:pt x="10" y="466"/>
                </a:lnTo>
                <a:lnTo>
                  <a:pt x="13" y="478"/>
                </a:lnTo>
                <a:lnTo>
                  <a:pt x="17" y="491"/>
                </a:lnTo>
                <a:lnTo>
                  <a:pt x="21" y="503"/>
                </a:lnTo>
                <a:lnTo>
                  <a:pt x="26" y="515"/>
                </a:lnTo>
                <a:lnTo>
                  <a:pt x="31" y="527"/>
                </a:lnTo>
                <a:lnTo>
                  <a:pt x="37" y="539"/>
                </a:lnTo>
                <a:lnTo>
                  <a:pt x="43" y="551"/>
                </a:lnTo>
                <a:lnTo>
                  <a:pt x="49" y="562"/>
                </a:lnTo>
                <a:lnTo>
                  <a:pt x="57" y="574"/>
                </a:lnTo>
                <a:lnTo>
                  <a:pt x="64" y="585"/>
                </a:lnTo>
                <a:lnTo>
                  <a:pt x="73" y="596"/>
                </a:lnTo>
                <a:lnTo>
                  <a:pt x="81" y="607"/>
                </a:lnTo>
                <a:lnTo>
                  <a:pt x="91" y="618"/>
                </a:lnTo>
                <a:lnTo>
                  <a:pt x="101" y="628"/>
                </a:lnTo>
                <a:lnTo>
                  <a:pt x="111" y="638"/>
                </a:lnTo>
                <a:lnTo>
                  <a:pt x="122" y="648"/>
                </a:lnTo>
                <a:lnTo>
                  <a:pt x="133" y="658"/>
                </a:lnTo>
                <a:lnTo>
                  <a:pt x="144" y="668"/>
                </a:lnTo>
                <a:lnTo>
                  <a:pt x="156" y="677"/>
                </a:lnTo>
                <a:lnTo>
                  <a:pt x="168" y="687"/>
                </a:lnTo>
                <a:lnTo>
                  <a:pt x="181" y="696"/>
                </a:lnTo>
                <a:lnTo>
                  <a:pt x="194" y="704"/>
                </a:lnTo>
                <a:lnTo>
                  <a:pt x="207" y="713"/>
                </a:lnTo>
                <a:lnTo>
                  <a:pt x="221" y="720"/>
                </a:lnTo>
                <a:lnTo>
                  <a:pt x="235" y="728"/>
                </a:lnTo>
                <a:lnTo>
                  <a:pt x="249" y="735"/>
                </a:lnTo>
                <a:lnTo>
                  <a:pt x="264" y="742"/>
                </a:lnTo>
                <a:lnTo>
                  <a:pt x="279" y="749"/>
                </a:lnTo>
                <a:lnTo>
                  <a:pt x="294" y="755"/>
                </a:lnTo>
                <a:lnTo>
                  <a:pt x="309" y="761"/>
                </a:lnTo>
                <a:lnTo>
                  <a:pt x="325" y="766"/>
                </a:lnTo>
                <a:lnTo>
                  <a:pt x="341" y="771"/>
                </a:lnTo>
                <a:lnTo>
                  <a:pt x="357" y="776"/>
                </a:lnTo>
                <a:lnTo>
                  <a:pt x="374" y="781"/>
                </a:lnTo>
                <a:lnTo>
                  <a:pt x="390" y="785"/>
                </a:lnTo>
                <a:lnTo>
                  <a:pt x="407" y="788"/>
                </a:lnTo>
                <a:lnTo>
                  <a:pt x="424" y="792"/>
                </a:lnTo>
                <a:lnTo>
                  <a:pt x="441" y="795"/>
                </a:lnTo>
                <a:lnTo>
                  <a:pt x="458" y="797"/>
                </a:lnTo>
                <a:lnTo>
                  <a:pt x="476" y="799"/>
                </a:lnTo>
                <a:lnTo>
                  <a:pt x="493" y="801"/>
                </a:lnTo>
                <a:lnTo>
                  <a:pt x="510" y="803"/>
                </a:lnTo>
                <a:lnTo>
                  <a:pt x="528" y="804"/>
                </a:lnTo>
                <a:lnTo>
                  <a:pt x="545" y="804"/>
                </a:lnTo>
                <a:lnTo>
                  <a:pt x="563" y="804"/>
                </a:lnTo>
                <a:lnTo>
                  <a:pt x="580" y="804"/>
                </a:lnTo>
                <a:lnTo>
                  <a:pt x="598" y="804"/>
                </a:lnTo>
                <a:lnTo>
                  <a:pt x="616" y="803"/>
                </a:lnTo>
                <a:lnTo>
                  <a:pt x="633" y="801"/>
                </a:lnTo>
                <a:lnTo>
                  <a:pt x="650" y="799"/>
                </a:lnTo>
                <a:lnTo>
                  <a:pt x="668" y="797"/>
                </a:lnTo>
                <a:lnTo>
                  <a:pt x="685" y="795"/>
                </a:lnTo>
                <a:lnTo>
                  <a:pt x="702" y="792"/>
                </a:lnTo>
                <a:lnTo>
                  <a:pt x="719" y="788"/>
                </a:lnTo>
                <a:lnTo>
                  <a:pt x="736" y="785"/>
                </a:lnTo>
                <a:lnTo>
                  <a:pt x="752" y="781"/>
                </a:lnTo>
                <a:lnTo>
                  <a:pt x="769" y="776"/>
                </a:lnTo>
                <a:lnTo>
                  <a:pt x="785" y="771"/>
                </a:lnTo>
                <a:lnTo>
                  <a:pt x="801" y="766"/>
                </a:lnTo>
                <a:lnTo>
                  <a:pt x="816" y="761"/>
                </a:lnTo>
                <a:lnTo>
                  <a:pt x="832" y="755"/>
                </a:lnTo>
                <a:lnTo>
                  <a:pt x="847" y="749"/>
                </a:lnTo>
                <a:lnTo>
                  <a:pt x="862" y="742"/>
                </a:lnTo>
                <a:lnTo>
                  <a:pt x="877" y="735"/>
                </a:lnTo>
                <a:lnTo>
                  <a:pt x="891" y="728"/>
                </a:lnTo>
                <a:lnTo>
                  <a:pt x="905" y="720"/>
                </a:lnTo>
                <a:lnTo>
                  <a:pt x="919" y="713"/>
                </a:lnTo>
                <a:lnTo>
                  <a:pt x="932" y="704"/>
                </a:lnTo>
                <a:lnTo>
                  <a:pt x="945" y="696"/>
                </a:lnTo>
                <a:lnTo>
                  <a:pt x="958" y="687"/>
                </a:lnTo>
                <a:lnTo>
                  <a:pt x="970" y="677"/>
                </a:lnTo>
                <a:lnTo>
                  <a:pt x="982" y="668"/>
                </a:lnTo>
                <a:lnTo>
                  <a:pt x="993" y="658"/>
                </a:lnTo>
                <a:lnTo>
                  <a:pt x="1004" y="648"/>
                </a:lnTo>
                <a:lnTo>
                  <a:pt x="1015" y="638"/>
                </a:lnTo>
                <a:lnTo>
                  <a:pt x="1025" y="628"/>
                </a:lnTo>
                <a:lnTo>
                  <a:pt x="1034" y="618"/>
                </a:lnTo>
                <a:lnTo>
                  <a:pt x="1044" y="607"/>
                </a:lnTo>
                <a:lnTo>
                  <a:pt x="1052" y="596"/>
                </a:lnTo>
                <a:lnTo>
                  <a:pt x="1060" y="585"/>
                </a:lnTo>
                <a:lnTo>
                  <a:pt x="1068" y="574"/>
                </a:lnTo>
                <a:lnTo>
                  <a:pt x="1075" y="562"/>
                </a:lnTo>
                <a:lnTo>
                  <a:pt x="1082" y="551"/>
                </a:lnTo>
                <a:lnTo>
                  <a:pt x="1088" y="539"/>
                </a:lnTo>
                <a:lnTo>
                  <a:pt x="1094" y="527"/>
                </a:lnTo>
                <a:lnTo>
                  <a:pt x="1099" y="515"/>
                </a:lnTo>
                <a:lnTo>
                  <a:pt x="1104" y="503"/>
                </a:lnTo>
                <a:lnTo>
                  <a:pt x="1108" y="491"/>
                </a:lnTo>
                <a:lnTo>
                  <a:pt x="1111" y="478"/>
                </a:lnTo>
                <a:lnTo>
                  <a:pt x="1114" y="466"/>
                </a:lnTo>
                <a:lnTo>
                  <a:pt x="1117" y="453"/>
                </a:lnTo>
                <a:lnTo>
                  <a:pt x="1119" y="441"/>
                </a:lnTo>
                <a:lnTo>
                  <a:pt x="1120" y="428"/>
                </a:lnTo>
                <a:lnTo>
                  <a:pt x="1121" y="416"/>
                </a:lnTo>
                <a:lnTo>
                  <a:pt x="1121" y="403"/>
                </a:lnTo>
                <a:moveTo>
                  <a:pt x="1125" y="403"/>
                </a:moveTo>
                <a:lnTo>
                  <a:pt x="1125" y="416"/>
                </a:lnTo>
                <a:lnTo>
                  <a:pt x="1124" y="429"/>
                </a:lnTo>
                <a:lnTo>
                  <a:pt x="1123" y="441"/>
                </a:lnTo>
                <a:lnTo>
                  <a:pt x="1121" y="454"/>
                </a:lnTo>
                <a:lnTo>
                  <a:pt x="1118" y="466"/>
                </a:lnTo>
                <a:lnTo>
                  <a:pt x="1115" y="479"/>
                </a:lnTo>
                <a:lnTo>
                  <a:pt x="1112" y="491"/>
                </a:lnTo>
                <a:lnTo>
                  <a:pt x="1108" y="503"/>
                </a:lnTo>
                <a:lnTo>
                  <a:pt x="1103" y="516"/>
                </a:lnTo>
                <a:lnTo>
                  <a:pt x="1098" y="528"/>
                </a:lnTo>
                <a:lnTo>
                  <a:pt x="1092" y="540"/>
                </a:lnTo>
                <a:lnTo>
                  <a:pt x="1086" y="552"/>
                </a:lnTo>
                <a:lnTo>
                  <a:pt x="1079" y="563"/>
                </a:lnTo>
                <a:lnTo>
                  <a:pt x="1072" y="575"/>
                </a:lnTo>
                <a:lnTo>
                  <a:pt x="1064" y="586"/>
                </a:lnTo>
                <a:lnTo>
                  <a:pt x="1056" y="597"/>
                </a:lnTo>
                <a:lnTo>
                  <a:pt x="1047" y="608"/>
                </a:lnTo>
                <a:lnTo>
                  <a:pt x="1038" y="619"/>
                </a:lnTo>
                <a:lnTo>
                  <a:pt x="1028" y="630"/>
                </a:lnTo>
                <a:lnTo>
                  <a:pt x="1018" y="640"/>
                </a:lnTo>
                <a:lnTo>
                  <a:pt x="1007" y="650"/>
                </a:lnTo>
                <a:lnTo>
                  <a:pt x="996" y="660"/>
                </a:lnTo>
                <a:lnTo>
                  <a:pt x="985" y="670"/>
                </a:lnTo>
                <a:lnTo>
                  <a:pt x="973" y="680"/>
                </a:lnTo>
                <a:lnTo>
                  <a:pt x="961" y="689"/>
                </a:lnTo>
                <a:lnTo>
                  <a:pt x="948" y="698"/>
                </a:lnTo>
                <a:lnTo>
                  <a:pt x="935" y="706"/>
                </a:lnTo>
                <a:lnTo>
                  <a:pt x="921" y="715"/>
                </a:lnTo>
                <a:lnTo>
                  <a:pt x="908" y="723"/>
                </a:lnTo>
                <a:lnTo>
                  <a:pt x="893" y="730"/>
                </a:lnTo>
                <a:lnTo>
                  <a:pt x="879" y="737"/>
                </a:lnTo>
                <a:lnTo>
                  <a:pt x="864" y="744"/>
                </a:lnTo>
                <a:lnTo>
                  <a:pt x="849" y="751"/>
                </a:lnTo>
                <a:lnTo>
                  <a:pt x="834" y="757"/>
                </a:lnTo>
                <a:lnTo>
                  <a:pt x="818" y="763"/>
                </a:lnTo>
                <a:lnTo>
                  <a:pt x="802" y="769"/>
                </a:lnTo>
                <a:lnTo>
                  <a:pt x="786" y="774"/>
                </a:lnTo>
                <a:lnTo>
                  <a:pt x="770" y="779"/>
                </a:lnTo>
                <a:lnTo>
                  <a:pt x="753" y="783"/>
                </a:lnTo>
                <a:lnTo>
                  <a:pt x="737" y="787"/>
                </a:lnTo>
                <a:lnTo>
                  <a:pt x="720" y="791"/>
                </a:lnTo>
                <a:lnTo>
                  <a:pt x="703" y="794"/>
                </a:lnTo>
                <a:lnTo>
                  <a:pt x="686" y="797"/>
                </a:lnTo>
                <a:lnTo>
                  <a:pt x="668" y="800"/>
                </a:lnTo>
                <a:lnTo>
                  <a:pt x="651" y="802"/>
                </a:lnTo>
                <a:lnTo>
                  <a:pt x="633" y="804"/>
                </a:lnTo>
                <a:lnTo>
                  <a:pt x="616" y="805"/>
                </a:lnTo>
                <a:lnTo>
                  <a:pt x="598" y="806"/>
                </a:lnTo>
                <a:lnTo>
                  <a:pt x="581" y="807"/>
                </a:lnTo>
                <a:lnTo>
                  <a:pt x="563" y="807"/>
                </a:lnTo>
                <a:lnTo>
                  <a:pt x="545" y="807"/>
                </a:lnTo>
                <a:lnTo>
                  <a:pt x="528" y="806"/>
                </a:lnTo>
                <a:lnTo>
                  <a:pt x="510" y="805"/>
                </a:lnTo>
                <a:lnTo>
                  <a:pt x="492" y="804"/>
                </a:lnTo>
                <a:lnTo>
                  <a:pt x="475" y="802"/>
                </a:lnTo>
                <a:lnTo>
                  <a:pt x="458" y="800"/>
                </a:lnTo>
                <a:lnTo>
                  <a:pt x="440" y="797"/>
                </a:lnTo>
                <a:lnTo>
                  <a:pt x="423" y="794"/>
                </a:lnTo>
                <a:lnTo>
                  <a:pt x="406" y="791"/>
                </a:lnTo>
                <a:lnTo>
                  <a:pt x="389" y="787"/>
                </a:lnTo>
                <a:lnTo>
                  <a:pt x="372" y="783"/>
                </a:lnTo>
                <a:lnTo>
                  <a:pt x="356" y="779"/>
                </a:lnTo>
                <a:lnTo>
                  <a:pt x="340" y="774"/>
                </a:lnTo>
                <a:lnTo>
                  <a:pt x="324" y="769"/>
                </a:lnTo>
                <a:lnTo>
                  <a:pt x="308" y="763"/>
                </a:lnTo>
                <a:lnTo>
                  <a:pt x="292" y="757"/>
                </a:lnTo>
                <a:lnTo>
                  <a:pt x="277" y="751"/>
                </a:lnTo>
                <a:lnTo>
                  <a:pt x="262" y="744"/>
                </a:lnTo>
                <a:lnTo>
                  <a:pt x="247" y="737"/>
                </a:lnTo>
                <a:lnTo>
                  <a:pt x="232" y="730"/>
                </a:lnTo>
                <a:lnTo>
                  <a:pt x="218" y="723"/>
                </a:lnTo>
                <a:lnTo>
                  <a:pt x="205" y="715"/>
                </a:lnTo>
                <a:lnTo>
                  <a:pt x="191" y="706"/>
                </a:lnTo>
                <a:lnTo>
                  <a:pt x="178" y="698"/>
                </a:lnTo>
                <a:lnTo>
                  <a:pt x="165" y="689"/>
                </a:lnTo>
                <a:lnTo>
                  <a:pt x="153" y="680"/>
                </a:lnTo>
                <a:lnTo>
                  <a:pt x="141" y="670"/>
                </a:lnTo>
                <a:lnTo>
                  <a:pt x="130" y="660"/>
                </a:lnTo>
                <a:lnTo>
                  <a:pt x="119" y="650"/>
                </a:lnTo>
                <a:lnTo>
                  <a:pt x="108" y="640"/>
                </a:lnTo>
                <a:lnTo>
                  <a:pt x="98" y="630"/>
                </a:lnTo>
                <a:lnTo>
                  <a:pt x="88" y="619"/>
                </a:lnTo>
                <a:lnTo>
                  <a:pt x="78" y="608"/>
                </a:lnTo>
                <a:lnTo>
                  <a:pt x="69" y="597"/>
                </a:lnTo>
                <a:lnTo>
                  <a:pt x="61" y="586"/>
                </a:lnTo>
                <a:lnTo>
                  <a:pt x="53" y="575"/>
                </a:lnTo>
                <a:lnTo>
                  <a:pt x="46" y="563"/>
                </a:lnTo>
                <a:lnTo>
                  <a:pt x="39" y="552"/>
                </a:lnTo>
                <a:lnTo>
                  <a:pt x="33" y="540"/>
                </a:lnTo>
                <a:lnTo>
                  <a:pt x="27" y="528"/>
                </a:lnTo>
                <a:lnTo>
                  <a:pt x="22" y="516"/>
                </a:lnTo>
                <a:lnTo>
                  <a:pt x="17" y="503"/>
                </a:lnTo>
                <a:lnTo>
                  <a:pt x="13" y="491"/>
                </a:lnTo>
                <a:lnTo>
                  <a:pt x="10" y="479"/>
                </a:lnTo>
                <a:lnTo>
                  <a:pt x="7" y="466"/>
                </a:lnTo>
                <a:lnTo>
                  <a:pt x="4" y="454"/>
                </a:lnTo>
                <a:lnTo>
                  <a:pt x="2" y="441"/>
                </a:lnTo>
                <a:lnTo>
                  <a:pt x="1" y="429"/>
                </a:lnTo>
                <a:lnTo>
                  <a:pt x="0" y="416"/>
                </a:lnTo>
                <a:lnTo>
                  <a:pt x="0" y="403"/>
                </a:lnTo>
                <a:lnTo>
                  <a:pt x="0" y="391"/>
                </a:lnTo>
                <a:lnTo>
                  <a:pt x="1" y="378"/>
                </a:lnTo>
                <a:lnTo>
                  <a:pt x="2" y="365"/>
                </a:lnTo>
                <a:lnTo>
                  <a:pt x="4" y="353"/>
                </a:lnTo>
                <a:lnTo>
                  <a:pt x="7" y="340"/>
                </a:lnTo>
                <a:lnTo>
                  <a:pt x="10" y="328"/>
                </a:lnTo>
                <a:lnTo>
                  <a:pt x="13" y="315"/>
                </a:lnTo>
                <a:lnTo>
                  <a:pt x="17" y="303"/>
                </a:lnTo>
                <a:lnTo>
                  <a:pt x="22" y="291"/>
                </a:lnTo>
                <a:lnTo>
                  <a:pt x="27" y="279"/>
                </a:lnTo>
                <a:lnTo>
                  <a:pt x="33" y="267"/>
                </a:lnTo>
                <a:lnTo>
                  <a:pt x="39" y="255"/>
                </a:lnTo>
                <a:lnTo>
                  <a:pt x="46" y="243"/>
                </a:lnTo>
                <a:lnTo>
                  <a:pt x="53" y="232"/>
                </a:lnTo>
                <a:lnTo>
                  <a:pt x="61" y="220"/>
                </a:lnTo>
                <a:lnTo>
                  <a:pt x="69" y="209"/>
                </a:lnTo>
                <a:lnTo>
                  <a:pt x="78" y="198"/>
                </a:lnTo>
                <a:lnTo>
                  <a:pt x="88" y="187"/>
                </a:lnTo>
                <a:lnTo>
                  <a:pt x="98" y="177"/>
                </a:lnTo>
                <a:lnTo>
                  <a:pt x="108" y="167"/>
                </a:lnTo>
                <a:lnTo>
                  <a:pt x="119" y="156"/>
                </a:lnTo>
                <a:lnTo>
                  <a:pt x="130" y="147"/>
                </a:lnTo>
                <a:lnTo>
                  <a:pt x="141" y="137"/>
                </a:lnTo>
                <a:lnTo>
                  <a:pt x="153" y="128"/>
                </a:lnTo>
                <a:lnTo>
                  <a:pt x="165" y="118"/>
                </a:lnTo>
                <a:lnTo>
                  <a:pt x="178" y="110"/>
                </a:lnTo>
                <a:lnTo>
                  <a:pt x="191" y="101"/>
                </a:lnTo>
                <a:lnTo>
                  <a:pt x="205" y="93"/>
                </a:lnTo>
                <a:lnTo>
                  <a:pt x="218" y="85"/>
                </a:lnTo>
                <a:lnTo>
                  <a:pt x="232" y="77"/>
                </a:lnTo>
                <a:lnTo>
                  <a:pt x="247" y="70"/>
                </a:lnTo>
                <a:lnTo>
                  <a:pt x="262" y="63"/>
                </a:lnTo>
                <a:lnTo>
                  <a:pt x="277" y="57"/>
                </a:lnTo>
                <a:lnTo>
                  <a:pt x="292" y="50"/>
                </a:lnTo>
                <a:lnTo>
                  <a:pt x="308" y="44"/>
                </a:lnTo>
                <a:lnTo>
                  <a:pt x="324" y="39"/>
                </a:lnTo>
                <a:lnTo>
                  <a:pt x="340" y="34"/>
                </a:lnTo>
                <a:lnTo>
                  <a:pt x="356" y="29"/>
                </a:lnTo>
                <a:lnTo>
                  <a:pt x="372" y="24"/>
                </a:lnTo>
                <a:lnTo>
                  <a:pt x="389" y="20"/>
                </a:lnTo>
                <a:lnTo>
                  <a:pt x="406" y="16"/>
                </a:lnTo>
                <a:lnTo>
                  <a:pt x="423" y="13"/>
                </a:lnTo>
                <a:lnTo>
                  <a:pt x="440" y="10"/>
                </a:lnTo>
                <a:lnTo>
                  <a:pt x="458" y="8"/>
                </a:lnTo>
                <a:lnTo>
                  <a:pt x="475" y="5"/>
                </a:lnTo>
                <a:lnTo>
                  <a:pt x="492" y="4"/>
                </a:lnTo>
                <a:lnTo>
                  <a:pt x="510" y="2"/>
                </a:lnTo>
                <a:lnTo>
                  <a:pt x="528" y="1"/>
                </a:lnTo>
                <a:lnTo>
                  <a:pt x="545" y="1"/>
                </a:lnTo>
                <a:lnTo>
                  <a:pt x="563" y="0"/>
                </a:lnTo>
                <a:lnTo>
                  <a:pt x="581" y="1"/>
                </a:lnTo>
                <a:lnTo>
                  <a:pt x="598" y="1"/>
                </a:lnTo>
                <a:lnTo>
                  <a:pt x="616" y="2"/>
                </a:lnTo>
                <a:lnTo>
                  <a:pt x="633" y="4"/>
                </a:lnTo>
                <a:lnTo>
                  <a:pt x="651" y="5"/>
                </a:lnTo>
                <a:lnTo>
                  <a:pt x="668" y="8"/>
                </a:lnTo>
                <a:lnTo>
                  <a:pt x="686" y="10"/>
                </a:lnTo>
                <a:lnTo>
                  <a:pt x="703" y="13"/>
                </a:lnTo>
                <a:lnTo>
                  <a:pt x="720" y="16"/>
                </a:lnTo>
                <a:lnTo>
                  <a:pt x="737" y="20"/>
                </a:lnTo>
                <a:lnTo>
                  <a:pt x="753" y="24"/>
                </a:lnTo>
                <a:lnTo>
                  <a:pt x="770" y="29"/>
                </a:lnTo>
                <a:lnTo>
                  <a:pt x="786" y="34"/>
                </a:lnTo>
                <a:lnTo>
                  <a:pt x="802" y="39"/>
                </a:lnTo>
                <a:lnTo>
                  <a:pt x="818" y="44"/>
                </a:lnTo>
                <a:lnTo>
                  <a:pt x="834" y="50"/>
                </a:lnTo>
                <a:lnTo>
                  <a:pt x="849" y="57"/>
                </a:lnTo>
                <a:lnTo>
                  <a:pt x="864" y="63"/>
                </a:lnTo>
                <a:lnTo>
                  <a:pt x="879" y="70"/>
                </a:lnTo>
                <a:lnTo>
                  <a:pt x="893" y="77"/>
                </a:lnTo>
                <a:lnTo>
                  <a:pt x="908" y="85"/>
                </a:lnTo>
                <a:lnTo>
                  <a:pt x="921" y="93"/>
                </a:lnTo>
                <a:lnTo>
                  <a:pt x="935" y="101"/>
                </a:lnTo>
                <a:lnTo>
                  <a:pt x="948" y="110"/>
                </a:lnTo>
                <a:lnTo>
                  <a:pt x="961" y="118"/>
                </a:lnTo>
                <a:lnTo>
                  <a:pt x="973" y="128"/>
                </a:lnTo>
                <a:lnTo>
                  <a:pt x="985" y="137"/>
                </a:lnTo>
                <a:lnTo>
                  <a:pt x="996" y="147"/>
                </a:lnTo>
                <a:lnTo>
                  <a:pt x="1007" y="156"/>
                </a:lnTo>
                <a:lnTo>
                  <a:pt x="1018" y="167"/>
                </a:lnTo>
                <a:lnTo>
                  <a:pt x="1028" y="177"/>
                </a:lnTo>
                <a:lnTo>
                  <a:pt x="1038" y="187"/>
                </a:lnTo>
                <a:lnTo>
                  <a:pt x="1047" y="198"/>
                </a:lnTo>
                <a:lnTo>
                  <a:pt x="1056" y="209"/>
                </a:lnTo>
                <a:lnTo>
                  <a:pt x="1064" y="220"/>
                </a:lnTo>
                <a:lnTo>
                  <a:pt x="1072" y="232"/>
                </a:lnTo>
                <a:lnTo>
                  <a:pt x="1079" y="243"/>
                </a:lnTo>
                <a:lnTo>
                  <a:pt x="1086" y="255"/>
                </a:lnTo>
                <a:lnTo>
                  <a:pt x="1092" y="267"/>
                </a:lnTo>
                <a:lnTo>
                  <a:pt x="1098" y="279"/>
                </a:lnTo>
                <a:lnTo>
                  <a:pt x="1103" y="291"/>
                </a:lnTo>
                <a:lnTo>
                  <a:pt x="1108" y="303"/>
                </a:lnTo>
                <a:lnTo>
                  <a:pt x="1112" y="315"/>
                </a:lnTo>
                <a:lnTo>
                  <a:pt x="1115" y="328"/>
                </a:lnTo>
                <a:lnTo>
                  <a:pt x="1118" y="340"/>
                </a:lnTo>
                <a:lnTo>
                  <a:pt x="1121" y="353"/>
                </a:lnTo>
                <a:lnTo>
                  <a:pt x="1123" y="365"/>
                </a:lnTo>
                <a:lnTo>
                  <a:pt x="1124" y="378"/>
                </a:lnTo>
                <a:lnTo>
                  <a:pt x="1125" y="391"/>
                </a:lnTo>
                <a:lnTo>
                  <a:pt x="1125" y="403"/>
                </a:lnTo>
                <a:close/>
              </a:path>
            </a:pathLst>
          </a:custGeom>
          <a:solidFill>
            <a:srgbClr val="ff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3" name=""/>
          <p:cNvSpPr/>
          <p:nvPr/>
        </p:nvSpPr>
        <p:spPr>
          <a:xfrm>
            <a:off x="7858800" y="2798280"/>
            <a:ext cx="407880" cy="292320"/>
          </a:xfrm>
          <a:custGeom>
            <a:avLst/>
            <a:gdLst/>
            <a:ahLst/>
            <a:rect l="0" t="0" r="r" b="b"/>
            <a:pathLst>
              <a:path w="1133" h="812">
                <a:moveTo>
                  <a:pt x="1129" y="405"/>
                </a:moveTo>
                <a:lnTo>
                  <a:pt x="1129" y="393"/>
                </a:lnTo>
                <a:lnTo>
                  <a:pt x="1128" y="380"/>
                </a:lnTo>
                <a:lnTo>
                  <a:pt x="1127" y="367"/>
                </a:lnTo>
                <a:lnTo>
                  <a:pt x="1125" y="355"/>
                </a:lnTo>
                <a:lnTo>
                  <a:pt x="1122" y="342"/>
                </a:lnTo>
                <a:lnTo>
                  <a:pt x="1119" y="330"/>
                </a:lnTo>
                <a:lnTo>
                  <a:pt x="1116" y="317"/>
                </a:lnTo>
                <a:lnTo>
                  <a:pt x="1112" y="305"/>
                </a:lnTo>
                <a:lnTo>
                  <a:pt x="1107" y="293"/>
                </a:lnTo>
                <a:lnTo>
                  <a:pt x="1102" y="281"/>
                </a:lnTo>
                <a:lnTo>
                  <a:pt x="1096" y="269"/>
                </a:lnTo>
                <a:lnTo>
                  <a:pt x="1090" y="257"/>
                </a:lnTo>
                <a:lnTo>
                  <a:pt x="1083" y="245"/>
                </a:lnTo>
                <a:lnTo>
                  <a:pt x="1076" y="234"/>
                </a:lnTo>
                <a:lnTo>
                  <a:pt x="1068" y="222"/>
                </a:lnTo>
                <a:lnTo>
                  <a:pt x="1060" y="211"/>
                </a:lnTo>
                <a:lnTo>
                  <a:pt x="1051" y="200"/>
                </a:lnTo>
                <a:lnTo>
                  <a:pt x="1042" y="189"/>
                </a:lnTo>
                <a:lnTo>
                  <a:pt x="1032" y="179"/>
                </a:lnTo>
                <a:lnTo>
                  <a:pt x="1022" y="169"/>
                </a:lnTo>
                <a:lnTo>
                  <a:pt x="1011" y="158"/>
                </a:lnTo>
                <a:lnTo>
                  <a:pt x="1000" y="149"/>
                </a:lnTo>
                <a:lnTo>
                  <a:pt x="989" y="139"/>
                </a:lnTo>
                <a:lnTo>
                  <a:pt x="977" y="130"/>
                </a:lnTo>
                <a:lnTo>
                  <a:pt x="965" y="120"/>
                </a:lnTo>
                <a:lnTo>
                  <a:pt x="952" y="112"/>
                </a:lnTo>
                <a:lnTo>
                  <a:pt x="939" y="103"/>
                </a:lnTo>
                <a:lnTo>
                  <a:pt x="925" y="95"/>
                </a:lnTo>
                <a:lnTo>
                  <a:pt x="912" y="87"/>
                </a:lnTo>
                <a:lnTo>
                  <a:pt x="897" y="79"/>
                </a:lnTo>
                <a:lnTo>
                  <a:pt x="883" y="72"/>
                </a:lnTo>
                <a:lnTo>
                  <a:pt x="868" y="65"/>
                </a:lnTo>
                <a:lnTo>
                  <a:pt x="853" y="59"/>
                </a:lnTo>
                <a:lnTo>
                  <a:pt x="838" y="52"/>
                </a:lnTo>
                <a:lnTo>
                  <a:pt x="822" y="46"/>
                </a:lnTo>
                <a:lnTo>
                  <a:pt x="806" y="41"/>
                </a:lnTo>
                <a:lnTo>
                  <a:pt x="790" y="36"/>
                </a:lnTo>
                <a:lnTo>
                  <a:pt x="774" y="31"/>
                </a:lnTo>
                <a:lnTo>
                  <a:pt x="757" y="26"/>
                </a:lnTo>
                <a:lnTo>
                  <a:pt x="741" y="22"/>
                </a:lnTo>
                <a:lnTo>
                  <a:pt x="724" y="18"/>
                </a:lnTo>
                <a:lnTo>
                  <a:pt x="707" y="15"/>
                </a:lnTo>
                <a:lnTo>
                  <a:pt x="690" y="12"/>
                </a:lnTo>
                <a:lnTo>
                  <a:pt x="672" y="10"/>
                </a:lnTo>
                <a:lnTo>
                  <a:pt x="655" y="7"/>
                </a:lnTo>
                <a:lnTo>
                  <a:pt x="637" y="6"/>
                </a:lnTo>
                <a:lnTo>
                  <a:pt x="620" y="4"/>
                </a:lnTo>
                <a:lnTo>
                  <a:pt x="602" y="3"/>
                </a:lnTo>
                <a:lnTo>
                  <a:pt x="585" y="3"/>
                </a:lnTo>
                <a:lnTo>
                  <a:pt x="567" y="2"/>
                </a:lnTo>
                <a:lnTo>
                  <a:pt x="549" y="3"/>
                </a:lnTo>
                <a:lnTo>
                  <a:pt x="532" y="3"/>
                </a:lnTo>
                <a:lnTo>
                  <a:pt x="514" y="4"/>
                </a:lnTo>
                <a:lnTo>
                  <a:pt x="496" y="6"/>
                </a:lnTo>
                <a:lnTo>
                  <a:pt x="479" y="7"/>
                </a:lnTo>
                <a:lnTo>
                  <a:pt x="462" y="10"/>
                </a:lnTo>
                <a:lnTo>
                  <a:pt x="444" y="12"/>
                </a:lnTo>
                <a:lnTo>
                  <a:pt x="427" y="15"/>
                </a:lnTo>
                <a:lnTo>
                  <a:pt x="410" y="18"/>
                </a:lnTo>
                <a:lnTo>
                  <a:pt x="393" y="22"/>
                </a:lnTo>
                <a:lnTo>
                  <a:pt x="376" y="26"/>
                </a:lnTo>
                <a:lnTo>
                  <a:pt x="360" y="31"/>
                </a:lnTo>
                <a:lnTo>
                  <a:pt x="344" y="36"/>
                </a:lnTo>
                <a:lnTo>
                  <a:pt x="328" y="41"/>
                </a:lnTo>
                <a:lnTo>
                  <a:pt x="312" y="46"/>
                </a:lnTo>
                <a:lnTo>
                  <a:pt x="296" y="52"/>
                </a:lnTo>
                <a:lnTo>
                  <a:pt x="281" y="59"/>
                </a:lnTo>
                <a:lnTo>
                  <a:pt x="266" y="65"/>
                </a:lnTo>
                <a:lnTo>
                  <a:pt x="251" y="72"/>
                </a:lnTo>
                <a:lnTo>
                  <a:pt x="235" y="79"/>
                </a:lnTo>
                <a:lnTo>
                  <a:pt x="221" y="87"/>
                </a:lnTo>
                <a:lnTo>
                  <a:pt x="208" y="95"/>
                </a:lnTo>
                <a:lnTo>
                  <a:pt x="194" y="103"/>
                </a:lnTo>
                <a:lnTo>
                  <a:pt x="181" y="112"/>
                </a:lnTo>
                <a:lnTo>
                  <a:pt x="168" y="120"/>
                </a:lnTo>
                <a:lnTo>
                  <a:pt x="156" y="130"/>
                </a:lnTo>
                <a:lnTo>
                  <a:pt x="144" y="139"/>
                </a:lnTo>
                <a:lnTo>
                  <a:pt x="133" y="149"/>
                </a:lnTo>
                <a:lnTo>
                  <a:pt x="122" y="158"/>
                </a:lnTo>
                <a:lnTo>
                  <a:pt x="111" y="169"/>
                </a:lnTo>
                <a:lnTo>
                  <a:pt x="101" y="179"/>
                </a:lnTo>
                <a:lnTo>
                  <a:pt x="91" y="189"/>
                </a:lnTo>
                <a:lnTo>
                  <a:pt x="82" y="200"/>
                </a:lnTo>
                <a:lnTo>
                  <a:pt x="73" y="211"/>
                </a:lnTo>
                <a:lnTo>
                  <a:pt x="65" y="222"/>
                </a:lnTo>
                <a:lnTo>
                  <a:pt x="57" y="234"/>
                </a:lnTo>
                <a:lnTo>
                  <a:pt x="50" y="245"/>
                </a:lnTo>
                <a:lnTo>
                  <a:pt x="43" y="257"/>
                </a:lnTo>
                <a:lnTo>
                  <a:pt x="37" y="269"/>
                </a:lnTo>
                <a:lnTo>
                  <a:pt x="31" y="281"/>
                </a:lnTo>
                <a:lnTo>
                  <a:pt x="26" y="293"/>
                </a:lnTo>
                <a:lnTo>
                  <a:pt x="21" y="305"/>
                </a:lnTo>
                <a:lnTo>
                  <a:pt x="17" y="317"/>
                </a:lnTo>
                <a:lnTo>
                  <a:pt x="14" y="330"/>
                </a:lnTo>
                <a:lnTo>
                  <a:pt x="11" y="342"/>
                </a:lnTo>
                <a:lnTo>
                  <a:pt x="8" y="355"/>
                </a:lnTo>
                <a:lnTo>
                  <a:pt x="6" y="367"/>
                </a:lnTo>
                <a:lnTo>
                  <a:pt x="5" y="380"/>
                </a:lnTo>
                <a:lnTo>
                  <a:pt x="4" y="393"/>
                </a:lnTo>
                <a:lnTo>
                  <a:pt x="4" y="405"/>
                </a:lnTo>
                <a:lnTo>
                  <a:pt x="4" y="418"/>
                </a:lnTo>
                <a:lnTo>
                  <a:pt x="5" y="431"/>
                </a:lnTo>
                <a:lnTo>
                  <a:pt x="6" y="443"/>
                </a:lnTo>
                <a:lnTo>
                  <a:pt x="8" y="456"/>
                </a:lnTo>
                <a:lnTo>
                  <a:pt x="11" y="468"/>
                </a:lnTo>
                <a:lnTo>
                  <a:pt x="14" y="481"/>
                </a:lnTo>
                <a:lnTo>
                  <a:pt x="17" y="493"/>
                </a:lnTo>
                <a:lnTo>
                  <a:pt x="21" y="505"/>
                </a:lnTo>
                <a:lnTo>
                  <a:pt x="26" y="518"/>
                </a:lnTo>
                <a:lnTo>
                  <a:pt x="31" y="530"/>
                </a:lnTo>
                <a:lnTo>
                  <a:pt x="37" y="542"/>
                </a:lnTo>
                <a:lnTo>
                  <a:pt x="43" y="554"/>
                </a:lnTo>
                <a:lnTo>
                  <a:pt x="50" y="565"/>
                </a:lnTo>
                <a:lnTo>
                  <a:pt x="57" y="577"/>
                </a:lnTo>
                <a:lnTo>
                  <a:pt x="65" y="588"/>
                </a:lnTo>
                <a:lnTo>
                  <a:pt x="73" y="599"/>
                </a:lnTo>
                <a:lnTo>
                  <a:pt x="82" y="610"/>
                </a:lnTo>
                <a:lnTo>
                  <a:pt x="91" y="621"/>
                </a:lnTo>
                <a:lnTo>
                  <a:pt x="101" y="632"/>
                </a:lnTo>
                <a:lnTo>
                  <a:pt x="111" y="642"/>
                </a:lnTo>
                <a:lnTo>
                  <a:pt x="122" y="652"/>
                </a:lnTo>
                <a:lnTo>
                  <a:pt x="133" y="662"/>
                </a:lnTo>
                <a:lnTo>
                  <a:pt x="144" y="672"/>
                </a:lnTo>
                <a:lnTo>
                  <a:pt x="156" y="681"/>
                </a:lnTo>
                <a:lnTo>
                  <a:pt x="168" y="690"/>
                </a:lnTo>
                <a:lnTo>
                  <a:pt x="181" y="699"/>
                </a:lnTo>
                <a:lnTo>
                  <a:pt x="194" y="707"/>
                </a:lnTo>
                <a:lnTo>
                  <a:pt x="208" y="716"/>
                </a:lnTo>
                <a:lnTo>
                  <a:pt x="221" y="724"/>
                </a:lnTo>
                <a:lnTo>
                  <a:pt x="235" y="731"/>
                </a:lnTo>
                <a:lnTo>
                  <a:pt x="251" y="738"/>
                </a:lnTo>
                <a:lnTo>
                  <a:pt x="266" y="746"/>
                </a:lnTo>
                <a:lnTo>
                  <a:pt x="281" y="753"/>
                </a:lnTo>
                <a:lnTo>
                  <a:pt x="296" y="759"/>
                </a:lnTo>
                <a:lnTo>
                  <a:pt x="312" y="765"/>
                </a:lnTo>
                <a:lnTo>
                  <a:pt x="328" y="771"/>
                </a:lnTo>
                <a:lnTo>
                  <a:pt x="344" y="776"/>
                </a:lnTo>
                <a:lnTo>
                  <a:pt x="360" y="781"/>
                </a:lnTo>
                <a:lnTo>
                  <a:pt x="376" y="785"/>
                </a:lnTo>
                <a:lnTo>
                  <a:pt x="393" y="789"/>
                </a:lnTo>
                <a:lnTo>
                  <a:pt x="410" y="793"/>
                </a:lnTo>
                <a:lnTo>
                  <a:pt x="427" y="796"/>
                </a:lnTo>
                <a:lnTo>
                  <a:pt x="444" y="799"/>
                </a:lnTo>
                <a:lnTo>
                  <a:pt x="462" y="802"/>
                </a:lnTo>
                <a:lnTo>
                  <a:pt x="479" y="804"/>
                </a:lnTo>
                <a:lnTo>
                  <a:pt x="496" y="806"/>
                </a:lnTo>
                <a:lnTo>
                  <a:pt x="514" y="807"/>
                </a:lnTo>
                <a:lnTo>
                  <a:pt x="532" y="808"/>
                </a:lnTo>
                <a:lnTo>
                  <a:pt x="549" y="809"/>
                </a:lnTo>
                <a:lnTo>
                  <a:pt x="567" y="809"/>
                </a:lnTo>
                <a:lnTo>
                  <a:pt x="585" y="809"/>
                </a:lnTo>
                <a:lnTo>
                  <a:pt x="602" y="808"/>
                </a:lnTo>
                <a:lnTo>
                  <a:pt x="620" y="807"/>
                </a:lnTo>
                <a:lnTo>
                  <a:pt x="637" y="806"/>
                </a:lnTo>
                <a:lnTo>
                  <a:pt x="655" y="804"/>
                </a:lnTo>
                <a:lnTo>
                  <a:pt x="672" y="802"/>
                </a:lnTo>
                <a:lnTo>
                  <a:pt x="690" y="799"/>
                </a:lnTo>
                <a:lnTo>
                  <a:pt x="707" y="796"/>
                </a:lnTo>
                <a:lnTo>
                  <a:pt x="724" y="793"/>
                </a:lnTo>
                <a:lnTo>
                  <a:pt x="741" y="789"/>
                </a:lnTo>
                <a:lnTo>
                  <a:pt x="757" y="785"/>
                </a:lnTo>
                <a:lnTo>
                  <a:pt x="774" y="781"/>
                </a:lnTo>
                <a:lnTo>
                  <a:pt x="790" y="776"/>
                </a:lnTo>
                <a:lnTo>
                  <a:pt x="806" y="771"/>
                </a:lnTo>
                <a:lnTo>
                  <a:pt x="822" y="765"/>
                </a:lnTo>
                <a:lnTo>
                  <a:pt x="838" y="759"/>
                </a:lnTo>
                <a:lnTo>
                  <a:pt x="853" y="753"/>
                </a:lnTo>
                <a:lnTo>
                  <a:pt x="868" y="746"/>
                </a:lnTo>
                <a:lnTo>
                  <a:pt x="883" y="738"/>
                </a:lnTo>
                <a:lnTo>
                  <a:pt x="897" y="731"/>
                </a:lnTo>
                <a:lnTo>
                  <a:pt x="912" y="724"/>
                </a:lnTo>
                <a:lnTo>
                  <a:pt x="925" y="716"/>
                </a:lnTo>
                <a:lnTo>
                  <a:pt x="939" y="707"/>
                </a:lnTo>
                <a:lnTo>
                  <a:pt x="952" y="699"/>
                </a:lnTo>
                <a:lnTo>
                  <a:pt x="965" y="690"/>
                </a:lnTo>
                <a:lnTo>
                  <a:pt x="977" y="681"/>
                </a:lnTo>
                <a:lnTo>
                  <a:pt x="989" y="672"/>
                </a:lnTo>
                <a:lnTo>
                  <a:pt x="1000" y="662"/>
                </a:lnTo>
                <a:lnTo>
                  <a:pt x="1011" y="652"/>
                </a:lnTo>
                <a:lnTo>
                  <a:pt x="1022" y="642"/>
                </a:lnTo>
                <a:lnTo>
                  <a:pt x="1032" y="632"/>
                </a:lnTo>
                <a:lnTo>
                  <a:pt x="1042" y="621"/>
                </a:lnTo>
                <a:lnTo>
                  <a:pt x="1051" y="610"/>
                </a:lnTo>
                <a:lnTo>
                  <a:pt x="1060" y="599"/>
                </a:lnTo>
                <a:lnTo>
                  <a:pt x="1068" y="588"/>
                </a:lnTo>
                <a:lnTo>
                  <a:pt x="1076" y="577"/>
                </a:lnTo>
                <a:lnTo>
                  <a:pt x="1083" y="565"/>
                </a:lnTo>
                <a:lnTo>
                  <a:pt x="1090" y="554"/>
                </a:lnTo>
                <a:lnTo>
                  <a:pt x="1096" y="542"/>
                </a:lnTo>
                <a:lnTo>
                  <a:pt x="1102" y="530"/>
                </a:lnTo>
                <a:lnTo>
                  <a:pt x="1107" y="518"/>
                </a:lnTo>
                <a:lnTo>
                  <a:pt x="1112" y="505"/>
                </a:lnTo>
                <a:lnTo>
                  <a:pt x="1116" y="493"/>
                </a:lnTo>
                <a:lnTo>
                  <a:pt x="1119" y="481"/>
                </a:lnTo>
                <a:lnTo>
                  <a:pt x="1122" y="468"/>
                </a:lnTo>
                <a:lnTo>
                  <a:pt x="1125" y="456"/>
                </a:lnTo>
                <a:lnTo>
                  <a:pt x="1127" y="443"/>
                </a:lnTo>
                <a:lnTo>
                  <a:pt x="1128" y="431"/>
                </a:lnTo>
                <a:lnTo>
                  <a:pt x="1129" y="418"/>
                </a:lnTo>
                <a:lnTo>
                  <a:pt x="1129" y="405"/>
                </a:lnTo>
                <a:moveTo>
                  <a:pt x="1133" y="405"/>
                </a:moveTo>
                <a:lnTo>
                  <a:pt x="1133" y="418"/>
                </a:lnTo>
                <a:lnTo>
                  <a:pt x="1132" y="431"/>
                </a:lnTo>
                <a:lnTo>
                  <a:pt x="1131" y="443"/>
                </a:lnTo>
                <a:lnTo>
                  <a:pt x="1129" y="456"/>
                </a:lnTo>
                <a:lnTo>
                  <a:pt x="1126" y="469"/>
                </a:lnTo>
                <a:lnTo>
                  <a:pt x="1123" y="481"/>
                </a:lnTo>
                <a:lnTo>
                  <a:pt x="1119" y="494"/>
                </a:lnTo>
                <a:lnTo>
                  <a:pt x="1115" y="506"/>
                </a:lnTo>
                <a:lnTo>
                  <a:pt x="1111" y="518"/>
                </a:lnTo>
                <a:lnTo>
                  <a:pt x="1105" y="531"/>
                </a:lnTo>
                <a:lnTo>
                  <a:pt x="1100" y="543"/>
                </a:lnTo>
                <a:lnTo>
                  <a:pt x="1093" y="555"/>
                </a:lnTo>
                <a:lnTo>
                  <a:pt x="1087" y="566"/>
                </a:lnTo>
                <a:lnTo>
                  <a:pt x="1079" y="578"/>
                </a:lnTo>
                <a:lnTo>
                  <a:pt x="1071" y="589"/>
                </a:lnTo>
                <a:lnTo>
                  <a:pt x="1063" y="601"/>
                </a:lnTo>
                <a:lnTo>
                  <a:pt x="1054" y="612"/>
                </a:lnTo>
                <a:lnTo>
                  <a:pt x="1045" y="623"/>
                </a:lnTo>
                <a:lnTo>
                  <a:pt x="1035" y="633"/>
                </a:lnTo>
                <a:lnTo>
                  <a:pt x="1025" y="644"/>
                </a:lnTo>
                <a:lnTo>
                  <a:pt x="1014" y="654"/>
                </a:lnTo>
                <a:lnTo>
                  <a:pt x="1003" y="664"/>
                </a:lnTo>
                <a:lnTo>
                  <a:pt x="992" y="674"/>
                </a:lnTo>
                <a:lnTo>
                  <a:pt x="980" y="683"/>
                </a:lnTo>
                <a:lnTo>
                  <a:pt x="967" y="692"/>
                </a:lnTo>
                <a:lnTo>
                  <a:pt x="955" y="701"/>
                </a:lnTo>
                <a:lnTo>
                  <a:pt x="941" y="710"/>
                </a:lnTo>
                <a:lnTo>
                  <a:pt x="928" y="718"/>
                </a:lnTo>
                <a:lnTo>
                  <a:pt x="914" y="726"/>
                </a:lnTo>
                <a:lnTo>
                  <a:pt x="900" y="733"/>
                </a:lnTo>
                <a:lnTo>
                  <a:pt x="885" y="741"/>
                </a:lnTo>
                <a:lnTo>
                  <a:pt x="870" y="749"/>
                </a:lnTo>
                <a:lnTo>
                  <a:pt x="855" y="755"/>
                </a:lnTo>
                <a:lnTo>
                  <a:pt x="840" y="762"/>
                </a:lnTo>
                <a:lnTo>
                  <a:pt x="824" y="768"/>
                </a:lnTo>
                <a:lnTo>
                  <a:pt x="808" y="773"/>
                </a:lnTo>
                <a:lnTo>
                  <a:pt x="792" y="779"/>
                </a:lnTo>
                <a:lnTo>
                  <a:pt x="775" y="783"/>
                </a:lnTo>
                <a:lnTo>
                  <a:pt x="759" y="788"/>
                </a:lnTo>
                <a:lnTo>
                  <a:pt x="742" y="792"/>
                </a:lnTo>
                <a:lnTo>
                  <a:pt x="725" y="796"/>
                </a:lnTo>
                <a:lnTo>
                  <a:pt x="708" y="799"/>
                </a:lnTo>
                <a:lnTo>
                  <a:pt x="690" y="802"/>
                </a:lnTo>
                <a:lnTo>
                  <a:pt x="673" y="805"/>
                </a:lnTo>
                <a:lnTo>
                  <a:pt x="656" y="807"/>
                </a:lnTo>
                <a:lnTo>
                  <a:pt x="638" y="809"/>
                </a:lnTo>
                <a:lnTo>
                  <a:pt x="620" y="810"/>
                </a:lnTo>
                <a:lnTo>
                  <a:pt x="602" y="811"/>
                </a:lnTo>
                <a:lnTo>
                  <a:pt x="585" y="812"/>
                </a:lnTo>
                <a:lnTo>
                  <a:pt x="567" y="812"/>
                </a:lnTo>
                <a:lnTo>
                  <a:pt x="549" y="812"/>
                </a:lnTo>
                <a:lnTo>
                  <a:pt x="531" y="811"/>
                </a:lnTo>
                <a:lnTo>
                  <a:pt x="514" y="810"/>
                </a:lnTo>
                <a:lnTo>
                  <a:pt x="496" y="809"/>
                </a:lnTo>
                <a:lnTo>
                  <a:pt x="478" y="807"/>
                </a:lnTo>
                <a:lnTo>
                  <a:pt x="461" y="805"/>
                </a:lnTo>
                <a:lnTo>
                  <a:pt x="443" y="802"/>
                </a:lnTo>
                <a:lnTo>
                  <a:pt x="426" y="799"/>
                </a:lnTo>
                <a:lnTo>
                  <a:pt x="409" y="796"/>
                </a:lnTo>
                <a:lnTo>
                  <a:pt x="392" y="792"/>
                </a:lnTo>
                <a:lnTo>
                  <a:pt x="375" y="788"/>
                </a:lnTo>
                <a:lnTo>
                  <a:pt x="359" y="783"/>
                </a:lnTo>
                <a:lnTo>
                  <a:pt x="342" y="779"/>
                </a:lnTo>
                <a:lnTo>
                  <a:pt x="326" y="773"/>
                </a:lnTo>
                <a:lnTo>
                  <a:pt x="310" y="768"/>
                </a:lnTo>
                <a:lnTo>
                  <a:pt x="294" y="762"/>
                </a:lnTo>
                <a:lnTo>
                  <a:pt x="279" y="755"/>
                </a:lnTo>
                <a:lnTo>
                  <a:pt x="264" y="749"/>
                </a:lnTo>
                <a:lnTo>
                  <a:pt x="249" y="741"/>
                </a:lnTo>
                <a:lnTo>
                  <a:pt x="233" y="733"/>
                </a:lnTo>
                <a:lnTo>
                  <a:pt x="219" y="726"/>
                </a:lnTo>
                <a:lnTo>
                  <a:pt x="205" y="718"/>
                </a:lnTo>
                <a:lnTo>
                  <a:pt x="192" y="710"/>
                </a:lnTo>
                <a:lnTo>
                  <a:pt x="178" y="701"/>
                </a:lnTo>
                <a:lnTo>
                  <a:pt x="166" y="692"/>
                </a:lnTo>
                <a:lnTo>
                  <a:pt x="153" y="683"/>
                </a:lnTo>
                <a:lnTo>
                  <a:pt x="141" y="674"/>
                </a:lnTo>
                <a:lnTo>
                  <a:pt x="130" y="664"/>
                </a:lnTo>
                <a:lnTo>
                  <a:pt x="119" y="654"/>
                </a:lnTo>
                <a:lnTo>
                  <a:pt x="108" y="644"/>
                </a:lnTo>
                <a:lnTo>
                  <a:pt x="98" y="633"/>
                </a:lnTo>
                <a:lnTo>
                  <a:pt x="88" y="623"/>
                </a:lnTo>
                <a:lnTo>
                  <a:pt x="79" y="612"/>
                </a:lnTo>
                <a:lnTo>
                  <a:pt x="70" y="601"/>
                </a:lnTo>
                <a:lnTo>
                  <a:pt x="61" y="589"/>
                </a:lnTo>
                <a:lnTo>
                  <a:pt x="54" y="578"/>
                </a:lnTo>
                <a:lnTo>
                  <a:pt x="46" y="566"/>
                </a:lnTo>
                <a:lnTo>
                  <a:pt x="40" y="555"/>
                </a:lnTo>
                <a:lnTo>
                  <a:pt x="33" y="543"/>
                </a:lnTo>
                <a:lnTo>
                  <a:pt x="28" y="531"/>
                </a:lnTo>
                <a:lnTo>
                  <a:pt x="22" y="518"/>
                </a:lnTo>
                <a:lnTo>
                  <a:pt x="18" y="506"/>
                </a:lnTo>
                <a:lnTo>
                  <a:pt x="13" y="494"/>
                </a:lnTo>
                <a:lnTo>
                  <a:pt x="10" y="481"/>
                </a:lnTo>
                <a:lnTo>
                  <a:pt x="7" y="469"/>
                </a:lnTo>
                <a:lnTo>
                  <a:pt x="4" y="456"/>
                </a:lnTo>
                <a:lnTo>
                  <a:pt x="2" y="443"/>
                </a:lnTo>
                <a:lnTo>
                  <a:pt x="1" y="431"/>
                </a:lnTo>
                <a:lnTo>
                  <a:pt x="0" y="418"/>
                </a:lnTo>
                <a:lnTo>
                  <a:pt x="0" y="405"/>
                </a:lnTo>
                <a:lnTo>
                  <a:pt x="0" y="393"/>
                </a:lnTo>
                <a:lnTo>
                  <a:pt x="1" y="380"/>
                </a:lnTo>
                <a:lnTo>
                  <a:pt x="2" y="367"/>
                </a:lnTo>
                <a:lnTo>
                  <a:pt x="4" y="354"/>
                </a:lnTo>
                <a:lnTo>
                  <a:pt x="7" y="342"/>
                </a:lnTo>
                <a:lnTo>
                  <a:pt x="10" y="329"/>
                </a:lnTo>
                <a:lnTo>
                  <a:pt x="13" y="317"/>
                </a:lnTo>
                <a:lnTo>
                  <a:pt x="18" y="304"/>
                </a:lnTo>
                <a:lnTo>
                  <a:pt x="22" y="292"/>
                </a:lnTo>
                <a:lnTo>
                  <a:pt x="28" y="280"/>
                </a:lnTo>
                <a:lnTo>
                  <a:pt x="33" y="268"/>
                </a:lnTo>
                <a:lnTo>
                  <a:pt x="40" y="256"/>
                </a:lnTo>
                <a:lnTo>
                  <a:pt x="46" y="244"/>
                </a:lnTo>
                <a:lnTo>
                  <a:pt x="54" y="233"/>
                </a:lnTo>
                <a:lnTo>
                  <a:pt x="61" y="221"/>
                </a:lnTo>
                <a:lnTo>
                  <a:pt x="70" y="210"/>
                </a:lnTo>
                <a:lnTo>
                  <a:pt x="79" y="199"/>
                </a:lnTo>
                <a:lnTo>
                  <a:pt x="88" y="188"/>
                </a:lnTo>
                <a:lnTo>
                  <a:pt x="98" y="177"/>
                </a:lnTo>
                <a:lnTo>
                  <a:pt x="108" y="167"/>
                </a:lnTo>
                <a:lnTo>
                  <a:pt x="119" y="157"/>
                </a:lnTo>
                <a:lnTo>
                  <a:pt x="130" y="147"/>
                </a:lnTo>
                <a:lnTo>
                  <a:pt x="141" y="137"/>
                </a:lnTo>
                <a:lnTo>
                  <a:pt x="153" y="128"/>
                </a:lnTo>
                <a:lnTo>
                  <a:pt x="166" y="118"/>
                </a:lnTo>
                <a:lnTo>
                  <a:pt x="178" y="110"/>
                </a:lnTo>
                <a:lnTo>
                  <a:pt x="192" y="101"/>
                </a:lnTo>
                <a:lnTo>
                  <a:pt x="205" y="93"/>
                </a:lnTo>
                <a:lnTo>
                  <a:pt x="219" y="85"/>
                </a:lnTo>
                <a:lnTo>
                  <a:pt x="233" y="77"/>
                </a:lnTo>
                <a:lnTo>
                  <a:pt x="249" y="70"/>
                </a:lnTo>
                <a:lnTo>
                  <a:pt x="264" y="63"/>
                </a:lnTo>
                <a:lnTo>
                  <a:pt x="279" y="56"/>
                </a:lnTo>
                <a:lnTo>
                  <a:pt x="294" y="50"/>
                </a:lnTo>
                <a:lnTo>
                  <a:pt x="310" y="44"/>
                </a:lnTo>
                <a:lnTo>
                  <a:pt x="326" y="38"/>
                </a:lnTo>
                <a:lnTo>
                  <a:pt x="342" y="33"/>
                </a:lnTo>
                <a:lnTo>
                  <a:pt x="359" y="28"/>
                </a:lnTo>
                <a:lnTo>
                  <a:pt x="375" y="24"/>
                </a:lnTo>
                <a:lnTo>
                  <a:pt x="392" y="20"/>
                </a:lnTo>
                <a:lnTo>
                  <a:pt x="409" y="16"/>
                </a:lnTo>
                <a:lnTo>
                  <a:pt x="426" y="12"/>
                </a:lnTo>
                <a:lnTo>
                  <a:pt x="443" y="9"/>
                </a:lnTo>
                <a:lnTo>
                  <a:pt x="461" y="7"/>
                </a:lnTo>
                <a:lnTo>
                  <a:pt x="478" y="5"/>
                </a:lnTo>
                <a:lnTo>
                  <a:pt x="496" y="3"/>
                </a:lnTo>
                <a:lnTo>
                  <a:pt x="514" y="1"/>
                </a:lnTo>
                <a:lnTo>
                  <a:pt x="531" y="0"/>
                </a:lnTo>
                <a:lnTo>
                  <a:pt x="549" y="0"/>
                </a:lnTo>
                <a:lnTo>
                  <a:pt x="567" y="0"/>
                </a:lnTo>
                <a:lnTo>
                  <a:pt x="585" y="0"/>
                </a:lnTo>
                <a:lnTo>
                  <a:pt x="602" y="0"/>
                </a:lnTo>
                <a:lnTo>
                  <a:pt x="620" y="1"/>
                </a:lnTo>
                <a:lnTo>
                  <a:pt x="638" y="3"/>
                </a:lnTo>
                <a:lnTo>
                  <a:pt x="656" y="5"/>
                </a:lnTo>
                <a:lnTo>
                  <a:pt x="673" y="7"/>
                </a:lnTo>
                <a:lnTo>
                  <a:pt x="690" y="9"/>
                </a:lnTo>
                <a:lnTo>
                  <a:pt x="708" y="12"/>
                </a:lnTo>
                <a:lnTo>
                  <a:pt x="725" y="16"/>
                </a:lnTo>
                <a:lnTo>
                  <a:pt x="742" y="20"/>
                </a:lnTo>
                <a:lnTo>
                  <a:pt x="759" y="24"/>
                </a:lnTo>
                <a:lnTo>
                  <a:pt x="775" y="28"/>
                </a:lnTo>
                <a:lnTo>
                  <a:pt x="792" y="33"/>
                </a:lnTo>
                <a:lnTo>
                  <a:pt x="808" y="38"/>
                </a:lnTo>
                <a:lnTo>
                  <a:pt x="824" y="44"/>
                </a:lnTo>
                <a:lnTo>
                  <a:pt x="840" y="50"/>
                </a:lnTo>
                <a:lnTo>
                  <a:pt x="855" y="56"/>
                </a:lnTo>
                <a:lnTo>
                  <a:pt x="870" y="63"/>
                </a:lnTo>
                <a:lnTo>
                  <a:pt x="885" y="70"/>
                </a:lnTo>
                <a:lnTo>
                  <a:pt x="900" y="77"/>
                </a:lnTo>
                <a:lnTo>
                  <a:pt x="914" y="85"/>
                </a:lnTo>
                <a:lnTo>
                  <a:pt x="928" y="93"/>
                </a:lnTo>
                <a:lnTo>
                  <a:pt x="941" y="101"/>
                </a:lnTo>
                <a:lnTo>
                  <a:pt x="955" y="110"/>
                </a:lnTo>
                <a:lnTo>
                  <a:pt x="967" y="118"/>
                </a:lnTo>
                <a:lnTo>
                  <a:pt x="980" y="128"/>
                </a:lnTo>
                <a:lnTo>
                  <a:pt x="992" y="137"/>
                </a:lnTo>
                <a:lnTo>
                  <a:pt x="1003" y="147"/>
                </a:lnTo>
                <a:lnTo>
                  <a:pt x="1014" y="157"/>
                </a:lnTo>
                <a:lnTo>
                  <a:pt x="1025" y="167"/>
                </a:lnTo>
                <a:lnTo>
                  <a:pt x="1035" y="177"/>
                </a:lnTo>
                <a:lnTo>
                  <a:pt x="1045" y="188"/>
                </a:lnTo>
                <a:lnTo>
                  <a:pt x="1054" y="199"/>
                </a:lnTo>
                <a:lnTo>
                  <a:pt x="1063" y="210"/>
                </a:lnTo>
                <a:lnTo>
                  <a:pt x="1071" y="221"/>
                </a:lnTo>
                <a:lnTo>
                  <a:pt x="1079" y="233"/>
                </a:lnTo>
                <a:lnTo>
                  <a:pt x="1087" y="244"/>
                </a:lnTo>
                <a:lnTo>
                  <a:pt x="1093" y="256"/>
                </a:lnTo>
                <a:lnTo>
                  <a:pt x="1100" y="268"/>
                </a:lnTo>
                <a:lnTo>
                  <a:pt x="1105" y="280"/>
                </a:lnTo>
                <a:lnTo>
                  <a:pt x="1111" y="292"/>
                </a:lnTo>
                <a:lnTo>
                  <a:pt x="1115" y="304"/>
                </a:lnTo>
                <a:lnTo>
                  <a:pt x="1119" y="317"/>
                </a:lnTo>
                <a:lnTo>
                  <a:pt x="1123" y="329"/>
                </a:lnTo>
                <a:lnTo>
                  <a:pt x="1126" y="342"/>
                </a:lnTo>
                <a:lnTo>
                  <a:pt x="1129" y="354"/>
                </a:lnTo>
                <a:lnTo>
                  <a:pt x="1131" y="367"/>
                </a:lnTo>
                <a:lnTo>
                  <a:pt x="1132" y="380"/>
                </a:lnTo>
                <a:lnTo>
                  <a:pt x="1133" y="393"/>
                </a:lnTo>
                <a:lnTo>
                  <a:pt x="1133" y="405"/>
                </a:lnTo>
                <a:close/>
              </a:path>
            </a:pathLst>
          </a:custGeom>
          <a:solidFill>
            <a:srgbClr val="ff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4" name=""/>
          <p:cNvSpPr/>
          <p:nvPr/>
        </p:nvSpPr>
        <p:spPr>
          <a:xfrm>
            <a:off x="7857360" y="2797200"/>
            <a:ext cx="410760" cy="294480"/>
          </a:xfrm>
          <a:custGeom>
            <a:avLst/>
            <a:gdLst/>
            <a:ahLst/>
            <a:rect l="0" t="0" r="r" b="b"/>
            <a:pathLst>
              <a:path w="1141" h="818">
                <a:moveTo>
                  <a:pt x="1137" y="408"/>
                </a:moveTo>
                <a:lnTo>
                  <a:pt x="1137" y="396"/>
                </a:lnTo>
                <a:lnTo>
                  <a:pt x="1136" y="383"/>
                </a:lnTo>
                <a:lnTo>
                  <a:pt x="1135" y="370"/>
                </a:lnTo>
                <a:lnTo>
                  <a:pt x="1133" y="357"/>
                </a:lnTo>
                <a:lnTo>
                  <a:pt x="1130" y="345"/>
                </a:lnTo>
                <a:lnTo>
                  <a:pt x="1127" y="332"/>
                </a:lnTo>
                <a:lnTo>
                  <a:pt x="1123" y="320"/>
                </a:lnTo>
                <a:lnTo>
                  <a:pt x="1119" y="307"/>
                </a:lnTo>
                <a:lnTo>
                  <a:pt x="1115" y="295"/>
                </a:lnTo>
                <a:lnTo>
                  <a:pt x="1109" y="283"/>
                </a:lnTo>
                <a:lnTo>
                  <a:pt x="1104" y="271"/>
                </a:lnTo>
                <a:lnTo>
                  <a:pt x="1097" y="259"/>
                </a:lnTo>
                <a:lnTo>
                  <a:pt x="1091" y="247"/>
                </a:lnTo>
                <a:lnTo>
                  <a:pt x="1083" y="236"/>
                </a:lnTo>
                <a:lnTo>
                  <a:pt x="1075" y="224"/>
                </a:lnTo>
                <a:lnTo>
                  <a:pt x="1067" y="213"/>
                </a:lnTo>
                <a:lnTo>
                  <a:pt x="1058" y="202"/>
                </a:lnTo>
                <a:lnTo>
                  <a:pt x="1049" y="191"/>
                </a:lnTo>
                <a:lnTo>
                  <a:pt x="1039" y="180"/>
                </a:lnTo>
                <a:lnTo>
                  <a:pt x="1029" y="170"/>
                </a:lnTo>
                <a:lnTo>
                  <a:pt x="1018" y="160"/>
                </a:lnTo>
                <a:lnTo>
                  <a:pt x="1007" y="150"/>
                </a:lnTo>
                <a:lnTo>
                  <a:pt x="996" y="140"/>
                </a:lnTo>
                <a:lnTo>
                  <a:pt x="984" y="131"/>
                </a:lnTo>
                <a:lnTo>
                  <a:pt x="971" y="121"/>
                </a:lnTo>
                <a:lnTo>
                  <a:pt x="959" y="113"/>
                </a:lnTo>
                <a:lnTo>
                  <a:pt x="945" y="104"/>
                </a:lnTo>
                <a:lnTo>
                  <a:pt x="932" y="96"/>
                </a:lnTo>
                <a:lnTo>
                  <a:pt x="918" y="88"/>
                </a:lnTo>
                <a:lnTo>
                  <a:pt x="904" y="80"/>
                </a:lnTo>
                <a:lnTo>
                  <a:pt x="889" y="73"/>
                </a:lnTo>
                <a:lnTo>
                  <a:pt x="874" y="66"/>
                </a:lnTo>
                <a:lnTo>
                  <a:pt x="859" y="59"/>
                </a:lnTo>
                <a:lnTo>
                  <a:pt x="844" y="53"/>
                </a:lnTo>
                <a:lnTo>
                  <a:pt x="828" y="47"/>
                </a:lnTo>
                <a:lnTo>
                  <a:pt x="812" y="41"/>
                </a:lnTo>
                <a:lnTo>
                  <a:pt x="796" y="36"/>
                </a:lnTo>
                <a:lnTo>
                  <a:pt x="779" y="31"/>
                </a:lnTo>
                <a:lnTo>
                  <a:pt x="763" y="27"/>
                </a:lnTo>
                <a:lnTo>
                  <a:pt x="746" y="23"/>
                </a:lnTo>
                <a:lnTo>
                  <a:pt x="729" y="19"/>
                </a:lnTo>
                <a:lnTo>
                  <a:pt x="712" y="15"/>
                </a:lnTo>
                <a:lnTo>
                  <a:pt x="694" y="12"/>
                </a:lnTo>
                <a:lnTo>
                  <a:pt x="677" y="10"/>
                </a:lnTo>
                <a:lnTo>
                  <a:pt x="660" y="8"/>
                </a:lnTo>
                <a:lnTo>
                  <a:pt x="642" y="6"/>
                </a:lnTo>
                <a:lnTo>
                  <a:pt x="624" y="4"/>
                </a:lnTo>
                <a:lnTo>
                  <a:pt x="606" y="3"/>
                </a:lnTo>
                <a:lnTo>
                  <a:pt x="589" y="3"/>
                </a:lnTo>
                <a:lnTo>
                  <a:pt x="571" y="3"/>
                </a:lnTo>
                <a:lnTo>
                  <a:pt x="553" y="3"/>
                </a:lnTo>
                <a:lnTo>
                  <a:pt x="535" y="3"/>
                </a:lnTo>
                <a:lnTo>
                  <a:pt x="518" y="4"/>
                </a:lnTo>
                <a:lnTo>
                  <a:pt x="500" y="6"/>
                </a:lnTo>
                <a:lnTo>
                  <a:pt x="482" y="8"/>
                </a:lnTo>
                <a:lnTo>
                  <a:pt x="465" y="10"/>
                </a:lnTo>
                <a:lnTo>
                  <a:pt x="447" y="12"/>
                </a:lnTo>
                <a:lnTo>
                  <a:pt x="430" y="15"/>
                </a:lnTo>
                <a:lnTo>
                  <a:pt x="413" y="19"/>
                </a:lnTo>
                <a:lnTo>
                  <a:pt x="395" y="23"/>
                </a:lnTo>
                <a:lnTo>
                  <a:pt x="378" y="27"/>
                </a:lnTo>
                <a:lnTo>
                  <a:pt x="362" y="31"/>
                </a:lnTo>
                <a:lnTo>
                  <a:pt x="345" y="36"/>
                </a:lnTo>
                <a:lnTo>
                  <a:pt x="329" y="41"/>
                </a:lnTo>
                <a:lnTo>
                  <a:pt x="313" y="47"/>
                </a:lnTo>
                <a:lnTo>
                  <a:pt x="297" y="53"/>
                </a:lnTo>
                <a:lnTo>
                  <a:pt x="282" y="59"/>
                </a:lnTo>
                <a:lnTo>
                  <a:pt x="267" y="66"/>
                </a:lnTo>
                <a:lnTo>
                  <a:pt x="252" y="73"/>
                </a:lnTo>
                <a:lnTo>
                  <a:pt x="237" y="80"/>
                </a:lnTo>
                <a:lnTo>
                  <a:pt x="223" y="88"/>
                </a:lnTo>
                <a:lnTo>
                  <a:pt x="209" y="96"/>
                </a:lnTo>
                <a:lnTo>
                  <a:pt x="196" y="104"/>
                </a:lnTo>
                <a:lnTo>
                  <a:pt x="182" y="113"/>
                </a:lnTo>
                <a:lnTo>
                  <a:pt x="170" y="121"/>
                </a:lnTo>
                <a:lnTo>
                  <a:pt x="157" y="131"/>
                </a:lnTo>
                <a:lnTo>
                  <a:pt x="145" y="140"/>
                </a:lnTo>
                <a:lnTo>
                  <a:pt x="134" y="150"/>
                </a:lnTo>
                <a:lnTo>
                  <a:pt x="123" y="160"/>
                </a:lnTo>
                <a:lnTo>
                  <a:pt x="112" y="170"/>
                </a:lnTo>
                <a:lnTo>
                  <a:pt x="102" y="180"/>
                </a:lnTo>
                <a:lnTo>
                  <a:pt x="92" y="191"/>
                </a:lnTo>
                <a:lnTo>
                  <a:pt x="83" y="202"/>
                </a:lnTo>
                <a:lnTo>
                  <a:pt x="74" y="213"/>
                </a:lnTo>
                <a:lnTo>
                  <a:pt x="65" y="224"/>
                </a:lnTo>
                <a:lnTo>
                  <a:pt x="58" y="236"/>
                </a:lnTo>
                <a:lnTo>
                  <a:pt x="50" y="247"/>
                </a:lnTo>
                <a:lnTo>
                  <a:pt x="44" y="259"/>
                </a:lnTo>
                <a:lnTo>
                  <a:pt x="37" y="271"/>
                </a:lnTo>
                <a:lnTo>
                  <a:pt x="32" y="283"/>
                </a:lnTo>
                <a:lnTo>
                  <a:pt x="26" y="295"/>
                </a:lnTo>
                <a:lnTo>
                  <a:pt x="22" y="307"/>
                </a:lnTo>
                <a:lnTo>
                  <a:pt x="17" y="320"/>
                </a:lnTo>
                <a:lnTo>
                  <a:pt x="14" y="332"/>
                </a:lnTo>
                <a:lnTo>
                  <a:pt x="11" y="345"/>
                </a:lnTo>
                <a:lnTo>
                  <a:pt x="8" y="357"/>
                </a:lnTo>
                <a:lnTo>
                  <a:pt x="6" y="370"/>
                </a:lnTo>
                <a:lnTo>
                  <a:pt x="5" y="383"/>
                </a:lnTo>
                <a:lnTo>
                  <a:pt x="4" y="396"/>
                </a:lnTo>
                <a:lnTo>
                  <a:pt x="4" y="408"/>
                </a:lnTo>
                <a:lnTo>
                  <a:pt x="4" y="421"/>
                </a:lnTo>
                <a:lnTo>
                  <a:pt x="5" y="434"/>
                </a:lnTo>
                <a:lnTo>
                  <a:pt x="6" y="446"/>
                </a:lnTo>
                <a:lnTo>
                  <a:pt x="8" y="459"/>
                </a:lnTo>
                <a:lnTo>
                  <a:pt x="11" y="472"/>
                </a:lnTo>
                <a:lnTo>
                  <a:pt x="14" y="484"/>
                </a:lnTo>
                <a:lnTo>
                  <a:pt x="17" y="497"/>
                </a:lnTo>
                <a:lnTo>
                  <a:pt x="22" y="509"/>
                </a:lnTo>
                <a:lnTo>
                  <a:pt x="26" y="521"/>
                </a:lnTo>
                <a:lnTo>
                  <a:pt x="32" y="534"/>
                </a:lnTo>
                <a:lnTo>
                  <a:pt x="37" y="546"/>
                </a:lnTo>
                <a:lnTo>
                  <a:pt x="44" y="558"/>
                </a:lnTo>
                <a:lnTo>
                  <a:pt x="50" y="569"/>
                </a:lnTo>
                <a:lnTo>
                  <a:pt x="58" y="581"/>
                </a:lnTo>
                <a:lnTo>
                  <a:pt x="65" y="592"/>
                </a:lnTo>
                <a:lnTo>
                  <a:pt x="74" y="604"/>
                </a:lnTo>
                <a:lnTo>
                  <a:pt x="83" y="615"/>
                </a:lnTo>
                <a:lnTo>
                  <a:pt x="92" y="626"/>
                </a:lnTo>
                <a:lnTo>
                  <a:pt x="102" y="636"/>
                </a:lnTo>
                <a:lnTo>
                  <a:pt x="112" y="647"/>
                </a:lnTo>
                <a:lnTo>
                  <a:pt x="123" y="657"/>
                </a:lnTo>
                <a:lnTo>
                  <a:pt x="134" y="667"/>
                </a:lnTo>
                <a:lnTo>
                  <a:pt x="145" y="677"/>
                </a:lnTo>
                <a:lnTo>
                  <a:pt x="157" y="686"/>
                </a:lnTo>
                <a:lnTo>
                  <a:pt x="170" y="695"/>
                </a:lnTo>
                <a:lnTo>
                  <a:pt x="182" y="704"/>
                </a:lnTo>
                <a:lnTo>
                  <a:pt x="196" y="713"/>
                </a:lnTo>
                <a:lnTo>
                  <a:pt x="209" y="721"/>
                </a:lnTo>
                <a:lnTo>
                  <a:pt x="223" y="729"/>
                </a:lnTo>
                <a:lnTo>
                  <a:pt x="237" y="736"/>
                </a:lnTo>
                <a:lnTo>
                  <a:pt x="252" y="744"/>
                </a:lnTo>
                <a:lnTo>
                  <a:pt x="267" y="751"/>
                </a:lnTo>
                <a:lnTo>
                  <a:pt x="282" y="757"/>
                </a:lnTo>
                <a:lnTo>
                  <a:pt x="297" y="764"/>
                </a:lnTo>
                <a:lnTo>
                  <a:pt x="313" y="770"/>
                </a:lnTo>
                <a:lnTo>
                  <a:pt x="329" y="775"/>
                </a:lnTo>
                <a:lnTo>
                  <a:pt x="345" y="781"/>
                </a:lnTo>
                <a:lnTo>
                  <a:pt x="362" y="785"/>
                </a:lnTo>
                <a:lnTo>
                  <a:pt x="378" y="790"/>
                </a:lnTo>
                <a:lnTo>
                  <a:pt x="395" y="794"/>
                </a:lnTo>
                <a:lnTo>
                  <a:pt x="413" y="799"/>
                </a:lnTo>
                <a:lnTo>
                  <a:pt x="430" y="802"/>
                </a:lnTo>
                <a:lnTo>
                  <a:pt x="447" y="805"/>
                </a:lnTo>
                <a:lnTo>
                  <a:pt x="465" y="808"/>
                </a:lnTo>
                <a:lnTo>
                  <a:pt x="482" y="810"/>
                </a:lnTo>
                <a:lnTo>
                  <a:pt x="500" y="812"/>
                </a:lnTo>
                <a:lnTo>
                  <a:pt x="518" y="813"/>
                </a:lnTo>
                <a:lnTo>
                  <a:pt x="535" y="814"/>
                </a:lnTo>
                <a:lnTo>
                  <a:pt x="553" y="815"/>
                </a:lnTo>
                <a:lnTo>
                  <a:pt x="571" y="815"/>
                </a:lnTo>
                <a:lnTo>
                  <a:pt x="589" y="815"/>
                </a:lnTo>
                <a:lnTo>
                  <a:pt x="606" y="814"/>
                </a:lnTo>
                <a:lnTo>
                  <a:pt x="624" y="813"/>
                </a:lnTo>
                <a:lnTo>
                  <a:pt x="642" y="812"/>
                </a:lnTo>
                <a:lnTo>
                  <a:pt x="660" y="810"/>
                </a:lnTo>
                <a:lnTo>
                  <a:pt x="677" y="808"/>
                </a:lnTo>
                <a:lnTo>
                  <a:pt x="694" y="805"/>
                </a:lnTo>
                <a:lnTo>
                  <a:pt x="712" y="802"/>
                </a:lnTo>
                <a:lnTo>
                  <a:pt x="729" y="799"/>
                </a:lnTo>
                <a:lnTo>
                  <a:pt x="746" y="794"/>
                </a:lnTo>
                <a:lnTo>
                  <a:pt x="763" y="790"/>
                </a:lnTo>
                <a:lnTo>
                  <a:pt x="779" y="785"/>
                </a:lnTo>
                <a:lnTo>
                  <a:pt x="796" y="781"/>
                </a:lnTo>
                <a:lnTo>
                  <a:pt x="812" y="775"/>
                </a:lnTo>
                <a:lnTo>
                  <a:pt x="828" y="770"/>
                </a:lnTo>
                <a:lnTo>
                  <a:pt x="844" y="764"/>
                </a:lnTo>
                <a:lnTo>
                  <a:pt x="859" y="757"/>
                </a:lnTo>
                <a:lnTo>
                  <a:pt x="874" y="751"/>
                </a:lnTo>
                <a:lnTo>
                  <a:pt x="889" y="744"/>
                </a:lnTo>
                <a:lnTo>
                  <a:pt x="904" y="736"/>
                </a:lnTo>
                <a:lnTo>
                  <a:pt x="918" y="729"/>
                </a:lnTo>
                <a:lnTo>
                  <a:pt x="932" y="721"/>
                </a:lnTo>
                <a:lnTo>
                  <a:pt x="945" y="713"/>
                </a:lnTo>
                <a:lnTo>
                  <a:pt x="959" y="704"/>
                </a:lnTo>
                <a:lnTo>
                  <a:pt x="971" y="695"/>
                </a:lnTo>
                <a:lnTo>
                  <a:pt x="984" y="686"/>
                </a:lnTo>
                <a:lnTo>
                  <a:pt x="996" y="677"/>
                </a:lnTo>
                <a:lnTo>
                  <a:pt x="1007" y="667"/>
                </a:lnTo>
                <a:lnTo>
                  <a:pt x="1018" y="657"/>
                </a:lnTo>
                <a:lnTo>
                  <a:pt x="1029" y="647"/>
                </a:lnTo>
                <a:lnTo>
                  <a:pt x="1039" y="636"/>
                </a:lnTo>
                <a:lnTo>
                  <a:pt x="1049" y="626"/>
                </a:lnTo>
                <a:lnTo>
                  <a:pt x="1058" y="615"/>
                </a:lnTo>
                <a:lnTo>
                  <a:pt x="1067" y="604"/>
                </a:lnTo>
                <a:lnTo>
                  <a:pt x="1075" y="592"/>
                </a:lnTo>
                <a:lnTo>
                  <a:pt x="1083" y="581"/>
                </a:lnTo>
                <a:lnTo>
                  <a:pt x="1091" y="569"/>
                </a:lnTo>
                <a:lnTo>
                  <a:pt x="1097" y="558"/>
                </a:lnTo>
                <a:lnTo>
                  <a:pt x="1104" y="546"/>
                </a:lnTo>
                <a:lnTo>
                  <a:pt x="1109" y="534"/>
                </a:lnTo>
                <a:lnTo>
                  <a:pt x="1115" y="521"/>
                </a:lnTo>
                <a:lnTo>
                  <a:pt x="1119" y="509"/>
                </a:lnTo>
                <a:lnTo>
                  <a:pt x="1123" y="497"/>
                </a:lnTo>
                <a:lnTo>
                  <a:pt x="1127" y="484"/>
                </a:lnTo>
                <a:lnTo>
                  <a:pt x="1130" y="472"/>
                </a:lnTo>
                <a:lnTo>
                  <a:pt x="1133" y="459"/>
                </a:lnTo>
                <a:lnTo>
                  <a:pt x="1135" y="446"/>
                </a:lnTo>
                <a:lnTo>
                  <a:pt x="1136" y="434"/>
                </a:lnTo>
                <a:lnTo>
                  <a:pt x="1137" y="421"/>
                </a:lnTo>
                <a:lnTo>
                  <a:pt x="1137" y="408"/>
                </a:lnTo>
                <a:moveTo>
                  <a:pt x="1141" y="408"/>
                </a:moveTo>
                <a:lnTo>
                  <a:pt x="1141" y="421"/>
                </a:lnTo>
                <a:lnTo>
                  <a:pt x="1140" y="434"/>
                </a:lnTo>
                <a:lnTo>
                  <a:pt x="1138" y="447"/>
                </a:lnTo>
                <a:lnTo>
                  <a:pt x="1136" y="459"/>
                </a:lnTo>
                <a:lnTo>
                  <a:pt x="1134" y="472"/>
                </a:lnTo>
                <a:lnTo>
                  <a:pt x="1131" y="485"/>
                </a:lnTo>
                <a:lnTo>
                  <a:pt x="1127" y="497"/>
                </a:lnTo>
                <a:lnTo>
                  <a:pt x="1123" y="510"/>
                </a:lnTo>
                <a:lnTo>
                  <a:pt x="1118" y="522"/>
                </a:lnTo>
                <a:lnTo>
                  <a:pt x="1113" y="534"/>
                </a:lnTo>
                <a:lnTo>
                  <a:pt x="1107" y="547"/>
                </a:lnTo>
                <a:lnTo>
                  <a:pt x="1101" y="559"/>
                </a:lnTo>
                <a:lnTo>
                  <a:pt x="1094" y="570"/>
                </a:lnTo>
                <a:lnTo>
                  <a:pt x="1087" y="582"/>
                </a:lnTo>
                <a:lnTo>
                  <a:pt x="1079" y="594"/>
                </a:lnTo>
                <a:lnTo>
                  <a:pt x="1070" y="605"/>
                </a:lnTo>
                <a:lnTo>
                  <a:pt x="1062" y="616"/>
                </a:lnTo>
                <a:lnTo>
                  <a:pt x="1052" y="627"/>
                </a:lnTo>
                <a:lnTo>
                  <a:pt x="1042" y="638"/>
                </a:lnTo>
                <a:lnTo>
                  <a:pt x="1032" y="648"/>
                </a:lnTo>
                <a:lnTo>
                  <a:pt x="1021" y="659"/>
                </a:lnTo>
                <a:lnTo>
                  <a:pt x="1010" y="669"/>
                </a:lnTo>
                <a:lnTo>
                  <a:pt x="999" y="678"/>
                </a:lnTo>
                <a:lnTo>
                  <a:pt x="986" y="688"/>
                </a:lnTo>
                <a:lnTo>
                  <a:pt x="974" y="697"/>
                </a:lnTo>
                <a:lnTo>
                  <a:pt x="961" y="706"/>
                </a:lnTo>
                <a:lnTo>
                  <a:pt x="948" y="715"/>
                </a:lnTo>
                <a:lnTo>
                  <a:pt x="934" y="723"/>
                </a:lnTo>
                <a:lnTo>
                  <a:pt x="920" y="731"/>
                </a:lnTo>
                <a:lnTo>
                  <a:pt x="906" y="739"/>
                </a:lnTo>
                <a:lnTo>
                  <a:pt x="891" y="746"/>
                </a:lnTo>
                <a:lnTo>
                  <a:pt x="876" y="753"/>
                </a:lnTo>
                <a:lnTo>
                  <a:pt x="861" y="760"/>
                </a:lnTo>
                <a:lnTo>
                  <a:pt x="846" y="766"/>
                </a:lnTo>
                <a:lnTo>
                  <a:pt x="830" y="772"/>
                </a:lnTo>
                <a:lnTo>
                  <a:pt x="814" y="778"/>
                </a:lnTo>
                <a:lnTo>
                  <a:pt x="797" y="783"/>
                </a:lnTo>
                <a:lnTo>
                  <a:pt x="781" y="788"/>
                </a:lnTo>
                <a:lnTo>
                  <a:pt x="764" y="793"/>
                </a:lnTo>
                <a:lnTo>
                  <a:pt x="747" y="797"/>
                </a:lnTo>
                <a:lnTo>
                  <a:pt x="730" y="801"/>
                </a:lnTo>
                <a:lnTo>
                  <a:pt x="713" y="805"/>
                </a:lnTo>
                <a:lnTo>
                  <a:pt x="695" y="808"/>
                </a:lnTo>
                <a:lnTo>
                  <a:pt x="678" y="810"/>
                </a:lnTo>
                <a:lnTo>
                  <a:pt x="660" y="813"/>
                </a:lnTo>
                <a:lnTo>
                  <a:pt x="642" y="814"/>
                </a:lnTo>
                <a:lnTo>
                  <a:pt x="625" y="816"/>
                </a:lnTo>
                <a:lnTo>
                  <a:pt x="607" y="817"/>
                </a:lnTo>
                <a:lnTo>
                  <a:pt x="589" y="817"/>
                </a:lnTo>
                <a:lnTo>
                  <a:pt x="571" y="818"/>
                </a:lnTo>
                <a:lnTo>
                  <a:pt x="553" y="817"/>
                </a:lnTo>
                <a:lnTo>
                  <a:pt x="535" y="817"/>
                </a:lnTo>
                <a:lnTo>
                  <a:pt x="517" y="816"/>
                </a:lnTo>
                <a:lnTo>
                  <a:pt x="500" y="814"/>
                </a:lnTo>
                <a:lnTo>
                  <a:pt x="482" y="813"/>
                </a:lnTo>
                <a:lnTo>
                  <a:pt x="464" y="810"/>
                </a:lnTo>
                <a:lnTo>
                  <a:pt x="447" y="808"/>
                </a:lnTo>
                <a:lnTo>
                  <a:pt x="429" y="805"/>
                </a:lnTo>
                <a:lnTo>
                  <a:pt x="412" y="801"/>
                </a:lnTo>
                <a:lnTo>
                  <a:pt x="394" y="797"/>
                </a:lnTo>
                <a:lnTo>
                  <a:pt x="377" y="793"/>
                </a:lnTo>
                <a:lnTo>
                  <a:pt x="360" y="788"/>
                </a:lnTo>
                <a:lnTo>
                  <a:pt x="344" y="783"/>
                </a:lnTo>
                <a:lnTo>
                  <a:pt x="327" y="778"/>
                </a:lnTo>
                <a:lnTo>
                  <a:pt x="311" y="772"/>
                </a:lnTo>
                <a:lnTo>
                  <a:pt x="295" y="766"/>
                </a:lnTo>
                <a:lnTo>
                  <a:pt x="280" y="760"/>
                </a:lnTo>
                <a:lnTo>
                  <a:pt x="265" y="753"/>
                </a:lnTo>
                <a:lnTo>
                  <a:pt x="250" y="746"/>
                </a:lnTo>
                <a:lnTo>
                  <a:pt x="235" y="739"/>
                </a:lnTo>
                <a:lnTo>
                  <a:pt x="221" y="731"/>
                </a:lnTo>
                <a:lnTo>
                  <a:pt x="207" y="723"/>
                </a:lnTo>
                <a:lnTo>
                  <a:pt x="193" y="715"/>
                </a:lnTo>
                <a:lnTo>
                  <a:pt x="180" y="706"/>
                </a:lnTo>
                <a:lnTo>
                  <a:pt x="167" y="697"/>
                </a:lnTo>
                <a:lnTo>
                  <a:pt x="154" y="688"/>
                </a:lnTo>
                <a:lnTo>
                  <a:pt x="142" y="678"/>
                </a:lnTo>
                <a:lnTo>
                  <a:pt x="131" y="669"/>
                </a:lnTo>
                <a:lnTo>
                  <a:pt x="120" y="659"/>
                </a:lnTo>
                <a:lnTo>
                  <a:pt x="109" y="648"/>
                </a:lnTo>
                <a:lnTo>
                  <a:pt x="98" y="638"/>
                </a:lnTo>
                <a:lnTo>
                  <a:pt x="89" y="627"/>
                </a:lnTo>
                <a:lnTo>
                  <a:pt x="79" y="616"/>
                </a:lnTo>
                <a:lnTo>
                  <a:pt x="70" y="605"/>
                </a:lnTo>
                <a:lnTo>
                  <a:pt x="62" y="594"/>
                </a:lnTo>
                <a:lnTo>
                  <a:pt x="54" y="582"/>
                </a:lnTo>
                <a:lnTo>
                  <a:pt x="47" y="570"/>
                </a:lnTo>
                <a:lnTo>
                  <a:pt x="40" y="559"/>
                </a:lnTo>
                <a:lnTo>
                  <a:pt x="34" y="547"/>
                </a:lnTo>
                <a:lnTo>
                  <a:pt x="28" y="534"/>
                </a:lnTo>
                <a:lnTo>
                  <a:pt x="23" y="522"/>
                </a:lnTo>
                <a:lnTo>
                  <a:pt x="18" y="510"/>
                </a:lnTo>
                <a:lnTo>
                  <a:pt x="14" y="497"/>
                </a:lnTo>
                <a:lnTo>
                  <a:pt x="10" y="485"/>
                </a:lnTo>
                <a:lnTo>
                  <a:pt x="7" y="472"/>
                </a:lnTo>
                <a:lnTo>
                  <a:pt x="4" y="459"/>
                </a:lnTo>
                <a:lnTo>
                  <a:pt x="2" y="447"/>
                </a:lnTo>
                <a:lnTo>
                  <a:pt x="1" y="434"/>
                </a:lnTo>
                <a:lnTo>
                  <a:pt x="0" y="421"/>
                </a:lnTo>
                <a:lnTo>
                  <a:pt x="0" y="408"/>
                </a:lnTo>
                <a:lnTo>
                  <a:pt x="0" y="395"/>
                </a:lnTo>
                <a:lnTo>
                  <a:pt x="1" y="383"/>
                </a:lnTo>
                <a:lnTo>
                  <a:pt x="2" y="370"/>
                </a:lnTo>
                <a:lnTo>
                  <a:pt x="4" y="357"/>
                </a:lnTo>
                <a:lnTo>
                  <a:pt x="7" y="344"/>
                </a:lnTo>
                <a:lnTo>
                  <a:pt x="10" y="332"/>
                </a:lnTo>
                <a:lnTo>
                  <a:pt x="14" y="319"/>
                </a:lnTo>
                <a:lnTo>
                  <a:pt x="18" y="307"/>
                </a:lnTo>
                <a:lnTo>
                  <a:pt x="23" y="294"/>
                </a:lnTo>
                <a:lnTo>
                  <a:pt x="28" y="282"/>
                </a:lnTo>
                <a:lnTo>
                  <a:pt x="34" y="270"/>
                </a:lnTo>
                <a:lnTo>
                  <a:pt x="40" y="258"/>
                </a:lnTo>
                <a:lnTo>
                  <a:pt x="47" y="246"/>
                </a:lnTo>
                <a:lnTo>
                  <a:pt x="54" y="234"/>
                </a:lnTo>
                <a:lnTo>
                  <a:pt x="62" y="223"/>
                </a:lnTo>
                <a:lnTo>
                  <a:pt x="70" y="212"/>
                </a:lnTo>
                <a:lnTo>
                  <a:pt x="79" y="200"/>
                </a:lnTo>
                <a:lnTo>
                  <a:pt x="89" y="189"/>
                </a:lnTo>
                <a:lnTo>
                  <a:pt x="98" y="179"/>
                </a:lnTo>
                <a:lnTo>
                  <a:pt x="109" y="168"/>
                </a:lnTo>
                <a:lnTo>
                  <a:pt x="120" y="158"/>
                </a:lnTo>
                <a:lnTo>
                  <a:pt x="131" y="148"/>
                </a:lnTo>
                <a:lnTo>
                  <a:pt x="142" y="138"/>
                </a:lnTo>
                <a:lnTo>
                  <a:pt x="154" y="129"/>
                </a:lnTo>
                <a:lnTo>
                  <a:pt x="167" y="120"/>
                </a:lnTo>
                <a:lnTo>
                  <a:pt x="180" y="111"/>
                </a:lnTo>
                <a:lnTo>
                  <a:pt x="193" y="102"/>
                </a:lnTo>
                <a:lnTo>
                  <a:pt x="207" y="94"/>
                </a:lnTo>
                <a:lnTo>
                  <a:pt x="221" y="86"/>
                </a:lnTo>
                <a:lnTo>
                  <a:pt x="235" y="78"/>
                </a:lnTo>
                <a:lnTo>
                  <a:pt x="250" y="71"/>
                </a:lnTo>
                <a:lnTo>
                  <a:pt x="265" y="63"/>
                </a:lnTo>
                <a:lnTo>
                  <a:pt x="280" y="57"/>
                </a:lnTo>
                <a:lnTo>
                  <a:pt x="295" y="50"/>
                </a:lnTo>
                <a:lnTo>
                  <a:pt x="311" y="44"/>
                </a:lnTo>
                <a:lnTo>
                  <a:pt x="327" y="39"/>
                </a:lnTo>
                <a:lnTo>
                  <a:pt x="344" y="34"/>
                </a:lnTo>
                <a:lnTo>
                  <a:pt x="360" y="29"/>
                </a:lnTo>
                <a:lnTo>
                  <a:pt x="377" y="24"/>
                </a:lnTo>
                <a:lnTo>
                  <a:pt x="394" y="20"/>
                </a:lnTo>
                <a:lnTo>
                  <a:pt x="412" y="16"/>
                </a:lnTo>
                <a:lnTo>
                  <a:pt x="429" y="13"/>
                </a:lnTo>
                <a:lnTo>
                  <a:pt x="447" y="10"/>
                </a:lnTo>
                <a:lnTo>
                  <a:pt x="464" y="7"/>
                </a:lnTo>
                <a:lnTo>
                  <a:pt x="482" y="5"/>
                </a:lnTo>
                <a:lnTo>
                  <a:pt x="500" y="3"/>
                </a:lnTo>
                <a:lnTo>
                  <a:pt x="517" y="2"/>
                </a:lnTo>
                <a:lnTo>
                  <a:pt x="535" y="1"/>
                </a:lnTo>
                <a:lnTo>
                  <a:pt x="553" y="0"/>
                </a:lnTo>
                <a:lnTo>
                  <a:pt x="571" y="0"/>
                </a:lnTo>
                <a:lnTo>
                  <a:pt x="589" y="0"/>
                </a:lnTo>
                <a:lnTo>
                  <a:pt x="607" y="1"/>
                </a:lnTo>
                <a:lnTo>
                  <a:pt x="625" y="2"/>
                </a:lnTo>
                <a:lnTo>
                  <a:pt x="642" y="3"/>
                </a:lnTo>
                <a:lnTo>
                  <a:pt x="660" y="5"/>
                </a:lnTo>
                <a:lnTo>
                  <a:pt x="678" y="7"/>
                </a:lnTo>
                <a:lnTo>
                  <a:pt x="695" y="10"/>
                </a:lnTo>
                <a:lnTo>
                  <a:pt x="713" y="13"/>
                </a:lnTo>
                <a:lnTo>
                  <a:pt x="730" y="16"/>
                </a:lnTo>
                <a:lnTo>
                  <a:pt x="747" y="20"/>
                </a:lnTo>
                <a:lnTo>
                  <a:pt x="764" y="24"/>
                </a:lnTo>
                <a:lnTo>
                  <a:pt x="781" y="29"/>
                </a:lnTo>
                <a:lnTo>
                  <a:pt x="797" y="34"/>
                </a:lnTo>
                <a:lnTo>
                  <a:pt x="814" y="39"/>
                </a:lnTo>
                <a:lnTo>
                  <a:pt x="830" y="44"/>
                </a:lnTo>
                <a:lnTo>
                  <a:pt x="846" y="50"/>
                </a:lnTo>
                <a:lnTo>
                  <a:pt x="861" y="57"/>
                </a:lnTo>
                <a:lnTo>
                  <a:pt x="876" y="63"/>
                </a:lnTo>
                <a:lnTo>
                  <a:pt x="891" y="71"/>
                </a:lnTo>
                <a:lnTo>
                  <a:pt x="906" y="78"/>
                </a:lnTo>
                <a:lnTo>
                  <a:pt x="920" y="86"/>
                </a:lnTo>
                <a:lnTo>
                  <a:pt x="934" y="94"/>
                </a:lnTo>
                <a:lnTo>
                  <a:pt x="948" y="102"/>
                </a:lnTo>
                <a:lnTo>
                  <a:pt x="961" y="111"/>
                </a:lnTo>
                <a:lnTo>
                  <a:pt x="974" y="120"/>
                </a:lnTo>
                <a:lnTo>
                  <a:pt x="986" y="129"/>
                </a:lnTo>
                <a:lnTo>
                  <a:pt x="999" y="138"/>
                </a:lnTo>
                <a:lnTo>
                  <a:pt x="1010" y="148"/>
                </a:lnTo>
                <a:lnTo>
                  <a:pt x="1021" y="158"/>
                </a:lnTo>
                <a:lnTo>
                  <a:pt x="1032" y="168"/>
                </a:lnTo>
                <a:lnTo>
                  <a:pt x="1042" y="179"/>
                </a:lnTo>
                <a:lnTo>
                  <a:pt x="1052" y="189"/>
                </a:lnTo>
                <a:lnTo>
                  <a:pt x="1062" y="200"/>
                </a:lnTo>
                <a:lnTo>
                  <a:pt x="1070" y="212"/>
                </a:lnTo>
                <a:lnTo>
                  <a:pt x="1079" y="223"/>
                </a:lnTo>
                <a:lnTo>
                  <a:pt x="1087" y="234"/>
                </a:lnTo>
                <a:lnTo>
                  <a:pt x="1094" y="246"/>
                </a:lnTo>
                <a:lnTo>
                  <a:pt x="1101" y="258"/>
                </a:lnTo>
                <a:lnTo>
                  <a:pt x="1107" y="270"/>
                </a:lnTo>
                <a:lnTo>
                  <a:pt x="1113" y="282"/>
                </a:lnTo>
                <a:lnTo>
                  <a:pt x="1118" y="294"/>
                </a:lnTo>
                <a:lnTo>
                  <a:pt x="1123" y="307"/>
                </a:lnTo>
                <a:lnTo>
                  <a:pt x="1127" y="319"/>
                </a:lnTo>
                <a:lnTo>
                  <a:pt x="1131" y="332"/>
                </a:lnTo>
                <a:lnTo>
                  <a:pt x="1134" y="344"/>
                </a:lnTo>
                <a:lnTo>
                  <a:pt x="1136" y="357"/>
                </a:lnTo>
                <a:lnTo>
                  <a:pt x="1138" y="370"/>
                </a:lnTo>
                <a:lnTo>
                  <a:pt x="1140" y="383"/>
                </a:lnTo>
                <a:lnTo>
                  <a:pt x="1141" y="395"/>
                </a:lnTo>
                <a:lnTo>
                  <a:pt x="1141" y="408"/>
                </a:lnTo>
                <a:close/>
              </a:path>
            </a:pathLst>
          </a:custGeom>
          <a:solidFill>
            <a:srgbClr val="ff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5" name=""/>
          <p:cNvSpPr/>
          <p:nvPr/>
        </p:nvSpPr>
        <p:spPr>
          <a:xfrm>
            <a:off x="7855920" y="2796120"/>
            <a:ext cx="413640" cy="296280"/>
          </a:xfrm>
          <a:custGeom>
            <a:avLst/>
            <a:gdLst/>
            <a:ahLst/>
            <a:rect l="0" t="0" r="r" b="b"/>
            <a:pathLst>
              <a:path w="1149" h="823">
                <a:moveTo>
                  <a:pt x="1145" y="412"/>
                </a:moveTo>
                <a:lnTo>
                  <a:pt x="1145" y="399"/>
                </a:lnTo>
                <a:lnTo>
                  <a:pt x="1144" y="387"/>
                </a:lnTo>
                <a:lnTo>
                  <a:pt x="1142" y="374"/>
                </a:lnTo>
                <a:lnTo>
                  <a:pt x="1140" y="361"/>
                </a:lnTo>
                <a:lnTo>
                  <a:pt x="1138" y="348"/>
                </a:lnTo>
                <a:lnTo>
                  <a:pt x="1135" y="336"/>
                </a:lnTo>
                <a:lnTo>
                  <a:pt x="1131" y="323"/>
                </a:lnTo>
                <a:lnTo>
                  <a:pt x="1127" y="311"/>
                </a:lnTo>
                <a:lnTo>
                  <a:pt x="1122" y="298"/>
                </a:lnTo>
                <a:lnTo>
                  <a:pt x="1117" y="286"/>
                </a:lnTo>
                <a:lnTo>
                  <a:pt x="1111" y="274"/>
                </a:lnTo>
                <a:lnTo>
                  <a:pt x="1105" y="262"/>
                </a:lnTo>
                <a:lnTo>
                  <a:pt x="1098" y="250"/>
                </a:lnTo>
                <a:lnTo>
                  <a:pt x="1091" y="238"/>
                </a:lnTo>
                <a:lnTo>
                  <a:pt x="1083" y="227"/>
                </a:lnTo>
                <a:lnTo>
                  <a:pt x="1074" y="216"/>
                </a:lnTo>
                <a:lnTo>
                  <a:pt x="1066" y="204"/>
                </a:lnTo>
                <a:lnTo>
                  <a:pt x="1056" y="193"/>
                </a:lnTo>
                <a:lnTo>
                  <a:pt x="1046" y="183"/>
                </a:lnTo>
                <a:lnTo>
                  <a:pt x="1036" y="172"/>
                </a:lnTo>
                <a:lnTo>
                  <a:pt x="1025" y="162"/>
                </a:lnTo>
                <a:lnTo>
                  <a:pt x="1014" y="152"/>
                </a:lnTo>
                <a:lnTo>
                  <a:pt x="1003" y="142"/>
                </a:lnTo>
                <a:lnTo>
                  <a:pt x="990" y="133"/>
                </a:lnTo>
                <a:lnTo>
                  <a:pt x="978" y="124"/>
                </a:lnTo>
                <a:lnTo>
                  <a:pt x="965" y="115"/>
                </a:lnTo>
                <a:lnTo>
                  <a:pt x="952" y="106"/>
                </a:lnTo>
                <a:lnTo>
                  <a:pt x="938" y="98"/>
                </a:lnTo>
                <a:lnTo>
                  <a:pt x="924" y="90"/>
                </a:lnTo>
                <a:lnTo>
                  <a:pt x="910" y="82"/>
                </a:lnTo>
                <a:lnTo>
                  <a:pt x="895" y="75"/>
                </a:lnTo>
                <a:lnTo>
                  <a:pt x="880" y="67"/>
                </a:lnTo>
                <a:lnTo>
                  <a:pt x="865" y="61"/>
                </a:lnTo>
                <a:lnTo>
                  <a:pt x="850" y="54"/>
                </a:lnTo>
                <a:lnTo>
                  <a:pt x="834" y="48"/>
                </a:lnTo>
                <a:lnTo>
                  <a:pt x="818" y="43"/>
                </a:lnTo>
                <a:lnTo>
                  <a:pt x="801" y="37"/>
                </a:lnTo>
                <a:lnTo>
                  <a:pt x="785" y="32"/>
                </a:lnTo>
                <a:lnTo>
                  <a:pt x="768" y="27"/>
                </a:lnTo>
                <a:lnTo>
                  <a:pt x="751" y="23"/>
                </a:lnTo>
                <a:lnTo>
                  <a:pt x="734" y="19"/>
                </a:lnTo>
                <a:lnTo>
                  <a:pt x="717" y="16"/>
                </a:lnTo>
                <a:lnTo>
                  <a:pt x="699" y="13"/>
                </a:lnTo>
                <a:lnTo>
                  <a:pt x="682" y="10"/>
                </a:lnTo>
                <a:lnTo>
                  <a:pt x="664" y="8"/>
                </a:lnTo>
                <a:lnTo>
                  <a:pt x="646" y="6"/>
                </a:lnTo>
                <a:lnTo>
                  <a:pt x="629" y="5"/>
                </a:lnTo>
                <a:lnTo>
                  <a:pt x="611" y="4"/>
                </a:lnTo>
                <a:lnTo>
                  <a:pt x="593" y="3"/>
                </a:lnTo>
                <a:lnTo>
                  <a:pt x="575" y="3"/>
                </a:lnTo>
                <a:lnTo>
                  <a:pt x="557" y="3"/>
                </a:lnTo>
                <a:lnTo>
                  <a:pt x="538" y="4"/>
                </a:lnTo>
                <a:lnTo>
                  <a:pt x="520" y="5"/>
                </a:lnTo>
                <a:lnTo>
                  <a:pt x="503" y="6"/>
                </a:lnTo>
                <a:lnTo>
                  <a:pt x="485" y="8"/>
                </a:lnTo>
                <a:lnTo>
                  <a:pt x="467" y="10"/>
                </a:lnTo>
                <a:lnTo>
                  <a:pt x="450" y="13"/>
                </a:lnTo>
                <a:lnTo>
                  <a:pt x="432" y="16"/>
                </a:lnTo>
                <a:lnTo>
                  <a:pt x="415" y="19"/>
                </a:lnTo>
                <a:lnTo>
                  <a:pt x="398" y="23"/>
                </a:lnTo>
                <a:lnTo>
                  <a:pt x="381" y="27"/>
                </a:lnTo>
                <a:lnTo>
                  <a:pt x="364" y="32"/>
                </a:lnTo>
                <a:lnTo>
                  <a:pt x="348" y="37"/>
                </a:lnTo>
                <a:lnTo>
                  <a:pt x="331" y="43"/>
                </a:lnTo>
                <a:lnTo>
                  <a:pt x="315" y="48"/>
                </a:lnTo>
                <a:lnTo>
                  <a:pt x="299" y="54"/>
                </a:lnTo>
                <a:lnTo>
                  <a:pt x="284" y="61"/>
                </a:lnTo>
                <a:lnTo>
                  <a:pt x="269" y="67"/>
                </a:lnTo>
                <a:lnTo>
                  <a:pt x="254" y="75"/>
                </a:lnTo>
                <a:lnTo>
                  <a:pt x="239" y="82"/>
                </a:lnTo>
                <a:lnTo>
                  <a:pt x="225" y="90"/>
                </a:lnTo>
                <a:lnTo>
                  <a:pt x="211" y="98"/>
                </a:lnTo>
                <a:lnTo>
                  <a:pt x="197" y="106"/>
                </a:lnTo>
                <a:lnTo>
                  <a:pt x="184" y="115"/>
                </a:lnTo>
                <a:lnTo>
                  <a:pt x="171" y="124"/>
                </a:lnTo>
                <a:lnTo>
                  <a:pt x="158" y="133"/>
                </a:lnTo>
                <a:lnTo>
                  <a:pt x="146" y="142"/>
                </a:lnTo>
                <a:lnTo>
                  <a:pt x="135" y="152"/>
                </a:lnTo>
                <a:lnTo>
                  <a:pt x="124" y="162"/>
                </a:lnTo>
                <a:lnTo>
                  <a:pt x="113" y="172"/>
                </a:lnTo>
                <a:lnTo>
                  <a:pt x="102" y="183"/>
                </a:lnTo>
                <a:lnTo>
                  <a:pt x="93" y="193"/>
                </a:lnTo>
                <a:lnTo>
                  <a:pt x="83" y="204"/>
                </a:lnTo>
                <a:lnTo>
                  <a:pt x="74" y="216"/>
                </a:lnTo>
                <a:lnTo>
                  <a:pt x="66" y="227"/>
                </a:lnTo>
                <a:lnTo>
                  <a:pt x="58" y="238"/>
                </a:lnTo>
                <a:lnTo>
                  <a:pt x="51" y="250"/>
                </a:lnTo>
                <a:lnTo>
                  <a:pt x="44" y="262"/>
                </a:lnTo>
                <a:lnTo>
                  <a:pt x="38" y="274"/>
                </a:lnTo>
                <a:lnTo>
                  <a:pt x="32" y="286"/>
                </a:lnTo>
                <a:lnTo>
                  <a:pt x="27" y="298"/>
                </a:lnTo>
                <a:lnTo>
                  <a:pt x="22" y="311"/>
                </a:lnTo>
                <a:lnTo>
                  <a:pt x="18" y="323"/>
                </a:lnTo>
                <a:lnTo>
                  <a:pt x="14" y="336"/>
                </a:lnTo>
                <a:lnTo>
                  <a:pt x="11" y="348"/>
                </a:lnTo>
                <a:lnTo>
                  <a:pt x="8" y="361"/>
                </a:lnTo>
                <a:lnTo>
                  <a:pt x="6" y="374"/>
                </a:lnTo>
                <a:lnTo>
                  <a:pt x="5" y="387"/>
                </a:lnTo>
                <a:lnTo>
                  <a:pt x="4" y="399"/>
                </a:lnTo>
                <a:lnTo>
                  <a:pt x="4" y="412"/>
                </a:lnTo>
                <a:lnTo>
                  <a:pt x="4" y="425"/>
                </a:lnTo>
                <a:lnTo>
                  <a:pt x="5" y="438"/>
                </a:lnTo>
                <a:lnTo>
                  <a:pt x="6" y="451"/>
                </a:lnTo>
                <a:lnTo>
                  <a:pt x="8" y="463"/>
                </a:lnTo>
                <a:lnTo>
                  <a:pt x="11" y="476"/>
                </a:lnTo>
                <a:lnTo>
                  <a:pt x="14" y="489"/>
                </a:lnTo>
                <a:lnTo>
                  <a:pt x="18" y="501"/>
                </a:lnTo>
                <a:lnTo>
                  <a:pt x="22" y="514"/>
                </a:lnTo>
                <a:lnTo>
                  <a:pt x="27" y="526"/>
                </a:lnTo>
                <a:lnTo>
                  <a:pt x="32" y="538"/>
                </a:lnTo>
                <a:lnTo>
                  <a:pt x="38" y="551"/>
                </a:lnTo>
                <a:lnTo>
                  <a:pt x="44" y="563"/>
                </a:lnTo>
                <a:lnTo>
                  <a:pt x="51" y="574"/>
                </a:lnTo>
                <a:lnTo>
                  <a:pt x="58" y="586"/>
                </a:lnTo>
                <a:lnTo>
                  <a:pt x="66" y="598"/>
                </a:lnTo>
                <a:lnTo>
                  <a:pt x="74" y="609"/>
                </a:lnTo>
                <a:lnTo>
                  <a:pt x="83" y="620"/>
                </a:lnTo>
                <a:lnTo>
                  <a:pt x="93" y="631"/>
                </a:lnTo>
                <a:lnTo>
                  <a:pt x="102" y="642"/>
                </a:lnTo>
                <a:lnTo>
                  <a:pt x="113" y="652"/>
                </a:lnTo>
                <a:lnTo>
                  <a:pt x="124" y="663"/>
                </a:lnTo>
                <a:lnTo>
                  <a:pt x="135" y="673"/>
                </a:lnTo>
                <a:lnTo>
                  <a:pt x="146" y="682"/>
                </a:lnTo>
                <a:lnTo>
                  <a:pt x="158" y="692"/>
                </a:lnTo>
                <a:lnTo>
                  <a:pt x="171" y="701"/>
                </a:lnTo>
                <a:lnTo>
                  <a:pt x="184" y="710"/>
                </a:lnTo>
                <a:lnTo>
                  <a:pt x="197" y="719"/>
                </a:lnTo>
                <a:lnTo>
                  <a:pt x="211" y="727"/>
                </a:lnTo>
                <a:lnTo>
                  <a:pt x="225" y="735"/>
                </a:lnTo>
                <a:lnTo>
                  <a:pt x="239" y="743"/>
                </a:lnTo>
                <a:lnTo>
                  <a:pt x="254" y="750"/>
                </a:lnTo>
                <a:lnTo>
                  <a:pt x="269" y="757"/>
                </a:lnTo>
                <a:lnTo>
                  <a:pt x="284" y="764"/>
                </a:lnTo>
                <a:lnTo>
                  <a:pt x="299" y="770"/>
                </a:lnTo>
                <a:lnTo>
                  <a:pt x="315" y="776"/>
                </a:lnTo>
                <a:lnTo>
                  <a:pt x="331" y="782"/>
                </a:lnTo>
                <a:lnTo>
                  <a:pt x="348" y="787"/>
                </a:lnTo>
                <a:lnTo>
                  <a:pt x="364" y="792"/>
                </a:lnTo>
                <a:lnTo>
                  <a:pt x="381" y="797"/>
                </a:lnTo>
                <a:lnTo>
                  <a:pt x="398" y="801"/>
                </a:lnTo>
                <a:lnTo>
                  <a:pt x="415" y="804"/>
                </a:lnTo>
                <a:lnTo>
                  <a:pt x="432" y="808"/>
                </a:lnTo>
                <a:lnTo>
                  <a:pt x="450" y="811"/>
                </a:lnTo>
                <a:lnTo>
                  <a:pt x="467" y="813"/>
                </a:lnTo>
                <a:lnTo>
                  <a:pt x="485" y="816"/>
                </a:lnTo>
                <a:lnTo>
                  <a:pt x="503" y="817"/>
                </a:lnTo>
                <a:lnTo>
                  <a:pt x="520" y="819"/>
                </a:lnTo>
                <a:lnTo>
                  <a:pt x="538" y="820"/>
                </a:lnTo>
                <a:lnTo>
                  <a:pt x="557" y="820"/>
                </a:lnTo>
                <a:lnTo>
                  <a:pt x="575" y="821"/>
                </a:lnTo>
                <a:lnTo>
                  <a:pt x="593" y="820"/>
                </a:lnTo>
                <a:lnTo>
                  <a:pt x="611" y="820"/>
                </a:lnTo>
                <a:lnTo>
                  <a:pt x="629" y="819"/>
                </a:lnTo>
                <a:lnTo>
                  <a:pt x="646" y="817"/>
                </a:lnTo>
                <a:lnTo>
                  <a:pt x="664" y="816"/>
                </a:lnTo>
                <a:lnTo>
                  <a:pt x="682" y="813"/>
                </a:lnTo>
                <a:lnTo>
                  <a:pt x="699" y="811"/>
                </a:lnTo>
                <a:lnTo>
                  <a:pt x="717" y="808"/>
                </a:lnTo>
                <a:lnTo>
                  <a:pt x="734" y="804"/>
                </a:lnTo>
                <a:lnTo>
                  <a:pt x="751" y="801"/>
                </a:lnTo>
                <a:lnTo>
                  <a:pt x="768" y="797"/>
                </a:lnTo>
                <a:lnTo>
                  <a:pt x="785" y="792"/>
                </a:lnTo>
                <a:lnTo>
                  <a:pt x="801" y="787"/>
                </a:lnTo>
                <a:lnTo>
                  <a:pt x="818" y="782"/>
                </a:lnTo>
                <a:lnTo>
                  <a:pt x="834" y="776"/>
                </a:lnTo>
                <a:lnTo>
                  <a:pt x="850" y="770"/>
                </a:lnTo>
                <a:lnTo>
                  <a:pt x="865" y="764"/>
                </a:lnTo>
                <a:lnTo>
                  <a:pt x="880" y="757"/>
                </a:lnTo>
                <a:lnTo>
                  <a:pt x="895" y="750"/>
                </a:lnTo>
                <a:lnTo>
                  <a:pt x="910" y="743"/>
                </a:lnTo>
                <a:lnTo>
                  <a:pt x="924" y="735"/>
                </a:lnTo>
                <a:lnTo>
                  <a:pt x="938" y="727"/>
                </a:lnTo>
                <a:lnTo>
                  <a:pt x="952" y="719"/>
                </a:lnTo>
                <a:lnTo>
                  <a:pt x="965" y="710"/>
                </a:lnTo>
                <a:lnTo>
                  <a:pt x="978" y="701"/>
                </a:lnTo>
                <a:lnTo>
                  <a:pt x="990" y="692"/>
                </a:lnTo>
                <a:lnTo>
                  <a:pt x="1003" y="682"/>
                </a:lnTo>
                <a:lnTo>
                  <a:pt x="1014" y="673"/>
                </a:lnTo>
                <a:lnTo>
                  <a:pt x="1025" y="663"/>
                </a:lnTo>
                <a:lnTo>
                  <a:pt x="1036" y="652"/>
                </a:lnTo>
                <a:lnTo>
                  <a:pt x="1046" y="642"/>
                </a:lnTo>
                <a:lnTo>
                  <a:pt x="1056" y="631"/>
                </a:lnTo>
                <a:lnTo>
                  <a:pt x="1066" y="620"/>
                </a:lnTo>
                <a:lnTo>
                  <a:pt x="1074" y="609"/>
                </a:lnTo>
                <a:lnTo>
                  <a:pt x="1083" y="598"/>
                </a:lnTo>
                <a:lnTo>
                  <a:pt x="1091" y="586"/>
                </a:lnTo>
                <a:lnTo>
                  <a:pt x="1098" y="574"/>
                </a:lnTo>
                <a:lnTo>
                  <a:pt x="1105" y="563"/>
                </a:lnTo>
                <a:lnTo>
                  <a:pt x="1111" y="551"/>
                </a:lnTo>
                <a:lnTo>
                  <a:pt x="1117" y="538"/>
                </a:lnTo>
                <a:lnTo>
                  <a:pt x="1122" y="526"/>
                </a:lnTo>
                <a:lnTo>
                  <a:pt x="1127" y="514"/>
                </a:lnTo>
                <a:lnTo>
                  <a:pt x="1131" y="501"/>
                </a:lnTo>
                <a:lnTo>
                  <a:pt x="1135" y="489"/>
                </a:lnTo>
                <a:lnTo>
                  <a:pt x="1138" y="476"/>
                </a:lnTo>
                <a:lnTo>
                  <a:pt x="1140" y="463"/>
                </a:lnTo>
                <a:lnTo>
                  <a:pt x="1142" y="451"/>
                </a:lnTo>
                <a:lnTo>
                  <a:pt x="1144" y="438"/>
                </a:lnTo>
                <a:lnTo>
                  <a:pt x="1145" y="425"/>
                </a:lnTo>
                <a:lnTo>
                  <a:pt x="1145" y="412"/>
                </a:lnTo>
                <a:moveTo>
                  <a:pt x="1149" y="412"/>
                </a:moveTo>
                <a:lnTo>
                  <a:pt x="1149" y="425"/>
                </a:lnTo>
                <a:lnTo>
                  <a:pt x="1148" y="438"/>
                </a:lnTo>
                <a:lnTo>
                  <a:pt x="1146" y="451"/>
                </a:lnTo>
                <a:lnTo>
                  <a:pt x="1144" y="464"/>
                </a:lnTo>
                <a:lnTo>
                  <a:pt x="1142" y="477"/>
                </a:lnTo>
                <a:lnTo>
                  <a:pt x="1139" y="489"/>
                </a:lnTo>
                <a:lnTo>
                  <a:pt x="1135" y="502"/>
                </a:lnTo>
                <a:lnTo>
                  <a:pt x="1131" y="515"/>
                </a:lnTo>
                <a:lnTo>
                  <a:pt x="1126" y="527"/>
                </a:lnTo>
                <a:lnTo>
                  <a:pt x="1121" y="539"/>
                </a:lnTo>
                <a:lnTo>
                  <a:pt x="1115" y="552"/>
                </a:lnTo>
                <a:lnTo>
                  <a:pt x="1109" y="564"/>
                </a:lnTo>
                <a:lnTo>
                  <a:pt x="1102" y="576"/>
                </a:lnTo>
                <a:lnTo>
                  <a:pt x="1094" y="587"/>
                </a:lnTo>
                <a:lnTo>
                  <a:pt x="1086" y="599"/>
                </a:lnTo>
                <a:lnTo>
                  <a:pt x="1078" y="610"/>
                </a:lnTo>
                <a:lnTo>
                  <a:pt x="1069" y="622"/>
                </a:lnTo>
                <a:lnTo>
                  <a:pt x="1060" y="633"/>
                </a:lnTo>
                <a:lnTo>
                  <a:pt x="1050" y="643"/>
                </a:lnTo>
                <a:lnTo>
                  <a:pt x="1039" y="654"/>
                </a:lnTo>
                <a:lnTo>
                  <a:pt x="1028" y="664"/>
                </a:lnTo>
                <a:lnTo>
                  <a:pt x="1017" y="674"/>
                </a:lnTo>
                <a:lnTo>
                  <a:pt x="1005" y="684"/>
                </a:lnTo>
                <a:lnTo>
                  <a:pt x="993" y="694"/>
                </a:lnTo>
                <a:lnTo>
                  <a:pt x="981" y="703"/>
                </a:lnTo>
                <a:lnTo>
                  <a:pt x="968" y="712"/>
                </a:lnTo>
                <a:lnTo>
                  <a:pt x="954" y="721"/>
                </a:lnTo>
                <a:lnTo>
                  <a:pt x="941" y="729"/>
                </a:lnTo>
                <a:lnTo>
                  <a:pt x="927" y="737"/>
                </a:lnTo>
                <a:lnTo>
                  <a:pt x="912" y="745"/>
                </a:lnTo>
                <a:lnTo>
                  <a:pt x="898" y="752"/>
                </a:lnTo>
                <a:lnTo>
                  <a:pt x="882" y="759"/>
                </a:lnTo>
                <a:lnTo>
                  <a:pt x="867" y="766"/>
                </a:lnTo>
                <a:lnTo>
                  <a:pt x="851" y="773"/>
                </a:lnTo>
                <a:lnTo>
                  <a:pt x="836" y="779"/>
                </a:lnTo>
                <a:lnTo>
                  <a:pt x="819" y="784"/>
                </a:lnTo>
                <a:lnTo>
                  <a:pt x="803" y="790"/>
                </a:lnTo>
                <a:lnTo>
                  <a:pt x="786" y="795"/>
                </a:lnTo>
                <a:lnTo>
                  <a:pt x="769" y="799"/>
                </a:lnTo>
                <a:lnTo>
                  <a:pt x="752" y="803"/>
                </a:lnTo>
                <a:lnTo>
                  <a:pt x="735" y="807"/>
                </a:lnTo>
                <a:lnTo>
                  <a:pt x="718" y="811"/>
                </a:lnTo>
                <a:lnTo>
                  <a:pt x="700" y="814"/>
                </a:lnTo>
                <a:lnTo>
                  <a:pt x="682" y="816"/>
                </a:lnTo>
                <a:lnTo>
                  <a:pt x="665" y="818"/>
                </a:lnTo>
                <a:lnTo>
                  <a:pt x="647" y="820"/>
                </a:lnTo>
                <a:lnTo>
                  <a:pt x="629" y="822"/>
                </a:lnTo>
                <a:lnTo>
                  <a:pt x="611" y="823"/>
                </a:lnTo>
                <a:lnTo>
                  <a:pt x="593" y="823"/>
                </a:lnTo>
                <a:lnTo>
                  <a:pt x="575" y="823"/>
                </a:lnTo>
                <a:lnTo>
                  <a:pt x="557" y="823"/>
                </a:lnTo>
                <a:lnTo>
                  <a:pt x="538" y="823"/>
                </a:lnTo>
                <a:lnTo>
                  <a:pt x="520" y="822"/>
                </a:lnTo>
                <a:lnTo>
                  <a:pt x="502" y="820"/>
                </a:lnTo>
                <a:lnTo>
                  <a:pt x="484" y="818"/>
                </a:lnTo>
                <a:lnTo>
                  <a:pt x="466" y="816"/>
                </a:lnTo>
                <a:lnTo>
                  <a:pt x="449" y="814"/>
                </a:lnTo>
                <a:lnTo>
                  <a:pt x="431" y="811"/>
                </a:lnTo>
                <a:lnTo>
                  <a:pt x="414" y="807"/>
                </a:lnTo>
                <a:lnTo>
                  <a:pt x="397" y="803"/>
                </a:lnTo>
                <a:lnTo>
                  <a:pt x="380" y="799"/>
                </a:lnTo>
                <a:lnTo>
                  <a:pt x="363" y="795"/>
                </a:lnTo>
                <a:lnTo>
                  <a:pt x="346" y="790"/>
                </a:lnTo>
                <a:lnTo>
                  <a:pt x="330" y="784"/>
                </a:lnTo>
                <a:lnTo>
                  <a:pt x="313" y="779"/>
                </a:lnTo>
                <a:lnTo>
                  <a:pt x="297" y="773"/>
                </a:lnTo>
                <a:lnTo>
                  <a:pt x="282" y="766"/>
                </a:lnTo>
                <a:lnTo>
                  <a:pt x="266" y="759"/>
                </a:lnTo>
                <a:lnTo>
                  <a:pt x="251" y="752"/>
                </a:lnTo>
                <a:lnTo>
                  <a:pt x="237" y="745"/>
                </a:lnTo>
                <a:lnTo>
                  <a:pt x="222" y="737"/>
                </a:lnTo>
                <a:lnTo>
                  <a:pt x="208" y="729"/>
                </a:lnTo>
                <a:lnTo>
                  <a:pt x="194" y="721"/>
                </a:lnTo>
                <a:lnTo>
                  <a:pt x="181" y="712"/>
                </a:lnTo>
                <a:lnTo>
                  <a:pt x="168" y="703"/>
                </a:lnTo>
                <a:lnTo>
                  <a:pt x="156" y="694"/>
                </a:lnTo>
                <a:lnTo>
                  <a:pt x="143" y="684"/>
                </a:lnTo>
                <a:lnTo>
                  <a:pt x="132" y="674"/>
                </a:lnTo>
                <a:lnTo>
                  <a:pt x="120" y="664"/>
                </a:lnTo>
                <a:lnTo>
                  <a:pt x="110" y="654"/>
                </a:lnTo>
                <a:lnTo>
                  <a:pt x="99" y="643"/>
                </a:lnTo>
                <a:lnTo>
                  <a:pt x="89" y="633"/>
                </a:lnTo>
                <a:lnTo>
                  <a:pt x="80" y="622"/>
                </a:lnTo>
                <a:lnTo>
                  <a:pt x="71" y="610"/>
                </a:lnTo>
                <a:lnTo>
                  <a:pt x="63" y="599"/>
                </a:lnTo>
                <a:lnTo>
                  <a:pt x="55" y="587"/>
                </a:lnTo>
                <a:lnTo>
                  <a:pt x="47" y="576"/>
                </a:lnTo>
                <a:lnTo>
                  <a:pt x="40" y="564"/>
                </a:lnTo>
                <a:lnTo>
                  <a:pt x="34" y="552"/>
                </a:lnTo>
                <a:lnTo>
                  <a:pt x="28" y="539"/>
                </a:lnTo>
                <a:lnTo>
                  <a:pt x="23" y="527"/>
                </a:lnTo>
                <a:lnTo>
                  <a:pt x="18" y="515"/>
                </a:lnTo>
                <a:lnTo>
                  <a:pt x="14" y="502"/>
                </a:lnTo>
                <a:lnTo>
                  <a:pt x="10" y="489"/>
                </a:lnTo>
                <a:lnTo>
                  <a:pt x="7" y="477"/>
                </a:lnTo>
                <a:lnTo>
                  <a:pt x="5" y="464"/>
                </a:lnTo>
                <a:lnTo>
                  <a:pt x="3" y="451"/>
                </a:lnTo>
                <a:lnTo>
                  <a:pt x="1" y="438"/>
                </a:lnTo>
                <a:lnTo>
                  <a:pt x="0" y="425"/>
                </a:lnTo>
                <a:lnTo>
                  <a:pt x="0" y="412"/>
                </a:lnTo>
                <a:lnTo>
                  <a:pt x="0" y="399"/>
                </a:lnTo>
                <a:lnTo>
                  <a:pt x="1" y="386"/>
                </a:lnTo>
                <a:lnTo>
                  <a:pt x="3" y="374"/>
                </a:lnTo>
                <a:lnTo>
                  <a:pt x="5" y="361"/>
                </a:lnTo>
                <a:lnTo>
                  <a:pt x="7" y="348"/>
                </a:lnTo>
                <a:lnTo>
                  <a:pt x="10" y="335"/>
                </a:lnTo>
                <a:lnTo>
                  <a:pt x="14" y="323"/>
                </a:lnTo>
                <a:lnTo>
                  <a:pt x="18" y="310"/>
                </a:lnTo>
                <a:lnTo>
                  <a:pt x="23" y="298"/>
                </a:lnTo>
                <a:lnTo>
                  <a:pt x="28" y="285"/>
                </a:lnTo>
                <a:lnTo>
                  <a:pt x="34" y="273"/>
                </a:lnTo>
                <a:lnTo>
                  <a:pt x="40" y="261"/>
                </a:lnTo>
                <a:lnTo>
                  <a:pt x="47" y="249"/>
                </a:lnTo>
                <a:lnTo>
                  <a:pt x="55" y="237"/>
                </a:lnTo>
                <a:lnTo>
                  <a:pt x="63" y="226"/>
                </a:lnTo>
                <a:lnTo>
                  <a:pt x="71" y="214"/>
                </a:lnTo>
                <a:lnTo>
                  <a:pt x="80" y="203"/>
                </a:lnTo>
                <a:lnTo>
                  <a:pt x="89" y="192"/>
                </a:lnTo>
                <a:lnTo>
                  <a:pt x="99" y="181"/>
                </a:lnTo>
                <a:lnTo>
                  <a:pt x="110" y="171"/>
                </a:lnTo>
                <a:lnTo>
                  <a:pt x="120" y="160"/>
                </a:lnTo>
                <a:lnTo>
                  <a:pt x="132" y="150"/>
                </a:lnTo>
                <a:lnTo>
                  <a:pt x="143" y="140"/>
                </a:lnTo>
                <a:lnTo>
                  <a:pt x="156" y="131"/>
                </a:lnTo>
                <a:lnTo>
                  <a:pt x="168" y="122"/>
                </a:lnTo>
                <a:lnTo>
                  <a:pt x="181" y="113"/>
                </a:lnTo>
                <a:lnTo>
                  <a:pt x="194" y="104"/>
                </a:lnTo>
                <a:lnTo>
                  <a:pt x="208" y="95"/>
                </a:lnTo>
                <a:lnTo>
                  <a:pt x="222" y="87"/>
                </a:lnTo>
                <a:lnTo>
                  <a:pt x="237" y="80"/>
                </a:lnTo>
                <a:lnTo>
                  <a:pt x="251" y="72"/>
                </a:lnTo>
                <a:lnTo>
                  <a:pt x="266" y="65"/>
                </a:lnTo>
                <a:lnTo>
                  <a:pt x="282" y="58"/>
                </a:lnTo>
                <a:lnTo>
                  <a:pt x="297" y="52"/>
                </a:lnTo>
                <a:lnTo>
                  <a:pt x="313" y="46"/>
                </a:lnTo>
                <a:lnTo>
                  <a:pt x="330" y="39"/>
                </a:lnTo>
                <a:lnTo>
                  <a:pt x="346" y="34"/>
                </a:lnTo>
                <a:lnTo>
                  <a:pt x="363" y="29"/>
                </a:lnTo>
                <a:lnTo>
                  <a:pt x="380" y="24"/>
                </a:lnTo>
                <a:lnTo>
                  <a:pt x="397" y="20"/>
                </a:lnTo>
                <a:lnTo>
                  <a:pt x="414" y="16"/>
                </a:lnTo>
                <a:lnTo>
                  <a:pt x="431" y="13"/>
                </a:lnTo>
                <a:lnTo>
                  <a:pt x="449" y="10"/>
                </a:lnTo>
                <a:lnTo>
                  <a:pt x="466" y="7"/>
                </a:lnTo>
                <a:lnTo>
                  <a:pt x="484" y="5"/>
                </a:lnTo>
                <a:lnTo>
                  <a:pt x="502" y="3"/>
                </a:lnTo>
                <a:lnTo>
                  <a:pt x="520" y="2"/>
                </a:lnTo>
                <a:lnTo>
                  <a:pt x="538" y="1"/>
                </a:lnTo>
                <a:lnTo>
                  <a:pt x="557" y="0"/>
                </a:lnTo>
                <a:lnTo>
                  <a:pt x="575" y="0"/>
                </a:lnTo>
                <a:lnTo>
                  <a:pt x="593" y="0"/>
                </a:lnTo>
                <a:lnTo>
                  <a:pt x="611" y="1"/>
                </a:lnTo>
                <a:lnTo>
                  <a:pt x="629" y="2"/>
                </a:lnTo>
                <a:lnTo>
                  <a:pt x="647" y="3"/>
                </a:lnTo>
                <a:lnTo>
                  <a:pt x="665" y="5"/>
                </a:lnTo>
                <a:lnTo>
                  <a:pt x="682" y="7"/>
                </a:lnTo>
                <a:lnTo>
                  <a:pt x="700" y="10"/>
                </a:lnTo>
                <a:lnTo>
                  <a:pt x="718" y="13"/>
                </a:lnTo>
                <a:lnTo>
                  <a:pt x="735" y="16"/>
                </a:lnTo>
                <a:lnTo>
                  <a:pt x="752" y="20"/>
                </a:lnTo>
                <a:lnTo>
                  <a:pt x="769" y="24"/>
                </a:lnTo>
                <a:lnTo>
                  <a:pt x="786" y="29"/>
                </a:lnTo>
                <a:lnTo>
                  <a:pt x="803" y="34"/>
                </a:lnTo>
                <a:lnTo>
                  <a:pt x="819" y="39"/>
                </a:lnTo>
                <a:lnTo>
                  <a:pt x="836" y="46"/>
                </a:lnTo>
                <a:lnTo>
                  <a:pt x="851" y="52"/>
                </a:lnTo>
                <a:lnTo>
                  <a:pt x="867" y="58"/>
                </a:lnTo>
                <a:lnTo>
                  <a:pt x="882" y="65"/>
                </a:lnTo>
                <a:lnTo>
                  <a:pt x="898" y="72"/>
                </a:lnTo>
                <a:lnTo>
                  <a:pt x="912" y="80"/>
                </a:lnTo>
                <a:lnTo>
                  <a:pt x="927" y="87"/>
                </a:lnTo>
                <a:lnTo>
                  <a:pt x="941" y="95"/>
                </a:lnTo>
                <a:lnTo>
                  <a:pt x="954" y="104"/>
                </a:lnTo>
                <a:lnTo>
                  <a:pt x="968" y="113"/>
                </a:lnTo>
                <a:lnTo>
                  <a:pt x="981" y="122"/>
                </a:lnTo>
                <a:lnTo>
                  <a:pt x="993" y="131"/>
                </a:lnTo>
                <a:lnTo>
                  <a:pt x="1005" y="140"/>
                </a:lnTo>
                <a:lnTo>
                  <a:pt x="1017" y="150"/>
                </a:lnTo>
                <a:lnTo>
                  <a:pt x="1028" y="160"/>
                </a:lnTo>
                <a:lnTo>
                  <a:pt x="1039" y="171"/>
                </a:lnTo>
                <a:lnTo>
                  <a:pt x="1050" y="181"/>
                </a:lnTo>
                <a:lnTo>
                  <a:pt x="1060" y="192"/>
                </a:lnTo>
                <a:lnTo>
                  <a:pt x="1069" y="203"/>
                </a:lnTo>
                <a:lnTo>
                  <a:pt x="1078" y="214"/>
                </a:lnTo>
                <a:lnTo>
                  <a:pt x="1086" y="226"/>
                </a:lnTo>
                <a:lnTo>
                  <a:pt x="1094" y="237"/>
                </a:lnTo>
                <a:lnTo>
                  <a:pt x="1102" y="249"/>
                </a:lnTo>
                <a:lnTo>
                  <a:pt x="1109" y="261"/>
                </a:lnTo>
                <a:lnTo>
                  <a:pt x="1115" y="273"/>
                </a:lnTo>
                <a:lnTo>
                  <a:pt x="1121" y="285"/>
                </a:lnTo>
                <a:lnTo>
                  <a:pt x="1126" y="298"/>
                </a:lnTo>
                <a:lnTo>
                  <a:pt x="1131" y="310"/>
                </a:lnTo>
                <a:lnTo>
                  <a:pt x="1135" y="323"/>
                </a:lnTo>
                <a:lnTo>
                  <a:pt x="1139" y="335"/>
                </a:lnTo>
                <a:lnTo>
                  <a:pt x="1142" y="348"/>
                </a:lnTo>
                <a:lnTo>
                  <a:pt x="1144" y="361"/>
                </a:lnTo>
                <a:lnTo>
                  <a:pt x="1146" y="374"/>
                </a:lnTo>
                <a:lnTo>
                  <a:pt x="1148" y="386"/>
                </a:lnTo>
                <a:lnTo>
                  <a:pt x="1149" y="399"/>
                </a:lnTo>
                <a:lnTo>
                  <a:pt x="1149" y="412"/>
                </a:lnTo>
                <a:close/>
              </a:path>
            </a:pathLst>
          </a:custGeom>
          <a:solidFill>
            <a:srgbClr val="ff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6" name=""/>
          <p:cNvSpPr/>
          <p:nvPr/>
        </p:nvSpPr>
        <p:spPr>
          <a:xfrm>
            <a:off x="7854480" y="2795040"/>
            <a:ext cx="416520" cy="298440"/>
          </a:xfrm>
          <a:custGeom>
            <a:avLst/>
            <a:gdLst/>
            <a:ahLst/>
            <a:rect l="0" t="0" r="r" b="b"/>
            <a:pathLst>
              <a:path w="1157" h="829">
                <a:moveTo>
                  <a:pt x="1153" y="415"/>
                </a:moveTo>
                <a:lnTo>
                  <a:pt x="1153" y="402"/>
                </a:lnTo>
                <a:lnTo>
                  <a:pt x="1152" y="389"/>
                </a:lnTo>
                <a:lnTo>
                  <a:pt x="1150" y="377"/>
                </a:lnTo>
                <a:lnTo>
                  <a:pt x="1148" y="364"/>
                </a:lnTo>
                <a:lnTo>
                  <a:pt x="1146" y="351"/>
                </a:lnTo>
                <a:lnTo>
                  <a:pt x="1143" y="338"/>
                </a:lnTo>
                <a:lnTo>
                  <a:pt x="1139" y="326"/>
                </a:lnTo>
                <a:lnTo>
                  <a:pt x="1135" y="313"/>
                </a:lnTo>
                <a:lnTo>
                  <a:pt x="1130" y="301"/>
                </a:lnTo>
                <a:lnTo>
                  <a:pt x="1125" y="288"/>
                </a:lnTo>
                <a:lnTo>
                  <a:pt x="1119" y="276"/>
                </a:lnTo>
                <a:lnTo>
                  <a:pt x="1113" y="264"/>
                </a:lnTo>
                <a:lnTo>
                  <a:pt x="1106" y="252"/>
                </a:lnTo>
                <a:lnTo>
                  <a:pt x="1098" y="240"/>
                </a:lnTo>
                <a:lnTo>
                  <a:pt x="1090" y="229"/>
                </a:lnTo>
                <a:lnTo>
                  <a:pt x="1082" y="217"/>
                </a:lnTo>
                <a:lnTo>
                  <a:pt x="1073" y="206"/>
                </a:lnTo>
                <a:lnTo>
                  <a:pt x="1064" y="195"/>
                </a:lnTo>
                <a:lnTo>
                  <a:pt x="1054" y="184"/>
                </a:lnTo>
                <a:lnTo>
                  <a:pt x="1043" y="174"/>
                </a:lnTo>
                <a:lnTo>
                  <a:pt x="1032" y="163"/>
                </a:lnTo>
                <a:lnTo>
                  <a:pt x="1021" y="153"/>
                </a:lnTo>
                <a:lnTo>
                  <a:pt x="1009" y="143"/>
                </a:lnTo>
                <a:lnTo>
                  <a:pt x="997" y="134"/>
                </a:lnTo>
                <a:lnTo>
                  <a:pt x="985" y="125"/>
                </a:lnTo>
                <a:lnTo>
                  <a:pt x="972" y="116"/>
                </a:lnTo>
                <a:lnTo>
                  <a:pt x="958" y="107"/>
                </a:lnTo>
                <a:lnTo>
                  <a:pt x="945" y="98"/>
                </a:lnTo>
                <a:lnTo>
                  <a:pt x="931" y="89"/>
                </a:lnTo>
                <a:lnTo>
                  <a:pt x="916" y="82"/>
                </a:lnTo>
                <a:lnTo>
                  <a:pt x="902" y="74"/>
                </a:lnTo>
                <a:lnTo>
                  <a:pt x="886" y="67"/>
                </a:lnTo>
                <a:lnTo>
                  <a:pt x="871" y="60"/>
                </a:lnTo>
                <a:lnTo>
                  <a:pt x="855" y="54"/>
                </a:lnTo>
                <a:lnTo>
                  <a:pt x="840" y="48"/>
                </a:lnTo>
                <a:lnTo>
                  <a:pt x="823" y="42"/>
                </a:lnTo>
                <a:lnTo>
                  <a:pt x="807" y="37"/>
                </a:lnTo>
                <a:lnTo>
                  <a:pt x="790" y="32"/>
                </a:lnTo>
                <a:lnTo>
                  <a:pt x="773" y="27"/>
                </a:lnTo>
                <a:lnTo>
                  <a:pt x="756" y="23"/>
                </a:lnTo>
                <a:lnTo>
                  <a:pt x="739" y="19"/>
                </a:lnTo>
                <a:lnTo>
                  <a:pt x="722" y="16"/>
                </a:lnTo>
                <a:lnTo>
                  <a:pt x="703" y="13"/>
                </a:lnTo>
                <a:lnTo>
                  <a:pt x="685" y="10"/>
                </a:lnTo>
                <a:lnTo>
                  <a:pt x="668" y="8"/>
                </a:lnTo>
                <a:lnTo>
                  <a:pt x="650" y="6"/>
                </a:lnTo>
                <a:lnTo>
                  <a:pt x="632" y="5"/>
                </a:lnTo>
                <a:lnTo>
                  <a:pt x="614" y="4"/>
                </a:lnTo>
                <a:lnTo>
                  <a:pt x="596" y="3"/>
                </a:lnTo>
                <a:lnTo>
                  <a:pt x="578" y="3"/>
                </a:lnTo>
                <a:lnTo>
                  <a:pt x="560" y="3"/>
                </a:lnTo>
                <a:lnTo>
                  <a:pt x="542" y="4"/>
                </a:lnTo>
                <a:lnTo>
                  <a:pt x="524" y="5"/>
                </a:lnTo>
                <a:lnTo>
                  <a:pt x="506" y="6"/>
                </a:lnTo>
                <a:lnTo>
                  <a:pt x="488" y="8"/>
                </a:lnTo>
                <a:lnTo>
                  <a:pt x="470" y="10"/>
                </a:lnTo>
                <a:lnTo>
                  <a:pt x="453" y="13"/>
                </a:lnTo>
                <a:lnTo>
                  <a:pt x="435" y="16"/>
                </a:lnTo>
                <a:lnTo>
                  <a:pt x="418" y="19"/>
                </a:lnTo>
                <a:lnTo>
                  <a:pt x="401" y="23"/>
                </a:lnTo>
                <a:lnTo>
                  <a:pt x="384" y="27"/>
                </a:lnTo>
                <a:lnTo>
                  <a:pt x="367" y="32"/>
                </a:lnTo>
                <a:lnTo>
                  <a:pt x="350" y="37"/>
                </a:lnTo>
                <a:lnTo>
                  <a:pt x="334" y="42"/>
                </a:lnTo>
                <a:lnTo>
                  <a:pt x="317" y="48"/>
                </a:lnTo>
                <a:lnTo>
                  <a:pt x="301" y="54"/>
                </a:lnTo>
                <a:lnTo>
                  <a:pt x="286" y="60"/>
                </a:lnTo>
                <a:lnTo>
                  <a:pt x="270" y="67"/>
                </a:lnTo>
                <a:lnTo>
                  <a:pt x="255" y="74"/>
                </a:lnTo>
                <a:lnTo>
                  <a:pt x="241" y="82"/>
                </a:lnTo>
                <a:lnTo>
                  <a:pt x="226" y="89"/>
                </a:lnTo>
                <a:lnTo>
                  <a:pt x="212" y="98"/>
                </a:lnTo>
                <a:lnTo>
                  <a:pt x="198" y="107"/>
                </a:lnTo>
                <a:lnTo>
                  <a:pt x="185" y="116"/>
                </a:lnTo>
                <a:lnTo>
                  <a:pt x="172" y="125"/>
                </a:lnTo>
                <a:lnTo>
                  <a:pt x="160" y="134"/>
                </a:lnTo>
                <a:lnTo>
                  <a:pt x="147" y="143"/>
                </a:lnTo>
                <a:lnTo>
                  <a:pt x="136" y="153"/>
                </a:lnTo>
                <a:lnTo>
                  <a:pt x="124" y="163"/>
                </a:lnTo>
                <a:lnTo>
                  <a:pt x="114" y="174"/>
                </a:lnTo>
                <a:lnTo>
                  <a:pt x="103" y="184"/>
                </a:lnTo>
                <a:lnTo>
                  <a:pt x="93" y="195"/>
                </a:lnTo>
                <a:lnTo>
                  <a:pt x="84" y="206"/>
                </a:lnTo>
                <a:lnTo>
                  <a:pt x="75" y="217"/>
                </a:lnTo>
                <a:lnTo>
                  <a:pt x="67" y="229"/>
                </a:lnTo>
                <a:lnTo>
                  <a:pt x="59" y="240"/>
                </a:lnTo>
                <a:lnTo>
                  <a:pt x="51" y="252"/>
                </a:lnTo>
                <a:lnTo>
                  <a:pt x="44" y="264"/>
                </a:lnTo>
                <a:lnTo>
                  <a:pt x="38" y="276"/>
                </a:lnTo>
                <a:lnTo>
                  <a:pt x="32" y="288"/>
                </a:lnTo>
                <a:lnTo>
                  <a:pt x="27" y="301"/>
                </a:lnTo>
                <a:lnTo>
                  <a:pt x="22" y="313"/>
                </a:lnTo>
                <a:lnTo>
                  <a:pt x="18" y="326"/>
                </a:lnTo>
                <a:lnTo>
                  <a:pt x="14" y="338"/>
                </a:lnTo>
                <a:lnTo>
                  <a:pt x="11" y="351"/>
                </a:lnTo>
                <a:lnTo>
                  <a:pt x="9" y="364"/>
                </a:lnTo>
                <a:lnTo>
                  <a:pt x="7" y="377"/>
                </a:lnTo>
                <a:lnTo>
                  <a:pt x="5" y="389"/>
                </a:lnTo>
                <a:lnTo>
                  <a:pt x="4" y="402"/>
                </a:lnTo>
                <a:lnTo>
                  <a:pt x="4" y="415"/>
                </a:lnTo>
                <a:lnTo>
                  <a:pt x="4" y="428"/>
                </a:lnTo>
                <a:lnTo>
                  <a:pt x="5" y="441"/>
                </a:lnTo>
                <a:lnTo>
                  <a:pt x="7" y="454"/>
                </a:lnTo>
                <a:lnTo>
                  <a:pt x="9" y="467"/>
                </a:lnTo>
                <a:lnTo>
                  <a:pt x="11" y="480"/>
                </a:lnTo>
                <a:lnTo>
                  <a:pt x="14" y="492"/>
                </a:lnTo>
                <a:lnTo>
                  <a:pt x="18" y="505"/>
                </a:lnTo>
                <a:lnTo>
                  <a:pt x="22" y="518"/>
                </a:lnTo>
                <a:lnTo>
                  <a:pt x="27" y="530"/>
                </a:lnTo>
                <a:lnTo>
                  <a:pt x="32" y="542"/>
                </a:lnTo>
                <a:lnTo>
                  <a:pt x="38" y="555"/>
                </a:lnTo>
                <a:lnTo>
                  <a:pt x="44" y="567"/>
                </a:lnTo>
                <a:lnTo>
                  <a:pt x="51" y="579"/>
                </a:lnTo>
                <a:lnTo>
                  <a:pt x="59" y="590"/>
                </a:lnTo>
                <a:lnTo>
                  <a:pt x="67" y="602"/>
                </a:lnTo>
                <a:lnTo>
                  <a:pt x="75" y="613"/>
                </a:lnTo>
                <a:lnTo>
                  <a:pt x="84" y="625"/>
                </a:lnTo>
                <a:lnTo>
                  <a:pt x="93" y="636"/>
                </a:lnTo>
                <a:lnTo>
                  <a:pt x="103" y="646"/>
                </a:lnTo>
                <a:lnTo>
                  <a:pt x="114" y="657"/>
                </a:lnTo>
                <a:lnTo>
                  <a:pt x="124" y="667"/>
                </a:lnTo>
                <a:lnTo>
                  <a:pt x="136" y="677"/>
                </a:lnTo>
                <a:lnTo>
                  <a:pt x="147" y="687"/>
                </a:lnTo>
                <a:lnTo>
                  <a:pt x="160" y="697"/>
                </a:lnTo>
                <a:lnTo>
                  <a:pt x="172" y="706"/>
                </a:lnTo>
                <a:lnTo>
                  <a:pt x="185" y="715"/>
                </a:lnTo>
                <a:lnTo>
                  <a:pt x="198" y="724"/>
                </a:lnTo>
                <a:lnTo>
                  <a:pt x="212" y="732"/>
                </a:lnTo>
                <a:lnTo>
                  <a:pt x="226" y="740"/>
                </a:lnTo>
                <a:lnTo>
                  <a:pt x="241" y="748"/>
                </a:lnTo>
                <a:lnTo>
                  <a:pt x="255" y="755"/>
                </a:lnTo>
                <a:lnTo>
                  <a:pt x="270" y="762"/>
                </a:lnTo>
                <a:lnTo>
                  <a:pt x="286" y="769"/>
                </a:lnTo>
                <a:lnTo>
                  <a:pt x="301" y="776"/>
                </a:lnTo>
                <a:lnTo>
                  <a:pt x="317" y="782"/>
                </a:lnTo>
                <a:lnTo>
                  <a:pt x="334" y="787"/>
                </a:lnTo>
                <a:lnTo>
                  <a:pt x="350" y="793"/>
                </a:lnTo>
                <a:lnTo>
                  <a:pt x="367" y="798"/>
                </a:lnTo>
                <a:lnTo>
                  <a:pt x="384" y="802"/>
                </a:lnTo>
                <a:lnTo>
                  <a:pt x="401" y="806"/>
                </a:lnTo>
                <a:lnTo>
                  <a:pt x="418" y="810"/>
                </a:lnTo>
                <a:lnTo>
                  <a:pt x="435" y="814"/>
                </a:lnTo>
                <a:lnTo>
                  <a:pt x="453" y="817"/>
                </a:lnTo>
                <a:lnTo>
                  <a:pt x="470" y="819"/>
                </a:lnTo>
                <a:lnTo>
                  <a:pt x="488" y="821"/>
                </a:lnTo>
                <a:lnTo>
                  <a:pt x="506" y="823"/>
                </a:lnTo>
                <a:lnTo>
                  <a:pt x="524" y="825"/>
                </a:lnTo>
                <a:lnTo>
                  <a:pt x="542" y="826"/>
                </a:lnTo>
                <a:lnTo>
                  <a:pt x="560" y="826"/>
                </a:lnTo>
                <a:lnTo>
                  <a:pt x="578" y="826"/>
                </a:lnTo>
                <a:lnTo>
                  <a:pt x="596" y="826"/>
                </a:lnTo>
                <a:lnTo>
                  <a:pt x="614" y="826"/>
                </a:lnTo>
                <a:lnTo>
                  <a:pt x="632" y="825"/>
                </a:lnTo>
                <a:lnTo>
                  <a:pt x="650" y="823"/>
                </a:lnTo>
                <a:lnTo>
                  <a:pt x="668" y="821"/>
                </a:lnTo>
                <a:lnTo>
                  <a:pt x="685" y="819"/>
                </a:lnTo>
                <a:lnTo>
                  <a:pt x="703" y="817"/>
                </a:lnTo>
                <a:lnTo>
                  <a:pt x="722" y="814"/>
                </a:lnTo>
                <a:lnTo>
                  <a:pt x="739" y="810"/>
                </a:lnTo>
                <a:lnTo>
                  <a:pt x="756" y="806"/>
                </a:lnTo>
                <a:lnTo>
                  <a:pt x="773" y="802"/>
                </a:lnTo>
                <a:lnTo>
                  <a:pt x="790" y="798"/>
                </a:lnTo>
                <a:lnTo>
                  <a:pt x="807" y="793"/>
                </a:lnTo>
                <a:lnTo>
                  <a:pt x="823" y="787"/>
                </a:lnTo>
                <a:lnTo>
                  <a:pt x="840" y="782"/>
                </a:lnTo>
                <a:lnTo>
                  <a:pt x="855" y="776"/>
                </a:lnTo>
                <a:lnTo>
                  <a:pt x="871" y="769"/>
                </a:lnTo>
                <a:lnTo>
                  <a:pt x="886" y="762"/>
                </a:lnTo>
                <a:lnTo>
                  <a:pt x="902" y="755"/>
                </a:lnTo>
                <a:lnTo>
                  <a:pt x="916" y="748"/>
                </a:lnTo>
                <a:lnTo>
                  <a:pt x="931" y="740"/>
                </a:lnTo>
                <a:lnTo>
                  <a:pt x="945" y="732"/>
                </a:lnTo>
                <a:lnTo>
                  <a:pt x="958" y="724"/>
                </a:lnTo>
                <a:lnTo>
                  <a:pt x="972" y="715"/>
                </a:lnTo>
                <a:lnTo>
                  <a:pt x="985" y="706"/>
                </a:lnTo>
                <a:lnTo>
                  <a:pt x="997" y="697"/>
                </a:lnTo>
                <a:lnTo>
                  <a:pt x="1009" y="687"/>
                </a:lnTo>
                <a:lnTo>
                  <a:pt x="1021" y="677"/>
                </a:lnTo>
                <a:lnTo>
                  <a:pt x="1032" y="667"/>
                </a:lnTo>
                <a:lnTo>
                  <a:pt x="1043" y="657"/>
                </a:lnTo>
                <a:lnTo>
                  <a:pt x="1054" y="646"/>
                </a:lnTo>
                <a:lnTo>
                  <a:pt x="1064" y="636"/>
                </a:lnTo>
                <a:lnTo>
                  <a:pt x="1073" y="625"/>
                </a:lnTo>
                <a:lnTo>
                  <a:pt x="1082" y="613"/>
                </a:lnTo>
                <a:lnTo>
                  <a:pt x="1090" y="602"/>
                </a:lnTo>
                <a:lnTo>
                  <a:pt x="1098" y="590"/>
                </a:lnTo>
                <a:lnTo>
                  <a:pt x="1106" y="579"/>
                </a:lnTo>
                <a:lnTo>
                  <a:pt x="1113" y="567"/>
                </a:lnTo>
                <a:lnTo>
                  <a:pt x="1119" y="555"/>
                </a:lnTo>
                <a:lnTo>
                  <a:pt x="1125" y="542"/>
                </a:lnTo>
                <a:lnTo>
                  <a:pt x="1130" y="530"/>
                </a:lnTo>
                <a:lnTo>
                  <a:pt x="1135" y="518"/>
                </a:lnTo>
                <a:lnTo>
                  <a:pt x="1139" y="505"/>
                </a:lnTo>
                <a:lnTo>
                  <a:pt x="1143" y="492"/>
                </a:lnTo>
                <a:lnTo>
                  <a:pt x="1146" y="480"/>
                </a:lnTo>
                <a:lnTo>
                  <a:pt x="1148" y="467"/>
                </a:lnTo>
                <a:lnTo>
                  <a:pt x="1150" y="454"/>
                </a:lnTo>
                <a:lnTo>
                  <a:pt x="1152" y="441"/>
                </a:lnTo>
                <a:lnTo>
                  <a:pt x="1153" y="428"/>
                </a:lnTo>
                <a:lnTo>
                  <a:pt x="1153" y="415"/>
                </a:lnTo>
                <a:moveTo>
                  <a:pt x="1157" y="415"/>
                </a:moveTo>
                <a:lnTo>
                  <a:pt x="1156" y="428"/>
                </a:lnTo>
                <a:lnTo>
                  <a:pt x="1156" y="441"/>
                </a:lnTo>
                <a:lnTo>
                  <a:pt x="1154" y="454"/>
                </a:lnTo>
                <a:lnTo>
                  <a:pt x="1152" y="467"/>
                </a:lnTo>
                <a:lnTo>
                  <a:pt x="1150" y="480"/>
                </a:lnTo>
                <a:lnTo>
                  <a:pt x="1147" y="493"/>
                </a:lnTo>
                <a:lnTo>
                  <a:pt x="1143" y="506"/>
                </a:lnTo>
                <a:lnTo>
                  <a:pt x="1139" y="518"/>
                </a:lnTo>
                <a:lnTo>
                  <a:pt x="1134" y="531"/>
                </a:lnTo>
                <a:lnTo>
                  <a:pt x="1128" y="543"/>
                </a:lnTo>
                <a:lnTo>
                  <a:pt x="1123" y="556"/>
                </a:lnTo>
                <a:lnTo>
                  <a:pt x="1116" y="568"/>
                </a:lnTo>
                <a:lnTo>
                  <a:pt x="1109" y="580"/>
                </a:lnTo>
                <a:lnTo>
                  <a:pt x="1102" y="592"/>
                </a:lnTo>
                <a:lnTo>
                  <a:pt x="1094" y="603"/>
                </a:lnTo>
                <a:lnTo>
                  <a:pt x="1085" y="615"/>
                </a:lnTo>
                <a:lnTo>
                  <a:pt x="1076" y="626"/>
                </a:lnTo>
                <a:lnTo>
                  <a:pt x="1067" y="637"/>
                </a:lnTo>
                <a:lnTo>
                  <a:pt x="1057" y="648"/>
                </a:lnTo>
                <a:lnTo>
                  <a:pt x="1046" y="659"/>
                </a:lnTo>
                <a:lnTo>
                  <a:pt x="1035" y="669"/>
                </a:lnTo>
                <a:lnTo>
                  <a:pt x="1024" y="679"/>
                </a:lnTo>
                <a:lnTo>
                  <a:pt x="1012" y="689"/>
                </a:lnTo>
                <a:lnTo>
                  <a:pt x="1000" y="699"/>
                </a:lnTo>
                <a:lnTo>
                  <a:pt x="988" y="708"/>
                </a:lnTo>
                <a:lnTo>
                  <a:pt x="974" y="717"/>
                </a:lnTo>
                <a:lnTo>
                  <a:pt x="961" y="726"/>
                </a:lnTo>
                <a:lnTo>
                  <a:pt x="947" y="734"/>
                </a:lnTo>
                <a:lnTo>
                  <a:pt x="933" y="742"/>
                </a:lnTo>
                <a:lnTo>
                  <a:pt x="919" y="750"/>
                </a:lnTo>
                <a:lnTo>
                  <a:pt x="904" y="758"/>
                </a:lnTo>
                <a:lnTo>
                  <a:pt x="889" y="765"/>
                </a:lnTo>
                <a:lnTo>
                  <a:pt x="873" y="772"/>
                </a:lnTo>
                <a:lnTo>
                  <a:pt x="857" y="778"/>
                </a:lnTo>
                <a:lnTo>
                  <a:pt x="841" y="784"/>
                </a:lnTo>
                <a:lnTo>
                  <a:pt x="825" y="790"/>
                </a:lnTo>
                <a:lnTo>
                  <a:pt x="808" y="795"/>
                </a:lnTo>
                <a:lnTo>
                  <a:pt x="792" y="800"/>
                </a:lnTo>
                <a:lnTo>
                  <a:pt x="775" y="805"/>
                </a:lnTo>
                <a:lnTo>
                  <a:pt x="757" y="809"/>
                </a:lnTo>
                <a:lnTo>
                  <a:pt x="740" y="813"/>
                </a:lnTo>
                <a:lnTo>
                  <a:pt x="723" y="816"/>
                </a:lnTo>
                <a:lnTo>
                  <a:pt x="704" y="819"/>
                </a:lnTo>
                <a:lnTo>
                  <a:pt x="686" y="822"/>
                </a:lnTo>
                <a:lnTo>
                  <a:pt x="668" y="824"/>
                </a:lnTo>
                <a:lnTo>
                  <a:pt x="650" y="826"/>
                </a:lnTo>
                <a:lnTo>
                  <a:pt x="632" y="827"/>
                </a:lnTo>
                <a:lnTo>
                  <a:pt x="614" y="828"/>
                </a:lnTo>
                <a:lnTo>
                  <a:pt x="596" y="829"/>
                </a:lnTo>
                <a:lnTo>
                  <a:pt x="578" y="829"/>
                </a:lnTo>
                <a:lnTo>
                  <a:pt x="560" y="829"/>
                </a:lnTo>
                <a:lnTo>
                  <a:pt x="542" y="828"/>
                </a:lnTo>
                <a:lnTo>
                  <a:pt x="524" y="827"/>
                </a:lnTo>
                <a:lnTo>
                  <a:pt x="506" y="826"/>
                </a:lnTo>
                <a:lnTo>
                  <a:pt x="488" y="824"/>
                </a:lnTo>
                <a:lnTo>
                  <a:pt x="470" y="822"/>
                </a:lnTo>
                <a:lnTo>
                  <a:pt x="452" y="819"/>
                </a:lnTo>
                <a:lnTo>
                  <a:pt x="434" y="816"/>
                </a:lnTo>
                <a:lnTo>
                  <a:pt x="417" y="813"/>
                </a:lnTo>
                <a:lnTo>
                  <a:pt x="399" y="809"/>
                </a:lnTo>
                <a:lnTo>
                  <a:pt x="382" y="805"/>
                </a:lnTo>
                <a:lnTo>
                  <a:pt x="365" y="800"/>
                </a:lnTo>
                <a:lnTo>
                  <a:pt x="348" y="795"/>
                </a:lnTo>
                <a:lnTo>
                  <a:pt x="332" y="790"/>
                </a:lnTo>
                <a:lnTo>
                  <a:pt x="316" y="784"/>
                </a:lnTo>
                <a:lnTo>
                  <a:pt x="300" y="778"/>
                </a:lnTo>
                <a:lnTo>
                  <a:pt x="284" y="772"/>
                </a:lnTo>
                <a:lnTo>
                  <a:pt x="268" y="765"/>
                </a:lnTo>
                <a:lnTo>
                  <a:pt x="253" y="758"/>
                </a:lnTo>
                <a:lnTo>
                  <a:pt x="238" y="750"/>
                </a:lnTo>
                <a:lnTo>
                  <a:pt x="224" y="742"/>
                </a:lnTo>
                <a:lnTo>
                  <a:pt x="210" y="734"/>
                </a:lnTo>
                <a:lnTo>
                  <a:pt x="196" y="726"/>
                </a:lnTo>
                <a:lnTo>
                  <a:pt x="182" y="717"/>
                </a:lnTo>
                <a:lnTo>
                  <a:pt x="169" y="708"/>
                </a:lnTo>
                <a:lnTo>
                  <a:pt x="157" y="699"/>
                </a:lnTo>
                <a:lnTo>
                  <a:pt x="145" y="689"/>
                </a:lnTo>
                <a:lnTo>
                  <a:pt x="133" y="679"/>
                </a:lnTo>
                <a:lnTo>
                  <a:pt x="121" y="669"/>
                </a:lnTo>
                <a:lnTo>
                  <a:pt x="111" y="659"/>
                </a:lnTo>
                <a:lnTo>
                  <a:pt x="100" y="648"/>
                </a:lnTo>
                <a:lnTo>
                  <a:pt x="90" y="637"/>
                </a:lnTo>
                <a:lnTo>
                  <a:pt x="81" y="626"/>
                </a:lnTo>
                <a:lnTo>
                  <a:pt x="72" y="615"/>
                </a:lnTo>
                <a:lnTo>
                  <a:pt x="63" y="603"/>
                </a:lnTo>
                <a:lnTo>
                  <a:pt x="55" y="592"/>
                </a:lnTo>
                <a:lnTo>
                  <a:pt x="48" y="580"/>
                </a:lnTo>
                <a:lnTo>
                  <a:pt x="41" y="568"/>
                </a:lnTo>
                <a:lnTo>
                  <a:pt x="34" y="556"/>
                </a:lnTo>
                <a:lnTo>
                  <a:pt x="28" y="543"/>
                </a:lnTo>
                <a:lnTo>
                  <a:pt x="23" y="531"/>
                </a:lnTo>
                <a:lnTo>
                  <a:pt x="18" y="518"/>
                </a:lnTo>
                <a:lnTo>
                  <a:pt x="14" y="506"/>
                </a:lnTo>
                <a:lnTo>
                  <a:pt x="10" y="493"/>
                </a:lnTo>
                <a:lnTo>
                  <a:pt x="7" y="480"/>
                </a:lnTo>
                <a:lnTo>
                  <a:pt x="5" y="467"/>
                </a:lnTo>
                <a:lnTo>
                  <a:pt x="3" y="454"/>
                </a:lnTo>
                <a:lnTo>
                  <a:pt x="1" y="441"/>
                </a:lnTo>
                <a:lnTo>
                  <a:pt x="0" y="428"/>
                </a:lnTo>
                <a:lnTo>
                  <a:pt x="0" y="415"/>
                </a:lnTo>
                <a:lnTo>
                  <a:pt x="0" y="402"/>
                </a:lnTo>
                <a:lnTo>
                  <a:pt x="1" y="389"/>
                </a:lnTo>
                <a:lnTo>
                  <a:pt x="3" y="376"/>
                </a:lnTo>
                <a:lnTo>
                  <a:pt x="5" y="363"/>
                </a:lnTo>
                <a:lnTo>
                  <a:pt x="7" y="351"/>
                </a:lnTo>
                <a:lnTo>
                  <a:pt x="10" y="338"/>
                </a:lnTo>
                <a:lnTo>
                  <a:pt x="14" y="325"/>
                </a:lnTo>
                <a:lnTo>
                  <a:pt x="18" y="312"/>
                </a:lnTo>
                <a:lnTo>
                  <a:pt x="23" y="300"/>
                </a:lnTo>
                <a:lnTo>
                  <a:pt x="28" y="287"/>
                </a:lnTo>
                <a:lnTo>
                  <a:pt x="34" y="275"/>
                </a:lnTo>
                <a:lnTo>
                  <a:pt x="41" y="263"/>
                </a:lnTo>
                <a:lnTo>
                  <a:pt x="48" y="251"/>
                </a:lnTo>
                <a:lnTo>
                  <a:pt x="55" y="239"/>
                </a:lnTo>
                <a:lnTo>
                  <a:pt x="63" y="227"/>
                </a:lnTo>
                <a:lnTo>
                  <a:pt x="72" y="216"/>
                </a:lnTo>
                <a:lnTo>
                  <a:pt x="81" y="205"/>
                </a:lnTo>
                <a:lnTo>
                  <a:pt x="90" y="193"/>
                </a:lnTo>
                <a:lnTo>
                  <a:pt x="100" y="183"/>
                </a:lnTo>
                <a:lnTo>
                  <a:pt x="111" y="172"/>
                </a:lnTo>
                <a:lnTo>
                  <a:pt x="121" y="162"/>
                </a:lnTo>
                <a:lnTo>
                  <a:pt x="133" y="151"/>
                </a:lnTo>
                <a:lnTo>
                  <a:pt x="145" y="142"/>
                </a:lnTo>
                <a:lnTo>
                  <a:pt x="157" y="132"/>
                </a:lnTo>
                <a:lnTo>
                  <a:pt x="169" y="123"/>
                </a:lnTo>
                <a:lnTo>
                  <a:pt x="182" y="114"/>
                </a:lnTo>
                <a:lnTo>
                  <a:pt x="196" y="105"/>
                </a:lnTo>
                <a:lnTo>
                  <a:pt x="210" y="96"/>
                </a:lnTo>
                <a:lnTo>
                  <a:pt x="224" y="87"/>
                </a:lnTo>
                <a:lnTo>
                  <a:pt x="238" y="79"/>
                </a:lnTo>
                <a:lnTo>
                  <a:pt x="253" y="72"/>
                </a:lnTo>
                <a:lnTo>
                  <a:pt x="268" y="65"/>
                </a:lnTo>
                <a:lnTo>
                  <a:pt x="284" y="58"/>
                </a:lnTo>
                <a:lnTo>
                  <a:pt x="300" y="52"/>
                </a:lnTo>
                <a:lnTo>
                  <a:pt x="316" y="45"/>
                </a:lnTo>
                <a:lnTo>
                  <a:pt x="332" y="40"/>
                </a:lnTo>
                <a:lnTo>
                  <a:pt x="348" y="34"/>
                </a:lnTo>
                <a:lnTo>
                  <a:pt x="365" y="29"/>
                </a:lnTo>
                <a:lnTo>
                  <a:pt x="382" y="25"/>
                </a:lnTo>
                <a:lnTo>
                  <a:pt x="399" y="21"/>
                </a:lnTo>
                <a:lnTo>
                  <a:pt x="417" y="17"/>
                </a:lnTo>
                <a:lnTo>
                  <a:pt x="434" y="13"/>
                </a:lnTo>
                <a:lnTo>
                  <a:pt x="452" y="10"/>
                </a:lnTo>
                <a:lnTo>
                  <a:pt x="470" y="8"/>
                </a:lnTo>
                <a:lnTo>
                  <a:pt x="488" y="5"/>
                </a:lnTo>
                <a:lnTo>
                  <a:pt x="506" y="4"/>
                </a:lnTo>
                <a:lnTo>
                  <a:pt x="524" y="2"/>
                </a:lnTo>
                <a:lnTo>
                  <a:pt x="542" y="1"/>
                </a:lnTo>
                <a:lnTo>
                  <a:pt x="560" y="1"/>
                </a:lnTo>
                <a:lnTo>
                  <a:pt x="578" y="0"/>
                </a:lnTo>
                <a:lnTo>
                  <a:pt x="596" y="1"/>
                </a:lnTo>
                <a:lnTo>
                  <a:pt x="614" y="1"/>
                </a:lnTo>
                <a:lnTo>
                  <a:pt x="632" y="2"/>
                </a:lnTo>
                <a:lnTo>
                  <a:pt x="650" y="4"/>
                </a:lnTo>
                <a:lnTo>
                  <a:pt x="668" y="5"/>
                </a:lnTo>
                <a:lnTo>
                  <a:pt x="686" y="8"/>
                </a:lnTo>
                <a:lnTo>
                  <a:pt x="704" y="10"/>
                </a:lnTo>
                <a:lnTo>
                  <a:pt x="723" y="13"/>
                </a:lnTo>
                <a:lnTo>
                  <a:pt x="740" y="17"/>
                </a:lnTo>
                <a:lnTo>
                  <a:pt x="757" y="21"/>
                </a:lnTo>
                <a:lnTo>
                  <a:pt x="775" y="25"/>
                </a:lnTo>
                <a:lnTo>
                  <a:pt x="792" y="29"/>
                </a:lnTo>
                <a:lnTo>
                  <a:pt x="808" y="34"/>
                </a:lnTo>
                <a:lnTo>
                  <a:pt x="825" y="40"/>
                </a:lnTo>
                <a:lnTo>
                  <a:pt x="841" y="45"/>
                </a:lnTo>
                <a:lnTo>
                  <a:pt x="857" y="52"/>
                </a:lnTo>
                <a:lnTo>
                  <a:pt x="873" y="58"/>
                </a:lnTo>
                <a:lnTo>
                  <a:pt x="889" y="65"/>
                </a:lnTo>
                <a:lnTo>
                  <a:pt x="904" y="72"/>
                </a:lnTo>
                <a:lnTo>
                  <a:pt x="919" y="79"/>
                </a:lnTo>
                <a:lnTo>
                  <a:pt x="933" y="87"/>
                </a:lnTo>
                <a:lnTo>
                  <a:pt x="947" y="96"/>
                </a:lnTo>
                <a:lnTo>
                  <a:pt x="961" y="105"/>
                </a:lnTo>
                <a:lnTo>
                  <a:pt x="974" y="114"/>
                </a:lnTo>
                <a:lnTo>
                  <a:pt x="988" y="123"/>
                </a:lnTo>
                <a:lnTo>
                  <a:pt x="1000" y="132"/>
                </a:lnTo>
                <a:lnTo>
                  <a:pt x="1012" y="142"/>
                </a:lnTo>
                <a:lnTo>
                  <a:pt x="1024" y="151"/>
                </a:lnTo>
                <a:lnTo>
                  <a:pt x="1035" y="162"/>
                </a:lnTo>
                <a:lnTo>
                  <a:pt x="1046" y="172"/>
                </a:lnTo>
                <a:lnTo>
                  <a:pt x="1057" y="183"/>
                </a:lnTo>
                <a:lnTo>
                  <a:pt x="1067" y="193"/>
                </a:lnTo>
                <a:lnTo>
                  <a:pt x="1076" y="205"/>
                </a:lnTo>
                <a:lnTo>
                  <a:pt x="1085" y="216"/>
                </a:lnTo>
                <a:lnTo>
                  <a:pt x="1094" y="227"/>
                </a:lnTo>
                <a:lnTo>
                  <a:pt x="1102" y="239"/>
                </a:lnTo>
                <a:lnTo>
                  <a:pt x="1109" y="251"/>
                </a:lnTo>
                <a:lnTo>
                  <a:pt x="1116" y="263"/>
                </a:lnTo>
                <a:lnTo>
                  <a:pt x="1123" y="275"/>
                </a:lnTo>
                <a:lnTo>
                  <a:pt x="1128" y="287"/>
                </a:lnTo>
                <a:lnTo>
                  <a:pt x="1134" y="300"/>
                </a:lnTo>
                <a:lnTo>
                  <a:pt x="1139" y="312"/>
                </a:lnTo>
                <a:lnTo>
                  <a:pt x="1143" y="325"/>
                </a:lnTo>
                <a:lnTo>
                  <a:pt x="1147" y="338"/>
                </a:lnTo>
                <a:lnTo>
                  <a:pt x="1150" y="351"/>
                </a:lnTo>
                <a:lnTo>
                  <a:pt x="1152" y="363"/>
                </a:lnTo>
                <a:lnTo>
                  <a:pt x="1154" y="376"/>
                </a:lnTo>
                <a:lnTo>
                  <a:pt x="1156" y="389"/>
                </a:lnTo>
                <a:lnTo>
                  <a:pt x="1156" y="402"/>
                </a:lnTo>
                <a:lnTo>
                  <a:pt x="1157" y="415"/>
                </a:lnTo>
                <a:close/>
              </a:path>
            </a:pathLst>
          </a:custGeom>
          <a:solidFill>
            <a:srgbClr val="ff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7" name=""/>
          <p:cNvSpPr/>
          <p:nvPr/>
        </p:nvSpPr>
        <p:spPr>
          <a:xfrm>
            <a:off x="7853040" y="2794320"/>
            <a:ext cx="419400" cy="300240"/>
          </a:xfrm>
          <a:custGeom>
            <a:avLst/>
            <a:gdLst/>
            <a:ahLst/>
            <a:rect l="0" t="0" r="r" b="b"/>
            <a:pathLst>
              <a:path w="1165" h="834">
                <a:moveTo>
                  <a:pt x="1161" y="417"/>
                </a:moveTo>
                <a:lnTo>
                  <a:pt x="1160" y="404"/>
                </a:lnTo>
                <a:lnTo>
                  <a:pt x="1160" y="391"/>
                </a:lnTo>
                <a:lnTo>
                  <a:pt x="1158" y="378"/>
                </a:lnTo>
                <a:lnTo>
                  <a:pt x="1156" y="365"/>
                </a:lnTo>
                <a:lnTo>
                  <a:pt x="1154" y="353"/>
                </a:lnTo>
                <a:lnTo>
                  <a:pt x="1151" y="340"/>
                </a:lnTo>
                <a:lnTo>
                  <a:pt x="1147" y="327"/>
                </a:lnTo>
                <a:lnTo>
                  <a:pt x="1143" y="314"/>
                </a:lnTo>
                <a:lnTo>
                  <a:pt x="1138" y="302"/>
                </a:lnTo>
                <a:lnTo>
                  <a:pt x="1132" y="289"/>
                </a:lnTo>
                <a:lnTo>
                  <a:pt x="1127" y="277"/>
                </a:lnTo>
                <a:lnTo>
                  <a:pt x="1120" y="265"/>
                </a:lnTo>
                <a:lnTo>
                  <a:pt x="1113" y="253"/>
                </a:lnTo>
                <a:lnTo>
                  <a:pt x="1106" y="241"/>
                </a:lnTo>
                <a:lnTo>
                  <a:pt x="1098" y="229"/>
                </a:lnTo>
                <a:lnTo>
                  <a:pt x="1089" y="218"/>
                </a:lnTo>
                <a:lnTo>
                  <a:pt x="1080" y="207"/>
                </a:lnTo>
                <a:lnTo>
                  <a:pt x="1071" y="195"/>
                </a:lnTo>
                <a:lnTo>
                  <a:pt x="1061" y="185"/>
                </a:lnTo>
                <a:lnTo>
                  <a:pt x="1050" y="174"/>
                </a:lnTo>
                <a:lnTo>
                  <a:pt x="1039" y="164"/>
                </a:lnTo>
                <a:lnTo>
                  <a:pt x="1028" y="153"/>
                </a:lnTo>
                <a:lnTo>
                  <a:pt x="1016" y="143"/>
                </a:lnTo>
                <a:lnTo>
                  <a:pt x="1004" y="133"/>
                </a:lnTo>
                <a:lnTo>
                  <a:pt x="992" y="124"/>
                </a:lnTo>
                <a:lnTo>
                  <a:pt x="978" y="115"/>
                </a:lnTo>
                <a:lnTo>
                  <a:pt x="965" y="106"/>
                </a:lnTo>
                <a:lnTo>
                  <a:pt x="951" y="97"/>
                </a:lnTo>
                <a:lnTo>
                  <a:pt x="937" y="89"/>
                </a:lnTo>
                <a:lnTo>
                  <a:pt x="923" y="81"/>
                </a:lnTo>
                <a:lnTo>
                  <a:pt x="908" y="74"/>
                </a:lnTo>
                <a:lnTo>
                  <a:pt x="893" y="67"/>
                </a:lnTo>
                <a:lnTo>
                  <a:pt x="877" y="60"/>
                </a:lnTo>
                <a:lnTo>
                  <a:pt x="860" y="54"/>
                </a:lnTo>
                <a:lnTo>
                  <a:pt x="844" y="47"/>
                </a:lnTo>
                <a:lnTo>
                  <a:pt x="828" y="42"/>
                </a:lnTo>
                <a:lnTo>
                  <a:pt x="811" y="36"/>
                </a:lnTo>
                <a:lnTo>
                  <a:pt x="795" y="31"/>
                </a:lnTo>
                <a:lnTo>
                  <a:pt x="778" y="27"/>
                </a:lnTo>
                <a:lnTo>
                  <a:pt x="760" y="23"/>
                </a:lnTo>
                <a:lnTo>
                  <a:pt x="743" y="19"/>
                </a:lnTo>
                <a:lnTo>
                  <a:pt x="726" y="15"/>
                </a:lnTo>
                <a:lnTo>
                  <a:pt x="708" y="12"/>
                </a:lnTo>
                <a:lnTo>
                  <a:pt x="690" y="10"/>
                </a:lnTo>
                <a:lnTo>
                  <a:pt x="672" y="7"/>
                </a:lnTo>
                <a:lnTo>
                  <a:pt x="654" y="6"/>
                </a:lnTo>
                <a:lnTo>
                  <a:pt x="636" y="4"/>
                </a:lnTo>
                <a:lnTo>
                  <a:pt x="618" y="3"/>
                </a:lnTo>
                <a:lnTo>
                  <a:pt x="600" y="3"/>
                </a:lnTo>
                <a:lnTo>
                  <a:pt x="582" y="2"/>
                </a:lnTo>
                <a:lnTo>
                  <a:pt x="564" y="3"/>
                </a:lnTo>
                <a:lnTo>
                  <a:pt x="546" y="3"/>
                </a:lnTo>
                <a:lnTo>
                  <a:pt x="528" y="4"/>
                </a:lnTo>
                <a:lnTo>
                  <a:pt x="510" y="6"/>
                </a:lnTo>
                <a:lnTo>
                  <a:pt x="492" y="7"/>
                </a:lnTo>
                <a:lnTo>
                  <a:pt x="474" y="10"/>
                </a:lnTo>
                <a:lnTo>
                  <a:pt x="456" y="12"/>
                </a:lnTo>
                <a:lnTo>
                  <a:pt x="438" y="15"/>
                </a:lnTo>
                <a:lnTo>
                  <a:pt x="421" y="19"/>
                </a:lnTo>
                <a:lnTo>
                  <a:pt x="403" y="23"/>
                </a:lnTo>
                <a:lnTo>
                  <a:pt x="386" y="27"/>
                </a:lnTo>
                <a:lnTo>
                  <a:pt x="369" y="31"/>
                </a:lnTo>
                <a:lnTo>
                  <a:pt x="352" y="36"/>
                </a:lnTo>
                <a:lnTo>
                  <a:pt x="336" y="42"/>
                </a:lnTo>
                <a:lnTo>
                  <a:pt x="320" y="47"/>
                </a:lnTo>
                <a:lnTo>
                  <a:pt x="304" y="54"/>
                </a:lnTo>
                <a:lnTo>
                  <a:pt x="288" y="60"/>
                </a:lnTo>
                <a:lnTo>
                  <a:pt x="272" y="67"/>
                </a:lnTo>
                <a:lnTo>
                  <a:pt x="257" y="74"/>
                </a:lnTo>
                <a:lnTo>
                  <a:pt x="242" y="81"/>
                </a:lnTo>
                <a:lnTo>
                  <a:pt x="228" y="89"/>
                </a:lnTo>
                <a:lnTo>
                  <a:pt x="214" y="97"/>
                </a:lnTo>
                <a:lnTo>
                  <a:pt x="200" y="106"/>
                </a:lnTo>
                <a:lnTo>
                  <a:pt x="186" y="115"/>
                </a:lnTo>
                <a:lnTo>
                  <a:pt x="173" y="124"/>
                </a:lnTo>
                <a:lnTo>
                  <a:pt x="161" y="133"/>
                </a:lnTo>
                <a:lnTo>
                  <a:pt x="149" y="143"/>
                </a:lnTo>
                <a:lnTo>
                  <a:pt x="137" y="153"/>
                </a:lnTo>
                <a:lnTo>
                  <a:pt x="125" y="164"/>
                </a:lnTo>
                <a:lnTo>
                  <a:pt x="115" y="174"/>
                </a:lnTo>
                <a:lnTo>
                  <a:pt x="104" y="185"/>
                </a:lnTo>
                <a:lnTo>
                  <a:pt x="94" y="195"/>
                </a:lnTo>
                <a:lnTo>
                  <a:pt x="85" y="207"/>
                </a:lnTo>
                <a:lnTo>
                  <a:pt x="76" y="218"/>
                </a:lnTo>
                <a:lnTo>
                  <a:pt x="67" y="229"/>
                </a:lnTo>
                <a:lnTo>
                  <a:pt x="59" y="241"/>
                </a:lnTo>
                <a:lnTo>
                  <a:pt x="52" y="253"/>
                </a:lnTo>
                <a:lnTo>
                  <a:pt x="45" y="265"/>
                </a:lnTo>
                <a:lnTo>
                  <a:pt x="38" y="277"/>
                </a:lnTo>
                <a:lnTo>
                  <a:pt x="32" y="289"/>
                </a:lnTo>
                <a:lnTo>
                  <a:pt x="27" y="302"/>
                </a:lnTo>
                <a:lnTo>
                  <a:pt x="22" y="314"/>
                </a:lnTo>
                <a:lnTo>
                  <a:pt x="18" y="327"/>
                </a:lnTo>
                <a:lnTo>
                  <a:pt x="14" y="340"/>
                </a:lnTo>
                <a:lnTo>
                  <a:pt x="11" y="353"/>
                </a:lnTo>
                <a:lnTo>
                  <a:pt x="9" y="365"/>
                </a:lnTo>
                <a:lnTo>
                  <a:pt x="7" y="378"/>
                </a:lnTo>
                <a:lnTo>
                  <a:pt x="5" y="391"/>
                </a:lnTo>
                <a:lnTo>
                  <a:pt x="4" y="404"/>
                </a:lnTo>
                <a:lnTo>
                  <a:pt x="4" y="417"/>
                </a:lnTo>
                <a:lnTo>
                  <a:pt x="4" y="430"/>
                </a:lnTo>
                <a:lnTo>
                  <a:pt x="5" y="443"/>
                </a:lnTo>
                <a:lnTo>
                  <a:pt x="7" y="456"/>
                </a:lnTo>
                <a:lnTo>
                  <a:pt x="9" y="469"/>
                </a:lnTo>
                <a:lnTo>
                  <a:pt x="11" y="482"/>
                </a:lnTo>
                <a:lnTo>
                  <a:pt x="14" y="495"/>
                </a:lnTo>
                <a:lnTo>
                  <a:pt x="18" y="508"/>
                </a:lnTo>
                <a:lnTo>
                  <a:pt x="22" y="520"/>
                </a:lnTo>
                <a:lnTo>
                  <a:pt x="27" y="533"/>
                </a:lnTo>
                <a:lnTo>
                  <a:pt x="32" y="545"/>
                </a:lnTo>
                <a:lnTo>
                  <a:pt x="38" y="558"/>
                </a:lnTo>
                <a:lnTo>
                  <a:pt x="45" y="570"/>
                </a:lnTo>
                <a:lnTo>
                  <a:pt x="52" y="582"/>
                </a:lnTo>
                <a:lnTo>
                  <a:pt x="59" y="594"/>
                </a:lnTo>
                <a:lnTo>
                  <a:pt x="67" y="605"/>
                </a:lnTo>
                <a:lnTo>
                  <a:pt x="76" y="617"/>
                </a:lnTo>
                <a:lnTo>
                  <a:pt x="85" y="628"/>
                </a:lnTo>
                <a:lnTo>
                  <a:pt x="94" y="639"/>
                </a:lnTo>
                <a:lnTo>
                  <a:pt x="104" y="650"/>
                </a:lnTo>
                <a:lnTo>
                  <a:pt x="115" y="661"/>
                </a:lnTo>
                <a:lnTo>
                  <a:pt x="125" y="671"/>
                </a:lnTo>
                <a:lnTo>
                  <a:pt x="137" y="681"/>
                </a:lnTo>
                <a:lnTo>
                  <a:pt x="149" y="691"/>
                </a:lnTo>
                <a:lnTo>
                  <a:pt x="161" y="701"/>
                </a:lnTo>
                <a:lnTo>
                  <a:pt x="173" y="710"/>
                </a:lnTo>
                <a:lnTo>
                  <a:pt x="186" y="719"/>
                </a:lnTo>
                <a:lnTo>
                  <a:pt x="200" y="728"/>
                </a:lnTo>
                <a:lnTo>
                  <a:pt x="214" y="736"/>
                </a:lnTo>
                <a:lnTo>
                  <a:pt x="228" y="744"/>
                </a:lnTo>
                <a:lnTo>
                  <a:pt x="242" y="752"/>
                </a:lnTo>
                <a:lnTo>
                  <a:pt x="257" y="760"/>
                </a:lnTo>
                <a:lnTo>
                  <a:pt x="272" y="767"/>
                </a:lnTo>
                <a:lnTo>
                  <a:pt x="288" y="774"/>
                </a:lnTo>
                <a:lnTo>
                  <a:pt x="304" y="780"/>
                </a:lnTo>
                <a:lnTo>
                  <a:pt x="320" y="786"/>
                </a:lnTo>
                <a:lnTo>
                  <a:pt x="336" y="792"/>
                </a:lnTo>
                <a:lnTo>
                  <a:pt x="352" y="797"/>
                </a:lnTo>
                <a:lnTo>
                  <a:pt x="369" y="802"/>
                </a:lnTo>
                <a:lnTo>
                  <a:pt x="386" y="807"/>
                </a:lnTo>
                <a:lnTo>
                  <a:pt x="403" y="811"/>
                </a:lnTo>
                <a:lnTo>
                  <a:pt x="421" y="815"/>
                </a:lnTo>
                <a:lnTo>
                  <a:pt x="438" y="818"/>
                </a:lnTo>
                <a:lnTo>
                  <a:pt x="456" y="821"/>
                </a:lnTo>
                <a:lnTo>
                  <a:pt x="474" y="824"/>
                </a:lnTo>
                <a:lnTo>
                  <a:pt x="492" y="826"/>
                </a:lnTo>
                <a:lnTo>
                  <a:pt x="510" y="828"/>
                </a:lnTo>
                <a:lnTo>
                  <a:pt x="528" y="829"/>
                </a:lnTo>
                <a:lnTo>
                  <a:pt x="546" y="830"/>
                </a:lnTo>
                <a:lnTo>
                  <a:pt x="564" y="831"/>
                </a:lnTo>
                <a:lnTo>
                  <a:pt x="582" y="831"/>
                </a:lnTo>
                <a:lnTo>
                  <a:pt x="600" y="831"/>
                </a:lnTo>
                <a:lnTo>
                  <a:pt x="618" y="830"/>
                </a:lnTo>
                <a:lnTo>
                  <a:pt x="636" y="829"/>
                </a:lnTo>
                <a:lnTo>
                  <a:pt x="654" y="828"/>
                </a:lnTo>
                <a:lnTo>
                  <a:pt x="672" y="826"/>
                </a:lnTo>
                <a:lnTo>
                  <a:pt x="690" y="824"/>
                </a:lnTo>
                <a:lnTo>
                  <a:pt x="708" y="821"/>
                </a:lnTo>
                <a:lnTo>
                  <a:pt x="726" y="818"/>
                </a:lnTo>
                <a:lnTo>
                  <a:pt x="743" y="815"/>
                </a:lnTo>
                <a:lnTo>
                  <a:pt x="760" y="811"/>
                </a:lnTo>
                <a:lnTo>
                  <a:pt x="778" y="807"/>
                </a:lnTo>
                <a:lnTo>
                  <a:pt x="795" y="802"/>
                </a:lnTo>
                <a:lnTo>
                  <a:pt x="811" y="797"/>
                </a:lnTo>
                <a:lnTo>
                  <a:pt x="828" y="792"/>
                </a:lnTo>
                <a:lnTo>
                  <a:pt x="844" y="786"/>
                </a:lnTo>
                <a:lnTo>
                  <a:pt x="860" y="780"/>
                </a:lnTo>
                <a:lnTo>
                  <a:pt x="877" y="774"/>
                </a:lnTo>
                <a:lnTo>
                  <a:pt x="893" y="767"/>
                </a:lnTo>
                <a:lnTo>
                  <a:pt x="908" y="760"/>
                </a:lnTo>
                <a:lnTo>
                  <a:pt x="923" y="752"/>
                </a:lnTo>
                <a:lnTo>
                  <a:pt x="937" y="744"/>
                </a:lnTo>
                <a:lnTo>
                  <a:pt x="951" y="736"/>
                </a:lnTo>
                <a:lnTo>
                  <a:pt x="965" y="728"/>
                </a:lnTo>
                <a:lnTo>
                  <a:pt x="978" y="719"/>
                </a:lnTo>
                <a:lnTo>
                  <a:pt x="992" y="710"/>
                </a:lnTo>
                <a:lnTo>
                  <a:pt x="1004" y="701"/>
                </a:lnTo>
                <a:lnTo>
                  <a:pt x="1016" y="691"/>
                </a:lnTo>
                <a:lnTo>
                  <a:pt x="1028" y="681"/>
                </a:lnTo>
                <a:lnTo>
                  <a:pt x="1039" y="671"/>
                </a:lnTo>
                <a:lnTo>
                  <a:pt x="1050" y="661"/>
                </a:lnTo>
                <a:lnTo>
                  <a:pt x="1061" y="650"/>
                </a:lnTo>
                <a:lnTo>
                  <a:pt x="1071" y="639"/>
                </a:lnTo>
                <a:lnTo>
                  <a:pt x="1080" y="628"/>
                </a:lnTo>
                <a:lnTo>
                  <a:pt x="1089" y="617"/>
                </a:lnTo>
                <a:lnTo>
                  <a:pt x="1098" y="605"/>
                </a:lnTo>
                <a:lnTo>
                  <a:pt x="1106" y="594"/>
                </a:lnTo>
                <a:lnTo>
                  <a:pt x="1113" y="582"/>
                </a:lnTo>
                <a:lnTo>
                  <a:pt x="1120" y="570"/>
                </a:lnTo>
                <a:lnTo>
                  <a:pt x="1127" y="558"/>
                </a:lnTo>
                <a:lnTo>
                  <a:pt x="1132" y="545"/>
                </a:lnTo>
                <a:lnTo>
                  <a:pt x="1138" y="533"/>
                </a:lnTo>
                <a:lnTo>
                  <a:pt x="1143" y="520"/>
                </a:lnTo>
                <a:lnTo>
                  <a:pt x="1147" y="508"/>
                </a:lnTo>
                <a:lnTo>
                  <a:pt x="1151" y="495"/>
                </a:lnTo>
                <a:lnTo>
                  <a:pt x="1154" y="482"/>
                </a:lnTo>
                <a:lnTo>
                  <a:pt x="1156" y="469"/>
                </a:lnTo>
                <a:lnTo>
                  <a:pt x="1158" y="456"/>
                </a:lnTo>
                <a:lnTo>
                  <a:pt x="1160" y="443"/>
                </a:lnTo>
                <a:lnTo>
                  <a:pt x="1160" y="430"/>
                </a:lnTo>
                <a:lnTo>
                  <a:pt x="1161" y="417"/>
                </a:lnTo>
                <a:moveTo>
                  <a:pt x="1165" y="417"/>
                </a:moveTo>
                <a:lnTo>
                  <a:pt x="1164" y="430"/>
                </a:lnTo>
                <a:lnTo>
                  <a:pt x="1163" y="443"/>
                </a:lnTo>
                <a:lnTo>
                  <a:pt x="1162" y="457"/>
                </a:lnTo>
                <a:lnTo>
                  <a:pt x="1160" y="470"/>
                </a:lnTo>
                <a:lnTo>
                  <a:pt x="1157" y="482"/>
                </a:lnTo>
                <a:lnTo>
                  <a:pt x="1154" y="495"/>
                </a:lnTo>
                <a:lnTo>
                  <a:pt x="1151" y="508"/>
                </a:lnTo>
                <a:lnTo>
                  <a:pt x="1146" y="521"/>
                </a:lnTo>
                <a:lnTo>
                  <a:pt x="1142" y="534"/>
                </a:lnTo>
                <a:lnTo>
                  <a:pt x="1136" y="546"/>
                </a:lnTo>
                <a:lnTo>
                  <a:pt x="1130" y="558"/>
                </a:lnTo>
                <a:lnTo>
                  <a:pt x="1124" y="571"/>
                </a:lnTo>
                <a:lnTo>
                  <a:pt x="1117" y="583"/>
                </a:lnTo>
                <a:lnTo>
                  <a:pt x="1109" y="595"/>
                </a:lnTo>
                <a:lnTo>
                  <a:pt x="1101" y="606"/>
                </a:lnTo>
                <a:lnTo>
                  <a:pt x="1093" y="618"/>
                </a:lnTo>
                <a:lnTo>
                  <a:pt x="1084" y="629"/>
                </a:lnTo>
                <a:lnTo>
                  <a:pt x="1074" y="641"/>
                </a:lnTo>
                <a:lnTo>
                  <a:pt x="1064" y="652"/>
                </a:lnTo>
                <a:lnTo>
                  <a:pt x="1054" y="662"/>
                </a:lnTo>
                <a:lnTo>
                  <a:pt x="1043" y="673"/>
                </a:lnTo>
                <a:lnTo>
                  <a:pt x="1031" y="683"/>
                </a:lnTo>
                <a:lnTo>
                  <a:pt x="1019" y="693"/>
                </a:lnTo>
                <a:lnTo>
                  <a:pt x="1007" y="703"/>
                </a:lnTo>
                <a:lnTo>
                  <a:pt x="994" y="712"/>
                </a:lnTo>
                <a:lnTo>
                  <a:pt x="981" y="721"/>
                </a:lnTo>
                <a:lnTo>
                  <a:pt x="968" y="730"/>
                </a:lnTo>
                <a:lnTo>
                  <a:pt x="954" y="738"/>
                </a:lnTo>
                <a:lnTo>
                  <a:pt x="939" y="747"/>
                </a:lnTo>
                <a:lnTo>
                  <a:pt x="925" y="754"/>
                </a:lnTo>
                <a:lnTo>
                  <a:pt x="910" y="762"/>
                </a:lnTo>
                <a:lnTo>
                  <a:pt x="895" y="769"/>
                </a:lnTo>
                <a:lnTo>
                  <a:pt x="879" y="776"/>
                </a:lnTo>
                <a:lnTo>
                  <a:pt x="862" y="782"/>
                </a:lnTo>
                <a:lnTo>
                  <a:pt x="846" y="789"/>
                </a:lnTo>
                <a:lnTo>
                  <a:pt x="830" y="794"/>
                </a:lnTo>
                <a:lnTo>
                  <a:pt x="813" y="800"/>
                </a:lnTo>
                <a:lnTo>
                  <a:pt x="796" y="805"/>
                </a:lnTo>
                <a:lnTo>
                  <a:pt x="779" y="809"/>
                </a:lnTo>
                <a:lnTo>
                  <a:pt x="762" y="814"/>
                </a:lnTo>
                <a:lnTo>
                  <a:pt x="744" y="817"/>
                </a:lnTo>
                <a:lnTo>
                  <a:pt x="727" y="821"/>
                </a:lnTo>
                <a:lnTo>
                  <a:pt x="709" y="824"/>
                </a:lnTo>
                <a:lnTo>
                  <a:pt x="691" y="827"/>
                </a:lnTo>
                <a:lnTo>
                  <a:pt x="673" y="829"/>
                </a:lnTo>
                <a:lnTo>
                  <a:pt x="655" y="831"/>
                </a:lnTo>
                <a:lnTo>
                  <a:pt x="637" y="832"/>
                </a:lnTo>
                <a:lnTo>
                  <a:pt x="618" y="833"/>
                </a:lnTo>
                <a:lnTo>
                  <a:pt x="600" y="834"/>
                </a:lnTo>
                <a:lnTo>
                  <a:pt x="582" y="834"/>
                </a:lnTo>
                <a:lnTo>
                  <a:pt x="564" y="834"/>
                </a:lnTo>
                <a:lnTo>
                  <a:pt x="545" y="833"/>
                </a:lnTo>
                <a:lnTo>
                  <a:pt x="527" y="832"/>
                </a:lnTo>
                <a:lnTo>
                  <a:pt x="509" y="831"/>
                </a:lnTo>
                <a:lnTo>
                  <a:pt x="491" y="829"/>
                </a:lnTo>
                <a:lnTo>
                  <a:pt x="473" y="827"/>
                </a:lnTo>
                <a:lnTo>
                  <a:pt x="455" y="824"/>
                </a:lnTo>
                <a:lnTo>
                  <a:pt x="437" y="821"/>
                </a:lnTo>
                <a:lnTo>
                  <a:pt x="420" y="817"/>
                </a:lnTo>
                <a:lnTo>
                  <a:pt x="402" y="814"/>
                </a:lnTo>
                <a:lnTo>
                  <a:pt x="385" y="809"/>
                </a:lnTo>
                <a:lnTo>
                  <a:pt x="368" y="805"/>
                </a:lnTo>
                <a:lnTo>
                  <a:pt x="351" y="800"/>
                </a:lnTo>
                <a:lnTo>
                  <a:pt x="334" y="794"/>
                </a:lnTo>
                <a:lnTo>
                  <a:pt x="318" y="789"/>
                </a:lnTo>
                <a:lnTo>
                  <a:pt x="302" y="782"/>
                </a:lnTo>
                <a:lnTo>
                  <a:pt x="286" y="776"/>
                </a:lnTo>
                <a:lnTo>
                  <a:pt x="270" y="769"/>
                </a:lnTo>
                <a:lnTo>
                  <a:pt x="255" y="762"/>
                </a:lnTo>
                <a:lnTo>
                  <a:pt x="240" y="754"/>
                </a:lnTo>
                <a:lnTo>
                  <a:pt x="225" y="747"/>
                </a:lnTo>
                <a:lnTo>
                  <a:pt x="211" y="738"/>
                </a:lnTo>
                <a:lnTo>
                  <a:pt x="197" y="730"/>
                </a:lnTo>
                <a:lnTo>
                  <a:pt x="184" y="721"/>
                </a:lnTo>
                <a:lnTo>
                  <a:pt x="171" y="712"/>
                </a:lnTo>
                <a:lnTo>
                  <a:pt x="158" y="703"/>
                </a:lnTo>
                <a:lnTo>
                  <a:pt x="146" y="693"/>
                </a:lnTo>
                <a:lnTo>
                  <a:pt x="134" y="683"/>
                </a:lnTo>
                <a:lnTo>
                  <a:pt x="122" y="673"/>
                </a:lnTo>
                <a:lnTo>
                  <a:pt x="111" y="662"/>
                </a:lnTo>
                <a:lnTo>
                  <a:pt x="101" y="652"/>
                </a:lnTo>
                <a:lnTo>
                  <a:pt x="91" y="641"/>
                </a:lnTo>
                <a:lnTo>
                  <a:pt x="81" y="629"/>
                </a:lnTo>
                <a:lnTo>
                  <a:pt x="72" y="618"/>
                </a:lnTo>
                <a:lnTo>
                  <a:pt x="64" y="606"/>
                </a:lnTo>
                <a:lnTo>
                  <a:pt x="56" y="595"/>
                </a:lnTo>
                <a:lnTo>
                  <a:pt x="48" y="583"/>
                </a:lnTo>
                <a:lnTo>
                  <a:pt x="41" y="571"/>
                </a:lnTo>
                <a:lnTo>
                  <a:pt x="35" y="558"/>
                </a:lnTo>
                <a:lnTo>
                  <a:pt x="29" y="546"/>
                </a:lnTo>
                <a:lnTo>
                  <a:pt x="23" y="534"/>
                </a:lnTo>
                <a:lnTo>
                  <a:pt x="19" y="521"/>
                </a:lnTo>
                <a:lnTo>
                  <a:pt x="14" y="508"/>
                </a:lnTo>
                <a:lnTo>
                  <a:pt x="11" y="495"/>
                </a:lnTo>
                <a:lnTo>
                  <a:pt x="7" y="482"/>
                </a:lnTo>
                <a:lnTo>
                  <a:pt x="5" y="470"/>
                </a:lnTo>
                <a:lnTo>
                  <a:pt x="3" y="457"/>
                </a:lnTo>
                <a:lnTo>
                  <a:pt x="1" y="443"/>
                </a:lnTo>
                <a:lnTo>
                  <a:pt x="1" y="430"/>
                </a:lnTo>
                <a:lnTo>
                  <a:pt x="0" y="417"/>
                </a:lnTo>
                <a:lnTo>
                  <a:pt x="1" y="404"/>
                </a:lnTo>
                <a:lnTo>
                  <a:pt x="1" y="391"/>
                </a:lnTo>
                <a:lnTo>
                  <a:pt x="3" y="378"/>
                </a:lnTo>
                <a:lnTo>
                  <a:pt x="5" y="365"/>
                </a:lnTo>
                <a:lnTo>
                  <a:pt x="7" y="352"/>
                </a:lnTo>
                <a:lnTo>
                  <a:pt x="11" y="339"/>
                </a:lnTo>
                <a:lnTo>
                  <a:pt x="14" y="326"/>
                </a:lnTo>
                <a:lnTo>
                  <a:pt x="19" y="314"/>
                </a:lnTo>
                <a:lnTo>
                  <a:pt x="23" y="301"/>
                </a:lnTo>
                <a:lnTo>
                  <a:pt x="29" y="289"/>
                </a:lnTo>
                <a:lnTo>
                  <a:pt x="35" y="276"/>
                </a:lnTo>
                <a:lnTo>
                  <a:pt x="41" y="264"/>
                </a:lnTo>
                <a:lnTo>
                  <a:pt x="48" y="252"/>
                </a:lnTo>
                <a:lnTo>
                  <a:pt x="56" y="240"/>
                </a:lnTo>
                <a:lnTo>
                  <a:pt x="64" y="228"/>
                </a:lnTo>
                <a:lnTo>
                  <a:pt x="72" y="217"/>
                </a:lnTo>
                <a:lnTo>
                  <a:pt x="81" y="205"/>
                </a:lnTo>
                <a:lnTo>
                  <a:pt x="91" y="194"/>
                </a:lnTo>
                <a:lnTo>
                  <a:pt x="101" y="183"/>
                </a:lnTo>
                <a:lnTo>
                  <a:pt x="111" y="172"/>
                </a:lnTo>
                <a:lnTo>
                  <a:pt x="122" y="162"/>
                </a:lnTo>
                <a:lnTo>
                  <a:pt x="134" y="151"/>
                </a:lnTo>
                <a:lnTo>
                  <a:pt x="146" y="141"/>
                </a:lnTo>
                <a:lnTo>
                  <a:pt x="158" y="131"/>
                </a:lnTo>
                <a:lnTo>
                  <a:pt x="171" y="122"/>
                </a:lnTo>
                <a:lnTo>
                  <a:pt x="184" y="113"/>
                </a:lnTo>
                <a:lnTo>
                  <a:pt x="197" y="104"/>
                </a:lnTo>
                <a:lnTo>
                  <a:pt x="211" y="95"/>
                </a:lnTo>
                <a:lnTo>
                  <a:pt x="225" y="87"/>
                </a:lnTo>
                <a:lnTo>
                  <a:pt x="240" y="79"/>
                </a:lnTo>
                <a:lnTo>
                  <a:pt x="255" y="72"/>
                </a:lnTo>
                <a:lnTo>
                  <a:pt x="270" y="64"/>
                </a:lnTo>
                <a:lnTo>
                  <a:pt x="286" y="58"/>
                </a:lnTo>
                <a:lnTo>
                  <a:pt x="302" y="51"/>
                </a:lnTo>
                <a:lnTo>
                  <a:pt x="318" y="45"/>
                </a:lnTo>
                <a:lnTo>
                  <a:pt x="334" y="39"/>
                </a:lnTo>
                <a:lnTo>
                  <a:pt x="351" y="34"/>
                </a:lnTo>
                <a:lnTo>
                  <a:pt x="368" y="29"/>
                </a:lnTo>
                <a:lnTo>
                  <a:pt x="385" y="24"/>
                </a:lnTo>
                <a:lnTo>
                  <a:pt x="402" y="20"/>
                </a:lnTo>
                <a:lnTo>
                  <a:pt x="420" y="16"/>
                </a:lnTo>
                <a:lnTo>
                  <a:pt x="437" y="13"/>
                </a:lnTo>
                <a:lnTo>
                  <a:pt x="455" y="10"/>
                </a:lnTo>
                <a:lnTo>
                  <a:pt x="473" y="7"/>
                </a:lnTo>
                <a:lnTo>
                  <a:pt x="491" y="5"/>
                </a:lnTo>
                <a:lnTo>
                  <a:pt x="509" y="3"/>
                </a:lnTo>
                <a:lnTo>
                  <a:pt x="527" y="1"/>
                </a:lnTo>
                <a:lnTo>
                  <a:pt x="545" y="0"/>
                </a:lnTo>
                <a:lnTo>
                  <a:pt x="564" y="0"/>
                </a:lnTo>
                <a:lnTo>
                  <a:pt x="582" y="0"/>
                </a:lnTo>
                <a:lnTo>
                  <a:pt x="600" y="0"/>
                </a:lnTo>
                <a:lnTo>
                  <a:pt x="618" y="0"/>
                </a:lnTo>
                <a:lnTo>
                  <a:pt x="637" y="1"/>
                </a:lnTo>
                <a:lnTo>
                  <a:pt x="655" y="3"/>
                </a:lnTo>
                <a:lnTo>
                  <a:pt x="673" y="5"/>
                </a:lnTo>
                <a:lnTo>
                  <a:pt x="691" y="7"/>
                </a:lnTo>
                <a:lnTo>
                  <a:pt x="709" y="10"/>
                </a:lnTo>
                <a:lnTo>
                  <a:pt x="727" y="13"/>
                </a:lnTo>
                <a:lnTo>
                  <a:pt x="744" y="16"/>
                </a:lnTo>
                <a:lnTo>
                  <a:pt x="762" y="20"/>
                </a:lnTo>
                <a:lnTo>
                  <a:pt x="779" y="24"/>
                </a:lnTo>
                <a:lnTo>
                  <a:pt x="796" y="29"/>
                </a:lnTo>
                <a:lnTo>
                  <a:pt x="813" y="34"/>
                </a:lnTo>
                <a:lnTo>
                  <a:pt x="830" y="39"/>
                </a:lnTo>
                <a:lnTo>
                  <a:pt x="846" y="45"/>
                </a:lnTo>
                <a:lnTo>
                  <a:pt x="862" y="51"/>
                </a:lnTo>
                <a:lnTo>
                  <a:pt x="879" y="58"/>
                </a:lnTo>
                <a:lnTo>
                  <a:pt x="895" y="64"/>
                </a:lnTo>
                <a:lnTo>
                  <a:pt x="910" y="72"/>
                </a:lnTo>
                <a:lnTo>
                  <a:pt x="925" y="79"/>
                </a:lnTo>
                <a:lnTo>
                  <a:pt x="939" y="87"/>
                </a:lnTo>
                <a:lnTo>
                  <a:pt x="954" y="95"/>
                </a:lnTo>
                <a:lnTo>
                  <a:pt x="968" y="104"/>
                </a:lnTo>
                <a:lnTo>
                  <a:pt x="981" y="113"/>
                </a:lnTo>
                <a:lnTo>
                  <a:pt x="994" y="122"/>
                </a:lnTo>
                <a:lnTo>
                  <a:pt x="1007" y="131"/>
                </a:lnTo>
                <a:lnTo>
                  <a:pt x="1019" y="141"/>
                </a:lnTo>
                <a:lnTo>
                  <a:pt x="1031" y="151"/>
                </a:lnTo>
                <a:lnTo>
                  <a:pt x="1043" y="162"/>
                </a:lnTo>
                <a:lnTo>
                  <a:pt x="1054" y="172"/>
                </a:lnTo>
                <a:lnTo>
                  <a:pt x="1064" y="183"/>
                </a:lnTo>
                <a:lnTo>
                  <a:pt x="1074" y="194"/>
                </a:lnTo>
                <a:lnTo>
                  <a:pt x="1084" y="205"/>
                </a:lnTo>
                <a:lnTo>
                  <a:pt x="1093" y="217"/>
                </a:lnTo>
                <a:lnTo>
                  <a:pt x="1101" y="228"/>
                </a:lnTo>
                <a:lnTo>
                  <a:pt x="1109" y="240"/>
                </a:lnTo>
                <a:lnTo>
                  <a:pt x="1117" y="252"/>
                </a:lnTo>
                <a:lnTo>
                  <a:pt x="1124" y="264"/>
                </a:lnTo>
                <a:lnTo>
                  <a:pt x="1130" y="276"/>
                </a:lnTo>
                <a:lnTo>
                  <a:pt x="1136" y="289"/>
                </a:lnTo>
                <a:lnTo>
                  <a:pt x="1142" y="301"/>
                </a:lnTo>
                <a:lnTo>
                  <a:pt x="1146" y="314"/>
                </a:lnTo>
                <a:lnTo>
                  <a:pt x="1151" y="326"/>
                </a:lnTo>
                <a:lnTo>
                  <a:pt x="1154" y="339"/>
                </a:lnTo>
                <a:lnTo>
                  <a:pt x="1157" y="352"/>
                </a:lnTo>
                <a:lnTo>
                  <a:pt x="1160" y="365"/>
                </a:lnTo>
                <a:lnTo>
                  <a:pt x="1162" y="378"/>
                </a:lnTo>
                <a:lnTo>
                  <a:pt x="1163" y="391"/>
                </a:lnTo>
                <a:lnTo>
                  <a:pt x="1164" y="404"/>
                </a:lnTo>
                <a:lnTo>
                  <a:pt x="1165" y="417"/>
                </a:lnTo>
                <a:close/>
              </a:path>
            </a:pathLst>
          </a:custGeom>
          <a:solidFill>
            <a:srgbClr val="ffc5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8" name=""/>
          <p:cNvSpPr/>
          <p:nvPr/>
        </p:nvSpPr>
        <p:spPr>
          <a:xfrm>
            <a:off x="7851600" y="2793240"/>
            <a:ext cx="421920" cy="302400"/>
          </a:xfrm>
          <a:custGeom>
            <a:avLst/>
            <a:gdLst/>
            <a:ahLst/>
            <a:rect l="0" t="0" r="r" b="b"/>
            <a:pathLst>
              <a:path w="1172" h="840">
                <a:moveTo>
                  <a:pt x="1169" y="420"/>
                </a:moveTo>
                <a:lnTo>
                  <a:pt x="1168" y="407"/>
                </a:lnTo>
                <a:lnTo>
                  <a:pt x="1167" y="394"/>
                </a:lnTo>
                <a:lnTo>
                  <a:pt x="1166" y="381"/>
                </a:lnTo>
                <a:lnTo>
                  <a:pt x="1164" y="368"/>
                </a:lnTo>
                <a:lnTo>
                  <a:pt x="1161" y="355"/>
                </a:lnTo>
                <a:lnTo>
                  <a:pt x="1158" y="342"/>
                </a:lnTo>
                <a:lnTo>
                  <a:pt x="1155" y="329"/>
                </a:lnTo>
                <a:lnTo>
                  <a:pt x="1150" y="317"/>
                </a:lnTo>
                <a:lnTo>
                  <a:pt x="1146" y="304"/>
                </a:lnTo>
                <a:lnTo>
                  <a:pt x="1140" y="292"/>
                </a:lnTo>
                <a:lnTo>
                  <a:pt x="1134" y="279"/>
                </a:lnTo>
                <a:lnTo>
                  <a:pt x="1128" y="267"/>
                </a:lnTo>
                <a:lnTo>
                  <a:pt x="1121" y="255"/>
                </a:lnTo>
                <a:lnTo>
                  <a:pt x="1113" y="243"/>
                </a:lnTo>
                <a:lnTo>
                  <a:pt x="1105" y="231"/>
                </a:lnTo>
                <a:lnTo>
                  <a:pt x="1097" y="220"/>
                </a:lnTo>
                <a:lnTo>
                  <a:pt x="1088" y="208"/>
                </a:lnTo>
                <a:lnTo>
                  <a:pt x="1078" y="196"/>
                </a:lnTo>
                <a:lnTo>
                  <a:pt x="1068" y="185"/>
                </a:lnTo>
                <a:lnTo>
                  <a:pt x="1058" y="174"/>
                </a:lnTo>
                <a:lnTo>
                  <a:pt x="1047" y="164"/>
                </a:lnTo>
                <a:lnTo>
                  <a:pt x="1035" y="154"/>
                </a:lnTo>
                <a:lnTo>
                  <a:pt x="1022" y="144"/>
                </a:lnTo>
                <a:lnTo>
                  <a:pt x="1010" y="134"/>
                </a:lnTo>
                <a:lnTo>
                  <a:pt x="997" y="125"/>
                </a:lnTo>
                <a:lnTo>
                  <a:pt x="984" y="116"/>
                </a:lnTo>
                <a:lnTo>
                  <a:pt x="971" y="107"/>
                </a:lnTo>
                <a:lnTo>
                  <a:pt x="957" y="98"/>
                </a:lnTo>
                <a:lnTo>
                  <a:pt x="942" y="90"/>
                </a:lnTo>
                <a:lnTo>
                  <a:pt x="928" y="82"/>
                </a:lnTo>
                <a:lnTo>
                  <a:pt x="913" y="75"/>
                </a:lnTo>
                <a:lnTo>
                  <a:pt x="898" y="67"/>
                </a:lnTo>
                <a:lnTo>
                  <a:pt x="882" y="61"/>
                </a:lnTo>
                <a:lnTo>
                  <a:pt x="866" y="54"/>
                </a:lnTo>
                <a:lnTo>
                  <a:pt x="850" y="48"/>
                </a:lnTo>
                <a:lnTo>
                  <a:pt x="834" y="42"/>
                </a:lnTo>
                <a:lnTo>
                  <a:pt x="817" y="37"/>
                </a:lnTo>
                <a:lnTo>
                  <a:pt x="800" y="32"/>
                </a:lnTo>
                <a:lnTo>
                  <a:pt x="783" y="27"/>
                </a:lnTo>
                <a:lnTo>
                  <a:pt x="766" y="23"/>
                </a:lnTo>
                <a:lnTo>
                  <a:pt x="748" y="19"/>
                </a:lnTo>
                <a:lnTo>
                  <a:pt x="731" y="16"/>
                </a:lnTo>
                <a:lnTo>
                  <a:pt x="713" y="13"/>
                </a:lnTo>
                <a:lnTo>
                  <a:pt x="695" y="10"/>
                </a:lnTo>
                <a:lnTo>
                  <a:pt x="677" y="8"/>
                </a:lnTo>
                <a:lnTo>
                  <a:pt x="659" y="6"/>
                </a:lnTo>
                <a:lnTo>
                  <a:pt x="641" y="4"/>
                </a:lnTo>
                <a:lnTo>
                  <a:pt x="622" y="3"/>
                </a:lnTo>
                <a:lnTo>
                  <a:pt x="604" y="3"/>
                </a:lnTo>
                <a:lnTo>
                  <a:pt x="586" y="3"/>
                </a:lnTo>
                <a:lnTo>
                  <a:pt x="568" y="3"/>
                </a:lnTo>
                <a:lnTo>
                  <a:pt x="549" y="3"/>
                </a:lnTo>
                <a:lnTo>
                  <a:pt x="531" y="4"/>
                </a:lnTo>
                <a:lnTo>
                  <a:pt x="513" y="6"/>
                </a:lnTo>
                <a:lnTo>
                  <a:pt x="495" y="8"/>
                </a:lnTo>
                <a:lnTo>
                  <a:pt x="477" y="10"/>
                </a:lnTo>
                <a:lnTo>
                  <a:pt x="459" y="13"/>
                </a:lnTo>
                <a:lnTo>
                  <a:pt x="441" y="16"/>
                </a:lnTo>
                <a:lnTo>
                  <a:pt x="424" y="19"/>
                </a:lnTo>
                <a:lnTo>
                  <a:pt x="406" y="23"/>
                </a:lnTo>
                <a:lnTo>
                  <a:pt x="389" y="27"/>
                </a:lnTo>
                <a:lnTo>
                  <a:pt x="372" y="32"/>
                </a:lnTo>
                <a:lnTo>
                  <a:pt x="355" y="37"/>
                </a:lnTo>
                <a:lnTo>
                  <a:pt x="338" y="42"/>
                </a:lnTo>
                <a:lnTo>
                  <a:pt x="322" y="48"/>
                </a:lnTo>
                <a:lnTo>
                  <a:pt x="306" y="54"/>
                </a:lnTo>
                <a:lnTo>
                  <a:pt x="290" y="61"/>
                </a:lnTo>
                <a:lnTo>
                  <a:pt x="274" y="67"/>
                </a:lnTo>
                <a:lnTo>
                  <a:pt x="259" y="75"/>
                </a:lnTo>
                <a:lnTo>
                  <a:pt x="244" y="82"/>
                </a:lnTo>
                <a:lnTo>
                  <a:pt x="229" y="90"/>
                </a:lnTo>
                <a:lnTo>
                  <a:pt x="215" y="98"/>
                </a:lnTo>
                <a:lnTo>
                  <a:pt x="201" y="107"/>
                </a:lnTo>
                <a:lnTo>
                  <a:pt x="188" y="116"/>
                </a:lnTo>
                <a:lnTo>
                  <a:pt x="175" y="125"/>
                </a:lnTo>
                <a:lnTo>
                  <a:pt x="162" y="134"/>
                </a:lnTo>
                <a:lnTo>
                  <a:pt x="150" y="144"/>
                </a:lnTo>
                <a:lnTo>
                  <a:pt x="138" y="154"/>
                </a:lnTo>
                <a:lnTo>
                  <a:pt x="126" y="164"/>
                </a:lnTo>
                <a:lnTo>
                  <a:pt x="115" y="174"/>
                </a:lnTo>
                <a:lnTo>
                  <a:pt x="105" y="185"/>
                </a:lnTo>
                <a:lnTo>
                  <a:pt x="95" y="196"/>
                </a:lnTo>
                <a:lnTo>
                  <a:pt x="85" y="208"/>
                </a:lnTo>
                <a:lnTo>
                  <a:pt x="76" y="220"/>
                </a:lnTo>
                <a:lnTo>
                  <a:pt x="68" y="231"/>
                </a:lnTo>
                <a:lnTo>
                  <a:pt x="60" y="243"/>
                </a:lnTo>
                <a:lnTo>
                  <a:pt x="52" y="255"/>
                </a:lnTo>
                <a:lnTo>
                  <a:pt x="45" y="267"/>
                </a:lnTo>
                <a:lnTo>
                  <a:pt x="39" y="279"/>
                </a:lnTo>
                <a:lnTo>
                  <a:pt x="33" y="292"/>
                </a:lnTo>
                <a:lnTo>
                  <a:pt x="27" y="304"/>
                </a:lnTo>
                <a:lnTo>
                  <a:pt x="23" y="317"/>
                </a:lnTo>
                <a:lnTo>
                  <a:pt x="18" y="329"/>
                </a:lnTo>
                <a:lnTo>
                  <a:pt x="15" y="342"/>
                </a:lnTo>
                <a:lnTo>
                  <a:pt x="11" y="355"/>
                </a:lnTo>
                <a:lnTo>
                  <a:pt x="9" y="368"/>
                </a:lnTo>
                <a:lnTo>
                  <a:pt x="7" y="381"/>
                </a:lnTo>
                <a:lnTo>
                  <a:pt x="5" y="394"/>
                </a:lnTo>
                <a:lnTo>
                  <a:pt x="5" y="407"/>
                </a:lnTo>
                <a:lnTo>
                  <a:pt x="4" y="420"/>
                </a:lnTo>
                <a:lnTo>
                  <a:pt x="5" y="433"/>
                </a:lnTo>
                <a:lnTo>
                  <a:pt x="5" y="446"/>
                </a:lnTo>
                <a:lnTo>
                  <a:pt x="7" y="460"/>
                </a:lnTo>
                <a:lnTo>
                  <a:pt x="9" y="473"/>
                </a:lnTo>
                <a:lnTo>
                  <a:pt x="11" y="485"/>
                </a:lnTo>
                <a:lnTo>
                  <a:pt x="15" y="498"/>
                </a:lnTo>
                <a:lnTo>
                  <a:pt x="18" y="511"/>
                </a:lnTo>
                <a:lnTo>
                  <a:pt x="23" y="524"/>
                </a:lnTo>
                <a:lnTo>
                  <a:pt x="27" y="537"/>
                </a:lnTo>
                <a:lnTo>
                  <a:pt x="33" y="549"/>
                </a:lnTo>
                <a:lnTo>
                  <a:pt x="39" y="561"/>
                </a:lnTo>
                <a:lnTo>
                  <a:pt x="45" y="574"/>
                </a:lnTo>
                <a:lnTo>
                  <a:pt x="52" y="586"/>
                </a:lnTo>
                <a:lnTo>
                  <a:pt x="60" y="598"/>
                </a:lnTo>
                <a:lnTo>
                  <a:pt x="68" y="609"/>
                </a:lnTo>
                <a:lnTo>
                  <a:pt x="76" y="621"/>
                </a:lnTo>
                <a:lnTo>
                  <a:pt x="85" y="632"/>
                </a:lnTo>
                <a:lnTo>
                  <a:pt x="95" y="644"/>
                </a:lnTo>
                <a:lnTo>
                  <a:pt x="105" y="655"/>
                </a:lnTo>
                <a:lnTo>
                  <a:pt x="115" y="665"/>
                </a:lnTo>
                <a:lnTo>
                  <a:pt x="126" y="676"/>
                </a:lnTo>
                <a:lnTo>
                  <a:pt x="138" y="686"/>
                </a:lnTo>
                <a:lnTo>
                  <a:pt x="150" y="696"/>
                </a:lnTo>
                <a:lnTo>
                  <a:pt x="162" y="706"/>
                </a:lnTo>
                <a:lnTo>
                  <a:pt x="175" y="715"/>
                </a:lnTo>
                <a:lnTo>
                  <a:pt x="188" y="724"/>
                </a:lnTo>
                <a:lnTo>
                  <a:pt x="201" y="733"/>
                </a:lnTo>
                <a:lnTo>
                  <a:pt x="215" y="741"/>
                </a:lnTo>
                <a:lnTo>
                  <a:pt x="229" y="750"/>
                </a:lnTo>
                <a:lnTo>
                  <a:pt x="244" y="757"/>
                </a:lnTo>
                <a:lnTo>
                  <a:pt x="259" y="765"/>
                </a:lnTo>
                <a:lnTo>
                  <a:pt x="274" y="772"/>
                </a:lnTo>
                <a:lnTo>
                  <a:pt x="290" y="779"/>
                </a:lnTo>
                <a:lnTo>
                  <a:pt x="306" y="785"/>
                </a:lnTo>
                <a:lnTo>
                  <a:pt x="322" y="792"/>
                </a:lnTo>
                <a:lnTo>
                  <a:pt x="338" y="797"/>
                </a:lnTo>
                <a:lnTo>
                  <a:pt x="355" y="803"/>
                </a:lnTo>
                <a:lnTo>
                  <a:pt x="372" y="808"/>
                </a:lnTo>
                <a:lnTo>
                  <a:pt x="389" y="812"/>
                </a:lnTo>
                <a:lnTo>
                  <a:pt x="406" y="817"/>
                </a:lnTo>
                <a:lnTo>
                  <a:pt x="424" y="820"/>
                </a:lnTo>
                <a:lnTo>
                  <a:pt x="441" y="824"/>
                </a:lnTo>
                <a:lnTo>
                  <a:pt x="459" y="827"/>
                </a:lnTo>
                <a:lnTo>
                  <a:pt x="477" y="830"/>
                </a:lnTo>
                <a:lnTo>
                  <a:pt x="495" y="832"/>
                </a:lnTo>
                <a:lnTo>
                  <a:pt x="513" y="834"/>
                </a:lnTo>
                <a:lnTo>
                  <a:pt x="531" y="835"/>
                </a:lnTo>
                <a:lnTo>
                  <a:pt x="549" y="836"/>
                </a:lnTo>
                <a:lnTo>
                  <a:pt x="568" y="837"/>
                </a:lnTo>
                <a:lnTo>
                  <a:pt x="586" y="837"/>
                </a:lnTo>
                <a:lnTo>
                  <a:pt x="604" y="837"/>
                </a:lnTo>
                <a:lnTo>
                  <a:pt x="622" y="836"/>
                </a:lnTo>
                <a:lnTo>
                  <a:pt x="641" y="835"/>
                </a:lnTo>
                <a:lnTo>
                  <a:pt x="659" y="834"/>
                </a:lnTo>
                <a:lnTo>
                  <a:pt x="677" y="832"/>
                </a:lnTo>
                <a:lnTo>
                  <a:pt x="695" y="830"/>
                </a:lnTo>
                <a:lnTo>
                  <a:pt x="713" y="827"/>
                </a:lnTo>
                <a:lnTo>
                  <a:pt x="731" y="824"/>
                </a:lnTo>
                <a:lnTo>
                  <a:pt x="748" y="820"/>
                </a:lnTo>
                <a:lnTo>
                  <a:pt x="766" y="817"/>
                </a:lnTo>
                <a:lnTo>
                  <a:pt x="783" y="812"/>
                </a:lnTo>
                <a:lnTo>
                  <a:pt x="800" y="808"/>
                </a:lnTo>
                <a:lnTo>
                  <a:pt x="817" y="803"/>
                </a:lnTo>
                <a:lnTo>
                  <a:pt x="834" y="797"/>
                </a:lnTo>
                <a:lnTo>
                  <a:pt x="850" y="792"/>
                </a:lnTo>
                <a:lnTo>
                  <a:pt x="866" y="785"/>
                </a:lnTo>
                <a:lnTo>
                  <a:pt x="882" y="779"/>
                </a:lnTo>
                <a:lnTo>
                  <a:pt x="898" y="772"/>
                </a:lnTo>
                <a:lnTo>
                  <a:pt x="913" y="765"/>
                </a:lnTo>
                <a:lnTo>
                  <a:pt x="928" y="757"/>
                </a:lnTo>
                <a:lnTo>
                  <a:pt x="942" y="750"/>
                </a:lnTo>
                <a:lnTo>
                  <a:pt x="957" y="741"/>
                </a:lnTo>
                <a:lnTo>
                  <a:pt x="971" y="733"/>
                </a:lnTo>
                <a:lnTo>
                  <a:pt x="984" y="724"/>
                </a:lnTo>
                <a:lnTo>
                  <a:pt x="997" y="715"/>
                </a:lnTo>
                <a:lnTo>
                  <a:pt x="1010" y="706"/>
                </a:lnTo>
                <a:lnTo>
                  <a:pt x="1022" y="696"/>
                </a:lnTo>
                <a:lnTo>
                  <a:pt x="1035" y="686"/>
                </a:lnTo>
                <a:lnTo>
                  <a:pt x="1047" y="676"/>
                </a:lnTo>
                <a:lnTo>
                  <a:pt x="1058" y="665"/>
                </a:lnTo>
                <a:lnTo>
                  <a:pt x="1068" y="655"/>
                </a:lnTo>
                <a:lnTo>
                  <a:pt x="1078" y="644"/>
                </a:lnTo>
                <a:lnTo>
                  <a:pt x="1088" y="632"/>
                </a:lnTo>
                <a:lnTo>
                  <a:pt x="1097" y="621"/>
                </a:lnTo>
                <a:lnTo>
                  <a:pt x="1105" y="609"/>
                </a:lnTo>
                <a:lnTo>
                  <a:pt x="1113" y="598"/>
                </a:lnTo>
                <a:lnTo>
                  <a:pt x="1121" y="586"/>
                </a:lnTo>
                <a:lnTo>
                  <a:pt x="1128" y="574"/>
                </a:lnTo>
                <a:lnTo>
                  <a:pt x="1134" y="561"/>
                </a:lnTo>
                <a:lnTo>
                  <a:pt x="1140" y="549"/>
                </a:lnTo>
                <a:lnTo>
                  <a:pt x="1146" y="537"/>
                </a:lnTo>
                <a:lnTo>
                  <a:pt x="1150" y="524"/>
                </a:lnTo>
                <a:lnTo>
                  <a:pt x="1155" y="511"/>
                </a:lnTo>
                <a:lnTo>
                  <a:pt x="1158" y="498"/>
                </a:lnTo>
                <a:lnTo>
                  <a:pt x="1161" y="485"/>
                </a:lnTo>
                <a:lnTo>
                  <a:pt x="1164" y="473"/>
                </a:lnTo>
                <a:lnTo>
                  <a:pt x="1166" y="460"/>
                </a:lnTo>
                <a:lnTo>
                  <a:pt x="1167" y="446"/>
                </a:lnTo>
                <a:lnTo>
                  <a:pt x="1168" y="433"/>
                </a:lnTo>
                <a:lnTo>
                  <a:pt x="1169" y="420"/>
                </a:lnTo>
                <a:moveTo>
                  <a:pt x="1172" y="420"/>
                </a:moveTo>
                <a:lnTo>
                  <a:pt x="1172" y="433"/>
                </a:lnTo>
                <a:lnTo>
                  <a:pt x="1171" y="447"/>
                </a:lnTo>
                <a:lnTo>
                  <a:pt x="1170" y="460"/>
                </a:lnTo>
                <a:lnTo>
                  <a:pt x="1168" y="473"/>
                </a:lnTo>
                <a:lnTo>
                  <a:pt x="1165" y="486"/>
                </a:lnTo>
                <a:lnTo>
                  <a:pt x="1162" y="499"/>
                </a:lnTo>
                <a:lnTo>
                  <a:pt x="1158" y="512"/>
                </a:lnTo>
                <a:lnTo>
                  <a:pt x="1154" y="525"/>
                </a:lnTo>
                <a:lnTo>
                  <a:pt x="1149" y="537"/>
                </a:lnTo>
                <a:lnTo>
                  <a:pt x="1144" y="550"/>
                </a:lnTo>
                <a:lnTo>
                  <a:pt x="1138" y="562"/>
                </a:lnTo>
                <a:lnTo>
                  <a:pt x="1131" y="575"/>
                </a:lnTo>
                <a:lnTo>
                  <a:pt x="1124" y="587"/>
                </a:lnTo>
                <a:lnTo>
                  <a:pt x="1117" y="599"/>
                </a:lnTo>
                <a:lnTo>
                  <a:pt x="1109" y="611"/>
                </a:lnTo>
                <a:lnTo>
                  <a:pt x="1100" y="622"/>
                </a:lnTo>
                <a:lnTo>
                  <a:pt x="1091" y="634"/>
                </a:lnTo>
                <a:lnTo>
                  <a:pt x="1081" y="645"/>
                </a:lnTo>
                <a:lnTo>
                  <a:pt x="1071" y="656"/>
                </a:lnTo>
                <a:lnTo>
                  <a:pt x="1061" y="667"/>
                </a:lnTo>
                <a:lnTo>
                  <a:pt x="1050" y="677"/>
                </a:lnTo>
                <a:lnTo>
                  <a:pt x="1038" y="688"/>
                </a:lnTo>
                <a:lnTo>
                  <a:pt x="1026" y="698"/>
                </a:lnTo>
                <a:lnTo>
                  <a:pt x="1013" y="707"/>
                </a:lnTo>
                <a:lnTo>
                  <a:pt x="1000" y="717"/>
                </a:lnTo>
                <a:lnTo>
                  <a:pt x="987" y="726"/>
                </a:lnTo>
                <a:lnTo>
                  <a:pt x="973" y="735"/>
                </a:lnTo>
                <a:lnTo>
                  <a:pt x="959" y="744"/>
                </a:lnTo>
                <a:lnTo>
                  <a:pt x="945" y="752"/>
                </a:lnTo>
                <a:lnTo>
                  <a:pt x="930" y="760"/>
                </a:lnTo>
                <a:lnTo>
                  <a:pt x="915" y="767"/>
                </a:lnTo>
                <a:lnTo>
                  <a:pt x="900" y="774"/>
                </a:lnTo>
                <a:lnTo>
                  <a:pt x="884" y="781"/>
                </a:lnTo>
                <a:lnTo>
                  <a:pt x="868" y="788"/>
                </a:lnTo>
                <a:lnTo>
                  <a:pt x="852" y="794"/>
                </a:lnTo>
                <a:lnTo>
                  <a:pt x="835" y="800"/>
                </a:lnTo>
                <a:lnTo>
                  <a:pt x="818" y="805"/>
                </a:lnTo>
                <a:lnTo>
                  <a:pt x="802" y="810"/>
                </a:lnTo>
                <a:lnTo>
                  <a:pt x="784" y="815"/>
                </a:lnTo>
                <a:lnTo>
                  <a:pt x="767" y="819"/>
                </a:lnTo>
                <a:lnTo>
                  <a:pt x="749" y="823"/>
                </a:lnTo>
                <a:lnTo>
                  <a:pt x="732" y="827"/>
                </a:lnTo>
                <a:lnTo>
                  <a:pt x="714" y="830"/>
                </a:lnTo>
                <a:lnTo>
                  <a:pt x="696" y="832"/>
                </a:lnTo>
                <a:lnTo>
                  <a:pt x="678" y="835"/>
                </a:lnTo>
                <a:lnTo>
                  <a:pt x="659" y="836"/>
                </a:lnTo>
                <a:lnTo>
                  <a:pt x="641" y="838"/>
                </a:lnTo>
                <a:lnTo>
                  <a:pt x="623" y="839"/>
                </a:lnTo>
                <a:lnTo>
                  <a:pt x="604" y="840"/>
                </a:lnTo>
                <a:lnTo>
                  <a:pt x="586" y="840"/>
                </a:lnTo>
                <a:lnTo>
                  <a:pt x="568" y="840"/>
                </a:lnTo>
                <a:lnTo>
                  <a:pt x="549" y="839"/>
                </a:lnTo>
                <a:lnTo>
                  <a:pt x="531" y="838"/>
                </a:lnTo>
                <a:lnTo>
                  <a:pt x="513" y="836"/>
                </a:lnTo>
                <a:lnTo>
                  <a:pt x="494" y="835"/>
                </a:lnTo>
                <a:lnTo>
                  <a:pt x="476" y="832"/>
                </a:lnTo>
                <a:lnTo>
                  <a:pt x="458" y="830"/>
                </a:lnTo>
                <a:lnTo>
                  <a:pt x="440" y="827"/>
                </a:lnTo>
                <a:lnTo>
                  <a:pt x="423" y="823"/>
                </a:lnTo>
                <a:lnTo>
                  <a:pt x="405" y="819"/>
                </a:lnTo>
                <a:lnTo>
                  <a:pt x="388" y="815"/>
                </a:lnTo>
                <a:lnTo>
                  <a:pt x="370" y="810"/>
                </a:lnTo>
                <a:lnTo>
                  <a:pt x="353" y="805"/>
                </a:lnTo>
                <a:lnTo>
                  <a:pt x="337" y="800"/>
                </a:lnTo>
                <a:lnTo>
                  <a:pt x="320" y="794"/>
                </a:lnTo>
                <a:lnTo>
                  <a:pt x="304" y="788"/>
                </a:lnTo>
                <a:lnTo>
                  <a:pt x="288" y="781"/>
                </a:lnTo>
                <a:lnTo>
                  <a:pt x="272" y="774"/>
                </a:lnTo>
                <a:lnTo>
                  <a:pt x="257" y="767"/>
                </a:lnTo>
                <a:lnTo>
                  <a:pt x="242" y="760"/>
                </a:lnTo>
                <a:lnTo>
                  <a:pt x="227" y="752"/>
                </a:lnTo>
                <a:lnTo>
                  <a:pt x="213" y="744"/>
                </a:lnTo>
                <a:lnTo>
                  <a:pt x="199" y="735"/>
                </a:lnTo>
                <a:lnTo>
                  <a:pt x="185" y="726"/>
                </a:lnTo>
                <a:lnTo>
                  <a:pt x="172" y="717"/>
                </a:lnTo>
                <a:lnTo>
                  <a:pt x="159" y="707"/>
                </a:lnTo>
                <a:lnTo>
                  <a:pt x="147" y="698"/>
                </a:lnTo>
                <a:lnTo>
                  <a:pt x="135" y="688"/>
                </a:lnTo>
                <a:lnTo>
                  <a:pt x="123" y="677"/>
                </a:lnTo>
                <a:lnTo>
                  <a:pt x="112" y="667"/>
                </a:lnTo>
                <a:lnTo>
                  <a:pt x="102" y="656"/>
                </a:lnTo>
                <a:lnTo>
                  <a:pt x="92" y="645"/>
                </a:lnTo>
                <a:lnTo>
                  <a:pt x="82" y="634"/>
                </a:lnTo>
                <a:lnTo>
                  <a:pt x="73" y="622"/>
                </a:lnTo>
                <a:lnTo>
                  <a:pt x="64" y="611"/>
                </a:lnTo>
                <a:lnTo>
                  <a:pt x="56" y="599"/>
                </a:lnTo>
                <a:lnTo>
                  <a:pt x="49" y="587"/>
                </a:lnTo>
                <a:lnTo>
                  <a:pt x="42" y="575"/>
                </a:lnTo>
                <a:lnTo>
                  <a:pt x="35" y="562"/>
                </a:lnTo>
                <a:lnTo>
                  <a:pt x="29" y="550"/>
                </a:lnTo>
                <a:lnTo>
                  <a:pt x="24" y="537"/>
                </a:lnTo>
                <a:lnTo>
                  <a:pt x="19" y="525"/>
                </a:lnTo>
                <a:lnTo>
                  <a:pt x="15" y="512"/>
                </a:lnTo>
                <a:lnTo>
                  <a:pt x="11" y="499"/>
                </a:lnTo>
                <a:lnTo>
                  <a:pt x="8" y="486"/>
                </a:lnTo>
                <a:lnTo>
                  <a:pt x="5" y="473"/>
                </a:lnTo>
                <a:lnTo>
                  <a:pt x="3" y="460"/>
                </a:lnTo>
                <a:lnTo>
                  <a:pt x="2" y="447"/>
                </a:lnTo>
                <a:lnTo>
                  <a:pt x="1" y="433"/>
                </a:lnTo>
                <a:lnTo>
                  <a:pt x="0" y="420"/>
                </a:lnTo>
                <a:lnTo>
                  <a:pt x="1" y="407"/>
                </a:lnTo>
                <a:lnTo>
                  <a:pt x="2" y="394"/>
                </a:lnTo>
                <a:lnTo>
                  <a:pt x="3" y="381"/>
                </a:lnTo>
                <a:lnTo>
                  <a:pt x="5" y="368"/>
                </a:lnTo>
                <a:lnTo>
                  <a:pt x="8" y="355"/>
                </a:lnTo>
                <a:lnTo>
                  <a:pt x="11" y="342"/>
                </a:lnTo>
                <a:lnTo>
                  <a:pt x="15" y="329"/>
                </a:lnTo>
                <a:lnTo>
                  <a:pt x="19" y="316"/>
                </a:lnTo>
                <a:lnTo>
                  <a:pt x="24" y="303"/>
                </a:lnTo>
                <a:lnTo>
                  <a:pt x="29" y="291"/>
                </a:lnTo>
                <a:lnTo>
                  <a:pt x="35" y="278"/>
                </a:lnTo>
                <a:lnTo>
                  <a:pt x="42" y="266"/>
                </a:lnTo>
                <a:lnTo>
                  <a:pt x="49" y="254"/>
                </a:lnTo>
                <a:lnTo>
                  <a:pt x="56" y="242"/>
                </a:lnTo>
                <a:lnTo>
                  <a:pt x="64" y="230"/>
                </a:lnTo>
                <a:lnTo>
                  <a:pt x="73" y="218"/>
                </a:lnTo>
                <a:lnTo>
                  <a:pt x="82" y="207"/>
                </a:lnTo>
                <a:lnTo>
                  <a:pt x="92" y="195"/>
                </a:lnTo>
                <a:lnTo>
                  <a:pt x="102" y="184"/>
                </a:lnTo>
                <a:lnTo>
                  <a:pt x="112" y="173"/>
                </a:lnTo>
                <a:lnTo>
                  <a:pt x="123" y="162"/>
                </a:lnTo>
                <a:lnTo>
                  <a:pt x="135" y="152"/>
                </a:lnTo>
                <a:lnTo>
                  <a:pt x="147" y="142"/>
                </a:lnTo>
                <a:lnTo>
                  <a:pt x="159" y="132"/>
                </a:lnTo>
                <a:lnTo>
                  <a:pt x="172" y="123"/>
                </a:lnTo>
                <a:lnTo>
                  <a:pt x="185" y="113"/>
                </a:lnTo>
                <a:lnTo>
                  <a:pt x="199" y="105"/>
                </a:lnTo>
                <a:lnTo>
                  <a:pt x="213" y="96"/>
                </a:lnTo>
                <a:lnTo>
                  <a:pt x="227" y="88"/>
                </a:lnTo>
                <a:lnTo>
                  <a:pt x="242" y="80"/>
                </a:lnTo>
                <a:lnTo>
                  <a:pt x="257" y="72"/>
                </a:lnTo>
                <a:lnTo>
                  <a:pt x="272" y="65"/>
                </a:lnTo>
                <a:lnTo>
                  <a:pt x="288" y="58"/>
                </a:lnTo>
                <a:lnTo>
                  <a:pt x="304" y="52"/>
                </a:lnTo>
                <a:lnTo>
                  <a:pt x="320" y="46"/>
                </a:lnTo>
                <a:lnTo>
                  <a:pt x="337" y="40"/>
                </a:lnTo>
                <a:lnTo>
                  <a:pt x="353" y="34"/>
                </a:lnTo>
                <a:lnTo>
                  <a:pt x="370" y="29"/>
                </a:lnTo>
                <a:lnTo>
                  <a:pt x="388" y="25"/>
                </a:lnTo>
                <a:lnTo>
                  <a:pt x="405" y="20"/>
                </a:lnTo>
                <a:lnTo>
                  <a:pt x="423" y="16"/>
                </a:lnTo>
                <a:lnTo>
                  <a:pt x="440" y="13"/>
                </a:lnTo>
                <a:lnTo>
                  <a:pt x="458" y="10"/>
                </a:lnTo>
                <a:lnTo>
                  <a:pt x="476" y="7"/>
                </a:lnTo>
                <a:lnTo>
                  <a:pt x="494" y="5"/>
                </a:lnTo>
                <a:lnTo>
                  <a:pt x="513" y="3"/>
                </a:lnTo>
                <a:lnTo>
                  <a:pt x="531" y="2"/>
                </a:lnTo>
                <a:lnTo>
                  <a:pt x="549" y="1"/>
                </a:lnTo>
                <a:lnTo>
                  <a:pt x="568" y="0"/>
                </a:lnTo>
                <a:lnTo>
                  <a:pt x="586" y="0"/>
                </a:lnTo>
                <a:lnTo>
                  <a:pt x="604" y="0"/>
                </a:lnTo>
                <a:lnTo>
                  <a:pt x="623" y="1"/>
                </a:lnTo>
                <a:lnTo>
                  <a:pt x="641" y="2"/>
                </a:lnTo>
                <a:lnTo>
                  <a:pt x="659" y="3"/>
                </a:lnTo>
                <a:lnTo>
                  <a:pt x="678" y="5"/>
                </a:lnTo>
                <a:lnTo>
                  <a:pt x="696" y="7"/>
                </a:lnTo>
                <a:lnTo>
                  <a:pt x="714" y="10"/>
                </a:lnTo>
                <a:lnTo>
                  <a:pt x="732" y="13"/>
                </a:lnTo>
                <a:lnTo>
                  <a:pt x="749" y="16"/>
                </a:lnTo>
                <a:lnTo>
                  <a:pt x="767" y="20"/>
                </a:lnTo>
                <a:lnTo>
                  <a:pt x="784" y="25"/>
                </a:lnTo>
                <a:lnTo>
                  <a:pt x="802" y="29"/>
                </a:lnTo>
                <a:lnTo>
                  <a:pt x="818" y="34"/>
                </a:lnTo>
                <a:lnTo>
                  <a:pt x="835" y="40"/>
                </a:lnTo>
                <a:lnTo>
                  <a:pt x="852" y="46"/>
                </a:lnTo>
                <a:lnTo>
                  <a:pt x="868" y="52"/>
                </a:lnTo>
                <a:lnTo>
                  <a:pt x="884" y="58"/>
                </a:lnTo>
                <a:lnTo>
                  <a:pt x="900" y="65"/>
                </a:lnTo>
                <a:lnTo>
                  <a:pt x="915" y="72"/>
                </a:lnTo>
                <a:lnTo>
                  <a:pt x="930" y="80"/>
                </a:lnTo>
                <a:lnTo>
                  <a:pt x="945" y="88"/>
                </a:lnTo>
                <a:lnTo>
                  <a:pt x="959" y="96"/>
                </a:lnTo>
                <a:lnTo>
                  <a:pt x="973" y="105"/>
                </a:lnTo>
                <a:lnTo>
                  <a:pt x="987" y="113"/>
                </a:lnTo>
                <a:lnTo>
                  <a:pt x="1000" y="123"/>
                </a:lnTo>
                <a:lnTo>
                  <a:pt x="1013" y="132"/>
                </a:lnTo>
                <a:lnTo>
                  <a:pt x="1026" y="142"/>
                </a:lnTo>
                <a:lnTo>
                  <a:pt x="1038" y="152"/>
                </a:lnTo>
                <a:lnTo>
                  <a:pt x="1050" y="162"/>
                </a:lnTo>
                <a:lnTo>
                  <a:pt x="1061" y="173"/>
                </a:lnTo>
                <a:lnTo>
                  <a:pt x="1071" y="184"/>
                </a:lnTo>
                <a:lnTo>
                  <a:pt x="1081" y="195"/>
                </a:lnTo>
                <a:lnTo>
                  <a:pt x="1091" y="207"/>
                </a:lnTo>
                <a:lnTo>
                  <a:pt x="1100" y="218"/>
                </a:lnTo>
                <a:lnTo>
                  <a:pt x="1109" y="230"/>
                </a:lnTo>
                <a:lnTo>
                  <a:pt x="1117" y="242"/>
                </a:lnTo>
                <a:lnTo>
                  <a:pt x="1124" y="254"/>
                </a:lnTo>
                <a:lnTo>
                  <a:pt x="1131" y="266"/>
                </a:lnTo>
                <a:lnTo>
                  <a:pt x="1138" y="278"/>
                </a:lnTo>
                <a:lnTo>
                  <a:pt x="1144" y="291"/>
                </a:lnTo>
                <a:lnTo>
                  <a:pt x="1149" y="303"/>
                </a:lnTo>
                <a:lnTo>
                  <a:pt x="1154" y="316"/>
                </a:lnTo>
                <a:lnTo>
                  <a:pt x="1158" y="329"/>
                </a:lnTo>
                <a:lnTo>
                  <a:pt x="1162" y="342"/>
                </a:lnTo>
                <a:lnTo>
                  <a:pt x="1165" y="355"/>
                </a:lnTo>
                <a:lnTo>
                  <a:pt x="1168" y="368"/>
                </a:lnTo>
                <a:lnTo>
                  <a:pt x="1170" y="381"/>
                </a:lnTo>
                <a:lnTo>
                  <a:pt x="1171" y="394"/>
                </a:lnTo>
                <a:lnTo>
                  <a:pt x="1172" y="407"/>
                </a:lnTo>
                <a:lnTo>
                  <a:pt x="1172" y="420"/>
                </a:lnTo>
                <a:close/>
              </a:path>
            </a:pathLst>
          </a:custGeom>
          <a:solidFill>
            <a:srgbClr val="ffc5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19" name=""/>
          <p:cNvSpPr/>
          <p:nvPr/>
        </p:nvSpPr>
        <p:spPr>
          <a:xfrm>
            <a:off x="7850520" y="2792160"/>
            <a:ext cx="424440" cy="304560"/>
          </a:xfrm>
          <a:custGeom>
            <a:avLst/>
            <a:gdLst/>
            <a:ahLst/>
            <a:rect l="0" t="0" r="r" b="b"/>
            <a:pathLst>
              <a:path w="1179" h="846">
                <a:moveTo>
                  <a:pt x="1175" y="423"/>
                </a:moveTo>
                <a:lnTo>
                  <a:pt x="1175" y="410"/>
                </a:lnTo>
                <a:lnTo>
                  <a:pt x="1174" y="397"/>
                </a:lnTo>
                <a:lnTo>
                  <a:pt x="1173" y="384"/>
                </a:lnTo>
                <a:lnTo>
                  <a:pt x="1171" y="371"/>
                </a:lnTo>
                <a:lnTo>
                  <a:pt x="1168" y="358"/>
                </a:lnTo>
                <a:lnTo>
                  <a:pt x="1165" y="345"/>
                </a:lnTo>
                <a:lnTo>
                  <a:pt x="1160" y="332"/>
                </a:lnTo>
                <a:lnTo>
                  <a:pt x="1156" y="319"/>
                </a:lnTo>
                <a:lnTo>
                  <a:pt x="1151" y="306"/>
                </a:lnTo>
                <a:lnTo>
                  <a:pt x="1146" y="294"/>
                </a:lnTo>
                <a:lnTo>
                  <a:pt x="1140" y="281"/>
                </a:lnTo>
                <a:lnTo>
                  <a:pt x="1133" y="269"/>
                </a:lnTo>
                <a:lnTo>
                  <a:pt x="1126" y="256"/>
                </a:lnTo>
                <a:lnTo>
                  <a:pt x="1119" y="244"/>
                </a:lnTo>
                <a:lnTo>
                  <a:pt x="1111" y="232"/>
                </a:lnTo>
                <a:lnTo>
                  <a:pt x="1102" y="220"/>
                </a:lnTo>
                <a:lnTo>
                  <a:pt x="1093" y="209"/>
                </a:lnTo>
                <a:lnTo>
                  <a:pt x="1083" y="198"/>
                </a:lnTo>
                <a:lnTo>
                  <a:pt x="1073" y="187"/>
                </a:lnTo>
                <a:lnTo>
                  <a:pt x="1063" y="176"/>
                </a:lnTo>
                <a:lnTo>
                  <a:pt x="1052" y="165"/>
                </a:lnTo>
                <a:lnTo>
                  <a:pt x="1040" y="155"/>
                </a:lnTo>
                <a:lnTo>
                  <a:pt x="1028" y="145"/>
                </a:lnTo>
                <a:lnTo>
                  <a:pt x="1016" y="135"/>
                </a:lnTo>
                <a:lnTo>
                  <a:pt x="1003" y="126"/>
                </a:lnTo>
                <a:lnTo>
                  <a:pt x="990" y="116"/>
                </a:lnTo>
                <a:lnTo>
                  <a:pt x="976" y="108"/>
                </a:lnTo>
                <a:lnTo>
                  <a:pt x="962" y="99"/>
                </a:lnTo>
                <a:lnTo>
                  <a:pt x="948" y="91"/>
                </a:lnTo>
                <a:lnTo>
                  <a:pt x="933" y="83"/>
                </a:lnTo>
                <a:lnTo>
                  <a:pt x="918" y="75"/>
                </a:lnTo>
                <a:lnTo>
                  <a:pt x="903" y="68"/>
                </a:lnTo>
                <a:lnTo>
                  <a:pt x="887" y="61"/>
                </a:lnTo>
                <a:lnTo>
                  <a:pt x="871" y="55"/>
                </a:lnTo>
                <a:lnTo>
                  <a:pt x="855" y="49"/>
                </a:lnTo>
                <a:lnTo>
                  <a:pt x="838" y="43"/>
                </a:lnTo>
                <a:lnTo>
                  <a:pt x="821" y="37"/>
                </a:lnTo>
                <a:lnTo>
                  <a:pt x="805" y="32"/>
                </a:lnTo>
                <a:lnTo>
                  <a:pt x="787" y="28"/>
                </a:lnTo>
                <a:lnTo>
                  <a:pt x="770" y="23"/>
                </a:lnTo>
                <a:lnTo>
                  <a:pt x="752" y="19"/>
                </a:lnTo>
                <a:lnTo>
                  <a:pt x="735" y="16"/>
                </a:lnTo>
                <a:lnTo>
                  <a:pt x="717" y="13"/>
                </a:lnTo>
                <a:lnTo>
                  <a:pt x="699" y="10"/>
                </a:lnTo>
                <a:lnTo>
                  <a:pt x="681" y="8"/>
                </a:lnTo>
                <a:lnTo>
                  <a:pt x="662" y="6"/>
                </a:lnTo>
                <a:lnTo>
                  <a:pt x="644" y="5"/>
                </a:lnTo>
                <a:lnTo>
                  <a:pt x="626" y="4"/>
                </a:lnTo>
                <a:lnTo>
                  <a:pt x="607" y="3"/>
                </a:lnTo>
                <a:lnTo>
                  <a:pt x="589" y="3"/>
                </a:lnTo>
                <a:lnTo>
                  <a:pt x="571" y="3"/>
                </a:lnTo>
                <a:lnTo>
                  <a:pt x="552" y="4"/>
                </a:lnTo>
                <a:lnTo>
                  <a:pt x="534" y="5"/>
                </a:lnTo>
                <a:lnTo>
                  <a:pt x="516" y="6"/>
                </a:lnTo>
                <a:lnTo>
                  <a:pt x="497" y="8"/>
                </a:lnTo>
                <a:lnTo>
                  <a:pt x="479" y="10"/>
                </a:lnTo>
                <a:lnTo>
                  <a:pt x="461" y="13"/>
                </a:lnTo>
                <a:lnTo>
                  <a:pt x="443" y="16"/>
                </a:lnTo>
                <a:lnTo>
                  <a:pt x="426" y="19"/>
                </a:lnTo>
                <a:lnTo>
                  <a:pt x="408" y="23"/>
                </a:lnTo>
                <a:lnTo>
                  <a:pt x="391" y="28"/>
                </a:lnTo>
                <a:lnTo>
                  <a:pt x="373" y="32"/>
                </a:lnTo>
                <a:lnTo>
                  <a:pt x="356" y="37"/>
                </a:lnTo>
                <a:lnTo>
                  <a:pt x="340" y="43"/>
                </a:lnTo>
                <a:lnTo>
                  <a:pt x="323" y="49"/>
                </a:lnTo>
                <a:lnTo>
                  <a:pt x="307" y="55"/>
                </a:lnTo>
                <a:lnTo>
                  <a:pt x="291" y="61"/>
                </a:lnTo>
                <a:lnTo>
                  <a:pt x="275" y="68"/>
                </a:lnTo>
                <a:lnTo>
                  <a:pt x="260" y="75"/>
                </a:lnTo>
                <a:lnTo>
                  <a:pt x="245" y="83"/>
                </a:lnTo>
                <a:lnTo>
                  <a:pt x="230" y="91"/>
                </a:lnTo>
                <a:lnTo>
                  <a:pt x="216" y="99"/>
                </a:lnTo>
                <a:lnTo>
                  <a:pt x="202" y="108"/>
                </a:lnTo>
                <a:lnTo>
                  <a:pt x="188" y="116"/>
                </a:lnTo>
                <a:lnTo>
                  <a:pt x="175" y="126"/>
                </a:lnTo>
                <a:lnTo>
                  <a:pt x="162" y="135"/>
                </a:lnTo>
                <a:lnTo>
                  <a:pt x="150" y="145"/>
                </a:lnTo>
                <a:lnTo>
                  <a:pt x="138" y="155"/>
                </a:lnTo>
                <a:lnTo>
                  <a:pt x="126" y="165"/>
                </a:lnTo>
                <a:lnTo>
                  <a:pt x="115" y="176"/>
                </a:lnTo>
                <a:lnTo>
                  <a:pt x="105" y="187"/>
                </a:lnTo>
                <a:lnTo>
                  <a:pt x="95" y="198"/>
                </a:lnTo>
                <a:lnTo>
                  <a:pt x="85" y="209"/>
                </a:lnTo>
                <a:lnTo>
                  <a:pt x="76" y="220"/>
                </a:lnTo>
                <a:lnTo>
                  <a:pt x="67" y="232"/>
                </a:lnTo>
                <a:lnTo>
                  <a:pt x="59" y="244"/>
                </a:lnTo>
                <a:lnTo>
                  <a:pt x="52" y="256"/>
                </a:lnTo>
                <a:lnTo>
                  <a:pt x="45" y="269"/>
                </a:lnTo>
                <a:lnTo>
                  <a:pt x="38" y="281"/>
                </a:lnTo>
                <a:lnTo>
                  <a:pt x="32" y="294"/>
                </a:lnTo>
                <a:lnTo>
                  <a:pt x="27" y="306"/>
                </a:lnTo>
                <a:lnTo>
                  <a:pt x="22" y="319"/>
                </a:lnTo>
                <a:lnTo>
                  <a:pt x="18" y="332"/>
                </a:lnTo>
                <a:lnTo>
                  <a:pt x="14" y="345"/>
                </a:lnTo>
                <a:lnTo>
                  <a:pt x="11" y="358"/>
                </a:lnTo>
                <a:lnTo>
                  <a:pt x="8" y="371"/>
                </a:lnTo>
                <a:lnTo>
                  <a:pt x="6" y="384"/>
                </a:lnTo>
                <a:lnTo>
                  <a:pt x="5" y="397"/>
                </a:lnTo>
                <a:lnTo>
                  <a:pt x="4" y="410"/>
                </a:lnTo>
                <a:lnTo>
                  <a:pt x="3" y="423"/>
                </a:lnTo>
                <a:lnTo>
                  <a:pt x="4" y="436"/>
                </a:lnTo>
                <a:lnTo>
                  <a:pt x="5" y="450"/>
                </a:lnTo>
                <a:lnTo>
                  <a:pt x="6" y="463"/>
                </a:lnTo>
                <a:lnTo>
                  <a:pt x="8" y="476"/>
                </a:lnTo>
                <a:lnTo>
                  <a:pt x="11" y="489"/>
                </a:lnTo>
                <a:lnTo>
                  <a:pt x="14" y="502"/>
                </a:lnTo>
                <a:lnTo>
                  <a:pt x="18" y="515"/>
                </a:lnTo>
                <a:lnTo>
                  <a:pt x="22" y="528"/>
                </a:lnTo>
                <a:lnTo>
                  <a:pt x="27" y="540"/>
                </a:lnTo>
                <a:lnTo>
                  <a:pt x="32" y="553"/>
                </a:lnTo>
                <a:lnTo>
                  <a:pt x="38" y="565"/>
                </a:lnTo>
                <a:lnTo>
                  <a:pt x="45" y="578"/>
                </a:lnTo>
                <a:lnTo>
                  <a:pt x="52" y="590"/>
                </a:lnTo>
                <a:lnTo>
                  <a:pt x="59" y="602"/>
                </a:lnTo>
                <a:lnTo>
                  <a:pt x="67" y="614"/>
                </a:lnTo>
                <a:lnTo>
                  <a:pt x="76" y="625"/>
                </a:lnTo>
                <a:lnTo>
                  <a:pt x="85" y="637"/>
                </a:lnTo>
                <a:lnTo>
                  <a:pt x="95" y="648"/>
                </a:lnTo>
                <a:lnTo>
                  <a:pt x="105" y="659"/>
                </a:lnTo>
                <a:lnTo>
                  <a:pt x="115" y="670"/>
                </a:lnTo>
                <a:lnTo>
                  <a:pt x="126" y="680"/>
                </a:lnTo>
                <a:lnTo>
                  <a:pt x="138" y="691"/>
                </a:lnTo>
                <a:lnTo>
                  <a:pt x="150" y="701"/>
                </a:lnTo>
                <a:lnTo>
                  <a:pt x="162" y="710"/>
                </a:lnTo>
                <a:lnTo>
                  <a:pt x="175" y="720"/>
                </a:lnTo>
                <a:lnTo>
                  <a:pt x="188" y="729"/>
                </a:lnTo>
                <a:lnTo>
                  <a:pt x="202" y="738"/>
                </a:lnTo>
                <a:lnTo>
                  <a:pt x="216" y="747"/>
                </a:lnTo>
                <a:lnTo>
                  <a:pt x="230" y="755"/>
                </a:lnTo>
                <a:lnTo>
                  <a:pt x="245" y="763"/>
                </a:lnTo>
                <a:lnTo>
                  <a:pt x="260" y="770"/>
                </a:lnTo>
                <a:lnTo>
                  <a:pt x="275" y="777"/>
                </a:lnTo>
                <a:lnTo>
                  <a:pt x="291" y="784"/>
                </a:lnTo>
                <a:lnTo>
                  <a:pt x="307" y="791"/>
                </a:lnTo>
                <a:lnTo>
                  <a:pt x="323" y="797"/>
                </a:lnTo>
                <a:lnTo>
                  <a:pt x="340" y="803"/>
                </a:lnTo>
                <a:lnTo>
                  <a:pt x="356" y="808"/>
                </a:lnTo>
                <a:lnTo>
                  <a:pt x="373" y="813"/>
                </a:lnTo>
                <a:lnTo>
                  <a:pt x="391" y="818"/>
                </a:lnTo>
                <a:lnTo>
                  <a:pt x="408" y="822"/>
                </a:lnTo>
                <a:lnTo>
                  <a:pt x="426" y="826"/>
                </a:lnTo>
                <a:lnTo>
                  <a:pt x="443" y="830"/>
                </a:lnTo>
                <a:lnTo>
                  <a:pt x="461" y="833"/>
                </a:lnTo>
                <a:lnTo>
                  <a:pt x="479" y="835"/>
                </a:lnTo>
                <a:lnTo>
                  <a:pt x="497" y="838"/>
                </a:lnTo>
                <a:lnTo>
                  <a:pt x="516" y="839"/>
                </a:lnTo>
                <a:lnTo>
                  <a:pt x="534" y="841"/>
                </a:lnTo>
                <a:lnTo>
                  <a:pt x="552" y="842"/>
                </a:lnTo>
                <a:lnTo>
                  <a:pt x="571" y="843"/>
                </a:lnTo>
                <a:lnTo>
                  <a:pt x="589" y="843"/>
                </a:lnTo>
                <a:lnTo>
                  <a:pt x="607" y="843"/>
                </a:lnTo>
                <a:lnTo>
                  <a:pt x="626" y="842"/>
                </a:lnTo>
                <a:lnTo>
                  <a:pt x="644" y="841"/>
                </a:lnTo>
                <a:lnTo>
                  <a:pt x="662" y="839"/>
                </a:lnTo>
                <a:lnTo>
                  <a:pt x="681" y="838"/>
                </a:lnTo>
                <a:lnTo>
                  <a:pt x="699" y="835"/>
                </a:lnTo>
                <a:lnTo>
                  <a:pt x="717" y="833"/>
                </a:lnTo>
                <a:lnTo>
                  <a:pt x="735" y="830"/>
                </a:lnTo>
                <a:lnTo>
                  <a:pt x="752" y="826"/>
                </a:lnTo>
                <a:lnTo>
                  <a:pt x="770" y="822"/>
                </a:lnTo>
                <a:lnTo>
                  <a:pt x="787" y="818"/>
                </a:lnTo>
                <a:lnTo>
                  <a:pt x="805" y="813"/>
                </a:lnTo>
                <a:lnTo>
                  <a:pt x="821" y="808"/>
                </a:lnTo>
                <a:lnTo>
                  <a:pt x="838" y="803"/>
                </a:lnTo>
                <a:lnTo>
                  <a:pt x="855" y="797"/>
                </a:lnTo>
                <a:lnTo>
                  <a:pt x="871" y="791"/>
                </a:lnTo>
                <a:lnTo>
                  <a:pt x="887" y="784"/>
                </a:lnTo>
                <a:lnTo>
                  <a:pt x="903" y="777"/>
                </a:lnTo>
                <a:lnTo>
                  <a:pt x="918" y="770"/>
                </a:lnTo>
                <a:lnTo>
                  <a:pt x="933" y="763"/>
                </a:lnTo>
                <a:lnTo>
                  <a:pt x="948" y="755"/>
                </a:lnTo>
                <a:lnTo>
                  <a:pt x="962" y="747"/>
                </a:lnTo>
                <a:lnTo>
                  <a:pt x="976" y="738"/>
                </a:lnTo>
                <a:lnTo>
                  <a:pt x="990" y="729"/>
                </a:lnTo>
                <a:lnTo>
                  <a:pt x="1003" y="720"/>
                </a:lnTo>
                <a:lnTo>
                  <a:pt x="1016" y="710"/>
                </a:lnTo>
                <a:lnTo>
                  <a:pt x="1028" y="701"/>
                </a:lnTo>
                <a:lnTo>
                  <a:pt x="1040" y="691"/>
                </a:lnTo>
                <a:lnTo>
                  <a:pt x="1052" y="680"/>
                </a:lnTo>
                <a:lnTo>
                  <a:pt x="1063" y="670"/>
                </a:lnTo>
                <a:lnTo>
                  <a:pt x="1073" y="659"/>
                </a:lnTo>
                <a:lnTo>
                  <a:pt x="1083" y="648"/>
                </a:lnTo>
                <a:lnTo>
                  <a:pt x="1093" y="637"/>
                </a:lnTo>
                <a:lnTo>
                  <a:pt x="1102" y="625"/>
                </a:lnTo>
                <a:lnTo>
                  <a:pt x="1111" y="614"/>
                </a:lnTo>
                <a:lnTo>
                  <a:pt x="1119" y="602"/>
                </a:lnTo>
                <a:lnTo>
                  <a:pt x="1126" y="590"/>
                </a:lnTo>
                <a:lnTo>
                  <a:pt x="1133" y="578"/>
                </a:lnTo>
                <a:lnTo>
                  <a:pt x="1140" y="565"/>
                </a:lnTo>
                <a:lnTo>
                  <a:pt x="1146" y="553"/>
                </a:lnTo>
                <a:lnTo>
                  <a:pt x="1151" y="540"/>
                </a:lnTo>
                <a:lnTo>
                  <a:pt x="1156" y="528"/>
                </a:lnTo>
                <a:lnTo>
                  <a:pt x="1160" y="515"/>
                </a:lnTo>
                <a:lnTo>
                  <a:pt x="1165" y="502"/>
                </a:lnTo>
                <a:lnTo>
                  <a:pt x="1168" y="489"/>
                </a:lnTo>
                <a:lnTo>
                  <a:pt x="1171" y="476"/>
                </a:lnTo>
                <a:lnTo>
                  <a:pt x="1173" y="463"/>
                </a:lnTo>
                <a:lnTo>
                  <a:pt x="1174" y="450"/>
                </a:lnTo>
                <a:lnTo>
                  <a:pt x="1175" y="436"/>
                </a:lnTo>
                <a:lnTo>
                  <a:pt x="1175" y="423"/>
                </a:lnTo>
                <a:moveTo>
                  <a:pt x="1179" y="423"/>
                </a:moveTo>
                <a:lnTo>
                  <a:pt x="1179" y="437"/>
                </a:lnTo>
                <a:lnTo>
                  <a:pt x="1178" y="450"/>
                </a:lnTo>
                <a:lnTo>
                  <a:pt x="1177" y="463"/>
                </a:lnTo>
                <a:lnTo>
                  <a:pt x="1175" y="476"/>
                </a:lnTo>
                <a:lnTo>
                  <a:pt x="1172" y="489"/>
                </a:lnTo>
                <a:lnTo>
                  <a:pt x="1169" y="502"/>
                </a:lnTo>
                <a:lnTo>
                  <a:pt x="1165" y="515"/>
                </a:lnTo>
                <a:lnTo>
                  <a:pt x="1160" y="528"/>
                </a:lnTo>
                <a:lnTo>
                  <a:pt x="1155" y="541"/>
                </a:lnTo>
                <a:lnTo>
                  <a:pt x="1150" y="554"/>
                </a:lnTo>
                <a:lnTo>
                  <a:pt x="1144" y="566"/>
                </a:lnTo>
                <a:lnTo>
                  <a:pt x="1137" y="579"/>
                </a:lnTo>
                <a:lnTo>
                  <a:pt x="1130" y="591"/>
                </a:lnTo>
                <a:lnTo>
                  <a:pt x="1122" y="603"/>
                </a:lnTo>
                <a:lnTo>
                  <a:pt x="1114" y="615"/>
                </a:lnTo>
                <a:lnTo>
                  <a:pt x="1105" y="627"/>
                </a:lnTo>
                <a:lnTo>
                  <a:pt x="1096" y="638"/>
                </a:lnTo>
                <a:lnTo>
                  <a:pt x="1087" y="650"/>
                </a:lnTo>
                <a:lnTo>
                  <a:pt x="1076" y="661"/>
                </a:lnTo>
                <a:lnTo>
                  <a:pt x="1066" y="672"/>
                </a:lnTo>
                <a:lnTo>
                  <a:pt x="1055" y="682"/>
                </a:lnTo>
                <a:lnTo>
                  <a:pt x="1043" y="692"/>
                </a:lnTo>
                <a:lnTo>
                  <a:pt x="1031" y="703"/>
                </a:lnTo>
                <a:lnTo>
                  <a:pt x="1019" y="712"/>
                </a:lnTo>
                <a:lnTo>
                  <a:pt x="1006" y="722"/>
                </a:lnTo>
                <a:lnTo>
                  <a:pt x="992" y="731"/>
                </a:lnTo>
                <a:lnTo>
                  <a:pt x="979" y="740"/>
                </a:lnTo>
                <a:lnTo>
                  <a:pt x="965" y="749"/>
                </a:lnTo>
                <a:lnTo>
                  <a:pt x="950" y="757"/>
                </a:lnTo>
                <a:lnTo>
                  <a:pt x="935" y="765"/>
                </a:lnTo>
                <a:lnTo>
                  <a:pt x="920" y="773"/>
                </a:lnTo>
                <a:lnTo>
                  <a:pt x="905" y="780"/>
                </a:lnTo>
                <a:lnTo>
                  <a:pt x="889" y="787"/>
                </a:lnTo>
                <a:lnTo>
                  <a:pt x="873" y="793"/>
                </a:lnTo>
                <a:lnTo>
                  <a:pt x="857" y="800"/>
                </a:lnTo>
                <a:lnTo>
                  <a:pt x="840" y="805"/>
                </a:lnTo>
                <a:lnTo>
                  <a:pt x="823" y="811"/>
                </a:lnTo>
                <a:lnTo>
                  <a:pt x="806" y="816"/>
                </a:lnTo>
                <a:lnTo>
                  <a:pt x="789" y="821"/>
                </a:lnTo>
                <a:lnTo>
                  <a:pt x="771" y="825"/>
                </a:lnTo>
                <a:lnTo>
                  <a:pt x="753" y="829"/>
                </a:lnTo>
                <a:lnTo>
                  <a:pt x="736" y="832"/>
                </a:lnTo>
                <a:lnTo>
                  <a:pt x="718" y="835"/>
                </a:lnTo>
                <a:lnTo>
                  <a:pt x="699" y="838"/>
                </a:lnTo>
                <a:lnTo>
                  <a:pt x="681" y="840"/>
                </a:lnTo>
                <a:lnTo>
                  <a:pt x="663" y="842"/>
                </a:lnTo>
                <a:lnTo>
                  <a:pt x="644" y="844"/>
                </a:lnTo>
                <a:lnTo>
                  <a:pt x="626" y="845"/>
                </a:lnTo>
                <a:lnTo>
                  <a:pt x="607" y="845"/>
                </a:lnTo>
                <a:lnTo>
                  <a:pt x="589" y="846"/>
                </a:lnTo>
                <a:lnTo>
                  <a:pt x="570" y="845"/>
                </a:lnTo>
                <a:lnTo>
                  <a:pt x="552" y="845"/>
                </a:lnTo>
                <a:lnTo>
                  <a:pt x="533" y="844"/>
                </a:lnTo>
                <a:lnTo>
                  <a:pt x="515" y="842"/>
                </a:lnTo>
                <a:lnTo>
                  <a:pt x="497" y="840"/>
                </a:lnTo>
                <a:lnTo>
                  <a:pt x="479" y="838"/>
                </a:lnTo>
                <a:lnTo>
                  <a:pt x="460" y="835"/>
                </a:lnTo>
                <a:lnTo>
                  <a:pt x="442" y="832"/>
                </a:lnTo>
                <a:lnTo>
                  <a:pt x="425" y="829"/>
                </a:lnTo>
                <a:lnTo>
                  <a:pt x="407" y="825"/>
                </a:lnTo>
                <a:lnTo>
                  <a:pt x="389" y="821"/>
                </a:lnTo>
                <a:lnTo>
                  <a:pt x="372" y="816"/>
                </a:lnTo>
                <a:lnTo>
                  <a:pt x="355" y="811"/>
                </a:lnTo>
                <a:lnTo>
                  <a:pt x="338" y="805"/>
                </a:lnTo>
                <a:lnTo>
                  <a:pt x="321" y="800"/>
                </a:lnTo>
                <a:lnTo>
                  <a:pt x="305" y="793"/>
                </a:lnTo>
                <a:lnTo>
                  <a:pt x="289" y="787"/>
                </a:lnTo>
                <a:lnTo>
                  <a:pt x="273" y="780"/>
                </a:lnTo>
                <a:lnTo>
                  <a:pt x="258" y="773"/>
                </a:lnTo>
                <a:lnTo>
                  <a:pt x="242" y="765"/>
                </a:lnTo>
                <a:lnTo>
                  <a:pt x="228" y="757"/>
                </a:lnTo>
                <a:lnTo>
                  <a:pt x="213" y="749"/>
                </a:lnTo>
                <a:lnTo>
                  <a:pt x="199" y="740"/>
                </a:lnTo>
                <a:lnTo>
                  <a:pt x="185" y="731"/>
                </a:lnTo>
                <a:lnTo>
                  <a:pt x="172" y="722"/>
                </a:lnTo>
                <a:lnTo>
                  <a:pt x="159" y="712"/>
                </a:lnTo>
                <a:lnTo>
                  <a:pt x="147" y="703"/>
                </a:lnTo>
                <a:lnTo>
                  <a:pt x="135" y="692"/>
                </a:lnTo>
                <a:lnTo>
                  <a:pt x="123" y="682"/>
                </a:lnTo>
                <a:lnTo>
                  <a:pt x="112" y="672"/>
                </a:lnTo>
                <a:lnTo>
                  <a:pt x="101" y="661"/>
                </a:lnTo>
                <a:lnTo>
                  <a:pt x="91" y="650"/>
                </a:lnTo>
                <a:lnTo>
                  <a:pt x="82" y="638"/>
                </a:lnTo>
                <a:lnTo>
                  <a:pt x="72" y="627"/>
                </a:lnTo>
                <a:lnTo>
                  <a:pt x="64" y="615"/>
                </a:lnTo>
                <a:lnTo>
                  <a:pt x="56" y="603"/>
                </a:lnTo>
                <a:lnTo>
                  <a:pt x="48" y="591"/>
                </a:lnTo>
                <a:lnTo>
                  <a:pt x="41" y="579"/>
                </a:lnTo>
                <a:lnTo>
                  <a:pt x="34" y="566"/>
                </a:lnTo>
                <a:lnTo>
                  <a:pt x="28" y="554"/>
                </a:lnTo>
                <a:lnTo>
                  <a:pt x="23" y="541"/>
                </a:lnTo>
                <a:lnTo>
                  <a:pt x="18" y="528"/>
                </a:lnTo>
                <a:lnTo>
                  <a:pt x="14" y="515"/>
                </a:lnTo>
                <a:lnTo>
                  <a:pt x="10" y="502"/>
                </a:lnTo>
                <a:lnTo>
                  <a:pt x="7" y="489"/>
                </a:lnTo>
                <a:lnTo>
                  <a:pt x="4" y="476"/>
                </a:lnTo>
                <a:lnTo>
                  <a:pt x="2" y="463"/>
                </a:lnTo>
                <a:lnTo>
                  <a:pt x="1" y="450"/>
                </a:lnTo>
                <a:lnTo>
                  <a:pt x="0" y="437"/>
                </a:lnTo>
                <a:lnTo>
                  <a:pt x="0" y="423"/>
                </a:lnTo>
                <a:lnTo>
                  <a:pt x="0" y="410"/>
                </a:lnTo>
                <a:lnTo>
                  <a:pt x="1" y="397"/>
                </a:lnTo>
                <a:lnTo>
                  <a:pt x="2" y="384"/>
                </a:lnTo>
                <a:lnTo>
                  <a:pt x="4" y="370"/>
                </a:lnTo>
                <a:lnTo>
                  <a:pt x="7" y="357"/>
                </a:lnTo>
                <a:lnTo>
                  <a:pt x="10" y="344"/>
                </a:lnTo>
                <a:lnTo>
                  <a:pt x="14" y="331"/>
                </a:lnTo>
                <a:lnTo>
                  <a:pt x="18" y="318"/>
                </a:lnTo>
                <a:lnTo>
                  <a:pt x="23" y="305"/>
                </a:lnTo>
                <a:lnTo>
                  <a:pt x="28" y="293"/>
                </a:lnTo>
                <a:lnTo>
                  <a:pt x="34" y="280"/>
                </a:lnTo>
                <a:lnTo>
                  <a:pt x="41" y="268"/>
                </a:lnTo>
                <a:lnTo>
                  <a:pt x="48" y="255"/>
                </a:lnTo>
                <a:lnTo>
                  <a:pt x="56" y="243"/>
                </a:lnTo>
                <a:lnTo>
                  <a:pt x="64" y="231"/>
                </a:lnTo>
                <a:lnTo>
                  <a:pt x="72" y="219"/>
                </a:lnTo>
                <a:lnTo>
                  <a:pt x="82" y="207"/>
                </a:lnTo>
                <a:lnTo>
                  <a:pt x="91" y="196"/>
                </a:lnTo>
                <a:lnTo>
                  <a:pt x="101" y="185"/>
                </a:lnTo>
                <a:lnTo>
                  <a:pt x="112" y="174"/>
                </a:lnTo>
                <a:lnTo>
                  <a:pt x="123" y="163"/>
                </a:lnTo>
                <a:lnTo>
                  <a:pt x="135" y="153"/>
                </a:lnTo>
                <a:lnTo>
                  <a:pt x="147" y="143"/>
                </a:lnTo>
                <a:lnTo>
                  <a:pt x="159" y="133"/>
                </a:lnTo>
                <a:lnTo>
                  <a:pt x="172" y="124"/>
                </a:lnTo>
                <a:lnTo>
                  <a:pt x="185" y="114"/>
                </a:lnTo>
                <a:lnTo>
                  <a:pt x="199" y="106"/>
                </a:lnTo>
                <a:lnTo>
                  <a:pt x="213" y="97"/>
                </a:lnTo>
                <a:lnTo>
                  <a:pt x="228" y="89"/>
                </a:lnTo>
                <a:lnTo>
                  <a:pt x="242" y="81"/>
                </a:lnTo>
                <a:lnTo>
                  <a:pt x="258" y="73"/>
                </a:lnTo>
                <a:lnTo>
                  <a:pt x="273" y="66"/>
                </a:lnTo>
                <a:lnTo>
                  <a:pt x="289" y="59"/>
                </a:lnTo>
                <a:lnTo>
                  <a:pt x="305" y="52"/>
                </a:lnTo>
                <a:lnTo>
                  <a:pt x="321" y="46"/>
                </a:lnTo>
                <a:lnTo>
                  <a:pt x="338" y="40"/>
                </a:lnTo>
                <a:lnTo>
                  <a:pt x="355" y="35"/>
                </a:lnTo>
                <a:lnTo>
                  <a:pt x="372" y="30"/>
                </a:lnTo>
                <a:lnTo>
                  <a:pt x="389" y="25"/>
                </a:lnTo>
                <a:lnTo>
                  <a:pt x="407" y="21"/>
                </a:lnTo>
                <a:lnTo>
                  <a:pt x="425" y="17"/>
                </a:lnTo>
                <a:lnTo>
                  <a:pt x="442" y="13"/>
                </a:lnTo>
                <a:lnTo>
                  <a:pt x="460" y="10"/>
                </a:lnTo>
                <a:lnTo>
                  <a:pt x="479" y="8"/>
                </a:lnTo>
                <a:lnTo>
                  <a:pt x="497" y="5"/>
                </a:lnTo>
                <a:lnTo>
                  <a:pt x="515" y="3"/>
                </a:lnTo>
                <a:lnTo>
                  <a:pt x="533" y="2"/>
                </a:lnTo>
                <a:lnTo>
                  <a:pt x="552" y="1"/>
                </a:lnTo>
                <a:lnTo>
                  <a:pt x="570" y="0"/>
                </a:lnTo>
                <a:lnTo>
                  <a:pt x="589" y="0"/>
                </a:lnTo>
                <a:lnTo>
                  <a:pt x="607" y="0"/>
                </a:lnTo>
                <a:lnTo>
                  <a:pt x="626" y="1"/>
                </a:lnTo>
                <a:lnTo>
                  <a:pt x="644" y="2"/>
                </a:lnTo>
                <a:lnTo>
                  <a:pt x="663" y="3"/>
                </a:lnTo>
                <a:lnTo>
                  <a:pt x="681" y="5"/>
                </a:lnTo>
                <a:lnTo>
                  <a:pt x="699" y="8"/>
                </a:lnTo>
                <a:lnTo>
                  <a:pt x="718" y="10"/>
                </a:lnTo>
                <a:lnTo>
                  <a:pt x="736" y="13"/>
                </a:lnTo>
                <a:lnTo>
                  <a:pt x="753" y="17"/>
                </a:lnTo>
                <a:lnTo>
                  <a:pt x="771" y="21"/>
                </a:lnTo>
                <a:lnTo>
                  <a:pt x="789" y="25"/>
                </a:lnTo>
                <a:lnTo>
                  <a:pt x="806" y="30"/>
                </a:lnTo>
                <a:lnTo>
                  <a:pt x="823" y="35"/>
                </a:lnTo>
                <a:lnTo>
                  <a:pt x="840" y="40"/>
                </a:lnTo>
                <a:lnTo>
                  <a:pt x="857" y="46"/>
                </a:lnTo>
                <a:lnTo>
                  <a:pt x="873" y="52"/>
                </a:lnTo>
                <a:lnTo>
                  <a:pt x="889" y="59"/>
                </a:lnTo>
                <a:lnTo>
                  <a:pt x="905" y="66"/>
                </a:lnTo>
                <a:lnTo>
                  <a:pt x="920" y="73"/>
                </a:lnTo>
                <a:lnTo>
                  <a:pt x="935" y="81"/>
                </a:lnTo>
                <a:lnTo>
                  <a:pt x="950" y="89"/>
                </a:lnTo>
                <a:lnTo>
                  <a:pt x="965" y="97"/>
                </a:lnTo>
                <a:lnTo>
                  <a:pt x="979" y="106"/>
                </a:lnTo>
                <a:lnTo>
                  <a:pt x="992" y="114"/>
                </a:lnTo>
                <a:lnTo>
                  <a:pt x="1006" y="124"/>
                </a:lnTo>
                <a:lnTo>
                  <a:pt x="1019" y="133"/>
                </a:lnTo>
                <a:lnTo>
                  <a:pt x="1031" y="143"/>
                </a:lnTo>
                <a:lnTo>
                  <a:pt x="1043" y="153"/>
                </a:lnTo>
                <a:lnTo>
                  <a:pt x="1055" y="163"/>
                </a:lnTo>
                <a:lnTo>
                  <a:pt x="1066" y="174"/>
                </a:lnTo>
                <a:lnTo>
                  <a:pt x="1076" y="185"/>
                </a:lnTo>
                <a:lnTo>
                  <a:pt x="1087" y="196"/>
                </a:lnTo>
                <a:lnTo>
                  <a:pt x="1096" y="207"/>
                </a:lnTo>
                <a:lnTo>
                  <a:pt x="1105" y="219"/>
                </a:lnTo>
                <a:lnTo>
                  <a:pt x="1114" y="231"/>
                </a:lnTo>
                <a:lnTo>
                  <a:pt x="1122" y="243"/>
                </a:lnTo>
                <a:lnTo>
                  <a:pt x="1130" y="255"/>
                </a:lnTo>
                <a:lnTo>
                  <a:pt x="1137" y="268"/>
                </a:lnTo>
                <a:lnTo>
                  <a:pt x="1144" y="280"/>
                </a:lnTo>
                <a:lnTo>
                  <a:pt x="1150" y="293"/>
                </a:lnTo>
                <a:lnTo>
                  <a:pt x="1155" y="305"/>
                </a:lnTo>
                <a:lnTo>
                  <a:pt x="1160" y="318"/>
                </a:lnTo>
                <a:lnTo>
                  <a:pt x="1165" y="331"/>
                </a:lnTo>
                <a:lnTo>
                  <a:pt x="1169" y="344"/>
                </a:lnTo>
                <a:lnTo>
                  <a:pt x="1172" y="357"/>
                </a:lnTo>
                <a:lnTo>
                  <a:pt x="1175" y="370"/>
                </a:lnTo>
                <a:lnTo>
                  <a:pt x="1177" y="384"/>
                </a:lnTo>
                <a:lnTo>
                  <a:pt x="1178" y="397"/>
                </a:lnTo>
                <a:lnTo>
                  <a:pt x="1179" y="410"/>
                </a:lnTo>
                <a:lnTo>
                  <a:pt x="1179" y="423"/>
                </a:lnTo>
                <a:close/>
              </a:path>
            </a:pathLst>
          </a:custGeom>
          <a:solidFill>
            <a:srgbClr val="ffc4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0" name=""/>
          <p:cNvSpPr/>
          <p:nvPr/>
        </p:nvSpPr>
        <p:spPr>
          <a:xfrm>
            <a:off x="7849080" y="2791080"/>
            <a:ext cx="427320" cy="306360"/>
          </a:xfrm>
          <a:custGeom>
            <a:avLst/>
            <a:gdLst/>
            <a:ahLst/>
            <a:rect l="0" t="0" r="r" b="b"/>
            <a:pathLst>
              <a:path w="1187" h="851">
                <a:moveTo>
                  <a:pt x="1183" y="426"/>
                </a:moveTo>
                <a:lnTo>
                  <a:pt x="1183" y="413"/>
                </a:lnTo>
                <a:lnTo>
                  <a:pt x="1182" y="400"/>
                </a:lnTo>
                <a:lnTo>
                  <a:pt x="1181" y="387"/>
                </a:lnTo>
                <a:lnTo>
                  <a:pt x="1179" y="373"/>
                </a:lnTo>
                <a:lnTo>
                  <a:pt x="1176" y="360"/>
                </a:lnTo>
                <a:lnTo>
                  <a:pt x="1173" y="347"/>
                </a:lnTo>
                <a:lnTo>
                  <a:pt x="1169" y="334"/>
                </a:lnTo>
                <a:lnTo>
                  <a:pt x="1165" y="320"/>
                </a:lnTo>
                <a:lnTo>
                  <a:pt x="1160" y="307"/>
                </a:lnTo>
                <a:lnTo>
                  <a:pt x="1155" y="295"/>
                </a:lnTo>
                <a:lnTo>
                  <a:pt x="1149" y="282"/>
                </a:lnTo>
                <a:lnTo>
                  <a:pt x="1142" y="270"/>
                </a:lnTo>
                <a:lnTo>
                  <a:pt x="1135" y="258"/>
                </a:lnTo>
                <a:lnTo>
                  <a:pt x="1127" y="246"/>
                </a:lnTo>
                <a:lnTo>
                  <a:pt x="1119" y="234"/>
                </a:lnTo>
                <a:lnTo>
                  <a:pt x="1110" y="222"/>
                </a:lnTo>
                <a:lnTo>
                  <a:pt x="1101" y="210"/>
                </a:lnTo>
                <a:lnTo>
                  <a:pt x="1092" y="199"/>
                </a:lnTo>
                <a:lnTo>
                  <a:pt x="1081" y="188"/>
                </a:lnTo>
                <a:lnTo>
                  <a:pt x="1071" y="177"/>
                </a:lnTo>
                <a:lnTo>
                  <a:pt x="1060" y="166"/>
                </a:lnTo>
                <a:lnTo>
                  <a:pt x="1048" y="156"/>
                </a:lnTo>
                <a:lnTo>
                  <a:pt x="1036" y="146"/>
                </a:lnTo>
                <a:lnTo>
                  <a:pt x="1024" y="136"/>
                </a:lnTo>
                <a:lnTo>
                  <a:pt x="1011" y="127"/>
                </a:lnTo>
                <a:lnTo>
                  <a:pt x="997" y="117"/>
                </a:lnTo>
                <a:lnTo>
                  <a:pt x="984" y="109"/>
                </a:lnTo>
                <a:lnTo>
                  <a:pt x="970" y="100"/>
                </a:lnTo>
                <a:lnTo>
                  <a:pt x="955" y="92"/>
                </a:lnTo>
                <a:lnTo>
                  <a:pt x="940" y="84"/>
                </a:lnTo>
                <a:lnTo>
                  <a:pt x="925" y="76"/>
                </a:lnTo>
                <a:lnTo>
                  <a:pt x="910" y="69"/>
                </a:lnTo>
                <a:lnTo>
                  <a:pt x="894" y="62"/>
                </a:lnTo>
                <a:lnTo>
                  <a:pt x="878" y="55"/>
                </a:lnTo>
                <a:lnTo>
                  <a:pt x="862" y="49"/>
                </a:lnTo>
                <a:lnTo>
                  <a:pt x="845" y="43"/>
                </a:lnTo>
                <a:lnTo>
                  <a:pt x="828" y="38"/>
                </a:lnTo>
                <a:lnTo>
                  <a:pt x="811" y="33"/>
                </a:lnTo>
                <a:lnTo>
                  <a:pt x="794" y="28"/>
                </a:lnTo>
                <a:lnTo>
                  <a:pt x="776" y="24"/>
                </a:lnTo>
                <a:lnTo>
                  <a:pt x="758" y="20"/>
                </a:lnTo>
                <a:lnTo>
                  <a:pt x="741" y="16"/>
                </a:lnTo>
                <a:lnTo>
                  <a:pt x="723" y="13"/>
                </a:lnTo>
                <a:lnTo>
                  <a:pt x="704" y="11"/>
                </a:lnTo>
                <a:lnTo>
                  <a:pt x="686" y="8"/>
                </a:lnTo>
                <a:lnTo>
                  <a:pt x="668" y="6"/>
                </a:lnTo>
                <a:lnTo>
                  <a:pt x="649" y="5"/>
                </a:lnTo>
                <a:lnTo>
                  <a:pt x="631" y="4"/>
                </a:lnTo>
                <a:lnTo>
                  <a:pt x="612" y="3"/>
                </a:lnTo>
                <a:lnTo>
                  <a:pt x="594" y="3"/>
                </a:lnTo>
                <a:lnTo>
                  <a:pt x="575" y="3"/>
                </a:lnTo>
                <a:lnTo>
                  <a:pt x="557" y="4"/>
                </a:lnTo>
                <a:lnTo>
                  <a:pt x="538" y="5"/>
                </a:lnTo>
                <a:lnTo>
                  <a:pt x="520" y="6"/>
                </a:lnTo>
                <a:lnTo>
                  <a:pt x="502" y="8"/>
                </a:lnTo>
                <a:lnTo>
                  <a:pt x="484" y="11"/>
                </a:lnTo>
                <a:lnTo>
                  <a:pt x="465" y="13"/>
                </a:lnTo>
                <a:lnTo>
                  <a:pt x="447" y="16"/>
                </a:lnTo>
                <a:lnTo>
                  <a:pt x="430" y="20"/>
                </a:lnTo>
                <a:lnTo>
                  <a:pt x="412" y="24"/>
                </a:lnTo>
                <a:lnTo>
                  <a:pt x="394" y="28"/>
                </a:lnTo>
                <a:lnTo>
                  <a:pt x="377" y="33"/>
                </a:lnTo>
                <a:lnTo>
                  <a:pt x="360" y="38"/>
                </a:lnTo>
                <a:lnTo>
                  <a:pt x="343" y="43"/>
                </a:lnTo>
                <a:lnTo>
                  <a:pt x="326" y="49"/>
                </a:lnTo>
                <a:lnTo>
                  <a:pt x="310" y="55"/>
                </a:lnTo>
                <a:lnTo>
                  <a:pt x="294" y="62"/>
                </a:lnTo>
                <a:lnTo>
                  <a:pt x="278" y="69"/>
                </a:lnTo>
                <a:lnTo>
                  <a:pt x="263" y="76"/>
                </a:lnTo>
                <a:lnTo>
                  <a:pt x="247" y="84"/>
                </a:lnTo>
                <a:lnTo>
                  <a:pt x="233" y="92"/>
                </a:lnTo>
                <a:lnTo>
                  <a:pt x="218" y="100"/>
                </a:lnTo>
                <a:lnTo>
                  <a:pt x="204" y="109"/>
                </a:lnTo>
                <a:lnTo>
                  <a:pt x="190" y="117"/>
                </a:lnTo>
                <a:lnTo>
                  <a:pt x="177" y="127"/>
                </a:lnTo>
                <a:lnTo>
                  <a:pt x="164" y="136"/>
                </a:lnTo>
                <a:lnTo>
                  <a:pt x="152" y="146"/>
                </a:lnTo>
                <a:lnTo>
                  <a:pt x="140" y="156"/>
                </a:lnTo>
                <a:lnTo>
                  <a:pt x="127" y="166"/>
                </a:lnTo>
                <a:lnTo>
                  <a:pt x="116" y="177"/>
                </a:lnTo>
                <a:lnTo>
                  <a:pt x="105" y="188"/>
                </a:lnTo>
                <a:lnTo>
                  <a:pt x="95" y="199"/>
                </a:lnTo>
                <a:lnTo>
                  <a:pt x="86" y="210"/>
                </a:lnTo>
                <a:lnTo>
                  <a:pt x="76" y="222"/>
                </a:lnTo>
                <a:lnTo>
                  <a:pt x="68" y="234"/>
                </a:lnTo>
                <a:lnTo>
                  <a:pt x="60" y="246"/>
                </a:lnTo>
                <a:lnTo>
                  <a:pt x="52" y="258"/>
                </a:lnTo>
                <a:lnTo>
                  <a:pt x="45" y="270"/>
                </a:lnTo>
                <a:lnTo>
                  <a:pt x="38" y="282"/>
                </a:lnTo>
                <a:lnTo>
                  <a:pt x="32" y="295"/>
                </a:lnTo>
                <a:lnTo>
                  <a:pt x="27" y="307"/>
                </a:lnTo>
                <a:lnTo>
                  <a:pt x="22" y="320"/>
                </a:lnTo>
                <a:lnTo>
                  <a:pt x="18" y="334"/>
                </a:lnTo>
                <a:lnTo>
                  <a:pt x="14" y="347"/>
                </a:lnTo>
                <a:lnTo>
                  <a:pt x="11" y="360"/>
                </a:lnTo>
                <a:lnTo>
                  <a:pt x="8" y="373"/>
                </a:lnTo>
                <a:lnTo>
                  <a:pt x="6" y="387"/>
                </a:lnTo>
                <a:lnTo>
                  <a:pt x="5" y="400"/>
                </a:lnTo>
                <a:lnTo>
                  <a:pt x="4" y="413"/>
                </a:lnTo>
                <a:lnTo>
                  <a:pt x="4" y="426"/>
                </a:lnTo>
                <a:lnTo>
                  <a:pt x="4" y="440"/>
                </a:lnTo>
                <a:lnTo>
                  <a:pt x="5" y="453"/>
                </a:lnTo>
                <a:lnTo>
                  <a:pt x="6" y="466"/>
                </a:lnTo>
                <a:lnTo>
                  <a:pt x="8" y="479"/>
                </a:lnTo>
                <a:lnTo>
                  <a:pt x="11" y="492"/>
                </a:lnTo>
                <a:lnTo>
                  <a:pt x="14" y="505"/>
                </a:lnTo>
                <a:lnTo>
                  <a:pt x="18" y="518"/>
                </a:lnTo>
                <a:lnTo>
                  <a:pt x="22" y="531"/>
                </a:lnTo>
                <a:lnTo>
                  <a:pt x="27" y="544"/>
                </a:lnTo>
                <a:lnTo>
                  <a:pt x="32" y="557"/>
                </a:lnTo>
                <a:lnTo>
                  <a:pt x="38" y="569"/>
                </a:lnTo>
                <a:lnTo>
                  <a:pt x="45" y="582"/>
                </a:lnTo>
                <a:lnTo>
                  <a:pt x="52" y="594"/>
                </a:lnTo>
                <a:lnTo>
                  <a:pt x="60" y="606"/>
                </a:lnTo>
                <a:lnTo>
                  <a:pt x="68" y="618"/>
                </a:lnTo>
                <a:lnTo>
                  <a:pt x="76" y="630"/>
                </a:lnTo>
                <a:lnTo>
                  <a:pt x="86" y="641"/>
                </a:lnTo>
                <a:lnTo>
                  <a:pt x="95" y="653"/>
                </a:lnTo>
                <a:lnTo>
                  <a:pt x="105" y="664"/>
                </a:lnTo>
                <a:lnTo>
                  <a:pt x="116" y="675"/>
                </a:lnTo>
                <a:lnTo>
                  <a:pt x="127" y="685"/>
                </a:lnTo>
                <a:lnTo>
                  <a:pt x="140" y="695"/>
                </a:lnTo>
                <a:lnTo>
                  <a:pt x="152" y="706"/>
                </a:lnTo>
                <a:lnTo>
                  <a:pt x="164" y="715"/>
                </a:lnTo>
                <a:lnTo>
                  <a:pt x="177" y="725"/>
                </a:lnTo>
                <a:lnTo>
                  <a:pt x="190" y="734"/>
                </a:lnTo>
                <a:lnTo>
                  <a:pt x="204" y="743"/>
                </a:lnTo>
                <a:lnTo>
                  <a:pt x="218" y="752"/>
                </a:lnTo>
                <a:lnTo>
                  <a:pt x="233" y="760"/>
                </a:lnTo>
                <a:lnTo>
                  <a:pt x="247" y="768"/>
                </a:lnTo>
                <a:lnTo>
                  <a:pt x="263" y="776"/>
                </a:lnTo>
                <a:lnTo>
                  <a:pt x="278" y="783"/>
                </a:lnTo>
                <a:lnTo>
                  <a:pt x="294" y="790"/>
                </a:lnTo>
                <a:lnTo>
                  <a:pt x="310" y="796"/>
                </a:lnTo>
                <a:lnTo>
                  <a:pt x="326" y="803"/>
                </a:lnTo>
                <a:lnTo>
                  <a:pt x="343" y="808"/>
                </a:lnTo>
                <a:lnTo>
                  <a:pt x="360" y="814"/>
                </a:lnTo>
                <a:lnTo>
                  <a:pt x="377" y="819"/>
                </a:lnTo>
                <a:lnTo>
                  <a:pt x="394" y="824"/>
                </a:lnTo>
                <a:lnTo>
                  <a:pt x="412" y="828"/>
                </a:lnTo>
                <a:lnTo>
                  <a:pt x="430" y="832"/>
                </a:lnTo>
                <a:lnTo>
                  <a:pt x="447" y="835"/>
                </a:lnTo>
                <a:lnTo>
                  <a:pt x="465" y="838"/>
                </a:lnTo>
                <a:lnTo>
                  <a:pt x="484" y="841"/>
                </a:lnTo>
                <a:lnTo>
                  <a:pt x="502" y="843"/>
                </a:lnTo>
                <a:lnTo>
                  <a:pt x="520" y="845"/>
                </a:lnTo>
                <a:lnTo>
                  <a:pt x="538" y="847"/>
                </a:lnTo>
                <a:lnTo>
                  <a:pt x="557" y="848"/>
                </a:lnTo>
                <a:lnTo>
                  <a:pt x="575" y="848"/>
                </a:lnTo>
                <a:lnTo>
                  <a:pt x="594" y="849"/>
                </a:lnTo>
                <a:lnTo>
                  <a:pt x="612" y="848"/>
                </a:lnTo>
                <a:lnTo>
                  <a:pt x="631" y="848"/>
                </a:lnTo>
                <a:lnTo>
                  <a:pt x="649" y="847"/>
                </a:lnTo>
                <a:lnTo>
                  <a:pt x="668" y="845"/>
                </a:lnTo>
                <a:lnTo>
                  <a:pt x="686" y="843"/>
                </a:lnTo>
                <a:lnTo>
                  <a:pt x="704" y="841"/>
                </a:lnTo>
                <a:lnTo>
                  <a:pt x="723" y="838"/>
                </a:lnTo>
                <a:lnTo>
                  <a:pt x="741" y="835"/>
                </a:lnTo>
                <a:lnTo>
                  <a:pt x="758" y="832"/>
                </a:lnTo>
                <a:lnTo>
                  <a:pt x="776" y="828"/>
                </a:lnTo>
                <a:lnTo>
                  <a:pt x="794" y="824"/>
                </a:lnTo>
                <a:lnTo>
                  <a:pt x="811" y="819"/>
                </a:lnTo>
                <a:lnTo>
                  <a:pt x="828" y="814"/>
                </a:lnTo>
                <a:lnTo>
                  <a:pt x="845" y="808"/>
                </a:lnTo>
                <a:lnTo>
                  <a:pt x="862" y="803"/>
                </a:lnTo>
                <a:lnTo>
                  <a:pt x="878" y="796"/>
                </a:lnTo>
                <a:lnTo>
                  <a:pt x="894" y="790"/>
                </a:lnTo>
                <a:lnTo>
                  <a:pt x="910" y="783"/>
                </a:lnTo>
                <a:lnTo>
                  <a:pt x="925" y="776"/>
                </a:lnTo>
                <a:lnTo>
                  <a:pt x="940" y="768"/>
                </a:lnTo>
                <a:lnTo>
                  <a:pt x="955" y="760"/>
                </a:lnTo>
                <a:lnTo>
                  <a:pt x="970" y="752"/>
                </a:lnTo>
                <a:lnTo>
                  <a:pt x="984" y="743"/>
                </a:lnTo>
                <a:lnTo>
                  <a:pt x="997" y="734"/>
                </a:lnTo>
                <a:lnTo>
                  <a:pt x="1011" y="725"/>
                </a:lnTo>
                <a:lnTo>
                  <a:pt x="1024" y="715"/>
                </a:lnTo>
                <a:lnTo>
                  <a:pt x="1036" y="706"/>
                </a:lnTo>
                <a:lnTo>
                  <a:pt x="1048" y="695"/>
                </a:lnTo>
                <a:lnTo>
                  <a:pt x="1060" y="685"/>
                </a:lnTo>
                <a:lnTo>
                  <a:pt x="1071" y="675"/>
                </a:lnTo>
                <a:lnTo>
                  <a:pt x="1081" y="664"/>
                </a:lnTo>
                <a:lnTo>
                  <a:pt x="1092" y="653"/>
                </a:lnTo>
                <a:lnTo>
                  <a:pt x="1101" y="641"/>
                </a:lnTo>
                <a:lnTo>
                  <a:pt x="1110" y="630"/>
                </a:lnTo>
                <a:lnTo>
                  <a:pt x="1119" y="618"/>
                </a:lnTo>
                <a:lnTo>
                  <a:pt x="1127" y="606"/>
                </a:lnTo>
                <a:lnTo>
                  <a:pt x="1135" y="594"/>
                </a:lnTo>
                <a:lnTo>
                  <a:pt x="1142" y="582"/>
                </a:lnTo>
                <a:lnTo>
                  <a:pt x="1149" y="569"/>
                </a:lnTo>
                <a:lnTo>
                  <a:pt x="1155" y="557"/>
                </a:lnTo>
                <a:lnTo>
                  <a:pt x="1160" y="544"/>
                </a:lnTo>
                <a:lnTo>
                  <a:pt x="1165" y="531"/>
                </a:lnTo>
                <a:lnTo>
                  <a:pt x="1169" y="518"/>
                </a:lnTo>
                <a:lnTo>
                  <a:pt x="1173" y="505"/>
                </a:lnTo>
                <a:lnTo>
                  <a:pt x="1176" y="492"/>
                </a:lnTo>
                <a:lnTo>
                  <a:pt x="1179" y="479"/>
                </a:lnTo>
                <a:lnTo>
                  <a:pt x="1181" y="466"/>
                </a:lnTo>
                <a:lnTo>
                  <a:pt x="1182" y="453"/>
                </a:lnTo>
                <a:lnTo>
                  <a:pt x="1183" y="440"/>
                </a:lnTo>
                <a:lnTo>
                  <a:pt x="1183" y="426"/>
                </a:lnTo>
                <a:moveTo>
                  <a:pt x="1187" y="426"/>
                </a:moveTo>
                <a:lnTo>
                  <a:pt x="1187" y="440"/>
                </a:lnTo>
                <a:lnTo>
                  <a:pt x="1186" y="453"/>
                </a:lnTo>
                <a:lnTo>
                  <a:pt x="1185" y="466"/>
                </a:lnTo>
                <a:lnTo>
                  <a:pt x="1183" y="480"/>
                </a:lnTo>
                <a:lnTo>
                  <a:pt x="1180" y="493"/>
                </a:lnTo>
                <a:lnTo>
                  <a:pt x="1177" y="506"/>
                </a:lnTo>
                <a:lnTo>
                  <a:pt x="1173" y="519"/>
                </a:lnTo>
                <a:lnTo>
                  <a:pt x="1169" y="532"/>
                </a:lnTo>
                <a:lnTo>
                  <a:pt x="1164" y="545"/>
                </a:lnTo>
                <a:lnTo>
                  <a:pt x="1158" y="558"/>
                </a:lnTo>
                <a:lnTo>
                  <a:pt x="1152" y="570"/>
                </a:lnTo>
                <a:lnTo>
                  <a:pt x="1146" y="583"/>
                </a:lnTo>
                <a:lnTo>
                  <a:pt x="1138" y="595"/>
                </a:lnTo>
                <a:lnTo>
                  <a:pt x="1131" y="607"/>
                </a:lnTo>
                <a:lnTo>
                  <a:pt x="1123" y="619"/>
                </a:lnTo>
                <a:lnTo>
                  <a:pt x="1114" y="631"/>
                </a:lnTo>
                <a:lnTo>
                  <a:pt x="1105" y="643"/>
                </a:lnTo>
                <a:lnTo>
                  <a:pt x="1095" y="654"/>
                </a:lnTo>
                <a:lnTo>
                  <a:pt x="1085" y="665"/>
                </a:lnTo>
                <a:lnTo>
                  <a:pt x="1074" y="676"/>
                </a:lnTo>
                <a:lnTo>
                  <a:pt x="1063" y="687"/>
                </a:lnTo>
                <a:lnTo>
                  <a:pt x="1051" y="697"/>
                </a:lnTo>
                <a:lnTo>
                  <a:pt x="1039" y="707"/>
                </a:lnTo>
                <a:lnTo>
                  <a:pt x="1026" y="717"/>
                </a:lnTo>
                <a:lnTo>
                  <a:pt x="1013" y="727"/>
                </a:lnTo>
                <a:lnTo>
                  <a:pt x="1000" y="736"/>
                </a:lnTo>
                <a:lnTo>
                  <a:pt x="986" y="745"/>
                </a:lnTo>
                <a:lnTo>
                  <a:pt x="972" y="754"/>
                </a:lnTo>
                <a:lnTo>
                  <a:pt x="958" y="762"/>
                </a:lnTo>
                <a:lnTo>
                  <a:pt x="943" y="770"/>
                </a:lnTo>
                <a:lnTo>
                  <a:pt x="927" y="778"/>
                </a:lnTo>
                <a:lnTo>
                  <a:pt x="912" y="785"/>
                </a:lnTo>
                <a:lnTo>
                  <a:pt x="896" y="792"/>
                </a:lnTo>
                <a:lnTo>
                  <a:pt x="880" y="799"/>
                </a:lnTo>
                <a:lnTo>
                  <a:pt x="863" y="805"/>
                </a:lnTo>
                <a:lnTo>
                  <a:pt x="847" y="811"/>
                </a:lnTo>
                <a:lnTo>
                  <a:pt x="830" y="816"/>
                </a:lnTo>
                <a:lnTo>
                  <a:pt x="812" y="822"/>
                </a:lnTo>
                <a:lnTo>
                  <a:pt x="795" y="826"/>
                </a:lnTo>
                <a:lnTo>
                  <a:pt x="777" y="831"/>
                </a:lnTo>
                <a:lnTo>
                  <a:pt x="759" y="834"/>
                </a:lnTo>
                <a:lnTo>
                  <a:pt x="741" y="838"/>
                </a:lnTo>
                <a:lnTo>
                  <a:pt x="723" y="841"/>
                </a:lnTo>
                <a:lnTo>
                  <a:pt x="705" y="844"/>
                </a:lnTo>
                <a:lnTo>
                  <a:pt x="687" y="846"/>
                </a:lnTo>
                <a:lnTo>
                  <a:pt x="668" y="848"/>
                </a:lnTo>
                <a:lnTo>
                  <a:pt x="650" y="849"/>
                </a:lnTo>
                <a:lnTo>
                  <a:pt x="631" y="851"/>
                </a:lnTo>
                <a:lnTo>
                  <a:pt x="613" y="851"/>
                </a:lnTo>
                <a:lnTo>
                  <a:pt x="594" y="851"/>
                </a:lnTo>
                <a:lnTo>
                  <a:pt x="575" y="851"/>
                </a:lnTo>
                <a:lnTo>
                  <a:pt x="557" y="851"/>
                </a:lnTo>
                <a:lnTo>
                  <a:pt x="538" y="849"/>
                </a:lnTo>
                <a:lnTo>
                  <a:pt x="520" y="848"/>
                </a:lnTo>
                <a:lnTo>
                  <a:pt x="501" y="846"/>
                </a:lnTo>
                <a:lnTo>
                  <a:pt x="483" y="844"/>
                </a:lnTo>
                <a:lnTo>
                  <a:pt x="465" y="841"/>
                </a:lnTo>
                <a:lnTo>
                  <a:pt x="446" y="838"/>
                </a:lnTo>
                <a:lnTo>
                  <a:pt x="428" y="834"/>
                </a:lnTo>
                <a:lnTo>
                  <a:pt x="411" y="831"/>
                </a:lnTo>
                <a:lnTo>
                  <a:pt x="393" y="826"/>
                </a:lnTo>
                <a:lnTo>
                  <a:pt x="376" y="822"/>
                </a:lnTo>
                <a:lnTo>
                  <a:pt x="358" y="816"/>
                </a:lnTo>
                <a:lnTo>
                  <a:pt x="341" y="811"/>
                </a:lnTo>
                <a:lnTo>
                  <a:pt x="325" y="805"/>
                </a:lnTo>
                <a:lnTo>
                  <a:pt x="308" y="799"/>
                </a:lnTo>
                <a:lnTo>
                  <a:pt x="292" y="792"/>
                </a:lnTo>
                <a:lnTo>
                  <a:pt x="276" y="785"/>
                </a:lnTo>
                <a:lnTo>
                  <a:pt x="260" y="778"/>
                </a:lnTo>
                <a:lnTo>
                  <a:pt x="245" y="770"/>
                </a:lnTo>
                <a:lnTo>
                  <a:pt x="230" y="762"/>
                </a:lnTo>
                <a:lnTo>
                  <a:pt x="216" y="754"/>
                </a:lnTo>
                <a:lnTo>
                  <a:pt x="202" y="745"/>
                </a:lnTo>
                <a:lnTo>
                  <a:pt x="188" y="736"/>
                </a:lnTo>
                <a:lnTo>
                  <a:pt x="174" y="727"/>
                </a:lnTo>
                <a:lnTo>
                  <a:pt x="161" y="717"/>
                </a:lnTo>
                <a:lnTo>
                  <a:pt x="149" y="707"/>
                </a:lnTo>
                <a:lnTo>
                  <a:pt x="136" y="697"/>
                </a:lnTo>
                <a:lnTo>
                  <a:pt x="124" y="687"/>
                </a:lnTo>
                <a:lnTo>
                  <a:pt x="113" y="676"/>
                </a:lnTo>
                <a:lnTo>
                  <a:pt x="102" y="665"/>
                </a:lnTo>
                <a:lnTo>
                  <a:pt x="92" y="654"/>
                </a:lnTo>
                <a:lnTo>
                  <a:pt x="82" y="643"/>
                </a:lnTo>
                <a:lnTo>
                  <a:pt x="73" y="631"/>
                </a:lnTo>
                <a:lnTo>
                  <a:pt x="64" y="619"/>
                </a:lnTo>
                <a:lnTo>
                  <a:pt x="56" y="607"/>
                </a:lnTo>
                <a:lnTo>
                  <a:pt x="48" y="595"/>
                </a:lnTo>
                <a:lnTo>
                  <a:pt x="41" y="583"/>
                </a:lnTo>
                <a:lnTo>
                  <a:pt x="35" y="570"/>
                </a:lnTo>
                <a:lnTo>
                  <a:pt x="29" y="558"/>
                </a:lnTo>
                <a:lnTo>
                  <a:pt x="23" y="545"/>
                </a:lnTo>
                <a:lnTo>
                  <a:pt x="18" y="532"/>
                </a:lnTo>
                <a:lnTo>
                  <a:pt x="14" y="519"/>
                </a:lnTo>
                <a:lnTo>
                  <a:pt x="10" y="506"/>
                </a:lnTo>
                <a:lnTo>
                  <a:pt x="7" y="493"/>
                </a:lnTo>
                <a:lnTo>
                  <a:pt x="4" y="480"/>
                </a:lnTo>
                <a:lnTo>
                  <a:pt x="2" y="466"/>
                </a:lnTo>
                <a:lnTo>
                  <a:pt x="1" y="453"/>
                </a:lnTo>
                <a:lnTo>
                  <a:pt x="0" y="440"/>
                </a:lnTo>
                <a:lnTo>
                  <a:pt x="0" y="426"/>
                </a:lnTo>
                <a:lnTo>
                  <a:pt x="0" y="413"/>
                </a:lnTo>
                <a:lnTo>
                  <a:pt x="1" y="400"/>
                </a:lnTo>
                <a:lnTo>
                  <a:pt x="2" y="386"/>
                </a:lnTo>
                <a:lnTo>
                  <a:pt x="4" y="373"/>
                </a:lnTo>
                <a:lnTo>
                  <a:pt x="7" y="360"/>
                </a:lnTo>
                <a:lnTo>
                  <a:pt x="10" y="347"/>
                </a:lnTo>
                <a:lnTo>
                  <a:pt x="14" y="334"/>
                </a:lnTo>
                <a:lnTo>
                  <a:pt x="18" y="320"/>
                </a:lnTo>
                <a:lnTo>
                  <a:pt x="23" y="307"/>
                </a:lnTo>
                <a:lnTo>
                  <a:pt x="29" y="294"/>
                </a:lnTo>
                <a:lnTo>
                  <a:pt x="35" y="281"/>
                </a:lnTo>
                <a:lnTo>
                  <a:pt x="41" y="269"/>
                </a:lnTo>
                <a:lnTo>
                  <a:pt x="48" y="256"/>
                </a:lnTo>
                <a:lnTo>
                  <a:pt x="56" y="244"/>
                </a:lnTo>
                <a:lnTo>
                  <a:pt x="64" y="232"/>
                </a:lnTo>
                <a:lnTo>
                  <a:pt x="73" y="221"/>
                </a:lnTo>
                <a:lnTo>
                  <a:pt x="82" y="209"/>
                </a:lnTo>
                <a:lnTo>
                  <a:pt x="92" y="198"/>
                </a:lnTo>
                <a:lnTo>
                  <a:pt x="102" y="186"/>
                </a:lnTo>
                <a:lnTo>
                  <a:pt x="113" y="175"/>
                </a:lnTo>
                <a:lnTo>
                  <a:pt x="124" y="165"/>
                </a:lnTo>
                <a:lnTo>
                  <a:pt x="136" y="154"/>
                </a:lnTo>
                <a:lnTo>
                  <a:pt x="149" y="144"/>
                </a:lnTo>
                <a:lnTo>
                  <a:pt x="161" y="134"/>
                </a:lnTo>
                <a:lnTo>
                  <a:pt x="174" y="125"/>
                </a:lnTo>
                <a:lnTo>
                  <a:pt x="188" y="115"/>
                </a:lnTo>
                <a:lnTo>
                  <a:pt x="202" y="106"/>
                </a:lnTo>
                <a:lnTo>
                  <a:pt x="216" y="98"/>
                </a:lnTo>
                <a:lnTo>
                  <a:pt x="230" y="89"/>
                </a:lnTo>
                <a:lnTo>
                  <a:pt x="245" y="81"/>
                </a:lnTo>
                <a:lnTo>
                  <a:pt x="260" y="74"/>
                </a:lnTo>
                <a:lnTo>
                  <a:pt x="276" y="66"/>
                </a:lnTo>
                <a:lnTo>
                  <a:pt x="292" y="59"/>
                </a:lnTo>
                <a:lnTo>
                  <a:pt x="308" y="53"/>
                </a:lnTo>
                <a:lnTo>
                  <a:pt x="325" y="47"/>
                </a:lnTo>
                <a:lnTo>
                  <a:pt x="341" y="41"/>
                </a:lnTo>
                <a:lnTo>
                  <a:pt x="358" y="35"/>
                </a:lnTo>
                <a:lnTo>
                  <a:pt x="376" y="30"/>
                </a:lnTo>
                <a:lnTo>
                  <a:pt x="393" y="25"/>
                </a:lnTo>
                <a:lnTo>
                  <a:pt x="411" y="21"/>
                </a:lnTo>
                <a:lnTo>
                  <a:pt x="428" y="17"/>
                </a:lnTo>
                <a:lnTo>
                  <a:pt x="446" y="14"/>
                </a:lnTo>
                <a:lnTo>
                  <a:pt x="465" y="10"/>
                </a:lnTo>
                <a:lnTo>
                  <a:pt x="483" y="8"/>
                </a:lnTo>
                <a:lnTo>
                  <a:pt x="501" y="5"/>
                </a:lnTo>
                <a:lnTo>
                  <a:pt x="520" y="4"/>
                </a:lnTo>
                <a:lnTo>
                  <a:pt x="538" y="2"/>
                </a:lnTo>
                <a:lnTo>
                  <a:pt x="557" y="1"/>
                </a:lnTo>
                <a:lnTo>
                  <a:pt x="575" y="0"/>
                </a:lnTo>
                <a:lnTo>
                  <a:pt x="594" y="0"/>
                </a:lnTo>
                <a:lnTo>
                  <a:pt x="613" y="0"/>
                </a:lnTo>
                <a:lnTo>
                  <a:pt x="631" y="1"/>
                </a:lnTo>
                <a:lnTo>
                  <a:pt x="650" y="2"/>
                </a:lnTo>
                <a:lnTo>
                  <a:pt x="668" y="4"/>
                </a:lnTo>
                <a:lnTo>
                  <a:pt x="687" y="5"/>
                </a:lnTo>
                <a:lnTo>
                  <a:pt x="705" y="8"/>
                </a:lnTo>
                <a:lnTo>
                  <a:pt x="723" y="10"/>
                </a:lnTo>
                <a:lnTo>
                  <a:pt x="741" y="14"/>
                </a:lnTo>
                <a:lnTo>
                  <a:pt x="759" y="17"/>
                </a:lnTo>
                <a:lnTo>
                  <a:pt x="777" y="21"/>
                </a:lnTo>
                <a:lnTo>
                  <a:pt x="795" y="25"/>
                </a:lnTo>
                <a:lnTo>
                  <a:pt x="812" y="30"/>
                </a:lnTo>
                <a:lnTo>
                  <a:pt x="830" y="35"/>
                </a:lnTo>
                <a:lnTo>
                  <a:pt x="847" y="41"/>
                </a:lnTo>
                <a:lnTo>
                  <a:pt x="863" y="47"/>
                </a:lnTo>
                <a:lnTo>
                  <a:pt x="880" y="53"/>
                </a:lnTo>
                <a:lnTo>
                  <a:pt x="896" y="59"/>
                </a:lnTo>
                <a:lnTo>
                  <a:pt x="912" y="66"/>
                </a:lnTo>
                <a:lnTo>
                  <a:pt x="927" y="74"/>
                </a:lnTo>
                <a:lnTo>
                  <a:pt x="943" y="81"/>
                </a:lnTo>
                <a:lnTo>
                  <a:pt x="958" y="89"/>
                </a:lnTo>
                <a:lnTo>
                  <a:pt x="972" y="98"/>
                </a:lnTo>
                <a:lnTo>
                  <a:pt x="986" y="106"/>
                </a:lnTo>
                <a:lnTo>
                  <a:pt x="1000" y="115"/>
                </a:lnTo>
                <a:lnTo>
                  <a:pt x="1013" y="125"/>
                </a:lnTo>
                <a:lnTo>
                  <a:pt x="1026" y="134"/>
                </a:lnTo>
                <a:lnTo>
                  <a:pt x="1039" y="144"/>
                </a:lnTo>
                <a:lnTo>
                  <a:pt x="1051" y="154"/>
                </a:lnTo>
                <a:lnTo>
                  <a:pt x="1063" y="165"/>
                </a:lnTo>
                <a:lnTo>
                  <a:pt x="1074" y="175"/>
                </a:lnTo>
                <a:lnTo>
                  <a:pt x="1085" y="186"/>
                </a:lnTo>
                <a:lnTo>
                  <a:pt x="1095" y="198"/>
                </a:lnTo>
                <a:lnTo>
                  <a:pt x="1105" y="209"/>
                </a:lnTo>
                <a:lnTo>
                  <a:pt x="1114" y="221"/>
                </a:lnTo>
                <a:lnTo>
                  <a:pt x="1123" y="232"/>
                </a:lnTo>
                <a:lnTo>
                  <a:pt x="1131" y="244"/>
                </a:lnTo>
                <a:lnTo>
                  <a:pt x="1138" y="256"/>
                </a:lnTo>
                <a:lnTo>
                  <a:pt x="1146" y="269"/>
                </a:lnTo>
                <a:lnTo>
                  <a:pt x="1152" y="281"/>
                </a:lnTo>
                <a:lnTo>
                  <a:pt x="1158" y="294"/>
                </a:lnTo>
                <a:lnTo>
                  <a:pt x="1164" y="307"/>
                </a:lnTo>
                <a:lnTo>
                  <a:pt x="1169" y="320"/>
                </a:lnTo>
                <a:lnTo>
                  <a:pt x="1173" y="334"/>
                </a:lnTo>
                <a:lnTo>
                  <a:pt x="1177" y="347"/>
                </a:lnTo>
                <a:lnTo>
                  <a:pt x="1180" y="360"/>
                </a:lnTo>
                <a:lnTo>
                  <a:pt x="1183" y="373"/>
                </a:lnTo>
                <a:lnTo>
                  <a:pt x="1185" y="386"/>
                </a:lnTo>
                <a:lnTo>
                  <a:pt x="1186" y="400"/>
                </a:lnTo>
                <a:lnTo>
                  <a:pt x="1187" y="413"/>
                </a:lnTo>
                <a:lnTo>
                  <a:pt x="1187" y="426"/>
                </a:lnTo>
                <a:close/>
              </a:path>
            </a:pathLst>
          </a:custGeom>
          <a:solidFill>
            <a:srgbClr val="ffc3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1" name=""/>
          <p:cNvSpPr/>
          <p:nvPr/>
        </p:nvSpPr>
        <p:spPr>
          <a:xfrm>
            <a:off x="7847640" y="2790000"/>
            <a:ext cx="430200" cy="308520"/>
          </a:xfrm>
          <a:custGeom>
            <a:avLst/>
            <a:gdLst/>
            <a:ahLst/>
            <a:rect l="0" t="0" r="r" b="b"/>
            <a:pathLst>
              <a:path w="1195" h="857">
                <a:moveTo>
                  <a:pt x="1191" y="429"/>
                </a:moveTo>
                <a:lnTo>
                  <a:pt x="1191" y="416"/>
                </a:lnTo>
                <a:lnTo>
                  <a:pt x="1190" y="403"/>
                </a:lnTo>
                <a:lnTo>
                  <a:pt x="1189" y="389"/>
                </a:lnTo>
                <a:lnTo>
                  <a:pt x="1187" y="376"/>
                </a:lnTo>
                <a:lnTo>
                  <a:pt x="1184" y="362"/>
                </a:lnTo>
                <a:lnTo>
                  <a:pt x="1181" y="349"/>
                </a:lnTo>
                <a:lnTo>
                  <a:pt x="1177" y="336"/>
                </a:lnTo>
                <a:lnTo>
                  <a:pt x="1173" y="323"/>
                </a:lnTo>
                <a:lnTo>
                  <a:pt x="1168" y="310"/>
                </a:lnTo>
                <a:lnTo>
                  <a:pt x="1162" y="297"/>
                </a:lnTo>
                <a:lnTo>
                  <a:pt x="1156" y="284"/>
                </a:lnTo>
                <a:lnTo>
                  <a:pt x="1150" y="272"/>
                </a:lnTo>
                <a:lnTo>
                  <a:pt x="1142" y="259"/>
                </a:lnTo>
                <a:lnTo>
                  <a:pt x="1135" y="247"/>
                </a:lnTo>
                <a:lnTo>
                  <a:pt x="1127" y="235"/>
                </a:lnTo>
                <a:lnTo>
                  <a:pt x="1118" y="224"/>
                </a:lnTo>
                <a:lnTo>
                  <a:pt x="1109" y="212"/>
                </a:lnTo>
                <a:lnTo>
                  <a:pt x="1099" y="201"/>
                </a:lnTo>
                <a:lnTo>
                  <a:pt x="1089" y="189"/>
                </a:lnTo>
                <a:lnTo>
                  <a:pt x="1078" y="178"/>
                </a:lnTo>
                <a:lnTo>
                  <a:pt x="1067" y="168"/>
                </a:lnTo>
                <a:lnTo>
                  <a:pt x="1055" y="157"/>
                </a:lnTo>
                <a:lnTo>
                  <a:pt x="1043" y="147"/>
                </a:lnTo>
                <a:lnTo>
                  <a:pt x="1030" y="137"/>
                </a:lnTo>
                <a:lnTo>
                  <a:pt x="1017" y="128"/>
                </a:lnTo>
                <a:lnTo>
                  <a:pt x="1004" y="118"/>
                </a:lnTo>
                <a:lnTo>
                  <a:pt x="990" y="109"/>
                </a:lnTo>
                <a:lnTo>
                  <a:pt x="976" y="101"/>
                </a:lnTo>
                <a:lnTo>
                  <a:pt x="962" y="92"/>
                </a:lnTo>
                <a:lnTo>
                  <a:pt x="947" y="84"/>
                </a:lnTo>
                <a:lnTo>
                  <a:pt x="931" y="77"/>
                </a:lnTo>
                <a:lnTo>
                  <a:pt x="916" y="69"/>
                </a:lnTo>
                <a:lnTo>
                  <a:pt x="900" y="62"/>
                </a:lnTo>
                <a:lnTo>
                  <a:pt x="884" y="56"/>
                </a:lnTo>
                <a:lnTo>
                  <a:pt x="867" y="50"/>
                </a:lnTo>
                <a:lnTo>
                  <a:pt x="851" y="44"/>
                </a:lnTo>
                <a:lnTo>
                  <a:pt x="834" y="38"/>
                </a:lnTo>
                <a:lnTo>
                  <a:pt x="816" y="33"/>
                </a:lnTo>
                <a:lnTo>
                  <a:pt x="799" y="28"/>
                </a:lnTo>
                <a:lnTo>
                  <a:pt x="781" y="24"/>
                </a:lnTo>
                <a:lnTo>
                  <a:pt x="763" y="20"/>
                </a:lnTo>
                <a:lnTo>
                  <a:pt x="745" y="17"/>
                </a:lnTo>
                <a:lnTo>
                  <a:pt x="727" y="13"/>
                </a:lnTo>
                <a:lnTo>
                  <a:pt x="709" y="11"/>
                </a:lnTo>
                <a:lnTo>
                  <a:pt x="691" y="8"/>
                </a:lnTo>
                <a:lnTo>
                  <a:pt x="672" y="7"/>
                </a:lnTo>
                <a:lnTo>
                  <a:pt x="654" y="5"/>
                </a:lnTo>
                <a:lnTo>
                  <a:pt x="635" y="4"/>
                </a:lnTo>
                <a:lnTo>
                  <a:pt x="617" y="3"/>
                </a:lnTo>
                <a:lnTo>
                  <a:pt x="598" y="3"/>
                </a:lnTo>
                <a:lnTo>
                  <a:pt x="579" y="3"/>
                </a:lnTo>
                <a:lnTo>
                  <a:pt x="561" y="4"/>
                </a:lnTo>
                <a:lnTo>
                  <a:pt x="542" y="5"/>
                </a:lnTo>
                <a:lnTo>
                  <a:pt x="524" y="7"/>
                </a:lnTo>
                <a:lnTo>
                  <a:pt x="505" y="8"/>
                </a:lnTo>
                <a:lnTo>
                  <a:pt x="487" y="11"/>
                </a:lnTo>
                <a:lnTo>
                  <a:pt x="469" y="13"/>
                </a:lnTo>
                <a:lnTo>
                  <a:pt x="450" y="17"/>
                </a:lnTo>
                <a:lnTo>
                  <a:pt x="432" y="20"/>
                </a:lnTo>
                <a:lnTo>
                  <a:pt x="415" y="24"/>
                </a:lnTo>
                <a:lnTo>
                  <a:pt x="397" y="28"/>
                </a:lnTo>
                <a:lnTo>
                  <a:pt x="380" y="33"/>
                </a:lnTo>
                <a:lnTo>
                  <a:pt x="362" y="38"/>
                </a:lnTo>
                <a:lnTo>
                  <a:pt x="345" y="44"/>
                </a:lnTo>
                <a:lnTo>
                  <a:pt x="329" y="50"/>
                </a:lnTo>
                <a:lnTo>
                  <a:pt x="312" y="56"/>
                </a:lnTo>
                <a:lnTo>
                  <a:pt x="296" y="62"/>
                </a:lnTo>
                <a:lnTo>
                  <a:pt x="279" y="69"/>
                </a:lnTo>
                <a:lnTo>
                  <a:pt x="263" y="77"/>
                </a:lnTo>
                <a:lnTo>
                  <a:pt x="248" y="84"/>
                </a:lnTo>
                <a:lnTo>
                  <a:pt x="233" y="92"/>
                </a:lnTo>
                <a:lnTo>
                  <a:pt x="219" y="101"/>
                </a:lnTo>
                <a:lnTo>
                  <a:pt x="205" y="109"/>
                </a:lnTo>
                <a:lnTo>
                  <a:pt x="191" y="118"/>
                </a:lnTo>
                <a:lnTo>
                  <a:pt x="177" y="128"/>
                </a:lnTo>
                <a:lnTo>
                  <a:pt x="164" y="137"/>
                </a:lnTo>
                <a:lnTo>
                  <a:pt x="152" y="147"/>
                </a:lnTo>
                <a:lnTo>
                  <a:pt x="140" y="157"/>
                </a:lnTo>
                <a:lnTo>
                  <a:pt x="128" y="168"/>
                </a:lnTo>
                <a:lnTo>
                  <a:pt x="117" y="178"/>
                </a:lnTo>
                <a:lnTo>
                  <a:pt x="106" y="189"/>
                </a:lnTo>
                <a:lnTo>
                  <a:pt x="96" y="201"/>
                </a:lnTo>
                <a:lnTo>
                  <a:pt x="86" y="212"/>
                </a:lnTo>
                <a:lnTo>
                  <a:pt x="77" y="224"/>
                </a:lnTo>
                <a:lnTo>
                  <a:pt x="68" y="235"/>
                </a:lnTo>
                <a:lnTo>
                  <a:pt x="60" y="247"/>
                </a:lnTo>
                <a:lnTo>
                  <a:pt x="52" y="259"/>
                </a:lnTo>
                <a:lnTo>
                  <a:pt x="45" y="272"/>
                </a:lnTo>
                <a:lnTo>
                  <a:pt x="39" y="284"/>
                </a:lnTo>
                <a:lnTo>
                  <a:pt x="33" y="297"/>
                </a:lnTo>
                <a:lnTo>
                  <a:pt x="27" y="310"/>
                </a:lnTo>
                <a:lnTo>
                  <a:pt x="22" y="323"/>
                </a:lnTo>
                <a:lnTo>
                  <a:pt x="18" y="336"/>
                </a:lnTo>
                <a:lnTo>
                  <a:pt x="14" y="349"/>
                </a:lnTo>
                <a:lnTo>
                  <a:pt x="11" y="362"/>
                </a:lnTo>
                <a:lnTo>
                  <a:pt x="8" y="376"/>
                </a:lnTo>
                <a:lnTo>
                  <a:pt x="6" y="389"/>
                </a:lnTo>
                <a:lnTo>
                  <a:pt x="5" y="403"/>
                </a:lnTo>
                <a:lnTo>
                  <a:pt x="4" y="416"/>
                </a:lnTo>
                <a:lnTo>
                  <a:pt x="4" y="429"/>
                </a:lnTo>
                <a:lnTo>
                  <a:pt x="4" y="443"/>
                </a:lnTo>
                <a:lnTo>
                  <a:pt x="5" y="456"/>
                </a:lnTo>
                <a:lnTo>
                  <a:pt x="6" y="469"/>
                </a:lnTo>
                <a:lnTo>
                  <a:pt x="8" y="483"/>
                </a:lnTo>
                <a:lnTo>
                  <a:pt x="11" y="496"/>
                </a:lnTo>
                <a:lnTo>
                  <a:pt x="14" y="509"/>
                </a:lnTo>
                <a:lnTo>
                  <a:pt x="18" y="522"/>
                </a:lnTo>
                <a:lnTo>
                  <a:pt x="22" y="535"/>
                </a:lnTo>
                <a:lnTo>
                  <a:pt x="27" y="548"/>
                </a:lnTo>
                <a:lnTo>
                  <a:pt x="33" y="561"/>
                </a:lnTo>
                <a:lnTo>
                  <a:pt x="39" y="573"/>
                </a:lnTo>
                <a:lnTo>
                  <a:pt x="45" y="586"/>
                </a:lnTo>
                <a:lnTo>
                  <a:pt x="52" y="598"/>
                </a:lnTo>
                <a:lnTo>
                  <a:pt x="60" y="610"/>
                </a:lnTo>
                <a:lnTo>
                  <a:pt x="68" y="622"/>
                </a:lnTo>
                <a:lnTo>
                  <a:pt x="77" y="634"/>
                </a:lnTo>
                <a:lnTo>
                  <a:pt x="86" y="646"/>
                </a:lnTo>
                <a:lnTo>
                  <a:pt x="96" y="657"/>
                </a:lnTo>
                <a:lnTo>
                  <a:pt x="106" y="668"/>
                </a:lnTo>
                <a:lnTo>
                  <a:pt x="117" y="679"/>
                </a:lnTo>
                <a:lnTo>
                  <a:pt x="128" y="690"/>
                </a:lnTo>
                <a:lnTo>
                  <a:pt x="140" y="700"/>
                </a:lnTo>
                <a:lnTo>
                  <a:pt x="152" y="710"/>
                </a:lnTo>
                <a:lnTo>
                  <a:pt x="164" y="720"/>
                </a:lnTo>
                <a:lnTo>
                  <a:pt x="177" y="730"/>
                </a:lnTo>
                <a:lnTo>
                  <a:pt x="191" y="739"/>
                </a:lnTo>
                <a:lnTo>
                  <a:pt x="205" y="748"/>
                </a:lnTo>
                <a:lnTo>
                  <a:pt x="219" y="757"/>
                </a:lnTo>
                <a:lnTo>
                  <a:pt x="233" y="765"/>
                </a:lnTo>
                <a:lnTo>
                  <a:pt x="248" y="773"/>
                </a:lnTo>
                <a:lnTo>
                  <a:pt x="263" y="781"/>
                </a:lnTo>
                <a:lnTo>
                  <a:pt x="279" y="788"/>
                </a:lnTo>
                <a:lnTo>
                  <a:pt x="296" y="795"/>
                </a:lnTo>
                <a:lnTo>
                  <a:pt x="312" y="802"/>
                </a:lnTo>
                <a:lnTo>
                  <a:pt x="329" y="808"/>
                </a:lnTo>
                <a:lnTo>
                  <a:pt x="345" y="814"/>
                </a:lnTo>
                <a:lnTo>
                  <a:pt x="362" y="819"/>
                </a:lnTo>
                <a:lnTo>
                  <a:pt x="380" y="825"/>
                </a:lnTo>
                <a:lnTo>
                  <a:pt x="397" y="829"/>
                </a:lnTo>
                <a:lnTo>
                  <a:pt x="415" y="834"/>
                </a:lnTo>
                <a:lnTo>
                  <a:pt x="432" y="837"/>
                </a:lnTo>
                <a:lnTo>
                  <a:pt x="450" y="841"/>
                </a:lnTo>
                <a:lnTo>
                  <a:pt x="469" y="844"/>
                </a:lnTo>
                <a:lnTo>
                  <a:pt x="487" y="847"/>
                </a:lnTo>
                <a:lnTo>
                  <a:pt x="505" y="849"/>
                </a:lnTo>
                <a:lnTo>
                  <a:pt x="524" y="851"/>
                </a:lnTo>
                <a:lnTo>
                  <a:pt x="542" y="852"/>
                </a:lnTo>
                <a:lnTo>
                  <a:pt x="561" y="854"/>
                </a:lnTo>
                <a:lnTo>
                  <a:pt x="579" y="854"/>
                </a:lnTo>
                <a:lnTo>
                  <a:pt x="598" y="854"/>
                </a:lnTo>
                <a:lnTo>
                  <a:pt x="617" y="854"/>
                </a:lnTo>
                <a:lnTo>
                  <a:pt x="635" y="854"/>
                </a:lnTo>
                <a:lnTo>
                  <a:pt x="654" y="852"/>
                </a:lnTo>
                <a:lnTo>
                  <a:pt x="672" y="851"/>
                </a:lnTo>
                <a:lnTo>
                  <a:pt x="691" y="849"/>
                </a:lnTo>
                <a:lnTo>
                  <a:pt x="709" y="847"/>
                </a:lnTo>
                <a:lnTo>
                  <a:pt x="727" y="844"/>
                </a:lnTo>
                <a:lnTo>
                  <a:pt x="745" y="841"/>
                </a:lnTo>
                <a:lnTo>
                  <a:pt x="763" y="837"/>
                </a:lnTo>
                <a:lnTo>
                  <a:pt x="781" y="834"/>
                </a:lnTo>
                <a:lnTo>
                  <a:pt x="799" y="829"/>
                </a:lnTo>
                <a:lnTo>
                  <a:pt x="816" y="825"/>
                </a:lnTo>
                <a:lnTo>
                  <a:pt x="834" y="819"/>
                </a:lnTo>
                <a:lnTo>
                  <a:pt x="851" y="814"/>
                </a:lnTo>
                <a:lnTo>
                  <a:pt x="867" y="808"/>
                </a:lnTo>
                <a:lnTo>
                  <a:pt x="884" y="802"/>
                </a:lnTo>
                <a:lnTo>
                  <a:pt x="900" y="795"/>
                </a:lnTo>
                <a:lnTo>
                  <a:pt x="916" y="788"/>
                </a:lnTo>
                <a:lnTo>
                  <a:pt x="931" y="781"/>
                </a:lnTo>
                <a:lnTo>
                  <a:pt x="947" y="773"/>
                </a:lnTo>
                <a:lnTo>
                  <a:pt x="962" y="765"/>
                </a:lnTo>
                <a:lnTo>
                  <a:pt x="976" y="757"/>
                </a:lnTo>
                <a:lnTo>
                  <a:pt x="990" y="748"/>
                </a:lnTo>
                <a:lnTo>
                  <a:pt x="1004" y="739"/>
                </a:lnTo>
                <a:lnTo>
                  <a:pt x="1017" y="730"/>
                </a:lnTo>
                <a:lnTo>
                  <a:pt x="1030" y="720"/>
                </a:lnTo>
                <a:lnTo>
                  <a:pt x="1043" y="710"/>
                </a:lnTo>
                <a:lnTo>
                  <a:pt x="1055" y="700"/>
                </a:lnTo>
                <a:lnTo>
                  <a:pt x="1067" y="690"/>
                </a:lnTo>
                <a:lnTo>
                  <a:pt x="1078" y="679"/>
                </a:lnTo>
                <a:lnTo>
                  <a:pt x="1089" y="668"/>
                </a:lnTo>
                <a:lnTo>
                  <a:pt x="1099" y="657"/>
                </a:lnTo>
                <a:lnTo>
                  <a:pt x="1109" y="646"/>
                </a:lnTo>
                <a:lnTo>
                  <a:pt x="1118" y="634"/>
                </a:lnTo>
                <a:lnTo>
                  <a:pt x="1127" y="622"/>
                </a:lnTo>
                <a:lnTo>
                  <a:pt x="1135" y="610"/>
                </a:lnTo>
                <a:lnTo>
                  <a:pt x="1142" y="598"/>
                </a:lnTo>
                <a:lnTo>
                  <a:pt x="1150" y="586"/>
                </a:lnTo>
                <a:lnTo>
                  <a:pt x="1156" y="573"/>
                </a:lnTo>
                <a:lnTo>
                  <a:pt x="1162" y="561"/>
                </a:lnTo>
                <a:lnTo>
                  <a:pt x="1168" y="548"/>
                </a:lnTo>
                <a:lnTo>
                  <a:pt x="1173" y="535"/>
                </a:lnTo>
                <a:lnTo>
                  <a:pt x="1177" y="522"/>
                </a:lnTo>
                <a:lnTo>
                  <a:pt x="1181" y="509"/>
                </a:lnTo>
                <a:lnTo>
                  <a:pt x="1184" y="496"/>
                </a:lnTo>
                <a:lnTo>
                  <a:pt x="1187" y="483"/>
                </a:lnTo>
                <a:lnTo>
                  <a:pt x="1189" y="469"/>
                </a:lnTo>
                <a:lnTo>
                  <a:pt x="1190" y="456"/>
                </a:lnTo>
                <a:lnTo>
                  <a:pt x="1191" y="443"/>
                </a:lnTo>
                <a:lnTo>
                  <a:pt x="1191" y="429"/>
                </a:lnTo>
                <a:moveTo>
                  <a:pt x="1195" y="429"/>
                </a:moveTo>
                <a:lnTo>
                  <a:pt x="1195" y="443"/>
                </a:lnTo>
                <a:lnTo>
                  <a:pt x="1194" y="456"/>
                </a:lnTo>
                <a:lnTo>
                  <a:pt x="1192" y="470"/>
                </a:lnTo>
                <a:lnTo>
                  <a:pt x="1190" y="483"/>
                </a:lnTo>
                <a:lnTo>
                  <a:pt x="1188" y="496"/>
                </a:lnTo>
                <a:lnTo>
                  <a:pt x="1185" y="509"/>
                </a:lnTo>
                <a:lnTo>
                  <a:pt x="1181" y="523"/>
                </a:lnTo>
                <a:lnTo>
                  <a:pt x="1176" y="536"/>
                </a:lnTo>
                <a:lnTo>
                  <a:pt x="1171" y="549"/>
                </a:lnTo>
                <a:lnTo>
                  <a:pt x="1166" y="562"/>
                </a:lnTo>
                <a:lnTo>
                  <a:pt x="1160" y="574"/>
                </a:lnTo>
                <a:lnTo>
                  <a:pt x="1153" y="587"/>
                </a:lnTo>
                <a:lnTo>
                  <a:pt x="1146" y="599"/>
                </a:lnTo>
                <a:lnTo>
                  <a:pt x="1138" y="611"/>
                </a:lnTo>
                <a:lnTo>
                  <a:pt x="1130" y="624"/>
                </a:lnTo>
                <a:lnTo>
                  <a:pt x="1121" y="635"/>
                </a:lnTo>
                <a:lnTo>
                  <a:pt x="1112" y="647"/>
                </a:lnTo>
                <a:lnTo>
                  <a:pt x="1102" y="659"/>
                </a:lnTo>
                <a:lnTo>
                  <a:pt x="1092" y="670"/>
                </a:lnTo>
                <a:lnTo>
                  <a:pt x="1081" y="681"/>
                </a:lnTo>
                <a:lnTo>
                  <a:pt x="1070" y="692"/>
                </a:lnTo>
                <a:lnTo>
                  <a:pt x="1058" y="702"/>
                </a:lnTo>
                <a:lnTo>
                  <a:pt x="1046" y="712"/>
                </a:lnTo>
                <a:lnTo>
                  <a:pt x="1033" y="722"/>
                </a:lnTo>
                <a:lnTo>
                  <a:pt x="1020" y="732"/>
                </a:lnTo>
                <a:lnTo>
                  <a:pt x="1007" y="741"/>
                </a:lnTo>
                <a:lnTo>
                  <a:pt x="993" y="750"/>
                </a:lnTo>
                <a:lnTo>
                  <a:pt x="979" y="759"/>
                </a:lnTo>
                <a:lnTo>
                  <a:pt x="964" y="767"/>
                </a:lnTo>
                <a:lnTo>
                  <a:pt x="949" y="775"/>
                </a:lnTo>
                <a:lnTo>
                  <a:pt x="934" y="783"/>
                </a:lnTo>
                <a:lnTo>
                  <a:pt x="918" y="791"/>
                </a:lnTo>
                <a:lnTo>
                  <a:pt x="902" y="798"/>
                </a:lnTo>
                <a:lnTo>
                  <a:pt x="886" y="804"/>
                </a:lnTo>
                <a:lnTo>
                  <a:pt x="869" y="811"/>
                </a:lnTo>
                <a:lnTo>
                  <a:pt x="852" y="816"/>
                </a:lnTo>
                <a:lnTo>
                  <a:pt x="835" y="822"/>
                </a:lnTo>
                <a:lnTo>
                  <a:pt x="818" y="827"/>
                </a:lnTo>
                <a:lnTo>
                  <a:pt x="800" y="832"/>
                </a:lnTo>
                <a:lnTo>
                  <a:pt x="782" y="836"/>
                </a:lnTo>
                <a:lnTo>
                  <a:pt x="765" y="840"/>
                </a:lnTo>
                <a:lnTo>
                  <a:pt x="746" y="844"/>
                </a:lnTo>
                <a:lnTo>
                  <a:pt x="728" y="847"/>
                </a:lnTo>
                <a:lnTo>
                  <a:pt x="710" y="850"/>
                </a:lnTo>
                <a:lnTo>
                  <a:pt x="691" y="852"/>
                </a:lnTo>
                <a:lnTo>
                  <a:pt x="673" y="854"/>
                </a:lnTo>
                <a:lnTo>
                  <a:pt x="654" y="855"/>
                </a:lnTo>
                <a:lnTo>
                  <a:pt x="635" y="856"/>
                </a:lnTo>
                <a:lnTo>
                  <a:pt x="617" y="857"/>
                </a:lnTo>
                <a:lnTo>
                  <a:pt x="598" y="857"/>
                </a:lnTo>
                <a:lnTo>
                  <a:pt x="579" y="857"/>
                </a:lnTo>
                <a:lnTo>
                  <a:pt x="560" y="856"/>
                </a:lnTo>
                <a:lnTo>
                  <a:pt x="542" y="855"/>
                </a:lnTo>
                <a:lnTo>
                  <a:pt x="523" y="854"/>
                </a:lnTo>
                <a:lnTo>
                  <a:pt x="505" y="852"/>
                </a:lnTo>
                <a:lnTo>
                  <a:pt x="486" y="850"/>
                </a:lnTo>
                <a:lnTo>
                  <a:pt x="468" y="847"/>
                </a:lnTo>
                <a:lnTo>
                  <a:pt x="449" y="844"/>
                </a:lnTo>
                <a:lnTo>
                  <a:pt x="431" y="840"/>
                </a:lnTo>
                <a:lnTo>
                  <a:pt x="413" y="836"/>
                </a:lnTo>
                <a:lnTo>
                  <a:pt x="396" y="832"/>
                </a:lnTo>
                <a:lnTo>
                  <a:pt x="378" y="827"/>
                </a:lnTo>
                <a:lnTo>
                  <a:pt x="361" y="822"/>
                </a:lnTo>
                <a:lnTo>
                  <a:pt x="344" y="816"/>
                </a:lnTo>
                <a:lnTo>
                  <a:pt x="327" y="811"/>
                </a:lnTo>
                <a:lnTo>
                  <a:pt x="310" y="804"/>
                </a:lnTo>
                <a:lnTo>
                  <a:pt x="294" y="798"/>
                </a:lnTo>
                <a:lnTo>
                  <a:pt x="277" y="791"/>
                </a:lnTo>
                <a:lnTo>
                  <a:pt x="261" y="783"/>
                </a:lnTo>
                <a:lnTo>
                  <a:pt x="246" y="775"/>
                </a:lnTo>
                <a:lnTo>
                  <a:pt x="231" y="767"/>
                </a:lnTo>
                <a:lnTo>
                  <a:pt x="216" y="759"/>
                </a:lnTo>
                <a:lnTo>
                  <a:pt x="202" y="750"/>
                </a:lnTo>
                <a:lnTo>
                  <a:pt x="188" y="741"/>
                </a:lnTo>
                <a:lnTo>
                  <a:pt x="175" y="732"/>
                </a:lnTo>
                <a:lnTo>
                  <a:pt x="162" y="722"/>
                </a:lnTo>
                <a:lnTo>
                  <a:pt x="149" y="712"/>
                </a:lnTo>
                <a:lnTo>
                  <a:pt x="137" y="702"/>
                </a:lnTo>
                <a:lnTo>
                  <a:pt x="125" y="692"/>
                </a:lnTo>
                <a:lnTo>
                  <a:pt x="114" y="681"/>
                </a:lnTo>
                <a:lnTo>
                  <a:pt x="103" y="670"/>
                </a:lnTo>
                <a:lnTo>
                  <a:pt x="93" y="659"/>
                </a:lnTo>
                <a:lnTo>
                  <a:pt x="83" y="647"/>
                </a:lnTo>
                <a:lnTo>
                  <a:pt x="74" y="635"/>
                </a:lnTo>
                <a:lnTo>
                  <a:pt x="65" y="624"/>
                </a:lnTo>
                <a:lnTo>
                  <a:pt x="57" y="611"/>
                </a:lnTo>
                <a:lnTo>
                  <a:pt x="49" y="599"/>
                </a:lnTo>
                <a:lnTo>
                  <a:pt x="42" y="587"/>
                </a:lnTo>
                <a:lnTo>
                  <a:pt x="35" y="574"/>
                </a:lnTo>
                <a:lnTo>
                  <a:pt x="29" y="562"/>
                </a:lnTo>
                <a:lnTo>
                  <a:pt x="23" y="549"/>
                </a:lnTo>
                <a:lnTo>
                  <a:pt x="19" y="536"/>
                </a:lnTo>
                <a:lnTo>
                  <a:pt x="14" y="523"/>
                </a:lnTo>
                <a:lnTo>
                  <a:pt x="10" y="509"/>
                </a:lnTo>
                <a:lnTo>
                  <a:pt x="7" y="496"/>
                </a:lnTo>
                <a:lnTo>
                  <a:pt x="4" y="483"/>
                </a:lnTo>
                <a:lnTo>
                  <a:pt x="2" y="470"/>
                </a:lnTo>
                <a:lnTo>
                  <a:pt x="1" y="456"/>
                </a:lnTo>
                <a:lnTo>
                  <a:pt x="0" y="443"/>
                </a:lnTo>
                <a:lnTo>
                  <a:pt x="0" y="429"/>
                </a:lnTo>
                <a:lnTo>
                  <a:pt x="0" y="416"/>
                </a:lnTo>
                <a:lnTo>
                  <a:pt x="1" y="402"/>
                </a:lnTo>
                <a:lnTo>
                  <a:pt x="2" y="389"/>
                </a:lnTo>
                <a:lnTo>
                  <a:pt x="4" y="376"/>
                </a:lnTo>
                <a:lnTo>
                  <a:pt x="7" y="361"/>
                </a:lnTo>
                <a:lnTo>
                  <a:pt x="10" y="348"/>
                </a:lnTo>
                <a:lnTo>
                  <a:pt x="14" y="335"/>
                </a:lnTo>
                <a:lnTo>
                  <a:pt x="19" y="322"/>
                </a:lnTo>
                <a:lnTo>
                  <a:pt x="23" y="309"/>
                </a:lnTo>
                <a:lnTo>
                  <a:pt x="29" y="296"/>
                </a:lnTo>
                <a:lnTo>
                  <a:pt x="35" y="283"/>
                </a:lnTo>
                <a:lnTo>
                  <a:pt x="42" y="271"/>
                </a:lnTo>
                <a:lnTo>
                  <a:pt x="49" y="258"/>
                </a:lnTo>
                <a:lnTo>
                  <a:pt x="57" y="246"/>
                </a:lnTo>
                <a:lnTo>
                  <a:pt x="65" y="234"/>
                </a:lnTo>
                <a:lnTo>
                  <a:pt x="74" y="222"/>
                </a:lnTo>
                <a:lnTo>
                  <a:pt x="83" y="211"/>
                </a:lnTo>
                <a:lnTo>
                  <a:pt x="93" y="199"/>
                </a:lnTo>
                <a:lnTo>
                  <a:pt x="103" y="188"/>
                </a:lnTo>
                <a:lnTo>
                  <a:pt x="114" y="177"/>
                </a:lnTo>
                <a:lnTo>
                  <a:pt x="125" y="166"/>
                </a:lnTo>
                <a:lnTo>
                  <a:pt x="137" y="156"/>
                </a:lnTo>
                <a:lnTo>
                  <a:pt x="149" y="145"/>
                </a:lnTo>
                <a:lnTo>
                  <a:pt x="162" y="135"/>
                </a:lnTo>
                <a:lnTo>
                  <a:pt x="175" y="126"/>
                </a:lnTo>
                <a:lnTo>
                  <a:pt x="188" y="116"/>
                </a:lnTo>
                <a:lnTo>
                  <a:pt x="202" y="107"/>
                </a:lnTo>
                <a:lnTo>
                  <a:pt x="216" y="99"/>
                </a:lnTo>
                <a:lnTo>
                  <a:pt x="231" y="90"/>
                </a:lnTo>
                <a:lnTo>
                  <a:pt x="246" y="82"/>
                </a:lnTo>
                <a:lnTo>
                  <a:pt x="261" y="74"/>
                </a:lnTo>
                <a:lnTo>
                  <a:pt x="277" y="67"/>
                </a:lnTo>
                <a:lnTo>
                  <a:pt x="294" y="60"/>
                </a:lnTo>
                <a:lnTo>
                  <a:pt x="310" y="53"/>
                </a:lnTo>
                <a:lnTo>
                  <a:pt x="327" y="47"/>
                </a:lnTo>
                <a:lnTo>
                  <a:pt x="344" y="41"/>
                </a:lnTo>
                <a:lnTo>
                  <a:pt x="361" y="36"/>
                </a:lnTo>
                <a:lnTo>
                  <a:pt x="378" y="31"/>
                </a:lnTo>
                <a:lnTo>
                  <a:pt x="396" y="26"/>
                </a:lnTo>
                <a:lnTo>
                  <a:pt x="413" y="21"/>
                </a:lnTo>
                <a:lnTo>
                  <a:pt x="431" y="17"/>
                </a:lnTo>
                <a:lnTo>
                  <a:pt x="449" y="14"/>
                </a:lnTo>
                <a:lnTo>
                  <a:pt x="468" y="11"/>
                </a:lnTo>
                <a:lnTo>
                  <a:pt x="486" y="8"/>
                </a:lnTo>
                <a:lnTo>
                  <a:pt x="505" y="6"/>
                </a:lnTo>
                <a:lnTo>
                  <a:pt x="523" y="4"/>
                </a:lnTo>
                <a:lnTo>
                  <a:pt x="542" y="2"/>
                </a:lnTo>
                <a:lnTo>
                  <a:pt x="560" y="1"/>
                </a:lnTo>
                <a:lnTo>
                  <a:pt x="579" y="1"/>
                </a:lnTo>
                <a:lnTo>
                  <a:pt x="598" y="0"/>
                </a:lnTo>
                <a:lnTo>
                  <a:pt x="617" y="1"/>
                </a:lnTo>
                <a:lnTo>
                  <a:pt x="635" y="1"/>
                </a:lnTo>
                <a:lnTo>
                  <a:pt x="654" y="2"/>
                </a:lnTo>
                <a:lnTo>
                  <a:pt x="673" y="4"/>
                </a:lnTo>
                <a:lnTo>
                  <a:pt x="691" y="6"/>
                </a:lnTo>
                <a:lnTo>
                  <a:pt x="710" y="8"/>
                </a:lnTo>
                <a:lnTo>
                  <a:pt x="728" y="11"/>
                </a:lnTo>
                <a:lnTo>
                  <a:pt x="746" y="14"/>
                </a:lnTo>
                <a:lnTo>
                  <a:pt x="765" y="17"/>
                </a:lnTo>
                <a:lnTo>
                  <a:pt x="782" y="21"/>
                </a:lnTo>
                <a:lnTo>
                  <a:pt x="800" y="26"/>
                </a:lnTo>
                <a:lnTo>
                  <a:pt x="818" y="31"/>
                </a:lnTo>
                <a:lnTo>
                  <a:pt x="835" y="36"/>
                </a:lnTo>
                <a:lnTo>
                  <a:pt x="852" y="41"/>
                </a:lnTo>
                <a:lnTo>
                  <a:pt x="869" y="47"/>
                </a:lnTo>
                <a:lnTo>
                  <a:pt x="886" y="53"/>
                </a:lnTo>
                <a:lnTo>
                  <a:pt x="902" y="60"/>
                </a:lnTo>
                <a:lnTo>
                  <a:pt x="918" y="67"/>
                </a:lnTo>
                <a:lnTo>
                  <a:pt x="934" y="74"/>
                </a:lnTo>
                <a:lnTo>
                  <a:pt x="949" y="82"/>
                </a:lnTo>
                <a:lnTo>
                  <a:pt x="964" y="90"/>
                </a:lnTo>
                <a:lnTo>
                  <a:pt x="979" y="99"/>
                </a:lnTo>
                <a:lnTo>
                  <a:pt x="993" y="107"/>
                </a:lnTo>
                <a:lnTo>
                  <a:pt x="1007" y="116"/>
                </a:lnTo>
                <a:lnTo>
                  <a:pt x="1020" y="126"/>
                </a:lnTo>
                <a:lnTo>
                  <a:pt x="1033" y="135"/>
                </a:lnTo>
                <a:lnTo>
                  <a:pt x="1046" y="145"/>
                </a:lnTo>
                <a:lnTo>
                  <a:pt x="1058" y="156"/>
                </a:lnTo>
                <a:lnTo>
                  <a:pt x="1070" y="166"/>
                </a:lnTo>
                <a:lnTo>
                  <a:pt x="1081" y="177"/>
                </a:lnTo>
                <a:lnTo>
                  <a:pt x="1092" y="188"/>
                </a:lnTo>
                <a:lnTo>
                  <a:pt x="1102" y="199"/>
                </a:lnTo>
                <a:lnTo>
                  <a:pt x="1112" y="211"/>
                </a:lnTo>
                <a:lnTo>
                  <a:pt x="1121" y="222"/>
                </a:lnTo>
                <a:lnTo>
                  <a:pt x="1130" y="234"/>
                </a:lnTo>
                <a:lnTo>
                  <a:pt x="1138" y="246"/>
                </a:lnTo>
                <a:lnTo>
                  <a:pt x="1146" y="258"/>
                </a:lnTo>
                <a:lnTo>
                  <a:pt x="1153" y="271"/>
                </a:lnTo>
                <a:lnTo>
                  <a:pt x="1160" y="283"/>
                </a:lnTo>
                <a:lnTo>
                  <a:pt x="1166" y="296"/>
                </a:lnTo>
                <a:lnTo>
                  <a:pt x="1171" y="309"/>
                </a:lnTo>
                <a:lnTo>
                  <a:pt x="1176" y="322"/>
                </a:lnTo>
                <a:lnTo>
                  <a:pt x="1181" y="335"/>
                </a:lnTo>
                <a:lnTo>
                  <a:pt x="1185" y="348"/>
                </a:lnTo>
                <a:lnTo>
                  <a:pt x="1188" y="361"/>
                </a:lnTo>
                <a:lnTo>
                  <a:pt x="1190" y="376"/>
                </a:lnTo>
                <a:lnTo>
                  <a:pt x="1192" y="389"/>
                </a:lnTo>
                <a:lnTo>
                  <a:pt x="1194" y="402"/>
                </a:lnTo>
                <a:lnTo>
                  <a:pt x="1195" y="416"/>
                </a:lnTo>
                <a:lnTo>
                  <a:pt x="1195" y="429"/>
                </a:lnTo>
                <a:close/>
              </a:path>
            </a:pathLst>
          </a:custGeom>
          <a:solidFill>
            <a:srgbClr val="ffc3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2" name=""/>
          <p:cNvSpPr/>
          <p:nvPr/>
        </p:nvSpPr>
        <p:spPr>
          <a:xfrm>
            <a:off x="7846200" y="2789280"/>
            <a:ext cx="433080" cy="310320"/>
          </a:xfrm>
          <a:custGeom>
            <a:avLst/>
            <a:gdLst/>
            <a:ahLst/>
            <a:rect l="0" t="0" r="r" b="b"/>
            <a:pathLst>
              <a:path w="1203" h="862">
                <a:moveTo>
                  <a:pt x="1199" y="430"/>
                </a:moveTo>
                <a:lnTo>
                  <a:pt x="1199" y="417"/>
                </a:lnTo>
                <a:lnTo>
                  <a:pt x="1198" y="403"/>
                </a:lnTo>
                <a:lnTo>
                  <a:pt x="1196" y="390"/>
                </a:lnTo>
                <a:lnTo>
                  <a:pt x="1194" y="377"/>
                </a:lnTo>
                <a:lnTo>
                  <a:pt x="1192" y="363"/>
                </a:lnTo>
                <a:lnTo>
                  <a:pt x="1189" y="350"/>
                </a:lnTo>
                <a:lnTo>
                  <a:pt x="1185" y="337"/>
                </a:lnTo>
                <a:lnTo>
                  <a:pt x="1180" y="324"/>
                </a:lnTo>
                <a:lnTo>
                  <a:pt x="1175" y="311"/>
                </a:lnTo>
                <a:lnTo>
                  <a:pt x="1170" y="298"/>
                </a:lnTo>
                <a:lnTo>
                  <a:pt x="1164" y="285"/>
                </a:lnTo>
                <a:lnTo>
                  <a:pt x="1157" y="273"/>
                </a:lnTo>
                <a:lnTo>
                  <a:pt x="1150" y="260"/>
                </a:lnTo>
                <a:lnTo>
                  <a:pt x="1142" y="248"/>
                </a:lnTo>
                <a:lnTo>
                  <a:pt x="1134" y="236"/>
                </a:lnTo>
                <a:lnTo>
                  <a:pt x="1125" y="224"/>
                </a:lnTo>
                <a:lnTo>
                  <a:pt x="1116" y="213"/>
                </a:lnTo>
                <a:lnTo>
                  <a:pt x="1106" y="201"/>
                </a:lnTo>
                <a:lnTo>
                  <a:pt x="1096" y="190"/>
                </a:lnTo>
                <a:lnTo>
                  <a:pt x="1085" y="179"/>
                </a:lnTo>
                <a:lnTo>
                  <a:pt x="1074" y="168"/>
                </a:lnTo>
                <a:lnTo>
                  <a:pt x="1062" y="158"/>
                </a:lnTo>
                <a:lnTo>
                  <a:pt x="1050" y="147"/>
                </a:lnTo>
                <a:lnTo>
                  <a:pt x="1037" y="137"/>
                </a:lnTo>
                <a:lnTo>
                  <a:pt x="1024" y="128"/>
                </a:lnTo>
                <a:lnTo>
                  <a:pt x="1011" y="118"/>
                </a:lnTo>
                <a:lnTo>
                  <a:pt x="997" y="109"/>
                </a:lnTo>
                <a:lnTo>
                  <a:pt x="983" y="101"/>
                </a:lnTo>
                <a:lnTo>
                  <a:pt x="968" y="92"/>
                </a:lnTo>
                <a:lnTo>
                  <a:pt x="953" y="84"/>
                </a:lnTo>
                <a:lnTo>
                  <a:pt x="938" y="76"/>
                </a:lnTo>
                <a:lnTo>
                  <a:pt x="922" y="69"/>
                </a:lnTo>
                <a:lnTo>
                  <a:pt x="906" y="62"/>
                </a:lnTo>
                <a:lnTo>
                  <a:pt x="890" y="55"/>
                </a:lnTo>
                <a:lnTo>
                  <a:pt x="873" y="49"/>
                </a:lnTo>
                <a:lnTo>
                  <a:pt x="856" y="43"/>
                </a:lnTo>
                <a:lnTo>
                  <a:pt x="839" y="38"/>
                </a:lnTo>
                <a:lnTo>
                  <a:pt x="822" y="33"/>
                </a:lnTo>
                <a:lnTo>
                  <a:pt x="804" y="28"/>
                </a:lnTo>
                <a:lnTo>
                  <a:pt x="786" y="23"/>
                </a:lnTo>
                <a:lnTo>
                  <a:pt x="769" y="19"/>
                </a:lnTo>
                <a:lnTo>
                  <a:pt x="750" y="16"/>
                </a:lnTo>
                <a:lnTo>
                  <a:pt x="732" y="13"/>
                </a:lnTo>
                <a:lnTo>
                  <a:pt x="714" y="10"/>
                </a:lnTo>
                <a:lnTo>
                  <a:pt x="695" y="8"/>
                </a:lnTo>
                <a:lnTo>
                  <a:pt x="677" y="6"/>
                </a:lnTo>
                <a:lnTo>
                  <a:pt x="658" y="4"/>
                </a:lnTo>
                <a:lnTo>
                  <a:pt x="639" y="3"/>
                </a:lnTo>
                <a:lnTo>
                  <a:pt x="621" y="3"/>
                </a:lnTo>
                <a:lnTo>
                  <a:pt x="602" y="2"/>
                </a:lnTo>
                <a:lnTo>
                  <a:pt x="583" y="3"/>
                </a:lnTo>
                <a:lnTo>
                  <a:pt x="564" y="3"/>
                </a:lnTo>
                <a:lnTo>
                  <a:pt x="546" y="4"/>
                </a:lnTo>
                <a:lnTo>
                  <a:pt x="527" y="6"/>
                </a:lnTo>
                <a:lnTo>
                  <a:pt x="509" y="8"/>
                </a:lnTo>
                <a:lnTo>
                  <a:pt x="490" y="10"/>
                </a:lnTo>
                <a:lnTo>
                  <a:pt x="472" y="13"/>
                </a:lnTo>
                <a:lnTo>
                  <a:pt x="453" y="16"/>
                </a:lnTo>
                <a:lnTo>
                  <a:pt x="434" y="19"/>
                </a:lnTo>
                <a:lnTo>
                  <a:pt x="416" y="23"/>
                </a:lnTo>
                <a:lnTo>
                  <a:pt x="399" y="28"/>
                </a:lnTo>
                <a:lnTo>
                  <a:pt x="381" y="33"/>
                </a:lnTo>
                <a:lnTo>
                  <a:pt x="364" y="38"/>
                </a:lnTo>
                <a:lnTo>
                  <a:pt x="347" y="43"/>
                </a:lnTo>
                <a:lnTo>
                  <a:pt x="330" y="49"/>
                </a:lnTo>
                <a:lnTo>
                  <a:pt x="313" y="55"/>
                </a:lnTo>
                <a:lnTo>
                  <a:pt x="297" y="62"/>
                </a:lnTo>
                <a:lnTo>
                  <a:pt x="281" y="69"/>
                </a:lnTo>
                <a:lnTo>
                  <a:pt x="265" y="76"/>
                </a:lnTo>
                <a:lnTo>
                  <a:pt x="250" y="84"/>
                </a:lnTo>
                <a:lnTo>
                  <a:pt x="235" y="92"/>
                </a:lnTo>
                <a:lnTo>
                  <a:pt x="220" y="101"/>
                </a:lnTo>
                <a:lnTo>
                  <a:pt x="206" y="109"/>
                </a:lnTo>
                <a:lnTo>
                  <a:pt x="192" y="118"/>
                </a:lnTo>
                <a:lnTo>
                  <a:pt x="179" y="128"/>
                </a:lnTo>
                <a:lnTo>
                  <a:pt x="166" y="137"/>
                </a:lnTo>
                <a:lnTo>
                  <a:pt x="153" y="147"/>
                </a:lnTo>
                <a:lnTo>
                  <a:pt x="141" y="158"/>
                </a:lnTo>
                <a:lnTo>
                  <a:pt x="129" y="168"/>
                </a:lnTo>
                <a:lnTo>
                  <a:pt x="118" y="179"/>
                </a:lnTo>
                <a:lnTo>
                  <a:pt x="107" y="190"/>
                </a:lnTo>
                <a:lnTo>
                  <a:pt x="97" y="201"/>
                </a:lnTo>
                <a:lnTo>
                  <a:pt x="87" y="213"/>
                </a:lnTo>
                <a:lnTo>
                  <a:pt x="78" y="224"/>
                </a:lnTo>
                <a:lnTo>
                  <a:pt x="69" y="236"/>
                </a:lnTo>
                <a:lnTo>
                  <a:pt x="61" y="248"/>
                </a:lnTo>
                <a:lnTo>
                  <a:pt x="53" y="260"/>
                </a:lnTo>
                <a:lnTo>
                  <a:pt x="46" y="273"/>
                </a:lnTo>
                <a:lnTo>
                  <a:pt x="39" y="285"/>
                </a:lnTo>
                <a:lnTo>
                  <a:pt x="33" y="298"/>
                </a:lnTo>
                <a:lnTo>
                  <a:pt x="27" y="311"/>
                </a:lnTo>
                <a:lnTo>
                  <a:pt x="23" y="324"/>
                </a:lnTo>
                <a:lnTo>
                  <a:pt x="18" y="337"/>
                </a:lnTo>
                <a:lnTo>
                  <a:pt x="14" y="350"/>
                </a:lnTo>
                <a:lnTo>
                  <a:pt x="11" y="363"/>
                </a:lnTo>
                <a:lnTo>
                  <a:pt x="8" y="377"/>
                </a:lnTo>
                <a:lnTo>
                  <a:pt x="6" y="390"/>
                </a:lnTo>
                <a:lnTo>
                  <a:pt x="5" y="403"/>
                </a:lnTo>
                <a:lnTo>
                  <a:pt x="4" y="417"/>
                </a:lnTo>
                <a:lnTo>
                  <a:pt x="4" y="430"/>
                </a:lnTo>
                <a:lnTo>
                  <a:pt x="4" y="445"/>
                </a:lnTo>
                <a:lnTo>
                  <a:pt x="5" y="458"/>
                </a:lnTo>
                <a:lnTo>
                  <a:pt x="6" y="472"/>
                </a:lnTo>
                <a:lnTo>
                  <a:pt x="8" y="485"/>
                </a:lnTo>
                <a:lnTo>
                  <a:pt x="11" y="498"/>
                </a:lnTo>
                <a:lnTo>
                  <a:pt x="14" y="511"/>
                </a:lnTo>
                <a:lnTo>
                  <a:pt x="18" y="525"/>
                </a:lnTo>
                <a:lnTo>
                  <a:pt x="23" y="538"/>
                </a:lnTo>
                <a:lnTo>
                  <a:pt x="27" y="551"/>
                </a:lnTo>
                <a:lnTo>
                  <a:pt x="33" y="564"/>
                </a:lnTo>
                <a:lnTo>
                  <a:pt x="39" y="576"/>
                </a:lnTo>
                <a:lnTo>
                  <a:pt x="46" y="589"/>
                </a:lnTo>
                <a:lnTo>
                  <a:pt x="53" y="601"/>
                </a:lnTo>
                <a:lnTo>
                  <a:pt x="61" y="613"/>
                </a:lnTo>
                <a:lnTo>
                  <a:pt x="69" y="626"/>
                </a:lnTo>
                <a:lnTo>
                  <a:pt x="78" y="637"/>
                </a:lnTo>
                <a:lnTo>
                  <a:pt x="87" y="649"/>
                </a:lnTo>
                <a:lnTo>
                  <a:pt x="97" y="661"/>
                </a:lnTo>
                <a:lnTo>
                  <a:pt x="107" y="672"/>
                </a:lnTo>
                <a:lnTo>
                  <a:pt x="118" y="683"/>
                </a:lnTo>
                <a:lnTo>
                  <a:pt x="129" y="694"/>
                </a:lnTo>
                <a:lnTo>
                  <a:pt x="141" y="704"/>
                </a:lnTo>
                <a:lnTo>
                  <a:pt x="153" y="714"/>
                </a:lnTo>
                <a:lnTo>
                  <a:pt x="166" y="724"/>
                </a:lnTo>
                <a:lnTo>
                  <a:pt x="179" y="734"/>
                </a:lnTo>
                <a:lnTo>
                  <a:pt x="192" y="743"/>
                </a:lnTo>
                <a:lnTo>
                  <a:pt x="206" y="752"/>
                </a:lnTo>
                <a:lnTo>
                  <a:pt x="220" y="761"/>
                </a:lnTo>
                <a:lnTo>
                  <a:pt x="235" y="769"/>
                </a:lnTo>
                <a:lnTo>
                  <a:pt x="250" y="777"/>
                </a:lnTo>
                <a:lnTo>
                  <a:pt x="265" y="785"/>
                </a:lnTo>
                <a:lnTo>
                  <a:pt x="281" y="793"/>
                </a:lnTo>
                <a:lnTo>
                  <a:pt x="297" y="800"/>
                </a:lnTo>
                <a:lnTo>
                  <a:pt x="313" y="806"/>
                </a:lnTo>
                <a:lnTo>
                  <a:pt x="330" y="813"/>
                </a:lnTo>
                <a:lnTo>
                  <a:pt x="347" y="818"/>
                </a:lnTo>
                <a:lnTo>
                  <a:pt x="364" y="824"/>
                </a:lnTo>
                <a:lnTo>
                  <a:pt x="381" y="829"/>
                </a:lnTo>
                <a:lnTo>
                  <a:pt x="399" y="834"/>
                </a:lnTo>
                <a:lnTo>
                  <a:pt x="416" y="838"/>
                </a:lnTo>
                <a:lnTo>
                  <a:pt x="434" y="842"/>
                </a:lnTo>
                <a:lnTo>
                  <a:pt x="453" y="846"/>
                </a:lnTo>
                <a:lnTo>
                  <a:pt x="472" y="849"/>
                </a:lnTo>
                <a:lnTo>
                  <a:pt x="490" y="852"/>
                </a:lnTo>
                <a:lnTo>
                  <a:pt x="509" y="854"/>
                </a:lnTo>
                <a:lnTo>
                  <a:pt x="527" y="856"/>
                </a:lnTo>
                <a:lnTo>
                  <a:pt x="546" y="857"/>
                </a:lnTo>
                <a:lnTo>
                  <a:pt x="564" y="858"/>
                </a:lnTo>
                <a:lnTo>
                  <a:pt x="583" y="859"/>
                </a:lnTo>
                <a:lnTo>
                  <a:pt x="602" y="859"/>
                </a:lnTo>
                <a:lnTo>
                  <a:pt x="621" y="859"/>
                </a:lnTo>
                <a:lnTo>
                  <a:pt x="639" y="858"/>
                </a:lnTo>
                <a:lnTo>
                  <a:pt x="658" y="857"/>
                </a:lnTo>
                <a:lnTo>
                  <a:pt x="677" y="856"/>
                </a:lnTo>
                <a:lnTo>
                  <a:pt x="695" y="854"/>
                </a:lnTo>
                <a:lnTo>
                  <a:pt x="714" y="852"/>
                </a:lnTo>
                <a:lnTo>
                  <a:pt x="732" y="849"/>
                </a:lnTo>
                <a:lnTo>
                  <a:pt x="750" y="846"/>
                </a:lnTo>
                <a:lnTo>
                  <a:pt x="769" y="842"/>
                </a:lnTo>
                <a:lnTo>
                  <a:pt x="786" y="838"/>
                </a:lnTo>
                <a:lnTo>
                  <a:pt x="804" y="834"/>
                </a:lnTo>
                <a:lnTo>
                  <a:pt x="822" y="829"/>
                </a:lnTo>
                <a:lnTo>
                  <a:pt x="839" y="824"/>
                </a:lnTo>
                <a:lnTo>
                  <a:pt x="856" y="818"/>
                </a:lnTo>
                <a:lnTo>
                  <a:pt x="873" y="813"/>
                </a:lnTo>
                <a:lnTo>
                  <a:pt x="890" y="806"/>
                </a:lnTo>
                <a:lnTo>
                  <a:pt x="906" y="800"/>
                </a:lnTo>
                <a:lnTo>
                  <a:pt x="922" y="793"/>
                </a:lnTo>
                <a:lnTo>
                  <a:pt x="938" y="785"/>
                </a:lnTo>
                <a:lnTo>
                  <a:pt x="953" y="777"/>
                </a:lnTo>
                <a:lnTo>
                  <a:pt x="968" y="769"/>
                </a:lnTo>
                <a:lnTo>
                  <a:pt x="983" y="761"/>
                </a:lnTo>
                <a:lnTo>
                  <a:pt x="997" y="752"/>
                </a:lnTo>
                <a:lnTo>
                  <a:pt x="1011" y="743"/>
                </a:lnTo>
                <a:lnTo>
                  <a:pt x="1024" y="734"/>
                </a:lnTo>
                <a:lnTo>
                  <a:pt x="1037" y="724"/>
                </a:lnTo>
                <a:lnTo>
                  <a:pt x="1050" y="714"/>
                </a:lnTo>
                <a:lnTo>
                  <a:pt x="1062" y="704"/>
                </a:lnTo>
                <a:lnTo>
                  <a:pt x="1074" y="694"/>
                </a:lnTo>
                <a:lnTo>
                  <a:pt x="1085" y="683"/>
                </a:lnTo>
                <a:lnTo>
                  <a:pt x="1096" y="672"/>
                </a:lnTo>
                <a:lnTo>
                  <a:pt x="1106" y="661"/>
                </a:lnTo>
                <a:lnTo>
                  <a:pt x="1116" y="649"/>
                </a:lnTo>
                <a:lnTo>
                  <a:pt x="1125" y="637"/>
                </a:lnTo>
                <a:lnTo>
                  <a:pt x="1134" y="626"/>
                </a:lnTo>
                <a:lnTo>
                  <a:pt x="1142" y="613"/>
                </a:lnTo>
                <a:lnTo>
                  <a:pt x="1150" y="601"/>
                </a:lnTo>
                <a:lnTo>
                  <a:pt x="1157" y="589"/>
                </a:lnTo>
                <a:lnTo>
                  <a:pt x="1164" y="576"/>
                </a:lnTo>
                <a:lnTo>
                  <a:pt x="1170" y="564"/>
                </a:lnTo>
                <a:lnTo>
                  <a:pt x="1175" y="551"/>
                </a:lnTo>
                <a:lnTo>
                  <a:pt x="1180" y="538"/>
                </a:lnTo>
                <a:lnTo>
                  <a:pt x="1185" y="525"/>
                </a:lnTo>
                <a:lnTo>
                  <a:pt x="1189" y="511"/>
                </a:lnTo>
                <a:lnTo>
                  <a:pt x="1192" y="498"/>
                </a:lnTo>
                <a:lnTo>
                  <a:pt x="1194" y="485"/>
                </a:lnTo>
                <a:lnTo>
                  <a:pt x="1196" y="472"/>
                </a:lnTo>
                <a:lnTo>
                  <a:pt x="1198" y="458"/>
                </a:lnTo>
                <a:lnTo>
                  <a:pt x="1199" y="445"/>
                </a:lnTo>
                <a:lnTo>
                  <a:pt x="1199" y="430"/>
                </a:lnTo>
                <a:moveTo>
                  <a:pt x="1203" y="430"/>
                </a:moveTo>
                <a:lnTo>
                  <a:pt x="1203" y="445"/>
                </a:lnTo>
                <a:lnTo>
                  <a:pt x="1202" y="458"/>
                </a:lnTo>
                <a:lnTo>
                  <a:pt x="1200" y="472"/>
                </a:lnTo>
                <a:lnTo>
                  <a:pt x="1198" y="485"/>
                </a:lnTo>
                <a:lnTo>
                  <a:pt x="1196" y="499"/>
                </a:lnTo>
                <a:lnTo>
                  <a:pt x="1192" y="512"/>
                </a:lnTo>
                <a:lnTo>
                  <a:pt x="1189" y="525"/>
                </a:lnTo>
                <a:lnTo>
                  <a:pt x="1184" y="538"/>
                </a:lnTo>
                <a:lnTo>
                  <a:pt x="1179" y="551"/>
                </a:lnTo>
                <a:lnTo>
                  <a:pt x="1174" y="564"/>
                </a:lnTo>
                <a:lnTo>
                  <a:pt x="1167" y="577"/>
                </a:lnTo>
                <a:lnTo>
                  <a:pt x="1161" y="590"/>
                </a:lnTo>
                <a:lnTo>
                  <a:pt x="1154" y="602"/>
                </a:lnTo>
                <a:lnTo>
                  <a:pt x="1146" y="615"/>
                </a:lnTo>
                <a:lnTo>
                  <a:pt x="1137" y="627"/>
                </a:lnTo>
                <a:lnTo>
                  <a:pt x="1129" y="639"/>
                </a:lnTo>
                <a:lnTo>
                  <a:pt x="1119" y="650"/>
                </a:lnTo>
                <a:lnTo>
                  <a:pt x="1109" y="662"/>
                </a:lnTo>
                <a:lnTo>
                  <a:pt x="1099" y="673"/>
                </a:lnTo>
                <a:lnTo>
                  <a:pt x="1088" y="684"/>
                </a:lnTo>
                <a:lnTo>
                  <a:pt x="1077" y="695"/>
                </a:lnTo>
                <a:lnTo>
                  <a:pt x="1065" y="706"/>
                </a:lnTo>
                <a:lnTo>
                  <a:pt x="1053" y="716"/>
                </a:lnTo>
                <a:lnTo>
                  <a:pt x="1040" y="726"/>
                </a:lnTo>
                <a:lnTo>
                  <a:pt x="1027" y="736"/>
                </a:lnTo>
                <a:lnTo>
                  <a:pt x="1013" y="745"/>
                </a:lnTo>
                <a:lnTo>
                  <a:pt x="999" y="754"/>
                </a:lnTo>
                <a:lnTo>
                  <a:pt x="985" y="763"/>
                </a:lnTo>
                <a:lnTo>
                  <a:pt x="970" y="772"/>
                </a:lnTo>
                <a:lnTo>
                  <a:pt x="955" y="780"/>
                </a:lnTo>
                <a:lnTo>
                  <a:pt x="940" y="787"/>
                </a:lnTo>
                <a:lnTo>
                  <a:pt x="924" y="795"/>
                </a:lnTo>
                <a:lnTo>
                  <a:pt x="908" y="802"/>
                </a:lnTo>
                <a:lnTo>
                  <a:pt x="892" y="809"/>
                </a:lnTo>
                <a:lnTo>
                  <a:pt x="875" y="815"/>
                </a:lnTo>
                <a:lnTo>
                  <a:pt x="858" y="821"/>
                </a:lnTo>
                <a:lnTo>
                  <a:pt x="841" y="826"/>
                </a:lnTo>
                <a:lnTo>
                  <a:pt x="823" y="832"/>
                </a:lnTo>
                <a:lnTo>
                  <a:pt x="806" y="836"/>
                </a:lnTo>
                <a:lnTo>
                  <a:pt x="788" y="841"/>
                </a:lnTo>
                <a:lnTo>
                  <a:pt x="770" y="845"/>
                </a:lnTo>
                <a:lnTo>
                  <a:pt x="751" y="848"/>
                </a:lnTo>
                <a:lnTo>
                  <a:pt x="733" y="852"/>
                </a:lnTo>
                <a:lnTo>
                  <a:pt x="715" y="854"/>
                </a:lnTo>
                <a:lnTo>
                  <a:pt x="696" y="857"/>
                </a:lnTo>
                <a:lnTo>
                  <a:pt x="677" y="859"/>
                </a:lnTo>
                <a:lnTo>
                  <a:pt x="659" y="860"/>
                </a:lnTo>
                <a:lnTo>
                  <a:pt x="640" y="861"/>
                </a:lnTo>
                <a:lnTo>
                  <a:pt x="621" y="862"/>
                </a:lnTo>
                <a:lnTo>
                  <a:pt x="602" y="862"/>
                </a:lnTo>
                <a:lnTo>
                  <a:pt x="583" y="862"/>
                </a:lnTo>
                <a:lnTo>
                  <a:pt x="564" y="861"/>
                </a:lnTo>
                <a:lnTo>
                  <a:pt x="545" y="860"/>
                </a:lnTo>
                <a:lnTo>
                  <a:pt x="527" y="859"/>
                </a:lnTo>
                <a:lnTo>
                  <a:pt x="508" y="857"/>
                </a:lnTo>
                <a:lnTo>
                  <a:pt x="489" y="854"/>
                </a:lnTo>
                <a:lnTo>
                  <a:pt x="471" y="852"/>
                </a:lnTo>
                <a:lnTo>
                  <a:pt x="452" y="848"/>
                </a:lnTo>
                <a:lnTo>
                  <a:pt x="433" y="845"/>
                </a:lnTo>
                <a:lnTo>
                  <a:pt x="415" y="841"/>
                </a:lnTo>
                <a:lnTo>
                  <a:pt x="397" y="836"/>
                </a:lnTo>
                <a:lnTo>
                  <a:pt x="380" y="832"/>
                </a:lnTo>
                <a:lnTo>
                  <a:pt x="362" y="826"/>
                </a:lnTo>
                <a:lnTo>
                  <a:pt x="345" y="821"/>
                </a:lnTo>
                <a:lnTo>
                  <a:pt x="328" y="815"/>
                </a:lnTo>
                <a:lnTo>
                  <a:pt x="311" y="809"/>
                </a:lnTo>
                <a:lnTo>
                  <a:pt x="295" y="802"/>
                </a:lnTo>
                <a:lnTo>
                  <a:pt x="279" y="795"/>
                </a:lnTo>
                <a:lnTo>
                  <a:pt x="263" y="787"/>
                </a:lnTo>
                <a:lnTo>
                  <a:pt x="248" y="780"/>
                </a:lnTo>
                <a:lnTo>
                  <a:pt x="233" y="772"/>
                </a:lnTo>
                <a:lnTo>
                  <a:pt x="218" y="763"/>
                </a:lnTo>
                <a:lnTo>
                  <a:pt x="203" y="754"/>
                </a:lnTo>
                <a:lnTo>
                  <a:pt x="189" y="745"/>
                </a:lnTo>
                <a:lnTo>
                  <a:pt x="176" y="736"/>
                </a:lnTo>
                <a:lnTo>
                  <a:pt x="163" y="726"/>
                </a:lnTo>
                <a:lnTo>
                  <a:pt x="150" y="716"/>
                </a:lnTo>
                <a:lnTo>
                  <a:pt x="138" y="706"/>
                </a:lnTo>
                <a:lnTo>
                  <a:pt x="126" y="695"/>
                </a:lnTo>
                <a:lnTo>
                  <a:pt x="115" y="684"/>
                </a:lnTo>
                <a:lnTo>
                  <a:pt x="104" y="673"/>
                </a:lnTo>
                <a:lnTo>
                  <a:pt x="93" y="662"/>
                </a:lnTo>
                <a:lnTo>
                  <a:pt x="84" y="650"/>
                </a:lnTo>
                <a:lnTo>
                  <a:pt x="74" y="639"/>
                </a:lnTo>
                <a:lnTo>
                  <a:pt x="65" y="627"/>
                </a:lnTo>
                <a:lnTo>
                  <a:pt x="57" y="615"/>
                </a:lnTo>
                <a:lnTo>
                  <a:pt x="49" y="602"/>
                </a:lnTo>
                <a:lnTo>
                  <a:pt x="42" y="590"/>
                </a:lnTo>
                <a:lnTo>
                  <a:pt x="35" y="577"/>
                </a:lnTo>
                <a:lnTo>
                  <a:pt x="29" y="564"/>
                </a:lnTo>
                <a:lnTo>
                  <a:pt x="24" y="551"/>
                </a:lnTo>
                <a:lnTo>
                  <a:pt x="19" y="538"/>
                </a:lnTo>
                <a:lnTo>
                  <a:pt x="14" y="525"/>
                </a:lnTo>
                <a:lnTo>
                  <a:pt x="11" y="512"/>
                </a:lnTo>
                <a:lnTo>
                  <a:pt x="7" y="499"/>
                </a:lnTo>
                <a:lnTo>
                  <a:pt x="5" y="485"/>
                </a:lnTo>
                <a:lnTo>
                  <a:pt x="3" y="472"/>
                </a:lnTo>
                <a:lnTo>
                  <a:pt x="1" y="458"/>
                </a:lnTo>
                <a:lnTo>
                  <a:pt x="0" y="445"/>
                </a:lnTo>
                <a:lnTo>
                  <a:pt x="0" y="430"/>
                </a:lnTo>
                <a:lnTo>
                  <a:pt x="0" y="417"/>
                </a:lnTo>
                <a:lnTo>
                  <a:pt x="1" y="403"/>
                </a:lnTo>
                <a:lnTo>
                  <a:pt x="3" y="390"/>
                </a:lnTo>
                <a:lnTo>
                  <a:pt x="5" y="376"/>
                </a:lnTo>
                <a:lnTo>
                  <a:pt x="7" y="363"/>
                </a:lnTo>
                <a:lnTo>
                  <a:pt x="11" y="350"/>
                </a:lnTo>
                <a:lnTo>
                  <a:pt x="14" y="336"/>
                </a:lnTo>
                <a:lnTo>
                  <a:pt x="19" y="323"/>
                </a:lnTo>
                <a:lnTo>
                  <a:pt x="24" y="310"/>
                </a:lnTo>
                <a:lnTo>
                  <a:pt x="29" y="297"/>
                </a:lnTo>
                <a:lnTo>
                  <a:pt x="35" y="284"/>
                </a:lnTo>
                <a:lnTo>
                  <a:pt x="42" y="272"/>
                </a:lnTo>
                <a:lnTo>
                  <a:pt x="49" y="259"/>
                </a:lnTo>
                <a:lnTo>
                  <a:pt x="57" y="247"/>
                </a:lnTo>
                <a:lnTo>
                  <a:pt x="65" y="235"/>
                </a:lnTo>
                <a:lnTo>
                  <a:pt x="74" y="223"/>
                </a:lnTo>
                <a:lnTo>
                  <a:pt x="84" y="211"/>
                </a:lnTo>
                <a:lnTo>
                  <a:pt x="93" y="200"/>
                </a:lnTo>
                <a:lnTo>
                  <a:pt x="104" y="188"/>
                </a:lnTo>
                <a:lnTo>
                  <a:pt x="115" y="177"/>
                </a:lnTo>
                <a:lnTo>
                  <a:pt x="126" y="166"/>
                </a:lnTo>
                <a:lnTo>
                  <a:pt x="138" y="156"/>
                </a:lnTo>
                <a:lnTo>
                  <a:pt x="150" y="146"/>
                </a:lnTo>
                <a:lnTo>
                  <a:pt x="163" y="136"/>
                </a:lnTo>
                <a:lnTo>
                  <a:pt x="176" y="126"/>
                </a:lnTo>
                <a:lnTo>
                  <a:pt x="189" y="116"/>
                </a:lnTo>
                <a:lnTo>
                  <a:pt x="203" y="107"/>
                </a:lnTo>
                <a:lnTo>
                  <a:pt x="218" y="99"/>
                </a:lnTo>
                <a:lnTo>
                  <a:pt x="233" y="90"/>
                </a:lnTo>
                <a:lnTo>
                  <a:pt x="248" y="82"/>
                </a:lnTo>
                <a:lnTo>
                  <a:pt x="263" y="74"/>
                </a:lnTo>
                <a:lnTo>
                  <a:pt x="279" y="67"/>
                </a:lnTo>
                <a:lnTo>
                  <a:pt x="295" y="60"/>
                </a:lnTo>
                <a:lnTo>
                  <a:pt x="311" y="53"/>
                </a:lnTo>
                <a:lnTo>
                  <a:pt x="328" y="47"/>
                </a:lnTo>
                <a:lnTo>
                  <a:pt x="345" y="41"/>
                </a:lnTo>
                <a:lnTo>
                  <a:pt x="362" y="35"/>
                </a:lnTo>
                <a:lnTo>
                  <a:pt x="380" y="30"/>
                </a:lnTo>
                <a:lnTo>
                  <a:pt x="397" y="25"/>
                </a:lnTo>
                <a:lnTo>
                  <a:pt x="415" y="21"/>
                </a:lnTo>
                <a:lnTo>
                  <a:pt x="433" y="17"/>
                </a:lnTo>
                <a:lnTo>
                  <a:pt x="452" y="13"/>
                </a:lnTo>
                <a:lnTo>
                  <a:pt x="471" y="10"/>
                </a:lnTo>
                <a:lnTo>
                  <a:pt x="489" y="7"/>
                </a:lnTo>
                <a:lnTo>
                  <a:pt x="508" y="5"/>
                </a:lnTo>
                <a:lnTo>
                  <a:pt x="527" y="3"/>
                </a:lnTo>
                <a:lnTo>
                  <a:pt x="545" y="2"/>
                </a:lnTo>
                <a:lnTo>
                  <a:pt x="564" y="1"/>
                </a:lnTo>
                <a:lnTo>
                  <a:pt x="583" y="0"/>
                </a:lnTo>
                <a:lnTo>
                  <a:pt x="602" y="0"/>
                </a:lnTo>
                <a:lnTo>
                  <a:pt x="621" y="0"/>
                </a:lnTo>
                <a:lnTo>
                  <a:pt x="640" y="1"/>
                </a:lnTo>
                <a:lnTo>
                  <a:pt x="659" y="2"/>
                </a:lnTo>
                <a:lnTo>
                  <a:pt x="677" y="3"/>
                </a:lnTo>
                <a:lnTo>
                  <a:pt x="696" y="5"/>
                </a:lnTo>
                <a:lnTo>
                  <a:pt x="715" y="7"/>
                </a:lnTo>
                <a:lnTo>
                  <a:pt x="733" y="10"/>
                </a:lnTo>
                <a:lnTo>
                  <a:pt x="751" y="13"/>
                </a:lnTo>
                <a:lnTo>
                  <a:pt x="770" y="17"/>
                </a:lnTo>
                <a:lnTo>
                  <a:pt x="788" y="21"/>
                </a:lnTo>
                <a:lnTo>
                  <a:pt x="806" y="25"/>
                </a:lnTo>
                <a:lnTo>
                  <a:pt x="823" y="30"/>
                </a:lnTo>
                <a:lnTo>
                  <a:pt x="841" y="35"/>
                </a:lnTo>
                <a:lnTo>
                  <a:pt x="858" y="41"/>
                </a:lnTo>
                <a:lnTo>
                  <a:pt x="875" y="47"/>
                </a:lnTo>
                <a:lnTo>
                  <a:pt x="892" y="53"/>
                </a:lnTo>
                <a:lnTo>
                  <a:pt x="908" y="60"/>
                </a:lnTo>
                <a:lnTo>
                  <a:pt x="924" y="67"/>
                </a:lnTo>
                <a:lnTo>
                  <a:pt x="940" y="74"/>
                </a:lnTo>
                <a:lnTo>
                  <a:pt x="955" y="82"/>
                </a:lnTo>
                <a:lnTo>
                  <a:pt x="970" y="90"/>
                </a:lnTo>
                <a:lnTo>
                  <a:pt x="985" y="99"/>
                </a:lnTo>
                <a:lnTo>
                  <a:pt x="999" y="107"/>
                </a:lnTo>
                <a:lnTo>
                  <a:pt x="1013" y="116"/>
                </a:lnTo>
                <a:lnTo>
                  <a:pt x="1027" y="126"/>
                </a:lnTo>
                <a:lnTo>
                  <a:pt x="1040" y="136"/>
                </a:lnTo>
                <a:lnTo>
                  <a:pt x="1053" y="146"/>
                </a:lnTo>
                <a:lnTo>
                  <a:pt x="1065" y="156"/>
                </a:lnTo>
                <a:lnTo>
                  <a:pt x="1077" y="166"/>
                </a:lnTo>
                <a:lnTo>
                  <a:pt x="1088" y="177"/>
                </a:lnTo>
                <a:lnTo>
                  <a:pt x="1099" y="188"/>
                </a:lnTo>
                <a:lnTo>
                  <a:pt x="1109" y="200"/>
                </a:lnTo>
                <a:lnTo>
                  <a:pt x="1119" y="211"/>
                </a:lnTo>
                <a:lnTo>
                  <a:pt x="1129" y="223"/>
                </a:lnTo>
                <a:lnTo>
                  <a:pt x="1137" y="235"/>
                </a:lnTo>
                <a:lnTo>
                  <a:pt x="1146" y="247"/>
                </a:lnTo>
                <a:lnTo>
                  <a:pt x="1154" y="259"/>
                </a:lnTo>
                <a:lnTo>
                  <a:pt x="1161" y="272"/>
                </a:lnTo>
                <a:lnTo>
                  <a:pt x="1167" y="284"/>
                </a:lnTo>
                <a:lnTo>
                  <a:pt x="1174" y="297"/>
                </a:lnTo>
                <a:lnTo>
                  <a:pt x="1179" y="310"/>
                </a:lnTo>
                <a:lnTo>
                  <a:pt x="1184" y="323"/>
                </a:lnTo>
                <a:lnTo>
                  <a:pt x="1189" y="336"/>
                </a:lnTo>
                <a:lnTo>
                  <a:pt x="1192" y="350"/>
                </a:lnTo>
                <a:lnTo>
                  <a:pt x="1196" y="363"/>
                </a:lnTo>
                <a:lnTo>
                  <a:pt x="1198" y="376"/>
                </a:lnTo>
                <a:lnTo>
                  <a:pt x="1200" y="390"/>
                </a:lnTo>
                <a:lnTo>
                  <a:pt x="1202" y="403"/>
                </a:lnTo>
                <a:lnTo>
                  <a:pt x="1203" y="417"/>
                </a:lnTo>
                <a:lnTo>
                  <a:pt x="1203" y="430"/>
                </a:lnTo>
                <a:close/>
              </a:path>
            </a:pathLst>
          </a:custGeom>
          <a:solidFill>
            <a:srgbClr val="ffc2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3" name=""/>
          <p:cNvSpPr/>
          <p:nvPr/>
        </p:nvSpPr>
        <p:spPr>
          <a:xfrm>
            <a:off x="7844760" y="2788200"/>
            <a:ext cx="435960" cy="312480"/>
          </a:xfrm>
          <a:custGeom>
            <a:avLst/>
            <a:gdLst/>
            <a:ahLst/>
            <a:rect l="0" t="0" r="r" b="b"/>
            <a:pathLst>
              <a:path w="1211" h="868">
                <a:moveTo>
                  <a:pt x="1207" y="433"/>
                </a:moveTo>
                <a:lnTo>
                  <a:pt x="1207" y="420"/>
                </a:lnTo>
                <a:lnTo>
                  <a:pt x="1206" y="406"/>
                </a:lnTo>
                <a:lnTo>
                  <a:pt x="1204" y="393"/>
                </a:lnTo>
                <a:lnTo>
                  <a:pt x="1202" y="379"/>
                </a:lnTo>
                <a:lnTo>
                  <a:pt x="1200" y="366"/>
                </a:lnTo>
                <a:lnTo>
                  <a:pt x="1196" y="353"/>
                </a:lnTo>
                <a:lnTo>
                  <a:pt x="1193" y="339"/>
                </a:lnTo>
                <a:lnTo>
                  <a:pt x="1188" y="326"/>
                </a:lnTo>
                <a:lnTo>
                  <a:pt x="1183" y="313"/>
                </a:lnTo>
                <a:lnTo>
                  <a:pt x="1178" y="300"/>
                </a:lnTo>
                <a:lnTo>
                  <a:pt x="1171" y="287"/>
                </a:lnTo>
                <a:lnTo>
                  <a:pt x="1165" y="275"/>
                </a:lnTo>
                <a:lnTo>
                  <a:pt x="1158" y="262"/>
                </a:lnTo>
                <a:lnTo>
                  <a:pt x="1150" y="250"/>
                </a:lnTo>
                <a:lnTo>
                  <a:pt x="1141" y="238"/>
                </a:lnTo>
                <a:lnTo>
                  <a:pt x="1133" y="226"/>
                </a:lnTo>
                <a:lnTo>
                  <a:pt x="1123" y="214"/>
                </a:lnTo>
                <a:lnTo>
                  <a:pt x="1113" y="203"/>
                </a:lnTo>
                <a:lnTo>
                  <a:pt x="1103" y="191"/>
                </a:lnTo>
                <a:lnTo>
                  <a:pt x="1092" y="180"/>
                </a:lnTo>
                <a:lnTo>
                  <a:pt x="1081" y="169"/>
                </a:lnTo>
                <a:lnTo>
                  <a:pt x="1069" y="159"/>
                </a:lnTo>
                <a:lnTo>
                  <a:pt x="1057" y="149"/>
                </a:lnTo>
                <a:lnTo>
                  <a:pt x="1044" y="139"/>
                </a:lnTo>
                <a:lnTo>
                  <a:pt x="1031" y="129"/>
                </a:lnTo>
                <a:lnTo>
                  <a:pt x="1017" y="119"/>
                </a:lnTo>
                <a:lnTo>
                  <a:pt x="1003" y="110"/>
                </a:lnTo>
                <a:lnTo>
                  <a:pt x="989" y="102"/>
                </a:lnTo>
                <a:lnTo>
                  <a:pt x="974" y="93"/>
                </a:lnTo>
                <a:lnTo>
                  <a:pt x="959" y="85"/>
                </a:lnTo>
                <a:lnTo>
                  <a:pt x="944" y="77"/>
                </a:lnTo>
                <a:lnTo>
                  <a:pt x="928" y="70"/>
                </a:lnTo>
                <a:lnTo>
                  <a:pt x="912" y="63"/>
                </a:lnTo>
                <a:lnTo>
                  <a:pt x="896" y="56"/>
                </a:lnTo>
                <a:lnTo>
                  <a:pt x="879" y="50"/>
                </a:lnTo>
                <a:lnTo>
                  <a:pt x="862" y="44"/>
                </a:lnTo>
                <a:lnTo>
                  <a:pt x="845" y="38"/>
                </a:lnTo>
                <a:lnTo>
                  <a:pt x="827" y="33"/>
                </a:lnTo>
                <a:lnTo>
                  <a:pt x="810" y="28"/>
                </a:lnTo>
                <a:lnTo>
                  <a:pt x="792" y="24"/>
                </a:lnTo>
                <a:lnTo>
                  <a:pt x="774" y="20"/>
                </a:lnTo>
                <a:lnTo>
                  <a:pt x="755" y="16"/>
                </a:lnTo>
                <a:lnTo>
                  <a:pt x="737" y="13"/>
                </a:lnTo>
                <a:lnTo>
                  <a:pt x="719" y="10"/>
                </a:lnTo>
                <a:lnTo>
                  <a:pt x="700" y="8"/>
                </a:lnTo>
                <a:lnTo>
                  <a:pt x="681" y="6"/>
                </a:lnTo>
                <a:lnTo>
                  <a:pt x="663" y="5"/>
                </a:lnTo>
                <a:lnTo>
                  <a:pt x="644" y="4"/>
                </a:lnTo>
                <a:lnTo>
                  <a:pt x="625" y="3"/>
                </a:lnTo>
                <a:lnTo>
                  <a:pt x="606" y="3"/>
                </a:lnTo>
                <a:lnTo>
                  <a:pt x="587" y="3"/>
                </a:lnTo>
                <a:lnTo>
                  <a:pt x="567" y="4"/>
                </a:lnTo>
                <a:lnTo>
                  <a:pt x="548" y="5"/>
                </a:lnTo>
                <a:lnTo>
                  <a:pt x="530" y="6"/>
                </a:lnTo>
                <a:lnTo>
                  <a:pt x="511" y="8"/>
                </a:lnTo>
                <a:lnTo>
                  <a:pt x="492" y="10"/>
                </a:lnTo>
                <a:lnTo>
                  <a:pt x="474" y="13"/>
                </a:lnTo>
                <a:lnTo>
                  <a:pt x="455" y="16"/>
                </a:lnTo>
                <a:lnTo>
                  <a:pt x="437" y="20"/>
                </a:lnTo>
                <a:lnTo>
                  <a:pt x="419" y="24"/>
                </a:lnTo>
                <a:lnTo>
                  <a:pt x="401" y="28"/>
                </a:lnTo>
                <a:lnTo>
                  <a:pt x="384" y="33"/>
                </a:lnTo>
                <a:lnTo>
                  <a:pt x="366" y="38"/>
                </a:lnTo>
                <a:lnTo>
                  <a:pt x="349" y="44"/>
                </a:lnTo>
                <a:lnTo>
                  <a:pt x="332" y="50"/>
                </a:lnTo>
                <a:lnTo>
                  <a:pt x="315" y="56"/>
                </a:lnTo>
                <a:lnTo>
                  <a:pt x="299" y="63"/>
                </a:lnTo>
                <a:lnTo>
                  <a:pt x="283" y="70"/>
                </a:lnTo>
                <a:lnTo>
                  <a:pt x="267" y="77"/>
                </a:lnTo>
                <a:lnTo>
                  <a:pt x="252" y="85"/>
                </a:lnTo>
                <a:lnTo>
                  <a:pt x="237" y="93"/>
                </a:lnTo>
                <a:lnTo>
                  <a:pt x="222" y="102"/>
                </a:lnTo>
                <a:lnTo>
                  <a:pt x="207" y="110"/>
                </a:lnTo>
                <a:lnTo>
                  <a:pt x="193" y="119"/>
                </a:lnTo>
                <a:lnTo>
                  <a:pt x="180" y="129"/>
                </a:lnTo>
                <a:lnTo>
                  <a:pt x="167" y="139"/>
                </a:lnTo>
                <a:lnTo>
                  <a:pt x="154" y="149"/>
                </a:lnTo>
                <a:lnTo>
                  <a:pt x="142" y="159"/>
                </a:lnTo>
                <a:lnTo>
                  <a:pt x="130" y="169"/>
                </a:lnTo>
                <a:lnTo>
                  <a:pt x="119" y="180"/>
                </a:lnTo>
                <a:lnTo>
                  <a:pt x="108" y="191"/>
                </a:lnTo>
                <a:lnTo>
                  <a:pt x="97" y="203"/>
                </a:lnTo>
                <a:lnTo>
                  <a:pt x="88" y="214"/>
                </a:lnTo>
                <a:lnTo>
                  <a:pt x="78" y="226"/>
                </a:lnTo>
                <a:lnTo>
                  <a:pt x="69" y="238"/>
                </a:lnTo>
                <a:lnTo>
                  <a:pt x="61" y="250"/>
                </a:lnTo>
                <a:lnTo>
                  <a:pt x="53" y="262"/>
                </a:lnTo>
                <a:lnTo>
                  <a:pt x="46" y="275"/>
                </a:lnTo>
                <a:lnTo>
                  <a:pt x="39" y="287"/>
                </a:lnTo>
                <a:lnTo>
                  <a:pt x="33" y="300"/>
                </a:lnTo>
                <a:lnTo>
                  <a:pt x="28" y="313"/>
                </a:lnTo>
                <a:lnTo>
                  <a:pt x="23" y="326"/>
                </a:lnTo>
                <a:lnTo>
                  <a:pt x="18" y="339"/>
                </a:lnTo>
                <a:lnTo>
                  <a:pt x="15" y="353"/>
                </a:lnTo>
                <a:lnTo>
                  <a:pt x="11" y="366"/>
                </a:lnTo>
                <a:lnTo>
                  <a:pt x="9" y="379"/>
                </a:lnTo>
                <a:lnTo>
                  <a:pt x="7" y="393"/>
                </a:lnTo>
                <a:lnTo>
                  <a:pt x="5" y="406"/>
                </a:lnTo>
                <a:lnTo>
                  <a:pt x="4" y="420"/>
                </a:lnTo>
                <a:lnTo>
                  <a:pt x="4" y="433"/>
                </a:lnTo>
                <a:lnTo>
                  <a:pt x="4" y="447"/>
                </a:lnTo>
                <a:lnTo>
                  <a:pt x="5" y="460"/>
                </a:lnTo>
                <a:lnTo>
                  <a:pt x="7" y="474"/>
                </a:lnTo>
                <a:lnTo>
                  <a:pt x="9" y="488"/>
                </a:lnTo>
                <a:lnTo>
                  <a:pt x="11" y="502"/>
                </a:lnTo>
                <a:lnTo>
                  <a:pt x="15" y="515"/>
                </a:lnTo>
                <a:lnTo>
                  <a:pt x="18" y="528"/>
                </a:lnTo>
                <a:lnTo>
                  <a:pt x="23" y="541"/>
                </a:lnTo>
                <a:lnTo>
                  <a:pt x="28" y="554"/>
                </a:lnTo>
                <a:lnTo>
                  <a:pt x="33" y="567"/>
                </a:lnTo>
                <a:lnTo>
                  <a:pt x="39" y="580"/>
                </a:lnTo>
                <a:lnTo>
                  <a:pt x="46" y="593"/>
                </a:lnTo>
                <a:lnTo>
                  <a:pt x="53" y="605"/>
                </a:lnTo>
                <a:lnTo>
                  <a:pt x="61" y="618"/>
                </a:lnTo>
                <a:lnTo>
                  <a:pt x="69" y="630"/>
                </a:lnTo>
                <a:lnTo>
                  <a:pt x="78" y="642"/>
                </a:lnTo>
                <a:lnTo>
                  <a:pt x="88" y="653"/>
                </a:lnTo>
                <a:lnTo>
                  <a:pt x="97" y="665"/>
                </a:lnTo>
                <a:lnTo>
                  <a:pt x="108" y="676"/>
                </a:lnTo>
                <a:lnTo>
                  <a:pt x="119" y="687"/>
                </a:lnTo>
                <a:lnTo>
                  <a:pt x="130" y="698"/>
                </a:lnTo>
                <a:lnTo>
                  <a:pt x="142" y="709"/>
                </a:lnTo>
                <a:lnTo>
                  <a:pt x="154" y="719"/>
                </a:lnTo>
                <a:lnTo>
                  <a:pt x="167" y="729"/>
                </a:lnTo>
                <a:lnTo>
                  <a:pt x="180" y="739"/>
                </a:lnTo>
                <a:lnTo>
                  <a:pt x="193" y="748"/>
                </a:lnTo>
                <a:lnTo>
                  <a:pt x="207" y="757"/>
                </a:lnTo>
                <a:lnTo>
                  <a:pt x="222" y="766"/>
                </a:lnTo>
                <a:lnTo>
                  <a:pt x="237" y="775"/>
                </a:lnTo>
                <a:lnTo>
                  <a:pt x="252" y="783"/>
                </a:lnTo>
                <a:lnTo>
                  <a:pt x="267" y="790"/>
                </a:lnTo>
                <a:lnTo>
                  <a:pt x="283" y="798"/>
                </a:lnTo>
                <a:lnTo>
                  <a:pt x="299" y="805"/>
                </a:lnTo>
                <a:lnTo>
                  <a:pt x="315" y="812"/>
                </a:lnTo>
                <a:lnTo>
                  <a:pt x="332" y="818"/>
                </a:lnTo>
                <a:lnTo>
                  <a:pt x="349" y="824"/>
                </a:lnTo>
                <a:lnTo>
                  <a:pt x="366" y="829"/>
                </a:lnTo>
                <a:lnTo>
                  <a:pt x="384" y="835"/>
                </a:lnTo>
                <a:lnTo>
                  <a:pt x="401" y="839"/>
                </a:lnTo>
                <a:lnTo>
                  <a:pt x="419" y="844"/>
                </a:lnTo>
                <a:lnTo>
                  <a:pt x="437" y="848"/>
                </a:lnTo>
                <a:lnTo>
                  <a:pt x="455" y="851"/>
                </a:lnTo>
                <a:lnTo>
                  <a:pt x="474" y="855"/>
                </a:lnTo>
                <a:lnTo>
                  <a:pt x="492" y="857"/>
                </a:lnTo>
                <a:lnTo>
                  <a:pt x="511" y="860"/>
                </a:lnTo>
                <a:lnTo>
                  <a:pt x="530" y="862"/>
                </a:lnTo>
                <a:lnTo>
                  <a:pt x="548" y="863"/>
                </a:lnTo>
                <a:lnTo>
                  <a:pt x="567" y="864"/>
                </a:lnTo>
                <a:lnTo>
                  <a:pt x="587" y="865"/>
                </a:lnTo>
                <a:lnTo>
                  <a:pt x="606" y="865"/>
                </a:lnTo>
                <a:lnTo>
                  <a:pt x="625" y="865"/>
                </a:lnTo>
                <a:lnTo>
                  <a:pt x="644" y="864"/>
                </a:lnTo>
                <a:lnTo>
                  <a:pt x="663" y="863"/>
                </a:lnTo>
                <a:lnTo>
                  <a:pt x="681" y="862"/>
                </a:lnTo>
                <a:lnTo>
                  <a:pt x="700" y="860"/>
                </a:lnTo>
                <a:lnTo>
                  <a:pt x="719" y="857"/>
                </a:lnTo>
                <a:lnTo>
                  <a:pt x="737" y="855"/>
                </a:lnTo>
                <a:lnTo>
                  <a:pt x="755" y="851"/>
                </a:lnTo>
                <a:lnTo>
                  <a:pt x="774" y="848"/>
                </a:lnTo>
                <a:lnTo>
                  <a:pt x="792" y="844"/>
                </a:lnTo>
                <a:lnTo>
                  <a:pt x="810" y="839"/>
                </a:lnTo>
                <a:lnTo>
                  <a:pt x="827" y="835"/>
                </a:lnTo>
                <a:lnTo>
                  <a:pt x="845" y="829"/>
                </a:lnTo>
                <a:lnTo>
                  <a:pt x="862" y="824"/>
                </a:lnTo>
                <a:lnTo>
                  <a:pt x="879" y="818"/>
                </a:lnTo>
                <a:lnTo>
                  <a:pt x="896" y="812"/>
                </a:lnTo>
                <a:lnTo>
                  <a:pt x="912" y="805"/>
                </a:lnTo>
                <a:lnTo>
                  <a:pt x="928" y="798"/>
                </a:lnTo>
                <a:lnTo>
                  <a:pt x="944" y="790"/>
                </a:lnTo>
                <a:lnTo>
                  <a:pt x="959" y="783"/>
                </a:lnTo>
                <a:lnTo>
                  <a:pt x="974" y="775"/>
                </a:lnTo>
                <a:lnTo>
                  <a:pt x="989" y="766"/>
                </a:lnTo>
                <a:lnTo>
                  <a:pt x="1003" y="757"/>
                </a:lnTo>
                <a:lnTo>
                  <a:pt x="1017" y="748"/>
                </a:lnTo>
                <a:lnTo>
                  <a:pt x="1031" y="739"/>
                </a:lnTo>
                <a:lnTo>
                  <a:pt x="1044" y="729"/>
                </a:lnTo>
                <a:lnTo>
                  <a:pt x="1057" y="719"/>
                </a:lnTo>
                <a:lnTo>
                  <a:pt x="1069" y="709"/>
                </a:lnTo>
                <a:lnTo>
                  <a:pt x="1081" y="698"/>
                </a:lnTo>
                <a:lnTo>
                  <a:pt x="1092" y="687"/>
                </a:lnTo>
                <a:lnTo>
                  <a:pt x="1103" y="676"/>
                </a:lnTo>
                <a:lnTo>
                  <a:pt x="1113" y="665"/>
                </a:lnTo>
                <a:lnTo>
                  <a:pt x="1123" y="653"/>
                </a:lnTo>
                <a:lnTo>
                  <a:pt x="1133" y="642"/>
                </a:lnTo>
                <a:lnTo>
                  <a:pt x="1141" y="630"/>
                </a:lnTo>
                <a:lnTo>
                  <a:pt x="1150" y="618"/>
                </a:lnTo>
                <a:lnTo>
                  <a:pt x="1158" y="605"/>
                </a:lnTo>
                <a:lnTo>
                  <a:pt x="1165" y="593"/>
                </a:lnTo>
                <a:lnTo>
                  <a:pt x="1171" y="580"/>
                </a:lnTo>
                <a:lnTo>
                  <a:pt x="1178" y="567"/>
                </a:lnTo>
                <a:lnTo>
                  <a:pt x="1183" y="554"/>
                </a:lnTo>
                <a:lnTo>
                  <a:pt x="1188" y="541"/>
                </a:lnTo>
                <a:lnTo>
                  <a:pt x="1193" y="528"/>
                </a:lnTo>
                <a:lnTo>
                  <a:pt x="1196" y="515"/>
                </a:lnTo>
                <a:lnTo>
                  <a:pt x="1200" y="502"/>
                </a:lnTo>
                <a:lnTo>
                  <a:pt x="1202" y="488"/>
                </a:lnTo>
                <a:lnTo>
                  <a:pt x="1204" y="474"/>
                </a:lnTo>
                <a:lnTo>
                  <a:pt x="1206" y="460"/>
                </a:lnTo>
                <a:lnTo>
                  <a:pt x="1207" y="447"/>
                </a:lnTo>
                <a:lnTo>
                  <a:pt x="1207" y="433"/>
                </a:lnTo>
                <a:moveTo>
                  <a:pt x="1211" y="433"/>
                </a:moveTo>
                <a:lnTo>
                  <a:pt x="1211" y="447"/>
                </a:lnTo>
                <a:lnTo>
                  <a:pt x="1210" y="461"/>
                </a:lnTo>
                <a:lnTo>
                  <a:pt x="1208" y="474"/>
                </a:lnTo>
                <a:lnTo>
                  <a:pt x="1206" y="489"/>
                </a:lnTo>
                <a:lnTo>
                  <a:pt x="1203" y="502"/>
                </a:lnTo>
                <a:lnTo>
                  <a:pt x="1200" y="516"/>
                </a:lnTo>
                <a:lnTo>
                  <a:pt x="1196" y="529"/>
                </a:lnTo>
                <a:lnTo>
                  <a:pt x="1192" y="542"/>
                </a:lnTo>
                <a:lnTo>
                  <a:pt x="1187" y="555"/>
                </a:lnTo>
                <a:lnTo>
                  <a:pt x="1181" y="568"/>
                </a:lnTo>
                <a:lnTo>
                  <a:pt x="1175" y="581"/>
                </a:lnTo>
                <a:lnTo>
                  <a:pt x="1168" y="594"/>
                </a:lnTo>
                <a:lnTo>
                  <a:pt x="1161" y="606"/>
                </a:lnTo>
                <a:lnTo>
                  <a:pt x="1153" y="619"/>
                </a:lnTo>
                <a:lnTo>
                  <a:pt x="1145" y="631"/>
                </a:lnTo>
                <a:lnTo>
                  <a:pt x="1136" y="643"/>
                </a:lnTo>
                <a:lnTo>
                  <a:pt x="1127" y="655"/>
                </a:lnTo>
                <a:lnTo>
                  <a:pt x="1117" y="667"/>
                </a:lnTo>
                <a:lnTo>
                  <a:pt x="1106" y="678"/>
                </a:lnTo>
                <a:lnTo>
                  <a:pt x="1095" y="689"/>
                </a:lnTo>
                <a:lnTo>
                  <a:pt x="1084" y="700"/>
                </a:lnTo>
                <a:lnTo>
                  <a:pt x="1072" y="711"/>
                </a:lnTo>
                <a:lnTo>
                  <a:pt x="1060" y="721"/>
                </a:lnTo>
                <a:lnTo>
                  <a:pt x="1047" y="731"/>
                </a:lnTo>
                <a:lnTo>
                  <a:pt x="1034" y="741"/>
                </a:lnTo>
                <a:lnTo>
                  <a:pt x="1020" y="750"/>
                </a:lnTo>
                <a:lnTo>
                  <a:pt x="1006" y="759"/>
                </a:lnTo>
                <a:lnTo>
                  <a:pt x="992" y="768"/>
                </a:lnTo>
                <a:lnTo>
                  <a:pt x="977" y="777"/>
                </a:lnTo>
                <a:lnTo>
                  <a:pt x="962" y="785"/>
                </a:lnTo>
                <a:lnTo>
                  <a:pt x="946" y="793"/>
                </a:lnTo>
                <a:lnTo>
                  <a:pt x="930" y="800"/>
                </a:lnTo>
                <a:lnTo>
                  <a:pt x="914" y="807"/>
                </a:lnTo>
                <a:lnTo>
                  <a:pt x="897" y="814"/>
                </a:lnTo>
                <a:lnTo>
                  <a:pt x="881" y="820"/>
                </a:lnTo>
                <a:lnTo>
                  <a:pt x="864" y="826"/>
                </a:lnTo>
                <a:lnTo>
                  <a:pt x="846" y="832"/>
                </a:lnTo>
                <a:lnTo>
                  <a:pt x="829" y="837"/>
                </a:lnTo>
                <a:lnTo>
                  <a:pt x="811" y="842"/>
                </a:lnTo>
                <a:lnTo>
                  <a:pt x="793" y="846"/>
                </a:lnTo>
                <a:lnTo>
                  <a:pt x="775" y="850"/>
                </a:lnTo>
                <a:lnTo>
                  <a:pt x="756" y="854"/>
                </a:lnTo>
                <a:lnTo>
                  <a:pt x="738" y="857"/>
                </a:lnTo>
                <a:lnTo>
                  <a:pt x="719" y="860"/>
                </a:lnTo>
                <a:lnTo>
                  <a:pt x="701" y="862"/>
                </a:lnTo>
                <a:lnTo>
                  <a:pt x="682" y="864"/>
                </a:lnTo>
                <a:lnTo>
                  <a:pt x="663" y="866"/>
                </a:lnTo>
                <a:lnTo>
                  <a:pt x="644" y="867"/>
                </a:lnTo>
                <a:lnTo>
                  <a:pt x="625" y="867"/>
                </a:lnTo>
                <a:lnTo>
                  <a:pt x="606" y="868"/>
                </a:lnTo>
                <a:lnTo>
                  <a:pt x="587" y="867"/>
                </a:lnTo>
                <a:lnTo>
                  <a:pt x="567" y="867"/>
                </a:lnTo>
                <a:lnTo>
                  <a:pt x="548" y="866"/>
                </a:lnTo>
                <a:lnTo>
                  <a:pt x="529" y="864"/>
                </a:lnTo>
                <a:lnTo>
                  <a:pt x="510" y="862"/>
                </a:lnTo>
                <a:lnTo>
                  <a:pt x="492" y="860"/>
                </a:lnTo>
                <a:lnTo>
                  <a:pt x="473" y="857"/>
                </a:lnTo>
                <a:lnTo>
                  <a:pt x="455" y="854"/>
                </a:lnTo>
                <a:lnTo>
                  <a:pt x="436" y="850"/>
                </a:lnTo>
                <a:lnTo>
                  <a:pt x="418" y="846"/>
                </a:lnTo>
                <a:lnTo>
                  <a:pt x="400" y="842"/>
                </a:lnTo>
                <a:lnTo>
                  <a:pt x="382" y="837"/>
                </a:lnTo>
                <a:lnTo>
                  <a:pt x="365" y="832"/>
                </a:lnTo>
                <a:lnTo>
                  <a:pt x="347" y="826"/>
                </a:lnTo>
                <a:lnTo>
                  <a:pt x="330" y="820"/>
                </a:lnTo>
                <a:lnTo>
                  <a:pt x="314" y="814"/>
                </a:lnTo>
                <a:lnTo>
                  <a:pt x="297" y="807"/>
                </a:lnTo>
                <a:lnTo>
                  <a:pt x="281" y="800"/>
                </a:lnTo>
                <a:lnTo>
                  <a:pt x="265" y="793"/>
                </a:lnTo>
                <a:lnTo>
                  <a:pt x="249" y="785"/>
                </a:lnTo>
                <a:lnTo>
                  <a:pt x="234" y="777"/>
                </a:lnTo>
                <a:lnTo>
                  <a:pt x="219" y="768"/>
                </a:lnTo>
                <a:lnTo>
                  <a:pt x="205" y="759"/>
                </a:lnTo>
                <a:lnTo>
                  <a:pt x="191" y="750"/>
                </a:lnTo>
                <a:lnTo>
                  <a:pt x="177" y="741"/>
                </a:lnTo>
                <a:lnTo>
                  <a:pt x="164" y="731"/>
                </a:lnTo>
                <a:lnTo>
                  <a:pt x="151" y="721"/>
                </a:lnTo>
                <a:lnTo>
                  <a:pt x="139" y="711"/>
                </a:lnTo>
                <a:lnTo>
                  <a:pt x="127" y="700"/>
                </a:lnTo>
                <a:lnTo>
                  <a:pt x="116" y="689"/>
                </a:lnTo>
                <a:lnTo>
                  <a:pt x="105" y="678"/>
                </a:lnTo>
                <a:lnTo>
                  <a:pt x="94" y="667"/>
                </a:lnTo>
                <a:lnTo>
                  <a:pt x="84" y="655"/>
                </a:lnTo>
                <a:lnTo>
                  <a:pt x="75" y="643"/>
                </a:lnTo>
                <a:lnTo>
                  <a:pt x="66" y="631"/>
                </a:lnTo>
                <a:lnTo>
                  <a:pt x="58" y="619"/>
                </a:lnTo>
                <a:lnTo>
                  <a:pt x="50" y="606"/>
                </a:lnTo>
                <a:lnTo>
                  <a:pt x="42" y="594"/>
                </a:lnTo>
                <a:lnTo>
                  <a:pt x="36" y="581"/>
                </a:lnTo>
                <a:lnTo>
                  <a:pt x="30" y="568"/>
                </a:lnTo>
                <a:lnTo>
                  <a:pt x="24" y="555"/>
                </a:lnTo>
                <a:lnTo>
                  <a:pt x="19" y="542"/>
                </a:lnTo>
                <a:lnTo>
                  <a:pt x="15" y="529"/>
                </a:lnTo>
                <a:lnTo>
                  <a:pt x="11" y="516"/>
                </a:lnTo>
                <a:lnTo>
                  <a:pt x="7" y="502"/>
                </a:lnTo>
                <a:lnTo>
                  <a:pt x="5" y="489"/>
                </a:lnTo>
                <a:lnTo>
                  <a:pt x="3" y="474"/>
                </a:lnTo>
                <a:lnTo>
                  <a:pt x="1" y="461"/>
                </a:lnTo>
                <a:lnTo>
                  <a:pt x="0" y="447"/>
                </a:lnTo>
                <a:lnTo>
                  <a:pt x="0" y="433"/>
                </a:lnTo>
                <a:lnTo>
                  <a:pt x="0" y="420"/>
                </a:lnTo>
                <a:lnTo>
                  <a:pt x="1" y="406"/>
                </a:lnTo>
                <a:lnTo>
                  <a:pt x="3" y="393"/>
                </a:lnTo>
                <a:lnTo>
                  <a:pt x="5" y="379"/>
                </a:lnTo>
                <a:lnTo>
                  <a:pt x="7" y="366"/>
                </a:lnTo>
                <a:lnTo>
                  <a:pt x="11" y="352"/>
                </a:lnTo>
                <a:lnTo>
                  <a:pt x="15" y="339"/>
                </a:lnTo>
                <a:lnTo>
                  <a:pt x="19" y="326"/>
                </a:lnTo>
                <a:lnTo>
                  <a:pt x="24" y="312"/>
                </a:lnTo>
                <a:lnTo>
                  <a:pt x="30" y="299"/>
                </a:lnTo>
                <a:lnTo>
                  <a:pt x="36" y="286"/>
                </a:lnTo>
                <a:lnTo>
                  <a:pt x="42" y="274"/>
                </a:lnTo>
                <a:lnTo>
                  <a:pt x="50" y="261"/>
                </a:lnTo>
                <a:lnTo>
                  <a:pt x="58" y="249"/>
                </a:lnTo>
                <a:lnTo>
                  <a:pt x="66" y="237"/>
                </a:lnTo>
                <a:lnTo>
                  <a:pt x="75" y="225"/>
                </a:lnTo>
                <a:lnTo>
                  <a:pt x="84" y="213"/>
                </a:lnTo>
                <a:lnTo>
                  <a:pt x="94" y="201"/>
                </a:lnTo>
                <a:lnTo>
                  <a:pt x="105" y="190"/>
                </a:lnTo>
                <a:lnTo>
                  <a:pt x="116" y="179"/>
                </a:lnTo>
                <a:lnTo>
                  <a:pt x="127" y="168"/>
                </a:lnTo>
                <a:lnTo>
                  <a:pt x="139" y="157"/>
                </a:lnTo>
                <a:lnTo>
                  <a:pt x="151" y="147"/>
                </a:lnTo>
                <a:lnTo>
                  <a:pt x="164" y="137"/>
                </a:lnTo>
                <a:lnTo>
                  <a:pt x="177" y="127"/>
                </a:lnTo>
                <a:lnTo>
                  <a:pt x="191" y="117"/>
                </a:lnTo>
                <a:lnTo>
                  <a:pt x="205" y="108"/>
                </a:lnTo>
                <a:lnTo>
                  <a:pt x="219" y="99"/>
                </a:lnTo>
                <a:lnTo>
                  <a:pt x="234" y="91"/>
                </a:lnTo>
                <a:lnTo>
                  <a:pt x="249" y="83"/>
                </a:lnTo>
                <a:lnTo>
                  <a:pt x="265" y="75"/>
                </a:lnTo>
                <a:lnTo>
                  <a:pt x="281" y="67"/>
                </a:lnTo>
                <a:lnTo>
                  <a:pt x="297" y="60"/>
                </a:lnTo>
                <a:lnTo>
                  <a:pt x="314" y="54"/>
                </a:lnTo>
                <a:lnTo>
                  <a:pt x="330" y="47"/>
                </a:lnTo>
                <a:lnTo>
                  <a:pt x="347" y="41"/>
                </a:lnTo>
                <a:lnTo>
                  <a:pt x="365" y="36"/>
                </a:lnTo>
                <a:lnTo>
                  <a:pt x="382" y="30"/>
                </a:lnTo>
                <a:lnTo>
                  <a:pt x="400" y="26"/>
                </a:lnTo>
                <a:lnTo>
                  <a:pt x="418" y="21"/>
                </a:lnTo>
                <a:lnTo>
                  <a:pt x="436" y="17"/>
                </a:lnTo>
                <a:lnTo>
                  <a:pt x="455" y="14"/>
                </a:lnTo>
                <a:lnTo>
                  <a:pt x="473" y="10"/>
                </a:lnTo>
                <a:lnTo>
                  <a:pt x="492" y="8"/>
                </a:lnTo>
                <a:lnTo>
                  <a:pt x="510" y="5"/>
                </a:lnTo>
                <a:lnTo>
                  <a:pt x="529" y="3"/>
                </a:lnTo>
                <a:lnTo>
                  <a:pt x="548" y="2"/>
                </a:lnTo>
                <a:lnTo>
                  <a:pt x="567" y="1"/>
                </a:lnTo>
                <a:lnTo>
                  <a:pt x="587" y="0"/>
                </a:lnTo>
                <a:lnTo>
                  <a:pt x="606" y="0"/>
                </a:lnTo>
                <a:lnTo>
                  <a:pt x="625" y="0"/>
                </a:lnTo>
                <a:lnTo>
                  <a:pt x="644" y="1"/>
                </a:lnTo>
                <a:lnTo>
                  <a:pt x="663" y="2"/>
                </a:lnTo>
                <a:lnTo>
                  <a:pt x="682" y="3"/>
                </a:lnTo>
                <a:lnTo>
                  <a:pt x="701" y="5"/>
                </a:lnTo>
                <a:lnTo>
                  <a:pt x="719" y="8"/>
                </a:lnTo>
                <a:lnTo>
                  <a:pt x="738" y="10"/>
                </a:lnTo>
                <a:lnTo>
                  <a:pt x="756" y="14"/>
                </a:lnTo>
                <a:lnTo>
                  <a:pt x="775" y="17"/>
                </a:lnTo>
                <a:lnTo>
                  <a:pt x="793" y="21"/>
                </a:lnTo>
                <a:lnTo>
                  <a:pt x="811" y="26"/>
                </a:lnTo>
                <a:lnTo>
                  <a:pt x="829" y="30"/>
                </a:lnTo>
                <a:lnTo>
                  <a:pt x="846" y="36"/>
                </a:lnTo>
                <a:lnTo>
                  <a:pt x="864" y="41"/>
                </a:lnTo>
                <a:lnTo>
                  <a:pt x="881" y="47"/>
                </a:lnTo>
                <a:lnTo>
                  <a:pt x="897" y="54"/>
                </a:lnTo>
                <a:lnTo>
                  <a:pt x="914" y="60"/>
                </a:lnTo>
                <a:lnTo>
                  <a:pt x="930" y="67"/>
                </a:lnTo>
                <a:lnTo>
                  <a:pt x="946" y="75"/>
                </a:lnTo>
                <a:lnTo>
                  <a:pt x="962" y="83"/>
                </a:lnTo>
                <a:lnTo>
                  <a:pt x="977" y="91"/>
                </a:lnTo>
                <a:lnTo>
                  <a:pt x="992" y="99"/>
                </a:lnTo>
                <a:lnTo>
                  <a:pt x="1006" y="108"/>
                </a:lnTo>
                <a:lnTo>
                  <a:pt x="1020" y="117"/>
                </a:lnTo>
                <a:lnTo>
                  <a:pt x="1034" y="127"/>
                </a:lnTo>
                <a:lnTo>
                  <a:pt x="1047" y="137"/>
                </a:lnTo>
                <a:lnTo>
                  <a:pt x="1060" y="147"/>
                </a:lnTo>
                <a:lnTo>
                  <a:pt x="1072" y="157"/>
                </a:lnTo>
                <a:lnTo>
                  <a:pt x="1084" y="168"/>
                </a:lnTo>
                <a:lnTo>
                  <a:pt x="1095" y="179"/>
                </a:lnTo>
                <a:lnTo>
                  <a:pt x="1106" y="190"/>
                </a:lnTo>
                <a:lnTo>
                  <a:pt x="1117" y="201"/>
                </a:lnTo>
                <a:lnTo>
                  <a:pt x="1127" y="213"/>
                </a:lnTo>
                <a:lnTo>
                  <a:pt x="1136" y="225"/>
                </a:lnTo>
                <a:lnTo>
                  <a:pt x="1145" y="237"/>
                </a:lnTo>
                <a:lnTo>
                  <a:pt x="1153" y="249"/>
                </a:lnTo>
                <a:lnTo>
                  <a:pt x="1161" y="261"/>
                </a:lnTo>
                <a:lnTo>
                  <a:pt x="1168" y="274"/>
                </a:lnTo>
                <a:lnTo>
                  <a:pt x="1175" y="286"/>
                </a:lnTo>
                <a:lnTo>
                  <a:pt x="1181" y="299"/>
                </a:lnTo>
                <a:lnTo>
                  <a:pt x="1187" y="312"/>
                </a:lnTo>
                <a:lnTo>
                  <a:pt x="1192" y="326"/>
                </a:lnTo>
                <a:lnTo>
                  <a:pt x="1196" y="339"/>
                </a:lnTo>
                <a:lnTo>
                  <a:pt x="1200" y="352"/>
                </a:lnTo>
                <a:lnTo>
                  <a:pt x="1203" y="366"/>
                </a:lnTo>
                <a:lnTo>
                  <a:pt x="1206" y="379"/>
                </a:lnTo>
                <a:lnTo>
                  <a:pt x="1208" y="393"/>
                </a:lnTo>
                <a:lnTo>
                  <a:pt x="1210" y="406"/>
                </a:lnTo>
                <a:lnTo>
                  <a:pt x="1211" y="420"/>
                </a:lnTo>
                <a:lnTo>
                  <a:pt x="1211" y="433"/>
                </a:lnTo>
                <a:close/>
              </a:path>
            </a:pathLst>
          </a:custGeom>
          <a:solidFill>
            <a:srgbClr val="ffc1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4" name=""/>
          <p:cNvSpPr/>
          <p:nvPr/>
        </p:nvSpPr>
        <p:spPr>
          <a:xfrm>
            <a:off x="7843320" y="2787120"/>
            <a:ext cx="438840" cy="314280"/>
          </a:xfrm>
          <a:custGeom>
            <a:avLst/>
            <a:gdLst/>
            <a:ahLst/>
            <a:rect l="0" t="0" r="r" b="b"/>
            <a:pathLst>
              <a:path w="1219" h="873">
                <a:moveTo>
                  <a:pt x="1215" y="436"/>
                </a:moveTo>
                <a:lnTo>
                  <a:pt x="1215" y="423"/>
                </a:lnTo>
                <a:lnTo>
                  <a:pt x="1214" y="409"/>
                </a:lnTo>
                <a:lnTo>
                  <a:pt x="1212" y="396"/>
                </a:lnTo>
                <a:lnTo>
                  <a:pt x="1210" y="382"/>
                </a:lnTo>
                <a:lnTo>
                  <a:pt x="1207" y="369"/>
                </a:lnTo>
                <a:lnTo>
                  <a:pt x="1204" y="355"/>
                </a:lnTo>
                <a:lnTo>
                  <a:pt x="1200" y="342"/>
                </a:lnTo>
                <a:lnTo>
                  <a:pt x="1196" y="329"/>
                </a:lnTo>
                <a:lnTo>
                  <a:pt x="1191" y="315"/>
                </a:lnTo>
                <a:lnTo>
                  <a:pt x="1185" y="302"/>
                </a:lnTo>
                <a:lnTo>
                  <a:pt x="1179" y="289"/>
                </a:lnTo>
                <a:lnTo>
                  <a:pt x="1172" y="277"/>
                </a:lnTo>
                <a:lnTo>
                  <a:pt x="1165" y="264"/>
                </a:lnTo>
                <a:lnTo>
                  <a:pt x="1157" y="252"/>
                </a:lnTo>
                <a:lnTo>
                  <a:pt x="1149" y="240"/>
                </a:lnTo>
                <a:lnTo>
                  <a:pt x="1140" y="228"/>
                </a:lnTo>
                <a:lnTo>
                  <a:pt x="1131" y="216"/>
                </a:lnTo>
                <a:lnTo>
                  <a:pt x="1121" y="204"/>
                </a:lnTo>
                <a:lnTo>
                  <a:pt x="1110" y="193"/>
                </a:lnTo>
                <a:lnTo>
                  <a:pt x="1099" y="182"/>
                </a:lnTo>
                <a:lnTo>
                  <a:pt x="1088" y="171"/>
                </a:lnTo>
                <a:lnTo>
                  <a:pt x="1076" y="160"/>
                </a:lnTo>
                <a:lnTo>
                  <a:pt x="1064" y="150"/>
                </a:lnTo>
                <a:lnTo>
                  <a:pt x="1051" y="140"/>
                </a:lnTo>
                <a:lnTo>
                  <a:pt x="1038" y="130"/>
                </a:lnTo>
                <a:lnTo>
                  <a:pt x="1024" y="120"/>
                </a:lnTo>
                <a:lnTo>
                  <a:pt x="1010" y="111"/>
                </a:lnTo>
                <a:lnTo>
                  <a:pt x="996" y="102"/>
                </a:lnTo>
                <a:lnTo>
                  <a:pt x="981" y="94"/>
                </a:lnTo>
                <a:lnTo>
                  <a:pt x="966" y="86"/>
                </a:lnTo>
                <a:lnTo>
                  <a:pt x="950" y="78"/>
                </a:lnTo>
                <a:lnTo>
                  <a:pt x="934" y="70"/>
                </a:lnTo>
                <a:lnTo>
                  <a:pt x="918" y="63"/>
                </a:lnTo>
                <a:lnTo>
                  <a:pt x="901" y="57"/>
                </a:lnTo>
                <a:lnTo>
                  <a:pt x="885" y="50"/>
                </a:lnTo>
                <a:lnTo>
                  <a:pt x="868" y="44"/>
                </a:lnTo>
                <a:lnTo>
                  <a:pt x="850" y="39"/>
                </a:lnTo>
                <a:lnTo>
                  <a:pt x="833" y="33"/>
                </a:lnTo>
                <a:lnTo>
                  <a:pt x="815" y="29"/>
                </a:lnTo>
                <a:lnTo>
                  <a:pt x="797" y="24"/>
                </a:lnTo>
                <a:lnTo>
                  <a:pt x="779" y="20"/>
                </a:lnTo>
                <a:lnTo>
                  <a:pt x="760" y="17"/>
                </a:lnTo>
                <a:lnTo>
                  <a:pt x="742" y="13"/>
                </a:lnTo>
                <a:lnTo>
                  <a:pt x="722" y="11"/>
                </a:lnTo>
                <a:lnTo>
                  <a:pt x="704" y="8"/>
                </a:lnTo>
                <a:lnTo>
                  <a:pt x="685" y="6"/>
                </a:lnTo>
                <a:lnTo>
                  <a:pt x="666" y="5"/>
                </a:lnTo>
                <a:lnTo>
                  <a:pt x="647" y="4"/>
                </a:lnTo>
                <a:lnTo>
                  <a:pt x="628" y="3"/>
                </a:lnTo>
                <a:lnTo>
                  <a:pt x="609" y="3"/>
                </a:lnTo>
                <a:lnTo>
                  <a:pt x="590" y="3"/>
                </a:lnTo>
                <a:lnTo>
                  <a:pt x="571" y="4"/>
                </a:lnTo>
                <a:lnTo>
                  <a:pt x="552" y="5"/>
                </a:lnTo>
                <a:lnTo>
                  <a:pt x="533" y="6"/>
                </a:lnTo>
                <a:lnTo>
                  <a:pt x="514" y="8"/>
                </a:lnTo>
                <a:lnTo>
                  <a:pt x="496" y="11"/>
                </a:lnTo>
                <a:lnTo>
                  <a:pt x="477" y="13"/>
                </a:lnTo>
                <a:lnTo>
                  <a:pt x="459" y="17"/>
                </a:lnTo>
                <a:lnTo>
                  <a:pt x="440" y="20"/>
                </a:lnTo>
                <a:lnTo>
                  <a:pt x="422" y="24"/>
                </a:lnTo>
                <a:lnTo>
                  <a:pt x="404" y="29"/>
                </a:lnTo>
                <a:lnTo>
                  <a:pt x="386" y="33"/>
                </a:lnTo>
                <a:lnTo>
                  <a:pt x="369" y="39"/>
                </a:lnTo>
                <a:lnTo>
                  <a:pt x="351" y="44"/>
                </a:lnTo>
                <a:lnTo>
                  <a:pt x="334" y="50"/>
                </a:lnTo>
                <a:lnTo>
                  <a:pt x="318" y="57"/>
                </a:lnTo>
                <a:lnTo>
                  <a:pt x="301" y="63"/>
                </a:lnTo>
                <a:lnTo>
                  <a:pt x="285" y="70"/>
                </a:lnTo>
                <a:lnTo>
                  <a:pt x="269" y="78"/>
                </a:lnTo>
                <a:lnTo>
                  <a:pt x="253" y="86"/>
                </a:lnTo>
                <a:lnTo>
                  <a:pt x="238" y="94"/>
                </a:lnTo>
                <a:lnTo>
                  <a:pt x="223" y="102"/>
                </a:lnTo>
                <a:lnTo>
                  <a:pt x="209" y="111"/>
                </a:lnTo>
                <a:lnTo>
                  <a:pt x="195" y="120"/>
                </a:lnTo>
                <a:lnTo>
                  <a:pt x="181" y="130"/>
                </a:lnTo>
                <a:lnTo>
                  <a:pt x="168" y="140"/>
                </a:lnTo>
                <a:lnTo>
                  <a:pt x="155" y="150"/>
                </a:lnTo>
                <a:lnTo>
                  <a:pt x="143" y="160"/>
                </a:lnTo>
                <a:lnTo>
                  <a:pt x="131" y="171"/>
                </a:lnTo>
                <a:lnTo>
                  <a:pt x="120" y="182"/>
                </a:lnTo>
                <a:lnTo>
                  <a:pt x="109" y="193"/>
                </a:lnTo>
                <a:lnTo>
                  <a:pt x="98" y="204"/>
                </a:lnTo>
                <a:lnTo>
                  <a:pt x="88" y="216"/>
                </a:lnTo>
                <a:lnTo>
                  <a:pt x="79" y="228"/>
                </a:lnTo>
                <a:lnTo>
                  <a:pt x="70" y="240"/>
                </a:lnTo>
                <a:lnTo>
                  <a:pt x="62" y="252"/>
                </a:lnTo>
                <a:lnTo>
                  <a:pt x="54" y="264"/>
                </a:lnTo>
                <a:lnTo>
                  <a:pt x="46" y="277"/>
                </a:lnTo>
                <a:lnTo>
                  <a:pt x="40" y="289"/>
                </a:lnTo>
                <a:lnTo>
                  <a:pt x="34" y="302"/>
                </a:lnTo>
                <a:lnTo>
                  <a:pt x="28" y="315"/>
                </a:lnTo>
                <a:lnTo>
                  <a:pt x="23" y="329"/>
                </a:lnTo>
                <a:lnTo>
                  <a:pt x="19" y="342"/>
                </a:lnTo>
                <a:lnTo>
                  <a:pt x="15" y="355"/>
                </a:lnTo>
                <a:lnTo>
                  <a:pt x="11" y="369"/>
                </a:lnTo>
                <a:lnTo>
                  <a:pt x="9" y="382"/>
                </a:lnTo>
                <a:lnTo>
                  <a:pt x="7" y="396"/>
                </a:lnTo>
                <a:lnTo>
                  <a:pt x="5" y="409"/>
                </a:lnTo>
                <a:lnTo>
                  <a:pt x="4" y="423"/>
                </a:lnTo>
                <a:lnTo>
                  <a:pt x="4" y="436"/>
                </a:lnTo>
                <a:lnTo>
                  <a:pt x="4" y="450"/>
                </a:lnTo>
                <a:lnTo>
                  <a:pt x="5" y="464"/>
                </a:lnTo>
                <a:lnTo>
                  <a:pt x="7" y="477"/>
                </a:lnTo>
                <a:lnTo>
                  <a:pt x="9" y="491"/>
                </a:lnTo>
                <a:lnTo>
                  <a:pt x="11" y="504"/>
                </a:lnTo>
                <a:lnTo>
                  <a:pt x="15" y="518"/>
                </a:lnTo>
                <a:lnTo>
                  <a:pt x="19" y="531"/>
                </a:lnTo>
                <a:lnTo>
                  <a:pt x="23" y="545"/>
                </a:lnTo>
                <a:lnTo>
                  <a:pt x="28" y="558"/>
                </a:lnTo>
                <a:lnTo>
                  <a:pt x="34" y="571"/>
                </a:lnTo>
                <a:lnTo>
                  <a:pt x="40" y="584"/>
                </a:lnTo>
                <a:lnTo>
                  <a:pt x="46" y="597"/>
                </a:lnTo>
                <a:lnTo>
                  <a:pt x="54" y="609"/>
                </a:lnTo>
                <a:lnTo>
                  <a:pt x="62" y="622"/>
                </a:lnTo>
                <a:lnTo>
                  <a:pt x="70" y="634"/>
                </a:lnTo>
                <a:lnTo>
                  <a:pt x="79" y="646"/>
                </a:lnTo>
                <a:lnTo>
                  <a:pt x="88" y="658"/>
                </a:lnTo>
                <a:lnTo>
                  <a:pt x="98" y="670"/>
                </a:lnTo>
                <a:lnTo>
                  <a:pt x="109" y="681"/>
                </a:lnTo>
                <a:lnTo>
                  <a:pt x="120" y="692"/>
                </a:lnTo>
                <a:lnTo>
                  <a:pt x="131" y="703"/>
                </a:lnTo>
                <a:lnTo>
                  <a:pt x="143" y="714"/>
                </a:lnTo>
                <a:lnTo>
                  <a:pt x="155" y="724"/>
                </a:lnTo>
                <a:lnTo>
                  <a:pt x="168" y="734"/>
                </a:lnTo>
                <a:lnTo>
                  <a:pt x="181" y="744"/>
                </a:lnTo>
                <a:lnTo>
                  <a:pt x="195" y="753"/>
                </a:lnTo>
                <a:lnTo>
                  <a:pt x="209" y="762"/>
                </a:lnTo>
                <a:lnTo>
                  <a:pt x="223" y="771"/>
                </a:lnTo>
                <a:lnTo>
                  <a:pt x="238" y="780"/>
                </a:lnTo>
                <a:lnTo>
                  <a:pt x="253" y="788"/>
                </a:lnTo>
                <a:lnTo>
                  <a:pt x="269" y="796"/>
                </a:lnTo>
                <a:lnTo>
                  <a:pt x="285" y="803"/>
                </a:lnTo>
                <a:lnTo>
                  <a:pt x="301" y="810"/>
                </a:lnTo>
                <a:lnTo>
                  <a:pt x="318" y="817"/>
                </a:lnTo>
                <a:lnTo>
                  <a:pt x="334" y="823"/>
                </a:lnTo>
                <a:lnTo>
                  <a:pt x="351" y="829"/>
                </a:lnTo>
                <a:lnTo>
                  <a:pt x="369" y="835"/>
                </a:lnTo>
                <a:lnTo>
                  <a:pt x="386" y="840"/>
                </a:lnTo>
                <a:lnTo>
                  <a:pt x="404" y="845"/>
                </a:lnTo>
                <a:lnTo>
                  <a:pt x="422" y="849"/>
                </a:lnTo>
                <a:lnTo>
                  <a:pt x="440" y="853"/>
                </a:lnTo>
                <a:lnTo>
                  <a:pt x="459" y="857"/>
                </a:lnTo>
                <a:lnTo>
                  <a:pt x="477" y="860"/>
                </a:lnTo>
                <a:lnTo>
                  <a:pt x="496" y="863"/>
                </a:lnTo>
                <a:lnTo>
                  <a:pt x="514" y="865"/>
                </a:lnTo>
                <a:lnTo>
                  <a:pt x="533" y="867"/>
                </a:lnTo>
                <a:lnTo>
                  <a:pt x="552" y="869"/>
                </a:lnTo>
                <a:lnTo>
                  <a:pt x="571" y="870"/>
                </a:lnTo>
                <a:lnTo>
                  <a:pt x="590" y="870"/>
                </a:lnTo>
                <a:lnTo>
                  <a:pt x="609" y="871"/>
                </a:lnTo>
                <a:lnTo>
                  <a:pt x="628" y="870"/>
                </a:lnTo>
                <a:lnTo>
                  <a:pt x="647" y="870"/>
                </a:lnTo>
                <a:lnTo>
                  <a:pt x="666" y="869"/>
                </a:lnTo>
                <a:lnTo>
                  <a:pt x="685" y="867"/>
                </a:lnTo>
                <a:lnTo>
                  <a:pt x="704" y="865"/>
                </a:lnTo>
                <a:lnTo>
                  <a:pt x="722" y="863"/>
                </a:lnTo>
                <a:lnTo>
                  <a:pt x="742" y="860"/>
                </a:lnTo>
                <a:lnTo>
                  <a:pt x="760" y="857"/>
                </a:lnTo>
                <a:lnTo>
                  <a:pt x="779" y="853"/>
                </a:lnTo>
                <a:lnTo>
                  <a:pt x="797" y="849"/>
                </a:lnTo>
                <a:lnTo>
                  <a:pt x="815" y="845"/>
                </a:lnTo>
                <a:lnTo>
                  <a:pt x="833" y="840"/>
                </a:lnTo>
                <a:lnTo>
                  <a:pt x="850" y="835"/>
                </a:lnTo>
                <a:lnTo>
                  <a:pt x="868" y="829"/>
                </a:lnTo>
                <a:lnTo>
                  <a:pt x="885" y="823"/>
                </a:lnTo>
                <a:lnTo>
                  <a:pt x="901" y="817"/>
                </a:lnTo>
                <a:lnTo>
                  <a:pt x="918" y="810"/>
                </a:lnTo>
                <a:lnTo>
                  <a:pt x="934" y="803"/>
                </a:lnTo>
                <a:lnTo>
                  <a:pt x="950" y="796"/>
                </a:lnTo>
                <a:lnTo>
                  <a:pt x="966" y="788"/>
                </a:lnTo>
                <a:lnTo>
                  <a:pt x="981" y="780"/>
                </a:lnTo>
                <a:lnTo>
                  <a:pt x="996" y="771"/>
                </a:lnTo>
                <a:lnTo>
                  <a:pt x="1010" y="762"/>
                </a:lnTo>
                <a:lnTo>
                  <a:pt x="1024" y="753"/>
                </a:lnTo>
                <a:lnTo>
                  <a:pt x="1038" y="744"/>
                </a:lnTo>
                <a:lnTo>
                  <a:pt x="1051" y="734"/>
                </a:lnTo>
                <a:lnTo>
                  <a:pt x="1064" y="724"/>
                </a:lnTo>
                <a:lnTo>
                  <a:pt x="1076" y="714"/>
                </a:lnTo>
                <a:lnTo>
                  <a:pt x="1088" y="703"/>
                </a:lnTo>
                <a:lnTo>
                  <a:pt x="1099" y="692"/>
                </a:lnTo>
                <a:lnTo>
                  <a:pt x="1110" y="681"/>
                </a:lnTo>
                <a:lnTo>
                  <a:pt x="1121" y="670"/>
                </a:lnTo>
                <a:lnTo>
                  <a:pt x="1131" y="658"/>
                </a:lnTo>
                <a:lnTo>
                  <a:pt x="1140" y="646"/>
                </a:lnTo>
                <a:lnTo>
                  <a:pt x="1149" y="634"/>
                </a:lnTo>
                <a:lnTo>
                  <a:pt x="1157" y="622"/>
                </a:lnTo>
                <a:lnTo>
                  <a:pt x="1165" y="609"/>
                </a:lnTo>
                <a:lnTo>
                  <a:pt x="1172" y="597"/>
                </a:lnTo>
                <a:lnTo>
                  <a:pt x="1179" y="584"/>
                </a:lnTo>
                <a:lnTo>
                  <a:pt x="1185" y="571"/>
                </a:lnTo>
                <a:lnTo>
                  <a:pt x="1191" y="558"/>
                </a:lnTo>
                <a:lnTo>
                  <a:pt x="1196" y="545"/>
                </a:lnTo>
                <a:lnTo>
                  <a:pt x="1200" y="531"/>
                </a:lnTo>
                <a:lnTo>
                  <a:pt x="1204" y="518"/>
                </a:lnTo>
                <a:lnTo>
                  <a:pt x="1207" y="504"/>
                </a:lnTo>
                <a:lnTo>
                  <a:pt x="1210" y="491"/>
                </a:lnTo>
                <a:lnTo>
                  <a:pt x="1212" y="477"/>
                </a:lnTo>
                <a:lnTo>
                  <a:pt x="1214" y="464"/>
                </a:lnTo>
                <a:lnTo>
                  <a:pt x="1215" y="450"/>
                </a:lnTo>
                <a:lnTo>
                  <a:pt x="1215" y="436"/>
                </a:lnTo>
                <a:moveTo>
                  <a:pt x="1219" y="436"/>
                </a:moveTo>
                <a:lnTo>
                  <a:pt x="1218" y="450"/>
                </a:lnTo>
                <a:lnTo>
                  <a:pt x="1218" y="464"/>
                </a:lnTo>
                <a:lnTo>
                  <a:pt x="1216" y="477"/>
                </a:lnTo>
                <a:lnTo>
                  <a:pt x="1214" y="491"/>
                </a:lnTo>
                <a:lnTo>
                  <a:pt x="1211" y="505"/>
                </a:lnTo>
                <a:lnTo>
                  <a:pt x="1208" y="518"/>
                </a:lnTo>
                <a:lnTo>
                  <a:pt x="1204" y="531"/>
                </a:lnTo>
                <a:lnTo>
                  <a:pt x="1200" y="546"/>
                </a:lnTo>
                <a:lnTo>
                  <a:pt x="1195" y="559"/>
                </a:lnTo>
                <a:lnTo>
                  <a:pt x="1189" y="572"/>
                </a:lnTo>
                <a:lnTo>
                  <a:pt x="1183" y="585"/>
                </a:lnTo>
                <a:lnTo>
                  <a:pt x="1176" y="598"/>
                </a:lnTo>
                <a:lnTo>
                  <a:pt x="1169" y="611"/>
                </a:lnTo>
                <a:lnTo>
                  <a:pt x="1161" y="623"/>
                </a:lnTo>
                <a:lnTo>
                  <a:pt x="1152" y="635"/>
                </a:lnTo>
                <a:lnTo>
                  <a:pt x="1143" y="647"/>
                </a:lnTo>
                <a:lnTo>
                  <a:pt x="1134" y="659"/>
                </a:lnTo>
                <a:lnTo>
                  <a:pt x="1124" y="671"/>
                </a:lnTo>
                <a:lnTo>
                  <a:pt x="1113" y="682"/>
                </a:lnTo>
                <a:lnTo>
                  <a:pt x="1102" y="694"/>
                </a:lnTo>
                <a:lnTo>
                  <a:pt x="1091" y="705"/>
                </a:lnTo>
                <a:lnTo>
                  <a:pt x="1079" y="715"/>
                </a:lnTo>
                <a:lnTo>
                  <a:pt x="1067" y="726"/>
                </a:lnTo>
                <a:lnTo>
                  <a:pt x="1054" y="736"/>
                </a:lnTo>
                <a:lnTo>
                  <a:pt x="1040" y="746"/>
                </a:lnTo>
                <a:lnTo>
                  <a:pt x="1027" y="755"/>
                </a:lnTo>
                <a:lnTo>
                  <a:pt x="1013" y="764"/>
                </a:lnTo>
                <a:lnTo>
                  <a:pt x="998" y="773"/>
                </a:lnTo>
                <a:lnTo>
                  <a:pt x="983" y="782"/>
                </a:lnTo>
                <a:lnTo>
                  <a:pt x="968" y="790"/>
                </a:lnTo>
                <a:lnTo>
                  <a:pt x="952" y="798"/>
                </a:lnTo>
                <a:lnTo>
                  <a:pt x="936" y="806"/>
                </a:lnTo>
                <a:lnTo>
                  <a:pt x="920" y="813"/>
                </a:lnTo>
                <a:lnTo>
                  <a:pt x="903" y="820"/>
                </a:lnTo>
                <a:lnTo>
                  <a:pt x="886" y="826"/>
                </a:lnTo>
                <a:lnTo>
                  <a:pt x="869" y="832"/>
                </a:lnTo>
                <a:lnTo>
                  <a:pt x="852" y="838"/>
                </a:lnTo>
                <a:lnTo>
                  <a:pt x="834" y="843"/>
                </a:lnTo>
                <a:lnTo>
                  <a:pt x="816" y="848"/>
                </a:lnTo>
                <a:lnTo>
                  <a:pt x="798" y="852"/>
                </a:lnTo>
                <a:lnTo>
                  <a:pt x="780" y="856"/>
                </a:lnTo>
                <a:lnTo>
                  <a:pt x="761" y="860"/>
                </a:lnTo>
                <a:lnTo>
                  <a:pt x="743" y="863"/>
                </a:lnTo>
                <a:lnTo>
                  <a:pt x="723" y="866"/>
                </a:lnTo>
                <a:lnTo>
                  <a:pt x="704" y="868"/>
                </a:lnTo>
                <a:lnTo>
                  <a:pt x="685" y="870"/>
                </a:lnTo>
                <a:lnTo>
                  <a:pt x="666" y="872"/>
                </a:lnTo>
                <a:lnTo>
                  <a:pt x="647" y="873"/>
                </a:lnTo>
                <a:lnTo>
                  <a:pt x="628" y="873"/>
                </a:lnTo>
                <a:lnTo>
                  <a:pt x="609" y="873"/>
                </a:lnTo>
                <a:lnTo>
                  <a:pt x="590" y="873"/>
                </a:lnTo>
                <a:lnTo>
                  <a:pt x="571" y="873"/>
                </a:lnTo>
                <a:lnTo>
                  <a:pt x="552" y="872"/>
                </a:lnTo>
                <a:lnTo>
                  <a:pt x="533" y="870"/>
                </a:lnTo>
                <a:lnTo>
                  <a:pt x="514" y="868"/>
                </a:lnTo>
                <a:lnTo>
                  <a:pt x="495" y="866"/>
                </a:lnTo>
                <a:lnTo>
                  <a:pt x="476" y="863"/>
                </a:lnTo>
                <a:lnTo>
                  <a:pt x="458" y="860"/>
                </a:lnTo>
                <a:lnTo>
                  <a:pt x="439" y="856"/>
                </a:lnTo>
                <a:lnTo>
                  <a:pt x="421" y="852"/>
                </a:lnTo>
                <a:lnTo>
                  <a:pt x="403" y="848"/>
                </a:lnTo>
                <a:lnTo>
                  <a:pt x="385" y="843"/>
                </a:lnTo>
                <a:lnTo>
                  <a:pt x="367" y="838"/>
                </a:lnTo>
                <a:lnTo>
                  <a:pt x="350" y="832"/>
                </a:lnTo>
                <a:lnTo>
                  <a:pt x="333" y="826"/>
                </a:lnTo>
                <a:lnTo>
                  <a:pt x="316" y="820"/>
                </a:lnTo>
                <a:lnTo>
                  <a:pt x="299" y="813"/>
                </a:lnTo>
                <a:lnTo>
                  <a:pt x="283" y="806"/>
                </a:lnTo>
                <a:lnTo>
                  <a:pt x="267" y="798"/>
                </a:lnTo>
                <a:lnTo>
                  <a:pt x="251" y="790"/>
                </a:lnTo>
                <a:lnTo>
                  <a:pt x="236" y="782"/>
                </a:lnTo>
                <a:lnTo>
                  <a:pt x="221" y="773"/>
                </a:lnTo>
                <a:lnTo>
                  <a:pt x="206" y="764"/>
                </a:lnTo>
                <a:lnTo>
                  <a:pt x="192" y="755"/>
                </a:lnTo>
                <a:lnTo>
                  <a:pt x="178" y="746"/>
                </a:lnTo>
                <a:lnTo>
                  <a:pt x="165" y="736"/>
                </a:lnTo>
                <a:lnTo>
                  <a:pt x="152" y="726"/>
                </a:lnTo>
                <a:lnTo>
                  <a:pt x="140" y="715"/>
                </a:lnTo>
                <a:lnTo>
                  <a:pt x="128" y="705"/>
                </a:lnTo>
                <a:lnTo>
                  <a:pt x="116" y="694"/>
                </a:lnTo>
                <a:lnTo>
                  <a:pt x="105" y="682"/>
                </a:lnTo>
                <a:lnTo>
                  <a:pt x="95" y="671"/>
                </a:lnTo>
                <a:lnTo>
                  <a:pt x="85" y="659"/>
                </a:lnTo>
                <a:lnTo>
                  <a:pt x="75" y="647"/>
                </a:lnTo>
                <a:lnTo>
                  <a:pt x="66" y="635"/>
                </a:lnTo>
                <a:lnTo>
                  <a:pt x="58" y="623"/>
                </a:lnTo>
                <a:lnTo>
                  <a:pt x="50" y="611"/>
                </a:lnTo>
                <a:lnTo>
                  <a:pt x="43" y="598"/>
                </a:lnTo>
                <a:lnTo>
                  <a:pt x="36" y="585"/>
                </a:lnTo>
                <a:lnTo>
                  <a:pt x="30" y="572"/>
                </a:lnTo>
                <a:lnTo>
                  <a:pt x="24" y="559"/>
                </a:lnTo>
                <a:lnTo>
                  <a:pt x="19" y="546"/>
                </a:lnTo>
                <a:lnTo>
                  <a:pt x="15" y="531"/>
                </a:lnTo>
                <a:lnTo>
                  <a:pt x="11" y="518"/>
                </a:lnTo>
                <a:lnTo>
                  <a:pt x="8" y="505"/>
                </a:lnTo>
                <a:lnTo>
                  <a:pt x="5" y="491"/>
                </a:lnTo>
                <a:lnTo>
                  <a:pt x="3" y="477"/>
                </a:lnTo>
                <a:lnTo>
                  <a:pt x="1" y="464"/>
                </a:lnTo>
                <a:lnTo>
                  <a:pt x="0" y="450"/>
                </a:lnTo>
                <a:lnTo>
                  <a:pt x="0" y="436"/>
                </a:lnTo>
                <a:lnTo>
                  <a:pt x="0" y="423"/>
                </a:lnTo>
                <a:lnTo>
                  <a:pt x="1" y="409"/>
                </a:lnTo>
                <a:lnTo>
                  <a:pt x="3" y="395"/>
                </a:lnTo>
                <a:lnTo>
                  <a:pt x="5" y="382"/>
                </a:lnTo>
                <a:lnTo>
                  <a:pt x="8" y="368"/>
                </a:lnTo>
                <a:lnTo>
                  <a:pt x="11" y="355"/>
                </a:lnTo>
                <a:lnTo>
                  <a:pt x="15" y="341"/>
                </a:lnTo>
                <a:lnTo>
                  <a:pt x="19" y="328"/>
                </a:lnTo>
                <a:lnTo>
                  <a:pt x="24" y="315"/>
                </a:lnTo>
                <a:lnTo>
                  <a:pt x="30" y="302"/>
                </a:lnTo>
                <a:lnTo>
                  <a:pt x="36" y="289"/>
                </a:lnTo>
                <a:lnTo>
                  <a:pt x="43" y="276"/>
                </a:lnTo>
                <a:lnTo>
                  <a:pt x="50" y="263"/>
                </a:lnTo>
                <a:lnTo>
                  <a:pt x="58" y="251"/>
                </a:lnTo>
                <a:lnTo>
                  <a:pt x="66" y="238"/>
                </a:lnTo>
                <a:lnTo>
                  <a:pt x="75" y="226"/>
                </a:lnTo>
                <a:lnTo>
                  <a:pt x="85" y="214"/>
                </a:lnTo>
                <a:lnTo>
                  <a:pt x="95" y="203"/>
                </a:lnTo>
                <a:lnTo>
                  <a:pt x="105" y="191"/>
                </a:lnTo>
                <a:lnTo>
                  <a:pt x="116" y="180"/>
                </a:lnTo>
                <a:lnTo>
                  <a:pt x="128" y="169"/>
                </a:lnTo>
                <a:lnTo>
                  <a:pt x="140" y="158"/>
                </a:lnTo>
                <a:lnTo>
                  <a:pt x="152" y="148"/>
                </a:lnTo>
                <a:lnTo>
                  <a:pt x="165" y="138"/>
                </a:lnTo>
                <a:lnTo>
                  <a:pt x="178" y="128"/>
                </a:lnTo>
                <a:lnTo>
                  <a:pt x="192" y="118"/>
                </a:lnTo>
                <a:lnTo>
                  <a:pt x="206" y="109"/>
                </a:lnTo>
                <a:lnTo>
                  <a:pt x="221" y="100"/>
                </a:lnTo>
                <a:lnTo>
                  <a:pt x="236" y="92"/>
                </a:lnTo>
                <a:lnTo>
                  <a:pt x="251" y="83"/>
                </a:lnTo>
                <a:lnTo>
                  <a:pt x="267" y="76"/>
                </a:lnTo>
                <a:lnTo>
                  <a:pt x="283" y="68"/>
                </a:lnTo>
                <a:lnTo>
                  <a:pt x="299" y="61"/>
                </a:lnTo>
                <a:lnTo>
                  <a:pt x="316" y="54"/>
                </a:lnTo>
                <a:lnTo>
                  <a:pt x="333" y="48"/>
                </a:lnTo>
                <a:lnTo>
                  <a:pt x="350" y="42"/>
                </a:lnTo>
                <a:lnTo>
                  <a:pt x="367" y="36"/>
                </a:lnTo>
                <a:lnTo>
                  <a:pt x="385" y="31"/>
                </a:lnTo>
                <a:lnTo>
                  <a:pt x="403" y="26"/>
                </a:lnTo>
                <a:lnTo>
                  <a:pt x="421" y="21"/>
                </a:lnTo>
                <a:lnTo>
                  <a:pt x="439" y="17"/>
                </a:lnTo>
                <a:lnTo>
                  <a:pt x="458" y="14"/>
                </a:lnTo>
                <a:lnTo>
                  <a:pt x="476" y="11"/>
                </a:lnTo>
                <a:lnTo>
                  <a:pt x="495" y="8"/>
                </a:lnTo>
                <a:lnTo>
                  <a:pt x="514" y="6"/>
                </a:lnTo>
                <a:lnTo>
                  <a:pt x="533" y="4"/>
                </a:lnTo>
                <a:lnTo>
                  <a:pt x="552" y="2"/>
                </a:lnTo>
                <a:lnTo>
                  <a:pt x="571" y="1"/>
                </a:lnTo>
                <a:lnTo>
                  <a:pt x="590" y="0"/>
                </a:lnTo>
                <a:lnTo>
                  <a:pt x="609" y="0"/>
                </a:lnTo>
                <a:lnTo>
                  <a:pt x="628" y="0"/>
                </a:lnTo>
                <a:lnTo>
                  <a:pt x="647" y="1"/>
                </a:lnTo>
                <a:lnTo>
                  <a:pt x="666" y="2"/>
                </a:lnTo>
                <a:lnTo>
                  <a:pt x="685" y="4"/>
                </a:lnTo>
                <a:lnTo>
                  <a:pt x="704" y="6"/>
                </a:lnTo>
                <a:lnTo>
                  <a:pt x="723" y="8"/>
                </a:lnTo>
                <a:lnTo>
                  <a:pt x="743" y="11"/>
                </a:lnTo>
                <a:lnTo>
                  <a:pt x="761" y="14"/>
                </a:lnTo>
                <a:lnTo>
                  <a:pt x="780" y="17"/>
                </a:lnTo>
                <a:lnTo>
                  <a:pt x="798" y="21"/>
                </a:lnTo>
                <a:lnTo>
                  <a:pt x="816" y="26"/>
                </a:lnTo>
                <a:lnTo>
                  <a:pt x="834" y="31"/>
                </a:lnTo>
                <a:lnTo>
                  <a:pt x="852" y="36"/>
                </a:lnTo>
                <a:lnTo>
                  <a:pt x="869" y="42"/>
                </a:lnTo>
                <a:lnTo>
                  <a:pt x="886" y="48"/>
                </a:lnTo>
                <a:lnTo>
                  <a:pt x="903" y="54"/>
                </a:lnTo>
                <a:lnTo>
                  <a:pt x="920" y="61"/>
                </a:lnTo>
                <a:lnTo>
                  <a:pt x="936" y="68"/>
                </a:lnTo>
                <a:lnTo>
                  <a:pt x="952" y="76"/>
                </a:lnTo>
                <a:lnTo>
                  <a:pt x="968" y="83"/>
                </a:lnTo>
                <a:lnTo>
                  <a:pt x="983" y="92"/>
                </a:lnTo>
                <a:lnTo>
                  <a:pt x="998" y="100"/>
                </a:lnTo>
                <a:lnTo>
                  <a:pt x="1013" y="109"/>
                </a:lnTo>
                <a:lnTo>
                  <a:pt x="1027" y="118"/>
                </a:lnTo>
                <a:lnTo>
                  <a:pt x="1040" y="128"/>
                </a:lnTo>
                <a:lnTo>
                  <a:pt x="1054" y="138"/>
                </a:lnTo>
                <a:lnTo>
                  <a:pt x="1067" y="148"/>
                </a:lnTo>
                <a:lnTo>
                  <a:pt x="1079" y="158"/>
                </a:lnTo>
                <a:lnTo>
                  <a:pt x="1091" y="169"/>
                </a:lnTo>
                <a:lnTo>
                  <a:pt x="1102" y="180"/>
                </a:lnTo>
                <a:lnTo>
                  <a:pt x="1113" y="191"/>
                </a:lnTo>
                <a:lnTo>
                  <a:pt x="1124" y="203"/>
                </a:lnTo>
                <a:lnTo>
                  <a:pt x="1134" y="214"/>
                </a:lnTo>
                <a:lnTo>
                  <a:pt x="1143" y="226"/>
                </a:lnTo>
                <a:lnTo>
                  <a:pt x="1152" y="238"/>
                </a:lnTo>
                <a:lnTo>
                  <a:pt x="1161" y="251"/>
                </a:lnTo>
                <a:lnTo>
                  <a:pt x="1169" y="263"/>
                </a:lnTo>
                <a:lnTo>
                  <a:pt x="1176" y="276"/>
                </a:lnTo>
                <a:lnTo>
                  <a:pt x="1183" y="289"/>
                </a:lnTo>
                <a:lnTo>
                  <a:pt x="1189" y="302"/>
                </a:lnTo>
                <a:lnTo>
                  <a:pt x="1195" y="315"/>
                </a:lnTo>
                <a:lnTo>
                  <a:pt x="1200" y="328"/>
                </a:lnTo>
                <a:lnTo>
                  <a:pt x="1204" y="341"/>
                </a:lnTo>
                <a:lnTo>
                  <a:pt x="1208" y="355"/>
                </a:lnTo>
                <a:lnTo>
                  <a:pt x="1211" y="368"/>
                </a:lnTo>
                <a:lnTo>
                  <a:pt x="1214" y="382"/>
                </a:lnTo>
                <a:lnTo>
                  <a:pt x="1216" y="395"/>
                </a:lnTo>
                <a:lnTo>
                  <a:pt x="1218" y="409"/>
                </a:lnTo>
                <a:lnTo>
                  <a:pt x="1218" y="423"/>
                </a:lnTo>
                <a:lnTo>
                  <a:pt x="1219" y="436"/>
                </a:lnTo>
                <a:close/>
              </a:path>
            </a:pathLst>
          </a:custGeom>
          <a:solidFill>
            <a:srgbClr val="ffc1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5" name=""/>
          <p:cNvSpPr/>
          <p:nvPr/>
        </p:nvSpPr>
        <p:spPr>
          <a:xfrm>
            <a:off x="7841880" y="2786040"/>
            <a:ext cx="441720" cy="316440"/>
          </a:xfrm>
          <a:custGeom>
            <a:avLst/>
            <a:gdLst/>
            <a:ahLst/>
            <a:rect l="0" t="0" r="r" b="b"/>
            <a:pathLst>
              <a:path w="1227" h="879">
                <a:moveTo>
                  <a:pt x="1223" y="439"/>
                </a:moveTo>
                <a:lnTo>
                  <a:pt x="1222" y="426"/>
                </a:lnTo>
                <a:lnTo>
                  <a:pt x="1222" y="412"/>
                </a:lnTo>
                <a:lnTo>
                  <a:pt x="1220" y="398"/>
                </a:lnTo>
                <a:lnTo>
                  <a:pt x="1218" y="385"/>
                </a:lnTo>
                <a:lnTo>
                  <a:pt x="1215" y="371"/>
                </a:lnTo>
                <a:lnTo>
                  <a:pt x="1212" y="358"/>
                </a:lnTo>
                <a:lnTo>
                  <a:pt x="1208" y="344"/>
                </a:lnTo>
                <a:lnTo>
                  <a:pt x="1204" y="331"/>
                </a:lnTo>
                <a:lnTo>
                  <a:pt x="1199" y="318"/>
                </a:lnTo>
                <a:lnTo>
                  <a:pt x="1193" y="305"/>
                </a:lnTo>
                <a:lnTo>
                  <a:pt x="1187" y="292"/>
                </a:lnTo>
                <a:lnTo>
                  <a:pt x="1180" y="279"/>
                </a:lnTo>
                <a:lnTo>
                  <a:pt x="1173" y="266"/>
                </a:lnTo>
                <a:lnTo>
                  <a:pt x="1165" y="254"/>
                </a:lnTo>
                <a:lnTo>
                  <a:pt x="1156" y="241"/>
                </a:lnTo>
                <a:lnTo>
                  <a:pt x="1147" y="229"/>
                </a:lnTo>
                <a:lnTo>
                  <a:pt x="1138" y="217"/>
                </a:lnTo>
                <a:lnTo>
                  <a:pt x="1128" y="206"/>
                </a:lnTo>
                <a:lnTo>
                  <a:pt x="1117" y="194"/>
                </a:lnTo>
                <a:lnTo>
                  <a:pt x="1106" y="183"/>
                </a:lnTo>
                <a:lnTo>
                  <a:pt x="1095" y="172"/>
                </a:lnTo>
                <a:lnTo>
                  <a:pt x="1083" y="161"/>
                </a:lnTo>
                <a:lnTo>
                  <a:pt x="1071" y="151"/>
                </a:lnTo>
                <a:lnTo>
                  <a:pt x="1058" y="141"/>
                </a:lnTo>
                <a:lnTo>
                  <a:pt x="1044" y="131"/>
                </a:lnTo>
                <a:lnTo>
                  <a:pt x="1031" y="121"/>
                </a:lnTo>
                <a:lnTo>
                  <a:pt x="1017" y="112"/>
                </a:lnTo>
                <a:lnTo>
                  <a:pt x="1002" y="103"/>
                </a:lnTo>
                <a:lnTo>
                  <a:pt x="987" y="95"/>
                </a:lnTo>
                <a:lnTo>
                  <a:pt x="972" y="86"/>
                </a:lnTo>
                <a:lnTo>
                  <a:pt x="956" y="79"/>
                </a:lnTo>
                <a:lnTo>
                  <a:pt x="940" y="71"/>
                </a:lnTo>
                <a:lnTo>
                  <a:pt x="924" y="64"/>
                </a:lnTo>
                <a:lnTo>
                  <a:pt x="907" y="57"/>
                </a:lnTo>
                <a:lnTo>
                  <a:pt x="890" y="51"/>
                </a:lnTo>
                <a:lnTo>
                  <a:pt x="872" y="45"/>
                </a:lnTo>
                <a:lnTo>
                  <a:pt x="855" y="39"/>
                </a:lnTo>
                <a:lnTo>
                  <a:pt x="837" y="34"/>
                </a:lnTo>
                <a:lnTo>
                  <a:pt x="819" y="29"/>
                </a:lnTo>
                <a:lnTo>
                  <a:pt x="801" y="24"/>
                </a:lnTo>
                <a:lnTo>
                  <a:pt x="783" y="20"/>
                </a:lnTo>
                <a:lnTo>
                  <a:pt x="764" y="17"/>
                </a:lnTo>
                <a:lnTo>
                  <a:pt x="746" y="14"/>
                </a:lnTo>
                <a:lnTo>
                  <a:pt x="727" y="11"/>
                </a:lnTo>
                <a:lnTo>
                  <a:pt x="708" y="9"/>
                </a:lnTo>
                <a:lnTo>
                  <a:pt x="689" y="7"/>
                </a:lnTo>
                <a:lnTo>
                  <a:pt x="670" y="5"/>
                </a:lnTo>
                <a:lnTo>
                  <a:pt x="651" y="4"/>
                </a:lnTo>
                <a:lnTo>
                  <a:pt x="632" y="3"/>
                </a:lnTo>
                <a:lnTo>
                  <a:pt x="613" y="3"/>
                </a:lnTo>
                <a:lnTo>
                  <a:pt x="594" y="3"/>
                </a:lnTo>
                <a:lnTo>
                  <a:pt x="575" y="4"/>
                </a:lnTo>
                <a:lnTo>
                  <a:pt x="556" y="5"/>
                </a:lnTo>
                <a:lnTo>
                  <a:pt x="537" y="7"/>
                </a:lnTo>
                <a:lnTo>
                  <a:pt x="518" y="9"/>
                </a:lnTo>
                <a:lnTo>
                  <a:pt x="499" y="11"/>
                </a:lnTo>
                <a:lnTo>
                  <a:pt x="480" y="14"/>
                </a:lnTo>
                <a:lnTo>
                  <a:pt x="462" y="17"/>
                </a:lnTo>
                <a:lnTo>
                  <a:pt x="443" y="20"/>
                </a:lnTo>
                <a:lnTo>
                  <a:pt x="425" y="24"/>
                </a:lnTo>
                <a:lnTo>
                  <a:pt x="407" y="29"/>
                </a:lnTo>
                <a:lnTo>
                  <a:pt x="389" y="34"/>
                </a:lnTo>
                <a:lnTo>
                  <a:pt x="371" y="39"/>
                </a:lnTo>
                <a:lnTo>
                  <a:pt x="354" y="45"/>
                </a:lnTo>
                <a:lnTo>
                  <a:pt x="337" y="51"/>
                </a:lnTo>
                <a:lnTo>
                  <a:pt x="320" y="57"/>
                </a:lnTo>
                <a:lnTo>
                  <a:pt x="303" y="64"/>
                </a:lnTo>
                <a:lnTo>
                  <a:pt x="287" y="71"/>
                </a:lnTo>
                <a:lnTo>
                  <a:pt x="271" y="79"/>
                </a:lnTo>
                <a:lnTo>
                  <a:pt x="255" y="86"/>
                </a:lnTo>
                <a:lnTo>
                  <a:pt x="240" y="95"/>
                </a:lnTo>
                <a:lnTo>
                  <a:pt x="225" y="103"/>
                </a:lnTo>
                <a:lnTo>
                  <a:pt x="210" y="112"/>
                </a:lnTo>
                <a:lnTo>
                  <a:pt x="196" y="121"/>
                </a:lnTo>
                <a:lnTo>
                  <a:pt x="182" y="131"/>
                </a:lnTo>
                <a:lnTo>
                  <a:pt x="169" y="141"/>
                </a:lnTo>
                <a:lnTo>
                  <a:pt x="156" y="151"/>
                </a:lnTo>
                <a:lnTo>
                  <a:pt x="144" y="161"/>
                </a:lnTo>
                <a:lnTo>
                  <a:pt x="132" y="172"/>
                </a:lnTo>
                <a:lnTo>
                  <a:pt x="120" y="183"/>
                </a:lnTo>
                <a:lnTo>
                  <a:pt x="109" y="194"/>
                </a:lnTo>
                <a:lnTo>
                  <a:pt x="99" y="206"/>
                </a:lnTo>
                <a:lnTo>
                  <a:pt x="89" y="217"/>
                </a:lnTo>
                <a:lnTo>
                  <a:pt x="79" y="229"/>
                </a:lnTo>
                <a:lnTo>
                  <a:pt x="70" y="241"/>
                </a:lnTo>
                <a:lnTo>
                  <a:pt x="62" y="254"/>
                </a:lnTo>
                <a:lnTo>
                  <a:pt x="54" y="266"/>
                </a:lnTo>
                <a:lnTo>
                  <a:pt x="47" y="279"/>
                </a:lnTo>
                <a:lnTo>
                  <a:pt x="40" y="292"/>
                </a:lnTo>
                <a:lnTo>
                  <a:pt x="34" y="305"/>
                </a:lnTo>
                <a:lnTo>
                  <a:pt x="28" y="318"/>
                </a:lnTo>
                <a:lnTo>
                  <a:pt x="23" y="331"/>
                </a:lnTo>
                <a:lnTo>
                  <a:pt x="19" y="344"/>
                </a:lnTo>
                <a:lnTo>
                  <a:pt x="15" y="358"/>
                </a:lnTo>
                <a:lnTo>
                  <a:pt x="12" y="371"/>
                </a:lnTo>
                <a:lnTo>
                  <a:pt x="9" y="385"/>
                </a:lnTo>
                <a:lnTo>
                  <a:pt x="7" y="398"/>
                </a:lnTo>
                <a:lnTo>
                  <a:pt x="5" y="412"/>
                </a:lnTo>
                <a:lnTo>
                  <a:pt x="4" y="426"/>
                </a:lnTo>
                <a:lnTo>
                  <a:pt x="4" y="439"/>
                </a:lnTo>
                <a:lnTo>
                  <a:pt x="4" y="453"/>
                </a:lnTo>
                <a:lnTo>
                  <a:pt x="5" y="467"/>
                </a:lnTo>
                <a:lnTo>
                  <a:pt x="7" y="480"/>
                </a:lnTo>
                <a:lnTo>
                  <a:pt x="9" y="494"/>
                </a:lnTo>
                <a:lnTo>
                  <a:pt x="12" y="508"/>
                </a:lnTo>
                <a:lnTo>
                  <a:pt x="15" y="521"/>
                </a:lnTo>
                <a:lnTo>
                  <a:pt x="19" y="534"/>
                </a:lnTo>
                <a:lnTo>
                  <a:pt x="23" y="548"/>
                </a:lnTo>
                <a:lnTo>
                  <a:pt x="28" y="561"/>
                </a:lnTo>
                <a:lnTo>
                  <a:pt x="34" y="574"/>
                </a:lnTo>
                <a:lnTo>
                  <a:pt x="40" y="587"/>
                </a:lnTo>
                <a:lnTo>
                  <a:pt x="47" y="601"/>
                </a:lnTo>
                <a:lnTo>
                  <a:pt x="54" y="614"/>
                </a:lnTo>
                <a:lnTo>
                  <a:pt x="62" y="626"/>
                </a:lnTo>
                <a:lnTo>
                  <a:pt x="70" y="638"/>
                </a:lnTo>
                <a:lnTo>
                  <a:pt x="79" y="650"/>
                </a:lnTo>
                <a:lnTo>
                  <a:pt x="89" y="662"/>
                </a:lnTo>
                <a:lnTo>
                  <a:pt x="99" y="674"/>
                </a:lnTo>
                <a:lnTo>
                  <a:pt x="109" y="685"/>
                </a:lnTo>
                <a:lnTo>
                  <a:pt x="120" y="697"/>
                </a:lnTo>
                <a:lnTo>
                  <a:pt x="132" y="708"/>
                </a:lnTo>
                <a:lnTo>
                  <a:pt x="144" y="718"/>
                </a:lnTo>
                <a:lnTo>
                  <a:pt x="156" y="729"/>
                </a:lnTo>
                <a:lnTo>
                  <a:pt x="169" y="739"/>
                </a:lnTo>
                <a:lnTo>
                  <a:pt x="182" y="749"/>
                </a:lnTo>
                <a:lnTo>
                  <a:pt x="196" y="758"/>
                </a:lnTo>
                <a:lnTo>
                  <a:pt x="210" y="767"/>
                </a:lnTo>
                <a:lnTo>
                  <a:pt x="225" y="776"/>
                </a:lnTo>
                <a:lnTo>
                  <a:pt x="240" y="785"/>
                </a:lnTo>
                <a:lnTo>
                  <a:pt x="255" y="793"/>
                </a:lnTo>
                <a:lnTo>
                  <a:pt x="271" y="801"/>
                </a:lnTo>
                <a:lnTo>
                  <a:pt x="287" y="809"/>
                </a:lnTo>
                <a:lnTo>
                  <a:pt x="303" y="816"/>
                </a:lnTo>
                <a:lnTo>
                  <a:pt x="320" y="823"/>
                </a:lnTo>
                <a:lnTo>
                  <a:pt x="337" y="829"/>
                </a:lnTo>
                <a:lnTo>
                  <a:pt x="354" y="835"/>
                </a:lnTo>
                <a:lnTo>
                  <a:pt x="371" y="841"/>
                </a:lnTo>
                <a:lnTo>
                  <a:pt x="389" y="846"/>
                </a:lnTo>
                <a:lnTo>
                  <a:pt x="407" y="851"/>
                </a:lnTo>
                <a:lnTo>
                  <a:pt x="425" y="855"/>
                </a:lnTo>
                <a:lnTo>
                  <a:pt x="443" y="859"/>
                </a:lnTo>
                <a:lnTo>
                  <a:pt x="462" y="863"/>
                </a:lnTo>
                <a:lnTo>
                  <a:pt x="480" y="866"/>
                </a:lnTo>
                <a:lnTo>
                  <a:pt x="499" y="869"/>
                </a:lnTo>
                <a:lnTo>
                  <a:pt x="518" y="871"/>
                </a:lnTo>
                <a:lnTo>
                  <a:pt x="537" y="873"/>
                </a:lnTo>
                <a:lnTo>
                  <a:pt x="556" y="875"/>
                </a:lnTo>
                <a:lnTo>
                  <a:pt x="575" y="876"/>
                </a:lnTo>
                <a:lnTo>
                  <a:pt x="594" y="876"/>
                </a:lnTo>
                <a:lnTo>
                  <a:pt x="613" y="876"/>
                </a:lnTo>
                <a:lnTo>
                  <a:pt x="632" y="876"/>
                </a:lnTo>
                <a:lnTo>
                  <a:pt x="651" y="876"/>
                </a:lnTo>
                <a:lnTo>
                  <a:pt x="670" y="875"/>
                </a:lnTo>
                <a:lnTo>
                  <a:pt x="689" y="873"/>
                </a:lnTo>
                <a:lnTo>
                  <a:pt x="708" y="871"/>
                </a:lnTo>
                <a:lnTo>
                  <a:pt x="727" y="869"/>
                </a:lnTo>
                <a:lnTo>
                  <a:pt x="746" y="866"/>
                </a:lnTo>
                <a:lnTo>
                  <a:pt x="764" y="863"/>
                </a:lnTo>
                <a:lnTo>
                  <a:pt x="783" y="859"/>
                </a:lnTo>
                <a:lnTo>
                  <a:pt x="801" y="855"/>
                </a:lnTo>
                <a:lnTo>
                  <a:pt x="819" y="851"/>
                </a:lnTo>
                <a:lnTo>
                  <a:pt x="837" y="846"/>
                </a:lnTo>
                <a:lnTo>
                  <a:pt x="855" y="841"/>
                </a:lnTo>
                <a:lnTo>
                  <a:pt x="872" y="835"/>
                </a:lnTo>
                <a:lnTo>
                  <a:pt x="890" y="829"/>
                </a:lnTo>
                <a:lnTo>
                  <a:pt x="907" y="823"/>
                </a:lnTo>
                <a:lnTo>
                  <a:pt x="924" y="816"/>
                </a:lnTo>
                <a:lnTo>
                  <a:pt x="940" y="809"/>
                </a:lnTo>
                <a:lnTo>
                  <a:pt x="956" y="801"/>
                </a:lnTo>
                <a:lnTo>
                  <a:pt x="972" y="793"/>
                </a:lnTo>
                <a:lnTo>
                  <a:pt x="987" y="785"/>
                </a:lnTo>
                <a:lnTo>
                  <a:pt x="1002" y="776"/>
                </a:lnTo>
                <a:lnTo>
                  <a:pt x="1017" y="767"/>
                </a:lnTo>
                <a:lnTo>
                  <a:pt x="1031" y="758"/>
                </a:lnTo>
                <a:lnTo>
                  <a:pt x="1044" y="749"/>
                </a:lnTo>
                <a:lnTo>
                  <a:pt x="1058" y="739"/>
                </a:lnTo>
                <a:lnTo>
                  <a:pt x="1071" y="729"/>
                </a:lnTo>
                <a:lnTo>
                  <a:pt x="1083" y="718"/>
                </a:lnTo>
                <a:lnTo>
                  <a:pt x="1095" y="708"/>
                </a:lnTo>
                <a:lnTo>
                  <a:pt x="1106" y="697"/>
                </a:lnTo>
                <a:lnTo>
                  <a:pt x="1117" y="685"/>
                </a:lnTo>
                <a:lnTo>
                  <a:pt x="1128" y="674"/>
                </a:lnTo>
                <a:lnTo>
                  <a:pt x="1138" y="662"/>
                </a:lnTo>
                <a:lnTo>
                  <a:pt x="1147" y="650"/>
                </a:lnTo>
                <a:lnTo>
                  <a:pt x="1156" y="638"/>
                </a:lnTo>
                <a:lnTo>
                  <a:pt x="1165" y="626"/>
                </a:lnTo>
                <a:lnTo>
                  <a:pt x="1173" y="614"/>
                </a:lnTo>
                <a:lnTo>
                  <a:pt x="1180" y="601"/>
                </a:lnTo>
                <a:lnTo>
                  <a:pt x="1187" y="587"/>
                </a:lnTo>
                <a:lnTo>
                  <a:pt x="1193" y="574"/>
                </a:lnTo>
                <a:lnTo>
                  <a:pt x="1199" y="561"/>
                </a:lnTo>
                <a:lnTo>
                  <a:pt x="1204" y="548"/>
                </a:lnTo>
                <a:lnTo>
                  <a:pt x="1208" y="534"/>
                </a:lnTo>
                <a:lnTo>
                  <a:pt x="1212" y="521"/>
                </a:lnTo>
                <a:lnTo>
                  <a:pt x="1215" y="508"/>
                </a:lnTo>
                <a:lnTo>
                  <a:pt x="1218" y="494"/>
                </a:lnTo>
                <a:lnTo>
                  <a:pt x="1220" y="480"/>
                </a:lnTo>
                <a:lnTo>
                  <a:pt x="1222" y="467"/>
                </a:lnTo>
                <a:lnTo>
                  <a:pt x="1222" y="453"/>
                </a:lnTo>
                <a:lnTo>
                  <a:pt x="1223" y="439"/>
                </a:lnTo>
                <a:moveTo>
                  <a:pt x="1227" y="439"/>
                </a:moveTo>
                <a:lnTo>
                  <a:pt x="1226" y="453"/>
                </a:lnTo>
                <a:lnTo>
                  <a:pt x="1225" y="467"/>
                </a:lnTo>
                <a:lnTo>
                  <a:pt x="1224" y="481"/>
                </a:lnTo>
                <a:lnTo>
                  <a:pt x="1222" y="494"/>
                </a:lnTo>
                <a:lnTo>
                  <a:pt x="1219" y="508"/>
                </a:lnTo>
                <a:lnTo>
                  <a:pt x="1216" y="522"/>
                </a:lnTo>
                <a:lnTo>
                  <a:pt x="1212" y="535"/>
                </a:lnTo>
                <a:lnTo>
                  <a:pt x="1207" y="548"/>
                </a:lnTo>
                <a:lnTo>
                  <a:pt x="1202" y="562"/>
                </a:lnTo>
                <a:lnTo>
                  <a:pt x="1197" y="575"/>
                </a:lnTo>
                <a:lnTo>
                  <a:pt x="1190" y="588"/>
                </a:lnTo>
                <a:lnTo>
                  <a:pt x="1184" y="602"/>
                </a:lnTo>
                <a:lnTo>
                  <a:pt x="1176" y="615"/>
                </a:lnTo>
                <a:lnTo>
                  <a:pt x="1168" y="627"/>
                </a:lnTo>
                <a:lnTo>
                  <a:pt x="1160" y="640"/>
                </a:lnTo>
                <a:lnTo>
                  <a:pt x="1151" y="652"/>
                </a:lnTo>
                <a:lnTo>
                  <a:pt x="1141" y="664"/>
                </a:lnTo>
                <a:lnTo>
                  <a:pt x="1131" y="675"/>
                </a:lnTo>
                <a:lnTo>
                  <a:pt x="1121" y="687"/>
                </a:lnTo>
                <a:lnTo>
                  <a:pt x="1110" y="698"/>
                </a:lnTo>
                <a:lnTo>
                  <a:pt x="1098" y="709"/>
                </a:lnTo>
                <a:lnTo>
                  <a:pt x="1086" y="720"/>
                </a:lnTo>
                <a:lnTo>
                  <a:pt x="1074" y="731"/>
                </a:lnTo>
                <a:lnTo>
                  <a:pt x="1061" y="741"/>
                </a:lnTo>
                <a:lnTo>
                  <a:pt x="1047" y="751"/>
                </a:lnTo>
                <a:lnTo>
                  <a:pt x="1033" y="760"/>
                </a:lnTo>
                <a:lnTo>
                  <a:pt x="1019" y="770"/>
                </a:lnTo>
                <a:lnTo>
                  <a:pt x="1004" y="779"/>
                </a:lnTo>
                <a:lnTo>
                  <a:pt x="989" y="787"/>
                </a:lnTo>
                <a:lnTo>
                  <a:pt x="974" y="795"/>
                </a:lnTo>
                <a:lnTo>
                  <a:pt x="958" y="803"/>
                </a:lnTo>
                <a:lnTo>
                  <a:pt x="942" y="811"/>
                </a:lnTo>
                <a:lnTo>
                  <a:pt x="926" y="818"/>
                </a:lnTo>
                <a:lnTo>
                  <a:pt x="909" y="825"/>
                </a:lnTo>
                <a:lnTo>
                  <a:pt x="892" y="831"/>
                </a:lnTo>
                <a:lnTo>
                  <a:pt x="874" y="837"/>
                </a:lnTo>
                <a:lnTo>
                  <a:pt x="856" y="843"/>
                </a:lnTo>
                <a:lnTo>
                  <a:pt x="838" y="848"/>
                </a:lnTo>
                <a:lnTo>
                  <a:pt x="820" y="853"/>
                </a:lnTo>
                <a:lnTo>
                  <a:pt x="802" y="858"/>
                </a:lnTo>
                <a:lnTo>
                  <a:pt x="784" y="862"/>
                </a:lnTo>
                <a:lnTo>
                  <a:pt x="765" y="865"/>
                </a:lnTo>
                <a:lnTo>
                  <a:pt x="747" y="869"/>
                </a:lnTo>
                <a:lnTo>
                  <a:pt x="728" y="871"/>
                </a:lnTo>
                <a:lnTo>
                  <a:pt x="709" y="874"/>
                </a:lnTo>
                <a:lnTo>
                  <a:pt x="690" y="876"/>
                </a:lnTo>
                <a:lnTo>
                  <a:pt x="671" y="877"/>
                </a:lnTo>
                <a:lnTo>
                  <a:pt x="651" y="878"/>
                </a:lnTo>
                <a:lnTo>
                  <a:pt x="632" y="879"/>
                </a:lnTo>
                <a:lnTo>
                  <a:pt x="613" y="879"/>
                </a:lnTo>
                <a:lnTo>
                  <a:pt x="594" y="879"/>
                </a:lnTo>
                <a:lnTo>
                  <a:pt x="574" y="878"/>
                </a:lnTo>
                <a:lnTo>
                  <a:pt x="555" y="877"/>
                </a:lnTo>
                <a:lnTo>
                  <a:pt x="536" y="876"/>
                </a:lnTo>
                <a:lnTo>
                  <a:pt x="517" y="874"/>
                </a:lnTo>
                <a:lnTo>
                  <a:pt x="498" y="871"/>
                </a:lnTo>
                <a:lnTo>
                  <a:pt x="479" y="869"/>
                </a:lnTo>
                <a:lnTo>
                  <a:pt x="461" y="865"/>
                </a:lnTo>
                <a:lnTo>
                  <a:pt x="442" y="862"/>
                </a:lnTo>
                <a:lnTo>
                  <a:pt x="424" y="858"/>
                </a:lnTo>
                <a:lnTo>
                  <a:pt x="405" y="853"/>
                </a:lnTo>
                <a:lnTo>
                  <a:pt x="387" y="848"/>
                </a:lnTo>
                <a:lnTo>
                  <a:pt x="370" y="843"/>
                </a:lnTo>
                <a:lnTo>
                  <a:pt x="352" y="837"/>
                </a:lnTo>
                <a:lnTo>
                  <a:pt x="335" y="831"/>
                </a:lnTo>
                <a:lnTo>
                  <a:pt x="318" y="825"/>
                </a:lnTo>
                <a:lnTo>
                  <a:pt x="301" y="818"/>
                </a:lnTo>
                <a:lnTo>
                  <a:pt x="285" y="811"/>
                </a:lnTo>
                <a:lnTo>
                  <a:pt x="269" y="803"/>
                </a:lnTo>
                <a:lnTo>
                  <a:pt x="253" y="795"/>
                </a:lnTo>
                <a:lnTo>
                  <a:pt x="237" y="787"/>
                </a:lnTo>
                <a:lnTo>
                  <a:pt x="222" y="779"/>
                </a:lnTo>
                <a:lnTo>
                  <a:pt x="208" y="770"/>
                </a:lnTo>
                <a:lnTo>
                  <a:pt x="194" y="760"/>
                </a:lnTo>
                <a:lnTo>
                  <a:pt x="180" y="751"/>
                </a:lnTo>
                <a:lnTo>
                  <a:pt x="166" y="741"/>
                </a:lnTo>
                <a:lnTo>
                  <a:pt x="153" y="731"/>
                </a:lnTo>
                <a:lnTo>
                  <a:pt x="141" y="720"/>
                </a:lnTo>
                <a:lnTo>
                  <a:pt x="129" y="709"/>
                </a:lnTo>
                <a:lnTo>
                  <a:pt x="117" y="698"/>
                </a:lnTo>
                <a:lnTo>
                  <a:pt x="106" y="687"/>
                </a:lnTo>
                <a:lnTo>
                  <a:pt x="96" y="675"/>
                </a:lnTo>
                <a:lnTo>
                  <a:pt x="86" y="664"/>
                </a:lnTo>
                <a:lnTo>
                  <a:pt x="76" y="652"/>
                </a:lnTo>
                <a:lnTo>
                  <a:pt x="67" y="640"/>
                </a:lnTo>
                <a:lnTo>
                  <a:pt x="59" y="627"/>
                </a:lnTo>
                <a:lnTo>
                  <a:pt x="51" y="615"/>
                </a:lnTo>
                <a:lnTo>
                  <a:pt x="43" y="602"/>
                </a:lnTo>
                <a:lnTo>
                  <a:pt x="36" y="588"/>
                </a:lnTo>
                <a:lnTo>
                  <a:pt x="30" y="575"/>
                </a:lnTo>
                <a:lnTo>
                  <a:pt x="25" y="562"/>
                </a:lnTo>
                <a:lnTo>
                  <a:pt x="20" y="548"/>
                </a:lnTo>
                <a:lnTo>
                  <a:pt x="15" y="535"/>
                </a:lnTo>
                <a:lnTo>
                  <a:pt x="11" y="522"/>
                </a:lnTo>
                <a:lnTo>
                  <a:pt x="8" y="508"/>
                </a:lnTo>
                <a:lnTo>
                  <a:pt x="5" y="494"/>
                </a:lnTo>
                <a:lnTo>
                  <a:pt x="3" y="481"/>
                </a:lnTo>
                <a:lnTo>
                  <a:pt x="1" y="467"/>
                </a:lnTo>
                <a:lnTo>
                  <a:pt x="1" y="453"/>
                </a:lnTo>
                <a:lnTo>
                  <a:pt x="0" y="439"/>
                </a:lnTo>
                <a:lnTo>
                  <a:pt x="1" y="426"/>
                </a:lnTo>
                <a:lnTo>
                  <a:pt x="1" y="412"/>
                </a:lnTo>
                <a:lnTo>
                  <a:pt x="3" y="398"/>
                </a:lnTo>
                <a:lnTo>
                  <a:pt x="5" y="384"/>
                </a:lnTo>
                <a:lnTo>
                  <a:pt x="8" y="371"/>
                </a:lnTo>
                <a:lnTo>
                  <a:pt x="11" y="357"/>
                </a:lnTo>
                <a:lnTo>
                  <a:pt x="15" y="344"/>
                </a:lnTo>
                <a:lnTo>
                  <a:pt x="20" y="330"/>
                </a:lnTo>
                <a:lnTo>
                  <a:pt x="25" y="317"/>
                </a:lnTo>
                <a:lnTo>
                  <a:pt x="30" y="304"/>
                </a:lnTo>
                <a:lnTo>
                  <a:pt x="36" y="291"/>
                </a:lnTo>
                <a:lnTo>
                  <a:pt x="43" y="278"/>
                </a:lnTo>
                <a:lnTo>
                  <a:pt x="51" y="265"/>
                </a:lnTo>
                <a:lnTo>
                  <a:pt x="59" y="252"/>
                </a:lnTo>
                <a:lnTo>
                  <a:pt x="67" y="240"/>
                </a:lnTo>
                <a:lnTo>
                  <a:pt x="76" y="228"/>
                </a:lnTo>
                <a:lnTo>
                  <a:pt x="86" y="216"/>
                </a:lnTo>
                <a:lnTo>
                  <a:pt x="96" y="204"/>
                </a:lnTo>
                <a:lnTo>
                  <a:pt x="106" y="193"/>
                </a:lnTo>
                <a:lnTo>
                  <a:pt x="117" y="181"/>
                </a:lnTo>
                <a:lnTo>
                  <a:pt x="129" y="170"/>
                </a:lnTo>
                <a:lnTo>
                  <a:pt x="141" y="160"/>
                </a:lnTo>
                <a:lnTo>
                  <a:pt x="153" y="149"/>
                </a:lnTo>
                <a:lnTo>
                  <a:pt x="166" y="139"/>
                </a:lnTo>
                <a:lnTo>
                  <a:pt x="180" y="129"/>
                </a:lnTo>
                <a:lnTo>
                  <a:pt x="194" y="119"/>
                </a:lnTo>
                <a:lnTo>
                  <a:pt x="208" y="110"/>
                </a:lnTo>
                <a:lnTo>
                  <a:pt x="222" y="101"/>
                </a:lnTo>
                <a:lnTo>
                  <a:pt x="237" y="92"/>
                </a:lnTo>
                <a:lnTo>
                  <a:pt x="253" y="84"/>
                </a:lnTo>
                <a:lnTo>
                  <a:pt x="269" y="76"/>
                </a:lnTo>
                <a:lnTo>
                  <a:pt x="285" y="69"/>
                </a:lnTo>
                <a:lnTo>
                  <a:pt x="301" y="61"/>
                </a:lnTo>
                <a:lnTo>
                  <a:pt x="318" y="55"/>
                </a:lnTo>
                <a:lnTo>
                  <a:pt x="335" y="48"/>
                </a:lnTo>
                <a:lnTo>
                  <a:pt x="352" y="42"/>
                </a:lnTo>
                <a:lnTo>
                  <a:pt x="370" y="36"/>
                </a:lnTo>
                <a:lnTo>
                  <a:pt x="387" y="31"/>
                </a:lnTo>
                <a:lnTo>
                  <a:pt x="405" y="26"/>
                </a:lnTo>
                <a:lnTo>
                  <a:pt x="424" y="22"/>
                </a:lnTo>
                <a:lnTo>
                  <a:pt x="442" y="18"/>
                </a:lnTo>
                <a:lnTo>
                  <a:pt x="461" y="14"/>
                </a:lnTo>
                <a:lnTo>
                  <a:pt x="479" y="11"/>
                </a:lnTo>
                <a:lnTo>
                  <a:pt x="498" y="8"/>
                </a:lnTo>
                <a:lnTo>
                  <a:pt x="517" y="6"/>
                </a:lnTo>
                <a:lnTo>
                  <a:pt x="536" y="4"/>
                </a:lnTo>
                <a:lnTo>
                  <a:pt x="555" y="2"/>
                </a:lnTo>
                <a:lnTo>
                  <a:pt x="574" y="1"/>
                </a:lnTo>
                <a:lnTo>
                  <a:pt x="594" y="1"/>
                </a:lnTo>
                <a:lnTo>
                  <a:pt x="613" y="0"/>
                </a:lnTo>
                <a:lnTo>
                  <a:pt x="632" y="1"/>
                </a:lnTo>
                <a:lnTo>
                  <a:pt x="651" y="1"/>
                </a:lnTo>
                <a:lnTo>
                  <a:pt x="671" y="2"/>
                </a:lnTo>
                <a:lnTo>
                  <a:pt x="690" y="4"/>
                </a:lnTo>
                <a:lnTo>
                  <a:pt x="709" y="6"/>
                </a:lnTo>
                <a:lnTo>
                  <a:pt x="728" y="8"/>
                </a:lnTo>
                <a:lnTo>
                  <a:pt x="747" y="11"/>
                </a:lnTo>
                <a:lnTo>
                  <a:pt x="765" y="14"/>
                </a:lnTo>
                <a:lnTo>
                  <a:pt x="784" y="18"/>
                </a:lnTo>
                <a:lnTo>
                  <a:pt x="802" y="22"/>
                </a:lnTo>
                <a:lnTo>
                  <a:pt x="820" y="26"/>
                </a:lnTo>
                <a:lnTo>
                  <a:pt x="838" y="31"/>
                </a:lnTo>
                <a:lnTo>
                  <a:pt x="856" y="36"/>
                </a:lnTo>
                <a:lnTo>
                  <a:pt x="874" y="42"/>
                </a:lnTo>
                <a:lnTo>
                  <a:pt x="892" y="48"/>
                </a:lnTo>
                <a:lnTo>
                  <a:pt x="909" y="55"/>
                </a:lnTo>
                <a:lnTo>
                  <a:pt x="926" y="61"/>
                </a:lnTo>
                <a:lnTo>
                  <a:pt x="942" y="69"/>
                </a:lnTo>
                <a:lnTo>
                  <a:pt x="958" y="76"/>
                </a:lnTo>
                <a:lnTo>
                  <a:pt x="974" y="84"/>
                </a:lnTo>
                <a:lnTo>
                  <a:pt x="989" y="92"/>
                </a:lnTo>
                <a:lnTo>
                  <a:pt x="1004" y="101"/>
                </a:lnTo>
                <a:lnTo>
                  <a:pt x="1019" y="110"/>
                </a:lnTo>
                <a:lnTo>
                  <a:pt x="1033" y="119"/>
                </a:lnTo>
                <a:lnTo>
                  <a:pt x="1047" y="129"/>
                </a:lnTo>
                <a:lnTo>
                  <a:pt x="1061" y="139"/>
                </a:lnTo>
                <a:lnTo>
                  <a:pt x="1074" y="149"/>
                </a:lnTo>
                <a:lnTo>
                  <a:pt x="1086" y="160"/>
                </a:lnTo>
                <a:lnTo>
                  <a:pt x="1098" y="170"/>
                </a:lnTo>
                <a:lnTo>
                  <a:pt x="1110" y="181"/>
                </a:lnTo>
                <a:lnTo>
                  <a:pt x="1121" y="193"/>
                </a:lnTo>
                <a:lnTo>
                  <a:pt x="1131" y="204"/>
                </a:lnTo>
                <a:lnTo>
                  <a:pt x="1141" y="216"/>
                </a:lnTo>
                <a:lnTo>
                  <a:pt x="1151" y="228"/>
                </a:lnTo>
                <a:lnTo>
                  <a:pt x="1160" y="240"/>
                </a:lnTo>
                <a:lnTo>
                  <a:pt x="1168" y="252"/>
                </a:lnTo>
                <a:lnTo>
                  <a:pt x="1176" y="265"/>
                </a:lnTo>
                <a:lnTo>
                  <a:pt x="1184" y="278"/>
                </a:lnTo>
                <a:lnTo>
                  <a:pt x="1190" y="291"/>
                </a:lnTo>
                <a:lnTo>
                  <a:pt x="1197" y="304"/>
                </a:lnTo>
                <a:lnTo>
                  <a:pt x="1202" y="317"/>
                </a:lnTo>
                <a:lnTo>
                  <a:pt x="1207" y="330"/>
                </a:lnTo>
                <a:lnTo>
                  <a:pt x="1212" y="344"/>
                </a:lnTo>
                <a:lnTo>
                  <a:pt x="1216" y="357"/>
                </a:lnTo>
                <a:lnTo>
                  <a:pt x="1219" y="371"/>
                </a:lnTo>
                <a:lnTo>
                  <a:pt x="1222" y="384"/>
                </a:lnTo>
                <a:lnTo>
                  <a:pt x="1224" y="398"/>
                </a:lnTo>
                <a:lnTo>
                  <a:pt x="1225" y="412"/>
                </a:lnTo>
                <a:lnTo>
                  <a:pt x="1226" y="426"/>
                </a:lnTo>
                <a:lnTo>
                  <a:pt x="1227" y="439"/>
                </a:lnTo>
                <a:close/>
              </a:path>
            </a:pathLst>
          </a:custGeom>
          <a:solidFill>
            <a:srgbClr val="ffc0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6" name=""/>
          <p:cNvSpPr/>
          <p:nvPr/>
        </p:nvSpPr>
        <p:spPr>
          <a:xfrm>
            <a:off x="7840440" y="2785320"/>
            <a:ext cx="444600" cy="318240"/>
          </a:xfrm>
          <a:custGeom>
            <a:avLst/>
            <a:gdLst/>
            <a:ahLst/>
            <a:rect l="0" t="0" r="r" b="b"/>
            <a:pathLst>
              <a:path w="1235" h="884">
                <a:moveTo>
                  <a:pt x="1231" y="441"/>
                </a:moveTo>
                <a:lnTo>
                  <a:pt x="1230" y="428"/>
                </a:lnTo>
                <a:lnTo>
                  <a:pt x="1229" y="414"/>
                </a:lnTo>
                <a:lnTo>
                  <a:pt x="1228" y="400"/>
                </a:lnTo>
                <a:lnTo>
                  <a:pt x="1226" y="386"/>
                </a:lnTo>
                <a:lnTo>
                  <a:pt x="1223" y="373"/>
                </a:lnTo>
                <a:lnTo>
                  <a:pt x="1220" y="359"/>
                </a:lnTo>
                <a:lnTo>
                  <a:pt x="1216" y="346"/>
                </a:lnTo>
                <a:lnTo>
                  <a:pt x="1211" y="332"/>
                </a:lnTo>
                <a:lnTo>
                  <a:pt x="1206" y="319"/>
                </a:lnTo>
                <a:lnTo>
                  <a:pt x="1201" y="306"/>
                </a:lnTo>
                <a:lnTo>
                  <a:pt x="1194" y="293"/>
                </a:lnTo>
                <a:lnTo>
                  <a:pt x="1188" y="280"/>
                </a:lnTo>
                <a:lnTo>
                  <a:pt x="1180" y="267"/>
                </a:lnTo>
                <a:lnTo>
                  <a:pt x="1172" y="254"/>
                </a:lnTo>
                <a:lnTo>
                  <a:pt x="1164" y="242"/>
                </a:lnTo>
                <a:lnTo>
                  <a:pt x="1155" y="230"/>
                </a:lnTo>
                <a:lnTo>
                  <a:pt x="1145" y="218"/>
                </a:lnTo>
                <a:lnTo>
                  <a:pt x="1135" y="206"/>
                </a:lnTo>
                <a:lnTo>
                  <a:pt x="1125" y="195"/>
                </a:lnTo>
                <a:lnTo>
                  <a:pt x="1114" y="183"/>
                </a:lnTo>
                <a:lnTo>
                  <a:pt x="1102" y="172"/>
                </a:lnTo>
                <a:lnTo>
                  <a:pt x="1090" y="162"/>
                </a:lnTo>
                <a:lnTo>
                  <a:pt x="1078" y="151"/>
                </a:lnTo>
                <a:lnTo>
                  <a:pt x="1065" y="141"/>
                </a:lnTo>
                <a:lnTo>
                  <a:pt x="1051" y="131"/>
                </a:lnTo>
                <a:lnTo>
                  <a:pt x="1037" y="121"/>
                </a:lnTo>
                <a:lnTo>
                  <a:pt x="1022" y="112"/>
                </a:lnTo>
                <a:lnTo>
                  <a:pt x="1007" y="103"/>
                </a:lnTo>
                <a:lnTo>
                  <a:pt x="992" y="94"/>
                </a:lnTo>
                <a:lnTo>
                  <a:pt x="977" y="86"/>
                </a:lnTo>
                <a:lnTo>
                  <a:pt x="961" y="78"/>
                </a:lnTo>
                <a:lnTo>
                  <a:pt x="945" y="71"/>
                </a:lnTo>
                <a:lnTo>
                  <a:pt x="929" y="63"/>
                </a:lnTo>
                <a:lnTo>
                  <a:pt x="912" y="57"/>
                </a:lnTo>
                <a:lnTo>
                  <a:pt x="895" y="50"/>
                </a:lnTo>
                <a:lnTo>
                  <a:pt x="878" y="44"/>
                </a:lnTo>
                <a:lnTo>
                  <a:pt x="860" y="38"/>
                </a:lnTo>
                <a:lnTo>
                  <a:pt x="842" y="33"/>
                </a:lnTo>
                <a:lnTo>
                  <a:pt x="824" y="28"/>
                </a:lnTo>
                <a:lnTo>
                  <a:pt x="806" y="24"/>
                </a:lnTo>
                <a:lnTo>
                  <a:pt x="788" y="20"/>
                </a:lnTo>
                <a:lnTo>
                  <a:pt x="769" y="16"/>
                </a:lnTo>
                <a:lnTo>
                  <a:pt x="751" y="13"/>
                </a:lnTo>
                <a:lnTo>
                  <a:pt x="732" y="10"/>
                </a:lnTo>
                <a:lnTo>
                  <a:pt x="713" y="8"/>
                </a:lnTo>
                <a:lnTo>
                  <a:pt x="694" y="6"/>
                </a:lnTo>
                <a:lnTo>
                  <a:pt x="675" y="4"/>
                </a:lnTo>
                <a:lnTo>
                  <a:pt x="655" y="3"/>
                </a:lnTo>
                <a:lnTo>
                  <a:pt x="636" y="3"/>
                </a:lnTo>
                <a:lnTo>
                  <a:pt x="617" y="2"/>
                </a:lnTo>
                <a:lnTo>
                  <a:pt x="598" y="3"/>
                </a:lnTo>
                <a:lnTo>
                  <a:pt x="578" y="3"/>
                </a:lnTo>
                <a:lnTo>
                  <a:pt x="559" y="4"/>
                </a:lnTo>
                <a:lnTo>
                  <a:pt x="540" y="6"/>
                </a:lnTo>
                <a:lnTo>
                  <a:pt x="521" y="8"/>
                </a:lnTo>
                <a:lnTo>
                  <a:pt x="502" y="10"/>
                </a:lnTo>
                <a:lnTo>
                  <a:pt x="483" y="13"/>
                </a:lnTo>
                <a:lnTo>
                  <a:pt x="465" y="16"/>
                </a:lnTo>
                <a:lnTo>
                  <a:pt x="446" y="20"/>
                </a:lnTo>
                <a:lnTo>
                  <a:pt x="428" y="24"/>
                </a:lnTo>
                <a:lnTo>
                  <a:pt x="409" y="28"/>
                </a:lnTo>
                <a:lnTo>
                  <a:pt x="391" y="33"/>
                </a:lnTo>
                <a:lnTo>
                  <a:pt x="374" y="38"/>
                </a:lnTo>
                <a:lnTo>
                  <a:pt x="356" y="44"/>
                </a:lnTo>
                <a:lnTo>
                  <a:pt x="339" y="50"/>
                </a:lnTo>
                <a:lnTo>
                  <a:pt x="322" y="57"/>
                </a:lnTo>
                <a:lnTo>
                  <a:pt x="305" y="63"/>
                </a:lnTo>
                <a:lnTo>
                  <a:pt x="289" y="71"/>
                </a:lnTo>
                <a:lnTo>
                  <a:pt x="273" y="78"/>
                </a:lnTo>
                <a:lnTo>
                  <a:pt x="257" y="86"/>
                </a:lnTo>
                <a:lnTo>
                  <a:pt x="241" y="94"/>
                </a:lnTo>
                <a:lnTo>
                  <a:pt x="226" y="103"/>
                </a:lnTo>
                <a:lnTo>
                  <a:pt x="212" y="112"/>
                </a:lnTo>
                <a:lnTo>
                  <a:pt x="198" y="121"/>
                </a:lnTo>
                <a:lnTo>
                  <a:pt x="184" y="131"/>
                </a:lnTo>
                <a:lnTo>
                  <a:pt x="170" y="141"/>
                </a:lnTo>
                <a:lnTo>
                  <a:pt x="157" y="151"/>
                </a:lnTo>
                <a:lnTo>
                  <a:pt x="145" y="162"/>
                </a:lnTo>
                <a:lnTo>
                  <a:pt x="133" y="172"/>
                </a:lnTo>
                <a:lnTo>
                  <a:pt x="121" y="183"/>
                </a:lnTo>
                <a:lnTo>
                  <a:pt x="110" y="195"/>
                </a:lnTo>
                <a:lnTo>
                  <a:pt x="100" y="206"/>
                </a:lnTo>
                <a:lnTo>
                  <a:pt x="90" y="218"/>
                </a:lnTo>
                <a:lnTo>
                  <a:pt x="80" y="230"/>
                </a:lnTo>
                <a:lnTo>
                  <a:pt x="71" y="242"/>
                </a:lnTo>
                <a:lnTo>
                  <a:pt x="63" y="254"/>
                </a:lnTo>
                <a:lnTo>
                  <a:pt x="55" y="267"/>
                </a:lnTo>
                <a:lnTo>
                  <a:pt x="47" y="280"/>
                </a:lnTo>
                <a:lnTo>
                  <a:pt x="40" y="293"/>
                </a:lnTo>
                <a:lnTo>
                  <a:pt x="34" y="306"/>
                </a:lnTo>
                <a:lnTo>
                  <a:pt x="29" y="319"/>
                </a:lnTo>
                <a:lnTo>
                  <a:pt x="24" y="332"/>
                </a:lnTo>
                <a:lnTo>
                  <a:pt x="19" y="346"/>
                </a:lnTo>
                <a:lnTo>
                  <a:pt x="15" y="359"/>
                </a:lnTo>
                <a:lnTo>
                  <a:pt x="12" y="373"/>
                </a:lnTo>
                <a:lnTo>
                  <a:pt x="9" y="386"/>
                </a:lnTo>
                <a:lnTo>
                  <a:pt x="7" y="400"/>
                </a:lnTo>
                <a:lnTo>
                  <a:pt x="5" y="414"/>
                </a:lnTo>
                <a:lnTo>
                  <a:pt x="5" y="428"/>
                </a:lnTo>
                <a:lnTo>
                  <a:pt x="4" y="441"/>
                </a:lnTo>
                <a:lnTo>
                  <a:pt x="5" y="455"/>
                </a:lnTo>
                <a:lnTo>
                  <a:pt x="5" y="469"/>
                </a:lnTo>
                <a:lnTo>
                  <a:pt x="7" y="483"/>
                </a:lnTo>
                <a:lnTo>
                  <a:pt x="9" y="496"/>
                </a:lnTo>
                <a:lnTo>
                  <a:pt x="12" y="510"/>
                </a:lnTo>
                <a:lnTo>
                  <a:pt x="15" y="524"/>
                </a:lnTo>
                <a:lnTo>
                  <a:pt x="19" y="537"/>
                </a:lnTo>
                <a:lnTo>
                  <a:pt x="24" y="550"/>
                </a:lnTo>
                <a:lnTo>
                  <a:pt x="29" y="564"/>
                </a:lnTo>
                <a:lnTo>
                  <a:pt x="34" y="577"/>
                </a:lnTo>
                <a:lnTo>
                  <a:pt x="40" y="590"/>
                </a:lnTo>
                <a:lnTo>
                  <a:pt x="47" y="603"/>
                </a:lnTo>
                <a:lnTo>
                  <a:pt x="55" y="616"/>
                </a:lnTo>
                <a:lnTo>
                  <a:pt x="63" y="628"/>
                </a:lnTo>
                <a:lnTo>
                  <a:pt x="71" y="641"/>
                </a:lnTo>
                <a:lnTo>
                  <a:pt x="80" y="654"/>
                </a:lnTo>
                <a:lnTo>
                  <a:pt x="90" y="666"/>
                </a:lnTo>
                <a:lnTo>
                  <a:pt x="100" y="677"/>
                </a:lnTo>
                <a:lnTo>
                  <a:pt x="110" y="689"/>
                </a:lnTo>
                <a:lnTo>
                  <a:pt x="121" y="700"/>
                </a:lnTo>
                <a:lnTo>
                  <a:pt x="133" y="711"/>
                </a:lnTo>
                <a:lnTo>
                  <a:pt x="145" y="722"/>
                </a:lnTo>
                <a:lnTo>
                  <a:pt x="157" y="733"/>
                </a:lnTo>
                <a:lnTo>
                  <a:pt x="170" y="743"/>
                </a:lnTo>
                <a:lnTo>
                  <a:pt x="184" y="753"/>
                </a:lnTo>
                <a:lnTo>
                  <a:pt x="198" y="762"/>
                </a:lnTo>
                <a:lnTo>
                  <a:pt x="212" y="772"/>
                </a:lnTo>
                <a:lnTo>
                  <a:pt x="226" y="781"/>
                </a:lnTo>
                <a:lnTo>
                  <a:pt x="241" y="789"/>
                </a:lnTo>
                <a:lnTo>
                  <a:pt x="257" y="797"/>
                </a:lnTo>
                <a:lnTo>
                  <a:pt x="273" y="805"/>
                </a:lnTo>
                <a:lnTo>
                  <a:pt x="289" y="813"/>
                </a:lnTo>
                <a:lnTo>
                  <a:pt x="305" y="820"/>
                </a:lnTo>
                <a:lnTo>
                  <a:pt x="322" y="827"/>
                </a:lnTo>
                <a:lnTo>
                  <a:pt x="339" y="833"/>
                </a:lnTo>
                <a:lnTo>
                  <a:pt x="356" y="839"/>
                </a:lnTo>
                <a:lnTo>
                  <a:pt x="374" y="845"/>
                </a:lnTo>
                <a:lnTo>
                  <a:pt x="391" y="850"/>
                </a:lnTo>
                <a:lnTo>
                  <a:pt x="409" y="855"/>
                </a:lnTo>
                <a:lnTo>
                  <a:pt x="428" y="860"/>
                </a:lnTo>
                <a:lnTo>
                  <a:pt x="446" y="864"/>
                </a:lnTo>
                <a:lnTo>
                  <a:pt x="465" y="867"/>
                </a:lnTo>
                <a:lnTo>
                  <a:pt x="483" y="871"/>
                </a:lnTo>
                <a:lnTo>
                  <a:pt x="502" y="873"/>
                </a:lnTo>
                <a:lnTo>
                  <a:pt x="521" y="876"/>
                </a:lnTo>
                <a:lnTo>
                  <a:pt x="540" y="878"/>
                </a:lnTo>
                <a:lnTo>
                  <a:pt x="559" y="879"/>
                </a:lnTo>
                <a:lnTo>
                  <a:pt x="578" y="880"/>
                </a:lnTo>
                <a:lnTo>
                  <a:pt x="598" y="881"/>
                </a:lnTo>
                <a:lnTo>
                  <a:pt x="617" y="881"/>
                </a:lnTo>
                <a:lnTo>
                  <a:pt x="636" y="881"/>
                </a:lnTo>
                <a:lnTo>
                  <a:pt x="655" y="880"/>
                </a:lnTo>
                <a:lnTo>
                  <a:pt x="675" y="879"/>
                </a:lnTo>
                <a:lnTo>
                  <a:pt x="694" y="878"/>
                </a:lnTo>
                <a:lnTo>
                  <a:pt x="713" y="876"/>
                </a:lnTo>
                <a:lnTo>
                  <a:pt x="732" y="873"/>
                </a:lnTo>
                <a:lnTo>
                  <a:pt x="751" y="871"/>
                </a:lnTo>
                <a:lnTo>
                  <a:pt x="769" y="867"/>
                </a:lnTo>
                <a:lnTo>
                  <a:pt x="788" y="864"/>
                </a:lnTo>
                <a:lnTo>
                  <a:pt x="806" y="860"/>
                </a:lnTo>
                <a:lnTo>
                  <a:pt x="824" y="855"/>
                </a:lnTo>
                <a:lnTo>
                  <a:pt x="842" y="850"/>
                </a:lnTo>
                <a:lnTo>
                  <a:pt x="860" y="845"/>
                </a:lnTo>
                <a:lnTo>
                  <a:pt x="878" y="839"/>
                </a:lnTo>
                <a:lnTo>
                  <a:pt x="895" y="833"/>
                </a:lnTo>
                <a:lnTo>
                  <a:pt x="912" y="827"/>
                </a:lnTo>
                <a:lnTo>
                  <a:pt x="929" y="820"/>
                </a:lnTo>
                <a:lnTo>
                  <a:pt x="945" y="813"/>
                </a:lnTo>
                <a:lnTo>
                  <a:pt x="961" y="805"/>
                </a:lnTo>
                <a:lnTo>
                  <a:pt x="977" y="797"/>
                </a:lnTo>
                <a:lnTo>
                  <a:pt x="992" y="789"/>
                </a:lnTo>
                <a:lnTo>
                  <a:pt x="1007" y="781"/>
                </a:lnTo>
                <a:lnTo>
                  <a:pt x="1022" y="772"/>
                </a:lnTo>
                <a:lnTo>
                  <a:pt x="1037" y="762"/>
                </a:lnTo>
                <a:lnTo>
                  <a:pt x="1051" y="753"/>
                </a:lnTo>
                <a:lnTo>
                  <a:pt x="1065" y="743"/>
                </a:lnTo>
                <a:lnTo>
                  <a:pt x="1078" y="733"/>
                </a:lnTo>
                <a:lnTo>
                  <a:pt x="1090" y="722"/>
                </a:lnTo>
                <a:lnTo>
                  <a:pt x="1102" y="711"/>
                </a:lnTo>
                <a:lnTo>
                  <a:pt x="1114" y="700"/>
                </a:lnTo>
                <a:lnTo>
                  <a:pt x="1125" y="689"/>
                </a:lnTo>
                <a:lnTo>
                  <a:pt x="1135" y="677"/>
                </a:lnTo>
                <a:lnTo>
                  <a:pt x="1145" y="666"/>
                </a:lnTo>
                <a:lnTo>
                  <a:pt x="1155" y="654"/>
                </a:lnTo>
                <a:lnTo>
                  <a:pt x="1164" y="641"/>
                </a:lnTo>
                <a:lnTo>
                  <a:pt x="1172" y="628"/>
                </a:lnTo>
                <a:lnTo>
                  <a:pt x="1180" y="616"/>
                </a:lnTo>
                <a:lnTo>
                  <a:pt x="1188" y="603"/>
                </a:lnTo>
                <a:lnTo>
                  <a:pt x="1194" y="590"/>
                </a:lnTo>
                <a:lnTo>
                  <a:pt x="1201" y="577"/>
                </a:lnTo>
                <a:lnTo>
                  <a:pt x="1206" y="564"/>
                </a:lnTo>
                <a:lnTo>
                  <a:pt x="1211" y="550"/>
                </a:lnTo>
                <a:lnTo>
                  <a:pt x="1216" y="537"/>
                </a:lnTo>
                <a:lnTo>
                  <a:pt x="1220" y="524"/>
                </a:lnTo>
                <a:lnTo>
                  <a:pt x="1223" y="510"/>
                </a:lnTo>
                <a:lnTo>
                  <a:pt x="1226" y="496"/>
                </a:lnTo>
                <a:lnTo>
                  <a:pt x="1228" y="483"/>
                </a:lnTo>
                <a:lnTo>
                  <a:pt x="1229" y="469"/>
                </a:lnTo>
                <a:lnTo>
                  <a:pt x="1230" y="455"/>
                </a:lnTo>
                <a:lnTo>
                  <a:pt x="1231" y="441"/>
                </a:lnTo>
                <a:moveTo>
                  <a:pt x="1235" y="441"/>
                </a:moveTo>
                <a:lnTo>
                  <a:pt x="1234" y="455"/>
                </a:lnTo>
                <a:lnTo>
                  <a:pt x="1233" y="469"/>
                </a:lnTo>
                <a:lnTo>
                  <a:pt x="1232" y="483"/>
                </a:lnTo>
                <a:lnTo>
                  <a:pt x="1230" y="497"/>
                </a:lnTo>
                <a:lnTo>
                  <a:pt x="1227" y="510"/>
                </a:lnTo>
                <a:lnTo>
                  <a:pt x="1224" y="524"/>
                </a:lnTo>
                <a:lnTo>
                  <a:pt x="1220" y="538"/>
                </a:lnTo>
                <a:lnTo>
                  <a:pt x="1215" y="551"/>
                </a:lnTo>
                <a:lnTo>
                  <a:pt x="1210" y="565"/>
                </a:lnTo>
                <a:lnTo>
                  <a:pt x="1204" y="578"/>
                </a:lnTo>
                <a:lnTo>
                  <a:pt x="1198" y="591"/>
                </a:lnTo>
                <a:lnTo>
                  <a:pt x="1191" y="604"/>
                </a:lnTo>
                <a:lnTo>
                  <a:pt x="1184" y="617"/>
                </a:lnTo>
                <a:lnTo>
                  <a:pt x="1176" y="629"/>
                </a:lnTo>
                <a:lnTo>
                  <a:pt x="1167" y="642"/>
                </a:lnTo>
                <a:lnTo>
                  <a:pt x="1158" y="655"/>
                </a:lnTo>
                <a:lnTo>
                  <a:pt x="1149" y="667"/>
                </a:lnTo>
                <a:lnTo>
                  <a:pt x="1139" y="679"/>
                </a:lnTo>
                <a:lnTo>
                  <a:pt x="1128" y="691"/>
                </a:lnTo>
                <a:lnTo>
                  <a:pt x="1117" y="702"/>
                </a:lnTo>
                <a:lnTo>
                  <a:pt x="1105" y="713"/>
                </a:lnTo>
                <a:lnTo>
                  <a:pt x="1093" y="724"/>
                </a:lnTo>
                <a:lnTo>
                  <a:pt x="1080" y="734"/>
                </a:lnTo>
                <a:lnTo>
                  <a:pt x="1067" y="745"/>
                </a:lnTo>
                <a:lnTo>
                  <a:pt x="1054" y="755"/>
                </a:lnTo>
                <a:lnTo>
                  <a:pt x="1040" y="764"/>
                </a:lnTo>
                <a:lnTo>
                  <a:pt x="1025" y="774"/>
                </a:lnTo>
                <a:lnTo>
                  <a:pt x="1010" y="783"/>
                </a:lnTo>
                <a:lnTo>
                  <a:pt x="995" y="791"/>
                </a:lnTo>
                <a:lnTo>
                  <a:pt x="979" y="800"/>
                </a:lnTo>
                <a:lnTo>
                  <a:pt x="964" y="808"/>
                </a:lnTo>
                <a:lnTo>
                  <a:pt x="947" y="815"/>
                </a:lnTo>
                <a:lnTo>
                  <a:pt x="931" y="823"/>
                </a:lnTo>
                <a:lnTo>
                  <a:pt x="914" y="829"/>
                </a:lnTo>
                <a:lnTo>
                  <a:pt x="897" y="836"/>
                </a:lnTo>
                <a:lnTo>
                  <a:pt x="879" y="842"/>
                </a:lnTo>
                <a:lnTo>
                  <a:pt x="862" y="848"/>
                </a:lnTo>
                <a:lnTo>
                  <a:pt x="844" y="853"/>
                </a:lnTo>
                <a:lnTo>
                  <a:pt x="826" y="858"/>
                </a:lnTo>
                <a:lnTo>
                  <a:pt x="807" y="862"/>
                </a:lnTo>
                <a:lnTo>
                  <a:pt x="789" y="866"/>
                </a:lnTo>
                <a:lnTo>
                  <a:pt x="770" y="870"/>
                </a:lnTo>
                <a:lnTo>
                  <a:pt x="751" y="873"/>
                </a:lnTo>
                <a:lnTo>
                  <a:pt x="732" y="876"/>
                </a:lnTo>
                <a:lnTo>
                  <a:pt x="713" y="879"/>
                </a:lnTo>
                <a:lnTo>
                  <a:pt x="694" y="881"/>
                </a:lnTo>
                <a:lnTo>
                  <a:pt x="675" y="882"/>
                </a:lnTo>
                <a:lnTo>
                  <a:pt x="656" y="883"/>
                </a:lnTo>
                <a:lnTo>
                  <a:pt x="636" y="884"/>
                </a:lnTo>
                <a:lnTo>
                  <a:pt x="617" y="884"/>
                </a:lnTo>
                <a:lnTo>
                  <a:pt x="598" y="884"/>
                </a:lnTo>
                <a:lnTo>
                  <a:pt x="578" y="883"/>
                </a:lnTo>
                <a:lnTo>
                  <a:pt x="559" y="882"/>
                </a:lnTo>
                <a:lnTo>
                  <a:pt x="540" y="881"/>
                </a:lnTo>
                <a:lnTo>
                  <a:pt x="520" y="879"/>
                </a:lnTo>
                <a:lnTo>
                  <a:pt x="501" y="876"/>
                </a:lnTo>
                <a:lnTo>
                  <a:pt x="482" y="873"/>
                </a:lnTo>
                <a:lnTo>
                  <a:pt x="464" y="870"/>
                </a:lnTo>
                <a:lnTo>
                  <a:pt x="445" y="866"/>
                </a:lnTo>
                <a:lnTo>
                  <a:pt x="426" y="862"/>
                </a:lnTo>
                <a:lnTo>
                  <a:pt x="408" y="858"/>
                </a:lnTo>
                <a:lnTo>
                  <a:pt x="390" y="853"/>
                </a:lnTo>
                <a:lnTo>
                  <a:pt x="372" y="848"/>
                </a:lnTo>
                <a:lnTo>
                  <a:pt x="354" y="842"/>
                </a:lnTo>
                <a:lnTo>
                  <a:pt x="337" y="836"/>
                </a:lnTo>
                <a:lnTo>
                  <a:pt x="320" y="829"/>
                </a:lnTo>
                <a:lnTo>
                  <a:pt x="303" y="823"/>
                </a:lnTo>
                <a:lnTo>
                  <a:pt x="287" y="815"/>
                </a:lnTo>
                <a:lnTo>
                  <a:pt x="270" y="808"/>
                </a:lnTo>
                <a:lnTo>
                  <a:pt x="255" y="800"/>
                </a:lnTo>
                <a:lnTo>
                  <a:pt x="239" y="791"/>
                </a:lnTo>
                <a:lnTo>
                  <a:pt x="224" y="783"/>
                </a:lnTo>
                <a:lnTo>
                  <a:pt x="209" y="774"/>
                </a:lnTo>
                <a:lnTo>
                  <a:pt x="195" y="764"/>
                </a:lnTo>
                <a:lnTo>
                  <a:pt x="181" y="755"/>
                </a:lnTo>
                <a:lnTo>
                  <a:pt x="167" y="745"/>
                </a:lnTo>
                <a:lnTo>
                  <a:pt x="154" y="734"/>
                </a:lnTo>
                <a:lnTo>
                  <a:pt x="142" y="724"/>
                </a:lnTo>
                <a:lnTo>
                  <a:pt x="130" y="713"/>
                </a:lnTo>
                <a:lnTo>
                  <a:pt x="118" y="702"/>
                </a:lnTo>
                <a:lnTo>
                  <a:pt x="107" y="691"/>
                </a:lnTo>
                <a:lnTo>
                  <a:pt x="96" y="679"/>
                </a:lnTo>
                <a:lnTo>
                  <a:pt x="86" y="667"/>
                </a:lnTo>
                <a:lnTo>
                  <a:pt x="77" y="655"/>
                </a:lnTo>
                <a:lnTo>
                  <a:pt x="68" y="642"/>
                </a:lnTo>
                <a:lnTo>
                  <a:pt x="59" y="629"/>
                </a:lnTo>
                <a:lnTo>
                  <a:pt x="51" y="617"/>
                </a:lnTo>
                <a:lnTo>
                  <a:pt x="44" y="604"/>
                </a:lnTo>
                <a:lnTo>
                  <a:pt x="37" y="591"/>
                </a:lnTo>
                <a:lnTo>
                  <a:pt x="31" y="578"/>
                </a:lnTo>
                <a:lnTo>
                  <a:pt x="25" y="565"/>
                </a:lnTo>
                <a:lnTo>
                  <a:pt x="20" y="551"/>
                </a:lnTo>
                <a:lnTo>
                  <a:pt x="15" y="538"/>
                </a:lnTo>
                <a:lnTo>
                  <a:pt x="11" y="524"/>
                </a:lnTo>
                <a:lnTo>
                  <a:pt x="8" y="510"/>
                </a:lnTo>
                <a:lnTo>
                  <a:pt x="5" y="497"/>
                </a:lnTo>
                <a:lnTo>
                  <a:pt x="3" y="483"/>
                </a:lnTo>
                <a:lnTo>
                  <a:pt x="2" y="469"/>
                </a:lnTo>
                <a:lnTo>
                  <a:pt x="1" y="455"/>
                </a:lnTo>
                <a:lnTo>
                  <a:pt x="0" y="441"/>
                </a:lnTo>
                <a:lnTo>
                  <a:pt x="1" y="427"/>
                </a:lnTo>
                <a:lnTo>
                  <a:pt x="2" y="414"/>
                </a:lnTo>
                <a:lnTo>
                  <a:pt x="3" y="400"/>
                </a:lnTo>
                <a:lnTo>
                  <a:pt x="5" y="386"/>
                </a:lnTo>
                <a:lnTo>
                  <a:pt x="8" y="372"/>
                </a:lnTo>
                <a:lnTo>
                  <a:pt x="11" y="359"/>
                </a:lnTo>
                <a:lnTo>
                  <a:pt x="15" y="345"/>
                </a:lnTo>
                <a:lnTo>
                  <a:pt x="20" y="331"/>
                </a:lnTo>
                <a:lnTo>
                  <a:pt x="25" y="318"/>
                </a:lnTo>
                <a:lnTo>
                  <a:pt x="31" y="305"/>
                </a:lnTo>
                <a:lnTo>
                  <a:pt x="37" y="292"/>
                </a:lnTo>
                <a:lnTo>
                  <a:pt x="44" y="279"/>
                </a:lnTo>
                <a:lnTo>
                  <a:pt x="51" y="266"/>
                </a:lnTo>
                <a:lnTo>
                  <a:pt x="59" y="253"/>
                </a:lnTo>
                <a:lnTo>
                  <a:pt x="68" y="241"/>
                </a:lnTo>
                <a:lnTo>
                  <a:pt x="77" y="228"/>
                </a:lnTo>
                <a:lnTo>
                  <a:pt x="86" y="216"/>
                </a:lnTo>
                <a:lnTo>
                  <a:pt x="96" y="205"/>
                </a:lnTo>
                <a:lnTo>
                  <a:pt x="107" y="193"/>
                </a:lnTo>
                <a:lnTo>
                  <a:pt x="118" y="182"/>
                </a:lnTo>
                <a:lnTo>
                  <a:pt x="130" y="171"/>
                </a:lnTo>
                <a:lnTo>
                  <a:pt x="142" y="160"/>
                </a:lnTo>
                <a:lnTo>
                  <a:pt x="154" y="149"/>
                </a:lnTo>
                <a:lnTo>
                  <a:pt x="167" y="139"/>
                </a:lnTo>
                <a:lnTo>
                  <a:pt x="181" y="129"/>
                </a:lnTo>
                <a:lnTo>
                  <a:pt x="195" y="119"/>
                </a:lnTo>
                <a:lnTo>
                  <a:pt x="209" y="110"/>
                </a:lnTo>
                <a:lnTo>
                  <a:pt x="224" y="101"/>
                </a:lnTo>
                <a:lnTo>
                  <a:pt x="239" y="92"/>
                </a:lnTo>
                <a:lnTo>
                  <a:pt x="255" y="84"/>
                </a:lnTo>
                <a:lnTo>
                  <a:pt x="270" y="76"/>
                </a:lnTo>
                <a:lnTo>
                  <a:pt x="287" y="68"/>
                </a:lnTo>
                <a:lnTo>
                  <a:pt x="303" y="61"/>
                </a:lnTo>
                <a:lnTo>
                  <a:pt x="320" y="54"/>
                </a:lnTo>
                <a:lnTo>
                  <a:pt x="337" y="48"/>
                </a:lnTo>
                <a:lnTo>
                  <a:pt x="354" y="42"/>
                </a:lnTo>
                <a:lnTo>
                  <a:pt x="372" y="36"/>
                </a:lnTo>
                <a:lnTo>
                  <a:pt x="390" y="31"/>
                </a:lnTo>
                <a:lnTo>
                  <a:pt x="408" y="26"/>
                </a:lnTo>
                <a:lnTo>
                  <a:pt x="426" y="21"/>
                </a:lnTo>
                <a:lnTo>
                  <a:pt x="445" y="17"/>
                </a:lnTo>
                <a:lnTo>
                  <a:pt x="464" y="13"/>
                </a:lnTo>
                <a:lnTo>
                  <a:pt x="482" y="10"/>
                </a:lnTo>
                <a:lnTo>
                  <a:pt x="501" y="7"/>
                </a:lnTo>
                <a:lnTo>
                  <a:pt x="520" y="5"/>
                </a:lnTo>
                <a:lnTo>
                  <a:pt x="540" y="3"/>
                </a:lnTo>
                <a:lnTo>
                  <a:pt x="559" y="2"/>
                </a:lnTo>
                <a:lnTo>
                  <a:pt x="578" y="0"/>
                </a:lnTo>
                <a:lnTo>
                  <a:pt x="598" y="0"/>
                </a:lnTo>
                <a:lnTo>
                  <a:pt x="617" y="0"/>
                </a:lnTo>
                <a:lnTo>
                  <a:pt x="636" y="0"/>
                </a:lnTo>
                <a:lnTo>
                  <a:pt x="656" y="0"/>
                </a:lnTo>
                <a:lnTo>
                  <a:pt x="675" y="2"/>
                </a:lnTo>
                <a:lnTo>
                  <a:pt x="694" y="3"/>
                </a:lnTo>
                <a:lnTo>
                  <a:pt x="713" y="5"/>
                </a:lnTo>
                <a:lnTo>
                  <a:pt x="732" y="7"/>
                </a:lnTo>
                <a:lnTo>
                  <a:pt x="751" y="10"/>
                </a:lnTo>
                <a:lnTo>
                  <a:pt x="770" y="13"/>
                </a:lnTo>
                <a:lnTo>
                  <a:pt x="789" y="17"/>
                </a:lnTo>
                <a:lnTo>
                  <a:pt x="807" y="21"/>
                </a:lnTo>
                <a:lnTo>
                  <a:pt x="826" y="26"/>
                </a:lnTo>
                <a:lnTo>
                  <a:pt x="844" y="31"/>
                </a:lnTo>
                <a:lnTo>
                  <a:pt x="862" y="36"/>
                </a:lnTo>
                <a:lnTo>
                  <a:pt x="879" y="42"/>
                </a:lnTo>
                <a:lnTo>
                  <a:pt x="897" y="48"/>
                </a:lnTo>
                <a:lnTo>
                  <a:pt x="914" y="54"/>
                </a:lnTo>
                <a:lnTo>
                  <a:pt x="931" y="61"/>
                </a:lnTo>
                <a:lnTo>
                  <a:pt x="947" y="68"/>
                </a:lnTo>
                <a:lnTo>
                  <a:pt x="964" y="76"/>
                </a:lnTo>
                <a:lnTo>
                  <a:pt x="979" y="84"/>
                </a:lnTo>
                <a:lnTo>
                  <a:pt x="995" y="92"/>
                </a:lnTo>
                <a:lnTo>
                  <a:pt x="1010" y="101"/>
                </a:lnTo>
                <a:lnTo>
                  <a:pt x="1025" y="110"/>
                </a:lnTo>
                <a:lnTo>
                  <a:pt x="1040" y="119"/>
                </a:lnTo>
                <a:lnTo>
                  <a:pt x="1054" y="129"/>
                </a:lnTo>
                <a:lnTo>
                  <a:pt x="1067" y="139"/>
                </a:lnTo>
                <a:lnTo>
                  <a:pt x="1080" y="149"/>
                </a:lnTo>
                <a:lnTo>
                  <a:pt x="1093" y="160"/>
                </a:lnTo>
                <a:lnTo>
                  <a:pt x="1105" y="171"/>
                </a:lnTo>
                <a:lnTo>
                  <a:pt x="1117" y="182"/>
                </a:lnTo>
                <a:lnTo>
                  <a:pt x="1128" y="193"/>
                </a:lnTo>
                <a:lnTo>
                  <a:pt x="1139" y="205"/>
                </a:lnTo>
                <a:lnTo>
                  <a:pt x="1149" y="216"/>
                </a:lnTo>
                <a:lnTo>
                  <a:pt x="1158" y="228"/>
                </a:lnTo>
                <a:lnTo>
                  <a:pt x="1167" y="241"/>
                </a:lnTo>
                <a:lnTo>
                  <a:pt x="1176" y="253"/>
                </a:lnTo>
                <a:lnTo>
                  <a:pt x="1184" y="266"/>
                </a:lnTo>
                <a:lnTo>
                  <a:pt x="1191" y="279"/>
                </a:lnTo>
                <a:lnTo>
                  <a:pt x="1198" y="292"/>
                </a:lnTo>
                <a:lnTo>
                  <a:pt x="1204" y="305"/>
                </a:lnTo>
                <a:lnTo>
                  <a:pt x="1210" y="318"/>
                </a:lnTo>
                <a:lnTo>
                  <a:pt x="1215" y="331"/>
                </a:lnTo>
                <a:lnTo>
                  <a:pt x="1220" y="345"/>
                </a:lnTo>
                <a:lnTo>
                  <a:pt x="1224" y="359"/>
                </a:lnTo>
                <a:lnTo>
                  <a:pt x="1227" y="372"/>
                </a:lnTo>
                <a:lnTo>
                  <a:pt x="1230" y="386"/>
                </a:lnTo>
                <a:lnTo>
                  <a:pt x="1232" y="400"/>
                </a:lnTo>
                <a:lnTo>
                  <a:pt x="1233" y="414"/>
                </a:lnTo>
                <a:lnTo>
                  <a:pt x="1234" y="427"/>
                </a:lnTo>
                <a:lnTo>
                  <a:pt x="1235" y="441"/>
                </a:lnTo>
                <a:close/>
              </a:path>
            </a:pathLst>
          </a:custGeom>
          <a:solidFill>
            <a:srgbClr val="ffc0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7" name=""/>
          <p:cNvSpPr/>
          <p:nvPr/>
        </p:nvSpPr>
        <p:spPr>
          <a:xfrm>
            <a:off x="7839360" y="2784240"/>
            <a:ext cx="446760" cy="320760"/>
          </a:xfrm>
          <a:custGeom>
            <a:avLst/>
            <a:gdLst/>
            <a:ahLst/>
            <a:rect l="0" t="0" r="r" b="b"/>
            <a:pathLst>
              <a:path w="1241" h="891">
                <a:moveTo>
                  <a:pt x="1238" y="445"/>
                </a:moveTo>
                <a:lnTo>
                  <a:pt x="1237" y="431"/>
                </a:lnTo>
                <a:lnTo>
                  <a:pt x="1236" y="418"/>
                </a:lnTo>
                <a:lnTo>
                  <a:pt x="1235" y="404"/>
                </a:lnTo>
                <a:lnTo>
                  <a:pt x="1233" y="390"/>
                </a:lnTo>
                <a:lnTo>
                  <a:pt x="1230" y="376"/>
                </a:lnTo>
                <a:lnTo>
                  <a:pt x="1227" y="363"/>
                </a:lnTo>
                <a:lnTo>
                  <a:pt x="1223" y="349"/>
                </a:lnTo>
                <a:lnTo>
                  <a:pt x="1218" y="335"/>
                </a:lnTo>
                <a:lnTo>
                  <a:pt x="1213" y="322"/>
                </a:lnTo>
                <a:lnTo>
                  <a:pt x="1207" y="309"/>
                </a:lnTo>
                <a:lnTo>
                  <a:pt x="1201" y="296"/>
                </a:lnTo>
                <a:lnTo>
                  <a:pt x="1194" y="283"/>
                </a:lnTo>
                <a:lnTo>
                  <a:pt x="1187" y="270"/>
                </a:lnTo>
                <a:lnTo>
                  <a:pt x="1179" y="257"/>
                </a:lnTo>
                <a:lnTo>
                  <a:pt x="1170" y="245"/>
                </a:lnTo>
                <a:lnTo>
                  <a:pt x="1160" y="232"/>
                </a:lnTo>
                <a:lnTo>
                  <a:pt x="1151" y="220"/>
                </a:lnTo>
                <a:lnTo>
                  <a:pt x="1141" y="209"/>
                </a:lnTo>
                <a:lnTo>
                  <a:pt x="1130" y="197"/>
                </a:lnTo>
                <a:lnTo>
                  <a:pt x="1119" y="186"/>
                </a:lnTo>
                <a:lnTo>
                  <a:pt x="1107" y="175"/>
                </a:lnTo>
                <a:lnTo>
                  <a:pt x="1095" y="164"/>
                </a:lnTo>
                <a:lnTo>
                  <a:pt x="1082" y="153"/>
                </a:lnTo>
                <a:lnTo>
                  <a:pt x="1069" y="143"/>
                </a:lnTo>
                <a:lnTo>
                  <a:pt x="1056" y="133"/>
                </a:lnTo>
                <a:lnTo>
                  <a:pt x="1042" y="123"/>
                </a:lnTo>
                <a:lnTo>
                  <a:pt x="1028" y="114"/>
                </a:lnTo>
                <a:lnTo>
                  <a:pt x="1013" y="105"/>
                </a:lnTo>
                <a:lnTo>
                  <a:pt x="998" y="96"/>
                </a:lnTo>
                <a:lnTo>
                  <a:pt x="982" y="88"/>
                </a:lnTo>
                <a:lnTo>
                  <a:pt x="967" y="80"/>
                </a:lnTo>
                <a:lnTo>
                  <a:pt x="950" y="72"/>
                </a:lnTo>
                <a:lnTo>
                  <a:pt x="934" y="65"/>
                </a:lnTo>
                <a:lnTo>
                  <a:pt x="917" y="58"/>
                </a:lnTo>
                <a:lnTo>
                  <a:pt x="900" y="52"/>
                </a:lnTo>
                <a:lnTo>
                  <a:pt x="882" y="46"/>
                </a:lnTo>
                <a:lnTo>
                  <a:pt x="865" y="40"/>
                </a:lnTo>
                <a:lnTo>
                  <a:pt x="847" y="34"/>
                </a:lnTo>
                <a:lnTo>
                  <a:pt x="829" y="29"/>
                </a:lnTo>
                <a:lnTo>
                  <a:pt x="810" y="24"/>
                </a:lnTo>
                <a:lnTo>
                  <a:pt x="792" y="20"/>
                </a:lnTo>
                <a:lnTo>
                  <a:pt x="773" y="16"/>
                </a:lnTo>
                <a:lnTo>
                  <a:pt x="754" y="13"/>
                </a:lnTo>
                <a:lnTo>
                  <a:pt x="735" y="10"/>
                </a:lnTo>
                <a:lnTo>
                  <a:pt x="716" y="8"/>
                </a:lnTo>
                <a:lnTo>
                  <a:pt x="697" y="6"/>
                </a:lnTo>
                <a:lnTo>
                  <a:pt x="678" y="5"/>
                </a:lnTo>
                <a:lnTo>
                  <a:pt x="659" y="3"/>
                </a:lnTo>
                <a:lnTo>
                  <a:pt x="639" y="3"/>
                </a:lnTo>
                <a:lnTo>
                  <a:pt x="620" y="3"/>
                </a:lnTo>
                <a:lnTo>
                  <a:pt x="601" y="3"/>
                </a:lnTo>
                <a:lnTo>
                  <a:pt x="581" y="3"/>
                </a:lnTo>
                <a:lnTo>
                  <a:pt x="562" y="5"/>
                </a:lnTo>
                <a:lnTo>
                  <a:pt x="543" y="6"/>
                </a:lnTo>
                <a:lnTo>
                  <a:pt x="523" y="8"/>
                </a:lnTo>
                <a:lnTo>
                  <a:pt x="504" y="10"/>
                </a:lnTo>
                <a:lnTo>
                  <a:pt x="485" y="13"/>
                </a:lnTo>
                <a:lnTo>
                  <a:pt x="467" y="16"/>
                </a:lnTo>
                <a:lnTo>
                  <a:pt x="448" y="20"/>
                </a:lnTo>
                <a:lnTo>
                  <a:pt x="429" y="24"/>
                </a:lnTo>
                <a:lnTo>
                  <a:pt x="411" y="29"/>
                </a:lnTo>
                <a:lnTo>
                  <a:pt x="393" y="34"/>
                </a:lnTo>
                <a:lnTo>
                  <a:pt x="375" y="40"/>
                </a:lnTo>
                <a:lnTo>
                  <a:pt x="357" y="46"/>
                </a:lnTo>
                <a:lnTo>
                  <a:pt x="340" y="52"/>
                </a:lnTo>
                <a:lnTo>
                  <a:pt x="323" y="58"/>
                </a:lnTo>
                <a:lnTo>
                  <a:pt x="306" y="65"/>
                </a:lnTo>
                <a:lnTo>
                  <a:pt x="290" y="72"/>
                </a:lnTo>
                <a:lnTo>
                  <a:pt x="273" y="80"/>
                </a:lnTo>
                <a:lnTo>
                  <a:pt x="258" y="88"/>
                </a:lnTo>
                <a:lnTo>
                  <a:pt x="242" y="96"/>
                </a:lnTo>
                <a:lnTo>
                  <a:pt x="227" y="105"/>
                </a:lnTo>
                <a:lnTo>
                  <a:pt x="212" y="114"/>
                </a:lnTo>
                <a:lnTo>
                  <a:pt x="198" y="123"/>
                </a:lnTo>
                <a:lnTo>
                  <a:pt x="184" y="133"/>
                </a:lnTo>
                <a:lnTo>
                  <a:pt x="170" y="143"/>
                </a:lnTo>
                <a:lnTo>
                  <a:pt x="157" y="153"/>
                </a:lnTo>
                <a:lnTo>
                  <a:pt x="145" y="164"/>
                </a:lnTo>
                <a:lnTo>
                  <a:pt x="133" y="175"/>
                </a:lnTo>
                <a:lnTo>
                  <a:pt x="121" y="186"/>
                </a:lnTo>
                <a:lnTo>
                  <a:pt x="110" y="197"/>
                </a:lnTo>
                <a:lnTo>
                  <a:pt x="99" y="209"/>
                </a:lnTo>
                <a:lnTo>
                  <a:pt x="89" y="220"/>
                </a:lnTo>
                <a:lnTo>
                  <a:pt x="80" y="232"/>
                </a:lnTo>
                <a:lnTo>
                  <a:pt x="71" y="245"/>
                </a:lnTo>
                <a:lnTo>
                  <a:pt x="62" y="257"/>
                </a:lnTo>
                <a:lnTo>
                  <a:pt x="54" y="270"/>
                </a:lnTo>
                <a:lnTo>
                  <a:pt x="47" y="283"/>
                </a:lnTo>
                <a:lnTo>
                  <a:pt x="40" y="296"/>
                </a:lnTo>
                <a:lnTo>
                  <a:pt x="34" y="309"/>
                </a:lnTo>
                <a:lnTo>
                  <a:pt x="28" y="322"/>
                </a:lnTo>
                <a:lnTo>
                  <a:pt x="23" y="335"/>
                </a:lnTo>
                <a:lnTo>
                  <a:pt x="18" y="349"/>
                </a:lnTo>
                <a:lnTo>
                  <a:pt x="14" y="363"/>
                </a:lnTo>
                <a:lnTo>
                  <a:pt x="11" y="376"/>
                </a:lnTo>
                <a:lnTo>
                  <a:pt x="8" y="390"/>
                </a:lnTo>
                <a:lnTo>
                  <a:pt x="6" y="404"/>
                </a:lnTo>
                <a:lnTo>
                  <a:pt x="5" y="418"/>
                </a:lnTo>
                <a:lnTo>
                  <a:pt x="4" y="431"/>
                </a:lnTo>
                <a:lnTo>
                  <a:pt x="3" y="445"/>
                </a:lnTo>
                <a:lnTo>
                  <a:pt x="4" y="459"/>
                </a:lnTo>
                <a:lnTo>
                  <a:pt x="5" y="473"/>
                </a:lnTo>
                <a:lnTo>
                  <a:pt x="6" y="488"/>
                </a:lnTo>
                <a:lnTo>
                  <a:pt x="8" y="502"/>
                </a:lnTo>
                <a:lnTo>
                  <a:pt x="11" y="515"/>
                </a:lnTo>
                <a:lnTo>
                  <a:pt x="14" y="529"/>
                </a:lnTo>
                <a:lnTo>
                  <a:pt x="18" y="543"/>
                </a:lnTo>
                <a:lnTo>
                  <a:pt x="23" y="556"/>
                </a:lnTo>
                <a:lnTo>
                  <a:pt x="28" y="570"/>
                </a:lnTo>
                <a:lnTo>
                  <a:pt x="34" y="583"/>
                </a:lnTo>
                <a:lnTo>
                  <a:pt x="40" y="596"/>
                </a:lnTo>
                <a:lnTo>
                  <a:pt x="47" y="609"/>
                </a:lnTo>
                <a:lnTo>
                  <a:pt x="54" y="622"/>
                </a:lnTo>
                <a:lnTo>
                  <a:pt x="62" y="634"/>
                </a:lnTo>
                <a:lnTo>
                  <a:pt x="71" y="647"/>
                </a:lnTo>
                <a:lnTo>
                  <a:pt x="80" y="659"/>
                </a:lnTo>
                <a:lnTo>
                  <a:pt x="89" y="671"/>
                </a:lnTo>
                <a:lnTo>
                  <a:pt x="99" y="683"/>
                </a:lnTo>
                <a:lnTo>
                  <a:pt x="110" y="695"/>
                </a:lnTo>
                <a:lnTo>
                  <a:pt x="121" y="706"/>
                </a:lnTo>
                <a:lnTo>
                  <a:pt x="133" y="717"/>
                </a:lnTo>
                <a:lnTo>
                  <a:pt x="145" y="728"/>
                </a:lnTo>
                <a:lnTo>
                  <a:pt x="157" y="738"/>
                </a:lnTo>
                <a:lnTo>
                  <a:pt x="170" y="749"/>
                </a:lnTo>
                <a:lnTo>
                  <a:pt x="184" y="759"/>
                </a:lnTo>
                <a:lnTo>
                  <a:pt x="198" y="768"/>
                </a:lnTo>
                <a:lnTo>
                  <a:pt x="212" y="778"/>
                </a:lnTo>
                <a:lnTo>
                  <a:pt x="227" y="787"/>
                </a:lnTo>
                <a:lnTo>
                  <a:pt x="242" y="795"/>
                </a:lnTo>
                <a:lnTo>
                  <a:pt x="258" y="804"/>
                </a:lnTo>
                <a:lnTo>
                  <a:pt x="273" y="812"/>
                </a:lnTo>
                <a:lnTo>
                  <a:pt x="290" y="819"/>
                </a:lnTo>
                <a:lnTo>
                  <a:pt x="306" y="827"/>
                </a:lnTo>
                <a:lnTo>
                  <a:pt x="323" y="833"/>
                </a:lnTo>
                <a:lnTo>
                  <a:pt x="340" y="840"/>
                </a:lnTo>
                <a:lnTo>
                  <a:pt x="357" y="846"/>
                </a:lnTo>
                <a:lnTo>
                  <a:pt x="375" y="852"/>
                </a:lnTo>
                <a:lnTo>
                  <a:pt x="393" y="857"/>
                </a:lnTo>
                <a:lnTo>
                  <a:pt x="411" y="862"/>
                </a:lnTo>
                <a:lnTo>
                  <a:pt x="429" y="866"/>
                </a:lnTo>
                <a:lnTo>
                  <a:pt x="448" y="870"/>
                </a:lnTo>
                <a:lnTo>
                  <a:pt x="467" y="874"/>
                </a:lnTo>
                <a:lnTo>
                  <a:pt x="485" y="877"/>
                </a:lnTo>
                <a:lnTo>
                  <a:pt x="504" y="880"/>
                </a:lnTo>
                <a:lnTo>
                  <a:pt x="523" y="883"/>
                </a:lnTo>
                <a:lnTo>
                  <a:pt x="543" y="885"/>
                </a:lnTo>
                <a:lnTo>
                  <a:pt x="562" y="886"/>
                </a:lnTo>
                <a:lnTo>
                  <a:pt x="581" y="887"/>
                </a:lnTo>
                <a:lnTo>
                  <a:pt x="601" y="888"/>
                </a:lnTo>
                <a:lnTo>
                  <a:pt x="620" y="888"/>
                </a:lnTo>
                <a:lnTo>
                  <a:pt x="639" y="888"/>
                </a:lnTo>
                <a:lnTo>
                  <a:pt x="659" y="887"/>
                </a:lnTo>
                <a:lnTo>
                  <a:pt x="678" y="886"/>
                </a:lnTo>
                <a:lnTo>
                  <a:pt x="697" y="885"/>
                </a:lnTo>
                <a:lnTo>
                  <a:pt x="716" y="883"/>
                </a:lnTo>
                <a:lnTo>
                  <a:pt x="735" y="880"/>
                </a:lnTo>
                <a:lnTo>
                  <a:pt x="754" y="877"/>
                </a:lnTo>
                <a:lnTo>
                  <a:pt x="773" y="874"/>
                </a:lnTo>
                <a:lnTo>
                  <a:pt x="792" y="870"/>
                </a:lnTo>
                <a:lnTo>
                  <a:pt x="810" y="866"/>
                </a:lnTo>
                <a:lnTo>
                  <a:pt x="829" y="862"/>
                </a:lnTo>
                <a:lnTo>
                  <a:pt x="847" y="857"/>
                </a:lnTo>
                <a:lnTo>
                  <a:pt x="865" y="852"/>
                </a:lnTo>
                <a:lnTo>
                  <a:pt x="882" y="846"/>
                </a:lnTo>
                <a:lnTo>
                  <a:pt x="900" y="840"/>
                </a:lnTo>
                <a:lnTo>
                  <a:pt x="917" y="833"/>
                </a:lnTo>
                <a:lnTo>
                  <a:pt x="934" y="827"/>
                </a:lnTo>
                <a:lnTo>
                  <a:pt x="950" y="819"/>
                </a:lnTo>
                <a:lnTo>
                  <a:pt x="967" y="812"/>
                </a:lnTo>
                <a:lnTo>
                  <a:pt x="982" y="804"/>
                </a:lnTo>
                <a:lnTo>
                  <a:pt x="998" y="795"/>
                </a:lnTo>
                <a:lnTo>
                  <a:pt x="1013" y="787"/>
                </a:lnTo>
                <a:lnTo>
                  <a:pt x="1028" y="778"/>
                </a:lnTo>
                <a:lnTo>
                  <a:pt x="1042" y="768"/>
                </a:lnTo>
                <a:lnTo>
                  <a:pt x="1056" y="759"/>
                </a:lnTo>
                <a:lnTo>
                  <a:pt x="1069" y="749"/>
                </a:lnTo>
                <a:lnTo>
                  <a:pt x="1082" y="738"/>
                </a:lnTo>
                <a:lnTo>
                  <a:pt x="1095" y="728"/>
                </a:lnTo>
                <a:lnTo>
                  <a:pt x="1107" y="717"/>
                </a:lnTo>
                <a:lnTo>
                  <a:pt x="1119" y="706"/>
                </a:lnTo>
                <a:lnTo>
                  <a:pt x="1130" y="695"/>
                </a:lnTo>
                <a:lnTo>
                  <a:pt x="1141" y="683"/>
                </a:lnTo>
                <a:lnTo>
                  <a:pt x="1151" y="671"/>
                </a:lnTo>
                <a:lnTo>
                  <a:pt x="1160" y="659"/>
                </a:lnTo>
                <a:lnTo>
                  <a:pt x="1170" y="647"/>
                </a:lnTo>
                <a:lnTo>
                  <a:pt x="1179" y="634"/>
                </a:lnTo>
                <a:lnTo>
                  <a:pt x="1187" y="622"/>
                </a:lnTo>
                <a:lnTo>
                  <a:pt x="1194" y="609"/>
                </a:lnTo>
                <a:lnTo>
                  <a:pt x="1201" y="596"/>
                </a:lnTo>
                <a:lnTo>
                  <a:pt x="1207" y="583"/>
                </a:lnTo>
                <a:lnTo>
                  <a:pt x="1213" y="570"/>
                </a:lnTo>
                <a:lnTo>
                  <a:pt x="1218" y="556"/>
                </a:lnTo>
                <a:lnTo>
                  <a:pt x="1223" y="543"/>
                </a:lnTo>
                <a:lnTo>
                  <a:pt x="1227" y="529"/>
                </a:lnTo>
                <a:lnTo>
                  <a:pt x="1230" y="515"/>
                </a:lnTo>
                <a:lnTo>
                  <a:pt x="1233" y="502"/>
                </a:lnTo>
                <a:lnTo>
                  <a:pt x="1235" y="488"/>
                </a:lnTo>
                <a:lnTo>
                  <a:pt x="1236" y="473"/>
                </a:lnTo>
                <a:lnTo>
                  <a:pt x="1237" y="459"/>
                </a:lnTo>
                <a:lnTo>
                  <a:pt x="1238" y="445"/>
                </a:lnTo>
                <a:moveTo>
                  <a:pt x="1241" y="445"/>
                </a:moveTo>
                <a:lnTo>
                  <a:pt x="1241" y="459"/>
                </a:lnTo>
                <a:lnTo>
                  <a:pt x="1240" y="473"/>
                </a:lnTo>
                <a:lnTo>
                  <a:pt x="1239" y="488"/>
                </a:lnTo>
                <a:lnTo>
                  <a:pt x="1237" y="502"/>
                </a:lnTo>
                <a:lnTo>
                  <a:pt x="1234" y="516"/>
                </a:lnTo>
                <a:lnTo>
                  <a:pt x="1230" y="530"/>
                </a:lnTo>
                <a:lnTo>
                  <a:pt x="1226" y="543"/>
                </a:lnTo>
                <a:lnTo>
                  <a:pt x="1222" y="557"/>
                </a:lnTo>
                <a:lnTo>
                  <a:pt x="1217" y="570"/>
                </a:lnTo>
                <a:lnTo>
                  <a:pt x="1211" y="584"/>
                </a:lnTo>
                <a:lnTo>
                  <a:pt x="1205" y="597"/>
                </a:lnTo>
                <a:lnTo>
                  <a:pt x="1198" y="610"/>
                </a:lnTo>
                <a:lnTo>
                  <a:pt x="1190" y="623"/>
                </a:lnTo>
                <a:lnTo>
                  <a:pt x="1182" y="636"/>
                </a:lnTo>
                <a:lnTo>
                  <a:pt x="1174" y="648"/>
                </a:lnTo>
                <a:lnTo>
                  <a:pt x="1165" y="660"/>
                </a:lnTo>
                <a:lnTo>
                  <a:pt x="1154" y="673"/>
                </a:lnTo>
                <a:lnTo>
                  <a:pt x="1144" y="684"/>
                </a:lnTo>
                <a:lnTo>
                  <a:pt x="1133" y="696"/>
                </a:lnTo>
                <a:lnTo>
                  <a:pt x="1122" y="708"/>
                </a:lnTo>
                <a:lnTo>
                  <a:pt x="1110" y="719"/>
                </a:lnTo>
                <a:lnTo>
                  <a:pt x="1098" y="730"/>
                </a:lnTo>
                <a:lnTo>
                  <a:pt x="1085" y="740"/>
                </a:lnTo>
                <a:lnTo>
                  <a:pt x="1072" y="751"/>
                </a:lnTo>
                <a:lnTo>
                  <a:pt x="1059" y="761"/>
                </a:lnTo>
                <a:lnTo>
                  <a:pt x="1045" y="770"/>
                </a:lnTo>
                <a:lnTo>
                  <a:pt x="1030" y="780"/>
                </a:lnTo>
                <a:lnTo>
                  <a:pt x="1015" y="789"/>
                </a:lnTo>
                <a:lnTo>
                  <a:pt x="1000" y="798"/>
                </a:lnTo>
                <a:lnTo>
                  <a:pt x="985" y="806"/>
                </a:lnTo>
                <a:lnTo>
                  <a:pt x="969" y="814"/>
                </a:lnTo>
                <a:lnTo>
                  <a:pt x="952" y="822"/>
                </a:lnTo>
                <a:lnTo>
                  <a:pt x="936" y="829"/>
                </a:lnTo>
                <a:lnTo>
                  <a:pt x="919" y="836"/>
                </a:lnTo>
                <a:lnTo>
                  <a:pt x="902" y="842"/>
                </a:lnTo>
                <a:lnTo>
                  <a:pt x="884" y="848"/>
                </a:lnTo>
                <a:lnTo>
                  <a:pt x="866" y="854"/>
                </a:lnTo>
                <a:lnTo>
                  <a:pt x="848" y="860"/>
                </a:lnTo>
                <a:lnTo>
                  <a:pt x="830" y="865"/>
                </a:lnTo>
                <a:lnTo>
                  <a:pt x="812" y="869"/>
                </a:lnTo>
                <a:lnTo>
                  <a:pt x="793" y="873"/>
                </a:lnTo>
                <a:lnTo>
                  <a:pt x="774" y="877"/>
                </a:lnTo>
                <a:lnTo>
                  <a:pt x="755" y="880"/>
                </a:lnTo>
                <a:lnTo>
                  <a:pt x="736" y="883"/>
                </a:lnTo>
                <a:lnTo>
                  <a:pt x="717" y="885"/>
                </a:lnTo>
                <a:lnTo>
                  <a:pt x="698" y="887"/>
                </a:lnTo>
                <a:lnTo>
                  <a:pt x="678" y="889"/>
                </a:lnTo>
                <a:lnTo>
                  <a:pt x="659" y="890"/>
                </a:lnTo>
                <a:lnTo>
                  <a:pt x="639" y="891"/>
                </a:lnTo>
                <a:lnTo>
                  <a:pt x="620" y="891"/>
                </a:lnTo>
                <a:lnTo>
                  <a:pt x="600" y="891"/>
                </a:lnTo>
                <a:lnTo>
                  <a:pt x="581" y="890"/>
                </a:lnTo>
                <a:lnTo>
                  <a:pt x="562" y="889"/>
                </a:lnTo>
                <a:lnTo>
                  <a:pt x="542" y="887"/>
                </a:lnTo>
                <a:lnTo>
                  <a:pt x="523" y="885"/>
                </a:lnTo>
                <a:lnTo>
                  <a:pt x="504" y="883"/>
                </a:lnTo>
                <a:lnTo>
                  <a:pt x="485" y="880"/>
                </a:lnTo>
                <a:lnTo>
                  <a:pt x="466" y="877"/>
                </a:lnTo>
                <a:lnTo>
                  <a:pt x="447" y="873"/>
                </a:lnTo>
                <a:lnTo>
                  <a:pt x="428" y="869"/>
                </a:lnTo>
                <a:lnTo>
                  <a:pt x="410" y="865"/>
                </a:lnTo>
                <a:lnTo>
                  <a:pt x="392" y="860"/>
                </a:lnTo>
                <a:lnTo>
                  <a:pt x="374" y="854"/>
                </a:lnTo>
                <a:lnTo>
                  <a:pt x="356" y="848"/>
                </a:lnTo>
                <a:lnTo>
                  <a:pt x="338" y="842"/>
                </a:lnTo>
                <a:lnTo>
                  <a:pt x="321" y="836"/>
                </a:lnTo>
                <a:lnTo>
                  <a:pt x="304" y="829"/>
                </a:lnTo>
                <a:lnTo>
                  <a:pt x="287" y="822"/>
                </a:lnTo>
                <a:lnTo>
                  <a:pt x="271" y="814"/>
                </a:lnTo>
                <a:lnTo>
                  <a:pt x="255" y="806"/>
                </a:lnTo>
                <a:lnTo>
                  <a:pt x="240" y="798"/>
                </a:lnTo>
                <a:lnTo>
                  <a:pt x="224" y="789"/>
                </a:lnTo>
                <a:lnTo>
                  <a:pt x="210" y="780"/>
                </a:lnTo>
                <a:lnTo>
                  <a:pt x="195" y="770"/>
                </a:lnTo>
                <a:lnTo>
                  <a:pt x="181" y="761"/>
                </a:lnTo>
                <a:lnTo>
                  <a:pt x="168" y="751"/>
                </a:lnTo>
                <a:lnTo>
                  <a:pt x="155" y="740"/>
                </a:lnTo>
                <a:lnTo>
                  <a:pt x="142" y="730"/>
                </a:lnTo>
                <a:lnTo>
                  <a:pt x="130" y="719"/>
                </a:lnTo>
                <a:lnTo>
                  <a:pt x="118" y="708"/>
                </a:lnTo>
                <a:lnTo>
                  <a:pt x="107" y="696"/>
                </a:lnTo>
                <a:lnTo>
                  <a:pt x="96" y="684"/>
                </a:lnTo>
                <a:lnTo>
                  <a:pt x="86" y="673"/>
                </a:lnTo>
                <a:lnTo>
                  <a:pt x="76" y="660"/>
                </a:lnTo>
                <a:lnTo>
                  <a:pt x="67" y="648"/>
                </a:lnTo>
                <a:lnTo>
                  <a:pt x="59" y="636"/>
                </a:lnTo>
                <a:lnTo>
                  <a:pt x="51" y="623"/>
                </a:lnTo>
                <a:lnTo>
                  <a:pt x="43" y="610"/>
                </a:lnTo>
                <a:lnTo>
                  <a:pt x="36" y="597"/>
                </a:lnTo>
                <a:lnTo>
                  <a:pt x="30" y="584"/>
                </a:lnTo>
                <a:lnTo>
                  <a:pt x="24" y="570"/>
                </a:lnTo>
                <a:lnTo>
                  <a:pt x="19" y="557"/>
                </a:lnTo>
                <a:lnTo>
                  <a:pt x="14" y="543"/>
                </a:lnTo>
                <a:lnTo>
                  <a:pt x="10" y="530"/>
                </a:lnTo>
                <a:lnTo>
                  <a:pt x="7" y="516"/>
                </a:lnTo>
                <a:lnTo>
                  <a:pt x="4" y="502"/>
                </a:lnTo>
                <a:lnTo>
                  <a:pt x="2" y="488"/>
                </a:lnTo>
                <a:lnTo>
                  <a:pt x="1" y="473"/>
                </a:lnTo>
                <a:lnTo>
                  <a:pt x="0" y="459"/>
                </a:lnTo>
                <a:lnTo>
                  <a:pt x="0" y="445"/>
                </a:lnTo>
                <a:lnTo>
                  <a:pt x="0" y="431"/>
                </a:lnTo>
                <a:lnTo>
                  <a:pt x="1" y="417"/>
                </a:lnTo>
                <a:lnTo>
                  <a:pt x="2" y="403"/>
                </a:lnTo>
                <a:lnTo>
                  <a:pt x="4" y="390"/>
                </a:lnTo>
                <a:lnTo>
                  <a:pt x="7" y="376"/>
                </a:lnTo>
                <a:lnTo>
                  <a:pt x="10" y="362"/>
                </a:lnTo>
                <a:lnTo>
                  <a:pt x="14" y="348"/>
                </a:lnTo>
                <a:lnTo>
                  <a:pt x="19" y="335"/>
                </a:lnTo>
                <a:lnTo>
                  <a:pt x="24" y="321"/>
                </a:lnTo>
                <a:lnTo>
                  <a:pt x="30" y="308"/>
                </a:lnTo>
                <a:lnTo>
                  <a:pt x="36" y="295"/>
                </a:lnTo>
                <a:lnTo>
                  <a:pt x="43" y="282"/>
                </a:lnTo>
                <a:lnTo>
                  <a:pt x="51" y="269"/>
                </a:lnTo>
                <a:lnTo>
                  <a:pt x="59" y="256"/>
                </a:lnTo>
                <a:lnTo>
                  <a:pt x="67" y="244"/>
                </a:lnTo>
                <a:lnTo>
                  <a:pt x="76" y="231"/>
                </a:lnTo>
                <a:lnTo>
                  <a:pt x="86" y="219"/>
                </a:lnTo>
                <a:lnTo>
                  <a:pt x="96" y="207"/>
                </a:lnTo>
                <a:lnTo>
                  <a:pt x="107" y="195"/>
                </a:lnTo>
                <a:lnTo>
                  <a:pt x="118" y="184"/>
                </a:lnTo>
                <a:lnTo>
                  <a:pt x="130" y="173"/>
                </a:lnTo>
                <a:lnTo>
                  <a:pt x="142" y="162"/>
                </a:lnTo>
                <a:lnTo>
                  <a:pt x="155" y="151"/>
                </a:lnTo>
                <a:lnTo>
                  <a:pt x="168" y="141"/>
                </a:lnTo>
                <a:lnTo>
                  <a:pt x="181" y="131"/>
                </a:lnTo>
                <a:lnTo>
                  <a:pt x="195" y="121"/>
                </a:lnTo>
                <a:lnTo>
                  <a:pt x="210" y="112"/>
                </a:lnTo>
                <a:lnTo>
                  <a:pt x="224" y="103"/>
                </a:lnTo>
                <a:lnTo>
                  <a:pt x="240" y="94"/>
                </a:lnTo>
                <a:lnTo>
                  <a:pt x="255" y="86"/>
                </a:lnTo>
                <a:lnTo>
                  <a:pt x="271" y="78"/>
                </a:lnTo>
                <a:lnTo>
                  <a:pt x="287" y="70"/>
                </a:lnTo>
                <a:lnTo>
                  <a:pt x="304" y="63"/>
                </a:lnTo>
                <a:lnTo>
                  <a:pt x="321" y="56"/>
                </a:lnTo>
                <a:lnTo>
                  <a:pt x="338" y="49"/>
                </a:lnTo>
                <a:lnTo>
                  <a:pt x="356" y="43"/>
                </a:lnTo>
                <a:lnTo>
                  <a:pt x="374" y="37"/>
                </a:lnTo>
                <a:lnTo>
                  <a:pt x="392" y="31"/>
                </a:lnTo>
                <a:lnTo>
                  <a:pt x="410" y="26"/>
                </a:lnTo>
                <a:lnTo>
                  <a:pt x="428" y="22"/>
                </a:lnTo>
                <a:lnTo>
                  <a:pt x="447" y="17"/>
                </a:lnTo>
                <a:lnTo>
                  <a:pt x="466" y="14"/>
                </a:lnTo>
                <a:lnTo>
                  <a:pt x="485" y="11"/>
                </a:lnTo>
                <a:lnTo>
                  <a:pt x="504" y="8"/>
                </a:lnTo>
                <a:lnTo>
                  <a:pt x="523" y="5"/>
                </a:lnTo>
                <a:lnTo>
                  <a:pt x="542" y="3"/>
                </a:lnTo>
                <a:lnTo>
                  <a:pt x="562" y="2"/>
                </a:lnTo>
                <a:lnTo>
                  <a:pt x="581" y="1"/>
                </a:lnTo>
                <a:lnTo>
                  <a:pt x="600" y="0"/>
                </a:lnTo>
                <a:lnTo>
                  <a:pt x="620" y="0"/>
                </a:lnTo>
                <a:lnTo>
                  <a:pt x="639" y="0"/>
                </a:lnTo>
                <a:lnTo>
                  <a:pt x="659" y="1"/>
                </a:lnTo>
                <a:lnTo>
                  <a:pt x="678" y="2"/>
                </a:lnTo>
                <a:lnTo>
                  <a:pt x="698" y="3"/>
                </a:lnTo>
                <a:lnTo>
                  <a:pt x="717" y="5"/>
                </a:lnTo>
                <a:lnTo>
                  <a:pt x="736" y="8"/>
                </a:lnTo>
                <a:lnTo>
                  <a:pt x="755" y="11"/>
                </a:lnTo>
                <a:lnTo>
                  <a:pt x="774" y="14"/>
                </a:lnTo>
                <a:lnTo>
                  <a:pt x="793" y="17"/>
                </a:lnTo>
                <a:lnTo>
                  <a:pt x="812" y="22"/>
                </a:lnTo>
                <a:lnTo>
                  <a:pt x="830" y="26"/>
                </a:lnTo>
                <a:lnTo>
                  <a:pt x="848" y="31"/>
                </a:lnTo>
                <a:lnTo>
                  <a:pt x="866" y="37"/>
                </a:lnTo>
                <a:lnTo>
                  <a:pt x="884" y="43"/>
                </a:lnTo>
                <a:lnTo>
                  <a:pt x="902" y="49"/>
                </a:lnTo>
                <a:lnTo>
                  <a:pt x="919" y="56"/>
                </a:lnTo>
                <a:lnTo>
                  <a:pt x="936" y="63"/>
                </a:lnTo>
                <a:lnTo>
                  <a:pt x="952" y="70"/>
                </a:lnTo>
                <a:lnTo>
                  <a:pt x="969" y="78"/>
                </a:lnTo>
                <a:lnTo>
                  <a:pt x="985" y="86"/>
                </a:lnTo>
                <a:lnTo>
                  <a:pt x="1000" y="94"/>
                </a:lnTo>
                <a:lnTo>
                  <a:pt x="1015" y="103"/>
                </a:lnTo>
                <a:lnTo>
                  <a:pt x="1030" y="112"/>
                </a:lnTo>
                <a:lnTo>
                  <a:pt x="1045" y="121"/>
                </a:lnTo>
                <a:lnTo>
                  <a:pt x="1059" y="131"/>
                </a:lnTo>
                <a:lnTo>
                  <a:pt x="1072" y="141"/>
                </a:lnTo>
                <a:lnTo>
                  <a:pt x="1085" y="151"/>
                </a:lnTo>
                <a:lnTo>
                  <a:pt x="1098" y="162"/>
                </a:lnTo>
                <a:lnTo>
                  <a:pt x="1110" y="173"/>
                </a:lnTo>
                <a:lnTo>
                  <a:pt x="1122" y="184"/>
                </a:lnTo>
                <a:lnTo>
                  <a:pt x="1133" y="195"/>
                </a:lnTo>
                <a:lnTo>
                  <a:pt x="1144" y="207"/>
                </a:lnTo>
                <a:lnTo>
                  <a:pt x="1154" y="219"/>
                </a:lnTo>
                <a:lnTo>
                  <a:pt x="1165" y="231"/>
                </a:lnTo>
                <a:lnTo>
                  <a:pt x="1174" y="244"/>
                </a:lnTo>
                <a:lnTo>
                  <a:pt x="1182" y="256"/>
                </a:lnTo>
                <a:lnTo>
                  <a:pt x="1190" y="269"/>
                </a:lnTo>
                <a:lnTo>
                  <a:pt x="1198" y="282"/>
                </a:lnTo>
                <a:lnTo>
                  <a:pt x="1205" y="295"/>
                </a:lnTo>
                <a:lnTo>
                  <a:pt x="1211" y="308"/>
                </a:lnTo>
                <a:lnTo>
                  <a:pt x="1217" y="321"/>
                </a:lnTo>
                <a:lnTo>
                  <a:pt x="1222" y="335"/>
                </a:lnTo>
                <a:lnTo>
                  <a:pt x="1226" y="348"/>
                </a:lnTo>
                <a:lnTo>
                  <a:pt x="1230" y="362"/>
                </a:lnTo>
                <a:lnTo>
                  <a:pt x="1234" y="376"/>
                </a:lnTo>
                <a:lnTo>
                  <a:pt x="1237" y="390"/>
                </a:lnTo>
                <a:lnTo>
                  <a:pt x="1239" y="403"/>
                </a:lnTo>
                <a:lnTo>
                  <a:pt x="1240" y="417"/>
                </a:lnTo>
                <a:lnTo>
                  <a:pt x="1241" y="431"/>
                </a:lnTo>
                <a:lnTo>
                  <a:pt x="1241" y="445"/>
                </a:lnTo>
                <a:close/>
              </a:path>
            </a:pathLst>
          </a:custGeom>
          <a:solidFill>
            <a:srgbClr val="ffbf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8" name=""/>
          <p:cNvSpPr/>
          <p:nvPr/>
        </p:nvSpPr>
        <p:spPr>
          <a:xfrm>
            <a:off x="7837920" y="2783160"/>
            <a:ext cx="449640" cy="322560"/>
          </a:xfrm>
          <a:custGeom>
            <a:avLst/>
            <a:gdLst/>
            <a:ahLst/>
            <a:rect l="0" t="0" r="r" b="b"/>
            <a:pathLst>
              <a:path w="1249" h="896">
                <a:moveTo>
                  <a:pt x="1245" y="447"/>
                </a:moveTo>
                <a:lnTo>
                  <a:pt x="1245" y="433"/>
                </a:lnTo>
                <a:lnTo>
                  <a:pt x="1244" y="419"/>
                </a:lnTo>
                <a:lnTo>
                  <a:pt x="1243" y="405"/>
                </a:lnTo>
                <a:lnTo>
                  <a:pt x="1241" y="392"/>
                </a:lnTo>
                <a:lnTo>
                  <a:pt x="1238" y="378"/>
                </a:lnTo>
                <a:lnTo>
                  <a:pt x="1234" y="364"/>
                </a:lnTo>
                <a:lnTo>
                  <a:pt x="1230" y="350"/>
                </a:lnTo>
                <a:lnTo>
                  <a:pt x="1226" y="337"/>
                </a:lnTo>
                <a:lnTo>
                  <a:pt x="1221" y="323"/>
                </a:lnTo>
                <a:lnTo>
                  <a:pt x="1215" y="310"/>
                </a:lnTo>
                <a:lnTo>
                  <a:pt x="1209" y="297"/>
                </a:lnTo>
                <a:lnTo>
                  <a:pt x="1202" y="284"/>
                </a:lnTo>
                <a:lnTo>
                  <a:pt x="1194" y="271"/>
                </a:lnTo>
                <a:lnTo>
                  <a:pt x="1186" y="258"/>
                </a:lnTo>
                <a:lnTo>
                  <a:pt x="1178" y="246"/>
                </a:lnTo>
                <a:lnTo>
                  <a:pt x="1169" y="233"/>
                </a:lnTo>
                <a:lnTo>
                  <a:pt x="1159" y="221"/>
                </a:lnTo>
                <a:lnTo>
                  <a:pt x="1149" y="209"/>
                </a:lnTo>
                <a:lnTo>
                  <a:pt x="1138" y="197"/>
                </a:lnTo>
                <a:lnTo>
                  <a:pt x="1127" y="186"/>
                </a:lnTo>
                <a:lnTo>
                  <a:pt x="1115" y="175"/>
                </a:lnTo>
                <a:lnTo>
                  <a:pt x="1103" y="164"/>
                </a:lnTo>
                <a:lnTo>
                  <a:pt x="1090" y="153"/>
                </a:lnTo>
                <a:lnTo>
                  <a:pt x="1077" y="143"/>
                </a:lnTo>
                <a:lnTo>
                  <a:pt x="1064" y="133"/>
                </a:lnTo>
                <a:lnTo>
                  <a:pt x="1050" y="123"/>
                </a:lnTo>
                <a:lnTo>
                  <a:pt x="1035" y="114"/>
                </a:lnTo>
                <a:lnTo>
                  <a:pt x="1020" y="105"/>
                </a:lnTo>
                <a:lnTo>
                  <a:pt x="1005" y="96"/>
                </a:lnTo>
                <a:lnTo>
                  <a:pt x="990" y="88"/>
                </a:lnTo>
                <a:lnTo>
                  <a:pt x="974" y="80"/>
                </a:lnTo>
                <a:lnTo>
                  <a:pt x="957" y="72"/>
                </a:lnTo>
                <a:lnTo>
                  <a:pt x="941" y="65"/>
                </a:lnTo>
                <a:lnTo>
                  <a:pt x="924" y="58"/>
                </a:lnTo>
                <a:lnTo>
                  <a:pt x="907" y="51"/>
                </a:lnTo>
                <a:lnTo>
                  <a:pt x="889" y="45"/>
                </a:lnTo>
                <a:lnTo>
                  <a:pt x="871" y="39"/>
                </a:lnTo>
                <a:lnTo>
                  <a:pt x="853" y="34"/>
                </a:lnTo>
                <a:lnTo>
                  <a:pt x="835" y="29"/>
                </a:lnTo>
                <a:lnTo>
                  <a:pt x="817" y="25"/>
                </a:lnTo>
                <a:lnTo>
                  <a:pt x="798" y="20"/>
                </a:lnTo>
                <a:lnTo>
                  <a:pt x="779" y="17"/>
                </a:lnTo>
                <a:lnTo>
                  <a:pt x="760" y="14"/>
                </a:lnTo>
                <a:lnTo>
                  <a:pt x="741" y="11"/>
                </a:lnTo>
                <a:lnTo>
                  <a:pt x="722" y="8"/>
                </a:lnTo>
                <a:lnTo>
                  <a:pt x="703" y="6"/>
                </a:lnTo>
                <a:lnTo>
                  <a:pt x="683" y="5"/>
                </a:lnTo>
                <a:lnTo>
                  <a:pt x="664" y="4"/>
                </a:lnTo>
                <a:lnTo>
                  <a:pt x="644" y="3"/>
                </a:lnTo>
                <a:lnTo>
                  <a:pt x="625" y="3"/>
                </a:lnTo>
                <a:lnTo>
                  <a:pt x="605" y="3"/>
                </a:lnTo>
                <a:lnTo>
                  <a:pt x="586" y="4"/>
                </a:lnTo>
                <a:lnTo>
                  <a:pt x="567" y="5"/>
                </a:lnTo>
                <a:lnTo>
                  <a:pt x="547" y="6"/>
                </a:lnTo>
                <a:lnTo>
                  <a:pt x="528" y="8"/>
                </a:lnTo>
                <a:lnTo>
                  <a:pt x="509" y="11"/>
                </a:lnTo>
                <a:lnTo>
                  <a:pt x="490" y="14"/>
                </a:lnTo>
                <a:lnTo>
                  <a:pt x="471" y="17"/>
                </a:lnTo>
                <a:lnTo>
                  <a:pt x="452" y="20"/>
                </a:lnTo>
                <a:lnTo>
                  <a:pt x="433" y="25"/>
                </a:lnTo>
                <a:lnTo>
                  <a:pt x="415" y="29"/>
                </a:lnTo>
                <a:lnTo>
                  <a:pt x="397" y="34"/>
                </a:lnTo>
                <a:lnTo>
                  <a:pt x="379" y="39"/>
                </a:lnTo>
                <a:lnTo>
                  <a:pt x="361" y="45"/>
                </a:lnTo>
                <a:lnTo>
                  <a:pt x="343" y="51"/>
                </a:lnTo>
                <a:lnTo>
                  <a:pt x="326" y="58"/>
                </a:lnTo>
                <a:lnTo>
                  <a:pt x="309" y="65"/>
                </a:lnTo>
                <a:lnTo>
                  <a:pt x="292" y="72"/>
                </a:lnTo>
                <a:lnTo>
                  <a:pt x="276" y="80"/>
                </a:lnTo>
                <a:lnTo>
                  <a:pt x="260" y="88"/>
                </a:lnTo>
                <a:lnTo>
                  <a:pt x="245" y="96"/>
                </a:lnTo>
                <a:lnTo>
                  <a:pt x="229" y="105"/>
                </a:lnTo>
                <a:lnTo>
                  <a:pt x="215" y="114"/>
                </a:lnTo>
                <a:lnTo>
                  <a:pt x="200" y="123"/>
                </a:lnTo>
                <a:lnTo>
                  <a:pt x="186" y="133"/>
                </a:lnTo>
                <a:lnTo>
                  <a:pt x="173" y="143"/>
                </a:lnTo>
                <a:lnTo>
                  <a:pt x="160" y="153"/>
                </a:lnTo>
                <a:lnTo>
                  <a:pt x="147" y="164"/>
                </a:lnTo>
                <a:lnTo>
                  <a:pt x="135" y="175"/>
                </a:lnTo>
                <a:lnTo>
                  <a:pt x="123" y="186"/>
                </a:lnTo>
                <a:lnTo>
                  <a:pt x="112" y="197"/>
                </a:lnTo>
                <a:lnTo>
                  <a:pt x="101" y="209"/>
                </a:lnTo>
                <a:lnTo>
                  <a:pt x="91" y="221"/>
                </a:lnTo>
                <a:lnTo>
                  <a:pt x="81" y="233"/>
                </a:lnTo>
                <a:lnTo>
                  <a:pt x="72" y="246"/>
                </a:lnTo>
                <a:lnTo>
                  <a:pt x="63" y="258"/>
                </a:lnTo>
                <a:lnTo>
                  <a:pt x="55" y="271"/>
                </a:lnTo>
                <a:lnTo>
                  <a:pt x="47" y="284"/>
                </a:lnTo>
                <a:lnTo>
                  <a:pt x="40" y="297"/>
                </a:lnTo>
                <a:lnTo>
                  <a:pt x="34" y="310"/>
                </a:lnTo>
                <a:lnTo>
                  <a:pt x="28" y="323"/>
                </a:lnTo>
                <a:lnTo>
                  <a:pt x="23" y="337"/>
                </a:lnTo>
                <a:lnTo>
                  <a:pt x="18" y="350"/>
                </a:lnTo>
                <a:lnTo>
                  <a:pt x="14" y="364"/>
                </a:lnTo>
                <a:lnTo>
                  <a:pt x="11" y="378"/>
                </a:lnTo>
                <a:lnTo>
                  <a:pt x="8" y="392"/>
                </a:lnTo>
                <a:lnTo>
                  <a:pt x="6" y="405"/>
                </a:lnTo>
                <a:lnTo>
                  <a:pt x="5" y="419"/>
                </a:lnTo>
                <a:lnTo>
                  <a:pt x="4" y="433"/>
                </a:lnTo>
                <a:lnTo>
                  <a:pt x="4" y="447"/>
                </a:lnTo>
                <a:lnTo>
                  <a:pt x="4" y="461"/>
                </a:lnTo>
                <a:lnTo>
                  <a:pt x="5" y="475"/>
                </a:lnTo>
                <a:lnTo>
                  <a:pt x="6" y="489"/>
                </a:lnTo>
                <a:lnTo>
                  <a:pt x="8" y="503"/>
                </a:lnTo>
                <a:lnTo>
                  <a:pt x="11" y="517"/>
                </a:lnTo>
                <a:lnTo>
                  <a:pt x="14" y="531"/>
                </a:lnTo>
                <a:lnTo>
                  <a:pt x="18" y="544"/>
                </a:lnTo>
                <a:lnTo>
                  <a:pt x="23" y="558"/>
                </a:lnTo>
                <a:lnTo>
                  <a:pt x="28" y="571"/>
                </a:lnTo>
                <a:lnTo>
                  <a:pt x="34" y="585"/>
                </a:lnTo>
                <a:lnTo>
                  <a:pt x="40" y="598"/>
                </a:lnTo>
                <a:lnTo>
                  <a:pt x="47" y="611"/>
                </a:lnTo>
                <a:lnTo>
                  <a:pt x="55" y="624"/>
                </a:lnTo>
                <a:lnTo>
                  <a:pt x="63" y="637"/>
                </a:lnTo>
                <a:lnTo>
                  <a:pt x="72" y="649"/>
                </a:lnTo>
                <a:lnTo>
                  <a:pt x="81" y="661"/>
                </a:lnTo>
                <a:lnTo>
                  <a:pt x="91" y="674"/>
                </a:lnTo>
                <a:lnTo>
                  <a:pt x="101" y="685"/>
                </a:lnTo>
                <a:lnTo>
                  <a:pt x="112" y="697"/>
                </a:lnTo>
                <a:lnTo>
                  <a:pt x="123" y="709"/>
                </a:lnTo>
                <a:lnTo>
                  <a:pt x="135" y="720"/>
                </a:lnTo>
                <a:lnTo>
                  <a:pt x="147" y="731"/>
                </a:lnTo>
                <a:lnTo>
                  <a:pt x="160" y="741"/>
                </a:lnTo>
                <a:lnTo>
                  <a:pt x="173" y="752"/>
                </a:lnTo>
                <a:lnTo>
                  <a:pt x="186" y="763"/>
                </a:lnTo>
                <a:lnTo>
                  <a:pt x="200" y="772"/>
                </a:lnTo>
                <a:lnTo>
                  <a:pt x="215" y="782"/>
                </a:lnTo>
                <a:lnTo>
                  <a:pt x="229" y="791"/>
                </a:lnTo>
                <a:lnTo>
                  <a:pt x="245" y="800"/>
                </a:lnTo>
                <a:lnTo>
                  <a:pt x="260" y="808"/>
                </a:lnTo>
                <a:lnTo>
                  <a:pt x="276" y="816"/>
                </a:lnTo>
                <a:lnTo>
                  <a:pt x="292" y="824"/>
                </a:lnTo>
                <a:lnTo>
                  <a:pt x="309" y="831"/>
                </a:lnTo>
                <a:lnTo>
                  <a:pt x="326" y="838"/>
                </a:lnTo>
                <a:lnTo>
                  <a:pt x="343" y="844"/>
                </a:lnTo>
                <a:lnTo>
                  <a:pt x="361" y="850"/>
                </a:lnTo>
                <a:lnTo>
                  <a:pt x="379" y="856"/>
                </a:lnTo>
                <a:lnTo>
                  <a:pt x="397" y="862"/>
                </a:lnTo>
                <a:lnTo>
                  <a:pt x="415" y="867"/>
                </a:lnTo>
                <a:lnTo>
                  <a:pt x="433" y="871"/>
                </a:lnTo>
                <a:lnTo>
                  <a:pt x="452" y="875"/>
                </a:lnTo>
                <a:lnTo>
                  <a:pt x="471" y="879"/>
                </a:lnTo>
                <a:lnTo>
                  <a:pt x="490" y="882"/>
                </a:lnTo>
                <a:lnTo>
                  <a:pt x="509" y="885"/>
                </a:lnTo>
                <a:lnTo>
                  <a:pt x="528" y="887"/>
                </a:lnTo>
                <a:lnTo>
                  <a:pt x="547" y="889"/>
                </a:lnTo>
                <a:lnTo>
                  <a:pt x="567" y="891"/>
                </a:lnTo>
                <a:lnTo>
                  <a:pt x="586" y="892"/>
                </a:lnTo>
                <a:lnTo>
                  <a:pt x="605" y="893"/>
                </a:lnTo>
                <a:lnTo>
                  <a:pt x="625" y="893"/>
                </a:lnTo>
                <a:lnTo>
                  <a:pt x="644" y="893"/>
                </a:lnTo>
                <a:lnTo>
                  <a:pt x="664" y="892"/>
                </a:lnTo>
                <a:lnTo>
                  <a:pt x="683" y="891"/>
                </a:lnTo>
                <a:lnTo>
                  <a:pt x="703" y="889"/>
                </a:lnTo>
                <a:lnTo>
                  <a:pt x="722" y="887"/>
                </a:lnTo>
                <a:lnTo>
                  <a:pt x="741" y="885"/>
                </a:lnTo>
                <a:lnTo>
                  <a:pt x="760" y="882"/>
                </a:lnTo>
                <a:lnTo>
                  <a:pt x="779" y="879"/>
                </a:lnTo>
                <a:lnTo>
                  <a:pt x="798" y="875"/>
                </a:lnTo>
                <a:lnTo>
                  <a:pt x="817" y="871"/>
                </a:lnTo>
                <a:lnTo>
                  <a:pt x="835" y="867"/>
                </a:lnTo>
                <a:lnTo>
                  <a:pt x="853" y="862"/>
                </a:lnTo>
                <a:lnTo>
                  <a:pt x="871" y="856"/>
                </a:lnTo>
                <a:lnTo>
                  <a:pt x="889" y="850"/>
                </a:lnTo>
                <a:lnTo>
                  <a:pt x="907" y="844"/>
                </a:lnTo>
                <a:lnTo>
                  <a:pt x="924" y="838"/>
                </a:lnTo>
                <a:lnTo>
                  <a:pt x="941" y="831"/>
                </a:lnTo>
                <a:lnTo>
                  <a:pt x="957" y="824"/>
                </a:lnTo>
                <a:lnTo>
                  <a:pt x="974" y="816"/>
                </a:lnTo>
                <a:lnTo>
                  <a:pt x="990" y="808"/>
                </a:lnTo>
                <a:lnTo>
                  <a:pt x="1005" y="800"/>
                </a:lnTo>
                <a:lnTo>
                  <a:pt x="1020" y="791"/>
                </a:lnTo>
                <a:lnTo>
                  <a:pt x="1035" y="782"/>
                </a:lnTo>
                <a:lnTo>
                  <a:pt x="1050" y="772"/>
                </a:lnTo>
                <a:lnTo>
                  <a:pt x="1064" y="763"/>
                </a:lnTo>
                <a:lnTo>
                  <a:pt x="1077" y="752"/>
                </a:lnTo>
                <a:lnTo>
                  <a:pt x="1090" y="741"/>
                </a:lnTo>
                <a:lnTo>
                  <a:pt x="1103" y="731"/>
                </a:lnTo>
                <a:lnTo>
                  <a:pt x="1115" y="720"/>
                </a:lnTo>
                <a:lnTo>
                  <a:pt x="1127" y="709"/>
                </a:lnTo>
                <a:lnTo>
                  <a:pt x="1138" y="697"/>
                </a:lnTo>
                <a:lnTo>
                  <a:pt x="1149" y="685"/>
                </a:lnTo>
                <a:lnTo>
                  <a:pt x="1159" y="674"/>
                </a:lnTo>
                <a:lnTo>
                  <a:pt x="1169" y="661"/>
                </a:lnTo>
                <a:lnTo>
                  <a:pt x="1178" y="649"/>
                </a:lnTo>
                <a:lnTo>
                  <a:pt x="1186" y="637"/>
                </a:lnTo>
                <a:lnTo>
                  <a:pt x="1194" y="624"/>
                </a:lnTo>
                <a:lnTo>
                  <a:pt x="1202" y="611"/>
                </a:lnTo>
                <a:lnTo>
                  <a:pt x="1209" y="598"/>
                </a:lnTo>
                <a:lnTo>
                  <a:pt x="1215" y="585"/>
                </a:lnTo>
                <a:lnTo>
                  <a:pt x="1221" y="571"/>
                </a:lnTo>
                <a:lnTo>
                  <a:pt x="1226" y="558"/>
                </a:lnTo>
                <a:lnTo>
                  <a:pt x="1230" y="544"/>
                </a:lnTo>
                <a:lnTo>
                  <a:pt x="1234" y="531"/>
                </a:lnTo>
                <a:lnTo>
                  <a:pt x="1238" y="517"/>
                </a:lnTo>
                <a:lnTo>
                  <a:pt x="1241" y="503"/>
                </a:lnTo>
                <a:lnTo>
                  <a:pt x="1243" y="489"/>
                </a:lnTo>
                <a:lnTo>
                  <a:pt x="1244" y="475"/>
                </a:lnTo>
                <a:lnTo>
                  <a:pt x="1245" y="461"/>
                </a:lnTo>
                <a:lnTo>
                  <a:pt x="1245" y="447"/>
                </a:lnTo>
                <a:moveTo>
                  <a:pt x="1249" y="447"/>
                </a:moveTo>
                <a:lnTo>
                  <a:pt x="1249" y="461"/>
                </a:lnTo>
                <a:lnTo>
                  <a:pt x="1248" y="475"/>
                </a:lnTo>
                <a:lnTo>
                  <a:pt x="1247" y="489"/>
                </a:lnTo>
                <a:lnTo>
                  <a:pt x="1244" y="503"/>
                </a:lnTo>
                <a:lnTo>
                  <a:pt x="1242" y="517"/>
                </a:lnTo>
                <a:lnTo>
                  <a:pt x="1238" y="531"/>
                </a:lnTo>
                <a:lnTo>
                  <a:pt x="1234" y="545"/>
                </a:lnTo>
                <a:lnTo>
                  <a:pt x="1230" y="559"/>
                </a:lnTo>
                <a:lnTo>
                  <a:pt x="1224" y="572"/>
                </a:lnTo>
                <a:lnTo>
                  <a:pt x="1219" y="586"/>
                </a:lnTo>
                <a:lnTo>
                  <a:pt x="1212" y="599"/>
                </a:lnTo>
                <a:lnTo>
                  <a:pt x="1205" y="612"/>
                </a:lnTo>
                <a:lnTo>
                  <a:pt x="1198" y="625"/>
                </a:lnTo>
                <a:lnTo>
                  <a:pt x="1190" y="638"/>
                </a:lnTo>
                <a:lnTo>
                  <a:pt x="1181" y="650"/>
                </a:lnTo>
                <a:lnTo>
                  <a:pt x="1172" y="663"/>
                </a:lnTo>
                <a:lnTo>
                  <a:pt x="1162" y="675"/>
                </a:lnTo>
                <a:lnTo>
                  <a:pt x="1152" y="687"/>
                </a:lnTo>
                <a:lnTo>
                  <a:pt x="1141" y="699"/>
                </a:lnTo>
                <a:lnTo>
                  <a:pt x="1130" y="710"/>
                </a:lnTo>
                <a:lnTo>
                  <a:pt x="1118" y="721"/>
                </a:lnTo>
                <a:lnTo>
                  <a:pt x="1106" y="732"/>
                </a:lnTo>
                <a:lnTo>
                  <a:pt x="1093" y="743"/>
                </a:lnTo>
                <a:lnTo>
                  <a:pt x="1080" y="753"/>
                </a:lnTo>
                <a:lnTo>
                  <a:pt x="1066" y="765"/>
                </a:lnTo>
                <a:lnTo>
                  <a:pt x="1052" y="774"/>
                </a:lnTo>
                <a:lnTo>
                  <a:pt x="1038" y="784"/>
                </a:lnTo>
                <a:lnTo>
                  <a:pt x="1023" y="793"/>
                </a:lnTo>
                <a:lnTo>
                  <a:pt x="1008" y="802"/>
                </a:lnTo>
                <a:lnTo>
                  <a:pt x="992" y="810"/>
                </a:lnTo>
                <a:lnTo>
                  <a:pt x="976" y="818"/>
                </a:lnTo>
                <a:lnTo>
                  <a:pt x="959" y="826"/>
                </a:lnTo>
                <a:lnTo>
                  <a:pt x="943" y="833"/>
                </a:lnTo>
                <a:lnTo>
                  <a:pt x="926" y="840"/>
                </a:lnTo>
                <a:lnTo>
                  <a:pt x="908" y="847"/>
                </a:lnTo>
                <a:lnTo>
                  <a:pt x="891" y="853"/>
                </a:lnTo>
                <a:lnTo>
                  <a:pt x="873" y="859"/>
                </a:lnTo>
                <a:lnTo>
                  <a:pt x="855" y="864"/>
                </a:lnTo>
                <a:lnTo>
                  <a:pt x="836" y="869"/>
                </a:lnTo>
                <a:lnTo>
                  <a:pt x="818" y="874"/>
                </a:lnTo>
                <a:lnTo>
                  <a:pt x="799" y="878"/>
                </a:lnTo>
                <a:lnTo>
                  <a:pt x="780" y="882"/>
                </a:lnTo>
                <a:lnTo>
                  <a:pt x="761" y="885"/>
                </a:lnTo>
                <a:lnTo>
                  <a:pt x="742" y="888"/>
                </a:lnTo>
                <a:lnTo>
                  <a:pt x="723" y="890"/>
                </a:lnTo>
                <a:lnTo>
                  <a:pt x="703" y="892"/>
                </a:lnTo>
                <a:lnTo>
                  <a:pt x="684" y="894"/>
                </a:lnTo>
                <a:lnTo>
                  <a:pt x="664" y="895"/>
                </a:lnTo>
                <a:lnTo>
                  <a:pt x="645" y="895"/>
                </a:lnTo>
                <a:lnTo>
                  <a:pt x="625" y="896"/>
                </a:lnTo>
                <a:lnTo>
                  <a:pt x="605" y="895"/>
                </a:lnTo>
                <a:lnTo>
                  <a:pt x="586" y="895"/>
                </a:lnTo>
                <a:lnTo>
                  <a:pt x="566" y="894"/>
                </a:lnTo>
                <a:lnTo>
                  <a:pt x="547" y="892"/>
                </a:lnTo>
                <a:lnTo>
                  <a:pt x="527" y="890"/>
                </a:lnTo>
                <a:lnTo>
                  <a:pt x="508" y="888"/>
                </a:lnTo>
                <a:lnTo>
                  <a:pt x="489" y="885"/>
                </a:lnTo>
                <a:lnTo>
                  <a:pt x="470" y="882"/>
                </a:lnTo>
                <a:lnTo>
                  <a:pt x="451" y="878"/>
                </a:lnTo>
                <a:lnTo>
                  <a:pt x="432" y="874"/>
                </a:lnTo>
                <a:lnTo>
                  <a:pt x="413" y="869"/>
                </a:lnTo>
                <a:lnTo>
                  <a:pt x="395" y="864"/>
                </a:lnTo>
                <a:lnTo>
                  <a:pt x="377" y="859"/>
                </a:lnTo>
                <a:lnTo>
                  <a:pt x="359" y="853"/>
                </a:lnTo>
                <a:lnTo>
                  <a:pt x="342" y="847"/>
                </a:lnTo>
                <a:lnTo>
                  <a:pt x="324" y="840"/>
                </a:lnTo>
                <a:lnTo>
                  <a:pt x="307" y="833"/>
                </a:lnTo>
                <a:lnTo>
                  <a:pt x="290" y="826"/>
                </a:lnTo>
                <a:lnTo>
                  <a:pt x="274" y="818"/>
                </a:lnTo>
                <a:lnTo>
                  <a:pt x="258" y="810"/>
                </a:lnTo>
                <a:lnTo>
                  <a:pt x="242" y="802"/>
                </a:lnTo>
                <a:lnTo>
                  <a:pt x="227" y="793"/>
                </a:lnTo>
                <a:lnTo>
                  <a:pt x="212" y="784"/>
                </a:lnTo>
                <a:lnTo>
                  <a:pt x="198" y="774"/>
                </a:lnTo>
                <a:lnTo>
                  <a:pt x="183" y="765"/>
                </a:lnTo>
                <a:lnTo>
                  <a:pt x="170" y="753"/>
                </a:lnTo>
                <a:lnTo>
                  <a:pt x="157" y="743"/>
                </a:lnTo>
                <a:lnTo>
                  <a:pt x="144" y="732"/>
                </a:lnTo>
                <a:lnTo>
                  <a:pt x="132" y="721"/>
                </a:lnTo>
                <a:lnTo>
                  <a:pt x="120" y="710"/>
                </a:lnTo>
                <a:lnTo>
                  <a:pt x="109" y="699"/>
                </a:lnTo>
                <a:lnTo>
                  <a:pt x="98" y="687"/>
                </a:lnTo>
                <a:lnTo>
                  <a:pt x="88" y="675"/>
                </a:lnTo>
                <a:lnTo>
                  <a:pt x="78" y="663"/>
                </a:lnTo>
                <a:lnTo>
                  <a:pt x="69" y="650"/>
                </a:lnTo>
                <a:lnTo>
                  <a:pt x="59" y="638"/>
                </a:lnTo>
                <a:lnTo>
                  <a:pt x="51" y="625"/>
                </a:lnTo>
                <a:lnTo>
                  <a:pt x="43" y="612"/>
                </a:lnTo>
                <a:lnTo>
                  <a:pt x="37" y="599"/>
                </a:lnTo>
                <a:lnTo>
                  <a:pt x="30" y="586"/>
                </a:lnTo>
                <a:lnTo>
                  <a:pt x="24" y="572"/>
                </a:lnTo>
                <a:lnTo>
                  <a:pt x="19" y="559"/>
                </a:lnTo>
                <a:lnTo>
                  <a:pt x="15" y="545"/>
                </a:lnTo>
                <a:lnTo>
                  <a:pt x="11" y="531"/>
                </a:lnTo>
                <a:lnTo>
                  <a:pt x="7" y="517"/>
                </a:lnTo>
                <a:lnTo>
                  <a:pt x="5" y="503"/>
                </a:lnTo>
                <a:lnTo>
                  <a:pt x="2" y="489"/>
                </a:lnTo>
                <a:lnTo>
                  <a:pt x="1" y="475"/>
                </a:lnTo>
                <a:lnTo>
                  <a:pt x="0" y="461"/>
                </a:lnTo>
                <a:lnTo>
                  <a:pt x="0" y="447"/>
                </a:lnTo>
                <a:lnTo>
                  <a:pt x="0" y="433"/>
                </a:lnTo>
                <a:lnTo>
                  <a:pt x="1" y="419"/>
                </a:lnTo>
                <a:lnTo>
                  <a:pt x="2" y="405"/>
                </a:lnTo>
                <a:lnTo>
                  <a:pt x="5" y="391"/>
                </a:lnTo>
                <a:lnTo>
                  <a:pt x="7" y="377"/>
                </a:lnTo>
                <a:lnTo>
                  <a:pt x="11" y="363"/>
                </a:lnTo>
                <a:lnTo>
                  <a:pt x="15" y="350"/>
                </a:lnTo>
                <a:lnTo>
                  <a:pt x="19" y="336"/>
                </a:lnTo>
                <a:lnTo>
                  <a:pt x="24" y="323"/>
                </a:lnTo>
                <a:lnTo>
                  <a:pt x="30" y="309"/>
                </a:lnTo>
                <a:lnTo>
                  <a:pt x="37" y="296"/>
                </a:lnTo>
                <a:lnTo>
                  <a:pt x="43" y="283"/>
                </a:lnTo>
                <a:lnTo>
                  <a:pt x="51" y="270"/>
                </a:lnTo>
                <a:lnTo>
                  <a:pt x="59" y="257"/>
                </a:lnTo>
                <a:lnTo>
                  <a:pt x="69" y="244"/>
                </a:lnTo>
                <a:lnTo>
                  <a:pt x="78" y="232"/>
                </a:lnTo>
                <a:lnTo>
                  <a:pt x="88" y="220"/>
                </a:lnTo>
                <a:lnTo>
                  <a:pt x="98" y="208"/>
                </a:lnTo>
                <a:lnTo>
                  <a:pt x="109" y="196"/>
                </a:lnTo>
                <a:lnTo>
                  <a:pt x="120" y="184"/>
                </a:lnTo>
                <a:lnTo>
                  <a:pt x="132" y="173"/>
                </a:lnTo>
                <a:lnTo>
                  <a:pt x="144" y="162"/>
                </a:lnTo>
                <a:lnTo>
                  <a:pt x="157" y="152"/>
                </a:lnTo>
                <a:lnTo>
                  <a:pt x="170" y="141"/>
                </a:lnTo>
                <a:lnTo>
                  <a:pt x="183" y="131"/>
                </a:lnTo>
                <a:lnTo>
                  <a:pt x="198" y="121"/>
                </a:lnTo>
                <a:lnTo>
                  <a:pt x="212" y="112"/>
                </a:lnTo>
                <a:lnTo>
                  <a:pt x="227" y="103"/>
                </a:lnTo>
                <a:lnTo>
                  <a:pt x="242" y="94"/>
                </a:lnTo>
                <a:lnTo>
                  <a:pt x="258" y="85"/>
                </a:lnTo>
                <a:lnTo>
                  <a:pt x="274" y="77"/>
                </a:lnTo>
                <a:lnTo>
                  <a:pt x="290" y="70"/>
                </a:lnTo>
                <a:lnTo>
                  <a:pt x="307" y="62"/>
                </a:lnTo>
                <a:lnTo>
                  <a:pt x="324" y="55"/>
                </a:lnTo>
                <a:lnTo>
                  <a:pt x="342" y="49"/>
                </a:lnTo>
                <a:lnTo>
                  <a:pt x="359" y="43"/>
                </a:lnTo>
                <a:lnTo>
                  <a:pt x="377" y="37"/>
                </a:lnTo>
                <a:lnTo>
                  <a:pt x="395" y="31"/>
                </a:lnTo>
                <a:lnTo>
                  <a:pt x="413" y="26"/>
                </a:lnTo>
                <a:lnTo>
                  <a:pt x="432" y="22"/>
                </a:lnTo>
                <a:lnTo>
                  <a:pt x="451" y="18"/>
                </a:lnTo>
                <a:lnTo>
                  <a:pt x="470" y="14"/>
                </a:lnTo>
                <a:lnTo>
                  <a:pt x="489" y="11"/>
                </a:lnTo>
                <a:lnTo>
                  <a:pt x="508" y="8"/>
                </a:lnTo>
                <a:lnTo>
                  <a:pt x="527" y="6"/>
                </a:lnTo>
                <a:lnTo>
                  <a:pt x="547" y="4"/>
                </a:lnTo>
                <a:lnTo>
                  <a:pt x="566" y="2"/>
                </a:lnTo>
                <a:lnTo>
                  <a:pt x="586" y="1"/>
                </a:lnTo>
                <a:lnTo>
                  <a:pt x="605" y="0"/>
                </a:lnTo>
                <a:lnTo>
                  <a:pt x="625" y="0"/>
                </a:lnTo>
                <a:lnTo>
                  <a:pt x="645" y="0"/>
                </a:lnTo>
                <a:lnTo>
                  <a:pt x="664" y="1"/>
                </a:lnTo>
                <a:lnTo>
                  <a:pt x="684" y="2"/>
                </a:lnTo>
                <a:lnTo>
                  <a:pt x="703" y="4"/>
                </a:lnTo>
                <a:lnTo>
                  <a:pt x="723" y="6"/>
                </a:lnTo>
                <a:lnTo>
                  <a:pt x="742" y="8"/>
                </a:lnTo>
                <a:lnTo>
                  <a:pt x="761" y="11"/>
                </a:lnTo>
                <a:lnTo>
                  <a:pt x="780" y="14"/>
                </a:lnTo>
                <a:lnTo>
                  <a:pt x="799" y="18"/>
                </a:lnTo>
                <a:lnTo>
                  <a:pt x="818" y="22"/>
                </a:lnTo>
                <a:lnTo>
                  <a:pt x="836" y="26"/>
                </a:lnTo>
                <a:lnTo>
                  <a:pt x="855" y="31"/>
                </a:lnTo>
                <a:lnTo>
                  <a:pt x="873" y="37"/>
                </a:lnTo>
                <a:lnTo>
                  <a:pt x="891" y="43"/>
                </a:lnTo>
                <a:lnTo>
                  <a:pt x="908" y="49"/>
                </a:lnTo>
                <a:lnTo>
                  <a:pt x="926" y="55"/>
                </a:lnTo>
                <a:lnTo>
                  <a:pt x="943" y="62"/>
                </a:lnTo>
                <a:lnTo>
                  <a:pt x="959" y="70"/>
                </a:lnTo>
                <a:lnTo>
                  <a:pt x="976" y="77"/>
                </a:lnTo>
                <a:lnTo>
                  <a:pt x="992" y="85"/>
                </a:lnTo>
                <a:lnTo>
                  <a:pt x="1008" y="94"/>
                </a:lnTo>
                <a:lnTo>
                  <a:pt x="1023" y="103"/>
                </a:lnTo>
                <a:lnTo>
                  <a:pt x="1038" y="112"/>
                </a:lnTo>
                <a:lnTo>
                  <a:pt x="1052" y="121"/>
                </a:lnTo>
                <a:lnTo>
                  <a:pt x="1066" y="131"/>
                </a:lnTo>
                <a:lnTo>
                  <a:pt x="1080" y="141"/>
                </a:lnTo>
                <a:lnTo>
                  <a:pt x="1093" y="152"/>
                </a:lnTo>
                <a:lnTo>
                  <a:pt x="1106" y="162"/>
                </a:lnTo>
                <a:lnTo>
                  <a:pt x="1118" y="173"/>
                </a:lnTo>
                <a:lnTo>
                  <a:pt x="1130" y="184"/>
                </a:lnTo>
                <a:lnTo>
                  <a:pt x="1141" y="196"/>
                </a:lnTo>
                <a:lnTo>
                  <a:pt x="1152" y="208"/>
                </a:lnTo>
                <a:lnTo>
                  <a:pt x="1162" y="220"/>
                </a:lnTo>
                <a:lnTo>
                  <a:pt x="1172" y="232"/>
                </a:lnTo>
                <a:lnTo>
                  <a:pt x="1181" y="244"/>
                </a:lnTo>
                <a:lnTo>
                  <a:pt x="1190" y="257"/>
                </a:lnTo>
                <a:lnTo>
                  <a:pt x="1198" y="270"/>
                </a:lnTo>
                <a:lnTo>
                  <a:pt x="1205" y="283"/>
                </a:lnTo>
                <a:lnTo>
                  <a:pt x="1212" y="296"/>
                </a:lnTo>
                <a:lnTo>
                  <a:pt x="1219" y="309"/>
                </a:lnTo>
                <a:lnTo>
                  <a:pt x="1224" y="323"/>
                </a:lnTo>
                <a:lnTo>
                  <a:pt x="1230" y="336"/>
                </a:lnTo>
                <a:lnTo>
                  <a:pt x="1234" y="350"/>
                </a:lnTo>
                <a:lnTo>
                  <a:pt x="1238" y="363"/>
                </a:lnTo>
                <a:lnTo>
                  <a:pt x="1242" y="377"/>
                </a:lnTo>
                <a:lnTo>
                  <a:pt x="1244" y="391"/>
                </a:lnTo>
                <a:lnTo>
                  <a:pt x="1247" y="405"/>
                </a:lnTo>
                <a:lnTo>
                  <a:pt x="1248" y="419"/>
                </a:lnTo>
                <a:lnTo>
                  <a:pt x="1249" y="433"/>
                </a:lnTo>
                <a:lnTo>
                  <a:pt x="1249" y="447"/>
                </a:lnTo>
                <a:close/>
              </a:path>
            </a:pathLst>
          </a:custGeom>
          <a:solidFill>
            <a:srgbClr val="ffbe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29" name=""/>
          <p:cNvSpPr/>
          <p:nvPr/>
        </p:nvSpPr>
        <p:spPr>
          <a:xfrm>
            <a:off x="7836480" y="2782080"/>
            <a:ext cx="452520" cy="324360"/>
          </a:xfrm>
          <a:custGeom>
            <a:avLst/>
            <a:gdLst/>
            <a:ahLst/>
            <a:rect l="0" t="0" r="r" b="b"/>
            <a:pathLst>
              <a:path w="1257" h="901">
                <a:moveTo>
                  <a:pt x="1253" y="450"/>
                </a:moveTo>
                <a:lnTo>
                  <a:pt x="1253" y="436"/>
                </a:lnTo>
                <a:lnTo>
                  <a:pt x="1252" y="422"/>
                </a:lnTo>
                <a:lnTo>
                  <a:pt x="1251" y="408"/>
                </a:lnTo>
                <a:lnTo>
                  <a:pt x="1248" y="394"/>
                </a:lnTo>
                <a:lnTo>
                  <a:pt x="1246" y="380"/>
                </a:lnTo>
                <a:lnTo>
                  <a:pt x="1242" y="366"/>
                </a:lnTo>
                <a:lnTo>
                  <a:pt x="1238" y="353"/>
                </a:lnTo>
                <a:lnTo>
                  <a:pt x="1234" y="339"/>
                </a:lnTo>
                <a:lnTo>
                  <a:pt x="1228" y="326"/>
                </a:lnTo>
                <a:lnTo>
                  <a:pt x="1223" y="312"/>
                </a:lnTo>
                <a:lnTo>
                  <a:pt x="1216" y="299"/>
                </a:lnTo>
                <a:lnTo>
                  <a:pt x="1209" y="286"/>
                </a:lnTo>
                <a:lnTo>
                  <a:pt x="1202" y="273"/>
                </a:lnTo>
                <a:lnTo>
                  <a:pt x="1194" y="260"/>
                </a:lnTo>
                <a:lnTo>
                  <a:pt x="1185" y="247"/>
                </a:lnTo>
                <a:lnTo>
                  <a:pt x="1176" y="235"/>
                </a:lnTo>
                <a:lnTo>
                  <a:pt x="1166" y="223"/>
                </a:lnTo>
                <a:lnTo>
                  <a:pt x="1156" y="211"/>
                </a:lnTo>
                <a:lnTo>
                  <a:pt x="1145" y="199"/>
                </a:lnTo>
                <a:lnTo>
                  <a:pt x="1134" y="187"/>
                </a:lnTo>
                <a:lnTo>
                  <a:pt x="1122" y="176"/>
                </a:lnTo>
                <a:lnTo>
                  <a:pt x="1110" y="165"/>
                </a:lnTo>
                <a:lnTo>
                  <a:pt x="1097" y="155"/>
                </a:lnTo>
                <a:lnTo>
                  <a:pt x="1084" y="144"/>
                </a:lnTo>
                <a:lnTo>
                  <a:pt x="1070" y="134"/>
                </a:lnTo>
                <a:lnTo>
                  <a:pt x="1056" y="124"/>
                </a:lnTo>
                <a:lnTo>
                  <a:pt x="1042" y="115"/>
                </a:lnTo>
                <a:lnTo>
                  <a:pt x="1027" y="106"/>
                </a:lnTo>
                <a:lnTo>
                  <a:pt x="1012" y="97"/>
                </a:lnTo>
                <a:lnTo>
                  <a:pt x="996" y="88"/>
                </a:lnTo>
                <a:lnTo>
                  <a:pt x="980" y="80"/>
                </a:lnTo>
                <a:lnTo>
                  <a:pt x="963" y="73"/>
                </a:lnTo>
                <a:lnTo>
                  <a:pt x="947" y="65"/>
                </a:lnTo>
                <a:lnTo>
                  <a:pt x="930" y="58"/>
                </a:lnTo>
                <a:lnTo>
                  <a:pt x="912" y="52"/>
                </a:lnTo>
                <a:lnTo>
                  <a:pt x="895" y="46"/>
                </a:lnTo>
                <a:lnTo>
                  <a:pt x="877" y="40"/>
                </a:lnTo>
                <a:lnTo>
                  <a:pt x="859" y="34"/>
                </a:lnTo>
                <a:lnTo>
                  <a:pt x="840" y="29"/>
                </a:lnTo>
                <a:lnTo>
                  <a:pt x="822" y="25"/>
                </a:lnTo>
                <a:lnTo>
                  <a:pt x="803" y="21"/>
                </a:lnTo>
                <a:lnTo>
                  <a:pt x="784" y="17"/>
                </a:lnTo>
                <a:lnTo>
                  <a:pt x="765" y="14"/>
                </a:lnTo>
                <a:lnTo>
                  <a:pt x="746" y="11"/>
                </a:lnTo>
                <a:lnTo>
                  <a:pt x="727" y="9"/>
                </a:lnTo>
                <a:lnTo>
                  <a:pt x="707" y="7"/>
                </a:lnTo>
                <a:lnTo>
                  <a:pt x="688" y="5"/>
                </a:lnTo>
                <a:lnTo>
                  <a:pt x="668" y="4"/>
                </a:lnTo>
                <a:lnTo>
                  <a:pt x="649" y="3"/>
                </a:lnTo>
                <a:lnTo>
                  <a:pt x="629" y="3"/>
                </a:lnTo>
                <a:lnTo>
                  <a:pt x="609" y="3"/>
                </a:lnTo>
                <a:lnTo>
                  <a:pt x="590" y="4"/>
                </a:lnTo>
                <a:lnTo>
                  <a:pt x="570" y="5"/>
                </a:lnTo>
                <a:lnTo>
                  <a:pt x="551" y="7"/>
                </a:lnTo>
                <a:lnTo>
                  <a:pt x="531" y="9"/>
                </a:lnTo>
                <a:lnTo>
                  <a:pt x="512" y="11"/>
                </a:lnTo>
                <a:lnTo>
                  <a:pt x="493" y="14"/>
                </a:lnTo>
                <a:lnTo>
                  <a:pt x="474" y="17"/>
                </a:lnTo>
                <a:lnTo>
                  <a:pt x="455" y="21"/>
                </a:lnTo>
                <a:lnTo>
                  <a:pt x="436" y="25"/>
                </a:lnTo>
                <a:lnTo>
                  <a:pt x="417" y="29"/>
                </a:lnTo>
                <a:lnTo>
                  <a:pt x="399" y="34"/>
                </a:lnTo>
                <a:lnTo>
                  <a:pt x="381" y="40"/>
                </a:lnTo>
                <a:lnTo>
                  <a:pt x="363" y="46"/>
                </a:lnTo>
                <a:lnTo>
                  <a:pt x="346" y="52"/>
                </a:lnTo>
                <a:lnTo>
                  <a:pt x="328" y="58"/>
                </a:lnTo>
                <a:lnTo>
                  <a:pt x="311" y="65"/>
                </a:lnTo>
                <a:lnTo>
                  <a:pt x="294" y="73"/>
                </a:lnTo>
                <a:lnTo>
                  <a:pt x="278" y="80"/>
                </a:lnTo>
                <a:lnTo>
                  <a:pt x="262" y="88"/>
                </a:lnTo>
                <a:lnTo>
                  <a:pt x="246" y="97"/>
                </a:lnTo>
                <a:lnTo>
                  <a:pt x="231" y="106"/>
                </a:lnTo>
                <a:lnTo>
                  <a:pt x="216" y="115"/>
                </a:lnTo>
                <a:lnTo>
                  <a:pt x="201" y="124"/>
                </a:lnTo>
                <a:lnTo>
                  <a:pt x="186" y="134"/>
                </a:lnTo>
                <a:lnTo>
                  <a:pt x="173" y="144"/>
                </a:lnTo>
                <a:lnTo>
                  <a:pt x="160" y="155"/>
                </a:lnTo>
                <a:lnTo>
                  <a:pt x="147" y="165"/>
                </a:lnTo>
                <a:lnTo>
                  <a:pt x="135" y="176"/>
                </a:lnTo>
                <a:lnTo>
                  <a:pt x="123" y="187"/>
                </a:lnTo>
                <a:lnTo>
                  <a:pt x="112" y="199"/>
                </a:lnTo>
                <a:lnTo>
                  <a:pt x="101" y="211"/>
                </a:lnTo>
                <a:lnTo>
                  <a:pt x="91" y="223"/>
                </a:lnTo>
                <a:lnTo>
                  <a:pt x="81" y="235"/>
                </a:lnTo>
                <a:lnTo>
                  <a:pt x="72" y="247"/>
                </a:lnTo>
                <a:lnTo>
                  <a:pt x="63" y="260"/>
                </a:lnTo>
                <a:lnTo>
                  <a:pt x="55" y="273"/>
                </a:lnTo>
                <a:lnTo>
                  <a:pt x="47" y="286"/>
                </a:lnTo>
                <a:lnTo>
                  <a:pt x="41" y="299"/>
                </a:lnTo>
                <a:lnTo>
                  <a:pt x="34" y="312"/>
                </a:lnTo>
                <a:lnTo>
                  <a:pt x="28" y="326"/>
                </a:lnTo>
                <a:lnTo>
                  <a:pt x="23" y="339"/>
                </a:lnTo>
                <a:lnTo>
                  <a:pt x="19" y="353"/>
                </a:lnTo>
                <a:lnTo>
                  <a:pt x="15" y="366"/>
                </a:lnTo>
                <a:lnTo>
                  <a:pt x="11" y="380"/>
                </a:lnTo>
                <a:lnTo>
                  <a:pt x="9" y="394"/>
                </a:lnTo>
                <a:lnTo>
                  <a:pt x="6" y="408"/>
                </a:lnTo>
                <a:lnTo>
                  <a:pt x="5" y="422"/>
                </a:lnTo>
                <a:lnTo>
                  <a:pt x="4" y="436"/>
                </a:lnTo>
                <a:lnTo>
                  <a:pt x="4" y="450"/>
                </a:lnTo>
                <a:lnTo>
                  <a:pt x="4" y="464"/>
                </a:lnTo>
                <a:lnTo>
                  <a:pt x="5" y="478"/>
                </a:lnTo>
                <a:lnTo>
                  <a:pt x="6" y="492"/>
                </a:lnTo>
                <a:lnTo>
                  <a:pt x="9" y="506"/>
                </a:lnTo>
                <a:lnTo>
                  <a:pt x="11" y="520"/>
                </a:lnTo>
                <a:lnTo>
                  <a:pt x="15" y="534"/>
                </a:lnTo>
                <a:lnTo>
                  <a:pt x="19" y="548"/>
                </a:lnTo>
                <a:lnTo>
                  <a:pt x="23" y="562"/>
                </a:lnTo>
                <a:lnTo>
                  <a:pt x="28" y="575"/>
                </a:lnTo>
                <a:lnTo>
                  <a:pt x="34" y="589"/>
                </a:lnTo>
                <a:lnTo>
                  <a:pt x="41" y="602"/>
                </a:lnTo>
                <a:lnTo>
                  <a:pt x="47" y="615"/>
                </a:lnTo>
                <a:lnTo>
                  <a:pt x="55" y="628"/>
                </a:lnTo>
                <a:lnTo>
                  <a:pt x="63" y="641"/>
                </a:lnTo>
                <a:lnTo>
                  <a:pt x="72" y="653"/>
                </a:lnTo>
                <a:lnTo>
                  <a:pt x="81" y="666"/>
                </a:lnTo>
                <a:lnTo>
                  <a:pt x="91" y="678"/>
                </a:lnTo>
                <a:lnTo>
                  <a:pt x="101" y="690"/>
                </a:lnTo>
                <a:lnTo>
                  <a:pt x="112" y="702"/>
                </a:lnTo>
                <a:lnTo>
                  <a:pt x="123" y="713"/>
                </a:lnTo>
                <a:lnTo>
                  <a:pt x="135" y="724"/>
                </a:lnTo>
                <a:lnTo>
                  <a:pt x="147" y="735"/>
                </a:lnTo>
                <a:lnTo>
                  <a:pt x="160" y="746"/>
                </a:lnTo>
                <a:lnTo>
                  <a:pt x="173" y="756"/>
                </a:lnTo>
                <a:lnTo>
                  <a:pt x="186" y="767"/>
                </a:lnTo>
                <a:lnTo>
                  <a:pt x="201" y="776"/>
                </a:lnTo>
                <a:lnTo>
                  <a:pt x="216" y="786"/>
                </a:lnTo>
                <a:lnTo>
                  <a:pt x="231" y="795"/>
                </a:lnTo>
                <a:lnTo>
                  <a:pt x="246" y="804"/>
                </a:lnTo>
                <a:lnTo>
                  <a:pt x="262" y="812"/>
                </a:lnTo>
                <a:lnTo>
                  <a:pt x="278" y="820"/>
                </a:lnTo>
                <a:lnTo>
                  <a:pt x="294" y="829"/>
                </a:lnTo>
                <a:lnTo>
                  <a:pt x="311" y="836"/>
                </a:lnTo>
                <a:lnTo>
                  <a:pt x="328" y="843"/>
                </a:lnTo>
                <a:lnTo>
                  <a:pt x="346" y="850"/>
                </a:lnTo>
                <a:lnTo>
                  <a:pt x="363" y="856"/>
                </a:lnTo>
                <a:lnTo>
                  <a:pt x="381" y="862"/>
                </a:lnTo>
                <a:lnTo>
                  <a:pt x="399" y="867"/>
                </a:lnTo>
                <a:lnTo>
                  <a:pt x="417" y="872"/>
                </a:lnTo>
                <a:lnTo>
                  <a:pt x="436" y="877"/>
                </a:lnTo>
                <a:lnTo>
                  <a:pt x="455" y="881"/>
                </a:lnTo>
                <a:lnTo>
                  <a:pt x="474" y="885"/>
                </a:lnTo>
                <a:lnTo>
                  <a:pt x="493" y="888"/>
                </a:lnTo>
                <a:lnTo>
                  <a:pt x="512" y="891"/>
                </a:lnTo>
                <a:lnTo>
                  <a:pt x="531" y="893"/>
                </a:lnTo>
                <a:lnTo>
                  <a:pt x="551" y="895"/>
                </a:lnTo>
                <a:lnTo>
                  <a:pt x="570" y="897"/>
                </a:lnTo>
                <a:lnTo>
                  <a:pt x="590" y="898"/>
                </a:lnTo>
                <a:lnTo>
                  <a:pt x="609" y="898"/>
                </a:lnTo>
                <a:lnTo>
                  <a:pt x="629" y="899"/>
                </a:lnTo>
                <a:lnTo>
                  <a:pt x="649" y="898"/>
                </a:lnTo>
                <a:lnTo>
                  <a:pt x="668" y="898"/>
                </a:lnTo>
                <a:lnTo>
                  <a:pt x="688" y="897"/>
                </a:lnTo>
                <a:lnTo>
                  <a:pt x="707" y="895"/>
                </a:lnTo>
                <a:lnTo>
                  <a:pt x="727" y="893"/>
                </a:lnTo>
                <a:lnTo>
                  <a:pt x="746" y="891"/>
                </a:lnTo>
                <a:lnTo>
                  <a:pt x="765" y="888"/>
                </a:lnTo>
                <a:lnTo>
                  <a:pt x="784" y="885"/>
                </a:lnTo>
                <a:lnTo>
                  <a:pt x="803" y="881"/>
                </a:lnTo>
                <a:lnTo>
                  <a:pt x="822" y="877"/>
                </a:lnTo>
                <a:lnTo>
                  <a:pt x="840" y="872"/>
                </a:lnTo>
                <a:lnTo>
                  <a:pt x="859" y="867"/>
                </a:lnTo>
                <a:lnTo>
                  <a:pt x="877" y="862"/>
                </a:lnTo>
                <a:lnTo>
                  <a:pt x="895" y="856"/>
                </a:lnTo>
                <a:lnTo>
                  <a:pt x="912" y="850"/>
                </a:lnTo>
                <a:lnTo>
                  <a:pt x="930" y="843"/>
                </a:lnTo>
                <a:lnTo>
                  <a:pt x="947" y="836"/>
                </a:lnTo>
                <a:lnTo>
                  <a:pt x="963" y="829"/>
                </a:lnTo>
                <a:lnTo>
                  <a:pt x="980" y="820"/>
                </a:lnTo>
                <a:lnTo>
                  <a:pt x="996" y="812"/>
                </a:lnTo>
                <a:lnTo>
                  <a:pt x="1012" y="804"/>
                </a:lnTo>
                <a:lnTo>
                  <a:pt x="1027" y="795"/>
                </a:lnTo>
                <a:lnTo>
                  <a:pt x="1042" y="786"/>
                </a:lnTo>
                <a:lnTo>
                  <a:pt x="1056" y="776"/>
                </a:lnTo>
                <a:lnTo>
                  <a:pt x="1070" y="767"/>
                </a:lnTo>
                <a:lnTo>
                  <a:pt x="1084" y="756"/>
                </a:lnTo>
                <a:lnTo>
                  <a:pt x="1097" y="746"/>
                </a:lnTo>
                <a:lnTo>
                  <a:pt x="1110" y="735"/>
                </a:lnTo>
                <a:lnTo>
                  <a:pt x="1122" y="724"/>
                </a:lnTo>
                <a:lnTo>
                  <a:pt x="1134" y="713"/>
                </a:lnTo>
                <a:lnTo>
                  <a:pt x="1145" y="702"/>
                </a:lnTo>
                <a:lnTo>
                  <a:pt x="1156" y="690"/>
                </a:lnTo>
                <a:lnTo>
                  <a:pt x="1166" y="678"/>
                </a:lnTo>
                <a:lnTo>
                  <a:pt x="1176" y="666"/>
                </a:lnTo>
                <a:lnTo>
                  <a:pt x="1185" y="653"/>
                </a:lnTo>
                <a:lnTo>
                  <a:pt x="1194" y="641"/>
                </a:lnTo>
                <a:lnTo>
                  <a:pt x="1202" y="628"/>
                </a:lnTo>
                <a:lnTo>
                  <a:pt x="1209" y="615"/>
                </a:lnTo>
                <a:lnTo>
                  <a:pt x="1216" y="602"/>
                </a:lnTo>
                <a:lnTo>
                  <a:pt x="1223" y="589"/>
                </a:lnTo>
                <a:lnTo>
                  <a:pt x="1228" y="575"/>
                </a:lnTo>
                <a:lnTo>
                  <a:pt x="1234" y="562"/>
                </a:lnTo>
                <a:lnTo>
                  <a:pt x="1238" y="548"/>
                </a:lnTo>
                <a:lnTo>
                  <a:pt x="1242" y="534"/>
                </a:lnTo>
                <a:lnTo>
                  <a:pt x="1246" y="520"/>
                </a:lnTo>
                <a:lnTo>
                  <a:pt x="1248" y="506"/>
                </a:lnTo>
                <a:lnTo>
                  <a:pt x="1251" y="492"/>
                </a:lnTo>
                <a:lnTo>
                  <a:pt x="1252" y="478"/>
                </a:lnTo>
                <a:lnTo>
                  <a:pt x="1253" y="464"/>
                </a:lnTo>
                <a:lnTo>
                  <a:pt x="1253" y="450"/>
                </a:lnTo>
                <a:moveTo>
                  <a:pt x="1257" y="450"/>
                </a:moveTo>
                <a:lnTo>
                  <a:pt x="1257" y="464"/>
                </a:lnTo>
                <a:lnTo>
                  <a:pt x="1256" y="479"/>
                </a:lnTo>
                <a:lnTo>
                  <a:pt x="1254" y="493"/>
                </a:lnTo>
                <a:lnTo>
                  <a:pt x="1252" y="507"/>
                </a:lnTo>
                <a:lnTo>
                  <a:pt x="1249" y="521"/>
                </a:lnTo>
                <a:lnTo>
                  <a:pt x="1246" y="535"/>
                </a:lnTo>
                <a:lnTo>
                  <a:pt x="1242" y="548"/>
                </a:lnTo>
                <a:lnTo>
                  <a:pt x="1237" y="562"/>
                </a:lnTo>
                <a:lnTo>
                  <a:pt x="1232" y="576"/>
                </a:lnTo>
                <a:lnTo>
                  <a:pt x="1226" y="589"/>
                </a:lnTo>
                <a:lnTo>
                  <a:pt x="1220" y="603"/>
                </a:lnTo>
                <a:lnTo>
                  <a:pt x="1213" y="616"/>
                </a:lnTo>
                <a:lnTo>
                  <a:pt x="1205" y="629"/>
                </a:lnTo>
                <a:lnTo>
                  <a:pt x="1197" y="642"/>
                </a:lnTo>
                <a:lnTo>
                  <a:pt x="1189" y="655"/>
                </a:lnTo>
                <a:lnTo>
                  <a:pt x="1179" y="667"/>
                </a:lnTo>
                <a:lnTo>
                  <a:pt x="1170" y="679"/>
                </a:lnTo>
                <a:lnTo>
                  <a:pt x="1159" y="691"/>
                </a:lnTo>
                <a:lnTo>
                  <a:pt x="1149" y="703"/>
                </a:lnTo>
                <a:lnTo>
                  <a:pt x="1137" y="715"/>
                </a:lnTo>
                <a:lnTo>
                  <a:pt x="1125" y="726"/>
                </a:lnTo>
                <a:lnTo>
                  <a:pt x="1113" y="737"/>
                </a:lnTo>
                <a:lnTo>
                  <a:pt x="1100" y="748"/>
                </a:lnTo>
                <a:lnTo>
                  <a:pt x="1087" y="758"/>
                </a:lnTo>
                <a:lnTo>
                  <a:pt x="1073" y="769"/>
                </a:lnTo>
                <a:lnTo>
                  <a:pt x="1059" y="778"/>
                </a:lnTo>
                <a:lnTo>
                  <a:pt x="1044" y="788"/>
                </a:lnTo>
                <a:lnTo>
                  <a:pt x="1029" y="797"/>
                </a:lnTo>
                <a:lnTo>
                  <a:pt x="1014" y="806"/>
                </a:lnTo>
                <a:lnTo>
                  <a:pt x="998" y="814"/>
                </a:lnTo>
                <a:lnTo>
                  <a:pt x="982" y="824"/>
                </a:lnTo>
                <a:lnTo>
                  <a:pt x="966" y="831"/>
                </a:lnTo>
                <a:lnTo>
                  <a:pt x="949" y="839"/>
                </a:lnTo>
                <a:lnTo>
                  <a:pt x="932" y="846"/>
                </a:lnTo>
                <a:lnTo>
                  <a:pt x="914" y="852"/>
                </a:lnTo>
                <a:lnTo>
                  <a:pt x="896" y="859"/>
                </a:lnTo>
                <a:lnTo>
                  <a:pt x="878" y="864"/>
                </a:lnTo>
                <a:lnTo>
                  <a:pt x="860" y="870"/>
                </a:lnTo>
                <a:lnTo>
                  <a:pt x="842" y="875"/>
                </a:lnTo>
                <a:lnTo>
                  <a:pt x="823" y="879"/>
                </a:lnTo>
                <a:lnTo>
                  <a:pt x="804" y="883"/>
                </a:lnTo>
                <a:lnTo>
                  <a:pt x="785" y="887"/>
                </a:lnTo>
                <a:lnTo>
                  <a:pt x="766" y="891"/>
                </a:lnTo>
                <a:lnTo>
                  <a:pt x="747" y="893"/>
                </a:lnTo>
                <a:lnTo>
                  <a:pt x="727" y="896"/>
                </a:lnTo>
                <a:lnTo>
                  <a:pt x="708" y="898"/>
                </a:lnTo>
                <a:lnTo>
                  <a:pt x="688" y="899"/>
                </a:lnTo>
                <a:lnTo>
                  <a:pt x="668" y="900"/>
                </a:lnTo>
                <a:lnTo>
                  <a:pt x="649" y="901"/>
                </a:lnTo>
                <a:lnTo>
                  <a:pt x="629" y="901"/>
                </a:lnTo>
                <a:lnTo>
                  <a:pt x="609" y="901"/>
                </a:lnTo>
                <a:lnTo>
                  <a:pt x="590" y="900"/>
                </a:lnTo>
                <a:lnTo>
                  <a:pt x="570" y="899"/>
                </a:lnTo>
                <a:lnTo>
                  <a:pt x="550" y="898"/>
                </a:lnTo>
                <a:lnTo>
                  <a:pt x="531" y="896"/>
                </a:lnTo>
                <a:lnTo>
                  <a:pt x="511" y="893"/>
                </a:lnTo>
                <a:lnTo>
                  <a:pt x="492" y="891"/>
                </a:lnTo>
                <a:lnTo>
                  <a:pt x="473" y="887"/>
                </a:lnTo>
                <a:lnTo>
                  <a:pt x="454" y="883"/>
                </a:lnTo>
                <a:lnTo>
                  <a:pt x="435" y="879"/>
                </a:lnTo>
                <a:lnTo>
                  <a:pt x="416" y="875"/>
                </a:lnTo>
                <a:lnTo>
                  <a:pt x="398" y="870"/>
                </a:lnTo>
                <a:lnTo>
                  <a:pt x="379" y="864"/>
                </a:lnTo>
                <a:lnTo>
                  <a:pt x="361" y="859"/>
                </a:lnTo>
                <a:lnTo>
                  <a:pt x="344" y="852"/>
                </a:lnTo>
                <a:lnTo>
                  <a:pt x="326" y="846"/>
                </a:lnTo>
                <a:lnTo>
                  <a:pt x="309" y="839"/>
                </a:lnTo>
                <a:lnTo>
                  <a:pt x="292" y="831"/>
                </a:lnTo>
                <a:lnTo>
                  <a:pt x="276" y="824"/>
                </a:lnTo>
                <a:lnTo>
                  <a:pt x="260" y="814"/>
                </a:lnTo>
                <a:lnTo>
                  <a:pt x="244" y="806"/>
                </a:lnTo>
                <a:lnTo>
                  <a:pt x="229" y="797"/>
                </a:lnTo>
                <a:lnTo>
                  <a:pt x="214" y="788"/>
                </a:lnTo>
                <a:lnTo>
                  <a:pt x="198" y="778"/>
                </a:lnTo>
                <a:lnTo>
                  <a:pt x="184" y="769"/>
                </a:lnTo>
                <a:lnTo>
                  <a:pt x="170" y="758"/>
                </a:lnTo>
                <a:lnTo>
                  <a:pt x="157" y="748"/>
                </a:lnTo>
                <a:lnTo>
                  <a:pt x="144" y="737"/>
                </a:lnTo>
                <a:lnTo>
                  <a:pt x="132" y="726"/>
                </a:lnTo>
                <a:lnTo>
                  <a:pt x="120" y="715"/>
                </a:lnTo>
                <a:lnTo>
                  <a:pt x="108" y="703"/>
                </a:lnTo>
                <a:lnTo>
                  <a:pt x="98" y="691"/>
                </a:lnTo>
                <a:lnTo>
                  <a:pt x="87" y="679"/>
                </a:lnTo>
                <a:lnTo>
                  <a:pt x="77" y="667"/>
                </a:lnTo>
                <a:lnTo>
                  <a:pt x="68" y="655"/>
                </a:lnTo>
                <a:lnTo>
                  <a:pt x="60" y="642"/>
                </a:lnTo>
                <a:lnTo>
                  <a:pt x="51" y="629"/>
                </a:lnTo>
                <a:lnTo>
                  <a:pt x="44" y="616"/>
                </a:lnTo>
                <a:lnTo>
                  <a:pt x="37" y="603"/>
                </a:lnTo>
                <a:lnTo>
                  <a:pt x="30" y="589"/>
                </a:lnTo>
                <a:lnTo>
                  <a:pt x="25" y="576"/>
                </a:lnTo>
                <a:lnTo>
                  <a:pt x="19" y="562"/>
                </a:lnTo>
                <a:lnTo>
                  <a:pt x="15" y="548"/>
                </a:lnTo>
                <a:lnTo>
                  <a:pt x="11" y="535"/>
                </a:lnTo>
                <a:lnTo>
                  <a:pt x="7" y="521"/>
                </a:lnTo>
                <a:lnTo>
                  <a:pt x="5" y="507"/>
                </a:lnTo>
                <a:lnTo>
                  <a:pt x="3" y="493"/>
                </a:lnTo>
                <a:lnTo>
                  <a:pt x="1" y="479"/>
                </a:lnTo>
                <a:lnTo>
                  <a:pt x="0" y="464"/>
                </a:lnTo>
                <a:lnTo>
                  <a:pt x="0" y="450"/>
                </a:lnTo>
                <a:lnTo>
                  <a:pt x="0" y="436"/>
                </a:lnTo>
                <a:lnTo>
                  <a:pt x="1" y="422"/>
                </a:lnTo>
                <a:lnTo>
                  <a:pt x="3" y="408"/>
                </a:lnTo>
                <a:lnTo>
                  <a:pt x="5" y="394"/>
                </a:lnTo>
                <a:lnTo>
                  <a:pt x="7" y="380"/>
                </a:lnTo>
                <a:lnTo>
                  <a:pt x="11" y="366"/>
                </a:lnTo>
                <a:lnTo>
                  <a:pt x="15" y="352"/>
                </a:lnTo>
                <a:lnTo>
                  <a:pt x="19" y="338"/>
                </a:lnTo>
                <a:lnTo>
                  <a:pt x="25" y="325"/>
                </a:lnTo>
                <a:lnTo>
                  <a:pt x="30" y="311"/>
                </a:lnTo>
                <a:lnTo>
                  <a:pt x="37" y="298"/>
                </a:lnTo>
                <a:lnTo>
                  <a:pt x="44" y="285"/>
                </a:lnTo>
                <a:lnTo>
                  <a:pt x="51" y="272"/>
                </a:lnTo>
                <a:lnTo>
                  <a:pt x="60" y="259"/>
                </a:lnTo>
                <a:lnTo>
                  <a:pt x="68" y="246"/>
                </a:lnTo>
                <a:lnTo>
                  <a:pt x="77" y="233"/>
                </a:lnTo>
                <a:lnTo>
                  <a:pt x="87" y="221"/>
                </a:lnTo>
                <a:lnTo>
                  <a:pt x="98" y="209"/>
                </a:lnTo>
                <a:lnTo>
                  <a:pt x="108" y="197"/>
                </a:lnTo>
                <a:lnTo>
                  <a:pt x="120" y="186"/>
                </a:lnTo>
                <a:lnTo>
                  <a:pt x="132" y="174"/>
                </a:lnTo>
                <a:lnTo>
                  <a:pt x="144" y="163"/>
                </a:lnTo>
                <a:lnTo>
                  <a:pt x="157" y="153"/>
                </a:lnTo>
                <a:lnTo>
                  <a:pt x="170" y="142"/>
                </a:lnTo>
                <a:lnTo>
                  <a:pt x="184" y="132"/>
                </a:lnTo>
                <a:lnTo>
                  <a:pt x="198" y="122"/>
                </a:lnTo>
                <a:lnTo>
                  <a:pt x="214" y="113"/>
                </a:lnTo>
                <a:lnTo>
                  <a:pt x="229" y="104"/>
                </a:lnTo>
                <a:lnTo>
                  <a:pt x="244" y="95"/>
                </a:lnTo>
                <a:lnTo>
                  <a:pt x="260" y="86"/>
                </a:lnTo>
                <a:lnTo>
                  <a:pt x="276" y="78"/>
                </a:lnTo>
                <a:lnTo>
                  <a:pt x="292" y="70"/>
                </a:lnTo>
                <a:lnTo>
                  <a:pt x="309" y="63"/>
                </a:lnTo>
                <a:lnTo>
                  <a:pt x="326" y="56"/>
                </a:lnTo>
                <a:lnTo>
                  <a:pt x="344" y="49"/>
                </a:lnTo>
                <a:lnTo>
                  <a:pt x="361" y="43"/>
                </a:lnTo>
                <a:lnTo>
                  <a:pt x="379" y="37"/>
                </a:lnTo>
                <a:lnTo>
                  <a:pt x="398" y="32"/>
                </a:lnTo>
                <a:lnTo>
                  <a:pt x="416" y="27"/>
                </a:lnTo>
                <a:lnTo>
                  <a:pt x="435" y="22"/>
                </a:lnTo>
                <a:lnTo>
                  <a:pt x="454" y="18"/>
                </a:lnTo>
                <a:lnTo>
                  <a:pt x="473" y="14"/>
                </a:lnTo>
                <a:lnTo>
                  <a:pt x="492" y="11"/>
                </a:lnTo>
                <a:lnTo>
                  <a:pt x="511" y="8"/>
                </a:lnTo>
                <a:lnTo>
                  <a:pt x="531" y="6"/>
                </a:lnTo>
                <a:lnTo>
                  <a:pt x="550" y="4"/>
                </a:lnTo>
                <a:lnTo>
                  <a:pt x="570" y="2"/>
                </a:lnTo>
                <a:lnTo>
                  <a:pt x="590" y="1"/>
                </a:lnTo>
                <a:lnTo>
                  <a:pt x="609" y="0"/>
                </a:lnTo>
                <a:lnTo>
                  <a:pt x="629" y="0"/>
                </a:lnTo>
                <a:lnTo>
                  <a:pt x="649" y="0"/>
                </a:lnTo>
                <a:lnTo>
                  <a:pt x="668" y="1"/>
                </a:lnTo>
                <a:lnTo>
                  <a:pt x="688" y="2"/>
                </a:lnTo>
                <a:lnTo>
                  <a:pt x="708" y="4"/>
                </a:lnTo>
                <a:lnTo>
                  <a:pt x="727" y="6"/>
                </a:lnTo>
                <a:lnTo>
                  <a:pt x="747" y="8"/>
                </a:lnTo>
                <a:lnTo>
                  <a:pt x="766" y="11"/>
                </a:lnTo>
                <a:lnTo>
                  <a:pt x="785" y="14"/>
                </a:lnTo>
                <a:lnTo>
                  <a:pt x="804" y="18"/>
                </a:lnTo>
                <a:lnTo>
                  <a:pt x="823" y="22"/>
                </a:lnTo>
                <a:lnTo>
                  <a:pt x="842" y="27"/>
                </a:lnTo>
                <a:lnTo>
                  <a:pt x="860" y="32"/>
                </a:lnTo>
                <a:lnTo>
                  <a:pt x="878" y="37"/>
                </a:lnTo>
                <a:lnTo>
                  <a:pt x="896" y="43"/>
                </a:lnTo>
                <a:lnTo>
                  <a:pt x="914" y="49"/>
                </a:lnTo>
                <a:lnTo>
                  <a:pt x="932" y="56"/>
                </a:lnTo>
                <a:lnTo>
                  <a:pt x="949" y="63"/>
                </a:lnTo>
                <a:lnTo>
                  <a:pt x="966" y="70"/>
                </a:lnTo>
                <a:lnTo>
                  <a:pt x="982" y="78"/>
                </a:lnTo>
                <a:lnTo>
                  <a:pt x="998" y="86"/>
                </a:lnTo>
                <a:lnTo>
                  <a:pt x="1014" y="95"/>
                </a:lnTo>
                <a:lnTo>
                  <a:pt x="1029" y="104"/>
                </a:lnTo>
                <a:lnTo>
                  <a:pt x="1044" y="113"/>
                </a:lnTo>
                <a:lnTo>
                  <a:pt x="1059" y="122"/>
                </a:lnTo>
                <a:lnTo>
                  <a:pt x="1073" y="132"/>
                </a:lnTo>
                <a:lnTo>
                  <a:pt x="1087" y="142"/>
                </a:lnTo>
                <a:lnTo>
                  <a:pt x="1100" y="153"/>
                </a:lnTo>
                <a:lnTo>
                  <a:pt x="1113" y="163"/>
                </a:lnTo>
                <a:lnTo>
                  <a:pt x="1125" y="174"/>
                </a:lnTo>
                <a:lnTo>
                  <a:pt x="1137" y="186"/>
                </a:lnTo>
                <a:lnTo>
                  <a:pt x="1149" y="197"/>
                </a:lnTo>
                <a:lnTo>
                  <a:pt x="1159" y="209"/>
                </a:lnTo>
                <a:lnTo>
                  <a:pt x="1170" y="221"/>
                </a:lnTo>
                <a:lnTo>
                  <a:pt x="1179" y="233"/>
                </a:lnTo>
                <a:lnTo>
                  <a:pt x="1189" y="246"/>
                </a:lnTo>
                <a:lnTo>
                  <a:pt x="1197" y="259"/>
                </a:lnTo>
                <a:lnTo>
                  <a:pt x="1205" y="272"/>
                </a:lnTo>
                <a:lnTo>
                  <a:pt x="1213" y="285"/>
                </a:lnTo>
                <a:lnTo>
                  <a:pt x="1220" y="298"/>
                </a:lnTo>
                <a:lnTo>
                  <a:pt x="1226" y="311"/>
                </a:lnTo>
                <a:lnTo>
                  <a:pt x="1232" y="325"/>
                </a:lnTo>
                <a:lnTo>
                  <a:pt x="1237" y="338"/>
                </a:lnTo>
                <a:lnTo>
                  <a:pt x="1242" y="352"/>
                </a:lnTo>
                <a:lnTo>
                  <a:pt x="1246" y="366"/>
                </a:lnTo>
                <a:lnTo>
                  <a:pt x="1249" y="380"/>
                </a:lnTo>
                <a:lnTo>
                  <a:pt x="1252" y="394"/>
                </a:lnTo>
                <a:lnTo>
                  <a:pt x="1254" y="408"/>
                </a:lnTo>
                <a:lnTo>
                  <a:pt x="1256" y="422"/>
                </a:lnTo>
                <a:lnTo>
                  <a:pt x="1257" y="436"/>
                </a:lnTo>
                <a:lnTo>
                  <a:pt x="1257" y="450"/>
                </a:lnTo>
                <a:close/>
              </a:path>
            </a:pathLst>
          </a:custGeom>
          <a:solidFill>
            <a:srgbClr val="ffbe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0" name=""/>
          <p:cNvSpPr/>
          <p:nvPr/>
        </p:nvSpPr>
        <p:spPr>
          <a:xfrm>
            <a:off x="7835040" y="2781000"/>
            <a:ext cx="455400" cy="326520"/>
          </a:xfrm>
          <a:custGeom>
            <a:avLst/>
            <a:gdLst/>
            <a:ahLst/>
            <a:rect l="0" t="0" r="r" b="b"/>
            <a:pathLst>
              <a:path w="1265" h="907">
                <a:moveTo>
                  <a:pt x="1261" y="453"/>
                </a:moveTo>
                <a:lnTo>
                  <a:pt x="1261" y="439"/>
                </a:lnTo>
                <a:lnTo>
                  <a:pt x="1260" y="425"/>
                </a:lnTo>
                <a:lnTo>
                  <a:pt x="1258" y="411"/>
                </a:lnTo>
                <a:lnTo>
                  <a:pt x="1256" y="397"/>
                </a:lnTo>
                <a:lnTo>
                  <a:pt x="1253" y="383"/>
                </a:lnTo>
                <a:lnTo>
                  <a:pt x="1250" y="369"/>
                </a:lnTo>
                <a:lnTo>
                  <a:pt x="1246" y="355"/>
                </a:lnTo>
                <a:lnTo>
                  <a:pt x="1241" y="341"/>
                </a:lnTo>
                <a:lnTo>
                  <a:pt x="1236" y="328"/>
                </a:lnTo>
                <a:lnTo>
                  <a:pt x="1230" y="314"/>
                </a:lnTo>
                <a:lnTo>
                  <a:pt x="1224" y="301"/>
                </a:lnTo>
                <a:lnTo>
                  <a:pt x="1217" y="288"/>
                </a:lnTo>
                <a:lnTo>
                  <a:pt x="1209" y="275"/>
                </a:lnTo>
                <a:lnTo>
                  <a:pt x="1201" y="262"/>
                </a:lnTo>
                <a:lnTo>
                  <a:pt x="1193" y="249"/>
                </a:lnTo>
                <a:lnTo>
                  <a:pt x="1183" y="236"/>
                </a:lnTo>
                <a:lnTo>
                  <a:pt x="1174" y="224"/>
                </a:lnTo>
                <a:lnTo>
                  <a:pt x="1163" y="212"/>
                </a:lnTo>
                <a:lnTo>
                  <a:pt x="1153" y="200"/>
                </a:lnTo>
                <a:lnTo>
                  <a:pt x="1141" y="189"/>
                </a:lnTo>
                <a:lnTo>
                  <a:pt x="1129" y="177"/>
                </a:lnTo>
                <a:lnTo>
                  <a:pt x="1117" y="166"/>
                </a:lnTo>
                <a:lnTo>
                  <a:pt x="1104" y="156"/>
                </a:lnTo>
                <a:lnTo>
                  <a:pt x="1091" y="145"/>
                </a:lnTo>
                <a:lnTo>
                  <a:pt x="1077" y="135"/>
                </a:lnTo>
                <a:lnTo>
                  <a:pt x="1063" y="125"/>
                </a:lnTo>
                <a:lnTo>
                  <a:pt x="1048" y="116"/>
                </a:lnTo>
                <a:lnTo>
                  <a:pt x="1033" y="107"/>
                </a:lnTo>
                <a:lnTo>
                  <a:pt x="1018" y="98"/>
                </a:lnTo>
                <a:lnTo>
                  <a:pt x="1002" y="89"/>
                </a:lnTo>
                <a:lnTo>
                  <a:pt x="986" y="81"/>
                </a:lnTo>
                <a:lnTo>
                  <a:pt x="970" y="73"/>
                </a:lnTo>
                <a:lnTo>
                  <a:pt x="953" y="66"/>
                </a:lnTo>
                <a:lnTo>
                  <a:pt x="936" y="59"/>
                </a:lnTo>
                <a:lnTo>
                  <a:pt x="918" y="52"/>
                </a:lnTo>
                <a:lnTo>
                  <a:pt x="900" y="46"/>
                </a:lnTo>
                <a:lnTo>
                  <a:pt x="882" y="40"/>
                </a:lnTo>
                <a:lnTo>
                  <a:pt x="864" y="35"/>
                </a:lnTo>
                <a:lnTo>
                  <a:pt x="846" y="30"/>
                </a:lnTo>
                <a:lnTo>
                  <a:pt x="827" y="25"/>
                </a:lnTo>
                <a:lnTo>
                  <a:pt x="808" y="21"/>
                </a:lnTo>
                <a:lnTo>
                  <a:pt x="789" y="17"/>
                </a:lnTo>
                <a:lnTo>
                  <a:pt x="770" y="14"/>
                </a:lnTo>
                <a:lnTo>
                  <a:pt x="751" y="11"/>
                </a:lnTo>
                <a:lnTo>
                  <a:pt x="731" y="9"/>
                </a:lnTo>
                <a:lnTo>
                  <a:pt x="712" y="7"/>
                </a:lnTo>
                <a:lnTo>
                  <a:pt x="692" y="5"/>
                </a:lnTo>
                <a:lnTo>
                  <a:pt x="672" y="4"/>
                </a:lnTo>
                <a:lnTo>
                  <a:pt x="653" y="3"/>
                </a:lnTo>
                <a:lnTo>
                  <a:pt x="633" y="3"/>
                </a:lnTo>
                <a:lnTo>
                  <a:pt x="613" y="3"/>
                </a:lnTo>
                <a:lnTo>
                  <a:pt x="594" y="4"/>
                </a:lnTo>
                <a:lnTo>
                  <a:pt x="574" y="5"/>
                </a:lnTo>
                <a:lnTo>
                  <a:pt x="554" y="7"/>
                </a:lnTo>
                <a:lnTo>
                  <a:pt x="535" y="9"/>
                </a:lnTo>
                <a:lnTo>
                  <a:pt x="515" y="11"/>
                </a:lnTo>
                <a:lnTo>
                  <a:pt x="496" y="14"/>
                </a:lnTo>
                <a:lnTo>
                  <a:pt x="477" y="17"/>
                </a:lnTo>
                <a:lnTo>
                  <a:pt x="458" y="21"/>
                </a:lnTo>
                <a:lnTo>
                  <a:pt x="439" y="25"/>
                </a:lnTo>
                <a:lnTo>
                  <a:pt x="420" y="30"/>
                </a:lnTo>
                <a:lnTo>
                  <a:pt x="402" y="35"/>
                </a:lnTo>
                <a:lnTo>
                  <a:pt x="383" y="40"/>
                </a:lnTo>
                <a:lnTo>
                  <a:pt x="365" y="46"/>
                </a:lnTo>
                <a:lnTo>
                  <a:pt x="347" y="52"/>
                </a:lnTo>
                <a:lnTo>
                  <a:pt x="329" y="59"/>
                </a:lnTo>
                <a:lnTo>
                  <a:pt x="312" y="66"/>
                </a:lnTo>
                <a:lnTo>
                  <a:pt x="295" y="73"/>
                </a:lnTo>
                <a:lnTo>
                  <a:pt x="279" y="81"/>
                </a:lnTo>
                <a:lnTo>
                  <a:pt x="263" y="89"/>
                </a:lnTo>
                <a:lnTo>
                  <a:pt x="247" y="98"/>
                </a:lnTo>
                <a:lnTo>
                  <a:pt x="232" y="107"/>
                </a:lnTo>
                <a:lnTo>
                  <a:pt x="217" y="116"/>
                </a:lnTo>
                <a:lnTo>
                  <a:pt x="202" y="125"/>
                </a:lnTo>
                <a:lnTo>
                  <a:pt x="188" y="135"/>
                </a:lnTo>
                <a:lnTo>
                  <a:pt x="174" y="145"/>
                </a:lnTo>
                <a:lnTo>
                  <a:pt x="161" y="156"/>
                </a:lnTo>
                <a:lnTo>
                  <a:pt x="148" y="166"/>
                </a:lnTo>
                <a:lnTo>
                  <a:pt x="136" y="177"/>
                </a:lnTo>
                <a:lnTo>
                  <a:pt x="124" y="189"/>
                </a:lnTo>
                <a:lnTo>
                  <a:pt x="112" y="200"/>
                </a:lnTo>
                <a:lnTo>
                  <a:pt x="102" y="212"/>
                </a:lnTo>
                <a:lnTo>
                  <a:pt x="91" y="224"/>
                </a:lnTo>
                <a:lnTo>
                  <a:pt x="81" y="236"/>
                </a:lnTo>
                <a:lnTo>
                  <a:pt x="72" y="249"/>
                </a:lnTo>
                <a:lnTo>
                  <a:pt x="64" y="262"/>
                </a:lnTo>
                <a:lnTo>
                  <a:pt x="55" y="275"/>
                </a:lnTo>
                <a:lnTo>
                  <a:pt x="48" y="288"/>
                </a:lnTo>
                <a:lnTo>
                  <a:pt x="41" y="301"/>
                </a:lnTo>
                <a:lnTo>
                  <a:pt x="34" y="314"/>
                </a:lnTo>
                <a:lnTo>
                  <a:pt x="29" y="328"/>
                </a:lnTo>
                <a:lnTo>
                  <a:pt x="23" y="341"/>
                </a:lnTo>
                <a:lnTo>
                  <a:pt x="19" y="355"/>
                </a:lnTo>
                <a:lnTo>
                  <a:pt x="15" y="369"/>
                </a:lnTo>
                <a:lnTo>
                  <a:pt x="11" y="383"/>
                </a:lnTo>
                <a:lnTo>
                  <a:pt x="9" y="397"/>
                </a:lnTo>
                <a:lnTo>
                  <a:pt x="7" y="411"/>
                </a:lnTo>
                <a:lnTo>
                  <a:pt x="5" y="425"/>
                </a:lnTo>
                <a:lnTo>
                  <a:pt x="4" y="439"/>
                </a:lnTo>
                <a:lnTo>
                  <a:pt x="4" y="453"/>
                </a:lnTo>
                <a:lnTo>
                  <a:pt x="4" y="467"/>
                </a:lnTo>
                <a:lnTo>
                  <a:pt x="5" y="482"/>
                </a:lnTo>
                <a:lnTo>
                  <a:pt x="7" y="496"/>
                </a:lnTo>
                <a:lnTo>
                  <a:pt x="9" y="510"/>
                </a:lnTo>
                <a:lnTo>
                  <a:pt x="11" y="524"/>
                </a:lnTo>
                <a:lnTo>
                  <a:pt x="15" y="538"/>
                </a:lnTo>
                <a:lnTo>
                  <a:pt x="19" y="551"/>
                </a:lnTo>
                <a:lnTo>
                  <a:pt x="23" y="565"/>
                </a:lnTo>
                <a:lnTo>
                  <a:pt x="29" y="579"/>
                </a:lnTo>
                <a:lnTo>
                  <a:pt x="34" y="592"/>
                </a:lnTo>
                <a:lnTo>
                  <a:pt x="41" y="606"/>
                </a:lnTo>
                <a:lnTo>
                  <a:pt x="48" y="619"/>
                </a:lnTo>
                <a:lnTo>
                  <a:pt x="55" y="632"/>
                </a:lnTo>
                <a:lnTo>
                  <a:pt x="64" y="645"/>
                </a:lnTo>
                <a:lnTo>
                  <a:pt x="72" y="658"/>
                </a:lnTo>
                <a:lnTo>
                  <a:pt x="81" y="670"/>
                </a:lnTo>
                <a:lnTo>
                  <a:pt x="91" y="682"/>
                </a:lnTo>
                <a:lnTo>
                  <a:pt x="102" y="694"/>
                </a:lnTo>
                <a:lnTo>
                  <a:pt x="112" y="706"/>
                </a:lnTo>
                <a:lnTo>
                  <a:pt x="124" y="718"/>
                </a:lnTo>
                <a:lnTo>
                  <a:pt x="136" y="729"/>
                </a:lnTo>
                <a:lnTo>
                  <a:pt x="148" y="740"/>
                </a:lnTo>
                <a:lnTo>
                  <a:pt x="161" y="751"/>
                </a:lnTo>
                <a:lnTo>
                  <a:pt x="174" y="761"/>
                </a:lnTo>
                <a:lnTo>
                  <a:pt x="188" y="772"/>
                </a:lnTo>
                <a:lnTo>
                  <a:pt x="202" y="781"/>
                </a:lnTo>
                <a:lnTo>
                  <a:pt x="217" y="791"/>
                </a:lnTo>
                <a:lnTo>
                  <a:pt x="232" y="800"/>
                </a:lnTo>
                <a:lnTo>
                  <a:pt x="247" y="809"/>
                </a:lnTo>
                <a:lnTo>
                  <a:pt x="263" y="817"/>
                </a:lnTo>
                <a:lnTo>
                  <a:pt x="279" y="826"/>
                </a:lnTo>
                <a:lnTo>
                  <a:pt x="295" y="833"/>
                </a:lnTo>
                <a:lnTo>
                  <a:pt x="312" y="841"/>
                </a:lnTo>
                <a:lnTo>
                  <a:pt x="329" y="848"/>
                </a:lnTo>
                <a:lnTo>
                  <a:pt x="347" y="854"/>
                </a:lnTo>
                <a:lnTo>
                  <a:pt x="365" y="861"/>
                </a:lnTo>
                <a:lnTo>
                  <a:pt x="383" y="866"/>
                </a:lnTo>
                <a:lnTo>
                  <a:pt x="402" y="872"/>
                </a:lnTo>
                <a:lnTo>
                  <a:pt x="420" y="878"/>
                </a:lnTo>
                <a:lnTo>
                  <a:pt x="439" y="882"/>
                </a:lnTo>
                <a:lnTo>
                  <a:pt x="458" y="886"/>
                </a:lnTo>
                <a:lnTo>
                  <a:pt x="477" y="890"/>
                </a:lnTo>
                <a:lnTo>
                  <a:pt x="496" y="894"/>
                </a:lnTo>
                <a:lnTo>
                  <a:pt x="515" y="896"/>
                </a:lnTo>
                <a:lnTo>
                  <a:pt x="535" y="899"/>
                </a:lnTo>
                <a:lnTo>
                  <a:pt x="554" y="901"/>
                </a:lnTo>
                <a:lnTo>
                  <a:pt x="574" y="902"/>
                </a:lnTo>
                <a:lnTo>
                  <a:pt x="594" y="903"/>
                </a:lnTo>
                <a:lnTo>
                  <a:pt x="613" y="904"/>
                </a:lnTo>
                <a:lnTo>
                  <a:pt x="633" y="904"/>
                </a:lnTo>
                <a:lnTo>
                  <a:pt x="653" y="904"/>
                </a:lnTo>
                <a:lnTo>
                  <a:pt x="672" y="903"/>
                </a:lnTo>
                <a:lnTo>
                  <a:pt x="692" y="902"/>
                </a:lnTo>
                <a:lnTo>
                  <a:pt x="712" y="901"/>
                </a:lnTo>
                <a:lnTo>
                  <a:pt x="731" y="899"/>
                </a:lnTo>
                <a:lnTo>
                  <a:pt x="751" y="896"/>
                </a:lnTo>
                <a:lnTo>
                  <a:pt x="770" y="894"/>
                </a:lnTo>
                <a:lnTo>
                  <a:pt x="789" y="890"/>
                </a:lnTo>
                <a:lnTo>
                  <a:pt x="808" y="886"/>
                </a:lnTo>
                <a:lnTo>
                  <a:pt x="827" y="882"/>
                </a:lnTo>
                <a:lnTo>
                  <a:pt x="846" y="878"/>
                </a:lnTo>
                <a:lnTo>
                  <a:pt x="864" y="872"/>
                </a:lnTo>
                <a:lnTo>
                  <a:pt x="882" y="866"/>
                </a:lnTo>
                <a:lnTo>
                  <a:pt x="900" y="861"/>
                </a:lnTo>
                <a:lnTo>
                  <a:pt x="918" y="854"/>
                </a:lnTo>
                <a:lnTo>
                  <a:pt x="936" y="848"/>
                </a:lnTo>
                <a:lnTo>
                  <a:pt x="953" y="841"/>
                </a:lnTo>
                <a:lnTo>
                  <a:pt x="970" y="833"/>
                </a:lnTo>
                <a:lnTo>
                  <a:pt x="986" y="826"/>
                </a:lnTo>
                <a:lnTo>
                  <a:pt x="1002" y="817"/>
                </a:lnTo>
                <a:lnTo>
                  <a:pt x="1018" y="809"/>
                </a:lnTo>
                <a:lnTo>
                  <a:pt x="1033" y="800"/>
                </a:lnTo>
                <a:lnTo>
                  <a:pt x="1048" y="791"/>
                </a:lnTo>
                <a:lnTo>
                  <a:pt x="1063" y="781"/>
                </a:lnTo>
                <a:lnTo>
                  <a:pt x="1077" y="772"/>
                </a:lnTo>
                <a:lnTo>
                  <a:pt x="1091" y="761"/>
                </a:lnTo>
                <a:lnTo>
                  <a:pt x="1104" y="751"/>
                </a:lnTo>
                <a:lnTo>
                  <a:pt x="1117" y="740"/>
                </a:lnTo>
                <a:lnTo>
                  <a:pt x="1129" y="729"/>
                </a:lnTo>
                <a:lnTo>
                  <a:pt x="1141" y="718"/>
                </a:lnTo>
                <a:lnTo>
                  <a:pt x="1153" y="706"/>
                </a:lnTo>
                <a:lnTo>
                  <a:pt x="1163" y="694"/>
                </a:lnTo>
                <a:lnTo>
                  <a:pt x="1174" y="682"/>
                </a:lnTo>
                <a:lnTo>
                  <a:pt x="1183" y="670"/>
                </a:lnTo>
                <a:lnTo>
                  <a:pt x="1193" y="658"/>
                </a:lnTo>
                <a:lnTo>
                  <a:pt x="1201" y="645"/>
                </a:lnTo>
                <a:lnTo>
                  <a:pt x="1209" y="632"/>
                </a:lnTo>
                <a:lnTo>
                  <a:pt x="1217" y="619"/>
                </a:lnTo>
                <a:lnTo>
                  <a:pt x="1224" y="606"/>
                </a:lnTo>
                <a:lnTo>
                  <a:pt x="1230" y="592"/>
                </a:lnTo>
                <a:lnTo>
                  <a:pt x="1236" y="579"/>
                </a:lnTo>
                <a:lnTo>
                  <a:pt x="1241" y="565"/>
                </a:lnTo>
                <a:lnTo>
                  <a:pt x="1246" y="551"/>
                </a:lnTo>
                <a:lnTo>
                  <a:pt x="1250" y="538"/>
                </a:lnTo>
                <a:lnTo>
                  <a:pt x="1253" y="524"/>
                </a:lnTo>
                <a:lnTo>
                  <a:pt x="1256" y="510"/>
                </a:lnTo>
                <a:lnTo>
                  <a:pt x="1258" y="496"/>
                </a:lnTo>
                <a:lnTo>
                  <a:pt x="1260" y="482"/>
                </a:lnTo>
                <a:lnTo>
                  <a:pt x="1261" y="467"/>
                </a:lnTo>
                <a:lnTo>
                  <a:pt x="1261" y="453"/>
                </a:lnTo>
                <a:moveTo>
                  <a:pt x="1265" y="453"/>
                </a:moveTo>
                <a:lnTo>
                  <a:pt x="1265" y="468"/>
                </a:lnTo>
                <a:lnTo>
                  <a:pt x="1264" y="482"/>
                </a:lnTo>
                <a:lnTo>
                  <a:pt x="1262" y="496"/>
                </a:lnTo>
                <a:lnTo>
                  <a:pt x="1260" y="510"/>
                </a:lnTo>
                <a:lnTo>
                  <a:pt x="1257" y="524"/>
                </a:lnTo>
                <a:lnTo>
                  <a:pt x="1254" y="538"/>
                </a:lnTo>
                <a:lnTo>
                  <a:pt x="1250" y="552"/>
                </a:lnTo>
                <a:lnTo>
                  <a:pt x="1245" y="566"/>
                </a:lnTo>
                <a:lnTo>
                  <a:pt x="1240" y="580"/>
                </a:lnTo>
                <a:lnTo>
                  <a:pt x="1234" y="593"/>
                </a:lnTo>
                <a:lnTo>
                  <a:pt x="1228" y="607"/>
                </a:lnTo>
                <a:lnTo>
                  <a:pt x="1221" y="620"/>
                </a:lnTo>
                <a:lnTo>
                  <a:pt x="1213" y="633"/>
                </a:lnTo>
                <a:lnTo>
                  <a:pt x="1205" y="646"/>
                </a:lnTo>
                <a:lnTo>
                  <a:pt x="1196" y="659"/>
                </a:lnTo>
                <a:lnTo>
                  <a:pt x="1187" y="671"/>
                </a:lnTo>
                <a:lnTo>
                  <a:pt x="1177" y="684"/>
                </a:lnTo>
                <a:lnTo>
                  <a:pt x="1167" y="696"/>
                </a:lnTo>
                <a:lnTo>
                  <a:pt x="1156" y="708"/>
                </a:lnTo>
                <a:lnTo>
                  <a:pt x="1144" y="719"/>
                </a:lnTo>
                <a:lnTo>
                  <a:pt x="1132" y="731"/>
                </a:lnTo>
                <a:lnTo>
                  <a:pt x="1120" y="742"/>
                </a:lnTo>
                <a:lnTo>
                  <a:pt x="1107" y="753"/>
                </a:lnTo>
                <a:lnTo>
                  <a:pt x="1094" y="763"/>
                </a:lnTo>
                <a:lnTo>
                  <a:pt x="1080" y="774"/>
                </a:lnTo>
                <a:lnTo>
                  <a:pt x="1066" y="783"/>
                </a:lnTo>
                <a:lnTo>
                  <a:pt x="1051" y="793"/>
                </a:lnTo>
                <a:lnTo>
                  <a:pt x="1036" y="802"/>
                </a:lnTo>
                <a:lnTo>
                  <a:pt x="1020" y="811"/>
                </a:lnTo>
                <a:lnTo>
                  <a:pt x="1004" y="820"/>
                </a:lnTo>
                <a:lnTo>
                  <a:pt x="988" y="828"/>
                </a:lnTo>
                <a:lnTo>
                  <a:pt x="972" y="836"/>
                </a:lnTo>
                <a:lnTo>
                  <a:pt x="955" y="843"/>
                </a:lnTo>
                <a:lnTo>
                  <a:pt x="937" y="850"/>
                </a:lnTo>
                <a:lnTo>
                  <a:pt x="920" y="857"/>
                </a:lnTo>
                <a:lnTo>
                  <a:pt x="902" y="863"/>
                </a:lnTo>
                <a:lnTo>
                  <a:pt x="884" y="869"/>
                </a:lnTo>
                <a:lnTo>
                  <a:pt x="866" y="875"/>
                </a:lnTo>
                <a:lnTo>
                  <a:pt x="847" y="880"/>
                </a:lnTo>
                <a:lnTo>
                  <a:pt x="828" y="885"/>
                </a:lnTo>
                <a:lnTo>
                  <a:pt x="809" y="889"/>
                </a:lnTo>
                <a:lnTo>
                  <a:pt x="790" y="893"/>
                </a:lnTo>
                <a:lnTo>
                  <a:pt x="771" y="896"/>
                </a:lnTo>
                <a:lnTo>
                  <a:pt x="751" y="899"/>
                </a:lnTo>
                <a:lnTo>
                  <a:pt x="732" y="902"/>
                </a:lnTo>
                <a:lnTo>
                  <a:pt x="712" y="904"/>
                </a:lnTo>
                <a:lnTo>
                  <a:pt x="692" y="905"/>
                </a:lnTo>
                <a:lnTo>
                  <a:pt x="673" y="906"/>
                </a:lnTo>
                <a:lnTo>
                  <a:pt x="653" y="907"/>
                </a:lnTo>
                <a:lnTo>
                  <a:pt x="633" y="907"/>
                </a:lnTo>
                <a:lnTo>
                  <a:pt x="613" y="907"/>
                </a:lnTo>
                <a:lnTo>
                  <a:pt x="593" y="906"/>
                </a:lnTo>
                <a:lnTo>
                  <a:pt x="573" y="905"/>
                </a:lnTo>
                <a:lnTo>
                  <a:pt x="554" y="904"/>
                </a:lnTo>
                <a:lnTo>
                  <a:pt x="534" y="902"/>
                </a:lnTo>
                <a:lnTo>
                  <a:pt x="515" y="899"/>
                </a:lnTo>
                <a:lnTo>
                  <a:pt x="495" y="896"/>
                </a:lnTo>
                <a:lnTo>
                  <a:pt x="476" y="893"/>
                </a:lnTo>
                <a:lnTo>
                  <a:pt x="457" y="889"/>
                </a:lnTo>
                <a:lnTo>
                  <a:pt x="438" y="885"/>
                </a:lnTo>
                <a:lnTo>
                  <a:pt x="419" y="880"/>
                </a:lnTo>
                <a:lnTo>
                  <a:pt x="400" y="875"/>
                </a:lnTo>
                <a:lnTo>
                  <a:pt x="382" y="869"/>
                </a:lnTo>
                <a:lnTo>
                  <a:pt x="364" y="863"/>
                </a:lnTo>
                <a:lnTo>
                  <a:pt x="345" y="857"/>
                </a:lnTo>
                <a:lnTo>
                  <a:pt x="327" y="850"/>
                </a:lnTo>
                <a:lnTo>
                  <a:pt x="310" y="843"/>
                </a:lnTo>
                <a:lnTo>
                  <a:pt x="293" y="836"/>
                </a:lnTo>
                <a:lnTo>
                  <a:pt x="277" y="828"/>
                </a:lnTo>
                <a:lnTo>
                  <a:pt x="260" y="820"/>
                </a:lnTo>
                <a:lnTo>
                  <a:pt x="245" y="811"/>
                </a:lnTo>
                <a:lnTo>
                  <a:pt x="229" y="802"/>
                </a:lnTo>
                <a:lnTo>
                  <a:pt x="214" y="793"/>
                </a:lnTo>
                <a:lnTo>
                  <a:pt x="199" y="783"/>
                </a:lnTo>
                <a:lnTo>
                  <a:pt x="185" y="774"/>
                </a:lnTo>
                <a:lnTo>
                  <a:pt x="171" y="763"/>
                </a:lnTo>
                <a:lnTo>
                  <a:pt x="158" y="753"/>
                </a:lnTo>
                <a:lnTo>
                  <a:pt x="145" y="742"/>
                </a:lnTo>
                <a:lnTo>
                  <a:pt x="133" y="731"/>
                </a:lnTo>
                <a:lnTo>
                  <a:pt x="121" y="719"/>
                </a:lnTo>
                <a:lnTo>
                  <a:pt x="109" y="708"/>
                </a:lnTo>
                <a:lnTo>
                  <a:pt x="98" y="696"/>
                </a:lnTo>
                <a:lnTo>
                  <a:pt x="88" y="684"/>
                </a:lnTo>
                <a:lnTo>
                  <a:pt x="78" y="671"/>
                </a:lnTo>
                <a:lnTo>
                  <a:pt x="69" y="659"/>
                </a:lnTo>
                <a:lnTo>
                  <a:pt x="60" y="646"/>
                </a:lnTo>
                <a:lnTo>
                  <a:pt x="52" y="633"/>
                </a:lnTo>
                <a:lnTo>
                  <a:pt x="44" y="620"/>
                </a:lnTo>
                <a:lnTo>
                  <a:pt x="37" y="607"/>
                </a:lnTo>
                <a:lnTo>
                  <a:pt x="31" y="593"/>
                </a:lnTo>
                <a:lnTo>
                  <a:pt x="25" y="580"/>
                </a:lnTo>
                <a:lnTo>
                  <a:pt x="20" y="566"/>
                </a:lnTo>
                <a:lnTo>
                  <a:pt x="15" y="552"/>
                </a:lnTo>
                <a:lnTo>
                  <a:pt x="11" y="538"/>
                </a:lnTo>
                <a:lnTo>
                  <a:pt x="8" y="524"/>
                </a:lnTo>
                <a:lnTo>
                  <a:pt x="5" y="510"/>
                </a:lnTo>
                <a:lnTo>
                  <a:pt x="3" y="496"/>
                </a:lnTo>
                <a:lnTo>
                  <a:pt x="1" y="482"/>
                </a:lnTo>
                <a:lnTo>
                  <a:pt x="0" y="468"/>
                </a:lnTo>
                <a:lnTo>
                  <a:pt x="0" y="453"/>
                </a:lnTo>
                <a:lnTo>
                  <a:pt x="0" y="439"/>
                </a:lnTo>
                <a:lnTo>
                  <a:pt x="1" y="425"/>
                </a:lnTo>
                <a:lnTo>
                  <a:pt x="3" y="411"/>
                </a:lnTo>
                <a:lnTo>
                  <a:pt x="5" y="397"/>
                </a:lnTo>
                <a:lnTo>
                  <a:pt x="8" y="382"/>
                </a:lnTo>
                <a:lnTo>
                  <a:pt x="11" y="368"/>
                </a:lnTo>
                <a:lnTo>
                  <a:pt x="15" y="355"/>
                </a:lnTo>
                <a:lnTo>
                  <a:pt x="20" y="341"/>
                </a:lnTo>
                <a:lnTo>
                  <a:pt x="25" y="327"/>
                </a:lnTo>
                <a:lnTo>
                  <a:pt x="31" y="313"/>
                </a:lnTo>
                <a:lnTo>
                  <a:pt x="37" y="300"/>
                </a:lnTo>
                <a:lnTo>
                  <a:pt x="44" y="287"/>
                </a:lnTo>
                <a:lnTo>
                  <a:pt x="52" y="273"/>
                </a:lnTo>
                <a:lnTo>
                  <a:pt x="60" y="260"/>
                </a:lnTo>
                <a:lnTo>
                  <a:pt x="69" y="248"/>
                </a:lnTo>
                <a:lnTo>
                  <a:pt x="78" y="235"/>
                </a:lnTo>
                <a:lnTo>
                  <a:pt x="88" y="223"/>
                </a:lnTo>
                <a:lnTo>
                  <a:pt x="98" y="211"/>
                </a:lnTo>
                <a:lnTo>
                  <a:pt x="109" y="199"/>
                </a:lnTo>
                <a:lnTo>
                  <a:pt x="121" y="187"/>
                </a:lnTo>
                <a:lnTo>
                  <a:pt x="133" y="176"/>
                </a:lnTo>
                <a:lnTo>
                  <a:pt x="145" y="165"/>
                </a:lnTo>
                <a:lnTo>
                  <a:pt x="158" y="154"/>
                </a:lnTo>
                <a:lnTo>
                  <a:pt x="171" y="143"/>
                </a:lnTo>
                <a:lnTo>
                  <a:pt x="185" y="133"/>
                </a:lnTo>
                <a:lnTo>
                  <a:pt x="199" y="123"/>
                </a:lnTo>
                <a:lnTo>
                  <a:pt x="214" y="114"/>
                </a:lnTo>
                <a:lnTo>
                  <a:pt x="229" y="104"/>
                </a:lnTo>
                <a:lnTo>
                  <a:pt x="245" y="95"/>
                </a:lnTo>
                <a:lnTo>
                  <a:pt x="260" y="87"/>
                </a:lnTo>
                <a:lnTo>
                  <a:pt x="277" y="79"/>
                </a:lnTo>
                <a:lnTo>
                  <a:pt x="293" y="71"/>
                </a:lnTo>
                <a:lnTo>
                  <a:pt x="310" y="64"/>
                </a:lnTo>
                <a:lnTo>
                  <a:pt x="327" y="56"/>
                </a:lnTo>
                <a:lnTo>
                  <a:pt x="345" y="50"/>
                </a:lnTo>
                <a:lnTo>
                  <a:pt x="364" y="44"/>
                </a:lnTo>
                <a:lnTo>
                  <a:pt x="382" y="38"/>
                </a:lnTo>
                <a:lnTo>
                  <a:pt x="400" y="32"/>
                </a:lnTo>
                <a:lnTo>
                  <a:pt x="419" y="27"/>
                </a:lnTo>
                <a:lnTo>
                  <a:pt x="438" y="23"/>
                </a:lnTo>
                <a:lnTo>
                  <a:pt x="457" y="18"/>
                </a:lnTo>
                <a:lnTo>
                  <a:pt x="476" y="15"/>
                </a:lnTo>
                <a:lnTo>
                  <a:pt x="495" y="11"/>
                </a:lnTo>
                <a:lnTo>
                  <a:pt x="515" y="8"/>
                </a:lnTo>
                <a:lnTo>
                  <a:pt x="534" y="6"/>
                </a:lnTo>
                <a:lnTo>
                  <a:pt x="554" y="4"/>
                </a:lnTo>
                <a:lnTo>
                  <a:pt x="573" y="2"/>
                </a:lnTo>
                <a:lnTo>
                  <a:pt x="593" y="1"/>
                </a:lnTo>
                <a:lnTo>
                  <a:pt x="613" y="1"/>
                </a:lnTo>
                <a:lnTo>
                  <a:pt x="633" y="0"/>
                </a:lnTo>
                <a:lnTo>
                  <a:pt x="653" y="1"/>
                </a:lnTo>
                <a:lnTo>
                  <a:pt x="673" y="1"/>
                </a:lnTo>
                <a:lnTo>
                  <a:pt x="692" y="2"/>
                </a:lnTo>
                <a:lnTo>
                  <a:pt x="712" y="4"/>
                </a:lnTo>
                <a:lnTo>
                  <a:pt x="732" y="6"/>
                </a:lnTo>
                <a:lnTo>
                  <a:pt x="751" y="8"/>
                </a:lnTo>
                <a:lnTo>
                  <a:pt x="771" y="11"/>
                </a:lnTo>
                <a:lnTo>
                  <a:pt x="790" y="15"/>
                </a:lnTo>
                <a:lnTo>
                  <a:pt x="809" y="18"/>
                </a:lnTo>
                <a:lnTo>
                  <a:pt x="828" y="23"/>
                </a:lnTo>
                <a:lnTo>
                  <a:pt x="847" y="27"/>
                </a:lnTo>
                <a:lnTo>
                  <a:pt x="866" y="32"/>
                </a:lnTo>
                <a:lnTo>
                  <a:pt x="884" y="38"/>
                </a:lnTo>
                <a:lnTo>
                  <a:pt x="902" y="44"/>
                </a:lnTo>
                <a:lnTo>
                  <a:pt x="920" y="50"/>
                </a:lnTo>
                <a:lnTo>
                  <a:pt x="937" y="56"/>
                </a:lnTo>
                <a:lnTo>
                  <a:pt x="955" y="64"/>
                </a:lnTo>
                <a:lnTo>
                  <a:pt x="972" y="71"/>
                </a:lnTo>
                <a:lnTo>
                  <a:pt x="988" y="79"/>
                </a:lnTo>
                <a:lnTo>
                  <a:pt x="1004" y="87"/>
                </a:lnTo>
                <a:lnTo>
                  <a:pt x="1020" y="95"/>
                </a:lnTo>
                <a:lnTo>
                  <a:pt x="1036" y="104"/>
                </a:lnTo>
                <a:lnTo>
                  <a:pt x="1051" y="114"/>
                </a:lnTo>
                <a:lnTo>
                  <a:pt x="1066" y="123"/>
                </a:lnTo>
                <a:lnTo>
                  <a:pt x="1080" y="133"/>
                </a:lnTo>
                <a:lnTo>
                  <a:pt x="1094" y="143"/>
                </a:lnTo>
                <a:lnTo>
                  <a:pt x="1107" y="154"/>
                </a:lnTo>
                <a:lnTo>
                  <a:pt x="1120" y="165"/>
                </a:lnTo>
                <a:lnTo>
                  <a:pt x="1132" y="176"/>
                </a:lnTo>
                <a:lnTo>
                  <a:pt x="1144" y="187"/>
                </a:lnTo>
                <a:lnTo>
                  <a:pt x="1156" y="199"/>
                </a:lnTo>
                <a:lnTo>
                  <a:pt x="1167" y="211"/>
                </a:lnTo>
                <a:lnTo>
                  <a:pt x="1177" y="223"/>
                </a:lnTo>
                <a:lnTo>
                  <a:pt x="1187" y="235"/>
                </a:lnTo>
                <a:lnTo>
                  <a:pt x="1196" y="248"/>
                </a:lnTo>
                <a:lnTo>
                  <a:pt x="1205" y="260"/>
                </a:lnTo>
                <a:lnTo>
                  <a:pt x="1213" y="273"/>
                </a:lnTo>
                <a:lnTo>
                  <a:pt x="1221" y="287"/>
                </a:lnTo>
                <a:lnTo>
                  <a:pt x="1228" y="300"/>
                </a:lnTo>
                <a:lnTo>
                  <a:pt x="1234" y="313"/>
                </a:lnTo>
                <a:lnTo>
                  <a:pt x="1240" y="327"/>
                </a:lnTo>
                <a:lnTo>
                  <a:pt x="1245" y="341"/>
                </a:lnTo>
                <a:lnTo>
                  <a:pt x="1250" y="355"/>
                </a:lnTo>
                <a:lnTo>
                  <a:pt x="1254" y="368"/>
                </a:lnTo>
                <a:lnTo>
                  <a:pt x="1257" y="382"/>
                </a:lnTo>
                <a:lnTo>
                  <a:pt x="1260" y="397"/>
                </a:lnTo>
                <a:lnTo>
                  <a:pt x="1262" y="411"/>
                </a:lnTo>
                <a:lnTo>
                  <a:pt x="1264" y="425"/>
                </a:lnTo>
                <a:lnTo>
                  <a:pt x="1265" y="439"/>
                </a:lnTo>
                <a:lnTo>
                  <a:pt x="1265" y="453"/>
                </a:lnTo>
                <a:close/>
              </a:path>
            </a:pathLst>
          </a:custGeom>
          <a:solidFill>
            <a:srgbClr val="ffbd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1" name=""/>
          <p:cNvSpPr/>
          <p:nvPr/>
        </p:nvSpPr>
        <p:spPr>
          <a:xfrm>
            <a:off x="7833600" y="2780280"/>
            <a:ext cx="458280" cy="328320"/>
          </a:xfrm>
          <a:custGeom>
            <a:avLst/>
            <a:gdLst/>
            <a:ahLst/>
            <a:rect l="0" t="0" r="r" b="b"/>
            <a:pathLst>
              <a:path w="1273" h="912">
                <a:moveTo>
                  <a:pt x="1269" y="456"/>
                </a:moveTo>
                <a:lnTo>
                  <a:pt x="1269" y="442"/>
                </a:lnTo>
                <a:lnTo>
                  <a:pt x="1268" y="428"/>
                </a:lnTo>
                <a:lnTo>
                  <a:pt x="1266" y="414"/>
                </a:lnTo>
                <a:lnTo>
                  <a:pt x="1264" y="400"/>
                </a:lnTo>
                <a:lnTo>
                  <a:pt x="1261" y="385"/>
                </a:lnTo>
                <a:lnTo>
                  <a:pt x="1258" y="371"/>
                </a:lnTo>
                <a:lnTo>
                  <a:pt x="1254" y="358"/>
                </a:lnTo>
                <a:lnTo>
                  <a:pt x="1249" y="344"/>
                </a:lnTo>
                <a:lnTo>
                  <a:pt x="1244" y="330"/>
                </a:lnTo>
                <a:lnTo>
                  <a:pt x="1238" y="316"/>
                </a:lnTo>
                <a:lnTo>
                  <a:pt x="1232" y="303"/>
                </a:lnTo>
                <a:lnTo>
                  <a:pt x="1225" y="290"/>
                </a:lnTo>
                <a:lnTo>
                  <a:pt x="1217" y="276"/>
                </a:lnTo>
                <a:lnTo>
                  <a:pt x="1209" y="263"/>
                </a:lnTo>
                <a:lnTo>
                  <a:pt x="1200" y="251"/>
                </a:lnTo>
                <a:lnTo>
                  <a:pt x="1191" y="238"/>
                </a:lnTo>
                <a:lnTo>
                  <a:pt x="1181" y="226"/>
                </a:lnTo>
                <a:lnTo>
                  <a:pt x="1171" y="214"/>
                </a:lnTo>
                <a:lnTo>
                  <a:pt x="1160" y="202"/>
                </a:lnTo>
                <a:lnTo>
                  <a:pt x="1148" y="190"/>
                </a:lnTo>
                <a:lnTo>
                  <a:pt x="1136" y="179"/>
                </a:lnTo>
                <a:lnTo>
                  <a:pt x="1124" y="168"/>
                </a:lnTo>
                <a:lnTo>
                  <a:pt x="1111" y="157"/>
                </a:lnTo>
                <a:lnTo>
                  <a:pt x="1098" y="146"/>
                </a:lnTo>
                <a:lnTo>
                  <a:pt x="1084" y="136"/>
                </a:lnTo>
                <a:lnTo>
                  <a:pt x="1070" y="126"/>
                </a:lnTo>
                <a:lnTo>
                  <a:pt x="1055" y="117"/>
                </a:lnTo>
                <a:lnTo>
                  <a:pt x="1040" y="107"/>
                </a:lnTo>
                <a:lnTo>
                  <a:pt x="1024" y="98"/>
                </a:lnTo>
                <a:lnTo>
                  <a:pt x="1008" y="90"/>
                </a:lnTo>
                <a:lnTo>
                  <a:pt x="992" y="82"/>
                </a:lnTo>
                <a:lnTo>
                  <a:pt x="976" y="74"/>
                </a:lnTo>
                <a:lnTo>
                  <a:pt x="959" y="67"/>
                </a:lnTo>
                <a:lnTo>
                  <a:pt x="941" y="59"/>
                </a:lnTo>
                <a:lnTo>
                  <a:pt x="924" y="53"/>
                </a:lnTo>
                <a:lnTo>
                  <a:pt x="906" y="47"/>
                </a:lnTo>
                <a:lnTo>
                  <a:pt x="888" y="41"/>
                </a:lnTo>
                <a:lnTo>
                  <a:pt x="870" y="35"/>
                </a:lnTo>
                <a:lnTo>
                  <a:pt x="851" y="30"/>
                </a:lnTo>
                <a:lnTo>
                  <a:pt x="832" y="26"/>
                </a:lnTo>
                <a:lnTo>
                  <a:pt x="813" y="20"/>
                </a:lnTo>
                <a:lnTo>
                  <a:pt x="794" y="17"/>
                </a:lnTo>
                <a:lnTo>
                  <a:pt x="775" y="13"/>
                </a:lnTo>
                <a:lnTo>
                  <a:pt x="755" y="10"/>
                </a:lnTo>
                <a:lnTo>
                  <a:pt x="736" y="8"/>
                </a:lnTo>
                <a:lnTo>
                  <a:pt x="716" y="6"/>
                </a:lnTo>
                <a:lnTo>
                  <a:pt x="696" y="4"/>
                </a:lnTo>
                <a:lnTo>
                  <a:pt x="677" y="3"/>
                </a:lnTo>
                <a:lnTo>
                  <a:pt x="657" y="3"/>
                </a:lnTo>
                <a:lnTo>
                  <a:pt x="637" y="2"/>
                </a:lnTo>
                <a:lnTo>
                  <a:pt x="617" y="3"/>
                </a:lnTo>
                <a:lnTo>
                  <a:pt x="597" y="3"/>
                </a:lnTo>
                <a:lnTo>
                  <a:pt x="577" y="4"/>
                </a:lnTo>
                <a:lnTo>
                  <a:pt x="558" y="6"/>
                </a:lnTo>
                <a:lnTo>
                  <a:pt x="538" y="8"/>
                </a:lnTo>
                <a:lnTo>
                  <a:pt x="519" y="10"/>
                </a:lnTo>
                <a:lnTo>
                  <a:pt x="499" y="13"/>
                </a:lnTo>
                <a:lnTo>
                  <a:pt x="479" y="17"/>
                </a:lnTo>
                <a:lnTo>
                  <a:pt x="460" y="20"/>
                </a:lnTo>
                <a:lnTo>
                  <a:pt x="441" y="26"/>
                </a:lnTo>
                <a:lnTo>
                  <a:pt x="422" y="30"/>
                </a:lnTo>
                <a:lnTo>
                  <a:pt x="403" y="35"/>
                </a:lnTo>
                <a:lnTo>
                  <a:pt x="385" y="41"/>
                </a:lnTo>
                <a:lnTo>
                  <a:pt x="367" y="47"/>
                </a:lnTo>
                <a:lnTo>
                  <a:pt x="349" y="53"/>
                </a:lnTo>
                <a:lnTo>
                  <a:pt x="331" y="59"/>
                </a:lnTo>
                <a:lnTo>
                  <a:pt x="314" y="67"/>
                </a:lnTo>
                <a:lnTo>
                  <a:pt x="297" y="74"/>
                </a:lnTo>
                <a:lnTo>
                  <a:pt x="281" y="82"/>
                </a:lnTo>
                <a:lnTo>
                  <a:pt x="264" y="90"/>
                </a:lnTo>
                <a:lnTo>
                  <a:pt x="249" y="98"/>
                </a:lnTo>
                <a:lnTo>
                  <a:pt x="233" y="107"/>
                </a:lnTo>
                <a:lnTo>
                  <a:pt x="218" y="117"/>
                </a:lnTo>
                <a:lnTo>
                  <a:pt x="203" y="126"/>
                </a:lnTo>
                <a:lnTo>
                  <a:pt x="189" y="136"/>
                </a:lnTo>
                <a:lnTo>
                  <a:pt x="175" y="146"/>
                </a:lnTo>
                <a:lnTo>
                  <a:pt x="162" y="157"/>
                </a:lnTo>
                <a:lnTo>
                  <a:pt x="149" y="168"/>
                </a:lnTo>
                <a:lnTo>
                  <a:pt x="137" y="179"/>
                </a:lnTo>
                <a:lnTo>
                  <a:pt x="125" y="190"/>
                </a:lnTo>
                <a:lnTo>
                  <a:pt x="113" y="202"/>
                </a:lnTo>
                <a:lnTo>
                  <a:pt x="102" y="214"/>
                </a:lnTo>
                <a:lnTo>
                  <a:pt x="92" y="226"/>
                </a:lnTo>
                <a:lnTo>
                  <a:pt x="82" y="238"/>
                </a:lnTo>
                <a:lnTo>
                  <a:pt x="73" y="251"/>
                </a:lnTo>
                <a:lnTo>
                  <a:pt x="64" y="263"/>
                </a:lnTo>
                <a:lnTo>
                  <a:pt x="56" y="276"/>
                </a:lnTo>
                <a:lnTo>
                  <a:pt x="48" y="290"/>
                </a:lnTo>
                <a:lnTo>
                  <a:pt x="41" y="303"/>
                </a:lnTo>
                <a:lnTo>
                  <a:pt x="35" y="316"/>
                </a:lnTo>
                <a:lnTo>
                  <a:pt x="29" y="330"/>
                </a:lnTo>
                <a:lnTo>
                  <a:pt x="24" y="344"/>
                </a:lnTo>
                <a:lnTo>
                  <a:pt x="19" y="358"/>
                </a:lnTo>
                <a:lnTo>
                  <a:pt x="15" y="371"/>
                </a:lnTo>
                <a:lnTo>
                  <a:pt x="12" y="385"/>
                </a:lnTo>
                <a:lnTo>
                  <a:pt x="9" y="400"/>
                </a:lnTo>
                <a:lnTo>
                  <a:pt x="7" y="414"/>
                </a:lnTo>
                <a:lnTo>
                  <a:pt x="5" y="428"/>
                </a:lnTo>
                <a:lnTo>
                  <a:pt x="4" y="442"/>
                </a:lnTo>
                <a:lnTo>
                  <a:pt x="4" y="456"/>
                </a:lnTo>
                <a:lnTo>
                  <a:pt x="4" y="471"/>
                </a:lnTo>
                <a:lnTo>
                  <a:pt x="5" y="485"/>
                </a:lnTo>
                <a:lnTo>
                  <a:pt x="7" y="499"/>
                </a:lnTo>
                <a:lnTo>
                  <a:pt x="9" y="513"/>
                </a:lnTo>
                <a:lnTo>
                  <a:pt x="12" y="527"/>
                </a:lnTo>
                <a:lnTo>
                  <a:pt x="15" y="541"/>
                </a:lnTo>
                <a:lnTo>
                  <a:pt x="19" y="555"/>
                </a:lnTo>
                <a:lnTo>
                  <a:pt x="24" y="569"/>
                </a:lnTo>
                <a:lnTo>
                  <a:pt x="29" y="583"/>
                </a:lnTo>
                <a:lnTo>
                  <a:pt x="35" y="596"/>
                </a:lnTo>
                <a:lnTo>
                  <a:pt x="41" y="610"/>
                </a:lnTo>
                <a:lnTo>
                  <a:pt x="48" y="623"/>
                </a:lnTo>
                <a:lnTo>
                  <a:pt x="56" y="636"/>
                </a:lnTo>
                <a:lnTo>
                  <a:pt x="64" y="649"/>
                </a:lnTo>
                <a:lnTo>
                  <a:pt x="73" y="662"/>
                </a:lnTo>
                <a:lnTo>
                  <a:pt x="82" y="674"/>
                </a:lnTo>
                <a:lnTo>
                  <a:pt x="92" y="687"/>
                </a:lnTo>
                <a:lnTo>
                  <a:pt x="102" y="699"/>
                </a:lnTo>
                <a:lnTo>
                  <a:pt x="113" y="711"/>
                </a:lnTo>
                <a:lnTo>
                  <a:pt x="125" y="722"/>
                </a:lnTo>
                <a:lnTo>
                  <a:pt x="137" y="734"/>
                </a:lnTo>
                <a:lnTo>
                  <a:pt x="149" y="745"/>
                </a:lnTo>
                <a:lnTo>
                  <a:pt x="162" y="756"/>
                </a:lnTo>
                <a:lnTo>
                  <a:pt x="175" y="766"/>
                </a:lnTo>
                <a:lnTo>
                  <a:pt x="189" y="777"/>
                </a:lnTo>
                <a:lnTo>
                  <a:pt x="203" y="786"/>
                </a:lnTo>
                <a:lnTo>
                  <a:pt x="218" y="796"/>
                </a:lnTo>
                <a:lnTo>
                  <a:pt x="233" y="805"/>
                </a:lnTo>
                <a:lnTo>
                  <a:pt x="249" y="814"/>
                </a:lnTo>
                <a:lnTo>
                  <a:pt x="264" y="823"/>
                </a:lnTo>
                <a:lnTo>
                  <a:pt x="281" y="831"/>
                </a:lnTo>
                <a:lnTo>
                  <a:pt x="297" y="839"/>
                </a:lnTo>
                <a:lnTo>
                  <a:pt x="314" y="846"/>
                </a:lnTo>
                <a:lnTo>
                  <a:pt x="331" y="853"/>
                </a:lnTo>
                <a:lnTo>
                  <a:pt x="349" y="860"/>
                </a:lnTo>
                <a:lnTo>
                  <a:pt x="367" y="866"/>
                </a:lnTo>
                <a:lnTo>
                  <a:pt x="385" y="872"/>
                </a:lnTo>
                <a:lnTo>
                  <a:pt x="403" y="877"/>
                </a:lnTo>
                <a:lnTo>
                  <a:pt x="422" y="882"/>
                </a:lnTo>
                <a:lnTo>
                  <a:pt x="441" y="887"/>
                </a:lnTo>
                <a:lnTo>
                  <a:pt x="460" y="891"/>
                </a:lnTo>
                <a:lnTo>
                  <a:pt x="479" y="895"/>
                </a:lnTo>
                <a:lnTo>
                  <a:pt x="499" y="898"/>
                </a:lnTo>
                <a:lnTo>
                  <a:pt x="519" y="901"/>
                </a:lnTo>
                <a:lnTo>
                  <a:pt x="538" y="904"/>
                </a:lnTo>
                <a:lnTo>
                  <a:pt x="558" y="906"/>
                </a:lnTo>
                <a:lnTo>
                  <a:pt x="577" y="907"/>
                </a:lnTo>
                <a:lnTo>
                  <a:pt x="597" y="908"/>
                </a:lnTo>
                <a:lnTo>
                  <a:pt x="617" y="909"/>
                </a:lnTo>
                <a:lnTo>
                  <a:pt x="637" y="909"/>
                </a:lnTo>
                <a:lnTo>
                  <a:pt x="657" y="909"/>
                </a:lnTo>
                <a:lnTo>
                  <a:pt x="677" y="908"/>
                </a:lnTo>
                <a:lnTo>
                  <a:pt x="696" y="907"/>
                </a:lnTo>
                <a:lnTo>
                  <a:pt x="716" y="906"/>
                </a:lnTo>
                <a:lnTo>
                  <a:pt x="736" y="904"/>
                </a:lnTo>
                <a:lnTo>
                  <a:pt x="755" y="901"/>
                </a:lnTo>
                <a:lnTo>
                  <a:pt x="775" y="898"/>
                </a:lnTo>
                <a:lnTo>
                  <a:pt x="794" y="895"/>
                </a:lnTo>
                <a:lnTo>
                  <a:pt x="813" y="891"/>
                </a:lnTo>
                <a:lnTo>
                  <a:pt x="832" y="887"/>
                </a:lnTo>
                <a:lnTo>
                  <a:pt x="851" y="882"/>
                </a:lnTo>
                <a:lnTo>
                  <a:pt x="870" y="877"/>
                </a:lnTo>
                <a:lnTo>
                  <a:pt x="888" y="872"/>
                </a:lnTo>
                <a:lnTo>
                  <a:pt x="906" y="866"/>
                </a:lnTo>
                <a:lnTo>
                  <a:pt x="924" y="860"/>
                </a:lnTo>
                <a:lnTo>
                  <a:pt x="941" y="853"/>
                </a:lnTo>
                <a:lnTo>
                  <a:pt x="959" y="846"/>
                </a:lnTo>
                <a:lnTo>
                  <a:pt x="976" y="839"/>
                </a:lnTo>
                <a:lnTo>
                  <a:pt x="992" y="831"/>
                </a:lnTo>
                <a:lnTo>
                  <a:pt x="1008" y="823"/>
                </a:lnTo>
                <a:lnTo>
                  <a:pt x="1024" y="814"/>
                </a:lnTo>
                <a:lnTo>
                  <a:pt x="1040" y="805"/>
                </a:lnTo>
                <a:lnTo>
                  <a:pt x="1055" y="796"/>
                </a:lnTo>
                <a:lnTo>
                  <a:pt x="1070" y="786"/>
                </a:lnTo>
                <a:lnTo>
                  <a:pt x="1084" y="777"/>
                </a:lnTo>
                <a:lnTo>
                  <a:pt x="1098" y="766"/>
                </a:lnTo>
                <a:lnTo>
                  <a:pt x="1111" y="756"/>
                </a:lnTo>
                <a:lnTo>
                  <a:pt x="1124" y="745"/>
                </a:lnTo>
                <a:lnTo>
                  <a:pt x="1136" y="734"/>
                </a:lnTo>
                <a:lnTo>
                  <a:pt x="1148" y="722"/>
                </a:lnTo>
                <a:lnTo>
                  <a:pt x="1160" y="711"/>
                </a:lnTo>
                <a:lnTo>
                  <a:pt x="1171" y="699"/>
                </a:lnTo>
                <a:lnTo>
                  <a:pt x="1181" y="687"/>
                </a:lnTo>
                <a:lnTo>
                  <a:pt x="1191" y="674"/>
                </a:lnTo>
                <a:lnTo>
                  <a:pt x="1200" y="662"/>
                </a:lnTo>
                <a:lnTo>
                  <a:pt x="1209" y="649"/>
                </a:lnTo>
                <a:lnTo>
                  <a:pt x="1217" y="636"/>
                </a:lnTo>
                <a:lnTo>
                  <a:pt x="1225" y="623"/>
                </a:lnTo>
                <a:lnTo>
                  <a:pt x="1232" y="610"/>
                </a:lnTo>
                <a:lnTo>
                  <a:pt x="1238" y="596"/>
                </a:lnTo>
                <a:lnTo>
                  <a:pt x="1244" y="583"/>
                </a:lnTo>
                <a:lnTo>
                  <a:pt x="1249" y="569"/>
                </a:lnTo>
                <a:lnTo>
                  <a:pt x="1254" y="555"/>
                </a:lnTo>
                <a:lnTo>
                  <a:pt x="1258" y="541"/>
                </a:lnTo>
                <a:lnTo>
                  <a:pt x="1261" y="527"/>
                </a:lnTo>
                <a:lnTo>
                  <a:pt x="1264" y="513"/>
                </a:lnTo>
                <a:lnTo>
                  <a:pt x="1266" y="499"/>
                </a:lnTo>
                <a:lnTo>
                  <a:pt x="1268" y="485"/>
                </a:lnTo>
                <a:lnTo>
                  <a:pt x="1269" y="471"/>
                </a:lnTo>
                <a:lnTo>
                  <a:pt x="1269" y="456"/>
                </a:lnTo>
                <a:moveTo>
                  <a:pt x="1273" y="456"/>
                </a:moveTo>
                <a:lnTo>
                  <a:pt x="1273" y="471"/>
                </a:lnTo>
                <a:lnTo>
                  <a:pt x="1272" y="485"/>
                </a:lnTo>
                <a:lnTo>
                  <a:pt x="1270" y="499"/>
                </a:lnTo>
                <a:lnTo>
                  <a:pt x="1268" y="513"/>
                </a:lnTo>
                <a:lnTo>
                  <a:pt x="1265" y="528"/>
                </a:lnTo>
                <a:lnTo>
                  <a:pt x="1262" y="542"/>
                </a:lnTo>
                <a:lnTo>
                  <a:pt x="1258" y="556"/>
                </a:lnTo>
                <a:lnTo>
                  <a:pt x="1253" y="570"/>
                </a:lnTo>
                <a:lnTo>
                  <a:pt x="1248" y="583"/>
                </a:lnTo>
                <a:lnTo>
                  <a:pt x="1242" y="597"/>
                </a:lnTo>
                <a:lnTo>
                  <a:pt x="1235" y="611"/>
                </a:lnTo>
                <a:lnTo>
                  <a:pt x="1228" y="624"/>
                </a:lnTo>
                <a:lnTo>
                  <a:pt x="1221" y="637"/>
                </a:lnTo>
                <a:lnTo>
                  <a:pt x="1212" y="650"/>
                </a:lnTo>
                <a:lnTo>
                  <a:pt x="1204" y="663"/>
                </a:lnTo>
                <a:lnTo>
                  <a:pt x="1194" y="676"/>
                </a:lnTo>
                <a:lnTo>
                  <a:pt x="1184" y="688"/>
                </a:lnTo>
                <a:lnTo>
                  <a:pt x="1174" y="700"/>
                </a:lnTo>
                <a:lnTo>
                  <a:pt x="1163" y="712"/>
                </a:lnTo>
                <a:lnTo>
                  <a:pt x="1151" y="724"/>
                </a:lnTo>
                <a:lnTo>
                  <a:pt x="1139" y="736"/>
                </a:lnTo>
                <a:lnTo>
                  <a:pt x="1127" y="747"/>
                </a:lnTo>
                <a:lnTo>
                  <a:pt x="1114" y="758"/>
                </a:lnTo>
                <a:lnTo>
                  <a:pt x="1101" y="768"/>
                </a:lnTo>
                <a:lnTo>
                  <a:pt x="1087" y="778"/>
                </a:lnTo>
                <a:lnTo>
                  <a:pt x="1072" y="788"/>
                </a:lnTo>
                <a:lnTo>
                  <a:pt x="1058" y="798"/>
                </a:lnTo>
                <a:lnTo>
                  <a:pt x="1042" y="807"/>
                </a:lnTo>
                <a:lnTo>
                  <a:pt x="1027" y="816"/>
                </a:lnTo>
                <a:lnTo>
                  <a:pt x="1011" y="825"/>
                </a:lnTo>
                <a:lnTo>
                  <a:pt x="994" y="833"/>
                </a:lnTo>
                <a:lnTo>
                  <a:pt x="978" y="841"/>
                </a:lnTo>
                <a:lnTo>
                  <a:pt x="961" y="848"/>
                </a:lnTo>
                <a:lnTo>
                  <a:pt x="943" y="856"/>
                </a:lnTo>
                <a:lnTo>
                  <a:pt x="926" y="862"/>
                </a:lnTo>
                <a:lnTo>
                  <a:pt x="908" y="869"/>
                </a:lnTo>
                <a:lnTo>
                  <a:pt x="890" y="874"/>
                </a:lnTo>
                <a:lnTo>
                  <a:pt x="871" y="880"/>
                </a:lnTo>
                <a:lnTo>
                  <a:pt x="852" y="885"/>
                </a:lnTo>
                <a:lnTo>
                  <a:pt x="833" y="890"/>
                </a:lnTo>
                <a:lnTo>
                  <a:pt x="814" y="894"/>
                </a:lnTo>
                <a:lnTo>
                  <a:pt x="795" y="898"/>
                </a:lnTo>
                <a:lnTo>
                  <a:pt x="776" y="901"/>
                </a:lnTo>
                <a:lnTo>
                  <a:pt x="756" y="904"/>
                </a:lnTo>
                <a:lnTo>
                  <a:pt x="736" y="906"/>
                </a:lnTo>
                <a:lnTo>
                  <a:pt x="717" y="908"/>
                </a:lnTo>
                <a:lnTo>
                  <a:pt x="697" y="910"/>
                </a:lnTo>
                <a:lnTo>
                  <a:pt x="677" y="911"/>
                </a:lnTo>
                <a:lnTo>
                  <a:pt x="657" y="912"/>
                </a:lnTo>
                <a:lnTo>
                  <a:pt x="637" y="912"/>
                </a:lnTo>
                <a:lnTo>
                  <a:pt x="617" y="912"/>
                </a:lnTo>
                <a:lnTo>
                  <a:pt x="597" y="911"/>
                </a:lnTo>
                <a:lnTo>
                  <a:pt x="577" y="910"/>
                </a:lnTo>
                <a:lnTo>
                  <a:pt x="557" y="908"/>
                </a:lnTo>
                <a:lnTo>
                  <a:pt x="537" y="906"/>
                </a:lnTo>
                <a:lnTo>
                  <a:pt x="518" y="904"/>
                </a:lnTo>
                <a:lnTo>
                  <a:pt x="498" y="901"/>
                </a:lnTo>
                <a:lnTo>
                  <a:pt x="478" y="898"/>
                </a:lnTo>
                <a:lnTo>
                  <a:pt x="459" y="894"/>
                </a:lnTo>
                <a:lnTo>
                  <a:pt x="439" y="890"/>
                </a:lnTo>
                <a:lnTo>
                  <a:pt x="421" y="885"/>
                </a:lnTo>
                <a:lnTo>
                  <a:pt x="402" y="880"/>
                </a:lnTo>
                <a:lnTo>
                  <a:pt x="383" y="874"/>
                </a:lnTo>
                <a:lnTo>
                  <a:pt x="365" y="869"/>
                </a:lnTo>
                <a:lnTo>
                  <a:pt x="347" y="862"/>
                </a:lnTo>
                <a:lnTo>
                  <a:pt x="330" y="856"/>
                </a:lnTo>
                <a:lnTo>
                  <a:pt x="312" y="848"/>
                </a:lnTo>
                <a:lnTo>
                  <a:pt x="295" y="841"/>
                </a:lnTo>
                <a:lnTo>
                  <a:pt x="278" y="833"/>
                </a:lnTo>
                <a:lnTo>
                  <a:pt x="262" y="825"/>
                </a:lnTo>
                <a:lnTo>
                  <a:pt x="246" y="816"/>
                </a:lnTo>
                <a:lnTo>
                  <a:pt x="231" y="807"/>
                </a:lnTo>
                <a:lnTo>
                  <a:pt x="215" y="798"/>
                </a:lnTo>
                <a:lnTo>
                  <a:pt x="201" y="788"/>
                </a:lnTo>
                <a:lnTo>
                  <a:pt x="186" y="778"/>
                </a:lnTo>
                <a:lnTo>
                  <a:pt x="172" y="768"/>
                </a:lnTo>
                <a:lnTo>
                  <a:pt x="159" y="758"/>
                </a:lnTo>
                <a:lnTo>
                  <a:pt x="146" y="747"/>
                </a:lnTo>
                <a:lnTo>
                  <a:pt x="133" y="736"/>
                </a:lnTo>
                <a:lnTo>
                  <a:pt x="121" y="724"/>
                </a:lnTo>
                <a:lnTo>
                  <a:pt x="110" y="712"/>
                </a:lnTo>
                <a:lnTo>
                  <a:pt x="99" y="700"/>
                </a:lnTo>
                <a:lnTo>
                  <a:pt x="89" y="688"/>
                </a:lnTo>
                <a:lnTo>
                  <a:pt x="79" y="676"/>
                </a:lnTo>
                <a:lnTo>
                  <a:pt x="69" y="663"/>
                </a:lnTo>
                <a:lnTo>
                  <a:pt x="61" y="650"/>
                </a:lnTo>
                <a:lnTo>
                  <a:pt x="52" y="637"/>
                </a:lnTo>
                <a:lnTo>
                  <a:pt x="45" y="624"/>
                </a:lnTo>
                <a:lnTo>
                  <a:pt x="38" y="611"/>
                </a:lnTo>
                <a:lnTo>
                  <a:pt x="31" y="597"/>
                </a:lnTo>
                <a:lnTo>
                  <a:pt x="25" y="583"/>
                </a:lnTo>
                <a:lnTo>
                  <a:pt x="20" y="570"/>
                </a:lnTo>
                <a:lnTo>
                  <a:pt x="15" y="556"/>
                </a:lnTo>
                <a:lnTo>
                  <a:pt x="11" y="542"/>
                </a:lnTo>
                <a:lnTo>
                  <a:pt x="8" y="528"/>
                </a:lnTo>
                <a:lnTo>
                  <a:pt x="5" y="513"/>
                </a:lnTo>
                <a:lnTo>
                  <a:pt x="3" y="499"/>
                </a:lnTo>
                <a:lnTo>
                  <a:pt x="1" y="485"/>
                </a:lnTo>
                <a:lnTo>
                  <a:pt x="0" y="471"/>
                </a:lnTo>
                <a:lnTo>
                  <a:pt x="0" y="456"/>
                </a:lnTo>
                <a:lnTo>
                  <a:pt x="0" y="442"/>
                </a:lnTo>
                <a:lnTo>
                  <a:pt x="1" y="428"/>
                </a:lnTo>
                <a:lnTo>
                  <a:pt x="3" y="413"/>
                </a:lnTo>
                <a:lnTo>
                  <a:pt x="5" y="399"/>
                </a:lnTo>
                <a:lnTo>
                  <a:pt x="8" y="385"/>
                </a:lnTo>
                <a:lnTo>
                  <a:pt x="11" y="371"/>
                </a:lnTo>
                <a:lnTo>
                  <a:pt x="15" y="357"/>
                </a:lnTo>
                <a:lnTo>
                  <a:pt x="20" y="343"/>
                </a:lnTo>
                <a:lnTo>
                  <a:pt x="25" y="329"/>
                </a:lnTo>
                <a:lnTo>
                  <a:pt x="31" y="316"/>
                </a:lnTo>
                <a:lnTo>
                  <a:pt x="38" y="302"/>
                </a:lnTo>
                <a:lnTo>
                  <a:pt x="45" y="289"/>
                </a:lnTo>
                <a:lnTo>
                  <a:pt x="52" y="275"/>
                </a:lnTo>
                <a:lnTo>
                  <a:pt x="61" y="262"/>
                </a:lnTo>
                <a:lnTo>
                  <a:pt x="69" y="249"/>
                </a:lnTo>
                <a:lnTo>
                  <a:pt x="79" y="237"/>
                </a:lnTo>
                <a:lnTo>
                  <a:pt x="89" y="224"/>
                </a:lnTo>
                <a:lnTo>
                  <a:pt x="99" y="212"/>
                </a:lnTo>
                <a:lnTo>
                  <a:pt x="110" y="200"/>
                </a:lnTo>
                <a:lnTo>
                  <a:pt x="121" y="188"/>
                </a:lnTo>
                <a:lnTo>
                  <a:pt x="133" y="177"/>
                </a:lnTo>
                <a:lnTo>
                  <a:pt x="146" y="166"/>
                </a:lnTo>
                <a:lnTo>
                  <a:pt x="159" y="155"/>
                </a:lnTo>
                <a:lnTo>
                  <a:pt x="172" y="144"/>
                </a:lnTo>
                <a:lnTo>
                  <a:pt x="186" y="134"/>
                </a:lnTo>
                <a:lnTo>
                  <a:pt x="201" y="124"/>
                </a:lnTo>
                <a:lnTo>
                  <a:pt x="215" y="115"/>
                </a:lnTo>
                <a:lnTo>
                  <a:pt x="231" y="105"/>
                </a:lnTo>
                <a:lnTo>
                  <a:pt x="246" y="96"/>
                </a:lnTo>
                <a:lnTo>
                  <a:pt x="262" y="88"/>
                </a:lnTo>
                <a:lnTo>
                  <a:pt x="278" y="79"/>
                </a:lnTo>
                <a:lnTo>
                  <a:pt x="295" y="72"/>
                </a:lnTo>
                <a:lnTo>
                  <a:pt x="312" y="64"/>
                </a:lnTo>
                <a:lnTo>
                  <a:pt x="330" y="57"/>
                </a:lnTo>
                <a:lnTo>
                  <a:pt x="347" y="50"/>
                </a:lnTo>
                <a:lnTo>
                  <a:pt x="365" y="44"/>
                </a:lnTo>
                <a:lnTo>
                  <a:pt x="383" y="38"/>
                </a:lnTo>
                <a:lnTo>
                  <a:pt x="402" y="33"/>
                </a:lnTo>
                <a:lnTo>
                  <a:pt x="421" y="28"/>
                </a:lnTo>
                <a:lnTo>
                  <a:pt x="439" y="23"/>
                </a:lnTo>
                <a:lnTo>
                  <a:pt x="459" y="18"/>
                </a:lnTo>
                <a:lnTo>
                  <a:pt x="478" y="14"/>
                </a:lnTo>
                <a:lnTo>
                  <a:pt x="498" y="11"/>
                </a:lnTo>
                <a:lnTo>
                  <a:pt x="518" y="8"/>
                </a:lnTo>
                <a:lnTo>
                  <a:pt x="537" y="5"/>
                </a:lnTo>
                <a:lnTo>
                  <a:pt x="557" y="3"/>
                </a:lnTo>
                <a:lnTo>
                  <a:pt x="577" y="2"/>
                </a:lnTo>
                <a:lnTo>
                  <a:pt x="597" y="1"/>
                </a:lnTo>
                <a:lnTo>
                  <a:pt x="617" y="0"/>
                </a:lnTo>
                <a:lnTo>
                  <a:pt x="637" y="0"/>
                </a:lnTo>
                <a:lnTo>
                  <a:pt x="657" y="0"/>
                </a:lnTo>
                <a:lnTo>
                  <a:pt x="677" y="1"/>
                </a:lnTo>
                <a:lnTo>
                  <a:pt x="697" y="2"/>
                </a:lnTo>
                <a:lnTo>
                  <a:pt x="717" y="3"/>
                </a:lnTo>
                <a:lnTo>
                  <a:pt x="736" y="5"/>
                </a:lnTo>
                <a:lnTo>
                  <a:pt x="756" y="8"/>
                </a:lnTo>
                <a:lnTo>
                  <a:pt x="776" y="11"/>
                </a:lnTo>
                <a:lnTo>
                  <a:pt x="795" y="14"/>
                </a:lnTo>
                <a:lnTo>
                  <a:pt x="814" y="18"/>
                </a:lnTo>
                <a:lnTo>
                  <a:pt x="833" y="23"/>
                </a:lnTo>
                <a:lnTo>
                  <a:pt x="852" y="28"/>
                </a:lnTo>
                <a:lnTo>
                  <a:pt x="871" y="33"/>
                </a:lnTo>
                <a:lnTo>
                  <a:pt x="890" y="38"/>
                </a:lnTo>
                <a:lnTo>
                  <a:pt x="908" y="44"/>
                </a:lnTo>
                <a:lnTo>
                  <a:pt x="926" y="50"/>
                </a:lnTo>
                <a:lnTo>
                  <a:pt x="943" y="57"/>
                </a:lnTo>
                <a:lnTo>
                  <a:pt x="961" y="64"/>
                </a:lnTo>
                <a:lnTo>
                  <a:pt x="978" y="72"/>
                </a:lnTo>
                <a:lnTo>
                  <a:pt x="994" y="79"/>
                </a:lnTo>
                <a:lnTo>
                  <a:pt x="1011" y="88"/>
                </a:lnTo>
                <a:lnTo>
                  <a:pt x="1027" y="96"/>
                </a:lnTo>
                <a:lnTo>
                  <a:pt x="1042" y="105"/>
                </a:lnTo>
                <a:lnTo>
                  <a:pt x="1058" y="115"/>
                </a:lnTo>
                <a:lnTo>
                  <a:pt x="1072" y="124"/>
                </a:lnTo>
                <a:lnTo>
                  <a:pt x="1087" y="134"/>
                </a:lnTo>
                <a:lnTo>
                  <a:pt x="1101" y="144"/>
                </a:lnTo>
                <a:lnTo>
                  <a:pt x="1114" y="155"/>
                </a:lnTo>
                <a:lnTo>
                  <a:pt x="1127" y="166"/>
                </a:lnTo>
                <a:lnTo>
                  <a:pt x="1139" y="177"/>
                </a:lnTo>
                <a:lnTo>
                  <a:pt x="1151" y="188"/>
                </a:lnTo>
                <a:lnTo>
                  <a:pt x="1163" y="200"/>
                </a:lnTo>
                <a:lnTo>
                  <a:pt x="1174" y="212"/>
                </a:lnTo>
                <a:lnTo>
                  <a:pt x="1184" y="224"/>
                </a:lnTo>
                <a:lnTo>
                  <a:pt x="1194" y="237"/>
                </a:lnTo>
                <a:lnTo>
                  <a:pt x="1204" y="249"/>
                </a:lnTo>
                <a:lnTo>
                  <a:pt x="1212" y="262"/>
                </a:lnTo>
                <a:lnTo>
                  <a:pt x="1221" y="275"/>
                </a:lnTo>
                <a:lnTo>
                  <a:pt x="1228" y="289"/>
                </a:lnTo>
                <a:lnTo>
                  <a:pt x="1235" y="302"/>
                </a:lnTo>
                <a:lnTo>
                  <a:pt x="1242" y="316"/>
                </a:lnTo>
                <a:lnTo>
                  <a:pt x="1248" y="329"/>
                </a:lnTo>
                <a:lnTo>
                  <a:pt x="1253" y="343"/>
                </a:lnTo>
                <a:lnTo>
                  <a:pt x="1258" y="357"/>
                </a:lnTo>
                <a:lnTo>
                  <a:pt x="1262" y="371"/>
                </a:lnTo>
                <a:lnTo>
                  <a:pt x="1265" y="385"/>
                </a:lnTo>
                <a:lnTo>
                  <a:pt x="1268" y="399"/>
                </a:lnTo>
                <a:lnTo>
                  <a:pt x="1270" y="413"/>
                </a:lnTo>
                <a:lnTo>
                  <a:pt x="1272" y="428"/>
                </a:lnTo>
                <a:lnTo>
                  <a:pt x="1273" y="442"/>
                </a:lnTo>
                <a:lnTo>
                  <a:pt x="1273" y="456"/>
                </a:lnTo>
                <a:close/>
              </a:path>
            </a:pathLst>
          </a:custGeom>
          <a:solidFill>
            <a:srgbClr val="ffbc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2" name=""/>
          <p:cNvSpPr/>
          <p:nvPr/>
        </p:nvSpPr>
        <p:spPr>
          <a:xfrm>
            <a:off x="7832160" y="2779200"/>
            <a:ext cx="461160" cy="330480"/>
          </a:xfrm>
          <a:custGeom>
            <a:avLst/>
            <a:gdLst/>
            <a:ahLst/>
            <a:rect l="0" t="0" r="r" b="b"/>
            <a:pathLst>
              <a:path w="1281" h="918">
                <a:moveTo>
                  <a:pt x="1277" y="459"/>
                </a:moveTo>
                <a:lnTo>
                  <a:pt x="1277" y="445"/>
                </a:lnTo>
                <a:lnTo>
                  <a:pt x="1276" y="431"/>
                </a:lnTo>
                <a:lnTo>
                  <a:pt x="1274" y="416"/>
                </a:lnTo>
                <a:lnTo>
                  <a:pt x="1272" y="402"/>
                </a:lnTo>
                <a:lnTo>
                  <a:pt x="1269" y="388"/>
                </a:lnTo>
                <a:lnTo>
                  <a:pt x="1266" y="374"/>
                </a:lnTo>
                <a:lnTo>
                  <a:pt x="1262" y="360"/>
                </a:lnTo>
                <a:lnTo>
                  <a:pt x="1257" y="346"/>
                </a:lnTo>
                <a:lnTo>
                  <a:pt x="1252" y="332"/>
                </a:lnTo>
                <a:lnTo>
                  <a:pt x="1246" y="319"/>
                </a:lnTo>
                <a:lnTo>
                  <a:pt x="1239" y="305"/>
                </a:lnTo>
                <a:lnTo>
                  <a:pt x="1232" y="292"/>
                </a:lnTo>
                <a:lnTo>
                  <a:pt x="1225" y="278"/>
                </a:lnTo>
                <a:lnTo>
                  <a:pt x="1216" y="265"/>
                </a:lnTo>
                <a:lnTo>
                  <a:pt x="1208" y="252"/>
                </a:lnTo>
                <a:lnTo>
                  <a:pt x="1198" y="240"/>
                </a:lnTo>
                <a:lnTo>
                  <a:pt x="1188" y="227"/>
                </a:lnTo>
                <a:lnTo>
                  <a:pt x="1178" y="215"/>
                </a:lnTo>
                <a:lnTo>
                  <a:pt x="1167" y="203"/>
                </a:lnTo>
                <a:lnTo>
                  <a:pt x="1155" y="191"/>
                </a:lnTo>
                <a:lnTo>
                  <a:pt x="1143" y="180"/>
                </a:lnTo>
                <a:lnTo>
                  <a:pt x="1131" y="169"/>
                </a:lnTo>
                <a:lnTo>
                  <a:pt x="1118" y="158"/>
                </a:lnTo>
                <a:lnTo>
                  <a:pt x="1105" y="147"/>
                </a:lnTo>
                <a:lnTo>
                  <a:pt x="1091" y="137"/>
                </a:lnTo>
                <a:lnTo>
                  <a:pt x="1076" y="127"/>
                </a:lnTo>
                <a:lnTo>
                  <a:pt x="1062" y="118"/>
                </a:lnTo>
                <a:lnTo>
                  <a:pt x="1046" y="108"/>
                </a:lnTo>
                <a:lnTo>
                  <a:pt x="1031" y="99"/>
                </a:lnTo>
                <a:lnTo>
                  <a:pt x="1015" y="91"/>
                </a:lnTo>
                <a:lnTo>
                  <a:pt x="998" y="82"/>
                </a:lnTo>
                <a:lnTo>
                  <a:pt x="982" y="75"/>
                </a:lnTo>
                <a:lnTo>
                  <a:pt x="965" y="67"/>
                </a:lnTo>
                <a:lnTo>
                  <a:pt x="947" y="59"/>
                </a:lnTo>
                <a:lnTo>
                  <a:pt x="930" y="52"/>
                </a:lnTo>
                <a:lnTo>
                  <a:pt x="912" y="46"/>
                </a:lnTo>
                <a:lnTo>
                  <a:pt x="894" y="40"/>
                </a:lnTo>
                <a:lnTo>
                  <a:pt x="875" y="35"/>
                </a:lnTo>
                <a:lnTo>
                  <a:pt x="856" y="30"/>
                </a:lnTo>
                <a:lnTo>
                  <a:pt x="837" y="25"/>
                </a:lnTo>
                <a:lnTo>
                  <a:pt x="818" y="21"/>
                </a:lnTo>
                <a:lnTo>
                  <a:pt x="799" y="17"/>
                </a:lnTo>
                <a:lnTo>
                  <a:pt x="780" y="14"/>
                </a:lnTo>
                <a:lnTo>
                  <a:pt x="760" y="11"/>
                </a:lnTo>
                <a:lnTo>
                  <a:pt x="740" y="8"/>
                </a:lnTo>
                <a:lnTo>
                  <a:pt x="721" y="6"/>
                </a:lnTo>
                <a:lnTo>
                  <a:pt x="701" y="5"/>
                </a:lnTo>
                <a:lnTo>
                  <a:pt x="681" y="4"/>
                </a:lnTo>
                <a:lnTo>
                  <a:pt x="661" y="3"/>
                </a:lnTo>
                <a:lnTo>
                  <a:pt x="641" y="3"/>
                </a:lnTo>
                <a:lnTo>
                  <a:pt x="620" y="3"/>
                </a:lnTo>
                <a:lnTo>
                  <a:pt x="600" y="4"/>
                </a:lnTo>
                <a:lnTo>
                  <a:pt x="580" y="5"/>
                </a:lnTo>
                <a:lnTo>
                  <a:pt x="560" y="6"/>
                </a:lnTo>
                <a:lnTo>
                  <a:pt x="540" y="8"/>
                </a:lnTo>
                <a:lnTo>
                  <a:pt x="521" y="11"/>
                </a:lnTo>
                <a:lnTo>
                  <a:pt x="501" y="14"/>
                </a:lnTo>
                <a:lnTo>
                  <a:pt x="482" y="17"/>
                </a:lnTo>
                <a:lnTo>
                  <a:pt x="463" y="21"/>
                </a:lnTo>
                <a:lnTo>
                  <a:pt x="443" y="25"/>
                </a:lnTo>
                <a:lnTo>
                  <a:pt x="425" y="30"/>
                </a:lnTo>
                <a:lnTo>
                  <a:pt x="406" y="35"/>
                </a:lnTo>
                <a:lnTo>
                  <a:pt x="387" y="40"/>
                </a:lnTo>
                <a:lnTo>
                  <a:pt x="369" y="46"/>
                </a:lnTo>
                <a:lnTo>
                  <a:pt x="351" y="52"/>
                </a:lnTo>
                <a:lnTo>
                  <a:pt x="334" y="59"/>
                </a:lnTo>
                <a:lnTo>
                  <a:pt x="316" y="67"/>
                </a:lnTo>
                <a:lnTo>
                  <a:pt x="299" y="75"/>
                </a:lnTo>
                <a:lnTo>
                  <a:pt x="282" y="82"/>
                </a:lnTo>
                <a:lnTo>
                  <a:pt x="266" y="91"/>
                </a:lnTo>
                <a:lnTo>
                  <a:pt x="250" y="99"/>
                </a:lnTo>
                <a:lnTo>
                  <a:pt x="235" y="108"/>
                </a:lnTo>
                <a:lnTo>
                  <a:pt x="219" y="118"/>
                </a:lnTo>
                <a:lnTo>
                  <a:pt x="205" y="127"/>
                </a:lnTo>
                <a:lnTo>
                  <a:pt x="190" y="137"/>
                </a:lnTo>
                <a:lnTo>
                  <a:pt x="176" y="147"/>
                </a:lnTo>
                <a:lnTo>
                  <a:pt x="163" y="158"/>
                </a:lnTo>
                <a:lnTo>
                  <a:pt x="150" y="169"/>
                </a:lnTo>
                <a:lnTo>
                  <a:pt x="137" y="180"/>
                </a:lnTo>
                <a:lnTo>
                  <a:pt x="125" y="191"/>
                </a:lnTo>
                <a:lnTo>
                  <a:pt x="114" y="203"/>
                </a:lnTo>
                <a:lnTo>
                  <a:pt x="103" y="215"/>
                </a:lnTo>
                <a:lnTo>
                  <a:pt x="93" y="227"/>
                </a:lnTo>
                <a:lnTo>
                  <a:pt x="83" y="240"/>
                </a:lnTo>
                <a:lnTo>
                  <a:pt x="73" y="252"/>
                </a:lnTo>
                <a:lnTo>
                  <a:pt x="65" y="265"/>
                </a:lnTo>
                <a:lnTo>
                  <a:pt x="56" y="278"/>
                </a:lnTo>
                <a:lnTo>
                  <a:pt x="49" y="292"/>
                </a:lnTo>
                <a:lnTo>
                  <a:pt x="42" y="305"/>
                </a:lnTo>
                <a:lnTo>
                  <a:pt x="35" y="319"/>
                </a:lnTo>
                <a:lnTo>
                  <a:pt x="29" y="332"/>
                </a:lnTo>
                <a:lnTo>
                  <a:pt x="24" y="346"/>
                </a:lnTo>
                <a:lnTo>
                  <a:pt x="19" y="360"/>
                </a:lnTo>
                <a:lnTo>
                  <a:pt x="15" y="374"/>
                </a:lnTo>
                <a:lnTo>
                  <a:pt x="12" y="388"/>
                </a:lnTo>
                <a:lnTo>
                  <a:pt x="9" y="402"/>
                </a:lnTo>
                <a:lnTo>
                  <a:pt x="7" y="416"/>
                </a:lnTo>
                <a:lnTo>
                  <a:pt x="5" y="431"/>
                </a:lnTo>
                <a:lnTo>
                  <a:pt x="4" y="445"/>
                </a:lnTo>
                <a:lnTo>
                  <a:pt x="4" y="459"/>
                </a:lnTo>
                <a:lnTo>
                  <a:pt x="4" y="474"/>
                </a:lnTo>
                <a:lnTo>
                  <a:pt x="5" y="488"/>
                </a:lnTo>
                <a:lnTo>
                  <a:pt x="7" y="502"/>
                </a:lnTo>
                <a:lnTo>
                  <a:pt x="9" y="516"/>
                </a:lnTo>
                <a:lnTo>
                  <a:pt x="12" y="531"/>
                </a:lnTo>
                <a:lnTo>
                  <a:pt x="15" y="545"/>
                </a:lnTo>
                <a:lnTo>
                  <a:pt x="19" y="559"/>
                </a:lnTo>
                <a:lnTo>
                  <a:pt x="24" y="573"/>
                </a:lnTo>
                <a:lnTo>
                  <a:pt x="29" y="586"/>
                </a:lnTo>
                <a:lnTo>
                  <a:pt x="35" y="600"/>
                </a:lnTo>
                <a:lnTo>
                  <a:pt x="42" y="614"/>
                </a:lnTo>
                <a:lnTo>
                  <a:pt x="49" y="627"/>
                </a:lnTo>
                <a:lnTo>
                  <a:pt x="56" y="640"/>
                </a:lnTo>
                <a:lnTo>
                  <a:pt x="65" y="653"/>
                </a:lnTo>
                <a:lnTo>
                  <a:pt x="73" y="666"/>
                </a:lnTo>
                <a:lnTo>
                  <a:pt x="83" y="679"/>
                </a:lnTo>
                <a:lnTo>
                  <a:pt x="93" y="691"/>
                </a:lnTo>
                <a:lnTo>
                  <a:pt x="103" y="703"/>
                </a:lnTo>
                <a:lnTo>
                  <a:pt x="114" y="715"/>
                </a:lnTo>
                <a:lnTo>
                  <a:pt x="125" y="727"/>
                </a:lnTo>
                <a:lnTo>
                  <a:pt x="137" y="739"/>
                </a:lnTo>
                <a:lnTo>
                  <a:pt x="150" y="750"/>
                </a:lnTo>
                <a:lnTo>
                  <a:pt x="163" y="761"/>
                </a:lnTo>
                <a:lnTo>
                  <a:pt x="176" y="771"/>
                </a:lnTo>
                <a:lnTo>
                  <a:pt x="190" y="781"/>
                </a:lnTo>
                <a:lnTo>
                  <a:pt x="205" y="791"/>
                </a:lnTo>
                <a:lnTo>
                  <a:pt x="219" y="801"/>
                </a:lnTo>
                <a:lnTo>
                  <a:pt x="235" y="810"/>
                </a:lnTo>
                <a:lnTo>
                  <a:pt x="250" y="819"/>
                </a:lnTo>
                <a:lnTo>
                  <a:pt x="266" y="828"/>
                </a:lnTo>
                <a:lnTo>
                  <a:pt x="282" y="836"/>
                </a:lnTo>
                <a:lnTo>
                  <a:pt x="299" y="844"/>
                </a:lnTo>
                <a:lnTo>
                  <a:pt x="316" y="851"/>
                </a:lnTo>
                <a:lnTo>
                  <a:pt x="334" y="859"/>
                </a:lnTo>
                <a:lnTo>
                  <a:pt x="351" y="865"/>
                </a:lnTo>
                <a:lnTo>
                  <a:pt x="369" y="872"/>
                </a:lnTo>
                <a:lnTo>
                  <a:pt x="387" y="877"/>
                </a:lnTo>
                <a:lnTo>
                  <a:pt x="406" y="883"/>
                </a:lnTo>
                <a:lnTo>
                  <a:pt x="425" y="888"/>
                </a:lnTo>
                <a:lnTo>
                  <a:pt x="443" y="893"/>
                </a:lnTo>
                <a:lnTo>
                  <a:pt x="463" y="897"/>
                </a:lnTo>
                <a:lnTo>
                  <a:pt x="482" y="901"/>
                </a:lnTo>
                <a:lnTo>
                  <a:pt x="501" y="904"/>
                </a:lnTo>
                <a:lnTo>
                  <a:pt x="521" y="907"/>
                </a:lnTo>
                <a:lnTo>
                  <a:pt x="540" y="909"/>
                </a:lnTo>
                <a:lnTo>
                  <a:pt x="560" y="911"/>
                </a:lnTo>
                <a:lnTo>
                  <a:pt x="580" y="913"/>
                </a:lnTo>
                <a:lnTo>
                  <a:pt x="600" y="914"/>
                </a:lnTo>
                <a:lnTo>
                  <a:pt x="620" y="915"/>
                </a:lnTo>
                <a:lnTo>
                  <a:pt x="641" y="915"/>
                </a:lnTo>
                <a:lnTo>
                  <a:pt x="661" y="915"/>
                </a:lnTo>
                <a:lnTo>
                  <a:pt x="681" y="914"/>
                </a:lnTo>
                <a:lnTo>
                  <a:pt x="701" y="913"/>
                </a:lnTo>
                <a:lnTo>
                  <a:pt x="721" y="911"/>
                </a:lnTo>
                <a:lnTo>
                  <a:pt x="740" y="909"/>
                </a:lnTo>
                <a:lnTo>
                  <a:pt x="760" y="907"/>
                </a:lnTo>
                <a:lnTo>
                  <a:pt x="780" y="904"/>
                </a:lnTo>
                <a:lnTo>
                  <a:pt x="799" y="901"/>
                </a:lnTo>
                <a:lnTo>
                  <a:pt x="818" y="897"/>
                </a:lnTo>
                <a:lnTo>
                  <a:pt x="837" y="893"/>
                </a:lnTo>
                <a:lnTo>
                  <a:pt x="856" y="888"/>
                </a:lnTo>
                <a:lnTo>
                  <a:pt x="875" y="883"/>
                </a:lnTo>
                <a:lnTo>
                  <a:pt x="894" y="877"/>
                </a:lnTo>
                <a:lnTo>
                  <a:pt x="912" y="872"/>
                </a:lnTo>
                <a:lnTo>
                  <a:pt x="930" y="865"/>
                </a:lnTo>
                <a:lnTo>
                  <a:pt x="947" y="859"/>
                </a:lnTo>
                <a:lnTo>
                  <a:pt x="965" y="851"/>
                </a:lnTo>
                <a:lnTo>
                  <a:pt x="982" y="844"/>
                </a:lnTo>
                <a:lnTo>
                  <a:pt x="998" y="836"/>
                </a:lnTo>
                <a:lnTo>
                  <a:pt x="1015" y="828"/>
                </a:lnTo>
                <a:lnTo>
                  <a:pt x="1031" y="819"/>
                </a:lnTo>
                <a:lnTo>
                  <a:pt x="1046" y="810"/>
                </a:lnTo>
                <a:lnTo>
                  <a:pt x="1062" y="801"/>
                </a:lnTo>
                <a:lnTo>
                  <a:pt x="1076" y="791"/>
                </a:lnTo>
                <a:lnTo>
                  <a:pt x="1091" y="781"/>
                </a:lnTo>
                <a:lnTo>
                  <a:pt x="1105" y="771"/>
                </a:lnTo>
                <a:lnTo>
                  <a:pt x="1118" y="761"/>
                </a:lnTo>
                <a:lnTo>
                  <a:pt x="1131" y="750"/>
                </a:lnTo>
                <a:lnTo>
                  <a:pt x="1143" y="739"/>
                </a:lnTo>
                <a:lnTo>
                  <a:pt x="1155" y="727"/>
                </a:lnTo>
                <a:lnTo>
                  <a:pt x="1167" y="715"/>
                </a:lnTo>
                <a:lnTo>
                  <a:pt x="1178" y="703"/>
                </a:lnTo>
                <a:lnTo>
                  <a:pt x="1188" y="691"/>
                </a:lnTo>
                <a:lnTo>
                  <a:pt x="1198" y="679"/>
                </a:lnTo>
                <a:lnTo>
                  <a:pt x="1208" y="666"/>
                </a:lnTo>
                <a:lnTo>
                  <a:pt x="1216" y="653"/>
                </a:lnTo>
                <a:lnTo>
                  <a:pt x="1225" y="640"/>
                </a:lnTo>
                <a:lnTo>
                  <a:pt x="1232" y="627"/>
                </a:lnTo>
                <a:lnTo>
                  <a:pt x="1239" y="614"/>
                </a:lnTo>
                <a:lnTo>
                  <a:pt x="1246" y="600"/>
                </a:lnTo>
                <a:lnTo>
                  <a:pt x="1252" y="586"/>
                </a:lnTo>
                <a:lnTo>
                  <a:pt x="1257" y="573"/>
                </a:lnTo>
                <a:lnTo>
                  <a:pt x="1262" y="559"/>
                </a:lnTo>
                <a:lnTo>
                  <a:pt x="1266" y="545"/>
                </a:lnTo>
                <a:lnTo>
                  <a:pt x="1269" y="531"/>
                </a:lnTo>
                <a:lnTo>
                  <a:pt x="1272" y="516"/>
                </a:lnTo>
                <a:lnTo>
                  <a:pt x="1274" y="502"/>
                </a:lnTo>
                <a:lnTo>
                  <a:pt x="1276" y="488"/>
                </a:lnTo>
                <a:lnTo>
                  <a:pt x="1277" y="474"/>
                </a:lnTo>
                <a:lnTo>
                  <a:pt x="1277" y="459"/>
                </a:lnTo>
                <a:moveTo>
                  <a:pt x="1281" y="459"/>
                </a:moveTo>
                <a:lnTo>
                  <a:pt x="1280" y="474"/>
                </a:lnTo>
                <a:lnTo>
                  <a:pt x="1280" y="488"/>
                </a:lnTo>
                <a:lnTo>
                  <a:pt x="1278" y="502"/>
                </a:lnTo>
                <a:lnTo>
                  <a:pt x="1276" y="517"/>
                </a:lnTo>
                <a:lnTo>
                  <a:pt x="1273" y="531"/>
                </a:lnTo>
                <a:lnTo>
                  <a:pt x="1269" y="545"/>
                </a:lnTo>
                <a:lnTo>
                  <a:pt x="1265" y="559"/>
                </a:lnTo>
                <a:lnTo>
                  <a:pt x="1261" y="573"/>
                </a:lnTo>
                <a:lnTo>
                  <a:pt x="1255" y="587"/>
                </a:lnTo>
                <a:lnTo>
                  <a:pt x="1249" y="601"/>
                </a:lnTo>
                <a:lnTo>
                  <a:pt x="1243" y="615"/>
                </a:lnTo>
                <a:lnTo>
                  <a:pt x="1236" y="628"/>
                </a:lnTo>
                <a:lnTo>
                  <a:pt x="1228" y="641"/>
                </a:lnTo>
                <a:lnTo>
                  <a:pt x="1220" y="654"/>
                </a:lnTo>
                <a:lnTo>
                  <a:pt x="1211" y="667"/>
                </a:lnTo>
                <a:lnTo>
                  <a:pt x="1202" y="680"/>
                </a:lnTo>
                <a:lnTo>
                  <a:pt x="1192" y="693"/>
                </a:lnTo>
                <a:lnTo>
                  <a:pt x="1181" y="705"/>
                </a:lnTo>
                <a:lnTo>
                  <a:pt x="1170" y="717"/>
                </a:lnTo>
                <a:lnTo>
                  <a:pt x="1159" y="729"/>
                </a:lnTo>
                <a:lnTo>
                  <a:pt x="1147" y="740"/>
                </a:lnTo>
                <a:lnTo>
                  <a:pt x="1134" y="751"/>
                </a:lnTo>
                <a:lnTo>
                  <a:pt x="1121" y="762"/>
                </a:lnTo>
                <a:lnTo>
                  <a:pt x="1107" y="773"/>
                </a:lnTo>
                <a:lnTo>
                  <a:pt x="1093" y="783"/>
                </a:lnTo>
                <a:lnTo>
                  <a:pt x="1079" y="793"/>
                </a:lnTo>
                <a:lnTo>
                  <a:pt x="1064" y="803"/>
                </a:lnTo>
                <a:lnTo>
                  <a:pt x="1049" y="812"/>
                </a:lnTo>
                <a:lnTo>
                  <a:pt x="1033" y="821"/>
                </a:lnTo>
                <a:lnTo>
                  <a:pt x="1017" y="830"/>
                </a:lnTo>
                <a:lnTo>
                  <a:pt x="1001" y="838"/>
                </a:lnTo>
                <a:lnTo>
                  <a:pt x="984" y="846"/>
                </a:lnTo>
                <a:lnTo>
                  <a:pt x="967" y="854"/>
                </a:lnTo>
                <a:lnTo>
                  <a:pt x="949" y="861"/>
                </a:lnTo>
                <a:lnTo>
                  <a:pt x="931" y="868"/>
                </a:lnTo>
                <a:lnTo>
                  <a:pt x="913" y="874"/>
                </a:lnTo>
                <a:lnTo>
                  <a:pt x="895" y="880"/>
                </a:lnTo>
                <a:lnTo>
                  <a:pt x="876" y="886"/>
                </a:lnTo>
                <a:lnTo>
                  <a:pt x="858" y="891"/>
                </a:lnTo>
                <a:lnTo>
                  <a:pt x="839" y="895"/>
                </a:lnTo>
                <a:lnTo>
                  <a:pt x="819" y="899"/>
                </a:lnTo>
                <a:lnTo>
                  <a:pt x="800" y="903"/>
                </a:lnTo>
                <a:lnTo>
                  <a:pt x="781" y="907"/>
                </a:lnTo>
                <a:lnTo>
                  <a:pt x="761" y="910"/>
                </a:lnTo>
                <a:lnTo>
                  <a:pt x="741" y="912"/>
                </a:lnTo>
                <a:lnTo>
                  <a:pt x="721" y="914"/>
                </a:lnTo>
                <a:lnTo>
                  <a:pt x="701" y="916"/>
                </a:lnTo>
                <a:lnTo>
                  <a:pt x="681" y="917"/>
                </a:lnTo>
                <a:lnTo>
                  <a:pt x="661" y="917"/>
                </a:lnTo>
                <a:lnTo>
                  <a:pt x="641" y="918"/>
                </a:lnTo>
                <a:lnTo>
                  <a:pt x="620" y="917"/>
                </a:lnTo>
                <a:lnTo>
                  <a:pt x="600" y="917"/>
                </a:lnTo>
                <a:lnTo>
                  <a:pt x="580" y="916"/>
                </a:lnTo>
                <a:lnTo>
                  <a:pt x="560" y="914"/>
                </a:lnTo>
                <a:lnTo>
                  <a:pt x="540" y="912"/>
                </a:lnTo>
                <a:lnTo>
                  <a:pt x="520" y="910"/>
                </a:lnTo>
                <a:lnTo>
                  <a:pt x="500" y="907"/>
                </a:lnTo>
                <a:lnTo>
                  <a:pt x="481" y="903"/>
                </a:lnTo>
                <a:lnTo>
                  <a:pt x="461" y="899"/>
                </a:lnTo>
                <a:lnTo>
                  <a:pt x="442" y="895"/>
                </a:lnTo>
                <a:lnTo>
                  <a:pt x="423" y="891"/>
                </a:lnTo>
                <a:lnTo>
                  <a:pt x="404" y="886"/>
                </a:lnTo>
                <a:lnTo>
                  <a:pt x="386" y="880"/>
                </a:lnTo>
                <a:lnTo>
                  <a:pt x="368" y="874"/>
                </a:lnTo>
                <a:lnTo>
                  <a:pt x="349" y="868"/>
                </a:lnTo>
                <a:lnTo>
                  <a:pt x="332" y="861"/>
                </a:lnTo>
                <a:lnTo>
                  <a:pt x="314" y="854"/>
                </a:lnTo>
                <a:lnTo>
                  <a:pt x="297" y="846"/>
                </a:lnTo>
                <a:lnTo>
                  <a:pt x="280" y="838"/>
                </a:lnTo>
                <a:lnTo>
                  <a:pt x="264" y="830"/>
                </a:lnTo>
                <a:lnTo>
                  <a:pt x="248" y="821"/>
                </a:lnTo>
                <a:lnTo>
                  <a:pt x="232" y="812"/>
                </a:lnTo>
                <a:lnTo>
                  <a:pt x="217" y="803"/>
                </a:lnTo>
                <a:lnTo>
                  <a:pt x="202" y="793"/>
                </a:lnTo>
                <a:lnTo>
                  <a:pt x="188" y="783"/>
                </a:lnTo>
                <a:lnTo>
                  <a:pt x="174" y="773"/>
                </a:lnTo>
                <a:lnTo>
                  <a:pt x="160" y="762"/>
                </a:lnTo>
                <a:lnTo>
                  <a:pt x="147" y="751"/>
                </a:lnTo>
                <a:lnTo>
                  <a:pt x="134" y="740"/>
                </a:lnTo>
                <a:lnTo>
                  <a:pt x="122" y="729"/>
                </a:lnTo>
                <a:lnTo>
                  <a:pt x="111" y="717"/>
                </a:lnTo>
                <a:lnTo>
                  <a:pt x="100" y="705"/>
                </a:lnTo>
                <a:lnTo>
                  <a:pt x="89" y="693"/>
                </a:lnTo>
                <a:lnTo>
                  <a:pt x="79" y="680"/>
                </a:lnTo>
                <a:lnTo>
                  <a:pt x="70" y="667"/>
                </a:lnTo>
                <a:lnTo>
                  <a:pt x="61" y="654"/>
                </a:lnTo>
                <a:lnTo>
                  <a:pt x="53" y="641"/>
                </a:lnTo>
                <a:lnTo>
                  <a:pt x="45" y="628"/>
                </a:lnTo>
                <a:lnTo>
                  <a:pt x="38" y="615"/>
                </a:lnTo>
                <a:lnTo>
                  <a:pt x="31" y="601"/>
                </a:lnTo>
                <a:lnTo>
                  <a:pt x="26" y="587"/>
                </a:lnTo>
                <a:lnTo>
                  <a:pt x="20" y="573"/>
                </a:lnTo>
                <a:lnTo>
                  <a:pt x="16" y="559"/>
                </a:lnTo>
                <a:lnTo>
                  <a:pt x="11" y="545"/>
                </a:lnTo>
                <a:lnTo>
                  <a:pt x="8" y="531"/>
                </a:lnTo>
                <a:lnTo>
                  <a:pt x="5" y="517"/>
                </a:lnTo>
                <a:lnTo>
                  <a:pt x="3" y="502"/>
                </a:lnTo>
                <a:lnTo>
                  <a:pt x="1" y="488"/>
                </a:lnTo>
                <a:lnTo>
                  <a:pt x="0" y="474"/>
                </a:lnTo>
                <a:lnTo>
                  <a:pt x="0" y="459"/>
                </a:lnTo>
                <a:lnTo>
                  <a:pt x="0" y="445"/>
                </a:lnTo>
                <a:lnTo>
                  <a:pt x="1" y="431"/>
                </a:lnTo>
                <a:lnTo>
                  <a:pt x="3" y="416"/>
                </a:lnTo>
                <a:lnTo>
                  <a:pt x="5" y="402"/>
                </a:lnTo>
                <a:lnTo>
                  <a:pt x="8" y="388"/>
                </a:lnTo>
                <a:lnTo>
                  <a:pt x="11" y="373"/>
                </a:lnTo>
                <a:lnTo>
                  <a:pt x="16" y="359"/>
                </a:lnTo>
                <a:lnTo>
                  <a:pt x="20" y="345"/>
                </a:lnTo>
                <a:lnTo>
                  <a:pt x="26" y="331"/>
                </a:lnTo>
                <a:lnTo>
                  <a:pt x="31" y="318"/>
                </a:lnTo>
                <a:lnTo>
                  <a:pt x="38" y="304"/>
                </a:lnTo>
                <a:lnTo>
                  <a:pt x="45" y="291"/>
                </a:lnTo>
                <a:lnTo>
                  <a:pt x="53" y="277"/>
                </a:lnTo>
                <a:lnTo>
                  <a:pt x="61" y="264"/>
                </a:lnTo>
                <a:lnTo>
                  <a:pt x="70" y="251"/>
                </a:lnTo>
                <a:lnTo>
                  <a:pt x="79" y="238"/>
                </a:lnTo>
                <a:lnTo>
                  <a:pt x="89" y="226"/>
                </a:lnTo>
                <a:lnTo>
                  <a:pt x="100" y="214"/>
                </a:lnTo>
                <a:lnTo>
                  <a:pt x="111" y="202"/>
                </a:lnTo>
                <a:lnTo>
                  <a:pt x="122" y="190"/>
                </a:lnTo>
                <a:lnTo>
                  <a:pt x="134" y="178"/>
                </a:lnTo>
                <a:lnTo>
                  <a:pt x="147" y="167"/>
                </a:lnTo>
                <a:lnTo>
                  <a:pt x="160" y="156"/>
                </a:lnTo>
                <a:lnTo>
                  <a:pt x="174" y="146"/>
                </a:lnTo>
                <a:lnTo>
                  <a:pt x="188" y="135"/>
                </a:lnTo>
                <a:lnTo>
                  <a:pt x="202" y="125"/>
                </a:lnTo>
                <a:lnTo>
                  <a:pt x="217" y="115"/>
                </a:lnTo>
                <a:lnTo>
                  <a:pt x="232" y="106"/>
                </a:lnTo>
                <a:lnTo>
                  <a:pt x="248" y="97"/>
                </a:lnTo>
                <a:lnTo>
                  <a:pt x="264" y="88"/>
                </a:lnTo>
                <a:lnTo>
                  <a:pt x="280" y="80"/>
                </a:lnTo>
                <a:lnTo>
                  <a:pt x="297" y="72"/>
                </a:lnTo>
                <a:lnTo>
                  <a:pt x="314" y="64"/>
                </a:lnTo>
                <a:lnTo>
                  <a:pt x="332" y="57"/>
                </a:lnTo>
                <a:lnTo>
                  <a:pt x="349" y="50"/>
                </a:lnTo>
                <a:lnTo>
                  <a:pt x="368" y="44"/>
                </a:lnTo>
                <a:lnTo>
                  <a:pt x="386" y="38"/>
                </a:lnTo>
                <a:lnTo>
                  <a:pt x="404" y="32"/>
                </a:lnTo>
                <a:lnTo>
                  <a:pt x="423" y="27"/>
                </a:lnTo>
                <a:lnTo>
                  <a:pt x="442" y="22"/>
                </a:lnTo>
                <a:lnTo>
                  <a:pt x="461" y="18"/>
                </a:lnTo>
                <a:lnTo>
                  <a:pt x="481" y="14"/>
                </a:lnTo>
                <a:lnTo>
                  <a:pt x="500" y="11"/>
                </a:lnTo>
                <a:lnTo>
                  <a:pt x="520" y="8"/>
                </a:lnTo>
                <a:lnTo>
                  <a:pt x="540" y="6"/>
                </a:lnTo>
                <a:lnTo>
                  <a:pt x="560" y="4"/>
                </a:lnTo>
                <a:lnTo>
                  <a:pt x="580" y="2"/>
                </a:lnTo>
                <a:lnTo>
                  <a:pt x="600" y="1"/>
                </a:lnTo>
                <a:lnTo>
                  <a:pt x="620" y="0"/>
                </a:lnTo>
                <a:lnTo>
                  <a:pt x="641" y="0"/>
                </a:lnTo>
                <a:lnTo>
                  <a:pt x="661" y="0"/>
                </a:lnTo>
                <a:lnTo>
                  <a:pt x="681" y="1"/>
                </a:lnTo>
                <a:lnTo>
                  <a:pt x="701" y="2"/>
                </a:lnTo>
                <a:lnTo>
                  <a:pt x="721" y="4"/>
                </a:lnTo>
                <a:lnTo>
                  <a:pt x="741" y="6"/>
                </a:lnTo>
                <a:lnTo>
                  <a:pt x="761" y="8"/>
                </a:lnTo>
                <a:lnTo>
                  <a:pt x="781" y="11"/>
                </a:lnTo>
                <a:lnTo>
                  <a:pt x="800" y="14"/>
                </a:lnTo>
                <a:lnTo>
                  <a:pt x="819" y="18"/>
                </a:lnTo>
                <a:lnTo>
                  <a:pt x="839" y="22"/>
                </a:lnTo>
                <a:lnTo>
                  <a:pt x="858" y="27"/>
                </a:lnTo>
                <a:lnTo>
                  <a:pt x="876" y="32"/>
                </a:lnTo>
                <a:lnTo>
                  <a:pt x="895" y="38"/>
                </a:lnTo>
                <a:lnTo>
                  <a:pt x="913" y="44"/>
                </a:lnTo>
                <a:lnTo>
                  <a:pt x="931" y="50"/>
                </a:lnTo>
                <a:lnTo>
                  <a:pt x="949" y="57"/>
                </a:lnTo>
                <a:lnTo>
                  <a:pt x="967" y="64"/>
                </a:lnTo>
                <a:lnTo>
                  <a:pt x="984" y="72"/>
                </a:lnTo>
                <a:lnTo>
                  <a:pt x="1001" y="80"/>
                </a:lnTo>
                <a:lnTo>
                  <a:pt x="1017" y="88"/>
                </a:lnTo>
                <a:lnTo>
                  <a:pt x="1033" y="97"/>
                </a:lnTo>
                <a:lnTo>
                  <a:pt x="1049" y="106"/>
                </a:lnTo>
                <a:lnTo>
                  <a:pt x="1064" y="115"/>
                </a:lnTo>
                <a:lnTo>
                  <a:pt x="1079" y="125"/>
                </a:lnTo>
                <a:lnTo>
                  <a:pt x="1093" y="135"/>
                </a:lnTo>
                <a:lnTo>
                  <a:pt x="1107" y="146"/>
                </a:lnTo>
                <a:lnTo>
                  <a:pt x="1121" y="156"/>
                </a:lnTo>
                <a:lnTo>
                  <a:pt x="1134" y="167"/>
                </a:lnTo>
                <a:lnTo>
                  <a:pt x="1147" y="178"/>
                </a:lnTo>
                <a:lnTo>
                  <a:pt x="1159" y="190"/>
                </a:lnTo>
                <a:lnTo>
                  <a:pt x="1170" y="202"/>
                </a:lnTo>
                <a:lnTo>
                  <a:pt x="1181" y="214"/>
                </a:lnTo>
                <a:lnTo>
                  <a:pt x="1192" y="226"/>
                </a:lnTo>
                <a:lnTo>
                  <a:pt x="1202" y="238"/>
                </a:lnTo>
                <a:lnTo>
                  <a:pt x="1211" y="251"/>
                </a:lnTo>
                <a:lnTo>
                  <a:pt x="1220" y="264"/>
                </a:lnTo>
                <a:lnTo>
                  <a:pt x="1228" y="277"/>
                </a:lnTo>
                <a:lnTo>
                  <a:pt x="1236" y="291"/>
                </a:lnTo>
                <a:lnTo>
                  <a:pt x="1243" y="304"/>
                </a:lnTo>
                <a:lnTo>
                  <a:pt x="1249" y="318"/>
                </a:lnTo>
                <a:lnTo>
                  <a:pt x="1255" y="331"/>
                </a:lnTo>
                <a:lnTo>
                  <a:pt x="1261" y="345"/>
                </a:lnTo>
                <a:lnTo>
                  <a:pt x="1265" y="359"/>
                </a:lnTo>
                <a:lnTo>
                  <a:pt x="1269" y="373"/>
                </a:lnTo>
                <a:lnTo>
                  <a:pt x="1273" y="388"/>
                </a:lnTo>
                <a:lnTo>
                  <a:pt x="1276" y="402"/>
                </a:lnTo>
                <a:lnTo>
                  <a:pt x="1278" y="416"/>
                </a:lnTo>
                <a:lnTo>
                  <a:pt x="1280" y="431"/>
                </a:lnTo>
                <a:lnTo>
                  <a:pt x="1280" y="445"/>
                </a:lnTo>
                <a:lnTo>
                  <a:pt x="1281" y="459"/>
                </a:lnTo>
                <a:close/>
              </a:path>
            </a:pathLst>
          </a:custGeom>
          <a:solidFill>
            <a:srgbClr val="ffbc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3" name=""/>
          <p:cNvSpPr/>
          <p:nvPr/>
        </p:nvSpPr>
        <p:spPr>
          <a:xfrm>
            <a:off x="7830720" y="2778120"/>
            <a:ext cx="464040" cy="332280"/>
          </a:xfrm>
          <a:custGeom>
            <a:avLst/>
            <a:gdLst/>
            <a:ahLst/>
            <a:rect l="0" t="0" r="r" b="b"/>
            <a:pathLst>
              <a:path w="1289" h="923">
                <a:moveTo>
                  <a:pt x="1285" y="462"/>
                </a:moveTo>
                <a:lnTo>
                  <a:pt x="1284" y="448"/>
                </a:lnTo>
                <a:lnTo>
                  <a:pt x="1284" y="434"/>
                </a:lnTo>
                <a:lnTo>
                  <a:pt x="1282" y="419"/>
                </a:lnTo>
                <a:lnTo>
                  <a:pt x="1280" y="405"/>
                </a:lnTo>
                <a:lnTo>
                  <a:pt x="1277" y="391"/>
                </a:lnTo>
                <a:lnTo>
                  <a:pt x="1273" y="376"/>
                </a:lnTo>
                <a:lnTo>
                  <a:pt x="1269" y="362"/>
                </a:lnTo>
                <a:lnTo>
                  <a:pt x="1265" y="348"/>
                </a:lnTo>
                <a:lnTo>
                  <a:pt x="1259" y="334"/>
                </a:lnTo>
                <a:lnTo>
                  <a:pt x="1253" y="321"/>
                </a:lnTo>
                <a:lnTo>
                  <a:pt x="1247" y="307"/>
                </a:lnTo>
                <a:lnTo>
                  <a:pt x="1240" y="294"/>
                </a:lnTo>
                <a:lnTo>
                  <a:pt x="1232" y="280"/>
                </a:lnTo>
                <a:lnTo>
                  <a:pt x="1224" y="267"/>
                </a:lnTo>
                <a:lnTo>
                  <a:pt x="1215" y="254"/>
                </a:lnTo>
                <a:lnTo>
                  <a:pt x="1206" y="241"/>
                </a:lnTo>
                <a:lnTo>
                  <a:pt x="1196" y="229"/>
                </a:lnTo>
                <a:lnTo>
                  <a:pt x="1185" y="217"/>
                </a:lnTo>
                <a:lnTo>
                  <a:pt x="1174" y="205"/>
                </a:lnTo>
                <a:lnTo>
                  <a:pt x="1163" y="193"/>
                </a:lnTo>
                <a:lnTo>
                  <a:pt x="1151" y="181"/>
                </a:lnTo>
                <a:lnTo>
                  <a:pt x="1138" y="170"/>
                </a:lnTo>
                <a:lnTo>
                  <a:pt x="1125" y="159"/>
                </a:lnTo>
                <a:lnTo>
                  <a:pt x="1111" y="149"/>
                </a:lnTo>
                <a:lnTo>
                  <a:pt x="1097" y="138"/>
                </a:lnTo>
                <a:lnTo>
                  <a:pt x="1083" y="128"/>
                </a:lnTo>
                <a:lnTo>
                  <a:pt x="1068" y="117"/>
                </a:lnTo>
                <a:lnTo>
                  <a:pt x="1053" y="108"/>
                </a:lnTo>
                <a:lnTo>
                  <a:pt x="1037" y="99"/>
                </a:lnTo>
                <a:lnTo>
                  <a:pt x="1021" y="90"/>
                </a:lnTo>
                <a:lnTo>
                  <a:pt x="1005" y="82"/>
                </a:lnTo>
                <a:lnTo>
                  <a:pt x="988" y="74"/>
                </a:lnTo>
                <a:lnTo>
                  <a:pt x="971" y="67"/>
                </a:lnTo>
                <a:lnTo>
                  <a:pt x="953" y="60"/>
                </a:lnTo>
                <a:lnTo>
                  <a:pt x="935" y="53"/>
                </a:lnTo>
                <a:lnTo>
                  <a:pt x="917" y="47"/>
                </a:lnTo>
                <a:lnTo>
                  <a:pt x="899" y="41"/>
                </a:lnTo>
                <a:lnTo>
                  <a:pt x="880" y="35"/>
                </a:lnTo>
                <a:lnTo>
                  <a:pt x="862" y="30"/>
                </a:lnTo>
                <a:lnTo>
                  <a:pt x="843" y="25"/>
                </a:lnTo>
                <a:lnTo>
                  <a:pt x="823" y="21"/>
                </a:lnTo>
                <a:lnTo>
                  <a:pt x="804" y="17"/>
                </a:lnTo>
                <a:lnTo>
                  <a:pt x="785" y="14"/>
                </a:lnTo>
                <a:lnTo>
                  <a:pt x="764" y="11"/>
                </a:lnTo>
                <a:lnTo>
                  <a:pt x="744" y="9"/>
                </a:lnTo>
                <a:lnTo>
                  <a:pt x="724" y="7"/>
                </a:lnTo>
                <a:lnTo>
                  <a:pt x="704" y="5"/>
                </a:lnTo>
                <a:lnTo>
                  <a:pt x="684" y="4"/>
                </a:lnTo>
                <a:lnTo>
                  <a:pt x="664" y="3"/>
                </a:lnTo>
                <a:lnTo>
                  <a:pt x="644" y="3"/>
                </a:lnTo>
                <a:lnTo>
                  <a:pt x="624" y="3"/>
                </a:lnTo>
                <a:lnTo>
                  <a:pt x="604" y="4"/>
                </a:lnTo>
                <a:lnTo>
                  <a:pt x="584" y="5"/>
                </a:lnTo>
                <a:lnTo>
                  <a:pt x="564" y="7"/>
                </a:lnTo>
                <a:lnTo>
                  <a:pt x="544" y="9"/>
                </a:lnTo>
                <a:lnTo>
                  <a:pt x="524" y="11"/>
                </a:lnTo>
                <a:lnTo>
                  <a:pt x="504" y="14"/>
                </a:lnTo>
                <a:lnTo>
                  <a:pt x="485" y="17"/>
                </a:lnTo>
                <a:lnTo>
                  <a:pt x="465" y="21"/>
                </a:lnTo>
                <a:lnTo>
                  <a:pt x="446" y="25"/>
                </a:lnTo>
                <a:lnTo>
                  <a:pt x="427" y="30"/>
                </a:lnTo>
                <a:lnTo>
                  <a:pt x="408" y="35"/>
                </a:lnTo>
                <a:lnTo>
                  <a:pt x="390" y="41"/>
                </a:lnTo>
                <a:lnTo>
                  <a:pt x="372" y="47"/>
                </a:lnTo>
                <a:lnTo>
                  <a:pt x="353" y="53"/>
                </a:lnTo>
                <a:lnTo>
                  <a:pt x="336" y="60"/>
                </a:lnTo>
                <a:lnTo>
                  <a:pt x="318" y="67"/>
                </a:lnTo>
                <a:lnTo>
                  <a:pt x="301" y="74"/>
                </a:lnTo>
                <a:lnTo>
                  <a:pt x="284" y="82"/>
                </a:lnTo>
                <a:lnTo>
                  <a:pt x="268" y="90"/>
                </a:lnTo>
                <a:lnTo>
                  <a:pt x="252" y="99"/>
                </a:lnTo>
                <a:lnTo>
                  <a:pt x="236" y="108"/>
                </a:lnTo>
                <a:lnTo>
                  <a:pt x="221" y="117"/>
                </a:lnTo>
                <a:lnTo>
                  <a:pt x="206" y="128"/>
                </a:lnTo>
                <a:lnTo>
                  <a:pt x="192" y="138"/>
                </a:lnTo>
                <a:lnTo>
                  <a:pt x="178" y="149"/>
                </a:lnTo>
                <a:lnTo>
                  <a:pt x="164" y="159"/>
                </a:lnTo>
                <a:lnTo>
                  <a:pt x="151" y="170"/>
                </a:lnTo>
                <a:lnTo>
                  <a:pt x="138" y="181"/>
                </a:lnTo>
                <a:lnTo>
                  <a:pt x="126" y="193"/>
                </a:lnTo>
                <a:lnTo>
                  <a:pt x="115" y="205"/>
                </a:lnTo>
                <a:lnTo>
                  <a:pt x="104" y="217"/>
                </a:lnTo>
                <a:lnTo>
                  <a:pt x="93" y="229"/>
                </a:lnTo>
                <a:lnTo>
                  <a:pt x="83" y="241"/>
                </a:lnTo>
                <a:lnTo>
                  <a:pt x="74" y="254"/>
                </a:lnTo>
                <a:lnTo>
                  <a:pt x="65" y="267"/>
                </a:lnTo>
                <a:lnTo>
                  <a:pt x="57" y="280"/>
                </a:lnTo>
                <a:lnTo>
                  <a:pt x="49" y="294"/>
                </a:lnTo>
                <a:lnTo>
                  <a:pt x="42" y="307"/>
                </a:lnTo>
                <a:lnTo>
                  <a:pt x="35" y="321"/>
                </a:lnTo>
                <a:lnTo>
                  <a:pt x="30" y="334"/>
                </a:lnTo>
                <a:lnTo>
                  <a:pt x="24" y="348"/>
                </a:lnTo>
                <a:lnTo>
                  <a:pt x="20" y="362"/>
                </a:lnTo>
                <a:lnTo>
                  <a:pt x="15" y="376"/>
                </a:lnTo>
                <a:lnTo>
                  <a:pt x="12" y="391"/>
                </a:lnTo>
                <a:lnTo>
                  <a:pt x="9" y="405"/>
                </a:lnTo>
                <a:lnTo>
                  <a:pt x="7" y="419"/>
                </a:lnTo>
                <a:lnTo>
                  <a:pt x="5" y="434"/>
                </a:lnTo>
                <a:lnTo>
                  <a:pt x="4" y="448"/>
                </a:lnTo>
                <a:lnTo>
                  <a:pt x="4" y="462"/>
                </a:lnTo>
                <a:lnTo>
                  <a:pt x="4" y="477"/>
                </a:lnTo>
                <a:lnTo>
                  <a:pt x="5" y="491"/>
                </a:lnTo>
                <a:lnTo>
                  <a:pt x="7" y="505"/>
                </a:lnTo>
                <a:lnTo>
                  <a:pt x="9" y="520"/>
                </a:lnTo>
                <a:lnTo>
                  <a:pt x="12" y="534"/>
                </a:lnTo>
                <a:lnTo>
                  <a:pt x="15" y="548"/>
                </a:lnTo>
                <a:lnTo>
                  <a:pt x="20" y="562"/>
                </a:lnTo>
                <a:lnTo>
                  <a:pt x="24" y="576"/>
                </a:lnTo>
                <a:lnTo>
                  <a:pt x="30" y="590"/>
                </a:lnTo>
                <a:lnTo>
                  <a:pt x="35" y="604"/>
                </a:lnTo>
                <a:lnTo>
                  <a:pt x="42" y="618"/>
                </a:lnTo>
                <a:lnTo>
                  <a:pt x="49" y="631"/>
                </a:lnTo>
                <a:lnTo>
                  <a:pt x="57" y="644"/>
                </a:lnTo>
                <a:lnTo>
                  <a:pt x="65" y="657"/>
                </a:lnTo>
                <a:lnTo>
                  <a:pt x="74" y="670"/>
                </a:lnTo>
                <a:lnTo>
                  <a:pt x="83" y="683"/>
                </a:lnTo>
                <a:lnTo>
                  <a:pt x="93" y="696"/>
                </a:lnTo>
                <a:lnTo>
                  <a:pt x="104" y="708"/>
                </a:lnTo>
                <a:lnTo>
                  <a:pt x="115" y="720"/>
                </a:lnTo>
                <a:lnTo>
                  <a:pt x="126" y="732"/>
                </a:lnTo>
                <a:lnTo>
                  <a:pt x="138" y="743"/>
                </a:lnTo>
                <a:lnTo>
                  <a:pt x="151" y="754"/>
                </a:lnTo>
                <a:lnTo>
                  <a:pt x="164" y="765"/>
                </a:lnTo>
                <a:lnTo>
                  <a:pt x="178" y="776"/>
                </a:lnTo>
                <a:lnTo>
                  <a:pt x="192" y="786"/>
                </a:lnTo>
                <a:lnTo>
                  <a:pt x="206" y="796"/>
                </a:lnTo>
                <a:lnTo>
                  <a:pt x="221" y="806"/>
                </a:lnTo>
                <a:lnTo>
                  <a:pt x="236" y="815"/>
                </a:lnTo>
                <a:lnTo>
                  <a:pt x="252" y="824"/>
                </a:lnTo>
                <a:lnTo>
                  <a:pt x="268" y="833"/>
                </a:lnTo>
                <a:lnTo>
                  <a:pt x="284" y="841"/>
                </a:lnTo>
                <a:lnTo>
                  <a:pt x="301" y="849"/>
                </a:lnTo>
                <a:lnTo>
                  <a:pt x="318" y="857"/>
                </a:lnTo>
                <a:lnTo>
                  <a:pt x="336" y="864"/>
                </a:lnTo>
                <a:lnTo>
                  <a:pt x="353" y="871"/>
                </a:lnTo>
                <a:lnTo>
                  <a:pt x="372" y="877"/>
                </a:lnTo>
                <a:lnTo>
                  <a:pt x="390" y="883"/>
                </a:lnTo>
                <a:lnTo>
                  <a:pt x="408" y="889"/>
                </a:lnTo>
                <a:lnTo>
                  <a:pt x="427" y="894"/>
                </a:lnTo>
                <a:lnTo>
                  <a:pt x="446" y="898"/>
                </a:lnTo>
                <a:lnTo>
                  <a:pt x="465" y="902"/>
                </a:lnTo>
                <a:lnTo>
                  <a:pt x="485" y="906"/>
                </a:lnTo>
                <a:lnTo>
                  <a:pt x="504" y="910"/>
                </a:lnTo>
                <a:lnTo>
                  <a:pt x="524" y="913"/>
                </a:lnTo>
                <a:lnTo>
                  <a:pt x="544" y="915"/>
                </a:lnTo>
                <a:lnTo>
                  <a:pt x="564" y="917"/>
                </a:lnTo>
                <a:lnTo>
                  <a:pt x="584" y="919"/>
                </a:lnTo>
                <a:lnTo>
                  <a:pt x="604" y="920"/>
                </a:lnTo>
                <a:lnTo>
                  <a:pt x="624" y="920"/>
                </a:lnTo>
                <a:lnTo>
                  <a:pt x="644" y="921"/>
                </a:lnTo>
                <a:lnTo>
                  <a:pt x="664" y="920"/>
                </a:lnTo>
                <a:lnTo>
                  <a:pt x="684" y="920"/>
                </a:lnTo>
                <a:lnTo>
                  <a:pt x="704" y="919"/>
                </a:lnTo>
                <a:lnTo>
                  <a:pt x="724" y="917"/>
                </a:lnTo>
                <a:lnTo>
                  <a:pt x="744" y="915"/>
                </a:lnTo>
                <a:lnTo>
                  <a:pt x="764" y="913"/>
                </a:lnTo>
                <a:lnTo>
                  <a:pt x="785" y="910"/>
                </a:lnTo>
                <a:lnTo>
                  <a:pt x="804" y="906"/>
                </a:lnTo>
                <a:lnTo>
                  <a:pt x="823" y="902"/>
                </a:lnTo>
                <a:lnTo>
                  <a:pt x="843" y="898"/>
                </a:lnTo>
                <a:lnTo>
                  <a:pt x="862" y="894"/>
                </a:lnTo>
                <a:lnTo>
                  <a:pt x="880" y="889"/>
                </a:lnTo>
                <a:lnTo>
                  <a:pt x="899" y="883"/>
                </a:lnTo>
                <a:lnTo>
                  <a:pt x="917" y="877"/>
                </a:lnTo>
                <a:lnTo>
                  <a:pt x="935" y="871"/>
                </a:lnTo>
                <a:lnTo>
                  <a:pt x="953" y="864"/>
                </a:lnTo>
                <a:lnTo>
                  <a:pt x="971" y="857"/>
                </a:lnTo>
                <a:lnTo>
                  <a:pt x="988" y="849"/>
                </a:lnTo>
                <a:lnTo>
                  <a:pt x="1005" y="841"/>
                </a:lnTo>
                <a:lnTo>
                  <a:pt x="1021" y="833"/>
                </a:lnTo>
                <a:lnTo>
                  <a:pt x="1037" y="824"/>
                </a:lnTo>
                <a:lnTo>
                  <a:pt x="1053" y="815"/>
                </a:lnTo>
                <a:lnTo>
                  <a:pt x="1068" y="806"/>
                </a:lnTo>
                <a:lnTo>
                  <a:pt x="1083" y="796"/>
                </a:lnTo>
                <a:lnTo>
                  <a:pt x="1097" y="786"/>
                </a:lnTo>
                <a:lnTo>
                  <a:pt x="1111" y="776"/>
                </a:lnTo>
                <a:lnTo>
                  <a:pt x="1125" y="765"/>
                </a:lnTo>
                <a:lnTo>
                  <a:pt x="1138" y="754"/>
                </a:lnTo>
                <a:lnTo>
                  <a:pt x="1151" y="743"/>
                </a:lnTo>
                <a:lnTo>
                  <a:pt x="1163" y="732"/>
                </a:lnTo>
                <a:lnTo>
                  <a:pt x="1174" y="720"/>
                </a:lnTo>
                <a:lnTo>
                  <a:pt x="1185" y="708"/>
                </a:lnTo>
                <a:lnTo>
                  <a:pt x="1196" y="696"/>
                </a:lnTo>
                <a:lnTo>
                  <a:pt x="1206" y="683"/>
                </a:lnTo>
                <a:lnTo>
                  <a:pt x="1215" y="670"/>
                </a:lnTo>
                <a:lnTo>
                  <a:pt x="1224" y="657"/>
                </a:lnTo>
                <a:lnTo>
                  <a:pt x="1232" y="644"/>
                </a:lnTo>
                <a:lnTo>
                  <a:pt x="1240" y="631"/>
                </a:lnTo>
                <a:lnTo>
                  <a:pt x="1247" y="618"/>
                </a:lnTo>
                <a:lnTo>
                  <a:pt x="1253" y="604"/>
                </a:lnTo>
                <a:lnTo>
                  <a:pt x="1259" y="590"/>
                </a:lnTo>
                <a:lnTo>
                  <a:pt x="1265" y="576"/>
                </a:lnTo>
                <a:lnTo>
                  <a:pt x="1269" y="562"/>
                </a:lnTo>
                <a:lnTo>
                  <a:pt x="1273" y="548"/>
                </a:lnTo>
                <a:lnTo>
                  <a:pt x="1277" y="534"/>
                </a:lnTo>
                <a:lnTo>
                  <a:pt x="1280" y="520"/>
                </a:lnTo>
                <a:lnTo>
                  <a:pt x="1282" y="505"/>
                </a:lnTo>
                <a:lnTo>
                  <a:pt x="1284" y="491"/>
                </a:lnTo>
                <a:lnTo>
                  <a:pt x="1284" y="477"/>
                </a:lnTo>
                <a:lnTo>
                  <a:pt x="1285" y="462"/>
                </a:lnTo>
                <a:moveTo>
                  <a:pt x="1289" y="462"/>
                </a:moveTo>
                <a:lnTo>
                  <a:pt x="1288" y="477"/>
                </a:lnTo>
                <a:lnTo>
                  <a:pt x="1287" y="491"/>
                </a:lnTo>
                <a:lnTo>
                  <a:pt x="1286" y="506"/>
                </a:lnTo>
                <a:lnTo>
                  <a:pt x="1284" y="520"/>
                </a:lnTo>
                <a:lnTo>
                  <a:pt x="1281" y="534"/>
                </a:lnTo>
                <a:lnTo>
                  <a:pt x="1277" y="549"/>
                </a:lnTo>
                <a:lnTo>
                  <a:pt x="1273" y="563"/>
                </a:lnTo>
                <a:lnTo>
                  <a:pt x="1268" y="577"/>
                </a:lnTo>
                <a:lnTo>
                  <a:pt x="1263" y="591"/>
                </a:lnTo>
                <a:lnTo>
                  <a:pt x="1257" y="605"/>
                </a:lnTo>
                <a:lnTo>
                  <a:pt x="1251" y="619"/>
                </a:lnTo>
                <a:lnTo>
                  <a:pt x="1243" y="632"/>
                </a:lnTo>
                <a:lnTo>
                  <a:pt x="1236" y="645"/>
                </a:lnTo>
                <a:lnTo>
                  <a:pt x="1227" y="659"/>
                </a:lnTo>
                <a:lnTo>
                  <a:pt x="1219" y="672"/>
                </a:lnTo>
                <a:lnTo>
                  <a:pt x="1209" y="684"/>
                </a:lnTo>
                <a:lnTo>
                  <a:pt x="1199" y="697"/>
                </a:lnTo>
                <a:lnTo>
                  <a:pt x="1188" y="709"/>
                </a:lnTo>
                <a:lnTo>
                  <a:pt x="1177" y="722"/>
                </a:lnTo>
                <a:lnTo>
                  <a:pt x="1166" y="733"/>
                </a:lnTo>
                <a:lnTo>
                  <a:pt x="1154" y="745"/>
                </a:lnTo>
                <a:lnTo>
                  <a:pt x="1141" y="756"/>
                </a:lnTo>
                <a:lnTo>
                  <a:pt x="1128" y="767"/>
                </a:lnTo>
                <a:lnTo>
                  <a:pt x="1114" y="778"/>
                </a:lnTo>
                <a:lnTo>
                  <a:pt x="1100" y="788"/>
                </a:lnTo>
                <a:lnTo>
                  <a:pt x="1086" y="798"/>
                </a:lnTo>
                <a:lnTo>
                  <a:pt x="1071" y="808"/>
                </a:lnTo>
                <a:lnTo>
                  <a:pt x="1055" y="818"/>
                </a:lnTo>
                <a:lnTo>
                  <a:pt x="1039" y="827"/>
                </a:lnTo>
                <a:lnTo>
                  <a:pt x="1023" y="835"/>
                </a:lnTo>
                <a:lnTo>
                  <a:pt x="1007" y="844"/>
                </a:lnTo>
                <a:lnTo>
                  <a:pt x="990" y="852"/>
                </a:lnTo>
                <a:lnTo>
                  <a:pt x="973" y="859"/>
                </a:lnTo>
                <a:lnTo>
                  <a:pt x="955" y="866"/>
                </a:lnTo>
                <a:lnTo>
                  <a:pt x="937" y="873"/>
                </a:lnTo>
                <a:lnTo>
                  <a:pt x="919" y="880"/>
                </a:lnTo>
                <a:lnTo>
                  <a:pt x="901" y="886"/>
                </a:lnTo>
                <a:lnTo>
                  <a:pt x="882" y="891"/>
                </a:lnTo>
                <a:lnTo>
                  <a:pt x="863" y="896"/>
                </a:lnTo>
                <a:lnTo>
                  <a:pt x="844" y="901"/>
                </a:lnTo>
                <a:lnTo>
                  <a:pt x="825" y="905"/>
                </a:lnTo>
                <a:lnTo>
                  <a:pt x="805" y="909"/>
                </a:lnTo>
                <a:lnTo>
                  <a:pt x="785" y="912"/>
                </a:lnTo>
                <a:lnTo>
                  <a:pt x="765" y="915"/>
                </a:lnTo>
                <a:lnTo>
                  <a:pt x="745" y="918"/>
                </a:lnTo>
                <a:lnTo>
                  <a:pt x="725" y="920"/>
                </a:lnTo>
                <a:lnTo>
                  <a:pt x="705" y="921"/>
                </a:lnTo>
                <a:lnTo>
                  <a:pt x="684" y="923"/>
                </a:lnTo>
                <a:lnTo>
                  <a:pt x="664" y="923"/>
                </a:lnTo>
                <a:lnTo>
                  <a:pt x="644" y="923"/>
                </a:lnTo>
                <a:lnTo>
                  <a:pt x="624" y="923"/>
                </a:lnTo>
                <a:lnTo>
                  <a:pt x="604" y="923"/>
                </a:lnTo>
                <a:lnTo>
                  <a:pt x="583" y="921"/>
                </a:lnTo>
                <a:lnTo>
                  <a:pt x="563" y="920"/>
                </a:lnTo>
                <a:lnTo>
                  <a:pt x="543" y="918"/>
                </a:lnTo>
                <a:lnTo>
                  <a:pt x="523" y="915"/>
                </a:lnTo>
                <a:lnTo>
                  <a:pt x="504" y="912"/>
                </a:lnTo>
                <a:lnTo>
                  <a:pt x="484" y="909"/>
                </a:lnTo>
                <a:lnTo>
                  <a:pt x="464" y="905"/>
                </a:lnTo>
                <a:lnTo>
                  <a:pt x="445" y="901"/>
                </a:lnTo>
                <a:lnTo>
                  <a:pt x="426" y="896"/>
                </a:lnTo>
                <a:lnTo>
                  <a:pt x="407" y="891"/>
                </a:lnTo>
                <a:lnTo>
                  <a:pt x="388" y="886"/>
                </a:lnTo>
                <a:lnTo>
                  <a:pt x="370" y="880"/>
                </a:lnTo>
                <a:lnTo>
                  <a:pt x="352" y="873"/>
                </a:lnTo>
                <a:lnTo>
                  <a:pt x="334" y="866"/>
                </a:lnTo>
                <a:lnTo>
                  <a:pt x="316" y="859"/>
                </a:lnTo>
                <a:lnTo>
                  <a:pt x="299" y="852"/>
                </a:lnTo>
                <a:lnTo>
                  <a:pt x="282" y="844"/>
                </a:lnTo>
                <a:lnTo>
                  <a:pt x="266" y="835"/>
                </a:lnTo>
                <a:lnTo>
                  <a:pt x="249" y="827"/>
                </a:lnTo>
                <a:lnTo>
                  <a:pt x="234" y="818"/>
                </a:lnTo>
                <a:lnTo>
                  <a:pt x="218" y="808"/>
                </a:lnTo>
                <a:lnTo>
                  <a:pt x="203" y="798"/>
                </a:lnTo>
                <a:lnTo>
                  <a:pt x="189" y="788"/>
                </a:lnTo>
                <a:lnTo>
                  <a:pt x="175" y="778"/>
                </a:lnTo>
                <a:lnTo>
                  <a:pt x="161" y="767"/>
                </a:lnTo>
                <a:lnTo>
                  <a:pt x="148" y="756"/>
                </a:lnTo>
                <a:lnTo>
                  <a:pt x="135" y="745"/>
                </a:lnTo>
                <a:lnTo>
                  <a:pt x="123" y="733"/>
                </a:lnTo>
                <a:lnTo>
                  <a:pt x="112" y="722"/>
                </a:lnTo>
                <a:lnTo>
                  <a:pt x="100" y="709"/>
                </a:lnTo>
                <a:lnTo>
                  <a:pt x="90" y="697"/>
                </a:lnTo>
                <a:lnTo>
                  <a:pt x="80" y="684"/>
                </a:lnTo>
                <a:lnTo>
                  <a:pt x="70" y="672"/>
                </a:lnTo>
                <a:lnTo>
                  <a:pt x="61" y="659"/>
                </a:lnTo>
                <a:lnTo>
                  <a:pt x="53" y="645"/>
                </a:lnTo>
                <a:lnTo>
                  <a:pt x="45" y="632"/>
                </a:lnTo>
                <a:lnTo>
                  <a:pt x="38" y="619"/>
                </a:lnTo>
                <a:lnTo>
                  <a:pt x="32" y="605"/>
                </a:lnTo>
                <a:lnTo>
                  <a:pt x="26" y="591"/>
                </a:lnTo>
                <a:lnTo>
                  <a:pt x="20" y="577"/>
                </a:lnTo>
                <a:lnTo>
                  <a:pt x="16" y="563"/>
                </a:lnTo>
                <a:lnTo>
                  <a:pt x="12" y="549"/>
                </a:lnTo>
                <a:lnTo>
                  <a:pt x="8" y="534"/>
                </a:lnTo>
                <a:lnTo>
                  <a:pt x="5" y="520"/>
                </a:lnTo>
                <a:lnTo>
                  <a:pt x="3" y="506"/>
                </a:lnTo>
                <a:lnTo>
                  <a:pt x="2" y="491"/>
                </a:lnTo>
                <a:lnTo>
                  <a:pt x="1" y="477"/>
                </a:lnTo>
                <a:lnTo>
                  <a:pt x="0" y="462"/>
                </a:lnTo>
                <a:lnTo>
                  <a:pt x="1" y="448"/>
                </a:lnTo>
                <a:lnTo>
                  <a:pt x="2" y="433"/>
                </a:lnTo>
                <a:lnTo>
                  <a:pt x="3" y="419"/>
                </a:lnTo>
                <a:lnTo>
                  <a:pt x="5" y="405"/>
                </a:lnTo>
                <a:lnTo>
                  <a:pt x="8" y="390"/>
                </a:lnTo>
                <a:lnTo>
                  <a:pt x="12" y="376"/>
                </a:lnTo>
                <a:lnTo>
                  <a:pt x="16" y="362"/>
                </a:lnTo>
                <a:lnTo>
                  <a:pt x="20" y="348"/>
                </a:lnTo>
                <a:lnTo>
                  <a:pt x="26" y="334"/>
                </a:lnTo>
                <a:lnTo>
                  <a:pt x="32" y="320"/>
                </a:lnTo>
                <a:lnTo>
                  <a:pt x="38" y="306"/>
                </a:lnTo>
                <a:lnTo>
                  <a:pt x="45" y="293"/>
                </a:lnTo>
                <a:lnTo>
                  <a:pt x="53" y="279"/>
                </a:lnTo>
                <a:lnTo>
                  <a:pt x="61" y="266"/>
                </a:lnTo>
                <a:lnTo>
                  <a:pt x="70" y="253"/>
                </a:lnTo>
                <a:lnTo>
                  <a:pt x="80" y="240"/>
                </a:lnTo>
                <a:lnTo>
                  <a:pt x="90" y="228"/>
                </a:lnTo>
                <a:lnTo>
                  <a:pt x="100" y="215"/>
                </a:lnTo>
                <a:lnTo>
                  <a:pt x="112" y="203"/>
                </a:lnTo>
                <a:lnTo>
                  <a:pt x="123" y="191"/>
                </a:lnTo>
                <a:lnTo>
                  <a:pt x="135" y="180"/>
                </a:lnTo>
                <a:lnTo>
                  <a:pt x="148" y="168"/>
                </a:lnTo>
                <a:lnTo>
                  <a:pt x="161" y="157"/>
                </a:lnTo>
                <a:lnTo>
                  <a:pt x="175" y="147"/>
                </a:lnTo>
                <a:lnTo>
                  <a:pt x="189" y="136"/>
                </a:lnTo>
                <a:lnTo>
                  <a:pt x="203" y="126"/>
                </a:lnTo>
                <a:lnTo>
                  <a:pt x="218" y="115"/>
                </a:lnTo>
                <a:lnTo>
                  <a:pt x="234" y="106"/>
                </a:lnTo>
                <a:lnTo>
                  <a:pt x="249" y="97"/>
                </a:lnTo>
                <a:lnTo>
                  <a:pt x="266" y="88"/>
                </a:lnTo>
                <a:lnTo>
                  <a:pt x="282" y="80"/>
                </a:lnTo>
                <a:lnTo>
                  <a:pt x="299" y="72"/>
                </a:lnTo>
                <a:lnTo>
                  <a:pt x="316" y="64"/>
                </a:lnTo>
                <a:lnTo>
                  <a:pt x="334" y="57"/>
                </a:lnTo>
                <a:lnTo>
                  <a:pt x="352" y="50"/>
                </a:lnTo>
                <a:lnTo>
                  <a:pt x="370" y="44"/>
                </a:lnTo>
                <a:lnTo>
                  <a:pt x="388" y="38"/>
                </a:lnTo>
                <a:lnTo>
                  <a:pt x="407" y="33"/>
                </a:lnTo>
                <a:lnTo>
                  <a:pt x="426" y="27"/>
                </a:lnTo>
                <a:lnTo>
                  <a:pt x="445" y="23"/>
                </a:lnTo>
                <a:lnTo>
                  <a:pt x="464" y="18"/>
                </a:lnTo>
                <a:lnTo>
                  <a:pt x="484" y="15"/>
                </a:lnTo>
                <a:lnTo>
                  <a:pt x="504" y="11"/>
                </a:lnTo>
                <a:lnTo>
                  <a:pt x="523" y="8"/>
                </a:lnTo>
                <a:lnTo>
                  <a:pt x="543" y="6"/>
                </a:lnTo>
                <a:lnTo>
                  <a:pt x="563" y="4"/>
                </a:lnTo>
                <a:lnTo>
                  <a:pt x="583" y="2"/>
                </a:lnTo>
                <a:lnTo>
                  <a:pt x="604" y="1"/>
                </a:lnTo>
                <a:lnTo>
                  <a:pt x="624" y="0"/>
                </a:lnTo>
                <a:lnTo>
                  <a:pt x="644" y="0"/>
                </a:lnTo>
                <a:lnTo>
                  <a:pt x="664" y="0"/>
                </a:lnTo>
                <a:lnTo>
                  <a:pt x="684" y="1"/>
                </a:lnTo>
                <a:lnTo>
                  <a:pt x="705" y="2"/>
                </a:lnTo>
                <a:lnTo>
                  <a:pt x="725" y="4"/>
                </a:lnTo>
                <a:lnTo>
                  <a:pt x="745" y="6"/>
                </a:lnTo>
                <a:lnTo>
                  <a:pt x="765" y="8"/>
                </a:lnTo>
                <a:lnTo>
                  <a:pt x="785" y="11"/>
                </a:lnTo>
                <a:lnTo>
                  <a:pt x="805" y="15"/>
                </a:lnTo>
                <a:lnTo>
                  <a:pt x="825" y="18"/>
                </a:lnTo>
                <a:lnTo>
                  <a:pt x="844" y="23"/>
                </a:lnTo>
                <a:lnTo>
                  <a:pt x="863" y="27"/>
                </a:lnTo>
                <a:lnTo>
                  <a:pt x="882" y="33"/>
                </a:lnTo>
                <a:lnTo>
                  <a:pt x="901" y="38"/>
                </a:lnTo>
                <a:lnTo>
                  <a:pt x="919" y="44"/>
                </a:lnTo>
                <a:lnTo>
                  <a:pt x="937" y="50"/>
                </a:lnTo>
                <a:lnTo>
                  <a:pt x="955" y="57"/>
                </a:lnTo>
                <a:lnTo>
                  <a:pt x="973" y="64"/>
                </a:lnTo>
                <a:lnTo>
                  <a:pt x="990" y="72"/>
                </a:lnTo>
                <a:lnTo>
                  <a:pt x="1007" y="80"/>
                </a:lnTo>
                <a:lnTo>
                  <a:pt x="1023" y="88"/>
                </a:lnTo>
                <a:lnTo>
                  <a:pt x="1039" y="97"/>
                </a:lnTo>
                <a:lnTo>
                  <a:pt x="1055" y="106"/>
                </a:lnTo>
                <a:lnTo>
                  <a:pt x="1071" y="115"/>
                </a:lnTo>
                <a:lnTo>
                  <a:pt x="1086" y="126"/>
                </a:lnTo>
                <a:lnTo>
                  <a:pt x="1100" y="136"/>
                </a:lnTo>
                <a:lnTo>
                  <a:pt x="1114" y="147"/>
                </a:lnTo>
                <a:lnTo>
                  <a:pt x="1128" y="157"/>
                </a:lnTo>
                <a:lnTo>
                  <a:pt x="1141" y="168"/>
                </a:lnTo>
                <a:lnTo>
                  <a:pt x="1154" y="180"/>
                </a:lnTo>
                <a:lnTo>
                  <a:pt x="1166" y="191"/>
                </a:lnTo>
                <a:lnTo>
                  <a:pt x="1177" y="203"/>
                </a:lnTo>
                <a:lnTo>
                  <a:pt x="1188" y="215"/>
                </a:lnTo>
                <a:lnTo>
                  <a:pt x="1199" y="228"/>
                </a:lnTo>
                <a:lnTo>
                  <a:pt x="1209" y="240"/>
                </a:lnTo>
                <a:lnTo>
                  <a:pt x="1219" y="253"/>
                </a:lnTo>
                <a:lnTo>
                  <a:pt x="1227" y="266"/>
                </a:lnTo>
                <a:lnTo>
                  <a:pt x="1236" y="279"/>
                </a:lnTo>
                <a:lnTo>
                  <a:pt x="1243" y="293"/>
                </a:lnTo>
                <a:lnTo>
                  <a:pt x="1251" y="306"/>
                </a:lnTo>
                <a:lnTo>
                  <a:pt x="1257" y="320"/>
                </a:lnTo>
                <a:lnTo>
                  <a:pt x="1263" y="334"/>
                </a:lnTo>
                <a:lnTo>
                  <a:pt x="1268" y="348"/>
                </a:lnTo>
                <a:lnTo>
                  <a:pt x="1273" y="362"/>
                </a:lnTo>
                <a:lnTo>
                  <a:pt x="1277" y="376"/>
                </a:lnTo>
                <a:lnTo>
                  <a:pt x="1281" y="390"/>
                </a:lnTo>
                <a:lnTo>
                  <a:pt x="1284" y="405"/>
                </a:lnTo>
                <a:lnTo>
                  <a:pt x="1286" y="419"/>
                </a:lnTo>
                <a:lnTo>
                  <a:pt x="1287" y="433"/>
                </a:lnTo>
                <a:lnTo>
                  <a:pt x="1288" y="448"/>
                </a:lnTo>
                <a:lnTo>
                  <a:pt x="1289" y="462"/>
                </a:lnTo>
                <a:close/>
              </a:path>
            </a:pathLst>
          </a:custGeom>
          <a:solidFill>
            <a:srgbClr val="ffbb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4" name=""/>
          <p:cNvSpPr/>
          <p:nvPr/>
        </p:nvSpPr>
        <p:spPr>
          <a:xfrm>
            <a:off x="7829280" y="2777040"/>
            <a:ext cx="466920" cy="334440"/>
          </a:xfrm>
          <a:custGeom>
            <a:avLst/>
            <a:gdLst/>
            <a:ahLst/>
            <a:rect l="0" t="0" r="r" b="b"/>
            <a:pathLst>
              <a:path w="1297" h="929">
                <a:moveTo>
                  <a:pt x="1293" y="465"/>
                </a:moveTo>
                <a:lnTo>
                  <a:pt x="1292" y="451"/>
                </a:lnTo>
                <a:lnTo>
                  <a:pt x="1291" y="436"/>
                </a:lnTo>
                <a:lnTo>
                  <a:pt x="1290" y="422"/>
                </a:lnTo>
                <a:lnTo>
                  <a:pt x="1288" y="408"/>
                </a:lnTo>
                <a:lnTo>
                  <a:pt x="1285" y="393"/>
                </a:lnTo>
                <a:lnTo>
                  <a:pt x="1281" y="379"/>
                </a:lnTo>
                <a:lnTo>
                  <a:pt x="1277" y="365"/>
                </a:lnTo>
                <a:lnTo>
                  <a:pt x="1272" y="351"/>
                </a:lnTo>
                <a:lnTo>
                  <a:pt x="1267" y="337"/>
                </a:lnTo>
                <a:lnTo>
                  <a:pt x="1261" y="323"/>
                </a:lnTo>
                <a:lnTo>
                  <a:pt x="1255" y="309"/>
                </a:lnTo>
                <a:lnTo>
                  <a:pt x="1247" y="296"/>
                </a:lnTo>
                <a:lnTo>
                  <a:pt x="1240" y="282"/>
                </a:lnTo>
                <a:lnTo>
                  <a:pt x="1231" y="269"/>
                </a:lnTo>
                <a:lnTo>
                  <a:pt x="1223" y="256"/>
                </a:lnTo>
                <a:lnTo>
                  <a:pt x="1213" y="243"/>
                </a:lnTo>
                <a:lnTo>
                  <a:pt x="1203" y="231"/>
                </a:lnTo>
                <a:lnTo>
                  <a:pt x="1192" y="218"/>
                </a:lnTo>
                <a:lnTo>
                  <a:pt x="1181" y="206"/>
                </a:lnTo>
                <a:lnTo>
                  <a:pt x="1170" y="194"/>
                </a:lnTo>
                <a:lnTo>
                  <a:pt x="1158" y="183"/>
                </a:lnTo>
                <a:lnTo>
                  <a:pt x="1145" y="171"/>
                </a:lnTo>
                <a:lnTo>
                  <a:pt x="1132" y="159"/>
                </a:lnTo>
                <a:lnTo>
                  <a:pt x="1118" y="149"/>
                </a:lnTo>
                <a:lnTo>
                  <a:pt x="1104" y="138"/>
                </a:lnTo>
                <a:lnTo>
                  <a:pt x="1090" y="128"/>
                </a:lnTo>
                <a:lnTo>
                  <a:pt x="1075" y="118"/>
                </a:lnTo>
                <a:lnTo>
                  <a:pt x="1059" y="109"/>
                </a:lnTo>
                <a:lnTo>
                  <a:pt x="1043" y="100"/>
                </a:lnTo>
                <a:lnTo>
                  <a:pt x="1027" y="91"/>
                </a:lnTo>
                <a:lnTo>
                  <a:pt x="1011" y="83"/>
                </a:lnTo>
                <a:lnTo>
                  <a:pt x="994" y="75"/>
                </a:lnTo>
                <a:lnTo>
                  <a:pt x="977" y="67"/>
                </a:lnTo>
                <a:lnTo>
                  <a:pt x="959" y="60"/>
                </a:lnTo>
                <a:lnTo>
                  <a:pt x="941" y="53"/>
                </a:lnTo>
                <a:lnTo>
                  <a:pt x="923" y="47"/>
                </a:lnTo>
                <a:lnTo>
                  <a:pt x="904" y="41"/>
                </a:lnTo>
                <a:lnTo>
                  <a:pt x="885" y="36"/>
                </a:lnTo>
                <a:lnTo>
                  <a:pt x="866" y="30"/>
                </a:lnTo>
                <a:lnTo>
                  <a:pt x="847" y="26"/>
                </a:lnTo>
                <a:lnTo>
                  <a:pt x="828" y="21"/>
                </a:lnTo>
                <a:lnTo>
                  <a:pt x="808" y="18"/>
                </a:lnTo>
                <a:lnTo>
                  <a:pt x="788" y="14"/>
                </a:lnTo>
                <a:lnTo>
                  <a:pt x="769" y="11"/>
                </a:lnTo>
                <a:lnTo>
                  <a:pt x="749" y="9"/>
                </a:lnTo>
                <a:lnTo>
                  <a:pt x="729" y="7"/>
                </a:lnTo>
                <a:lnTo>
                  <a:pt x="709" y="5"/>
                </a:lnTo>
                <a:lnTo>
                  <a:pt x="688" y="4"/>
                </a:lnTo>
                <a:lnTo>
                  <a:pt x="668" y="3"/>
                </a:lnTo>
                <a:lnTo>
                  <a:pt x="648" y="3"/>
                </a:lnTo>
                <a:lnTo>
                  <a:pt x="628" y="3"/>
                </a:lnTo>
                <a:lnTo>
                  <a:pt x="608" y="4"/>
                </a:lnTo>
                <a:lnTo>
                  <a:pt x="587" y="5"/>
                </a:lnTo>
                <a:lnTo>
                  <a:pt x="567" y="7"/>
                </a:lnTo>
                <a:lnTo>
                  <a:pt x="547" y="9"/>
                </a:lnTo>
                <a:lnTo>
                  <a:pt x="527" y="11"/>
                </a:lnTo>
                <a:lnTo>
                  <a:pt x="508" y="14"/>
                </a:lnTo>
                <a:lnTo>
                  <a:pt x="488" y="18"/>
                </a:lnTo>
                <a:lnTo>
                  <a:pt x="468" y="21"/>
                </a:lnTo>
                <a:lnTo>
                  <a:pt x="449" y="26"/>
                </a:lnTo>
                <a:lnTo>
                  <a:pt x="430" y="30"/>
                </a:lnTo>
                <a:lnTo>
                  <a:pt x="411" y="36"/>
                </a:lnTo>
                <a:lnTo>
                  <a:pt x="392" y="41"/>
                </a:lnTo>
                <a:lnTo>
                  <a:pt x="374" y="47"/>
                </a:lnTo>
                <a:lnTo>
                  <a:pt x="356" y="53"/>
                </a:lnTo>
                <a:lnTo>
                  <a:pt x="338" y="60"/>
                </a:lnTo>
                <a:lnTo>
                  <a:pt x="320" y="67"/>
                </a:lnTo>
                <a:lnTo>
                  <a:pt x="303" y="75"/>
                </a:lnTo>
                <a:lnTo>
                  <a:pt x="286" y="83"/>
                </a:lnTo>
                <a:lnTo>
                  <a:pt x="270" y="91"/>
                </a:lnTo>
                <a:lnTo>
                  <a:pt x="253" y="100"/>
                </a:lnTo>
                <a:lnTo>
                  <a:pt x="238" y="109"/>
                </a:lnTo>
                <a:lnTo>
                  <a:pt x="222" y="118"/>
                </a:lnTo>
                <a:lnTo>
                  <a:pt x="207" y="128"/>
                </a:lnTo>
                <a:lnTo>
                  <a:pt x="193" y="138"/>
                </a:lnTo>
                <a:lnTo>
                  <a:pt x="179" y="149"/>
                </a:lnTo>
                <a:lnTo>
                  <a:pt x="165" y="159"/>
                </a:lnTo>
                <a:lnTo>
                  <a:pt x="152" y="171"/>
                </a:lnTo>
                <a:lnTo>
                  <a:pt x="139" y="183"/>
                </a:lnTo>
                <a:lnTo>
                  <a:pt x="127" y="194"/>
                </a:lnTo>
                <a:lnTo>
                  <a:pt x="116" y="206"/>
                </a:lnTo>
                <a:lnTo>
                  <a:pt x="104" y="218"/>
                </a:lnTo>
                <a:lnTo>
                  <a:pt x="94" y="231"/>
                </a:lnTo>
                <a:lnTo>
                  <a:pt x="84" y="243"/>
                </a:lnTo>
                <a:lnTo>
                  <a:pt x="74" y="256"/>
                </a:lnTo>
                <a:lnTo>
                  <a:pt x="65" y="269"/>
                </a:lnTo>
                <a:lnTo>
                  <a:pt x="57" y="282"/>
                </a:lnTo>
                <a:lnTo>
                  <a:pt x="49" y="296"/>
                </a:lnTo>
                <a:lnTo>
                  <a:pt x="42" y="309"/>
                </a:lnTo>
                <a:lnTo>
                  <a:pt x="36" y="323"/>
                </a:lnTo>
                <a:lnTo>
                  <a:pt x="30" y="337"/>
                </a:lnTo>
                <a:lnTo>
                  <a:pt x="24" y="351"/>
                </a:lnTo>
                <a:lnTo>
                  <a:pt x="20" y="365"/>
                </a:lnTo>
                <a:lnTo>
                  <a:pt x="16" y="379"/>
                </a:lnTo>
                <a:lnTo>
                  <a:pt x="12" y="393"/>
                </a:lnTo>
                <a:lnTo>
                  <a:pt x="9" y="408"/>
                </a:lnTo>
                <a:lnTo>
                  <a:pt x="7" y="422"/>
                </a:lnTo>
                <a:lnTo>
                  <a:pt x="6" y="436"/>
                </a:lnTo>
                <a:lnTo>
                  <a:pt x="5" y="451"/>
                </a:lnTo>
                <a:lnTo>
                  <a:pt x="4" y="465"/>
                </a:lnTo>
                <a:lnTo>
                  <a:pt x="5" y="480"/>
                </a:lnTo>
                <a:lnTo>
                  <a:pt x="6" y="494"/>
                </a:lnTo>
                <a:lnTo>
                  <a:pt x="7" y="509"/>
                </a:lnTo>
                <a:lnTo>
                  <a:pt x="9" y="523"/>
                </a:lnTo>
                <a:lnTo>
                  <a:pt x="12" y="537"/>
                </a:lnTo>
                <a:lnTo>
                  <a:pt x="16" y="552"/>
                </a:lnTo>
                <a:lnTo>
                  <a:pt x="20" y="566"/>
                </a:lnTo>
                <a:lnTo>
                  <a:pt x="24" y="580"/>
                </a:lnTo>
                <a:lnTo>
                  <a:pt x="30" y="594"/>
                </a:lnTo>
                <a:lnTo>
                  <a:pt x="36" y="608"/>
                </a:lnTo>
                <a:lnTo>
                  <a:pt x="42" y="622"/>
                </a:lnTo>
                <a:lnTo>
                  <a:pt x="49" y="635"/>
                </a:lnTo>
                <a:lnTo>
                  <a:pt x="57" y="648"/>
                </a:lnTo>
                <a:lnTo>
                  <a:pt x="65" y="662"/>
                </a:lnTo>
                <a:lnTo>
                  <a:pt x="74" y="675"/>
                </a:lnTo>
                <a:lnTo>
                  <a:pt x="84" y="687"/>
                </a:lnTo>
                <a:lnTo>
                  <a:pt x="94" y="700"/>
                </a:lnTo>
                <a:lnTo>
                  <a:pt x="104" y="712"/>
                </a:lnTo>
                <a:lnTo>
                  <a:pt x="116" y="725"/>
                </a:lnTo>
                <a:lnTo>
                  <a:pt x="127" y="736"/>
                </a:lnTo>
                <a:lnTo>
                  <a:pt x="139" y="748"/>
                </a:lnTo>
                <a:lnTo>
                  <a:pt x="152" y="759"/>
                </a:lnTo>
                <a:lnTo>
                  <a:pt x="165" y="770"/>
                </a:lnTo>
                <a:lnTo>
                  <a:pt x="179" y="781"/>
                </a:lnTo>
                <a:lnTo>
                  <a:pt x="193" y="791"/>
                </a:lnTo>
                <a:lnTo>
                  <a:pt x="207" y="801"/>
                </a:lnTo>
                <a:lnTo>
                  <a:pt x="222" y="811"/>
                </a:lnTo>
                <a:lnTo>
                  <a:pt x="238" y="821"/>
                </a:lnTo>
                <a:lnTo>
                  <a:pt x="253" y="830"/>
                </a:lnTo>
                <a:lnTo>
                  <a:pt x="270" y="838"/>
                </a:lnTo>
                <a:lnTo>
                  <a:pt x="286" y="847"/>
                </a:lnTo>
                <a:lnTo>
                  <a:pt x="303" y="855"/>
                </a:lnTo>
                <a:lnTo>
                  <a:pt x="320" y="862"/>
                </a:lnTo>
                <a:lnTo>
                  <a:pt x="338" y="869"/>
                </a:lnTo>
                <a:lnTo>
                  <a:pt x="356" y="876"/>
                </a:lnTo>
                <a:lnTo>
                  <a:pt x="374" y="883"/>
                </a:lnTo>
                <a:lnTo>
                  <a:pt x="392" y="889"/>
                </a:lnTo>
                <a:lnTo>
                  <a:pt x="411" y="894"/>
                </a:lnTo>
                <a:lnTo>
                  <a:pt x="430" y="899"/>
                </a:lnTo>
                <a:lnTo>
                  <a:pt x="449" y="904"/>
                </a:lnTo>
                <a:lnTo>
                  <a:pt x="468" y="908"/>
                </a:lnTo>
                <a:lnTo>
                  <a:pt x="488" y="912"/>
                </a:lnTo>
                <a:lnTo>
                  <a:pt x="508" y="915"/>
                </a:lnTo>
                <a:lnTo>
                  <a:pt x="527" y="918"/>
                </a:lnTo>
                <a:lnTo>
                  <a:pt x="547" y="921"/>
                </a:lnTo>
                <a:lnTo>
                  <a:pt x="567" y="923"/>
                </a:lnTo>
                <a:lnTo>
                  <a:pt x="587" y="924"/>
                </a:lnTo>
                <a:lnTo>
                  <a:pt x="608" y="926"/>
                </a:lnTo>
                <a:lnTo>
                  <a:pt x="628" y="926"/>
                </a:lnTo>
                <a:lnTo>
                  <a:pt x="648" y="926"/>
                </a:lnTo>
                <a:lnTo>
                  <a:pt x="668" y="926"/>
                </a:lnTo>
                <a:lnTo>
                  <a:pt x="688" y="926"/>
                </a:lnTo>
                <a:lnTo>
                  <a:pt x="709" y="924"/>
                </a:lnTo>
                <a:lnTo>
                  <a:pt x="729" y="923"/>
                </a:lnTo>
                <a:lnTo>
                  <a:pt x="749" y="921"/>
                </a:lnTo>
                <a:lnTo>
                  <a:pt x="769" y="918"/>
                </a:lnTo>
                <a:lnTo>
                  <a:pt x="788" y="915"/>
                </a:lnTo>
                <a:lnTo>
                  <a:pt x="808" y="912"/>
                </a:lnTo>
                <a:lnTo>
                  <a:pt x="828" y="908"/>
                </a:lnTo>
                <a:lnTo>
                  <a:pt x="847" y="904"/>
                </a:lnTo>
                <a:lnTo>
                  <a:pt x="866" y="899"/>
                </a:lnTo>
                <a:lnTo>
                  <a:pt x="885" y="894"/>
                </a:lnTo>
                <a:lnTo>
                  <a:pt x="904" y="889"/>
                </a:lnTo>
                <a:lnTo>
                  <a:pt x="923" y="883"/>
                </a:lnTo>
                <a:lnTo>
                  <a:pt x="941" y="876"/>
                </a:lnTo>
                <a:lnTo>
                  <a:pt x="959" y="869"/>
                </a:lnTo>
                <a:lnTo>
                  <a:pt x="977" y="862"/>
                </a:lnTo>
                <a:lnTo>
                  <a:pt x="994" y="855"/>
                </a:lnTo>
                <a:lnTo>
                  <a:pt x="1011" y="847"/>
                </a:lnTo>
                <a:lnTo>
                  <a:pt x="1027" y="838"/>
                </a:lnTo>
                <a:lnTo>
                  <a:pt x="1043" y="830"/>
                </a:lnTo>
                <a:lnTo>
                  <a:pt x="1059" y="821"/>
                </a:lnTo>
                <a:lnTo>
                  <a:pt x="1075" y="811"/>
                </a:lnTo>
                <a:lnTo>
                  <a:pt x="1090" y="801"/>
                </a:lnTo>
                <a:lnTo>
                  <a:pt x="1104" y="791"/>
                </a:lnTo>
                <a:lnTo>
                  <a:pt x="1118" y="781"/>
                </a:lnTo>
                <a:lnTo>
                  <a:pt x="1132" y="770"/>
                </a:lnTo>
                <a:lnTo>
                  <a:pt x="1145" y="759"/>
                </a:lnTo>
                <a:lnTo>
                  <a:pt x="1158" y="748"/>
                </a:lnTo>
                <a:lnTo>
                  <a:pt x="1170" y="736"/>
                </a:lnTo>
                <a:lnTo>
                  <a:pt x="1181" y="725"/>
                </a:lnTo>
                <a:lnTo>
                  <a:pt x="1192" y="712"/>
                </a:lnTo>
                <a:lnTo>
                  <a:pt x="1203" y="700"/>
                </a:lnTo>
                <a:lnTo>
                  <a:pt x="1213" y="687"/>
                </a:lnTo>
                <a:lnTo>
                  <a:pt x="1223" y="675"/>
                </a:lnTo>
                <a:lnTo>
                  <a:pt x="1231" y="662"/>
                </a:lnTo>
                <a:lnTo>
                  <a:pt x="1240" y="648"/>
                </a:lnTo>
                <a:lnTo>
                  <a:pt x="1247" y="635"/>
                </a:lnTo>
                <a:lnTo>
                  <a:pt x="1255" y="622"/>
                </a:lnTo>
                <a:lnTo>
                  <a:pt x="1261" y="608"/>
                </a:lnTo>
                <a:lnTo>
                  <a:pt x="1267" y="594"/>
                </a:lnTo>
                <a:lnTo>
                  <a:pt x="1272" y="580"/>
                </a:lnTo>
                <a:lnTo>
                  <a:pt x="1277" y="566"/>
                </a:lnTo>
                <a:lnTo>
                  <a:pt x="1281" y="552"/>
                </a:lnTo>
                <a:lnTo>
                  <a:pt x="1285" y="537"/>
                </a:lnTo>
                <a:lnTo>
                  <a:pt x="1288" y="523"/>
                </a:lnTo>
                <a:lnTo>
                  <a:pt x="1290" y="509"/>
                </a:lnTo>
                <a:lnTo>
                  <a:pt x="1291" y="494"/>
                </a:lnTo>
                <a:lnTo>
                  <a:pt x="1292" y="480"/>
                </a:lnTo>
                <a:lnTo>
                  <a:pt x="1293" y="465"/>
                </a:lnTo>
                <a:moveTo>
                  <a:pt x="1297" y="465"/>
                </a:moveTo>
                <a:lnTo>
                  <a:pt x="1296" y="480"/>
                </a:lnTo>
                <a:lnTo>
                  <a:pt x="1295" y="494"/>
                </a:lnTo>
                <a:lnTo>
                  <a:pt x="1294" y="509"/>
                </a:lnTo>
                <a:lnTo>
                  <a:pt x="1291" y="523"/>
                </a:lnTo>
                <a:lnTo>
                  <a:pt x="1289" y="538"/>
                </a:lnTo>
                <a:lnTo>
                  <a:pt x="1285" y="552"/>
                </a:lnTo>
                <a:lnTo>
                  <a:pt x="1281" y="567"/>
                </a:lnTo>
                <a:lnTo>
                  <a:pt x="1276" y="581"/>
                </a:lnTo>
                <a:lnTo>
                  <a:pt x="1271" y="595"/>
                </a:lnTo>
                <a:lnTo>
                  <a:pt x="1265" y="609"/>
                </a:lnTo>
                <a:lnTo>
                  <a:pt x="1258" y="622"/>
                </a:lnTo>
                <a:lnTo>
                  <a:pt x="1251" y="636"/>
                </a:lnTo>
                <a:lnTo>
                  <a:pt x="1243" y="650"/>
                </a:lnTo>
                <a:lnTo>
                  <a:pt x="1235" y="663"/>
                </a:lnTo>
                <a:lnTo>
                  <a:pt x="1226" y="676"/>
                </a:lnTo>
                <a:lnTo>
                  <a:pt x="1216" y="689"/>
                </a:lnTo>
                <a:lnTo>
                  <a:pt x="1206" y="701"/>
                </a:lnTo>
                <a:lnTo>
                  <a:pt x="1196" y="714"/>
                </a:lnTo>
                <a:lnTo>
                  <a:pt x="1185" y="726"/>
                </a:lnTo>
                <a:lnTo>
                  <a:pt x="1173" y="738"/>
                </a:lnTo>
                <a:lnTo>
                  <a:pt x="1161" y="750"/>
                </a:lnTo>
                <a:lnTo>
                  <a:pt x="1148" y="761"/>
                </a:lnTo>
                <a:lnTo>
                  <a:pt x="1135" y="772"/>
                </a:lnTo>
                <a:lnTo>
                  <a:pt x="1121" y="783"/>
                </a:lnTo>
                <a:lnTo>
                  <a:pt x="1107" y="793"/>
                </a:lnTo>
                <a:lnTo>
                  <a:pt x="1092" y="804"/>
                </a:lnTo>
                <a:lnTo>
                  <a:pt x="1077" y="813"/>
                </a:lnTo>
                <a:lnTo>
                  <a:pt x="1062" y="823"/>
                </a:lnTo>
                <a:lnTo>
                  <a:pt x="1046" y="832"/>
                </a:lnTo>
                <a:lnTo>
                  <a:pt x="1030" y="841"/>
                </a:lnTo>
                <a:lnTo>
                  <a:pt x="1013" y="849"/>
                </a:lnTo>
                <a:lnTo>
                  <a:pt x="996" y="857"/>
                </a:lnTo>
                <a:lnTo>
                  <a:pt x="979" y="865"/>
                </a:lnTo>
                <a:lnTo>
                  <a:pt x="961" y="872"/>
                </a:lnTo>
                <a:lnTo>
                  <a:pt x="943" y="879"/>
                </a:lnTo>
                <a:lnTo>
                  <a:pt x="925" y="885"/>
                </a:lnTo>
                <a:lnTo>
                  <a:pt x="905" y="891"/>
                </a:lnTo>
                <a:lnTo>
                  <a:pt x="886" y="897"/>
                </a:lnTo>
                <a:lnTo>
                  <a:pt x="867" y="902"/>
                </a:lnTo>
                <a:lnTo>
                  <a:pt x="848" y="907"/>
                </a:lnTo>
                <a:lnTo>
                  <a:pt x="829" y="911"/>
                </a:lnTo>
                <a:lnTo>
                  <a:pt x="809" y="915"/>
                </a:lnTo>
                <a:lnTo>
                  <a:pt x="789" y="918"/>
                </a:lnTo>
                <a:lnTo>
                  <a:pt x="769" y="921"/>
                </a:lnTo>
                <a:lnTo>
                  <a:pt x="749" y="924"/>
                </a:lnTo>
                <a:lnTo>
                  <a:pt x="729" y="926"/>
                </a:lnTo>
                <a:lnTo>
                  <a:pt x="709" y="927"/>
                </a:lnTo>
                <a:lnTo>
                  <a:pt x="689" y="928"/>
                </a:lnTo>
                <a:lnTo>
                  <a:pt x="668" y="929"/>
                </a:lnTo>
                <a:lnTo>
                  <a:pt x="648" y="929"/>
                </a:lnTo>
                <a:lnTo>
                  <a:pt x="628" y="929"/>
                </a:lnTo>
                <a:lnTo>
                  <a:pt x="607" y="928"/>
                </a:lnTo>
                <a:lnTo>
                  <a:pt x="587" y="927"/>
                </a:lnTo>
                <a:lnTo>
                  <a:pt x="567" y="926"/>
                </a:lnTo>
                <a:lnTo>
                  <a:pt x="547" y="924"/>
                </a:lnTo>
                <a:lnTo>
                  <a:pt x="527" y="921"/>
                </a:lnTo>
                <a:lnTo>
                  <a:pt x="507" y="918"/>
                </a:lnTo>
                <a:lnTo>
                  <a:pt x="487" y="915"/>
                </a:lnTo>
                <a:lnTo>
                  <a:pt x="467" y="911"/>
                </a:lnTo>
                <a:lnTo>
                  <a:pt x="448" y="907"/>
                </a:lnTo>
                <a:lnTo>
                  <a:pt x="429" y="902"/>
                </a:lnTo>
                <a:lnTo>
                  <a:pt x="410" y="897"/>
                </a:lnTo>
                <a:lnTo>
                  <a:pt x="391" y="891"/>
                </a:lnTo>
                <a:lnTo>
                  <a:pt x="372" y="885"/>
                </a:lnTo>
                <a:lnTo>
                  <a:pt x="354" y="879"/>
                </a:lnTo>
                <a:lnTo>
                  <a:pt x="336" y="872"/>
                </a:lnTo>
                <a:lnTo>
                  <a:pt x="318" y="865"/>
                </a:lnTo>
                <a:lnTo>
                  <a:pt x="301" y="857"/>
                </a:lnTo>
                <a:lnTo>
                  <a:pt x="284" y="849"/>
                </a:lnTo>
                <a:lnTo>
                  <a:pt x="267" y="841"/>
                </a:lnTo>
                <a:lnTo>
                  <a:pt x="251" y="832"/>
                </a:lnTo>
                <a:lnTo>
                  <a:pt x="235" y="823"/>
                </a:lnTo>
                <a:lnTo>
                  <a:pt x="220" y="813"/>
                </a:lnTo>
                <a:lnTo>
                  <a:pt x="205" y="804"/>
                </a:lnTo>
                <a:lnTo>
                  <a:pt x="190" y="793"/>
                </a:lnTo>
                <a:lnTo>
                  <a:pt x="176" y="783"/>
                </a:lnTo>
                <a:lnTo>
                  <a:pt x="162" y="772"/>
                </a:lnTo>
                <a:lnTo>
                  <a:pt x="149" y="761"/>
                </a:lnTo>
                <a:lnTo>
                  <a:pt x="136" y="750"/>
                </a:lnTo>
                <a:lnTo>
                  <a:pt x="124" y="738"/>
                </a:lnTo>
                <a:lnTo>
                  <a:pt x="112" y="726"/>
                </a:lnTo>
                <a:lnTo>
                  <a:pt x="101" y="714"/>
                </a:lnTo>
                <a:lnTo>
                  <a:pt x="91" y="701"/>
                </a:lnTo>
                <a:lnTo>
                  <a:pt x="80" y="689"/>
                </a:lnTo>
                <a:lnTo>
                  <a:pt x="71" y="676"/>
                </a:lnTo>
                <a:lnTo>
                  <a:pt x="62" y="663"/>
                </a:lnTo>
                <a:lnTo>
                  <a:pt x="54" y="650"/>
                </a:lnTo>
                <a:lnTo>
                  <a:pt x="46" y="636"/>
                </a:lnTo>
                <a:lnTo>
                  <a:pt x="39" y="622"/>
                </a:lnTo>
                <a:lnTo>
                  <a:pt x="32" y="609"/>
                </a:lnTo>
                <a:lnTo>
                  <a:pt x="26" y="595"/>
                </a:lnTo>
                <a:lnTo>
                  <a:pt x="21" y="581"/>
                </a:lnTo>
                <a:lnTo>
                  <a:pt x="16" y="567"/>
                </a:lnTo>
                <a:lnTo>
                  <a:pt x="12" y="552"/>
                </a:lnTo>
                <a:lnTo>
                  <a:pt x="8" y="538"/>
                </a:lnTo>
                <a:lnTo>
                  <a:pt x="5" y="523"/>
                </a:lnTo>
                <a:lnTo>
                  <a:pt x="3" y="509"/>
                </a:lnTo>
                <a:lnTo>
                  <a:pt x="2" y="494"/>
                </a:lnTo>
                <a:lnTo>
                  <a:pt x="1" y="480"/>
                </a:lnTo>
                <a:lnTo>
                  <a:pt x="0" y="465"/>
                </a:lnTo>
                <a:lnTo>
                  <a:pt x="1" y="451"/>
                </a:lnTo>
                <a:lnTo>
                  <a:pt x="2" y="436"/>
                </a:lnTo>
                <a:lnTo>
                  <a:pt x="3" y="422"/>
                </a:lnTo>
                <a:lnTo>
                  <a:pt x="5" y="407"/>
                </a:lnTo>
                <a:lnTo>
                  <a:pt x="8" y="393"/>
                </a:lnTo>
                <a:lnTo>
                  <a:pt x="12" y="378"/>
                </a:lnTo>
                <a:lnTo>
                  <a:pt x="16" y="364"/>
                </a:lnTo>
                <a:lnTo>
                  <a:pt x="21" y="350"/>
                </a:lnTo>
                <a:lnTo>
                  <a:pt x="26" y="336"/>
                </a:lnTo>
                <a:lnTo>
                  <a:pt x="32" y="322"/>
                </a:lnTo>
                <a:lnTo>
                  <a:pt x="39" y="308"/>
                </a:lnTo>
                <a:lnTo>
                  <a:pt x="46" y="295"/>
                </a:lnTo>
                <a:lnTo>
                  <a:pt x="54" y="281"/>
                </a:lnTo>
                <a:lnTo>
                  <a:pt x="62" y="268"/>
                </a:lnTo>
                <a:lnTo>
                  <a:pt x="71" y="255"/>
                </a:lnTo>
                <a:lnTo>
                  <a:pt x="80" y="242"/>
                </a:lnTo>
                <a:lnTo>
                  <a:pt x="91" y="229"/>
                </a:lnTo>
                <a:lnTo>
                  <a:pt x="101" y="217"/>
                </a:lnTo>
                <a:lnTo>
                  <a:pt x="112" y="205"/>
                </a:lnTo>
                <a:lnTo>
                  <a:pt x="124" y="193"/>
                </a:lnTo>
                <a:lnTo>
                  <a:pt x="136" y="181"/>
                </a:lnTo>
                <a:lnTo>
                  <a:pt x="149" y="170"/>
                </a:lnTo>
                <a:lnTo>
                  <a:pt x="162" y="157"/>
                </a:lnTo>
                <a:lnTo>
                  <a:pt x="176" y="147"/>
                </a:lnTo>
                <a:lnTo>
                  <a:pt x="190" y="136"/>
                </a:lnTo>
                <a:lnTo>
                  <a:pt x="205" y="126"/>
                </a:lnTo>
                <a:lnTo>
                  <a:pt x="220" y="116"/>
                </a:lnTo>
                <a:lnTo>
                  <a:pt x="235" y="107"/>
                </a:lnTo>
                <a:lnTo>
                  <a:pt x="251" y="98"/>
                </a:lnTo>
                <a:lnTo>
                  <a:pt x="267" y="89"/>
                </a:lnTo>
                <a:lnTo>
                  <a:pt x="284" y="81"/>
                </a:lnTo>
                <a:lnTo>
                  <a:pt x="301" y="73"/>
                </a:lnTo>
                <a:lnTo>
                  <a:pt x="318" y="65"/>
                </a:lnTo>
                <a:lnTo>
                  <a:pt x="336" y="58"/>
                </a:lnTo>
                <a:lnTo>
                  <a:pt x="354" y="51"/>
                </a:lnTo>
                <a:lnTo>
                  <a:pt x="372" y="45"/>
                </a:lnTo>
                <a:lnTo>
                  <a:pt x="391" y="39"/>
                </a:lnTo>
                <a:lnTo>
                  <a:pt x="410" y="33"/>
                </a:lnTo>
                <a:lnTo>
                  <a:pt x="429" y="28"/>
                </a:lnTo>
                <a:lnTo>
                  <a:pt x="448" y="23"/>
                </a:lnTo>
                <a:lnTo>
                  <a:pt x="467" y="19"/>
                </a:lnTo>
                <a:lnTo>
                  <a:pt x="487" y="15"/>
                </a:lnTo>
                <a:lnTo>
                  <a:pt x="507" y="12"/>
                </a:lnTo>
                <a:lnTo>
                  <a:pt x="527" y="9"/>
                </a:lnTo>
                <a:lnTo>
                  <a:pt x="547" y="6"/>
                </a:lnTo>
                <a:lnTo>
                  <a:pt x="567" y="4"/>
                </a:lnTo>
                <a:lnTo>
                  <a:pt x="587" y="2"/>
                </a:lnTo>
                <a:lnTo>
                  <a:pt x="607" y="1"/>
                </a:lnTo>
                <a:lnTo>
                  <a:pt x="628" y="1"/>
                </a:lnTo>
                <a:lnTo>
                  <a:pt x="648" y="0"/>
                </a:lnTo>
                <a:lnTo>
                  <a:pt x="668" y="1"/>
                </a:lnTo>
                <a:lnTo>
                  <a:pt x="689" y="1"/>
                </a:lnTo>
                <a:lnTo>
                  <a:pt x="709" y="2"/>
                </a:lnTo>
                <a:lnTo>
                  <a:pt x="729" y="4"/>
                </a:lnTo>
                <a:lnTo>
                  <a:pt x="749" y="6"/>
                </a:lnTo>
                <a:lnTo>
                  <a:pt x="769" y="9"/>
                </a:lnTo>
                <a:lnTo>
                  <a:pt x="789" y="12"/>
                </a:lnTo>
                <a:lnTo>
                  <a:pt x="809" y="15"/>
                </a:lnTo>
                <a:lnTo>
                  <a:pt x="829" y="19"/>
                </a:lnTo>
                <a:lnTo>
                  <a:pt x="848" y="23"/>
                </a:lnTo>
                <a:lnTo>
                  <a:pt x="867" y="28"/>
                </a:lnTo>
                <a:lnTo>
                  <a:pt x="886" y="33"/>
                </a:lnTo>
                <a:lnTo>
                  <a:pt x="905" y="39"/>
                </a:lnTo>
                <a:lnTo>
                  <a:pt x="925" y="45"/>
                </a:lnTo>
                <a:lnTo>
                  <a:pt x="943" y="51"/>
                </a:lnTo>
                <a:lnTo>
                  <a:pt x="961" y="58"/>
                </a:lnTo>
                <a:lnTo>
                  <a:pt x="979" y="65"/>
                </a:lnTo>
                <a:lnTo>
                  <a:pt x="996" y="73"/>
                </a:lnTo>
                <a:lnTo>
                  <a:pt x="1013" y="81"/>
                </a:lnTo>
                <a:lnTo>
                  <a:pt x="1030" y="89"/>
                </a:lnTo>
                <a:lnTo>
                  <a:pt x="1046" y="98"/>
                </a:lnTo>
                <a:lnTo>
                  <a:pt x="1062" y="107"/>
                </a:lnTo>
                <a:lnTo>
                  <a:pt x="1077" y="116"/>
                </a:lnTo>
                <a:lnTo>
                  <a:pt x="1092" y="126"/>
                </a:lnTo>
                <a:lnTo>
                  <a:pt x="1107" y="136"/>
                </a:lnTo>
                <a:lnTo>
                  <a:pt x="1121" y="147"/>
                </a:lnTo>
                <a:lnTo>
                  <a:pt x="1135" y="157"/>
                </a:lnTo>
                <a:lnTo>
                  <a:pt x="1148" y="170"/>
                </a:lnTo>
                <a:lnTo>
                  <a:pt x="1161" y="181"/>
                </a:lnTo>
                <a:lnTo>
                  <a:pt x="1173" y="193"/>
                </a:lnTo>
                <a:lnTo>
                  <a:pt x="1185" y="205"/>
                </a:lnTo>
                <a:lnTo>
                  <a:pt x="1196" y="217"/>
                </a:lnTo>
                <a:lnTo>
                  <a:pt x="1206" y="229"/>
                </a:lnTo>
                <a:lnTo>
                  <a:pt x="1216" y="242"/>
                </a:lnTo>
                <a:lnTo>
                  <a:pt x="1226" y="255"/>
                </a:lnTo>
                <a:lnTo>
                  <a:pt x="1235" y="268"/>
                </a:lnTo>
                <a:lnTo>
                  <a:pt x="1243" y="281"/>
                </a:lnTo>
                <a:lnTo>
                  <a:pt x="1251" y="295"/>
                </a:lnTo>
                <a:lnTo>
                  <a:pt x="1258" y="308"/>
                </a:lnTo>
                <a:lnTo>
                  <a:pt x="1265" y="322"/>
                </a:lnTo>
                <a:lnTo>
                  <a:pt x="1271" y="336"/>
                </a:lnTo>
                <a:lnTo>
                  <a:pt x="1276" y="350"/>
                </a:lnTo>
                <a:lnTo>
                  <a:pt x="1281" y="364"/>
                </a:lnTo>
                <a:lnTo>
                  <a:pt x="1285" y="378"/>
                </a:lnTo>
                <a:lnTo>
                  <a:pt x="1289" y="393"/>
                </a:lnTo>
                <a:lnTo>
                  <a:pt x="1291" y="407"/>
                </a:lnTo>
                <a:lnTo>
                  <a:pt x="1294" y="422"/>
                </a:lnTo>
                <a:lnTo>
                  <a:pt x="1295" y="436"/>
                </a:lnTo>
                <a:lnTo>
                  <a:pt x="1296" y="451"/>
                </a:lnTo>
                <a:lnTo>
                  <a:pt x="1297" y="465"/>
                </a:lnTo>
                <a:close/>
              </a:path>
            </a:pathLst>
          </a:custGeom>
          <a:solidFill>
            <a:srgbClr val="ffba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5" name=""/>
          <p:cNvSpPr/>
          <p:nvPr/>
        </p:nvSpPr>
        <p:spPr>
          <a:xfrm>
            <a:off x="7827840" y="2776320"/>
            <a:ext cx="469440" cy="336240"/>
          </a:xfrm>
          <a:custGeom>
            <a:avLst/>
            <a:gdLst/>
            <a:ahLst/>
            <a:rect l="0" t="0" r="r" b="b"/>
            <a:pathLst>
              <a:path w="1304" h="934">
                <a:moveTo>
                  <a:pt x="1301" y="467"/>
                </a:moveTo>
                <a:lnTo>
                  <a:pt x="1300" y="453"/>
                </a:lnTo>
                <a:lnTo>
                  <a:pt x="1299" y="438"/>
                </a:lnTo>
                <a:lnTo>
                  <a:pt x="1298" y="424"/>
                </a:lnTo>
                <a:lnTo>
                  <a:pt x="1295" y="409"/>
                </a:lnTo>
                <a:lnTo>
                  <a:pt x="1293" y="395"/>
                </a:lnTo>
                <a:lnTo>
                  <a:pt x="1289" y="380"/>
                </a:lnTo>
                <a:lnTo>
                  <a:pt x="1285" y="366"/>
                </a:lnTo>
                <a:lnTo>
                  <a:pt x="1280" y="352"/>
                </a:lnTo>
                <a:lnTo>
                  <a:pt x="1275" y="338"/>
                </a:lnTo>
                <a:lnTo>
                  <a:pt x="1269" y="324"/>
                </a:lnTo>
                <a:lnTo>
                  <a:pt x="1262" y="310"/>
                </a:lnTo>
                <a:lnTo>
                  <a:pt x="1255" y="297"/>
                </a:lnTo>
                <a:lnTo>
                  <a:pt x="1247" y="283"/>
                </a:lnTo>
                <a:lnTo>
                  <a:pt x="1239" y="270"/>
                </a:lnTo>
                <a:lnTo>
                  <a:pt x="1230" y="257"/>
                </a:lnTo>
                <a:lnTo>
                  <a:pt x="1220" y="244"/>
                </a:lnTo>
                <a:lnTo>
                  <a:pt x="1210" y="231"/>
                </a:lnTo>
                <a:lnTo>
                  <a:pt x="1200" y="218"/>
                </a:lnTo>
                <a:lnTo>
                  <a:pt x="1189" y="206"/>
                </a:lnTo>
                <a:lnTo>
                  <a:pt x="1177" y="194"/>
                </a:lnTo>
                <a:lnTo>
                  <a:pt x="1165" y="182"/>
                </a:lnTo>
                <a:lnTo>
                  <a:pt x="1152" y="171"/>
                </a:lnTo>
                <a:lnTo>
                  <a:pt x="1139" y="159"/>
                </a:lnTo>
                <a:lnTo>
                  <a:pt x="1125" y="149"/>
                </a:lnTo>
                <a:lnTo>
                  <a:pt x="1111" y="138"/>
                </a:lnTo>
                <a:lnTo>
                  <a:pt x="1096" y="128"/>
                </a:lnTo>
                <a:lnTo>
                  <a:pt x="1081" y="118"/>
                </a:lnTo>
                <a:lnTo>
                  <a:pt x="1066" y="109"/>
                </a:lnTo>
                <a:lnTo>
                  <a:pt x="1050" y="100"/>
                </a:lnTo>
                <a:lnTo>
                  <a:pt x="1033" y="91"/>
                </a:lnTo>
                <a:lnTo>
                  <a:pt x="1016" y="83"/>
                </a:lnTo>
                <a:lnTo>
                  <a:pt x="999" y="75"/>
                </a:lnTo>
                <a:lnTo>
                  <a:pt x="982" y="67"/>
                </a:lnTo>
                <a:lnTo>
                  <a:pt x="964" y="60"/>
                </a:lnTo>
                <a:lnTo>
                  <a:pt x="946" y="53"/>
                </a:lnTo>
                <a:lnTo>
                  <a:pt x="928" y="47"/>
                </a:lnTo>
                <a:lnTo>
                  <a:pt x="909" y="41"/>
                </a:lnTo>
                <a:lnTo>
                  <a:pt x="890" y="35"/>
                </a:lnTo>
                <a:lnTo>
                  <a:pt x="871" y="30"/>
                </a:lnTo>
                <a:lnTo>
                  <a:pt x="852" y="25"/>
                </a:lnTo>
                <a:lnTo>
                  <a:pt x="833" y="21"/>
                </a:lnTo>
                <a:lnTo>
                  <a:pt x="813" y="17"/>
                </a:lnTo>
                <a:lnTo>
                  <a:pt x="793" y="14"/>
                </a:lnTo>
                <a:lnTo>
                  <a:pt x="773" y="11"/>
                </a:lnTo>
                <a:lnTo>
                  <a:pt x="753" y="8"/>
                </a:lnTo>
                <a:lnTo>
                  <a:pt x="733" y="6"/>
                </a:lnTo>
                <a:lnTo>
                  <a:pt x="713" y="4"/>
                </a:lnTo>
                <a:lnTo>
                  <a:pt x="693" y="3"/>
                </a:lnTo>
                <a:lnTo>
                  <a:pt x="672" y="3"/>
                </a:lnTo>
                <a:lnTo>
                  <a:pt x="652" y="2"/>
                </a:lnTo>
                <a:lnTo>
                  <a:pt x="632" y="3"/>
                </a:lnTo>
                <a:lnTo>
                  <a:pt x="611" y="3"/>
                </a:lnTo>
                <a:lnTo>
                  <a:pt x="591" y="4"/>
                </a:lnTo>
                <a:lnTo>
                  <a:pt x="571" y="6"/>
                </a:lnTo>
                <a:lnTo>
                  <a:pt x="551" y="8"/>
                </a:lnTo>
                <a:lnTo>
                  <a:pt x="531" y="11"/>
                </a:lnTo>
                <a:lnTo>
                  <a:pt x="511" y="14"/>
                </a:lnTo>
                <a:lnTo>
                  <a:pt x="491" y="17"/>
                </a:lnTo>
                <a:lnTo>
                  <a:pt x="471" y="21"/>
                </a:lnTo>
                <a:lnTo>
                  <a:pt x="452" y="25"/>
                </a:lnTo>
                <a:lnTo>
                  <a:pt x="433" y="30"/>
                </a:lnTo>
                <a:lnTo>
                  <a:pt x="414" y="35"/>
                </a:lnTo>
                <a:lnTo>
                  <a:pt x="395" y="41"/>
                </a:lnTo>
                <a:lnTo>
                  <a:pt x="376" y="47"/>
                </a:lnTo>
                <a:lnTo>
                  <a:pt x="358" y="53"/>
                </a:lnTo>
                <a:lnTo>
                  <a:pt x="340" y="60"/>
                </a:lnTo>
                <a:lnTo>
                  <a:pt x="322" y="67"/>
                </a:lnTo>
                <a:lnTo>
                  <a:pt x="305" y="75"/>
                </a:lnTo>
                <a:lnTo>
                  <a:pt x="288" y="83"/>
                </a:lnTo>
                <a:lnTo>
                  <a:pt x="271" y="91"/>
                </a:lnTo>
                <a:lnTo>
                  <a:pt x="255" y="100"/>
                </a:lnTo>
                <a:lnTo>
                  <a:pt x="239" y="109"/>
                </a:lnTo>
                <a:lnTo>
                  <a:pt x="224" y="118"/>
                </a:lnTo>
                <a:lnTo>
                  <a:pt x="209" y="128"/>
                </a:lnTo>
                <a:lnTo>
                  <a:pt x="194" y="138"/>
                </a:lnTo>
                <a:lnTo>
                  <a:pt x="180" y="149"/>
                </a:lnTo>
                <a:lnTo>
                  <a:pt x="166" y="159"/>
                </a:lnTo>
                <a:lnTo>
                  <a:pt x="153" y="171"/>
                </a:lnTo>
                <a:lnTo>
                  <a:pt x="140" y="182"/>
                </a:lnTo>
                <a:lnTo>
                  <a:pt x="128" y="194"/>
                </a:lnTo>
                <a:lnTo>
                  <a:pt x="116" y="206"/>
                </a:lnTo>
                <a:lnTo>
                  <a:pt x="105" y="218"/>
                </a:lnTo>
                <a:lnTo>
                  <a:pt x="95" y="231"/>
                </a:lnTo>
                <a:lnTo>
                  <a:pt x="84" y="244"/>
                </a:lnTo>
                <a:lnTo>
                  <a:pt x="75" y="257"/>
                </a:lnTo>
                <a:lnTo>
                  <a:pt x="66" y="270"/>
                </a:lnTo>
                <a:lnTo>
                  <a:pt x="58" y="283"/>
                </a:lnTo>
                <a:lnTo>
                  <a:pt x="50" y="297"/>
                </a:lnTo>
                <a:lnTo>
                  <a:pt x="43" y="310"/>
                </a:lnTo>
                <a:lnTo>
                  <a:pt x="36" y="324"/>
                </a:lnTo>
                <a:lnTo>
                  <a:pt x="30" y="338"/>
                </a:lnTo>
                <a:lnTo>
                  <a:pt x="25" y="352"/>
                </a:lnTo>
                <a:lnTo>
                  <a:pt x="20" y="366"/>
                </a:lnTo>
                <a:lnTo>
                  <a:pt x="16" y="380"/>
                </a:lnTo>
                <a:lnTo>
                  <a:pt x="12" y="395"/>
                </a:lnTo>
                <a:lnTo>
                  <a:pt x="9" y="409"/>
                </a:lnTo>
                <a:lnTo>
                  <a:pt x="7" y="424"/>
                </a:lnTo>
                <a:lnTo>
                  <a:pt x="6" y="438"/>
                </a:lnTo>
                <a:lnTo>
                  <a:pt x="5" y="453"/>
                </a:lnTo>
                <a:lnTo>
                  <a:pt x="4" y="467"/>
                </a:lnTo>
                <a:lnTo>
                  <a:pt x="5" y="482"/>
                </a:lnTo>
                <a:lnTo>
                  <a:pt x="6" y="496"/>
                </a:lnTo>
                <a:lnTo>
                  <a:pt x="7" y="511"/>
                </a:lnTo>
                <a:lnTo>
                  <a:pt x="9" y="525"/>
                </a:lnTo>
                <a:lnTo>
                  <a:pt x="12" y="540"/>
                </a:lnTo>
                <a:lnTo>
                  <a:pt x="16" y="554"/>
                </a:lnTo>
                <a:lnTo>
                  <a:pt x="20" y="569"/>
                </a:lnTo>
                <a:lnTo>
                  <a:pt x="25" y="583"/>
                </a:lnTo>
                <a:lnTo>
                  <a:pt x="30" y="597"/>
                </a:lnTo>
                <a:lnTo>
                  <a:pt x="36" y="611"/>
                </a:lnTo>
                <a:lnTo>
                  <a:pt x="43" y="624"/>
                </a:lnTo>
                <a:lnTo>
                  <a:pt x="50" y="638"/>
                </a:lnTo>
                <a:lnTo>
                  <a:pt x="58" y="652"/>
                </a:lnTo>
                <a:lnTo>
                  <a:pt x="66" y="665"/>
                </a:lnTo>
                <a:lnTo>
                  <a:pt x="75" y="678"/>
                </a:lnTo>
                <a:lnTo>
                  <a:pt x="84" y="691"/>
                </a:lnTo>
                <a:lnTo>
                  <a:pt x="95" y="703"/>
                </a:lnTo>
                <a:lnTo>
                  <a:pt x="105" y="716"/>
                </a:lnTo>
                <a:lnTo>
                  <a:pt x="116" y="728"/>
                </a:lnTo>
                <a:lnTo>
                  <a:pt x="128" y="740"/>
                </a:lnTo>
                <a:lnTo>
                  <a:pt x="140" y="752"/>
                </a:lnTo>
                <a:lnTo>
                  <a:pt x="153" y="763"/>
                </a:lnTo>
                <a:lnTo>
                  <a:pt x="166" y="774"/>
                </a:lnTo>
                <a:lnTo>
                  <a:pt x="180" y="785"/>
                </a:lnTo>
                <a:lnTo>
                  <a:pt x="194" y="795"/>
                </a:lnTo>
                <a:lnTo>
                  <a:pt x="209" y="806"/>
                </a:lnTo>
                <a:lnTo>
                  <a:pt x="224" y="815"/>
                </a:lnTo>
                <a:lnTo>
                  <a:pt x="239" y="825"/>
                </a:lnTo>
                <a:lnTo>
                  <a:pt x="255" y="834"/>
                </a:lnTo>
                <a:lnTo>
                  <a:pt x="271" y="843"/>
                </a:lnTo>
                <a:lnTo>
                  <a:pt x="288" y="851"/>
                </a:lnTo>
                <a:lnTo>
                  <a:pt x="305" y="859"/>
                </a:lnTo>
                <a:lnTo>
                  <a:pt x="322" y="867"/>
                </a:lnTo>
                <a:lnTo>
                  <a:pt x="340" y="874"/>
                </a:lnTo>
                <a:lnTo>
                  <a:pt x="358" y="881"/>
                </a:lnTo>
                <a:lnTo>
                  <a:pt x="376" y="887"/>
                </a:lnTo>
                <a:lnTo>
                  <a:pt x="395" y="893"/>
                </a:lnTo>
                <a:lnTo>
                  <a:pt x="414" y="899"/>
                </a:lnTo>
                <a:lnTo>
                  <a:pt x="433" y="904"/>
                </a:lnTo>
                <a:lnTo>
                  <a:pt x="452" y="909"/>
                </a:lnTo>
                <a:lnTo>
                  <a:pt x="471" y="913"/>
                </a:lnTo>
                <a:lnTo>
                  <a:pt x="491" y="917"/>
                </a:lnTo>
                <a:lnTo>
                  <a:pt x="511" y="920"/>
                </a:lnTo>
                <a:lnTo>
                  <a:pt x="531" y="923"/>
                </a:lnTo>
                <a:lnTo>
                  <a:pt x="551" y="926"/>
                </a:lnTo>
                <a:lnTo>
                  <a:pt x="571" y="928"/>
                </a:lnTo>
                <a:lnTo>
                  <a:pt x="591" y="929"/>
                </a:lnTo>
                <a:lnTo>
                  <a:pt x="611" y="930"/>
                </a:lnTo>
                <a:lnTo>
                  <a:pt x="632" y="931"/>
                </a:lnTo>
                <a:lnTo>
                  <a:pt x="652" y="931"/>
                </a:lnTo>
                <a:lnTo>
                  <a:pt x="672" y="931"/>
                </a:lnTo>
                <a:lnTo>
                  <a:pt x="693" y="930"/>
                </a:lnTo>
                <a:lnTo>
                  <a:pt x="713" y="929"/>
                </a:lnTo>
                <a:lnTo>
                  <a:pt x="733" y="928"/>
                </a:lnTo>
                <a:lnTo>
                  <a:pt x="753" y="926"/>
                </a:lnTo>
                <a:lnTo>
                  <a:pt x="773" y="923"/>
                </a:lnTo>
                <a:lnTo>
                  <a:pt x="793" y="920"/>
                </a:lnTo>
                <a:lnTo>
                  <a:pt x="813" y="917"/>
                </a:lnTo>
                <a:lnTo>
                  <a:pt x="833" y="913"/>
                </a:lnTo>
                <a:lnTo>
                  <a:pt x="852" y="909"/>
                </a:lnTo>
                <a:lnTo>
                  <a:pt x="871" y="904"/>
                </a:lnTo>
                <a:lnTo>
                  <a:pt x="890" y="899"/>
                </a:lnTo>
                <a:lnTo>
                  <a:pt x="909" y="893"/>
                </a:lnTo>
                <a:lnTo>
                  <a:pt x="928" y="887"/>
                </a:lnTo>
                <a:lnTo>
                  <a:pt x="946" y="881"/>
                </a:lnTo>
                <a:lnTo>
                  <a:pt x="964" y="874"/>
                </a:lnTo>
                <a:lnTo>
                  <a:pt x="982" y="867"/>
                </a:lnTo>
                <a:lnTo>
                  <a:pt x="999" y="859"/>
                </a:lnTo>
                <a:lnTo>
                  <a:pt x="1016" y="851"/>
                </a:lnTo>
                <a:lnTo>
                  <a:pt x="1033" y="843"/>
                </a:lnTo>
                <a:lnTo>
                  <a:pt x="1050" y="834"/>
                </a:lnTo>
                <a:lnTo>
                  <a:pt x="1066" y="825"/>
                </a:lnTo>
                <a:lnTo>
                  <a:pt x="1081" y="815"/>
                </a:lnTo>
                <a:lnTo>
                  <a:pt x="1096" y="806"/>
                </a:lnTo>
                <a:lnTo>
                  <a:pt x="1111" y="795"/>
                </a:lnTo>
                <a:lnTo>
                  <a:pt x="1125" y="785"/>
                </a:lnTo>
                <a:lnTo>
                  <a:pt x="1139" y="774"/>
                </a:lnTo>
                <a:lnTo>
                  <a:pt x="1152" y="763"/>
                </a:lnTo>
                <a:lnTo>
                  <a:pt x="1165" y="752"/>
                </a:lnTo>
                <a:lnTo>
                  <a:pt x="1177" y="740"/>
                </a:lnTo>
                <a:lnTo>
                  <a:pt x="1189" y="728"/>
                </a:lnTo>
                <a:lnTo>
                  <a:pt x="1200" y="716"/>
                </a:lnTo>
                <a:lnTo>
                  <a:pt x="1210" y="703"/>
                </a:lnTo>
                <a:lnTo>
                  <a:pt x="1220" y="691"/>
                </a:lnTo>
                <a:lnTo>
                  <a:pt x="1230" y="678"/>
                </a:lnTo>
                <a:lnTo>
                  <a:pt x="1239" y="665"/>
                </a:lnTo>
                <a:lnTo>
                  <a:pt x="1247" y="652"/>
                </a:lnTo>
                <a:lnTo>
                  <a:pt x="1255" y="638"/>
                </a:lnTo>
                <a:lnTo>
                  <a:pt x="1262" y="624"/>
                </a:lnTo>
                <a:lnTo>
                  <a:pt x="1269" y="611"/>
                </a:lnTo>
                <a:lnTo>
                  <a:pt x="1275" y="597"/>
                </a:lnTo>
                <a:lnTo>
                  <a:pt x="1280" y="583"/>
                </a:lnTo>
                <a:lnTo>
                  <a:pt x="1285" y="569"/>
                </a:lnTo>
                <a:lnTo>
                  <a:pt x="1289" y="554"/>
                </a:lnTo>
                <a:lnTo>
                  <a:pt x="1293" y="540"/>
                </a:lnTo>
                <a:lnTo>
                  <a:pt x="1295" y="525"/>
                </a:lnTo>
                <a:lnTo>
                  <a:pt x="1298" y="511"/>
                </a:lnTo>
                <a:lnTo>
                  <a:pt x="1299" y="496"/>
                </a:lnTo>
                <a:lnTo>
                  <a:pt x="1300" y="482"/>
                </a:lnTo>
                <a:lnTo>
                  <a:pt x="1301" y="467"/>
                </a:lnTo>
                <a:moveTo>
                  <a:pt x="1304" y="467"/>
                </a:moveTo>
                <a:lnTo>
                  <a:pt x="1304" y="482"/>
                </a:lnTo>
                <a:lnTo>
                  <a:pt x="1303" y="497"/>
                </a:lnTo>
                <a:lnTo>
                  <a:pt x="1302" y="511"/>
                </a:lnTo>
                <a:lnTo>
                  <a:pt x="1299" y="526"/>
                </a:lnTo>
                <a:lnTo>
                  <a:pt x="1296" y="540"/>
                </a:lnTo>
                <a:lnTo>
                  <a:pt x="1293" y="555"/>
                </a:lnTo>
                <a:lnTo>
                  <a:pt x="1289" y="569"/>
                </a:lnTo>
                <a:lnTo>
                  <a:pt x="1284" y="583"/>
                </a:lnTo>
                <a:lnTo>
                  <a:pt x="1279" y="598"/>
                </a:lnTo>
                <a:lnTo>
                  <a:pt x="1273" y="612"/>
                </a:lnTo>
                <a:lnTo>
                  <a:pt x="1266" y="625"/>
                </a:lnTo>
                <a:lnTo>
                  <a:pt x="1259" y="639"/>
                </a:lnTo>
                <a:lnTo>
                  <a:pt x="1251" y="653"/>
                </a:lnTo>
                <a:lnTo>
                  <a:pt x="1242" y="666"/>
                </a:lnTo>
                <a:lnTo>
                  <a:pt x="1233" y="679"/>
                </a:lnTo>
                <a:lnTo>
                  <a:pt x="1224" y="692"/>
                </a:lnTo>
                <a:lnTo>
                  <a:pt x="1214" y="705"/>
                </a:lnTo>
                <a:lnTo>
                  <a:pt x="1203" y="717"/>
                </a:lnTo>
                <a:lnTo>
                  <a:pt x="1192" y="730"/>
                </a:lnTo>
                <a:lnTo>
                  <a:pt x="1180" y="742"/>
                </a:lnTo>
                <a:lnTo>
                  <a:pt x="1168" y="753"/>
                </a:lnTo>
                <a:lnTo>
                  <a:pt x="1155" y="765"/>
                </a:lnTo>
                <a:lnTo>
                  <a:pt x="1142" y="776"/>
                </a:lnTo>
                <a:lnTo>
                  <a:pt x="1128" y="787"/>
                </a:lnTo>
                <a:lnTo>
                  <a:pt x="1114" y="797"/>
                </a:lnTo>
                <a:lnTo>
                  <a:pt x="1099" y="808"/>
                </a:lnTo>
                <a:lnTo>
                  <a:pt x="1084" y="817"/>
                </a:lnTo>
                <a:lnTo>
                  <a:pt x="1068" y="827"/>
                </a:lnTo>
                <a:lnTo>
                  <a:pt x="1052" y="836"/>
                </a:lnTo>
                <a:lnTo>
                  <a:pt x="1035" y="845"/>
                </a:lnTo>
                <a:lnTo>
                  <a:pt x="1018" y="853"/>
                </a:lnTo>
                <a:lnTo>
                  <a:pt x="1001" y="861"/>
                </a:lnTo>
                <a:lnTo>
                  <a:pt x="984" y="869"/>
                </a:lnTo>
                <a:lnTo>
                  <a:pt x="966" y="876"/>
                </a:lnTo>
                <a:lnTo>
                  <a:pt x="948" y="883"/>
                </a:lnTo>
                <a:lnTo>
                  <a:pt x="929" y="890"/>
                </a:lnTo>
                <a:lnTo>
                  <a:pt x="911" y="896"/>
                </a:lnTo>
                <a:lnTo>
                  <a:pt x="892" y="901"/>
                </a:lnTo>
                <a:lnTo>
                  <a:pt x="873" y="906"/>
                </a:lnTo>
                <a:lnTo>
                  <a:pt x="853" y="911"/>
                </a:lnTo>
                <a:lnTo>
                  <a:pt x="834" y="915"/>
                </a:lnTo>
                <a:lnTo>
                  <a:pt x="814" y="919"/>
                </a:lnTo>
                <a:lnTo>
                  <a:pt x="794" y="923"/>
                </a:lnTo>
                <a:lnTo>
                  <a:pt x="774" y="926"/>
                </a:lnTo>
                <a:lnTo>
                  <a:pt x="754" y="928"/>
                </a:lnTo>
                <a:lnTo>
                  <a:pt x="734" y="930"/>
                </a:lnTo>
                <a:lnTo>
                  <a:pt x="713" y="932"/>
                </a:lnTo>
                <a:lnTo>
                  <a:pt x="693" y="933"/>
                </a:lnTo>
                <a:lnTo>
                  <a:pt x="672" y="934"/>
                </a:lnTo>
                <a:lnTo>
                  <a:pt x="652" y="934"/>
                </a:lnTo>
                <a:lnTo>
                  <a:pt x="631" y="934"/>
                </a:lnTo>
                <a:lnTo>
                  <a:pt x="611" y="933"/>
                </a:lnTo>
                <a:lnTo>
                  <a:pt x="591" y="932"/>
                </a:lnTo>
                <a:lnTo>
                  <a:pt x="570" y="930"/>
                </a:lnTo>
                <a:lnTo>
                  <a:pt x="550" y="928"/>
                </a:lnTo>
                <a:lnTo>
                  <a:pt x="530" y="926"/>
                </a:lnTo>
                <a:lnTo>
                  <a:pt x="510" y="923"/>
                </a:lnTo>
                <a:lnTo>
                  <a:pt x="490" y="919"/>
                </a:lnTo>
                <a:lnTo>
                  <a:pt x="470" y="915"/>
                </a:lnTo>
                <a:lnTo>
                  <a:pt x="451" y="911"/>
                </a:lnTo>
                <a:lnTo>
                  <a:pt x="431" y="906"/>
                </a:lnTo>
                <a:lnTo>
                  <a:pt x="412" y="901"/>
                </a:lnTo>
                <a:lnTo>
                  <a:pt x="393" y="896"/>
                </a:lnTo>
                <a:lnTo>
                  <a:pt x="375" y="890"/>
                </a:lnTo>
                <a:lnTo>
                  <a:pt x="356" y="883"/>
                </a:lnTo>
                <a:lnTo>
                  <a:pt x="338" y="876"/>
                </a:lnTo>
                <a:lnTo>
                  <a:pt x="320" y="869"/>
                </a:lnTo>
                <a:lnTo>
                  <a:pt x="303" y="861"/>
                </a:lnTo>
                <a:lnTo>
                  <a:pt x="286" y="853"/>
                </a:lnTo>
                <a:lnTo>
                  <a:pt x="269" y="845"/>
                </a:lnTo>
                <a:lnTo>
                  <a:pt x="253" y="836"/>
                </a:lnTo>
                <a:lnTo>
                  <a:pt x="237" y="827"/>
                </a:lnTo>
                <a:lnTo>
                  <a:pt x="221" y="817"/>
                </a:lnTo>
                <a:lnTo>
                  <a:pt x="206" y="808"/>
                </a:lnTo>
                <a:lnTo>
                  <a:pt x="191" y="797"/>
                </a:lnTo>
                <a:lnTo>
                  <a:pt x="177" y="787"/>
                </a:lnTo>
                <a:lnTo>
                  <a:pt x="163" y="776"/>
                </a:lnTo>
                <a:lnTo>
                  <a:pt x="150" y="765"/>
                </a:lnTo>
                <a:lnTo>
                  <a:pt x="137" y="753"/>
                </a:lnTo>
                <a:lnTo>
                  <a:pt x="125" y="742"/>
                </a:lnTo>
                <a:lnTo>
                  <a:pt x="113" y="730"/>
                </a:lnTo>
                <a:lnTo>
                  <a:pt x="102" y="717"/>
                </a:lnTo>
                <a:lnTo>
                  <a:pt x="91" y="705"/>
                </a:lnTo>
                <a:lnTo>
                  <a:pt x="81" y="692"/>
                </a:lnTo>
                <a:lnTo>
                  <a:pt x="71" y="679"/>
                </a:lnTo>
                <a:lnTo>
                  <a:pt x="62" y="666"/>
                </a:lnTo>
                <a:lnTo>
                  <a:pt x="54" y="653"/>
                </a:lnTo>
                <a:lnTo>
                  <a:pt x="46" y="639"/>
                </a:lnTo>
                <a:lnTo>
                  <a:pt x="39" y="625"/>
                </a:lnTo>
                <a:lnTo>
                  <a:pt x="32" y="612"/>
                </a:lnTo>
                <a:lnTo>
                  <a:pt x="26" y="598"/>
                </a:lnTo>
                <a:lnTo>
                  <a:pt x="21" y="583"/>
                </a:lnTo>
                <a:lnTo>
                  <a:pt x="16" y="569"/>
                </a:lnTo>
                <a:lnTo>
                  <a:pt x="12" y="555"/>
                </a:lnTo>
                <a:lnTo>
                  <a:pt x="9" y="540"/>
                </a:lnTo>
                <a:lnTo>
                  <a:pt x="6" y="526"/>
                </a:lnTo>
                <a:lnTo>
                  <a:pt x="3" y="511"/>
                </a:lnTo>
                <a:lnTo>
                  <a:pt x="2" y="497"/>
                </a:lnTo>
                <a:lnTo>
                  <a:pt x="1" y="482"/>
                </a:lnTo>
                <a:lnTo>
                  <a:pt x="0" y="467"/>
                </a:lnTo>
                <a:lnTo>
                  <a:pt x="1" y="453"/>
                </a:lnTo>
                <a:lnTo>
                  <a:pt x="2" y="438"/>
                </a:lnTo>
                <a:lnTo>
                  <a:pt x="3" y="423"/>
                </a:lnTo>
                <a:lnTo>
                  <a:pt x="6" y="409"/>
                </a:lnTo>
                <a:lnTo>
                  <a:pt x="9" y="394"/>
                </a:lnTo>
                <a:lnTo>
                  <a:pt x="12" y="380"/>
                </a:lnTo>
                <a:lnTo>
                  <a:pt x="16" y="365"/>
                </a:lnTo>
                <a:lnTo>
                  <a:pt x="21" y="351"/>
                </a:lnTo>
                <a:lnTo>
                  <a:pt x="26" y="337"/>
                </a:lnTo>
                <a:lnTo>
                  <a:pt x="32" y="323"/>
                </a:lnTo>
                <a:lnTo>
                  <a:pt x="39" y="309"/>
                </a:lnTo>
                <a:lnTo>
                  <a:pt x="46" y="295"/>
                </a:lnTo>
                <a:lnTo>
                  <a:pt x="54" y="282"/>
                </a:lnTo>
                <a:lnTo>
                  <a:pt x="62" y="269"/>
                </a:lnTo>
                <a:lnTo>
                  <a:pt x="71" y="255"/>
                </a:lnTo>
                <a:lnTo>
                  <a:pt x="81" y="242"/>
                </a:lnTo>
                <a:lnTo>
                  <a:pt x="91" y="230"/>
                </a:lnTo>
                <a:lnTo>
                  <a:pt x="102" y="216"/>
                </a:lnTo>
                <a:lnTo>
                  <a:pt x="113" y="204"/>
                </a:lnTo>
                <a:lnTo>
                  <a:pt x="125" y="192"/>
                </a:lnTo>
                <a:lnTo>
                  <a:pt x="137" y="180"/>
                </a:lnTo>
                <a:lnTo>
                  <a:pt x="150" y="169"/>
                </a:lnTo>
                <a:lnTo>
                  <a:pt x="163" y="158"/>
                </a:lnTo>
                <a:lnTo>
                  <a:pt x="177" y="147"/>
                </a:lnTo>
                <a:lnTo>
                  <a:pt x="191" y="136"/>
                </a:lnTo>
                <a:lnTo>
                  <a:pt x="206" y="126"/>
                </a:lnTo>
                <a:lnTo>
                  <a:pt x="221" y="116"/>
                </a:lnTo>
                <a:lnTo>
                  <a:pt x="237" y="107"/>
                </a:lnTo>
                <a:lnTo>
                  <a:pt x="253" y="98"/>
                </a:lnTo>
                <a:lnTo>
                  <a:pt x="269" y="89"/>
                </a:lnTo>
                <a:lnTo>
                  <a:pt x="286" y="80"/>
                </a:lnTo>
                <a:lnTo>
                  <a:pt x="303" y="72"/>
                </a:lnTo>
                <a:lnTo>
                  <a:pt x="320" y="65"/>
                </a:lnTo>
                <a:lnTo>
                  <a:pt x="338" y="57"/>
                </a:lnTo>
                <a:lnTo>
                  <a:pt x="356" y="50"/>
                </a:lnTo>
                <a:lnTo>
                  <a:pt x="375" y="44"/>
                </a:lnTo>
                <a:lnTo>
                  <a:pt x="393" y="38"/>
                </a:lnTo>
                <a:lnTo>
                  <a:pt x="412" y="32"/>
                </a:lnTo>
                <a:lnTo>
                  <a:pt x="431" y="27"/>
                </a:lnTo>
                <a:lnTo>
                  <a:pt x="451" y="22"/>
                </a:lnTo>
                <a:lnTo>
                  <a:pt x="470" y="18"/>
                </a:lnTo>
                <a:lnTo>
                  <a:pt x="490" y="14"/>
                </a:lnTo>
                <a:lnTo>
                  <a:pt x="510" y="11"/>
                </a:lnTo>
                <a:lnTo>
                  <a:pt x="530" y="8"/>
                </a:lnTo>
                <a:lnTo>
                  <a:pt x="550" y="5"/>
                </a:lnTo>
                <a:lnTo>
                  <a:pt x="570" y="3"/>
                </a:lnTo>
                <a:lnTo>
                  <a:pt x="591" y="2"/>
                </a:lnTo>
                <a:lnTo>
                  <a:pt x="611" y="0"/>
                </a:lnTo>
                <a:lnTo>
                  <a:pt x="631" y="0"/>
                </a:lnTo>
                <a:lnTo>
                  <a:pt x="652" y="0"/>
                </a:lnTo>
                <a:lnTo>
                  <a:pt x="672" y="0"/>
                </a:lnTo>
                <a:lnTo>
                  <a:pt x="693" y="0"/>
                </a:lnTo>
                <a:lnTo>
                  <a:pt x="713" y="2"/>
                </a:lnTo>
                <a:lnTo>
                  <a:pt x="734" y="3"/>
                </a:lnTo>
                <a:lnTo>
                  <a:pt x="754" y="5"/>
                </a:lnTo>
                <a:lnTo>
                  <a:pt x="774" y="8"/>
                </a:lnTo>
                <a:lnTo>
                  <a:pt x="794" y="11"/>
                </a:lnTo>
                <a:lnTo>
                  <a:pt x="814" y="14"/>
                </a:lnTo>
                <a:lnTo>
                  <a:pt x="834" y="18"/>
                </a:lnTo>
                <a:lnTo>
                  <a:pt x="853" y="22"/>
                </a:lnTo>
                <a:lnTo>
                  <a:pt x="873" y="27"/>
                </a:lnTo>
                <a:lnTo>
                  <a:pt x="892" y="32"/>
                </a:lnTo>
                <a:lnTo>
                  <a:pt x="911" y="38"/>
                </a:lnTo>
                <a:lnTo>
                  <a:pt x="929" y="44"/>
                </a:lnTo>
                <a:lnTo>
                  <a:pt x="948" y="50"/>
                </a:lnTo>
                <a:lnTo>
                  <a:pt x="966" y="57"/>
                </a:lnTo>
                <a:lnTo>
                  <a:pt x="984" y="65"/>
                </a:lnTo>
                <a:lnTo>
                  <a:pt x="1001" y="72"/>
                </a:lnTo>
                <a:lnTo>
                  <a:pt x="1018" y="80"/>
                </a:lnTo>
                <a:lnTo>
                  <a:pt x="1035" y="89"/>
                </a:lnTo>
                <a:lnTo>
                  <a:pt x="1052" y="98"/>
                </a:lnTo>
                <a:lnTo>
                  <a:pt x="1068" y="107"/>
                </a:lnTo>
                <a:lnTo>
                  <a:pt x="1084" y="116"/>
                </a:lnTo>
                <a:lnTo>
                  <a:pt x="1099" y="126"/>
                </a:lnTo>
                <a:lnTo>
                  <a:pt x="1114" y="136"/>
                </a:lnTo>
                <a:lnTo>
                  <a:pt x="1128" y="147"/>
                </a:lnTo>
                <a:lnTo>
                  <a:pt x="1142" y="158"/>
                </a:lnTo>
                <a:lnTo>
                  <a:pt x="1155" y="169"/>
                </a:lnTo>
                <a:lnTo>
                  <a:pt x="1168" y="180"/>
                </a:lnTo>
                <a:lnTo>
                  <a:pt x="1180" y="192"/>
                </a:lnTo>
                <a:lnTo>
                  <a:pt x="1192" y="204"/>
                </a:lnTo>
                <a:lnTo>
                  <a:pt x="1203" y="216"/>
                </a:lnTo>
                <a:lnTo>
                  <a:pt x="1214" y="230"/>
                </a:lnTo>
                <a:lnTo>
                  <a:pt x="1224" y="242"/>
                </a:lnTo>
                <a:lnTo>
                  <a:pt x="1233" y="255"/>
                </a:lnTo>
                <a:lnTo>
                  <a:pt x="1242" y="269"/>
                </a:lnTo>
                <a:lnTo>
                  <a:pt x="1251" y="282"/>
                </a:lnTo>
                <a:lnTo>
                  <a:pt x="1259" y="295"/>
                </a:lnTo>
                <a:lnTo>
                  <a:pt x="1266" y="309"/>
                </a:lnTo>
                <a:lnTo>
                  <a:pt x="1273" y="323"/>
                </a:lnTo>
                <a:lnTo>
                  <a:pt x="1279" y="337"/>
                </a:lnTo>
                <a:lnTo>
                  <a:pt x="1284" y="351"/>
                </a:lnTo>
                <a:lnTo>
                  <a:pt x="1289" y="365"/>
                </a:lnTo>
                <a:lnTo>
                  <a:pt x="1293" y="380"/>
                </a:lnTo>
                <a:lnTo>
                  <a:pt x="1296" y="394"/>
                </a:lnTo>
                <a:lnTo>
                  <a:pt x="1299" y="409"/>
                </a:lnTo>
                <a:lnTo>
                  <a:pt x="1302" y="423"/>
                </a:lnTo>
                <a:lnTo>
                  <a:pt x="1303" y="438"/>
                </a:lnTo>
                <a:lnTo>
                  <a:pt x="1304" y="453"/>
                </a:lnTo>
                <a:lnTo>
                  <a:pt x="1304" y="467"/>
                </a:lnTo>
                <a:close/>
              </a:path>
            </a:pathLst>
          </a:custGeom>
          <a:solidFill>
            <a:srgbClr val="ffb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6" name=""/>
          <p:cNvSpPr/>
          <p:nvPr/>
        </p:nvSpPr>
        <p:spPr>
          <a:xfrm>
            <a:off x="7826760" y="2775240"/>
            <a:ext cx="471960" cy="338400"/>
          </a:xfrm>
          <a:custGeom>
            <a:avLst/>
            <a:gdLst/>
            <a:ahLst/>
            <a:rect l="0" t="0" r="r" b="b"/>
            <a:pathLst>
              <a:path w="1311" h="940">
                <a:moveTo>
                  <a:pt x="1307" y="470"/>
                </a:moveTo>
                <a:lnTo>
                  <a:pt x="1307" y="456"/>
                </a:lnTo>
                <a:lnTo>
                  <a:pt x="1306" y="441"/>
                </a:lnTo>
                <a:lnTo>
                  <a:pt x="1305" y="426"/>
                </a:lnTo>
                <a:lnTo>
                  <a:pt x="1302" y="412"/>
                </a:lnTo>
                <a:lnTo>
                  <a:pt x="1299" y="397"/>
                </a:lnTo>
                <a:lnTo>
                  <a:pt x="1296" y="383"/>
                </a:lnTo>
                <a:lnTo>
                  <a:pt x="1292" y="368"/>
                </a:lnTo>
                <a:lnTo>
                  <a:pt x="1287" y="354"/>
                </a:lnTo>
                <a:lnTo>
                  <a:pt x="1282" y="340"/>
                </a:lnTo>
                <a:lnTo>
                  <a:pt x="1276" y="326"/>
                </a:lnTo>
                <a:lnTo>
                  <a:pt x="1269" y="312"/>
                </a:lnTo>
                <a:lnTo>
                  <a:pt x="1262" y="298"/>
                </a:lnTo>
                <a:lnTo>
                  <a:pt x="1254" y="285"/>
                </a:lnTo>
                <a:lnTo>
                  <a:pt x="1245" y="271"/>
                </a:lnTo>
                <a:lnTo>
                  <a:pt x="1236" y="257"/>
                </a:lnTo>
                <a:lnTo>
                  <a:pt x="1227" y="244"/>
                </a:lnTo>
                <a:lnTo>
                  <a:pt x="1217" y="232"/>
                </a:lnTo>
                <a:lnTo>
                  <a:pt x="1206" y="219"/>
                </a:lnTo>
                <a:lnTo>
                  <a:pt x="1195" y="207"/>
                </a:lnTo>
                <a:lnTo>
                  <a:pt x="1182" y="195"/>
                </a:lnTo>
                <a:lnTo>
                  <a:pt x="1170" y="183"/>
                </a:lnTo>
                <a:lnTo>
                  <a:pt x="1157" y="172"/>
                </a:lnTo>
                <a:lnTo>
                  <a:pt x="1144" y="161"/>
                </a:lnTo>
                <a:lnTo>
                  <a:pt x="1130" y="150"/>
                </a:lnTo>
                <a:lnTo>
                  <a:pt x="1116" y="139"/>
                </a:lnTo>
                <a:lnTo>
                  <a:pt x="1101" y="129"/>
                </a:lnTo>
                <a:lnTo>
                  <a:pt x="1086" y="119"/>
                </a:lnTo>
                <a:lnTo>
                  <a:pt x="1070" y="110"/>
                </a:lnTo>
                <a:lnTo>
                  <a:pt x="1054" y="101"/>
                </a:lnTo>
                <a:lnTo>
                  <a:pt x="1038" y="92"/>
                </a:lnTo>
                <a:lnTo>
                  <a:pt x="1021" y="83"/>
                </a:lnTo>
                <a:lnTo>
                  <a:pt x="1004" y="75"/>
                </a:lnTo>
                <a:lnTo>
                  <a:pt x="987" y="68"/>
                </a:lnTo>
                <a:lnTo>
                  <a:pt x="969" y="60"/>
                </a:lnTo>
                <a:lnTo>
                  <a:pt x="951" y="53"/>
                </a:lnTo>
                <a:lnTo>
                  <a:pt x="932" y="47"/>
                </a:lnTo>
                <a:lnTo>
                  <a:pt x="914" y="41"/>
                </a:lnTo>
                <a:lnTo>
                  <a:pt x="895" y="35"/>
                </a:lnTo>
                <a:lnTo>
                  <a:pt x="876" y="30"/>
                </a:lnTo>
                <a:lnTo>
                  <a:pt x="856" y="25"/>
                </a:lnTo>
                <a:lnTo>
                  <a:pt x="837" y="21"/>
                </a:lnTo>
                <a:lnTo>
                  <a:pt x="817" y="17"/>
                </a:lnTo>
                <a:lnTo>
                  <a:pt x="797" y="14"/>
                </a:lnTo>
                <a:lnTo>
                  <a:pt x="777" y="11"/>
                </a:lnTo>
                <a:lnTo>
                  <a:pt x="757" y="8"/>
                </a:lnTo>
                <a:lnTo>
                  <a:pt x="737" y="6"/>
                </a:lnTo>
                <a:lnTo>
                  <a:pt x="716" y="5"/>
                </a:lnTo>
                <a:lnTo>
                  <a:pt x="696" y="3"/>
                </a:lnTo>
                <a:lnTo>
                  <a:pt x="675" y="3"/>
                </a:lnTo>
                <a:lnTo>
                  <a:pt x="655" y="3"/>
                </a:lnTo>
                <a:lnTo>
                  <a:pt x="634" y="3"/>
                </a:lnTo>
                <a:lnTo>
                  <a:pt x="614" y="3"/>
                </a:lnTo>
                <a:lnTo>
                  <a:pt x="594" y="5"/>
                </a:lnTo>
                <a:lnTo>
                  <a:pt x="573" y="6"/>
                </a:lnTo>
                <a:lnTo>
                  <a:pt x="553" y="8"/>
                </a:lnTo>
                <a:lnTo>
                  <a:pt x="533" y="11"/>
                </a:lnTo>
                <a:lnTo>
                  <a:pt x="513" y="14"/>
                </a:lnTo>
                <a:lnTo>
                  <a:pt x="493" y="17"/>
                </a:lnTo>
                <a:lnTo>
                  <a:pt x="473" y="21"/>
                </a:lnTo>
                <a:lnTo>
                  <a:pt x="454" y="25"/>
                </a:lnTo>
                <a:lnTo>
                  <a:pt x="434" y="30"/>
                </a:lnTo>
                <a:lnTo>
                  <a:pt x="415" y="35"/>
                </a:lnTo>
                <a:lnTo>
                  <a:pt x="396" y="41"/>
                </a:lnTo>
                <a:lnTo>
                  <a:pt x="378" y="47"/>
                </a:lnTo>
                <a:lnTo>
                  <a:pt x="359" y="53"/>
                </a:lnTo>
                <a:lnTo>
                  <a:pt x="341" y="60"/>
                </a:lnTo>
                <a:lnTo>
                  <a:pt x="323" y="68"/>
                </a:lnTo>
                <a:lnTo>
                  <a:pt x="306" y="75"/>
                </a:lnTo>
                <a:lnTo>
                  <a:pt x="289" y="83"/>
                </a:lnTo>
                <a:lnTo>
                  <a:pt x="272" y="92"/>
                </a:lnTo>
                <a:lnTo>
                  <a:pt x="256" y="101"/>
                </a:lnTo>
                <a:lnTo>
                  <a:pt x="240" y="110"/>
                </a:lnTo>
                <a:lnTo>
                  <a:pt x="224" y="119"/>
                </a:lnTo>
                <a:lnTo>
                  <a:pt x="209" y="129"/>
                </a:lnTo>
                <a:lnTo>
                  <a:pt x="194" y="139"/>
                </a:lnTo>
                <a:lnTo>
                  <a:pt x="180" y="150"/>
                </a:lnTo>
                <a:lnTo>
                  <a:pt x="166" y="161"/>
                </a:lnTo>
                <a:lnTo>
                  <a:pt x="153" y="172"/>
                </a:lnTo>
                <a:lnTo>
                  <a:pt x="140" y="183"/>
                </a:lnTo>
                <a:lnTo>
                  <a:pt x="128" y="195"/>
                </a:lnTo>
                <a:lnTo>
                  <a:pt x="116" y="207"/>
                </a:lnTo>
                <a:lnTo>
                  <a:pt x="105" y="219"/>
                </a:lnTo>
                <a:lnTo>
                  <a:pt x="94" y="232"/>
                </a:lnTo>
                <a:lnTo>
                  <a:pt x="84" y="244"/>
                </a:lnTo>
                <a:lnTo>
                  <a:pt x="74" y="257"/>
                </a:lnTo>
                <a:lnTo>
                  <a:pt x="65" y="271"/>
                </a:lnTo>
                <a:lnTo>
                  <a:pt x="57" y="285"/>
                </a:lnTo>
                <a:lnTo>
                  <a:pt x="49" y="298"/>
                </a:lnTo>
                <a:lnTo>
                  <a:pt x="42" y="312"/>
                </a:lnTo>
                <a:lnTo>
                  <a:pt x="35" y="326"/>
                </a:lnTo>
                <a:lnTo>
                  <a:pt x="29" y="340"/>
                </a:lnTo>
                <a:lnTo>
                  <a:pt x="24" y="354"/>
                </a:lnTo>
                <a:lnTo>
                  <a:pt x="19" y="368"/>
                </a:lnTo>
                <a:lnTo>
                  <a:pt x="15" y="383"/>
                </a:lnTo>
                <a:lnTo>
                  <a:pt x="12" y="397"/>
                </a:lnTo>
                <a:lnTo>
                  <a:pt x="9" y="412"/>
                </a:lnTo>
                <a:lnTo>
                  <a:pt x="6" y="426"/>
                </a:lnTo>
                <a:lnTo>
                  <a:pt x="5" y="441"/>
                </a:lnTo>
                <a:lnTo>
                  <a:pt x="4" y="456"/>
                </a:lnTo>
                <a:lnTo>
                  <a:pt x="3" y="470"/>
                </a:lnTo>
                <a:lnTo>
                  <a:pt x="4" y="485"/>
                </a:lnTo>
                <a:lnTo>
                  <a:pt x="5" y="500"/>
                </a:lnTo>
                <a:lnTo>
                  <a:pt x="6" y="514"/>
                </a:lnTo>
                <a:lnTo>
                  <a:pt x="9" y="529"/>
                </a:lnTo>
                <a:lnTo>
                  <a:pt x="12" y="543"/>
                </a:lnTo>
                <a:lnTo>
                  <a:pt x="15" y="558"/>
                </a:lnTo>
                <a:lnTo>
                  <a:pt x="19" y="572"/>
                </a:lnTo>
                <a:lnTo>
                  <a:pt x="24" y="586"/>
                </a:lnTo>
                <a:lnTo>
                  <a:pt x="29" y="601"/>
                </a:lnTo>
                <a:lnTo>
                  <a:pt x="35" y="615"/>
                </a:lnTo>
                <a:lnTo>
                  <a:pt x="42" y="628"/>
                </a:lnTo>
                <a:lnTo>
                  <a:pt x="49" y="642"/>
                </a:lnTo>
                <a:lnTo>
                  <a:pt x="57" y="656"/>
                </a:lnTo>
                <a:lnTo>
                  <a:pt x="65" y="669"/>
                </a:lnTo>
                <a:lnTo>
                  <a:pt x="74" y="682"/>
                </a:lnTo>
                <a:lnTo>
                  <a:pt x="84" y="695"/>
                </a:lnTo>
                <a:lnTo>
                  <a:pt x="94" y="708"/>
                </a:lnTo>
                <a:lnTo>
                  <a:pt x="105" y="720"/>
                </a:lnTo>
                <a:lnTo>
                  <a:pt x="116" y="733"/>
                </a:lnTo>
                <a:lnTo>
                  <a:pt x="128" y="745"/>
                </a:lnTo>
                <a:lnTo>
                  <a:pt x="140" y="756"/>
                </a:lnTo>
                <a:lnTo>
                  <a:pt x="153" y="768"/>
                </a:lnTo>
                <a:lnTo>
                  <a:pt x="166" y="779"/>
                </a:lnTo>
                <a:lnTo>
                  <a:pt x="180" y="790"/>
                </a:lnTo>
                <a:lnTo>
                  <a:pt x="194" y="800"/>
                </a:lnTo>
                <a:lnTo>
                  <a:pt x="209" y="811"/>
                </a:lnTo>
                <a:lnTo>
                  <a:pt x="224" y="820"/>
                </a:lnTo>
                <a:lnTo>
                  <a:pt x="240" y="830"/>
                </a:lnTo>
                <a:lnTo>
                  <a:pt x="256" y="839"/>
                </a:lnTo>
                <a:lnTo>
                  <a:pt x="272" y="848"/>
                </a:lnTo>
                <a:lnTo>
                  <a:pt x="289" y="856"/>
                </a:lnTo>
                <a:lnTo>
                  <a:pt x="306" y="864"/>
                </a:lnTo>
                <a:lnTo>
                  <a:pt x="323" y="872"/>
                </a:lnTo>
                <a:lnTo>
                  <a:pt x="341" y="879"/>
                </a:lnTo>
                <a:lnTo>
                  <a:pt x="359" y="886"/>
                </a:lnTo>
                <a:lnTo>
                  <a:pt x="378" y="893"/>
                </a:lnTo>
                <a:lnTo>
                  <a:pt x="396" y="899"/>
                </a:lnTo>
                <a:lnTo>
                  <a:pt x="415" y="904"/>
                </a:lnTo>
                <a:lnTo>
                  <a:pt x="434" y="909"/>
                </a:lnTo>
                <a:lnTo>
                  <a:pt x="454" y="914"/>
                </a:lnTo>
                <a:lnTo>
                  <a:pt x="473" y="918"/>
                </a:lnTo>
                <a:lnTo>
                  <a:pt x="493" y="922"/>
                </a:lnTo>
                <a:lnTo>
                  <a:pt x="513" y="926"/>
                </a:lnTo>
                <a:lnTo>
                  <a:pt x="533" y="929"/>
                </a:lnTo>
                <a:lnTo>
                  <a:pt x="553" y="931"/>
                </a:lnTo>
                <a:lnTo>
                  <a:pt x="573" y="933"/>
                </a:lnTo>
                <a:lnTo>
                  <a:pt x="594" y="935"/>
                </a:lnTo>
                <a:lnTo>
                  <a:pt x="614" y="936"/>
                </a:lnTo>
                <a:lnTo>
                  <a:pt x="634" y="937"/>
                </a:lnTo>
                <a:lnTo>
                  <a:pt x="655" y="937"/>
                </a:lnTo>
                <a:lnTo>
                  <a:pt x="675" y="937"/>
                </a:lnTo>
                <a:lnTo>
                  <a:pt x="696" y="936"/>
                </a:lnTo>
                <a:lnTo>
                  <a:pt x="716" y="935"/>
                </a:lnTo>
                <a:lnTo>
                  <a:pt x="737" y="933"/>
                </a:lnTo>
                <a:lnTo>
                  <a:pt x="757" y="931"/>
                </a:lnTo>
                <a:lnTo>
                  <a:pt x="777" y="929"/>
                </a:lnTo>
                <a:lnTo>
                  <a:pt x="797" y="926"/>
                </a:lnTo>
                <a:lnTo>
                  <a:pt x="817" y="922"/>
                </a:lnTo>
                <a:lnTo>
                  <a:pt x="837" y="918"/>
                </a:lnTo>
                <a:lnTo>
                  <a:pt x="856" y="914"/>
                </a:lnTo>
                <a:lnTo>
                  <a:pt x="876" y="909"/>
                </a:lnTo>
                <a:lnTo>
                  <a:pt x="895" y="904"/>
                </a:lnTo>
                <a:lnTo>
                  <a:pt x="914" y="899"/>
                </a:lnTo>
                <a:lnTo>
                  <a:pt x="932" y="893"/>
                </a:lnTo>
                <a:lnTo>
                  <a:pt x="951" y="886"/>
                </a:lnTo>
                <a:lnTo>
                  <a:pt x="969" y="879"/>
                </a:lnTo>
                <a:lnTo>
                  <a:pt x="987" y="872"/>
                </a:lnTo>
                <a:lnTo>
                  <a:pt x="1004" y="864"/>
                </a:lnTo>
                <a:lnTo>
                  <a:pt x="1021" y="856"/>
                </a:lnTo>
                <a:lnTo>
                  <a:pt x="1038" y="848"/>
                </a:lnTo>
                <a:lnTo>
                  <a:pt x="1054" y="839"/>
                </a:lnTo>
                <a:lnTo>
                  <a:pt x="1070" y="830"/>
                </a:lnTo>
                <a:lnTo>
                  <a:pt x="1086" y="820"/>
                </a:lnTo>
                <a:lnTo>
                  <a:pt x="1101" y="811"/>
                </a:lnTo>
                <a:lnTo>
                  <a:pt x="1116" y="800"/>
                </a:lnTo>
                <a:lnTo>
                  <a:pt x="1130" y="790"/>
                </a:lnTo>
                <a:lnTo>
                  <a:pt x="1144" y="779"/>
                </a:lnTo>
                <a:lnTo>
                  <a:pt x="1157" y="768"/>
                </a:lnTo>
                <a:lnTo>
                  <a:pt x="1170" y="756"/>
                </a:lnTo>
                <a:lnTo>
                  <a:pt x="1182" y="745"/>
                </a:lnTo>
                <a:lnTo>
                  <a:pt x="1195" y="733"/>
                </a:lnTo>
                <a:lnTo>
                  <a:pt x="1206" y="720"/>
                </a:lnTo>
                <a:lnTo>
                  <a:pt x="1217" y="708"/>
                </a:lnTo>
                <a:lnTo>
                  <a:pt x="1227" y="695"/>
                </a:lnTo>
                <a:lnTo>
                  <a:pt x="1236" y="682"/>
                </a:lnTo>
                <a:lnTo>
                  <a:pt x="1245" y="669"/>
                </a:lnTo>
                <a:lnTo>
                  <a:pt x="1254" y="656"/>
                </a:lnTo>
                <a:lnTo>
                  <a:pt x="1262" y="642"/>
                </a:lnTo>
                <a:lnTo>
                  <a:pt x="1269" y="628"/>
                </a:lnTo>
                <a:lnTo>
                  <a:pt x="1276" y="615"/>
                </a:lnTo>
                <a:lnTo>
                  <a:pt x="1282" y="601"/>
                </a:lnTo>
                <a:lnTo>
                  <a:pt x="1287" y="586"/>
                </a:lnTo>
                <a:lnTo>
                  <a:pt x="1292" y="572"/>
                </a:lnTo>
                <a:lnTo>
                  <a:pt x="1296" y="558"/>
                </a:lnTo>
                <a:lnTo>
                  <a:pt x="1299" y="543"/>
                </a:lnTo>
                <a:lnTo>
                  <a:pt x="1302" y="529"/>
                </a:lnTo>
                <a:lnTo>
                  <a:pt x="1305" y="514"/>
                </a:lnTo>
                <a:lnTo>
                  <a:pt x="1306" y="500"/>
                </a:lnTo>
                <a:lnTo>
                  <a:pt x="1307" y="485"/>
                </a:lnTo>
                <a:lnTo>
                  <a:pt x="1307" y="470"/>
                </a:lnTo>
                <a:moveTo>
                  <a:pt x="1311" y="470"/>
                </a:moveTo>
                <a:lnTo>
                  <a:pt x="1311" y="485"/>
                </a:lnTo>
                <a:lnTo>
                  <a:pt x="1310" y="500"/>
                </a:lnTo>
                <a:lnTo>
                  <a:pt x="1308" y="514"/>
                </a:lnTo>
                <a:lnTo>
                  <a:pt x="1306" y="529"/>
                </a:lnTo>
                <a:lnTo>
                  <a:pt x="1303" y="544"/>
                </a:lnTo>
                <a:lnTo>
                  <a:pt x="1300" y="558"/>
                </a:lnTo>
                <a:lnTo>
                  <a:pt x="1296" y="573"/>
                </a:lnTo>
                <a:lnTo>
                  <a:pt x="1291" y="587"/>
                </a:lnTo>
                <a:lnTo>
                  <a:pt x="1285" y="601"/>
                </a:lnTo>
                <a:lnTo>
                  <a:pt x="1279" y="615"/>
                </a:lnTo>
                <a:lnTo>
                  <a:pt x="1273" y="629"/>
                </a:lnTo>
                <a:lnTo>
                  <a:pt x="1265" y="643"/>
                </a:lnTo>
                <a:lnTo>
                  <a:pt x="1257" y="657"/>
                </a:lnTo>
                <a:lnTo>
                  <a:pt x="1249" y="670"/>
                </a:lnTo>
                <a:lnTo>
                  <a:pt x="1240" y="683"/>
                </a:lnTo>
                <a:lnTo>
                  <a:pt x="1230" y="696"/>
                </a:lnTo>
                <a:lnTo>
                  <a:pt x="1220" y="709"/>
                </a:lnTo>
                <a:lnTo>
                  <a:pt x="1209" y="722"/>
                </a:lnTo>
                <a:lnTo>
                  <a:pt x="1198" y="734"/>
                </a:lnTo>
                <a:lnTo>
                  <a:pt x="1186" y="746"/>
                </a:lnTo>
                <a:lnTo>
                  <a:pt x="1173" y="758"/>
                </a:lnTo>
                <a:lnTo>
                  <a:pt x="1160" y="770"/>
                </a:lnTo>
                <a:lnTo>
                  <a:pt x="1147" y="781"/>
                </a:lnTo>
                <a:lnTo>
                  <a:pt x="1133" y="792"/>
                </a:lnTo>
                <a:lnTo>
                  <a:pt x="1118" y="802"/>
                </a:lnTo>
                <a:lnTo>
                  <a:pt x="1104" y="813"/>
                </a:lnTo>
                <a:lnTo>
                  <a:pt x="1088" y="822"/>
                </a:lnTo>
                <a:lnTo>
                  <a:pt x="1073" y="832"/>
                </a:lnTo>
                <a:lnTo>
                  <a:pt x="1057" y="841"/>
                </a:lnTo>
                <a:lnTo>
                  <a:pt x="1040" y="850"/>
                </a:lnTo>
                <a:lnTo>
                  <a:pt x="1023" y="859"/>
                </a:lnTo>
                <a:lnTo>
                  <a:pt x="1006" y="867"/>
                </a:lnTo>
                <a:lnTo>
                  <a:pt x="989" y="874"/>
                </a:lnTo>
                <a:lnTo>
                  <a:pt x="971" y="882"/>
                </a:lnTo>
                <a:lnTo>
                  <a:pt x="952" y="889"/>
                </a:lnTo>
                <a:lnTo>
                  <a:pt x="934" y="895"/>
                </a:lnTo>
                <a:lnTo>
                  <a:pt x="915" y="901"/>
                </a:lnTo>
                <a:lnTo>
                  <a:pt x="896" y="907"/>
                </a:lnTo>
                <a:lnTo>
                  <a:pt x="877" y="912"/>
                </a:lnTo>
                <a:lnTo>
                  <a:pt x="857" y="917"/>
                </a:lnTo>
                <a:lnTo>
                  <a:pt x="838" y="921"/>
                </a:lnTo>
                <a:lnTo>
                  <a:pt x="818" y="925"/>
                </a:lnTo>
                <a:lnTo>
                  <a:pt x="798" y="928"/>
                </a:lnTo>
                <a:lnTo>
                  <a:pt x="778" y="931"/>
                </a:lnTo>
                <a:lnTo>
                  <a:pt x="757" y="934"/>
                </a:lnTo>
                <a:lnTo>
                  <a:pt x="737" y="936"/>
                </a:lnTo>
                <a:lnTo>
                  <a:pt x="717" y="938"/>
                </a:lnTo>
                <a:lnTo>
                  <a:pt x="696" y="939"/>
                </a:lnTo>
                <a:lnTo>
                  <a:pt x="676" y="940"/>
                </a:lnTo>
                <a:lnTo>
                  <a:pt x="655" y="940"/>
                </a:lnTo>
                <a:lnTo>
                  <a:pt x="634" y="940"/>
                </a:lnTo>
                <a:lnTo>
                  <a:pt x="614" y="939"/>
                </a:lnTo>
                <a:lnTo>
                  <a:pt x="593" y="938"/>
                </a:lnTo>
                <a:lnTo>
                  <a:pt x="573" y="936"/>
                </a:lnTo>
                <a:lnTo>
                  <a:pt x="552" y="934"/>
                </a:lnTo>
                <a:lnTo>
                  <a:pt x="532" y="931"/>
                </a:lnTo>
                <a:lnTo>
                  <a:pt x="512" y="928"/>
                </a:lnTo>
                <a:lnTo>
                  <a:pt x="492" y="925"/>
                </a:lnTo>
                <a:lnTo>
                  <a:pt x="472" y="921"/>
                </a:lnTo>
                <a:lnTo>
                  <a:pt x="452" y="917"/>
                </a:lnTo>
                <a:lnTo>
                  <a:pt x="433" y="912"/>
                </a:lnTo>
                <a:lnTo>
                  <a:pt x="414" y="907"/>
                </a:lnTo>
                <a:lnTo>
                  <a:pt x="395" y="901"/>
                </a:lnTo>
                <a:lnTo>
                  <a:pt x="376" y="895"/>
                </a:lnTo>
                <a:lnTo>
                  <a:pt x="357" y="889"/>
                </a:lnTo>
                <a:lnTo>
                  <a:pt x="339" y="882"/>
                </a:lnTo>
                <a:lnTo>
                  <a:pt x="321" y="874"/>
                </a:lnTo>
                <a:lnTo>
                  <a:pt x="304" y="867"/>
                </a:lnTo>
                <a:lnTo>
                  <a:pt x="287" y="859"/>
                </a:lnTo>
                <a:lnTo>
                  <a:pt x="270" y="850"/>
                </a:lnTo>
                <a:lnTo>
                  <a:pt x="253" y="841"/>
                </a:lnTo>
                <a:lnTo>
                  <a:pt x="237" y="832"/>
                </a:lnTo>
                <a:lnTo>
                  <a:pt x="222" y="822"/>
                </a:lnTo>
                <a:lnTo>
                  <a:pt x="206" y="813"/>
                </a:lnTo>
                <a:lnTo>
                  <a:pt x="192" y="802"/>
                </a:lnTo>
                <a:lnTo>
                  <a:pt x="177" y="792"/>
                </a:lnTo>
                <a:lnTo>
                  <a:pt x="163" y="781"/>
                </a:lnTo>
                <a:lnTo>
                  <a:pt x="150" y="770"/>
                </a:lnTo>
                <a:lnTo>
                  <a:pt x="137" y="758"/>
                </a:lnTo>
                <a:lnTo>
                  <a:pt x="125" y="746"/>
                </a:lnTo>
                <a:lnTo>
                  <a:pt x="113" y="734"/>
                </a:lnTo>
                <a:lnTo>
                  <a:pt x="102" y="722"/>
                </a:lnTo>
                <a:lnTo>
                  <a:pt x="91" y="709"/>
                </a:lnTo>
                <a:lnTo>
                  <a:pt x="81" y="696"/>
                </a:lnTo>
                <a:lnTo>
                  <a:pt x="71" y="683"/>
                </a:lnTo>
                <a:lnTo>
                  <a:pt x="62" y="670"/>
                </a:lnTo>
                <a:lnTo>
                  <a:pt x="54" y="657"/>
                </a:lnTo>
                <a:lnTo>
                  <a:pt x="46" y="643"/>
                </a:lnTo>
                <a:lnTo>
                  <a:pt x="38" y="629"/>
                </a:lnTo>
                <a:lnTo>
                  <a:pt x="32" y="615"/>
                </a:lnTo>
                <a:lnTo>
                  <a:pt x="26" y="601"/>
                </a:lnTo>
                <a:lnTo>
                  <a:pt x="20" y="587"/>
                </a:lnTo>
                <a:lnTo>
                  <a:pt x="15" y="573"/>
                </a:lnTo>
                <a:lnTo>
                  <a:pt x="11" y="558"/>
                </a:lnTo>
                <a:lnTo>
                  <a:pt x="8" y="544"/>
                </a:lnTo>
                <a:lnTo>
                  <a:pt x="5" y="529"/>
                </a:lnTo>
                <a:lnTo>
                  <a:pt x="3" y="514"/>
                </a:lnTo>
                <a:lnTo>
                  <a:pt x="1" y="500"/>
                </a:lnTo>
                <a:lnTo>
                  <a:pt x="0" y="485"/>
                </a:lnTo>
                <a:lnTo>
                  <a:pt x="0" y="470"/>
                </a:lnTo>
                <a:lnTo>
                  <a:pt x="0" y="456"/>
                </a:lnTo>
                <a:lnTo>
                  <a:pt x="1" y="441"/>
                </a:lnTo>
                <a:lnTo>
                  <a:pt x="3" y="426"/>
                </a:lnTo>
                <a:lnTo>
                  <a:pt x="5" y="411"/>
                </a:lnTo>
                <a:lnTo>
                  <a:pt x="8" y="397"/>
                </a:lnTo>
                <a:lnTo>
                  <a:pt x="11" y="382"/>
                </a:lnTo>
                <a:lnTo>
                  <a:pt x="15" y="368"/>
                </a:lnTo>
                <a:lnTo>
                  <a:pt x="20" y="354"/>
                </a:lnTo>
                <a:lnTo>
                  <a:pt x="26" y="339"/>
                </a:lnTo>
                <a:lnTo>
                  <a:pt x="32" y="325"/>
                </a:lnTo>
                <a:lnTo>
                  <a:pt x="38" y="311"/>
                </a:lnTo>
                <a:lnTo>
                  <a:pt x="46" y="297"/>
                </a:lnTo>
                <a:lnTo>
                  <a:pt x="54" y="284"/>
                </a:lnTo>
                <a:lnTo>
                  <a:pt x="62" y="269"/>
                </a:lnTo>
                <a:lnTo>
                  <a:pt x="71" y="256"/>
                </a:lnTo>
                <a:lnTo>
                  <a:pt x="81" y="243"/>
                </a:lnTo>
                <a:lnTo>
                  <a:pt x="91" y="230"/>
                </a:lnTo>
                <a:lnTo>
                  <a:pt x="102" y="218"/>
                </a:lnTo>
                <a:lnTo>
                  <a:pt x="113" y="205"/>
                </a:lnTo>
                <a:lnTo>
                  <a:pt x="125" y="193"/>
                </a:lnTo>
                <a:lnTo>
                  <a:pt x="137" y="182"/>
                </a:lnTo>
                <a:lnTo>
                  <a:pt x="150" y="170"/>
                </a:lnTo>
                <a:lnTo>
                  <a:pt x="163" y="159"/>
                </a:lnTo>
                <a:lnTo>
                  <a:pt x="177" y="148"/>
                </a:lnTo>
                <a:lnTo>
                  <a:pt x="192" y="137"/>
                </a:lnTo>
                <a:lnTo>
                  <a:pt x="206" y="127"/>
                </a:lnTo>
                <a:lnTo>
                  <a:pt x="222" y="117"/>
                </a:lnTo>
                <a:lnTo>
                  <a:pt x="237" y="108"/>
                </a:lnTo>
                <a:lnTo>
                  <a:pt x="253" y="98"/>
                </a:lnTo>
                <a:lnTo>
                  <a:pt x="270" y="89"/>
                </a:lnTo>
                <a:lnTo>
                  <a:pt x="287" y="81"/>
                </a:lnTo>
                <a:lnTo>
                  <a:pt x="304" y="73"/>
                </a:lnTo>
                <a:lnTo>
                  <a:pt x="321" y="65"/>
                </a:lnTo>
                <a:lnTo>
                  <a:pt x="339" y="58"/>
                </a:lnTo>
                <a:lnTo>
                  <a:pt x="357" y="51"/>
                </a:lnTo>
                <a:lnTo>
                  <a:pt x="376" y="44"/>
                </a:lnTo>
                <a:lnTo>
                  <a:pt x="395" y="38"/>
                </a:lnTo>
                <a:lnTo>
                  <a:pt x="414" y="33"/>
                </a:lnTo>
                <a:lnTo>
                  <a:pt x="433" y="28"/>
                </a:lnTo>
                <a:lnTo>
                  <a:pt x="452" y="23"/>
                </a:lnTo>
                <a:lnTo>
                  <a:pt x="472" y="18"/>
                </a:lnTo>
                <a:lnTo>
                  <a:pt x="492" y="15"/>
                </a:lnTo>
                <a:lnTo>
                  <a:pt x="512" y="11"/>
                </a:lnTo>
                <a:lnTo>
                  <a:pt x="532" y="8"/>
                </a:lnTo>
                <a:lnTo>
                  <a:pt x="552" y="6"/>
                </a:lnTo>
                <a:lnTo>
                  <a:pt x="573" y="3"/>
                </a:lnTo>
                <a:lnTo>
                  <a:pt x="593" y="2"/>
                </a:lnTo>
                <a:lnTo>
                  <a:pt x="614" y="1"/>
                </a:lnTo>
                <a:lnTo>
                  <a:pt x="634" y="0"/>
                </a:lnTo>
                <a:lnTo>
                  <a:pt x="655" y="0"/>
                </a:lnTo>
                <a:lnTo>
                  <a:pt x="676" y="0"/>
                </a:lnTo>
                <a:lnTo>
                  <a:pt x="696" y="1"/>
                </a:lnTo>
                <a:lnTo>
                  <a:pt x="717" y="2"/>
                </a:lnTo>
                <a:lnTo>
                  <a:pt x="737" y="3"/>
                </a:lnTo>
                <a:lnTo>
                  <a:pt x="757" y="6"/>
                </a:lnTo>
                <a:lnTo>
                  <a:pt x="778" y="8"/>
                </a:lnTo>
                <a:lnTo>
                  <a:pt x="798" y="11"/>
                </a:lnTo>
                <a:lnTo>
                  <a:pt x="818" y="15"/>
                </a:lnTo>
                <a:lnTo>
                  <a:pt x="838" y="18"/>
                </a:lnTo>
                <a:lnTo>
                  <a:pt x="857" y="23"/>
                </a:lnTo>
                <a:lnTo>
                  <a:pt x="877" y="28"/>
                </a:lnTo>
                <a:lnTo>
                  <a:pt x="896" y="33"/>
                </a:lnTo>
                <a:lnTo>
                  <a:pt x="915" y="38"/>
                </a:lnTo>
                <a:lnTo>
                  <a:pt x="934" y="44"/>
                </a:lnTo>
                <a:lnTo>
                  <a:pt x="952" y="51"/>
                </a:lnTo>
                <a:lnTo>
                  <a:pt x="971" y="58"/>
                </a:lnTo>
                <a:lnTo>
                  <a:pt x="989" y="65"/>
                </a:lnTo>
                <a:lnTo>
                  <a:pt x="1006" y="73"/>
                </a:lnTo>
                <a:lnTo>
                  <a:pt x="1023" y="81"/>
                </a:lnTo>
                <a:lnTo>
                  <a:pt x="1040" y="89"/>
                </a:lnTo>
                <a:lnTo>
                  <a:pt x="1057" y="98"/>
                </a:lnTo>
                <a:lnTo>
                  <a:pt x="1073" y="108"/>
                </a:lnTo>
                <a:lnTo>
                  <a:pt x="1088" y="117"/>
                </a:lnTo>
                <a:lnTo>
                  <a:pt x="1104" y="127"/>
                </a:lnTo>
                <a:lnTo>
                  <a:pt x="1118" y="137"/>
                </a:lnTo>
                <a:lnTo>
                  <a:pt x="1133" y="148"/>
                </a:lnTo>
                <a:lnTo>
                  <a:pt x="1147" y="159"/>
                </a:lnTo>
                <a:lnTo>
                  <a:pt x="1160" y="170"/>
                </a:lnTo>
                <a:lnTo>
                  <a:pt x="1173" y="182"/>
                </a:lnTo>
                <a:lnTo>
                  <a:pt x="1186" y="193"/>
                </a:lnTo>
                <a:lnTo>
                  <a:pt x="1198" y="205"/>
                </a:lnTo>
                <a:lnTo>
                  <a:pt x="1209" y="218"/>
                </a:lnTo>
                <a:lnTo>
                  <a:pt x="1220" y="230"/>
                </a:lnTo>
                <a:lnTo>
                  <a:pt x="1230" y="243"/>
                </a:lnTo>
                <a:lnTo>
                  <a:pt x="1240" y="256"/>
                </a:lnTo>
                <a:lnTo>
                  <a:pt x="1249" y="269"/>
                </a:lnTo>
                <a:lnTo>
                  <a:pt x="1257" y="284"/>
                </a:lnTo>
                <a:lnTo>
                  <a:pt x="1265" y="297"/>
                </a:lnTo>
                <a:lnTo>
                  <a:pt x="1273" y="311"/>
                </a:lnTo>
                <a:lnTo>
                  <a:pt x="1279" y="325"/>
                </a:lnTo>
                <a:lnTo>
                  <a:pt x="1285" y="339"/>
                </a:lnTo>
                <a:lnTo>
                  <a:pt x="1291" y="354"/>
                </a:lnTo>
                <a:lnTo>
                  <a:pt x="1296" y="368"/>
                </a:lnTo>
                <a:lnTo>
                  <a:pt x="1300" y="382"/>
                </a:lnTo>
                <a:lnTo>
                  <a:pt x="1303" y="397"/>
                </a:lnTo>
                <a:lnTo>
                  <a:pt x="1306" y="411"/>
                </a:lnTo>
                <a:lnTo>
                  <a:pt x="1308" y="426"/>
                </a:lnTo>
                <a:lnTo>
                  <a:pt x="1310" y="441"/>
                </a:lnTo>
                <a:lnTo>
                  <a:pt x="1311" y="456"/>
                </a:lnTo>
                <a:lnTo>
                  <a:pt x="1311" y="470"/>
                </a:lnTo>
                <a:close/>
              </a:path>
            </a:pathLst>
          </a:custGeom>
          <a:solidFill>
            <a:srgbClr val="ffb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7" name=""/>
          <p:cNvSpPr/>
          <p:nvPr/>
        </p:nvSpPr>
        <p:spPr>
          <a:xfrm>
            <a:off x="7825320" y="2774160"/>
            <a:ext cx="474840" cy="340560"/>
          </a:xfrm>
          <a:custGeom>
            <a:avLst/>
            <a:gdLst/>
            <a:ahLst/>
            <a:rect l="0" t="0" r="r" b="b"/>
            <a:pathLst>
              <a:path w="1319" h="946">
                <a:moveTo>
                  <a:pt x="1315" y="473"/>
                </a:moveTo>
                <a:lnTo>
                  <a:pt x="1315" y="459"/>
                </a:lnTo>
                <a:lnTo>
                  <a:pt x="1314" y="444"/>
                </a:lnTo>
                <a:lnTo>
                  <a:pt x="1312" y="429"/>
                </a:lnTo>
                <a:lnTo>
                  <a:pt x="1310" y="414"/>
                </a:lnTo>
                <a:lnTo>
                  <a:pt x="1307" y="400"/>
                </a:lnTo>
                <a:lnTo>
                  <a:pt x="1304" y="385"/>
                </a:lnTo>
                <a:lnTo>
                  <a:pt x="1300" y="371"/>
                </a:lnTo>
                <a:lnTo>
                  <a:pt x="1295" y="357"/>
                </a:lnTo>
                <a:lnTo>
                  <a:pt x="1289" y="342"/>
                </a:lnTo>
                <a:lnTo>
                  <a:pt x="1283" y="328"/>
                </a:lnTo>
                <a:lnTo>
                  <a:pt x="1277" y="313"/>
                </a:lnTo>
                <a:lnTo>
                  <a:pt x="1269" y="299"/>
                </a:lnTo>
                <a:lnTo>
                  <a:pt x="1261" y="286"/>
                </a:lnTo>
                <a:lnTo>
                  <a:pt x="1253" y="272"/>
                </a:lnTo>
                <a:lnTo>
                  <a:pt x="1244" y="259"/>
                </a:lnTo>
                <a:lnTo>
                  <a:pt x="1234" y="246"/>
                </a:lnTo>
                <a:lnTo>
                  <a:pt x="1224" y="233"/>
                </a:lnTo>
                <a:lnTo>
                  <a:pt x="1213" y="221"/>
                </a:lnTo>
                <a:lnTo>
                  <a:pt x="1202" y="208"/>
                </a:lnTo>
                <a:lnTo>
                  <a:pt x="1190" y="196"/>
                </a:lnTo>
                <a:lnTo>
                  <a:pt x="1178" y="185"/>
                </a:lnTo>
                <a:lnTo>
                  <a:pt x="1165" y="173"/>
                </a:lnTo>
                <a:lnTo>
                  <a:pt x="1152" y="162"/>
                </a:lnTo>
                <a:lnTo>
                  <a:pt x="1138" y="151"/>
                </a:lnTo>
                <a:lnTo>
                  <a:pt x="1123" y="140"/>
                </a:lnTo>
                <a:lnTo>
                  <a:pt x="1109" y="130"/>
                </a:lnTo>
                <a:lnTo>
                  <a:pt x="1093" y="120"/>
                </a:lnTo>
                <a:lnTo>
                  <a:pt x="1078" y="111"/>
                </a:lnTo>
                <a:lnTo>
                  <a:pt x="1062" y="101"/>
                </a:lnTo>
                <a:lnTo>
                  <a:pt x="1045" y="92"/>
                </a:lnTo>
                <a:lnTo>
                  <a:pt x="1028" y="84"/>
                </a:lnTo>
                <a:lnTo>
                  <a:pt x="1011" y="76"/>
                </a:lnTo>
                <a:lnTo>
                  <a:pt x="994" y="68"/>
                </a:lnTo>
                <a:lnTo>
                  <a:pt x="976" y="61"/>
                </a:lnTo>
                <a:lnTo>
                  <a:pt x="957" y="54"/>
                </a:lnTo>
                <a:lnTo>
                  <a:pt x="939" y="47"/>
                </a:lnTo>
                <a:lnTo>
                  <a:pt x="920" y="41"/>
                </a:lnTo>
                <a:lnTo>
                  <a:pt x="901" y="36"/>
                </a:lnTo>
                <a:lnTo>
                  <a:pt x="882" y="31"/>
                </a:lnTo>
                <a:lnTo>
                  <a:pt x="862" y="26"/>
                </a:lnTo>
                <a:lnTo>
                  <a:pt x="843" y="21"/>
                </a:lnTo>
                <a:lnTo>
                  <a:pt x="823" y="18"/>
                </a:lnTo>
                <a:lnTo>
                  <a:pt x="803" y="14"/>
                </a:lnTo>
                <a:lnTo>
                  <a:pt x="783" y="11"/>
                </a:lnTo>
                <a:lnTo>
                  <a:pt x="762" y="9"/>
                </a:lnTo>
                <a:lnTo>
                  <a:pt x="742" y="6"/>
                </a:lnTo>
                <a:lnTo>
                  <a:pt x="722" y="5"/>
                </a:lnTo>
                <a:lnTo>
                  <a:pt x="701" y="4"/>
                </a:lnTo>
                <a:lnTo>
                  <a:pt x="681" y="3"/>
                </a:lnTo>
                <a:lnTo>
                  <a:pt x="660" y="3"/>
                </a:lnTo>
                <a:lnTo>
                  <a:pt x="639" y="3"/>
                </a:lnTo>
                <a:lnTo>
                  <a:pt x="619" y="4"/>
                </a:lnTo>
                <a:lnTo>
                  <a:pt x="598" y="5"/>
                </a:lnTo>
                <a:lnTo>
                  <a:pt x="578" y="6"/>
                </a:lnTo>
                <a:lnTo>
                  <a:pt x="557" y="9"/>
                </a:lnTo>
                <a:lnTo>
                  <a:pt x="537" y="11"/>
                </a:lnTo>
                <a:lnTo>
                  <a:pt x="517" y="14"/>
                </a:lnTo>
                <a:lnTo>
                  <a:pt x="497" y="18"/>
                </a:lnTo>
                <a:lnTo>
                  <a:pt x="477" y="21"/>
                </a:lnTo>
                <a:lnTo>
                  <a:pt x="457" y="26"/>
                </a:lnTo>
                <a:lnTo>
                  <a:pt x="438" y="31"/>
                </a:lnTo>
                <a:lnTo>
                  <a:pt x="419" y="36"/>
                </a:lnTo>
                <a:lnTo>
                  <a:pt x="400" y="41"/>
                </a:lnTo>
                <a:lnTo>
                  <a:pt x="381" y="47"/>
                </a:lnTo>
                <a:lnTo>
                  <a:pt x="362" y="54"/>
                </a:lnTo>
                <a:lnTo>
                  <a:pt x="344" y="61"/>
                </a:lnTo>
                <a:lnTo>
                  <a:pt x="326" y="68"/>
                </a:lnTo>
                <a:lnTo>
                  <a:pt x="309" y="76"/>
                </a:lnTo>
                <a:lnTo>
                  <a:pt x="292" y="84"/>
                </a:lnTo>
                <a:lnTo>
                  <a:pt x="275" y="92"/>
                </a:lnTo>
                <a:lnTo>
                  <a:pt x="258" y="101"/>
                </a:lnTo>
                <a:lnTo>
                  <a:pt x="242" y="111"/>
                </a:lnTo>
                <a:lnTo>
                  <a:pt x="227" y="120"/>
                </a:lnTo>
                <a:lnTo>
                  <a:pt x="211" y="130"/>
                </a:lnTo>
                <a:lnTo>
                  <a:pt x="197" y="140"/>
                </a:lnTo>
                <a:lnTo>
                  <a:pt x="182" y="151"/>
                </a:lnTo>
                <a:lnTo>
                  <a:pt x="168" y="162"/>
                </a:lnTo>
                <a:lnTo>
                  <a:pt x="155" y="173"/>
                </a:lnTo>
                <a:lnTo>
                  <a:pt x="142" y="185"/>
                </a:lnTo>
                <a:lnTo>
                  <a:pt x="130" y="196"/>
                </a:lnTo>
                <a:lnTo>
                  <a:pt x="118" y="208"/>
                </a:lnTo>
                <a:lnTo>
                  <a:pt x="107" y="221"/>
                </a:lnTo>
                <a:lnTo>
                  <a:pt x="96" y="233"/>
                </a:lnTo>
                <a:lnTo>
                  <a:pt x="86" y="246"/>
                </a:lnTo>
                <a:lnTo>
                  <a:pt x="76" y="259"/>
                </a:lnTo>
                <a:lnTo>
                  <a:pt x="67" y="272"/>
                </a:lnTo>
                <a:lnTo>
                  <a:pt x="59" y="286"/>
                </a:lnTo>
                <a:lnTo>
                  <a:pt x="51" y="299"/>
                </a:lnTo>
                <a:lnTo>
                  <a:pt x="43" y="313"/>
                </a:lnTo>
                <a:lnTo>
                  <a:pt x="37" y="328"/>
                </a:lnTo>
                <a:lnTo>
                  <a:pt x="31" y="342"/>
                </a:lnTo>
                <a:lnTo>
                  <a:pt x="25" y="357"/>
                </a:lnTo>
                <a:lnTo>
                  <a:pt x="20" y="371"/>
                </a:lnTo>
                <a:lnTo>
                  <a:pt x="16" y="385"/>
                </a:lnTo>
                <a:lnTo>
                  <a:pt x="13" y="400"/>
                </a:lnTo>
                <a:lnTo>
                  <a:pt x="9" y="414"/>
                </a:lnTo>
                <a:lnTo>
                  <a:pt x="7" y="429"/>
                </a:lnTo>
                <a:lnTo>
                  <a:pt x="5" y="444"/>
                </a:lnTo>
                <a:lnTo>
                  <a:pt x="4" y="459"/>
                </a:lnTo>
                <a:lnTo>
                  <a:pt x="4" y="473"/>
                </a:lnTo>
                <a:lnTo>
                  <a:pt x="4" y="488"/>
                </a:lnTo>
                <a:lnTo>
                  <a:pt x="5" y="503"/>
                </a:lnTo>
                <a:lnTo>
                  <a:pt x="7" y="517"/>
                </a:lnTo>
                <a:lnTo>
                  <a:pt x="9" y="532"/>
                </a:lnTo>
                <a:lnTo>
                  <a:pt x="13" y="547"/>
                </a:lnTo>
                <a:lnTo>
                  <a:pt x="16" y="561"/>
                </a:lnTo>
                <a:lnTo>
                  <a:pt x="20" y="576"/>
                </a:lnTo>
                <a:lnTo>
                  <a:pt x="25" y="590"/>
                </a:lnTo>
                <a:lnTo>
                  <a:pt x="31" y="604"/>
                </a:lnTo>
                <a:lnTo>
                  <a:pt x="37" y="618"/>
                </a:lnTo>
                <a:lnTo>
                  <a:pt x="43" y="632"/>
                </a:lnTo>
                <a:lnTo>
                  <a:pt x="51" y="646"/>
                </a:lnTo>
                <a:lnTo>
                  <a:pt x="59" y="660"/>
                </a:lnTo>
                <a:lnTo>
                  <a:pt x="67" y="673"/>
                </a:lnTo>
                <a:lnTo>
                  <a:pt x="76" y="686"/>
                </a:lnTo>
                <a:lnTo>
                  <a:pt x="86" y="699"/>
                </a:lnTo>
                <a:lnTo>
                  <a:pt x="96" y="712"/>
                </a:lnTo>
                <a:lnTo>
                  <a:pt x="107" y="725"/>
                </a:lnTo>
                <a:lnTo>
                  <a:pt x="118" y="737"/>
                </a:lnTo>
                <a:lnTo>
                  <a:pt x="130" y="749"/>
                </a:lnTo>
                <a:lnTo>
                  <a:pt x="142" y="761"/>
                </a:lnTo>
                <a:lnTo>
                  <a:pt x="155" y="773"/>
                </a:lnTo>
                <a:lnTo>
                  <a:pt x="168" y="784"/>
                </a:lnTo>
                <a:lnTo>
                  <a:pt x="182" y="795"/>
                </a:lnTo>
                <a:lnTo>
                  <a:pt x="197" y="805"/>
                </a:lnTo>
                <a:lnTo>
                  <a:pt x="211" y="816"/>
                </a:lnTo>
                <a:lnTo>
                  <a:pt x="227" y="825"/>
                </a:lnTo>
                <a:lnTo>
                  <a:pt x="242" y="835"/>
                </a:lnTo>
                <a:lnTo>
                  <a:pt x="258" y="844"/>
                </a:lnTo>
                <a:lnTo>
                  <a:pt x="275" y="853"/>
                </a:lnTo>
                <a:lnTo>
                  <a:pt x="292" y="862"/>
                </a:lnTo>
                <a:lnTo>
                  <a:pt x="309" y="870"/>
                </a:lnTo>
                <a:lnTo>
                  <a:pt x="326" y="877"/>
                </a:lnTo>
                <a:lnTo>
                  <a:pt x="344" y="885"/>
                </a:lnTo>
                <a:lnTo>
                  <a:pt x="362" y="892"/>
                </a:lnTo>
                <a:lnTo>
                  <a:pt x="381" y="898"/>
                </a:lnTo>
                <a:lnTo>
                  <a:pt x="400" y="904"/>
                </a:lnTo>
                <a:lnTo>
                  <a:pt x="419" y="910"/>
                </a:lnTo>
                <a:lnTo>
                  <a:pt x="438" y="915"/>
                </a:lnTo>
                <a:lnTo>
                  <a:pt x="457" y="920"/>
                </a:lnTo>
                <a:lnTo>
                  <a:pt x="477" y="924"/>
                </a:lnTo>
                <a:lnTo>
                  <a:pt x="497" y="928"/>
                </a:lnTo>
                <a:lnTo>
                  <a:pt x="517" y="931"/>
                </a:lnTo>
                <a:lnTo>
                  <a:pt x="537" y="934"/>
                </a:lnTo>
                <a:lnTo>
                  <a:pt x="557" y="937"/>
                </a:lnTo>
                <a:lnTo>
                  <a:pt x="578" y="939"/>
                </a:lnTo>
                <a:lnTo>
                  <a:pt x="598" y="941"/>
                </a:lnTo>
                <a:lnTo>
                  <a:pt x="619" y="942"/>
                </a:lnTo>
                <a:lnTo>
                  <a:pt x="639" y="943"/>
                </a:lnTo>
                <a:lnTo>
                  <a:pt x="660" y="943"/>
                </a:lnTo>
                <a:lnTo>
                  <a:pt x="681" y="943"/>
                </a:lnTo>
                <a:lnTo>
                  <a:pt x="701" y="942"/>
                </a:lnTo>
                <a:lnTo>
                  <a:pt x="722" y="941"/>
                </a:lnTo>
                <a:lnTo>
                  <a:pt x="742" y="939"/>
                </a:lnTo>
                <a:lnTo>
                  <a:pt x="762" y="937"/>
                </a:lnTo>
                <a:lnTo>
                  <a:pt x="783" y="934"/>
                </a:lnTo>
                <a:lnTo>
                  <a:pt x="803" y="931"/>
                </a:lnTo>
                <a:lnTo>
                  <a:pt x="823" y="928"/>
                </a:lnTo>
                <a:lnTo>
                  <a:pt x="843" y="924"/>
                </a:lnTo>
                <a:lnTo>
                  <a:pt x="862" y="920"/>
                </a:lnTo>
                <a:lnTo>
                  <a:pt x="882" y="915"/>
                </a:lnTo>
                <a:lnTo>
                  <a:pt x="901" y="910"/>
                </a:lnTo>
                <a:lnTo>
                  <a:pt x="920" y="904"/>
                </a:lnTo>
                <a:lnTo>
                  <a:pt x="939" y="898"/>
                </a:lnTo>
                <a:lnTo>
                  <a:pt x="957" y="892"/>
                </a:lnTo>
                <a:lnTo>
                  <a:pt x="976" y="885"/>
                </a:lnTo>
                <a:lnTo>
                  <a:pt x="994" y="877"/>
                </a:lnTo>
                <a:lnTo>
                  <a:pt x="1011" y="870"/>
                </a:lnTo>
                <a:lnTo>
                  <a:pt x="1028" y="862"/>
                </a:lnTo>
                <a:lnTo>
                  <a:pt x="1045" y="853"/>
                </a:lnTo>
                <a:lnTo>
                  <a:pt x="1062" y="844"/>
                </a:lnTo>
                <a:lnTo>
                  <a:pt x="1078" y="835"/>
                </a:lnTo>
                <a:lnTo>
                  <a:pt x="1093" y="825"/>
                </a:lnTo>
                <a:lnTo>
                  <a:pt x="1109" y="816"/>
                </a:lnTo>
                <a:lnTo>
                  <a:pt x="1123" y="805"/>
                </a:lnTo>
                <a:lnTo>
                  <a:pt x="1138" y="795"/>
                </a:lnTo>
                <a:lnTo>
                  <a:pt x="1152" y="784"/>
                </a:lnTo>
                <a:lnTo>
                  <a:pt x="1165" y="773"/>
                </a:lnTo>
                <a:lnTo>
                  <a:pt x="1178" y="761"/>
                </a:lnTo>
                <a:lnTo>
                  <a:pt x="1190" y="749"/>
                </a:lnTo>
                <a:lnTo>
                  <a:pt x="1202" y="737"/>
                </a:lnTo>
                <a:lnTo>
                  <a:pt x="1213" y="725"/>
                </a:lnTo>
                <a:lnTo>
                  <a:pt x="1224" y="712"/>
                </a:lnTo>
                <a:lnTo>
                  <a:pt x="1234" y="699"/>
                </a:lnTo>
                <a:lnTo>
                  <a:pt x="1244" y="686"/>
                </a:lnTo>
                <a:lnTo>
                  <a:pt x="1253" y="673"/>
                </a:lnTo>
                <a:lnTo>
                  <a:pt x="1261" y="660"/>
                </a:lnTo>
                <a:lnTo>
                  <a:pt x="1269" y="646"/>
                </a:lnTo>
                <a:lnTo>
                  <a:pt x="1277" y="632"/>
                </a:lnTo>
                <a:lnTo>
                  <a:pt x="1283" y="618"/>
                </a:lnTo>
                <a:lnTo>
                  <a:pt x="1289" y="604"/>
                </a:lnTo>
                <a:lnTo>
                  <a:pt x="1295" y="590"/>
                </a:lnTo>
                <a:lnTo>
                  <a:pt x="1300" y="576"/>
                </a:lnTo>
                <a:lnTo>
                  <a:pt x="1304" y="561"/>
                </a:lnTo>
                <a:lnTo>
                  <a:pt x="1307" y="547"/>
                </a:lnTo>
                <a:lnTo>
                  <a:pt x="1310" y="532"/>
                </a:lnTo>
                <a:lnTo>
                  <a:pt x="1312" y="517"/>
                </a:lnTo>
                <a:lnTo>
                  <a:pt x="1314" y="503"/>
                </a:lnTo>
                <a:lnTo>
                  <a:pt x="1315" y="488"/>
                </a:lnTo>
                <a:lnTo>
                  <a:pt x="1315" y="473"/>
                </a:lnTo>
                <a:moveTo>
                  <a:pt x="1319" y="473"/>
                </a:moveTo>
                <a:lnTo>
                  <a:pt x="1319" y="488"/>
                </a:lnTo>
                <a:lnTo>
                  <a:pt x="1318" y="503"/>
                </a:lnTo>
                <a:lnTo>
                  <a:pt x="1316" y="518"/>
                </a:lnTo>
                <a:lnTo>
                  <a:pt x="1314" y="532"/>
                </a:lnTo>
                <a:lnTo>
                  <a:pt x="1311" y="547"/>
                </a:lnTo>
                <a:lnTo>
                  <a:pt x="1307" y="562"/>
                </a:lnTo>
                <a:lnTo>
                  <a:pt x="1303" y="576"/>
                </a:lnTo>
                <a:lnTo>
                  <a:pt x="1298" y="591"/>
                </a:lnTo>
                <a:lnTo>
                  <a:pt x="1293" y="605"/>
                </a:lnTo>
                <a:lnTo>
                  <a:pt x="1287" y="619"/>
                </a:lnTo>
                <a:lnTo>
                  <a:pt x="1280" y="633"/>
                </a:lnTo>
                <a:lnTo>
                  <a:pt x="1273" y="647"/>
                </a:lnTo>
                <a:lnTo>
                  <a:pt x="1265" y="661"/>
                </a:lnTo>
                <a:lnTo>
                  <a:pt x="1256" y="674"/>
                </a:lnTo>
                <a:lnTo>
                  <a:pt x="1247" y="688"/>
                </a:lnTo>
                <a:lnTo>
                  <a:pt x="1238" y="701"/>
                </a:lnTo>
                <a:lnTo>
                  <a:pt x="1227" y="714"/>
                </a:lnTo>
                <a:lnTo>
                  <a:pt x="1217" y="726"/>
                </a:lnTo>
                <a:lnTo>
                  <a:pt x="1205" y="739"/>
                </a:lnTo>
                <a:lnTo>
                  <a:pt x="1193" y="751"/>
                </a:lnTo>
                <a:lnTo>
                  <a:pt x="1181" y="763"/>
                </a:lnTo>
                <a:lnTo>
                  <a:pt x="1168" y="774"/>
                </a:lnTo>
                <a:lnTo>
                  <a:pt x="1154" y="786"/>
                </a:lnTo>
                <a:lnTo>
                  <a:pt x="1141" y="797"/>
                </a:lnTo>
                <a:lnTo>
                  <a:pt x="1126" y="807"/>
                </a:lnTo>
                <a:lnTo>
                  <a:pt x="1111" y="818"/>
                </a:lnTo>
                <a:lnTo>
                  <a:pt x="1096" y="828"/>
                </a:lnTo>
                <a:lnTo>
                  <a:pt x="1080" y="837"/>
                </a:lnTo>
                <a:lnTo>
                  <a:pt x="1064" y="846"/>
                </a:lnTo>
                <a:lnTo>
                  <a:pt x="1047" y="855"/>
                </a:lnTo>
                <a:lnTo>
                  <a:pt x="1030" y="864"/>
                </a:lnTo>
                <a:lnTo>
                  <a:pt x="1013" y="872"/>
                </a:lnTo>
                <a:lnTo>
                  <a:pt x="996" y="880"/>
                </a:lnTo>
                <a:lnTo>
                  <a:pt x="978" y="887"/>
                </a:lnTo>
                <a:lnTo>
                  <a:pt x="959" y="894"/>
                </a:lnTo>
                <a:lnTo>
                  <a:pt x="941" y="901"/>
                </a:lnTo>
                <a:lnTo>
                  <a:pt x="922" y="907"/>
                </a:lnTo>
                <a:lnTo>
                  <a:pt x="903" y="912"/>
                </a:lnTo>
                <a:lnTo>
                  <a:pt x="883" y="918"/>
                </a:lnTo>
                <a:lnTo>
                  <a:pt x="864" y="922"/>
                </a:lnTo>
                <a:lnTo>
                  <a:pt x="844" y="927"/>
                </a:lnTo>
                <a:lnTo>
                  <a:pt x="824" y="931"/>
                </a:lnTo>
                <a:lnTo>
                  <a:pt x="804" y="934"/>
                </a:lnTo>
                <a:lnTo>
                  <a:pt x="783" y="937"/>
                </a:lnTo>
                <a:lnTo>
                  <a:pt x="763" y="940"/>
                </a:lnTo>
                <a:lnTo>
                  <a:pt x="743" y="942"/>
                </a:lnTo>
                <a:lnTo>
                  <a:pt x="722" y="943"/>
                </a:lnTo>
                <a:lnTo>
                  <a:pt x="701" y="945"/>
                </a:lnTo>
                <a:lnTo>
                  <a:pt x="681" y="945"/>
                </a:lnTo>
                <a:lnTo>
                  <a:pt x="660" y="946"/>
                </a:lnTo>
                <a:lnTo>
                  <a:pt x="639" y="945"/>
                </a:lnTo>
                <a:lnTo>
                  <a:pt x="619" y="945"/>
                </a:lnTo>
                <a:lnTo>
                  <a:pt x="598" y="943"/>
                </a:lnTo>
                <a:lnTo>
                  <a:pt x="577" y="942"/>
                </a:lnTo>
                <a:lnTo>
                  <a:pt x="557" y="940"/>
                </a:lnTo>
                <a:lnTo>
                  <a:pt x="536" y="937"/>
                </a:lnTo>
                <a:lnTo>
                  <a:pt x="516" y="934"/>
                </a:lnTo>
                <a:lnTo>
                  <a:pt x="496" y="931"/>
                </a:lnTo>
                <a:lnTo>
                  <a:pt x="476" y="927"/>
                </a:lnTo>
                <a:lnTo>
                  <a:pt x="456" y="922"/>
                </a:lnTo>
                <a:lnTo>
                  <a:pt x="437" y="918"/>
                </a:lnTo>
                <a:lnTo>
                  <a:pt x="417" y="912"/>
                </a:lnTo>
                <a:lnTo>
                  <a:pt x="398" y="907"/>
                </a:lnTo>
                <a:lnTo>
                  <a:pt x="379" y="901"/>
                </a:lnTo>
                <a:lnTo>
                  <a:pt x="361" y="894"/>
                </a:lnTo>
                <a:lnTo>
                  <a:pt x="342" y="887"/>
                </a:lnTo>
                <a:lnTo>
                  <a:pt x="324" y="880"/>
                </a:lnTo>
                <a:lnTo>
                  <a:pt x="307" y="872"/>
                </a:lnTo>
                <a:lnTo>
                  <a:pt x="289" y="864"/>
                </a:lnTo>
                <a:lnTo>
                  <a:pt x="272" y="855"/>
                </a:lnTo>
                <a:lnTo>
                  <a:pt x="256" y="846"/>
                </a:lnTo>
                <a:lnTo>
                  <a:pt x="240" y="837"/>
                </a:lnTo>
                <a:lnTo>
                  <a:pt x="224" y="828"/>
                </a:lnTo>
                <a:lnTo>
                  <a:pt x="209" y="818"/>
                </a:lnTo>
                <a:lnTo>
                  <a:pt x="194" y="807"/>
                </a:lnTo>
                <a:lnTo>
                  <a:pt x="179" y="797"/>
                </a:lnTo>
                <a:lnTo>
                  <a:pt x="165" y="786"/>
                </a:lnTo>
                <a:lnTo>
                  <a:pt x="152" y="774"/>
                </a:lnTo>
                <a:lnTo>
                  <a:pt x="139" y="763"/>
                </a:lnTo>
                <a:lnTo>
                  <a:pt x="127" y="751"/>
                </a:lnTo>
                <a:lnTo>
                  <a:pt x="115" y="739"/>
                </a:lnTo>
                <a:lnTo>
                  <a:pt x="103" y="726"/>
                </a:lnTo>
                <a:lnTo>
                  <a:pt x="93" y="714"/>
                </a:lnTo>
                <a:lnTo>
                  <a:pt x="82" y="701"/>
                </a:lnTo>
                <a:lnTo>
                  <a:pt x="73" y="688"/>
                </a:lnTo>
                <a:lnTo>
                  <a:pt x="63" y="674"/>
                </a:lnTo>
                <a:lnTo>
                  <a:pt x="55" y="661"/>
                </a:lnTo>
                <a:lnTo>
                  <a:pt x="47" y="647"/>
                </a:lnTo>
                <a:lnTo>
                  <a:pt x="40" y="633"/>
                </a:lnTo>
                <a:lnTo>
                  <a:pt x="33" y="619"/>
                </a:lnTo>
                <a:lnTo>
                  <a:pt x="27" y="605"/>
                </a:lnTo>
                <a:lnTo>
                  <a:pt x="21" y="591"/>
                </a:lnTo>
                <a:lnTo>
                  <a:pt x="17" y="576"/>
                </a:lnTo>
                <a:lnTo>
                  <a:pt x="12" y="562"/>
                </a:lnTo>
                <a:lnTo>
                  <a:pt x="8" y="547"/>
                </a:lnTo>
                <a:lnTo>
                  <a:pt x="5" y="532"/>
                </a:lnTo>
                <a:lnTo>
                  <a:pt x="3" y="518"/>
                </a:lnTo>
                <a:lnTo>
                  <a:pt x="1" y="503"/>
                </a:lnTo>
                <a:lnTo>
                  <a:pt x="0" y="488"/>
                </a:lnTo>
                <a:lnTo>
                  <a:pt x="0" y="473"/>
                </a:lnTo>
                <a:lnTo>
                  <a:pt x="0" y="458"/>
                </a:lnTo>
                <a:lnTo>
                  <a:pt x="1" y="444"/>
                </a:lnTo>
                <a:lnTo>
                  <a:pt x="3" y="429"/>
                </a:lnTo>
                <a:lnTo>
                  <a:pt x="5" y="414"/>
                </a:lnTo>
                <a:lnTo>
                  <a:pt x="8" y="399"/>
                </a:lnTo>
                <a:lnTo>
                  <a:pt x="12" y="385"/>
                </a:lnTo>
                <a:lnTo>
                  <a:pt x="17" y="370"/>
                </a:lnTo>
                <a:lnTo>
                  <a:pt x="21" y="356"/>
                </a:lnTo>
                <a:lnTo>
                  <a:pt x="27" y="342"/>
                </a:lnTo>
                <a:lnTo>
                  <a:pt x="33" y="327"/>
                </a:lnTo>
                <a:lnTo>
                  <a:pt x="40" y="312"/>
                </a:lnTo>
                <a:lnTo>
                  <a:pt x="47" y="298"/>
                </a:lnTo>
                <a:lnTo>
                  <a:pt x="55" y="285"/>
                </a:lnTo>
                <a:lnTo>
                  <a:pt x="63" y="271"/>
                </a:lnTo>
                <a:lnTo>
                  <a:pt x="73" y="258"/>
                </a:lnTo>
                <a:lnTo>
                  <a:pt x="82" y="245"/>
                </a:lnTo>
                <a:lnTo>
                  <a:pt x="93" y="232"/>
                </a:lnTo>
                <a:lnTo>
                  <a:pt x="103" y="219"/>
                </a:lnTo>
                <a:lnTo>
                  <a:pt x="115" y="207"/>
                </a:lnTo>
                <a:lnTo>
                  <a:pt x="127" y="195"/>
                </a:lnTo>
                <a:lnTo>
                  <a:pt x="139" y="183"/>
                </a:lnTo>
                <a:lnTo>
                  <a:pt x="152" y="171"/>
                </a:lnTo>
                <a:lnTo>
                  <a:pt x="165" y="160"/>
                </a:lnTo>
                <a:lnTo>
                  <a:pt x="179" y="149"/>
                </a:lnTo>
                <a:lnTo>
                  <a:pt x="194" y="138"/>
                </a:lnTo>
                <a:lnTo>
                  <a:pt x="209" y="128"/>
                </a:lnTo>
                <a:lnTo>
                  <a:pt x="224" y="118"/>
                </a:lnTo>
                <a:lnTo>
                  <a:pt x="240" y="108"/>
                </a:lnTo>
                <a:lnTo>
                  <a:pt x="256" y="99"/>
                </a:lnTo>
                <a:lnTo>
                  <a:pt x="272" y="90"/>
                </a:lnTo>
                <a:lnTo>
                  <a:pt x="289" y="82"/>
                </a:lnTo>
                <a:lnTo>
                  <a:pt x="307" y="74"/>
                </a:lnTo>
                <a:lnTo>
                  <a:pt x="324" y="66"/>
                </a:lnTo>
                <a:lnTo>
                  <a:pt x="342" y="58"/>
                </a:lnTo>
                <a:lnTo>
                  <a:pt x="361" y="51"/>
                </a:lnTo>
                <a:lnTo>
                  <a:pt x="379" y="45"/>
                </a:lnTo>
                <a:lnTo>
                  <a:pt x="398" y="39"/>
                </a:lnTo>
                <a:lnTo>
                  <a:pt x="417" y="33"/>
                </a:lnTo>
                <a:lnTo>
                  <a:pt x="437" y="28"/>
                </a:lnTo>
                <a:lnTo>
                  <a:pt x="456" y="23"/>
                </a:lnTo>
                <a:lnTo>
                  <a:pt x="476" y="19"/>
                </a:lnTo>
                <a:lnTo>
                  <a:pt x="496" y="15"/>
                </a:lnTo>
                <a:lnTo>
                  <a:pt x="516" y="11"/>
                </a:lnTo>
                <a:lnTo>
                  <a:pt x="536" y="8"/>
                </a:lnTo>
                <a:lnTo>
                  <a:pt x="557" y="6"/>
                </a:lnTo>
                <a:lnTo>
                  <a:pt x="577" y="4"/>
                </a:lnTo>
                <a:lnTo>
                  <a:pt x="598" y="2"/>
                </a:lnTo>
                <a:lnTo>
                  <a:pt x="619" y="1"/>
                </a:lnTo>
                <a:lnTo>
                  <a:pt x="639" y="0"/>
                </a:lnTo>
                <a:lnTo>
                  <a:pt x="660" y="0"/>
                </a:lnTo>
                <a:lnTo>
                  <a:pt x="681" y="0"/>
                </a:lnTo>
                <a:lnTo>
                  <a:pt x="701" y="1"/>
                </a:lnTo>
                <a:lnTo>
                  <a:pt x="722" y="2"/>
                </a:lnTo>
                <a:lnTo>
                  <a:pt x="743" y="4"/>
                </a:lnTo>
                <a:lnTo>
                  <a:pt x="763" y="6"/>
                </a:lnTo>
                <a:lnTo>
                  <a:pt x="783" y="8"/>
                </a:lnTo>
                <a:lnTo>
                  <a:pt x="804" y="11"/>
                </a:lnTo>
                <a:lnTo>
                  <a:pt x="824" y="15"/>
                </a:lnTo>
                <a:lnTo>
                  <a:pt x="844" y="19"/>
                </a:lnTo>
                <a:lnTo>
                  <a:pt x="864" y="23"/>
                </a:lnTo>
                <a:lnTo>
                  <a:pt x="883" y="28"/>
                </a:lnTo>
                <a:lnTo>
                  <a:pt x="903" y="33"/>
                </a:lnTo>
                <a:lnTo>
                  <a:pt x="922" y="39"/>
                </a:lnTo>
                <a:lnTo>
                  <a:pt x="941" y="45"/>
                </a:lnTo>
                <a:lnTo>
                  <a:pt x="959" y="51"/>
                </a:lnTo>
                <a:lnTo>
                  <a:pt x="978" y="58"/>
                </a:lnTo>
                <a:lnTo>
                  <a:pt x="996" y="66"/>
                </a:lnTo>
                <a:lnTo>
                  <a:pt x="1013" y="74"/>
                </a:lnTo>
                <a:lnTo>
                  <a:pt x="1030" y="82"/>
                </a:lnTo>
                <a:lnTo>
                  <a:pt x="1047" y="90"/>
                </a:lnTo>
                <a:lnTo>
                  <a:pt x="1064" y="99"/>
                </a:lnTo>
                <a:lnTo>
                  <a:pt x="1080" y="108"/>
                </a:lnTo>
                <a:lnTo>
                  <a:pt x="1096" y="118"/>
                </a:lnTo>
                <a:lnTo>
                  <a:pt x="1111" y="128"/>
                </a:lnTo>
                <a:lnTo>
                  <a:pt x="1126" y="138"/>
                </a:lnTo>
                <a:lnTo>
                  <a:pt x="1141" y="149"/>
                </a:lnTo>
                <a:lnTo>
                  <a:pt x="1154" y="160"/>
                </a:lnTo>
                <a:lnTo>
                  <a:pt x="1168" y="171"/>
                </a:lnTo>
                <a:lnTo>
                  <a:pt x="1181" y="183"/>
                </a:lnTo>
                <a:lnTo>
                  <a:pt x="1193" y="195"/>
                </a:lnTo>
                <a:lnTo>
                  <a:pt x="1205" y="207"/>
                </a:lnTo>
                <a:lnTo>
                  <a:pt x="1217" y="219"/>
                </a:lnTo>
                <a:lnTo>
                  <a:pt x="1227" y="232"/>
                </a:lnTo>
                <a:lnTo>
                  <a:pt x="1238" y="245"/>
                </a:lnTo>
                <a:lnTo>
                  <a:pt x="1247" y="258"/>
                </a:lnTo>
                <a:lnTo>
                  <a:pt x="1256" y="271"/>
                </a:lnTo>
                <a:lnTo>
                  <a:pt x="1265" y="285"/>
                </a:lnTo>
                <a:lnTo>
                  <a:pt x="1273" y="298"/>
                </a:lnTo>
                <a:lnTo>
                  <a:pt x="1280" y="312"/>
                </a:lnTo>
                <a:lnTo>
                  <a:pt x="1287" y="327"/>
                </a:lnTo>
                <a:lnTo>
                  <a:pt x="1293" y="342"/>
                </a:lnTo>
                <a:lnTo>
                  <a:pt x="1298" y="356"/>
                </a:lnTo>
                <a:lnTo>
                  <a:pt x="1303" y="370"/>
                </a:lnTo>
                <a:lnTo>
                  <a:pt x="1307" y="385"/>
                </a:lnTo>
                <a:lnTo>
                  <a:pt x="1311" y="399"/>
                </a:lnTo>
                <a:lnTo>
                  <a:pt x="1314" y="414"/>
                </a:lnTo>
                <a:lnTo>
                  <a:pt x="1316" y="429"/>
                </a:lnTo>
                <a:lnTo>
                  <a:pt x="1318" y="444"/>
                </a:lnTo>
                <a:lnTo>
                  <a:pt x="1319" y="458"/>
                </a:lnTo>
                <a:lnTo>
                  <a:pt x="1319" y="473"/>
                </a:lnTo>
                <a:close/>
              </a:path>
            </a:pathLst>
          </a:custGeom>
          <a:solidFill>
            <a:srgbClr val="ffb9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8" name=""/>
          <p:cNvSpPr/>
          <p:nvPr/>
        </p:nvSpPr>
        <p:spPr>
          <a:xfrm>
            <a:off x="7823880" y="2773080"/>
            <a:ext cx="477720" cy="342360"/>
          </a:xfrm>
          <a:custGeom>
            <a:avLst/>
            <a:gdLst/>
            <a:ahLst/>
            <a:rect l="0" t="0" r="r" b="b"/>
            <a:pathLst>
              <a:path w="1327" h="951">
                <a:moveTo>
                  <a:pt x="1323" y="476"/>
                </a:moveTo>
                <a:lnTo>
                  <a:pt x="1323" y="461"/>
                </a:lnTo>
                <a:lnTo>
                  <a:pt x="1322" y="447"/>
                </a:lnTo>
                <a:lnTo>
                  <a:pt x="1320" y="432"/>
                </a:lnTo>
                <a:lnTo>
                  <a:pt x="1318" y="417"/>
                </a:lnTo>
                <a:lnTo>
                  <a:pt x="1315" y="402"/>
                </a:lnTo>
                <a:lnTo>
                  <a:pt x="1311" y="388"/>
                </a:lnTo>
                <a:lnTo>
                  <a:pt x="1307" y="373"/>
                </a:lnTo>
                <a:lnTo>
                  <a:pt x="1302" y="358"/>
                </a:lnTo>
                <a:lnTo>
                  <a:pt x="1297" y="344"/>
                </a:lnTo>
                <a:lnTo>
                  <a:pt x="1291" y="329"/>
                </a:lnTo>
                <a:lnTo>
                  <a:pt x="1284" y="315"/>
                </a:lnTo>
                <a:lnTo>
                  <a:pt x="1277" y="301"/>
                </a:lnTo>
                <a:lnTo>
                  <a:pt x="1269" y="288"/>
                </a:lnTo>
                <a:lnTo>
                  <a:pt x="1260" y="274"/>
                </a:lnTo>
                <a:lnTo>
                  <a:pt x="1251" y="261"/>
                </a:lnTo>
                <a:lnTo>
                  <a:pt x="1242" y="248"/>
                </a:lnTo>
                <a:lnTo>
                  <a:pt x="1231" y="235"/>
                </a:lnTo>
                <a:lnTo>
                  <a:pt x="1221" y="222"/>
                </a:lnTo>
                <a:lnTo>
                  <a:pt x="1209" y="210"/>
                </a:lnTo>
                <a:lnTo>
                  <a:pt x="1197" y="198"/>
                </a:lnTo>
                <a:lnTo>
                  <a:pt x="1185" y="186"/>
                </a:lnTo>
                <a:lnTo>
                  <a:pt x="1172" y="174"/>
                </a:lnTo>
                <a:lnTo>
                  <a:pt x="1158" y="163"/>
                </a:lnTo>
                <a:lnTo>
                  <a:pt x="1145" y="152"/>
                </a:lnTo>
                <a:lnTo>
                  <a:pt x="1130" y="141"/>
                </a:lnTo>
                <a:lnTo>
                  <a:pt x="1115" y="131"/>
                </a:lnTo>
                <a:lnTo>
                  <a:pt x="1100" y="121"/>
                </a:lnTo>
                <a:lnTo>
                  <a:pt x="1084" y="111"/>
                </a:lnTo>
                <a:lnTo>
                  <a:pt x="1068" y="102"/>
                </a:lnTo>
                <a:lnTo>
                  <a:pt x="1051" y="93"/>
                </a:lnTo>
                <a:lnTo>
                  <a:pt x="1034" y="85"/>
                </a:lnTo>
                <a:lnTo>
                  <a:pt x="1017" y="77"/>
                </a:lnTo>
                <a:lnTo>
                  <a:pt x="1000" y="69"/>
                </a:lnTo>
                <a:lnTo>
                  <a:pt x="982" y="61"/>
                </a:lnTo>
                <a:lnTo>
                  <a:pt x="963" y="54"/>
                </a:lnTo>
                <a:lnTo>
                  <a:pt x="945" y="48"/>
                </a:lnTo>
                <a:lnTo>
                  <a:pt x="926" y="42"/>
                </a:lnTo>
                <a:lnTo>
                  <a:pt x="907" y="36"/>
                </a:lnTo>
                <a:lnTo>
                  <a:pt x="887" y="31"/>
                </a:lnTo>
                <a:lnTo>
                  <a:pt x="868" y="26"/>
                </a:lnTo>
                <a:lnTo>
                  <a:pt x="848" y="22"/>
                </a:lnTo>
                <a:lnTo>
                  <a:pt x="828" y="18"/>
                </a:lnTo>
                <a:lnTo>
                  <a:pt x="808" y="14"/>
                </a:lnTo>
                <a:lnTo>
                  <a:pt x="787" y="11"/>
                </a:lnTo>
                <a:lnTo>
                  <a:pt x="767" y="9"/>
                </a:lnTo>
                <a:lnTo>
                  <a:pt x="747" y="7"/>
                </a:lnTo>
                <a:lnTo>
                  <a:pt x="726" y="5"/>
                </a:lnTo>
                <a:lnTo>
                  <a:pt x="705" y="4"/>
                </a:lnTo>
                <a:lnTo>
                  <a:pt x="685" y="3"/>
                </a:lnTo>
                <a:lnTo>
                  <a:pt x="664" y="3"/>
                </a:lnTo>
                <a:lnTo>
                  <a:pt x="643" y="3"/>
                </a:lnTo>
                <a:lnTo>
                  <a:pt x="623" y="4"/>
                </a:lnTo>
                <a:lnTo>
                  <a:pt x="602" y="5"/>
                </a:lnTo>
                <a:lnTo>
                  <a:pt x="581" y="7"/>
                </a:lnTo>
                <a:lnTo>
                  <a:pt x="561" y="9"/>
                </a:lnTo>
                <a:lnTo>
                  <a:pt x="540" y="11"/>
                </a:lnTo>
                <a:lnTo>
                  <a:pt x="520" y="14"/>
                </a:lnTo>
                <a:lnTo>
                  <a:pt x="500" y="18"/>
                </a:lnTo>
                <a:lnTo>
                  <a:pt x="480" y="22"/>
                </a:lnTo>
                <a:lnTo>
                  <a:pt x="460" y="26"/>
                </a:lnTo>
                <a:lnTo>
                  <a:pt x="441" y="31"/>
                </a:lnTo>
                <a:lnTo>
                  <a:pt x="421" y="36"/>
                </a:lnTo>
                <a:lnTo>
                  <a:pt x="402" y="42"/>
                </a:lnTo>
                <a:lnTo>
                  <a:pt x="383" y="48"/>
                </a:lnTo>
                <a:lnTo>
                  <a:pt x="365" y="54"/>
                </a:lnTo>
                <a:lnTo>
                  <a:pt x="346" y="61"/>
                </a:lnTo>
                <a:lnTo>
                  <a:pt x="328" y="69"/>
                </a:lnTo>
                <a:lnTo>
                  <a:pt x="311" y="77"/>
                </a:lnTo>
                <a:lnTo>
                  <a:pt x="293" y="85"/>
                </a:lnTo>
                <a:lnTo>
                  <a:pt x="276" y="93"/>
                </a:lnTo>
                <a:lnTo>
                  <a:pt x="260" y="102"/>
                </a:lnTo>
                <a:lnTo>
                  <a:pt x="244" y="111"/>
                </a:lnTo>
                <a:lnTo>
                  <a:pt x="228" y="121"/>
                </a:lnTo>
                <a:lnTo>
                  <a:pt x="213" y="131"/>
                </a:lnTo>
                <a:lnTo>
                  <a:pt x="198" y="141"/>
                </a:lnTo>
                <a:lnTo>
                  <a:pt x="183" y="152"/>
                </a:lnTo>
                <a:lnTo>
                  <a:pt x="169" y="163"/>
                </a:lnTo>
                <a:lnTo>
                  <a:pt x="156" y="174"/>
                </a:lnTo>
                <a:lnTo>
                  <a:pt x="142" y="186"/>
                </a:lnTo>
                <a:lnTo>
                  <a:pt x="130" y="198"/>
                </a:lnTo>
                <a:lnTo>
                  <a:pt x="118" y="210"/>
                </a:lnTo>
                <a:lnTo>
                  <a:pt x="106" y="222"/>
                </a:lnTo>
                <a:lnTo>
                  <a:pt x="96" y="235"/>
                </a:lnTo>
                <a:lnTo>
                  <a:pt x="85" y="248"/>
                </a:lnTo>
                <a:lnTo>
                  <a:pt x="76" y="261"/>
                </a:lnTo>
                <a:lnTo>
                  <a:pt x="66" y="274"/>
                </a:lnTo>
                <a:lnTo>
                  <a:pt x="58" y="288"/>
                </a:lnTo>
                <a:lnTo>
                  <a:pt x="50" y="301"/>
                </a:lnTo>
                <a:lnTo>
                  <a:pt x="43" y="315"/>
                </a:lnTo>
                <a:lnTo>
                  <a:pt x="36" y="329"/>
                </a:lnTo>
                <a:lnTo>
                  <a:pt x="30" y="344"/>
                </a:lnTo>
                <a:lnTo>
                  <a:pt x="24" y="358"/>
                </a:lnTo>
                <a:lnTo>
                  <a:pt x="20" y="373"/>
                </a:lnTo>
                <a:lnTo>
                  <a:pt x="15" y="388"/>
                </a:lnTo>
                <a:lnTo>
                  <a:pt x="12" y="402"/>
                </a:lnTo>
                <a:lnTo>
                  <a:pt x="9" y="417"/>
                </a:lnTo>
                <a:lnTo>
                  <a:pt x="7" y="432"/>
                </a:lnTo>
                <a:lnTo>
                  <a:pt x="5" y="447"/>
                </a:lnTo>
                <a:lnTo>
                  <a:pt x="4" y="461"/>
                </a:lnTo>
                <a:lnTo>
                  <a:pt x="4" y="476"/>
                </a:lnTo>
                <a:lnTo>
                  <a:pt x="4" y="491"/>
                </a:lnTo>
                <a:lnTo>
                  <a:pt x="5" y="506"/>
                </a:lnTo>
                <a:lnTo>
                  <a:pt x="7" y="521"/>
                </a:lnTo>
                <a:lnTo>
                  <a:pt x="9" y="535"/>
                </a:lnTo>
                <a:lnTo>
                  <a:pt x="12" y="550"/>
                </a:lnTo>
                <a:lnTo>
                  <a:pt x="15" y="565"/>
                </a:lnTo>
                <a:lnTo>
                  <a:pt x="20" y="579"/>
                </a:lnTo>
                <a:lnTo>
                  <a:pt x="24" y="594"/>
                </a:lnTo>
                <a:lnTo>
                  <a:pt x="30" y="608"/>
                </a:lnTo>
                <a:lnTo>
                  <a:pt x="36" y="622"/>
                </a:lnTo>
                <a:lnTo>
                  <a:pt x="43" y="636"/>
                </a:lnTo>
                <a:lnTo>
                  <a:pt x="50" y="650"/>
                </a:lnTo>
                <a:lnTo>
                  <a:pt x="58" y="664"/>
                </a:lnTo>
                <a:lnTo>
                  <a:pt x="66" y="677"/>
                </a:lnTo>
                <a:lnTo>
                  <a:pt x="76" y="691"/>
                </a:lnTo>
                <a:lnTo>
                  <a:pt x="85" y="704"/>
                </a:lnTo>
                <a:lnTo>
                  <a:pt x="96" y="717"/>
                </a:lnTo>
                <a:lnTo>
                  <a:pt x="106" y="729"/>
                </a:lnTo>
                <a:lnTo>
                  <a:pt x="118" y="742"/>
                </a:lnTo>
                <a:lnTo>
                  <a:pt x="130" y="754"/>
                </a:lnTo>
                <a:lnTo>
                  <a:pt x="142" y="766"/>
                </a:lnTo>
                <a:lnTo>
                  <a:pt x="156" y="777"/>
                </a:lnTo>
                <a:lnTo>
                  <a:pt x="169" y="789"/>
                </a:lnTo>
                <a:lnTo>
                  <a:pt x="183" y="800"/>
                </a:lnTo>
                <a:lnTo>
                  <a:pt x="198" y="810"/>
                </a:lnTo>
                <a:lnTo>
                  <a:pt x="213" y="821"/>
                </a:lnTo>
                <a:lnTo>
                  <a:pt x="228" y="831"/>
                </a:lnTo>
                <a:lnTo>
                  <a:pt x="244" y="840"/>
                </a:lnTo>
                <a:lnTo>
                  <a:pt x="260" y="849"/>
                </a:lnTo>
                <a:lnTo>
                  <a:pt x="276" y="858"/>
                </a:lnTo>
                <a:lnTo>
                  <a:pt x="293" y="867"/>
                </a:lnTo>
                <a:lnTo>
                  <a:pt x="311" y="875"/>
                </a:lnTo>
                <a:lnTo>
                  <a:pt x="328" y="883"/>
                </a:lnTo>
                <a:lnTo>
                  <a:pt x="346" y="890"/>
                </a:lnTo>
                <a:lnTo>
                  <a:pt x="365" y="897"/>
                </a:lnTo>
                <a:lnTo>
                  <a:pt x="383" y="904"/>
                </a:lnTo>
                <a:lnTo>
                  <a:pt x="402" y="910"/>
                </a:lnTo>
                <a:lnTo>
                  <a:pt x="421" y="915"/>
                </a:lnTo>
                <a:lnTo>
                  <a:pt x="441" y="921"/>
                </a:lnTo>
                <a:lnTo>
                  <a:pt x="460" y="925"/>
                </a:lnTo>
                <a:lnTo>
                  <a:pt x="480" y="930"/>
                </a:lnTo>
                <a:lnTo>
                  <a:pt x="500" y="934"/>
                </a:lnTo>
                <a:lnTo>
                  <a:pt x="520" y="937"/>
                </a:lnTo>
                <a:lnTo>
                  <a:pt x="540" y="940"/>
                </a:lnTo>
                <a:lnTo>
                  <a:pt x="561" y="943"/>
                </a:lnTo>
                <a:lnTo>
                  <a:pt x="581" y="945"/>
                </a:lnTo>
                <a:lnTo>
                  <a:pt x="602" y="946"/>
                </a:lnTo>
                <a:lnTo>
                  <a:pt x="623" y="948"/>
                </a:lnTo>
                <a:lnTo>
                  <a:pt x="643" y="948"/>
                </a:lnTo>
                <a:lnTo>
                  <a:pt x="664" y="949"/>
                </a:lnTo>
                <a:lnTo>
                  <a:pt x="685" y="948"/>
                </a:lnTo>
                <a:lnTo>
                  <a:pt x="705" y="948"/>
                </a:lnTo>
                <a:lnTo>
                  <a:pt x="726" y="946"/>
                </a:lnTo>
                <a:lnTo>
                  <a:pt x="747" y="945"/>
                </a:lnTo>
                <a:lnTo>
                  <a:pt x="767" y="943"/>
                </a:lnTo>
                <a:lnTo>
                  <a:pt x="787" y="940"/>
                </a:lnTo>
                <a:lnTo>
                  <a:pt x="808" y="937"/>
                </a:lnTo>
                <a:lnTo>
                  <a:pt x="828" y="934"/>
                </a:lnTo>
                <a:lnTo>
                  <a:pt x="848" y="930"/>
                </a:lnTo>
                <a:lnTo>
                  <a:pt x="868" y="925"/>
                </a:lnTo>
                <a:lnTo>
                  <a:pt x="887" y="921"/>
                </a:lnTo>
                <a:lnTo>
                  <a:pt x="907" y="915"/>
                </a:lnTo>
                <a:lnTo>
                  <a:pt x="926" y="910"/>
                </a:lnTo>
                <a:lnTo>
                  <a:pt x="945" y="904"/>
                </a:lnTo>
                <a:lnTo>
                  <a:pt x="963" y="897"/>
                </a:lnTo>
                <a:lnTo>
                  <a:pt x="982" y="890"/>
                </a:lnTo>
                <a:lnTo>
                  <a:pt x="1000" y="883"/>
                </a:lnTo>
                <a:lnTo>
                  <a:pt x="1017" y="875"/>
                </a:lnTo>
                <a:lnTo>
                  <a:pt x="1034" y="867"/>
                </a:lnTo>
                <a:lnTo>
                  <a:pt x="1051" y="858"/>
                </a:lnTo>
                <a:lnTo>
                  <a:pt x="1068" y="849"/>
                </a:lnTo>
                <a:lnTo>
                  <a:pt x="1084" y="840"/>
                </a:lnTo>
                <a:lnTo>
                  <a:pt x="1100" y="831"/>
                </a:lnTo>
                <a:lnTo>
                  <a:pt x="1115" y="821"/>
                </a:lnTo>
                <a:lnTo>
                  <a:pt x="1130" y="810"/>
                </a:lnTo>
                <a:lnTo>
                  <a:pt x="1145" y="800"/>
                </a:lnTo>
                <a:lnTo>
                  <a:pt x="1158" y="789"/>
                </a:lnTo>
                <a:lnTo>
                  <a:pt x="1172" y="777"/>
                </a:lnTo>
                <a:lnTo>
                  <a:pt x="1185" y="766"/>
                </a:lnTo>
                <a:lnTo>
                  <a:pt x="1197" y="754"/>
                </a:lnTo>
                <a:lnTo>
                  <a:pt x="1209" y="742"/>
                </a:lnTo>
                <a:lnTo>
                  <a:pt x="1221" y="729"/>
                </a:lnTo>
                <a:lnTo>
                  <a:pt x="1231" y="717"/>
                </a:lnTo>
                <a:lnTo>
                  <a:pt x="1242" y="704"/>
                </a:lnTo>
                <a:lnTo>
                  <a:pt x="1251" y="691"/>
                </a:lnTo>
                <a:lnTo>
                  <a:pt x="1260" y="677"/>
                </a:lnTo>
                <a:lnTo>
                  <a:pt x="1269" y="664"/>
                </a:lnTo>
                <a:lnTo>
                  <a:pt x="1277" y="650"/>
                </a:lnTo>
                <a:lnTo>
                  <a:pt x="1284" y="636"/>
                </a:lnTo>
                <a:lnTo>
                  <a:pt x="1291" y="622"/>
                </a:lnTo>
                <a:lnTo>
                  <a:pt x="1297" y="608"/>
                </a:lnTo>
                <a:lnTo>
                  <a:pt x="1302" y="594"/>
                </a:lnTo>
                <a:lnTo>
                  <a:pt x="1307" y="579"/>
                </a:lnTo>
                <a:lnTo>
                  <a:pt x="1311" y="565"/>
                </a:lnTo>
                <a:lnTo>
                  <a:pt x="1315" y="550"/>
                </a:lnTo>
                <a:lnTo>
                  <a:pt x="1318" y="535"/>
                </a:lnTo>
                <a:lnTo>
                  <a:pt x="1320" y="521"/>
                </a:lnTo>
                <a:lnTo>
                  <a:pt x="1322" y="506"/>
                </a:lnTo>
                <a:lnTo>
                  <a:pt x="1323" y="491"/>
                </a:lnTo>
                <a:lnTo>
                  <a:pt x="1323" y="476"/>
                </a:lnTo>
                <a:moveTo>
                  <a:pt x="1327" y="476"/>
                </a:moveTo>
                <a:lnTo>
                  <a:pt x="1327" y="491"/>
                </a:lnTo>
                <a:lnTo>
                  <a:pt x="1326" y="506"/>
                </a:lnTo>
                <a:lnTo>
                  <a:pt x="1324" y="521"/>
                </a:lnTo>
                <a:lnTo>
                  <a:pt x="1322" y="536"/>
                </a:lnTo>
                <a:lnTo>
                  <a:pt x="1319" y="551"/>
                </a:lnTo>
                <a:lnTo>
                  <a:pt x="1315" y="565"/>
                </a:lnTo>
                <a:lnTo>
                  <a:pt x="1311" y="580"/>
                </a:lnTo>
                <a:lnTo>
                  <a:pt x="1306" y="594"/>
                </a:lnTo>
                <a:lnTo>
                  <a:pt x="1301" y="609"/>
                </a:lnTo>
                <a:lnTo>
                  <a:pt x="1295" y="623"/>
                </a:lnTo>
                <a:lnTo>
                  <a:pt x="1288" y="637"/>
                </a:lnTo>
                <a:lnTo>
                  <a:pt x="1280" y="651"/>
                </a:lnTo>
                <a:lnTo>
                  <a:pt x="1273" y="665"/>
                </a:lnTo>
                <a:lnTo>
                  <a:pt x="1264" y="679"/>
                </a:lnTo>
                <a:lnTo>
                  <a:pt x="1255" y="692"/>
                </a:lnTo>
                <a:lnTo>
                  <a:pt x="1245" y="705"/>
                </a:lnTo>
                <a:lnTo>
                  <a:pt x="1235" y="718"/>
                </a:lnTo>
                <a:lnTo>
                  <a:pt x="1224" y="731"/>
                </a:lnTo>
                <a:lnTo>
                  <a:pt x="1212" y="743"/>
                </a:lnTo>
                <a:lnTo>
                  <a:pt x="1200" y="756"/>
                </a:lnTo>
                <a:lnTo>
                  <a:pt x="1188" y="767"/>
                </a:lnTo>
                <a:lnTo>
                  <a:pt x="1175" y="779"/>
                </a:lnTo>
                <a:lnTo>
                  <a:pt x="1161" y="790"/>
                </a:lnTo>
                <a:lnTo>
                  <a:pt x="1147" y="802"/>
                </a:lnTo>
                <a:lnTo>
                  <a:pt x="1133" y="812"/>
                </a:lnTo>
                <a:lnTo>
                  <a:pt x="1118" y="823"/>
                </a:lnTo>
                <a:lnTo>
                  <a:pt x="1102" y="833"/>
                </a:lnTo>
                <a:lnTo>
                  <a:pt x="1087" y="842"/>
                </a:lnTo>
                <a:lnTo>
                  <a:pt x="1070" y="852"/>
                </a:lnTo>
                <a:lnTo>
                  <a:pt x="1054" y="861"/>
                </a:lnTo>
                <a:lnTo>
                  <a:pt x="1037" y="869"/>
                </a:lnTo>
                <a:lnTo>
                  <a:pt x="1019" y="877"/>
                </a:lnTo>
                <a:lnTo>
                  <a:pt x="1001" y="885"/>
                </a:lnTo>
                <a:lnTo>
                  <a:pt x="983" y="893"/>
                </a:lnTo>
                <a:lnTo>
                  <a:pt x="965" y="900"/>
                </a:lnTo>
                <a:lnTo>
                  <a:pt x="946" y="906"/>
                </a:lnTo>
                <a:lnTo>
                  <a:pt x="927" y="912"/>
                </a:lnTo>
                <a:lnTo>
                  <a:pt x="908" y="918"/>
                </a:lnTo>
                <a:lnTo>
                  <a:pt x="889" y="923"/>
                </a:lnTo>
                <a:lnTo>
                  <a:pt x="869" y="928"/>
                </a:lnTo>
                <a:lnTo>
                  <a:pt x="849" y="932"/>
                </a:lnTo>
                <a:lnTo>
                  <a:pt x="829" y="936"/>
                </a:lnTo>
                <a:lnTo>
                  <a:pt x="809" y="940"/>
                </a:lnTo>
                <a:lnTo>
                  <a:pt x="788" y="943"/>
                </a:lnTo>
                <a:lnTo>
                  <a:pt x="768" y="946"/>
                </a:lnTo>
                <a:lnTo>
                  <a:pt x="747" y="948"/>
                </a:lnTo>
                <a:lnTo>
                  <a:pt x="726" y="949"/>
                </a:lnTo>
                <a:lnTo>
                  <a:pt x="706" y="950"/>
                </a:lnTo>
                <a:lnTo>
                  <a:pt x="685" y="951"/>
                </a:lnTo>
                <a:lnTo>
                  <a:pt x="664" y="951"/>
                </a:lnTo>
                <a:lnTo>
                  <a:pt x="643" y="951"/>
                </a:lnTo>
                <a:lnTo>
                  <a:pt x="622" y="950"/>
                </a:lnTo>
                <a:lnTo>
                  <a:pt x="602" y="949"/>
                </a:lnTo>
                <a:lnTo>
                  <a:pt x="581" y="948"/>
                </a:lnTo>
                <a:lnTo>
                  <a:pt x="560" y="946"/>
                </a:lnTo>
                <a:lnTo>
                  <a:pt x="540" y="943"/>
                </a:lnTo>
                <a:lnTo>
                  <a:pt x="519" y="940"/>
                </a:lnTo>
                <a:lnTo>
                  <a:pt x="499" y="936"/>
                </a:lnTo>
                <a:lnTo>
                  <a:pt x="479" y="932"/>
                </a:lnTo>
                <a:lnTo>
                  <a:pt x="459" y="928"/>
                </a:lnTo>
                <a:lnTo>
                  <a:pt x="439" y="923"/>
                </a:lnTo>
                <a:lnTo>
                  <a:pt x="420" y="918"/>
                </a:lnTo>
                <a:lnTo>
                  <a:pt x="401" y="912"/>
                </a:lnTo>
                <a:lnTo>
                  <a:pt x="382" y="906"/>
                </a:lnTo>
                <a:lnTo>
                  <a:pt x="363" y="900"/>
                </a:lnTo>
                <a:lnTo>
                  <a:pt x="344" y="893"/>
                </a:lnTo>
                <a:lnTo>
                  <a:pt x="326" y="885"/>
                </a:lnTo>
                <a:lnTo>
                  <a:pt x="309" y="877"/>
                </a:lnTo>
                <a:lnTo>
                  <a:pt x="291" y="869"/>
                </a:lnTo>
                <a:lnTo>
                  <a:pt x="274" y="861"/>
                </a:lnTo>
                <a:lnTo>
                  <a:pt x="258" y="852"/>
                </a:lnTo>
                <a:lnTo>
                  <a:pt x="241" y="842"/>
                </a:lnTo>
                <a:lnTo>
                  <a:pt x="225" y="833"/>
                </a:lnTo>
                <a:lnTo>
                  <a:pt x="210" y="823"/>
                </a:lnTo>
                <a:lnTo>
                  <a:pt x="195" y="812"/>
                </a:lnTo>
                <a:lnTo>
                  <a:pt x="181" y="802"/>
                </a:lnTo>
                <a:lnTo>
                  <a:pt x="167" y="790"/>
                </a:lnTo>
                <a:lnTo>
                  <a:pt x="153" y="779"/>
                </a:lnTo>
                <a:lnTo>
                  <a:pt x="139" y="767"/>
                </a:lnTo>
                <a:lnTo>
                  <a:pt x="126" y="756"/>
                </a:lnTo>
                <a:lnTo>
                  <a:pt x="115" y="743"/>
                </a:lnTo>
                <a:lnTo>
                  <a:pt x="103" y="731"/>
                </a:lnTo>
                <a:lnTo>
                  <a:pt x="92" y="718"/>
                </a:lnTo>
                <a:lnTo>
                  <a:pt x="82" y="705"/>
                </a:lnTo>
                <a:lnTo>
                  <a:pt x="72" y="692"/>
                </a:lnTo>
                <a:lnTo>
                  <a:pt x="63" y="679"/>
                </a:lnTo>
                <a:lnTo>
                  <a:pt x="54" y="665"/>
                </a:lnTo>
                <a:lnTo>
                  <a:pt x="46" y="651"/>
                </a:lnTo>
                <a:lnTo>
                  <a:pt x="39" y="637"/>
                </a:lnTo>
                <a:lnTo>
                  <a:pt x="32" y="623"/>
                </a:lnTo>
                <a:lnTo>
                  <a:pt x="26" y="609"/>
                </a:lnTo>
                <a:lnTo>
                  <a:pt x="21" y="594"/>
                </a:lnTo>
                <a:lnTo>
                  <a:pt x="16" y="580"/>
                </a:lnTo>
                <a:lnTo>
                  <a:pt x="12" y="565"/>
                </a:lnTo>
                <a:lnTo>
                  <a:pt x="8" y="551"/>
                </a:lnTo>
                <a:lnTo>
                  <a:pt x="5" y="536"/>
                </a:lnTo>
                <a:lnTo>
                  <a:pt x="3" y="521"/>
                </a:lnTo>
                <a:lnTo>
                  <a:pt x="1" y="506"/>
                </a:lnTo>
                <a:lnTo>
                  <a:pt x="0" y="491"/>
                </a:lnTo>
                <a:lnTo>
                  <a:pt x="0" y="476"/>
                </a:lnTo>
                <a:lnTo>
                  <a:pt x="0" y="461"/>
                </a:lnTo>
                <a:lnTo>
                  <a:pt x="1" y="446"/>
                </a:lnTo>
                <a:lnTo>
                  <a:pt x="3" y="432"/>
                </a:lnTo>
                <a:lnTo>
                  <a:pt x="5" y="417"/>
                </a:lnTo>
                <a:lnTo>
                  <a:pt x="8" y="402"/>
                </a:lnTo>
                <a:lnTo>
                  <a:pt x="12" y="387"/>
                </a:lnTo>
                <a:lnTo>
                  <a:pt x="16" y="373"/>
                </a:lnTo>
                <a:lnTo>
                  <a:pt x="21" y="357"/>
                </a:lnTo>
                <a:lnTo>
                  <a:pt x="26" y="343"/>
                </a:lnTo>
                <a:lnTo>
                  <a:pt x="32" y="328"/>
                </a:lnTo>
                <a:lnTo>
                  <a:pt x="39" y="314"/>
                </a:lnTo>
                <a:lnTo>
                  <a:pt x="46" y="300"/>
                </a:lnTo>
                <a:lnTo>
                  <a:pt x="54" y="287"/>
                </a:lnTo>
                <a:lnTo>
                  <a:pt x="63" y="273"/>
                </a:lnTo>
                <a:lnTo>
                  <a:pt x="72" y="260"/>
                </a:lnTo>
                <a:lnTo>
                  <a:pt x="82" y="246"/>
                </a:lnTo>
                <a:lnTo>
                  <a:pt x="92" y="233"/>
                </a:lnTo>
                <a:lnTo>
                  <a:pt x="103" y="221"/>
                </a:lnTo>
                <a:lnTo>
                  <a:pt x="115" y="208"/>
                </a:lnTo>
                <a:lnTo>
                  <a:pt x="126" y="196"/>
                </a:lnTo>
                <a:lnTo>
                  <a:pt x="139" y="184"/>
                </a:lnTo>
                <a:lnTo>
                  <a:pt x="153" y="172"/>
                </a:lnTo>
                <a:lnTo>
                  <a:pt x="167" y="161"/>
                </a:lnTo>
                <a:lnTo>
                  <a:pt x="181" y="150"/>
                </a:lnTo>
                <a:lnTo>
                  <a:pt x="195" y="139"/>
                </a:lnTo>
                <a:lnTo>
                  <a:pt x="210" y="129"/>
                </a:lnTo>
                <a:lnTo>
                  <a:pt x="225" y="119"/>
                </a:lnTo>
                <a:lnTo>
                  <a:pt x="241" y="109"/>
                </a:lnTo>
                <a:lnTo>
                  <a:pt x="258" y="100"/>
                </a:lnTo>
                <a:lnTo>
                  <a:pt x="274" y="91"/>
                </a:lnTo>
                <a:lnTo>
                  <a:pt x="291" y="82"/>
                </a:lnTo>
                <a:lnTo>
                  <a:pt x="309" y="74"/>
                </a:lnTo>
                <a:lnTo>
                  <a:pt x="326" y="66"/>
                </a:lnTo>
                <a:lnTo>
                  <a:pt x="344" y="59"/>
                </a:lnTo>
                <a:lnTo>
                  <a:pt x="363" y="52"/>
                </a:lnTo>
                <a:lnTo>
                  <a:pt x="382" y="45"/>
                </a:lnTo>
                <a:lnTo>
                  <a:pt x="401" y="39"/>
                </a:lnTo>
                <a:lnTo>
                  <a:pt x="420" y="34"/>
                </a:lnTo>
                <a:lnTo>
                  <a:pt x="439" y="28"/>
                </a:lnTo>
                <a:lnTo>
                  <a:pt x="459" y="23"/>
                </a:lnTo>
                <a:lnTo>
                  <a:pt x="479" y="19"/>
                </a:lnTo>
                <a:lnTo>
                  <a:pt x="499" y="15"/>
                </a:lnTo>
                <a:lnTo>
                  <a:pt x="519" y="12"/>
                </a:lnTo>
                <a:lnTo>
                  <a:pt x="540" y="9"/>
                </a:lnTo>
                <a:lnTo>
                  <a:pt x="560" y="6"/>
                </a:lnTo>
                <a:lnTo>
                  <a:pt x="581" y="4"/>
                </a:lnTo>
                <a:lnTo>
                  <a:pt x="602" y="2"/>
                </a:lnTo>
                <a:lnTo>
                  <a:pt x="622" y="1"/>
                </a:lnTo>
                <a:lnTo>
                  <a:pt x="643" y="0"/>
                </a:lnTo>
                <a:lnTo>
                  <a:pt x="664" y="0"/>
                </a:lnTo>
                <a:lnTo>
                  <a:pt x="685" y="0"/>
                </a:lnTo>
                <a:lnTo>
                  <a:pt x="706" y="1"/>
                </a:lnTo>
                <a:lnTo>
                  <a:pt x="726" y="2"/>
                </a:lnTo>
                <a:lnTo>
                  <a:pt x="747" y="4"/>
                </a:lnTo>
                <a:lnTo>
                  <a:pt x="768" y="6"/>
                </a:lnTo>
                <a:lnTo>
                  <a:pt x="788" y="9"/>
                </a:lnTo>
                <a:lnTo>
                  <a:pt x="809" y="12"/>
                </a:lnTo>
                <a:lnTo>
                  <a:pt x="829" y="15"/>
                </a:lnTo>
                <a:lnTo>
                  <a:pt x="849" y="19"/>
                </a:lnTo>
                <a:lnTo>
                  <a:pt x="869" y="23"/>
                </a:lnTo>
                <a:lnTo>
                  <a:pt x="889" y="28"/>
                </a:lnTo>
                <a:lnTo>
                  <a:pt x="908" y="34"/>
                </a:lnTo>
                <a:lnTo>
                  <a:pt x="927" y="39"/>
                </a:lnTo>
                <a:lnTo>
                  <a:pt x="946" y="45"/>
                </a:lnTo>
                <a:lnTo>
                  <a:pt x="965" y="52"/>
                </a:lnTo>
                <a:lnTo>
                  <a:pt x="983" y="59"/>
                </a:lnTo>
                <a:lnTo>
                  <a:pt x="1001" y="66"/>
                </a:lnTo>
                <a:lnTo>
                  <a:pt x="1019" y="74"/>
                </a:lnTo>
                <a:lnTo>
                  <a:pt x="1037" y="82"/>
                </a:lnTo>
                <a:lnTo>
                  <a:pt x="1054" y="91"/>
                </a:lnTo>
                <a:lnTo>
                  <a:pt x="1070" y="100"/>
                </a:lnTo>
                <a:lnTo>
                  <a:pt x="1087" y="109"/>
                </a:lnTo>
                <a:lnTo>
                  <a:pt x="1102" y="119"/>
                </a:lnTo>
                <a:lnTo>
                  <a:pt x="1118" y="129"/>
                </a:lnTo>
                <a:lnTo>
                  <a:pt x="1133" y="139"/>
                </a:lnTo>
                <a:lnTo>
                  <a:pt x="1147" y="150"/>
                </a:lnTo>
                <a:lnTo>
                  <a:pt x="1161" y="161"/>
                </a:lnTo>
                <a:lnTo>
                  <a:pt x="1175" y="172"/>
                </a:lnTo>
                <a:lnTo>
                  <a:pt x="1188" y="184"/>
                </a:lnTo>
                <a:lnTo>
                  <a:pt x="1200" y="196"/>
                </a:lnTo>
                <a:lnTo>
                  <a:pt x="1212" y="208"/>
                </a:lnTo>
                <a:lnTo>
                  <a:pt x="1224" y="221"/>
                </a:lnTo>
                <a:lnTo>
                  <a:pt x="1235" y="233"/>
                </a:lnTo>
                <a:lnTo>
                  <a:pt x="1245" y="246"/>
                </a:lnTo>
                <a:lnTo>
                  <a:pt x="1255" y="260"/>
                </a:lnTo>
                <a:lnTo>
                  <a:pt x="1264" y="273"/>
                </a:lnTo>
                <a:lnTo>
                  <a:pt x="1273" y="287"/>
                </a:lnTo>
                <a:lnTo>
                  <a:pt x="1280" y="300"/>
                </a:lnTo>
                <a:lnTo>
                  <a:pt x="1288" y="314"/>
                </a:lnTo>
                <a:lnTo>
                  <a:pt x="1295" y="328"/>
                </a:lnTo>
                <a:lnTo>
                  <a:pt x="1301" y="343"/>
                </a:lnTo>
                <a:lnTo>
                  <a:pt x="1306" y="357"/>
                </a:lnTo>
                <a:lnTo>
                  <a:pt x="1311" y="373"/>
                </a:lnTo>
                <a:lnTo>
                  <a:pt x="1315" y="387"/>
                </a:lnTo>
                <a:lnTo>
                  <a:pt x="1319" y="402"/>
                </a:lnTo>
                <a:lnTo>
                  <a:pt x="1322" y="417"/>
                </a:lnTo>
                <a:lnTo>
                  <a:pt x="1324" y="432"/>
                </a:lnTo>
                <a:lnTo>
                  <a:pt x="1326" y="446"/>
                </a:lnTo>
                <a:lnTo>
                  <a:pt x="1327" y="461"/>
                </a:lnTo>
                <a:lnTo>
                  <a:pt x="1327" y="476"/>
                </a:lnTo>
                <a:close/>
              </a:path>
            </a:pathLst>
          </a:custGeom>
          <a:solidFill>
            <a:srgbClr val="ffb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39" name=""/>
          <p:cNvSpPr/>
          <p:nvPr/>
        </p:nvSpPr>
        <p:spPr>
          <a:xfrm>
            <a:off x="7822440" y="2772000"/>
            <a:ext cx="480600" cy="344520"/>
          </a:xfrm>
          <a:custGeom>
            <a:avLst/>
            <a:gdLst/>
            <a:ahLst/>
            <a:rect l="0" t="0" r="r" b="b"/>
            <a:pathLst>
              <a:path w="1335" h="957">
                <a:moveTo>
                  <a:pt x="1331" y="479"/>
                </a:moveTo>
                <a:lnTo>
                  <a:pt x="1331" y="464"/>
                </a:lnTo>
                <a:lnTo>
                  <a:pt x="1330" y="449"/>
                </a:lnTo>
                <a:lnTo>
                  <a:pt x="1328" y="435"/>
                </a:lnTo>
                <a:lnTo>
                  <a:pt x="1326" y="420"/>
                </a:lnTo>
                <a:lnTo>
                  <a:pt x="1323" y="404"/>
                </a:lnTo>
                <a:lnTo>
                  <a:pt x="1319" y="389"/>
                </a:lnTo>
                <a:lnTo>
                  <a:pt x="1315" y="375"/>
                </a:lnTo>
                <a:lnTo>
                  <a:pt x="1310" y="360"/>
                </a:lnTo>
                <a:lnTo>
                  <a:pt x="1305" y="346"/>
                </a:lnTo>
                <a:lnTo>
                  <a:pt x="1299" y="331"/>
                </a:lnTo>
                <a:lnTo>
                  <a:pt x="1292" y="317"/>
                </a:lnTo>
                <a:lnTo>
                  <a:pt x="1284" y="303"/>
                </a:lnTo>
                <a:lnTo>
                  <a:pt x="1277" y="290"/>
                </a:lnTo>
                <a:lnTo>
                  <a:pt x="1268" y="276"/>
                </a:lnTo>
                <a:lnTo>
                  <a:pt x="1259" y="263"/>
                </a:lnTo>
                <a:lnTo>
                  <a:pt x="1249" y="249"/>
                </a:lnTo>
                <a:lnTo>
                  <a:pt x="1239" y="236"/>
                </a:lnTo>
                <a:lnTo>
                  <a:pt x="1228" y="224"/>
                </a:lnTo>
                <a:lnTo>
                  <a:pt x="1216" y="211"/>
                </a:lnTo>
                <a:lnTo>
                  <a:pt x="1204" y="199"/>
                </a:lnTo>
                <a:lnTo>
                  <a:pt x="1192" y="187"/>
                </a:lnTo>
                <a:lnTo>
                  <a:pt x="1179" y="175"/>
                </a:lnTo>
                <a:lnTo>
                  <a:pt x="1165" y="164"/>
                </a:lnTo>
                <a:lnTo>
                  <a:pt x="1151" y="153"/>
                </a:lnTo>
                <a:lnTo>
                  <a:pt x="1137" y="142"/>
                </a:lnTo>
                <a:lnTo>
                  <a:pt x="1122" y="132"/>
                </a:lnTo>
                <a:lnTo>
                  <a:pt x="1106" y="122"/>
                </a:lnTo>
                <a:lnTo>
                  <a:pt x="1091" y="112"/>
                </a:lnTo>
                <a:lnTo>
                  <a:pt x="1074" y="103"/>
                </a:lnTo>
                <a:lnTo>
                  <a:pt x="1058" y="94"/>
                </a:lnTo>
                <a:lnTo>
                  <a:pt x="1041" y="85"/>
                </a:lnTo>
                <a:lnTo>
                  <a:pt x="1023" y="77"/>
                </a:lnTo>
                <a:lnTo>
                  <a:pt x="1005" y="69"/>
                </a:lnTo>
                <a:lnTo>
                  <a:pt x="987" y="62"/>
                </a:lnTo>
                <a:lnTo>
                  <a:pt x="969" y="55"/>
                </a:lnTo>
                <a:lnTo>
                  <a:pt x="950" y="48"/>
                </a:lnTo>
                <a:lnTo>
                  <a:pt x="931" y="42"/>
                </a:lnTo>
                <a:lnTo>
                  <a:pt x="912" y="37"/>
                </a:lnTo>
                <a:lnTo>
                  <a:pt x="893" y="31"/>
                </a:lnTo>
                <a:lnTo>
                  <a:pt x="873" y="26"/>
                </a:lnTo>
                <a:lnTo>
                  <a:pt x="853" y="22"/>
                </a:lnTo>
                <a:lnTo>
                  <a:pt x="833" y="18"/>
                </a:lnTo>
                <a:lnTo>
                  <a:pt x="813" y="15"/>
                </a:lnTo>
                <a:lnTo>
                  <a:pt x="792" y="12"/>
                </a:lnTo>
                <a:lnTo>
                  <a:pt x="772" y="9"/>
                </a:lnTo>
                <a:lnTo>
                  <a:pt x="751" y="7"/>
                </a:lnTo>
                <a:lnTo>
                  <a:pt x="730" y="5"/>
                </a:lnTo>
                <a:lnTo>
                  <a:pt x="710" y="4"/>
                </a:lnTo>
                <a:lnTo>
                  <a:pt x="689" y="3"/>
                </a:lnTo>
                <a:lnTo>
                  <a:pt x="668" y="3"/>
                </a:lnTo>
                <a:lnTo>
                  <a:pt x="647" y="3"/>
                </a:lnTo>
                <a:lnTo>
                  <a:pt x="626" y="4"/>
                </a:lnTo>
                <a:lnTo>
                  <a:pt x="606" y="5"/>
                </a:lnTo>
                <a:lnTo>
                  <a:pt x="585" y="7"/>
                </a:lnTo>
                <a:lnTo>
                  <a:pt x="564" y="9"/>
                </a:lnTo>
                <a:lnTo>
                  <a:pt x="544" y="12"/>
                </a:lnTo>
                <a:lnTo>
                  <a:pt x="523" y="15"/>
                </a:lnTo>
                <a:lnTo>
                  <a:pt x="503" y="18"/>
                </a:lnTo>
                <a:lnTo>
                  <a:pt x="483" y="22"/>
                </a:lnTo>
                <a:lnTo>
                  <a:pt x="463" y="26"/>
                </a:lnTo>
                <a:lnTo>
                  <a:pt x="443" y="31"/>
                </a:lnTo>
                <a:lnTo>
                  <a:pt x="424" y="37"/>
                </a:lnTo>
                <a:lnTo>
                  <a:pt x="405" y="42"/>
                </a:lnTo>
                <a:lnTo>
                  <a:pt x="386" y="48"/>
                </a:lnTo>
                <a:lnTo>
                  <a:pt x="367" y="55"/>
                </a:lnTo>
                <a:lnTo>
                  <a:pt x="348" y="62"/>
                </a:lnTo>
                <a:lnTo>
                  <a:pt x="330" y="69"/>
                </a:lnTo>
                <a:lnTo>
                  <a:pt x="313" y="77"/>
                </a:lnTo>
                <a:lnTo>
                  <a:pt x="295" y="85"/>
                </a:lnTo>
                <a:lnTo>
                  <a:pt x="278" y="94"/>
                </a:lnTo>
                <a:lnTo>
                  <a:pt x="261" y="103"/>
                </a:lnTo>
                <a:lnTo>
                  <a:pt x="244" y="112"/>
                </a:lnTo>
                <a:lnTo>
                  <a:pt x="228" y="122"/>
                </a:lnTo>
                <a:lnTo>
                  <a:pt x="213" y="132"/>
                </a:lnTo>
                <a:lnTo>
                  <a:pt x="198" y="142"/>
                </a:lnTo>
                <a:lnTo>
                  <a:pt x="184" y="153"/>
                </a:lnTo>
                <a:lnTo>
                  <a:pt x="170" y="164"/>
                </a:lnTo>
                <a:lnTo>
                  <a:pt x="156" y="175"/>
                </a:lnTo>
                <a:lnTo>
                  <a:pt x="143" y="187"/>
                </a:lnTo>
                <a:lnTo>
                  <a:pt x="130" y="199"/>
                </a:lnTo>
                <a:lnTo>
                  <a:pt x="119" y="211"/>
                </a:lnTo>
                <a:lnTo>
                  <a:pt x="107" y="224"/>
                </a:lnTo>
                <a:lnTo>
                  <a:pt x="96" y="236"/>
                </a:lnTo>
                <a:lnTo>
                  <a:pt x="86" y="249"/>
                </a:lnTo>
                <a:lnTo>
                  <a:pt x="76" y="263"/>
                </a:lnTo>
                <a:lnTo>
                  <a:pt x="67" y="276"/>
                </a:lnTo>
                <a:lnTo>
                  <a:pt x="58" y="290"/>
                </a:lnTo>
                <a:lnTo>
                  <a:pt x="50" y="303"/>
                </a:lnTo>
                <a:lnTo>
                  <a:pt x="43" y="317"/>
                </a:lnTo>
                <a:lnTo>
                  <a:pt x="36" y="331"/>
                </a:lnTo>
                <a:lnTo>
                  <a:pt x="30" y="346"/>
                </a:lnTo>
                <a:lnTo>
                  <a:pt x="25" y="360"/>
                </a:lnTo>
                <a:lnTo>
                  <a:pt x="20" y="375"/>
                </a:lnTo>
                <a:lnTo>
                  <a:pt x="16" y="389"/>
                </a:lnTo>
                <a:lnTo>
                  <a:pt x="12" y="404"/>
                </a:lnTo>
                <a:lnTo>
                  <a:pt x="9" y="420"/>
                </a:lnTo>
                <a:lnTo>
                  <a:pt x="7" y="435"/>
                </a:lnTo>
                <a:lnTo>
                  <a:pt x="5" y="449"/>
                </a:lnTo>
                <a:lnTo>
                  <a:pt x="4" y="464"/>
                </a:lnTo>
                <a:lnTo>
                  <a:pt x="4" y="479"/>
                </a:lnTo>
                <a:lnTo>
                  <a:pt x="4" y="494"/>
                </a:lnTo>
                <a:lnTo>
                  <a:pt x="5" y="509"/>
                </a:lnTo>
                <a:lnTo>
                  <a:pt x="7" y="524"/>
                </a:lnTo>
                <a:lnTo>
                  <a:pt x="9" y="539"/>
                </a:lnTo>
                <a:lnTo>
                  <a:pt x="12" y="554"/>
                </a:lnTo>
                <a:lnTo>
                  <a:pt x="16" y="568"/>
                </a:lnTo>
                <a:lnTo>
                  <a:pt x="20" y="583"/>
                </a:lnTo>
                <a:lnTo>
                  <a:pt x="25" y="597"/>
                </a:lnTo>
                <a:lnTo>
                  <a:pt x="30" y="612"/>
                </a:lnTo>
                <a:lnTo>
                  <a:pt x="36" y="626"/>
                </a:lnTo>
                <a:lnTo>
                  <a:pt x="43" y="640"/>
                </a:lnTo>
                <a:lnTo>
                  <a:pt x="50" y="654"/>
                </a:lnTo>
                <a:lnTo>
                  <a:pt x="58" y="668"/>
                </a:lnTo>
                <a:lnTo>
                  <a:pt x="67" y="682"/>
                </a:lnTo>
                <a:lnTo>
                  <a:pt x="76" y="695"/>
                </a:lnTo>
                <a:lnTo>
                  <a:pt x="86" y="708"/>
                </a:lnTo>
                <a:lnTo>
                  <a:pt x="96" y="721"/>
                </a:lnTo>
                <a:lnTo>
                  <a:pt x="107" y="734"/>
                </a:lnTo>
                <a:lnTo>
                  <a:pt x="119" y="746"/>
                </a:lnTo>
                <a:lnTo>
                  <a:pt x="130" y="759"/>
                </a:lnTo>
                <a:lnTo>
                  <a:pt x="143" y="770"/>
                </a:lnTo>
                <a:lnTo>
                  <a:pt x="156" y="782"/>
                </a:lnTo>
                <a:lnTo>
                  <a:pt x="170" y="793"/>
                </a:lnTo>
                <a:lnTo>
                  <a:pt x="184" y="805"/>
                </a:lnTo>
                <a:lnTo>
                  <a:pt x="198" y="815"/>
                </a:lnTo>
                <a:lnTo>
                  <a:pt x="213" y="826"/>
                </a:lnTo>
                <a:lnTo>
                  <a:pt x="228" y="836"/>
                </a:lnTo>
                <a:lnTo>
                  <a:pt x="244" y="845"/>
                </a:lnTo>
                <a:lnTo>
                  <a:pt x="261" y="855"/>
                </a:lnTo>
                <a:lnTo>
                  <a:pt x="278" y="864"/>
                </a:lnTo>
                <a:lnTo>
                  <a:pt x="295" y="872"/>
                </a:lnTo>
                <a:lnTo>
                  <a:pt x="313" y="880"/>
                </a:lnTo>
                <a:lnTo>
                  <a:pt x="330" y="888"/>
                </a:lnTo>
                <a:lnTo>
                  <a:pt x="348" y="896"/>
                </a:lnTo>
                <a:lnTo>
                  <a:pt x="367" y="903"/>
                </a:lnTo>
                <a:lnTo>
                  <a:pt x="386" y="909"/>
                </a:lnTo>
                <a:lnTo>
                  <a:pt x="405" y="915"/>
                </a:lnTo>
                <a:lnTo>
                  <a:pt x="424" y="921"/>
                </a:lnTo>
                <a:lnTo>
                  <a:pt x="443" y="926"/>
                </a:lnTo>
                <a:lnTo>
                  <a:pt x="463" y="931"/>
                </a:lnTo>
                <a:lnTo>
                  <a:pt x="483" y="935"/>
                </a:lnTo>
                <a:lnTo>
                  <a:pt x="503" y="939"/>
                </a:lnTo>
                <a:lnTo>
                  <a:pt x="523" y="943"/>
                </a:lnTo>
                <a:lnTo>
                  <a:pt x="544" y="946"/>
                </a:lnTo>
                <a:lnTo>
                  <a:pt x="564" y="949"/>
                </a:lnTo>
                <a:lnTo>
                  <a:pt x="585" y="951"/>
                </a:lnTo>
                <a:lnTo>
                  <a:pt x="606" y="952"/>
                </a:lnTo>
                <a:lnTo>
                  <a:pt x="626" y="953"/>
                </a:lnTo>
                <a:lnTo>
                  <a:pt x="647" y="954"/>
                </a:lnTo>
                <a:lnTo>
                  <a:pt x="668" y="954"/>
                </a:lnTo>
                <a:lnTo>
                  <a:pt x="689" y="954"/>
                </a:lnTo>
                <a:lnTo>
                  <a:pt x="710" y="953"/>
                </a:lnTo>
                <a:lnTo>
                  <a:pt x="730" y="952"/>
                </a:lnTo>
                <a:lnTo>
                  <a:pt x="751" y="951"/>
                </a:lnTo>
                <a:lnTo>
                  <a:pt x="772" y="949"/>
                </a:lnTo>
                <a:lnTo>
                  <a:pt x="792" y="946"/>
                </a:lnTo>
                <a:lnTo>
                  <a:pt x="813" y="943"/>
                </a:lnTo>
                <a:lnTo>
                  <a:pt x="833" y="939"/>
                </a:lnTo>
                <a:lnTo>
                  <a:pt x="853" y="935"/>
                </a:lnTo>
                <a:lnTo>
                  <a:pt x="873" y="931"/>
                </a:lnTo>
                <a:lnTo>
                  <a:pt x="893" y="926"/>
                </a:lnTo>
                <a:lnTo>
                  <a:pt x="912" y="921"/>
                </a:lnTo>
                <a:lnTo>
                  <a:pt x="931" y="915"/>
                </a:lnTo>
                <a:lnTo>
                  <a:pt x="950" y="909"/>
                </a:lnTo>
                <a:lnTo>
                  <a:pt x="969" y="903"/>
                </a:lnTo>
                <a:lnTo>
                  <a:pt x="987" y="896"/>
                </a:lnTo>
                <a:lnTo>
                  <a:pt x="1005" y="888"/>
                </a:lnTo>
                <a:lnTo>
                  <a:pt x="1023" y="880"/>
                </a:lnTo>
                <a:lnTo>
                  <a:pt x="1041" y="872"/>
                </a:lnTo>
                <a:lnTo>
                  <a:pt x="1058" y="864"/>
                </a:lnTo>
                <a:lnTo>
                  <a:pt x="1074" y="855"/>
                </a:lnTo>
                <a:lnTo>
                  <a:pt x="1091" y="845"/>
                </a:lnTo>
                <a:lnTo>
                  <a:pt x="1106" y="836"/>
                </a:lnTo>
                <a:lnTo>
                  <a:pt x="1122" y="826"/>
                </a:lnTo>
                <a:lnTo>
                  <a:pt x="1137" y="815"/>
                </a:lnTo>
                <a:lnTo>
                  <a:pt x="1151" y="805"/>
                </a:lnTo>
                <a:lnTo>
                  <a:pt x="1165" y="793"/>
                </a:lnTo>
                <a:lnTo>
                  <a:pt x="1179" y="782"/>
                </a:lnTo>
                <a:lnTo>
                  <a:pt x="1192" y="770"/>
                </a:lnTo>
                <a:lnTo>
                  <a:pt x="1204" y="759"/>
                </a:lnTo>
                <a:lnTo>
                  <a:pt x="1216" y="746"/>
                </a:lnTo>
                <a:lnTo>
                  <a:pt x="1228" y="734"/>
                </a:lnTo>
                <a:lnTo>
                  <a:pt x="1239" y="721"/>
                </a:lnTo>
                <a:lnTo>
                  <a:pt x="1249" y="708"/>
                </a:lnTo>
                <a:lnTo>
                  <a:pt x="1259" y="695"/>
                </a:lnTo>
                <a:lnTo>
                  <a:pt x="1268" y="682"/>
                </a:lnTo>
                <a:lnTo>
                  <a:pt x="1277" y="668"/>
                </a:lnTo>
                <a:lnTo>
                  <a:pt x="1284" y="654"/>
                </a:lnTo>
                <a:lnTo>
                  <a:pt x="1292" y="640"/>
                </a:lnTo>
                <a:lnTo>
                  <a:pt x="1299" y="626"/>
                </a:lnTo>
                <a:lnTo>
                  <a:pt x="1305" y="612"/>
                </a:lnTo>
                <a:lnTo>
                  <a:pt x="1310" y="597"/>
                </a:lnTo>
                <a:lnTo>
                  <a:pt x="1315" y="583"/>
                </a:lnTo>
                <a:lnTo>
                  <a:pt x="1319" y="568"/>
                </a:lnTo>
                <a:lnTo>
                  <a:pt x="1323" y="554"/>
                </a:lnTo>
                <a:lnTo>
                  <a:pt x="1326" y="539"/>
                </a:lnTo>
                <a:lnTo>
                  <a:pt x="1328" y="524"/>
                </a:lnTo>
                <a:lnTo>
                  <a:pt x="1330" y="509"/>
                </a:lnTo>
                <a:lnTo>
                  <a:pt x="1331" y="494"/>
                </a:lnTo>
                <a:lnTo>
                  <a:pt x="1331" y="479"/>
                </a:lnTo>
                <a:moveTo>
                  <a:pt x="1335" y="479"/>
                </a:moveTo>
                <a:lnTo>
                  <a:pt x="1335" y="494"/>
                </a:lnTo>
                <a:lnTo>
                  <a:pt x="1334" y="509"/>
                </a:lnTo>
                <a:lnTo>
                  <a:pt x="1332" y="524"/>
                </a:lnTo>
                <a:lnTo>
                  <a:pt x="1330" y="539"/>
                </a:lnTo>
                <a:lnTo>
                  <a:pt x="1327" y="554"/>
                </a:lnTo>
                <a:lnTo>
                  <a:pt x="1323" y="569"/>
                </a:lnTo>
                <a:lnTo>
                  <a:pt x="1319" y="584"/>
                </a:lnTo>
                <a:lnTo>
                  <a:pt x="1314" y="598"/>
                </a:lnTo>
                <a:lnTo>
                  <a:pt x="1308" y="613"/>
                </a:lnTo>
                <a:lnTo>
                  <a:pt x="1302" y="627"/>
                </a:lnTo>
                <a:lnTo>
                  <a:pt x="1295" y="641"/>
                </a:lnTo>
                <a:lnTo>
                  <a:pt x="1288" y="655"/>
                </a:lnTo>
                <a:lnTo>
                  <a:pt x="1280" y="669"/>
                </a:lnTo>
                <a:lnTo>
                  <a:pt x="1271" y="683"/>
                </a:lnTo>
                <a:lnTo>
                  <a:pt x="1262" y="696"/>
                </a:lnTo>
                <a:lnTo>
                  <a:pt x="1252" y="709"/>
                </a:lnTo>
                <a:lnTo>
                  <a:pt x="1242" y="723"/>
                </a:lnTo>
                <a:lnTo>
                  <a:pt x="1231" y="735"/>
                </a:lnTo>
                <a:lnTo>
                  <a:pt x="1220" y="748"/>
                </a:lnTo>
                <a:lnTo>
                  <a:pt x="1208" y="760"/>
                </a:lnTo>
                <a:lnTo>
                  <a:pt x="1195" y="772"/>
                </a:lnTo>
                <a:lnTo>
                  <a:pt x="1182" y="784"/>
                </a:lnTo>
                <a:lnTo>
                  <a:pt x="1168" y="795"/>
                </a:lnTo>
                <a:lnTo>
                  <a:pt x="1154" y="806"/>
                </a:lnTo>
                <a:lnTo>
                  <a:pt x="1140" y="817"/>
                </a:lnTo>
                <a:lnTo>
                  <a:pt x="1125" y="828"/>
                </a:lnTo>
                <a:lnTo>
                  <a:pt x="1109" y="838"/>
                </a:lnTo>
                <a:lnTo>
                  <a:pt x="1093" y="847"/>
                </a:lnTo>
                <a:lnTo>
                  <a:pt x="1077" y="857"/>
                </a:lnTo>
                <a:lnTo>
                  <a:pt x="1060" y="866"/>
                </a:lnTo>
                <a:lnTo>
                  <a:pt x="1043" y="875"/>
                </a:lnTo>
                <a:lnTo>
                  <a:pt x="1025" y="883"/>
                </a:lnTo>
                <a:lnTo>
                  <a:pt x="1007" y="891"/>
                </a:lnTo>
                <a:lnTo>
                  <a:pt x="989" y="898"/>
                </a:lnTo>
                <a:lnTo>
                  <a:pt x="971" y="905"/>
                </a:lnTo>
                <a:lnTo>
                  <a:pt x="952" y="912"/>
                </a:lnTo>
                <a:lnTo>
                  <a:pt x="933" y="918"/>
                </a:lnTo>
                <a:lnTo>
                  <a:pt x="913" y="924"/>
                </a:lnTo>
                <a:lnTo>
                  <a:pt x="894" y="929"/>
                </a:lnTo>
                <a:lnTo>
                  <a:pt x="874" y="934"/>
                </a:lnTo>
                <a:lnTo>
                  <a:pt x="854" y="938"/>
                </a:lnTo>
                <a:lnTo>
                  <a:pt x="834" y="942"/>
                </a:lnTo>
                <a:lnTo>
                  <a:pt x="813" y="946"/>
                </a:lnTo>
                <a:lnTo>
                  <a:pt x="793" y="949"/>
                </a:lnTo>
                <a:lnTo>
                  <a:pt x="772" y="951"/>
                </a:lnTo>
                <a:lnTo>
                  <a:pt x="752" y="953"/>
                </a:lnTo>
                <a:lnTo>
                  <a:pt x="731" y="955"/>
                </a:lnTo>
                <a:lnTo>
                  <a:pt x="710" y="956"/>
                </a:lnTo>
                <a:lnTo>
                  <a:pt x="689" y="957"/>
                </a:lnTo>
                <a:lnTo>
                  <a:pt x="668" y="957"/>
                </a:lnTo>
                <a:lnTo>
                  <a:pt x="647" y="957"/>
                </a:lnTo>
                <a:lnTo>
                  <a:pt x="626" y="956"/>
                </a:lnTo>
                <a:lnTo>
                  <a:pt x="605" y="955"/>
                </a:lnTo>
                <a:lnTo>
                  <a:pt x="584" y="953"/>
                </a:lnTo>
                <a:lnTo>
                  <a:pt x="564" y="951"/>
                </a:lnTo>
                <a:lnTo>
                  <a:pt x="543" y="949"/>
                </a:lnTo>
                <a:lnTo>
                  <a:pt x="522" y="946"/>
                </a:lnTo>
                <a:lnTo>
                  <a:pt x="502" y="942"/>
                </a:lnTo>
                <a:lnTo>
                  <a:pt x="482" y="938"/>
                </a:lnTo>
                <a:lnTo>
                  <a:pt x="462" y="934"/>
                </a:lnTo>
                <a:lnTo>
                  <a:pt x="442" y="929"/>
                </a:lnTo>
                <a:lnTo>
                  <a:pt x="422" y="924"/>
                </a:lnTo>
                <a:lnTo>
                  <a:pt x="403" y="918"/>
                </a:lnTo>
                <a:lnTo>
                  <a:pt x="384" y="912"/>
                </a:lnTo>
                <a:lnTo>
                  <a:pt x="365" y="905"/>
                </a:lnTo>
                <a:lnTo>
                  <a:pt x="347" y="898"/>
                </a:lnTo>
                <a:lnTo>
                  <a:pt x="328" y="891"/>
                </a:lnTo>
                <a:lnTo>
                  <a:pt x="311" y="883"/>
                </a:lnTo>
                <a:lnTo>
                  <a:pt x="293" y="875"/>
                </a:lnTo>
                <a:lnTo>
                  <a:pt x="276" y="866"/>
                </a:lnTo>
                <a:lnTo>
                  <a:pt x="258" y="857"/>
                </a:lnTo>
                <a:lnTo>
                  <a:pt x="242" y="847"/>
                </a:lnTo>
                <a:lnTo>
                  <a:pt x="226" y="838"/>
                </a:lnTo>
                <a:lnTo>
                  <a:pt x="210" y="828"/>
                </a:lnTo>
                <a:lnTo>
                  <a:pt x="195" y="817"/>
                </a:lnTo>
                <a:lnTo>
                  <a:pt x="181" y="806"/>
                </a:lnTo>
                <a:lnTo>
                  <a:pt x="167" y="795"/>
                </a:lnTo>
                <a:lnTo>
                  <a:pt x="153" y="784"/>
                </a:lnTo>
                <a:lnTo>
                  <a:pt x="140" y="772"/>
                </a:lnTo>
                <a:lnTo>
                  <a:pt x="127" y="760"/>
                </a:lnTo>
                <a:lnTo>
                  <a:pt x="115" y="748"/>
                </a:lnTo>
                <a:lnTo>
                  <a:pt x="104" y="735"/>
                </a:lnTo>
                <a:lnTo>
                  <a:pt x="93" y="723"/>
                </a:lnTo>
                <a:lnTo>
                  <a:pt x="82" y="709"/>
                </a:lnTo>
                <a:lnTo>
                  <a:pt x="73" y="696"/>
                </a:lnTo>
                <a:lnTo>
                  <a:pt x="63" y="683"/>
                </a:lnTo>
                <a:lnTo>
                  <a:pt x="55" y="669"/>
                </a:lnTo>
                <a:lnTo>
                  <a:pt x="47" y="655"/>
                </a:lnTo>
                <a:lnTo>
                  <a:pt x="39" y="641"/>
                </a:lnTo>
                <a:lnTo>
                  <a:pt x="33" y="627"/>
                </a:lnTo>
                <a:lnTo>
                  <a:pt x="26" y="613"/>
                </a:lnTo>
                <a:lnTo>
                  <a:pt x="21" y="598"/>
                </a:lnTo>
                <a:lnTo>
                  <a:pt x="16" y="584"/>
                </a:lnTo>
                <a:lnTo>
                  <a:pt x="12" y="569"/>
                </a:lnTo>
                <a:lnTo>
                  <a:pt x="8" y="554"/>
                </a:lnTo>
                <a:lnTo>
                  <a:pt x="5" y="539"/>
                </a:lnTo>
                <a:lnTo>
                  <a:pt x="3" y="524"/>
                </a:lnTo>
                <a:lnTo>
                  <a:pt x="1" y="509"/>
                </a:lnTo>
                <a:lnTo>
                  <a:pt x="0" y="494"/>
                </a:lnTo>
                <a:lnTo>
                  <a:pt x="0" y="479"/>
                </a:lnTo>
                <a:lnTo>
                  <a:pt x="0" y="464"/>
                </a:lnTo>
                <a:lnTo>
                  <a:pt x="1" y="449"/>
                </a:lnTo>
                <a:lnTo>
                  <a:pt x="3" y="434"/>
                </a:lnTo>
                <a:lnTo>
                  <a:pt x="5" y="419"/>
                </a:lnTo>
                <a:lnTo>
                  <a:pt x="8" y="404"/>
                </a:lnTo>
                <a:lnTo>
                  <a:pt x="12" y="389"/>
                </a:lnTo>
                <a:lnTo>
                  <a:pt x="16" y="374"/>
                </a:lnTo>
                <a:lnTo>
                  <a:pt x="21" y="359"/>
                </a:lnTo>
                <a:lnTo>
                  <a:pt x="26" y="345"/>
                </a:lnTo>
                <a:lnTo>
                  <a:pt x="33" y="331"/>
                </a:lnTo>
                <a:lnTo>
                  <a:pt x="39" y="316"/>
                </a:lnTo>
                <a:lnTo>
                  <a:pt x="47" y="302"/>
                </a:lnTo>
                <a:lnTo>
                  <a:pt x="55" y="289"/>
                </a:lnTo>
                <a:lnTo>
                  <a:pt x="63" y="275"/>
                </a:lnTo>
                <a:lnTo>
                  <a:pt x="73" y="261"/>
                </a:lnTo>
                <a:lnTo>
                  <a:pt x="82" y="248"/>
                </a:lnTo>
                <a:lnTo>
                  <a:pt x="93" y="235"/>
                </a:lnTo>
                <a:lnTo>
                  <a:pt x="104" y="222"/>
                </a:lnTo>
                <a:lnTo>
                  <a:pt x="115" y="210"/>
                </a:lnTo>
                <a:lnTo>
                  <a:pt x="127" y="197"/>
                </a:lnTo>
                <a:lnTo>
                  <a:pt x="140" y="185"/>
                </a:lnTo>
                <a:lnTo>
                  <a:pt x="153" y="174"/>
                </a:lnTo>
                <a:lnTo>
                  <a:pt x="167" y="162"/>
                </a:lnTo>
                <a:lnTo>
                  <a:pt x="181" y="151"/>
                </a:lnTo>
                <a:lnTo>
                  <a:pt x="195" y="140"/>
                </a:lnTo>
                <a:lnTo>
                  <a:pt x="210" y="130"/>
                </a:lnTo>
                <a:lnTo>
                  <a:pt x="226" y="120"/>
                </a:lnTo>
                <a:lnTo>
                  <a:pt x="242" y="110"/>
                </a:lnTo>
                <a:lnTo>
                  <a:pt x="258" y="101"/>
                </a:lnTo>
                <a:lnTo>
                  <a:pt x="276" y="92"/>
                </a:lnTo>
                <a:lnTo>
                  <a:pt x="293" y="83"/>
                </a:lnTo>
                <a:lnTo>
                  <a:pt x="311" y="75"/>
                </a:lnTo>
                <a:lnTo>
                  <a:pt x="328" y="67"/>
                </a:lnTo>
                <a:lnTo>
                  <a:pt x="347" y="60"/>
                </a:lnTo>
                <a:lnTo>
                  <a:pt x="365" y="53"/>
                </a:lnTo>
                <a:lnTo>
                  <a:pt x="384" y="46"/>
                </a:lnTo>
                <a:lnTo>
                  <a:pt x="403" y="40"/>
                </a:lnTo>
                <a:lnTo>
                  <a:pt x="422" y="34"/>
                </a:lnTo>
                <a:lnTo>
                  <a:pt x="442" y="29"/>
                </a:lnTo>
                <a:lnTo>
                  <a:pt x="462" y="24"/>
                </a:lnTo>
                <a:lnTo>
                  <a:pt x="482" y="19"/>
                </a:lnTo>
                <a:lnTo>
                  <a:pt x="502" y="15"/>
                </a:lnTo>
                <a:lnTo>
                  <a:pt x="522" y="12"/>
                </a:lnTo>
                <a:lnTo>
                  <a:pt x="543" y="9"/>
                </a:lnTo>
                <a:lnTo>
                  <a:pt x="564" y="6"/>
                </a:lnTo>
                <a:lnTo>
                  <a:pt x="584" y="4"/>
                </a:lnTo>
                <a:lnTo>
                  <a:pt x="605" y="3"/>
                </a:lnTo>
                <a:lnTo>
                  <a:pt x="626" y="1"/>
                </a:lnTo>
                <a:lnTo>
                  <a:pt x="647" y="1"/>
                </a:lnTo>
                <a:lnTo>
                  <a:pt x="668" y="0"/>
                </a:lnTo>
                <a:lnTo>
                  <a:pt x="689" y="1"/>
                </a:lnTo>
                <a:lnTo>
                  <a:pt x="710" y="1"/>
                </a:lnTo>
                <a:lnTo>
                  <a:pt x="731" y="3"/>
                </a:lnTo>
                <a:lnTo>
                  <a:pt x="752" y="4"/>
                </a:lnTo>
                <a:lnTo>
                  <a:pt x="772" y="6"/>
                </a:lnTo>
                <a:lnTo>
                  <a:pt x="793" y="9"/>
                </a:lnTo>
                <a:lnTo>
                  <a:pt x="813" y="12"/>
                </a:lnTo>
                <a:lnTo>
                  <a:pt x="834" y="15"/>
                </a:lnTo>
                <a:lnTo>
                  <a:pt x="854" y="19"/>
                </a:lnTo>
                <a:lnTo>
                  <a:pt x="874" y="24"/>
                </a:lnTo>
                <a:lnTo>
                  <a:pt x="894" y="29"/>
                </a:lnTo>
                <a:lnTo>
                  <a:pt x="913" y="34"/>
                </a:lnTo>
                <a:lnTo>
                  <a:pt x="933" y="40"/>
                </a:lnTo>
                <a:lnTo>
                  <a:pt x="952" y="46"/>
                </a:lnTo>
                <a:lnTo>
                  <a:pt x="971" y="53"/>
                </a:lnTo>
                <a:lnTo>
                  <a:pt x="989" y="60"/>
                </a:lnTo>
                <a:lnTo>
                  <a:pt x="1007" y="67"/>
                </a:lnTo>
                <a:lnTo>
                  <a:pt x="1025" y="75"/>
                </a:lnTo>
                <a:lnTo>
                  <a:pt x="1043" y="83"/>
                </a:lnTo>
                <a:lnTo>
                  <a:pt x="1060" y="92"/>
                </a:lnTo>
                <a:lnTo>
                  <a:pt x="1077" y="101"/>
                </a:lnTo>
                <a:lnTo>
                  <a:pt x="1093" y="110"/>
                </a:lnTo>
                <a:lnTo>
                  <a:pt x="1109" y="120"/>
                </a:lnTo>
                <a:lnTo>
                  <a:pt x="1125" y="130"/>
                </a:lnTo>
                <a:lnTo>
                  <a:pt x="1140" y="140"/>
                </a:lnTo>
                <a:lnTo>
                  <a:pt x="1154" y="151"/>
                </a:lnTo>
                <a:lnTo>
                  <a:pt x="1168" y="162"/>
                </a:lnTo>
                <a:lnTo>
                  <a:pt x="1182" y="174"/>
                </a:lnTo>
                <a:lnTo>
                  <a:pt x="1195" y="185"/>
                </a:lnTo>
                <a:lnTo>
                  <a:pt x="1208" y="197"/>
                </a:lnTo>
                <a:lnTo>
                  <a:pt x="1220" y="210"/>
                </a:lnTo>
                <a:lnTo>
                  <a:pt x="1231" y="222"/>
                </a:lnTo>
                <a:lnTo>
                  <a:pt x="1242" y="235"/>
                </a:lnTo>
                <a:lnTo>
                  <a:pt x="1252" y="248"/>
                </a:lnTo>
                <a:lnTo>
                  <a:pt x="1262" y="261"/>
                </a:lnTo>
                <a:lnTo>
                  <a:pt x="1271" y="275"/>
                </a:lnTo>
                <a:lnTo>
                  <a:pt x="1280" y="289"/>
                </a:lnTo>
                <a:lnTo>
                  <a:pt x="1288" y="302"/>
                </a:lnTo>
                <a:lnTo>
                  <a:pt x="1295" y="316"/>
                </a:lnTo>
                <a:lnTo>
                  <a:pt x="1302" y="331"/>
                </a:lnTo>
                <a:lnTo>
                  <a:pt x="1308" y="345"/>
                </a:lnTo>
                <a:lnTo>
                  <a:pt x="1314" y="359"/>
                </a:lnTo>
                <a:lnTo>
                  <a:pt x="1319" y="374"/>
                </a:lnTo>
                <a:lnTo>
                  <a:pt x="1323" y="389"/>
                </a:lnTo>
                <a:lnTo>
                  <a:pt x="1327" y="404"/>
                </a:lnTo>
                <a:lnTo>
                  <a:pt x="1330" y="419"/>
                </a:lnTo>
                <a:lnTo>
                  <a:pt x="1332" y="434"/>
                </a:lnTo>
                <a:lnTo>
                  <a:pt x="1334" y="449"/>
                </a:lnTo>
                <a:lnTo>
                  <a:pt x="1335" y="464"/>
                </a:lnTo>
                <a:lnTo>
                  <a:pt x="1335" y="479"/>
                </a:lnTo>
                <a:close/>
              </a:path>
            </a:pathLst>
          </a:custGeom>
          <a:solidFill>
            <a:srgbClr val="ffb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0" name=""/>
          <p:cNvSpPr/>
          <p:nvPr/>
        </p:nvSpPr>
        <p:spPr>
          <a:xfrm>
            <a:off x="7821000" y="2771280"/>
            <a:ext cx="483480" cy="346320"/>
          </a:xfrm>
          <a:custGeom>
            <a:avLst/>
            <a:gdLst/>
            <a:ahLst/>
            <a:rect l="0" t="0" r="r" b="b"/>
            <a:pathLst>
              <a:path w="1343" h="962">
                <a:moveTo>
                  <a:pt x="1339" y="481"/>
                </a:moveTo>
                <a:lnTo>
                  <a:pt x="1339" y="465"/>
                </a:lnTo>
                <a:lnTo>
                  <a:pt x="1338" y="450"/>
                </a:lnTo>
                <a:lnTo>
                  <a:pt x="1336" y="435"/>
                </a:lnTo>
                <a:lnTo>
                  <a:pt x="1334" y="420"/>
                </a:lnTo>
                <a:lnTo>
                  <a:pt x="1331" y="406"/>
                </a:lnTo>
                <a:lnTo>
                  <a:pt x="1327" y="391"/>
                </a:lnTo>
                <a:lnTo>
                  <a:pt x="1323" y="376"/>
                </a:lnTo>
                <a:lnTo>
                  <a:pt x="1318" y="361"/>
                </a:lnTo>
                <a:lnTo>
                  <a:pt x="1312" y="347"/>
                </a:lnTo>
                <a:lnTo>
                  <a:pt x="1306" y="333"/>
                </a:lnTo>
                <a:lnTo>
                  <a:pt x="1299" y="318"/>
                </a:lnTo>
                <a:lnTo>
                  <a:pt x="1292" y="304"/>
                </a:lnTo>
                <a:lnTo>
                  <a:pt x="1284" y="291"/>
                </a:lnTo>
                <a:lnTo>
                  <a:pt x="1275" y="277"/>
                </a:lnTo>
                <a:lnTo>
                  <a:pt x="1266" y="263"/>
                </a:lnTo>
                <a:lnTo>
                  <a:pt x="1256" y="250"/>
                </a:lnTo>
                <a:lnTo>
                  <a:pt x="1246" y="237"/>
                </a:lnTo>
                <a:lnTo>
                  <a:pt x="1235" y="224"/>
                </a:lnTo>
                <a:lnTo>
                  <a:pt x="1224" y="212"/>
                </a:lnTo>
                <a:lnTo>
                  <a:pt x="1212" y="199"/>
                </a:lnTo>
                <a:lnTo>
                  <a:pt x="1199" y="187"/>
                </a:lnTo>
                <a:lnTo>
                  <a:pt x="1186" y="176"/>
                </a:lnTo>
                <a:lnTo>
                  <a:pt x="1172" y="164"/>
                </a:lnTo>
                <a:lnTo>
                  <a:pt x="1158" y="153"/>
                </a:lnTo>
                <a:lnTo>
                  <a:pt x="1144" y="142"/>
                </a:lnTo>
                <a:lnTo>
                  <a:pt x="1129" y="132"/>
                </a:lnTo>
                <a:lnTo>
                  <a:pt x="1113" y="122"/>
                </a:lnTo>
                <a:lnTo>
                  <a:pt x="1097" y="112"/>
                </a:lnTo>
                <a:lnTo>
                  <a:pt x="1081" y="103"/>
                </a:lnTo>
                <a:lnTo>
                  <a:pt x="1064" y="94"/>
                </a:lnTo>
                <a:lnTo>
                  <a:pt x="1047" y="85"/>
                </a:lnTo>
                <a:lnTo>
                  <a:pt x="1029" y="77"/>
                </a:lnTo>
                <a:lnTo>
                  <a:pt x="1011" y="69"/>
                </a:lnTo>
                <a:lnTo>
                  <a:pt x="993" y="62"/>
                </a:lnTo>
                <a:lnTo>
                  <a:pt x="975" y="55"/>
                </a:lnTo>
                <a:lnTo>
                  <a:pt x="956" y="48"/>
                </a:lnTo>
                <a:lnTo>
                  <a:pt x="937" y="42"/>
                </a:lnTo>
                <a:lnTo>
                  <a:pt x="917" y="36"/>
                </a:lnTo>
                <a:lnTo>
                  <a:pt x="898" y="31"/>
                </a:lnTo>
                <a:lnTo>
                  <a:pt x="878" y="26"/>
                </a:lnTo>
                <a:lnTo>
                  <a:pt x="858" y="21"/>
                </a:lnTo>
                <a:lnTo>
                  <a:pt x="838" y="17"/>
                </a:lnTo>
                <a:lnTo>
                  <a:pt x="817" y="14"/>
                </a:lnTo>
                <a:lnTo>
                  <a:pt x="797" y="11"/>
                </a:lnTo>
                <a:lnTo>
                  <a:pt x="776" y="8"/>
                </a:lnTo>
                <a:lnTo>
                  <a:pt x="756" y="6"/>
                </a:lnTo>
                <a:lnTo>
                  <a:pt x="735" y="5"/>
                </a:lnTo>
                <a:lnTo>
                  <a:pt x="714" y="3"/>
                </a:lnTo>
                <a:lnTo>
                  <a:pt x="693" y="3"/>
                </a:lnTo>
                <a:lnTo>
                  <a:pt x="672" y="2"/>
                </a:lnTo>
                <a:lnTo>
                  <a:pt x="651" y="3"/>
                </a:lnTo>
                <a:lnTo>
                  <a:pt x="630" y="3"/>
                </a:lnTo>
                <a:lnTo>
                  <a:pt x="609" y="5"/>
                </a:lnTo>
                <a:lnTo>
                  <a:pt x="588" y="6"/>
                </a:lnTo>
                <a:lnTo>
                  <a:pt x="568" y="8"/>
                </a:lnTo>
                <a:lnTo>
                  <a:pt x="547" y="11"/>
                </a:lnTo>
                <a:lnTo>
                  <a:pt x="526" y="14"/>
                </a:lnTo>
                <a:lnTo>
                  <a:pt x="506" y="17"/>
                </a:lnTo>
                <a:lnTo>
                  <a:pt x="486" y="21"/>
                </a:lnTo>
                <a:lnTo>
                  <a:pt x="466" y="26"/>
                </a:lnTo>
                <a:lnTo>
                  <a:pt x="446" y="31"/>
                </a:lnTo>
                <a:lnTo>
                  <a:pt x="426" y="36"/>
                </a:lnTo>
                <a:lnTo>
                  <a:pt x="407" y="42"/>
                </a:lnTo>
                <a:lnTo>
                  <a:pt x="387" y="48"/>
                </a:lnTo>
                <a:lnTo>
                  <a:pt x="368" y="55"/>
                </a:lnTo>
                <a:lnTo>
                  <a:pt x="350" y="62"/>
                </a:lnTo>
                <a:lnTo>
                  <a:pt x="331" y="69"/>
                </a:lnTo>
                <a:lnTo>
                  <a:pt x="314" y="77"/>
                </a:lnTo>
                <a:lnTo>
                  <a:pt x="296" y="85"/>
                </a:lnTo>
                <a:lnTo>
                  <a:pt x="279" y="94"/>
                </a:lnTo>
                <a:lnTo>
                  <a:pt x="262" y="103"/>
                </a:lnTo>
                <a:lnTo>
                  <a:pt x="246" y="112"/>
                </a:lnTo>
                <a:lnTo>
                  <a:pt x="230" y="122"/>
                </a:lnTo>
                <a:lnTo>
                  <a:pt x="214" y="132"/>
                </a:lnTo>
                <a:lnTo>
                  <a:pt x="199" y="142"/>
                </a:lnTo>
                <a:lnTo>
                  <a:pt x="185" y="153"/>
                </a:lnTo>
                <a:lnTo>
                  <a:pt x="171" y="164"/>
                </a:lnTo>
                <a:lnTo>
                  <a:pt x="157" y="176"/>
                </a:lnTo>
                <a:lnTo>
                  <a:pt x="144" y="187"/>
                </a:lnTo>
                <a:lnTo>
                  <a:pt x="131" y="199"/>
                </a:lnTo>
                <a:lnTo>
                  <a:pt x="119" y="212"/>
                </a:lnTo>
                <a:lnTo>
                  <a:pt x="108" y="224"/>
                </a:lnTo>
                <a:lnTo>
                  <a:pt x="97" y="237"/>
                </a:lnTo>
                <a:lnTo>
                  <a:pt x="86" y="250"/>
                </a:lnTo>
                <a:lnTo>
                  <a:pt x="77" y="263"/>
                </a:lnTo>
                <a:lnTo>
                  <a:pt x="67" y="277"/>
                </a:lnTo>
                <a:lnTo>
                  <a:pt x="59" y="291"/>
                </a:lnTo>
                <a:lnTo>
                  <a:pt x="51" y="304"/>
                </a:lnTo>
                <a:lnTo>
                  <a:pt x="43" y="318"/>
                </a:lnTo>
                <a:lnTo>
                  <a:pt x="37" y="333"/>
                </a:lnTo>
                <a:lnTo>
                  <a:pt x="30" y="347"/>
                </a:lnTo>
                <a:lnTo>
                  <a:pt x="25" y="361"/>
                </a:lnTo>
                <a:lnTo>
                  <a:pt x="20" y="376"/>
                </a:lnTo>
                <a:lnTo>
                  <a:pt x="16" y="391"/>
                </a:lnTo>
                <a:lnTo>
                  <a:pt x="12" y="406"/>
                </a:lnTo>
                <a:lnTo>
                  <a:pt x="9" y="420"/>
                </a:lnTo>
                <a:lnTo>
                  <a:pt x="7" y="435"/>
                </a:lnTo>
                <a:lnTo>
                  <a:pt x="5" y="450"/>
                </a:lnTo>
                <a:lnTo>
                  <a:pt x="4" y="465"/>
                </a:lnTo>
                <a:lnTo>
                  <a:pt x="4" y="481"/>
                </a:lnTo>
                <a:lnTo>
                  <a:pt x="4" y="496"/>
                </a:lnTo>
                <a:lnTo>
                  <a:pt x="5" y="511"/>
                </a:lnTo>
                <a:lnTo>
                  <a:pt x="7" y="526"/>
                </a:lnTo>
                <a:lnTo>
                  <a:pt x="9" y="541"/>
                </a:lnTo>
                <a:lnTo>
                  <a:pt x="12" y="556"/>
                </a:lnTo>
                <a:lnTo>
                  <a:pt x="16" y="571"/>
                </a:lnTo>
                <a:lnTo>
                  <a:pt x="20" y="586"/>
                </a:lnTo>
                <a:lnTo>
                  <a:pt x="25" y="600"/>
                </a:lnTo>
                <a:lnTo>
                  <a:pt x="30" y="615"/>
                </a:lnTo>
                <a:lnTo>
                  <a:pt x="37" y="629"/>
                </a:lnTo>
                <a:lnTo>
                  <a:pt x="43" y="643"/>
                </a:lnTo>
                <a:lnTo>
                  <a:pt x="51" y="657"/>
                </a:lnTo>
                <a:lnTo>
                  <a:pt x="59" y="671"/>
                </a:lnTo>
                <a:lnTo>
                  <a:pt x="67" y="685"/>
                </a:lnTo>
                <a:lnTo>
                  <a:pt x="77" y="698"/>
                </a:lnTo>
                <a:lnTo>
                  <a:pt x="86" y="711"/>
                </a:lnTo>
                <a:lnTo>
                  <a:pt x="97" y="725"/>
                </a:lnTo>
                <a:lnTo>
                  <a:pt x="108" y="737"/>
                </a:lnTo>
                <a:lnTo>
                  <a:pt x="119" y="750"/>
                </a:lnTo>
                <a:lnTo>
                  <a:pt x="131" y="762"/>
                </a:lnTo>
                <a:lnTo>
                  <a:pt x="144" y="774"/>
                </a:lnTo>
                <a:lnTo>
                  <a:pt x="157" y="786"/>
                </a:lnTo>
                <a:lnTo>
                  <a:pt x="171" y="797"/>
                </a:lnTo>
                <a:lnTo>
                  <a:pt x="185" y="808"/>
                </a:lnTo>
                <a:lnTo>
                  <a:pt x="199" y="819"/>
                </a:lnTo>
                <a:lnTo>
                  <a:pt x="214" y="830"/>
                </a:lnTo>
                <a:lnTo>
                  <a:pt x="230" y="840"/>
                </a:lnTo>
                <a:lnTo>
                  <a:pt x="246" y="849"/>
                </a:lnTo>
                <a:lnTo>
                  <a:pt x="262" y="859"/>
                </a:lnTo>
                <a:lnTo>
                  <a:pt x="279" y="868"/>
                </a:lnTo>
                <a:lnTo>
                  <a:pt x="296" y="877"/>
                </a:lnTo>
                <a:lnTo>
                  <a:pt x="314" y="885"/>
                </a:lnTo>
                <a:lnTo>
                  <a:pt x="331" y="893"/>
                </a:lnTo>
                <a:lnTo>
                  <a:pt x="350" y="900"/>
                </a:lnTo>
                <a:lnTo>
                  <a:pt x="368" y="907"/>
                </a:lnTo>
                <a:lnTo>
                  <a:pt x="387" y="914"/>
                </a:lnTo>
                <a:lnTo>
                  <a:pt x="407" y="920"/>
                </a:lnTo>
                <a:lnTo>
                  <a:pt x="426" y="926"/>
                </a:lnTo>
                <a:lnTo>
                  <a:pt x="446" y="931"/>
                </a:lnTo>
                <a:lnTo>
                  <a:pt x="466" y="936"/>
                </a:lnTo>
                <a:lnTo>
                  <a:pt x="486" y="940"/>
                </a:lnTo>
                <a:lnTo>
                  <a:pt x="506" y="944"/>
                </a:lnTo>
                <a:lnTo>
                  <a:pt x="526" y="948"/>
                </a:lnTo>
                <a:lnTo>
                  <a:pt x="547" y="951"/>
                </a:lnTo>
                <a:lnTo>
                  <a:pt x="568" y="953"/>
                </a:lnTo>
                <a:lnTo>
                  <a:pt x="588" y="955"/>
                </a:lnTo>
                <a:lnTo>
                  <a:pt x="609" y="957"/>
                </a:lnTo>
                <a:lnTo>
                  <a:pt x="630" y="958"/>
                </a:lnTo>
                <a:lnTo>
                  <a:pt x="651" y="959"/>
                </a:lnTo>
                <a:lnTo>
                  <a:pt x="672" y="959"/>
                </a:lnTo>
                <a:lnTo>
                  <a:pt x="693" y="959"/>
                </a:lnTo>
                <a:lnTo>
                  <a:pt x="714" y="958"/>
                </a:lnTo>
                <a:lnTo>
                  <a:pt x="735" y="957"/>
                </a:lnTo>
                <a:lnTo>
                  <a:pt x="756" y="955"/>
                </a:lnTo>
                <a:lnTo>
                  <a:pt x="776" y="953"/>
                </a:lnTo>
                <a:lnTo>
                  <a:pt x="797" y="951"/>
                </a:lnTo>
                <a:lnTo>
                  <a:pt x="817" y="948"/>
                </a:lnTo>
                <a:lnTo>
                  <a:pt x="838" y="944"/>
                </a:lnTo>
                <a:lnTo>
                  <a:pt x="858" y="940"/>
                </a:lnTo>
                <a:lnTo>
                  <a:pt x="878" y="936"/>
                </a:lnTo>
                <a:lnTo>
                  <a:pt x="898" y="931"/>
                </a:lnTo>
                <a:lnTo>
                  <a:pt x="917" y="926"/>
                </a:lnTo>
                <a:lnTo>
                  <a:pt x="937" y="920"/>
                </a:lnTo>
                <a:lnTo>
                  <a:pt x="956" y="914"/>
                </a:lnTo>
                <a:lnTo>
                  <a:pt x="975" y="907"/>
                </a:lnTo>
                <a:lnTo>
                  <a:pt x="993" y="900"/>
                </a:lnTo>
                <a:lnTo>
                  <a:pt x="1011" y="893"/>
                </a:lnTo>
                <a:lnTo>
                  <a:pt x="1029" y="885"/>
                </a:lnTo>
                <a:lnTo>
                  <a:pt x="1047" y="877"/>
                </a:lnTo>
                <a:lnTo>
                  <a:pt x="1064" y="868"/>
                </a:lnTo>
                <a:lnTo>
                  <a:pt x="1081" y="859"/>
                </a:lnTo>
                <a:lnTo>
                  <a:pt x="1097" y="849"/>
                </a:lnTo>
                <a:lnTo>
                  <a:pt x="1113" y="840"/>
                </a:lnTo>
                <a:lnTo>
                  <a:pt x="1129" y="830"/>
                </a:lnTo>
                <a:lnTo>
                  <a:pt x="1144" y="819"/>
                </a:lnTo>
                <a:lnTo>
                  <a:pt x="1158" y="808"/>
                </a:lnTo>
                <a:lnTo>
                  <a:pt x="1172" y="797"/>
                </a:lnTo>
                <a:lnTo>
                  <a:pt x="1186" y="786"/>
                </a:lnTo>
                <a:lnTo>
                  <a:pt x="1199" y="774"/>
                </a:lnTo>
                <a:lnTo>
                  <a:pt x="1212" y="762"/>
                </a:lnTo>
                <a:lnTo>
                  <a:pt x="1224" y="750"/>
                </a:lnTo>
                <a:lnTo>
                  <a:pt x="1235" y="737"/>
                </a:lnTo>
                <a:lnTo>
                  <a:pt x="1246" y="725"/>
                </a:lnTo>
                <a:lnTo>
                  <a:pt x="1256" y="711"/>
                </a:lnTo>
                <a:lnTo>
                  <a:pt x="1266" y="698"/>
                </a:lnTo>
                <a:lnTo>
                  <a:pt x="1275" y="685"/>
                </a:lnTo>
                <a:lnTo>
                  <a:pt x="1284" y="671"/>
                </a:lnTo>
                <a:lnTo>
                  <a:pt x="1292" y="657"/>
                </a:lnTo>
                <a:lnTo>
                  <a:pt x="1299" y="643"/>
                </a:lnTo>
                <a:lnTo>
                  <a:pt x="1306" y="629"/>
                </a:lnTo>
                <a:lnTo>
                  <a:pt x="1312" y="615"/>
                </a:lnTo>
                <a:lnTo>
                  <a:pt x="1318" y="600"/>
                </a:lnTo>
                <a:lnTo>
                  <a:pt x="1323" y="586"/>
                </a:lnTo>
                <a:lnTo>
                  <a:pt x="1327" y="571"/>
                </a:lnTo>
                <a:lnTo>
                  <a:pt x="1331" y="556"/>
                </a:lnTo>
                <a:lnTo>
                  <a:pt x="1334" y="541"/>
                </a:lnTo>
                <a:lnTo>
                  <a:pt x="1336" y="526"/>
                </a:lnTo>
                <a:lnTo>
                  <a:pt x="1338" y="511"/>
                </a:lnTo>
                <a:lnTo>
                  <a:pt x="1339" y="496"/>
                </a:lnTo>
                <a:lnTo>
                  <a:pt x="1339" y="481"/>
                </a:lnTo>
                <a:moveTo>
                  <a:pt x="1343" y="481"/>
                </a:moveTo>
                <a:lnTo>
                  <a:pt x="1342" y="496"/>
                </a:lnTo>
                <a:lnTo>
                  <a:pt x="1341" y="511"/>
                </a:lnTo>
                <a:lnTo>
                  <a:pt x="1340" y="527"/>
                </a:lnTo>
                <a:lnTo>
                  <a:pt x="1338" y="542"/>
                </a:lnTo>
                <a:lnTo>
                  <a:pt x="1335" y="556"/>
                </a:lnTo>
                <a:lnTo>
                  <a:pt x="1331" y="571"/>
                </a:lnTo>
                <a:lnTo>
                  <a:pt x="1327" y="586"/>
                </a:lnTo>
                <a:lnTo>
                  <a:pt x="1322" y="601"/>
                </a:lnTo>
                <a:lnTo>
                  <a:pt x="1316" y="615"/>
                </a:lnTo>
                <a:lnTo>
                  <a:pt x="1310" y="630"/>
                </a:lnTo>
                <a:lnTo>
                  <a:pt x="1303" y="644"/>
                </a:lnTo>
                <a:lnTo>
                  <a:pt x="1296" y="658"/>
                </a:lnTo>
                <a:lnTo>
                  <a:pt x="1288" y="672"/>
                </a:lnTo>
                <a:lnTo>
                  <a:pt x="1279" y="686"/>
                </a:lnTo>
                <a:lnTo>
                  <a:pt x="1270" y="699"/>
                </a:lnTo>
                <a:lnTo>
                  <a:pt x="1260" y="713"/>
                </a:lnTo>
                <a:lnTo>
                  <a:pt x="1249" y="726"/>
                </a:lnTo>
                <a:lnTo>
                  <a:pt x="1238" y="739"/>
                </a:lnTo>
                <a:lnTo>
                  <a:pt x="1227" y="751"/>
                </a:lnTo>
                <a:lnTo>
                  <a:pt x="1215" y="764"/>
                </a:lnTo>
                <a:lnTo>
                  <a:pt x="1202" y="776"/>
                </a:lnTo>
                <a:lnTo>
                  <a:pt x="1189" y="788"/>
                </a:lnTo>
                <a:lnTo>
                  <a:pt x="1175" y="799"/>
                </a:lnTo>
                <a:lnTo>
                  <a:pt x="1161" y="810"/>
                </a:lnTo>
                <a:lnTo>
                  <a:pt x="1146" y="821"/>
                </a:lnTo>
                <a:lnTo>
                  <a:pt x="1131" y="832"/>
                </a:lnTo>
                <a:lnTo>
                  <a:pt x="1116" y="842"/>
                </a:lnTo>
                <a:lnTo>
                  <a:pt x="1100" y="852"/>
                </a:lnTo>
                <a:lnTo>
                  <a:pt x="1083" y="861"/>
                </a:lnTo>
                <a:lnTo>
                  <a:pt x="1066" y="870"/>
                </a:lnTo>
                <a:lnTo>
                  <a:pt x="1049" y="879"/>
                </a:lnTo>
                <a:lnTo>
                  <a:pt x="1031" y="887"/>
                </a:lnTo>
                <a:lnTo>
                  <a:pt x="1013" y="895"/>
                </a:lnTo>
                <a:lnTo>
                  <a:pt x="995" y="902"/>
                </a:lnTo>
                <a:lnTo>
                  <a:pt x="977" y="910"/>
                </a:lnTo>
                <a:lnTo>
                  <a:pt x="958" y="916"/>
                </a:lnTo>
                <a:lnTo>
                  <a:pt x="938" y="922"/>
                </a:lnTo>
                <a:lnTo>
                  <a:pt x="919" y="928"/>
                </a:lnTo>
                <a:lnTo>
                  <a:pt x="899" y="934"/>
                </a:lnTo>
                <a:lnTo>
                  <a:pt x="879" y="938"/>
                </a:lnTo>
                <a:lnTo>
                  <a:pt x="859" y="943"/>
                </a:lnTo>
                <a:lnTo>
                  <a:pt x="839" y="947"/>
                </a:lnTo>
                <a:lnTo>
                  <a:pt x="818" y="950"/>
                </a:lnTo>
                <a:lnTo>
                  <a:pt x="798" y="953"/>
                </a:lnTo>
                <a:lnTo>
                  <a:pt x="777" y="956"/>
                </a:lnTo>
                <a:lnTo>
                  <a:pt x="756" y="958"/>
                </a:lnTo>
                <a:lnTo>
                  <a:pt x="735" y="960"/>
                </a:lnTo>
                <a:lnTo>
                  <a:pt x="714" y="961"/>
                </a:lnTo>
                <a:lnTo>
                  <a:pt x="693" y="962"/>
                </a:lnTo>
                <a:lnTo>
                  <a:pt x="672" y="962"/>
                </a:lnTo>
                <a:lnTo>
                  <a:pt x="651" y="962"/>
                </a:lnTo>
                <a:lnTo>
                  <a:pt x="630" y="961"/>
                </a:lnTo>
                <a:lnTo>
                  <a:pt x="609" y="960"/>
                </a:lnTo>
                <a:lnTo>
                  <a:pt x="588" y="958"/>
                </a:lnTo>
                <a:lnTo>
                  <a:pt x="567" y="956"/>
                </a:lnTo>
                <a:lnTo>
                  <a:pt x="546" y="953"/>
                </a:lnTo>
                <a:lnTo>
                  <a:pt x="526" y="950"/>
                </a:lnTo>
                <a:lnTo>
                  <a:pt x="505" y="947"/>
                </a:lnTo>
                <a:lnTo>
                  <a:pt x="485" y="943"/>
                </a:lnTo>
                <a:lnTo>
                  <a:pt x="465" y="938"/>
                </a:lnTo>
                <a:lnTo>
                  <a:pt x="445" y="934"/>
                </a:lnTo>
                <a:lnTo>
                  <a:pt x="425" y="928"/>
                </a:lnTo>
                <a:lnTo>
                  <a:pt x="406" y="922"/>
                </a:lnTo>
                <a:lnTo>
                  <a:pt x="385" y="916"/>
                </a:lnTo>
                <a:lnTo>
                  <a:pt x="366" y="910"/>
                </a:lnTo>
                <a:lnTo>
                  <a:pt x="348" y="902"/>
                </a:lnTo>
                <a:lnTo>
                  <a:pt x="329" y="895"/>
                </a:lnTo>
                <a:lnTo>
                  <a:pt x="311" y="887"/>
                </a:lnTo>
                <a:lnTo>
                  <a:pt x="294" y="879"/>
                </a:lnTo>
                <a:lnTo>
                  <a:pt x="277" y="870"/>
                </a:lnTo>
                <a:lnTo>
                  <a:pt x="260" y="861"/>
                </a:lnTo>
                <a:lnTo>
                  <a:pt x="243" y="852"/>
                </a:lnTo>
                <a:lnTo>
                  <a:pt x="227" y="842"/>
                </a:lnTo>
                <a:lnTo>
                  <a:pt x="212" y="832"/>
                </a:lnTo>
                <a:lnTo>
                  <a:pt x="197" y="821"/>
                </a:lnTo>
                <a:lnTo>
                  <a:pt x="182" y="810"/>
                </a:lnTo>
                <a:lnTo>
                  <a:pt x="168" y="799"/>
                </a:lnTo>
                <a:lnTo>
                  <a:pt x="154" y="788"/>
                </a:lnTo>
                <a:lnTo>
                  <a:pt x="141" y="776"/>
                </a:lnTo>
                <a:lnTo>
                  <a:pt x="128" y="764"/>
                </a:lnTo>
                <a:lnTo>
                  <a:pt x="116" y="751"/>
                </a:lnTo>
                <a:lnTo>
                  <a:pt x="105" y="739"/>
                </a:lnTo>
                <a:lnTo>
                  <a:pt x="94" y="726"/>
                </a:lnTo>
                <a:lnTo>
                  <a:pt x="83" y="713"/>
                </a:lnTo>
                <a:lnTo>
                  <a:pt x="73" y="699"/>
                </a:lnTo>
                <a:lnTo>
                  <a:pt x="64" y="686"/>
                </a:lnTo>
                <a:lnTo>
                  <a:pt x="55" y="672"/>
                </a:lnTo>
                <a:lnTo>
                  <a:pt x="47" y="658"/>
                </a:lnTo>
                <a:lnTo>
                  <a:pt x="40" y="644"/>
                </a:lnTo>
                <a:lnTo>
                  <a:pt x="33" y="630"/>
                </a:lnTo>
                <a:lnTo>
                  <a:pt x="27" y="615"/>
                </a:lnTo>
                <a:lnTo>
                  <a:pt x="21" y="601"/>
                </a:lnTo>
                <a:lnTo>
                  <a:pt x="16" y="586"/>
                </a:lnTo>
                <a:lnTo>
                  <a:pt x="12" y="571"/>
                </a:lnTo>
                <a:lnTo>
                  <a:pt x="8" y="556"/>
                </a:lnTo>
                <a:lnTo>
                  <a:pt x="5" y="542"/>
                </a:lnTo>
                <a:lnTo>
                  <a:pt x="3" y="527"/>
                </a:lnTo>
                <a:lnTo>
                  <a:pt x="1" y="511"/>
                </a:lnTo>
                <a:lnTo>
                  <a:pt x="0" y="496"/>
                </a:lnTo>
                <a:lnTo>
                  <a:pt x="0" y="481"/>
                </a:lnTo>
                <a:lnTo>
                  <a:pt x="0" y="465"/>
                </a:lnTo>
                <a:lnTo>
                  <a:pt x="1" y="450"/>
                </a:lnTo>
                <a:lnTo>
                  <a:pt x="3" y="435"/>
                </a:lnTo>
                <a:lnTo>
                  <a:pt x="5" y="420"/>
                </a:lnTo>
                <a:lnTo>
                  <a:pt x="8" y="405"/>
                </a:lnTo>
                <a:lnTo>
                  <a:pt x="12" y="390"/>
                </a:lnTo>
                <a:lnTo>
                  <a:pt x="16" y="375"/>
                </a:lnTo>
                <a:lnTo>
                  <a:pt x="21" y="361"/>
                </a:lnTo>
                <a:lnTo>
                  <a:pt x="27" y="346"/>
                </a:lnTo>
                <a:lnTo>
                  <a:pt x="33" y="332"/>
                </a:lnTo>
                <a:lnTo>
                  <a:pt x="40" y="317"/>
                </a:lnTo>
                <a:lnTo>
                  <a:pt x="47" y="303"/>
                </a:lnTo>
                <a:lnTo>
                  <a:pt x="55" y="289"/>
                </a:lnTo>
                <a:lnTo>
                  <a:pt x="64" y="276"/>
                </a:lnTo>
                <a:lnTo>
                  <a:pt x="73" y="262"/>
                </a:lnTo>
                <a:lnTo>
                  <a:pt x="83" y="249"/>
                </a:lnTo>
                <a:lnTo>
                  <a:pt x="94" y="236"/>
                </a:lnTo>
                <a:lnTo>
                  <a:pt x="105" y="223"/>
                </a:lnTo>
                <a:lnTo>
                  <a:pt x="116" y="210"/>
                </a:lnTo>
                <a:lnTo>
                  <a:pt x="128" y="198"/>
                </a:lnTo>
                <a:lnTo>
                  <a:pt x="141" y="186"/>
                </a:lnTo>
                <a:lnTo>
                  <a:pt x="154" y="174"/>
                </a:lnTo>
                <a:lnTo>
                  <a:pt x="168" y="162"/>
                </a:lnTo>
                <a:lnTo>
                  <a:pt x="182" y="151"/>
                </a:lnTo>
                <a:lnTo>
                  <a:pt x="197" y="140"/>
                </a:lnTo>
                <a:lnTo>
                  <a:pt x="212" y="130"/>
                </a:lnTo>
                <a:lnTo>
                  <a:pt x="227" y="120"/>
                </a:lnTo>
                <a:lnTo>
                  <a:pt x="243" y="110"/>
                </a:lnTo>
                <a:lnTo>
                  <a:pt x="260" y="101"/>
                </a:lnTo>
                <a:lnTo>
                  <a:pt x="277" y="91"/>
                </a:lnTo>
                <a:lnTo>
                  <a:pt x="294" y="83"/>
                </a:lnTo>
                <a:lnTo>
                  <a:pt x="311" y="75"/>
                </a:lnTo>
                <a:lnTo>
                  <a:pt x="329" y="67"/>
                </a:lnTo>
                <a:lnTo>
                  <a:pt x="348" y="59"/>
                </a:lnTo>
                <a:lnTo>
                  <a:pt x="366" y="52"/>
                </a:lnTo>
                <a:lnTo>
                  <a:pt x="385" y="45"/>
                </a:lnTo>
                <a:lnTo>
                  <a:pt x="406" y="39"/>
                </a:lnTo>
                <a:lnTo>
                  <a:pt x="425" y="33"/>
                </a:lnTo>
                <a:lnTo>
                  <a:pt x="445" y="28"/>
                </a:lnTo>
                <a:lnTo>
                  <a:pt x="465" y="23"/>
                </a:lnTo>
                <a:lnTo>
                  <a:pt x="485" y="19"/>
                </a:lnTo>
                <a:lnTo>
                  <a:pt x="505" y="15"/>
                </a:lnTo>
                <a:lnTo>
                  <a:pt x="526" y="11"/>
                </a:lnTo>
                <a:lnTo>
                  <a:pt x="546" y="8"/>
                </a:lnTo>
                <a:lnTo>
                  <a:pt x="567" y="6"/>
                </a:lnTo>
                <a:lnTo>
                  <a:pt x="588" y="3"/>
                </a:lnTo>
                <a:lnTo>
                  <a:pt x="609" y="2"/>
                </a:lnTo>
                <a:lnTo>
                  <a:pt x="630" y="1"/>
                </a:lnTo>
                <a:lnTo>
                  <a:pt x="651" y="0"/>
                </a:lnTo>
                <a:lnTo>
                  <a:pt x="672" y="0"/>
                </a:lnTo>
                <a:lnTo>
                  <a:pt x="693" y="0"/>
                </a:lnTo>
                <a:lnTo>
                  <a:pt x="714" y="1"/>
                </a:lnTo>
                <a:lnTo>
                  <a:pt x="735" y="2"/>
                </a:lnTo>
                <a:lnTo>
                  <a:pt x="756" y="3"/>
                </a:lnTo>
                <a:lnTo>
                  <a:pt x="777" y="6"/>
                </a:lnTo>
                <a:lnTo>
                  <a:pt x="798" y="8"/>
                </a:lnTo>
                <a:lnTo>
                  <a:pt x="818" y="11"/>
                </a:lnTo>
                <a:lnTo>
                  <a:pt x="839" y="15"/>
                </a:lnTo>
                <a:lnTo>
                  <a:pt x="859" y="19"/>
                </a:lnTo>
                <a:lnTo>
                  <a:pt x="879" y="23"/>
                </a:lnTo>
                <a:lnTo>
                  <a:pt x="899" y="28"/>
                </a:lnTo>
                <a:lnTo>
                  <a:pt x="919" y="33"/>
                </a:lnTo>
                <a:lnTo>
                  <a:pt x="938" y="39"/>
                </a:lnTo>
                <a:lnTo>
                  <a:pt x="958" y="45"/>
                </a:lnTo>
                <a:lnTo>
                  <a:pt x="977" y="52"/>
                </a:lnTo>
                <a:lnTo>
                  <a:pt x="995" y="59"/>
                </a:lnTo>
                <a:lnTo>
                  <a:pt x="1013" y="67"/>
                </a:lnTo>
                <a:lnTo>
                  <a:pt x="1031" y="75"/>
                </a:lnTo>
                <a:lnTo>
                  <a:pt x="1049" y="83"/>
                </a:lnTo>
                <a:lnTo>
                  <a:pt x="1066" y="91"/>
                </a:lnTo>
                <a:lnTo>
                  <a:pt x="1083" y="101"/>
                </a:lnTo>
                <a:lnTo>
                  <a:pt x="1100" y="110"/>
                </a:lnTo>
                <a:lnTo>
                  <a:pt x="1116" y="120"/>
                </a:lnTo>
                <a:lnTo>
                  <a:pt x="1131" y="130"/>
                </a:lnTo>
                <a:lnTo>
                  <a:pt x="1146" y="140"/>
                </a:lnTo>
                <a:lnTo>
                  <a:pt x="1161" y="151"/>
                </a:lnTo>
                <a:lnTo>
                  <a:pt x="1175" y="162"/>
                </a:lnTo>
                <a:lnTo>
                  <a:pt x="1189" y="174"/>
                </a:lnTo>
                <a:lnTo>
                  <a:pt x="1202" y="186"/>
                </a:lnTo>
                <a:lnTo>
                  <a:pt x="1215" y="198"/>
                </a:lnTo>
                <a:lnTo>
                  <a:pt x="1227" y="210"/>
                </a:lnTo>
                <a:lnTo>
                  <a:pt x="1238" y="223"/>
                </a:lnTo>
                <a:lnTo>
                  <a:pt x="1249" y="236"/>
                </a:lnTo>
                <a:lnTo>
                  <a:pt x="1260" y="249"/>
                </a:lnTo>
                <a:lnTo>
                  <a:pt x="1270" y="262"/>
                </a:lnTo>
                <a:lnTo>
                  <a:pt x="1279" y="276"/>
                </a:lnTo>
                <a:lnTo>
                  <a:pt x="1288" y="289"/>
                </a:lnTo>
                <a:lnTo>
                  <a:pt x="1296" y="303"/>
                </a:lnTo>
                <a:lnTo>
                  <a:pt x="1303" y="317"/>
                </a:lnTo>
                <a:lnTo>
                  <a:pt x="1310" y="332"/>
                </a:lnTo>
                <a:lnTo>
                  <a:pt x="1316" y="346"/>
                </a:lnTo>
                <a:lnTo>
                  <a:pt x="1322" y="361"/>
                </a:lnTo>
                <a:lnTo>
                  <a:pt x="1327" y="375"/>
                </a:lnTo>
                <a:lnTo>
                  <a:pt x="1331" y="390"/>
                </a:lnTo>
                <a:lnTo>
                  <a:pt x="1335" y="405"/>
                </a:lnTo>
                <a:lnTo>
                  <a:pt x="1338" y="420"/>
                </a:lnTo>
                <a:lnTo>
                  <a:pt x="1340" y="435"/>
                </a:lnTo>
                <a:lnTo>
                  <a:pt x="1341" y="450"/>
                </a:lnTo>
                <a:lnTo>
                  <a:pt x="1342" y="465"/>
                </a:lnTo>
                <a:lnTo>
                  <a:pt x="1343" y="481"/>
                </a:lnTo>
                <a:close/>
              </a:path>
            </a:pathLst>
          </a:custGeom>
          <a:solidFill>
            <a:srgbClr val="ffb7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1" name=""/>
          <p:cNvSpPr/>
          <p:nvPr/>
        </p:nvSpPr>
        <p:spPr>
          <a:xfrm>
            <a:off x="7819560" y="2770200"/>
            <a:ext cx="486360" cy="348480"/>
          </a:xfrm>
          <a:custGeom>
            <a:avLst/>
            <a:gdLst/>
            <a:ahLst/>
            <a:rect l="0" t="0" r="r" b="b"/>
            <a:pathLst>
              <a:path w="1351" h="968">
                <a:moveTo>
                  <a:pt x="1347" y="483"/>
                </a:moveTo>
                <a:lnTo>
                  <a:pt x="1346" y="468"/>
                </a:lnTo>
                <a:lnTo>
                  <a:pt x="1345" y="453"/>
                </a:lnTo>
                <a:lnTo>
                  <a:pt x="1344" y="438"/>
                </a:lnTo>
                <a:lnTo>
                  <a:pt x="1342" y="423"/>
                </a:lnTo>
                <a:lnTo>
                  <a:pt x="1339" y="408"/>
                </a:lnTo>
                <a:lnTo>
                  <a:pt x="1335" y="393"/>
                </a:lnTo>
                <a:lnTo>
                  <a:pt x="1331" y="378"/>
                </a:lnTo>
                <a:lnTo>
                  <a:pt x="1326" y="364"/>
                </a:lnTo>
                <a:lnTo>
                  <a:pt x="1320" y="349"/>
                </a:lnTo>
                <a:lnTo>
                  <a:pt x="1314" y="335"/>
                </a:lnTo>
                <a:lnTo>
                  <a:pt x="1307" y="320"/>
                </a:lnTo>
                <a:lnTo>
                  <a:pt x="1300" y="306"/>
                </a:lnTo>
                <a:lnTo>
                  <a:pt x="1292" y="292"/>
                </a:lnTo>
                <a:lnTo>
                  <a:pt x="1283" y="279"/>
                </a:lnTo>
                <a:lnTo>
                  <a:pt x="1274" y="265"/>
                </a:lnTo>
                <a:lnTo>
                  <a:pt x="1264" y="252"/>
                </a:lnTo>
                <a:lnTo>
                  <a:pt x="1253" y="239"/>
                </a:lnTo>
                <a:lnTo>
                  <a:pt x="1242" y="226"/>
                </a:lnTo>
                <a:lnTo>
                  <a:pt x="1231" y="213"/>
                </a:lnTo>
                <a:lnTo>
                  <a:pt x="1219" y="201"/>
                </a:lnTo>
                <a:lnTo>
                  <a:pt x="1206" y="189"/>
                </a:lnTo>
                <a:lnTo>
                  <a:pt x="1193" y="177"/>
                </a:lnTo>
                <a:lnTo>
                  <a:pt x="1179" y="165"/>
                </a:lnTo>
                <a:lnTo>
                  <a:pt x="1165" y="154"/>
                </a:lnTo>
                <a:lnTo>
                  <a:pt x="1150" y="143"/>
                </a:lnTo>
                <a:lnTo>
                  <a:pt x="1135" y="133"/>
                </a:lnTo>
                <a:lnTo>
                  <a:pt x="1120" y="123"/>
                </a:lnTo>
                <a:lnTo>
                  <a:pt x="1104" y="113"/>
                </a:lnTo>
                <a:lnTo>
                  <a:pt x="1087" y="104"/>
                </a:lnTo>
                <a:lnTo>
                  <a:pt x="1070" y="94"/>
                </a:lnTo>
                <a:lnTo>
                  <a:pt x="1053" y="86"/>
                </a:lnTo>
                <a:lnTo>
                  <a:pt x="1035" y="78"/>
                </a:lnTo>
                <a:lnTo>
                  <a:pt x="1017" y="70"/>
                </a:lnTo>
                <a:lnTo>
                  <a:pt x="999" y="62"/>
                </a:lnTo>
                <a:lnTo>
                  <a:pt x="981" y="55"/>
                </a:lnTo>
                <a:lnTo>
                  <a:pt x="962" y="48"/>
                </a:lnTo>
                <a:lnTo>
                  <a:pt x="942" y="42"/>
                </a:lnTo>
                <a:lnTo>
                  <a:pt x="923" y="36"/>
                </a:lnTo>
                <a:lnTo>
                  <a:pt x="903" y="31"/>
                </a:lnTo>
                <a:lnTo>
                  <a:pt x="883" y="26"/>
                </a:lnTo>
                <a:lnTo>
                  <a:pt x="863" y="22"/>
                </a:lnTo>
                <a:lnTo>
                  <a:pt x="843" y="18"/>
                </a:lnTo>
                <a:lnTo>
                  <a:pt x="822" y="14"/>
                </a:lnTo>
                <a:lnTo>
                  <a:pt x="802" y="11"/>
                </a:lnTo>
                <a:lnTo>
                  <a:pt x="781" y="9"/>
                </a:lnTo>
                <a:lnTo>
                  <a:pt x="760" y="6"/>
                </a:lnTo>
                <a:lnTo>
                  <a:pt x="739" y="5"/>
                </a:lnTo>
                <a:lnTo>
                  <a:pt x="718" y="4"/>
                </a:lnTo>
                <a:lnTo>
                  <a:pt x="697" y="3"/>
                </a:lnTo>
                <a:lnTo>
                  <a:pt x="676" y="3"/>
                </a:lnTo>
                <a:lnTo>
                  <a:pt x="655" y="3"/>
                </a:lnTo>
                <a:lnTo>
                  <a:pt x="634" y="4"/>
                </a:lnTo>
                <a:lnTo>
                  <a:pt x="613" y="5"/>
                </a:lnTo>
                <a:lnTo>
                  <a:pt x="592" y="6"/>
                </a:lnTo>
                <a:lnTo>
                  <a:pt x="571" y="9"/>
                </a:lnTo>
                <a:lnTo>
                  <a:pt x="550" y="11"/>
                </a:lnTo>
                <a:lnTo>
                  <a:pt x="529" y="14"/>
                </a:lnTo>
                <a:lnTo>
                  <a:pt x="508" y="18"/>
                </a:lnTo>
                <a:lnTo>
                  <a:pt x="488" y="22"/>
                </a:lnTo>
                <a:lnTo>
                  <a:pt x="468" y="26"/>
                </a:lnTo>
                <a:lnTo>
                  <a:pt x="448" y="31"/>
                </a:lnTo>
                <a:lnTo>
                  <a:pt x="428" y="36"/>
                </a:lnTo>
                <a:lnTo>
                  <a:pt x="409" y="42"/>
                </a:lnTo>
                <a:lnTo>
                  <a:pt x="389" y="48"/>
                </a:lnTo>
                <a:lnTo>
                  <a:pt x="370" y="55"/>
                </a:lnTo>
                <a:lnTo>
                  <a:pt x="352" y="62"/>
                </a:lnTo>
                <a:lnTo>
                  <a:pt x="333" y="70"/>
                </a:lnTo>
                <a:lnTo>
                  <a:pt x="315" y="78"/>
                </a:lnTo>
                <a:lnTo>
                  <a:pt x="298" y="86"/>
                </a:lnTo>
                <a:lnTo>
                  <a:pt x="281" y="94"/>
                </a:lnTo>
                <a:lnTo>
                  <a:pt x="264" y="104"/>
                </a:lnTo>
                <a:lnTo>
                  <a:pt x="247" y="113"/>
                </a:lnTo>
                <a:lnTo>
                  <a:pt x="231" y="123"/>
                </a:lnTo>
                <a:lnTo>
                  <a:pt x="216" y="133"/>
                </a:lnTo>
                <a:lnTo>
                  <a:pt x="201" y="143"/>
                </a:lnTo>
                <a:lnTo>
                  <a:pt x="186" y="154"/>
                </a:lnTo>
                <a:lnTo>
                  <a:pt x="172" y="165"/>
                </a:lnTo>
                <a:lnTo>
                  <a:pt x="158" y="177"/>
                </a:lnTo>
                <a:lnTo>
                  <a:pt x="145" y="189"/>
                </a:lnTo>
                <a:lnTo>
                  <a:pt x="132" y="201"/>
                </a:lnTo>
                <a:lnTo>
                  <a:pt x="120" y="213"/>
                </a:lnTo>
                <a:lnTo>
                  <a:pt x="109" y="226"/>
                </a:lnTo>
                <a:lnTo>
                  <a:pt x="98" y="239"/>
                </a:lnTo>
                <a:lnTo>
                  <a:pt x="87" y="252"/>
                </a:lnTo>
                <a:lnTo>
                  <a:pt x="77" y="265"/>
                </a:lnTo>
                <a:lnTo>
                  <a:pt x="68" y="279"/>
                </a:lnTo>
                <a:lnTo>
                  <a:pt x="59" y="292"/>
                </a:lnTo>
                <a:lnTo>
                  <a:pt x="51" y="306"/>
                </a:lnTo>
                <a:lnTo>
                  <a:pt x="44" y="320"/>
                </a:lnTo>
                <a:lnTo>
                  <a:pt x="37" y="335"/>
                </a:lnTo>
                <a:lnTo>
                  <a:pt x="31" y="349"/>
                </a:lnTo>
                <a:lnTo>
                  <a:pt x="25" y="364"/>
                </a:lnTo>
                <a:lnTo>
                  <a:pt x="20" y="378"/>
                </a:lnTo>
                <a:lnTo>
                  <a:pt x="16" y="393"/>
                </a:lnTo>
                <a:lnTo>
                  <a:pt x="12" y="408"/>
                </a:lnTo>
                <a:lnTo>
                  <a:pt x="9" y="423"/>
                </a:lnTo>
                <a:lnTo>
                  <a:pt x="7" y="438"/>
                </a:lnTo>
                <a:lnTo>
                  <a:pt x="5" y="453"/>
                </a:lnTo>
                <a:lnTo>
                  <a:pt x="4" y="468"/>
                </a:lnTo>
                <a:lnTo>
                  <a:pt x="4" y="483"/>
                </a:lnTo>
                <a:lnTo>
                  <a:pt x="4" y="498"/>
                </a:lnTo>
                <a:lnTo>
                  <a:pt x="5" y="513"/>
                </a:lnTo>
                <a:lnTo>
                  <a:pt x="7" y="530"/>
                </a:lnTo>
                <a:lnTo>
                  <a:pt x="9" y="545"/>
                </a:lnTo>
                <a:lnTo>
                  <a:pt x="12" y="559"/>
                </a:lnTo>
                <a:lnTo>
                  <a:pt x="16" y="574"/>
                </a:lnTo>
                <a:lnTo>
                  <a:pt x="20" y="589"/>
                </a:lnTo>
                <a:lnTo>
                  <a:pt x="25" y="604"/>
                </a:lnTo>
                <a:lnTo>
                  <a:pt x="31" y="618"/>
                </a:lnTo>
                <a:lnTo>
                  <a:pt x="37" y="633"/>
                </a:lnTo>
                <a:lnTo>
                  <a:pt x="44" y="647"/>
                </a:lnTo>
                <a:lnTo>
                  <a:pt x="51" y="661"/>
                </a:lnTo>
                <a:lnTo>
                  <a:pt x="59" y="675"/>
                </a:lnTo>
                <a:lnTo>
                  <a:pt x="68" y="689"/>
                </a:lnTo>
                <a:lnTo>
                  <a:pt x="77" y="702"/>
                </a:lnTo>
                <a:lnTo>
                  <a:pt x="87" y="716"/>
                </a:lnTo>
                <a:lnTo>
                  <a:pt x="98" y="729"/>
                </a:lnTo>
                <a:lnTo>
                  <a:pt x="109" y="742"/>
                </a:lnTo>
                <a:lnTo>
                  <a:pt x="120" y="754"/>
                </a:lnTo>
                <a:lnTo>
                  <a:pt x="132" y="767"/>
                </a:lnTo>
                <a:lnTo>
                  <a:pt x="145" y="779"/>
                </a:lnTo>
                <a:lnTo>
                  <a:pt x="158" y="791"/>
                </a:lnTo>
                <a:lnTo>
                  <a:pt x="172" y="802"/>
                </a:lnTo>
                <a:lnTo>
                  <a:pt x="186" y="813"/>
                </a:lnTo>
                <a:lnTo>
                  <a:pt x="201" y="824"/>
                </a:lnTo>
                <a:lnTo>
                  <a:pt x="216" y="835"/>
                </a:lnTo>
                <a:lnTo>
                  <a:pt x="231" y="845"/>
                </a:lnTo>
                <a:lnTo>
                  <a:pt x="247" y="855"/>
                </a:lnTo>
                <a:lnTo>
                  <a:pt x="264" y="864"/>
                </a:lnTo>
                <a:lnTo>
                  <a:pt x="281" y="873"/>
                </a:lnTo>
                <a:lnTo>
                  <a:pt x="298" y="882"/>
                </a:lnTo>
                <a:lnTo>
                  <a:pt x="315" y="890"/>
                </a:lnTo>
                <a:lnTo>
                  <a:pt x="333" y="898"/>
                </a:lnTo>
                <a:lnTo>
                  <a:pt x="352" y="905"/>
                </a:lnTo>
                <a:lnTo>
                  <a:pt x="370" y="913"/>
                </a:lnTo>
                <a:lnTo>
                  <a:pt x="389" y="919"/>
                </a:lnTo>
                <a:lnTo>
                  <a:pt x="409" y="925"/>
                </a:lnTo>
                <a:lnTo>
                  <a:pt x="428" y="931"/>
                </a:lnTo>
                <a:lnTo>
                  <a:pt x="448" y="937"/>
                </a:lnTo>
                <a:lnTo>
                  <a:pt x="468" y="941"/>
                </a:lnTo>
                <a:lnTo>
                  <a:pt x="488" y="946"/>
                </a:lnTo>
                <a:lnTo>
                  <a:pt x="508" y="950"/>
                </a:lnTo>
                <a:lnTo>
                  <a:pt x="529" y="953"/>
                </a:lnTo>
                <a:lnTo>
                  <a:pt x="550" y="956"/>
                </a:lnTo>
                <a:lnTo>
                  <a:pt x="571" y="959"/>
                </a:lnTo>
                <a:lnTo>
                  <a:pt x="592" y="961"/>
                </a:lnTo>
                <a:lnTo>
                  <a:pt x="613" y="963"/>
                </a:lnTo>
                <a:lnTo>
                  <a:pt x="634" y="964"/>
                </a:lnTo>
                <a:lnTo>
                  <a:pt x="655" y="965"/>
                </a:lnTo>
                <a:lnTo>
                  <a:pt x="676" y="965"/>
                </a:lnTo>
                <a:lnTo>
                  <a:pt x="697" y="965"/>
                </a:lnTo>
                <a:lnTo>
                  <a:pt x="718" y="964"/>
                </a:lnTo>
                <a:lnTo>
                  <a:pt x="739" y="963"/>
                </a:lnTo>
                <a:lnTo>
                  <a:pt x="760" y="961"/>
                </a:lnTo>
                <a:lnTo>
                  <a:pt x="781" y="959"/>
                </a:lnTo>
                <a:lnTo>
                  <a:pt x="802" y="956"/>
                </a:lnTo>
                <a:lnTo>
                  <a:pt x="822" y="953"/>
                </a:lnTo>
                <a:lnTo>
                  <a:pt x="843" y="950"/>
                </a:lnTo>
                <a:lnTo>
                  <a:pt x="863" y="946"/>
                </a:lnTo>
                <a:lnTo>
                  <a:pt x="883" y="941"/>
                </a:lnTo>
                <a:lnTo>
                  <a:pt x="903" y="937"/>
                </a:lnTo>
                <a:lnTo>
                  <a:pt x="923" y="931"/>
                </a:lnTo>
                <a:lnTo>
                  <a:pt x="942" y="925"/>
                </a:lnTo>
                <a:lnTo>
                  <a:pt x="962" y="919"/>
                </a:lnTo>
                <a:lnTo>
                  <a:pt x="981" y="913"/>
                </a:lnTo>
                <a:lnTo>
                  <a:pt x="999" y="905"/>
                </a:lnTo>
                <a:lnTo>
                  <a:pt x="1017" y="898"/>
                </a:lnTo>
                <a:lnTo>
                  <a:pt x="1035" y="890"/>
                </a:lnTo>
                <a:lnTo>
                  <a:pt x="1053" y="882"/>
                </a:lnTo>
                <a:lnTo>
                  <a:pt x="1070" y="873"/>
                </a:lnTo>
                <a:lnTo>
                  <a:pt x="1087" y="864"/>
                </a:lnTo>
                <a:lnTo>
                  <a:pt x="1104" y="855"/>
                </a:lnTo>
                <a:lnTo>
                  <a:pt x="1120" y="845"/>
                </a:lnTo>
                <a:lnTo>
                  <a:pt x="1135" y="835"/>
                </a:lnTo>
                <a:lnTo>
                  <a:pt x="1150" y="824"/>
                </a:lnTo>
                <a:lnTo>
                  <a:pt x="1165" y="813"/>
                </a:lnTo>
                <a:lnTo>
                  <a:pt x="1179" y="802"/>
                </a:lnTo>
                <a:lnTo>
                  <a:pt x="1193" y="791"/>
                </a:lnTo>
                <a:lnTo>
                  <a:pt x="1206" y="779"/>
                </a:lnTo>
                <a:lnTo>
                  <a:pt x="1219" y="767"/>
                </a:lnTo>
                <a:lnTo>
                  <a:pt x="1231" y="754"/>
                </a:lnTo>
                <a:lnTo>
                  <a:pt x="1242" y="742"/>
                </a:lnTo>
                <a:lnTo>
                  <a:pt x="1253" y="729"/>
                </a:lnTo>
                <a:lnTo>
                  <a:pt x="1264" y="716"/>
                </a:lnTo>
                <a:lnTo>
                  <a:pt x="1274" y="702"/>
                </a:lnTo>
                <a:lnTo>
                  <a:pt x="1283" y="689"/>
                </a:lnTo>
                <a:lnTo>
                  <a:pt x="1292" y="675"/>
                </a:lnTo>
                <a:lnTo>
                  <a:pt x="1300" y="661"/>
                </a:lnTo>
                <a:lnTo>
                  <a:pt x="1307" y="647"/>
                </a:lnTo>
                <a:lnTo>
                  <a:pt x="1314" y="633"/>
                </a:lnTo>
                <a:lnTo>
                  <a:pt x="1320" y="618"/>
                </a:lnTo>
                <a:lnTo>
                  <a:pt x="1326" y="604"/>
                </a:lnTo>
                <a:lnTo>
                  <a:pt x="1331" y="589"/>
                </a:lnTo>
                <a:lnTo>
                  <a:pt x="1335" y="574"/>
                </a:lnTo>
                <a:lnTo>
                  <a:pt x="1339" y="559"/>
                </a:lnTo>
                <a:lnTo>
                  <a:pt x="1342" y="545"/>
                </a:lnTo>
                <a:lnTo>
                  <a:pt x="1344" y="530"/>
                </a:lnTo>
                <a:lnTo>
                  <a:pt x="1345" y="513"/>
                </a:lnTo>
                <a:lnTo>
                  <a:pt x="1346" y="498"/>
                </a:lnTo>
                <a:lnTo>
                  <a:pt x="1347" y="483"/>
                </a:lnTo>
                <a:moveTo>
                  <a:pt x="1351" y="483"/>
                </a:moveTo>
                <a:lnTo>
                  <a:pt x="1350" y="498"/>
                </a:lnTo>
                <a:lnTo>
                  <a:pt x="1349" y="514"/>
                </a:lnTo>
                <a:lnTo>
                  <a:pt x="1348" y="530"/>
                </a:lnTo>
                <a:lnTo>
                  <a:pt x="1345" y="545"/>
                </a:lnTo>
                <a:lnTo>
                  <a:pt x="1342" y="560"/>
                </a:lnTo>
                <a:lnTo>
                  <a:pt x="1339" y="575"/>
                </a:lnTo>
                <a:lnTo>
                  <a:pt x="1334" y="590"/>
                </a:lnTo>
                <a:lnTo>
                  <a:pt x="1329" y="605"/>
                </a:lnTo>
                <a:lnTo>
                  <a:pt x="1324" y="619"/>
                </a:lnTo>
                <a:lnTo>
                  <a:pt x="1318" y="634"/>
                </a:lnTo>
                <a:lnTo>
                  <a:pt x="1311" y="648"/>
                </a:lnTo>
                <a:lnTo>
                  <a:pt x="1303" y="662"/>
                </a:lnTo>
                <a:lnTo>
                  <a:pt x="1295" y="676"/>
                </a:lnTo>
                <a:lnTo>
                  <a:pt x="1286" y="690"/>
                </a:lnTo>
                <a:lnTo>
                  <a:pt x="1277" y="704"/>
                </a:lnTo>
                <a:lnTo>
                  <a:pt x="1267" y="717"/>
                </a:lnTo>
                <a:lnTo>
                  <a:pt x="1257" y="730"/>
                </a:lnTo>
                <a:lnTo>
                  <a:pt x="1246" y="743"/>
                </a:lnTo>
                <a:lnTo>
                  <a:pt x="1234" y="756"/>
                </a:lnTo>
                <a:lnTo>
                  <a:pt x="1222" y="768"/>
                </a:lnTo>
                <a:lnTo>
                  <a:pt x="1209" y="781"/>
                </a:lnTo>
                <a:lnTo>
                  <a:pt x="1196" y="792"/>
                </a:lnTo>
                <a:lnTo>
                  <a:pt x="1182" y="804"/>
                </a:lnTo>
                <a:lnTo>
                  <a:pt x="1168" y="815"/>
                </a:lnTo>
                <a:lnTo>
                  <a:pt x="1153" y="826"/>
                </a:lnTo>
                <a:lnTo>
                  <a:pt x="1138" y="837"/>
                </a:lnTo>
                <a:lnTo>
                  <a:pt x="1122" y="847"/>
                </a:lnTo>
                <a:lnTo>
                  <a:pt x="1106" y="857"/>
                </a:lnTo>
                <a:lnTo>
                  <a:pt x="1090" y="866"/>
                </a:lnTo>
                <a:lnTo>
                  <a:pt x="1073" y="875"/>
                </a:lnTo>
                <a:lnTo>
                  <a:pt x="1055" y="884"/>
                </a:lnTo>
                <a:lnTo>
                  <a:pt x="1037" y="892"/>
                </a:lnTo>
                <a:lnTo>
                  <a:pt x="1019" y="900"/>
                </a:lnTo>
                <a:lnTo>
                  <a:pt x="1001" y="908"/>
                </a:lnTo>
                <a:lnTo>
                  <a:pt x="982" y="915"/>
                </a:lnTo>
                <a:lnTo>
                  <a:pt x="963" y="922"/>
                </a:lnTo>
                <a:lnTo>
                  <a:pt x="944" y="928"/>
                </a:lnTo>
                <a:lnTo>
                  <a:pt x="924" y="934"/>
                </a:lnTo>
                <a:lnTo>
                  <a:pt x="905" y="939"/>
                </a:lnTo>
                <a:lnTo>
                  <a:pt x="884" y="944"/>
                </a:lnTo>
                <a:lnTo>
                  <a:pt x="864" y="949"/>
                </a:lnTo>
                <a:lnTo>
                  <a:pt x="844" y="953"/>
                </a:lnTo>
                <a:lnTo>
                  <a:pt x="823" y="956"/>
                </a:lnTo>
                <a:lnTo>
                  <a:pt x="802" y="959"/>
                </a:lnTo>
                <a:lnTo>
                  <a:pt x="782" y="962"/>
                </a:lnTo>
                <a:lnTo>
                  <a:pt x="761" y="964"/>
                </a:lnTo>
                <a:lnTo>
                  <a:pt x="739" y="966"/>
                </a:lnTo>
                <a:lnTo>
                  <a:pt x="718" y="967"/>
                </a:lnTo>
                <a:lnTo>
                  <a:pt x="697" y="967"/>
                </a:lnTo>
                <a:lnTo>
                  <a:pt x="676" y="968"/>
                </a:lnTo>
                <a:lnTo>
                  <a:pt x="655" y="967"/>
                </a:lnTo>
                <a:lnTo>
                  <a:pt x="634" y="967"/>
                </a:lnTo>
                <a:lnTo>
                  <a:pt x="612" y="966"/>
                </a:lnTo>
                <a:lnTo>
                  <a:pt x="591" y="964"/>
                </a:lnTo>
                <a:lnTo>
                  <a:pt x="570" y="962"/>
                </a:lnTo>
                <a:lnTo>
                  <a:pt x="550" y="959"/>
                </a:lnTo>
                <a:lnTo>
                  <a:pt x="528" y="956"/>
                </a:lnTo>
                <a:lnTo>
                  <a:pt x="507" y="953"/>
                </a:lnTo>
                <a:lnTo>
                  <a:pt x="487" y="949"/>
                </a:lnTo>
                <a:lnTo>
                  <a:pt x="466" y="944"/>
                </a:lnTo>
                <a:lnTo>
                  <a:pt x="446" y="939"/>
                </a:lnTo>
                <a:lnTo>
                  <a:pt x="427" y="934"/>
                </a:lnTo>
                <a:lnTo>
                  <a:pt x="407" y="928"/>
                </a:lnTo>
                <a:lnTo>
                  <a:pt x="388" y="922"/>
                </a:lnTo>
                <a:lnTo>
                  <a:pt x="369" y="915"/>
                </a:lnTo>
                <a:lnTo>
                  <a:pt x="350" y="908"/>
                </a:lnTo>
                <a:lnTo>
                  <a:pt x="331" y="900"/>
                </a:lnTo>
                <a:lnTo>
                  <a:pt x="313" y="892"/>
                </a:lnTo>
                <a:lnTo>
                  <a:pt x="296" y="884"/>
                </a:lnTo>
                <a:lnTo>
                  <a:pt x="278" y="875"/>
                </a:lnTo>
                <a:lnTo>
                  <a:pt x="261" y="866"/>
                </a:lnTo>
                <a:lnTo>
                  <a:pt x="245" y="857"/>
                </a:lnTo>
                <a:lnTo>
                  <a:pt x="229" y="847"/>
                </a:lnTo>
                <a:lnTo>
                  <a:pt x="213" y="837"/>
                </a:lnTo>
                <a:lnTo>
                  <a:pt x="198" y="826"/>
                </a:lnTo>
                <a:lnTo>
                  <a:pt x="183" y="815"/>
                </a:lnTo>
                <a:lnTo>
                  <a:pt x="169" y="804"/>
                </a:lnTo>
                <a:lnTo>
                  <a:pt x="155" y="792"/>
                </a:lnTo>
                <a:lnTo>
                  <a:pt x="142" y="781"/>
                </a:lnTo>
                <a:lnTo>
                  <a:pt x="129" y="768"/>
                </a:lnTo>
                <a:lnTo>
                  <a:pt x="117" y="756"/>
                </a:lnTo>
                <a:lnTo>
                  <a:pt x="105" y="743"/>
                </a:lnTo>
                <a:lnTo>
                  <a:pt x="94" y="730"/>
                </a:lnTo>
                <a:lnTo>
                  <a:pt x="84" y="717"/>
                </a:lnTo>
                <a:lnTo>
                  <a:pt x="74" y="704"/>
                </a:lnTo>
                <a:lnTo>
                  <a:pt x="64" y="690"/>
                </a:lnTo>
                <a:lnTo>
                  <a:pt x="56" y="676"/>
                </a:lnTo>
                <a:lnTo>
                  <a:pt x="48" y="662"/>
                </a:lnTo>
                <a:lnTo>
                  <a:pt x="40" y="648"/>
                </a:lnTo>
                <a:lnTo>
                  <a:pt x="33" y="634"/>
                </a:lnTo>
                <a:lnTo>
                  <a:pt x="27" y="619"/>
                </a:lnTo>
                <a:lnTo>
                  <a:pt x="21" y="605"/>
                </a:lnTo>
                <a:lnTo>
                  <a:pt x="16" y="590"/>
                </a:lnTo>
                <a:lnTo>
                  <a:pt x="12" y="575"/>
                </a:lnTo>
                <a:lnTo>
                  <a:pt x="9" y="560"/>
                </a:lnTo>
                <a:lnTo>
                  <a:pt x="6" y="545"/>
                </a:lnTo>
                <a:lnTo>
                  <a:pt x="3" y="530"/>
                </a:lnTo>
                <a:lnTo>
                  <a:pt x="2" y="514"/>
                </a:lnTo>
                <a:lnTo>
                  <a:pt x="1" y="498"/>
                </a:lnTo>
                <a:lnTo>
                  <a:pt x="0" y="483"/>
                </a:lnTo>
                <a:lnTo>
                  <a:pt x="1" y="468"/>
                </a:lnTo>
                <a:lnTo>
                  <a:pt x="2" y="453"/>
                </a:lnTo>
                <a:lnTo>
                  <a:pt x="3" y="438"/>
                </a:lnTo>
                <a:lnTo>
                  <a:pt x="6" y="423"/>
                </a:lnTo>
                <a:lnTo>
                  <a:pt x="9" y="408"/>
                </a:lnTo>
                <a:lnTo>
                  <a:pt x="12" y="393"/>
                </a:lnTo>
                <a:lnTo>
                  <a:pt x="16" y="378"/>
                </a:lnTo>
                <a:lnTo>
                  <a:pt x="21" y="363"/>
                </a:lnTo>
                <a:lnTo>
                  <a:pt x="27" y="348"/>
                </a:lnTo>
                <a:lnTo>
                  <a:pt x="33" y="334"/>
                </a:lnTo>
                <a:lnTo>
                  <a:pt x="40" y="320"/>
                </a:lnTo>
                <a:lnTo>
                  <a:pt x="48" y="305"/>
                </a:lnTo>
                <a:lnTo>
                  <a:pt x="56" y="291"/>
                </a:lnTo>
                <a:lnTo>
                  <a:pt x="64" y="277"/>
                </a:lnTo>
                <a:lnTo>
                  <a:pt x="74" y="264"/>
                </a:lnTo>
                <a:lnTo>
                  <a:pt x="84" y="250"/>
                </a:lnTo>
                <a:lnTo>
                  <a:pt x="94" y="237"/>
                </a:lnTo>
                <a:lnTo>
                  <a:pt x="105" y="224"/>
                </a:lnTo>
                <a:lnTo>
                  <a:pt x="117" y="212"/>
                </a:lnTo>
                <a:lnTo>
                  <a:pt x="129" y="199"/>
                </a:lnTo>
                <a:lnTo>
                  <a:pt x="142" y="187"/>
                </a:lnTo>
                <a:lnTo>
                  <a:pt x="155" y="175"/>
                </a:lnTo>
                <a:lnTo>
                  <a:pt x="169" y="164"/>
                </a:lnTo>
                <a:lnTo>
                  <a:pt x="183" y="152"/>
                </a:lnTo>
                <a:lnTo>
                  <a:pt x="198" y="141"/>
                </a:lnTo>
                <a:lnTo>
                  <a:pt x="213" y="131"/>
                </a:lnTo>
                <a:lnTo>
                  <a:pt x="229" y="121"/>
                </a:lnTo>
                <a:lnTo>
                  <a:pt x="245" y="111"/>
                </a:lnTo>
                <a:lnTo>
                  <a:pt x="261" y="101"/>
                </a:lnTo>
                <a:lnTo>
                  <a:pt x="278" y="92"/>
                </a:lnTo>
                <a:lnTo>
                  <a:pt x="296" y="83"/>
                </a:lnTo>
                <a:lnTo>
                  <a:pt x="313" y="75"/>
                </a:lnTo>
                <a:lnTo>
                  <a:pt x="331" y="67"/>
                </a:lnTo>
                <a:lnTo>
                  <a:pt x="350" y="60"/>
                </a:lnTo>
                <a:lnTo>
                  <a:pt x="369" y="53"/>
                </a:lnTo>
                <a:lnTo>
                  <a:pt x="388" y="46"/>
                </a:lnTo>
                <a:lnTo>
                  <a:pt x="407" y="40"/>
                </a:lnTo>
                <a:lnTo>
                  <a:pt x="427" y="34"/>
                </a:lnTo>
                <a:lnTo>
                  <a:pt x="446" y="28"/>
                </a:lnTo>
                <a:lnTo>
                  <a:pt x="466" y="24"/>
                </a:lnTo>
                <a:lnTo>
                  <a:pt x="487" y="19"/>
                </a:lnTo>
                <a:lnTo>
                  <a:pt x="507" y="15"/>
                </a:lnTo>
                <a:lnTo>
                  <a:pt x="528" y="12"/>
                </a:lnTo>
                <a:lnTo>
                  <a:pt x="550" y="8"/>
                </a:lnTo>
                <a:lnTo>
                  <a:pt x="570" y="6"/>
                </a:lnTo>
                <a:lnTo>
                  <a:pt x="591" y="4"/>
                </a:lnTo>
                <a:lnTo>
                  <a:pt x="612" y="2"/>
                </a:lnTo>
                <a:lnTo>
                  <a:pt x="634" y="1"/>
                </a:lnTo>
                <a:lnTo>
                  <a:pt x="655" y="0"/>
                </a:lnTo>
                <a:lnTo>
                  <a:pt x="676" y="0"/>
                </a:lnTo>
                <a:lnTo>
                  <a:pt x="697" y="0"/>
                </a:lnTo>
                <a:lnTo>
                  <a:pt x="718" y="1"/>
                </a:lnTo>
                <a:lnTo>
                  <a:pt x="739" y="2"/>
                </a:lnTo>
                <a:lnTo>
                  <a:pt x="761" y="4"/>
                </a:lnTo>
                <a:lnTo>
                  <a:pt x="782" y="6"/>
                </a:lnTo>
                <a:lnTo>
                  <a:pt x="802" y="8"/>
                </a:lnTo>
                <a:lnTo>
                  <a:pt x="823" y="12"/>
                </a:lnTo>
                <a:lnTo>
                  <a:pt x="844" y="15"/>
                </a:lnTo>
                <a:lnTo>
                  <a:pt x="864" y="19"/>
                </a:lnTo>
                <a:lnTo>
                  <a:pt x="884" y="24"/>
                </a:lnTo>
                <a:lnTo>
                  <a:pt x="905" y="28"/>
                </a:lnTo>
                <a:lnTo>
                  <a:pt x="924" y="34"/>
                </a:lnTo>
                <a:lnTo>
                  <a:pt x="944" y="40"/>
                </a:lnTo>
                <a:lnTo>
                  <a:pt x="963" y="46"/>
                </a:lnTo>
                <a:lnTo>
                  <a:pt x="982" y="53"/>
                </a:lnTo>
                <a:lnTo>
                  <a:pt x="1001" y="60"/>
                </a:lnTo>
                <a:lnTo>
                  <a:pt x="1019" y="67"/>
                </a:lnTo>
                <a:lnTo>
                  <a:pt x="1037" y="75"/>
                </a:lnTo>
                <a:lnTo>
                  <a:pt x="1055" y="83"/>
                </a:lnTo>
                <a:lnTo>
                  <a:pt x="1073" y="92"/>
                </a:lnTo>
                <a:lnTo>
                  <a:pt x="1090" y="101"/>
                </a:lnTo>
                <a:lnTo>
                  <a:pt x="1106" y="111"/>
                </a:lnTo>
                <a:lnTo>
                  <a:pt x="1122" y="121"/>
                </a:lnTo>
                <a:lnTo>
                  <a:pt x="1138" y="131"/>
                </a:lnTo>
                <a:lnTo>
                  <a:pt x="1153" y="141"/>
                </a:lnTo>
                <a:lnTo>
                  <a:pt x="1168" y="152"/>
                </a:lnTo>
                <a:lnTo>
                  <a:pt x="1182" y="164"/>
                </a:lnTo>
                <a:lnTo>
                  <a:pt x="1196" y="175"/>
                </a:lnTo>
                <a:lnTo>
                  <a:pt x="1209" y="187"/>
                </a:lnTo>
                <a:lnTo>
                  <a:pt x="1222" y="199"/>
                </a:lnTo>
                <a:lnTo>
                  <a:pt x="1234" y="212"/>
                </a:lnTo>
                <a:lnTo>
                  <a:pt x="1246" y="224"/>
                </a:lnTo>
                <a:lnTo>
                  <a:pt x="1257" y="237"/>
                </a:lnTo>
                <a:lnTo>
                  <a:pt x="1267" y="250"/>
                </a:lnTo>
                <a:lnTo>
                  <a:pt x="1277" y="264"/>
                </a:lnTo>
                <a:lnTo>
                  <a:pt x="1286" y="277"/>
                </a:lnTo>
                <a:lnTo>
                  <a:pt x="1295" y="291"/>
                </a:lnTo>
                <a:lnTo>
                  <a:pt x="1303" y="305"/>
                </a:lnTo>
                <a:lnTo>
                  <a:pt x="1311" y="320"/>
                </a:lnTo>
                <a:lnTo>
                  <a:pt x="1318" y="334"/>
                </a:lnTo>
                <a:lnTo>
                  <a:pt x="1324" y="348"/>
                </a:lnTo>
                <a:lnTo>
                  <a:pt x="1329" y="363"/>
                </a:lnTo>
                <a:lnTo>
                  <a:pt x="1334" y="378"/>
                </a:lnTo>
                <a:lnTo>
                  <a:pt x="1339" y="393"/>
                </a:lnTo>
                <a:lnTo>
                  <a:pt x="1342" y="408"/>
                </a:lnTo>
                <a:lnTo>
                  <a:pt x="1345" y="423"/>
                </a:lnTo>
                <a:lnTo>
                  <a:pt x="1348" y="438"/>
                </a:lnTo>
                <a:lnTo>
                  <a:pt x="1349" y="453"/>
                </a:lnTo>
                <a:lnTo>
                  <a:pt x="1350" y="468"/>
                </a:lnTo>
                <a:lnTo>
                  <a:pt x="1351" y="483"/>
                </a:lnTo>
                <a:close/>
              </a:path>
            </a:pathLst>
          </a:custGeom>
          <a:solidFill>
            <a:srgbClr val="ffb6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2" name=""/>
          <p:cNvSpPr/>
          <p:nvPr/>
        </p:nvSpPr>
        <p:spPr>
          <a:xfrm>
            <a:off x="7818120" y="2769120"/>
            <a:ext cx="489240" cy="350280"/>
          </a:xfrm>
          <a:custGeom>
            <a:avLst/>
            <a:gdLst/>
            <a:ahLst/>
            <a:rect l="0" t="0" r="r" b="b"/>
            <a:pathLst>
              <a:path w="1359" h="973">
                <a:moveTo>
                  <a:pt x="1355" y="486"/>
                </a:moveTo>
                <a:lnTo>
                  <a:pt x="1354" y="471"/>
                </a:lnTo>
                <a:lnTo>
                  <a:pt x="1353" y="456"/>
                </a:lnTo>
                <a:lnTo>
                  <a:pt x="1352" y="441"/>
                </a:lnTo>
                <a:lnTo>
                  <a:pt x="1349" y="426"/>
                </a:lnTo>
                <a:lnTo>
                  <a:pt x="1346" y="411"/>
                </a:lnTo>
                <a:lnTo>
                  <a:pt x="1343" y="396"/>
                </a:lnTo>
                <a:lnTo>
                  <a:pt x="1338" y="381"/>
                </a:lnTo>
                <a:lnTo>
                  <a:pt x="1333" y="366"/>
                </a:lnTo>
                <a:lnTo>
                  <a:pt x="1328" y="351"/>
                </a:lnTo>
                <a:lnTo>
                  <a:pt x="1322" y="337"/>
                </a:lnTo>
                <a:lnTo>
                  <a:pt x="1315" y="323"/>
                </a:lnTo>
                <a:lnTo>
                  <a:pt x="1307" y="308"/>
                </a:lnTo>
                <a:lnTo>
                  <a:pt x="1299" y="294"/>
                </a:lnTo>
                <a:lnTo>
                  <a:pt x="1290" y="280"/>
                </a:lnTo>
                <a:lnTo>
                  <a:pt x="1281" y="267"/>
                </a:lnTo>
                <a:lnTo>
                  <a:pt x="1271" y="253"/>
                </a:lnTo>
                <a:lnTo>
                  <a:pt x="1261" y="240"/>
                </a:lnTo>
                <a:lnTo>
                  <a:pt x="1250" y="227"/>
                </a:lnTo>
                <a:lnTo>
                  <a:pt x="1238" y="215"/>
                </a:lnTo>
                <a:lnTo>
                  <a:pt x="1226" y="202"/>
                </a:lnTo>
                <a:lnTo>
                  <a:pt x="1213" y="190"/>
                </a:lnTo>
                <a:lnTo>
                  <a:pt x="1200" y="178"/>
                </a:lnTo>
                <a:lnTo>
                  <a:pt x="1186" y="167"/>
                </a:lnTo>
                <a:lnTo>
                  <a:pt x="1172" y="155"/>
                </a:lnTo>
                <a:lnTo>
                  <a:pt x="1157" y="144"/>
                </a:lnTo>
                <a:lnTo>
                  <a:pt x="1142" y="134"/>
                </a:lnTo>
                <a:lnTo>
                  <a:pt x="1126" y="124"/>
                </a:lnTo>
                <a:lnTo>
                  <a:pt x="1110" y="114"/>
                </a:lnTo>
                <a:lnTo>
                  <a:pt x="1094" y="104"/>
                </a:lnTo>
                <a:lnTo>
                  <a:pt x="1077" y="95"/>
                </a:lnTo>
                <a:lnTo>
                  <a:pt x="1059" y="86"/>
                </a:lnTo>
                <a:lnTo>
                  <a:pt x="1041" y="78"/>
                </a:lnTo>
                <a:lnTo>
                  <a:pt x="1023" y="70"/>
                </a:lnTo>
                <a:lnTo>
                  <a:pt x="1005" y="63"/>
                </a:lnTo>
                <a:lnTo>
                  <a:pt x="986" y="56"/>
                </a:lnTo>
                <a:lnTo>
                  <a:pt x="967" y="49"/>
                </a:lnTo>
                <a:lnTo>
                  <a:pt x="948" y="43"/>
                </a:lnTo>
                <a:lnTo>
                  <a:pt x="928" y="37"/>
                </a:lnTo>
                <a:lnTo>
                  <a:pt x="909" y="31"/>
                </a:lnTo>
                <a:lnTo>
                  <a:pt x="888" y="27"/>
                </a:lnTo>
                <a:lnTo>
                  <a:pt x="868" y="22"/>
                </a:lnTo>
                <a:lnTo>
                  <a:pt x="848" y="18"/>
                </a:lnTo>
                <a:lnTo>
                  <a:pt x="827" y="15"/>
                </a:lnTo>
                <a:lnTo>
                  <a:pt x="806" y="11"/>
                </a:lnTo>
                <a:lnTo>
                  <a:pt x="786" y="9"/>
                </a:lnTo>
                <a:lnTo>
                  <a:pt x="765" y="7"/>
                </a:lnTo>
                <a:lnTo>
                  <a:pt x="743" y="5"/>
                </a:lnTo>
                <a:lnTo>
                  <a:pt x="722" y="4"/>
                </a:lnTo>
                <a:lnTo>
                  <a:pt x="701" y="3"/>
                </a:lnTo>
                <a:lnTo>
                  <a:pt x="680" y="3"/>
                </a:lnTo>
                <a:lnTo>
                  <a:pt x="658" y="3"/>
                </a:lnTo>
                <a:lnTo>
                  <a:pt x="637" y="4"/>
                </a:lnTo>
                <a:lnTo>
                  <a:pt x="615" y="5"/>
                </a:lnTo>
                <a:lnTo>
                  <a:pt x="594" y="7"/>
                </a:lnTo>
                <a:lnTo>
                  <a:pt x="573" y="9"/>
                </a:lnTo>
                <a:lnTo>
                  <a:pt x="553" y="11"/>
                </a:lnTo>
                <a:lnTo>
                  <a:pt x="532" y="15"/>
                </a:lnTo>
                <a:lnTo>
                  <a:pt x="511" y="18"/>
                </a:lnTo>
                <a:lnTo>
                  <a:pt x="491" y="22"/>
                </a:lnTo>
                <a:lnTo>
                  <a:pt x="470" y="27"/>
                </a:lnTo>
                <a:lnTo>
                  <a:pt x="450" y="31"/>
                </a:lnTo>
                <a:lnTo>
                  <a:pt x="431" y="37"/>
                </a:lnTo>
                <a:lnTo>
                  <a:pt x="411" y="43"/>
                </a:lnTo>
                <a:lnTo>
                  <a:pt x="392" y="49"/>
                </a:lnTo>
                <a:lnTo>
                  <a:pt x="373" y="56"/>
                </a:lnTo>
                <a:lnTo>
                  <a:pt x="354" y="63"/>
                </a:lnTo>
                <a:lnTo>
                  <a:pt x="335" y="70"/>
                </a:lnTo>
                <a:lnTo>
                  <a:pt x="317" y="78"/>
                </a:lnTo>
                <a:lnTo>
                  <a:pt x="300" y="86"/>
                </a:lnTo>
                <a:lnTo>
                  <a:pt x="282" y="95"/>
                </a:lnTo>
                <a:lnTo>
                  <a:pt x="265" y="104"/>
                </a:lnTo>
                <a:lnTo>
                  <a:pt x="249" y="114"/>
                </a:lnTo>
                <a:lnTo>
                  <a:pt x="233" y="124"/>
                </a:lnTo>
                <a:lnTo>
                  <a:pt x="217" y="134"/>
                </a:lnTo>
                <a:lnTo>
                  <a:pt x="202" y="144"/>
                </a:lnTo>
                <a:lnTo>
                  <a:pt x="187" y="155"/>
                </a:lnTo>
                <a:lnTo>
                  <a:pt x="173" y="167"/>
                </a:lnTo>
                <a:lnTo>
                  <a:pt x="159" y="178"/>
                </a:lnTo>
                <a:lnTo>
                  <a:pt x="146" y="190"/>
                </a:lnTo>
                <a:lnTo>
                  <a:pt x="133" y="202"/>
                </a:lnTo>
                <a:lnTo>
                  <a:pt x="121" y="215"/>
                </a:lnTo>
                <a:lnTo>
                  <a:pt x="109" y="227"/>
                </a:lnTo>
                <a:lnTo>
                  <a:pt x="98" y="240"/>
                </a:lnTo>
                <a:lnTo>
                  <a:pt x="88" y="253"/>
                </a:lnTo>
                <a:lnTo>
                  <a:pt x="78" y="267"/>
                </a:lnTo>
                <a:lnTo>
                  <a:pt x="68" y="280"/>
                </a:lnTo>
                <a:lnTo>
                  <a:pt x="60" y="294"/>
                </a:lnTo>
                <a:lnTo>
                  <a:pt x="52" y="308"/>
                </a:lnTo>
                <a:lnTo>
                  <a:pt x="44" y="323"/>
                </a:lnTo>
                <a:lnTo>
                  <a:pt x="37" y="337"/>
                </a:lnTo>
                <a:lnTo>
                  <a:pt x="31" y="351"/>
                </a:lnTo>
                <a:lnTo>
                  <a:pt x="25" y="366"/>
                </a:lnTo>
                <a:lnTo>
                  <a:pt x="20" y="381"/>
                </a:lnTo>
                <a:lnTo>
                  <a:pt x="16" y="396"/>
                </a:lnTo>
                <a:lnTo>
                  <a:pt x="13" y="411"/>
                </a:lnTo>
                <a:lnTo>
                  <a:pt x="10" y="426"/>
                </a:lnTo>
                <a:lnTo>
                  <a:pt x="7" y="441"/>
                </a:lnTo>
                <a:lnTo>
                  <a:pt x="6" y="456"/>
                </a:lnTo>
                <a:lnTo>
                  <a:pt x="5" y="471"/>
                </a:lnTo>
                <a:lnTo>
                  <a:pt x="4" y="486"/>
                </a:lnTo>
                <a:lnTo>
                  <a:pt x="5" y="501"/>
                </a:lnTo>
                <a:lnTo>
                  <a:pt x="6" y="517"/>
                </a:lnTo>
                <a:lnTo>
                  <a:pt x="7" y="532"/>
                </a:lnTo>
                <a:lnTo>
                  <a:pt x="10" y="547"/>
                </a:lnTo>
                <a:lnTo>
                  <a:pt x="13" y="562"/>
                </a:lnTo>
                <a:lnTo>
                  <a:pt x="16" y="578"/>
                </a:lnTo>
                <a:lnTo>
                  <a:pt x="20" y="593"/>
                </a:lnTo>
                <a:lnTo>
                  <a:pt x="25" y="608"/>
                </a:lnTo>
                <a:lnTo>
                  <a:pt x="31" y="622"/>
                </a:lnTo>
                <a:lnTo>
                  <a:pt x="37" y="637"/>
                </a:lnTo>
                <a:lnTo>
                  <a:pt x="44" y="651"/>
                </a:lnTo>
                <a:lnTo>
                  <a:pt x="52" y="665"/>
                </a:lnTo>
                <a:lnTo>
                  <a:pt x="60" y="679"/>
                </a:lnTo>
                <a:lnTo>
                  <a:pt x="68" y="693"/>
                </a:lnTo>
                <a:lnTo>
                  <a:pt x="78" y="707"/>
                </a:lnTo>
                <a:lnTo>
                  <a:pt x="88" y="720"/>
                </a:lnTo>
                <a:lnTo>
                  <a:pt x="98" y="733"/>
                </a:lnTo>
                <a:lnTo>
                  <a:pt x="109" y="746"/>
                </a:lnTo>
                <a:lnTo>
                  <a:pt x="121" y="759"/>
                </a:lnTo>
                <a:lnTo>
                  <a:pt x="133" y="771"/>
                </a:lnTo>
                <a:lnTo>
                  <a:pt x="146" y="784"/>
                </a:lnTo>
                <a:lnTo>
                  <a:pt x="159" y="795"/>
                </a:lnTo>
                <a:lnTo>
                  <a:pt x="173" y="807"/>
                </a:lnTo>
                <a:lnTo>
                  <a:pt x="187" y="818"/>
                </a:lnTo>
                <a:lnTo>
                  <a:pt x="202" y="829"/>
                </a:lnTo>
                <a:lnTo>
                  <a:pt x="217" y="840"/>
                </a:lnTo>
                <a:lnTo>
                  <a:pt x="233" y="850"/>
                </a:lnTo>
                <a:lnTo>
                  <a:pt x="249" y="860"/>
                </a:lnTo>
                <a:lnTo>
                  <a:pt x="265" y="869"/>
                </a:lnTo>
                <a:lnTo>
                  <a:pt x="282" y="878"/>
                </a:lnTo>
                <a:lnTo>
                  <a:pt x="300" y="887"/>
                </a:lnTo>
                <a:lnTo>
                  <a:pt x="317" y="895"/>
                </a:lnTo>
                <a:lnTo>
                  <a:pt x="335" y="903"/>
                </a:lnTo>
                <a:lnTo>
                  <a:pt x="354" y="911"/>
                </a:lnTo>
                <a:lnTo>
                  <a:pt x="373" y="918"/>
                </a:lnTo>
                <a:lnTo>
                  <a:pt x="392" y="925"/>
                </a:lnTo>
                <a:lnTo>
                  <a:pt x="411" y="931"/>
                </a:lnTo>
                <a:lnTo>
                  <a:pt x="431" y="937"/>
                </a:lnTo>
                <a:lnTo>
                  <a:pt x="450" y="942"/>
                </a:lnTo>
                <a:lnTo>
                  <a:pt x="470" y="947"/>
                </a:lnTo>
                <a:lnTo>
                  <a:pt x="491" y="952"/>
                </a:lnTo>
                <a:lnTo>
                  <a:pt x="511" y="956"/>
                </a:lnTo>
                <a:lnTo>
                  <a:pt x="532" y="959"/>
                </a:lnTo>
                <a:lnTo>
                  <a:pt x="553" y="962"/>
                </a:lnTo>
                <a:lnTo>
                  <a:pt x="573" y="965"/>
                </a:lnTo>
                <a:lnTo>
                  <a:pt x="594" y="967"/>
                </a:lnTo>
                <a:lnTo>
                  <a:pt x="615" y="969"/>
                </a:lnTo>
                <a:lnTo>
                  <a:pt x="637" y="970"/>
                </a:lnTo>
                <a:lnTo>
                  <a:pt x="658" y="970"/>
                </a:lnTo>
                <a:lnTo>
                  <a:pt x="680" y="971"/>
                </a:lnTo>
                <a:lnTo>
                  <a:pt x="701" y="970"/>
                </a:lnTo>
                <a:lnTo>
                  <a:pt x="722" y="970"/>
                </a:lnTo>
                <a:lnTo>
                  <a:pt x="743" y="969"/>
                </a:lnTo>
                <a:lnTo>
                  <a:pt x="765" y="967"/>
                </a:lnTo>
                <a:lnTo>
                  <a:pt x="786" y="965"/>
                </a:lnTo>
                <a:lnTo>
                  <a:pt x="806" y="962"/>
                </a:lnTo>
                <a:lnTo>
                  <a:pt x="827" y="959"/>
                </a:lnTo>
                <a:lnTo>
                  <a:pt x="848" y="956"/>
                </a:lnTo>
                <a:lnTo>
                  <a:pt x="868" y="952"/>
                </a:lnTo>
                <a:lnTo>
                  <a:pt x="888" y="947"/>
                </a:lnTo>
                <a:lnTo>
                  <a:pt x="909" y="942"/>
                </a:lnTo>
                <a:lnTo>
                  <a:pt x="928" y="937"/>
                </a:lnTo>
                <a:lnTo>
                  <a:pt x="948" y="931"/>
                </a:lnTo>
                <a:lnTo>
                  <a:pt x="967" y="925"/>
                </a:lnTo>
                <a:lnTo>
                  <a:pt x="986" y="918"/>
                </a:lnTo>
                <a:lnTo>
                  <a:pt x="1005" y="911"/>
                </a:lnTo>
                <a:lnTo>
                  <a:pt x="1023" y="903"/>
                </a:lnTo>
                <a:lnTo>
                  <a:pt x="1041" y="895"/>
                </a:lnTo>
                <a:lnTo>
                  <a:pt x="1059" y="887"/>
                </a:lnTo>
                <a:lnTo>
                  <a:pt x="1077" y="878"/>
                </a:lnTo>
                <a:lnTo>
                  <a:pt x="1094" y="869"/>
                </a:lnTo>
                <a:lnTo>
                  <a:pt x="1110" y="860"/>
                </a:lnTo>
                <a:lnTo>
                  <a:pt x="1126" y="850"/>
                </a:lnTo>
                <a:lnTo>
                  <a:pt x="1142" y="840"/>
                </a:lnTo>
                <a:lnTo>
                  <a:pt x="1157" y="829"/>
                </a:lnTo>
                <a:lnTo>
                  <a:pt x="1172" y="818"/>
                </a:lnTo>
                <a:lnTo>
                  <a:pt x="1186" y="807"/>
                </a:lnTo>
                <a:lnTo>
                  <a:pt x="1200" y="795"/>
                </a:lnTo>
                <a:lnTo>
                  <a:pt x="1213" y="784"/>
                </a:lnTo>
                <a:lnTo>
                  <a:pt x="1226" y="771"/>
                </a:lnTo>
                <a:lnTo>
                  <a:pt x="1238" y="759"/>
                </a:lnTo>
                <a:lnTo>
                  <a:pt x="1250" y="746"/>
                </a:lnTo>
                <a:lnTo>
                  <a:pt x="1261" y="733"/>
                </a:lnTo>
                <a:lnTo>
                  <a:pt x="1271" y="720"/>
                </a:lnTo>
                <a:lnTo>
                  <a:pt x="1281" y="707"/>
                </a:lnTo>
                <a:lnTo>
                  <a:pt x="1290" y="693"/>
                </a:lnTo>
                <a:lnTo>
                  <a:pt x="1299" y="679"/>
                </a:lnTo>
                <a:lnTo>
                  <a:pt x="1307" y="665"/>
                </a:lnTo>
                <a:lnTo>
                  <a:pt x="1315" y="651"/>
                </a:lnTo>
                <a:lnTo>
                  <a:pt x="1322" y="637"/>
                </a:lnTo>
                <a:lnTo>
                  <a:pt x="1328" y="622"/>
                </a:lnTo>
                <a:lnTo>
                  <a:pt x="1333" y="608"/>
                </a:lnTo>
                <a:lnTo>
                  <a:pt x="1338" y="593"/>
                </a:lnTo>
                <a:lnTo>
                  <a:pt x="1343" y="578"/>
                </a:lnTo>
                <a:lnTo>
                  <a:pt x="1346" y="562"/>
                </a:lnTo>
                <a:lnTo>
                  <a:pt x="1349" y="547"/>
                </a:lnTo>
                <a:lnTo>
                  <a:pt x="1352" y="532"/>
                </a:lnTo>
                <a:lnTo>
                  <a:pt x="1353" y="517"/>
                </a:lnTo>
                <a:lnTo>
                  <a:pt x="1354" y="501"/>
                </a:lnTo>
                <a:lnTo>
                  <a:pt x="1355" y="486"/>
                </a:lnTo>
                <a:moveTo>
                  <a:pt x="1359" y="486"/>
                </a:moveTo>
                <a:lnTo>
                  <a:pt x="1358" y="502"/>
                </a:lnTo>
                <a:lnTo>
                  <a:pt x="1357" y="517"/>
                </a:lnTo>
                <a:lnTo>
                  <a:pt x="1356" y="532"/>
                </a:lnTo>
                <a:lnTo>
                  <a:pt x="1353" y="547"/>
                </a:lnTo>
                <a:lnTo>
                  <a:pt x="1350" y="562"/>
                </a:lnTo>
                <a:lnTo>
                  <a:pt x="1347" y="578"/>
                </a:lnTo>
                <a:lnTo>
                  <a:pt x="1342" y="593"/>
                </a:lnTo>
                <a:lnTo>
                  <a:pt x="1337" y="608"/>
                </a:lnTo>
                <a:lnTo>
                  <a:pt x="1332" y="623"/>
                </a:lnTo>
                <a:lnTo>
                  <a:pt x="1325" y="638"/>
                </a:lnTo>
                <a:lnTo>
                  <a:pt x="1318" y="652"/>
                </a:lnTo>
                <a:lnTo>
                  <a:pt x="1311" y="666"/>
                </a:lnTo>
                <a:lnTo>
                  <a:pt x="1303" y="680"/>
                </a:lnTo>
                <a:lnTo>
                  <a:pt x="1294" y="694"/>
                </a:lnTo>
                <a:lnTo>
                  <a:pt x="1285" y="708"/>
                </a:lnTo>
                <a:lnTo>
                  <a:pt x="1275" y="722"/>
                </a:lnTo>
                <a:lnTo>
                  <a:pt x="1264" y="735"/>
                </a:lnTo>
                <a:lnTo>
                  <a:pt x="1253" y="748"/>
                </a:lnTo>
                <a:lnTo>
                  <a:pt x="1241" y="761"/>
                </a:lnTo>
                <a:lnTo>
                  <a:pt x="1229" y="773"/>
                </a:lnTo>
                <a:lnTo>
                  <a:pt x="1216" y="785"/>
                </a:lnTo>
                <a:lnTo>
                  <a:pt x="1203" y="797"/>
                </a:lnTo>
                <a:lnTo>
                  <a:pt x="1189" y="809"/>
                </a:lnTo>
                <a:lnTo>
                  <a:pt x="1175" y="820"/>
                </a:lnTo>
                <a:lnTo>
                  <a:pt x="1160" y="831"/>
                </a:lnTo>
                <a:lnTo>
                  <a:pt x="1144" y="842"/>
                </a:lnTo>
                <a:lnTo>
                  <a:pt x="1129" y="852"/>
                </a:lnTo>
                <a:lnTo>
                  <a:pt x="1113" y="862"/>
                </a:lnTo>
                <a:lnTo>
                  <a:pt x="1096" y="871"/>
                </a:lnTo>
                <a:lnTo>
                  <a:pt x="1079" y="881"/>
                </a:lnTo>
                <a:lnTo>
                  <a:pt x="1061" y="889"/>
                </a:lnTo>
                <a:lnTo>
                  <a:pt x="1044" y="898"/>
                </a:lnTo>
                <a:lnTo>
                  <a:pt x="1025" y="906"/>
                </a:lnTo>
                <a:lnTo>
                  <a:pt x="1007" y="913"/>
                </a:lnTo>
                <a:lnTo>
                  <a:pt x="988" y="920"/>
                </a:lnTo>
                <a:lnTo>
                  <a:pt x="969" y="927"/>
                </a:lnTo>
                <a:lnTo>
                  <a:pt x="949" y="933"/>
                </a:lnTo>
                <a:lnTo>
                  <a:pt x="930" y="939"/>
                </a:lnTo>
                <a:lnTo>
                  <a:pt x="910" y="945"/>
                </a:lnTo>
                <a:lnTo>
                  <a:pt x="890" y="950"/>
                </a:lnTo>
                <a:lnTo>
                  <a:pt x="869" y="954"/>
                </a:lnTo>
                <a:lnTo>
                  <a:pt x="849" y="958"/>
                </a:lnTo>
                <a:lnTo>
                  <a:pt x="828" y="962"/>
                </a:lnTo>
                <a:lnTo>
                  <a:pt x="807" y="965"/>
                </a:lnTo>
                <a:lnTo>
                  <a:pt x="786" y="967"/>
                </a:lnTo>
                <a:lnTo>
                  <a:pt x="765" y="970"/>
                </a:lnTo>
                <a:lnTo>
                  <a:pt x="744" y="971"/>
                </a:lnTo>
                <a:lnTo>
                  <a:pt x="723" y="973"/>
                </a:lnTo>
                <a:lnTo>
                  <a:pt x="701" y="973"/>
                </a:lnTo>
                <a:lnTo>
                  <a:pt x="680" y="973"/>
                </a:lnTo>
                <a:lnTo>
                  <a:pt x="658" y="973"/>
                </a:lnTo>
                <a:lnTo>
                  <a:pt x="636" y="973"/>
                </a:lnTo>
                <a:lnTo>
                  <a:pt x="615" y="971"/>
                </a:lnTo>
                <a:lnTo>
                  <a:pt x="594" y="970"/>
                </a:lnTo>
                <a:lnTo>
                  <a:pt x="573" y="967"/>
                </a:lnTo>
                <a:lnTo>
                  <a:pt x="552" y="965"/>
                </a:lnTo>
                <a:lnTo>
                  <a:pt x="531" y="962"/>
                </a:lnTo>
                <a:lnTo>
                  <a:pt x="510" y="958"/>
                </a:lnTo>
                <a:lnTo>
                  <a:pt x="490" y="954"/>
                </a:lnTo>
                <a:lnTo>
                  <a:pt x="469" y="950"/>
                </a:lnTo>
                <a:lnTo>
                  <a:pt x="449" y="945"/>
                </a:lnTo>
                <a:lnTo>
                  <a:pt x="429" y="939"/>
                </a:lnTo>
                <a:lnTo>
                  <a:pt x="409" y="933"/>
                </a:lnTo>
                <a:lnTo>
                  <a:pt x="390" y="927"/>
                </a:lnTo>
                <a:lnTo>
                  <a:pt x="371" y="920"/>
                </a:lnTo>
                <a:lnTo>
                  <a:pt x="352" y="913"/>
                </a:lnTo>
                <a:lnTo>
                  <a:pt x="334" y="906"/>
                </a:lnTo>
                <a:lnTo>
                  <a:pt x="315" y="898"/>
                </a:lnTo>
                <a:lnTo>
                  <a:pt x="298" y="889"/>
                </a:lnTo>
                <a:lnTo>
                  <a:pt x="280" y="881"/>
                </a:lnTo>
                <a:lnTo>
                  <a:pt x="263" y="871"/>
                </a:lnTo>
                <a:lnTo>
                  <a:pt x="246" y="862"/>
                </a:lnTo>
                <a:lnTo>
                  <a:pt x="230" y="852"/>
                </a:lnTo>
                <a:lnTo>
                  <a:pt x="214" y="842"/>
                </a:lnTo>
                <a:lnTo>
                  <a:pt x="199" y="831"/>
                </a:lnTo>
                <a:lnTo>
                  <a:pt x="184" y="820"/>
                </a:lnTo>
                <a:lnTo>
                  <a:pt x="170" y="809"/>
                </a:lnTo>
                <a:lnTo>
                  <a:pt x="156" y="797"/>
                </a:lnTo>
                <a:lnTo>
                  <a:pt x="143" y="785"/>
                </a:lnTo>
                <a:lnTo>
                  <a:pt x="130" y="773"/>
                </a:lnTo>
                <a:lnTo>
                  <a:pt x="118" y="761"/>
                </a:lnTo>
                <a:lnTo>
                  <a:pt x="106" y="748"/>
                </a:lnTo>
                <a:lnTo>
                  <a:pt x="95" y="735"/>
                </a:lnTo>
                <a:lnTo>
                  <a:pt x="84" y="722"/>
                </a:lnTo>
                <a:lnTo>
                  <a:pt x="74" y="708"/>
                </a:lnTo>
                <a:lnTo>
                  <a:pt x="65" y="694"/>
                </a:lnTo>
                <a:lnTo>
                  <a:pt x="56" y="680"/>
                </a:lnTo>
                <a:lnTo>
                  <a:pt x="48" y="666"/>
                </a:lnTo>
                <a:lnTo>
                  <a:pt x="40" y="652"/>
                </a:lnTo>
                <a:lnTo>
                  <a:pt x="34" y="638"/>
                </a:lnTo>
                <a:lnTo>
                  <a:pt x="27" y="623"/>
                </a:lnTo>
                <a:lnTo>
                  <a:pt x="22" y="608"/>
                </a:lnTo>
                <a:lnTo>
                  <a:pt x="17" y="593"/>
                </a:lnTo>
                <a:lnTo>
                  <a:pt x="12" y="578"/>
                </a:lnTo>
                <a:lnTo>
                  <a:pt x="9" y="562"/>
                </a:lnTo>
                <a:lnTo>
                  <a:pt x="6" y="547"/>
                </a:lnTo>
                <a:lnTo>
                  <a:pt x="3" y="532"/>
                </a:lnTo>
                <a:lnTo>
                  <a:pt x="2" y="517"/>
                </a:lnTo>
                <a:lnTo>
                  <a:pt x="1" y="502"/>
                </a:lnTo>
                <a:lnTo>
                  <a:pt x="0" y="486"/>
                </a:lnTo>
                <a:lnTo>
                  <a:pt x="1" y="471"/>
                </a:lnTo>
                <a:lnTo>
                  <a:pt x="2" y="456"/>
                </a:lnTo>
                <a:lnTo>
                  <a:pt x="3" y="441"/>
                </a:lnTo>
                <a:lnTo>
                  <a:pt x="6" y="425"/>
                </a:lnTo>
                <a:lnTo>
                  <a:pt x="9" y="410"/>
                </a:lnTo>
                <a:lnTo>
                  <a:pt x="12" y="395"/>
                </a:lnTo>
                <a:lnTo>
                  <a:pt x="17" y="380"/>
                </a:lnTo>
                <a:lnTo>
                  <a:pt x="22" y="365"/>
                </a:lnTo>
                <a:lnTo>
                  <a:pt x="27" y="351"/>
                </a:lnTo>
                <a:lnTo>
                  <a:pt x="34" y="336"/>
                </a:lnTo>
                <a:lnTo>
                  <a:pt x="40" y="322"/>
                </a:lnTo>
                <a:lnTo>
                  <a:pt x="48" y="307"/>
                </a:lnTo>
                <a:lnTo>
                  <a:pt x="56" y="293"/>
                </a:lnTo>
                <a:lnTo>
                  <a:pt x="65" y="279"/>
                </a:lnTo>
                <a:lnTo>
                  <a:pt x="74" y="266"/>
                </a:lnTo>
                <a:lnTo>
                  <a:pt x="84" y="252"/>
                </a:lnTo>
                <a:lnTo>
                  <a:pt x="95" y="239"/>
                </a:lnTo>
                <a:lnTo>
                  <a:pt x="106" y="226"/>
                </a:lnTo>
                <a:lnTo>
                  <a:pt x="118" y="213"/>
                </a:lnTo>
                <a:lnTo>
                  <a:pt x="130" y="201"/>
                </a:lnTo>
                <a:lnTo>
                  <a:pt x="143" y="188"/>
                </a:lnTo>
                <a:lnTo>
                  <a:pt x="156" y="176"/>
                </a:lnTo>
                <a:lnTo>
                  <a:pt x="170" y="165"/>
                </a:lnTo>
                <a:lnTo>
                  <a:pt x="184" y="153"/>
                </a:lnTo>
                <a:lnTo>
                  <a:pt x="199" y="143"/>
                </a:lnTo>
                <a:lnTo>
                  <a:pt x="214" y="132"/>
                </a:lnTo>
                <a:lnTo>
                  <a:pt x="230" y="122"/>
                </a:lnTo>
                <a:lnTo>
                  <a:pt x="246" y="112"/>
                </a:lnTo>
                <a:lnTo>
                  <a:pt x="263" y="102"/>
                </a:lnTo>
                <a:lnTo>
                  <a:pt x="280" y="93"/>
                </a:lnTo>
                <a:lnTo>
                  <a:pt x="298" y="84"/>
                </a:lnTo>
                <a:lnTo>
                  <a:pt x="315" y="76"/>
                </a:lnTo>
                <a:lnTo>
                  <a:pt x="334" y="68"/>
                </a:lnTo>
                <a:lnTo>
                  <a:pt x="352" y="60"/>
                </a:lnTo>
                <a:lnTo>
                  <a:pt x="371" y="53"/>
                </a:lnTo>
                <a:lnTo>
                  <a:pt x="390" y="46"/>
                </a:lnTo>
                <a:lnTo>
                  <a:pt x="409" y="40"/>
                </a:lnTo>
                <a:lnTo>
                  <a:pt x="429" y="34"/>
                </a:lnTo>
                <a:lnTo>
                  <a:pt x="449" y="29"/>
                </a:lnTo>
                <a:lnTo>
                  <a:pt x="469" y="24"/>
                </a:lnTo>
                <a:lnTo>
                  <a:pt x="490" y="19"/>
                </a:lnTo>
                <a:lnTo>
                  <a:pt x="510" y="15"/>
                </a:lnTo>
                <a:lnTo>
                  <a:pt x="531" y="12"/>
                </a:lnTo>
                <a:lnTo>
                  <a:pt x="552" y="9"/>
                </a:lnTo>
                <a:lnTo>
                  <a:pt x="573" y="6"/>
                </a:lnTo>
                <a:lnTo>
                  <a:pt x="594" y="4"/>
                </a:lnTo>
                <a:lnTo>
                  <a:pt x="615" y="2"/>
                </a:lnTo>
                <a:lnTo>
                  <a:pt x="636" y="1"/>
                </a:lnTo>
                <a:lnTo>
                  <a:pt x="658" y="0"/>
                </a:lnTo>
                <a:lnTo>
                  <a:pt x="680" y="0"/>
                </a:lnTo>
                <a:lnTo>
                  <a:pt x="701" y="0"/>
                </a:lnTo>
                <a:lnTo>
                  <a:pt x="723" y="1"/>
                </a:lnTo>
                <a:lnTo>
                  <a:pt x="744" y="2"/>
                </a:lnTo>
                <a:lnTo>
                  <a:pt x="765" y="4"/>
                </a:lnTo>
                <a:lnTo>
                  <a:pt x="786" y="6"/>
                </a:lnTo>
                <a:lnTo>
                  <a:pt x="807" y="9"/>
                </a:lnTo>
                <a:lnTo>
                  <a:pt x="828" y="12"/>
                </a:lnTo>
                <a:lnTo>
                  <a:pt x="849" y="15"/>
                </a:lnTo>
                <a:lnTo>
                  <a:pt x="869" y="19"/>
                </a:lnTo>
                <a:lnTo>
                  <a:pt x="890" y="24"/>
                </a:lnTo>
                <a:lnTo>
                  <a:pt x="910" y="29"/>
                </a:lnTo>
                <a:lnTo>
                  <a:pt x="930" y="34"/>
                </a:lnTo>
                <a:lnTo>
                  <a:pt x="949" y="40"/>
                </a:lnTo>
                <a:lnTo>
                  <a:pt x="969" y="46"/>
                </a:lnTo>
                <a:lnTo>
                  <a:pt x="988" y="53"/>
                </a:lnTo>
                <a:lnTo>
                  <a:pt x="1007" y="60"/>
                </a:lnTo>
                <a:lnTo>
                  <a:pt x="1025" y="68"/>
                </a:lnTo>
                <a:lnTo>
                  <a:pt x="1044" y="76"/>
                </a:lnTo>
                <a:lnTo>
                  <a:pt x="1061" y="84"/>
                </a:lnTo>
                <a:lnTo>
                  <a:pt x="1079" y="93"/>
                </a:lnTo>
                <a:lnTo>
                  <a:pt x="1096" y="102"/>
                </a:lnTo>
                <a:lnTo>
                  <a:pt x="1113" y="112"/>
                </a:lnTo>
                <a:lnTo>
                  <a:pt x="1129" y="122"/>
                </a:lnTo>
                <a:lnTo>
                  <a:pt x="1144" y="132"/>
                </a:lnTo>
                <a:lnTo>
                  <a:pt x="1160" y="143"/>
                </a:lnTo>
                <a:lnTo>
                  <a:pt x="1175" y="153"/>
                </a:lnTo>
                <a:lnTo>
                  <a:pt x="1189" y="165"/>
                </a:lnTo>
                <a:lnTo>
                  <a:pt x="1203" y="176"/>
                </a:lnTo>
                <a:lnTo>
                  <a:pt x="1216" y="188"/>
                </a:lnTo>
                <a:lnTo>
                  <a:pt x="1229" y="201"/>
                </a:lnTo>
                <a:lnTo>
                  <a:pt x="1241" y="213"/>
                </a:lnTo>
                <a:lnTo>
                  <a:pt x="1253" y="226"/>
                </a:lnTo>
                <a:lnTo>
                  <a:pt x="1264" y="239"/>
                </a:lnTo>
                <a:lnTo>
                  <a:pt x="1275" y="252"/>
                </a:lnTo>
                <a:lnTo>
                  <a:pt x="1285" y="266"/>
                </a:lnTo>
                <a:lnTo>
                  <a:pt x="1294" y="279"/>
                </a:lnTo>
                <a:lnTo>
                  <a:pt x="1303" y="293"/>
                </a:lnTo>
                <a:lnTo>
                  <a:pt x="1311" y="307"/>
                </a:lnTo>
                <a:lnTo>
                  <a:pt x="1318" y="322"/>
                </a:lnTo>
                <a:lnTo>
                  <a:pt x="1325" y="336"/>
                </a:lnTo>
                <a:lnTo>
                  <a:pt x="1332" y="351"/>
                </a:lnTo>
                <a:lnTo>
                  <a:pt x="1337" y="365"/>
                </a:lnTo>
                <a:lnTo>
                  <a:pt x="1342" y="380"/>
                </a:lnTo>
                <a:lnTo>
                  <a:pt x="1347" y="395"/>
                </a:lnTo>
                <a:lnTo>
                  <a:pt x="1350" y="410"/>
                </a:lnTo>
                <a:lnTo>
                  <a:pt x="1353" y="425"/>
                </a:lnTo>
                <a:lnTo>
                  <a:pt x="1356" y="441"/>
                </a:lnTo>
                <a:lnTo>
                  <a:pt x="1357" y="456"/>
                </a:lnTo>
                <a:lnTo>
                  <a:pt x="1358" y="471"/>
                </a:lnTo>
                <a:lnTo>
                  <a:pt x="1359" y="486"/>
                </a:lnTo>
                <a:close/>
              </a:path>
            </a:pathLst>
          </a:custGeom>
          <a:solidFill>
            <a:srgbClr val="ffb6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3" name=""/>
          <p:cNvSpPr/>
          <p:nvPr/>
        </p:nvSpPr>
        <p:spPr>
          <a:xfrm>
            <a:off x="7816680" y="2768040"/>
            <a:ext cx="491760" cy="352440"/>
          </a:xfrm>
          <a:custGeom>
            <a:avLst/>
            <a:gdLst/>
            <a:ahLst/>
            <a:rect l="0" t="0" r="r" b="b"/>
            <a:pathLst>
              <a:path w="1366" h="979">
                <a:moveTo>
                  <a:pt x="1363" y="489"/>
                </a:moveTo>
                <a:lnTo>
                  <a:pt x="1362" y="474"/>
                </a:lnTo>
                <a:lnTo>
                  <a:pt x="1361" y="459"/>
                </a:lnTo>
                <a:lnTo>
                  <a:pt x="1360" y="444"/>
                </a:lnTo>
                <a:lnTo>
                  <a:pt x="1357" y="428"/>
                </a:lnTo>
                <a:lnTo>
                  <a:pt x="1354" y="413"/>
                </a:lnTo>
                <a:lnTo>
                  <a:pt x="1351" y="398"/>
                </a:lnTo>
                <a:lnTo>
                  <a:pt x="1346" y="383"/>
                </a:lnTo>
                <a:lnTo>
                  <a:pt x="1341" y="368"/>
                </a:lnTo>
                <a:lnTo>
                  <a:pt x="1336" y="354"/>
                </a:lnTo>
                <a:lnTo>
                  <a:pt x="1329" y="339"/>
                </a:lnTo>
                <a:lnTo>
                  <a:pt x="1322" y="325"/>
                </a:lnTo>
                <a:lnTo>
                  <a:pt x="1315" y="310"/>
                </a:lnTo>
                <a:lnTo>
                  <a:pt x="1307" y="296"/>
                </a:lnTo>
                <a:lnTo>
                  <a:pt x="1298" y="282"/>
                </a:lnTo>
                <a:lnTo>
                  <a:pt x="1289" y="269"/>
                </a:lnTo>
                <a:lnTo>
                  <a:pt x="1279" y="255"/>
                </a:lnTo>
                <a:lnTo>
                  <a:pt x="1268" y="242"/>
                </a:lnTo>
                <a:lnTo>
                  <a:pt x="1257" y="229"/>
                </a:lnTo>
                <a:lnTo>
                  <a:pt x="1245" y="216"/>
                </a:lnTo>
                <a:lnTo>
                  <a:pt x="1233" y="204"/>
                </a:lnTo>
                <a:lnTo>
                  <a:pt x="1220" y="191"/>
                </a:lnTo>
                <a:lnTo>
                  <a:pt x="1207" y="179"/>
                </a:lnTo>
                <a:lnTo>
                  <a:pt x="1193" y="168"/>
                </a:lnTo>
                <a:lnTo>
                  <a:pt x="1179" y="156"/>
                </a:lnTo>
                <a:lnTo>
                  <a:pt x="1164" y="146"/>
                </a:lnTo>
                <a:lnTo>
                  <a:pt x="1148" y="135"/>
                </a:lnTo>
                <a:lnTo>
                  <a:pt x="1133" y="125"/>
                </a:lnTo>
                <a:lnTo>
                  <a:pt x="1117" y="115"/>
                </a:lnTo>
                <a:lnTo>
                  <a:pt x="1100" y="105"/>
                </a:lnTo>
                <a:lnTo>
                  <a:pt x="1083" y="96"/>
                </a:lnTo>
                <a:lnTo>
                  <a:pt x="1065" y="87"/>
                </a:lnTo>
                <a:lnTo>
                  <a:pt x="1048" y="79"/>
                </a:lnTo>
                <a:lnTo>
                  <a:pt x="1029" y="71"/>
                </a:lnTo>
                <a:lnTo>
                  <a:pt x="1011" y="63"/>
                </a:lnTo>
                <a:lnTo>
                  <a:pt x="992" y="56"/>
                </a:lnTo>
                <a:lnTo>
                  <a:pt x="973" y="49"/>
                </a:lnTo>
                <a:lnTo>
                  <a:pt x="953" y="43"/>
                </a:lnTo>
                <a:lnTo>
                  <a:pt x="934" y="37"/>
                </a:lnTo>
                <a:lnTo>
                  <a:pt x="914" y="32"/>
                </a:lnTo>
                <a:lnTo>
                  <a:pt x="894" y="27"/>
                </a:lnTo>
                <a:lnTo>
                  <a:pt x="873" y="22"/>
                </a:lnTo>
                <a:lnTo>
                  <a:pt x="853" y="18"/>
                </a:lnTo>
                <a:lnTo>
                  <a:pt x="832" y="15"/>
                </a:lnTo>
                <a:lnTo>
                  <a:pt x="811" y="12"/>
                </a:lnTo>
                <a:lnTo>
                  <a:pt x="789" y="9"/>
                </a:lnTo>
                <a:lnTo>
                  <a:pt x="768" y="7"/>
                </a:lnTo>
                <a:lnTo>
                  <a:pt x="747" y="5"/>
                </a:lnTo>
                <a:lnTo>
                  <a:pt x="726" y="4"/>
                </a:lnTo>
                <a:lnTo>
                  <a:pt x="704" y="3"/>
                </a:lnTo>
                <a:lnTo>
                  <a:pt x="683" y="3"/>
                </a:lnTo>
                <a:lnTo>
                  <a:pt x="662" y="3"/>
                </a:lnTo>
                <a:lnTo>
                  <a:pt x="640" y="4"/>
                </a:lnTo>
                <a:lnTo>
                  <a:pt x="619" y="5"/>
                </a:lnTo>
                <a:lnTo>
                  <a:pt x="598" y="7"/>
                </a:lnTo>
                <a:lnTo>
                  <a:pt x="577" y="9"/>
                </a:lnTo>
                <a:lnTo>
                  <a:pt x="556" y="12"/>
                </a:lnTo>
                <a:lnTo>
                  <a:pt x="535" y="15"/>
                </a:lnTo>
                <a:lnTo>
                  <a:pt x="514" y="18"/>
                </a:lnTo>
                <a:lnTo>
                  <a:pt x="494" y="22"/>
                </a:lnTo>
                <a:lnTo>
                  <a:pt x="473" y="27"/>
                </a:lnTo>
                <a:lnTo>
                  <a:pt x="453" y="32"/>
                </a:lnTo>
                <a:lnTo>
                  <a:pt x="433" y="37"/>
                </a:lnTo>
                <a:lnTo>
                  <a:pt x="413" y="43"/>
                </a:lnTo>
                <a:lnTo>
                  <a:pt x="394" y="49"/>
                </a:lnTo>
                <a:lnTo>
                  <a:pt x="375" y="56"/>
                </a:lnTo>
                <a:lnTo>
                  <a:pt x="356" y="63"/>
                </a:lnTo>
                <a:lnTo>
                  <a:pt x="338" y="71"/>
                </a:lnTo>
                <a:lnTo>
                  <a:pt x="319" y="79"/>
                </a:lnTo>
                <a:lnTo>
                  <a:pt x="302" y="87"/>
                </a:lnTo>
                <a:lnTo>
                  <a:pt x="284" y="96"/>
                </a:lnTo>
                <a:lnTo>
                  <a:pt x="267" y="105"/>
                </a:lnTo>
                <a:lnTo>
                  <a:pt x="250" y="115"/>
                </a:lnTo>
                <a:lnTo>
                  <a:pt x="234" y="125"/>
                </a:lnTo>
                <a:lnTo>
                  <a:pt x="218" y="135"/>
                </a:lnTo>
                <a:lnTo>
                  <a:pt x="203" y="146"/>
                </a:lnTo>
                <a:lnTo>
                  <a:pt x="188" y="156"/>
                </a:lnTo>
                <a:lnTo>
                  <a:pt x="174" y="168"/>
                </a:lnTo>
                <a:lnTo>
                  <a:pt x="160" y="179"/>
                </a:lnTo>
                <a:lnTo>
                  <a:pt x="147" y="191"/>
                </a:lnTo>
                <a:lnTo>
                  <a:pt x="134" y="204"/>
                </a:lnTo>
                <a:lnTo>
                  <a:pt x="122" y="216"/>
                </a:lnTo>
                <a:lnTo>
                  <a:pt x="110" y="229"/>
                </a:lnTo>
                <a:lnTo>
                  <a:pt x="99" y="242"/>
                </a:lnTo>
                <a:lnTo>
                  <a:pt x="88" y="255"/>
                </a:lnTo>
                <a:lnTo>
                  <a:pt x="78" y="269"/>
                </a:lnTo>
                <a:lnTo>
                  <a:pt x="69" y="282"/>
                </a:lnTo>
                <a:lnTo>
                  <a:pt x="60" y="296"/>
                </a:lnTo>
                <a:lnTo>
                  <a:pt x="52" y="310"/>
                </a:lnTo>
                <a:lnTo>
                  <a:pt x="44" y="325"/>
                </a:lnTo>
                <a:lnTo>
                  <a:pt x="38" y="339"/>
                </a:lnTo>
                <a:lnTo>
                  <a:pt x="31" y="354"/>
                </a:lnTo>
                <a:lnTo>
                  <a:pt x="26" y="368"/>
                </a:lnTo>
                <a:lnTo>
                  <a:pt x="21" y="383"/>
                </a:lnTo>
                <a:lnTo>
                  <a:pt x="16" y="398"/>
                </a:lnTo>
                <a:lnTo>
                  <a:pt x="13" y="413"/>
                </a:lnTo>
                <a:lnTo>
                  <a:pt x="10" y="428"/>
                </a:lnTo>
                <a:lnTo>
                  <a:pt x="7" y="444"/>
                </a:lnTo>
                <a:lnTo>
                  <a:pt x="6" y="459"/>
                </a:lnTo>
                <a:lnTo>
                  <a:pt x="5" y="474"/>
                </a:lnTo>
                <a:lnTo>
                  <a:pt x="4" y="489"/>
                </a:lnTo>
                <a:lnTo>
                  <a:pt x="5" y="505"/>
                </a:lnTo>
                <a:lnTo>
                  <a:pt x="6" y="520"/>
                </a:lnTo>
                <a:lnTo>
                  <a:pt x="7" y="535"/>
                </a:lnTo>
                <a:lnTo>
                  <a:pt x="10" y="550"/>
                </a:lnTo>
                <a:lnTo>
                  <a:pt x="13" y="565"/>
                </a:lnTo>
                <a:lnTo>
                  <a:pt x="16" y="580"/>
                </a:lnTo>
                <a:lnTo>
                  <a:pt x="21" y="595"/>
                </a:lnTo>
                <a:lnTo>
                  <a:pt x="26" y="610"/>
                </a:lnTo>
                <a:lnTo>
                  <a:pt x="31" y="626"/>
                </a:lnTo>
                <a:lnTo>
                  <a:pt x="38" y="641"/>
                </a:lnTo>
                <a:lnTo>
                  <a:pt x="44" y="655"/>
                </a:lnTo>
                <a:lnTo>
                  <a:pt x="52" y="669"/>
                </a:lnTo>
                <a:lnTo>
                  <a:pt x="60" y="683"/>
                </a:lnTo>
                <a:lnTo>
                  <a:pt x="69" y="697"/>
                </a:lnTo>
                <a:lnTo>
                  <a:pt x="78" y="711"/>
                </a:lnTo>
                <a:lnTo>
                  <a:pt x="88" y="725"/>
                </a:lnTo>
                <a:lnTo>
                  <a:pt x="99" y="738"/>
                </a:lnTo>
                <a:lnTo>
                  <a:pt x="110" y="751"/>
                </a:lnTo>
                <a:lnTo>
                  <a:pt x="122" y="764"/>
                </a:lnTo>
                <a:lnTo>
                  <a:pt x="134" y="776"/>
                </a:lnTo>
                <a:lnTo>
                  <a:pt x="147" y="788"/>
                </a:lnTo>
                <a:lnTo>
                  <a:pt x="160" y="800"/>
                </a:lnTo>
                <a:lnTo>
                  <a:pt x="174" y="812"/>
                </a:lnTo>
                <a:lnTo>
                  <a:pt x="188" y="823"/>
                </a:lnTo>
                <a:lnTo>
                  <a:pt x="203" y="834"/>
                </a:lnTo>
                <a:lnTo>
                  <a:pt x="218" y="845"/>
                </a:lnTo>
                <a:lnTo>
                  <a:pt x="234" y="855"/>
                </a:lnTo>
                <a:lnTo>
                  <a:pt x="250" y="865"/>
                </a:lnTo>
                <a:lnTo>
                  <a:pt x="267" y="874"/>
                </a:lnTo>
                <a:lnTo>
                  <a:pt x="284" y="884"/>
                </a:lnTo>
                <a:lnTo>
                  <a:pt x="302" y="892"/>
                </a:lnTo>
                <a:lnTo>
                  <a:pt x="319" y="901"/>
                </a:lnTo>
                <a:lnTo>
                  <a:pt x="338" y="909"/>
                </a:lnTo>
                <a:lnTo>
                  <a:pt x="356" y="916"/>
                </a:lnTo>
                <a:lnTo>
                  <a:pt x="375" y="923"/>
                </a:lnTo>
                <a:lnTo>
                  <a:pt x="394" y="930"/>
                </a:lnTo>
                <a:lnTo>
                  <a:pt x="413" y="936"/>
                </a:lnTo>
                <a:lnTo>
                  <a:pt x="433" y="942"/>
                </a:lnTo>
                <a:lnTo>
                  <a:pt x="453" y="948"/>
                </a:lnTo>
                <a:lnTo>
                  <a:pt x="473" y="953"/>
                </a:lnTo>
                <a:lnTo>
                  <a:pt x="494" y="957"/>
                </a:lnTo>
                <a:lnTo>
                  <a:pt x="514" y="961"/>
                </a:lnTo>
                <a:lnTo>
                  <a:pt x="535" y="965"/>
                </a:lnTo>
                <a:lnTo>
                  <a:pt x="556" y="968"/>
                </a:lnTo>
                <a:lnTo>
                  <a:pt x="577" y="970"/>
                </a:lnTo>
                <a:lnTo>
                  <a:pt x="598" y="973"/>
                </a:lnTo>
                <a:lnTo>
                  <a:pt x="619" y="974"/>
                </a:lnTo>
                <a:lnTo>
                  <a:pt x="640" y="976"/>
                </a:lnTo>
                <a:lnTo>
                  <a:pt x="662" y="976"/>
                </a:lnTo>
                <a:lnTo>
                  <a:pt x="683" y="976"/>
                </a:lnTo>
                <a:lnTo>
                  <a:pt x="704" y="976"/>
                </a:lnTo>
                <a:lnTo>
                  <a:pt x="726" y="976"/>
                </a:lnTo>
                <a:lnTo>
                  <a:pt x="747" y="974"/>
                </a:lnTo>
                <a:lnTo>
                  <a:pt x="768" y="973"/>
                </a:lnTo>
                <a:lnTo>
                  <a:pt x="789" y="970"/>
                </a:lnTo>
                <a:lnTo>
                  <a:pt x="811" y="968"/>
                </a:lnTo>
                <a:lnTo>
                  <a:pt x="832" y="965"/>
                </a:lnTo>
                <a:lnTo>
                  <a:pt x="853" y="961"/>
                </a:lnTo>
                <a:lnTo>
                  <a:pt x="873" y="957"/>
                </a:lnTo>
                <a:lnTo>
                  <a:pt x="894" y="953"/>
                </a:lnTo>
                <a:lnTo>
                  <a:pt x="914" y="948"/>
                </a:lnTo>
                <a:lnTo>
                  <a:pt x="934" y="942"/>
                </a:lnTo>
                <a:lnTo>
                  <a:pt x="953" y="936"/>
                </a:lnTo>
                <a:lnTo>
                  <a:pt x="973" y="930"/>
                </a:lnTo>
                <a:lnTo>
                  <a:pt x="992" y="923"/>
                </a:lnTo>
                <a:lnTo>
                  <a:pt x="1011" y="916"/>
                </a:lnTo>
                <a:lnTo>
                  <a:pt x="1029" y="909"/>
                </a:lnTo>
                <a:lnTo>
                  <a:pt x="1048" y="901"/>
                </a:lnTo>
                <a:lnTo>
                  <a:pt x="1065" y="892"/>
                </a:lnTo>
                <a:lnTo>
                  <a:pt x="1083" y="884"/>
                </a:lnTo>
                <a:lnTo>
                  <a:pt x="1100" y="874"/>
                </a:lnTo>
                <a:lnTo>
                  <a:pt x="1117" y="865"/>
                </a:lnTo>
                <a:lnTo>
                  <a:pt x="1133" y="855"/>
                </a:lnTo>
                <a:lnTo>
                  <a:pt x="1148" y="845"/>
                </a:lnTo>
                <a:lnTo>
                  <a:pt x="1164" y="834"/>
                </a:lnTo>
                <a:lnTo>
                  <a:pt x="1179" y="823"/>
                </a:lnTo>
                <a:lnTo>
                  <a:pt x="1193" y="812"/>
                </a:lnTo>
                <a:lnTo>
                  <a:pt x="1207" y="800"/>
                </a:lnTo>
                <a:lnTo>
                  <a:pt x="1220" y="788"/>
                </a:lnTo>
                <a:lnTo>
                  <a:pt x="1233" y="776"/>
                </a:lnTo>
                <a:lnTo>
                  <a:pt x="1245" y="764"/>
                </a:lnTo>
                <a:lnTo>
                  <a:pt x="1257" y="751"/>
                </a:lnTo>
                <a:lnTo>
                  <a:pt x="1268" y="738"/>
                </a:lnTo>
                <a:lnTo>
                  <a:pt x="1279" y="725"/>
                </a:lnTo>
                <a:lnTo>
                  <a:pt x="1289" y="711"/>
                </a:lnTo>
                <a:lnTo>
                  <a:pt x="1298" y="697"/>
                </a:lnTo>
                <a:lnTo>
                  <a:pt x="1307" y="683"/>
                </a:lnTo>
                <a:lnTo>
                  <a:pt x="1315" y="669"/>
                </a:lnTo>
                <a:lnTo>
                  <a:pt x="1322" y="655"/>
                </a:lnTo>
                <a:lnTo>
                  <a:pt x="1329" y="641"/>
                </a:lnTo>
                <a:lnTo>
                  <a:pt x="1336" y="626"/>
                </a:lnTo>
                <a:lnTo>
                  <a:pt x="1341" y="610"/>
                </a:lnTo>
                <a:lnTo>
                  <a:pt x="1346" y="595"/>
                </a:lnTo>
                <a:lnTo>
                  <a:pt x="1351" y="580"/>
                </a:lnTo>
                <a:lnTo>
                  <a:pt x="1354" y="565"/>
                </a:lnTo>
                <a:lnTo>
                  <a:pt x="1357" y="550"/>
                </a:lnTo>
                <a:lnTo>
                  <a:pt x="1360" y="535"/>
                </a:lnTo>
                <a:lnTo>
                  <a:pt x="1361" y="520"/>
                </a:lnTo>
                <a:lnTo>
                  <a:pt x="1362" y="505"/>
                </a:lnTo>
                <a:lnTo>
                  <a:pt x="1363" y="489"/>
                </a:lnTo>
                <a:moveTo>
                  <a:pt x="1366" y="489"/>
                </a:moveTo>
                <a:lnTo>
                  <a:pt x="1366" y="505"/>
                </a:lnTo>
                <a:lnTo>
                  <a:pt x="1365" y="520"/>
                </a:lnTo>
                <a:lnTo>
                  <a:pt x="1363" y="535"/>
                </a:lnTo>
                <a:lnTo>
                  <a:pt x="1361" y="551"/>
                </a:lnTo>
                <a:lnTo>
                  <a:pt x="1358" y="566"/>
                </a:lnTo>
                <a:lnTo>
                  <a:pt x="1354" y="581"/>
                </a:lnTo>
                <a:lnTo>
                  <a:pt x="1350" y="596"/>
                </a:lnTo>
                <a:lnTo>
                  <a:pt x="1345" y="611"/>
                </a:lnTo>
                <a:lnTo>
                  <a:pt x="1339" y="627"/>
                </a:lnTo>
                <a:lnTo>
                  <a:pt x="1333" y="641"/>
                </a:lnTo>
                <a:lnTo>
                  <a:pt x="1326" y="656"/>
                </a:lnTo>
                <a:lnTo>
                  <a:pt x="1319" y="670"/>
                </a:lnTo>
                <a:lnTo>
                  <a:pt x="1310" y="684"/>
                </a:lnTo>
                <a:lnTo>
                  <a:pt x="1301" y="698"/>
                </a:lnTo>
                <a:lnTo>
                  <a:pt x="1292" y="712"/>
                </a:lnTo>
                <a:lnTo>
                  <a:pt x="1282" y="726"/>
                </a:lnTo>
                <a:lnTo>
                  <a:pt x="1271" y="739"/>
                </a:lnTo>
                <a:lnTo>
                  <a:pt x="1260" y="752"/>
                </a:lnTo>
                <a:lnTo>
                  <a:pt x="1248" y="765"/>
                </a:lnTo>
                <a:lnTo>
                  <a:pt x="1236" y="778"/>
                </a:lnTo>
                <a:lnTo>
                  <a:pt x="1223" y="790"/>
                </a:lnTo>
                <a:lnTo>
                  <a:pt x="1210" y="802"/>
                </a:lnTo>
                <a:lnTo>
                  <a:pt x="1196" y="814"/>
                </a:lnTo>
                <a:lnTo>
                  <a:pt x="1181" y="825"/>
                </a:lnTo>
                <a:lnTo>
                  <a:pt x="1167" y="836"/>
                </a:lnTo>
                <a:lnTo>
                  <a:pt x="1151" y="847"/>
                </a:lnTo>
                <a:lnTo>
                  <a:pt x="1135" y="857"/>
                </a:lnTo>
                <a:lnTo>
                  <a:pt x="1119" y="867"/>
                </a:lnTo>
                <a:lnTo>
                  <a:pt x="1102" y="877"/>
                </a:lnTo>
                <a:lnTo>
                  <a:pt x="1085" y="886"/>
                </a:lnTo>
                <a:lnTo>
                  <a:pt x="1068" y="895"/>
                </a:lnTo>
                <a:lnTo>
                  <a:pt x="1050" y="903"/>
                </a:lnTo>
                <a:lnTo>
                  <a:pt x="1031" y="911"/>
                </a:lnTo>
                <a:lnTo>
                  <a:pt x="1013" y="919"/>
                </a:lnTo>
                <a:lnTo>
                  <a:pt x="994" y="926"/>
                </a:lnTo>
                <a:lnTo>
                  <a:pt x="975" y="933"/>
                </a:lnTo>
                <a:lnTo>
                  <a:pt x="955" y="939"/>
                </a:lnTo>
                <a:lnTo>
                  <a:pt x="935" y="945"/>
                </a:lnTo>
                <a:lnTo>
                  <a:pt x="915" y="950"/>
                </a:lnTo>
                <a:lnTo>
                  <a:pt x="895" y="955"/>
                </a:lnTo>
                <a:lnTo>
                  <a:pt x="874" y="960"/>
                </a:lnTo>
                <a:lnTo>
                  <a:pt x="854" y="964"/>
                </a:lnTo>
                <a:lnTo>
                  <a:pt x="833" y="967"/>
                </a:lnTo>
                <a:lnTo>
                  <a:pt x="812" y="971"/>
                </a:lnTo>
                <a:lnTo>
                  <a:pt x="790" y="973"/>
                </a:lnTo>
                <a:lnTo>
                  <a:pt x="768" y="975"/>
                </a:lnTo>
                <a:lnTo>
                  <a:pt x="747" y="977"/>
                </a:lnTo>
                <a:lnTo>
                  <a:pt x="726" y="978"/>
                </a:lnTo>
                <a:lnTo>
                  <a:pt x="704" y="979"/>
                </a:lnTo>
                <a:lnTo>
                  <a:pt x="683" y="979"/>
                </a:lnTo>
                <a:lnTo>
                  <a:pt x="662" y="979"/>
                </a:lnTo>
                <a:lnTo>
                  <a:pt x="640" y="978"/>
                </a:lnTo>
                <a:lnTo>
                  <a:pt x="619" y="977"/>
                </a:lnTo>
                <a:lnTo>
                  <a:pt x="597" y="975"/>
                </a:lnTo>
                <a:lnTo>
                  <a:pt x="576" y="973"/>
                </a:lnTo>
                <a:lnTo>
                  <a:pt x="555" y="971"/>
                </a:lnTo>
                <a:lnTo>
                  <a:pt x="534" y="967"/>
                </a:lnTo>
                <a:lnTo>
                  <a:pt x="513" y="964"/>
                </a:lnTo>
                <a:lnTo>
                  <a:pt x="493" y="960"/>
                </a:lnTo>
                <a:lnTo>
                  <a:pt x="472" y="955"/>
                </a:lnTo>
                <a:lnTo>
                  <a:pt x="452" y="950"/>
                </a:lnTo>
                <a:lnTo>
                  <a:pt x="432" y="945"/>
                </a:lnTo>
                <a:lnTo>
                  <a:pt x="412" y="939"/>
                </a:lnTo>
                <a:lnTo>
                  <a:pt x="392" y="933"/>
                </a:lnTo>
                <a:lnTo>
                  <a:pt x="373" y="926"/>
                </a:lnTo>
                <a:lnTo>
                  <a:pt x="354" y="919"/>
                </a:lnTo>
                <a:lnTo>
                  <a:pt x="336" y="911"/>
                </a:lnTo>
                <a:lnTo>
                  <a:pt x="317" y="903"/>
                </a:lnTo>
                <a:lnTo>
                  <a:pt x="299" y="895"/>
                </a:lnTo>
                <a:lnTo>
                  <a:pt x="282" y="886"/>
                </a:lnTo>
                <a:lnTo>
                  <a:pt x="265" y="877"/>
                </a:lnTo>
                <a:lnTo>
                  <a:pt x="248" y="867"/>
                </a:lnTo>
                <a:lnTo>
                  <a:pt x="232" y="857"/>
                </a:lnTo>
                <a:lnTo>
                  <a:pt x="216" y="847"/>
                </a:lnTo>
                <a:lnTo>
                  <a:pt x="200" y="836"/>
                </a:lnTo>
                <a:lnTo>
                  <a:pt x="185" y="825"/>
                </a:lnTo>
                <a:lnTo>
                  <a:pt x="171" y="814"/>
                </a:lnTo>
                <a:lnTo>
                  <a:pt x="157" y="802"/>
                </a:lnTo>
                <a:lnTo>
                  <a:pt x="144" y="790"/>
                </a:lnTo>
                <a:lnTo>
                  <a:pt x="131" y="778"/>
                </a:lnTo>
                <a:lnTo>
                  <a:pt x="118" y="765"/>
                </a:lnTo>
                <a:lnTo>
                  <a:pt x="107" y="752"/>
                </a:lnTo>
                <a:lnTo>
                  <a:pt x="95" y="739"/>
                </a:lnTo>
                <a:lnTo>
                  <a:pt x="85" y="726"/>
                </a:lnTo>
                <a:lnTo>
                  <a:pt x="75" y="712"/>
                </a:lnTo>
                <a:lnTo>
                  <a:pt x="65" y="698"/>
                </a:lnTo>
                <a:lnTo>
                  <a:pt x="57" y="684"/>
                </a:lnTo>
                <a:lnTo>
                  <a:pt x="48" y="670"/>
                </a:lnTo>
                <a:lnTo>
                  <a:pt x="41" y="656"/>
                </a:lnTo>
                <a:lnTo>
                  <a:pt x="34" y="641"/>
                </a:lnTo>
                <a:lnTo>
                  <a:pt x="28" y="627"/>
                </a:lnTo>
                <a:lnTo>
                  <a:pt x="22" y="611"/>
                </a:lnTo>
                <a:lnTo>
                  <a:pt x="17" y="596"/>
                </a:lnTo>
                <a:lnTo>
                  <a:pt x="13" y="581"/>
                </a:lnTo>
                <a:lnTo>
                  <a:pt x="9" y="566"/>
                </a:lnTo>
                <a:lnTo>
                  <a:pt x="6" y="551"/>
                </a:lnTo>
                <a:lnTo>
                  <a:pt x="3" y="535"/>
                </a:lnTo>
                <a:lnTo>
                  <a:pt x="2" y="520"/>
                </a:lnTo>
                <a:lnTo>
                  <a:pt x="1" y="505"/>
                </a:lnTo>
                <a:lnTo>
                  <a:pt x="0" y="489"/>
                </a:lnTo>
                <a:lnTo>
                  <a:pt x="1" y="474"/>
                </a:lnTo>
                <a:lnTo>
                  <a:pt x="2" y="459"/>
                </a:lnTo>
                <a:lnTo>
                  <a:pt x="3" y="443"/>
                </a:lnTo>
                <a:lnTo>
                  <a:pt x="6" y="428"/>
                </a:lnTo>
                <a:lnTo>
                  <a:pt x="9" y="413"/>
                </a:lnTo>
                <a:lnTo>
                  <a:pt x="13" y="398"/>
                </a:lnTo>
                <a:lnTo>
                  <a:pt x="17" y="383"/>
                </a:lnTo>
                <a:lnTo>
                  <a:pt x="22" y="368"/>
                </a:lnTo>
                <a:lnTo>
                  <a:pt x="28" y="353"/>
                </a:lnTo>
                <a:lnTo>
                  <a:pt x="34" y="338"/>
                </a:lnTo>
                <a:lnTo>
                  <a:pt x="41" y="324"/>
                </a:lnTo>
                <a:lnTo>
                  <a:pt x="48" y="309"/>
                </a:lnTo>
                <a:lnTo>
                  <a:pt x="57" y="295"/>
                </a:lnTo>
                <a:lnTo>
                  <a:pt x="65" y="281"/>
                </a:lnTo>
                <a:lnTo>
                  <a:pt x="75" y="267"/>
                </a:lnTo>
                <a:lnTo>
                  <a:pt x="85" y="254"/>
                </a:lnTo>
                <a:lnTo>
                  <a:pt x="95" y="240"/>
                </a:lnTo>
                <a:lnTo>
                  <a:pt x="107" y="227"/>
                </a:lnTo>
                <a:lnTo>
                  <a:pt x="118" y="214"/>
                </a:lnTo>
                <a:lnTo>
                  <a:pt x="131" y="202"/>
                </a:lnTo>
                <a:lnTo>
                  <a:pt x="144" y="190"/>
                </a:lnTo>
                <a:lnTo>
                  <a:pt x="157" y="178"/>
                </a:lnTo>
                <a:lnTo>
                  <a:pt x="171" y="166"/>
                </a:lnTo>
                <a:lnTo>
                  <a:pt x="185" y="155"/>
                </a:lnTo>
                <a:lnTo>
                  <a:pt x="200" y="144"/>
                </a:lnTo>
                <a:lnTo>
                  <a:pt x="216" y="133"/>
                </a:lnTo>
                <a:lnTo>
                  <a:pt x="232" y="123"/>
                </a:lnTo>
                <a:lnTo>
                  <a:pt x="248" y="113"/>
                </a:lnTo>
                <a:lnTo>
                  <a:pt x="265" y="103"/>
                </a:lnTo>
                <a:lnTo>
                  <a:pt x="282" y="94"/>
                </a:lnTo>
                <a:lnTo>
                  <a:pt x="299" y="85"/>
                </a:lnTo>
                <a:lnTo>
                  <a:pt x="317" y="76"/>
                </a:lnTo>
                <a:lnTo>
                  <a:pt x="336" y="68"/>
                </a:lnTo>
                <a:lnTo>
                  <a:pt x="354" y="61"/>
                </a:lnTo>
                <a:lnTo>
                  <a:pt x="373" y="54"/>
                </a:lnTo>
                <a:lnTo>
                  <a:pt x="392" y="47"/>
                </a:lnTo>
                <a:lnTo>
                  <a:pt x="412" y="41"/>
                </a:lnTo>
                <a:lnTo>
                  <a:pt x="432" y="35"/>
                </a:lnTo>
                <a:lnTo>
                  <a:pt x="452" y="29"/>
                </a:lnTo>
                <a:lnTo>
                  <a:pt x="472" y="24"/>
                </a:lnTo>
                <a:lnTo>
                  <a:pt x="493" y="20"/>
                </a:lnTo>
                <a:lnTo>
                  <a:pt x="513" y="16"/>
                </a:lnTo>
                <a:lnTo>
                  <a:pt x="534" y="12"/>
                </a:lnTo>
                <a:lnTo>
                  <a:pt x="555" y="9"/>
                </a:lnTo>
                <a:lnTo>
                  <a:pt x="576" y="6"/>
                </a:lnTo>
                <a:lnTo>
                  <a:pt x="597" y="4"/>
                </a:lnTo>
                <a:lnTo>
                  <a:pt x="619" y="3"/>
                </a:lnTo>
                <a:lnTo>
                  <a:pt x="640" y="1"/>
                </a:lnTo>
                <a:lnTo>
                  <a:pt x="662" y="1"/>
                </a:lnTo>
                <a:lnTo>
                  <a:pt x="683" y="0"/>
                </a:lnTo>
                <a:lnTo>
                  <a:pt x="704" y="1"/>
                </a:lnTo>
                <a:lnTo>
                  <a:pt x="726" y="1"/>
                </a:lnTo>
                <a:lnTo>
                  <a:pt x="747" y="3"/>
                </a:lnTo>
                <a:lnTo>
                  <a:pt x="768" y="4"/>
                </a:lnTo>
                <a:lnTo>
                  <a:pt x="790" y="6"/>
                </a:lnTo>
                <a:lnTo>
                  <a:pt x="812" y="9"/>
                </a:lnTo>
                <a:lnTo>
                  <a:pt x="833" y="12"/>
                </a:lnTo>
                <a:lnTo>
                  <a:pt x="854" y="16"/>
                </a:lnTo>
                <a:lnTo>
                  <a:pt x="874" y="20"/>
                </a:lnTo>
                <a:lnTo>
                  <a:pt x="895" y="24"/>
                </a:lnTo>
                <a:lnTo>
                  <a:pt x="915" y="29"/>
                </a:lnTo>
                <a:lnTo>
                  <a:pt x="935" y="35"/>
                </a:lnTo>
                <a:lnTo>
                  <a:pt x="955" y="41"/>
                </a:lnTo>
                <a:lnTo>
                  <a:pt x="975" y="47"/>
                </a:lnTo>
                <a:lnTo>
                  <a:pt x="994" y="54"/>
                </a:lnTo>
                <a:lnTo>
                  <a:pt x="1013" y="61"/>
                </a:lnTo>
                <a:lnTo>
                  <a:pt x="1031" y="68"/>
                </a:lnTo>
                <a:lnTo>
                  <a:pt x="1050" y="76"/>
                </a:lnTo>
                <a:lnTo>
                  <a:pt x="1068" y="85"/>
                </a:lnTo>
                <a:lnTo>
                  <a:pt x="1085" y="94"/>
                </a:lnTo>
                <a:lnTo>
                  <a:pt x="1102" y="103"/>
                </a:lnTo>
                <a:lnTo>
                  <a:pt x="1119" y="113"/>
                </a:lnTo>
                <a:lnTo>
                  <a:pt x="1135" y="123"/>
                </a:lnTo>
                <a:lnTo>
                  <a:pt x="1151" y="133"/>
                </a:lnTo>
                <a:lnTo>
                  <a:pt x="1167" y="144"/>
                </a:lnTo>
                <a:lnTo>
                  <a:pt x="1181" y="155"/>
                </a:lnTo>
                <a:lnTo>
                  <a:pt x="1196" y="166"/>
                </a:lnTo>
                <a:lnTo>
                  <a:pt x="1210" y="178"/>
                </a:lnTo>
                <a:lnTo>
                  <a:pt x="1223" y="190"/>
                </a:lnTo>
                <a:lnTo>
                  <a:pt x="1236" y="202"/>
                </a:lnTo>
                <a:lnTo>
                  <a:pt x="1248" y="214"/>
                </a:lnTo>
                <a:lnTo>
                  <a:pt x="1260" y="227"/>
                </a:lnTo>
                <a:lnTo>
                  <a:pt x="1271" y="240"/>
                </a:lnTo>
                <a:lnTo>
                  <a:pt x="1282" y="254"/>
                </a:lnTo>
                <a:lnTo>
                  <a:pt x="1292" y="267"/>
                </a:lnTo>
                <a:lnTo>
                  <a:pt x="1301" y="281"/>
                </a:lnTo>
                <a:lnTo>
                  <a:pt x="1310" y="295"/>
                </a:lnTo>
                <a:lnTo>
                  <a:pt x="1319" y="309"/>
                </a:lnTo>
                <a:lnTo>
                  <a:pt x="1326" y="324"/>
                </a:lnTo>
                <a:lnTo>
                  <a:pt x="1333" y="338"/>
                </a:lnTo>
                <a:lnTo>
                  <a:pt x="1339" y="353"/>
                </a:lnTo>
                <a:lnTo>
                  <a:pt x="1345" y="368"/>
                </a:lnTo>
                <a:lnTo>
                  <a:pt x="1350" y="383"/>
                </a:lnTo>
                <a:lnTo>
                  <a:pt x="1354" y="398"/>
                </a:lnTo>
                <a:lnTo>
                  <a:pt x="1358" y="413"/>
                </a:lnTo>
                <a:lnTo>
                  <a:pt x="1361" y="428"/>
                </a:lnTo>
                <a:lnTo>
                  <a:pt x="1363" y="443"/>
                </a:lnTo>
                <a:lnTo>
                  <a:pt x="1365" y="459"/>
                </a:lnTo>
                <a:lnTo>
                  <a:pt x="1366" y="474"/>
                </a:lnTo>
                <a:lnTo>
                  <a:pt x="1366" y="489"/>
                </a:lnTo>
                <a:close/>
              </a:path>
            </a:pathLst>
          </a:custGeom>
          <a:solidFill>
            <a:srgbClr val="ffb5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4" name=""/>
          <p:cNvSpPr/>
          <p:nvPr/>
        </p:nvSpPr>
        <p:spPr>
          <a:xfrm>
            <a:off x="7815600" y="2767320"/>
            <a:ext cx="494280" cy="354240"/>
          </a:xfrm>
          <a:custGeom>
            <a:avLst/>
            <a:gdLst/>
            <a:ahLst/>
            <a:rect l="0" t="0" r="r" b="b"/>
            <a:pathLst>
              <a:path w="1373" h="984">
                <a:moveTo>
                  <a:pt x="1369" y="491"/>
                </a:moveTo>
                <a:lnTo>
                  <a:pt x="1369" y="476"/>
                </a:lnTo>
                <a:lnTo>
                  <a:pt x="1368" y="461"/>
                </a:lnTo>
                <a:lnTo>
                  <a:pt x="1366" y="445"/>
                </a:lnTo>
                <a:lnTo>
                  <a:pt x="1364" y="430"/>
                </a:lnTo>
                <a:lnTo>
                  <a:pt x="1361" y="415"/>
                </a:lnTo>
                <a:lnTo>
                  <a:pt x="1357" y="400"/>
                </a:lnTo>
                <a:lnTo>
                  <a:pt x="1353" y="385"/>
                </a:lnTo>
                <a:lnTo>
                  <a:pt x="1348" y="370"/>
                </a:lnTo>
                <a:lnTo>
                  <a:pt x="1342" y="355"/>
                </a:lnTo>
                <a:lnTo>
                  <a:pt x="1336" y="340"/>
                </a:lnTo>
                <a:lnTo>
                  <a:pt x="1329" y="326"/>
                </a:lnTo>
                <a:lnTo>
                  <a:pt x="1322" y="311"/>
                </a:lnTo>
                <a:lnTo>
                  <a:pt x="1313" y="297"/>
                </a:lnTo>
                <a:lnTo>
                  <a:pt x="1304" y="283"/>
                </a:lnTo>
                <a:lnTo>
                  <a:pt x="1295" y="269"/>
                </a:lnTo>
                <a:lnTo>
                  <a:pt x="1285" y="256"/>
                </a:lnTo>
                <a:lnTo>
                  <a:pt x="1274" y="242"/>
                </a:lnTo>
                <a:lnTo>
                  <a:pt x="1263" y="229"/>
                </a:lnTo>
                <a:lnTo>
                  <a:pt x="1251" y="216"/>
                </a:lnTo>
                <a:lnTo>
                  <a:pt x="1239" y="204"/>
                </a:lnTo>
                <a:lnTo>
                  <a:pt x="1226" y="192"/>
                </a:lnTo>
                <a:lnTo>
                  <a:pt x="1213" y="180"/>
                </a:lnTo>
                <a:lnTo>
                  <a:pt x="1199" y="168"/>
                </a:lnTo>
                <a:lnTo>
                  <a:pt x="1184" y="157"/>
                </a:lnTo>
                <a:lnTo>
                  <a:pt x="1170" y="146"/>
                </a:lnTo>
                <a:lnTo>
                  <a:pt x="1154" y="135"/>
                </a:lnTo>
                <a:lnTo>
                  <a:pt x="1138" y="125"/>
                </a:lnTo>
                <a:lnTo>
                  <a:pt x="1122" y="115"/>
                </a:lnTo>
                <a:lnTo>
                  <a:pt x="1105" y="105"/>
                </a:lnTo>
                <a:lnTo>
                  <a:pt x="1088" y="96"/>
                </a:lnTo>
                <a:lnTo>
                  <a:pt x="1071" y="87"/>
                </a:lnTo>
                <a:lnTo>
                  <a:pt x="1053" y="78"/>
                </a:lnTo>
                <a:lnTo>
                  <a:pt x="1034" y="70"/>
                </a:lnTo>
                <a:lnTo>
                  <a:pt x="1016" y="63"/>
                </a:lnTo>
                <a:lnTo>
                  <a:pt x="997" y="56"/>
                </a:lnTo>
                <a:lnTo>
                  <a:pt x="978" y="49"/>
                </a:lnTo>
                <a:lnTo>
                  <a:pt x="958" y="43"/>
                </a:lnTo>
                <a:lnTo>
                  <a:pt x="938" y="37"/>
                </a:lnTo>
                <a:lnTo>
                  <a:pt x="917" y="31"/>
                </a:lnTo>
                <a:lnTo>
                  <a:pt x="897" y="26"/>
                </a:lnTo>
                <a:lnTo>
                  <a:pt x="876" y="22"/>
                </a:lnTo>
                <a:lnTo>
                  <a:pt x="856" y="18"/>
                </a:lnTo>
                <a:lnTo>
                  <a:pt x="835" y="14"/>
                </a:lnTo>
                <a:lnTo>
                  <a:pt x="814" y="11"/>
                </a:lnTo>
                <a:lnTo>
                  <a:pt x="793" y="8"/>
                </a:lnTo>
                <a:lnTo>
                  <a:pt x="771" y="6"/>
                </a:lnTo>
                <a:lnTo>
                  <a:pt x="750" y="5"/>
                </a:lnTo>
                <a:lnTo>
                  <a:pt x="729" y="3"/>
                </a:lnTo>
                <a:lnTo>
                  <a:pt x="707" y="3"/>
                </a:lnTo>
                <a:lnTo>
                  <a:pt x="686" y="2"/>
                </a:lnTo>
                <a:lnTo>
                  <a:pt x="665" y="3"/>
                </a:lnTo>
                <a:lnTo>
                  <a:pt x="643" y="3"/>
                </a:lnTo>
                <a:lnTo>
                  <a:pt x="622" y="5"/>
                </a:lnTo>
                <a:lnTo>
                  <a:pt x="600" y="6"/>
                </a:lnTo>
                <a:lnTo>
                  <a:pt x="579" y="8"/>
                </a:lnTo>
                <a:lnTo>
                  <a:pt x="558" y="11"/>
                </a:lnTo>
                <a:lnTo>
                  <a:pt x="537" y="14"/>
                </a:lnTo>
                <a:lnTo>
                  <a:pt x="516" y="18"/>
                </a:lnTo>
                <a:lnTo>
                  <a:pt x="496" y="22"/>
                </a:lnTo>
                <a:lnTo>
                  <a:pt x="475" y="26"/>
                </a:lnTo>
                <a:lnTo>
                  <a:pt x="455" y="31"/>
                </a:lnTo>
                <a:lnTo>
                  <a:pt x="435" y="37"/>
                </a:lnTo>
                <a:lnTo>
                  <a:pt x="415" y="43"/>
                </a:lnTo>
                <a:lnTo>
                  <a:pt x="395" y="49"/>
                </a:lnTo>
                <a:lnTo>
                  <a:pt x="376" y="56"/>
                </a:lnTo>
                <a:lnTo>
                  <a:pt x="357" y="63"/>
                </a:lnTo>
                <a:lnTo>
                  <a:pt x="339" y="70"/>
                </a:lnTo>
                <a:lnTo>
                  <a:pt x="320" y="78"/>
                </a:lnTo>
                <a:lnTo>
                  <a:pt x="302" y="87"/>
                </a:lnTo>
                <a:lnTo>
                  <a:pt x="285" y="96"/>
                </a:lnTo>
                <a:lnTo>
                  <a:pt x="268" y="105"/>
                </a:lnTo>
                <a:lnTo>
                  <a:pt x="251" y="115"/>
                </a:lnTo>
                <a:lnTo>
                  <a:pt x="235" y="125"/>
                </a:lnTo>
                <a:lnTo>
                  <a:pt x="219" y="135"/>
                </a:lnTo>
                <a:lnTo>
                  <a:pt x="203" y="146"/>
                </a:lnTo>
                <a:lnTo>
                  <a:pt x="188" y="157"/>
                </a:lnTo>
                <a:lnTo>
                  <a:pt x="174" y="168"/>
                </a:lnTo>
                <a:lnTo>
                  <a:pt x="160" y="180"/>
                </a:lnTo>
                <a:lnTo>
                  <a:pt x="147" y="192"/>
                </a:lnTo>
                <a:lnTo>
                  <a:pt x="134" y="204"/>
                </a:lnTo>
                <a:lnTo>
                  <a:pt x="121" y="216"/>
                </a:lnTo>
                <a:lnTo>
                  <a:pt x="110" y="229"/>
                </a:lnTo>
                <a:lnTo>
                  <a:pt x="98" y="242"/>
                </a:lnTo>
                <a:lnTo>
                  <a:pt x="88" y="256"/>
                </a:lnTo>
                <a:lnTo>
                  <a:pt x="78" y="269"/>
                </a:lnTo>
                <a:lnTo>
                  <a:pt x="68" y="283"/>
                </a:lnTo>
                <a:lnTo>
                  <a:pt x="60" y="297"/>
                </a:lnTo>
                <a:lnTo>
                  <a:pt x="51" y="311"/>
                </a:lnTo>
                <a:lnTo>
                  <a:pt x="44" y="326"/>
                </a:lnTo>
                <a:lnTo>
                  <a:pt x="37" y="340"/>
                </a:lnTo>
                <a:lnTo>
                  <a:pt x="31" y="355"/>
                </a:lnTo>
                <a:lnTo>
                  <a:pt x="25" y="370"/>
                </a:lnTo>
                <a:lnTo>
                  <a:pt x="20" y="385"/>
                </a:lnTo>
                <a:lnTo>
                  <a:pt x="16" y="400"/>
                </a:lnTo>
                <a:lnTo>
                  <a:pt x="12" y="415"/>
                </a:lnTo>
                <a:lnTo>
                  <a:pt x="9" y="430"/>
                </a:lnTo>
                <a:lnTo>
                  <a:pt x="6" y="445"/>
                </a:lnTo>
                <a:lnTo>
                  <a:pt x="5" y="461"/>
                </a:lnTo>
                <a:lnTo>
                  <a:pt x="4" y="476"/>
                </a:lnTo>
                <a:lnTo>
                  <a:pt x="3" y="491"/>
                </a:lnTo>
                <a:lnTo>
                  <a:pt x="4" y="507"/>
                </a:lnTo>
                <a:lnTo>
                  <a:pt x="5" y="522"/>
                </a:lnTo>
                <a:lnTo>
                  <a:pt x="6" y="537"/>
                </a:lnTo>
                <a:lnTo>
                  <a:pt x="9" y="553"/>
                </a:lnTo>
                <a:lnTo>
                  <a:pt x="12" y="568"/>
                </a:lnTo>
                <a:lnTo>
                  <a:pt x="16" y="583"/>
                </a:lnTo>
                <a:lnTo>
                  <a:pt x="20" y="598"/>
                </a:lnTo>
                <a:lnTo>
                  <a:pt x="25" y="613"/>
                </a:lnTo>
                <a:lnTo>
                  <a:pt x="31" y="628"/>
                </a:lnTo>
                <a:lnTo>
                  <a:pt x="37" y="642"/>
                </a:lnTo>
                <a:lnTo>
                  <a:pt x="44" y="657"/>
                </a:lnTo>
                <a:lnTo>
                  <a:pt x="51" y="672"/>
                </a:lnTo>
                <a:lnTo>
                  <a:pt x="60" y="686"/>
                </a:lnTo>
                <a:lnTo>
                  <a:pt x="68" y="700"/>
                </a:lnTo>
                <a:lnTo>
                  <a:pt x="78" y="714"/>
                </a:lnTo>
                <a:lnTo>
                  <a:pt x="88" y="728"/>
                </a:lnTo>
                <a:lnTo>
                  <a:pt x="98" y="741"/>
                </a:lnTo>
                <a:lnTo>
                  <a:pt x="110" y="754"/>
                </a:lnTo>
                <a:lnTo>
                  <a:pt x="121" y="767"/>
                </a:lnTo>
                <a:lnTo>
                  <a:pt x="134" y="780"/>
                </a:lnTo>
                <a:lnTo>
                  <a:pt x="147" y="792"/>
                </a:lnTo>
                <a:lnTo>
                  <a:pt x="160" y="804"/>
                </a:lnTo>
                <a:lnTo>
                  <a:pt x="174" y="816"/>
                </a:lnTo>
                <a:lnTo>
                  <a:pt x="188" y="827"/>
                </a:lnTo>
                <a:lnTo>
                  <a:pt x="203" y="838"/>
                </a:lnTo>
                <a:lnTo>
                  <a:pt x="219" y="849"/>
                </a:lnTo>
                <a:lnTo>
                  <a:pt x="235" y="859"/>
                </a:lnTo>
                <a:lnTo>
                  <a:pt x="251" y="869"/>
                </a:lnTo>
                <a:lnTo>
                  <a:pt x="268" y="879"/>
                </a:lnTo>
                <a:lnTo>
                  <a:pt x="285" y="888"/>
                </a:lnTo>
                <a:lnTo>
                  <a:pt x="302" y="897"/>
                </a:lnTo>
                <a:lnTo>
                  <a:pt x="320" y="905"/>
                </a:lnTo>
                <a:lnTo>
                  <a:pt x="339" y="913"/>
                </a:lnTo>
                <a:lnTo>
                  <a:pt x="357" y="921"/>
                </a:lnTo>
                <a:lnTo>
                  <a:pt x="376" y="928"/>
                </a:lnTo>
                <a:lnTo>
                  <a:pt x="395" y="935"/>
                </a:lnTo>
                <a:lnTo>
                  <a:pt x="415" y="941"/>
                </a:lnTo>
                <a:lnTo>
                  <a:pt x="435" y="947"/>
                </a:lnTo>
                <a:lnTo>
                  <a:pt x="455" y="952"/>
                </a:lnTo>
                <a:lnTo>
                  <a:pt x="475" y="957"/>
                </a:lnTo>
                <a:lnTo>
                  <a:pt x="496" y="962"/>
                </a:lnTo>
                <a:lnTo>
                  <a:pt x="516" y="966"/>
                </a:lnTo>
                <a:lnTo>
                  <a:pt x="537" y="969"/>
                </a:lnTo>
                <a:lnTo>
                  <a:pt x="558" y="973"/>
                </a:lnTo>
                <a:lnTo>
                  <a:pt x="579" y="975"/>
                </a:lnTo>
                <a:lnTo>
                  <a:pt x="600" y="977"/>
                </a:lnTo>
                <a:lnTo>
                  <a:pt x="622" y="979"/>
                </a:lnTo>
                <a:lnTo>
                  <a:pt x="643" y="980"/>
                </a:lnTo>
                <a:lnTo>
                  <a:pt x="665" y="981"/>
                </a:lnTo>
                <a:lnTo>
                  <a:pt x="686" y="981"/>
                </a:lnTo>
                <a:lnTo>
                  <a:pt x="707" y="981"/>
                </a:lnTo>
                <a:lnTo>
                  <a:pt x="729" y="980"/>
                </a:lnTo>
                <a:lnTo>
                  <a:pt x="750" y="979"/>
                </a:lnTo>
                <a:lnTo>
                  <a:pt x="771" y="977"/>
                </a:lnTo>
                <a:lnTo>
                  <a:pt x="793" y="975"/>
                </a:lnTo>
                <a:lnTo>
                  <a:pt x="814" y="973"/>
                </a:lnTo>
                <a:lnTo>
                  <a:pt x="835" y="969"/>
                </a:lnTo>
                <a:lnTo>
                  <a:pt x="856" y="966"/>
                </a:lnTo>
                <a:lnTo>
                  <a:pt x="876" y="962"/>
                </a:lnTo>
                <a:lnTo>
                  <a:pt x="897" y="957"/>
                </a:lnTo>
                <a:lnTo>
                  <a:pt x="917" y="952"/>
                </a:lnTo>
                <a:lnTo>
                  <a:pt x="938" y="947"/>
                </a:lnTo>
                <a:lnTo>
                  <a:pt x="958" y="941"/>
                </a:lnTo>
                <a:lnTo>
                  <a:pt x="978" y="935"/>
                </a:lnTo>
                <a:lnTo>
                  <a:pt x="997" y="928"/>
                </a:lnTo>
                <a:lnTo>
                  <a:pt x="1016" y="921"/>
                </a:lnTo>
                <a:lnTo>
                  <a:pt x="1034" y="913"/>
                </a:lnTo>
                <a:lnTo>
                  <a:pt x="1053" y="905"/>
                </a:lnTo>
                <a:lnTo>
                  <a:pt x="1071" y="897"/>
                </a:lnTo>
                <a:lnTo>
                  <a:pt x="1088" y="888"/>
                </a:lnTo>
                <a:lnTo>
                  <a:pt x="1105" y="879"/>
                </a:lnTo>
                <a:lnTo>
                  <a:pt x="1122" y="869"/>
                </a:lnTo>
                <a:lnTo>
                  <a:pt x="1138" y="859"/>
                </a:lnTo>
                <a:lnTo>
                  <a:pt x="1154" y="849"/>
                </a:lnTo>
                <a:lnTo>
                  <a:pt x="1170" y="838"/>
                </a:lnTo>
                <a:lnTo>
                  <a:pt x="1184" y="827"/>
                </a:lnTo>
                <a:lnTo>
                  <a:pt x="1199" y="816"/>
                </a:lnTo>
                <a:lnTo>
                  <a:pt x="1213" y="804"/>
                </a:lnTo>
                <a:lnTo>
                  <a:pt x="1226" y="792"/>
                </a:lnTo>
                <a:lnTo>
                  <a:pt x="1239" y="780"/>
                </a:lnTo>
                <a:lnTo>
                  <a:pt x="1251" y="767"/>
                </a:lnTo>
                <a:lnTo>
                  <a:pt x="1263" y="754"/>
                </a:lnTo>
                <a:lnTo>
                  <a:pt x="1274" y="741"/>
                </a:lnTo>
                <a:lnTo>
                  <a:pt x="1285" y="728"/>
                </a:lnTo>
                <a:lnTo>
                  <a:pt x="1295" y="714"/>
                </a:lnTo>
                <a:lnTo>
                  <a:pt x="1304" y="700"/>
                </a:lnTo>
                <a:lnTo>
                  <a:pt x="1313" y="686"/>
                </a:lnTo>
                <a:lnTo>
                  <a:pt x="1322" y="672"/>
                </a:lnTo>
                <a:lnTo>
                  <a:pt x="1329" y="657"/>
                </a:lnTo>
                <a:lnTo>
                  <a:pt x="1336" y="642"/>
                </a:lnTo>
                <a:lnTo>
                  <a:pt x="1342" y="628"/>
                </a:lnTo>
                <a:lnTo>
                  <a:pt x="1348" y="613"/>
                </a:lnTo>
                <a:lnTo>
                  <a:pt x="1353" y="598"/>
                </a:lnTo>
                <a:lnTo>
                  <a:pt x="1357" y="583"/>
                </a:lnTo>
                <a:lnTo>
                  <a:pt x="1361" y="568"/>
                </a:lnTo>
                <a:lnTo>
                  <a:pt x="1364" y="553"/>
                </a:lnTo>
                <a:lnTo>
                  <a:pt x="1366" y="537"/>
                </a:lnTo>
                <a:lnTo>
                  <a:pt x="1368" y="522"/>
                </a:lnTo>
                <a:lnTo>
                  <a:pt x="1369" y="507"/>
                </a:lnTo>
                <a:lnTo>
                  <a:pt x="1369" y="491"/>
                </a:lnTo>
                <a:moveTo>
                  <a:pt x="1373" y="491"/>
                </a:moveTo>
                <a:lnTo>
                  <a:pt x="1373" y="507"/>
                </a:lnTo>
                <a:lnTo>
                  <a:pt x="1372" y="522"/>
                </a:lnTo>
                <a:lnTo>
                  <a:pt x="1370" y="538"/>
                </a:lnTo>
                <a:lnTo>
                  <a:pt x="1368" y="553"/>
                </a:lnTo>
                <a:lnTo>
                  <a:pt x="1365" y="568"/>
                </a:lnTo>
                <a:lnTo>
                  <a:pt x="1361" y="583"/>
                </a:lnTo>
                <a:lnTo>
                  <a:pt x="1357" y="599"/>
                </a:lnTo>
                <a:lnTo>
                  <a:pt x="1352" y="614"/>
                </a:lnTo>
                <a:lnTo>
                  <a:pt x="1346" y="628"/>
                </a:lnTo>
                <a:lnTo>
                  <a:pt x="1340" y="643"/>
                </a:lnTo>
                <a:lnTo>
                  <a:pt x="1333" y="658"/>
                </a:lnTo>
                <a:lnTo>
                  <a:pt x="1325" y="673"/>
                </a:lnTo>
                <a:lnTo>
                  <a:pt x="1317" y="688"/>
                </a:lnTo>
                <a:lnTo>
                  <a:pt x="1308" y="702"/>
                </a:lnTo>
                <a:lnTo>
                  <a:pt x="1299" y="716"/>
                </a:lnTo>
                <a:lnTo>
                  <a:pt x="1288" y="729"/>
                </a:lnTo>
                <a:lnTo>
                  <a:pt x="1278" y="743"/>
                </a:lnTo>
                <a:lnTo>
                  <a:pt x="1266" y="756"/>
                </a:lnTo>
                <a:lnTo>
                  <a:pt x="1255" y="769"/>
                </a:lnTo>
                <a:lnTo>
                  <a:pt x="1242" y="781"/>
                </a:lnTo>
                <a:lnTo>
                  <a:pt x="1229" y="794"/>
                </a:lnTo>
                <a:lnTo>
                  <a:pt x="1216" y="806"/>
                </a:lnTo>
                <a:lnTo>
                  <a:pt x="1202" y="817"/>
                </a:lnTo>
                <a:lnTo>
                  <a:pt x="1187" y="829"/>
                </a:lnTo>
                <a:lnTo>
                  <a:pt x="1172" y="840"/>
                </a:lnTo>
                <a:lnTo>
                  <a:pt x="1157" y="851"/>
                </a:lnTo>
                <a:lnTo>
                  <a:pt x="1141" y="861"/>
                </a:lnTo>
                <a:lnTo>
                  <a:pt x="1124" y="871"/>
                </a:lnTo>
                <a:lnTo>
                  <a:pt x="1108" y="881"/>
                </a:lnTo>
                <a:lnTo>
                  <a:pt x="1090" y="890"/>
                </a:lnTo>
                <a:lnTo>
                  <a:pt x="1073" y="899"/>
                </a:lnTo>
                <a:lnTo>
                  <a:pt x="1055" y="907"/>
                </a:lnTo>
                <a:lnTo>
                  <a:pt x="1036" y="916"/>
                </a:lnTo>
                <a:lnTo>
                  <a:pt x="1018" y="923"/>
                </a:lnTo>
                <a:lnTo>
                  <a:pt x="999" y="930"/>
                </a:lnTo>
                <a:lnTo>
                  <a:pt x="979" y="937"/>
                </a:lnTo>
                <a:lnTo>
                  <a:pt x="960" y="944"/>
                </a:lnTo>
                <a:lnTo>
                  <a:pt x="940" y="949"/>
                </a:lnTo>
                <a:lnTo>
                  <a:pt x="918" y="955"/>
                </a:lnTo>
                <a:lnTo>
                  <a:pt x="898" y="960"/>
                </a:lnTo>
                <a:lnTo>
                  <a:pt x="877" y="965"/>
                </a:lnTo>
                <a:lnTo>
                  <a:pt x="857" y="969"/>
                </a:lnTo>
                <a:lnTo>
                  <a:pt x="836" y="972"/>
                </a:lnTo>
                <a:lnTo>
                  <a:pt x="815" y="975"/>
                </a:lnTo>
                <a:lnTo>
                  <a:pt x="793" y="978"/>
                </a:lnTo>
                <a:lnTo>
                  <a:pt x="772" y="980"/>
                </a:lnTo>
                <a:lnTo>
                  <a:pt x="751" y="982"/>
                </a:lnTo>
                <a:lnTo>
                  <a:pt x="729" y="983"/>
                </a:lnTo>
                <a:lnTo>
                  <a:pt x="708" y="984"/>
                </a:lnTo>
                <a:lnTo>
                  <a:pt x="686" y="984"/>
                </a:lnTo>
                <a:lnTo>
                  <a:pt x="664" y="984"/>
                </a:lnTo>
                <a:lnTo>
                  <a:pt x="643" y="983"/>
                </a:lnTo>
                <a:lnTo>
                  <a:pt x="621" y="982"/>
                </a:lnTo>
                <a:lnTo>
                  <a:pt x="600" y="980"/>
                </a:lnTo>
                <a:lnTo>
                  <a:pt x="579" y="978"/>
                </a:lnTo>
                <a:lnTo>
                  <a:pt x="557" y="975"/>
                </a:lnTo>
                <a:lnTo>
                  <a:pt x="536" y="972"/>
                </a:lnTo>
                <a:lnTo>
                  <a:pt x="515" y="969"/>
                </a:lnTo>
                <a:lnTo>
                  <a:pt x="494" y="965"/>
                </a:lnTo>
                <a:lnTo>
                  <a:pt x="474" y="960"/>
                </a:lnTo>
                <a:lnTo>
                  <a:pt x="453" y="955"/>
                </a:lnTo>
                <a:lnTo>
                  <a:pt x="433" y="949"/>
                </a:lnTo>
                <a:lnTo>
                  <a:pt x="413" y="944"/>
                </a:lnTo>
                <a:lnTo>
                  <a:pt x="394" y="937"/>
                </a:lnTo>
                <a:lnTo>
                  <a:pt x="374" y="930"/>
                </a:lnTo>
                <a:lnTo>
                  <a:pt x="355" y="923"/>
                </a:lnTo>
                <a:lnTo>
                  <a:pt x="337" y="916"/>
                </a:lnTo>
                <a:lnTo>
                  <a:pt x="318" y="907"/>
                </a:lnTo>
                <a:lnTo>
                  <a:pt x="300" y="899"/>
                </a:lnTo>
                <a:lnTo>
                  <a:pt x="283" y="890"/>
                </a:lnTo>
                <a:lnTo>
                  <a:pt x="265" y="881"/>
                </a:lnTo>
                <a:lnTo>
                  <a:pt x="248" y="871"/>
                </a:lnTo>
                <a:lnTo>
                  <a:pt x="232" y="861"/>
                </a:lnTo>
                <a:lnTo>
                  <a:pt x="216" y="851"/>
                </a:lnTo>
                <a:lnTo>
                  <a:pt x="201" y="840"/>
                </a:lnTo>
                <a:lnTo>
                  <a:pt x="186" y="829"/>
                </a:lnTo>
                <a:lnTo>
                  <a:pt x="171" y="817"/>
                </a:lnTo>
                <a:lnTo>
                  <a:pt x="157" y="806"/>
                </a:lnTo>
                <a:lnTo>
                  <a:pt x="144" y="794"/>
                </a:lnTo>
                <a:lnTo>
                  <a:pt x="131" y="781"/>
                </a:lnTo>
                <a:lnTo>
                  <a:pt x="118" y="769"/>
                </a:lnTo>
                <a:lnTo>
                  <a:pt x="106" y="756"/>
                </a:lnTo>
                <a:lnTo>
                  <a:pt x="95" y="743"/>
                </a:lnTo>
                <a:lnTo>
                  <a:pt x="84" y="729"/>
                </a:lnTo>
                <a:lnTo>
                  <a:pt x="74" y="716"/>
                </a:lnTo>
                <a:lnTo>
                  <a:pt x="65" y="702"/>
                </a:lnTo>
                <a:lnTo>
                  <a:pt x="56" y="688"/>
                </a:lnTo>
                <a:lnTo>
                  <a:pt x="48" y="673"/>
                </a:lnTo>
                <a:lnTo>
                  <a:pt x="40" y="658"/>
                </a:lnTo>
                <a:lnTo>
                  <a:pt x="33" y="643"/>
                </a:lnTo>
                <a:lnTo>
                  <a:pt x="27" y="628"/>
                </a:lnTo>
                <a:lnTo>
                  <a:pt x="21" y="614"/>
                </a:lnTo>
                <a:lnTo>
                  <a:pt x="16" y="599"/>
                </a:lnTo>
                <a:lnTo>
                  <a:pt x="12" y="583"/>
                </a:lnTo>
                <a:lnTo>
                  <a:pt x="8" y="568"/>
                </a:lnTo>
                <a:lnTo>
                  <a:pt x="5" y="553"/>
                </a:lnTo>
                <a:lnTo>
                  <a:pt x="3" y="538"/>
                </a:lnTo>
                <a:lnTo>
                  <a:pt x="1" y="522"/>
                </a:lnTo>
                <a:lnTo>
                  <a:pt x="0" y="507"/>
                </a:lnTo>
                <a:lnTo>
                  <a:pt x="0" y="491"/>
                </a:lnTo>
                <a:lnTo>
                  <a:pt x="0" y="476"/>
                </a:lnTo>
                <a:lnTo>
                  <a:pt x="1" y="460"/>
                </a:lnTo>
                <a:lnTo>
                  <a:pt x="3" y="445"/>
                </a:lnTo>
                <a:lnTo>
                  <a:pt x="5" y="430"/>
                </a:lnTo>
                <a:lnTo>
                  <a:pt x="8" y="414"/>
                </a:lnTo>
                <a:lnTo>
                  <a:pt x="12" y="399"/>
                </a:lnTo>
                <a:lnTo>
                  <a:pt x="16" y="384"/>
                </a:lnTo>
                <a:lnTo>
                  <a:pt x="21" y="369"/>
                </a:lnTo>
                <a:lnTo>
                  <a:pt x="27" y="354"/>
                </a:lnTo>
                <a:lnTo>
                  <a:pt x="33" y="339"/>
                </a:lnTo>
                <a:lnTo>
                  <a:pt x="40" y="325"/>
                </a:lnTo>
                <a:lnTo>
                  <a:pt x="48" y="310"/>
                </a:lnTo>
                <a:lnTo>
                  <a:pt x="56" y="296"/>
                </a:lnTo>
                <a:lnTo>
                  <a:pt x="65" y="282"/>
                </a:lnTo>
                <a:lnTo>
                  <a:pt x="74" y="268"/>
                </a:lnTo>
                <a:lnTo>
                  <a:pt x="84" y="254"/>
                </a:lnTo>
                <a:lnTo>
                  <a:pt x="95" y="241"/>
                </a:lnTo>
                <a:lnTo>
                  <a:pt x="106" y="228"/>
                </a:lnTo>
                <a:lnTo>
                  <a:pt x="118" y="215"/>
                </a:lnTo>
                <a:lnTo>
                  <a:pt x="131" y="202"/>
                </a:lnTo>
                <a:lnTo>
                  <a:pt x="144" y="190"/>
                </a:lnTo>
                <a:lnTo>
                  <a:pt x="157" y="178"/>
                </a:lnTo>
                <a:lnTo>
                  <a:pt x="171" y="166"/>
                </a:lnTo>
                <a:lnTo>
                  <a:pt x="186" y="155"/>
                </a:lnTo>
                <a:lnTo>
                  <a:pt x="201" y="144"/>
                </a:lnTo>
                <a:lnTo>
                  <a:pt x="216" y="133"/>
                </a:lnTo>
                <a:lnTo>
                  <a:pt x="232" y="122"/>
                </a:lnTo>
                <a:lnTo>
                  <a:pt x="248" y="112"/>
                </a:lnTo>
                <a:lnTo>
                  <a:pt x="265" y="103"/>
                </a:lnTo>
                <a:lnTo>
                  <a:pt x="283" y="93"/>
                </a:lnTo>
                <a:lnTo>
                  <a:pt x="300" y="85"/>
                </a:lnTo>
                <a:lnTo>
                  <a:pt x="318" y="76"/>
                </a:lnTo>
                <a:lnTo>
                  <a:pt x="337" y="68"/>
                </a:lnTo>
                <a:lnTo>
                  <a:pt x="355" y="60"/>
                </a:lnTo>
                <a:lnTo>
                  <a:pt x="374" y="53"/>
                </a:lnTo>
                <a:lnTo>
                  <a:pt x="394" y="46"/>
                </a:lnTo>
                <a:lnTo>
                  <a:pt x="413" y="40"/>
                </a:lnTo>
                <a:lnTo>
                  <a:pt x="433" y="34"/>
                </a:lnTo>
                <a:lnTo>
                  <a:pt x="453" y="29"/>
                </a:lnTo>
                <a:lnTo>
                  <a:pt x="474" y="24"/>
                </a:lnTo>
                <a:lnTo>
                  <a:pt x="494" y="19"/>
                </a:lnTo>
                <a:lnTo>
                  <a:pt x="515" y="15"/>
                </a:lnTo>
                <a:lnTo>
                  <a:pt x="536" y="11"/>
                </a:lnTo>
                <a:lnTo>
                  <a:pt x="557" y="8"/>
                </a:lnTo>
                <a:lnTo>
                  <a:pt x="579" y="6"/>
                </a:lnTo>
                <a:lnTo>
                  <a:pt x="600" y="3"/>
                </a:lnTo>
                <a:lnTo>
                  <a:pt x="621" y="2"/>
                </a:lnTo>
                <a:lnTo>
                  <a:pt x="643" y="1"/>
                </a:lnTo>
                <a:lnTo>
                  <a:pt x="664" y="0"/>
                </a:lnTo>
                <a:lnTo>
                  <a:pt x="686" y="0"/>
                </a:lnTo>
                <a:lnTo>
                  <a:pt x="708" y="0"/>
                </a:lnTo>
                <a:lnTo>
                  <a:pt x="729" y="1"/>
                </a:lnTo>
                <a:lnTo>
                  <a:pt x="751" y="2"/>
                </a:lnTo>
                <a:lnTo>
                  <a:pt x="772" y="3"/>
                </a:lnTo>
                <a:lnTo>
                  <a:pt x="793" y="6"/>
                </a:lnTo>
                <a:lnTo>
                  <a:pt x="815" y="8"/>
                </a:lnTo>
                <a:lnTo>
                  <a:pt x="836" y="11"/>
                </a:lnTo>
                <a:lnTo>
                  <a:pt x="857" y="15"/>
                </a:lnTo>
                <a:lnTo>
                  <a:pt x="877" y="19"/>
                </a:lnTo>
                <a:lnTo>
                  <a:pt x="898" y="24"/>
                </a:lnTo>
                <a:lnTo>
                  <a:pt x="918" y="29"/>
                </a:lnTo>
                <a:lnTo>
                  <a:pt x="940" y="34"/>
                </a:lnTo>
                <a:lnTo>
                  <a:pt x="960" y="40"/>
                </a:lnTo>
                <a:lnTo>
                  <a:pt x="979" y="46"/>
                </a:lnTo>
                <a:lnTo>
                  <a:pt x="999" y="53"/>
                </a:lnTo>
                <a:lnTo>
                  <a:pt x="1018" y="60"/>
                </a:lnTo>
                <a:lnTo>
                  <a:pt x="1036" y="68"/>
                </a:lnTo>
                <a:lnTo>
                  <a:pt x="1055" y="76"/>
                </a:lnTo>
                <a:lnTo>
                  <a:pt x="1073" y="85"/>
                </a:lnTo>
                <a:lnTo>
                  <a:pt x="1090" y="93"/>
                </a:lnTo>
                <a:lnTo>
                  <a:pt x="1108" y="103"/>
                </a:lnTo>
                <a:lnTo>
                  <a:pt x="1124" y="112"/>
                </a:lnTo>
                <a:lnTo>
                  <a:pt x="1141" y="122"/>
                </a:lnTo>
                <a:lnTo>
                  <a:pt x="1157" y="133"/>
                </a:lnTo>
                <a:lnTo>
                  <a:pt x="1172" y="144"/>
                </a:lnTo>
                <a:lnTo>
                  <a:pt x="1187" y="155"/>
                </a:lnTo>
                <a:lnTo>
                  <a:pt x="1202" y="166"/>
                </a:lnTo>
                <a:lnTo>
                  <a:pt x="1216" y="178"/>
                </a:lnTo>
                <a:lnTo>
                  <a:pt x="1229" y="190"/>
                </a:lnTo>
                <a:lnTo>
                  <a:pt x="1242" y="202"/>
                </a:lnTo>
                <a:lnTo>
                  <a:pt x="1255" y="215"/>
                </a:lnTo>
                <a:lnTo>
                  <a:pt x="1266" y="228"/>
                </a:lnTo>
                <a:lnTo>
                  <a:pt x="1278" y="241"/>
                </a:lnTo>
                <a:lnTo>
                  <a:pt x="1288" y="254"/>
                </a:lnTo>
                <a:lnTo>
                  <a:pt x="1299" y="268"/>
                </a:lnTo>
                <a:lnTo>
                  <a:pt x="1308" y="282"/>
                </a:lnTo>
                <a:lnTo>
                  <a:pt x="1317" y="296"/>
                </a:lnTo>
                <a:lnTo>
                  <a:pt x="1325" y="310"/>
                </a:lnTo>
                <a:lnTo>
                  <a:pt x="1333" y="325"/>
                </a:lnTo>
                <a:lnTo>
                  <a:pt x="1340" y="339"/>
                </a:lnTo>
                <a:lnTo>
                  <a:pt x="1346" y="354"/>
                </a:lnTo>
                <a:lnTo>
                  <a:pt x="1352" y="369"/>
                </a:lnTo>
                <a:lnTo>
                  <a:pt x="1357" y="384"/>
                </a:lnTo>
                <a:lnTo>
                  <a:pt x="1361" y="399"/>
                </a:lnTo>
                <a:lnTo>
                  <a:pt x="1365" y="414"/>
                </a:lnTo>
                <a:lnTo>
                  <a:pt x="1368" y="430"/>
                </a:lnTo>
                <a:lnTo>
                  <a:pt x="1370" y="445"/>
                </a:lnTo>
                <a:lnTo>
                  <a:pt x="1372" y="460"/>
                </a:lnTo>
                <a:lnTo>
                  <a:pt x="1373" y="476"/>
                </a:lnTo>
                <a:lnTo>
                  <a:pt x="1373" y="491"/>
                </a:lnTo>
                <a:close/>
              </a:path>
            </a:pathLst>
          </a:custGeom>
          <a:solidFill>
            <a:srgbClr val="ffb4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5" name=""/>
          <p:cNvSpPr/>
          <p:nvPr/>
        </p:nvSpPr>
        <p:spPr>
          <a:xfrm>
            <a:off x="7814160" y="2766240"/>
            <a:ext cx="497160" cy="356400"/>
          </a:xfrm>
          <a:custGeom>
            <a:avLst/>
            <a:gdLst/>
            <a:ahLst/>
            <a:rect l="0" t="0" r="r" b="b"/>
            <a:pathLst>
              <a:path w="1381" h="990">
                <a:moveTo>
                  <a:pt x="1377" y="494"/>
                </a:moveTo>
                <a:lnTo>
                  <a:pt x="1377" y="479"/>
                </a:lnTo>
                <a:lnTo>
                  <a:pt x="1376" y="463"/>
                </a:lnTo>
                <a:lnTo>
                  <a:pt x="1374" y="448"/>
                </a:lnTo>
                <a:lnTo>
                  <a:pt x="1372" y="433"/>
                </a:lnTo>
                <a:lnTo>
                  <a:pt x="1369" y="417"/>
                </a:lnTo>
                <a:lnTo>
                  <a:pt x="1365" y="402"/>
                </a:lnTo>
                <a:lnTo>
                  <a:pt x="1361" y="387"/>
                </a:lnTo>
                <a:lnTo>
                  <a:pt x="1356" y="372"/>
                </a:lnTo>
                <a:lnTo>
                  <a:pt x="1350" y="357"/>
                </a:lnTo>
                <a:lnTo>
                  <a:pt x="1344" y="342"/>
                </a:lnTo>
                <a:lnTo>
                  <a:pt x="1337" y="328"/>
                </a:lnTo>
                <a:lnTo>
                  <a:pt x="1329" y="313"/>
                </a:lnTo>
                <a:lnTo>
                  <a:pt x="1321" y="299"/>
                </a:lnTo>
                <a:lnTo>
                  <a:pt x="1312" y="285"/>
                </a:lnTo>
                <a:lnTo>
                  <a:pt x="1303" y="271"/>
                </a:lnTo>
                <a:lnTo>
                  <a:pt x="1292" y="257"/>
                </a:lnTo>
                <a:lnTo>
                  <a:pt x="1282" y="244"/>
                </a:lnTo>
                <a:lnTo>
                  <a:pt x="1270" y="231"/>
                </a:lnTo>
                <a:lnTo>
                  <a:pt x="1259" y="218"/>
                </a:lnTo>
                <a:lnTo>
                  <a:pt x="1246" y="205"/>
                </a:lnTo>
                <a:lnTo>
                  <a:pt x="1233" y="193"/>
                </a:lnTo>
                <a:lnTo>
                  <a:pt x="1220" y="181"/>
                </a:lnTo>
                <a:lnTo>
                  <a:pt x="1206" y="169"/>
                </a:lnTo>
                <a:lnTo>
                  <a:pt x="1191" y="158"/>
                </a:lnTo>
                <a:lnTo>
                  <a:pt x="1176" y="147"/>
                </a:lnTo>
                <a:lnTo>
                  <a:pt x="1161" y="136"/>
                </a:lnTo>
                <a:lnTo>
                  <a:pt x="1145" y="125"/>
                </a:lnTo>
                <a:lnTo>
                  <a:pt x="1128" y="115"/>
                </a:lnTo>
                <a:lnTo>
                  <a:pt x="1112" y="106"/>
                </a:lnTo>
                <a:lnTo>
                  <a:pt x="1094" y="96"/>
                </a:lnTo>
                <a:lnTo>
                  <a:pt x="1077" y="88"/>
                </a:lnTo>
                <a:lnTo>
                  <a:pt x="1058" y="79"/>
                </a:lnTo>
                <a:lnTo>
                  <a:pt x="1039" y="71"/>
                </a:lnTo>
                <a:lnTo>
                  <a:pt x="1021" y="63"/>
                </a:lnTo>
                <a:lnTo>
                  <a:pt x="1002" y="56"/>
                </a:lnTo>
                <a:lnTo>
                  <a:pt x="982" y="49"/>
                </a:lnTo>
                <a:lnTo>
                  <a:pt x="963" y="43"/>
                </a:lnTo>
                <a:lnTo>
                  <a:pt x="943" y="37"/>
                </a:lnTo>
                <a:lnTo>
                  <a:pt x="922" y="32"/>
                </a:lnTo>
                <a:lnTo>
                  <a:pt x="902" y="27"/>
                </a:lnTo>
                <a:lnTo>
                  <a:pt x="881" y="22"/>
                </a:lnTo>
                <a:lnTo>
                  <a:pt x="861" y="18"/>
                </a:lnTo>
                <a:lnTo>
                  <a:pt x="840" y="14"/>
                </a:lnTo>
                <a:lnTo>
                  <a:pt x="819" y="11"/>
                </a:lnTo>
                <a:lnTo>
                  <a:pt x="797" y="9"/>
                </a:lnTo>
                <a:lnTo>
                  <a:pt x="776" y="6"/>
                </a:lnTo>
                <a:lnTo>
                  <a:pt x="755" y="5"/>
                </a:lnTo>
                <a:lnTo>
                  <a:pt x="733" y="4"/>
                </a:lnTo>
                <a:lnTo>
                  <a:pt x="712" y="3"/>
                </a:lnTo>
                <a:lnTo>
                  <a:pt x="690" y="3"/>
                </a:lnTo>
                <a:lnTo>
                  <a:pt x="668" y="3"/>
                </a:lnTo>
                <a:lnTo>
                  <a:pt x="647" y="4"/>
                </a:lnTo>
                <a:lnTo>
                  <a:pt x="625" y="5"/>
                </a:lnTo>
                <a:lnTo>
                  <a:pt x="604" y="6"/>
                </a:lnTo>
                <a:lnTo>
                  <a:pt x="583" y="9"/>
                </a:lnTo>
                <a:lnTo>
                  <a:pt x="561" y="11"/>
                </a:lnTo>
                <a:lnTo>
                  <a:pt x="540" y="14"/>
                </a:lnTo>
                <a:lnTo>
                  <a:pt x="519" y="18"/>
                </a:lnTo>
                <a:lnTo>
                  <a:pt x="498" y="22"/>
                </a:lnTo>
                <a:lnTo>
                  <a:pt x="478" y="27"/>
                </a:lnTo>
                <a:lnTo>
                  <a:pt x="457" y="32"/>
                </a:lnTo>
                <a:lnTo>
                  <a:pt x="437" y="37"/>
                </a:lnTo>
                <a:lnTo>
                  <a:pt x="417" y="43"/>
                </a:lnTo>
                <a:lnTo>
                  <a:pt x="398" y="49"/>
                </a:lnTo>
                <a:lnTo>
                  <a:pt x="378" y="56"/>
                </a:lnTo>
                <a:lnTo>
                  <a:pt x="359" y="63"/>
                </a:lnTo>
                <a:lnTo>
                  <a:pt x="341" y="71"/>
                </a:lnTo>
                <a:lnTo>
                  <a:pt x="322" y="79"/>
                </a:lnTo>
                <a:lnTo>
                  <a:pt x="304" y="88"/>
                </a:lnTo>
                <a:lnTo>
                  <a:pt x="287" y="96"/>
                </a:lnTo>
                <a:lnTo>
                  <a:pt x="269" y="106"/>
                </a:lnTo>
                <a:lnTo>
                  <a:pt x="252" y="115"/>
                </a:lnTo>
                <a:lnTo>
                  <a:pt x="236" y="125"/>
                </a:lnTo>
                <a:lnTo>
                  <a:pt x="220" y="136"/>
                </a:lnTo>
                <a:lnTo>
                  <a:pt x="205" y="147"/>
                </a:lnTo>
                <a:lnTo>
                  <a:pt x="190" y="158"/>
                </a:lnTo>
                <a:lnTo>
                  <a:pt x="175" y="169"/>
                </a:lnTo>
                <a:lnTo>
                  <a:pt x="161" y="181"/>
                </a:lnTo>
                <a:lnTo>
                  <a:pt x="148" y="193"/>
                </a:lnTo>
                <a:lnTo>
                  <a:pt x="135" y="205"/>
                </a:lnTo>
                <a:lnTo>
                  <a:pt x="122" y="218"/>
                </a:lnTo>
                <a:lnTo>
                  <a:pt x="110" y="231"/>
                </a:lnTo>
                <a:lnTo>
                  <a:pt x="99" y="244"/>
                </a:lnTo>
                <a:lnTo>
                  <a:pt x="88" y="257"/>
                </a:lnTo>
                <a:lnTo>
                  <a:pt x="78" y="271"/>
                </a:lnTo>
                <a:lnTo>
                  <a:pt x="69" y="285"/>
                </a:lnTo>
                <a:lnTo>
                  <a:pt x="60" y="299"/>
                </a:lnTo>
                <a:lnTo>
                  <a:pt x="52" y="313"/>
                </a:lnTo>
                <a:lnTo>
                  <a:pt x="44" y="328"/>
                </a:lnTo>
                <a:lnTo>
                  <a:pt x="37" y="342"/>
                </a:lnTo>
                <a:lnTo>
                  <a:pt x="31" y="357"/>
                </a:lnTo>
                <a:lnTo>
                  <a:pt x="25" y="372"/>
                </a:lnTo>
                <a:lnTo>
                  <a:pt x="20" y="387"/>
                </a:lnTo>
                <a:lnTo>
                  <a:pt x="16" y="402"/>
                </a:lnTo>
                <a:lnTo>
                  <a:pt x="12" y="417"/>
                </a:lnTo>
                <a:lnTo>
                  <a:pt x="9" y="433"/>
                </a:lnTo>
                <a:lnTo>
                  <a:pt x="7" y="448"/>
                </a:lnTo>
                <a:lnTo>
                  <a:pt x="5" y="463"/>
                </a:lnTo>
                <a:lnTo>
                  <a:pt x="4" y="479"/>
                </a:lnTo>
                <a:lnTo>
                  <a:pt x="4" y="494"/>
                </a:lnTo>
                <a:lnTo>
                  <a:pt x="4" y="510"/>
                </a:lnTo>
                <a:lnTo>
                  <a:pt x="5" y="525"/>
                </a:lnTo>
                <a:lnTo>
                  <a:pt x="7" y="541"/>
                </a:lnTo>
                <a:lnTo>
                  <a:pt x="9" y="556"/>
                </a:lnTo>
                <a:lnTo>
                  <a:pt x="12" y="571"/>
                </a:lnTo>
                <a:lnTo>
                  <a:pt x="16" y="586"/>
                </a:lnTo>
                <a:lnTo>
                  <a:pt x="20" y="602"/>
                </a:lnTo>
                <a:lnTo>
                  <a:pt x="25" y="617"/>
                </a:lnTo>
                <a:lnTo>
                  <a:pt x="31" y="631"/>
                </a:lnTo>
                <a:lnTo>
                  <a:pt x="37" y="646"/>
                </a:lnTo>
                <a:lnTo>
                  <a:pt x="44" y="661"/>
                </a:lnTo>
                <a:lnTo>
                  <a:pt x="52" y="675"/>
                </a:lnTo>
                <a:lnTo>
                  <a:pt x="60" y="690"/>
                </a:lnTo>
                <a:lnTo>
                  <a:pt x="69" y="704"/>
                </a:lnTo>
                <a:lnTo>
                  <a:pt x="78" y="718"/>
                </a:lnTo>
                <a:lnTo>
                  <a:pt x="88" y="732"/>
                </a:lnTo>
                <a:lnTo>
                  <a:pt x="99" y="746"/>
                </a:lnTo>
                <a:lnTo>
                  <a:pt x="110" y="759"/>
                </a:lnTo>
                <a:lnTo>
                  <a:pt x="122" y="772"/>
                </a:lnTo>
                <a:lnTo>
                  <a:pt x="135" y="784"/>
                </a:lnTo>
                <a:lnTo>
                  <a:pt x="148" y="797"/>
                </a:lnTo>
                <a:lnTo>
                  <a:pt x="161" y="809"/>
                </a:lnTo>
                <a:lnTo>
                  <a:pt x="175" y="820"/>
                </a:lnTo>
                <a:lnTo>
                  <a:pt x="190" y="832"/>
                </a:lnTo>
                <a:lnTo>
                  <a:pt x="205" y="843"/>
                </a:lnTo>
                <a:lnTo>
                  <a:pt x="220" y="854"/>
                </a:lnTo>
                <a:lnTo>
                  <a:pt x="236" y="864"/>
                </a:lnTo>
                <a:lnTo>
                  <a:pt x="252" y="874"/>
                </a:lnTo>
                <a:lnTo>
                  <a:pt x="269" y="884"/>
                </a:lnTo>
                <a:lnTo>
                  <a:pt x="287" y="893"/>
                </a:lnTo>
                <a:lnTo>
                  <a:pt x="304" y="902"/>
                </a:lnTo>
                <a:lnTo>
                  <a:pt x="322" y="910"/>
                </a:lnTo>
                <a:lnTo>
                  <a:pt x="341" y="919"/>
                </a:lnTo>
                <a:lnTo>
                  <a:pt x="359" y="926"/>
                </a:lnTo>
                <a:lnTo>
                  <a:pt x="378" y="933"/>
                </a:lnTo>
                <a:lnTo>
                  <a:pt x="398" y="940"/>
                </a:lnTo>
                <a:lnTo>
                  <a:pt x="417" y="947"/>
                </a:lnTo>
                <a:lnTo>
                  <a:pt x="437" y="952"/>
                </a:lnTo>
                <a:lnTo>
                  <a:pt x="457" y="958"/>
                </a:lnTo>
                <a:lnTo>
                  <a:pt x="478" y="963"/>
                </a:lnTo>
                <a:lnTo>
                  <a:pt x="498" y="968"/>
                </a:lnTo>
                <a:lnTo>
                  <a:pt x="519" y="972"/>
                </a:lnTo>
                <a:lnTo>
                  <a:pt x="540" y="975"/>
                </a:lnTo>
                <a:lnTo>
                  <a:pt x="561" y="978"/>
                </a:lnTo>
                <a:lnTo>
                  <a:pt x="583" y="981"/>
                </a:lnTo>
                <a:lnTo>
                  <a:pt x="604" y="983"/>
                </a:lnTo>
                <a:lnTo>
                  <a:pt x="625" y="985"/>
                </a:lnTo>
                <a:lnTo>
                  <a:pt x="647" y="986"/>
                </a:lnTo>
                <a:lnTo>
                  <a:pt x="668" y="987"/>
                </a:lnTo>
                <a:lnTo>
                  <a:pt x="690" y="987"/>
                </a:lnTo>
                <a:lnTo>
                  <a:pt x="712" y="987"/>
                </a:lnTo>
                <a:lnTo>
                  <a:pt x="733" y="986"/>
                </a:lnTo>
                <a:lnTo>
                  <a:pt x="755" y="985"/>
                </a:lnTo>
                <a:lnTo>
                  <a:pt x="776" y="983"/>
                </a:lnTo>
                <a:lnTo>
                  <a:pt x="797" y="981"/>
                </a:lnTo>
                <a:lnTo>
                  <a:pt x="819" y="978"/>
                </a:lnTo>
                <a:lnTo>
                  <a:pt x="840" y="975"/>
                </a:lnTo>
                <a:lnTo>
                  <a:pt x="861" y="972"/>
                </a:lnTo>
                <a:lnTo>
                  <a:pt x="881" y="968"/>
                </a:lnTo>
                <a:lnTo>
                  <a:pt x="902" y="963"/>
                </a:lnTo>
                <a:lnTo>
                  <a:pt x="922" y="958"/>
                </a:lnTo>
                <a:lnTo>
                  <a:pt x="943" y="952"/>
                </a:lnTo>
                <a:lnTo>
                  <a:pt x="963" y="947"/>
                </a:lnTo>
                <a:lnTo>
                  <a:pt x="982" y="940"/>
                </a:lnTo>
                <a:lnTo>
                  <a:pt x="1002" y="933"/>
                </a:lnTo>
                <a:lnTo>
                  <a:pt x="1021" y="926"/>
                </a:lnTo>
                <a:lnTo>
                  <a:pt x="1039" y="919"/>
                </a:lnTo>
                <a:lnTo>
                  <a:pt x="1058" y="910"/>
                </a:lnTo>
                <a:lnTo>
                  <a:pt x="1077" y="902"/>
                </a:lnTo>
                <a:lnTo>
                  <a:pt x="1094" y="893"/>
                </a:lnTo>
                <a:lnTo>
                  <a:pt x="1112" y="884"/>
                </a:lnTo>
                <a:lnTo>
                  <a:pt x="1128" y="874"/>
                </a:lnTo>
                <a:lnTo>
                  <a:pt x="1145" y="864"/>
                </a:lnTo>
                <a:lnTo>
                  <a:pt x="1161" y="854"/>
                </a:lnTo>
                <a:lnTo>
                  <a:pt x="1176" y="843"/>
                </a:lnTo>
                <a:lnTo>
                  <a:pt x="1191" y="832"/>
                </a:lnTo>
                <a:lnTo>
                  <a:pt x="1206" y="820"/>
                </a:lnTo>
                <a:lnTo>
                  <a:pt x="1220" y="809"/>
                </a:lnTo>
                <a:lnTo>
                  <a:pt x="1233" y="797"/>
                </a:lnTo>
                <a:lnTo>
                  <a:pt x="1246" y="784"/>
                </a:lnTo>
                <a:lnTo>
                  <a:pt x="1259" y="772"/>
                </a:lnTo>
                <a:lnTo>
                  <a:pt x="1270" y="759"/>
                </a:lnTo>
                <a:lnTo>
                  <a:pt x="1282" y="746"/>
                </a:lnTo>
                <a:lnTo>
                  <a:pt x="1292" y="732"/>
                </a:lnTo>
                <a:lnTo>
                  <a:pt x="1303" y="718"/>
                </a:lnTo>
                <a:lnTo>
                  <a:pt x="1312" y="704"/>
                </a:lnTo>
                <a:lnTo>
                  <a:pt x="1321" y="690"/>
                </a:lnTo>
                <a:lnTo>
                  <a:pt x="1329" y="675"/>
                </a:lnTo>
                <a:lnTo>
                  <a:pt x="1337" y="661"/>
                </a:lnTo>
                <a:lnTo>
                  <a:pt x="1344" y="646"/>
                </a:lnTo>
                <a:lnTo>
                  <a:pt x="1350" y="631"/>
                </a:lnTo>
                <a:lnTo>
                  <a:pt x="1356" y="617"/>
                </a:lnTo>
                <a:lnTo>
                  <a:pt x="1361" y="602"/>
                </a:lnTo>
                <a:lnTo>
                  <a:pt x="1365" y="586"/>
                </a:lnTo>
                <a:lnTo>
                  <a:pt x="1369" y="571"/>
                </a:lnTo>
                <a:lnTo>
                  <a:pt x="1372" y="556"/>
                </a:lnTo>
                <a:lnTo>
                  <a:pt x="1374" y="541"/>
                </a:lnTo>
                <a:lnTo>
                  <a:pt x="1376" y="525"/>
                </a:lnTo>
                <a:lnTo>
                  <a:pt x="1377" y="510"/>
                </a:lnTo>
                <a:lnTo>
                  <a:pt x="1377" y="494"/>
                </a:lnTo>
                <a:moveTo>
                  <a:pt x="1381" y="494"/>
                </a:moveTo>
                <a:lnTo>
                  <a:pt x="1381" y="510"/>
                </a:lnTo>
                <a:lnTo>
                  <a:pt x="1380" y="525"/>
                </a:lnTo>
                <a:lnTo>
                  <a:pt x="1378" y="541"/>
                </a:lnTo>
                <a:lnTo>
                  <a:pt x="1376" y="556"/>
                </a:lnTo>
                <a:lnTo>
                  <a:pt x="1373" y="572"/>
                </a:lnTo>
                <a:lnTo>
                  <a:pt x="1369" y="587"/>
                </a:lnTo>
                <a:lnTo>
                  <a:pt x="1365" y="602"/>
                </a:lnTo>
                <a:lnTo>
                  <a:pt x="1360" y="617"/>
                </a:lnTo>
                <a:lnTo>
                  <a:pt x="1354" y="632"/>
                </a:lnTo>
                <a:lnTo>
                  <a:pt x="1347" y="647"/>
                </a:lnTo>
                <a:lnTo>
                  <a:pt x="1340" y="662"/>
                </a:lnTo>
                <a:lnTo>
                  <a:pt x="1333" y="676"/>
                </a:lnTo>
                <a:lnTo>
                  <a:pt x="1324" y="691"/>
                </a:lnTo>
                <a:lnTo>
                  <a:pt x="1316" y="705"/>
                </a:lnTo>
                <a:lnTo>
                  <a:pt x="1306" y="719"/>
                </a:lnTo>
                <a:lnTo>
                  <a:pt x="1296" y="734"/>
                </a:lnTo>
                <a:lnTo>
                  <a:pt x="1285" y="747"/>
                </a:lnTo>
                <a:lnTo>
                  <a:pt x="1274" y="760"/>
                </a:lnTo>
                <a:lnTo>
                  <a:pt x="1262" y="773"/>
                </a:lnTo>
                <a:lnTo>
                  <a:pt x="1249" y="786"/>
                </a:lnTo>
                <a:lnTo>
                  <a:pt x="1236" y="798"/>
                </a:lnTo>
                <a:lnTo>
                  <a:pt x="1223" y="811"/>
                </a:lnTo>
                <a:lnTo>
                  <a:pt x="1209" y="822"/>
                </a:lnTo>
                <a:lnTo>
                  <a:pt x="1194" y="834"/>
                </a:lnTo>
                <a:lnTo>
                  <a:pt x="1179" y="845"/>
                </a:lnTo>
                <a:lnTo>
                  <a:pt x="1163" y="856"/>
                </a:lnTo>
                <a:lnTo>
                  <a:pt x="1147" y="866"/>
                </a:lnTo>
                <a:lnTo>
                  <a:pt x="1131" y="876"/>
                </a:lnTo>
                <a:lnTo>
                  <a:pt x="1114" y="886"/>
                </a:lnTo>
                <a:lnTo>
                  <a:pt x="1097" y="895"/>
                </a:lnTo>
                <a:lnTo>
                  <a:pt x="1079" y="904"/>
                </a:lnTo>
                <a:lnTo>
                  <a:pt x="1060" y="913"/>
                </a:lnTo>
                <a:lnTo>
                  <a:pt x="1041" y="921"/>
                </a:lnTo>
                <a:lnTo>
                  <a:pt x="1022" y="929"/>
                </a:lnTo>
                <a:lnTo>
                  <a:pt x="1003" y="936"/>
                </a:lnTo>
                <a:lnTo>
                  <a:pt x="984" y="943"/>
                </a:lnTo>
                <a:lnTo>
                  <a:pt x="964" y="949"/>
                </a:lnTo>
                <a:lnTo>
                  <a:pt x="944" y="955"/>
                </a:lnTo>
                <a:lnTo>
                  <a:pt x="924" y="961"/>
                </a:lnTo>
                <a:lnTo>
                  <a:pt x="903" y="966"/>
                </a:lnTo>
                <a:lnTo>
                  <a:pt x="883" y="970"/>
                </a:lnTo>
                <a:lnTo>
                  <a:pt x="862" y="974"/>
                </a:lnTo>
                <a:lnTo>
                  <a:pt x="841" y="978"/>
                </a:lnTo>
                <a:lnTo>
                  <a:pt x="819" y="981"/>
                </a:lnTo>
                <a:lnTo>
                  <a:pt x="798" y="984"/>
                </a:lnTo>
                <a:lnTo>
                  <a:pt x="776" y="986"/>
                </a:lnTo>
                <a:lnTo>
                  <a:pt x="755" y="988"/>
                </a:lnTo>
                <a:lnTo>
                  <a:pt x="733" y="989"/>
                </a:lnTo>
                <a:lnTo>
                  <a:pt x="712" y="990"/>
                </a:lnTo>
                <a:lnTo>
                  <a:pt x="690" y="990"/>
                </a:lnTo>
                <a:lnTo>
                  <a:pt x="668" y="990"/>
                </a:lnTo>
                <a:lnTo>
                  <a:pt x="647" y="989"/>
                </a:lnTo>
                <a:lnTo>
                  <a:pt x="625" y="988"/>
                </a:lnTo>
                <a:lnTo>
                  <a:pt x="603" y="986"/>
                </a:lnTo>
                <a:lnTo>
                  <a:pt x="582" y="984"/>
                </a:lnTo>
                <a:lnTo>
                  <a:pt x="561" y="981"/>
                </a:lnTo>
                <a:lnTo>
                  <a:pt x="539" y="978"/>
                </a:lnTo>
                <a:lnTo>
                  <a:pt x="518" y="974"/>
                </a:lnTo>
                <a:lnTo>
                  <a:pt x="497" y="970"/>
                </a:lnTo>
                <a:lnTo>
                  <a:pt x="477" y="966"/>
                </a:lnTo>
                <a:lnTo>
                  <a:pt x="456" y="961"/>
                </a:lnTo>
                <a:lnTo>
                  <a:pt x="436" y="955"/>
                </a:lnTo>
                <a:lnTo>
                  <a:pt x="416" y="949"/>
                </a:lnTo>
                <a:lnTo>
                  <a:pt x="396" y="943"/>
                </a:lnTo>
                <a:lnTo>
                  <a:pt x="377" y="936"/>
                </a:lnTo>
                <a:lnTo>
                  <a:pt x="357" y="929"/>
                </a:lnTo>
                <a:lnTo>
                  <a:pt x="339" y="921"/>
                </a:lnTo>
                <a:lnTo>
                  <a:pt x="320" y="913"/>
                </a:lnTo>
                <a:lnTo>
                  <a:pt x="302" y="904"/>
                </a:lnTo>
                <a:lnTo>
                  <a:pt x="284" y="895"/>
                </a:lnTo>
                <a:lnTo>
                  <a:pt x="267" y="886"/>
                </a:lnTo>
                <a:lnTo>
                  <a:pt x="250" y="876"/>
                </a:lnTo>
                <a:lnTo>
                  <a:pt x="233" y="866"/>
                </a:lnTo>
                <a:lnTo>
                  <a:pt x="217" y="856"/>
                </a:lnTo>
                <a:lnTo>
                  <a:pt x="202" y="845"/>
                </a:lnTo>
                <a:lnTo>
                  <a:pt x="187" y="834"/>
                </a:lnTo>
                <a:lnTo>
                  <a:pt x="172" y="822"/>
                </a:lnTo>
                <a:lnTo>
                  <a:pt x="158" y="811"/>
                </a:lnTo>
                <a:lnTo>
                  <a:pt x="145" y="798"/>
                </a:lnTo>
                <a:lnTo>
                  <a:pt x="132" y="786"/>
                </a:lnTo>
                <a:lnTo>
                  <a:pt x="119" y="773"/>
                </a:lnTo>
                <a:lnTo>
                  <a:pt x="107" y="760"/>
                </a:lnTo>
                <a:lnTo>
                  <a:pt x="96" y="747"/>
                </a:lnTo>
                <a:lnTo>
                  <a:pt x="85" y="734"/>
                </a:lnTo>
                <a:lnTo>
                  <a:pt x="75" y="719"/>
                </a:lnTo>
                <a:lnTo>
                  <a:pt x="65" y="705"/>
                </a:lnTo>
                <a:lnTo>
                  <a:pt x="56" y="691"/>
                </a:lnTo>
                <a:lnTo>
                  <a:pt x="48" y="676"/>
                </a:lnTo>
                <a:lnTo>
                  <a:pt x="41" y="662"/>
                </a:lnTo>
                <a:lnTo>
                  <a:pt x="33" y="647"/>
                </a:lnTo>
                <a:lnTo>
                  <a:pt x="27" y="632"/>
                </a:lnTo>
                <a:lnTo>
                  <a:pt x="21" y="617"/>
                </a:lnTo>
                <a:lnTo>
                  <a:pt x="16" y="602"/>
                </a:lnTo>
                <a:lnTo>
                  <a:pt x="12" y="587"/>
                </a:lnTo>
                <a:lnTo>
                  <a:pt x="8" y="572"/>
                </a:lnTo>
                <a:lnTo>
                  <a:pt x="5" y="556"/>
                </a:lnTo>
                <a:lnTo>
                  <a:pt x="3" y="541"/>
                </a:lnTo>
                <a:lnTo>
                  <a:pt x="1" y="525"/>
                </a:lnTo>
                <a:lnTo>
                  <a:pt x="0" y="510"/>
                </a:lnTo>
                <a:lnTo>
                  <a:pt x="0" y="494"/>
                </a:lnTo>
                <a:lnTo>
                  <a:pt x="0" y="479"/>
                </a:lnTo>
                <a:lnTo>
                  <a:pt x="1" y="463"/>
                </a:lnTo>
                <a:lnTo>
                  <a:pt x="3" y="448"/>
                </a:lnTo>
                <a:lnTo>
                  <a:pt x="5" y="432"/>
                </a:lnTo>
                <a:lnTo>
                  <a:pt x="8" y="417"/>
                </a:lnTo>
                <a:lnTo>
                  <a:pt x="12" y="402"/>
                </a:lnTo>
                <a:lnTo>
                  <a:pt x="16" y="386"/>
                </a:lnTo>
                <a:lnTo>
                  <a:pt x="21" y="371"/>
                </a:lnTo>
                <a:lnTo>
                  <a:pt x="27" y="356"/>
                </a:lnTo>
                <a:lnTo>
                  <a:pt x="33" y="341"/>
                </a:lnTo>
                <a:lnTo>
                  <a:pt x="41" y="327"/>
                </a:lnTo>
                <a:lnTo>
                  <a:pt x="48" y="312"/>
                </a:lnTo>
                <a:lnTo>
                  <a:pt x="56" y="298"/>
                </a:lnTo>
                <a:lnTo>
                  <a:pt x="65" y="284"/>
                </a:lnTo>
                <a:lnTo>
                  <a:pt x="75" y="270"/>
                </a:lnTo>
                <a:lnTo>
                  <a:pt x="85" y="256"/>
                </a:lnTo>
                <a:lnTo>
                  <a:pt x="96" y="243"/>
                </a:lnTo>
                <a:lnTo>
                  <a:pt x="107" y="229"/>
                </a:lnTo>
                <a:lnTo>
                  <a:pt x="119" y="216"/>
                </a:lnTo>
                <a:lnTo>
                  <a:pt x="132" y="204"/>
                </a:lnTo>
                <a:lnTo>
                  <a:pt x="145" y="191"/>
                </a:lnTo>
                <a:lnTo>
                  <a:pt x="158" y="179"/>
                </a:lnTo>
                <a:lnTo>
                  <a:pt x="172" y="167"/>
                </a:lnTo>
                <a:lnTo>
                  <a:pt x="187" y="156"/>
                </a:lnTo>
                <a:lnTo>
                  <a:pt x="202" y="145"/>
                </a:lnTo>
                <a:lnTo>
                  <a:pt x="217" y="134"/>
                </a:lnTo>
                <a:lnTo>
                  <a:pt x="233" y="123"/>
                </a:lnTo>
                <a:lnTo>
                  <a:pt x="250" y="113"/>
                </a:lnTo>
                <a:lnTo>
                  <a:pt x="267" y="104"/>
                </a:lnTo>
                <a:lnTo>
                  <a:pt x="284" y="94"/>
                </a:lnTo>
                <a:lnTo>
                  <a:pt x="302" y="85"/>
                </a:lnTo>
                <a:lnTo>
                  <a:pt x="320" y="77"/>
                </a:lnTo>
                <a:lnTo>
                  <a:pt x="339" y="69"/>
                </a:lnTo>
                <a:lnTo>
                  <a:pt x="357" y="61"/>
                </a:lnTo>
                <a:lnTo>
                  <a:pt x="377" y="54"/>
                </a:lnTo>
                <a:lnTo>
                  <a:pt x="396" y="47"/>
                </a:lnTo>
                <a:lnTo>
                  <a:pt x="416" y="40"/>
                </a:lnTo>
                <a:lnTo>
                  <a:pt x="436" y="35"/>
                </a:lnTo>
                <a:lnTo>
                  <a:pt x="456" y="29"/>
                </a:lnTo>
                <a:lnTo>
                  <a:pt x="477" y="24"/>
                </a:lnTo>
                <a:lnTo>
                  <a:pt x="497" y="19"/>
                </a:lnTo>
                <a:lnTo>
                  <a:pt x="518" y="15"/>
                </a:lnTo>
                <a:lnTo>
                  <a:pt x="539" y="12"/>
                </a:lnTo>
                <a:lnTo>
                  <a:pt x="561" y="9"/>
                </a:lnTo>
                <a:lnTo>
                  <a:pt x="582" y="6"/>
                </a:lnTo>
                <a:lnTo>
                  <a:pt x="603" y="4"/>
                </a:lnTo>
                <a:lnTo>
                  <a:pt x="625" y="2"/>
                </a:lnTo>
                <a:lnTo>
                  <a:pt x="647" y="1"/>
                </a:lnTo>
                <a:lnTo>
                  <a:pt x="668" y="0"/>
                </a:lnTo>
                <a:lnTo>
                  <a:pt x="690" y="0"/>
                </a:lnTo>
                <a:lnTo>
                  <a:pt x="712" y="0"/>
                </a:lnTo>
                <a:lnTo>
                  <a:pt x="733" y="1"/>
                </a:lnTo>
                <a:lnTo>
                  <a:pt x="755" y="2"/>
                </a:lnTo>
                <a:lnTo>
                  <a:pt x="776" y="4"/>
                </a:lnTo>
                <a:lnTo>
                  <a:pt x="798" y="6"/>
                </a:lnTo>
                <a:lnTo>
                  <a:pt x="819" y="9"/>
                </a:lnTo>
                <a:lnTo>
                  <a:pt x="841" y="12"/>
                </a:lnTo>
                <a:lnTo>
                  <a:pt x="862" y="15"/>
                </a:lnTo>
                <a:lnTo>
                  <a:pt x="883" y="19"/>
                </a:lnTo>
                <a:lnTo>
                  <a:pt x="903" y="24"/>
                </a:lnTo>
                <a:lnTo>
                  <a:pt x="924" y="29"/>
                </a:lnTo>
                <a:lnTo>
                  <a:pt x="944" y="35"/>
                </a:lnTo>
                <a:lnTo>
                  <a:pt x="964" y="40"/>
                </a:lnTo>
                <a:lnTo>
                  <a:pt x="984" y="47"/>
                </a:lnTo>
                <a:lnTo>
                  <a:pt x="1003" y="54"/>
                </a:lnTo>
                <a:lnTo>
                  <a:pt x="1022" y="61"/>
                </a:lnTo>
                <a:lnTo>
                  <a:pt x="1041" y="69"/>
                </a:lnTo>
                <a:lnTo>
                  <a:pt x="1060" y="77"/>
                </a:lnTo>
                <a:lnTo>
                  <a:pt x="1079" y="85"/>
                </a:lnTo>
                <a:lnTo>
                  <a:pt x="1097" y="94"/>
                </a:lnTo>
                <a:lnTo>
                  <a:pt x="1114" y="104"/>
                </a:lnTo>
                <a:lnTo>
                  <a:pt x="1131" y="113"/>
                </a:lnTo>
                <a:lnTo>
                  <a:pt x="1147" y="123"/>
                </a:lnTo>
                <a:lnTo>
                  <a:pt x="1163" y="134"/>
                </a:lnTo>
                <a:lnTo>
                  <a:pt x="1179" y="145"/>
                </a:lnTo>
                <a:lnTo>
                  <a:pt x="1194" y="156"/>
                </a:lnTo>
                <a:lnTo>
                  <a:pt x="1209" y="167"/>
                </a:lnTo>
                <a:lnTo>
                  <a:pt x="1223" y="179"/>
                </a:lnTo>
                <a:lnTo>
                  <a:pt x="1236" y="191"/>
                </a:lnTo>
                <a:lnTo>
                  <a:pt x="1249" y="204"/>
                </a:lnTo>
                <a:lnTo>
                  <a:pt x="1262" y="216"/>
                </a:lnTo>
                <a:lnTo>
                  <a:pt x="1274" y="229"/>
                </a:lnTo>
                <a:lnTo>
                  <a:pt x="1285" y="243"/>
                </a:lnTo>
                <a:lnTo>
                  <a:pt x="1296" y="256"/>
                </a:lnTo>
                <a:lnTo>
                  <a:pt x="1306" y="270"/>
                </a:lnTo>
                <a:lnTo>
                  <a:pt x="1316" y="284"/>
                </a:lnTo>
                <a:lnTo>
                  <a:pt x="1324" y="298"/>
                </a:lnTo>
                <a:lnTo>
                  <a:pt x="1333" y="312"/>
                </a:lnTo>
                <a:lnTo>
                  <a:pt x="1340" y="327"/>
                </a:lnTo>
                <a:lnTo>
                  <a:pt x="1347" y="341"/>
                </a:lnTo>
                <a:lnTo>
                  <a:pt x="1354" y="356"/>
                </a:lnTo>
                <a:lnTo>
                  <a:pt x="1360" y="371"/>
                </a:lnTo>
                <a:lnTo>
                  <a:pt x="1365" y="386"/>
                </a:lnTo>
                <a:lnTo>
                  <a:pt x="1369" y="402"/>
                </a:lnTo>
                <a:lnTo>
                  <a:pt x="1373" y="417"/>
                </a:lnTo>
                <a:lnTo>
                  <a:pt x="1376" y="432"/>
                </a:lnTo>
                <a:lnTo>
                  <a:pt x="1378" y="448"/>
                </a:lnTo>
                <a:lnTo>
                  <a:pt x="1380" y="463"/>
                </a:lnTo>
                <a:lnTo>
                  <a:pt x="1381" y="479"/>
                </a:lnTo>
                <a:lnTo>
                  <a:pt x="1381" y="494"/>
                </a:lnTo>
                <a:close/>
              </a:path>
            </a:pathLst>
          </a:custGeom>
          <a:solidFill>
            <a:srgbClr val="ffb4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6" name=""/>
          <p:cNvSpPr/>
          <p:nvPr/>
        </p:nvSpPr>
        <p:spPr>
          <a:xfrm>
            <a:off x="7812720" y="2765160"/>
            <a:ext cx="500040" cy="358560"/>
          </a:xfrm>
          <a:custGeom>
            <a:avLst/>
            <a:gdLst/>
            <a:ahLst/>
            <a:rect l="0" t="0" r="r" b="b"/>
            <a:pathLst>
              <a:path w="1389" h="996">
                <a:moveTo>
                  <a:pt x="1385" y="497"/>
                </a:moveTo>
                <a:lnTo>
                  <a:pt x="1385" y="482"/>
                </a:lnTo>
                <a:lnTo>
                  <a:pt x="1384" y="466"/>
                </a:lnTo>
                <a:lnTo>
                  <a:pt x="1382" y="451"/>
                </a:lnTo>
                <a:lnTo>
                  <a:pt x="1380" y="435"/>
                </a:lnTo>
                <a:lnTo>
                  <a:pt x="1377" y="420"/>
                </a:lnTo>
                <a:lnTo>
                  <a:pt x="1373" y="405"/>
                </a:lnTo>
                <a:lnTo>
                  <a:pt x="1369" y="389"/>
                </a:lnTo>
                <a:lnTo>
                  <a:pt x="1364" y="374"/>
                </a:lnTo>
                <a:lnTo>
                  <a:pt x="1358" y="359"/>
                </a:lnTo>
                <a:lnTo>
                  <a:pt x="1351" y="344"/>
                </a:lnTo>
                <a:lnTo>
                  <a:pt x="1344" y="330"/>
                </a:lnTo>
                <a:lnTo>
                  <a:pt x="1337" y="315"/>
                </a:lnTo>
                <a:lnTo>
                  <a:pt x="1328" y="301"/>
                </a:lnTo>
                <a:lnTo>
                  <a:pt x="1320" y="287"/>
                </a:lnTo>
                <a:lnTo>
                  <a:pt x="1310" y="273"/>
                </a:lnTo>
                <a:lnTo>
                  <a:pt x="1300" y="259"/>
                </a:lnTo>
                <a:lnTo>
                  <a:pt x="1289" y="246"/>
                </a:lnTo>
                <a:lnTo>
                  <a:pt x="1278" y="232"/>
                </a:lnTo>
                <a:lnTo>
                  <a:pt x="1266" y="219"/>
                </a:lnTo>
                <a:lnTo>
                  <a:pt x="1253" y="207"/>
                </a:lnTo>
                <a:lnTo>
                  <a:pt x="1240" y="194"/>
                </a:lnTo>
                <a:lnTo>
                  <a:pt x="1227" y="182"/>
                </a:lnTo>
                <a:lnTo>
                  <a:pt x="1213" y="170"/>
                </a:lnTo>
                <a:lnTo>
                  <a:pt x="1197" y="159"/>
                </a:lnTo>
                <a:lnTo>
                  <a:pt x="1182" y="148"/>
                </a:lnTo>
                <a:lnTo>
                  <a:pt x="1166" y="137"/>
                </a:lnTo>
                <a:lnTo>
                  <a:pt x="1150" y="126"/>
                </a:lnTo>
                <a:lnTo>
                  <a:pt x="1134" y="116"/>
                </a:lnTo>
                <a:lnTo>
                  <a:pt x="1117" y="107"/>
                </a:lnTo>
                <a:lnTo>
                  <a:pt x="1100" y="97"/>
                </a:lnTo>
                <a:lnTo>
                  <a:pt x="1082" y="88"/>
                </a:lnTo>
                <a:lnTo>
                  <a:pt x="1064" y="80"/>
                </a:lnTo>
                <a:lnTo>
                  <a:pt x="1045" y="72"/>
                </a:lnTo>
                <a:lnTo>
                  <a:pt x="1026" y="64"/>
                </a:lnTo>
                <a:lnTo>
                  <a:pt x="1007" y="57"/>
                </a:lnTo>
                <a:lnTo>
                  <a:pt x="988" y="50"/>
                </a:lnTo>
                <a:lnTo>
                  <a:pt x="968" y="43"/>
                </a:lnTo>
                <a:lnTo>
                  <a:pt x="948" y="38"/>
                </a:lnTo>
                <a:lnTo>
                  <a:pt x="928" y="32"/>
                </a:lnTo>
                <a:lnTo>
                  <a:pt x="907" y="27"/>
                </a:lnTo>
                <a:lnTo>
                  <a:pt x="887" y="22"/>
                </a:lnTo>
                <a:lnTo>
                  <a:pt x="866" y="18"/>
                </a:lnTo>
                <a:lnTo>
                  <a:pt x="845" y="15"/>
                </a:lnTo>
                <a:lnTo>
                  <a:pt x="823" y="12"/>
                </a:lnTo>
                <a:lnTo>
                  <a:pt x="802" y="9"/>
                </a:lnTo>
                <a:lnTo>
                  <a:pt x="780" y="7"/>
                </a:lnTo>
                <a:lnTo>
                  <a:pt x="759" y="5"/>
                </a:lnTo>
                <a:lnTo>
                  <a:pt x="737" y="4"/>
                </a:lnTo>
                <a:lnTo>
                  <a:pt x="716" y="3"/>
                </a:lnTo>
                <a:lnTo>
                  <a:pt x="694" y="3"/>
                </a:lnTo>
                <a:lnTo>
                  <a:pt x="672" y="3"/>
                </a:lnTo>
                <a:lnTo>
                  <a:pt x="651" y="4"/>
                </a:lnTo>
                <a:lnTo>
                  <a:pt x="629" y="5"/>
                </a:lnTo>
                <a:lnTo>
                  <a:pt x="607" y="7"/>
                </a:lnTo>
                <a:lnTo>
                  <a:pt x="586" y="9"/>
                </a:lnTo>
                <a:lnTo>
                  <a:pt x="565" y="12"/>
                </a:lnTo>
                <a:lnTo>
                  <a:pt x="543" y="15"/>
                </a:lnTo>
                <a:lnTo>
                  <a:pt x="522" y="18"/>
                </a:lnTo>
                <a:lnTo>
                  <a:pt x="501" y="22"/>
                </a:lnTo>
                <a:lnTo>
                  <a:pt x="481" y="27"/>
                </a:lnTo>
                <a:lnTo>
                  <a:pt x="460" y="32"/>
                </a:lnTo>
                <a:lnTo>
                  <a:pt x="440" y="38"/>
                </a:lnTo>
                <a:lnTo>
                  <a:pt x="420" y="43"/>
                </a:lnTo>
                <a:lnTo>
                  <a:pt x="400" y="50"/>
                </a:lnTo>
                <a:lnTo>
                  <a:pt x="381" y="57"/>
                </a:lnTo>
                <a:lnTo>
                  <a:pt x="361" y="64"/>
                </a:lnTo>
                <a:lnTo>
                  <a:pt x="343" y="72"/>
                </a:lnTo>
                <a:lnTo>
                  <a:pt x="324" y="80"/>
                </a:lnTo>
                <a:lnTo>
                  <a:pt x="306" y="88"/>
                </a:lnTo>
                <a:lnTo>
                  <a:pt x="288" y="97"/>
                </a:lnTo>
                <a:lnTo>
                  <a:pt x="271" y="107"/>
                </a:lnTo>
                <a:lnTo>
                  <a:pt x="254" y="116"/>
                </a:lnTo>
                <a:lnTo>
                  <a:pt x="237" y="126"/>
                </a:lnTo>
                <a:lnTo>
                  <a:pt x="221" y="137"/>
                </a:lnTo>
                <a:lnTo>
                  <a:pt x="206" y="148"/>
                </a:lnTo>
                <a:lnTo>
                  <a:pt x="191" y="159"/>
                </a:lnTo>
                <a:lnTo>
                  <a:pt x="176" y="170"/>
                </a:lnTo>
                <a:lnTo>
                  <a:pt x="162" y="182"/>
                </a:lnTo>
                <a:lnTo>
                  <a:pt x="149" y="194"/>
                </a:lnTo>
                <a:lnTo>
                  <a:pt x="136" y="207"/>
                </a:lnTo>
                <a:lnTo>
                  <a:pt x="123" y="219"/>
                </a:lnTo>
                <a:lnTo>
                  <a:pt x="111" y="232"/>
                </a:lnTo>
                <a:lnTo>
                  <a:pt x="100" y="246"/>
                </a:lnTo>
                <a:lnTo>
                  <a:pt x="89" y="259"/>
                </a:lnTo>
                <a:lnTo>
                  <a:pt x="79" y="273"/>
                </a:lnTo>
                <a:lnTo>
                  <a:pt x="69" y="287"/>
                </a:lnTo>
                <a:lnTo>
                  <a:pt x="60" y="301"/>
                </a:lnTo>
                <a:lnTo>
                  <a:pt x="52" y="315"/>
                </a:lnTo>
                <a:lnTo>
                  <a:pt x="45" y="330"/>
                </a:lnTo>
                <a:lnTo>
                  <a:pt x="37" y="344"/>
                </a:lnTo>
                <a:lnTo>
                  <a:pt x="31" y="359"/>
                </a:lnTo>
                <a:lnTo>
                  <a:pt x="25" y="374"/>
                </a:lnTo>
                <a:lnTo>
                  <a:pt x="20" y="389"/>
                </a:lnTo>
                <a:lnTo>
                  <a:pt x="16" y="405"/>
                </a:lnTo>
                <a:lnTo>
                  <a:pt x="12" y="420"/>
                </a:lnTo>
                <a:lnTo>
                  <a:pt x="9" y="435"/>
                </a:lnTo>
                <a:lnTo>
                  <a:pt x="7" y="451"/>
                </a:lnTo>
                <a:lnTo>
                  <a:pt x="5" y="466"/>
                </a:lnTo>
                <a:lnTo>
                  <a:pt x="4" y="482"/>
                </a:lnTo>
                <a:lnTo>
                  <a:pt x="4" y="497"/>
                </a:lnTo>
                <a:lnTo>
                  <a:pt x="4" y="513"/>
                </a:lnTo>
                <a:lnTo>
                  <a:pt x="5" y="528"/>
                </a:lnTo>
                <a:lnTo>
                  <a:pt x="7" y="544"/>
                </a:lnTo>
                <a:lnTo>
                  <a:pt x="9" y="559"/>
                </a:lnTo>
                <a:lnTo>
                  <a:pt x="12" y="575"/>
                </a:lnTo>
                <a:lnTo>
                  <a:pt x="16" y="590"/>
                </a:lnTo>
                <a:lnTo>
                  <a:pt x="20" y="605"/>
                </a:lnTo>
                <a:lnTo>
                  <a:pt x="25" y="620"/>
                </a:lnTo>
                <a:lnTo>
                  <a:pt x="31" y="635"/>
                </a:lnTo>
                <a:lnTo>
                  <a:pt x="37" y="650"/>
                </a:lnTo>
                <a:lnTo>
                  <a:pt x="45" y="665"/>
                </a:lnTo>
                <a:lnTo>
                  <a:pt x="52" y="679"/>
                </a:lnTo>
                <a:lnTo>
                  <a:pt x="60" y="694"/>
                </a:lnTo>
                <a:lnTo>
                  <a:pt x="69" y="708"/>
                </a:lnTo>
                <a:lnTo>
                  <a:pt x="79" y="722"/>
                </a:lnTo>
                <a:lnTo>
                  <a:pt x="89" y="736"/>
                </a:lnTo>
                <a:lnTo>
                  <a:pt x="100" y="749"/>
                </a:lnTo>
                <a:lnTo>
                  <a:pt x="111" y="762"/>
                </a:lnTo>
                <a:lnTo>
                  <a:pt x="123" y="776"/>
                </a:lnTo>
                <a:lnTo>
                  <a:pt x="136" y="789"/>
                </a:lnTo>
                <a:lnTo>
                  <a:pt x="149" y="801"/>
                </a:lnTo>
                <a:lnTo>
                  <a:pt x="162" y="814"/>
                </a:lnTo>
                <a:lnTo>
                  <a:pt x="176" y="825"/>
                </a:lnTo>
                <a:lnTo>
                  <a:pt x="191" y="837"/>
                </a:lnTo>
                <a:lnTo>
                  <a:pt x="206" y="848"/>
                </a:lnTo>
                <a:lnTo>
                  <a:pt x="221" y="859"/>
                </a:lnTo>
                <a:lnTo>
                  <a:pt x="237" y="869"/>
                </a:lnTo>
                <a:lnTo>
                  <a:pt x="254" y="879"/>
                </a:lnTo>
                <a:lnTo>
                  <a:pt x="271" y="889"/>
                </a:lnTo>
                <a:lnTo>
                  <a:pt x="288" y="898"/>
                </a:lnTo>
                <a:lnTo>
                  <a:pt x="306" y="907"/>
                </a:lnTo>
                <a:lnTo>
                  <a:pt x="324" y="916"/>
                </a:lnTo>
                <a:lnTo>
                  <a:pt x="343" y="924"/>
                </a:lnTo>
                <a:lnTo>
                  <a:pt x="361" y="932"/>
                </a:lnTo>
                <a:lnTo>
                  <a:pt x="381" y="939"/>
                </a:lnTo>
                <a:lnTo>
                  <a:pt x="400" y="946"/>
                </a:lnTo>
                <a:lnTo>
                  <a:pt x="420" y="952"/>
                </a:lnTo>
                <a:lnTo>
                  <a:pt x="440" y="958"/>
                </a:lnTo>
                <a:lnTo>
                  <a:pt x="460" y="964"/>
                </a:lnTo>
                <a:lnTo>
                  <a:pt x="481" y="969"/>
                </a:lnTo>
                <a:lnTo>
                  <a:pt x="501" y="973"/>
                </a:lnTo>
                <a:lnTo>
                  <a:pt x="522" y="977"/>
                </a:lnTo>
                <a:lnTo>
                  <a:pt x="543" y="981"/>
                </a:lnTo>
                <a:lnTo>
                  <a:pt x="565" y="984"/>
                </a:lnTo>
                <a:lnTo>
                  <a:pt x="586" y="987"/>
                </a:lnTo>
                <a:lnTo>
                  <a:pt x="607" y="989"/>
                </a:lnTo>
                <a:lnTo>
                  <a:pt x="629" y="991"/>
                </a:lnTo>
                <a:lnTo>
                  <a:pt x="651" y="992"/>
                </a:lnTo>
                <a:lnTo>
                  <a:pt x="672" y="993"/>
                </a:lnTo>
                <a:lnTo>
                  <a:pt x="694" y="993"/>
                </a:lnTo>
                <a:lnTo>
                  <a:pt x="716" y="993"/>
                </a:lnTo>
                <a:lnTo>
                  <a:pt x="737" y="992"/>
                </a:lnTo>
                <a:lnTo>
                  <a:pt x="759" y="991"/>
                </a:lnTo>
                <a:lnTo>
                  <a:pt x="780" y="989"/>
                </a:lnTo>
                <a:lnTo>
                  <a:pt x="802" y="987"/>
                </a:lnTo>
                <a:lnTo>
                  <a:pt x="823" y="984"/>
                </a:lnTo>
                <a:lnTo>
                  <a:pt x="845" y="981"/>
                </a:lnTo>
                <a:lnTo>
                  <a:pt x="866" y="977"/>
                </a:lnTo>
                <a:lnTo>
                  <a:pt x="887" y="973"/>
                </a:lnTo>
                <a:lnTo>
                  <a:pt x="907" y="969"/>
                </a:lnTo>
                <a:lnTo>
                  <a:pt x="928" y="964"/>
                </a:lnTo>
                <a:lnTo>
                  <a:pt x="948" y="958"/>
                </a:lnTo>
                <a:lnTo>
                  <a:pt x="968" y="952"/>
                </a:lnTo>
                <a:lnTo>
                  <a:pt x="988" y="946"/>
                </a:lnTo>
                <a:lnTo>
                  <a:pt x="1007" y="939"/>
                </a:lnTo>
                <a:lnTo>
                  <a:pt x="1026" y="932"/>
                </a:lnTo>
                <a:lnTo>
                  <a:pt x="1045" y="924"/>
                </a:lnTo>
                <a:lnTo>
                  <a:pt x="1064" y="916"/>
                </a:lnTo>
                <a:lnTo>
                  <a:pt x="1082" y="907"/>
                </a:lnTo>
                <a:lnTo>
                  <a:pt x="1100" y="898"/>
                </a:lnTo>
                <a:lnTo>
                  <a:pt x="1117" y="889"/>
                </a:lnTo>
                <a:lnTo>
                  <a:pt x="1134" y="879"/>
                </a:lnTo>
                <a:lnTo>
                  <a:pt x="1150" y="869"/>
                </a:lnTo>
                <a:lnTo>
                  <a:pt x="1166" y="859"/>
                </a:lnTo>
                <a:lnTo>
                  <a:pt x="1182" y="848"/>
                </a:lnTo>
                <a:lnTo>
                  <a:pt x="1197" y="837"/>
                </a:lnTo>
                <a:lnTo>
                  <a:pt x="1213" y="825"/>
                </a:lnTo>
                <a:lnTo>
                  <a:pt x="1227" y="814"/>
                </a:lnTo>
                <a:lnTo>
                  <a:pt x="1240" y="801"/>
                </a:lnTo>
                <a:lnTo>
                  <a:pt x="1253" y="789"/>
                </a:lnTo>
                <a:lnTo>
                  <a:pt x="1266" y="776"/>
                </a:lnTo>
                <a:lnTo>
                  <a:pt x="1278" y="762"/>
                </a:lnTo>
                <a:lnTo>
                  <a:pt x="1289" y="749"/>
                </a:lnTo>
                <a:lnTo>
                  <a:pt x="1300" y="736"/>
                </a:lnTo>
                <a:lnTo>
                  <a:pt x="1310" y="722"/>
                </a:lnTo>
                <a:lnTo>
                  <a:pt x="1320" y="708"/>
                </a:lnTo>
                <a:lnTo>
                  <a:pt x="1328" y="694"/>
                </a:lnTo>
                <a:lnTo>
                  <a:pt x="1337" y="679"/>
                </a:lnTo>
                <a:lnTo>
                  <a:pt x="1344" y="665"/>
                </a:lnTo>
                <a:lnTo>
                  <a:pt x="1351" y="650"/>
                </a:lnTo>
                <a:lnTo>
                  <a:pt x="1358" y="635"/>
                </a:lnTo>
                <a:lnTo>
                  <a:pt x="1364" y="620"/>
                </a:lnTo>
                <a:lnTo>
                  <a:pt x="1369" y="605"/>
                </a:lnTo>
                <a:lnTo>
                  <a:pt x="1373" y="590"/>
                </a:lnTo>
                <a:lnTo>
                  <a:pt x="1377" y="575"/>
                </a:lnTo>
                <a:lnTo>
                  <a:pt x="1380" y="559"/>
                </a:lnTo>
                <a:lnTo>
                  <a:pt x="1382" y="544"/>
                </a:lnTo>
                <a:lnTo>
                  <a:pt x="1384" y="528"/>
                </a:lnTo>
                <a:lnTo>
                  <a:pt x="1385" y="513"/>
                </a:lnTo>
                <a:lnTo>
                  <a:pt x="1385" y="497"/>
                </a:lnTo>
                <a:moveTo>
                  <a:pt x="1389" y="497"/>
                </a:moveTo>
                <a:lnTo>
                  <a:pt x="1389" y="513"/>
                </a:lnTo>
                <a:lnTo>
                  <a:pt x="1388" y="529"/>
                </a:lnTo>
                <a:lnTo>
                  <a:pt x="1386" y="544"/>
                </a:lnTo>
                <a:lnTo>
                  <a:pt x="1384" y="560"/>
                </a:lnTo>
                <a:lnTo>
                  <a:pt x="1381" y="575"/>
                </a:lnTo>
                <a:lnTo>
                  <a:pt x="1377" y="590"/>
                </a:lnTo>
                <a:lnTo>
                  <a:pt x="1372" y="606"/>
                </a:lnTo>
                <a:lnTo>
                  <a:pt x="1367" y="621"/>
                </a:lnTo>
                <a:lnTo>
                  <a:pt x="1362" y="636"/>
                </a:lnTo>
                <a:lnTo>
                  <a:pt x="1355" y="651"/>
                </a:lnTo>
                <a:lnTo>
                  <a:pt x="1348" y="666"/>
                </a:lnTo>
                <a:lnTo>
                  <a:pt x="1340" y="680"/>
                </a:lnTo>
                <a:lnTo>
                  <a:pt x="1332" y="695"/>
                </a:lnTo>
                <a:lnTo>
                  <a:pt x="1323" y="709"/>
                </a:lnTo>
                <a:lnTo>
                  <a:pt x="1313" y="723"/>
                </a:lnTo>
                <a:lnTo>
                  <a:pt x="1303" y="737"/>
                </a:lnTo>
                <a:lnTo>
                  <a:pt x="1292" y="750"/>
                </a:lnTo>
                <a:lnTo>
                  <a:pt x="1281" y="764"/>
                </a:lnTo>
                <a:lnTo>
                  <a:pt x="1269" y="778"/>
                </a:lnTo>
                <a:lnTo>
                  <a:pt x="1257" y="791"/>
                </a:lnTo>
                <a:lnTo>
                  <a:pt x="1243" y="803"/>
                </a:lnTo>
                <a:lnTo>
                  <a:pt x="1230" y="815"/>
                </a:lnTo>
                <a:lnTo>
                  <a:pt x="1216" y="827"/>
                </a:lnTo>
                <a:lnTo>
                  <a:pt x="1201" y="839"/>
                </a:lnTo>
                <a:lnTo>
                  <a:pt x="1185" y="850"/>
                </a:lnTo>
                <a:lnTo>
                  <a:pt x="1169" y="861"/>
                </a:lnTo>
                <a:lnTo>
                  <a:pt x="1153" y="871"/>
                </a:lnTo>
                <a:lnTo>
                  <a:pt x="1136" y="881"/>
                </a:lnTo>
                <a:lnTo>
                  <a:pt x="1119" y="891"/>
                </a:lnTo>
                <a:lnTo>
                  <a:pt x="1102" y="901"/>
                </a:lnTo>
                <a:lnTo>
                  <a:pt x="1084" y="910"/>
                </a:lnTo>
                <a:lnTo>
                  <a:pt x="1066" y="918"/>
                </a:lnTo>
                <a:lnTo>
                  <a:pt x="1047" y="926"/>
                </a:lnTo>
                <a:lnTo>
                  <a:pt x="1028" y="934"/>
                </a:lnTo>
                <a:lnTo>
                  <a:pt x="1009" y="941"/>
                </a:lnTo>
                <a:lnTo>
                  <a:pt x="989" y="948"/>
                </a:lnTo>
                <a:lnTo>
                  <a:pt x="970" y="955"/>
                </a:lnTo>
                <a:lnTo>
                  <a:pt x="949" y="961"/>
                </a:lnTo>
                <a:lnTo>
                  <a:pt x="929" y="966"/>
                </a:lnTo>
                <a:lnTo>
                  <a:pt x="908" y="971"/>
                </a:lnTo>
                <a:lnTo>
                  <a:pt x="888" y="976"/>
                </a:lnTo>
                <a:lnTo>
                  <a:pt x="867" y="980"/>
                </a:lnTo>
                <a:lnTo>
                  <a:pt x="845" y="984"/>
                </a:lnTo>
                <a:lnTo>
                  <a:pt x="824" y="987"/>
                </a:lnTo>
                <a:lnTo>
                  <a:pt x="803" y="989"/>
                </a:lnTo>
                <a:lnTo>
                  <a:pt x="781" y="992"/>
                </a:lnTo>
                <a:lnTo>
                  <a:pt x="759" y="993"/>
                </a:lnTo>
                <a:lnTo>
                  <a:pt x="738" y="995"/>
                </a:lnTo>
                <a:lnTo>
                  <a:pt x="716" y="995"/>
                </a:lnTo>
                <a:lnTo>
                  <a:pt x="694" y="996"/>
                </a:lnTo>
                <a:lnTo>
                  <a:pt x="672" y="995"/>
                </a:lnTo>
                <a:lnTo>
                  <a:pt x="650" y="995"/>
                </a:lnTo>
                <a:lnTo>
                  <a:pt x="629" y="993"/>
                </a:lnTo>
                <a:lnTo>
                  <a:pt x="607" y="992"/>
                </a:lnTo>
                <a:lnTo>
                  <a:pt x="585" y="989"/>
                </a:lnTo>
                <a:lnTo>
                  <a:pt x="564" y="987"/>
                </a:lnTo>
                <a:lnTo>
                  <a:pt x="543" y="984"/>
                </a:lnTo>
                <a:lnTo>
                  <a:pt x="521" y="980"/>
                </a:lnTo>
                <a:lnTo>
                  <a:pt x="500" y="976"/>
                </a:lnTo>
                <a:lnTo>
                  <a:pt x="479" y="971"/>
                </a:lnTo>
                <a:lnTo>
                  <a:pt x="459" y="966"/>
                </a:lnTo>
                <a:lnTo>
                  <a:pt x="438" y="961"/>
                </a:lnTo>
                <a:lnTo>
                  <a:pt x="418" y="955"/>
                </a:lnTo>
                <a:lnTo>
                  <a:pt x="398" y="948"/>
                </a:lnTo>
                <a:lnTo>
                  <a:pt x="379" y="941"/>
                </a:lnTo>
                <a:lnTo>
                  <a:pt x="360" y="934"/>
                </a:lnTo>
                <a:lnTo>
                  <a:pt x="341" y="926"/>
                </a:lnTo>
                <a:lnTo>
                  <a:pt x="322" y="918"/>
                </a:lnTo>
                <a:lnTo>
                  <a:pt x="304" y="910"/>
                </a:lnTo>
                <a:lnTo>
                  <a:pt x="286" y="901"/>
                </a:lnTo>
                <a:lnTo>
                  <a:pt x="269" y="891"/>
                </a:lnTo>
                <a:lnTo>
                  <a:pt x="251" y="881"/>
                </a:lnTo>
                <a:lnTo>
                  <a:pt x="235" y="871"/>
                </a:lnTo>
                <a:lnTo>
                  <a:pt x="219" y="861"/>
                </a:lnTo>
                <a:lnTo>
                  <a:pt x="203" y="850"/>
                </a:lnTo>
                <a:lnTo>
                  <a:pt x="188" y="839"/>
                </a:lnTo>
                <a:lnTo>
                  <a:pt x="173" y="827"/>
                </a:lnTo>
                <a:lnTo>
                  <a:pt x="159" y="815"/>
                </a:lnTo>
                <a:lnTo>
                  <a:pt x="145" y="803"/>
                </a:lnTo>
                <a:lnTo>
                  <a:pt x="132" y="791"/>
                </a:lnTo>
                <a:lnTo>
                  <a:pt x="120" y="778"/>
                </a:lnTo>
                <a:lnTo>
                  <a:pt x="108" y="764"/>
                </a:lnTo>
                <a:lnTo>
                  <a:pt x="96" y="750"/>
                </a:lnTo>
                <a:lnTo>
                  <a:pt x="86" y="737"/>
                </a:lnTo>
                <a:lnTo>
                  <a:pt x="75" y="723"/>
                </a:lnTo>
                <a:lnTo>
                  <a:pt x="66" y="709"/>
                </a:lnTo>
                <a:lnTo>
                  <a:pt x="57" y="695"/>
                </a:lnTo>
                <a:lnTo>
                  <a:pt x="49" y="680"/>
                </a:lnTo>
                <a:lnTo>
                  <a:pt x="41" y="666"/>
                </a:lnTo>
                <a:lnTo>
                  <a:pt x="34" y="651"/>
                </a:lnTo>
                <a:lnTo>
                  <a:pt x="27" y="636"/>
                </a:lnTo>
                <a:lnTo>
                  <a:pt x="22" y="621"/>
                </a:lnTo>
                <a:lnTo>
                  <a:pt x="17" y="606"/>
                </a:lnTo>
                <a:lnTo>
                  <a:pt x="12" y="590"/>
                </a:lnTo>
                <a:lnTo>
                  <a:pt x="8" y="575"/>
                </a:lnTo>
                <a:lnTo>
                  <a:pt x="5" y="560"/>
                </a:lnTo>
                <a:lnTo>
                  <a:pt x="3" y="544"/>
                </a:lnTo>
                <a:lnTo>
                  <a:pt x="1" y="529"/>
                </a:lnTo>
                <a:lnTo>
                  <a:pt x="0" y="513"/>
                </a:lnTo>
                <a:lnTo>
                  <a:pt x="0" y="497"/>
                </a:lnTo>
                <a:lnTo>
                  <a:pt x="0" y="482"/>
                </a:lnTo>
                <a:lnTo>
                  <a:pt x="1" y="466"/>
                </a:lnTo>
                <a:lnTo>
                  <a:pt x="3" y="451"/>
                </a:lnTo>
                <a:lnTo>
                  <a:pt x="5" y="435"/>
                </a:lnTo>
                <a:lnTo>
                  <a:pt x="8" y="420"/>
                </a:lnTo>
                <a:lnTo>
                  <a:pt x="12" y="404"/>
                </a:lnTo>
                <a:lnTo>
                  <a:pt x="17" y="389"/>
                </a:lnTo>
                <a:lnTo>
                  <a:pt x="22" y="374"/>
                </a:lnTo>
                <a:lnTo>
                  <a:pt x="27" y="359"/>
                </a:lnTo>
                <a:lnTo>
                  <a:pt x="34" y="344"/>
                </a:lnTo>
                <a:lnTo>
                  <a:pt x="41" y="329"/>
                </a:lnTo>
                <a:lnTo>
                  <a:pt x="49" y="314"/>
                </a:lnTo>
                <a:lnTo>
                  <a:pt x="57" y="300"/>
                </a:lnTo>
                <a:lnTo>
                  <a:pt x="66" y="286"/>
                </a:lnTo>
                <a:lnTo>
                  <a:pt x="75" y="272"/>
                </a:lnTo>
                <a:lnTo>
                  <a:pt x="86" y="258"/>
                </a:lnTo>
                <a:lnTo>
                  <a:pt x="96" y="244"/>
                </a:lnTo>
                <a:lnTo>
                  <a:pt x="108" y="231"/>
                </a:lnTo>
                <a:lnTo>
                  <a:pt x="120" y="218"/>
                </a:lnTo>
                <a:lnTo>
                  <a:pt x="132" y="205"/>
                </a:lnTo>
                <a:lnTo>
                  <a:pt x="145" y="193"/>
                </a:lnTo>
                <a:lnTo>
                  <a:pt x="159" y="180"/>
                </a:lnTo>
                <a:lnTo>
                  <a:pt x="173" y="168"/>
                </a:lnTo>
                <a:lnTo>
                  <a:pt x="188" y="157"/>
                </a:lnTo>
                <a:lnTo>
                  <a:pt x="203" y="146"/>
                </a:lnTo>
                <a:lnTo>
                  <a:pt x="219" y="135"/>
                </a:lnTo>
                <a:lnTo>
                  <a:pt x="235" y="124"/>
                </a:lnTo>
                <a:lnTo>
                  <a:pt x="251" y="114"/>
                </a:lnTo>
                <a:lnTo>
                  <a:pt x="269" y="104"/>
                </a:lnTo>
                <a:lnTo>
                  <a:pt x="286" y="95"/>
                </a:lnTo>
                <a:lnTo>
                  <a:pt x="304" y="86"/>
                </a:lnTo>
                <a:lnTo>
                  <a:pt x="322" y="77"/>
                </a:lnTo>
                <a:lnTo>
                  <a:pt x="341" y="69"/>
                </a:lnTo>
                <a:lnTo>
                  <a:pt x="360" y="62"/>
                </a:lnTo>
                <a:lnTo>
                  <a:pt x="379" y="54"/>
                </a:lnTo>
                <a:lnTo>
                  <a:pt x="398" y="47"/>
                </a:lnTo>
                <a:lnTo>
                  <a:pt x="418" y="41"/>
                </a:lnTo>
                <a:lnTo>
                  <a:pt x="438" y="35"/>
                </a:lnTo>
                <a:lnTo>
                  <a:pt x="459" y="29"/>
                </a:lnTo>
                <a:lnTo>
                  <a:pt x="479" y="24"/>
                </a:lnTo>
                <a:lnTo>
                  <a:pt x="500" y="20"/>
                </a:lnTo>
                <a:lnTo>
                  <a:pt x="521" y="16"/>
                </a:lnTo>
                <a:lnTo>
                  <a:pt x="543" y="12"/>
                </a:lnTo>
                <a:lnTo>
                  <a:pt x="564" y="9"/>
                </a:lnTo>
                <a:lnTo>
                  <a:pt x="585" y="6"/>
                </a:lnTo>
                <a:lnTo>
                  <a:pt x="607" y="4"/>
                </a:lnTo>
                <a:lnTo>
                  <a:pt x="629" y="2"/>
                </a:lnTo>
                <a:lnTo>
                  <a:pt x="650" y="1"/>
                </a:lnTo>
                <a:lnTo>
                  <a:pt x="672" y="0"/>
                </a:lnTo>
                <a:lnTo>
                  <a:pt x="694" y="0"/>
                </a:lnTo>
                <a:lnTo>
                  <a:pt x="716" y="0"/>
                </a:lnTo>
                <a:lnTo>
                  <a:pt x="738" y="1"/>
                </a:lnTo>
                <a:lnTo>
                  <a:pt x="759" y="2"/>
                </a:lnTo>
                <a:lnTo>
                  <a:pt x="781" y="4"/>
                </a:lnTo>
                <a:lnTo>
                  <a:pt x="803" y="6"/>
                </a:lnTo>
                <a:lnTo>
                  <a:pt x="824" y="9"/>
                </a:lnTo>
                <a:lnTo>
                  <a:pt x="845" y="12"/>
                </a:lnTo>
                <a:lnTo>
                  <a:pt x="867" y="16"/>
                </a:lnTo>
                <a:lnTo>
                  <a:pt x="888" y="20"/>
                </a:lnTo>
                <a:lnTo>
                  <a:pt x="908" y="24"/>
                </a:lnTo>
                <a:lnTo>
                  <a:pt x="929" y="29"/>
                </a:lnTo>
                <a:lnTo>
                  <a:pt x="949" y="35"/>
                </a:lnTo>
                <a:lnTo>
                  <a:pt x="970" y="41"/>
                </a:lnTo>
                <a:lnTo>
                  <a:pt x="989" y="47"/>
                </a:lnTo>
                <a:lnTo>
                  <a:pt x="1009" y="54"/>
                </a:lnTo>
                <a:lnTo>
                  <a:pt x="1028" y="62"/>
                </a:lnTo>
                <a:lnTo>
                  <a:pt x="1047" y="69"/>
                </a:lnTo>
                <a:lnTo>
                  <a:pt x="1066" y="77"/>
                </a:lnTo>
                <a:lnTo>
                  <a:pt x="1084" y="86"/>
                </a:lnTo>
                <a:lnTo>
                  <a:pt x="1102" y="95"/>
                </a:lnTo>
                <a:lnTo>
                  <a:pt x="1119" y="104"/>
                </a:lnTo>
                <a:lnTo>
                  <a:pt x="1136" y="114"/>
                </a:lnTo>
                <a:lnTo>
                  <a:pt x="1153" y="124"/>
                </a:lnTo>
                <a:lnTo>
                  <a:pt x="1169" y="135"/>
                </a:lnTo>
                <a:lnTo>
                  <a:pt x="1185" y="146"/>
                </a:lnTo>
                <a:lnTo>
                  <a:pt x="1201" y="157"/>
                </a:lnTo>
                <a:lnTo>
                  <a:pt x="1216" y="168"/>
                </a:lnTo>
                <a:lnTo>
                  <a:pt x="1230" y="180"/>
                </a:lnTo>
                <a:lnTo>
                  <a:pt x="1243" y="193"/>
                </a:lnTo>
                <a:lnTo>
                  <a:pt x="1257" y="205"/>
                </a:lnTo>
                <a:lnTo>
                  <a:pt x="1269" y="218"/>
                </a:lnTo>
                <a:lnTo>
                  <a:pt x="1281" y="231"/>
                </a:lnTo>
                <a:lnTo>
                  <a:pt x="1292" y="244"/>
                </a:lnTo>
                <a:lnTo>
                  <a:pt x="1303" y="258"/>
                </a:lnTo>
                <a:lnTo>
                  <a:pt x="1313" y="272"/>
                </a:lnTo>
                <a:lnTo>
                  <a:pt x="1323" y="286"/>
                </a:lnTo>
                <a:lnTo>
                  <a:pt x="1332" y="300"/>
                </a:lnTo>
                <a:lnTo>
                  <a:pt x="1340" y="314"/>
                </a:lnTo>
                <a:lnTo>
                  <a:pt x="1348" y="329"/>
                </a:lnTo>
                <a:lnTo>
                  <a:pt x="1355" y="344"/>
                </a:lnTo>
                <a:lnTo>
                  <a:pt x="1362" y="359"/>
                </a:lnTo>
                <a:lnTo>
                  <a:pt x="1367" y="374"/>
                </a:lnTo>
                <a:lnTo>
                  <a:pt x="1372" y="389"/>
                </a:lnTo>
                <a:lnTo>
                  <a:pt x="1377" y="404"/>
                </a:lnTo>
                <a:lnTo>
                  <a:pt x="1381" y="420"/>
                </a:lnTo>
                <a:lnTo>
                  <a:pt x="1384" y="435"/>
                </a:lnTo>
                <a:lnTo>
                  <a:pt x="1386" y="451"/>
                </a:lnTo>
                <a:lnTo>
                  <a:pt x="1388" y="466"/>
                </a:lnTo>
                <a:lnTo>
                  <a:pt x="1389" y="482"/>
                </a:lnTo>
                <a:lnTo>
                  <a:pt x="1389" y="497"/>
                </a:lnTo>
                <a:close/>
              </a:path>
            </a:pathLst>
          </a:custGeom>
          <a:solidFill>
            <a:srgbClr val="ffb3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7" name=""/>
          <p:cNvSpPr/>
          <p:nvPr/>
        </p:nvSpPr>
        <p:spPr>
          <a:xfrm>
            <a:off x="7811280" y="2764080"/>
            <a:ext cx="502920" cy="360360"/>
          </a:xfrm>
          <a:custGeom>
            <a:avLst/>
            <a:gdLst/>
            <a:ahLst/>
            <a:rect l="0" t="0" r="r" b="b"/>
            <a:pathLst>
              <a:path w="1397" h="1001">
                <a:moveTo>
                  <a:pt x="1393" y="500"/>
                </a:moveTo>
                <a:lnTo>
                  <a:pt x="1393" y="485"/>
                </a:lnTo>
                <a:lnTo>
                  <a:pt x="1392" y="469"/>
                </a:lnTo>
                <a:lnTo>
                  <a:pt x="1390" y="454"/>
                </a:lnTo>
                <a:lnTo>
                  <a:pt x="1388" y="438"/>
                </a:lnTo>
                <a:lnTo>
                  <a:pt x="1385" y="423"/>
                </a:lnTo>
                <a:lnTo>
                  <a:pt x="1381" y="407"/>
                </a:lnTo>
                <a:lnTo>
                  <a:pt x="1376" y="392"/>
                </a:lnTo>
                <a:lnTo>
                  <a:pt x="1371" y="377"/>
                </a:lnTo>
                <a:lnTo>
                  <a:pt x="1366" y="362"/>
                </a:lnTo>
                <a:lnTo>
                  <a:pt x="1359" y="347"/>
                </a:lnTo>
                <a:lnTo>
                  <a:pt x="1352" y="332"/>
                </a:lnTo>
                <a:lnTo>
                  <a:pt x="1344" y="317"/>
                </a:lnTo>
                <a:lnTo>
                  <a:pt x="1335" y="303"/>
                </a:lnTo>
                <a:lnTo>
                  <a:pt x="1326" y="289"/>
                </a:lnTo>
                <a:lnTo>
                  <a:pt x="1316" y="275"/>
                </a:lnTo>
                <a:lnTo>
                  <a:pt x="1306" y="261"/>
                </a:lnTo>
                <a:lnTo>
                  <a:pt x="1295" y="247"/>
                </a:lnTo>
                <a:lnTo>
                  <a:pt x="1284" y="234"/>
                </a:lnTo>
                <a:lnTo>
                  <a:pt x="1272" y="221"/>
                </a:lnTo>
                <a:lnTo>
                  <a:pt x="1260" y="208"/>
                </a:lnTo>
                <a:lnTo>
                  <a:pt x="1246" y="196"/>
                </a:lnTo>
                <a:lnTo>
                  <a:pt x="1233" y="183"/>
                </a:lnTo>
                <a:lnTo>
                  <a:pt x="1219" y="171"/>
                </a:lnTo>
                <a:lnTo>
                  <a:pt x="1204" y="160"/>
                </a:lnTo>
                <a:lnTo>
                  <a:pt x="1189" y="149"/>
                </a:lnTo>
                <a:lnTo>
                  <a:pt x="1173" y="138"/>
                </a:lnTo>
                <a:lnTo>
                  <a:pt x="1157" y="127"/>
                </a:lnTo>
                <a:lnTo>
                  <a:pt x="1140" y="117"/>
                </a:lnTo>
                <a:lnTo>
                  <a:pt x="1123" y="107"/>
                </a:lnTo>
                <a:lnTo>
                  <a:pt x="1106" y="98"/>
                </a:lnTo>
                <a:lnTo>
                  <a:pt x="1088" y="89"/>
                </a:lnTo>
                <a:lnTo>
                  <a:pt x="1070" y="80"/>
                </a:lnTo>
                <a:lnTo>
                  <a:pt x="1051" y="72"/>
                </a:lnTo>
                <a:lnTo>
                  <a:pt x="1032" y="65"/>
                </a:lnTo>
                <a:lnTo>
                  <a:pt x="1013" y="57"/>
                </a:lnTo>
                <a:lnTo>
                  <a:pt x="993" y="50"/>
                </a:lnTo>
                <a:lnTo>
                  <a:pt x="974" y="44"/>
                </a:lnTo>
                <a:lnTo>
                  <a:pt x="953" y="38"/>
                </a:lnTo>
                <a:lnTo>
                  <a:pt x="933" y="32"/>
                </a:lnTo>
                <a:lnTo>
                  <a:pt x="912" y="27"/>
                </a:lnTo>
                <a:lnTo>
                  <a:pt x="892" y="23"/>
                </a:lnTo>
                <a:lnTo>
                  <a:pt x="871" y="19"/>
                </a:lnTo>
                <a:lnTo>
                  <a:pt x="849" y="15"/>
                </a:lnTo>
                <a:lnTo>
                  <a:pt x="828" y="12"/>
                </a:lnTo>
                <a:lnTo>
                  <a:pt x="807" y="9"/>
                </a:lnTo>
                <a:lnTo>
                  <a:pt x="785" y="7"/>
                </a:lnTo>
                <a:lnTo>
                  <a:pt x="763" y="5"/>
                </a:lnTo>
                <a:lnTo>
                  <a:pt x="742" y="4"/>
                </a:lnTo>
                <a:lnTo>
                  <a:pt x="720" y="3"/>
                </a:lnTo>
                <a:lnTo>
                  <a:pt x="698" y="3"/>
                </a:lnTo>
                <a:lnTo>
                  <a:pt x="676" y="3"/>
                </a:lnTo>
                <a:lnTo>
                  <a:pt x="654" y="4"/>
                </a:lnTo>
                <a:lnTo>
                  <a:pt x="633" y="5"/>
                </a:lnTo>
                <a:lnTo>
                  <a:pt x="611" y="7"/>
                </a:lnTo>
                <a:lnTo>
                  <a:pt x="589" y="9"/>
                </a:lnTo>
                <a:lnTo>
                  <a:pt x="568" y="12"/>
                </a:lnTo>
                <a:lnTo>
                  <a:pt x="547" y="15"/>
                </a:lnTo>
                <a:lnTo>
                  <a:pt x="525" y="19"/>
                </a:lnTo>
                <a:lnTo>
                  <a:pt x="504" y="23"/>
                </a:lnTo>
                <a:lnTo>
                  <a:pt x="483" y="27"/>
                </a:lnTo>
                <a:lnTo>
                  <a:pt x="463" y="32"/>
                </a:lnTo>
                <a:lnTo>
                  <a:pt x="442" y="38"/>
                </a:lnTo>
                <a:lnTo>
                  <a:pt x="422" y="44"/>
                </a:lnTo>
                <a:lnTo>
                  <a:pt x="402" y="50"/>
                </a:lnTo>
                <a:lnTo>
                  <a:pt x="383" y="57"/>
                </a:lnTo>
                <a:lnTo>
                  <a:pt x="364" y="65"/>
                </a:lnTo>
                <a:lnTo>
                  <a:pt x="345" y="72"/>
                </a:lnTo>
                <a:lnTo>
                  <a:pt x="326" y="80"/>
                </a:lnTo>
                <a:lnTo>
                  <a:pt x="308" y="89"/>
                </a:lnTo>
                <a:lnTo>
                  <a:pt x="290" y="98"/>
                </a:lnTo>
                <a:lnTo>
                  <a:pt x="273" y="107"/>
                </a:lnTo>
                <a:lnTo>
                  <a:pt x="255" y="117"/>
                </a:lnTo>
                <a:lnTo>
                  <a:pt x="239" y="127"/>
                </a:lnTo>
                <a:lnTo>
                  <a:pt x="223" y="138"/>
                </a:lnTo>
                <a:lnTo>
                  <a:pt x="207" y="149"/>
                </a:lnTo>
                <a:lnTo>
                  <a:pt x="192" y="160"/>
                </a:lnTo>
                <a:lnTo>
                  <a:pt x="177" y="171"/>
                </a:lnTo>
                <a:lnTo>
                  <a:pt x="163" y="183"/>
                </a:lnTo>
                <a:lnTo>
                  <a:pt x="149" y="196"/>
                </a:lnTo>
                <a:lnTo>
                  <a:pt x="136" y="208"/>
                </a:lnTo>
                <a:lnTo>
                  <a:pt x="124" y="221"/>
                </a:lnTo>
                <a:lnTo>
                  <a:pt x="112" y="234"/>
                </a:lnTo>
                <a:lnTo>
                  <a:pt x="100" y="247"/>
                </a:lnTo>
                <a:lnTo>
                  <a:pt x="90" y="261"/>
                </a:lnTo>
                <a:lnTo>
                  <a:pt x="79" y="275"/>
                </a:lnTo>
                <a:lnTo>
                  <a:pt x="70" y="289"/>
                </a:lnTo>
                <a:lnTo>
                  <a:pt x="61" y="303"/>
                </a:lnTo>
                <a:lnTo>
                  <a:pt x="53" y="317"/>
                </a:lnTo>
                <a:lnTo>
                  <a:pt x="45" y="332"/>
                </a:lnTo>
                <a:lnTo>
                  <a:pt x="38" y="347"/>
                </a:lnTo>
                <a:lnTo>
                  <a:pt x="31" y="362"/>
                </a:lnTo>
                <a:lnTo>
                  <a:pt x="26" y="377"/>
                </a:lnTo>
                <a:lnTo>
                  <a:pt x="21" y="392"/>
                </a:lnTo>
                <a:lnTo>
                  <a:pt x="16" y="407"/>
                </a:lnTo>
                <a:lnTo>
                  <a:pt x="12" y="423"/>
                </a:lnTo>
                <a:lnTo>
                  <a:pt x="9" y="438"/>
                </a:lnTo>
                <a:lnTo>
                  <a:pt x="7" y="454"/>
                </a:lnTo>
                <a:lnTo>
                  <a:pt x="5" y="469"/>
                </a:lnTo>
                <a:lnTo>
                  <a:pt x="4" y="485"/>
                </a:lnTo>
                <a:lnTo>
                  <a:pt x="4" y="500"/>
                </a:lnTo>
                <a:lnTo>
                  <a:pt x="4" y="516"/>
                </a:lnTo>
                <a:lnTo>
                  <a:pt x="5" y="532"/>
                </a:lnTo>
                <a:lnTo>
                  <a:pt x="7" y="547"/>
                </a:lnTo>
                <a:lnTo>
                  <a:pt x="9" y="563"/>
                </a:lnTo>
                <a:lnTo>
                  <a:pt x="12" y="578"/>
                </a:lnTo>
                <a:lnTo>
                  <a:pt x="16" y="593"/>
                </a:lnTo>
                <a:lnTo>
                  <a:pt x="21" y="609"/>
                </a:lnTo>
                <a:lnTo>
                  <a:pt x="26" y="624"/>
                </a:lnTo>
                <a:lnTo>
                  <a:pt x="31" y="639"/>
                </a:lnTo>
                <a:lnTo>
                  <a:pt x="38" y="654"/>
                </a:lnTo>
                <a:lnTo>
                  <a:pt x="45" y="669"/>
                </a:lnTo>
                <a:lnTo>
                  <a:pt x="53" y="683"/>
                </a:lnTo>
                <a:lnTo>
                  <a:pt x="61" y="698"/>
                </a:lnTo>
                <a:lnTo>
                  <a:pt x="70" y="712"/>
                </a:lnTo>
                <a:lnTo>
                  <a:pt x="79" y="726"/>
                </a:lnTo>
                <a:lnTo>
                  <a:pt x="90" y="740"/>
                </a:lnTo>
                <a:lnTo>
                  <a:pt x="100" y="753"/>
                </a:lnTo>
                <a:lnTo>
                  <a:pt x="112" y="767"/>
                </a:lnTo>
                <a:lnTo>
                  <a:pt x="124" y="780"/>
                </a:lnTo>
                <a:lnTo>
                  <a:pt x="136" y="793"/>
                </a:lnTo>
                <a:lnTo>
                  <a:pt x="149" y="805"/>
                </a:lnTo>
                <a:lnTo>
                  <a:pt x="163" y="817"/>
                </a:lnTo>
                <a:lnTo>
                  <a:pt x="177" y="830"/>
                </a:lnTo>
                <a:lnTo>
                  <a:pt x="192" y="842"/>
                </a:lnTo>
                <a:lnTo>
                  <a:pt x="207" y="853"/>
                </a:lnTo>
                <a:lnTo>
                  <a:pt x="223" y="864"/>
                </a:lnTo>
                <a:lnTo>
                  <a:pt x="239" y="874"/>
                </a:lnTo>
                <a:lnTo>
                  <a:pt x="255" y="884"/>
                </a:lnTo>
                <a:lnTo>
                  <a:pt x="273" y="894"/>
                </a:lnTo>
                <a:lnTo>
                  <a:pt x="290" y="904"/>
                </a:lnTo>
                <a:lnTo>
                  <a:pt x="308" y="913"/>
                </a:lnTo>
                <a:lnTo>
                  <a:pt x="326" y="921"/>
                </a:lnTo>
                <a:lnTo>
                  <a:pt x="345" y="929"/>
                </a:lnTo>
                <a:lnTo>
                  <a:pt x="364" y="937"/>
                </a:lnTo>
                <a:lnTo>
                  <a:pt x="383" y="944"/>
                </a:lnTo>
                <a:lnTo>
                  <a:pt x="402" y="951"/>
                </a:lnTo>
                <a:lnTo>
                  <a:pt x="422" y="958"/>
                </a:lnTo>
                <a:lnTo>
                  <a:pt x="442" y="964"/>
                </a:lnTo>
                <a:lnTo>
                  <a:pt x="463" y="969"/>
                </a:lnTo>
                <a:lnTo>
                  <a:pt x="483" y="974"/>
                </a:lnTo>
                <a:lnTo>
                  <a:pt x="504" y="979"/>
                </a:lnTo>
                <a:lnTo>
                  <a:pt x="525" y="983"/>
                </a:lnTo>
                <a:lnTo>
                  <a:pt x="547" y="987"/>
                </a:lnTo>
                <a:lnTo>
                  <a:pt x="568" y="990"/>
                </a:lnTo>
                <a:lnTo>
                  <a:pt x="589" y="992"/>
                </a:lnTo>
                <a:lnTo>
                  <a:pt x="611" y="995"/>
                </a:lnTo>
                <a:lnTo>
                  <a:pt x="633" y="996"/>
                </a:lnTo>
                <a:lnTo>
                  <a:pt x="654" y="998"/>
                </a:lnTo>
                <a:lnTo>
                  <a:pt x="676" y="998"/>
                </a:lnTo>
                <a:lnTo>
                  <a:pt x="698" y="999"/>
                </a:lnTo>
                <a:lnTo>
                  <a:pt x="720" y="998"/>
                </a:lnTo>
                <a:lnTo>
                  <a:pt x="742" y="998"/>
                </a:lnTo>
                <a:lnTo>
                  <a:pt x="763" y="996"/>
                </a:lnTo>
                <a:lnTo>
                  <a:pt x="785" y="995"/>
                </a:lnTo>
                <a:lnTo>
                  <a:pt x="807" y="992"/>
                </a:lnTo>
                <a:lnTo>
                  <a:pt x="828" y="990"/>
                </a:lnTo>
                <a:lnTo>
                  <a:pt x="849" y="987"/>
                </a:lnTo>
                <a:lnTo>
                  <a:pt x="871" y="983"/>
                </a:lnTo>
                <a:lnTo>
                  <a:pt x="892" y="979"/>
                </a:lnTo>
                <a:lnTo>
                  <a:pt x="912" y="974"/>
                </a:lnTo>
                <a:lnTo>
                  <a:pt x="933" y="969"/>
                </a:lnTo>
                <a:lnTo>
                  <a:pt x="953" y="964"/>
                </a:lnTo>
                <a:lnTo>
                  <a:pt x="974" y="958"/>
                </a:lnTo>
                <a:lnTo>
                  <a:pt x="993" y="951"/>
                </a:lnTo>
                <a:lnTo>
                  <a:pt x="1013" y="944"/>
                </a:lnTo>
                <a:lnTo>
                  <a:pt x="1032" y="937"/>
                </a:lnTo>
                <a:lnTo>
                  <a:pt x="1051" y="929"/>
                </a:lnTo>
                <a:lnTo>
                  <a:pt x="1070" y="921"/>
                </a:lnTo>
                <a:lnTo>
                  <a:pt x="1088" y="913"/>
                </a:lnTo>
                <a:lnTo>
                  <a:pt x="1106" y="904"/>
                </a:lnTo>
                <a:lnTo>
                  <a:pt x="1123" y="894"/>
                </a:lnTo>
                <a:lnTo>
                  <a:pt x="1140" y="884"/>
                </a:lnTo>
                <a:lnTo>
                  <a:pt x="1157" y="874"/>
                </a:lnTo>
                <a:lnTo>
                  <a:pt x="1173" y="864"/>
                </a:lnTo>
                <a:lnTo>
                  <a:pt x="1189" y="853"/>
                </a:lnTo>
                <a:lnTo>
                  <a:pt x="1204" y="842"/>
                </a:lnTo>
                <a:lnTo>
                  <a:pt x="1219" y="830"/>
                </a:lnTo>
                <a:lnTo>
                  <a:pt x="1233" y="817"/>
                </a:lnTo>
                <a:lnTo>
                  <a:pt x="1246" y="805"/>
                </a:lnTo>
                <a:lnTo>
                  <a:pt x="1260" y="793"/>
                </a:lnTo>
                <a:lnTo>
                  <a:pt x="1272" y="780"/>
                </a:lnTo>
                <a:lnTo>
                  <a:pt x="1284" y="767"/>
                </a:lnTo>
                <a:lnTo>
                  <a:pt x="1295" y="753"/>
                </a:lnTo>
                <a:lnTo>
                  <a:pt x="1306" y="740"/>
                </a:lnTo>
                <a:lnTo>
                  <a:pt x="1316" y="726"/>
                </a:lnTo>
                <a:lnTo>
                  <a:pt x="1326" y="712"/>
                </a:lnTo>
                <a:lnTo>
                  <a:pt x="1335" y="698"/>
                </a:lnTo>
                <a:lnTo>
                  <a:pt x="1344" y="683"/>
                </a:lnTo>
                <a:lnTo>
                  <a:pt x="1352" y="669"/>
                </a:lnTo>
                <a:lnTo>
                  <a:pt x="1359" y="654"/>
                </a:lnTo>
                <a:lnTo>
                  <a:pt x="1366" y="639"/>
                </a:lnTo>
                <a:lnTo>
                  <a:pt x="1371" y="624"/>
                </a:lnTo>
                <a:lnTo>
                  <a:pt x="1376" y="609"/>
                </a:lnTo>
                <a:lnTo>
                  <a:pt x="1381" y="593"/>
                </a:lnTo>
                <a:lnTo>
                  <a:pt x="1385" y="578"/>
                </a:lnTo>
                <a:lnTo>
                  <a:pt x="1388" y="563"/>
                </a:lnTo>
                <a:lnTo>
                  <a:pt x="1390" y="547"/>
                </a:lnTo>
                <a:lnTo>
                  <a:pt x="1392" y="532"/>
                </a:lnTo>
                <a:lnTo>
                  <a:pt x="1393" y="516"/>
                </a:lnTo>
                <a:lnTo>
                  <a:pt x="1393" y="500"/>
                </a:lnTo>
                <a:moveTo>
                  <a:pt x="1397" y="500"/>
                </a:moveTo>
                <a:lnTo>
                  <a:pt x="1397" y="516"/>
                </a:lnTo>
                <a:lnTo>
                  <a:pt x="1396" y="532"/>
                </a:lnTo>
                <a:lnTo>
                  <a:pt x="1394" y="547"/>
                </a:lnTo>
                <a:lnTo>
                  <a:pt x="1391" y="563"/>
                </a:lnTo>
                <a:lnTo>
                  <a:pt x="1388" y="579"/>
                </a:lnTo>
                <a:lnTo>
                  <a:pt x="1385" y="594"/>
                </a:lnTo>
                <a:lnTo>
                  <a:pt x="1380" y="609"/>
                </a:lnTo>
                <a:lnTo>
                  <a:pt x="1375" y="625"/>
                </a:lnTo>
                <a:lnTo>
                  <a:pt x="1369" y="640"/>
                </a:lnTo>
                <a:lnTo>
                  <a:pt x="1363" y="655"/>
                </a:lnTo>
                <a:lnTo>
                  <a:pt x="1356" y="670"/>
                </a:lnTo>
                <a:lnTo>
                  <a:pt x="1348" y="684"/>
                </a:lnTo>
                <a:lnTo>
                  <a:pt x="1340" y="699"/>
                </a:lnTo>
                <a:lnTo>
                  <a:pt x="1330" y="713"/>
                </a:lnTo>
                <a:lnTo>
                  <a:pt x="1320" y="727"/>
                </a:lnTo>
                <a:lnTo>
                  <a:pt x="1310" y="741"/>
                </a:lnTo>
                <a:lnTo>
                  <a:pt x="1299" y="755"/>
                </a:lnTo>
                <a:lnTo>
                  <a:pt x="1287" y="768"/>
                </a:lnTo>
                <a:lnTo>
                  <a:pt x="1275" y="781"/>
                </a:lnTo>
                <a:lnTo>
                  <a:pt x="1263" y="794"/>
                </a:lnTo>
                <a:lnTo>
                  <a:pt x="1249" y="807"/>
                </a:lnTo>
                <a:lnTo>
                  <a:pt x="1236" y="819"/>
                </a:lnTo>
                <a:lnTo>
                  <a:pt x="1222" y="832"/>
                </a:lnTo>
                <a:lnTo>
                  <a:pt x="1207" y="844"/>
                </a:lnTo>
                <a:lnTo>
                  <a:pt x="1192" y="855"/>
                </a:lnTo>
                <a:lnTo>
                  <a:pt x="1176" y="866"/>
                </a:lnTo>
                <a:lnTo>
                  <a:pt x="1160" y="876"/>
                </a:lnTo>
                <a:lnTo>
                  <a:pt x="1143" y="887"/>
                </a:lnTo>
                <a:lnTo>
                  <a:pt x="1126" y="896"/>
                </a:lnTo>
                <a:lnTo>
                  <a:pt x="1108" y="906"/>
                </a:lnTo>
                <a:lnTo>
                  <a:pt x="1090" y="915"/>
                </a:lnTo>
                <a:lnTo>
                  <a:pt x="1072" y="924"/>
                </a:lnTo>
                <a:lnTo>
                  <a:pt x="1053" y="932"/>
                </a:lnTo>
                <a:lnTo>
                  <a:pt x="1034" y="940"/>
                </a:lnTo>
                <a:lnTo>
                  <a:pt x="1015" y="947"/>
                </a:lnTo>
                <a:lnTo>
                  <a:pt x="995" y="954"/>
                </a:lnTo>
                <a:lnTo>
                  <a:pt x="975" y="960"/>
                </a:lnTo>
                <a:lnTo>
                  <a:pt x="955" y="966"/>
                </a:lnTo>
                <a:lnTo>
                  <a:pt x="934" y="972"/>
                </a:lnTo>
                <a:lnTo>
                  <a:pt x="914" y="977"/>
                </a:lnTo>
                <a:lnTo>
                  <a:pt x="893" y="982"/>
                </a:lnTo>
                <a:lnTo>
                  <a:pt x="872" y="986"/>
                </a:lnTo>
                <a:lnTo>
                  <a:pt x="850" y="989"/>
                </a:lnTo>
                <a:lnTo>
                  <a:pt x="829" y="993"/>
                </a:lnTo>
                <a:lnTo>
                  <a:pt x="807" y="995"/>
                </a:lnTo>
                <a:lnTo>
                  <a:pt x="785" y="997"/>
                </a:lnTo>
                <a:lnTo>
                  <a:pt x="764" y="999"/>
                </a:lnTo>
                <a:lnTo>
                  <a:pt x="742" y="1000"/>
                </a:lnTo>
                <a:lnTo>
                  <a:pt x="720" y="1001"/>
                </a:lnTo>
                <a:lnTo>
                  <a:pt x="698" y="1001"/>
                </a:lnTo>
                <a:lnTo>
                  <a:pt x="676" y="1001"/>
                </a:lnTo>
                <a:lnTo>
                  <a:pt x="654" y="1000"/>
                </a:lnTo>
                <a:lnTo>
                  <a:pt x="632" y="999"/>
                </a:lnTo>
                <a:lnTo>
                  <a:pt x="610" y="997"/>
                </a:lnTo>
                <a:lnTo>
                  <a:pt x="589" y="995"/>
                </a:lnTo>
                <a:lnTo>
                  <a:pt x="567" y="993"/>
                </a:lnTo>
                <a:lnTo>
                  <a:pt x="546" y="989"/>
                </a:lnTo>
                <a:lnTo>
                  <a:pt x="524" y="986"/>
                </a:lnTo>
                <a:lnTo>
                  <a:pt x="503" y="982"/>
                </a:lnTo>
                <a:lnTo>
                  <a:pt x="482" y="977"/>
                </a:lnTo>
                <a:lnTo>
                  <a:pt x="462" y="972"/>
                </a:lnTo>
                <a:lnTo>
                  <a:pt x="441" y="966"/>
                </a:lnTo>
                <a:lnTo>
                  <a:pt x="421" y="960"/>
                </a:lnTo>
                <a:lnTo>
                  <a:pt x="401" y="954"/>
                </a:lnTo>
                <a:lnTo>
                  <a:pt x="381" y="947"/>
                </a:lnTo>
                <a:lnTo>
                  <a:pt x="362" y="940"/>
                </a:lnTo>
                <a:lnTo>
                  <a:pt x="343" y="932"/>
                </a:lnTo>
                <a:lnTo>
                  <a:pt x="324" y="924"/>
                </a:lnTo>
                <a:lnTo>
                  <a:pt x="306" y="915"/>
                </a:lnTo>
                <a:lnTo>
                  <a:pt x="288" y="906"/>
                </a:lnTo>
                <a:lnTo>
                  <a:pt x="270" y="896"/>
                </a:lnTo>
                <a:lnTo>
                  <a:pt x="253" y="887"/>
                </a:lnTo>
                <a:lnTo>
                  <a:pt x="236" y="876"/>
                </a:lnTo>
                <a:lnTo>
                  <a:pt x="220" y="866"/>
                </a:lnTo>
                <a:lnTo>
                  <a:pt x="204" y="855"/>
                </a:lnTo>
                <a:lnTo>
                  <a:pt x="189" y="844"/>
                </a:lnTo>
                <a:lnTo>
                  <a:pt x="174" y="832"/>
                </a:lnTo>
                <a:lnTo>
                  <a:pt x="160" y="819"/>
                </a:lnTo>
                <a:lnTo>
                  <a:pt x="146" y="807"/>
                </a:lnTo>
                <a:lnTo>
                  <a:pt x="133" y="794"/>
                </a:lnTo>
                <a:lnTo>
                  <a:pt x="121" y="781"/>
                </a:lnTo>
                <a:lnTo>
                  <a:pt x="109" y="768"/>
                </a:lnTo>
                <a:lnTo>
                  <a:pt x="97" y="755"/>
                </a:lnTo>
                <a:lnTo>
                  <a:pt x="86" y="741"/>
                </a:lnTo>
                <a:lnTo>
                  <a:pt x="76" y="727"/>
                </a:lnTo>
                <a:lnTo>
                  <a:pt x="66" y="713"/>
                </a:lnTo>
                <a:lnTo>
                  <a:pt x="57" y="699"/>
                </a:lnTo>
                <a:lnTo>
                  <a:pt x="49" y="684"/>
                </a:lnTo>
                <a:lnTo>
                  <a:pt x="41" y="670"/>
                </a:lnTo>
                <a:lnTo>
                  <a:pt x="34" y="655"/>
                </a:lnTo>
                <a:lnTo>
                  <a:pt x="28" y="640"/>
                </a:lnTo>
                <a:lnTo>
                  <a:pt x="22" y="625"/>
                </a:lnTo>
                <a:lnTo>
                  <a:pt x="17" y="609"/>
                </a:lnTo>
                <a:lnTo>
                  <a:pt x="12" y="594"/>
                </a:lnTo>
                <a:lnTo>
                  <a:pt x="9" y="579"/>
                </a:lnTo>
                <a:lnTo>
                  <a:pt x="5" y="563"/>
                </a:lnTo>
                <a:lnTo>
                  <a:pt x="3" y="547"/>
                </a:lnTo>
                <a:lnTo>
                  <a:pt x="1" y="532"/>
                </a:lnTo>
                <a:lnTo>
                  <a:pt x="0" y="516"/>
                </a:lnTo>
                <a:lnTo>
                  <a:pt x="0" y="500"/>
                </a:lnTo>
                <a:lnTo>
                  <a:pt x="0" y="485"/>
                </a:lnTo>
                <a:lnTo>
                  <a:pt x="1" y="469"/>
                </a:lnTo>
                <a:lnTo>
                  <a:pt x="3" y="453"/>
                </a:lnTo>
                <a:lnTo>
                  <a:pt x="5" y="438"/>
                </a:lnTo>
                <a:lnTo>
                  <a:pt x="9" y="422"/>
                </a:lnTo>
                <a:lnTo>
                  <a:pt x="12" y="407"/>
                </a:lnTo>
                <a:lnTo>
                  <a:pt x="17" y="391"/>
                </a:lnTo>
                <a:lnTo>
                  <a:pt x="22" y="376"/>
                </a:lnTo>
                <a:lnTo>
                  <a:pt x="28" y="361"/>
                </a:lnTo>
                <a:lnTo>
                  <a:pt x="34" y="346"/>
                </a:lnTo>
                <a:lnTo>
                  <a:pt x="41" y="331"/>
                </a:lnTo>
                <a:lnTo>
                  <a:pt x="49" y="316"/>
                </a:lnTo>
                <a:lnTo>
                  <a:pt x="57" y="302"/>
                </a:lnTo>
                <a:lnTo>
                  <a:pt x="66" y="287"/>
                </a:lnTo>
                <a:lnTo>
                  <a:pt x="76" y="273"/>
                </a:lnTo>
                <a:lnTo>
                  <a:pt x="86" y="259"/>
                </a:lnTo>
                <a:lnTo>
                  <a:pt x="97" y="246"/>
                </a:lnTo>
                <a:lnTo>
                  <a:pt x="109" y="232"/>
                </a:lnTo>
                <a:lnTo>
                  <a:pt x="121" y="219"/>
                </a:lnTo>
                <a:lnTo>
                  <a:pt x="133" y="206"/>
                </a:lnTo>
                <a:lnTo>
                  <a:pt x="146" y="194"/>
                </a:lnTo>
                <a:lnTo>
                  <a:pt x="160" y="182"/>
                </a:lnTo>
                <a:lnTo>
                  <a:pt x="174" y="170"/>
                </a:lnTo>
                <a:lnTo>
                  <a:pt x="189" y="158"/>
                </a:lnTo>
                <a:lnTo>
                  <a:pt x="204" y="147"/>
                </a:lnTo>
                <a:lnTo>
                  <a:pt x="220" y="136"/>
                </a:lnTo>
                <a:lnTo>
                  <a:pt x="236" y="125"/>
                </a:lnTo>
                <a:lnTo>
                  <a:pt x="253" y="115"/>
                </a:lnTo>
                <a:lnTo>
                  <a:pt x="270" y="105"/>
                </a:lnTo>
                <a:lnTo>
                  <a:pt x="288" y="96"/>
                </a:lnTo>
                <a:lnTo>
                  <a:pt x="306" y="87"/>
                </a:lnTo>
                <a:lnTo>
                  <a:pt x="324" y="78"/>
                </a:lnTo>
                <a:lnTo>
                  <a:pt x="343" y="70"/>
                </a:lnTo>
                <a:lnTo>
                  <a:pt x="362" y="62"/>
                </a:lnTo>
                <a:lnTo>
                  <a:pt x="381" y="55"/>
                </a:lnTo>
                <a:lnTo>
                  <a:pt x="401" y="48"/>
                </a:lnTo>
                <a:lnTo>
                  <a:pt x="421" y="41"/>
                </a:lnTo>
                <a:lnTo>
                  <a:pt x="441" y="35"/>
                </a:lnTo>
                <a:lnTo>
                  <a:pt x="462" y="30"/>
                </a:lnTo>
                <a:lnTo>
                  <a:pt x="482" y="25"/>
                </a:lnTo>
                <a:lnTo>
                  <a:pt x="503" y="20"/>
                </a:lnTo>
                <a:lnTo>
                  <a:pt x="524" y="16"/>
                </a:lnTo>
                <a:lnTo>
                  <a:pt x="546" y="12"/>
                </a:lnTo>
                <a:lnTo>
                  <a:pt x="567" y="9"/>
                </a:lnTo>
                <a:lnTo>
                  <a:pt x="589" y="6"/>
                </a:lnTo>
                <a:lnTo>
                  <a:pt x="610" y="4"/>
                </a:lnTo>
                <a:lnTo>
                  <a:pt x="632" y="2"/>
                </a:lnTo>
                <a:lnTo>
                  <a:pt x="654" y="1"/>
                </a:lnTo>
                <a:lnTo>
                  <a:pt x="676" y="0"/>
                </a:lnTo>
                <a:lnTo>
                  <a:pt x="698" y="0"/>
                </a:lnTo>
                <a:lnTo>
                  <a:pt x="720" y="0"/>
                </a:lnTo>
                <a:lnTo>
                  <a:pt x="742" y="1"/>
                </a:lnTo>
                <a:lnTo>
                  <a:pt x="764" y="2"/>
                </a:lnTo>
                <a:lnTo>
                  <a:pt x="785" y="4"/>
                </a:lnTo>
                <a:lnTo>
                  <a:pt x="807" y="6"/>
                </a:lnTo>
                <a:lnTo>
                  <a:pt x="829" y="9"/>
                </a:lnTo>
                <a:lnTo>
                  <a:pt x="850" y="12"/>
                </a:lnTo>
                <a:lnTo>
                  <a:pt x="872" y="16"/>
                </a:lnTo>
                <a:lnTo>
                  <a:pt x="893" y="20"/>
                </a:lnTo>
                <a:lnTo>
                  <a:pt x="914" y="25"/>
                </a:lnTo>
                <a:lnTo>
                  <a:pt x="934" y="30"/>
                </a:lnTo>
                <a:lnTo>
                  <a:pt x="955" y="35"/>
                </a:lnTo>
                <a:lnTo>
                  <a:pt x="975" y="41"/>
                </a:lnTo>
                <a:lnTo>
                  <a:pt x="995" y="48"/>
                </a:lnTo>
                <a:lnTo>
                  <a:pt x="1015" y="55"/>
                </a:lnTo>
                <a:lnTo>
                  <a:pt x="1034" y="62"/>
                </a:lnTo>
                <a:lnTo>
                  <a:pt x="1053" y="70"/>
                </a:lnTo>
                <a:lnTo>
                  <a:pt x="1072" y="78"/>
                </a:lnTo>
                <a:lnTo>
                  <a:pt x="1090" y="87"/>
                </a:lnTo>
                <a:lnTo>
                  <a:pt x="1108" y="96"/>
                </a:lnTo>
                <a:lnTo>
                  <a:pt x="1126" y="105"/>
                </a:lnTo>
                <a:lnTo>
                  <a:pt x="1143" y="115"/>
                </a:lnTo>
                <a:lnTo>
                  <a:pt x="1160" y="125"/>
                </a:lnTo>
                <a:lnTo>
                  <a:pt x="1176" y="136"/>
                </a:lnTo>
                <a:lnTo>
                  <a:pt x="1192" y="147"/>
                </a:lnTo>
                <a:lnTo>
                  <a:pt x="1207" y="158"/>
                </a:lnTo>
                <a:lnTo>
                  <a:pt x="1222" y="170"/>
                </a:lnTo>
                <a:lnTo>
                  <a:pt x="1236" y="182"/>
                </a:lnTo>
                <a:lnTo>
                  <a:pt x="1249" y="194"/>
                </a:lnTo>
                <a:lnTo>
                  <a:pt x="1263" y="206"/>
                </a:lnTo>
                <a:lnTo>
                  <a:pt x="1275" y="219"/>
                </a:lnTo>
                <a:lnTo>
                  <a:pt x="1287" y="232"/>
                </a:lnTo>
                <a:lnTo>
                  <a:pt x="1299" y="246"/>
                </a:lnTo>
                <a:lnTo>
                  <a:pt x="1310" y="259"/>
                </a:lnTo>
                <a:lnTo>
                  <a:pt x="1320" y="273"/>
                </a:lnTo>
                <a:lnTo>
                  <a:pt x="1330" y="287"/>
                </a:lnTo>
                <a:lnTo>
                  <a:pt x="1340" y="302"/>
                </a:lnTo>
                <a:lnTo>
                  <a:pt x="1348" y="316"/>
                </a:lnTo>
                <a:lnTo>
                  <a:pt x="1356" y="331"/>
                </a:lnTo>
                <a:lnTo>
                  <a:pt x="1363" y="346"/>
                </a:lnTo>
                <a:lnTo>
                  <a:pt x="1369" y="361"/>
                </a:lnTo>
                <a:lnTo>
                  <a:pt x="1375" y="376"/>
                </a:lnTo>
                <a:lnTo>
                  <a:pt x="1380" y="391"/>
                </a:lnTo>
                <a:lnTo>
                  <a:pt x="1385" y="407"/>
                </a:lnTo>
                <a:lnTo>
                  <a:pt x="1388" y="422"/>
                </a:lnTo>
                <a:lnTo>
                  <a:pt x="1391" y="438"/>
                </a:lnTo>
                <a:lnTo>
                  <a:pt x="1394" y="453"/>
                </a:lnTo>
                <a:lnTo>
                  <a:pt x="1396" y="469"/>
                </a:lnTo>
                <a:lnTo>
                  <a:pt x="1397" y="485"/>
                </a:lnTo>
                <a:lnTo>
                  <a:pt x="1397" y="500"/>
                </a:lnTo>
                <a:close/>
              </a:path>
            </a:pathLst>
          </a:custGeom>
          <a:solidFill>
            <a:srgbClr val="ffb3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8" name=""/>
          <p:cNvSpPr/>
          <p:nvPr/>
        </p:nvSpPr>
        <p:spPr>
          <a:xfrm>
            <a:off x="7809840" y="2763000"/>
            <a:ext cx="505800" cy="362520"/>
          </a:xfrm>
          <a:custGeom>
            <a:avLst/>
            <a:gdLst/>
            <a:ahLst/>
            <a:rect l="0" t="0" r="r" b="b"/>
            <a:pathLst>
              <a:path w="1405" h="1007">
                <a:moveTo>
                  <a:pt x="1401" y="503"/>
                </a:moveTo>
                <a:lnTo>
                  <a:pt x="1401" y="488"/>
                </a:lnTo>
                <a:lnTo>
                  <a:pt x="1400" y="472"/>
                </a:lnTo>
                <a:lnTo>
                  <a:pt x="1398" y="456"/>
                </a:lnTo>
                <a:lnTo>
                  <a:pt x="1395" y="441"/>
                </a:lnTo>
                <a:lnTo>
                  <a:pt x="1392" y="425"/>
                </a:lnTo>
                <a:lnTo>
                  <a:pt x="1389" y="410"/>
                </a:lnTo>
                <a:lnTo>
                  <a:pt x="1384" y="394"/>
                </a:lnTo>
                <a:lnTo>
                  <a:pt x="1379" y="379"/>
                </a:lnTo>
                <a:lnTo>
                  <a:pt x="1373" y="364"/>
                </a:lnTo>
                <a:lnTo>
                  <a:pt x="1367" y="349"/>
                </a:lnTo>
                <a:lnTo>
                  <a:pt x="1360" y="334"/>
                </a:lnTo>
                <a:lnTo>
                  <a:pt x="1352" y="319"/>
                </a:lnTo>
                <a:lnTo>
                  <a:pt x="1344" y="305"/>
                </a:lnTo>
                <a:lnTo>
                  <a:pt x="1335" y="290"/>
                </a:lnTo>
                <a:lnTo>
                  <a:pt x="1325" y="276"/>
                </a:lnTo>
                <a:lnTo>
                  <a:pt x="1315" y="262"/>
                </a:lnTo>
                <a:lnTo>
                  <a:pt x="1304" y="249"/>
                </a:lnTo>
                <a:lnTo>
                  <a:pt x="1292" y="235"/>
                </a:lnTo>
                <a:lnTo>
                  <a:pt x="1280" y="222"/>
                </a:lnTo>
                <a:lnTo>
                  <a:pt x="1268" y="209"/>
                </a:lnTo>
                <a:lnTo>
                  <a:pt x="1254" y="197"/>
                </a:lnTo>
                <a:lnTo>
                  <a:pt x="1241" y="185"/>
                </a:lnTo>
                <a:lnTo>
                  <a:pt x="1227" y="173"/>
                </a:lnTo>
                <a:lnTo>
                  <a:pt x="1212" y="161"/>
                </a:lnTo>
                <a:lnTo>
                  <a:pt x="1197" y="150"/>
                </a:lnTo>
                <a:lnTo>
                  <a:pt x="1181" y="139"/>
                </a:lnTo>
                <a:lnTo>
                  <a:pt x="1165" y="128"/>
                </a:lnTo>
                <a:lnTo>
                  <a:pt x="1148" y="118"/>
                </a:lnTo>
                <a:lnTo>
                  <a:pt x="1131" y="108"/>
                </a:lnTo>
                <a:lnTo>
                  <a:pt x="1113" y="99"/>
                </a:lnTo>
                <a:lnTo>
                  <a:pt x="1095" y="90"/>
                </a:lnTo>
                <a:lnTo>
                  <a:pt x="1077" y="81"/>
                </a:lnTo>
                <a:lnTo>
                  <a:pt x="1058" y="73"/>
                </a:lnTo>
                <a:lnTo>
                  <a:pt x="1039" y="65"/>
                </a:lnTo>
                <a:lnTo>
                  <a:pt x="1020" y="58"/>
                </a:lnTo>
                <a:lnTo>
                  <a:pt x="1000" y="51"/>
                </a:lnTo>
                <a:lnTo>
                  <a:pt x="980" y="44"/>
                </a:lnTo>
                <a:lnTo>
                  <a:pt x="960" y="38"/>
                </a:lnTo>
                <a:lnTo>
                  <a:pt x="939" y="33"/>
                </a:lnTo>
                <a:lnTo>
                  <a:pt x="919" y="28"/>
                </a:lnTo>
                <a:lnTo>
                  <a:pt x="898" y="23"/>
                </a:lnTo>
                <a:lnTo>
                  <a:pt x="877" y="19"/>
                </a:lnTo>
                <a:lnTo>
                  <a:pt x="855" y="15"/>
                </a:lnTo>
                <a:lnTo>
                  <a:pt x="834" y="12"/>
                </a:lnTo>
                <a:lnTo>
                  <a:pt x="812" y="9"/>
                </a:lnTo>
                <a:lnTo>
                  <a:pt x="790" y="7"/>
                </a:lnTo>
                <a:lnTo>
                  <a:pt x="769" y="5"/>
                </a:lnTo>
                <a:lnTo>
                  <a:pt x="747" y="4"/>
                </a:lnTo>
                <a:lnTo>
                  <a:pt x="725" y="3"/>
                </a:lnTo>
                <a:lnTo>
                  <a:pt x="703" y="3"/>
                </a:lnTo>
                <a:lnTo>
                  <a:pt x="681" y="3"/>
                </a:lnTo>
                <a:lnTo>
                  <a:pt x="659" y="4"/>
                </a:lnTo>
                <a:lnTo>
                  <a:pt x="637" y="5"/>
                </a:lnTo>
                <a:lnTo>
                  <a:pt x="615" y="7"/>
                </a:lnTo>
                <a:lnTo>
                  <a:pt x="594" y="9"/>
                </a:lnTo>
                <a:lnTo>
                  <a:pt x="572" y="12"/>
                </a:lnTo>
                <a:lnTo>
                  <a:pt x="551" y="15"/>
                </a:lnTo>
                <a:lnTo>
                  <a:pt x="529" y="19"/>
                </a:lnTo>
                <a:lnTo>
                  <a:pt x="508" y="23"/>
                </a:lnTo>
                <a:lnTo>
                  <a:pt x="487" y="28"/>
                </a:lnTo>
                <a:lnTo>
                  <a:pt x="467" y="33"/>
                </a:lnTo>
                <a:lnTo>
                  <a:pt x="446" y="38"/>
                </a:lnTo>
                <a:lnTo>
                  <a:pt x="426" y="44"/>
                </a:lnTo>
                <a:lnTo>
                  <a:pt x="406" y="51"/>
                </a:lnTo>
                <a:lnTo>
                  <a:pt x="386" y="58"/>
                </a:lnTo>
                <a:lnTo>
                  <a:pt x="367" y="65"/>
                </a:lnTo>
                <a:lnTo>
                  <a:pt x="348" y="73"/>
                </a:lnTo>
                <a:lnTo>
                  <a:pt x="329" y="81"/>
                </a:lnTo>
                <a:lnTo>
                  <a:pt x="311" y="90"/>
                </a:lnTo>
                <a:lnTo>
                  <a:pt x="293" y="99"/>
                </a:lnTo>
                <a:lnTo>
                  <a:pt x="275" y="108"/>
                </a:lnTo>
                <a:lnTo>
                  <a:pt x="258" y="118"/>
                </a:lnTo>
                <a:lnTo>
                  <a:pt x="241" y="128"/>
                </a:lnTo>
                <a:lnTo>
                  <a:pt x="225" y="139"/>
                </a:lnTo>
                <a:lnTo>
                  <a:pt x="209" y="150"/>
                </a:lnTo>
                <a:lnTo>
                  <a:pt x="194" y="161"/>
                </a:lnTo>
                <a:lnTo>
                  <a:pt x="179" y="173"/>
                </a:lnTo>
                <a:lnTo>
                  <a:pt x="165" y="185"/>
                </a:lnTo>
                <a:lnTo>
                  <a:pt x="151" y="197"/>
                </a:lnTo>
                <a:lnTo>
                  <a:pt x="138" y="209"/>
                </a:lnTo>
                <a:lnTo>
                  <a:pt x="126" y="222"/>
                </a:lnTo>
                <a:lnTo>
                  <a:pt x="114" y="235"/>
                </a:lnTo>
                <a:lnTo>
                  <a:pt x="102" y="249"/>
                </a:lnTo>
                <a:lnTo>
                  <a:pt x="91" y="262"/>
                </a:lnTo>
                <a:lnTo>
                  <a:pt x="81" y="276"/>
                </a:lnTo>
                <a:lnTo>
                  <a:pt x="71" y="290"/>
                </a:lnTo>
                <a:lnTo>
                  <a:pt x="62" y="305"/>
                </a:lnTo>
                <a:lnTo>
                  <a:pt x="54" y="319"/>
                </a:lnTo>
                <a:lnTo>
                  <a:pt x="45" y="334"/>
                </a:lnTo>
                <a:lnTo>
                  <a:pt x="38" y="349"/>
                </a:lnTo>
                <a:lnTo>
                  <a:pt x="32" y="364"/>
                </a:lnTo>
                <a:lnTo>
                  <a:pt x="26" y="379"/>
                </a:lnTo>
                <a:lnTo>
                  <a:pt x="21" y="394"/>
                </a:lnTo>
                <a:lnTo>
                  <a:pt x="16" y="410"/>
                </a:lnTo>
                <a:lnTo>
                  <a:pt x="13" y="425"/>
                </a:lnTo>
                <a:lnTo>
                  <a:pt x="9" y="441"/>
                </a:lnTo>
                <a:lnTo>
                  <a:pt x="7" y="456"/>
                </a:lnTo>
                <a:lnTo>
                  <a:pt x="5" y="472"/>
                </a:lnTo>
                <a:lnTo>
                  <a:pt x="4" y="488"/>
                </a:lnTo>
                <a:lnTo>
                  <a:pt x="4" y="503"/>
                </a:lnTo>
                <a:lnTo>
                  <a:pt x="4" y="519"/>
                </a:lnTo>
                <a:lnTo>
                  <a:pt x="5" y="535"/>
                </a:lnTo>
                <a:lnTo>
                  <a:pt x="7" y="550"/>
                </a:lnTo>
                <a:lnTo>
                  <a:pt x="9" y="566"/>
                </a:lnTo>
                <a:lnTo>
                  <a:pt x="13" y="582"/>
                </a:lnTo>
                <a:lnTo>
                  <a:pt x="16" y="597"/>
                </a:lnTo>
                <a:lnTo>
                  <a:pt x="21" y="612"/>
                </a:lnTo>
                <a:lnTo>
                  <a:pt x="26" y="628"/>
                </a:lnTo>
                <a:lnTo>
                  <a:pt x="32" y="643"/>
                </a:lnTo>
                <a:lnTo>
                  <a:pt x="38" y="658"/>
                </a:lnTo>
                <a:lnTo>
                  <a:pt x="45" y="673"/>
                </a:lnTo>
                <a:lnTo>
                  <a:pt x="54" y="687"/>
                </a:lnTo>
                <a:lnTo>
                  <a:pt x="62" y="702"/>
                </a:lnTo>
                <a:lnTo>
                  <a:pt x="71" y="716"/>
                </a:lnTo>
                <a:lnTo>
                  <a:pt x="81" y="730"/>
                </a:lnTo>
                <a:lnTo>
                  <a:pt x="91" y="744"/>
                </a:lnTo>
                <a:lnTo>
                  <a:pt x="102" y="758"/>
                </a:lnTo>
                <a:lnTo>
                  <a:pt x="114" y="771"/>
                </a:lnTo>
                <a:lnTo>
                  <a:pt x="126" y="784"/>
                </a:lnTo>
                <a:lnTo>
                  <a:pt x="138" y="797"/>
                </a:lnTo>
                <a:lnTo>
                  <a:pt x="151" y="810"/>
                </a:lnTo>
                <a:lnTo>
                  <a:pt x="165" y="822"/>
                </a:lnTo>
                <a:lnTo>
                  <a:pt x="179" y="834"/>
                </a:lnTo>
                <a:lnTo>
                  <a:pt x="194" y="846"/>
                </a:lnTo>
                <a:lnTo>
                  <a:pt x="209" y="857"/>
                </a:lnTo>
                <a:lnTo>
                  <a:pt x="225" y="869"/>
                </a:lnTo>
                <a:lnTo>
                  <a:pt x="241" y="879"/>
                </a:lnTo>
                <a:lnTo>
                  <a:pt x="258" y="890"/>
                </a:lnTo>
                <a:lnTo>
                  <a:pt x="275" y="899"/>
                </a:lnTo>
                <a:lnTo>
                  <a:pt x="293" y="909"/>
                </a:lnTo>
                <a:lnTo>
                  <a:pt x="311" y="918"/>
                </a:lnTo>
                <a:lnTo>
                  <a:pt x="329" y="927"/>
                </a:lnTo>
                <a:lnTo>
                  <a:pt x="348" y="935"/>
                </a:lnTo>
                <a:lnTo>
                  <a:pt x="367" y="943"/>
                </a:lnTo>
                <a:lnTo>
                  <a:pt x="386" y="950"/>
                </a:lnTo>
                <a:lnTo>
                  <a:pt x="406" y="957"/>
                </a:lnTo>
                <a:lnTo>
                  <a:pt x="426" y="963"/>
                </a:lnTo>
                <a:lnTo>
                  <a:pt x="446" y="969"/>
                </a:lnTo>
                <a:lnTo>
                  <a:pt x="467" y="975"/>
                </a:lnTo>
                <a:lnTo>
                  <a:pt x="487" y="980"/>
                </a:lnTo>
                <a:lnTo>
                  <a:pt x="508" y="985"/>
                </a:lnTo>
                <a:lnTo>
                  <a:pt x="529" y="989"/>
                </a:lnTo>
                <a:lnTo>
                  <a:pt x="551" y="992"/>
                </a:lnTo>
                <a:lnTo>
                  <a:pt x="572" y="996"/>
                </a:lnTo>
                <a:lnTo>
                  <a:pt x="594" y="998"/>
                </a:lnTo>
                <a:lnTo>
                  <a:pt x="615" y="1000"/>
                </a:lnTo>
                <a:lnTo>
                  <a:pt x="637" y="1002"/>
                </a:lnTo>
                <a:lnTo>
                  <a:pt x="659" y="1003"/>
                </a:lnTo>
                <a:lnTo>
                  <a:pt x="681" y="1004"/>
                </a:lnTo>
                <a:lnTo>
                  <a:pt x="703" y="1004"/>
                </a:lnTo>
                <a:lnTo>
                  <a:pt x="725" y="1004"/>
                </a:lnTo>
                <a:lnTo>
                  <a:pt x="747" y="1003"/>
                </a:lnTo>
                <a:lnTo>
                  <a:pt x="769" y="1002"/>
                </a:lnTo>
                <a:lnTo>
                  <a:pt x="790" y="1000"/>
                </a:lnTo>
                <a:lnTo>
                  <a:pt x="812" y="998"/>
                </a:lnTo>
                <a:lnTo>
                  <a:pt x="834" y="996"/>
                </a:lnTo>
                <a:lnTo>
                  <a:pt x="855" y="992"/>
                </a:lnTo>
                <a:lnTo>
                  <a:pt x="877" y="989"/>
                </a:lnTo>
                <a:lnTo>
                  <a:pt x="898" y="985"/>
                </a:lnTo>
                <a:lnTo>
                  <a:pt x="919" y="980"/>
                </a:lnTo>
                <a:lnTo>
                  <a:pt x="939" y="975"/>
                </a:lnTo>
                <a:lnTo>
                  <a:pt x="960" y="969"/>
                </a:lnTo>
                <a:lnTo>
                  <a:pt x="980" y="963"/>
                </a:lnTo>
                <a:lnTo>
                  <a:pt x="1000" y="957"/>
                </a:lnTo>
                <a:lnTo>
                  <a:pt x="1020" y="950"/>
                </a:lnTo>
                <a:lnTo>
                  <a:pt x="1039" y="943"/>
                </a:lnTo>
                <a:lnTo>
                  <a:pt x="1058" y="935"/>
                </a:lnTo>
                <a:lnTo>
                  <a:pt x="1077" y="927"/>
                </a:lnTo>
                <a:lnTo>
                  <a:pt x="1095" y="918"/>
                </a:lnTo>
                <a:lnTo>
                  <a:pt x="1113" y="909"/>
                </a:lnTo>
                <a:lnTo>
                  <a:pt x="1131" y="899"/>
                </a:lnTo>
                <a:lnTo>
                  <a:pt x="1148" y="890"/>
                </a:lnTo>
                <a:lnTo>
                  <a:pt x="1165" y="879"/>
                </a:lnTo>
                <a:lnTo>
                  <a:pt x="1181" y="869"/>
                </a:lnTo>
                <a:lnTo>
                  <a:pt x="1197" y="857"/>
                </a:lnTo>
                <a:lnTo>
                  <a:pt x="1212" y="846"/>
                </a:lnTo>
                <a:lnTo>
                  <a:pt x="1227" y="834"/>
                </a:lnTo>
                <a:lnTo>
                  <a:pt x="1241" y="822"/>
                </a:lnTo>
                <a:lnTo>
                  <a:pt x="1254" y="810"/>
                </a:lnTo>
                <a:lnTo>
                  <a:pt x="1268" y="797"/>
                </a:lnTo>
                <a:lnTo>
                  <a:pt x="1280" y="784"/>
                </a:lnTo>
                <a:lnTo>
                  <a:pt x="1292" y="771"/>
                </a:lnTo>
                <a:lnTo>
                  <a:pt x="1304" y="758"/>
                </a:lnTo>
                <a:lnTo>
                  <a:pt x="1315" y="744"/>
                </a:lnTo>
                <a:lnTo>
                  <a:pt x="1325" y="730"/>
                </a:lnTo>
                <a:lnTo>
                  <a:pt x="1335" y="716"/>
                </a:lnTo>
                <a:lnTo>
                  <a:pt x="1344" y="702"/>
                </a:lnTo>
                <a:lnTo>
                  <a:pt x="1352" y="687"/>
                </a:lnTo>
                <a:lnTo>
                  <a:pt x="1360" y="673"/>
                </a:lnTo>
                <a:lnTo>
                  <a:pt x="1367" y="658"/>
                </a:lnTo>
                <a:lnTo>
                  <a:pt x="1373" y="643"/>
                </a:lnTo>
                <a:lnTo>
                  <a:pt x="1379" y="628"/>
                </a:lnTo>
                <a:lnTo>
                  <a:pt x="1384" y="612"/>
                </a:lnTo>
                <a:lnTo>
                  <a:pt x="1389" y="597"/>
                </a:lnTo>
                <a:lnTo>
                  <a:pt x="1392" y="582"/>
                </a:lnTo>
                <a:lnTo>
                  <a:pt x="1395" y="566"/>
                </a:lnTo>
                <a:lnTo>
                  <a:pt x="1398" y="550"/>
                </a:lnTo>
                <a:lnTo>
                  <a:pt x="1400" y="535"/>
                </a:lnTo>
                <a:lnTo>
                  <a:pt x="1401" y="519"/>
                </a:lnTo>
                <a:lnTo>
                  <a:pt x="1401" y="503"/>
                </a:lnTo>
                <a:moveTo>
                  <a:pt x="1405" y="503"/>
                </a:moveTo>
                <a:lnTo>
                  <a:pt x="1404" y="519"/>
                </a:lnTo>
                <a:lnTo>
                  <a:pt x="1403" y="535"/>
                </a:lnTo>
                <a:lnTo>
                  <a:pt x="1402" y="551"/>
                </a:lnTo>
                <a:lnTo>
                  <a:pt x="1399" y="566"/>
                </a:lnTo>
                <a:lnTo>
                  <a:pt x="1396" y="582"/>
                </a:lnTo>
                <a:lnTo>
                  <a:pt x="1392" y="598"/>
                </a:lnTo>
                <a:lnTo>
                  <a:pt x="1388" y="613"/>
                </a:lnTo>
                <a:lnTo>
                  <a:pt x="1383" y="628"/>
                </a:lnTo>
                <a:lnTo>
                  <a:pt x="1377" y="644"/>
                </a:lnTo>
                <a:lnTo>
                  <a:pt x="1370" y="659"/>
                </a:lnTo>
                <a:lnTo>
                  <a:pt x="1363" y="674"/>
                </a:lnTo>
                <a:lnTo>
                  <a:pt x="1356" y="688"/>
                </a:lnTo>
                <a:lnTo>
                  <a:pt x="1347" y="703"/>
                </a:lnTo>
                <a:lnTo>
                  <a:pt x="1338" y="717"/>
                </a:lnTo>
                <a:lnTo>
                  <a:pt x="1328" y="732"/>
                </a:lnTo>
                <a:lnTo>
                  <a:pt x="1318" y="746"/>
                </a:lnTo>
                <a:lnTo>
                  <a:pt x="1307" y="759"/>
                </a:lnTo>
                <a:lnTo>
                  <a:pt x="1296" y="773"/>
                </a:lnTo>
                <a:lnTo>
                  <a:pt x="1283" y="786"/>
                </a:lnTo>
                <a:lnTo>
                  <a:pt x="1271" y="799"/>
                </a:lnTo>
                <a:lnTo>
                  <a:pt x="1258" y="811"/>
                </a:lnTo>
                <a:lnTo>
                  <a:pt x="1244" y="824"/>
                </a:lnTo>
                <a:lnTo>
                  <a:pt x="1229" y="836"/>
                </a:lnTo>
                <a:lnTo>
                  <a:pt x="1215" y="848"/>
                </a:lnTo>
                <a:lnTo>
                  <a:pt x="1199" y="859"/>
                </a:lnTo>
                <a:lnTo>
                  <a:pt x="1183" y="871"/>
                </a:lnTo>
                <a:lnTo>
                  <a:pt x="1167" y="881"/>
                </a:lnTo>
                <a:lnTo>
                  <a:pt x="1150" y="892"/>
                </a:lnTo>
                <a:lnTo>
                  <a:pt x="1133" y="902"/>
                </a:lnTo>
                <a:lnTo>
                  <a:pt x="1116" y="911"/>
                </a:lnTo>
                <a:lnTo>
                  <a:pt x="1097" y="920"/>
                </a:lnTo>
                <a:lnTo>
                  <a:pt x="1079" y="929"/>
                </a:lnTo>
                <a:lnTo>
                  <a:pt x="1060" y="937"/>
                </a:lnTo>
                <a:lnTo>
                  <a:pt x="1041" y="945"/>
                </a:lnTo>
                <a:lnTo>
                  <a:pt x="1022" y="952"/>
                </a:lnTo>
                <a:lnTo>
                  <a:pt x="1002" y="959"/>
                </a:lnTo>
                <a:lnTo>
                  <a:pt x="982" y="966"/>
                </a:lnTo>
                <a:lnTo>
                  <a:pt x="961" y="972"/>
                </a:lnTo>
                <a:lnTo>
                  <a:pt x="941" y="977"/>
                </a:lnTo>
                <a:lnTo>
                  <a:pt x="920" y="983"/>
                </a:lnTo>
                <a:lnTo>
                  <a:pt x="899" y="987"/>
                </a:lnTo>
                <a:lnTo>
                  <a:pt x="878" y="991"/>
                </a:lnTo>
                <a:lnTo>
                  <a:pt x="856" y="995"/>
                </a:lnTo>
                <a:lnTo>
                  <a:pt x="834" y="998"/>
                </a:lnTo>
                <a:lnTo>
                  <a:pt x="813" y="1001"/>
                </a:lnTo>
                <a:lnTo>
                  <a:pt x="791" y="1003"/>
                </a:lnTo>
                <a:lnTo>
                  <a:pt x="769" y="1005"/>
                </a:lnTo>
                <a:lnTo>
                  <a:pt x="747" y="1006"/>
                </a:lnTo>
                <a:lnTo>
                  <a:pt x="725" y="1007"/>
                </a:lnTo>
                <a:lnTo>
                  <a:pt x="703" y="1007"/>
                </a:lnTo>
                <a:lnTo>
                  <a:pt x="681" y="1007"/>
                </a:lnTo>
                <a:lnTo>
                  <a:pt x="659" y="1006"/>
                </a:lnTo>
                <a:lnTo>
                  <a:pt x="637" y="1005"/>
                </a:lnTo>
                <a:lnTo>
                  <a:pt x="615" y="1003"/>
                </a:lnTo>
                <a:lnTo>
                  <a:pt x="593" y="1001"/>
                </a:lnTo>
                <a:lnTo>
                  <a:pt x="571" y="998"/>
                </a:lnTo>
                <a:lnTo>
                  <a:pt x="550" y="995"/>
                </a:lnTo>
                <a:lnTo>
                  <a:pt x="528" y="991"/>
                </a:lnTo>
                <a:lnTo>
                  <a:pt x="507" y="987"/>
                </a:lnTo>
                <a:lnTo>
                  <a:pt x="486" y="983"/>
                </a:lnTo>
                <a:lnTo>
                  <a:pt x="465" y="977"/>
                </a:lnTo>
                <a:lnTo>
                  <a:pt x="445" y="972"/>
                </a:lnTo>
                <a:lnTo>
                  <a:pt x="424" y="966"/>
                </a:lnTo>
                <a:lnTo>
                  <a:pt x="404" y="959"/>
                </a:lnTo>
                <a:lnTo>
                  <a:pt x="384" y="952"/>
                </a:lnTo>
                <a:lnTo>
                  <a:pt x="365" y="945"/>
                </a:lnTo>
                <a:lnTo>
                  <a:pt x="346" y="937"/>
                </a:lnTo>
                <a:lnTo>
                  <a:pt x="327" y="929"/>
                </a:lnTo>
                <a:lnTo>
                  <a:pt x="308" y="920"/>
                </a:lnTo>
                <a:lnTo>
                  <a:pt x="290" y="911"/>
                </a:lnTo>
                <a:lnTo>
                  <a:pt x="273" y="902"/>
                </a:lnTo>
                <a:lnTo>
                  <a:pt x="256" y="892"/>
                </a:lnTo>
                <a:lnTo>
                  <a:pt x="239" y="881"/>
                </a:lnTo>
                <a:lnTo>
                  <a:pt x="222" y="871"/>
                </a:lnTo>
                <a:lnTo>
                  <a:pt x="207" y="859"/>
                </a:lnTo>
                <a:lnTo>
                  <a:pt x="191" y="848"/>
                </a:lnTo>
                <a:lnTo>
                  <a:pt x="176" y="836"/>
                </a:lnTo>
                <a:lnTo>
                  <a:pt x="162" y="824"/>
                </a:lnTo>
                <a:lnTo>
                  <a:pt x="148" y="811"/>
                </a:lnTo>
                <a:lnTo>
                  <a:pt x="135" y="799"/>
                </a:lnTo>
                <a:lnTo>
                  <a:pt x="122" y="786"/>
                </a:lnTo>
                <a:lnTo>
                  <a:pt x="110" y="773"/>
                </a:lnTo>
                <a:lnTo>
                  <a:pt x="99" y="759"/>
                </a:lnTo>
                <a:lnTo>
                  <a:pt x="88" y="746"/>
                </a:lnTo>
                <a:lnTo>
                  <a:pt x="78" y="732"/>
                </a:lnTo>
                <a:lnTo>
                  <a:pt x="68" y="717"/>
                </a:lnTo>
                <a:lnTo>
                  <a:pt x="59" y="703"/>
                </a:lnTo>
                <a:lnTo>
                  <a:pt x="49" y="688"/>
                </a:lnTo>
                <a:lnTo>
                  <a:pt x="42" y="674"/>
                </a:lnTo>
                <a:lnTo>
                  <a:pt x="34" y="659"/>
                </a:lnTo>
                <a:lnTo>
                  <a:pt x="28" y="644"/>
                </a:lnTo>
                <a:lnTo>
                  <a:pt x="22" y="628"/>
                </a:lnTo>
                <a:lnTo>
                  <a:pt x="17" y="613"/>
                </a:lnTo>
                <a:lnTo>
                  <a:pt x="13" y="598"/>
                </a:lnTo>
                <a:lnTo>
                  <a:pt x="9" y="582"/>
                </a:lnTo>
                <a:lnTo>
                  <a:pt x="6" y="566"/>
                </a:lnTo>
                <a:lnTo>
                  <a:pt x="3" y="551"/>
                </a:lnTo>
                <a:lnTo>
                  <a:pt x="1" y="535"/>
                </a:lnTo>
                <a:lnTo>
                  <a:pt x="0" y="519"/>
                </a:lnTo>
                <a:lnTo>
                  <a:pt x="0" y="503"/>
                </a:lnTo>
                <a:lnTo>
                  <a:pt x="0" y="488"/>
                </a:lnTo>
                <a:lnTo>
                  <a:pt x="1" y="472"/>
                </a:lnTo>
                <a:lnTo>
                  <a:pt x="3" y="456"/>
                </a:lnTo>
                <a:lnTo>
                  <a:pt x="6" y="440"/>
                </a:lnTo>
                <a:lnTo>
                  <a:pt x="9" y="425"/>
                </a:lnTo>
                <a:lnTo>
                  <a:pt x="13" y="409"/>
                </a:lnTo>
                <a:lnTo>
                  <a:pt x="17" y="394"/>
                </a:lnTo>
                <a:lnTo>
                  <a:pt x="22" y="378"/>
                </a:lnTo>
                <a:lnTo>
                  <a:pt x="28" y="363"/>
                </a:lnTo>
                <a:lnTo>
                  <a:pt x="34" y="348"/>
                </a:lnTo>
                <a:lnTo>
                  <a:pt x="42" y="333"/>
                </a:lnTo>
                <a:lnTo>
                  <a:pt x="49" y="318"/>
                </a:lnTo>
                <a:lnTo>
                  <a:pt x="59" y="304"/>
                </a:lnTo>
                <a:lnTo>
                  <a:pt x="68" y="289"/>
                </a:lnTo>
                <a:lnTo>
                  <a:pt x="78" y="275"/>
                </a:lnTo>
                <a:lnTo>
                  <a:pt x="88" y="261"/>
                </a:lnTo>
                <a:lnTo>
                  <a:pt x="99" y="247"/>
                </a:lnTo>
                <a:lnTo>
                  <a:pt x="110" y="234"/>
                </a:lnTo>
                <a:lnTo>
                  <a:pt x="122" y="221"/>
                </a:lnTo>
                <a:lnTo>
                  <a:pt x="135" y="208"/>
                </a:lnTo>
                <a:lnTo>
                  <a:pt x="148" y="195"/>
                </a:lnTo>
                <a:lnTo>
                  <a:pt x="162" y="183"/>
                </a:lnTo>
                <a:lnTo>
                  <a:pt x="176" y="171"/>
                </a:lnTo>
                <a:lnTo>
                  <a:pt x="191" y="159"/>
                </a:lnTo>
                <a:lnTo>
                  <a:pt x="207" y="148"/>
                </a:lnTo>
                <a:lnTo>
                  <a:pt x="222" y="137"/>
                </a:lnTo>
                <a:lnTo>
                  <a:pt x="239" y="126"/>
                </a:lnTo>
                <a:lnTo>
                  <a:pt x="256" y="116"/>
                </a:lnTo>
                <a:lnTo>
                  <a:pt x="273" y="106"/>
                </a:lnTo>
                <a:lnTo>
                  <a:pt x="290" y="96"/>
                </a:lnTo>
                <a:lnTo>
                  <a:pt x="308" y="87"/>
                </a:lnTo>
                <a:lnTo>
                  <a:pt x="327" y="79"/>
                </a:lnTo>
                <a:lnTo>
                  <a:pt x="346" y="70"/>
                </a:lnTo>
                <a:lnTo>
                  <a:pt x="365" y="63"/>
                </a:lnTo>
                <a:lnTo>
                  <a:pt x="384" y="55"/>
                </a:lnTo>
                <a:lnTo>
                  <a:pt x="404" y="48"/>
                </a:lnTo>
                <a:lnTo>
                  <a:pt x="424" y="42"/>
                </a:lnTo>
                <a:lnTo>
                  <a:pt x="445" y="36"/>
                </a:lnTo>
                <a:lnTo>
                  <a:pt x="465" y="30"/>
                </a:lnTo>
                <a:lnTo>
                  <a:pt x="486" y="25"/>
                </a:lnTo>
                <a:lnTo>
                  <a:pt x="507" y="20"/>
                </a:lnTo>
                <a:lnTo>
                  <a:pt x="528" y="16"/>
                </a:lnTo>
                <a:lnTo>
                  <a:pt x="550" y="13"/>
                </a:lnTo>
                <a:lnTo>
                  <a:pt x="571" y="9"/>
                </a:lnTo>
                <a:lnTo>
                  <a:pt x="593" y="7"/>
                </a:lnTo>
                <a:lnTo>
                  <a:pt x="615" y="4"/>
                </a:lnTo>
                <a:lnTo>
                  <a:pt x="637" y="3"/>
                </a:lnTo>
                <a:lnTo>
                  <a:pt x="659" y="1"/>
                </a:lnTo>
                <a:lnTo>
                  <a:pt x="681" y="1"/>
                </a:lnTo>
                <a:lnTo>
                  <a:pt x="703" y="0"/>
                </a:lnTo>
                <a:lnTo>
                  <a:pt x="725" y="1"/>
                </a:lnTo>
                <a:lnTo>
                  <a:pt x="747" y="1"/>
                </a:lnTo>
                <a:lnTo>
                  <a:pt x="769" y="3"/>
                </a:lnTo>
                <a:lnTo>
                  <a:pt x="791" y="4"/>
                </a:lnTo>
                <a:lnTo>
                  <a:pt x="813" y="7"/>
                </a:lnTo>
                <a:lnTo>
                  <a:pt x="834" y="9"/>
                </a:lnTo>
                <a:lnTo>
                  <a:pt x="856" y="13"/>
                </a:lnTo>
                <a:lnTo>
                  <a:pt x="878" y="16"/>
                </a:lnTo>
                <a:lnTo>
                  <a:pt x="899" y="20"/>
                </a:lnTo>
                <a:lnTo>
                  <a:pt x="920" y="25"/>
                </a:lnTo>
                <a:lnTo>
                  <a:pt x="941" y="30"/>
                </a:lnTo>
                <a:lnTo>
                  <a:pt x="961" y="36"/>
                </a:lnTo>
                <a:lnTo>
                  <a:pt x="982" y="42"/>
                </a:lnTo>
                <a:lnTo>
                  <a:pt x="1002" y="48"/>
                </a:lnTo>
                <a:lnTo>
                  <a:pt x="1022" y="55"/>
                </a:lnTo>
                <a:lnTo>
                  <a:pt x="1041" y="63"/>
                </a:lnTo>
                <a:lnTo>
                  <a:pt x="1060" y="70"/>
                </a:lnTo>
                <a:lnTo>
                  <a:pt x="1079" y="79"/>
                </a:lnTo>
                <a:lnTo>
                  <a:pt x="1097" y="87"/>
                </a:lnTo>
                <a:lnTo>
                  <a:pt x="1116" y="96"/>
                </a:lnTo>
                <a:lnTo>
                  <a:pt x="1133" y="106"/>
                </a:lnTo>
                <a:lnTo>
                  <a:pt x="1150" y="116"/>
                </a:lnTo>
                <a:lnTo>
                  <a:pt x="1167" y="126"/>
                </a:lnTo>
                <a:lnTo>
                  <a:pt x="1183" y="137"/>
                </a:lnTo>
                <a:lnTo>
                  <a:pt x="1199" y="148"/>
                </a:lnTo>
                <a:lnTo>
                  <a:pt x="1215" y="159"/>
                </a:lnTo>
                <a:lnTo>
                  <a:pt x="1229" y="171"/>
                </a:lnTo>
                <a:lnTo>
                  <a:pt x="1244" y="183"/>
                </a:lnTo>
                <a:lnTo>
                  <a:pt x="1258" y="195"/>
                </a:lnTo>
                <a:lnTo>
                  <a:pt x="1271" y="208"/>
                </a:lnTo>
                <a:lnTo>
                  <a:pt x="1283" y="221"/>
                </a:lnTo>
                <a:lnTo>
                  <a:pt x="1296" y="234"/>
                </a:lnTo>
                <a:lnTo>
                  <a:pt x="1307" y="247"/>
                </a:lnTo>
                <a:lnTo>
                  <a:pt x="1318" y="261"/>
                </a:lnTo>
                <a:lnTo>
                  <a:pt x="1328" y="275"/>
                </a:lnTo>
                <a:lnTo>
                  <a:pt x="1338" y="289"/>
                </a:lnTo>
                <a:lnTo>
                  <a:pt x="1347" y="304"/>
                </a:lnTo>
                <a:lnTo>
                  <a:pt x="1356" y="318"/>
                </a:lnTo>
                <a:lnTo>
                  <a:pt x="1363" y="333"/>
                </a:lnTo>
                <a:lnTo>
                  <a:pt x="1370" y="348"/>
                </a:lnTo>
                <a:lnTo>
                  <a:pt x="1377" y="363"/>
                </a:lnTo>
                <a:lnTo>
                  <a:pt x="1383" y="378"/>
                </a:lnTo>
                <a:lnTo>
                  <a:pt x="1388" y="394"/>
                </a:lnTo>
                <a:lnTo>
                  <a:pt x="1392" y="409"/>
                </a:lnTo>
                <a:lnTo>
                  <a:pt x="1396" y="425"/>
                </a:lnTo>
                <a:lnTo>
                  <a:pt x="1399" y="440"/>
                </a:lnTo>
                <a:lnTo>
                  <a:pt x="1402" y="456"/>
                </a:lnTo>
                <a:lnTo>
                  <a:pt x="1403" y="472"/>
                </a:lnTo>
                <a:lnTo>
                  <a:pt x="1404" y="488"/>
                </a:lnTo>
                <a:lnTo>
                  <a:pt x="1405" y="503"/>
                </a:lnTo>
                <a:close/>
              </a:path>
            </a:pathLst>
          </a:custGeom>
          <a:solidFill>
            <a:srgbClr val="ffb2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49" name=""/>
          <p:cNvSpPr/>
          <p:nvPr/>
        </p:nvSpPr>
        <p:spPr>
          <a:xfrm>
            <a:off x="7808400" y="2762280"/>
            <a:ext cx="508680" cy="364320"/>
          </a:xfrm>
          <a:custGeom>
            <a:avLst/>
            <a:gdLst/>
            <a:ahLst/>
            <a:rect l="0" t="0" r="r" b="b"/>
            <a:pathLst>
              <a:path w="1413" h="1012">
                <a:moveTo>
                  <a:pt x="1409" y="505"/>
                </a:moveTo>
                <a:lnTo>
                  <a:pt x="1408" y="490"/>
                </a:lnTo>
                <a:lnTo>
                  <a:pt x="1407" y="474"/>
                </a:lnTo>
                <a:lnTo>
                  <a:pt x="1406" y="458"/>
                </a:lnTo>
                <a:lnTo>
                  <a:pt x="1403" y="442"/>
                </a:lnTo>
                <a:lnTo>
                  <a:pt x="1400" y="427"/>
                </a:lnTo>
                <a:lnTo>
                  <a:pt x="1396" y="411"/>
                </a:lnTo>
                <a:lnTo>
                  <a:pt x="1392" y="396"/>
                </a:lnTo>
                <a:lnTo>
                  <a:pt x="1387" y="380"/>
                </a:lnTo>
                <a:lnTo>
                  <a:pt x="1381" y="365"/>
                </a:lnTo>
                <a:lnTo>
                  <a:pt x="1374" y="350"/>
                </a:lnTo>
                <a:lnTo>
                  <a:pt x="1367" y="335"/>
                </a:lnTo>
                <a:lnTo>
                  <a:pt x="1360" y="320"/>
                </a:lnTo>
                <a:lnTo>
                  <a:pt x="1351" y="306"/>
                </a:lnTo>
                <a:lnTo>
                  <a:pt x="1342" y="291"/>
                </a:lnTo>
                <a:lnTo>
                  <a:pt x="1332" y="277"/>
                </a:lnTo>
                <a:lnTo>
                  <a:pt x="1322" y="263"/>
                </a:lnTo>
                <a:lnTo>
                  <a:pt x="1311" y="249"/>
                </a:lnTo>
                <a:lnTo>
                  <a:pt x="1300" y="236"/>
                </a:lnTo>
                <a:lnTo>
                  <a:pt x="1287" y="223"/>
                </a:lnTo>
                <a:lnTo>
                  <a:pt x="1275" y="210"/>
                </a:lnTo>
                <a:lnTo>
                  <a:pt x="1262" y="197"/>
                </a:lnTo>
                <a:lnTo>
                  <a:pt x="1248" y="185"/>
                </a:lnTo>
                <a:lnTo>
                  <a:pt x="1233" y="173"/>
                </a:lnTo>
                <a:lnTo>
                  <a:pt x="1219" y="161"/>
                </a:lnTo>
                <a:lnTo>
                  <a:pt x="1203" y="150"/>
                </a:lnTo>
                <a:lnTo>
                  <a:pt x="1187" y="139"/>
                </a:lnTo>
                <a:lnTo>
                  <a:pt x="1171" y="128"/>
                </a:lnTo>
                <a:lnTo>
                  <a:pt x="1154" y="118"/>
                </a:lnTo>
                <a:lnTo>
                  <a:pt x="1137" y="108"/>
                </a:lnTo>
                <a:lnTo>
                  <a:pt x="1120" y="98"/>
                </a:lnTo>
                <a:lnTo>
                  <a:pt x="1101" y="89"/>
                </a:lnTo>
                <a:lnTo>
                  <a:pt x="1083" y="81"/>
                </a:lnTo>
                <a:lnTo>
                  <a:pt x="1064" y="72"/>
                </a:lnTo>
                <a:lnTo>
                  <a:pt x="1045" y="65"/>
                </a:lnTo>
                <a:lnTo>
                  <a:pt x="1026" y="57"/>
                </a:lnTo>
                <a:lnTo>
                  <a:pt x="1006" y="50"/>
                </a:lnTo>
                <a:lnTo>
                  <a:pt x="986" y="44"/>
                </a:lnTo>
                <a:lnTo>
                  <a:pt x="965" y="38"/>
                </a:lnTo>
                <a:lnTo>
                  <a:pt x="945" y="32"/>
                </a:lnTo>
                <a:lnTo>
                  <a:pt x="924" y="27"/>
                </a:lnTo>
                <a:lnTo>
                  <a:pt x="903" y="22"/>
                </a:lnTo>
                <a:lnTo>
                  <a:pt x="882" y="18"/>
                </a:lnTo>
                <a:lnTo>
                  <a:pt x="860" y="15"/>
                </a:lnTo>
                <a:lnTo>
                  <a:pt x="838" y="11"/>
                </a:lnTo>
                <a:lnTo>
                  <a:pt x="817" y="9"/>
                </a:lnTo>
                <a:lnTo>
                  <a:pt x="795" y="6"/>
                </a:lnTo>
                <a:lnTo>
                  <a:pt x="773" y="5"/>
                </a:lnTo>
                <a:lnTo>
                  <a:pt x="751" y="3"/>
                </a:lnTo>
                <a:lnTo>
                  <a:pt x="729" y="3"/>
                </a:lnTo>
                <a:lnTo>
                  <a:pt x="707" y="2"/>
                </a:lnTo>
                <a:lnTo>
                  <a:pt x="685" y="3"/>
                </a:lnTo>
                <a:lnTo>
                  <a:pt x="663" y="3"/>
                </a:lnTo>
                <a:lnTo>
                  <a:pt x="641" y="5"/>
                </a:lnTo>
                <a:lnTo>
                  <a:pt x="619" y="6"/>
                </a:lnTo>
                <a:lnTo>
                  <a:pt x="597" y="9"/>
                </a:lnTo>
                <a:lnTo>
                  <a:pt x="575" y="11"/>
                </a:lnTo>
                <a:lnTo>
                  <a:pt x="554" y="15"/>
                </a:lnTo>
                <a:lnTo>
                  <a:pt x="532" y="18"/>
                </a:lnTo>
                <a:lnTo>
                  <a:pt x="511" y="22"/>
                </a:lnTo>
                <a:lnTo>
                  <a:pt x="490" y="27"/>
                </a:lnTo>
                <a:lnTo>
                  <a:pt x="469" y="32"/>
                </a:lnTo>
                <a:lnTo>
                  <a:pt x="449" y="38"/>
                </a:lnTo>
                <a:lnTo>
                  <a:pt x="428" y="44"/>
                </a:lnTo>
                <a:lnTo>
                  <a:pt x="408" y="50"/>
                </a:lnTo>
                <a:lnTo>
                  <a:pt x="388" y="57"/>
                </a:lnTo>
                <a:lnTo>
                  <a:pt x="369" y="65"/>
                </a:lnTo>
                <a:lnTo>
                  <a:pt x="350" y="72"/>
                </a:lnTo>
                <a:lnTo>
                  <a:pt x="331" y="81"/>
                </a:lnTo>
                <a:lnTo>
                  <a:pt x="312" y="89"/>
                </a:lnTo>
                <a:lnTo>
                  <a:pt x="294" y="98"/>
                </a:lnTo>
                <a:lnTo>
                  <a:pt x="277" y="108"/>
                </a:lnTo>
                <a:lnTo>
                  <a:pt x="260" y="118"/>
                </a:lnTo>
                <a:lnTo>
                  <a:pt x="243" y="128"/>
                </a:lnTo>
                <a:lnTo>
                  <a:pt x="226" y="139"/>
                </a:lnTo>
                <a:lnTo>
                  <a:pt x="211" y="150"/>
                </a:lnTo>
                <a:lnTo>
                  <a:pt x="195" y="161"/>
                </a:lnTo>
                <a:lnTo>
                  <a:pt x="179" y="173"/>
                </a:lnTo>
                <a:lnTo>
                  <a:pt x="165" y="185"/>
                </a:lnTo>
                <a:lnTo>
                  <a:pt x="151" y="197"/>
                </a:lnTo>
                <a:lnTo>
                  <a:pt x="138" y="210"/>
                </a:lnTo>
                <a:lnTo>
                  <a:pt x="125" y="223"/>
                </a:lnTo>
                <a:lnTo>
                  <a:pt x="113" y="236"/>
                </a:lnTo>
                <a:lnTo>
                  <a:pt x="102" y="249"/>
                </a:lnTo>
                <a:lnTo>
                  <a:pt x="91" y="263"/>
                </a:lnTo>
                <a:lnTo>
                  <a:pt x="81" y="277"/>
                </a:lnTo>
                <a:lnTo>
                  <a:pt x="71" y="291"/>
                </a:lnTo>
                <a:lnTo>
                  <a:pt x="62" y="306"/>
                </a:lnTo>
                <a:lnTo>
                  <a:pt x="53" y="320"/>
                </a:lnTo>
                <a:lnTo>
                  <a:pt x="46" y="335"/>
                </a:lnTo>
                <a:lnTo>
                  <a:pt x="38" y="350"/>
                </a:lnTo>
                <a:lnTo>
                  <a:pt x="32" y="365"/>
                </a:lnTo>
                <a:lnTo>
                  <a:pt x="26" y="380"/>
                </a:lnTo>
                <a:lnTo>
                  <a:pt x="21" y="396"/>
                </a:lnTo>
                <a:lnTo>
                  <a:pt x="17" y="411"/>
                </a:lnTo>
                <a:lnTo>
                  <a:pt x="13" y="427"/>
                </a:lnTo>
                <a:lnTo>
                  <a:pt x="10" y="442"/>
                </a:lnTo>
                <a:lnTo>
                  <a:pt x="7" y="458"/>
                </a:lnTo>
                <a:lnTo>
                  <a:pt x="5" y="474"/>
                </a:lnTo>
                <a:lnTo>
                  <a:pt x="4" y="490"/>
                </a:lnTo>
                <a:lnTo>
                  <a:pt x="4" y="505"/>
                </a:lnTo>
                <a:lnTo>
                  <a:pt x="4" y="521"/>
                </a:lnTo>
                <a:lnTo>
                  <a:pt x="5" y="537"/>
                </a:lnTo>
                <a:lnTo>
                  <a:pt x="7" y="553"/>
                </a:lnTo>
                <a:lnTo>
                  <a:pt x="10" y="568"/>
                </a:lnTo>
                <a:lnTo>
                  <a:pt x="13" y="584"/>
                </a:lnTo>
                <a:lnTo>
                  <a:pt x="17" y="600"/>
                </a:lnTo>
                <a:lnTo>
                  <a:pt x="21" y="615"/>
                </a:lnTo>
                <a:lnTo>
                  <a:pt x="26" y="630"/>
                </a:lnTo>
                <a:lnTo>
                  <a:pt x="32" y="646"/>
                </a:lnTo>
                <a:lnTo>
                  <a:pt x="38" y="661"/>
                </a:lnTo>
                <a:lnTo>
                  <a:pt x="46" y="676"/>
                </a:lnTo>
                <a:lnTo>
                  <a:pt x="53" y="690"/>
                </a:lnTo>
                <a:lnTo>
                  <a:pt x="62" y="705"/>
                </a:lnTo>
                <a:lnTo>
                  <a:pt x="71" y="719"/>
                </a:lnTo>
                <a:lnTo>
                  <a:pt x="81" y="734"/>
                </a:lnTo>
                <a:lnTo>
                  <a:pt x="91" y="748"/>
                </a:lnTo>
                <a:lnTo>
                  <a:pt x="102" y="761"/>
                </a:lnTo>
                <a:lnTo>
                  <a:pt x="113" y="775"/>
                </a:lnTo>
                <a:lnTo>
                  <a:pt x="125" y="788"/>
                </a:lnTo>
                <a:lnTo>
                  <a:pt x="138" y="801"/>
                </a:lnTo>
                <a:lnTo>
                  <a:pt x="151" y="813"/>
                </a:lnTo>
                <a:lnTo>
                  <a:pt x="165" y="826"/>
                </a:lnTo>
                <a:lnTo>
                  <a:pt x="179" y="838"/>
                </a:lnTo>
                <a:lnTo>
                  <a:pt x="195" y="850"/>
                </a:lnTo>
                <a:lnTo>
                  <a:pt x="211" y="861"/>
                </a:lnTo>
                <a:lnTo>
                  <a:pt x="226" y="872"/>
                </a:lnTo>
                <a:lnTo>
                  <a:pt x="243" y="882"/>
                </a:lnTo>
                <a:lnTo>
                  <a:pt x="260" y="893"/>
                </a:lnTo>
                <a:lnTo>
                  <a:pt x="277" y="903"/>
                </a:lnTo>
                <a:lnTo>
                  <a:pt x="294" y="912"/>
                </a:lnTo>
                <a:lnTo>
                  <a:pt x="312" y="922"/>
                </a:lnTo>
                <a:lnTo>
                  <a:pt x="331" y="931"/>
                </a:lnTo>
                <a:lnTo>
                  <a:pt x="350" y="939"/>
                </a:lnTo>
                <a:lnTo>
                  <a:pt x="369" y="947"/>
                </a:lnTo>
                <a:lnTo>
                  <a:pt x="388" y="954"/>
                </a:lnTo>
                <a:lnTo>
                  <a:pt x="408" y="961"/>
                </a:lnTo>
                <a:lnTo>
                  <a:pt x="428" y="968"/>
                </a:lnTo>
                <a:lnTo>
                  <a:pt x="449" y="974"/>
                </a:lnTo>
                <a:lnTo>
                  <a:pt x="469" y="979"/>
                </a:lnTo>
                <a:lnTo>
                  <a:pt x="490" y="985"/>
                </a:lnTo>
                <a:lnTo>
                  <a:pt x="511" y="989"/>
                </a:lnTo>
                <a:lnTo>
                  <a:pt x="532" y="993"/>
                </a:lnTo>
                <a:lnTo>
                  <a:pt x="554" y="997"/>
                </a:lnTo>
                <a:lnTo>
                  <a:pt x="575" y="1000"/>
                </a:lnTo>
                <a:lnTo>
                  <a:pt x="597" y="1003"/>
                </a:lnTo>
                <a:lnTo>
                  <a:pt x="619" y="1005"/>
                </a:lnTo>
                <a:lnTo>
                  <a:pt x="641" y="1007"/>
                </a:lnTo>
                <a:lnTo>
                  <a:pt x="663" y="1008"/>
                </a:lnTo>
                <a:lnTo>
                  <a:pt x="685" y="1009"/>
                </a:lnTo>
                <a:lnTo>
                  <a:pt x="707" y="1009"/>
                </a:lnTo>
                <a:lnTo>
                  <a:pt x="729" y="1009"/>
                </a:lnTo>
                <a:lnTo>
                  <a:pt x="751" y="1008"/>
                </a:lnTo>
                <a:lnTo>
                  <a:pt x="773" y="1007"/>
                </a:lnTo>
                <a:lnTo>
                  <a:pt x="795" y="1005"/>
                </a:lnTo>
                <a:lnTo>
                  <a:pt x="817" y="1003"/>
                </a:lnTo>
                <a:lnTo>
                  <a:pt x="838" y="1000"/>
                </a:lnTo>
                <a:lnTo>
                  <a:pt x="860" y="997"/>
                </a:lnTo>
                <a:lnTo>
                  <a:pt x="882" y="993"/>
                </a:lnTo>
                <a:lnTo>
                  <a:pt x="903" y="989"/>
                </a:lnTo>
                <a:lnTo>
                  <a:pt x="924" y="985"/>
                </a:lnTo>
                <a:lnTo>
                  <a:pt x="945" y="979"/>
                </a:lnTo>
                <a:lnTo>
                  <a:pt x="965" y="974"/>
                </a:lnTo>
                <a:lnTo>
                  <a:pt x="986" y="968"/>
                </a:lnTo>
                <a:lnTo>
                  <a:pt x="1006" y="961"/>
                </a:lnTo>
                <a:lnTo>
                  <a:pt x="1026" y="954"/>
                </a:lnTo>
                <a:lnTo>
                  <a:pt x="1045" y="947"/>
                </a:lnTo>
                <a:lnTo>
                  <a:pt x="1064" y="939"/>
                </a:lnTo>
                <a:lnTo>
                  <a:pt x="1083" y="931"/>
                </a:lnTo>
                <a:lnTo>
                  <a:pt x="1101" y="922"/>
                </a:lnTo>
                <a:lnTo>
                  <a:pt x="1120" y="912"/>
                </a:lnTo>
                <a:lnTo>
                  <a:pt x="1137" y="903"/>
                </a:lnTo>
                <a:lnTo>
                  <a:pt x="1154" y="893"/>
                </a:lnTo>
                <a:lnTo>
                  <a:pt x="1171" y="882"/>
                </a:lnTo>
                <a:lnTo>
                  <a:pt x="1187" y="872"/>
                </a:lnTo>
                <a:lnTo>
                  <a:pt x="1203" y="861"/>
                </a:lnTo>
                <a:lnTo>
                  <a:pt x="1219" y="850"/>
                </a:lnTo>
                <a:lnTo>
                  <a:pt x="1233" y="838"/>
                </a:lnTo>
                <a:lnTo>
                  <a:pt x="1248" y="826"/>
                </a:lnTo>
                <a:lnTo>
                  <a:pt x="1262" y="813"/>
                </a:lnTo>
                <a:lnTo>
                  <a:pt x="1275" y="801"/>
                </a:lnTo>
                <a:lnTo>
                  <a:pt x="1287" y="788"/>
                </a:lnTo>
                <a:lnTo>
                  <a:pt x="1300" y="775"/>
                </a:lnTo>
                <a:lnTo>
                  <a:pt x="1311" y="761"/>
                </a:lnTo>
                <a:lnTo>
                  <a:pt x="1322" y="748"/>
                </a:lnTo>
                <a:lnTo>
                  <a:pt x="1332" y="734"/>
                </a:lnTo>
                <a:lnTo>
                  <a:pt x="1342" y="719"/>
                </a:lnTo>
                <a:lnTo>
                  <a:pt x="1351" y="705"/>
                </a:lnTo>
                <a:lnTo>
                  <a:pt x="1360" y="690"/>
                </a:lnTo>
                <a:lnTo>
                  <a:pt x="1367" y="676"/>
                </a:lnTo>
                <a:lnTo>
                  <a:pt x="1374" y="661"/>
                </a:lnTo>
                <a:lnTo>
                  <a:pt x="1381" y="646"/>
                </a:lnTo>
                <a:lnTo>
                  <a:pt x="1387" y="630"/>
                </a:lnTo>
                <a:lnTo>
                  <a:pt x="1392" y="615"/>
                </a:lnTo>
                <a:lnTo>
                  <a:pt x="1396" y="600"/>
                </a:lnTo>
                <a:lnTo>
                  <a:pt x="1400" y="584"/>
                </a:lnTo>
                <a:lnTo>
                  <a:pt x="1403" y="568"/>
                </a:lnTo>
                <a:lnTo>
                  <a:pt x="1406" y="553"/>
                </a:lnTo>
                <a:lnTo>
                  <a:pt x="1407" y="537"/>
                </a:lnTo>
                <a:lnTo>
                  <a:pt x="1408" y="521"/>
                </a:lnTo>
                <a:lnTo>
                  <a:pt x="1409" y="505"/>
                </a:lnTo>
                <a:moveTo>
                  <a:pt x="1413" y="505"/>
                </a:moveTo>
                <a:lnTo>
                  <a:pt x="1412" y="521"/>
                </a:lnTo>
                <a:lnTo>
                  <a:pt x="1411" y="537"/>
                </a:lnTo>
                <a:lnTo>
                  <a:pt x="1410" y="553"/>
                </a:lnTo>
                <a:lnTo>
                  <a:pt x="1407" y="569"/>
                </a:lnTo>
                <a:lnTo>
                  <a:pt x="1404" y="584"/>
                </a:lnTo>
                <a:lnTo>
                  <a:pt x="1400" y="600"/>
                </a:lnTo>
                <a:lnTo>
                  <a:pt x="1396" y="616"/>
                </a:lnTo>
                <a:lnTo>
                  <a:pt x="1391" y="631"/>
                </a:lnTo>
                <a:lnTo>
                  <a:pt x="1385" y="646"/>
                </a:lnTo>
                <a:lnTo>
                  <a:pt x="1378" y="662"/>
                </a:lnTo>
                <a:lnTo>
                  <a:pt x="1371" y="677"/>
                </a:lnTo>
                <a:lnTo>
                  <a:pt x="1363" y="691"/>
                </a:lnTo>
                <a:lnTo>
                  <a:pt x="1355" y="706"/>
                </a:lnTo>
                <a:lnTo>
                  <a:pt x="1346" y="721"/>
                </a:lnTo>
                <a:lnTo>
                  <a:pt x="1336" y="735"/>
                </a:lnTo>
                <a:lnTo>
                  <a:pt x="1325" y="749"/>
                </a:lnTo>
                <a:lnTo>
                  <a:pt x="1314" y="763"/>
                </a:lnTo>
                <a:lnTo>
                  <a:pt x="1303" y="776"/>
                </a:lnTo>
                <a:lnTo>
                  <a:pt x="1291" y="789"/>
                </a:lnTo>
                <a:lnTo>
                  <a:pt x="1278" y="802"/>
                </a:lnTo>
                <a:lnTo>
                  <a:pt x="1265" y="815"/>
                </a:lnTo>
                <a:lnTo>
                  <a:pt x="1251" y="828"/>
                </a:lnTo>
                <a:lnTo>
                  <a:pt x="1236" y="840"/>
                </a:lnTo>
                <a:lnTo>
                  <a:pt x="1221" y="851"/>
                </a:lnTo>
                <a:lnTo>
                  <a:pt x="1206" y="863"/>
                </a:lnTo>
                <a:lnTo>
                  <a:pt x="1190" y="874"/>
                </a:lnTo>
                <a:lnTo>
                  <a:pt x="1174" y="885"/>
                </a:lnTo>
                <a:lnTo>
                  <a:pt x="1157" y="895"/>
                </a:lnTo>
                <a:lnTo>
                  <a:pt x="1140" y="905"/>
                </a:lnTo>
                <a:lnTo>
                  <a:pt x="1122" y="914"/>
                </a:lnTo>
                <a:lnTo>
                  <a:pt x="1104" y="924"/>
                </a:lnTo>
                <a:lnTo>
                  <a:pt x="1085" y="933"/>
                </a:lnTo>
                <a:lnTo>
                  <a:pt x="1066" y="942"/>
                </a:lnTo>
                <a:lnTo>
                  <a:pt x="1047" y="949"/>
                </a:lnTo>
                <a:lnTo>
                  <a:pt x="1027" y="957"/>
                </a:lnTo>
                <a:lnTo>
                  <a:pt x="1007" y="964"/>
                </a:lnTo>
                <a:lnTo>
                  <a:pt x="987" y="970"/>
                </a:lnTo>
                <a:lnTo>
                  <a:pt x="967" y="976"/>
                </a:lnTo>
                <a:lnTo>
                  <a:pt x="946" y="982"/>
                </a:lnTo>
                <a:lnTo>
                  <a:pt x="925" y="987"/>
                </a:lnTo>
                <a:lnTo>
                  <a:pt x="904" y="992"/>
                </a:lnTo>
                <a:lnTo>
                  <a:pt x="882" y="996"/>
                </a:lnTo>
                <a:lnTo>
                  <a:pt x="861" y="1000"/>
                </a:lnTo>
                <a:lnTo>
                  <a:pt x="839" y="1003"/>
                </a:lnTo>
                <a:lnTo>
                  <a:pt x="817" y="1006"/>
                </a:lnTo>
                <a:lnTo>
                  <a:pt x="795" y="1008"/>
                </a:lnTo>
                <a:lnTo>
                  <a:pt x="773" y="1010"/>
                </a:lnTo>
                <a:lnTo>
                  <a:pt x="751" y="1011"/>
                </a:lnTo>
                <a:lnTo>
                  <a:pt x="729" y="1012"/>
                </a:lnTo>
                <a:lnTo>
                  <a:pt x="707" y="1012"/>
                </a:lnTo>
                <a:lnTo>
                  <a:pt x="685" y="1012"/>
                </a:lnTo>
                <a:lnTo>
                  <a:pt x="663" y="1011"/>
                </a:lnTo>
                <a:lnTo>
                  <a:pt x="641" y="1010"/>
                </a:lnTo>
                <a:lnTo>
                  <a:pt x="618" y="1008"/>
                </a:lnTo>
                <a:lnTo>
                  <a:pt x="597" y="1006"/>
                </a:lnTo>
                <a:lnTo>
                  <a:pt x="575" y="1003"/>
                </a:lnTo>
                <a:lnTo>
                  <a:pt x="553" y="1000"/>
                </a:lnTo>
                <a:lnTo>
                  <a:pt x="531" y="996"/>
                </a:lnTo>
                <a:lnTo>
                  <a:pt x="510" y="992"/>
                </a:lnTo>
                <a:lnTo>
                  <a:pt x="489" y="987"/>
                </a:lnTo>
                <a:lnTo>
                  <a:pt x="468" y="982"/>
                </a:lnTo>
                <a:lnTo>
                  <a:pt x="447" y="976"/>
                </a:lnTo>
                <a:lnTo>
                  <a:pt x="427" y="970"/>
                </a:lnTo>
                <a:lnTo>
                  <a:pt x="406" y="964"/>
                </a:lnTo>
                <a:lnTo>
                  <a:pt x="387" y="957"/>
                </a:lnTo>
                <a:lnTo>
                  <a:pt x="367" y="949"/>
                </a:lnTo>
                <a:lnTo>
                  <a:pt x="348" y="942"/>
                </a:lnTo>
                <a:lnTo>
                  <a:pt x="329" y="933"/>
                </a:lnTo>
                <a:lnTo>
                  <a:pt x="310" y="924"/>
                </a:lnTo>
                <a:lnTo>
                  <a:pt x="292" y="914"/>
                </a:lnTo>
                <a:lnTo>
                  <a:pt x="274" y="905"/>
                </a:lnTo>
                <a:lnTo>
                  <a:pt x="257" y="895"/>
                </a:lnTo>
                <a:lnTo>
                  <a:pt x="240" y="885"/>
                </a:lnTo>
                <a:lnTo>
                  <a:pt x="224" y="874"/>
                </a:lnTo>
                <a:lnTo>
                  <a:pt x="208" y="863"/>
                </a:lnTo>
                <a:lnTo>
                  <a:pt x="192" y="851"/>
                </a:lnTo>
                <a:lnTo>
                  <a:pt x="177" y="840"/>
                </a:lnTo>
                <a:lnTo>
                  <a:pt x="162" y="828"/>
                </a:lnTo>
                <a:lnTo>
                  <a:pt x="148" y="815"/>
                </a:lnTo>
                <a:lnTo>
                  <a:pt x="135" y="802"/>
                </a:lnTo>
                <a:lnTo>
                  <a:pt x="122" y="789"/>
                </a:lnTo>
                <a:lnTo>
                  <a:pt x="110" y="776"/>
                </a:lnTo>
                <a:lnTo>
                  <a:pt x="98" y="763"/>
                </a:lnTo>
                <a:lnTo>
                  <a:pt x="87" y="749"/>
                </a:lnTo>
                <a:lnTo>
                  <a:pt x="77" y="735"/>
                </a:lnTo>
                <a:lnTo>
                  <a:pt x="67" y="721"/>
                </a:lnTo>
                <a:lnTo>
                  <a:pt x="58" y="706"/>
                </a:lnTo>
                <a:lnTo>
                  <a:pt x="50" y="691"/>
                </a:lnTo>
                <a:lnTo>
                  <a:pt x="42" y="677"/>
                </a:lnTo>
                <a:lnTo>
                  <a:pt x="35" y="662"/>
                </a:lnTo>
                <a:lnTo>
                  <a:pt x="28" y="646"/>
                </a:lnTo>
                <a:lnTo>
                  <a:pt x="22" y="631"/>
                </a:lnTo>
                <a:lnTo>
                  <a:pt x="17" y="616"/>
                </a:lnTo>
                <a:lnTo>
                  <a:pt x="13" y="600"/>
                </a:lnTo>
                <a:lnTo>
                  <a:pt x="9" y="584"/>
                </a:lnTo>
                <a:lnTo>
                  <a:pt x="6" y="569"/>
                </a:lnTo>
                <a:lnTo>
                  <a:pt x="3" y="553"/>
                </a:lnTo>
                <a:lnTo>
                  <a:pt x="2" y="537"/>
                </a:lnTo>
                <a:lnTo>
                  <a:pt x="1" y="521"/>
                </a:lnTo>
                <a:lnTo>
                  <a:pt x="0" y="505"/>
                </a:lnTo>
                <a:lnTo>
                  <a:pt x="1" y="489"/>
                </a:lnTo>
                <a:lnTo>
                  <a:pt x="2" y="474"/>
                </a:lnTo>
                <a:lnTo>
                  <a:pt x="3" y="458"/>
                </a:lnTo>
                <a:lnTo>
                  <a:pt x="6" y="442"/>
                </a:lnTo>
                <a:lnTo>
                  <a:pt x="9" y="426"/>
                </a:lnTo>
                <a:lnTo>
                  <a:pt x="13" y="411"/>
                </a:lnTo>
                <a:lnTo>
                  <a:pt x="17" y="395"/>
                </a:lnTo>
                <a:lnTo>
                  <a:pt x="22" y="380"/>
                </a:lnTo>
                <a:lnTo>
                  <a:pt x="28" y="364"/>
                </a:lnTo>
                <a:lnTo>
                  <a:pt x="35" y="349"/>
                </a:lnTo>
                <a:lnTo>
                  <a:pt x="42" y="334"/>
                </a:lnTo>
                <a:lnTo>
                  <a:pt x="50" y="319"/>
                </a:lnTo>
                <a:lnTo>
                  <a:pt x="58" y="304"/>
                </a:lnTo>
                <a:lnTo>
                  <a:pt x="67" y="290"/>
                </a:lnTo>
                <a:lnTo>
                  <a:pt x="77" y="276"/>
                </a:lnTo>
                <a:lnTo>
                  <a:pt x="87" y="262"/>
                </a:lnTo>
                <a:lnTo>
                  <a:pt x="98" y="248"/>
                </a:lnTo>
                <a:lnTo>
                  <a:pt x="110" y="234"/>
                </a:lnTo>
                <a:lnTo>
                  <a:pt x="122" y="221"/>
                </a:lnTo>
                <a:lnTo>
                  <a:pt x="135" y="208"/>
                </a:lnTo>
                <a:lnTo>
                  <a:pt x="148" y="195"/>
                </a:lnTo>
                <a:lnTo>
                  <a:pt x="162" y="183"/>
                </a:lnTo>
                <a:lnTo>
                  <a:pt x="177" y="171"/>
                </a:lnTo>
                <a:lnTo>
                  <a:pt x="192" y="159"/>
                </a:lnTo>
                <a:lnTo>
                  <a:pt x="208" y="148"/>
                </a:lnTo>
                <a:lnTo>
                  <a:pt x="224" y="137"/>
                </a:lnTo>
                <a:lnTo>
                  <a:pt x="240" y="126"/>
                </a:lnTo>
                <a:lnTo>
                  <a:pt x="257" y="116"/>
                </a:lnTo>
                <a:lnTo>
                  <a:pt x="274" y="106"/>
                </a:lnTo>
                <a:lnTo>
                  <a:pt x="292" y="96"/>
                </a:lnTo>
                <a:lnTo>
                  <a:pt x="310" y="87"/>
                </a:lnTo>
                <a:lnTo>
                  <a:pt x="329" y="78"/>
                </a:lnTo>
                <a:lnTo>
                  <a:pt x="348" y="70"/>
                </a:lnTo>
                <a:lnTo>
                  <a:pt x="367" y="62"/>
                </a:lnTo>
                <a:lnTo>
                  <a:pt x="387" y="55"/>
                </a:lnTo>
                <a:lnTo>
                  <a:pt x="406" y="48"/>
                </a:lnTo>
                <a:lnTo>
                  <a:pt x="427" y="41"/>
                </a:lnTo>
                <a:lnTo>
                  <a:pt x="447" y="35"/>
                </a:lnTo>
                <a:lnTo>
                  <a:pt x="468" y="30"/>
                </a:lnTo>
                <a:lnTo>
                  <a:pt x="489" y="24"/>
                </a:lnTo>
                <a:lnTo>
                  <a:pt x="510" y="20"/>
                </a:lnTo>
                <a:lnTo>
                  <a:pt x="531" y="16"/>
                </a:lnTo>
                <a:lnTo>
                  <a:pt x="553" y="12"/>
                </a:lnTo>
                <a:lnTo>
                  <a:pt x="575" y="9"/>
                </a:lnTo>
                <a:lnTo>
                  <a:pt x="597" y="6"/>
                </a:lnTo>
                <a:lnTo>
                  <a:pt x="618" y="4"/>
                </a:lnTo>
                <a:lnTo>
                  <a:pt x="641" y="2"/>
                </a:lnTo>
                <a:lnTo>
                  <a:pt x="663" y="1"/>
                </a:lnTo>
                <a:lnTo>
                  <a:pt x="685" y="0"/>
                </a:lnTo>
                <a:lnTo>
                  <a:pt x="707" y="0"/>
                </a:lnTo>
                <a:lnTo>
                  <a:pt x="729" y="0"/>
                </a:lnTo>
                <a:lnTo>
                  <a:pt x="751" y="1"/>
                </a:lnTo>
                <a:lnTo>
                  <a:pt x="773" y="2"/>
                </a:lnTo>
                <a:lnTo>
                  <a:pt x="795" y="4"/>
                </a:lnTo>
                <a:lnTo>
                  <a:pt x="817" y="6"/>
                </a:lnTo>
                <a:lnTo>
                  <a:pt x="839" y="9"/>
                </a:lnTo>
                <a:lnTo>
                  <a:pt x="861" y="12"/>
                </a:lnTo>
                <a:lnTo>
                  <a:pt x="882" y="16"/>
                </a:lnTo>
                <a:lnTo>
                  <a:pt x="904" y="20"/>
                </a:lnTo>
                <a:lnTo>
                  <a:pt x="925" y="24"/>
                </a:lnTo>
                <a:lnTo>
                  <a:pt x="946" y="30"/>
                </a:lnTo>
                <a:lnTo>
                  <a:pt x="967" y="35"/>
                </a:lnTo>
                <a:lnTo>
                  <a:pt x="987" y="41"/>
                </a:lnTo>
                <a:lnTo>
                  <a:pt x="1007" y="48"/>
                </a:lnTo>
                <a:lnTo>
                  <a:pt x="1027" y="55"/>
                </a:lnTo>
                <a:lnTo>
                  <a:pt x="1047" y="62"/>
                </a:lnTo>
                <a:lnTo>
                  <a:pt x="1066" y="70"/>
                </a:lnTo>
                <a:lnTo>
                  <a:pt x="1085" y="78"/>
                </a:lnTo>
                <a:lnTo>
                  <a:pt x="1104" y="87"/>
                </a:lnTo>
                <a:lnTo>
                  <a:pt x="1122" y="96"/>
                </a:lnTo>
                <a:lnTo>
                  <a:pt x="1140" y="106"/>
                </a:lnTo>
                <a:lnTo>
                  <a:pt x="1157" y="116"/>
                </a:lnTo>
                <a:lnTo>
                  <a:pt x="1174" y="126"/>
                </a:lnTo>
                <a:lnTo>
                  <a:pt x="1190" y="137"/>
                </a:lnTo>
                <a:lnTo>
                  <a:pt x="1206" y="148"/>
                </a:lnTo>
                <a:lnTo>
                  <a:pt x="1221" y="159"/>
                </a:lnTo>
                <a:lnTo>
                  <a:pt x="1236" y="171"/>
                </a:lnTo>
                <a:lnTo>
                  <a:pt x="1251" y="183"/>
                </a:lnTo>
                <a:lnTo>
                  <a:pt x="1265" y="195"/>
                </a:lnTo>
                <a:lnTo>
                  <a:pt x="1278" y="208"/>
                </a:lnTo>
                <a:lnTo>
                  <a:pt x="1291" y="221"/>
                </a:lnTo>
                <a:lnTo>
                  <a:pt x="1303" y="234"/>
                </a:lnTo>
                <a:lnTo>
                  <a:pt x="1314" y="248"/>
                </a:lnTo>
                <a:lnTo>
                  <a:pt x="1325" y="262"/>
                </a:lnTo>
                <a:lnTo>
                  <a:pt x="1336" y="276"/>
                </a:lnTo>
                <a:lnTo>
                  <a:pt x="1346" y="290"/>
                </a:lnTo>
                <a:lnTo>
                  <a:pt x="1355" y="304"/>
                </a:lnTo>
                <a:lnTo>
                  <a:pt x="1363" y="319"/>
                </a:lnTo>
                <a:lnTo>
                  <a:pt x="1371" y="334"/>
                </a:lnTo>
                <a:lnTo>
                  <a:pt x="1378" y="349"/>
                </a:lnTo>
                <a:lnTo>
                  <a:pt x="1385" y="364"/>
                </a:lnTo>
                <a:lnTo>
                  <a:pt x="1391" y="380"/>
                </a:lnTo>
                <a:lnTo>
                  <a:pt x="1396" y="395"/>
                </a:lnTo>
                <a:lnTo>
                  <a:pt x="1400" y="411"/>
                </a:lnTo>
                <a:lnTo>
                  <a:pt x="1404" y="426"/>
                </a:lnTo>
                <a:lnTo>
                  <a:pt x="1407" y="442"/>
                </a:lnTo>
                <a:lnTo>
                  <a:pt x="1410" y="458"/>
                </a:lnTo>
                <a:lnTo>
                  <a:pt x="1411" y="474"/>
                </a:lnTo>
                <a:lnTo>
                  <a:pt x="1412" y="489"/>
                </a:lnTo>
                <a:lnTo>
                  <a:pt x="1413" y="505"/>
                </a:lnTo>
                <a:close/>
              </a:path>
            </a:pathLst>
          </a:custGeom>
          <a:solidFill>
            <a:srgbClr val="ffb1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0" name=""/>
          <p:cNvSpPr/>
          <p:nvPr/>
        </p:nvSpPr>
        <p:spPr>
          <a:xfrm>
            <a:off x="7806960" y="2761200"/>
            <a:ext cx="511560" cy="366480"/>
          </a:xfrm>
          <a:custGeom>
            <a:avLst/>
            <a:gdLst/>
            <a:ahLst/>
            <a:rect l="0" t="0" r="r" b="b"/>
            <a:pathLst>
              <a:path w="1421" h="1018">
                <a:moveTo>
                  <a:pt x="1417" y="508"/>
                </a:moveTo>
                <a:lnTo>
                  <a:pt x="1416" y="492"/>
                </a:lnTo>
                <a:lnTo>
                  <a:pt x="1415" y="477"/>
                </a:lnTo>
                <a:lnTo>
                  <a:pt x="1414" y="461"/>
                </a:lnTo>
                <a:lnTo>
                  <a:pt x="1411" y="445"/>
                </a:lnTo>
                <a:lnTo>
                  <a:pt x="1408" y="429"/>
                </a:lnTo>
                <a:lnTo>
                  <a:pt x="1404" y="414"/>
                </a:lnTo>
                <a:lnTo>
                  <a:pt x="1400" y="398"/>
                </a:lnTo>
                <a:lnTo>
                  <a:pt x="1395" y="383"/>
                </a:lnTo>
                <a:lnTo>
                  <a:pt x="1389" y="367"/>
                </a:lnTo>
                <a:lnTo>
                  <a:pt x="1382" y="352"/>
                </a:lnTo>
                <a:lnTo>
                  <a:pt x="1375" y="337"/>
                </a:lnTo>
                <a:lnTo>
                  <a:pt x="1367" y="322"/>
                </a:lnTo>
                <a:lnTo>
                  <a:pt x="1359" y="307"/>
                </a:lnTo>
                <a:lnTo>
                  <a:pt x="1350" y="293"/>
                </a:lnTo>
                <a:lnTo>
                  <a:pt x="1340" y="279"/>
                </a:lnTo>
                <a:lnTo>
                  <a:pt x="1329" y="265"/>
                </a:lnTo>
                <a:lnTo>
                  <a:pt x="1318" y="251"/>
                </a:lnTo>
                <a:lnTo>
                  <a:pt x="1307" y="237"/>
                </a:lnTo>
                <a:lnTo>
                  <a:pt x="1295" y="224"/>
                </a:lnTo>
                <a:lnTo>
                  <a:pt x="1282" y="211"/>
                </a:lnTo>
                <a:lnTo>
                  <a:pt x="1269" y="198"/>
                </a:lnTo>
                <a:lnTo>
                  <a:pt x="1255" y="186"/>
                </a:lnTo>
                <a:lnTo>
                  <a:pt x="1240" y="174"/>
                </a:lnTo>
                <a:lnTo>
                  <a:pt x="1225" y="162"/>
                </a:lnTo>
                <a:lnTo>
                  <a:pt x="1210" y="151"/>
                </a:lnTo>
                <a:lnTo>
                  <a:pt x="1194" y="140"/>
                </a:lnTo>
                <a:lnTo>
                  <a:pt x="1178" y="129"/>
                </a:lnTo>
                <a:lnTo>
                  <a:pt x="1161" y="119"/>
                </a:lnTo>
                <a:lnTo>
                  <a:pt x="1144" y="109"/>
                </a:lnTo>
                <a:lnTo>
                  <a:pt x="1126" y="99"/>
                </a:lnTo>
                <a:lnTo>
                  <a:pt x="1108" y="90"/>
                </a:lnTo>
                <a:lnTo>
                  <a:pt x="1089" y="81"/>
                </a:lnTo>
                <a:lnTo>
                  <a:pt x="1070" y="73"/>
                </a:lnTo>
                <a:lnTo>
                  <a:pt x="1051" y="65"/>
                </a:lnTo>
                <a:lnTo>
                  <a:pt x="1031" y="58"/>
                </a:lnTo>
                <a:lnTo>
                  <a:pt x="1011" y="51"/>
                </a:lnTo>
                <a:lnTo>
                  <a:pt x="991" y="44"/>
                </a:lnTo>
                <a:lnTo>
                  <a:pt x="971" y="38"/>
                </a:lnTo>
                <a:lnTo>
                  <a:pt x="950" y="33"/>
                </a:lnTo>
                <a:lnTo>
                  <a:pt x="929" y="27"/>
                </a:lnTo>
                <a:lnTo>
                  <a:pt x="908" y="23"/>
                </a:lnTo>
                <a:lnTo>
                  <a:pt x="886" y="19"/>
                </a:lnTo>
                <a:lnTo>
                  <a:pt x="865" y="15"/>
                </a:lnTo>
                <a:lnTo>
                  <a:pt x="843" y="12"/>
                </a:lnTo>
                <a:lnTo>
                  <a:pt x="821" y="9"/>
                </a:lnTo>
                <a:lnTo>
                  <a:pt x="799" y="7"/>
                </a:lnTo>
                <a:lnTo>
                  <a:pt x="777" y="5"/>
                </a:lnTo>
                <a:lnTo>
                  <a:pt x="755" y="4"/>
                </a:lnTo>
                <a:lnTo>
                  <a:pt x="733" y="3"/>
                </a:lnTo>
                <a:lnTo>
                  <a:pt x="711" y="3"/>
                </a:lnTo>
                <a:lnTo>
                  <a:pt x="689" y="3"/>
                </a:lnTo>
                <a:lnTo>
                  <a:pt x="667" y="4"/>
                </a:lnTo>
                <a:lnTo>
                  <a:pt x="645" y="5"/>
                </a:lnTo>
                <a:lnTo>
                  <a:pt x="622" y="7"/>
                </a:lnTo>
                <a:lnTo>
                  <a:pt x="601" y="9"/>
                </a:lnTo>
                <a:lnTo>
                  <a:pt x="579" y="12"/>
                </a:lnTo>
                <a:lnTo>
                  <a:pt x="557" y="15"/>
                </a:lnTo>
                <a:lnTo>
                  <a:pt x="535" y="19"/>
                </a:lnTo>
                <a:lnTo>
                  <a:pt x="514" y="23"/>
                </a:lnTo>
                <a:lnTo>
                  <a:pt x="493" y="27"/>
                </a:lnTo>
                <a:lnTo>
                  <a:pt x="472" y="33"/>
                </a:lnTo>
                <a:lnTo>
                  <a:pt x="451" y="38"/>
                </a:lnTo>
                <a:lnTo>
                  <a:pt x="431" y="44"/>
                </a:lnTo>
                <a:lnTo>
                  <a:pt x="410" y="51"/>
                </a:lnTo>
                <a:lnTo>
                  <a:pt x="391" y="58"/>
                </a:lnTo>
                <a:lnTo>
                  <a:pt x="371" y="65"/>
                </a:lnTo>
                <a:lnTo>
                  <a:pt x="352" y="73"/>
                </a:lnTo>
                <a:lnTo>
                  <a:pt x="333" y="81"/>
                </a:lnTo>
                <a:lnTo>
                  <a:pt x="314" y="90"/>
                </a:lnTo>
                <a:lnTo>
                  <a:pt x="295" y="99"/>
                </a:lnTo>
                <a:lnTo>
                  <a:pt x="277" y="109"/>
                </a:lnTo>
                <a:lnTo>
                  <a:pt x="260" y="119"/>
                </a:lnTo>
                <a:lnTo>
                  <a:pt x="243" y="129"/>
                </a:lnTo>
                <a:lnTo>
                  <a:pt x="227" y="140"/>
                </a:lnTo>
                <a:lnTo>
                  <a:pt x="211" y="151"/>
                </a:lnTo>
                <a:lnTo>
                  <a:pt x="195" y="162"/>
                </a:lnTo>
                <a:lnTo>
                  <a:pt x="181" y="174"/>
                </a:lnTo>
                <a:lnTo>
                  <a:pt x="166" y="186"/>
                </a:lnTo>
                <a:lnTo>
                  <a:pt x="152" y="198"/>
                </a:lnTo>
                <a:lnTo>
                  <a:pt x="139" y="211"/>
                </a:lnTo>
                <a:lnTo>
                  <a:pt x="126" y="224"/>
                </a:lnTo>
                <a:lnTo>
                  <a:pt x="114" y="237"/>
                </a:lnTo>
                <a:lnTo>
                  <a:pt x="102" y="251"/>
                </a:lnTo>
                <a:lnTo>
                  <a:pt x="91" y="265"/>
                </a:lnTo>
                <a:lnTo>
                  <a:pt x="81" y="279"/>
                </a:lnTo>
                <a:lnTo>
                  <a:pt x="71" y="293"/>
                </a:lnTo>
                <a:lnTo>
                  <a:pt x="62" y="307"/>
                </a:lnTo>
                <a:lnTo>
                  <a:pt x="54" y="322"/>
                </a:lnTo>
                <a:lnTo>
                  <a:pt x="46" y="337"/>
                </a:lnTo>
                <a:lnTo>
                  <a:pt x="39" y="352"/>
                </a:lnTo>
                <a:lnTo>
                  <a:pt x="32" y="367"/>
                </a:lnTo>
                <a:lnTo>
                  <a:pt x="26" y="383"/>
                </a:lnTo>
                <a:lnTo>
                  <a:pt x="21" y="398"/>
                </a:lnTo>
                <a:lnTo>
                  <a:pt x="17" y="414"/>
                </a:lnTo>
                <a:lnTo>
                  <a:pt x="13" y="429"/>
                </a:lnTo>
                <a:lnTo>
                  <a:pt x="10" y="445"/>
                </a:lnTo>
                <a:lnTo>
                  <a:pt x="7" y="461"/>
                </a:lnTo>
                <a:lnTo>
                  <a:pt x="6" y="477"/>
                </a:lnTo>
                <a:lnTo>
                  <a:pt x="5" y="492"/>
                </a:lnTo>
                <a:lnTo>
                  <a:pt x="4" y="508"/>
                </a:lnTo>
                <a:lnTo>
                  <a:pt x="5" y="524"/>
                </a:lnTo>
                <a:lnTo>
                  <a:pt x="6" y="540"/>
                </a:lnTo>
                <a:lnTo>
                  <a:pt x="7" y="556"/>
                </a:lnTo>
                <a:lnTo>
                  <a:pt x="10" y="572"/>
                </a:lnTo>
                <a:lnTo>
                  <a:pt x="13" y="587"/>
                </a:lnTo>
                <a:lnTo>
                  <a:pt x="17" y="603"/>
                </a:lnTo>
                <a:lnTo>
                  <a:pt x="21" y="619"/>
                </a:lnTo>
                <a:lnTo>
                  <a:pt x="26" y="634"/>
                </a:lnTo>
                <a:lnTo>
                  <a:pt x="32" y="649"/>
                </a:lnTo>
                <a:lnTo>
                  <a:pt x="39" y="665"/>
                </a:lnTo>
                <a:lnTo>
                  <a:pt x="46" y="680"/>
                </a:lnTo>
                <a:lnTo>
                  <a:pt x="54" y="694"/>
                </a:lnTo>
                <a:lnTo>
                  <a:pt x="62" y="709"/>
                </a:lnTo>
                <a:lnTo>
                  <a:pt x="71" y="724"/>
                </a:lnTo>
                <a:lnTo>
                  <a:pt x="81" y="738"/>
                </a:lnTo>
                <a:lnTo>
                  <a:pt x="91" y="752"/>
                </a:lnTo>
                <a:lnTo>
                  <a:pt x="102" y="766"/>
                </a:lnTo>
                <a:lnTo>
                  <a:pt x="114" y="779"/>
                </a:lnTo>
                <a:lnTo>
                  <a:pt x="126" y="792"/>
                </a:lnTo>
                <a:lnTo>
                  <a:pt x="139" y="805"/>
                </a:lnTo>
                <a:lnTo>
                  <a:pt x="152" y="818"/>
                </a:lnTo>
                <a:lnTo>
                  <a:pt x="166" y="831"/>
                </a:lnTo>
                <a:lnTo>
                  <a:pt x="181" y="843"/>
                </a:lnTo>
                <a:lnTo>
                  <a:pt x="195" y="854"/>
                </a:lnTo>
                <a:lnTo>
                  <a:pt x="211" y="866"/>
                </a:lnTo>
                <a:lnTo>
                  <a:pt x="227" y="877"/>
                </a:lnTo>
                <a:lnTo>
                  <a:pt x="243" y="888"/>
                </a:lnTo>
                <a:lnTo>
                  <a:pt x="260" y="898"/>
                </a:lnTo>
                <a:lnTo>
                  <a:pt x="277" y="908"/>
                </a:lnTo>
                <a:lnTo>
                  <a:pt x="295" y="917"/>
                </a:lnTo>
                <a:lnTo>
                  <a:pt x="314" y="926"/>
                </a:lnTo>
                <a:lnTo>
                  <a:pt x="333" y="935"/>
                </a:lnTo>
                <a:lnTo>
                  <a:pt x="352" y="944"/>
                </a:lnTo>
                <a:lnTo>
                  <a:pt x="371" y="951"/>
                </a:lnTo>
                <a:lnTo>
                  <a:pt x="391" y="959"/>
                </a:lnTo>
                <a:lnTo>
                  <a:pt x="410" y="967"/>
                </a:lnTo>
                <a:lnTo>
                  <a:pt x="431" y="973"/>
                </a:lnTo>
                <a:lnTo>
                  <a:pt x="451" y="979"/>
                </a:lnTo>
                <a:lnTo>
                  <a:pt x="472" y="985"/>
                </a:lnTo>
                <a:lnTo>
                  <a:pt x="493" y="990"/>
                </a:lnTo>
                <a:lnTo>
                  <a:pt x="514" y="995"/>
                </a:lnTo>
                <a:lnTo>
                  <a:pt x="535" y="999"/>
                </a:lnTo>
                <a:lnTo>
                  <a:pt x="557" y="1003"/>
                </a:lnTo>
                <a:lnTo>
                  <a:pt x="579" y="1006"/>
                </a:lnTo>
                <a:lnTo>
                  <a:pt x="601" y="1009"/>
                </a:lnTo>
                <a:lnTo>
                  <a:pt x="622" y="1011"/>
                </a:lnTo>
                <a:lnTo>
                  <a:pt x="645" y="1013"/>
                </a:lnTo>
                <a:lnTo>
                  <a:pt x="667" y="1014"/>
                </a:lnTo>
                <a:lnTo>
                  <a:pt x="689" y="1015"/>
                </a:lnTo>
                <a:lnTo>
                  <a:pt x="711" y="1015"/>
                </a:lnTo>
                <a:lnTo>
                  <a:pt x="733" y="1015"/>
                </a:lnTo>
                <a:lnTo>
                  <a:pt x="755" y="1014"/>
                </a:lnTo>
                <a:lnTo>
                  <a:pt x="777" y="1013"/>
                </a:lnTo>
                <a:lnTo>
                  <a:pt x="799" y="1011"/>
                </a:lnTo>
                <a:lnTo>
                  <a:pt x="821" y="1009"/>
                </a:lnTo>
                <a:lnTo>
                  <a:pt x="843" y="1006"/>
                </a:lnTo>
                <a:lnTo>
                  <a:pt x="865" y="1003"/>
                </a:lnTo>
                <a:lnTo>
                  <a:pt x="886" y="999"/>
                </a:lnTo>
                <a:lnTo>
                  <a:pt x="908" y="995"/>
                </a:lnTo>
                <a:lnTo>
                  <a:pt x="929" y="990"/>
                </a:lnTo>
                <a:lnTo>
                  <a:pt x="950" y="985"/>
                </a:lnTo>
                <a:lnTo>
                  <a:pt x="971" y="979"/>
                </a:lnTo>
                <a:lnTo>
                  <a:pt x="991" y="973"/>
                </a:lnTo>
                <a:lnTo>
                  <a:pt x="1011" y="967"/>
                </a:lnTo>
                <a:lnTo>
                  <a:pt x="1031" y="959"/>
                </a:lnTo>
                <a:lnTo>
                  <a:pt x="1051" y="951"/>
                </a:lnTo>
                <a:lnTo>
                  <a:pt x="1070" y="944"/>
                </a:lnTo>
                <a:lnTo>
                  <a:pt x="1089" y="935"/>
                </a:lnTo>
                <a:lnTo>
                  <a:pt x="1108" y="926"/>
                </a:lnTo>
                <a:lnTo>
                  <a:pt x="1126" y="917"/>
                </a:lnTo>
                <a:lnTo>
                  <a:pt x="1144" y="908"/>
                </a:lnTo>
                <a:lnTo>
                  <a:pt x="1161" y="898"/>
                </a:lnTo>
                <a:lnTo>
                  <a:pt x="1178" y="888"/>
                </a:lnTo>
                <a:lnTo>
                  <a:pt x="1194" y="877"/>
                </a:lnTo>
                <a:lnTo>
                  <a:pt x="1210" y="866"/>
                </a:lnTo>
                <a:lnTo>
                  <a:pt x="1225" y="854"/>
                </a:lnTo>
                <a:lnTo>
                  <a:pt x="1240" y="843"/>
                </a:lnTo>
                <a:lnTo>
                  <a:pt x="1255" y="831"/>
                </a:lnTo>
                <a:lnTo>
                  <a:pt x="1269" y="818"/>
                </a:lnTo>
                <a:lnTo>
                  <a:pt x="1282" y="805"/>
                </a:lnTo>
                <a:lnTo>
                  <a:pt x="1295" y="792"/>
                </a:lnTo>
                <a:lnTo>
                  <a:pt x="1307" y="779"/>
                </a:lnTo>
                <a:lnTo>
                  <a:pt x="1318" y="766"/>
                </a:lnTo>
                <a:lnTo>
                  <a:pt x="1329" y="752"/>
                </a:lnTo>
                <a:lnTo>
                  <a:pt x="1340" y="738"/>
                </a:lnTo>
                <a:lnTo>
                  <a:pt x="1350" y="724"/>
                </a:lnTo>
                <a:lnTo>
                  <a:pt x="1359" y="709"/>
                </a:lnTo>
                <a:lnTo>
                  <a:pt x="1367" y="694"/>
                </a:lnTo>
                <a:lnTo>
                  <a:pt x="1375" y="680"/>
                </a:lnTo>
                <a:lnTo>
                  <a:pt x="1382" y="665"/>
                </a:lnTo>
                <a:lnTo>
                  <a:pt x="1389" y="649"/>
                </a:lnTo>
                <a:lnTo>
                  <a:pt x="1395" y="634"/>
                </a:lnTo>
                <a:lnTo>
                  <a:pt x="1400" y="619"/>
                </a:lnTo>
                <a:lnTo>
                  <a:pt x="1404" y="603"/>
                </a:lnTo>
                <a:lnTo>
                  <a:pt x="1408" y="587"/>
                </a:lnTo>
                <a:lnTo>
                  <a:pt x="1411" y="572"/>
                </a:lnTo>
                <a:lnTo>
                  <a:pt x="1414" y="556"/>
                </a:lnTo>
                <a:lnTo>
                  <a:pt x="1415" y="540"/>
                </a:lnTo>
                <a:lnTo>
                  <a:pt x="1416" y="524"/>
                </a:lnTo>
                <a:lnTo>
                  <a:pt x="1417" y="508"/>
                </a:lnTo>
                <a:moveTo>
                  <a:pt x="1421" y="508"/>
                </a:moveTo>
                <a:lnTo>
                  <a:pt x="1420" y="524"/>
                </a:lnTo>
                <a:lnTo>
                  <a:pt x="1419" y="540"/>
                </a:lnTo>
                <a:lnTo>
                  <a:pt x="1417" y="556"/>
                </a:lnTo>
                <a:lnTo>
                  <a:pt x="1415" y="572"/>
                </a:lnTo>
                <a:lnTo>
                  <a:pt x="1412" y="588"/>
                </a:lnTo>
                <a:lnTo>
                  <a:pt x="1408" y="604"/>
                </a:lnTo>
                <a:lnTo>
                  <a:pt x="1403" y="619"/>
                </a:lnTo>
                <a:lnTo>
                  <a:pt x="1398" y="635"/>
                </a:lnTo>
                <a:lnTo>
                  <a:pt x="1392" y="650"/>
                </a:lnTo>
                <a:lnTo>
                  <a:pt x="1386" y="665"/>
                </a:lnTo>
                <a:lnTo>
                  <a:pt x="1379" y="681"/>
                </a:lnTo>
                <a:lnTo>
                  <a:pt x="1371" y="695"/>
                </a:lnTo>
                <a:lnTo>
                  <a:pt x="1362" y="710"/>
                </a:lnTo>
                <a:lnTo>
                  <a:pt x="1353" y="725"/>
                </a:lnTo>
                <a:lnTo>
                  <a:pt x="1343" y="739"/>
                </a:lnTo>
                <a:lnTo>
                  <a:pt x="1333" y="753"/>
                </a:lnTo>
                <a:lnTo>
                  <a:pt x="1322" y="767"/>
                </a:lnTo>
                <a:lnTo>
                  <a:pt x="1310" y="781"/>
                </a:lnTo>
                <a:lnTo>
                  <a:pt x="1298" y="794"/>
                </a:lnTo>
                <a:lnTo>
                  <a:pt x="1285" y="807"/>
                </a:lnTo>
                <a:lnTo>
                  <a:pt x="1272" y="820"/>
                </a:lnTo>
                <a:lnTo>
                  <a:pt x="1258" y="832"/>
                </a:lnTo>
                <a:lnTo>
                  <a:pt x="1243" y="845"/>
                </a:lnTo>
                <a:lnTo>
                  <a:pt x="1228" y="856"/>
                </a:lnTo>
                <a:lnTo>
                  <a:pt x="1213" y="868"/>
                </a:lnTo>
                <a:lnTo>
                  <a:pt x="1197" y="879"/>
                </a:lnTo>
                <a:lnTo>
                  <a:pt x="1180" y="890"/>
                </a:lnTo>
                <a:lnTo>
                  <a:pt x="1163" y="900"/>
                </a:lnTo>
                <a:lnTo>
                  <a:pt x="1146" y="910"/>
                </a:lnTo>
                <a:lnTo>
                  <a:pt x="1128" y="920"/>
                </a:lnTo>
                <a:lnTo>
                  <a:pt x="1110" y="929"/>
                </a:lnTo>
                <a:lnTo>
                  <a:pt x="1091" y="938"/>
                </a:lnTo>
                <a:lnTo>
                  <a:pt x="1072" y="946"/>
                </a:lnTo>
                <a:lnTo>
                  <a:pt x="1053" y="954"/>
                </a:lnTo>
                <a:lnTo>
                  <a:pt x="1033" y="961"/>
                </a:lnTo>
                <a:lnTo>
                  <a:pt x="1013" y="969"/>
                </a:lnTo>
                <a:lnTo>
                  <a:pt x="993" y="976"/>
                </a:lnTo>
                <a:lnTo>
                  <a:pt x="972" y="982"/>
                </a:lnTo>
                <a:lnTo>
                  <a:pt x="951" y="988"/>
                </a:lnTo>
                <a:lnTo>
                  <a:pt x="930" y="993"/>
                </a:lnTo>
                <a:lnTo>
                  <a:pt x="909" y="998"/>
                </a:lnTo>
                <a:lnTo>
                  <a:pt x="887" y="1002"/>
                </a:lnTo>
                <a:lnTo>
                  <a:pt x="866" y="1005"/>
                </a:lnTo>
                <a:lnTo>
                  <a:pt x="844" y="1009"/>
                </a:lnTo>
                <a:lnTo>
                  <a:pt x="822" y="1011"/>
                </a:lnTo>
                <a:lnTo>
                  <a:pt x="800" y="1014"/>
                </a:lnTo>
                <a:lnTo>
                  <a:pt x="778" y="1015"/>
                </a:lnTo>
                <a:lnTo>
                  <a:pt x="756" y="1017"/>
                </a:lnTo>
                <a:lnTo>
                  <a:pt x="733" y="1017"/>
                </a:lnTo>
                <a:lnTo>
                  <a:pt x="711" y="1018"/>
                </a:lnTo>
                <a:lnTo>
                  <a:pt x="689" y="1017"/>
                </a:lnTo>
                <a:lnTo>
                  <a:pt x="666" y="1017"/>
                </a:lnTo>
                <a:lnTo>
                  <a:pt x="644" y="1015"/>
                </a:lnTo>
                <a:lnTo>
                  <a:pt x="622" y="1014"/>
                </a:lnTo>
                <a:lnTo>
                  <a:pt x="600" y="1011"/>
                </a:lnTo>
                <a:lnTo>
                  <a:pt x="578" y="1009"/>
                </a:lnTo>
                <a:lnTo>
                  <a:pt x="556" y="1005"/>
                </a:lnTo>
                <a:lnTo>
                  <a:pt x="534" y="1002"/>
                </a:lnTo>
                <a:lnTo>
                  <a:pt x="513" y="998"/>
                </a:lnTo>
                <a:lnTo>
                  <a:pt x="492" y="993"/>
                </a:lnTo>
                <a:lnTo>
                  <a:pt x="471" y="988"/>
                </a:lnTo>
                <a:lnTo>
                  <a:pt x="450" y="982"/>
                </a:lnTo>
                <a:lnTo>
                  <a:pt x="429" y="976"/>
                </a:lnTo>
                <a:lnTo>
                  <a:pt x="409" y="969"/>
                </a:lnTo>
                <a:lnTo>
                  <a:pt x="389" y="961"/>
                </a:lnTo>
                <a:lnTo>
                  <a:pt x="369" y="954"/>
                </a:lnTo>
                <a:lnTo>
                  <a:pt x="350" y="946"/>
                </a:lnTo>
                <a:lnTo>
                  <a:pt x="331" y="938"/>
                </a:lnTo>
                <a:lnTo>
                  <a:pt x="312" y="929"/>
                </a:lnTo>
                <a:lnTo>
                  <a:pt x="293" y="920"/>
                </a:lnTo>
                <a:lnTo>
                  <a:pt x="275" y="910"/>
                </a:lnTo>
                <a:lnTo>
                  <a:pt x="258" y="900"/>
                </a:lnTo>
                <a:lnTo>
                  <a:pt x="241" y="890"/>
                </a:lnTo>
                <a:lnTo>
                  <a:pt x="224" y="879"/>
                </a:lnTo>
                <a:lnTo>
                  <a:pt x="208" y="868"/>
                </a:lnTo>
                <a:lnTo>
                  <a:pt x="193" y="856"/>
                </a:lnTo>
                <a:lnTo>
                  <a:pt x="178" y="845"/>
                </a:lnTo>
                <a:lnTo>
                  <a:pt x="163" y="832"/>
                </a:lnTo>
                <a:lnTo>
                  <a:pt x="149" y="820"/>
                </a:lnTo>
                <a:lnTo>
                  <a:pt x="136" y="807"/>
                </a:lnTo>
                <a:lnTo>
                  <a:pt x="123" y="794"/>
                </a:lnTo>
                <a:lnTo>
                  <a:pt x="111" y="781"/>
                </a:lnTo>
                <a:lnTo>
                  <a:pt x="99" y="767"/>
                </a:lnTo>
                <a:lnTo>
                  <a:pt x="88" y="753"/>
                </a:lnTo>
                <a:lnTo>
                  <a:pt x="78" y="739"/>
                </a:lnTo>
                <a:lnTo>
                  <a:pt x="68" y="725"/>
                </a:lnTo>
                <a:lnTo>
                  <a:pt x="59" y="710"/>
                </a:lnTo>
                <a:lnTo>
                  <a:pt x="50" y="695"/>
                </a:lnTo>
                <a:lnTo>
                  <a:pt x="42" y="681"/>
                </a:lnTo>
                <a:lnTo>
                  <a:pt x="35" y="665"/>
                </a:lnTo>
                <a:lnTo>
                  <a:pt x="28" y="650"/>
                </a:lnTo>
                <a:lnTo>
                  <a:pt x="23" y="635"/>
                </a:lnTo>
                <a:lnTo>
                  <a:pt x="17" y="619"/>
                </a:lnTo>
                <a:lnTo>
                  <a:pt x="13" y="604"/>
                </a:lnTo>
                <a:lnTo>
                  <a:pt x="9" y="588"/>
                </a:lnTo>
                <a:lnTo>
                  <a:pt x="6" y="572"/>
                </a:lnTo>
                <a:lnTo>
                  <a:pt x="3" y="556"/>
                </a:lnTo>
                <a:lnTo>
                  <a:pt x="2" y="540"/>
                </a:lnTo>
                <a:lnTo>
                  <a:pt x="1" y="524"/>
                </a:lnTo>
                <a:lnTo>
                  <a:pt x="0" y="508"/>
                </a:lnTo>
                <a:lnTo>
                  <a:pt x="1" y="492"/>
                </a:lnTo>
                <a:lnTo>
                  <a:pt x="2" y="476"/>
                </a:lnTo>
                <a:lnTo>
                  <a:pt x="3" y="460"/>
                </a:lnTo>
                <a:lnTo>
                  <a:pt x="6" y="445"/>
                </a:lnTo>
                <a:lnTo>
                  <a:pt x="9" y="429"/>
                </a:lnTo>
                <a:lnTo>
                  <a:pt x="13" y="413"/>
                </a:lnTo>
                <a:lnTo>
                  <a:pt x="17" y="397"/>
                </a:lnTo>
                <a:lnTo>
                  <a:pt x="23" y="382"/>
                </a:lnTo>
                <a:lnTo>
                  <a:pt x="28" y="366"/>
                </a:lnTo>
                <a:lnTo>
                  <a:pt x="35" y="351"/>
                </a:lnTo>
                <a:lnTo>
                  <a:pt x="42" y="336"/>
                </a:lnTo>
                <a:lnTo>
                  <a:pt x="50" y="321"/>
                </a:lnTo>
                <a:lnTo>
                  <a:pt x="59" y="306"/>
                </a:lnTo>
                <a:lnTo>
                  <a:pt x="68" y="292"/>
                </a:lnTo>
                <a:lnTo>
                  <a:pt x="78" y="277"/>
                </a:lnTo>
                <a:lnTo>
                  <a:pt x="88" y="263"/>
                </a:lnTo>
                <a:lnTo>
                  <a:pt x="99" y="250"/>
                </a:lnTo>
                <a:lnTo>
                  <a:pt x="111" y="236"/>
                </a:lnTo>
                <a:lnTo>
                  <a:pt x="123" y="223"/>
                </a:lnTo>
                <a:lnTo>
                  <a:pt x="136" y="209"/>
                </a:lnTo>
                <a:lnTo>
                  <a:pt x="149" y="197"/>
                </a:lnTo>
                <a:lnTo>
                  <a:pt x="163" y="184"/>
                </a:lnTo>
                <a:lnTo>
                  <a:pt x="178" y="172"/>
                </a:lnTo>
                <a:lnTo>
                  <a:pt x="193" y="160"/>
                </a:lnTo>
                <a:lnTo>
                  <a:pt x="208" y="149"/>
                </a:lnTo>
                <a:lnTo>
                  <a:pt x="224" y="138"/>
                </a:lnTo>
                <a:lnTo>
                  <a:pt x="241" y="127"/>
                </a:lnTo>
                <a:lnTo>
                  <a:pt x="258" y="117"/>
                </a:lnTo>
                <a:lnTo>
                  <a:pt x="275" y="107"/>
                </a:lnTo>
                <a:lnTo>
                  <a:pt x="293" y="97"/>
                </a:lnTo>
                <a:lnTo>
                  <a:pt x="312" y="88"/>
                </a:lnTo>
                <a:lnTo>
                  <a:pt x="331" y="79"/>
                </a:lnTo>
                <a:lnTo>
                  <a:pt x="350" y="71"/>
                </a:lnTo>
                <a:lnTo>
                  <a:pt x="369" y="63"/>
                </a:lnTo>
                <a:lnTo>
                  <a:pt x="389" y="55"/>
                </a:lnTo>
                <a:lnTo>
                  <a:pt x="409" y="48"/>
                </a:lnTo>
                <a:lnTo>
                  <a:pt x="429" y="42"/>
                </a:lnTo>
                <a:lnTo>
                  <a:pt x="450" y="36"/>
                </a:lnTo>
                <a:lnTo>
                  <a:pt x="471" y="30"/>
                </a:lnTo>
                <a:lnTo>
                  <a:pt x="492" y="25"/>
                </a:lnTo>
                <a:lnTo>
                  <a:pt x="513" y="20"/>
                </a:lnTo>
                <a:lnTo>
                  <a:pt x="534" y="16"/>
                </a:lnTo>
                <a:lnTo>
                  <a:pt x="556" y="12"/>
                </a:lnTo>
                <a:lnTo>
                  <a:pt x="578" y="9"/>
                </a:lnTo>
                <a:lnTo>
                  <a:pt x="600" y="6"/>
                </a:lnTo>
                <a:lnTo>
                  <a:pt x="622" y="4"/>
                </a:lnTo>
                <a:lnTo>
                  <a:pt x="644" y="2"/>
                </a:lnTo>
                <a:lnTo>
                  <a:pt x="666" y="1"/>
                </a:lnTo>
                <a:lnTo>
                  <a:pt x="689" y="0"/>
                </a:lnTo>
                <a:lnTo>
                  <a:pt x="711" y="0"/>
                </a:lnTo>
                <a:lnTo>
                  <a:pt x="733" y="0"/>
                </a:lnTo>
                <a:lnTo>
                  <a:pt x="756" y="1"/>
                </a:lnTo>
                <a:lnTo>
                  <a:pt x="778" y="2"/>
                </a:lnTo>
                <a:lnTo>
                  <a:pt x="800" y="4"/>
                </a:lnTo>
                <a:lnTo>
                  <a:pt x="822" y="6"/>
                </a:lnTo>
                <a:lnTo>
                  <a:pt x="844" y="9"/>
                </a:lnTo>
                <a:lnTo>
                  <a:pt x="866" y="12"/>
                </a:lnTo>
                <a:lnTo>
                  <a:pt x="887" y="16"/>
                </a:lnTo>
                <a:lnTo>
                  <a:pt x="909" y="20"/>
                </a:lnTo>
                <a:lnTo>
                  <a:pt x="930" y="25"/>
                </a:lnTo>
                <a:lnTo>
                  <a:pt x="951" y="30"/>
                </a:lnTo>
                <a:lnTo>
                  <a:pt x="972" y="36"/>
                </a:lnTo>
                <a:lnTo>
                  <a:pt x="993" y="42"/>
                </a:lnTo>
                <a:lnTo>
                  <a:pt x="1013" y="48"/>
                </a:lnTo>
                <a:lnTo>
                  <a:pt x="1033" y="55"/>
                </a:lnTo>
                <a:lnTo>
                  <a:pt x="1053" y="63"/>
                </a:lnTo>
                <a:lnTo>
                  <a:pt x="1072" y="71"/>
                </a:lnTo>
                <a:lnTo>
                  <a:pt x="1091" y="79"/>
                </a:lnTo>
                <a:lnTo>
                  <a:pt x="1110" y="88"/>
                </a:lnTo>
                <a:lnTo>
                  <a:pt x="1128" y="97"/>
                </a:lnTo>
                <a:lnTo>
                  <a:pt x="1146" y="107"/>
                </a:lnTo>
                <a:lnTo>
                  <a:pt x="1163" y="117"/>
                </a:lnTo>
                <a:lnTo>
                  <a:pt x="1180" y="127"/>
                </a:lnTo>
                <a:lnTo>
                  <a:pt x="1197" y="138"/>
                </a:lnTo>
                <a:lnTo>
                  <a:pt x="1213" y="149"/>
                </a:lnTo>
                <a:lnTo>
                  <a:pt x="1228" y="160"/>
                </a:lnTo>
                <a:lnTo>
                  <a:pt x="1243" y="172"/>
                </a:lnTo>
                <a:lnTo>
                  <a:pt x="1258" y="184"/>
                </a:lnTo>
                <a:lnTo>
                  <a:pt x="1272" y="197"/>
                </a:lnTo>
                <a:lnTo>
                  <a:pt x="1285" y="209"/>
                </a:lnTo>
                <a:lnTo>
                  <a:pt x="1298" y="223"/>
                </a:lnTo>
                <a:lnTo>
                  <a:pt x="1310" y="236"/>
                </a:lnTo>
                <a:lnTo>
                  <a:pt x="1322" y="250"/>
                </a:lnTo>
                <a:lnTo>
                  <a:pt x="1333" y="263"/>
                </a:lnTo>
                <a:lnTo>
                  <a:pt x="1343" y="277"/>
                </a:lnTo>
                <a:lnTo>
                  <a:pt x="1353" y="292"/>
                </a:lnTo>
                <a:lnTo>
                  <a:pt x="1362" y="306"/>
                </a:lnTo>
                <a:lnTo>
                  <a:pt x="1371" y="321"/>
                </a:lnTo>
                <a:lnTo>
                  <a:pt x="1379" y="336"/>
                </a:lnTo>
                <a:lnTo>
                  <a:pt x="1386" y="351"/>
                </a:lnTo>
                <a:lnTo>
                  <a:pt x="1392" y="366"/>
                </a:lnTo>
                <a:lnTo>
                  <a:pt x="1398" y="382"/>
                </a:lnTo>
                <a:lnTo>
                  <a:pt x="1403" y="397"/>
                </a:lnTo>
                <a:lnTo>
                  <a:pt x="1408" y="413"/>
                </a:lnTo>
                <a:lnTo>
                  <a:pt x="1412" y="429"/>
                </a:lnTo>
                <a:lnTo>
                  <a:pt x="1415" y="445"/>
                </a:lnTo>
                <a:lnTo>
                  <a:pt x="1417" y="460"/>
                </a:lnTo>
                <a:lnTo>
                  <a:pt x="1419" y="476"/>
                </a:lnTo>
                <a:lnTo>
                  <a:pt x="1420" y="492"/>
                </a:lnTo>
                <a:lnTo>
                  <a:pt x="1421" y="508"/>
                </a:lnTo>
                <a:close/>
              </a:path>
            </a:pathLst>
          </a:custGeom>
          <a:solidFill>
            <a:srgbClr val="ffb1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1" name=""/>
          <p:cNvSpPr/>
          <p:nvPr/>
        </p:nvSpPr>
        <p:spPr>
          <a:xfrm>
            <a:off x="7805520" y="2760120"/>
            <a:ext cx="514080" cy="368280"/>
          </a:xfrm>
          <a:custGeom>
            <a:avLst/>
            <a:gdLst/>
            <a:ahLst/>
            <a:rect l="0" t="0" r="r" b="b"/>
            <a:pathLst>
              <a:path w="1428" h="1023">
                <a:moveTo>
                  <a:pt x="1425" y="511"/>
                </a:moveTo>
                <a:lnTo>
                  <a:pt x="1424" y="495"/>
                </a:lnTo>
                <a:lnTo>
                  <a:pt x="1423" y="479"/>
                </a:lnTo>
                <a:lnTo>
                  <a:pt x="1421" y="463"/>
                </a:lnTo>
                <a:lnTo>
                  <a:pt x="1419" y="448"/>
                </a:lnTo>
                <a:lnTo>
                  <a:pt x="1416" y="432"/>
                </a:lnTo>
                <a:lnTo>
                  <a:pt x="1412" y="416"/>
                </a:lnTo>
                <a:lnTo>
                  <a:pt x="1407" y="400"/>
                </a:lnTo>
                <a:lnTo>
                  <a:pt x="1402" y="385"/>
                </a:lnTo>
                <a:lnTo>
                  <a:pt x="1396" y="369"/>
                </a:lnTo>
                <a:lnTo>
                  <a:pt x="1390" y="354"/>
                </a:lnTo>
                <a:lnTo>
                  <a:pt x="1383" y="339"/>
                </a:lnTo>
                <a:lnTo>
                  <a:pt x="1375" y="324"/>
                </a:lnTo>
                <a:lnTo>
                  <a:pt x="1366" y="309"/>
                </a:lnTo>
                <a:lnTo>
                  <a:pt x="1357" y="295"/>
                </a:lnTo>
                <a:lnTo>
                  <a:pt x="1347" y="280"/>
                </a:lnTo>
                <a:lnTo>
                  <a:pt x="1337" y="266"/>
                </a:lnTo>
                <a:lnTo>
                  <a:pt x="1326" y="253"/>
                </a:lnTo>
                <a:lnTo>
                  <a:pt x="1314" y="239"/>
                </a:lnTo>
                <a:lnTo>
                  <a:pt x="1302" y="226"/>
                </a:lnTo>
                <a:lnTo>
                  <a:pt x="1289" y="212"/>
                </a:lnTo>
                <a:lnTo>
                  <a:pt x="1276" y="200"/>
                </a:lnTo>
                <a:lnTo>
                  <a:pt x="1262" y="187"/>
                </a:lnTo>
                <a:lnTo>
                  <a:pt x="1247" y="175"/>
                </a:lnTo>
                <a:lnTo>
                  <a:pt x="1232" y="163"/>
                </a:lnTo>
                <a:lnTo>
                  <a:pt x="1217" y="152"/>
                </a:lnTo>
                <a:lnTo>
                  <a:pt x="1201" y="141"/>
                </a:lnTo>
                <a:lnTo>
                  <a:pt x="1184" y="130"/>
                </a:lnTo>
                <a:lnTo>
                  <a:pt x="1167" y="120"/>
                </a:lnTo>
                <a:lnTo>
                  <a:pt x="1150" y="110"/>
                </a:lnTo>
                <a:lnTo>
                  <a:pt x="1132" y="100"/>
                </a:lnTo>
                <a:lnTo>
                  <a:pt x="1114" y="91"/>
                </a:lnTo>
                <a:lnTo>
                  <a:pt x="1095" y="82"/>
                </a:lnTo>
                <a:lnTo>
                  <a:pt x="1076" y="74"/>
                </a:lnTo>
                <a:lnTo>
                  <a:pt x="1057" y="66"/>
                </a:lnTo>
                <a:lnTo>
                  <a:pt x="1037" y="58"/>
                </a:lnTo>
                <a:lnTo>
                  <a:pt x="1017" y="51"/>
                </a:lnTo>
                <a:lnTo>
                  <a:pt x="997" y="45"/>
                </a:lnTo>
                <a:lnTo>
                  <a:pt x="976" y="39"/>
                </a:lnTo>
                <a:lnTo>
                  <a:pt x="955" y="33"/>
                </a:lnTo>
                <a:lnTo>
                  <a:pt x="934" y="28"/>
                </a:lnTo>
                <a:lnTo>
                  <a:pt x="913" y="23"/>
                </a:lnTo>
                <a:lnTo>
                  <a:pt x="891" y="19"/>
                </a:lnTo>
                <a:lnTo>
                  <a:pt x="870" y="15"/>
                </a:lnTo>
                <a:lnTo>
                  <a:pt x="848" y="12"/>
                </a:lnTo>
                <a:lnTo>
                  <a:pt x="826" y="9"/>
                </a:lnTo>
                <a:lnTo>
                  <a:pt x="804" y="7"/>
                </a:lnTo>
                <a:lnTo>
                  <a:pt x="782" y="5"/>
                </a:lnTo>
                <a:lnTo>
                  <a:pt x="760" y="4"/>
                </a:lnTo>
                <a:lnTo>
                  <a:pt x="737" y="3"/>
                </a:lnTo>
                <a:lnTo>
                  <a:pt x="715" y="3"/>
                </a:lnTo>
                <a:lnTo>
                  <a:pt x="693" y="3"/>
                </a:lnTo>
                <a:lnTo>
                  <a:pt x="670" y="4"/>
                </a:lnTo>
                <a:lnTo>
                  <a:pt x="648" y="5"/>
                </a:lnTo>
                <a:lnTo>
                  <a:pt x="626" y="7"/>
                </a:lnTo>
                <a:lnTo>
                  <a:pt x="604" y="9"/>
                </a:lnTo>
                <a:lnTo>
                  <a:pt x="582" y="12"/>
                </a:lnTo>
                <a:lnTo>
                  <a:pt x="560" y="15"/>
                </a:lnTo>
                <a:lnTo>
                  <a:pt x="538" y="19"/>
                </a:lnTo>
                <a:lnTo>
                  <a:pt x="517" y="23"/>
                </a:lnTo>
                <a:lnTo>
                  <a:pt x="496" y="28"/>
                </a:lnTo>
                <a:lnTo>
                  <a:pt x="475" y="33"/>
                </a:lnTo>
                <a:lnTo>
                  <a:pt x="454" y="39"/>
                </a:lnTo>
                <a:lnTo>
                  <a:pt x="432" y="45"/>
                </a:lnTo>
                <a:lnTo>
                  <a:pt x="412" y="51"/>
                </a:lnTo>
                <a:lnTo>
                  <a:pt x="392" y="58"/>
                </a:lnTo>
                <a:lnTo>
                  <a:pt x="372" y="66"/>
                </a:lnTo>
                <a:lnTo>
                  <a:pt x="353" y="74"/>
                </a:lnTo>
                <a:lnTo>
                  <a:pt x="334" y="82"/>
                </a:lnTo>
                <a:lnTo>
                  <a:pt x="315" y="91"/>
                </a:lnTo>
                <a:lnTo>
                  <a:pt x="297" y="100"/>
                </a:lnTo>
                <a:lnTo>
                  <a:pt x="279" y="110"/>
                </a:lnTo>
                <a:lnTo>
                  <a:pt x="262" y="120"/>
                </a:lnTo>
                <a:lnTo>
                  <a:pt x="245" y="130"/>
                </a:lnTo>
                <a:lnTo>
                  <a:pt x="228" y="141"/>
                </a:lnTo>
                <a:lnTo>
                  <a:pt x="212" y="152"/>
                </a:lnTo>
                <a:lnTo>
                  <a:pt x="197" y="163"/>
                </a:lnTo>
                <a:lnTo>
                  <a:pt x="182" y="175"/>
                </a:lnTo>
                <a:lnTo>
                  <a:pt x="167" y="187"/>
                </a:lnTo>
                <a:lnTo>
                  <a:pt x="153" y="200"/>
                </a:lnTo>
                <a:lnTo>
                  <a:pt x="140" y="212"/>
                </a:lnTo>
                <a:lnTo>
                  <a:pt x="127" y="226"/>
                </a:lnTo>
                <a:lnTo>
                  <a:pt x="115" y="239"/>
                </a:lnTo>
                <a:lnTo>
                  <a:pt x="103" y="253"/>
                </a:lnTo>
                <a:lnTo>
                  <a:pt x="92" y="266"/>
                </a:lnTo>
                <a:lnTo>
                  <a:pt x="82" y="280"/>
                </a:lnTo>
                <a:lnTo>
                  <a:pt x="72" y="295"/>
                </a:lnTo>
                <a:lnTo>
                  <a:pt x="63" y="309"/>
                </a:lnTo>
                <a:lnTo>
                  <a:pt x="54" y="324"/>
                </a:lnTo>
                <a:lnTo>
                  <a:pt x="46" y="339"/>
                </a:lnTo>
                <a:lnTo>
                  <a:pt x="39" y="354"/>
                </a:lnTo>
                <a:lnTo>
                  <a:pt x="32" y="369"/>
                </a:lnTo>
                <a:lnTo>
                  <a:pt x="27" y="385"/>
                </a:lnTo>
                <a:lnTo>
                  <a:pt x="21" y="400"/>
                </a:lnTo>
                <a:lnTo>
                  <a:pt x="17" y="416"/>
                </a:lnTo>
                <a:lnTo>
                  <a:pt x="13" y="432"/>
                </a:lnTo>
                <a:lnTo>
                  <a:pt x="10" y="448"/>
                </a:lnTo>
                <a:lnTo>
                  <a:pt x="7" y="463"/>
                </a:lnTo>
                <a:lnTo>
                  <a:pt x="6" y="479"/>
                </a:lnTo>
                <a:lnTo>
                  <a:pt x="5" y="495"/>
                </a:lnTo>
                <a:lnTo>
                  <a:pt x="4" y="511"/>
                </a:lnTo>
                <a:lnTo>
                  <a:pt x="5" y="527"/>
                </a:lnTo>
                <a:lnTo>
                  <a:pt x="6" y="543"/>
                </a:lnTo>
                <a:lnTo>
                  <a:pt x="7" y="559"/>
                </a:lnTo>
                <a:lnTo>
                  <a:pt x="10" y="575"/>
                </a:lnTo>
                <a:lnTo>
                  <a:pt x="13" y="591"/>
                </a:lnTo>
                <a:lnTo>
                  <a:pt x="17" y="607"/>
                </a:lnTo>
                <a:lnTo>
                  <a:pt x="21" y="622"/>
                </a:lnTo>
                <a:lnTo>
                  <a:pt x="27" y="638"/>
                </a:lnTo>
                <a:lnTo>
                  <a:pt x="32" y="653"/>
                </a:lnTo>
                <a:lnTo>
                  <a:pt x="39" y="668"/>
                </a:lnTo>
                <a:lnTo>
                  <a:pt x="46" y="684"/>
                </a:lnTo>
                <a:lnTo>
                  <a:pt x="54" y="698"/>
                </a:lnTo>
                <a:lnTo>
                  <a:pt x="63" y="713"/>
                </a:lnTo>
                <a:lnTo>
                  <a:pt x="72" y="728"/>
                </a:lnTo>
                <a:lnTo>
                  <a:pt x="82" y="742"/>
                </a:lnTo>
                <a:lnTo>
                  <a:pt x="92" y="756"/>
                </a:lnTo>
                <a:lnTo>
                  <a:pt x="103" y="770"/>
                </a:lnTo>
                <a:lnTo>
                  <a:pt x="115" y="784"/>
                </a:lnTo>
                <a:lnTo>
                  <a:pt x="127" y="797"/>
                </a:lnTo>
                <a:lnTo>
                  <a:pt x="140" y="810"/>
                </a:lnTo>
                <a:lnTo>
                  <a:pt x="153" y="823"/>
                </a:lnTo>
                <a:lnTo>
                  <a:pt x="167" y="835"/>
                </a:lnTo>
                <a:lnTo>
                  <a:pt x="182" y="848"/>
                </a:lnTo>
                <a:lnTo>
                  <a:pt x="197" y="859"/>
                </a:lnTo>
                <a:lnTo>
                  <a:pt x="212" y="871"/>
                </a:lnTo>
                <a:lnTo>
                  <a:pt x="228" y="882"/>
                </a:lnTo>
                <a:lnTo>
                  <a:pt x="245" y="893"/>
                </a:lnTo>
                <a:lnTo>
                  <a:pt x="262" y="903"/>
                </a:lnTo>
                <a:lnTo>
                  <a:pt x="279" y="913"/>
                </a:lnTo>
                <a:lnTo>
                  <a:pt x="297" y="923"/>
                </a:lnTo>
                <a:lnTo>
                  <a:pt x="315" y="932"/>
                </a:lnTo>
                <a:lnTo>
                  <a:pt x="334" y="941"/>
                </a:lnTo>
                <a:lnTo>
                  <a:pt x="353" y="949"/>
                </a:lnTo>
                <a:lnTo>
                  <a:pt x="372" y="957"/>
                </a:lnTo>
                <a:lnTo>
                  <a:pt x="392" y="964"/>
                </a:lnTo>
                <a:lnTo>
                  <a:pt x="412" y="971"/>
                </a:lnTo>
                <a:lnTo>
                  <a:pt x="432" y="978"/>
                </a:lnTo>
                <a:lnTo>
                  <a:pt x="454" y="984"/>
                </a:lnTo>
                <a:lnTo>
                  <a:pt x="475" y="990"/>
                </a:lnTo>
                <a:lnTo>
                  <a:pt x="496" y="995"/>
                </a:lnTo>
                <a:lnTo>
                  <a:pt x="517" y="1000"/>
                </a:lnTo>
                <a:lnTo>
                  <a:pt x="538" y="1004"/>
                </a:lnTo>
                <a:lnTo>
                  <a:pt x="560" y="1007"/>
                </a:lnTo>
                <a:lnTo>
                  <a:pt x="582" y="1011"/>
                </a:lnTo>
                <a:lnTo>
                  <a:pt x="604" y="1013"/>
                </a:lnTo>
                <a:lnTo>
                  <a:pt x="626" y="1016"/>
                </a:lnTo>
                <a:lnTo>
                  <a:pt x="648" y="1017"/>
                </a:lnTo>
                <a:lnTo>
                  <a:pt x="670" y="1019"/>
                </a:lnTo>
                <a:lnTo>
                  <a:pt x="693" y="1019"/>
                </a:lnTo>
                <a:lnTo>
                  <a:pt x="715" y="1021"/>
                </a:lnTo>
                <a:lnTo>
                  <a:pt x="737" y="1019"/>
                </a:lnTo>
                <a:lnTo>
                  <a:pt x="760" y="1019"/>
                </a:lnTo>
                <a:lnTo>
                  <a:pt x="782" y="1017"/>
                </a:lnTo>
                <a:lnTo>
                  <a:pt x="804" y="1016"/>
                </a:lnTo>
                <a:lnTo>
                  <a:pt x="826" y="1013"/>
                </a:lnTo>
                <a:lnTo>
                  <a:pt x="848" y="1011"/>
                </a:lnTo>
                <a:lnTo>
                  <a:pt x="870" y="1007"/>
                </a:lnTo>
                <a:lnTo>
                  <a:pt x="891" y="1004"/>
                </a:lnTo>
                <a:lnTo>
                  <a:pt x="913" y="1000"/>
                </a:lnTo>
                <a:lnTo>
                  <a:pt x="934" y="995"/>
                </a:lnTo>
                <a:lnTo>
                  <a:pt x="955" y="990"/>
                </a:lnTo>
                <a:lnTo>
                  <a:pt x="976" y="984"/>
                </a:lnTo>
                <a:lnTo>
                  <a:pt x="997" y="978"/>
                </a:lnTo>
                <a:lnTo>
                  <a:pt x="1017" y="971"/>
                </a:lnTo>
                <a:lnTo>
                  <a:pt x="1037" y="964"/>
                </a:lnTo>
                <a:lnTo>
                  <a:pt x="1057" y="957"/>
                </a:lnTo>
                <a:lnTo>
                  <a:pt x="1076" y="949"/>
                </a:lnTo>
                <a:lnTo>
                  <a:pt x="1095" y="941"/>
                </a:lnTo>
                <a:lnTo>
                  <a:pt x="1114" y="932"/>
                </a:lnTo>
                <a:lnTo>
                  <a:pt x="1132" y="923"/>
                </a:lnTo>
                <a:lnTo>
                  <a:pt x="1150" y="913"/>
                </a:lnTo>
                <a:lnTo>
                  <a:pt x="1167" y="903"/>
                </a:lnTo>
                <a:lnTo>
                  <a:pt x="1184" y="893"/>
                </a:lnTo>
                <a:lnTo>
                  <a:pt x="1201" y="882"/>
                </a:lnTo>
                <a:lnTo>
                  <a:pt x="1217" y="871"/>
                </a:lnTo>
                <a:lnTo>
                  <a:pt x="1232" y="859"/>
                </a:lnTo>
                <a:lnTo>
                  <a:pt x="1247" y="848"/>
                </a:lnTo>
                <a:lnTo>
                  <a:pt x="1262" y="835"/>
                </a:lnTo>
                <a:lnTo>
                  <a:pt x="1276" y="823"/>
                </a:lnTo>
                <a:lnTo>
                  <a:pt x="1289" y="810"/>
                </a:lnTo>
                <a:lnTo>
                  <a:pt x="1302" y="797"/>
                </a:lnTo>
                <a:lnTo>
                  <a:pt x="1314" y="784"/>
                </a:lnTo>
                <a:lnTo>
                  <a:pt x="1326" y="770"/>
                </a:lnTo>
                <a:lnTo>
                  <a:pt x="1337" y="756"/>
                </a:lnTo>
                <a:lnTo>
                  <a:pt x="1347" y="742"/>
                </a:lnTo>
                <a:lnTo>
                  <a:pt x="1357" y="728"/>
                </a:lnTo>
                <a:lnTo>
                  <a:pt x="1366" y="713"/>
                </a:lnTo>
                <a:lnTo>
                  <a:pt x="1375" y="698"/>
                </a:lnTo>
                <a:lnTo>
                  <a:pt x="1383" y="684"/>
                </a:lnTo>
                <a:lnTo>
                  <a:pt x="1390" y="668"/>
                </a:lnTo>
                <a:lnTo>
                  <a:pt x="1396" y="653"/>
                </a:lnTo>
                <a:lnTo>
                  <a:pt x="1402" y="638"/>
                </a:lnTo>
                <a:lnTo>
                  <a:pt x="1407" y="622"/>
                </a:lnTo>
                <a:lnTo>
                  <a:pt x="1412" y="607"/>
                </a:lnTo>
                <a:lnTo>
                  <a:pt x="1416" y="591"/>
                </a:lnTo>
                <a:lnTo>
                  <a:pt x="1419" y="575"/>
                </a:lnTo>
                <a:lnTo>
                  <a:pt x="1421" y="559"/>
                </a:lnTo>
                <a:lnTo>
                  <a:pt x="1423" y="543"/>
                </a:lnTo>
                <a:lnTo>
                  <a:pt x="1424" y="527"/>
                </a:lnTo>
                <a:lnTo>
                  <a:pt x="1425" y="511"/>
                </a:lnTo>
                <a:moveTo>
                  <a:pt x="1428" y="511"/>
                </a:moveTo>
                <a:lnTo>
                  <a:pt x="1428" y="527"/>
                </a:lnTo>
                <a:lnTo>
                  <a:pt x="1427" y="543"/>
                </a:lnTo>
                <a:lnTo>
                  <a:pt x="1425" y="559"/>
                </a:lnTo>
                <a:lnTo>
                  <a:pt x="1423" y="575"/>
                </a:lnTo>
                <a:lnTo>
                  <a:pt x="1420" y="591"/>
                </a:lnTo>
                <a:lnTo>
                  <a:pt x="1416" y="607"/>
                </a:lnTo>
                <a:lnTo>
                  <a:pt x="1411" y="623"/>
                </a:lnTo>
                <a:lnTo>
                  <a:pt x="1406" y="638"/>
                </a:lnTo>
                <a:lnTo>
                  <a:pt x="1400" y="654"/>
                </a:lnTo>
                <a:lnTo>
                  <a:pt x="1394" y="669"/>
                </a:lnTo>
                <a:lnTo>
                  <a:pt x="1386" y="684"/>
                </a:lnTo>
                <a:lnTo>
                  <a:pt x="1378" y="699"/>
                </a:lnTo>
                <a:lnTo>
                  <a:pt x="1370" y="714"/>
                </a:lnTo>
                <a:lnTo>
                  <a:pt x="1361" y="729"/>
                </a:lnTo>
                <a:lnTo>
                  <a:pt x="1351" y="743"/>
                </a:lnTo>
                <a:lnTo>
                  <a:pt x="1340" y="758"/>
                </a:lnTo>
                <a:lnTo>
                  <a:pt x="1329" y="772"/>
                </a:lnTo>
                <a:lnTo>
                  <a:pt x="1317" y="785"/>
                </a:lnTo>
                <a:lnTo>
                  <a:pt x="1305" y="799"/>
                </a:lnTo>
                <a:lnTo>
                  <a:pt x="1292" y="812"/>
                </a:lnTo>
                <a:lnTo>
                  <a:pt x="1279" y="825"/>
                </a:lnTo>
                <a:lnTo>
                  <a:pt x="1265" y="837"/>
                </a:lnTo>
                <a:lnTo>
                  <a:pt x="1250" y="849"/>
                </a:lnTo>
                <a:lnTo>
                  <a:pt x="1235" y="861"/>
                </a:lnTo>
                <a:lnTo>
                  <a:pt x="1219" y="873"/>
                </a:lnTo>
                <a:lnTo>
                  <a:pt x="1203" y="884"/>
                </a:lnTo>
                <a:lnTo>
                  <a:pt x="1187" y="895"/>
                </a:lnTo>
                <a:lnTo>
                  <a:pt x="1170" y="905"/>
                </a:lnTo>
                <a:lnTo>
                  <a:pt x="1152" y="915"/>
                </a:lnTo>
                <a:lnTo>
                  <a:pt x="1134" y="925"/>
                </a:lnTo>
                <a:lnTo>
                  <a:pt x="1116" y="934"/>
                </a:lnTo>
                <a:lnTo>
                  <a:pt x="1097" y="943"/>
                </a:lnTo>
                <a:lnTo>
                  <a:pt x="1078" y="951"/>
                </a:lnTo>
                <a:lnTo>
                  <a:pt x="1059" y="959"/>
                </a:lnTo>
                <a:lnTo>
                  <a:pt x="1039" y="967"/>
                </a:lnTo>
                <a:lnTo>
                  <a:pt x="1019" y="974"/>
                </a:lnTo>
                <a:lnTo>
                  <a:pt x="998" y="980"/>
                </a:lnTo>
                <a:lnTo>
                  <a:pt x="978" y="987"/>
                </a:lnTo>
                <a:lnTo>
                  <a:pt x="957" y="992"/>
                </a:lnTo>
                <a:lnTo>
                  <a:pt x="935" y="997"/>
                </a:lnTo>
                <a:lnTo>
                  <a:pt x="914" y="1002"/>
                </a:lnTo>
                <a:lnTo>
                  <a:pt x="892" y="1006"/>
                </a:lnTo>
                <a:lnTo>
                  <a:pt x="871" y="1010"/>
                </a:lnTo>
                <a:lnTo>
                  <a:pt x="849" y="1013"/>
                </a:lnTo>
                <a:lnTo>
                  <a:pt x="827" y="1016"/>
                </a:lnTo>
                <a:lnTo>
                  <a:pt x="804" y="1018"/>
                </a:lnTo>
                <a:lnTo>
                  <a:pt x="782" y="1021"/>
                </a:lnTo>
                <a:lnTo>
                  <a:pt x="760" y="1022"/>
                </a:lnTo>
                <a:lnTo>
                  <a:pt x="737" y="1023"/>
                </a:lnTo>
                <a:lnTo>
                  <a:pt x="715" y="1023"/>
                </a:lnTo>
                <a:lnTo>
                  <a:pt x="693" y="1023"/>
                </a:lnTo>
                <a:lnTo>
                  <a:pt x="670" y="1022"/>
                </a:lnTo>
                <a:lnTo>
                  <a:pt x="648" y="1021"/>
                </a:lnTo>
                <a:lnTo>
                  <a:pt x="626" y="1018"/>
                </a:lnTo>
                <a:lnTo>
                  <a:pt x="603" y="1016"/>
                </a:lnTo>
                <a:lnTo>
                  <a:pt x="581" y="1013"/>
                </a:lnTo>
                <a:lnTo>
                  <a:pt x="559" y="1010"/>
                </a:lnTo>
                <a:lnTo>
                  <a:pt x="538" y="1006"/>
                </a:lnTo>
                <a:lnTo>
                  <a:pt x="516" y="1002"/>
                </a:lnTo>
                <a:lnTo>
                  <a:pt x="494" y="997"/>
                </a:lnTo>
                <a:lnTo>
                  <a:pt x="473" y="992"/>
                </a:lnTo>
                <a:lnTo>
                  <a:pt x="452" y="987"/>
                </a:lnTo>
                <a:lnTo>
                  <a:pt x="431" y="980"/>
                </a:lnTo>
                <a:lnTo>
                  <a:pt x="410" y="974"/>
                </a:lnTo>
                <a:lnTo>
                  <a:pt x="390" y="967"/>
                </a:lnTo>
                <a:lnTo>
                  <a:pt x="370" y="959"/>
                </a:lnTo>
                <a:lnTo>
                  <a:pt x="351" y="951"/>
                </a:lnTo>
                <a:lnTo>
                  <a:pt x="332" y="943"/>
                </a:lnTo>
                <a:lnTo>
                  <a:pt x="313" y="934"/>
                </a:lnTo>
                <a:lnTo>
                  <a:pt x="295" y="925"/>
                </a:lnTo>
                <a:lnTo>
                  <a:pt x="277" y="915"/>
                </a:lnTo>
                <a:lnTo>
                  <a:pt x="259" y="905"/>
                </a:lnTo>
                <a:lnTo>
                  <a:pt x="242" y="895"/>
                </a:lnTo>
                <a:lnTo>
                  <a:pt x="226" y="884"/>
                </a:lnTo>
                <a:lnTo>
                  <a:pt x="209" y="873"/>
                </a:lnTo>
                <a:lnTo>
                  <a:pt x="194" y="861"/>
                </a:lnTo>
                <a:lnTo>
                  <a:pt x="179" y="849"/>
                </a:lnTo>
                <a:lnTo>
                  <a:pt x="164" y="837"/>
                </a:lnTo>
                <a:lnTo>
                  <a:pt x="150" y="825"/>
                </a:lnTo>
                <a:lnTo>
                  <a:pt x="137" y="812"/>
                </a:lnTo>
                <a:lnTo>
                  <a:pt x="124" y="799"/>
                </a:lnTo>
                <a:lnTo>
                  <a:pt x="112" y="785"/>
                </a:lnTo>
                <a:lnTo>
                  <a:pt x="100" y="772"/>
                </a:lnTo>
                <a:lnTo>
                  <a:pt x="89" y="758"/>
                </a:lnTo>
                <a:lnTo>
                  <a:pt x="78" y="743"/>
                </a:lnTo>
                <a:lnTo>
                  <a:pt x="68" y="729"/>
                </a:lnTo>
                <a:lnTo>
                  <a:pt x="59" y="714"/>
                </a:lnTo>
                <a:lnTo>
                  <a:pt x="51" y="699"/>
                </a:lnTo>
                <a:lnTo>
                  <a:pt x="43" y="684"/>
                </a:lnTo>
                <a:lnTo>
                  <a:pt x="35" y="669"/>
                </a:lnTo>
                <a:lnTo>
                  <a:pt x="29" y="654"/>
                </a:lnTo>
                <a:lnTo>
                  <a:pt x="23" y="638"/>
                </a:lnTo>
                <a:lnTo>
                  <a:pt x="18" y="623"/>
                </a:lnTo>
                <a:lnTo>
                  <a:pt x="13" y="607"/>
                </a:lnTo>
                <a:lnTo>
                  <a:pt x="9" y="591"/>
                </a:lnTo>
                <a:lnTo>
                  <a:pt x="6" y="575"/>
                </a:lnTo>
                <a:lnTo>
                  <a:pt x="4" y="559"/>
                </a:lnTo>
                <a:lnTo>
                  <a:pt x="2" y="543"/>
                </a:lnTo>
                <a:lnTo>
                  <a:pt x="1" y="527"/>
                </a:lnTo>
                <a:lnTo>
                  <a:pt x="0" y="511"/>
                </a:lnTo>
                <a:lnTo>
                  <a:pt x="1" y="495"/>
                </a:lnTo>
                <a:lnTo>
                  <a:pt x="2" y="479"/>
                </a:lnTo>
                <a:lnTo>
                  <a:pt x="4" y="463"/>
                </a:lnTo>
                <a:lnTo>
                  <a:pt x="6" y="447"/>
                </a:lnTo>
                <a:lnTo>
                  <a:pt x="9" y="431"/>
                </a:lnTo>
                <a:lnTo>
                  <a:pt x="13" y="416"/>
                </a:lnTo>
                <a:lnTo>
                  <a:pt x="18" y="400"/>
                </a:lnTo>
                <a:lnTo>
                  <a:pt x="23" y="384"/>
                </a:lnTo>
                <a:lnTo>
                  <a:pt x="29" y="369"/>
                </a:lnTo>
                <a:lnTo>
                  <a:pt x="35" y="353"/>
                </a:lnTo>
                <a:lnTo>
                  <a:pt x="43" y="338"/>
                </a:lnTo>
                <a:lnTo>
                  <a:pt x="51" y="323"/>
                </a:lnTo>
                <a:lnTo>
                  <a:pt x="59" y="308"/>
                </a:lnTo>
                <a:lnTo>
                  <a:pt x="68" y="294"/>
                </a:lnTo>
                <a:lnTo>
                  <a:pt x="78" y="279"/>
                </a:lnTo>
                <a:lnTo>
                  <a:pt x="89" y="265"/>
                </a:lnTo>
                <a:lnTo>
                  <a:pt x="100" y="251"/>
                </a:lnTo>
                <a:lnTo>
                  <a:pt x="112" y="237"/>
                </a:lnTo>
                <a:lnTo>
                  <a:pt x="124" y="224"/>
                </a:lnTo>
                <a:lnTo>
                  <a:pt x="137" y="211"/>
                </a:lnTo>
                <a:lnTo>
                  <a:pt x="150" y="198"/>
                </a:lnTo>
                <a:lnTo>
                  <a:pt x="164" y="185"/>
                </a:lnTo>
                <a:lnTo>
                  <a:pt x="179" y="173"/>
                </a:lnTo>
                <a:lnTo>
                  <a:pt x="194" y="161"/>
                </a:lnTo>
                <a:lnTo>
                  <a:pt x="209" y="150"/>
                </a:lnTo>
                <a:lnTo>
                  <a:pt x="226" y="139"/>
                </a:lnTo>
                <a:lnTo>
                  <a:pt x="242" y="128"/>
                </a:lnTo>
                <a:lnTo>
                  <a:pt x="259" y="117"/>
                </a:lnTo>
                <a:lnTo>
                  <a:pt x="277" y="107"/>
                </a:lnTo>
                <a:lnTo>
                  <a:pt x="295" y="98"/>
                </a:lnTo>
                <a:lnTo>
                  <a:pt x="313" y="89"/>
                </a:lnTo>
                <a:lnTo>
                  <a:pt x="332" y="80"/>
                </a:lnTo>
                <a:lnTo>
                  <a:pt x="351" y="71"/>
                </a:lnTo>
                <a:lnTo>
                  <a:pt x="370" y="63"/>
                </a:lnTo>
                <a:lnTo>
                  <a:pt x="390" y="56"/>
                </a:lnTo>
                <a:lnTo>
                  <a:pt x="410" y="49"/>
                </a:lnTo>
                <a:lnTo>
                  <a:pt x="431" y="42"/>
                </a:lnTo>
                <a:lnTo>
                  <a:pt x="452" y="36"/>
                </a:lnTo>
                <a:lnTo>
                  <a:pt x="473" y="30"/>
                </a:lnTo>
                <a:lnTo>
                  <a:pt x="494" y="25"/>
                </a:lnTo>
                <a:lnTo>
                  <a:pt x="516" y="20"/>
                </a:lnTo>
                <a:lnTo>
                  <a:pt x="538" y="16"/>
                </a:lnTo>
                <a:lnTo>
                  <a:pt x="559" y="12"/>
                </a:lnTo>
                <a:lnTo>
                  <a:pt x="581" y="9"/>
                </a:lnTo>
                <a:lnTo>
                  <a:pt x="603" y="6"/>
                </a:lnTo>
                <a:lnTo>
                  <a:pt x="626" y="4"/>
                </a:lnTo>
                <a:lnTo>
                  <a:pt x="648" y="2"/>
                </a:lnTo>
                <a:lnTo>
                  <a:pt x="670" y="1"/>
                </a:lnTo>
                <a:lnTo>
                  <a:pt x="693" y="0"/>
                </a:lnTo>
                <a:lnTo>
                  <a:pt x="715" y="0"/>
                </a:lnTo>
                <a:lnTo>
                  <a:pt x="737" y="0"/>
                </a:lnTo>
                <a:lnTo>
                  <a:pt x="760" y="1"/>
                </a:lnTo>
                <a:lnTo>
                  <a:pt x="782" y="2"/>
                </a:lnTo>
                <a:lnTo>
                  <a:pt x="804" y="4"/>
                </a:lnTo>
                <a:lnTo>
                  <a:pt x="827" y="6"/>
                </a:lnTo>
                <a:lnTo>
                  <a:pt x="849" y="9"/>
                </a:lnTo>
                <a:lnTo>
                  <a:pt x="871" y="12"/>
                </a:lnTo>
                <a:lnTo>
                  <a:pt x="892" y="16"/>
                </a:lnTo>
                <a:lnTo>
                  <a:pt x="914" y="20"/>
                </a:lnTo>
                <a:lnTo>
                  <a:pt x="935" y="25"/>
                </a:lnTo>
                <a:lnTo>
                  <a:pt x="957" y="30"/>
                </a:lnTo>
                <a:lnTo>
                  <a:pt x="978" y="36"/>
                </a:lnTo>
                <a:lnTo>
                  <a:pt x="998" y="42"/>
                </a:lnTo>
                <a:lnTo>
                  <a:pt x="1019" y="49"/>
                </a:lnTo>
                <a:lnTo>
                  <a:pt x="1039" y="56"/>
                </a:lnTo>
                <a:lnTo>
                  <a:pt x="1059" y="63"/>
                </a:lnTo>
                <a:lnTo>
                  <a:pt x="1078" y="71"/>
                </a:lnTo>
                <a:lnTo>
                  <a:pt x="1097" y="80"/>
                </a:lnTo>
                <a:lnTo>
                  <a:pt x="1116" y="89"/>
                </a:lnTo>
                <a:lnTo>
                  <a:pt x="1134" y="98"/>
                </a:lnTo>
                <a:lnTo>
                  <a:pt x="1152" y="107"/>
                </a:lnTo>
                <a:lnTo>
                  <a:pt x="1170" y="117"/>
                </a:lnTo>
                <a:lnTo>
                  <a:pt x="1187" y="128"/>
                </a:lnTo>
                <a:lnTo>
                  <a:pt x="1203" y="139"/>
                </a:lnTo>
                <a:lnTo>
                  <a:pt x="1219" y="150"/>
                </a:lnTo>
                <a:lnTo>
                  <a:pt x="1235" y="161"/>
                </a:lnTo>
                <a:lnTo>
                  <a:pt x="1250" y="173"/>
                </a:lnTo>
                <a:lnTo>
                  <a:pt x="1265" y="185"/>
                </a:lnTo>
                <a:lnTo>
                  <a:pt x="1279" y="198"/>
                </a:lnTo>
                <a:lnTo>
                  <a:pt x="1292" y="211"/>
                </a:lnTo>
                <a:lnTo>
                  <a:pt x="1305" y="224"/>
                </a:lnTo>
                <a:lnTo>
                  <a:pt x="1317" y="237"/>
                </a:lnTo>
                <a:lnTo>
                  <a:pt x="1329" y="251"/>
                </a:lnTo>
                <a:lnTo>
                  <a:pt x="1340" y="265"/>
                </a:lnTo>
                <a:lnTo>
                  <a:pt x="1351" y="279"/>
                </a:lnTo>
                <a:lnTo>
                  <a:pt x="1361" y="294"/>
                </a:lnTo>
                <a:lnTo>
                  <a:pt x="1370" y="308"/>
                </a:lnTo>
                <a:lnTo>
                  <a:pt x="1378" y="323"/>
                </a:lnTo>
                <a:lnTo>
                  <a:pt x="1386" y="338"/>
                </a:lnTo>
                <a:lnTo>
                  <a:pt x="1394" y="353"/>
                </a:lnTo>
                <a:lnTo>
                  <a:pt x="1400" y="369"/>
                </a:lnTo>
                <a:lnTo>
                  <a:pt x="1406" y="384"/>
                </a:lnTo>
                <a:lnTo>
                  <a:pt x="1411" y="400"/>
                </a:lnTo>
                <a:lnTo>
                  <a:pt x="1416" y="416"/>
                </a:lnTo>
                <a:lnTo>
                  <a:pt x="1420" y="431"/>
                </a:lnTo>
                <a:lnTo>
                  <a:pt x="1423" y="447"/>
                </a:lnTo>
                <a:lnTo>
                  <a:pt x="1425" y="463"/>
                </a:lnTo>
                <a:lnTo>
                  <a:pt x="1427" y="479"/>
                </a:lnTo>
                <a:lnTo>
                  <a:pt x="1428" y="495"/>
                </a:lnTo>
                <a:lnTo>
                  <a:pt x="1428" y="511"/>
                </a:lnTo>
                <a:close/>
              </a:path>
            </a:pathLst>
          </a:custGeom>
          <a:solidFill>
            <a:srgbClr val="ffb0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2" name=""/>
          <p:cNvSpPr/>
          <p:nvPr/>
        </p:nvSpPr>
        <p:spPr>
          <a:xfrm>
            <a:off x="7804440" y="2759040"/>
            <a:ext cx="516600" cy="370440"/>
          </a:xfrm>
          <a:custGeom>
            <a:avLst/>
            <a:gdLst/>
            <a:ahLst/>
            <a:rect l="0" t="0" r="r" b="b"/>
            <a:pathLst>
              <a:path w="1435" h="1029">
                <a:moveTo>
                  <a:pt x="1431" y="515"/>
                </a:moveTo>
                <a:lnTo>
                  <a:pt x="1431" y="499"/>
                </a:lnTo>
                <a:lnTo>
                  <a:pt x="1430" y="483"/>
                </a:lnTo>
                <a:lnTo>
                  <a:pt x="1428" y="467"/>
                </a:lnTo>
                <a:lnTo>
                  <a:pt x="1426" y="451"/>
                </a:lnTo>
                <a:lnTo>
                  <a:pt x="1423" y="435"/>
                </a:lnTo>
                <a:lnTo>
                  <a:pt x="1419" y="420"/>
                </a:lnTo>
                <a:lnTo>
                  <a:pt x="1414" y="404"/>
                </a:lnTo>
                <a:lnTo>
                  <a:pt x="1409" y="388"/>
                </a:lnTo>
                <a:lnTo>
                  <a:pt x="1403" y="373"/>
                </a:lnTo>
                <a:lnTo>
                  <a:pt x="1397" y="357"/>
                </a:lnTo>
                <a:lnTo>
                  <a:pt x="1389" y="342"/>
                </a:lnTo>
                <a:lnTo>
                  <a:pt x="1381" y="327"/>
                </a:lnTo>
                <a:lnTo>
                  <a:pt x="1373" y="312"/>
                </a:lnTo>
                <a:lnTo>
                  <a:pt x="1364" y="298"/>
                </a:lnTo>
                <a:lnTo>
                  <a:pt x="1354" y="283"/>
                </a:lnTo>
                <a:lnTo>
                  <a:pt x="1343" y="269"/>
                </a:lnTo>
                <a:lnTo>
                  <a:pt x="1332" y="255"/>
                </a:lnTo>
                <a:lnTo>
                  <a:pt x="1320" y="241"/>
                </a:lnTo>
                <a:lnTo>
                  <a:pt x="1308" y="228"/>
                </a:lnTo>
                <a:lnTo>
                  <a:pt x="1295" y="215"/>
                </a:lnTo>
                <a:lnTo>
                  <a:pt x="1282" y="202"/>
                </a:lnTo>
                <a:lnTo>
                  <a:pt x="1268" y="189"/>
                </a:lnTo>
                <a:lnTo>
                  <a:pt x="1253" y="177"/>
                </a:lnTo>
                <a:lnTo>
                  <a:pt x="1238" y="165"/>
                </a:lnTo>
                <a:lnTo>
                  <a:pt x="1222" y="154"/>
                </a:lnTo>
                <a:lnTo>
                  <a:pt x="1206" y="143"/>
                </a:lnTo>
                <a:lnTo>
                  <a:pt x="1190" y="132"/>
                </a:lnTo>
                <a:lnTo>
                  <a:pt x="1173" y="121"/>
                </a:lnTo>
                <a:lnTo>
                  <a:pt x="1155" y="111"/>
                </a:lnTo>
                <a:lnTo>
                  <a:pt x="1137" y="102"/>
                </a:lnTo>
                <a:lnTo>
                  <a:pt x="1119" y="93"/>
                </a:lnTo>
                <a:lnTo>
                  <a:pt x="1100" y="84"/>
                </a:lnTo>
                <a:lnTo>
                  <a:pt x="1081" y="75"/>
                </a:lnTo>
                <a:lnTo>
                  <a:pt x="1062" y="67"/>
                </a:lnTo>
                <a:lnTo>
                  <a:pt x="1042" y="60"/>
                </a:lnTo>
                <a:lnTo>
                  <a:pt x="1022" y="53"/>
                </a:lnTo>
                <a:lnTo>
                  <a:pt x="1001" y="46"/>
                </a:lnTo>
                <a:lnTo>
                  <a:pt x="981" y="40"/>
                </a:lnTo>
                <a:lnTo>
                  <a:pt x="960" y="33"/>
                </a:lnTo>
                <a:lnTo>
                  <a:pt x="938" y="28"/>
                </a:lnTo>
                <a:lnTo>
                  <a:pt x="917" y="23"/>
                </a:lnTo>
                <a:lnTo>
                  <a:pt x="895" y="19"/>
                </a:lnTo>
                <a:lnTo>
                  <a:pt x="874" y="15"/>
                </a:lnTo>
                <a:lnTo>
                  <a:pt x="852" y="12"/>
                </a:lnTo>
                <a:lnTo>
                  <a:pt x="830" y="9"/>
                </a:lnTo>
                <a:lnTo>
                  <a:pt x="807" y="7"/>
                </a:lnTo>
                <a:lnTo>
                  <a:pt x="785" y="5"/>
                </a:lnTo>
                <a:lnTo>
                  <a:pt x="763" y="4"/>
                </a:lnTo>
                <a:lnTo>
                  <a:pt x="740" y="3"/>
                </a:lnTo>
                <a:lnTo>
                  <a:pt x="718" y="3"/>
                </a:lnTo>
                <a:lnTo>
                  <a:pt x="696" y="3"/>
                </a:lnTo>
                <a:lnTo>
                  <a:pt x="673" y="4"/>
                </a:lnTo>
                <a:lnTo>
                  <a:pt x="651" y="5"/>
                </a:lnTo>
                <a:lnTo>
                  <a:pt x="629" y="7"/>
                </a:lnTo>
                <a:lnTo>
                  <a:pt x="606" y="9"/>
                </a:lnTo>
                <a:lnTo>
                  <a:pt x="584" y="12"/>
                </a:lnTo>
                <a:lnTo>
                  <a:pt x="562" y="15"/>
                </a:lnTo>
                <a:lnTo>
                  <a:pt x="540" y="19"/>
                </a:lnTo>
                <a:lnTo>
                  <a:pt x="518" y="23"/>
                </a:lnTo>
                <a:lnTo>
                  <a:pt x="496" y="28"/>
                </a:lnTo>
                <a:lnTo>
                  <a:pt x="475" y="33"/>
                </a:lnTo>
                <a:lnTo>
                  <a:pt x="454" y="40"/>
                </a:lnTo>
                <a:lnTo>
                  <a:pt x="434" y="46"/>
                </a:lnTo>
                <a:lnTo>
                  <a:pt x="413" y="53"/>
                </a:lnTo>
                <a:lnTo>
                  <a:pt x="393" y="60"/>
                </a:lnTo>
                <a:lnTo>
                  <a:pt x="373" y="67"/>
                </a:lnTo>
                <a:lnTo>
                  <a:pt x="354" y="75"/>
                </a:lnTo>
                <a:lnTo>
                  <a:pt x="335" y="84"/>
                </a:lnTo>
                <a:lnTo>
                  <a:pt x="316" y="93"/>
                </a:lnTo>
                <a:lnTo>
                  <a:pt x="298" y="102"/>
                </a:lnTo>
                <a:lnTo>
                  <a:pt x="280" y="111"/>
                </a:lnTo>
                <a:lnTo>
                  <a:pt x="262" y="121"/>
                </a:lnTo>
                <a:lnTo>
                  <a:pt x="245" y="132"/>
                </a:lnTo>
                <a:lnTo>
                  <a:pt x="229" y="143"/>
                </a:lnTo>
                <a:lnTo>
                  <a:pt x="212" y="154"/>
                </a:lnTo>
                <a:lnTo>
                  <a:pt x="197" y="165"/>
                </a:lnTo>
                <a:lnTo>
                  <a:pt x="182" y="177"/>
                </a:lnTo>
                <a:lnTo>
                  <a:pt x="167" y="189"/>
                </a:lnTo>
                <a:lnTo>
                  <a:pt x="153" y="202"/>
                </a:lnTo>
                <a:lnTo>
                  <a:pt x="140" y="215"/>
                </a:lnTo>
                <a:lnTo>
                  <a:pt x="127" y="228"/>
                </a:lnTo>
                <a:lnTo>
                  <a:pt x="115" y="241"/>
                </a:lnTo>
                <a:lnTo>
                  <a:pt x="103" y="255"/>
                </a:lnTo>
                <a:lnTo>
                  <a:pt x="92" y="269"/>
                </a:lnTo>
                <a:lnTo>
                  <a:pt x="81" y="283"/>
                </a:lnTo>
                <a:lnTo>
                  <a:pt x="71" y="298"/>
                </a:lnTo>
                <a:lnTo>
                  <a:pt x="62" y="312"/>
                </a:lnTo>
                <a:lnTo>
                  <a:pt x="54" y="327"/>
                </a:lnTo>
                <a:lnTo>
                  <a:pt x="46" y="342"/>
                </a:lnTo>
                <a:lnTo>
                  <a:pt x="38" y="357"/>
                </a:lnTo>
                <a:lnTo>
                  <a:pt x="32" y="373"/>
                </a:lnTo>
                <a:lnTo>
                  <a:pt x="26" y="388"/>
                </a:lnTo>
                <a:lnTo>
                  <a:pt x="21" y="404"/>
                </a:lnTo>
                <a:lnTo>
                  <a:pt x="16" y="420"/>
                </a:lnTo>
                <a:lnTo>
                  <a:pt x="12" y="435"/>
                </a:lnTo>
                <a:lnTo>
                  <a:pt x="9" y="451"/>
                </a:lnTo>
                <a:lnTo>
                  <a:pt x="7" y="467"/>
                </a:lnTo>
                <a:lnTo>
                  <a:pt x="5" y="483"/>
                </a:lnTo>
                <a:lnTo>
                  <a:pt x="4" y="499"/>
                </a:lnTo>
                <a:lnTo>
                  <a:pt x="3" y="515"/>
                </a:lnTo>
                <a:lnTo>
                  <a:pt x="4" y="531"/>
                </a:lnTo>
                <a:lnTo>
                  <a:pt x="5" y="547"/>
                </a:lnTo>
                <a:lnTo>
                  <a:pt x="7" y="563"/>
                </a:lnTo>
                <a:lnTo>
                  <a:pt x="9" y="579"/>
                </a:lnTo>
                <a:lnTo>
                  <a:pt x="12" y="595"/>
                </a:lnTo>
                <a:lnTo>
                  <a:pt x="16" y="611"/>
                </a:lnTo>
                <a:lnTo>
                  <a:pt x="21" y="627"/>
                </a:lnTo>
                <a:lnTo>
                  <a:pt x="26" y="642"/>
                </a:lnTo>
                <a:lnTo>
                  <a:pt x="32" y="658"/>
                </a:lnTo>
                <a:lnTo>
                  <a:pt x="38" y="673"/>
                </a:lnTo>
                <a:lnTo>
                  <a:pt x="46" y="688"/>
                </a:lnTo>
                <a:lnTo>
                  <a:pt x="54" y="703"/>
                </a:lnTo>
                <a:lnTo>
                  <a:pt x="62" y="718"/>
                </a:lnTo>
                <a:lnTo>
                  <a:pt x="71" y="733"/>
                </a:lnTo>
                <a:lnTo>
                  <a:pt x="81" y="747"/>
                </a:lnTo>
                <a:lnTo>
                  <a:pt x="92" y="762"/>
                </a:lnTo>
                <a:lnTo>
                  <a:pt x="103" y="776"/>
                </a:lnTo>
                <a:lnTo>
                  <a:pt x="115" y="789"/>
                </a:lnTo>
                <a:lnTo>
                  <a:pt x="127" y="803"/>
                </a:lnTo>
                <a:lnTo>
                  <a:pt x="140" y="816"/>
                </a:lnTo>
                <a:lnTo>
                  <a:pt x="153" y="829"/>
                </a:lnTo>
                <a:lnTo>
                  <a:pt x="167" y="841"/>
                </a:lnTo>
                <a:lnTo>
                  <a:pt x="182" y="853"/>
                </a:lnTo>
                <a:lnTo>
                  <a:pt x="197" y="865"/>
                </a:lnTo>
                <a:lnTo>
                  <a:pt x="212" y="877"/>
                </a:lnTo>
                <a:lnTo>
                  <a:pt x="229" y="888"/>
                </a:lnTo>
                <a:lnTo>
                  <a:pt x="245" y="899"/>
                </a:lnTo>
                <a:lnTo>
                  <a:pt x="262" y="909"/>
                </a:lnTo>
                <a:lnTo>
                  <a:pt x="280" y="919"/>
                </a:lnTo>
                <a:lnTo>
                  <a:pt x="298" y="929"/>
                </a:lnTo>
                <a:lnTo>
                  <a:pt x="316" y="938"/>
                </a:lnTo>
                <a:lnTo>
                  <a:pt x="335" y="947"/>
                </a:lnTo>
                <a:lnTo>
                  <a:pt x="354" y="955"/>
                </a:lnTo>
                <a:lnTo>
                  <a:pt x="373" y="963"/>
                </a:lnTo>
                <a:lnTo>
                  <a:pt x="393" y="971"/>
                </a:lnTo>
                <a:lnTo>
                  <a:pt x="413" y="978"/>
                </a:lnTo>
                <a:lnTo>
                  <a:pt x="434" y="984"/>
                </a:lnTo>
                <a:lnTo>
                  <a:pt x="454" y="991"/>
                </a:lnTo>
                <a:lnTo>
                  <a:pt x="475" y="996"/>
                </a:lnTo>
                <a:lnTo>
                  <a:pt x="496" y="1001"/>
                </a:lnTo>
                <a:lnTo>
                  <a:pt x="518" y="1006"/>
                </a:lnTo>
                <a:lnTo>
                  <a:pt x="540" y="1010"/>
                </a:lnTo>
                <a:lnTo>
                  <a:pt x="562" y="1014"/>
                </a:lnTo>
                <a:lnTo>
                  <a:pt x="584" y="1017"/>
                </a:lnTo>
                <a:lnTo>
                  <a:pt x="606" y="1020"/>
                </a:lnTo>
                <a:lnTo>
                  <a:pt x="629" y="1022"/>
                </a:lnTo>
                <a:lnTo>
                  <a:pt x="651" y="1024"/>
                </a:lnTo>
                <a:lnTo>
                  <a:pt x="673" y="1025"/>
                </a:lnTo>
                <a:lnTo>
                  <a:pt x="696" y="1026"/>
                </a:lnTo>
                <a:lnTo>
                  <a:pt x="718" y="1026"/>
                </a:lnTo>
                <a:lnTo>
                  <a:pt x="740" y="1026"/>
                </a:lnTo>
                <a:lnTo>
                  <a:pt x="763" y="1025"/>
                </a:lnTo>
                <a:lnTo>
                  <a:pt x="785" y="1024"/>
                </a:lnTo>
                <a:lnTo>
                  <a:pt x="807" y="1022"/>
                </a:lnTo>
                <a:lnTo>
                  <a:pt x="830" y="1020"/>
                </a:lnTo>
                <a:lnTo>
                  <a:pt x="852" y="1017"/>
                </a:lnTo>
                <a:lnTo>
                  <a:pt x="874" y="1014"/>
                </a:lnTo>
                <a:lnTo>
                  <a:pt x="895" y="1010"/>
                </a:lnTo>
                <a:lnTo>
                  <a:pt x="917" y="1006"/>
                </a:lnTo>
                <a:lnTo>
                  <a:pt x="938" y="1001"/>
                </a:lnTo>
                <a:lnTo>
                  <a:pt x="960" y="996"/>
                </a:lnTo>
                <a:lnTo>
                  <a:pt x="981" y="991"/>
                </a:lnTo>
                <a:lnTo>
                  <a:pt x="1001" y="984"/>
                </a:lnTo>
                <a:lnTo>
                  <a:pt x="1022" y="978"/>
                </a:lnTo>
                <a:lnTo>
                  <a:pt x="1042" y="971"/>
                </a:lnTo>
                <a:lnTo>
                  <a:pt x="1062" y="963"/>
                </a:lnTo>
                <a:lnTo>
                  <a:pt x="1081" y="955"/>
                </a:lnTo>
                <a:lnTo>
                  <a:pt x="1100" y="947"/>
                </a:lnTo>
                <a:lnTo>
                  <a:pt x="1119" y="938"/>
                </a:lnTo>
                <a:lnTo>
                  <a:pt x="1137" y="929"/>
                </a:lnTo>
                <a:lnTo>
                  <a:pt x="1155" y="919"/>
                </a:lnTo>
                <a:lnTo>
                  <a:pt x="1173" y="909"/>
                </a:lnTo>
                <a:lnTo>
                  <a:pt x="1190" y="899"/>
                </a:lnTo>
                <a:lnTo>
                  <a:pt x="1206" y="888"/>
                </a:lnTo>
                <a:lnTo>
                  <a:pt x="1222" y="877"/>
                </a:lnTo>
                <a:lnTo>
                  <a:pt x="1238" y="865"/>
                </a:lnTo>
                <a:lnTo>
                  <a:pt x="1253" y="853"/>
                </a:lnTo>
                <a:lnTo>
                  <a:pt x="1268" y="841"/>
                </a:lnTo>
                <a:lnTo>
                  <a:pt x="1282" y="829"/>
                </a:lnTo>
                <a:lnTo>
                  <a:pt x="1295" y="816"/>
                </a:lnTo>
                <a:lnTo>
                  <a:pt x="1308" y="803"/>
                </a:lnTo>
                <a:lnTo>
                  <a:pt x="1320" y="789"/>
                </a:lnTo>
                <a:lnTo>
                  <a:pt x="1332" y="776"/>
                </a:lnTo>
                <a:lnTo>
                  <a:pt x="1343" y="762"/>
                </a:lnTo>
                <a:lnTo>
                  <a:pt x="1354" y="747"/>
                </a:lnTo>
                <a:lnTo>
                  <a:pt x="1364" y="733"/>
                </a:lnTo>
                <a:lnTo>
                  <a:pt x="1373" y="718"/>
                </a:lnTo>
                <a:lnTo>
                  <a:pt x="1381" y="703"/>
                </a:lnTo>
                <a:lnTo>
                  <a:pt x="1389" y="688"/>
                </a:lnTo>
                <a:lnTo>
                  <a:pt x="1397" y="673"/>
                </a:lnTo>
                <a:lnTo>
                  <a:pt x="1403" y="658"/>
                </a:lnTo>
                <a:lnTo>
                  <a:pt x="1409" y="642"/>
                </a:lnTo>
                <a:lnTo>
                  <a:pt x="1414" y="627"/>
                </a:lnTo>
                <a:lnTo>
                  <a:pt x="1419" y="611"/>
                </a:lnTo>
                <a:lnTo>
                  <a:pt x="1423" y="595"/>
                </a:lnTo>
                <a:lnTo>
                  <a:pt x="1426" y="579"/>
                </a:lnTo>
                <a:lnTo>
                  <a:pt x="1428" y="563"/>
                </a:lnTo>
                <a:lnTo>
                  <a:pt x="1430" y="547"/>
                </a:lnTo>
                <a:lnTo>
                  <a:pt x="1431" y="531"/>
                </a:lnTo>
                <a:lnTo>
                  <a:pt x="1431" y="515"/>
                </a:lnTo>
                <a:moveTo>
                  <a:pt x="1435" y="515"/>
                </a:moveTo>
                <a:lnTo>
                  <a:pt x="1435" y="531"/>
                </a:lnTo>
                <a:lnTo>
                  <a:pt x="1434" y="548"/>
                </a:lnTo>
                <a:lnTo>
                  <a:pt x="1432" y="564"/>
                </a:lnTo>
                <a:lnTo>
                  <a:pt x="1430" y="580"/>
                </a:lnTo>
                <a:lnTo>
                  <a:pt x="1427" y="596"/>
                </a:lnTo>
                <a:lnTo>
                  <a:pt x="1423" y="612"/>
                </a:lnTo>
                <a:lnTo>
                  <a:pt x="1418" y="627"/>
                </a:lnTo>
                <a:lnTo>
                  <a:pt x="1413" y="643"/>
                </a:lnTo>
                <a:lnTo>
                  <a:pt x="1407" y="659"/>
                </a:lnTo>
                <a:lnTo>
                  <a:pt x="1400" y="674"/>
                </a:lnTo>
                <a:lnTo>
                  <a:pt x="1393" y="689"/>
                </a:lnTo>
                <a:lnTo>
                  <a:pt x="1385" y="704"/>
                </a:lnTo>
                <a:lnTo>
                  <a:pt x="1376" y="719"/>
                </a:lnTo>
                <a:lnTo>
                  <a:pt x="1367" y="734"/>
                </a:lnTo>
                <a:lnTo>
                  <a:pt x="1357" y="749"/>
                </a:lnTo>
                <a:lnTo>
                  <a:pt x="1347" y="763"/>
                </a:lnTo>
                <a:lnTo>
                  <a:pt x="1335" y="777"/>
                </a:lnTo>
                <a:lnTo>
                  <a:pt x="1324" y="791"/>
                </a:lnTo>
                <a:lnTo>
                  <a:pt x="1311" y="804"/>
                </a:lnTo>
                <a:lnTo>
                  <a:pt x="1298" y="817"/>
                </a:lnTo>
                <a:lnTo>
                  <a:pt x="1285" y="830"/>
                </a:lnTo>
                <a:lnTo>
                  <a:pt x="1271" y="843"/>
                </a:lnTo>
                <a:lnTo>
                  <a:pt x="1256" y="855"/>
                </a:lnTo>
                <a:lnTo>
                  <a:pt x="1241" y="867"/>
                </a:lnTo>
                <a:lnTo>
                  <a:pt x="1225" y="879"/>
                </a:lnTo>
                <a:lnTo>
                  <a:pt x="1209" y="890"/>
                </a:lnTo>
                <a:lnTo>
                  <a:pt x="1192" y="901"/>
                </a:lnTo>
                <a:lnTo>
                  <a:pt x="1175" y="911"/>
                </a:lnTo>
                <a:lnTo>
                  <a:pt x="1158" y="921"/>
                </a:lnTo>
                <a:lnTo>
                  <a:pt x="1140" y="931"/>
                </a:lnTo>
                <a:lnTo>
                  <a:pt x="1121" y="940"/>
                </a:lnTo>
                <a:lnTo>
                  <a:pt x="1102" y="949"/>
                </a:lnTo>
                <a:lnTo>
                  <a:pt x="1083" y="958"/>
                </a:lnTo>
                <a:lnTo>
                  <a:pt x="1064" y="966"/>
                </a:lnTo>
                <a:lnTo>
                  <a:pt x="1044" y="973"/>
                </a:lnTo>
                <a:lnTo>
                  <a:pt x="1023" y="980"/>
                </a:lnTo>
                <a:lnTo>
                  <a:pt x="1003" y="987"/>
                </a:lnTo>
                <a:lnTo>
                  <a:pt x="982" y="993"/>
                </a:lnTo>
                <a:lnTo>
                  <a:pt x="961" y="999"/>
                </a:lnTo>
                <a:lnTo>
                  <a:pt x="940" y="1004"/>
                </a:lnTo>
                <a:lnTo>
                  <a:pt x="918" y="1009"/>
                </a:lnTo>
                <a:lnTo>
                  <a:pt x="896" y="1013"/>
                </a:lnTo>
                <a:lnTo>
                  <a:pt x="874" y="1017"/>
                </a:lnTo>
                <a:lnTo>
                  <a:pt x="852" y="1020"/>
                </a:lnTo>
                <a:lnTo>
                  <a:pt x="830" y="1023"/>
                </a:lnTo>
                <a:lnTo>
                  <a:pt x="808" y="1025"/>
                </a:lnTo>
                <a:lnTo>
                  <a:pt x="785" y="1027"/>
                </a:lnTo>
                <a:lnTo>
                  <a:pt x="763" y="1028"/>
                </a:lnTo>
                <a:lnTo>
                  <a:pt x="740" y="1029"/>
                </a:lnTo>
                <a:lnTo>
                  <a:pt x="718" y="1029"/>
                </a:lnTo>
                <a:lnTo>
                  <a:pt x="695" y="1029"/>
                </a:lnTo>
                <a:lnTo>
                  <a:pt x="673" y="1028"/>
                </a:lnTo>
                <a:lnTo>
                  <a:pt x="650" y="1027"/>
                </a:lnTo>
                <a:lnTo>
                  <a:pt x="628" y="1025"/>
                </a:lnTo>
                <a:lnTo>
                  <a:pt x="606" y="1023"/>
                </a:lnTo>
                <a:lnTo>
                  <a:pt x="584" y="1020"/>
                </a:lnTo>
                <a:lnTo>
                  <a:pt x="561" y="1017"/>
                </a:lnTo>
                <a:lnTo>
                  <a:pt x="539" y="1013"/>
                </a:lnTo>
                <a:lnTo>
                  <a:pt x="517" y="1009"/>
                </a:lnTo>
                <a:lnTo>
                  <a:pt x="495" y="1004"/>
                </a:lnTo>
                <a:lnTo>
                  <a:pt x="474" y="999"/>
                </a:lnTo>
                <a:lnTo>
                  <a:pt x="453" y="993"/>
                </a:lnTo>
                <a:lnTo>
                  <a:pt x="432" y="987"/>
                </a:lnTo>
                <a:lnTo>
                  <a:pt x="411" y="980"/>
                </a:lnTo>
                <a:lnTo>
                  <a:pt x="391" y="973"/>
                </a:lnTo>
                <a:lnTo>
                  <a:pt x="371" y="966"/>
                </a:lnTo>
                <a:lnTo>
                  <a:pt x="352" y="958"/>
                </a:lnTo>
                <a:lnTo>
                  <a:pt x="333" y="949"/>
                </a:lnTo>
                <a:lnTo>
                  <a:pt x="314" y="940"/>
                </a:lnTo>
                <a:lnTo>
                  <a:pt x="295" y="931"/>
                </a:lnTo>
                <a:lnTo>
                  <a:pt x="277" y="921"/>
                </a:lnTo>
                <a:lnTo>
                  <a:pt x="260" y="911"/>
                </a:lnTo>
                <a:lnTo>
                  <a:pt x="243" y="901"/>
                </a:lnTo>
                <a:lnTo>
                  <a:pt x="226" y="890"/>
                </a:lnTo>
                <a:lnTo>
                  <a:pt x="210" y="879"/>
                </a:lnTo>
                <a:lnTo>
                  <a:pt x="194" y="867"/>
                </a:lnTo>
                <a:lnTo>
                  <a:pt x="179" y="855"/>
                </a:lnTo>
                <a:lnTo>
                  <a:pt x="164" y="843"/>
                </a:lnTo>
                <a:lnTo>
                  <a:pt x="150" y="830"/>
                </a:lnTo>
                <a:lnTo>
                  <a:pt x="137" y="817"/>
                </a:lnTo>
                <a:lnTo>
                  <a:pt x="124" y="804"/>
                </a:lnTo>
                <a:lnTo>
                  <a:pt x="111" y="791"/>
                </a:lnTo>
                <a:lnTo>
                  <a:pt x="99" y="777"/>
                </a:lnTo>
                <a:lnTo>
                  <a:pt x="88" y="763"/>
                </a:lnTo>
                <a:lnTo>
                  <a:pt x="78" y="749"/>
                </a:lnTo>
                <a:lnTo>
                  <a:pt x="68" y="734"/>
                </a:lnTo>
                <a:lnTo>
                  <a:pt x="59" y="719"/>
                </a:lnTo>
                <a:lnTo>
                  <a:pt x="50" y="704"/>
                </a:lnTo>
                <a:lnTo>
                  <a:pt x="42" y="689"/>
                </a:lnTo>
                <a:lnTo>
                  <a:pt x="35" y="674"/>
                </a:lnTo>
                <a:lnTo>
                  <a:pt x="28" y="659"/>
                </a:lnTo>
                <a:lnTo>
                  <a:pt x="22" y="643"/>
                </a:lnTo>
                <a:lnTo>
                  <a:pt x="17" y="627"/>
                </a:lnTo>
                <a:lnTo>
                  <a:pt x="12" y="612"/>
                </a:lnTo>
                <a:lnTo>
                  <a:pt x="8" y="596"/>
                </a:lnTo>
                <a:lnTo>
                  <a:pt x="5" y="580"/>
                </a:lnTo>
                <a:lnTo>
                  <a:pt x="3" y="564"/>
                </a:lnTo>
                <a:lnTo>
                  <a:pt x="1" y="548"/>
                </a:lnTo>
                <a:lnTo>
                  <a:pt x="0" y="531"/>
                </a:lnTo>
                <a:lnTo>
                  <a:pt x="0" y="515"/>
                </a:lnTo>
                <a:lnTo>
                  <a:pt x="0" y="499"/>
                </a:lnTo>
                <a:lnTo>
                  <a:pt x="1" y="483"/>
                </a:lnTo>
                <a:lnTo>
                  <a:pt x="3" y="467"/>
                </a:lnTo>
                <a:lnTo>
                  <a:pt x="5" y="451"/>
                </a:lnTo>
                <a:lnTo>
                  <a:pt x="8" y="435"/>
                </a:lnTo>
                <a:lnTo>
                  <a:pt x="12" y="419"/>
                </a:lnTo>
                <a:lnTo>
                  <a:pt x="17" y="403"/>
                </a:lnTo>
                <a:lnTo>
                  <a:pt x="22" y="387"/>
                </a:lnTo>
                <a:lnTo>
                  <a:pt x="28" y="372"/>
                </a:lnTo>
                <a:lnTo>
                  <a:pt x="35" y="356"/>
                </a:lnTo>
                <a:lnTo>
                  <a:pt x="42" y="341"/>
                </a:lnTo>
                <a:lnTo>
                  <a:pt x="50" y="326"/>
                </a:lnTo>
                <a:lnTo>
                  <a:pt x="59" y="311"/>
                </a:lnTo>
                <a:lnTo>
                  <a:pt x="68" y="296"/>
                </a:lnTo>
                <a:lnTo>
                  <a:pt x="78" y="282"/>
                </a:lnTo>
                <a:lnTo>
                  <a:pt x="88" y="268"/>
                </a:lnTo>
                <a:lnTo>
                  <a:pt x="99" y="254"/>
                </a:lnTo>
                <a:lnTo>
                  <a:pt x="111" y="240"/>
                </a:lnTo>
                <a:lnTo>
                  <a:pt x="124" y="226"/>
                </a:lnTo>
                <a:lnTo>
                  <a:pt x="137" y="213"/>
                </a:lnTo>
                <a:lnTo>
                  <a:pt x="150" y="200"/>
                </a:lnTo>
                <a:lnTo>
                  <a:pt x="164" y="188"/>
                </a:lnTo>
                <a:lnTo>
                  <a:pt x="179" y="175"/>
                </a:lnTo>
                <a:lnTo>
                  <a:pt x="194" y="163"/>
                </a:lnTo>
                <a:lnTo>
                  <a:pt x="210" y="152"/>
                </a:lnTo>
                <a:lnTo>
                  <a:pt x="226" y="141"/>
                </a:lnTo>
                <a:lnTo>
                  <a:pt x="243" y="130"/>
                </a:lnTo>
                <a:lnTo>
                  <a:pt x="260" y="119"/>
                </a:lnTo>
                <a:lnTo>
                  <a:pt x="277" y="109"/>
                </a:lnTo>
                <a:lnTo>
                  <a:pt x="295" y="100"/>
                </a:lnTo>
                <a:lnTo>
                  <a:pt x="314" y="90"/>
                </a:lnTo>
                <a:lnTo>
                  <a:pt x="333" y="81"/>
                </a:lnTo>
                <a:lnTo>
                  <a:pt x="352" y="73"/>
                </a:lnTo>
                <a:lnTo>
                  <a:pt x="371" y="65"/>
                </a:lnTo>
                <a:lnTo>
                  <a:pt x="391" y="57"/>
                </a:lnTo>
                <a:lnTo>
                  <a:pt x="411" y="50"/>
                </a:lnTo>
                <a:lnTo>
                  <a:pt x="432" y="44"/>
                </a:lnTo>
                <a:lnTo>
                  <a:pt x="453" y="36"/>
                </a:lnTo>
                <a:lnTo>
                  <a:pt x="474" y="31"/>
                </a:lnTo>
                <a:lnTo>
                  <a:pt x="495" y="26"/>
                </a:lnTo>
                <a:lnTo>
                  <a:pt x="517" y="21"/>
                </a:lnTo>
                <a:lnTo>
                  <a:pt x="539" y="16"/>
                </a:lnTo>
                <a:lnTo>
                  <a:pt x="561" y="13"/>
                </a:lnTo>
                <a:lnTo>
                  <a:pt x="584" y="9"/>
                </a:lnTo>
                <a:lnTo>
                  <a:pt x="606" y="7"/>
                </a:lnTo>
                <a:lnTo>
                  <a:pt x="628" y="4"/>
                </a:lnTo>
                <a:lnTo>
                  <a:pt x="650" y="3"/>
                </a:lnTo>
                <a:lnTo>
                  <a:pt x="673" y="1"/>
                </a:lnTo>
                <a:lnTo>
                  <a:pt x="695" y="1"/>
                </a:lnTo>
                <a:lnTo>
                  <a:pt x="718" y="0"/>
                </a:lnTo>
                <a:lnTo>
                  <a:pt x="740" y="1"/>
                </a:lnTo>
                <a:lnTo>
                  <a:pt x="763" y="1"/>
                </a:lnTo>
                <a:lnTo>
                  <a:pt x="785" y="3"/>
                </a:lnTo>
                <a:lnTo>
                  <a:pt x="808" y="4"/>
                </a:lnTo>
                <a:lnTo>
                  <a:pt x="830" y="7"/>
                </a:lnTo>
                <a:lnTo>
                  <a:pt x="852" y="9"/>
                </a:lnTo>
                <a:lnTo>
                  <a:pt x="874" y="13"/>
                </a:lnTo>
                <a:lnTo>
                  <a:pt x="896" y="16"/>
                </a:lnTo>
                <a:lnTo>
                  <a:pt x="918" y="21"/>
                </a:lnTo>
                <a:lnTo>
                  <a:pt x="940" y="26"/>
                </a:lnTo>
                <a:lnTo>
                  <a:pt x="961" y="31"/>
                </a:lnTo>
                <a:lnTo>
                  <a:pt x="982" y="36"/>
                </a:lnTo>
                <a:lnTo>
                  <a:pt x="1003" y="44"/>
                </a:lnTo>
                <a:lnTo>
                  <a:pt x="1023" y="50"/>
                </a:lnTo>
                <a:lnTo>
                  <a:pt x="1044" y="57"/>
                </a:lnTo>
                <a:lnTo>
                  <a:pt x="1064" y="65"/>
                </a:lnTo>
                <a:lnTo>
                  <a:pt x="1083" y="73"/>
                </a:lnTo>
                <a:lnTo>
                  <a:pt x="1102" y="81"/>
                </a:lnTo>
                <a:lnTo>
                  <a:pt x="1121" y="90"/>
                </a:lnTo>
                <a:lnTo>
                  <a:pt x="1140" y="100"/>
                </a:lnTo>
                <a:lnTo>
                  <a:pt x="1158" y="109"/>
                </a:lnTo>
                <a:lnTo>
                  <a:pt x="1175" y="119"/>
                </a:lnTo>
                <a:lnTo>
                  <a:pt x="1192" y="130"/>
                </a:lnTo>
                <a:lnTo>
                  <a:pt x="1209" y="141"/>
                </a:lnTo>
                <a:lnTo>
                  <a:pt x="1225" y="152"/>
                </a:lnTo>
                <a:lnTo>
                  <a:pt x="1241" y="163"/>
                </a:lnTo>
                <a:lnTo>
                  <a:pt x="1256" y="175"/>
                </a:lnTo>
                <a:lnTo>
                  <a:pt x="1271" y="188"/>
                </a:lnTo>
                <a:lnTo>
                  <a:pt x="1285" y="200"/>
                </a:lnTo>
                <a:lnTo>
                  <a:pt x="1298" y="213"/>
                </a:lnTo>
                <a:lnTo>
                  <a:pt x="1311" y="226"/>
                </a:lnTo>
                <a:lnTo>
                  <a:pt x="1324" y="240"/>
                </a:lnTo>
                <a:lnTo>
                  <a:pt x="1335" y="254"/>
                </a:lnTo>
                <a:lnTo>
                  <a:pt x="1347" y="268"/>
                </a:lnTo>
                <a:lnTo>
                  <a:pt x="1357" y="282"/>
                </a:lnTo>
                <a:lnTo>
                  <a:pt x="1367" y="296"/>
                </a:lnTo>
                <a:lnTo>
                  <a:pt x="1376" y="311"/>
                </a:lnTo>
                <a:lnTo>
                  <a:pt x="1385" y="326"/>
                </a:lnTo>
                <a:lnTo>
                  <a:pt x="1393" y="341"/>
                </a:lnTo>
                <a:lnTo>
                  <a:pt x="1400" y="356"/>
                </a:lnTo>
                <a:lnTo>
                  <a:pt x="1407" y="372"/>
                </a:lnTo>
                <a:lnTo>
                  <a:pt x="1413" y="387"/>
                </a:lnTo>
                <a:lnTo>
                  <a:pt x="1418" y="403"/>
                </a:lnTo>
                <a:lnTo>
                  <a:pt x="1423" y="419"/>
                </a:lnTo>
                <a:lnTo>
                  <a:pt x="1427" y="435"/>
                </a:lnTo>
                <a:lnTo>
                  <a:pt x="1430" y="451"/>
                </a:lnTo>
                <a:lnTo>
                  <a:pt x="1432" y="467"/>
                </a:lnTo>
                <a:lnTo>
                  <a:pt x="1434" y="483"/>
                </a:lnTo>
                <a:lnTo>
                  <a:pt x="1435" y="499"/>
                </a:lnTo>
                <a:lnTo>
                  <a:pt x="1435" y="515"/>
                </a:lnTo>
                <a:close/>
              </a:path>
            </a:pathLst>
          </a:custGeom>
          <a:solidFill>
            <a:srgbClr val="ffb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3" name=""/>
          <p:cNvSpPr/>
          <p:nvPr/>
        </p:nvSpPr>
        <p:spPr>
          <a:xfrm>
            <a:off x="7803000" y="2758320"/>
            <a:ext cx="519480" cy="372240"/>
          </a:xfrm>
          <a:custGeom>
            <a:avLst/>
            <a:gdLst/>
            <a:ahLst/>
            <a:rect l="0" t="0" r="r" b="b"/>
            <a:pathLst>
              <a:path w="1443" h="1034">
                <a:moveTo>
                  <a:pt x="1439" y="517"/>
                </a:moveTo>
                <a:lnTo>
                  <a:pt x="1439" y="501"/>
                </a:lnTo>
                <a:lnTo>
                  <a:pt x="1438" y="485"/>
                </a:lnTo>
                <a:lnTo>
                  <a:pt x="1436" y="469"/>
                </a:lnTo>
                <a:lnTo>
                  <a:pt x="1434" y="453"/>
                </a:lnTo>
                <a:lnTo>
                  <a:pt x="1431" y="437"/>
                </a:lnTo>
                <a:lnTo>
                  <a:pt x="1427" y="421"/>
                </a:lnTo>
                <a:lnTo>
                  <a:pt x="1422" y="405"/>
                </a:lnTo>
                <a:lnTo>
                  <a:pt x="1417" y="389"/>
                </a:lnTo>
                <a:lnTo>
                  <a:pt x="1411" y="374"/>
                </a:lnTo>
                <a:lnTo>
                  <a:pt x="1404" y="358"/>
                </a:lnTo>
                <a:lnTo>
                  <a:pt x="1397" y="343"/>
                </a:lnTo>
                <a:lnTo>
                  <a:pt x="1389" y="328"/>
                </a:lnTo>
                <a:lnTo>
                  <a:pt x="1380" y="313"/>
                </a:lnTo>
                <a:lnTo>
                  <a:pt x="1371" y="298"/>
                </a:lnTo>
                <a:lnTo>
                  <a:pt x="1361" y="284"/>
                </a:lnTo>
                <a:lnTo>
                  <a:pt x="1351" y="270"/>
                </a:lnTo>
                <a:lnTo>
                  <a:pt x="1339" y="256"/>
                </a:lnTo>
                <a:lnTo>
                  <a:pt x="1328" y="242"/>
                </a:lnTo>
                <a:lnTo>
                  <a:pt x="1315" y="228"/>
                </a:lnTo>
                <a:lnTo>
                  <a:pt x="1302" y="215"/>
                </a:lnTo>
                <a:lnTo>
                  <a:pt x="1289" y="202"/>
                </a:lnTo>
                <a:lnTo>
                  <a:pt x="1275" y="190"/>
                </a:lnTo>
                <a:lnTo>
                  <a:pt x="1260" y="177"/>
                </a:lnTo>
                <a:lnTo>
                  <a:pt x="1245" y="165"/>
                </a:lnTo>
                <a:lnTo>
                  <a:pt x="1229" y="154"/>
                </a:lnTo>
                <a:lnTo>
                  <a:pt x="1213" y="143"/>
                </a:lnTo>
                <a:lnTo>
                  <a:pt x="1196" y="132"/>
                </a:lnTo>
                <a:lnTo>
                  <a:pt x="1179" y="121"/>
                </a:lnTo>
                <a:lnTo>
                  <a:pt x="1162" y="111"/>
                </a:lnTo>
                <a:lnTo>
                  <a:pt x="1144" y="102"/>
                </a:lnTo>
                <a:lnTo>
                  <a:pt x="1125" y="92"/>
                </a:lnTo>
                <a:lnTo>
                  <a:pt x="1106" y="82"/>
                </a:lnTo>
                <a:lnTo>
                  <a:pt x="1087" y="74"/>
                </a:lnTo>
                <a:lnTo>
                  <a:pt x="1068" y="66"/>
                </a:lnTo>
                <a:lnTo>
                  <a:pt x="1048" y="58"/>
                </a:lnTo>
                <a:lnTo>
                  <a:pt x="1027" y="51"/>
                </a:lnTo>
                <a:lnTo>
                  <a:pt x="1007" y="45"/>
                </a:lnTo>
                <a:lnTo>
                  <a:pt x="986" y="38"/>
                </a:lnTo>
                <a:lnTo>
                  <a:pt x="965" y="33"/>
                </a:lnTo>
                <a:lnTo>
                  <a:pt x="944" y="28"/>
                </a:lnTo>
                <a:lnTo>
                  <a:pt x="922" y="23"/>
                </a:lnTo>
                <a:lnTo>
                  <a:pt x="900" y="18"/>
                </a:lnTo>
                <a:lnTo>
                  <a:pt x="878" y="15"/>
                </a:lnTo>
                <a:lnTo>
                  <a:pt x="856" y="11"/>
                </a:lnTo>
                <a:lnTo>
                  <a:pt x="834" y="9"/>
                </a:lnTo>
                <a:lnTo>
                  <a:pt x="812" y="6"/>
                </a:lnTo>
                <a:lnTo>
                  <a:pt x="789" y="5"/>
                </a:lnTo>
                <a:lnTo>
                  <a:pt x="767" y="3"/>
                </a:lnTo>
                <a:lnTo>
                  <a:pt x="744" y="3"/>
                </a:lnTo>
                <a:lnTo>
                  <a:pt x="722" y="2"/>
                </a:lnTo>
                <a:lnTo>
                  <a:pt x="699" y="3"/>
                </a:lnTo>
                <a:lnTo>
                  <a:pt x="677" y="3"/>
                </a:lnTo>
                <a:lnTo>
                  <a:pt x="653" y="5"/>
                </a:lnTo>
                <a:lnTo>
                  <a:pt x="631" y="6"/>
                </a:lnTo>
                <a:lnTo>
                  <a:pt x="609" y="9"/>
                </a:lnTo>
                <a:lnTo>
                  <a:pt x="587" y="11"/>
                </a:lnTo>
                <a:lnTo>
                  <a:pt x="564" y="15"/>
                </a:lnTo>
                <a:lnTo>
                  <a:pt x="543" y="18"/>
                </a:lnTo>
                <a:lnTo>
                  <a:pt x="521" y="23"/>
                </a:lnTo>
                <a:lnTo>
                  <a:pt x="499" y="28"/>
                </a:lnTo>
                <a:lnTo>
                  <a:pt x="478" y="33"/>
                </a:lnTo>
                <a:lnTo>
                  <a:pt x="457" y="38"/>
                </a:lnTo>
                <a:lnTo>
                  <a:pt x="436" y="45"/>
                </a:lnTo>
                <a:lnTo>
                  <a:pt x="415" y="51"/>
                </a:lnTo>
                <a:lnTo>
                  <a:pt x="395" y="58"/>
                </a:lnTo>
                <a:lnTo>
                  <a:pt x="375" y="66"/>
                </a:lnTo>
                <a:lnTo>
                  <a:pt x="356" y="74"/>
                </a:lnTo>
                <a:lnTo>
                  <a:pt x="337" y="82"/>
                </a:lnTo>
                <a:lnTo>
                  <a:pt x="318" y="92"/>
                </a:lnTo>
                <a:lnTo>
                  <a:pt x="299" y="102"/>
                </a:lnTo>
                <a:lnTo>
                  <a:pt x="281" y="111"/>
                </a:lnTo>
                <a:lnTo>
                  <a:pt x="264" y="121"/>
                </a:lnTo>
                <a:lnTo>
                  <a:pt x="247" y="132"/>
                </a:lnTo>
                <a:lnTo>
                  <a:pt x="230" y="143"/>
                </a:lnTo>
                <a:lnTo>
                  <a:pt x="214" y="154"/>
                </a:lnTo>
                <a:lnTo>
                  <a:pt x="198" y="165"/>
                </a:lnTo>
                <a:lnTo>
                  <a:pt x="183" y="177"/>
                </a:lnTo>
                <a:lnTo>
                  <a:pt x="168" y="190"/>
                </a:lnTo>
                <a:lnTo>
                  <a:pt x="154" y="202"/>
                </a:lnTo>
                <a:lnTo>
                  <a:pt x="141" y="215"/>
                </a:lnTo>
                <a:lnTo>
                  <a:pt x="128" y="228"/>
                </a:lnTo>
                <a:lnTo>
                  <a:pt x="115" y="242"/>
                </a:lnTo>
                <a:lnTo>
                  <a:pt x="103" y="256"/>
                </a:lnTo>
                <a:lnTo>
                  <a:pt x="92" y="270"/>
                </a:lnTo>
                <a:lnTo>
                  <a:pt x="82" y="284"/>
                </a:lnTo>
                <a:lnTo>
                  <a:pt x="72" y="298"/>
                </a:lnTo>
                <a:lnTo>
                  <a:pt x="63" y="313"/>
                </a:lnTo>
                <a:lnTo>
                  <a:pt x="54" y="328"/>
                </a:lnTo>
                <a:lnTo>
                  <a:pt x="46" y="343"/>
                </a:lnTo>
                <a:lnTo>
                  <a:pt x="39" y="358"/>
                </a:lnTo>
                <a:lnTo>
                  <a:pt x="32" y="374"/>
                </a:lnTo>
                <a:lnTo>
                  <a:pt x="26" y="389"/>
                </a:lnTo>
                <a:lnTo>
                  <a:pt x="21" y="405"/>
                </a:lnTo>
                <a:lnTo>
                  <a:pt x="16" y="421"/>
                </a:lnTo>
                <a:lnTo>
                  <a:pt x="12" y="437"/>
                </a:lnTo>
                <a:lnTo>
                  <a:pt x="9" y="453"/>
                </a:lnTo>
                <a:lnTo>
                  <a:pt x="7" y="469"/>
                </a:lnTo>
                <a:lnTo>
                  <a:pt x="5" y="485"/>
                </a:lnTo>
                <a:lnTo>
                  <a:pt x="4" y="501"/>
                </a:lnTo>
                <a:lnTo>
                  <a:pt x="4" y="517"/>
                </a:lnTo>
                <a:lnTo>
                  <a:pt x="4" y="533"/>
                </a:lnTo>
                <a:lnTo>
                  <a:pt x="5" y="550"/>
                </a:lnTo>
                <a:lnTo>
                  <a:pt x="7" y="566"/>
                </a:lnTo>
                <a:lnTo>
                  <a:pt x="9" y="582"/>
                </a:lnTo>
                <a:lnTo>
                  <a:pt x="12" y="598"/>
                </a:lnTo>
                <a:lnTo>
                  <a:pt x="16" y="614"/>
                </a:lnTo>
                <a:lnTo>
                  <a:pt x="21" y="629"/>
                </a:lnTo>
                <a:lnTo>
                  <a:pt x="26" y="645"/>
                </a:lnTo>
                <a:lnTo>
                  <a:pt x="32" y="661"/>
                </a:lnTo>
                <a:lnTo>
                  <a:pt x="39" y="676"/>
                </a:lnTo>
                <a:lnTo>
                  <a:pt x="46" y="691"/>
                </a:lnTo>
                <a:lnTo>
                  <a:pt x="54" y="706"/>
                </a:lnTo>
                <a:lnTo>
                  <a:pt x="63" y="721"/>
                </a:lnTo>
                <a:lnTo>
                  <a:pt x="72" y="736"/>
                </a:lnTo>
                <a:lnTo>
                  <a:pt x="82" y="751"/>
                </a:lnTo>
                <a:lnTo>
                  <a:pt x="92" y="765"/>
                </a:lnTo>
                <a:lnTo>
                  <a:pt x="103" y="779"/>
                </a:lnTo>
                <a:lnTo>
                  <a:pt x="115" y="793"/>
                </a:lnTo>
                <a:lnTo>
                  <a:pt x="128" y="806"/>
                </a:lnTo>
                <a:lnTo>
                  <a:pt x="141" y="819"/>
                </a:lnTo>
                <a:lnTo>
                  <a:pt x="154" y="832"/>
                </a:lnTo>
                <a:lnTo>
                  <a:pt x="168" y="845"/>
                </a:lnTo>
                <a:lnTo>
                  <a:pt x="183" y="857"/>
                </a:lnTo>
                <a:lnTo>
                  <a:pt x="198" y="869"/>
                </a:lnTo>
                <a:lnTo>
                  <a:pt x="214" y="881"/>
                </a:lnTo>
                <a:lnTo>
                  <a:pt x="230" y="892"/>
                </a:lnTo>
                <a:lnTo>
                  <a:pt x="247" y="903"/>
                </a:lnTo>
                <a:lnTo>
                  <a:pt x="264" y="913"/>
                </a:lnTo>
                <a:lnTo>
                  <a:pt x="281" y="923"/>
                </a:lnTo>
                <a:lnTo>
                  <a:pt x="299" y="933"/>
                </a:lnTo>
                <a:lnTo>
                  <a:pt x="318" y="942"/>
                </a:lnTo>
                <a:lnTo>
                  <a:pt x="337" y="951"/>
                </a:lnTo>
                <a:lnTo>
                  <a:pt x="356" y="960"/>
                </a:lnTo>
                <a:lnTo>
                  <a:pt x="375" y="968"/>
                </a:lnTo>
                <a:lnTo>
                  <a:pt x="395" y="975"/>
                </a:lnTo>
                <a:lnTo>
                  <a:pt x="415" y="982"/>
                </a:lnTo>
                <a:lnTo>
                  <a:pt x="436" y="989"/>
                </a:lnTo>
                <a:lnTo>
                  <a:pt x="457" y="995"/>
                </a:lnTo>
                <a:lnTo>
                  <a:pt x="478" y="1001"/>
                </a:lnTo>
                <a:lnTo>
                  <a:pt x="499" y="1006"/>
                </a:lnTo>
                <a:lnTo>
                  <a:pt x="521" y="1011"/>
                </a:lnTo>
                <a:lnTo>
                  <a:pt x="543" y="1015"/>
                </a:lnTo>
                <a:lnTo>
                  <a:pt x="564" y="1019"/>
                </a:lnTo>
                <a:lnTo>
                  <a:pt x="587" y="1022"/>
                </a:lnTo>
                <a:lnTo>
                  <a:pt x="609" y="1025"/>
                </a:lnTo>
                <a:lnTo>
                  <a:pt x="631" y="1027"/>
                </a:lnTo>
                <a:lnTo>
                  <a:pt x="653" y="1029"/>
                </a:lnTo>
                <a:lnTo>
                  <a:pt x="677" y="1030"/>
                </a:lnTo>
                <a:lnTo>
                  <a:pt x="699" y="1031"/>
                </a:lnTo>
                <a:lnTo>
                  <a:pt x="722" y="1031"/>
                </a:lnTo>
                <a:lnTo>
                  <a:pt x="744" y="1031"/>
                </a:lnTo>
                <a:lnTo>
                  <a:pt x="767" y="1030"/>
                </a:lnTo>
                <a:lnTo>
                  <a:pt x="789" y="1029"/>
                </a:lnTo>
                <a:lnTo>
                  <a:pt x="812" y="1027"/>
                </a:lnTo>
                <a:lnTo>
                  <a:pt x="834" y="1025"/>
                </a:lnTo>
                <a:lnTo>
                  <a:pt x="856" y="1022"/>
                </a:lnTo>
                <a:lnTo>
                  <a:pt x="878" y="1019"/>
                </a:lnTo>
                <a:lnTo>
                  <a:pt x="900" y="1015"/>
                </a:lnTo>
                <a:lnTo>
                  <a:pt x="922" y="1011"/>
                </a:lnTo>
                <a:lnTo>
                  <a:pt x="944" y="1006"/>
                </a:lnTo>
                <a:lnTo>
                  <a:pt x="965" y="1001"/>
                </a:lnTo>
                <a:lnTo>
                  <a:pt x="986" y="995"/>
                </a:lnTo>
                <a:lnTo>
                  <a:pt x="1007" y="989"/>
                </a:lnTo>
                <a:lnTo>
                  <a:pt x="1027" y="982"/>
                </a:lnTo>
                <a:lnTo>
                  <a:pt x="1048" y="975"/>
                </a:lnTo>
                <a:lnTo>
                  <a:pt x="1068" y="968"/>
                </a:lnTo>
                <a:lnTo>
                  <a:pt x="1087" y="960"/>
                </a:lnTo>
                <a:lnTo>
                  <a:pt x="1106" y="951"/>
                </a:lnTo>
                <a:lnTo>
                  <a:pt x="1125" y="942"/>
                </a:lnTo>
                <a:lnTo>
                  <a:pt x="1144" y="933"/>
                </a:lnTo>
                <a:lnTo>
                  <a:pt x="1162" y="923"/>
                </a:lnTo>
                <a:lnTo>
                  <a:pt x="1179" y="913"/>
                </a:lnTo>
                <a:lnTo>
                  <a:pt x="1196" y="903"/>
                </a:lnTo>
                <a:lnTo>
                  <a:pt x="1213" y="892"/>
                </a:lnTo>
                <a:lnTo>
                  <a:pt x="1229" y="881"/>
                </a:lnTo>
                <a:lnTo>
                  <a:pt x="1245" y="869"/>
                </a:lnTo>
                <a:lnTo>
                  <a:pt x="1260" y="857"/>
                </a:lnTo>
                <a:lnTo>
                  <a:pt x="1275" y="845"/>
                </a:lnTo>
                <a:lnTo>
                  <a:pt x="1289" y="832"/>
                </a:lnTo>
                <a:lnTo>
                  <a:pt x="1302" y="819"/>
                </a:lnTo>
                <a:lnTo>
                  <a:pt x="1315" y="806"/>
                </a:lnTo>
                <a:lnTo>
                  <a:pt x="1328" y="793"/>
                </a:lnTo>
                <a:lnTo>
                  <a:pt x="1339" y="779"/>
                </a:lnTo>
                <a:lnTo>
                  <a:pt x="1351" y="765"/>
                </a:lnTo>
                <a:lnTo>
                  <a:pt x="1361" y="751"/>
                </a:lnTo>
                <a:lnTo>
                  <a:pt x="1371" y="736"/>
                </a:lnTo>
                <a:lnTo>
                  <a:pt x="1380" y="721"/>
                </a:lnTo>
                <a:lnTo>
                  <a:pt x="1389" y="706"/>
                </a:lnTo>
                <a:lnTo>
                  <a:pt x="1397" y="691"/>
                </a:lnTo>
                <a:lnTo>
                  <a:pt x="1404" y="676"/>
                </a:lnTo>
                <a:lnTo>
                  <a:pt x="1411" y="661"/>
                </a:lnTo>
                <a:lnTo>
                  <a:pt x="1417" y="645"/>
                </a:lnTo>
                <a:lnTo>
                  <a:pt x="1422" y="629"/>
                </a:lnTo>
                <a:lnTo>
                  <a:pt x="1427" y="614"/>
                </a:lnTo>
                <a:lnTo>
                  <a:pt x="1431" y="598"/>
                </a:lnTo>
                <a:lnTo>
                  <a:pt x="1434" y="582"/>
                </a:lnTo>
                <a:lnTo>
                  <a:pt x="1436" y="566"/>
                </a:lnTo>
                <a:lnTo>
                  <a:pt x="1438" y="550"/>
                </a:lnTo>
                <a:lnTo>
                  <a:pt x="1439" y="533"/>
                </a:lnTo>
                <a:lnTo>
                  <a:pt x="1439" y="517"/>
                </a:lnTo>
                <a:moveTo>
                  <a:pt x="1443" y="517"/>
                </a:moveTo>
                <a:lnTo>
                  <a:pt x="1443" y="534"/>
                </a:lnTo>
                <a:lnTo>
                  <a:pt x="1442" y="550"/>
                </a:lnTo>
                <a:lnTo>
                  <a:pt x="1440" y="566"/>
                </a:lnTo>
                <a:lnTo>
                  <a:pt x="1438" y="582"/>
                </a:lnTo>
                <a:lnTo>
                  <a:pt x="1434" y="598"/>
                </a:lnTo>
                <a:lnTo>
                  <a:pt x="1430" y="614"/>
                </a:lnTo>
                <a:lnTo>
                  <a:pt x="1426" y="630"/>
                </a:lnTo>
                <a:lnTo>
                  <a:pt x="1421" y="646"/>
                </a:lnTo>
                <a:lnTo>
                  <a:pt x="1415" y="661"/>
                </a:lnTo>
                <a:lnTo>
                  <a:pt x="1408" y="677"/>
                </a:lnTo>
                <a:lnTo>
                  <a:pt x="1401" y="692"/>
                </a:lnTo>
                <a:lnTo>
                  <a:pt x="1393" y="708"/>
                </a:lnTo>
                <a:lnTo>
                  <a:pt x="1384" y="723"/>
                </a:lnTo>
                <a:lnTo>
                  <a:pt x="1375" y="737"/>
                </a:lnTo>
                <a:lnTo>
                  <a:pt x="1365" y="752"/>
                </a:lnTo>
                <a:lnTo>
                  <a:pt x="1354" y="766"/>
                </a:lnTo>
                <a:lnTo>
                  <a:pt x="1343" y="780"/>
                </a:lnTo>
                <a:lnTo>
                  <a:pt x="1331" y="794"/>
                </a:lnTo>
                <a:lnTo>
                  <a:pt x="1318" y="808"/>
                </a:lnTo>
                <a:lnTo>
                  <a:pt x="1305" y="821"/>
                </a:lnTo>
                <a:lnTo>
                  <a:pt x="1292" y="834"/>
                </a:lnTo>
                <a:lnTo>
                  <a:pt x="1278" y="847"/>
                </a:lnTo>
                <a:lnTo>
                  <a:pt x="1263" y="859"/>
                </a:lnTo>
                <a:lnTo>
                  <a:pt x="1248" y="871"/>
                </a:lnTo>
                <a:lnTo>
                  <a:pt x="1232" y="883"/>
                </a:lnTo>
                <a:lnTo>
                  <a:pt x="1216" y="894"/>
                </a:lnTo>
                <a:lnTo>
                  <a:pt x="1199" y="905"/>
                </a:lnTo>
                <a:lnTo>
                  <a:pt x="1182" y="915"/>
                </a:lnTo>
                <a:lnTo>
                  <a:pt x="1164" y="926"/>
                </a:lnTo>
                <a:lnTo>
                  <a:pt x="1146" y="935"/>
                </a:lnTo>
                <a:lnTo>
                  <a:pt x="1127" y="945"/>
                </a:lnTo>
                <a:lnTo>
                  <a:pt x="1108" y="954"/>
                </a:lnTo>
                <a:lnTo>
                  <a:pt x="1089" y="962"/>
                </a:lnTo>
                <a:lnTo>
                  <a:pt x="1069" y="970"/>
                </a:lnTo>
                <a:lnTo>
                  <a:pt x="1049" y="978"/>
                </a:lnTo>
                <a:lnTo>
                  <a:pt x="1029" y="985"/>
                </a:lnTo>
                <a:lnTo>
                  <a:pt x="1008" y="992"/>
                </a:lnTo>
                <a:lnTo>
                  <a:pt x="987" y="998"/>
                </a:lnTo>
                <a:lnTo>
                  <a:pt x="966" y="1003"/>
                </a:lnTo>
                <a:lnTo>
                  <a:pt x="945" y="1009"/>
                </a:lnTo>
                <a:lnTo>
                  <a:pt x="923" y="1014"/>
                </a:lnTo>
                <a:lnTo>
                  <a:pt x="901" y="1018"/>
                </a:lnTo>
                <a:lnTo>
                  <a:pt x="879" y="1022"/>
                </a:lnTo>
                <a:lnTo>
                  <a:pt x="857" y="1025"/>
                </a:lnTo>
                <a:lnTo>
                  <a:pt x="835" y="1028"/>
                </a:lnTo>
                <a:lnTo>
                  <a:pt x="812" y="1030"/>
                </a:lnTo>
                <a:lnTo>
                  <a:pt x="790" y="1032"/>
                </a:lnTo>
                <a:lnTo>
                  <a:pt x="767" y="1033"/>
                </a:lnTo>
                <a:lnTo>
                  <a:pt x="745" y="1034"/>
                </a:lnTo>
                <a:lnTo>
                  <a:pt x="722" y="1034"/>
                </a:lnTo>
                <a:lnTo>
                  <a:pt x="699" y="1034"/>
                </a:lnTo>
                <a:lnTo>
                  <a:pt x="677" y="1033"/>
                </a:lnTo>
                <a:lnTo>
                  <a:pt x="653" y="1032"/>
                </a:lnTo>
                <a:lnTo>
                  <a:pt x="631" y="1030"/>
                </a:lnTo>
                <a:lnTo>
                  <a:pt x="608" y="1028"/>
                </a:lnTo>
                <a:lnTo>
                  <a:pt x="586" y="1025"/>
                </a:lnTo>
                <a:lnTo>
                  <a:pt x="564" y="1022"/>
                </a:lnTo>
                <a:lnTo>
                  <a:pt x="542" y="1018"/>
                </a:lnTo>
                <a:lnTo>
                  <a:pt x="520" y="1014"/>
                </a:lnTo>
                <a:lnTo>
                  <a:pt x="498" y="1009"/>
                </a:lnTo>
                <a:lnTo>
                  <a:pt x="477" y="1003"/>
                </a:lnTo>
                <a:lnTo>
                  <a:pt x="455" y="998"/>
                </a:lnTo>
                <a:lnTo>
                  <a:pt x="434" y="992"/>
                </a:lnTo>
                <a:lnTo>
                  <a:pt x="414" y="985"/>
                </a:lnTo>
                <a:lnTo>
                  <a:pt x="394" y="978"/>
                </a:lnTo>
                <a:lnTo>
                  <a:pt x="373" y="970"/>
                </a:lnTo>
                <a:lnTo>
                  <a:pt x="354" y="962"/>
                </a:lnTo>
                <a:lnTo>
                  <a:pt x="334" y="954"/>
                </a:lnTo>
                <a:lnTo>
                  <a:pt x="316" y="945"/>
                </a:lnTo>
                <a:lnTo>
                  <a:pt x="297" y="935"/>
                </a:lnTo>
                <a:lnTo>
                  <a:pt x="279" y="926"/>
                </a:lnTo>
                <a:lnTo>
                  <a:pt x="261" y="915"/>
                </a:lnTo>
                <a:lnTo>
                  <a:pt x="244" y="905"/>
                </a:lnTo>
                <a:lnTo>
                  <a:pt x="227" y="894"/>
                </a:lnTo>
                <a:lnTo>
                  <a:pt x="211" y="883"/>
                </a:lnTo>
                <a:lnTo>
                  <a:pt x="195" y="871"/>
                </a:lnTo>
                <a:lnTo>
                  <a:pt x="180" y="859"/>
                </a:lnTo>
                <a:lnTo>
                  <a:pt x="165" y="847"/>
                </a:lnTo>
                <a:lnTo>
                  <a:pt x="151" y="834"/>
                </a:lnTo>
                <a:lnTo>
                  <a:pt x="137" y="821"/>
                </a:lnTo>
                <a:lnTo>
                  <a:pt x="124" y="808"/>
                </a:lnTo>
                <a:lnTo>
                  <a:pt x="112" y="794"/>
                </a:lnTo>
                <a:lnTo>
                  <a:pt x="100" y="780"/>
                </a:lnTo>
                <a:lnTo>
                  <a:pt x="89" y="766"/>
                </a:lnTo>
                <a:lnTo>
                  <a:pt x="78" y="752"/>
                </a:lnTo>
                <a:lnTo>
                  <a:pt x="68" y="737"/>
                </a:lnTo>
                <a:lnTo>
                  <a:pt x="59" y="723"/>
                </a:lnTo>
                <a:lnTo>
                  <a:pt x="50" y="708"/>
                </a:lnTo>
                <a:lnTo>
                  <a:pt x="42" y="692"/>
                </a:lnTo>
                <a:lnTo>
                  <a:pt x="35" y="677"/>
                </a:lnTo>
                <a:lnTo>
                  <a:pt x="28" y="661"/>
                </a:lnTo>
                <a:lnTo>
                  <a:pt x="22" y="646"/>
                </a:lnTo>
                <a:lnTo>
                  <a:pt x="17" y="630"/>
                </a:lnTo>
                <a:lnTo>
                  <a:pt x="12" y="614"/>
                </a:lnTo>
                <a:lnTo>
                  <a:pt x="9" y="598"/>
                </a:lnTo>
                <a:lnTo>
                  <a:pt x="5" y="582"/>
                </a:lnTo>
                <a:lnTo>
                  <a:pt x="3" y="566"/>
                </a:lnTo>
                <a:lnTo>
                  <a:pt x="1" y="550"/>
                </a:lnTo>
                <a:lnTo>
                  <a:pt x="0" y="534"/>
                </a:lnTo>
                <a:lnTo>
                  <a:pt x="0" y="517"/>
                </a:lnTo>
                <a:lnTo>
                  <a:pt x="0" y="501"/>
                </a:lnTo>
                <a:lnTo>
                  <a:pt x="1" y="485"/>
                </a:lnTo>
                <a:lnTo>
                  <a:pt x="3" y="469"/>
                </a:lnTo>
                <a:lnTo>
                  <a:pt x="5" y="453"/>
                </a:lnTo>
                <a:lnTo>
                  <a:pt x="9" y="436"/>
                </a:lnTo>
                <a:lnTo>
                  <a:pt x="12" y="420"/>
                </a:lnTo>
                <a:lnTo>
                  <a:pt x="17" y="405"/>
                </a:lnTo>
                <a:lnTo>
                  <a:pt x="22" y="389"/>
                </a:lnTo>
                <a:lnTo>
                  <a:pt x="28" y="373"/>
                </a:lnTo>
                <a:lnTo>
                  <a:pt x="35" y="358"/>
                </a:lnTo>
                <a:lnTo>
                  <a:pt x="42" y="342"/>
                </a:lnTo>
                <a:lnTo>
                  <a:pt x="50" y="327"/>
                </a:lnTo>
                <a:lnTo>
                  <a:pt x="59" y="312"/>
                </a:lnTo>
                <a:lnTo>
                  <a:pt x="68" y="297"/>
                </a:lnTo>
                <a:lnTo>
                  <a:pt x="78" y="283"/>
                </a:lnTo>
                <a:lnTo>
                  <a:pt x="89" y="268"/>
                </a:lnTo>
                <a:lnTo>
                  <a:pt x="100" y="254"/>
                </a:lnTo>
                <a:lnTo>
                  <a:pt x="112" y="240"/>
                </a:lnTo>
                <a:lnTo>
                  <a:pt x="124" y="227"/>
                </a:lnTo>
                <a:lnTo>
                  <a:pt x="137" y="214"/>
                </a:lnTo>
                <a:lnTo>
                  <a:pt x="151" y="201"/>
                </a:lnTo>
                <a:lnTo>
                  <a:pt x="165" y="188"/>
                </a:lnTo>
                <a:lnTo>
                  <a:pt x="180" y="176"/>
                </a:lnTo>
                <a:lnTo>
                  <a:pt x="195" y="164"/>
                </a:lnTo>
                <a:lnTo>
                  <a:pt x="211" y="152"/>
                </a:lnTo>
                <a:lnTo>
                  <a:pt x="227" y="141"/>
                </a:lnTo>
                <a:lnTo>
                  <a:pt x="244" y="130"/>
                </a:lnTo>
                <a:lnTo>
                  <a:pt x="261" y="119"/>
                </a:lnTo>
                <a:lnTo>
                  <a:pt x="279" y="109"/>
                </a:lnTo>
                <a:lnTo>
                  <a:pt x="297" y="99"/>
                </a:lnTo>
                <a:lnTo>
                  <a:pt x="316" y="90"/>
                </a:lnTo>
                <a:lnTo>
                  <a:pt x="334" y="80"/>
                </a:lnTo>
                <a:lnTo>
                  <a:pt x="354" y="72"/>
                </a:lnTo>
                <a:lnTo>
                  <a:pt x="373" y="63"/>
                </a:lnTo>
                <a:lnTo>
                  <a:pt x="394" y="56"/>
                </a:lnTo>
                <a:lnTo>
                  <a:pt x="414" y="49"/>
                </a:lnTo>
                <a:lnTo>
                  <a:pt x="434" y="42"/>
                </a:lnTo>
                <a:lnTo>
                  <a:pt x="455" y="36"/>
                </a:lnTo>
                <a:lnTo>
                  <a:pt x="477" y="30"/>
                </a:lnTo>
                <a:lnTo>
                  <a:pt x="498" y="25"/>
                </a:lnTo>
                <a:lnTo>
                  <a:pt x="520" y="20"/>
                </a:lnTo>
                <a:lnTo>
                  <a:pt x="542" y="16"/>
                </a:lnTo>
                <a:lnTo>
                  <a:pt x="564" y="12"/>
                </a:lnTo>
                <a:lnTo>
                  <a:pt x="586" y="9"/>
                </a:lnTo>
                <a:lnTo>
                  <a:pt x="608" y="6"/>
                </a:lnTo>
                <a:lnTo>
                  <a:pt x="631" y="4"/>
                </a:lnTo>
                <a:lnTo>
                  <a:pt x="653" y="2"/>
                </a:lnTo>
                <a:lnTo>
                  <a:pt x="677" y="1"/>
                </a:lnTo>
                <a:lnTo>
                  <a:pt x="699" y="0"/>
                </a:lnTo>
                <a:lnTo>
                  <a:pt x="722" y="0"/>
                </a:lnTo>
                <a:lnTo>
                  <a:pt x="745" y="0"/>
                </a:lnTo>
                <a:lnTo>
                  <a:pt x="767" y="1"/>
                </a:lnTo>
                <a:lnTo>
                  <a:pt x="790" y="2"/>
                </a:lnTo>
                <a:lnTo>
                  <a:pt x="812" y="4"/>
                </a:lnTo>
                <a:lnTo>
                  <a:pt x="835" y="6"/>
                </a:lnTo>
                <a:lnTo>
                  <a:pt x="857" y="9"/>
                </a:lnTo>
                <a:lnTo>
                  <a:pt x="879" y="12"/>
                </a:lnTo>
                <a:lnTo>
                  <a:pt x="901" y="16"/>
                </a:lnTo>
                <a:lnTo>
                  <a:pt x="923" y="20"/>
                </a:lnTo>
                <a:lnTo>
                  <a:pt x="945" y="25"/>
                </a:lnTo>
                <a:lnTo>
                  <a:pt x="966" y="30"/>
                </a:lnTo>
                <a:lnTo>
                  <a:pt x="987" y="36"/>
                </a:lnTo>
                <a:lnTo>
                  <a:pt x="1008" y="42"/>
                </a:lnTo>
                <a:lnTo>
                  <a:pt x="1029" y="49"/>
                </a:lnTo>
                <a:lnTo>
                  <a:pt x="1049" y="56"/>
                </a:lnTo>
                <a:lnTo>
                  <a:pt x="1069" y="63"/>
                </a:lnTo>
                <a:lnTo>
                  <a:pt x="1089" y="72"/>
                </a:lnTo>
                <a:lnTo>
                  <a:pt x="1108" y="80"/>
                </a:lnTo>
                <a:lnTo>
                  <a:pt x="1127" y="90"/>
                </a:lnTo>
                <a:lnTo>
                  <a:pt x="1146" y="99"/>
                </a:lnTo>
                <a:lnTo>
                  <a:pt x="1164" y="109"/>
                </a:lnTo>
                <a:lnTo>
                  <a:pt x="1182" y="119"/>
                </a:lnTo>
                <a:lnTo>
                  <a:pt x="1199" y="130"/>
                </a:lnTo>
                <a:lnTo>
                  <a:pt x="1216" y="141"/>
                </a:lnTo>
                <a:lnTo>
                  <a:pt x="1232" y="152"/>
                </a:lnTo>
                <a:lnTo>
                  <a:pt x="1248" y="164"/>
                </a:lnTo>
                <a:lnTo>
                  <a:pt x="1263" y="176"/>
                </a:lnTo>
                <a:lnTo>
                  <a:pt x="1278" y="188"/>
                </a:lnTo>
                <a:lnTo>
                  <a:pt x="1292" y="201"/>
                </a:lnTo>
                <a:lnTo>
                  <a:pt x="1305" y="214"/>
                </a:lnTo>
                <a:lnTo>
                  <a:pt x="1318" y="227"/>
                </a:lnTo>
                <a:lnTo>
                  <a:pt x="1331" y="240"/>
                </a:lnTo>
                <a:lnTo>
                  <a:pt x="1343" y="254"/>
                </a:lnTo>
                <a:lnTo>
                  <a:pt x="1354" y="268"/>
                </a:lnTo>
                <a:lnTo>
                  <a:pt x="1365" y="283"/>
                </a:lnTo>
                <a:lnTo>
                  <a:pt x="1375" y="297"/>
                </a:lnTo>
                <a:lnTo>
                  <a:pt x="1384" y="312"/>
                </a:lnTo>
                <a:lnTo>
                  <a:pt x="1393" y="327"/>
                </a:lnTo>
                <a:lnTo>
                  <a:pt x="1401" y="342"/>
                </a:lnTo>
                <a:lnTo>
                  <a:pt x="1408" y="358"/>
                </a:lnTo>
                <a:lnTo>
                  <a:pt x="1415" y="373"/>
                </a:lnTo>
                <a:lnTo>
                  <a:pt x="1421" y="389"/>
                </a:lnTo>
                <a:lnTo>
                  <a:pt x="1426" y="405"/>
                </a:lnTo>
                <a:lnTo>
                  <a:pt x="1430" y="420"/>
                </a:lnTo>
                <a:lnTo>
                  <a:pt x="1434" y="436"/>
                </a:lnTo>
                <a:lnTo>
                  <a:pt x="1438" y="453"/>
                </a:lnTo>
                <a:lnTo>
                  <a:pt x="1440" y="469"/>
                </a:lnTo>
                <a:lnTo>
                  <a:pt x="1442" y="485"/>
                </a:lnTo>
                <a:lnTo>
                  <a:pt x="1443" y="501"/>
                </a:lnTo>
                <a:lnTo>
                  <a:pt x="1443" y="517"/>
                </a:lnTo>
                <a:close/>
              </a:path>
            </a:pathLst>
          </a:custGeom>
          <a:solidFill>
            <a:srgbClr val="ffa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4" name=""/>
          <p:cNvSpPr/>
          <p:nvPr/>
        </p:nvSpPr>
        <p:spPr>
          <a:xfrm>
            <a:off x="7801560" y="2757240"/>
            <a:ext cx="522360" cy="374400"/>
          </a:xfrm>
          <a:custGeom>
            <a:avLst/>
            <a:gdLst/>
            <a:ahLst/>
            <a:rect l="0" t="0" r="r" b="b"/>
            <a:pathLst>
              <a:path w="1451" h="1040">
                <a:moveTo>
                  <a:pt x="1447" y="520"/>
                </a:moveTo>
                <a:lnTo>
                  <a:pt x="1447" y="504"/>
                </a:lnTo>
                <a:lnTo>
                  <a:pt x="1446" y="488"/>
                </a:lnTo>
                <a:lnTo>
                  <a:pt x="1444" y="472"/>
                </a:lnTo>
                <a:lnTo>
                  <a:pt x="1442" y="456"/>
                </a:lnTo>
                <a:lnTo>
                  <a:pt x="1438" y="439"/>
                </a:lnTo>
                <a:lnTo>
                  <a:pt x="1434" y="423"/>
                </a:lnTo>
                <a:lnTo>
                  <a:pt x="1430" y="408"/>
                </a:lnTo>
                <a:lnTo>
                  <a:pt x="1425" y="392"/>
                </a:lnTo>
                <a:lnTo>
                  <a:pt x="1419" y="376"/>
                </a:lnTo>
                <a:lnTo>
                  <a:pt x="1412" y="361"/>
                </a:lnTo>
                <a:lnTo>
                  <a:pt x="1405" y="345"/>
                </a:lnTo>
                <a:lnTo>
                  <a:pt x="1397" y="330"/>
                </a:lnTo>
                <a:lnTo>
                  <a:pt x="1388" y="315"/>
                </a:lnTo>
                <a:lnTo>
                  <a:pt x="1379" y="300"/>
                </a:lnTo>
                <a:lnTo>
                  <a:pt x="1369" y="286"/>
                </a:lnTo>
                <a:lnTo>
                  <a:pt x="1358" y="271"/>
                </a:lnTo>
                <a:lnTo>
                  <a:pt x="1347" y="257"/>
                </a:lnTo>
                <a:lnTo>
                  <a:pt x="1335" y="243"/>
                </a:lnTo>
                <a:lnTo>
                  <a:pt x="1322" y="230"/>
                </a:lnTo>
                <a:lnTo>
                  <a:pt x="1309" y="217"/>
                </a:lnTo>
                <a:lnTo>
                  <a:pt x="1296" y="204"/>
                </a:lnTo>
                <a:lnTo>
                  <a:pt x="1282" y="191"/>
                </a:lnTo>
                <a:lnTo>
                  <a:pt x="1267" y="179"/>
                </a:lnTo>
                <a:lnTo>
                  <a:pt x="1252" y="167"/>
                </a:lnTo>
                <a:lnTo>
                  <a:pt x="1236" y="155"/>
                </a:lnTo>
                <a:lnTo>
                  <a:pt x="1220" y="144"/>
                </a:lnTo>
                <a:lnTo>
                  <a:pt x="1203" y="132"/>
                </a:lnTo>
                <a:lnTo>
                  <a:pt x="1186" y="121"/>
                </a:lnTo>
                <a:lnTo>
                  <a:pt x="1168" y="111"/>
                </a:lnTo>
                <a:lnTo>
                  <a:pt x="1150" y="101"/>
                </a:lnTo>
                <a:lnTo>
                  <a:pt x="1131" y="92"/>
                </a:lnTo>
                <a:lnTo>
                  <a:pt x="1112" y="83"/>
                </a:lnTo>
                <a:lnTo>
                  <a:pt x="1093" y="75"/>
                </a:lnTo>
                <a:lnTo>
                  <a:pt x="1073" y="66"/>
                </a:lnTo>
                <a:lnTo>
                  <a:pt x="1053" y="59"/>
                </a:lnTo>
                <a:lnTo>
                  <a:pt x="1033" y="52"/>
                </a:lnTo>
                <a:lnTo>
                  <a:pt x="1012" y="45"/>
                </a:lnTo>
                <a:lnTo>
                  <a:pt x="991" y="39"/>
                </a:lnTo>
                <a:lnTo>
                  <a:pt x="970" y="33"/>
                </a:lnTo>
                <a:lnTo>
                  <a:pt x="949" y="28"/>
                </a:lnTo>
                <a:lnTo>
                  <a:pt x="927" y="23"/>
                </a:lnTo>
                <a:lnTo>
                  <a:pt x="905" y="19"/>
                </a:lnTo>
                <a:lnTo>
                  <a:pt x="883" y="15"/>
                </a:lnTo>
                <a:lnTo>
                  <a:pt x="861" y="12"/>
                </a:lnTo>
                <a:lnTo>
                  <a:pt x="839" y="9"/>
                </a:lnTo>
                <a:lnTo>
                  <a:pt x="816" y="7"/>
                </a:lnTo>
                <a:lnTo>
                  <a:pt x="793" y="5"/>
                </a:lnTo>
                <a:lnTo>
                  <a:pt x="770" y="4"/>
                </a:lnTo>
                <a:lnTo>
                  <a:pt x="748" y="3"/>
                </a:lnTo>
                <a:lnTo>
                  <a:pt x="725" y="3"/>
                </a:lnTo>
                <a:lnTo>
                  <a:pt x="702" y="3"/>
                </a:lnTo>
                <a:lnTo>
                  <a:pt x="680" y="4"/>
                </a:lnTo>
                <a:lnTo>
                  <a:pt x="657" y="5"/>
                </a:lnTo>
                <a:lnTo>
                  <a:pt x="635" y="7"/>
                </a:lnTo>
                <a:lnTo>
                  <a:pt x="612" y="9"/>
                </a:lnTo>
                <a:lnTo>
                  <a:pt x="590" y="12"/>
                </a:lnTo>
                <a:lnTo>
                  <a:pt x="568" y="15"/>
                </a:lnTo>
                <a:lnTo>
                  <a:pt x="546" y="19"/>
                </a:lnTo>
                <a:lnTo>
                  <a:pt x="524" y="23"/>
                </a:lnTo>
                <a:lnTo>
                  <a:pt x="502" y="28"/>
                </a:lnTo>
                <a:lnTo>
                  <a:pt x="481" y="33"/>
                </a:lnTo>
                <a:lnTo>
                  <a:pt x="459" y="39"/>
                </a:lnTo>
                <a:lnTo>
                  <a:pt x="438" y="45"/>
                </a:lnTo>
                <a:lnTo>
                  <a:pt x="418" y="52"/>
                </a:lnTo>
                <a:lnTo>
                  <a:pt x="398" y="59"/>
                </a:lnTo>
                <a:lnTo>
                  <a:pt x="377" y="66"/>
                </a:lnTo>
                <a:lnTo>
                  <a:pt x="358" y="75"/>
                </a:lnTo>
                <a:lnTo>
                  <a:pt x="338" y="83"/>
                </a:lnTo>
                <a:lnTo>
                  <a:pt x="320" y="92"/>
                </a:lnTo>
                <a:lnTo>
                  <a:pt x="301" y="101"/>
                </a:lnTo>
                <a:lnTo>
                  <a:pt x="283" y="111"/>
                </a:lnTo>
                <a:lnTo>
                  <a:pt x="265" y="121"/>
                </a:lnTo>
                <a:lnTo>
                  <a:pt x="248" y="132"/>
                </a:lnTo>
                <a:lnTo>
                  <a:pt x="231" y="144"/>
                </a:lnTo>
                <a:lnTo>
                  <a:pt x="215" y="155"/>
                </a:lnTo>
                <a:lnTo>
                  <a:pt x="199" y="167"/>
                </a:lnTo>
                <a:lnTo>
                  <a:pt x="184" y="179"/>
                </a:lnTo>
                <a:lnTo>
                  <a:pt x="169" y="191"/>
                </a:lnTo>
                <a:lnTo>
                  <a:pt x="155" y="204"/>
                </a:lnTo>
                <a:lnTo>
                  <a:pt x="141" y="217"/>
                </a:lnTo>
                <a:lnTo>
                  <a:pt x="128" y="230"/>
                </a:lnTo>
                <a:lnTo>
                  <a:pt x="116" y="243"/>
                </a:lnTo>
                <a:lnTo>
                  <a:pt x="104" y="257"/>
                </a:lnTo>
                <a:lnTo>
                  <a:pt x="93" y="271"/>
                </a:lnTo>
                <a:lnTo>
                  <a:pt x="82" y="286"/>
                </a:lnTo>
                <a:lnTo>
                  <a:pt x="72" y="300"/>
                </a:lnTo>
                <a:lnTo>
                  <a:pt x="63" y="315"/>
                </a:lnTo>
                <a:lnTo>
                  <a:pt x="54" y="330"/>
                </a:lnTo>
                <a:lnTo>
                  <a:pt x="46" y="345"/>
                </a:lnTo>
                <a:lnTo>
                  <a:pt x="39" y="361"/>
                </a:lnTo>
                <a:lnTo>
                  <a:pt x="32" y="376"/>
                </a:lnTo>
                <a:lnTo>
                  <a:pt x="26" y="392"/>
                </a:lnTo>
                <a:lnTo>
                  <a:pt x="21" y="408"/>
                </a:lnTo>
                <a:lnTo>
                  <a:pt x="16" y="423"/>
                </a:lnTo>
                <a:lnTo>
                  <a:pt x="13" y="439"/>
                </a:lnTo>
                <a:lnTo>
                  <a:pt x="9" y="456"/>
                </a:lnTo>
                <a:lnTo>
                  <a:pt x="7" y="472"/>
                </a:lnTo>
                <a:lnTo>
                  <a:pt x="5" y="488"/>
                </a:lnTo>
                <a:lnTo>
                  <a:pt x="4" y="504"/>
                </a:lnTo>
                <a:lnTo>
                  <a:pt x="4" y="520"/>
                </a:lnTo>
                <a:lnTo>
                  <a:pt x="4" y="537"/>
                </a:lnTo>
                <a:lnTo>
                  <a:pt x="5" y="553"/>
                </a:lnTo>
                <a:lnTo>
                  <a:pt x="7" y="569"/>
                </a:lnTo>
                <a:lnTo>
                  <a:pt x="9" y="585"/>
                </a:lnTo>
                <a:lnTo>
                  <a:pt x="13" y="601"/>
                </a:lnTo>
                <a:lnTo>
                  <a:pt x="16" y="617"/>
                </a:lnTo>
                <a:lnTo>
                  <a:pt x="21" y="633"/>
                </a:lnTo>
                <a:lnTo>
                  <a:pt x="26" y="649"/>
                </a:lnTo>
                <a:lnTo>
                  <a:pt x="32" y="664"/>
                </a:lnTo>
                <a:lnTo>
                  <a:pt x="39" y="680"/>
                </a:lnTo>
                <a:lnTo>
                  <a:pt x="46" y="695"/>
                </a:lnTo>
                <a:lnTo>
                  <a:pt x="54" y="711"/>
                </a:lnTo>
                <a:lnTo>
                  <a:pt x="63" y="726"/>
                </a:lnTo>
                <a:lnTo>
                  <a:pt x="72" y="740"/>
                </a:lnTo>
                <a:lnTo>
                  <a:pt x="82" y="755"/>
                </a:lnTo>
                <a:lnTo>
                  <a:pt x="93" y="769"/>
                </a:lnTo>
                <a:lnTo>
                  <a:pt x="104" y="783"/>
                </a:lnTo>
                <a:lnTo>
                  <a:pt x="116" y="797"/>
                </a:lnTo>
                <a:lnTo>
                  <a:pt x="128" y="811"/>
                </a:lnTo>
                <a:lnTo>
                  <a:pt x="141" y="824"/>
                </a:lnTo>
                <a:lnTo>
                  <a:pt x="155" y="837"/>
                </a:lnTo>
                <a:lnTo>
                  <a:pt x="169" y="850"/>
                </a:lnTo>
                <a:lnTo>
                  <a:pt x="184" y="862"/>
                </a:lnTo>
                <a:lnTo>
                  <a:pt x="199" y="874"/>
                </a:lnTo>
                <a:lnTo>
                  <a:pt x="215" y="886"/>
                </a:lnTo>
                <a:lnTo>
                  <a:pt x="231" y="897"/>
                </a:lnTo>
                <a:lnTo>
                  <a:pt x="248" y="908"/>
                </a:lnTo>
                <a:lnTo>
                  <a:pt x="265" y="918"/>
                </a:lnTo>
                <a:lnTo>
                  <a:pt x="283" y="929"/>
                </a:lnTo>
                <a:lnTo>
                  <a:pt x="301" y="938"/>
                </a:lnTo>
                <a:lnTo>
                  <a:pt x="320" y="948"/>
                </a:lnTo>
                <a:lnTo>
                  <a:pt x="338" y="957"/>
                </a:lnTo>
                <a:lnTo>
                  <a:pt x="358" y="965"/>
                </a:lnTo>
                <a:lnTo>
                  <a:pt x="377" y="973"/>
                </a:lnTo>
                <a:lnTo>
                  <a:pt x="398" y="981"/>
                </a:lnTo>
                <a:lnTo>
                  <a:pt x="418" y="988"/>
                </a:lnTo>
                <a:lnTo>
                  <a:pt x="438" y="995"/>
                </a:lnTo>
                <a:lnTo>
                  <a:pt x="459" y="1001"/>
                </a:lnTo>
                <a:lnTo>
                  <a:pt x="481" y="1006"/>
                </a:lnTo>
                <a:lnTo>
                  <a:pt x="502" y="1012"/>
                </a:lnTo>
                <a:lnTo>
                  <a:pt x="524" y="1017"/>
                </a:lnTo>
                <a:lnTo>
                  <a:pt x="546" y="1021"/>
                </a:lnTo>
                <a:lnTo>
                  <a:pt x="568" y="1025"/>
                </a:lnTo>
                <a:lnTo>
                  <a:pt x="590" y="1028"/>
                </a:lnTo>
                <a:lnTo>
                  <a:pt x="612" y="1031"/>
                </a:lnTo>
                <a:lnTo>
                  <a:pt x="635" y="1033"/>
                </a:lnTo>
                <a:lnTo>
                  <a:pt x="657" y="1035"/>
                </a:lnTo>
                <a:lnTo>
                  <a:pt x="680" y="1036"/>
                </a:lnTo>
                <a:lnTo>
                  <a:pt x="702" y="1037"/>
                </a:lnTo>
                <a:lnTo>
                  <a:pt x="725" y="1037"/>
                </a:lnTo>
                <a:lnTo>
                  <a:pt x="748" y="1037"/>
                </a:lnTo>
                <a:lnTo>
                  <a:pt x="770" y="1036"/>
                </a:lnTo>
                <a:lnTo>
                  <a:pt x="793" y="1035"/>
                </a:lnTo>
                <a:lnTo>
                  <a:pt x="816" y="1033"/>
                </a:lnTo>
                <a:lnTo>
                  <a:pt x="839" y="1031"/>
                </a:lnTo>
                <a:lnTo>
                  <a:pt x="861" y="1028"/>
                </a:lnTo>
                <a:lnTo>
                  <a:pt x="883" y="1025"/>
                </a:lnTo>
                <a:lnTo>
                  <a:pt x="905" y="1021"/>
                </a:lnTo>
                <a:lnTo>
                  <a:pt x="927" y="1017"/>
                </a:lnTo>
                <a:lnTo>
                  <a:pt x="949" y="1012"/>
                </a:lnTo>
                <a:lnTo>
                  <a:pt x="970" y="1006"/>
                </a:lnTo>
                <a:lnTo>
                  <a:pt x="991" y="1001"/>
                </a:lnTo>
                <a:lnTo>
                  <a:pt x="1012" y="995"/>
                </a:lnTo>
                <a:lnTo>
                  <a:pt x="1033" y="988"/>
                </a:lnTo>
                <a:lnTo>
                  <a:pt x="1053" y="981"/>
                </a:lnTo>
                <a:lnTo>
                  <a:pt x="1073" y="973"/>
                </a:lnTo>
                <a:lnTo>
                  <a:pt x="1093" y="965"/>
                </a:lnTo>
                <a:lnTo>
                  <a:pt x="1112" y="957"/>
                </a:lnTo>
                <a:lnTo>
                  <a:pt x="1131" y="948"/>
                </a:lnTo>
                <a:lnTo>
                  <a:pt x="1150" y="938"/>
                </a:lnTo>
                <a:lnTo>
                  <a:pt x="1168" y="929"/>
                </a:lnTo>
                <a:lnTo>
                  <a:pt x="1186" y="918"/>
                </a:lnTo>
                <a:lnTo>
                  <a:pt x="1203" y="908"/>
                </a:lnTo>
                <a:lnTo>
                  <a:pt x="1220" y="897"/>
                </a:lnTo>
                <a:lnTo>
                  <a:pt x="1236" y="886"/>
                </a:lnTo>
                <a:lnTo>
                  <a:pt x="1252" y="874"/>
                </a:lnTo>
                <a:lnTo>
                  <a:pt x="1267" y="862"/>
                </a:lnTo>
                <a:lnTo>
                  <a:pt x="1282" y="850"/>
                </a:lnTo>
                <a:lnTo>
                  <a:pt x="1296" y="837"/>
                </a:lnTo>
                <a:lnTo>
                  <a:pt x="1309" y="824"/>
                </a:lnTo>
                <a:lnTo>
                  <a:pt x="1322" y="811"/>
                </a:lnTo>
                <a:lnTo>
                  <a:pt x="1335" y="797"/>
                </a:lnTo>
                <a:lnTo>
                  <a:pt x="1347" y="783"/>
                </a:lnTo>
                <a:lnTo>
                  <a:pt x="1358" y="769"/>
                </a:lnTo>
                <a:lnTo>
                  <a:pt x="1369" y="755"/>
                </a:lnTo>
                <a:lnTo>
                  <a:pt x="1379" y="740"/>
                </a:lnTo>
                <a:lnTo>
                  <a:pt x="1388" y="726"/>
                </a:lnTo>
                <a:lnTo>
                  <a:pt x="1397" y="711"/>
                </a:lnTo>
                <a:lnTo>
                  <a:pt x="1405" y="695"/>
                </a:lnTo>
                <a:lnTo>
                  <a:pt x="1412" y="680"/>
                </a:lnTo>
                <a:lnTo>
                  <a:pt x="1419" y="664"/>
                </a:lnTo>
                <a:lnTo>
                  <a:pt x="1425" y="649"/>
                </a:lnTo>
                <a:lnTo>
                  <a:pt x="1430" y="633"/>
                </a:lnTo>
                <a:lnTo>
                  <a:pt x="1434" y="617"/>
                </a:lnTo>
                <a:lnTo>
                  <a:pt x="1438" y="601"/>
                </a:lnTo>
                <a:lnTo>
                  <a:pt x="1442" y="585"/>
                </a:lnTo>
                <a:lnTo>
                  <a:pt x="1444" y="569"/>
                </a:lnTo>
                <a:lnTo>
                  <a:pt x="1446" y="553"/>
                </a:lnTo>
                <a:lnTo>
                  <a:pt x="1447" y="537"/>
                </a:lnTo>
                <a:lnTo>
                  <a:pt x="1447" y="520"/>
                </a:lnTo>
                <a:moveTo>
                  <a:pt x="1451" y="520"/>
                </a:moveTo>
                <a:lnTo>
                  <a:pt x="1451" y="537"/>
                </a:lnTo>
                <a:lnTo>
                  <a:pt x="1450" y="553"/>
                </a:lnTo>
                <a:lnTo>
                  <a:pt x="1448" y="569"/>
                </a:lnTo>
                <a:lnTo>
                  <a:pt x="1445" y="585"/>
                </a:lnTo>
                <a:lnTo>
                  <a:pt x="1442" y="602"/>
                </a:lnTo>
                <a:lnTo>
                  <a:pt x="1438" y="618"/>
                </a:lnTo>
                <a:lnTo>
                  <a:pt x="1434" y="634"/>
                </a:lnTo>
                <a:lnTo>
                  <a:pt x="1428" y="649"/>
                </a:lnTo>
                <a:lnTo>
                  <a:pt x="1422" y="665"/>
                </a:lnTo>
                <a:lnTo>
                  <a:pt x="1416" y="681"/>
                </a:lnTo>
                <a:lnTo>
                  <a:pt x="1408" y="696"/>
                </a:lnTo>
                <a:lnTo>
                  <a:pt x="1400" y="712"/>
                </a:lnTo>
                <a:lnTo>
                  <a:pt x="1391" y="727"/>
                </a:lnTo>
                <a:lnTo>
                  <a:pt x="1382" y="741"/>
                </a:lnTo>
                <a:lnTo>
                  <a:pt x="1372" y="756"/>
                </a:lnTo>
                <a:lnTo>
                  <a:pt x="1361" y="771"/>
                </a:lnTo>
                <a:lnTo>
                  <a:pt x="1350" y="785"/>
                </a:lnTo>
                <a:lnTo>
                  <a:pt x="1338" y="799"/>
                </a:lnTo>
                <a:lnTo>
                  <a:pt x="1326" y="812"/>
                </a:lnTo>
                <a:lnTo>
                  <a:pt x="1313" y="826"/>
                </a:lnTo>
                <a:lnTo>
                  <a:pt x="1299" y="839"/>
                </a:lnTo>
                <a:lnTo>
                  <a:pt x="1285" y="851"/>
                </a:lnTo>
                <a:lnTo>
                  <a:pt x="1270" y="864"/>
                </a:lnTo>
                <a:lnTo>
                  <a:pt x="1255" y="876"/>
                </a:lnTo>
                <a:lnTo>
                  <a:pt x="1239" y="888"/>
                </a:lnTo>
                <a:lnTo>
                  <a:pt x="1222" y="899"/>
                </a:lnTo>
                <a:lnTo>
                  <a:pt x="1205" y="910"/>
                </a:lnTo>
                <a:lnTo>
                  <a:pt x="1188" y="921"/>
                </a:lnTo>
                <a:lnTo>
                  <a:pt x="1170" y="931"/>
                </a:lnTo>
                <a:lnTo>
                  <a:pt x="1152" y="941"/>
                </a:lnTo>
                <a:lnTo>
                  <a:pt x="1134" y="950"/>
                </a:lnTo>
                <a:lnTo>
                  <a:pt x="1115" y="959"/>
                </a:lnTo>
                <a:lnTo>
                  <a:pt x="1095" y="967"/>
                </a:lnTo>
                <a:lnTo>
                  <a:pt x="1075" y="976"/>
                </a:lnTo>
                <a:lnTo>
                  <a:pt x="1055" y="983"/>
                </a:lnTo>
                <a:lnTo>
                  <a:pt x="1035" y="990"/>
                </a:lnTo>
                <a:lnTo>
                  <a:pt x="1014" y="997"/>
                </a:lnTo>
                <a:lnTo>
                  <a:pt x="993" y="1003"/>
                </a:lnTo>
                <a:lnTo>
                  <a:pt x="972" y="1009"/>
                </a:lnTo>
                <a:lnTo>
                  <a:pt x="950" y="1014"/>
                </a:lnTo>
                <a:lnTo>
                  <a:pt x="928" y="1019"/>
                </a:lnTo>
                <a:lnTo>
                  <a:pt x="906" y="1023"/>
                </a:lnTo>
                <a:lnTo>
                  <a:pt x="884" y="1027"/>
                </a:lnTo>
                <a:lnTo>
                  <a:pt x="862" y="1031"/>
                </a:lnTo>
                <a:lnTo>
                  <a:pt x="839" y="1033"/>
                </a:lnTo>
                <a:lnTo>
                  <a:pt x="817" y="1036"/>
                </a:lnTo>
                <a:lnTo>
                  <a:pt x="793" y="1038"/>
                </a:lnTo>
                <a:lnTo>
                  <a:pt x="770" y="1039"/>
                </a:lnTo>
                <a:lnTo>
                  <a:pt x="748" y="1040"/>
                </a:lnTo>
                <a:lnTo>
                  <a:pt x="725" y="1040"/>
                </a:lnTo>
                <a:lnTo>
                  <a:pt x="702" y="1040"/>
                </a:lnTo>
                <a:lnTo>
                  <a:pt x="679" y="1039"/>
                </a:lnTo>
                <a:lnTo>
                  <a:pt x="657" y="1038"/>
                </a:lnTo>
                <a:lnTo>
                  <a:pt x="634" y="1036"/>
                </a:lnTo>
                <a:lnTo>
                  <a:pt x="612" y="1033"/>
                </a:lnTo>
                <a:lnTo>
                  <a:pt x="589" y="1031"/>
                </a:lnTo>
                <a:lnTo>
                  <a:pt x="567" y="1027"/>
                </a:lnTo>
                <a:lnTo>
                  <a:pt x="545" y="1023"/>
                </a:lnTo>
                <a:lnTo>
                  <a:pt x="523" y="1019"/>
                </a:lnTo>
                <a:lnTo>
                  <a:pt x="501" y="1014"/>
                </a:lnTo>
                <a:lnTo>
                  <a:pt x="479" y="1009"/>
                </a:lnTo>
                <a:lnTo>
                  <a:pt x="458" y="1003"/>
                </a:lnTo>
                <a:lnTo>
                  <a:pt x="437" y="997"/>
                </a:lnTo>
                <a:lnTo>
                  <a:pt x="416" y="990"/>
                </a:lnTo>
                <a:lnTo>
                  <a:pt x="396" y="983"/>
                </a:lnTo>
                <a:lnTo>
                  <a:pt x="376" y="976"/>
                </a:lnTo>
                <a:lnTo>
                  <a:pt x="356" y="967"/>
                </a:lnTo>
                <a:lnTo>
                  <a:pt x="336" y="959"/>
                </a:lnTo>
                <a:lnTo>
                  <a:pt x="317" y="950"/>
                </a:lnTo>
                <a:lnTo>
                  <a:pt x="299" y="941"/>
                </a:lnTo>
                <a:lnTo>
                  <a:pt x="281" y="931"/>
                </a:lnTo>
                <a:lnTo>
                  <a:pt x="263" y="921"/>
                </a:lnTo>
                <a:lnTo>
                  <a:pt x="245" y="910"/>
                </a:lnTo>
                <a:lnTo>
                  <a:pt x="229" y="899"/>
                </a:lnTo>
                <a:lnTo>
                  <a:pt x="212" y="888"/>
                </a:lnTo>
                <a:lnTo>
                  <a:pt x="196" y="876"/>
                </a:lnTo>
                <a:lnTo>
                  <a:pt x="181" y="864"/>
                </a:lnTo>
                <a:lnTo>
                  <a:pt x="166" y="851"/>
                </a:lnTo>
                <a:lnTo>
                  <a:pt x="152" y="839"/>
                </a:lnTo>
                <a:lnTo>
                  <a:pt x="138" y="826"/>
                </a:lnTo>
                <a:lnTo>
                  <a:pt x="125" y="812"/>
                </a:lnTo>
                <a:lnTo>
                  <a:pt x="113" y="799"/>
                </a:lnTo>
                <a:lnTo>
                  <a:pt x="101" y="785"/>
                </a:lnTo>
                <a:lnTo>
                  <a:pt x="89" y="771"/>
                </a:lnTo>
                <a:lnTo>
                  <a:pt x="79" y="756"/>
                </a:lnTo>
                <a:lnTo>
                  <a:pt x="69" y="741"/>
                </a:lnTo>
                <a:lnTo>
                  <a:pt x="59" y="727"/>
                </a:lnTo>
                <a:lnTo>
                  <a:pt x="51" y="712"/>
                </a:lnTo>
                <a:lnTo>
                  <a:pt x="43" y="696"/>
                </a:lnTo>
                <a:lnTo>
                  <a:pt x="35" y="681"/>
                </a:lnTo>
                <a:lnTo>
                  <a:pt x="29" y="665"/>
                </a:lnTo>
                <a:lnTo>
                  <a:pt x="23" y="649"/>
                </a:lnTo>
                <a:lnTo>
                  <a:pt x="17" y="634"/>
                </a:lnTo>
                <a:lnTo>
                  <a:pt x="13" y="618"/>
                </a:lnTo>
                <a:lnTo>
                  <a:pt x="9" y="602"/>
                </a:lnTo>
                <a:lnTo>
                  <a:pt x="6" y="585"/>
                </a:lnTo>
                <a:lnTo>
                  <a:pt x="3" y="569"/>
                </a:lnTo>
                <a:lnTo>
                  <a:pt x="1" y="553"/>
                </a:lnTo>
                <a:lnTo>
                  <a:pt x="0" y="537"/>
                </a:lnTo>
                <a:lnTo>
                  <a:pt x="0" y="520"/>
                </a:lnTo>
                <a:lnTo>
                  <a:pt x="0" y="504"/>
                </a:lnTo>
                <a:lnTo>
                  <a:pt x="1" y="488"/>
                </a:lnTo>
                <a:lnTo>
                  <a:pt x="3" y="471"/>
                </a:lnTo>
                <a:lnTo>
                  <a:pt x="6" y="455"/>
                </a:lnTo>
                <a:lnTo>
                  <a:pt x="9" y="439"/>
                </a:lnTo>
                <a:lnTo>
                  <a:pt x="13" y="423"/>
                </a:lnTo>
                <a:lnTo>
                  <a:pt x="17" y="407"/>
                </a:lnTo>
                <a:lnTo>
                  <a:pt x="23" y="391"/>
                </a:lnTo>
                <a:lnTo>
                  <a:pt x="29" y="375"/>
                </a:lnTo>
                <a:lnTo>
                  <a:pt x="35" y="360"/>
                </a:lnTo>
                <a:lnTo>
                  <a:pt x="43" y="344"/>
                </a:lnTo>
                <a:lnTo>
                  <a:pt x="51" y="329"/>
                </a:lnTo>
                <a:lnTo>
                  <a:pt x="59" y="314"/>
                </a:lnTo>
                <a:lnTo>
                  <a:pt x="69" y="299"/>
                </a:lnTo>
                <a:lnTo>
                  <a:pt x="79" y="284"/>
                </a:lnTo>
                <a:lnTo>
                  <a:pt x="89" y="270"/>
                </a:lnTo>
                <a:lnTo>
                  <a:pt x="101" y="256"/>
                </a:lnTo>
                <a:lnTo>
                  <a:pt x="113" y="242"/>
                </a:lnTo>
                <a:lnTo>
                  <a:pt x="125" y="228"/>
                </a:lnTo>
                <a:lnTo>
                  <a:pt x="138" y="215"/>
                </a:lnTo>
                <a:lnTo>
                  <a:pt x="152" y="202"/>
                </a:lnTo>
                <a:lnTo>
                  <a:pt x="166" y="189"/>
                </a:lnTo>
                <a:lnTo>
                  <a:pt x="181" y="177"/>
                </a:lnTo>
                <a:lnTo>
                  <a:pt x="196" y="165"/>
                </a:lnTo>
                <a:lnTo>
                  <a:pt x="212" y="153"/>
                </a:lnTo>
                <a:lnTo>
                  <a:pt x="229" y="142"/>
                </a:lnTo>
                <a:lnTo>
                  <a:pt x="245" y="130"/>
                </a:lnTo>
                <a:lnTo>
                  <a:pt x="263" y="119"/>
                </a:lnTo>
                <a:lnTo>
                  <a:pt x="281" y="109"/>
                </a:lnTo>
                <a:lnTo>
                  <a:pt x="299" y="99"/>
                </a:lnTo>
                <a:lnTo>
                  <a:pt x="317" y="90"/>
                </a:lnTo>
                <a:lnTo>
                  <a:pt x="336" y="81"/>
                </a:lnTo>
                <a:lnTo>
                  <a:pt x="356" y="72"/>
                </a:lnTo>
                <a:lnTo>
                  <a:pt x="376" y="64"/>
                </a:lnTo>
                <a:lnTo>
                  <a:pt x="396" y="56"/>
                </a:lnTo>
                <a:lnTo>
                  <a:pt x="416" y="49"/>
                </a:lnTo>
                <a:lnTo>
                  <a:pt x="437" y="43"/>
                </a:lnTo>
                <a:lnTo>
                  <a:pt x="458" y="36"/>
                </a:lnTo>
                <a:lnTo>
                  <a:pt x="479" y="31"/>
                </a:lnTo>
                <a:lnTo>
                  <a:pt x="501" y="25"/>
                </a:lnTo>
                <a:lnTo>
                  <a:pt x="523" y="20"/>
                </a:lnTo>
                <a:lnTo>
                  <a:pt x="545" y="16"/>
                </a:lnTo>
                <a:lnTo>
                  <a:pt x="567" y="12"/>
                </a:lnTo>
                <a:lnTo>
                  <a:pt x="589" y="9"/>
                </a:lnTo>
                <a:lnTo>
                  <a:pt x="612" y="6"/>
                </a:lnTo>
                <a:lnTo>
                  <a:pt x="634" y="4"/>
                </a:lnTo>
                <a:lnTo>
                  <a:pt x="657" y="2"/>
                </a:lnTo>
                <a:lnTo>
                  <a:pt x="679" y="1"/>
                </a:lnTo>
                <a:lnTo>
                  <a:pt x="702" y="0"/>
                </a:lnTo>
                <a:lnTo>
                  <a:pt x="725" y="0"/>
                </a:lnTo>
                <a:lnTo>
                  <a:pt x="748" y="0"/>
                </a:lnTo>
                <a:lnTo>
                  <a:pt x="770" y="1"/>
                </a:lnTo>
                <a:lnTo>
                  <a:pt x="793" y="2"/>
                </a:lnTo>
                <a:lnTo>
                  <a:pt x="817" y="4"/>
                </a:lnTo>
                <a:lnTo>
                  <a:pt x="839" y="6"/>
                </a:lnTo>
                <a:lnTo>
                  <a:pt x="862" y="9"/>
                </a:lnTo>
                <a:lnTo>
                  <a:pt x="884" y="12"/>
                </a:lnTo>
                <a:lnTo>
                  <a:pt x="906" y="16"/>
                </a:lnTo>
                <a:lnTo>
                  <a:pt x="928" y="20"/>
                </a:lnTo>
                <a:lnTo>
                  <a:pt x="950" y="25"/>
                </a:lnTo>
                <a:lnTo>
                  <a:pt x="972" y="31"/>
                </a:lnTo>
                <a:lnTo>
                  <a:pt x="993" y="36"/>
                </a:lnTo>
                <a:lnTo>
                  <a:pt x="1014" y="43"/>
                </a:lnTo>
                <a:lnTo>
                  <a:pt x="1035" y="49"/>
                </a:lnTo>
                <a:lnTo>
                  <a:pt x="1055" y="56"/>
                </a:lnTo>
                <a:lnTo>
                  <a:pt x="1075" y="64"/>
                </a:lnTo>
                <a:lnTo>
                  <a:pt x="1095" y="72"/>
                </a:lnTo>
                <a:lnTo>
                  <a:pt x="1115" y="81"/>
                </a:lnTo>
                <a:lnTo>
                  <a:pt x="1134" y="90"/>
                </a:lnTo>
                <a:lnTo>
                  <a:pt x="1152" y="99"/>
                </a:lnTo>
                <a:lnTo>
                  <a:pt x="1170" y="109"/>
                </a:lnTo>
                <a:lnTo>
                  <a:pt x="1188" y="119"/>
                </a:lnTo>
                <a:lnTo>
                  <a:pt x="1205" y="130"/>
                </a:lnTo>
                <a:lnTo>
                  <a:pt x="1222" y="142"/>
                </a:lnTo>
                <a:lnTo>
                  <a:pt x="1239" y="153"/>
                </a:lnTo>
                <a:lnTo>
                  <a:pt x="1255" y="165"/>
                </a:lnTo>
                <a:lnTo>
                  <a:pt x="1270" y="177"/>
                </a:lnTo>
                <a:lnTo>
                  <a:pt x="1285" y="189"/>
                </a:lnTo>
                <a:lnTo>
                  <a:pt x="1299" y="202"/>
                </a:lnTo>
                <a:lnTo>
                  <a:pt x="1313" y="215"/>
                </a:lnTo>
                <a:lnTo>
                  <a:pt x="1326" y="228"/>
                </a:lnTo>
                <a:lnTo>
                  <a:pt x="1338" y="242"/>
                </a:lnTo>
                <a:lnTo>
                  <a:pt x="1350" y="256"/>
                </a:lnTo>
                <a:lnTo>
                  <a:pt x="1361" y="270"/>
                </a:lnTo>
                <a:lnTo>
                  <a:pt x="1372" y="284"/>
                </a:lnTo>
                <a:lnTo>
                  <a:pt x="1382" y="299"/>
                </a:lnTo>
                <a:lnTo>
                  <a:pt x="1391" y="314"/>
                </a:lnTo>
                <a:lnTo>
                  <a:pt x="1400" y="329"/>
                </a:lnTo>
                <a:lnTo>
                  <a:pt x="1408" y="344"/>
                </a:lnTo>
                <a:lnTo>
                  <a:pt x="1416" y="360"/>
                </a:lnTo>
                <a:lnTo>
                  <a:pt x="1422" y="375"/>
                </a:lnTo>
                <a:lnTo>
                  <a:pt x="1428" y="391"/>
                </a:lnTo>
                <a:lnTo>
                  <a:pt x="1434" y="407"/>
                </a:lnTo>
                <a:lnTo>
                  <a:pt x="1438" y="423"/>
                </a:lnTo>
                <a:lnTo>
                  <a:pt x="1442" y="439"/>
                </a:lnTo>
                <a:lnTo>
                  <a:pt x="1445" y="455"/>
                </a:lnTo>
                <a:lnTo>
                  <a:pt x="1448" y="471"/>
                </a:lnTo>
                <a:lnTo>
                  <a:pt x="1450" y="488"/>
                </a:lnTo>
                <a:lnTo>
                  <a:pt x="1451" y="504"/>
                </a:lnTo>
                <a:lnTo>
                  <a:pt x="1451" y="520"/>
                </a:lnTo>
                <a:close/>
              </a:path>
            </a:pathLst>
          </a:custGeom>
          <a:solidFill>
            <a:srgbClr val="ffaf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5" name=""/>
          <p:cNvSpPr/>
          <p:nvPr/>
        </p:nvSpPr>
        <p:spPr>
          <a:xfrm>
            <a:off x="7800120" y="2756160"/>
            <a:ext cx="525240" cy="376560"/>
          </a:xfrm>
          <a:custGeom>
            <a:avLst/>
            <a:gdLst/>
            <a:ahLst/>
            <a:rect l="0" t="0" r="r" b="b"/>
            <a:pathLst>
              <a:path w="1459" h="1046">
                <a:moveTo>
                  <a:pt x="1455" y="523"/>
                </a:moveTo>
                <a:lnTo>
                  <a:pt x="1455" y="507"/>
                </a:lnTo>
                <a:lnTo>
                  <a:pt x="1454" y="491"/>
                </a:lnTo>
                <a:lnTo>
                  <a:pt x="1452" y="474"/>
                </a:lnTo>
                <a:lnTo>
                  <a:pt x="1449" y="458"/>
                </a:lnTo>
                <a:lnTo>
                  <a:pt x="1446" y="442"/>
                </a:lnTo>
                <a:lnTo>
                  <a:pt x="1442" y="426"/>
                </a:lnTo>
                <a:lnTo>
                  <a:pt x="1438" y="410"/>
                </a:lnTo>
                <a:lnTo>
                  <a:pt x="1432" y="394"/>
                </a:lnTo>
                <a:lnTo>
                  <a:pt x="1426" y="378"/>
                </a:lnTo>
                <a:lnTo>
                  <a:pt x="1420" y="363"/>
                </a:lnTo>
                <a:lnTo>
                  <a:pt x="1412" y="347"/>
                </a:lnTo>
                <a:lnTo>
                  <a:pt x="1404" y="332"/>
                </a:lnTo>
                <a:lnTo>
                  <a:pt x="1395" y="317"/>
                </a:lnTo>
                <a:lnTo>
                  <a:pt x="1386" y="302"/>
                </a:lnTo>
                <a:lnTo>
                  <a:pt x="1376" y="287"/>
                </a:lnTo>
                <a:lnTo>
                  <a:pt x="1365" y="273"/>
                </a:lnTo>
                <a:lnTo>
                  <a:pt x="1354" y="259"/>
                </a:lnTo>
                <a:lnTo>
                  <a:pt x="1342" y="245"/>
                </a:lnTo>
                <a:lnTo>
                  <a:pt x="1330" y="231"/>
                </a:lnTo>
                <a:lnTo>
                  <a:pt x="1317" y="218"/>
                </a:lnTo>
                <a:lnTo>
                  <a:pt x="1303" y="205"/>
                </a:lnTo>
                <a:lnTo>
                  <a:pt x="1289" y="192"/>
                </a:lnTo>
                <a:lnTo>
                  <a:pt x="1274" y="180"/>
                </a:lnTo>
                <a:lnTo>
                  <a:pt x="1259" y="167"/>
                </a:lnTo>
                <a:lnTo>
                  <a:pt x="1243" y="155"/>
                </a:lnTo>
                <a:lnTo>
                  <a:pt x="1226" y="144"/>
                </a:lnTo>
                <a:lnTo>
                  <a:pt x="1209" y="133"/>
                </a:lnTo>
                <a:lnTo>
                  <a:pt x="1192" y="122"/>
                </a:lnTo>
                <a:lnTo>
                  <a:pt x="1174" y="112"/>
                </a:lnTo>
                <a:lnTo>
                  <a:pt x="1156" y="102"/>
                </a:lnTo>
                <a:lnTo>
                  <a:pt x="1138" y="93"/>
                </a:lnTo>
                <a:lnTo>
                  <a:pt x="1119" y="84"/>
                </a:lnTo>
                <a:lnTo>
                  <a:pt x="1099" y="75"/>
                </a:lnTo>
                <a:lnTo>
                  <a:pt x="1079" y="67"/>
                </a:lnTo>
                <a:lnTo>
                  <a:pt x="1059" y="59"/>
                </a:lnTo>
                <a:lnTo>
                  <a:pt x="1039" y="52"/>
                </a:lnTo>
                <a:lnTo>
                  <a:pt x="1018" y="46"/>
                </a:lnTo>
                <a:lnTo>
                  <a:pt x="997" y="39"/>
                </a:lnTo>
                <a:lnTo>
                  <a:pt x="976" y="34"/>
                </a:lnTo>
                <a:lnTo>
                  <a:pt x="954" y="28"/>
                </a:lnTo>
                <a:lnTo>
                  <a:pt x="931" y="23"/>
                </a:lnTo>
                <a:lnTo>
                  <a:pt x="909" y="19"/>
                </a:lnTo>
                <a:lnTo>
                  <a:pt x="887" y="15"/>
                </a:lnTo>
                <a:lnTo>
                  <a:pt x="865" y="12"/>
                </a:lnTo>
                <a:lnTo>
                  <a:pt x="842" y="9"/>
                </a:lnTo>
                <a:lnTo>
                  <a:pt x="820" y="7"/>
                </a:lnTo>
                <a:lnTo>
                  <a:pt x="797" y="5"/>
                </a:lnTo>
                <a:lnTo>
                  <a:pt x="774" y="4"/>
                </a:lnTo>
                <a:lnTo>
                  <a:pt x="752" y="3"/>
                </a:lnTo>
                <a:lnTo>
                  <a:pt x="729" y="3"/>
                </a:lnTo>
                <a:lnTo>
                  <a:pt x="706" y="3"/>
                </a:lnTo>
                <a:lnTo>
                  <a:pt x="683" y="4"/>
                </a:lnTo>
                <a:lnTo>
                  <a:pt x="661" y="5"/>
                </a:lnTo>
                <a:lnTo>
                  <a:pt x="638" y="7"/>
                </a:lnTo>
                <a:lnTo>
                  <a:pt x="616" y="9"/>
                </a:lnTo>
                <a:lnTo>
                  <a:pt x="593" y="12"/>
                </a:lnTo>
                <a:lnTo>
                  <a:pt x="571" y="15"/>
                </a:lnTo>
                <a:lnTo>
                  <a:pt x="549" y="19"/>
                </a:lnTo>
                <a:lnTo>
                  <a:pt x="527" y="23"/>
                </a:lnTo>
                <a:lnTo>
                  <a:pt x="505" y="28"/>
                </a:lnTo>
                <a:lnTo>
                  <a:pt x="483" y="34"/>
                </a:lnTo>
                <a:lnTo>
                  <a:pt x="462" y="39"/>
                </a:lnTo>
                <a:lnTo>
                  <a:pt x="441" y="46"/>
                </a:lnTo>
                <a:lnTo>
                  <a:pt x="420" y="52"/>
                </a:lnTo>
                <a:lnTo>
                  <a:pt x="400" y="59"/>
                </a:lnTo>
                <a:lnTo>
                  <a:pt x="380" y="67"/>
                </a:lnTo>
                <a:lnTo>
                  <a:pt x="360" y="75"/>
                </a:lnTo>
                <a:lnTo>
                  <a:pt x="340" y="84"/>
                </a:lnTo>
                <a:lnTo>
                  <a:pt x="321" y="93"/>
                </a:lnTo>
                <a:lnTo>
                  <a:pt x="303" y="102"/>
                </a:lnTo>
                <a:lnTo>
                  <a:pt x="285" y="112"/>
                </a:lnTo>
                <a:lnTo>
                  <a:pt x="267" y="122"/>
                </a:lnTo>
                <a:lnTo>
                  <a:pt x="249" y="133"/>
                </a:lnTo>
                <a:lnTo>
                  <a:pt x="233" y="144"/>
                </a:lnTo>
                <a:lnTo>
                  <a:pt x="216" y="155"/>
                </a:lnTo>
                <a:lnTo>
                  <a:pt x="200" y="167"/>
                </a:lnTo>
                <a:lnTo>
                  <a:pt x="185" y="180"/>
                </a:lnTo>
                <a:lnTo>
                  <a:pt x="170" y="192"/>
                </a:lnTo>
                <a:lnTo>
                  <a:pt x="156" y="205"/>
                </a:lnTo>
                <a:lnTo>
                  <a:pt x="142" y="218"/>
                </a:lnTo>
                <a:lnTo>
                  <a:pt x="129" y="231"/>
                </a:lnTo>
                <a:lnTo>
                  <a:pt x="117" y="245"/>
                </a:lnTo>
                <a:lnTo>
                  <a:pt x="105" y="259"/>
                </a:lnTo>
                <a:lnTo>
                  <a:pt x="93" y="273"/>
                </a:lnTo>
                <a:lnTo>
                  <a:pt x="83" y="287"/>
                </a:lnTo>
                <a:lnTo>
                  <a:pt x="73" y="302"/>
                </a:lnTo>
                <a:lnTo>
                  <a:pt x="63" y="317"/>
                </a:lnTo>
                <a:lnTo>
                  <a:pt x="55" y="332"/>
                </a:lnTo>
                <a:lnTo>
                  <a:pt x="47" y="347"/>
                </a:lnTo>
                <a:lnTo>
                  <a:pt x="39" y="363"/>
                </a:lnTo>
                <a:lnTo>
                  <a:pt x="33" y="378"/>
                </a:lnTo>
                <a:lnTo>
                  <a:pt x="27" y="394"/>
                </a:lnTo>
                <a:lnTo>
                  <a:pt x="21" y="410"/>
                </a:lnTo>
                <a:lnTo>
                  <a:pt x="17" y="426"/>
                </a:lnTo>
                <a:lnTo>
                  <a:pt x="13" y="442"/>
                </a:lnTo>
                <a:lnTo>
                  <a:pt x="10" y="458"/>
                </a:lnTo>
                <a:lnTo>
                  <a:pt x="7" y="474"/>
                </a:lnTo>
                <a:lnTo>
                  <a:pt x="5" y="491"/>
                </a:lnTo>
                <a:lnTo>
                  <a:pt x="4" y="507"/>
                </a:lnTo>
                <a:lnTo>
                  <a:pt x="4" y="523"/>
                </a:lnTo>
                <a:lnTo>
                  <a:pt x="4" y="540"/>
                </a:lnTo>
                <a:lnTo>
                  <a:pt x="5" y="556"/>
                </a:lnTo>
                <a:lnTo>
                  <a:pt x="7" y="572"/>
                </a:lnTo>
                <a:lnTo>
                  <a:pt x="10" y="588"/>
                </a:lnTo>
                <a:lnTo>
                  <a:pt x="13" y="605"/>
                </a:lnTo>
                <a:lnTo>
                  <a:pt x="17" y="621"/>
                </a:lnTo>
                <a:lnTo>
                  <a:pt x="21" y="637"/>
                </a:lnTo>
                <a:lnTo>
                  <a:pt x="27" y="652"/>
                </a:lnTo>
                <a:lnTo>
                  <a:pt x="33" y="668"/>
                </a:lnTo>
                <a:lnTo>
                  <a:pt x="39" y="684"/>
                </a:lnTo>
                <a:lnTo>
                  <a:pt x="47" y="699"/>
                </a:lnTo>
                <a:lnTo>
                  <a:pt x="55" y="715"/>
                </a:lnTo>
                <a:lnTo>
                  <a:pt x="63" y="730"/>
                </a:lnTo>
                <a:lnTo>
                  <a:pt x="73" y="744"/>
                </a:lnTo>
                <a:lnTo>
                  <a:pt x="83" y="759"/>
                </a:lnTo>
                <a:lnTo>
                  <a:pt x="93" y="774"/>
                </a:lnTo>
                <a:lnTo>
                  <a:pt x="105" y="788"/>
                </a:lnTo>
                <a:lnTo>
                  <a:pt x="117" y="802"/>
                </a:lnTo>
                <a:lnTo>
                  <a:pt x="129" y="815"/>
                </a:lnTo>
                <a:lnTo>
                  <a:pt x="142" y="829"/>
                </a:lnTo>
                <a:lnTo>
                  <a:pt x="156" y="842"/>
                </a:lnTo>
                <a:lnTo>
                  <a:pt x="170" y="854"/>
                </a:lnTo>
                <a:lnTo>
                  <a:pt x="185" y="867"/>
                </a:lnTo>
                <a:lnTo>
                  <a:pt x="200" y="879"/>
                </a:lnTo>
                <a:lnTo>
                  <a:pt x="216" y="891"/>
                </a:lnTo>
                <a:lnTo>
                  <a:pt x="233" y="902"/>
                </a:lnTo>
                <a:lnTo>
                  <a:pt x="249" y="913"/>
                </a:lnTo>
                <a:lnTo>
                  <a:pt x="267" y="924"/>
                </a:lnTo>
                <a:lnTo>
                  <a:pt x="285" y="934"/>
                </a:lnTo>
                <a:lnTo>
                  <a:pt x="303" y="944"/>
                </a:lnTo>
                <a:lnTo>
                  <a:pt x="321" y="953"/>
                </a:lnTo>
                <a:lnTo>
                  <a:pt x="340" y="962"/>
                </a:lnTo>
                <a:lnTo>
                  <a:pt x="360" y="970"/>
                </a:lnTo>
                <a:lnTo>
                  <a:pt x="380" y="979"/>
                </a:lnTo>
                <a:lnTo>
                  <a:pt x="400" y="986"/>
                </a:lnTo>
                <a:lnTo>
                  <a:pt x="420" y="993"/>
                </a:lnTo>
                <a:lnTo>
                  <a:pt x="441" y="1000"/>
                </a:lnTo>
                <a:lnTo>
                  <a:pt x="462" y="1006"/>
                </a:lnTo>
                <a:lnTo>
                  <a:pt x="483" y="1012"/>
                </a:lnTo>
                <a:lnTo>
                  <a:pt x="505" y="1017"/>
                </a:lnTo>
                <a:lnTo>
                  <a:pt x="527" y="1022"/>
                </a:lnTo>
                <a:lnTo>
                  <a:pt x="549" y="1026"/>
                </a:lnTo>
                <a:lnTo>
                  <a:pt x="571" y="1030"/>
                </a:lnTo>
                <a:lnTo>
                  <a:pt x="593" y="1034"/>
                </a:lnTo>
                <a:lnTo>
                  <a:pt x="616" y="1036"/>
                </a:lnTo>
                <a:lnTo>
                  <a:pt x="638" y="1039"/>
                </a:lnTo>
                <a:lnTo>
                  <a:pt x="661" y="1041"/>
                </a:lnTo>
                <a:lnTo>
                  <a:pt x="683" y="1042"/>
                </a:lnTo>
                <a:lnTo>
                  <a:pt x="706" y="1043"/>
                </a:lnTo>
                <a:lnTo>
                  <a:pt x="729" y="1043"/>
                </a:lnTo>
                <a:lnTo>
                  <a:pt x="752" y="1043"/>
                </a:lnTo>
                <a:lnTo>
                  <a:pt x="774" y="1042"/>
                </a:lnTo>
                <a:lnTo>
                  <a:pt x="797" y="1041"/>
                </a:lnTo>
                <a:lnTo>
                  <a:pt x="820" y="1039"/>
                </a:lnTo>
                <a:lnTo>
                  <a:pt x="842" y="1036"/>
                </a:lnTo>
                <a:lnTo>
                  <a:pt x="865" y="1034"/>
                </a:lnTo>
                <a:lnTo>
                  <a:pt x="887" y="1030"/>
                </a:lnTo>
                <a:lnTo>
                  <a:pt x="909" y="1026"/>
                </a:lnTo>
                <a:lnTo>
                  <a:pt x="931" y="1022"/>
                </a:lnTo>
                <a:lnTo>
                  <a:pt x="954" y="1017"/>
                </a:lnTo>
                <a:lnTo>
                  <a:pt x="976" y="1012"/>
                </a:lnTo>
                <a:lnTo>
                  <a:pt x="997" y="1006"/>
                </a:lnTo>
                <a:lnTo>
                  <a:pt x="1018" y="1000"/>
                </a:lnTo>
                <a:lnTo>
                  <a:pt x="1039" y="993"/>
                </a:lnTo>
                <a:lnTo>
                  <a:pt x="1059" y="986"/>
                </a:lnTo>
                <a:lnTo>
                  <a:pt x="1079" y="979"/>
                </a:lnTo>
                <a:lnTo>
                  <a:pt x="1099" y="970"/>
                </a:lnTo>
                <a:lnTo>
                  <a:pt x="1119" y="962"/>
                </a:lnTo>
                <a:lnTo>
                  <a:pt x="1138" y="953"/>
                </a:lnTo>
                <a:lnTo>
                  <a:pt x="1156" y="944"/>
                </a:lnTo>
                <a:lnTo>
                  <a:pt x="1174" y="934"/>
                </a:lnTo>
                <a:lnTo>
                  <a:pt x="1192" y="924"/>
                </a:lnTo>
                <a:lnTo>
                  <a:pt x="1209" y="913"/>
                </a:lnTo>
                <a:lnTo>
                  <a:pt x="1226" y="902"/>
                </a:lnTo>
                <a:lnTo>
                  <a:pt x="1243" y="891"/>
                </a:lnTo>
                <a:lnTo>
                  <a:pt x="1259" y="879"/>
                </a:lnTo>
                <a:lnTo>
                  <a:pt x="1274" y="867"/>
                </a:lnTo>
                <a:lnTo>
                  <a:pt x="1289" y="854"/>
                </a:lnTo>
                <a:lnTo>
                  <a:pt x="1303" y="842"/>
                </a:lnTo>
                <a:lnTo>
                  <a:pt x="1317" y="829"/>
                </a:lnTo>
                <a:lnTo>
                  <a:pt x="1330" y="815"/>
                </a:lnTo>
                <a:lnTo>
                  <a:pt x="1342" y="802"/>
                </a:lnTo>
                <a:lnTo>
                  <a:pt x="1354" y="788"/>
                </a:lnTo>
                <a:lnTo>
                  <a:pt x="1365" y="774"/>
                </a:lnTo>
                <a:lnTo>
                  <a:pt x="1376" y="759"/>
                </a:lnTo>
                <a:lnTo>
                  <a:pt x="1386" y="744"/>
                </a:lnTo>
                <a:lnTo>
                  <a:pt x="1395" y="730"/>
                </a:lnTo>
                <a:lnTo>
                  <a:pt x="1404" y="715"/>
                </a:lnTo>
                <a:lnTo>
                  <a:pt x="1412" y="699"/>
                </a:lnTo>
                <a:lnTo>
                  <a:pt x="1420" y="684"/>
                </a:lnTo>
                <a:lnTo>
                  <a:pt x="1426" y="668"/>
                </a:lnTo>
                <a:lnTo>
                  <a:pt x="1432" y="652"/>
                </a:lnTo>
                <a:lnTo>
                  <a:pt x="1438" y="637"/>
                </a:lnTo>
                <a:lnTo>
                  <a:pt x="1442" y="621"/>
                </a:lnTo>
                <a:lnTo>
                  <a:pt x="1446" y="605"/>
                </a:lnTo>
                <a:lnTo>
                  <a:pt x="1449" y="588"/>
                </a:lnTo>
                <a:lnTo>
                  <a:pt x="1452" y="572"/>
                </a:lnTo>
                <a:lnTo>
                  <a:pt x="1454" y="556"/>
                </a:lnTo>
                <a:lnTo>
                  <a:pt x="1455" y="540"/>
                </a:lnTo>
                <a:lnTo>
                  <a:pt x="1455" y="523"/>
                </a:lnTo>
                <a:moveTo>
                  <a:pt x="1459" y="523"/>
                </a:moveTo>
                <a:lnTo>
                  <a:pt x="1459" y="540"/>
                </a:lnTo>
                <a:lnTo>
                  <a:pt x="1458" y="556"/>
                </a:lnTo>
                <a:lnTo>
                  <a:pt x="1456" y="572"/>
                </a:lnTo>
                <a:lnTo>
                  <a:pt x="1453" y="589"/>
                </a:lnTo>
                <a:lnTo>
                  <a:pt x="1450" y="605"/>
                </a:lnTo>
                <a:lnTo>
                  <a:pt x="1446" y="621"/>
                </a:lnTo>
                <a:lnTo>
                  <a:pt x="1441" y="637"/>
                </a:lnTo>
                <a:lnTo>
                  <a:pt x="1436" y="653"/>
                </a:lnTo>
                <a:lnTo>
                  <a:pt x="1430" y="669"/>
                </a:lnTo>
                <a:lnTo>
                  <a:pt x="1423" y="685"/>
                </a:lnTo>
                <a:lnTo>
                  <a:pt x="1416" y="700"/>
                </a:lnTo>
                <a:lnTo>
                  <a:pt x="1408" y="716"/>
                </a:lnTo>
                <a:lnTo>
                  <a:pt x="1399" y="731"/>
                </a:lnTo>
                <a:lnTo>
                  <a:pt x="1390" y="746"/>
                </a:lnTo>
                <a:lnTo>
                  <a:pt x="1380" y="760"/>
                </a:lnTo>
                <a:lnTo>
                  <a:pt x="1369" y="775"/>
                </a:lnTo>
                <a:lnTo>
                  <a:pt x="1357" y="789"/>
                </a:lnTo>
                <a:lnTo>
                  <a:pt x="1345" y="803"/>
                </a:lnTo>
                <a:lnTo>
                  <a:pt x="1333" y="817"/>
                </a:lnTo>
                <a:lnTo>
                  <a:pt x="1320" y="830"/>
                </a:lnTo>
                <a:lnTo>
                  <a:pt x="1306" y="843"/>
                </a:lnTo>
                <a:lnTo>
                  <a:pt x="1292" y="856"/>
                </a:lnTo>
                <a:lnTo>
                  <a:pt x="1277" y="869"/>
                </a:lnTo>
                <a:lnTo>
                  <a:pt x="1261" y="881"/>
                </a:lnTo>
                <a:lnTo>
                  <a:pt x="1245" y="893"/>
                </a:lnTo>
                <a:lnTo>
                  <a:pt x="1229" y="904"/>
                </a:lnTo>
                <a:lnTo>
                  <a:pt x="1212" y="915"/>
                </a:lnTo>
                <a:lnTo>
                  <a:pt x="1195" y="926"/>
                </a:lnTo>
                <a:lnTo>
                  <a:pt x="1177" y="936"/>
                </a:lnTo>
                <a:lnTo>
                  <a:pt x="1158" y="946"/>
                </a:lnTo>
                <a:lnTo>
                  <a:pt x="1140" y="955"/>
                </a:lnTo>
                <a:lnTo>
                  <a:pt x="1121" y="964"/>
                </a:lnTo>
                <a:lnTo>
                  <a:pt x="1101" y="973"/>
                </a:lnTo>
                <a:lnTo>
                  <a:pt x="1081" y="981"/>
                </a:lnTo>
                <a:lnTo>
                  <a:pt x="1061" y="989"/>
                </a:lnTo>
                <a:lnTo>
                  <a:pt x="1040" y="996"/>
                </a:lnTo>
                <a:lnTo>
                  <a:pt x="1019" y="1003"/>
                </a:lnTo>
                <a:lnTo>
                  <a:pt x="998" y="1009"/>
                </a:lnTo>
                <a:lnTo>
                  <a:pt x="977" y="1015"/>
                </a:lnTo>
                <a:lnTo>
                  <a:pt x="955" y="1020"/>
                </a:lnTo>
                <a:lnTo>
                  <a:pt x="933" y="1025"/>
                </a:lnTo>
                <a:lnTo>
                  <a:pt x="910" y="1029"/>
                </a:lnTo>
                <a:lnTo>
                  <a:pt x="888" y="1033"/>
                </a:lnTo>
                <a:lnTo>
                  <a:pt x="866" y="1036"/>
                </a:lnTo>
                <a:lnTo>
                  <a:pt x="843" y="1039"/>
                </a:lnTo>
                <a:lnTo>
                  <a:pt x="820" y="1041"/>
                </a:lnTo>
                <a:lnTo>
                  <a:pt x="798" y="1043"/>
                </a:lnTo>
                <a:lnTo>
                  <a:pt x="775" y="1045"/>
                </a:lnTo>
                <a:lnTo>
                  <a:pt x="752" y="1045"/>
                </a:lnTo>
                <a:lnTo>
                  <a:pt x="729" y="1046"/>
                </a:lnTo>
                <a:lnTo>
                  <a:pt x="706" y="1045"/>
                </a:lnTo>
                <a:lnTo>
                  <a:pt x="683" y="1045"/>
                </a:lnTo>
                <a:lnTo>
                  <a:pt x="660" y="1043"/>
                </a:lnTo>
                <a:lnTo>
                  <a:pt x="638" y="1041"/>
                </a:lnTo>
                <a:lnTo>
                  <a:pt x="615" y="1039"/>
                </a:lnTo>
                <a:lnTo>
                  <a:pt x="592" y="1036"/>
                </a:lnTo>
                <a:lnTo>
                  <a:pt x="570" y="1033"/>
                </a:lnTo>
                <a:lnTo>
                  <a:pt x="548" y="1029"/>
                </a:lnTo>
                <a:lnTo>
                  <a:pt x="526" y="1025"/>
                </a:lnTo>
                <a:lnTo>
                  <a:pt x="504" y="1020"/>
                </a:lnTo>
                <a:lnTo>
                  <a:pt x="482" y="1015"/>
                </a:lnTo>
                <a:lnTo>
                  <a:pt x="461" y="1009"/>
                </a:lnTo>
                <a:lnTo>
                  <a:pt x="439" y="1003"/>
                </a:lnTo>
                <a:lnTo>
                  <a:pt x="419" y="996"/>
                </a:lnTo>
                <a:lnTo>
                  <a:pt x="398" y="989"/>
                </a:lnTo>
                <a:lnTo>
                  <a:pt x="378" y="981"/>
                </a:lnTo>
                <a:lnTo>
                  <a:pt x="358" y="973"/>
                </a:lnTo>
                <a:lnTo>
                  <a:pt x="338" y="964"/>
                </a:lnTo>
                <a:lnTo>
                  <a:pt x="319" y="955"/>
                </a:lnTo>
                <a:lnTo>
                  <a:pt x="300" y="946"/>
                </a:lnTo>
                <a:lnTo>
                  <a:pt x="282" y="936"/>
                </a:lnTo>
                <a:lnTo>
                  <a:pt x="264" y="926"/>
                </a:lnTo>
                <a:lnTo>
                  <a:pt x="247" y="915"/>
                </a:lnTo>
                <a:lnTo>
                  <a:pt x="230" y="904"/>
                </a:lnTo>
                <a:lnTo>
                  <a:pt x="213" y="893"/>
                </a:lnTo>
                <a:lnTo>
                  <a:pt x="198" y="881"/>
                </a:lnTo>
                <a:lnTo>
                  <a:pt x="182" y="869"/>
                </a:lnTo>
                <a:lnTo>
                  <a:pt x="167" y="856"/>
                </a:lnTo>
                <a:lnTo>
                  <a:pt x="153" y="843"/>
                </a:lnTo>
                <a:lnTo>
                  <a:pt x="139" y="830"/>
                </a:lnTo>
                <a:lnTo>
                  <a:pt x="126" y="817"/>
                </a:lnTo>
                <a:lnTo>
                  <a:pt x="113" y="803"/>
                </a:lnTo>
                <a:lnTo>
                  <a:pt x="101" y="789"/>
                </a:lnTo>
                <a:lnTo>
                  <a:pt x="90" y="775"/>
                </a:lnTo>
                <a:lnTo>
                  <a:pt x="79" y="760"/>
                </a:lnTo>
                <a:lnTo>
                  <a:pt x="69" y="746"/>
                </a:lnTo>
                <a:lnTo>
                  <a:pt x="60" y="731"/>
                </a:lnTo>
                <a:lnTo>
                  <a:pt x="51" y="716"/>
                </a:lnTo>
                <a:lnTo>
                  <a:pt x="43" y="700"/>
                </a:lnTo>
                <a:lnTo>
                  <a:pt x="36" y="685"/>
                </a:lnTo>
                <a:lnTo>
                  <a:pt x="29" y="669"/>
                </a:lnTo>
                <a:lnTo>
                  <a:pt x="23" y="653"/>
                </a:lnTo>
                <a:lnTo>
                  <a:pt x="17" y="637"/>
                </a:lnTo>
                <a:lnTo>
                  <a:pt x="13" y="621"/>
                </a:lnTo>
                <a:lnTo>
                  <a:pt x="9" y="605"/>
                </a:lnTo>
                <a:lnTo>
                  <a:pt x="6" y="589"/>
                </a:lnTo>
                <a:lnTo>
                  <a:pt x="3" y="572"/>
                </a:lnTo>
                <a:lnTo>
                  <a:pt x="1" y="556"/>
                </a:lnTo>
                <a:lnTo>
                  <a:pt x="0" y="540"/>
                </a:lnTo>
                <a:lnTo>
                  <a:pt x="0" y="523"/>
                </a:lnTo>
                <a:lnTo>
                  <a:pt x="0" y="507"/>
                </a:lnTo>
                <a:lnTo>
                  <a:pt x="1" y="491"/>
                </a:lnTo>
                <a:lnTo>
                  <a:pt x="3" y="474"/>
                </a:lnTo>
                <a:lnTo>
                  <a:pt x="6" y="458"/>
                </a:lnTo>
                <a:lnTo>
                  <a:pt x="9" y="442"/>
                </a:lnTo>
                <a:lnTo>
                  <a:pt x="13" y="425"/>
                </a:lnTo>
                <a:lnTo>
                  <a:pt x="17" y="409"/>
                </a:lnTo>
                <a:lnTo>
                  <a:pt x="23" y="393"/>
                </a:lnTo>
                <a:lnTo>
                  <a:pt x="29" y="378"/>
                </a:lnTo>
                <a:lnTo>
                  <a:pt x="36" y="362"/>
                </a:lnTo>
                <a:lnTo>
                  <a:pt x="43" y="346"/>
                </a:lnTo>
                <a:lnTo>
                  <a:pt x="51" y="331"/>
                </a:lnTo>
                <a:lnTo>
                  <a:pt x="60" y="316"/>
                </a:lnTo>
                <a:lnTo>
                  <a:pt x="69" y="301"/>
                </a:lnTo>
                <a:lnTo>
                  <a:pt x="79" y="286"/>
                </a:lnTo>
                <a:lnTo>
                  <a:pt x="90" y="272"/>
                </a:lnTo>
                <a:lnTo>
                  <a:pt x="101" y="257"/>
                </a:lnTo>
                <a:lnTo>
                  <a:pt x="113" y="243"/>
                </a:lnTo>
                <a:lnTo>
                  <a:pt x="126" y="230"/>
                </a:lnTo>
                <a:lnTo>
                  <a:pt x="139" y="216"/>
                </a:lnTo>
                <a:lnTo>
                  <a:pt x="153" y="203"/>
                </a:lnTo>
                <a:lnTo>
                  <a:pt x="167" y="190"/>
                </a:lnTo>
                <a:lnTo>
                  <a:pt x="182" y="178"/>
                </a:lnTo>
                <a:lnTo>
                  <a:pt x="198" y="165"/>
                </a:lnTo>
                <a:lnTo>
                  <a:pt x="213" y="153"/>
                </a:lnTo>
                <a:lnTo>
                  <a:pt x="230" y="142"/>
                </a:lnTo>
                <a:lnTo>
                  <a:pt x="247" y="131"/>
                </a:lnTo>
                <a:lnTo>
                  <a:pt x="264" y="120"/>
                </a:lnTo>
                <a:lnTo>
                  <a:pt x="282" y="110"/>
                </a:lnTo>
                <a:lnTo>
                  <a:pt x="300" y="100"/>
                </a:lnTo>
                <a:lnTo>
                  <a:pt x="319" y="90"/>
                </a:lnTo>
                <a:lnTo>
                  <a:pt x="338" y="81"/>
                </a:lnTo>
                <a:lnTo>
                  <a:pt x="358" y="73"/>
                </a:lnTo>
                <a:lnTo>
                  <a:pt x="378" y="65"/>
                </a:lnTo>
                <a:lnTo>
                  <a:pt x="398" y="57"/>
                </a:lnTo>
                <a:lnTo>
                  <a:pt x="419" y="50"/>
                </a:lnTo>
                <a:lnTo>
                  <a:pt x="439" y="43"/>
                </a:lnTo>
                <a:lnTo>
                  <a:pt x="461" y="37"/>
                </a:lnTo>
                <a:lnTo>
                  <a:pt x="482" y="31"/>
                </a:lnTo>
                <a:lnTo>
                  <a:pt x="504" y="26"/>
                </a:lnTo>
                <a:lnTo>
                  <a:pt x="526" y="21"/>
                </a:lnTo>
                <a:lnTo>
                  <a:pt x="548" y="16"/>
                </a:lnTo>
                <a:lnTo>
                  <a:pt x="570" y="13"/>
                </a:lnTo>
                <a:lnTo>
                  <a:pt x="592" y="9"/>
                </a:lnTo>
                <a:lnTo>
                  <a:pt x="615" y="6"/>
                </a:lnTo>
                <a:lnTo>
                  <a:pt x="638" y="4"/>
                </a:lnTo>
                <a:lnTo>
                  <a:pt x="660" y="2"/>
                </a:lnTo>
                <a:lnTo>
                  <a:pt x="683" y="1"/>
                </a:lnTo>
                <a:lnTo>
                  <a:pt x="706" y="0"/>
                </a:lnTo>
                <a:lnTo>
                  <a:pt x="729" y="0"/>
                </a:lnTo>
                <a:lnTo>
                  <a:pt x="752" y="0"/>
                </a:lnTo>
                <a:lnTo>
                  <a:pt x="775" y="1"/>
                </a:lnTo>
                <a:lnTo>
                  <a:pt x="798" y="2"/>
                </a:lnTo>
                <a:lnTo>
                  <a:pt x="820" y="4"/>
                </a:lnTo>
                <a:lnTo>
                  <a:pt x="843" y="6"/>
                </a:lnTo>
                <a:lnTo>
                  <a:pt x="866" y="9"/>
                </a:lnTo>
                <a:lnTo>
                  <a:pt x="888" y="13"/>
                </a:lnTo>
                <a:lnTo>
                  <a:pt x="910" y="16"/>
                </a:lnTo>
                <a:lnTo>
                  <a:pt x="933" y="21"/>
                </a:lnTo>
                <a:lnTo>
                  <a:pt x="955" y="26"/>
                </a:lnTo>
                <a:lnTo>
                  <a:pt x="977" y="31"/>
                </a:lnTo>
                <a:lnTo>
                  <a:pt x="998" y="37"/>
                </a:lnTo>
                <a:lnTo>
                  <a:pt x="1019" y="43"/>
                </a:lnTo>
                <a:lnTo>
                  <a:pt x="1040" y="50"/>
                </a:lnTo>
                <a:lnTo>
                  <a:pt x="1061" y="57"/>
                </a:lnTo>
                <a:lnTo>
                  <a:pt x="1081" y="65"/>
                </a:lnTo>
                <a:lnTo>
                  <a:pt x="1101" y="73"/>
                </a:lnTo>
                <a:lnTo>
                  <a:pt x="1121" y="81"/>
                </a:lnTo>
                <a:lnTo>
                  <a:pt x="1140" y="90"/>
                </a:lnTo>
                <a:lnTo>
                  <a:pt x="1158" y="100"/>
                </a:lnTo>
                <a:lnTo>
                  <a:pt x="1177" y="110"/>
                </a:lnTo>
                <a:lnTo>
                  <a:pt x="1195" y="120"/>
                </a:lnTo>
                <a:lnTo>
                  <a:pt x="1212" y="131"/>
                </a:lnTo>
                <a:lnTo>
                  <a:pt x="1229" y="142"/>
                </a:lnTo>
                <a:lnTo>
                  <a:pt x="1245" y="153"/>
                </a:lnTo>
                <a:lnTo>
                  <a:pt x="1261" y="165"/>
                </a:lnTo>
                <a:lnTo>
                  <a:pt x="1277" y="178"/>
                </a:lnTo>
                <a:lnTo>
                  <a:pt x="1292" y="190"/>
                </a:lnTo>
                <a:lnTo>
                  <a:pt x="1306" y="203"/>
                </a:lnTo>
                <a:lnTo>
                  <a:pt x="1320" y="216"/>
                </a:lnTo>
                <a:lnTo>
                  <a:pt x="1333" y="230"/>
                </a:lnTo>
                <a:lnTo>
                  <a:pt x="1345" y="243"/>
                </a:lnTo>
                <a:lnTo>
                  <a:pt x="1357" y="257"/>
                </a:lnTo>
                <a:lnTo>
                  <a:pt x="1369" y="272"/>
                </a:lnTo>
                <a:lnTo>
                  <a:pt x="1380" y="286"/>
                </a:lnTo>
                <a:lnTo>
                  <a:pt x="1390" y="301"/>
                </a:lnTo>
                <a:lnTo>
                  <a:pt x="1399" y="316"/>
                </a:lnTo>
                <a:lnTo>
                  <a:pt x="1408" y="331"/>
                </a:lnTo>
                <a:lnTo>
                  <a:pt x="1416" y="346"/>
                </a:lnTo>
                <a:lnTo>
                  <a:pt x="1423" y="362"/>
                </a:lnTo>
                <a:lnTo>
                  <a:pt x="1430" y="378"/>
                </a:lnTo>
                <a:lnTo>
                  <a:pt x="1436" y="393"/>
                </a:lnTo>
                <a:lnTo>
                  <a:pt x="1441" y="409"/>
                </a:lnTo>
                <a:lnTo>
                  <a:pt x="1446" y="425"/>
                </a:lnTo>
                <a:lnTo>
                  <a:pt x="1450" y="442"/>
                </a:lnTo>
                <a:lnTo>
                  <a:pt x="1453" y="458"/>
                </a:lnTo>
                <a:lnTo>
                  <a:pt x="1456" y="474"/>
                </a:lnTo>
                <a:lnTo>
                  <a:pt x="1458" y="491"/>
                </a:lnTo>
                <a:lnTo>
                  <a:pt x="1459" y="507"/>
                </a:lnTo>
                <a:lnTo>
                  <a:pt x="1459" y="523"/>
                </a:lnTo>
                <a:close/>
              </a:path>
            </a:pathLst>
          </a:custGeom>
          <a:solidFill>
            <a:srgbClr val="ffae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6" name=""/>
          <p:cNvSpPr/>
          <p:nvPr/>
        </p:nvSpPr>
        <p:spPr>
          <a:xfrm>
            <a:off x="7798680" y="2755080"/>
            <a:ext cx="528120" cy="378360"/>
          </a:xfrm>
          <a:custGeom>
            <a:avLst/>
            <a:gdLst/>
            <a:ahLst/>
            <a:rect l="0" t="0" r="r" b="b"/>
            <a:pathLst>
              <a:path w="1467" h="1051">
                <a:moveTo>
                  <a:pt x="1463" y="526"/>
                </a:moveTo>
                <a:lnTo>
                  <a:pt x="1463" y="510"/>
                </a:lnTo>
                <a:lnTo>
                  <a:pt x="1462" y="494"/>
                </a:lnTo>
                <a:lnTo>
                  <a:pt x="1460" y="477"/>
                </a:lnTo>
                <a:lnTo>
                  <a:pt x="1457" y="461"/>
                </a:lnTo>
                <a:lnTo>
                  <a:pt x="1454" y="445"/>
                </a:lnTo>
                <a:lnTo>
                  <a:pt x="1450" y="428"/>
                </a:lnTo>
                <a:lnTo>
                  <a:pt x="1445" y="412"/>
                </a:lnTo>
                <a:lnTo>
                  <a:pt x="1440" y="396"/>
                </a:lnTo>
                <a:lnTo>
                  <a:pt x="1434" y="381"/>
                </a:lnTo>
                <a:lnTo>
                  <a:pt x="1427" y="365"/>
                </a:lnTo>
                <a:lnTo>
                  <a:pt x="1420" y="349"/>
                </a:lnTo>
                <a:lnTo>
                  <a:pt x="1412" y="334"/>
                </a:lnTo>
                <a:lnTo>
                  <a:pt x="1403" y="319"/>
                </a:lnTo>
                <a:lnTo>
                  <a:pt x="1394" y="304"/>
                </a:lnTo>
                <a:lnTo>
                  <a:pt x="1384" y="289"/>
                </a:lnTo>
                <a:lnTo>
                  <a:pt x="1373" y="275"/>
                </a:lnTo>
                <a:lnTo>
                  <a:pt x="1361" y="260"/>
                </a:lnTo>
                <a:lnTo>
                  <a:pt x="1349" y="246"/>
                </a:lnTo>
                <a:lnTo>
                  <a:pt x="1337" y="233"/>
                </a:lnTo>
                <a:lnTo>
                  <a:pt x="1324" y="218"/>
                </a:lnTo>
                <a:lnTo>
                  <a:pt x="1310" y="205"/>
                </a:lnTo>
                <a:lnTo>
                  <a:pt x="1296" y="192"/>
                </a:lnTo>
                <a:lnTo>
                  <a:pt x="1281" y="180"/>
                </a:lnTo>
                <a:lnTo>
                  <a:pt x="1265" y="168"/>
                </a:lnTo>
                <a:lnTo>
                  <a:pt x="1249" y="156"/>
                </a:lnTo>
                <a:lnTo>
                  <a:pt x="1233" y="145"/>
                </a:lnTo>
                <a:lnTo>
                  <a:pt x="1216" y="134"/>
                </a:lnTo>
                <a:lnTo>
                  <a:pt x="1199" y="123"/>
                </a:lnTo>
                <a:lnTo>
                  <a:pt x="1181" y="113"/>
                </a:lnTo>
                <a:lnTo>
                  <a:pt x="1162" y="103"/>
                </a:lnTo>
                <a:lnTo>
                  <a:pt x="1144" y="93"/>
                </a:lnTo>
                <a:lnTo>
                  <a:pt x="1125" y="84"/>
                </a:lnTo>
                <a:lnTo>
                  <a:pt x="1105" y="76"/>
                </a:lnTo>
                <a:lnTo>
                  <a:pt x="1085" y="68"/>
                </a:lnTo>
                <a:lnTo>
                  <a:pt x="1065" y="60"/>
                </a:lnTo>
                <a:lnTo>
                  <a:pt x="1043" y="53"/>
                </a:lnTo>
                <a:lnTo>
                  <a:pt x="1022" y="46"/>
                </a:lnTo>
                <a:lnTo>
                  <a:pt x="1001" y="40"/>
                </a:lnTo>
                <a:lnTo>
                  <a:pt x="980" y="34"/>
                </a:lnTo>
                <a:lnTo>
                  <a:pt x="958" y="29"/>
                </a:lnTo>
                <a:lnTo>
                  <a:pt x="936" y="24"/>
                </a:lnTo>
                <a:lnTo>
                  <a:pt x="914" y="19"/>
                </a:lnTo>
                <a:lnTo>
                  <a:pt x="892" y="16"/>
                </a:lnTo>
                <a:lnTo>
                  <a:pt x="870" y="12"/>
                </a:lnTo>
                <a:lnTo>
                  <a:pt x="847" y="9"/>
                </a:lnTo>
                <a:lnTo>
                  <a:pt x="824" y="7"/>
                </a:lnTo>
                <a:lnTo>
                  <a:pt x="802" y="5"/>
                </a:lnTo>
                <a:lnTo>
                  <a:pt x="779" y="4"/>
                </a:lnTo>
                <a:lnTo>
                  <a:pt x="756" y="3"/>
                </a:lnTo>
                <a:lnTo>
                  <a:pt x="733" y="3"/>
                </a:lnTo>
                <a:lnTo>
                  <a:pt x="710" y="3"/>
                </a:lnTo>
                <a:lnTo>
                  <a:pt x="687" y="4"/>
                </a:lnTo>
                <a:lnTo>
                  <a:pt x="664" y="5"/>
                </a:lnTo>
                <a:lnTo>
                  <a:pt x="642" y="7"/>
                </a:lnTo>
                <a:lnTo>
                  <a:pt x="619" y="9"/>
                </a:lnTo>
                <a:lnTo>
                  <a:pt x="596" y="12"/>
                </a:lnTo>
                <a:lnTo>
                  <a:pt x="574" y="16"/>
                </a:lnTo>
                <a:lnTo>
                  <a:pt x="552" y="19"/>
                </a:lnTo>
                <a:lnTo>
                  <a:pt x="530" y="24"/>
                </a:lnTo>
                <a:lnTo>
                  <a:pt x="508" y="29"/>
                </a:lnTo>
                <a:lnTo>
                  <a:pt x="486" y="34"/>
                </a:lnTo>
                <a:lnTo>
                  <a:pt x="465" y="40"/>
                </a:lnTo>
                <a:lnTo>
                  <a:pt x="443" y="46"/>
                </a:lnTo>
                <a:lnTo>
                  <a:pt x="423" y="53"/>
                </a:lnTo>
                <a:lnTo>
                  <a:pt x="402" y="60"/>
                </a:lnTo>
                <a:lnTo>
                  <a:pt x="382" y="68"/>
                </a:lnTo>
                <a:lnTo>
                  <a:pt x="362" y="76"/>
                </a:lnTo>
                <a:lnTo>
                  <a:pt x="342" y="84"/>
                </a:lnTo>
                <a:lnTo>
                  <a:pt x="323" y="93"/>
                </a:lnTo>
                <a:lnTo>
                  <a:pt x="304" y="103"/>
                </a:lnTo>
                <a:lnTo>
                  <a:pt x="286" y="113"/>
                </a:lnTo>
                <a:lnTo>
                  <a:pt x="268" y="123"/>
                </a:lnTo>
                <a:lnTo>
                  <a:pt x="251" y="134"/>
                </a:lnTo>
                <a:lnTo>
                  <a:pt x="234" y="145"/>
                </a:lnTo>
                <a:lnTo>
                  <a:pt x="217" y="156"/>
                </a:lnTo>
                <a:lnTo>
                  <a:pt x="202" y="168"/>
                </a:lnTo>
                <a:lnTo>
                  <a:pt x="186" y="180"/>
                </a:lnTo>
                <a:lnTo>
                  <a:pt x="171" y="192"/>
                </a:lnTo>
                <a:lnTo>
                  <a:pt x="157" y="205"/>
                </a:lnTo>
                <a:lnTo>
                  <a:pt x="143" y="218"/>
                </a:lnTo>
                <a:lnTo>
                  <a:pt x="130" y="233"/>
                </a:lnTo>
                <a:lnTo>
                  <a:pt x="117" y="246"/>
                </a:lnTo>
                <a:lnTo>
                  <a:pt x="105" y="260"/>
                </a:lnTo>
                <a:lnTo>
                  <a:pt x="94" y="275"/>
                </a:lnTo>
                <a:lnTo>
                  <a:pt x="83" y="289"/>
                </a:lnTo>
                <a:lnTo>
                  <a:pt x="73" y="304"/>
                </a:lnTo>
                <a:lnTo>
                  <a:pt x="64" y="319"/>
                </a:lnTo>
                <a:lnTo>
                  <a:pt x="55" y="334"/>
                </a:lnTo>
                <a:lnTo>
                  <a:pt x="47" y="349"/>
                </a:lnTo>
                <a:lnTo>
                  <a:pt x="40" y="365"/>
                </a:lnTo>
                <a:lnTo>
                  <a:pt x="33" y="381"/>
                </a:lnTo>
                <a:lnTo>
                  <a:pt x="27" y="396"/>
                </a:lnTo>
                <a:lnTo>
                  <a:pt x="21" y="412"/>
                </a:lnTo>
                <a:lnTo>
                  <a:pt x="17" y="428"/>
                </a:lnTo>
                <a:lnTo>
                  <a:pt x="13" y="445"/>
                </a:lnTo>
                <a:lnTo>
                  <a:pt x="10" y="461"/>
                </a:lnTo>
                <a:lnTo>
                  <a:pt x="7" y="477"/>
                </a:lnTo>
                <a:lnTo>
                  <a:pt x="5" y="494"/>
                </a:lnTo>
                <a:lnTo>
                  <a:pt x="4" y="510"/>
                </a:lnTo>
                <a:lnTo>
                  <a:pt x="4" y="526"/>
                </a:lnTo>
                <a:lnTo>
                  <a:pt x="4" y="543"/>
                </a:lnTo>
                <a:lnTo>
                  <a:pt x="5" y="559"/>
                </a:lnTo>
                <a:lnTo>
                  <a:pt x="7" y="575"/>
                </a:lnTo>
                <a:lnTo>
                  <a:pt x="10" y="592"/>
                </a:lnTo>
                <a:lnTo>
                  <a:pt x="13" y="608"/>
                </a:lnTo>
                <a:lnTo>
                  <a:pt x="17" y="624"/>
                </a:lnTo>
                <a:lnTo>
                  <a:pt x="21" y="640"/>
                </a:lnTo>
                <a:lnTo>
                  <a:pt x="27" y="656"/>
                </a:lnTo>
                <a:lnTo>
                  <a:pt x="33" y="672"/>
                </a:lnTo>
                <a:lnTo>
                  <a:pt x="40" y="688"/>
                </a:lnTo>
                <a:lnTo>
                  <a:pt x="47" y="703"/>
                </a:lnTo>
                <a:lnTo>
                  <a:pt x="55" y="719"/>
                </a:lnTo>
                <a:lnTo>
                  <a:pt x="64" y="734"/>
                </a:lnTo>
                <a:lnTo>
                  <a:pt x="73" y="749"/>
                </a:lnTo>
                <a:lnTo>
                  <a:pt x="83" y="763"/>
                </a:lnTo>
                <a:lnTo>
                  <a:pt x="94" y="778"/>
                </a:lnTo>
                <a:lnTo>
                  <a:pt x="105" y="792"/>
                </a:lnTo>
                <a:lnTo>
                  <a:pt x="117" y="806"/>
                </a:lnTo>
                <a:lnTo>
                  <a:pt x="130" y="820"/>
                </a:lnTo>
                <a:lnTo>
                  <a:pt x="143" y="833"/>
                </a:lnTo>
                <a:lnTo>
                  <a:pt x="157" y="846"/>
                </a:lnTo>
                <a:lnTo>
                  <a:pt x="171" y="859"/>
                </a:lnTo>
                <a:lnTo>
                  <a:pt x="186" y="872"/>
                </a:lnTo>
                <a:lnTo>
                  <a:pt x="202" y="884"/>
                </a:lnTo>
                <a:lnTo>
                  <a:pt x="217" y="896"/>
                </a:lnTo>
                <a:lnTo>
                  <a:pt x="234" y="907"/>
                </a:lnTo>
                <a:lnTo>
                  <a:pt x="251" y="918"/>
                </a:lnTo>
                <a:lnTo>
                  <a:pt x="268" y="929"/>
                </a:lnTo>
                <a:lnTo>
                  <a:pt x="286" y="939"/>
                </a:lnTo>
                <a:lnTo>
                  <a:pt x="304" y="949"/>
                </a:lnTo>
                <a:lnTo>
                  <a:pt x="323" y="958"/>
                </a:lnTo>
                <a:lnTo>
                  <a:pt x="342" y="967"/>
                </a:lnTo>
                <a:lnTo>
                  <a:pt x="362" y="976"/>
                </a:lnTo>
                <a:lnTo>
                  <a:pt x="382" y="984"/>
                </a:lnTo>
                <a:lnTo>
                  <a:pt x="402" y="992"/>
                </a:lnTo>
                <a:lnTo>
                  <a:pt x="423" y="999"/>
                </a:lnTo>
                <a:lnTo>
                  <a:pt x="443" y="1006"/>
                </a:lnTo>
                <a:lnTo>
                  <a:pt x="465" y="1012"/>
                </a:lnTo>
                <a:lnTo>
                  <a:pt x="486" y="1018"/>
                </a:lnTo>
                <a:lnTo>
                  <a:pt x="508" y="1023"/>
                </a:lnTo>
                <a:lnTo>
                  <a:pt x="530" y="1028"/>
                </a:lnTo>
                <a:lnTo>
                  <a:pt x="552" y="1032"/>
                </a:lnTo>
                <a:lnTo>
                  <a:pt x="574" y="1036"/>
                </a:lnTo>
                <a:lnTo>
                  <a:pt x="596" y="1039"/>
                </a:lnTo>
                <a:lnTo>
                  <a:pt x="619" y="1042"/>
                </a:lnTo>
                <a:lnTo>
                  <a:pt x="642" y="1044"/>
                </a:lnTo>
                <a:lnTo>
                  <a:pt x="664" y="1046"/>
                </a:lnTo>
                <a:lnTo>
                  <a:pt x="687" y="1048"/>
                </a:lnTo>
                <a:lnTo>
                  <a:pt x="710" y="1048"/>
                </a:lnTo>
                <a:lnTo>
                  <a:pt x="733" y="1049"/>
                </a:lnTo>
                <a:lnTo>
                  <a:pt x="756" y="1048"/>
                </a:lnTo>
                <a:lnTo>
                  <a:pt x="779" y="1048"/>
                </a:lnTo>
                <a:lnTo>
                  <a:pt x="802" y="1046"/>
                </a:lnTo>
                <a:lnTo>
                  <a:pt x="824" y="1044"/>
                </a:lnTo>
                <a:lnTo>
                  <a:pt x="847" y="1042"/>
                </a:lnTo>
                <a:lnTo>
                  <a:pt x="870" y="1039"/>
                </a:lnTo>
                <a:lnTo>
                  <a:pt x="892" y="1036"/>
                </a:lnTo>
                <a:lnTo>
                  <a:pt x="914" y="1032"/>
                </a:lnTo>
                <a:lnTo>
                  <a:pt x="936" y="1028"/>
                </a:lnTo>
                <a:lnTo>
                  <a:pt x="958" y="1023"/>
                </a:lnTo>
                <a:lnTo>
                  <a:pt x="980" y="1018"/>
                </a:lnTo>
                <a:lnTo>
                  <a:pt x="1001" y="1012"/>
                </a:lnTo>
                <a:lnTo>
                  <a:pt x="1022" y="1006"/>
                </a:lnTo>
                <a:lnTo>
                  <a:pt x="1043" y="999"/>
                </a:lnTo>
                <a:lnTo>
                  <a:pt x="1065" y="992"/>
                </a:lnTo>
                <a:lnTo>
                  <a:pt x="1085" y="984"/>
                </a:lnTo>
                <a:lnTo>
                  <a:pt x="1105" y="976"/>
                </a:lnTo>
                <a:lnTo>
                  <a:pt x="1125" y="967"/>
                </a:lnTo>
                <a:lnTo>
                  <a:pt x="1144" y="958"/>
                </a:lnTo>
                <a:lnTo>
                  <a:pt x="1162" y="949"/>
                </a:lnTo>
                <a:lnTo>
                  <a:pt x="1181" y="939"/>
                </a:lnTo>
                <a:lnTo>
                  <a:pt x="1199" y="929"/>
                </a:lnTo>
                <a:lnTo>
                  <a:pt x="1216" y="918"/>
                </a:lnTo>
                <a:lnTo>
                  <a:pt x="1233" y="907"/>
                </a:lnTo>
                <a:lnTo>
                  <a:pt x="1249" y="896"/>
                </a:lnTo>
                <a:lnTo>
                  <a:pt x="1265" y="884"/>
                </a:lnTo>
                <a:lnTo>
                  <a:pt x="1281" y="872"/>
                </a:lnTo>
                <a:lnTo>
                  <a:pt x="1296" y="859"/>
                </a:lnTo>
                <a:lnTo>
                  <a:pt x="1310" y="846"/>
                </a:lnTo>
                <a:lnTo>
                  <a:pt x="1324" y="833"/>
                </a:lnTo>
                <a:lnTo>
                  <a:pt x="1337" y="820"/>
                </a:lnTo>
                <a:lnTo>
                  <a:pt x="1349" y="806"/>
                </a:lnTo>
                <a:lnTo>
                  <a:pt x="1361" y="792"/>
                </a:lnTo>
                <a:lnTo>
                  <a:pt x="1373" y="778"/>
                </a:lnTo>
                <a:lnTo>
                  <a:pt x="1384" y="763"/>
                </a:lnTo>
                <a:lnTo>
                  <a:pt x="1394" y="749"/>
                </a:lnTo>
                <a:lnTo>
                  <a:pt x="1403" y="734"/>
                </a:lnTo>
                <a:lnTo>
                  <a:pt x="1412" y="719"/>
                </a:lnTo>
                <a:lnTo>
                  <a:pt x="1420" y="703"/>
                </a:lnTo>
                <a:lnTo>
                  <a:pt x="1427" y="688"/>
                </a:lnTo>
                <a:lnTo>
                  <a:pt x="1434" y="672"/>
                </a:lnTo>
                <a:lnTo>
                  <a:pt x="1440" y="656"/>
                </a:lnTo>
                <a:lnTo>
                  <a:pt x="1445" y="640"/>
                </a:lnTo>
                <a:lnTo>
                  <a:pt x="1450" y="624"/>
                </a:lnTo>
                <a:lnTo>
                  <a:pt x="1454" y="608"/>
                </a:lnTo>
                <a:lnTo>
                  <a:pt x="1457" y="592"/>
                </a:lnTo>
                <a:lnTo>
                  <a:pt x="1460" y="575"/>
                </a:lnTo>
                <a:lnTo>
                  <a:pt x="1462" y="559"/>
                </a:lnTo>
                <a:lnTo>
                  <a:pt x="1463" y="543"/>
                </a:lnTo>
                <a:lnTo>
                  <a:pt x="1463" y="526"/>
                </a:lnTo>
                <a:moveTo>
                  <a:pt x="1467" y="526"/>
                </a:moveTo>
                <a:lnTo>
                  <a:pt x="1466" y="543"/>
                </a:lnTo>
                <a:lnTo>
                  <a:pt x="1465" y="559"/>
                </a:lnTo>
                <a:lnTo>
                  <a:pt x="1464" y="576"/>
                </a:lnTo>
                <a:lnTo>
                  <a:pt x="1461" y="592"/>
                </a:lnTo>
                <a:lnTo>
                  <a:pt x="1458" y="608"/>
                </a:lnTo>
                <a:lnTo>
                  <a:pt x="1454" y="625"/>
                </a:lnTo>
                <a:lnTo>
                  <a:pt x="1449" y="641"/>
                </a:lnTo>
                <a:lnTo>
                  <a:pt x="1444" y="657"/>
                </a:lnTo>
                <a:lnTo>
                  <a:pt x="1438" y="673"/>
                </a:lnTo>
                <a:lnTo>
                  <a:pt x="1431" y="689"/>
                </a:lnTo>
                <a:lnTo>
                  <a:pt x="1424" y="704"/>
                </a:lnTo>
                <a:lnTo>
                  <a:pt x="1415" y="720"/>
                </a:lnTo>
                <a:lnTo>
                  <a:pt x="1407" y="735"/>
                </a:lnTo>
                <a:lnTo>
                  <a:pt x="1397" y="750"/>
                </a:lnTo>
                <a:lnTo>
                  <a:pt x="1387" y="765"/>
                </a:lnTo>
                <a:lnTo>
                  <a:pt x="1376" y="779"/>
                </a:lnTo>
                <a:lnTo>
                  <a:pt x="1365" y="794"/>
                </a:lnTo>
                <a:lnTo>
                  <a:pt x="1353" y="808"/>
                </a:lnTo>
                <a:lnTo>
                  <a:pt x="1340" y="821"/>
                </a:lnTo>
                <a:lnTo>
                  <a:pt x="1327" y="835"/>
                </a:lnTo>
                <a:lnTo>
                  <a:pt x="1313" y="848"/>
                </a:lnTo>
                <a:lnTo>
                  <a:pt x="1299" y="861"/>
                </a:lnTo>
                <a:lnTo>
                  <a:pt x="1284" y="874"/>
                </a:lnTo>
                <a:lnTo>
                  <a:pt x="1268" y="886"/>
                </a:lnTo>
                <a:lnTo>
                  <a:pt x="1252" y="898"/>
                </a:lnTo>
                <a:lnTo>
                  <a:pt x="1236" y="909"/>
                </a:lnTo>
                <a:lnTo>
                  <a:pt x="1219" y="920"/>
                </a:lnTo>
                <a:lnTo>
                  <a:pt x="1201" y="931"/>
                </a:lnTo>
                <a:lnTo>
                  <a:pt x="1183" y="941"/>
                </a:lnTo>
                <a:lnTo>
                  <a:pt x="1165" y="951"/>
                </a:lnTo>
                <a:lnTo>
                  <a:pt x="1146" y="961"/>
                </a:lnTo>
                <a:lnTo>
                  <a:pt x="1127" y="970"/>
                </a:lnTo>
                <a:lnTo>
                  <a:pt x="1107" y="978"/>
                </a:lnTo>
                <a:lnTo>
                  <a:pt x="1087" y="986"/>
                </a:lnTo>
                <a:lnTo>
                  <a:pt x="1067" y="994"/>
                </a:lnTo>
                <a:lnTo>
                  <a:pt x="1046" y="1001"/>
                </a:lnTo>
                <a:lnTo>
                  <a:pt x="1024" y="1008"/>
                </a:lnTo>
                <a:lnTo>
                  <a:pt x="1003" y="1014"/>
                </a:lnTo>
                <a:lnTo>
                  <a:pt x="981" y="1020"/>
                </a:lnTo>
                <a:lnTo>
                  <a:pt x="959" y="1026"/>
                </a:lnTo>
                <a:lnTo>
                  <a:pt x="937" y="1031"/>
                </a:lnTo>
                <a:lnTo>
                  <a:pt x="915" y="1035"/>
                </a:lnTo>
                <a:lnTo>
                  <a:pt x="893" y="1039"/>
                </a:lnTo>
                <a:lnTo>
                  <a:pt x="870" y="1042"/>
                </a:lnTo>
                <a:lnTo>
                  <a:pt x="848" y="1045"/>
                </a:lnTo>
                <a:lnTo>
                  <a:pt x="825" y="1047"/>
                </a:lnTo>
                <a:lnTo>
                  <a:pt x="802" y="1049"/>
                </a:lnTo>
                <a:lnTo>
                  <a:pt x="779" y="1050"/>
                </a:lnTo>
                <a:lnTo>
                  <a:pt x="756" y="1051"/>
                </a:lnTo>
                <a:lnTo>
                  <a:pt x="733" y="1051"/>
                </a:lnTo>
                <a:lnTo>
                  <a:pt x="710" y="1051"/>
                </a:lnTo>
                <a:lnTo>
                  <a:pt x="687" y="1050"/>
                </a:lnTo>
                <a:lnTo>
                  <a:pt x="664" y="1049"/>
                </a:lnTo>
                <a:lnTo>
                  <a:pt x="641" y="1047"/>
                </a:lnTo>
                <a:lnTo>
                  <a:pt x="618" y="1045"/>
                </a:lnTo>
                <a:lnTo>
                  <a:pt x="596" y="1042"/>
                </a:lnTo>
                <a:lnTo>
                  <a:pt x="573" y="1039"/>
                </a:lnTo>
                <a:lnTo>
                  <a:pt x="551" y="1035"/>
                </a:lnTo>
                <a:lnTo>
                  <a:pt x="528" y="1031"/>
                </a:lnTo>
                <a:lnTo>
                  <a:pt x="506" y="1026"/>
                </a:lnTo>
                <a:lnTo>
                  <a:pt x="485" y="1020"/>
                </a:lnTo>
                <a:lnTo>
                  <a:pt x="463" y="1014"/>
                </a:lnTo>
                <a:lnTo>
                  <a:pt x="442" y="1008"/>
                </a:lnTo>
                <a:lnTo>
                  <a:pt x="421" y="1001"/>
                </a:lnTo>
                <a:lnTo>
                  <a:pt x="400" y="994"/>
                </a:lnTo>
                <a:lnTo>
                  <a:pt x="380" y="986"/>
                </a:lnTo>
                <a:lnTo>
                  <a:pt x="360" y="978"/>
                </a:lnTo>
                <a:lnTo>
                  <a:pt x="340" y="970"/>
                </a:lnTo>
                <a:lnTo>
                  <a:pt x="321" y="961"/>
                </a:lnTo>
                <a:lnTo>
                  <a:pt x="302" y="951"/>
                </a:lnTo>
                <a:lnTo>
                  <a:pt x="284" y="941"/>
                </a:lnTo>
                <a:lnTo>
                  <a:pt x="266" y="931"/>
                </a:lnTo>
                <a:lnTo>
                  <a:pt x="248" y="920"/>
                </a:lnTo>
                <a:lnTo>
                  <a:pt x="231" y="909"/>
                </a:lnTo>
                <a:lnTo>
                  <a:pt x="215" y="898"/>
                </a:lnTo>
                <a:lnTo>
                  <a:pt x="199" y="886"/>
                </a:lnTo>
                <a:lnTo>
                  <a:pt x="183" y="874"/>
                </a:lnTo>
                <a:lnTo>
                  <a:pt x="168" y="861"/>
                </a:lnTo>
                <a:lnTo>
                  <a:pt x="154" y="848"/>
                </a:lnTo>
                <a:lnTo>
                  <a:pt x="140" y="835"/>
                </a:lnTo>
                <a:lnTo>
                  <a:pt x="127" y="821"/>
                </a:lnTo>
                <a:lnTo>
                  <a:pt x="114" y="808"/>
                </a:lnTo>
                <a:lnTo>
                  <a:pt x="102" y="794"/>
                </a:lnTo>
                <a:lnTo>
                  <a:pt x="91" y="779"/>
                </a:lnTo>
                <a:lnTo>
                  <a:pt x="80" y="765"/>
                </a:lnTo>
                <a:lnTo>
                  <a:pt x="70" y="750"/>
                </a:lnTo>
                <a:lnTo>
                  <a:pt x="60" y="735"/>
                </a:lnTo>
                <a:lnTo>
                  <a:pt x="52" y="720"/>
                </a:lnTo>
                <a:lnTo>
                  <a:pt x="43" y="704"/>
                </a:lnTo>
                <a:lnTo>
                  <a:pt x="36" y="689"/>
                </a:lnTo>
                <a:lnTo>
                  <a:pt x="29" y="673"/>
                </a:lnTo>
                <a:lnTo>
                  <a:pt x="23" y="657"/>
                </a:lnTo>
                <a:lnTo>
                  <a:pt x="18" y="641"/>
                </a:lnTo>
                <a:lnTo>
                  <a:pt x="13" y="625"/>
                </a:lnTo>
                <a:lnTo>
                  <a:pt x="9" y="608"/>
                </a:lnTo>
                <a:lnTo>
                  <a:pt x="6" y="592"/>
                </a:lnTo>
                <a:lnTo>
                  <a:pt x="3" y="576"/>
                </a:lnTo>
                <a:lnTo>
                  <a:pt x="1" y="559"/>
                </a:lnTo>
                <a:lnTo>
                  <a:pt x="0" y="543"/>
                </a:lnTo>
                <a:lnTo>
                  <a:pt x="0" y="526"/>
                </a:lnTo>
                <a:lnTo>
                  <a:pt x="0" y="510"/>
                </a:lnTo>
                <a:lnTo>
                  <a:pt x="1" y="493"/>
                </a:lnTo>
                <a:lnTo>
                  <a:pt x="3" y="477"/>
                </a:lnTo>
                <a:lnTo>
                  <a:pt x="6" y="460"/>
                </a:lnTo>
                <a:lnTo>
                  <a:pt x="9" y="444"/>
                </a:lnTo>
                <a:lnTo>
                  <a:pt x="13" y="428"/>
                </a:lnTo>
                <a:lnTo>
                  <a:pt x="18" y="412"/>
                </a:lnTo>
                <a:lnTo>
                  <a:pt x="23" y="396"/>
                </a:lnTo>
                <a:lnTo>
                  <a:pt x="29" y="380"/>
                </a:lnTo>
                <a:lnTo>
                  <a:pt x="36" y="364"/>
                </a:lnTo>
                <a:lnTo>
                  <a:pt x="43" y="348"/>
                </a:lnTo>
                <a:lnTo>
                  <a:pt x="52" y="333"/>
                </a:lnTo>
                <a:lnTo>
                  <a:pt x="60" y="318"/>
                </a:lnTo>
                <a:lnTo>
                  <a:pt x="70" y="303"/>
                </a:lnTo>
                <a:lnTo>
                  <a:pt x="80" y="288"/>
                </a:lnTo>
                <a:lnTo>
                  <a:pt x="91" y="273"/>
                </a:lnTo>
                <a:lnTo>
                  <a:pt x="102" y="259"/>
                </a:lnTo>
                <a:lnTo>
                  <a:pt x="114" y="245"/>
                </a:lnTo>
                <a:lnTo>
                  <a:pt x="127" y="231"/>
                </a:lnTo>
                <a:lnTo>
                  <a:pt x="140" y="217"/>
                </a:lnTo>
                <a:lnTo>
                  <a:pt x="154" y="203"/>
                </a:lnTo>
                <a:lnTo>
                  <a:pt x="168" y="191"/>
                </a:lnTo>
                <a:lnTo>
                  <a:pt x="183" y="178"/>
                </a:lnTo>
                <a:lnTo>
                  <a:pt x="199" y="166"/>
                </a:lnTo>
                <a:lnTo>
                  <a:pt x="215" y="154"/>
                </a:lnTo>
                <a:lnTo>
                  <a:pt x="231" y="143"/>
                </a:lnTo>
                <a:lnTo>
                  <a:pt x="248" y="131"/>
                </a:lnTo>
                <a:lnTo>
                  <a:pt x="266" y="121"/>
                </a:lnTo>
                <a:lnTo>
                  <a:pt x="284" y="110"/>
                </a:lnTo>
                <a:lnTo>
                  <a:pt x="302" y="101"/>
                </a:lnTo>
                <a:lnTo>
                  <a:pt x="321" y="91"/>
                </a:lnTo>
                <a:lnTo>
                  <a:pt x="340" y="82"/>
                </a:lnTo>
                <a:lnTo>
                  <a:pt x="360" y="73"/>
                </a:lnTo>
                <a:lnTo>
                  <a:pt x="380" y="65"/>
                </a:lnTo>
                <a:lnTo>
                  <a:pt x="400" y="57"/>
                </a:lnTo>
                <a:lnTo>
                  <a:pt x="421" y="50"/>
                </a:lnTo>
                <a:lnTo>
                  <a:pt x="442" y="43"/>
                </a:lnTo>
                <a:lnTo>
                  <a:pt x="463" y="37"/>
                </a:lnTo>
                <a:lnTo>
                  <a:pt x="485" y="31"/>
                </a:lnTo>
                <a:lnTo>
                  <a:pt x="506" y="26"/>
                </a:lnTo>
                <a:lnTo>
                  <a:pt x="528" y="21"/>
                </a:lnTo>
                <a:lnTo>
                  <a:pt x="551" y="17"/>
                </a:lnTo>
                <a:lnTo>
                  <a:pt x="573" y="13"/>
                </a:lnTo>
                <a:lnTo>
                  <a:pt x="596" y="10"/>
                </a:lnTo>
                <a:lnTo>
                  <a:pt x="618" y="7"/>
                </a:lnTo>
                <a:lnTo>
                  <a:pt x="641" y="4"/>
                </a:lnTo>
                <a:lnTo>
                  <a:pt x="664" y="3"/>
                </a:lnTo>
                <a:lnTo>
                  <a:pt x="687" y="1"/>
                </a:lnTo>
                <a:lnTo>
                  <a:pt x="710" y="0"/>
                </a:lnTo>
                <a:lnTo>
                  <a:pt x="733" y="0"/>
                </a:lnTo>
                <a:lnTo>
                  <a:pt x="756" y="0"/>
                </a:lnTo>
                <a:lnTo>
                  <a:pt x="779" y="1"/>
                </a:lnTo>
                <a:lnTo>
                  <a:pt x="802" y="3"/>
                </a:lnTo>
                <a:lnTo>
                  <a:pt x="825" y="4"/>
                </a:lnTo>
                <a:lnTo>
                  <a:pt x="848" y="7"/>
                </a:lnTo>
                <a:lnTo>
                  <a:pt x="870" y="10"/>
                </a:lnTo>
                <a:lnTo>
                  <a:pt x="893" y="13"/>
                </a:lnTo>
                <a:lnTo>
                  <a:pt x="915" y="17"/>
                </a:lnTo>
                <a:lnTo>
                  <a:pt x="937" y="21"/>
                </a:lnTo>
                <a:lnTo>
                  <a:pt x="959" y="26"/>
                </a:lnTo>
                <a:lnTo>
                  <a:pt x="981" y="31"/>
                </a:lnTo>
                <a:lnTo>
                  <a:pt x="1003" y="37"/>
                </a:lnTo>
                <a:lnTo>
                  <a:pt x="1024" y="43"/>
                </a:lnTo>
                <a:lnTo>
                  <a:pt x="1046" y="50"/>
                </a:lnTo>
                <a:lnTo>
                  <a:pt x="1067" y="57"/>
                </a:lnTo>
                <a:lnTo>
                  <a:pt x="1087" y="65"/>
                </a:lnTo>
                <a:lnTo>
                  <a:pt x="1107" y="73"/>
                </a:lnTo>
                <a:lnTo>
                  <a:pt x="1127" y="82"/>
                </a:lnTo>
                <a:lnTo>
                  <a:pt x="1146" y="91"/>
                </a:lnTo>
                <a:lnTo>
                  <a:pt x="1165" y="101"/>
                </a:lnTo>
                <a:lnTo>
                  <a:pt x="1183" y="110"/>
                </a:lnTo>
                <a:lnTo>
                  <a:pt x="1201" y="121"/>
                </a:lnTo>
                <a:lnTo>
                  <a:pt x="1219" y="131"/>
                </a:lnTo>
                <a:lnTo>
                  <a:pt x="1236" y="143"/>
                </a:lnTo>
                <a:lnTo>
                  <a:pt x="1252" y="154"/>
                </a:lnTo>
                <a:lnTo>
                  <a:pt x="1268" y="166"/>
                </a:lnTo>
                <a:lnTo>
                  <a:pt x="1284" y="178"/>
                </a:lnTo>
                <a:lnTo>
                  <a:pt x="1299" y="191"/>
                </a:lnTo>
                <a:lnTo>
                  <a:pt x="1313" y="203"/>
                </a:lnTo>
                <a:lnTo>
                  <a:pt x="1327" y="217"/>
                </a:lnTo>
                <a:lnTo>
                  <a:pt x="1340" y="231"/>
                </a:lnTo>
                <a:lnTo>
                  <a:pt x="1353" y="245"/>
                </a:lnTo>
                <a:lnTo>
                  <a:pt x="1365" y="259"/>
                </a:lnTo>
                <a:lnTo>
                  <a:pt x="1376" y="273"/>
                </a:lnTo>
                <a:lnTo>
                  <a:pt x="1387" y="288"/>
                </a:lnTo>
                <a:lnTo>
                  <a:pt x="1397" y="303"/>
                </a:lnTo>
                <a:lnTo>
                  <a:pt x="1407" y="318"/>
                </a:lnTo>
                <a:lnTo>
                  <a:pt x="1415" y="333"/>
                </a:lnTo>
                <a:lnTo>
                  <a:pt x="1424" y="348"/>
                </a:lnTo>
                <a:lnTo>
                  <a:pt x="1431" y="364"/>
                </a:lnTo>
                <a:lnTo>
                  <a:pt x="1438" y="380"/>
                </a:lnTo>
                <a:lnTo>
                  <a:pt x="1444" y="396"/>
                </a:lnTo>
                <a:lnTo>
                  <a:pt x="1449" y="412"/>
                </a:lnTo>
                <a:lnTo>
                  <a:pt x="1454" y="428"/>
                </a:lnTo>
                <a:lnTo>
                  <a:pt x="1458" y="444"/>
                </a:lnTo>
                <a:lnTo>
                  <a:pt x="1461" y="460"/>
                </a:lnTo>
                <a:lnTo>
                  <a:pt x="1464" y="477"/>
                </a:lnTo>
                <a:lnTo>
                  <a:pt x="1465" y="493"/>
                </a:lnTo>
                <a:lnTo>
                  <a:pt x="1466" y="510"/>
                </a:lnTo>
                <a:lnTo>
                  <a:pt x="1467" y="526"/>
                </a:lnTo>
                <a:close/>
              </a:path>
            </a:pathLst>
          </a:custGeom>
          <a:solidFill>
            <a:srgbClr val="ffae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7" name=""/>
          <p:cNvSpPr/>
          <p:nvPr/>
        </p:nvSpPr>
        <p:spPr>
          <a:xfrm>
            <a:off x="7797240" y="2754000"/>
            <a:ext cx="531000" cy="380520"/>
          </a:xfrm>
          <a:custGeom>
            <a:avLst/>
            <a:gdLst/>
            <a:ahLst/>
            <a:rect l="0" t="0" r="r" b="b"/>
            <a:pathLst>
              <a:path w="1475" h="1057">
                <a:moveTo>
                  <a:pt x="1471" y="529"/>
                </a:moveTo>
                <a:lnTo>
                  <a:pt x="1470" y="513"/>
                </a:lnTo>
                <a:lnTo>
                  <a:pt x="1469" y="496"/>
                </a:lnTo>
                <a:lnTo>
                  <a:pt x="1468" y="480"/>
                </a:lnTo>
                <a:lnTo>
                  <a:pt x="1465" y="463"/>
                </a:lnTo>
                <a:lnTo>
                  <a:pt x="1462" y="447"/>
                </a:lnTo>
                <a:lnTo>
                  <a:pt x="1458" y="431"/>
                </a:lnTo>
                <a:lnTo>
                  <a:pt x="1453" y="415"/>
                </a:lnTo>
                <a:lnTo>
                  <a:pt x="1448" y="399"/>
                </a:lnTo>
                <a:lnTo>
                  <a:pt x="1442" y="383"/>
                </a:lnTo>
                <a:lnTo>
                  <a:pt x="1435" y="367"/>
                </a:lnTo>
                <a:lnTo>
                  <a:pt x="1428" y="351"/>
                </a:lnTo>
                <a:lnTo>
                  <a:pt x="1419" y="336"/>
                </a:lnTo>
                <a:lnTo>
                  <a:pt x="1411" y="321"/>
                </a:lnTo>
                <a:lnTo>
                  <a:pt x="1401" y="306"/>
                </a:lnTo>
                <a:lnTo>
                  <a:pt x="1391" y="291"/>
                </a:lnTo>
                <a:lnTo>
                  <a:pt x="1380" y="276"/>
                </a:lnTo>
                <a:lnTo>
                  <a:pt x="1369" y="261"/>
                </a:lnTo>
                <a:lnTo>
                  <a:pt x="1357" y="247"/>
                </a:lnTo>
                <a:lnTo>
                  <a:pt x="1344" y="233"/>
                </a:lnTo>
                <a:lnTo>
                  <a:pt x="1331" y="220"/>
                </a:lnTo>
                <a:lnTo>
                  <a:pt x="1317" y="206"/>
                </a:lnTo>
                <a:lnTo>
                  <a:pt x="1303" y="194"/>
                </a:lnTo>
                <a:lnTo>
                  <a:pt x="1288" y="181"/>
                </a:lnTo>
                <a:lnTo>
                  <a:pt x="1272" y="169"/>
                </a:lnTo>
                <a:lnTo>
                  <a:pt x="1256" y="157"/>
                </a:lnTo>
                <a:lnTo>
                  <a:pt x="1240" y="146"/>
                </a:lnTo>
                <a:lnTo>
                  <a:pt x="1223" y="134"/>
                </a:lnTo>
                <a:lnTo>
                  <a:pt x="1205" y="124"/>
                </a:lnTo>
                <a:lnTo>
                  <a:pt x="1187" y="113"/>
                </a:lnTo>
                <a:lnTo>
                  <a:pt x="1168" y="104"/>
                </a:lnTo>
                <a:lnTo>
                  <a:pt x="1149" y="94"/>
                </a:lnTo>
                <a:lnTo>
                  <a:pt x="1130" y="85"/>
                </a:lnTo>
                <a:lnTo>
                  <a:pt x="1110" y="76"/>
                </a:lnTo>
                <a:lnTo>
                  <a:pt x="1090" y="68"/>
                </a:lnTo>
                <a:lnTo>
                  <a:pt x="1070" y="60"/>
                </a:lnTo>
                <a:lnTo>
                  <a:pt x="1049" y="53"/>
                </a:lnTo>
                <a:lnTo>
                  <a:pt x="1028" y="46"/>
                </a:lnTo>
                <a:lnTo>
                  <a:pt x="1007" y="40"/>
                </a:lnTo>
                <a:lnTo>
                  <a:pt x="985" y="34"/>
                </a:lnTo>
                <a:lnTo>
                  <a:pt x="963" y="29"/>
                </a:lnTo>
                <a:lnTo>
                  <a:pt x="941" y="24"/>
                </a:lnTo>
                <a:lnTo>
                  <a:pt x="919" y="20"/>
                </a:lnTo>
                <a:lnTo>
                  <a:pt x="897" y="16"/>
                </a:lnTo>
                <a:lnTo>
                  <a:pt x="874" y="13"/>
                </a:lnTo>
                <a:lnTo>
                  <a:pt x="852" y="10"/>
                </a:lnTo>
                <a:lnTo>
                  <a:pt x="829" y="7"/>
                </a:lnTo>
                <a:lnTo>
                  <a:pt x="806" y="6"/>
                </a:lnTo>
                <a:lnTo>
                  <a:pt x="783" y="4"/>
                </a:lnTo>
                <a:lnTo>
                  <a:pt x="760" y="3"/>
                </a:lnTo>
                <a:lnTo>
                  <a:pt x="737" y="3"/>
                </a:lnTo>
                <a:lnTo>
                  <a:pt x="714" y="3"/>
                </a:lnTo>
                <a:lnTo>
                  <a:pt x="691" y="4"/>
                </a:lnTo>
                <a:lnTo>
                  <a:pt x="668" y="6"/>
                </a:lnTo>
                <a:lnTo>
                  <a:pt x="645" y="7"/>
                </a:lnTo>
                <a:lnTo>
                  <a:pt x="622" y="10"/>
                </a:lnTo>
                <a:lnTo>
                  <a:pt x="600" y="13"/>
                </a:lnTo>
                <a:lnTo>
                  <a:pt x="577" y="16"/>
                </a:lnTo>
                <a:lnTo>
                  <a:pt x="555" y="20"/>
                </a:lnTo>
                <a:lnTo>
                  <a:pt x="532" y="24"/>
                </a:lnTo>
                <a:lnTo>
                  <a:pt x="510" y="29"/>
                </a:lnTo>
                <a:lnTo>
                  <a:pt x="489" y="34"/>
                </a:lnTo>
                <a:lnTo>
                  <a:pt x="467" y="40"/>
                </a:lnTo>
                <a:lnTo>
                  <a:pt x="446" y="46"/>
                </a:lnTo>
                <a:lnTo>
                  <a:pt x="425" y="53"/>
                </a:lnTo>
                <a:lnTo>
                  <a:pt x="404" y="60"/>
                </a:lnTo>
                <a:lnTo>
                  <a:pt x="384" y="68"/>
                </a:lnTo>
                <a:lnTo>
                  <a:pt x="364" y="76"/>
                </a:lnTo>
                <a:lnTo>
                  <a:pt x="344" y="85"/>
                </a:lnTo>
                <a:lnTo>
                  <a:pt x="325" y="94"/>
                </a:lnTo>
                <a:lnTo>
                  <a:pt x="306" y="104"/>
                </a:lnTo>
                <a:lnTo>
                  <a:pt x="288" y="113"/>
                </a:lnTo>
                <a:lnTo>
                  <a:pt x="270" y="124"/>
                </a:lnTo>
                <a:lnTo>
                  <a:pt x="252" y="134"/>
                </a:lnTo>
                <a:lnTo>
                  <a:pt x="235" y="146"/>
                </a:lnTo>
                <a:lnTo>
                  <a:pt x="219" y="157"/>
                </a:lnTo>
                <a:lnTo>
                  <a:pt x="203" y="169"/>
                </a:lnTo>
                <a:lnTo>
                  <a:pt x="187" y="181"/>
                </a:lnTo>
                <a:lnTo>
                  <a:pt x="172" y="194"/>
                </a:lnTo>
                <a:lnTo>
                  <a:pt x="158" y="206"/>
                </a:lnTo>
                <a:lnTo>
                  <a:pt x="144" y="220"/>
                </a:lnTo>
                <a:lnTo>
                  <a:pt x="131" y="233"/>
                </a:lnTo>
                <a:lnTo>
                  <a:pt x="118" y="247"/>
                </a:lnTo>
                <a:lnTo>
                  <a:pt x="106" y="261"/>
                </a:lnTo>
                <a:lnTo>
                  <a:pt x="95" y="276"/>
                </a:lnTo>
                <a:lnTo>
                  <a:pt x="84" y="291"/>
                </a:lnTo>
                <a:lnTo>
                  <a:pt x="74" y="306"/>
                </a:lnTo>
                <a:lnTo>
                  <a:pt x="64" y="321"/>
                </a:lnTo>
                <a:lnTo>
                  <a:pt x="56" y="336"/>
                </a:lnTo>
                <a:lnTo>
                  <a:pt x="47" y="351"/>
                </a:lnTo>
                <a:lnTo>
                  <a:pt x="40" y="367"/>
                </a:lnTo>
                <a:lnTo>
                  <a:pt x="33" y="383"/>
                </a:lnTo>
                <a:lnTo>
                  <a:pt x="27" y="399"/>
                </a:lnTo>
                <a:lnTo>
                  <a:pt x="22" y="415"/>
                </a:lnTo>
                <a:lnTo>
                  <a:pt x="17" y="431"/>
                </a:lnTo>
                <a:lnTo>
                  <a:pt x="13" y="447"/>
                </a:lnTo>
                <a:lnTo>
                  <a:pt x="10" y="463"/>
                </a:lnTo>
                <a:lnTo>
                  <a:pt x="7" y="480"/>
                </a:lnTo>
                <a:lnTo>
                  <a:pt x="5" y="496"/>
                </a:lnTo>
                <a:lnTo>
                  <a:pt x="4" y="513"/>
                </a:lnTo>
                <a:lnTo>
                  <a:pt x="4" y="529"/>
                </a:lnTo>
                <a:lnTo>
                  <a:pt x="4" y="546"/>
                </a:lnTo>
                <a:lnTo>
                  <a:pt x="5" y="562"/>
                </a:lnTo>
                <a:lnTo>
                  <a:pt x="7" y="579"/>
                </a:lnTo>
                <a:lnTo>
                  <a:pt x="10" y="595"/>
                </a:lnTo>
                <a:lnTo>
                  <a:pt x="13" y="611"/>
                </a:lnTo>
                <a:lnTo>
                  <a:pt x="17" y="628"/>
                </a:lnTo>
                <a:lnTo>
                  <a:pt x="22" y="644"/>
                </a:lnTo>
                <a:lnTo>
                  <a:pt x="27" y="660"/>
                </a:lnTo>
                <a:lnTo>
                  <a:pt x="33" y="676"/>
                </a:lnTo>
                <a:lnTo>
                  <a:pt x="40" y="692"/>
                </a:lnTo>
                <a:lnTo>
                  <a:pt x="47" y="707"/>
                </a:lnTo>
                <a:lnTo>
                  <a:pt x="56" y="723"/>
                </a:lnTo>
                <a:lnTo>
                  <a:pt x="64" y="738"/>
                </a:lnTo>
                <a:lnTo>
                  <a:pt x="74" y="753"/>
                </a:lnTo>
                <a:lnTo>
                  <a:pt x="84" y="768"/>
                </a:lnTo>
                <a:lnTo>
                  <a:pt x="95" y="782"/>
                </a:lnTo>
                <a:lnTo>
                  <a:pt x="106" y="797"/>
                </a:lnTo>
                <a:lnTo>
                  <a:pt x="118" y="811"/>
                </a:lnTo>
                <a:lnTo>
                  <a:pt x="131" y="824"/>
                </a:lnTo>
                <a:lnTo>
                  <a:pt x="144" y="838"/>
                </a:lnTo>
                <a:lnTo>
                  <a:pt x="158" y="851"/>
                </a:lnTo>
                <a:lnTo>
                  <a:pt x="172" y="864"/>
                </a:lnTo>
                <a:lnTo>
                  <a:pt x="187" y="877"/>
                </a:lnTo>
                <a:lnTo>
                  <a:pt x="203" y="889"/>
                </a:lnTo>
                <a:lnTo>
                  <a:pt x="219" y="901"/>
                </a:lnTo>
                <a:lnTo>
                  <a:pt x="235" y="912"/>
                </a:lnTo>
                <a:lnTo>
                  <a:pt x="252" y="923"/>
                </a:lnTo>
                <a:lnTo>
                  <a:pt x="270" y="934"/>
                </a:lnTo>
                <a:lnTo>
                  <a:pt x="288" y="944"/>
                </a:lnTo>
                <a:lnTo>
                  <a:pt x="306" y="954"/>
                </a:lnTo>
                <a:lnTo>
                  <a:pt x="325" y="964"/>
                </a:lnTo>
                <a:lnTo>
                  <a:pt x="344" y="973"/>
                </a:lnTo>
                <a:lnTo>
                  <a:pt x="364" y="981"/>
                </a:lnTo>
                <a:lnTo>
                  <a:pt x="384" y="989"/>
                </a:lnTo>
                <a:lnTo>
                  <a:pt x="404" y="997"/>
                </a:lnTo>
                <a:lnTo>
                  <a:pt x="425" y="1004"/>
                </a:lnTo>
                <a:lnTo>
                  <a:pt x="446" y="1011"/>
                </a:lnTo>
                <a:lnTo>
                  <a:pt x="467" y="1017"/>
                </a:lnTo>
                <a:lnTo>
                  <a:pt x="489" y="1023"/>
                </a:lnTo>
                <a:lnTo>
                  <a:pt x="510" y="1029"/>
                </a:lnTo>
                <a:lnTo>
                  <a:pt x="532" y="1034"/>
                </a:lnTo>
                <a:lnTo>
                  <a:pt x="555" y="1038"/>
                </a:lnTo>
                <a:lnTo>
                  <a:pt x="577" y="1042"/>
                </a:lnTo>
                <a:lnTo>
                  <a:pt x="600" y="1045"/>
                </a:lnTo>
                <a:lnTo>
                  <a:pt x="622" y="1048"/>
                </a:lnTo>
                <a:lnTo>
                  <a:pt x="645" y="1050"/>
                </a:lnTo>
                <a:lnTo>
                  <a:pt x="668" y="1052"/>
                </a:lnTo>
                <a:lnTo>
                  <a:pt x="691" y="1053"/>
                </a:lnTo>
                <a:lnTo>
                  <a:pt x="714" y="1054"/>
                </a:lnTo>
                <a:lnTo>
                  <a:pt x="737" y="1054"/>
                </a:lnTo>
                <a:lnTo>
                  <a:pt x="760" y="1054"/>
                </a:lnTo>
                <a:lnTo>
                  <a:pt x="783" y="1053"/>
                </a:lnTo>
                <a:lnTo>
                  <a:pt x="806" y="1052"/>
                </a:lnTo>
                <a:lnTo>
                  <a:pt x="829" y="1050"/>
                </a:lnTo>
                <a:lnTo>
                  <a:pt x="852" y="1048"/>
                </a:lnTo>
                <a:lnTo>
                  <a:pt x="874" y="1045"/>
                </a:lnTo>
                <a:lnTo>
                  <a:pt x="897" y="1042"/>
                </a:lnTo>
                <a:lnTo>
                  <a:pt x="919" y="1038"/>
                </a:lnTo>
                <a:lnTo>
                  <a:pt x="941" y="1034"/>
                </a:lnTo>
                <a:lnTo>
                  <a:pt x="963" y="1029"/>
                </a:lnTo>
                <a:lnTo>
                  <a:pt x="985" y="1023"/>
                </a:lnTo>
                <a:lnTo>
                  <a:pt x="1007" y="1017"/>
                </a:lnTo>
                <a:lnTo>
                  <a:pt x="1028" y="1011"/>
                </a:lnTo>
                <a:lnTo>
                  <a:pt x="1049" y="1004"/>
                </a:lnTo>
                <a:lnTo>
                  <a:pt x="1070" y="997"/>
                </a:lnTo>
                <a:lnTo>
                  <a:pt x="1090" y="989"/>
                </a:lnTo>
                <a:lnTo>
                  <a:pt x="1110" y="981"/>
                </a:lnTo>
                <a:lnTo>
                  <a:pt x="1130" y="973"/>
                </a:lnTo>
                <a:lnTo>
                  <a:pt x="1149" y="964"/>
                </a:lnTo>
                <a:lnTo>
                  <a:pt x="1168" y="954"/>
                </a:lnTo>
                <a:lnTo>
                  <a:pt x="1187" y="944"/>
                </a:lnTo>
                <a:lnTo>
                  <a:pt x="1205" y="934"/>
                </a:lnTo>
                <a:lnTo>
                  <a:pt x="1223" y="923"/>
                </a:lnTo>
                <a:lnTo>
                  <a:pt x="1240" y="912"/>
                </a:lnTo>
                <a:lnTo>
                  <a:pt x="1256" y="901"/>
                </a:lnTo>
                <a:lnTo>
                  <a:pt x="1272" y="889"/>
                </a:lnTo>
                <a:lnTo>
                  <a:pt x="1288" y="877"/>
                </a:lnTo>
                <a:lnTo>
                  <a:pt x="1303" y="864"/>
                </a:lnTo>
                <a:lnTo>
                  <a:pt x="1317" y="851"/>
                </a:lnTo>
                <a:lnTo>
                  <a:pt x="1331" y="838"/>
                </a:lnTo>
                <a:lnTo>
                  <a:pt x="1344" y="824"/>
                </a:lnTo>
                <a:lnTo>
                  <a:pt x="1357" y="811"/>
                </a:lnTo>
                <a:lnTo>
                  <a:pt x="1369" y="797"/>
                </a:lnTo>
                <a:lnTo>
                  <a:pt x="1380" y="782"/>
                </a:lnTo>
                <a:lnTo>
                  <a:pt x="1391" y="768"/>
                </a:lnTo>
                <a:lnTo>
                  <a:pt x="1401" y="753"/>
                </a:lnTo>
                <a:lnTo>
                  <a:pt x="1411" y="738"/>
                </a:lnTo>
                <a:lnTo>
                  <a:pt x="1419" y="723"/>
                </a:lnTo>
                <a:lnTo>
                  <a:pt x="1428" y="707"/>
                </a:lnTo>
                <a:lnTo>
                  <a:pt x="1435" y="692"/>
                </a:lnTo>
                <a:lnTo>
                  <a:pt x="1442" y="676"/>
                </a:lnTo>
                <a:lnTo>
                  <a:pt x="1448" y="660"/>
                </a:lnTo>
                <a:lnTo>
                  <a:pt x="1453" y="644"/>
                </a:lnTo>
                <a:lnTo>
                  <a:pt x="1458" y="628"/>
                </a:lnTo>
                <a:lnTo>
                  <a:pt x="1462" y="611"/>
                </a:lnTo>
                <a:lnTo>
                  <a:pt x="1465" y="595"/>
                </a:lnTo>
                <a:lnTo>
                  <a:pt x="1468" y="579"/>
                </a:lnTo>
                <a:lnTo>
                  <a:pt x="1469" y="562"/>
                </a:lnTo>
                <a:lnTo>
                  <a:pt x="1470" y="546"/>
                </a:lnTo>
                <a:lnTo>
                  <a:pt x="1471" y="529"/>
                </a:lnTo>
                <a:moveTo>
                  <a:pt x="1475" y="529"/>
                </a:moveTo>
                <a:lnTo>
                  <a:pt x="1474" y="546"/>
                </a:lnTo>
                <a:lnTo>
                  <a:pt x="1473" y="562"/>
                </a:lnTo>
                <a:lnTo>
                  <a:pt x="1471" y="579"/>
                </a:lnTo>
                <a:lnTo>
                  <a:pt x="1469" y="595"/>
                </a:lnTo>
                <a:lnTo>
                  <a:pt x="1466" y="612"/>
                </a:lnTo>
                <a:lnTo>
                  <a:pt x="1462" y="628"/>
                </a:lnTo>
                <a:lnTo>
                  <a:pt x="1457" y="644"/>
                </a:lnTo>
                <a:lnTo>
                  <a:pt x="1452" y="661"/>
                </a:lnTo>
                <a:lnTo>
                  <a:pt x="1445" y="677"/>
                </a:lnTo>
                <a:lnTo>
                  <a:pt x="1439" y="692"/>
                </a:lnTo>
                <a:lnTo>
                  <a:pt x="1431" y="708"/>
                </a:lnTo>
                <a:lnTo>
                  <a:pt x="1423" y="724"/>
                </a:lnTo>
                <a:lnTo>
                  <a:pt x="1414" y="739"/>
                </a:lnTo>
                <a:lnTo>
                  <a:pt x="1405" y="754"/>
                </a:lnTo>
                <a:lnTo>
                  <a:pt x="1394" y="769"/>
                </a:lnTo>
                <a:lnTo>
                  <a:pt x="1384" y="784"/>
                </a:lnTo>
                <a:lnTo>
                  <a:pt x="1372" y="798"/>
                </a:lnTo>
                <a:lnTo>
                  <a:pt x="1360" y="812"/>
                </a:lnTo>
                <a:lnTo>
                  <a:pt x="1347" y="826"/>
                </a:lnTo>
                <a:lnTo>
                  <a:pt x="1334" y="840"/>
                </a:lnTo>
                <a:lnTo>
                  <a:pt x="1320" y="853"/>
                </a:lnTo>
                <a:lnTo>
                  <a:pt x="1306" y="866"/>
                </a:lnTo>
                <a:lnTo>
                  <a:pt x="1291" y="878"/>
                </a:lnTo>
                <a:lnTo>
                  <a:pt x="1275" y="891"/>
                </a:lnTo>
                <a:lnTo>
                  <a:pt x="1259" y="903"/>
                </a:lnTo>
                <a:lnTo>
                  <a:pt x="1242" y="914"/>
                </a:lnTo>
                <a:lnTo>
                  <a:pt x="1225" y="925"/>
                </a:lnTo>
                <a:lnTo>
                  <a:pt x="1208" y="936"/>
                </a:lnTo>
                <a:lnTo>
                  <a:pt x="1190" y="946"/>
                </a:lnTo>
                <a:lnTo>
                  <a:pt x="1170" y="956"/>
                </a:lnTo>
                <a:lnTo>
                  <a:pt x="1151" y="966"/>
                </a:lnTo>
                <a:lnTo>
                  <a:pt x="1132" y="975"/>
                </a:lnTo>
                <a:lnTo>
                  <a:pt x="1112" y="984"/>
                </a:lnTo>
                <a:lnTo>
                  <a:pt x="1092" y="992"/>
                </a:lnTo>
                <a:lnTo>
                  <a:pt x="1071" y="1000"/>
                </a:lnTo>
                <a:lnTo>
                  <a:pt x="1051" y="1007"/>
                </a:lnTo>
                <a:lnTo>
                  <a:pt x="1030" y="1014"/>
                </a:lnTo>
                <a:lnTo>
                  <a:pt x="1008" y="1020"/>
                </a:lnTo>
                <a:lnTo>
                  <a:pt x="987" y="1026"/>
                </a:lnTo>
                <a:lnTo>
                  <a:pt x="965" y="1031"/>
                </a:lnTo>
                <a:lnTo>
                  <a:pt x="943" y="1036"/>
                </a:lnTo>
                <a:lnTo>
                  <a:pt x="920" y="1041"/>
                </a:lnTo>
                <a:lnTo>
                  <a:pt x="898" y="1044"/>
                </a:lnTo>
                <a:lnTo>
                  <a:pt x="875" y="1048"/>
                </a:lnTo>
                <a:lnTo>
                  <a:pt x="852" y="1051"/>
                </a:lnTo>
                <a:lnTo>
                  <a:pt x="829" y="1053"/>
                </a:lnTo>
                <a:lnTo>
                  <a:pt x="806" y="1055"/>
                </a:lnTo>
                <a:lnTo>
                  <a:pt x="783" y="1056"/>
                </a:lnTo>
                <a:lnTo>
                  <a:pt x="760" y="1057"/>
                </a:lnTo>
                <a:lnTo>
                  <a:pt x="737" y="1057"/>
                </a:lnTo>
                <a:lnTo>
                  <a:pt x="714" y="1057"/>
                </a:lnTo>
                <a:lnTo>
                  <a:pt x="691" y="1056"/>
                </a:lnTo>
                <a:lnTo>
                  <a:pt x="668" y="1055"/>
                </a:lnTo>
                <a:lnTo>
                  <a:pt x="645" y="1053"/>
                </a:lnTo>
                <a:lnTo>
                  <a:pt x="622" y="1051"/>
                </a:lnTo>
                <a:lnTo>
                  <a:pt x="599" y="1048"/>
                </a:lnTo>
                <a:lnTo>
                  <a:pt x="576" y="1044"/>
                </a:lnTo>
                <a:lnTo>
                  <a:pt x="554" y="1041"/>
                </a:lnTo>
                <a:lnTo>
                  <a:pt x="531" y="1036"/>
                </a:lnTo>
                <a:lnTo>
                  <a:pt x="509" y="1031"/>
                </a:lnTo>
                <a:lnTo>
                  <a:pt x="487" y="1026"/>
                </a:lnTo>
                <a:lnTo>
                  <a:pt x="466" y="1020"/>
                </a:lnTo>
                <a:lnTo>
                  <a:pt x="444" y="1014"/>
                </a:lnTo>
                <a:lnTo>
                  <a:pt x="423" y="1007"/>
                </a:lnTo>
                <a:lnTo>
                  <a:pt x="402" y="1000"/>
                </a:lnTo>
                <a:lnTo>
                  <a:pt x="382" y="992"/>
                </a:lnTo>
                <a:lnTo>
                  <a:pt x="362" y="984"/>
                </a:lnTo>
                <a:lnTo>
                  <a:pt x="342" y="975"/>
                </a:lnTo>
                <a:lnTo>
                  <a:pt x="323" y="966"/>
                </a:lnTo>
                <a:lnTo>
                  <a:pt x="304" y="956"/>
                </a:lnTo>
                <a:lnTo>
                  <a:pt x="285" y="946"/>
                </a:lnTo>
                <a:lnTo>
                  <a:pt x="267" y="936"/>
                </a:lnTo>
                <a:lnTo>
                  <a:pt x="250" y="925"/>
                </a:lnTo>
                <a:lnTo>
                  <a:pt x="233" y="914"/>
                </a:lnTo>
                <a:lnTo>
                  <a:pt x="216" y="903"/>
                </a:lnTo>
                <a:lnTo>
                  <a:pt x="200" y="891"/>
                </a:lnTo>
                <a:lnTo>
                  <a:pt x="184" y="878"/>
                </a:lnTo>
                <a:lnTo>
                  <a:pt x="169" y="866"/>
                </a:lnTo>
                <a:lnTo>
                  <a:pt x="155" y="853"/>
                </a:lnTo>
                <a:lnTo>
                  <a:pt x="141" y="840"/>
                </a:lnTo>
                <a:lnTo>
                  <a:pt x="128" y="826"/>
                </a:lnTo>
                <a:lnTo>
                  <a:pt x="115" y="812"/>
                </a:lnTo>
                <a:lnTo>
                  <a:pt x="103" y="798"/>
                </a:lnTo>
                <a:lnTo>
                  <a:pt x="91" y="784"/>
                </a:lnTo>
                <a:lnTo>
                  <a:pt x="80" y="769"/>
                </a:lnTo>
                <a:lnTo>
                  <a:pt x="70" y="754"/>
                </a:lnTo>
                <a:lnTo>
                  <a:pt x="61" y="739"/>
                </a:lnTo>
                <a:lnTo>
                  <a:pt x="52" y="724"/>
                </a:lnTo>
                <a:lnTo>
                  <a:pt x="44" y="708"/>
                </a:lnTo>
                <a:lnTo>
                  <a:pt x="36" y="692"/>
                </a:lnTo>
                <a:lnTo>
                  <a:pt x="29" y="677"/>
                </a:lnTo>
                <a:lnTo>
                  <a:pt x="23" y="661"/>
                </a:lnTo>
                <a:lnTo>
                  <a:pt x="18" y="644"/>
                </a:lnTo>
                <a:lnTo>
                  <a:pt x="13" y="628"/>
                </a:lnTo>
                <a:lnTo>
                  <a:pt x="9" y="612"/>
                </a:lnTo>
                <a:lnTo>
                  <a:pt x="6" y="595"/>
                </a:lnTo>
                <a:lnTo>
                  <a:pt x="3" y="579"/>
                </a:lnTo>
                <a:lnTo>
                  <a:pt x="2" y="562"/>
                </a:lnTo>
                <a:lnTo>
                  <a:pt x="1" y="546"/>
                </a:lnTo>
                <a:lnTo>
                  <a:pt x="0" y="529"/>
                </a:lnTo>
                <a:lnTo>
                  <a:pt x="1" y="513"/>
                </a:lnTo>
                <a:lnTo>
                  <a:pt x="2" y="496"/>
                </a:lnTo>
                <a:lnTo>
                  <a:pt x="3" y="480"/>
                </a:lnTo>
                <a:lnTo>
                  <a:pt x="6" y="463"/>
                </a:lnTo>
                <a:lnTo>
                  <a:pt x="9" y="447"/>
                </a:lnTo>
                <a:lnTo>
                  <a:pt x="13" y="430"/>
                </a:lnTo>
                <a:lnTo>
                  <a:pt x="18" y="414"/>
                </a:lnTo>
                <a:lnTo>
                  <a:pt x="23" y="398"/>
                </a:lnTo>
                <a:lnTo>
                  <a:pt x="29" y="382"/>
                </a:lnTo>
                <a:lnTo>
                  <a:pt x="36" y="366"/>
                </a:lnTo>
                <a:lnTo>
                  <a:pt x="44" y="350"/>
                </a:lnTo>
                <a:lnTo>
                  <a:pt x="52" y="335"/>
                </a:lnTo>
                <a:lnTo>
                  <a:pt x="61" y="320"/>
                </a:lnTo>
                <a:lnTo>
                  <a:pt x="70" y="305"/>
                </a:lnTo>
                <a:lnTo>
                  <a:pt x="80" y="290"/>
                </a:lnTo>
                <a:lnTo>
                  <a:pt x="91" y="275"/>
                </a:lnTo>
                <a:lnTo>
                  <a:pt x="103" y="260"/>
                </a:lnTo>
                <a:lnTo>
                  <a:pt x="115" y="245"/>
                </a:lnTo>
                <a:lnTo>
                  <a:pt x="128" y="232"/>
                </a:lnTo>
                <a:lnTo>
                  <a:pt x="141" y="218"/>
                </a:lnTo>
                <a:lnTo>
                  <a:pt x="155" y="205"/>
                </a:lnTo>
                <a:lnTo>
                  <a:pt x="169" y="192"/>
                </a:lnTo>
                <a:lnTo>
                  <a:pt x="184" y="179"/>
                </a:lnTo>
                <a:lnTo>
                  <a:pt x="200" y="167"/>
                </a:lnTo>
                <a:lnTo>
                  <a:pt x="216" y="155"/>
                </a:lnTo>
                <a:lnTo>
                  <a:pt x="233" y="144"/>
                </a:lnTo>
                <a:lnTo>
                  <a:pt x="250" y="132"/>
                </a:lnTo>
                <a:lnTo>
                  <a:pt x="267" y="122"/>
                </a:lnTo>
                <a:lnTo>
                  <a:pt x="285" y="111"/>
                </a:lnTo>
                <a:lnTo>
                  <a:pt x="304" y="101"/>
                </a:lnTo>
                <a:lnTo>
                  <a:pt x="323" y="92"/>
                </a:lnTo>
                <a:lnTo>
                  <a:pt x="342" y="83"/>
                </a:lnTo>
                <a:lnTo>
                  <a:pt x="362" y="74"/>
                </a:lnTo>
                <a:lnTo>
                  <a:pt x="382" y="66"/>
                </a:lnTo>
                <a:lnTo>
                  <a:pt x="402" y="58"/>
                </a:lnTo>
                <a:lnTo>
                  <a:pt x="423" y="51"/>
                </a:lnTo>
                <a:lnTo>
                  <a:pt x="444" y="44"/>
                </a:lnTo>
                <a:lnTo>
                  <a:pt x="466" y="38"/>
                </a:lnTo>
                <a:lnTo>
                  <a:pt x="487" y="32"/>
                </a:lnTo>
                <a:lnTo>
                  <a:pt x="509" y="26"/>
                </a:lnTo>
                <a:lnTo>
                  <a:pt x="531" y="21"/>
                </a:lnTo>
                <a:lnTo>
                  <a:pt x="554" y="17"/>
                </a:lnTo>
                <a:lnTo>
                  <a:pt x="576" y="13"/>
                </a:lnTo>
                <a:lnTo>
                  <a:pt x="599" y="10"/>
                </a:lnTo>
                <a:lnTo>
                  <a:pt x="622" y="7"/>
                </a:lnTo>
                <a:lnTo>
                  <a:pt x="645" y="5"/>
                </a:lnTo>
                <a:lnTo>
                  <a:pt x="668" y="3"/>
                </a:lnTo>
                <a:lnTo>
                  <a:pt x="691" y="1"/>
                </a:lnTo>
                <a:lnTo>
                  <a:pt x="714" y="1"/>
                </a:lnTo>
                <a:lnTo>
                  <a:pt x="737" y="0"/>
                </a:lnTo>
                <a:lnTo>
                  <a:pt x="760" y="1"/>
                </a:lnTo>
                <a:lnTo>
                  <a:pt x="783" y="1"/>
                </a:lnTo>
                <a:lnTo>
                  <a:pt x="806" y="3"/>
                </a:lnTo>
                <a:lnTo>
                  <a:pt x="829" y="5"/>
                </a:lnTo>
                <a:lnTo>
                  <a:pt x="852" y="7"/>
                </a:lnTo>
                <a:lnTo>
                  <a:pt x="875" y="10"/>
                </a:lnTo>
                <a:lnTo>
                  <a:pt x="898" y="13"/>
                </a:lnTo>
                <a:lnTo>
                  <a:pt x="920" y="17"/>
                </a:lnTo>
                <a:lnTo>
                  <a:pt x="943" y="21"/>
                </a:lnTo>
                <a:lnTo>
                  <a:pt x="965" y="26"/>
                </a:lnTo>
                <a:lnTo>
                  <a:pt x="987" y="32"/>
                </a:lnTo>
                <a:lnTo>
                  <a:pt x="1008" y="38"/>
                </a:lnTo>
                <a:lnTo>
                  <a:pt x="1030" y="44"/>
                </a:lnTo>
                <a:lnTo>
                  <a:pt x="1051" y="51"/>
                </a:lnTo>
                <a:lnTo>
                  <a:pt x="1071" y="58"/>
                </a:lnTo>
                <a:lnTo>
                  <a:pt x="1092" y="66"/>
                </a:lnTo>
                <a:lnTo>
                  <a:pt x="1112" y="74"/>
                </a:lnTo>
                <a:lnTo>
                  <a:pt x="1132" y="83"/>
                </a:lnTo>
                <a:lnTo>
                  <a:pt x="1151" y="92"/>
                </a:lnTo>
                <a:lnTo>
                  <a:pt x="1170" y="101"/>
                </a:lnTo>
                <a:lnTo>
                  <a:pt x="1190" y="111"/>
                </a:lnTo>
                <a:lnTo>
                  <a:pt x="1208" y="122"/>
                </a:lnTo>
                <a:lnTo>
                  <a:pt x="1225" y="132"/>
                </a:lnTo>
                <a:lnTo>
                  <a:pt x="1242" y="144"/>
                </a:lnTo>
                <a:lnTo>
                  <a:pt x="1259" y="155"/>
                </a:lnTo>
                <a:lnTo>
                  <a:pt x="1275" y="167"/>
                </a:lnTo>
                <a:lnTo>
                  <a:pt x="1291" y="179"/>
                </a:lnTo>
                <a:lnTo>
                  <a:pt x="1306" y="192"/>
                </a:lnTo>
                <a:lnTo>
                  <a:pt x="1320" y="205"/>
                </a:lnTo>
                <a:lnTo>
                  <a:pt x="1334" y="218"/>
                </a:lnTo>
                <a:lnTo>
                  <a:pt x="1347" y="232"/>
                </a:lnTo>
                <a:lnTo>
                  <a:pt x="1360" y="245"/>
                </a:lnTo>
                <a:lnTo>
                  <a:pt x="1372" y="260"/>
                </a:lnTo>
                <a:lnTo>
                  <a:pt x="1384" y="275"/>
                </a:lnTo>
                <a:lnTo>
                  <a:pt x="1394" y="290"/>
                </a:lnTo>
                <a:lnTo>
                  <a:pt x="1405" y="305"/>
                </a:lnTo>
                <a:lnTo>
                  <a:pt x="1414" y="320"/>
                </a:lnTo>
                <a:lnTo>
                  <a:pt x="1423" y="335"/>
                </a:lnTo>
                <a:lnTo>
                  <a:pt x="1431" y="350"/>
                </a:lnTo>
                <a:lnTo>
                  <a:pt x="1439" y="366"/>
                </a:lnTo>
                <a:lnTo>
                  <a:pt x="1445" y="382"/>
                </a:lnTo>
                <a:lnTo>
                  <a:pt x="1452" y="398"/>
                </a:lnTo>
                <a:lnTo>
                  <a:pt x="1457" y="414"/>
                </a:lnTo>
                <a:lnTo>
                  <a:pt x="1462" y="430"/>
                </a:lnTo>
                <a:lnTo>
                  <a:pt x="1466" y="447"/>
                </a:lnTo>
                <a:lnTo>
                  <a:pt x="1469" y="463"/>
                </a:lnTo>
                <a:lnTo>
                  <a:pt x="1471" y="480"/>
                </a:lnTo>
                <a:lnTo>
                  <a:pt x="1473" y="496"/>
                </a:lnTo>
                <a:lnTo>
                  <a:pt x="1474" y="513"/>
                </a:lnTo>
                <a:lnTo>
                  <a:pt x="1475" y="529"/>
                </a:lnTo>
                <a:close/>
              </a:path>
            </a:pathLst>
          </a:custGeom>
          <a:solidFill>
            <a:srgbClr val="ffad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8" name=""/>
          <p:cNvSpPr/>
          <p:nvPr/>
        </p:nvSpPr>
        <p:spPr>
          <a:xfrm>
            <a:off x="7795800" y="2753280"/>
            <a:ext cx="533880" cy="382320"/>
          </a:xfrm>
          <a:custGeom>
            <a:avLst/>
            <a:gdLst/>
            <a:ahLst/>
            <a:rect l="0" t="0" r="r" b="b"/>
            <a:pathLst>
              <a:path w="1483" h="1062">
                <a:moveTo>
                  <a:pt x="1479" y="531"/>
                </a:moveTo>
                <a:lnTo>
                  <a:pt x="1478" y="515"/>
                </a:lnTo>
                <a:lnTo>
                  <a:pt x="1477" y="498"/>
                </a:lnTo>
                <a:lnTo>
                  <a:pt x="1475" y="482"/>
                </a:lnTo>
                <a:lnTo>
                  <a:pt x="1473" y="465"/>
                </a:lnTo>
                <a:lnTo>
                  <a:pt x="1470" y="449"/>
                </a:lnTo>
                <a:lnTo>
                  <a:pt x="1466" y="432"/>
                </a:lnTo>
                <a:lnTo>
                  <a:pt x="1461" y="416"/>
                </a:lnTo>
                <a:lnTo>
                  <a:pt x="1456" y="400"/>
                </a:lnTo>
                <a:lnTo>
                  <a:pt x="1449" y="384"/>
                </a:lnTo>
                <a:lnTo>
                  <a:pt x="1443" y="368"/>
                </a:lnTo>
                <a:lnTo>
                  <a:pt x="1435" y="352"/>
                </a:lnTo>
                <a:lnTo>
                  <a:pt x="1427" y="337"/>
                </a:lnTo>
                <a:lnTo>
                  <a:pt x="1418" y="322"/>
                </a:lnTo>
                <a:lnTo>
                  <a:pt x="1409" y="306"/>
                </a:lnTo>
                <a:lnTo>
                  <a:pt x="1398" y="291"/>
                </a:lnTo>
                <a:lnTo>
                  <a:pt x="1388" y="276"/>
                </a:lnTo>
                <a:lnTo>
                  <a:pt x="1376" y="262"/>
                </a:lnTo>
                <a:lnTo>
                  <a:pt x="1364" y="247"/>
                </a:lnTo>
                <a:lnTo>
                  <a:pt x="1351" y="234"/>
                </a:lnTo>
                <a:lnTo>
                  <a:pt x="1338" y="220"/>
                </a:lnTo>
                <a:lnTo>
                  <a:pt x="1324" y="207"/>
                </a:lnTo>
                <a:lnTo>
                  <a:pt x="1310" y="194"/>
                </a:lnTo>
                <a:lnTo>
                  <a:pt x="1294" y="181"/>
                </a:lnTo>
                <a:lnTo>
                  <a:pt x="1278" y="169"/>
                </a:lnTo>
                <a:lnTo>
                  <a:pt x="1262" y="157"/>
                </a:lnTo>
                <a:lnTo>
                  <a:pt x="1245" y="146"/>
                </a:lnTo>
                <a:lnTo>
                  <a:pt x="1228" y="134"/>
                </a:lnTo>
                <a:lnTo>
                  <a:pt x="1211" y="124"/>
                </a:lnTo>
                <a:lnTo>
                  <a:pt x="1193" y="113"/>
                </a:lnTo>
                <a:lnTo>
                  <a:pt x="1174" y="103"/>
                </a:lnTo>
                <a:lnTo>
                  <a:pt x="1155" y="94"/>
                </a:lnTo>
                <a:lnTo>
                  <a:pt x="1136" y="85"/>
                </a:lnTo>
                <a:lnTo>
                  <a:pt x="1116" y="76"/>
                </a:lnTo>
                <a:lnTo>
                  <a:pt x="1096" y="68"/>
                </a:lnTo>
                <a:lnTo>
                  <a:pt x="1075" y="60"/>
                </a:lnTo>
                <a:lnTo>
                  <a:pt x="1055" y="53"/>
                </a:lnTo>
                <a:lnTo>
                  <a:pt x="1034" y="46"/>
                </a:lnTo>
                <a:lnTo>
                  <a:pt x="1012" y="40"/>
                </a:lnTo>
                <a:lnTo>
                  <a:pt x="991" y="34"/>
                </a:lnTo>
                <a:lnTo>
                  <a:pt x="969" y="28"/>
                </a:lnTo>
                <a:lnTo>
                  <a:pt x="947" y="23"/>
                </a:lnTo>
                <a:lnTo>
                  <a:pt x="924" y="19"/>
                </a:lnTo>
                <a:lnTo>
                  <a:pt x="902" y="15"/>
                </a:lnTo>
                <a:lnTo>
                  <a:pt x="879" y="12"/>
                </a:lnTo>
                <a:lnTo>
                  <a:pt x="856" y="9"/>
                </a:lnTo>
                <a:lnTo>
                  <a:pt x="833" y="7"/>
                </a:lnTo>
                <a:lnTo>
                  <a:pt x="810" y="5"/>
                </a:lnTo>
                <a:lnTo>
                  <a:pt x="787" y="3"/>
                </a:lnTo>
                <a:lnTo>
                  <a:pt x="764" y="3"/>
                </a:lnTo>
                <a:lnTo>
                  <a:pt x="741" y="2"/>
                </a:lnTo>
                <a:lnTo>
                  <a:pt x="718" y="3"/>
                </a:lnTo>
                <a:lnTo>
                  <a:pt x="695" y="3"/>
                </a:lnTo>
                <a:lnTo>
                  <a:pt x="672" y="5"/>
                </a:lnTo>
                <a:lnTo>
                  <a:pt x="649" y="7"/>
                </a:lnTo>
                <a:lnTo>
                  <a:pt x="626" y="9"/>
                </a:lnTo>
                <a:lnTo>
                  <a:pt x="603" y="12"/>
                </a:lnTo>
                <a:lnTo>
                  <a:pt x="580" y="15"/>
                </a:lnTo>
                <a:lnTo>
                  <a:pt x="558" y="19"/>
                </a:lnTo>
                <a:lnTo>
                  <a:pt x="535" y="23"/>
                </a:lnTo>
                <a:lnTo>
                  <a:pt x="513" y="28"/>
                </a:lnTo>
                <a:lnTo>
                  <a:pt x="491" y="34"/>
                </a:lnTo>
                <a:lnTo>
                  <a:pt x="470" y="40"/>
                </a:lnTo>
                <a:lnTo>
                  <a:pt x="448" y="46"/>
                </a:lnTo>
                <a:lnTo>
                  <a:pt x="427" y="53"/>
                </a:lnTo>
                <a:lnTo>
                  <a:pt x="406" y="60"/>
                </a:lnTo>
                <a:lnTo>
                  <a:pt x="386" y="68"/>
                </a:lnTo>
                <a:lnTo>
                  <a:pt x="366" y="76"/>
                </a:lnTo>
                <a:lnTo>
                  <a:pt x="346" y="85"/>
                </a:lnTo>
                <a:lnTo>
                  <a:pt x="327" y="94"/>
                </a:lnTo>
                <a:lnTo>
                  <a:pt x="308" y="103"/>
                </a:lnTo>
                <a:lnTo>
                  <a:pt x="289" y="113"/>
                </a:lnTo>
                <a:lnTo>
                  <a:pt x="271" y="124"/>
                </a:lnTo>
                <a:lnTo>
                  <a:pt x="254" y="134"/>
                </a:lnTo>
                <a:lnTo>
                  <a:pt x="237" y="146"/>
                </a:lnTo>
                <a:lnTo>
                  <a:pt x="220" y="157"/>
                </a:lnTo>
                <a:lnTo>
                  <a:pt x="204" y="169"/>
                </a:lnTo>
                <a:lnTo>
                  <a:pt x="188" y="181"/>
                </a:lnTo>
                <a:lnTo>
                  <a:pt x="173" y="194"/>
                </a:lnTo>
                <a:lnTo>
                  <a:pt x="159" y="207"/>
                </a:lnTo>
                <a:lnTo>
                  <a:pt x="145" y="220"/>
                </a:lnTo>
                <a:lnTo>
                  <a:pt x="132" y="234"/>
                </a:lnTo>
                <a:lnTo>
                  <a:pt x="119" y="247"/>
                </a:lnTo>
                <a:lnTo>
                  <a:pt x="107" y="262"/>
                </a:lnTo>
                <a:lnTo>
                  <a:pt x="95" y="276"/>
                </a:lnTo>
                <a:lnTo>
                  <a:pt x="84" y="291"/>
                </a:lnTo>
                <a:lnTo>
                  <a:pt x="74" y="306"/>
                </a:lnTo>
                <a:lnTo>
                  <a:pt x="65" y="322"/>
                </a:lnTo>
                <a:lnTo>
                  <a:pt x="56" y="337"/>
                </a:lnTo>
                <a:lnTo>
                  <a:pt x="48" y="352"/>
                </a:lnTo>
                <a:lnTo>
                  <a:pt x="40" y="368"/>
                </a:lnTo>
                <a:lnTo>
                  <a:pt x="33" y="384"/>
                </a:lnTo>
                <a:lnTo>
                  <a:pt x="27" y="400"/>
                </a:lnTo>
                <a:lnTo>
                  <a:pt x="22" y="416"/>
                </a:lnTo>
                <a:lnTo>
                  <a:pt x="17" y="432"/>
                </a:lnTo>
                <a:lnTo>
                  <a:pt x="13" y="449"/>
                </a:lnTo>
                <a:lnTo>
                  <a:pt x="10" y="465"/>
                </a:lnTo>
                <a:lnTo>
                  <a:pt x="7" y="482"/>
                </a:lnTo>
                <a:lnTo>
                  <a:pt x="6" y="498"/>
                </a:lnTo>
                <a:lnTo>
                  <a:pt x="5" y="515"/>
                </a:lnTo>
                <a:lnTo>
                  <a:pt x="4" y="531"/>
                </a:lnTo>
                <a:lnTo>
                  <a:pt x="5" y="548"/>
                </a:lnTo>
                <a:lnTo>
                  <a:pt x="6" y="564"/>
                </a:lnTo>
                <a:lnTo>
                  <a:pt x="7" y="581"/>
                </a:lnTo>
                <a:lnTo>
                  <a:pt x="10" y="597"/>
                </a:lnTo>
                <a:lnTo>
                  <a:pt x="13" y="614"/>
                </a:lnTo>
                <a:lnTo>
                  <a:pt x="17" y="630"/>
                </a:lnTo>
                <a:lnTo>
                  <a:pt x="22" y="646"/>
                </a:lnTo>
                <a:lnTo>
                  <a:pt x="27" y="663"/>
                </a:lnTo>
                <a:lnTo>
                  <a:pt x="33" y="679"/>
                </a:lnTo>
                <a:lnTo>
                  <a:pt x="40" y="694"/>
                </a:lnTo>
                <a:lnTo>
                  <a:pt x="48" y="710"/>
                </a:lnTo>
                <a:lnTo>
                  <a:pt x="56" y="726"/>
                </a:lnTo>
                <a:lnTo>
                  <a:pt x="65" y="741"/>
                </a:lnTo>
                <a:lnTo>
                  <a:pt x="74" y="756"/>
                </a:lnTo>
                <a:lnTo>
                  <a:pt x="84" y="771"/>
                </a:lnTo>
                <a:lnTo>
                  <a:pt x="95" y="786"/>
                </a:lnTo>
                <a:lnTo>
                  <a:pt x="107" y="800"/>
                </a:lnTo>
                <a:lnTo>
                  <a:pt x="119" y="814"/>
                </a:lnTo>
                <a:lnTo>
                  <a:pt x="132" y="828"/>
                </a:lnTo>
                <a:lnTo>
                  <a:pt x="145" y="842"/>
                </a:lnTo>
                <a:lnTo>
                  <a:pt x="159" y="855"/>
                </a:lnTo>
                <a:lnTo>
                  <a:pt x="173" y="868"/>
                </a:lnTo>
                <a:lnTo>
                  <a:pt x="188" y="880"/>
                </a:lnTo>
                <a:lnTo>
                  <a:pt x="204" y="893"/>
                </a:lnTo>
                <a:lnTo>
                  <a:pt x="220" y="905"/>
                </a:lnTo>
                <a:lnTo>
                  <a:pt x="237" y="916"/>
                </a:lnTo>
                <a:lnTo>
                  <a:pt x="254" y="927"/>
                </a:lnTo>
                <a:lnTo>
                  <a:pt x="271" y="938"/>
                </a:lnTo>
                <a:lnTo>
                  <a:pt x="289" y="948"/>
                </a:lnTo>
                <a:lnTo>
                  <a:pt x="308" y="958"/>
                </a:lnTo>
                <a:lnTo>
                  <a:pt x="327" y="968"/>
                </a:lnTo>
                <a:lnTo>
                  <a:pt x="346" y="977"/>
                </a:lnTo>
                <a:lnTo>
                  <a:pt x="366" y="986"/>
                </a:lnTo>
                <a:lnTo>
                  <a:pt x="386" y="994"/>
                </a:lnTo>
                <a:lnTo>
                  <a:pt x="406" y="1002"/>
                </a:lnTo>
                <a:lnTo>
                  <a:pt x="427" y="1009"/>
                </a:lnTo>
                <a:lnTo>
                  <a:pt x="448" y="1016"/>
                </a:lnTo>
                <a:lnTo>
                  <a:pt x="470" y="1022"/>
                </a:lnTo>
                <a:lnTo>
                  <a:pt x="491" y="1028"/>
                </a:lnTo>
                <a:lnTo>
                  <a:pt x="513" y="1033"/>
                </a:lnTo>
                <a:lnTo>
                  <a:pt x="535" y="1038"/>
                </a:lnTo>
                <a:lnTo>
                  <a:pt x="558" y="1043"/>
                </a:lnTo>
                <a:lnTo>
                  <a:pt x="580" y="1046"/>
                </a:lnTo>
                <a:lnTo>
                  <a:pt x="603" y="1050"/>
                </a:lnTo>
                <a:lnTo>
                  <a:pt x="626" y="1053"/>
                </a:lnTo>
                <a:lnTo>
                  <a:pt x="649" y="1055"/>
                </a:lnTo>
                <a:lnTo>
                  <a:pt x="672" y="1057"/>
                </a:lnTo>
                <a:lnTo>
                  <a:pt x="695" y="1058"/>
                </a:lnTo>
                <a:lnTo>
                  <a:pt x="718" y="1059"/>
                </a:lnTo>
                <a:lnTo>
                  <a:pt x="741" y="1059"/>
                </a:lnTo>
                <a:lnTo>
                  <a:pt x="764" y="1059"/>
                </a:lnTo>
                <a:lnTo>
                  <a:pt x="787" y="1058"/>
                </a:lnTo>
                <a:lnTo>
                  <a:pt x="810" y="1057"/>
                </a:lnTo>
                <a:lnTo>
                  <a:pt x="833" y="1055"/>
                </a:lnTo>
                <a:lnTo>
                  <a:pt x="856" y="1053"/>
                </a:lnTo>
                <a:lnTo>
                  <a:pt x="879" y="1050"/>
                </a:lnTo>
                <a:lnTo>
                  <a:pt x="902" y="1046"/>
                </a:lnTo>
                <a:lnTo>
                  <a:pt x="924" y="1043"/>
                </a:lnTo>
                <a:lnTo>
                  <a:pt x="947" y="1038"/>
                </a:lnTo>
                <a:lnTo>
                  <a:pt x="969" y="1033"/>
                </a:lnTo>
                <a:lnTo>
                  <a:pt x="991" y="1028"/>
                </a:lnTo>
                <a:lnTo>
                  <a:pt x="1012" y="1022"/>
                </a:lnTo>
                <a:lnTo>
                  <a:pt x="1034" y="1016"/>
                </a:lnTo>
                <a:lnTo>
                  <a:pt x="1055" y="1009"/>
                </a:lnTo>
                <a:lnTo>
                  <a:pt x="1075" y="1002"/>
                </a:lnTo>
                <a:lnTo>
                  <a:pt x="1096" y="994"/>
                </a:lnTo>
                <a:lnTo>
                  <a:pt x="1116" y="986"/>
                </a:lnTo>
                <a:lnTo>
                  <a:pt x="1136" y="977"/>
                </a:lnTo>
                <a:lnTo>
                  <a:pt x="1155" y="968"/>
                </a:lnTo>
                <a:lnTo>
                  <a:pt x="1174" y="958"/>
                </a:lnTo>
                <a:lnTo>
                  <a:pt x="1193" y="948"/>
                </a:lnTo>
                <a:lnTo>
                  <a:pt x="1211" y="938"/>
                </a:lnTo>
                <a:lnTo>
                  <a:pt x="1228" y="927"/>
                </a:lnTo>
                <a:lnTo>
                  <a:pt x="1245" y="916"/>
                </a:lnTo>
                <a:lnTo>
                  <a:pt x="1262" y="905"/>
                </a:lnTo>
                <a:lnTo>
                  <a:pt x="1278" y="893"/>
                </a:lnTo>
                <a:lnTo>
                  <a:pt x="1294" y="880"/>
                </a:lnTo>
                <a:lnTo>
                  <a:pt x="1310" y="868"/>
                </a:lnTo>
                <a:lnTo>
                  <a:pt x="1324" y="855"/>
                </a:lnTo>
                <a:lnTo>
                  <a:pt x="1338" y="842"/>
                </a:lnTo>
                <a:lnTo>
                  <a:pt x="1351" y="828"/>
                </a:lnTo>
                <a:lnTo>
                  <a:pt x="1364" y="814"/>
                </a:lnTo>
                <a:lnTo>
                  <a:pt x="1376" y="800"/>
                </a:lnTo>
                <a:lnTo>
                  <a:pt x="1388" y="786"/>
                </a:lnTo>
                <a:lnTo>
                  <a:pt x="1398" y="771"/>
                </a:lnTo>
                <a:lnTo>
                  <a:pt x="1409" y="756"/>
                </a:lnTo>
                <a:lnTo>
                  <a:pt x="1418" y="741"/>
                </a:lnTo>
                <a:lnTo>
                  <a:pt x="1427" y="726"/>
                </a:lnTo>
                <a:lnTo>
                  <a:pt x="1435" y="710"/>
                </a:lnTo>
                <a:lnTo>
                  <a:pt x="1443" y="694"/>
                </a:lnTo>
                <a:lnTo>
                  <a:pt x="1449" y="679"/>
                </a:lnTo>
                <a:lnTo>
                  <a:pt x="1456" y="663"/>
                </a:lnTo>
                <a:lnTo>
                  <a:pt x="1461" y="646"/>
                </a:lnTo>
                <a:lnTo>
                  <a:pt x="1466" y="630"/>
                </a:lnTo>
                <a:lnTo>
                  <a:pt x="1470" y="614"/>
                </a:lnTo>
                <a:lnTo>
                  <a:pt x="1473" y="597"/>
                </a:lnTo>
                <a:lnTo>
                  <a:pt x="1475" y="581"/>
                </a:lnTo>
                <a:lnTo>
                  <a:pt x="1477" y="564"/>
                </a:lnTo>
                <a:lnTo>
                  <a:pt x="1478" y="548"/>
                </a:lnTo>
                <a:lnTo>
                  <a:pt x="1479" y="531"/>
                </a:lnTo>
                <a:moveTo>
                  <a:pt x="1483" y="531"/>
                </a:moveTo>
                <a:lnTo>
                  <a:pt x="1482" y="548"/>
                </a:lnTo>
                <a:lnTo>
                  <a:pt x="1481" y="565"/>
                </a:lnTo>
                <a:lnTo>
                  <a:pt x="1479" y="581"/>
                </a:lnTo>
                <a:lnTo>
                  <a:pt x="1477" y="598"/>
                </a:lnTo>
                <a:lnTo>
                  <a:pt x="1473" y="614"/>
                </a:lnTo>
                <a:lnTo>
                  <a:pt x="1469" y="631"/>
                </a:lnTo>
                <a:lnTo>
                  <a:pt x="1465" y="647"/>
                </a:lnTo>
                <a:lnTo>
                  <a:pt x="1459" y="663"/>
                </a:lnTo>
                <a:lnTo>
                  <a:pt x="1453" y="679"/>
                </a:lnTo>
                <a:lnTo>
                  <a:pt x="1446" y="695"/>
                </a:lnTo>
                <a:lnTo>
                  <a:pt x="1439" y="711"/>
                </a:lnTo>
                <a:lnTo>
                  <a:pt x="1431" y="727"/>
                </a:lnTo>
                <a:lnTo>
                  <a:pt x="1422" y="742"/>
                </a:lnTo>
                <a:lnTo>
                  <a:pt x="1412" y="757"/>
                </a:lnTo>
                <a:lnTo>
                  <a:pt x="1402" y="772"/>
                </a:lnTo>
                <a:lnTo>
                  <a:pt x="1391" y="787"/>
                </a:lnTo>
                <a:lnTo>
                  <a:pt x="1379" y="801"/>
                </a:lnTo>
                <a:lnTo>
                  <a:pt x="1367" y="816"/>
                </a:lnTo>
                <a:lnTo>
                  <a:pt x="1355" y="830"/>
                </a:lnTo>
                <a:lnTo>
                  <a:pt x="1341" y="843"/>
                </a:lnTo>
                <a:lnTo>
                  <a:pt x="1327" y="857"/>
                </a:lnTo>
                <a:lnTo>
                  <a:pt x="1313" y="870"/>
                </a:lnTo>
                <a:lnTo>
                  <a:pt x="1297" y="882"/>
                </a:lnTo>
                <a:lnTo>
                  <a:pt x="1281" y="895"/>
                </a:lnTo>
                <a:lnTo>
                  <a:pt x="1265" y="907"/>
                </a:lnTo>
                <a:lnTo>
                  <a:pt x="1248" y="918"/>
                </a:lnTo>
                <a:lnTo>
                  <a:pt x="1231" y="929"/>
                </a:lnTo>
                <a:lnTo>
                  <a:pt x="1213" y="940"/>
                </a:lnTo>
                <a:lnTo>
                  <a:pt x="1195" y="951"/>
                </a:lnTo>
                <a:lnTo>
                  <a:pt x="1176" y="961"/>
                </a:lnTo>
                <a:lnTo>
                  <a:pt x="1157" y="970"/>
                </a:lnTo>
                <a:lnTo>
                  <a:pt x="1138" y="979"/>
                </a:lnTo>
                <a:lnTo>
                  <a:pt x="1118" y="988"/>
                </a:lnTo>
                <a:lnTo>
                  <a:pt x="1098" y="996"/>
                </a:lnTo>
                <a:lnTo>
                  <a:pt x="1077" y="1004"/>
                </a:lnTo>
                <a:lnTo>
                  <a:pt x="1056" y="1011"/>
                </a:lnTo>
                <a:lnTo>
                  <a:pt x="1035" y="1018"/>
                </a:lnTo>
                <a:lnTo>
                  <a:pt x="1014" y="1025"/>
                </a:lnTo>
                <a:lnTo>
                  <a:pt x="992" y="1031"/>
                </a:lnTo>
                <a:lnTo>
                  <a:pt x="970" y="1036"/>
                </a:lnTo>
                <a:lnTo>
                  <a:pt x="948" y="1041"/>
                </a:lnTo>
                <a:lnTo>
                  <a:pt x="925" y="1045"/>
                </a:lnTo>
                <a:lnTo>
                  <a:pt x="903" y="1049"/>
                </a:lnTo>
                <a:lnTo>
                  <a:pt x="880" y="1053"/>
                </a:lnTo>
                <a:lnTo>
                  <a:pt x="857" y="1055"/>
                </a:lnTo>
                <a:lnTo>
                  <a:pt x="834" y="1058"/>
                </a:lnTo>
                <a:lnTo>
                  <a:pt x="811" y="1060"/>
                </a:lnTo>
                <a:lnTo>
                  <a:pt x="787" y="1061"/>
                </a:lnTo>
                <a:lnTo>
                  <a:pt x="764" y="1062"/>
                </a:lnTo>
                <a:lnTo>
                  <a:pt x="741" y="1062"/>
                </a:lnTo>
                <a:lnTo>
                  <a:pt x="718" y="1062"/>
                </a:lnTo>
                <a:lnTo>
                  <a:pt x="694" y="1061"/>
                </a:lnTo>
                <a:lnTo>
                  <a:pt x="671" y="1060"/>
                </a:lnTo>
                <a:lnTo>
                  <a:pt x="648" y="1058"/>
                </a:lnTo>
                <a:lnTo>
                  <a:pt x="625" y="1055"/>
                </a:lnTo>
                <a:lnTo>
                  <a:pt x="602" y="1053"/>
                </a:lnTo>
                <a:lnTo>
                  <a:pt x="579" y="1049"/>
                </a:lnTo>
                <a:lnTo>
                  <a:pt x="557" y="1045"/>
                </a:lnTo>
                <a:lnTo>
                  <a:pt x="534" y="1041"/>
                </a:lnTo>
                <a:lnTo>
                  <a:pt x="512" y="1036"/>
                </a:lnTo>
                <a:lnTo>
                  <a:pt x="490" y="1031"/>
                </a:lnTo>
                <a:lnTo>
                  <a:pt x="468" y="1025"/>
                </a:lnTo>
                <a:lnTo>
                  <a:pt x="447" y="1018"/>
                </a:lnTo>
                <a:lnTo>
                  <a:pt x="426" y="1011"/>
                </a:lnTo>
                <a:lnTo>
                  <a:pt x="405" y="1004"/>
                </a:lnTo>
                <a:lnTo>
                  <a:pt x="384" y="996"/>
                </a:lnTo>
                <a:lnTo>
                  <a:pt x="364" y="988"/>
                </a:lnTo>
                <a:lnTo>
                  <a:pt x="344" y="979"/>
                </a:lnTo>
                <a:lnTo>
                  <a:pt x="325" y="970"/>
                </a:lnTo>
                <a:lnTo>
                  <a:pt x="306" y="961"/>
                </a:lnTo>
                <a:lnTo>
                  <a:pt x="287" y="951"/>
                </a:lnTo>
                <a:lnTo>
                  <a:pt x="269" y="940"/>
                </a:lnTo>
                <a:lnTo>
                  <a:pt x="251" y="929"/>
                </a:lnTo>
                <a:lnTo>
                  <a:pt x="234" y="918"/>
                </a:lnTo>
                <a:lnTo>
                  <a:pt x="217" y="907"/>
                </a:lnTo>
                <a:lnTo>
                  <a:pt x="201" y="895"/>
                </a:lnTo>
                <a:lnTo>
                  <a:pt x="185" y="882"/>
                </a:lnTo>
                <a:lnTo>
                  <a:pt x="170" y="870"/>
                </a:lnTo>
                <a:lnTo>
                  <a:pt x="156" y="857"/>
                </a:lnTo>
                <a:lnTo>
                  <a:pt x="142" y="843"/>
                </a:lnTo>
                <a:lnTo>
                  <a:pt x="128" y="830"/>
                </a:lnTo>
                <a:lnTo>
                  <a:pt x="116" y="816"/>
                </a:lnTo>
                <a:lnTo>
                  <a:pt x="103" y="801"/>
                </a:lnTo>
                <a:lnTo>
                  <a:pt x="92" y="787"/>
                </a:lnTo>
                <a:lnTo>
                  <a:pt x="81" y="772"/>
                </a:lnTo>
                <a:lnTo>
                  <a:pt x="71" y="757"/>
                </a:lnTo>
                <a:lnTo>
                  <a:pt x="61" y="742"/>
                </a:lnTo>
                <a:lnTo>
                  <a:pt x="52" y="727"/>
                </a:lnTo>
                <a:lnTo>
                  <a:pt x="44" y="711"/>
                </a:lnTo>
                <a:lnTo>
                  <a:pt x="37" y="695"/>
                </a:lnTo>
                <a:lnTo>
                  <a:pt x="30" y="679"/>
                </a:lnTo>
                <a:lnTo>
                  <a:pt x="24" y="663"/>
                </a:lnTo>
                <a:lnTo>
                  <a:pt x="18" y="647"/>
                </a:lnTo>
                <a:lnTo>
                  <a:pt x="13" y="631"/>
                </a:lnTo>
                <a:lnTo>
                  <a:pt x="9" y="614"/>
                </a:lnTo>
                <a:lnTo>
                  <a:pt x="6" y="598"/>
                </a:lnTo>
                <a:lnTo>
                  <a:pt x="4" y="581"/>
                </a:lnTo>
                <a:lnTo>
                  <a:pt x="2" y="565"/>
                </a:lnTo>
                <a:lnTo>
                  <a:pt x="1" y="548"/>
                </a:lnTo>
                <a:lnTo>
                  <a:pt x="0" y="531"/>
                </a:lnTo>
                <a:lnTo>
                  <a:pt x="1" y="515"/>
                </a:lnTo>
                <a:lnTo>
                  <a:pt x="2" y="498"/>
                </a:lnTo>
                <a:lnTo>
                  <a:pt x="4" y="481"/>
                </a:lnTo>
                <a:lnTo>
                  <a:pt x="6" y="465"/>
                </a:lnTo>
                <a:lnTo>
                  <a:pt x="9" y="448"/>
                </a:lnTo>
                <a:lnTo>
                  <a:pt x="13" y="432"/>
                </a:lnTo>
                <a:lnTo>
                  <a:pt x="18" y="416"/>
                </a:lnTo>
                <a:lnTo>
                  <a:pt x="24" y="399"/>
                </a:lnTo>
                <a:lnTo>
                  <a:pt x="30" y="383"/>
                </a:lnTo>
                <a:lnTo>
                  <a:pt x="37" y="367"/>
                </a:lnTo>
                <a:lnTo>
                  <a:pt x="44" y="352"/>
                </a:lnTo>
                <a:lnTo>
                  <a:pt x="52" y="336"/>
                </a:lnTo>
                <a:lnTo>
                  <a:pt x="61" y="321"/>
                </a:lnTo>
                <a:lnTo>
                  <a:pt x="71" y="304"/>
                </a:lnTo>
                <a:lnTo>
                  <a:pt x="81" y="289"/>
                </a:lnTo>
                <a:lnTo>
                  <a:pt x="92" y="275"/>
                </a:lnTo>
                <a:lnTo>
                  <a:pt x="103" y="260"/>
                </a:lnTo>
                <a:lnTo>
                  <a:pt x="116" y="246"/>
                </a:lnTo>
                <a:lnTo>
                  <a:pt x="128" y="232"/>
                </a:lnTo>
                <a:lnTo>
                  <a:pt x="142" y="218"/>
                </a:lnTo>
                <a:lnTo>
                  <a:pt x="156" y="205"/>
                </a:lnTo>
                <a:lnTo>
                  <a:pt x="170" y="192"/>
                </a:lnTo>
                <a:lnTo>
                  <a:pt x="185" y="179"/>
                </a:lnTo>
                <a:lnTo>
                  <a:pt x="201" y="167"/>
                </a:lnTo>
                <a:lnTo>
                  <a:pt x="217" y="155"/>
                </a:lnTo>
                <a:lnTo>
                  <a:pt x="234" y="143"/>
                </a:lnTo>
                <a:lnTo>
                  <a:pt x="251" y="132"/>
                </a:lnTo>
                <a:lnTo>
                  <a:pt x="269" y="121"/>
                </a:lnTo>
                <a:lnTo>
                  <a:pt x="287" y="111"/>
                </a:lnTo>
                <a:lnTo>
                  <a:pt x="306" y="101"/>
                </a:lnTo>
                <a:lnTo>
                  <a:pt x="325" y="91"/>
                </a:lnTo>
                <a:lnTo>
                  <a:pt x="344" y="82"/>
                </a:lnTo>
                <a:lnTo>
                  <a:pt x="364" y="74"/>
                </a:lnTo>
                <a:lnTo>
                  <a:pt x="384" y="65"/>
                </a:lnTo>
                <a:lnTo>
                  <a:pt x="405" y="58"/>
                </a:lnTo>
                <a:lnTo>
                  <a:pt x="426" y="50"/>
                </a:lnTo>
                <a:lnTo>
                  <a:pt x="447" y="43"/>
                </a:lnTo>
                <a:lnTo>
                  <a:pt x="468" y="37"/>
                </a:lnTo>
                <a:lnTo>
                  <a:pt x="490" y="31"/>
                </a:lnTo>
                <a:lnTo>
                  <a:pt x="512" y="26"/>
                </a:lnTo>
                <a:lnTo>
                  <a:pt x="534" y="21"/>
                </a:lnTo>
                <a:lnTo>
                  <a:pt x="557" y="16"/>
                </a:lnTo>
                <a:lnTo>
                  <a:pt x="579" y="12"/>
                </a:lnTo>
                <a:lnTo>
                  <a:pt x="602" y="9"/>
                </a:lnTo>
                <a:lnTo>
                  <a:pt x="625" y="6"/>
                </a:lnTo>
                <a:lnTo>
                  <a:pt x="648" y="4"/>
                </a:lnTo>
                <a:lnTo>
                  <a:pt x="671" y="2"/>
                </a:lnTo>
                <a:lnTo>
                  <a:pt x="694" y="1"/>
                </a:lnTo>
                <a:lnTo>
                  <a:pt x="718" y="0"/>
                </a:lnTo>
                <a:lnTo>
                  <a:pt x="741" y="0"/>
                </a:lnTo>
                <a:lnTo>
                  <a:pt x="764" y="0"/>
                </a:lnTo>
                <a:lnTo>
                  <a:pt x="787" y="1"/>
                </a:lnTo>
                <a:lnTo>
                  <a:pt x="811" y="2"/>
                </a:lnTo>
                <a:lnTo>
                  <a:pt x="834" y="4"/>
                </a:lnTo>
                <a:lnTo>
                  <a:pt x="857" y="6"/>
                </a:lnTo>
                <a:lnTo>
                  <a:pt x="880" y="9"/>
                </a:lnTo>
                <a:lnTo>
                  <a:pt x="903" y="12"/>
                </a:lnTo>
                <a:lnTo>
                  <a:pt x="925" y="16"/>
                </a:lnTo>
                <a:lnTo>
                  <a:pt x="948" y="21"/>
                </a:lnTo>
                <a:lnTo>
                  <a:pt x="970" y="26"/>
                </a:lnTo>
                <a:lnTo>
                  <a:pt x="992" y="31"/>
                </a:lnTo>
                <a:lnTo>
                  <a:pt x="1014" y="37"/>
                </a:lnTo>
                <a:lnTo>
                  <a:pt x="1035" y="43"/>
                </a:lnTo>
                <a:lnTo>
                  <a:pt x="1056" y="50"/>
                </a:lnTo>
                <a:lnTo>
                  <a:pt x="1077" y="58"/>
                </a:lnTo>
                <a:lnTo>
                  <a:pt x="1098" y="65"/>
                </a:lnTo>
                <a:lnTo>
                  <a:pt x="1118" y="74"/>
                </a:lnTo>
                <a:lnTo>
                  <a:pt x="1138" y="82"/>
                </a:lnTo>
                <a:lnTo>
                  <a:pt x="1157" y="91"/>
                </a:lnTo>
                <a:lnTo>
                  <a:pt x="1176" y="101"/>
                </a:lnTo>
                <a:lnTo>
                  <a:pt x="1195" y="111"/>
                </a:lnTo>
                <a:lnTo>
                  <a:pt x="1213" y="121"/>
                </a:lnTo>
                <a:lnTo>
                  <a:pt x="1231" y="132"/>
                </a:lnTo>
                <a:lnTo>
                  <a:pt x="1248" y="143"/>
                </a:lnTo>
                <a:lnTo>
                  <a:pt x="1265" y="155"/>
                </a:lnTo>
                <a:lnTo>
                  <a:pt x="1281" y="167"/>
                </a:lnTo>
                <a:lnTo>
                  <a:pt x="1297" y="179"/>
                </a:lnTo>
                <a:lnTo>
                  <a:pt x="1313" y="192"/>
                </a:lnTo>
                <a:lnTo>
                  <a:pt x="1327" y="205"/>
                </a:lnTo>
                <a:lnTo>
                  <a:pt x="1341" y="218"/>
                </a:lnTo>
                <a:lnTo>
                  <a:pt x="1355" y="232"/>
                </a:lnTo>
                <a:lnTo>
                  <a:pt x="1367" y="246"/>
                </a:lnTo>
                <a:lnTo>
                  <a:pt x="1379" y="260"/>
                </a:lnTo>
                <a:lnTo>
                  <a:pt x="1391" y="275"/>
                </a:lnTo>
                <a:lnTo>
                  <a:pt x="1402" y="289"/>
                </a:lnTo>
                <a:lnTo>
                  <a:pt x="1412" y="304"/>
                </a:lnTo>
                <a:lnTo>
                  <a:pt x="1422" y="321"/>
                </a:lnTo>
                <a:lnTo>
                  <a:pt x="1431" y="336"/>
                </a:lnTo>
                <a:lnTo>
                  <a:pt x="1439" y="352"/>
                </a:lnTo>
                <a:lnTo>
                  <a:pt x="1446" y="367"/>
                </a:lnTo>
                <a:lnTo>
                  <a:pt x="1453" y="383"/>
                </a:lnTo>
                <a:lnTo>
                  <a:pt x="1459" y="399"/>
                </a:lnTo>
                <a:lnTo>
                  <a:pt x="1465" y="416"/>
                </a:lnTo>
                <a:lnTo>
                  <a:pt x="1469" y="432"/>
                </a:lnTo>
                <a:lnTo>
                  <a:pt x="1473" y="448"/>
                </a:lnTo>
                <a:lnTo>
                  <a:pt x="1477" y="465"/>
                </a:lnTo>
                <a:lnTo>
                  <a:pt x="1479" y="481"/>
                </a:lnTo>
                <a:lnTo>
                  <a:pt x="1481" y="498"/>
                </a:lnTo>
                <a:lnTo>
                  <a:pt x="1482" y="515"/>
                </a:lnTo>
                <a:lnTo>
                  <a:pt x="1483" y="531"/>
                </a:lnTo>
                <a:close/>
              </a:path>
            </a:pathLst>
          </a:custGeom>
          <a:solidFill>
            <a:srgbClr val="ffad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59" name=""/>
          <p:cNvSpPr/>
          <p:nvPr/>
        </p:nvSpPr>
        <p:spPr>
          <a:xfrm>
            <a:off x="7794360" y="2752200"/>
            <a:ext cx="536400" cy="384480"/>
          </a:xfrm>
          <a:custGeom>
            <a:avLst/>
            <a:gdLst/>
            <a:ahLst/>
            <a:rect l="0" t="0" r="r" b="b"/>
            <a:pathLst>
              <a:path w="1490" h="1068">
                <a:moveTo>
                  <a:pt x="1487" y="534"/>
                </a:moveTo>
                <a:lnTo>
                  <a:pt x="1486" y="518"/>
                </a:lnTo>
                <a:lnTo>
                  <a:pt x="1485" y="501"/>
                </a:lnTo>
                <a:lnTo>
                  <a:pt x="1483" y="484"/>
                </a:lnTo>
                <a:lnTo>
                  <a:pt x="1481" y="468"/>
                </a:lnTo>
                <a:lnTo>
                  <a:pt x="1477" y="451"/>
                </a:lnTo>
                <a:lnTo>
                  <a:pt x="1473" y="435"/>
                </a:lnTo>
                <a:lnTo>
                  <a:pt x="1469" y="419"/>
                </a:lnTo>
                <a:lnTo>
                  <a:pt x="1463" y="402"/>
                </a:lnTo>
                <a:lnTo>
                  <a:pt x="1457" y="386"/>
                </a:lnTo>
                <a:lnTo>
                  <a:pt x="1450" y="370"/>
                </a:lnTo>
                <a:lnTo>
                  <a:pt x="1443" y="355"/>
                </a:lnTo>
                <a:lnTo>
                  <a:pt x="1435" y="338"/>
                </a:lnTo>
                <a:lnTo>
                  <a:pt x="1425" y="323"/>
                </a:lnTo>
                <a:lnTo>
                  <a:pt x="1415" y="307"/>
                </a:lnTo>
                <a:lnTo>
                  <a:pt x="1405" y="292"/>
                </a:lnTo>
                <a:lnTo>
                  <a:pt x="1394" y="278"/>
                </a:lnTo>
                <a:lnTo>
                  <a:pt x="1382" y="263"/>
                </a:lnTo>
                <a:lnTo>
                  <a:pt x="1370" y="249"/>
                </a:lnTo>
                <a:lnTo>
                  <a:pt x="1358" y="235"/>
                </a:lnTo>
                <a:lnTo>
                  <a:pt x="1344" y="221"/>
                </a:lnTo>
                <a:lnTo>
                  <a:pt x="1330" y="208"/>
                </a:lnTo>
                <a:lnTo>
                  <a:pt x="1316" y="195"/>
                </a:lnTo>
                <a:lnTo>
                  <a:pt x="1301" y="182"/>
                </a:lnTo>
                <a:lnTo>
                  <a:pt x="1285" y="170"/>
                </a:lnTo>
                <a:lnTo>
                  <a:pt x="1269" y="158"/>
                </a:lnTo>
                <a:lnTo>
                  <a:pt x="1252" y="146"/>
                </a:lnTo>
                <a:lnTo>
                  <a:pt x="1235" y="135"/>
                </a:lnTo>
                <a:lnTo>
                  <a:pt x="1217" y="124"/>
                </a:lnTo>
                <a:lnTo>
                  <a:pt x="1199" y="114"/>
                </a:lnTo>
                <a:lnTo>
                  <a:pt x="1180" y="104"/>
                </a:lnTo>
                <a:lnTo>
                  <a:pt x="1161" y="94"/>
                </a:lnTo>
                <a:lnTo>
                  <a:pt x="1142" y="85"/>
                </a:lnTo>
                <a:lnTo>
                  <a:pt x="1122" y="77"/>
                </a:lnTo>
                <a:lnTo>
                  <a:pt x="1102" y="68"/>
                </a:lnTo>
                <a:lnTo>
                  <a:pt x="1081" y="61"/>
                </a:lnTo>
                <a:lnTo>
                  <a:pt x="1060" y="53"/>
                </a:lnTo>
                <a:lnTo>
                  <a:pt x="1039" y="46"/>
                </a:lnTo>
                <a:lnTo>
                  <a:pt x="1018" y="40"/>
                </a:lnTo>
                <a:lnTo>
                  <a:pt x="996" y="34"/>
                </a:lnTo>
                <a:lnTo>
                  <a:pt x="974" y="29"/>
                </a:lnTo>
                <a:lnTo>
                  <a:pt x="952" y="24"/>
                </a:lnTo>
                <a:lnTo>
                  <a:pt x="929" y="19"/>
                </a:lnTo>
                <a:lnTo>
                  <a:pt x="907" y="15"/>
                </a:lnTo>
                <a:lnTo>
                  <a:pt x="884" y="12"/>
                </a:lnTo>
                <a:lnTo>
                  <a:pt x="861" y="9"/>
                </a:lnTo>
                <a:lnTo>
                  <a:pt x="838" y="7"/>
                </a:lnTo>
                <a:lnTo>
                  <a:pt x="815" y="5"/>
                </a:lnTo>
                <a:lnTo>
                  <a:pt x="791" y="4"/>
                </a:lnTo>
                <a:lnTo>
                  <a:pt x="768" y="3"/>
                </a:lnTo>
                <a:lnTo>
                  <a:pt x="745" y="3"/>
                </a:lnTo>
                <a:lnTo>
                  <a:pt x="722" y="3"/>
                </a:lnTo>
                <a:lnTo>
                  <a:pt x="698" y="4"/>
                </a:lnTo>
                <a:lnTo>
                  <a:pt x="675" y="5"/>
                </a:lnTo>
                <a:lnTo>
                  <a:pt x="652" y="7"/>
                </a:lnTo>
                <a:lnTo>
                  <a:pt x="629" y="9"/>
                </a:lnTo>
                <a:lnTo>
                  <a:pt x="606" y="12"/>
                </a:lnTo>
                <a:lnTo>
                  <a:pt x="583" y="15"/>
                </a:lnTo>
                <a:lnTo>
                  <a:pt x="561" y="19"/>
                </a:lnTo>
                <a:lnTo>
                  <a:pt x="538" y="24"/>
                </a:lnTo>
                <a:lnTo>
                  <a:pt x="516" y="29"/>
                </a:lnTo>
                <a:lnTo>
                  <a:pt x="494" y="34"/>
                </a:lnTo>
                <a:lnTo>
                  <a:pt x="472" y="40"/>
                </a:lnTo>
                <a:lnTo>
                  <a:pt x="451" y="46"/>
                </a:lnTo>
                <a:lnTo>
                  <a:pt x="430" y="53"/>
                </a:lnTo>
                <a:lnTo>
                  <a:pt x="409" y="61"/>
                </a:lnTo>
                <a:lnTo>
                  <a:pt x="388" y="68"/>
                </a:lnTo>
                <a:lnTo>
                  <a:pt x="368" y="77"/>
                </a:lnTo>
                <a:lnTo>
                  <a:pt x="348" y="85"/>
                </a:lnTo>
                <a:lnTo>
                  <a:pt x="329" y="94"/>
                </a:lnTo>
                <a:lnTo>
                  <a:pt x="310" y="104"/>
                </a:lnTo>
                <a:lnTo>
                  <a:pt x="291" y="114"/>
                </a:lnTo>
                <a:lnTo>
                  <a:pt x="273" y="124"/>
                </a:lnTo>
                <a:lnTo>
                  <a:pt x="255" y="135"/>
                </a:lnTo>
                <a:lnTo>
                  <a:pt x="238" y="146"/>
                </a:lnTo>
                <a:lnTo>
                  <a:pt x="221" y="158"/>
                </a:lnTo>
                <a:lnTo>
                  <a:pt x="205" y="170"/>
                </a:lnTo>
                <a:lnTo>
                  <a:pt x="189" y="182"/>
                </a:lnTo>
                <a:lnTo>
                  <a:pt x="174" y="195"/>
                </a:lnTo>
                <a:lnTo>
                  <a:pt x="160" y="208"/>
                </a:lnTo>
                <a:lnTo>
                  <a:pt x="146" y="221"/>
                </a:lnTo>
                <a:lnTo>
                  <a:pt x="132" y="235"/>
                </a:lnTo>
                <a:lnTo>
                  <a:pt x="120" y="249"/>
                </a:lnTo>
                <a:lnTo>
                  <a:pt x="107" y="263"/>
                </a:lnTo>
                <a:lnTo>
                  <a:pt x="96" y="278"/>
                </a:lnTo>
                <a:lnTo>
                  <a:pt x="85" y="292"/>
                </a:lnTo>
                <a:lnTo>
                  <a:pt x="75" y="307"/>
                </a:lnTo>
                <a:lnTo>
                  <a:pt x="65" y="323"/>
                </a:lnTo>
                <a:lnTo>
                  <a:pt x="56" y="338"/>
                </a:lnTo>
                <a:lnTo>
                  <a:pt x="48" y="355"/>
                </a:lnTo>
                <a:lnTo>
                  <a:pt x="41" y="370"/>
                </a:lnTo>
                <a:lnTo>
                  <a:pt x="34" y="386"/>
                </a:lnTo>
                <a:lnTo>
                  <a:pt x="28" y="402"/>
                </a:lnTo>
                <a:lnTo>
                  <a:pt x="22" y="419"/>
                </a:lnTo>
                <a:lnTo>
                  <a:pt x="17" y="435"/>
                </a:lnTo>
                <a:lnTo>
                  <a:pt x="13" y="451"/>
                </a:lnTo>
                <a:lnTo>
                  <a:pt x="10" y="468"/>
                </a:lnTo>
                <a:lnTo>
                  <a:pt x="8" y="484"/>
                </a:lnTo>
                <a:lnTo>
                  <a:pt x="6" y="501"/>
                </a:lnTo>
                <a:lnTo>
                  <a:pt x="5" y="518"/>
                </a:lnTo>
                <a:lnTo>
                  <a:pt x="4" y="534"/>
                </a:lnTo>
                <a:lnTo>
                  <a:pt x="5" y="551"/>
                </a:lnTo>
                <a:lnTo>
                  <a:pt x="6" y="568"/>
                </a:lnTo>
                <a:lnTo>
                  <a:pt x="8" y="584"/>
                </a:lnTo>
                <a:lnTo>
                  <a:pt x="10" y="601"/>
                </a:lnTo>
                <a:lnTo>
                  <a:pt x="13" y="617"/>
                </a:lnTo>
                <a:lnTo>
                  <a:pt x="17" y="634"/>
                </a:lnTo>
                <a:lnTo>
                  <a:pt x="22" y="650"/>
                </a:lnTo>
                <a:lnTo>
                  <a:pt x="28" y="666"/>
                </a:lnTo>
                <a:lnTo>
                  <a:pt x="34" y="682"/>
                </a:lnTo>
                <a:lnTo>
                  <a:pt x="41" y="698"/>
                </a:lnTo>
                <a:lnTo>
                  <a:pt x="48" y="714"/>
                </a:lnTo>
                <a:lnTo>
                  <a:pt x="56" y="730"/>
                </a:lnTo>
                <a:lnTo>
                  <a:pt x="65" y="745"/>
                </a:lnTo>
                <a:lnTo>
                  <a:pt x="75" y="760"/>
                </a:lnTo>
                <a:lnTo>
                  <a:pt x="85" y="775"/>
                </a:lnTo>
                <a:lnTo>
                  <a:pt x="96" y="790"/>
                </a:lnTo>
                <a:lnTo>
                  <a:pt x="107" y="804"/>
                </a:lnTo>
                <a:lnTo>
                  <a:pt x="120" y="819"/>
                </a:lnTo>
                <a:lnTo>
                  <a:pt x="132" y="833"/>
                </a:lnTo>
                <a:lnTo>
                  <a:pt x="146" y="846"/>
                </a:lnTo>
                <a:lnTo>
                  <a:pt x="160" y="860"/>
                </a:lnTo>
                <a:lnTo>
                  <a:pt x="174" y="873"/>
                </a:lnTo>
                <a:lnTo>
                  <a:pt x="189" y="885"/>
                </a:lnTo>
                <a:lnTo>
                  <a:pt x="205" y="898"/>
                </a:lnTo>
                <a:lnTo>
                  <a:pt x="221" y="910"/>
                </a:lnTo>
                <a:lnTo>
                  <a:pt x="238" y="921"/>
                </a:lnTo>
                <a:lnTo>
                  <a:pt x="255" y="932"/>
                </a:lnTo>
                <a:lnTo>
                  <a:pt x="273" y="943"/>
                </a:lnTo>
                <a:lnTo>
                  <a:pt x="291" y="954"/>
                </a:lnTo>
                <a:lnTo>
                  <a:pt x="310" y="964"/>
                </a:lnTo>
                <a:lnTo>
                  <a:pt x="329" y="973"/>
                </a:lnTo>
                <a:lnTo>
                  <a:pt x="348" y="982"/>
                </a:lnTo>
                <a:lnTo>
                  <a:pt x="368" y="991"/>
                </a:lnTo>
                <a:lnTo>
                  <a:pt x="388" y="999"/>
                </a:lnTo>
                <a:lnTo>
                  <a:pt x="409" y="1007"/>
                </a:lnTo>
                <a:lnTo>
                  <a:pt x="430" y="1014"/>
                </a:lnTo>
                <a:lnTo>
                  <a:pt x="451" y="1021"/>
                </a:lnTo>
                <a:lnTo>
                  <a:pt x="472" y="1028"/>
                </a:lnTo>
                <a:lnTo>
                  <a:pt x="494" y="1034"/>
                </a:lnTo>
                <a:lnTo>
                  <a:pt x="516" y="1039"/>
                </a:lnTo>
                <a:lnTo>
                  <a:pt x="538" y="1044"/>
                </a:lnTo>
                <a:lnTo>
                  <a:pt x="561" y="1048"/>
                </a:lnTo>
                <a:lnTo>
                  <a:pt x="583" y="1052"/>
                </a:lnTo>
                <a:lnTo>
                  <a:pt x="606" y="1056"/>
                </a:lnTo>
                <a:lnTo>
                  <a:pt x="629" y="1058"/>
                </a:lnTo>
                <a:lnTo>
                  <a:pt x="652" y="1061"/>
                </a:lnTo>
                <a:lnTo>
                  <a:pt x="675" y="1063"/>
                </a:lnTo>
                <a:lnTo>
                  <a:pt x="698" y="1064"/>
                </a:lnTo>
                <a:lnTo>
                  <a:pt x="722" y="1065"/>
                </a:lnTo>
                <a:lnTo>
                  <a:pt x="745" y="1065"/>
                </a:lnTo>
                <a:lnTo>
                  <a:pt x="768" y="1065"/>
                </a:lnTo>
                <a:lnTo>
                  <a:pt x="791" y="1064"/>
                </a:lnTo>
                <a:lnTo>
                  <a:pt x="815" y="1063"/>
                </a:lnTo>
                <a:lnTo>
                  <a:pt x="838" y="1061"/>
                </a:lnTo>
                <a:lnTo>
                  <a:pt x="861" y="1058"/>
                </a:lnTo>
                <a:lnTo>
                  <a:pt x="884" y="1056"/>
                </a:lnTo>
                <a:lnTo>
                  <a:pt x="907" y="1052"/>
                </a:lnTo>
                <a:lnTo>
                  <a:pt x="929" y="1048"/>
                </a:lnTo>
                <a:lnTo>
                  <a:pt x="952" y="1044"/>
                </a:lnTo>
                <a:lnTo>
                  <a:pt x="974" y="1039"/>
                </a:lnTo>
                <a:lnTo>
                  <a:pt x="996" y="1034"/>
                </a:lnTo>
                <a:lnTo>
                  <a:pt x="1018" y="1028"/>
                </a:lnTo>
                <a:lnTo>
                  <a:pt x="1039" y="1021"/>
                </a:lnTo>
                <a:lnTo>
                  <a:pt x="1060" y="1014"/>
                </a:lnTo>
                <a:lnTo>
                  <a:pt x="1081" y="1007"/>
                </a:lnTo>
                <a:lnTo>
                  <a:pt x="1102" y="999"/>
                </a:lnTo>
                <a:lnTo>
                  <a:pt x="1122" y="991"/>
                </a:lnTo>
                <a:lnTo>
                  <a:pt x="1142" y="982"/>
                </a:lnTo>
                <a:lnTo>
                  <a:pt x="1161" y="973"/>
                </a:lnTo>
                <a:lnTo>
                  <a:pt x="1180" y="964"/>
                </a:lnTo>
                <a:lnTo>
                  <a:pt x="1199" y="954"/>
                </a:lnTo>
                <a:lnTo>
                  <a:pt x="1217" y="943"/>
                </a:lnTo>
                <a:lnTo>
                  <a:pt x="1235" y="932"/>
                </a:lnTo>
                <a:lnTo>
                  <a:pt x="1252" y="921"/>
                </a:lnTo>
                <a:lnTo>
                  <a:pt x="1269" y="910"/>
                </a:lnTo>
                <a:lnTo>
                  <a:pt x="1285" y="898"/>
                </a:lnTo>
                <a:lnTo>
                  <a:pt x="1301" y="885"/>
                </a:lnTo>
                <a:lnTo>
                  <a:pt x="1316" y="873"/>
                </a:lnTo>
                <a:lnTo>
                  <a:pt x="1330" y="860"/>
                </a:lnTo>
                <a:lnTo>
                  <a:pt x="1344" y="846"/>
                </a:lnTo>
                <a:lnTo>
                  <a:pt x="1358" y="833"/>
                </a:lnTo>
                <a:lnTo>
                  <a:pt x="1370" y="819"/>
                </a:lnTo>
                <a:lnTo>
                  <a:pt x="1382" y="804"/>
                </a:lnTo>
                <a:lnTo>
                  <a:pt x="1394" y="790"/>
                </a:lnTo>
                <a:lnTo>
                  <a:pt x="1405" y="775"/>
                </a:lnTo>
                <a:lnTo>
                  <a:pt x="1415" y="760"/>
                </a:lnTo>
                <a:lnTo>
                  <a:pt x="1425" y="745"/>
                </a:lnTo>
                <a:lnTo>
                  <a:pt x="1435" y="730"/>
                </a:lnTo>
                <a:lnTo>
                  <a:pt x="1443" y="714"/>
                </a:lnTo>
                <a:lnTo>
                  <a:pt x="1450" y="698"/>
                </a:lnTo>
                <a:lnTo>
                  <a:pt x="1457" y="682"/>
                </a:lnTo>
                <a:lnTo>
                  <a:pt x="1463" y="666"/>
                </a:lnTo>
                <a:lnTo>
                  <a:pt x="1469" y="650"/>
                </a:lnTo>
                <a:lnTo>
                  <a:pt x="1473" y="634"/>
                </a:lnTo>
                <a:lnTo>
                  <a:pt x="1477" y="617"/>
                </a:lnTo>
                <a:lnTo>
                  <a:pt x="1481" y="601"/>
                </a:lnTo>
                <a:lnTo>
                  <a:pt x="1483" y="584"/>
                </a:lnTo>
                <a:lnTo>
                  <a:pt x="1485" y="568"/>
                </a:lnTo>
                <a:lnTo>
                  <a:pt x="1486" y="551"/>
                </a:lnTo>
                <a:lnTo>
                  <a:pt x="1487" y="534"/>
                </a:lnTo>
                <a:moveTo>
                  <a:pt x="1490" y="534"/>
                </a:moveTo>
                <a:lnTo>
                  <a:pt x="1490" y="551"/>
                </a:lnTo>
                <a:lnTo>
                  <a:pt x="1489" y="568"/>
                </a:lnTo>
                <a:lnTo>
                  <a:pt x="1487" y="584"/>
                </a:lnTo>
                <a:lnTo>
                  <a:pt x="1485" y="601"/>
                </a:lnTo>
                <a:lnTo>
                  <a:pt x="1481" y="618"/>
                </a:lnTo>
                <a:lnTo>
                  <a:pt x="1477" y="634"/>
                </a:lnTo>
                <a:lnTo>
                  <a:pt x="1473" y="651"/>
                </a:lnTo>
                <a:lnTo>
                  <a:pt x="1467" y="667"/>
                </a:lnTo>
                <a:lnTo>
                  <a:pt x="1461" y="683"/>
                </a:lnTo>
                <a:lnTo>
                  <a:pt x="1454" y="699"/>
                </a:lnTo>
                <a:lnTo>
                  <a:pt x="1446" y="715"/>
                </a:lnTo>
                <a:lnTo>
                  <a:pt x="1438" y="731"/>
                </a:lnTo>
                <a:lnTo>
                  <a:pt x="1428" y="746"/>
                </a:lnTo>
                <a:lnTo>
                  <a:pt x="1419" y="761"/>
                </a:lnTo>
                <a:lnTo>
                  <a:pt x="1408" y="776"/>
                </a:lnTo>
                <a:lnTo>
                  <a:pt x="1397" y="791"/>
                </a:lnTo>
                <a:lnTo>
                  <a:pt x="1386" y="806"/>
                </a:lnTo>
                <a:lnTo>
                  <a:pt x="1374" y="820"/>
                </a:lnTo>
                <a:lnTo>
                  <a:pt x="1361" y="834"/>
                </a:lnTo>
                <a:lnTo>
                  <a:pt x="1347" y="848"/>
                </a:lnTo>
                <a:lnTo>
                  <a:pt x="1333" y="861"/>
                </a:lnTo>
                <a:lnTo>
                  <a:pt x="1319" y="874"/>
                </a:lnTo>
                <a:lnTo>
                  <a:pt x="1303" y="887"/>
                </a:lnTo>
                <a:lnTo>
                  <a:pt x="1288" y="899"/>
                </a:lnTo>
                <a:lnTo>
                  <a:pt x="1271" y="911"/>
                </a:lnTo>
                <a:lnTo>
                  <a:pt x="1255" y="923"/>
                </a:lnTo>
                <a:lnTo>
                  <a:pt x="1237" y="934"/>
                </a:lnTo>
                <a:lnTo>
                  <a:pt x="1220" y="945"/>
                </a:lnTo>
                <a:lnTo>
                  <a:pt x="1201" y="956"/>
                </a:lnTo>
                <a:lnTo>
                  <a:pt x="1183" y="966"/>
                </a:lnTo>
                <a:lnTo>
                  <a:pt x="1163" y="975"/>
                </a:lnTo>
                <a:lnTo>
                  <a:pt x="1144" y="985"/>
                </a:lnTo>
                <a:lnTo>
                  <a:pt x="1124" y="993"/>
                </a:lnTo>
                <a:lnTo>
                  <a:pt x="1104" y="1002"/>
                </a:lnTo>
                <a:lnTo>
                  <a:pt x="1083" y="1010"/>
                </a:lnTo>
                <a:lnTo>
                  <a:pt x="1062" y="1017"/>
                </a:lnTo>
                <a:lnTo>
                  <a:pt x="1041" y="1024"/>
                </a:lnTo>
                <a:lnTo>
                  <a:pt x="1019" y="1030"/>
                </a:lnTo>
                <a:lnTo>
                  <a:pt x="997" y="1036"/>
                </a:lnTo>
                <a:lnTo>
                  <a:pt x="975" y="1042"/>
                </a:lnTo>
                <a:lnTo>
                  <a:pt x="953" y="1047"/>
                </a:lnTo>
                <a:lnTo>
                  <a:pt x="930" y="1051"/>
                </a:lnTo>
                <a:lnTo>
                  <a:pt x="907" y="1055"/>
                </a:lnTo>
                <a:lnTo>
                  <a:pt x="884" y="1058"/>
                </a:lnTo>
                <a:lnTo>
                  <a:pt x="861" y="1061"/>
                </a:lnTo>
                <a:lnTo>
                  <a:pt x="838" y="1063"/>
                </a:lnTo>
                <a:lnTo>
                  <a:pt x="815" y="1065"/>
                </a:lnTo>
                <a:lnTo>
                  <a:pt x="792" y="1067"/>
                </a:lnTo>
                <a:lnTo>
                  <a:pt x="768" y="1067"/>
                </a:lnTo>
                <a:lnTo>
                  <a:pt x="745" y="1068"/>
                </a:lnTo>
                <a:lnTo>
                  <a:pt x="722" y="1067"/>
                </a:lnTo>
                <a:lnTo>
                  <a:pt x="698" y="1067"/>
                </a:lnTo>
                <a:lnTo>
                  <a:pt x="675" y="1065"/>
                </a:lnTo>
                <a:lnTo>
                  <a:pt x="652" y="1063"/>
                </a:lnTo>
                <a:lnTo>
                  <a:pt x="628" y="1061"/>
                </a:lnTo>
                <a:lnTo>
                  <a:pt x="605" y="1058"/>
                </a:lnTo>
                <a:lnTo>
                  <a:pt x="583" y="1055"/>
                </a:lnTo>
                <a:lnTo>
                  <a:pt x="560" y="1051"/>
                </a:lnTo>
                <a:lnTo>
                  <a:pt x="537" y="1047"/>
                </a:lnTo>
                <a:lnTo>
                  <a:pt x="515" y="1042"/>
                </a:lnTo>
                <a:lnTo>
                  <a:pt x="493" y="1036"/>
                </a:lnTo>
                <a:lnTo>
                  <a:pt x="471" y="1030"/>
                </a:lnTo>
                <a:lnTo>
                  <a:pt x="449" y="1024"/>
                </a:lnTo>
                <a:lnTo>
                  <a:pt x="428" y="1017"/>
                </a:lnTo>
                <a:lnTo>
                  <a:pt x="407" y="1010"/>
                </a:lnTo>
                <a:lnTo>
                  <a:pt x="386" y="1002"/>
                </a:lnTo>
                <a:lnTo>
                  <a:pt x="366" y="993"/>
                </a:lnTo>
                <a:lnTo>
                  <a:pt x="346" y="985"/>
                </a:lnTo>
                <a:lnTo>
                  <a:pt x="326" y="975"/>
                </a:lnTo>
                <a:lnTo>
                  <a:pt x="307" y="966"/>
                </a:lnTo>
                <a:lnTo>
                  <a:pt x="289" y="956"/>
                </a:lnTo>
                <a:lnTo>
                  <a:pt x="270" y="945"/>
                </a:lnTo>
                <a:lnTo>
                  <a:pt x="253" y="934"/>
                </a:lnTo>
                <a:lnTo>
                  <a:pt x="235" y="923"/>
                </a:lnTo>
                <a:lnTo>
                  <a:pt x="218" y="911"/>
                </a:lnTo>
                <a:lnTo>
                  <a:pt x="202" y="899"/>
                </a:lnTo>
                <a:lnTo>
                  <a:pt x="186" y="887"/>
                </a:lnTo>
                <a:lnTo>
                  <a:pt x="171" y="874"/>
                </a:lnTo>
                <a:lnTo>
                  <a:pt x="157" y="861"/>
                </a:lnTo>
                <a:lnTo>
                  <a:pt x="143" y="848"/>
                </a:lnTo>
                <a:lnTo>
                  <a:pt x="129" y="834"/>
                </a:lnTo>
                <a:lnTo>
                  <a:pt x="116" y="820"/>
                </a:lnTo>
                <a:lnTo>
                  <a:pt x="104" y="806"/>
                </a:lnTo>
                <a:lnTo>
                  <a:pt x="93" y="791"/>
                </a:lnTo>
                <a:lnTo>
                  <a:pt x="82" y="776"/>
                </a:lnTo>
                <a:lnTo>
                  <a:pt x="71" y="761"/>
                </a:lnTo>
                <a:lnTo>
                  <a:pt x="62" y="746"/>
                </a:lnTo>
                <a:lnTo>
                  <a:pt x="53" y="731"/>
                </a:lnTo>
                <a:lnTo>
                  <a:pt x="44" y="715"/>
                </a:lnTo>
                <a:lnTo>
                  <a:pt x="37" y="699"/>
                </a:lnTo>
                <a:lnTo>
                  <a:pt x="30" y="683"/>
                </a:lnTo>
                <a:lnTo>
                  <a:pt x="24" y="667"/>
                </a:lnTo>
                <a:lnTo>
                  <a:pt x="18" y="651"/>
                </a:lnTo>
                <a:lnTo>
                  <a:pt x="14" y="634"/>
                </a:lnTo>
                <a:lnTo>
                  <a:pt x="10" y="618"/>
                </a:lnTo>
                <a:lnTo>
                  <a:pt x="6" y="601"/>
                </a:lnTo>
                <a:lnTo>
                  <a:pt x="4" y="584"/>
                </a:lnTo>
                <a:lnTo>
                  <a:pt x="2" y="568"/>
                </a:lnTo>
                <a:lnTo>
                  <a:pt x="1" y="551"/>
                </a:lnTo>
                <a:lnTo>
                  <a:pt x="0" y="534"/>
                </a:lnTo>
                <a:lnTo>
                  <a:pt x="1" y="518"/>
                </a:lnTo>
                <a:lnTo>
                  <a:pt x="2" y="501"/>
                </a:lnTo>
                <a:lnTo>
                  <a:pt x="4" y="484"/>
                </a:lnTo>
                <a:lnTo>
                  <a:pt x="6" y="467"/>
                </a:lnTo>
                <a:lnTo>
                  <a:pt x="10" y="451"/>
                </a:lnTo>
                <a:lnTo>
                  <a:pt x="14" y="434"/>
                </a:lnTo>
                <a:lnTo>
                  <a:pt x="18" y="418"/>
                </a:lnTo>
                <a:lnTo>
                  <a:pt x="24" y="402"/>
                </a:lnTo>
                <a:lnTo>
                  <a:pt x="30" y="385"/>
                </a:lnTo>
                <a:lnTo>
                  <a:pt x="37" y="369"/>
                </a:lnTo>
                <a:lnTo>
                  <a:pt x="44" y="354"/>
                </a:lnTo>
                <a:lnTo>
                  <a:pt x="53" y="337"/>
                </a:lnTo>
                <a:lnTo>
                  <a:pt x="62" y="321"/>
                </a:lnTo>
                <a:lnTo>
                  <a:pt x="71" y="306"/>
                </a:lnTo>
                <a:lnTo>
                  <a:pt x="82" y="291"/>
                </a:lnTo>
                <a:lnTo>
                  <a:pt x="93" y="276"/>
                </a:lnTo>
                <a:lnTo>
                  <a:pt x="104" y="262"/>
                </a:lnTo>
                <a:lnTo>
                  <a:pt x="116" y="247"/>
                </a:lnTo>
                <a:lnTo>
                  <a:pt x="129" y="233"/>
                </a:lnTo>
                <a:lnTo>
                  <a:pt x="143" y="220"/>
                </a:lnTo>
                <a:lnTo>
                  <a:pt x="157" y="206"/>
                </a:lnTo>
                <a:lnTo>
                  <a:pt x="171" y="193"/>
                </a:lnTo>
                <a:lnTo>
                  <a:pt x="186" y="181"/>
                </a:lnTo>
                <a:lnTo>
                  <a:pt x="202" y="168"/>
                </a:lnTo>
                <a:lnTo>
                  <a:pt x="218" y="156"/>
                </a:lnTo>
                <a:lnTo>
                  <a:pt x="235" y="144"/>
                </a:lnTo>
                <a:lnTo>
                  <a:pt x="253" y="133"/>
                </a:lnTo>
                <a:lnTo>
                  <a:pt x="270" y="122"/>
                </a:lnTo>
                <a:lnTo>
                  <a:pt x="289" y="112"/>
                </a:lnTo>
                <a:lnTo>
                  <a:pt x="307" y="102"/>
                </a:lnTo>
                <a:lnTo>
                  <a:pt x="326" y="92"/>
                </a:lnTo>
                <a:lnTo>
                  <a:pt x="346" y="83"/>
                </a:lnTo>
                <a:lnTo>
                  <a:pt x="366" y="74"/>
                </a:lnTo>
                <a:lnTo>
                  <a:pt x="386" y="66"/>
                </a:lnTo>
                <a:lnTo>
                  <a:pt x="407" y="58"/>
                </a:lnTo>
                <a:lnTo>
                  <a:pt x="428" y="51"/>
                </a:lnTo>
                <a:lnTo>
                  <a:pt x="449" y="44"/>
                </a:lnTo>
                <a:lnTo>
                  <a:pt x="471" y="37"/>
                </a:lnTo>
                <a:lnTo>
                  <a:pt x="493" y="31"/>
                </a:lnTo>
                <a:lnTo>
                  <a:pt x="515" y="26"/>
                </a:lnTo>
                <a:lnTo>
                  <a:pt x="537" y="21"/>
                </a:lnTo>
                <a:lnTo>
                  <a:pt x="560" y="17"/>
                </a:lnTo>
                <a:lnTo>
                  <a:pt x="583" y="13"/>
                </a:lnTo>
                <a:lnTo>
                  <a:pt x="605" y="9"/>
                </a:lnTo>
                <a:lnTo>
                  <a:pt x="628" y="6"/>
                </a:lnTo>
                <a:lnTo>
                  <a:pt x="652" y="4"/>
                </a:lnTo>
                <a:lnTo>
                  <a:pt x="675" y="2"/>
                </a:lnTo>
                <a:lnTo>
                  <a:pt x="698" y="1"/>
                </a:lnTo>
                <a:lnTo>
                  <a:pt x="722" y="0"/>
                </a:lnTo>
                <a:lnTo>
                  <a:pt x="745" y="0"/>
                </a:lnTo>
                <a:lnTo>
                  <a:pt x="768" y="0"/>
                </a:lnTo>
                <a:lnTo>
                  <a:pt x="792" y="1"/>
                </a:lnTo>
                <a:lnTo>
                  <a:pt x="815" y="2"/>
                </a:lnTo>
                <a:lnTo>
                  <a:pt x="838" y="4"/>
                </a:lnTo>
                <a:lnTo>
                  <a:pt x="861" y="6"/>
                </a:lnTo>
                <a:lnTo>
                  <a:pt x="884" y="9"/>
                </a:lnTo>
                <a:lnTo>
                  <a:pt x="907" y="13"/>
                </a:lnTo>
                <a:lnTo>
                  <a:pt x="930" y="17"/>
                </a:lnTo>
                <a:lnTo>
                  <a:pt x="953" y="21"/>
                </a:lnTo>
                <a:lnTo>
                  <a:pt x="975" y="26"/>
                </a:lnTo>
                <a:lnTo>
                  <a:pt x="997" y="31"/>
                </a:lnTo>
                <a:lnTo>
                  <a:pt x="1019" y="37"/>
                </a:lnTo>
                <a:lnTo>
                  <a:pt x="1041" y="44"/>
                </a:lnTo>
                <a:lnTo>
                  <a:pt x="1062" y="51"/>
                </a:lnTo>
                <a:lnTo>
                  <a:pt x="1083" y="58"/>
                </a:lnTo>
                <a:lnTo>
                  <a:pt x="1104" y="66"/>
                </a:lnTo>
                <a:lnTo>
                  <a:pt x="1124" y="74"/>
                </a:lnTo>
                <a:lnTo>
                  <a:pt x="1144" y="83"/>
                </a:lnTo>
                <a:lnTo>
                  <a:pt x="1163" y="92"/>
                </a:lnTo>
                <a:lnTo>
                  <a:pt x="1183" y="102"/>
                </a:lnTo>
                <a:lnTo>
                  <a:pt x="1201" y="112"/>
                </a:lnTo>
                <a:lnTo>
                  <a:pt x="1220" y="122"/>
                </a:lnTo>
                <a:lnTo>
                  <a:pt x="1237" y="133"/>
                </a:lnTo>
                <a:lnTo>
                  <a:pt x="1255" y="144"/>
                </a:lnTo>
                <a:lnTo>
                  <a:pt x="1271" y="156"/>
                </a:lnTo>
                <a:lnTo>
                  <a:pt x="1288" y="168"/>
                </a:lnTo>
                <a:lnTo>
                  <a:pt x="1303" y="181"/>
                </a:lnTo>
                <a:lnTo>
                  <a:pt x="1319" y="193"/>
                </a:lnTo>
                <a:lnTo>
                  <a:pt x="1333" y="206"/>
                </a:lnTo>
                <a:lnTo>
                  <a:pt x="1347" y="220"/>
                </a:lnTo>
                <a:lnTo>
                  <a:pt x="1361" y="233"/>
                </a:lnTo>
                <a:lnTo>
                  <a:pt x="1374" y="247"/>
                </a:lnTo>
                <a:lnTo>
                  <a:pt x="1386" y="262"/>
                </a:lnTo>
                <a:lnTo>
                  <a:pt x="1397" y="276"/>
                </a:lnTo>
                <a:lnTo>
                  <a:pt x="1408" y="291"/>
                </a:lnTo>
                <a:lnTo>
                  <a:pt x="1419" y="306"/>
                </a:lnTo>
                <a:lnTo>
                  <a:pt x="1428" y="321"/>
                </a:lnTo>
                <a:lnTo>
                  <a:pt x="1438" y="337"/>
                </a:lnTo>
                <a:lnTo>
                  <a:pt x="1446" y="354"/>
                </a:lnTo>
                <a:lnTo>
                  <a:pt x="1454" y="369"/>
                </a:lnTo>
                <a:lnTo>
                  <a:pt x="1461" y="385"/>
                </a:lnTo>
                <a:lnTo>
                  <a:pt x="1467" y="402"/>
                </a:lnTo>
                <a:lnTo>
                  <a:pt x="1473" y="418"/>
                </a:lnTo>
                <a:lnTo>
                  <a:pt x="1477" y="434"/>
                </a:lnTo>
                <a:lnTo>
                  <a:pt x="1481" y="451"/>
                </a:lnTo>
                <a:lnTo>
                  <a:pt x="1485" y="467"/>
                </a:lnTo>
                <a:lnTo>
                  <a:pt x="1487" y="484"/>
                </a:lnTo>
                <a:lnTo>
                  <a:pt x="1489" y="501"/>
                </a:lnTo>
                <a:lnTo>
                  <a:pt x="1490" y="518"/>
                </a:lnTo>
                <a:lnTo>
                  <a:pt x="1490" y="534"/>
                </a:lnTo>
                <a:close/>
              </a:path>
            </a:pathLst>
          </a:custGeom>
          <a:solidFill>
            <a:srgbClr val="ffac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0" name=""/>
          <p:cNvSpPr/>
          <p:nvPr/>
        </p:nvSpPr>
        <p:spPr>
          <a:xfrm>
            <a:off x="7793280" y="2751120"/>
            <a:ext cx="538920" cy="386280"/>
          </a:xfrm>
          <a:custGeom>
            <a:avLst/>
            <a:gdLst/>
            <a:ahLst/>
            <a:rect l="0" t="0" r="r" b="b"/>
            <a:pathLst>
              <a:path w="1497" h="1073">
                <a:moveTo>
                  <a:pt x="1493" y="537"/>
                </a:moveTo>
                <a:lnTo>
                  <a:pt x="1493" y="521"/>
                </a:lnTo>
                <a:lnTo>
                  <a:pt x="1492" y="504"/>
                </a:lnTo>
                <a:lnTo>
                  <a:pt x="1490" y="487"/>
                </a:lnTo>
                <a:lnTo>
                  <a:pt x="1488" y="470"/>
                </a:lnTo>
                <a:lnTo>
                  <a:pt x="1484" y="454"/>
                </a:lnTo>
                <a:lnTo>
                  <a:pt x="1480" y="437"/>
                </a:lnTo>
                <a:lnTo>
                  <a:pt x="1476" y="421"/>
                </a:lnTo>
                <a:lnTo>
                  <a:pt x="1470" y="405"/>
                </a:lnTo>
                <a:lnTo>
                  <a:pt x="1464" y="387"/>
                </a:lnTo>
                <a:lnTo>
                  <a:pt x="1457" y="371"/>
                </a:lnTo>
                <a:lnTo>
                  <a:pt x="1449" y="356"/>
                </a:lnTo>
                <a:lnTo>
                  <a:pt x="1441" y="340"/>
                </a:lnTo>
                <a:lnTo>
                  <a:pt x="1432" y="324"/>
                </a:lnTo>
                <a:lnTo>
                  <a:pt x="1423" y="309"/>
                </a:lnTo>
                <a:lnTo>
                  <a:pt x="1412" y="294"/>
                </a:lnTo>
                <a:lnTo>
                  <a:pt x="1401" y="279"/>
                </a:lnTo>
                <a:lnTo>
                  <a:pt x="1390" y="265"/>
                </a:lnTo>
                <a:lnTo>
                  <a:pt x="1378" y="250"/>
                </a:lnTo>
                <a:lnTo>
                  <a:pt x="1365" y="236"/>
                </a:lnTo>
                <a:lnTo>
                  <a:pt x="1351" y="223"/>
                </a:lnTo>
                <a:lnTo>
                  <a:pt x="1337" y="209"/>
                </a:lnTo>
                <a:lnTo>
                  <a:pt x="1323" y="196"/>
                </a:lnTo>
                <a:lnTo>
                  <a:pt x="1307" y="184"/>
                </a:lnTo>
                <a:lnTo>
                  <a:pt x="1292" y="171"/>
                </a:lnTo>
                <a:lnTo>
                  <a:pt x="1275" y="159"/>
                </a:lnTo>
                <a:lnTo>
                  <a:pt x="1259" y="147"/>
                </a:lnTo>
                <a:lnTo>
                  <a:pt x="1241" y="136"/>
                </a:lnTo>
                <a:lnTo>
                  <a:pt x="1224" y="125"/>
                </a:lnTo>
                <a:lnTo>
                  <a:pt x="1205" y="115"/>
                </a:lnTo>
                <a:lnTo>
                  <a:pt x="1187" y="105"/>
                </a:lnTo>
                <a:lnTo>
                  <a:pt x="1167" y="95"/>
                </a:lnTo>
                <a:lnTo>
                  <a:pt x="1148" y="86"/>
                </a:lnTo>
                <a:lnTo>
                  <a:pt x="1128" y="77"/>
                </a:lnTo>
                <a:lnTo>
                  <a:pt x="1108" y="69"/>
                </a:lnTo>
                <a:lnTo>
                  <a:pt x="1087" y="61"/>
                </a:lnTo>
                <a:lnTo>
                  <a:pt x="1066" y="54"/>
                </a:lnTo>
                <a:lnTo>
                  <a:pt x="1045" y="47"/>
                </a:lnTo>
                <a:lnTo>
                  <a:pt x="1023" y="40"/>
                </a:lnTo>
                <a:lnTo>
                  <a:pt x="1001" y="34"/>
                </a:lnTo>
                <a:lnTo>
                  <a:pt x="979" y="29"/>
                </a:lnTo>
                <a:lnTo>
                  <a:pt x="957" y="24"/>
                </a:lnTo>
                <a:lnTo>
                  <a:pt x="934" y="20"/>
                </a:lnTo>
                <a:lnTo>
                  <a:pt x="911" y="16"/>
                </a:lnTo>
                <a:lnTo>
                  <a:pt x="888" y="12"/>
                </a:lnTo>
                <a:lnTo>
                  <a:pt x="865" y="9"/>
                </a:lnTo>
                <a:lnTo>
                  <a:pt x="842" y="7"/>
                </a:lnTo>
                <a:lnTo>
                  <a:pt x="819" y="5"/>
                </a:lnTo>
                <a:lnTo>
                  <a:pt x="796" y="4"/>
                </a:lnTo>
                <a:lnTo>
                  <a:pt x="772" y="3"/>
                </a:lnTo>
                <a:lnTo>
                  <a:pt x="749" y="3"/>
                </a:lnTo>
                <a:lnTo>
                  <a:pt x="726" y="3"/>
                </a:lnTo>
                <a:lnTo>
                  <a:pt x="702" y="4"/>
                </a:lnTo>
                <a:lnTo>
                  <a:pt x="679" y="5"/>
                </a:lnTo>
                <a:lnTo>
                  <a:pt x="656" y="7"/>
                </a:lnTo>
                <a:lnTo>
                  <a:pt x="632" y="9"/>
                </a:lnTo>
                <a:lnTo>
                  <a:pt x="609" y="12"/>
                </a:lnTo>
                <a:lnTo>
                  <a:pt x="587" y="16"/>
                </a:lnTo>
                <a:lnTo>
                  <a:pt x="564" y="20"/>
                </a:lnTo>
                <a:lnTo>
                  <a:pt x="541" y="24"/>
                </a:lnTo>
                <a:lnTo>
                  <a:pt x="519" y="29"/>
                </a:lnTo>
                <a:lnTo>
                  <a:pt x="497" y="34"/>
                </a:lnTo>
                <a:lnTo>
                  <a:pt x="475" y="40"/>
                </a:lnTo>
                <a:lnTo>
                  <a:pt x="453" y="47"/>
                </a:lnTo>
                <a:lnTo>
                  <a:pt x="432" y="54"/>
                </a:lnTo>
                <a:lnTo>
                  <a:pt x="411" y="61"/>
                </a:lnTo>
                <a:lnTo>
                  <a:pt x="390" y="69"/>
                </a:lnTo>
                <a:lnTo>
                  <a:pt x="370" y="77"/>
                </a:lnTo>
                <a:lnTo>
                  <a:pt x="350" y="86"/>
                </a:lnTo>
                <a:lnTo>
                  <a:pt x="330" y="95"/>
                </a:lnTo>
                <a:lnTo>
                  <a:pt x="311" y="105"/>
                </a:lnTo>
                <a:lnTo>
                  <a:pt x="293" y="115"/>
                </a:lnTo>
                <a:lnTo>
                  <a:pt x="274" y="125"/>
                </a:lnTo>
                <a:lnTo>
                  <a:pt x="257" y="136"/>
                </a:lnTo>
                <a:lnTo>
                  <a:pt x="239" y="147"/>
                </a:lnTo>
                <a:lnTo>
                  <a:pt x="222" y="159"/>
                </a:lnTo>
                <a:lnTo>
                  <a:pt x="206" y="171"/>
                </a:lnTo>
                <a:lnTo>
                  <a:pt x="190" y="184"/>
                </a:lnTo>
                <a:lnTo>
                  <a:pt x="175" y="196"/>
                </a:lnTo>
                <a:lnTo>
                  <a:pt x="161" y="209"/>
                </a:lnTo>
                <a:lnTo>
                  <a:pt x="147" y="223"/>
                </a:lnTo>
                <a:lnTo>
                  <a:pt x="133" y="236"/>
                </a:lnTo>
                <a:lnTo>
                  <a:pt x="120" y="250"/>
                </a:lnTo>
                <a:lnTo>
                  <a:pt x="108" y="265"/>
                </a:lnTo>
                <a:lnTo>
                  <a:pt x="97" y="279"/>
                </a:lnTo>
                <a:lnTo>
                  <a:pt x="86" y="294"/>
                </a:lnTo>
                <a:lnTo>
                  <a:pt x="75" y="309"/>
                </a:lnTo>
                <a:lnTo>
                  <a:pt x="66" y="324"/>
                </a:lnTo>
                <a:lnTo>
                  <a:pt x="57" y="340"/>
                </a:lnTo>
                <a:lnTo>
                  <a:pt x="48" y="356"/>
                </a:lnTo>
                <a:lnTo>
                  <a:pt x="40" y="371"/>
                </a:lnTo>
                <a:lnTo>
                  <a:pt x="33" y="387"/>
                </a:lnTo>
                <a:lnTo>
                  <a:pt x="27" y="405"/>
                </a:lnTo>
                <a:lnTo>
                  <a:pt x="21" y="421"/>
                </a:lnTo>
                <a:lnTo>
                  <a:pt x="17" y="437"/>
                </a:lnTo>
                <a:lnTo>
                  <a:pt x="13" y="454"/>
                </a:lnTo>
                <a:lnTo>
                  <a:pt x="9" y="470"/>
                </a:lnTo>
                <a:lnTo>
                  <a:pt x="7" y="487"/>
                </a:lnTo>
                <a:lnTo>
                  <a:pt x="5" y="504"/>
                </a:lnTo>
                <a:lnTo>
                  <a:pt x="4" y="521"/>
                </a:lnTo>
                <a:lnTo>
                  <a:pt x="3" y="537"/>
                </a:lnTo>
                <a:lnTo>
                  <a:pt x="4" y="554"/>
                </a:lnTo>
                <a:lnTo>
                  <a:pt x="5" y="571"/>
                </a:lnTo>
                <a:lnTo>
                  <a:pt x="7" y="587"/>
                </a:lnTo>
                <a:lnTo>
                  <a:pt x="9" y="604"/>
                </a:lnTo>
                <a:lnTo>
                  <a:pt x="13" y="621"/>
                </a:lnTo>
                <a:lnTo>
                  <a:pt x="17" y="637"/>
                </a:lnTo>
                <a:lnTo>
                  <a:pt x="21" y="654"/>
                </a:lnTo>
                <a:lnTo>
                  <a:pt x="27" y="670"/>
                </a:lnTo>
                <a:lnTo>
                  <a:pt x="33" y="686"/>
                </a:lnTo>
                <a:lnTo>
                  <a:pt x="40" y="702"/>
                </a:lnTo>
                <a:lnTo>
                  <a:pt x="48" y="718"/>
                </a:lnTo>
                <a:lnTo>
                  <a:pt x="57" y="734"/>
                </a:lnTo>
                <a:lnTo>
                  <a:pt x="66" y="749"/>
                </a:lnTo>
                <a:lnTo>
                  <a:pt x="75" y="764"/>
                </a:lnTo>
                <a:lnTo>
                  <a:pt x="86" y="779"/>
                </a:lnTo>
                <a:lnTo>
                  <a:pt x="97" y="794"/>
                </a:lnTo>
                <a:lnTo>
                  <a:pt x="108" y="809"/>
                </a:lnTo>
                <a:lnTo>
                  <a:pt x="120" y="823"/>
                </a:lnTo>
                <a:lnTo>
                  <a:pt x="133" y="837"/>
                </a:lnTo>
                <a:lnTo>
                  <a:pt x="147" y="851"/>
                </a:lnTo>
                <a:lnTo>
                  <a:pt x="161" y="864"/>
                </a:lnTo>
                <a:lnTo>
                  <a:pt x="175" y="877"/>
                </a:lnTo>
                <a:lnTo>
                  <a:pt x="190" y="890"/>
                </a:lnTo>
                <a:lnTo>
                  <a:pt x="206" y="902"/>
                </a:lnTo>
                <a:lnTo>
                  <a:pt x="222" y="914"/>
                </a:lnTo>
                <a:lnTo>
                  <a:pt x="239" y="926"/>
                </a:lnTo>
                <a:lnTo>
                  <a:pt x="257" y="937"/>
                </a:lnTo>
                <a:lnTo>
                  <a:pt x="274" y="948"/>
                </a:lnTo>
                <a:lnTo>
                  <a:pt x="293" y="959"/>
                </a:lnTo>
                <a:lnTo>
                  <a:pt x="311" y="969"/>
                </a:lnTo>
                <a:lnTo>
                  <a:pt x="330" y="978"/>
                </a:lnTo>
                <a:lnTo>
                  <a:pt x="350" y="988"/>
                </a:lnTo>
                <a:lnTo>
                  <a:pt x="370" y="996"/>
                </a:lnTo>
                <a:lnTo>
                  <a:pt x="390" y="1005"/>
                </a:lnTo>
                <a:lnTo>
                  <a:pt x="411" y="1013"/>
                </a:lnTo>
                <a:lnTo>
                  <a:pt x="432" y="1020"/>
                </a:lnTo>
                <a:lnTo>
                  <a:pt x="453" y="1027"/>
                </a:lnTo>
                <a:lnTo>
                  <a:pt x="475" y="1033"/>
                </a:lnTo>
                <a:lnTo>
                  <a:pt x="497" y="1039"/>
                </a:lnTo>
                <a:lnTo>
                  <a:pt x="519" y="1045"/>
                </a:lnTo>
                <a:lnTo>
                  <a:pt x="541" y="1050"/>
                </a:lnTo>
                <a:lnTo>
                  <a:pt x="564" y="1054"/>
                </a:lnTo>
                <a:lnTo>
                  <a:pt x="587" y="1058"/>
                </a:lnTo>
                <a:lnTo>
                  <a:pt x="609" y="1061"/>
                </a:lnTo>
                <a:lnTo>
                  <a:pt x="632" y="1064"/>
                </a:lnTo>
                <a:lnTo>
                  <a:pt x="656" y="1066"/>
                </a:lnTo>
                <a:lnTo>
                  <a:pt x="679" y="1068"/>
                </a:lnTo>
                <a:lnTo>
                  <a:pt x="702" y="1070"/>
                </a:lnTo>
                <a:lnTo>
                  <a:pt x="726" y="1070"/>
                </a:lnTo>
                <a:lnTo>
                  <a:pt x="749" y="1071"/>
                </a:lnTo>
                <a:lnTo>
                  <a:pt x="772" y="1070"/>
                </a:lnTo>
                <a:lnTo>
                  <a:pt x="796" y="1070"/>
                </a:lnTo>
                <a:lnTo>
                  <a:pt x="819" y="1068"/>
                </a:lnTo>
                <a:lnTo>
                  <a:pt x="842" y="1066"/>
                </a:lnTo>
                <a:lnTo>
                  <a:pt x="865" y="1064"/>
                </a:lnTo>
                <a:lnTo>
                  <a:pt x="888" y="1061"/>
                </a:lnTo>
                <a:lnTo>
                  <a:pt x="911" y="1058"/>
                </a:lnTo>
                <a:lnTo>
                  <a:pt x="934" y="1054"/>
                </a:lnTo>
                <a:lnTo>
                  <a:pt x="957" y="1050"/>
                </a:lnTo>
                <a:lnTo>
                  <a:pt x="979" y="1045"/>
                </a:lnTo>
                <a:lnTo>
                  <a:pt x="1001" y="1039"/>
                </a:lnTo>
                <a:lnTo>
                  <a:pt x="1023" y="1033"/>
                </a:lnTo>
                <a:lnTo>
                  <a:pt x="1045" y="1027"/>
                </a:lnTo>
                <a:lnTo>
                  <a:pt x="1066" y="1020"/>
                </a:lnTo>
                <a:lnTo>
                  <a:pt x="1087" y="1013"/>
                </a:lnTo>
                <a:lnTo>
                  <a:pt x="1108" y="1005"/>
                </a:lnTo>
                <a:lnTo>
                  <a:pt x="1128" y="996"/>
                </a:lnTo>
                <a:lnTo>
                  <a:pt x="1148" y="988"/>
                </a:lnTo>
                <a:lnTo>
                  <a:pt x="1167" y="978"/>
                </a:lnTo>
                <a:lnTo>
                  <a:pt x="1187" y="969"/>
                </a:lnTo>
                <a:lnTo>
                  <a:pt x="1205" y="959"/>
                </a:lnTo>
                <a:lnTo>
                  <a:pt x="1224" y="948"/>
                </a:lnTo>
                <a:lnTo>
                  <a:pt x="1241" y="937"/>
                </a:lnTo>
                <a:lnTo>
                  <a:pt x="1259" y="926"/>
                </a:lnTo>
                <a:lnTo>
                  <a:pt x="1275" y="914"/>
                </a:lnTo>
                <a:lnTo>
                  <a:pt x="1292" y="902"/>
                </a:lnTo>
                <a:lnTo>
                  <a:pt x="1307" y="890"/>
                </a:lnTo>
                <a:lnTo>
                  <a:pt x="1323" y="877"/>
                </a:lnTo>
                <a:lnTo>
                  <a:pt x="1337" y="864"/>
                </a:lnTo>
                <a:lnTo>
                  <a:pt x="1351" y="851"/>
                </a:lnTo>
                <a:lnTo>
                  <a:pt x="1365" y="837"/>
                </a:lnTo>
                <a:lnTo>
                  <a:pt x="1378" y="823"/>
                </a:lnTo>
                <a:lnTo>
                  <a:pt x="1390" y="809"/>
                </a:lnTo>
                <a:lnTo>
                  <a:pt x="1401" y="794"/>
                </a:lnTo>
                <a:lnTo>
                  <a:pt x="1412" y="779"/>
                </a:lnTo>
                <a:lnTo>
                  <a:pt x="1423" y="764"/>
                </a:lnTo>
                <a:lnTo>
                  <a:pt x="1432" y="749"/>
                </a:lnTo>
                <a:lnTo>
                  <a:pt x="1441" y="734"/>
                </a:lnTo>
                <a:lnTo>
                  <a:pt x="1449" y="718"/>
                </a:lnTo>
                <a:lnTo>
                  <a:pt x="1457" y="702"/>
                </a:lnTo>
                <a:lnTo>
                  <a:pt x="1464" y="686"/>
                </a:lnTo>
                <a:lnTo>
                  <a:pt x="1470" y="670"/>
                </a:lnTo>
                <a:lnTo>
                  <a:pt x="1476" y="654"/>
                </a:lnTo>
                <a:lnTo>
                  <a:pt x="1480" y="637"/>
                </a:lnTo>
                <a:lnTo>
                  <a:pt x="1484" y="621"/>
                </a:lnTo>
                <a:lnTo>
                  <a:pt x="1488" y="604"/>
                </a:lnTo>
                <a:lnTo>
                  <a:pt x="1490" y="587"/>
                </a:lnTo>
                <a:lnTo>
                  <a:pt x="1492" y="571"/>
                </a:lnTo>
                <a:lnTo>
                  <a:pt x="1493" y="554"/>
                </a:lnTo>
                <a:lnTo>
                  <a:pt x="1493" y="537"/>
                </a:lnTo>
                <a:moveTo>
                  <a:pt x="1497" y="537"/>
                </a:moveTo>
                <a:lnTo>
                  <a:pt x="1497" y="554"/>
                </a:lnTo>
                <a:lnTo>
                  <a:pt x="1496" y="571"/>
                </a:lnTo>
                <a:lnTo>
                  <a:pt x="1494" y="588"/>
                </a:lnTo>
                <a:lnTo>
                  <a:pt x="1491" y="605"/>
                </a:lnTo>
                <a:lnTo>
                  <a:pt x="1488" y="621"/>
                </a:lnTo>
                <a:lnTo>
                  <a:pt x="1484" y="638"/>
                </a:lnTo>
                <a:lnTo>
                  <a:pt x="1479" y="654"/>
                </a:lnTo>
                <a:lnTo>
                  <a:pt x="1474" y="671"/>
                </a:lnTo>
                <a:lnTo>
                  <a:pt x="1468" y="687"/>
                </a:lnTo>
                <a:lnTo>
                  <a:pt x="1461" y="703"/>
                </a:lnTo>
                <a:lnTo>
                  <a:pt x="1453" y="719"/>
                </a:lnTo>
                <a:lnTo>
                  <a:pt x="1445" y="735"/>
                </a:lnTo>
                <a:lnTo>
                  <a:pt x="1436" y="750"/>
                </a:lnTo>
                <a:lnTo>
                  <a:pt x="1426" y="766"/>
                </a:lnTo>
                <a:lnTo>
                  <a:pt x="1416" y="781"/>
                </a:lnTo>
                <a:lnTo>
                  <a:pt x="1405" y="796"/>
                </a:lnTo>
                <a:lnTo>
                  <a:pt x="1393" y="810"/>
                </a:lnTo>
                <a:lnTo>
                  <a:pt x="1381" y="825"/>
                </a:lnTo>
                <a:lnTo>
                  <a:pt x="1368" y="839"/>
                </a:lnTo>
                <a:lnTo>
                  <a:pt x="1354" y="852"/>
                </a:lnTo>
                <a:lnTo>
                  <a:pt x="1340" y="866"/>
                </a:lnTo>
                <a:lnTo>
                  <a:pt x="1326" y="879"/>
                </a:lnTo>
                <a:lnTo>
                  <a:pt x="1310" y="892"/>
                </a:lnTo>
                <a:lnTo>
                  <a:pt x="1295" y="904"/>
                </a:lnTo>
                <a:lnTo>
                  <a:pt x="1278" y="916"/>
                </a:lnTo>
                <a:lnTo>
                  <a:pt x="1261" y="928"/>
                </a:lnTo>
                <a:lnTo>
                  <a:pt x="1244" y="939"/>
                </a:lnTo>
                <a:lnTo>
                  <a:pt x="1226" y="950"/>
                </a:lnTo>
                <a:lnTo>
                  <a:pt x="1208" y="961"/>
                </a:lnTo>
                <a:lnTo>
                  <a:pt x="1189" y="971"/>
                </a:lnTo>
                <a:lnTo>
                  <a:pt x="1170" y="981"/>
                </a:lnTo>
                <a:lnTo>
                  <a:pt x="1150" y="990"/>
                </a:lnTo>
                <a:lnTo>
                  <a:pt x="1130" y="999"/>
                </a:lnTo>
                <a:lnTo>
                  <a:pt x="1110" y="1007"/>
                </a:lnTo>
                <a:lnTo>
                  <a:pt x="1089" y="1015"/>
                </a:lnTo>
                <a:lnTo>
                  <a:pt x="1068" y="1022"/>
                </a:lnTo>
                <a:lnTo>
                  <a:pt x="1046" y="1029"/>
                </a:lnTo>
                <a:lnTo>
                  <a:pt x="1024" y="1036"/>
                </a:lnTo>
                <a:lnTo>
                  <a:pt x="1002" y="1042"/>
                </a:lnTo>
                <a:lnTo>
                  <a:pt x="980" y="1047"/>
                </a:lnTo>
                <a:lnTo>
                  <a:pt x="958" y="1052"/>
                </a:lnTo>
                <a:lnTo>
                  <a:pt x="935" y="1057"/>
                </a:lnTo>
                <a:lnTo>
                  <a:pt x="912" y="1061"/>
                </a:lnTo>
                <a:lnTo>
                  <a:pt x="889" y="1064"/>
                </a:lnTo>
                <a:lnTo>
                  <a:pt x="866" y="1067"/>
                </a:lnTo>
                <a:lnTo>
                  <a:pt x="843" y="1069"/>
                </a:lnTo>
                <a:lnTo>
                  <a:pt x="819" y="1071"/>
                </a:lnTo>
                <a:lnTo>
                  <a:pt x="796" y="1072"/>
                </a:lnTo>
                <a:lnTo>
                  <a:pt x="772" y="1073"/>
                </a:lnTo>
                <a:lnTo>
                  <a:pt x="749" y="1073"/>
                </a:lnTo>
                <a:lnTo>
                  <a:pt x="725" y="1073"/>
                </a:lnTo>
                <a:lnTo>
                  <a:pt x="702" y="1072"/>
                </a:lnTo>
                <a:lnTo>
                  <a:pt x="679" y="1071"/>
                </a:lnTo>
                <a:lnTo>
                  <a:pt x="655" y="1069"/>
                </a:lnTo>
                <a:lnTo>
                  <a:pt x="632" y="1067"/>
                </a:lnTo>
                <a:lnTo>
                  <a:pt x="609" y="1064"/>
                </a:lnTo>
                <a:lnTo>
                  <a:pt x="586" y="1061"/>
                </a:lnTo>
                <a:lnTo>
                  <a:pt x="563" y="1057"/>
                </a:lnTo>
                <a:lnTo>
                  <a:pt x="540" y="1052"/>
                </a:lnTo>
                <a:lnTo>
                  <a:pt x="518" y="1047"/>
                </a:lnTo>
                <a:lnTo>
                  <a:pt x="495" y="1042"/>
                </a:lnTo>
                <a:lnTo>
                  <a:pt x="473" y="1036"/>
                </a:lnTo>
                <a:lnTo>
                  <a:pt x="452" y="1029"/>
                </a:lnTo>
                <a:lnTo>
                  <a:pt x="430" y="1022"/>
                </a:lnTo>
                <a:lnTo>
                  <a:pt x="409" y="1015"/>
                </a:lnTo>
                <a:lnTo>
                  <a:pt x="388" y="1007"/>
                </a:lnTo>
                <a:lnTo>
                  <a:pt x="368" y="999"/>
                </a:lnTo>
                <a:lnTo>
                  <a:pt x="348" y="990"/>
                </a:lnTo>
                <a:lnTo>
                  <a:pt x="328" y="981"/>
                </a:lnTo>
                <a:lnTo>
                  <a:pt x="309" y="971"/>
                </a:lnTo>
                <a:lnTo>
                  <a:pt x="290" y="961"/>
                </a:lnTo>
                <a:lnTo>
                  <a:pt x="272" y="950"/>
                </a:lnTo>
                <a:lnTo>
                  <a:pt x="254" y="939"/>
                </a:lnTo>
                <a:lnTo>
                  <a:pt x="237" y="928"/>
                </a:lnTo>
                <a:lnTo>
                  <a:pt x="220" y="916"/>
                </a:lnTo>
                <a:lnTo>
                  <a:pt x="203" y="904"/>
                </a:lnTo>
                <a:lnTo>
                  <a:pt x="188" y="892"/>
                </a:lnTo>
                <a:lnTo>
                  <a:pt x="172" y="879"/>
                </a:lnTo>
                <a:lnTo>
                  <a:pt x="158" y="866"/>
                </a:lnTo>
                <a:lnTo>
                  <a:pt x="143" y="852"/>
                </a:lnTo>
                <a:lnTo>
                  <a:pt x="130" y="839"/>
                </a:lnTo>
                <a:lnTo>
                  <a:pt x="117" y="825"/>
                </a:lnTo>
                <a:lnTo>
                  <a:pt x="105" y="810"/>
                </a:lnTo>
                <a:lnTo>
                  <a:pt x="93" y="796"/>
                </a:lnTo>
                <a:lnTo>
                  <a:pt x="82" y="781"/>
                </a:lnTo>
                <a:lnTo>
                  <a:pt x="72" y="766"/>
                </a:lnTo>
                <a:lnTo>
                  <a:pt x="62" y="750"/>
                </a:lnTo>
                <a:lnTo>
                  <a:pt x="53" y="735"/>
                </a:lnTo>
                <a:lnTo>
                  <a:pt x="45" y="719"/>
                </a:lnTo>
                <a:lnTo>
                  <a:pt x="36" y="703"/>
                </a:lnTo>
                <a:lnTo>
                  <a:pt x="29" y="687"/>
                </a:lnTo>
                <a:lnTo>
                  <a:pt x="23" y="671"/>
                </a:lnTo>
                <a:lnTo>
                  <a:pt x="18" y="654"/>
                </a:lnTo>
                <a:lnTo>
                  <a:pt x="13" y="638"/>
                </a:lnTo>
                <a:lnTo>
                  <a:pt x="9" y="621"/>
                </a:lnTo>
                <a:lnTo>
                  <a:pt x="5" y="605"/>
                </a:lnTo>
                <a:lnTo>
                  <a:pt x="3" y="588"/>
                </a:lnTo>
                <a:lnTo>
                  <a:pt x="1" y="571"/>
                </a:lnTo>
                <a:lnTo>
                  <a:pt x="0" y="554"/>
                </a:lnTo>
                <a:lnTo>
                  <a:pt x="0" y="537"/>
                </a:lnTo>
                <a:lnTo>
                  <a:pt x="0" y="520"/>
                </a:lnTo>
                <a:lnTo>
                  <a:pt x="1" y="504"/>
                </a:lnTo>
                <a:lnTo>
                  <a:pt x="3" y="487"/>
                </a:lnTo>
                <a:lnTo>
                  <a:pt x="5" y="470"/>
                </a:lnTo>
                <a:lnTo>
                  <a:pt x="9" y="453"/>
                </a:lnTo>
                <a:lnTo>
                  <a:pt x="13" y="437"/>
                </a:lnTo>
                <a:lnTo>
                  <a:pt x="18" y="420"/>
                </a:lnTo>
                <a:lnTo>
                  <a:pt x="23" y="404"/>
                </a:lnTo>
                <a:lnTo>
                  <a:pt x="29" y="387"/>
                </a:lnTo>
                <a:lnTo>
                  <a:pt x="36" y="371"/>
                </a:lnTo>
                <a:lnTo>
                  <a:pt x="45" y="355"/>
                </a:lnTo>
                <a:lnTo>
                  <a:pt x="53" y="339"/>
                </a:lnTo>
                <a:lnTo>
                  <a:pt x="62" y="323"/>
                </a:lnTo>
                <a:lnTo>
                  <a:pt x="72" y="308"/>
                </a:lnTo>
                <a:lnTo>
                  <a:pt x="82" y="293"/>
                </a:lnTo>
                <a:lnTo>
                  <a:pt x="93" y="278"/>
                </a:lnTo>
                <a:lnTo>
                  <a:pt x="105" y="263"/>
                </a:lnTo>
                <a:lnTo>
                  <a:pt x="117" y="249"/>
                </a:lnTo>
                <a:lnTo>
                  <a:pt x="130" y="235"/>
                </a:lnTo>
                <a:lnTo>
                  <a:pt x="143" y="221"/>
                </a:lnTo>
                <a:lnTo>
                  <a:pt x="158" y="208"/>
                </a:lnTo>
                <a:lnTo>
                  <a:pt x="172" y="195"/>
                </a:lnTo>
                <a:lnTo>
                  <a:pt x="188" y="182"/>
                </a:lnTo>
                <a:lnTo>
                  <a:pt x="203" y="169"/>
                </a:lnTo>
                <a:lnTo>
                  <a:pt x="220" y="157"/>
                </a:lnTo>
                <a:lnTo>
                  <a:pt x="237" y="145"/>
                </a:lnTo>
                <a:lnTo>
                  <a:pt x="254" y="134"/>
                </a:lnTo>
                <a:lnTo>
                  <a:pt x="272" y="123"/>
                </a:lnTo>
                <a:lnTo>
                  <a:pt x="290" y="113"/>
                </a:lnTo>
                <a:lnTo>
                  <a:pt x="309" y="103"/>
                </a:lnTo>
                <a:lnTo>
                  <a:pt x="328" y="93"/>
                </a:lnTo>
                <a:lnTo>
                  <a:pt x="348" y="84"/>
                </a:lnTo>
                <a:lnTo>
                  <a:pt x="368" y="75"/>
                </a:lnTo>
                <a:lnTo>
                  <a:pt x="388" y="66"/>
                </a:lnTo>
                <a:lnTo>
                  <a:pt x="409" y="59"/>
                </a:lnTo>
                <a:lnTo>
                  <a:pt x="430" y="51"/>
                </a:lnTo>
                <a:lnTo>
                  <a:pt x="452" y="44"/>
                </a:lnTo>
                <a:lnTo>
                  <a:pt x="473" y="38"/>
                </a:lnTo>
                <a:lnTo>
                  <a:pt x="495" y="32"/>
                </a:lnTo>
                <a:lnTo>
                  <a:pt x="518" y="26"/>
                </a:lnTo>
                <a:lnTo>
                  <a:pt x="540" y="21"/>
                </a:lnTo>
                <a:lnTo>
                  <a:pt x="563" y="17"/>
                </a:lnTo>
                <a:lnTo>
                  <a:pt x="586" y="13"/>
                </a:lnTo>
                <a:lnTo>
                  <a:pt x="609" y="10"/>
                </a:lnTo>
                <a:lnTo>
                  <a:pt x="632" y="7"/>
                </a:lnTo>
                <a:lnTo>
                  <a:pt x="655" y="4"/>
                </a:lnTo>
                <a:lnTo>
                  <a:pt x="679" y="3"/>
                </a:lnTo>
                <a:lnTo>
                  <a:pt x="702" y="1"/>
                </a:lnTo>
                <a:lnTo>
                  <a:pt x="725" y="0"/>
                </a:lnTo>
                <a:lnTo>
                  <a:pt x="749" y="0"/>
                </a:lnTo>
                <a:lnTo>
                  <a:pt x="772" y="0"/>
                </a:lnTo>
                <a:lnTo>
                  <a:pt x="796" y="1"/>
                </a:lnTo>
                <a:lnTo>
                  <a:pt x="819" y="3"/>
                </a:lnTo>
                <a:lnTo>
                  <a:pt x="843" y="4"/>
                </a:lnTo>
                <a:lnTo>
                  <a:pt x="866" y="7"/>
                </a:lnTo>
                <a:lnTo>
                  <a:pt x="889" y="10"/>
                </a:lnTo>
                <a:lnTo>
                  <a:pt x="912" y="13"/>
                </a:lnTo>
                <a:lnTo>
                  <a:pt x="935" y="17"/>
                </a:lnTo>
                <a:lnTo>
                  <a:pt x="958" y="21"/>
                </a:lnTo>
                <a:lnTo>
                  <a:pt x="980" y="26"/>
                </a:lnTo>
                <a:lnTo>
                  <a:pt x="1002" y="32"/>
                </a:lnTo>
                <a:lnTo>
                  <a:pt x="1024" y="38"/>
                </a:lnTo>
                <a:lnTo>
                  <a:pt x="1046" y="44"/>
                </a:lnTo>
                <a:lnTo>
                  <a:pt x="1068" y="51"/>
                </a:lnTo>
                <a:lnTo>
                  <a:pt x="1089" y="59"/>
                </a:lnTo>
                <a:lnTo>
                  <a:pt x="1110" y="66"/>
                </a:lnTo>
                <a:lnTo>
                  <a:pt x="1130" y="75"/>
                </a:lnTo>
                <a:lnTo>
                  <a:pt x="1150" y="84"/>
                </a:lnTo>
                <a:lnTo>
                  <a:pt x="1170" y="93"/>
                </a:lnTo>
                <a:lnTo>
                  <a:pt x="1189" y="103"/>
                </a:lnTo>
                <a:lnTo>
                  <a:pt x="1208" y="113"/>
                </a:lnTo>
                <a:lnTo>
                  <a:pt x="1226" y="123"/>
                </a:lnTo>
                <a:lnTo>
                  <a:pt x="1244" y="134"/>
                </a:lnTo>
                <a:lnTo>
                  <a:pt x="1261" y="145"/>
                </a:lnTo>
                <a:lnTo>
                  <a:pt x="1278" y="157"/>
                </a:lnTo>
                <a:lnTo>
                  <a:pt x="1295" y="169"/>
                </a:lnTo>
                <a:lnTo>
                  <a:pt x="1310" y="182"/>
                </a:lnTo>
                <a:lnTo>
                  <a:pt x="1326" y="195"/>
                </a:lnTo>
                <a:lnTo>
                  <a:pt x="1340" y="208"/>
                </a:lnTo>
                <a:lnTo>
                  <a:pt x="1354" y="221"/>
                </a:lnTo>
                <a:lnTo>
                  <a:pt x="1368" y="235"/>
                </a:lnTo>
                <a:lnTo>
                  <a:pt x="1381" y="249"/>
                </a:lnTo>
                <a:lnTo>
                  <a:pt x="1393" y="263"/>
                </a:lnTo>
                <a:lnTo>
                  <a:pt x="1405" y="278"/>
                </a:lnTo>
                <a:lnTo>
                  <a:pt x="1416" y="293"/>
                </a:lnTo>
                <a:lnTo>
                  <a:pt x="1426" y="308"/>
                </a:lnTo>
                <a:lnTo>
                  <a:pt x="1436" y="323"/>
                </a:lnTo>
                <a:lnTo>
                  <a:pt x="1445" y="339"/>
                </a:lnTo>
                <a:lnTo>
                  <a:pt x="1453" y="355"/>
                </a:lnTo>
                <a:lnTo>
                  <a:pt x="1461" y="371"/>
                </a:lnTo>
                <a:lnTo>
                  <a:pt x="1468" y="387"/>
                </a:lnTo>
                <a:lnTo>
                  <a:pt x="1474" y="404"/>
                </a:lnTo>
                <a:lnTo>
                  <a:pt x="1479" y="420"/>
                </a:lnTo>
                <a:lnTo>
                  <a:pt x="1484" y="437"/>
                </a:lnTo>
                <a:lnTo>
                  <a:pt x="1488" y="453"/>
                </a:lnTo>
                <a:lnTo>
                  <a:pt x="1491" y="470"/>
                </a:lnTo>
                <a:lnTo>
                  <a:pt x="1494" y="487"/>
                </a:lnTo>
                <a:lnTo>
                  <a:pt x="1496" y="504"/>
                </a:lnTo>
                <a:lnTo>
                  <a:pt x="1497" y="520"/>
                </a:lnTo>
                <a:lnTo>
                  <a:pt x="1497" y="537"/>
                </a:lnTo>
                <a:close/>
              </a:path>
            </a:pathLst>
          </a:custGeom>
          <a:solidFill>
            <a:srgbClr val="ffac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1" name=""/>
          <p:cNvSpPr/>
          <p:nvPr/>
        </p:nvSpPr>
        <p:spPr>
          <a:xfrm>
            <a:off x="7791840" y="2750040"/>
            <a:ext cx="541800" cy="388440"/>
          </a:xfrm>
          <a:custGeom>
            <a:avLst/>
            <a:gdLst/>
            <a:ahLst/>
            <a:rect l="0" t="0" r="r" b="b"/>
            <a:pathLst>
              <a:path w="1505" h="1079">
                <a:moveTo>
                  <a:pt x="1501" y="540"/>
                </a:moveTo>
                <a:lnTo>
                  <a:pt x="1501" y="523"/>
                </a:lnTo>
                <a:lnTo>
                  <a:pt x="1500" y="507"/>
                </a:lnTo>
                <a:lnTo>
                  <a:pt x="1498" y="490"/>
                </a:lnTo>
                <a:lnTo>
                  <a:pt x="1495" y="473"/>
                </a:lnTo>
                <a:lnTo>
                  <a:pt x="1492" y="456"/>
                </a:lnTo>
                <a:lnTo>
                  <a:pt x="1488" y="440"/>
                </a:lnTo>
                <a:lnTo>
                  <a:pt x="1483" y="422"/>
                </a:lnTo>
                <a:lnTo>
                  <a:pt x="1478" y="406"/>
                </a:lnTo>
                <a:lnTo>
                  <a:pt x="1472" y="390"/>
                </a:lnTo>
                <a:lnTo>
                  <a:pt x="1465" y="374"/>
                </a:lnTo>
                <a:lnTo>
                  <a:pt x="1457" y="358"/>
                </a:lnTo>
                <a:lnTo>
                  <a:pt x="1449" y="342"/>
                </a:lnTo>
                <a:lnTo>
                  <a:pt x="1440" y="326"/>
                </a:lnTo>
                <a:lnTo>
                  <a:pt x="1430" y="311"/>
                </a:lnTo>
                <a:lnTo>
                  <a:pt x="1420" y="296"/>
                </a:lnTo>
                <a:lnTo>
                  <a:pt x="1409" y="281"/>
                </a:lnTo>
                <a:lnTo>
                  <a:pt x="1397" y="266"/>
                </a:lnTo>
                <a:lnTo>
                  <a:pt x="1385" y="252"/>
                </a:lnTo>
                <a:lnTo>
                  <a:pt x="1372" y="238"/>
                </a:lnTo>
                <a:lnTo>
                  <a:pt x="1358" y="224"/>
                </a:lnTo>
                <a:lnTo>
                  <a:pt x="1344" y="211"/>
                </a:lnTo>
                <a:lnTo>
                  <a:pt x="1330" y="198"/>
                </a:lnTo>
                <a:lnTo>
                  <a:pt x="1314" y="185"/>
                </a:lnTo>
                <a:lnTo>
                  <a:pt x="1299" y="172"/>
                </a:lnTo>
                <a:lnTo>
                  <a:pt x="1282" y="160"/>
                </a:lnTo>
                <a:lnTo>
                  <a:pt x="1265" y="148"/>
                </a:lnTo>
                <a:lnTo>
                  <a:pt x="1248" y="137"/>
                </a:lnTo>
                <a:lnTo>
                  <a:pt x="1230" y="126"/>
                </a:lnTo>
                <a:lnTo>
                  <a:pt x="1212" y="116"/>
                </a:lnTo>
                <a:lnTo>
                  <a:pt x="1193" y="106"/>
                </a:lnTo>
                <a:lnTo>
                  <a:pt x="1174" y="96"/>
                </a:lnTo>
                <a:lnTo>
                  <a:pt x="1154" y="87"/>
                </a:lnTo>
                <a:lnTo>
                  <a:pt x="1134" y="78"/>
                </a:lnTo>
                <a:lnTo>
                  <a:pt x="1114" y="69"/>
                </a:lnTo>
                <a:lnTo>
                  <a:pt x="1093" y="62"/>
                </a:lnTo>
                <a:lnTo>
                  <a:pt x="1072" y="54"/>
                </a:lnTo>
                <a:lnTo>
                  <a:pt x="1050" y="47"/>
                </a:lnTo>
                <a:lnTo>
                  <a:pt x="1028" y="41"/>
                </a:lnTo>
                <a:lnTo>
                  <a:pt x="1006" y="35"/>
                </a:lnTo>
                <a:lnTo>
                  <a:pt x="984" y="29"/>
                </a:lnTo>
                <a:lnTo>
                  <a:pt x="962" y="24"/>
                </a:lnTo>
                <a:lnTo>
                  <a:pt x="939" y="20"/>
                </a:lnTo>
                <a:lnTo>
                  <a:pt x="916" y="16"/>
                </a:lnTo>
                <a:lnTo>
                  <a:pt x="893" y="13"/>
                </a:lnTo>
                <a:lnTo>
                  <a:pt x="870" y="10"/>
                </a:lnTo>
                <a:lnTo>
                  <a:pt x="847" y="7"/>
                </a:lnTo>
                <a:lnTo>
                  <a:pt x="823" y="6"/>
                </a:lnTo>
                <a:lnTo>
                  <a:pt x="800" y="4"/>
                </a:lnTo>
                <a:lnTo>
                  <a:pt x="776" y="3"/>
                </a:lnTo>
                <a:lnTo>
                  <a:pt x="753" y="3"/>
                </a:lnTo>
                <a:lnTo>
                  <a:pt x="729" y="3"/>
                </a:lnTo>
                <a:lnTo>
                  <a:pt x="706" y="4"/>
                </a:lnTo>
                <a:lnTo>
                  <a:pt x="683" y="6"/>
                </a:lnTo>
                <a:lnTo>
                  <a:pt x="659" y="7"/>
                </a:lnTo>
                <a:lnTo>
                  <a:pt x="636" y="10"/>
                </a:lnTo>
                <a:lnTo>
                  <a:pt x="613" y="13"/>
                </a:lnTo>
                <a:lnTo>
                  <a:pt x="590" y="16"/>
                </a:lnTo>
                <a:lnTo>
                  <a:pt x="567" y="20"/>
                </a:lnTo>
                <a:lnTo>
                  <a:pt x="544" y="24"/>
                </a:lnTo>
                <a:lnTo>
                  <a:pt x="522" y="29"/>
                </a:lnTo>
                <a:lnTo>
                  <a:pt x="499" y="35"/>
                </a:lnTo>
                <a:lnTo>
                  <a:pt x="477" y="41"/>
                </a:lnTo>
                <a:lnTo>
                  <a:pt x="456" y="47"/>
                </a:lnTo>
                <a:lnTo>
                  <a:pt x="434" y="54"/>
                </a:lnTo>
                <a:lnTo>
                  <a:pt x="413" y="62"/>
                </a:lnTo>
                <a:lnTo>
                  <a:pt x="392" y="69"/>
                </a:lnTo>
                <a:lnTo>
                  <a:pt x="372" y="78"/>
                </a:lnTo>
                <a:lnTo>
                  <a:pt x="352" y="87"/>
                </a:lnTo>
                <a:lnTo>
                  <a:pt x="332" y="96"/>
                </a:lnTo>
                <a:lnTo>
                  <a:pt x="313" y="106"/>
                </a:lnTo>
                <a:lnTo>
                  <a:pt x="294" y="116"/>
                </a:lnTo>
                <a:lnTo>
                  <a:pt x="276" y="126"/>
                </a:lnTo>
                <a:lnTo>
                  <a:pt x="258" y="137"/>
                </a:lnTo>
                <a:lnTo>
                  <a:pt x="241" y="148"/>
                </a:lnTo>
                <a:lnTo>
                  <a:pt x="224" y="160"/>
                </a:lnTo>
                <a:lnTo>
                  <a:pt x="207" y="172"/>
                </a:lnTo>
                <a:lnTo>
                  <a:pt x="192" y="185"/>
                </a:lnTo>
                <a:lnTo>
                  <a:pt x="176" y="198"/>
                </a:lnTo>
                <a:lnTo>
                  <a:pt x="161" y="211"/>
                </a:lnTo>
                <a:lnTo>
                  <a:pt x="146" y="224"/>
                </a:lnTo>
                <a:lnTo>
                  <a:pt x="133" y="238"/>
                </a:lnTo>
                <a:lnTo>
                  <a:pt x="120" y="252"/>
                </a:lnTo>
                <a:lnTo>
                  <a:pt x="108" y="266"/>
                </a:lnTo>
                <a:lnTo>
                  <a:pt x="96" y="281"/>
                </a:lnTo>
                <a:lnTo>
                  <a:pt x="85" y="296"/>
                </a:lnTo>
                <a:lnTo>
                  <a:pt x="75" y="311"/>
                </a:lnTo>
                <a:lnTo>
                  <a:pt x="65" y="326"/>
                </a:lnTo>
                <a:lnTo>
                  <a:pt x="56" y="342"/>
                </a:lnTo>
                <a:lnTo>
                  <a:pt x="48" y="358"/>
                </a:lnTo>
                <a:lnTo>
                  <a:pt x="40" y="374"/>
                </a:lnTo>
                <a:lnTo>
                  <a:pt x="33" y="390"/>
                </a:lnTo>
                <a:lnTo>
                  <a:pt x="27" y="406"/>
                </a:lnTo>
                <a:lnTo>
                  <a:pt x="22" y="422"/>
                </a:lnTo>
                <a:lnTo>
                  <a:pt x="17" y="440"/>
                </a:lnTo>
                <a:lnTo>
                  <a:pt x="13" y="456"/>
                </a:lnTo>
                <a:lnTo>
                  <a:pt x="9" y="473"/>
                </a:lnTo>
                <a:lnTo>
                  <a:pt x="7" y="490"/>
                </a:lnTo>
                <a:lnTo>
                  <a:pt x="5" y="507"/>
                </a:lnTo>
                <a:lnTo>
                  <a:pt x="4" y="523"/>
                </a:lnTo>
                <a:lnTo>
                  <a:pt x="4" y="540"/>
                </a:lnTo>
                <a:lnTo>
                  <a:pt x="4" y="557"/>
                </a:lnTo>
                <a:lnTo>
                  <a:pt x="5" y="574"/>
                </a:lnTo>
                <a:lnTo>
                  <a:pt x="7" y="591"/>
                </a:lnTo>
                <a:lnTo>
                  <a:pt x="9" y="608"/>
                </a:lnTo>
                <a:lnTo>
                  <a:pt x="13" y="624"/>
                </a:lnTo>
                <a:lnTo>
                  <a:pt x="17" y="641"/>
                </a:lnTo>
                <a:lnTo>
                  <a:pt x="22" y="657"/>
                </a:lnTo>
                <a:lnTo>
                  <a:pt x="27" y="674"/>
                </a:lnTo>
                <a:lnTo>
                  <a:pt x="33" y="690"/>
                </a:lnTo>
                <a:lnTo>
                  <a:pt x="40" y="706"/>
                </a:lnTo>
                <a:lnTo>
                  <a:pt x="48" y="722"/>
                </a:lnTo>
                <a:lnTo>
                  <a:pt x="56" y="738"/>
                </a:lnTo>
                <a:lnTo>
                  <a:pt x="65" y="753"/>
                </a:lnTo>
                <a:lnTo>
                  <a:pt x="75" y="769"/>
                </a:lnTo>
                <a:lnTo>
                  <a:pt x="85" y="784"/>
                </a:lnTo>
                <a:lnTo>
                  <a:pt x="96" y="799"/>
                </a:lnTo>
                <a:lnTo>
                  <a:pt x="108" y="813"/>
                </a:lnTo>
                <a:lnTo>
                  <a:pt x="120" y="828"/>
                </a:lnTo>
                <a:lnTo>
                  <a:pt x="133" y="842"/>
                </a:lnTo>
                <a:lnTo>
                  <a:pt x="146" y="855"/>
                </a:lnTo>
                <a:lnTo>
                  <a:pt x="161" y="869"/>
                </a:lnTo>
                <a:lnTo>
                  <a:pt x="176" y="882"/>
                </a:lnTo>
                <a:lnTo>
                  <a:pt x="192" y="895"/>
                </a:lnTo>
                <a:lnTo>
                  <a:pt x="207" y="907"/>
                </a:lnTo>
                <a:lnTo>
                  <a:pt x="224" y="919"/>
                </a:lnTo>
                <a:lnTo>
                  <a:pt x="241" y="931"/>
                </a:lnTo>
                <a:lnTo>
                  <a:pt x="258" y="942"/>
                </a:lnTo>
                <a:lnTo>
                  <a:pt x="276" y="953"/>
                </a:lnTo>
                <a:lnTo>
                  <a:pt x="294" y="964"/>
                </a:lnTo>
                <a:lnTo>
                  <a:pt x="313" y="974"/>
                </a:lnTo>
                <a:lnTo>
                  <a:pt x="332" y="984"/>
                </a:lnTo>
                <a:lnTo>
                  <a:pt x="352" y="993"/>
                </a:lnTo>
                <a:lnTo>
                  <a:pt x="372" y="1002"/>
                </a:lnTo>
                <a:lnTo>
                  <a:pt x="392" y="1010"/>
                </a:lnTo>
                <a:lnTo>
                  <a:pt x="413" y="1018"/>
                </a:lnTo>
                <a:lnTo>
                  <a:pt x="434" y="1025"/>
                </a:lnTo>
                <a:lnTo>
                  <a:pt x="456" y="1032"/>
                </a:lnTo>
                <a:lnTo>
                  <a:pt x="477" y="1039"/>
                </a:lnTo>
                <a:lnTo>
                  <a:pt x="499" y="1045"/>
                </a:lnTo>
                <a:lnTo>
                  <a:pt x="522" y="1050"/>
                </a:lnTo>
                <a:lnTo>
                  <a:pt x="544" y="1055"/>
                </a:lnTo>
                <a:lnTo>
                  <a:pt x="567" y="1060"/>
                </a:lnTo>
                <a:lnTo>
                  <a:pt x="590" y="1064"/>
                </a:lnTo>
                <a:lnTo>
                  <a:pt x="613" y="1067"/>
                </a:lnTo>
                <a:lnTo>
                  <a:pt x="636" y="1070"/>
                </a:lnTo>
                <a:lnTo>
                  <a:pt x="659" y="1072"/>
                </a:lnTo>
                <a:lnTo>
                  <a:pt x="683" y="1074"/>
                </a:lnTo>
                <a:lnTo>
                  <a:pt x="706" y="1075"/>
                </a:lnTo>
                <a:lnTo>
                  <a:pt x="729" y="1076"/>
                </a:lnTo>
                <a:lnTo>
                  <a:pt x="753" y="1076"/>
                </a:lnTo>
                <a:lnTo>
                  <a:pt x="776" y="1076"/>
                </a:lnTo>
                <a:lnTo>
                  <a:pt x="800" y="1075"/>
                </a:lnTo>
                <a:lnTo>
                  <a:pt x="823" y="1074"/>
                </a:lnTo>
                <a:lnTo>
                  <a:pt x="847" y="1072"/>
                </a:lnTo>
                <a:lnTo>
                  <a:pt x="870" y="1070"/>
                </a:lnTo>
                <a:lnTo>
                  <a:pt x="893" y="1067"/>
                </a:lnTo>
                <a:lnTo>
                  <a:pt x="916" y="1064"/>
                </a:lnTo>
                <a:lnTo>
                  <a:pt x="939" y="1060"/>
                </a:lnTo>
                <a:lnTo>
                  <a:pt x="962" y="1055"/>
                </a:lnTo>
                <a:lnTo>
                  <a:pt x="984" y="1050"/>
                </a:lnTo>
                <a:lnTo>
                  <a:pt x="1006" y="1045"/>
                </a:lnTo>
                <a:lnTo>
                  <a:pt x="1028" y="1039"/>
                </a:lnTo>
                <a:lnTo>
                  <a:pt x="1050" y="1032"/>
                </a:lnTo>
                <a:lnTo>
                  <a:pt x="1072" y="1025"/>
                </a:lnTo>
                <a:lnTo>
                  <a:pt x="1093" y="1018"/>
                </a:lnTo>
                <a:lnTo>
                  <a:pt x="1114" y="1010"/>
                </a:lnTo>
                <a:lnTo>
                  <a:pt x="1134" y="1002"/>
                </a:lnTo>
                <a:lnTo>
                  <a:pt x="1154" y="993"/>
                </a:lnTo>
                <a:lnTo>
                  <a:pt x="1174" y="984"/>
                </a:lnTo>
                <a:lnTo>
                  <a:pt x="1193" y="974"/>
                </a:lnTo>
                <a:lnTo>
                  <a:pt x="1212" y="964"/>
                </a:lnTo>
                <a:lnTo>
                  <a:pt x="1230" y="953"/>
                </a:lnTo>
                <a:lnTo>
                  <a:pt x="1248" y="942"/>
                </a:lnTo>
                <a:lnTo>
                  <a:pt x="1265" y="931"/>
                </a:lnTo>
                <a:lnTo>
                  <a:pt x="1282" y="919"/>
                </a:lnTo>
                <a:lnTo>
                  <a:pt x="1299" y="907"/>
                </a:lnTo>
                <a:lnTo>
                  <a:pt x="1314" y="895"/>
                </a:lnTo>
                <a:lnTo>
                  <a:pt x="1330" y="882"/>
                </a:lnTo>
                <a:lnTo>
                  <a:pt x="1344" y="869"/>
                </a:lnTo>
                <a:lnTo>
                  <a:pt x="1358" y="855"/>
                </a:lnTo>
                <a:lnTo>
                  <a:pt x="1372" y="842"/>
                </a:lnTo>
                <a:lnTo>
                  <a:pt x="1385" y="828"/>
                </a:lnTo>
                <a:lnTo>
                  <a:pt x="1397" y="813"/>
                </a:lnTo>
                <a:lnTo>
                  <a:pt x="1409" y="799"/>
                </a:lnTo>
                <a:lnTo>
                  <a:pt x="1420" y="784"/>
                </a:lnTo>
                <a:lnTo>
                  <a:pt x="1430" y="769"/>
                </a:lnTo>
                <a:lnTo>
                  <a:pt x="1440" y="753"/>
                </a:lnTo>
                <a:lnTo>
                  <a:pt x="1449" y="738"/>
                </a:lnTo>
                <a:lnTo>
                  <a:pt x="1457" y="722"/>
                </a:lnTo>
                <a:lnTo>
                  <a:pt x="1465" y="706"/>
                </a:lnTo>
                <a:lnTo>
                  <a:pt x="1472" y="690"/>
                </a:lnTo>
                <a:lnTo>
                  <a:pt x="1478" y="674"/>
                </a:lnTo>
                <a:lnTo>
                  <a:pt x="1483" y="657"/>
                </a:lnTo>
                <a:lnTo>
                  <a:pt x="1488" y="641"/>
                </a:lnTo>
                <a:lnTo>
                  <a:pt x="1492" y="624"/>
                </a:lnTo>
                <a:lnTo>
                  <a:pt x="1495" y="608"/>
                </a:lnTo>
                <a:lnTo>
                  <a:pt x="1498" y="591"/>
                </a:lnTo>
                <a:lnTo>
                  <a:pt x="1500" y="574"/>
                </a:lnTo>
                <a:lnTo>
                  <a:pt x="1501" y="557"/>
                </a:lnTo>
                <a:lnTo>
                  <a:pt x="1501" y="540"/>
                </a:lnTo>
                <a:moveTo>
                  <a:pt x="1505" y="540"/>
                </a:moveTo>
                <a:lnTo>
                  <a:pt x="1505" y="557"/>
                </a:lnTo>
                <a:lnTo>
                  <a:pt x="1504" y="574"/>
                </a:lnTo>
                <a:lnTo>
                  <a:pt x="1502" y="591"/>
                </a:lnTo>
                <a:lnTo>
                  <a:pt x="1499" y="608"/>
                </a:lnTo>
                <a:lnTo>
                  <a:pt x="1496" y="625"/>
                </a:lnTo>
                <a:lnTo>
                  <a:pt x="1492" y="641"/>
                </a:lnTo>
                <a:lnTo>
                  <a:pt x="1487" y="658"/>
                </a:lnTo>
                <a:lnTo>
                  <a:pt x="1482" y="674"/>
                </a:lnTo>
                <a:lnTo>
                  <a:pt x="1475" y="691"/>
                </a:lnTo>
                <a:lnTo>
                  <a:pt x="1468" y="707"/>
                </a:lnTo>
                <a:lnTo>
                  <a:pt x="1461" y="723"/>
                </a:lnTo>
                <a:lnTo>
                  <a:pt x="1452" y="739"/>
                </a:lnTo>
                <a:lnTo>
                  <a:pt x="1443" y="754"/>
                </a:lnTo>
                <a:lnTo>
                  <a:pt x="1434" y="770"/>
                </a:lnTo>
                <a:lnTo>
                  <a:pt x="1423" y="785"/>
                </a:lnTo>
                <a:lnTo>
                  <a:pt x="1412" y="800"/>
                </a:lnTo>
                <a:lnTo>
                  <a:pt x="1400" y="815"/>
                </a:lnTo>
                <a:lnTo>
                  <a:pt x="1388" y="829"/>
                </a:lnTo>
                <a:lnTo>
                  <a:pt x="1375" y="843"/>
                </a:lnTo>
                <a:lnTo>
                  <a:pt x="1362" y="857"/>
                </a:lnTo>
                <a:lnTo>
                  <a:pt x="1347" y="871"/>
                </a:lnTo>
                <a:lnTo>
                  <a:pt x="1333" y="884"/>
                </a:lnTo>
                <a:lnTo>
                  <a:pt x="1317" y="897"/>
                </a:lnTo>
                <a:lnTo>
                  <a:pt x="1301" y="909"/>
                </a:lnTo>
                <a:lnTo>
                  <a:pt x="1285" y="921"/>
                </a:lnTo>
                <a:lnTo>
                  <a:pt x="1268" y="933"/>
                </a:lnTo>
                <a:lnTo>
                  <a:pt x="1250" y="945"/>
                </a:lnTo>
                <a:lnTo>
                  <a:pt x="1232" y="956"/>
                </a:lnTo>
                <a:lnTo>
                  <a:pt x="1214" y="966"/>
                </a:lnTo>
                <a:lnTo>
                  <a:pt x="1195" y="976"/>
                </a:lnTo>
                <a:lnTo>
                  <a:pt x="1176" y="986"/>
                </a:lnTo>
                <a:lnTo>
                  <a:pt x="1156" y="995"/>
                </a:lnTo>
                <a:lnTo>
                  <a:pt x="1136" y="1004"/>
                </a:lnTo>
                <a:lnTo>
                  <a:pt x="1115" y="1013"/>
                </a:lnTo>
                <a:lnTo>
                  <a:pt x="1094" y="1021"/>
                </a:lnTo>
                <a:lnTo>
                  <a:pt x="1073" y="1028"/>
                </a:lnTo>
                <a:lnTo>
                  <a:pt x="1052" y="1035"/>
                </a:lnTo>
                <a:lnTo>
                  <a:pt x="1030" y="1041"/>
                </a:lnTo>
                <a:lnTo>
                  <a:pt x="1008" y="1047"/>
                </a:lnTo>
                <a:lnTo>
                  <a:pt x="985" y="1053"/>
                </a:lnTo>
                <a:lnTo>
                  <a:pt x="963" y="1058"/>
                </a:lnTo>
                <a:lnTo>
                  <a:pt x="940" y="1062"/>
                </a:lnTo>
                <a:lnTo>
                  <a:pt x="917" y="1066"/>
                </a:lnTo>
                <a:lnTo>
                  <a:pt x="894" y="1070"/>
                </a:lnTo>
                <a:lnTo>
                  <a:pt x="871" y="1073"/>
                </a:lnTo>
                <a:lnTo>
                  <a:pt x="847" y="1075"/>
                </a:lnTo>
                <a:lnTo>
                  <a:pt x="824" y="1077"/>
                </a:lnTo>
                <a:lnTo>
                  <a:pt x="800" y="1078"/>
                </a:lnTo>
                <a:lnTo>
                  <a:pt x="777" y="1079"/>
                </a:lnTo>
                <a:lnTo>
                  <a:pt x="753" y="1079"/>
                </a:lnTo>
                <a:lnTo>
                  <a:pt x="729" y="1079"/>
                </a:lnTo>
                <a:lnTo>
                  <a:pt x="706" y="1078"/>
                </a:lnTo>
                <a:lnTo>
                  <a:pt x="682" y="1077"/>
                </a:lnTo>
                <a:lnTo>
                  <a:pt x="659" y="1075"/>
                </a:lnTo>
                <a:lnTo>
                  <a:pt x="635" y="1073"/>
                </a:lnTo>
                <a:lnTo>
                  <a:pt x="612" y="1070"/>
                </a:lnTo>
                <a:lnTo>
                  <a:pt x="589" y="1066"/>
                </a:lnTo>
                <a:lnTo>
                  <a:pt x="566" y="1062"/>
                </a:lnTo>
                <a:lnTo>
                  <a:pt x="543" y="1058"/>
                </a:lnTo>
                <a:lnTo>
                  <a:pt x="520" y="1053"/>
                </a:lnTo>
                <a:lnTo>
                  <a:pt x="498" y="1047"/>
                </a:lnTo>
                <a:lnTo>
                  <a:pt x="476" y="1041"/>
                </a:lnTo>
                <a:lnTo>
                  <a:pt x="454" y="1035"/>
                </a:lnTo>
                <a:lnTo>
                  <a:pt x="433" y="1028"/>
                </a:lnTo>
                <a:lnTo>
                  <a:pt x="411" y="1021"/>
                </a:lnTo>
                <a:lnTo>
                  <a:pt x="391" y="1013"/>
                </a:lnTo>
                <a:lnTo>
                  <a:pt x="370" y="1004"/>
                </a:lnTo>
                <a:lnTo>
                  <a:pt x="350" y="995"/>
                </a:lnTo>
                <a:lnTo>
                  <a:pt x="330" y="986"/>
                </a:lnTo>
                <a:lnTo>
                  <a:pt x="311" y="976"/>
                </a:lnTo>
                <a:lnTo>
                  <a:pt x="292" y="966"/>
                </a:lnTo>
                <a:lnTo>
                  <a:pt x="273" y="956"/>
                </a:lnTo>
                <a:lnTo>
                  <a:pt x="255" y="945"/>
                </a:lnTo>
                <a:lnTo>
                  <a:pt x="238" y="933"/>
                </a:lnTo>
                <a:lnTo>
                  <a:pt x="221" y="921"/>
                </a:lnTo>
                <a:lnTo>
                  <a:pt x="205" y="909"/>
                </a:lnTo>
                <a:lnTo>
                  <a:pt x="189" y="897"/>
                </a:lnTo>
                <a:lnTo>
                  <a:pt x="173" y="884"/>
                </a:lnTo>
                <a:lnTo>
                  <a:pt x="158" y="871"/>
                </a:lnTo>
                <a:lnTo>
                  <a:pt x="143" y="857"/>
                </a:lnTo>
                <a:lnTo>
                  <a:pt x="130" y="843"/>
                </a:lnTo>
                <a:lnTo>
                  <a:pt x="117" y="829"/>
                </a:lnTo>
                <a:lnTo>
                  <a:pt x="104" y="815"/>
                </a:lnTo>
                <a:lnTo>
                  <a:pt x="93" y="800"/>
                </a:lnTo>
                <a:lnTo>
                  <a:pt x="82" y="785"/>
                </a:lnTo>
                <a:lnTo>
                  <a:pt x="71" y="770"/>
                </a:lnTo>
                <a:lnTo>
                  <a:pt x="62" y="754"/>
                </a:lnTo>
                <a:lnTo>
                  <a:pt x="52" y="739"/>
                </a:lnTo>
                <a:lnTo>
                  <a:pt x="44" y="723"/>
                </a:lnTo>
                <a:lnTo>
                  <a:pt x="36" y="707"/>
                </a:lnTo>
                <a:lnTo>
                  <a:pt x="30" y="691"/>
                </a:lnTo>
                <a:lnTo>
                  <a:pt x="23" y="674"/>
                </a:lnTo>
                <a:lnTo>
                  <a:pt x="18" y="658"/>
                </a:lnTo>
                <a:lnTo>
                  <a:pt x="13" y="641"/>
                </a:lnTo>
                <a:lnTo>
                  <a:pt x="9" y="625"/>
                </a:lnTo>
                <a:lnTo>
                  <a:pt x="6" y="608"/>
                </a:lnTo>
                <a:lnTo>
                  <a:pt x="3" y="591"/>
                </a:lnTo>
                <a:lnTo>
                  <a:pt x="1" y="574"/>
                </a:lnTo>
                <a:lnTo>
                  <a:pt x="0" y="557"/>
                </a:lnTo>
                <a:lnTo>
                  <a:pt x="0" y="540"/>
                </a:lnTo>
                <a:lnTo>
                  <a:pt x="0" y="523"/>
                </a:lnTo>
                <a:lnTo>
                  <a:pt x="1" y="506"/>
                </a:lnTo>
                <a:lnTo>
                  <a:pt x="3" y="490"/>
                </a:lnTo>
                <a:lnTo>
                  <a:pt x="6" y="473"/>
                </a:lnTo>
                <a:lnTo>
                  <a:pt x="9" y="456"/>
                </a:lnTo>
                <a:lnTo>
                  <a:pt x="13" y="438"/>
                </a:lnTo>
                <a:lnTo>
                  <a:pt x="18" y="422"/>
                </a:lnTo>
                <a:lnTo>
                  <a:pt x="23" y="405"/>
                </a:lnTo>
                <a:lnTo>
                  <a:pt x="30" y="389"/>
                </a:lnTo>
                <a:lnTo>
                  <a:pt x="36" y="373"/>
                </a:lnTo>
                <a:lnTo>
                  <a:pt x="44" y="357"/>
                </a:lnTo>
                <a:lnTo>
                  <a:pt x="52" y="341"/>
                </a:lnTo>
                <a:lnTo>
                  <a:pt x="62" y="325"/>
                </a:lnTo>
                <a:lnTo>
                  <a:pt x="71" y="310"/>
                </a:lnTo>
                <a:lnTo>
                  <a:pt x="82" y="295"/>
                </a:lnTo>
                <a:lnTo>
                  <a:pt x="93" y="280"/>
                </a:lnTo>
                <a:lnTo>
                  <a:pt x="104" y="265"/>
                </a:lnTo>
                <a:lnTo>
                  <a:pt x="117" y="251"/>
                </a:lnTo>
                <a:lnTo>
                  <a:pt x="130" y="236"/>
                </a:lnTo>
                <a:lnTo>
                  <a:pt x="143" y="223"/>
                </a:lnTo>
                <a:lnTo>
                  <a:pt x="158" y="209"/>
                </a:lnTo>
                <a:lnTo>
                  <a:pt x="173" y="196"/>
                </a:lnTo>
                <a:lnTo>
                  <a:pt x="189" y="183"/>
                </a:lnTo>
                <a:lnTo>
                  <a:pt x="205" y="170"/>
                </a:lnTo>
                <a:lnTo>
                  <a:pt x="221" y="158"/>
                </a:lnTo>
                <a:lnTo>
                  <a:pt x="238" y="146"/>
                </a:lnTo>
                <a:lnTo>
                  <a:pt x="255" y="135"/>
                </a:lnTo>
                <a:lnTo>
                  <a:pt x="273" y="124"/>
                </a:lnTo>
                <a:lnTo>
                  <a:pt x="292" y="113"/>
                </a:lnTo>
                <a:lnTo>
                  <a:pt x="311" y="103"/>
                </a:lnTo>
                <a:lnTo>
                  <a:pt x="330" y="94"/>
                </a:lnTo>
                <a:lnTo>
                  <a:pt x="350" y="84"/>
                </a:lnTo>
                <a:lnTo>
                  <a:pt x="370" y="75"/>
                </a:lnTo>
                <a:lnTo>
                  <a:pt x="391" y="67"/>
                </a:lnTo>
                <a:lnTo>
                  <a:pt x="411" y="59"/>
                </a:lnTo>
                <a:lnTo>
                  <a:pt x="433" y="52"/>
                </a:lnTo>
                <a:lnTo>
                  <a:pt x="454" y="45"/>
                </a:lnTo>
                <a:lnTo>
                  <a:pt x="476" y="38"/>
                </a:lnTo>
                <a:lnTo>
                  <a:pt x="498" y="32"/>
                </a:lnTo>
                <a:lnTo>
                  <a:pt x="520" y="27"/>
                </a:lnTo>
                <a:lnTo>
                  <a:pt x="543" y="22"/>
                </a:lnTo>
                <a:lnTo>
                  <a:pt x="566" y="17"/>
                </a:lnTo>
                <a:lnTo>
                  <a:pt x="589" y="13"/>
                </a:lnTo>
                <a:lnTo>
                  <a:pt x="612" y="10"/>
                </a:lnTo>
                <a:lnTo>
                  <a:pt x="635" y="7"/>
                </a:lnTo>
                <a:lnTo>
                  <a:pt x="659" y="5"/>
                </a:lnTo>
                <a:lnTo>
                  <a:pt x="682" y="3"/>
                </a:lnTo>
                <a:lnTo>
                  <a:pt x="706" y="1"/>
                </a:lnTo>
                <a:lnTo>
                  <a:pt x="729" y="1"/>
                </a:lnTo>
                <a:lnTo>
                  <a:pt x="753" y="0"/>
                </a:lnTo>
                <a:lnTo>
                  <a:pt x="777" y="1"/>
                </a:lnTo>
                <a:lnTo>
                  <a:pt x="800" y="1"/>
                </a:lnTo>
                <a:lnTo>
                  <a:pt x="824" y="3"/>
                </a:lnTo>
                <a:lnTo>
                  <a:pt x="847" y="5"/>
                </a:lnTo>
                <a:lnTo>
                  <a:pt x="871" y="7"/>
                </a:lnTo>
                <a:lnTo>
                  <a:pt x="894" y="10"/>
                </a:lnTo>
                <a:lnTo>
                  <a:pt x="917" y="13"/>
                </a:lnTo>
                <a:lnTo>
                  <a:pt x="940" y="17"/>
                </a:lnTo>
                <a:lnTo>
                  <a:pt x="963" y="22"/>
                </a:lnTo>
                <a:lnTo>
                  <a:pt x="985" y="27"/>
                </a:lnTo>
                <a:lnTo>
                  <a:pt x="1008" y="32"/>
                </a:lnTo>
                <a:lnTo>
                  <a:pt x="1030" y="38"/>
                </a:lnTo>
                <a:lnTo>
                  <a:pt x="1052" y="45"/>
                </a:lnTo>
                <a:lnTo>
                  <a:pt x="1073" y="52"/>
                </a:lnTo>
                <a:lnTo>
                  <a:pt x="1094" y="59"/>
                </a:lnTo>
                <a:lnTo>
                  <a:pt x="1115" y="67"/>
                </a:lnTo>
                <a:lnTo>
                  <a:pt x="1136" y="75"/>
                </a:lnTo>
                <a:lnTo>
                  <a:pt x="1156" y="84"/>
                </a:lnTo>
                <a:lnTo>
                  <a:pt x="1176" y="94"/>
                </a:lnTo>
                <a:lnTo>
                  <a:pt x="1195" y="103"/>
                </a:lnTo>
                <a:lnTo>
                  <a:pt x="1214" y="113"/>
                </a:lnTo>
                <a:lnTo>
                  <a:pt x="1232" y="124"/>
                </a:lnTo>
                <a:lnTo>
                  <a:pt x="1250" y="135"/>
                </a:lnTo>
                <a:lnTo>
                  <a:pt x="1268" y="146"/>
                </a:lnTo>
                <a:lnTo>
                  <a:pt x="1285" y="158"/>
                </a:lnTo>
                <a:lnTo>
                  <a:pt x="1301" y="170"/>
                </a:lnTo>
                <a:lnTo>
                  <a:pt x="1317" y="183"/>
                </a:lnTo>
                <a:lnTo>
                  <a:pt x="1333" y="196"/>
                </a:lnTo>
                <a:lnTo>
                  <a:pt x="1347" y="209"/>
                </a:lnTo>
                <a:lnTo>
                  <a:pt x="1362" y="223"/>
                </a:lnTo>
                <a:lnTo>
                  <a:pt x="1375" y="236"/>
                </a:lnTo>
                <a:lnTo>
                  <a:pt x="1388" y="251"/>
                </a:lnTo>
                <a:lnTo>
                  <a:pt x="1400" y="265"/>
                </a:lnTo>
                <a:lnTo>
                  <a:pt x="1412" y="280"/>
                </a:lnTo>
                <a:lnTo>
                  <a:pt x="1423" y="295"/>
                </a:lnTo>
                <a:lnTo>
                  <a:pt x="1434" y="310"/>
                </a:lnTo>
                <a:lnTo>
                  <a:pt x="1443" y="325"/>
                </a:lnTo>
                <a:lnTo>
                  <a:pt x="1452" y="341"/>
                </a:lnTo>
                <a:lnTo>
                  <a:pt x="1461" y="357"/>
                </a:lnTo>
                <a:lnTo>
                  <a:pt x="1468" y="373"/>
                </a:lnTo>
                <a:lnTo>
                  <a:pt x="1475" y="389"/>
                </a:lnTo>
                <a:lnTo>
                  <a:pt x="1482" y="405"/>
                </a:lnTo>
                <a:lnTo>
                  <a:pt x="1487" y="422"/>
                </a:lnTo>
                <a:lnTo>
                  <a:pt x="1492" y="438"/>
                </a:lnTo>
                <a:lnTo>
                  <a:pt x="1496" y="456"/>
                </a:lnTo>
                <a:lnTo>
                  <a:pt x="1499" y="473"/>
                </a:lnTo>
                <a:lnTo>
                  <a:pt x="1502" y="490"/>
                </a:lnTo>
                <a:lnTo>
                  <a:pt x="1504" y="506"/>
                </a:lnTo>
                <a:lnTo>
                  <a:pt x="1505" y="523"/>
                </a:lnTo>
                <a:lnTo>
                  <a:pt x="1505" y="540"/>
                </a:lnTo>
                <a:close/>
              </a:path>
            </a:pathLst>
          </a:custGeom>
          <a:solidFill>
            <a:srgbClr val="ffab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2" name=""/>
          <p:cNvSpPr/>
          <p:nvPr/>
        </p:nvSpPr>
        <p:spPr>
          <a:xfrm>
            <a:off x="7790400" y="2749320"/>
            <a:ext cx="544680" cy="390240"/>
          </a:xfrm>
          <a:custGeom>
            <a:avLst/>
            <a:gdLst/>
            <a:ahLst/>
            <a:rect l="0" t="0" r="r" b="b"/>
            <a:pathLst>
              <a:path w="1513" h="1084">
                <a:moveTo>
                  <a:pt x="1509" y="542"/>
                </a:moveTo>
                <a:lnTo>
                  <a:pt x="1509" y="525"/>
                </a:lnTo>
                <a:lnTo>
                  <a:pt x="1508" y="508"/>
                </a:lnTo>
                <a:lnTo>
                  <a:pt x="1506" y="492"/>
                </a:lnTo>
                <a:lnTo>
                  <a:pt x="1503" y="474"/>
                </a:lnTo>
                <a:lnTo>
                  <a:pt x="1500" y="457"/>
                </a:lnTo>
                <a:lnTo>
                  <a:pt x="1496" y="440"/>
                </a:lnTo>
                <a:lnTo>
                  <a:pt x="1491" y="424"/>
                </a:lnTo>
                <a:lnTo>
                  <a:pt x="1486" y="407"/>
                </a:lnTo>
                <a:lnTo>
                  <a:pt x="1479" y="391"/>
                </a:lnTo>
                <a:lnTo>
                  <a:pt x="1472" y="375"/>
                </a:lnTo>
                <a:lnTo>
                  <a:pt x="1465" y="359"/>
                </a:lnTo>
                <a:lnTo>
                  <a:pt x="1456" y="343"/>
                </a:lnTo>
                <a:lnTo>
                  <a:pt x="1447" y="327"/>
                </a:lnTo>
                <a:lnTo>
                  <a:pt x="1438" y="312"/>
                </a:lnTo>
                <a:lnTo>
                  <a:pt x="1427" y="297"/>
                </a:lnTo>
                <a:lnTo>
                  <a:pt x="1416" y="282"/>
                </a:lnTo>
                <a:lnTo>
                  <a:pt x="1404" y="267"/>
                </a:lnTo>
                <a:lnTo>
                  <a:pt x="1392" y="253"/>
                </a:lnTo>
                <a:lnTo>
                  <a:pt x="1379" y="238"/>
                </a:lnTo>
                <a:lnTo>
                  <a:pt x="1366" y="225"/>
                </a:lnTo>
                <a:lnTo>
                  <a:pt x="1351" y="211"/>
                </a:lnTo>
                <a:lnTo>
                  <a:pt x="1337" y="198"/>
                </a:lnTo>
                <a:lnTo>
                  <a:pt x="1321" y="185"/>
                </a:lnTo>
                <a:lnTo>
                  <a:pt x="1305" y="172"/>
                </a:lnTo>
                <a:lnTo>
                  <a:pt x="1289" y="160"/>
                </a:lnTo>
                <a:lnTo>
                  <a:pt x="1272" y="148"/>
                </a:lnTo>
                <a:lnTo>
                  <a:pt x="1254" y="137"/>
                </a:lnTo>
                <a:lnTo>
                  <a:pt x="1236" y="126"/>
                </a:lnTo>
                <a:lnTo>
                  <a:pt x="1218" y="115"/>
                </a:lnTo>
                <a:lnTo>
                  <a:pt x="1199" y="105"/>
                </a:lnTo>
                <a:lnTo>
                  <a:pt x="1180" y="96"/>
                </a:lnTo>
                <a:lnTo>
                  <a:pt x="1160" y="86"/>
                </a:lnTo>
                <a:lnTo>
                  <a:pt x="1140" y="77"/>
                </a:lnTo>
                <a:lnTo>
                  <a:pt x="1119" y="69"/>
                </a:lnTo>
                <a:lnTo>
                  <a:pt x="1098" y="61"/>
                </a:lnTo>
                <a:lnTo>
                  <a:pt x="1077" y="54"/>
                </a:lnTo>
                <a:lnTo>
                  <a:pt x="1056" y="47"/>
                </a:lnTo>
                <a:lnTo>
                  <a:pt x="1034" y="40"/>
                </a:lnTo>
                <a:lnTo>
                  <a:pt x="1012" y="34"/>
                </a:lnTo>
                <a:lnTo>
                  <a:pt x="989" y="29"/>
                </a:lnTo>
                <a:lnTo>
                  <a:pt x="967" y="24"/>
                </a:lnTo>
                <a:lnTo>
                  <a:pt x="944" y="19"/>
                </a:lnTo>
                <a:lnTo>
                  <a:pt x="921" y="15"/>
                </a:lnTo>
                <a:lnTo>
                  <a:pt x="898" y="12"/>
                </a:lnTo>
                <a:lnTo>
                  <a:pt x="875" y="9"/>
                </a:lnTo>
                <a:lnTo>
                  <a:pt x="851" y="7"/>
                </a:lnTo>
                <a:lnTo>
                  <a:pt x="828" y="5"/>
                </a:lnTo>
                <a:lnTo>
                  <a:pt x="804" y="3"/>
                </a:lnTo>
                <a:lnTo>
                  <a:pt x="781" y="3"/>
                </a:lnTo>
                <a:lnTo>
                  <a:pt x="757" y="2"/>
                </a:lnTo>
                <a:lnTo>
                  <a:pt x="733" y="3"/>
                </a:lnTo>
                <a:lnTo>
                  <a:pt x="710" y="3"/>
                </a:lnTo>
                <a:lnTo>
                  <a:pt x="686" y="5"/>
                </a:lnTo>
                <a:lnTo>
                  <a:pt x="663" y="7"/>
                </a:lnTo>
                <a:lnTo>
                  <a:pt x="639" y="9"/>
                </a:lnTo>
                <a:lnTo>
                  <a:pt x="616" y="12"/>
                </a:lnTo>
                <a:lnTo>
                  <a:pt x="593" y="15"/>
                </a:lnTo>
                <a:lnTo>
                  <a:pt x="570" y="19"/>
                </a:lnTo>
                <a:lnTo>
                  <a:pt x="547" y="24"/>
                </a:lnTo>
                <a:lnTo>
                  <a:pt x="524" y="29"/>
                </a:lnTo>
                <a:lnTo>
                  <a:pt x="502" y="34"/>
                </a:lnTo>
                <a:lnTo>
                  <a:pt x="480" y="40"/>
                </a:lnTo>
                <a:lnTo>
                  <a:pt x="458" y="47"/>
                </a:lnTo>
                <a:lnTo>
                  <a:pt x="437" y="54"/>
                </a:lnTo>
                <a:lnTo>
                  <a:pt x="415" y="61"/>
                </a:lnTo>
                <a:lnTo>
                  <a:pt x="395" y="69"/>
                </a:lnTo>
                <a:lnTo>
                  <a:pt x="374" y="77"/>
                </a:lnTo>
                <a:lnTo>
                  <a:pt x="354" y="86"/>
                </a:lnTo>
                <a:lnTo>
                  <a:pt x="334" y="96"/>
                </a:lnTo>
                <a:lnTo>
                  <a:pt x="315" y="105"/>
                </a:lnTo>
                <a:lnTo>
                  <a:pt x="296" y="115"/>
                </a:lnTo>
                <a:lnTo>
                  <a:pt x="276" y="126"/>
                </a:lnTo>
                <a:lnTo>
                  <a:pt x="258" y="137"/>
                </a:lnTo>
                <a:lnTo>
                  <a:pt x="241" y="148"/>
                </a:lnTo>
                <a:lnTo>
                  <a:pt x="224" y="160"/>
                </a:lnTo>
                <a:lnTo>
                  <a:pt x="208" y="172"/>
                </a:lnTo>
                <a:lnTo>
                  <a:pt x="192" y="185"/>
                </a:lnTo>
                <a:lnTo>
                  <a:pt x="176" y="198"/>
                </a:lnTo>
                <a:lnTo>
                  <a:pt x="162" y="211"/>
                </a:lnTo>
                <a:lnTo>
                  <a:pt x="147" y="225"/>
                </a:lnTo>
                <a:lnTo>
                  <a:pt x="134" y="238"/>
                </a:lnTo>
                <a:lnTo>
                  <a:pt x="121" y="253"/>
                </a:lnTo>
                <a:lnTo>
                  <a:pt x="108" y="267"/>
                </a:lnTo>
                <a:lnTo>
                  <a:pt x="97" y="282"/>
                </a:lnTo>
                <a:lnTo>
                  <a:pt x="86" y="297"/>
                </a:lnTo>
                <a:lnTo>
                  <a:pt x="75" y="312"/>
                </a:lnTo>
                <a:lnTo>
                  <a:pt x="66" y="327"/>
                </a:lnTo>
                <a:lnTo>
                  <a:pt x="56" y="343"/>
                </a:lnTo>
                <a:lnTo>
                  <a:pt x="48" y="359"/>
                </a:lnTo>
                <a:lnTo>
                  <a:pt x="40" y="375"/>
                </a:lnTo>
                <a:lnTo>
                  <a:pt x="34" y="391"/>
                </a:lnTo>
                <a:lnTo>
                  <a:pt x="27" y="407"/>
                </a:lnTo>
                <a:lnTo>
                  <a:pt x="22" y="424"/>
                </a:lnTo>
                <a:lnTo>
                  <a:pt x="17" y="440"/>
                </a:lnTo>
                <a:lnTo>
                  <a:pt x="13" y="457"/>
                </a:lnTo>
                <a:lnTo>
                  <a:pt x="10" y="474"/>
                </a:lnTo>
                <a:lnTo>
                  <a:pt x="7" y="492"/>
                </a:lnTo>
                <a:lnTo>
                  <a:pt x="5" y="508"/>
                </a:lnTo>
                <a:lnTo>
                  <a:pt x="4" y="525"/>
                </a:lnTo>
                <a:lnTo>
                  <a:pt x="4" y="542"/>
                </a:lnTo>
                <a:lnTo>
                  <a:pt x="4" y="559"/>
                </a:lnTo>
                <a:lnTo>
                  <a:pt x="5" y="576"/>
                </a:lnTo>
                <a:lnTo>
                  <a:pt x="7" y="593"/>
                </a:lnTo>
                <a:lnTo>
                  <a:pt x="10" y="610"/>
                </a:lnTo>
                <a:lnTo>
                  <a:pt x="13" y="627"/>
                </a:lnTo>
                <a:lnTo>
                  <a:pt x="17" y="643"/>
                </a:lnTo>
                <a:lnTo>
                  <a:pt x="22" y="660"/>
                </a:lnTo>
                <a:lnTo>
                  <a:pt x="27" y="676"/>
                </a:lnTo>
                <a:lnTo>
                  <a:pt x="34" y="693"/>
                </a:lnTo>
                <a:lnTo>
                  <a:pt x="40" y="709"/>
                </a:lnTo>
                <a:lnTo>
                  <a:pt x="48" y="725"/>
                </a:lnTo>
                <a:lnTo>
                  <a:pt x="56" y="741"/>
                </a:lnTo>
                <a:lnTo>
                  <a:pt x="66" y="756"/>
                </a:lnTo>
                <a:lnTo>
                  <a:pt x="75" y="772"/>
                </a:lnTo>
                <a:lnTo>
                  <a:pt x="86" y="787"/>
                </a:lnTo>
                <a:lnTo>
                  <a:pt x="97" y="802"/>
                </a:lnTo>
                <a:lnTo>
                  <a:pt x="108" y="817"/>
                </a:lnTo>
                <a:lnTo>
                  <a:pt x="121" y="831"/>
                </a:lnTo>
                <a:lnTo>
                  <a:pt x="134" y="845"/>
                </a:lnTo>
                <a:lnTo>
                  <a:pt x="147" y="859"/>
                </a:lnTo>
                <a:lnTo>
                  <a:pt x="162" y="873"/>
                </a:lnTo>
                <a:lnTo>
                  <a:pt x="176" y="886"/>
                </a:lnTo>
                <a:lnTo>
                  <a:pt x="192" y="899"/>
                </a:lnTo>
                <a:lnTo>
                  <a:pt x="208" y="911"/>
                </a:lnTo>
                <a:lnTo>
                  <a:pt x="224" y="923"/>
                </a:lnTo>
                <a:lnTo>
                  <a:pt x="241" y="935"/>
                </a:lnTo>
                <a:lnTo>
                  <a:pt x="258" y="947"/>
                </a:lnTo>
                <a:lnTo>
                  <a:pt x="276" y="958"/>
                </a:lnTo>
                <a:lnTo>
                  <a:pt x="296" y="968"/>
                </a:lnTo>
                <a:lnTo>
                  <a:pt x="315" y="978"/>
                </a:lnTo>
                <a:lnTo>
                  <a:pt x="334" y="988"/>
                </a:lnTo>
                <a:lnTo>
                  <a:pt x="354" y="997"/>
                </a:lnTo>
                <a:lnTo>
                  <a:pt x="374" y="1006"/>
                </a:lnTo>
                <a:lnTo>
                  <a:pt x="395" y="1015"/>
                </a:lnTo>
                <a:lnTo>
                  <a:pt x="415" y="1023"/>
                </a:lnTo>
                <a:lnTo>
                  <a:pt x="437" y="1030"/>
                </a:lnTo>
                <a:lnTo>
                  <a:pt x="458" y="1037"/>
                </a:lnTo>
                <a:lnTo>
                  <a:pt x="480" y="1043"/>
                </a:lnTo>
                <a:lnTo>
                  <a:pt x="502" y="1049"/>
                </a:lnTo>
                <a:lnTo>
                  <a:pt x="524" y="1055"/>
                </a:lnTo>
                <a:lnTo>
                  <a:pt x="547" y="1060"/>
                </a:lnTo>
                <a:lnTo>
                  <a:pt x="570" y="1064"/>
                </a:lnTo>
                <a:lnTo>
                  <a:pt x="593" y="1068"/>
                </a:lnTo>
                <a:lnTo>
                  <a:pt x="616" y="1072"/>
                </a:lnTo>
                <a:lnTo>
                  <a:pt x="639" y="1075"/>
                </a:lnTo>
                <a:lnTo>
                  <a:pt x="663" y="1077"/>
                </a:lnTo>
                <a:lnTo>
                  <a:pt x="686" y="1079"/>
                </a:lnTo>
                <a:lnTo>
                  <a:pt x="710" y="1080"/>
                </a:lnTo>
                <a:lnTo>
                  <a:pt x="733" y="1081"/>
                </a:lnTo>
                <a:lnTo>
                  <a:pt x="757" y="1081"/>
                </a:lnTo>
                <a:lnTo>
                  <a:pt x="781" y="1081"/>
                </a:lnTo>
                <a:lnTo>
                  <a:pt x="804" y="1080"/>
                </a:lnTo>
                <a:lnTo>
                  <a:pt x="828" y="1079"/>
                </a:lnTo>
                <a:lnTo>
                  <a:pt x="851" y="1077"/>
                </a:lnTo>
                <a:lnTo>
                  <a:pt x="875" y="1075"/>
                </a:lnTo>
                <a:lnTo>
                  <a:pt x="898" y="1072"/>
                </a:lnTo>
                <a:lnTo>
                  <a:pt x="921" y="1068"/>
                </a:lnTo>
                <a:lnTo>
                  <a:pt x="944" y="1064"/>
                </a:lnTo>
                <a:lnTo>
                  <a:pt x="967" y="1060"/>
                </a:lnTo>
                <a:lnTo>
                  <a:pt x="989" y="1055"/>
                </a:lnTo>
                <a:lnTo>
                  <a:pt x="1012" y="1049"/>
                </a:lnTo>
                <a:lnTo>
                  <a:pt x="1034" y="1043"/>
                </a:lnTo>
                <a:lnTo>
                  <a:pt x="1056" y="1037"/>
                </a:lnTo>
                <a:lnTo>
                  <a:pt x="1077" y="1030"/>
                </a:lnTo>
                <a:lnTo>
                  <a:pt x="1098" y="1023"/>
                </a:lnTo>
                <a:lnTo>
                  <a:pt x="1119" y="1015"/>
                </a:lnTo>
                <a:lnTo>
                  <a:pt x="1140" y="1006"/>
                </a:lnTo>
                <a:lnTo>
                  <a:pt x="1160" y="997"/>
                </a:lnTo>
                <a:lnTo>
                  <a:pt x="1180" y="988"/>
                </a:lnTo>
                <a:lnTo>
                  <a:pt x="1199" y="978"/>
                </a:lnTo>
                <a:lnTo>
                  <a:pt x="1218" y="968"/>
                </a:lnTo>
                <a:lnTo>
                  <a:pt x="1236" y="958"/>
                </a:lnTo>
                <a:lnTo>
                  <a:pt x="1254" y="947"/>
                </a:lnTo>
                <a:lnTo>
                  <a:pt x="1272" y="935"/>
                </a:lnTo>
                <a:lnTo>
                  <a:pt x="1289" y="923"/>
                </a:lnTo>
                <a:lnTo>
                  <a:pt x="1305" y="911"/>
                </a:lnTo>
                <a:lnTo>
                  <a:pt x="1321" y="899"/>
                </a:lnTo>
                <a:lnTo>
                  <a:pt x="1337" y="886"/>
                </a:lnTo>
                <a:lnTo>
                  <a:pt x="1351" y="873"/>
                </a:lnTo>
                <a:lnTo>
                  <a:pt x="1366" y="859"/>
                </a:lnTo>
                <a:lnTo>
                  <a:pt x="1379" y="845"/>
                </a:lnTo>
                <a:lnTo>
                  <a:pt x="1392" y="831"/>
                </a:lnTo>
                <a:lnTo>
                  <a:pt x="1404" y="817"/>
                </a:lnTo>
                <a:lnTo>
                  <a:pt x="1416" y="802"/>
                </a:lnTo>
                <a:lnTo>
                  <a:pt x="1427" y="787"/>
                </a:lnTo>
                <a:lnTo>
                  <a:pt x="1438" y="772"/>
                </a:lnTo>
                <a:lnTo>
                  <a:pt x="1447" y="756"/>
                </a:lnTo>
                <a:lnTo>
                  <a:pt x="1456" y="741"/>
                </a:lnTo>
                <a:lnTo>
                  <a:pt x="1465" y="725"/>
                </a:lnTo>
                <a:lnTo>
                  <a:pt x="1472" y="709"/>
                </a:lnTo>
                <a:lnTo>
                  <a:pt x="1479" y="693"/>
                </a:lnTo>
                <a:lnTo>
                  <a:pt x="1486" y="676"/>
                </a:lnTo>
                <a:lnTo>
                  <a:pt x="1491" y="660"/>
                </a:lnTo>
                <a:lnTo>
                  <a:pt x="1496" y="643"/>
                </a:lnTo>
                <a:lnTo>
                  <a:pt x="1500" y="627"/>
                </a:lnTo>
                <a:lnTo>
                  <a:pt x="1503" y="610"/>
                </a:lnTo>
                <a:lnTo>
                  <a:pt x="1506" y="593"/>
                </a:lnTo>
                <a:lnTo>
                  <a:pt x="1508" y="576"/>
                </a:lnTo>
                <a:lnTo>
                  <a:pt x="1509" y="559"/>
                </a:lnTo>
                <a:lnTo>
                  <a:pt x="1509" y="542"/>
                </a:lnTo>
                <a:moveTo>
                  <a:pt x="1513" y="542"/>
                </a:moveTo>
                <a:lnTo>
                  <a:pt x="1513" y="559"/>
                </a:lnTo>
                <a:lnTo>
                  <a:pt x="1512" y="576"/>
                </a:lnTo>
                <a:lnTo>
                  <a:pt x="1510" y="593"/>
                </a:lnTo>
                <a:lnTo>
                  <a:pt x="1507" y="610"/>
                </a:lnTo>
                <a:lnTo>
                  <a:pt x="1504" y="627"/>
                </a:lnTo>
                <a:lnTo>
                  <a:pt x="1500" y="644"/>
                </a:lnTo>
                <a:lnTo>
                  <a:pt x="1495" y="660"/>
                </a:lnTo>
                <a:lnTo>
                  <a:pt x="1489" y="677"/>
                </a:lnTo>
                <a:lnTo>
                  <a:pt x="1483" y="693"/>
                </a:lnTo>
                <a:lnTo>
                  <a:pt x="1476" y="710"/>
                </a:lnTo>
                <a:lnTo>
                  <a:pt x="1468" y="726"/>
                </a:lnTo>
                <a:lnTo>
                  <a:pt x="1460" y="742"/>
                </a:lnTo>
                <a:lnTo>
                  <a:pt x="1451" y="757"/>
                </a:lnTo>
                <a:lnTo>
                  <a:pt x="1441" y="773"/>
                </a:lnTo>
                <a:lnTo>
                  <a:pt x="1431" y="788"/>
                </a:lnTo>
                <a:lnTo>
                  <a:pt x="1420" y="803"/>
                </a:lnTo>
                <a:lnTo>
                  <a:pt x="1408" y="818"/>
                </a:lnTo>
                <a:lnTo>
                  <a:pt x="1395" y="833"/>
                </a:lnTo>
                <a:lnTo>
                  <a:pt x="1382" y="847"/>
                </a:lnTo>
                <a:lnTo>
                  <a:pt x="1369" y="861"/>
                </a:lnTo>
                <a:lnTo>
                  <a:pt x="1354" y="874"/>
                </a:lnTo>
                <a:lnTo>
                  <a:pt x="1340" y="888"/>
                </a:lnTo>
                <a:lnTo>
                  <a:pt x="1324" y="901"/>
                </a:lnTo>
                <a:lnTo>
                  <a:pt x="1308" y="913"/>
                </a:lnTo>
                <a:lnTo>
                  <a:pt x="1292" y="925"/>
                </a:lnTo>
                <a:lnTo>
                  <a:pt x="1275" y="937"/>
                </a:lnTo>
                <a:lnTo>
                  <a:pt x="1257" y="949"/>
                </a:lnTo>
                <a:lnTo>
                  <a:pt x="1239" y="960"/>
                </a:lnTo>
                <a:lnTo>
                  <a:pt x="1220" y="970"/>
                </a:lnTo>
                <a:lnTo>
                  <a:pt x="1201" y="981"/>
                </a:lnTo>
                <a:lnTo>
                  <a:pt x="1182" y="990"/>
                </a:lnTo>
                <a:lnTo>
                  <a:pt x="1162" y="1000"/>
                </a:lnTo>
                <a:lnTo>
                  <a:pt x="1142" y="1009"/>
                </a:lnTo>
                <a:lnTo>
                  <a:pt x="1121" y="1017"/>
                </a:lnTo>
                <a:lnTo>
                  <a:pt x="1100" y="1025"/>
                </a:lnTo>
                <a:lnTo>
                  <a:pt x="1079" y="1032"/>
                </a:lnTo>
                <a:lnTo>
                  <a:pt x="1057" y="1039"/>
                </a:lnTo>
                <a:lnTo>
                  <a:pt x="1035" y="1046"/>
                </a:lnTo>
                <a:lnTo>
                  <a:pt x="1013" y="1052"/>
                </a:lnTo>
                <a:lnTo>
                  <a:pt x="991" y="1058"/>
                </a:lnTo>
                <a:lnTo>
                  <a:pt x="968" y="1063"/>
                </a:lnTo>
                <a:lnTo>
                  <a:pt x="945" y="1067"/>
                </a:lnTo>
                <a:lnTo>
                  <a:pt x="922" y="1071"/>
                </a:lnTo>
                <a:lnTo>
                  <a:pt x="899" y="1074"/>
                </a:lnTo>
                <a:lnTo>
                  <a:pt x="875" y="1077"/>
                </a:lnTo>
                <a:lnTo>
                  <a:pt x="852" y="1080"/>
                </a:lnTo>
                <a:lnTo>
                  <a:pt x="828" y="1082"/>
                </a:lnTo>
                <a:lnTo>
                  <a:pt x="804" y="1083"/>
                </a:lnTo>
                <a:lnTo>
                  <a:pt x="781" y="1084"/>
                </a:lnTo>
                <a:lnTo>
                  <a:pt x="757" y="1084"/>
                </a:lnTo>
                <a:lnTo>
                  <a:pt x="733" y="1084"/>
                </a:lnTo>
                <a:lnTo>
                  <a:pt x="709" y="1083"/>
                </a:lnTo>
                <a:lnTo>
                  <a:pt x="686" y="1082"/>
                </a:lnTo>
                <a:lnTo>
                  <a:pt x="662" y="1080"/>
                </a:lnTo>
                <a:lnTo>
                  <a:pt x="639" y="1077"/>
                </a:lnTo>
                <a:lnTo>
                  <a:pt x="615" y="1074"/>
                </a:lnTo>
                <a:lnTo>
                  <a:pt x="592" y="1071"/>
                </a:lnTo>
                <a:lnTo>
                  <a:pt x="569" y="1067"/>
                </a:lnTo>
                <a:lnTo>
                  <a:pt x="546" y="1063"/>
                </a:lnTo>
                <a:lnTo>
                  <a:pt x="523" y="1058"/>
                </a:lnTo>
                <a:lnTo>
                  <a:pt x="501" y="1052"/>
                </a:lnTo>
                <a:lnTo>
                  <a:pt x="479" y="1046"/>
                </a:lnTo>
                <a:lnTo>
                  <a:pt x="457" y="1039"/>
                </a:lnTo>
                <a:lnTo>
                  <a:pt x="435" y="1032"/>
                </a:lnTo>
                <a:lnTo>
                  <a:pt x="414" y="1025"/>
                </a:lnTo>
                <a:lnTo>
                  <a:pt x="393" y="1017"/>
                </a:lnTo>
                <a:lnTo>
                  <a:pt x="372" y="1009"/>
                </a:lnTo>
                <a:lnTo>
                  <a:pt x="352" y="1000"/>
                </a:lnTo>
                <a:lnTo>
                  <a:pt x="332" y="990"/>
                </a:lnTo>
                <a:lnTo>
                  <a:pt x="312" y="981"/>
                </a:lnTo>
                <a:lnTo>
                  <a:pt x="293" y="970"/>
                </a:lnTo>
                <a:lnTo>
                  <a:pt x="274" y="960"/>
                </a:lnTo>
                <a:lnTo>
                  <a:pt x="256" y="949"/>
                </a:lnTo>
                <a:lnTo>
                  <a:pt x="238" y="937"/>
                </a:lnTo>
                <a:lnTo>
                  <a:pt x="221" y="925"/>
                </a:lnTo>
                <a:lnTo>
                  <a:pt x="205" y="913"/>
                </a:lnTo>
                <a:lnTo>
                  <a:pt x="189" y="901"/>
                </a:lnTo>
                <a:lnTo>
                  <a:pt x="173" y="888"/>
                </a:lnTo>
                <a:lnTo>
                  <a:pt x="158" y="874"/>
                </a:lnTo>
                <a:lnTo>
                  <a:pt x="144" y="861"/>
                </a:lnTo>
                <a:lnTo>
                  <a:pt x="131" y="847"/>
                </a:lnTo>
                <a:lnTo>
                  <a:pt x="117" y="833"/>
                </a:lnTo>
                <a:lnTo>
                  <a:pt x="105" y="818"/>
                </a:lnTo>
                <a:lnTo>
                  <a:pt x="93" y="803"/>
                </a:lnTo>
                <a:lnTo>
                  <a:pt x="82" y="788"/>
                </a:lnTo>
                <a:lnTo>
                  <a:pt x="72" y="773"/>
                </a:lnTo>
                <a:lnTo>
                  <a:pt x="62" y="757"/>
                </a:lnTo>
                <a:lnTo>
                  <a:pt x="53" y="742"/>
                </a:lnTo>
                <a:lnTo>
                  <a:pt x="44" y="726"/>
                </a:lnTo>
                <a:lnTo>
                  <a:pt x="37" y="710"/>
                </a:lnTo>
                <a:lnTo>
                  <a:pt x="30" y="693"/>
                </a:lnTo>
                <a:lnTo>
                  <a:pt x="24" y="677"/>
                </a:lnTo>
                <a:lnTo>
                  <a:pt x="18" y="660"/>
                </a:lnTo>
                <a:lnTo>
                  <a:pt x="13" y="644"/>
                </a:lnTo>
                <a:lnTo>
                  <a:pt x="9" y="627"/>
                </a:lnTo>
                <a:lnTo>
                  <a:pt x="6" y="610"/>
                </a:lnTo>
                <a:lnTo>
                  <a:pt x="3" y="593"/>
                </a:lnTo>
                <a:lnTo>
                  <a:pt x="1" y="576"/>
                </a:lnTo>
                <a:lnTo>
                  <a:pt x="0" y="559"/>
                </a:lnTo>
                <a:lnTo>
                  <a:pt x="0" y="542"/>
                </a:lnTo>
                <a:lnTo>
                  <a:pt x="0" y="525"/>
                </a:lnTo>
                <a:lnTo>
                  <a:pt x="1" y="508"/>
                </a:lnTo>
                <a:lnTo>
                  <a:pt x="3" y="491"/>
                </a:lnTo>
                <a:lnTo>
                  <a:pt x="6" y="473"/>
                </a:lnTo>
                <a:lnTo>
                  <a:pt x="9" y="457"/>
                </a:lnTo>
                <a:lnTo>
                  <a:pt x="13" y="440"/>
                </a:lnTo>
                <a:lnTo>
                  <a:pt x="18" y="423"/>
                </a:lnTo>
                <a:lnTo>
                  <a:pt x="24" y="407"/>
                </a:lnTo>
                <a:lnTo>
                  <a:pt x="30" y="390"/>
                </a:lnTo>
                <a:lnTo>
                  <a:pt x="37" y="374"/>
                </a:lnTo>
                <a:lnTo>
                  <a:pt x="44" y="358"/>
                </a:lnTo>
                <a:lnTo>
                  <a:pt x="53" y="342"/>
                </a:lnTo>
                <a:lnTo>
                  <a:pt x="62" y="326"/>
                </a:lnTo>
                <a:lnTo>
                  <a:pt x="72" y="311"/>
                </a:lnTo>
                <a:lnTo>
                  <a:pt x="82" y="295"/>
                </a:lnTo>
                <a:lnTo>
                  <a:pt x="93" y="280"/>
                </a:lnTo>
                <a:lnTo>
                  <a:pt x="105" y="266"/>
                </a:lnTo>
                <a:lnTo>
                  <a:pt x="117" y="251"/>
                </a:lnTo>
                <a:lnTo>
                  <a:pt x="131" y="237"/>
                </a:lnTo>
                <a:lnTo>
                  <a:pt x="144" y="223"/>
                </a:lnTo>
                <a:lnTo>
                  <a:pt x="158" y="209"/>
                </a:lnTo>
                <a:lnTo>
                  <a:pt x="173" y="196"/>
                </a:lnTo>
                <a:lnTo>
                  <a:pt x="189" y="183"/>
                </a:lnTo>
                <a:lnTo>
                  <a:pt x="205" y="170"/>
                </a:lnTo>
                <a:lnTo>
                  <a:pt x="221" y="158"/>
                </a:lnTo>
                <a:lnTo>
                  <a:pt x="238" y="146"/>
                </a:lnTo>
                <a:lnTo>
                  <a:pt x="256" y="135"/>
                </a:lnTo>
                <a:lnTo>
                  <a:pt x="274" y="124"/>
                </a:lnTo>
                <a:lnTo>
                  <a:pt x="293" y="113"/>
                </a:lnTo>
                <a:lnTo>
                  <a:pt x="312" y="103"/>
                </a:lnTo>
                <a:lnTo>
                  <a:pt x="332" y="93"/>
                </a:lnTo>
                <a:lnTo>
                  <a:pt x="352" y="84"/>
                </a:lnTo>
                <a:lnTo>
                  <a:pt x="372" y="75"/>
                </a:lnTo>
                <a:lnTo>
                  <a:pt x="393" y="67"/>
                </a:lnTo>
                <a:lnTo>
                  <a:pt x="414" y="59"/>
                </a:lnTo>
                <a:lnTo>
                  <a:pt x="435" y="51"/>
                </a:lnTo>
                <a:lnTo>
                  <a:pt x="457" y="44"/>
                </a:lnTo>
                <a:lnTo>
                  <a:pt x="479" y="38"/>
                </a:lnTo>
                <a:lnTo>
                  <a:pt x="501" y="32"/>
                </a:lnTo>
                <a:lnTo>
                  <a:pt x="523" y="26"/>
                </a:lnTo>
                <a:lnTo>
                  <a:pt x="546" y="21"/>
                </a:lnTo>
                <a:lnTo>
                  <a:pt x="569" y="17"/>
                </a:lnTo>
                <a:lnTo>
                  <a:pt x="592" y="13"/>
                </a:lnTo>
                <a:lnTo>
                  <a:pt x="615" y="9"/>
                </a:lnTo>
                <a:lnTo>
                  <a:pt x="639" y="6"/>
                </a:lnTo>
                <a:lnTo>
                  <a:pt x="662" y="4"/>
                </a:lnTo>
                <a:lnTo>
                  <a:pt x="686" y="2"/>
                </a:lnTo>
                <a:lnTo>
                  <a:pt x="709" y="1"/>
                </a:lnTo>
                <a:lnTo>
                  <a:pt x="733" y="0"/>
                </a:lnTo>
                <a:lnTo>
                  <a:pt x="757" y="0"/>
                </a:lnTo>
                <a:lnTo>
                  <a:pt x="781" y="0"/>
                </a:lnTo>
                <a:lnTo>
                  <a:pt x="804" y="1"/>
                </a:lnTo>
                <a:lnTo>
                  <a:pt x="828" y="2"/>
                </a:lnTo>
                <a:lnTo>
                  <a:pt x="852" y="4"/>
                </a:lnTo>
                <a:lnTo>
                  <a:pt x="875" y="6"/>
                </a:lnTo>
                <a:lnTo>
                  <a:pt x="899" y="9"/>
                </a:lnTo>
                <a:lnTo>
                  <a:pt x="922" y="13"/>
                </a:lnTo>
                <a:lnTo>
                  <a:pt x="945" y="17"/>
                </a:lnTo>
                <a:lnTo>
                  <a:pt x="968" y="21"/>
                </a:lnTo>
                <a:lnTo>
                  <a:pt x="991" y="26"/>
                </a:lnTo>
                <a:lnTo>
                  <a:pt x="1013" y="32"/>
                </a:lnTo>
                <a:lnTo>
                  <a:pt x="1035" y="38"/>
                </a:lnTo>
                <a:lnTo>
                  <a:pt x="1057" y="44"/>
                </a:lnTo>
                <a:lnTo>
                  <a:pt x="1079" y="51"/>
                </a:lnTo>
                <a:lnTo>
                  <a:pt x="1100" y="59"/>
                </a:lnTo>
                <a:lnTo>
                  <a:pt x="1121" y="67"/>
                </a:lnTo>
                <a:lnTo>
                  <a:pt x="1142" y="75"/>
                </a:lnTo>
                <a:lnTo>
                  <a:pt x="1162" y="84"/>
                </a:lnTo>
                <a:lnTo>
                  <a:pt x="1182" y="93"/>
                </a:lnTo>
                <a:lnTo>
                  <a:pt x="1201" y="103"/>
                </a:lnTo>
                <a:lnTo>
                  <a:pt x="1220" y="113"/>
                </a:lnTo>
                <a:lnTo>
                  <a:pt x="1239" y="124"/>
                </a:lnTo>
                <a:lnTo>
                  <a:pt x="1257" y="135"/>
                </a:lnTo>
                <a:lnTo>
                  <a:pt x="1275" y="146"/>
                </a:lnTo>
                <a:lnTo>
                  <a:pt x="1292" y="158"/>
                </a:lnTo>
                <a:lnTo>
                  <a:pt x="1308" y="170"/>
                </a:lnTo>
                <a:lnTo>
                  <a:pt x="1324" y="183"/>
                </a:lnTo>
                <a:lnTo>
                  <a:pt x="1340" y="196"/>
                </a:lnTo>
                <a:lnTo>
                  <a:pt x="1354" y="209"/>
                </a:lnTo>
                <a:lnTo>
                  <a:pt x="1369" y="223"/>
                </a:lnTo>
                <a:lnTo>
                  <a:pt x="1382" y="237"/>
                </a:lnTo>
                <a:lnTo>
                  <a:pt x="1395" y="251"/>
                </a:lnTo>
                <a:lnTo>
                  <a:pt x="1408" y="266"/>
                </a:lnTo>
                <a:lnTo>
                  <a:pt x="1420" y="280"/>
                </a:lnTo>
                <a:lnTo>
                  <a:pt x="1431" y="295"/>
                </a:lnTo>
                <a:lnTo>
                  <a:pt x="1441" y="311"/>
                </a:lnTo>
                <a:lnTo>
                  <a:pt x="1451" y="326"/>
                </a:lnTo>
                <a:lnTo>
                  <a:pt x="1460" y="342"/>
                </a:lnTo>
                <a:lnTo>
                  <a:pt x="1468" y="358"/>
                </a:lnTo>
                <a:lnTo>
                  <a:pt x="1476" y="374"/>
                </a:lnTo>
                <a:lnTo>
                  <a:pt x="1483" y="390"/>
                </a:lnTo>
                <a:lnTo>
                  <a:pt x="1489" y="407"/>
                </a:lnTo>
                <a:lnTo>
                  <a:pt x="1495" y="423"/>
                </a:lnTo>
                <a:lnTo>
                  <a:pt x="1500" y="440"/>
                </a:lnTo>
                <a:lnTo>
                  <a:pt x="1504" y="457"/>
                </a:lnTo>
                <a:lnTo>
                  <a:pt x="1507" y="473"/>
                </a:lnTo>
                <a:lnTo>
                  <a:pt x="1510" y="491"/>
                </a:lnTo>
                <a:lnTo>
                  <a:pt x="1512" y="508"/>
                </a:lnTo>
                <a:lnTo>
                  <a:pt x="1513" y="525"/>
                </a:lnTo>
                <a:lnTo>
                  <a:pt x="1513" y="542"/>
                </a:lnTo>
                <a:close/>
              </a:path>
            </a:pathLst>
          </a:custGeom>
          <a:solidFill>
            <a:srgbClr val="ffab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3" name=""/>
          <p:cNvSpPr/>
          <p:nvPr/>
        </p:nvSpPr>
        <p:spPr>
          <a:xfrm>
            <a:off x="7788960" y="2748240"/>
            <a:ext cx="547560" cy="392400"/>
          </a:xfrm>
          <a:custGeom>
            <a:avLst/>
            <a:gdLst/>
            <a:ahLst/>
            <a:rect l="0" t="0" r="r" b="b"/>
            <a:pathLst>
              <a:path w="1521" h="1090">
                <a:moveTo>
                  <a:pt x="1517" y="545"/>
                </a:moveTo>
                <a:lnTo>
                  <a:pt x="1517" y="527"/>
                </a:lnTo>
                <a:lnTo>
                  <a:pt x="1516" y="510"/>
                </a:lnTo>
                <a:lnTo>
                  <a:pt x="1514" y="493"/>
                </a:lnTo>
                <a:lnTo>
                  <a:pt x="1511" y="476"/>
                </a:lnTo>
                <a:lnTo>
                  <a:pt x="1508" y="460"/>
                </a:lnTo>
                <a:lnTo>
                  <a:pt x="1504" y="443"/>
                </a:lnTo>
                <a:lnTo>
                  <a:pt x="1499" y="426"/>
                </a:lnTo>
                <a:lnTo>
                  <a:pt x="1493" y="410"/>
                </a:lnTo>
                <a:lnTo>
                  <a:pt x="1487" y="393"/>
                </a:lnTo>
                <a:lnTo>
                  <a:pt x="1480" y="377"/>
                </a:lnTo>
                <a:lnTo>
                  <a:pt x="1472" y="361"/>
                </a:lnTo>
                <a:lnTo>
                  <a:pt x="1464" y="345"/>
                </a:lnTo>
                <a:lnTo>
                  <a:pt x="1455" y="329"/>
                </a:lnTo>
                <a:lnTo>
                  <a:pt x="1445" y="314"/>
                </a:lnTo>
                <a:lnTo>
                  <a:pt x="1435" y="298"/>
                </a:lnTo>
                <a:lnTo>
                  <a:pt x="1424" y="283"/>
                </a:lnTo>
                <a:lnTo>
                  <a:pt x="1412" y="269"/>
                </a:lnTo>
                <a:lnTo>
                  <a:pt x="1399" y="254"/>
                </a:lnTo>
                <a:lnTo>
                  <a:pt x="1386" y="240"/>
                </a:lnTo>
                <a:lnTo>
                  <a:pt x="1373" y="226"/>
                </a:lnTo>
                <a:lnTo>
                  <a:pt x="1358" y="212"/>
                </a:lnTo>
                <a:lnTo>
                  <a:pt x="1344" y="199"/>
                </a:lnTo>
                <a:lnTo>
                  <a:pt x="1328" y="186"/>
                </a:lnTo>
                <a:lnTo>
                  <a:pt x="1312" y="173"/>
                </a:lnTo>
                <a:lnTo>
                  <a:pt x="1296" y="161"/>
                </a:lnTo>
                <a:lnTo>
                  <a:pt x="1279" y="149"/>
                </a:lnTo>
                <a:lnTo>
                  <a:pt x="1261" y="138"/>
                </a:lnTo>
                <a:lnTo>
                  <a:pt x="1243" y="127"/>
                </a:lnTo>
                <a:lnTo>
                  <a:pt x="1224" y="116"/>
                </a:lnTo>
                <a:lnTo>
                  <a:pt x="1205" y="106"/>
                </a:lnTo>
                <a:lnTo>
                  <a:pt x="1186" y="96"/>
                </a:lnTo>
                <a:lnTo>
                  <a:pt x="1166" y="87"/>
                </a:lnTo>
                <a:lnTo>
                  <a:pt x="1146" y="78"/>
                </a:lnTo>
                <a:lnTo>
                  <a:pt x="1125" y="70"/>
                </a:lnTo>
                <a:lnTo>
                  <a:pt x="1104" y="62"/>
                </a:lnTo>
                <a:lnTo>
                  <a:pt x="1083" y="54"/>
                </a:lnTo>
                <a:lnTo>
                  <a:pt x="1061" y="47"/>
                </a:lnTo>
                <a:lnTo>
                  <a:pt x="1039" y="41"/>
                </a:lnTo>
                <a:lnTo>
                  <a:pt x="1017" y="35"/>
                </a:lnTo>
                <a:lnTo>
                  <a:pt x="995" y="29"/>
                </a:lnTo>
                <a:lnTo>
                  <a:pt x="972" y="24"/>
                </a:lnTo>
                <a:lnTo>
                  <a:pt x="949" y="20"/>
                </a:lnTo>
                <a:lnTo>
                  <a:pt x="926" y="16"/>
                </a:lnTo>
                <a:lnTo>
                  <a:pt x="903" y="12"/>
                </a:lnTo>
                <a:lnTo>
                  <a:pt x="879" y="9"/>
                </a:lnTo>
                <a:lnTo>
                  <a:pt x="856" y="7"/>
                </a:lnTo>
                <a:lnTo>
                  <a:pt x="832" y="5"/>
                </a:lnTo>
                <a:lnTo>
                  <a:pt x="808" y="4"/>
                </a:lnTo>
                <a:lnTo>
                  <a:pt x="785" y="3"/>
                </a:lnTo>
                <a:lnTo>
                  <a:pt x="761" y="3"/>
                </a:lnTo>
                <a:lnTo>
                  <a:pt x="737" y="3"/>
                </a:lnTo>
                <a:lnTo>
                  <a:pt x="713" y="4"/>
                </a:lnTo>
                <a:lnTo>
                  <a:pt x="690" y="5"/>
                </a:lnTo>
                <a:lnTo>
                  <a:pt x="666" y="7"/>
                </a:lnTo>
                <a:lnTo>
                  <a:pt x="643" y="9"/>
                </a:lnTo>
                <a:lnTo>
                  <a:pt x="619" y="12"/>
                </a:lnTo>
                <a:lnTo>
                  <a:pt x="596" y="16"/>
                </a:lnTo>
                <a:lnTo>
                  <a:pt x="573" y="20"/>
                </a:lnTo>
                <a:lnTo>
                  <a:pt x="550" y="24"/>
                </a:lnTo>
                <a:lnTo>
                  <a:pt x="527" y="29"/>
                </a:lnTo>
                <a:lnTo>
                  <a:pt x="505" y="35"/>
                </a:lnTo>
                <a:lnTo>
                  <a:pt x="483" y="41"/>
                </a:lnTo>
                <a:lnTo>
                  <a:pt x="461" y="47"/>
                </a:lnTo>
                <a:lnTo>
                  <a:pt x="439" y="54"/>
                </a:lnTo>
                <a:lnTo>
                  <a:pt x="418" y="62"/>
                </a:lnTo>
                <a:lnTo>
                  <a:pt x="396" y="70"/>
                </a:lnTo>
                <a:lnTo>
                  <a:pt x="375" y="78"/>
                </a:lnTo>
                <a:lnTo>
                  <a:pt x="355" y="87"/>
                </a:lnTo>
                <a:lnTo>
                  <a:pt x="335" y="96"/>
                </a:lnTo>
                <a:lnTo>
                  <a:pt x="315" y="106"/>
                </a:lnTo>
                <a:lnTo>
                  <a:pt x="296" y="116"/>
                </a:lnTo>
                <a:lnTo>
                  <a:pt x="278" y="127"/>
                </a:lnTo>
                <a:lnTo>
                  <a:pt x="260" y="138"/>
                </a:lnTo>
                <a:lnTo>
                  <a:pt x="242" y="149"/>
                </a:lnTo>
                <a:lnTo>
                  <a:pt x="225" y="161"/>
                </a:lnTo>
                <a:lnTo>
                  <a:pt x="209" y="173"/>
                </a:lnTo>
                <a:lnTo>
                  <a:pt x="193" y="186"/>
                </a:lnTo>
                <a:lnTo>
                  <a:pt x="177" y="199"/>
                </a:lnTo>
                <a:lnTo>
                  <a:pt x="162" y="212"/>
                </a:lnTo>
                <a:lnTo>
                  <a:pt x="148" y="226"/>
                </a:lnTo>
                <a:lnTo>
                  <a:pt x="135" y="240"/>
                </a:lnTo>
                <a:lnTo>
                  <a:pt x="121" y="254"/>
                </a:lnTo>
                <a:lnTo>
                  <a:pt x="109" y="269"/>
                </a:lnTo>
                <a:lnTo>
                  <a:pt x="97" y="283"/>
                </a:lnTo>
                <a:lnTo>
                  <a:pt x="86" y="298"/>
                </a:lnTo>
                <a:lnTo>
                  <a:pt x="76" y="314"/>
                </a:lnTo>
                <a:lnTo>
                  <a:pt x="66" y="329"/>
                </a:lnTo>
                <a:lnTo>
                  <a:pt x="57" y="345"/>
                </a:lnTo>
                <a:lnTo>
                  <a:pt x="48" y="361"/>
                </a:lnTo>
                <a:lnTo>
                  <a:pt x="41" y="377"/>
                </a:lnTo>
                <a:lnTo>
                  <a:pt x="34" y="393"/>
                </a:lnTo>
                <a:lnTo>
                  <a:pt x="28" y="410"/>
                </a:lnTo>
                <a:lnTo>
                  <a:pt x="22" y="426"/>
                </a:lnTo>
                <a:lnTo>
                  <a:pt x="17" y="443"/>
                </a:lnTo>
                <a:lnTo>
                  <a:pt x="13" y="460"/>
                </a:lnTo>
                <a:lnTo>
                  <a:pt x="10" y="476"/>
                </a:lnTo>
                <a:lnTo>
                  <a:pt x="7" y="493"/>
                </a:lnTo>
                <a:lnTo>
                  <a:pt x="5" y="510"/>
                </a:lnTo>
                <a:lnTo>
                  <a:pt x="4" y="527"/>
                </a:lnTo>
                <a:lnTo>
                  <a:pt x="4" y="545"/>
                </a:lnTo>
                <a:lnTo>
                  <a:pt x="4" y="562"/>
                </a:lnTo>
                <a:lnTo>
                  <a:pt x="5" y="579"/>
                </a:lnTo>
                <a:lnTo>
                  <a:pt x="7" y="596"/>
                </a:lnTo>
                <a:lnTo>
                  <a:pt x="10" y="613"/>
                </a:lnTo>
                <a:lnTo>
                  <a:pt x="13" y="630"/>
                </a:lnTo>
                <a:lnTo>
                  <a:pt x="17" y="647"/>
                </a:lnTo>
                <a:lnTo>
                  <a:pt x="22" y="663"/>
                </a:lnTo>
                <a:lnTo>
                  <a:pt x="28" y="680"/>
                </a:lnTo>
                <a:lnTo>
                  <a:pt x="34" y="696"/>
                </a:lnTo>
                <a:lnTo>
                  <a:pt x="41" y="713"/>
                </a:lnTo>
                <a:lnTo>
                  <a:pt x="48" y="729"/>
                </a:lnTo>
                <a:lnTo>
                  <a:pt x="57" y="745"/>
                </a:lnTo>
                <a:lnTo>
                  <a:pt x="66" y="760"/>
                </a:lnTo>
                <a:lnTo>
                  <a:pt x="76" y="776"/>
                </a:lnTo>
                <a:lnTo>
                  <a:pt x="86" y="791"/>
                </a:lnTo>
                <a:lnTo>
                  <a:pt x="97" y="806"/>
                </a:lnTo>
                <a:lnTo>
                  <a:pt x="109" y="821"/>
                </a:lnTo>
                <a:lnTo>
                  <a:pt x="121" y="836"/>
                </a:lnTo>
                <a:lnTo>
                  <a:pt x="135" y="850"/>
                </a:lnTo>
                <a:lnTo>
                  <a:pt x="148" y="864"/>
                </a:lnTo>
                <a:lnTo>
                  <a:pt x="162" y="877"/>
                </a:lnTo>
                <a:lnTo>
                  <a:pt x="177" y="891"/>
                </a:lnTo>
                <a:lnTo>
                  <a:pt x="193" y="904"/>
                </a:lnTo>
                <a:lnTo>
                  <a:pt x="209" y="916"/>
                </a:lnTo>
                <a:lnTo>
                  <a:pt x="225" y="928"/>
                </a:lnTo>
                <a:lnTo>
                  <a:pt x="242" y="940"/>
                </a:lnTo>
                <a:lnTo>
                  <a:pt x="260" y="952"/>
                </a:lnTo>
                <a:lnTo>
                  <a:pt x="278" y="963"/>
                </a:lnTo>
                <a:lnTo>
                  <a:pt x="296" y="973"/>
                </a:lnTo>
                <a:lnTo>
                  <a:pt x="315" y="984"/>
                </a:lnTo>
                <a:lnTo>
                  <a:pt x="335" y="993"/>
                </a:lnTo>
                <a:lnTo>
                  <a:pt x="355" y="1003"/>
                </a:lnTo>
                <a:lnTo>
                  <a:pt x="375" y="1012"/>
                </a:lnTo>
                <a:lnTo>
                  <a:pt x="396" y="1020"/>
                </a:lnTo>
                <a:lnTo>
                  <a:pt x="418" y="1028"/>
                </a:lnTo>
                <a:lnTo>
                  <a:pt x="439" y="1035"/>
                </a:lnTo>
                <a:lnTo>
                  <a:pt x="461" y="1042"/>
                </a:lnTo>
                <a:lnTo>
                  <a:pt x="483" y="1049"/>
                </a:lnTo>
                <a:lnTo>
                  <a:pt x="505" y="1055"/>
                </a:lnTo>
                <a:lnTo>
                  <a:pt x="527" y="1061"/>
                </a:lnTo>
                <a:lnTo>
                  <a:pt x="550" y="1066"/>
                </a:lnTo>
                <a:lnTo>
                  <a:pt x="573" y="1070"/>
                </a:lnTo>
                <a:lnTo>
                  <a:pt x="596" y="1074"/>
                </a:lnTo>
                <a:lnTo>
                  <a:pt x="619" y="1077"/>
                </a:lnTo>
                <a:lnTo>
                  <a:pt x="643" y="1080"/>
                </a:lnTo>
                <a:lnTo>
                  <a:pt x="666" y="1083"/>
                </a:lnTo>
                <a:lnTo>
                  <a:pt x="690" y="1085"/>
                </a:lnTo>
                <a:lnTo>
                  <a:pt x="713" y="1086"/>
                </a:lnTo>
                <a:lnTo>
                  <a:pt x="737" y="1087"/>
                </a:lnTo>
                <a:lnTo>
                  <a:pt x="761" y="1087"/>
                </a:lnTo>
                <a:lnTo>
                  <a:pt x="785" y="1087"/>
                </a:lnTo>
                <a:lnTo>
                  <a:pt x="808" y="1086"/>
                </a:lnTo>
                <a:lnTo>
                  <a:pt x="832" y="1085"/>
                </a:lnTo>
                <a:lnTo>
                  <a:pt x="856" y="1083"/>
                </a:lnTo>
                <a:lnTo>
                  <a:pt x="879" y="1080"/>
                </a:lnTo>
                <a:lnTo>
                  <a:pt x="903" y="1077"/>
                </a:lnTo>
                <a:lnTo>
                  <a:pt x="926" y="1074"/>
                </a:lnTo>
                <a:lnTo>
                  <a:pt x="949" y="1070"/>
                </a:lnTo>
                <a:lnTo>
                  <a:pt x="972" y="1066"/>
                </a:lnTo>
                <a:lnTo>
                  <a:pt x="995" y="1061"/>
                </a:lnTo>
                <a:lnTo>
                  <a:pt x="1017" y="1055"/>
                </a:lnTo>
                <a:lnTo>
                  <a:pt x="1039" y="1049"/>
                </a:lnTo>
                <a:lnTo>
                  <a:pt x="1061" y="1042"/>
                </a:lnTo>
                <a:lnTo>
                  <a:pt x="1083" y="1035"/>
                </a:lnTo>
                <a:lnTo>
                  <a:pt x="1104" y="1028"/>
                </a:lnTo>
                <a:lnTo>
                  <a:pt x="1125" y="1020"/>
                </a:lnTo>
                <a:lnTo>
                  <a:pt x="1146" y="1012"/>
                </a:lnTo>
                <a:lnTo>
                  <a:pt x="1166" y="1003"/>
                </a:lnTo>
                <a:lnTo>
                  <a:pt x="1186" y="993"/>
                </a:lnTo>
                <a:lnTo>
                  <a:pt x="1205" y="984"/>
                </a:lnTo>
                <a:lnTo>
                  <a:pt x="1224" y="973"/>
                </a:lnTo>
                <a:lnTo>
                  <a:pt x="1243" y="963"/>
                </a:lnTo>
                <a:lnTo>
                  <a:pt x="1261" y="952"/>
                </a:lnTo>
                <a:lnTo>
                  <a:pt x="1279" y="940"/>
                </a:lnTo>
                <a:lnTo>
                  <a:pt x="1296" y="928"/>
                </a:lnTo>
                <a:lnTo>
                  <a:pt x="1312" y="916"/>
                </a:lnTo>
                <a:lnTo>
                  <a:pt x="1328" y="904"/>
                </a:lnTo>
                <a:lnTo>
                  <a:pt x="1344" y="891"/>
                </a:lnTo>
                <a:lnTo>
                  <a:pt x="1358" y="877"/>
                </a:lnTo>
                <a:lnTo>
                  <a:pt x="1373" y="864"/>
                </a:lnTo>
                <a:lnTo>
                  <a:pt x="1386" y="850"/>
                </a:lnTo>
                <a:lnTo>
                  <a:pt x="1399" y="836"/>
                </a:lnTo>
                <a:lnTo>
                  <a:pt x="1412" y="821"/>
                </a:lnTo>
                <a:lnTo>
                  <a:pt x="1424" y="806"/>
                </a:lnTo>
                <a:lnTo>
                  <a:pt x="1435" y="791"/>
                </a:lnTo>
                <a:lnTo>
                  <a:pt x="1445" y="776"/>
                </a:lnTo>
                <a:lnTo>
                  <a:pt x="1455" y="760"/>
                </a:lnTo>
                <a:lnTo>
                  <a:pt x="1464" y="745"/>
                </a:lnTo>
                <a:lnTo>
                  <a:pt x="1472" y="729"/>
                </a:lnTo>
                <a:lnTo>
                  <a:pt x="1480" y="713"/>
                </a:lnTo>
                <a:lnTo>
                  <a:pt x="1487" y="696"/>
                </a:lnTo>
                <a:lnTo>
                  <a:pt x="1493" y="680"/>
                </a:lnTo>
                <a:lnTo>
                  <a:pt x="1499" y="663"/>
                </a:lnTo>
                <a:lnTo>
                  <a:pt x="1504" y="647"/>
                </a:lnTo>
                <a:lnTo>
                  <a:pt x="1508" y="630"/>
                </a:lnTo>
                <a:lnTo>
                  <a:pt x="1511" y="613"/>
                </a:lnTo>
                <a:lnTo>
                  <a:pt x="1514" y="596"/>
                </a:lnTo>
                <a:lnTo>
                  <a:pt x="1516" y="579"/>
                </a:lnTo>
                <a:lnTo>
                  <a:pt x="1517" y="562"/>
                </a:lnTo>
                <a:lnTo>
                  <a:pt x="1517" y="545"/>
                </a:lnTo>
                <a:moveTo>
                  <a:pt x="1521" y="545"/>
                </a:moveTo>
                <a:lnTo>
                  <a:pt x="1521" y="562"/>
                </a:lnTo>
                <a:lnTo>
                  <a:pt x="1519" y="579"/>
                </a:lnTo>
                <a:lnTo>
                  <a:pt x="1518" y="597"/>
                </a:lnTo>
                <a:lnTo>
                  <a:pt x="1515" y="614"/>
                </a:lnTo>
                <a:lnTo>
                  <a:pt x="1512" y="630"/>
                </a:lnTo>
                <a:lnTo>
                  <a:pt x="1508" y="647"/>
                </a:lnTo>
                <a:lnTo>
                  <a:pt x="1503" y="664"/>
                </a:lnTo>
                <a:lnTo>
                  <a:pt x="1497" y="681"/>
                </a:lnTo>
                <a:lnTo>
                  <a:pt x="1491" y="697"/>
                </a:lnTo>
                <a:lnTo>
                  <a:pt x="1484" y="714"/>
                </a:lnTo>
                <a:lnTo>
                  <a:pt x="1476" y="730"/>
                </a:lnTo>
                <a:lnTo>
                  <a:pt x="1468" y="746"/>
                </a:lnTo>
                <a:lnTo>
                  <a:pt x="1458" y="762"/>
                </a:lnTo>
                <a:lnTo>
                  <a:pt x="1449" y="777"/>
                </a:lnTo>
                <a:lnTo>
                  <a:pt x="1438" y="793"/>
                </a:lnTo>
                <a:lnTo>
                  <a:pt x="1427" y="808"/>
                </a:lnTo>
                <a:lnTo>
                  <a:pt x="1415" y="822"/>
                </a:lnTo>
                <a:lnTo>
                  <a:pt x="1403" y="837"/>
                </a:lnTo>
                <a:lnTo>
                  <a:pt x="1390" y="851"/>
                </a:lnTo>
                <a:lnTo>
                  <a:pt x="1376" y="865"/>
                </a:lnTo>
                <a:lnTo>
                  <a:pt x="1362" y="879"/>
                </a:lnTo>
                <a:lnTo>
                  <a:pt x="1347" y="892"/>
                </a:lnTo>
                <a:lnTo>
                  <a:pt x="1331" y="905"/>
                </a:lnTo>
                <a:lnTo>
                  <a:pt x="1315" y="918"/>
                </a:lnTo>
                <a:lnTo>
                  <a:pt x="1298" y="930"/>
                </a:lnTo>
                <a:lnTo>
                  <a:pt x="1281" y="942"/>
                </a:lnTo>
                <a:lnTo>
                  <a:pt x="1264" y="954"/>
                </a:lnTo>
                <a:lnTo>
                  <a:pt x="1245" y="965"/>
                </a:lnTo>
                <a:lnTo>
                  <a:pt x="1227" y="976"/>
                </a:lnTo>
                <a:lnTo>
                  <a:pt x="1208" y="986"/>
                </a:lnTo>
                <a:lnTo>
                  <a:pt x="1188" y="996"/>
                </a:lnTo>
                <a:lnTo>
                  <a:pt x="1168" y="1005"/>
                </a:lnTo>
                <a:lnTo>
                  <a:pt x="1148" y="1014"/>
                </a:lnTo>
                <a:lnTo>
                  <a:pt x="1127" y="1022"/>
                </a:lnTo>
                <a:lnTo>
                  <a:pt x="1106" y="1030"/>
                </a:lnTo>
                <a:lnTo>
                  <a:pt x="1085" y="1038"/>
                </a:lnTo>
                <a:lnTo>
                  <a:pt x="1063" y="1045"/>
                </a:lnTo>
                <a:lnTo>
                  <a:pt x="1041" y="1052"/>
                </a:lnTo>
                <a:lnTo>
                  <a:pt x="1018" y="1058"/>
                </a:lnTo>
                <a:lnTo>
                  <a:pt x="996" y="1063"/>
                </a:lnTo>
                <a:lnTo>
                  <a:pt x="973" y="1068"/>
                </a:lnTo>
                <a:lnTo>
                  <a:pt x="950" y="1073"/>
                </a:lnTo>
                <a:lnTo>
                  <a:pt x="927" y="1077"/>
                </a:lnTo>
                <a:lnTo>
                  <a:pt x="903" y="1080"/>
                </a:lnTo>
                <a:lnTo>
                  <a:pt x="880" y="1083"/>
                </a:lnTo>
                <a:lnTo>
                  <a:pt x="856" y="1086"/>
                </a:lnTo>
                <a:lnTo>
                  <a:pt x="832" y="1087"/>
                </a:lnTo>
                <a:lnTo>
                  <a:pt x="809" y="1089"/>
                </a:lnTo>
                <a:lnTo>
                  <a:pt x="785" y="1090"/>
                </a:lnTo>
                <a:lnTo>
                  <a:pt x="761" y="1090"/>
                </a:lnTo>
                <a:lnTo>
                  <a:pt x="737" y="1090"/>
                </a:lnTo>
                <a:lnTo>
                  <a:pt x="713" y="1089"/>
                </a:lnTo>
                <a:lnTo>
                  <a:pt x="689" y="1087"/>
                </a:lnTo>
                <a:lnTo>
                  <a:pt x="666" y="1086"/>
                </a:lnTo>
                <a:lnTo>
                  <a:pt x="642" y="1083"/>
                </a:lnTo>
                <a:lnTo>
                  <a:pt x="619" y="1080"/>
                </a:lnTo>
                <a:lnTo>
                  <a:pt x="595" y="1077"/>
                </a:lnTo>
                <a:lnTo>
                  <a:pt x="572" y="1073"/>
                </a:lnTo>
                <a:lnTo>
                  <a:pt x="549" y="1068"/>
                </a:lnTo>
                <a:lnTo>
                  <a:pt x="526" y="1063"/>
                </a:lnTo>
                <a:lnTo>
                  <a:pt x="503" y="1058"/>
                </a:lnTo>
                <a:lnTo>
                  <a:pt x="481" y="1052"/>
                </a:lnTo>
                <a:lnTo>
                  <a:pt x="459" y="1045"/>
                </a:lnTo>
                <a:lnTo>
                  <a:pt x="437" y="1038"/>
                </a:lnTo>
                <a:lnTo>
                  <a:pt x="416" y="1030"/>
                </a:lnTo>
                <a:lnTo>
                  <a:pt x="394" y="1022"/>
                </a:lnTo>
                <a:lnTo>
                  <a:pt x="373" y="1014"/>
                </a:lnTo>
                <a:lnTo>
                  <a:pt x="353" y="1005"/>
                </a:lnTo>
                <a:lnTo>
                  <a:pt x="333" y="996"/>
                </a:lnTo>
                <a:lnTo>
                  <a:pt x="313" y="986"/>
                </a:lnTo>
                <a:lnTo>
                  <a:pt x="294" y="976"/>
                </a:lnTo>
                <a:lnTo>
                  <a:pt x="275" y="965"/>
                </a:lnTo>
                <a:lnTo>
                  <a:pt x="257" y="954"/>
                </a:lnTo>
                <a:lnTo>
                  <a:pt x="240" y="942"/>
                </a:lnTo>
                <a:lnTo>
                  <a:pt x="223" y="930"/>
                </a:lnTo>
                <a:lnTo>
                  <a:pt x="206" y="918"/>
                </a:lnTo>
                <a:lnTo>
                  <a:pt x="190" y="905"/>
                </a:lnTo>
                <a:lnTo>
                  <a:pt x="174" y="892"/>
                </a:lnTo>
                <a:lnTo>
                  <a:pt x="159" y="879"/>
                </a:lnTo>
                <a:lnTo>
                  <a:pt x="145" y="865"/>
                </a:lnTo>
                <a:lnTo>
                  <a:pt x="131" y="851"/>
                </a:lnTo>
                <a:lnTo>
                  <a:pt x="118" y="837"/>
                </a:lnTo>
                <a:lnTo>
                  <a:pt x="106" y="822"/>
                </a:lnTo>
                <a:lnTo>
                  <a:pt x="94" y="808"/>
                </a:lnTo>
                <a:lnTo>
                  <a:pt x="83" y="793"/>
                </a:lnTo>
                <a:lnTo>
                  <a:pt x="72" y="777"/>
                </a:lnTo>
                <a:lnTo>
                  <a:pt x="62" y="762"/>
                </a:lnTo>
                <a:lnTo>
                  <a:pt x="53" y="746"/>
                </a:lnTo>
                <a:lnTo>
                  <a:pt x="45" y="730"/>
                </a:lnTo>
                <a:lnTo>
                  <a:pt x="37" y="714"/>
                </a:lnTo>
                <a:lnTo>
                  <a:pt x="30" y="697"/>
                </a:lnTo>
                <a:lnTo>
                  <a:pt x="24" y="681"/>
                </a:lnTo>
                <a:lnTo>
                  <a:pt x="18" y="664"/>
                </a:lnTo>
                <a:lnTo>
                  <a:pt x="13" y="647"/>
                </a:lnTo>
                <a:lnTo>
                  <a:pt x="9" y="630"/>
                </a:lnTo>
                <a:lnTo>
                  <a:pt x="6" y="614"/>
                </a:lnTo>
                <a:lnTo>
                  <a:pt x="3" y="597"/>
                </a:lnTo>
                <a:lnTo>
                  <a:pt x="1" y="579"/>
                </a:lnTo>
                <a:lnTo>
                  <a:pt x="0" y="562"/>
                </a:lnTo>
                <a:lnTo>
                  <a:pt x="0" y="545"/>
                </a:lnTo>
                <a:lnTo>
                  <a:pt x="0" y="527"/>
                </a:lnTo>
                <a:lnTo>
                  <a:pt x="1" y="510"/>
                </a:lnTo>
                <a:lnTo>
                  <a:pt x="3" y="493"/>
                </a:lnTo>
                <a:lnTo>
                  <a:pt x="6" y="476"/>
                </a:lnTo>
                <a:lnTo>
                  <a:pt x="9" y="459"/>
                </a:lnTo>
                <a:lnTo>
                  <a:pt x="13" y="442"/>
                </a:lnTo>
                <a:lnTo>
                  <a:pt x="18" y="426"/>
                </a:lnTo>
                <a:lnTo>
                  <a:pt x="24" y="409"/>
                </a:lnTo>
                <a:lnTo>
                  <a:pt x="30" y="392"/>
                </a:lnTo>
                <a:lnTo>
                  <a:pt x="37" y="376"/>
                </a:lnTo>
                <a:lnTo>
                  <a:pt x="45" y="360"/>
                </a:lnTo>
                <a:lnTo>
                  <a:pt x="53" y="344"/>
                </a:lnTo>
                <a:lnTo>
                  <a:pt x="62" y="328"/>
                </a:lnTo>
                <a:lnTo>
                  <a:pt x="72" y="312"/>
                </a:lnTo>
                <a:lnTo>
                  <a:pt x="83" y="297"/>
                </a:lnTo>
                <a:lnTo>
                  <a:pt x="94" y="282"/>
                </a:lnTo>
                <a:lnTo>
                  <a:pt x="106" y="267"/>
                </a:lnTo>
                <a:lnTo>
                  <a:pt x="118" y="253"/>
                </a:lnTo>
                <a:lnTo>
                  <a:pt x="131" y="238"/>
                </a:lnTo>
                <a:lnTo>
                  <a:pt x="145" y="224"/>
                </a:lnTo>
                <a:lnTo>
                  <a:pt x="159" y="211"/>
                </a:lnTo>
                <a:lnTo>
                  <a:pt x="174" y="197"/>
                </a:lnTo>
                <a:lnTo>
                  <a:pt x="190" y="184"/>
                </a:lnTo>
                <a:lnTo>
                  <a:pt x="206" y="172"/>
                </a:lnTo>
                <a:lnTo>
                  <a:pt x="223" y="159"/>
                </a:lnTo>
                <a:lnTo>
                  <a:pt x="240" y="147"/>
                </a:lnTo>
                <a:lnTo>
                  <a:pt x="257" y="136"/>
                </a:lnTo>
                <a:lnTo>
                  <a:pt x="275" y="125"/>
                </a:lnTo>
                <a:lnTo>
                  <a:pt x="294" y="114"/>
                </a:lnTo>
                <a:lnTo>
                  <a:pt x="313" y="104"/>
                </a:lnTo>
                <a:lnTo>
                  <a:pt x="333" y="94"/>
                </a:lnTo>
                <a:lnTo>
                  <a:pt x="353" y="85"/>
                </a:lnTo>
                <a:lnTo>
                  <a:pt x="373" y="76"/>
                </a:lnTo>
                <a:lnTo>
                  <a:pt x="394" y="67"/>
                </a:lnTo>
                <a:lnTo>
                  <a:pt x="416" y="59"/>
                </a:lnTo>
                <a:lnTo>
                  <a:pt x="437" y="52"/>
                </a:lnTo>
                <a:lnTo>
                  <a:pt x="459" y="45"/>
                </a:lnTo>
                <a:lnTo>
                  <a:pt x="481" y="38"/>
                </a:lnTo>
                <a:lnTo>
                  <a:pt x="503" y="32"/>
                </a:lnTo>
                <a:lnTo>
                  <a:pt x="526" y="26"/>
                </a:lnTo>
                <a:lnTo>
                  <a:pt x="549" y="21"/>
                </a:lnTo>
                <a:lnTo>
                  <a:pt x="572" y="17"/>
                </a:lnTo>
                <a:lnTo>
                  <a:pt x="595" y="13"/>
                </a:lnTo>
                <a:lnTo>
                  <a:pt x="619" y="9"/>
                </a:lnTo>
                <a:lnTo>
                  <a:pt x="642" y="6"/>
                </a:lnTo>
                <a:lnTo>
                  <a:pt x="666" y="4"/>
                </a:lnTo>
                <a:lnTo>
                  <a:pt x="689" y="2"/>
                </a:lnTo>
                <a:lnTo>
                  <a:pt x="713" y="1"/>
                </a:lnTo>
                <a:lnTo>
                  <a:pt x="737" y="0"/>
                </a:lnTo>
                <a:lnTo>
                  <a:pt x="761" y="0"/>
                </a:lnTo>
                <a:lnTo>
                  <a:pt x="785" y="0"/>
                </a:lnTo>
                <a:lnTo>
                  <a:pt x="809" y="1"/>
                </a:lnTo>
                <a:lnTo>
                  <a:pt x="832" y="2"/>
                </a:lnTo>
                <a:lnTo>
                  <a:pt x="856" y="4"/>
                </a:lnTo>
                <a:lnTo>
                  <a:pt x="880" y="6"/>
                </a:lnTo>
                <a:lnTo>
                  <a:pt x="903" y="9"/>
                </a:lnTo>
                <a:lnTo>
                  <a:pt x="927" y="13"/>
                </a:lnTo>
                <a:lnTo>
                  <a:pt x="950" y="17"/>
                </a:lnTo>
                <a:lnTo>
                  <a:pt x="973" y="21"/>
                </a:lnTo>
                <a:lnTo>
                  <a:pt x="996" y="26"/>
                </a:lnTo>
                <a:lnTo>
                  <a:pt x="1018" y="32"/>
                </a:lnTo>
                <a:lnTo>
                  <a:pt x="1041" y="38"/>
                </a:lnTo>
                <a:lnTo>
                  <a:pt x="1063" y="45"/>
                </a:lnTo>
                <a:lnTo>
                  <a:pt x="1085" y="52"/>
                </a:lnTo>
                <a:lnTo>
                  <a:pt x="1106" y="59"/>
                </a:lnTo>
                <a:lnTo>
                  <a:pt x="1127" y="67"/>
                </a:lnTo>
                <a:lnTo>
                  <a:pt x="1148" y="76"/>
                </a:lnTo>
                <a:lnTo>
                  <a:pt x="1168" y="85"/>
                </a:lnTo>
                <a:lnTo>
                  <a:pt x="1188" y="94"/>
                </a:lnTo>
                <a:lnTo>
                  <a:pt x="1208" y="104"/>
                </a:lnTo>
                <a:lnTo>
                  <a:pt x="1227" y="114"/>
                </a:lnTo>
                <a:lnTo>
                  <a:pt x="1245" y="125"/>
                </a:lnTo>
                <a:lnTo>
                  <a:pt x="1264" y="136"/>
                </a:lnTo>
                <a:lnTo>
                  <a:pt x="1281" y="147"/>
                </a:lnTo>
                <a:lnTo>
                  <a:pt x="1298" y="159"/>
                </a:lnTo>
                <a:lnTo>
                  <a:pt x="1315" y="172"/>
                </a:lnTo>
                <a:lnTo>
                  <a:pt x="1331" y="184"/>
                </a:lnTo>
                <a:lnTo>
                  <a:pt x="1347" y="197"/>
                </a:lnTo>
                <a:lnTo>
                  <a:pt x="1362" y="211"/>
                </a:lnTo>
                <a:lnTo>
                  <a:pt x="1376" y="224"/>
                </a:lnTo>
                <a:lnTo>
                  <a:pt x="1390" y="238"/>
                </a:lnTo>
                <a:lnTo>
                  <a:pt x="1403" y="253"/>
                </a:lnTo>
                <a:lnTo>
                  <a:pt x="1415" y="267"/>
                </a:lnTo>
                <a:lnTo>
                  <a:pt x="1427" y="282"/>
                </a:lnTo>
                <a:lnTo>
                  <a:pt x="1438" y="297"/>
                </a:lnTo>
                <a:lnTo>
                  <a:pt x="1449" y="312"/>
                </a:lnTo>
                <a:lnTo>
                  <a:pt x="1458" y="328"/>
                </a:lnTo>
                <a:lnTo>
                  <a:pt x="1468" y="344"/>
                </a:lnTo>
                <a:lnTo>
                  <a:pt x="1476" y="360"/>
                </a:lnTo>
                <a:lnTo>
                  <a:pt x="1484" y="376"/>
                </a:lnTo>
                <a:lnTo>
                  <a:pt x="1491" y="392"/>
                </a:lnTo>
                <a:lnTo>
                  <a:pt x="1497" y="409"/>
                </a:lnTo>
                <a:lnTo>
                  <a:pt x="1503" y="426"/>
                </a:lnTo>
                <a:lnTo>
                  <a:pt x="1508" y="442"/>
                </a:lnTo>
                <a:lnTo>
                  <a:pt x="1512" y="459"/>
                </a:lnTo>
                <a:lnTo>
                  <a:pt x="1515" y="476"/>
                </a:lnTo>
                <a:lnTo>
                  <a:pt x="1518" y="493"/>
                </a:lnTo>
                <a:lnTo>
                  <a:pt x="1519" y="510"/>
                </a:lnTo>
                <a:lnTo>
                  <a:pt x="1521" y="527"/>
                </a:lnTo>
                <a:lnTo>
                  <a:pt x="1521" y="545"/>
                </a:lnTo>
                <a:close/>
              </a:path>
            </a:pathLst>
          </a:custGeom>
          <a:solidFill>
            <a:srgbClr val="ffaa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4" name=""/>
          <p:cNvSpPr/>
          <p:nvPr/>
        </p:nvSpPr>
        <p:spPr>
          <a:xfrm>
            <a:off x="7787520" y="2747160"/>
            <a:ext cx="550440" cy="394560"/>
          </a:xfrm>
          <a:custGeom>
            <a:avLst/>
            <a:gdLst/>
            <a:ahLst/>
            <a:rect l="0" t="0" r="r" b="b"/>
            <a:pathLst>
              <a:path w="1529" h="1096">
                <a:moveTo>
                  <a:pt x="1525" y="547"/>
                </a:moveTo>
                <a:lnTo>
                  <a:pt x="1525" y="530"/>
                </a:lnTo>
                <a:lnTo>
                  <a:pt x="1523" y="513"/>
                </a:lnTo>
                <a:lnTo>
                  <a:pt x="1522" y="496"/>
                </a:lnTo>
                <a:lnTo>
                  <a:pt x="1519" y="479"/>
                </a:lnTo>
                <a:lnTo>
                  <a:pt x="1516" y="462"/>
                </a:lnTo>
                <a:lnTo>
                  <a:pt x="1512" y="445"/>
                </a:lnTo>
                <a:lnTo>
                  <a:pt x="1507" y="429"/>
                </a:lnTo>
                <a:lnTo>
                  <a:pt x="1501" y="412"/>
                </a:lnTo>
                <a:lnTo>
                  <a:pt x="1495" y="395"/>
                </a:lnTo>
                <a:lnTo>
                  <a:pt x="1488" y="379"/>
                </a:lnTo>
                <a:lnTo>
                  <a:pt x="1480" y="363"/>
                </a:lnTo>
                <a:lnTo>
                  <a:pt x="1472" y="347"/>
                </a:lnTo>
                <a:lnTo>
                  <a:pt x="1462" y="331"/>
                </a:lnTo>
                <a:lnTo>
                  <a:pt x="1453" y="315"/>
                </a:lnTo>
                <a:lnTo>
                  <a:pt x="1442" y="300"/>
                </a:lnTo>
                <a:lnTo>
                  <a:pt x="1431" y="285"/>
                </a:lnTo>
                <a:lnTo>
                  <a:pt x="1419" y="270"/>
                </a:lnTo>
                <a:lnTo>
                  <a:pt x="1407" y="256"/>
                </a:lnTo>
                <a:lnTo>
                  <a:pt x="1394" y="241"/>
                </a:lnTo>
                <a:lnTo>
                  <a:pt x="1380" y="227"/>
                </a:lnTo>
                <a:lnTo>
                  <a:pt x="1366" y="214"/>
                </a:lnTo>
                <a:lnTo>
                  <a:pt x="1351" y="200"/>
                </a:lnTo>
                <a:lnTo>
                  <a:pt x="1335" y="187"/>
                </a:lnTo>
                <a:lnTo>
                  <a:pt x="1319" y="175"/>
                </a:lnTo>
                <a:lnTo>
                  <a:pt x="1302" y="162"/>
                </a:lnTo>
                <a:lnTo>
                  <a:pt x="1285" y="150"/>
                </a:lnTo>
                <a:lnTo>
                  <a:pt x="1268" y="139"/>
                </a:lnTo>
                <a:lnTo>
                  <a:pt x="1249" y="128"/>
                </a:lnTo>
                <a:lnTo>
                  <a:pt x="1231" y="117"/>
                </a:lnTo>
                <a:lnTo>
                  <a:pt x="1212" y="107"/>
                </a:lnTo>
                <a:lnTo>
                  <a:pt x="1192" y="97"/>
                </a:lnTo>
                <a:lnTo>
                  <a:pt x="1172" y="88"/>
                </a:lnTo>
                <a:lnTo>
                  <a:pt x="1152" y="79"/>
                </a:lnTo>
                <a:lnTo>
                  <a:pt x="1131" y="70"/>
                </a:lnTo>
                <a:lnTo>
                  <a:pt x="1110" y="62"/>
                </a:lnTo>
                <a:lnTo>
                  <a:pt x="1089" y="55"/>
                </a:lnTo>
                <a:lnTo>
                  <a:pt x="1067" y="48"/>
                </a:lnTo>
                <a:lnTo>
                  <a:pt x="1045" y="41"/>
                </a:lnTo>
                <a:lnTo>
                  <a:pt x="1022" y="35"/>
                </a:lnTo>
                <a:lnTo>
                  <a:pt x="1000" y="29"/>
                </a:lnTo>
                <a:lnTo>
                  <a:pt x="977" y="24"/>
                </a:lnTo>
                <a:lnTo>
                  <a:pt x="954" y="20"/>
                </a:lnTo>
                <a:lnTo>
                  <a:pt x="931" y="16"/>
                </a:lnTo>
                <a:lnTo>
                  <a:pt x="907" y="12"/>
                </a:lnTo>
                <a:lnTo>
                  <a:pt x="884" y="9"/>
                </a:lnTo>
                <a:lnTo>
                  <a:pt x="860" y="7"/>
                </a:lnTo>
                <a:lnTo>
                  <a:pt x="836" y="5"/>
                </a:lnTo>
                <a:lnTo>
                  <a:pt x="813" y="4"/>
                </a:lnTo>
                <a:lnTo>
                  <a:pt x="789" y="3"/>
                </a:lnTo>
                <a:lnTo>
                  <a:pt x="765" y="3"/>
                </a:lnTo>
                <a:lnTo>
                  <a:pt x="741" y="3"/>
                </a:lnTo>
                <a:lnTo>
                  <a:pt x="717" y="4"/>
                </a:lnTo>
                <a:lnTo>
                  <a:pt x="693" y="5"/>
                </a:lnTo>
                <a:lnTo>
                  <a:pt x="670" y="7"/>
                </a:lnTo>
                <a:lnTo>
                  <a:pt x="646" y="9"/>
                </a:lnTo>
                <a:lnTo>
                  <a:pt x="623" y="12"/>
                </a:lnTo>
                <a:lnTo>
                  <a:pt x="599" y="16"/>
                </a:lnTo>
                <a:lnTo>
                  <a:pt x="576" y="20"/>
                </a:lnTo>
                <a:lnTo>
                  <a:pt x="553" y="24"/>
                </a:lnTo>
                <a:lnTo>
                  <a:pt x="530" y="29"/>
                </a:lnTo>
                <a:lnTo>
                  <a:pt x="506" y="35"/>
                </a:lnTo>
                <a:lnTo>
                  <a:pt x="484" y="41"/>
                </a:lnTo>
                <a:lnTo>
                  <a:pt x="462" y="48"/>
                </a:lnTo>
                <a:lnTo>
                  <a:pt x="440" y="55"/>
                </a:lnTo>
                <a:lnTo>
                  <a:pt x="419" y="62"/>
                </a:lnTo>
                <a:lnTo>
                  <a:pt x="398" y="70"/>
                </a:lnTo>
                <a:lnTo>
                  <a:pt x="377" y="79"/>
                </a:lnTo>
                <a:lnTo>
                  <a:pt x="357" y="88"/>
                </a:lnTo>
                <a:lnTo>
                  <a:pt x="337" y="97"/>
                </a:lnTo>
                <a:lnTo>
                  <a:pt x="317" y="107"/>
                </a:lnTo>
                <a:lnTo>
                  <a:pt x="298" y="117"/>
                </a:lnTo>
                <a:lnTo>
                  <a:pt x="279" y="128"/>
                </a:lnTo>
                <a:lnTo>
                  <a:pt x="261" y="139"/>
                </a:lnTo>
                <a:lnTo>
                  <a:pt x="244" y="150"/>
                </a:lnTo>
                <a:lnTo>
                  <a:pt x="227" y="162"/>
                </a:lnTo>
                <a:lnTo>
                  <a:pt x="210" y="175"/>
                </a:lnTo>
                <a:lnTo>
                  <a:pt x="194" y="187"/>
                </a:lnTo>
                <a:lnTo>
                  <a:pt x="178" y="200"/>
                </a:lnTo>
                <a:lnTo>
                  <a:pt x="163" y="214"/>
                </a:lnTo>
                <a:lnTo>
                  <a:pt x="149" y="227"/>
                </a:lnTo>
                <a:lnTo>
                  <a:pt x="135" y="241"/>
                </a:lnTo>
                <a:lnTo>
                  <a:pt x="122" y="256"/>
                </a:lnTo>
                <a:lnTo>
                  <a:pt x="110" y="270"/>
                </a:lnTo>
                <a:lnTo>
                  <a:pt x="98" y="285"/>
                </a:lnTo>
                <a:lnTo>
                  <a:pt x="87" y="300"/>
                </a:lnTo>
                <a:lnTo>
                  <a:pt x="76" y="315"/>
                </a:lnTo>
                <a:lnTo>
                  <a:pt x="66" y="331"/>
                </a:lnTo>
                <a:lnTo>
                  <a:pt x="57" y="347"/>
                </a:lnTo>
                <a:lnTo>
                  <a:pt x="49" y="363"/>
                </a:lnTo>
                <a:lnTo>
                  <a:pt x="41" y="379"/>
                </a:lnTo>
                <a:lnTo>
                  <a:pt x="34" y="395"/>
                </a:lnTo>
                <a:lnTo>
                  <a:pt x="28" y="412"/>
                </a:lnTo>
                <a:lnTo>
                  <a:pt x="22" y="429"/>
                </a:lnTo>
                <a:lnTo>
                  <a:pt x="17" y="445"/>
                </a:lnTo>
                <a:lnTo>
                  <a:pt x="13" y="462"/>
                </a:lnTo>
                <a:lnTo>
                  <a:pt x="10" y="479"/>
                </a:lnTo>
                <a:lnTo>
                  <a:pt x="7" y="496"/>
                </a:lnTo>
                <a:lnTo>
                  <a:pt x="5" y="513"/>
                </a:lnTo>
                <a:lnTo>
                  <a:pt x="4" y="530"/>
                </a:lnTo>
                <a:lnTo>
                  <a:pt x="4" y="547"/>
                </a:lnTo>
                <a:lnTo>
                  <a:pt x="4" y="564"/>
                </a:lnTo>
                <a:lnTo>
                  <a:pt x="5" y="582"/>
                </a:lnTo>
                <a:lnTo>
                  <a:pt x="7" y="600"/>
                </a:lnTo>
                <a:lnTo>
                  <a:pt x="10" y="617"/>
                </a:lnTo>
                <a:lnTo>
                  <a:pt x="13" y="633"/>
                </a:lnTo>
                <a:lnTo>
                  <a:pt x="17" y="650"/>
                </a:lnTo>
                <a:lnTo>
                  <a:pt x="22" y="667"/>
                </a:lnTo>
                <a:lnTo>
                  <a:pt x="28" y="684"/>
                </a:lnTo>
                <a:lnTo>
                  <a:pt x="34" y="700"/>
                </a:lnTo>
                <a:lnTo>
                  <a:pt x="41" y="717"/>
                </a:lnTo>
                <a:lnTo>
                  <a:pt x="49" y="733"/>
                </a:lnTo>
                <a:lnTo>
                  <a:pt x="57" y="749"/>
                </a:lnTo>
                <a:lnTo>
                  <a:pt x="66" y="765"/>
                </a:lnTo>
                <a:lnTo>
                  <a:pt x="76" y="780"/>
                </a:lnTo>
                <a:lnTo>
                  <a:pt x="87" y="796"/>
                </a:lnTo>
                <a:lnTo>
                  <a:pt x="98" y="811"/>
                </a:lnTo>
                <a:lnTo>
                  <a:pt x="110" y="825"/>
                </a:lnTo>
                <a:lnTo>
                  <a:pt x="122" y="840"/>
                </a:lnTo>
                <a:lnTo>
                  <a:pt x="135" y="854"/>
                </a:lnTo>
                <a:lnTo>
                  <a:pt x="149" y="868"/>
                </a:lnTo>
                <a:lnTo>
                  <a:pt x="163" y="882"/>
                </a:lnTo>
                <a:lnTo>
                  <a:pt x="178" y="895"/>
                </a:lnTo>
                <a:lnTo>
                  <a:pt x="194" y="908"/>
                </a:lnTo>
                <a:lnTo>
                  <a:pt x="210" y="921"/>
                </a:lnTo>
                <a:lnTo>
                  <a:pt x="227" y="933"/>
                </a:lnTo>
                <a:lnTo>
                  <a:pt x="244" y="945"/>
                </a:lnTo>
                <a:lnTo>
                  <a:pt x="261" y="957"/>
                </a:lnTo>
                <a:lnTo>
                  <a:pt x="279" y="968"/>
                </a:lnTo>
                <a:lnTo>
                  <a:pt x="298" y="979"/>
                </a:lnTo>
                <a:lnTo>
                  <a:pt x="317" y="989"/>
                </a:lnTo>
                <a:lnTo>
                  <a:pt x="337" y="999"/>
                </a:lnTo>
                <a:lnTo>
                  <a:pt x="357" y="1008"/>
                </a:lnTo>
                <a:lnTo>
                  <a:pt x="377" y="1017"/>
                </a:lnTo>
                <a:lnTo>
                  <a:pt x="398" y="1025"/>
                </a:lnTo>
                <a:lnTo>
                  <a:pt x="419" y="1033"/>
                </a:lnTo>
                <a:lnTo>
                  <a:pt x="440" y="1041"/>
                </a:lnTo>
                <a:lnTo>
                  <a:pt x="462" y="1048"/>
                </a:lnTo>
                <a:lnTo>
                  <a:pt x="484" y="1055"/>
                </a:lnTo>
                <a:lnTo>
                  <a:pt x="506" y="1061"/>
                </a:lnTo>
                <a:lnTo>
                  <a:pt x="530" y="1066"/>
                </a:lnTo>
                <a:lnTo>
                  <a:pt x="553" y="1071"/>
                </a:lnTo>
                <a:lnTo>
                  <a:pt x="576" y="1076"/>
                </a:lnTo>
                <a:lnTo>
                  <a:pt x="599" y="1080"/>
                </a:lnTo>
                <a:lnTo>
                  <a:pt x="623" y="1083"/>
                </a:lnTo>
                <a:lnTo>
                  <a:pt x="646" y="1086"/>
                </a:lnTo>
                <a:lnTo>
                  <a:pt x="670" y="1089"/>
                </a:lnTo>
                <a:lnTo>
                  <a:pt x="693" y="1090"/>
                </a:lnTo>
                <a:lnTo>
                  <a:pt x="717" y="1092"/>
                </a:lnTo>
                <a:lnTo>
                  <a:pt x="741" y="1093"/>
                </a:lnTo>
                <a:lnTo>
                  <a:pt x="765" y="1093"/>
                </a:lnTo>
                <a:lnTo>
                  <a:pt x="789" y="1093"/>
                </a:lnTo>
                <a:lnTo>
                  <a:pt x="813" y="1092"/>
                </a:lnTo>
                <a:lnTo>
                  <a:pt x="836" y="1090"/>
                </a:lnTo>
                <a:lnTo>
                  <a:pt x="860" y="1089"/>
                </a:lnTo>
                <a:lnTo>
                  <a:pt x="884" y="1086"/>
                </a:lnTo>
                <a:lnTo>
                  <a:pt x="907" y="1083"/>
                </a:lnTo>
                <a:lnTo>
                  <a:pt x="931" y="1080"/>
                </a:lnTo>
                <a:lnTo>
                  <a:pt x="954" y="1076"/>
                </a:lnTo>
                <a:lnTo>
                  <a:pt x="977" y="1071"/>
                </a:lnTo>
                <a:lnTo>
                  <a:pt x="1000" y="1066"/>
                </a:lnTo>
                <a:lnTo>
                  <a:pt x="1022" y="1061"/>
                </a:lnTo>
                <a:lnTo>
                  <a:pt x="1045" y="1055"/>
                </a:lnTo>
                <a:lnTo>
                  <a:pt x="1067" y="1048"/>
                </a:lnTo>
                <a:lnTo>
                  <a:pt x="1089" y="1041"/>
                </a:lnTo>
                <a:lnTo>
                  <a:pt x="1110" y="1033"/>
                </a:lnTo>
                <a:lnTo>
                  <a:pt x="1131" y="1025"/>
                </a:lnTo>
                <a:lnTo>
                  <a:pt x="1152" y="1017"/>
                </a:lnTo>
                <a:lnTo>
                  <a:pt x="1172" y="1008"/>
                </a:lnTo>
                <a:lnTo>
                  <a:pt x="1192" y="999"/>
                </a:lnTo>
                <a:lnTo>
                  <a:pt x="1212" y="989"/>
                </a:lnTo>
                <a:lnTo>
                  <a:pt x="1231" y="979"/>
                </a:lnTo>
                <a:lnTo>
                  <a:pt x="1249" y="968"/>
                </a:lnTo>
                <a:lnTo>
                  <a:pt x="1268" y="957"/>
                </a:lnTo>
                <a:lnTo>
                  <a:pt x="1285" y="945"/>
                </a:lnTo>
                <a:lnTo>
                  <a:pt x="1302" y="933"/>
                </a:lnTo>
                <a:lnTo>
                  <a:pt x="1319" y="921"/>
                </a:lnTo>
                <a:lnTo>
                  <a:pt x="1335" y="908"/>
                </a:lnTo>
                <a:lnTo>
                  <a:pt x="1351" y="895"/>
                </a:lnTo>
                <a:lnTo>
                  <a:pt x="1366" y="882"/>
                </a:lnTo>
                <a:lnTo>
                  <a:pt x="1380" y="868"/>
                </a:lnTo>
                <a:lnTo>
                  <a:pt x="1394" y="854"/>
                </a:lnTo>
                <a:lnTo>
                  <a:pt x="1407" y="840"/>
                </a:lnTo>
                <a:lnTo>
                  <a:pt x="1419" y="825"/>
                </a:lnTo>
                <a:lnTo>
                  <a:pt x="1431" y="811"/>
                </a:lnTo>
                <a:lnTo>
                  <a:pt x="1442" y="796"/>
                </a:lnTo>
                <a:lnTo>
                  <a:pt x="1453" y="780"/>
                </a:lnTo>
                <a:lnTo>
                  <a:pt x="1462" y="765"/>
                </a:lnTo>
                <a:lnTo>
                  <a:pt x="1472" y="749"/>
                </a:lnTo>
                <a:lnTo>
                  <a:pt x="1480" y="733"/>
                </a:lnTo>
                <a:lnTo>
                  <a:pt x="1488" y="717"/>
                </a:lnTo>
                <a:lnTo>
                  <a:pt x="1495" y="700"/>
                </a:lnTo>
                <a:lnTo>
                  <a:pt x="1501" y="684"/>
                </a:lnTo>
                <a:lnTo>
                  <a:pt x="1507" y="667"/>
                </a:lnTo>
                <a:lnTo>
                  <a:pt x="1512" y="650"/>
                </a:lnTo>
                <a:lnTo>
                  <a:pt x="1516" y="633"/>
                </a:lnTo>
                <a:lnTo>
                  <a:pt x="1519" y="617"/>
                </a:lnTo>
                <a:lnTo>
                  <a:pt x="1522" y="600"/>
                </a:lnTo>
                <a:lnTo>
                  <a:pt x="1523" y="582"/>
                </a:lnTo>
                <a:lnTo>
                  <a:pt x="1525" y="564"/>
                </a:lnTo>
                <a:lnTo>
                  <a:pt x="1525" y="547"/>
                </a:lnTo>
                <a:moveTo>
                  <a:pt x="1529" y="547"/>
                </a:moveTo>
                <a:lnTo>
                  <a:pt x="1529" y="564"/>
                </a:lnTo>
                <a:lnTo>
                  <a:pt x="1527" y="583"/>
                </a:lnTo>
                <a:lnTo>
                  <a:pt x="1525" y="600"/>
                </a:lnTo>
                <a:lnTo>
                  <a:pt x="1523" y="617"/>
                </a:lnTo>
                <a:lnTo>
                  <a:pt x="1519" y="634"/>
                </a:lnTo>
                <a:lnTo>
                  <a:pt x="1515" y="651"/>
                </a:lnTo>
                <a:lnTo>
                  <a:pt x="1510" y="668"/>
                </a:lnTo>
                <a:lnTo>
                  <a:pt x="1505" y="684"/>
                </a:lnTo>
                <a:lnTo>
                  <a:pt x="1499" y="701"/>
                </a:lnTo>
                <a:lnTo>
                  <a:pt x="1491" y="717"/>
                </a:lnTo>
                <a:lnTo>
                  <a:pt x="1484" y="734"/>
                </a:lnTo>
                <a:lnTo>
                  <a:pt x="1475" y="750"/>
                </a:lnTo>
                <a:lnTo>
                  <a:pt x="1466" y="766"/>
                </a:lnTo>
                <a:lnTo>
                  <a:pt x="1456" y="781"/>
                </a:lnTo>
                <a:lnTo>
                  <a:pt x="1446" y="797"/>
                </a:lnTo>
                <a:lnTo>
                  <a:pt x="1434" y="812"/>
                </a:lnTo>
                <a:lnTo>
                  <a:pt x="1422" y="827"/>
                </a:lnTo>
                <a:lnTo>
                  <a:pt x="1410" y="842"/>
                </a:lnTo>
                <a:lnTo>
                  <a:pt x="1397" y="856"/>
                </a:lnTo>
                <a:lnTo>
                  <a:pt x="1383" y="870"/>
                </a:lnTo>
                <a:lnTo>
                  <a:pt x="1369" y="884"/>
                </a:lnTo>
                <a:lnTo>
                  <a:pt x="1354" y="897"/>
                </a:lnTo>
                <a:lnTo>
                  <a:pt x="1338" y="910"/>
                </a:lnTo>
                <a:lnTo>
                  <a:pt x="1322" y="923"/>
                </a:lnTo>
                <a:lnTo>
                  <a:pt x="1305" y="935"/>
                </a:lnTo>
                <a:lnTo>
                  <a:pt x="1288" y="947"/>
                </a:lnTo>
                <a:lnTo>
                  <a:pt x="1270" y="959"/>
                </a:lnTo>
                <a:lnTo>
                  <a:pt x="1252" y="970"/>
                </a:lnTo>
                <a:lnTo>
                  <a:pt x="1233" y="981"/>
                </a:lnTo>
                <a:lnTo>
                  <a:pt x="1214" y="991"/>
                </a:lnTo>
                <a:lnTo>
                  <a:pt x="1194" y="1001"/>
                </a:lnTo>
                <a:lnTo>
                  <a:pt x="1174" y="1010"/>
                </a:lnTo>
                <a:lnTo>
                  <a:pt x="1154" y="1019"/>
                </a:lnTo>
                <a:lnTo>
                  <a:pt x="1133" y="1028"/>
                </a:lnTo>
                <a:lnTo>
                  <a:pt x="1112" y="1036"/>
                </a:lnTo>
                <a:lnTo>
                  <a:pt x="1090" y="1044"/>
                </a:lnTo>
                <a:lnTo>
                  <a:pt x="1068" y="1051"/>
                </a:lnTo>
                <a:lnTo>
                  <a:pt x="1046" y="1057"/>
                </a:lnTo>
                <a:lnTo>
                  <a:pt x="1024" y="1063"/>
                </a:lnTo>
                <a:lnTo>
                  <a:pt x="1001" y="1069"/>
                </a:lnTo>
                <a:lnTo>
                  <a:pt x="978" y="1074"/>
                </a:lnTo>
                <a:lnTo>
                  <a:pt x="955" y="1078"/>
                </a:lnTo>
                <a:lnTo>
                  <a:pt x="932" y="1082"/>
                </a:lnTo>
                <a:lnTo>
                  <a:pt x="908" y="1086"/>
                </a:lnTo>
                <a:lnTo>
                  <a:pt x="884" y="1089"/>
                </a:lnTo>
                <a:lnTo>
                  <a:pt x="861" y="1091"/>
                </a:lnTo>
                <a:lnTo>
                  <a:pt x="837" y="1093"/>
                </a:lnTo>
                <a:lnTo>
                  <a:pt x="813" y="1095"/>
                </a:lnTo>
                <a:lnTo>
                  <a:pt x="789" y="1095"/>
                </a:lnTo>
                <a:lnTo>
                  <a:pt x="765" y="1096"/>
                </a:lnTo>
                <a:lnTo>
                  <a:pt x="741" y="1095"/>
                </a:lnTo>
                <a:lnTo>
                  <a:pt x="717" y="1095"/>
                </a:lnTo>
                <a:lnTo>
                  <a:pt x="693" y="1093"/>
                </a:lnTo>
                <a:lnTo>
                  <a:pt x="669" y="1091"/>
                </a:lnTo>
                <a:lnTo>
                  <a:pt x="645" y="1089"/>
                </a:lnTo>
                <a:lnTo>
                  <a:pt x="622" y="1086"/>
                </a:lnTo>
                <a:lnTo>
                  <a:pt x="598" y="1082"/>
                </a:lnTo>
                <a:lnTo>
                  <a:pt x="575" y="1078"/>
                </a:lnTo>
                <a:lnTo>
                  <a:pt x="552" y="1074"/>
                </a:lnTo>
                <a:lnTo>
                  <a:pt x="529" y="1069"/>
                </a:lnTo>
                <a:lnTo>
                  <a:pt x="505" y="1063"/>
                </a:lnTo>
                <a:lnTo>
                  <a:pt x="483" y="1057"/>
                </a:lnTo>
                <a:lnTo>
                  <a:pt x="461" y="1051"/>
                </a:lnTo>
                <a:lnTo>
                  <a:pt x="439" y="1044"/>
                </a:lnTo>
                <a:lnTo>
                  <a:pt x="417" y="1036"/>
                </a:lnTo>
                <a:lnTo>
                  <a:pt x="396" y="1028"/>
                </a:lnTo>
                <a:lnTo>
                  <a:pt x="375" y="1019"/>
                </a:lnTo>
                <a:lnTo>
                  <a:pt x="355" y="1010"/>
                </a:lnTo>
                <a:lnTo>
                  <a:pt x="335" y="1001"/>
                </a:lnTo>
                <a:lnTo>
                  <a:pt x="315" y="991"/>
                </a:lnTo>
                <a:lnTo>
                  <a:pt x="296" y="981"/>
                </a:lnTo>
                <a:lnTo>
                  <a:pt x="277" y="970"/>
                </a:lnTo>
                <a:lnTo>
                  <a:pt x="259" y="959"/>
                </a:lnTo>
                <a:lnTo>
                  <a:pt x="241" y="947"/>
                </a:lnTo>
                <a:lnTo>
                  <a:pt x="224" y="935"/>
                </a:lnTo>
                <a:lnTo>
                  <a:pt x="207" y="923"/>
                </a:lnTo>
                <a:lnTo>
                  <a:pt x="191" y="910"/>
                </a:lnTo>
                <a:lnTo>
                  <a:pt x="175" y="897"/>
                </a:lnTo>
                <a:lnTo>
                  <a:pt x="160" y="884"/>
                </a:lnTo>
                <a:lnTo>
                  <a:pt x="146" y="870"/>
                </a:lnTo>
                <a:lnTo>
                  <a:pt x="132" y="856"/>
                </a:lnTo>
                <a:lnTo>
                  <a:pt x="119" y="842"/>
                </a:lnTo>
                <a:lnTo>
                  <a:pt x="106" y="827"/>
                </a:lnTo>
                <a:lnTo>
                  <a:pt x="95" y="812"/>
                </a:lnTo>
                <a:lnTo>
                  <a:pt x="83" y="797"/>
                </a:lnTo>
                <a:lnTo>
                  <a:pt x="73" y="781"/>
                </a:lnTo>
                <a:lnTo>
                  <a:pt x="63" y="766"/>
                </a:lnTo>
                <a:lnTo>
                  <a:pt x="54" y="750"/>
                </a:lnTo>
                <a:lnTo>
                  <a:pt x="45" y="734"/>
                </a:lnTo>
                <a:lnTo>
                  <a:pt x="37" y="717"/>
                </a:lnTo>
                <a:lnTo>
                  <a:pt x="30" y="701"/>
                </a:lnTo>
                <a:lnTo>
                  <a:pt x="24" y="684"/>
                </a:lnTo>
                <a:lnTo>
                  <a:pt x="18" y="668"/>
                </a:lnTo>
                <a:lnTo>
                  <a:pt x="14" y="651"/>
                </a:lnTo>
                <a:lnTo>
                  <a:pt x="9" y="634"/>
                </a:lnTo>
                <a:lnTo>
                  <a:pt x="6" y="617"/>
                </a:lnTo>
                <a:lnTo>
                  <a:pt x="3" y="600"/>
                </a:lnTo>
                <a:lnTo>
                  <a:pt x="2" y="583"/>
                </a:lnTo>
                <a:lnTo>
                  <a:pt x="0" y="564"/>
                </a:lnTo>
                <a:lnTo>
                  <a:pt x="0" y="547"/>
                </a:lnTo>
                <a:lnTo>
                  <a:pt x="0" y="530"/>
                </a:lnTo>
                <a:lnTo>
                  <a:pt x="2" y="513"/>
                </a:lnTo>
                <a:lnTo>
                  <a:pt x="3" y="496"/>
                </a:lnTo>
                <a:lnTo>
                  <a:pt x="6" y="479"/>
                </a:lnTo>
                <a:lnTo>
                  <a:pt x="9" y="462"/>
                </a:lnTo>
                <a:lnTo>
                  <a:pt x="14" y="445"/>
                </a:lnTo>
                <a:lnTo>
                  <a:pt x="18" y="428"/>
                </a:lnTo>
                <a:lnTo>
                  <a:pt x="24" y="411"/>
                </a:lnTo>
                <a:lnTo>
                  <a:pt x="30" y="395"/>
                </a:lnTo>
                <a:lnTo>
                  <a:pt x="37" y="378"/>
                </a:lnTo>
                <a:lnTo>
                  <a:pt x="45" y="362"/>
                </a:lnTo>
                <a:lnTo>
                  <a:pt x="54" y="346"/>
                </a:lnTo>
                <a:lnTo>
                  <a:pt x="63" y="330"/>
                </a:lnTo>
                <a:lnTo>
                  <a:pt x="73" y="314"/>
                </a:lnTo>
                <a:lnTo>
                  <a:pt x="83" y="299"/>
                </a:lnTo>
                <a:lnTo>
                  <a:pt x="95" y="284"/>
                </a:lnTo>
                <a:lnTo>
                  <a:pt x="106" y="269"/>
                </a:lnTo>
                <a:lnTo>
                  <a:pt x="119" y="254"/>
                </a:lnTo>
                <a:lnTo>
                  <a:pt x="132" y="240"/>
                </a:lnTo>
                <a:lnTo>
                  <a:pt x="146" y="226"/>
                </a:lnTo>
                <a:lnTo>
                  <a:pt x="160" y="212"/>
                </a:lnTo>
                <a:lnTo>
                  <a:pt x="175" y="198"/>
                </a:lnTo>
                <a:lnTo>
                  <a:pt x="191" y="185"/>
                </a:lnTo>
                <a:lnTo>
                  <a:pt x="207" y="173"/>
                </a:lnTo>
                <a:lnTo>
                  <a:pt x="224" y="160"/>
                </a:lnTo>
                <a:lnTo>
                  <a:pt x="241" y="148"/>
                </a:lnTo>
                <a:lnTo>
                  <a:pt x="259" y="137"/>
                </a:lnTo>
                <a:lnTo>
                  <a:pt x="277" y="126"/>
                </a:lnTo>
                <a:lnTo>
                  <a:pt x="296" y="115"/>
                </a:lnTo>
                <a:lnTo>
                  <a:pt x="315" y="105"/>
                </a:lnTo>
                <a:lnTo>
                  <a:pt x="335" y="95"/>
                </a:lnTo>
                <a:lnTo>
                  <a:pt x="355" y="85"/>
                </a:lnTo>
                <a:lnTo>
                  <a:pt x="375" y="76"/>
                </a:lnTo>
                <a:lnTo>
                  <a:pt x="396" y="68"/>
                </a:lnTo>
                <a:lnTo>
                  <a:pt x="417" y="60"/>
                </a:lnTo>
                <a:lnTo>
                  <a:pt x="439" y="52"/>
                </a:lnTo>
                <a:lnTo>
                  <a:pt x="461" y="45"/>
                </a:lnTo>
                <a:lnTo>
                  <a:pt x="483" y="38"/>
                </a:lnTo>
                <a:lnTo>
                  <a:pt x="505" y="32"/>
                </a:lnTo>
                <a:lnTo>
                  <a:pt x="529" y="27"/>
                </a:lnTo>
                <a:lnTo>
                  <a:pt x="552" y="22"/>
                </a:lnTo>
                <a:lnTo>
                  <a:pt x="575" y="17"/>
                </a:lnTo>
                <a:lnTo>
                  <a:pt x="598" y="13"/>
                </a:lnTo>
                <a:lnTo>
                  <a:pt x="622" y="10"/>
                </a:lnTo>
                <a:lnTo>
                  <a:pt x="645" y="7"/>
                </a:lnTo>
                <a:lnTo>
                  <a:pt x="669" y="4"/>
                </a:lnTo>
                <a:lnTo>
                  <a:pt x="693" y="2"/>
                </a:lnTo>
                <a:lnTo>
                  <a:pt x="717" y="1"/>
                </a:lnTo>
                <a:lnTo>
                  <a:pt x="741" y="0"/>
                </a:lnTo>
                <a:lnTo>
                  <a:pt x="765" y="0"/>
                </a:lnTo>
                <a:lnTo>
                  <a:pt x="789" y="0"/>
                </a:lnTo>
                <a:lnTo>
                  <a:pt x="813" y="1"/>
                </a:lnTo>
                <a:lnTo>
                  <a:pt x="837" y="2"/>
                </a:lnTo>
                <a:lnTo>
                  <a:pt x="861" y="4"/>
                </a:lnTo>
                <a:lnTo>
                  <a:pt x="884" y="7"/>
                </a:lnTo>
                <a:lnTo>
                  <a:pt x="908" y="10"/>
                </a:lnTo>
                <a:lnTo>
                  <a:pt x="932" y="13"/>
                </a:lnTo>
                <a:lnTo>
                  <a:pt x="955" y="17"/>
                </a:lnTo>
                <a:lnTo>
                  <a:pt x="978" y="22"/>
                </a:lnTo>
                <a:lnTo>
                  <a:pt x="1001" y="27"/>
                </a:lnTo>
                <a:lnTo>
                  <a:pt x="1024" y="32"/>
                </a:lnTo>
                <a:lnTo>
                  <a:pt x="1046" y="38"/>
                </a:lnTo>
                <a:lnTo>
                  <a:pt x="1068" y="45"/>
                </a:lnTo>
                <a:lnTo>
                  <a:pt x="1090" y="52"/>
                </a:lnTo>
                <a:lnTo>
                  <a:pt x="1112" y="60"/>
                </a:lnTo>
                <a:lnTo>
                  <a:pt x="1133" y="68"/>
                </a:lnTo>
                <a:lnTo>
                  <a:pt x="1154" y="76"/>
                </a:lnTo>
                <a:lnTo>
                  <a:pt x="1174" y="85"/>
                </a:lnTo>
                <a:lnTo>
                  <a:pt x="1194" y="95"/>
                </a:lnTo>
                <a:lnTo>
                  <a:pt x="1214" y="105"/>
                </a:lnTo>
                <a:lnTo>
                  <a:pt x="1233" y="115"/>
                </a:lnTo>
                <a:lnTo>
                  <a:pt x="1252" y="126"/>
                </a:lnTo>
                <a:lnTo>
                  <a:pt x="1270" y="137"/>
                </a:lnTo>
                <a:lnTo>
                  <a:pt x="1288" y="148"/>
                </a:lnTo>
                <a:lnTo>
                  <a:pt x="1305" y="160"/>
                </a:lnTo>
                <a:lnTo>
                  <a:pt x="1322" y="173"/>
                </a:lnTo>
                <a:lnTo>
                  <a:pt x="1338" y="185"/>
                </a:lnTo>
                <a:lnTo>
                  <a:pt x="1354" y="198"/>
                </a:lnTo>
                <a:lnTo>
                  <a:pt x="1369" y="212"/>
                </a:lnTo>
                <a:lnTo>
                  <a:pt x="1383" y="226"/>
                </a:lnTo>
                <a:lnTo>
                  <a:pt x="1397" y="240"/>
                </a:lnTo>
                <a:lnTo>
                  <a:pt x="1410" y="254"/>
                </a:lnTo>
                <a:lnTo>
                  <a:pt x="1422" y="269"/>
                </a:lnTo>
                <a:lnTo>
                  <a:pt x="1434" y="284"/>
                </a:lnTo>
                <a:lnTo>
                  <a:pt x="1446" y="299"/>
                </a:lnTo>
                <a:lnTo>
                  <a:pt x="1456" y="314"/>
                </a:lnTo>
                <a:lnTo>
                  <a:pt x="1466" y="330"/>
                </a:lnTo>
                <a:lnTo>
                  <a:pt x="1475" y="346"/>
                </a:lnTo>
                <a:lnTo>
                  <a:pt x="1484" y="362"/>
                </a:lnTo>
                <a:lnTo>
                  <a:pt x="1491" y="378"/>
                </a:lnTo>
                <a:lnTo>
                  <a:pt x="1499" y="395"/>
                </a:lnTo>
                <a:lnTo>
                  <a:pt x="1505" y="411"/>
                </a:lnTo>
                <a:lnTo>
                  <a:pt x="1510" y="428"/>
                </a:lnTo>
                <a:lnTo>
                  <a:pt x="1515" y="445"/>
                </a:lnTo>
                <a:lnTo>
                  <a:pt x="1519" y="462"/>
                </a:lnTo>
                <a:lnTo>
                  <a:pt x="1523" y="479"/>
                </a:lnTo>
                <a:lnTo>
                  <a:pt x="1525" y="496"/>
                </a:lnTo>
                <a:lnTo>
                  <a:pt x="1527" y="513"/>
                </a:lnTo>
                <a:lnTo>
                  <a:pt x="1529" y="530"/>
                </a:lnTo>
                <a:lnTo>
                  <a:pt x="1529" y="547"/>
                </a:lnTo>
                <a:close/>
              </a:path>
            </a:pathLst>
          </a:custGeom>
          <a:solidFill>
            <a:srgbClr val="ffaa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5" name=""/>
          <p:cNvSpPr/>
          <p:nvPr/>
        </p:nvSpPr>
        <p:spPr>
          <a:xfrm>
            <a:off x="7786080" y="2746080"/>
            <a:ext cx="553320" cy="396360"/>
          </a:xfrm>
          <a:custGeom>
            <a:avLst/>
            <a:gdLst/>
            <a:ahLst/>
            <a:rect l="0" t="0" r="r" b="b"/>
            <a:pathLst>
              <a:path w="1537" h="1101">
                <a:moveTo>
                  <a:pt x="1533" y="550"/>
                </a:moveTo>
                <a:lnTo>
                  <a:pt x="1533" y="533"/>
                </a:lnTo>
                <a:lnTo>
                  <a:pt x="1531" y="516"/>
                </a:lnTo>
                <a:lnTo>
                  <a:pt x="1529" y="499"/>
                </a:lnTo>
                <a:lnTo>
                  <a:pt x="1527" y="482"/>
                </a:lnTo>
                <a:lnTo>
                  <a:pt x="1523" y="465"/>
                </a:lnTo>
                <a:lnTo>
                  <a:pt x="1519" y="448"/>
                </a:lnTo>
                <a:lnTo>
                  <a:pt x="1514" y="431"/>
                </a:lnTo>
                <a:lnTo>
                  <a:pt x="1509" y="414"/>
                </a:lnTo>
                <a:lnTo>
                  <a:pt x="1503" y="398"/>
                </a:lnTo>
                <a:lnTo>
                  <a:pt x="1495" y="381"/>
                </a:lnTo>
                <a:lnTo>
                  <a:pt x="1488" y="365"/>
                </a:lnTo>
                <a:lnTo>
                  <a:pt x="1479" y="349"/>
                </a:lnTo>
                <a:lnTo>
                  <a:pt x="1470" y="333"/>
                </a:lnTo>
                <a:lnTo>
                  <a:pt x="1460" y="317"/>
                </a:lnTo>
                <a:lnTo>
                  <a:pt x="1450" y="302"/>
                </a:lnTo>
                <a:lnTo>
                  <a:pt x="1438" y="287"/>
                </a:lnTo>
                <a:lnTo>
                  <a:pt x="1426" y="272"/>
                </a:lnTo>
                <a:lnTo>
                  <a:pt x="1414" y="257"/>
                </a:lnTo>
                <a:lnTo>
                  <a:pt x="1401" y="243"/>
                </a:lnTo>
                <a:lnTo>
                  <a:pt x="1387" y="229"/>
                </a:lnTo>
                <a:lnTo>
                  <a:pt x="1373" y="215"/>
                </a:lnTo>
                <a:lnTo>
                  <a:pt x="1358" y="201"/>
                </a:lnTo>
                <a:lnTo>
                  <a:pt x="1342" y="188"/>
                </a:lnTo>
                <a:lnTo>
                  <a:pt x="1326" y="176"/>
                </a:lnTo>
                <a:lnTo>
                  <a:pt x="1309" y="163"/>
                </a:lnTo>
                <a:lnTo>
                  <a:pt x="1292" y="151"/>
                </a:lnTo>
                <a:lnTo>
                  <a:pt x="1274" y="140"/>
                </a:lnTo>
                <a:lnTo>
                  <a:pt x="1256" y="129"/>
                </a:lnTo>
                <a:lnTo>
                  <a:pt x="1237" y="118"/>
                </a:lnTo>
                <a:lnTo>
                  <a:pt x="1218" y="108"/>
                </a:lnTo>
                <a:lnTo>
                  <a:pt x="1198" y="98"/>
                </a:lnTo>
                <a:lnTo>
                  <a:pt x="1178" y="88"/>
                </a:lnTo>
                <a:lnTo>
                  <a:pt x="1158" y="79"/>
                </a:lnTo>
                <a:lnTo>
                  <a:pt x="1137" y="71"/>
                </a:lnTo>
                <a:lnTo>
                  <a:pt x="1116" y="63"/>
                </a:lnTo>
                <a:lnTo>
                  <a:pt x="1094" y="55"/>
                </a:lnTo>
                <a:lnTo>
                  <a:pt x="1072" y="48"/>
                </a:lnTo>
                <a:lnTo>
                  <a:pt x="1050" y="41"/>
                </a:lnTo>
                <a:lnTo>
                  <a:pt x="1028" y="35"/>
                </a:lnTo>
                <a:lnTo>
                  <a:pt x="1005" y="30"/>
                </a:lnTo>
                <a:lnTo>
                  <a:pt x="982" y="25"/>
                </a:lnTo>
                <a:lnTo>
                  <a:pt x="959" y="20"/>
                </a:lnTo>
                <a:lnTo>
                  <a:pt x="936" y="16"/>
                </a:lnTo>
                <a:lnTo>
                  <a:pt x="912" y="13"/>
                </a:lnTo>
                <a:lnTo>
                  <a:pt x="888" y="10"/>
                </a:lnTo>
                <a:lnTo>
                  <a:pt x="865" y="7"/>
                </a:lnTo>
                <a:lnTo>
                  <a:pt x="841" y="5"/>
                </a:lnTo>
                <a:lnTo>
                  <a:pt x="817" y="4"/>
                </a:lnTo>
                <a:lnTo>
                  <a:pt x="793" y="3"/>
                </a:lnTo>
                <a:lnTo>
                  <a:pt x="769" y="3"/>
                </a:lnTo>
                <a:lnTo>
                  <a:pt x="745" y="3"/>
                </a:lnTo>
                <a:lnTo>
                  <a:pt x="721" y="4"/>
                </a:lnTo>
                <a:lnTo>
                  <a:pt x="697" y="5"/>
                </a:lnTo>
                <a:lnTo>
                  <a:pt x="673" y="7"/>
                </a:lnTo>
                <a:lnTo>
                  <a:pt x="649" y="10"/>
                </a:lnTo>
                <a:lnTo>
                  <a:pt x="625" y="13"/>
                </a:lnTo>
                <a:lnTo>
                  <a:pt x="601" y="16"/>
                </a:lnTo>
                <a:lnTo>
                  <a:pt x="578" y="20"/>
                </a:lnTo>
                <a:lnTo>
                  <a:pt x="555" y="25"/>
                </a:lnTo>
                <a:lnTo>
                  <a:pt x="532" y="30"/>
                </a:lnTo>
                <a:lnTo>
                  <a:pt x="509" y="35"/>
                </a:lnTo>
                <a:lnTo>
                  <a:pt x="487" y="41"/>
                </a:lnTo>
                <a:lnTo>
                  <a:pt x="465" y="48"/>
                </a:lnTo>
                <a:lnTo>
                  <a:pt x="443" y="55"/>
                </a:lnTo>
                <a:lnTo>
                  <a:pt x="421" y="63"/>
                </a:lnTo>
                <a:lnTo>
                  <a:pt x="400" y="71"/>
                </a:lnTo>
                <a:lnTo>
                  <a:pt x="379" y="79"/>
                </a:lnTo>
                <a:lnTo>
                  <a:pt x="359" y="88"/>
                </a:lnTo>
                <a:lnTo>
                  <a:pt x="339" y="98"/>
                </a:lnTo>
                <a:lnTo>
                  <a:pt x="319" y="108"/>
                </a:lnTo>
                <a:lnTo>
                  <a:pt x="300" y="118"/>
                </a:lnTo>
                <a:lnTo>
                  <a:pt x="281" y="129"/>
                </a:lnTo>
                <a:lnTo>
                  <a:pt x="263" y="140"/>
                </a:lnTo>
                <a:lnTo>
                  <a:pt x="245" y="151"/>
                </a:lnTo>
                <a:lnTo>
                  <a:pt x="228" y="163"/>
                </a:lnTo>
                <a:lnTo>
                  <a:pt x="211" y="176"/>
                </a:lnTo>
                <a:lnTo>
                  <a:pt x="195" y="188"/>
                </a:lnTo>
                <a:lnTo>
                  <a:pt x="179" y="201"/>
                </a:lnTo>
                <a:lnTo>
                  <a:pt x="164" y="215"/>
                </a:lnTo>
                <a:lnTo>
                  <a:pt x="150" y="229"/>
                </a:lnTo>
                <a:lnTo>
                  <a:pt x="136" y="243"/>
                </a:lnTo>
                <a:lnTo>
                  <a:pt x="123" y="257"/>
                </a:lnTo>
                <a:lnTo>
                  <a:pt x="110" y="272"/>
                </a:lnTo>
                <a:lnTo>
                  <a:pt x="99" y="287"/>
                </a:lnTo>
                <a:lnTo>
                  <a:pt x="87" y="302"/>
                </a:lnTo>
                <a:lnTo>
                  <a:pt x="77" y="317"/>
                </a:lnTo>
                <a:lnTo>
                  <a:pt x="67" y="333"/>
                </a:lnTo>
                <a:lnTo>
                  <a:pt x="58" y="349"/>
                </a:lnTo>
                <a:lnTo>
                  <a:pt x="49" y="365"/>
                </a:lnTo>
                <a:lnTo>
                  <a:pt x="41" y="381"/>
                </a:lnTo>
                <a:lnTo>
                  <a:pt x="34" y="398"/>
                </a:lnTo>
                <a:lnTo>
                  <a:pt x="28" y="414"/>
                </a:lnTo>
                <a:lnTo>
                  <a:pt x="22" y="431"/>
                </a:lnTo>
                <a:lnTo>
                  <a:pt x="18" y="448"/>
                </a:lnTo>
                <a:lnTo>
                  <a:pt x="13" y="465"/>
                </a:lnTo>
                <a:lnTo>
                  <a:pt x="10" y="482"/>
                </a:lnTo>
                <a:lnTo>
                  <a:pt x="7" y="499"/>
                </a:lnTo>
                <a:lnTo>
                  <a:pt x="6" y="516"/>
                </a:lnTo>
                <a:lnTo>
                  <a:pt x="4" y="533"/>
                </a:lnTo>
                <a:lnTo>
                  <a:pt x="4" y="550"/>
                </a:lnTo>
                <a:lnTo>
                  <a:pt x="4" y="567"/>
                </a:lnTo>
                <a:lnTo>
                  <a:pt x="6" y="585"/>
                </a:lnTo>
                <a:lnTo>
                  <a:pt x="7" y="602"/>
                </a:lnTo>
                <a:lnTo>
                  <a:pt x="10" y="619"/>
                </a:lnTo>
                <a:lnTo>
                  <a:pt x="13" y="637"/>
                </a:lnTo>
                <a:lnTo>
                  <a:pt x="18" y="654"/>
                </a:lnTo>
                <a:lnTo>
                  <a:pt x="22" y="671"/>
                </a:lnTo>
                <a:lnTo>
                  <a:pt x="28" y="687"/>
                </a:lnTo>
                <a:lnTo>
                  <a:pt x="34" y="704"/>
                </a:lnTo>
                <a:lnTo>
                  <a:pt x="41" y="720"/>
                </a:lnTo>
                <a:lnTo>
                  <a:pt x="49" y="737"/>
                </a:lnTo>
                <a:lnTo>
                  <a:pt x="58" y="753"/>
                </a:lnTo>
                <a:lnTo>
                  <a:pt x="67" y="769"/>
                </a:lnTo>
                <a:lnTo>
                  <a:pt x="77" y="784"/>
                </a:lnTo>
                <a:lnTo>
                  <a:pt x="87" y="800"/>
                </a:lnTo>
                <a:lnTo>
                  <a:pt x="99" y="815"/>
                </a:lnTo>
                <a:lnTo>
                  <a:pt x="110" y="830"/>
                </a:lnTo>
                <a:lnTo>
                  <a:pt x="123" y="845"/>
                </a:lnTo>
                <a:lnTo>
                  <a:pt x="136" y="859"/>
                </a:lnTo>
                <a:lnTo>
                  <a:pt x="150" y="873"/>
                </a:lnTo>
                <a:lnTo>
                  <a:pt x="164" y="887"/>
                </a:lnTo>
                <a:lnTo>
                  <a:pt x="179" y="900"/>
                </a:lnTo>
                <a:lnTo>
                  <a:pt x="195" y="913"/>
                </a:lnTo>
                <a:lnTo>
                  <a:pt x="211" y="926"/>
                </a:lnTo>
                <a:lnTo>
                  <a:pt x="228" y="938"/>
                </a:lnTo>
                <a:lnTo>
                  <a:pt x="245" y="950"/>
                </a:lnTo>
                <a:lnTo>
                  <a:pt x="263" y="962"/>
                </a:lnTo>
                <a:lnTo>
                  <a:pt x="281" y="973"/>
                </a:lnTo>
                <a:lnTo>
                  <a:pt x="300" y="984"/>
                </a:lnTo>
                <a:lnTo>
                  <a:pt x="319" y="994"/>
                </a:lnTo>
                <a:lnTo>
                  <a:pt x="339" y="1004"/>
                </a:lnTo>
                <a:lnTo>
                  <a:pt x="359" y="1013"/>
                </a:lnTo>
                <a:lnTo>
                  <a:pt x="379" y="1022"/>
                </a:lnTo>
                <a:lnTo>
                  <a:pt x="400" y="1031"/>
                </a:lnTo>
                <a:lnTo>
                  <a:pt x="421" y="1039"/>
                </a:lnTo>
                <a:lnTo>
                  <a:pt x="443" y="1047"/>
                </a:lnTo>
                <a:lnTo>
                  <a:pt x="465" y="1054"/>
                </a:lnTo>
                <a:lnTo>
                  <a:pt x="487" y="1060"/>
                </a:lnTo>
                <a:lnTo>
                  <a:pt x="509" y="1066"/>
                </a:lnTo>
                <a:lnTo>
                  <a:pt x="532" y="1072"/>
                </a:lnTo>
                <a:lnTo>
                  <a:pt x="555" y="1077"/>
                </a:lnTo>
                <a:lnTo>
                  <a:pt x="578" y="1081"/>
                </a:lnTo>
                <a:lnTo>
                  <a:pt x="601" y="1085"/>
                </a:lnTo>
                <a:lnTo>
                  <a:pt x="625" y="1089"/>
                </a:lnTo>
                <a:lnTo>
                  <a:pt x="649" y="1092"/>
                </a:lnTo>
                <a:lnTo>
                  <a:pt x="673" y="1094"/>
                </a:lnTo>
                <a:lnTo>
                  <a:pt x="697" y="1096"/>
                </a:lnTo>
                <a:lnTo>
                  <a:pt x="721" y="1098"/>
                </a:lnTo>
                <a:lnTo>
                  <a:pt x="745" y="1098"/>
                </a:lnTo>
                <a:lnTo>
                  <a:pt x="769" y="1099"/>
                </a:lnTo>
                <a:lnTo>
                  <a:pt x="793" y="1098"/>
                </a:lnTo>
                <a:lnTo>
                  <a:pt x="817" y="1098"/>
                </a:lnTo>
                <a:lnTo>
                  <a:pt x="841" y="1096"/>
                </a:lnTo>
                <a:lnTo>
                  <a:pt x="865" y="1094"/>
                </a:lnTo>
                <a:lnTo>
                  <a:pt x="888" y="1092"/>
                </a:lnTo>
                <a:lnTo>
                  <a:pt x="912" y="1089"/>
                </a:lnTo>
                <a:lnTo>
                  <a:pt x="936" y="1085"/>
                </a:lnTo>
                <a:lnTo>
                  <a:pt x="959" y="1081"/>
                </a:lnTo>
                <a:lnTo>
                  <a:pt x="982" y="1077"/>
                </a:lnTo>
                <a:lnTo>
                  <a:pt x="1005" y="1072"/>
                </a:lnTo>
                <a:lnTo>
                  <a:pt x="1028" y="1066"/>
                </a:lnTo>
                <a:lnTo>
                  <a:pt x="1050" y="1060"/>
                </a:lnTo>
                <a:lnTo>
                  <a:pt x="1072" y="1054"/>
                </a:lnTo>
                <a:lnTo>
                  <a:pt x="1094" y="1047"/>
                </a:lnTo>
                <a:lnTo>
                  <a:pt x="1116" y="1039"/>
                </a:lnTo>
                <a:lnTo>
                  <a:pt x="1137" y="1031"/>
                </a:lnTo>
                <a:lnTo>
                  <a:pt x="1158" y="1022"/>
                </a:lnTo>
                <a:lnTo>
                  <a:pt x="1178" y="1013"/>
                </a:lnTo>
                <a:lnTo>
                  <a:pt x="1198" y="1004"/>
                </a:lnTo>
                <a:lnTo>
                  <a:pt x="1218" y="994"/>
                </a:lnTo>
                <a:lnTo>
                  <a:pt x="1237" y="984"/>
                </a:lnTo>
                <a:lnTo>
                  <a:pt x="1256" y="973"/>
                </a:lnTo>
                <a:lnTo>
                  <a:pt x="1274" y="962"/>
                </a:lnTo>
                <a:lnTo>
                  <a:pt x="1292" y="950"/>
                </a:lnTo>
                <a:lnTo>
                  <a:pt x="1309" y="938"/>
                </a:lnTo>
                <a:lnTo>
                  <a:pt x="1326" y="926"/>
                </a:lnTo>
                <a:lnTo>
                  <a:pt x="1342" y="913"/>
                </a:lnTo>
                <a:lnTo>
                  <a:pt x="1358" y="900"/>
                </a:lnTo>
                <a:lnTo>
                  <a:pt x="1373" y="887"/>
                </a:lnTo>
                <a:lnTo>
                  <a:pt x="1387" y="873"/>
                </a:lnTo>
                <a:lnTo>
                  <a:pt x="1401" y="859"/>
                </a:lnTo>
                <a:lnTo>
                  <a:pt x="1414" y="845"/>
                </a:lnTo>
                <a:lnTo>
                  <a:pt x="1426" y="830"/>
                </a:lnTo>
                <a:lnTo>
                  <a:pt x="1438" y="815"/>
                </a:lnTo>
                <a:lnTo>
                  <a:pt x="1450" y="800"/>
                </a:lnTo>
                <a:lnTo>
                  <a:pt x="1460" y="784"/>
                </a:lnTo>
                <a:lnTo>
                  <a:pt x="1470" y="769"/>
                </a:lnTo>
                <a:lnTo>
                  <a:pt x="1479" y="753"/>
                </a:lnTo>
                <a:lnTo>
                  <a:pt x="1488" y="737"/>
                </a:lnTo>
                <a:lnTo>
                  <a:pt x="1495" y="720"/>
                </a:lnTo>
                <a:lnTo>
                  <a:pt x="1503" y="704"/>
                </a:lnTo>
                <a:lnTo>
                  <a:pt x="1509" y="687"/>
                </a:lnTo>
                <a:lnTo>
                  <a:pt x="1514" y="671"/>
                </a:lnTo>
                <a:lnTo>
                  <a:pt x="1519" y="654"/>
                </a:lnTo>
                <a:lnTo>
                  <a:pt x="1523" y="637"/>
                </a:lnTo>
                <a:lnTo>
                  <a:pt x="1527" y="619"/>
                </a:lnTo>
                <a:lnTo>
                  <a:pt x="1529" y="602"/>
                </a:lnTo>
                <a:lnTo>
                  <a:pt x="1531" y="585"/>
                </a:lnTo>
                <a:lnTo>
                  <a:pt x="1533" y="567"/>
                </a:lnTo>
                <a:lnTo>
                  <a:pt x="1533" y="550"/>
                </a:lnTo>
                <a:moveTo>
                  <a:pt x="1537" y="550"/>
                </a:moveTo>
                <a:lnTo>
                  <a:pt x="1536" y="568"/>
                </a:lnTo>
                <a:lnTo>
                  <a:pt x="1535" y="585"/>
                </a:lnTo>
                <a:lnTo>
                  <a:pt x="1533" y="602"/>
                </a:lnTo>
                <a:lnTo>
                  <a:pt x="1531" y="619"/>
                </a:lnTo>
                <a:lnTo>
                  <a:pt x="1527" y="637"/>
                </a:lnTo>
                <a:lnTo>
                  <a:pt x="1523" y="654"/>
                </a:lnTo>
                <a:lnTo>
                  <a:pt x="1518" y="671"/>
                </a:lnTo>
                <a:lnTo>
                  <a:pt x="1513" y="688"/>
                </a:lnTo>
                <a:lnTo>
                  <a:pt x="1506" y="705"/>
                </a:lnTo>
                <a:lnTo>
                  <a:pt x="1499" y="721"/>
                </a:lnTo>
                <a:lnTo>
                  <a:pt x="1491" y="738"/>
                </a:lnTo>
                <a:lnTo>
                  <a:pt x="1483" y="754"/>
                </a:lnTo>
                <a:lnTo>
                  <a:pt x="1474" y="770"/>
                </a:lnTo>
                <a:lnTo>
                  <a:pt x="1464" y="786"/>
                </a:lnTo>
                <a:lnTo>
                  <a:pt x="1453" y="801"/>
                </a:lnTo>
                <a:lnTo>
                  <a:pt x="1442" y="816"/>
                </a:lnTo>
                <a:lnTo>
                  <a:pt x="1430" y="831"/>
                </a:lnTo>
                <a:lnTo>
                  <a:pt x="1417" y="846"/>
                </a:lnTo>
                <a:lnTo>
                  <a:pt x="1404" y="860"/>
                </a:lnTo>
                <a:lnTo>
                  <a:pt x="1390" y="875"/>
                </a:lnTo>
                <a:lnTo>
                  <a:pt x="1376" y="888"/>
                </a:lnTo>
                <a:lnTo>
                  <a:pt x="1361" y="902"/>
                </a:lnTo>
                <a:lnTo>
                  <a:pt x="1345" y="915"/>
                </a:lnTo>
                <a:lnTo>
                  <a:pt x="1329" y="928"/>
                </a:lnTo>
                <a:lnTo>
                  <a:pt x="1312" y="940"/>
                </a:lnTo>
                <a:lnTo>
                  <a:pt x="1295" y="952"/>
                </a:lnTo>
                <a:lnTo>
                  <a:pt x="1277" y="964"/>
                </a:lnTo>
                <a:lnTo>
                  <a:pt x="1258" y="975"/>
                </a:lnTo>
                <a:lnTo>
                  <a:pt x="1240" y="986"/>
                </a:lnTo>
                <a:lnTo>
                  <a:pt x="1220" y="996"/>
                </a:lnTo>
                <a:lnTo>
                  <a:pt x="1201" y="1006"/>
                </a:lnTo>
                <a:lnTo>
                  <a:pt x="1180" y="1016"/>
                </a:lnTo>
                <a:lnTo>
                  <a:pt x="1160" y="1025"/>
                </a:lnTo>
                <a:lnTo>
                  <a:pt x="1139" y="1033"/>
                </a:lnTo>
                <a:lnTo>
                  <a:pt x="1118" y="1041"/>
                </a:lnTo>
                <a:lnTo>
                  <a:pt x="1096" y="1049"/>
                </a:lnTo>
                <a:lnTo>
                  <a:pt x="1074" y="1056"/>
                </a:lnTo>
                <a:lnTo>
                  <a:pt x="1052" y="1063"/>
                </a:lnTo>
                <a:lnTo>
                  <a:pt x="1029" y="1069"/>
                </a:lnTo>
                <a:lnTo>
                  <a:pt x="1006" y="1074"/>
                </a:lnTo>
                <a:lnTo>
                  <a:pt x="983" y="1080"/>
                </a:lnTo>
                <a:lnTo>
                  <a:pt x="960" y="1084"/>
                </a:lnTo>
                <a:lnTo>
                  <a:pt x="936" y="1088"/>
                </a:lnTo>
                <a:lnTo>
                  <a:pt x="913" y="1092"/>
                </a:lnTo>
                <a:lnTo>
                  <a:pt x="889" y="1095"/>
                </a:lnTo>
                <a:lnTo>
                  <a:pt x="865" y="1097"/>
                </a:lnTo>
                <a:lnTo>
                  <a:pt x="841" y="1099"/>
                </a:lnTo>
                <a:lnTo>
                  <a:pt x="817" y="1100"/>
                </a:lnTo>
                <a:lnTo>
                  <a:pt x="793" y="1101"/>
                </a:lnTo>
                <a:lnTo>
                  <a:pt x="769" y="1101"/>
                </a:lnTo>
                <a:lnTo>
                  <a:pt x="745" y="1101"/>
                </a:lnTo>
                <a:lnTo>
                  <a:pt x="721" y="1100"/>
                </a:lnTo>
                <a:lnTo>
                  <a:pt x="697" y="1099"/>
                </a:lnTo>
                <a:lnTo>
                  <a:pt x="673" y="1097"/>
                </a:lnTo>
                <a:lnTo>
                  <a:pt x="649" y="1095"/>
                </a:lnTo>
                <a:lnTo>
                  <a:pt x="624" y="1092"/>
                </a:lnTo>
                <a:lnTo>
                  <a:pt x="600" y="1088"/>
                </a:lnTo>
                <a:lnTo>
                  <a:pt x="577" y="1084"/>
                </a:lnTo>
                <a:lnTo>
                  <a:pt x="554" y="1080"/>
                </a:lnTo>
                <a:lnTo>
                  <a:pt x="531" y="1074"/>
                </a:lnTo>
                <a:lnTo>
                  <a:pt x="508" y="1069"/>
                </a:lnTo>
                <a:lnTo>
                  <a:pt x="485" y="1063"/>
                </a:lnTo>
                <a:lnTo>
                  <a:pt x="463" y="1056"/>
                </a:lnTo>
                <a:lnTo>
                  <a:pt x="441" y="1049"/>
                </a:lnTo>
                <a:lnTo>
                  <a:pt x="419" y="1041"/>
                </a:lnTo>
                <a:lnTo>
                  <a:pt x="398" y="1033"/>
                </a:lnTo>
                <a:lnTo>
                  <a:pt x="377" y="1025"/>
                </a:lnTo>
                <a:lnTo>
                  <a:pt x="357" y="1016"/>
                </a:lnTo>
                <a:lnTo>
                  <a:pt x="336" y="1006"/>
                </a:lnTo>
                <a:lnTo>
                  <a:pt x="317" y="996"/>
                </a:lnTo>
                <a:lnTo>
                  <a:pt x="297" y="986"/>
                </a:lnTo>
                <a:lnTo>
                  <a:pt x="279" y="975"/>
                </a:lnTo>
                <a:lnTo>
                  <a:pt x="260" y="964"/>
                </a:lnTo>
                <a:lnTo>
                  <a:pt x="242" y="952"/>
                </a:lnTo>
                <a:lnTo>
                  <a:pt x="225" y="940"/>
                </a:lnTo>
                <a:lnTo>
                  <a:pt x="208" y="928"/>
                </a:lnTo>
                <a:lnTo>
                  <a:pt x="192" y="915"/>
                </a:lnTo>
                <a:lnTo>
                  <a:pt x="176" y="902"/>
                </a:lnTo>
                <a:lnTo>
                  <a:pt x="161" y="888"/>
                </a:lnTo>
                <a:lnTo>
                  <a:pt x="147" y="875"/>
                </a:lnTo>
                <a:lnTo>
                  <a:pt x="133" y="860"/>
                </a:lnTo>
                <a:lnTo>
                  <a:pt x="120" y="846"/>
                </a:lnTo>
                <a:lnTo>
                  <a:pt x="107" y="831"/>
                </a:lnTo>
                <a:lnTo>
                  <a:pt x="95" y="816"/>
                </a:lnTo>
                <a:lnTo>
                  <a:pt x="84" y="801"/>
                </a:lnTo>
                <a:lnTo>
                  <a:pt x="73" y="786"/>
                </a:lnTo>
                <a:lnTo>
                  <a:pt x="63" y="770"/>
                </a:lnTo>
                <a:lnTo>
                  <a:pt x="54" y="754"/>
                </a:lnTo>
                <a:lnTo>
                  <a:pt x="46" y="738"/>
                </a:lnTo>
                <a:lnTo>
                  <a:pt x="38" y="721"/>
                </a:lnTo>
                <a:lnTo>
                  <a:pt x="31" y="705"/>
                </a:lnTo>
                <a:lnTo>
                  <a:pt x="24" y="688"/>
                </a:lnTo>
                <a:lnTo>
                  <a:pt x="19" y="671"/>
                </a:lnTo>
                <a:lnTo>
                  <a:pt x="14" y="654"/>
                </a:lnTo>
                <a:lnTo>
                  <a:pt x="10" y="637"/>
                </a:lnTo>
                <a:lnTo>
                  <a:pt x="6" y="619"/>
                </a:lnTo>
                <a:lnTo>
                  <a:pt x="4" y="602"/>
                </a:lnTo>
                <a:lnTo>
                  <a:pt x="2" y="585"/>
                </a:lnTo>
                <a:lnTo>
                  <a:pt x="1" y="568"/>
                </a:lnTo>
                <a:lnTo>
                  <a:pt x="0" y="550"/>
                </a:lnTo>
                <a:lnTo>
                  <a:pt x="1" y="533"/>
                </a:lnTo>
                <a:lnTo>
                  <a:pt x="2" y="516"/>
                </a:lnTo>
                <a:lnTo>
                  <a:pt x="4" y="499"/>
                </a:lnTo>
                <a:lnTo>
                  <a:pt x="6" y="481"/>
                </a:lnTo>
                <a:lnTo>
                  <a:pt x="10" y="464"/>
                </a:lnTo>
                <a:lnTo>
                  <a:pt x="14" y="447"/>
                </a:lnTo>
                <a:lnTo>
                  <a:pt x="19" y="430"/>
                </a:lnTo>
                <a:lnTo>
                  <a:pt x="24" y="414"/>
                </a:lnTo>
                <a:lnTo>
                  <a:pt x="31" y="397"/>
                </a:lnTo>
                <a:lnTo>
                  <a:pt x="38" y="380"/>
                </a:lnTo>
                <a:lnTo>
                  <a:pt x="46" y="364"/>
                </a:lnTo>
                <a:lnTo>
                  <a:pt x="54" y="348"/>
                </a:lnTo>
                <a:lnTo>
                  <a:pt x="63" y="332"/>
                </a:lnTo>
                <a:lnTo>
                  <a:pt x="73" y="316"/>
                </a:lnTo>
                <a:lnTo>
                  <a:pt x="84" y="301"/>
                </a:lnTo>
                <a:lnTo>
                  <a:pt x="95" y="285"/>
                </a:lnTo>
                <a:lnTo>
                  <a:pt x="107" y="270"/>
                </a:lnTo>
                <a:lnTo>
                  <a:pt x="120" y="256"/>
                </a:lnTo>
                <a:lnTo>
                  <a:pt x="133" y="241"/>
                </a:lnTo>
                <a:lnTo>
                  <a:pt x="147" y="227"/>
                </a:lnTo>
                <a:lnTo>
                  <a:pt x="161" y="213"/>
                </a:lnTo>
                <a:lnTo>
                  <a:pt x="176" y="200"/>
                </a:lnTo>
                <a:lnTo>
                  <a:pt x="192" y="187"/>
                </a:lnTo>
                <a:lnTo>
                  <a:pt x="208" y="174"/>
                </a:lnTo>
                <a:lnTo>
                  <a:pt x="225" y="161"/>
                </a:lnTo>
                <a:lnTo>
                  <a:pt x="242" y="149"/>
                </a:lnTo>
                <a:lnTo>
                  <a:pt x="260" y="138"/>
                </a:lnTo>
                <a:lnTo>
                  <a:pt x="279" y="126"/>
                </a:lnTo>
                <a:lnTo>
                  <a:pt x="297" y="116"/>
                </a:lnTo>
                <a:lnTo>
                  <a:pt x="317" y="105"/>
                </a:lnTo>
                <a:lnTo>
                  <a:pt x="336" y="95"/>
                </a:lnTo>
                <a:lnTo>
                  <a:pt x="357" y="86"/>
                </a:lnTo>
                <a:lnTo>
                  <a:pt x="377" y="77"/>
                </a:lnTo>
                <a:lnTo>
                  <a:pt x="398" y="68"/>
                </a:lnTo>
                <a:lnTo>
                  <a:pt x="419" y="60"/>
                </a:lnTo>
                <a:lnTo>
                  <a:pt x="441" y="53"/>
                </a:lnTo>
                <a:lnTo>
                  <a:pt x="463" y="45"/>
                </a:lnTo>
                <a:lnTo>
                  <a:pt x="485" y="39"/>
                </a:lnTo>
                <a:lnTo>
                  <a:pt x="508" y="33"/>
                </a:lnTo>
                <a:lnTo>
                  <a:pt x="531" y="27"/>
                </a:lnTo>
                <a:lnTo>
                  <a:pt x="554" y="22"/>
                </a:lnTo>
                <a:lnTo>
                  <a:pt x="577" y="18"/>
                </a:lnTo>
                <a:lnTo>
                  <a:pt x="600" y="13"/>
                </a:lnTo>
                <a:lnTo>
                  <a:pt x="624" y="10"/>
                </a:lnTo>
                <a:lnTo>
                  <a:pt x="649" y="7"/>
                </a:lnTo>
                <a:lnTo>
                  <a:pt x="673" y="5"/>
                </a:lnTo>
                <a:lnTo>
                  <a:pt x="697" y="3"/>
                </a:lnTo>
                <a:lnTo>
                  <a:pt x="721" y="1"/>
                </a:lnTo>
                <a:lnTo>
                  <a:pt x="745" y="1"/>
                </a:lnTo>
                <a:lnTo>
                  <a:pt x="769" y="0"/>
                </a:lnTo>
                <a:lnTo>
                  <a:pt x="793" y="1"/>
                </a:lnTo>
                <a:lnTo>
                  <a:pt x="817" y="1"/>
                </a:lnTo>
                <a:lnTo>
                  <a:pt x="841" y="3"/>
                </a:lnTo>
                <a:lnTo>
                  <a:pt x="865" y="5"/>
                </a:lnTo>
                <a:lnTo>
                  <a:pt x="889" y="7"/>
                </a:lnTo>
                <a:lnTo>
                  <a:pt x="913" y="10"/>
                </a:lnTo>
                <a:lnTo>
                  <a:pt x="936" y="13"/>
                </a:lnTo>
                <a:lnTo>
                  <a:pt x="960" y="18"/>
                </a:lnTo>
                <a:lnTo>
                  <a:pt x="983" y="22"/>
                </a:lnTo>
                <a:lnTo>
                  <a:pt x="1006" y="27"/>
                </a:lnTo>
                <a:lnTo>
                  <a:pt x="1029" y="33"/>
                </a:lnTo>
                <a:lnTo>
                  <a:pt x="1052" y="39"/>
                </a:lnTo>
                <a:lnTo>
                  <a:pt x="1074" y="45"/>
                </a:lnTo>
                <a:lnTo>
                  <a:pt x="1096" y="53"/>
                </a:lnTo>
                <a:lnTo>
                  <a:pt x="1118" y="60"/>
                </a:lnTo>
                <a:lnTo>
                  <a:pt x="1139" y="68"/>
                </a:lnTo>
                <a:lnTo>
                  <a:pt x="1160" y="77"/>
                </a:lnTo>
                <a:lnTo>
                  <a:pt x="1180" y="86"/>
                </a:lnTo>
                <a:lnTo>
                  <a:pt x="1201" y="95"/>
                </a:lnTo>
                <a:lnTo>
                  <a:pt x="1220" y="105"/>
                </a:lnTo>
                <a:lnTo>
                  <a:pt x="1240" y="116"/>
                </a:lnTo>
                <a:lnTo>
                  <a:pt x="1258" y="126"/>
                </a:lnTo>
                <a:lnTo>
                  <a:pt x="1277" y="138"/>
                </a:lnTo>
                <a:lnTo>
                  <a:pt x="1295" y="149"/>
                </a:lnTo>
                <a:lnTo>
                  <a:pt x="1312" y="161"/>
                </a:lnTo>
                <a:lnTo>
                  <a:pt x="1329" y="174"/>
                </a:lnTo>
                <a:lnTo>
                  <a:pt x="1345" y="187"/>
                </a:lnTo>
                <a:lnTo>
                  <a:pt x="1361" y="200"/>
                </a:lnTo>
                <a:lnTo>
                  <a:pt x="1376" y="213"/>
                </a:lnTo>
                <a:lnTo>
                  <a:pt x="1390" y="227"/>
                </a:lnTo>
                <a:lnTo>
                  <a:pt x="1404" y="241"/>
                </a:lnTo>
                <a:lnTo>
                  <a:pt x="1417" y="256"/>
                </a:lnTo>
                <a:lnTo>
                  <a:pt x="1430" y="270"/>
                </a:lnTo>
                <a:lnTo>
                  <a:pt x="1442" y="285"/>
                </a:lnTo>
                <a:lnTo>
                  <a:pt x="1453" y="301"/>
                </a:lnTo>
                <a:lnTo>
                  <a:pt x="1464" y="316"/>
                </a:lnTo>
                <a:lnTo>
                  <a:pt x="1474" y="332"/>
                </a:lnTo>
                <a:lnTo>
                  <a:pt x="1483" y="348"/>
                </a:lnTo>
                <a:lnTo>
                  <a:pt x="1491" y="364"/>
                </a:lnTo>
                <a:lnTo>
                  <a:pt x="1499" y="380"/>
                </a:lnTo>
                <a:lnTo>
                  <a:pt x="1506" y="397"/>
                </a:lnTo>
                <a:lnTo>
                  <a:pt x="1513" y="414"/>
                </a:lnTo>
                <a:lnTo>
                  <a:pt x="1518" y="430"/>
                </a:lnTo>
                <a:lnTo>
                  <a:pt x="1523" y="447"/>
                </a:lnTo>
                <a:lnTo>
                  <a:pt x="1527" y="464"/>
                </a:lnTo>
                <a:lnTo>
                  <a:pt x="1531" y="481"/>
                </a:lnTo>
                <a:lnTo>
                  <a:pt x="1533" y="499"/>
                </a:lnTo>
                <a:lnTo>
                  <a:pt x="1535" y="516"/>
                </a:lnTo>
                <a:lnTo>
                  <a:pt x="1536" y="533"/>
                </a:lnTo>
                <a:lnTo>
                  <a:pt x="1537" y="550"/>
                </a:lnTo>
                <a:close/>
              </a:path>
            </a:pathLst>
          </a:custGeom>
          <a:solidFill>
            <a:srgbClr val="ffa9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6" name=""/>
          <p:cNvSpPr/>
          <p:nvPr/>
        </p:nvSpPr>
        <p:spPr>
          <a:xfrm>
            <a:off x="7784640" y="2745000"/>
            <a:ext cx="556200" cy="398520"/>
          </a:xfrm>
          <a:custGeom>
            <a:avLst/>
            <a:gdLst/>
            <a:ahLst/>
            <a:rect l="0" t="0" r="r" b="b"/>
            <a:pathLst>
              <a:path w="1545" h="1107">
                <a:moveTo>
                  <a:pt x="1541" y="553"/>
                </a:moveTo>
                <a:lnTo>
                  <a:pt x="1540" y="536"/>
                </a:lnTo>
                <a:lnTo>
                  <a:pt x="1539" y="519"/>
                </a:lnTo>
                <a:lnTo>
                  <a:pt x="1537" y="502"/>
                </a:lnTo>
                <a:lnTo>
                  <a:pt x="1535" y="484"/>
                </a:lnTo>
                <a:lnTo>
                  <a:pt x="1531" y="467"/>
                </a:lnTo>
                <a:lnTo>
                  <a:pt x="1527" y="450"/>
                </a:lnTo>
                <a:lnTo>
                  <a:pt x="1522" y="433"/>
                </a:lnTo>
                <a:lnTo>
                  <a:pt x="1517" y="417"/>
                </a:lnTo>
                <a:lnTo>
                  <a:pt x="1510" y="400"/>
                </a:lnTo>
                <a:lnTo>
                  <a:pt x="1503" y="383"/>
                </a:lnTo>
                <a:lnTo>
                  <a:pt x="1495" y="367"/>
                </a:lnTo>
                <a:lnTo>
                  <a:pt x="1487" y="351"/>
                </a:lnTo>
                <a:lnTo>
                  <a:pt x="1478" y="335"/>
                </a:lnTo>
                <a:lnTo>
                  <a:pt x="1468" y="319"/>
                </a:lnTo>
                <a:lnTo>
                  <a:pt x="1457" y="304"/>
                </a:lnTo>
                <a:lnTo>
                  <a:pt x="1446" y="288"/>
                </a:lnTo>
                <a:lnTo>
                  <a:pt x="1434" y="273"/>
                </a:lnTo>
                <a:lnTo>
                  <a:pt x="1421" y="259"/>
                </a:lnTo>
                <a:lnTo>
                  <a:pt x="1408" y="244"/>
                </a:lnTo>
                <a:lnTo>
                  <a:pt x="1394" y="230"/>
                </a:lnTo>
                <a:lnTo>
                  <a:pt x="1380" y="216"/>
                </a:lnTo>
                <a:lnTo>
                  <a:pt x="1365" y="203"/>
                </a:lnTo>
                <a:lnTo>
                  <a:pt x="1349" y="190"/>
                </a:lnTo>
                <a:lnTo>
                  <a:pt x="1333" y="177"/>
                </a:lnTo>
                <a:lnTo>
                  <a:pt x="1316" y="164"/>
                </a:lnTo>
                <a:lnTo>
                  <a:pt x="1299" y="152"/>
                </a:lnTo>
                <a:lnTo>
                  <a:pt x="1281" y="141"/>
                </a:lnTo>
                <a:lnTo>
                  <a:pt x="1262" y="129"/>
                </a:lnTo>
                <a:lnTo>
                  <a:pt x="1244" y="119"/>
                </a:lnTo>
                <a:lnTo>
                  <a:pt x="1224" y="108"/>
                </a:lnTo>
                <a:lnTo>
                  <a:pt x="1205" y="98"/>
                </a:lnTo>
                <a:lnTo>
                  <a:pt x="1184" y="89"/>
                </a:lnTo>
                <a:lnTo>
                  <a:pt x="1164" y="80"/>
                </a:lnTo>
                <a:lnTo>
                  <a:pt x="1143" y="71"/>
                </a:lnTo>
                <a:lnTo>
                  <a:pt x="1122" y="63"/>
                </a:lnTo>
                <a:lnTo>
                  <a:pt x="1100" y="56"/>
                </a:lnTo>
                <a:lnTo>
                  <a:pt x="1078" y="48"/>
                </a:lnTo>
                <a:lnTo>
                  <a:pt x="1056" y="42"/>
                </a:lnTo>
                <a:lnTo>
                  <a:pt x="1033" y="36"/>
                </a:lnTo>
                <a:lnTo>
                  <a:pt x="1010" y="30"/>
                </a:lnTo>
                <a:lnTo>
                  <a:pt x="987" y="25"/>
                </a:lnTo>
                <a:lnTo>
                  <a:pt x="964" y="21"/>
                </a:lnTo>
                <a:lnTo>
                  <a:pt x="940" y="16"/>
                </a:lnTo>
                <a:lnTo>
                  <a:pt x="917" y="13"/>
                </a:lnTo>
                <a:lnTo>
                  <a:pt x="893" y="10"/>
                </a:lnTo>
                <a:lnTo>
                  <a:pt x="869" y="8"/>
                </a:lnTo>
                <a:lnTo>
                  <a:pt x="845" y="6"/>
                </a:lnTo>
                <a:lnTo>
                  <a:pt x="821" y="4"/>
                </a:lnTo>
                <a:lnTo>
                  <a:pt x="797" y="4"/>
                </a:lnTo>
                <a:lnTo>
                  <a:pt x="773" y="3"/>
                </a:lnTo>
                <a:lnTo>
                  <a:pt x="748" y="4"/>
                </a:lnTo>
                <a:lnTo>
                  <a:pt x="724" y="4"/>
                </a:lnTo>
                <a:lnTo>
                  <a:pt x="700" y="6"/>
                </a:lnTo>
                <a:lnTo>
                  <a:pt x="676" y="8"/>
                </a:lnTo>
                <a:lnTo>
                  <a:pt x="652" y="10"/>
                </a:lnTo>
                <a:lnTo>
                  <a:pt x="628" y="13"/>
                </a:lnTo>
                <a:lnTo>
                  <a:pt x="604" y="16"/>
                </a:lnTo>
                <a:lnTo>
                  <a:pt x="581" y="21"/>
                </a:lnTo>
                <a:lnTo>
                  <a:pt x="558" y="25"/>
                </a:lnTo>
                <a:lnTo>
                  <a:pt x="535" y="30"/>
                </a:lnTo>
                <a:lnTo>
                  <a:pt x="512" y="36"/>
                </a:lnTo>
                <a:lnTo>
                  <a:pt x="489" y="42"/>
                </a:lnTo>
                <a:lnTo>
                  <a:pt x="467" y="48"/>
                </a:lnTo>
                <a:lnTo>
                  <a:pt x="445" y="56"/>
                </a:lnTo>
                <a:lnTo>
                  <a:pt x="423" y="63"/>
                </a:lnTo>
                <a:lnTo>
                  <a:pt x="402" y="71"/>
                </a:lnTo>
                <a:lnTo>
                  <a:pt x="381" y="80"/>
                </a:lnTo>
                <a:lnTo>
                  <a:pt x="361" y="89"/>
                </a:lnTo>
                <a:lnTo>
                  <a:pt x="340" y="98"/>
                </a:lnTo>
                <a:lnTo>
                  <a:pt x="321" y="108"/>
                </a:lnTo>
                <a:lnTo>
                  <a:pt x="301" y="119"/>
                </a:lnTo>
                <a:lnTo>
                  <a:pt x="283" y="129"/>
                </a:lnTo>
                <a:lnTo>
                  <a:pt x="264" y="141"/>
                </a:lnTo>
                <a:lnTo>
                  <a:pt x="246" y="152"/>
                </a:lnTo>
                <a:lnTo>
                  <a:pt x="229" y="164"/>
                </a:lnTo>
                <a:lnTo>
                  <a:pt x="212" y="177"/>
                </a:lnTo>
                <a:lnTo>
                  <a:pt x="196" y="190"/>
                </a:lnTo>
                <a:lnTo>
                  <a:pt x="180" y="203"/>
                </a:lnTo>
                <a:lnTo>
                  <a:pt x="165" y="216"/>
                </a:lnTo>
                <a:lnTo>
                  <a:pt x="151" y="230"/>
                </a:lnTo>
                <a:lnTo>
                  <a:pt x="137" y="244"/>
                </a:lnTo>
                <a:lnTo>
                  <a:pt x="124" y="259"/>
                </a:lnTo>
                <a:lnTo>
                  <a:pt x="111" y="273"/>
                </a:lnTo>
                <a:lnTo>
                  <a:pt x="99" y="288"/>
                </a:lnTo>
                <a:lnTo>
                  <a:pt x="88" y="304"/>
                </a:lnTo>
                <a:lnTo>
                  <a:pt x="77" y="319"/>
                </a:lnTo>
                <a:lnTo>
                  <a:pt x="67" y="335"/>
                </a:lnTo>
                <a:lnTo>
                  <a:pt x="58" y="351"/>
                </a:lnTo>
                <a:lnTo>
                  <a:pt x="50" y="367"/>
                </a:lnTo>
                <a:lnTo>
                  <a:pt x="42" y="383"/>
                </a:lnTo>
                <a:lnTo>
                  <a:pt x="35" y="400"/>
                </a:lnTo>
                <a:lnTo>
                  <a:pt x="28" y="417"/>
                </a:lnTo>
                <a:lnTo>
                  <a:pt x="23" y="433"/>
                </a:lnTo>
                <a:lnTo>
                  <a:pt x="18" y="450"/>
                </a:lnTo>
                <a:lnTo>
                  <a:pt x="14" y="467"/>
                </a:lnTo>
                <a:lnTo>
                  <a:pt x="10" y="484"/>
                </a:lnTo>
                <a:lnTo>
                  <a:pt x="8" y="502"/>
                </a:lnTo>
                <a:lnTo>
                  <a:pt x="6" y="519"/>
                </a:lnTo>
                <a:lnTo>
                  <a:pt x="5" y="536"/>
                </a:lnTo>
                <a:lnTo>
                  <a:pt x="4" y="553"/>
                </a:lnTo>
                <a:lnTo>
                  <a:pt x="5" y="571"/>
                </a:lnTo>
                <a:lnTo>
                  <a:pt x="6" y="588"/>
                </a:lnTo>
                <a:lnTo>
                  <a:pt x="8" y="605"/>
                </a:lnTo>
                <a:lnTo>
                  <a:pt x="10" y="622"/>
                </a:lnTo>
                <a:lnTo>
                  <a:pt x="14" y="639"/>
                </a:lnTo>
                <a:lnTo>
                  <a:pt x="18" y="656"/>
                </a:lnTo>
                <a:lnTo>
                  <a:pt x="23" y="674"/>
                </a:lnTo>
                <a:lnTo>
                  <a:pt x="28" y="691"/>
                </a:lnTo>
                <a:lnTo>
                  <a:pt x="35" y="708"/>
                </a:lnTo>
                <a:lnTo>
                  <a:pt x="42" y="724"/>
                </a:lnTo>
                <a:lnTo>
                  <a:pt x="50" y="741"/>
                </a:lnTo>
                <a:lnTo>
                  <a:pt x="58" y="757"/>
                </a:lnTo>
                <a:lnTo>
                  <a:pt x="67" y="773"/>
                </a:lnTo>
                <a:lnTo>
                  <a:pt x="77" y="789"/>
                </a:lnTo>
                <a:lnTo>
                  <a:pt x="88" y="804"/>
                </a:lnTo>
                <a:lnTo>
                  <a:pt x="99" y="819"/>
                </a:lnTo>
                <a:lnTo>
                  <a:pt x="111" y="834"/>
                </a:lnTo>
                <a:lnTo>
                  <a:pt x="124" y="849"/>
                </a:lnTo>
                <a:lnTo>
                  <a:pt x="137" y="863"/>
                </a:lnTo>
                <a:lnTo>
                  <a:pt x="151" y="878"/>
                </a:lnTo>
                <a:lnTo>
                  <a:pt x="165" y="891"/>
                </a:lnTo>
                <a:lnTo>
                  <a:pt x="180" y="905"/>
                </a:lnTo>
                <a:lnTo>
                  <a:pt x="196" y="918"/>
                </a:lnTo>
                <a:lnTo>
                  <a:pt x="212" y="931"/>
                </a:lnTo>
                <a:lnTo>
                  <a:pt x="229" y="943"/>
                </a:lnTo>
                <a:lnTo>
                  <a:pt x="246" y="955"/>
                </a:lnTo>
                <a:lnTo>
                  <a:pt x="264" y="967"/>
                </a:lnTo>
                <a:lnTo>
                  <a:pt x="283" y="978"/>
                </a:lnTo>
                <a:lnTo>
                  <a:pt x="301" y="989"/>
                </a:lnTo>
                <a:lnTo>
                  <a:pt x="321" y="999"/>
                </a:lnTo>
                <a:lnTo>
                  <a:pt x="340" y="1009"/>
                </a:lnTo>
                <a:lnTo>
                  <a:pt x="361" y="1019"/>
                </a:lnTo>
                <a:lnTo>
                  <a:pt x="381" y="1028"/>
                </a:lnTo>
                <a:lnTo>
                  <a:pt x="402" y="1036"/>
                </a:lnTo>
                <a:lnTo>
                  <a:pt x="423" y="1044"/>
                </a:lnTo>
                <a:lnTo>
                  <a:pt x="445" y="1052"/>
                </a:lnTo>
                <a:lnTo>
                  <a:pt x="467" y="1059"/>
                </a:lnTo>
                <a:lnTo>
                  <a:pt x="489" y="1066"/>
                </a:lnTo>
                <a:lnTo>
                  <a:pt x="512" y="1072"/>
                </a:lnTo>
                <a:lnTo>
                  <a:pt x="535" y="1077"/>
                </a:lnTo>
                <a:lnTo>
                  <a:pt x="558" y="1083"/>
                </a:lnTo>
                <a:lnTo>
                  <a:pt x="581" y="1087"/>
                </a:lnTo>
                <a:lnTo>
                  <a:pt x="604" y="1091"/>
                </a:lnTo>
                <a:lnTo>
                  <a:pt x="628" y="1095"/>
                </a:lnTo>
                <a:lnTo>
                  <a:pt x="652" y="1098"/>
                </a:lnTo>
                <a:lnTo>
                  <a:pt x="676" y="1100"/>
                </a:lnTo>
                <a:lnTo>
                  <a:pt x="700" y="1102"/>
                </a:lnTo>
                <a:lnTo>
                  <a:pt x="724" y="1103"/>
                </a:lnTo>
                <a:lnTo>
                  <a:pt x="748" y="1104"/>
                </a:lnTo>
                <a:lnTo>
                  <a:pt x="773" y="1104"/>
                </a:lnTo>
                <a:lnTo>
                  <a:pt x="797" y="1104"/>
                </a:lnTo>
                <a:lnTo>
                  <a:pt x="821" y="1103"/>
                </a:lnTo>
                <a:lnTo>
                  <a:pt x="845" y="1102"/>
                </a:lnTo>
                <a:lnTo>
                  <a:pt x="869" y="1100"/>
                </a:lnTo>
                <a:lnTo>
                  <a:pt x="893" y="1098"/>
                </a:lnTo>
                <a:lnTo>
                  <a:pt x="917" y="1095"/>
                </a:lnTo>
                <a:lnTo>
                  <a:pt x="940" y="1091"/>
                </a:lnTo>
                <a:lnTo>
                  <a:pt x="964" y="1087"/>
                </a:lnTo>
                <a:lnTo>
                  <a:pt x="987" y="1083"/>
                </a:lnTo>
                <a:lnTo>
                  <a:pt x="1010" y="1077"/>
                </a:lnTo>
                <a:lnTo>
                  <a:pt x="1033" y="1072"/>
                </a:lnTo>
                <a:lnTo>
                  <a:pt x="1056" y="1066"/>
                </a:lnTo>
                <a:lnTo>
                  <a:pt x="1078" y="1059"/>
                </a:lnTo>
                <a:lnTo>
                  <a:pt x="1100" y="1052"/>
                </a:lnTo>
                <a:lnTo>
                  <a:pt x="1122" y="1044"/>
                </a:lnTo>
                <a:lnTo>
                  <a:pt x="1143" y="1036"/>
                </a:lnTo>
                <a:lnTo>
                  <a:pt x="1164" y="1028"/>
                </a:lnTo>
                <a:lnTo>
                  <a:pt x="1184" y="1019"/>
                </a:lnTo>
                <a:lnTo>
                  <a:pt x="1205" y="1009"/>
                </a:lnTo>
                <a:lnTo>
                  <a:pt x="1224" y="999"/>
                </a:lnTo>
                <a:lnTo>
                  <a:pt x="1244" y="989"/>
                </a:lnTo>
                <a:lnTo>
                  <a:pt x="1262" y="978"/>
                </a:lnTo>
                <a:lnTo>
                  <a:pt x="1281" y="967"/>
                </a:lnTo>
                <a:lnTo>
                  <a:pt x="1299" y="955"/>
                </a:lnTo>
                <a:lnTo>
                  <a:pt x="1316" y="943"/>
                </a:lnTo>
                <a:lnTo>
                  <a:pt x="1333" y="931"/>
                </a:lnTo>
                <a:lnTo>
                  <a:pt x="1349" y="918"/>
                </a:lnTo>
                <a:lnTo>
                  <a:pt x="1365" y="905"/>
                </a:lnTo>
                <a:lnTo>
                  <a:pt x="1380" y="891"/>
                </a:lnTo>
                <a:lnTo>
                  <a:pt x="1394" y="878"/>
                </a:lnTo>
                <a:lnTo>
                  <a:pt x="1408" y="863"/>
                </a:lnTo>
                <a:lnTo>
                  <a:pt x="1421" y="849"/>
                </a:lnTo>
                <a:lnTo>
                  <a:pt x="1434" y="834"/>
                </a:lnTo>
                <a:lnTo>
                  <a:pt x="1446" y="819"/>
                </a:lnTo>
                <a:lnTo>
                  <a:pt x="1457" y="804"/>
                </a:lnTo>
                <a:lnTo>
                  <a:pt x="1468" y="789"/>
                </a:lnTo>
                <a:lnTo>
                  <a:pt x="1478" y="773"/>
                </a:lnTo>
                <a:lnTo>
                  <a:pt x="1487" y="757"/>
                </a:lnTo>
                <a:lnTo>
                  <a:pt x="1495" y="741"/>
                </a:lnTo>
                <a:lnTo>
                  <a:pt x="1503" y="724"/>
                </a:lnTo>
                <a:lnTo>
                  <a:pt x="1510" y="708"/>
                </a:lnTo>
                <a:lnTo>
                  <a:pt x="1517" y="691"/>
                </a:lnTo>
                <a:lnTo>
                  <a:pt x="1522" y="674"/>
                </a:lnTo>
                <a:lnTo>
                  <a:pt x="1527" y="656"/>
                </a:lnTo>
                <a:lnTo>
                  <a:pt x="1531" y="639"/>
                </a:lnTo>
                <a:lnTo>
                  <a:pt x="1535" y="622"/>
                </a:lnTo>
                <a:lnTo>
                  <a:pt x="1537" y="605"/>
                </a:lnTo>
                <a:lnTo>
                  <a:pt x="1539" y="588"/>
                </a:lnTo>
                <a:lnTo>
                  <a:pt x="1540" y="571"/>
                </a:lnTo>
                <a:lnTo>
                  <a:pt x="1541" y="553"/>
                </a:lnTo>
                <a:moveTo>
                  <a:pt x="1545" y="553"/>
                </a:moveTo>
                <a:lnTo>
                  <a:pt x="1544" y="571"/>
                </a:lnTo>
                <a:lnTo>
                  <a:pt x="1543" y="588"/>
                </a:lnTo>
                <a:lnTo>
                  <a:pt x="1541" y="605"/>
                </a:lnTo>
                <a:lnTo>
                  <a:pt x="1539" y="623"/>
                </a:lnTo>
                <a:lnTo>
                  <a:pt x="1535" y="640"/>
                </a:lnTo>
                <a:lnTo>
                  <a:pt x="1531" y="657"/>
                </a:lnTo>
                <a:lnTo>
                  <a:pt x="1526" y="675"/>
                </a:lnTo>
                <a:lnTo>
                  <a:pt x="1520" y="692"/>
                </a:lnTo>
                <a:lnTo>
                  <a:pt x="1514" y="709"/>
                </a:lnTo>
                <a:lnTo>
                  <a:pt x="1507" y="725"/>
                </a:lnTo>
                <a:lnTo>
                  <a:pt x="1499" y="742"/>
                </a:lnTo>
                <a:lnTo>
                  <a:pt x="1490" y="758"/>
                </a:lnTo>
                <a:lnTo>
                  <a:pt x="1481" y="774"/>
                </a:lnTo>
                <a:lnTo>
                  <a:pt x="1471" y="790"/>
                </a:lnTo>
                <a:lnTo>
                  <a:pt x="1461" y="805"/>
                </a:lnTo>
                <a:lnTo>
                  <a:pt x="1449" y="821"/>
                </a:lnTo>
                <a:lnTo>
                  <a:pt x="1437" y="836"/>
                </a:lnTo>
                <a:lnTo>
                  <a:pt x="1425" y="851"/>
                </a:lnTo>
                <a:lnTo>
                  <a:pt x="1411" y="865"/>
                </a:lnTo>
                <a:lnTo>
                  <a:pt x="1397" y="879"/>
                </a:lnTo>
                <a:lnTo>
                  <a:pt x="1383" y="893"/>
                </a:lnTo>
                <a:lnTo>
                  <a:pt x="1368" y="907"/>
                </a:lnTo>
                <a:lnTo>
                  <a:pt x="1352" y="920"/>
                </a:lnTo>
                <a:lnTo>
                  <a:pt x="1335" y="933"/>
                </a:lnTo>
                <a:lnTo>
                  <a:pt x="1319" y="945"/>
                </a:lnTo>
                <a:lnTo>
                  <a:pt x="1301" y="957"/>
                </a:lnTo>
                <a:lnTo>
                  <a:pt x="1283" y="969"/>
                </a:lnTo>
                <a:lnTo>
                  <a:pt x="1265" y="980"/>
                </a:lnTo>
                <a:lnTo>
                  <a:pt x="1246" y="991"/>
                </a:lnTo>
                <a:lnTo>
                  <a:pt x="1227" y="1002"/>
                </a:lnTo>
                <a:lnTo>
                  <a:pt x="1207" y="1012"/>
                </a:lnTo>
                <a:lnTo>
                  <a:pt x="1186" y="1021"/>
                </a:lnTo>
                <a:lnTo>
                  <a:pt x="1166" y="1030"/>
                </a:lnTo>
                <a:lnTo>
                  <a:pt x="1145" y="1039"/>
                </a:lnTo>
                <a:lnTo>
                  <a:pt x="1123" y="1047"/>
                </a:lnTo>
                <a:lnTo>
                  <a:pt x="1102" y="1055"/>
                </a:lnTo>
                <a:lnTo>
                  <a:pt x="1079" y="1062"/>
                </a:lnTo>
                <a:lnTo>
                  <a:pt x="1057" y="1068"/>
                </a:lnTo>
                <a:lnTo>
                  <a:pt x="1034" y="1074"/>
                </a:lnTo>
                <a:lnTo>
                  <a:pt x="1011" y="1080"/>
                </a:lnTo>
                <a:lnTo>
                  <a:pt x="988" y="1085"/>
                </a:lnTo>
                <a:lnTo>
                  <a:pt x="965" y="1090"/>
                </a:lnTo>
                <a:lnTo>
                  <a:pt x="941" y="1094"/>
                </a:lnTo>
                <a:lnTo>
                  <a:pt x="918" y="1097"/>
                </a:lnTo>
                <a:lnTo>
                  <a:pt x="894" y="1100"/>
                </a:lnTo>
                <a:lnTo>
                  <a:pt x="870" y="1103"/>
                </a:lnTo>
                <a:lnTo>
                  <a:pt x="846" y="1105"/>
                </a:lnTo>
                <a:lnTo>
                  <a:pt x="821" y="1106"/>
                </a:lnTo>
                <a:lnTo>
                  <a:pt x="797" y="1107"/>
                </a:lnTo>
                <a:lnTo>
                  <a:pt x="773" y="1107"/>
                </a:lnTo>
                <a:lnTo>
                  <a:pt x="748" y="1107"/>
                </a:lnTo>
                <a:lnTo>
                  <a:pt x="723" y="1106"/>
                </a:lnTo>
                <a:lnTo>
                  <a:pt x="699" y="1105"/>
                </a:lnTo>
                <a:lnTo>
                  <a:pt x="675" y="1103"/>
                </a:lnTo>
                <a:lnTo>
                  <a:pt x="651" y="1100"/>
                </a:lnTo>
                <a:lnTo>
                  <a:pt x="627" y="1097"/>
                </a:lnTo>
                <a:lnTo>
                  <a:pt x="604" y="1094"/>
                </a:lnTo>
                <a:lnTo>
                  <a:pt x="580" y="1090"/>
                </a:lnTo>
                <a:lnTo>
                  <a:pt x="557" y="1085"/>
                </a:lnTo>
                <a:lnTo>
                  <a:pt x="533" y="1080"/>
                </a:lnTo>
                <a:lnTo>
                  <a:pt x="511" y="1074"/>
                </a:lnTo>
                <a:lnTo>
                  <a:pt x="488" y="1068"/>
                </a:lnTo>
                <a:lnTo>
                  <a:pt x="465" y="1062"/>
                </a:lnTo>
                <a:lnTo>
                  <a:pt x="443" y="1055"/>
                </a:lnTo>
                <a:lnTo>
                  <a:pt x="422" y="1047"/>
                </a:lnTo>
                <a:lnTo>
                  <a:pt x="400" y="1039"/>
                </a:lnTo>
                <a:lnTo>
                  <a:pt x="379" y="1030"/>
                </a:lnTo>
                <a:lnTo>
                  <a:pt x="358" y="1021"/>
                </a:lnTo>
                <a:lnTo>
                  <a:pt x="338" y="1012"/>
                </a:lnTo>
                <a:lnTo>
                  <a:pt x="318" y="1002"/>
                </a:lnTo>
                <a:lnTo>
                  <a:pt x="299" y="991"/>
                </a:lnTo>
                <a:lnTo>
                  <a:pt x="280" y="980"/>
                </a:lnTo>
                <a:lnTo>
                  <a:pt x="262" y="969"/>
                </a:lnTo>
                <a:lnTo>
                  <a:pt x="244" y="957"/>
                </a:lnTo>
                <a:lnTo>
                  <a:pt x="226" y="945"/>
                </a:lnTo>
                <a:lnTo>
                  <a:pt x="209" y="933"/>
                </a:lnTo>
                <a:lnTo>
                  <a:pt x="193" y="920"/>
                </a:lnTo>
                <a:lnTo>
                  <a:pt x="177" y="907"/>
                </a:lnTo>
                <a:lnTo>
                  <a:pt x="162" y="893"/>
                </a:lnTo>
                <a:lnTo>
                  <a:pt x="148" y="879"/>
                </a:lnTo>
                <a:lnTo>
                  <a:pt x="134" y="865"/>
                </a:lnTo>
                <a:lnTo>
                  <a:pt x="120" y="851"/>
                </a:lnTo>
                <a:lnTo>
                  <a:pt x="108" y="836"/>
                </a:lnTo>
                <a:lnTo>
                  <a:pt x="96" y="821"/>
                </a:lnTo>
                <a:lnTo>
                  <a:pt x="84" y="805"/>
                </a:lnTo>
                <a:lnTo>
                  <a:pt x="74" y="790"/>
                </a:lnTo>
                <a:lnTo>
                  <a:pt x="64" y="774"/>
                </a:lnTo>
                <a:lnTo>
                  <a:pt x="54" y="758"/>
                </a:lnTo>
                <a:lnTo>
                  <a:pt x="46" y="742"/>
                </a:lnTo>
                <a:lnTo>
                  <a:pt x="38" y="725"/>
                </a:lnTo>
                <a:lnTo>
                  <a:pt x="31" y="709"/>
                </a:lnTo>
                <a:lnTo>
                  <a:pt x="25" y="692"/>
                </a:lnTo>
                <a:lnTo>
                  <a:pt x="19" y="675"/>
                </a:lnTo>
                <a:lnTo>
                  <a:pt x="14" y="657"/>
                </a:lnTo>
                <a:lnTo>
                  <a:pt x="10" y="640"/>
                </a:lnTo>
                <a:lnTo>
                  <a:pt x="6" y="623"/>
                </a:lnTo>
                <a:lnTo>
                  <a:pt x="4" y="605"/>
                </a:lnTo>
                <a:lnTo>
                  <a:pt x="2" y="588"/>
                </a:lnTo>
                <a:lnTo>
                  <a:pt x="1" y="571"/>
                </a:lnTo>
                <a:lnTo>
                  <a:pt x="0" y="553"/>
                </a:lnTo>
                <a:lnTo>
                  <a:pt x="1" y="536"/>
                </a:lnTo>
                <a:lnTo>
                  <a:pt x="2" y="519"/>
                </a:lnTo>
                <a:lnTo>
                  <a:pt x="4" y="501"/>
                </a:lnTo>
                <a:lnTo>
                  <a:pt x="6" y="484"/>
                </a:lnTo>
                <a:lnTo>
                  <a:pt x="10" y="467"/>
                </a:lnTo>
                <a:lnTo>
                  <a:pt x="14" y="450"/>
                </a:lnTo>
                <a:lnTo>
                  <a:pt x="19" y="433"/>
                </a:lnTo>
                <a:lnTo>
                  <a:pt x="25" y="416"/>
                </a:lnTo>
                <a:lnTo>
                  <a:pt x="31" y="399"/>
                </a:lnTo>
                <a:lnTo>
                  <a:pt x="38" y="382"/>
                </a:lnTo>
                <a:lnTo>
                  <a:pt x="46" y="366"/>
                </a:lnTo>
                <a:lnTo>
                  <a:pt x="54" y="350"/>
                </a:lnTo>
                <a:lnTo>
                  <a:pt x="64" y="334"/>
                </a:lnTo>
                <a:lnTo>
                  <a:pt x="74" y="318"/>
                </a:lnTo>
                <a:lnTo>
                  <a:pt x="84" y="302"/>
                </a:lnTo>
                <a:lnTo>
                  <a:pt x="96" y="287"/>
                </a:lnTo>
                <a:lnTo>
                  <a:pt x="108" y="272"/>
                </a:lnTo>
                <a:lnTo>
                  <a:pt x="120" y="257"/>
                </a:lnTo>
                <a:lnTo>
                  <a:pt x="134" y="243"/>
                </a:lnTo>
                <a:lnTo>
                  <a:pt x="148" y="228"/>
                </a:lnTo>
                <a:lnTo>
                  <a:pt x="162" y="214"/>
                </a:lnTo>
                <a:lnTo>
                  <a:pt x="177" y="201"/>
                </a:lnTo>
                <a:lnTo>
                  <a:pt x="193" y="188"/>
                </a:lnTo>
                <a:lnTo>
                  <a:pt x="209" y="175"/>
                </a:lnTo>
                <a:lnTo>
                  <a:pt x="226" y="162"/>
                </a:lnTo>
                <a:lnTo>
                  <a:pt x="244" y="150"/>
                </a:lnTo>
                <a:lnTo>
                  <a:pt x="262" y="139"/>
                </a:lnTo>
                <a:lnTo>
                  <a:pt x="280" y="127"/>
                </a:lnTo>
                <a:lnTo>
                  <a:pt x="299" y="116"/>
                </a:lnTo>
                <a:lnTo>
                  <a:pt x="318" y="106"/>
                </a:lnTo>
                <a:lnTo>
                  <a:pt x="338" y="96"/>
                </a:lnTo>
                <a:lnTo>
                  <a:pt x="358" y="87"/>
                </a:lnTo>
                <a:lnTo>
                  <a:pt x="379" y="77"/>
                </a:lnTo>
                <a:lnTo>
                  <a:pt x="400" y="69"/>
                </a:lnTo>
                <a:lnTo>
                  <a:pt x="422" y="61"/>
                </a:lnTo>
                <a:lnTo>
                  <a:pt x="443" y="53"/>
                </a:lnTo>
                <a:lnTo>
                  <a:pt x="465" y="46"/>
                </a:lnTo>
                <a:lnTo>
                  <a:pt x="488" y="39"/>
                </a:lnTo>
                <a:lnTo>
                  <a:pt x="511" y="33"/>
                </a:lnTo>
                <a:lnTo>
                  <a:pt x="533" y="28"/>
                </a:lnTo>
                <a:lnTo>
                  <a:pt x="557" y="22"/>
                </a:lnTo>
                <a:lnTo>
                  <a:pt x="580" y="18"/>
                </a:lnTo>
                <a:lnTo>
                  <a:pt x="604" y="14"/>
                </a:lnTo>
                <a:lnTo>
                  <a:pt x="627" y="10"/>
                </a:lnTo>
                <a:lnTo>
                  <a:pt x="651" y="7"/>
                </a:lnTo>
                <a:lnTo>
                  <a:pt x="675" y="5"/>
                </a:lnTo>
                <a:lnTo>
                  <a:pt x="699" y="3"/>
                </a:lnTo>
                <a:lnTo>
                  <a:pt x="723" y="2"/>
                </a:lnTo>
                <a:lnTo>
                  <a:pt x="748" y="1"/>
                </a:lnTo>
                <a:lnTo>
                  <a:pt x="773" y="0"/>
                </a:lnTo>
                <a:lnTo>
                  <a:pt x="797" y="1"/>
                </a:lnTo>
                <a:lnTo>
                  <a:pt x="821" y="2"/>
                </a:lnTo>
                <a:lnTo>
                  <a:pt x="846" y="3"/>
                </a:lnTo>
                <a:lnTo>
                  <a:pt x="870" y="5"/>
                </a:lnTo>
                <a:lnTo>
                  <a:pt x="894" y="7"/>
                </a:lnTo>
                <a:lnTo>
                  <a:pt x="918" y="10"/>
                </a:lnTo>
                <a:lnTo>
                  <a:pt x="941" y="14"/>
                </a:lnTo>
                <a:lnTo>
                  <a:pt x="965" y="18"/>
                </a:lnTo>
                <a:lnTo>
                  <a:pt x="988" y="22"/>
                </a:lnTo>
                <a:lnTo>
                  <a:pt x="1011" y="28"/>
                </a:lnTo>
                <a:lnTo>
                  <a:pt x="1034" y="33"/>
                </a:lnTo>
                <a:lnTo>
                  <a:pt x="1057" y="39"/>
                </a:lnTo>
                <a:lnTo>
                  <a:pt x="1079" y="46"/>
                </a:lnTo>
                <a:lnTo>
                  <a:pt x="1102" y="53"/>
                </a:lnTo>
                <a:lnTo>
                  <a:pt x="1123" y="61"/>
                </a:lnTo>
                <a:lnTo>
                  <a:pt x="1145" y="69"/>
                </a:lnTo>
                <a:lnTo>
                  <a:pt x="1166" y="77"/>
                </a:lnTo>
                <a:lnTo>
                  <a:pt x="1186" y="87"/>
                </a:lnTo>
                <a:lnTo>
                  <a:pt x="1207" y="96"/>
                </a:lnTo>
                <a:lnTo>
                  <a:pt x="1227" y="106"/>
                </a:lnTo>
                <a:lnTo>
                  <a:pt x="1246" y="116"/>
                </a:lnTo>
                <a:lnTo>
                  <a:pt x="1265" y="127"/>
                </a:lnTo>
                <a:lnTo>
                  <a:pt x="1283" y="139"/>
                </a:lnTo>
                <a:lnTo>
                  <a:pt x="1301" y="150"/>
                </a:lnTo>
                <a:lnTo>
                  <a:pt x="1319" y="162"/>
                </a:lnTo>
                <a:lnTo>
                  <a:pt x="1335" y="175"/>
                </a:lnTo>
                <a:lnTo>
                  <a:pt x="1352" y="188"/>
                </a:lnTo>
                <a:lnTo>
                  <a:pt x="1368" y="201"/>
                </a:lnTo>
                <a:lnTo>
                  <a:pt x="1383" y="214"/>
                </a:lnTo>
                <a:lnTo>
                  <a:pt x="1397" y="228"/>
                </a:lnTo>
                <a:lnTo>
                  <a:pt x="1411" y="243"/>
                </a:lnTo>
                <a:lnTo>
                  <a:pt x="1425" y="257"/>
                </a:lnTo>
                <a:lnTo>
                  <a:pt x="1437" y="272"/>
                </a:lnTo>
                <a:lnTo>
                  <a:pt x="1449" y="287"/>
                </a:lnTo>
                <a:lnTo>
                  <a:pt x="1461" y="302"/>
                </a:lnTo>
                <a:lnTo>
                  <a:pt x="1471" y="318"/>
                </a:lnTo>
                <a:lnTo>
                  <a:pt x="1481" y="334"/>
                </a:lnTo>
                <a:lnTo>
                  <a:pt x="1490" y="350"/>
                </a:lnTo>
                <a:lnTo>
                  <a:pt x="1499" y="366"/>
                </a:lnTo>
                <a:lnTo>
                  <a:pt x="1507" y="382"/>
                </a:lnTo>
                <a:lnTo>
                  <a:pt x="1514" y="399"/>
                </a:lnTo>
                <a:lnTo>
                  <a:pt x="1520" y="416"/>
                </a:lnTo>
                <a:lnTo>
                  <a:pt x="1526" y="433"/>
                </a:lnTo>
                <a:lnTo>
                  <a:pt x="1531" y="450"/>
                </a:lnTo>
                <a:lnTo>
                  <a:pt x="1535" y="467"/>
                </a:lnTo>
                <a:lnTo>
                  <a:pt x="1539" y="484"/>
                </a:lnTo>
                <a:lnTo>
                  <a:pt x="1541" y="501"/>
                </a:lnTo>
                <a:lnTo>
                  <a:pt x="1543" y="519"/>
                </a:lnTo>
                <a:lnTo>
                  <a:pt x="1544" y="536"/>
                </a:lnTo>
                <a:lnTo>
                  <a:pt x="1545" y="553"/>
                </a:lnTo>
                <a:close/>
              </a:path>
            </a:pathLst>
          </a:custGeom>
          <a:solidFill>
            <a:srgbClr val="ffa9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7" name=""/>
          <p:cNvSpPr/>
          <p:nvPr/>
        </p:nvSpPr>
        <p:spPr>
          <a:xfrm>
            <a:off x="7783200" y="2744280"/>
            <a:ext cx="559080" cy="400320"/>
          </a:xfrm>
          <a:custGeom>
            <a:avLst/>
            <a:gdLst/>
            <a:ahLst/>
            <a:rect l="0" t="0" r="r" b="b"/>
            <a:pathLst>
              <a:path w="1553" h="1112">
                <a:moveTo>
                  <a:pt x="1549" y="555"/>
                </a:moveTo>
                <a:lnTo>
                  <a:pt x="1548" y="538"/>
                </a:lnTo>
                <a:lnTo>
                  <a:pt x="1547" y="521"/>
                </a:lnTo>
                <a:lnTo>
                  <a:pt x="1545" y="503"/>
                </a:lnTo>
                <a:lnTo>
                  <a:pt x="1543" y="486"/>
                </a:lnTo>
                <a:lnTo>
                  <a:pt x="1539" y="469"/>
                </a:lnTo>
                <a:lnTo>
                  <a:pt x="1535" y="452"/>
                </a:lnTo>
                <a:lnTo>
                  <a:pt x="1530" y="435"/>
                </a:lnTo>
                <a:lnTo>
                  <a:pt x="1524" y="418"/>
                </a:lnTo>
                <a:lnTo>
                  <a:pt x="1518" y="401"/>
                </a:lnTo>
                <a:lnTo>
                  <a:pt x="1511" y="384"/>
                </a:lnTo>
                <a:lnTo>
                  <a:pt x="1503" y="368"/>
                </a:lnTo>
                <a:lnTo>
                  <a:pt x="1494" y="352"/>
                </a:lnTo>
                <a:lnTo>
                  <a:pt x="1485" y="336"/>
                </a:lnTo>
                <a:lnTo>
                  <a:pt x="1475" y="320"/>
                </a:lnTo>
                <a:lnTo>
                  <a:pt x="1465" y="304"/>
                </a:lnTo>
                <a:lnTo>
                  <a:pt x="1453" y="289"/>
                </a:lnTo>
                <a:lnTo>
                  <a:pt x="1441" y="274"/>
                </a:lnTo>
                <a:lnTo>
                  <a:pt x="1429" y="259"/>
                </a:lnTo>
                <a:lnTo>
                  <a:pt x="1415" y="245"/>
                </a:lnTo>
                <a:lnTo>
                  <a:pt x="1401" y="230"/>
                </a:lnTo>
                <a:lnTo>
                  <a:pt x="1387" y="216"/>
                </a:lnTo>
                <a:lnTo>
                  <a:pt x="1372" y="203"/>
                </a:lnTo>
                <a:lnTo>
                  <a:pt x="1356" y="190"/>
                </a:lnTo>
                <a:lnTo>
                  <a:pt x="1339" y="177"/>
                </a:lnTo>
                <a:lnTo>
                  <a:pt x="1323" y="164"/>
                </a:lnTo>
                <a:lnTo>
                  <a:pt x="1305" y="152"/>
                </a:lnTo>
                <a:lnTo>
                  <a:pt x="1287" y="141"/>
                </a:lnTo>
                <a:lnTo>
                  <a:pt x="1269" y="129"/>
                </a:lnTo>
                <a:lnTo>
                  <a:pt x="1250" y="118"/>
                </a:lnTo>
                <a:lnTo>
                  <a:pt x="1231" y="108"/>
                </a:lnTo>
                <a:lnTo>
                  <a:pt x="1211" y="98"/>
                </a:lnTo>
                <a:lnTo>
                  <a:pt x="1190" y="89"/>
                </a:lnTo>
                <a:lnTo>
                  <a:pt x="1170" y="79"/>
                </a:lnTo>
                <a:lnTo>
                  <a:pt x="1149" y="71"/>
                </a:lnTo>
                <a:lnTo>
                  <a:pt x="1127" y="63"/>
                </a:lnTo>
                <a:lnTo>
                  <a:pt x="1106" y="55"/>
                </a:lnTo>
                <a:lnTo>
                  <a:pt x="1083" y="48"/>
                </a:lnTo>
                <a:lnTo>
                  <a:pt x="1061" y="41"/>
                </a:lnTo>
                <a:lnTo>
                  <a:pt x="1038" y="35"/>
                </a:lnTo>
                <a:lnTo>
                  <a:pt x="1015" y="30"/>
                </a:lnTo>
                <a:lnTo>
                  <a:pt x="992" y="24"/>
                </a:lnTo>
                <a:lnTo>
                  <a:pt x="969" y="20"/>
                </a:lnTo>
                <a:lnTo>
                  <a:pt x="945" y="16"/>
                </a:lnTo>
                <a:lnTo>
                  <a:pt x="922" y="12"/>
                </a:lnTo>
                <a:lnTo>
                  <a:pt x="898" y="9"/>
                </a:lnTo>
                <a:lnTo>
                  <a:pt x="874" y="7"/>
                </a:lnTo>
                <a:lnTo>
                  <a:pt x="849" y="5"/>
                </a:lnTo>
                <a:lnTo>
                  <a:pt x="824" y="4"/>
                </a:lnTo>
                <a:lnTo>
                  <a:pt x="800" y="3"/>
                </a:lnTo>
                <a:lnTo>
                  <a:pt x="776" y="2"/>
                </a:lnTo>
                <a:lnTo>
                  <a:pt x="752" y="3"/>
                </a:lnTo>
                <a:lnTo>
                  <a:pt x="727" y="4"/>
                </a:lnTo>
                <a:lnTo>
                  <a:pt x="703" y="5"/>
                </a:lnTo>
                <a:lnTo>
                  <a:pt x="679" y="7"/>
                </a:lnTo>
                <a:lnTo>
                  <a:pt x="655" y="9"/>
                </a:lnTo>
                <a:lnTo>
                  <a:pt x="631" y="12"/>
                </a:lnTo>
                <a:lnTo>
                  <a:pt x="608" y="16"/>
                </a:lnTo>
                <a:lnTo>
                  <a:pt x="584" y="20"/>
                </a:lnTo>
                <a:lnTo>
                  <a:pt x="561" y="24"/>
                </a:lnTo>
                <a:lnTo>
                  <a:pt x="537" y="30"/>
                </a:lnTo>
                <a:lnTo>
                  <a:pt x="515" y="35"/>
                </a:lnTo>
                <a:lnTo>
                  <a:pt x="492" y="41"/>
                </a:lnTo>
                <a:lnTo>
                  <a:pt x="469" y="48"/>
                </a:lnTo>
                <a:lnTo>
                  <a:pt x="447" y="55"/>
                </a:lnTo>
                <a:lnTo>
                  <a:pt x="426" y="63"/>
                </a:lnTo>
                <a:lnTo>
                  <a:pt x="404" y="71"/>
                </a:lnTo>
                <a:lnTo>
                  <a:pt x="383" y="79"/>
                </a:lnTo>
                <a:lnTo>
                  <a:pt x="362" y="89"/>
                </a:lnTo>
                <a:lnTo>
                  <a:pt x="342" y="98"/>
                </a:lnTo>
                <a:lnTo>
                  <a:pt x="322" y="108"/>
                </a:lnTo>
                <a:lnTo>
                  <a:pt x="303" y="118"/>
                </a:lnTo>
                <a:lnTo>
                  <a:pt x="284" y="129"/>
                </a:lnTo>
                <a:lnTo>
                  <a:pt x="266" y="141"/>
                </a:lnTo>
                <a:lnTo>
                  <a:pt x="248" y="152"/>
                </a:lnTo>
                <a:lnTo>
                  <a:pt x="230" y="164"/>
                </a:lnTo>
                <a:lnTo>
                  <a:pt x="213" y="177"/>
                </a:lnTo>
                <a:lnTo>
                  <a:pt x="197" y="190"/>
                </a:lnTo>
                <a:lnTo>
                  <a:pt x="181" y="203"/>
                </a:lnTo>
                <a:lnTo>
                  <a:pt x="166" y="216"/>
                </a:lnTo>
                <a:lnTo>
                  <a:pt x="152" y="230"/>
                </a:lnTo>
                <a:lnTo>
                  <a:pt x="138" y="245"/>
                </a:lnTo>
                <a:lnTo>
                  <a:pt x="124" y="259"/>
                </a:lnTo>
                <a:lnTo>
                  <a:pt x="112" y="274"/>
                </a:lnTo>
                <a:lnTo>
                  <a:pt x="100" y="289"/>
                </a:lnTo>
                <a:lnTo>
                  <a:pt x="88" y="304"/>
                </a:lnTo>
                <a:lnTo>
                  <a:pt x="78" y="320"/>
                </a:lnTo>
                <a:lnTo>
                  <a:pt x="68" y="336"/>
                </a:lnTo>
                <a:lnTo>
                  <a:pt x="58" y="352"/>
                </a:lnTo>
                <a:lnTo>
                  <a:pt x="50" y="368"/>
                </a:lnTo>
                <a:lnTo>
                  <a:pt x="42" y="384"/>
                </a:lnTo>
                <a:lnTo>
                  <a:pt x="35" y="401"/>
                </a:lnTo>
                <a:lnTo>
                  <a:pt x="29" y="418"/>
                </a:lnTo>
                <a:lnTo>
                  <a:pt x="23" y="435"/>
                </a:lnTo>
                <a:lnTo>
                  <a:pt x="18" y="452"/>
                </a:lnTo>
                <a:lnTo>
                  <a:pt x="14" y="469"/>
                </a:lnTo>
                <a:lnTo>
                  <a:pt x="10" y="486"/>
                </a:lnTo>
                <a:lnTo>
                  <a:pt x="8" y="503"/>
                </a:lnTo>
                <a:lnTo>
                  <a:pt x="6" y="521"/>
                </a:lnTo>
                <a:lnTo>
                  <a:pt x="5" y="538"/>
                </a:lnTo>
                <a:lnTo>
                  <a:pt x="4" y="555"/>
                </a:lnTo>
                <a:lnTo>
                  <a:pt x="5" y="573"/>
                </a:lnTo>
                <a:lnTo>
                  <a:pt x="6" y="590"/>
                </a:lnTo>
                <a:lnTo>
                  <a:pt x="8" y="607"/>
                </a:lnTo>
                <a:lnTo>
                  <a:pt x="10" y="625"/>
                </a:lnTo>
                <a:lnTo>
                  <a:pt x="14" y="642"/>
                </a:lnTo>
                <a:lnTo>
                  <a:pt x="18" y="659"/>
                </a:lnTo>
                <a:lnTo>
                  <a:pt x="23" y="676"/>
                </a:lnTo>
                <a:lnTo>
                  <a:pt x="29" y="693"/>
                </a:lnTo>
                <a:lnTo>
                  <a:pt x="35" y="711"/>
                </a:lnTo>
                <a:lnTo>
                  <a:pt x="42" y="727"/>
                </a:lnTo>
                <a:lnTo>
                  <a:pt x="50" y="744"/>
                </a:lnTo>
                <a:lnTo>
                  <a:pt x="58" y="760"/>
                </a:lnTo>
                <a:lnTo>
                  <a:pt x="68" y="776"/>
                </a:lnTo>
                <a:lnTo>
                  <a:pt x="78" y="792"/>
                </a:lnTo>
                <a:lnTo>
                  <a:pt x="88" y="807"/>
                </a:lnTo>
                <a:lnTo>
                  <a:pt x="100" y="823"/>
                </a:lnTo>
                <a:lnTo>
                  <a:pt x="112" y="838"/>
                </a:lnTo>
                <a:lnTo>
                  <a:pt x="124" y="853"/>
                </a:lnTo>
                <a:lnTo>
                  <a:pt x="138" y="867"/>
                </a:lnTo>
                <a:lnTo>
                  <a:pt x="152" y="881"/>
                </a:lnTo>
                <a:lnTo>
                  <a:pt x="166" y="895"/>
                </a:lnTo>
                <a:lnTo>
                  <a:pt x="181" y="909"/>
                </a:lnTo>
                <a:lnTo>
                  <a:pt x="197" y="922"/>
                </a:lnTo>
                <a:lnTo>
                  <a:pt x="213" y="935"/>
                </a:lnTo>
                <a:lnTo>
                  <a:pt x="230" y="947"/>
                </a:lnTo>
                <a:lnTo>
                  <a:pt x="248" y="959"/>
                </a:lnTo>
                <a:lnTo>
                  <a:pt x="266" y="971"/>
                </a:lnTo>
                <a:lnTo>
                  <a:pt x="284" y="982"/>
                </a:lnTo>
                <a:lnTo>
                  <a:pt x="303" y="993"/>
                </a:lnTo>
                <a:lnTo>
                  <a:pt x="322" y="1004"/>
                </a:lnTo>
                <a:lnTo>
                  <a:pt x="342" y="1014"/>
                </a:lnTo>
                <a:lnTo>
                  <a:pt x="362" y="1023"/>
                </a:lnTo>
                <a:lnTo>
                  <a:pt x="383" y="1032"/>
                </a:lnTo>
                <a:lnTo>
                  <a:pt x="404" y="1041"/>
                </a:lnTo>
                <a:lnTo>
                  <a:pt x="426" y="1049"/>
                </a:lnTo>
                <a:lnTo>
                  <a:pt x="447" y="1057"/>
                </a:lnTo>
                <a:lnTo>
                  <a:pt x="469" y="1064"/>
                </a:lnTo>
                <a:lnTo>
                  <a:pt x="492" y="1070"/>
                </a:lnTo>
                <a:lnTo>
                  <a:pt x="515" y="1076"/>
                </a:lnTo>
                <a:lnTo>
                  <a:pt x="537" y="1082"/>
                </a:lnTo>
                <a:lnTo>
                  <a:pt x="561" y="1087"/>
                </a:lnTo>
                <a:lnTo>
                  <a:pt x="584" y="1092"/>
                </a:lnTo>
                <a:lnTo>
                  <a:pt x="608" y="1096"/>
                </a:lnTo>
                <a:lnTo>
                  <a:pt x="631" y="1099"/>
                </a:lnTo>
                <a:lnTo>
                  <a:pt x="655" y="1102"/>
                </a:lnTo>
                <a:lnTo>
                  <a:pt x="679" y="1105"/>
                </a:lnTo>
                <a:lnTo>
                  <a:pt x="703" y="1107"/>
                </a:lnTo>
                <a:lnTo>
                  <a:pt x="727" y="1108"/>
                </a:lnTo>
                <a:lnTo>
                  <a:pt x="752" y="1109"/>
                </a:lnTo>
                <a:lnTo>
                  <a:pt x="776" y="1109"/>
                </a:lnTo>
                <a:lnTo>
                  <a:pt x="800" y="1109"/>
                </a:lnTo>
                <a:lnTo>
                  <a:pt x="824" y="1108"/>
                </a:lnTo>
                <a:lnTo>
                  <a:pt x="849" y="1107"/>
                </a:lnTo>
                <a:lnTo>
                  <a:pt x="874" y="1105"/>
                </a:lnTo>
                <a:lnTo>
                  <a:pt x="898" y="1102"/>
                </a:lnTo>
                <a:lnTo>
                  <a:pt x="922" y="1099"/>
                </a:lnTo>
                <a:lnTo>
                  <a:pt x="945" y="1096"/>
                </a:lnTo>
                <a:lnTo>
                  <a:pt x="969" y="1092"/>
                </a:lnTo>
                <a:lnTo>
                  <a:pt x="992" y="1087"/>
                </a:lnTo>
                <a:lnTo>
                  <a:pt x="1015" y="1082"/>
                </a:lnTo>
                <a:lnTo>
                  <a:pt x="1038" y="1076"/>
                </a:lnTo>
                <a:lnTo>
                  <a:pt x="1061" y="1070"/>
                </a:lnTo>
                <a:lnTo>
                  <a:pt x="1083" y="1064"/>
                </a:lnTo>
                <a:lnTo>
                  <a:pt x="1106" y="1057"/>
                </a:lnTo>
                <a:lnTo>
                  <a:pt x="1127" y="1049"/>
                </a:lnTo>
                <a:lnTo>
                  <a:pt x="1149" y="1041"/>
                </a:lnTo>
                <a:lnTo>
                  <a:pt x="1170" y="1032"/>
                </a:lnTo>
                <a:lnTo>
                  <a:pt x="1190" y="1023"/>
                </a:lnTo>
                <a:lnTo>
                  <a:pt x="1211" y="1014"/>
                </a:lnTo>
                <a:lnTo>
                  <a:pt x="1231" y="1004"/>
                </a:lnTo>
                <a:lnTo>
                  <a:pt x="1250" y="993"/>
                </a:lnTo>
                <a:lnTo>
                  <a:pt x="1269" y="982"/>
                </a:lnTo>
                <a:lnTo>
                  <a:pt x="1287" y="971"/>
                </a:lnTo>
                <a:lnTo>
                  <a:pt x="1305" y="959"/>
                </a:lnTo>
                <a:lnTo>
                  <a:pt x="1323" y="947"/>
                </a:lnTo>
                <a:lnTo>
                  <a:pt x="1339" y="935"/>
                </a:lnTo>
                <a:lnTo>
                  <a:pt x="1356" y="922"/>
                </a:lnTo>
                <a:lnTo>
                  <a:pt x="1372" y="909"/>
                </a:lnTo>
                <a:lnTo>
                  <a:pt x="1387" y="895"/>
                </a:lnTo>
                <a:lnTo>
                  <a:pt x="1401" y="881"/>
                </a:lnTo>
                <a:lnTo>
                  <a:pt x="1415" y="867"/>
                </a:lnTo>
                <a:lnTo>
                  <a:pt x="1429" y="853"/>
                </a:lnTo>
                <a:lnTo>
                  <a:pt x="1441" y="838"/>
                </a:lnTo>
                <a:lnTo>
                  <a:pt x="1453" y="823"/>
                </a:lnTo>
                <a:lnTo>
                  <a:pt x="1465" y="807"/>
                </a:lnTo>
                <a:lnTo>
                  <a:pt x="1475" y="792"/>
                </a:lnTo>
                <a:lnTo>
                  <a:pt x="1485" y="776"/>
                </a:lnTo>
                <a:lnTo>
                  <a:pt x="1494" y="760"/>
                </a:lnTo>
                <a:lnTo>
                  <a:pt x="1503" y="744"/>
                </a:lnTo>
                <a:lnTo>
                  <a:pt x="1511" y="727"/>
                </a:lnTo>
                <a:lnTo>
                  <a:pt x="1518" y="711"/>
                </a:lnTo>
                <a:lnTo>
                  <a:pt x="1524" y="693"/>
                </a:lnTo>
                <a:lnTo>
                  <a:pt x="1530" y="676"/>
                </a:lnTo>
                <a:lnTo>
                  <a:pt x="1535" y="659"/>
                </a:lnTo>
                <a:lnTo>
                  <a:pt x="1539" y="642"/>
                </a:lnTo>
                <a:lnTo>
                  <a:pt x="1543" y="625"/>
                </a:lnTo>
                <a:lnTo>
                  <a:pt x="1545" y="607"/>
                </a:lnTo>
                <a:lnTo>
                  <a:pt x="1547" y="590"/>
                </a:lnTo>
                <a:lnTo>
                  <a:pt x="1548" y="573"/>
                </a:lnTo>
                <a:lnTo>
                  <a:pt x="1549" y="555"/>
                </a:lnTo>
                <a:moveTo>
                  <a:pt x="1553" y="555"/>
                </a:moveTo>
                <a:lnTo>
                  <a:pt x="1552" y="573"/>
                </a:lnTo>
                <a:lnTo>
                  <a:pt x="1551" y="590"/>
                </a:lnTo>
                <a:lnTo>
                  <a:pt x="1549" y="608"/>
                </a:lnTo>
                <a:lnTo>
                  <a:pt x="1546" y="625"/>
                </a:lnTo>
                <a:lnTo>
                  <a:pt x="1543" y="642"/>
                </a:lnTo>
                <a:lnTo>
                  <a:pt x="1539" y="659"/>
                </a:lnTo>
                <a:lnTo>
                  <a:pt x="1534" y="677"/>
                </a:lnTo>
                <a:lnTo>
                  <a:pt x="1528" y="693"/>
                </a:lnTo>
                <a:lnTo>
                  <a:pt x="1522" y="711"/>
                </a:lnTo>
                <a:lnTo>
                  <a:pt x="1515" y="728"/>
                </a:lnTo>
                <a:lnTo>
                  <a:pt x="1507" y="745"/>
                </a:lnTo>
                <a:lnTo>
                  <a:pt x="1498" y="761"/>
                </a:lnTo>
                <a:lnTo>
                  <a:pt x="1489" y="777"/>
                </a:lnTo>
                <a:lnTo>
                  <a:pt x="1479" y="793"/>
                </a:lnTo>
                <a:lnTo>
                  <a:pt x="1468" y="809"/>
                </a:lnTo>
                <a:lnTo>
                  <a:pt x="1457" y="824"/>
                </a:lnTo>
                <a:lnTo>
                  <a:pt x="1445" y="839"/>
                </a:lnTo>
                <a:lnTo>
                  <a:pt x="1432" y="854"/>
                </a:lnTo>
                <a:lnTo>
                  <a:pt x="1418" y="869"/>
                </a:lnTo>
                <a:lnTo>
                  <a:pt x="1404" y="883"/>
                </a:lnTo>
                <a:lnTo>
                  <a:pt x="1390" y="897"/>
                </a:lnTo>
                <a:lnTo>
                  <a:pt x="1375" y="910"/>
                </a:lnTo>
                <a:lnTo>
                  <a:pt x="1359" y="924"/>
                </a:lnTo>
                <a:lnTo>
                  <a:pt x="1342" y="937"/>
                </a:lnTo>
                <a:lnTo>
                  <a:pt x="1325" y="949"/>
                </a:lnTo>
                <a:lnTo>
                  <a:pt x="1308" y="961"/>
                </a:lnTo>
                <a:lnTo>
                  <a:pt x="1290" y="973"/>
                </a:lnTo>
                <a:lnTo>
                  <a:pt x="1271" y="984"/>
                </a:lnTo>
                <a:lnTo>
                  <a:pt x="1252" y="995"/>
                </a:lnTo>
                <a:lnTo>
                  <a:pt x="1233" y="1006"/>
                </a:lnTo>
                <a:lnTo>
                  <a:pt x="1213" y="1016"/>
                </a:lnTo>
                <a:lnTo>
                  <a:pt x="1193" y="1025"/>
                </a:lnTo>
                <a:lnTo>
                  <a:pt x="1172" y="1035"/>
                </a:lnTo>
                <a:lnTo>
                  <a:pt x="1151" y="1043"/>
                </a:lnTo>
                <a:lnTo>
                  <a:pt x="1129" y="1051"/>
                </a:lnTo>
                <a:lnTo>
                  <a:pt x="1107" y="1059"/>
                </a:lnTo>
                <a:lnTo>
                  <a:pt x="1085" y="1066"/>
                </a:lnTo>
                <a:lnTo>
                  <a:pt x="1062" y="1073"/>
                </a:lnTo>
                <a:lnTo>
                  <a:pt x="1040" y="1079"/>
                </a:lnTo>
                <a:lnTo>
                  <a:pt x="1017" y="1085"/>
                </a:lnTo>
                <a:lnTo>
                  <a:pt x="993" y="1090"/>
                </a:lnTo>
                <a:lnTo>
                  <a:pt x="970" y="1094"/>
                </a:lnTo>
                <a:lnTo>
                  <a:pt x="946" y="1099"/>
                </a:lnTo>
                <a:lnTo>
                  <a:pt x="922" y="1102"/>
                </a:lnTo>
                <a:lnTo>
                  <a:pt x="898" y="1105"/>
                </a:lnTo>
                <a:lnTo>
                  <a:pt x="874" y="1108"/>
                </a:lnTo>
                <a:lnTo>
                  <a:pt x="849" y="1109"/>
                </a:lnTo>
                <a:lnTo>
                  <a:pt x="825" y="1111"/>
                </a:lnTo>
                <a:lnTo>
                  <a:pt x="800" y="1112"/>
                </a:lnTo>
                <a:lnTo>
                  <a:pt x="776" y="1112"/>
                </a:lnTo>
                <a:lnTo>
                  <a:pt x="752" y="1112"/>
                </a:lnTo>
                <a:lnTo>
                  <a:pt x="727" y="1111"/>
                </a:lnTo>
                <a:lnTo>
                  <a:pt x="703" y="1109"/>
                </a:lnTo>
                <a:lnTo>
                  <a:pt x="679" y="1108"/>
                </a:lnTo>
                <a:lnTo>
                  <a:pt x="655" y="1105"/>
                </a:lnTo>
                <a:lnTo>
                  <a:pt x="631" y="1102"/>
                </a:lnTo>
                <a:lnTo>
                  <a:pt x="607" y="1099"/>
                </a:lnTo>
                <a:lnTo>
                  <a:pt x="583" y="1094"/>
                </a:lnTo>
                <a:lnTo>
                  <a:pt x="560" y="1090"/>
                </a:lnTo>
                <a:lnTo>
                  <a:pt x="536" y="1085"/>
                </a:lnTo>
                <a:lnTo>
                  <a:pt x="513" y="1079"/>
                </a:lnTo>
                <a:lnTo>
                  <a:pt x="490" y="1073"/>
                </a:lnTo>
                <a:lnTo>
                  <a:pt x="468" y="1066"/>
                </a:lnTo>
                <a:lnTo>
                  <a:pt x="446" y="1059"/>
                </a:lnTo>
                <a:lnTo>
                  <a:pt x="424" y="1051"/>
                </a:lnTo>
                <a:lnTo>
                  <a:pt x="402" y="1043"/>
                </a:lnTo>
                <a:lnTo>
                  <a:pt x="381" y="1035"/>
                </a:lnTo>
                <a:lnTo>
                  <a:pt x="360" y="1025"/>
                </a:lnTo>
                <a:lnTo>
                  <a:pt x="340" y="1016"/>
                </a:lnTo>
                <a:lnTo>
                  <a:pt x="320" y="1006"/>
                </a:lnTo>
                <a:lnTo>
                  <a:pt x="301" y="995"/>
                </a:lnTo>
                <a:lnTo>
                  <a:pt x="282" y="984"/>
                </a:lnTo>
                <a:lnTo>
                  <a:pt x="263" y="973"/>
                </a:lnTo>
                <a:lnTo>
                  <a:pt x="245" y="961"/>
                </a:lnTo>
                <a:lnTo>
                  <a:pt x="228" y="949"/>
                </a:lnTo>
                <a:lnTo>
                  <a:pt x="211" y="937"/>
                </a:lnTo>
                <a:lnTo>
                  <a:pt x="194" y="924"/>
                </a:lnTo>
                <a:lnTo>
                  <a:pt x="178" y="910"/>
                </a:lnTo>
                <a:lnTo>
                  <a:pt x="163" y="897"/>
                </a:lnTo>
                <a:lnTo>
                  <a:pt x="149" y="883"/>
                </a:lnTo>
                <a:lnTo>
                  <a:pt x="134" y="869"/>
                </a:lnTo>
                <a:lnTo>
                  <a:pt x="121" y="854"/>
                </a:lnTo>
                <a:lnTo>
                  <a:pt x="108" y="839"/>
                </a:lnTo>
                <a:lnTo>
                  <a:pt x="96" y="824"/>
                </a:lnTo>
                <a:lnTo>
                  <a:pt x="85" y="809"/>
                </a:lnTo>
                <a:lnTo>
                  <a:pt x="74" y="793"/>
                </a:lnTo>
                <a:lnTo>
                  <a:pt x="64" y="777"/>
                </a:lnTo>
                <a:lnTo>
                  <a:pt x="55" y="761"/>
                </a:lnTo>
                <a:lnTo>
                  <a:pt x="46" y="745"/>
                </a:lnTo>
                <a:lnTo>
                  <a:pt x="38" y="728"/>
                </a:lnTo>
                <a:lnTo>
                  <a:pt x="31" y="711"/>
                </a:lnTo>
                <a:lnTo>
                  <a:pt x="25" y="693"/>
                </a:lnTo>
                <a:lnTo>
                  <a:pt x="19" y="677"/>
                </a:lnTo>
                <a:lnTo>
                  <a:pt x="14" y="659"/>
                </a:lnTo>
                <a:lnTo>
                  <a:pt x="10" y="642"/>
                </a:lnTo>
                <a:lnTo>
                  <a:pt x="7" y="625"/>
                </a:lnTo>
                <a:lnTo>
                  <a:pt x="4" y="608"/>
                </a:lnTo>
                <a:lnTo>
                  <a:pt x="2" y="590"/>
                </a:lnTo>
                <a:lnTo>
                  <a:pt x="1" y="573"/>
                </a:lnTo>
                <a:lnTo>
                  <a:pt x="0" y="555"/>
                </a:lnTo>
                <a:lnTo>
                  <a:pt x="1" y="538"/>
                </a:lnTo>
                <a:lnTo>
                  <a:pt x="2" y="520"/>
                </a:lnTo>
                <a:lnTo>
                  <a:pt x="4" y="503"/>
                </a:lnTo>
                <a:lnTo>
                  <a:pt x="7" y="486"/>
                </a:lnTo>
                <a:lnTo>
                  <a:pt x="10" y="468"/>
                </a:lnTo>
                <a:lnTo>
                  <a:pt x="14" y="451"/>
                </a:lnTo>
                <a:lnTo>
                  <a:pt x="19" y="434"/>
                </a:lnTo>
                <a:lnTo>
                  <a:pt x="25" y="417"/>
                </a:lnTo>
                <a:lnTo>
                  <a:pt x="31" y="400"/>
                </a:lnTo>
                <a:lnTo>
                  <a:pt x="38" y="384"/>
                </a:lnTo>
                <a:lnTo>
                  <a:pt x="46" y="367"/>
                </a:lnTo>
                <a:lnTo>
                  <a:pt x="55" y="351"/>
                </a:lnTo>
                <a:lnTo>
                  <a:pt x="64" y="335"/>
                </a:lnTo>
                <a:lnTo>
                  <a:pt x="74" y="319"/>
                </a:lnTo>
                <a:lnTo>
                  <a:pt x="85" y="303"/>
                </a:lnTo>
                <a:lnTo>
                  <a:pt x="96" y="288"/>
                </a:lnTo>
                <a:lnTo>
                  <a:pt x="108" y="272"/>
                </a:lnTo>
                <a:lnTo>
                  <a:pt x="121" y="258"/>
                </a:lnTo>
                <a:lnTo>
                  <a:pt x="134" y="243"/>
                </a:lnTo>
                <a:lnTo>
                  <a:pt x="149" y="229"/>
                </a:lnTo>
                <a:lnTo>
                  <a:pt x="163" y="215"/>
                </a:lnTo>
                <a:lnTo>
                  <a:pt x="178" y="201"/>
                </a:lnTo>
                <a:lnTo>
                  <a:pt x="194" y="188"/>
                </a:lnTo>
                <a:lnTo>
                  <a:pt x="211" y="175"/>
                </a:lnTo>
                <a:lnTo>
                  <a:pt x="228" y="162"/>
                </a:lnTo>
                <a:lnTo>
                  <a:pt x="245" y="150"/>
                </a:lnTo>
                <a:lnTo>
                  <a:pt x="263" y="139"/>
                </a:lnTo>
                <a:lnTo>
                  <a:pt x="282" y="127"/>
                </a:lnTo>
                <a:lnTo>
                  <a:pt x="301" y="116"/>
                </a:lnTo>
                <a:lnTo>
                  <a:pt x="320" y="106"/>
                </a:lnTo>
                <a:lnTo>
                  <a:pt x="340" y="96"/>
                </a:lnTo>
                <a:lnTo>
                  <a:pt x="360" y="86"/>
                </a:lnTo>
                <a:lnTo>
                  <a:pt x="381" y="77"/>
                </a:lnTo>
                <a:lnTo>
                  <a:pt x="402" y="68"/>
                </a:lnTo>
                <a:lnTo>
                  <a:pt x="424" y="60"/>
                </a:lnTo>
                <a:lnTo>
                  <a:pt x="446" y="53"/>
                </a:lnTo>
                <a:lnTo>
                  <a:pt x="468" y="45"/>
                </a:lnTo>
                <a:lnTo>
                  <a:pt x="490" y="39"/>
                </a:lnTo>
                <a:lnTo>
                  <a:pt x="513" y="33"/>
                </a:lnTo>
                <a:lnTo>
                  <a:pt x="536" y="27"/>
                </a:lnTo>
                <a:lnTo>
                  <a:pt x="560" y="22"/>
                </a:lnTo>
                <a:lnTo>
                  <a:pt x="583" y="17"/>
                </a:lnTo>
                <a:lnTo>
                  <a:pt x="607" y="13"/>
                </a:lnTo>
                <a:lnTo>
                  <a:pt x="631" y="10"/>
                </a:lnTo>
                <a:lnTo>
                  <a:pt x="655" y="7"/>
                </a:lnTo>
                <a:lnTo>
                  <a:pt x="679" y="4"/>
                </a:lnTo>
                <a:lnTo>
                  <a:pt x="703" y="2"/>
                </a:lnTo>
                <a:lnTo>
                  <a:pt x="727" y="1"/>
                </a:lnTo>
                <a:lnTo>
                  <a:pt x="752" y="0"/>
                </a:lnTo>
                <a:lnTo>
                  <a:pt x="776" y="0"/>
                </a:lnTo>
                <a:lnTo>
                  <a:pt x="800" y="0"/>
                </a:lnTo>
                <a:lnTo>
                  <a:pt x="825" y="1"/>
                </a:lnTo>
                <a:lnTo>
                  <a:pt x="849" y="2"/>
                </a:lnTo>
                <a:lnTo>
                  <a:pt x="874" y="4"/>
                </a:lnTo>
                <a:lnTo>
                  <a:pt x="898" y="7"/>
                </a:lnTo>
                <a:lnTo>
                  <a:pt x="922" y="10"/>
                </a:lnTo>
                <a:lnTo>
                  <a:pt x="946" y="13"/>
                </a:lnTo>
                <a:lnTo>
                  <a:pt x="970" y="17"/>
                </a:lnTo>
                <a:lnTo>
                  <a:pt x="993" y="22"/>
                </a:lnTo>
                <a:lnTo>
                  <a:pt x="1017" y="27"/>
                </a:lnTo>
                <a:lnTo>
                  <a:pt x="1040" y="33"/>
                </a:lnTo>
                <a:lnTo>
                  <a:pt x="1062" y="39"/>
                </a:lnTo>
                <a:lnTo>
                  <a:pt x="1085" y="45"/>
                </a:lnTo>
                <a:lnTo>
                  <a:pt x="1107" y="53"/>
                </a:lnTo>
                <a:lnTo>
                  <a:pt x="1129" y="60"/>
                </a:lnTo>
                <a:lnTo>
                  <a:pt x="1151" y="68"/>
                </a:lnTo>
                <a:lnTo>
                  <a:pt x="1172" y="77"/>
                </a:lnTo>
                <a:lnTo>
                  <a:pt x="1193" y="86"/>
                </a:lnTo>
                <a:lnTo>
                  <a:pt x="1213" y="96"/>
                </a:lnTo>
                <a:lnTo>
                  <a:pt x="1233" y="106"/>
                </a:lnTo>
                <a:lnTo>
                  <a:pt x="1252" y="116"/>
                </a:lnTo>
                <a:lnTo>
                  <a:pt x="1271" y="127"/>
                </a:lnTo>
                <a:lnTo>
                  <a:pt x="1290" y="139"/>
                </a:lnTo>
                <a:lnTo>
                  <a:pt x="1308" y="150"/>
                </a:lnTo>
                <a:lnTo>
                  <a:pt x="1325" y="162"/>
                </a:lnTo>
                <a:lnTo>
                  <a:pt x="1342" y="175"/>
                </a:lnTo>
                <a:lnTo>
                  <a:pt x="1359" y="188"/>
                </a:lnTo>
                <a:lnTo>
                  <a:pt x="1375" y="201"/>
                </a:lnTo>
                <a:lnTo>
                  <a:pt x="1390" y="215"/>
                </a:lnTo>
                <a:lnTo>
                  <a:pt x="1404" y="229"/>
                </a:lnTo>
                <a:lnTo>
                  <a:pt x="1418" y="243"/>
                </a:lnTo>
                <a:lnTo>
                  <a:pt x="1432" y="258"/>
                </a:lnTo>
                <a:lnTo>
                  <a:pt x="1445" y="272"/>
                </a:lnTo>
                <a:lnTo>
                  <a:pt x="1457" y="288"/>
                </a:lnTo>
                <a:lnTo>
                  <a:pt x="1468" y="303"/>
                </a:lnTo>
                <a:lnTo>
                  <a:pt x="1479" y="319"/>
                </a:lnTo>
                <a:lnTo>
                  <a:pt x="1489" y="335"/>
                </a:lnTo>
                <a:lnTo>
                  <a:pt x="1498" y="351"/>
                </a:lnTo>
                <a:lnTo>
                  <a:pt x="1507" y="367"/>
                </a:lnTo>
                <a:lnTo>
                  <a:pt x="1515" y="384"/>
                </a:lnTo>
                <a:lnTo>
                  <a:pt x="1522" y="400"/>
                </a:lnTo>
                <a:lnTo>
                  <a:pt x="1528" y="417"/>
                </a:lnTo>
                <a:lnTo>
                  <a:pt x="1534" y="434"/>
                </a:lnTo>
                <a:lnTo>
                  <a:pt x="1539" y="451"/>
                </a:lnTo>
                <a:lnTo>
                  <a:pt x="1543" y="468"/>
                </a:lnTo>
                <a:lnTo>
                  <a:pt x="1546" y="486"/>
                </a:lnTo>
                <a:lnTo>
                  <a:pt x="1549" y="503"/>
                </a:lnTo>
                <a:lnTo>
                  <a:pt x="1551" y="520"/>
                </a:lnTo>
                <a:lnTo>
                  <a:pt x="1552" y="538"/>
                </a:lnTo>
                <a:lnTo>
                  <a:pt x="1553" y="555"/>
                </a:lnTo>
                <a:close/>
              </a:path>
            </a:pathLst>
          </a:custGeom>
          <a:solidFill>
            <a:srgbClr val="ffa8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8" name=""/>
          <p:cNvSpPr/>
          <p:nvPr/>
        </p:nvSpPr>
        <p:spPr>
          <a:xfrm>
            <a:off x="7782120" y="2743200"/>
            <a:ext cx="561240" cy="402480"/>
          </a:xfrm>
          <a:custGeom>
            <a:avLst/>
            <a:gdLst/>
            <a:ahLst/>
            <a:rect l="0" t="0" r="r" b="b"/>
            <a:pathLst>
              <a:path w="1559" h="1118">
                <a:moveTo>
                  <a:pt x="1556" y="558"/>
                </a:moveTo>
                <a:lnTo>
                  <a:pt x="1555" y="541"/>
                </a:lnTo>
                <a:lnTo>
                  <a:pt x="1554" y="523"/>
                </a:lnTo>
                <a:lnTo>
                  <a:pt x="1552" y="506"/>
                </a:lnTo>
                <a:lnTo>
                  <a:pt x="1549" y="489"/>
                </a:lnTo>
                <a:lnTo>
                  <a:pt x="1546" y="471"/>
                </a:lnTo>
                <a:lnTo>
                  <a:pt x="1542" y="454"/>
                </a:lnTo>
                <a:lnTo>
                  <a:pt x="1537" y="437"/>
                </a:lnTo>
                <a:lnTo>
                  <a:pt x="1531" y="420"/>
                </a:lnTo>
                <a:lnTo>
                  <a:pt x="1525" y="403"/>
                </a:lnTo>
                <a:lnTo>
                  <a:pt x="1518" y="387"/>
                </a:lnTo>
                <a:lnTo>
                  <a:pt x="1510" y="370"/>
                </a:lnTo>
                <a:lnTo>
                  <a:pt x="1501" y="354"/>
                </a:lnTo>
                <a:lnTo>
                  <a:pt x="1492" y="338"/>
                </a:lnTo>
                <a:lnTo>
                  <a:pt x="1482" y="322"/>
                </a:lnTo>
                <a:lnTo>
                  <a:pt x="1471" y="306"/>
                </a:lnTo>
                <a:lnTo>
                  <a:pt x="1460" y="291"/>
                </a:lnTo>
                <a:lnTo>
                  <a:pt x="1448" y="275"/>
                </a:lnTo>
                <a:lnTo>
                  <a:pt x="1435" y="261"/>
                </a:lnTo>
                <a:lnTo>
                  <a:pt x="1421" y="246"/>
                </a:lnTo>
                <a:lnTo>
                  <a:pt x="1407" y="232"/>
                </a:lnTo>
                <a:lnTo>
                  <a:pt x="1393" y="218"/>
                </a:lnTo>
                <a:lnTo>
                  <a:pt x="1378" y="204"/>
                </a:lnTo>
                <a:lnTo>
                  <a:pt x="1362" y="191"/>
                </a:lnTo>
                <a:lnTo>
                  <a:pt x="1345" y="178"/>
                </a:lnTo>
                <a:lnTo>
                  <a:pt x="1328" y="165"/>
                </a:lnTo>
                <a:lnTo>
                  <a:pt x="1311" y="153"/>
                </a:lnTo>
                <a:lnTo>
                  <a:pt x="1293" y="142"/>
                </a:lnTo>
                <a:lnTo>
                  <a:pt x="1274" y="130"/>
                </a:lnTo>
                <a:lnTo>
                  <a:pt x="1255" y="119"/>
                </a:lnTo>
                <a:lnTo>
                  <a:pt x="1236" y="109"/>
                </a:lnTo>
                <a:lnTo>
                  <a:pt x="1216" y="99"/>
                </a:lnTo>
                <a:lnTo>
                  <a:pt x="1196" y="89"/>
                </a:lnTo>
                <a:lnTo>
                  <a:pt x="1175" y="80"/>
                </a:lnTo>
                <a:lnTo>
                  <a:pt x="1154" y="71"/>
                </a:lnTo>
                <a:lnTo>
                  <a:pt x="1132" y="63"/>
                </a:lnTo>
                <a:lnTo>
                  <a:pt x="1110" y="56"/>
                </a:lnTo>
                <a:lnTo>
                  <a:pt x="1088" y="48"/>
                </a:lnTo>
                <a:lnTo>
                  <a:pt x="1065" y="42"/>
                </a:lnTo>
                <a:lnTo>
                  <a:pt x="1043" y="36"/>
                </a:lnTo>
                <a:lnTo>
                  <a:pt x="1020" y="30"/>
                </a:lnTo>
                <a:lnTo>
                  <a:pt x="996" y="25"/>
                </a:lnTo>
                <a:lnTo>
                  <a:pt x="972" y="20"/>
                </a:lnTo>
                <a:lnTo>
                  <a:pt x="948" y="16"/>
                </a:lnTo>
                <a:lnTo>
                  <a:pt x="924" y="13"/>
                </a:lnTo>
                <a:lnTo>
                  <a:pt x="900" y="10"/>
                </a:lnTo>
                <a:lnTo>
                  <a:pt x="876" y="7"/>
                </a:lnTo>
                <a:lnTo>
                  <a:pt x="852" y="5"/>
                </a:lnTo>
                <a:lnTo>
                  <a:pt x="828" y="4"/>
                </a:lnTo>
                <a:lnTo>
                  <a:pt x="803" y="3"/>
                </a:lnTo>
                <a:lnTo>
                  <a:pt x="779" y="3"/>
                </a:lnTo>
                <a:lnTo>
                  <a:pt x="755" y="3"/>
                </a:lnTo>
                <a:lnTo>
                  <a:pt x="730" y="4"/>
                </a:lnTo>
                <a:lnTo>
                  <a:pt x="706" y="5"/>
                </a:lnTo>
                <a:lnTo>
                  <a:pt x="682" y="7"/>
                </a:lnTo>
                <a:lnTo>
                  <a:pt x="658" y="10"/>
                </a:lnTo>
                <a:lnTo>
                  <a:pt x="634" y="13"/>
                </a:lnTo>
                <a:lnTo>
                  <a:pt x="610" y="16"/>
                </a:lnTo>
                <a:lnTo>
                  <a:pt x="586" y="20"/>
                </a:lnTo>
                <a:lnTo>
                  <a:pt x="563" y="25"/>
                </a:lnTo>
                <a:lnTo>
                  <a:pt x="539" y="30"/>
                </a:lnTo>
                <a:lnTo>
                  <a:pt x="516" y="36"/>
                </a:lnTo>
                <a:lnTo>
                  <a:pt x="493" y="42"/>
                </a:lnTo>
                <a:lnTo>
                  <a:pt x="471" y="48"/>
                </a:lnTo>
                <a:lnTo>
                  <a:pt x="449" y="56"/>
                </a:lnTo>
                <a:lnTo>
                  <a:pt x="427" y="63"/>
                </a:lnTo>
                <a:lnTo>
                  <a:pt x="405" y="71"/>
                </a:lnTo>
                <a:lnTo>
                  <a:pt x="384" y="80"/>
                </a:lnTo>
                <a:lnTo>
                  <a:pt x="363" y="89"/>
                </a:lnTo>
                <a:lnTo>
                  <a:pt x="343" y="99"/>
                </a:lnTo>
                <a:lnTo>
                  <a:pt x="323" y="109"/>
                </a:lnTo>
                <a:lnTo>
                  <a:pt x="304" y="119"/>
                </a:lnTo>
                <a:lnTo>
                  <a:pt x="285" y="130"/>
                </a:lnTo>
                <a:lnTo>
                  <a:pt x="266" y="142"/>
                </a:lnTo>
                <a:lnTo>
                  <a:pt x="248" y="153"/>
                </a:lnTo>
                <a:lnTo>
                  <a:pt x="231" y="165"/>
                </a:lnTo>
                <a:lnTo>
                  <a:pt x="214" y="178"/>
                </a:lnTo>
                <a:lnTo>
                  <a:pt x="197" y="191"/>
                </a:lnTo>
                <a:lnTo>
                  <a:pt x="181" y="204"/>
                </a:lnTo>
                <a:lnTo>
                  <a:pt x="166" y="218"/>
                </a:lnTo>
                <a:lnTo>
                  <a:pt x="152" y="232"/>
                </a:lnTo>
                <a:lnTo>
                  <a:pt x="137" y="246"/>
                </a:lnTo>
                <a:lnTo>
                  <a:pt x="124" y="261"/>
                </a:lnTo>
                <a:lnTo>
                  <a:pt x="111" y="275"/>
                </a:lnTo>
                <a:lnTo>
                  <a:pt x="99" y="291"/>
                </a:lnTo>
                <a:lnTo>
                  <a:pt x="88" y="306"/>
                </a:lnTo>
                <a:lnTo>
                  <a:pt x="77" y="322"/>
                </a:lnTo>
                <a:lnTo>
                  <a:pt x="67" y="338"/>
                </a:lnTo>
                <a:lnTo>
                  <a:pt x="58" y="354"/>
                </a:lnTo>
                <a:lnTo>
                  <a:pt x="49" y="370"/>
                </a:lnTo>
                <a:lnTo>
                  <a:pt x="41" y="387"/>
                </a:lnTo>
                <a:lnTo>
                  <a:pt x="34" y="403"/>
                </a:lnTo>
                <a:lnTo>
                  <a:pt x="28" y="420"/>
                </a:lnTo>
                <a:lnTo>
                  <a:pt x="22" y="437"/>
                </a:lnTo>
                <a:lnTo>
                  <a:pt x="17" y="454"/>
                </a:lnTo>
                <a:lnTo>
                  <a:pt x="13" y="471"/>
                </a:lnTo>
                <a:lnTo>
                  <a:pt x="10" y="489"/>
                </a:lnTo>
                <a:lnTo>
                  <a:pt x="7" y="506"/>
                </a:lnTo>
                <a:lnTo>
                  <a:pt x="5" y="523"/>
                </a:lnTo>
                <a:lnTo>
                  <a:pt x="4" y="541"/>
                </a:lnTo>
                <a:lnTo>
                  <a:pt x="3" y="558"/>
                </a:lnTo>
                <a:lnTo>
                  <a:pt x="4" y="576"/>
                </a:lnTo>
                <a:lnTo>
                  <a:pt x="5" y="593"/>
                </a:lnTo>
                <a:lnTo>
                  <a:pt x="7" y="611"/>
                </a:lnTo>
                <a:lnTo>
                  <a:pt x="10" y="628"/>
                </a:lnTo>
                <a:lnTo>
                  <a:pt x="13" y="645"/>
                </a:lnTo>
                <a:lnTo>
                  <a:pt x="17" y="662"/>
                </a:lnTo>
                <a:lnTo>
                  <a:pt x="22" y="680"/>
                </a:lnTo>
                <a:lnTo>
                  <a:pt x="28" y="696"/>
                </a:lnTo>
                <a:lnTo>
                  <a:pt x="34" y="713"/>
                </a:lnTo>
                <a:lnTo>
                  <a:pt x="41" y="730"/>
                </a:lnTo>
                <a:lnTo>
                  <a:pt x="49" y="747"/>
                </a:lnTo>
                <a:lnTo>
                  <a:pt x="58" y="764"/>
                </a:lnTo>
                <a:lnTo>
                  <a:pt x="67" y="780"/>
                </a:lnTo>
                <a:lnTo>
                  <a:pt x="77" y="796"/>
                </a:lnTo>
                <a:lnTo>
                  <a:pt x="88" y="812"/>
                </a:lnTo>
                <a:lnTo>
                  <a:pt x="99" y="827"/>
                </a:lnTo>
                <a:lnTo>
                  <a:pt x="111" y="842"/>
                </a:lnTo>
                <a:lnTo>
                  <a:pt x="124" y="857"/>
                </a:lnTo>
                <a:lnTo>
                  <a:pt x="137" y="872"/>
                </a:lnTo>
                <a:lnTo>
                  <a:pt x="152" y="886"/>
                </a:lnTo>
                <a:lnTo>
                  <a:pt x="166" y="900"/>
                </a:lnTo>
                <a:lnTo>
                  <a:pt x="181" y="913"/>
                </a:lnTo>
                <a:lnTo>
                  <a:pt x="197" y="927"/>
                </a:lnTo>
                <a:lnTo>
                  <a:pt x="214" y="940"/>
                </a:lnTo>
                <a:lnTo>
                  <a:pt x="231" y="952"/>
                </a:lnTo>
                <a:lnTo>
                  <a:pt x="248" y="964"/>
                </a:lnTo>
                <a:lnTo>
                  <a:pt x="266" y="976"/>
                </a:lnTo>
                <a:lnTo>
                  <a:pt x="285" y="987"/>
                </a:lnTo>
                <a:lnTo>
                  <a:pt x="304" y="998"/>
                </a:lnTo>
                <a:lnTo>
                  <a:pt x="323" y="1009"/>
                </a:lnTo>
                <a:lnTo>
                  <a:pt x="343" y="1019"/>
                </a:lnTo>
                <a:lnTo>
                  <a:pt x="363" y="1028"/>
                </a:lnTo>
                <a:lnTo>
                  <a:pt x="384" y="1038"/>
                </a:lnTo>
                <a:lnTo>
                  <a:pt x="405" y="1046"/>
                </a:lnTo>
                <a:lnTo>
                  <a:pt x="427" y="1054"/>
                </a:lnTo>
                <a:lnTo>
                  <a:pt x="449" y="1062"/>
                </a:lnTo>
                <a:lnTo>
                  <a:pt x="471" y="1069"/>
                </a:lnTo>
                <a:lnTo>
                  <a:pt x="493" y="1076"/>
                </a:lnTo>
                <a:lnTo>
                  <a:pt x="516" y="1082"/>
                </a:lnTo>
                <a:lnTo>
                  <a:pt x="539" y="1088"/>
                </a:lnTo>
                <a:lnTo>
                  <a:pt x="563" y="1093"/>
                </a:lnTo>
                <a:lnTo>
                  <a:pt x="586" y="1097"/>
                </a:lnTo>
                <a:lnTo>
                  <a:pt x="610" y="1102"/>
                </a:lnTo>
                <a:lnTo>
                  <a:pt x="634" y="1105"/>
                </a:lnTo>
                <a:lnTo>
                  <a:pt x="658" y="1108"/>
                </a:lnTo>
                <a:lnTo>
                  <a:pt x="682" y="1111"/>
                </a:lnTo>
                <a:lnTo>
                  <a:pt x="706" y="1112"/>
                </a:lnTo>
                <a:lnTo>
                  <a:pt x="730" y="1114"/>
                </a:lnTo>
                <a:lnTo>
                  <a:pt x="755" y="1115"/>
                </a:lnTo>
                <a:lnTo>
                  <a:pt x="779" y="1115"/>
                </a:lnTo>
                <a:lnTo>
                  <a:pt x="803" y="1115"/>
                </a:lnTo>
                <a:lnTo>
                  <a:pt x="828" y="1114"/>
                </a:lnTo>
                <a:lnTo>
                  <a:pt x="852" y="1112"/>
                </a:lnTo>
                <a:lnTo>
                  <a:pt x="876" y="1111"/>
                </a:lnTo>
                <a:lnTo>
                  <a:pt x="900" y="1108"/>
                </a:lnTo>
                <a:lnTo>
                  <a:pt x="924" y="1105"/>
                </a:lnTo>
                <a:lnTo>
                  <a:pt x="948" y="1102"/>
                </a:lnTo>
                <a:lnTo>
                  <a:pt x="972" y="1097"/>
                </a:lnTo>
                <a:lnTo>
                  <a:pt x="996" y="1093"/>
                </a:lnTo>
                <a:lnTo>
                  <a:pt x="1020" y="1088"/>
                </a:lnTo>
                <a:lnTo>
                  <a:pt x="1043" y="1082"/>
                </a:lnTo>
                <a:lnTo>
                  <a:pt x="1065" y="1076"/>
                </a:lnTo>
                <a:lnTo>
                  <a:pt x="1088" y="1069"/>
                </a:lnTo>
                <a:lnTo>
                  <a:pt x="1110" y="1062"/>
                </a:lnTo>
                <a:lnTo>
                  <a:pt x="1132" y="1054"/>
                </a:lnTo>
                <a:lnTo>
                  <a:pt x="1154" y="1046"/>
                </a:lnTo>
                <a:lnTo>
                  <a:pt x="1175" y="1038"/>
                </a:lnTo>
                <a:lnTo>
                  <a:pt x="1196" y="1028"/>
                </a:lnTo>
                <a:lnTo>
                  <a:pt x="1216" y="1019"/>
                </a:lnTo>
                <a:lnTo>
                  <a:pt x="1236" y="1009"/>
                </a:lnTo>
                <a:lnTo>
                  <a:pt x="1255" y="998"/>
                </a:lnTo>
                <a:lnTo>
                  <a:pt x="1274" y="987"/>
                </a:lnTo>
                <a:lnTo>
                  <a:pt x="1293" y="976"/>
                </a:lnTo>
                <a:lnTo>
                  <a:pt x="1311" y="964"/>
                </a:lnTo>
                <a:lnTo>
                  <a:pt x="1328" y="952"/>
                </a:lnTo>
                <a:lnTo>
                  <a:pt x="1345" y="940"/>
                </a:lnTo>
                <a:lnTo>
                  <a:pt x="1362" y="927"/>
                </a:lnTo>
                <a:lnTo>
                  <a:pt x="1378" y="913"/>
                </a:lnTo>
                <a:lnTo>
                  <a:pt x="1393" y="900"/>
                </a:lnTo>
                <a:lnTo>
                  <a:pt x="1407" y="886"/>
                </a:lnTo>
                <a:lnTo>
                  <a:pt x="1421" y="872"/>
                </a:lnTo>
                <a:lnTo>
                  <a:pt x="1435" y="857"/>
                </a:lnTo>
                <a:lnTo>
                  <a:pt x="1448" y="842"/>
                </a:lnTo>
                <a:lnTo>
                  <a:pt x="1460" y="827"/>
                </a:lnTo>
                <a:lnTo>
                  <a:pt x="1471" y="812"/>
                </a:lnTo>
                <a:lnTo>
                  <a:pt x="1482" y="796"/>
                </a:lnTo>
                <a:lnTo>
                  <a:pt x="1492" y="780"/>
                </a:lnTo>
                <a:lnTo>
                  <a:pt x="1501" y="764"/>
                </a:lnTo>
                <a:lnTo>
                  <a:pt x="1510" y="747"/>
                </a:lnTo>
                <a:lnTo>
                  <a:pt x="1518" y="730"/>
                </a:lnTo>
                <a:lnTo>
                  <a:pt x="1525" y="713"/>
                </a:lnTo>
                <a:lnTo>
                  <a:pt x="1531" y="696"/>
                </a:lnTo>
                <a:lnTo>
                  <a:pt x="1537" y="680"/>
                </a:lnTo>
                <a:lnTo>
                  <a:pt x="1542" y="662"/>
                </a:lnTo>
                <a:lnTo>
                  <a:pt x="1546" y="645"/>
                </a:lnTo>
                <a:lnTo>
                  <a:pt x="1549" y="628"/>
                </a:lnTo>
                <a:lnTo>
                  <a:pt x="1552" y="611"/>
                </a:lnTo>
                <a:lnTo>
                  <a:pt x="1554" y="593"/>
                </a:lnTo>
                <a:lnTo>
                  <a:pt x="1555" y="576"/>
                </a:lnTo>
                <a:lnTo>
                  <a:pt x="1556" y="558"/>
                </a:lnTo>
                <a:moveTo>
                  <a:pt x="1559" y="558"/>
                </a:moveTo>
                <a:lnTo>
                  <a:pt x="1559" y="576"/>
                </a:lnTo>
                <a:lnTo>
                  <a:pt x="1558" y="593"/>
                </a:lnTo>
                <a:lnTo>
                  <a:pt x="1556" y="611"/>
                </a:lnTo>
                <a:lnTo>
                  <a:pt x="1553" y="628"/>
                </a:lnTo>
                <a:lnTo>
                  <a:pt x="1550" y="646"/>
                </a:lnTo>
                <a:lnTo>
                  <a:pt x="1546" y="663"/>
                </a:lnTo>
                <a:lnTo>
                  <a:pt x="1541" y="680"/>
                </a:lnTo>
                <a:lnTo>
                  <a:pt x="1535" y="697"/>
                </a:lnTo>
                <a:lnTo>
                  <a:pt x="1528" y="714"/>
                </a:lnTo>
                <a:lnTo>
                  <a:pt x="1521" y="731"/>
                </a:lnTo>
                <a:lnTo>
                  <a:pt x="1513" y="747"/>
                </a:lnTo>
                <a:lnTo>
                  <a:pt x="1505" y="765"/>
                </a:lnTo>
                <a:lnTo>
                  <a:pt x="1495" y="781"/>
                </a:lnTo>
                <a:lnTo>
                  <a:pt x="1485" y="797"/>
                </a:lnTo>
                <a:lnTo>
                  <a:pt x="1474" y="813"/>
                </a:lnTo>
                <a:lnTo>
                  <a:pt x="1463" y="828"/>
                </a:lnTo>
                <a:lnTo>
                  <a:pt x="1451" y="844"/>
                </a:lnTo>
                <a:lnTo>
                  <a:pt x="1438" y="859"/>
                </a:lnTo>
                <a:lnTo>
                  <a:pt x="1425" y="873"/>
                </a:lnTo>
                <a:lnTo>
                  <a:pt x="1411" y="888"/>
                </a:lnTo>
                <a:lnTo>
                  <a:pt x="1396" y="902"/>
                </a:lnTo>
                <a:lnTo>
                  <a:pt x="1381" y="915"/>
                </a:lnTo>
                <a:lnTo>
                  <a:pt x="1365" y="929"/>
                </a:lnTo>
                <a:lnTo>
                  <a:pt x="1348" y="942"/>
                </a:lnTo>
                <a:lnTo>
                  <a:pt x="1331" y="954"/>
                </a:lnTo>
                <a:lnTo>
                  <a:pt x="1314" y="966"/>
                </a:lnTo>
                <a:lnTo>
                  <a:pt x="1295" y="978"/>
                </a:lnTo>
                <a:lnTo>
                  <a:pt x="1277" y="990"/>
                </a:lnTo>
                <a:lnTo>
                  <a:pt x="1258" y="1001"/>
                </a:lnTo>
                <a:lnTo>
                  <a:pt x="1238" y="1011"/>
                </a:lnTo>
                <a:lnTo>
                  <a:pt x="1218" y="1021"/>
                </a:lnTo>
                <a:lnTo>
                  <a:pt x="1198" y="1031"/>
                </a:lnTo>
                <a:lnTo>
                  <a:pt x="1177" y="1040"/>
                </a:lnTo>
                <a:lnTo>
                  <a:pt x="1155" y="1049"/>
                </a:lnTo>
                <a:lnTo>
                  <a:pt x="1134" y="1057"/>
                </a:lnTo>
                <a:lnTo>
                  <a:pt x="1112" y="1065"/>
                </a:lnTo>
                <a:lnTo>
                  <a:pt x="1090" y="1072"/>
                </a:lnTo>
                <a:lnTo>
                  <a:pt x="1067" y="1078"/>
                </a:lnTo>
                <a:lnTo>
                  <a:pt x="1044" y="1085"/>
                </a:lnTo>
                <a:lnTo>
                  <a:pt x="1021" y="1090"/>
                </a:lnTo>
                <a:lnTo>
                  <a:pt x="997" y="1096"/>
                </a:lnTo>
                <a:lnTo>
                  <a:pt x="973" y="1100"/>
                </a:lnTo>
                <a:lnTo>
                  <a:pt x="949" y="1104"/>
                </a:lnTo>
                <a:lnTo>
                  <a:pt x="925" y="1108"/>
                </a:lnTo>
                <a:lnTo>
                  <a:pt x="901" y="1111"/>
                </a:lnTo>
                <a:lnTo>
                  <a:pt x="877" y="1113"/>
                </a:lnTo>
                <a:lnTo>
                  <a:pt x="852" y="1115"/>
                </a:lnTo>
                <a:lnTo>
                  <a:pt x="828" y="1117"/>
                </a:lnTo>
                <a:lnTo>
                  <a:pt x="803" y="1117"/>
                </a:lnTo>
                <a:lnTo>
                  <a:pt x="779" y="1118"/>
                </a:lnTo>
                <a:lnTo>
                  <a:pt x="754" y="1117"/>
                </a:lnTo>
                <a:lnTo>
                  <a:pt x="730" y="1117"/>
                </a:lnTo>
                <a:lnTo>
                  <a:pt x="706" y="1115"/>
                </a:lnTo>
                <a:lnTo>
                  <a:pt x="681" y="1113"/>
                </a:lnTo>
                <a:lnTo>
                  <a:pt x="657" y="1111"/>
                </a:lnTo>
                <a:lnTo>
                  <a:pt x="633" y="1108"/>
                </a:lnTo>
                <a:lnTo>
                  <a:pt x="609" y="1104"/>
                </a:lnTo>
                <a:lnTo>
                  <a:pt x="585" y="1100"/>
                </a:lnTo>
                <a:lnTo>
                  <a:pt x="561" y="1096"/>
                </a:lnTo>
                <a:lnTo>
                  <a:pt x="538" y="1090"/>
                </a:lnTo>
                <a:lnTo>
                  <a:pt x="515" y="1085"/>
                </a:lnTo>
                <a:lnTo>
                  <a:pt x="492" y="1078"/>
                </a:lnTo>
                <a:lnTo>
                  <a:pt x="469" y="1072"/>
                </a:lnTo>
                <a:lnTo>
                  <a:pt x="447" y="1065"/>
                </a:lnTo>
                <a:lnTo>
                  <a:pt x="425" y="1057"/>
                </a:lnTo>
                <a:lnTo>
                  <a:pt x="403" y="1049"/>
                </a:lnTo>
                <a:lnTo>
                  <a:pt x="382" y="1040"/>
                </a:lnTo>
                <a:lnTo>
                  <a:pt x="361" y="1031"/>
                </a:lnTo>
                <a:lnTo>
                  <a:pt x="341" y="1021"/>
                </a:lnTo>
                <a:lnTo>
                  <a:pt x="321" y="1011"/>
                </a:lnTo>
                <a:lnTo>
                  <a:pt x="301" y="1001"/>
                </a:lnTo>
                <a:lnTo>
                  <a:pt x="282" y="990"/>
                </a:lnTo>
                <a:lnTo>
                  <a:pt x="263" y="978"/>
                </a:lnTo>
                <a:lnTo>
                  <a:pt x="245" y="966"/>
                </a:lnTo>
                <a:lnTo>
                  <a:pt x="228" y="954"/>
                </a:lnTo>
                <a:lnTo>
                  <a:pt x="211" y="942"/>
                </a:lnTo>
                <a:lnTo>
                  <a:pt x="194" y="929"/>
                </a:lnTo>
                <a:lnTo>
                  <a:pt x="178" y="915"/>
                </a:lnTo>
                <a:lnTo>
                  <a:pt x="163" y="902"/>
                </a:lnTo>
                <a:lnTo>
                  <a:pt x="148" y="888"/>
                </a:lnTo>
                <a:lnTo>
                  <a:pt x="134" y="873"/>
                </a:lnTo>
                <a:lnTo>
                  <a:pt x="121" y="859"/>
                </a:lnTo>
                <a:lnTo>
                  <a:pt x="108" y="844"/>
                </a:lnTo>
                <a:lnTo>
                  <a:pt x="96" y="828"/>
                </a:lnTo>
                <a:lnTo>
                  <a:pt x="84" y="813"/>
                </a:lnTo>
                <a:lnTo>
                  <a:pt x="74" y="797"/>
                </a:lnTo>
                <a:lnTo>
                  <a:pt x="64" y="781"/>
                </a:lnTo>
                <a:lnTo>
                  <a:pt x="54" y="765"/>
                </a:lnTo>
                <a:lnTo>
                  <a:pt x="46" y="747"/>
                </a:lnTo>
                <a:lnTo>
                  <a:pt x="38" y="731"/>
                </a:lnTo>
                <a:lnTo>
                  <a:pt x="30" y="714"/>
                </a:lnTo>
                <a:lnTo>
                  <a:pt x="24" y="697"/>
                </a:lnTo>
                <a:lnTo>
                  <a:pt x="18" y="680"/>
                </a:lnTo>
                <a:lnTo>
                  <a:pt x="13" y="663"/>
                </a:lnTo>
                <a:lnTo>
                  <a:pt x="9" y="646"/>
                </a:lnTo>
                <a:lnTo>
                  <a:pt x="6" y="628"/>
                </a:lnTo>
                <a:lnTo>
                  <a:pt x="3" y="611"/>
                </a:lnTo>
                <a:lnTo>
                  <a:pt x="1" y="593"/>
                </a:lnTo>
                <a:lnTo>
                  <a:pt x="0" y="576"/>
                </a:lnTo>
                <a:lnTo>
                  <a:pt x="0" y="558"/>
                </a:lnTo>
                <a:lnTo>
                  <a:pt x="0" y="541"/>
                </a:lnTo>
                <a:lnTo>
                  <a:pt x="1" y="523"/>
                </a:lnTo>
                <a:lnTo>
                  <a:pt x="3" y="506"/>
                </a:lnTo>
                <a:lnTo>
                  <a:pt x="6" y="488"/>
                </a:lnTo>
                <a:lnTo>
                  <a:pt x="9" y="471"/>
                </a:lnTo>
                <a:lnTo>
                  <a:pt x="13" y="454"/>
                </a:lnTo>
                <a:lnTo>
                  <a:pt x="18" y="436"/>
                </a:lnTo>
                <a:lnTo>
                  <a:pt x="24" y="419"/>
                </a:lnTo>
                <a:lnTo>
                  <a:pt x="30" y="403"/>
                </a:lnTo>
                <a:lnTo>
                  <a:pt x="38" y="386"/>
                </a:lnTo>
                <a:lnTo>
                  <a:pt x="46" y="369"/>
                </a:lnTo>
                <a:lnTo>
                  <a:pt x="54" y="353"/>
                </a:lnTo>
                <a:lnTo>
                  <a:pt x="64" y="337"/>
                </a:lnTo>
                <a:lnTo>
                  <a:pt x="74" y="321"/>
                </a:lnTo>
                <a:lnTo>
                  <a:pt x="84" y="305"/>
                </a:lnTo>
                <a:lnTo>
                  <a:pt x="96" y="289"/>
                </a:lnTo>
                <a:lnTo>
                  <a:pt x="108" y="274"/>
                </a:lnTo>
                <a:lnTo>
                  <a:pt x="121" y="259"/>
                </a:lnTo>
                <a:lnTo>
                  <a:pt x="134" y="244"/>
                </a:lnTo>
                <a:lnTo>
                  <a:pt x="148" y="230"/>
                </a:lnTo>
                <a:lnTo>
                  <a:pt x="163" y="216"/>
                </a:lnTo>
                <a:lnTo>
                  <a:pt x="178" y="202"/>
                </a:lnTo>
                <a:lnTo>
                  <a:pt x="194" y="189"/>
                </a:lnTo>
                <a:lnTo>
                  <a:pt x="211" y="176"/>
                </a:lnTo>
                <a:lnTo>
                  <a:pt x="228" y="163"/>
                </a:lnTo>
                <a:lnTo>
                  <a:pt x="245" y="151"/>
                </a:lnTo>
                <a:lnTo>
                  <a:pt x="263" y="139"/>
                </a:lnTo>
                <a:lnTo>
                  <a:pt x="282" y="128"/>
                </a:lnTo>
                <a:lnTo>
                  <a:pt x="301" y="117"/>
                </a:lnTo>
                <a:lnTo>
                  <a:pt x="321" y="107"/>
                </a:lnTo>
                <a:lnTo>
                  <a:pt x="341" y="96"/>
                </a:lnTo>
                <a:lnTo>
                  <a:pt x="361" y="87"/>
                </a:lnTo>
                <a:lnTo>
                  <a:pt x="382" y="78"/>
                </a:lnTo>
                <a:lnTo>
                  <a:pt x="403" y="69"/>
                </a:lnTo>
                <a:lnTo>
                  <a:pt x="425" y="61"/>
                </a:lnTo>
                <a:lnTo>
                  <a:pt x="447" y="53"/>
                </a:lnTo>
                <a:lnTo>
                  <a:pt x="469" y="46"/>
                </a:lnTo>
                <a:lnTo>
                  <a:pt x="492" y="39"/>
                </a:lnTo>
                <a:lnTo>
                  <a:pt x="515" y="33"/>
                </a:lnTo>
                <a:lnTo>
                  <a:pt x="538" y="27"/>
                </a:lnTo>
                <a:lnTo>
                  <a:pt x="561" y="22"/>
                </a:lnTo>
                <a:lnTo>
                  <a:pt x="585" y="17"/>
                </a:lnTo>
                <a:lnTo>
                  <a:pt x="609" y="13"/>
                </a:lnTo>
                <a:lnTo>
                  <a:pt x="633" y="10"/>
                </a:lnTo>
                <a:lnTo>
                  <a:pt x="657" y="7"/>
                </a:lnTo>
                <a:lnTo>
                  <a:pt x="681" y="4"/>
                </a:lnTo>
                <a:lnTo>
                  <a:pt x="706" y="2"/>
                </a:lnTo>
                <a:lnTo>
                  <a:pt x="730" y="1"/>
                </a:lnTo>
                <a:lnTo>
                  <a:pt x="754" y="0"/>
                </a:lnTo>
                <a:lnTo>
                  <a:pt x="779" y="0"/>
                </a:lnTo>
                <a:lnTo>
                  <a:pt x="803" y="0"/>
                </a:lnTo>
                <a:lnTo>
                  <a:pt x="828" y="1"/>
                </a:lnTo>
                <a:lnTo>
                  <a:pt x="852" y="2"/>
                </a:lnTo>
                <a:lnTo>
                  <a:pt x="877" y="4"/>
                </a:lnTo>
                <a:lnTo>
                  <a:pt x="901" y="7"/>
                </a:lnTo>
                <a:lnTo>
                  <a:pt x="925" y="10"/>
                </a:lnTo>
                <a:lnTo>
                  <a:pt x="949" y="13"/>
                </a:lnTo>
                <a:lnTo>
                  <a:pt x="973" y="17"/>
                </a:lnTo>
                <a:lnTo>
                  <a:pt x="997" y="22"/>
                </a:lnTo>
                <a:lnTo>
                  <a:pt x="1021" y="27"/>
                </a:lnTo>
                <a:lnTo>
                  <a:pt x="1044" y="33"/>
                </a:lnTo>
                <a:lnTo>
                  <a:pt x="1067" y="39"/>
                </a:lnTo>
                <a:lnTo>
                  <a:pt x="1090" y="46"/>
                </a:lnTo>
                <a:lnTo>
                  <a:pt x="1112" y="53"/>
                </a:lnTo>
                <a:lnTo>
                  <a:pt x="1134" y="61"/>
                </a:lnTo>
                <a:lnTo>
                  <a:pt x="1155" y="69"/>
                </a:lnTo>
                <a:lnTo>
                  <a:pt x="1177" y="78"/>
                </a:lnTo>
                <a:lnTo>
                  <a:pt x="1198" y="87"/>
                </a:lnTo>
                <a:lnTo>
                  <a:pt x="1218" y="96"/>
                </a:lnTo>
                <a:lnTo>
                  <a:pt x="1238" y="107"/>
                </a:lnTo>
                <a:lnTo>
                  <a:pt x="1258" y="117"/>
                </a:lnTo>
                <a:lnTo>
                  <a:pt x="1277" y="128"/>
                </a:lnTo>
                <a:lnTo>
                  <a:pt x="1295" y="139"/>
                </a:lnTo>
                <a:lnTo>
                  <a:pt x="1314" y="151"/>
                </a:lnTo>
                <a:lnTo>
                  <a:pt x="1331" y="163"/>
                </a:lnTo>
                <a:lnTo>
                  <a:pt x="1348" y="176"/>
                </a:lnTo>
                <a:lnTo>
                  <a:pt x="1365" y="189"/>
                </a:lnTo>
                <a:lnTo>
                  <a:pt x="1381" y="202"/>
                </a:lnTo>
                <a:lnTo>
                  <a:pt x="1396" y="216"/>
                </a:lnTo>
                <a:lnTo>
                  <a:pt x="1411" y="230"/>
                </a:lnTo>
                <a:lnTo>
                  <a:pt x="1425" y="244"/>
                </a:lnTo>
                <a:lnTo>
                  <a:pt x="1438" y="259"/>
                </a:lnTo>
                <a:lnTo>
                  <a:pt x="1451" y="274"/>
                </a:lnTo>
                <a:lnTo>
                  <a:pt x="1463" y="289"/>
                </a:lnTo>
                <a:lnTo>
                  <a:pt x="1474" y="305"/>
                </a:lnTo>
                <a:lnTo>
                  <a:pt x="1485" y="321"/>
                </a:lnTo>
                <a:lnTo>
                  <a:pt x="1495" y="337"/>
                </a:lnTo>
                <a:lnTo>
                  <a:pt x="1505" y="353"/>
                </a:lnTo>
                <a:lnTo>
                  <a:pt x="1513" y="369"/>
                </a:lnTo>
                <a:lnTo>
                  <a:pt x="1521" y="386"/>
                </a:lnTo>
                <a:lnTo>
                  <a:pt x="1528" y="403"/>
                </a:lnTo>
                <a:lnTo>
                  <a:pt x="1535" y="419"/>
                </a:lnTo>
                <a:lnTo>
                  <a:pt x="1541" y="436"/>
                </a:lnTo>
                <a:lnTo>
                  <a:pt x="1546" y="454"/>
                </a:lnTo>
                <a:lnTo>
                  <a:pt x="1550" y="471"/>
                </a:lnTo>
                <a:lnTo>
                  <a:pt x="1553" y="488"/>
                </a:lnTo>
                <a:lnTo>
                  <a:pt x="1556" y="506"/>
                </a:lnTo>
                <a:lnTo>
                  <a:pt x="1558" y="523"/>
                </a:lnTo>
                <a:lnTo>
                  <a:pt x="1559" y="541"/>
                </a:lnTo>
                <a:lnTo>
                  <a:pt x="1559" y="558"/>
                </a:lnTo>
                <a:close/>
              </a:path>
            </a:pathLst>
          </a:custGeom>
          <a:solidFill>
            <a:srgbClr val="ffa8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69" name=""/>
          <p:cNvSpPr/>
          <p:nvPr/>
        </p:nvSpPr>
        <p:spPr>
          <a:xfrm>
            <a:off x="7780680" y="2742120"/>
            <a:ext cx="564120" cy="404280"/>
          </a:xfrm>
          <a:custGeom>
            <a:avLst/>
            <a:gdLst/>
            <a:ahLst/>
            <a:rect l="0" t="0" r="r" b="b"/>
            <a:pathLst>
              <a:path w="1567" h="1123">
                <a:moveTo>
                  <a:pt x="1563" y="561"/>
                </a:moveTo>
                <a:lnTo>
                  <a:pt x="1563" y="544"/>
                </a:lnTo>
                <a:lnTo>
                  <a:pt x="1562" y="526"/>
                </a:lnTo>
                <a:lnTo>
                  <a:pt x="1560" y="509"/>
                </a:lnTo>
                <a:lnTo>
                  <a:pt x="1557" y="491"/>
                </a:lnTo>
                <a:lnTo>
                  <a:pt x="1554" y="474"/>
                </a:lnTo>
                <a:lnTo>
                  <a:pt x="1550" y="457"/>
                </a:lnTo>
                <a:lnTo>
                  <a:pt x="1545" y="439"/>
                </a:lnTo>
                <a:lnTo>
                  <a:pt x="1539" y="422"/>
                </a:lnTo>
                <a:lnTo>
                  <a:pt x="1532" y="406"/>
                </a:lnTo>
                <a:lnTo>
                  <a:pt x="1525" y="389"/>
                </a:lnTo>
                <a:lnTo>
                  <a:pt x="1517" y="372"/>
                </a:lnTo>
                <a:lnTo>
                  <a:pt x="1509" y="356"/>
                </a:lnTo>
                <a:lnTo>
                  <a:pt x="1499" y="340"/>
                </a:lnTo>
                <a:lnTo>
                  <a:pt x="1489" y="324"/>
                </a:lnTo>
                <a:lnTo>
                  <a:pt x="1478" y="308"/>
                </a:lnTo>
                <a:lnTo>
                  <a:pt x="1467" y="292"/>
                </a:lnTo>
                <a:lnTo>
                  <a:pt x="1455" y="277"/>
                </a:lnTo>
                <a:lnTo>
                  <a:pt x="1442" y="262"/>
                </a:lnTo>
                <a:lnTo>
                  <a:pt x="1429" y="247"/>
                </a:lnTo>
                <a:lnTo>
                  <a:pt x="1415" y="233"/>
                </a:lnTo>
                <a:lnTo>
                  <a:pt x="1400" y="219"/>
                </a:lnTo>
                <a:lnTo>
                  <a:pt x="1385" y="205"/>
                </a:lnTo>
                <a:lnTo>
                  <a:pt x="1369" y="192"/>
                </a:lnTo>
                <a:lnTo>
                  <a:pt x="1352" y="179"/>
                </a:lnTo>
                <a:lnTo>
                  <a:pt x="1335" y="166"/>
                </a:lnTo>
                <a:lnTo>
                  <a:pt x="1318" y="154"/>
                </a:lnTo>
                <a:lnTo>
                  <a:pt x="1299" y="142"/>
                </a:lnTo>
                <a:lnTo>
                  <a:pt x="1281" y="131"/>
                </a:lnTo>
                <a:lnTo>
                  <a:pt x="1262" y="120"/>
                </a:lnTo>
                <a:lnTo>
                  <a:pt x="1242" y="110"/>
                </a:lnTo>
                <a:lnTo>
                  <a:pt x="1222" y="99"/>
                </a:lnTo>
                <a:lnTo>
                  <a:pt x="1202" y="90"/>
                </a:lnTo>
                <a:lnTo>
                  <a:pt x="1181" y="81"/>
                </a:lnTo>
                <a:lnTo>
                  <a:pt x="1159" y="72"/>
                </a:lnTo>
                <a:lnTo>
                  <a:pt x="1138" y="64"/>
                </a:lnTo>
                <a:lnTo>
                  <a:pt x="1116" y="56"/>
                </a:lnTo>
                <a:lnTo>
                  <a:pt x="1093" y="49"/>
                </a:lnTo>
                <a:lnTo>
                  <a:pt x="1070" y="42"/>
                </a:lnTo>
                <a:lnTo>
                  <a:pt x="1047" y="36"/>
                </a:lnTo>
                <a:lnTo>
                  <a:pt x="1024" y="30"/>
                </a:lnTo>
                <a:lnTo>
                  <a:pt x="1000" y="25"/>
                </a:lnTo>
                <a:lnTo>
                  <a:pt x="977" y="20"/>
                </a:lnTo>
                <a:lnTo>
                  <a:pt x="953" y="16"/>
                </a:lnTo>
                <a:lnTo>
                  <a:pt x="929" y="13"/>
                </a:lnTo>
                <a:lnTo>
                  <a:pt x="905" y="10"/>
                </a:lnTo>
                <a:lnTo>
                  <a:pt x="881" y="7"/>
                </a:lnTo>
                <a:lnTo>
                  <a:pt x="856" y="5"/>
                </a:lnTo>
                <a:lnTo>
                  <a:pt x="832" y="4"/>
                </a:lnTo>
                <a:lnTo>
                  <a:pt x="807" y="3"/>
                </a:lnTo>
                <a:lnTo>
                  <a:pt x="783" y="3"/>
                </a:lnTo>
                <a:lnTo>
                  <a:pt x="758" y="3"/>
                </a:lnTo>
                <a:lnTo>
                  <a:pt x="734" y="4"/>
                </a:lnTo>
                <a:lnTo>
                  <a:pt x="710" y="5"/>
                </a:lnTo>
                <a:lnTo>
                  <a:pt x="685" y="7"/>
                </a:lnTo>
                <a:lnTo>
                  <a:pt x="661" y="10"/>
                </a:lnTo>
                <a:lnTo>
                  <a:pt x="637" y="13"/>
                </a:lnTo>
                <a:lnTo>
                  <a:pt x="613" y="16"/>
                </a:lnTo>
                <a:lnTo>
                  <a:pt x="589" y="20"/>
                </a:lnTo>
                <a:lnTo>
                  <a:pt x="565" y="25"/>
                </a:lnTo>
                <a:lnTo>
                  <a:pt x="542" y="30"/>
                </a:lnTo>
                <a:lnTo>
                  <a:pt x="519" y="36"/>
                </a:lnTo>
                <a:lnTo>
                  <a:pt x="496" y="42"/>
                </a:lnTo>
                <a:lnTo>
                  <a:pt x="473" y="49"/>
                </a:lnTo>
                <a:lnTo>
                  <a:pt x="451" y="56"/>
                </a:lnTo>
                <a:lnTo>
                  <a:pt x="429" y="64"/>
                </a:lnTo>
                <a:lnTo>
                  <a:pt x="407" y="72"/>
                </a:lnTo>
                <a:lnTo>
                  <a:pt x="386" y="81"/>
                </a:lnTo>
                <a:lnTo>
                  <a:pt x="365" y="90"/>
                </a:lnTo>
                <a:lnTo>
                  <a:pt x="345" y="99"/>
                </a:lnTo>
                <a:lnTo>
                  <a:pt x="325" y="110"/>
                </a:lnTo>
                <a:lnTo>
                  <a:pt x="305" y="120"/>
                </a:lnTo>
                <a:lnTo>
                  <a:pt x="286" y="131"/>
                </a:lnTo>
                <a:lnTo>
                  <a:pt x="267" y="142"/>
                </a:lnTo>
                <a:lnTo>
                  <a:pt x="249" y="154"/>
                </a:lnTo>
                <a:lnTo>
                  <a:pt x="232" y="166"/>
                </a:lnTo>
                <a:lnTo>
                  <a:pt x="215" y="179"/>
                </a:lnTo>
                <a:lnTo>
                  <a:pt x="198" y="192"/>
                </a:lnTo>
                <a:lnTo>
                  <a:pt x="182" y="205"/>
                </a:lnTo>
                <a:lnTo>
                  <a:pt x="167" y="219"/>
                </a:lnTo>
                <a:lnTo>
                  <a:pt x="152" y="233"/>
                </a:lnTo>
                <a:lnTo>
                  <a:pt x="138" y="247"/>
                </a:lnTo>
                <a:lnTo>
                  <a:pt x="125" y="262"/>
                </a:lnTo>
                <a:lnTo>
                  <a:pt x="112" y="277"/>
                </a:lnTo>
                <a:lnTo>
                  <a:pt x="100" y="292"/>
                </a:lnTo>
                <a:lnTo>
                  <a:pt x="88" y="308"/>
                </a:lnTo>
                <a:lnTo>
                  <a:pt x="78" y="324"/>
                </a:lnTo>
                <a:lnTo>
                  <a:pt x="68" y="340"/>
                </a:lnTo>
                <a:lnTo>
                  <a:pt x="58" y="356"/>
                </a:lnTo>
                <a:lnTo>
                  <a:pt x="50" y="372"/>
                </a:lnTo>
                <a:lnTo>
                  <a:pt x="42" y="389"/>
                </a:lnTo>
                <a:lnTo>
                  <a:pt x="34" y="406"/>
                </a:lnTo>
                <a:lnTo>
                  <a:pt x="28" y="422"/>
                </a:lnTo>
                <a:lnTo>
                  <a:pt x="22" y="439"/>
                </a:lnTo>
                <a:lnTo>
                  <a:pt x="17" y="457"/>
                </a:lnTo>
                <a:lnTo>
                  <a:pt x="13" y="474"/>
                </a:lnTo>
                <a:lnTo>
                  <a:pt x="10" y="491"/>
                </a:lnTo>
                <a:lnTo>
                  <a:pt x="7" y="509"/>
                </a:lnTo>
                <a:lnTo>
                  <a:pt x="5" y="526"/>
                </a:lnTo>
                <a:lnTo>
                  <a:pt x="4" y="544"/>
                </a:lnTo>
                <a:lnTo>
                  <a:pt x="4" y="561"/>
                </a:lnTo>
                <a:lnTo>
                  <a:pt x="4" y="579"/>
                </a:lnTo>
                <a:lnTo>
                  <a:pt x="5" y="596"/>
                </a:lnTo>
                <a:lnTo>
                  <a:pt x="7" y="614"/>
                </a:lnTo>
                <a:lnTo>
                  <a:pt x="10" y="631"/>
                </a:lnTo>
                <a:lnTo>
                  <a:pt x="13" y="649"/>
                </a:lnTo>
                <a:lnTo>
                  <a:pt x="17" y="666"/>
                </a:lnTo>
                <a:lnTo>
                  <a:pt x="22" y="683"/>
                </a:lnTo>
                <a:lnTo>
                  <a:pt x="28" y="700"/>
                </a:lnTo>
                <a:lnTo>
                  <a:pt x="34" y="717"/>
                </a:lnTo>
                <a:lnTo>
                  <a:pt x="42" y="734"/>
                </a:lnTo>
                <a:lnTo>
                  <a:pt x="50" y="750"/>
                </a:lnTo>
                <a:lnTo>
                  <a:pt x="58" y="767"/>
                </a:lnTo>
                <a:lnTo>
                  <a:pt x="68" y="783"/>
                </a:lnTo>
                <a:lnTo>
                  <a:pt x="78" y="800"/>
                </a:lnTo>
                <a:lnTo>
                  <a:pt x="88" y="816"/>
                </a:lnTo>
                <a:lnTo>
                  <a:pt x="100" y="831"/>
                </a:lnTo>
                <a:lnTo>
                  <a:pt x="112" y="847"/>
                </a:lnTo>
                <a:lnTo>
                  <a:pt x="125" y="862"/>
                </a:lnTo>
                <a:lnTo>
                  <a:pt x="138" y="876"/>
                </a:lnTo>
                <a:lnTo>
                  <a:pt x="152" y="891"/>
                </a:lnTo>
                <a:lnTo>
                  <a:pt x="167" y="905"/>
                </a:lnTo>
                <a:lnTo>
                  <a:pt x="182" y="918"/>
                </a:lnTo>
                <a:lnTo>
                  <a:pt x="198" y="932"/>
                </a:lnTo>
                <a:lnTo>
                  <a:pt x="215" y="945"/>
                </a:lnTo>
                <a:lnTo>
                  <a:pt x="232" y="957"/>
                </a:lnTo>
                <a:lnTo>
                  <a:pt x="249" y="969"/>
                </a:lnTo>
                <a:lnTo>
                  <a:pt x="267" y="981"/>
                </a:lnTo>
                <a:lnTo>
                  <a:pt x="286" y="993"/>
                </a:lnTo>
                <a:lnTo>
                  <a:pt x="305" y="1004"/>
                </a:lnTo>
                <a:lnTo>
                  <a:pt x="325" y="1014"/>
                </a:lnTo>
                <a:lnTo>
                  <a:pt x="345" y="1024"/>
                </a:lnTo>
                <a:lnTo>
                  <a:pt x="365" y="1034"/>
                </a:lnTo>
                <a:lnTo>
                  <a:pt x="386" y="1043"/>
                </a:lnTo>
                <a:lnTo>
                  <a:pt x="407" y="1052"/>
                </a:lnTo>
                <a:lnTo>
                  <a:pt x="429" y="1060"/>
                </a:lnTo>
                <a:lnTo>
                  <a:pt x="451" y="1068"/>
                </a:lnTo>
                <a:lnTo>
                  <a:pt x="473" y="1075"/>
                </a:lnTo>
                <a:lnTo>
                  <a:pt x="496" y="1081"/>
                </a:lnTo>
                <a:lnTo>
                  <a:pt x="519" y="1088"/>
                </a:lnTo>
                <a:lnTo>
                  <a:pt x="542" y="1093"/>
                </a:lnTo>
                <a:lnTo>
                  <a:pt x="565" y="1099"/>
                </a:lnTo>
                <a:lnTo>
                  <a:pt x="589" y="1103"/>
                </a:lnTo>
                <a:lnTo>
                  <a:pt x="613" y="1107"/>
                </a:lnTo>
                <a:lnTo>
                  <a:pt x="637" y="1111"/>
                </a:lnTo>
                <a:lnTo>
                  <a:pt x="661" y="1114"/>
                </a:lnTo>
                <a:lnTo>
                  <a:pt x="685" y="1116"/>
                </a:lnTo>
                <a:lnTo>
                  <a:pt x="710" y="1118"/>
                </a:lnTo>
                <a:lnTo>
                  <a:pt x="734" y="1120"/>
                </a:lnTo>
                <a:lnTo>
                  <a:pt x="758" y="1120"/>
                </a:lnTo>
                <a:lnTo>
                  <a:pt x="783" y="1121"/>
                </a:lnTo>
                <a:lnTo>
                  <a:pt x="807" y="1120"/>
                </a:lnTo>
                <a:lnTo>
                  <a:pt x="832" y="1120"/>
                </a:lnTo>
                <a:lnTo>
                  <a:pt x="856" y="1118"/>
                </a:lnTo>
                <a:lnTo>
                  <a:pt x="881" y="1116"/>
                </a:lnTo>
                <a:lnTo>
                  <a:pt x="905" y="1114"/>
                </a:lnTo>
                <a:lnTo>
                  <a:pt x="929" y="1111"/>
                </a:lnTo>
                <a:lnTo>
                  <a:pt x="953" y="1107"/>
                </a:lnTo>
                <a:lnTo>
                  <a:pt x="977" y="1103"/>
                </a:lnTo>
                <a:lnTo>
                  <a:pt x="1000" y="1099"/>
                </a:lnTo>
                <a:lnTo>
                  <a:pt x="1024" y="1093"/>
                </a:lnTo>
                <a:lnTo>
                  <a:pt x="1047" y="1088"/>
                </a:lnTo>
                <a:lnTo>
                  <a:pt x="1070" y="1081"/>
                </a:lnTo>
                <a:lnTo>
                  <a:pt x="1093" y="1075"/>
                </a:lnTo>
                <a:lnTo>
                  <a:pt x="1116" y="1068"/>
                </a:lnTo>
                <a:lnTo>
                  <a:pt x="1138" y="1060"/>
                </a:lnTo>
                <a:lnTo>
                  <a:pt x="1159" y="1052"/>
                </a:lnTo>
                <a:lnTo>
                  <a:pt x="1181" y="1043"/>
                </a:lnTo>
                <a:lnTo>
                  <a:pt x="1202" y="1034"/>
                </a:lnTo>
                <a:lnTo>
                  <a:pt x="1222" y="1024"/>
                </a:lnTo>
                <a:lnTo>
                  <a:pt x="1242" y="1014"/>
                </a:lnTo>
                <a:lnTo>
                  <a:pt x="1262" y="1004"/>
                </a:lnTo>
                <a:lnTo>
                  <a:pt x="1281" y="993"/>
                </a:lnTo>
                <a:lnTo>
                  <a:pt x="1299" y="981"/>
                </a:lnTo>
                <a:lnTo>
                  <a:pt x="1318" y="969"/>
                </a:lnTo>
                <a:lnTo>
                  <a:pt x="1335" y="957"/>
                </a:lnTo>
                <a:lnTo>
                  <a:pt x="1352" y="945"/>
                </a:lnTo>
                <a:lnTo>
                  <a:pt x="1369" y="932"/>
                </a:lnTo>
                <a:lnTo>
                  <a:pt x="1385" y="918"/>
                </a:lnTo>
                <a:lnTo>
                  <a:pt x="1400" y="905"/>
                </a:lnTo>
                <a:lnTo>
                  <a:pt x="1415" y="891"/>
                </a:lnTo>
                <a:lnTo>
                  <a:pt x="1429" y="876"/>
                </a:lnTo>
                <a:lnTo>
                  <a:pt x="1442" y="862"/>
                </a:lnTo>
                <a:lnTo>
                  <a:pt x="1455" y="847"/>
                </a:lnTo>
                <a:lnTo>
                  <a:pt x="1467" y="831"/>
                </a:lnTo>
                <a:lnTo>
                  <a:pt x="1478" y="816"/>
                </a:lnTo>
                <a:lnTo>
                  <a:pt x="1489" y="800"/>
                </a:lnTo>
                <a:lnTo>
                  <a:pt x="1499" y="783"/>
                </a:lnTo>
                <a:lnTo>
                  <a:pt x="1509" y="767"/>
                </a:lnTo>
                <a:lnTo>
                  <a:pt x="1517" y="750"/>
                </a:lnTo>
                <a:lnTo>
                  <a:pt x="1525" y="734"/>
                </a:lnTo>
                <a:lnTo>
                  <a:pt x="1532" y="717"/>
                </a:lnTo>
                <a:lnTo>
                  <a:pt x="1539" y="700"/>
                </a:lnTo>
                <a:lnTo>
                  <a:pt x="1545" y="683"/>
                </a:lnTo>
                <a:lnTo>
                  <a:pt x="1550" y="666"/>
                </a:lnTo>
                <a:lnTo>
                  <a:pt x="1554" y="649"/>
                </a:lnTo>
                <a:lnTo>
                  <a:pt x="1557" y="631"/>
                </a:lnTo>
                <a:lnTo>
                  <a:pt x="1560" y="614"/>
                </a:lnTo>
                <a:lnTo>
                  <a:pt x="1562" y="596"/>
                </a:lnTo>
                <a:lnTo>
                  <a:pt x="1563" y="579"/>
                </a:lnTo>
                <a:lnTo>
                  <a:pt x="1563" y="561"/>
                </a:lnTo>
                <a:moveTo>
                  <a:pt x="1567" y="561"/>
                </a:moveTo>
                <a:lnTo>
                  <a:pt x="1567" y="579"/>
                </a:lnTo>
                <a:lnTo>
                  <a:pt x="1566" y="597"/>
                </a:lnTo>
                <a:lnTo>
                  <a:pt x="1564" y="614"/>
                </a:lnTo>
                <a:lnTo>
                  <a:pt x="1561" y="632"/>
                </a:lnTo>
                <a:lnTo>
                  <a:pt x="1558" y="649"/>
                </a:lnTo>
                <a:lnTo>
                  <a:pt x="1553" y="666"/>
                </a:lnTo>
                <a:lnTo>
                  <a:pt x="1548" y="684"/>
                </a:lnTo>
                <a:lnTo>
                  <a:pt x="1543" y="701"/>
                </a:lnTo>
                <a:lnTo>
                  <a:pt x="1536" y="718"/>
                </a:lnTo>
                <a:lnTo>
                  <a:pt x="1529" y="735"/>
                </a:lnTo>
                <a:lnTo>
                  <a:pt x="1521" y="751"/>
                </a:lnTo>
                <a:lnTo>
                  <a:pt x="1512" y="768"/>
                </a:lnTo>
                <a:lnTo>
                  <a:pt x="1503" y="784"/>
                </a:lnTo>
                <a:lnTo>
                  <a:pt x="1493" y="801"/>
                </a:lnTo>
                <a:lnTo>
                  <a:pt x="1482" y="817"/>
                </a:lnTo>
                <a:lnTo>
                  <a:pt x="1470" y="833"/>
                </a:lnTo>
                <a:lnTo>
                  <a:pt x="1458" y="848"/>
                </a:lnTo>
                <a:lnTo>
                  <a:pt x="1445" y="863"/>
                </a:lnTo>
                <a:lnTo>
                  <a:pt x="1432" y="878"/>
                </a:lnTo>
                <a:lnTo>
                  <a:pt x="1418" y="892"/>
                </a:lnTo>
                <a:lnTo>
                  <a:pt x="1403" y="906"/>
                </a:lnTo>
                <a:lnTo>
                  <a:pt x="1388" y="920"/>
                </a:lnTo>
                <a:lnTo>
                  <a:pt x="1372" y="933"/>
                </a:lnTo>
                <a:lnTo>
                  <a:pt x="1355" y="946"/>
                </a:lnTo>
                <a:lnTo>
                  <a:pt x="1338" y="959"/>
                </a:lnTo>
                <a:lnTo>
                  <a:pt x="1320" y="971"/>
                </a:lnTo>
                <a:lnTo>
                  <a:pt x="1302" y="983"/>
                </a:lnTo>
                <a:lnTo>
                  <a:pt x="1283" y="995"/>
                </a:lnTo>
                <a:lnTo>
                  <a:pt x="1264" y="1006"/>
                </a:lnTo>
                <a:lnTo>
                  <a:pt x="1244" y="1016"/>
                </a:lnTo>
                <a:lnTo>
                  <a:pt x="1224" y="1026"/>
                </a:lnTo>
                <a:lnTo>
                  <a:pt x="1204" y="1036"/>
                </a:lnTo>
                <a:lnTo>
                  <a:pt x="1183" y="1045"/>
                </a:lnTo>
                <a:lnTo>
                  <a:pt x="1161" y="1054"/>
                </a:lnTo>
                <a:lnTo>
                  <a:pt x="1140" y="1062"/>
                </a:lnTo>
                <a:lnTo>
                  <a:pt x="1117" y="1070"/>
                </a:lnTo>
                <a:lnTo>
                  <a:pt x="1095" y="1077"/>
                </a:lnTo>
                <a:lnTo>
                  <a:pt x="1071" y="1084"/>
                </a:lnTo>
                <a:lnTo>
                  <a:pt x="1048" y="1090"/>
                </a:lnTo>
                <a:lnTo>
                  <a:pt x="1025" y="1096"/>
                </a:lnTo>
                <a:lnTo>
                  <a:pt x="1001" y="1101"/>
                </a:lnTo>
                <a:lnTo>
                  <a:pt x="978" y="1106"/>
                </a:lnTo>
                <a:lnTo>
                  <a:pt x="954" y="1110"/>
                </a:lnTo>
                <a:lnTo>
                  <a:pt x="930" y="1114"/>
                </a:lnTo>
                <a:lnTo>
                  <a:pt x="905" y="1117"/>
                </a:lnTo>
                <a:lnTo>
                  <a:pt x="881" y="1119"/>
                </a:lnTo>
                <a:lnTo>
                  <a:pt x="857" y="1121"/>
                </a:lnTo>
                <a:lnTo>
                  <a:pt x="832" y="1122"/>
                </a:lnTo>
                <a:lnTo>
                  <a:pt x="808" y="1123"/>
                </a:lnTo>
                <a:lnTo>
                  <a:pt x="783" y="1123"/>
                </a:lnTo>
                <a:lnTo>
                  <a:pt x="758" y="1123"/>
                </a:lnTo>
                <a:lnTo>
                  <a:pt x="734" y="1122"/>
                </a:lnTo>
                <a:lnTo>
                  <a:pt x="709" y="1121"/>
                </a:lnTo>
                <a:lnTo>
                  <a:pt x="685" y="1119"/>
                </a:lnTo>
                <a:lnTo>
                  <a:pt x="660" y="1117"/>
                </a:lnTo>
                <a:lnTo>
                  <a:pt x="636" y="1114"/>
                </a:lnTo>
                <a:lnTo>
                  <a:pt x="612" y="1110"/>
                </a:lnTo>
                <a:lnTo>
                  <a:pt x="588" y="1106"/>
                </a:lnTo>
                <a:lnTo>
                  <a:pt x="564" y="1101"/>
                </a:lnTo>
                <a:lnTo>
                  <a:pt x="541" y="1096"/>
                </a:lnTo>
                <a:lnTo>
                  <a:pt x="518" y="1090"/>
                </a:lnTo>
                <a:lnTo>
                  <a:pt x="495" y="1084"/>
                </a:lnTo>
                <a:lnTo>
                  <a:pt x="472" y="1077"/>
                </a:lnTo>
                <a:lnTo>
                  <a:pt x="449" y="1070"/>
                </a:lnTo>
                <a:lnTo>
                  <a:pt x="427" y="1062"/>
                </a:lnTo>
                <a:lnTo>
                  <a:pt x="406" y="1054"/>
                </a:lnTo>
                <a:lnTo>
                  <a:pt x="384" y="1045"/>
                </a:lnTo>
                <a:lnTo>
                  <a:pt x="363" y="1036"/>
                </a:lnTo>
                <a:lnTo>
                  <a:pt x="343" y="1026"/>
                </a:lnTo>
                <a:lnTo>
                  <a:pt x="323" y="1016"/>
                </a:lnTo>
                <a:lnTo>
                  <a:pt x="303" y="1006"/>
                </a:lnTo>
                <a:lnTo>
                  <a:pt x="284" y="995"/>
                </a:lnTo>
                <a:lnTo>
                  <a:pt x="265" y="983"/>
                </a:lnTo>
                <a:lnTo>
                  <a:pt x="247" y="971"/>
                </a:lnTo>
                <a:lnTo>
                  <a:pt x="229" y="959"/>
                </a:lnTo>
                <a:lnTo>
                  <a:pt x="212" y="946"/>
                </a:lnTo>
                <a:lnTo>
                  <a:pt x="195" y="933"/>
                </a:lnTo>
                <a:lnTo>
                  <a:pt x="179" y="920"/>
                </a:lnTo>
                <a:lnTo>
                  <a:pt x="164" y="906"/>
                </a:lnTo>
                <a:lnTo>
                  <a:pt x="149" y="892"/>
                </a:lnTo>
                <a:lnTo>
                  <a:pt x="135" y="878"/>
                </a:lnTo>
                <a:lnTo>
                  <a:pt x="122" y="863"/>
                </a:lnTo>
                <a:lnTo>
                  <a:pt x="109" y="848"/>
                </a:lnTo>
                <a:lnTo>
                  <a:pt x="97" y="833"/>
                </a:lnTo>
                <a:lnTo>
                  <a:pt x="85" y="817"/>
                </a:lnTo>
                <a:lnTo>
                  <a:pt x="74" y="801"/>
                </a:lnTo>
                <a:lnTo>
                  <a:pt x="64" y="784"/>
                </a:lnTo>
                <a:lnTo>
                  <a:pt x="55" y="768"/>
                </a:lnTo>
                <a:lnTo>
                  <a:pt x="46" y="751"/>
                </a:lnTo>
                <a:lnTo>
                  <a:pt x="38" y="735"/>
                </a:lnTo>
                <a:lnTo>
                  <a:pt x="31" y="718"/>
                </a:lnTo>
                <a:lnTo>
                  <a:pt x="24" y="701"/>
                </a:lnTo>
                <a:lnTo>
                  <a:pt x="18" y="684"/>
                </a:lnTo>
                <a:lnTo>
                  <a:pt x="14" y="666"/>
                </a:lnTo>
                <a:lnTo>
                  <a:pt x="9" y="649"/>
                </a:lnTo>
                <a:lnTo>
                  <a:pt x="6" y="632"/>
                </a:lnTo>
                <a:lnTo>
                  <a:pt x="3" y="614"/>
                </a:lnTo>
                <a:lnTo>
                  <a:pt x="1" y="597"/>
                </a:lnTo>
                <a:lnTo>
                  <a:pt x="0" y="579"/>
                </a:lnTo>
                <a:lnTo>
                  <a:pt x="0" y="561"/>
                </a:lnTo>
                <a:lnTo>
                  <a:pt x="0" y="544"/>
                </a:lnTo>
                <a:lnTo>
                  <a:pt x="1" y="526"/>
                </a:lnTo>
                <a:lnTo>
                  <a:pt x="3" y="508"/>
                </a:lnTo>
                <a:lnTo>
                  <a:pt x="6" y="491"/>
                </a:lnTo>
                <a:lnTo>
                  <a:pt x="9" y="474"/>
                </a:lnTo>
                <a:lnTo>
                  <a:pt x="14" y="456"/>
                </a:lnTo>
                <a:lnTo>
                  <a:pt x="18" y="439"/>
                </a:lnTo>
                <a:lnTo>
                  <a:pt x="24" y="422"/>
                </a:lnTo>
                <a:lnTo>
                  <a:pt x="31" y="405"/>
                </a:lnTo>
                <a:lnTo>
                  <a:pt x="38" y="388"/>
                </a:lnTo>
                <a:lnTo>
                  <a:pt x="46" y="371"/>
                </a:lnTo>
                <a:lnTo>
                  <a:pt x="55" y="355"/>
                </a:lnTo>
                <a:lnTo>
                  <a:pt x="64" y="338"/>
                </a:lnTo>
                <a:lnTo>
                  <a:pt x="74" y="322"/>
                </a:lnTo>
                <a:lnTo>
                  <a:pt x="85" y="307"/>
                </a:lnTo>
                <a:lnTo>
                  <a:pt x="97" y="291"/>
                </a:lnTo>
                <a:lnTo>
                  <a:pt x="109" y="276"/>
                </a:lnTo>
                <a:lnTo>
                  <a:pt x="122" y="261"/>
                </a:lnTo>
                <a:lnTo>
                  <a:pt x="135" y="246"/>
                </a:lnTo>
                <a:lnTo>
                  <a:pt x="149" y="231"/>
                </a:lnTo>
                <a:lnTo>
                  <a:pt x="164" y="217"/>
                </a:lnTo>
                <a:lnTo>
                  <a:pt x="179" y="204"/>
                </a:lnTo>
                <a:lnTo>
                  <a:pt x="195" y="190"/>
                </a:lnTo>
                <a:lnTo>
                  <a:pt x="212" y="177"/>
                </a:lnTo>
                <a:lnTo>
                  <a:pt x="229" y="164"/>
                </a:lnTo>
                <a:lnTo>
                  <a:pt x="247" y="152"/>
                </a:lnTo>
                <a:lnTo>
                  <a:pt x="265" y="140"/>
                </a:lnTo>
                <a:lnTo>
                  <a:pt x="284" y="129"/>
                </a:lnTo>
                <a:lnTo>
                  <a:pt x="303" y="118"/>
                </a:lnTo>
                <a:lnTo>
                  <a:pt x="323" y="107"/>
                </a:lnTo>
                <a:lnTo>
                  <a:pt x="343" y="97"/>
                </a:lnTo>
                <a:lnTo>
                  <a:pt x="363" y="87"/>
                </a:lnTo>
                <a:lnTo>
                  <a:pt x="384" y="78"/>
                </a:lnTo>
                <a:lnTo>
                  <a:pt x="406" y="70"/>
                </a:lnTo>
                <a:lnTo>
                  <a:pt x="427" y="61"/>
                </a:lnTo>
                <a:lnTo>
                  <a:pt x="449" y="54"/>
                </a:lnTo>
                <a:lnTo>
                  <a:pt x="472" y="46"/>
                </a:lnTo>
                <a:lnTo>
                  <a:pt x="495" y="40"/>
                </a:lnTo>
                <a:lnTo>
                  <a:pt x="518" y="33"/>
                </a:lnTo>
                <a:lnTo>
                  <a:pt x="541" y="28"/>
                </a:lnTo>
                <a:lnTo>
                  <a:pt x="564" y="22"/>
                </a:lnTo>
                <a:lnTo>
                  <a:pt x="588" y="18"/>
                </a:lnTo>
                <a:lnTo>
                  <a:pt x="612" y="14"/>
                </a:lnTo>
                <a:lnTo>
                  <a:pt x="636" y="10"/>
                </a:lnTo>
                <a:lnTo>
                  <a:pt x="660" y="7"/>
                </a:lnTo>
                <a:lnTo>
                  <a:pt x="685" y="5"/>
                </a:lnTo>
                <a:lnTo>
                  <a:pt x="709" y="3"/>
                </a:lnTo>
                <a:lnTo>
                  <a:pt x="734" y="1"/>
                </a:lnTo>
                <a:lnTo>
                  <a:pt x="758" y="0"/>
                </a:lnTo>
                <a:lnTo>
                  <a:pt x="783" y="0"/>
                </a:lnTo>
                <a:lnTo>
                  <a:pt x="808" y="0"/>
                </a:lnTo>
                <a:lnTo>
                  <a:pt x="832" y="1"/>
                </a:lnTo>
                <a:lnTo>
                  <a:pt x="857" y="3"/>
                </a:lnTo>
                <a:lnTo>
                  <a:pt x="881" y="5"/>
                </a:lnTo>
                <a:lnTo>
                  <a:pt x="905" y="7"/>
                </a:lnTo>
                <a:lnTo>
                  <a:pt x="930" y="10"/>
                </a:lnTo>
                <a:lnTo>
                  <a:pt x="954" y="14"/>
                </a:lnTo>
                <a:lnTo>
                  <a:pt x="978" y="18"/>
                </a:lnTo>
                <a:lnTo>
                  <a:pt x="1001" y="22"/>
                </a:lnTo>
                <a:lnTo>
                  <a:pt x="1025" y="28"/>
                </a:lnTo>
                <a:lnTo>
                  <a:pt x="1048" y="33"/>
                </a:lnTo>
                <a:lnTo>
                  <a:pt x="1071" y="40"/>
                </a:lnTo>
                <a:lnTo>
                  <a:pt x="1095" y="46"/>
                </a:lnTo>
                <a:lnTo>
                  <a:pt x="1117" y="54"/>
                </a:lnTo>
                <a:lnTo>
                  <a:pt x="1140" y="61"/>
                </a:lnTo>
                <a:lnTo>
                  <a:pt x="1161" y="70"/>
                </a:lnTo>
                <a:lnTo>
                  <a:pt x="1183" y="78"/>
                </a:lnTo>
                <a:lnTo>
                  <a:pt x="1204" y="87"/>
                </a:lnTo>
                <a:lnTo>
                  <a:pt x="1224" y="97"/>
                </a:lnTo>
                <a:lnTo>
                  <a:pt x="1244" y="107"/>
                </a:lnTo>
                <a:lnTo>
                  <a:pt x="1264" y="118"/>
                </a:lnTo>
                <a:lnTo>
                  <a:pt x="1283" y="129"/>
                </a:lnTo>
                <a:lnTo>
                  <a:pt x="1302" y="140"/>
                </a:lnTo>
                <a:lnTo>
                  <a:pt x="1320" y="152"/>
                </a:lnTo>
                <a:lnTo>
                  <a:pt x="1338" y="164"/>
                </a:lnTo>
                <a:lnTo>
                  <a:pt x="1355" y="177"/>
                </a:lnTo>
                <a:lnTo>
                  <a:pt x="1372" y="190"/>
                </a:lnTo>
                <a:lnTo>
                  <a:pt x="1388" y="204"/>
                </a:lnTo>
                <a:lnTo>
                  <a:pt x="1403" y="217"/>
                </a:lnTo>
                <a:lnTo>
                  <a:pt x="1418" y="231"/>
                </a:lnTo>
                <a:lnTo>
                  <a:pt x="1432" y="246"/>
                </a:lnTo>
                <a:lnTo>
                  <a:pt x="1445" y="261"/>
                </a:lnTo>
                <a:lnTo>
                  <a:pt x="1458" y="276"/>
                </a:lnTo>
                <a:lnTo>
                  <a:pt x="1470" y="291"/>
                </a:lnTo>
                <a:lnTo>
                  <a:pt x="1482" y="307"/>
                </a:lnTo>
                <a:lnTo>
                  <a:pt x="1493" y="322"/>
                </a:lnTo>
                <a:lnTo>
                  <a:pt x="1503" y="338"/>
                </a:lnTo>
                <a:lnTo>
                  <a:pt x="1512" y="355"/>
                </a:lnTo>
                <a:lnTo>
                  <a:pt x="1521" y="371"/>
                </a:lnTo>
                <a:lnTo>
                  <a:pt x="1529" y="388"/>
                </a:lnTo>
                <a:lnTo>
                  <a:pt x="1536" y="405"/>
                </a:lnTo>
                <a:lnTo>
                  <a:pt x="1543" y="422"/>
                </a:lnTo>
                <a:lnTo>
                  <a:pt x="1548" y="439"/>
                </a:lnTo>
                <a:lnTo>
                  <a:pt x="1553" y="456"/>
                </a:lnTo>
                <a:lnTo>
                  <a:pt x="1558" y="474"/>
                </a:lnTo>
                <a:lnTo>
                  <a:pt x="1561" y="491"/>
                </a:lnTo>
                <a:lnTo>
                  <a:pt x="1564" y="508"/>
                </a:lnTo>
                <a:lnTo>
                  <a:pt x="1566" y="526"/>
                </a:lnTo>
                <a:lnTo>
                  <a:pt x="1567" y="544"/>
                </a:lnTo>
                <a:lnTo>
                  <a:pt x="1567" y="561"/>
                </a:lnTo>
                <a:close/>
              </a:path>
            </a:pathLst>
          </a:custGeom>
          <a:solidFill>
            <a:srgbClr val="ffa8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0" name=""/>
          <p:cNvSpPr/>
          <p:nvPr/>
        </p:nvSpPr>
        <p:spPr>
          <a:xfrm>
            <a:off x="7779240" y="2741040"/>
            <a:ext cx="567000" cy="406440"/>
          </a:xfrm>
          <a:custGeom>
            <a:avLst/>
            <a:gdLst/>
            <a:ahLst/>
            <a:rect l="0" t="0" r="r" b="b"/>
            <a:pathLst>
              <a:path w="1575" h="1129">
                <a:moveTo>
                  <a:pt x="1571" y="564"/>
                </a:moveTo>
                <a:lnTo>
                  <a:pt x="1571" y="547"/>
                </a:lnTo>
                <a:lnTo>
                  <a:pt x="1570" y="529"/>
                </a:lnTo>
                <a:lnTo>
                  <a:pt x="1568" y="511"/>
                </a:lnTo>
                <a:lnTo>
                  <a:pt x="1565" y="494"/>
                </a:lnTo>
                <a:lnTo>
                  <a:pt x="1562" y="477"/>
                </a:lnTo>
                <a:lnTo>
                  <a:pt x="1557" y="459"/>
                </a:lnTo>
                <a:lnTo>
                  <a:pt x="1552" y="442"/>
                </a:lnTo>
                <a:lnTo>
                  <a:pt x="1547" y="425"/>
                </a:lnTo>
                <a:lnTo>
                  <a:pt x="1540" y="408"/>
                </a:lnTo>
                <a:lnTo>
                  <a:pt x="1533" y="391"/>
                </a:lnTo>
                <a:lnTo>
                  <a:pt x="1525" y="374"/>
                </a:lnTo>
                <a:lnTo>
                  <a:pt x="1516" y="358"/>
                </a:lnTo>
                <a:lnTo>
                  <a:pt x="1507" y="341"/>
                </a:lnTo>
                <a:lnTo>
                  <a:pt x="1497" y="325"/>
                </a:lnTo>
                <a:lnTo>
                  <a:pt x="1486" y="310"/>
                </a:lnTo>
                <a:lnTo>
                  <a:pt x="1474" y="294"/>
                </a:lnTo>
                <a:lnTo>
                  <a:pt x="1462" y="279"/>
                </a:lnTo>
                <a:lnTo>
                  <a:pt x="1449" y="264"/>
                </a:lnTo>
                <a:lnTo>
                  <a:pt x="1436" y="249"/>
                </a:lnTo>
                <a:lnTo>
                  <a:pt x="1422" y="234"/>
                </a:lnTo>
                <a:lnTo>
                  <a:pt x="1407" y="220"/>
                </a:lnTo>
                <a:lnTo>
                  <a:pt x="1392" y="207"/>
                </a:lnTo>
                <a:lnTo>
                  <a:pt x="1376" y="193"/>
                </a:lnTo>
                <a:lnTo>
                  <a:pt x="1359" y="180"/>
                </a:lnTo>
                <a:lnTo>
                  <a:pt x="1342" y="167"/>
                </a:lnTo>
                <a:lnTo>
                  <a:pt x="1324" y="155"/>
                </a:lnTo>
                <a:lnTo>
                  <a:pt x="1306" y="143"/>
                </a:lnTo>
                <a:lnTo>
                  <a:pt x="1287" y="132"/>
                </a:lnTo>
                <a:lnTo>
                  <a:pt x="1268" y="121"/>
                </a:lnTo>
                <a:lnTo>
                  <a:pt x="1248" y="110"/>
                </a:lnTo>
                <a:lnTo>
                  <a:pt x="1228" y="100"/>
                </a:lnTo>
                <a:lnTo>
                  <a:pt x="1207" y="90"/>
                </a:lnTo>
                <a:lnTo>
                  <a:pt x="1186" y="81"/>
                </a:lnTo>
                <a:lnTo>
                  <a:pt x="1164" y="73"/>
                </a:lnTo>
                <a:lnTo>
                  <a:pt x="1143" y="64"/>
                </a:lnTo>
                <a:lnTo>
                  <a:pt x="1120" y="57"/>
                </a:lnTo>
                <a:lnTo>
                  <a:pt x="1098" y="49"/>
                </a:lnTo>
                <a:lnTo>
                  <a:pt x="1075" y="43"/>
                </a:lnTo>
                <a:lnTo>
                  <a:pt x="1052" y="36"/>
                </a:lnTo>
                <a:lnTo>
                  <a:pt x="1029" y="31"/>
                </a:lnTo>
                <a:lnTo>
                  <a:pt x="1005" y="25"/>
                </a:lnTo>
                <a:lnTo>
                  <a:pt x="982" y="21"/>
                </a:lnTo>
                <a:lnTo>
                  <a:pt x="958" y="17"/>
                </a:lnTo>
                <a:lnTo>
                  <a:pt x="934" y="13"/>
                </a:lnTo>
                <a:lnTo>
                  <a:pt x="909" y="10"/>
                </a:lnTo>
                <a:lnTo>
                  <a:pt x="885" y="8"/>
                </a:lnTo>
                <a:lnTo>
                  <a:pt x="861" y="6"/>
                </a:lnTo>
                <a:lnTo>
                  <a:pt x="836" y="4"/>
                </a:lnTo>
                <a:lnTo>
                  <a:pt x="812" y="3"/>
                </a:lnTo>
                <a:lnTo>
                  <a:pt x="787" y="3"/>
                </a:lnTo>
                <a:lnTo>
                  <a:pt x="762" y="3"/>
                </a:lnTo>
                <a:lnTo>
                  <a:pt x="738" y="4"/>
                </a:lnTo>
                <a:lnTo>
                  <a:pt x="713" y="6"/>
                </a:lnTo>
                <a:lnTo>
                  <a:pt x="689" y="8"/>
                </a:lnTo>
                <a:lnTo>
                  <a:pt x="664" y="10"/>
                </a:lnTo>
                <a:lnTo>
                  <a:pt x="640" y="13"/>
                </a:lnTo>
                <a:lnTo>
                  <a:pt x="616" y="17"/>
                </a:lnTo>
                <a:lnTo>
                  <a:pt x="592" y="21"/>
                </a:lnTo>
                <a:lnTo>
                  <a:pt x="568" y="25"/>
                </a:lnTo>
                <a:lnTo>
                  <a:pt x="545" y="31"/>
                </a:lnTo>
                <a:lnTo>
                  <a:pt x="522" y="36"/>
                </a:lnTo>
                <a:lnTo>
                  <a:pt x="499" y="43"/>
                </a:lnTo>
                <a:lnTo>
                  <a:pt x="476" y="49"/>
                </a:lnTo>
                <a:lnTo>
                  <a:pt x="453" y="57"/>
                </a:lnTo>
                <a:lnTo>
                  <a:pt x="431" y="64"/>
                </a:lnTo>
                <a:lnTo>
                  <a:pt x="410" y="73"/>
                </a:lnTo>
                <a:lnTo>
                  <a:pt x="388" y="81"/>
                </a:lnTo>
                <a:lnTo>
                  <a:pt x="367" y="90"/>
                </a:lnTo>
                <a:lnTo>
                  <a:pt x="347" y="100"/>
                </a:lnTo>
                <a:lnTo>
                  <a:pt x="327" y="110"/>
                </a:lnTo>
                <a:lnTo>
                  <a:pt x="307" y="121"/>
                </a:lnTo>
                <a:lnTo>
                  <a:pt x="288" y="132"/>
                </a:lnTo>
                <a:lnTo>
                  <a:pt x="269" y="143"/>
                </a:lnTo>
                <a:lnTo>
                  <a:pt x="251" y="155"/>
                </a:lnTo>
                <a:lnTo>
                  <a:pt x="233" y="167"/>
                </a:lnTo>
                <a:lnTo>
                  <a:pt x="216" y="180"/>
                </a:lnTo>
                <a:lnTo>
                  <a:pt x="199" y="193"/>
                </a:lnTo>
                <a:lnTo>
                  <a:pt x="183" y="207"/>
                </a:lnTo>
                <a:lnTo>
                  <a:pt x="168" y="220"/>
                </a:lnTo>
                <a:lnTo>
                  <a:pt x="153" y="234"/>
                </a:lnTo>
                <a:lnTo>
                  <a:pt x="139" y="249"/>
                </a:lnTo>
                <a:lnTo>
                  <a:pt x="126" y="264"/>
                </a:lnTo>
                <a:lnTo>
                  <a:pt x="113" y="279"/>
                </a:lnTo>
                <a:lnTo>
                  <a:pt x="101" y="294"/>
                </a:lnTo>
                <a:lnTo>
                  <a:pt x="89" y="310"/>
                </a:lnTo>
                <a:lnTo>
                  <a:pt x="78" y="325"/>
                </a:lnTo>
                <a:lnTo>
                  <a:pt x="68" y="341"/>
                </a:lnTo>
                <a:lnTo>
                  <a:pt x="59" y="358"/>
                </a:lnTo>
                <a:lnTo>
                  <a:pt x="50" y="374"/>
                </a:lnTo>
                <a:lnTo>
                  <a:pt x="42" y="391"/>
                </a:lnTo>
                <a:lnTo>
                  <a:pt x="35" y="408"/>
                </a:lnTo>
                <a:lnTo>
                  <a:pt x="28" y="425"/>
                </a:lnTo>
                <a:lnTo>
                  <a:pt x="22" y="442"/>
                </a:lnTo>
                <a:lnTo>
                  <a:pt x="18" y="459"/>
                </a:lnTo>
                <a:lnTo>
                  <a:pt x="13" y="477"/>
                </a:lnTo>
                <a:lnTo>
                  <a:pt x="10" y="494"/>
                </a:lnTo>
                <a:lnTo>
                  <a:pt x="7" y="511"/>
                </a:lnTo>
                <a:lnTo>
                  <a:pt x="5" y="529"/>
                </a:lnTo>
                <a:lnTo>
                  <a:pt x="4" y="547"/>
                </a:lnTo>
                <a:lnTo>
                  <a:pt x="4" y="564"/>
                </a:lnTo>
                <a:lnTo>
                  <a:pt x="4" y="582"/>
                </a:lnTo>
                <a:lnTo>
                  <a:pt x="5" y="600"/>
                </a:lnTo>
                <a:lnTo>
                  <a:pt x="7" y="617"/>
                </a:lnTo>
                <a:lnTo>
                  <a:pt x="10" y="635"/>
                </a:lnTo>
                <a:lnTo>
                  <a:pt x="13" y="652"/>
                </a:lnTo>
                <a:lnTo>
                  <a:pt x="18" y="669"/>
                </a:lnTo>
                <a:lnTo>
                  <a:pt x="22" y="687"/>
                </a:lnTo>
                <a:lnTo>
                  <a:pt x="28" y="704"/>
                </a:lnTo>
                <a:lnTo>
                  <a:pt x="35" y="721"/>
                </a:lnTo>
                <a:lnTo>
                  <a:pt x="42" y="738"/>
                </a:lnTo>
                <a:lnTo>
                  <a:pt x="50" y="754"/>
                </a:lnTo>
                <a:lnTo>
                  <a:pt x="59" y="771"/>
                </a:lnTo>
                <a:lnTo>
                  <a:pt x="68" y="787"/>
                </a:lnTo>
                <a:lnTo>
                  <a:pt x="78" y="803"/>
                </a:lnTo>
                <a:lnTo>
                  <a:pt x="89" y="819"/>
                </a:lnTo>
                <a:lnTo>
                  <a:pt x="101" y="835"/>
                </a:lnTo>
                <a:lnTo>
                  <a:pt x="113" y="851"/>
                </a:lnTo>
                <a:lnTo>
                  <a:pt x="126" y="866"/>
                </a:lnTo>
                <a:lnTo>
                  <a:pt x="139" y="881"/>
                </a:lnTo>
                <a:lnTo>
                  <a:pt x="153" y="895"/>
                </a:lnTo>
                <a:lnTo>
                  <a:pt x="168" y="909"/>
                </a:lnTo>
                <a:lnTo>
                  <a:pt x="183" y="923"/>
                </a:lnTo>
                <a:lnTo>
                  <a:pt x="199" y="936"/>
                </a:lnTo>
                <a:lnTo>
                  <a:pt x="216" y="949"/>
                </a:lnTo>
                <a:lnTo>
                  <a:pt x="233" y="962"/>
                </a:lnTo>
                <a:lnTo>
                  <a:pt x="251" y="974"/>
                </a:lnTo>
                <a:lnTo>
                  <a:pt x="269" y="986"/>
                </a:lnTo>
                <a:lnTo>
                  <a:pt x="288" y="998"/>
                </a:lnTo>
                <a:lnTo>
                  <a:pt x="307" y="1009"/>
                </a:lnTo>
                <a:lnTo>
                  <a:pt x="327" y="1019"/>
                </a:lnTo>
                <a:lnTo>
                  <a:pt x="347" y="1029"/>
                </a:lnTo>
                <a:lnTo>
                  <a:pt x="367" y="1039"/>
                </a:lnTo>
                <a:lnTo>
                  <a:pt x="388" y="1048"/>
                </a:lnTo>
                <a:lnTo>
                  <a:pt x="410" y="1057"/>
                </a:lnTo>
                <a:lnTo>
                  <a:pt x="431" y="1065"/>
                </a:lnTo>
                <a:lnTo>
                  <a:pt x="453" y="1073"/>
                </a:lnTo>
                <a:lnTo>
                  <a:pt x="476" y="1080"/>
                </a:lnTo>
                <a:lnTo>
                  <a:pt x="499" y="1087"/>
                </a:lnTo>
                <a:lnTo>
                  <a:pt x="522" y="1093"/>
                </a:lnTo>
                <a:lnTo>
                  <a:pt x="545" y="1099"/>
                </a:lnTo>
                <a:lnTo>
                  <a:pt x="568" y="1104"/>
                </a:lnTo>
                <a:lnTo>
                  <a:pt x="592" y="1109"/>
                </a:lnTo>
                <a:lnTo>
                  <a:pt x="616" y="1113"/>
                </a:lnTo>
                <a:lnTo>
                  <a:pt x="640" y="1117"/>
                </a:lnTo>
                <a:lnTo>
                  <a:pt x="664" y="1120"/>
                </a:lnTo>
                <a:lnTo>
                  <a:pt x="689" y="1122"/>
                </a:lnTo>
                <a:lnTo>
                  <a:pt x="713" y="1124"/>
                </a:lnTo>
                <a:lnTo>
                  <a:pt x="738" y="1125"/>
                </a:lnTo>
                <a:lnTo>
                  <a:pt x="762" y="1126"/>
                </a:lnTo>
                <a:lnTo>
                  <a:pt x="787" y="1126"/>
                </a:lnTo>
                <a:lnTo>
                  <a:pt x="812" y="1126"/>
                </a:lnTo>
                <a:lnTo>
                  <a:pt x="836" y="1125"/>
                </a:lnTo>
                <a:lnTo>
                  <a:pt x="861" y="1124"/>
                </a:lnTo>
                <a:lnTo>
                  <a:pt x="885" y="1122"/>
                </a:lnTo>
                <a:lnTo>
                  <a:pt x="909" y="1120"/>
                </a:lnTo>
                <a:lnTo>
                  <a:pt x="934" y="1117"/>
                </a:lnTo>
                <a:lnTo>
                  <a:pt x="958" y="1113"/>
                </a:lnTo>
                <a:lnTo>
                  <a:pt x="982" y="1109"/>
                </a:lnTo>
                <a:lnTo>
                  <a:pt x="1005" y="1104"/>
                </a:lnTo>
                <a:lnTo>
                  <a:pt x="1029" y="1099"/>
                </a:lnTo>
                <a:lnTo>
                  <a:pt x="1052" y="1093"/>
                </a:lnTo>
                <a:lnTo>
                  <a:pt x="1075" y="1087"/>
                </a:lnTo>
                <a:lnTo>
                  <a:pt x="1098" y="1080"/>
                </a:lnTo>
                <a:lnTo>
                  <a:pt x="1120" y="1073"/>
                </a:lnTo>
                <a:lnTo>
                  <a:pt x="1143" y="1065"/>
                </a:lnTo>
                <a:lnTo>
                  <a:pt x="1164" y="1057"/>
                </a:lnTo>
                <a:lnTo>
                  <a:pt x="1186" y="1048"/>
                </a:lnTo>
                <a:lnTo>
                  <a:pt x="1207" y="1039"/>
                </a:lnTo>
                <a:lnTo>
                  <a:pt x="1228" y="1029"/>
                </a:lnTo>
                <a:lnTo>
                  <a:pt x="1248" y="1019"/>
                </a:lnTo>
                <a:lnTo>
                  <a:pt x="1268" y="1009"/>
                </a:lnTo>
                <a:lnTo>
                  <a:pt x="1287" y="998"/>
                </a:lnTo>
                <a:lnTo>
                  <a:pt x="1306" y="986"/>
                </a:lnTo>
                <a:lnTo>
                  <a:pt x="1324" y="974"/>
                </a:lnTo>
                <a:lnTo>
                  <a:pt x="1342" y="962"/>
                </a:lnTo>
                <a:lnTo>
                  <a:pt x="1359" y="949"/>
                </a:lnTo>
                <a:lnTo>
                  <a:pt x="1376" y="936"/>
                </a:lnTo>
                <a:lnTo>
                  <a:pt x="1392" y="923"/>
                </a:lnTo>
                <a:lnTo>
                  <a:pt x="1407" y="909"/>
                </a:lnTo>
                <a:lnTo>
                  <a:pt x="1422" y="895"/>
                </a:lnTo>
                <a:lnTo>
                  <a:pt x="1436" y="881"/>
                </a:lnTo>
                <a:lnTo>
                  <a:pt x="1449" y="866"/>
                </a:lnTo>
                <a:lnTo>
                  <a:pt x="1462" y="851"/>
                </a:lnTo>
                <a:lnTo>
                  <a:pt x="1474" y="835"/>
                </a:lnTo>
                <a:lnTo>
                  <a:pt x="1486" y="819"/>
                </a:lnTo>
                <a:lnTo>
                  <a:pt x="1497" y="803"/>
                </a:lnTo>
                <a:lnTo>
                  <a:pt x="1507" y="787"/>
                </a:lnTo>
                <a:lnTo>
                  <a:pt x="1516" y="771"/>
                </a:lnTo>
                <a:lnTo>
                  <a:pt x="1525" y="754"/>
                </a:lnTo>
                <a:lnTo>
                  <a:pt x="1533" y="738"/>
                </a:lnTo>
                <a:lnTo>
                  <a:pt x="1540" y="721"/>
                </a:lnTo>
                <a:lnTo>
                  <a:pt x="1547" y="704"/>
                </a:lnTo>
                <a:lnTo>
                  <a:pt x="1552" y="687"/>
                </a:lnTo>
                <a:lnTo>
                  <a:pt x="1557" y="669"/>
                </a:lnTo>
                <a:lnTo>
                  <a:pt x="1562" y="652"/>
                </a:lnTo>
                <a:lnTo>
                  <a:pt x="1565" y="635"/>
                </a:lnTo>
                <a:lnTo>
                  <a:pt x="1568" y="617"/>
                </a:lnTo>
                <a:lnTo>
                  <a:pt x="1570" y="600"/>
                </a:lnTo>
                <a:lnTo>
                  <a:pt x="1571" y="582"/>
                </a:lnTo>
                <a:lnTo>
                  <a:pt x="1571" y="564"/>
                </a:lnTo>
                <a:moveTo>
                  <a:pt x="1575" y="564"/>
                </a:moveTo>
                <a:lnTo>
                  <a:pt x="1575" y="582"/>
                </a:lnTo>
                <a:lnTo>
                  <a:pt x="1574" y="600"/>
                </a:lnTo>
                <a:lnTo>
                  <a:pt x="1572" y="617"/>
                </a:lnTo>
                <a:lnTo>
                  <a:pt x="1569" y="635"/>
                </a:lnTo>
                <a:lnTo>
                  <a:pt x="1565" y="653"/>
                </a:lnTo>
                <a:lnTo>
                  <a:pt x="1561" y="670"/>
                </a:lnTo>
                <a:lnTo>
                  <a:pt x="1556" y="687"/>
                </a:lnTo>
                <a:lnTo>
                  <a:pt x="1550" y="705"/>
                </a:lnTo>
                <a:lnTo>
                  <a:pt x="1544" y="722"/>
                </a:lnTo>
                <a:lnTo>
                  <a:pt x="1537" y="739"/>
                </a:lnTo>
                <a:lnTo>
                  <a:pt x="1529" y="755"/>
                </a:lnTo>
                <a:lnTo>
                  <a:pt x="1520" y="772"/>
                </a:lnTo>
                <a:lnTo>
                  <a:pt x="1510" y="788"/>
                </a:lnTo>
                <a:lnTo>
                  <a:pt x="1500" y="804"/>
                </a:lnTo>
                <a:lnTo>
                  <a:pt x="1489" y="820"/>
                </a:lnTo>
                <a:lnTo>
                  <a:pt x="1478" y="836"/>
                </a:lnTo>
                <a:lnTo>
                  <a:pt x="1466" y="852"/>
                </a:lnTo>
                <a:lnTo>
                  <a:pt x="1453" y="867"/>
                </a:lnTo>
                <a:lnTo>
                  <a:pt x="1439" y="882"/>
                </a:lnTo>
                <a:lnTo>
                  <a:pt x="1425" y="897"/>
                </a:lnTo>
                <a:lnTo>
                  <a:pt x="1410" y="911"/>
                </a:lnTo>
                <a:lnTo>
                  <a:pt x="1394" y="925"/>
                </a:lnTo>
                <a:lnTo>
                  <a:pt x="1378" y="938"/>
                </a:lnTo>
                <a:lnTo>
                  <a:pt x="1362" y="951"/>
                </a:lnTo>
                <a:lnTo>
                  <a:pt x="1345" y="964"/>
                </a:lnTo>
                <a:lnTo>
                  <a:pt x="1327" y="976"/>
                </a:lnTo>
                <a:lnTo>
                  <a:pt x="1309" y="988"/>
                </a:lnTo>
                <a:lnTo>
                  <a:pt x="1290" y="1000"/>
                </a:lnTo>
                <a:lnTo>
                  <a:pt x="1270" y="1011"/>
                </a:lnTo>
                <a:lnTo>
                  <a:pt x="1251" y="1022"/>
                </a:lnTo>
                <a:lnTo>
                  <a:pt x="1230" y="1032"/>
                </a:lnTo>
                <a:lnTo>
                  <a:pt x="1209" y="1041"/>
                </a:lnTo>
                <a:lnTo>
                  <a:pt x="1188" y="1051"/>
                </a:lnTo>
                <a:lnTo>
                  <a:pt x="1166" y="1060"/>
                </a:lnTo>
                <a:lnTo>
                  <a:pt x="1144" y="1068"/>
                </a:lnTo>
                <a:lnTo>
                  <a:pt x="1122" y="1076"/>
                </a:lnTo>
                <a:lnTo>
                  <a:pt x="1100" y="1083"/>
                </a:lnTo>
                <a:lnTo>
                  <a:pt x="1077" y="1090"/>
                </a:lnTo>
                <a:lnTo>
                  <a:pt x="1054" y="1096"/>
                </a:lnTo>
                <a:lnTo>
                  <a:pt x="1030" y="1102"/>
                </a:lnTo>
                <a:lnTo>
                  <a:pt x="1007" y="1107"/>
                </a:lnTo>
                <a:lnTo>
                  <a:pt x="983" y="1112"/>
                </a:lnTo>
                <a:lnTo>
                  <a:pt x="959" y="1116"/>
                </a:lnTo>
                <a:lnTo>
                  <a:pt x="934" y="1119"/>
                </a:lnTo>
                <a:lnTo>
                  <a:pt x="910" y="1122"/>
                </a:lnTo>
                <a:lnTo>
                  <a:pt x="886" y="1125"/>
                </a:lnTo>
                <a:lnTo>
                  <a:pt x="861" y="1127"/>
                </a:lnTo>
                <a:lnTo>
                  <a:pt x="836" y="1128"/>
                </a:lnTo>
                <a:lnTo>
                  <a:pt x="812" y="1129"/>
                </a:lnTo>
                <a:lnTo>
                  <a:pt x="787" y="1129"/>
                </a:lnTo>
                <a:lnTo>
                  <a:pt x="762" y="1129"/>
                </a:lnTo>
                <a:lnTo>
                  <a:pt x="738" y="1128"/>
                </a:lnTo>
                <a:lnTo>
                  <a:pt x="713" y="1127"/>
                </a:lnTo>
                <a:lnTo>
                  <a:pt x="688" y="1125"/>
                </a:lnTo>
                <a:lnTo>
                  <a:pt x="664" y="1122"/>
                </a:lnTo>
                <a:lnTo>
                  <a:pt x="639" y="1119"/>
                </a:lnTo>
                <a:lnTo>
                  <a:pt x="615" y="1116"/>
                </a:lnTo>
                <a:lnTo>
                  <a:pt x="591" y="1112"/>
                </a:lnTo>
                <a:lnTo>
                  <a:pt x="567" y="1107"/>
                </a:lnTo>
                <a:lnTo>
                  <a:pt x="544" y="1102"/>
                </a:lnTo>
                <a:lnTo>
                  <a:pt x="520" y="1096"/>
                </a:lnTo>
                <a:lnTo>
                  <a:pt x="497" y="1090"/>
                </a:lnTo>
                <a:lnTo>
                  <a:pt x="474" y="1083"/>
                </a:lnTo>
                <a:lnTo>
                  <a:pt x="452" y="1076"/>
                </a:lnTo>
                <a:lnTo>
                  <a:pt x="430" y="1068"/>
                </a:lnTo>
                <a:lnTo>
                  <a:pt x="408" y="1060"/>
                </a:lnTo>
                <a:lnTo>
                  <a:pt x="386" y="1051"/>
                </a:lnTo>
                <a:lnTo>
                  <a:pt x="365" y="1041"/>
                </a:lnTo>
                <a:lnTo>
                  <a:pt x="344" y="1032"/>
                </a:lnTo>
                <a:lnTo>
                  <a:pt x="324" y="1022"/>
                </a:lnTo>
                <a:lnTo>
                  <a:pt x="304" y="1011"/>
                </a:lnTo>
                <a:lnTo>
                  <a:pt x="285" y="1000"/>
                </a:lnTo>
                <a:lnTo>
                  <a:pt x="266" y="988"/>
                </a:lnTo>
                <a:lnTo>
                  <a:pt x="248" y="976"/>
                </a:lnTo>
                <a:lnTo>
                  <a:pt x="230" y="964"/>
                </a:lnTo>
                <a:lnTo>
                  <a:pt x="213" y="951"/>
                </a:lnTo>
                <a:lnTo>
                  <a:pt x="196" y="938"/>
                </a:lnTo>
                <a:lnTo>
                  <a:pt x="180" y="925"/>
                </a:lnTo>
                <a:lnTo>
                  <a:pt x="165" y="911"/>
                </a:lnTo>
                <a:lnTo>
                  <a:pt x="150" y="897"/>
                </a:lnTo>
                <a:lnTo>
                  <a:pt x="136" y="882"/>
                </a:lnTo>
                <a:lnTo>
                  <a:pt x="122" y="867"/>
                </a:lnTo>
                <a:lnTo>
                  <a:pt x="109" y="852"/>
                </a:lnTo>
                <a:lnTo>
                  <a:pt x="97" y="836"/>
                </a:lnTo>
                <a:lnTo>
                  <a:pt x="86" y="820"/>
                </a:lnTo>
                <a:lnTo>
                  <a:pt x="75" y="804"/>
                </a:lnTo>
                <a:lnTo>
                  <a:pt x="64" y="788"/>
                </a:lnTo>
                <a:lnTo>
                  <a:pt x="55" y="772"/>
                </a:lnTo>
                <a:lnTo>
                  <a:pt x="46" y="755"/>
                </a:lnTo>
                <a:lnTo>
                  <a:pt x="38" y="739"/>
                </a:lnTo>
                <a:lnTo>
                  <a:pt x="31" y="722"/>
                </a:lnTo>
                <a:lnTo>
                  <a:pt x="24" y="705"/>
                </a:lnTo>
                <a:lnTo>
                  <a:pt x="19" y="687"/>
                </a:lnTo>
                <a:lnTo>
                  <a:pt x="14" y="670"/>
                </a:lnTo>
                <a:lnTo>
                  <a:pt x="9" y="653"/>
                </a:lnTo>
                <a:lnTo>
                  <a:pt x="6" y="635"/>
                </a:lnTo>
                <a:lnTo>
                  <a:pt x="3" y="617"/>
                </a:lnTo>
                <a:lnTo>
                  <a:pt x="1" y="600"/>
                </a:lnTo>
                <a:lnTo>
                  <a:pt x="0" y="582"/>
                </a:lnTo>
                <a:lnTo>
                  <a:pt x="0" y="564"/>
                </a:lnTo>
                <a:lnTo>
                  <a:pt x="0" y="547"/>
                </a:lnTo>
                <a:lnTo>
                  <a:pt x="1" y="529"/>
                </a:lnTo>
                <a:lnTo>
                  <a:pt x="3" y="511"/>
                </a:lnTo>
                <a:lnTo>
                  <a:pt x="6" y="494"/>
                </a:lnTo>
                <a:lnTo>
                  <a:pt x="9" y="476"/>
                </a:lnTo>
                <a:lnTo>
                  <a:pt x="14" y="459"/>
                </a:lnTo>
                <a:lnTo>
                  <a:pt x="19" y="441"/>
                </a:lnTo>
                <a:lnTo>
                  <a:pt x="24" y="424"/>
                </a:lnTo>
                <a:lnTo>
                  <a:pt x="31" y="407"/>
                </a:lnTo>
                <a:lnTo>
                  <a:pt x="38" y="390"/>
                </a:lnTo>
                <a:lnTo>
                  <a:pt x="46" y="373"/>
                </a:lnTo>
                <a:lnTo>
                  <a:pt x="55" y="357"/>
                </a:lnTo>
                <a:lnTo>
                  <a:pt x="64" y="340"/>
                </a:lnTo>
                <a:lnTo>
                  <a:pt x="75" y="324"/>
                </a:lnTo>
                <a:lnTo>
                  <a:pt x="86" y="308"/>
                </a:lnTo>
                <a:lnTo>
                  <a:pt x="97" y="293"/>
                </a:lnTo>
                <a:lnTo>
                  <a:pt x="109" y="277"/>
                </a:lnTo>
                <a:lnTo>
                  <a:pt x="122" y="262"/>
                </a:lnTo>
                <a:lnTo>
                  <a:pt x="136" y="247"/>
                </a:lnTo>
                <a:lnTo>
                  <a:pt x="150" y="233"/>
                </a:lnTo>
                <a:lnTo>
                  <a:pt x="165" y="219"/>
                </a:lnTo>
                <a:lnTo>
                  <a:pt x="180" y="205"/>
                </a:lnTo>
                <a:lnTo>
                  <a:pt x="196" y="191"/>
                </a:lnTo>
                <a:lnTo>
                  <a:pt x="213" y="178"/>
                </a:lnTo>
                <a:lnTo>
                  <a:pt x="230" y="166"/>
                </a:lnTo>
                <a:lnTo>
                  <a:pt x="248" y="153"/>
                </a:lnTo>
                <a:lnTo>
                  <a:pt x="266" y="141"/>
                </a:lnTo>
                <a:lnTo>
                  <a:pt x="285" y="130"/>
                </a:lnTo>
                <a:lnTo>
                  <a:pt x="304" y="119"/>
                </a:lnTo>
                <a:lnTo>
                  <a:pt x="324" y="108"/>
                </a:lnTo>
                <a:lnTo>
                  <a:pt x="344" y="98"/>
                </a:lnTo>
                <a:lnTo>
                  <a:pt x="365" y="88"/>
                </a:lnTo>
                <a:lnTo>
                  <a:pt x="386" y="79"/>
                </a:lnTo>
                <a:lnTo>
                  <a:pt x="408" y="70"/>
                </a:lnTo>
                <a:lnTo>
                  <a:pt x="430" y="62"/>
                </a:lnTo>
                <a:lnTo>
                  <a:pt x="452" y="54"/>
                </a:lnTo>
                <a:lnTo>
                  <a:pt x="474" y="47"/>
                </a:lnTo>
                <a:lnTo>
                  <a:pt x="497" y="40"/>
                </a:lnTo>
                <a:lnTo>
                  <a:pt x="520" y="34"/>
                </a:lnTo>
                <a:lnTo>
                  <a:pt x="544" y="28"/>
                </a:lnTo>
                <a:lnTo>
                  <a:pt x="567" y="23"/>
                </a:lnTo>
                <a:lnTo>
                  <a:pt x="591" y="18"/>
                </a:lnTo>
                <a:lnTo>
                  <a:pt x="615" y="14"/>
                </a:lnTo>
                <a:lnTo>
                  <a:pt x="639" y="10"/>
                </a:lnTo>
                <a:lnTo>
                  <a:pt x="664" y="7"/>
                </a:lnTo>
                <a:lnTo>
                  <a:pt x="688" y="5"/>
                </a:lnTo>
                <a:lnTo>
                  <a:pt x="713" y="3"/>
                </a:lnTo>
                <a:lnTo>
                  <a:pt x="738" y="1"/>
                </a:lnTo>
                <a:lnTo>
                  <a:pt x="762" y="1"/>
                </a:lnTo>
                <a:lnTo>
                  <a:pt x="787" y="0"/>
                </a:lnTo>
                <a:lnTo>
                  <a:pt x="812" y="1"/>
                </a:lnTo>
                <a:lnTo>
                  <a:pt x="836" y="1"/>
                </a:lnTo>
                <a:lnTo>
                  <a:pt x="861" y="3"/>
                </a:lnTo>
                <a:lnTo>
                  <a:pt x="886" y="5"/>
                </a:lnTo>
                <a:lnTo>
                  <a:pt x="910" y="7"/>
                </a:lnTo>
                <a:lnTo>
                  <a:pt x="934" y="10"/>
                </a:lnTo>
                <a:lnTo>
                  <a:pt x="959" y="14"/>
                </a:lnTo>
                <a:lnTo>
                  <a:pt x="983" y="18"/>
                </a:lnTo>
                <a:lnTo>
                  <a:pt x="1007" y="23"/>
                </a:lnTo>
                <a:lnTo>
                  <a:pt x="1030" y="28"/>
                </a:lnTo>
                <a:lnTo>
                  <a:pt x="1054" y="34"/>
                </a:lnTo>
                <a:lnTo>
                  <a:pt x="1077" y="40"/>
                </a:lnTo>
                <a:lnTo>
                  <a:pt x="1100" y="47"/>
                </a:lnTo>
                <a:lnTo>
                  <a:pt x="1122" y="54"/>
                </a:lnTo>
                <a:lnTo>
                  <a:pt x="1144" y="62"/>
                </a:lnTo>
                <a:lnTo>
                  <a:pt x="1166" y="70"/>
                </a:lnTo>
                <a:lnTo>
                  <a:pt x="1188" y="79"/>
                </a:lnTo>
                <a:lnTo>
                  <a:pt x="1209" y="88"/>
                </a:lnTo>
                <a:lnTo>
                  <a:pt x="1230" y="98"/>
                </a:lnTo>
                <a:lnTo>
                  <a:pt x="1251" y="108"/>
                </a:lnTo>
                <a:lnTo>
                  <a:pt x="1270" y="119"/>
                </a:lnTo>
                <a:lnTo>
                  <a:pt x="1290" y="130"/>
                </a:lnTo>
                <a:lnTo>
                  <a:pt x="1309" y="141"/>
                </a:lnTo>
                <a:lnTo>
                  <a:pt x="1327" y="153"/>
                </a:lnTo>
                <a:lnTo>
                  <a:pt x="1345" y="166"/>
                </a:lnTo>
                <a:lnTo>
                  <a:pt x="1362" y="178"/>
                </a:lnTo>
                <a:lnTo>
                  <a:pt x="1378" y="191"/>
                </a:lnTo>
                <a:lnTo>
                  <a:pt x="1394" y="205"/>
                </a:lnTo>
                <a:lnTo>
                  <a:pt x="1410" y="219"/>
                </a:lnTo>
                <a:lnTo>
                  <a:pt x="1425" y="233"/>
                </a:lnTo>
                <a:lnTo>
                  <a:pt x="1439" y="247"/>
                </a:lnTo>
                <a:lnTo>
                  <a:pt x="1453" y="262"/>
                </a:lnTo>
                <a:lnTo>
                  <a:pt x="1466" y="277"/>
                </a:lnTo>
                <a:lnTo>
                  <a:pt x="1478" y="293"/>
                </a:lnTo>
                <a:lnTo>
                  <a:pt x="1489" y="308"/>
                </a:lnTo>
                <a:lnTo>
                  <a:pt x="1500" y="324"/>
                </a:lnTo>
                <a:lnTo>
                  <a:pt x="1510" y="340"/>
                </a:lnTo>
                <a:lnTo>
                  <a:pt x="1520" y="357"/>
                </a:lnTo>
                <a:lnTo>
                  <a:pt x="1529" y="373"/>
                </a:lnTo>
                <a:lnTo>
                  <a:pt x="1537" y="390"/>
                </a:lnTo>
                <a:lnTo>
                  <a:pt x="1544" y="407"/>
                </a:lnTo>
                <a:lnTo>
                  <a:pt x="1550" y="424"/>
                </a:lnTo>
                <a:lnTo>
                  <a:pt x="1556" y="441"/>
                </a:lnTo>
                <a:lnTo>
                  <a:pt x="1561" y="459"/>
                </a:lnTo>
                <a:lnTo>
                  <a:pt x="1565" y="476"/>
                </a:lnTo>
                <a:lnTo>
                  <a:pt x="1569" y="494"/>
                </a:lnTo>
                <a:lnTo>
                  <a:pt x="1572" y="511"/>
                </a:lnTo>
                <a:lnTo>
                  <a:pt x="1574" y="529"/>
                </a:lnTo>
                <a:lnTo>
                  <a:pt x="1575" y="547"/>
                </a:lnTo>
                <a:lnTo>
                  <a:pt x="1575" y="564"/>
                </a:lnTo>
                <a:close/>
              </a:path>
            </a:pathLst>
          </a:custGeom>
          <a:solidFill>
            <a:srgbClr val="ffa7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1" name=""/>
          <p:cNvSpPr/>
          <p:nvPr/>
        </p:nvSpPr>
        <p:spPr>
          <a:xfrm>
            <a:off x="7777800" y="2740320"/>
            <a:ext cx="569880" cy="408240"/>
          </a:xfrm>
          <a:custGeom>
            <a:avLst/>
            <a:gdLst/>
            <a:ahLst/>
            <a:rect l="0" t="0" r="r" b="b"/>
            <a:pathLst>
              <a:path w="1583" h="1134">
                <a:moveTo>
                  <a:pt x="1579" y="566"/>
                </a:moveTo>
                <a:lnTo>
                  <a:pt x="1579" y="549"/>
                </a:lnTo>
                <a:lnTo>
                  <a:pt x="1578" y="531"/>
                </a:lnTo>
                <a:lnTo>
                  <a:pt x="1576" y="513"/>
                </a:lnTo>
                <a:lnTo>
                  <a:pt x="1573" y="496"/>
                </a:lnTo>
                <a:lnTo>
                  <a:pt x="1569" y="478"/>
                </a:lnTo>
                <a:lnTo>
                  <a:pt x="1565" y="461"/>
                </a:lnTo>
                <a:lnTo>
                  <a:pt x="1560" y="443"/>
                </a:lnTo>
                <a:lnTo>
                  <a:pt x="1554" y="426"/>
                </a:lnTo>
                <a:lnTo>
                  <a:pt x="1548" y="409"/>
                </a:lnTo>
                <a:lnTo>
                  <a:pt x="1541" y="392"/>
                </a:lnTo>
                <a:lnTo>
                  <a:pt x="1533" y="375"/>
                </a:lnTo>
                <a:lnTo>
                  <a:pt x="1524" y="359"/>
                </a:lnTo>
                <a:lnTo>
                  <a:pt x="1514" y="342"/>
                </a:lnTo>
                <a:lnTo>
                  <a:pt x="1504" y="326"/>
                </a:lnTo>
                <a:lnTo>
                  <a:pt x="1493" y="310"/>
                </a:lnTo>
                <a:lnTo>
                  <a:pt x="1482" y="295"/>
                </a:lnTo>
                <a:lnTo>
                  <a:pt x="1470" y="279"/>
                </a:lnTo>
                <a:lnTo>
                  <a:pt x="1457" y="264"/>
                </a:lnTo>
                <a:lnTo>
                  <a:pt x="1443" y="249"/>
                </a:lnTo>
                <a:lnTo>
                  <a:pt x="1429" y="235"/>
                </a:lnTo>
                <a:lnTo>
                  <a:pt x="1414" y="221"/>
                </a:lnTo>
                <a:lnTo>
                  <a:pt x="1398" y="207"/>
                </a:lnTo>
                <a:lnTo>
                  <a:pt x="1382" y="193"/>
                </a:lnTo>
                <a:lnTo>
                  <a:pt x="1366" y="180"/>
                </a:lnTo>
                <a:lnTo>
                  <a:pt x="1349" y="168"/>
                </a:lnTo>
                <a:lnTo>
                  <a:pt x="1330" y="155"/>
                </a:lnTo>
                <a:lnTo>
                  <a:pt x="1312" y="143"/>
                </a:lnTo>
                <a:lnTo>
                  <a:pt x="1293" y="132"/>
                </a:lnTo>
                <a:lnTo>
                  <a:pt x="1273" y="121"/>
                </a:lnTo>
                <a:lnTo>
                  <a:pt x="1254" y="110"/>
                </a:lnTo>
                <a:lnTo>
                  <a:pt x="1233" y="100"/>
                </a:lnTo>
                <a:lnTo>
                  <a:pt x="1213" y="90"/>
                </a:lnTo>
                <a:lnTo>
                  <a:pt x="1192" y="81"/>
                </a:lnTo>
                <a:lnTo>
                  <a:pt x="1170" y="72"/>
                </a:lnTo>
                <a:lnTo>
                  <a:pt x="1148" y="64"/>
                </a:lnTo>
                <a:lnTo>
                  <a:pt x="1126" y="56"/>
                </a:lnTo>
                <a:lnTo>
                  <a:pt x="1104" y="49"/>
                </a:lnTo>
                <a:lnTo>
                  <a:pt x="1081" y="42"/>
                </a:lnTo>
                <a:lnTo>
                  <a:pt x="1058" y="36"/>
                </a:lnTo>
                <a:lnTo>
                  <a:pt x="1034" y="30"/>
                </a:lnTo>
                <a:lnTo>
                  <a:pt x="1011" y="25"/>
                </a:lnTo>
                <a:lnTo>
                  <a:pt x="987" y="20"/>
                </a:lnTo>
                <a:lnTo>
                  <a:pt x="963" y="16"/>
                </a:lnTo>
                <a:lnTo>
                  <a:pt x="938" y="12"/>
                </a:lnTo>
                <a:lnTo>
                  <a:pt x="914" y="9"/>
                </a:lnTo>
                <a:lnTo>
                  <a:pt x="890" y="7"/>
                </a:lnTo>
                <a:lnTo>
                  <a:pt x="865" y="5"/>
                </a:lnTo>
                <a:lnTo>
                  <a:pt x="840" y="3"/>
                </a:lnTo>
                <a:lnTo>
                  <a:pt x="816" y="3"/>
                </a:lnTo>
                <a:lnTo>
                  <a:pt x="791" y="2"/>
                </a:lnTo>
                <a:lnTo>
                  <a:pt x="766" y="3"/>
                </a:lnTo>
                <a:lnTo>
                  <a:pt x="742" y="3"/>
                </a:lnTo>
                <a:lnTo>
                  <a:pt x="717" y="5"/>
                </a:lnTo>
                <a:lnTo>
                  <a:pt x="692" y="7"/>
                </a:lnTo>
                <a:lnTo>
                  <a:pt x="668" y="9"/>
                </a:lnTo>
                <a:lnTo>
                  <a:pt x="643" y="12"/>
                </a:lnTo>
                <a:lnTo>
                  <a:pt x="619" y="16"/>
                </a:lnTo>
                <a:lnTo>
                  <a:pt x="595" y="20"/>
                </a:lnTo>
                <a:lnTo>
                  <a:pt x="571" y="25"/>
                </a:lnTo>
                <a:lnTo>
                  <a:pt x="548" y="30"/>
                </a:lnTo>
                <a:lnTo>
                  <a:pt x="524" y="36"/>
                </a:lnTo>
                <a:lnTo>
                  <a:pt x="501" y="42"/>
                </a:lnTo>
                <a:lnTo>
                  <a:pt x="478" y="49"/>
                </a:lnTo>
                <a:lnTo>
                  <a:pt x="456" y="56"/>
                </a:lnTo>
                <a:lnTo>
                  <a:pt x="434" y="64"/>
                </a:lnTo>
                <a:lnTo>
                  <a:pt x="412" y="72"/>
                </a:lnTo>
                <a:lnTo>
                  <a:pt x="390" y="81"/>
                </a:lnTo>
                <a:lnTo>
                  <a:pt x="369" y="90"/>
                </a:lnTo>
                <a:lnTo>
                  <a:pt x="348" y="100"/>
                </a:lnTo>
                <a:lnTo>
                  <a:pt x="328" y="110"/>
                </a:lnTo>
                <a:lnTo>
                  <a:pt x="308" y="121"/>
                </a:lnTo>
                <a:lnTo>
                  <a:pt x="289" y="132"/>
                </a:lnTo>
                <a:lnTo>
                  <a:pt x="270" y="143"/>
                </a:lnTo>
                <a:lnTo>
                  <a:pt x="252" y="155"/>
                </a:lnTo>
                <a:lnTo>
                  <a:pt x="234" y="168"/>
                </a:lnTo>
                <a:lnTo>
                  <a:pt x="217" y="180"/>
                </a:lnTo>
                <a:lnTo>
                  <a:pt x="200" y="193"/>
                </a:lnTo>
                <a:lnTo>
                  <a:pt x="184" y="207"/>
                </a:lnTo>
                <a:lnTo>
                  <a:pt x="169" y="221"/>
                </a:lnTo>
                <a:lnTo>
                  <a:pt x="154" y="235"/>
                </a:lnTo>
                <a:lnTo>
                  <a:pt x="140" y="249"/>
                </a:lnTo>
                <a:lnTo>
                  <a:pt x="126" y="264"/>
                </a:lnTo>
                <a:lnTo>
                  <a:pt x="113" y="279"/>
                </a:lnTo>
                <a:lnTo>
                  <a:pt x="101" y="295"/>
                </a:lnTo>
                <a:lnTo>
                  <a:pt x="90" y="310"/>
                </a:lnTo>
                <a:lnTo>
                  <a:pt x="79" y="326"/>
                </a:lnTo>
                <a:lnTo>
                  <a:pt x="68" y="342"/>
                </a:lnTo>
                <a:lnTo>
                  <a:pt x="59" y="359"/>
                </a:lnTo>
                <a:lnTo>
                  <a:pt x="50" y="375"/>
                </a:lnTo>
                <a:lnTo>
                  <a:pt x="42" y="392"/>
                </a:lnTo>
                <a:lnTo>
                  <a:pt x="35" y="409"/>
                </a:lnTo>
                <a:lnTo>
                  <a:pt x="28" y="426"/>
                </a:lnTo>
                <a:lnTo>
                  <a:pt x="23" y="443"/>
                </a:lnTo>
                <a:lnTo>
                  <a:pt x="18" y="461"/>
                </a:lnTo>
                <a:lnTo>
                  <a:pt x="13" y="478"/>
                </a:lnTo>
                <a:lnTo>
                  <a:pt x="10" y="496"/>
                </a:lnTo>
                <a:lnTo>
                  <a:pt x="7" y="513"/>
                </a:lnTo>
                <a:lnTo>
                  <a:pt x="5" y="531"/>
                </a:lnTo>
                <a:lnTo>
                  <a:pt x="4" y="549"/>
                </a:lnTo>
                <a:lnTo>
                  <a:pt x="4" y="566"/>
                </a:lnTo>
                <a:lnTo>
                  <a:pt x="4" y="584"/>
                </a:lnTo>
                <a:lnTo>
                  <a:pt x="5" y="602"/>
                </a:lnTo>
                <a:lnTo>
                  <a:pt x="7" y="619"/>
                </a:lnTo>
                <a:lnTo>
                  <a:pt x="10" y="637"/>
                </a:lnTo>
                <a:lnTo>
                  <a:pt x="13" y="655"/>
                </a:lnTo>
                <a:lnTo>
                  <a:pt x="18" y="672"/>
                </a:lnTo>
                <a:lnTo>
                  <a:pt x="23" y="689"/>
                </a:lnTo>
                <a:lnTo>
                  <a:pt x="28" y="707"/>
                </a:lnTo>
                <a:lnTo>
                  <a:pt x="35" y="724"/>
                </a:lnTo>
                <a:lnTo>
                  <a:pt x="42" y="741"/>
                </a:lnTo>
                <a:lnTo>
                  <a:pt x="50" y="757"/>
                </a:lnTo>
                <a:lnTo>
                  <a:pt x="59" y="774"/>
                </a:lnTo>
                <a:lnTo>
                  <a:pt x="68" y="790"/>
                </a:lnTo>
                <a:lnTo>
                  <a:pt x="79" y="806"/>
                </a:lnTo>
                <a:lnTo>
                  <a:pt x="90" y="822"/>
                </a:lnTo>
                <a:lnTo>
                  <a:pt x="101" y="838"/>
                </a:lnTo>
                <a:lnTo>
                  <a:pt x="113" y="853"/>
                </a:lnTo>
                <a:lnTo>
                  <a:pt x="126" y="868"/>
                </a:lnTo>
                <a:lnTo>
                  <a:pt x="140" y="883"/>
                </a:lnTo>
                <a:lnTo>
                  <a:pt x="154" y="899"/>
                </a:lnTo>
                <a:lnTo>
                  <a:pt x="169" y="913"/>
                </a:lnTo>
                <a:lnTo>
                  <a:pt x="184" y="927"/>
                </a:lnTo>
                <a:lnTo>
                  <a:pt x="200" y="940"/>
                </a:lnTo>
                <a:lnTo>
                  <a:pt x="217" y="953"/>
                </a:lnTo>
                <a:lnTo>
                  <a:pt x="234" y="966"/>
                </a:lnTo>
                <a:lnTo>
                  <a:pt x="252" y="978"/>
                </a:lnTo>
                <a:lnTo>
                  <a:pt x="270" y="990"/>
                </a:lnTo>
                <a:lnTo>
                  <a:pt x="289" y="1002"/>
                </a:lnTo>
                <a:lnTo>
                  <a:pt x="308" y="1013"/>
                </a:lnTo>
                <a:lnTo>
                  <a:pt x="328" y="1024"/>
                </a:lnTo>
                <a:lnTo>
                  <a:pt x="348" y="1034"/>
                </a:lnTo>
                <a:lnTo>
                  <a:pt x="369" y="1043"/>
                </a:lnTo>
                <a:lnTo>
                  <a:pt x="390" y="1053"/>
                </a:lnTo>
                <a:lnTo>
                  <a:pt x="412" y="1062"/>
                </a:lnTo>
                <a:lnTo>
                  <a:pt x="434" y="1070"/>
                </a:lnTo>
                <a:lnTo>
                  <a:pt x="456" y="1078"/>
                </a:lnTo>
                <a:lnTo>
                  <a:pt x="478" y="1085"/>
                </a:lnTo>
                <a:lnTo>
                  <a:pt x="501" y="1092"/>
                </a:lnTo>
                <a:lnTo>
                  <a:pt x="524" y="1098"/>
                </a:lnTo>
                <a:lnTo>
                  <a:pt x="548" y="1104"/>
                </a:lnTo>
                <a:lnTo>
                  <a:pt x="571" y="1109"/>
                </a:lnTo>
                <a:lnTo>
                  <a:pt x="595" y="1114"/>
                </a:lnTo>
                <a:lnTo>
                  <a:pt x="619" y="1118"/>
                </a:lnTo>
                <a:lnTo>
                  <a:pt x="643" y="1121"/>
                </a:lnTo>
                <a:lnTo>
                  <a:pt x="668" y="1124"/>
                </a:lnTo>
                <a:lnTo>
                  <a:pt x="692" y="1127"/>
                </a:lnTo>
                <a:lnTo>
                  <a:pt x="717" y="1129"/>
                </a:lnTo>
                <a:lnTo>
                  <a:pt x="742" y="1130"/>
                </a:lnTo>
                <a:lnTo>
                  <a:pt x="766" y="1131"/>
                </a:lnTo>
                <a:lnTo>
                  <a:pt x="791" y="1131"/>
                </a:lnTo>
                <a:lnTo>
                  <a:pt x="816" y="1131"/>
                </a:lnTo>
                <a:lnTo>
                  <a:pt x="840" y="1130"/>
                </a:lnTo>
                <a:lnTo>
                  <a:pt x="865" y="1129"/>
                </a:lnTo>
                <a:lnTo>
                  <a:pt x="890" y="1127"/>
                </a:lnTo>
                <a:lnTo>
                  <a:pt x="914" y="1124"/>
                </a:lnTo>
                <a:lnTo>
                  <a:pt x="938" y="1121"/>
                </a:lnTo>
                <a:lnTo>
                  <a:pt x="963" y="1118"/>
                </a:lnTo>
                <a:lnTo>
                  <a:pt x="987" y="1114"/>
                </a:lnTo>
                <a:lnTo>
                  <a:pt x="1011" y="1109"/>
                </a:lnTo>
                <a:lnTo>
                  <a:pt x="1034" y="1104"/>
                </a:lnTo>
                <a:lnTo>
                  <a:pt x="1058" y="1098"/>
                </a:lnTo>
                <a:lnTo>
                  <a:pt x="1081" y="1092"/>
                </a:lnTo>
                <a:lnTo>
                  <a:pt x="1104" y="1085"/>
                </a:lnTo>
                <a:lnTo>
                  <a:pt x="1126" y="1078"/>
                </a:lnTo>
                <a:lnTo>
                  <a:pt x="1148" y="1070"/>
                </a:lnTo>
                <a:lnTo>
                  <a:pt x="1170" y="1062"/>
                </a:lnTo>
                <a:lnTo>
                  <a:pt x="1192" y="1053"/>
                </a:lnTo>
                <a:lnTo>
                  <a:pt x="1213" y="1043"/>
                </a:lnTo>
                <a:lnTo>
                  <a:pt x="1233" y="1034"/>
                </a:lnTo>
                <a:lnTo>
                  <a:pt x="1254" y="1024"/>
                </a:lnTo>
                <a:lnTo>
                  <a:pt x="1273" y="1013"/>
                </a:lnTo>
                <a:lnTo>
                  <a:pt x="1293" y="1002"/>
                </a:lnTo>
                <a:lnTo>
                  <a:pt x="1312" y="990"/>
                </a:lnTo>
                <a:lnTo>
                  <a:pt x="1330" y="978"/>
                </a:lnTo>
                <a:lnTo>
                  <a:pt x="1349" y="966"/>
                </a:lnTo>
                <a:lnTo>
                  <a:pt x="1366" y="953"/>
                </a:lnTo>
                <a:lnTo>
                  <a:pt x="1382" y="940"/>
                </a:lnTo>
                <a:lnTo>
                  <a:pt x="1398" y="927"/>
                </a:lnTo>
                <a:lnTo>
                  <a:pt x="1414" y="913"/>
                </a:lnTo>
                <a:lnTo>
                  <a:pt x="1429" y="899"/>
                </a:lnTo>
                <a:lnTo>
                  <a:pt x="1443" y="883"/>
                </a:lnTo>
                <a:lnTo>
                  <a:pt x="1457" y="868"/>
                </a:lnTo>
                <a:lnTo>
                  <a:pt x="1470" y="853"/>
                </a:lnTo>
                <a:lnTo>
                  <a:pt x="1482" y="838"/>
                </a:lnTo>
                <a:lnTo>
                  <a:pt x="1493" y="822"/>
                </a:lnTo>
                <a:lnTo>
                  <a:pt x="1504" y="806"/>
                </a:lnTo>
                <a:lnTo>
                  <a:pt x="1514" y="790"/>
                </a:lnTo>
                <a:lnTo>
                  <a:pt x="1524" y="774"/>
                </a:lnTo>
                <a:lnTo>
                  <a:pt x="1533" y="757"/>
                </a:lnTo>
                <a:lnTo>
                  <a:pt x="1541" y="741"/>
                </a:lnTo>
                <a:lnTo>
                  <a:pt x="1548" y="724"/>
                </a:lnTo>
                <a:lnTo>
                  <a:pt x="1554" y="707"/>
                </a:lnTo>
                <a:lnTo>
                  <a:pt x="1560" y="689"/>
                </a:lnTo>
                <a:lnTo>
                  <a:pt x="1565" y="672"/>
                </a:lnTo>
                <a:lnTo>
                  <a:pt x="1569" y="655"/>
                </a:lnTo>
                <a:lnTo>
                  <a:pt x="1573" y="637"/>
                </a:lnTo>
                <a:lnTo>
                  <a:pt x="1576" y="619"/>
                </a:lnTo>
                <a:lnTo>
                  <a:pt x="1578" y="602"/>
                </a:lnTo>
                <a:lnTo>
                  <a:pt x="1579" y="584"/>
                </a:lnTo>
                <a:lnTo>
                  <a:pt x="1579" y="566"/>
                </a:lnTo>
                <a:moveTo>
                  <a:pt x="1583" y="566"/>
                </a:moveTo>
                <a:lnTo>
                  <a:pt x="1583" y="584"/>
                </a:lnTo>
                <a:lnTo>
                  <a:pt x="1581" y="602"/>
                </a:lnTo>
                <a:lnTo>
                  <a:pt x="1580" y="620"/>
                </a:lnTo>
                <a:lnTo>
                  <a:pt x="1577" y="637"/>
                </a:lnTo>
                <a:lnTo>
                  <a:pt x="1573" y="655"/>
                </a:lnTo>
                <a:lnTo>
                  <a:pt x="1569" y="672"/>
                </a:lnTo>
                <a:lnTo>
                  <a:pt x="1564" y="690"/>
                </a:lnTo>
                <a:lnTo>
                  <a:pt x="1558" y="707"/>
                </a:lnTo>
                <a:lnTo>
                  <a:pt x="1552" y="724"/>
                </a:lnTo>
                <a:lnTo>
                  <a:pt x="1544" y="741"/>
                </a:lnTo>
                <a:lnTo>
                  <a:pt x="1536" y="758"/>
                </a:lnTo>
                <a:lnTo>
                  <a:pt x="1527" y="775"/>
                </a:lnTo>
                <a:lnTo>
                  <a:pt x="1518" y="791"/>
                </a:lnTo>
                <a:lnTo>
                  <a:pt x="1508" y="808"/>
                </a:lnTo>
                <a:lnTo>
                  <a:pt x="1497" y="824"/>
                </a:lnTo>
                <a:lnTo>
                  <a:pt x="1485" y="839"/>
                </a:lnTo>
                <a:lnTo>
                  <a:pt x="1473" y="855"/>
                </a:lnTo>
                <a:lnTo>
                  <a:pt x="1460" y="870"/>
                </a:lnTo>
                <a:lnTo>
                  <a:pt x="1446" y="885"/>
                </a:lnTo>
                <a:lnTo>
                  <a:pt x="1432" y="900"/>
                </a:lnTo>
                <a:lnTo>
                  <a:pt x="1417" y="915"/>
                </a:lnTo>
                <a:lnTo>
                  <a:pt x="1401" y="929"/>
                </a:lnTo>
                <a:lnTo>
                  <a:pt x="1385" y="942"/>
                </a:lnTo>
                <a:lnTo>
                  <a:pt x="1369" y="955"/>
                </a:lnTo>
                <a:lnTo>
                  <a:pt x="1351" y="968"/>
                </a:lnTo>
                <a:lnTo>
                  <a:pt x="1332" y="980"/>
                </a:lnTo>
                <a:lnTo>
                  <a:pt x="1314" y="992"/>
                </a:lnTo>
                <a:lnTo>
                  <a:pt x="1295" y="1004"/>
                </a:lnTo>
                <a:lnTo>
                  <a:pt x="1276" y="1015"/>
                </a:lnTo>
                <a:lnTo>
                  <a:pt x="1256" y="1026"/>
                </a:lnTo>
                <a:lnTo>
                  <a:pt x="1236" y="1036"/>
                </a:lnTo>
                <a:lnTo>
                  <a:pt x="1215" y="1046"/>
                </a:lnTo>
                <a:lnTo>
                  <a:pt x="1194" y="1055"/>
                </a:lnTo>
                <a:lnTo>
                  <a:pt x="1172" y="1064"/>
                </a:lnTo>
                <a:lnTo>
                  <a:pt x="1150" y="1072"/>
                </a:lnTo>
                <a:lnTo>
                  <a:pt x="1128" y="1080"/>
                </a:lnTo>
                <a:lnTo>
                  <a:pt x="1105" y="1087"/>
                </a:lnTo>
                <a:lnTo>
                  <a:pt x="1082" y="1094"/>
                </a:lnTo>
                <a:lnTo>
                  <a:pt x="1059" y="1101"/>
                </a:lnTo>
                <a:lnTo>
                  <a:pt x="1035" y="1106"/>
                </a:lnTo>
                <a:lnTo>
                  <a:pt x="1012" y="1112"/>
                </a:lnTo>
                <a:lnTo>
                  <a:pt x="988" y="1116"/>
                </a:lnTo>
                <a:lnTo>
                  <a:pt x="964" y="1120"/>
                </a:lnTo>
                <a:lnTo>
                  <a:pt x="939" y="1124"/>
                </a:lnTo>
                <a:lnTo>
                  <a:pt x="915" y="1127"/>
                </a:lnTo>
                <a:lnTo>
                  <a:pt x="890" y="1130"/>
                </a:lnTo>
                <a:lnTo>
                  <a:pt x="865" y="1132"/>
                </a:lnTo>
                <a:lnTo>
                  <a:pt x="841" y="1133"/>
                </a:lnTo>
                <a:lnTo>
                  <a:pt x="816" y="1134"/>
                </a:lnTo>
                <a:lnTo>
                  <a:pt x="791" y="1134"/>
                </a:lnTo>
                <a:lnTo>
                  <a:pt x="766" y="1134"/>
                </a:lnTo>
                <a:lnTo>
                  <a:pt x="741" y="1133"/>
                </a:lnTo>
                <a:lnTo>
                  <a:pt x="717" y="1132"/>
                </a:lnTo>
                <a:lnTo>
                  <a:pt x="692" y="1130"/>
                </a:lnTo>
                <a:lnTo>
                  <a:pt x="667" y="1127"/>
                </a:lnTo>
                <a:lnTo>
                  <a:pt x="643" y="1124"/>
                </a:lnTo>
                <a:lnTo>
                  <a:pt x="618" y="1120"/>
                </a:lnTo>
                <a:lnTo>
                  <a:pt x="594" y="1116"/>
                </a:lnTo>
                <a:lnTo>
                  <a:pt x="570" y="1112"/>
                </a:lnTo>
                <a:lnTo>
                  <a:pt x="546" y="1106"/>
                </a:lnTo>
                <a:lnTo>
                  <a:pt x="523" y="1101"/>
                </a:lnTo>
                <a:lnTo>
                  <a:pt x="500" y="1094"/>
                </a:lnTo>
                <a:lnTo>
                  <a:pt x="477" y="1087"/>
                </a:lnTo>
                <a:lnTo>
                  <a:pt x="454" y="1080"/>
                </a:lnTo>
                <a:lnTo>
                  <a:pt x="432" y="1072"/>
                </a:lnTo>
                <a:lnTo>
                  <a:pt x="410" y="1064"/>
                </a:lnTo>
                <a:lnTo>
                  <a:pt x="388" y="1055"/>
                </a:lnTo>
                <a:lnTo>
                  <a:pt x="367" y="1046"/>
                </a:lnTo>
                <a:lnTo>
                  <a:pt x="346" y="1036"/>
                </a:lnTo>
                <a:lnTo>
                  <a:pt x="326" y="1026"/>
                </a:lnTo>
                <a:lnTo>
                  <a:pt x="306" y="1015"/>
                </a:lnTo>
                <a:lnTo>
                  <a:pt x="287" y="1004"/>
                </a:lnTo>
                <a:lnTo>
                  <a:pt x="268" y="992"/>
                </a:lnTo>
                <a:lnTo>
                  <a:pt x="249" y="980"/>
                </a:lnTo>
                <a:lnTo>
                  <a:pt x="232" y="968"/>
                </a:lnTo>
                <a:lnTo>
                  <a:pt x="214" y="955"/>
                </a:lnTo>
                <a:lnTo>
                  <a:pt x="198" y="942"/>
                </a:lnTo>
                <a:lnTo>
                  <a:pt x="181" y="929"/>
                </a:lnTo>
                <a:lnTo>
                  <a:pt x="166" y="915"/>
                </a:lnTo>
                <a:lnTo>
                  <a:pt x="151" y="900"/>
                </a:lnTo>
                <a:lnTo>
                  <a:pt x="137" y="885"/>
                </a:lnTo>
                <a:lnTo>
                  <a:pt x="123" y="870"/>
                </a:lnTo>
                <a:lnTo>
                  <a:pt x="110" y="855"/>
                </a:lnTo>
                <a:lnTo>
                  <a:pt x="98" y="839"/>
                </a:lnTo>
                <a:lnTo>
                  <a:pt x="86" y="824"/>
                </a:lnTo>
                <a:lnTo>
                  <a:pt x="75" y="808"/>
                </a:lnTo>
                <a:lnTo>
                  <a:pt x="65" y="791"/>
                </a:lnTo>
                <a:lnTo>
                  <a:pt x="55" y="775"/>
                </a:lnTo>
                <a:lnTo>
                  <a:pt x="47" y="758"/>
                </a:lnTo>
                <a:lnTo>
                  <a:pt x="39" y="741"/>
                </a:lnTo>
                <a:lnTo>
                  <a:pt x="31" y="724"/>
                </a:lnTo>
                <a:lnTo>
                  <a:pt x="25" y="707"/>
                </a:lnTo>
                <a:lnTo>
                  <a:pt x="19" y="690"/>
                </a:lnTo>
                <a:lnTo>
                  <a:pt x="14" y="672"/>
                </a:lnTo>
                <a:lnTo>
                  <a:pt x="10" y="655"/>
                </a:lnTo>
                <a:lnTo>
                  <a:pt x="6" y="637"/>
                </a:lnTo>
                <a:lnTo>
                  <a:pt x="3" y="620"/>
                </a:lnTo>
                <a:lnTo>
                  <a:pt x="1" y="602"/>
                </a:lnTo>
                <a:lnTo>
                  <a:pt x="0" y="584"/>
                </a:lnTo>
                <a:lnTo>
                  <a:pt x="0" y="566"/>
                </a:lnTo>
                <a:lnTo>
                  <a:pt x="0" y="548"/>
                </a:lnTo>
                <a:lnTo>
                  <a:pt x="1" y="531"/>
                </a:lnTo>
                <a:lnTo>
                  <a:pt x="3" y="513"/>
                </a:lnTo>
                <a:lnTo>
                  <a:pt x="6" y="495"/>
                </a:lnTo>
                <a:lnTo>
                  <a:pt x="10" y="478"/>
                </a:lnTo>
                <a:lnTo>
                  <a:pt x="14" y="460"/>
                </a:lnTo>
                <a:lnTo>
                  <a:pt x="19" y="443"/>
                </a:lnTo>
                <a:lnTo>
                  <a:pt x="25" y="425"/>
                </a:lnTo>
                <a:lnTo>
                  <a:pt x="31" y="408"/>
                </a:lnTo>
                <a:lnTo>
                  <a:pt x="39" y="391"/>
                </a:lnTo>
                <a:lnTo>
                  <a:pt x="47" y="374"/>
                </a:lnTo>
                <a:lnTo>
                  <a:pt x="55" y="358"/>
                </a:lnTo>
                <a:lnTo>
                  <a:pt x="65" y="341"/>
                </a:lnTo>
                <a:lnTo>
                  <a:pt x="75" y="325"/>
                </a:lnTo>
                <a:lnTo>
                  <a:pt x="86" y="309"/>
                </a:lnTo>
                <a:lnTo>
                  <a:pt x="98" y="293"/>
                </a:lnTo>
                <a:lnTo>
                  <a:pt x="110" y="278"/>
                </a:lnTo>
                <a:lnTo>
                  <a:pt x="123" y="263"/>
                </a:lnTo>
                <a:lnTo>
                  <a:pt x="137" y="248"/>
                </a:lnTo>
                <a:lnTo>
                  <a:pt x="151" y="233"/>
                </a:lnTo>
                <a:lnTo>
                  <a:pt x="166" y="219"/>
                </a:lnTo>
                <a:lnTo>
                  <a:pt x="181" y="205"/>
                </a:lnTo>
                <a:lnTo>
                  <a:pt x="198" y="192"/>
                </a:lnTo>
                <a:lnTo>
                  <a:pt x="214" y="178"/>
                </a:lnTo>
                <a:lnTo>
                  <a:pt x="232" y="166"/>
                </a:lnTo>
                <a:lnTo>
                  <a:pt x="249" y="153"/>
                </a:lnTo>
                <a:lnTo>
                  <a:pt x="268" y="141"/>
                </a:lnTo>
                <a:lnTo>
                  <a:pt x="287" y="130"/>
                </a:lnTo>
                <a:lnTo>
                  <a:pt x="306" y="118"/>
                </a:lnTo>
                <a:lnTo>
                  <a:pt x="326" y="108"/>
                </a:lnTo>
                <a:lnTo>
                  <a:pt x="346" y="98"/>
                </a:lnTo>
                <a:lnTo>
                  <a:pt x="367" y="88"/>
                </a:lnTo>
                <a:lnTo>
                  <a:pt x="388" y="78"/>
                </a:lnTo>
                <a:lnTo>
                  <a:pt x="410" y="70"/>
                </a:lnTo>
                <a:lnTo>
                  <a:pt x="432" y="61"/>
                </a:lnTo>
                <a:lnTo>
                  <a:pt x="454" y="54"/>
                </a:lnTo>
                <a:lnTo>
                  <a:pt x="477" y="46"/>
                </a:lnTo>
                <a:lnTo>
                  <a:pt x="500" y="39"/>
                </a:lnTo>
                <a:lnTo>
                  <a:pt x="523" y="33"/>
                </a:lnTo>
                <a:lnTo>
                  <a:pt x="546" y="27"/>
                </a:lnTo>
                <a:lnTo>
                  <a:pt x="570" y="22"/>
                </a:lnTo>
                <a:lnTo>
                  <a:pt x="594" y="17"/>
                </a:lnTo>
                <a:lnTo>
                  <a:pt x="618" y="13"/>
                </a:lnTo>
                <a:lnTo>
                  <a:pt x="643" y="10"/>
                </a:lnTo>
                <a:lnTo>
                  <a:pt x="667" y="7"/>
                </a:lnTo>
                <a:lnTo>
                  <a:pt x="692" y="4"/>
                </a:lnTo>
                <a:lnTo>
                  <a:pt x="717" y="2"/>
                </a:lnTo>
                <a:lnTo>
                  <a:pt x="741" y="1"/>
                </a:lnTo>
                <a:lnTo>
                  <a:pt x="766" y="0"/>
                </a:lnTo>
                <a:lnTo>
                  <a:pt x="791" y="0"/>
                </a:lnTo>
                <a:lnTo>
                  <a:pt x="816" y="0"/>
                </a:lnTo>
                <a:lnTo>
                  <a:pt x="841" y="1"/>
                </a:lnTo>
                <a:lnTo>
                  <a:pt x="865" y="2"/>
                </a:lnTo>
                <a:lnTo>
                  <a:pt x="890" y="4"/>
                </a:lnTo>
                <a:lnTo>
                  <a:pt x="915" y="7"/>
                </a:lnTo>
                <a:lnTo>
                  <a:pt x="939" y="10"/>
                </a:lnTo>
                <a:lnTo>
                  <a:pt x="964" y="13"/>
                </a:lnTo>
                <a:lnTo>
                  <a:pt x="988" y="17"/>
                </a:lnTo>
                <a:lnTo>
                  <a:pt x="1012" y="22"/>
                </a:lnTo>
                <a:lnTo>
                  <a:pt x="1035" y="27"/>
                </a:lnTo>
                <a:lnTo>
                  <a:pt x="1059" y="33"/>
                </a:lnTo>
                <a:lnTo>
                  <a:pt x="1082" y="39"/>
                </a:lnTo>
                <a:lnTo>
                  <a:pt x="1105" y="46"/>
                </a:lnTo>
                <a:lnTo>
                  <a:pt x="1128" y="54"/>
                </a:lnTo>
                <a:lnTo>
                  <a:pt x="1150" y="61"/>
                </a:lnTo>
                <a:lnTo>
                  <a:pt x="1172" y="70"/>
                </a:lnTo>
                <a:lnTo>
                  <a:pt x="1194" y="78"/>
                </a:lnTo>
                <a:lnTo>
                  <a:pt x="1215" y="88"/>
                </a:lnTo>
                <a:lnTo>
                  <a:pt x="1236" y="98"/>
                </a:lnTo>
                <a:lnTo>
                  <a:pt x="1256" y="108"/>
                </a:lnTo>
                <a:lnTo>
                  <a:pt x="1276" y="118"/>
                </a:lnTo>
                <a:lnTo>
                  <a:pt x="1295" y="130"/>
                </a:lnTo>
                <a:lnTo>
                  <a:pt x="1314" y="141"/>
                </a:lnTo>
                <a:lnTo>
                  <a:pt x="1332" y="153"/>
                </a:lnTo>
                <a:lnTo>
                  <a:pt x="1351" y="166"/>
                </a:lnTo>
                <a:lnTo>
                  <a:pt x="1369" y="178"/>
                </a:lnTo>
                <a:lnTo>
                  <a:pt x="1385" y="192"/>
                </a:lnTo>
                <a:lnTo>
                  <a:pt x="1401" y="205"/>
                </a:lnTo>
                <a:lnTo>
                  <a:pt x="1417" y="219"/>
                </a:lnTo>
                <a:lnTo>
                  <a:pt x="1432" y="233"/>
                </a:lnTo>
                <a:lnTo>
                  <a:pt x="1446" y="248"/>
                </a:lnTo>
                <a:lnTo>
                  <a:pt x="1460" y="263"/>
                </a:lnTo>
                <a:lnTo>
                  <a:pt x="1473" y="278"/>
                </a:lnTo>
                <a:lnTo>
                  <a:pt x="1485" y="293"/>
                </a:lnTo>
                <a:lnTo>
                  <a:pt x="1497" y="309"/>
                </a:lnTo>
                <a:lnTo>
                  <a:pt x="1508" y="325"/>
                </a:lnTo>
                <a:lnTo>
                  <a:pt x="1518" y="341"/>
                </a:lnTo>
                <a:lnTo>
                  <a:pt x="1527" y="358"/>
                </a:lnTo>
                <a:lnTo>
                  <a:pt x="1536" y="374"/>
                </a:lnTo>
                <a:lnTo>
                  <a:pt x="1544" y="391"/>
                </a:lnTo>
                <a:lnTo>
                  <a:pt x="1552" y="408"/>
                </a:lnTo>
                <a:lnTo>
                  <a:pt x="1558" y="425"/>
                </a:lnTo>
                <a:lnTo>
                  <a:pt x="1564" y="443"/>
                </a:lnTo>
                <a:lnTo>
                  <a:pt x="1569" y="460"/>
                </a:lnTo>
                <a:lnTo>
                  <a:pt x="1573" y="478"/>
                </a:lnTo>
                <a:lnTo>
                  <a:pt x="1577" y="495"/>
                </a:lnTo>
                <a:lnTo>
                  <a:pt x="1580" y="513"/>
                </a:lnTo>
                <a:lnTo>
                  <a:pt x="1581" y="531"/>
                </a:lnTo>
                <a:lnTo>
                  <a:pt x="1583" y="548"/>
                </a:lnTo>
                <a:lnTo>
                  <a:pt x="1583" y="566"/>
                </a:lnTo>
                <a:close/>
              </a:path>
            </a:pathLst>
          </a:custGeom>
          <a:solidFill>
            <a:srgbClr val="ffa7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2" name=""/>
          <p:cNvSpPr/>
          <p:nvPr/>
        </p:nvSpPr>
        <p:spPr>
          <a:xfrm>
            <a:off x="7776360" y="2739240"/>
            <a:ext cx="572760" cy="410400"/>
          </a:xfrm>
          <a:custGeom>
            <a:avLst/>
            <a:gdLst/>
            <a:ahLst/>
            <a:rect l="0" t="0" r="r" b="b"/>
            <a:pathLst>
              <a:path w="1591" h="1140">
                <a:moveTo>
                  <a:pt x="1587" y="569"/>
                </a:moveTo>
                <a:lnTo>
                  <a:pt x="1587" y="551"/>
                </a:lnTo>
                <a:lnTo>
                  <a:pt x="1585" y="534"/>
                </a:lnTo>
                <a:lnTo>
                  <a:pt x="1584" y="516"/>
                </a:lnTo>
                <a:lnTo>
                  <a:pt x="1581" y="498"/>
                </a:lnTo>
                <a:lnTo>
                  <a:pt x="1577" y="481"/>
                </a:lnTo>
                <a:lnTo>
                  <a:pt x="1573" y="463"/>
                </a:lnTo>
                <a:lnTo>
                  <a:pt x="1568" y="446"/>
                </a:lnTo>
                <a:lnTo>
                  <a:pt x="1562" y="428"/>
                </a:lnTo>
                <a:lnTo>
                  <a:pt x="1556" y="411"/>
                </a:lnTo>
                <a:lnTo>
                  <a:pt x="1548" y="394"/>
                </a:lnTo>
                <a:lnTo>
                  <a:pt x="1540" y="377"/>
                </a:lnTo>
                <a:lnTo>
                  <a:pt x="1531" y="361"/>
                </a:lnTo>
                <a:lnTo>
                  <a:pt x="1522" y="344"/>
                </a:lnTo>
                <a:lnTo>
                  <a:pt x="1512" y="328"/>
                </a:lnTo>
                <a:lnTo>
                  <a:pt x="1501" y="312"/>
                </a:lnTo>
                <a:lnTo>
                  <a:pt x="1489" y="296"/>
                </a:lnTo>
                <a:lnTo>
                  <a:pt x="1477" y="281"/>
                </a:lnTo>
                <a:lnTo>
                  <a:pt x="1464" y="266"/>
                </a:lnTo>
                <a:lnTo>
                  <a:pt x="1450" y="251"/>
                </a:lnTo>
                <a:lnTo>
                  <a:pt x="1435" y="236"/>
                </a:lnTo>
                <a:lnTo>
                  <a:pt x="1420" y="222"/>
                </a:lnTo>
                <a:lnTo>
                  <a:pt x="1404" y="208"/>
                </a:lnTo>
                <a:lnTo>
                  <a:pt x="1388" y="195"/>
                </a:lnTo>
                <a:lnTo>
                  <a:pt x="1372" y="181"/>
                </a:lnTo>
                <a:lnTo>
                  <a:pt x="1354" y="169"/>
                </a:lnTo>
                <a:lnTo>
                  <a:pt x="1336" y="156"/>
                </a:lnTo>
                <a:lnTo>
                  <a:pt x="1318" y="144"/>
                </a:lnTo>
                <a:lnTo>
                  <a:pt x="1299" y="133"/>
                </a:lnTo>
                <a:lnTo>
                  <a:pt x="1280" y="121"/>
                </a:lnTo>
                <a:lnTo>
                  <a:pt x="1260" y="111"/>
                </a:lnTo>
                <a:lnTo>
                  <a:pt x="1240" y="101"/>
                </a:lnTo>
                <a:lnTo>
                  <a:pt x="1219" y="91"/>
                </a:lnTo>
                <a:lnTo>
                  <a:pt x="1198" y="81"/>
                </a:lnTo>
                <a:lnTo>
                  <a:pt x="1176" y="73"/>
                </a:lnTo>
                <a:lnTo>
                  <a:pt x="1154" y="64"/>
                </a:lnTo>
                <a:lnTo>
                  <a:pt x="1132" y="57"/>
                </a:lnTo>
                <a:lnTo>
                  <a:pt x="1109" y="49"/>
                </a:lnTo>
                <a:lnTo>
                  <a:pt x="1086" y="42"/>
                </a:lnTo>
                <a:lnTo>
                  <a:pt x="1063" y="36"/>
                </a:lnTo>
                <a:lnTo>
                  <a:pt x="1039" y="30"/>
                </a:lnTo>
                <a:lnTo>
                  <a:pt x="1016" y="25"/>
                </a:lnTo>
                <a:lnTo>
                  <a:pt x="992" y="20"/>
                </a:lnTo>
                <a:lnTo>
                  <a:pt x="968" y="16"/>
                </a:lnTo>
                <a:lnTo>
                  <a:pt x="943" y="13"/>
                </a:lnTo>
                <a:lnTo>
                  <a:pt x="919" y="10"/>
                </a:lnTo>
                <a:lnTo>
                  <a:pt x="894" y="7"/>
                </a:lnTo>
                <a:lnTo>
                  <a:pt x="869" y="5"/>
                </a:lnTo>
                <a:lnTo>
                  <a:pt x="845" y="4"/>
                </a:lnTo>
                <a:lnTo>
                  <a:pt x="820" y="3"/>
                </a:lnTo>
                <a:lnTo>
                  <a:pt x="795" y="3"/>
                </a:lnTo>
                <a:lnTo>
                  <a:pt x="770" y="3"/>
                </a:lnTo>
                <a:lnTo>
                  <a:pt x="745" y="4"/>
                </a:lnTo>
                <a:lnTo>
                  <a:pt x="721" y="5"/>
                </a:lnTo>
                <a:lnTo>
                  <a:pt x="696" y="7"/>
                </a:lnTo>
                <a:lnTo>
                  <a:pt x="671" y="10"/>
                </a:lnTo>
                <a:lnTo>
                  <a:pt x="647" y="13"/>
                </a:lnTo>
                <a:lnTo>
                  <a:pt x="622" y="16"/>
                </a:lnTo>
                <a:lnTo>
                  <a:pt x="598" y="20"/>
                </a:lnTo>
                <a:lnTo>
                  <a:pt x="574" y="25"/>
                </a:lnTo>
                <a:lnTo>
                  <a:pt x="550" y="30"/>
                </a:lnTo>
                <a:lnTo>
                  <a:pt x="527" y="36"/>
                </a:lnTo>
                <a:lnTo>
                  <a:pt x="504" y="42"/>
                </a:lnTo>
                <a:lnTo>
                  <a:pt x="481" y="49"/>
                </a:lnTo>
                <a:lnTo>
                  <a:pt x="458" y="57"/>
                </a:lnTo>
                <a:lnTo>
                  <a:pt x="436" y="64"/>
                </a:lnTo>
                <a:lnTo>
                  <a:pt x="414" y="73"/>
                </a:lnTo>
                <a:lnTo>
                  <a:pt x="392" y="81"/>
                </a:lnTo>
                <a:lnTo>
                  <a:pt x="371" y="91"/>
                </a:lnTo>
                <a:lnTo>
                  <a:pt x="350" y="101"/>
                </a:lnTo>
                <a:lnTo>
                  <a:pt x="330" y="111"/>
                </a:lnTo>
                <a:lnTo>
                  <a:pt x="310" y="121"/>
                </a:lnTo>
                <a:lnTo>
                  <a:pt x="291" y="133"/>
                </a:lnTo>
                <a:lnTo>
                  <a:pt x="272" y="144"/>
                </a:lnTo>
                <a:lnTo>
                  <a:pt x="253" y="156"/>
                </a:lnTo>
                <a:lnTo>
                  <a:pt x="236" y="169"/>
                </a:lnTo>
                <a:lnTo>
                  <a:pt x="218" y="181"/>
                </a:lnTo>
                <a:lnTo>
                  <a:pt x="202" y="195"/>
                </a:lnTo>
                <a:lnTo>
                  <a:pt x="185" y="208"/>
                </a:lnTo>
                <a:lnTo>
                  <a:pt x="170" y="222"/>
                </a:lnTo>
                <a:lnTo>
                  <a:pt x="155" y="236"/>
                </a:lnTo>
                <a:lnTo>
                  <a:pt x="141" y="251"/>
                </a:lnTo>
                <a:lnTo>
                  <a:pt x="127" y="266"/>
                </a:lnTo>
                <a:lnTo>
                  <a:pt x="114" y="281"/>
                </a:lnTo>
                <a:lnTo>
                  <a:pt x="102" y="296"/>
                </a:lnTo>
                <a:lnTo>
                  <a:pt x="90" y="312"/>
                </a:lnTo>
                <a:lnTo>
                  <a:pt x="79" y="328"/>
                </a:lnTo>
                <a:lnTo>
                  <a:pt x="69" y="344"/>
                </a:lnTo>
                <a:lnTo>
                  <a:pt x="59" y="361"/>
                </a:lnTo>
                <a:lnTo>
                  <a:pt x="51" y="377"/>
                </a:lnTo>
                <a:lnTo>
                  <a:pt x="43" y="394"/>
                </a:lnTo>
                <a:lnTo>
                  <a:pt x="35" y="411"/>
                </a:lnTo>
                <a:lnTo>
                  <a:pt x="29" y="428"/>
                </a:lnTo>
                <a:lnTo>
                  <a:pt x="23" y="446"/>
                </a:lnTo>
                <a:lnTo>
                  <a:pt x="18" y="463"/>
                </a:lnTo>
                <a:lnTo>
                  <a:pt x="14" y="481"/>
                </a:lnTo>
                <a:lnTo>
                  <a:pt x="10" y="498"/>
                </a:lnTo>
                <a:lnTo>
                  <a:pt x="7" y="516"/>
                </a:lnTo>
                <a:lnTo>
                  <a:pt x="5" y="534"/>
                </a:lnTo>
                <a:lnTo>
                  <a:pt x="4" y="551"/>
                </a:lnTo>
                <a:lnTo>
                  <a:pt x="4" y="569"/>
                </a:lnTo>
                <a:lnTo>
                  <a:pt x="4" y="587"/>
                </a:lnTo>
                <a:lnTo>
                  <a:pt x="5" y="605"/>
                </a:lnTo>
                <a:lnTo>
                  <a:pt x="7" y="623"/>
                </a:lnTo>
                <a:lnTo>
                  <a:pt x="10" y="640"/>
                </a:lnTo>
                <a:lnTo>
                  <a:pt x="14" y="658"/>
                </a:lnTo>
                <a:lnTo>
                  <a:pt x="18" y="675"/>
                </a:lnTo>
                <a:lnTo>
                  <a:pt x="23" y="693"/>
                </a:lnTo>
                <a:lnTo>
                  <a:pt x="29" y="710"/>
                </a:lnTo>
                <a:lnTo>
                  <a:pt x="35" y="727"/>
                </a:lnTo>
                <a:lnTo>
                  <a:pt x="43" y="744"/>
                </a:lnTo>
                <a:lnTo>
                  <a:pt x="51" y="761"/>
                </a:lnTo>
                <a:lnTo>
                  <a:pt x="59" y="778"/>
                </a:lnTo>
                <a:lnTo>
                  <a:pt x="69" y="794"/>
                </a:lnTo>
                <a:lnTo>
                  <a:pt x="79" y="811"/>
                </a:lnTo>
                <a:lnTo>
                  <a:pt x="90" y="827"/>
                </a:lnTo>
                <a:lnTo>
                  <a:pt x="102" y="842"/>
                </a:lnTo>
                <a:lnTo>
                  <a:pt x="114" y="858"/>
                </a:lnTo>
                <a:lnTo>
                  <a:pt x="127" y="873"/>
                </a:lnTo>
                <a:lnTo>
                  <a:pt x="141" y="888"/>
                </a:lnTo>
                <a:lnTo>
                  <a:pt x="155" y="902"/>
                </a:lnTo>
                <a:lnTo>
                  <a:pt x="170" y="917"/>
                </a:lnTo>
                <a:lnTo>
                  <a:pt x="185" y="931"/>
                </a:lnTo>
                <a:lnTo>
                  <a:pt x="202" y="945"/>
                </a:lnTo>
                <a:lnTo>
                  <a:pt x="218" y="958"/>
                </a:lnTo>
                <a:lnTo>
                  <a:pt x="236" y="971"/>
                </a:lnTo>
                <a:lnTo>
                  <a:pt x="253" y="983"/>
                </a:lnTo>
                <a:lnTo>
                  <a:pt x="272" y="995"/>
                </a:lnTo>
                <a:lnTo>
                  <a:pt x="291" y="1007"/>
                </a:lnTo>
                <a:lnTo>
                  <a:pt x="310" y="1018"/>
                </a:lnTo>
                <a:lnTo>
                  <a:pt x="330" y="1029"/>
                </a:lnTo>
                <a:lnTo>
                  <a:pt x="350" y="1039"/>
                </a:lnTo>
                <a:lnTo>
                  <a:pt x="371" y="1049"/>
                </a:lnTo>
                <a:lnTo>
                  <a:pt x="392" y="1058"/>
                </a:lnTo>
                <a:lnTo>
                  <a:pt x="414" y="1067"/>
                </a:lnTo>
                <a:lnTo>
                  <a:pt x="436" y="1075"/>
                </a:lnTo>
                <a:lnTo>
                  <a:pt x="458" y="1083"/>
                </a:lnTo>
                <a:lnTo>
                  <a:pt x="481" y="1090"/>
                </a:lnTo>
                <a:lnTo>
                  <a:pt x="504" y="1097"/>
                </a:lnTo>
                <a:lnTo>
                  <a:pt x="527" y="1104"/>
                </a:lnTo>
                <a:lnTo>
                  <a:pt x="550" y="1109"/>
                </a:lnTo>
                <a:lnTo>
                  <a:pt x="574" y="1115"/>
                </a:lnTo>
                <a:lnTo>
                  <a:pt x="598" y="1119"/>
                </a:lnTo>
                <a:lnTo>
                  <a:pt x="622" y="1123"/>
                </a:lnTo>
                <a:lnTo>
                  <a:pt x="647" y="1127"/>
                </a:lnTo>
                <a:lnTo>
                  <a:pt x="671" y="1130"/>
                </a:lnTo>
                <a:lnTo>
                  <a:pt x="696" y="1133"/>
                </a:lnTo>
                <a:lnTo>
                  <a:pt x="721" y="1135"/>
                </a:lnTo>
                <a:lnTo>
                  <a:pt x="745" y="1136"/>
                </a:lnTo>
                <a:lnTo>
                  <a:pt x="770" y="1137"/>
                </a:lnTo>
                <a:lnTo>
                  <a:pt x="795" y="1137"/>
                </a:lnTo>
                <a:lnTo>
                  <a:pt x="820" y="1137"/>
                </a:lnTo>
                <a:lnTo>
                  <a:pt x="845" y="1136"/>
                </a:lnTo>
                <a:lnTo>
                  <a:pt x="869" y="1135"/>
                </a:lnTo>
                <a:lnTo>
                  <a:pt x="894" y="1133"/>
                </a:lnTo>
                <a:lnTo>
                  <a:pt x="919" y="1130"/>
                </a:lnTo>
                <a:lnTo>
                  <a:pt x="943" y="1127"/>
                </a:lnTo>
                <a:lnTo>
                  <a:pt x="968" y="1123"/>
                </a:lnTo>
                <a:lnTo>
                  <a:pt x="992" y="1119"/>
                </a:lnTo>
                <a:lnTo>
                  <a:pt x="1016" y="1115"/>
                </a:lnTo>
                <a:lnTo>
                  <a:pt x="1039" y="1109"/>
                </a:lnTo>
                <a:lnTo>
                  <a:pt x="1063" y="1104"/>
                </a:lnTo>
                <a:lnTo>
                  <a:pt x="1086" y="1097"/>
                </a:lnTo>
                <a:lnTo>
                  <a:pt x="1109" y="1090"/>
                </a:lnTo>
                <a:lnTo>
                  <a:pt x="1132" y="1083"/>
                </a:lnTo>
                <a:lnTo>
                  <a:pt x="1154" y="1075"/>
                </a:lnTo>
                <a:lnTo>
                  <a:pt x="1176" y="1067"/>
                </a:lnTo>
                <a:lnTo>
                  <a:pt x="1198" y="1058"/>
                </a:lnTo>
                <a:lnTo>
                  <a:pt x="1219" y="1049"/>
                </a:lnTo>
                <a:lnTo>
                  <a:pt x="1240" y="1039"/>
                </a:lnTo>
                <a:lnTo>
                  <a:pt x="1260" y="1029"/>
                </a:lnTo>
                <a:lnTo>
                  <a:pt x="1280" y="1018"/>
                </a:lnTo>
                <a:lnTo>
                  <a:pt x="1299" y="1007"/>
                </a:lnTo>
                <a:lnTo>
                  <a:pt x="1318" y="995"/>
                </a:lnTo>
                <a:lnTo>
                  <a:pt x="1336" y="983"/>
                </a:lnTo>
                <a:lnTo>
                  <a:pt x="1354" y="971"/>
                </a:lnTo>
                <a:lnTo>
                  <a:pt x="1372" y="958"/>
                </a:lnTo>
                <a:lnTo>
                  <a:pt x="1388" y="945"/>
                </a:lnTo>
                <a:lnTo>
                  <a:pt x="1404" y="931"/>
                </a:lnTo>
                <a:lnTo>
                  <a:pt x="1420" y="917"/>
                </a:lnTo>
                <a:lnTo>
                  <a:pt x="1435" y="902"/>
                </a:lnTo>
                <a:lnTo>
                  <a:pt x="1450" y="888"/>
                </a:lnTo>
                <a:lnTo>
                  <a:pt x="1464" y="873"/>
                </a:lnTo>
                <a:lnTo>
                  <a:pt x="1477" y="858"/>
                </a:lnTo>
                <a:lnTo>
                  <a:pt x="1489" y="842"/>
                </a:lnTo>
                <a:lnTo>
                  <a:pt x="1501" y="827"/>
                </a:lnTo>
                <a:lnTo>
                  <a:pt x="1512" y="811"/>
                </a:lnTo>
                <a:lnTo>
                  <a:pt x="1522" y="794"/>
                </a:lnTo>
                <a:lnTo>
                  <a:pt x="1531" y="778"/>
                </a:lnTo>
                <a:lnTo>
                  <a:pt x="1540" y="761"/>
                </a:lnTo>
                <a:lnTo>
                  <a:pt x="1548" y="744"/>
                </a:lnTo>
                <a:lnTo>
                  <a:pt x="1556" y="727"/>
                </a:lnTo>
                <a:lnTo>
                  <a:pt x="1562" y="710"/>
                </a:lnTo>
                <a:lnTo>
                  <a:pt x="1568" y="693"/>
                </a:lnTo>
                <a:lnTo>
                  <a:pt x="1573" y="675"/>
                </a:lnTo>
                <a:lnTo>
                  <a:pt x="1577" y="658"/>
                </a:lnTo>
                <a:lnTo>
                  <a:pt x="1581" y="640"/>
                </a:lnTo>
                <a:lnTo>
                  <a:pt x="1584" y="623"/>
                </a:lnTo>
                <a:lnTo>
                  <a:pt x="1585" y="605"/>
                </a:lnTo>
                <a:lnTo>
                  <a:pt x="1587" y="587"/>
                </a:lnTo>
                <a:lnTo>
                  <a:pt x="1587" y="569"/>
                </a:lnTo>
                <a:moveTo>
                  <a:pt x="1591" y="569"/>
                </a:moveTo>
                <a:lnTo>
                  <a:pt x="1591" y="587"/>
                </a:lnTo>
                <a:lnTo>
                  <a:pt x="1589" y="605"/>
                </a:lnTo>
                <a:lnTo>
                  <a:pt x="1587" y="623"/>
                </a:lnTo>
                <a:lnTo>
                  <a:pt x="1585" y="641"/>
                </a:lnTo>
                <a:lnTo>
                  <a:pt x="1581" y="658"/>
                </a:lnTo>
                <a:lnTo>
                  <a:pt x="1577" y="676"/>
                </a:lnTo>
                <a:lnTo>
                  <a:pt x="1572" y="694"/>
                </a:lnTo>
                <a:lnTo>
                  <a:pt x="1566" y="711"/>
                </a:lnTo>
                <a:lnTo>
                  <a:pt x="1559" y="728"/>
                </a:lnTo>
                <a:lnTo>
                  <a:pt x="1552" y="745"/>
                </a:lnTo>
                <a:lnTo>
                  <a:pt x="1544" y="762"/>
                </a:lnTo>
                <a:lnTo>
                  <a:pt x="1535" y="779"/>
                </a:lnTo>
                <a:lnTo>
                  <a:pt x="1526" y="795"/>
                </a:lnTo>
                <a:lnTo>
                  <a:pt x="1515" y="812"/>
                </a:lnTo>
                <a:lnTo>
                  <a:pt x="1504" y="828"/>
                </a:lnTo>
                <a:lnTo>
                  <a:pt x="1493" y="844"/>
                </a:lnTo>
                <a:lnTo>
                  <a:pt x="1480" y="859"/>
                </a:lnTo>
                <a:lnTo>
                  <a:pt x="1467" y="874"/>
                </a:lnTo>
                <a:lnTo>
                  <a:pt x="1453" y="889"/>
                </a:lnTo>
                <a:lnTo>
                  <a:pt x="1438" y="904"/>
                </a:lnTo>
                <a:lnTo>
                  <a:pt x="1423" y="918"/>
                </a:lnTo>
                <a:lnTo>
                  <a:pt x="1407" y="932"/>
                </a:lnTo>
                <a:lnTo>
                  <a:pt x="1391" y="947"/>
                </a:lnTo>
                <a:lnTo>
                  <a:pt x="1374" y="960"/>
                </a:lnTo>
                <a:lnTo>
                  <a:pt x="1357" y="973"/>
                </a:lnTo>
                <a:lnTo>
                  <a:pt x="1339" y="985"/>
                </a:lnTo>
                <a:lnTo>
                  <a:pt x="1321" y="998"/>
                </a:lnTo>
                <a:lnTo>
                  <a:pt x="1302" y="1009"/>
                </a:lnTo>
                <a:lnTo>
                  <a:pt x="1282" y="1020"/>
                </a:lnTo>
                <a:lnTo>
                  <a:pt x="1262" y="1031"/>
                </a:lnTo>
                <a:lnTo>
                  <a:pt x="1242" y="1041"/>
                </a:lnTo>
                <a:lnTo>
                  <a:pt x="1221" y="1051"/>
                </a:lnTo>
                <a:lnTo>
                  <a:pt x="1200" y="1061"/>
                </a:lnTo>
                <a:lnTo>
                  <a:pt x="1178" y="1069"/>
                </a:lnTo>
                <a:lnTo>
                  <a:pt x="1156" y="1078"/>
                </a:lnTo>
                <a:lnTo>
                  <a:pt x="1133" y="1086"/>
                </a:lnTo>
                <a:lnTo>
                  <a:pt x="1111" y="1093"/>
                </a:lnTo>
                <a:lnTo>
                  <a:pt x="1088" y="1100"/>
                </a:lnTo>
                <a:lnTo>
                  <a:pt x="1064" y="1106"/>
                </a:lnTo>
                <a:lnTo>
                  <a:pt x="1041" y="1112"/>
                </a:lnTo>
                <a:lnTo>
                  <a:pt x="1017" y="1117"/>
                </a:lnTo>
                <a:lnTo>
                  <a:pt x="993" y="1122"/>
                </a:lnTo>
                <a:lnTo>
                  <a:pt x="968" y="1126"/>
                </a:lnTo>
                <a:lnTo>
                  <a:pt x="944" y="1130"/>
                </a:lnTo>
                <a:lnTo>
                  <a:pt x="919" y="1133"/>
                </a:lnTo>
                <a:lnTo>
                  <a:pt x="895" y="1135"/>
                </a:lnTo>
                <a:lnTo>
                  <a:pt x="870" y="1137"/>
                </a:lnTo>
                <a:lnTo>
                  <a:pt x="845" y="1139"/>
                </a:lnTo>
                <a:lnTo>
                  <a:pt x="820" y="1140"/>
                </a:lnTo>
                <a:lnTo>
                  <a:pt x="795" y="1140"/>
                </a:lnTo>
                <a:lnTo>
                  <a:pt x="770" y="1140"/>
                </a:lnTo>
                <a:lnTo>
                  <a:pt x="745" y="1139"/>
                </a:lnTo>
                <a:lnTo>
                  <a:pt x="720" y="1137"/>
                </a:lnTo>
                <a:lnTo>
                  <a:pt x="695" y="1135"/>
                </a:lnTo>
                <a:lnTo>
                  <a:pt x="671" y="1133"/>
                </a:lnTo>
                <a:lnTo>
                  <a:pt x="646" y="1130"/>
                </a:lnTo>
                <a:lnTo>
                  <a:pt x="622" y="1126"/>
                </a:lnTo>
                <a:lnTo>
                  <a:pt x="597" y="1122"/>
                </a:lnTo>
                <a:lnTo>
                  <a:pt x="573" y="1117"/>
                </a:lnTo>
                <a:lnTo>
                  <a:pt x="549" y="1112"/>
                </a:lnTo>
                <a:lnTo>
                  <a:pt x="526" y="1106"/>
                </a:lnTo>
                <a:lnTo>
                  <a:pt x="502" y="1100"/>
                </a:lnTo>
                <a:lnTo>
                  <a:pt x="479" y="1093"/>
                </a:lnTo>
                <a:lnTo>
                  <a:pt x="456" y="1086"/>
                </a:lnTo>
                <a:lnTo>
                  <a:pt x="434" y="1078"/>
                </a:lnTo>
                <a:lnTo>
                  <a:pt x="412" y="1069"/>
                </a:lnTo>
                <a:lnTo>
                  <a:pt x="390" y="1061"/>
                </a:lnTo>
                <a:lnTo>
                  <a:pt x="369" y="1051"/>
                </a:lnTo>
                <a:lnTo>
                  <a:pt x="348" y="1041"/>
                </a:lnTo>
                <a:lnTo>
                  <a:pt x="328" y="1031"/>
                </a:lnTo>
                <a:lnTo>
                  <a:pt x="308" y="1020"/>
                </a:lnTo>
                <a:lnTo>
                  <a:pt x="288" y="1009"/>
                </a:lnTo>
                <a:lnTo>
                  <a:pt x="269" y="998"/>
                </a:lnTo>
                <a:lnTo>
                  <a:pt x="251" y="985"/>
                </a:lnTo>
                <a:lnTo>
                  <a:pt x="233" y="973"/>
                </a:lnTo>
                <a:lnTo>
                  <a:pt x="215" y="960"/>
                </a:lnTo>
                <a:lnTo>
                  <a:pt x="199" y="947"/>
                </a:lnTo>
                <a:lnTo>
                  <a:pt x="182" y="932"/>
                </a:lnTo>
                <a:lnTo>
                  <a:pt x="167" y="918"/>
                </a:lnTo>
                <a:lnTo>
                  <a:pt x="152" y="904"/>
                </a:lnTo>
                <a:lnTo>
                  <a:pt x="137" y="889"/>
                </a:lnTo>
                <a:lnTo>
                  <a:pt x="124" y="874"/>
                </a:lnTo>
                <a:lnTo>
                  <a:pt x="111" y="859"/>
                </a:lnTo>
                <a:lnTo>
                  <a:pt x="98" y="844"/>
                </a:lnTo>
                <a:lnTo>
                  <a:pt x="87" y="828"/>
                </a:lnTo>
                <a:lnTo>
                  <a:pt x="76" y="812"/>
                </a:lnTo>
                <a:lnTo>
                  <a:pt x="65" y="795"/>
                </a:lnTo>
                <a:lnTo>
                  <a:pt x="56" y="779"/>
                </a:lnTo>
                <a:lnTo>
                  <a:pt x="47" y="762"/>
                </a:lnTo>
                <a:lnTo>
                  <a:pt x="39" y="745"/>
                </a:lnTo>
                <a:lnTo>
                  <a:pt x="32" y="728"/>
                </a:lnTo>
                <a:lnTo>
                  <a:pt x="25" y="711"/>
                </a:lnTo>
                <a:lnTo>
                  <a:pt x="19" y="694"/>
                </a:lnTo>
                <a:lnTo>
                  <a:pt x="14" y="676"/>
                </a:lnTo>
                <a:lnTo>
                  <a:pt x="10" y="658"/>
                </a:lnTo>
                <a:lnTo>
                  <a:pt x="6" y="641"/>
                </a:lnTo>
                <a:lnTo>
                  <a:pt x="4" y="623"/>
                </a:lnTo>
                <a:lnTo>
                  <a:pt x="2" y="605"/>
                </a:lnTo>
                <a:lnTo>
                  <a:pt x="0" y="587"/>
                </a:lnTo>
                <a:lnTo>
                  <a:pt x="0" y="569"/>
                </a:lnTo>
                <a:lnTo>
                  <a:pt x="0" y="551"/>
                </a:lnTo>
                <a:lnTo>
                  <a:pt x="2" y="534"/>
                </a:lnTo>
                <a:lnTo>
                  <a:pt x="4" y="516"/>
                </a:lnTo>
                <a:lnTo>
                  <a:pt x="6" y="498"/>
                </a:lnTo>
                <a:lnTo>
                  <a:pt x="10" y="480"/>
                </a:lnTo>
                <a:lnTo>
                  <a:pt x="14" y="463"/>
                </a:lnTo>
                <a:lnTo>
                  <a:pt x="19" y="445"/>
                </a:lnTo>
                <a:lnTo>
                  <a:pt x="25" y="428"/>
                </a:lnTo>
                <a:lnTo>
                  <a:pt x="32" y="410"/>
                </a:lnTo>
                <a:lnTo>
                  <a:pt x="39" y="393"/>
                </a:lnTo>
                <a:lnTo>
                  <a:pt x="47" y="376"/>
                </a:lnTo>
                <a:lnTo>
                  <a:pt x="56" y="360"/>
                </a:lnTo>
                <a:lnTo>
                  <a:pt x="65" y="343"/>
                </a:lnTo>
                <a:lnTo>
                  <a:pt x="76" y="327"/>
                </a:lnTo>
                <a:lnTo>
                  <a:pt x="87" y="311"/>
                </a:lnTo>
                <a:lnTo>
                  <a:pt x="98" y="295"/>
                </a:lnTo>
                <a:lnTo>
                  <a:pt x="111" y="279"/>
                </a:lnTo>
                <a:lnTo>
                  <a:pt x="124" y="264"/>
                </a:lnTo>
                <a:lnTo>
                  <a:pt x="137" y="249"/>
                </a:lnTo>
                <a:lnTo>
                  <a:pt x="152" y="235"/>
                </a:lnTo>
                <a:lnTo>
                  <a:pt x="167" y="220"/>
                </a:lnTo>
                <a:lnTo>
                  <a:pt x="182" y="206"/>
                </a:lnTo>
                <a:lnTo>
                  <a:pt x="199" y="193"/>
                </a:lnTo>
                <a:lnTo>
                  <a:pt x="215" y="179"/>
                </a:lnTo>
                <a:lnTo>
                  <a:pt x="233" y="167"/>
                </a:lnTo>
                <a:lnTo>
                  <a:pt x="251" y="154"/>
                </a:lnTo>
                <a:lnTo>
                  <a:pt x="269" y="142"/>
                </a:lnTo>
                <a:lnTo>
                  <a:pt x="288" y="130"/>
                </a:lnTo>
                <a:lnTo>
                  <a:pt x="308" y="119"/>
                </a:lnTo>
                <a:lnTo>
                  <a:pt x="328" y="109"/>
                </a:lnTo>
                <a:lnTo>
                  <a:pt x="348" y="98"/>
                </a:lnTo>
                <a:lnTo>
                  <a:pt x="369" y="88"/>
                </a:lnTo>
                <a:lnTo>
                  <a:pt x="390" y="79"/>
                </a:lnTo>
                <a:lnTo>
                  <a:pt x="412" y="70"/>
                </a:lnTo>
                <a:lnTo>
                  <a:pt x="434" y="62"/>
                </a:lnTo>
                <a:lnTo>
                  <a:pt x="456" y="54"/>
                </a:lnTo>
                <a:lnTo>
                  <a:pt x="479" y="47"/>
                </a:lnTo>
                <a:lnTo>
                  <a:pt x="502" y="40"/>
                </a:lnTo>
                <a:lnTo>
                  <a:pt x="526" y="33"/>
                </a:lnTo>
                <a:lnTo>
                  <a:pt x="549" y="28"/>
                </a:lnTo>
                <a:lnTo>
                  <a:pt x="573" y="22"/>
                </a:lnTo>
                <a:lnTo>
                  <a:pt x="597" y="18"/>
                </a:lnTo>
                <a:lnTo>
                  <a:pt x="622" y="14"/>
                </a:lnTo>
                <a:lnTo>
                  <a:pt x="646" y="10"/>
                </a:lnTo>
                <a:lnTo>
                  <a:pt x="671" y="7"/>
                </a:lnTo>
                <a:lnTo>
                  <a:pt x="695" y="4"/>
                </a:lnTo>
                <a:lnTo>
                  <a:pt x="720" y="2"/>
                </a:lnTo>
                <a:lnTo>
                  <a:pt x="745" y="1"/>
                </a:lnTo>
                <a:lnTo>
                  <a:pt x="770" y="0"/>
                </a:lnTo>
                <a:lnTo>
                  <a:pt x="795" y="0"/>
                </a:lnTo>
                <a:lnTo>
                  <a:pt x="820" y="0"/>
                </a:lnTo>
                <a:lnTo>
                  <a:pt x="845" y="1"/>
                </a:lnTo>
                <a:lnTo>
                  <a:pt x="870" y="2"/>
                </a:lnTo>
                <a:lnTo>
                  <a:pt x="895" y="4"/>
                </a:lnTo>
                <a:lnTo>
                  <a:pt x="919" y="7"/>
                </a:lnTo>
                <a:lnTo>
                  <a:pt x="944" y="10"/>
                </a:lnTo>
                <a:lnTo>
                  <a:pt x="968" y="14"/>
                </a:lnTo>
                <a:lnTo>
                  <a:pt x="993" y="18"/>
                </a:lnTo>
                <a:lnTo>
                  <a:pt x="1017" y="22"/>
                </a:lnTo>
                <a:lnTo>
                  <a:pt x="1041" y="28"/>
                </a:lnTo>
                <a:lnTo>
                  <a:pt x="1064" y="33"/>
                </a:lnTo>
                <a:lnTo>
                  <a:pt x="1088" y="40"/>
                </a:lnTo>
                <a:lnTo>
                  <a:pt x="1111" y="47"/>
                </a:lnTo>
                <a:lnTo>
                  <a:pt x="1133" y="54"/>
                </a:lnTo>
                <a:lnTo>
                  <a:pt x="1156" y="62"/>
                </a:lnTo>
                <a:lnTo>
                  <a:pt x="1178" y="70"/>
                </a:lnTo>
                <a:lnTo>
                  <a:pt x="1200" y="79"/>
                </a:lnTo>
                <a:lnTo>
                  <a:pt x="1221" y="88"/>
                </a:lnTo>
                <a:lnTo>
                  <a:pt x="1242" y="98"/>
                </a:lnTo>
                <a:lnTo>
                  <a:pt x="1262" y="109"/>
                </a:lnTo>
                <a:lnTo>
                  <a:pt x="1282" y="119"/>
                </a:lnTo>
                <a:lnTo>
                  <a:pt x="1302" y="130"/>
                </a:lnTo>
                <a:lnTo>
                  <a:pt x="1321" y="142"/>
                </a:lnTo>
                <a:lnTo>
                  <a:pt x="1339" y="154"/>
                </a:lnTo>
                <a:lnTo>
                  <a:pt x="1357" y="167"/>
                </a:lnTo>
                <a:lnTo>
                  <a:pt x="1374" y="179"/>
                </a:lnTo>
                <a:lnTo>
                  <a:pt x="1391" y="193"/>
                </a:lnTo>
                <a:lnTo>
                  <a:pt x="1407" y="206"/>
                </a:lnTo>
                <a:lnTo>
                  <a:pt x="1423" y="220"/>
                </a:lnTo>
                <a:lnTo>
                  <a:pt x="1438" y="235"/>
                </a:lnTo>
                <a:lnTo>
                  <a:pt x="1453" y="249"/>
                </a:lnTo>
                <a:lnTo>
                  <a:pt x="1467" y="264"/>
                </a:lnTo>
                <a:lnTo>
                  <a:pt x="1480" y="279"/>
                </a:lnTo>
                <a:lnTo>
                  <a:pt x="1493" y="295"/>
                </a:lnTo>
                <a:lnTo>
                  <a:pt x="1504" y="311"/>
                </a:lnTo>
                <a:lnTo>
                  <a:pt x="1515" y="327"/>
                </a:lnTo>
                <a:lnTo>
                  <a:pt x="1526" y="343"/>
                </a:lnTo>
                <a:lnTo>
                  <a:pt x="1535" y="360"/>
                </a:lnTo>
                <a:lnTo>
                  <a:pt x="1544" y="376"/>
                </a:lnTo>
                <a:lnTo>
                  <a:pt x="1552" y="393"/>
                </a:lnTo>
                <a:lnTo>
                  <a:pt x="1559" y="410"/>
                </a:lnTo>
                <a:lnTo>
                  <a:pt x="1566" y="428"/>
                </a:lnTo>
                <a:lnTo>
                  <a:pt x="1572" y="445"/>
                </a:lnTo>
                <a:lnTo>
                  <a:pt x="1577" y="463"/>
                </a:lnTo>
                <a:lnTo>
                  <a:pt x="1581" y="480"/>
                </a:lnTo>
                <a:lnTo>
                  <a:pt x="1585" y="498"/>
                </a:lnTo>
                <a:lnTo>
                  <a:pt x="1587" y="516"/>
                </a:lnTo>
                <a:lnTo>
                  <a:pt x="1589" y="534"/>
                </a:lnTo>
                <a:lnTo>
                  <a:pt x="1591" y="551"/>
                </a:lnTo>
                <a:lnTo>
                  <a:pt x="1591" y="569"/>
                </a:lnTo>
                <a:close/>
              </a:path>
            </a:pathLst>
          </a:custGeom>
          <a:solidFill>
            <a:srgbClr val="ffa6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3" name=""/>
          <p:cNvSpPr/>
          <p:nvPr/>
        </p:nvSpPr>
        <p:spPr>
          <a:xfrm>
            <a:off x="7774920" y="2738160"/>
            <a:ext cx="575640" cy="412560"/>
          </a:xfrm>
          <a:custGeom>
            <a:avLst/>
            <a:gdLst/>
            <a:ahLst/>
            <a:rect l="0" t="0" r="r" b="b"/>
            <a:pathLst>
              <a:path w="1599" h="1146">
                <a:moveTo>
                  <a:pt x="1595" y="572"/>
                </a:moveTo>
                <a:lnTo>
                  <a:pt x="1595" y="554"/>
                </a:lnTo>
                <a:lnTo>
                  <a:pt x="1593" y="537"/>
                </a:lnTo>
                <a:lnTo>
                  <a:pt x="1591" y="519"/>
                </a:lnTo>
                <a:lnTo>
                  <a:pt x="1589" y="501"/>
                </a:lnTo>
                <a:lnTo>
                  <a:pt x="1585" y="483"/>
                </a:lnTo>
                <a:lnTo>
                  <a:pt x="1581" y="466"/>
                </a:lnTo>
                <a:lnTo>
                  <a:pt x="1576" y="448"/>
                </a:lnTo>
                <a:lnTo>
                  <a:pt x="1570" y="431"/>
                </a:lnTo>
                <a:lnTo>
                  <a:pt x="1563" y="413"/>
                </a:lnTo>
                <a:lnTo>
                  <a:pt x="1555" y="396"/>
                </a:lnTo>
                <a:lnTo>
                  <a:pt x="1547" y="379"/>
                </a:lnTo>
                <a:lnTo>
                  <a:pt x="1538" y="363"/>
                </a:lnTo>
                <a:lnTo>
                  <a:pt x="1529" y="346"/>
                </a:lnTo>
                <a:lnTo>
                  <a:pt x="1518" y="330"/>
                </a:lnTo>
                <a:lnTo>
                  <a:pt x="1507" y="314"/>
                </a:lnTo>
                <a:lnTo>
                  <a:pt x="1496" y="298"/>
                </a:lnTo>
                <a:lnTo>
                  <a:pt x="1483" y="282"/>
                </a:lnTo>
                <a:lnTo>
                  <a:pt x="1470" y="267"/>
                </a:lnTo>
                <a:lnTo>
                  <a:pt x="1456" y="252"/>
                </a:lnTo>
                <a:lnTo>
                  <a:pt x="1442" y="238"/>
                </a:lnTo>
                <a:lnTo>
                  <a:pt x="1427" y="223"/>
                </a:lnTo>
                <a:lnTo>
                  <a:pt x="1411" y="209"/>
                </a:lnTo>
                <a:lnTo>
                  <a:pt x="1395" y="196"/>
                </a:lnTo>
                <a:lnTo>
                  <a:pt x="1378" y="182"/>
                </a:lnTo>
                <a:lnTo>
                  <a:pt x="1361" y="170"/>
                </a:lnTo>
                <a:lnTo>
                  <a:pt x="1343" y="157"/>
                </a:lnTo>
                <a:lnTo>
                  <a:pt x="1325" y="145"/>
                </a:lnTo>
                <a:lnTo>
                  <a:pt x="1306" y="133"/>
                </a:lnTo>
                <a:lnTo>
                  <a:pt x="1286" y="122"/>
                </a:lnTo>
                <a:lnTo>
                  <a:pt x="1266" y="112"/>
                </a:lnTo>
                <a:lnTo>
                  <a:pt x="1246" y="101"/>
                </a:lnTo>
                <a:lnTo>
                  <a:pt x="1225" y="91"/>
                </a:lnTo>
                <a:lnTo>
                  <a:pt x="1204" y="82"/>
                </a:lnTo>
                <a:lnTo>
                  <a:pt x="1182" y="73"/>
                </a:lnTo>
                <a:lnTo>
                  <a:pt x="1160" y="65"/>
                </a:lnTo>
                <a:lnTo>
                  <a:pt x="1137" y="57"/>
                </a:lnTo>
                <a:lnTo>
                  <a:pt x="1115" y="50"/>
                </a:lnTo>
                <a:lnTo>
                  <a:pt x="1092" y="43"/>
                </a:lnTo>
                <a:lnTo>
                  <a:pt x="1068" y="36"/>
                </a:lnTo>
                <a:lnTo>
                  <a:pt x="1045" y="31"/>
                </a:lnTo>
                <a:lnTo>
                  <a:pt x="1021" y="25"/>
                </a:lnTo>
                <a:lnTo>
                  <a:pt x="997" y="21"/>
                </a:lnTo>
                <a:lnTo>
                  <a:pt x="972" y="17"/>
                </a:lnTo>
                <a:lnTo>
                  <a:pt x="948" y="13"/>
                </a:lnTo>
                <a:lnTo>
                  <a:pt x="923" y="10"/>
                </a:lnTo>
                <a:lnTo>
                  <a:pt x="899" y="7"/>
                </a:lnTo>
                <a:lnTo>
                  <a:pt x="874" y="5"/>
                </a:lnTo>
                <a:lnTo>
                  <a:pt x="849" y="4"/>
                </a:lnTo>
                <a:lnTo>
                  <a:pt x="824" y="3"/>
                </a:lnTo>
                <a:lnTo>
                  <a:pt x="799" y="3"/>
                </a:lnTo>
                <a:lnTo>
                  <a:pt x="774" y="3"/>
                </a:lnTo>
                <a:lnTo>
                  <a:pt x="749" y="4"/>
                </a:lnTo>
                <a:lnTo>
                  <a:pt x="724" y="5"/>
                </a:lnTo>
                <a:lnTo>
                  <a:pt x="699" y="7"/>
                </a:lnTo>
                <a:lnTo>
                  <a:pt x="675" y="10"/>
                </a:lnTo>
                <a:lnTo>
                  <a:pt x="650" y="13"/>
                </a:lnTo>
                <a:lnTo>
                  <a:pt x="626" y="17"/>
                </a:lnTo>
                <a:lnTo>
                  <a:pt x="601" y="21"/>
                </a:lnTo>
                <a:lnTo>
                  <a:pt x="577" y="25"/>
                </a:lnTo>
                <a:lnTo>
                  <a:pt x="553" y="31"/>
                </a:lnTo>
                <a:lnTo>
                  <a:pt x="530" y="36"/>
                </a:lnTo>
                <a:lnTo>
                  <a:pt x="506" y="43"/>
                </a:lnTo>
                <a:lnTo>
                  <a:pt x="483" y="50"/>
                </a:lnTo>
                <a:lnTo>
                  <a:pt x="460" y="57"/>
                </a:lnTo>
                <a:lnTo>
                  <a:pt x="438" y="65"/>
                </a:lnTo>
                <a:lnTo>
                  <a:pt x="416" y="73"/>
                </a:lnTo>
                <a:lnTo>
                  <a:pt x="394" y="82"/>
                </a:lnTo>
                <a:lnTo>
                  <a:pt x="373" y="91"/>
                </a:lnTo>
                <a:lnTo>
                  <a:pt x="352" y="101"/>
                </a:lnTo>
                <a:lnTo>
                  <a:pt x="332" y="112"/>
                </a:lnTo>
                <a:lnTo>
                  <a:pt x="312" y="122"/>
                </a:lnTo>
                <a:lnTo>
                  <a:pt x="292" y="133"/>
                </a:lnTo>
                <a:lnTo>
                  <a:pt x="273" y="145"/>
                </a:lnTo>
                <a:lnTo>
                  <a:pt x="255" y="157"/>
                </a:lnTo>
                <a:lnTo>
                  <a:pt x="237" y="170"/>
                </a:lnTo>
                <a:lnTo>
                  <a:pt x="219" y="182"/>
                </a:lnTo>
                <a:lnTo>
                  <a:pt x="203" y="196"/>
                </a:lnTo>
                <a:lnTo>
                  <a:pt x="186" y="209"/>
                </a:lnTo>
                <a:lnTo>
                  <a:pt x="171" y="223"/>
                </a:lnTo>
                <a:lnTo>
                  <a:pt x="156" y="238"/>
                </a:lnTo>
                <a:lnTo>
                  <a:pt x="141" y="252"/>
                </a:lnTo>
                <a:lnTo>
                  <a:pt x="128" y="267"/>
                </a:lnTo>
                <a:lnTo>
                  <a:pt x="115" y="282"/>
                </a:lnTo>
                <a:lnTo>
                  <a:pt x="102" y="298"/>
                </a:lnTo>
                <a:lnTo>
                  <a:pt x="91" y="314"/>
                </a:lnTo>
                <a:lnTo>
                  <a:pt x="80" y="330"/>
                </a:lnTo>
                <a:lnTo>
                  <a:pt x="69" y="346"/>
                </a:lnTo>
                <a:lnTo>
                  <a:pt x="60" y="363"/>
                </a:lnTo>
                <a:lnTo>
                  <a:pt x="51" y="379"/>
                </a:lnTo>
                <a:lnTo>
                  <a:pt x="43" y="396"/>
                </a:lnTo>
                <a:lnTo>
                  <a:pt x="36" y="413"/>
                </a:lnTo>
                <a:lnTo>
                  <a:pt x="29" y="431"/>
                </a:lnTo>
                <a:lnTo>
                  <a:pt x="23" y="448"/>
                </a:lnTo>
                <a:lnTo>
                  <a:pt x="18" y="466"/>
                </a:lnTo>
                <a:lnTo>
                  <a:pt x="14" y="483"/>
                </a:lnTo>
                <a:lnTo>
                  <a:pt x="10" y="501"/>
                </a:lnTo>
                <a:lnTo>
                  <a:pt x="8" y="519"/>
                </a:lnTo>
                <a:lnTo>
                  <a:pt x="6" y="537"/>
                </a:lnTo>
                <a:lnTo>
                  <a:pt x="4" y="554"/>
                </a:lnTo>
                <a:lnTo>
                  <a:pt x="4" y="572"/>
                </a:lnTo>
                <a:lnTo>
                  <a:pt x="4" y="590"/>
                </a:lnTo>
                <a:lnTo>
                  <a:pt x="6" y="608"/>
                </a:lnTo>
                <a:lnTo>
                  <a:pt x="8" y="626"/>
                </a:lnTo>
                <a:lnTo>
                  <a:pt x="10" y="644"/>
                </a:lnTo>
                <a:lnTo>
                  <a:pt x="14" y="661"/>
                </a:lnTo>
                <a:lnTo>
                  <a:pt x="18" y="679"/>
                </a:lnTo>
                <a:lnTo>
                  <a:pt x="23" y="697"/>
                </a:lnTo>
                <a:lnTo>
                  <a:pt x="29" y="714"/>
                </a:lnTo>
                <a:lnTo>
                  <a:pt x="36" y="731"/>
                </a:lnTo>
                <a:lnTo>
                  <a:pt x="43" y="748"/>
                </a:lnTo>
                <a:lnTo>
                  <a:pt x="51" y="765"/>
                </a:lnTo>
                <a:lnTo>
                  <a:pt x="60" y="782"/>
                </a:lnTo>
                <a:lnTo>
                  <a:pt x="69" y="798"/>
                </a:lnTo>
                <a:lnTo>
                  <a:pt x="80" y="815"/>
                </a:lnTo>
                <a:lnTo>
                  <a:pt x="91" y="831"/>
                </a:lnTo>
                <a:lnTo>
                  <a:pt x="102" y="847"/>
                </a:lnTo>
                <a:lnTo>
                  <a:pt x="115" y="862"/>
                </a:lnTo>
                <a:lnTo>
                  <a:pt x="128" y="877"/>
                </a:lnTo>
                <a:lnTo>
                  <a:pt x="141" y="892"/>
                </a:lnTo>
                <a:lnTo>
                  <a:pt x="156" y="907"/>
                </a:lnTo>
                <a:lnTo>
                  <a:pt x="171" y="921"/>
                </a:lnTo>
                <a:lnTo>
                  <a:pt x="186" y="935"/>
                </a:lnTo>
                <a:lnTo>
                  <a:pt x="203" y="949"/>
                </a:lnTo>
                <a:lnTo>
                  <a:pt x="219" y="962"/>
                </a:lnTo>
                <a:lnTo>
                  <a:pt x="237" y="976"/>
                </a:lnTo>
                <a:lnTo>
                  <a:pt x="255" y="988"/>
                </a:lnTo>
                <a:lnTo>
                  <a:pt x="273" y="1001"/>
                </a:lnTo>
                <a:lnTo>
                  <a:pt x="292" y="1012"/>
                </a:lnTo>
                <a:lnTo>
                  <a:pt x="312" y="1023"/>
                </a:lnTo>
                <a:lnTo>
                  <a:pt x="332" y="1034"/>
                </a:lnTo>
                <a:lnTo>
                  <a:pt x="352" y="1044"/>
                </a:lnTo>
                <a:lnTo>
                  <a:pt x="373" y="1054"/>
                </a:lnTo>
                <a:lnTo>
                  <a:pt x="394" y="1064"/>
                </a:lnTo>
                <a:lnTo>
                  <a:pt x="416" y="1072"/>
                </a:lnTo>
                <a:lnTo>
                  <a:pt x="438" y="1081"/>
                </a:lnTo>
                <a:lnTo>
                  <a:pt x="460" y="1089"/>
                </a:lnTo>
                <a:lnTo>
                  <a:pt x="483" y="1096"/>
                </a:lnTo>
                <a:lnTo>
                  <a:pt x="506" y="1103"/>
                </a:lnTo>
                <a:lnTo>
                  <a:pt x="530" y="1109"/>
                </a:lnTo>
                <a:lnTo>
                  <a:pt x="553" y="1115"/>
                </a:lnTo>
                <a:lnTo>
                  <a:pt x="577" y="1120"/>
                </a:lnTo>
                <a:lnTo>
                  <a:pt x="601" y="1125"/>
                </a:lnTo>
                <a:lnTo>
                  <a:pt x="626" y="1129"/>
                </a:lnTo>
                <a:lnTo>
                  <a:pt x="650" y="1133"/>
                </a:lnTo>
                <a:lnTo>
                  <a:pt x="675" y="1136"/>
                </a:lnTo>
                <a:lnTo>
                  <a:pt x="699" y="1138"/>
                </a:lnTo>
                <a:lnTo>
                  <a:pt x="724" y="1140"/>
                </a:lnTo>
                <a:lnTo>
                  <a:pt x="749" y="1142"/>
                </a:lnTo>
                <a:lnTo>
                  <a:pt x="774" y="1143"/>
                </a:lnTo>
                <a:lnTo>
                  <a:pt x="799" y="1143"/>
                </a:lnTo>
                <a:lnTo>
                  <a:pt x="824" y="1143"/>
                </a:lnTo>
                <a:lnTo>
                  <a:pt x="849" y="1142"/>
                </a:lnTo>
                <a:lnTo>
                  <a:pt x="874" y="1140"/>
                </a:lnTo>
                <a:lnTo>
                  <a:pt x="899" y="1138"/>
                </a:lnTo>
                <a:lnTo>
                  <a:pt x="923" y="1136"/>
                </a:lnTo>
                <a:lnTo>
                  <a:pt x="948" y="1133"/>
                </a:lnTo>
                <a:lnTo>
                  <a:pt x="972" y="1129"/>
                </a:lnTo>
                <a:lnTo>
                  <a:pt x="997" y="1125"/>
                </a:lnTo>
                <a:lnTo>
                  <a:pt x="1021" y="1120"/>
                </a:lnTo>
                <a:lnTo>
                  <a:pt x="1045" y="1115"/>
                </a:lnTo>
                <a:lnTo>
                  <a:pt x="1068" y="1109"/>
                </a:lnTo>
                <a:lnTo>
                  <a:pt x="1092" y="1103"/>
                </a:lnTo>
                <a:lnTo>
                  <a:pt x="1115" y="1096"/>
                </a:lnTo>
                <a:lnTo>
                  <a:pt x="1137" y="1089"/>
                </a:lnTo>
                <a:lnTo>
                  <a:pt x="1160" y="1081"/>
                </a:lnTo>
                <a:lnTo>
                  <a:pt x="1182" y="1072"/>
                </a:lnTo>
                <a:lnTo>
                  <a:pt x="1204" y="1064"/>
                </a:lnTo>
                <a:lnTo>
                  <a:pt x="1225" y="1054"/>
                </a:lnTo>
                <a:lnTo>
                  <a:pt x="1246" y="1044"/>
                </a:lnTo>
                <a:lnTo>
                  <a:pt x="1266" y="1034"/>
                </a:lnTo>
                <a:lnTo>
                  <a:pt x="1286" y="1023"/>
                </a:lnTo>
                <a:lnTo>
                  <a:pt x="1306" y="1012"/>
                </a:lnTo>
                <a:lnTo>
                  <a:pt x="1325" y="1001"/>
                </a:lnTo>
                <a:lnTo>
                  <a:pt x="1343" y="988"/>
                </a:lnTo>
                <a:lnTo>
                  <a:pt x="1361" y="976"/>
                </a:lnTo>
                <a:lnTo>
                  <a:pt x="1378" y="962"/>
                </a:lnTo>
                <a:lnTo>
                  <a:pt x="1395" y="949"/>
                </a:lnTo>
                <a:lnTo>
                  <a:pt x="1411" y="935"/>
                </a:lnTo>
                <a:lnTo>
                  <a:pt x="1427" y="921"/>
                </a:lnTo>
                <a:lnTo>
                  <a:pt x="1442" y="907"/>
                </a:lnTo>
                <a:lnTo>
                  <a:pt x="1456" y="892"/>
                </a:lnTo>
                <a:lnTo>
                  <a:pt x="1470" y="877"/>
                </a:lnTo>
                <a:lnTo>
                  <a:pt x="1483" y="862"/>
                </a:lnTo>
                <a:lnTo>
                  <a:pt x="1496" y="847"/>
                </a:lnTo>
                <a:lnTo>
                  <a:pt x="1507" y="831"/>
                </a:lnTo>
                <a:lnTo>
                  <a:pt x="1518" y="815"/>
                </a:lnTo>
                <a:lnTo>
                  <a:pt x="1529" y="798"/>
                </a:lnTo>
                <a:lnTo>
                  <a:pt x="1538" y="782"/>
                </a:lnTo>
                <a:lnTo>
                  <a:pt x="1547" y="765"/>
                </a:lnTo>
                <a:lnTo>
                  <a:pt x="1555" y="748"/>
                </a:lnTo>
                <a:lnTo>
                  <a:pt x="1563" y="731"/>
                </a:lnTo>
                <a:lnTo>
                  <a:pt x="1570" y="714"/>
                </a:lnTo>
                <a:lnTo>
                  <a:pt x="1576" y="697"/>
                </a:lnTo>
                <a:lnTo>
                  <a:pt x="1581" y="679"/>
                </a:lnTo>
                <a:lnTo>
                  <a:pt x="1585" y="661"/>
                </a:lnTo>
                <a:lnTo>
                  <a:pt x="1589" y="644"/>
                </a:lnTo>
                <a:lnTo>
                  <a:pt x="1591" y="626"/>
                </a:lnTo>
                <a:lnTo>
                  <a:pt x="1593" y="608"/>
                </a:lnTo>
                <a:lnTo>
                  <a:pt x="1595" y="590"/>
                </a:lnTo>
                <a:lnTo>
                  <a:pt x="1595" y="572"/>
                </a:lnTo>
                <a:moveTo>
                  <a:pt x="1599" y="572"/>
                </a:moveTo>
                <a:lnTo>
                  <a:pt x="1598" y="590"/>
                </a:lnTo>
                <a:lnTo>
                  <a:pt x="1597" y="608"/>
                </a:lnTo>
                <a:lnTo>
                  <a:pt x="1595" y="626"/>
                </a:lnTo>
                <a:lnTo>
                  <a:pt x="1592" y="644"/>
                </a:lnTo>
                <a:lnTo>
                  <a:pt x="1589" y="662"/>
                </a:lnTo>
                <a:lnTo>
                  <a:pt x="1585" y="680"/>
                </a:lnTo>
                <a:lnTo>
                  <a:pt x="1580" y="697"/>
                </a:lnTo>
                <a:lnTo>
                  <a:pt x="1574" y="715"/>
                </a:lnTo>
                <a:lnTo>
                  <a:pt x="1567" y="732"/>
                </a:lnTo>
                <a:lnTo>
                  <a:pt x="1559" y="749"/>
                </a:lnTo>
                <a:lnTo>
                  <a:pt x="1551" y="766"/>
                </a:lnTo>
                <a:lnTo>
                  <a:pt x="1542" y="783"/>
                </a:lnTo>
                <a:lnTo>
                  <a:pt x="1532" y="800"/>
                </a:lnTo>
                <a:lnTo>
                  <a:pt x="1522" y="816"/>
                </a:lnTo>
                <a:lnTo>
                  <a:pt x="1511" y="832"/>
                </a:lnTo>
                <a:lnTo>
                  <a:pt x="1499" y="848"/>
                </a:lnTo>
                <a:lnTo>
                  <a:pt x="1487" y="864"/>
                </a:lnTo>
                <a:lnTo>
                  <a:pt x="1473" y="879"/>
                </a:lnTo>
                <a:lnTo>
                  <a:pt x="1460" y="894"/>
                </a:lnTo>
                <a:lnTo>
                  <a:pt x="1445" y="909"/>
                </a:lnTo>
                <a:lnTo>
                  <a:pt x="1430" y="923"/>
                </a:lnTo>
                <a:lnTo>
                  <a:pt x="1414" y="937"/>
                </a:lnTo>
                <a:lnTo>
                  <a:pt x="1398" y="951"/>
                </a:lnTo>
                <a:lnTo>
                  <a:pt x="1381" y="964"/>
                </a:lnTo>
                <a:lnTo>
                  <a:pt x="1364" y="978"/>
                </a:lnTo>
                <a:lnTo>
                  <a:pt x="1346" y="990"/>
                </a:lnTo>
                <a:lnTo>
                  <a:pt x="1327" y="1003"/>
                </a:lnTo>
                <a:lnTo>
                  <a:pt x="1308" y="1014"/>
                </a:lnTo>
                <a:lnTo>
                  <a:pt x="1289" y="1026"/>
                </a:lnTo>
                <a:lnTo>
                  <a:pt x="1268" y="1036"/>
                </a:lnTo>
                <a:lnTo>
                  <a:pt x="1248" y="1047"/>
                </a:lnTo>
                <a:lnTo>
                  <a:pt x="1227" y="1057"/>
                </a:lnTo>
                <a:lnTo>
                  <a:pt x="1206" y="1066"/>
                </a:lnTo>
                <a:lnTo>
                  <a:pt x="1184" y="1075"/>
                </a:lnTo>
                <a:lnTo>
                  <a:pt x="1162" y="1083"/>
                </a:lnTo>
                <a:lnTo>
                  <a:pt x="1139" y="1091"/>
                </a:lnTo>
                <a:lnTo>
                  <a:pt x="1116" y="1099"/>
                </a:lnTo>
                <a:lnTo>
                  <a:pt x="1093" y="1105"/>
                </a:lnTo>
                <a:lnTo>
                  <a:pt x="1070" y="1112"/>
                </a:lnTo>
                <a:lnTo>
                  <a:pt x="1046" y="1118"/>
                </a:lnTo>
                <a:lnTo>
                  <a:pt x="1022" y="1123"/>
                </a:lnTo>
                <a:lnTo>
                  <a:pt x="998" y="1128"/>
                </a:lnTo>
                <a:lnTo>
                  <a:pt x="973" y="1132"/>
                </a:lnTo>
                <a:lnTo>
                  <a:pt x="949" y="1135"/>
                </a:lnTo>
                <a:lnTo>
                  <a:pt x="924" y="1139"/>
                </a:lnTo>
                <a:lnTo>
                  <a:pt x="899" y="1141"/>
                </a:lnTo>
                <a:lnTo>
                  <a:pt x="874" y="1143"/>
                </a:lnTo>
                <a:lnTo>
                  <a:pt x="849" y="1144"/>
                </a:lnTo>
                <a:lnTo>
                  <a:pt x="824" y="1145"/>
                </a:lnTo>
                <a:lnTo>
                  <a:pt x="799" y="1146"/>
                </a:lnTo>
                <a:lnTo>
                  <a:pt x="774" y="1145"/>
                </a:lnTo>
                <a:lnTo>
                  <a:pt x="749" y="1144"/>
                </a:lnTo>
                <a:lnTo>
                  <a:pt x="724" y="1143"/>
                </a:lnTo>
                <a:lnTo>
                  <a:pt x="699" y="1141"/>
                </a:lnTo>
                <a:lnTo>
                  <a:pt x="674" y="1139"/>
                </a:lnTo>
                <a:lnTo>
                  <a:pt x="649" y="1135"/>
                </a:lnTo>
                <a:lnTo>
                  <a:pt x="625" y="1132"/>
                </a:lnTo>
                <a:lnTo>
                  <a:pt x="600" y="1128"/>
                </a:lnTo>
                <a:lnTo>
                  <a:pt x="576" y="1123"/>
                </a:lnTo>
                <a:lnTo>
                  <a:pt x="552" y="1118"/>
                </a:lnTo>
                <a:lnTo>
                  <a:pt x="528" y="1112"/>
                </a:lnTo>
                <a:lnTo>
                  <a:pt x="505" y="1105"/>
                </a:lnTo>
                <a:lnTo>
                  <a:pt x="482" y="1099"/>
                </a:lnTo>
                <a:lnTo>
                  <a:pt x="459" y="1091"/>
                </a:lnTo>
                <a:lnTo>
                  <a:pt x="436" y="1083"/>
                </a:lnTo>
                <a:lnTo>
                  <a:pt x="414" y="1075"/>
                </a:lnTo>
                <a:lnTo>
                  <a:pt x="392" y="1066"/>
                </a:lnTo>
                <a:lnTo>
                  <a:pt x="371" y="1057"/>
                </a:lnTo>
                <a:lnTo>
                  <a:pt x="350" y="1047"/>
                </a:lnTo>
                <a:lnTo>
                  <a:pt x="329" y="1036"/>
                </a:lnTo>
                <a:lnTo>
                  <a:pt x="309" y="1026"/>
                </a:lnTo>
                <a:lnTo>
                  <a:pt x="290" y="1014"/>
                </a:lnTo>
                <a:lnTo>
                  <a:pt x="271" y="1003"/>
                </a:lnTo>
                <a:lnTo>
                  <a:pt x="252" y="990"/>
                </a:lnTo>
                <a:lnTo>
                  <a:pt x="234" y="978"/>
                </a:lnTo>
                <a:lnTo>
                  <a:pt x="217" y="964"/>
                </a:lnTo>
                <a:lnTo>
                  <a:pt x="200" y="951"/>
                </a:lnTo>
                <a:lnTo>
                  <a:pt x="183" y="937"/>
                </a:lnTo>
                <a:lnTo>
                  <a:pt x="168" y="923"/>
                </a:lnTo>
                <a:lnTo>
                  <a:pt x="153" y="909"/>
                </a:lnTo>
                <a:lnTo>
                  <a:pt x="138" y="894"/>
                </a:lnTo>
                <a:lnTo>
                  <a:pt x="124" y="879"/>
                </a:lnTo>
                <a:lnTo>
                  <a:pt x="111" y="864"/>
                </a:lnTo>
                <a:lnTo>
                  <a:pt x="99" y="848"/>
                </a:lnTo>
                <a:lnTo>
                  <a:pt x="87" y="832"/>
                </a:lnTo>
                <a:lnTo>
                  <a:pt x="76" y="816"/>
                </a:lnTo>
                <a:lnTo>
                  <a:pt x="66" y="800"/>
                </a:lnTo>
                <a:lnTo>
                  <a:pt x="56" y="783"/>
                </a:lnTo>
                <a:lnTo>
                  <a:pt x="47" y="766"/>
                </a:lnTo>
                <a:lnTo>
                  <a:pt x="39" y="749"/>
                </a:lnTo>
                <a:lnTo>
                  <a:pt x="32" y="732"/>
                </a:lnTo>
                <a:lnTo>
                  <a:pt x="25" y="715"/>
                </a:lnTo>
                <a:lnTo>
                  <a:pt x="19" y="697"/>
                </a:lnTo>
                <a:lnTo>
                  <a:pt x="14" y="680"/>
                </a:lnTo>
                <a:lnTo>
                  <a:pt x="10" y="662"/>
                </a:lnTo>
                <a:lnTo>
                  <a:pt x="6" y="644"/>
                </a:lnTo>
                <a:lnTo>
                  <a:pt x="4" y="626"/>
                </a:lnTo>
                <a:lnTo>
                  <a:pt x="2" y="608"/>
                </a:lnTo>
                <a:lnTo>
                  <a:pt x="1" y="590"/>
                </a:lnTo>
                <a:lnTo>
                  <a:pt x="0" y="572"/>
                </a:lnTo>
                <a:lnTo>
                  <a:pt x="1" y="554"/>
                </a:lnTo>
                <a:lnTo>
                  <a:pt x="2" y="536"/>
                </a:lnTo>
                <a:lnTo>
                  <a:pt x="4" y="518"/>
                </a:lnTo>
                <a:lnTo>
                  <a:pt x="6" y="501"/>
                </a:lnTo>
                <a:lnTo>
                  <a:pt x="10" y="483"/>
                </a:lnTo>
                <a:lnTo>
                  <a:pt x="14" y="465"/>
                </a:lnTo>
                <a:lnTo>
                  <a:pt x="19" y="447"/>
                </a:lnTo>
                <a:lnTo>
                  <a:pt x="25" y="430"/>
                </a:lnTo>
                <a:lnTo>
                  <a:pt x="32" y="413"/>
                </a:lnTo>
                <a:lnTo>
                  <a:pt x="39" y="395"/>
                </a:lnTo>
                <a:lnTo>
                  <a:pt x="47" y="378"/>
                </a:lnTo>
                <a:lnTo>
                  <a:pt x="56" y="362"/>
                </a:lnTo>
                <a:lnTo>
                  <a:pt x="66" y="345"/>
                </a:lnTo>
                <a:lnTo>
                  <a:pt x="76" y="329"/>
                </a:lnTo>
                <a:lnTo>
                  <a:pt x="87" y="312"/>
                </a:lnTo>
                <a:lnTo>
                  <a:pt x="99" y="297"/>
                </a:lnTo>
                <a:lnTo>
                  <a:pt x="111" y="281"/>
                </a:lnTo>
                <a:lnTo>
                  <a:pt x="124" y="266"/>
                </a:lnTo>
                <a:lnTo>
                  <a:pt x="138" y="251"/>
                </a:lnTo>
                <a:lnTo>
                  <a:pt x="153" y="236"/>
                </a:lnTo>
                <a:lnTo>
                  <a:pt x="168" y="222"/>
                </a:lnTo>
                <a:lnTo>
                  <a:pt x="183" y="208"/>
                </a:lnTo>
                <a:lnTo>
                  <a:pt x="200" y="194"/>
                </a:lnTo>
                <a:lnTo>
                  <a:pt x="217" y="181"/>
                </a:lnTo>
                <a:lnTo>
                  <a:pt x="234" y="168"/>
                </a:lnTo>
                <a:lnTo>
                  <a:pt x="252" y="155"/>
                </a:lnTo>
                <a:lnTo>
                  <a:pt x="271" y="143"/>
                </a:lnTo>
                <a:lnTo>
                  <a:pt x="290" y="131"/>
                </a:lnTo>
                <a:lnTo>
                  <a:pt x="309" y="120"/>
                </a:lnTo>
                <a:lnTo>
                  <a:pt x="329" y="109"/>
                </a:lnTo>
                <a:lnTo>
                  <a:pt x="350" y="99"/>
                </a:lnTo>
                <a:lnTo>
                  <a:pt x="371" y="89"/>
                </a:lnTo>
                <a:lnTo>
                  <a:pt x="392" y="80"/>
                </a:lnTo>
                <a:lnTo>
                  <a:pt x="414" y="71"/>
                </a:lnTo>
                <a:lnTo>
                  <a:pt x="436" y="62"/>
                </a:lnTo>
                <a:lnTo>
                  <a:pt x="459" y="54"/>
                </a:lnTo>
                <a:lnTo>
                  <a:pt x="482" y="47"/>
                </a:lnTo>
                <a:lnTo>
                  <a:pt x="505" y="40"/>
                </a:lnTo>
                <a:lnTo>
                  <a:pt x="528" y="34"/>
                </a:lnTo>
                <a:lnTo>
                  <a:pt x="552" y="28"/>
                </a:lnTo>
                <a:lnTo>
                  <a:pt x="576" y="23"/>
                </a:lnTo>
                <a:lnTo>
                  <a:pt x="600" y="18"/>
                </a:lnTo>
                <a:lnTo>
                  <a:pt x="625" y="14"/>
                </a:lnTo>
                <a:lnTo>
                  <a:pt x="649" y="10"/>
                </a:lnTo>
                <a:lnTo>
                  <a:pt x="674" y="7"/>
                </a:lnTo>
                <a:lnTo>
                  <a:pt x="699" y="5"/>
                </a:lnTo>
                <a:lnTo>
                  <a:pt x="724" y="3"/>
                </a:lnTo>
                <a:lnTo>
                  <a:pt x="749" y="1"/>
                </a:lnTo>
                <a:lnTo>
                  <a:pt x="774" y="0"/>
                </a:lnTo>
                <a:lnTo>
                  <a:pt x="799" y="0"/>
                </a:lnTo>
                <a:lnTo>
                  <a:pt x="824" y="0"/>
                </a:lnTo>
                <a:lnTo>
                  <a:pt x="849" y="1"/>
                </a:lnTo>
                <a:lnTo>
                  <a:pt x="874" y="3"/>
                </a:lnTo>
                <a:lnTo>
                  <a:pt x="899" y="5"/>
                </a:lnTo>
                <a:lnTo>
                  <a:pt x="924" y="7"/>
                </a:lnTo>
                <a:lnTo>
                  <a:pt x="949" y="10"/>
                </a:lnTo>
                <a:lnTo>
                  <a:pt x="973" y="14"/>
                </a:lnTo>
                <a:lnTo>
                  <a:pt x="998" y="18"/>
                </a:lnTo>
                <a:lnTo>
                  <a:pt x="1022" y="23"/>
                </a:lnTo>
                <a:lnTo>
                  <a:pt x="1046" y="28"/>
                </a:lnTo>
                <a:lnTo>
                  <a:pt x="1070" y="34"/>
                </a:lnTo>
                <a:lnTo>
                  <a:pt x="1093" y="40"/>
                </a:lnTo>
                <a:lnTo>
                  <a:pt x="1116" y="47"/>
                </a:lnTo>
                <a:lnTo>
                  <a:pt x="1139" y="54"/>
                </a:lnTo>
                <a:lnTo>
                  <a:pt x="1162" y="62"/>
                </a:lnTo>
                <a:lnTo>
                  <a:pt x="1184" y="71"/>
                </a:lnTo>
                <a:lnTo>
                  <a:pt x="1206" y="80"/>
                </a:lnTo>
                <a:lnTo>
                  <a:pt x="1227" y="89"/>
                </a:lnTo>
                <a:lnTo>
                  <a:pt x="1248" y="99"/>
                </a:lnTo>
                <a:lnTo>
                  <a:pt x="1268" y="109"/>
                </a:lnTo>
                <a:lnTo>
                  <a:pt x="1289" y="120"/>
                </a:lnTo>
                <a:lnTo>
                  <a:pt x="1308" y="131"/>
                </a:lnTo>
                <a:lnTo>
                  <a:pt x="1327" y="143"/>
                </a:lnTo>
                <a:lnTo>
                  <a:pt x="1346" y="155"/>
                </a:lnTo>
                <a:lnTo>
                  <a:pt x="1364" y="168"/>
                </a:lnTo>
                <a:lnTo>
                  <a:pt x="1381" y="181"/>
                </a:lnTo>
                <a:lnTo>
                  <a:pt x="1398" y="194"/>
                </a:lnTo>
                <a:lnTo>
                  <a:pt x="1414" y="208"/>
                </a:lnTo>
                <a:lnTo>
                  <a:pt x="1430" y="222"/>
                </a:lnTo>
                <a:lnTo>
                  <a:pt x="1445" y="236"/>
                </a:lnTo>
                <a:lnTo>
                  <a:pt x="1460" y="251"/>
                </a:lnTo>
                <a:lnTo>
                  <a:pt x="1473" y="266"/>
                </a:lnTo>
                <a:lnTo>
                  <a:pt x="1487" y="281"/>
                </a:lnTo>
                <a:lnTo>
                  <a:pt x="1499" y="297"/>
                </a:lnTo>
                <a:lnTo>
                  <a:pt x="1511" y="312"/>
                </a:lnTo>
                <a:lnTo>
                  <a:pt x="1522" y="329"/>
                </a:lnTo>
                <a:lnTo>
                  <a:pt x="1532" y="345"/>
                </a:lnTo>
                <a:lnTo>
                  <a:pt x="1542" y="362"/>
                </a:lnTo>
                <a:lnTo>
                  <a:pt x="1551" y="378"/>
                </a:lnTo>
                <a:lnTo>
                  <a:pt x="1559" y="395"/>
                </a:lnTo>
                <a:lnTo>
                  <a:pt x="1567" y="413"/>
                </a:lnTo>
                <a:lnTo>
                  <a:pt x="1574" y="430"/>
                </a:lnTo>
                <a:lnTo>
                  <a:pt x="1580" y="447"/>
                </a:lnTo>
                <a:lnTo>
                  <a:pt x="1585" y="465"/>
                </a:lnTo>
                <a:lnTo>
                  <a:pt x="1589" y="483"/>
                </a:lnTo>
                <a:lnTo>
                  <a:pt x="1592" y="501"/>
                </a:lnTo>
                <a:lnTo>
                  <a:pt x="1595" y="518"/>
                </a:lnTo>
                <a:lnTo>
                  <a:pt x="1597" y="536"/>
                </a:lnTo>
                <a:lnTo>
                  <a:pt x="1598" y="554"/>
                </a:lnTo>
                <a:lnTo>
                  <a:pt x="1599" y="572"/>
                </a:lnTo>
                <a:close/>
              </a:path>
            </a:pathLst>
          </a:custGeom>
          <a:solidFill>
            <a:srgbClr val="ffa6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4" name=""/>
          <p:cNvSpPr/>
          <p:nvPr/>
        </p:nvSpPr>
        <p:spPr>
          <a:xfrm>
            <a:off x="7773480" y="2737080"/>
            <a:ext cx="578520" cy="414360"/>
          </a:xfrm>
          <a:custGeom>
            <a:avLst/>
            <a:gdLst/>
            <a:ahLst/>
            <a:rect l="0" t="0" r="r" b="b"/>
            <a:pathLst>
              <a:path w="1607" h="1151">
                <a:moveTo>
                  <a:pt x="1603" y="575"/>
                </a:moveTo>
                <a:lnTo>
                  <a:pt x="1602" y="557"/>
                </a:lnTo>
                <a:lnTo>
                  <a:pt x="1601" y="539"/>
                </a:lnTo>
                <a:lnTo>
                  <a:pt x="1599" y="521"/>
                </a:lnTo>
                <a:lnTo>
                  <a:pt x="1596" y="504"/>
                </a:lnTo>
                <a:lnTo>
                  <a:pt x="1593" y="486"/>
                </a:lnTo>
                <a:lnTo>
                  <a:pt x="1589" y="468"/>
                </a:lnTo>
                <a:lnTo>
                  <a:pt x="1584" y="450"/>
                </a:lnTo>
                <a:lnTo>
                  <a:pt x="1578" y="433"/>
                </a:lnTo>
                <a:lnTo>
                  <a:pt x="1571" y="416"/>
                </a:lnTo>
                <a:lnTo>
                  <a:pt x="1564" y="398"/>
                </a:lnTo>
                <a:lnTo>
                  <a:pt x="1556" y="381"/>
                </a:lnTo>
                <a:lnTo>
                  <a:pt x="1547" y="365"/>
                </a:lnTo>
                <a:lnTo>
                  <a:pt x="1537" y="348"/>
                </a:lnTo>
                <a:lnTo>
                  <a:pt x="1527" y="332"/>
                </a:lnTo>
                <a:lnTo>
                  <a:pt x="1516" y="315"/>
                </a:lnTo>
                <a:lnTo>
                  <a:pt x="1504" y="300"/>
                </a:lnTo>
                <a:lnTo>
                  <a:pt x="1492" y="284"/>
                </a:lnTo>
                <a:lnTo>
                  <a:pt x="1478" y="269"/>
                </a:lnTo>
                <a:lnTo>
                  <a:pt x="1465" y="254"/>
                </a:lnTo>
                <a:lnTo>
                  <a:pt x="1450" y="239"/>
                </a:lnTo>
                <a:lnTo>
                  <a:pt x="1435" y="225"/>
                </a:lnTo>
                <a:lnTo>
                  <a:pt x="1419" y="211"/>
                </a:lnTo>
                <a:lnTo>
                  <a:pt x="1403" y="197"/>
                </a:lnTo>
                <a:lnTo>
                  <a:pt x="1386" y="184"/>
                </a:lnTo>
                <a:lnTo>
                  <a:pt x="1369" y="171"/>
                </a:lnTo>
                <a:lnTo>
                  <a:pt x="1351" y="158"/>
                </a:lnTo>
                <a:lnTo>
                  <a:pt x="1332" y="146"/>
                </a:lnTo>
                <a:lnTo>
                  <a:pt x="1313" y="134"/>
                </a:lnTo>
                <a:lnTo>
                  <a:pt x="1294" y="123"/>
                </a:lnTo>
                <a:lnTo>
                  <a:pt x="1273" y="112"/>
                </a:lnTo>
                <a:lnTo>
                  <a:pt x="1253" y="102"/>
                </a:lnTo>
                <a:lnTo>
                  <a:pt x="1232" y="92"/>
                </a:lnTo>
                <a:lnTo>
                  <a:pt x="1211" y="83"/>
                </a:lnTo>
                <a:lnTo>
                  <a:pt x="1189" y="74"/>
                </a:lnTo>
                <a:lnTo>
                  <a:pt x="1167" y="65"/>
                </a:lnTo>
                <a:lnTo>
                  <a:pt x="1144" y="57"/>
                </a:lnTo>
                <a:lnTo>
                  <a:pt x="1121" y="50"/>
                </a:lnTo>
                <a:lnTo>
                  <a:pt x="1098" y="43"/>
                </a:lnTo>
                <a:lnTo>
                  <a:pt x="1075" y="37"/>
                </a:lnTo>
                <a:lnTo>
                  <a:pt x="1051" y="31"/>
                </a:lnTo>
                <a:lnTo>
                  <a:pt x="1027" y="26"/>
                </a:lnTo>
                <a:lnTo>
                  <a:pt x="1003" y="21"/>
                </a:lnTo>
                <a:lnTo>
                  <a:pt x="978" y="17"/>
                </a:lnTo>
                <a:lnTo>
                  <a:pt x="954" y="13"/>
                </a:lnTo>
                <a:lnTo>
                  <a:pt x="929" y="10"/>
                </a:lnTo>
                <a:lnTo>
                  <a:pt x="904" y="8"/>
                </a:lnTo>
                <a:lnTo>
                  <a:pt x="879" y="6"/>
                </a:lnTo>
                <a:lnTo>
                  <a:pt x="854" y="4"/>
                </a:lnTo>
                <a:lnTo>
                  <a:pt x="829" y="3"/>
                </a:lnTo>
                <a:lnTo>
                  <a:pt x="804" y="3"/>
                </a:lnTo>
                <a:lnTo>
                  <a:pt x="779" y="3"/>
                </a:lnTo>
                <a:lnTo>
                  <a:pt x="754" y="4"/>
                </a:lnTo>
                <a:lnTo>
                  <a:pt x="729" y="6"/>
                </a:lnTo>
                <a:lnTo>
                  <a:pt x="704" y="8"/>
                </a:lnTo>
                <a:lnTo>
                  <a:pt x="679" y="10"/>
                </a:lnTo>
                <a:lnTo>
                  <a:pt x="654" y="13"/>
                </a:lnTo>
                <a:lnTo>
                  <a:pt x="630" y="17"/>
                </a:lnTo>
                <a:lnTo>
                  <a:pt x="605" y="21"/>
                </a:lnTo>
                <a:lnTo>
                  <a:pt x="581" y="26"/>
                </a:lnTo>
                <a:lnTo>
                  <a:pt x="557" y="31"/>
                </a:lnTo>
                <a:lnTo>
                  <a:pt x="533" y="37"/>
                </a:lnTo>
                <a:lnTo>
                  <a:pt x="510" y="43"/>
                </a:lnTo>
                <a:lnTo>
                  <a:pt x="487" y="50"/>
                </a:lnTo>
                <a:lnTo>
                  <a:pt x="464" y="57"/>
                </a:lnTo>
                <a:lnTo>
                  <a:pt x="441" y="65"/>
                </a:lnTo>
                <a:lnTo>
                  <a:pt x="419" y="74"/>
                </a:lnTo>
                <a:lnTo>
                  <a:pt x="397" y="83"/>
                </a:lnTo>
                <a:lnTo>
                  <a:pt x="376" y="92"/>
                </a:lnTo>
                <a:lnTo>
                  <a:pt x="355" y="102"/>
                </a:lnTo>
                <a:lnTo>
                  <a:pt x="334" y="112"/>
                </a:lnTo>
                <a:lnTo>
                  <a:pt x="314" y="123"/>
                </a:lnTo>
                <a:lnTo>
                  <a:pt x="295" y="134"/>
                </a:lnTo>
                <a:lnTo>
                  <a:pt x="276" y="146"/>
                </a:lnTo>
                <a:lnTo>
                  <a:pt x="257" y="158"/>
                </a:lnTo>
                <a:lnTo>
                  <a:pt x="239" y="171"/>
                </a:lnTo>
                <a:lnTo>
                  <a:pt x="222" y="184"/>
                </a:lnTo>
                <a:lnTo>
                  <a:pt x="205" y="197"/>
                </a:lnTo>
                <a:lnTo>
                  <a:pt x="188" y="211"/>
                </a:lnTo>
                <a:lnTo>
                  <a:pt x="173" y="225"/>
                </a:lnTo>
                <a:lnTo>
                  <a:pt x="158" y="239"/>
                </a:lnTo>
                <a:lnTo>
                  <a:pt x="143" y="254"/>
                </a:lnTo>
                <a:lnTo>
                  <a:pt x="129" y="269"/>
                </a:lnTo>
                <a:lnTo>
                  <a:pt x="116" y="284"/>
                </a:lnTo>
                <a:lnTo>
                  <a:pt x="104" y="300"/>
                </a:lnTo>
                <a:lnTo>
                  <a:pt x="92" y="315"/>
                </a:lnTo>
                <a:lnTo>
                  <a:pt x="81" y="332"/>
                </a:lnTo>
                <a:lnTo>
                  <a:pt x="70" y="348"/>
                </a:lnTo>
                <a:lnTo>
                  <a:pt x="60" y="365"/>
                </a:lnTo>
                <a:lnTo>
                  <a:pt x="51" y="381"/>
                </a:lnTo>
                <a:lnTo>
                  <a:pt x="43" y="398"/>
                </a:lnTo>
                <a:lnTo>
                  <a:pt x="36" y="416"/>
                </a:lnTo>
                <a:lnTo>
                  <a:pt x="29" y="433"/>
                </a:lnTo>
                <a:lnTo>
                  <a:pt x="23" y="450"/>
                </a:lnTo>
                <a:lnTo>
                  <a:pt x="18" y="468"/>
                </a:lnTo>
                <a:lnTo>
                  <a:pt x="14" y="486"/>
                </a:lnTo>
                <a:lnTo>
                  <a:pt x="10" y="504"/>
                </a:lnTo>
                <a:lnTo>
                  <a:pt x="8" y="521"/>
                </a:lnTo>
                <a:lnTo>
                  <a:pt x="6" y="539"/>
                </a:lnTo>
                <a:lnTo>
                  <a:pt x="5" y="557"/>
                </a:lnTo>
                <a:lnTo>
                  <a:pt x="4" y="575"/>
                </a:lnTo>
                <a:lnTo>
                  <a:pt x="5" y="593"/>
                </a:lnTo>
                <a:lnTo>
                  <a:pt x="6" y="611"/>
                </a:lnTo>
                <a:lnTo>
                  <a:pt x="8" y="629"/>
                </a:lnTo>
                <a:lnTo>
                  <a:pt x="10" y="647"/>
                </a:lnTo>
                <a:lnTo>
                  <a:pt x="14" y="665"/>
                </a:lnTo>
                <a:lnTo>
                  <a:pt x="18" y="683"/>
                </a:lnTo>
                <a:lnTo>
                  <a:pt x="23" y="700"/>
                </a:lnTo>
                <a:lnTo>
                  <a:pt x="29" y="718"/>
                </a:lnTo>
                <a:lnTo>
                  <a:pt x="36" y="735"/>
                </a:lnTo>
                <a:lnTo>
                  <a:pt x="43" y="752"/>
                </a:lnTo>
                <a:lnTo>
                  <a:pt x="51" y="769"/>
                </a:lnTo>
                <a:lnTo>
                  <a:pt x="60" y="786"/>
                </a:lnTo>
                <a:lnTo>
                  <a:pt x="70" y="803"/>
                </a:lnTo>
                <a:lnTo>
                  <a:pt x="81" y="819"/>
                </a:lnTo>
                <a:lnTo>
                  <a:pt x="92" y="835"/>
                </a:lnTo>
                <a:lnTo>
                  <a:pt x="104" y="851"/>
                </a:lnTo>
                <a:lnTo>
                  <a:pt x="116" y="867"/>
                </a:lnTo>
                <a:lnTo>
                  <a:pt x="129" y="882"/>
                </a:lnTo>
                <a:lnTo>
                  <a:pt x="143" y="897"/>
                </a:lnTo>
                <a:lnTo>
                  <a:pt x="158" y="912"/>
                </a:lnTo>
                <a:lnTo>
                  <a:pt x="173" y="926"/>
                </a:lnTo>
                <a:lnTo>
                  <a:pt x="188" y="940"/>
                </a:lnTo>
                <a:lnTo>
                  <a:pt x="205" y="954"/>
                </a:lnTo>
                <a:lnTo>
                  <a:pt x="222" y="967"/>
                </a:lnTo>
                <a:lnTo>
                  <a:pt x="239" y="980"/>
                </a:lnTo>
                <a:lnTo>
                  <a:pt x="257" y="992"/>
                </a:lnTo>
                <a:lnTo>
                  <a:pt x="276" y="1005"/>
                </a:lnTo>
                <a:lnTo>
                  <a:pt x="295" y="1016"/>
                </a:lnTo>
                <a:lnTo>
                  <a:pt x="314" y="1029"/>
                </a:lnTo>
                <a:lnTo>
                  <a:pt x="334" y="1039"/>
                </a:lnTo>
                <a:lnTo>
                  <a:pt x="355" y="1050"/>
                </a:lnTo>
                <a:lnTo>
                  <a:pt x="376" y="1060"/>
                </a:lnTo>
                <a:lnTo>
                  <a:pt x="397" y="1069"/>
                </a:lnTo>
                <a:lnTo>
                  <a:pt x="419" y="1078"/>
                </a:lnTo>
                <a:lnTo>
                  <a:pt x="441" y="1086"/>
                </a:lnTo>
                <a:lnTo>
                  <a:pt x="464" y="1094"/>
                </a:lnTo>
                <a:lnTo>
                  <a:pt x="487" y="1102"/>
                </a:lnTo>
                <a:lnTo>
                  <a:pt x="510" y="1108"/>
                </a:lnTo>
                <a:lnTo>
                  <a:pt x="533" y="1115"/>
                </a:lnTo>
                <a:lnTo>
                  <a:pt x="557" y="1121"/>
                </a:lnTo>
                <a:lnTo>
                  <a:pt x="581" y="1126"/>
                </a:lnTo>
                <a:lnTo>
                  <a:pt x="605" y="1131"/>
                </a:lnTo>
                <a:lnTo>
                  <a:pt x="630" y="1135"/>
                </a:lnTo>
                <a:lnTo>
                  <a:pt x="654" y="1138"/>
                </a:lnTo>
                <a:lnTo>
                  <a:pt x="679" y="1142"/>
                </a:lnTo>
                <a:lnTo>
                  <a:pt x="704" y="1144"/>
                </a:lnTo>
                <a:lnTo>
                  <a:pt x="729" y="1146"/>
                </a:lnTo>
                <a:lnTo>
                  <a:pt x="754" y="1147"/>
                </a:lnTo>
                <a:lnTo>
                  <a:pt x="779" y="1148"/>
                </a:lnTo>
                <a:lnTo>
                  <a:pt x="804" y="1149"/>
                </a:lnTo>
                <a:lnTo>
                  <a:pt x="829" y="1148"/>
                </a:lnTo>
                <a:lnTo>
                  <a:pt x="854" y="1147"/>
                </a:lnTo>
                <a:lnTo>
                  <a:pt x="879" y="1146"/>
                </a:lnTo>
                <a:lnTo>
                  <a:pt x="904" y="1144"/>
                </a:lnTo>
                <a:lnTo>
                  <a:pt x="929" y="1142"/>
                </a:lnTo>
                <a:lnTo>
                  <a:pt x="954" y="1138"/>
                </a:lnTo>
                <a:lnTo>
                  <a:pt x="978" y="1135"/>
                </a:lnTo>
                <a:lnTo>
                  <a:pt x="1003" y="1131"/>
                </a:lnTo>
                <a:lnTo>
                  <a:pt x="1027" y="1126"/>
                </a:lnTo>
                <a:lnTo>
                  <a:pt x="1051" y="1121"/>
                </a:lnTo>
                <a:lnTo>
                  <a:pt x="1075" y="1115"/>
                </a:lnTo>
                <a:lnTo>
                  <a:pt x="1098" y="1108"/>
                </a:lnTo>
                <a:lnTo>
                  <a:pt x="1121" y="1102"/>
                </a:lnTo>
                <a:lnTo>
                  <a:pt x="1144" y="1094"/>
                </a:lnTo>
                <a:lnTo>
                  <a:pt x="1167" y="1086"/>
                </a:lnTo>
                <a:lnTo>
                  <a:pt x="1189" y="1078"/>
                </a:lnTo>
                <a:lnTo>
                  <a:pt x="1211" y="1069"/>
                </a:lnTo>
                <a:lnTo>
                  <a:pt x="1232" y="1060"/>
                </a:lnTo>
                <a:lnTo>
                  <a:pt x="1253" y="1050"/>
                </a:lnTo>
                <a:lnTo>
                  <a:pt x="1273" y="1039"/>
                </a:lnTo>
                <a:lnTo>
                  <a:pt x="1294" y="1029"/>
                </a:lnTo>
                <a:lnTo>
                  <a:pt x="1313" y="1016"/>
                </a:lnTo>
                <a:lnTo>
                  <a:pt x="1332" y="1005"/>
                </a:lnTo>
                <a:lnTo>
                  <a:pt x="1351" y="992"/>
                </a:lnTo>
                <a:lnTo>
                  <a:pt x="1369" y="980"/>
                </a:lnTo>
                <a:lnTo>
                  <a:pt x="1386" y="967"/>
                </a:lnTo>
                <a:lnTo>
                  <a:pt x="1403" y="954"/>
                </a:lnTo>
                <a:lnTo>
                  <a:pt x="1419" y="940"/>
                </a:lnTo>
                <a:lnTo>
                  <a:pt x="1435" y="926"/>
                </a:lnTo>
                <a:lnTo>
                  <a:pt x="1450" y="912"/>
                </a:lnTo>
                <a:lnTo>
                  <a:pt x="1465" y="897"/>
                </a:lnTo>
                <a:lnTo>
                  <a:pt x="1478" y="882"/>
                </a:lnTo>
                <a:lnTo>
                  <a:pt x="1492" y="867"/>
                </a:lnTo>
                <a:lnTo>
                  <a:pt x="1504" y="851"/>
                </a:lnTo>
                <a:lnTo>
                  <a:pt x="1516" y="835"/>
                </a:lnTo>
                <a:lnTo>
                  <a:pt x="1527" y="819"/>
                </a:lnTo>
                <a:lnTo>
                  <a:pt x="1537" y="803"/>
                </a:lnTo>
                <a:lnTo>
                  <a:pt x="1547" y="786"/>
                </a:lnTo>
                <a:lnTo>
                  <a:pt x="1556" y="769"/>
                </a:lnTo>
                <a:lnTo>
                  <a:pt x="1564" y="752"/>
                </a:lnTo>
                <a:lnTo>
                  <a:pt x="1571" y="735"/>
                </a:lnTo>
                <a:lnTo>
                  <a:pt x="1578" y="718"/>
                </a:lnTo>
                <a:lnTo>
                  <a:pt x="1584" y="700"/>
                </a:lnTo>
                <a:lnTo>
                  <a:pt x="1589" y="683"/>
                </a:lnTo>
                <a:lnTo>
                  <a:pt x="1593" y="665"/>
                </a:lnTo>
                <a:lnTo>
                  <a:pt x="1596" y="647"/>
                </a:lnTo>
                <a:lnTo>
                  <a:pt x="1599" y="629"/>
                </a:lnTo>
                <a:lnTo>
                  <a:pt x="1601" y="611"/>
                </a:lnTo>
                <a:lnTo>
                  <a:pt x="1602" y="593"/>
                </a:lnTo>
                <a:lnTo>
                  <a:pt x="1603" y="575"/>
                </a:lnTo>
                <a:moveTo>
                  <a:pt x="1607" y="575"/>
                </a:moveTo>
                <a:lnTo>
                  <a:pt x="1606" y="593"/>
                </a:lnTo>
                <a:lnTo>
                  <a:pt x="1605" y="611"/>
                </a:lnTo>
                <a:lnTo>
                  <a:pt x="1603" y="629"/>
                </a:lnTo>
                <a:lnTo>
                  <a:pt x="1600" y="647"/>
                </a:lnTo>
                <a:lnTo>
                  <a:pt x="1597" y="665"/>
                </a:lnTo>
                <a:lnTo>
                  <a:pt x="1592" y="683"/>
                </a:lnTo>
                <a:lnTo>
                  <a:pt x="1587" y="701"/>
                </a:lnTo>
                <a:lnTo>
                  <a:pt x="1581" y="718"/>
                </a:lnTo>
                <a:lnTo>
                  <a:pt x="1575" y="736"/>
                </a:lnTo>
                <a:lnTo>
                  <a:pt x="1567" y="753"/>
                </a:lnTo>
                <a:lnTo>
                  <a:pt x="1559" y="770"/>
                </a:lnTo>
                <a:lnTo>
                  <a:pt x="1550" y="787"/>
                </a:lnTo>
                <a:lnTo>
                  <a:pt x="1541" y="804"/>
                </a:lnTo>
                <a:lnTo>
                  <a:pt x="1530" y="820"/>
                </a:lnTo>
                <a:lnTo>
                  <a:pt x="1519" y="836"/>
                </a:lnTo>
                <a:lnTo>
                  <a:pt x="1507" y="852"/>
                </a:lnTo>
                <a:lnTo>
                  <a:pt x="1495" y="868"/>
                </a:lnTo>
                <a:lnTo>
                  <a:pt x="1482" y="883"/>
                </a:lnTo>
                <a:lnTo>
                  <a:pt x="1468" y="899"/>
                </a:lnTo>
                <a:lnTo>
                  <a:pt x="1453" y="913"/>
                </a:lnTo>
                <a:lnTo>
                  <a:pt x="1438" y="928"/>
                </a:lnTo>
                <a:lnTo>
                  <a:pt x="1422" y="942"/>
                </a:lnTo>
                <a:lnTo>
                  <a:pt x="1406" y="956"/>
                </a:lnTo>
                <a:lnTo>
                  <a:pt x="1389" y="969"/>
                </a:lnTo>
                <a:lnTo>
                  <a:pt x="1372" y="982"/>
                </a:lnTo>
                <a:lnTo>
                  <a:pt x="1353" y="995"/>
                </a:lnTo>
                <a:lnTo>
                  <a:pt x="1335" y="1007"/>
                </a:lnTo>
                <a:lnTo>
                  <a:pt x="1316" y="1018"/>
                </a:lnTo>
                <a:lnTo>
                  <a:pt x="1296" y="1031"/>
                </a:lnTo>
                <a:lnTo>
                  <a:pt x="1276" y="1042"/>
                </a:lnTo>
                <a:lnTo>
                  <a:pt x="1255" y="1052"/>
                </a:lnTo>
                <a:lnTo>
                  <a:pt x="1234" y="1062"/>
                </a:lnTo>
                <a:lnTo>
                  <a:pt x="1213" y="1071"/>
                </a:lnTo>
                <a:lnTo>
                  <a:pt x="1191" y="1080"/>
                </a:lnTo>
                <a:lnTo>
                  <a:pt x="1168" y="1089"/>
                </a:lnTo>
                <a:lnTo>
                  <a:pt x="1146" y="1097"/>
                </a:lnTo>
                <a:lnTo>
                  <a:pt x="1123" y="1104"/>
                </a:lnTo>
                <a:lnTo>
                  <a:pt x="1099" y="1111"/>
                </a:lnTo>
                <a:lnTo>
                  <a:pt x="1076" y="1117"/>
                </a:lnTo>
                <a:lnTo>
                  <a:pt x="1052" y="1123"/>
                </a:lnTo>
                <a:lnTo>
                  <a:pt x="1028" y="1129"/>
                </a:lnTo>
                <a:lnTo>
                  <a:pt x="1004" y="1133"/>
                </a:lnTo>
                <a:lnTo>
                  <a:pt x="979" y="1138"/>
                </a:lnTo>
                <a:lnTo>
                  <a:pt x="954" y="1141"/>
                </a:lnTo>
                <a:lnTo>
                  <a:pt x="930" y="1144"/>
                </a:lnTo>
                <a:lnTo>
                  <a:pt x="905" y="1147"/>
                </a:lnTo>
                <a:lnTo>
                  <a:pt x="879" y="1149"/>
                </a:lnTo>
                <a:lnTo>
                  <a:pt x="854" y="1150"/>
                </a:lnTo>
                <a:lnTo>
                  <a:pt x="829" y="1151"/>
                </a:lnTo>
                <a:lnTo>
                  <a:pt x="804" y="1151"/>
                </a:lnTo>
                <a:lnTo>
                  <a:pt x="779" y="1151"/>
                </a:lnTo>
                <a:lnTo>
                  <a:pt x="754" y="1150"/>
                </a:lnTo>
                <a:lnTo>
                  <a:pt x="728" y="1149"/>
                </a:lnTo>
                <a:lnTo>
                  <a:pt x="703" y="1147"/>
                </a:lnTo>
                <a:lnTo>
                  <a:pt x="678" y="1144"/>
                </a:lnTo>
                <a:lnTo>
                  <a:pt x="654" y="1141"/>
                </a:lnTo>
                <a:lnTo>
                  <a:pt x="629" y="1138"/>
                </a:lnTo>
                <a:lnTo>
                  <a:pt x="604" y="1133"/>
                </a:lnTo>
                <a:lnTo>
                  <a:pt x="580" y="1129"/>
                </a:lnTo>
                <a:lnTo>
                  <a:pt x="556" y="1123"/>
                </a:lnTo>
                <a:lnTo>
                  <a:pt x="532" y="1117"/>
                </a:lnTo>
                <a:lnTo>
                  <a:pt x="508" y="1111"/>
                </a:lnTo>
                <a:lnTo>
                  <a:pt x="485" y="1104"/>
                </a:lnTo>
                <a:lnTo>
                  <a:pt x="462" y="1097"/>
                </a:lnTo>
                <a:lnTo>
                  <a:pt x="440" y="1089"/>
                </a:lnTo>
                <a:lnTo>
                  <a:pt x="417" y="1080"/>
                </a:lnTo>
                <a:lnTo>
                  <a:pt x="395" y="1071"/>
                </a:lnTo>
                <a:lnTo>
                  <a:pt x="374" y="1062"/>
                </a:lnTo>
                <a:lnTo>
                  <a:pt x="353" y="1052"/>
                </a:lnTo>
                <a:lnTo>
                  <a:pt x="332" y="1042"/>
                </a:lnTo>
                <a:lnTo>
                  <a:pt x="312" y="1031"/>
                </a:lnTo>
                <a:lnTo>
                  <a:pt x="292" y="1018"/>
                </a:lnTo>
                <a:lnTo>
                  <a:pt x="273" y="1007"/>
                </a:lnTo>
                <a:lnTo>
                  <a:pt x="254" y="995"/>
                </a:lnTo>
                <a:lnTo>
                  <a:pt x="236" y="982"/>
                </a:lnTo>
                <a:lnTo>
                  <a:pt x="219" y="969"/>
                </a:lnTo>
                <a:lnTo>
                  <a:pt x="202" y="956"/>
                </a:lnTo>
                <a:lnTo>
                  <a:pt x="185" y="942"/>
                </a:lnTo>
                <a:lnTo>
                  <a:pt x="170" y="928"/>
                </a:lnTo>
                <a:lnTo>
                  <a:pt x="155" y="913"/>
                </a:lnTo>
                <a:lnTo>
                  <a:pt x="140" y="899"/>
                </a:lnTo>
                <a:lnTo>
                  <a:pt x="126" y="883"/>
                </a:lnTo>
                <a:lnTo>
                  <a:pt x="113" y="868"/>
                </a:lnTo>
                <a:lnTo>
                  <a:pt x="101" y="852"/>
                </a:lnTo>
                <a:lnTo>
                  <a:pt x="89" y="836"/>
                </a:lnTo>
                <a:lnTo>
                  <a:pt x="78" y="820"/>
                </a:lnTo>
                <a:lnTo>
                  <a:pt x="66" y="804"/>
                </a:lnTo>
                <a:lnTo>
                  <a:pt x="57" y="787"/>
                </a:lnTo>
                <a:lnTo>
                  <a:pt x="48" y="770"/>
                </a:lnTo>
                <a:lnTo>
                  <a:pt x="40" y="753"/>
                </a:lnTo>
                <a:lnTo>
                  <a:pt x="32" y="736"/>
                </a:lnTo>
                <a:lnTo>
                  <a:pt x="25" y="718"/>
                </a:lnTo>
                <a:lnTo>
                  <a:pt x="20" y="701"/>
                </a:lnTo>
                <a:lnTo>
                  <a:pt x="14" y="683"/>
                </a:lnTo>
                <a:lnTo>
                  <a:pt x="10" y="665"/>
                </a:lnTo>
                <a:lnTo>
                  <a:pt x="7" y="647"/>
                </a:lnTo>
                <a:lnTo>
                  <a:pt x="4" y="629"/>
                </a:lnTo>
                <a:lnTo>
                  <a:pt x="2" y="611"/>
                </a:lnTo>
                <a:lnTo>
                  <a:pt x="1" y="593"/>
                </a:lnTo>
                <a:lnTo>
                  <a:pt x="0" y="575"/>
                </a:lnTo>
                <a:lnTo>
                  <a:pt x="1" y="557"/>
                </a:lnTo>
                <a:lnTo>
                  <a:pt x="2" y="539"/>
                </a:lnTo>
                <a:lnTo>
                  <a:pt x="4" y="521"/>
                </a:lnTo>
                <a:lnTo>
                  <a:pt x="7" y="503"/>
                </a:lnTo>
                <a:lnTo>
                  <a:pt x="10" y="485"/>
                </a:lnTo>
                <a:lnTo>
                  <a:pt x="14" y="468"/>
                </a:lnTo>
                <a:lnTo>
                  <a:pt x="20" y="450"/>
                </a:lnTo>
                <a:lnTo>
                  <a:pt x="25" y="432"/>
                </a:lnTo>
                <a:lnTo>
                  <a:pt x="32" y="415"/>
                </a:lnTo>
                <a:lnTo>
                  <a:pt x="40" y="398"/>
                </a:lnTo>
                <a:lnTo>
                  <a:pt x="48" y="381"/>
                </a:lnTo>
                <a:lnTo>
                  <a:pt x="57" y="364"/>
                </a:lnTo>
                <a:lnTo>
                  <a:pt x="66" y="347"/>
                </a:lnTo>
                <a:lnTo>
                  <a:pt x="78" y="330"/>
                </a:lnTo>
                <a:lnTo>
                  <a:pt x="89" y="314"/>
                </a:lnTo>
                <a:lnTo>
                  <a:pt x="101" y="298"/>
                </a:lnTo>
                <a:lnTo>
                  <a:pt x="113" y="283"/>
                </a:lnTo>
                <a:lnTo>
                  <a:pt x="126" y="267"/>
                </a:lnTo>
                <a:lnTo>
                  <a:pt x="140" y="252"/>
                </a:lnTo>
                <a:lnTo>
                  <a:pt x="155" y="237"/>
                </a:lnTo>
                <a:lnTo>
                  <a:pt x="170" y="223"/>
                </a:lnTo>
                <a:lnTo>
                  <a:pt x="185" y="209"/>
                </a:lnTo>
                <a:lnTo>
                  <a:pt x="202" y="195"/>
                </a:lnTo>
                <a:lnTo>
                  <a:pt x="219" y="182"/>
                </a:lnTo>
                <a:lnTo>
                  <a:pt x="236" y="169"/>
                </a:lnTo>
                <a:lnTo>
                  <a:pt x="254" y="156"/>
                </a:lnTo>
                <a:lnTo>
                  <a:pt x="273" y="144"/>
                </a:lnTo>
                <a:lnTo>
                  <a:pt x="292" y="132"/>
                </a:lnTo>
                <a:lnTo>
                  <a:pt x="312" y="121"/>
                </a:lnTo>
                <a:lnTo>
                  <a:pt x="332" y="110"/>
                </a:lnTo>
                <a:lnTo>
                  <a:pt x="353" y="100"/>
                </a:lnTo>
                <a:lnTo>
                  <a:pt x="374" y="90"/>
                </a:lnTo>
                <a:lnTo>
                  <a:pt x="395" y="80"/>
                </a:lnTo>
                <a:lnTo>
                  <a:pt x="417" y="71"/>
                </a:lnTo>
                <a:lnTo>
                  <a:pt x="440" y="63"/>
                </a:lnTo>
                <a:lnTo>
                  <a:pt x="462" y="55"/>
                </a:lnTo>
                <a:lnTo>
                  <a:pt x="485" y="48"/>
                </a:lnTo>
                <a:lnTo>
                  <a:pt x="508" y="41"/>
                </a:lnTo>
                <a:lnTo>
                  <a:pt x="532" y="34"/>
                </a:lnTo>
                <a:lnTo>
                  <a:pt x="556" y="28"/>
                </a:lnTo>
                <a:lnTo>
                  <a:pt x="580" y="23"/>
                </a:lnTo>
                <a:lnTo>
                  <a:pt x="604" y="18"/>
                </a:lnTo>
                <a:lnTo>
                  <a:pt x="629" y="14"/>
                </a:lnTo>
                <a:lnTo>
                  <a:pt x="654" y="10"/>
                </a:lnTo>
                <a:lnTo>
                  <a:pt x="678" y="7"/>
                </a:lnTo>
                <a:lnTo>
                  <a:pt x="703" y="5"/>
                </a:lnTo>
                <a:lnTo>
                  <a:pt x="728" y="3"/>
                </a:lnTo>
                <a:lnTo>
                  <a:pt x="754" y="1"/>
                </a:lnTo>
                <a:lnTo>
                  <a:pt x="779" y="1"/>
                </a:lnTo>
                <a:lnTo>
                  <a:pt x="804" y="0"/>
                </a:lnTo>
                <a:lnTo>
                  <a:pt x="829" y="1"/>
                </a:lnTo>
                <a:lnTo>
                  <a:pt x="854" y="1"/>
                </a:lnTo>
                <a:lnTo>
                  <a:pt x="879" y="3"/>
                </a:lnTo>
                <a:lnTo>
                  <a:pt x="905" y="5"/>
                </a:lnTo>
                <a:lnTo>
                  <a:pt x="930" y="7"/>
                </a:lnTo>
                <a:lnTo>
                  <a:pt x="954" y="10"/>
                </a:lnTo>
                <a:lnTo>
                  <a:pt x="979" y="14"/>
                </a:lnTo>
                <a:lnTo>
                  <a:pt x="1004" y="18"/>
                </a:lnTo>
                <a:lnTo>
                  <a:pt x="1028" y="23"/>
                </a:lnTo>
                <a:lnTo>
                  <a:pt x="1052" y="28"/>
                </a:lnTo>
                <a:lnTo>
                  <a:pt x="1076" y="34"/>
                </a:lnTo>
                <a:lnTo>
                  <a:pt x="1099" y="41"/>
                </a:lnTo>
                <a:lnTo>
                  <a:pt x="1123" y="48"/>
                </a:lnTo>
                <a:lnTo>
                  <a:pt x="1146" y="55"/>
                </a:lnTo>
                <a:lnTo>
                  <a:pt x="1168" y="63"/>
                </a:lnTo>
                <a:lnTo>
                  <a:pt x="1191" y="71"/>
                </a:lnTo>
                <a:lnTo>
                  <a:pt x="1213" y="80"/>
                </a:lnTo>
                <a:lnTo>
                  <a:pt x="1234" y="90"/>
                </a:lnTo>
                <a:lnTo>
                  <a:pt x="1255" y="100"/>
                </a:lnTo>
                <a:lnTo>
                  <a:pt x="1276" y="110"/>
                </a:lnTo>
                <a:lnTo>
                  <a:pt x="1296" y="121"/>
                </a:lnTo>
                <a:lnTo>
                  <a:pt x="1316" y="132"/>
                </a:lnTo>
                <a:lnTo>
                  <a:pt x="1335" y="144"/>
                </a:lnTo>
                <a:lnTo>
                  <a:pt x="1353" y="156"/>
                </a:lnTo>
                <a:lnTo>
                  <a:pt x="1372" y="169"/>
                </a:lnTo>
                <a:lnTo>
                  <a:pt x="1389" y="182"/>
                </a:lnTo>
                <a:lnTo>
                  <a:pt x="1406" y="195"/>
                </a:lnTo>
                <a:lnTo>
                  <a:pt x="1422" y="209"/>
                </a:lnTo>
                <a:lnTo>
                  <a:pt x="1438" y="223"/>
                </a:lnTo>
                <a:lnTo>
                  <a:pt x="1453" y="237"/>
                </a:lnTo>
                <a:lnTo>
                  <a:pt x="1468" y="252"/>
                </a:lnTo>
                <a:lnTo>
                  <a:pt x="1482" y="267"/>
                </a:lnTo>
                <a:lnTo>
                  <a:pt x="1495" y="283"/>
                </a:lnTo>
                <a:lnTo>
                  <a:pt x="1507" y="298"/>
                </a:lnTo>
                <a:lnTo>
                  <a:pt x="1519" y="314"/>
                </a:lnTo>
                <a:lnTo>
                  <a:pt x="1530" y="330"/>
                </a:lnTo>
                <a:lnTo>
                  <a:pt x="1541" y="347"/>
                </a:lnTo>
                <a:lnTo>
                  <a:pt x="1550" y="364"/>
                </a:lnTo>
                <a:lnTo>
                  <a:pt x="1559" y="381"/>
                </a:lnTo>
                <a:lnTo>
                  <a:pt x="1567" y="398"/>
                </a:lnTo>
                <a:lnTo>
                  <a:pt x="1575" y="415"/>
                </a:lnTo>
                <a:lnTo>
                  <a:pt x="1581" y="432"/>
                </a:lnTo>
                <a:lnTo>
                  <a:pt x="1587" y="450"/>
                </a:lnTo>
                <a:lnTo>
                  <a:pt x="1592" y="468"/>
                </a:lnTo>
                <a:lnTo>
                  <a:pt x="1597" y="485"/>
                </a:lnTo>
                <a:lnTo>
                  <a:pt x="1600" y="503"/>
                </a:lnTo>
                <a:lnTo>
                  <a:pt x="1603" y="521"/>
                </a:lnTo>
                <a:lnTo>
                  <a:pt x="1605" y="539"/>
                </a:lnTo>
                <a:lnTo>
                  <a:pt x="1606" y="557"/>
                </a:lnTo>
                <a:lnTo>
                  <a:pt x="1607" y="575"/>
                </a:lnTo>
                <a:close/>
              </a:path>
            </a:pathLst>
          </a:custGeom>
          <a:solidFill>
            <a:srgbClr val="ffa5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5" name=""/>
          <p:cNvSpPr/>
          <p:nvPr/>
        </p:nvSpPr>
        <p:spPr>
          <a:xfrm>
            <a:off x="7772040" y="2736000"/>
            <a:ext cx="581400" cy="416520"/>
          </a:xfrm>
          <a:custGeom>
            <a:avLst/>
            <a:gdLst/>
            <a:ahLst/>
            <a:rect l="0" t="0" r="r" b="b"/>
            <a:pathLst>
              <a:path w="1615" h="1157">
                <a:moveTo>
                  <a:pt x="1611" y="578"/>
                </a:moveTo>
                <a:lnTo>
                  <a:pt x="1610" y="560"/>
                </a:lnTo>
                <a:lnTo>
                  <a:pt x="1609" y="542"/>
                </a:lnTo>
                <a:lnTo>
                  <a:pt x="1607" y="524"/>
                </a:lnTo>
                <a:lnTo>
                  <a:pt x="1604" y="506"/>
                </a:lnTo>
                <a:lnTo>
                  <a:pt x="1601" y="488"/>
                </a:lnTo>
                <a:lnTo>
                  <a:pt x="1596" y="471"/>
                </a:lnTo>
                <a:lnTo>
                  <a:pt x="1591" y="453"/>
                </a:lnTo>
                <a:lnTo>
                  <a:pt x="1585" y="435"/>
                </a:lnTo>
                <a:lnTo>
                  <a:pt x="1579" y="418"/>
                </a:lnTo>
                <a:lnTo>
                  <a:pt x="1571" y="401"/>
                </a:lnTo>
                <a:lnTo>
                  <a:pt x="1563" y="384"/>
                </a:lnTo>
                <a:lnTo>
                  <a:pt x="1554" y="367"/>
                </a:lnTo>
                <a:lnTo>
                  <a:pt x="1545" y="350"/>
                </a:lnTo>
                <a:lnTo>
                  <a:pt x="1534" y="333"/>
                </a:lnTo>
                <a:lnTo>
                  <a:pt x="1523" y="317"/>
                </a:lnTo>
                <a:lnTo>
                  <a:pt x="1511" y="301"/>
                </a:lnTo>
                <a:lnTo>
                  <a:pt x="1499" y="286"/>
                </a:lnTo>
                <a:lnTo>
                  <a:pt x="1486" y="270"/>
                </a:lnTo>
                <a:lnTo>
                  <a:pt x="1472" y="255"/>
                </a:lnTo>
                <a:lnTo>
                  <a:pt x="1457" y="240"/>
                </a:lnTo>
                <a:lnTo>
                  <a:pt x="1442" y="226"/>
                </a:lnTo>
                <a:lnTo>
                  <a:pt x="1426" y="212"/>
                </a:lnTo>
                <a:lnTo>
                  <a:pt x="1410" y="198"/>
                </a:lnTo>
                <a:lnTo>
                  <a:pt x="1393" y="185"/>
                </a:lnTo>
                <a:lnTo>
                  <a:pt x="1376" y="172"/>
                </a:lnTo>
                <a:lnTo>
                  <a:pt x="1357" y="159"/>
                </a:lnTo>
                <a:lnTo>
                  <a:pt x="1339" y="147"/>
                </a:lnTo>
                <a:lnTo>
                  <a:pt x="1320" y="135"/>
                </a:lnTo>
                <a:lnTo>
                  <a:pt x="1300" y="124"/>
                </a:lnTo>
                <a:lnTo>
                  <a:pt x="1280" y="113"/>
                </a:lnTo>
                <a:lnTo>
                  <a:pt x="1259" y="103"/>
                </a:lnTo>
                <a:lnTo>
                  <a:pt x="1238" y="93"/>
                </a:lnTo>
                <a:lnTo>
                  <a:pt x="1217" y="83"/>
                </a:lnTo>
                <a:lnTo>
                  <a:pt x="1195" y="74"/>
                </a:lnTo>
                <a:lnTo>
                  <a:pt x="1172" y="66"/>
                </a:lnTo>
                <a:lnTo>
                  <a:pt x="1150" y="58"/>
                </a:lnTo>
                <a:lnTo>
                  <a:pt x="1127" y="51"/>
                </a:lnTo>
                <a:lnTo>
                  <a:pt x="1103" y="44"/>
                </a:lnTo>
                <a:lnTo>
                  <a:pt x="1080" y="37"/>
                </a:lnTo>
                <a:lnTo>
                  <a:pt x="1056" y="31"/>
                </a:lnTo>
                <a:lnTo>
                  <a:pt x="1032" y="26"/>
                </a:lnTo>
                <a:lnTo>
                  <a:pt x="1008" y="21"/>
                </a:lnTo>
                <a:lnTo>
                  <a:pt x="983" y="17"/>
                </a:lnTo>
                <a:lnTo>
                  <a:pt x="958" y="13"/>
                </a:lnTo>
                <a:lnTo>
                  <a:pt x="934" y="10"/>
                </a:lnTo>
                <a:lnTo>
                  <a:pt x="909" y="8"/>
                </a:lnTo>
                <a:lnTo>
                  <a:pt x="883" y="6"/>
                </a:lnTo>
                <a:lnTo>
                  <a:pt x="858" y="4"/>
                </a:lnTo>
                <a:lnTo>
                  <a:pt x="833" y="4"/>
                </a:lnTo>
                <a:lnTo>
                  <a:pt x="808" y="3"/>
                </a:lnTo>
                <a:lnTo>
                  <a:pt x="783" y="4"/>
                </a:lnTo>
                <a:lnTo>
                  <a:pt x="758" y="4"/>
                </a:lnTo>
                <a:lnTo>
                  <a:pt x="732" y="6"/>
                </a:lnTo>
                <a:lnTo>
                  <a:pt x="707" y="8"/>
                </a:lnTo>
                <a:lnTo>
                  <a:pt x="682" y="10"/>
                </a:lnTo>
                <a:lnTo>
                  <a:pt x="658" y="13"/>
                </a:lnTo>
                <a:lnTo>
                  <a:pt x="633" y="17"/>
                </a:lnTo>
                <a:lnTo>
                  <a:pt x="608" y="21"/>
                </a:lnTo>
                <a:lnTo>
                  <a:pt x="584" y="26"/>
                </a:lnTo>
                <a:lnTo>
                  <a:pt x="560" y="31"/>
                </a:lnTo>
                <a:lnTo>
                  <a:pt x="536" y="37"/>
                </a:lnTo>
                <a:lnTo>
                  <a:pt x="512" y="44"/>
                </a:lnTo>
                <a:lnTo>
                  <a:pt x="489" y="51"/>
                </a:lnTo>
                <a:lnTo>
                  <a:pt x="466" y="58"/>
                </a:lnTo>
                <a:lnTo>
                  <a:pt x="444" y="66"/>
                </a:lnTo>
                <a:lnTo>
                  <a:pt x="421" y="74"/>
                </a:lnTo>
                <a:lnTo>
                  <a:pt x="399" y="83"/>
                </a:lnTo>
                <a:lnTo>
                  <a:pt x="378" y="93"/>
                </a:lnTo>
                <a:lnTo>
                  <a:pt x="357" y="103"/>
                </a:lnTo>
                <a:lnTo>
                  <a:pt x="336" y="113"/>
                </a:lnTo>
                <a:lnTo>
                  <a:pt x="316" y="124"/>
                </a:lnTo>
                <a:lnTo>
                  <a:pt x="296" y="135"/>
                </a:lnTo>
                <a:lnTo>
                  <a:pt x="277" y="147"/>
                </a:lnTo>
                <a:lnTo>
                  <a:pt x="258" y="159"/>
                </a:lnTo>
                <a:lnTo>
                  <a:pt x="240" y="172"/>
                </a:lnTo>
                <a:lnTo>
                  <a:pt x="223" y="185"/>
                </a:lnTo>
                <a:lnTo>
                  <a:pt x="206" y="198"/>
                </a:lnTo>
                <a:lnTo>
                  <a:pt x="189" y="212"/>
                </a:lnTo>
                <a:lnTo>
                  <a:pt x="173" y="226"/>
                </a:lnTo>
                <a:lnTo>
                  <a:pt x="158" y="240"/>
                </a:lnTo>
                <a:lnTo>
                  <a:pt x="143" y="255"/>
                </a:lnTo>
                <a:lnTo>
                  <a:pt x="129" y="270"/>
                </a:lnTo>
                <a:lnTo>
                  <a:pt x="116" y="286"/>
                </a:lnTo>
                <a:lnTo>
                  <a:pt x="104" y="301"/>
                </a:lnTo>
                <a:lnTo>
                  <a:pt x="92" y="317"/>
                </a:lnTo>
                <a:lnTo>
                  <a:pt x="81" y="333"/>
                </a:lnTo>
                <a:lnTo>
                  <a:pt x="70" y="350"/>
                </a:lnTo>
                <a:lnTo>
                  <a:pt x="61" y="367"/>
                </a:lnTo>
                <a:lnTo>
                  <a:pt x="52" y="384"/>
                </a:lnTo>
                <a:lnTo>
                  <a:pt x="44" y="401"/>
                </a:lnTo>
                <a:lnTo>
                  <a:pt x="36" y="418"/>
                </a:lnTo>
                <a:lnTo>
                  <a:pt x="29" y="435"/>
                </a:lnTo>
                <a:lnTo>
                  <a:pt x="24" y="453"/>
                </a:lnTo>
                <a:lnTo>
                  <a:pt x="18" y="471"/>
                </a:lnTo>
                <a:lnTo>
                  <a:pt x="14" y="488"/>
                </a:lnTo>
                <a:lnTo>
                  <a:pt x="11" y="506"/>
                </a:lnTo>
                <a:lnTo>
                  <a:pt x="8" y="524"/>
                </a:lnTo>
                <a:lnTo>
                  <a:pt x="6" y="542"/>
                </a:lnTo>
                <a:lnTo>
                  <a:pt x="5" y="560"/>
                </a:lnTo>
                <a:lnTo>
                  <a:pt x="4" y="578"/>
                </a:lnTo>
                <a:lnTo>
                  <a:pt x="5" y="596"/>
                </a:lnTo>
                <a:lnTo>
                  <a:pt x="6" y="614"/>
                </a:lnTo>
                <a:lnTo>
                  <a:pt x="8" y="632"/>
                </a:lnTo>
                <a:lnTo>
                  <a:pt x="11" y="650"/>
                </a:lnTo>
                <a:lnTo>
                  <a:pt x="14" y="668"/>
                </a:lnTo>
                <a:lnTo>
                  <a:pt x="18" y="686"/>
                </a:lnTo>
                <a:lnTo>
                  <a:pt x="24" y="704"/>
                </a:lnTo>
                <a:lnTo>
                  <a:pt x="29" y="721"/>
                </a:lnTo>
                <a:lnTo>
                  <a:pt x="36" y="739"/>
                </a:lnTo>
                <a:lnTo>
                  <a:pt x="44" y="756"/>
                </a:lnTo>
                <a:lnTo>
                  <a:pt x="52" y="773"/>
                </a:lnTo>
                <a:lnTo>
                  <a:pt x="61" y="790"/>
                </a:lnTo>
                <a:lnTo>
                  <a:pt x="70" y="807"/>
                </a:lnTo>
                <a:lnTo>
                  <a:pt x="81" y="823"/>
                </a:lnTo>
                <a:lnTo>
                  <a:pt x="92" y="839"/>
                </a:lnTo>
                <a:lnTo>
                  <a:pt x="104" y="855"/>
                </a:lnTo>
                <a:lnTo>
                  <a:pt x="116" y="871"/>
                </a:lnTo>
                <a:lnTo>
                  <a:pt x="129" y="886"/>
                </a:lnTo>
                <a:lnTo>
                  <a:pt x="143" y="902"/>
                </a:lnTo>
                <a:lnTo>
                  <a:pt x="158" y="916"/>
                </a:lnTo>
                <a:lnTo>
                  <a:pt x="173" y="931"/>
                </a:lnTo>
                <a:lnTo>
                  <a:pt x="189" y="945"/>
                </a:lnTo>
                <a:lnTo>
                  <a:pt x="206" y="959"/>
                </a:lnTo>
                <a:lnTo>
                  <a:pt x="223" y="972"/>
                </a:lnTo>
                <a:lnTo>
                  <a:pt x="240" y="985"/>
                </a:lnTo>
                <a:lnTo>
                  <a:pt x="258" y="998"/>
                </a:lnTo>
                <a:lnTo>
                  <a:pt x="277" y="1010"/>
                </a:lnTo>
                <a:lnTo>
                  <a:pt x="296" y="1021"/>
                </a:lnTo>
                <a:lnTo>
                  <a:pt x="316" y="1033"/>
                </a:lnTo>
                <a:lnTo>
                  <a:pt x="336" y="1044"/>
                </a:lnTo>
                <a:lnTo>
                  <a:pt x="357" y="1054"/>
                </a:lnTo>
                <a:lnTo>
                  <a:pt x="378" y="1065"/>
                </a:lnTo>
                <a:lnTo>
                  <a:pt x="399" y="1074"/>
                </a:lnTo>
                <a:lnTo>
                  <a:pt x="421" y="1083"/>
                </a:lnTo>
                <a:lnTo>
                  <a:pt x="444" y="1092"/>
                </a:lnTo>
                <a:lnTo>
                  <a:pt x="466" y="1100"/>
                </a:lnTo>
                <a:lnTo>
                  <a:pt x="489" y="1107"/>
                </a:lnTo>
                <a:lnTo>
                  <a:pt x="512" y="1114"/>
                </a:lnTo>
                <a:lnTo>
                  <a:pt x="536" y="1120"/>
                </a:lnTo>
                <a:lnTo>
                  <a:pt x="560" y="1126"/>
                </a:lnTo>
                <a:lnTo>
                  <a:pt x="584" y="1132"/>
                </a:lnTo>
                <a:lnTo>
                  <a:pt x="608" y="1136"/>
                </a:lnTo>
                <a:lnTo>
                  <a:pt x="633" y="1141"/>
                </a:lnTo>
                <a:lnTo>
                  <a:pt x="658" y="1144"/>
                </a:lnTo>
                <a:lnTo>
                  <a:pt x="682" y="1147"/>
                </a:lnTo>
                <a:lnTo>
                  <a:pt x="707" y="1150"/>
                </a:lnTo>
                <a:lnTo>
                  <a:pt x="732" y="1152"/>
                </a:lnTo>
                <a:lnTo>
                  <a:pt x="758" y="1153"/>
                </a:lnTo>
                <a:lnTo>
                  <a:pt x="783" y="1154"/>
                </a:lnTo>
                <a:lnTo>
                  <a:pt x="808" y="1154"/>
                </a:lnTo>
                <a:lnTo>
                  <a:pt x="833" y="1154"/>
                </a:lnTo>
                <a:lnTo>
                  <a:pt x="858" y="1153"/>
                </a:lnTo>
                <a:lnTo>
                  <a:pt x="883" y="1152"/>
                </a:lnTo>
                <a:lnTo>
                  <a:pt x="909" y="1150"/>
                </a:lnTo>
                <a:lnTo>
                  <a:pt x="934" y="1147"/>
                </a:lnTo>
                <a:lnTo>
                  <a:pt x="958" y="1144"/>
                </a:lnTo>
                <a:lnTo>
                  <a:pt x="983" y="1141"/>
                </a:lnTo>
                <a:lnTo>
                  <a:pt x="1008" y="1136"/>
                </a:lnTo>
                <a:lnTo>
                  <a:pt x="1032" y="1132"/>
                </a:lnTo>
                <a:lnTo>
                  <a:pt x="1056" y="1126"/>
                </a:lnTo>
                <a:lnTo>
                  <a:pt x="1080" y="1120"/>
                </a:lnTo>
                <a:lnTo>
                  <a:pt x="1103" y="1114"/>
                </a:lnTo>
                <a:lnTo>
                  <a:pt x="1127" y="1107"/>
                </a:lnTo>
                <a:lnTo>
                  <a:pt x="1150" y="1100"/>
                </a:lnTo>
                <a:lnTo>
                  <a:pt x="1172" y="1092"/>
                </a:lnTo>
                <a:lnTo>
                  <a:pt x="1195" y="1083"/>
                </a:lnTo>
                <a:lnTo>
                  <a:pt x="1217" y="1074"/>
                </a:lnTo>
                <a:lnTo>
                  <a:pt x="1238" y="1065"/>
                </a:lnTo>
                <a:lnTo>
                  <a:pt x="1259" y="1054"/>
                </a:lnTo>
                <a:lnTo>
                  <a:pt x="1280" y="1044"/>
                </a:lnTo>
                <a:lnTo>
                  <a:pt x="1300" y="1033"/>
                </a:lnTo>
                <a:lnTo>
                  <a:pt x="1320" y="1021"/>
                </a:lnTo>
                <a:lnTo>
                  <a:pt x="1339" y="1010"/>
                </a:lnTo>
                <a:lnTo>
                  <a:pt x="1357" y="998"/>
                </a:lnTo>
                <a:lnTo>
                  <a:pt x="1376" y="985"/>
                </a:lnTo>
                <a:lnTo>
                  <a:pt x="1393" y="972"/>
                </a:lnTo>
                <a:lnTo>
                  <a:pt x="1410" y="959"/>
                </a:lnTo>
                <a:lnTo>
                  <a:pt x="1426" y="945"/>
                </a:lnTo>
                <a:lnTo>
                  <a:pt x="1442" y="931"/>
                </a:lnTo>
                <a:lnTo>
                  <a:pt x="1457" y="916"/>
                </a:lnTo>
                <a:lnTo>
                  <a:pt x="1472" y="902"/>
                </a:lnTo>
                <a:lnTo>
                  <a:pt x="1486" y="886"/>
                </a:lnTo>
                <a:lnTo>
                  <a:pt x="1499" y="871"/>
                </a:lnTo>
                <a:lnTo>
                  <a:pt x="1511" y="855"/>
                </a:lnTo>
                <a:lnTo>
                  <a:pt x="1523" y="839"/>
                </a:lnTo>
                <a:lnTo>
                  <a:pt x="1534" y="823"/>
                </a:lnTo>
                <a:lnTo>
                  <a:pt x="1545" y="807"/>
                </a:lnTo>
                <a:lnTo>
                  <a:pt x="1554" y="790"/>
                </a:lnTo>
                <a:lnTo>
                  <a:pt x="1563" y="773"/>
                </a:lnTo>
                <a:lnTo>
                  <a:pt x="1571" y="756"/>
                </a:lnTo>
                <a:lnTo>
                  <a:pt x="1579" y="739"/>
                </a:lnTo>
                <a:lnTo>
                  <a:pt x="1585" y="721"/>
                </a:lnTo>
                <a:lnTo>
                  <a:pt x="1591" y="704"/>
                </a:lnTo>
                <a:lnTo>
                  <a:pt x="1596" y="686"/>
                </a:lnTo>
                <a:lnTo>
                  <a:pt x="1601" y="668"/>
                </a:lnTo>
                <a:lnTo>
                  <a:pt x="1604" y="650"/>
                </a:lnTo>
                <a:lnTo>
                  <a:pt x="1607" y="632"/>
                </a:lnTo>
                <a:lnTo>
                  <a:pt x="1609" y="614"/>
                </a:lnTo>
                <a:lnTo>
                  <a:pt x="1610" y="596"/>
                </a:lnTo>
                <a:lnTo>
                  <a:pt x="1611" y="578"/>
                </a:lnTo>
                <a:moveTo>
                  <a:pt x="1615" y="578"/>
                </a:moveTo>
                <a:lnTo>
                  <a:pt x="1614" y="596"/>
                </a:lnTo>
                <a:lnTo>
                  <a:pt x="1613" y="615"/>
                </a:lnTo>
                <a:lnTo>
                  <a:pt x="1611" y="633"/>
                </a:lnTo>
                <a:lnTo>
                  <a:pt x="1608" y="651"/>
                </a:lnTo>
                <a:lnTo>
                  <a:pt x="1605" y="669"/>
                </a:lnTo>
                <a:lnTo>
                  <a:pt x="1600" y="687"/>
                </a:lnTo>
                <a:lnTo>
                  <a:pt x="1595" y="704"/>
                </a:lnTo>
                <a:lnTo>
                  <a:pt x="1589" y="722"/>
                </a:lnTo>
                <a:lnTo>
                  <a:pt x="1583" y="740"/>
                </a:lnTo>
                <a:lnTo>
                  <a:pt x="1575" y="757"/>
                </a:lnTo>
                <a:lnTo>
                  <a:pt x="1567" y="774"/>
                </a:lnTo>
                <a:lnTo>
                  <a:pt x="1558" y="791"/>
                </a:lnTo>
                <a:lnTo>
                  <a:pt x="1548" y="808"/>
                </a:lnTo>
                <a:lnTo>
                  <a:pt x="1538" y="824"/>
                </a:lnTo>
                <a:lnTo>
                  <a:pt x="1527" y="841"/>
                </a:lnTo>
                <a:lnTo>
                  <a:pt x="1515" y="857"/>
                </a:lnTo>
                <a:lnTo>
                  <a:pt x="1502" y="872"/>
                </a:lnTo>
                <a:lnTo>
                  <a:pt x="1489" y="888"/>
                </a:lnTo>
                <a:lnTo>
                  <a:pt x="1475" y="903"/>
                </a:lnTo>
                <a:lnTo>
                  <a:pt x="1460" y="918"/>
                </a:lnTo>
                <a:lnTo>
                  <a:pt x="1445" y="932"/>
                </a:lnTo>
                <a:lnTo>
                  <a:pt x="1429" y="947"/>
                </a:lnTo>
                <a:lnTo>
                  <a:pt x="1413" y="960"/>
                </a:lnTo>
                <a:lnTo>
                  <a:pt x="1396" y="974"/>
                </a:lnTo>
                <a:lnTo>
                  <a:pt x="1378" y="987"/>
                </a:lnTo>
                <a:lnTo>
                  <a:pt x="1360" y="1000"/>
                </a:lnTo>
                <a:lnTo>
                  <a:pt x="1341" y="1012"/>
                </a:lnTo>
                <a:lnTo>
                  <a:pt x="1322" y="1024"/>
                </a:lnTo>
                <a:lnTo>
                  <a:pt x="1302" y="1035"/>
                </a:lnTo>
                <a:lnTo>
                  <a:pt x="1282" y="1046"/>
                </a:lnTo>
                <a:lnTo>
                  <a:pt x="1261" y="1056"/>
                </a:lnTo>
                <a:lnTo>
                  <a:pt x="1240" y="1067"/>
                </a:lnTo>
                <a:lnTo>
                  <a:pt x="1219" y="1077"/>
                </a:lnTo>
                <a:lnTo>
                  <a:pt x="1197" y="1086"/>
                </a:lnTo>
                <a:lnTo>
                  <a:pt x="1174" y="1094"/>
                </a:lnTo>
                <a:lnTo>
                  <a:pt x="1151" y="1102"/>
                </a:lnTo>
                <a:lnTo>
                  <a:pt x="1128" y="1110"/>
                </a:lnTo>
                <a:lnTo>
                  <a:pt x="1105" y="1117"/>
                </a:lnTo>
                <a:lnTo>
                  <a:pt x="1081" y="1123"/>
                </a:lnTo>
                <a:lnTo>
                  <a:pt x="1057" y="1129"/>
                </a:lnTo>
                <a:lnTo>
                  <a:pt x="1033" y="1134"/>
                </a:lnTo>
                <a:lnTo>
                  <a:pt x="1009" y="1139"/>
                </a:lnTo>
                <a:lnTo>
                  <a:pt x="984" y="1143"/>
                </a:lnTo>
                <a:lnTo>
                  <a:pt x="959" y="1147"/>
                </a:lnTo>
                <a:lnTo>
                  <a:pt x="934" y="1150"/>
                </a:lnTo>
                <a:lnTo>
                  <a:pt x="909" y="1153"/>
                </a:lnTo>
                <a:lnTo>
                  <a:pt x="884" y="1155"/>
                </a:lnTo>
                <a:lnTo>
                  <a:pt x="859" y="1156"/>
                </a:lnTo>
                <a:lnTo>
                  <a:pt x="833" y="1157"/>
                </a:lnTo>
                <a:lnTo>
                  <a:pt x="808" y="1157"/>
                </a:lnTo>
                <a:lnTo>
                  <a:pt x="783" y="1157"/>
                </a:lnTo>
                <a:lnTo>
                  <a:pt x="757" y="1156"/>
                </a:lnTo>
                <a:lnTo>
                  <a:pt x="732" y="1155"/>
                </a:lnTo>
                <a:lnTo>
                  <a:pt x="707" y="1153"/>
                </a:lnTo>
                <a:lnTo>
                  <a:pt x="682" y="1150"/>
                </a:lnTo>
                <a:lnTo>
                  <a:pt x="657" y="1147"/>
                </a:lnTo>
                <a:lnTo>
                  <a:pt x="632" y="1143"/>
                </a:lnTo>
                <a:lnTo>
                  <a:pt x="607" y="1139"/>
                </a:lnTo>
                <a:lnTo>
                  <a:pt x="583" y="1134"/>
                </a:lnTo>
                <a:lnTo>
                  <a:pt x="559" y="1129"/>
                </a:lnTo>
                <a:lnTo>
                  <a:pt x="535" y="1123"/>
                </a:lnTo>
                <a:lnTo>
                  <a:pt x="511" y="1117"/>
                </a:lnTo>
                <a:lnTo>
                  <a:pt x="488" y="1110"/>
                </a:lnTo>
                <a:lnTo>
                  <a:pt x="465" y="1102"/>
                </a:lnTo>
                <a:lnTo>
                  <a:pt x="442" y="1094"/>
                </a:lnTo>
                <a:lnTo>
                  <a:pt x="419" y="1086"/>
                </a:lnTo>
                <a:lnTo>
                  <a:pt x="397" y="1077"/>
                </a:lnTo>
                <a:lnTo>
                  <a:pt x="376" y="1067"/>
                </a:lnTo>
                <a:lnTo>
                  <a:pt x="355" y="1056"/>
                </a:lnTo>
                <a:lnTo>
                  <a:pt x="334" y="1046"/>
                </a:lnTo>
                <a:lnTo>
                  <a:pt x="314" y="1035"/>
                </a:lnTo>
                <a:lnTo>
                  <a:pt x="294" y="1024"/>
                </a:lnTo>
                <a:lnTo>
                  <a:pt x="275" y="1012"/>
                </a:lnTo>
                <a:lnTo>
                  <a:pt x="256" y="1000"/>
                </a:lnTo>
                <a:lnTo>
                  <a:pt x="238" y="987"/>
                </a:lnTo>
                <a:lnTo>
                  <a:pt x="220" y="974"/>
                </a:lnTo>
                <a:lnTo>
                  <a:pt x="203" y="960"/>
                </a:lnTo>
                <a:lnTo>
                  <a:pt x="185" y="947"/>
                </a:lnTo>
                <a:lnTo>
                  <a:pt x="170" y="932"/>
                </a:lnTo>
                <a:lnTo>
                  <a:pt x="154" y="918"/>
                </a:lnTo>
                <a:lnTo>
                  <a:pt x="140" y="903"/>
                </a:lnTo>
                <a:lnTo>
                  <a:pt x="126" y="888"/>
                </a:lnTo>
                <a:lnTo>
                  <a:pt x="113" y="872"/>
                </a:lnTo>
                <a:lnTo>
                  <a:pt x="100" y="857"/>
                </a:lnTo>
                <a:lnTo>
                  <a:pt x="88" y="841"/>
                </a:lnTo>
                <a:lnTo>
                  <a:pt x="77" y="824"/>
                </a:lnTo>
                <a:lnTo>
                  <a:pt x="67" y="808"/>
                </a:lnTo>
                <a:lnTo>
                  <a:pt x="57" y="791"/>
                </a:lnTo>
                <a:lnTo>
                  <a:pt x="48" y="774"/>
                </a:lnTo>
                <a:lnTo>
                  <a:pt x="40" y="757"/>
                </a:lnTo>
                <a:lnTo>
                  <a:pt x="32" y="740"/>
                </a:lnTo>
                <a:lnTo>
                  <a:pt x="26" y="722"/>
                </a:lnTo>
                <a:lnTo>
                  <a:pt x="20" y="704"/>
                </a:lnTo>
                <a:lnTo>
                  <a:pt x="15" y="687"/>
                </a:lnTo>
                <a:lnTo>
                  <a:pt x="10" y="669"/>
                </a:lnTo>
                <a:lnTo>
                  <a:pt x="7" y="651"/>
                </a:lnTo>
                <a:lnTo>
                  <a:pt x="4" y="633"/>
                </a:lnTo>
                <a:lnTo>
                  <a:pt x="2" y="615"/>
                </a:lnTo>
                <a:lnTo>
                  <a:pt x="1" y="596"/>
                </a:lnTo>
                <a:lnTo>
                  <a:pt x="0" y="578"/>
                </a:lnTo>
                <a:lnTo>
                  <a:pt x="1" y="560"/>
                </a:lnTo>
                <a:lnTo>
                  <a:pt x="2" y="542"/>
                </a:lnTo>
                <a:lnTo>
                  <a:pt x="4" y="524"/>
                </a:lnTo>
                <a:lnTo>
                  <a:pt x="7" y="506"/>
                </a:lnTo>
                <a:lnTo>
                  <a:pt x="10" y="488"/>
                </a:lnTo>
                <a:lnTo>
                  <a:pt x="15" y="470"/>
                </a:lnTo>
                <a:lnTo>
                  <a:pt x="20" y="452"/>
                </a:lnTo>
                <a:lnTo>
                  <a:pt x="26" y="435"/>
                </a:lnTo>
                <a:lnTo>
                  <a:pt x="32" y="417"/>
                </a:lnTo>
                <a:lnTo>
                  <a:pt x="40" y="400"/>
                </a:lnTo>
                <a:lnTo>
                  <a:pt x="48" y="383"/>
                </a:lnTo>
                <a:lnTo>
                  <a:pt x="57" y="366"/>
                </a:lnTo>
                <a:lnTo>
                  <a:pt x="67" y="349"/>
                </a:lnTo>
                <a:lnTo>
                  <a:pt x="77" y="332"/>
                </a:lnTo>
                <a:lnTo>
                  <a:pt x="88" y="316"/>
                </a:lnTo>
                <a:lnTo>
                  <a:pt x="100" y="300"/>
                </a:lnTo>
                <a:lnTo>
                  <a:pt x="113" y="284"/>
                </a:lnTo>
                <a:lnTo>
                  <a:pt x="126" y="269"/>
                </a:lnTo>
                <a:lnTo>
                  <a:pt x="140" y="253"/>
                </a:lnTo>
                <a:lnTo>
                  <a:pt x="154" y="239"/>
                </a:lnTo>
                <a:lnTo>
                  <a:pt x="170" y="224"/>
                </a:lnTo>
                <a:lnTo>
                  <a:pt x="185" y="210"/>
                </a:lnTo>
                <a:lnTo>
                  <a:pt x="203" y="196"/>
                </a:lnTo>
                <a:lnTo>
                  <a:pt x="220" y="183"/>
                </a:lnTo>
                <a:lnTo>
                  <a:pt x="238" y="170"/>
                </a:lnTo>
                <a:lnTo>
                  <a:pt x="256" y="157"/>
                </a:lnTo>
                <a:lnTo>
                  <a:pt x="275" y="145"/>
                </a:lnTo>
                <a:lnTo>
                  <a:pt x="294" y="133"/>
                </a:lnTo>
                <a:lnTo>
                  <a:pt x="314" y="122"/>
                </a:lnTo>
                <a:lnTo>
                  <a:pt x="334" y="111"/>
                </a:lnTo>
                <a:lnTo>
                  <a:pt x="355" y="100"/>
                </a:lnTo>
                <a:lnTo>
                  <a:pt x="376" y="90"/>
                </a:lnTo>
                <a:lnTo>
                  <a:pt x="397" y="81"/>
                </a:lnTo>
                <a:lnTo>
                  <a:pt x="419" y="72"/>
                </a:lnTo>
                <a:lnTo>
                  <a:pt x="442" y="63"/>
                </a:lnTo>
                <a:lnTo>
                  <a:pt x="465" y="55"/>
                </a:lnTo>
                <a:lnTo>
                  <a:pt x="488" y="48"/>
                </a:lnTo>
                <a:lnTo>
                  <a:pt x="511" y="41"/>
                </a:lnTo>
                <a:lnTo>
                  <a:pt x="535" y="35"/>
                </a:lnTo>
                <a:lnTo>
                  <a:pt x="559" y="29"/>
                </a:lnTo>
                <a:lnTo>
                  <a:pt x="583" y="23"/>
                </a:lnTo>
                <a:lnTo>
                  <a:pt x="607" y="19"/>
                </a:lnTo>
                <a:lnTo>
                  <a:pt x="632" y="14"/>
                </a:lnTo>
                <a:lnTo>
                  <a:pt x="657" y="11"/>
                </a:lnTo>
                <a:lnTo>
                  <a:pt x="682" y="8"/>
                </a:lnTo>
                <a:lnTo>
                  <a:pt x="707" y="5"/>
                </a:lnTo>
                <a:lnTo>
                  <a:pt x="732" y="3"/>
                </a:lnTo>
                <a:lnTo>
                  <a:pt x="757" y="2"/>
                </a:lnTo>
                <a:lnTo>
                  <a:pt x="783" y="1"/>
                </a:lnTo>
                <a:lnTo>
                  <a:pt x="808" y="0"/>
                </a:lnTo>
                <a:lnTo>
                  <a:pt x="833" y="1"/>
                </a:lnTo>
                <a:lnTo>
                  <a:pt x="859" y="2"/>
                </a:lnTo>
                <a:lnTo>
                  <a:pt x="884" y="3"/>
                </a:lnTo>
                <a:lnTo>
                  <a:pt x="909" y="5"/>
                </a:lnTo>
                <a:lnTo>
                  <a:pt x="934" y="8"/>
                </a:lnTo>
                <a:lnTo>
                  <a:pt x="959" y="11"/>
                </a:lnTo>
                <a:lnTo>
                  <a:pt x="984" y="14"/>
                </a:lnTo>
                <a:lnTo>
                  <a:pt x="1009" y="19"/>
                </a:lnTo>
                <a:lnTo>
                  <a:pt x="1033" y="23"/>
                </a:lnTo>
                <a:lnTo>
                  <a:pt x="1057" y="29"/>
                </a:lnTo>
                <a:lnTo>
                  <a:pt x="1081" y="35"/>
                </a:lnTo>
                <a:lnTo>
                  <a:pt x="1105" y="41"/>
                </a:lnTo>
                <a:lnTo>
                  <a:pt x="1128" y="48"/>
                </a:lnTo>
                <a:lnTo>
                  <a:pt x="1151" y="55"/>
                </a:lnTo>
                <a:lnTo>
                  <a:pt x="1174" y="63"/>
                </a:lnTo>
                <a:lnTo>
                  <a:pt x="1197" y="72"/>
                </a:lnTo>
                <a:lnTo>
                  <a:pt x="1219" y="81"/>
                </a:lnTo>
                <a:lnTo>
                  <a:pt x="1240" y="90"/>
                </a:lnTo>
                <a:lnTo>
                  <a:pt x="1261" y="100"/>
                </a:lnTo>
                <a:lnTo>
                  <a:pt x="1282" y="111"/>
                </a:lnTo>
                <a:lnTo>
                  <a:pt x="1302" y="122"/>
                </a:lnTo>
                <a:lnTo>
                  <a:pt x="1322" y="133"/>
                </a:lnTo>
                <a:lnTo>
                  <a:pt x="1341" y="145"/>
                </a:lnTo>
                <a:lnTo>
                  <a:pt x="1360" y="157"/>
                </a:lnTo>
                <a:lnTo>
                  <a:pt x="1378" y="170"/>
                </a:lnTo>
                <a:lnTo>
                  <a:pt x="1396" y="183"/>
                </a:lnTo>
                <a:lnTo>
                  <a:pt x="1413" y="196"/>
                </a:lnTo>
                <a:lnTo>
                  <a:pt x="1429" y="210"/>
                </a:lnTo>
                <a:lnTo>
                  <a:pt x="1445" y="224"/>
                </a:lnTo>
                <a:lnTo>
                  <a:pt x="1460" y="239"/>
                </a:lnTo>
                <a:lnTo>
                  <a:pt x="1475" y="253"/>
                </a:lnTo>
                <a:lnTo>
                  <a:pt x="1489" y="269"/>
                </a:lnTo>
                <a:lnTo>
                  <a:pt x="1502" y="284"/>
                </a:lnTo>
                <a:lnTo>
                  <a:pt x="1515" y="300"/>
                </a:lnTo>
                <a:lnTo>
                  <a:pt x="1527" y="316"/>
                </a:lnTo>
                <a:lnTo>
                  <a:pt x="1538" y="332"/>
                </a:lnTo>
                <a:lnTo>
                  <a:pt x="1548" y="349"/>
                </a:lnTo>
                <a:lnTo>
                  <a:pt x="1558" y="366"/>
                </a:lnTo>
                <a:lnTo>
                  <a:pt x="1567" y="383"/>
                </a:lnTo>
                <a:lnTo>
                  <a:pt x="1575" y="400"/>
                </a:lnTo>
                <a:lnTo>
                  <a:pt x="1583" y="417"/>
                </a:lnTo>
                <a:lnTo>
                  <a:pt x="1589" y="435"/>
                </a:lnTo>
                <a:lnTo>
                  <a:pt x="1595" y="452"/>
                </a:lnTo>
                <a:lnTo>
                  <a:pt x="1600" y="470"/>
                </a:lnTo>
                <a:lnTo>
                  <a:pt x="1605" y="488"/>
                </a:lnTo>
                <a:lnTo>
                  <a:pt x="1608" y="506"/>
                </a:lnTo>
                <a:lnTo>
                  <a:pt x="1611" y="524"/>
                </a:lnTo>
                <a:lnTo>
                  <a:pt x="1613" y="542"/>
                </a:lnTo>
                <a:lnTo>
                  <a:pt x="1614" y="560"/>
                </a:lnTo>
                <a:lnTo>
                  <a:pt x="1615" y="578"/>
                </a:lnTo>
                <a:close/>
              </a:path>
            </a:pathLst>
          </a:custGeom>
          <a:solidFill>
            <a:srgbClr val="ffa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6" name=""/>
          <p:cNvSpPr/>
          <p:nvPr/>
        </p:nvSpPr>
        <p:spPr>
          <a:xfrm>
            <a:off x="7770600" y="2735280"/>
            <a:ext cx="583920" cy="418320"/>
          </a:xfrm>
          <a:custGeom>
            <a:avLst/>
            <a:gdLst/>
            <a:ahLst/>
            <a:rect l="0" t="0" r="r" b="b"/>
            <a:pathLst>
              <a:path w="1622" h="1162">
                <a:moveTo>
                  <a:pt x="1619" y="580"/>
                </a:moveTo>
                <a:lnTo>
                  <a:pt x="1618" y="562"/>
                </a:lnTo>
                <a:lnTo>
                  <a:pt x="1617" y="544"/>
                </a:lnTo>
                <a:lnTo>
                  <a:pt x="1615" y="526"/>
                </a:lnTo>
                <a:lnTo>
                  <a:pt x="1612" y="508"/>
                </a:lnTo>
                <a:lnTo>
                  <a:pt x="1609" y="490"/>
                </a:lnTo>
                <a:lnTo>
                  <a:pt x="1604" y="472"/>
                </a:lnTo>
                <a:lnTo>
                  <a:pt x="1599" y="454"/>
                </a:lnTo>
                <a:lnTo>
                  <a:pt x="1593" y="437"/>
                </a:lnTo>
                <a:lnTo>
                  <a:pt x="1587" y="419"/>
                </a:lnTo>
                <a:lnTo>
                  <a:pt x="1579" y="402"/>
                </a:lnTo>
                <a:lnTo>
                  <a:pt x="1571" y="385"/>
                </a:lnTo>
                <a:lnTo>
                  <a:pt x="1562" y="368"/>
                </a:lnTo>
                <a:lnTo>
                  <a:pt x="1552" y="351"/>
                </a:lnTo>
                <a:lnTo>
                  <a:pt x="1542" y="334"/>
                </a:lnTo>
                <a:lnTo>
                  <a:pt x="1531" y="318"/>
                </a:lnTo>
                <a:lnTo>
                  <a:pt x="1519" y="302"/>
                </a:lnTo>
                <a:lnTo>
                  <a:pt x="1506" y="286"/>
                </a:lnTo>
                <a:lnTo>
                  <a:pt x="1493" y="271"/>
                </a:lnTo>
                <a:lnTo>
                  <a:pt x="1479" y="255"/>
                </a:lnTo>
                <a:lnTo>
                  <a:pt x="1464" y="241"/>
                </a:lnTo>
                <a:lnTo>
                  <a:pt x="1449" y="226"/>
                </a:lnTo>
                <a:lnTo>
                  <a:pt x="1433" y="212"/>
                </a:lnTo>
                <a:lnTo>
                  <a:pt x="1417" y="198"/>
                </a:lnTo>
                <a:lnTo>
                  <a:pt x="1400" y="185"/>
                </a:lnTo>
                <a:lnTo>
                  <a:pt x="1382" y="172"/>
                </a:lnTo>
                <a:lnTo>
                  <a:pt x="1364" y="159"/>
                </a:lnTo>
                <a:lnTo>
                  <a:pt x="1345" y="147"/>
                </a:lnTo>
                <a:lnTo>
                  <a:pt x="1326" y="135"/>
                </a:lnTo>
                <a:lnTo>
                  <a:pt x="1306" y="124"/>
                </a:lnTo>
                <a:lnTo>
                  <a:pt x="1286" y="113"/>
                </a:lnTo>
                <a:lnTo>
                  <a:pt x="1265" y="102"/>
                </a:lnTo>
                <a:lnTo>
                  <a:pt x="1244" y="92"/>
                </a:lnTo>
                <a:lnTo>
                  <a:pt x="1223" y="83"/>
                </a:lnTo>
                <a:lnTo>
                  <a:pt x="1201" y="74"/>
                </a:lnTo>
                <a:lnTo>
                  <a:pt x="1178" y="65"/>
                </a:lnTo>
                <a:lnTo>
                  <a:pt x="1155" y="57"/>
                </a:lnTo>
                <a:lnTo>
                  <a:pt x="1132" y="50"/>
                </a:lnTo>
                <a:lnTo>
                  <a:pt x="1109" y="43"/>
                </a:lnTo>
                <a:lnTo>
                  <a:pt x="1085" y="37"/>
                </a:lnTo>
                <a:lnTo>
                  <a:pt x="1061" y="31"/>
                </a:lnTo>
                <a:lnTo>
                  <a:pt x="1037" y="25"/>
                </a:lnTo>
                <a:lnTo>
                  <a:pt x="1013" y="21"/>
                </a:lnTo>
                <a:lnTo>
                  <a:pt x="988" y="16"/>
                </a:lnTo>
                <a:lnTo>
                  <a:pt x="963" y="13"/>
                </a:lnTo>
                <a:lnTo>
                  <a:pt x="938" y="10"/>
                </a:lnTo>
                <a:lnTo>
                  <a:pt x="913" y="7"/>
                </a:lnTo>
                <a:lnTo>
                  <a:pt x="888" y="5"/>
                </a:lnTo>
                <a:lnTo>
                  <a:pt x="863" y="4"/>
                </a:lnTo>
                <a:lnTo>
                  <a:pt x="837" y="3"/>
                </a:lnTo>
                <a:lnTo>
                  <a:pt x="812" y="2"/>
                </a:lnTo>
                <a:lnTo>
                  <a:pt x="787" y="3"/>
                </a:lnTo>
                <a:lnTo>
                  <a:pt x="761" y="4"/>
                </a:lnTo>
                <a:lnTo>
                  <a:pt x="736" y="5"/>
                </a:lnTo>
                <a:lnTo>
                  <a:pt x="711" y="7"/>
                </a:lnTo>
                <a:lnTo>
                  <a:pt x="686" y="10"/>
                </a:lnTo>
                <a:lnTo>
                  <a:pt x="661" y="13"/>
                </a:lnTo>
                <a:lnTo>
                  <a:pt x="636" y="16"/>
                </a:lnTo>
                <a:lnTo>
                  <a:pt x="611" y="21"/>
                </a:lnTo>
                <a:lnTo>
                  <a:pt x="587" y="25"/>
                </a:lnTo>
                <a:lnTo>
                  <a:pt x="563" y="31"/>
                </a:lnTo>
                <a:lnTo>
                  <a:pt x="539" y="37"/>
                </a:lnTo>
                <a:lnTo>
                  <a:pt x="515" y="43"/>
                </a:lnTo>
                <a:lnTo>
                  <a:pt x="492" y="50"/>
                </a:lnTo>
                <a:lnTo>
                  <a:pt x="469" y="57"/>
                </a:lnTo>
                <a:lnTo>
                  <a:pt x="446" y="65"/>
                </a:lnTo>
                <a:lnTo>
                  <a:pt x="423" y="74"/>
                </a:lnTo>
                <a:lnTo>
                  <a:pt x="401" y="83"/>
                </a:lnTo>
                <a:lnTo>
                  <a:pt x="380" y="92"/>
                </a:lnTo>
                <a:lnTo>
                  <a:pt x="359" y="102"/>
                </a:lnTo>
                <a:lnTo>
                  <a:pt x="338" y="113"/>
                </a:lnTo>
                <a:lnTo>
                  <a:pt x="318" y="124"/>
                </a:lnTo>
                <a:lnTo>
                  <a:pt x="298" y="135"/>
                </a:lnTo>
                <a:lnTo>
                  <a:pt x="278" y="147"/>
                </a:lnTo>
                <a:lnTo>
                  <a:pt x="259" y="159"/>
                </a:lnTo>
                <a:lnTo>
                  <a:pt x="241" y="172"/>
                </a:lnTo>
                <a:lnTo>
                  <a:pt x="223" y="185"/>
                </a:lnTo>
                <a:lnTo>
                  <a:pt x="206" y="198"/>
                </a:lnTo>
                <a:lnTo>
                  <a:pt x="189" y="212"/>
                </a:lnTo>
                <a:lnTo>
                  <a:pt x="174" y="226"/>
                </a:lnTo>
                <a:lnTo>
                  <a:pt x="158" y="241"/>
                </a:lnTo>
                <a:lnTo>
                  <a:pt x="144" y="255"/>
                </a:lnTo>
                <a:lnTo>
                  <a:pt x="130" y="271"/>
                </a:lnTo>
                <a:lnTo>
                  <a:pt x="117" y="286"/>
                </a:lnTo>
                <a:lnTo>
                  <a:pt x="104" y="302"/>
                </a:lnTo>
                <a:lnTo>
                  <a:pt x="92" y="318"/>
                </a:lnTo>
                <a:lnTo>
                  <a:pt x="81" y="334"/>
                </a:lnTo>
                <a:lnTo>
                  <a:pt x="71" y="351"/>
                </a:lnTo>
                <a:lnTo>
                  <a:pt x="61" y="368"/>
                </a:lnTo>
                <a:lnTo>
                  <a:pt x="52" y="385"/>
                </a:lnTo>
                <a:lnTo>
                  <a:pt x="44" y="402"/>
                </a:lnTo>
                <a:lnTo>
                  <a:pt x="36" y="419"/>
                </a:lnTo>
                <a:lnTo>
                  <a:pt x="30" y="437"/>
                </a:lnTo>
                <a:lnTo>
                  <a:pt x="24" y="454"/>
                </a:lnTo>
                <a:lnTo>
                  <a:pt x="19" y="472"/>
                </a:lnTo>
                <a:lnTo>
                  <a:pt x="14" y="490"/>
                </a:lnTo>
                <a:lnTo>
                  <a:pt x="11" y="508"/>
                </a:lnTo>
                <a:lnTo>
                  <a:pt x="8" y="526"/>
                </a:lnTo>
                <a:lnTo>
                  <a:pt x="6" y="544"/>
                </a:lnTo>
                <a:lnTo>
                  <a:pt x="5" y="562"/>
                </a:lnTo>
                <a:lnTo>
                  <a:pt x="4" y="580"/>
                </a:lnTo>
                <a:lnTo>
                  <a:pt x="5" y="598"/>
                </a:lnTo>
                <a:lnTo>
                  <a:pt x="6" y="617"/>
                </a:lnTo>
                <a:lnTo>
                  <a:pt x="8" y="635"/>
                </a:lnTo>
                <a:lnTo>
                  <a:pt x="11" y="653"/>
                </a:lnTo>
                <a:lnTo>
                  <a:pt x="14" y="671"/>
                </a:lnTo>
                <a:lnTo>
                  <a:pt x="19" y="689"/>
                </a:lnTo>
                <a:lnTo>
                  <a:pt x="24" y="706"/>
                </a:lnTo>
                <a:lnTo>
                  <a:pt x="30" y="724"/>
                </a:lnTo>
                <a:lnTo>
                  <a:pt x="36" y="742"/>
                </a:lnTo>
                <a:lnTo>
                  <a:pt x="44" y="759"/>
                </a:lnTo>
                <a:lnTo>
                  <a:pt x="52" y="776"/>
                </a:lnTo>
                <a:lnTo>
                  <a:pt x="61" y="793"/>
                </a:lnTo>
                <a:lnTo>
                  <a:pt x="71" y="810"/>
                </a:lnTo>
                <a:lnTo>
                  <a:pt x="81" y="826"/>
                </a:lnTo>
                <a:lnTo>
                  <a:pt x="92" y="843"/>
                </a:lnTo>
                <a:lnTo>
                  <a:pt x="104" y="859"/>
                </a:lnTo>
                <a:lnTo>
                  <a:pt x="117" y="874"/>
                </a:lnTo>
                <a:lnTo>
                  <a:pt x="130" y="890"/>
                </a:lnTo>
                <a:lnTo>
                  <a:pt x="144" y="905"/>
                </a:lnTo>
                <a:lnTo>
                  <a:pt x="158" y="920"/>
                </a:lnTo>
                <a:lnTo>
                  <a:pt x="174" y="934"/>
                </a:lnTo>
                <a:lnTo>
                  <a:pt x="189" y="949"/>
                </a:lnTo>
                <a:lnTo>
                  <a:pt x="206" y="962"/>
                </a:lnTo>
                <a:lnTo>
                  <a:pt x="223" y="976"/>
                </a:lnTo>
                <a:lnTo>
                  <a:pt x="241" y="989"/>
                </a:lnTo>
                <a:lnTo>
                  <a:pt x="259" y="1002"/>
                </a:lnTo>
                <a:lnTo>
                  <a:pt x="278" y="1014"/>
                </a:lnTo>
                <a:lnTo>
                  <a:pt x="298" y="1026"/>
                </a:lnTo>
                <a:lnTo>
                  <a:pt x="318" y="1037"/>
                </a:lnTo>
                <a:lnTo>
                  <a:pt x="338" y="1048"/>
                </a:lnTo>
                <a:lnTo>
                  <a:pt x="359" y="1058"/>
                </a:lnTo>
                <a:lnTo>
                  <a:pt x="380" y="1068"/>
                </a:lnTo>
                <a:lnTo>
                  <a:pt x="401" y="1078"/>
                </a:lnTo>
                <a:lnTo>
                  <a:pt x="423" y="1087"/>
                </a:lnTo>
                <a:lnTo>
                  <a:pt x="446" y="1095"/>
                </a:lnTo>
                <a:lnTo>
                  <a:pt x="469" y="1103"/>
                </a:lnTo>
                <a:lnTo>
                  <a:pt x="492" y="1112"/>
                </a:lnTo>
                <a:lnTo>
                  <a:pt x="515" y="1119"/>
                </a:lnTo>
                <a:lnTo>
                  <a:pt x="539" y="1125"/>
                </a:lnTo>
                <a:lnTo>
                  <a:pt x="563" y="1131"/>
                </a:lnTo>
                <a:lnTo>
                  <a:pt x="587" y="1136"/>
                </a:lnTo>
                <a:lnTo>
                  <a:pt x="611" y="1141"/>
                </a:lnTo>
                <a:lnTo>
                  <a:pt x="636" y="1145"/>
                </a:lnTo>
                <a:lnTo>
                  <a:pt x="661" y="1149"/>
                </a:lnTo>
                <a:lnTo>
                  <a:pt x="686" y="1152"/>
                </a:lnTo>
                <a:lnTo>
                  <a:pt x="711" y="1155"/>
                </a:lnTo>
                <a:lnTo>
                  <a:pt x="736" y="1157"/>
                </a:lnTo>
                <a:lnTo>
                  <a:pt x="761" y="1158"/>
                </a:lnTo>
                <a:lnTo>
                  <a:pt x="787" y="1159"/>
                </a:lnTo>
                <a:lnTo>
                  <a:pt x="812" y="1159"/>
                </a:lnTo>
                <a:lnTo>
                  <a:pt x="837" y="1159"/>
                </a:lnTo>
                <a:lnTo>
                  <a:pt x="863" y="1158"/>
                </a:lnTo>
                <a:lnTo>
                  <a:pt x="888" y="1157"/>
                </a:lnTo>
                <a:lnTo>
                  <a:pt x="913" y="1155"/>
                </a:lnTo>
                <a:lnTo>
                  <a:pt x="938" y="1152"/>
                </a:lnTo>
                <a:lnTo>
                  <a:pt x="963" y="1149"/>
                </a:lnTo>
                <a:lnTo>
                  <a:pt x="988" y="1145"/>
                </a:lnTo>
                <a:lnTo>
                  <a:pt x="1013" y="1141"/>
                </a:lnTo>
                <a:lnTo>
                  <a:pt x="1037" y="1136"/>
                </a:lnTo>
                <a:lnTo>
                  <a:pt x="1061" y="1131"/>
                </a:lnTo>
                <a:lnTo>
                  <a:pt x="1085" y="1125"/>
                </a:lnTo>
                <a:lnTo>
                  <a:pt x="1109" y="1119"/>
                </a:lnTo>
                <a:lnTo>
                  <a:pt x="1132" y="1112"/>
                </a:lnTo>
                <a:lnTo>
                  <a:pt x="1155" y="1103"/>
                </a:lnTo>
                <a:lnTo>
                  <a:pt x="1178" y="1095"/>
                </a:lnTo>
                <a:lnTo>
                  <a:pt x="1201" y="1087"/>
                </a:lnTo>
                <a:lnTo>
                  <a:pt x="1223" y="1078"/>
                </a:lnTo>
                <a:lnTo>
                  <a:pt x="1244" y="1068"/>
                </a:lnTo>
                <a:lnTo>
                  <a:pt x="1265" y="1058"/>
                </a:lnTo>
                <a:lnTo>
                  <a:pt x="1286" y="1048"/>
                </a:lnTo>
                <a:lnTo>
                  <a:pt x="1306" y="1037"/>
                </a:lnTo>
                <a:lnTo>
                  <a:pt x="1326" y="1026"/>
                </a:lnTo>
                <a:lnTo>
                  <a:pt x="1345" y="1014"/>
                </a:lnTo>
                <a:lnTo>
                  <a:pt x="1364" y="1002"/>
                </a:lnTo>
                <a:lnTo>
                  <a:pt x="1382" y="989"/>
                </a:lnTo>
                <a:lnTo>
                  <a:pt x="1400" y="976"/>
                </a:lnTo>
                <a:lnTo>
                  <a:pt x="1417" y="962"/>
                </a:lnTo>
                <a:lnTo>
                  <a:pt x="1433" y="949"/>
                </a:lnTo>
                <a:lnTo>
                  <a:pt x="1449" y="934"/>
                </a:lnTo>
                <a:lnTo>
                  <a:pt x="1464" y="920"/>
                </a:lnTo>
                <a:lnTo>
                  <a:pt x="1479" y="905"/>
                </a:lnTo>
                <a:lnTo>
                  <a:pt x="1493" y="890"/>
                </a:lnTo>
                <a:lnTo>
                  <a:pt x="1506" y="874"/>
                </a:lnTo>
                <a:lnTo>
                  <a:pt x="1519" y="859"/>
                </a:lnTo>
                <a:lnTo>
                  <a:pt x="1531" y="843"/>
                </a:lnTo>
                <a:lnTo>
                  <a:pt x="1542" y="826"/>
                </a:lnTo>
                <a:lnTo>
                  <a:pt x="1552" y="810"/>
                </a:lnTo>
                <a:lnTo>
                  <a:pt x="1562" y="793"/>
                </a:lnTo>
                <a:lnTo>
                  <a:pt x="1571" y="776"/>
                </a:lnTo>
                <a:lnTo>
                  <a:pt x="1579" y="759"/>
                </a:lnTo>
                <a:lnTo>
                  <a:pt x="1587" y="742"/>
                </a:lnTo>
                <a:lnTo>
                  <a:pt x="1593" y="724"/>
                </a:lnTo>
                <a:lnTo>
                  <a:pt x="1599" y="706"/>
                </a:lnTo>
                <a:lnTo>
                  <a:pt x="1604" y="689"/>
                </a:lnTo>
                <a:lnTo>
                  <a:pt x="1609" y="671"/>
                </a:lnTo>
                <a:lnTo>
                  <a:pt x="1612" y="653"/>
                </a:lnTo>
                <a:lnTo>
                  <a:pt x="1615" y="635"/>
                </a:lnTo>
                <a:lnTo>
                  <a:pt x="1617" y="617"/>
                </a:lnTo>
                <a:lnTo>
                  <a:pt x="1618" y="598"/>
                </a:lnTo>
                <a:lnTo>
                  <a:pt x="1619" y="580"/>
                </a:lnTo>
                <a:moveTo>
                  <a:pt x="1622" y="580"/>
                </a:moveTo>
                <a:lnTo>
                  <a:pt x="1622" y="599"/>
                </a:lnTo>
                <a:lnTo>
                  <a:pt x="1621" y="617"/>
                </a:lnTo>
                <a:lnTo>
                  <a:pt x="1619" y="635"/>
                </a:lnTo>
                <a:lnTo>
                  <a:pt x="1616" y="653"/>
                </a:lnTo>
                <a:lnTo>
                  <a:pt x="1612" y="671"/>
                </a:lnTo>
                <a:lnTo>
                  <a:pt x="1608" y="689"/>
                </a:lnTo>
                <a:lnTo>
                  <a:pt x="1603" y="707"/>
                </a:lnTo>
                <a:lnTo>
                  <a:pt x="1597" y="725"/>
                </a:lnTo>
                <a:lnTo>
                  <a:pt x="1590" y="742"/>
                </a:lnTo>
                <a:lnTo>
                  <a:pt x="1583" y="760"/>
                </a:lnTo>
                <a:lnTo>
                  <a:pt x="1574" y="777"/>
                </a:lnTo>
                <a:lnTo>
                  <a:pt x="1565" y="794"/>
                </a:lnTo>
                <a:lnTo>
                  <a:pt x="1556" y="811"/>
                </a:lnTo>
                <a:lnTo>
                  <a:pt x="1545" y="828"/>
                </a:lnTo>
                <a:lnTo>
                  <a:pt x="1534" y="844"/>
                </a:lnTo>
                <a:lnTo>
                  <a:pt x="1522" y="860"/>
                </a:lnTo>
                <a:lnTo>
                  <a:pt x="1510" y="876"/>
                </a:lnTo>
                <a:lnTo>
                  <a:pt x="1496" y="891"/>
                </a:lnTo>
                <a:lnTo>
                  <a:pt x="1482" y="907"/>
                </a:lnTo>
                <a:lnTo>
                  <a:pt x="1468" y="922"/>
                </a:lnTo>
                <a:lnTo>
                  <a:pt x="1452" y="936"/>
                </a:lnTo>
                <a:lnTo>
                  <a:pt x="1436" y="950"/>
                </a:lnTo>
                <a:lnTo>
                  <a:pt x="1420" y="964"/>
                </a:lnTo>
                <a:lnTo>
                  <a:pt x="1403" y="978"/>
                </a:lnTo>
                <a:lnTo>
                  <a:pt x="1385" y="991"/>
                </a:lnTo>
                <a:lnTo>
                  <a:pt x="1367" y="1004"/>
                </a:lnTo>
                <a:lnTo>
                  <a:pt x="1348" y="1016"/>
                </a:lnTo>
                <a:lnTo>
                  <a:pt x="1329" y="1028"/>
                </a:lnTo>
                <a:lnTo>
                  <a:pt x="1309" y="1039"/>
                </a:lnTo>
                <a:lnTo>
                  <a:pt x="1288" y="1050"/>
                </a:lnTo>
                <a:lnTo>
                  <a:pt x="1267" y="1061"/>
                </a:lnTo>
                <a:lnTo>
                  <a:pt x="1246" y="1071"/>
                </a:lnTo>
                <a:lnTo>
                  <a:pt x="1225" y="1080"/>
                </a:lnTo>
                <a:lnTo>
                  <a:pt x="1202" y="1089"/>
                </a:lnTo>
                <a:lnTo>
                  <a:pt x="1180" y="1098"/>
                </a:lnTo>
                <a:lnTo>
                  <a:pt x="1157" y="1106"/>
                </a:lnTo>
                <a:lnTo>
                  <a:pt x="1134" y="1114"/>
                </a:lnTo>
                <a:lnTo>
                  <a:pt x="1110" y="1121"/>
                </a:lnTo>
                <a:lnTo>
                  <a:pt x="1086" y="1128"/>
                </a:lnTo>
                <a:lnTo>
                  <a:pt x="1062" y="1134"/>
                </a:lnTo>
                <a:lnTo>
                  <a:pt x="1038" y="1139"/>
                </a:lnTo>
                <a:lnTo>
                  <a:pt x="1014" y="1144"/>
                </a:lnTo>
                <a:lnTo>
                  <a:pt x="989" y="1148"/>
                </a:lnTo>
                <a:lnTo>
                  <a:pt x="964" y="1152"/>
                </a:lnTo>
                <a:lnTo>
                  <a:pt x="939" y="1155"/>
                </a:lnTo>
                <a:lnTo>
                  <a:pt x="914" y="1157"/>
                </a:lnTo>
                <a:lnTo>
                  <a:pt x="888" y="1159"/>
                </a:lnTo>
                <a:lnTo>
                  <a:pt x="863" y="1161"/>
                </a:lnTo>
                <a:lnTo>
                  <a:pt x="837" y="1162"/>
                </a:lnTo>
                <a:lnTo>
                  <a:pt x="812" y="1162"/>
                </a:lnTo>
                <a:lnTo>
                  <a:pt x="786" y="1162"/>
                </a:lnTo>
                <a:lnTo>
                  <a:pt x="761" y="1161"/>
                </a:lnTo>
                <a:lnTo>
                  <a:pt x="736" y="1159"/>
                </a:lnTo>
                <a:lnTo>
                  <a:pt x="710" y="1157"/>
                </a:lnTo>
                <a:lnTo>
                  <a:pt x="685" y="1155"/>
                </a:lnTo>
                <a:lnTo>
                  <a:pt x="660" y="1152"/>
                </a:lnTo>
                <a:lnTo>
                  <a:pt x="635" y="1148"/>
                </a:lnTo>
                <a:lnTo>
                  <a:pt x="610" y="1144"/>
                </a:lnTo>
                <a:lnTo>
                  <a:pt x="586" y="1139"/>
                </a:lnTo>
                <a:lnTo>
                  <a:pt x="562" y="1134"/>
                </a:lnTo>
                <a:lnTo>
                  <a:pt x="537" y="1128"/>
                </a:lnTo>
                <a:lnTo>
                  <a:pt x="514" y="1121"/>
                </a:lnTo>
                <a:lnTo>
                  <a:pt x="490" y="1114"/>
                </a:lnTo>
                <a:lnTo>
                  <a:pt x="467" y="1106"/>
                </a:lnTo>
                <a:lnTo>
                  <a:pt x="444" y="1098"/>
                </a:lnTo>
                <a:lnTo>
                  <a:pt x="422" y="1089"/>
                </a:lnTo>
                <a:lnTo>
                  <a:pt x="399" y="1080"/>
                </a:lnTo>
                <a:lnTo>
                  <a:pt x="378" y="1071"/>
                </a:lnTo>
                <a:lnTo>
                  <a:pt x="356" y="1061"/>
                </a:lnTo>
                <a:lnTo>
                  <a:pt x="336" y="1050"/>
                </a:lnTo>
                <a:lnTo>
                  <a:pt x="315" y="1039"/>
                </a:lnTo>
                <a:lnTo>
                  <a:pt x="295" y="1028"/>
                </a:lnTo>
                <a:lnTo>
                  <a:pt x="275" y="1016"/>
                </a:lnTo>
                <a:lnTo>
                  <a:pt x="256" y="1004"/>
                </a:lnTo>
                <a:lnTo>
                  <a:pt x="238" y="991"/>
                </a:lnTo>
                <a:lnTo>
                  <a:pt x="220" y="978"/>
                </a:lnTo>
                <a:lnTo>
                  <a:pt x="203" y="964"/>
                </a:lnTo>
                <a:lnTo>
                  <a:pt x="186" y="950"/>
                </a:lnTo>
                <a:lnTo>
                  <a:pt x="171" y="936"/>
                </a:lnTo>
                <a:lnTo>
                  <a:pt x="155" y="922"/>
                </a:lnTo>
                <a:lnTo>
                  <a:pt x="141" y="907"/>
                </a:lnTo>
                <a:lnTo>
                  <a:pt x="127" y="891"/>
                </a:lnTo>
                <a:lnTo>
                  <a:pt x="113" y="876"/>
                </a:lnTo>
                <a:lnTo>
                  <a:pt x="101" y="860"/>
                </a:lnTo>
                <a:lnTo>
                  <a:pt x="89" y="844"/>
                </a:lnTo>
                <a:lnTo>
                  <a:pt x="78" y="828"/>
                </a:lnTo>
                <a:lnTo>
                  <a:pt x="67" y="811"/>
                </a:lnTo>
                <a:lnTo>
                  <a:pt x="57" y="794"/>
                </a:lnTo>
                <a:lnTo>
                  <a:pt x="48" y="777"/>
                </a:lnTo>
                <a:lnTo>
                  <a:pt x="40" y="760"/>
                </a:lnTo>
                <a:lnTo>
                  <a:pt x="33" y="742"/>
                </a:lnTo>
                <a:lnTo>
                  <a:pt x="26" y="725"/>
                </a:lnTo>
                <a:lnTo>
                  <a:pt x="20" y="707"/>
                </a:lnTo>
                <a:lnTo>
                  <a:pt x="15" y="689"/>
                </a:lnTo>
                <a:lnTo>
                  <a:pt x="10" y="671"/>
                </a:lnTo>
                <a:lnTo>
                  <a:pt x="7" y="653"/>
                </a:lnTo>
                <a:lnTo>
                  <a:pt x="4" y="635"/>
                </a:lnTo>
                <a:lnTo>
                  <a:pt x="2" y="617"/>
                </a:lnTo>
                <a:lnTo>
                  <a:pt x="1" y="599"/>
                </a:lnTo>
                <a:lnTo>
                  <a:pt x="0" y="580"/>
                </a:lnTo>
                <a:lnTo>
                  <a:pt x="1" y="562"/>
                </a:lnTo>
                <a:lnTo>
                  <a:pt x="2" y="544"/>
                </a:lnTo>
                <a:lnTo>
                  <a:pt x="4" y="526"/>
                </a:lnTo>
                <a:lnTo>
                  <a:pt x="7" y="508"/>
                </a:lnTo>
                <a:lnTo>
                  <a:pt x="10" y="489"/>
                </a:lnTo>
                <a:lnTo>
                  <a:pt x="15" y="472"/>
                </a:lnTo>
                <a:lnTo>
                  <a:pt x="20" y="454"/>
                </a:lnTo>
                <a:lnTo>
                  <a:pt x="26" y="436"/>
                </a:lnTo>
                <a:lnTo>
                  <a:pt x="33" y="418"/>
                </a:lnTo>
                <a:lnTo>
                  <a:pt x="40" y="401"/>
                </a:lnTo>
                <a:lnTo>
                  <a:pt x="48" y="384"/>
                </a:lnTo>
                <a:lnTo>
                  <a:pt x="57" y="367"/>
                </a:lnTo>
                <a:lnTo>
                  <a:pt x="67" y="350"/>
                </a:lnTo>
                <a:lnTo>
                  <a:pt x="78" y="333"/>
                </a:lnTo>
                <a:lnTo>
                  <a:pt x="89" y="317"/>
                </a:lnTo>
                <a:lnTo>
                  <a:pt x="101" y="301"/>
                </a:lnTo>
                <a:lnTo>
                  <a:pt x="113" y="285"/>
                </a:lnTo>
                <a:lnTo>
                  <a:pt x="127" y="269"/>
                </a:lnTo>
                <a:lnTo>
                  <a:pt x="141" y="254"/>
                </a:lnTo>
                <a:lnTo>
                  <a:pt x="155" y="239"/>
                </a:lnTo>
                <a:lnTo>
                  <a:pt x="171" y="224"/>
                </a:lnTo>
                <a:lnTo>
                  <a:pt x="186" y="210"/>
                </a:lnTo>
                <a:lnTo>
                  <a:pt x="203" y="196"/>
                </a:lnTo>
                <a:lnTo>
                  <a:pt x="220" y="183"/>
                </a:lnTo>
                <a:lnTo>
                  <a:pt x="238" y="170"/>
                </a:lnTo>
                <a:lnTo>
                  <a:pt x="256" y="157"/>
                </a:lnTo>
                <a:lnTo>
                  <a:pt x="275" y="145"/>
                </a:lnTo>
                <a:lnTo>
                  <a:pt x="295" y="133"/>
                </a:lnTo>
                <a:lnTo>
                  <a:pt x="315" y="122"/>
                </a:lnTo>
                <a:lnTo>
                  <a:pt x="336" y="111"/>
                </a:lnTo>
                <a:lnTo>
                  <a:pt x="356" y="100"/>
                </a:lnTo>
                <a:lnTo>
                  <a:pt x="378" y="90"/>
                </a:lnTo>
                <a:lnTo>
                  <a:pt x="399" y="81"/>
                </a:lnTo>
                <a:lnTo>
                  <a:pt x="422" y="71"/>
                </a:lnTo>
                <a:lnTo>
                  <a:pt x="444" y="63"/>
                </a:lnTo>
                <a:lnTo>
                  <a:pt x="467" y="55"/>
                </a:lnTo>
                <a:lnTo>
                  <a:pt x="490" y="47"/>
                </a:lnTo>
                <a:lnTo>
                  <a:pt x="514" y="40"/>
                </a:lnTo>
                <a:lnTo>
                  <a:pt x="537" y="34"/>
                </a:lnTo>
                <a:lnTo>
                  <a:pt x="562" y="28"/>
                </a:lnTo>
                <a:lnTo>
                  <a:pt x="586" y="23"/>
                </a:lnTo>
                <a:lnTo>
                  <a:pt x="610" y="18"/>
                </a:lnTo>
                <a:lnTo>
                  <a:pt x="635" y="14"/>
                </a:lnTo>
                <a:lnTo>
                  <a:pt x="660" y="10"/>
                </a:lnTo>
                <a:lnTo>
                  <a:pt x="685" y="7"/>
                </a:lnTo>
                <a:lnTo>
                  <a:pt x="710" y="4"/>
                </a:lnTo>
                <a:lnTo>
                  <a:pt x="736" y="2"/>
                </a:lnTo>
                <a:lnTo>
                  <a:pt x="761" y="1"/>
                </a:lnTo>
                <a:lnTo>
                  <a:pt x="786" y="0"/>
                </a:lnTo>
                <a:lnTo>
                  <a:pt x="812" y="0"/>
                </a:lnTo>
                <a:lnTo>
                  <a:pt x="837" y="0"/>
                </a:lnTo>
                <a:lnTo>
                  <a:pt x="863" y="1"/>
                </a:lnTo>
                <a:lnTo>
                  <a:pt x="888" y="2"/>
                </a:lnTo>
                <a:lnTo>
                  <a:pt x="914" y="4"/>
                </a:lnTo>
                <a:lnTo>
                  <a:pt x="939" y="7"/>
                </a:lnTo>
                <a:lnTo>
                  <a:pt x="964" y="10"/>
                </a:lnTo>
                <a:lnTo>
                  <a:pt x="989" y="14"/>
                </a:lnTo>
                <a:lnTo>
                  <a:pt x="1014" y="18"/>
                </a:lnTo>
                <a:lnTo>
                  <a:pt x="1038" y="23"/>
                </a:lnTo>
                <a:lnTo>
                  <a:pt x="1062" y="28"/>
                </a:lnTo>
                <a:lnTo>
                  <a:pt x="1086" y="34"/>
                </a:lnTo>
                <a:lnTo>
                  <a:pt x="1110" y="40"/>
                </a:lnTo>
                <a:lnTo>
                  <a:pt x="1134" y="47"/>
                </a:lnTo>
                <a:lnTo>
                  <a:pt x="1157" y="55"/>
                </a:lnTo>
                <a:lnTo>
                  <a:pt x="1180" y="63"/>
                </a:lnTo>
                <a:lnTo>
                  <a:pt x="1202" y="71"/>
                </a:lnTo>
                <a:lnTo>
                  <a:pt x="1225" y="81"/>
                </a:lnTo>
                <a:lnTo>
                  <a:pt x="1246" y="90"/>
                </a:lnTo>
                <a:lnTo>
                  <a:pt x="1267" y="100"/>
                </a:lnTo>
                <a:lnTo>
                  <a:pt x="1288" y="111"/>
                </a:lnTo>
                <a:lnTo>
                  <a:pt x="1309" y="122"/>
                </a:lnTo>
                <a:lnTo>
                  <a:pt x="1329" y="133"/>
                </a:lnTo>
                <a:lnTo>
                  <a:pt x="1348" y="145"/>
                </a:lnTo>
                <a:lnTo>
                  <a:pt x="1367" y="157"/>
                </a:lnTo>
                <a:lnTo>
                  <a:pt x="1385" y="170"/>
                </a:lnTo>
                <a:lnTo>
                  <a:pt x="1403" y="183"/>
                </a:lnTo>
                <a:lnTo>
                  <a:pt x="1420" y="196"/>
                </a:lnTo>
                <a:lnTo>
                  <a:pt x="1436" y="210"/>
                </a:lnTo>
                <a:lnTo>
                  <a:pt x="1452" y="224"/>
                </a:lnTo>
                <a:lnTo>
                  <a:pt x="1468" y="239"/>
                </a:lnTo>
                <a:lnTo>
                  <a:pt x="1482" y="254"/>
                </a:lnTo>
                <a:lnTo>
                  <a:pt x="1496" y="269"/>
                </a:lnTo>
                <a:lnTo>
                  <a:pt x="1510" y="285"/>
                </a:lnTo>
                <a:lnTo>
                  <a:pt x="1522" y="301"/>
                </a:lnTo>
                <a:lnTo>
                  <a:pt x="1534" y="317"/>
                </a:lnTo>
                <a:lnTo>
                  <a:pt x="1545" y="333"/>
                </a:lnTo>
                <a:lnTo>
                  <a:pt x="1556" y="350"/>
                </a:lnTo>
                <a:lnTo>
                  <a:pt x="1565" y="367"/>
                </a:lnTo>
                <a:lnTo>
                  <a:pt x="1574" y="384"/>
                </a:lnTo>
                <a:lnTo>
                  <a:pt x="1583" y="401"/>
                </a:lnTo>
                <a:lnTo>
                  <a:pt x="1590" y="418"/>
                </a:lnTo>
                <a:lnTo>
                  <a:pt x="1597" y="436"/>
                </a:lnTo>
                <a:lnTo>
                  <a:pt x="1603" y="454"/>
                </a:lnTo>
                <a:lnTo>
                  <a:pt x="1608" y="472"/>
                </a:lnTo>
                <a:lnTo>
                  <a:pt x="1612" y="489"/>
                </a:lnTo>
                <a:lnTo>
                  <a:pt x="1616" y="508"/>
                </a:lnTo>
                <a:lnTo>
                  <a:pt x="1619" y="526"/>
                </a:lnTo>
                <a:lnTo>
                  <a:pt x="1621" y="544"/>
                </a:lnTo>
                <a:lnTo>
                  <a:pt x="1622" y="562"/>
                </a:lnTo>
                <a:lnTo>
                  <a:pt x="1622" y="580"/>
                </a:lnTo>
                <a:close/>
              </a:path>
            </a:pathLst>
          </a:custGeom>
          <a:solidFill>
            <a:srgbClr val="ffa5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7" name=""/>
          <p:cNvSpPr/>
          <p:nvPr/>
        </p:nvSpPr>
        <p:spPr>
          <a:xfrm>
            <a:off x="7769520" y="2734200"/>
            <a:ext cx="586440" cy="420480"/>
          </a:xfrm>
          <a:custGeom>
            <a:avLst/>
            <a:gdLst/>
            <a:ahLst/>
            <a:rect l="0" t="0" r="r" b="b"/>
            <a:pathLst>
              <a:path w="1629" h="1168">
                <a:moveTo>
                  <a:pt x="1625" y="583"/>
                </a:moveTo>
                <a:lnTo>
                  <a:pt x="1625" y="565"/>
                </a:lnTo>
                <a:lnTo>
                  <a:pt x="1624" y="547"/>
                </a:lnTo>
                <a:lnTo>
                  <a:pt x="1622" y="529"/>
                </a:lnTo>
                <a:lnTo>
                  <a:pt x="1619" y="511"/>
                </a:lnTo>
                <a:lnTo>
                  <a:pt x="1615" y="492"/>
                </a:lnTo>
                <a:lnTo>
                  <a:pt x="1611" y="475"/>
                </a:lnTo>
                <a:lnTo>
                  <a:pt x="1606" y="457"/>
                </a:lnTo>
                <a:lnTo>
                  <a:pt x="1600" y="439"/>
                </a:lnTo>
                <a:lnTo>
                  <a:pt x="1593" y="421"/>
                </a:lnTo>
                <a:lnTo>
                  <a:pt x="1586" y="404"/>
                </a:lnTo>
                <a:lnTo>
                  <a:pt x="1577" y="387"/>
                </a:lnTo>
                <a:lnTo>
                  <a:pt x="1568" y="370"/>
                </a:lnTo>
                <a:lnTo>
                  <a:pt x="1559" y="353"/>
                </a:lnTo>
                <a:lnTo>
                  <a:pt x="1548" y="336"/>
                </a:lnTo>
                <a:lnTo>
                  <a:pt x="1537" y="320"/>
                </a:lnTo>
                <a:lnTo>
                  <a:pt x="1525" y="304"/>
                </a:lnTo>
                <a:lnTo>
                  <a:pt x="1513" y="288"/>
                </a:lnTo>
                <a:lnTo>
                  <a:pt x="1499" y="272"/>
                </a:lnTo>
                <a:lnTo>
                  <a:pt x="1485" y="257"/>
                </a:lnTo>
                <a:lnTo>
                  <a:pt x="1471" y="242"/>
                </a:lnTo>
                <a:lnTo>
                  <a:pt x="1455" y="227"/>
                </a:lnTo>
                <a:lnTo>
                  <a:pt x="1439" y="213"/>
                </a:lnTo>
                <a:lnTo>
                  <a:pt x="1423" y="199"/>
                </a:lnTo>
                <a:lnTo>
                  <a:pt x="1406" y="186"/>
                </a:lnTo>
                <a:lnTo>
                  <a:pt x="1388" y="173"/>
                </a:lnTo>
                <a:lnTo>
                  <a:pt x="1370" y="160"/>
                </a:lnTo>
                <a:lnTo>
                  <a:pt x="1351" y="148"/>
                </a:lnTo>
                <a:lnTo>
                  <a:pt x="1332" y="136"/>
                </a:lnTo>
                <a:lnTo>
                  <a:pt x="1312" y="125"/>
                </a:lnTo>
                <a:lnTo>
                  <a:pt x="1291" y="114"/>
                </a:lnTo>
                <a:lnTo>
                  <a:pt x="1270" y="103"/>
                </a:lnTo>
                <a:lnTo>
                  <a:pt x="1249" y="93"/>
                </a:lnTo>
                <a:lnTo>
                  <a:pt x="1228" y="84"/>
                </a:lnTo>
                <a:lnTo>
                  <a:pt x="1205" y="74"/>
                </a:lnTo>
                <a:lnTo>
                  <a:pt x="1183" y="66"/>
                </a:lnTo>
                <a:lnTo>
                  <a:pt x="1160" y="58"/>
                </a:lnTo>
                <a:lnTo>
                  <a:pt x="1137" y="50"/>
                </a:lnTo>
                <a:lnTo>
                  <a:pt x="1113" y="43"/>
                </a:lnTo>
                <a:lnTo>
                  <a:pt x="1089" y="37"/>
                </a:lnTo>
                <a:lnTo>
                  <a:pt x="1065" y="31"/>
                </a:lnTo>
                <a:lnTo>
                  <a:pt x="1041" y="26"/>
                </a:lnTo>
                <a:lnTo>
                  <a:pt x="1017" y="21"/>
                </a:lnTo>
                <a:lnTo>
                  <a:pt x="992" y="17"/>
                </a:lnTo>
                <a:lnTo>
                  <a:pt x="967" y="13"/>
                </a:lnTo>
                <a:lnTo>
                  <a:pt x="942" y="10"/>
                </a:lnTo>
                <a:lnTo>
                  <a:pt x="917" y="7"/>
                </a:lnTo>
                <a:lnTo>
                  <a:pt x="891" y="5"/>
                </a:lnTo>
                <a:lnTo>
                  <a:pt x="866" y="4"/>
                </a:lnTo>
                <a:lnTo>
                  <a:pt x="840" y="3"/>
                </a:lnTo>
                <a:lnTo>
                  <a:pt x="815" y="3"/>
                </a:lnTo>
                <a:lnTo>
                  <a:pt x="789" y="3"/>
                </a:lnTo>
                <a:lnTo>
                  <a:pt x="764" y="4"/>
                </a:lnTo>
                <a:lnTo>
                  <a:pt x="739" y="5"/>
                </a:lnTo>
                <a:lnTo>
                  <a:pt x="713" y="7"/>
                </a:lnTo>
                <a:lnTo>
                  <a:pt x="688" y="10"/>
                </a:lnTo>
                <a:lnTo>
                  <a:pt x="663" y="13"/>
                </a:lnTo>
                <a:lnTo>
                  <a:pt x="638" y="17"/>
                </a:lnTo>
                <a:lnTo>
                  <a:pt x="613" y="21"/>
                </a:lnTo>
                <a:lnTo>
                  <a:pt x="589" y="26"/>
                </a:lnTo>
                <a:lnTo>
                  <a:pt x="565" y="31"/>
                </a:lnTo>
                <a:lnTo>
                  <a:pt x="540" y="37"/>
                </a:lnTo>
                <a:lnTo>
                  <a:pt x="517" y="43"/>
                </a:lnTo>
                <a:lnTo>
                  <a:pt x="493" y="50"/>
                </a:lnTo>
                <a:lnTo>
                  <a:pt x="470" y="58"/>
                </a:lnTo>
                <a:lnTo>
                  <a:pt x="447" y="66"/>
                </a:lnTo>
                <a:lnTo>
                  <a:pt x="425" y="74"/>
                </a:lnTo>
                <a:lnTo>
                  <a:pt x="402" y="84"/>
                </a:lnTo>
                <a:lnTo>
                  <a:pt x="380" y="93"/>
                </a:lnTo>
                <a:lnTo>
                  <a:pt x="358" y="103"/>
                </a:lnTo>
                <a:lnTo>
                  <a:pt x="338" y="114"/>
                </a:lnTo>
                <a:lnTo>
                  <a:pt x="317" y="125"/>
                </a:lnTo>
                <a:lnTo>
                  <a:pt x="297" y="136"/>
                </a:lnTo>
                <a:lnTo>
                  <a:pt x="278" y="148"/>
                </a:lnTo>
                <a:lnTo>
                  <a:pt x="259" y="160"/>
                </a:lnTo>
                <a:lnTo>
                  <a:pt x="241" y="173"/>
                </a:lnTo>
                <a:lnTo>
                  <a:pt x="223" y="186"/>
                </a:lnTo>
                <a:lnTo>
                  <a:pt x="206" y="199"/>
                </a:lnTo>
                <a:lnTo>
                  <a:pt x="189" y="213"/>
                </a:lnTo>
                <a:lnTo>
                  <a:pt x="174" y="227"/>
                </a:lnTo>
                <a:lnTo>
                  <a:pt x="158" y="242"/>
                </a:lnTo>
                <a:lnTo>
                  <a:pt x="144" y="257"/>
                </a:lnTo>
                <a:lnTo>
                  <a:pt x="130" y="272"/>
                </a:lnTo>
                <a:lnTo>
                  <a:pt x="116" y="288"/>
                </a:lnTo>
                <a:lnTo>
                  <a:pt x="104" y="304"/>
                </a:lnTo>
                <a:lnTo>
                  <a:pt x="92" y="320"/>
                </a:lnTo>
                <a:lnTo>
                  <a:pt x="81" y="336"/>
                </a:lnTo>
                <a:lnTo>
                  <a:pt x="70" y="353"/>
                </a:lnTo>
                <a:lnTo>
                  <a:pt x="60" y="370"/>
                </a:lnTo>
                <a:lnTo>
                  <a:pt x="51" y="387"/>
                </a:lnTo>
                <a:lnTo>
                  <a:pt x="43" y="404"/>
                </a:lnTo>
                <a:lnTo>
                  <a:pt x="36" y="421"/>
                </a:lnTo>
                <a:lnTo>
                  <a:pt x="29" y="439"/>
                </a:lnTo>
                <a:lnTo>
                  <a:pt x="23" y="457"/>
                </a:lnTo>
                <a:lnTo>
                  <a:pt x="18" y="475"/>
                </a:lnTo>
                <a:lnTo>
                  <a:pt x="13" y="492"/>
                </a:lnTo>
                <a:lnTo>
                  <a:pt x="10" y="511"/>
                </a:lnTo>
                <a:lnTo>
                  <a:pt x="7" y="529"/>
                </a:lnTo>
                <a:lnTo>
                  <a:pt x="5" y="547"/>
                </a:lnTo>
                <a:lnTo>
                  <a:pt x="4" y="565"/>
                </a:lnTo>
                <a:lnTo>
                  <a:pt x="3" y="583"/>
                </a:lnTo>
                <a:lnTo>
                  <a:pt x="4" y="602"/>
                </a:lnTo>
                <a:lnTo>
                  <a:pt x="5" y="620"/>
                </a:lnTo>
                <a:lnTo>
                  <a:pt x="7" y="638"/>
                </a:lnTo>
                <a:lnTo>
                  <a:pt x="10" y="656"/>
                </a:lnTo>
                <a:lnTo>
                  <a:pt x="13" y="674"/>
                </a:lnTo>
                <a:lnTo>
                  <a:pt x="18" y="692"/>
                </a:lnTo>
                <a:lnTo>
                  <a:pt x="23" y="710"/>
                </a:lnTo>
                <a:lnTo>
                  <a:pt x="29" y="728"/>
                </a:lnTo>
                <a:lnTo>
                  <a:pt x="36" y="745"/>
                </a:lnTo>
                <a:lnTo>
                  <a:pt x="43" y="763"/>
                </a:lnTo>
                <a:lnTo>
                  <a:pt x="51" y="780"/>
                </a:lnTo>
                <a:lnTo>
                  <a:pt x="60" y="797"/>
                </a:lnTo>
                <a:lnTo>
                  <a:pt x="70" y="814"/>
                </a:lnTo>
                <a:lnTo>
                  <a:pt x="81" y="831"/>
                </a:lnTo>
                <a:lnTo>
                  <a:pt x="92" y="847"/>
                </a:lnTo>
                <a:lnTo>
                  <a:pt x="104" y="863"/>
                </a:lnTo>
                <a:lnTo>
                  <a:pt x="116" y="879"/>
                </a:lnTo>
                <a:lnTo>
                  <a:pt x="130" y="894"/>
                </a:lnTo>
                <a:lnTo>
                  <a:pt x="144" y="910"/>
                </a:lnTo>
                <a:lnTo>
                  <a:pt x="158" y="925"/>
                </a:lnTo>
                <a:lnTo>
                  <a:pt x="174" y="939"/>
                </a:lnTo>
                <a:lnTo>
                  <a:pt x="189" y="953"/>
                </a:lnTo>
                <a:lnTo>
                  <a:pt x="206" y="967"/>
                </a:lnTo>
                <a:lnTo>
                  <a:pt x="223" y="981"/>
                </a:lnTo>
                <a:lnTo>
                  <a:pt x="241" y="994"/>
                </a:lnTo>
                <a:lnTo>
                  <a:pt x="259" y="1007"/>
                </a:lnTo>
                <a:lnTo>
                  <a:pt x="278" y="1019"/>
                </a:lnTo>
                <a:lnTo>
                  <a:pt x="297" y="1031"/>
                </a:lnTo>
                <a:lnTo>
                  <a:pt x="317" y="1042"/>
                </a:lnTo>
                <a:lnTo>
                  <a:pt x="338" y="1053"/>
                </a:lnTo>
                <a:lnTo>
                  <a:pt x="358" y="1064"/>
                </a:lnTo>
                <a:lnTo>
                  <a:pt x="380" y="1074"/>
                </a:lnTo>
                <a:lnTo>
                  <a:pt x="402" y="1083"/>
                </a:lnTo>
                <a:lnTo>
                  <a:pt x="425" y="1092"/>
                </a:lnTo>
                <a:lnTo>
                  <a:pt x="447" y="1101"/>
                </a:lnTo>
                <a:lnTo>
                  <a:pt x="470" y="1109"/>
                </a:lnTo>
                <a:lnTo>
                  <a:pt x="493" y="1116"/>
                </a:lnTo>
                <a:lnTo>
                  <a:pt x="517" y="1123"/>
                </a:lnTo>
                <a:lnTo>
                  <a:pt x="540" y="1130"/>
                </a:lnTo>
                <a:lnTo>
                  <a:pt x="565" y="1136"/>
                </a:lnTo>
                <a:lnTo>
                  <a:pt x="589" y="1141"/>
                </a:lnTo>
                <a:lnTo>
                  <a:pt x="613" y="1146"/>
                </a:lnTo>
                <a:lnTo>
                  <a:pt x="638" y="1151"/>
                </a:lnTo>
                <a:lnTo>
                  <a:pt x="663" y="1155"/>
                </a:lnTo>
                <a:lnTo>
                  <a:pt x="688" y="1158"/>
                </a:lnTo>
                <a:lnTo>
                  <a:pt x="713" y="1160"/>
                </a:lnTo>
                <a:lnTo>
                  <a:pt x="739" y="1162"/>
                </a:lnTo>
                <a:lnTo>
                  <a:pt x="764" y="1164"/>
                </a:lnTo>
                <a:lnTo>
                  <a:pt x="789" y="1165"/>
                </a:lnTo>
                <a:lnTo>
                  <a:pt x="815" y="1165"/>
                </a:lnTo>
                <a:lnTo>
                  <a:pt x="840" y="1165"/>
                </a:lnTo>
                <a:lnTo>
                  <a:pt x="866" y="1164"/>
                </a:lnTo>
                <a:lnTo>
                  <a:pt x="891" y="1162"/>
                </a:lnTo>
                <a:lnTo>
                  <a:pt x="917" y="1160"/>
                </a:lnTo>
                <a:lnTo>
                  <a:pt x="942" y="1158"/>
                </a:lnTo>
                <a:lnTo>
                  <a:pt x="967" y="1155"/>
                </a:lnTo>
                <a:lnTo>
                  <a:pt x="992" y="1151"/>
                </a:lnTo>
                <a:lnTo>
                  <a:pt x="1017" y="1146"/>
                </a:lnTo>
                <a:lnTo>
                  <a:pt x="1041" y="1141"/>
                </a:lnTo>
                <a:lnTo>
                  <a:pt x="1065" y="1136"/>
                </a:lnTo>
                <a:lnTo>
                  <a:pt x="1089" y="1130"/>
                </a:lnTo>
                <a:lnTo>
                  <a:pt x="1113" y="1123"/>
                </a:lnTo>
                <a:lnTo>
                  <a:pt x="1137" y="1116"/>
                </a:lnTo>
                <a:lnTo>
                  <a:pt x="1160" y="1109"/>
                </a:lnTo>
                <a:lnTo>
                  <a:pt x="1183" y="1101"/>
                </a:lnTo>
                <a:lnTo>
                  <a:pt x="1205" y="1092"/>
                </a:lnTo>
                <a:lnTo>
                  <a:pt x="1228" y="1083"/>
                </a:lnTo>
                <a:lnTo>
                  <a:pt x="1249" y="1074"/>
                </a:lnTo>
                <a:lnTo>
                  <a:pt x="1270" y="1064"/>
                </a:lnTo>
                <a:lnTo>
                  <a:pt x="1291" y="1053"/>
                </a:lnTo>
                <a:lnTo>
                  <a:pt x="1312" y="1042"/>
                </a:lnTo>
                <a:lnTo>
                  <a:pt x="1332" y="1031"/>
                </a:lnTo>
                <a:lnTo>
                  <a:pt x="1351" y="1019"/>
                </a:lnTo>
                <a:lnTo>
                  <a:pt x="1370" y="1007"/>
                </a:lnTo>
                <a:lnTo>
                  <a:pt x="1388" y="994"/>
                </a:lnTo>
                <a:lnTo>
                  <a:pt x="1406" y="981"/>
                </a:lnTo>
                <a:lnTo>
                  <a:pt x="1423" y="967"/>
                </a:lnTo>
                <a:lnTo>
                  <a:pt x="1439" y="953"/>
                </a:lnTo>
                <a:lnTo>
                  <a:pt x="1455" y="939"/>
                </a:lnTo>
                <a:lnTo>
                  <a:pt x="1471" y="925"/>
                </a:lnTo>
                <a:lnTo>
                  <a:pt x="1485" y="910"/>
                </a:lnTo>
                <a:lnTo>
                  <a:pt x="1499" y="894"/>
                </a:lnTo>
                <a:lnTo>
                  <a:pt x="1513" y="879"/>
                </a:lnTo>
                <a:lnTo>
                  <a:pt x="1525" y="863"/>
                </a:lnTo>
                <a:lnTo>
                  <a:pt x="1537" y="847"/>
                </a:lnTo>
                <a:lnTo>
                  <a:pt x="1548" y="831"/>
                </a:lnTo>
                <a:lnTo>
                  <a:pt x="1559" y="814"/>
                </a:lnTo>
                <a:lnTo>
                  <a:pt x="1568" y="797"/>
                </a:lnTo>
                <a:lnTo>
                  <a:pt x="1577" y="780"/>
                </a:lnTo>
                <a:lnTo>
                  <a:pt x="1586" y="763"/>
                </a:lnTo>
                <a:lnTo>
                  <a:pt x="1593" y="745"/>
                </a:lnTo>
                <a:lnTo>
                  <a:pt x="1600" y="728"/>
                </a:lnTo>
                <a:lnTo>
                  <a:pt x="1606" y="710"/>
                </a:lnTo>
                <a:lnTo>
                  <a:pt x="1611" y="692"/>
                </a:lnTo>
                <a:lnTo>
                  <a:pt x="1615" y="674"/>
                </a:lnTo>
                <a:lnTo>
                  <a:pt x="1619" y="656"/>
                </a:lnTo>
                <a:lnTo>
                  <a:pt x="1622" y="638"/>
                </a:lnTo>
                <a:lnTo>
                  <a:pt x="1624" y="620"/>
                </a:lnTo>
                <a:lnTo>
                  <a:pt x="1625" y="602"/>
                </a:lnTo>
                <a:lnTo>
                  <a:pt x="1625" y="583"/>
                </a:lnTo>
                <a:moveTo>
                  <a:pt x="1629" y="583"/>
                </a:moveTo>
                <a:lnTo>
                  <a:pt x="1629" y="602"/>
                </a:lnTo>
                <a:lnTo>
                  <a:pt x="1628" y="620"/>
                </a:lnTo>
                <a:lnTo>
                  <a:pt x="1626" y="638"/>
                </a:lnTo>
                <a:lnTo>
                  <a:pt x="1623" y="656"/>
                </a:lnTo>
                <a:lnTo>
                  <a:pt x="1619" y="675"/>
                </a:lnTo>
                <a:lnTo>
                  <a:pt x="1615" y="693"/>
                </a:lnTo>
                <a:lnTo>
                  <a:pt x="1610" y="711"/>
                </a:lnTo>
                <a:lnTo>
                  <a:pt x="1604" y="728"/>
                </a:lnTo>
                <a:lnTo>
                  <a:pt x="1597" y="746"/>
                </a:lnTo>
                <a:lnTo>
                  <a:pt x="1589" y="764"/>
                </a:lnTo>
                <a:lnTo>
                  <a:pt x="1581" y="781"/>
                </a:lnTo>
                <a:lnTo>
                  <a:pt x="1572" y="798"/>
                </a:lnTo>
                <a:lnTo>
                  <a:pt x="1562" y="815"/>
                </a:lnTo>
                <a:lnTo>
                  <a:pt x="1552" y="832"/>
                </a:lnTo>
                <a:lnTo>
                  <a:pt x="1541" y="848"/>
                </a:lnTo>
                <a:lnTo>
                  <a:pt x="1529" y="864"/>
                </a:lnTo>
                <a:lnTo>
                  <a:pt x="1516" y="880"/>
                </a:lnTo>
                <a:lnTo>
                  <a:pt x="1503" y="896"/>
                </a:lnTo>
                <a:lnTo>
                  <a:pt x="1488" y="911"/>
                </a:lnTo>
                <a:lnTo>
                  <a:pt x="1474" y="926"/>
                </a:lnTo>
                <a:lnTo>
                  <a:pt x="1458" y="941"/>
                </a:lnTo>
                <a:lnTo>
                  <a:pt x="1442" y="955"/>
                </a:lnTo>
                <a:lnTo>
                  <a:pt x="1426" y="969"/>
                </a:lnTo>
                <a:lnTo>
                  <a:pt x="1409" y="983"/>
                </a:lnTo>
                <a:lnTo>
                  <a:pt x="1391" y="996"/>
                </a:lnTo>
                <a:lnTo>
                  <a:pt x="1372" y="1009"/>
                </a:lnTo>
                <a:lnTo>
                  <a:pt x="1353" y="1021"/>
                </a:lnTo>
                <a:lnTo>
                  <a:pt x="1334" y="1033"/>
                </a:lnTo>
                <a:lnTo>
                  <a:pt x="1314" y="1044"/>
                </a:lnTo>
                <a:lnTo>
                  <a:pt x="1294" y="1055"/>
                </a:lnTo>
                <a:lnTo>
                  <a:pt x="1273" y="1066"/>
                </a:lnTo>
                <a:lnTo>
                  <a:pt x="1251" y="1076"/>
                </a:lnTo>
                <a:lnTo>
                  <a:pt x="1229" y="1085"/>
                </a:lnTo>
                <a:lnTo>
                  <a:pt x="1207" y="1095"/>
                </a:lnTo>
                <a:lnTo>
                  <a:pt x="1185" y="1103"/>
                </a:lnTo>
                <a:lnTo>
                  <a:pt x="1162" y="1111"/>
                </a:lnTo>
                <a:lnTo>
                  <a:pt x="1138" y="1119"/>
                </a:lnTo>
                <a:lnTo>
                  <a:pt x="1115" y="1126"/>
                </a:lnTo>
                <a:lnTo>
                  <a:pt x="1091" y="1132"/>
                </a:lnTo>
                <a:lnTo>
                  <a:pt x="1067" y="1138"/>
                </a:lnTo>
                <a:lnTo>
                  <a:pt x="1042" y="1144"/>
                </a:lnTo>
                <a:lnTo>
                  <a:pt x="1017" y="1148"/>
                </a:lnTo>
                <a:lnTo>
                  <a:pt x="993" y="1154"/>
                </a:lnTo>
                <a:lnTo>
                  <a:pt x="968" y="1157"/>
                </a:lnTo>
                <a:lnTo>
                  <a:pt x="942" y="1161"/>
                </a:lnTo>
                <a:lnTo>
                  <a:pt x="917" y="1163"/>
                </a:lnTo>
                <a:lnTo>
                  <a:pt x="892" y="1165"/>
                </a:lnTo>
                <a:lnTo>
                  <a:pt x="866" y="1167"/>
                </a:lnTo>
                <a:lnTo>
                  <a:pt x="841" y="1167"/>
                </a:lnTo>
                <a:lnTo>
                  <a:pt x="815" y="1168"/>
                </a:lnTo>
                <a:lnTo>
                  <a:pt x="789" y="1167"/>
                </a:lnTo>
                <a:lnTo>
                  <a:pt x="764" y="1167"/>
                </a:lnTo>
                <a:lnTo>
                  <a:pt x="738" y="1165"/>
                </a:lnTo>
                <a:lnTo>
                  <a:pt x="713" y="1163"/>
                </a:lnTo>
                <a:lnTo>
                  <a:pt x="688" y="1161"/>
                </a:lnTo>
                <a:lnTo>
                  <a:pt x="662" y="1157"/>
                </a:lnTo>
                <a:lnTo>
                  <a:pt x="637" y="1154"/>
                </a:lnTo>
                <a:lnTo>
                  <a:pt x="612" y="1148"/>
                </a:lnTo>
                <a:lnTo>
                  <a:pt x="588" y="1144"/>
                </a:lnTo>
                <a:lnTo>
                  <a:pt x="563" y="1138"/>
                </a:lnTo>
                <a:lnTo>
                  <a:pt x="539" y="1132"/>
                </a:lnTo>
                <a:lnTo>
                  <a:pt x="515" y="1126"/>
                </a:lnTo>
                <a:lnTo>
                  <a:pt x="492" y="1119"/>
                </a:lnTo>
                <a:lnTo>
                  <a:pt x="468" y="1111"/>
                </a:lnTo>
                <a:lnTo>
                  <a:pt x="445" y="1103"/>
                </a:lnTo>
                <a:lnTo>
                  <a:pt x="423" y="1095"/>
                </a:lnTo>
                <a:lnTo>
                  <a:pt x="400" y="1085"/>
                </a:lnTo>
                <a:lnTo>
                  <a:pt x="378" y="1076"/>
                </a:lnTo>
                <a:lnTo>
                  <a:pt x="356" y="1066"/>
                </a:lnTo>
                <a:lnTo>
                  <a:pt x="335" y="1055"/>
                </a:lnTo>
                <a:lnTo>
                  <a:pt x="315" y="1044"/>
                </a:lnTo>
                <a:lnTo>
                  <a:pt x="295" y="1033"/>
                </a:lnTo>
                <a:lnTo>
                  <a:pt x="275" y="1021"/>
                </a:lnTo>
                <a:lnTo>
                  <a:pt x="256" y="1009"/>
                </a:lnTo>
                <a:lnTo>
                  <a:pt x="238" y="996"/>
                </a:lnTo>
                <a:lnTo>
                  <a:pt x="220" y="983"/>
                </a:lnTo>
                <a:lnTo>
                  <a:pt x="203" y="969"/>
                </a:lnTo>
                <a:lnTo>
                  <a:pt x="186" y="955"/>
                </a:lnTo>
                <a:lnTo>
                  <a:pt x="170" y="941"/>
                </a:lnTo>
                <a:lnTo>
                  <a:pt x="155" y="926"/>
                </a:lnTo>
                <a:lnTo>
                  <a:pt x="140" y="911"/>
                </a:lnTo>
                <a:lnTo>
                  <a:pt x="126" y="896"/>
                </a:lnTo>
                <a:lnTo>
                  <a:pt x="113" y="880"/>
                </a:lnTo>
                <a:lnTo>
                  <a:pt x="100" y="864"/>
                </a:lnTo>
                <a:lnTo>
                  <a:pt x="88" y="848"/>
                </a:lnTo>
                <a:lnTo>
                  <a:pt x="77" y="832"/>
                </a:lnTo>
                <a:lnTo>
                  <a:pt x="67" y="815"/>
                </a:lnTo>
                <a:lnTo>
                  <a:pt x="57" y="798"/>
                </a:lnTo>
                <a:lnTo>
                  <a:pt x="48" y="781"/>
                </a:lnTo>
                <a:lnTo>
                  <a:pt x="39" y="764"/>
                </a:lnTo>
                <a:lnTo>
                  <a:pt x="32" y="746"/>
                </a:lnTo>
                <a:lnTo>
                  <a:pt x="25" y="728"/>
                </a:lnTo>
                <a:lnTo>
                  <a:pt x="19" y="711"/>
                </a:lnTo>
                <a:lnTo>
                  <a:pt x="14" y="693"/>
                </a:lnTo>
                <a:lnTo>
                  <a:pt x="10" y="675"/>
                </a:lnTo>
                <a:lnTo>
                  <a:pt x="6" y="656"/>
                </a:lnTo>
                <a:lnTo>
                  <a:pt x="3" y="638"/>
                </a:lnTo>
                <a:lnTo>
                  <a:pt x="1" y="620"/>
                </a:lnTo>
                <a:lnTo>
                  <a:pt x="0" y="602"/>
                </a:lnTo>
                <a:lnTo>
                  <a:pt x="0" y="583"/>
                </a:lnTo>
                <a:lnTo>
                  <a:pt x="0" y="565"/>
                </a:lnTo>
                <a:lnTo>
                  <a:pt x="1" y="547"/>
                </a:lnTo>
                <a:lnTo>
                  <a:pt x="3" y="528"/>
                </a:lnTo>
                <a:lnTo>
                  <a:pt x="6" y="510"/>
                </a:lnTo>
                <a:lnTo>
                  <a:pt x="10" y="492"/>
                </a:lnTo>
                <a:lnTo>
                  <a:pt x="14" y="474"/>
                </a:lnTo>
                <a:lnTo>
                  <a:pt x="19" y="456"/>
                </a:lnTo>
                <a:lnTo>
                  <a:pt x="25" y="438"/>
                </a:lnTo>
                <a:lnTo>
                  <a:pt x="32" y="421"/>
                </a:lnTo>
                <a:lnTo>
                  <a:pt x="39" y="403"/>
                </a:lnTo>
                <a:lnTo>
                  <a:pt x="48" y="386"/>
                </a:lnTo>
                <a:lnTo>
                  <a:pt x="57" y="369"/>
                </a:lnTo>
                <a:lnTo>
                  <a:pt x="67" y="352"/>
                </a:lnTo>
                <a:lnTo>
                  <a:pt x="77" y="335"/>
                </a:lnTo>
                <a:lnTo>
                  <a:pt x="88" y="318"/>
                </a:lnTo>
                <a:lnTo>
                  <a:pt x="100" y="302"/>
                </a:lnTo>
                <a:lnTo>
                  <a:pt x="113" y="286"/>
                </a:lnTo>
                <a:lnTo>
                  <a:pt x="126" y="271"/>
                </a:lnTo>
                <a:lnTo>
                  <a:pt x="140" y="255"/>
                </a:lnTo>
                <a:lnTo>
                  <a:pt x="155" y="240"/>
                </a:lnTo>
                <a:lnTo>
                  <a:pt x="170" y="226"/>
                </a:lnTo>
                <a:lnTo>
                  <a:pt x="186" y="211"/>
                </a:lnTo>
                <a:lnTo>
                  <a:pt x="203" y="197"/>
                </a:lnTo>
                <a:lnTo>
                  <a:pt x="220" y="184"/>
                </a:lnTo>
                <a:lnTo>
                  <a:pt x="238" y="171"/>
                </a:lnTo>
                <a:lnTo>
                  <a:pt x="256" y="158"/>
                </a:lnTo>
                <a:lnTo>
                  <a:pt x="275" y="146"/>
                </a:lnTo>
                <a:lnTo>
                  <a:pt x="295" y="134"/>
                </a:lnTo>
                <a:lnTo>
                  <a:pt x="315" y="122"/>
                </a:lnTo>
                <a:lnTo>
                  <a:pt x="335" y="111"/>
                </a:lnTo>
                <a:lnTo>
                  <a:pt x="356" y="101"/>
                </a:lnTo>
                <a:lnTo>
                  <a:pt x="378" y="91"/>
                </a:lnTo>
                <a:lnTo>
                  <a:pt x="400" y="81"/>
                </a:lnTo>
                <a:lnTo>
                  <a:pt x="423" y="72"/>
                </a:lnTo>
                <a:lnTo>
                  <a:pt x="445" y="63"/>
                </a:lnTo>
                <a:lnTo>
                  <a:pt x="468" y="55"/>
                </a:lnTo>
                <a:lnTo>
                  <a:pt x="492" y="48"/>
                </a:lnTo>
                <a:lnTo>
                  <a:pt x="515" y="41"/>
                </a:lnTo>
                <a:lnTo>
                  <a:pt x="539" y="34"/>
                </a:lnTo>
                <a:lnTo>
                  <a:pt x="563" y="28"/>
                </a:lnTo>
                <a:lnTo>
                  <a:pt x="588" y="23"/>
                </a:lnTo>
                <a:lnTo>
                  <a:pt x="612" y="18"/>
                </a:lnTo>
                <a:lnTo>
                  <a:pt x="637" y="14"/>
                </a:lnTo>
                <a:lnTo>
                  <a:pt x="662" y="10"/>
                </a:lnTo>
                <a:lnTo>
                  <a:pt x="688" y="7"/>
                </a:lnTo>
                <a:lnTo>
                  <a:pt x="713" y="4"/>
                </a:lnTo>
                <a:lnTo>
                  <a:pt x="738" y="2"/>
                </a:lnTo>
                <a:lnTo>
                  <a:pt x="764" y="1"/>
                </a:lnTo>
                <a:lnTo>
                  <a:pt x="789" y="0"/>
                </a:lnTo>
                <a:lnTo>
                  <a:pt x="815" y="0"/>
                </a:lnTo>
                <a:lnTo>
                  <a:pt x="841" y="0"/>
                </a:lnTo>
                <a:lnTo>
                  <a:pt x="866" y="1"/>
                </a:lnTo>
                <a:lnTo>
                  <a:pt x="892" y="2"/>
                </a:lnTo>
                <a:lnTo>
                  <a:pt x="917" y="4"/>
                </a:lnTo>
                <a:lnTo>
                  <a:pt x="942" y="7"/>
                </a:lnTo>
                <a:lnTo>
                  <a:pt x="968" y="10"/>
                </a:lnTo>
                <a:lnTo>
                  <a:pt x="993" y="14"/>
                </a:lnTo>
                <a:lnTo>
                  <a:pt x="1017" y="18"/>
                </a:lnTo>
                <a:lnTo>
                  <a:pt x="1042" y="23"/>
                </a:lnTo>
                <a:lnTo>
                  <a:pt x="1067" y="28"/>
                </a:lnTo>
                <a:lnTo>
                  <a:pt x="1091" y="34"/>
                </a:lnTo>
                <a:lnTo>
                  <a:pt x="1115" y="41"/>
                </a:lnTo>
                <a:lnTo>
                  <a:pt x="1138" y="48"/>
                </a:lnTo>
                <a:lnTo>
                  <a:pt x="1162" y="55"/>
                </a:lnTo>
                <a:lnTo>
                  <a:pt x="1185" y="63"/>
                </a:lnTo>
                <a:lnTo>
                  <a:pt x="1207" y="72"/>
                </a:lnTo>
                <a:lnTo>
                  <a:pt x="1229" y="81"/>
                </a:lnTo>
                <a:lnTo>
                  <a:pt x="1251" y="91"/>
                </a:lnTo>
                <a:lnTo>
                  <a:pt x="1273" y="101"/>
                </a:lnTo>
                <a:lnTo>
                  <a:pt x="1294" y="111"/>
                </a:lnTo>
                <a:lnTo>
                  <a:pt x="1314" y="122"/>
                </a:lnTo>
                <a:lnTo>
                  <a:pt x="1334" y="134"/>
                </a:lnTo>
                <a:lnTo>
                  <a:pt x="1353" y="146"/>
                </a:lnTo>
                <a:lnTo>
                  <a:pt x="1372" y="158"/>
                </a:lnTo>
                <a:lnTo>
                  <a:pt x="1391" y="171"/>
                </a:lnTo>
                <a:lnTo>
                  <a:pt x="1409" y="184"/>
                </a:lnTo>
                <a:lnTo>
                  <a:pt x="1426" y="197"/>
                </a:lnTo>
                <a:lnTo>
                  <a:pt x="1442" y="211"/>
                </a:lnTo>
                <a:lnTo>
                  <a:pt x="1458" y="226"/>
                </a:lnTo>
                <a:lnTo>
                  <a:pt x="1474" y="240"/>
                </a:lnTo>
                <a:lnTo>
                  <a:pt x="1488" y="255"/>
                </a:lnTo>
                <a:lnTo>
                  <a:pt x="1503" y="271"/>
                </a:lnTo>
                <a:lnTo>
                  <a:pt x="1516" y="286"/>
                </a:lnTo>
                <a:lnTo>
                  <a:pt x="1529" y="302"/>
                </a:lnTo>
                <a:lnTo>
                  <a:pt x="1541" y="318"/>
                </a:lnTo>
                <a:lnTo>
                  <a:pt x="1552" y="335"/>
                </a:lnTo>
                <a:lnTo>
                  <a:pt x="1562" y="352"/>
                </a:lnTo>
                <a:lnTo>
                  <a:pt x="1572" y="369"/>
                </a:lnTo>
                <a:lnTo>
                  <a:pt x="1581" y="386"/>
                </a:lnTo>
                <a:lnTo>
                  <a:pt x="1589" y="403"/>
                </a:lnTo>
                <a:lnTo>
                  <a:pt x="1597" y="421"/>
                </a:lnTo>
                <a:lnTo>
                  <a:pt x="1604" y="438"/>
                </a:lnTo>
                <a:lnTo>
                  <a:pt x="1610" y="456"/>
                </a:lnTo>
                <a:lnTo>
                  <a:pt x="1615" y="474"/>
                </a:lnTo>
                <a:lnTo>
                  <a:pt x="1619" y="492"/>
                </a:lnTo>
                <a:lnTo>
                  <a:pt x="1623" y="510"/>
                </a:lnTo>
                <a:lnTo>
                  <a:pt x="1626" y="528"/>
                </a:lnTo>
                <a:lnTo>
                  <a:pt x="1628" y="547"/>
                </a:lnTo>
                <a:lnTo>
                  <a:pt x="1629" y="565"/>
                </a:lnTo>
                <a:lnTo>
                  <a:pt x="1629" y="583"/>
                </a:lnTo>
                <a:close/>
              </a:path>
            </a:pathLst>
          </a:custGeom>
          <a:solidFill>
            <a:srgbClr val="ffa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8" name=""/>
          <p:cNvSpPr/>
          <p:nvPr/>
        </p:nvSpPr>
        <p:spPr>
          <a:xfrm>
            <a:off x="7766640" y="2732040"/>
            <a:ext cx="592200" cy="424440"/>
          </a:xfrm>
          <a:custGeom>
            <a:avLst/>
            <a:gdLst/>
            <a:ahLst/>
            <a:rect l="0" t="0" r="r" b="b"/>
            <a:pathLst>
              <a:path w="1645" h="1179">
                <a:moveTo>
                  <a:pt x="1637" y="590"/>
                </a:moveTo>
                <a:lnTo>
                  <a:pt x="1637" y="572"/>
                </a:lnTo>
                <a:lnTo>
                  <a:pt x="1636" y="554"/>
                </a:lnTo>
                <a:lnTo>
                  <a:pt x="1634" y="535"/>
                </a:lnTo>
                <a:lnTo>
                  <a:pt x="1631" y="517"/>
                </a:lnTo>
                <a:lnTo>
                  <a:pt x="1627" y="499"/>
                </a:lnTo>
                <a:lnTo>
                  <a:pt x="1623" y="481"/>
                </a:lnTo>
                <a:lnTo>
                  <a:pt x="1618" y="463"/>
                </a:lnTo>
                <a:lnTo>
                  <a:pt x="1612" y="445"/>
                </a:lnTo>
                <a:lnTo>
                  <a:pt x="1605" y="428"/>
                </a:lnTo>
                <a:lnTo>
                  <a:pt x="1597" y="410"/>
                </a:lnTo>
                <a:lnTo>
                  <a:pt x="1589" y="393"/>
                </a:lnTo>
                <a:lnTo>
                  <a:pt x="1580" y="376"/>
                </a:lnTo>
                <a:lnTo>
                  <a:pt x="1570" y="359"/>
                </a:lnTo>
                <a:lnTo>
                  <a:pt x="1560" y="342"/>
                </a:lnTo>
                <a:lnTo>
                  <a:pt x="1549" y="325"/>
                </a:lnTo>
                <a:lnTo>
                  <a:pt x="1537" y="309"/>
                </a:lnTo>
                <a:lnTo>
                  <a:pt x="1524" y="293"/>
                </a:lnTo>
                <a:lnTo>
                  <a:pt x="1511" y="278"/>
                </a:lnTo>
                <a:lnTo>
                  <a:pt x="1496" y="262"/>
                </a:lnTo>
                <a:lnTo>
                  <a:pt x="1482" y="247"/>
                </a:lnTo>
                <a:lnTo>
                  <a:pt x="1466" y="233"/>
                </a:lnTo>
                <a:lnTo>
                  <a:pt x="1450" y="218"/>
                </a:lnTo>
                <a:lnTo>
                  <a:pt x="1434" y="204"/>
                </a:lnTo>
                <a:lnTo>
                  <a:pt x="1417" y="191"/>
                </a:lnTo>
                <a:lnTo>
                  <a:pt x="1399" y="178"/>
                </a:lnTo>
                <a:lnTo>
                  <a:pt x="1380" y="165"/>
                </a:lnTo>
                <a:lnTo>
                  <a:pt x="1361" y="153"/>
                </a:lnTo>
                <a:lnTo>
                  <a:pt x="1342" y="141"/>
                </a:lnTo>
                <a:lnTo>
                  <a:pt x="1322" y="129"/>
                </a:lnTo>
                <a:lnTo>
                  <a:pt x="1302" y="118"/>
                </a:lnTo>
                <a:lnTo>
                  <a:pt x="1281" y="108"/>
                </a:lnTo>
                <a:lnTo>
                  <a:pt x="1259" y="98"/>
                </a:lnTo>
                <a:lnTo>
                  <a:pt x="1237" y="88"/>
                </a:lnTo>
                <a:lnTo>
                  <a:pt x="1215" y="79"/>
                </a:lnTo>
                <a:lnTo>
                  <a:pt x="1193" y="70"/>
                </a:lnTo>
                <a:lnTo>
                  <a:pt x="1170" y="61"/>
                </a:lnTo>
                <a:lnTo>
                  <a:pt x="1146" y="54"/>
                </a:lnTo>
                <a:lnTo>
                  <a:pt x="1123" y="47"/>
                </a:lnTo>
                <a:lnTo>
                  <a:pt x="1099" y="40"/>
                </a:lnTo>
                <a:lnTo>
                  <a:pt x="1075" y="34"/>
                </a:lnTo>
                <a:lnTo>
                  <a:pt x="1050" y="29"/>
                </a:lnTo>
                <a:lnTo>
                  <a:pt x="1025" y="24"/>
                </a:lnTo>
                <a:lnTo>
                  <a:pt x="1001" y="20"/>
                </a:lnTo>
                <a:lnTo>
                  <a:pt x="976" y="16"/>
                </a:lnTo>
                <a:lnTo>
                  <a:pt x="950" y="13"/>
                </a:lnTo>
                <a:lnTo>
                  <a:pt x="925" y="10"/>
                </a:lnTo>
                <a:lnTo>
                  <a:pt x="900" y="8"/>
                </a:lnTo>
                <a:lnTo>
                  <a:pt x="874" y="7"/>
                </a:lnTo>
                <a:lnTo>
                  <a:pt x="849" y="6"/>
                </a:lnTo>
                <a:lnTo>
                  <a:pt x="823" y="6"/>
                </a:lnTo>
                <a:lnTo>
                  <a:pt x="797" y="6"/>
                </a:lnTo>
                <a:lnTo>
                  <a:pt x="772" y="7"/>
                </a:lnTo>
                <a:lnTo>
                  <a:pt x="746" y="8"/>
                </a:lnTo>
                <a:lnTo>
                  <a:pt x="721" y="10"/>
                </a:lnTo>
                <a:lnTo>
                  <a:pt x="696" y="13"/>
                </a:lnTo>
                <a:lnTo>
                  <a:pt x="670" y="16"/>
                </a:lnTo>
                <a:lnTo>
                  <a:pt x="645" y="20"/>
                </a:lnTo>
                <a:lnTo>
                  <a:pt x="619" y="24"/>
                </a:lnTo>
                <a:lnTo>
                  <a:pt x="595" y="29"/>
                </a:lnTo>
                <a:lnTo>
                  <a:pt x="570" y="34"/>
                </a:lnTo>
                <a:lnTo>
                  <a:pt x="546" y="40"/>
                </a:lnTo>
                <a:lnTo>
                  <a:pt x="522" y="47"/>
                </a:lnTo>
                <a:lnTo>
                  <a:pt x="499" y="54"/>
                </a:lnTo>
                <a:lnTo>
                  <a:pt x="475" y="61"/>
                </a:lnTo>
                <a:lnTo>
                  <a:pt x="452" y="70"/>
                </a:lnTo>
                <a:lnTo>
                  <a:pt x="430" y="79"/>
                </a:lnTo>
                <a:lnTo>
                  <a:pt x="407" y="88"/>
                </a:lnTo>
                <a:lnTo>
                  <a:pt x="386" y="98"/>
                </a:lnTo>
                <a:lnTo>
                  <a:pt x="364" y="108"/>
                </a:lnTo>
                <a:lnTo>
                  <a:pt x="343" y="118"/>
                </a:lnTo>
                <a:lnTo>
                  <a:pt x="323" y="129"/>
                </a:lnTo>
                <a:lnTo>
                  <a:pt x="303" y="141"/>
                </a:lnTo>
                <a:lnTo>
                  <a:pt x="283" y="153"/>
                </a:lnTo>
                <a:lnTo>
                  <a:pt x="264" y="165"/>
                </a:lnTo>
                <a:lnTo>
                  <a:pt x="246" y="178"/>
                </a:lnTo>
                <a:lnTo>
                  <a:pt x="228" y="191"/>
                </a:lnTo>
                <a:lnTo>
                  <a:pt x="211" y="204"/>
                </a:lnTo>
                <a:lnTo>
                  <a:pt x="194" y="218"/>
                </a:lnTo>
                <a:lnTo>
                  <a:pt x="178" y="233"/>
                </a:lnTo>
                <a:lnTo>
                  <a:pt x="163" y="247"/>
                </a:lnTo>
                <a:lnTo>
                  <a:pt x="148" y="262"/>
                </a:lnTo>
                <a:lnTo>
                  <a:pt x="134" y="278"/>
                </a:lnTo>
                <a:lnTo>
                  <a:pt x="121" y="293"/>
                </a:lnTo>
                <a:lnTo>
                  <a:pt x="108" y="309"/>
                </a:lnTo>
                <a:lnTo>
                  <a:pt x="96" y="325"/>
                </a:lnTo>
                <a:lnTo>
                  <a:pt x="85" y="342"/>
                </a:lnTo>
                <a:lnTo>
                  <a:pt x="75" y="359"/>
                </a:lnTo>
                <a:lnTo>
                  <a:pt x="65" y="376"/>
                </a:lnTo>
                <a:lnTo>
                  <a:pt x="56" y="393"/>
                </a:lnTo>
                <a:lnTo>
                  <a:pt x="47" y="410"/>
                </a:lnTo>
                <a:lnTo>
                  <a:pt x="40" y="428"/>
                </a:lnTo>
                <a:lnTo>
                  <a:pt x="33" y="445"/>
                </a:lnTo>
                <a:lnTo>
                  <a:pt x="27" y="463"/>
                </a:lnTo>
                <a:lnTo>
                  <a:pt x="22" y="481"/>
                </a:lnTo>
                <a:lnTo>
                  <a:pt x="18" y="499"/>
                </a:lnTo>
                <a:lnTo>
                  <a:pt x="14" y="517"/>
                </a:lnTo>
                <a:lnTo>
                  <a:pt x="11" y="535"/>
                </a:lnTo>
                <a:lnTo>
                  <a:pt x="9" y="554"/>
                </a:lnTo>
                <a:lnTo>
                  <a:pt x="8" y="572"/>
                </a:lnTo>
                <a:lnTo>
                  <a:pt x="8" y="590"/>
                </a:lnTo>
                <a:lnTo>
                  <a:pt x="8" y="609"/>
                </a:lnTo>
                <a:lnTo>
                  <a:pt x="9" y="627"/>
                </a:lnTo>
                <a:lnTo>
                  <a:pt x="11" y="645"/>
                </a:lnTo>
                <a:lnTo>
                  <a:pt x="14" y="663"/>
                </a:lnTo>
                <a:lnTo>
                  <a:pt x="18" y="682"/>
                </a:lnTo>
                <a:lnTo>
                  <a:pt x="22" y="700"/>
                </a:lnTo>
                <a:lnTo>
                  <a:pt x="27" y="718"/>
                </a:lnTo>
                <a:lnTo>
                  <a:pt x="33" y="735"/>
                </a:lnTo>
                <a:lnTo>
                  <a:pt x="40" y="753"/>
                </a:lnTo>
                <a:lnTo>
                  <a:pt x="47" y="771"/>
                </a:lnTo>
                <a:lnTo>
                  <a:pt x="56" y="788"/>
                </a:lnTo>
                <a:lnTo>
                  <a:pt x="65" y="805"/>
                </a:lnTo>
                <a:lnTo>
                  <a:pt x="75" y="822"/>
                </a:lnTo>
                <a:lnTo>
                  <a:pt x="85" y="839"/>
                </a:lnTo>
                <a:lnTo>
                  <a:pt x="96" y="855"/>
                </a:lnTo>
                <a:lnTo>
                  <a:pt x="108" y="871"/>
                </a:lnTo>
                <a:lnTo>
                  <a:pt x="121" y="887"/>
                </a:lnTo>
                <a:lnTo>
                  <a:pt x="134" y="903"/>
                </a:lnTo>
                <a:lnTo>
                  <a:pt x="148" y="918"/>
                </a:lnTo>
                <a:lnTo>
                  <a:pt x="163" y="933"/>
                </a:lnTo>
                <a:lnTo>
                  <a:pt x="178" y="948"/>
                </a:lnTo>
                <a:lnTo>
                  <a:pt x="194" y="962"/>
                </a:lnTo>
                <a:lnTo>
                  <a:pt x="211" y="976"/>
                </a:lnTo>
                <a:lnTo>
                  <a:pt x="228" y="990"/>
                </a:lnTo>
                <a:lnTo>
                  <a:pt x="246" y="1003"/>
                </a:lnTo>
                <a:lnTo>
                  <a:pt x="264" y="1016"/>
                </a:lnTo>
                <a:lnTo>
                  <a:pt x="283" y="1028"/>
                </a:lnTo>
                <a:lnTo>
                  <a:pt x="303" y="1040"/>
                </a:lnTo>
                <a:lnTo>
                  <a:pt x="323" y="1051"/>
                </a:lnTo>
                <a:lnTo>
                  <a:pt x="343" y="1062"/>
                </a:lnTo>
                <a:lnTo>
                  <a:pt x="364" y="1073"/>
                </a:lnTo>
                <a:lnTo>
                  <a:pt x="386" y="1083"/>
                </a:lnTo>
                <a:lnTo>
                  <a:pt x="407" y="1092"/>
                </a:lnTo>
                <a:lnTo>
                  <a:pt x="430" y="1102"/>
                </a:lnTo>
                <a:lnTo>
                  <a:pt x="452" y="1110"/>
                </a:lnTo>
                <a:lnTo>
                  <a:pt x="475" y="1118"/>
                </a:lnTo>
                <a:lnTo>
                  <a:pt x="499" y="1126"/>
                </a:lnTo>
                <a:lnTo>
                  <a:pt x="522" y="1133"/>
                </a:lnTo>
                <a:lnTo>
                  <a:pt x="546" y="1139"/>
                </a:lnTo>
                <a:lnTo>
                  <a:pt x="570" y="1145"/>
                </a:lnTo>
                <a:lnTo>
                  <a:pt x="595" y="1151"/>
                </a:lnTo>
                <a:lnTo>
                  <a:pt x="619" y="1155"/>
                </a:lnTo>
                <a:lnTo>
                  <a:pt x="645" y="1160"/>
                </a:lnTo>
                <a:lnTo>
                  <a:pt x="670" y="1163"/>
                </a:lnTo>
                <a:lnTo>
                  <a:pt x="696" y="1167"/>
                </a:lnTo>
                <a:lnTo>
                  <a:pt x="721" y="1169"/>
                </a:lnTo>
                <a:lnTo>
                  <a:pt x="746" y="1171"/>
                </a:lnTo>
                <a:lnTo>
                  <a:pt x="772" y="1173"/>
                </a:lnTo>
                <a:lnTo>
                  <a:pt x="797" y="1173"/>
                </a:lnTo>
                <a:lnTo>
                  <a:pt x="823" y="1174"/>
                </a:lnTo>
                <a:lnTo>
                  <a:pt x="849" y="1173"/>
                </a:lnTo>
                <a:lnTo>
                  <a:pt x="874" y="1173"/>
                </a:lnTo>
                <a:lnTo>
                  <a:pt x="900" y="1171"/>
                </a:lnTo>
                <a:lnTo>
                  <a:pt x="925" y="1169"/>
                </a:lnTo>
                <a:lnTo>
                  <a:pt x="950" y="1167"/>
                </a:lnTo>
                <a:lnTo>
                  <a:pt x="976" y="1163"/>
                </a:lnTo>
                <a:lnTo>
                  <a:pt x="1001" y="1160"/>
                </a:lnTo>
                <a:lnTo>
                  <a:pt x="1025" y="1155"/>
                </a:lnTo>
                <a:lnTo>
                  <a:pt x="1050" y="1151"/>
                </a:lnTo>
                <a:lnTo>
                  <a:pt x="1075" y="1145"/>
                </a:lnTo>
                <a:lnTo>
                  <a:pt x="1099" y="1139"/>
                </a:lnTo>
                <a:lnTo>
                  <a:pt x="1123" y="1133"/>
                </a:lnTo>
                <a:lnTo>
                  <a:pt x="1146" y="1126"/>
                </a:lnTo>
                <a:lnTo>
                  <a:pt x="1170" y="1118"/>
                </a:lnTo>
                <a:lnTo>
                  <a:pt x="1193" y="1110"/>
                </a:lnTo>
                <a:lnTo>
                  <a:pt x="1215" y="1102"/>
                </a:lnTo>
                <a:lnTo>
                  <a:pt x="1237" y="1092"/>
                </a:lnTo>
                <a:lnTo>
                  <a:pt x="1259" y="1083"/>
                </a:lnTo>
                <a:lnTo>
                  <a:pt x="1281" y="1073"/>
                </a:lnTo>
                <a:lnTo>
                  <a:pt x="1302" y="1062"/>
                </a:lnTo>
                <a:lnTo>
                  <a:pt x="1322" y="1051"/>
                </a:lnTo>
                <a:lnTo>
                  <a:pt x="1342" y="1040"/>
                </a:lnTo>
                <a:lnTo>
                  <a:pt x="1361" y="1028"/>
                </a:lnTo>
                <a:lnTo>
                  <a:pt x="1380" y="1016"/>
                </a:lnTo>
                <a:lnTo>
                  <a:pt x="1399" y="1003"/>
                </a:lnTo>
                <a:lnTo>
                  <a:pt x="1417" y="990"/>
                </a:lnTo>
                <a:lnTo>
                  <a:pt x="1434" y="976"/>
                </a:lnTo>
                <a:lnTo>
                  <a:pt x="1450" y="962"/>
                </a:lnTo>
                <a:lnTo>
                  <a:pt x="1466" y="948"/>
                </a:lnTo>
                <a:lnTo>
                  <a:pt x="1482" y="933"/>
                </a:lnTo>
                <a:lnTo>
                  <a:pt x="1496" y="918"/>
                </a:lnTo>
                <a:lnTo>
                  <a:pt x="1511" y="903"/>
                </a:lnTo>
                <a:lnTo>
                  <a:pt x="1524" y="887"/>
                </a:lnTo>
                <a:lnTo>
                  <a:pt x="1537" y="871"/>
                </a:lnTo>
                <a:lnTo>
                  <a:pt x="1549" y="855"/>
                </a:lnTo>
                <a:lnTo>
                  <a:pt x="1560" y="839"/>
                </a:lnTo>
                <a:lnTo>
                  <a:pt x="1570" y="822"/>
                </a:lnTo>
                <a:lnTo>
                  <a:pt x="1580" y="805"/>
                </a:lnTo>
                <a:lnTo>
                  <a:pt x="1589" y="788"/>
                </a:lnTo>
                <a:lnTo>
                  <a:pt x="1597" y="771"/>
                </a:lnTo>
                <a:lnTo>
                  <a:pt x="1605" y="753"/>
                </a:lnTo>
                <a:lnTo>
                  <a:pt x="1612" y="735"/>
                </a:lnTo>
                <a:lnTo>
                  <a:pt x="1618" y="718"/>
                </a:lnTo>
                <a:lnTo>
                  <a:pt x="1623" y="700"/>
                </a:lnTo>
                <a:lnTo>
                  <a:pt x="1627" y="682"/>
                </a:lnTo>
                <a:lnTo>
                  <a:pt x="1631" y="663"/>
                </a:lnTo>
                <a:lnTo>
                  <a:pt x="1634" y="645"/>
                </a:lnTo>
                <a:lnTo>
                  <a:pt x="1636" y="627"/>
                </a:lnTo>
                <a:lnTo>
                  <a:pt x="1637" y="609"/>
                </a:lnTo>
                <a:lnTo>
                  <a:pt x="1637" y="590"/>
                </a:lnTo>
                <a:moveTo>
                  <a:pt x="1645" y="590"/>
                </a:moveTo>
                <a:lnTo>
                  <a:pt x="1645" y="609"/>
                </a:lnTo>
                <a:lnTo>
                  <a:pt x="1643" y="627"/>
                </a:lnTo>
                <a:lnTo>
                  <a:pt x="1641" y="646"/>
                </a:lnTo>
                <a:lnTo>
                  <a:pt x="1639" y="664"/>
                </a:lnTo>
                <a:lnTo>
                  <a:pt x="1635" y="682"/>
                </a:lnTo>
                <a:lnTo>
                  <a:pt x="1630" y="701"/>
                </a:lnTo>
                <a:lnTo>
                  <a:pt x="1625" y="719"/>
                </a:lnTo>
                <a:lnTo>
                  <a:pt x="1619" y="737"/>
                </a:lnTo>
                <a:lnTo>
                  <a:pt x="1612" y="755"/>
                </a:lnTo>
                <a:lnTo>
                  <a:pt x="1605" y="772"/>
                </a:lnTo>
                <a:lnTo>
                  <a:pt x="1596" y="790"/>
                </a:lnTo>
                <a:lnTo>
                  <a:pt x="1587" y="807"/>
                </a:lnTo>
                <a:lnTo>
                  <a:pt x="1577" y="824"/>
                </a:lnTo>
                <a:lnTo>
                  <a:pt x="1567" y="841"/>
                </a:lnTo>
                <a:lnTo>
                  <a:pt x="1555" y="858"/>
                </a:lnTo>
                <a:lnTo>
                  <a:pt x="1543" y="874"/>
                </a:lnTo>
                <a:lnTo>
                  <a:pt x="1531" y="890"/>
                </a:lnTo>
                <a:lnTo>
                  <a:pt x="1517" y="906"/>
                </a:lnTo>
                <a:lnTo>
                  <a:pt x="1503" y="921"/>
                </a:lnTo>
                <a:lnTo>
                  <a:pt x="1488" y="936"/>
                </a:lnTo>
                <a:lnTo>
                  <a:pt x="1473" y="951"/>
                </a:lnTo>
                <a:lnTo>
                  <a:pt x="1456" y="966"/>
                </a:lnTo>
                <a:lnTo>
                  <a:pt x="1440" y="980"/>
                </a:lnTo>
                <a:lnTo>
                  <a:pt x="1422" y="993"/>
                </a:lnTo>
                <a:lnTo>
                  <a:pt x="1404" y="1007"/>
                </a:lnTo>
                <a:lnTo>
                  <a:pt x="1386" y="1020"/>
                </a:lnTo>
                <a:lnTo>
                  <a:pt x="1367" y="1032"/>
                </a:lnTo>
                <a:lnTo>
                  <a:pt x="1347" y="1044"/>
                </a:lnTo>
                <a:lnTo>
                  <a:pt x="1327" y="1056"/>
                </a:lnTo>
                <a:lnTo>
                  <a:pt x="1306" y="1067"/>
                </a:lnTo>
                <a:lnTo>
                  <a:pt x="1285" y="1077"/>
                </a:lnTo>
                <a:lnTo>
                  <a:pt x="1263" y="1088"/>
                </a:lnTo>
                <a:lnTo>
                  <a:pt x="1241" y="1097"/>
                </a:lnTo>
                <a:lnTo>
                  <a:pt x="1219" y="1106"/>
                </a:lnTo>
                <a:lnTo>
                  <a:pt x="1196" y="1115"/>
                </a:lnTo>
                <a:lnTo>
                  <a:pt x="1173" y="1123"/>
                </a:lnTo>
                <a:lnTo>
                  <a:pt x="1149" y="1131"/>
                </a:lnTo>
                <a:lnTo>
                  <a:pt x="1126" y="1138"/>
                </a:lnTo>
                <a:lnTo>
                  <a:pt x="1101" y="1144"/>
                </a:lnTo>
                <a:lnTo>
                  <a:pt x="1077" y="1150"/>
                </a:lnTo>
                <a:lnTo>
                  <a:pt x="1052" y="1156"/>
                </a:lnTo>
                <a:lnTo>
                  <a:pt x="1027" y="1161"/>
                </a:lnTo>
                <a:lnTo>
                  <a:pt x="1002" y="1165"/>
                </a:lnTo>
                <a:lnTo>
                  <a:pt x="977" y="1169"/>
                </a:lnTo>
                <a:lnTo>
                  <a:pt x="952" y="1172"/>
                </a:lnTo>
                <a:lnTo>
                  <a:pt x="926" y="1175"/>
                </a:lnTo>
                <a:lnTo>
                  <a:pt x="900" y="1177"/>
                </a:lnTo>
                <a:lnTo>
                  <a:pt x="875" y="1178"/>
                </a:lnTo>
                <a:lnTo>
                  <a:pt x="849" y="1179"/>
                </a:lnTo>
                <a:lnTo>
                  <a:pt x="823" y="1179"/>
                </a:lnTo>
                <a:lnTo>
                  <a:pt x="797" y="1179"/>
                </a:lnTo>
                <a:lnTo>
                  <a:pt x="771" y="1178"/>
                </a:lnTo>
                <a:lnTo>
                  <a:pt x="746" y="1177"/>
                </a:lnTo>
                <a:lnTo>
                  <a:pt x="720" y="1175"/>
                </a:lnTo>
                <a:lnTo>
                  <a:pt x="694" y="1172"/>
                </a:lnTo>
                <a:lnTo>
                  <a:pt x="669" y="1169"/>
                </a:lnTo>
                <a:lnTo>
                  <a:pt x="644" y="1165"/>
                </a:lnTo>
                <a:lnTo>
                  <a:pt x="618" y="1161"/>
                </a:lnTo>
                <a:lnTo>
                  <a:pt x="593" y="1156"/>
                </a:lnTo>
                <a:lnTo>
                  <a:pt x="568" y="1150"/>
                </a:lnTo>
                <a:lnTo>
                  <a:pt x="543" y="1144"/>
                </a:lnTo>
                <a:lnTo>
                  <a:pt x="519" y="1138"/>
                </a:lnTo>
                <a:lnTo>
                  <a:pt x="495" y="1131"/>
                </a:lnTo>
                <a:lnTo>
                  <a:pt x="472" y="1123"/>
                </a:lnTo>
                <a:lnTo>
                  <a:pt x="449" y="1115"/>
                </a:lnTo>
                <a:lnTo>
                  <a:pt x="426" y="1106"/>
                </a:lnTo>
                <a:lnTo>
                  <a:pt x="403" y="1097"/>
                </a:lnTo>
                <a:lnTo>
                  <a:pt x="381" y="1088"/>
                </a:lnTo>
                <a:lnTo>
                  <a:pt x="360" y="1077"/>
                </a:lnTo>
                <a:lnTo>
                  <a:pt x="339" y="1067"/>
                </a:lnTo>
                <a:lnTo>
                  <a:pt x="318" y="1056"/>
                </a:lnTo>
                <a:lnTo>
                  <a:pt x="298" y="1044"/>
                </a:lnTo>
                <a:lnTo>
                  <a:pt x="278" y="1032"/>
                </a:lnTo>
                <a:lnTo>
                  <a:pt x="259" y="1020"/>
                </a:lnTo>
                <a:lnTo>
                  <a:pt x="241" y="1007"/>
                </a:lnTo>
                <a:lnTo>
                  <a:pt x="223" y="993"/>
                </a:lnTo>
                <a:lnTo>
                  <a:pt x="205" y="980"/>
                </a:lnTo>
                <a:lnTo>
                  <a:pt x="189" y="966"/>
                </a:lnTo>
                <a:lnTo>
                  <a:pt x="172" y="951"/>
                </a:lnTo>
                <a:lnTo>
                  <a:pt x="157" y="936"/>
                </a:lnTo>
                <a:lnTo>
                  <a:pt x="142" y="921"/>
                </a:lnTo>
                <a:lnTo>
                  <a:pt x="128" y="906"/>
                </a:lnTo>
                <a:lnTo>
                  <a:pt x="114" y="890"/>
                </a:lnTo>
                <a:lnTo>
                  <a:pt x="102" y="874"/>
                </a:lnTo>
                <a:lnTo>
                  <a:pt x="89" y="858"/>
                </a:lnTo>
                <a:lnTo>
                  <a:pt x="78" y="841"/>
                </a:lnTo>
                <a:lnTo>
                  <a:pt x="67" y="824"/>
                </a:lnTo>
                <a:lnTo>
                  <a:pt x="58" y="807"/>
                </a:lnTo>
                <a:lnTo>
                  <a:pt x="48" y="790"/>
                </a:lnTo>
                <a:lnTo>
                  <a:pt x="40" y="772"/>
                </a:lnTo>
                <a:lnTo>
                  <a:pt x="32" y="755"/>
                </a:lnTo>
                <a:lnTo>
                  <a:pt x="26" y="737"/>
                </a:lnTo>
                <a:lnTo>
                  <a:pt x="20" y="719"/>
                </a:lnTo>
                <a:lnTo>
                  <a:pt x="14" y="701"/>
                </a:lnTo>
                <a:lnTo>
                  <a:pt x="10" y="682"/>
                </a:lnTo>
                <a:lnTo>
                  <a:pt x="6" y="664"/>
                </a:lnTo>
                <a:lnTo>
                  <a:pt x="4" y="646"/>
                </a:lnTo>
                <a:lnTo>
                  <a:pt x="1" y="627"/>
                </a:lnTo>
                <a:lnTo>
                  <a:pt x="0" y="609"/>
                </a:lnTo>
                <a:lnTo>
                  <a:pt x="0" y="590"/>
                </a:lnTo>
                <a:lnTo>
                  <a:pt x="0" y="572"/>
                </a:lnTo>
                <a:lnTo>
                  <a:pt x="1" y="553"/>
                </a:lnTo>
                <a:lnTo>
                  <a:pt x="4" y="535"/>
                </a:lnTo>
                <a:lnTo>
                  <a:pt x="6" y="516"/>
                </a:lnTo>
                <a:lnTo>
                  <a:pt x="10" y="498"/>
                </a:lnTo>
                <a:lnTo>
                  <a:pt x="14" y="480"/>
                </a:lnTo>
                <a:lnTo>
                  <a:pt x="20" y="462"/>
                </a:lnTo>
                <a:lnTo>
                  <a:pt x="26" y="444"/>
                </a:lnTo>
                <a:lnTo>
                  <a:pt x="32" y="426"/>
                </a:lnTo>
                <a:lnTo>
                  <a:pt x="40" y="408"/>
                </a:lnTo>
                <a:lnTo>
                  <a:pt x="48" y="391"/>
                </a:lnTo>
                <a:lnTo>
                  <a:pt x="58" y="373"/>
                </a:lnTo>
                <a:lnTo>
                  <a:pt x="67" y="356"/>
                </a:lnTo>
                <a:lnTo>
                  <a:pt x="78" y="340"/>
                </a:lnTo>
                <a:lnTo>
                  <a:pt x="89" y="323"/>
                </a:lnTo>
                <a:lnTo>
                  <a:pt x="102" y="307"/>
                </a:lnTo>
                <a:lnTo>
                  <a:pt x="114" y="290"/>
                </a:lnTo>
                <a:lnTo>
                  <a:pt x="128" y="275"/>
                </a:lnTo>
                <a:lnTo>
                  <a:pt x="142" y="259"/>
                </a:lnTo>
                <a:lnTo>
                  <a:pt x="157" y="244"/>
                </a:lnTo>
                <a:lnTo>
                  <a:pt x="172" y="229"/>
                </a:lnTo>
                <a:lnTo>
                  <a:pt x="189" y="215"/>
                </a:lnTo>
                <a:lnTo>
                  <a:pt x="205" y="201"/>
                </a:lnTo>
                <a:lnTo>
                  <a:pt x="223" y="187"/>
                </a:lnTo>
                <a:lnTo>
                  <a:pt x="241" y="174"/>
                </a:lnTo>
                <a:lnTo>
                  <a:pt x="259" y="161"/>
                </a:lnTo>
                <a:lnTo>
                  <a:pt x="278" y="149"/>
                </a:lnTo>
                <a:lnTo>
                  <a:pt x="298" y="136"/>
                </a:lnTo>
                <a:lnTo>
                  <a:pt x="318" y="125"/>
                </a:lnTo>
                <a:lnTo>
                  <a:pt x="339" y="114"/>
                </a:lnTo>
                <a:lnTo>
                  <a:pt x="360" y="103"/>
                </a:lnTo>
                <a:lnTo>
                  <a:pt x="381" y="93"/>
                </a:lnTo>
                <a:lnTo>
                  <a:pt x="403" y="83"/>
                </a:lnTo>
                <a:lnTo>
                  <a:pt x="426" y="74"/>
                </a:lnTo>
                <a:lnTo>
                  <a:pt x="449" y="66"/>
                </a:lnTo>
                <a:lnTo>
                  <a:pt x="472" y="56"/>
                </a:lnTo>
                <a:lnTo>
                  <a:pt x="495" y="49"/>
                </a:lnTo>
                <a:lnTo>
                  <a:pt x="519" y="42"/>
                </a:lnTo>
                <a:lnTo>
                  <a:pt x="543" y="35"/>
                </a:lnTo>
                <a:lnTo>
                  <a:pt x="568" y="29"/>
                </a:lnTo>
                <a:lnTo>
                  <a:pt x="593" y="24"/>
                </a:lnTo>
                <a:lnTo>
                  <a:pt x="618" y="19"/>
                </a:lnTo>
                <a:lnTo>
                  <a:pt x="644" y="15"/>
                </a:lnTo>
                <a:lnTo>
                  <a:pt x="669" y="11"/>
                </a:lnTo>
                <a:lnTo>
                  <a:pt x="694" y="8"/>
                </a:lnTo>
                <a:lnTo>
                  <a:pt x="720" y="5"/>
                </a:lnTo>
                <a:lnTo>
                  <a:pt x="746" y="3"/>
                </a:lnTo>
                <a:lnTo>
                  <a:pt x="771" y="1"/>
                </a:lnTo>
                <a:lnTo>
                  <a:pt x="797" y="1"/>
                </a:lnTo>
                <a:lnTo>
                  <a:pt x="823" y="0"/>
                </a:lnTo>
                <a:lnTo>
                  <a:pt x="849" y="1"/>
                </a:lnTo>
                <a:lnTo>
                  <a:pt x="875" y="1"/>
                </a:lnTo>
                <a:lnTo>
                  <a:pt x="900" y="3"/>
                </a:lnTo>
                <a:lnTo>
                  <a:pt x="926" y="5"/>
                </a:lnTo>
                <a:lnTo>
                  <a:pt x="952" y="8"/>
                </a:lnTo>
                <a:lnTo>
                  <a:pt x="977" y="11"/>
                </a:lnTo>
                <a:lnTo>
                  <a:pt x="1002" y="15"/>
                </a:lnTo>
                <a:lnTo>
                  <a:pt x="1027" y="19"/>
                </a:lnTo>
                <a:lnTo>
                  <a:pt x="1052" y="24"/>
                </a:lnTo>
                <a:lnTo>
                  <a:pt x="1077" y="29"/>
                </a:lnTo>
                <a:lnTo>
                  <a:pt x="1101" y="35"/>
                </a:lnTo>
                <a:lnTo>
                  <a:pt x="1126" y="42"/>
                </a:lnTo>
                <a:lnTo>
                  <a:pt x="1149" y="49"/>
                </a:lnTo>
                <a:lnTo>
                  <a:pt x="1173" y="56"/>
                </a:lnTo>
                <a:lnTo>
                  <a:pt x="1196" y="66"/>
                </a:lnTo>
                <a:lnTo>
                  <a:pt x="1219" y="74"/>
                </a:lnTo>
                <a:lnTo>
                  <a:pt x="1241" y="83"/>
                </a:lnTo>
                <a:lnTo>
                  <a:pt x="1263" y="93"/>
                </a:lnTo>
                <a:lnTo>
                  <a:pt x="1285" y="103"/>
                </a:lnTo>
                <a:lnTo>
                  <a:pt x="1306" y="114"/>
                </a:lnTo>
                <a:lnTo>
                  <a:pt x="1327" y="125"/>
                </a:lnTo>
                <a:lnTo>
                  <a:pt x="1347" y="136"/>
                </a:lnTo>
                <a:lnTo>
                  <a:pt x="1367" y="149"/>
                </a:lnTo>
                <a:lnTo>
                  <a:pt x="1386" y="161"/>
                </a:lnTo>
                <a:lnTo>
                  <a:pt x="1404" y="174"/>
                </a:lnTo>
                <a:lnTo>
                  <a:pt x="1422" y="187"/>
                </a:lnTo>
                <a:lnTo>
                  <a:pt x="1440" y="201"/>
                </a:lnTo>
                <a:lnTo>
                  <a:pt x="1456" y="215"/>
                </a:lnTo>
                <a:lnTo>
                  <a:pt x="1473" y="229"/>
                </a:lnTo>
                <a:lnTo>
                  <a:pt x="1488" y="244"/>
                </a:lnTo>
                <a:lnTo>
                  <a:pt x="1503" y="259"/>
                </a:lnTo>
                <a:lnTo>
                  <a:pt x="1517" y="275"/>
                </a:lnTo>
                <a:lnTo>
                  <a:pt x="1531" y="290"/>
                </a:lnTo>
                <a:lnTo>
                  <a:pt x="1543" y="307"/>
                </a:lnTo>
                <a:lnTo>
                  <a:pt x="1555" y="323"/>
                </a:lnTo>
                <a:lnTo>
                  <a:pt x="1567" y="340"/>
                </a:lnTo>
                <a:lnTo>
                  <a:pt x="1577" y="356"/>
                </a:lnTo>
                <a:lnTo>
                  <a:pt x="1587" y="373"/>
                </a:lnTo>
                <a:lnTo>
                  <a:pt x="1596" y="391"/>
                </a:lnTo>
                <a:lnTo>
                  <a:pt x="1605" y="408"/>
                </a:lnTo>
                <a:lnTo>
                  <a:pt x="1612" y="426"/>
                </a:lnTo>
                <a:lnTo>
                  <a:pt x="1619" y="444"/>
                </a:lnTo>
                <a:lnTo>
                  <a:pt x="1625" y="462"/>
                </a:lnTo>
                <a:lnTo>
                  <a:pt x="1630" y="480"/>
                </a:lnTo>
                <a:lnTo>
                  <a:pt x="1635" y="498"/>
                </a:lnTo>
                <a:lnTo>
                  <a:pt x="1639" y="516"/>
                </a:lnTo>
                <a:lnTo>
                  <a:pt x="1641" y="535"/>
                </a:lnTo>
                <a:lnTo>
                  <a:pt x="1643" y="553"/>
                </a:lnTo>
                <a:lnTo>
                  <a:pt x="1645" y="572"/>
                </a:lnTo>
                <a:lnTo>
                  <a:pt x="1645" y="590"/>
                </a:lnTo>
                <a:close/>
              </a:path>
            </a:pathLst>
          </a:custGeom>
          <a:solidFill>
            <a:srgbClr val="ffa4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79" name=""/>
          <p:cNvSpPr/>
          <p:nvPr/>
        </p:nvSpPr>
        <p:spPr>
          <a:xfrm>
            <a:off x="7765200" y="2731320"/>
            <a:ext cx="595080" cy="426240"/>
          </a:xfrm>
          <a:custGeom>
            <a:avLst/>
            <a:gdLst/>
            <a:ahLst/>
            <a:rect l="0" t="0" r="r" b="b"/>
            <a:pathLst>
              <a:path w="1653" h="1184">
                <a:moveTo>
                  <a:pt x="1649" y="592"/>
                </a:moveTo>
                <a:lnTo>
                  <a:pt x="1649" y="574"/>
                </a:lnTo>
                <a:lnTo>
                  <a:pt x="1647" y="555"/>
                </a:lnTo>
                <a:lnTo>
                  <a:pt x="1645" y="537"/>
                </a:lnTo>
                <a:lnTo>
                  <a:pt x="1643" y="518"/>
                </a:lnTo>
                <a:lnTo>
                  <a:pt x="1639" y="500"/>
                </a:lnTo>
                <a:lnTo>
                  <a:pt x="1634" y="482"/>
                </a:lnTo>
                <a:lnTo>
                  <a:pt x="1629" y="464"/>
                </a:lnTo>
                <a:lnTo>
                  <a:pt x="1623" y="446"/>
                </a:lnTo>
                <a:lnTo>
                  <a:pt x="1616" y="428"/>
                </a:lnTo>
                <a:lnTo>
                  <a:pt x="1609" y="410"/>
                </a:lnTo>
                <a:lnTo>
                  <a:pt x="1600" y="393"/>
                </a:lnTo>
                <a:lnTo>
                  <a:pt x="1591" y="375"/>
                </a:lnTo>
                <a:lnTo>
                  <a:pt x="1581" y="358"/>
                </a:lnTo>
                <a:lnTo>
                  <a:pt x="1571" y="342"/>
                </a:lnTo>
                <a:lnTo>
                  <a:pt x="1559" y="325"/>
                </a:lnTo>
                <a:lnTo>
                  <a:pt x="1547" y="309"/>
                </a:lnTo>
                <a:lnTo>
                  <a:pt x="1535" y="292"/>
                </a:lnTo>
                <a:lnTo>
                  <a:pt x="1521" y="277"/>
                </a:lnTo>
                <a:lnTo>
                  <a:pt x="1507" y="261"/>
                </a:lnTo>
                <a:lnTo>
                  <a:pt x="1492" y="246"/>
                </a:lnTo>
                <a:lnTo>
                  <a:pt x="1477" y="231"/>
                </a:lnTo>
                <a:lnTo>
                  <a:pt x="1460" y="217"/>
                </a:lnTo>
                <a:lnTo>
                  <a:pt x="1444" y="203"/>
                </a:lnTo>
                <a:lnTo>
                  <a:pt x="1426" y="189"/>
                </a:lnTo>
                <a:lnTo>
                  <a:pt x="1408" y="176"/>
                </a:lnTo>
                <a:lnTo>
                  <a:pt x="1390" y="163"/>
                </a:lnTo>
                <a:lnTo>
                  <a:pt x="1371" y="151"/>
                </a:lnTo>
                <a:lnTo>
                  <a:pt x="1351" y="138"/>
                </a:lnTo>
                <a:lnTo>
                  <a:pt x="1331" y="127"/>
                </a:lnTo>
                <a:lnTo>
                  <a:pt x="1310" y="116"/>
                </a:lnTo>
                <a:lnTo>
                  <a:pt x="1289" y="105"/>
                </a:lnTo>
                <a:lnTo>
                  <a:pt x="1267" y="94"/>
                </a:lnTo>
                <a:lnTo>
                  <a:pt x="1245" y="84"/>
                </a:lnTo>
                <a:lnTo>
                  <a:pt x="1223" y="75"/>
                </a:lnTo>
                <a:lnTo>
                  <a:pt x="1200" y="67"/>
                </a:lnTo>
                <a:lnTo>
                  <a:pt x="1177" y="58"/>
                </a:lnTo>
                <a:lnTo>
                  <a:pt x="1153" y="51"/>
                </a:lnTo>
                <a:lnTo>
                  <a:pt x="1130" y="44"/>
                </a:lnTo>
                <a:lnTo>
                  <a:pt x="1105" y="37"/>
                </a:lnTo>
                <a:lnTo>
                  <a:pt x="1081" y="31"/>
                </a:lnTo>
                <a:lnTo>
                  <a:pt x="1056" y="26"/>
                </a:lnTo>
                <a:lnTo>
                  <a:pt x="1031" y="21"/>
                </a:lnTo>
                <a:lnTo>
                  <a:pt x="1006" y="17"/>
                </a:lnTo>
                <a:lnTo>
                  <a:pt x="981" y="13"/>
                </a:lnTo>
                <a:lnTo>
                  <a:pt x="956" y="10"/>
                </a:lnTo>
                <a:lnTo>
                  <a:pt x="930" y="7"/>
                </a:lnTo>
                <a:lnTo>
                  <a:pt x="904" y="5"/>
                </a:lnTo>
                <a:lnTo>
                  <a:pt x="879" y="3"/>
                </a:lnTo>
                <a:lnTo>
                  <a:pt x="853" y="3"/>
                </a:lnTo>
                <a:lnTo>
                  <a:pt x="827" y="2"/>
                </a:lnTo>
                <a:lnTo>
                  <a:pt x="801" y="3"/>
                </a:lnTo>
                <a:lnTo>
                  <a:pt x="775" y="3"/>
                </a:lnTo>
                <a:lnTo>
                  <a:pt x="750" y="5"/>
                </a:lnTo>
                <a:lnTo>
                  <a:pt x="724" y="7"/>
                </a:lnTo>
                <a:lnTo>
                  <a:pt x="697" y="10"/>
                </a:lnTo>
                <a:lnTo>
                  <a:pt x="672" y="13"/>
                </a:lnTo>
                <a:lnTo>
                  <a:pt x="647" y="17"/>
                </a:lnTo>
                <a:lnTo>
                  <a:pt x="622" y="21"/>
                </a:lnTo>
                <a:lnTo>
                  <a:pt x="597" y="26"/>
                </a:lnTo>
                <a:lnTo>
                  <a:pt x="572" y="31"/>
                </a:lnTo>
                <a:lnTo>
                  <a:pt x="547" y="37"/>
                </a:lnTo>
                <a:lnTo>
                  <a:pt x="523" y="44"/>
                </a:lnTo>
                <a:lnTo>
                  <a:pt x="499" y="51"/>
                </a:lnTo>
                <a:lnTo>
                  <a:pt x="476" y="58"/>
                </a:lnTo>
                <a:lnTo>
                  <a:pt x="453" y="67"/>
                </a:lnTo>
                <a:lnTo>
                  <a:pt x="430" y="75"/>
                </a:lnTo>
                <a:lnTo>
                  <a:pt x="407" y="84"/>
                </a:lnTo>
                <a:lnTo>
                  <a:pt x="385" y="94"/>
                </a:lnTo>
                <a:lnTo>
                  <a:pt x="364" y="105"/>
                </a:lnTo>
                <a:lnTo>
                  <a:pt x="343" y="116"/>
                </a:lnTo>
                <a:lnTo>
                  <a:pt x="322" y="127"/>
                </a:lnTo>
                <a:lnTo>
                  <a:pt x="302" y="138"/>
                </a:lnTo>
                <a:lnTo>
                  <a:pt x="282" y="151"/>
                </a:lnTo>
                <a:lnTo>
                  <a:pt x="263" y="163"/>
                </a:lnTo>
                <a:lnTo>
                  <a:pt x="245" y="176"/>
                </a:lnTo>
                <a:lnTo>
                  <a:pt x="227" y="189"/>
                </a:lnTo>
                <a:lnTo>
                  <a:pt x="209" y="203"/>
                </a:lnTo>
                <a:lnTo>
                  <a:pt x="193" y="217"/>
                </a:lnTo>
                <a:lnTo>
                  <a:pt x="176" y="231"/>
                </a:lnTo>
                <a:lnTo>
                  <a:pt x="161" y="246"/>
                </a:lnTo>
                <a:lnTo>
                  <a:pt x="146" y="261"/>
                </a:lnTo>
                <a:lnTo>
                  <a:pt x="132" y="277"/>
                </a:lnTo>
                <a:lnTo>
                  <a:pt x="118" y="292"/>
                </a:lnTo>
                <a:lnTo>
                  <a:pt x="106" y="309"/>
                </a:lnTo>
                <a:lnTo>
                  <a:pt x="93" y="325"/>
                </a:lnTo>
                <a:lnTo>
                  <a:pt x="82" y="342"/>
                </a:lnTo>
                <a:lnTo>
                  <a:pt x="71" y="358"/>
                </a:lnTo>
                <a:lnTo>
                  <a:pt x="62" y="375"/>
                </a:lnTo>
                <a:lnTo>
                  <a:pt x="52" y="393"/>
                </a:lnTo>
                <a:lnTo>
                  <a:pt x="44" y="410"/>
                </a:lnTo>
                <a:lnTo>
                  <a:pt x="36" y="428"/>
                </a:lnTo>
                <a:lnTo>
                  <a:pt x="30" y="446"/>
                </a:lnTo>
                <a:lnTo>
                  <a:pt x="24" y="464"/>
                </a:lnTo>
                <a:lnTo>
                  <a:pt x="18" y="482"/>
                </a:lnTo>
                <a:lnTo>
                  <a:pt x="14" y="500"/>
                </a:lnTo>
                <a:lnTo>
                  <a:pt x="10" y="518"/>
                </a:lnTo>
                <a:lnTo>
                  <a:pt x="8" y="537"/>
                </a:lnTo>
                <a:lnTo>
                  <a:pt x="5" y="555"/>
                </a:lnTo>
                <a:lnTo>
                  <a:pt x="4" y="574"/>
                </a:lnTo>
                <a:lnTo>
                  <a:pt x="4" y="592"/>
                </a:lnTo>
                <a:lnTo>
                  <a:pt x="4" y="611"/>
                </a:lnTo>
                <a:lnTo>
                  <a:pt x="5" y="629"/>
                </a:lnTo>
                <a:lnTo>
                  <a:pt x="8" y="648"/>
                </a:lnTo>
                <a:lnTo>
                  <a:pt x="10" y="666"/>
                </a:lnTo>
                <a:lnTo>
                  <a:pt x="14" y="684"/>
                </a:lnTo>
                <a:lnTo>
                  <a:pt x="18" y="703"/>
                </a:lnTo>
                <a:lnTo>
                  <a:pt x="24" y="721"/>
                </a:lnTo>
                <a:lnTo>
                  <a:pt x="30" y="739"/>
                </a:lnTo>
                <a:lnTo>
                  <a:pt x="36" y="757"/>
                </a:lnTo>
                <a:lnTo>
                  <a:pt x="44" y="774"/>
                </a:lnTo>
                <a:lnTo>
                  <a:pt x="52" y="792"/>
                </a:lnTo>
                <a:lnTo>
                  <a:pt x="62" y="809"/>
                </a:lnTo>
                <a:lnTo>
                  <a:pt x="71" y="826"/>
                </a:lnTo>
                <a:lnTo>
                  <a:pt x="82" y="843"/>
                </a:lnTo>
                <a:lnTo>
                  <a:pt x="93" y="860"/>
                </a:lnTo>
                <a:lnTo>
                  <a:pt x="106" y="876"/>
                </a:lnTo>
                <a:lnTo>
                  <a:pt x="118" y="892"/>
                </a:lnTo>
                <a:lnTo>
                  <a:pt x="132" y="908"/>
                </a:lnTo>
                <a:lnTo>
                  <a:pt x="146" y="923"/>
                </a:lnTo>
                <a:lnTo>
                  <a:pt x="161" y="938"/>
                </a:lnTo>
                <a:lnTo>
                  <a:pt x="176" y="953"/>
                </a:lnTo>
                <a:lnTo>
                  <a:pt x="193" y="968"/>
                </a:lnTo>
                <a:lnTo>
                  <a:pt x="209" y="982"/>
                </a:lnTo>
                <a:lnTo>
                  <a:pt x="227" y="995"/>
                </a:lnTo>
                <a:lnTo>
                  <a:pt x="245" y="1009"/>
                </a:lnTo>
                <a:lnTo>
                  <a:pt x="263" y="1022"/>
                </a:lnTo>
                <a:lnTo>
                  <a:pt x="282" y="1034"/>
                </a:lnTo>
                <a:lnTo>
                  <a:pt x="302" y="1046"/>
                </a:lnTo>
                <a:lnTo>
                  <a:pt x="322" y="1058"/>
                </a:lnTo>
                <a:lnTo>
                  <a:pt x="343" y="1069"/>
                </a:lnTo>
                <a:lnTo>
                  <a:pt x="364" y="1079"/>
                </a:lnTo>
                <a:lnTo>
                  <a:pt x="385" y="1090"/>
                </a:lnTo>
                <a:lnTo>
                  <a:pt x="407" y="1099"/>
                </a:lnTo>
                <a:lnTo>
                  <a:pt x="430" y="1108"/>
                </a:lnTo>
                <a:lnTo>
                  <a:pt x="453" y="1117"/>
                </a:lnTo>
                <a:lnTo>
                  <a:pt x="476" y="1125"/>
                </a:lnTo>
                <a:lnTo>
                  <a:pt x="499" y="1133"/>
                </a:lnTo>
                <a:lnTo>
                  <a:pt x="523" y="1140"/>
                </a:lnTo>
                <a:lnTo>
                  <a:pt x="547" y="1146"/>
                </a:lnTo>
                <a:lnTo>
                  <a:pt x="572" y="1152"/>
                </a:lnTo>
                <a:lnTo>
                  <a:pt x="597" y="1158"/>
                </a:lnTo>
                <a:lnTo>
                  <a:pt x="622" y="1163"/>
                </a:lnTo>
                <a:lnTo>
                  <a:pt x="647" y="1167"/>
                </a:lnTo>
                <a:lnTo>
                  <a:pt x="672" y="1171"/>
                </a:lnTo>
                <a:lnTo>
                  <a:pt x="697" y="1174"/>
                </a:lnTo>
                <a:lnTo>
                  <a:pt x="724" y="1177"/>
                </a:lnTo>
                <a:lnTo>
                  <a:pt x="750" y="1179"/>
                </a:lnTo>
                <a:lnTo>
                  <a:pt x="775" y="1180"/>
                </a:lnTo>
                <a:lnTo>
                  <a:pt x="801" y="1181"/>
                </a:lnTo>
                <a:lnTo>
                  <a:pt x="827" y="1181"/>
                </a:lnTo>
                <a:lnTo>
                  <a:pt x="853" y="1181"/>
                </a:lnTo>
                <a:lnTo>
                  <a:pt x="879" y="1180"/>
                </a:lnTo>
                <a:lnTo>
                  <a:pt x="904" y="1179"/>
                </a:lnTo>
                <a:lnTo>
                  <a:pt x="930" y="1177"/>
                </a:lnTo>
                <a:lnTo>
                  <a:pt x="956" y="1174"/>
                </a:lnTo>
                <a:lnTo>
                  <a:pt x="981" y="1171"/>
                </a:lnTo>
                <a:lnTo>
                  <a:pt x="1006" y="1167"/>
                </a:lnTo>
                <a:lnTo>
                  <a:pt x="1031" y="1163"/>
                </a:lnTo>
                <a:lnTo>
                  <a:pt x="1056" y="1158"/>
                </a:lnTo>
                <a:lnTo>
                  <a:pt x="1081" y="1152"/>
                </a:lnTo>
                <a:lnTo>
                  <a:pt x="1105" y="1146"/>
                </a:lnTo>
                <a:lnTo>
                  <a:pt x="1130" y="1140"/>
                </a:lnTo>
                <a:lnTo>
                  <a:pt x="1153" y="1133"/>
                </a:lnTo>
                <a:lnTo>
                  <a:pt x="1177" y="1125"/>
                </a:lnTo>
                <a:lnTo>
                  <a:pt x="1200" y="1117"/>
                </a:lnTo>
                <a:lnTo>
                  <a:pt x="1223" y="1108"/>
                </a:lnTo>
                <a:lnTo>
                  <a:pt x="1245" y="1099"/>
                </a:lnTo>
                <a:lnTo>
                  <a:pt x="1267" y="1090"/>
                </a:lnTo>
                <a:lnTo>
                  <a:pt x="1289" y="1079"/>
                </a:lnTo>
                <a:lnTo>
                  <a:pt x="1310" y="1069"/>
                </a:lnTo>
                <a:lnTo>
                  <a:pt x="1331" y="1058"/>
                </a:lnTo>
                <a:lnTo>
                  <a:pt x="1351" y="1046"/>
                </a:lnTo>
                <a:lnTo>
                  <a:pt x="1371" y="1034"/>
                </a:lnTo>
                <a:lnTo>
                  <a:pt x="1390" y="1022"/>
                </a:lnTo>
                <a:lnTo>
                  <a:pt x="1408" y="1009"/>
                </a:lnTo>
                <a:lnTo>
                  <a:pt x="1426" y="995"/>
                </a:lnTo>
                <a:lnTo>
                  <a:pt x="1444" y="982"/>
                </a:lnTo>
                <a:lnTo>
                  <a:pt x="1460" y="968"/>
                </a:lnTo>
                <a:lnTo>
                  <a:pt x="1477" y="953"/>
                </a:lnTo>
                <a:lnTo>
                  <a:pt x="1492" y="938"/>
                </a:lnTo>
                <a:lnTo>
                  <a:pt x="1507" y="923"/>
                </a:lnTo>
                <a:lnTo>
                  <a:pt x="1521" y="908"/>
                </a:lnTo>
                <a:lnTo>
                  <a:pt x="1535" y="892"/>
                </a:lnTo>
                <a:lnTo>
                  <a:pt x="1547" y="876"/>
                </a:lnTo>
                <a:lnTo>
                  <a:pt x="1559" y="860"/>
                </a:lnTo>
                <a:lnTo>
                  <a:pt x="1571" y="843"/>
                </a:lnTo>
                <a:lnTo>
                  <a:pt x="1581" y="826"/>
                </a:lnTo>
                <a:lnTo>
                  <a:pt x="1591" y="809"/>
                </a:lnTo>
                <a:lnTo>
                  <a:pt x="1600" y="792"/>
                </a:lnTo>
                <a:lnTo>
                  <a:pt x="1609" y="774"/>
                </a:lnTo>
                <a:lnTo>
                  <a:pt x="1616" y="757"/>
                </a:lnTo>
                <a:lnTo>
                  <a:pt x="1623" y="739"/>
                </a:lnTo>
                <a:lnTo>
                  <a:pt x="1629" y="721"/>
                </a:lnTo>
                <a:lnTo>
                  <a:pt x="1634" y="703"/>
                </a:lnTo>
                <a:lnTo>
                  <a:pt x="1639" y="684"/>
                </a:lnTo>
                <a:lnTo>
                  <a:pt x="1643" y="666"/>
                </a:lnTo>
                <a:lnTo>
                  <a:pt x="1645" y="648"/>
                </a:lnTo>
                <a:lnTo>
                  <a:pt x="1647" y="629"/>
                </a:lnTo>
                <a:lnTo>
                  <a:pt x="1649" y="611"/>
                </a:lnTo>
                <a:lnTo>
                  <a:pt x="1649" y="592"/>
                </a:lnTo>
                <a:moveTo>
                  <a:pt x="1653" y="592"/>
                </a:moveTo>
                <a:lnTo>
                  <a:pt x="1653" y="611"/>
                </a:lnTo>
                <a:lnTo>
                  <a:pt x="1651" y="629"/>
                </a:lnTo>
                <a:lnTo>
                  <a:pt x="1649" y="648"/>
                </a:lnTo>
                <a:lnTo>
                  <a:pt x="1646" y="666"/>
                </a:lnTo>
                <a:lnTo>
                  <a:pt x="1643" y="685"/>
                </a:lnTo>
                <a:lnTo>
                  <a:pt x="1638" y="703"/>
                </a:lnTo>
                <a:lnTo>
                  <a:pt x="1633" y="721"/>
                </a:lnTo>
                <a:lnTo>
                  <a:pt x="1627" y="739"/>
                </a:lnTo>
                <a:lnTo>
                  <a:pt x="1620" y="757"/>
                </a:lnTo>
                <a:lnTo>
                  <a:pt x="1612" y="775"/>
                </a:lnTo>
                <a:lnTo>
                  <a:pt x="1604" y="793"/>
                </a:lnTo>
                <a:lnTo>
                  <a:pt x="1595" y="810"/>
                </a:lnTo>
                <a:lnTo>
                  <a:pt x="1585" y="827"/>
                </a:lnTo>
                <a:lnTo>
                  <a:pt x="1574" y="844"/>
                </a:lnTo>
                <a:lnTo>
                  <a:pt x="1563" y="861"/>
                </a:lnTo>
                <a:lnTo>
                  <a:pt x="1551" y="877"/>
                </a:lnTo>
                <a:lnTo>
                  <a:pt x="1538" y="894"/>
                </a:lnTo>
                <a:lnTo>
                  <a:pt x="1524" y="909"/>
                </a:lnTo>
                <a:lnTo>
                  <a:pt x="1510" y="925"/>
                </a:lnTo>
                <a:lnTo>
                  <a:pt x="1495" y="940"/>
                </a:lnTo>
                <a:lnTo>
                  <a:pt x="1480" y="955"/>
                </a:lnTo>
                <a:lnTo>
                  <a:pt x="1463" y="969"/>
                </a:lnTo>
                <a:lnTo>
                  <a:pt x="1447" y="984"/>
                </a:lnTo>
                <a:lnTo>
                  <a:pt x="1429" y="997"/>
                </a:lnTo>
                <a:lnTo>
                  <a:pt x="1411" y="1011"/>
                </a:lnTo>
                <a:lnTo>
                  <a:pt x="1392" y="1024"/>
                </a:lnTo>
                <a:lnTo>
                  <a:pt x="1373" y="1036"/>
                </a:lnTo>
                <a:lnTo>
                  <a:pt x="1353" y="1048"/>
                </a:lnTo>
                <a:lnTo>
                  <a:pt x="1333" y="1060"/>
                </a:lnTo>
                <a:lnTo>
                  <a:pt x="1312" y="1071"/>
                </a:lnTo>
                <a:lnTo>
                  <a:pt x="1291" y="1082"/>
                </a:lnTo>
                <a:lnTo>
                  <a:pt x="1270" y="1092"/>
                </a:lnTo>
                <a:lnTo>
                  <a:pt x="1247" y="1102"/>
                </a:lnTo>
                <a:lnTo>
                  <a:pt x="1225" y="1111"/>
                </a:lnTo>
                <a:lnTo>
                  <a:pt x="1202" y="1120"/>
                </a:lnTo>
                <a:lnTo>
                  <a:pt x="1179" y="1128"/>
                </a:lnTo>
                <a:lnTo>
                  <a:pt x="1155" y="1135"/>
                </a:lnTo>
                <a:lnTo>
                  <a:pt x="1131" y="1142"/>
                </a:lnTo>
                <a:lnTo>
                  <a:pt x="1107" y="1149"/>
                </a:lnTo>
                <a:lnTo>
                  <a:pt x="1082" y="1155"/>
                </a:lnTo>
                <a:lnTo>
                  <a:pt x="1057" y="1161"/>
                </a:lnTo>
                <a:lnTo>
                  <a:pt x="1032" y="1165"/>
                </a:lnTo>
                <a:lnTo>
                  <a:pt x="1007" y="1170"/>
                </a:lnTo>
                <a:lnTo>
                  <a:pt x="982" y="1174"/>
                </a:lnTo>
                <a:lnTo>
                  <a:pt x="956" y="1177"/>
                </a:lnTo>
                <a:lnTo>
                  <a:pt x="930" y="1179"/>
                </a:lnTo>
                <a:lnTo>
                  <a:pt x="905" y="1181"/>
                </a:lnTo>
                <a:lnTo>
                  <a:pt x="879" y="1183"/>
                </a:lnTo>
                <a:lnTo>
                  <a:pt x="853" y="1184"/>
                </a:lnTo>
                <a:lnTo>
                  <a:pt x="827" y="1184"/>
                </a:lnTo>
                <a:lnTo>
                  <a:pt x="801" y="1184"/>
                </a:lnTo>
                <a:lnTo>
                  <a:pt x="775" y="1183"/>
                </a:lnTo>
                <a:lnTo>
                  <a:pt x="749" y="1181"/>
                </a:lnTo>
                <a:lnTo>
                  <a:pt x="723" y="1179"/>
                </a:lnTo>
                <a:lnTo>
                  <a:pt x="697" y="1177"/>
                </a:lnTo>
                <a:lnTo>
                  <a:pt x="671" y="1174"/>
                </a:lnTo>
                <a:lnTo>
                  <a:pt x="646" y="1170"/>
                </a:lnTo>
                <a:lnTo>
                  <a:pt x="621" y="1165"/>
                </a:lnTo>
                <a:lnTo>
                  <a:pt x="596" y="1161"/>
                </a:lnTo>
                <a:lnTo>
                  <a:pt x="571" y="1155"/>
                </a:lnTo>
                <a:lnTo>
                  <a:pt x="546" y="1149"/>
                </a:lnTo>
                <a:lnTo>
                  <a:pt x="522" y="1142"/>
                </a:lnTo>
                <a:lnTo>
                  <a:pt x="498" y="1135"/>
                </a:lnTo>
                <a:lnTo>
                  <a:pt x="474" y="1128"/>
                </a:lnTo>
                <a:lnTo>
                  <a:pt x="451" y="1120"/>
                </a:lnTo>
                <a:lnTo>
                  <a:pt x="428" y="1111"/>
                </a:lnTo>
                <a:lnTo>
                  <a:pt x="405" y="1102"/>
                </a:lnTo>
                <a:lnTo>
                  <a:pt x="383" y="1092"/>
                </a:lnTo>
                <a:lnTo>
                  <a:pt x="362" y="1082"/>
                </a:lnTo>
                <a:lnTo>
                  <a:pt x="340" y="1071"/>
                </a:lnTo>
                <a:lnTo>
                  <a:pt x="320" y="1060"/>
                </a:lnTo>
                <a:lnTo>
                  <a:pt x="299" y="1048"/>
                </a:lnTo>
                <a:lnTo>
                  <a:pt x="280" y="1036"/>
                </a:lnTo>
                <a:lnTo>
                  <a:pt x="261" y="1024"/>
                </a:lnTo>
                <a:lnTo>
                  <a:pt x="242" y="1011"/>
                </a:lnTo>
                <a:lnTo>
                  <a:pt x="224" y="997"/>
                </a:lnTo>
                <a:lnTo>
                  <a:pt x="206" y="984"/>
                </a:lnTo>
                <a:lnTo>
                  <a:pt x="190" y="969"/>
                </a:lnTo>
                <a:lnTo>
                  <a:pt x="173" y="955"/>
                </a:lnTo>
                <a:lnTo>
                  <a:pt x="158" y="940"/>
                </a:lnTo>
                <a:lnTo>
                  <a:pt x="143" y="925"/>
                </a:lnTo>
                <a:lnTo>
                  <a:pt x="129" y="909"/>
                </a:lnTo>
                <a:lnTo>
                  <a:pt x="115" y="894"/>
                </a:lnTo>
                <a:lnTo>
                  <a:pt x="102" y="877"/>
                </a:lnTo>
                <a:lnTo>
                  <a:pt x="90" y="861"/>
                </a:lnTo>
                <a:lnTo>
                  <a:pt x="79" y="844"/>
                </a:lnTo>
                <a:lnTo>
                  <a:pt x="68" y="827"/>
                </a:lnTo>
                <a:lnTo>
                  <a:pt x="58" y="810"/>
                </a:lnTo>
                <a:lnTo>
                  <a:pt x="49" y="793"/>
                </a:lnTo>
                <a:lnTo>
                  <a:pt x="40" y="775"/>
                </a:lnTo>
                <a:lnTo>
                  <a:pt x="33" y="757"/>
                </a:lnTo>
                <a:lnTo>
                  <a:pt x="26" y="739"/>
                </a:lnTo>
                <a:lnTo>
                  <a:pt x="20" y="721"/>
                </a:lnTo>
                <a:lnTo>
                  <a:pt x="15" y="703"/>
                </a:lnTo>
                <a:lnTo>
                  <a:pt x="10" y="685"/>
                </a:lnTo>
                <a:lnTo>
                  <a:pt x="6" y="666"/>
                </a:lnTo>
                <a:lnTo>
                  <a:pt x="4" y="648"/>
                </a:lnTo>
                <a:lnTo>
                  <a:pt x="2" y="629"/>
                </a:lnTo>
                <a:lnTo>
                  <a:pt x="0" y="611"/>
                </a:lnTo>
                <a:lnTo>
                  <a:pt x="0" y="592"/>
                </a:lnTo>
                <a:lnTo>
                  <a:pt x="0" y="574"/>
                </a:lnTo>
                <a:lnTo>
                  <a:pt x="2" y="555"/>
                </a:lnTo>
                <a:lnTo>
                  <a:pt x="4" y="537"/>
                </a:lnTo>
                <a:lnTo>
                  <a:pt x="6" y="518"/>
                </a:lnTo>
                <a:lnTo>
                  <a:pt x="10" y="500"/>
                </a:lnTo>
                <a:lnTo>
                  <a:pt x="15" y="481"/>
                </a:lnTo>
                <a:lnTo>
                  <a:pt x="20" y="463"/>
                </a:lnTo>
                <a:lnTo>
                  <a:pt x="26" y="445"/>
                </a:lnTo>
                <a:lnTo>
                  <a:pt x="33" y="427"/>
                </a:lnTo>
                <a:lnTo>
                  <a:pt x="40" y="409"/>
                </a:lnTo>
                <a:lnTo>
                  <a:pt x="49" y="392"/>
                </a:lnTo>
                <a:lnTo>
                  <a:pt x="58" y="374"/>
                </a:lnTo>
                <a:lnTo>
                  <a:pt x="68" y="357"/>
                </a:lnTo>
                <a:lnTo>
                  <a:pt x="79" y="340"/>
                </a:lnTo>
                <a:lnTo>
                  <a:pt x="90" y="324"/>
                </a:lnTo>
                <a:lnTo>
                  <a:pt x="102" y="307"/>
                </a:lnTo>
                <a:lnTo>
                  <a:pt x="115" y="291"/>
                </a:lnTo>
                <a:lnTo>
                  <a:pt x="129" y="275"/>
                </a:lnTo>
                <a:lnTo>
                  <a:pt x="143" y="260"/>
                </a:lnTo>
                <a:lnTo>
                  <a:pt x="158" y="244"/>
                </a:lnTo>
                <a:lnTo>
                  <a:pt x="173" y="230"/>
                </a:lnTo>
                <a:lnTo>
                  <a:pt x="190" y="215"/>
                </a:lnTo>
                <a:lnTo>
                  <a:pt x="206" y="201"/>
                </a:lnTo>
                <a:lnTo>
                  <a:pt x="224" y="187"/>
                </a:lnTo>
                <a:lnTo>
                  <a:pt x="242" y="174"/>
                </a:lnTo>
                <a:lnTo>
                  <a:pt x="261" y="161"/>
                </a:lnTo>
                <a:lnTo>
                  <a:pt x="280" y="148"/>
                </a:lnTo>
                <a:lnTo>
                  <a:pt x="299" y="136"/>
                </a:lnTo>
                <a:lnTo>
                  <a:pt x="320" y="125"/>
                </a:lnTo>
                <a:lnTo>
                  <a:pt x="340" y="114"/>
                </a:lnTo>
                <a:lnTo>
                  <a:pt x="362" y="102"/>
                </a:lnTo>
                <a:lnTo>
                  <a:pt x="383" y="92"/>
                </a:lnTo>
                <a:lnTo>
                  <a:pt x="405" y="82"/>
                </a:lnTo>
                <a:lnTo>
                  <a:pt x="428" y="73"/>
                </a:lnTo>
                <a:lnTo>
                  <a:pt x="451" y="64"/>
                </a:lnTo>
                <a:lnTo>
                  <a:pt x="474" y="56"/>
                </a:lnTo>
                <a:lnTo>
                  <a:pt x="498" y="48"/>
                </a:lnTo>
                <a:lnTo>
                  <a:pt x="522" y="41"/>
                </a:lnTo>
                <a:lnTo>
                  <a:pt x="546" y="35"/>
                </a:lnTo>
                <a:lnTo>
                  <a:pt x="571" y="29"/>
                </a:lnTo>
                <a:lnTo>
                  <a:pt x="596" y="23"/>
                </a:lnTo>
                <a:lnTo>
                  <a:pt x="621" y="18"/>
                </a:lnTo>
                <a:lnTo>
                  <a:pt x="646" y="14"/>
                </a:lnTo>
                <a:lnTo>
                  <a:pt x="671" y="10"/>
                </a:lnTo>
                <a:lnTo>
                  <a:pt x="697" y="7"/>
                </a:lnTo>
                <a:lnTo>
                  <a:pt x="723" y="4"/>
                </a:lnTo>
                <a:lnTo>
                  <a:pt x="749" y="2"/>
                </a:lnTo>
                <a:lnTo>
                  <a:pt x="775" y="1"/>
                </a:lnTo>
                <a:lnTo>
                  <a:pt x="801" y="0"/>
                </a:lnTo>
                <a:lnTo>
                  <a:pt x="827" y="0"/>
                </a:lnTo>
                <a:lnTo>
                  <a:pt x="853" y="0"/>
                </a:lnTo>
                <a:lnTo>
                  <a:pt x="879" y="1"/>
                </a:lnTo>
                <a:lnTo>
                  <a:pt x="905" y="2"/>
                </a:lnTo>
                <a:lnTo>
                  <a:pt x="930" y="4"/>
                </a:lnTo>
                <a:lnTo>
                  <a:pt x="956" y="7"/>
                </a:lnTo>
                <a:lnTo>
                  <a:pt x="982" y="10"/>
                </a:lnTo>
                <a:lnTo>
                  <a:pt x="1007" y="14"/>
                </a:lnTo>
                <a:lnTo>
                  <a:pt x="1032" y="18"/>
                </a:lnTo>
                <a:lnTo>
                  <a:pt x="1057" y="23"/>
                </a:lnTo>
                <a:lnTo>
                  <a:pt x="1082" y="29"/>
                </a:lnTo>
                <a:lnTo>
                  <a:pt x="1107" y="35"/>
                </a:lnTo>
                <a:lnTo>
                  <a:pt x="1131" y="41"/>
                </a:lnTo>
                <a:lnTo>
                  <a:pt x="1155" y="48"/>
                </a:lnTo>
                <a:lnTo>
                  <a:pt x="1179" y="56"/>
                </a:lnTo>
                <a:lnTo>
                  <a:pt x="1202" y="64"/>
                </a:lnTo>
                <a:lnTo>
                  <a:pt x="1225" y="73"/>
                </a:lnTo>
                <a:lnTo>
                  <a:pt x="1247" y="82"/>
                </a:lnTo>
                <a:lnTo>
                  <a:pt x="1270" y="92"/>
                </a:lnTo>
                <a:lnTo>
                  <a:pt x="1291" y="102"/>
                </a:lnTo>
                <a:lnTo>
                  <a:pt x="1312" y="114"/>
                </a:lnTo>
                <a:lnTo>
                  <a:pt x="1333" y="125"/>
                </a:lnTo>
                <a:lnTo>
                  <a:pt x="1353" y="136"/>
                </a:lnTo>
                <a:lnTo>
                  <a:pt x="1373" y="148"/>
                </a:lnTo>
                <a:lnTo>
                  <a:pt x="1392" y="161"/>
                </a:lnTo>
                <a:lnTo>
                  <a:pt x="1411" y="174"/>
                </a:lnTo>
                <a:lnTo>
                  <a:pt x="1429" y="187"/>
                </a:lnTo>
                <a:lnTo>
                  <a:pt x="1447" y="201"/>
                </a:lnTo>
                <a:lnTo>
                  <a:pt x="1463" y="215"/>
                </a:lnTo>
                <a:lnTo>
                  <a:pt x="1480" y="230"/>
                </a:lnTo>
                <a:lnTo>
                  <a:pt x="1495" y="244"/>
                </a:lnTo>
                <a:lnTo>
                  <a:pt x="1510" y="260"/>
                </a:lnTo>
                <a:lnTo>
                  <a:pt x="1524" y="275"/>
                </a:lnTo>
                <a:lnTo>
                  <a:pt x="1538" y="291"/>
                </a:lnTo>
                <a:lnTo>
                  <a:pt x="1551" y="307"/>
                </a:lnTo>
                <a:lnTo>
                  <a:pt x="1563" y="324"/>
                </a:lnTo>
                <a:lnTo>
                  <a:pt x="1574" y="340"/>
                </a:lnTo>
                <a:lnTo>
                  <a:pt x="1585" y="357"/>
                </a:lnTo>
                <a:lnTo>
                  <a:pt x="1595" y="374"/>
                </a:lnTo>
                <a:lnTo>
                  <a:pt x="1604" y="392"/>
                </a:lnTo>
                <a:lnTo>
                  <a:pt x="1612" y="409"/>
                </a:lnTo>
                <a:lnTo>
                  <a:pt x="1620" y="427"/>
                </a:lnTo>
                <a:lnTo>
                  <a:pt x="1627" y="445"/>
                </a:lnTo>
                <a:lnTo>
                  <a:pt x="1633" y="463"/>
                </a:lnTo>
                <a:lnTo>
                  <a:pt x="1638" y="481"/>
                </a:lnTo>
                <a:lnTo>
                  <a:pt x="1643" y="500"/>
                </a:lnTo>
                <a:lnTo>
                  <a:pt x="1646" y="518"/>
                </a:lnTo>
                <a:lnTo>
                  <a:pt x="1649" y="537"/>
                </a:lnTo>
                <a:lnTo>
                  <a:pt x="1651" y="555"/>
                </a:lnTo>
                <a:lnTo>
                  <a:pt x="1653" y="574"/>
                </a:lnTo>
                <a:lnTo>
                  <a:pt x="1653" y="592"/>
                </a:lnTo>
                <a:close/>
              </a:path>
            </a:pathLst>
          </a:custGeom>
          <a:solidFill>
            <a:srgbClr val="ffa3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0" name=""/>
          <p:cNvSpPr/>
          <p:nvPr/>
        </p:nvSpPr>
        <p:spPr>
          <a:xfrm>
            <a:off x="7763760" y="2730240"/>
            <a:ext cx="597960" cy="428400"/>
          </a:xfrm>
          <a:custGeom>
            <a:avLst/>
            <a:gdLst/>
            <a:ahLst/>
            <a:rect l="0" t="0" r="r" b="b"/>
            <a:pathLst>
              <a:path w="1661" h="1190">
                <a:moveTo>
                  <a:pt x="1657" y="595"/>
                </a:moveTo>
                <a:lnTo>
                  <a:pt x="1657" y="577"/>
                </a:lnTo>
                <a:lnTo>
                  <a:pt x="1655" y="558"/>
                </a:lnTo>
                <a:lnTo>
                  <a:pt x="1653" y="540"/>
                </a:lnTo>
                <a:lnTo>
                  <a:pt x="1650" y="521"/>
                </a:lnTo>
                <a:lnTo>
                  <a:pt x="1647" y="503"/>
                </a:lnTo>
                <a:lnTo>
                  <a:pt x="1642" y="484"/>
                </a:lnTo>
                <a:lnTo>
                  <a:pt x="1637" y="466"/>
                </a:lnTo>
                <a:lnTo>
                  <a:pt x="1631" y="448"/>
                </a:lnTo>
                <a:lnTo>
                  <a:pt x="1624" y="430"/>
                </a:lnTo>
                <a:lnTo>
                  <a:pt x="1616" y="412"/>
                </a:lnTo>
                <a:lnTo>
                  <a:pt x="1608" y="395"/>
                </a:lnTo>
                <a:lnTo>
                  <a:pt x="1599" y="377"/>
                </a:lnTo>
                <a:lnTo>
                  <a:pt x="1589" y="360"/>
                </a:lnTo>
                <a:lnTo>
                  <a:pt x="1578" y="343"/>
                </a:lnTo>
                <a:lnTo>
                  <a:pt x="1567" y="327"/>
                </a:lnTo>
                <a:lnTo>
                  <a:pt x="1555" y="310"/>
                </a:lnTo>
                <a:lnTo>
                  <a:pt x="1542" y="294"/>
                </a:lnTo>
                <a:lnTo>
                  <a:pt x="1528" y="278"/>
                </a:lnTo>
                <a:lnTo>
                  <a:pt x="1514" y="263"/>
                </a:lnTo>
                <a:lnTo>
                  <a:pt x="1499" y="247"/>
                </a:lnTo>
                <a:lnTo>
                  <a:pt x="1484" y="233"/>
                </a:lnTo>
                <a:lnTo>
                  <a:pt x="1467" y="218"/>
                </a:lnTo>
                <a:lnTo>
                  <a:pt x="1451" y="204"/>
                </a:lnTo>
                <a:lnTo>
                  <a:pt x="1433" y="190"/>
                </a:lnTo>
                <a:lnTo>
                  <a:pt x="1415" y="177"/>
                </a:lnTo>
                <a:lnTo>
                  <a:pt x="1396" y="164"/>
                </a:lnTo>
                <a:lnTo>
                  <a:pt x="1377" y="151"/>
                </a:lnTo>
                <a:lnTo>
                  <a:pt x="1357" y="138"/>
                </a:lnTo>
                <a:lnTo>
                  <a:pt x="1337" y="127"/>
                </a:lnTo>
                <a:lnTo>
                  <a:pt x="1316" y="116"/>
                </a:lnTo>
                <a:lnTo>
                  <a:pt x="1295" y="105"/>
                </a:lnTo>
                <a:lnTo>
                  <a:pt x="1274" y="95"/>
                </a:lnTo>
                <a:lnTo>
                  <a:pt x="1251" y="85"/>
                </a:lnTo>
                <a:lnTo>
                  <a:pt x="1229" y="76"/>
                </a:lnTo>
                <a:lnTo>
                  <a:pt x="1206" y="67"/>
                </a:lnTo>
                <a:lnTo>
                  <a:pt x="1183" y="59"/>
                </a:lnTo>
                <a:lnTo>
                  <a:pt x="1159" y="51"/>
                </a:lnTo>
                <a:lnTo>
                  <a:pt x="1135" y="44"/>
                </a:lnTo>
                <a:lnTo>
                  <a:pt x="1111" y="38"/>
                </a:lnTo>
                <a:lnTo>
                  <a:pt x="1086" y="32"/>
                </a:lnTo>
                <a:lnTo>
                  <a:pt x="1061" y="26"/>
                </a:lnTo>
                <a:lnTo>
                  <a:pt x="1036" y="21"/>
                </a:lnTo>
                <a:lnTo>
                  <a:pt x="1011" y="17"/>
                </a:lnTo>
                <a:lnTo>
                  <a:pt x="986" y="13"/>
                </a:lnTo>
                <a:lnTo>
                  <a:pt x="960" y="10"/>
                </a:lnTo>
                <a:lnTo>
                  <a:pt x="934" y="7"/>
                </a:lnTo>
                <a:lnTo>
                  <a:pt x="909" y="5"/>
                </a:lnTo>
                <a:lnTo>
                  <a:pt x="883" y="4"/>
                </a:lnTo>
                <a:lnTo>
                  <a:pt x="857" y="3"/>
                </a:lnTo>
                <a:lnTo>
                  <a:pt x="830" y="3"/>
                </a:lnTo>
                <a:lnTo>
                  <a:pt x="804" y="3"/>
                </a:lnTo>
                <a:lnTo>
                  <a:pt x="778" y="4"/>
                </a:lnTo>
                <a:lnTo>
                  <a:pt x="752" y="5"/>
                </a:lnTo>
                <a:lnTo>
                  <a:pt x="726" y="7"/>
                </a:lnTo>
                <a:lnTo>
                  <a:pt x="701" y="10"/>
                </a:lnTo>
                <a:lnTo>
                  <a:pt x="675" y="13"/>
                </a:lnTo>
                <a:lnTo>
                  <a:pt x="650" y="17"/>
                </a:lnTo>
                <a:lnTo>
                  <a:pt x="625" y="21"/>
                </a:lnTo>
                <a:lnTo>
                  <a:pt x="600" y="26"/>
                </a:lnTo>
                <a:lnTo>
                  <a:pt x="575" y="32"/>
                </a:lnTo>
                <a:lnTo>
                  <a:pt x="550" y="38"/>
                </a:lnTo>
                <a:lnTo>
                  <a:pt x="526" y="44"/>
                </a:lnTo>
                <a:lnTo>
                  <a:pt x="502" y="51"/>
                </a:lnTo>
                <a:lnTo>
                  <a:pt x="478" y="59"/>
                </a:lnTo>
                <a:lnTo>
                  <a:pt x="455" y="67"/>
                </a:lnTo>
                <a:lnTo>
                  <a:pt x="432" y="76"/>
                </a:lnTo>
                <a:lnTo>
                  <a:pt x="409" y="85"/>
                </a:lnTo>
                <a:lnTo>
                  <a:pt x="387" y="95"/>
                </a:lnTo>
                <a:lnTo>
                  <a:pt x="366" y="105"/>
                </a:lnTo>
                <a:lnTo>
                  <a:pt x="344" y="116"/>
                </a:lnTo>
                <a:lnTo>
                  <a:pt x="324" y="127"/>
                </a:lnTo>
                <a:lnTo>
                  <a:pt x="303" y="138"/>
                </a:lnTo>
                <a:lnTo>
                  <a:pt x="284" y="151"/>
                </a:lnTo>
                <a:lnTo>
                  <a:pt x="265" y="164"/>
                </a:lnTo>
                <a:lnTo>
                  <a:pt x="246" y="177"/>
                </a:lnTo>
                <a:lnTo>
                  <a:pt x="228" y="190"/>
                </a:lnTo>
                <a:lnTo>
                  <a:pt x="210" y="204"/>
                </a:lnTo>
                <a:lnTo>
                  <a:pt x="194" y="218"/>
                </a:lnTo>
                <a:lnTo>
                  <a:pt x="177" y="233"/>
                </a:lnTo>
                <a:lnTo>
                  <a:pt x="162" y="247"/>
                </a:lnTo>
                <a:lnTo>
                  <a:pt x="147" y="263"/>
                </a:lnTo>
                <a:lnTo>
                  <a:pt x="133" y="278"/>
                </a:lnTo>
                <a:lnTo>
                  <a:pt x="119" y="294"/>
                </a:lnTo>
                <a:lnTo>
                  <a:pt x="106" y="310"/>
                </a:lnTo>
                <a:lnTo>
                  <a:pt x="94" y="327"/>
                </a:lnTo>
                <a:lnTo>
                  <a:pt x="83" y="343"/>
                </a:lnTo>
                <a:lnTo>
                  <a:pt x="72" y="360"/>
                </a:lnTo>
                <a:lnTo>
                  <a:pt x="62" y="377"/>
                </a:lnTo>
                <a:lnTo>
                  <a:pt x="53" y="395"/>
                </a:lnTo>
                <a:lnTo>
                  <a:pt x="44" y="412"/>
                </a:lnTo>
                <a:lnTo>
                  <a:pt x="37" y="430"/>
                </a:lnTo>
                <a:lnTo>
                  <a:pt x="30" y="448"/>
                </a:lnTo>
                <a:lnTo>
                  <a:pt x="24" y="466"/>
                </a:lnTo>
                <a:lnTo>
                  <a:pt x="19" y="484"/>
                </a:lnTo>
                <a:lnTo>
                  <a:pt x="14" y="503"/>
                </a:lnTo>
                <a:lnTo>
                  <a:pt x="10" y="521"/>
                </a:lnTo>
                <a:lnTo>
                  <a:pt x="8" y="540"/>
                </a:lnTo>
                <a:lnTo>
                  <a:pt x="6" y="558"/>
                </a:lnTo>
                <a:lnTo>
                  <a:pt x="4" y="577"/>
                </a:lnTo>
                <a:lnTo>
                  <a:pt x="4" y="595"/>
                </a:lnTo>
                <a:lnTo>
                  <a:pt x="4" y="614"/>
                </a:lnTo>
                <a:lnTo>
                  <a:pt x="6" y="632"/>
                </a:lnTo>
                <a:lnTo>
                  <a:pt x="8" y="651"/>
                </a:lnTo>
                <a:lnTo>
                  <a:pt x="10" y="669"/>
                </a:lnTo>
                <a:lnTo>
                  <a:pt x="14" y="688"/>
                </a:lnTo>
                <a:lnTo>
                  <a:pt x="19" y="706"/>
                </a:lnTo>
                <a:lnTo>
                  <a:pt x="24" y="724"/>
                </a:lnTo>
                <a:lnTo>
                  <a:pt x="30" y="742"/>
                </a:lnTo>
                <a:lnTo>
                  <a:pt x="37" y="760"/>
                </a:lnTo>
                <a:lnTo>
                  <a:pt x="44" y="778"/>
                </a:lnTo>
                <a:lnTo>
                  <a:pt x="53" y="796"/>
                </a:lnTo>
                <a:lnTo>
                  <a:pt x="62" y="813"/>
                </a:lnTo>
                <a:lnTo>
                  <a:pt x="72" y="830"/>
                </a:lnTo>
                <a:lnTo>
                  <a:pt x="83" y="847"/>
                </a:lnTo>
                <a:lnTo>
                  <a:pt x="94" y="864"/>
                </a:lnTo>
                <a:lnTo>
                  <a:pt x="106" y="880"/>
                </a:lnTo>
                <a:lnTo>
                  <a:pt x="119" y="897"/>
                </a:lnTo>
                <a:lnTo>
                  <a:pt x="133" y="912"/>
                </a:lnTo>
                <a:lnTo>
                  <a:pt x="147" y="928"/>
                </a:lnTo>
                <a:lnTo>
                  <a:pt x="162" y="943"/>
                </a:lnTo>
                <a:lnTo>
                  <a:pt x="177" y="958"/>
                </a:lnTo>
                <a:lnTo>
                  <a:pt x="194" y="972"/>
                </a:lnTo>
                <a:lnTo>
                  <a:pt x="210" y="987"/>
                </a:lnTo>
                <a:lnTo>
                  <a:pt x="228" y="1000"/>
                </a:lnTo>
                <a:lnTo>
                  <a:pt x="246" y="1014"/>
                </a:lnTo>
                <a:lnTo>
                  <a:pt x="265" y="1027"/>
                </a:lnTo>
                <a:lnTo>
                  <a:pt x="284" y="1039"/>
                </a:lnTo>
                <a:lnTo>
                  <a:pt x="303" y="1051"/>
                </a:lnTo>
                <a:lnTo>
                  <a:pt x="324" y="1063"/>
                </a:lnTo>
                <a:lnTo>
                  <a:pt x="344" y="1074"/>
                </a:lnTo>
                <a:lnTo>
                  <a:pt x="366" y="1085"/>
                </a:lnTo>
                <a:lnTo>
                  <a:pt x="387" y="1095"/>
                </a:lnTo>
                <a:lnTo>
                  <a:pt x="409" y="1105"/>
                </a:lnTo>
                <a:lnTo>
                  <a:pt x="432" y="1114"/>
                </a:lnTo>
                <a:lnTo>
                  <a:pt x="455" y="1123"/>
                </a:lnTo>
                <a:lnTo>
                  <a:pt x="478" y="1131"/>
                </a:lnTo>
                <a:lnTo>
                  <a:pt x="502" y="1138"/>
                </a:lnTo>
                <a:lnTo>
                  <a:pt x="526" y="1145"/>
                </a:lnTo>
                <a:lnTo>
                  <a:pt x="550" y="1152"/>
                </a:lnTo>
                <a:lnTo>
                  <a:pt x="575" y="1158"/>
                </a:lnTo>
                <a:lnTo>
                  <a:pt x="600" y="1164"/>
                </a:lnTo>
                <a:lnTo>
                  <a:pt x="625" y="1168"/>
                </a:lnTo>
                <a:lnTo>
                  <a:pt x="650" y="1173"/>
                </a:lnTo>
                <a:lnTo>
                  <a:pt x="675" y="1177"/>
                </a:lnTo>
                <a:lnTo>
                  <a:pt x="701" y="1180"/>
                </a:lnTo>
                <a:lnTo>
                  <a:pt x="726" y="1182"/>
                </a:lnTo>
                <a:lnTo>
                  <a:pt x="752" y="1184"/>
                </a:lnTo>
                <a:lnTo>
                  <a:pt x="778" y="1186"/>
                </a:lnTo>
                <a:lnTo>
                  <a:pt x="804" y="1187"/>
                </a:lnTo>
                <a:lnTo>
                  <a:pt x="830" y="1187"/>
                </a:lnTo>
                <a:lnTo>
                  <a:pt x="857" y="1187"/>
                </a:lnTo>
                <a:lnTo>
                  <a:pt x="883" y="1186"/>
                </a:lnTo>
                <a:lnTo>
                  <a:pt x="909" y="1184"/>
                </a:lnTo>
                <a:lnTo>
                  <a:pt x="934" y="1182"/>
                </a:lnTo>
                <a:lnTo>
                  <a:pt x="960" y="1180"/>
                </a:lnTo>
                <a:lnTo>
                  <a:pt x="986" y="1177"/>
                </a:lnTo>
                <a:lnTo>
                  <a:pt x="1011" y="1173"/>
                </a:lnTo>
                <a:lnTo>
                  <a:pt x="1036" y="1168"/>
                </a:lnTo>
                <a:lnTo>
                  <a:pt x="1061" y="1164"/>
                </a:lnTo>
                <a:lnTo>
                  <a:pt x="1086" y="1158"/>
                </a:lnTo>
                <a:lnTo>
                  <a:pt x="1111" y="1152"/>
                </a:lnTo>
                <a:lnTo>
                  <a:pt x="1135" y="1145"/>
                </a:lnTo>
                <a:lnTo>
                  <a:pt x="1159" y="1138"/>
                </a:lnTo>
                <a:lnTo>
                  <a:pt x="1183" y="1131"/>
                </a:lnTo>
                <a:lnTo>
                  <a:pt x="1206" y="1123"/>
                </a:lnTo>
                <a:lnTo>
                  <a:pt x="1229" y="1114"/>
                </a:lnTo>
                <a:lnTo>
                  <a:pt x="1251" y="1105"/>
                </a:lnTo>
                <a:lnTo>
                  <a:pt x="1274" y="1095"/>
                </a:lnTo>
                <a:lnTo>
                  <a:pt x="1295" y="1085"/>
                </a:lnTo>
                <a:lnTo>
                  <a:pt x="1316" y="1074"/>
                </a:lnTo>
                <a:lnTo>
                  <a:pt x="1337" y="1063"/>
                </a:lnTo>
                <a:lnTo>
                  <a:pt x="1357" y="1051"/>
                </a:lnTo>
                <a:lnTo>
                  <a:pt x="1377" y="1039"/>
                </a:lnTo>
                <a:lnTo>
                  <a:pt x="1396" y="1027"/>
                </a:lnTo>
                <a:lnTo>
                  <a:pt x="1415" y="1014"/>
                </a:lnTo>
                <a:lnTo>
                  <a:pt x="1433" y="1000"/>
                </a:lnTo>
                <a:lnTo>
                  <a:pt x="1451" y="987"/>
                </a:lnTo>
                <a:lnTo>
                  <a:pt x="1467" y="972"/>
                </a:lnTo>
                <a:lnTo>
                  <a:pt x="1484" y="958"/>
                </a:lnTo>
                <a:lnTo>
                  <a:pt x="1499" y="943"/>
                </a:lnTo>
                <a:lnTo>
                  <a:pt x="1514" y="928"/>
                </a:lnTo>
                <a:lnTo>
                  <a:pt x="1528" y="912"/>
                </a:lnTo>
                <a:lnTo>
                  <a:pt x="1542" y="897"/>
                </a:lnTo>
                <a:lnTo>
                  <a:pt x="1555" y="880"/>
                </a:lnTo>
                <a:lnTo>
                  <a:pt x="1567" y="864"/>
                </a:lnTo>
                <a:lnTo>
                  <a:pt x="1578" y="847"/>
                </a:lnTo>
                <a:lnTo>
                  <a:pt x="1589" y="830"/>
                </a:lnTo>
                <a:lnTo>
                  <a:pt x="1599" y="813"/>
                </a:lnTo>
                <a:lnTo>
                  <a:pt x="1608" y="796"/>
                </a:lnTo>
                <a:lnTo>
                  <a:pt x="1616" y="778"/>
                </a:lnTo>
                <a:lnTo>
                  <a:pt x="1624" y="760"/>
                </a:lnTo>
                <a:lnTo>
                  <a:pt x="1631" y="742"/>
                </a:lnTo>
                <a:lnTo>
                  <a:pt x="1637" y="724"/>
                </a:lnTo>
                <a:lnTo>
                  <a:pt x="1642" y="706"/>
                </a:lnTo>
                <a:lnTo>
                  <a:pt x="1647" y="688"/>
                </a:lnTo>
                <a:lnTo>
                  <a:pt x="1650" y="669"/>
                </a:lnTo>
                <a:lnTo>
                  <a:pt x="1653" y="651"/>
                </a:lnTo>
                <a:lnTo>
                  <a:pt x="1655" y="632"/>
                </a:lnTo>
                <a:lnTo>
                  <a:pt x="1657" y="614"/>
                </a:lnTo>
                <a:lnTo>
                  <a:pt x="1657" y="595"/>
                </a:lnTo>
                <a:moveTo>
                  <a:pt x="1661" y="595"/>
                </a:moveTo>
                <a:lnTo>
                  <a:pt x="1660" y="614"/>
                </a:lnTo>
                <a:lnTo>
                  <a:pt x="1659" y="633"/>
                </a:lnTo>
                <a:lnTo>
                  <a:pt x="1657" y="651"/>
                </a:lnTo>
                <a:lnTo>
                  <a:pt x="1654" y="670"/>
                </a:lnTo>
                <a:lnTo>
                  <a:pt x="1651" y="688"/>
                </a:lnTo>
                <a:lnTo>
                  <a:pt x="1646" y="707"/>
                </a:lnTo>
                <a:lnTo>
                  <a:pt x="1641" y="725"/>
                </a:lnTo>
                <a:lnTo>
                  <a:pt x="1635" y="743"/>
                </a:lnTo>
                <a:lnTo>
                  <a:pt x="1628" y="761"/>
                </a:lnTo>
                <a:lnTo>
                  <a:pt x="1620" y="779"/>
                </a:lnTo>
                <a:lnTo>
                  <a:pt x="1612" y="797"/>
                </a:lnTo>
                <a:lnTo>
                  <a:pt x="1603" y="814"/>
                </a:lnTo>
                <a:lnTo>
                  <a:pt x="1593" y="831"/>
                </a:lnTo>
                <a:lnTo>
                  <a:pt x="1582" y="848"/>
                </a:lnTo>
                <a:lnTo>
                  <a:pt x="1570" y="865"/>
                </a:lnTo>
                <a:lnTo>
                  <a:pt x="1558" y="882"/>
                </a:lnTo>
                <a:lnTo>
                  <a:pt x="1545" y="898"/>
                </a:lnTo>
                <a:lnTo>
                  <a:pt x="1532" y="914"/>
                </a:lnTo>
                <a:lnTo>
                  <a:pt x="1517" y="929"/>
                </a:lnTo>
                <a:lnTo>
                  <a:pt x="1502" y="945"/>
                </a:lnTo>
                <a:lnTo>
                  <a:pt x="1487" y="960"/>
                </a:lnTo>
                <a:lnTo>
                  <a:pt x="1470" y="974"/>
                </a:lnTo>
                <a:lnTo>
                  <a:pt x="1453" y="988"/>
                </a:lnTo>
                <a:lnTo>
                  <a:pt x="1436" y="1002"/>
                </a:lnTo>
                <a:lnTo>
                  <a:pt x="1418" y="1016"/>
                </a:lnTo>
                <a:lnTo>
                  <a:pt x="1399" y="1029"/>
                </a:lnTo>
                <a:lnTo>
                  <a:pt x="1380" y="1041"/>
                </a:lnTo>
                <a:lnTo>
                  <a:pt x="1360" y="1053"/>
                </a:lnTo>
                <a:lnTo>
                  <a:pt x="1340" y="1065"/>
                </a:lnTo>
                <a:lnTo>
                  <a:pt x="1319" y="1076"/>
                </a:lnTo>
                <a:lnTo>
                  <a:pt x="1297" y="1087"/>
                </a:lnTo>
                <a:lnTo>
                  <a:pt x="1276" y="1097"/>
                </a:lnTo>
                <a:lnTo>
                  <a:pt x="1253" y="1107"/>
                </a:lnTo>
                <a:lnTo>
                  <a:pt x="1231" y="1116"/>
                </a:lnTo>
                <a:lnTo>
                  <a:pt x="1208" y="1125"/>
                </a:lnTo>
                <a:lnTo>
                  <a:pt x="1184" y="1133"/>
                </a:lnTo>
                <a:lnTo>
                  <a:pt x="1161" y="1141"/>
                </a:lnTo>
                <a:lnTo>
                  <a:pt x="1136" y="1148"/>
                </a:lnTo>
                <a:lnTo>
                  <a:pt x="1112" y="1155"/>
                </a:lnTo>
                <a:lnTo>
                  <a:pt x="1087" y="1161"/>
                </a:lnTo>
                <a:lnTo>
                  <a:pt x="1062" y="1166"/>
                </a:lnTo>
                <a:lnTo>
                  <a:pt x="1037" y="1171"/>
                </a:lnTo>
                <a:lnTo>
                  <a:pt x="1012" y="1176"/>
                </a:lnTo>
                <a:lnTo>
                  <a:pt x="986" y="1179"/>
                </a:lnTo>
                <a:lnTo>
                  <a:pt x="961" y="1182"/>
                </a:lnTo>
                <a:lnTo>
                  <a:pt x="935" y="1185"/>
                </a:lnTo>
                <a:lnTo>
                  <a:pt x="909" y="1187"/>
                </a:lnTo>
                <a:lnTo>
                  <a:pt x="883" y="1189"/>
                </a:lnTo>
                <a:lnTo>
                  <a:pt x="857" y="1190"/>
                </a:lnTo>
                <a:lnTo>
                  <a:pt x="830" y="1190"/>
                </a:lnTo>
                <a:lnTo>
                  <a:pt x="804" y="1190"/>
                </a:lnTo>
                <a:lnTo>
                  <a:pt x="778" y="1189"/>
                </a:lnTo>
                <a:lnTo>
                  <a:pt x="752" y="1187"/>
                </a:lnTo>
                <a:lnTo>
                  <a:pt x="726" y="1185"/>
                </a:lnTo>
                <a:lnTo>
                  <a:pt x="700" y="1182"/>
                </a:lnTo>
                <a:lnTo>
                  <a:pt x="674" y="1179"/>
                </a:lnTo>
                <a:lnTo>
                  <a:pt x="649" y="1176"/>
                </a:lnTo>
                <a:lnTo>
                  <a:pt x="624" y="1171"/>
                </a:lnTo>
                <a:lnTo>
                  <a:pt x="598" y="1166"/>
                </a:lnTo>
                <a:lnTo>
                  <a:pt x="574" y="1161"/>
                </a:lnTo>
                <a:lnTo>
                  <a:pt x="549" y="1155"/>
                </a:lnTo>
                <a:lnTo>
                  <a:pt x="524" y="1148"/>
                </a:lnTo>
                <a:lnTo>
                  <a:pt x="500" y="1141"/>
                </a:lnTo>
                <a:lnTo>
                  <a:pt x="477" y="1133"/>
                </a:lnTo>
                <a:lnTo>
                  <a:pt x="453" y="1125"/>
                </a:lnTo>
                <a:lnTo>
                  <a:pt x="430" y="1116"/>
                </a:lnTo>
                <a:lnTo>
                  <a:pt x="408" y="1107"/>
                </a:lnTo>
                <a:lnTo>
                  <a:pt x="385" y="1097"/>
                </a:lnTo>
                <a:lnTo>
                  <a:pt x="364" y="1087"/>
                </a:lnTo>
                <a:lnTo>
                  <a:pt x="342" y="1076"/>
                </a:lnTo>
                <a:lnTo>
                  <a:pt x="321" y="1065"/>
                </a:lnTo>
                <a:lnTo>
                  <a:pt x="301" y="1053"/>
                </a:lnTo>
                <a:lnTo>
                  <a:pt x="281" y="1041"/>
                </a:lnTo>
                <a:lnTo>
                  <a:pt x="262" y="1029"/>
                </a:lnTo>
                <a:lnTo>
                  <a:pt x="243" y="1016"/>
                </a:lnTo>
                <a:lnTo>
                  <a:pt x="225" y="1002"/>
                </a:lnTo>
                <a:lnTo>
                  <a:pt x="207" y="988"/>
                </a:lnTo>
                <a:lnTo>
                  <a:pt x="191" y="974"/>
                </a:lnTo>
                <a:lnTo>
                  <a:pt x="174" y="960"/>
                </a:lnTo>
                <a:lnTo>
                  <a:pt x="159" y="945"/>
                </a:lnTo>
                <a:lnTo>
                  <a:pt x="144" y="929"/>
                </a:lnTo>
                <a:lnTo>
                  <a:pt x="129" y="914"/>
                </a:lnTo>
                <a:lnTo>
                  <a:pt x="116" y="898"/>
                </a:lnTo>
                <a:lnTo>
                  <a:pt x="103" y="882"/>
                </a:lnTo>
                <a:lnTo>
                  <a:pt x="91" y="865"/>
                </a:lnTo>
                <a:lnTo>
                  <a:pt x="79" y="848"/>
                </a:lnTo>
                <a:lnTo>
                  <a:pt x="68" y="831"/>
                </a:lnTo>
                <a:lnTo>
                  <a:pt x="58" y="814"/>
                </a:lnTo>
                <a:lnTo>
                  <a:pt x="49" y="797"/>
                </a:lnTo>
                <a:lnTo>
                  <a:pt x="41" y="779"/>
                </a:lnTo>
                <a:lnTo>
                  <a:pt x="33" y="761"/>
                </a:lnTo>
                <a:lnTo>
                  <a:pt x="26" y="743"/>
                </a:lnTo>
                <a:lnTo>
                  <a:pt x="20" y="725"/>
                </a:lnTo>
                <a:lnTo>
                  <a:pt x="15" y="707"/>
                </a:lnTo>
                <a:lnTo>
                  <a:pt x="10" y="688"/>
                </a:lnTo>
                <a:lnTo>
                  <a:pt x="7" y="670"/>
                </a:lnTo>
                <a:lnTo>
                  <a:pt x="4" y="651"/>
                </a:lnTo>
                <a:lnTo>
                  <a:pt x="2" y="633"/>
                </a:lnTo>
                <a:lnTo>
                  <a:pt x="1" y="614"/>
                </a:lnTo>
                <a:lnTo>
                  <a:pt x="0" y="595"/>
                </a:lnTo>
                <a:lnTo>
                  <a:pt x="1" y="577"/>
                </a:lnTo>
                <a:lnTo>
                  <a:pt x="2" y="558"/>
                </a:lnTo>
                <a:lnTo>
                  <a:pt x="4" y="539"/>
                </a:lnTo>
                <a:lnTo>
                  <a:pt x="7" y="521"/>
                </a:lnTo>
                <a:lnTo>
                  <a:pt x="10" y="502"/>
                </a:lnTo>
                <a:lnTo>
                  <a:pt x="15" y="484"/>
                </a:lnTo>
                <a:lnTo>
                  <a:pt x="20" y="466"/>
                </a:lnTo>
                <a:lnTo>
                  <a:pt x="26" y="447"/>
                </a:lnTo>
                <a:lnTo>
                  <a:pt x="33" y="429"/>
                </a:lnTo>
                <a:lnTo>
                  <a:pt x="41" y="412"/>
                </a:lnTo>
                <a:lnTo>
                  <a:pt x="49" y="394"/>
                </a:lnTo>
                <a:lnTo>
                  <a:pt x="58" y="376"/>
                </a:lnTo>
                <a:lnTo>
                  <a:pt x="68" y="359"/>
                </a:lnTo>
                <a:lnTo>
                  <a:pt x="79" y="342"/>
                </a:lnTo>
                <a:lnTo>
                  <a:pt x="91" y="325"/>
                </a:lnTo>
                <a:lnTo>
                  <a:pt x="103" y="309"/>
                </a:lnTo>
                <a:lnTo>
                  <a:pt x="116" y="293"/>
                </a:lnTo>
                <a:lnTo>
                  <a:pt x="129" y="277"/>
                </a:lnTo>
                <a:lnTo>
                  <a:pt x="144" y="261"/>
                </a:lnTo>
                <a:lnTo>
                  <a:pt x="159" y="246"/>
                </a:lnTo>
                <a:lnTo>
                  <a:pt x="174" y="231"/>
                </a:lnTo>
                <a:lnTo>
                  <a:pt x="191" y="216"/>
                </a:lnTo>
                <a:lnTo>
                  <a:pt x="207" y="202"/>
                </a:lnTo>
                <a:lnTo>
                  <a:pt x="225" y="188"/>
                </a:lnTo>
                <a:lnTo>
                  <a:pt x="243" y="175"/>
                </a:lnTo>
                <a:lnTo>
                  <a:pt x="262" y="162"/>
                </a:lnTo>
                <a:lnTo>
                  <a:pt x="281" y="149"/>
                </a:lnTo>
                <a:lnTo>
                  <a:pt x="301" y="136"/>
                </a:lnTo>
                <a:lnTo>
                  <a:pt x="321" y="125"/>
                </a:lnTo>
                <a:lnTo>
                  <a:pt x="342" y="113"/>
                </a:lnTo>
                <a:lnTo>
                  <a:pt x="364" y="103"/>
                </a:lnTo>
                <a:lnTo>
                  <a:pt x="385" y="92"/>
                </a:lnTo>
                <a:lnTo>
                  <a:pt x="408" y="83"/>
                </a:lnTo>
                <a:lnTo>
                  <a:pt x="430" y="73"/>
                </a:lnTo>
                <a:lnTo>
                  <a:pt x="453" y="65"/>
                </a:lnTo>
                <a:lnTo>
                  <a:pt x="477" y="56"/>
                </a:lnTo>
                <a:lnTo>
                  <a:pt x="500" y="49"/>
                </a:lnTo>
                <a:lnTo>
                  <a:pt x="524" y="42"/>
                </a:lnTo>
                <a:lnTo>
                  <a:pt x="549" y="35"/>
                </a:lnTo>
                <a:lnTo>
                  <a:pt x="574" y="29"/>
                </a:lnTo>
                <a:lnTo>
                  <a:pt x="598" y="23"/>
                </a:lnTo>
                <a:lnTo>
                  <a:pt x="624" y="18"/>
                </a:lnTo>
                <a:lnTo>
                  <a:pt x="649" y="14"/>
                </a:lnTo>
                <a:lnTo>
                  <a:pt x="674" y="10"/>
                </a:lnTo>
                <a:lnTo>
                  <a:pt x="700" y="7"/>
                </a:lnTo>
                <a:lnTo>
                  <a:pt x="726" y="4"/>
                </a:lnTo>
                <a:lnTo>
                  <a:pt x="752" y="2"/>
                </a:lnTo>
                <a:lnTo>
                  <a:pt x="778" y="1"/>
                </a:lnTo>
                <a:lnTo>
                  <a:pt x="804" y="0"/>
                </a:lnTo>
                <a:lnTo>
                  <a:pt x="830" y="0"/>
                </a:lnTo>
                <a:lnTo>
                  <a:pt x="857" y="0"/>
                </a:lnTo>
                <a:lnTo>
                  <a:pt x="883" y="1"/>
                </a:lnTo>
                <a:lnTo>
                  <a:pt x="909" y="2"/>
                </a:lnTo>
                <a:lnTo>
                  <a:pt x="935" y="4"/>
                </a:lnTo>
                <a:lnTo>
                  <a:pt x="961" y="7"/>
                </a:lnTo>
                <a:lnTo>
                  <a:pt x="986" y="10"/>
                </a:lnTo>
                <a:lnTo>
                  <a:pt x="1012" y="14"/>
                </a:lnTo>
                <a:lnTo>
                  <a:pt x="1037" y="18"/>
                </a:lnTo>
                <a:lnTo>
                  <a:pt x="1062" y="23"/>
                </a:lnTo>
                <a:lnTo>
                  <a:pt x="1087" y="29"/>
                </a:lnTo>
                <a:lnTo>
                  <a:pt x="1112" y="35"/>
                </a:lnTo>
                <a:lnTo>
                  <a:pt x="1136" y="42"/>
                </a:lnTo>
                <a:lnTo>
                  <a:pt x="1161" y="49"/>
                </a:lnTo>
                <a:lnTo>
                  <a:pt x="1184" y="56"/>
                </a:lnTo>
                <a:lnTo>
                  <a:pt x="1208" y="65"/>
                </a:lnTo>
                <a:lnTo>
                  <a:pt x="1231" y="73"/>
                </a:lnTo>
                <a:lnTo>
                  <a:pt x="1253" y="83"/>
                </a:lnTo>
                <a:lnTo>
                  <a:pt x="1276" y="92"/>
                </a:lnTo>
                <a:lnTo>
                  <a:pt x="1297" y="103"/>
                </a:lnTo>
                <a:lnTo>
                  <a:pt x="1319" y="113"/>
                </a:lnTo>
                <a:lnTo>
                  <a:pt x="1340" y="125"/>
                </a:lnTo>
                <a:lnTo>
                  <a:pt x="1360" y="136"/>
                </a:lnTo>
                <a:lnTo>
                  <a:pt x="1380" y="149"/>
                </a:lnTo>
                <a:lnTo>
                  <a:pt x="1399" y="162"/>
                </a:lnTo>
                <a:lnTo>
                  <a:pt x="1418" y="175"/>
                </a:lnTo>
                <a:lnTo>
                  <a:pt x="1436" y="188"/>
                </a:lnTo>
                <a:lnTo>
                  <a:pt x="1453" y="202"/>
                </a:lnTo>
                <a:lnTo>
                  <a:pt x="1470" y="216"/>
                </a:lnTo>
                <a:lnTo>
                  <a:pt x="1487" y="231"/>
                </a:lnTo>
                <a:lnTo>
                  <a:pt x="1502" y="246"/>
                </a:lnTo>
                <a:lnTo>
                  <a:pt x="1517" y="261"/>
                </a:lnTo>
                <a:lnTo>
                  <a:pt x="1532" y="277"/>
                </a:lnTo>
                <a:lnTo>
                  <a:pt x="1545" y="293"/>
                </a:lnTo>
                <a:lnTo>
                  <a:pt x="1558" y="309"/>
                </a:lnTo>
                <a:lnTo>
                  <a:pt x="1570" y="325"/>
                </a:lnTo>
                <a:lnTo>
                  <a:pt x="1582" y="342"/>
                </a:lnTo>
                <a:lnTo>
                  <a:pt x="1593" y="359"/>
                </a:lnTo>
                <a:lnTo>
                  <a:pt x="1603" y="376"/>
                </a:lnTo>
                <a:lnTo>
                  <a:pt x="1612" y="394"/>
                </a:lnTo>
                <a:lnTo>
                  <a:pt x="1620" y="412"/>
                </a:lnTo>
                <a:lnTo>
                  <a:pt x="1628" y="429"/>
                </a:lnTo>
                <a:lnTo>
                  <a:pt x="1635" y="447"/>
                </a:lnTo>
                <a:lnTo>
                  <a:pt x="1641" y="466"/>
                </a:lnTo>
                <a:lnTo>
                  <a:pt x="1646" y="484"/>
                </a:lnTo>
                <a:lnTo>
                  <a:pt x="1651" y="502"/>
                </a:lnTo>
                <a:lnTo>
                  <a:pt x="1654" y="521"/>
                </a:lnTo>
                <a:lnTo>
                  <a:pt x="1657" y="539"/>
                </a:lnTo>
                <a:lnTo>
                  <a:pt x="1659" y="558"/>
                </a:lnTo>
                <a:lnTo>
                  <a:pt x="1660" y="577"/>
                </a:lnTo>
                <a:lnTo>
                  <a:pt x="1661" y="595"/>
                </a:lnTo>
                <a:close/>
              </a:path>
            </a:pathLst>
          </a:custGeom>
          <a:solidFill>
            <a:srgbClr val="ffa3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1" name=""/>
          <p:cNvSpPr/>
          <p:nvPr/>
        </p:nvSpPr>
        <p:spPr>
          <a:xfrm>
            <a:off x="7760880" y="2728080"/>
            <a:ext cx="603720" cy="432360"/>
          </a:xfrm>
          <a:custGeom>
            <a:avLst/>
            <a:gdLst/>
            <a:ahLst/>
            <a:rect l="0" t="0" r="r" b="b"/>
            <a:pathLst>
              <a:path w="1677" h="1201">
                <a:moveTo>
                  <a:pt x="1669" y="601"/>
                </a:moveTo>
                <a:lnTo>
                  <a:pt x="1668" y="583"/>
                </a:lnTo>
                <a:lnTo>
                  <a:pt x="1667" y="564"/>
                </a:lnTo>
                <a:lnTo>
                  <a:pt x="1665" y="545"/>
                </a:lnTo>
                <a:lnTo>
                  <a:pt x="1662" y="527"/>
                </a:lnTo>
                <a:lnTo>
                  <a:pt x="1659" y="508"/>
                </a:lnTo>
                <a:lnTo>
                  <a:pt x="1654" y="490"/>
                </a:lnTo>
                <a:lnTo>
                  <a:pt x="1649" y="472"/>
                </a:lnTo>
                <a:lnTo>
                  <a:pt x="1643" y="453"/>
                </a:lnTo>
                <a:lnTo>
                  <a:pt x="1636" y="435"/>
                </a:lnTo>
                <a:lnTo>
                  <a:pt x="1628" y="418"/>
                </a:lnTo>
                <a:lnTo>
                  <a:pt x="1620" y="400"/>
                </a:lnTo>
                <a:lnTo>
                  <a:pt x="1611" y="382"/>
                </a:lnTo>
                <a:lnTo>
                  <a:pt x="1601" y="365"/>
                </a:lnTo>
                <a:lnTo>
                  <a:pt x="1590" y="348"/>
                </a:lnTo>
                <a:lnTo>
                  <a:pt x="1578" y="331"/>
                </a:lnTo>
                <a:lnTo>
                  <a:pt x="1566" y="315"/>
                </a:lnTo>
                <a:lnTo>
                  <a:pt x="1553" y="299"/>
                </a:lnTo>
                <a:lnTo>
                  <a:pt x="1540" y="283"/>
                </a:lnTo>
                <a:lnTo>
                  <a:pt x="1525" y="267"/>
                </a:lnTo>
                <a:lnTo>
                  <a:pt x="1510" y="252"/>
                </a:lnTo>
                <a:lnTo>
                  <a:pt x="1495" y="237"/>
                </a:lnTo>
                <a:lnTo>
                  <a:pt x="1478" y="221"/>
                </a:lnTo>
                <a:lnTo>
                  <a:pt x="1461" y="207"/>
                </a:lnTo>
                <a:lnTo>
                  <a:pt x="1444" y="193"/>
                </a:lnTo>
                <a:lnTo>
                  <a:pt x="1426" y="180"/>
                </a:lnTo>
                <a:lnTo>
                  <a:pt x="1407" y="167"/>
                </a:lnTo>
                <a:lnTo>
                  <a:pt x="1388" y="154"/>
                </a:lnTo>
                <a:lnTo>
                  <a:pt x="1368" y="142"/>
                </a:lnTo>
                <a:lnTo>
                  <a:pt x="1348" y="131"/>
                </a:lnTo>
                <a:lnTo>
                  <a:pt x="1327" y="119"/>
                </a:lnTo>
                <a:lnTo>
                  <a:pt x="1305" y="109"/>
                </a:lnTo>
                <a:lnTo>
                  <a:pt x="1284" y="98"/>
                </a:lnTo>
                <a:lnTo>
                  <a:pt x="1261" y="89"/>
                </a:lnTo>
                <a:lnTo>
                  <a:pt x="1239" y="79"/>
                </a:lnTo>
                <a:lnTo>
                  <a:pt x="1216" y="71"/>
                </a:lnTo>
                <a:lnTo>
                  <a:pt x="1192" y="62"/>
                </a:lnTo>
                <a:lnTo>
                  <a:pt x="1169" y="55"/>
                </a:lnTo>
                <a:lnTo>
                  <a:pt x="1144" y="48"/>
                </a:lnTo>
                <a:lnTo>
                  <a:pt x="1120" y="41"/>
                </a:lnTo>
                <a:lnTo>
                  <a:pt x="1095" y="35"/>
                </a:lnTo>
                <a:lnTo>
                  <a:pt x="1070" y="29"/>
                </a:lnTo>
                <a:lnTo>
                  <a:pt x="1044" y="24"/>
                </a:lnTo>
                <a:lnTo>
                  <a:pt x="1019" y="20"/>
                </a:lnTo>
                <a:lnTo>
                  <a:pt x="993" y="16"/>
                </a:lnTo>
                <a:lnTo>
                  <a:pt x="968" y="13"/>
                </a:lnTo>
                <a:lnTo>
                  <a:pt x="942" y="10"/>
                </a:lnTo>
                <a:lnTo>
                  <a:pt x="916" y="8"/>
                </a:lnTo>
                <a:lnTo>
                  <a:pt x="890" y="7"/>
                </a:lnTo>
                <a:lnTo>
                  <a:pt x="864" y="6"/>
                </a:lnTo>
                <a:lnTo>
                  <a:pt x="838" y="6"/>
                </a:lnTo>
                <a:lnTo>
                  <a:pt x="812" y="6"/>
                </a:lnTo>
                <a:lnTo>
                  <a:pt x="786" y="7"/>
                </a:lnTo>
                <a:lnTo>
                  <a:pt x="760" y="8"/>
                </a:lnTo>
                <a:lnTo>
                  <a:pt x="734" y="10"/>
                </a:lnTo>
                <a:lnTo>
                  <a:pt x="708" y="13"/>
                </a:lnTo>
                <a:lnTo>
                  <a:pt x="682" y="16"/>
                </a:lnTo>
                <a:lnTo>
                  <a:pt x="657" y="20"/>
                </a:lnTo>
                <a:lnTo>
                  <a:pt x="632" y="24"/>
                </a:lnTo>
                <a:lnTo>
                  <a:pt x="606" y="29"/>
                </a:lnTo>
                <a:lnTo>
                  <a:pt x="582" y="35"/>
                </a:lnTo>
                <a:lnTo>
                  <a:pt x="557" y="41"/>
                </a:lnTo>
                <a:lnTo>
                  <a:pt x="532" y="48"/>
                </a:lnTo>
                <a:lnTo>
                  <a:pt x="508" y="55"/>
                </a:lnTo>
                <a:lnTo>
                  <a:pt x="485" y="62"/>
                </a:lnTo>
                <a:lnTo>
                  <a:pt x="461" y="71"/>
                </a:lnTo>
                <a:lnTo>
                  <a:pt x="438" y="79"/>
                </a:lnTo>
                <a:lnTo>
                  <a:pt x="416" y="89"/>
                </a:lnTo>
                <a:lnTo>
                  <a:pt x="393" y="98"/>
                </a:lnTo>
                <a:lnTo>
                  <a:pt x="372" y="109"/>
                </a:lnTo>
                <a:lnTo>
                  <a:pt x="350" y="119"/>
                </a:lnTo>
                <a:lnTo>
                  <a:pt x="329" y="131"/>
                </a:lnTo>
                <a:lnTo>
                  <a:pt x="309" y="142"/>
                </a:lnTo>
                <a:lnTo>
                  <a:pt x="289" y="154"/>
                </a:lnTo>
                <a:lnTo>
                  <a:pt x="270" y="167"/>
                </a:lnTo>
                <a:lnTo>
                  <a:pt x="251" y="180"/>
                </a:lnTo>
                <a:lnTo>
                  <a:pt x="233" y="193"/>
                </a:lnTo>
                <a:lnTo>
                  <a:pt x="215" y="207"/>
                </a:lnTo>
                <a:lnTo>
                  <a:pt x="199" y="221"/>
                </a:lnTo>
                <a:lnTo>
                  <a:pt x="182" y="237"/>
                </a:lnTo>
                <a:lnTo>
                  <a:pt x="167" y="252"/>
                </a:lnTo>
                <a:lnTo>
                  <a:pt x="152" y="267"/>
                </a:lnTo>
                <a:lnTo>
                  <a:pt x="137" y="283"/>
                </a:lnTo>
                <a:lnTo>
                  <a:pt x="124" y="299"/>
                </a:lnTo>
                <a:lnTo>
                  <a:pt x="111" y="315"/>
                </a:lnTo>
                <a:lnTo>
                  <a:pt x="99" y="331"/>
                </a:lnTo>
                <a:lnTo>
                  <a:pt x="87" y="348"/>
                </a:lnTo>
                <a:lnTo>
                  <a:pt x="76" y="365"/>
                </a:lnTo>
                <a:lnTo>
                  <a:pt x="66" y="382"/>
                </a:lnTo>
                <a:lnTo>
                  <a:pt x="57" y="400"/>
                </a:lnTo>
                <a:lnTo>
                  <a:pt x="49" y="418"/>
                </a:lnTo>
                <a:lnTo>
                  <a:pt x="41" y="435"/>
                </a:lnTo>
                <a:lnTo>
                  <a:pt x="34" y="453"/>
                </a:lnTo>
                <a:lnTo>
                  <a:pt x="28" y="472"/>
                </a:lnTo>
                <a:lnTo>
                  <a:pt x="23" y="490"/>
                </a:lnTo>
                <a:lnTo>
                  <a:pt x="18" y="508"/>
                </a:lnTo>
                <a:lnTo>
                  <a:pt x="15" y="527"/>
                </a:lnTo>
                <a:lnTo>
                  <a:pt x="12" y="545"/>
                </a:lnTo>
                <a:lnTo>
                  <a:pt x="10" y="564"/>
                </a:lnTo>
                <a:lnTo>
                  <a:pt x="9" y="583"/>
                </a:lnTo>
                <a:lnTo>
                  <a:pt x="8" y="601"/>
                </a:lnTo>
                <a:lnTo>
                  <a:pt x="9" y="620"/>
                </a:lnTo>
                <a:lnTo>
                  <a:pt x="10" y="639"/>
                </a:lnTo>
                <a:lnTo>
                  <a:pt x="12" y="657"/>
                </a:lnTo>
                <a:lnTo>
                  <a:pt x="15" y="676"/>
                </a:lnTo>
                <a:lnTo>
                  <a:pt x="18" y="694"/>
                </a:lnTo>
                <a:lnTo>
                  <a:pt x="23" y="713"/>
                </a:lnTo>
                <a:lnTo>
                  <a:pt x="28" y="731"/>
                </a:lnTo>
                <a:lnTo>
                  <a:pt x="34" y="749"/>
                </a:lnTo>
                <a:lnTo>
                  <a:pt x="41" y="767"/>
                </a:lnTo>
                <a:lnTo>
                  <a:pt x="49" y="785"/>
                </a:lnTo>
                <a:lnTo>
                  <a:pt x="57" y="803"/>
                </a:lnTo>
                <a:lnTo>
                  <a:pt x="66" y="820"/>
                </a:lnTo>
                <a:lnTo>
                  <a:pt x="76" y="837"/>
                </a:lnTo>
                <a:lnTo>
                  <a:pt x="87" y="854"/>
                </a:lnTo>
                <a:lnTo>
                  <a:pt x="99" y="871"/>
                </a:lnTo>
                <a:lnTo>
                  <a:pt x="111" y="888"/>
                </a:lnTo>
                <a:lnTo>
                  <a:pt x="124" y="904"/>
                </a:lnTo>
                <a:lnTo>
                  <a:pt x="137" y="920"/>
                </a:lnTo>
                <a:lnTo>
                  <a:pt x="152" y="935"/>
                </a:lnTo>
                <a:lnTo>
                  <a:pt x="167" y="951"/>
                </a:lnTo>
                <a:lnTo>
                  <a:pt x="182" y="966"/>
                </a:lnTo>
                <a:lnTo>
                  <a:pt x="199" y="980"/>
                </a:lnTo>
                <a:lnTo>
                  <a:pt x="215" y="994"/>
                </a:lnTo>
                <a:lnTo>
                  <a:pt x="233" y="1008"/>
                </a:lnTo>
                <a:lnTo>
                  <a:pt x="251" y="1022"/>
                </a:lnTo>
                <a:lnTo>
                  <a:pt x="270" y="1035"/>
                </a:lnTo>
                <a:lnTo>
                  <a:pt x="289" y="1047"/>
                </a:lnTo>
                <a:lnTo>
                  <a:pt x="309" y="1059"/>
                </a:lnTo>
                <a:lnTo>
                  <a:pt x="329" y="1071"/>
                </a:lnTo>
                <a:lnTo>
                  <a:pt x="350" y="1082"/>
                </a:lnTo>
                <a:lnTo>
                  <a:pt x="372" y="1093"/>
                </a:lnTo>
                <a:lnTo>
                  <a:pt x="393" y="1103"/>
                </a:lnTo>
                <a:lnTo>
                  <a:pt x="416" y="1113"/>
                </a:lnTo>
                <a:lnTo>
                  <a:pt x="438" y="1122"/>
                </a:lnTo>
                <a:lnTo>
                  <a:pt x="461" y="1131"/>
                </a:lnTo>
                <a:lnTo>
                  <a:pt x="485" y="1139"/>
                </a:lnTo>
                <a:lnTo>
                  <a:pt x="508" y="1147"/>
                </a:lnTo>
                <a:lnTo>
                  <a:pt x="532" y="1154"/>
                </a:lnTo>
                <a:lnTo>
                  <a:pt x="557" y="1161"/>
                </a:lnTo>
                <a:lnTo>
                  <a:pt x="582" y="1167"/>
                </a:lnTo>
                <a:lnTo>
                  <a:pt x="606" y="1172"/>
                </a:lnTo>
                <a:lnTo>
                  <a:pt x="632" y="1177"/>
                </a:lnTo>
                <a:lnTo>
                  <a:pt x="657" y="1182"/>
                </a:lnTo>
                <a:lnTo>
                  <a:pt x="682" y="1185"/>
                </a:lnTo>
                <a:lnTo>
                  <a:pt x="708" y="1188"/>
                </a:lnTo>
                <a:lnTo>
                  <a:pt x="734" y="1191"/>
                </a:lnTo>
                <a:lnTo>
                  <a:pt x="760" y="1193"/>
                </a:lnTo>
                <a:lnTo>
                  <a:pt x="786" y="1195"/>
                </a:lnTo>
                <a:lnTo>
                  <a:pt x="812" y="1196"/>
                </a:lnTo>
                <a:lnTo>
                  <a:pt x="838" y="1196"/>
                </a:lnTo>
                <a:lnTo>
                  <a:pt x="864" y="1196"/>
                </a:lnTo>
                <a:lnTo>
                  <a:pt x="890" y="1195"/>
                </a:lnTo>
                <a:lnTo>
                  <a:pt x="916" y="1193"/>
                </a:lnTo>
                <a:lnTo>
                  <a:pt x="942" y="1191"/>
                </a:lnTo>
                <a:lnTo>
                  <a:pt x="968" y="1188"/>
                </a:lnTo>
                <a:lnTo>
                  <a:pt x="993" y="1185"/>
                </a:lnTo>
                <a:lnTo>
                  <a:pt x="1019" y="1182"/>
                </a:lnTo>
                <a:lnTo>
                  <a:pt x="1044" y="1177"/>
                </a:lnTo>
                <a:lnTo>
                  <a:pt x="1070" y="1172"/>
                </a:lnTo>
                <a:lnTo>
                  <a:pt x="1095" y="1167"/>
                </a:lnTo>
                <a:lnTo>
                  <a:pt x="1120" y="1161"/>
                </a:lnTo>
                <a:lnTo>
                  <a:pt x="1144" y="1154"/>
                </a:lnTo>
                <a:lnTo>
                  <a:pt x="1169" y="1147"/>
                </a:lnTo>
                <a:lnTo>
                  <a:pt x="1192" y="1139"/>
                </a:lnTo>
                <a:lnTo>
                  <a:pt x="1216" y="1131"/>
                </a:lnTo>
                <a:lnTo>
                  <a:pt x="1239" y="1122"/>
                </a:lnTo>
                <a:lnTo>
                  <a:pt x="1261" y="1113"/>
                </a:lnTo>
                <a:lnTo>
                  <a:pt x="1284" y="1103"/>
                </a:lnTo>
                <a:lnTo>
                  <a:pt x="1305" y="1093"/>
                </a:lnTo>
                <a:lnTo>
                  <a:pt x="1327" y="1082"/>
                </a:lnTo>
                <a:lnTo>
                  <a:pt x="1348" y="1071"/>
                </a:lnTo>
                <a:lnTo>
                  <a:pt x="1368" y="1059"/>
                </a:lnTo>
                <a:lnTo>
                  <a:pt x="1388" y="1047"/>
                </a:lnTo>
                <a:lnTo>
                  <a:pt x="1407" y="1035"/>
                </a:lnTo>
                <a:lnTo>
                  <a:pt x="1426" y="1022"/>
                </a:lnTo>
                <a:lnTo>
                  <a:pt x="1444" y="1008"/>
                </a:lnTo>
                <a:lnTo>
                  <a:pt x="1461" y="994"/>
                </a:lnTo>
                <a:lnTo>
                  <a:pt x="1478" y="980"/>
                </a:lnTo>
                <a:lnTo>
                  <a:pt x="1495" y="966"/>
                </a:lnTo>
                <a:lnTo>
                  <a:pt x="1510" y="951"/>
                </a:lnTo>
                <a:lnTo>
                  <a:pt x="1525" y="935"/>
                </a:lnTo>
                <a:lnTo>
                  <a:pt x="1540" y="920"/>
                </a:lnTo>
                <a:lnTo>
                  <a:pt x="1553" y="904"/>
                </a:lnTo>
                <a:lnTo>
                  <a:pt x="1566" y="888"/>
                </a:lnTo>
                <a:lnTo>
                  <a:pt x="1578" y="871"/>
                </a:lnTo>
                <a:lnTo>
                  <a:pt x="1590" y="854"/>
                </a:lnTo>
                <a:lnTo>
                  <a:pt x="1601" y="837"/>
                </a:lnTo>
                <a:lnTo>
                  <a:pt x="1611" y="820"/>
                </a:lnTo>
                <a:lnTo>
                  <a:pt x="1620" y="803"/>
                </a:lnTo>
                <a:lnTo>
                  <a:pt x="1628" y="785"/>
                </a:lnTo>
                <a:lnTo>
                  <a:pt x="1636" y="767"/>
                </a:lnTo>
                <a:lnTo>
                  <a:pt x="1643" y="749"/>
                </a:lnTo>
                <a:lnTo>
                  <a:pt x="1649" y="731"/>
                </a:lnTo>
                <a:lnTo>
                  <a:pt x="1654" y="713"/>
                </a:lnTo>
                <a:lnTo>
                  <a:pt x="1659" y="694"/>
                </a:lnTo>
                <a:lnTo>
                  <a:pt x="1662" y="676"/>
                </a:lnTo>
                <a:lnTo>
                  <a:pt x="1665" y="657"/>
                </a:lnTo>
                <a:lnTo>
                  <a:pt x="1667" y="639"/>
                </a:lnTo>
                <a:lnTo>
                  <a:pt x="1668" y="620"/>
                </a:lnTo>
                <a:lnTo>
                  <a:pt x="1669" y="601"/>
                </a:lnTo>
                <a:moveTo>
                  <a:pt x="1677" y="601"/>
                </a:moveTo>
                <a:lnTo>
                  <a:pt x="1676" y="620"/>
                </a:lnTo>
                <a:lnTo>
                  <a:pt x="1675" y="639"/>
                </a:lnTo>
                <a:lnTo>
                  <a:pt x="1673" y="658"/>
                </a:lnTo>
                <a:lnTo>
                  <a:pt x="1670" y="677"/>
                </a:lnTo>
                <a:lnTo>
                  <a:pt x="1666" y="695"/>
                </a:lnTo>
                <a:lnTo>
                  <a:pt x="1662" y="714"/>
                </a:lnTo>
                <a:lnTo>
                  <a:pt x="1656" y="732"/>
                </a:lnTo>
                <a:lnTo>
                  <a:pt x="1650" y="751"/>
                </a:lnTo>
                <a:lnTo>
                  <a:pt x="1643" y="769"/>
                </a:lnTo>
                <a:lnTo>
                  <a:pt x="1636" y="787"/>
                </a:lnTo>
                <a:lnTo>
                  <a:pt x="1627" y="805"/>
                </a:lnTo>
                <a:lnTo>
                  <a:pt x="1618" y="822"/>
                </a:lnTo>
                <a:lnTo>
                  <a:pt x="1608" y="840"/>
                </a:lnTo>
                <a:lnTo>
                  <a:pt x="1597" y="857"/>
                </a:lnTo>
                <a:lnTo>
                  <a:pt x="1585" y="874"/>
                </a:lnTo>
                <a:lnTo>
                  <a:pt x="1573" y="890"/>
                </a:lnTo>
                <a:lnTo>
                  <a:pt x="1560" y="907"/>
                </a:lnTo>
                <a:lnTo>
                  <a:pt x="1546" y="923"/>
                </a:lnTo>
                <a:lnTo>
                  <a:pt x="1532" y="939"/>
                </a:lnTo>
                <a:lnTo>
                  <a:pt x="1517" y="954"/>
                </a:lnTo>
                <a:lnTo>
                  <a:pt x="1501" y="969"/>
                </a:lnTo>
                <a:lnTo>
                  <a:pt x="1484" y="984"/>
                </a:lnTo>
                <a:lnTo>
                  <a:pt x="1467" y="998"/>
                </a:lnTo>
                <a:lnTo>
                  <a:pt x="1450" y="1012"/>
                </a:lnTo>
                <a:lnTo>
                  <a:pt x="1431" y="1026"/>
                </a:lnTo>
                <a:lnTo>
                  <a:pt x="1412" y="1039"/>
                </a:lnTo>
                <a:lnTo>
                  <a:pt x="1393" y="1051"/>
                </a:lnTo>
                <a:lnTo>
                  <a:pt x="1373" y="1064"/>
                </a:lnTo>
                <a:lnTo>
                  <a:pt x="1352" y="1075"/>
                </a:lnTo>
                <a:lnTo>
                  <a:pt x="1331" y="1087"/>
                </a:lnTo>
                <a:lnTo>
                  <a:pt x="1310" y="1098"/>
                </a:lnTo>
                <a:lnTo>
                  <a:pt x="1288" y="1108"/>
                </a:lnTo>
                <a:lnTo>
                  <a:pt x="1265" y="1118"/>
                </a:lnTo>
                <a:lnTo>
                  <a:pt x="1242" y="1127"/>
                </a:lnTo>
                <a:lnTo>
                  <a:pt x="1219" y="1136"/>
                </a:lnTo>
                <a:lnTo>
                  <a:pt x="1196" y="1144"/>
                </a:lnTo>
                <a:lnTo>
                  <a:pt x="1172" y="1152"/>
                </a:lnTo>
                <a:lnTo>
                  <a:pt x="1147" y="1159"/>
                </a:lnTo>
                <a:lnTo>
                  <a:pt x="1123" y="1166"/>
                </a:lnTo>
                <a:lnTo>
                  <a:pt x="1098" y="1172"/>
                </a:lnTo>
                <a:lnTo>
                  <a:pt x="1073" y="1178"/>
                </a:lnTo>
                <a:lnTo>
                  <a:pt x="1046" y="1183"/>
                </a:lnTo>
                <a:lnTo>
                  <a:pt x="1021" y="1187"/>
                </a:lnTo>
                <a:lnTo>
                  <a:pt x="995" y="1191"/>
                </a:lnTo>
                <a:lnTo>
                  <a:pt x="969" y="1194"/>
                </a:lnTo>
                <a:lnTo>
                  <a:pt x="943" y="1197"/>
                </a:lnTo>
                <a:lnTo>
                  <a:pt x="917" y="1199"/>
                </a:lnTo>
                <a:lnTo>
                  <a:pt x="891" y="1200"/>
                </a:lnTo>
                <a:lnTo>
                  <a:pt x="864" y="1201"/>
                </a:lnTo>
                <a:lnTo>
                  <a:pt x="838" y="1201"/>
                </a:lnTo>
                <a:lnTo>
                  <a:pt x="812" y="1201"/>
                </a:lnTo>
                <a:lnTo>
                  <a:pt x="785" y="1200"/>
                </a:lnTo>
                <a:lnTo>
                  <a:pt x="759" y="1199"/>
                </a:lnTo>
                <a:lnTo>
                  <a:pt x="733" y="1197"/>
                </a:lnTo>
                <a:lnTo>
                  <a:pt x="707" y="1194"/>
                </a:lnTo>
                <a:lnTo>
                  <a:pt x="681" y="1191"/>
                </a:lnTo>
                <a:lnTo>
                  <a:pt x="655" y="1187"/>
                </a:lnTo>
                <a:lnTo>
                  <a:pt x="630" y="1183"/>
                </a:lnTo>
                <a:lnTo>
                  <a:pt x="604" y="1178"/>
                </a:lnTo>
                <a:lnTo>
                  <a:pt x="579" y="1172"/>
                </a:lnTo>
                <a:lnTo>
                  <a:pt x="554" y="1166"/>
                </a:lnTo>
                <a:lnTo>
                  <a:pt x="530" y="1159"/>
                </a:lnTo>
                <a:lnTo>
                  <a:pt x="505" y="1152"/>
                </a:lnTo>
                <a:lnTo>
                  <a:pt x="481" y="1144"/>
                </a:lnTo>
                <a:lnTo>
                  <a:pt x="458" y="1136"/>
                </a:lnTo>
                <a:lnTo>
                  <a:pt x="434" y="1127"/>
                </a:lnTo>
                <a:lnTo>
                  <a:pt x="412" y="1118"/>
                </a:lnTo>
                <a:lnTo>
                  <a:pt x="389" y="1108"/>
                </a:lnTo>
                <a:lnTo>
                  <a:pt x="367" y="1098"/>
                </a:lnTo>
                <a:lnTo>
                  <a:pt x="346" y="1087"/>
                </a:lnTo>
                <a:lnTo>
                  <a:pt x="325" y="1075"/>
                </a:lnTo>
                <a:lnTo>
                  <a:pt x="304" y="1064"/>
                </a:lnTo>
                <a:lnTo>
                  <a:pt x="284" y="1051"/>
                </a:lnTo>
                <a:lnTo>
                  <a:pt x="265" y="1039"/>
                </a:lnTo>
                <a:lnTo>
                  <a:pt x="246" y="1026"/>
                </a:lnTo>
                <a:lnTo>
                  <a:pt x="227" y="1012"/>
                </a:lnTo>
                <a:lnTo>
                  <a:pt x="210" y="998"/>
                </a:lnTo>
                <a:lnTo>
                  <a:pt x="193" y="984"/>
                </a:lnTo>
                <a:lnTo>
                  <a:pt x="176" y="969"/>
                </a:lnTo>
                <a:lnTo>
                  <a:pt x="160" y="954"/>
                </a:lnTo>
                <a:lnTo>
                  <a:pt x="145" y="939"/>
                </a:lnTo>
                <a:lnTo>
                  <a:pt x="131" y="923"/>
                </a:lnTo>
                <a:lnTo>
                  <a:pt x="117" y="907"/>
                </a:lnTo>
                <a:lnTo>
                  <a:pt x="104" y="890"/>
                </a:lnTo>
                <a:lnTo>
                  <a:pt x="92" y="874"/>
                </a:lnTo>
                <a:lnTo>
                  <a:pt x="80" y="857"/>
                </a:lnTo>
                <a:lnTo>
                  <a:pt x="69" y="840"/>
                </a:lnTo>
                <a:lnTo>
                  <a:pt x="59" y="822"/>
                </a:lnTo>
                <a:lnTo>
                  <a:pt x="50" y="805"/>
                </a:lnTo>
                <a:lnTo>
                  <a:pt x="41" y="787"/>
                </a:lnTo>
                <a:lnTo>
                  <a:pt x="34" y="769"/>
                </a:lnTo>
                <a:lnTo>
                  <a:pt x="27" y="751"/>
                </a:lnTo>
                <a:lnTo>
                  <a:pt x="21" y="732"/>
                </a:lnTo>
                <a:lnTo>
                  <a:pt x="15" y="714"/>
                </a:lnTo>
                <a:lnTo>
                  <a:pt x="11" y="695"/>
                </a:lnTo>
                <a:lnTo>
                  <a:pt x="7" y="677"/>
                </a:lnTo>
                <a:lnTo>
                  <a:pt x="4" y="658"/>
                </a:lnTo>
                <a:lnTo>
                  <a:pt x="2" y="639"/>
                </a:lnTo>
                <a:lnTo>
                  <a:pt x="1" y="620"/>
                </a:lnTo>
                <a:lnTo>
                  <a:pt x="0" y="601"/>
                </a:lnTo>
                <a:lnTo>
                  <a:pt x="1" y="582"/>
                </a:lnTo>
                <a:lnTo>
                  <a:pt x="2" y="564"/>
                </a:lnTo>
                <a:lnTo>
                  <a:pt x="4" y="545"/>
                </a:lnTo>
                <a:lnTo>
                  <a:pt x="7" y="526"/>
                </a:lnTo>
                <a:lnTo>
                  <a:pt x="11" y="507"/>
                </a:lnTo>
                <a:lnTo>
                  <a:pt x="15" y="489"/>
                </a:lnTo>
                <a:lnTo>
                  <a:pt x="21" y="470"/>
                </a:lnTo>
                <a:lnTo>
                  <a:pt x="27" y="452"/>
                </a:lnTo>
                <a:lnTo>
                  <a:pt x="34" y="434"/>
                </a:lnTo>
                <a:lnTo>
                  <a:pt x="41" y="416"/>
                </a:lnTo>
                <a:lnTo>
                  <a:pt x="50" y="398"/>
                </a:lnTo>
                <a:lnTo>
                  <a:pt x="59" y="380"/>
                </a:lnTo>
                <a:lnTo>
                  <a:pt x="69" y="363"/>
                </a:lnTo>
                <a:lnTo>
                  <a:pt x="80" y="346"/>
                </a:lnTo>
                <a:lnTo>
                  <a:pt x="92" y="329"/>
                </a:lnTo>
                <a:lnTo>
                  <a:pt x="104" y="312"/>
                </a:lnTo>
                <a:lnTo>
                  <a:pt x="117" y="296"/>
                </a:lnTo>
                <a:lnTo>
                  <a:pt x="131" y="280"/>
                </a:lnTo>
                <a:lnTo>
                  <a:pt x="145" y="264"/>
                </a:lnTo>
                <a:lnTo>
                  <a:pt x="160" y="249"/>
                </a:lnTo>
                <a:lnTo>
                  <a:pt x="176" y="234"/>
                </a:lnTo>
                <a:lnTo>
                  <a:pt x="193" y="218"/>
                </a:lnTo>
                <a:lnTo>
                  <a:pt x="210" y="203"/>
                </a:lnTo>
                <a:lnTo>
                  <a:pt x="227" y="190"/>
                </a:lnTo>
                <a:lnTo>
                  <a:pt x="246" y="176"/>
                </a:lnTo>
                <a:lnTo>
                  <a:pt x="265" y="163"/>
                </a:lnTo>
                <a:lnTo>
                  <a:pt x="284" y="150"/>
                </a:lnTo>
                <a:lnTo>
                  <a:pt x="304" y="138"/>
                </a:lnTo>
                <a:lnTo>
                  <a:pt x="325" y="126"/>
                </a:lnTo>
                <a:lnTo>
                  <a:pt x="346" y="115"/>
                </a:lnTo>
                <a:lnTo>
                  <a:pt x="367" y="104"/>
                </a:lnTo>
                <a:lnTo>
                  <a:pt x="389" y="94"/>
                </a:lnTo>
                <a:lnTo>
                  <a:pt x="412" y="84"/>
                </a:lnTo>
                <a:lnTo>
                  <a:pt x="434" y="74"/>
                </a:lnTo>
                <a:lnTo>
                  <a:pt x="458" y="66"/>
                </a:lnTo>
                <a:lnTo>
                  <a:pt x="481" y="57"/>
                </a:lnTo>
                <a:lnTo>
                  <a:pt x="505" y="50"/>
                </a:lnTo>
                <a:lnTo>
                  <a:pt x="530" y="42"/>
                </a:lnTo>
                <a:lnTo>
                  <a:pt x="554" y="36"/>
                </a:lnTo>
                <a:lnTo>
                  <a:pt x="579" y="30"/>
                </a:lnTo>
                <a:lnTo>
                  <a:pt x="604" y="24"/>
                </a:lnTo>
                <a:lnTo>
                  <a:pt x="630" y="19"/>
                </a:lnTo>
                <a:lnTo>
                  <a:pt x="655" y="15"/>
                </a:lnTo>
                <a:lnTo>
                  <a:pt x="681" y="11"/>
                </a:lnTo>
                <a:lnTo>
                  <a:pt x="707" y="8"/>
                </a:lnTo>
                <a:lnTo>
                  <a:pt x="733" y="5"/>
                </a:lnTo>
                <a:lnTo>
                  <a:pt x="759" y="3"/>
                </a:lnTo>
                <a:lnTo>
                  <a:pt x="785" y="1"/>
                </a:lnTo>
                <a:lnTo>
                  <a:pt x="812" y="1"/>
                </a:lnTo>
                <a:lnTo>
                  <a:pt x="838" y="0"/>
                </a:lnTo>
                <a:lnTo>
                  <a:pt x="864" y="1"/>
                </a:lnTo>
                <a:lnTo>
                  <a:pt x="891" y="1"/>
                </a:lnTo>
                <a:lnTo>
                  <a:pt x="917" y="3"/>
                </a:lnTo>
                <a:lnTo>
                  <a:pt x="943" y="5"/>
                </a:lnTo>
                <a:lnTo>
                  <a:pt x="969" y="8"/>
                </a:lnTo>
                <a:lnTo>
                  <a:pt x="995" y="11"/>
                </a:lnTo>
                <a:lnTo>
                  <a:pt x="1021" y="15"/>
                </a:lnTo>
                <a:lnTo>
                  <a:pt x="1046" y="19"/>
                </a:lnTo>
                <a:lnTo>
                  <a:pt x="1073" y="24"/>
                </a:lnTo>
                <a:lnTo>
                  <a:pt x="1098" y="30"/>
                </a:lnTo>
                <a:lnTo>
                  <a:pt x="1123" y="36"/>
                </a:lnTo>
                <a:lnTo>
                  <a:pt x="1147" y="42"/>
                </a:lnTo>
                <a:lnTo>
                  <a:pt x="1172" y="50"/>
                </a:lnTo>
                <a:lnTo>
                  <a:pt x="1196" y="57"/>
                </a:lnTo>
                <a:lnTo>
                  <a:pt x="1219" y="66"/>
                </a:lnTo>
                <a:lnTo>
                  <a:pt x="1242" y="74"/>
                </a:lnTo>
                <a:lnTo>
                  <a:pt x="1265" y="84"/>
                </a:lnTo>
                <a:lnTo>
                  <a:pt x="1288" y="94"/>
                </a:lnTo>
                <a:lnTo>
                  <a:pt x="1310" y="104"/>
                </a:lnTo>
                <a:lnTo>
                  <a:pt x="1331" y="115"/>
                </a:lnTo>
                <a:lnTo>
                  <a:pt x="1352" y="126"/>
                </a:lnTo>
                <a:lnTo>
                  <a:pt x="1373" y="138"/>
                </a:lnTo>
                <a:lnTo>
                  <a:pt x="1393" y="150"/>
                </a:lnTo>
                <a:lnTo>
                  <a:pt x="1412" y="163"/>
                </a:lnTo>
                <a:lnTo>
                  <a:pt x="1431" y="176"/>
                </a:lnTo>
                <a:lnTo>
                  <a:pt x="1450" y="190"/>
                </a:lnTo>
                <a:lnTo>
                  <a:pt x="1467" y="203"/>
                </a:lnTo>
                <a:lnTo>
                  <a:pt x="1484" y="218"/>
                </a:lnTo>
                <a:lnTo>
                  <a:pt x="1501" y="234"/>
                </a:lnTo>
                <a:lnTo>
                  <a:pt x="1517" y="249"/>
                </a:lnTo>
                <a:lnTo>
                  <a:pt x="1532" y="264"/>
                </a:lnTo>
                <a:lnTo>
                  <a:pt x="1546" y="280"/>
                </a:lnTo>
                <a:lnTo>
                  <a:pt x="1560" y="296"/>
                </a:lnTo>
                <a:lnTo>
                  <a:pt x="1573" y="312"/>
                </a:lnTo>
                <a:lnTo>
                  <a:pt x="1585" y="329"/>
                </a:lnTo>
                <a:lnTo>
                  <a:pt x="1597" y="346"/>
                </a:lnTo>
                <a:lnTo>
                  <a:pt x="1608" y="363"/>
                </a:lnTo>
                <a:lnTo>
                  <a:pt x="1618" y="380"/>
                </a:lnTo>
                <a:lnTo>
                  <a:pt x="1627" y="398"/>
                </a:lnTo>
                <a:lnTo>
                  <a:pt x="1636" y="416"/>
                </a:lnTo>
                <a:lnTo>
                  <a:pt x="1643" y="434"/>
                </a:lnTo>
                <a:lnTo>
                  <a:pt x="1650" y="452"/>
                </a:lnTo>
                <a:lnTo>
                  <a:pt x="1656" y="470"/>
                </a:lnTo>
                <a:lnTo>
                  <a:pt x="1662" y="489"/>
                </a:lnTo>
                <a:lnTo>
                  <a:pt x="1666" y="507"/>
                </a:lnTo>
                <a:lnTo>
                  <a:pt x="1670" y="526"/>
                </a:lnTo>
                <a:lnTo>
                  <a:pt x="1673" y="545"/>
                </a:lnTo>
                <a:lnTo>
                  <a:pt x="1675" y="564"/>
                </a:lnTo>
                <a:lnTo>
                  <a:pt x="1676" y="582"/>
                </a:lnTo>
                <a:lnTo>
                  <a:pt x="1677" y="601"/>
                </a:lnTo>
                <a:close/>
              </a:path>
            </a:pathLst>
          </a:custGeom>
          <a:solidFill>
            <a:srgbClr val="ffa2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2" name=""/>
          <p:cNvSpPr/>
          <p:nvPr/>
        </p:nvSpPr>
        <p:spPr>
          <a:xfrm>
            <a:off x="7759440" y="2727000"/>
            <a:ext cx="606240" cy="434520"/>
          </a:xfrm>
          <a:custGeom>
            <a:avLst/>
            <a:gdLst/>
            <a:ahLst/>
            <a:rect l="0" t="0" r="r" b="b"/>
            <a:pathLst>
              <a:path w="1684" h="1207">
                <a:moveTo>
                  <a:pt x="1681" y="604"/>
                </a:moveTo>
                <a:lnTo>
                  <a:pt x="1680" y="585"/>
                </a:lnTo>
                <a:lnTo>
                  <a:pt x="1679" y="567"/>
                </a:lnTo>
                <a:lnTo>
                  <a:pt x="1677" y="548"/>
                </a:lnTo>
                <a:lnTo>
                  <a:pt x="1674" y="529"/>
                </a:lnTo>
                <a:lnTo>
                  <a:pt x="1670" y="510"/>
                </a:lnTo>
                <a:lnTo>
                  <a:pt x="1666" y="492"/>
                </a:lnTo>
                <a:lnTo>
                  <a:pt x="1660" y="473"/>
                </a:lnTo>
                <a:lnTo>
                  <a:pt x="1654" y="455"/>
                </a:lnTo>
                <a:lnTo>
                  <a:pt x="1647" y="437"/>
                </a:lnTo>
                <a:lnTo>
                  <a:pt x="1640" y="419"/>
                </a:lnTo>
                <a:lnTo>
                  <a:pt x="1631" y="401"/>
                </a:lnTo>
                <a:lnTo>
                  <a:pt x="1622" y="383"/>
                </a:lnTo>
                <a:lnTo>
                  <a:pt x="1612" y="366"/>
                </a:lnTo>
                <a:lnTo>
                  <a:pt x="1601" y="349"/>
                </a:lnTo>
                <a:lnTo>
                  <a:pt x="1589" y="332"/>
                </a:lnTo>
                <a:lnTo>
                  <a:pt x="1577" y="315"/>
                </a:lnTo>
                <a:lnTo>
                  <a:pt x="1564" y="299"/>
                </a:lnTo>
                <a:lnTo>
                  <a:pt x="1550" y="283"/>
                </a:lnTo>
                <a:lnTo>
                  <a:pt x="1536" y="267"/>
                </a:lnTo>
                <a:lnTo>
                  <a:pt x="1521" y="251"/>
                </a:lnTo>
                <a:lnTo>
                  <a:pt x="1505" y="236"/>
                </a:lnTo>
                <a:lnTo>
                  <a:pt x="1488" y="221"/>
                </a:lnTo>
                <a:lnTo>
                  <a:pt x="1471" y="206"/>
                </a:lnTo>
                <a:lnTo>
                  <a:pt x="1454" y="193"/>
                </a:lnTo>
                <a:lnTo>
                  <a:pt x="1435" y="179"/>
                </a:lnTo>
                <a:lnTo>
                  <a:pt x="1416" y="166"/>
                </a:lnTo>
                <a:lnTo>
                  <a:pt x="1397" y="153"/>
                </a:lnTo>
                <a:lnTo>
                  <a:pt x="1377" y="141"/>
                </a:lnTo>
                <a:lnTo>
                  <a:pt x="1356" y="129"/>
                </a:lnTo>
                <a:lnTo>
                  <a:pt x="1335" y="118"/>
                </a:lnTo>
                <a:lnTo>
                  <a:pt x="1314" y="107"/>
                </a:lnTo>
                <a:lnTo>
                  <a:pt x="1292" y="97"/>
                </a:lnTo>
                <a:lnTo>
                  <a:pt x="1269" y="87"/>
                </a:lnTo>
                <a:lnTo>
                  <a:pt x="1246" y="77"/>
                </a:lnTo>
                <a:lnTo>
                  <a:pt x="1223" y="69"/>
                </a:lnTo>
                <a:lnTo>
                  <a:pt x="1200" y="60"/>
                </a:lnTo>
                <a:lnTo>
                  <a:pt x="1176" y="53"/>
                </a:lnTo>
                <a:lnTo>
                  <a:pt x="1150" y="45"/>
                </a:lnTo>
                <a:lnTo>
                  <a:pt x="1126" y="39"/>
                </a:lnTo>
                <a:lnTo>
                  <a:pt x="1101" y="33"/>
                </a:lnTo>
                <a:lnTo>
                  <a:pt x="1076" y="27"/>
                </a:lnTo>
                <a:lnTo>
                  <a:pt x="1050" y="22"/>
                </a:lnTo>
                <a:lnTo>
                  <a:pt x="1025" y="18"/>
                </a:lnTo>
                <a:lnTo>
                  <a:pt x="999" y="14"/>
                </a:lnTo>
                <a:lnTo>
                  <a:pt x="973" y="11"/>
                </a:lnTo>
                <a:lnTo>
                  <a:pt x="947" y="8"/>
                </a:lnTo>
                <a:lnTo>
                  <a:pt x="921" y="6"/>
                </a:lnTo>
                <a:lnTo>
                  <a:pt x="895" y="4"/>
                </a:lnTo>
                <a:lnTo>
                  <a:pt x="868" y="4"/>
                </a:lnTo>
                <a:lnTo>
                  <a:pt x="842" y="3"/>
                </a:lnTo>
                <a:lnTo>
                  <a:pt x="816" y="4"/>
                </a:lnTo>
                <a:lnTo>
                  <a:pt x="789" y="4"/>
                </a:lnTo>
                <a:lnTo>
                  <a:pt x="763" y="6"/>
                </a:lnTo>
                <a:lnTo>
                  <a:pt x="737" y="8"/>
                </a:lnTo>
                <a:lnTo>
                  <a:pt x="711" y="11"/>
                </a:lnTo>
                <a:lnTo>
                  <a:pt x="685" y="14"/>
                </a:lnTo>
                <a:lnTo>
                  <a:pt x="659" y="18"/>
                </a:lnTo>
                <a:lnTo>
                  <a:pt x="634" y="22"/>
                </a:lnTo>
                <a:lnTo>
                  <a:pt x="608" y="27"/>
                </a:lnTo>
                <a:lnTo>
                  <a:pt x="583" y="33"/>
                </a:lnTo>
                <a:lnTo>
                  <a:pt x="558" y="39"/>
                </a:lnTo>
                <a:lnTo>
                  <a:pt x="534" y="45"/>
                </a:lnTo>
                <a:lnTo>
                  <a:pt x="509" y="53"/>
                </a:lnTo>
                <a:lnTo>
                  <a:pt x="485" y="60"/>
                </a:lnTo>
                <a:lnTo>
                  <a:pt x="462" y="69"/>
                </a:lnTo>
                <a:lnTo>
                  <a:pt x="438" y="77"/>
                </a:lnTo>
                <a:lnTo>
                  <a:pt x="416" y="87"/>
                </a:lnTo>
                <a:lnTo>
                  <a:pt x="393" y="97"/>
                </a:lnTo>
                <a:lnTo>
                  <a:pt x="371" y="107"/>
                </a:lnTo>
                <a:lnTo>
                  <a:pt x="350" y="118"/>
                </a:lnTo>
                <a:lnTo>
                  <a:pt x="329" y="129"/>
                </a:lnTo>
                <a:lnTo>
                  <a:pt x="308" y="141"/>
                </a:lnTo>
                <a:lnTo>
                  <a:pt x="288" y="153"/>
                </a:lnTo>
                <a:lnTo>
                  <a:pt x="269" y="166"/>
                </a:lnTo>
                <a:lnTo>
                  <a:pt x="250" y="179"/>
                </a:lnTo>
                <a:lnTo>
                  <a:pt x="231" y="193"/>
                </a:lnTo>
                <a:lnTo>
                  <a:pt x="214" y="206"/>
                </a:lnTo>
                <a:lnTo>
                  <a:pt x="197" y="221"/>
                </a:lnTo>
                <a:lnTo>
                  <a:pt x="180" y="236"/>
                </a:lnTo>
                <a:lnTo>
                  <a:pt x="164" y="251"/>
                </a:lnTo>
                <a:lnTo>
                  <a:pt x="149" y="267"/>
                </a:lnTo>
                <a:lnTo>
                  <a:pt x="135" y="283"/>
                </a:lnTo>
                <a:lnTo>
                  <a:pt x="121" y="299"/>
                </a:lnTo>
                <a:lnTo>
                  <a:pt x="108" y="315"/>
                </a:lnTo>
                <a:lnTo>
                  <a:pt x="96" y="332"/>
                </a:lnTo>
                <a:lnTo>
                  <a:pt x="84" y="349"/>
                </a:lnTo>
                <a:lnTo>
                  <a:pt x="73" y="366"/>
                </a:lnTo>
                <a:lnTo>
                  <a:pt x="63" y="383"/>
                </a:lnTo>
                <a:lnTo>
                  <a:pt x="54" y="401"/>
                </a:lnTo>
                <a:lnTo>
                  <a:pt x="45" y="419"/>
                </a:lnTo>
                <a:lnTo>
                  <a:pt x="38" y="437"/>
                </a:lnTo>
                <a:lnTo>
                  <a:pt x="31" y="455"/>
                </a:lnTo>
                <a:lnTo>
                  <a:pt x="25" y="473"/>
                </a:lnTo>
                <a:lnTo>
                  <a:pt x="19" y="492"/>
                </a:lnTo>
                <a:lnTo>
                  <a:pt x="15" y="510"/>
                </a:lnTo>
                <a:lnTo>
                  <a:pt x="11" y="529"/>
                </a:lnTo>
                <a:lnTo>
                  <a:pt x="8" y="548"/>
                </a:lnTo>
                <a:lnTo>
                  <a:pt x="6" y="567"/>
                </a:lnTo>
                <a:lnTo>
                  <a:pt x="5" y="585"/>
                </a:lnTo>
                <a:lnTo>
                  <a:pt x="4" y="604"/>
                </a:lnTo>
                <a:lnTo>
                  <a:pt x="5" y="623"/>
                </a:lnTo>
                <a:lnTo>
                  <a:pt x="6" y="642"/>
                </a:lnTo>
                <a:lnTo>
                  <a:pt x="8" y="661"/>
                </a:lnTo>
                <a:lnTo>
                  <a:pt x="11" y="680"/>
                </a:lnTo>
                <a:lnTo>
                  <a:pt x="15" y="698"/>
                </a:lnTo>
                <a:lnTo>
                  <a:pt x="19" y="717"/>
                </a:lnTo>
                <a:lnTo>
                  <a:pt x="25" y="735"/>
                </a:lnTo>
                <a:lnTo>
                  <a:pt x="31" y="754"/>
                </a:lnTo>
                <a:lnTo>
                  <a:pt x="38" y="772"/>
                </a:lnTo>
                <a:lnTo>
                  <a:pt x="45" y="790"/>
                </a:lnTo>
                <a:lnTo>
                  <a:pt x="54" y="808"/>
                </a:lnTo>
                <a:lnTo>
                  <a:pt x="63" y="825"/>
                </a:lnTo>
                <a:lnTo>
                  <a:pt x="73" y="843"/>
                </a:lnTo>
                <a:lnTo>
                  <a:pt x="84" y="860"/>
                </a:lnTo>
                <a:lnTo>
                  <a:pt x="96" y="877"/>
                </a:lnTo>
                <a:lnTo>
                  <a:pt x="108" y="893"/>
                </a:lnTo>
                <a:lnTo>
                  <a:pt x="121" y="910"/>
                </a:lnTo>
                <a:lnTo>
                  <a:pt x="135" y="926"/>
                </a:lnTo>
                <a:lnTo>
                  <a:pt x="149" y="942"/>
                </a:lnTo>
                <a:lnTo>
                  <a:pt x="164" y="957"/>
                </a:lnTo>
                <a:lnTo>
                  <a:pt x="180" y="972"/>
                </a:lnTo>
                <a:lnTo>
                  <a:pt x="197" y="987"/>
                </a:lnTo>
                <a:lnTo>
                  <a:pt x="214" y="1001"/>
                </a:lnTo>
                <a:lnTo>
                  <a:pt x="231" y="1015"/>
                </a:lnTo>
                <a:lnTo>
                  <a:pt x="250" y="1029"/>
                </a:lnTo>
                <a:lnTo>
                  <a:pt x="269" y="1042"/>
                </a:lnTo>
                <a:lnTo>
                  <a:pt x="288" y="1054"/>
                </a:lnTo>
                <a:lnTo>
                  <a:pt x="308" y="1067"/>
                </a:lnTo>
                <a:lnTo>
                  <a:pt x="329" y="1078"/>
                </a:lnTo>
                <a:lnTo>
                  <a:pt x="350" y="1090"/>
                </a:lnTo>
                <a:lnTo>
                  <a:pt x="371" y="1101"/>
                </a:lnTo>
                <a:lnTo>
                  <a:pt x="393" y="1111"/>
                </a:lnTo>
                <a:lnTo>
                  <a:pt x="416" y="1121"/>
                </a:lnTo>
                <a:lnTo>
                  <a:pt x="438" y="1130"/>
                </a:lnTo>
                <a:lnTo>
                  <a:pt x="462" y="1139"/>
                </a:lnTo>
                <a:lnTo>
                  <a:pt x="485" y="1147"/>
                </a:lnTo>
                <a:lnTo>
                  <a:pt x="509" y="1155"/>
                </a:lnTo>
                <a:lnTo>
                  <a:pt x="534" y="1162"/>
                </a:lnTo>
                <a:lnTo>
                  <a:pt x="558" y="1169"/>
                </a:lnTo>
                <a:lnTo>
                  <a:pt x="583" y="1175"/>
                </a:lnTo>
                <a:lnTo>
                  <a:pt x="608" y="1181"/>
                </a:lnTo>
                <a:lnTo>
                  <a:pt x="634" y="1186"/>
                </a:lnTo>
                <a:lnTo>
                  <a:pt x="659" y="1190"/>
                </a:lnTo>
                <a:lnTo>
                  <a:pt x="685" y="1194"/>
                </a:lnTo>
                <a:lnTo>
                  <a:pt x="711" y="1197"/>
                </a:lnTo>
                <a:lnTo>
                  <a:pt x="737" y="1200"/>
                </a:lnTo>
                <a:lnTo>
                  <a:pt x="763" y="1202"/>
                </a:lnTo>
                <a:lnTo>
                  <a:pt x="789" y="1203"/>
                </a:lnTo>
                <a:lnTo>
                  <a:pt x="816" y="1204"/>
                </a:lnTo>
                <a:lnTo>
                  <a:pt x="842" y="1204"/>
                </a:lnTo>
                <a:lnTo>
                  <a:pt x="868" y="1204"/>
                </a:lnTo>
                <a:lnTo>
                  <a:pt x="895" y="1203"/>
                </a:lnTo>
                <a:lnTo>
                  <a:pt x="921" y="1202"/>
                </a:lnTo>
                <a:lnTo>
                  <a:pt x="947" y="1200"/>
                </a:lnTo>
                <a:lnTo>
                  <a:pt x="973" y="1197"/>
                </a:lnTo>
                <a:lnTo>
                  <a:pt x="999" y="1194"/>
                </a:lnTo>
                <a:lnTo>
                  <a:pt x="1025" y="1190"/>
                </a:lnTo>
                <a:lnTo>
                  <a:pt x="1050" y="1186"/>
                </a:lnTo>
                <a:lnTo>
                  <a:pt x="1076" y="1181"/>
                </a:lnTo>
                <a:lnTo>
                  <a:pt x="1101" y="1175"/>
                </a:lnTo>
                <a:lnTo>
                  <a:pt x="1126" y="1169"/>
                </a:lnTo>
                <a:lnTo>
                  <a:pt x="1150" y="1162"/>
                </a:lnTo>
                <a:lnTo>
                  <a:pt x="1176" y="1155"/>
                </a:lnTo>
                <a:lnTo>
                  <a:pt x="1200" y="1147"/>
                </a:lnTo>
                <a:lnTo>
                  <a:pt x="1223" y="1139"/>
                </a:lnTo>
                <a:lnTo>
                  <a:pt x="1246" y="1130"/>
                </a:lnTo>
                <a:lnTo>
                  <a:pt x="1269" y="1121"/>
                </a:lnTo>
                <a:lnTo>
                  <a:pt x="1292" y="1111"/>
                </a:lnTo>
                <a:lnTo>
                  <a:pt x="1314" y="1101"/>
                </a:lnTo>
                <a:lnTo>
                  <a:pt x="1335" y="1090"/>
                </a:lnTo>
                <a:lnTo>
                  <a:pt x="1356" y="1078"/>
                </a:lnTo>
                <a:lnTo>
                  <a:pt x="1377" y="1067"/>
                </a:lnTo>
                <a:lnTo>
                  <a:pt x="1397" y="1054"/>
                </a:lnTo>
                <a:lnTo>
                  <a:pt x="1416" y="1042"/>
                </a:lnTo>
                <a:lnTo>
                  <a:pt x="1435" y="1029"/>
                </a:lnTo>
                <a:lnTo>
                  <a:pt x="1454" y="1015"/>
                </a:lnTo>
                <a:lnTo>
                  <a:pt x="1471" y="1001"/>
                </a:lnTo>
                <a:lnTo>
                  <a:pt x="1488" y="987"/>
                </a:lnTo>
                <a:lnTo>
                  <a:pt x="1505" y="972"/>
                </a:lnTo>
                <a:lnTo>
                  <a:pt x="1521" y="957"/>
                </a:lnTo>
                <a:lnTo>
                  <a:pt x="1536" y="942"/>
                </a:lnTo>
                <a:lnTo>
                  <a:pt x="1550" y="926"/>
                </a:lnTo>
                <a:lnTo>
                  <a:pt x="1564" y="910"/>
                </a:lnTo>
                <a:lnTo>
                  <a:pt x="1577" y="893"/>
                </a:lnTo>
                <a:lnTo>
                  <a:pt x="1589" y="877"/>
                </a:lnTo>
                <a:lnTo>
                  <a:pt x="1601" y="860"/>
                </a:lnTo>
                <a:lnTo>
                  <a:pt x="1612" y="843"/>
                </a:lnTo>
                <a:lnTo>
                  <a:pt x="1622" y="825"/>
                </a:lnTo>
                <a:lnTo>
                  <a:pt x="1631" y="808"/>
                </a:lnTo>
                <a:lnTo>
                  <a:pt x="1640" y="790"/>
                </a:lnTo>
                <a:lnTo>
                  <a:pt x="1647" y="772"/>
                </a:lnTo>
                <a:lnTo>
                  <a:pt x="1654" y="754"/>
                </a:lnTo>
                <a:lnTo>
                  <a:pt x="1660" y="735"/>
                </a:lnTo>
                <a:lnTo>
                  <a:pt x="1666" y="717"/>
                </a:lnTo>
                <a:lnTo>
                  <a:pt x="1670" y="698"/>
                </a:lnTo>
                <a:lnTo>
                  <a:pt x="1674" y="680"/>
                </a:lnTo>
                <a:lnTo>
                  <a:pt x="1677" y="661"/>
                </a:lnTo>
                <a:lnTo>
                  <a:pt x="1679" y="642"/>
                </a:lnTo>
                <a:lnTo>
                  <a:pt x="1680" y="623"/>
                </a:lnTo>
                <a:lnTo>
                  <a:pt x="1681" y="604"/>
                </a:lnTo>
                <a:moveTo>
                  <a:pt x="1684" y="604"/>
                </a:moveTo>
                <a:lnTo>
                  <a:pt x="1684" y="623"/>
                </a:lnTo>
                <a:lnTo>
                  <a:pt x="1683" y="642"/>
                </a:lnTo>
                <a:lnTo>
                  <a:pt x="1681" y="661"/>
                </a:lnTo>
                <a:lnTo>
                  <a:pt x="1678" y="680"/>
                </a:lnTo>
                <a:lnTo>
                  <a:pt x="1674" y="699"/>
                </a:lnTo>
                <a:lnTo>
                  <a:pt x="1670" y="717"/>
                </a:lnTo>
                <a:lnTo>
                  <a:pt x="1664" y="736"/>
                </a:lnTo>
                <a:lnTo>
                  <a:pt x="1658" y="754"/>
                </a:lnTo>
                <a:lnTo>
                  <a:pt x="1651" y="772"/>
                </a:lnTo>
                <a:lnTo>
                  <a:pt x="1643" y="791"/>
                </a:lnTo>
                <a:lnTo>
                  <a:pt x="1635" y="809"/>
                </a:lnTo>
                <a:lnTo>
                  <a:pt x="1625" y="826"/>
                </a:lnTo>
                <a:lnTo>
                  <a:pt x="1615" y="844"/>
                </a:lnTo>
                <a:lnTo>
                  <a:pt x="1604" y="861"/>
                </a:lnTo>
                <a:lnTo>
                  <a:pt x="1593" y="878"/>
                </a:lnTo>
                <a:lnTo>
                  <a:pt x="1580" y="895"/>
                </a:lnTo>
                <a:lnTo>
                  <a:pt x="1567" y="911"/>
                </a:lnTo>
                <a:lnTo>
                  <a:pt x="1553" y="927"/>
                </a:lnTo>
                <a:lnTo>
                  <a:pt x="1539" y="943"/>
                </a:lnTo>
                <a:lnTo>
                  <a:pt x="1524" y="959"/>
                </a:lnTo>
                <a:lnTo>
                  <a:pt x="1508" y="974"/>
                </a:lnTo>
                <a:lnTo>
                  <a:pt x="1491" y="989"/>
                </a:lnTo>
                <a:lnTo>
                  <a:pt x="1474" y="1003"/>
                </a:lnTo>
                <a:lnTo>
                  <a:pt x="1456" y="1017"/>
                </a:lnTo>
                <a:lnTo>
                  <a:pt x="1438" y="1031"/>
                </a:lnTo>
                <a:lnTo>
                  <a:pt x="1419" y="1044"/>
                </a:lnTo>
                <a:lnTo>
                  <a:pt x="1399" y="1057"/>
                </a:lnTo>
                <a:lnTo>
                  <a:pt x="1379" y="1069"/>
                </a:lnTo>
                <a:lnTo>
                  <a:pt x="1359" y="1081"/>
                </a:lnTo>
                <a:lnTo>
                  <a:pt x="1338" y="1092"/>
                </a:lnTo>
                <a:lnTo>
                  <a:pt x="1316" y="1103"/>
                </a:lnTo>
                <a:lnTo>
                  <a:pt x="1294" y="1113"/>
                </a:lnTo>
                <a:lnTo>
                  <a:pt x="1271" y="1123"/>
                </a:lnTo>
                <a:lnTo>
                  <a:pt x="1248" y="1133"/>
                </a:lnTo>
                <a:lnTo>
                  <a:pt x="1225" y="1141"/>
                </a:lnTo>
                <a:lnTo>
                  <a:pt x="1201" y="1150"/>
                </a:lnTo>
                <a:lnTo>
                  <a:pt x="1177" y="1158"/>
                </a:lnTo>
                <a:lnTo>
                  <a:pt x="1152" y="1165"/>
                </a:lnTo>
                <a:lnTo>
                  <a:pt x="1127" y="1172"/>
                </a:lnTo>
                <a:lnTo>
                  <a:pt x="1102" y="1178"/>
                </a:lnTo>
                <a:lnTo>
                  <a:pt x="1077" y="1183"/>
                </a:lnTo>
                <a:lnTo>
                  <a:pt x="1051" y="1188"/>
                </a:lnTo>
                <a:lnTo>
                  <a:pt x="1026" y="1193"/>
                </a:lnTo>
                <a:lnTo>
                  <a:pt x="1000" y="1196"/>
                </a:lnTo>
                <a:lnTo>
                  <a:pt x="974" y="1200"/>
                </a:lnTo>
                <a:lnTo>
                  <a:pt x="947" y="1202"/>
                </a:lnTo>
                <a:lnTo>
                  <a:pt x="921" y="1204"/>
                </a:lnTo>
                <a:lnTo>
                  <a:pt x="895" y="1206"/>
                </a:lnTo>
                <a:lnTo>
                  <a:pt x="868" y="1207"/>
                </a:lnTo>
                <a:lnTo>
                  <a:pt x="842" y="1207"/>
                </a:lnTo>
                <a:lnTo>
                  <a:pt x="816" y="1207"/>
                </a:lnTo>
                <a:lnTo>
                  <a:pt x="789" y="1206"/>
                </a:lnTo>
                <a:lnTo>
                  <a:pt x="763" y="1204"/>
                </a:lnTo>
                <a:lnTo>
                  <a:pt x="736" y="1202"/>
                </a:lnTo>
                <a:lnTo>
                  <a:pt x="710" y="1200"/>
                </a:lnTo>
                <a:lnTo>
                  <a:pt x="684" y="1196"/>
                </a:lnTo>
                <a:lnTo>
                  <a:pt x="658" y="1193"/>
                </a:lnTo>
                <a:lnTo>
                  <a:pt x="633" y="1188"/>
                </a:lnTo>
                <a:lnTo>
                  <a:pt x="607" y="1183"/>
                </a:lnTo>
                <a:lnTo>
                  <a:pt x="582" y="1178"/>
                </a:lnTo>
                <a:lnTo>
                  <a:pt x="557" y="1172"/>
                </a:lnTo>
                <a:lnTo>
                  <a:pt x="532" y="1165"/>
                </a:lnTo>
                <a:lnTo>
                  <a:pt x="508" y="1158"/>
                </a:lnTo>
                <a:lnTo>
                  <a:pt x="484" y="1150"/>
                </a:lnTo>
                <a:lnTo>
                  <a:pt x="460" y="1141"/>
                </a:lnTo>
                <a:lnTo>
                  <a:pt x="437" y="1133"/>
                </a:lnTo>
                <a:lnTo>
                  <a:pt x="414" y="1123"/>
                </a:lnTo>
                <a:lnTo>
                  <a:pt x="391" y="1113"/>
                </a:lnTo>
                <a:lnTo>
                  <a:pt x="369" y="1103"/>
                </a:lnTo>
                <a:lnTo>
                  <a:pt x="347" y="1092"/>
                </a:lnTo>
                <a:lnTo>
                  <a:pt x="326" y="1081"/>
                </a:lnTo>
                <a:lnTo>
                  <a:pt x="306" y="1069"/>
                </a:lnTo>
                <a:lnTo>
                  <a:pt x="285" y="1057"/>
                </a:lnTo>
                <a:lnTo>
                  <a:pt x="266" y="1044"/>
                </a:lnTo>
                <a:lnTo>
                  <a:pt x="247" y="1031"/>
                </a:lnTo>
                <a:lnTo>
                  <a:pt x="229" y="1017"/>
                </a:lnTo>
                <a:lnTo>
                  <a:pt x="211" y="1003"/>
                </a:lnTo>
                <a:lnTo>
                  <a:pt x="194" y="989"/>
                </a:lnTo>
                <a:lnTo>
                  <a:pt x="177" y="974"/>
                </a:lnTo>
                <a:lnTo>
                  <a:pt x="161" y="959"/>
                </a:lnTo>
                <a:lnTo>
                  <a:pt x="146" y="943"/>
                </a:lnTo>
                <a:lnTo>
                  <a:pt x="131" y="927"/>
                </a:lnTo>
                <a:lnTo>
                  <a:pt x="118" y="911"/>
                </a:lnTo>
                <a:lnTo>
                  <a:pt x="105" y="895"/>
                </a:lnTo>
                <a:lnTo>
                  <a:pt x="92" y="878"/>
                </a:lnTo>
                <a:lnTo>
                  <a:pt x="81" y="861"/>
                </a:lnTo>
                <a:lnTo>
                  <a:pt x="70" y="844"/>
                </a:lnTo>
                <a:lnTo>
                  <a:pt x="60" y="826"/>
                </a:lnTo>
                <a:lnTo>
                  <a:pt x="50" y="809"/>
                </a:lnTo>
                <a:lnTo>
                  <a:pt x="42" y="791"/>
                </a:lnTo>
                <a:lnTo>
                  <a:pt x="34" y="772"/>
                </a:lnTo>
                <a:lnTo>
                  <a:pt x="27" y="754"/>
                </a:lnTo>
                <a:lnTo>
                  <a:pt x="21" y="736"/>
                </a:lnTo>
                <a:lnTo>
                  <a:pt x="15" y="717"/>
                </a:lnTo>
                <a:lnTo>
                  <a:pt x="11" y="699"/>
                </a:lnTo>
                <a:lnTo>
                  <a:pt x="7" y="680"/>
                </a:lnTo>
                <a:lnTo>
                  <a:pt x="4" y="661"/>
                </a:lnTo>
                <a:lnTo>
                  <a:pt x="2" y="642"/>
                </a:lnTo>
                <a:lnTo>
                  <a:pt x="1" y="623"/>
                </a:lnTo>
                <a:lnTo>
                  <a:pt x="0" y="604"/>
                </a:lnTo>
                <a:lnTo>
                  <a:pt x="1" y="585"/>
                </a:lnTo>
                <a:lnTo>
                  <a:pt x="2" y="566"/>
                </a:lnTo>
                <a:lnTo>
                  <a:pt x="4" y="548"/>
                </a:lnTo>
                <a:lnTo>
                  <a:pt x="7" y="529"/>
                </a:lnTo>
                <a:lnTo>
                  <a:pt x="11" y="510"/>
                </a:lnTo>
                <a:lnTo>
                  <a:pt x="15" y="491"/>
                </a:lnTo>
                <a:lnTo>
                  <a:pt x="21" y="473"/>
                </a:lnTo>
                <a:lnTo>
                  <a:pt x="27" y="454"/>
                </a:lnTo>
                <a:lnTo>
                  <a:pt x="34" y="436"/>
                </a:lnTo>
                <a:lnTo>
                  <a:pt x="42" y="418"/>
                </a:lnTo>
                <a:lnTo>
                  <a:pt x="50" y="400"/>
                </a:lnTo>
                <a:lnTo>
                  <a:pt x="60" y="382"/>
                </a:lnTo>
                <a:lnTo>
                  <a:pt x="70" y="365"/>
                </a:lnTo>
                <a:lnTo>
                  <a:pt x="81" y="348"/>
                </a:lnTo>
                <a:lnTo>
                  <a:pt x="92" y="331"/>
                </a:lnTo>
                <a:lnTo>
                  <a:pt x="105" y="314"/>
                </a:lnTo>
                <a:lnTo>
                  <a:pt x="118" y="297"/>
                </a:lnTo>
                <a:lnTo>
                  <a:pt x="131" y="281"/>
                </a:lnTo>
                <a:lnTo>
                  <a:pt x="146" y="265"/>
                </a:lnTo>
                <a:lnTo>
                  <a:pt x="161" y="249"/>
                </a:lnTo>
                <a:lnTo>
                  <a:pt x="177" y="234"/>
                </a:lnTo>
                <a:lnTo>
                  <a:pt x="194" y="219"/>
                </a:lnTo>
                <a:lnTo>
                  <a:pt x="211" y="205"/>
                </a:lnTo>
                <a:lnTo>
                  <a:pt x="229" y="191"/>
                </a:lnTo>
                <a:lnTo>
                  <a:pt x="247" y="177"/>
                </a:lnTo>
                <a:lnTo>
                  <a:pt x="266" y="164"/>
                </a:lnTo>
                <a:lnTo>
                  <a:pt x="285" y="151"/>
                </a:lnTo>
                <a:lnTo>
                  <a:pt x="306" y="139"/>
                </a:lnTo>
                <a:lnTo>
                  <a:pt x="326" y="127"/>
                </a:lnTo>
                <a:lnTo>
                  <a:pt x="347" y="116"/>
                </a:lnTo>
                <a:lnTo>
                  <a:pt x="369" y="105"/>
                </a:lnTo>
                <a:lnTo>
                  <a:pt x="391" y="94"/>
                </a:lnTo>
                <a:lnTo>
                  <a:pt x="414" y="84"/>
                </a:lnTo>
                <a:lnTo>
                  <a:pt x="437" y="75"/>
                </a:lnTo>
                <a:lnTo>
                  <a:pt x="460" y="66"/>
                </a:lnTo>
                <a:lnTo>
                  <a:pt x="484" y="58"/>
                </a:lnTo>
                <a:lnTo>
                  <a:pt x="508" y="50"/>
                </a:lnTo>
                <a:lnTo>
                  <a:pt x="532" y="43"/>
                </a:lnTo>
                <a:lnTo>
                  <a:pt x="557" y="36"/>
                </a:lnTo>
                <a:lnTo>
                  <a:pt x="582" y="30"/>
                </a:lnTo>
                <a:lnTo>
                  <a:pt x="607" y="24"/>
                </a:lnTo>
                <a:lnTo>
                  <a:pt x="633" y="19"/>
                </a:lnTo>
                <a:lnTo>
                  <a:pt x="658" y="15"/>
                </a:lnTo>
                <a:lnTo>
                  <a:pt x="684" y="11"/>
                </a:lnTo>
                <a:lnTo>
                  <a:pt x="710" y="8"/>
                </a:lnTo>
                <a:lnTo>
                  <a:pt x="736" y="5"/>
                </a:lnTo>
                <a:lnTo>
                  <a:pt x="763" y="3"/>
                </a:lnTo>
                <a:lnTo>
                  <a:pt x="789" y="2"/>
                </a:lnTo>
                <a:lnTo>
                  <a:pt x="816" y="1"/>
                </a:lnTo>
                <a:lnTo>
                  <a:pt x="842" y="0"/>
                </a:lnTo>
                <a:lnTo>
                  <a:pt x="868" y="1"/>
                </a:lnTo>
                <a:lnTo>
                  <a:pt x="895" y="2"/>
                </a:lnTo>
                <a:lnTo>
                  <a:pt x="921" y="3"/>
                </a:lnTo>
                <a:lnTo>
                  <a:pt x="947" y="5"/>
                </a:lnTo>
                <a:lnTo>
                  <a:pt x="974" y="8"/>
                </a:lnTo>
                <a:lnTo>
                  <a:pt x="1000" y="11"/>
                </a:lnTo>
                <a:lnTo>
                  <a:pt x="1026" y="15"/>
                </a:lnTo>
                <a:lnTo>
                  <a:pt x="1051" y="19"/>
                </a:lnTo>
                <a:lnTo>
                  <a:pt x="1077" y="24"/>
                </a:lnTo>
                <a:lnTo>
                  <a:pt x="1102" y="30"/>
                </a:lnTo>
                <a:lnTo>
                  <a:pt x="1127" y="36"/>
                </a:lnTo>
                <a:lnTo>
                  <a:pt x="1152" y="43"/>
                </a:lnTo>
                <a:lnTo>
                  <a:pt x="1177" y="50"/>
                </a:lnTo>
                <a:lnTo>
                  <a:pt x="1201" y="58"/>
                </a:lnTo>
                <a:lnTo>
                  <a:pt x="1225" y="66"/>
                </a:lnTo>
                <a:lnTo>
                  <a:pt x="1248" y="75"/>
                </a:lnTo>
                <a:lnTo>
                  <a:pt x="1271" y="84"/>
                </a:lnTo>
                <a:lnTo>
                  <a:pt x="1294" y="94"/>
                </a:lnTo>
                <a:lnTo>
                  <a:pt x="1316" y="105"/>
                </a:lnTo>
                <a:lnTo>
                  <a:pt x="1338" y="116"/>
                </a:lnTo>
                <a:lnTo>
                  <a:pt x="1359" y="127"/>
                </a:lnTo>
                <a:lnTo>
                  <a:pt x="1379" y="139"/>
                </a:lnTo>
                <a:lnTo>
                  <a:pt x="1399" y="151"/>
                </a:lnTo>
                <a:lnTo>
                  <a:pt x="1419" y="164"/>
                </a:lnTo>
                <a:lnTo>
                  <a:pt x="1438" y="177"/>
                </a:lnTo>
                <a:lnTo>
                  <a:pt x="1456" y="191"/>
                </a:lnTo>
                <a:lnTo>
                  <a:pt x="1474" y="205"/>
                </a:lnTo>
                <a:lnTo>
                  <a:pt x="1491" y="219"/>
                </a:lnTo>
                <a:lnTo>
                  <a:pt x="1508" y="234"/>
                </a:lnTo>
                <a:lnTo>
                  <a:pt x="1524" y="249"/>
                </a:lnTo>
                <a:lnTo>
                  <a:pt x="1539" y="265"/>
                </a:lnTo>
                <a:lnTo>
                  <a:pt x="1553" y="281"/>
                </a:lnTo>
                <a:lnTo>
                  <a:pt x="1567" y="297"/>
                </a:lnTo>
                <a:lnTo>
                  <a:pt x="1580" y="314"/>
                </a:lnTo>
                <a:lnTo>
                  <a:pt x="1593" y="331"/>
                </a:lnTo>
                <a:lnTo>
                  <a:pt x="1604" y="348"/>
                </a:lnTo>
                <a:lnTo>
                  <a:pt x="1615" y="365"/>
                </a:lnTo>
                <a:lnTo>
                  <a:pt x="1625" y="382"/>
                </a:lnTo>
                <a:lnTo>
                  <a:pt x="1635" y="400"/>
                </a:lnTo>
                <a:lnTo>
                  <a:pt x="1643" y="418"/>
                </a:lnTo>
                <a:lnTo>
                  <a:pt x="1651" y="436"/>
                </a:lnTo>
                <a:lnTo>
                  <a:pt x="1658" y="454"/>
                </a:lnTo>
                <a:lnTo>
                  <a:pt x="1664" y="473"/>
                </a:lnTo>
                <a:lnTo>
                  <a:pt x="1670" y="491"/>
                </a:lnTo>
                <a:lnTo>
                  <a:pt x="1674" y="510"/>
                </a:lnTo>
                <a:lnTo>
                  <a:pt x="1678" y="529"/>
                </a:lnTo>
                <a:lnTo>
                  <a:pt x="1681" y="548"/>
                </a:lnTo>
                <a:lnTo>
                  <a:pt x="1683" y="566"/>
                </a:lnTo>
                <a:lnTo>
                  <a:pt x="1684" y="585"/>
                </a:lnTo>
                <a:lnTo>
                  <a:pt x="1684" y="604"/>
                </a:lnTo>
                <a:close/>
              </a:path>
            </a:pathLst>
          </a:custGeom>
          <a:solidFill>
            <a:srgbClr val="ffa2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3" name=""/>
          <p:cNvSpPr/>
          <p:nvPr/>
        </p:nvSpPr>
        <p:spPr>
          <a:xfrm>
            <a:off x="7758360" y="2726280"/>
            <a:ext cx="608760" cy="436320"/>
          </a:xfrm>
          <a:custGeom>
            <a:avLst/>
            <a:gdLst/>
            <a:ahLst/>
            <a:rect l="0" t="0" r="r" b="b"/>
            <a:pathLst>
              <a:path w="1691" h="1212">
                <a:moveTo>
                  <a:pt x="1687" y="606"/>
                </a:moveTo>
                <a:lnTo>
                  <a:pt x="1687" y="587"/>
                </a:lnTo>
                <a:lnTo>
                  <a:pt x="1686" y="568"/>
                </a:lnTo>
                <a:lnTo>
                  <a:pt x="1684" y="550"/>
                </a:lnTo>
                <a:lnTo>
                  <a:pt x="1681" y="531"/>
                </a:lnTo>
                <a:lnTo>
                  <a:pt x="1677" y="512"/>
                </a:lnTo>
                <a:lnTo>
                  <a:pt x="1673" y="493"/>
                </a:lnTo>
                <a:lnTo>
                  <a:pt x="1667" y="475"/>
                </a:lnTo>
                <a:lnTo>
                  <a:pt x="1661" y="456"/>
                </a:lnTo>
                <a:lnTo>
                  <a:pt x="1654" y="438"/>
                </a:lnTo>
                <a:lnTo>
                  <a:pt x="1646" y="420"/>
                </a:lnTo>
                <a:lnTo>
                  <a:pt x="1638" y="402"/>
                </a:lnTo>
                <a:lnTo>
                  <a:pt x="1628" y="384"/>
                </a:lnTo>
                <a:lnTo>
                  <a:pt x="1618" y="367"/>
                </a:lnTo>
                <a:lnTo>
                  <a:pt x="1607" y="350"/>
                </a:lnTo>
                <a:lnTo>
                  <a:pt x="1596" y="333"/>
                </a:lnTo>
                <a:lnTo>
                  <a:pt x="1583" y="316"/>
                </a:lnTo>
                <a:lnTo>
                  <a:pt x="1570" y="298"/>
                </a:lnTo>
                <a:lnTo>
                  <a:pt x="1556" y="282"/>
                </a:lnTo>
                <a:lnTo>
                  <a:pt x="1542" y="266"/>
                </a:lnTo>
                <a:lnTo>
                  <a:pt x="1527" y="251"/>
                </a:lnTo>
                <a:lnTo>
                  <a:pt x="1511" y="236"/>
                </a:lnTo>
                <a:lnTo>
                  <a:pt x="1494" y="221"/>
                </a:lnTo>
                <a:lnTo>
                  <a:pt x="1477" y="207"/>
                </a:lnTo>
                <a:lnTo>
                  <a:pt x="1459" y="193"/>
                </a:lnTo>
                <a:lnTo>
                  <a:pt x="1441" y="179"/>
                </a:lnTo>
                <a:lnTo>
                  <a:pt x="1422" y="166"/>
                </a:lnTo>
                <a:lnTo>
                  <a:pt x="1402" y="153"/>
                </a:lnTo>
                <a:lnTo>
                  <a:pt x="1382" y="141"/>
                </a:lnTo>
                <a:lnTo>
                  <a:pt x="1362" y="129"/>
                </a:lnTo>
                <a:lnTo>
                  <a:pt x="1341" y="118"/>
                </a:lnTo>
                <a:lnTo>
                  <a:pt x="1319" y="107"/>
                </a:lnTo>
                <a:lnTo>
                  <a:pt x="1297" y="96"/>
                </a:lnTo>
                <a:lnTo>
                  <a:pt x="1274" y="86"/>
                </a:lnTo>
                <a:lnTo>
                  <a:pt x="1250" y="77"/>
                </a:lnTo>
                <a:lnTo>
                  <a:pt x="1227" y="68"/>
                </a:lnTo>
                <a:lnTo>
                  <a:pt x="1203" y="60"/>
                </a:lnTo>
                <a:lnTo>
                  <a:pt x="1179" y="52"/>
                </a:lnTo>
                <a:lnTo>
                  <a:pt x="1155" y="45"/>
                </a:lnTo>
                <a:lnTo>
                  <a:pt x="1130" y="38"/>
                </a:lnTo>
                <a:lnTo>
                  <a:pt x="1105" y="32"/>
                </a:lnTo>
                <a:lnTo>
                  <a:pt x="1080" y="26"/>
                </a:lnTo>
                <a:lnTo>
                  <a:pt x="1054" y="21"/>
                </a:lnTo>
                <a:lnTo>
                  <a:pt x="1029" y="17"/>
                </a:lnTo>
                <a:lnTo>
                  <a:pt x="1003" y="13"/>
                </a:lnTo>
                <a:lnTo>
                  <a:pt x="977" y="10"/>
                </a:lnTo>
                <a:lnTo>
                  <a:pt x="950" y="7"/>
                </a:lnTo>
                <a:lnTo>
                  <a:pt x="924" y="5"/>
                </a:lnTo>
                <a:lnTo>
                  <a:pt x="898" y="4"/>
                </a:lnTo>
                <a:lnTo>
                  <a:pt x="871" y="3"/>
                </a:lnTo>
                <a:lnTo>
                  <a:pt x="845" y="2"/>
                </a:lnTo>
                <a:lnTo>
                  <a:pt x="819" y="3"/>
                </a:lnTo>
                <a:lnTo>
                  <a:pt x="792" y="4"/>
                </a:lnTo>
                <a:lnTo>
                  <a:pt x="766" y="5"/>
                </a:lnTo>
                <a:lnTo>
                  <a:pt x="739" y="7"/>
                </a:lnTo>
                <a:lnTo>
                  <a:pt x="713" y="10"/>
                </a:lnTo>
                <a:lnTo>
                  <a:pt x="687" y="13"/>
                </a:lnTo>
                <a:lnTo>
                  <a:pt x="661" y="17"/>
                </a:lnTo>
                <a:lnTo>
                  <a:pt x="636" y="21"/>
                </a:lnTo>
                <a:lnTo>
                  <a:pt x="610" y="26"/>
                </a:lnTo>
                <a:lnTo>
                  <a:pt x="585" y="32"/>
                </a:lnTo>
                <a:lnTo>
                  <a:pt x="560" y="38"/>
                </a:lnTo>
                <a:lnTo>
                  <a:pt x="535" y="45"/>
                </a:lnTo>
                <a:lnTo>
                  <a:pt x="511" y="52"/>
                </a:lnTo>
                <a:lnTo>
                  <a:pt x="487" y="60"/>
                </a:lnTo>
                <a:lnTo>
                  <a:pt x="463" y="68"/>
                </a:lnTo>
                <a:lnTo>
                  <a:pt x="440" y="77"/>
                </a:lnTo>
                <a:lnTo>
                  <a:pt x="417" y="86"/>
                </a:lnTo>
                <a:lnTo>
                  <a:pt x="394" y="96"/>
                </a:lnTo>
                <a:lnTo>
                  <a:pt x="372" y="107"/>
                </a:lnTo>
                <a:lnTo>
                  <a:pt x="350" y="118"/>
                </a:lnTo>
                <a:lnTo>
                  <a:pt x="329" y="129"/>
                </a:lnTo>
                <a:lnTo>
                  <a:pt x="309" y="141"/>
                </a:lnTo>
                <a:lnTo>
                  <a:pt x="288" y="153"/>
                </a:lnTo>
                <a:lnTo>
                  <a:pt x="269" y="166"/>
                </a:lnTo>
                <a:lnTo>
                  <a:pt x="250" y="179"/>
                </a:lnTo>
                <a:lnTo>
                  <a:pt x="232" y="193"/>
                </a:lnTo>
                <a:lnTo>
                  <a:pt x="214" y="207"/>
                </a:lnTo>
                <a:lnTo>
                  <a:pt x="197" y="221"/>
                </a:lnTo>
                <a:lnTo>
                  <a:pt x="180" y="236"/>
                </a:lnTo>
                <a:lnTo>
                  <a:pt x="164" y="251"/>
                </a:lnTo>
                <a:lnTo>
                  <a:pt x="149" y="266"/>
                </a:lnTo>
                <a:lnTo>
                  <a:pt x="134" y="282"/>
                </a:lnTo>
                <a:lnTo>
                  <a:pt x="121" y="298"/>
                </a:lnTo>
                <a:lnTo>
                  <a:pt x="108" y="316"/>
                </a:lnTo>
                <a:lnTo>
                  <a:pt x="95" y="333"/>
                </a:lnTo>
                <a:lnTo>
                  <a:pt x="84" y="350"/>
                </a:lnTo>
                <a:lnTo>
                  <a:pt x="73" y="367"/>
                </a:lnTo>
                <a:lnTo>
                  <a:pt x="63" y="384"/>
                </a:lnTo>
                <a:lnTo>
                  <a:pt x="53" y="402"/>
                </a:lnTo>
                <a:lnTo>
                  <a:pt x="45" y="420"/>
                </a:lnTo>
                <a:lnTo>
                  <a:pt x="37" y="438"/>
                </a:lnTo>
                <a:lnTo>
                  <a:pt x="30" y="456"/>
                </a:lnTo>
                <a:lnTo>
                  <a:pt x="24" y="475"/>
                </a:lnTo>
                <a:lnTo>
                  <a:pt x="18" y="493"/>
                </a:lnTo>
                <a:lnTo>
                  <a:pt x="14" y="512"/>
                </a:lnTo>
                <a:lnTo>
                  <a:pt x="10" y="531"/>
                </a:lnTo>
                <a:lnTo>
                  <a:pt x="7" y="550"/>
                </a:lnTo>
                <a:lnTo>
                  <a:pt x="5" y="568"/>
                </a:lnTo>
                <a:lnTo>
                  <a:pt x="4" y="587"/>
                </a:lnTo>
                <a:lnTo>
                  <a:pt x="3" y="606"/>
                </a:lnTo>
                <a:lnTo>
                  <a:pt x="4" y="625"/>
                </a:lnTo>
                <a:lnTo>
                  <a:pt x="5" y="644"/>
                </a:lnTo>
                <a:lnTo>
                  <a:pt x="7" y="663"/>
                </a:lnTo>
                <a:lnTo>
                  <a:pt x="10" y="682"/>
                </a:lnTo>
                <a:lnTo>
                  <a:pt x="14" y="701"/>
                </a:lnTo>
                <a:lnTo>
                  <a:pt x="18" y="719"/>
                </a:lnTo>
                <a:lnTo>
                  <a:pt x="24" y="738"/>
                </a:lnTo>
                <a:lnTo>
                  <a:pt x="30" y="756"/>
                </a:lnTo>
                <a:lnTo>
                  <a:pt x="37" y="774"/>
                </a:lnTo>
                <a:lnTo>
                  <a:pt x="45" y="793"/>
                </a:lnTo>
                <a:lnTo>
                  <a:pt x="53" y="811"/>
                </a:lnTo>
                <a:lnTo>
                  <a:pt x="63" y="828"/>
                </a:lnTo>
                <a:lnTo>
                  <a:pt x="73" y="846"/>
                </a:lnTo>
                <a:lnTo>
                  <a:pt x="84" y="863"/>
                </a:lnTo>
                <a:lnTo>
                  <a:pt x="95" y="880"/>
                </a:lnTo>
                <a:lnTo>
                  <a:pt x="108" y="897"/>
                </a:lnTo>
                <a:lnTo>
                  <a:pt x="121" y="913"/>
                </a:lnTo>
                <a:lnTo>
                  <a:pt x="134" y="929"/>
                </a:lnTo>
                <a:lnTo>
                  <a:pt x="149" y="945"/>
                </a:lnTo>
                <a:lnTo>
                  <a:pt x="164" y="961"/>
                </a:lnTo>
                <a:lnTo>
                  <a:pt x="180" y="976"/>
                </a:lnTo>
                <a:lnTo>
                  <a:pt x="197" y="991"/>
                </a:lnTo>
                <a:lnTo>
                  <a:pt x="214" y="1005"/>
                </a:lnTo>
                <a:lnTo>
                  <a:pt x="232" y="1019"/>
                </a:lnTo>
                <a:lnTo>
                  <a:pt x="250" y="1033"/>
                </a:lnTo>
                <a:lnTo>
                  <a:pt x="269" y="1046"/>
                </a:lnTo>
                <a:lnTo>
                  <a:pt x="288" y="1059"/>
                </a:lnTo>
                <a:lnTo>
                  <a:pt x="309" y="1071"/>
                </a:lnTo>
                <a:lnTo>
                  <a:pt x="329" y="1083"/>
                </a:lnTo>
                <a:lnTo>
                  <a:pt x="350" y="1094"/>
                </a:lnTo>
                <a:lnTo>
                  <a:pt x="372" y="1105"/>
                </a:lnTo>
                <a:lnTo>
                  <a:pt x="394" y="1115"/>
                </a:lnTo>
                <a:lnTo>
                  <a:pt x="417" y="1125"/>
                </a:lnTo>
                <a:lnTo>
                  <a:pt x="440" y="1135"/>
                </a:lnTo>
                <a:lnTo>
                  <a:pt x="463" y="1143"/>
                </a:lnTo>
                <a:lnTo>
                  <a:pt x="487" y="1152"/>
                </a:lnTo>
                <a:lnTo>
                  <a:pt x="511" y="1160"/>
                </a:lnTo>
                <a:lnTo>
                  <a:pt x="535" y="1167"/>
                </a:lnTo>
                <a:lnTo>
                  <a:pt x="560" y="1174"/>
                </a:lnTo>
                <a:lnTo>
                  <a:pt x="585" y="1180"/>
                </a:lnTo>
                <a:lnTo>
                  <a:pt x="610" y="1185"/>
                </a:lnTo>
                <a:lnTo>
                  <a:pt x="636" y="1190"/>
                </a:lnTo>
                <a:lnTo>
                  <a:pt x="661" y="1195"/>
                </a:lnTo>
                <a:lnTo>
                  <a:pt x="687" y="1198"/>
                </a:lnTo>
                <a:lnTo>
                  <a:pt x="713" y="1202"/>
                </a:lnTo>
                <a:lnTo>
                  <a:pt x="739" y="1204"/>
                </a:lnTo>
                <a:lnTo>
                  <a:pt x="766" y="1206"/>
                </a:lnTo>
                <a:lnTo>
                  <a:pt x="792" y="1208"/>
                </a:lnTo>
                <a:lnTo>
                  <a:pt x="819" y="1209"/>
                </a:lnTo>
                <a:lnTo>
                  <a:pt x="845" y="1209"/>
                </a:lnTo>
                <a:lnTo>
                  <a:pt x="871" y="1209"/>
                </a:lnTo>
                <a:lnTo>
                  <a:pt x="898" y="1208"/>
                </a:lnTo>
                <a:lnTo>
                  <a:pt x="924" y="1206"/>
                </a:lnTo>
                <a:lnTo>
                  <a:pt x="950" y="1204"/>
                </a:lnTo>
                <a:lnTo>
                  <a:pt x="977" y="1202"/>
                </a:lnTo>
                <a:lnTo>
                  <a:pt x="1003" y="1198"/>
                </a:lnTo>
                <a:lnTo>
                  <a:pt x="1029" y="1195"/>
                </a:lnTo>
                <a:lnTo>
                  <a:pt x="1054" y="1190"/>
                </a:lnTo>
                <a:lnTo>
                  <a:pt x="1080" y="1185"/>
                </a:lnTo>
                <a:lnTo>
                  <a:pt x="1105" y="1180"/>
                </a:lnTo>
                <a:lnTo>
                  <a:pt x="1130" y="1174"/>
                </a:lnTo>
                <a:lnTo>
                  <a:pt x="1155" y="1167"/>
                </a:lnTo>
                <a:lnTo>
                  <a:pt x="1179" y="1160"/>
                </a:lnTo>
                <a:lnTo>
                  <a:pt x="1203" y="1152"/>
                </a:lnTo>
                <a:lnTo>
                  <a:pt x="1227" y="1143"/>
                </a:lnTo>
                <a:lnTo>
                  <a:pt x="1250" y="1135"/>
                </a:lnTo>
                <a:lnTo>
                  <a:pt x="1274" y="1125"/>
                </a:lnTo>
                <a:lnTo>
                  <a:pt x="1297" y="1115"/>
                </a:lnTo>
                <a:lnTo>
                  <a:pt x="1319" y="1105"/>
                </a:lnTo>
                <a:lnTo>
                  <a:pt x="1341" y="1094"/>
                </a:lnTo>
                <a:lnTo>
                  <a:pt x="1362" y="1083"/>
                </a:lnTo>
                <a:lnTo>
                  <a:pt x="1382" y="1071"/>
                </a:lnTo>
                <a:lnTo>
                  <a:pt x="1402" y="1059"/>
                </a:lnTo>
                <a:lnTo>
                  <a:pt x="1422" y="1046"/>
                </a:lnTo>
                <a:lnTo>
                  <a:pt x="1441" y="1033"/>
                </a:lnTo>
                <a:lnTo>
                  <a:pt x="1459" y="1019"/>
                </a:lnTo>
                <a:lnTo>
                  <a:pt x="1477" y="1005"/>
                </a:lnTo>
                <a:lnTo>
                  <a:pt x="1494" y="991"/>
                </a:lnTo>
                <a:lnTo>
                  <a:pt x="1511" y="976"/>
                </a:lnTo>
                <a:lnTo>
                  <a:pt x="1527" y="961"/>
                </a:lnTo>
                <a:lnTo>
                  <a:pt x="1542" y="945"/>
                </a:lnTo>
                <a:lnTo>
                  <a:pt x="1556" y="929"/>
                </a:lnTo>
                <a:lnTo>
                  <a:pt x="1570" y="913"/>
                </a:lnTo>
                <a:lnTo>
                  <a:pt x="1583" y="897"/>
                </a:lnTo>
                <a:lnTo>
                  <a:pt x="1596" y="880"/>
                </a:lnTo>
                <a:lnTo>
                  <a:pt x="1607" y="863"/>
                </a:lnTo>
                <a:lnTo>
                  <a:pt x="1618" y="846"/>
                </a:lnTo>
                <a:lnTo>
                  <a:pt x="1628" y="828"/>
                </a:lnTo>
                <a:lnTo>
                  <a:pt x="1638" y="811"/>
                </a:lnTo>
                <a:lnTo>
                  <a:pt x="1646" y="793"/>
                </a:lnTo>
                <a:lnTo>
                  <a:pt x="1654" y="774"/>
                </a:lnTo>
                <a:lnTo>
                  <a:pt x="1661" y="756"/>
                </a:lnTo>
                <a:lnTo>
                  <a:pt x="1667" y="738"/>
                </a:lnTo>
                <a:lnTo>
                  <a:pt x="1673" y="719"/>
                </a:lnTo>
                <a:lnTo>
                  <a:pt x="1677" y="701"/>
                </a:lnTo>
                <a:lnTo>
                  <a:pt x="1681" y="682"/>
                </a:lnTo>
                <a:lnTo>
                  <a:pt x="1684" y="663"/>
                </a:lnTo>
                <a:lnTo>
                  <a:pt x="1686" y="644"/>
                </a:lnTo>
                <a:lnTo>
                  <a:pt x="1687" y="625"/>
                </a:lnTo>
                <a:lnTo>
                  <a:pt x="1687" y="606"/>
                </a:lnTo>
                <a:moveTo>
                  <a:pt x="1691" y="606"/>
                </a:moveTo>
                <a:lnTo>
                  <a:pt x="1691" y="625"/>
                </a:lnTo>
                <a:lnTo>
                  <a:pt x="1690" y="644"/>
                </a:lnTo>
                <a:lnTo>
                  <a:pt x="1688" y="663"/>
                </a:lnTo>
                <a:lnTo>
                  <a:pt x="1685" y="682"/>
                </a:lnTo>
                <a:lnTo>
                  <a:pt x="1681" y="701"/>
                </a:lnTo>
                <a:lnTo>
                  <a:pt x="1676" y="720"/>
                </a:lnTo>
                <a:lnTo>
                  <a:pt x="1671" y="738"/>
                </a:lnTo>
                <a:lnTo>
                  <a:pt x="1665" y="757"/>
                </a:lnTo>
                <a:lnTo>
                  <a:pt x="1658" y="775"/>
                </a:lnTo>
                <a:lnTo>
                  <a:pt x="1650" y="793"/>
                </a:lnTo>
                <a:lnTo>
                  <a:pt x="1641" y="811"/>
                </a:lnTo>
                <a:lnTo>
                  <a:pt x="1632" y="829"/>
                </a:lnTo>
                <a:lnTo>
                  <a:pt x="1622" y="847"/>
                </a:lnTo>
                <a:lnTo>
                  <a:pt x="1611" y="864"/>
                </a:lnTo>
                <a:lnTo>
                  <a:pt x="1599" y="881"/>
                </a:lnTo>
                <a:lnTo>
                  <a:pt x="1587" y="898"/>
                </a:lnTo>
                <a:lnTo>
                  <a:pt x="1574" y="915"/>
                </a:lnTo>
                <a:lnTo>
                  <a:pt x="1560" y="931"/>
                </a:lnTo>
                <a:lnTo>
                  <a:pt x="1545" y="947"/>
                </a:lnTo>
                <a:lnTo>
                  <a:pt x="1530" y="962"/>
                </a:lnTo>
                <a:lnTo>
                  <a:pt x="1514" y="977"/>
                </a:lnTo>
                <a:lnTo>
                  <a:pt x="1497" y="992"/>
                </a:lnTo>
                <a:lnTo>
                  <a:pt x="1480" y="1007"/>
                </a:lnTo>
                <a:lnTo>
                  <a:pt x="1462" y="1021"/>
                </a:lnTo>
                <a:lnTo>
                  <a:pt x="1444" y="1035"/>
                </a:lnTo>
                <a:lnTo>
                  <a:pt x="1425" y="1048"/>
                </a:lnTo>
                <a:lnTo>
                  <a:pt x="1405" y="1061"/>
                </a:lnTo>
                <a:lnTo>
                  <a:pt x="1385" y="1073"/>
                </a:lnTo>
                <a:lnTo>
                  <a:pt x="1364" y="1085"/>
                </a:lnTo>
                <a:lnTo>
                  <a:pt x="1343" y="1096"/>
                </a:lnTo>
                <a:lnTo>
                  <a:pt x="1321" y="1107"/>
                </a:lnTo>
                <a:lnTo>
                  <a:pt x="1299" y="1118"/>
                </a:lnTo>
                <a:lnTo>
                  <a:pt x="1276" y="1128"/>
                </a:lnTo>
                <a:lnTo>
                  <a:pt x="1252" y="1137"/>
                </a:lnTo>
                <a:lnTo>
                  <a:pt x="1229" y="1146"/>
                </a:lnTo>
                <a:lnTo>
                  <a:pt x="1205" y="1154"/>
                </a:lnTo>
                <a:lnTo>
                  <a:pt x="1181" y="1162"/>
                </a:lnTo>
                <a:lnTo>
                  <a:pt x="1156" y="1169"/>
                </a:lnTo>
                <a:lnTo>
                  <a:pt x="1131" y="1176"/>
                </a:lnTo>
                <a:lnTo>
                  <a:pt x="1106" y="1182"/>
                </a:lnTo>
                <a:lnTo>
                  <a:pt x="1081" y="1188"/>
                </a:lnTo>
                <a:lnTo>
                  <a:pt x="1055" y="1193"/>
                </a:lnTo>
                <a:lnTo>
                  <a:pt x="1029" y="1197"/>
                </a:lnTo>
                <a:lnTo>
                  <a:pt x="1003" y="1201"/>
                </a:lnTo>
                <a:lnTo>
                  <a:pt x="977" y="1204"/>
                </a:lnTo>
                <a:lnTo>
                  <a:pt x="951" y="1207"/>
                </a:lnTo>
                <a:lnTo>
                  <a:pt x="925" y="1209"/>
                </a:lnTo>
                <a:lnTo>
                  <a:pt x="898" y="1211"/>
                </a:lnTo>
                <a:lnTo>
                  <a:pt x="872" y="1212"/>
                </a:lnTo>
                <a:lnTo>
                  <a:pt x="845" y="1212"/>
                </a:lnTo>
                <a:lnTo>
                  <a:pt x="818" y="1212"/>
                </a:lnTo>
                <a:lnTo>
                  <a:pt x="792" y="1211"/>
                </a:lnTo>
                <a:lnTo>
                  <a:pt x="765" y="1209"/>
                </a:lnTo>
                <a:lnTo>
                  <a:pt x="739" y="1207"/>
                </a:lnTo>
                <a:lnTo>
                  <a:pt x="713" y="1204"/>
                </a:lnTo>
                <a:lnTo>
                  <a:pt x="687" y="1201"/>
                </a:lnTo>
                <a:lnTo>
                  <a:pt x="661" y="1197"/>
                </a:lnTo>
                <a:lnTo>
                  <a:pt x="635" y="1193"/>
                </a:lnTo>
                <a:lnTo>
                  <a:pt x="609" y="1188"/>
                </a:lnTo>
                <a:lnTo>
                  <a:pt x="584" y="1182"/>
                </a:lnTo>
                <a:lnTo>
                  <a:pt x="559" y="1176"/>
                </a:lnTo>
                <a:lnTo>
                  <a:pt x="534" y="1169"/>
                </a:lnTo>
                <a:lnTo>
                  <a:pt x="509" y="1162"/>
                </a:lnTo>
                <a:lnTo>
                  <a:pt x="485" y="1154"/>
                </a:lnTo>
                <a:lnTo>
                  <a:pt x="461" y="1146"/>
                </a:lnTo>
                <a:lnTo>
                  <a:pt x="438" y="1137"/>
                </a:lnTo>
                <a:lnTo>
                  <a:pt x="415" y="1128"/>
                </a:lnTo>
                <a:lnTo>
                  <a:pt x="392" y="1118"/>
                </a:lnTo>
                <a:lnTo>
                  <a:pt x="370" y="1107"/>
                </a:lnTo>
                <a:lnTo>
                  <a:pt x="348" y="1096"/>
                </a:lnTo>
                <a:lnTo>
                  <a:pt x="327" y="1085"/>
                </a:lnTo>
                <a:lnTo>
                  <a:pt x="306" y="1073"/>
                </a:lnTo>
                <a:lnTo>
                  <a:pt x="286" y="1061"/>
                </a:lnTo>
                <a:lnTo>
                  <a:pt x="266" y="1048"/>
                </a:lnTo>
                <a:lnTo>
                  <a:pt x="247" y="1035"/>
                </a:lnTo>
                <a:lnTo>
                  <a:pt x="229" y="1021"/>
                </a:lnTo>
                <a:lnTo>
                  <a:pt x="211" y="1007"/>
                </a:lnTo>
                <a:lnTo>
                  <a:pt x="194" y="992"/>
                </a:lnTo>
                <a:lnTo>
                  <a:pt x="177" y="977"/>
                </a:lnTo>
                <a:lnTo>
                  <a:pt x="161" y="962"/>
                </a:lnTo>
                <a:lnTo>
                  <a:pt x="146" y="947"/>
                </a:lnTo>
                <a:lnTo>
                  <a:pt x="131" y="931"/>
                </a:lnTo>
                <a:lnTo>
                  <a:pt x="117" y="915"/>
                </a:lnTo>
                <a:lnTo>
                  <a:pt x="104" y="898"/>
                </a:lnTo>
                <a:lnTo>
                  <a:pt x="92" y="881"/>
                </a:lnTo>
                <a:lnTo>
                  <a:pt x="80" y="864"/>
                </a:lnTo>
                <a:lnTo>
                  <a:pt x="69" y="847"/>
                </a:lnTo>
                <a:lnTo>
                  <a:pt x="59" y="829"/>
                </a:lnTo>
                <a:lnTo>
                  <a:pt x="50" y="811"/>
                </a:lnTo>
                <a:lnTo>
                  <a:pt x="41" y="793"/>
                </a:lnTo>
                <a:lnTo>
                  <a:pt x="33" y="775"/>
                </a:lnTo>
                <a:lnTo>
                  <a:pt x="26" y="757"/>
                </a:lnTo>
                <a:lnTo>
                  <a:pt x="20" y="738"/>
                </a:lnTo>
                <a:lnTo>
                  <a:pt x="15" y="720"/>
                </a:lnTo>
                <a:lnTo>
                  <a:pt x="10" y="701"/>
                </a:lnTo>
                <a:lnTo>
                  <a:pt x="6" y="682"/>
                </a:lnTo>
                <a:lnTo>
                  <a:pt x="3" y="663"/>
                </a:lnTo>
                <a:lnTo>
                  <a:pt x="1" y="644"/>
                </a:lnTo>
                <a:lnTo>
                  <a:pt x="0" y="625"/>
                </a:lnTo>
                <a:lnTo>
                  <a:pt x="0" y="606"/>
                </a:lnTo>
                <a:lnTo>
                  <a:pt x="0" y="587"/>
                </a:lnTo>
                <a:lnTo>
                  <a:pt x="1" y="568"/>
                </a:lnTo>
                <a:lnTo>
                  <a:pt x="3" y="549"/>
                </a:lnTo>
                <a:lnTo>
                  <a:pt x="6" y="530"/>
                </a:lnTo>
                <a:lnTo>
                  <a:pt x="10" y="512"/>
                </a:lnTo>
                <a:lnTo>
                  <a:pt x="15" y="493"/>
                </a:lnTo>
                <a:lnTo>
                  <a:pt x="20" y="474"/>
                </a:lnTo>
                <a:lnTo>
                  <a:pt x="26" y="456"/>
                </a:lnTo>
                <a:lnTo>
                  <a:pt x="33" y="437"/>
                </a:lnTo>
                <a:lnTo>
                  <a:pt x="41" y="419"/>
                </a:lnTo>
                <a:lnTo>
                  <a:pt x="50" y="401"/>
                </a:lnTo>
                <a:lnTo>
                  <a:pt x="59" y="383"/>
                </a:lnTo>
                <a:lnTo>
                  <a:pt x="69" y="366"/>
                </a:lnTo>
                <a:lnTo>
                  <a:pt x="80" y="348"/>
                </a:lnTo>
                <a:lnTo>
                  <a:pt x="92" y="331"/>
                </a:lnTo>
                <a:lnTo>
                  <a:pt x="104" y="315"/>
                </a:lnTo>
                <a:lnTo>
                  <a:pt x="117" y="297"/>
                </a:lnTo>
                <a:lnTo>
                  <a:pt x="131" y="281"/>
                </a:lnTo>
                <a:lnTo>
                  <a:pt x="146" y="265"/>
                </a:lnTo>
                <a:lnTo>
                  <a:pt x="161" y="249"/>
                </a:lnTo>
                <a:lnTo>
                  <a:pt x="177" y="234"/>
                </a:lnTo>
                <a:lnTo>
                  <a:pt x="194" y="219"/>
                </a:lnTo>
                <a:lnTo>
                  <a:pt x="211" y="205"/>
                </a:lnTo>
                <a:lnTo>
                  <a:pt x="229" y="191"/>
                </a:lnTo>
                <a:lnTo>
                  <a:pt x="247" y="177"/>
                </a:lnTo>
                <a:lnTo>
                  <a:pt x="266" y="164"/>
                </a:lnTo>
                <a:lnTo>
                  <a:pt x="286" y="151"/>
                </a:lnTo>
                <a:lnTo>
                  <a:pt x="306" y="139"/>
                </a:lnTo>
                <a:lnTo>
                  <a:pt x="327" y="127"/>
                </a:lnTo>
                <a:lnTo>
                  <a:pt x="348" y="115"/>
                </a:lnTo>
                <a:lnTo>
                  <a:pt x="370" y="104"/>
                </a:lnTo>
                <a:lnTo>
                  <a:pt x="392" y="94"/>
                </a:lnTo>
                <a:lnTo>
                  <a:pt x="415" y="84"/>
                </a:lnTo>
                <a:lnTo>
                  <a:pt x="438" y="75"/>
                </a:lnTo>
                <a:lnTo>
                  <a:pt x="461" y="66"/>
                </a:lnTo>
                <a:lnTo>
                  <a:pt x="485" y="57"/>
                </a:lnTo>
                <a:lnTo>
                  <a:pt x="509" y="49"/>
                </a:lnTo>
                <a:lnTo>
                  <a:pt x="534" y="42"/>
                </a:lnTo>
                <a:lnTo>
                  <a:pt x="559" y="35"/>
                </a:lnTo>
                <a:lnTo>
                  <a:pt x="584" y="29"/>
                </a:lnTo>
                <a:lnTo>
                  <a:pt x="609" y="24"/>
                </a:lnTo>
                <a:lnTo>
                  <a:pt x="635" y="19"/>
                </a:lnTo>
                <a:lnTo>
                  <a:pt x="661" y="14"/>
                </a:lnTo>
                <a:lnTo>
                  <a:pt x="687" y="10"/>
                </a:lnTo>
                <a:lnTo>
                  <a:pt x="713" y="7"/>
                </a:lnTo>
                <a:lnTo>
                  <a:pt x="739" y="4"/>
                </a:lnTo>
                <a:lnTo>
                  <a:pt x="765" y="2"/>
                </a:lnTo>
                <a:lnTo>
                  <a:pt x="792" y="1"/>
                </a:lnTo>
                <a:lnTo>
                  <a:pt x="818" y="0"/>
                </a:lnTo>
                <a:lnTo>
                  <a:pt x="845" y="0"/>
                </a:lnTo>
                <a:lnTo>
                  <a:pt x="872" y="0"/>
                </a:lnTo>
                <a:lnTo>
                  <a:pt x="898" y="1"/>
                </a:lnTo>
                <a:lnTo>
                  <a:pt x="925" y="2"/>
                </a:lnTo>
                <a:lnTo>
                  <a:pt x="951" y="4"/>
                </a:lnTo>
                <a:lnTo>
                  <a:pt x="977" y="7"/>
                </a:lnTo>
                <a:lnTo>
                  <a:pt x="1003" y="10"/>
                </a:lnTo>
                <a:lnTo>
                  <a:pt x="1029" y="14"/>
                </a:lnTo>
                <a:lnTo>
                  <a:pt x="1055" y="19"/>
                </a:lnTo>
                <a:lnTo>
                  <a:pt x="1081" y="24"/>
                </a:lnTo>
                <a:lnTo>
                  <a:pt x="1106" y="29"/>
                </a:lnTo>
                <a:lnTo>
                  <a:pt x="1131" y="35"/>
                </a:lnTo>
                <a:lnTo>
                  <a:pt x="1156" y="42"/>
                </a:lnTo>
                <a:lnTo>
                  <a:pt x="1181" y="49"/>
                </a:lnTo>
                <a:lnTo>
                  <a:pt x="1205" y="57"/>
                </a:lnTo>
                <a:lnTo>
                  <a:pt x="1229" y="66"/>
                </a:lnTo>
                <a:lnTo>
                  <a:pt x="1252" y="75"/>
                </a:lnTo>
                <a:lnTo>
                  <a:pt x="1276" y="84"/>
                </a:lnTo>
                <a:lnTo>
                  <a:pt x="1299" y="94"/>
                </a:lnTo>
                <a:lnTo>
                  <a:pt x="1321" y="104"/>
                </a:lnTo>
                <a:lnTo>
                  <a:pt x="1343" y="115"/>
                </a:lnTo>
                <a:lnTo>
                  <a:pt x="1364" y="127"/>
                </a:lnTo>
                <a:lnTo>
                  <a:pt x="1385" y="139"/>
                </a:lnTo>
                <a:lnTo>
                  <a:pt x="1405" y="151"/>
                </a:lnTo>
                <a:lnTo>
                  <a:pt x="1425" y="164"/>
                </a:lnTo>
                <a:lnTo>
                  <a:pt x="1444" y="177"/>
                </a:lnTo>
                <a:lnTo>
                  <a:pt x="1462" y="191"/>
                </a:lnTo>
                <a:lnTo>
                  <a:pt x="1480" y="205"/>
                </a:lnTo>
                <a:lnTo>
                  <a:pt x="1497" y="219"/>
                </a:lnTo>
                <a:lnTo>
                  <a:pt x="1514" y="234"/>
                </a:lnTo>
                <a:lnTo>
                  <a:pt x="1530" y="249"/>
                </a:lnTo>
                <a:lnTo>
                  <a:pt x="1545" y="265"/>
                </a:lnTo>
                <a:lnTo>
                  <a:pt x="1560" y="281"/>
                </a:lnTo>
                <a:lnTo>
                  <a:pt x="1574" y="297"/>
                </a:lnTo>
                <a:lnTo>
                  <a:pt x="1587" y="315"/>
                </a:lnTo>
                <a:lnTo>
                  <a:pt x="1599" y="331"/>
                </a:lnTo>
                <a:lnTo>
                  <a:pt x="1611" y="348"/>
                </a:lnTo>
                <a:lnTo>
                  <a:pt x="1622" y="366"/>
                </a:lnTo>
                <a:lnTo>
                  <a:pt x="1632" y="383"/>
                </a:lnTo>
                <a:lnTo>
                  <a:pt x="1641" y="401"/>
                </a:lnTo>
                <a:lnTo>
                  <a:pt x="1650" y="419"/>
                </a:lnTo>
                <a:lnTo>
                  <a:pt x="1658" y="437"/>
                </a:lnTo>
                <a:lnTo>
                  <a:pt x="1665" y="456"/>
                </a:lnTo>
                <a:lnTo>
                  <a:pt x="1671" y="474"/>
                </a:lnTo>
                <a:lnTo>
                  <a:pt x="1676" y="493"/>
                </a:lnTo>
                <a:lnTo>
                  <a:pt x="1681" y="512"/>
                </a:lnTo>
                <a:lnTo>
                  <a:pt x="1685" y="530"/>
                </a:lnTo>
                <a:lnTo>
                  <a:pt x="1688" y="549"/>
                </a:lnTo>
                <a:lnTo>
                  <a:pt x="1690" y="568"/>
                </a:lnTo>
                <a:lnTo>
                  <a:pt x="1691" y="587"/>
                </a:lnTo>
                <a:lnTo>
                  <a:pt x="1691" y="606"/>
                </a:lnTo>
                <a:close/>
              </a:path>
            </a:pathLst>
          </a:custGeom>
          <a:solidFill>
            <a:srgbClr val="ffa1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4" name=""/>
          <p:cNvSpPr/>
          <p:nvPr/>
        </p:nvSpPr>
        <p:spPr>
          <a:xfrm>
            <a:off x="7756920" y="2725200"/>
            <a:ext cx="611640" cy="438480"/>
          </a:xfrm>
          <a:custGeom>
            <a:avLst/>
            <a:gdLst/>
            <a:ahLst/>
            <a:rect l="0" t="0" r="r" b="b"/>
            <a:pathLst>
              <a:path w="1699" h="1218">
                <a:moveTo>
                  <a:pt x="1695" y="609"/>
                </a:moveTo>
                <a:lnTo>
                  <a:pt x="1695" y="590"/>
                </a:lnTo>
                <a:lnTo>
                  <a:pt x="1694" y="571"/>
                </a:lnTo>
                <a:lnTo>
                  <a:pt x="1692" y="552"/>
                </a:lnTo>
                <a:lnTo>
                  <a:pt x="1689" y="533"/>
                </a:lnTo>
                <a:lnTo>
                  <a:pt x="1685" y="515"/>
                </a:lnTo>
                <a:lnTo>
                  <a:pt x="1680" y="496"/>
                </a:lnTo>
                <a:lnTo>
                  <a:pt x="1675" y="477"/>
                </a:lnTo>
                <a:lnTo>
                  <a:pt x="1669" y="459"/>
                </a:lnTo>
                <a:lnTo>
                  <a:pt x="1662" y="440"/>
                </a:lnTo>
                <a:lnTo>
                  <a:pt x="1654" y="422"/>
                </a:lnTo>
                <a:lnTo>
                  <a:pt x="1645" y="404"/>
                </a:lnTo>
                <a:lnTo>
                  <a:pt x="1636" y="386"/>
                </a:lnTo>
                <a:lnTo>
                  <a:pt x="1626" y="369"/>
                </a:lnTo>
                <a:lnTo>
                  <a:pt x="1615" y="351"/>
                </a:lnTo>
                <a:lnTo>
                  <a:pt x="1603" y="333"/>
                </a:lnTo>
                <a:lnTo>
                  <a:pt x="1591" y="317"/>
                </a:lnTo>
                <a:lnTo>
                  <a:pt x="1578" y="300"/>
                </a:lnTo>
                <a:lnTo>
                  <a:pt x="1564" y="284"/>
                </a:lnTo>
                <a:lnTo>
                  <a:pt x="1549" y="268"/>
                </a:lnTo>
                <a:lnTo>
                  <a:pt x="1534" y="252"/>
                </a:lnTo>
                <a:lnTo>
                  <a:pt x="1518" y="237"/>
                </a:lnTo>
                <a:lnTo>
                  <a:pt x="1501" y="222"/>
                </a:lnTo>
                <a:lnTo>
                  <a:pt x="1484" y="208"/>
                </a:lnTo>
                <a:lnTo>
                  <a:pt x="1466" y="194"/>
                </a:lnTo>
                <a:lnTo>
                  <a:pt x="1448" y="180"/>
                </a:lnTo>
                <a:lnTo>
                  <a:pt x="1429" y="167"/>
                </a:lnTo>
                <a:lnTo>
                  <a:pt x="1409" y="154"/>
                </a:lnTo>
                <a:lnTo>
                  <a:pt x="1389" y="142"/>
                </a:lnTo>
                <a:lnTo>
                  <a:pt x="1367" y="130"/>
                </a:lnTo>
                <a:lnTo>
                  <a:pt x="1346" y="118"/>
                </a:lnTo>
                <a:lnTo>
                  <a:pt x="1324" y="107"/>
                </a:lnTo>
                <a:lnTo>
                  <a:pt x="1302" y="97"/>
                </a:lnTo>
                <a:lnTo>
                  <a:pt x="1279" y="87"/>
                </a:lnTo>
                <a:lnTo>
                  <a:pt x="1256" y="78"/>
                </a:lnTo>
                <a:lnTo>
                  <a:pt x="1233" y="69"/>
                </a:lnTo>
                <a:lnTo>
                  <a:pt x="1209" y="60"/>
                </a:lnTo>
                <a:lnTo>
                  <a:pt x="1185" y="52"/>
                </a:lnTo>
                <a:lnTo>
                  <a:pt x="1160" y="45"/>
                </a:lnTo>
                <a:lnTo>
                  <a:pt x="1135" y="38"/>
                </a:lnTo>
                <a:lnTo>
                  <a:pt x="1110" y="32"/>
                </a:lnTo>
                <a:lnTo>
                  <a:pt x="1085" y="27"/>
                </a:lnTo>
                <a:lnTo>
                  <a:pt x="1059" y="22"/>
                </a:lnTo>
                <a:lnTo>
                  <a:pt x="1033" y="17"/>
                </a:lnTo>
                <a:lnTo>
                  <a:pt x="1007" y="13"/>
                </a:lnTo>
                <a:lnTo>
                  <a:pt x="981" y="10"/>
                </a:lnTo>
                <a:lnTo>
                  <a:pt x="955" y="7"/>
                </a:lnTo>
                <a:lnTo>
                  <a:pt x="929" y="5"/>
                </a:lnTo>
                <a:lnTo>
                  <a:pt x="902" y="4"/>
                </a:lnTo>
                <a:lnTo>
                  <a:pt x="876" y="3"/>
                </a:lnTo>
                <a:lnTo>
                  <a:pt x="849" y="3"/>
                </a:lnTo>
                <a:lnTo>
                  <a:pt x="822" y="3"/>
                </a:lnTo>
                <a:lnTo>
                  <a:pt x="796" y="4"/>
                </a:lnTo>
                <a:lnTo>
                  <a:pt x="769" y="5"/>
                </a:lnTo>
                <a:lnTo>
                  <a:pt x="743" y="7"/>
                </a:lnTo>
                <a:lnTo>
                  <a:pt x="717" y="10"/>
                </a:lnTo>
                <a:lnTo>
                  <a:pt x="691" y="13"/>
                </a:lnTo>
                <a:lnTo>
                  <a:pt x="665" y="17"/>
                </a:lnTo>
                <a:lnTo>
                  <a:pt x="639" y="22"/>
                </a:lnTo>
                <a:lnTo>
                  <a:pt x="613" y="27"/>
                </a:lnTo>
                <a:lnTo>
                  <a:pt x="588" y="32"/>
                </a:lnTo>
                <a:lnTo>
                  <a:pt x="563" y="38"/>
                </a:lnTo>
                <a:lnTo>
                  <a:pt x="538" y="45"/>
                </a:lnTo>
                <a:lnTo>
                  <a:pt x="513" y="52"/>
                </a:lnTo>
                <a:lnTo>
                  <a:pt x="489" y="60"/>
                </a:lnTo>
                <a:lnTo>
                  <a:pt x="465" y="69"/>
                </a:lnTo>
                <a:lnTo>
                  <a:pt x="442" y="78"/>
                </a:lnTo>
                <a:lnTo>
                  <a:pt x="419" y="87"/>
                </a:lnTo>
                <a:lnTo>
                  <a:pt x="396" y="97"/>
                </a:lnTo>
                <a:lnTo>
                  <a:pt x="374" y="107"/>
                </a:lnTo>
                <a:lnTo>
                  <a:pt x="352" y="118"/>
                </a:lnTo>
                <a:lnTo>
                  <a:pt x="331" y="130"/>
                </a:lnTo>
                <a:lnTo>
                  <a:pt x="310" y="142"/>
                </a:lnTo>
                <a:lnTo>
                  <a:pt x="290" y="154"/>
                </a:lnTo>
                <a:lnTo>
                  <a:pt x="270" y="167"/>
                </a:lnTo>
                <a:lnTo>
                  <a:pt x="251" y="180"/>
                </a:lnTo>
                <a:lnTo>
                  <a:pt x="233" y="194"/>
                </a:lnTo>
                <a:lnTo>
                  <a:pt x="215" y="208"/>
                </a:lnTo>
                <a:lnTo>
                  <a:pt x="198" y="222"/>
                </a:lnTo>
                <a:lnTo>
                  <a:pt x="181" y="237"/>
                </a:lnTo>
                <a:lnTo>
                  <a:pt x="165" y="252"/>
                </a:lnTo>
                <a:lnTo>
                  <a:pt x="150" y="268"/>
                </a:lnTo>
                <a:lnTo>
                  <a:pt x="135" y="284"/>
                </a:lnTo>
                <a:lnTo>
                  <a:pt x="121" y="300"/>
                </a:lnTo>
                <a:lnTo>
                  <a:pt x="108" y="317"/>
                </a:lnTo>
                <a:lnTo>
                  <a:pt x="96" y="333"/>
                </a:lnTo>
                <a:lnTo>
                  <a:pt x="84" y="351"/>
                </a:lnTo>
                <a:lnTo>
                  <a:pt x="73" y="369"/>
                </a:lnTo>
                <a:lnTo>
                  <a:pt x="63" y="386"/>
                </a:lnTo>
                <a:lnTo>
                  <a:pt x="54" y="404"/>
                </a:lnTo>
                <a:lnTo>
                  <a:pt x="45" y="422"/>
                </a:lnTo>
                <a:lnTo>
                  <a:pt x="37" y="440"/>
                </a:lnTo>
                <a:lnTo>
                  <a:pt x="30" y="459"/>
                </a:lnTo>
                <a:lnTo>
                  <a:pt x="24" y="477"/>
                </a:lnTo>
                <a:lnTo>
                  <a:pt x="19" y="496"/>
                </a:lnTo>
                <a:lnTo>
                  <a:pt x="14" y="515"/>
                </a:lnTo>
                <a:lnTo>
                  <a:pt x="10" y="533"/>
                </a:lnTo>
                <a:lnTo>
                  <a:pt x="7" y="552"/>
                </a:lnTo>
                <a:lnTo>
                  <a:pt x="5" y="571"/>
                </a:lnTo>
                <a:lnTo>
                  <a:pt x="4" y="590"/>
                </a:lnTo>
                <a:lnTo>
                  <a:pt x="4" y="609"/>
                </a:lnTo>
                <a:lnTo>
                  <a:pt x="4" y="628"/>
                </a:lnTo>
                <a:lnTo>
                  <a:pt x="5" y="647"/>
                </a:lnTo>
                <a:lnTo>
                  <a:pt x="7" y="666"/>
                </a:lnTo>
                <a:lnTo>
                  <a:pt x="10" y="685"/>
                </a:lnTo>
                <a:lnTo>
                  <a:pt x="14" y="704"/>
                </a:lnTo>
                <a:lnTo>
                  <a:pt x="19" y="723"/>
                </a:lnTo>
                <a:lnTo>
                  <a:pt x="24" y="741"/>
                </a:lnTo>
                <a:lnTo>
                  <a:pt x="30" y="760"/>
                </a:lnTo>
                <a:lnTo>
                  <a:pt x="37" y="778"/>
                </a:lnTo>
                <a:lnTo>
                  <a:pt x="45" y="796"/>
                </a:lnTo>
                <a:lnTo>
                  <a:pt x="54" y="814"/>
                </a:lnTo>
                <a:lnTo>
                  <a:pt x="63" y="832"/>
                </a:lnTo>
                <a:lnTo>
                  <a:pt x="73" y="850"/>
                </a:lnTo>
                <a:lnTo>
                  <a:pt x="84" y="867"/>
                </a:lnTo>
                <a:lnTo>
                  <a:pt x="96" y="884"/>
                </a:lnTo>
                <a:lnTo>
                  <a:pt x="108" y="901"/>
                </a:lnTo>
                <a:lnTo>
                  <a:pt x="121" y="918"/>
                </a:lnTo>
                <a:lnTo>
                  <a:pt x="135" y="934"/>
                </a:lnTo>
                <a:lnTo>
                  <a:pt x="150" y="950"/>
                </a:lnTo>
                <a:lnTo>
                  <a:pt x="165" y="965"/>
                </a:lnTo>
                <a:lnTo>
                  <a:pt x="181" y="980"/>
                </a:lnTo>
                <a:lnTo>
                  <a:pt x="198" y="995"/>
                </a:lnTo>
                <a:lnTo>
                  <a:pt x="215" y="1010"/>
                </a:lnTo>
                <a:lnTo>
                  <a:pt x="233" y="1024"/>
                </a:lnTo>
                <a:lnTo>
                  <a:pt x="251" y="1038"/>
                </a:lnTo>
                <a:lnTo>
                  <a:pt x="270" y="1051"/>
                </a:lnTo>
                <a:lnTo>
                  <a:pt x="290" y="1064"/>
                </a:lnTo>
                <a:lnTo>
                  <a:pt x="310" y="1076"/>
                </a:lnTo>
                <a:lnTo>
                  <a:pt x="331" y="1088"/>
                </a:lnTo>
                <a:lnTo>
                  <a:pt x="352" y="1099"/>
                </a:lnTo>
                <a:lnTo>
                  <a:pt x="374" y="1110"/>
                </a:lnTo>
                <a:lnTo>
                  <a:pt x="396" y="1121"/>
                </a:lnTo>
                <a:lnTo>
                  <a:pt x="419" y="1131"/>
                </a:lnTo>
                <a:lnTo>
                  <a:pt x="442" y="1140"/>
                </a:lnTo>
                <a:lnTo>
                  <a:pt x="465" y="1149"/>
                </a:lnTo>
                <a:lnTo>
                  <a:pt x="489" y="1157"/>
                </a:lnTo>
                <a:lnTo>
                  <a:pt x="513" y="1165"/>
                </a:lnTo>
                <a:lnTo>
                  <a:pt x="538" y="1172"/>
                </a:lnTo>
                <a:lnTo>
                  <a:pt x="563" y="1179"/>
                </a:lnTo>
                <a:lnTo>
                  <a:pt x="588" y="1185"/>
                </a:lnTo>
                <a:lnTo>
                  <a:pt x="613" y="1191"/>
                </a:lnTo>
                <a:lnTo>
                  <a:pt x="639" y="1196"/>
                </a:lnTo>
                <a:lnTo>
                  <a:pt x="665" y="1200"/>
                </a:lnTo>
                <a:lnTo>
                  <a:pt x="691" y="1204"/>
                </a:lnTo>
                <a:lnTo>
                  <a:pt x="717" y="1207"/>
                </a:lnTo>
                <a:lnTo>
                  <a:pt x="743" y="1210"/>
                </a:lnTo>
                <a:lnTo>
                  <a:pt x="769" y="1212"/>
                </a:lnTo>
                <a:lnTo>
                  <a:pt x="796" y="1214"/>
                </a:lnTo>
                <a:lnTo>
                  <a:pt x="822" y="1215"/>
                </a:lnTo>
                <a:lnTo>
                  <a:pt x="849" y="1215"/>
                </a:lnTo>
                <a:lnTo>
                  <a:pt x="876" y="1215"/>
                </a:lnTo>
                <a:lnTo>
                  <a:pt x="902" y="1214"/>
                </a:lnTo>
                <a:lnTo>
                  <a:pt x="929" y="1212"/>
                </a:lnTo>
                <a:lnTo>
                  <a:pt x="955" y="1210"/>
                </a:lnTo>
                <a:lnTo>
                  <a:pt x="981" y="1207"/>
                </a:lnTo>
                <a:lnTo>
                  <a:pt x="1007" y="1204"/>
                </a:lnTo>
                <a:lnTo>
                  <a:pt x="1033" y="1200"/>
                </a:lnTo>
                <a:lnTo>
                  <a:pt x="1059" y="1196"/>
                </a:lnTo>
                <a:lnTo>
                  <a:pt x="1085" y="1191"/>
                </a:lnTo>
                <a:lnTo>
                  <a:pt x="1110" y="1185"/>
                </a:lnTo>
                <a:lnTo>
                  <a:pt x="1135" y="1179"/>
                </a:lnTo>
                <a:lnTo>
                  <a:pt x="1160" y="1172"/>
                </a:lnTo>
                <a:lnTo>
                  <a:pt x="1185" y="1165"/>
                </a:lnTo>
                <a:lnTo>
                  <a:pt x="1209" y="1157"/>
                </a:lnTo>
                <a:lnTo>
                  <a:pt x="1233" y="1149"/>
                </a:lnTo>
                <a:lnTo>
                  <a:pt x="1256" y="1140"/>
                </a:lnTo>
                <a:lnTo>
                  <a:pt x="1279" y="1131"/>
                </a:lnTo>
                <a:lnTo>
                  <a:pt x="1302" y="1121"/>
                </a:lnTo>
                <a:lnTo>
                  <a:pt x="1324" y="1110"/>
                </a:lnTo>
                <a:lnTo>
                  <a:pt x="1346" y="1099"/>
                </a:lnTo>
                <a:lnTo>
                  <a:pt x="1367" y="1088"/>
                </a:lnTo>
                <a:lnTo>
                  <a:pt x="1389" y="1076"/>
                </a:lnTo>
                <a:lnTo>
                  <a:pt x="1409" y="1064"/>
                </a:lnTo>
                <a:lnTo>
                  <a:pt x="1429" y="1051"/>
                </a:lnTo>
                <a:lnTo>
                  <a:pt x="1448" y="1038"/>
                </a:lnTo>
                <a:lnTo>
                  <a:pt x="1466" y="1024"/>
                </a:lnTo>
                <a:lnTo>
                  <a:pt x="1484" y="1010"/>
                </a:lnTo>
                <a:lnTo>
                  <a:pt x="1501" y="995"/>
                </a:lnTo>
                <a:lnTo>
                  <a:pt x="1518" y="980"/>
                </a:lnTo>
                <a:lnTo>
                  <a:pt x="1534" y="965"/>
                </a:lnTo>
                <a:lnTo>
                  <a:pt x="1549" y="950"/>
                </a:lnTo>
                <a:lnTo>
                  <a:pt x="1564" y="934"/>
                </a:lnTo>
                <a:lnTo>
                  <a:pt x="1578" y="918"/>
                </a:lnTo>
                <a:lnTo>
                  <a:pt x="1591" y="901"/>
                </a:lnTo>
                <a:lnTo>
                  <a:pt x="1603" y="884"/>
                </a:lnTo>
                <a:lnTo>
                  <a:pt x="1615" y="867"/>
                </a:lnTo>
                <a:lnTo>
                  <a:pt x="1626" y="850"/>
                </a:lnTo>
                <a:lnTo>
                  <a:pt x="1636" y="832"/>
                </a:lnTo>
                <a:lnTo>
                  <a:pt x="1645" y="814"/>
                </a:lnTo>
                <a:lnTo>
                  <a:pt x="1654" y="796"/>
                </a:lnTo>
                <a:lnTo>
                  <a:pt x="1662" y="778"/>
                </a:lnTo>
                <a:lnTo>
                  <a:pt x="1669" y="760"/>
                </a:lnTo>
                <a:lnTo>
                  <a:pt x="1675" y="741"/>
                </a:lnTo>
                <a:lnTo>
                  <a:pt x="1680" y="723"/>
                </a:lnTo>
                <a:lnTo>
                  <a:pt x="1685" y="704"/>
                </a:lnTo>
                <a:lnTo>
                  <a:pt x="1689" y="685"/>
                </a:lnTo>
                <a:lnTo>
                  <a:pt x="1692" y="666"/>
                </a:lnTo>
                <a:lnTo>
                  <a:pt x="1694" y="647"/>
                </a:lnTo>
                <a:lnTo>
                  <a:pt x="1695" y="628"/>
                </a:lnTo>
                <a:lnTo>
                  <a:pt x="1695" y="609"/>
                </a:lnTo>
                <a:moveTo>
                  <a:pt x="1699" y="609"/>
                </a:moveTo>
                <a:lnTo>
                  <a:pt x="1699" y="628"/>
                </a:lnTo>
                <a:lnTo>
                  <a:pt x="1698" y="648"/>
                </a:lnTo>
                <a:lnTo>
                  <a:pt x="1695" y="667"/>
                </a:lnTo>
                <a:lnTo>
                  <a:pt x="1692" y="686"/>
                </a:lnTo>
                <a:lnTo>
                  <a:pt x="1689" y="704"/>
                </a:lnTo>
                <a:lnTo>
                  <a:pt x="1684" y="723"/>
                </a:lnTo>
                <a:lnTo>
                  <a:pt x="1679" y="742"/>
                </a:lnTo>
                <a:lnTo>
                  <a:pt x="1673" y="761"/>
                </a:lnTo>
                <a:lnTo>
                  <a:pt x="1665" y="779"/>
                </a:lnTo>
                <a:lnTo>
                  <a:pt x="1658" y="797"/>
                </a:lnTo>
                <a:lnTo>
                  <a:pt x="1649" y="815"/>
                </a:lnTo>
                <a:lnTo>
                  <a:pt x="1640" y="833"/>
                </a:lnTo>
                <a:lnTo>
                  <a:pt x="1629" y="851"/>
                </a:lnTo>
                <a:lnTo>
                  <a:pt x="1618" y="868"/>
                </a:lnTo>
                <a:lnTo>
                  <a:pt x="1607" y="886"/>
                </a:lnTo>
                <a:lnTo>
                  <a:pt x="1594" y="902"/>
                </a:lnTo>
                <a:lnTo>
                  <a:pt x="1581" y="919"/>
                </a:lnTo>
                <a:lnTo>
                  <a:pt x="1567" y="935"/>
                </a:lnTo>
                <a:lnTo>
                  <a:pt x="1552" y="951"/>
                </a:lnTo>
                <a:lnTo>
                  <a:pt x="1537" y="967"/>
                </a:lnTo>
                <a:lnTo>
                  <a:pt x="1521" y="982"/>
                </a:lnTo>
                <a:lnTo>
                  <a:pt x="1504" y="997"/>
                </a:lnTo>
                <a:lnTo>
                  <a:pt x="1487" y="1012"/>
                </a:lnTo>
                <a:lnTo>
                  <a:pt x="1469" y="1026"/>
                </a:lnTo>
                <a:lnTo>
                  <a:pt x="1450" y="1040"/>
                </a:lnTo>
                <a:lnTo>
                  <a:pt x="1431" y="1053"/>
                </a:lnTo>
                <a:lnTo>
                  <a:pt x="1412" y="1066"/>
                </a:lnTo>
                <a:lnTo>
                  <a:pt x="1391" y="1078"/>
                </a:lnTo>
                <a:lnTo>
                  <a:pt x="1369" y="1090"/>
                </a:lnTo>
                <a:lnTo>
                  <a:pt x="1348" y="1102"/>
                </a:lnTo>
                <a:lnTo>
                  <a:pt x="1326" y="1113"/>
                </a:lnTo>
                <a:lnTo>
                  <a:pt x="1304" y="1123"/>
                </a:lnTo>
                <a:lnTo>
                  <a:pt x="1281" y="1133"/>
                </a:lnTo>
                <a:lnTo>
                  <a:pt x="1258" y="1142"/>
                </a:lnTo>
                <a:lnTo>
                  <a:pt x="1234" y="1151"/>
                </a:lnTo>
                <a:lnTo>
                  <a:pt x="1211" y="1160"/>
                </a:lnTo>
                <a:lnTo>
                  <a:pt x="1186" y="1168"/>
                </a:lnTo>
                <a:lnTo>
                  <a:pt x="1162" y="1175"/>
                </a:lnTo>
                <a:lnTo>
                  <a:pt x="1137" y="1182"/>
                </a:lnTo>
                <a:lnTo>
                  <a:pt x="1111" y="1188"/>
                </a:lnTo>
                <a:lnTo>
                  <a:pt x="1086" y="1194"/>
                </a:lnTo>
                <a:lnTo>
                  <a:pt x="1060" y="1199"/>
                </a:lnTo>
                <a:lnTo>
                  <a:pt x="1034" y="1203"/>
                </a:lnTo>
                <a:lnTo>
                  <a:pt x="1008" y="1207"/>
                </a:lnTo>
                <a:lnTo>
                  <a:pt x="982" y="1210"/>
                </a:lnTo>
                <a:lnTo>
                  <a:pt x="955" y="1213"/>
                </a:lnTo>
                <a:lnTo>
                  <a:pt x="929" y="1215"/>
                </a:lnTo>
                <a:lnTo>
                  <a:pt x="902" y="1217"/>
                </a:lnTo>
                <a:lnTo>
                  <a:pt x="876" y="1217"/>
                </a:lnTo>
                <a:lnTo>
                  <a:pt x="849" y="1218"/>
                </a:lnTo>
                <a:lnTo>
                  <a:pt x="822" y="1217"/>
                </a:lnTo>
                <a:lnTo>
                  <a:pt x="796" y="1217"/>
                </a:lnTo>
                <a:lnTo>
                  <a:pt x="769" y="1215"/>
                </a:lnTo>
                <a:lnTo>
                  <a:pt x="743" y="1213"/>
                </a:lnTo>
                <a:lnTo>
                  <a:pt x="716" y="1210"/>
                </a:lnTo>
                <a:lnTo>
                  <a:pt x="690" y="1207"/>
                </a:lnTo>
                <a:lnTo>
                  <a:pt x="664" y="1203"/>
                </a:lnTo>
                <a:lnTo>
                  <a:pt x="638" y="1199"/>
                </a:lnTo>
                <a:lnTo>
                  <a:pt x="612" y="1194"/>
                </a:lnTo>
                <a:lnTo>
                  <a:pt x="587" y="1188"/>
                </a:lnTo>
                <a:lnTo>
                  <a:pt x="561" y="1182"/>
                </a:lnTo>
                <a:lnTo>
                  <a:pt x="536" y="1175"/>
                </a:lnTo>
                <a:lnTo>
                  <a:pt x="512" y="1168"/>
                </a:lnTo>
                <a:lnTo>
                  <a:pt x="487" y="1160"/>
                </a:lnTo>
                <a:lnTo>
                  <a:pt x="463" y="1151"/>
                </a:lnTo>
                <a:lnTo>
                  <a:pt x="440" y="1142"/>
                </a:lnTo>
                <a:lnTo>
                  <a:pt x="417" y="1133"/>
                </a:lnTo>
                <a:lnTo>
                  <a:pt x="394" y="1123"/>
                </a:lnTo>
                <a:lnTo>
                  <a:pt x="372" y="1113"/>
                </a:lnTo>
                <a:lnTo>
                  <a:pt x="350" y="1102"/>
                </a:lnTo>
                <a:lnTo>
                  <a:pt x="328" y="1090"/>
                </a:lnTo>
                <a:lnTo>
                  <a:pt x="308" y="1078"/>
                </a:lnTo>
                <a:lnTo>
                  <a:pt x="287" y="1066"/>
                </a:lnTo>
                <a:lnTo>
                  <a:pt x="268" y="1053"/>
                </a:lnTo>
                <a:lnTo>
                  <a:pt x="248" y="1040"/>
                </a:lnTo>
                <a:lnTo>
                  <a:pt x="230" y="1026"/>
                </a:lnTo>
                <a:lnTo>
                  <a:pt x="212" y="1012"/>
                </a:lnTo>
                <a:lnTo>
                  <a:pt x="195" y="997"/>
                </a:lnTo>
                <a:lnTo>
                  <a:pt x="178" y="982"/>
                </a:lnTo>
                <a:lnTo>
                  <a:pt x="162" y="967"/>
                </a:lnTo>
                <a:lnTo>
                  <a:pt x="147" y="951"/>
                </a:lnTo>
                <a:lnTo>
                  <a:pt x="132" y="935"/>
                </a:lnTo>
                <a:lnTo>
                  <a:pt x="118" y="919"/>
                </a:lnTo>
                <a:lnTo>
                  <a:pt x="105" y="902"/>
                </a:lnTo>
                <a:lnTo>
                  <a:pt x="92" y="886"/>
                </a:lnTo>
                <a:lnTo>
                  <a:pt x="81" y="868"/>
                </a:lnTo>
                <a:lnTo>
                  <a:pt x="70" y="851"/>
                </a:lnTo>
                <a:lnTo>
                  <a:pt x="59" y="833"/>
                </a:lnTo>
                <a:lnTo>
                  <a:pt x="50" y="815"/>
                </a:lnTo>
                <a:lnTo>
                  <a:pt x="41" y="797"/>
                </a:lnTo>
                <a:lnTo>
                  <a:pt x="33" y="779"/>
                </a:lnTo>
                <a:lnTo>
                  <a:pt x="26" y="761"/>
                </a:lnTo>
                <a:lnTo>
                  <a:pt x="20" y="742"/>
                </a:lnTo>
                <a:lnTo>
                  <a:pt x="15" y="723"/>
                </a:lnTo>
                <a:lnTo>
                  <a:pt x="10" y="704"/>
                </a:lnTo>
                <a:lnTo>
                  <a:pt x="6" y="686"/>
                </a:lnTo>
                <a:lnTo>
                  <a:pt x="3" y="667"/>
                </a:lnTo>
                <a:lnTo>
                  <a:pt x="1" y="648"/>
                </a:lnTo>
                <a:lnTo>
                  <a:pt x="0" y="628"/>
                </a:lnTo>
                <a:lnTo>
                  <a:pt x="0" y="609"/>
                </a:lnTo>
                <a:lnTo>
                  <a:pt x="0" y="590"/>
                </a:lnTo>
                <a:lnTo>
                  <a:pt x="1" y="571"/>
                </a:lnTo>
                <a:lnTo>
                  <a:pt x="3" y="552"/>
                </a:lnTo>
                <a:lnTo>
                  <a:pt x="6" y="533"/>
                </a:lnTo>
                <a:lnTo>
                  <a:pt x="10" y="514"/>
                </a:lnTo>
                <a:lnTo>
                  <a:pt x="15" y="495"/>
                </a:lnTo>
                <a:lnTo>
                  <a:pt x="20" y="477"/>
                </a:lnTo>
                <a:lnTo>
                  <a:pt x="26" y="458"/>
                </a:lnTo>
                <a:lnTo>
                  <a:pt x="33" y="440"/>
                </a:lnTo>
                <a:lnTo>
                  <a:pt x="41" y="421"/>
                </a:lnTo>
                <a:lnTo>
                  <a:pt x="50" y="403"/>
                </a:lnTo>
                <a:lnTo>
                  <a:pt x="59" y="385"/>
                </a:lnTo>
                <a:lnTo>
                  <a:pt x="70" y="368"/>
                </a:lnTo>
                <a:lnTo>
                  <a:pt x="81" y="350"/>
                </a:lnTo>
                <a:lnTo>
                  <a:pt x="92" y="332"/>
                </a:lnTo>
                <a:lnTo>
                  <a:pt x="105" y="315"/>
                </a:lnTo>
                <a:lnTo>
                  <a:pt x="118" y="299"/>
                </a:lnTo>
                <a:lnTo>
                  <a:pt x="132" y="282"/>
                </a:lnTo>
                <a:lnTo>
                  <a:pt x="147" y="266"/>
                </a:lnTo>
                <a:lnTo>
                  <a:pt x="162" y="251"/>
                </a:lnTo>
                <a:lnTo>
                  <a:pt x="178" y="235"/>
                </a:lnTo>
                <a:lnTo>
                  <a:pt x="195" y="220"/>
                </a:lnTo>
                <a:lnTo>
                  <a:pt x="212" y="206"/>
                </a:lnTo>
                <a:lnTo>
                  <a:pt x="230" y="192"/>
                </a:lnTo>
                <a:lnTo>
                  <a:pt x="248" y="178"/>
                </a:lnTo>
                <a:lnTo>
                  <a:pt x="268" y="165"/>
                </a:lnTo>
                <a:lnTo>
                  <a:pt x="287" y="152"/>
                </a:lnTo>
                <a:lnTo>
                  <a:pt x="308" y="140"/>
                </a:lnTo>
                <a:lnTo>
                  <a:pt x="328" y="128"/>
                </a:lnTo>
                <a:lnTo>
                  <a:pt x="350" y="116"/>
                </a:lnTo>
                <a:lnTo>
                  <a:pt x="372" y="105"/>
                </a:lnTo>
                <a:lnTo>
                  <a:pt x="394" y="95"/>
                </a:lnTo>
                <a:lnTo>
                  <a:pt x="417" y="85"/>
                </a:lnTo>
                <a:lnTo>
                  <a:pt x="440" y="75"/>
                </a:lnTo>
                <a:lnTo>
                  <a:pt x="463" y="66"/>
                </a:lnTo>
                <a:lnTo>
                  <a:pt x="487" y="58"/>
                </a:lnTo>
                <a:lnTo>
                  <a:pt x="512" y="50"/>
                </a:lnTo>
                <a:lnTo>
                  <a:pt x="536" y="43"/>
                </a:lnTo>
                <a:lnTo>
                  <a:pt x="561" y="36"/>
                </a:lnTo>
                <a:lnTo>
                  <a:pt x="587" y="30"/>
                </a:lnTo>
                <a:lnTo>
                  <a:pt x="612" y="24"/>
                </a:lnTo>
                <a:lnTo>
                  <a:pt x="638" y="19"/>
                </a:lnTo>
                <a:lnTo>
                  <a:pt x="664" y="15"/>
                </a:lnTo>
                <a:lnTo>
                  <a:pt x="690" y="11"/>
                </a:lnTo>
                <a:lnTo>
                  <a:pt x="716" y="7"/>
                </a:lnTo>
                <a:lnTo>
                  <a:pt x="743" y="5"/>
                </a:lnTo>
                <a:lnTo>
                  <a:pt x="769" y="3"/>
                </a:lnTo>
                <a:lnTo>
                  <a:pt x="796" y="1"/>
                </a:lnTo>
                <a:lnTo>
                  <a:pt x="822" y="0"/>
                </a:lnTo>
                <a:lnTo>
                  <a:pt x="849" y="0"/>
                </a:lnTo>
                <a:lnTo>
                  <a:pt x="876" y="0"/>
                </a:lnTo>
                <a:lnTo>
                  <a:pt x="902" y="1"/>
                </a:lnTo>
                <a:lnTo>
                  <a:pt x="929" y="3"/>
                </a:lnTo>
                <a:lnTo>
                  <a:pt x="955" y="5"/>
                </a:lnTo>
                <a:lnTo>
                  <a:pt x="982" y="7"/>
                </a:lnTo>
                <a:lnTo>
                  <a:pt x="1008" y="11"/>
                </a:lnTo>
                <a:lnTo>
                  <a:pt x="1034" y="15"/>
                </a:lnTo>
                <a:lnTo>
                  <a:pt x="1060" y="19"/>
                </a:lnTo>
                <a:lnTo>
                  <a:pt x="1086" y="24"/>
                </a:lnTo>
                <a:lnTo>
                  <a:pt x="1111" y="30"/>
                </a:lnTo>
                <a:lnTo>
                  <a:pt x="1137" y="36"/>
                </a:lnTo>
                <a:lnTo>
                  <a:pt x="1162" y="43"/>
                </a:lnTo>
                <a:lnTo>
                  <a:pt x="1186" y="50"/>
                </a:lnTo>
                <a:lnTo>
                  <a:pt x="1211" y="58"/>
                </a:lnTo>
                <a:lnTo>
                  <a:pt x="1234" y="66"/>
                </a:lnTo>
                <a:lnTo>
                  <a:pt x="1258" y="75"/>
                </a:lnTo>
                <a:lnTo>
                  <a:pt x="1281" y="85"/>
                </a:lnTo>
                <a:lnTo>
                  <a:pt x="1304" y="95"/>
                </a:lnTo>
                <a:lnTo>
                  <a:pt x="1326" y="105"/>
                </a:lnTo>
                <a:lnTo>
                  <a:pt x="1348" y="116"/>
                </a:lnTo>
                <a:lnTo>
                  <a:pt x="1369" y="128"/>
                </a:lnTo>
                <a:lnTo>
                  <a:pt x="1391" y="140"/>
                </a:lnTo>
                <a:lnTo>
                  <a:pt x="1412" y="152"/>
                </a:lnTo>
                <a:lnTo>
                  <a:pt x="1431" y="165"/>
                </a:lnTo>
                <a:lnTo>
                  <a:pt x="1450" y="178"/>
                </a:lnTo>
                <a:lnTo>
                  <a:pt x="1469" y="192"/>
                </a:lnTo>
                <a:lnTo>
                  <a:pt x="1487" y="206"/>
                </a:lnTo>
                <a:lnTo>
                  <a:pt x="1504" y="220"/>
                </a:lnTo>
                <a:lnTo>
                  <a:pt x="1521" y="235"/>
                </a:lnTo>
                <a:lnTo>
                  <a:pt x="1537" y="251"/>
                </a:lnTo>
                <a:lnTo>
                  <a:pt x="1552" y="266"/>
                </a:lnTo>
                <a:lnTo>
                  <a:pt x="1567" y="282"/>
                </a:lnTo>
                <a:lnTo>
                  <a:pt x="1581" y="299"/>
                </a:lnTo>
                <a:lnTo>
                  <a:pt x="1594" y="315"/>
                </a:lnTo>
                <a:lnTo>
                  <a:pt x="1607" y="332"/>
                </a:lnTo>
                <a:lnTo>
                  <a:pt x="1618" y="350"/>
                </a:lnTo>
                <a:lnTo>
                  <a:pt x="1629" y="368"/>
                </a:lnTo>
                <a:lnTo>
                  <a:pt x="1640" y="385"/>
                </a:lnTo>
                <a:lnTo>
                  <a:pt x="1649" y="403"/>
                </a:lnTo>
                <a:lnTo>
                  <a:pt x="1658" y="421"/>
                </a:lnTo>
                <a:lnTo>
                  <a:pt x="1665" y="440"/>
                </a:lnTo>
                <a:lnTo>
                  <a:pt x="1673" y="458"/>
                </a:lnTo>
                <a:lnTo>
                  <a:pt x="1679" y="477"/>
                </a:lnTo>
                <a:lnTo>
                  <a:pt x="1684" y="495"/>
                </a:lnTo>
                <a:lnTo>
                  <a:pt x="1689" y="514"/>
                </a:lnTo>
                <a:lnTo>
                  <a:pt x="1692" y="533"/>
                </a:lnTo>
                <a:lnTo>
                  <a:pt x="1695" y="552"/>
                </a:lnTo>
                <a:lnTo>
                  <a:pt x="1698" y="571"/>
                </a:lnTo>
                <a:lnTo>
                  <a:pt x="1699" y="590"/>
                </a:lnTo>
                <a:lnTo>
                  <a:pt x="1699" y="609"/>
                </a:lnTo>
                <a:close/>
              </a:path>
            </a:pathLst>
          </a:custGeom>
          <a:solidFill>
            <a:srgbClr val="ffa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5" name=""/>
          <p:cNvSpPr/>
          <p:nvPr/>
        </p:nvSpPr>
        <p:spPr>
          <a:xfrm>
            <a:off x="7755480" y="2724120"/>
            <a:ext cx="614520" cy="440280"/>
          </a:xfrm>
          <a:custGeom>
            <a:avLst/>
            <a:gdLst/>
            <a:ahLst/>
            <a:rect l="0" t="0" r="r" b="b"/>
            <a:pathLst>
              <a:path w="1707" h="1223">
                <a:moveTo>
                  <a:pt x="1703" y="612"/>
                </a:moveTo>
                <a:lnTo>
                  <a:pt x="1703" y="593"/>
                </a:lnTo>
                <a:lnTo>
                  <a:pt x="1702" y="574"/>
                </a:lnTo>
                <a:lnTo>
                  <a:pt x="1699" y="555"/>
                </a:lnTo>
                <a:lnTo>
                  <a:pt x="1696" y="536"/>
                </a:lnTo>
                <a:lnTo>
                  <a:pt x="1693" y="517"/>
                </a:lnTo>
                <a:lnTo>
                  <a:pt x="1688" y="498"/>
                </a:lnTo>
                <a:lnTo>
                  <a:pt x="1683" y="480"/>
                </a:lnTo>
                <a:lnTo>
                  <a:pt x="1677" y="461"/>
                </a:lnTo>
                <a:lnTo>
                  <a:pt x="1669" y="443"/>
                </a:lnTo>
                <a:lnTo>
                  <a:pt x="1662" y="424"/>
                </a:lnTo>
                <a:lnTo>
                  <a:pt x="1653" y="406"/>
                </a:lnTo>
                <a:lnTo>
                  <a:pt x="1644" y="388"/>
                </a:lnTo>
                <a:lnTo>
                  <a:pt x="1633" y="370"/>
                </a:lnTo>
                <a:lnTo>
                  <a:pt x="1622" y="352"/>
                </a:lnTo>
                <a:lnTo>
                  <a:pt x="1611" y="335"/>
                </a:lnTo>
                <a:lnTo>
                  <a:pt x="1598" y="318"/>
                </a:lnTo>
                <a:lnTo>
                  <a:pt x="1585" y="302"/>
                </a:lnTo>
                <a:lnTo>
                  <a:pt x="1571" y="285"/>
                </a:lnTo>
                <a:lnTo>
                  <a:pt x="1556" y="269"/>
                </a:lnTo>
                <a:lnTo>
                  <a:pt x="1541" y="254"/>
                </a:lnTo>
                <a:lnTo>
                  <a:pt x="1525" y="238"/>
                </a:lnTo>
                <a:lnTo>
                  <a:pt x="1508" y="223"/>
                </a:lnTo>
                <a:lnTo>
                  <a:pt x="1491" y="209"/>
                </a:lnTo>
                <a:lnTo>
                  <a:pt x="1472" y="195"/>
                </a:lnTo>
                <a:lnTo>
                  <a:pt x="1453" y="181"/>
                </a:lnTo>
                <a:lnTo>
                  <a:pt x="1434" y="168"/>
                </a:lnTo>
                <a:lnTo>
                  <a:pt x="1415" y="155"/>
                </a:lnTo>
                <a:lnTo>
                  <a:pt x="1394" y="143"/>
                </a:lnTo>
                <a:lnTo>
                  <a:pt x="1373" y="131"/>
                </a:lnTo>
                <a:lnTo>
                  <a:pt x="1352" y="119"/>
                </a:lnTo>
                <a:lnTo>
                  <a:pt x="1330" y="108"/>
                </a:lnTo>
                <a:lnTo>
                  <a:pt x="1308" y="98"/>
                </a:lnTo>
                <a:lnTo>
                  <a:pt x="1285" y="88"/>
                </a:lnTo>
                <a:lnTo>
                  <a:pt x="1262" y="78"/>
                </a:lnTo>
                <a:lnTo>
                  <a:pt x="1238" y="69"/>
                </a:lnTo>
                <a:lnTo>
                  <a:pt x="1215" y="61"/>
                </a:lnTo>
                <a:lnTo>
                  <a:pt x="1190" y="53"/>
                </a:lnTo>
                <a:lnTo>
                  <a:pt x="1166" y="46"/>
                </a:lnTo>
                <a:lnTo>
                  <a:pt x="1141" y="39"/>
                </a:lnTo>
                <a:lnTo>
                  <a:pt x="1115" y="33"/>
                </a:lnTo>
                <a:lnTo>
                  <a:pt x="1090" y="27"/>
                </a:lnTo>
                <a:lnTo>
                  <a:pt x="1064" y="22"/>
                </a:lnTo>
                <a:lnTo>
                  <a:pt x="1038" y="18"/>
                </a:lnTo>
                <a:lnTo>
                  <a:pt x="1012" y="14"/>
                </a:lnTo>
                <a:lnTo>
                  <a:pt x="986" y="10"/>
                </a:lnTo>
                <a:lnTo>
                  <a:pt x="959" y="8"/>
                </a:lnTo>
                <a:lnTo>
                  <a:pt x="933" y="6"/>
                </a:lnTo>
                <a:lnTo>
                  <a:pt x="906" y="4"/>
                </a:lnTo>
                <a:lnTo>
                  <a:pt x="880" y="3"/>
                </a:lnTo>
                <a:lnTo>
                  <a:pt x="853" y="3"/>
                </a:lnTo>
                <a:lnTo>
                  <a:pt x="826" y="3"/>
                </a:lnTo>
                <a:lnTo>
                  <a:pt x="800" y="4"/>
                </a:lnTo>
                <a:lnTo>
                  <a:pt x="773" y="6"/>
                </a:lnTo>
                <a:lnTo>
                  <a:pt x="747" y="8"/>
                </a:lnTo>
                <a:lnTo>
                  <a:pt x="720" y="10"/>
                </a:lnTo>
                <a:lnTo>
                  <a:pt x="694" y="14"/>
                </a:lnTo>
                <a:lnTo>
                  <a:pt x="668" y="18"/>
                </a:lnTo>
                <a:lnTo>
                  <a:pt x="642" y="22"/>
                </a:lnTo>
                <a:lnTo>
                  <a:pt x="616" y="27"/>
                </a:lnTo>
                <a:lnTo>
                  <a:pt x="591" y="33"/>
                </a:lnTo>
                <a:lnTo>
                  <a:pt x="565" y="39"/>
                </a:lnTo>
                <a:lnTo>
                  <a:pt x="540" y="46"/>
                </a:lnTo>
                <a:lnTo>
                  <a:pt x="516" y="53"/>
                </a:lnTo>
                <a:lnTo>
                  <a:pt x="491" y="61"/>
                </a:lnTo>
                <a:lnTo>
                  <a:pt x="467" y="69"/>
                </a:lnTo>
                <a:lnTo>
                  <a:pt x="444" y="78"/>
                </a:lnTo>
                <a:lnTo>
                  <a:pt x="421" y="88"/>
                </a:lnTo>
                <a:lnTo>
                  <a:pt x="398" y="98"/>
                </a:lnTo>
                <a:lnTo>
                  <a:pt x="376" y="108"/>
                </a:lnTo>
                <a:lnTo>
                  <a:pt x="354" y="119"/>
                </a:lnTo>
                <a:lnTo>
                  <a:pt x="332" y="131"/>
                </a:lnTo>
                <a:lnTo>
                  <a:pt x="312" y="143"/>
                </a:lnTo>
                <a:lnTo>
                  <a:pt x="291" y="155"/>
                </a:lnTo>
                <a:lnTo>
                  <a:pt x="272" y="168"/>
                </a:lnTo>
                <a:lnTo>
                  <a:pt x="252" y="181"/>
                </a:lnTo>
                <a:lnTo>
                  <a:pt x="234" y="195"/>
                </a:lnTo>
                <a:lnTo>
                  <a:pt x="216" y="209"/>
                </a:lnTo>
                <a:lnTo>
                  <a:pt x="199" y="223"/>
                </a:lnTo>
                <a:lnTo>
                  <a:pt x="182" y="238"/>
                </a:lnTo>
                <a:lnTo>
                  <a:pt x="166" y="254"/>
                </a:lnTo>
                <a:lnTo>
                  <a:pt x="151" y="269"/>
                </a:lnTo>
                <a:lnTo>
                  <a:pt x="136" y="285"/>
                </a:lnTo>
                <a:lnTo>
                  <a:pt x="122" y="302"/>
                </a:lnTo>
                <a:lnTo>
                  <a:pt x="109" y="318"/>
                </a:lnTo>
                <a:lnTo>
                  <a:pt x="96" y="335"/>
                </a:lnTo>
                <a:lnTo>
                  <a:pt x="85" y="352"/>
                </a:lnTo>
                <a:lnTo>
                  <a:pt x="74" y="370"/>
                </a:lnTo>
                <a:lnTo>
                  <a:pt x="63" y="388"/>
                </a:lnTo>
                <a:lnTo>
                  <a:pt x="54" y="406"/>
                </a:lnTo>
                <a:lnTo>
                  <a:pt x="45" y="424"/>
                </a:lnTo>
                <a:lnTo>
                  <a:pt x="37" y="443"/>
                </a:lnTo>
                <a:lnTo>
                  <a:pt x="30" y="461"/>
                </a:lnTo>
                <a:lnTo>
                  <a:pt x="24" y="480"/>
                </a:lnTo>
                <a:lnTo>
                  <a:pt x="19" y="498"/>
                </a:lnTo>
                <a:lnTo>
                  <a:pt x="14" y="517"/>
                </a:lnTo>
                <a:lnTo>
                  <a:pt x="10" y="536"/>
                </a:lnTo>
                <a:lnTo>
                  <a:pt x="7" y="555"/>
                </a:lnTo>
                <a:lnTo>
                  <a:pt x="5" y="574"/>
                </a:lnTo>
                <a:lnTo>
                  <a:pt x="4" y="593"/>
                </a:lnTo>
                <a:lnTo>
                  <a:pt x="4" y="612"/>
                </a:lnTo>
                <a:lnTo>
                  <a:pt x="4" y="631"/>
                </a:lnTo>
                <a:lnTo>
                  <a:pt x="5" y="651"/>
                </a:lnTo>
                <a:lnTo>
                  <a:pt x="7" y="670"/>
                </a:lnTo>
                <a:lnTo>
                  <a:pt x="10" y="689"/>
                </a:lnTo>
                <a:lnTo>
                  <a:pt x="14" y="707"/>
                </a:lnTo>
                <a:lnTo>
                  <a:pt x="19" y="726"/>
                </a:lnTo>
                <a:lnTo>
                  <a:pt x="24" y="745"/>
                </a:lnTo>
                <a:lnTo>
                  <a:pt x="30" y="764"/>
                </a:lnTo>
                <a:lnTo>
                  <a:pt x="37" y="782"/>
                </a:lnTo>
                <a:lnTo>
                  <a:pt x="45" y="800"/>
                </a:lnTo>
                <a:lnTo>
                  <a:pt x="54" y="818"/>
                </a:lnTo>
                <a:lnTo>
                  <a:pt x="63" y="836"/>
                </a:lnTo>
                <a:lnTo>
                  <a:pt x="74" y="854"/>
                </a:lnTo>
                <a:lnTo>
                  <a:pt x="85" y="871"/>
                </a:lnTo>
                <a:lnTo>
                  <a:pt x="96" y="889"/>
                </a:lnTo>
                <a:lnTo>
                  <a:pt x="109" y="905"/>
                </a:lnTo>
                <a:lnTo>
                  <a:pt x="122" y="922"/>
                </a:lnTo>
                <a:lnTo>
                  <a:pt x="136" y="938"/>
                </a:lnTo>
                <a:lnTo>
                  <a:pt x="151" y="954"/>
                </a:lnTo>
                <a:lnTo>
                  <a:pt x="166" y="970"/>
                </a:lnTo>
                <a:lnTo>
                  <a:pt x="182" y="985"/>
                </a:lnTo>
                <a:lnTo>
                  <a:pt x="199" y="1000"/>
                </a:lnTo>
                <a:lnTo>
                  <a:pt x="216" y="1015"/>
                </a:lnTo>
                <a:lnTo>
                  <a:pt x="234" y="1029"/>
                </a:lnTo>
                <a:lnTo>
                  <a:pt x="252" y="1043"/>
                </a:lnTo>
                <a:lnTo>
                  <a:pt x="272" y="1056"/>
                </a:lnTo>
                <a:lnTo>
                  <a:pt x="291" y="1069"/>
                </a:lnTo>
                <a:lnTo>
                  <a:pt x="312" y="1081"/>
                </a:lnTo>
                <a:lnTo>
                  <a:pt x="332" y="1093"/>
                </a:lnTo>
                <a:lnTo>
                  <a:pt x="354" y="1105"/>
                </a:lnTo>
                <a:lnTo>
                  <a:pt x="376" y="1116"/>
                </a:lnTo>
                <a:lnTo>
                  <a:pt x="398" y="1126"/>
                </a:lnTo>
                <a:lnTo>
                  <a:pt x="421" y="1136"/>
                </a:lnTo>
                <a:lnTo>
                  <a:pt x="444" y="1145"/>
                </a:lnTo>
                <a:lnTo>
                  <a:pt x="467" y="1154"/>
                </a:lnTo>
                <a:lnTo>
                  <a:pt x="491" y="1163"/>
                </a:lnTo>
                <a:lnTo>
                  <a:pt x="516" y="1171"/>
                </a:lnTo>
                <a:lnTo>
                  <a:pt x="540" y="1178"/>
                </a:lnTo>
                <a:lnTo>
                  <a:pt x="565" y="1185"/>
                </a:lnTo>
                <a:lnTo>
                  <a:pt x="591" y="1191"/>
                </a:lnTo>
                <a:lnTo>
                  <a:pt x="616" y="1197"/>
                </a:lnTo>
                <a:lnTo>
                  <a:pt x="642" y="1202"/>
                </a:lnTo>
                <a:lnTo>
                  <a:pt x="668" y="1206"/>
                </a:lnTo>
                <a:lnTo>
                  <a:pt x="694" y="1210"/>
                </a:lnTo>
                <a:lnTo>
                  <a:pt x="720" y="1213"/>
                </a:lnTo>
                <a:lnTo>
                  <a:pt x="747" y="1216"/>
                </a:lnTo>
                <a:lnTo>
                  <a:pt x="773" y="1218"/>
                </a:lnTo>
                <a:lnTo>
                  <a:pt x="800" y="1220"/>
                </a:lnTo>
                <a:lnTo>
                  <a:pt x="826" y="1220"/>
                </a:lnTo>
                <a:lnTo>
                  <a:pt x="853" y="1221"/>
                </a:lnTo>
                <a:lnTo>
                  <a:pt x="880" y="1220"/>
                </a:lnTo>
                <a:lnTo>
                  <a:pt x="906" y="1220"/>
                </a:lnTo>
                <a:lnTo>
                  <a:pt x="933" y="1218"/>
                </a:lnTo>
                <a:lnTo>
                  <a:pt x="959" y="1216"/>
                </a:lnTo>
                <a:lnTo>
                  <a:pt x="986" y="1213"/>
                </a:lnTo>
                <a:lnTo>
                  <a:pt x="1012" y="1210"/>
                </a:lnTo>
                <a:lnTo>
                  <a:pt x="1038" y="1206"/>
                </a:lnTo>
                <a:lnTo>
                  <a:pt x="1064" y="1202"/>
                </a:lnTo>
                <a:lnTo>
                  <a:pt x="1090" y="1197"/>
                </a:lnTo>
                <a:lnTo>
                  <a:pt x="1115" y="1191"/>
                </a:lnTo>
                <a:lnTo>
                  <a:pt x="1141" y="1185"/>
                </a:lnTo>
                <a:lnTo>
                  <a:pt x="1166" y="1178"/>
                </a:lnTo>
                <a:lnTo>
                  <a:pt x="1190" y="1171"/>
                </a:lnTo>
                <a:lnTo>
                  <a:pt x="1215" y="1163"/>
                </a:lnTo>
                <a:lnTo>
                  <a:pt x="1238" y="1154"/>
                </a:lnTo>
                <a:lnTo>
                  <a:pt x="1262" y="1145"/>
                </a:lnTo>
                <a:lnTo>
                  <a:pt x="1285" y="1136"/>
                </a:lnTo>
                <a:lnTo>
                  <a:pt x="1308" y="1126"/>
                </a:lnTo>
                <a:lnTo>
                  <a:pt x="1330" y="1116"/>
                </a:lnTo>
                <a:lnTo>
                  <a:pt x="1352" y="1105"/>
                </a:lnTo>
                <a:lnTo>
                  <a:pt x="1373" y="1093"/>
                </a:lnTo>
                <a:lnTo>
                  <a:pt x="1394" y="1081"/>
                </a:lnTo>
                <a:lnTo>
                  <a:pt x="1415" y="1069"/>
                </a:lnTo>
                <a:lnTo>
                  <a:pt x="1434" y="1056"/>
                </a:lnTo>
                <a:lnTo>
                  <a:pt x="1453" y="1043"/>
                </a:lnTo>
                <a:lnTo>
                  <a:pt x="1472" y="1029"/>
                </a:lnTo>
                <a:lnTo>
                  <a:pt x="1491" y="1015"/>
                </a:lnTo>
                <a:lnTo>
                  <a:pt x="1508" y="1000"/>
                </a:lnTo>
                <a:lnTo>
                  <a:pt x="1525" y="985"/>
                </a:lnTo>
                <a:lnTo>
                  <a:pt x="1541" y="970"/>
                </a:lnTo>
                <a:lnTo>
                  <a:pt x="1556" y="954"/>
                </a:lnTo>
                <a:lnTo>
                  <a:pt x="1571" y="938"/>
                </a:lnTo>
                <a:lnTo>
                  <a:pt x="1585" y="922"/>
                </a:lnTo>
                <a:lnTo>
                  <a:pt x="1598" y="905"/>
                </a:lnTo>
                <a:lnTo>
                  <a:pt x="1611" y="889"/>
                </a:lnTo>
                <a:lnTo>
                  <a:pt x="1622" y="871"/>
                </a:lnTo>
                <a:lnTo>
                  <a:pt x="1633" y="854"/>
                </a:lnTo>
                <a:lnTo>
                  <a:pt x="1644" y="836"/>
                </a:lnTo>
                <a:lnTo>
                  <a:pt x="1653" y="818"/>
                </a:lnTo>
                <a:lnTo>
                  <a:pt x="1662" y="800"/>
                </a:lnTo>
                <a:lnTo>
                  <a:pt x="1669" y="782"/>
                </a:lnTo>
                <a:lnTo>
                  <a:pt x="1677" y="764"/>
                </a:lnTo>
                <a:lnTo>
                  <a:pt x="1683" y="745"/>
                </a:lnTo>
                <a:lnTo>
                  <a:pt x="1688" y="726"/>
                </a:lnTo>
                <a:lnTo>
                  <a:pt x="1693" y="707"/>
                </a:lnTo>
                <a:lnTo>
                  <a:pt x="1696" y="689"/>
                </a:lnTo>
                <a:lnTo>
                  <a:pt x="1699" y="670"/>
                </a:lnTo>
                <a:lnTo>
                  <a:pt x="1702" y="651"/>
                </a:lnTo>
                <a:lnTo>
                  <a:pt x="1703" y="631"/>
                </a:lnTo>
                <a:lnTo>
                  <a:pt x="1703" y="612"/>
                </a:lnTo>
                <a:moveTo>
                  <a:pt x="1707" y="612"/>
                </a:moveTo>
                <a:lnTo>
                  <a:pt x="1707" y="631"/>
                </a:lnTo>
                <a:lnTo>
                  <a:pt x="1705" y="651"/>
                </a:lnTo>
                <a:lnTo>
                  <a:pt x="1703" y="670"/>
                </a:lnTo>
                <a:lnTo>
                  <a:pt x="1700" y="689"/>
                </a:lnTo>
                <a:lnTo>
                  <a:pt x="1697" y="708"/>
                </a:lnTo>
                <a:lnTo>
                  <a:pt x="1692" y="727"/>
                </a:lnTo>
                <a:lnTo>
                  <a:pt x="1687" y="746"/>
                </a:lnTo>
                <a:lnTo>
                  <a:pt x="1680" y="764"/>
                </a:lnTo>
                <a:lnTo>
                  <a:pt x="1673" y="783"/>
                </a:lnTo>
                <a:lnTo>
                  <a:pt x="1665" y="801"/>
                </a:lnTo>
                <a:lnTo>
                  <a:pt x="1657" y="819"/>
                </a:lnTo>
                <a:lnTo>
                  <a:pt x="1647" y="837"/>
                </a:lnTo>
                <a:lnTo>
                  <a:pt x="1637" y="855"/>
                </a:lnTo>
                <a:lnTo>
                  <a:pt x="1626" y="873"/>
                </a:lnTo>
                <a:lnTo>
                  <a:pt x="1614" y="890"/>
                </a:lnTo>
                <a:lnTo>
                  <a:pt x="1602" y="907"/>
                </a:lnTo>
                <a:lnTo>
                  <a:pt x="1588" y="923"/>
                </a:lnTo>
                <a:lnTo>
                  <a:pt x="1574" y="940"/>
                </a:lnTo>
                <a:lnTo>
                  <a:pt x="1560" y="956"/>
                </a:lnTo>
                <a:lnTo>
                  <a:pt x="1544" y="972"/>
                </a:lnTo>
                <a:lnTo>
                  <a:pt x="1528" y="987"/>
                </a:lnTo>
                <a:lnTo>
                  <a:pt x="1511" y="1002"/>
                </a:lnTo>
                <a:lnTo>
                  <a:pt x="1494" y="1016"/>
                </a:lnTo>
                <a:lnTo>
                  <a:pt x="1475" y="1031"/>
                </a:lnTo>
                <a:lnTo>
                  <a:pt x="1456" y="1044"/>
                </a:lnTo>
                <a:lnTo>
                  <a:pt x="1437" y="1058"/>
                </a:lnTo>
                <a:lnTo>
                  <a:pt x="1417" y="1071"/>
                </a:lnTo>
                <a:lnTo>
                  <a:pt x="1397" y="1083"/>
                </a:lnTo>
                <a:lnTo>
                  <a:pt x="1376" y="1095"/>
                </a:lnTo>
                <a:lnTo>
                  <a:pt x="1354" y="1107"/>
                </a:lnTo>
                <a:lnTo>
                  <a:pt x="1332" y="1118"/>
                </a:lnTo>
                <a:lnTo>
                  <a:pt x="1310" y="1128"/>
                </a:lnTo>
                <a:lnTo>
                  <a:pt x="1287" y="1138"/>
                </a:lnTo>
                <a:lnTo>
                  <a:pt x="1264" y="1148"/>
                </a:lnTo>
                <a:lnTo>
                  <a:pt x="1240" y="1157"/>
                </a:lnTo>
                <a:lnTo>
                  <a:pt x="1216" y="1165"/>
                </a:lnTo>
                <a:lnTo>
                  <a:pt x="1192" y="1173"/>
                </a:lnTo>
                <a:lnTo>
                  <a:pt x="1167" y="1181"/>
                </a:lnTo>
                <a:lnTo>
                  <a:pt x="1142" y="1187"/>
                </a:lnTo>
                <a:lnTo>
                  <a:pt x="1117" y="1194"/>
                </a:lnTo>
                <a:lnTo>
                  <a:pt x="1091" y="1199"/>
                </a:lnTo>
                <a:lnTo>
                  <a:pt x="1065" y="1204"/>
                </a:lnTo>
                <a:lnTo>
                  <a:pt x="1039" y="1209"/>
                </a:lnTo>
                <a:lnTo>
                  <a:pt x="1013" y="1213"/>
                </a:lnTo>
                <a:lnTo>
                  <a:pt x="986" y="1216"/>
                </a:lnTo>
                <a:lnTo>
                  <a:pt x="960" y="1219"/>
                </a:lnTo>
                <a:lnTo>
                  <a:pt x="933" y="1221"/>
                </a:lnTo>
                <a:lnTo>
                  <a:pt x="907" y="1222"/>
                </a:lnTo>
                <a:lnTo>
                  <a:pt x="880" y="1223"/>
                </a:lnTo>
                <a:lnTo>
                  <a:pt x="853" y="1223"/>
                </a:lnTo>
                <a:lnTo>
                  <a:pt x="826" y="1223"/>
                </a:lnTo>
                <a:lnTo>
                  <a:pt x="799" y="1222"/>
                </a:lnTo>
                <a:lnTo>
                  <a:pt x="773" y="1221"/>
                </a:lnTo>
                <a:lnTo>
                  <a:pt x="746" y="1219"/>
                </a:lnTo>
                <a:lnTo>
                  <a:pt x="719" y="1216"/>
                </a:lnTo>
                <a:lnTo>
                  <a:pt x="693" y="1213"/>
                </a:lnTo>
                <a:lnTo>
                  <a:pt x="667" y="1209"/>
                </a:lnTo>
                <a:lnTo>
                  <a:pt x="641" y="1204"/>
                </a:lnTo>
                <a:lnTo>
                  <a:pt x="615" y="1199"/>
                </a:lnTo>
                <a:lnTo>
                  <a:pt x="589" y="1194"/>
                </a:lnTo>
                <a:lnTo>
                  <a:pt x="564" y="1187"/>
                </a:lnTo>
                <a:lnTo>
                  <a:pt x="539" y="1181"/>
                </a:lnTo>
                <a:lnTo>
                  <a:pt x="514" y="1173"/>
                </a:lnTo>
                <a:lnTo>
                  <a:pt x="490" y="1165"/>
                </a:lnTo>
                <a:lnTo>
                  <a:pt x="466" y="1157"/>
                </a:lnTo>
                <a:lnTo>
                  <a:pt x="442" y="1148"/>
                </a:lnTo>
                <a:lnTo>
                  <a:pt x="419" y="1138"/>
                </a:lnTo>
                <a:lnTo>
                  <a:pt x="396" y="1128"/>
                </a:lnTo>
                <a:lnTo>
                  <a:pt x="373" y="1118"/>
                </a:lnTo>
                <a:lnTo>
                  <a:pt x="352" y="1107"/>
                </a:lnTo>
                <a:lnTo>
                  <a:pt x="330" y="1095"/>
                </a:lnTo>
                <a:lnTo>
                  <a:pt x="309" y="1083"/>
                </a:lnTo>
                <a:lnTo>
                  <a:pt x="289" y="1071"/>
                </a:lnTo>
                <a:lnTo>
                  <a:pt x="269" y="1058"/>
                </a:lnTo>
                <a:lnTo>
                  <a:pt x="250" y="1044"/>
                </a:lnTo>
                <a:lnTo>
                  <a:pt x="231" y="1031"/>
                </a:lnTo>
                <a:lnTo>
                  <a:pt x="213" y="1016"/>
                </a:lnTo>
                <a:lnTo>
                  <a:pt x="196" y="1002"/>
                </a:lnTo>
                <a:lnTo>
                  <a:pt x="179" y="987"/>
                </a:lnTo>
                <a:lnTo>
                  <a:pt x="163" y="972"/>
                </a:lnTo>
                <a:lnTo>
                  <a:pt x="147" y="956"/>
                </a:lnTo>
                <a:lnTo>
                  <a:pt x="133" y="940"/>
                </a:lnTo>
                <a:lnTo>
                  <a:pt x="119" y="923"/>
                </a:lnTo>
                <a:lnTo>
                  <a:pt x="105" y="907"/>
                </a:lnTo>
                <a:lnTo>
                  <a:pt x="93" y="890"/>
                </a:lnTo>
                <a:lnTo>
                  <a:pt x="81" y="873"/>
                </a:lnTo>
                <a:lnTo>
                  <a:pt x="70" y="855"/>
                </a:lnTo>
                <a:lnTo>
                  <a:pt x="60" y="837"/>
                </a:lnTo>
                <a:lnTo>
                  <a:pt x="50" y="819"/>
                </a:lnTo>
                <a:lnTo>
                  <a:pt x="42" y="801"/>
                </a:lnTo>
                <a:lnTo>
                  <a:pt x="34" y="783"/>
                </a:lnTo>
                <a:lnTo>
                  <a:pt x="27" y="764"/>
                </a:lnTo>
                <a:lnTo>
                  <a:pt x="20" y="746"/>
                </a:lnTo>
                <a:lnTo>
                  <a:pt x="15" y="727"/>
                </a:lnTo>
                <a:lnTo>
                  <a:pt x="10" y="708"/>
                </a:lnTo>
                <a:lnTo>
                  <a:pt x="7" y="689"/>
                </a:lnTo>
                <a:lnTo>
                  <a:pt x="4" y="670"/>
                </a:lnTo>
                <a:lnTo>
                  <a:pt x="2" y="651"/>
                </a:lnTo>
                <a:lnTo>
                  <a:pt x="0" y="631"/>
                </a:lnTo>
                <a:lnTo>
                  <a:pt x="0" y="612"/>
                </a:lnTo>
                <a:lnTo>
                  <a:pt x="0" y="593"/>
                </a:lnTo>
                <a:lnTo>
                  <a:pt x="2" y="574"/>
                </a:lnTo>
                <a:lnTo>
                  <a:pt x="4" y="555"/>
                </a:lnTo>
                <a:lnTo>
                  <a:pt x="7" y="536"/>
                </a:lnTo>
                <a:lnTo>
                  <a:pt x="10" y="517"/>
                </a:lnTo>
                <a:lnTo>
                  <a:pt x="15" y="498"/>
                </a:lnTo>
                <a:lnTo>
                  <a:pt x="20" y="479"/>
                </a:lnTo>
                <a:lnTo>
                  <a:pt x="27" y="460"/>
                </a:lnTo>
                <a:lnTo>
                  <a:pt x="34" y="442"/>
                </a:lnTo>
                <a:lnTo>
                  <a:pt x="42" y="423"/>
                </a:lnTo>
                <a:lnTo>
                  <a:pt x="50" y="405"/>
                </a:lnTo>
                <a:lnTo>
                  <a:pt x="60" y="387"/>
                </a:lnTo>
                <a:lnTo>
                  <a:pt x="70" y="369"/>
                </a:lnTo>
                <a:lnTo>
                  <a:pt x="81" y="351"/>
                </a:lnTo>
                <a:lnTo>
                  <a:pt x="93" y="334"/>
                </a:lnTo>
                <a:lnTo>
                  <a:pt x="105" y="317"/>
                </a:lnTo>
                <a:lnTo>
                  <a:pt x="119" y="300"/>
                </a:lnTo>
                <a:lnTo>
                  <a:pt x="133" y="284"/>
                </a:lnTo>
                <a:lnTo>
                  <a:pt x="147" y="268"/>
                </a:lnTo>
                <a:lnTo>
                  <a:pt x="163" y="252"/>
                </a:lnTo>
                <a:lnTo>
                  <a:pt x="179" y="237"/>
                </a:lnTo>
                <a:lnTo>
                  <a:pt x="196" y="222"/>
                </a:lnTo>
                <a:lnTo>
                  <a:pt x="213" y="207"/>
                </a:lnTo>
                <a:lnTo>
                  <a:pt x="231" y="193"/>
                </a:lnTo>
                <a:lnTo>
                  <a:pt x="250" y="179"/>
                </a:lnTo>
                <a:lnTo>
                  <a:pt x="269" y="166"/>
                </a:lnTo>
                <a:lnTo>
                  <a:pt x="289" y="153"/>
                </a:lnTo>
                <a:lnTo>
                  <a:pt x="309" y="140"/>
                </a:lnTo>
                <a:lnTo>
                  <a:pt x="330" y="128"/>
                </a:lnTo>
                <a:lnTo>
                  <a:pt x="352" y="117"/>
                </a:lnTo>
                <a:lnTo>
                  <a:pt x="373" y="106"/>
                </a:lnTo>
                <a:lnTo>
                  <a:pt x="396" y="95"/>
                </a:lnTo>
                <a:lnTo>
                  <a:pt x="419" y="85"/>
                </a:lnTo>
                <a:lnTo>
                  <a:pt x="442" y="76"/>
                </a:lnTo>
                <a:lnTo>
                  <a:pt x="466" y="67"/>
                </a:lnTo>
                <a:lnTo>
                  <a:pt x="490" y="58"/>
                </a:lnTo>
                <a:lnTo>
                  <a:pt x="514" y="50"/>
                </a:lnTo>
                <a:lnTo>
                  <a:pt x="539" y="43"/>
                </a:lnTo>
                <a:lnTo>
                  <a:pt x="564" y="36"/>
                </a:lnTo>
                <a:lnTo>
                  <a:pt x="589" y="30"/>
                </a:lnTo>
                <a:lnTo>
                  <a:pt x="615" y="24"/>
                </a:lnTo>
                <a:lnTo>
                  <a:pt x="641" y="19"/>
                </a:lnTo>
                <a:lnTo>
                  <a:pt x="667" y="15"/>
                </a:lnTo>
                <a:lnTo>
                  <a:pt x="693" y="11"/>
                </a:lnTo>
                <a:lnTo>
                  <a:pt x="719" y="8"/>
                </a:lnTo>
                <a:lnTo>
                  <a:pt x="746" y="5"/>
                </a:lnTo>
                <a:lnTo>
                  <a:pt x="773" y="3"/>
                </a:lnTo>
                <a:lnTo>
                  <a:pt x="799" y="1"/>
                </a:lnTo>
                <a:lnTo>
                  <a:pt x="826" y="0"/>
                </a:lnTo>
                <a:lnTo>
                  <a:pt x="853" y="0"/>
                </a:lnTo>
                <a:lnTo>
                  <a:pt x="880" y="0"/>
                </a:lnTo>
                <a:lnTo>
                  <a:pt x="907" y="1"/>
                </a:lnTo>
                <a:lnTo>
                  <a:pt x="933" y="3"/>
                </a:lnTo>
                <a:lnTo>
                  <a:pt x="960" y="5"/>
                </a:lnTo>
                <a:lnTo>
                  <a:pt x="986" y="8"/>
                </a:lnTo>
                <a:lnTo>
                  <a:pt x="1013" y="11"/>
                </a:lnTo>
                <a:lnTo>
                  <a:pt x="1039" y="15"/>
                </a:lnTo>
                <a:lnTo>
                  <a:pt x="1065" y="19"/>
                </a:lnTo>
                <a:lnTo>
                  <a:pt x="1091" y="24"/>
                </a:lnTo>
                <a:lnTo>
                  <a:pt x="1117" y="30"/>
                </a:lnTo>
                <a:lnTo>
                  <a:pt x="1142" y="36"/>
                </a:lnTo>
                <a:lnTo>
                  <a:pt x="1167" y="43"/>
                </a:lnTo>
                <a:lnTo>
                  <a:pt x="1192" y="50"/>
                </a:lnTo>
                <a:lnTo>
                  <a:pt x="1216" y="58"/>
                </a:lnTo>
                <a:lnTo>
                  <a:pt x="1240" y="67"/>
                </a:lnTo>
                <a:lnTo>
                  <a:pt x="1264" y="76"/>
                </a:lnTo>
                <a:lnTo>
                  <a:pt x="1287" y="85"/>
                </a:lnTo>
                <a:lnTo>
                  <a:pt x="1310" y="95"/>
                </a:lnTo>
                <a:lnTo>
                  <a:pt x="1332" y="106"/>
                </a:lnTo>
                <a:lnTo>
                  <a:pt x="1354" y="117"/>
                </a:lnTo>
                <a:lnTo>
                  <a:pt x="1376" y="128"/>
                </a:lnTo>
                <a:lnTo>
                  <a:pt x="1397" y="140"/>
                </a:lnTo>
                <a:lnTo>
                  <a:pt x="1417" y="153"/>
                </a:lnTo>
                <a:lnTo>
                  <a:pt x="1437" y="166"/>
                </a:lnTo>
                <a:lnTo>
                  <a:pt x="1456" y="179"/>
                </a:lnTo>
                <a:lnTo>
                  <a:pt x="1475" y="193"/>
                </a:lnTo>
                <a:lnTo>
                  <a:pt x="1494" y="207"/>
                </a:lnTo>
                <a:lnTo>
                  <a:pt x="1511" y="222"/>
                </a:lnTo>
                <a:lnTo>
                  <a:pt x="1528" y="237"/>
                </a:lnTo>
                <a:lnTo>
                  <a:pt x="1544" y="252"/>
                </a:lnTo>
                <a:lnTo>
                  <a:pt x="1560" y="268"/>
                </a:lnTo>
                <a:lnTo>
                  <a:pt x="1574" y="284"/>
                </a:lnTo>
                <a:lnTo>
                  <a:pt x="1588" y="300"/>
                </a:lnTo>
                <a:lnTo>
                  <a:pt x="1602" y="317"/>
                </a:lnTo>
                <a:lnTo>
                  <a:pt x="1614" y="334"/>
                </a:lnTo>
                <a:lnTo>
                  <a:pt x="1626" y="351"/>
                </a:lnTo>
                <a:lnTo>
                  <a:pt x="1637" y="369"/>
                </a:lnTo>
                <a:lnTo>
                  <a:pt x="1647" y="387"/>
                </a:lnTo>
                <a:lnTo>
                  <a:pt x="1657" y="405"/>
                </a:lnTo>
                <a:lnTo>
                  <a:pt x="1665" y="423"/>
                </a:lnTo>
                <a:lnTo>
                  <a:pt x="1673" y="442"/>
                </a:lnTo>
                <a:lnTo>
                  <a:pt x="1680" y="460"/>
                </a:lnTo>
                <a:lnTo>
                  <a:pt x="1687" y="479"/>
                </a:lnTo>
                <a:lnTo>
                  <a:pt x="1692" y="498"/>
                </a:lnTo>
                <a:lnTo>
                  <a:pt x="1697" y="517"/>
                </a:lnTo>
                <a:lnTo>
                  <a:pt x="1700" y="536"/>
                </a:lnTo>
                <a:lnTo>
                  <a:pt x="1703" y="555"/>
                </a:lnTo>
                <a:lnTo>
                  <a:pt x="1705" y="574"/>
                </a:lnTo>
                <a:lnTo>
                  <a:pt x="1707" y="593"/>
                </a:lnTo>
                <a:lnTo>
                  <a:pt x="1707" y="612"/>
                </a:lnTo>
                <a:close/>
              </a:path>
            </a:pathLst>
          </a:custGeom>
          <a:solidFill>
            <a:srgbClr val="ffa1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6" name=""/>
          <p:cNvSpPr/>
          <p:nvPr/>
        </p:nvSpPr>
        <p:spPr>
          <a:xfrm>
            <a:off x="7754040" y="2723040"/>
            <a:ext cx="617400" cy="442440"/>
          </a:xfrm>
          <a:custGeom>
            <a:avLst/>
            <a:gdLst/>
            <a:ahLst/>
            <a:rect l="0" t="0" r="r" b="b"/>
            <a:pathLst>
              <a:path w="1715" h="1229">
                <a:moveTo>
                  <a:pt x="1711" y="615"/>
                </a:moveTo>
                <a:lnTo>
                  <a:pt x="1711" y="596"/>
                </a:lnTo>
                <a:lnTo>
                  <a:pt x="1709" y="577"/>
                </a:lnTo>
                <a:lnTo>
                  <a:pt x="1707" y="558"/>
                </a:lnTo>
                <a:lnTo>
                  <a:pt x="1704" y="539"/>
                </a:lnTo>
                <a:lnTo>
                  <a:pt x="1701" y="520"/>
                </a:lnTo>
                <a:lnTo>
                  <a:pt x="1696" y="501"/>
                </a:lnTo>
                <a:lnTo>
                  <a:pt x="1691" y="482"/>
                </a:lnTo>
                <a:lnTo>
                  <a:pt x="1684" y="463"/>
                </a:lnTo>
                <a:lnTo>
                  <a:pt x="1677" y="445"/>
                </a:lnTo>
                <a:lnTo>
                  <a:pt x="1669" y="426"/>
                </a:lnTo>
                <a:lnTo>
                  <a:pt x="1661" y="407"/>
                </a:lnTo>
                <a:lnTo>
                  <a:pt x="1651" y="389"/>
                </a:lnTo>
                <a:lnTo>
                  <a:pt x="1641" y="372"/>
                </a:lnTo>
                <a:lnTo>
                  <a:pt x="1630" y="354"/>
                </a:lnTo>
                <a:lnTo>
                  <a:pt x="1618" y="337"/>
                </a:lnTo>
                <a:lnTo>
                  <a:pt x="1606" y="320"/>
                </a:lnTo>
                <a:lnTo>
                  <a:pt x="1592" y="303"/>
                </a:lnTo>
                <a:lnTo>
                  <a:pt x="1577" y="287"/>
                </a:lnTo>
                <a:lnTo>
                  <a:pt x="1563" y="271"/>
                </a:lnTo>
                <a:lnTo>
                  <a:pt x="1547" y="255"/>
                </a:lnTo>
                <a:lnTo>
                  <a:pt x="1531" y="240"/>
                </a:lnTo>
                <a:lnTo>
                  <a:pt x="1514" y="225"/>
                </a:lnTo>
                <a:lnTo>
                  <a:pt x="1497" y="210"/>
                </a:lnTo>
                <a:lnTo>
                  <a:pt x="1479" y="196"/>
                </a:lnTo>
                <a:lnTo>
                  <a:pt x="1460" y="182"/>
                </a:lnTo>
                <a:lnTo>
                  <a:pt x="1441" y="169"/>
                </a:lnTo>
                <a:lnTo>
                  <a:pt x="1421" y="156"/>
                </a:lnTo>
                <a:lnTo>
                  <a:pt x="1401" y="143"/>
                </a:lnTo>
                <a:lnTo>
                  <a:pt x="1380" y="131"/>
                </a:lnTo>
                <a:lnTo>
                  <a:pt x="1358" y="120"/>
                </a:lnTo>
                <a:lnTo>
                  <a:pt x="1336" y="109"/>
                </a:lnTo>
                <a:lnTo>
                  <a:pt x="1314" y="98"/>
                </a:lnTo>
                <a:lnTo>
                  <a:pt x="1291" y="88"/>
                </a:lnTo>
                <a:lnTo>
                  <a:pt x="1268" y="79"/>
                </a:lnTo>
                <a:lnTo>
                  <a:pt x="1244" y="70"/>
                </a:lnTo>
                <a:lnTo>
                  <a:pt x="1220" y="61"/>
                </a:lnTo>
                <a:lnTo>
                  <a:pt x="1196" y="53"/>
                </a:lnTo>
                <a:lnTo>
                  <a:pt x="1171" y="46"/>
                </a:lnTo>
                <a:lnTo>
                  <a:pt x="1146" y="39"/>
                </a:lnTo>
                <a:lnTo>
                  <a:pt x="1121" y="33"/>
                </a:lnTo>
                <a:lnTo>
                  <a:pt x="1095" y="27"/>
                </a:lnTo>
                <a:lnTo>
                  <a:pt x="1069" y="22"/>
                </a:lnTo>
                <a:lnTo>
                  <a:pt x="1043" y="18"/>
                </a:lnTo>
                <a:lnTo>
                  <a:pt x="1017" y="14"/>
                </a:lnTo>
                <a:lnTo>
                  <a:pt x="990" y="11"/>
                </a:lnTo>
                <a:lnTo>
                  <a:pt x="964" y="8"/>
                </a:lnTo>
                <a:lnTo>
                  <a:pt x="937" y="6"/>
                </a:lnTo>
                <a:lnTo>
                  <a:pt x="911" y="4"/>
                </a:lnTo>
                <a:lnTo>
                  <a:pt x="884" y="3"/>
                </a:lnTo>
                <a:lnTo>
                  <a:pt x="857" y="3"/>
                </a:lnTo>
                <a:lnTo>
                  <a:pt x="830" y="3"/>
                </a:lnTo>
                <a:lnTo>
                  <a:pt x="803" y="4"/>
                </a:lnTo>
                <a:lnTo>
                  <a:pt x="777" y="6"/>
                </a:lnTo>
                <a:lnTo>
                  <a:pt x="750" y="8"/>
                </a:lnTo>
                <a:lnTo>
                  <a:pt x="723" y="11"/>
                </a:lnTo>
                <a:lnTo>
                  <a:pt x="697" y="14"/>
                </a:lnTo>
                <a:lnTo>
                  <a:pt x="671" y="18"/>
                </a:lnTo>
                <a:lnTo>
                  <a:pt x="645" y="22"/>
                </a:lnTo>
                <a:lnTo>
                  <a:pt x="619" y="27"/>
                </a:lnTo>
                <a:lnTo>
                  <a:pt x="593" y="33"/>
                </a:lnTo>
                <a:lnTo>
                  <a:pt x="568" y="39"/>
                </a:lnTo>
                <a:lnTo>
                  <a:pt x="543" y="46"/>
                </a:lnTo>
                <a:lnTo>
                  <a:pt x="518" y="53"/>
                </a:lnTo>
                <a:lnTo>
                  <a:pt x="494" y="61"/>
                </a:lnTo>
                <a:lnTo>
                  <a:pt x="470" y="70"/>
                </a:lnTo>
                <a:lnTo>
                  <a:pt x="446" y="79"/>
                </a:lnTo>
                <a:lnTo>
                  <a:pt x="423" y="88"/>
                </a:lnTo>
                <a:lnTo>
                  <a:pt x="400" y="98"/>
                </a:lnTo>
                <a:lnTo>
                  <a:pt x="377" y="109"/>
                </a:lnTo>
                <a:lnTo>
                  <a:pt x="356" y="120"/>
                </a:lnTo>
                <a:lnTo>
                  <a:pt x="334" y="131"/>
                </a:lnTo>
                <a:lnTo>
                  <a:pt x="313" y="143"/>
                </a:lnTo>
                <a:lnTo>
                  <a:pt x="293" y="156"/>
                </a:lnTo>
                <a:lnTo>
                  <a:pt x="273" y="169"/>
                </a:lnTo>
                <a:lnTo>
                  <a:pt x="254" y="182"/>
                </a:lnTo>
                <a:lnTo>
                  <a:pt x="235" y="196"/>
                </a:lnTo>
                <a:lnTo>
                  <a:pt x="217" y="210"/>
                </a:lnTo>
                <a:lnTo>
                  <a:pt x="200" y="225"/>
                </a:lnTo>
                <a:lnTo>
                  <a:pt x="183" y="240"/>
                </a:lnTo>
                <a:lnTo>
                  <a:pt x="167" y="255"/>
                </a:lnTo>
                <a:lnTo>
                  <a:pt x="151" y="271"/>
                </a:lnTo>
                <a:lnTo>
                  <a:pt x="137" y="287"/>
                </a:lnTo>
                <a:lnTo>
                  <a:pt x="123" y="303"/>
                </a:lnTo>
                <a:lnTo>
                  <a:pt x="109" y="320"/>
                </a:lnTo>
                <a:lnTo>
                  <a:pt x="97" y="337"/>
                </a:lnTo>
                <a:lnTo>
                  <a:pt x="85" y="354"/>
                </a:lnTo>
                <a:lnTo>
                  <a:pt x="74" y="372"/>
                </a:lnTo>
                <a:lnTo>
                  <a:pt x="64" y="389"/>
                </a:lnTo>
                <a:lnTo>
                  <a:pt x="54" y="407"/>
                </a:lnTo>
                <a:lnTo>
                  <a:pt x="46" y="426"/>
                </a:lnTo>
                <a:lnTo>
                  <a:pt x="38" y="445"/>
                </a:lnTo>
                <a:lnTo>
                  <a:pt x="31" y="463"/>
                </a:lnTo>
                <a:lnTo>
                  <a:pt x="24" y="482"/>
                </a:lnTo>
                <a:lnTo>
                  <a:pt x="19" y="501"/>
                </a:lnTo>
                <a:lnTo>
                  <a:pt x="14" y="520"/>
                </a:lnTo>
                <a:lnTo>
                  <a:pt x="11" y="539"/>
                </a:lnTo>
                <a:lnTo>
                  <a:pt x="8" y="558"/>
                </a:lnTo>
                <a:lnTo>
                  <a:pt x="6" y="577"/>
                </a:lnTo>
                <a:lnTo>
                  <a:pt x="4" y="596"/>
                </a:lnTo>
                <a:lnTo>
                  <a:pt x="4" y="615"/>
                </a:lnTo>
                <a:lnTo>
                  <a:pt x="4" y="634"/>
                </a:lnTo>
                <a:lnTo>
                  <a:pt x="6" y="654"/>
                </a:lnTo>
                <a:lnTo>
                  <a:pt x="8" y="673"/>
                </a:lnTo>
                <a:lnTo>
                  <a:pt x="11" y="692"/>
                </a:lnTo>
                <a:lnTo>
                  <a:pt x="14" y="711"/>
                </a:lnTo>
                <a:lnTo>
                  <a:pt x="19" y="730"/>
                </a:lnTo>
                <a:lnTo>
                  <a:pt x="24" y="749"/>
                </a:lnTo>
                <a:lnTo>
                  <a:pt x="31" y="767"/>
                </a:lnTo>
                <a:lnTo>
                  <a:pt x="38" y="786"/>
                </a:lnTo>
                <a:lnTo>
                  <a:pt x="46" y="804"/>
                </a:lnTo>
                <a:lnTo>
                  <a:pt x="54" y="822"/>
                </a:lnTo>
                <a:lnTo>
                  <a:pt x="64" y="840"/>
                </a:lnTo>
                <a:lnTo>
                  <a:pt x="74" y="858"/>
                </a:lnTo>
                <a:lnTo>
                  <a:pt x="85" y="876"/>
                </a:lnTo>
                <a:lnTo>
                  <a:pt x="97" y="893"/>
                </a:lnTo>
                <a:lnTo>
                  <a:pt x="109" y="910"/>
                </a:lnTo>
                <a:lnTo>
                  <a:pt x="123" y="926"/>
                </a:lnTo>
                <a:lnTo>
                  <a:pt x="137" y="943"/>
                </a:lnTo>
                <a:lnTo>
                  <a:pt x="151" y="959"/>
                </a:lnTo>
                <a:lnTo>
                  <a:pt x="167" y="975"/>
                </a:lnTo>
                <a:lnTo>
                  <a:pt x="183" y="990"/>
                </a:lnTo>
                <a:lnTo>
                  <a:pt x="200" y="1005"/>
                </a:lnTo>
                <a:lnTo>
                  <a:pt x="217" y="1019"/>
                </a:lnTo>
                <a:lnTo>
                  <a:pt x="235" y="1034"/>
                </a:lnTo>
                <a:lnTo>
                  <a:pt x="254" y="1047"/>
                </a:lnTo>
                <a:lnTo>
                  <a:pt x="273" y="1061"/>
                </a:lnTo>
                <a:lnTo>
                  <a:pt x="293" y="1074"/>
                </a:lnTo>
                <a:lnTo>
                  <a:pt x="313" y="1086"/>
                </a:lnTo>
                <a:lnTo>
                  <a:pt x="334" y="1098"/>
                </a:lnTo>
                <a:lnTo>
                  <a:pt x="356" y="1110"/>
                </a:lnTo>
                <a:lnTo>
                  <a:pt x="377" y="1121"/>
                </a:lnTo>
                <a:lnTo>
                  <a:pt x="400" y="1131"/>
                </a:lnTo>
                <a:lnTo>
                  <a:pt x="423" y="1141"/>
                </a:lnTo>
                <a:lnTo>
                  <a:pt x="446" y="1151"/>
                </a:lnTo>
                <a:lnTo>
                  <a:pt x="470" y="1160"/>
                </a:lnTo>
                <a:lnTo>
                  <a:pt x="494" y="1168"/>
                </a:lnTo>
                <a:lnTo>
                  <a:pt x="518" y="1176"/>
                </a:lnTo>
                <a:lnTo>
                  <a:pt x="543" y="1184"/>
                </a:lnTo>
                <a:lnTo>
                  <a:pt x="568" y="1190"/>
                </a:lnTo>
                <a:lnTo>
                  <a:pt x="593" y="1197"/>
                </a:lnTo>
                <a:lnTo>
                  <a:pt x="619" y="1202"/>
                </a:lnTo>
                <a:lnTo>
                  <a:pt x="645" y="1207"/>
                </a:lnTo>
                <a:lnTo>
                  <a:pt x="671" y="1212"/>
                </a:lnTo>
                <a:lnTo>
                  <a:pt x="697" y="1216"/>
                </a:lnTo>
                <a:lnTo>
                  <a:pt x="723" y="1219"/>
                </a:lnTo>
                <a:lnTo>
                  <a:pt x="750" y="1222"/>
                </a:lnTo>
                <a:lnTo>
                  <a:pt x="777" y="1224"/>
                </a:lnTo>
                <a:lnTo>
                  <a:pt x="803" y="1225"/>
                </a:lnTo>
                <a:lnTo>
                  <a:pt x="830" y="1226"/>
                </a:lnTo>
                <a:lnTo>
                  <a:pt x="857" y="1226"/>
                </a:lnTo>
                <a:lnTo>
                  <a:pt x="884" y="1226"/>
                </a:lnTo>
                <a:lnTo>
                  <a:pt x="911" y="1225"/>
                </a:lnTo>
                <a:lnTo>
                  <a:pt x="937" y="1224"/>
                </a:lnTo>
                <a:lnTo>
                  <a:pt x="964" y="1222"/>
                </a:lnTo>
                <a:lnTo>
                  <a:pt x="990" y="1219"/>
                </a:lnTo>
                <a:lnTo>
                  <a:pt x="1017" y="1216"/>
                </a:lnTo>
                <a:lnTo>
                  <a:pt x="1043" y="1212"/>
                </a:lnTo>
                <a:lnTo>
                  <a:pt x="1069" y="1207"/>
                </a:lnTo>
                <a:lnTo>
                  <a:pt x="1095" y="1202"/>
                </a:lnTo>
                <a:lnTo>
                  <a:pt x="1121" y="1197"/>
                </a:lnTo>
                <a:lnTo>
                  <a:pt x="1146" y="1190"/>
                </a:lnTo>
                <a:lnTo>
                  <a:pt x="1171" y="1184"/>
                </a:lnTo>
                <a:lnTo>
                  <a:pt x="1196" y="1176"/>
                </a:lnTo>
                <a:lnTo>
                  <a:pt x="1220" y="1168"/>
                </a:lnTo>
                <a:lnTo>
                  <a:pt x="1244" y="1160"/>
                </a:lnTo>
                <a:lnTo>
                  <a:pt x="1268" y="1151"/>
                </a:lnTo>
                <a:lnTo>
                  <a:pt x="1291" y="1141"/>
                </a:lnTo>
                <a:lnTo>
                  <a:pt x="1314" y="1131"/>
                </a:lnTo>
                <a:lnTo>
                  <a:pt x="1336" y="1121"/>
                </a:lnTo>
                <a:lnTo>
                  <a:pt x="1358" y="1110"/>
                </a:lnTo>
                <a:lnTo>
                  <a:pt x="1380" y="1098"/>
                </a:lnTo>
                <a:lnTo>
                  <a:pt x="1401" y="1086"/>
                </a:lnTo>
                <a:lnTo>
                  <a:pt x="1421" y="1074"/>
                </a:lnTo>
                <a:lnTo>
                  <a:pt x="1441" y="1061"/>
                </a:lnTo>
                <a:lnTo>
                  <a:pt x="1460" y="1047"/>
                </a:lnTo>
                <a:lnTo>
                  <a:pt x="1479" y="1034"/>
                </a:lnTo>
                <a:lnTo>
                  <a:pt x="1497" y="1019"/>
                </a:lnTo>
                <a:lnTo>
                  <a:pt x="1514" y="1005"/>
                </a:lnTo>
                <a:lnTo>
                  <a:pt x="1531" y="990"/>
                </a:lnTo>
                <a:lnTo>
                  <a:pt x="1547" y="975"/>
                </a:lnTo>
                <a:lnTo>
                  <a:pt x="1563" y="959"/>
                </a:lnTo>
                <a:lnTo>
                  <a:pt x="1577" y="943"/>
                </a:lnTo>
                <a:lnTo>
                  <a:pt x="1592" y="926"/>
                </a:lnTo>
                <a:lnTo>
                  <a:pt x="1606" y="910"/>
                </a:lnTo>
                <a:lnTo>
                  <a:pt x="1618" y="893"/>
                </a:lnTo>
                <a:lnTo>
                  <a:pt x="1630" y="876"/>
                </a:lnTo>
                <a:lnTo>
                  <a:pt x="1641" y="858"/>
                </a:lnTo>
                <a:lnTo>
                  <a:pt x="1651" y="840"/>
                </a:lnTo>
                <a:lnTo>
                  <a:pt x="1661" y="822"/>
                </a:lnTo>
                <a:lnTo>
                  <a:pt x="1669" y="804"/>
                </a:lnTo>
                <a:lnTo>
                  <a:pt x="1677" y="786"/>
                </a:lnTo>
                <a:lnTo>
                  <a:pt x="1684" y="767"/>
                </a:lnTo>
                <a:lnTo>
                  <a:pt x="1691" y="749"/>
                </a:lnTo>
                <a:lnTo>
                  <a:pt x="1696" y="730"/>
                </a:lnTo>
                <a:lnTo>
                  <a:pt x="1701" y="711"/>
                </a:lnTo>
                <a:lnTo>
                  <a:pt x="1704" y="692"/>
                </a:lnTo>
                <a:lnTo>
                  <a:pt x="1707" y="673"/>
                </a:lnTo>
                <a:lnTo>
                  <a:pt x="1709" y="654"/>
                </a:lnTo>
                <a:lnTo>
                  <a:pt x="1711" y="634"/>
                </a:lnTo>
                <a:lnTo>
                  <a:pt x="1711" y="615"/>
                </a:lnTo>
                <a:moveTo>
                  <a:pt x="1715" y="615"/>
                </a:moveTo>
                <a:lnTo>
                  <a:pt x="1715" y="635"/>
                </a:lnTo>
                <a:lnTo>
                  <a:pt x="1713" y="654"/>
                </a:lnTo>
                <a:lnTo>
                  <a:pt x="1711" y="673"/>
                </a:lnTo>
                <a:lnTo>
                  <a:pt x="1708" y="692"/>
                </a:lnTo>
                <a:lnTo>
                  <a:pt x="1704" y="711"/>
                </a:lnTo>
                <a:lnTo>
                  <a:pt x="1700" y="730"/>
                </a:lnTo>
                <a:lnTo>
                  <a:pt x="1694" y="749"/>
                </a:lnTo>
                <a:lnTo>
                  <a:pt x="1688" y="768"/>
                </a:lnTo>
                <a:lnTo>
                  <a:pt x="1681" y="787"/>
                </a:lnTo>
                <a:lnTo>
                  <a:pt x="1673" y="805"/>
                </a:lnTo>
                <a:lnTo>
                  <a:pt x="1664" y="823"/>
                </a:lnTo>
                <a:lnTo>
                  <a:pt x="1655" y="841"/>
                </a:lnTo>
                <a:lnTo>
                  <a:pt x="1644" y="859"/>
                </a:lnTo>
                <a:lnTo>
                  <a:pt x="1633" y="877"/>
                </a:lnTo>
                <a:lnTo>
                  <a:pt x="1622" y="894"/>
                </a:lnTo>
                <a:lnTo>
                  <a:pt x="1609" y="911"/>
                </a:lnTo>
                <a:lnTo>
                  <a:pt x="1596" y="928"/>
                </a:lnTo>
                <a:lnTo>
                  <a:pt x="1581" y="944"/>
                </a:lnTo>
                <a:lnTo>
                  <a:pt x="1566" y="960"/>
                </a:lnTo>
                <a:lnTo>
                  <a:pt x="1550" y="976"/>
                </a:lnTo>
                <a:lnTo>
                  <a:pt x="1534" y="992"/>
                </a:lnTo>
                <a:lnTo>
                  <a:pt x="1517" y="1007"/>
                </a:lnTo>
                <a:lnTo>
                  <a:pt x="1500" y="1021"/>
                </a:lnTo>
                <a:lnTo>
                  <a:pt x="1482" y="1036"/>
                </a:lnTo>
                <a:lnTo>
                  <a:pt x="1463" y="1049"/>
                </a:lnTo>
                <a:lnTo>
                  <a:pt x="1444" y="1063"/>
                </a:lnTo>
                <a:lnTo>
                  <a:pt x="1424" y="1076"/>
                </a:lnTo>
                <a:lnTo>
                  <a:pt x="1403" y="1088"/>
                </a:lnTo>
                <a:lnTo>
                  <a:pt x="1382" y="1100"/>
                </a:lnTo>
                <a:lnTo>
                  <a:pt x="1361" y="1112"/>
                </a:lnTo>
                <a:lnTo>
                  <a:pt x="1339" y="1123"/>
                </a:lnTo>
                <a:lnTo>
                  <a:pt x="1316" y="1134"/>
                </a:lnTo>
                <a:lnTo>
                  <a:pt x="1293" y="1144"/>
                </a:lnTo>
                <a:lnTo>
                  <a:pt x="1270" y="1153"/>
                </a:lnTo>
                <a:lnTo>
                  <a:pt x="1246" y="1162"/>
                </a:lnTo>
                <a:lnTo>
                  <a:pt x="1222" y="1171"/>
                </a:lnTo>
                <a:lnTo>
                  <a:pt x="1197" y="1179"/>
                </a:lnTo>
                <a:lnTo>
                  <a:pt x="1172" y="1186"/>
                </a:lnTo>
                <a:lnTo>
                  <a:pt x="1147" y="1193"/>
                </a:lnTo>
                <a:lnTo>
                  <a:pt x="1122" y="1199"/>
                </a:lnTo>
                <a:lnTo>
                  <a:pt x="1096" y="1205"/>
                </a:lnTo>
                <a:lnTo>
                  <a:pt x="1070" y="1210"/>
                </a:lnTo>
                <a:lnTo>
                  <a:pt x="1044" y="1214"/>
                </a:lnTo>
                <a:lnTo>
                  <a:pt x="1018" y="1218"/>
                </a:lnTo>
                <a:lnTo>
                  <a:pt x="991" y="1222"/>
                </a:lnTo>
                <a:lnTo>
                  <a:pt x="964" y="1224"/>
                </a:lnTo>
                <a:lnTo>
                  <a:pt x="938" y="1227"/>
                </a:lnTo>
                <a:lnTo>
                  <a:pt x="911" y="1228"/>
                </a:lnTo>
                <a:lnTo>
                  <a:pt x="884" y="1229"/>
                </a:lnTo>
                <a:lnTo>
                  <a:pt x="857" y="1229"/>
                </a:lnTo>
                <a:lnTo>
                  <a:pt x="830" y="1229"/>
                </a:lnTo>
                <a:lnTo>
                  <a:pt x="803" y="1228"/>
                </a:lnTo>
                <a:lnTo>
                  <a:pt x="776" y="1227"/>
                </a:lnTo>
                <a:lnTo>
                  <a:pt x="750" y="1224"/>
                </a:lnTo>
                <a:lnTo>
                  <a:pt x="723" y="1222"/>
                </a:lnTo>
                <a:lnTo>
                  <a:pt x="696" y="1218"/>
                </a:lnTo>
                <a:lnTo>
                  <a:pt x="670" y="1214"/>
                </a:lnTo>
                <a:lnTo>
                  <a:pt x="644" y="1210"/>
                </a:lnTo>
                <a:lnTo>
                  <a:pt x="618" y="1205"/>
                </a:lnTo>
                <a:lnTo>
                  <a:pt x="592" y="1199"/>
                </a:lnTo>
                <a:lnTo>
                  <a:pt x="567" y="1193"/>
                </a:lnTo>
                <a:lnTo>
                  <a:pt x="541" y="1186"/>
                </a:lnTo>
                <a:lnTo>
                  <a:pt x="517" y="1179"/>
                </a:lnTo>
                <a:lnTo>
                  <a:pt x="492" y="1171"/>
                </a:lnTo>
                <a:lnTo>
                  <a:pt x="468" y="1162"/>
                </a:lnTo>
                <a:lnTo>
                  <a:pt x="444" y="1153"/>
                </a:lnTo>
                <a:lnTo>
                  <a:pt x="421" y="1144"/>
                </a:lnTo>
                <a:lnTo>
                  <a:pt x="398" y="1134"/>
                </a:lnTo>
                <a:lnTo>
                  <a:pt x="375" y="1123"/>
                </a:lnTo>
                <a:lnTo>
                  <a:pt x="353" y="1112"/>
                </a:lnTo>
                <a:lnTo>
                  <a:pt x="332" y="1100"/>
                </a:lnTo>
                <a:lnTo>
                  <a:pt x="311" y="1088"/>
                </a:lnTo>
                <a:lnTo>
                  <a:pt x="290" y="1076"/>
                </a:lnTo>
                <a:lnTo>
                  <a:pt x="270" y="1063"/>
                </a:lnTo>
                <a:lnTo>
                  <a:pt x="251" y="1049"/>
                </a:lnTo>
                <a:lnTo>
                  <a:pt x="232" y="1036"/>
                </a:lnTo>
                <a:lnTo>
                  <a:pt x="214" y="1021"/>
                </a:lnTo>
                <a:lnTo>
                  <a:pt x="197" y="1007"/>
                </a:lnTo>
                <a:lnTo>
                  <a:pt x="180" y="992"/>
                </a:lnTo>
                <a:lnTo>
                  <a:pt x="164" y="976"/>
                </a:lnTo>
                <a:lnTo>
                  <a:pt x="148" y="960"/>
                </a:lnTo>
                <a:lnTo>
                  <a:pt x="133" y="944"/>
                </a:lnTo>
                <a:lnTo>
                  <a:pt x="119" y="928"/>
                </a:lnTo>
                <a:lnTo>
                  <a:pt x="106" y="911"/>
                </a:lnTo>
                <a:lnTo>
                  <a:pt x="93" y="894"/>
                </a:lnTo>
                <a:lnTo>
                  <a:pt x="82" y="877"/>
                </a:lnTo>
                <a:lnTo>
                  <a:pt x="70" y="859"/>
                </a:lnTo>
                <a:lnTo>
                  <a:pt x="60" y="841"/>
                </a:lnTo>
                <a:lnTo>
                  <a:pt x="51" y="823"/>
                </a:lnTo>
                <a:lnTo>
                  <a:pt x="42" y="805"/>
                </a:lnTo>
                <a:lnTo>
                  <a:pt x="34" y="787"/>
                </a:lnTo>
                <a:lnTo>
                  <a:pt x="27" y="768"/>
                </a:lnTo>
                <a:lnTo>
                  <a:pt x="21" y="749"/>
                </a:lnTo>
                <a:lnTo>
                  <a:pt x="15" y="730"/>
                </a:lnTo>
                <a:lnTo>
                  <a:pt x="11" y="711"/>
                </a:lnTo>
                <a:lnTo>
                  <a:pt x="7" y="692"/>
                </a:lnTo>
                <a:lnTo>
                  <a:pt x="4" y="673"/>
                </a:lnTo>
                <a:lnTo>
                  <a:pt x="2" y="654"/>
                </a:lnTo>
                <a:lnTo>
                  <a:pt x="0" y="635"/>
                </a:lnTo>
                <a:lnTo>
                  <a:pt x="0" y="615"/>
                </a:lnTo>
                <a:lnTo>
                  <a:pt x="0" y="596"/>
                </a:lnTo>
                <a:lnTo>
                  <a:pt x="2" y="577"/>
                </a:lnTo>
                <a:lnTo>
                  <a:pt x="4" y="558"/>
                </a:lnTo>
                <a:lnTo>
                  <a:pt x="7" y="538"/>
                </a:lnTo>
                <a:lnTo>
                  <a:pt x="11" y="519"/>
                </a:lnTo>
                <a:lnTo>
                  <a:pt x="15" y="500"/>
                </a:lnTo>
                <a:lnTo>
                  <a:pt x="21" y="481"/>
                </a:lnTo>
                <a:lnTo>
                  <a:pt x="27" y="463"/>
                </a:lnTo>
                <a:lnTo>
                  <a:pt x="34" y="444"/>
                </a:lnTo>
                <a:lnTo>
                  <a:pt x="42" y="426"/>
                </a:lnTo>
                <a:lnTo>
                  <a:pt x="51" y="406"/>
                </a:lnTo>
                <a:lnTo>
                  <a:pt x="60" y="388"/>
                </a:lnTo>
                <a:lnTo>
                  <a:pt x="70" y="370"/>
                </a:lnTo>
                <a:lnTo>
                  <a:pt x="82" y="353"/>
                </a:lnTo>
                <a:lnTo>
                  <a:pt x="93" y="336"/>
                </a:lnTo>
                <a:lnTo>
                  <a:pt x="106" y="319"/>
                </a:lnTo>
                <a:lnTo>
                  <a:pt x="119" y="302"/>
                </a:lnTo>
                <a:lnTo>
                  <a:pt x="133" y="285"/>
                </a:lnTo>
                <a:lnTo>
                  <a:pt x="148" y="269"/>
                </a:lnTo>
                <a:lnTo>
                  <a:pt x="164" y="253"/>
                </a:lnTo>
                <a:lnTo>
                  <a:pt x="180" y="238"/>
                </a:lnTo>
                <a:lnTo>
                  <a:pt x="197" y="223"/>
                </a:lnTo>
                <a:lnTo>
                  <a:pt x="214" y="208"/>
                </a:lnTo>
                <a:lnTo>
                  <a:pt x="232" y="194"/>
                </a:lnTo>
                <a:lnTo>
                  <a:pt x="251" y="180"/>
                </a:lnTo>
                <a:lnTo>
                  <a:pt x="270" y="167"/>
                </a:lnTo>
                <a:lnTo>
                  <a:pt x="290" y="154"/>
                </a:lnTo>
                <a:lnTo>
                  <a:pt x="311" y="141"/>
                </a:lnTo>
                <a:lnTo>
                  <a:pt x="332" y="129"/>
                </a:lnTo>
                <a:lnTo>
                  <a:pt x="353" y="118"/>
                </a:lnTo>
                <a:lnTo>
                  <a:pt x="375" y="107"/>
                </a:lnTo>
                <a:lnTo>
                  <a:pt x="398" y="96"/>
                </a:lnTo>
                <a:lnTo>
                  <a:pt x="421" y="86"/>
                </a:lnTo>
                <a:lnTo>
                  <a:pt x="444" y="76"/>
                </a:lnTo>
                <a:lnTo>
                  <a:pt x="468" y="67"/>
                </a:lnTo>
                <a:lnTo>
                  <a:pt x="492" y="59"/>
                </a:lnTo>
                <a:lnTo>
                  <a:pt x="517" y="51"/>
                </a:lnTo>
                <a:lnTo>
                  <a:pt x="541" y="43"/>
                </a:lnTo>
                <a:lnTo>
                  <a:pt x="567" y="37"/>
                </a:lnTo>
                <a:lnTo>
                  <a:pt x="592" y="30"/>
                </a:lnTo>
                <a:lnTo>
                  <a:pt x="618" y="25"/>
                </a:lnTo>
                <a:lnTo>
                  <a:pt x="644" y="20"/>
                </a:lnTo>
                <a:lnTo>
                  <a:pt x="670" y="15"/>
                </a:lnTo>
                <a:lnTo>
                  <a:pt x="696" y="11"/>
                </a:lnTo>
                <a:lnTo>
                  <a:pt x="723" y="8"/>
                </a:lnTo>
                <a:lnTo>
                  <a:pt x="750" y="5"/>
                </a:lnTo>
                <a:lnTo>
                  <a:pt x="776" y="3"/>
                </a:lnTo>
                <a:lnTo>
                  <a:pt x="803" y="2"/>
                </a:lnTo>
                <a:lnTo>
                  <a:pt x="830" y="1"/>
                </a:lnTo>
                <a:lnTo>
                  <a:pt x="857" y="0"/>
                </a:lnTo>
                <a:lnTo>
                  <a:pt x="884" y="1"/>
                </a:lnTo>
                <a:lnTo>
                  <a:pt x="911" y="2"/>
                </a:lnTo>
                <a:lnTo>
                  <a:pt x="938" y="3"/>
                </a:lnTo>
                <a:lnTo>
                  <a:pt x="964" y="5"/>
                </a:lnTo>
                <a:lnTo>
                  <a:pt x="991" y="8"/>
                </a:lnTo>
                <a:lnTo>
                  <a:pt x="1018" y="11"/>
                </a:lnTo>
                <a:lnTo>
                  <a:pt x="1044" y="15"/>
                </a:lnTo>
                <a:lnTo>
                  <a:pt x="1070" y="20"/>
                </a:lnTo>
                <a:lnTo>
                  <a:pt x="1096" y="25"/>
                </a:lnTo>
                <a:lnTo>
                  <a:pt x="1122" y="30"/>
                </a:lnTo>
                <a:lnTo>
                  <a:pt x="1147" y="37"/>
                </a:lnTo>
                <a:lnTo>
                  <a:pt x="1172" y="43"/>
                </a:lnTo>
                <a:lnTo>
                  <a:pt x="1197" y="51"/>
                </a:lnTo>
                <a:lnTo>
                  <a:pt x="1222" y="59"/>
                </a:lnTo>
                <a:lnTo>
                  <a:pt x="1246" y="67"/>
                </a:lnTo>
                <a:lnTo>
                  <a:pt x="1270" y="76"/>
                </a:lnTo>
                <a:lnTo>
                  <a:pt x="1293" y="86"/>
                </a:lnTo>
                <a:lnTo>
                  <a:pt x="1316" y="96"/>
                </a:lnTo>
                <a:lnTo>
                  <a:pt x="1339" y="107"/>
                </a:lnTo>
                <a:lnTo>
                  <a:pt x="1361" y="118"/>
                </a:lnTo>
                <a:lnTo>
                  <a:pt x="1382" y="129"/>
                </a:lnTo>
                <a:lnTo>
                  <a:pt x="1403" y="141"/>
                </a:lnTo>
                <a:lnTo>
                  <a:pt x="1424" y="154"/>
                </a:lnTo>
                <a:lnTo>
                  <a:pt x="1444" y="167"/>
                </a:lnTo>
                <a:lnTo>
                  <a:pt x="1463" y="180"/>
                </a:lnTo>
                <a:lnTo>
                  <a:pt x="1482" y="194"/>
                </a:lnTo>
                <a:lnTo>
                  <a:pt x="1500" y="208"/>
                </a:lnTo>
                <a:lnTo>
                  <a:pt x="1517" y="223"/>
                </a:lnTo>
                <a:lnTo>
                  <a:pt x="1534" y="238"/>
                </a:lnTo>
                <a:lnTo>
                  <a:pt x="1550" y="253"/>
                </a:lnTo>
                <a:lnTo>
                  <a:pt x="1566" y="269"/>
                </a:lnTo>
                <a:lnTo>
                  <a:pt x="1581" y="285"/>
                </a:lnTo>
                <a:lnTo>
                  <a:pt x="1596" y="302"/>
                </a:lnTo>
                <a:lnTo>
                  <a:pt x="1609" y="319"/>
                </a:lnTo>
                <a:lnTo>
                  <a:pt x="1622" y="336"/>
                </a:lnTo>
                <a:lnTo>
                  <a:pt x="1633" y="353"/>
                </a:lnTo>
                <a:lnTo>
                  <a:pt x="1644" y="370"/>
                </a:lnTo>
                <a:lnTo>
                  <a:pt x="1655" y="388"/>
                </a:lnTo>
                <a:lnTo>
                  <a:pt x="1664" y="406"/>
                </a:lnTo>
                <a:lnTo>
                  <a:pt x="1673" y="426"/>
                </a:lnTo>
                <a:lnTo>
                  <a:pt x="1681" y="444"/>
                </a:lnTo>
                <a:lnTo>
                  <a:pt x="1688" y="463"/>
                </a:lnTo>
                <a:lnTo>
                  <a:pt x="1694" y="481"/>
                </a:lnTo>
                <a:lnTo>
                  <a:pt x="1700" y="500"/>
                </a:lnTo>
                <a:lnTo>
                  <a:pt x="1704" y="519"/>
                </a:lnTo>
                <a:lnTo>
                  <a:pt x="1708" y="538"/>
                </a:lnTo>
                <a:lnTo>
                  <a:pt x="1711" y="558"/>
                </a:lnTo>
                <a:lnTo>
                  <a:pt x="1713" y="577"/>
                </a:lnTo>
                <a:lnTo>
                  <a:pt x="1715" y="596"/>
                </a:lnTo>
                <a:lnTo>
                  <a:pt x="1715" y="615"/>
                </a:lnTo>
                <a:close/>
              </a:path>
            </a:pathLst>
          </a:custGeom>
          <a:solidFill>
            <a:srgbClr val="ffa0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7" name=""/>
          <p:cNvSpPr/>
          <p:nvPr/>
        </p:nvSpPr>
        <p:spPr>
          <a:xfrm>
            <a:off x="7752600" y="2722320"/>
            <a:ext cx="620280" cy="444240"/>
          </a:xfrm>
          <a:custGeom>
            <a:avLst/>
            <a:gdLst/>
            <a:ahLst/>
            <a:rect l="0" t="0" r="r" b="b"/>
            <a:pathLst>
              <a:path w="1723" h="1234">
                <a:moveTo>
                  <a:pt x="1719" y="617"/>
                </a:moveTo>
                <a:lnTo>
                  <a:pt x="1719" y="598"/>
                </a:lnTo>
                <a:lnTo>
                  <a:pt x="1717" y="579"/>
                </a:lnTo>
                <a:lnTo>
                  <a:pt x="1715" y="560"/>
                </a:lnTo>
                <a:lnTo>
                  <a:pt x="1712" y="540"/>
                </a:lnTo>
                <a:lnTo>
                  <a:pt x="1708" y="521"/>
                </a:lnTo>
                <a:lnTo>
                  <a:pt x="1704" y="502"/>
                </a:lnTo>
                <a:lnTo>
                  <a:pt x="1697" y="483"/>
                </a:lnTo>
                <a:lnTo>
                  <a:pt x="1691" y="465"/>
                </a:lnTo>
                <a:lnTo>
                  <a:pt x="1684" y="445"/>
                </a:lnTo>
                <a:lnTo>
                  <a:pt x="1676" y="427"/>
                </a:lnTo>
                <a:lnTo>
                  <a:pt x="1667" y="408"/>
                </a:lnTo>
                <a:lnTo>
                  <a:pt x="1658" y="390"/>
                </a:lnTo>
                <a:lnTo>
                  <a:pt x="1647" y="372"/>
                </a:lnTo>
                <a:lnTo>
                  <a:pt x="1636" y="355"/>
                </a:lnTo>
                <a:lnTo>
                  <a:pt x="1625" y="338"/>
                </a:lnTo>
                <a:lnTo>
                  <a:pt x="1612" y="321"/>
                </a:lnTo>
                <a:lnTo>
                  <a:pt x="1599" y="304"/>
                </a:lnTo>
                <a:lnTo>
                  <a:pt x="1585" y="287"/>
                </a:lnTo>
                <a:lnTo>
                  <a:pt x="1570" y="271"/>
                </a:lnTo>
                <a:lnTo>
                  <a:pt x="1554" y="255"/>
                </a:lnTo>
                <a:lnTo>
                  <a:pt x="1538" y="240"/>
                </a:lnTo>
                <a:lnTo>
                  <a:pt x="1521" y="225"/>
                </a:lnTo>
                <a:lnTo>
                  <a:pt x="1504" y="210"/>
                </a:lnTo>
                <a:lnTo>
                  <a:pt x="1486" y="196"/>
                </a:lnTo>
                <a:lnTo>
                  <a:pt x="1467" y="182"/>
                </a:lnTo>
                <a:lnTo>
                  <a:pt x="1448" y="169"/>
                </a:lnTo>
                <a:lnTo>
                  <a:pt x="1428" y="156"/>
                </a:lnTo>
                <a:lnTo>
                  <a:pt x="1407" y="143"/>
                </a:lnTo>
                <a:lnTo>
                  <a:pt x="1386" y="131"/>
                </a:lnTo>
                <a:lnTo>
                  <a:pt x="1365" y="120"/>
                </a:lnTo>
                <a:lnTo>
                  <a:pt x="1343" y="109"/>
                </a:lnTo>
                <a:lnTo>
                  <a:pt x="1320" y="98"/>
                </a:lnTo>
                <a:lnTo>
                  <a:pt x="1297" y="88"/>
                </a:lnTo>
                <a:lnTo>
                  <a:pt x="1274" y="78"/>
                </a:lnTo>
                <a:lnTo>
                  <a:pt x="1250" y="69"/>
                </a:lnTo>
                <a:lnTo>
                  <a:pt x="1226" y="61"/>
                </a:lnTo>
                <a:lnTo>
                  <a:pt x="1201" y="53"/>
                </a:lnTo>
                <a:lnTo>
                  <a:pt x="1176" y="45"/>
                </a:lnTo>
                <a:lnTo>
                  <a:pt x="1151" y="39"/>
                </a:lnTo>
                <a:lnTo>
                  <a:pt x="1126" y="32"/>
                </a:lnTo>
                <a:lnTo>
                  <a:pt x="1100" y="27"/>
                </a:lnTo>
                <a:lnTo>
                  <a:pt x="1074" y="22"/>
                </a:lnTo>
                <a:lnTo>
                  <a:pt x="1048" y="17"/>
                </a:lnTo>
                <a:lnTo>
                  <a:pt x="1022" y="13"/>
                </a:lnTo>
                <a:lnTo>
                  <a:pt x="995" y="10"/>
                </a:lnTo>
                <a:lnTo>
                  <a:pt x="968" y="7"/>
                </a:lnTo>
                <a:lnTo>
                  <a:pt x="942" y="5"/>
                </a:lnTo>
                <a:lnTo>
                  <a:pt x="915" y="4"/>
                </a:lnTo>
                <a:lnTo>
                  <a:pt x="888" y="3"/>
                </a:lnTo>
                <a:lnTo>
                  <a:pt x="861" y="2"/>
                </a:lnTo>
                <a:lnTo>
                  <a:pt x="834" y="3"/>
                </a:lnTo>
                <a:lnTo>
                  <a:pt x="807" y="4"/>
                </a:lnTo>
                <a:lnTo>
                  <a:pt x="780" y="5"/>
                </a:lnTo>
                <a:lnTo>
                  <a:pt x="754" y="7"/>
                </a:lnTo>
                <a:lnTo>
                  <a:pt x="727" y="10"/>
                </a:lnTo>
                <a:lnTo>
                  <a:pt x="700" y="13"/>
                </a:lnTo>
                <a:lnTo>
                  <a:pt x="674" y="17"/>
                </a:lnTo>
                <a:lnTo>
                  <a:pt x="648" y="22"/>
                </a:lnTo>
                <a:lnTo>
                  <a:pt x="622" y="27"/>
                </a:lnTo>
                <a:lnTo>
                  <a:pt x="596" y="32"/>
                </a:lnTo>
                <a:lnTo>
                  <a:pt x="571" y="39"/>
                </a:lnTo>
                <a:lnTo>
                  <a:pt x="545" y="45"/>
                </a:lnTo>
                <a:lnTo>
                  <a:pt x="521" y="53"/>
                </a:lnTo>
                <a:lnTo>
                  <a:pt x="496" y="61"/>
                </a:lnTo>
                <a:lnTo>
                  <a:pt x="472" y="69"/>
                </a:lnTo>
                <a:lnTo>
                  <a:pt x="448" y="78"/>
                </a:lnTo>
                <a:lnTo>
                  <a:pt x="425" y="88"/>
                </a:lnTo>
                <a:lnTo>
                  <a:pt x="402" y="98"/>
                </a:lnTo>
                <a:lnTo>
                  <a:pt x="379" y="109"/>
                </a:lnTo>
                <a:lnTo>
                  <a:pt x="357" y="120"/>
                </a:lnTo>
                <a:lnTo>
                  <a:pt x="336" y="131"/>
                </a:lnTo>
                <a:lnTo>
                  <a:pt x="315" y="143"/>
                </a:lnTo>
                <a:lnTo>
                  <a:pt x="294" y="156"/>
                </a:lnTo>
                <a:lnTo>
                  <a:pt x="274" y="169"/>
                </a:lnTo>
                <a:lnTo>
                  <a:pt x="255" y="182"/>
                </a:lnTo>
                <a:lnTo>
                  <a:pt x="236" y="196"/>
                </a:lnTo>
                <a:lnTo>
                  <a:pt x="218" y="210"/>
                </a:lnTo>
                <a:lnTo>
                  <a:pt x="201" y="225"/>
                </a:lnTo>
                <a:lnTo>
                  <a:pt x="184" y="240"/>
                </a:lnTo>
                <a:lnTo>
                  <a:pt x="168" y="255"/>
                </a:lnTo>
                <a:lnTo>
                  <a:pt x="152" y="271"/>
                </a:lnTo>
                <a:lnTo>
                  <a:pt x="137" y="287"/>
                </a:lnTo>
                <a:lnTo>
                  <a:pt x="123" y="304"/>
                </a:lnTo>
                <a:lnTo>
                  <a:pt x="110" y="321"/>
                </a:lnTo>
                <a:lnTo>
                  <a:pt x="97" y="338"/>
                </a:lnTo>
                <a:lnTo>
                  <a:pt x="86" y="355"/>
                </a:lnTo>
                <a:lnTo>
                  <a:pt x="74" y="372"/>
                </a:lnTo>
                <a:lnTo>
                  <a:pt x="64" y="390"/>
                </a:lnTo>
                <a:lnTo>
                  <a:pt x="55" y="408"/>
                </a:lnTo>
                <a:lnTo>
                  <a:pt x="46" y="427"/>
                </a:lnTo>
                <a:lnTo>
                  <a:pt x="38" y="445"/>
                </a:lnTo>
                <a:lnTo>
                  <a:pt x="31" y="465"/>
                </a:lnTo>
                <a:lnTo>
                  <a:pt x="25" y="483"/>
                </a:lnTo>
                <a:lnTo>
                  <a:pt x="19" y="502"/>
                </a:lnTo>
                <a:lnTo>
                  <a:pt x="15" y="521"/>
                </a:lnTo>
                <a:lnTo>
                  <a:pt x="11" y="540"/>
                </a:lnTo>
                <a:lnTo>
                  <a:pt x="8" y="560"/>
                </a:lnTo>
                <a:lnTo>
                  <a:pt x="6" y="579"/>
                </a:lnTo>
                <a:lnTo>
                  <a:pt x="4" y="598"/>
                </a:lnTo>
                <a:lnTo>
                  <a:pt x="4" y="617"/>
                </a:lnTo>
                <a:lnTo>
                  <a:pt x="4" y="637"/>
                </a:lnTo>
                <a:lnTo>
                  <a:pt x="6" y="656"/>
                </a:lnTo>
                <a:lnTo>
                  <a:pt x="8" y="675"/>
                </a:lnTo>
                <a:lnTo>
                  <a:pt x="11" y="694"/>
                </a:lnTo>
                <a:lnTo>
                  <a:pt x="15" y="713"/>
                </a:lnTo>
                <a:lnTo>
                  <a:pt x="19" y="732"/>
                </a:lnTo>
                <a:lnTo>
                  <a:pt x="25" y="751"/>
                </a:lnTo>
                <a:lnTo>
                  <a:pt x="31" y="770"/>
                </a:lnTo>
                <a:lnTo>
                  <a:pt x="38" y="789"/>
                </a:lnTo>
                <a:lnTo>
                  <a:pt x="46" y="807"/>
                </a:lnTo>
                <a:lnTo>
                  <a:pt x="55" y="825"/>
                </a:lnTo>
                <a:lnTo>
                  <a:pt x="64" y="843"/>
                </a:lnTo>
                <a:lnTo>
                  <a:pt x="74" y="861"/>
                </a:lnTo>
                <a:lnTo>
                  <a:pt x="86" y="879"/>
                </a:lnTo>
                <a:lnTo>
                  <a:pt x="97" y="896"/>
                </a:lnTo>
                <a:lnTo>
                  <a:pt x="110" y="913"/>
                </a:lnTo>
                <a:lnTo>
                  <a:pt x="123" y="930"/>
                </a:lnTo>
                <a:lnTo>
                  <a:pt x="137" y="946"/>
                </a:lnTo>
                <a:lnTo>
                  <a:pt x="152" y="962"/>
                </a:lnTo>
                <a:lnTo>
                  <a:pt x="168" y="978"/>
                </a:lnTo>
                <a:lnTo>
                  <a:pt x="184" y="994"/>
                </a:lnTo>
                <a:lnTo>
                  <a:pt x="201" y="1009"/>
                </a:lnTo>
                <a:lnTo>
                  <a:pt x="218" y="1023"/>
                </a:lnTo>
                <a:lnTo>
                  <a:pt x="236" y="1038"/>
                </a:lnTo>
                <a:lnTo>
                  <a:pt x="255" y="1051"/>
                </a:lnTo>
                <a:lnTo>
                  <a:pt x="274" y="1065"/>
                </a:lnTo>
                <a:lnTo>
                  <a:pt x="294" y="1078"/>
                </a:lnTo>
                <a:lnTo>
                  <a:pt x="315" y="1090"/>
                </a:lnTo>
                <a:lnTo>
                  <a:pt x="336" y="1102"/>
                </a:lnTo>
                <a:lnTo>
                  <a:pt x="357" y="1114"/>
                </a:lnTo>
                <a:lnTo>
                  <a:pt x="379" y="1125"/>
                </a:lnTo>
                <a:lnTo>
                  <a:pt x="402" y="1136"/>
                </a:lnTo>
                <a:lnTo>
                  <a:pt x="425" y="1146"/>
                </a:lnTo>
                <a:lnTo>
                  <a:pt x="448" y="1155"/>
                </a:lnTo>
                <a:lnTo>
                  <a:pt x="472" y="1164"/>
                </a:lnTo>
                <a:lnTo>
                  <a:pt x="496" y="1173"/>
                </a:lnTo>
                <a:lnTo>
                  <a:pt x="521" y="1181"/>
                </a:lnTo>
                <a:lnTo>
                  <a:pt x="545" y="1188"/>
                </a:lnTo>
                <a:lnTo>
                  <a:pt x="571" y="1195"/>
                </a:lnTo>
                <a:lnTo>
                  <a:pt x="596" y="1201"/>
                </a:lnTo>
                <a:lnTo>
                  <a:pt x="622" y="1207"/>
                </a:lnTo>
                <a:lnTo>
                  <a:pt x="648" y="1212"/>
                </a:lnTo>
                <a:lnTo>
                  <a:pt x="674" y="1216"/>
                </a:lnTo>
                <a:lnTo>
                  <a:pt x="700" y="1220"/>
                </a:lnTo>
                <a:lnTo>
                  <a:pt x="727" y="1224"/>
                </a:lnTo>
                <a:lnTo>
                  <a:pt x="754" y="1226"/>
                </a:lnTo>
                <a:lnTo>
                  <a:pt x="780" y="1229"/>
                </a:lnTo>
                <a:lnTo>
                  <a:pt x="807" y="1230"/>
                </a:lnTo>
                <a:lnTo>
                  <a:pt x="834" y="1231"/>
                </a:lnTo>
                <a:lnTo>
                  <a:pt x="861" y="1231"/>
                </a:lnTo>
                <a:lnTo>
                  <a:pt x="888" y="1231"/>
                </a:lnTo>
                <a:lnTo>
                  <a:pt x="915" y="1230"/>
                </a:lnTo>
                <a:lnTo>
                  <a:pt x="942" y="1229"/>
                </a:lnTo>
                <a:lnTo>
                  <a:pt x="968" y="1226"/>
                </a:lnTo>
                <a:lnTo>
                  <a:pt x="995" y="1224"/>
                </a:lnTo>
                <a:lnTo>
                  <a:pt x="1022" y="1220"/>
                </a:lnTo>
                <a:lnTo>
                  <a:pt x="1048" y="1216"/>
                </a:lnTo>
                <a:lnTo>
                  <a:pt x="1074" y="1212"/>
                </a:lnTo>
                <a:lnTo>
                  <a:pt x="1100" y="1207"/>
                </a:lnTo>
                <a:lnTo>
                  <a:pt x="1126" y="1201"/>
                </a:lnTo>
                <a:lnTo>
                  <a:pt x="1151" y="1195"/>
                </a:lnTo>
                <a:lnTo>
                  <a:pt x="1176" y="1188"/>
                </a:lnTo>
                <a:lnTo>
                  <a:pt x="1201" y="1181"/>
                </a:lnTo>
                <a:lnTo>
                  <a:pt x="1226" y="1173"/>
                </a:lnTo>
                <a:lnTo>
                  <a:pt x="1250" y="1164"/>
                </a:lnTo>
                <a:lnTo>
                  <a:pt x="1274" y="1155"/>
                </a:lnTo>
                <a:lnTo>
                  <a:pt x="1297" y="1146"/>
                </a:lnTo>
                <a:lnTo>
                  <a:pt x="1320" y="1136"/>
                </a:lnTo>
                <a:lnTo>
                  <a:pt x="1343" y="1125"/>
                </a:lnTo>
                <a:lnTo>
                  <a:pt x="1365" y="1114"/>
                </a:lnTo>
                <a:lnTo>
                  <a:pt x="1386" y="1102"/>
                </a:lnTo>
                <a:lnTo>
                  <a:pt x="1407" y="1090"/>
                </a:lnTo>
                <a:lnTo>
                  <a:pt x="1428" y="1078"/>
                </a:lnTo>
                <a:lnTo>
                  <a:pt x="1448" y="1065"/>
                </a:lnTo>
                <a:lnTo>
                  <a:pt x="1467" y="1051"/>
                </a:lnTo>
                <a:lnTo>
                  <a:pt x="1486" y="1038"/>
                </a:lnTo>
                <a:lnTo>
                  <a:pt x="1504" y="1023"/>
                </a:lnTo>
                <a:lnTo>
                  <a:pt x="1521" y="1009"/>
                </a:lnTo>
                <a:lnTo>
                  <a:pt x="1538" y="994"/>
                </a:lnTo>
                <a:lnTo>
                  <a:pt x="1554" y="978"/>
                </a:lnTo>
                <a:lnTo>
                  <a:pt x="1570" y="962"/>
                </a:lnTo>
                <a:lnTo>
                  <a:pt x="1585" y="946"/>
                </a:lnTo>
                <a:lnTo>
                  <a:pt x="1599" y="930"/>
                </a:lnTo>
                <a:lnTo>
                  <a:pt x="1612" y="913"/>
                </a:lnTo>
                <a:lnTo>
                  <a:pt x="1625" y="896"/>
                </a:lnTo>
                <a:lnTo>
                  <a:pt x="1636" y="879"/>
                </a:lnTo>
                <a:lnTo>
                  <a:pt x="1647" y="861"/>
                </a:lnTo>
                <a:lnTo>
                  <a:pt x="1658" y="843"/>
                </a:lnTo>
                <a:lnTo>
                  <a:pt x="1667" y="825"/>
                </a:lnTo>
                <a:lnTo>
                  <a:pt x="1676" y="807"/>
                </a:lnTo>
                <a:lnTo>
                  <a:pt x="1684" y="789"/>
                </a:lnTo>
                <a:lnTo>
                  <a:pt x="1691" y="770"/>
                </a:lnTo>
                <a:lnTo>
                  <a:pt x="1697" y="751"/>
                </a:lnTo>
                <a:lnTo>
                  <a:pt x="1704" y="732"/>
                </a:lnTo>
                <a:lnTo>
                  <a:pt x="1708" y="713"/>
                </a:lnTo>
                <a:lnTo>
                  <a:pt x="1712" y="694"/>
                </a:lnTo>
                <a:lnTo>
                  <a:pt x="1715" y="675"/>
                </a:lnTo>
                <a:lnTo>
                  <a:pt x="1717" y="656"/>
                </a:lnTo>
                <a:lnTo>
                  <a:pt x="1719" y="637"/>
                </a:lnTo>
                <a:lnTo>
                  <a:pt x="1719" y="617"/>
                </a:lnTo>
                <a:moveTo>
                  <a:pt x="1723" y="617"/>
                </a:moveTo>
                <a:lnTo>
                  <a:pt x="1722" y="637"/>
                </a:lnTo>
                <a:lnTo>
                  <a:pt x="1721" y="656"/>
                </a:lnTo>
                <a:lnTo>
                  <a:pt x="1719" y="675"/>
                </a:lnTo>
                <a:lnTo>
                  <a:pt x="1716" y="695"/>
                </a:lnTo>
                <a:lnTo>
                  <a:pt x="1712" y="714"/>
                </a:lnTo>
                <a:lnTo>
                  <a:pt x="1708" y="733"/>
                </a:lnTo>
                <a:lnTo>
                  <a:pt x="1702" y="752"/>
                </a:lnTo>
                <a:lnTo>
                  <a:pt x="1695" y="771"/>
                </a:lnTo>
                <a:lnTo>
                  <a:pt x="1688" y="789"/>
                </a:lnTo>
                <a:lnTo>
                  <a:pt x="1680" y="808"/>
                </a:lnTo>
                <a:lnTo>
                  <a:pt x="1671" y="826"/>
                </a:lnTo>
                <a:lnTo>
                  <a:pt x="1661" y="844"/>
                </a:lnTo>
                <a:lnTo>
                  <a:pt x="1651" y="862"/>
                </a:lnTo>
                <a:lnTo>
                  <a:pt x="1640" y="880"/>
                </a:lnTo>
                <a:lnTo>
                  <a:pt x="1628" y="897"/>
                </a:lnTo>
                <a:lnTo>
                  <a:pt x="1615" y="914"/>
                </a:lnTo>
                <a:lnTo>
                  <a:pt x="1602" y="931"/>
                </a:lnTo>
                <a:lnTo>
                  <a:pt x="1588" y="948"/>
                </a:lnTo>
                <a:lnTo>
                  <a:pt x="1573" y="964"/>
                </a:lnTo>
                <a:lnTo>
                  <a:pt x="1557" y="980"/>
                </a:lnTo>
                <a:lnTo>
                  <a:pt x="1541" y="995"/>
                </a:lnTo>
                <a:lnTo>
                  <a:pt x="1524" y="1010"/>
                </a:lnTo>
                <a:lnTo>
                  <a:pt x="1507" y="1025"/>
                </a:lnTo>
                <a:lnTo>
                  <a:pt x="1488" y="1039"/>
                </a:lnTo>
                <a:lnTo>
                  <a:pt x="1470" y="1053"/>
                </a:lnTo>
                <a:lnTo>
                  <a:pt x="1450" y="1067"/>
                </a:lnTo>
                <a:lnTo>
                  <a:pt x="1430" y="1080"/>
                </a:lnTo>
                <a:lnTo>
                  <a:pt x="1410" y="1093"/>
                </a:lnTo>
                <a:lnTo>
                  <a:pt x="1389" y="1105"/>
                </a:lnTo>
                <a:lnTo>
                  <a:pt x="1367" y="1116"/>
                </a:lnTo>
                <a:lnTo>
                  <a:pt x="1345" y="1127"/>
                </a:lnTo>
                <a:lnTo>
                  <a:pt x="1322" y="1138"/>
                </a:lnTo>
                <a:lnTo>
                  <a:pt x="1299" y="1148"/>
                </a:lnTo>
                <a:lnTo>
                  <a:pt x="1276" y="1158"/>
                </a:lnTo>
                <a:lnTo>
                  <a:pt x="1252" y="1167"/>
                </a:lnTo>
                <a:lnTo>
                  <a:pt x="1227" y="1175"/>
                </a:lnTo>
                <a:lnTo>
                  <a:pt x="1203" y="1183"/>
                </a:lnTo>
                <a:lnTo>
                  <a:pt x="1178" y="1191"/>
                </a:lnTo>
                <a:lnTo>
                  <a:pt x="1153" y="1198"/>
                </a:lnTo>
                <a:lnTo>
                  <a:pt x="1127" y="1204"/>
                </a:lnTo>
                <a:lnTo>
                  <a:pt x="1101" y="1210"/>
                </a:lnTo>
                <a:lnTo>
                  <a:pt x="1075" y="1215"/>
                </a:lnTo>
                <a:lnTo>
                  <a:pt x="1049" y="1219"/>
                </a:lnTo>
                <a:lnTo>
                  <a:pt x="1022" y="1223"/>
                </a:lnTo>
                <a:lnTo>
                  <a:pt x="996" y="1226"/>
                </a:lnTo>
                <a:lnTo>
                  <a:pt x="969" y="1229"/>
                </a:lnTo>
                <a:lnTo>
                  <a:pt x="942" y="1231"/>
                </a:lnTo>
                <a:lnTo>
                  <a:pt x="915" y="1233"/>
                </a:lnTo>
                <a:lnTo>
                  <a:pt x="888" y="1234"/>
                </a:lnTo>
                <a:lnTo>
                  <a:pt x="861" y="1234"/>
                </a:lnTo>
                <a:lnTo>
                  <a:pt x="834" y="1234"/>
                </a:lnTo>
                <a:lnTo>
                  <a:pt x="807" y="1233"/>
                </a:lnTo>
                <a:lnTo>
                  <a:pt x="780" y="1231"/>
                </a:lnTo>
                <a:lnTo>
                  <a:pt x="753" y="1229"/>
                </a:lnTo>
                <a:lnTo>
                  <a:pt x="726" y="1226"/>
                </a:lnTo>
                <a:lnTo>
                  <a:pt x="700" y="1223"/>
                </a:lnTo>
                <a:lnTo>
                  <a:pt x="673" y="1219"/>
                </a:lnTo>
                <a:lnTo>
                  <a:pt x="647" y="1215"/>
                </a:lnTo>
                <a:lnTo>
                  <a:pt x="621" y="1210"/>
                </a:lnTo>
                <a:lnTo>
                  <a:pt x="595" y="1204"/>
                </a:lnTo>
                <a:lnTo>
                  <a:pt x="569" y="1198"/>
                </a:lnTo>
                <a:lnTo>
                  <a:pt x="544" y="1191"/>
                </a:lnTo>
                <a:lnTo>
                  <a:pt x="519" y="1183"/>
                </a:lnTo>
                <a:lnTo>
                  <a:pt x="494" y="1175"/>
                </a:lnTo>
                <a:lnTo>
                  <a:pt x="470" y="1167"/>
                </a:lnTo>
                <a:lnTo>
                  <a:pt x="446" y="1158"/>
                </a:lnTo>
                <a:lnTo>
                  <a:pt x="423" y="1148"/>
                </a:lnTo>
                <a:lnTo>
                  <a:pt x="400" y="1138"/>
                </a:lnTo>
                <a:lnTo>
                  <a:pt x="377" y="1127"/>
                </a:lnTo>
                <a:lnTo>
                  <a:pt x="355" y="1116"/>
                </a:lnTo>
                <a:lnTo>
                  <a:pt x="333" y="1105"/>
                </a:lnTo>
                <a:lnTo>
                  <a:pt x="312" y="1093"/>
                </a:lnTo>
                <a:lnTo>
                  <a:pt x="292" y="1080"/>
                </a:lnTo>
                <a:lnTo>
                  <a:pt x="272" y="1067"/>
                </a:lnTo>
                <a:lnTo>
                  <a:pt x="252" y="1053"/>
                </a:lnTo>
                <a:lnTo>
                  <a:pt x="233" y="1039"/>
                </a:lnTo>
                <a:lnTo>
                  <a:pt x="215" y="1025"/>
                </a:lnTo>
                <a:lnTo>
                  <a:pt x="198" y="1010"/>
                </a:lnTo>
                <a:lnTo>
                  <a:pt x="181" y="995"/>
                </a:lnTo>
                <a:lnTo>
                  <a:pt x="164" y="980"/>
                </a:lnTo>
                <a:lnTo>
                  <a:pt x="149" y="964"/>
                </a:lnTo>
                <a:lnTo>
                  <a:pt x="134" y="948"/>
                </a:lnTo>
                <a:lnTo>
                  <a:pt x="120" y="931"/>
                </a:lnTo>
                <a:lnTo>
                  <a:pt x="107" y="914"/>
                </a:lnTo>
                <a:lnTo>
                  <a:pt x="94" y="897"/>
                </a:lnTo>
                <a:lnTo>
                  <a:pt x="82" y="880"/>
                </a:lnTo>
                <a:lnTo>
                  <a:pt x="71" y="862"/>
                </a:lnTo>
                <a:lnTo>
                  <a:pt x="61" y="844"/>
                </a:lnTo>
                <a:lnTo>
                  <a:pt x="51" y="826"/>
                </a:lnTo>
                <a:lnTo>
                  <a:pt x="42" y="808"/>
                </a:lnTo>
                <a:lnTo>
                  <a:pt x="34" y="789"/>
                </a:lnTo>
                <a:lnTo>
                  <a:pt x="27" y="771"/>
                </a:lnTo>
                <a:lnTo>
                  <a:pt x="21" y="752"/>
                </a:lnTo>
                <a:lnTo>
                  <a:pt x="15" y="733"/>
                </a:lnTo>
                <a:lnTo>
                  <a:pt x="11" y="714"/>
                </a:lnTo>
                <a:lnTo>
                  <a:pt x="7" y="695"/>
                </a:lnTo>
                <a:lnTo>
                  <a:pt x="4" y="675"/>
                </a:lnTo>
                <a:lnTo>
                  <a:pt x="2" y="656"/>
                </a:lnTo>
                <a:lnTo>
                  <a:pt x="1" y="637"/>
                </a:lnTo>
                <a:lnTo>
                  <a:pt x="0" y="617"/>
                </a:lnTo>
                <a:lnTo>
                  <a:pt x="1" y="598"/>
                </a:lnTo>
                <a:lnTo>
                  <a:pt x="2" y="579"/>
                </a:lnTo>
                <a:lnTo>
                  <a:pt x="4" y="559"/>
                </a:lnTo>
                <a:lnTo>
                  <a:pt x="7" y="540"/>
                </a:lnTo>
                <a:lnTo>
                  <a:pt x="11" y="521"/>
                </a:lnTo>
                <a:lnTo>
                  <a:pt x="15" y="502"/>
                </a:lnTo>
                <a:lnTo>
                  <a:pt x="21" y="483"/>
                </a:lnTo>
                <a:lnTo>
                  <a:pt x="27" y="464"/>
                </a:lnTo>
                <a:lnTo>
                  <a:pt x="34" y="444"/>
                </a:lnTo>
                <a:lnTo>
                  <a:pt x="42" y="426"/>
                </a:lnTo>
                <a:lnTo>
                  <a:pt x="51" y="407"/>
                </a:lnTo>
                <a:lnTo>
                  <a:pt x="61" y="389"/>
                </a:lnTo>
                <a:lnTo>
                  <a:pt x="71" y="371"/>
                </a:lnTo>
                <a:lnTo>
                  <a:pt x="82" y="354"/>
                </a:lnTo>
                <a:lnTo>
                  <a:pt x="94" y="336"/>
                </a:lnTo>
                <a:lnTo>
                  <a:pt x="107" y="319"/>
                </a:lnTo>
                <a:lnTo>
                  <a:pt x="120" y="302"/>
                </a:lnTo>
                <a:lnTo>
                  <a:pt x="134" y="286"/>
                </a:lnTo>
                <a:lnTo>
                  <a:pt x="149" y="270"/>
                </a:lnTo>
                <a:lnTo>
                  <a:pt x="164" y="254"/>
                </a:lnTo>
                <a:lnTo>
                  <a:pt x="181" y="238"/>
                </a:lnTo>
                <a:lnTo>
                  <a:pt x="198" y="223"/>
                </a:lnTo>
                <a:lnTo>
                  <a:pt x="215" y="208"/>
                </a:lnTo>
                <a:lnTo>
                  <a:pt x="233" y="194"/>
                </a:lnTo>
                <a:lnTo>
                  <a:pt x="252" y="180"/>
                </a:lnTo>
                <a:lnTo>
                  <a:pt x="272" y="167"/>
                </a:lnTo>
                <a:lnTo>
                  <a:pt x="292" y="154"/>
                </a:lnTo>
                <a:lnTo>
                  <a:pt x="312" y="141"/>
                </a:lnTo>
                <a:lnTo>
                  <a:pt x="333" y="129"/>
                </a:lnTo>
                <a:lnTo>
                  <a:pt x="355" y="117"/>
                </a:lnTo>
                <a:lnTo>
                  <a:pt x="377" y="106"/>
                </a:lnTo>
                <a:lnTo>
                  <a:pt x="400" y="96"/>
                </a:lnTo>
                <a:lnTo>
                  <a:pt x="423" y="85"/>
                </a:lnTo>
                <a:lnTo>
                  <a:pt x="446" y="76"/>
                </a:lnTo>
                <a:lnTo>
                  <a:pt x="470" y="67"/>
                </a:lnTo>
                <a:lnTo>
                  <a:pt x="494" y="58"/>
                </a:lnTo>
                <a:lnTo>
                  <a:pt x="519" y="50"/>
                </a:lnTo>
                <a:lnTo>
                  <a:pt x="544" y="43"/>
                </a:lnTo>
                <a:lnTo>
                  <a:pt x="569" y="36"/>
                </a:lnTo>
                <a:lnTo>
                  <a:pt x="595" y="30"/>
                </a:lnTo>
                <a:lnTo>
                  <a:pt x="621" y="24"/>
                </a:lnTo>
                <a:lnTo>
                  <a:pt x="647" y="19"/>
                </a:lnTo>
                <a:lnTo>
                  <a:pt x="673" y="14"/>
                </a:lnTo>
                <a:lnTo>
                  <a:pt x="700" y="10"/>
                </a:lnTo>
                <a:lnTo>
                  <a:pt x="726" y="7"/>
                </a:lnTo>
                <a:lnTo>
                  <a:pt x="753" y="4"/>
                </a:lnTo>
                <a:lnTo>
                  <a:pt x="780" y="2"/>
                </a:lnTo>
                <a:lnTo>
                  <a:pt x="807" y="1"/>
                </a:lnTo>
                <a:lnTo>
                  <a:pt x="834" y="0"/>
                </a:lnTo>
                <a:lnTo>
                  <a:pt x="861" y="0"/>
                </a:lnTo>
                <a:lnTo>
                  <a:pt x="888" y="0"/>
                </a:lnTo>
                <a:lnTo>
                  <a:pt x="915" y="1"/>
                </a:lnTo>
                <a:lnTo>
                  <a:pt x="942" y="2"/>
                </a:lnTo>
                <a:lnTo>
                  <a:pt x="969" y="4"/>
                </a:lnTo>
                <a:lnTo>
                  <a:pt x="996" y="7"/>
                </a:lnTo>
                <a:lnTo>
                  <a:pt x="1022" y="10"/>
                </a:lnTo>
                <a:lnTo>
                  <a:pt x="1049" y="14"/>
                </a:lnTo>
                <a:lnTo>
                  <a:pt x="1075" y="19"/>
                </a:lnTo>
                <a:lnTo>
                  <a:pt x="1101" y="24"/>
                </a:lnTo>
                <a:lnTo>
                  <a:pt x="1127" y="30"/>
                </a:lnTo>
                <a:lnTo>
                  <a:pt x="1153" y="36"/>
                </a:lnTo>
                <a:lnTo>
                  <a:pt x="1178" y="43"/>
                </a:lnTo>
                <a:lnTo>
                  <a:pt x="1203" y="50"/>
                </a:lnTo>
                <a:lnTo>
                  <a:pt x="1227" y="58"/>
                </a:lnTo>
                <a:lnTo>
                  <a:pt x="1252" y="67"/>
                </a:lnTo>
                <a:lnTo>
                  <a:pt x="1276" y="76"/>
                </a:lnTo>
                <a:lnTo>
                  <a:pt x="1299" y="85"/>
                </a:lnTo>
                <a:lnTo>
                  <a:pt x="1322" y="96"/>
                </a:lnTo>
                <a:lnTo>
                  <a:pt x="1345" y="106"/>
                </a:lnTo>
                <a:lnTo>
                  <a:pt x="1367" y="117"/>
                </a:lnTo>
                <a:lnTo>
                  <a:pt x="1389" y="129"/>
                </a:lnTo>
                <a:lnTo>
                  <a:pt x="1410" y="141"/>
                </a:lnTo>
                <a:lnTo>
                  <a:pt x="1430" y="154"/>
                </a:lnTo>
                <a:lnTo>
                  <a:pt x="1450" y="167"/>
                </a:lnTo>
                <a:lnTo>
                  <a:pt x="1470" y="180"/>
                </a:lnTo>
                <a:lnTo>
                  <a:pt x="1488" y="194"/>
                </a:lnTo>
                <a:lnTo>
                  <a:pt x="1507" y="208"/>
                </a:lnTo>
                <a:lnTo>
                  <a:pt x="1524" y="223"/>
                </a:lnTo>
                <a:lnTo>
                  <a:pt x="1541" y="238"/>
                </a:lnTo>
                <a:lnTo>
                  <a:pt x="1557" y="254"/>
                </a:lnTo>
                <a:lnTo>
                  <a:pt x="1573" y="270"/>
                </a:lnTo>
                <a:lnTo>
                  <a:pt x="1588" y="286"/>
                </a:lnTo>
                <a:lnTo>
                  <a:pt x="1602" y="302"/>
                </a:lnTo>
                <a:lnTo>
                  <a:pt x="1615" y="319"/>
                </a:lnTo>
                <a:lnTo>
                  <a:pt x="1628" y="336"/>
                </a:lnTo>
                <a:lnTo>
                  <a:pt x="1640" y="354"/>
                </a:lnTo>
                <a:lnTo>
                  <a:pt x="1651" y="371"/>
                </a:lnTo>
                <a:lnTo>
                  <a:pt x="1661" y="389"/>
                </a:lnTo>
                <a:lnTo>
                  <a:pt x="1671" y="407"/>
                </a:lnTo>
                <a:lnTo>
                  <a:pt x="1680" y="426"/>
                </a:lnTo>
                <a:lnTo>
                  <a:pt x="1688" y="444"/>
                </a:lnTo>
                <a:lnTo>
                  <a:pt x="1695" y="464"/>
                </a:lnTo>
                <a:lnTo>
                  <a:pt x="1702" y="483"/>
                </a:lnTo>
                <a:lnTo>
                  <a:pt x="1708" y="502"/>
                </a:lnTo>
                <a:lnTo>
                  <a:pt x="1712" y="521"/>
                </a:lnTo>
                <a:lnTo>
                  <a:pt x="1716" y="540"/>
                </a:lnTo>
                <a:lnTo>
                  <a:pt x="1719" y="559"/>
                </a:lnTo>
                <a:lnTo>
                  <a:pt x="1721" y="579"/>
                </a:lnTo>
                <a:lnTo>
                  <a:pt x="1722" y="598"/>
                </a:lnTo>
                <a:lnTo>
                  <a:pt x="1723" y="617"/>
                </a:lnTo>
                <a:close/>
              </a:path>
            </a:pathLst>
          </a:custGeom>
          <a:solidFill>
            <a:srgbClr val="ffa0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8" name=""/>
          <p:cNvSpPr/>
          <p:nvPr/>
        </p:nvSpPr>
        <p:spPr>
          <a:xfrm>
            <a:off x="7749720" y="2720160"/>
            <a:ext cx="626040" cy="448560"/>
          </a:xfrm>
          <a:custGeom>
            <a:avLst/>
            <a:gdLst/>
            <a:ahLst/>
            <a:rect l="0" t="0" r="r" b="b"/>
            <a:pathLst>
              <a:path w="1739" h="1246">
                <a:moveTo>
                  <a:pt x="1731" y="623"/>
                </a:moveTo>
                <a:lnTo>
                  <a:pt x="1730" y="604"/>
                </a:lnTo>
                <a:lnTo>
                  <a:pt x="1729" y="585"/>
                </a:lnTo>
                <a:lnTo>
                  <a:pt x="1727" y="565"/>
                </a:lnTo>
                <a:lnTo>
                  <a:pt x="1724" y="546"/>
                </a:lnTo>
                <a:lnTo>
                  <a:pt x="1720" y="526"/>
                </a:lnTo>
                <a:lnTo>
                  <a:pt x="1716" y="507"/>
                </a:lnTo>
                <a:lnTo>
                  <a:pt x="1710" y="488"/>
                </a:lnTo>
                <a:lnTo>
                  <a:pt x="1704" y="469"/>
                </a:lnTo>
                <a:lnTo>
                  <a:pt x="1697" y="450"/>
                </a:lnTo>
                <a:lnTo>
                  <a:pt x="1689" y="432"/>
                </a:lnTo>
                <a:lnTo>
                  <a:pt x="1680" y="413"/>
                </a:lnTo>
                <a:lnTo>
                  <a:pt x="1670" y="395"/>
                </a:lnTo>
                <a:lnTo>
                  <a:pt x="1660" y="377"/>
                </a:lnTo>
                <a:lnTo>
                  <a:pt x="1649" y="360"/>
                </a:lnTo>
                <a:lnTo>
                  <a:pt x="1637" y="342"/>
                </a:lnTo>
                <a:lnTo>
                  <a:pt x="1624" y="325"/>
                </a:lnTo>
                <a:lnTo>
                  <a:pt x="1611" y="308"/>
                </a:lnTo>
                <a:lnTo>
                  <a:pt x="1597" y="292"/>
                </a:lnTo>
                <a:lnTo>
                  <a:pt x="1582" y="276"/>
                </a:lnTo>
                <a:lnTo>
                  <a:pt x="1566" y="260"/>
                </a:lnTo>
                <a:lnTo>
                  <a:pt x="1550" y="244"/>
                </a:lnTo>
                <a:lnTo>
                  <a:pt x="1533" y="229"/>
                </a:lnTo>
                <a:lnTo>
                  <a:pt x="1516" y="214"/>
                </a:lnTo>
                <a:lnTo>
                  <a:pt x="1497" y="200"/>
                </a:lnTo>
                <a:lnTo>
                  <a:pt x="1479" y="186"/>
                </a:lnTo>
                <a:lnTo>
                  <a:pt x="1459" y="173"/>
                </a:lnTo>
                <a:lnTo>
                  <a:pt x="1439" y="160"/>
                </a:lnTo>
                <a:lnTo>
                  <a:pt x="1419" y="147"/>
                </a:lnTo>
                <a:lnTo>
                  <a:pt x="1398" y="135"/>
                </a:lnTo>
                <a:lnTo>
                  <a:pt x="1376" y="123"/>
                </a:lnTo>
                <a:lnTo>
                  <a:pt x="1354" y="112"/>
                </a:lnTo>
                <a:lnTo>
                  <a:pt x="1331" y="102"/>
                </a:lnTo>
                <a:lnTo>
                  <a:pt x="1308" y="91"/>
                </a:lnTo>
                <a:lnTo>
                  <a:pt x="1285" y="82"/>
                </a:lnTo>
                <a:lnTo>
                  <a:pt x="1261" y="73"/>
                </a:lnTo>
                <a:lnTo>
                  <a:pt x="1236" y="64"/>
                </a:lnTo>
                <a:lnTo>
                  <a:pt x="1212" y="56"/>
                </a:lnTo>
                <a:lnTo>
                  <a:pt x="1187" y="49"/>
                </a:lnTo>
                <a:lnTo>
                  <a:pt x="1162" y="42"/>
                </a:lnTo>
                <a:lnTo>
                  <a:pt x="1136" y="36"/>
                </a:lnTo>
                <a:lnTo>
                  <a:pt x="1110" y="30"/>
                </a:lnTo>
                <a:lnTo>
                  <a:pt x="1084" y="25"/>
                </a:lnTo>
                <a:lnTo>
                  <a:pt x="1058" y="20"/>
                </a:lnTo>
                <a:lnTo>
                  <a:pt x="1031" y="16"/>
                </a:lnTo>
                <a:lnTo>
                  <a:pt x="1005" y="13"/>
                </a:lnTo>
                <a:lnTo>
                  <a:pt x="978" y="10"/>
                </a:lnTo>
                <a:lnTo>
                  <a:pt x="951" y="8"/>
                </a:lnTo>
                <a:lnTo>
                  <a:pt x="924" y="7"/>
                </a:lnTo>
                <a:lnTo>
                  <a:pt x="897" y="6"/>
                </a:lnTo>
                <a:lnTo>
                  <a:pt x="870" y="6"/>
                </a:lnTo>
                <a:lnTo>
                  <a:pt x="843" y="6"/>
                </a:lnTo>
                <a:lnTo>
                  <a:pt x="816" y="7"/>
                </a:lnTo>
                <a:lnTo>
                  <a:pt x="789" y="8"/>
                </a:lnTo>
                <a:lnTo>
                  <a:pt x="762" y="10"/>
                </a:lnTo>
                <a:lnTo>
                  <a:pt x="735" y="13"/>
                </a:lnTo>
                <a:lnTo>
                  <a:pt x="709" y="16"/>
                </a:lnTo>
                <a:lnTo>
                  <a:pt x="682" y="20"/>
                </a:lnTo>
                <a:lnTo>
                  <a:pt x="656" y="25"/>
                </a:lnTo>
                <a:lnTo>
                  <a:pt x="630" y="30"/>
                </a:lnTo>
                <a:lnTo>
                  <a:pt x="604" y="36"/>
                </a:lnTo>
                <a:lnTo>
                  <a:pt x="578" y="42"/>
                </a:lnTo>
                <a:lnTo>
                  <a:pt x="553" y="49"/>
                </a:lnTo>
                <a:lnTo>
                  <a:pt x="528" y="56"/>
                </a:lnTo>
                <a:lnTo>
                  <a:pt x="503" y="64"/>
                </a:lnTo>
                <a:lnTo>
                  <a:pt x="479" y="73"/>
                </a:lnTo>
                <a:lnTo>
                  <a:pt x="455" y="82"/>
                </a:lnTo>
                <a:lnTo>
                  <a:pt x="432" y="91"/>
                </a:lnTo>
                <a:lnTo>
                  <a:pt x="409" y="102"/>
                </a:lnTo>
                <a:lnTo>
                  <a:pt x="386" y="112"/>
                </a:lnTo>
                <a:lnTo>
                  <a:pt x="364" y="123"/>
                </a:lnTo>
                <a:lnTo>
                  <a:pt x="342" y="135"/>
                </a:lnTo>
                <a:lnTo>
                  <a:pt x="321" y="147"/>
                </a:lnTo>
                <a:lnTo>
                  <a:pt x="301" y="160"/>
                </a:lnTo>
                <a:lnTo>
                  <a:pt x="281" y="173"/>
                </a:lnTo>
                <a:lnTo>
                  <a:pt x="261" y="186"/>
                </a:lnTo>
                <a:lnTo>
                  <a:pt x="242" y="200"/>
                </a:lnTo>
                <a:lnTo>
                  <a:pt x="224" y="214"/>
                </a:lnTo>
                <a:lnTo>
                  <a:pt x="207" y="229"/>
                </a:lnTo>
                <a:lnTo>
                  <a:pt x="190" y="244"/>
                </a:lnTo>
                <a:lnTo>
                  <a:pt x="172" y="260"/>
                </a:lnTo>
                <a:lnTo>
                  <a:pt x="157" y="276"/>
                </a:lnTo>
                <a:lnTo>
                  <a:pt x="142" y="292"/>
                </a:lnTo>
                <a:lnTo>
                  <a:pt x="128" y="308"/>
                </a:lnTo>
                <a:lnTo>
                  <a:pt x="115" y="325"/>
                </a:lnTo>
                <a:lnTo>
                  <a:pt x="102" y="342"/>
                </a:lnTo>
                <a:lnTo>
                  <a:pt x="90" y="360"/>
                </a:lnTo>
                <a:lnTo>
                  <a:pt x="79" y="377"/>
                </a:lnTo>
                <a:lnTo>
                  <a:pt x="69" y="395"/>
                </a:lnTo>
                <a:lnTo>
                  <a:pt x="59" y="413"/>
                </a:lnTo>
                <a:lnTo>
                  <a:pt x="50" y="432"/>
                </a:lnTo>
                <a:lnTo>
                  <a:pt x="42" y="450"/>
                </a:lnTo>
                <a:lnTo>
                  <a:pt x="35" y="469"/>
                </a:lnTo>
                <a:lnTo>
                  <a:pt x="29" y="488"/>
                </a:lnTo>
                <a:lnTo>
                  <a:pt x="23" y="507"/>
                </a:lnTo>
                <a:lnTo>
                  <a:pt x="19" y="526"/>
                </a:lnTo>
                <a:lnTo>
                  <a:pt x="15" y="546"/>
                </a:lnTo>
                <a:lnTo>
                  <a:pt x="12" y="565"/>
                </a:lnTo>
                <a:lnTo>
                  <a:pt x="10" y="585"/>
                </a:lnTo>
                <a:lnTo>
                  <a:pt x="9" y="604"/>
                </a:lnTo>
                <a:lnTo>
                  <a:pt x="8" y="623"/>
                </a:lnTo>
                <a:lnTo>
                  <a:pt x="9" y="643"/>
                </a:lnTo>
                <a:lnTo>
                  <a:pt x="10" y="662"/>
                </a:lnTo>
                <a:lnTo>
                  <a:pt x="12" y="681"/>
                </a:lnTo>
                <a:lnTo>
                  <a:pt x="15" y="701"/>
                </a:lnTo>
                <a:lnTo>
                  <a:pt x="19" y="720"/>
                </a:lnTo>
                <a:lnTo>
                  <a:pt x="23" y="739"/>
                </a:lnTo>
                <a:lnTo>
                  <a:pt x="29" y="758"/>
                </a:lnTo>
                <a:lnTo>
                  <a:pt x="35" y="777"/>
                </a:lnTo>
                <a:lnTo>
                  <a:pt x="42" y="795"/>
                </a:lnTo>
                <a:lnTo>
                  <a:pt x="50" y="814"/>
                </a:lnTo>
                <a:lnTo>
                  <a:pt x="59" y="832"/>
                </a:lnTo>
                <a:lnTo>
                  <a:pt x="69" y="850"/>
                </a:lnTo>
                <a:lnTo>
                  <a:pt x="79" y="868"/>
                </a:lnTo>
                <a:lnTo>
                  <a:pt x="90" y="886"/>
                </a:lnTo>
                <a:lnTo>
                  <a:pt x="102" y="903"/>
                </a:lnTo>
                <a:lnTo>
                  <a:pt x="115" y="920"/>
                </a:lnTo>
                <a:lnTo>
                  <a:pt x="128" y="937"/>
                </a:lnTo>
                <a:lnTo>
                  <a:pt x="142" y="954"/>
                </a:lnTo>
                <a:lnTo>
                  <a:pt x="157" y="970"/>
                </a:lnTo>
                <a:lnTo>
                  <a:pt x="172" y="986"/>
                </a:lnTo>
                <a:lnTo>
                  <a:pt x="190" y="1001"/>
                </a:lnTo>
                <a:lnTo>
                  <a:pt x="207" y="1016"/>
                </a:lnTo>
                <a:lnTo>
                  <a:pt x="224" y="1031"/>
                </a:lnTo>
                <a:lnTo>
                  <a:pt x="242" y="1045"/>
                </a:lnTo>
                <a:lnTo>
                  <a:pt x="261" y="1059"/>
                </a:lnTo>
                <a:lnTo>
                  <a:pt x="281" y="1073"/>
                </a:lnTo>
                <a:lnTo>
                  <a:pt x="301" y="1086"/>
                </a:lnTo>
                <a:lnTo>
                  <a:pt x="321" y="1099"/>
                </a:lnTo>
                <a:lnTo>
                  <a:pt x="342" y="1111"/>
                </a:lnTo>
                <a:lnTo>
                  <a:pt x="364" y="1122"/>
                </a:lnTo>
                <a:lnTo>
                  <a:pt x="386" y="1133"/>
                </a:lnTo>
                <a:lnTo>
                  <a:pt x="409" y="1144"/>
                </a:lnTo>
                <a:lnTo>
                  <a:pt x="432" y="1154"/>
                </a:lnTo>
                <a:lnTo>
                  <a:pt x="455" y="1164"/>
                </a:lnTo>
                <a:lnTo>
                  <a:pt x="479" y="1173"/>
                </a:lnTo>
                <a:lnTo>
                  <a:pt x="503" y="1181"/>
                </a:lnTo>
                <a:lnTo>
                  <a:pt x="528" y="1189"/>
                </a:lnTo>
                <a:lnTo>
                  <a:pt x="553" y="1197"/>
                </a:lnTo>
                <a:lnTo>
                  <a:pt x="578" y="1204"/>
                </a:lnTo>
                <a:lnTo>
                  <a:pt x="604" y="1210"/>
                </a:lnTo>
                <a:lnTo>
                  <a:pt x="630" y="1216"/>
                </a:lnTo>
                <a:lnTo>
                  <a:pt x="656" y="1221"/>
                </a:lnTo>
                <a:lnTo>
                  <a:pt x="682" y="1225"/>
                </a:lnTo>
                <a:lnTo>
                  <a:pt x="709" y="1229"/>
                </a:lnTo>
                <a:lnTo>
                  <a:pt x="735" y="1232"/>
                </a:lnTo>
                <a:lnTo>
                  <a:pt x="762" y="1235"/>
                </a:lnTo>
                <a:lnTo>
                  <a:pt x="789" y="1237"/>
                </a:lnTo>
                <a:lnTo>
                  <a:pt x="816" y="1239"/>
                </a:lnTo>
                <a:lnTo>
                  <a:pt x="843" y="1240"/>
                </a:lnTo>
                <a:lnTo>
                  <a:pt x="870" y="1240"/>
                </a:lnTo>
                <a:lnTo>
                  <a:pt x="897" y="1240"/>
                </a:lnTo>
                <a:lnTo>
                  <a:pt x="924" y="1239"/>
                </a:lnTo>
                <a:lnTo>
                  <a:pt x="951" y="1237"/>
                </a:lnTo>
                <a:lnTo>
                  <a:pt x="978" y="1235"/>
                </a:lnTo>
                <a:lnTo>
                  <a:pt x="1005" y="1232"/>
                </a:lnTo>
                <a:lnTo>
                  <a:pt x="1031" y="1229"/>
                </a:lnTo>
                <a:lnTo>
                  <a:pt x="1058" y="1225"/>
                </a:lnTo>
                <a:lnTo>
                  <a:pt x="1084" y="1221"/>
                </a:lnTo>
                <a:lnTo>
                  <a:pt x="1110" y="1216"/>
                </a:lnTo>
                <a:lnTo>
                  <a:pt x="1136" y="1210"/>
                </a:lnTo>
                <a:lnTo>
                  <a:pt x="1162" y="1204"/>
                </a:lnTo>
                <a:lnTo>
                  <a:pt x="1187" y="1197"/>
                </a:lnTo>
                <a:lnTo>
                  <a:pt x="1212" y="1189"/>
                </a:lnTo>
                <a:lnTo>
                  <a:pt x="1236" y="1181"/>
                </a:lnTo>
                <a:lnTo>
                  <a:pt x="1261" y="1173"/>
                </a:lnTo>
                <a:lnTo>
                  <a:pt x="1285" y="1164"/>
                </a:lnTo>
                <a:lnTo>
                  <a:pt x="1308" y="1154"/>
                </a:lnTo>
                <a:lnTo>
                  <a:pt x="1331" y="1144"/>
                </a:lnTo>
                <a:lnTo>
                  <a:pt x="1354" y="1133"/>
                </a:lnTo>
                <a:lnTo>
                  <a:pt x="1376" y="1122"/>
                </a:lnTo>
                <a:lnTo>
                  <a:pt x="1398" y="1111"/>
                </a:lnTo>
                <a:lnTo>
                  <a:pt x="1419" y="1099"/>
                </a:lnTo>
                <a:lnTo>
                  <a:pt x="1439" y="1086"/>
                </a:lnTo>
                <a:lnTo>
                  <a:pt x="1459" y="1073"/>
                </a:lnTo>
                <a:lnTo>
                  <a:pt x="1479" y="1059"/>
                </a:lnTo>
                <a:lnTo>
                  <a:pt x="1497" y="1045"/>
                </a:lnTo>
                <a:lnTo>
                  <a:pt x="1516" y="1031"/>
                </a:lnTo>
                <a:lnTo>
                  <a:pt x="1533" y="1016"/>
                </a:lnTo>
                <a:lnTo>
                  <a:pt x="1550" y="1001"/>
                </a:lnTo>
                <a:lnTo>
                  <a:pt x="1566" y="986"/>
                </a:lnTo>
                <a:lnTo>
                  <a:pt x="1582" y="970"/>
                </a:lnTo>
                <a:lnTo>
                  <a:pt x="1597" y="954"/>
                </a:lnTo>
                <a:lnTo>
                  <a:pt x="1611" y="937"/>
                </a:lnTo>
                <a:lnTo>
                  <a:pt x="1624" y="920"/>
                </a:lnTo>
                <a:lnTo>
                  <a:pt x="1637" y="903"/>
                </a:lnTo>
                <a:lnTo>
                  <a:pt x="1649" y="886"/>
                </a:lnTo>
                <a:lnTo>
                  <a:pt x="1660" y="868"/>
                </a:lnTo>
                <a:lnTo>
                  <a:pt x="1670" y="850"/>
                </a:lnTo>
                <a:lnTo>
                  <a:pt x="1680" y="832"/>
                </a:lnTo>
                <a:lnTo>
                  <a:pt x="1689" y="814"/>
                </a:lnTo>
                <a:lnTo>
                  <a:pt x="1697" y="795"/>
                </a:lnTo>
                <a:lnTo>
                  <a:pt x="1704" y="777"/>
                </a:lnTo>
                <a:lnTo>
                  <a:pt x="1710" y="758"/>
                </a:lnTo>
                <a:lnTo>
                  <a:pt x="1716" y="739"/>
                </a:lnTo>
                <a:lnTo>
                  <a:pt x="1720" y="720"/>
                </a:lnTo>
                <a:lnTo>
                  <a:pt x="1724" y="701"/>
                </a:lnTo>
                <a:lnTo>
                  <a:pt x="1727" y="681"/>
                </a:lnTo>
                <a:lnTo>
                  <a:pt x="1729" y="662"/>
                </a:lnTo>
                <a:lnTo>
                  <a:pt x="1730" y="643"/>
                </a:lnTo>
                <a:lnTo>
                  <a:pt x="1731" y="623"/>
                </a:lnTo>
                <a:moveTo>
                  <a:pt x="1739" y="623"/>
                </a:moveTo>
                <a:lnTo>
                  <a:pt x="1738" y="643"/>
                </a:lnTo>
                <a:lnTo>
                  <a:pt x="1737" y="662"/>
                </a:lnTo>
                <a:lnTo>
                  <a:pt x="1735" y="682"/>
                </a:lnTo>
                <a:lnTo>
                  <a:pt x="1732" y="701"/>
                </a:lnTo>
                <a:lnTo>
                  <a:pt x="1728" y="721"/>
                </a:lnTo>
                <a:lnTo>
                  <a:pt x="1723" y="740"/>
                </a:lnTo>
                <a:lnTo>
                  <a:pt x="1718" y="759"/>
                </a:lnTo>
                <a:lnTo>
                  <a:pt x="1711" y="778"/>
                </a:lnTo>
                <a:lnTo>
                  <a:pt x="1704" y="797"/>
                </a:lnTo>
                <a:lnTo>
                  <a:pt x="1696" y="816"/>
                </a:lnTo>
                <a:lnTo>
                  <a:pt x="1687" y="834"/>
                </a:lnTo>
                <a:lnTo>
                  <a:pt x="1678" y="852"/>
                </a:lnTo>
                <a:lnTo>
                  <a:pt x="1667" y="870"/>
                </a:lnTo>
                <a:lnTo>
                  <a:pt x="1656" y="888"/>
                </a:lnTo>
                <a:lnTo>
                  <a:pt x="1644" y="906"/>
                </a:lnTo>
                <a:lnTo>
                  <a:pt x="1631" y="923"/>
                </a:lnTo>
                <a:lnTo>
                  <a:pt x="1618" y="940"/>
                </a:lnTo>
                <a:lnTo>
                  <a:pt x="1603" y="957"/>
                </a:lnTo>
                <a:lnTo>
                  <a:pt x="1588" y="973"/>
                </a:lnTo>
                <a:lnTo>
                  <a:pt x="1573" y="989"/>
                </a:lnTo>
                <a:lnTo>
                  <a:pt x="1556" y="1005"/>
                </a:lnTo>
                <a:lnTo>
                  <a:pt x="1539" y="1020"/>
                </a:lnTo>
                <a:lnTo>
                  <a:pt x="1522" y="1035"/>
                </a:lnTo>
                <a:lnTo>
                  <a:pt x="1503" y="1049"/>
                </a:lnTo>
                <a:lnTo>
                  <a:pt x="1484" y="1063"/>
                </a:lnTo>
                <a:lnTo>
                  <a:pt x="1465" y="1077"/>
                </a:lnTo>
                <a:lnTo>
                  <a:pt x="1444" y="1090"/>
                </a:lnTo>
                <a:lnTo>
                  <a:pt x="1424" y="1103"/>
                </a:lnTo>
                <a:lnTo>
                  <a:pt x="1402" y="1115"/>
                </a:lnTo>
                <a:lnTo>
                  <a:pt x="1381" y="1127"/>
                </a:lnTo>
                <a:lnTo>
                  <a:pt x="1358" y="1138"/>
                </a:lnTo>
                <a:lnTo>
                  <a:pt x="1335" y="1149"/>
                </a:lnTo>
                <a:lnTo>
                  <a:pt x="1312" y="1159"/>
                </a:lnTo>
                <a:lnTo>
                  <a:pt x="1288" y="1169"/>
                </a:lnTo>
                <a:lnTo>
                  <a:pt x="1264" y="1178"/>
                </a:lnTo>
                <a:lnTo>
                  <a:pt x="1240" y="1186"/>
                </a:lnTo>
                <a:lnTo>
                  <a:pt x="1215" y="1194"/>
                </a:lnTo>
                <a:lnTo>
                  <a:pt x="1190" y="1202"/>
                </a:lnTo>
                <a:lnTo>
                  <a:pt x="1164" y="1209"/>
                </a:lnTo>
                <a:lnTo>
                  <a:pt x="1138" y="1215"/>
                </a:lnTo>
                <a:lnTo>
                  <a:pt x="1112" y="1221"/>
                </a:lnTo>
                <a:lnTo>
                  <a:pt x="1086" y="1226"/>
                </a:lnTo>
                <a:lnTo>
                  <a:pt x="1059" y="1231"/>
                </a:lnTo>
                <a:lnTo>
                  <a:pt x="1033" y="1235"/>
                </a:lnTo>
                <a:lnTo>
                  <a:pt x="1006" y="1238"/>
                </a:lnTo>
                <a:lnTo>
                  <a:pt x="979" y="1241"/>
                </a:lnTo>
                <a:lnTo>
                  <a:pt x="952" y="1243"/>
                </a:lnTo>
                <a:lnTo>
                  <a:pt x="924" y="1244"/>
                </a:lnTo>
                <a:lnTo>
                  <a:pt x="897" y="1245"/>
                </a:lnTo>
                <a:lnTo>
                  <a:pt x="870" y="1246"/>
                </a:lnTo>
                <a:lnTo>
                  <a:pt x="843" y="1245"/>
                </a:lnTo>
                <a:lnTo>
                  <a:pt x="815" y="1244"/>
                </a:lnTo>
                <a:lnTo>
                  <a:pt x="788" y="1243"/>
                </a:lnTo>
                <a:lnTo>
                  <a:pt x="761" y="1241"/>
                </a:lnTo>
                <a:lnTo>
                  <a:pt x="734" y="1238"/>
                </a:lnTo>
                <a:lnTo>
                  <a:pt x="707" y="1235"/>
                </a:lnTo>
                <a:lnTo>
                  <a:pt x="680" y="1231"/>
                </a:lnTo>
                <a:lnTo>
                  <a:pt x="654" y="1226"/>
                </a:lnTo>
                <a:lnTo>
                  <a:pt x="628" y="1221"/>
                </a:lnTo>
                <a:lnTo>
                  <a:pt x="602" y="1215"/>
                </a:lnTo>
                <a:lnTo>
                  <a:pt x="576" y="1209"/>
                </a:lnTo>
                <a:lnTo>
                  <a:pt x="550" y="1202"/>
                </a:lnTo>
                <a:lnTo>
                  <a:pt x="525" y="1194"/>
                </a:lnTo>
                <a:lnTo>
                  <a:pt x="500" y="1186"/>
                </a:lnTo>
                <a:lnTo>
                  <a:pt x="476" y="1178"/>
                </a:lnTo>
                <a:lnTo>
                  <a:pt x="451" y="1169"/>
                </a:lnTo>
                <a:lnTo>
                  <a:pt x="428" y="1159"/>
                </a:lnTo>
                <a:lnTo>
                  <a:pt x="405" y="1149"/>
                </a:lnTo>
                <a:lnTo>
                  <a:pt x="382" y="1138"/>
                </a:lnTo>
                <a:lnTo>
                  <a:pt x="359" y="1127"/>
                </a:lnTo>
                <a:lnTo>
                  <a:pt x="338" y="1115"/>
                </a:lnTo>
                <a:lnTo>
                  <a:pt x="316" y="1103"/>
                </a:lnTo>
                <a:lnTo>
                  <a:pt x="296" y="1090"/>
                </a:lnTo>
                <a:lnTo>
                  <a:pt x="275" y="1077"/>
                </a:lnTo>
                <a:lnTo>
                  <a:pt x="256" y="1063"/>
                </a:lnTo>
                <a:lnTo>
                  <a:pt x="237" y="1049"/>
                </a:lnTo>
                <a:lnTo>
                  <a:pt x="218" y="1035"/>
                </a:lnTo>
                <a:lnTo>
                  <a:pt x="201" y="1020"/>
                </a:lnTo>
                <a:lnTo>
                  <a:pt x="183" y="1005"/>
                </a:lnTo>
                <a:lnTo>
                  <a:pt x="166" y="989"/>
                </a:lnTo>
                <a:lnTo>
                  <a:pt x="151" y="973"/>
                </a:lnTo>
                <a:lnTo>
                  <a:pt x="136" y="957"/>
                </a:lnTo>
                <a:lnTo>
                  <a:pt x="121" y="940"/>
                </a:lnTo>
                <a:lnTo>
                  <a:pt x="108" y="923"/>
                </a:lnTo>
                <a:lnTo>
                  <a:pt x="95" y="906"/>
                </a:lnTo>
                <a:lnTo>
                  <a:pt x="83" y="888"/>
                </a:lnTo>
                <a:lnTo>
                  <a:pt x="72" y="870"/>
                </a:lnTo>
                <a:lnTo>
                  <a:pt x="61" y="852"/>
                </a:lnTo>
                <a:lnTo>
                  <a:pt x="52" y="834"/>
                </a:lnTo>
                <a:lnTo>
                  <a:pt x="43" y="816"/>
                </a:lnTo>
                <a:lnTo>
                  <a:pt x="35" y="797"/>
                </a:lnTo>
                <a:lnTo>
                  <a:pt x="28" y="778"/>
                </a:lnTo>
                <a:lnTo>
                  <a:pt x="21" y="759"/>
                </a:lnTo>
                <a:lnTo>
                  <a:pt x="16" y="740"/>
                </a:lnTo>
                <a:lnTo>
                  <a:pt x="11" y="721"/>
                </a:lnTo>
                <a:lnTo>
                  <a:pt x="7" y="701"/>
                </a:lnTo>
                <a:lnTo>
                  <a:pt x="4" y="682"/>
                </a:lnTo>
                <a:lnTo>
                  <a:pt x="2" y="662"/>
                </a:lnTo>
                <a:lnTo>
                  <a:pt x="1" y="643"/>
                </a:lnTo>
                <a:lnTo>
                  <a:pt x="0" y="623"/>
                </a:lnTo>
                <a:lnTo>
                  <a:pt x="1" y="604"/>
                </a:lnTo>
                <a:lnTo>
                  <a:pt x="2" y="584"/>
                </a:lnTo>
                <a:lnTo>
                  <a:pt x="4" y="565"/>
                </a:lnTo>
                <a:lnTo>
                  <a:pt x="7" y="545"/>
                </a:lnTo>
                <a:lnTo>
                  <a:pt x="11" y="525"/>
                </a:lnTo>
                <a:lnTo>
                  <a:pt x="16" y="506"/>
                </a:lnTo>
                <a:lnTo>
                  <a:pt x="21" y="487"/>
                </a:lnTo>
                <a:lnTo>
                  <a:pt x="28" y="468"/>
                </a:lnTo>
                <a:lnTo>
                  <a:pt x="35" y="449"/>
                </a:lnTo>
                <a:lnTo>
                  <a:pt x="43" y="430"/>
                </a:lnTo>
                <a:lnTo>
                  <a:pt x="52" y="412"/>
                </a:lnTo>
                <a:lnTo>
                  <a:pt x="61" y="393"/>
                </a:lnTo>
                <a:lnTo>
                  <a:pt x="72" y="375"/>
                </a:lnTo>
                <a:lnTo>
                  <a:pt x="83" y="357"/>
                </a:lnTo>
                <a:lnTo>
                  <a:pt x="95" y="340"/>
                </a:lnTo>
                <a:lnTo>
                  <a:pt x="108" y="323"/>
                </a:lnTo>
                <a:lnTo>
                  <a:pt x="121" y="306"/>
                </a:lnTo>
                <a:lnTo>
                  <a:pt x="136" y="289"/>
                </a:lnTo>
                <a:lnTo>
                  <a:pt x="151" y="273"/>
                </a:lnTo>
                <a:lnTo>
                  <a:pt x="166" y="257"/>
                </a:lnTo>
                <a:lnTo>
                  <a:pt x="183" y="241"/>
                </a:lnTo>
                <a:lnTo>
                  <a:pt x="201" y="226"/>
                </a:lnTo>
                <a:lnTo>
                  <a:pt x="218" y="211"/>
                </a:lnTo>
                <a:lnTo>
                  <a:pt x="237" y="196"/>
                </a:lnTo>
                <a:lnTo>
                  <a:pt x="256" y="182"/>
                </a:lnTo>
                <a:lnTo>
                  <a:pt x="275" y="169"/>
                </a:lnTo>
                <a:lnTo>
                  <a:pt x="296" y="156"/>
                </a:lnTo>
                <a:lnTo>
                  <a:pt x="316" y="143"/>
                </a:lnTo>
                <a:lnTo>
                  <a:pt x="338" y="131"/>
                </a:lnTo>
                <a:lnTo>
                  <a:pt x="359" y="119"/>
                </a:lnTo>
                <a:lnTo>
                  <a:pt x="382" y="108"/>
                </a:lnTo>
                <a:lnTo>
                  <a:pt x="405" y="97"/>
                </a:lnTo>
                <a:lnTo>
                  <a:pt x="428" y="87"/>
                </a:lnTo>
                <a:lnTo>
                  <a:pt x="451" y="77"/>
                </a:lnTo>
                <a:lnTo>
                  <a:pt x="476" y="68"/>
                </a:lnTo>
                <a:lnTo>
                  <a:pt x="500" y="59"/>
                </a:lnTo>
                <a:lnTo>
                  <a:pt x="525" y="51"/>
                </a:lnTo>
                <a:lnTo>
                  <a:pt x="550" y="44"/>
                </a:lnTo>
                <a:lnTo>
                  <a:pt x="576" y="37"/>
                </a:lnTo>
                <a:lnTo>
                  <a:pt x="602" y="30"/>
                </a:lnTo>
                <a:lnTo>
                  <a:pt x="628" y="25"/>
                </a:lnTo>
                <a:lnTo>
                  <a:pt x="654" y="20"/>
                </a:lnTo>
                <a:lnTo>
                  <a:pt x="680" y="15"/>
                </a:lnTo>
                <a:lnTo>
                  <a:pt x="707" y="11"/>
                </a:lnTo>
                <a:lnTo>
                  <a:pt x="734" y="8"/>
                </a:lnTo>
                <a:lnTo>
                  <a:pt x="761" y="5"/>
                </a:lnTo>
                <a:lnTo>
                  <a:pt x="788" y="3"/>
                </a:lnTo>
                <a:lnTo>
                  <a:pt x="815" y="1"/>
                </a:lnTo>
                <a:lnTo>
                  <a:pt x="843" y="0"/>
                </a:lnTo>
                <a:lnTo>
                  <a:pt x="870" y="0"/>
                </a:lnTo>
                <a:lnTo>
                  <a:pt x="897" y="0"/>
                </a:lnTo>
                <a:lnTo>
                  <a:pt x="924" y="1"/>
                </a:lnTo>
                <a:lnTo>
                  <a:pt x="952" y="3"/>
                </a:lnTo>
                <a:lnTo>
                  <a:pt x="979" y="5"/>
                </a:lnTo>
                <a:lnTo>
                  <a:pt x="1006" y="8"/>
                </a:lnTo>
                <a:lnTo>
                  <a:pt x="1033" y="11"/>
                </a:lnTo>
                <a:lnTo>
                  <a:pt x="1059" y="15"/>
                </a:lnTo>
                <a:lnTo>
                  <a:pt x="1086" y="20"/>
                </a:lnTo>
                <a:lnTo>
                  <a:pt x="1112" y="25"/>
                </a:lnTo>
                <a:lnTo>
                  <a:pt x="1138" y="30"/>
                </a:lnTo>
                <a:lnTo>
                  <a:pt x="1164" y="37"/>
                </a:lnTo>
                <a:lnTo>
                  <a:pt x="1190" y="44"/>
                </a:lnTo>
                <a:lnTo>
                  <a:pt x="1215" y="51"/>
                </a:lnTo>
                <a:lnTo>
                  <a:pt x="1240" y="59"/>
                </a:lnTo>
                <a:lnTo>
                  <a:pt x="1264" y="68"/>
                </a:lnTo>
                <a:lnTo>
                  <a:pt x="1288" y="77"/>
                </a:lnTo>
                <a:lnTo>
                  <a:pt x="1312" y="87"/>
                </a:lnTo>
                <a:lnTo>
                  <a:pt x="1335" y="97"/>
                </a:lnTo>
                <a:lnTo>
                  <a:pt x="1358" y="108"/>
                </a:lnTo>
                <a:lnTo>
                  <a:pt x="1381" y="119"/>
                </a:lnTo>
                <a:lnTo>
                  <a:pt x="1402" y="131"/>
                </a:lnTo>
                <a:lnTo>
                  <a:pt x="1424" y="143"/>
                </a:lnTo>
                <a:lnTo>
                  <a:pt x="1444" y="156"/>
                </a:lnTo>
                <a:lnTo>
                  <a:pt x="1465" y="169"/>
                </a:lnTo>
                <a:lnTo>
                  <a:pt x="1484" y="182"/>
                </a:lnTo>
                <a:lnTo>
                  <a:pt x="1503" y="196"/>
                </a:lnTo>
                <a:lnTo>
                  <a:pt x="1522" y="211"/>
                </a:lnTo>
                <a:lnTo>
                  <a:pt x="1539" y="226"/>
                </a:lnTo>
                <a:lnTo>
                  <a:pt x="1556" y="241"/>
                </a:lnTo>
                <a:lnTo>
                  <a:pt x="1573" y="257"/>
                </a:lnTo>
                <a:lnTo>
                  <a:pt x="1588" y="273"/>
                </a:lnTo>
                <a:lnTo>
                  <a:pt x="1603" y="289"/>
                </a:lnTo>
                <a:lnTo>
                  <a:pt x="1618" y="306"/>
                </a:lnTo>
                <a:lnTo>
                  <a:pt x="1631" y="323"/>
                </a:lnTo>
                <a:lnTo>
                  <a:pt x="1644" y="340"/>
                </a:lnTo>
                <a:lnTo>
                  <a:pt x="1656" y="357"/>
                </a:lnTo>
                <a:lnTo>
                  <a:pt x="1667" y="375"/>
                </a:lnTo>
                <a:lnTo>
                  <a:pt x="1678" y="393"/>
                </a:lnTo>
                <a:lnTo>
                  <a:pt x="1687" y="412"/>
                </a:lnTo>
                <a:lnTo>
                  <a:pt x="1696" y="430"/>
                </a:lnTo>
                <a:lnTo>
                  <a:pt x="1704" y="449"/>
                </a:lnTo>
                <a:lnTo>
                  <a:pt x="1711" y="468"/>
                </a:lnTo>
                <a:lnTo>
                  <a:pt x="1718" y="487"/>
                </a:lnTo>
                <a:lnTo>
                  <a:pt x="1723" y="506"/>
                </a:lnTo>
                <a:lnTo>
                  <a:pt x="1728" y="525"/>
                </a:lnTo>
                <a:lnTo>
                  <a:pt x="1732" y="545"/>
                </a:lnTo>
                <a:lnTo>
                  <a:pt x="1735" y="565"/>
                </a:lnTo>
                <a:lnTo>
                  <a:pt x="1737" y="584"/>
                </a:lnTo>
                <a:lnTo>
                  <a:pt x="1738" y="604"/>
                </a:lnTo>
                <a:lnTo>
                  <a:pt x="1739" y="623"/>
                </a:lnTo>
                <a:close/>
              </a:path>
            </a:pathLst>
          </a:custGeom>
          <a:solidFill>
            <a:srgbClr val="ffa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89" name=""/>
          <p:cNvSpPr/>
          <p:nvPr/>
        </p:nvSpPr>
        <p:spPr>
          <a:xfrm>
            <a:off x="7748280" y="2719080"/>
            <a:ext cx="628560" cy="450360"/>
          </a:xfrm>
          <a:custGeom>
            <a:avLst/>
            <a:gdLst/>
            <a:ahLst/>
            <a:rect l="0" t="0" r="r" b="b"/>
            <a:pathLst>
              <a:path w="1746" h="1251">
                <a:moveTo>
                  <a:pt x="1743" y="626"/>
                </a:moveTo>
                <a:lnTo>
                  <a:pt x="1742" y="607"/>
                </a:lnTo>
                <a:lnTo>
                  <a:pt x="1741" y="587"/>
                </a:lnTo>
                <a:lnTo>
                  <a:pt x="1739" y="567"/>
                </a:lnTo>
                <a:lnTo>
                  <a:pt x="1736" y="547"/>
                </a:lnTo>
                <a:lnTo>
                  <a:pt x="1732" y="528"/>
                </a:lnTo>
                <a:lnTo>
                  <a:pt x="1727" y="509"/>
                </a:lnTo>
                <a:lnTo>
                  <a:pt x="1722" y="490"/>
                </a:lnTo>
                <a:lnTo>
                  <a:pt x="1715" y="471"/>
                </a:lnTo>
                <a:lnTo>
                  <a:pt x="1708" y="452"/>
                </a:lnTo>
                <a:lnTo>
                  <a:pt x="1700" y="433"/>
                </a:lnTo>
                <a:lnTo>
                  <a:pt x="1691" y="415"/>
                </a:lnTo>
                <a:lnTo>
                  <a:pt x="1682" y="396"/>
                </a:lnTo>
                <a:lnTo>
                  <a:pt x="1671" y="378"/>
                </a:lnTo>
                <a:lnTo>
                  <a:pt x="1660" y="360"/>
                </a:lnTo>
                <a:lnTo>
                  <a:pt x="1648" y="343"/>
                </a:lnTo>
                <a:lnTo>
                  <a:pt x="1635" y="326"/>
                </a:lnTo>
                <a:lnTo>
                  <a:pt x="1622" y="309"/>
                </a:lnTo>
                <a:lnTo>
                  <a:pt x="1607" y="292"/>
                </a:lnTo>
                <a:lnTo>
                  <a:pt x="1592" y="276"/>
                </a:lnTo>
                <a:lnTo>
                  <a:pt x="1577" y="260"/>
                </a:lnTo>
                <a:lnTo>
                  <a:pt x="1560" y="244"/>
                </a:lnTo>
                <a:lnTo>
                  <a:pt x="1543" y="229"/>
                </a:lnTo>
                <a:lnTo>
                  <a:pt x="1526" y="214"/>
                </a:lnTo>
                <a:lnTo>
                  <a:pt x="1507" y="199"/>
                </a:lnTo>
                <a:lnTo>
                  <a:pt x="1488" y="185"/>
                </a:lnTo>
                <a:lnTo>
                  <a:pt x="1469" y="172"/>
                </a:lnTo>
                <a:lnTo>
                  <a:pt x="1448" y="159"/>
                </a:lnTo>
                <a:lnTo>
                  <a:pt x="1428" y="146"/>
                </a:lnTo>
                <a:lnTo>
                  <a:pt x="1406" y="134"/>
                </a:lnTo>
                <a:lnTo>
                  <a:pt x="1385" y="122"/>
                </a:lnTo>
                <a:lnTo>
                  <a:pt x="1362" y="111"/>
                </a:lnTo>
                <a:lnTo>
                  <a:pt x="1339" y="100"/>
                </a:lnTo>
                <a:lnTo>
                  <a:pt x="1316" y="90"/>
                </a:lnTo>
                <a:lnTo>
                  <a:pt x="1292" y="80"/>
                </a:lnTo>
                <a:lnTo>
                  <a:pt x="1268" y="71"/>
                </a:lnTo>
                <a:lnTo>
                  <a:pt x="1244" y="62"/>
                </a:lnTo>
                <a:lnTo>
                  <a:pt x="1219" y="54"/>
                </a:lnTo>
                <a:lnTo>
                  <a:pt x="1194" y="47"/>
                </a:lnTo>
                <a:lnTo>
                  <a:pt x="1168" y="40"/>
                </a:lnTo>
                <a:lnTo>
                  <a:pt x="1142" y="33"/>
                </a:lnTo>
                <a:lnTo>
                  <a:pt x="1116" y="28"/>
                </a:lnTo>
                <a:lnTo>
                  <a:pt x="1090" y="23"/>
                </a:lnTo>
                <a:lnTo>
                  <a:pt x="1063" y="18"/>
                </a:lnTo>
                <a:lnTo>
                  <a:pt x="1037" y="14"/>
                </a:lnTo>
                <a:lnTo>
                  <a:pt x="1010" y="11"/>
                </a:lnTo>
                <a:lnTo>
                  <a:pt x="983" y="8"/>
                </a:lnTo>
                <a:lnTo>
                  <a:pt x="956" y="6"/>
                </a:lnTo>
                <a:lnTo>
                  <a:pt x="928" y="4"/>
                </a:lnTo>
                <a:lnTo>
                  <a:pt x="901" y="3"/>
                </a:lnTo>
                <a:lnTo>
                  <a:pt x="874" y="3"/>
                </a:lnTo>
                <a:lnTo>
                  <a:pt x="847" y="3"/>
                </a:lnTo>
                <a:lnTo>
                  <a:pt x="819" y="4"/>
                </a:lnTo>
                <a:lnTo>
                  <a:pt x="792" y="6"/>
                </a:lnTo>
                <a:lnTo>
                  <a:pt x="765" y="8"/>
                </a:lnTo>
                <a:lnTo>
                  <a:pt x="738" y="11"/>
                </a:lnTo>
                <a:lnTo>
                  <a:pt x="711" y="14"/>
                </a:lnTo>
                <a:lnTo>
                  <a:pt x="684" y="18"/>
                </a:lnTo>
                <a:lnTo>
                  <a:pt x="658" y="23"/>
                </a:lnTo>
                <a:lnTo>
                  <a:pt x="632" y="28"/>
                </a:lnTo>
                <a:lnTo>
                  <a:pt x="606" y="33"/>
                </a:lnTo>
                <a:lnTo>
                  <a:pt x="580" y="40"/>
                </a:lnTo>
                <a:lnTo>
                  <a:pt x="554" y="47"/>
                </a:lnTo>
                <a:lnTo>
                  <a:pt x="529" y="54"/>
                </a:lnTo>
                <a:lnTo>
                  <a:pt x="504" y="62"/>
                </a:lnTo>
                <a:lnTo>
                  <a:pt x="480" y="71"/>
                </a:lnTo>
                <a:lnTo>
                  <a:pt x="455" y="80"/>
                </a:lnTo>
                <a:lnTo>
                  <a:pt x="432" y="90"/>
                </a:lnTo>
                <a:lnTo>
                  <a:pt x="409" y="100"/>
                </a:lnTo>
                <a:lnTo>
                  <a:pt x="386" y="111"/>
                </a:lnTo>
                <a:lnTo>
                  <a:pt x="363" y="122"/>
                </a:lnTo>
                <a:lnTo>
                  <a:pt x="342" y="134"/>
                </a:lnTo>
                <a:lnTo>
                  <a:pt x="320" y="146"/>
                </a:lnTo>
                <a:lnTo>
                  <a:pt x="300" y="159"/>
                </a:lnTo>
                <a:lnTo>
                  <a:pt x="278" y="172"/>
                </a:lnTo>
                <a:lnTo>
                  <a:pt x="259" y="185"/>
                </a:lnTo>
                <a:lnTo>
                  <a:pt x="240" y="199"/>
                </a:lnTo>
                <a:lnTo>
                  <a:pt x="221" y="214"/>
                </a:lnTo>
                <a:lnTo>
                  <a:pt x="204" y="229"/>
                </a:lnTo>
                <a:lnTo>
                  <a:pt x="187" y="244"/>
                </a:lnTo>
                <a:lnTo>
                  <a:pt x="170" y="260"/>
                </a:lnTo>
                <a:lnTo>
                  <a:pt x="155" y="276"/>
                </a:lnTo>
                <a:lnTo>
                  <a:pt x="140" y="292"/>
                </a:lnTo>
                <a:lnTo>
                  <a:pt x="125" y="309"/>
                </a:lnTo>
                <a:lnTo>
                  <a:pt x="112" y="326"/>
                </a:lnTo>
                <a:lnTo>
                  <a:pt x="99" y="343"/>
                </a:lnTo>
                <a:lnTo>
                  <a:pt x="87" y="360"/>
                </a:lnTo>
                <a:lnTo>
                  <a:pt x="76" y="378"/>
                </a:lnTo>
                <a:lnTo>
                  <a:pt x="65" y="396"/>
                </a:lnTo>
                <a:lnTo>
                  <a:pt x="56" y="415"/>
                </a:lnTo>
                <a:lnTo>
                  <a:pt x="47" y="433"/>
                </a:lnTo>
                <a:lnTo>
                  <a:pt x="39" y="452"/>
                </a:lnTo>
                <a:lnTo>
                  <a:pt x="32" y="471"/>
                </a:lnTo>
                <a:lnTo>
                  <a:pt x="25" y="490"/>
                </a:lnTo>
                <a:lnTo>
                  <a:pt x="20" y="509"/>
                </a:lnTo>
                <a:lnTo>
                  <a:pt x="15" y="528"/>
                </a:lnTo>
                <a:lnTo>
                  <a:pt x="11" y="547"/>
                </a:lnTo>
                <a:lnTo>
                  <a:pt x="8" y="567"/>
                </a:lnTo>
                <a:lnTo>
                  <a:pt x="6" y="587"/>
                </a:lnTo>
                <a:lnTo>
                  <a:pt x="5" y="607"/>
                </a:lnTo>
                <a:lnTo>
                  <a:pt x="4" y="626"/>
                </a:lnTo>
                <a:lnTo>
                  <a:pt x="5" y="646"/>
                </a:lnTo>
                <a:lnTo>
                  <a:pt x="6" y="665"/>
                </a:lnTo>
                <a:lnTo>
                  <a:pt x="8" y="685"/>
                </a:lnTo>
                <a:lnTo>
                  <a:pt x="11" y="704"/>
                </a:lnTo>
                <a:lnTo>
                  <a:pt x="15" y="724"/>
                </a:lnTo>
                <a:lnTo>
                  <a:pt x="20" y="743"/>
                </a:lnTo>
                <a:lnTo>
                  <a:pt x="25" y="762"/>
                </a:lnTo>
                <a:lnTo>
                  <a:pt x="32" y="781"/>
                </a:lnTo>
                <a:lnTo>
                  <a:pt x="39" y="800"/>
                </a:lnTo>
                <a:lnTo>
                  <a:pt x="47" y="819"/>
                </a:lnTo>
                <a:lnTo>
                  <a:pt x="56" y="837"/>
                </a:lnTo>
                <a:lnTo>
                  <a:pt x="65" y="855"/>
                </a:lnTo>
                <a:lnTo>
                  <a:pt x="76" y="873"/>
                </a:lnTo>
                <a:lnTo>
                  <a:pt x="87" y="891"/>
                </a:lnTo>
                <a:lnTo>
                  <a:pt x="99" y="909"/>
                </a:lnTo>
                <a:lnTo>
                  <a:pt x="112" y="926"/>
                </a:lnTo>
                <a:lnTo>
                  <a:pt x="125" y="943"/>
                </a:lnTo>
                <a:lnTo>
                  <a:pt x="140" y="960"/>
                </a:lnTo>
                <a:lnTo>
                  <a:pt x="155" y="976"/>
                </a:lnTo>
                <a:lnTo>
                  <a:pt x="170" y="992"/>
                </a:lnTo>
                <a:lnTo>
                  <a:pt x="187" y="1008"/>
                </a:lnTo>
                <a:lnTo>
                  <a:pt x="204" y="1023"/>
                </a:lnTo>
                <a:lnTo>
                  <a:pt x="221" y="1038"/>
                </a:lnTo>
                <a:lnTo>
                  <a:pt x="240" y="1052"/>
                </a:lnTo>
                <a:lnTo>
                  <a:pt x="259" y="1066"/>
                </a:lnTo>
                <a:lnTo>
                  <a:pt x="278" y="1080"/>
                </a:lnTo>
                <a:lnTo>
                  <a:pt x="300" y="1093"/>
                </a:lnTo>
                <a:lnTo>
                  <a:pt x="320" y="1106"/>
                </a:lnTo>
                <a:lnTo>
                  <a:pt x="342" y="1118"/>
                </a:lnTo>
                <a:lnTo>
                  <a:pt x="363" y="1130"/>
                </a:lnTo>
                <a:lnTo>
                  <a:pt x="386" y="1141"/>
                </a:lnTo>
                <a:lnTo>
                  <a:pt x="409" y="1152"/>
                </a:lnTo>
                <a:lnTo>
                  <a:pt x="432" y="1162"/>
                </a:lnTo>
                <a:lnTo>
                  <a:pt x="455" y="1172"/>
                </a:lnTo>
                <a:lnTo>
                  <a:pt x="480" y="1181"/>
                </a:lnTo>
                <a:lnTo>
                  <a:pt x="504" y="1189"/>
                </a:lnTo>
                <a:lnTo>
                  <a:pt x="529" y="1197"/>
                </a:lnTo>
                <a:lnTo>
                  <a:pt x="554" y="1205"/>
                </a:lnTo>
                <a:lnTo>
                  <a:pt x="580" y="1212"/>
                </a:lnTo>
                <a:lnTo>
                  <a:pt x="606" y="1218"/>
                </a:lnTo>
                <a:lnTo>
                  <a:pt x="632" y="1224"/>
                </a:lnTo>
                <a:lnTo>
                  <a:pt x="658" y="1229"/>
                </a:lnTo>
                <a:lnTo>
                  <a:pt x="684" y="1234"/>
                </a:lnTo>
                <a:lnTo>
                  <a:pt x="711" y="1238"/>
                </a:lnTo>
                <a:lnTo>
                  <a:pt x="738" y="1241"/>
                </a:lnTo>
                <a:lnTo>
                  <a:pt x="765" y="1244"/>
                </a:lnTo>
                <a:lnTo>
                  <a:pt x="792" y="1246"/>
                </a:lnTo>
                <a:lnTo>
                  <a:pt x="819" y="1247"/>
                </a:lnTo>
                <a:lnTo>
                  <a:pt x="847" y="1248"/>
                </a:lnTo>
                <a:lnTo>
                  <a:pt x="874" y="1249"/>
                </a:lnTo>
                <a:lnTo>
                  <a:pt x="901" y="1248"/>
                </a:lnTo>
                <a:lnTo>
                  <a:pt x="928" y="1247"/>
                </a:lnTo>
                <a:lnTo>
                  <a:pt x="956" y="1246"/>
                </a:lnTo>
                <a:lnTo>
                  <a:pt x="983" y="1244"/>
                </a:lnTo>
                <a:lnTo>
                  <a:pt x="1010" y="1241"/>
                </a:lnTo>
                <a:lnTo>
                  <a:pt x="1037" y="1238"/>
                </a:lnTo>
                <a:lnTo>
                  <a:pt x="1063" y="1234"/>
                </a:lnTo>
                <a:lnTo>
                  <a:pt x="1090" y="1229"/>
                </a:lnTo>
                <a:lnTo>
                  <a:pt x="1116" y="1224"/>
                </a:lnTo>
                <a:lnTo>
                  <a:pt x="1142" y="1218"/>
                </a:lnTo>
                <a:lnTo>
                  <a:pt x="1168" y="1212"/>
                </a:lnTo>
                <a:lnTo>
                  <a:pt x="1194" y="1205"/>
                </a:lnTo>
                <a:lnTo>
                  <a:pt x="1219" y="1197"/>
                </a:lnTo>
                <a:lnTo>
                  <a:pt x="1244" y="1189"/>
                </a:lnTo>
                <a:lnTo>
                  <a:pt x="1268" y="1181"/>
                </a:lnTo>
                <a:lnTo>
                  <a:pt x="1292" y="1172"/>
                </a:lnTo>
                <a:lnTo>
                  <a:pt x="1316" y="1162"/>
                </a:lnTo>
                <a:lnTo>
                  <a:pt x="1339" y="1152"/>
                </a:lnTo>
                <a:lnTo>
                  <a:pt x="1362" y="1141"/>
                </a:lnTo>
                <a:lnTo>
                  <a:pt x="1385" y="1130"/>
                </a:lnTo>
                <a:lnTo>
                  <a:pt x="1406" y="1118"/>
                </a:lnTo>
                <a:lnTo>
                  <a:pt x="1428" y="1106"/>
                </a:lnTo>
                <a:lnTo>
                  <a:pt x="1448" y="1093"/>
                </a:lnTo>
                <a:lnTo>
                  <a:pt x="1469" y="1080"/>
                </a:lnTo>
                <a:lnTo>
                  <a:pt x="1488" y="1066"/>
                </a:lnTo>
                <a:lnTo>
                  <a:pt x="1507" y="1052"/>
                </a:lnTo>
                <a:lnTo>
                  <a:pt x="1526" y="1038"/>
                </a:lnTo>
                <a:lnTo>
                  <a:pt x="1543" y="1023"/>
                </a:lnTo>
                <a:lnTo>
                  <a:pt x="1560" y="1008"/>
                </a:lnTo>
                <a:lnTo>
                  <a:pt x="1577" y="992"/>
                </a:lnTo>
                <a:lnTo>
                  <a:pt x="1592" y="976"/>
                </a:lnTo>
                <a:lnTo>
                  <a:pt x="1607" y="960"/>
                </a:lnTo>
                <a:lnTo>
                  <a:pt x="1622" y="943"/>
                </a:lnTo>
                <a:lnTo>
                  <a:pt x="1635" y="926"/>
                </a:lnTo>
                <a:lnTo>
                  <a:pt x="1648" y="909"/>
                </a:lnTo>
                <a:lnTo>
                  <a:pt x="1660" y="891"/>
                </a:lnTo>
                <a:lnTo>
                  <a:pt x="1671" y="873"/>
                </a:lnTo>
                <a:lnTo>
                  <a:pt x="1682" y="855"/>
                </a:lnTo>
                <a:lnTo>
                  <a:pt x="1691" y="837"/>
                </a:lnTo>
                <a:lnTo>
                  <a:pt x="1700" y="819"/>
                </a:lnTo>
                <a:lnTo>
                  <a:pt x="1708" y="800"/>
                </a:lnTo>
                <a:lnTo>
                  <a:pt x="1715" y="781"/>
                </a:lnTo>
                <a:lnTo>
                  <a:pt x="1722" y="762"/>
                </a:lnTo>
                <a:lnTo>
                  <a:pt x="1727" y="743"/>
                </a:lnTo>
                <a:lnTo>
                  <a:pt x="1732" y="724"/>
                </a:lnTo>
                <a:lnTo>
                  <a:pt x="1736" y="704"/>
                </a:lnTo>
                <a:lnTo>
                  <a:pt x="1739" y="685"/>
                </a:lnTo>
                <a:lnTo>
                  <a:pt x="1741" y="665"/>
                </a:lnTo>
                <a:lnTo>
                  <a:pt x="1742" y="646"/>
                </a:lnTo>
                <a:lnTo>
                  <a:pt x="1743" y="626"/>
                </a:lnTo>
                <a:moveTo>
                  <a:pt x="1746" y="626"/>
                </a:moveTo>
                <a:lnTo>
                  <a:pt x="1746" y="646"/>
                </a:lnTo>
                <a:lnTo>
                  <a:pt x="1745" y="666"/>
                </a:lnTo>
                <a:lnTo>
                  <a:pt x="1743" y="685"/>
                </a:lnTo>
                <a:lnTo>
                  <a:pt x="1740" y="705"/>
                </a:lnTo>
                <a:lnTo>
                  <a:pt x="1736" y="724"/>
                </a:lnTo>
                <a:lnTo>
                  <a:pt x="1731" y="743"/>
                </a:lnTo>
                <a:lnTo>
                  <a:pt x="1725" y="763"/>
                </a:lnTo>
                <a:lnTo>
                  <a:pt x="1719" y="782"/>
                </a:lnTo>
                <a:lnTo>
                  <a:pt x="1712" y="801"/>
                </a:lnTo>
                <a:lnTo>
                  <a:pt x="1704" y="819"/>
                </a:lnTo>
                <a:lnTo>
                  <a:pt x="1695" y="838"/>
                </a:lnTo>
                <a:lnTo>
                  <a:pt x="1685" y="856"/>
                </a:lnTo>
                <a:lnTo>
                  <a:pt x="1675" y="875"/>
                </a:lnTo>
                <a:lnTo>
                  <a:pt x="1663" y="892"/>
                </a:lnTo>
                <a:lnTo>
                  <a:pt x="1651" y="910"/>
                </a:lnTo>
                <a:lnTo>
                  <a:pt x="1639" y="927"/>
                </a:lnTo>
                <a:lnTo>
                  <a:pt x="1625" y="944"/>
                </a:lnTo>
                <a:lnTo>
                  <a:pt x="1611" y="961"/>
                </a:lnTo>
                <a:lnTo>
                  <a:pt x="1596" y="978"/>
                </a:lnTo>
                <a:lnTo>
                  <a:pt x="1580" y="994"/>
                </a:lnTo>
                <a:lnTo>
                  <a:pt x="1563" y="1009"/>
                </a:lnTo>
                <a:lnTo>
                  <a:pt x="1546" y="1025"/>
                </a:lnTo>
                <a:lnTo>
                  <a:pt x="1528" y="1040"/>
                </a:lnTo>
                <a:lnTo>
                  <a:pt x="1510" y="1054"/>
                </a:lnTo>
                <a:lnTo>
                  <a:pt x="1491" y="1068"/>
                </a:lnTo>
                <a:lnTo>
                  <a:pt x="1471" y="1082"/>
                </a:lnTo>
                <a:lnTo>
                  <a:pt x="1451" y="1095"/>
                </a:lnTo>
                <a:lnTo>
                  <a:pt x="1430" y="1108"/>
                </a:lnTo>
                <a:lnTo>
                  <a:pt x="1409" y="1120"/>
                </a:lnTo>
                <a:lnTo>
                  <a:pt x="1387" y="1132"/>
                </a:lnTo>
                <a:lnTo>
                  <a:pt x="1364" y="1143"/>
                </a:lnTo>
                <a:lnTo>
                  <a:pt x="1341" y="1154"/>
                </a:lnTo>
                <a:lnTo>
                  <a:pt x="1318" y="1164"/>
                </a:lnTo>
                <a:lnTo>
                  <a:pt x="1294" y="1174"/>
                </a:lnTo>
                <a:lnTo>
                  <a:pt x="1270" y="1183"/>
                </a:lnTo>
                <a:lnTo>
                  <a:pt x="1245" y="1192"/>
                </a:lnTo>
                <a:lnTo>
                  <a:pt x="1220" y="1200"/>
                </a:lnTo>
                <a:lnTo>
                  <a:pt x="1195" y="1207"/>
                </a:lnTo>
                <a:lnTo>
                  <a:pt x="1170" y="1214"/>
                </a:lnTo>
                <a:lnTo>
                  <a:pt x="1144" y="1221"/>
                </a:lnTo>
                <a:lnTo>
                  <a:pt x="1117" y="1227"/>
                </a:lnTo>
                <a:lnTo>
                  <a:pt x="1091" y="1232"/>
                </a:lnTo>
                <a:lnTo>
                  <a:pt x="1064" y="1236"/>
                </a:lnTo>
                <a:lnTo>
                  <a:pt x="1037" y="1240"/>
                </a:lnTo>
                <a:lnTo>
                  <a:pt x="1010" y="1244"/>
                </a:lnTo>
                <a:lnTo>
                  <a:pt x="983" y="1246"/>
                </a:lnTo>
                <a:lnTo>
                  <a:pt x="956" y="1249"/>
                </a:lnTo>
                <a:lnTo>
                  <a:pt x="929" y="1250"/>
                </a:lnTo>
                <a:lnTo>
                  <a:pt x="901" y="1251"/>
                </a:lnTo>
                <a:lnTo>
                  <a:pt x="874" y="1251"/>
                </a:lnTo>
                <a:lnTo>
                  <a:pt x="847" y="1251"/>
                </a:lnTo>
                <a:lnTo>
                  <a:pt x="819" y="1250"/>
                </a:lnTo>
                <a:lnTo>
                  <a:pt x="792" y="1249"/>
                </a:lnTo>
                <a:lnTo>
                  <a:pt x="765" y="1246"/>
                </a:lnTo>
                <a:lnTo>
                  <a:pt x="737" y="1244"/>
                </a:lnTo>
                <a:lnTo>
                  <a:pt x="710" y="1240"/>
                </a:lnTo>
                <a:lnTo>
                  <a:pt x="684" y="1236"/>
                </a:lnTo>
                <a:lnTo>
                  <a:pt x="657" y="1232"/>
                </a:lnTo>
                <a:lnTo>
                  <a:pt x="631" y="1227"/>
                </a:lnTo>
                <a:lnTo>
                  <a:pt x="604" y="1221"/>
                </a:lnTo>
                <a:lnTo>
                  <a:pt x="578" y="1214"/>
                </a:lnTo>
                <a:lnTo>
                  <a:pt x="553" y="1207"/>
                </a:lnTo>
                <a:lnTo>
                  <a:pt x="527" y="1200"/>
                </a:lnTo>
                <a:lnTo>
                  <a:pt x="502" y="1192"/>
                </a:lnTo>
                <a:lnTo>
                  <a:pt x="478" y="1183"/>
                </a:lnTo>
                <a:lnTo>
                  <a:pt x="454" y="1174"/>
                </a:lnTo>
                <a:lnTo>
                  <a:pt x="430" y="1164"/>
                </a:lnTo>
                <a:lnTo>
                  <a:pt x="406" y="1154"/>
                </a:lnTo>
                <a:lnTo>
                  <a:pt x="384" y="1143"/>
                </a:lnTo>
                <a:lnTo>
                  <a:pt x="361" y="1132"/>
                </a:lnTo>
                <a:lnTo>
                  <a:pt x="339" y="1120"/>
                </a:lnTo>
                <a:lnTo>
                  <a:pt x="318" y="1108"/>
                </a:lnTo>
                <a:lnTo>
                  <a:pt x="297" y="1095"/>
                </a:lnTo>
                <a:lnTo>
                  <a:pt x="276" y="1082"/>
                </a:lnTo>
                <a:lnTo>
                  <a:pt x="256" y="1068"/>
                </a:lnTo>
                <a:lnTo>
                  <a:pt x="237" y="1054"/>
                </a:lnTo>
                <a:lnTo>
                  <a:pt x="218" y="1040"/>
                </a:lnTo>
                <a:lnTo>
                  <a:pt x="201" y="1025"/>
                </a:lnTo>
                <a:lnTo>
                  <a:pt x="184" y="1009"/>
                </a:lnTo>
                <a:lnTo>
                  <a:pt x="167" y="994"/>
                </a:lnTo>
                <a:lnTo>
                  <a:pt x="151" y="978"/>
                </a:lnTo>
                <a:lnTo>
                  <a:pt x="136" y="961"/>
                </a:lnTo>
                <a:lnTo>
                  <a:pt x="122" y="944"/>
                </a:lnTo>
                <a:lnTo>
                  <a:pt x="108" y="927"/>
                </a:lnTo>
                <a:lnTo>
                  <a:pt x="96" y="910"/>
                </a:lnTo>
                <a:lnTo>
                  <a:pt x="83" y="892"/>
                </a:lnTo>
                <a:lnTo>
                  <a:pt x="72" y="875"/>
                </a:lnTo>
                <a:lnTo>
                  <a:pt x="62" y="856"/>
                </a:lnTo>
                <a:lnTo>
                  <a:pt x="52" y="838"/>
                </a:lnTo>
                <a:lnTo>
                  <a:pt x="43" y="819"/>
                </a:lnTo>
                <a:lnTo>
                  <a:pt x="35" y="801"/>
                </a:lnTo>
                <a:lnTo>
                  <a:pt x="28" y="782"/>
                </a:lnTo>
                <a:lnTo>
                  <a:pt x="21" y="763"/>
                </a:lnTo>
                <a:lnTo>
                  <a:pt x="16" y="743"/>
                </a:lnTo>
                <a:lnTo>
                  <a:pt x="11" y="724"/>
                </a:lnTo>
                <a:lnTo>
                  <a:pt x="7" y="705"/>
                </a:lnTo>
                <a:lnTo>
                  <a:pt x="4" y="685"/>
                </a:lnTo>
                <a:lnTo>
                  <a:pt x="2" y="666"/>
                </a:lnTo>
                <a:lnTo>
                  <a:pt x="1" y="646"/>
                </a:lnTo>
                <a:lnTo>
                  <a:pt x="0" y="626"/>
                </a:lnTo>
                <a:lnTo>
                  <a:pt x="1" y="607"/>
                </a:lnTo>
                <a:lnTo>
                  <a:pt x="2" y="587"/>
                </a:lnTo>
                <a:lnTo>
                  <a:pt x="4" y="566"/>
                </a:lnTo>
                <a:lnTo>
                  <a:pt x="7" y="547"/>
                </a:lnTo>
                <a:lnTo>
                  <a:pt x="11" y="528"/>
                </a:lnTo>
                <a:lnTo>
                  <a:pt x="16" y="508"/>
                </a:lnTo>
                <a:lnTo>
                  <a:pt x="21" y="489"/>
                </a:lnTo>
                <a:lnTo>
                  <a:pt x="28" y="470"/>
                </a:lnTo>
                <a:lnTo>
                  <a:pt x="35" y="451"/>
                </a:lnTo>
                <a:lnTo>
                  <a:pt x="43" y="432"/>
                </a:lnTo>
                <a:lnTo>
                  <a:pt x="52" y="414"/>
                </a:lnTo>
                <a:lnTo>
                  <a:pt x="62" y="395"/>
                </a:lnTo>
                <a:lnTo>
                  <a:pt x="72" y="377"/>
                </a:lnTo>
                <a:lnTo>
                  <a:pt x="83" y="359"/>
                </a:lnTo>
                <a:lnTo>
                  <a:pt x="96" y="342"/>
                </a:lnTo>
                <a:lnTo>
                  <a:pt x="108" y="324"/>
                </a:lnTo>
                <a:lnTo>
                  <a:pt x="122" y="307"/>
                </a:lnTo>
                <a:lnTo>
                  <a:pt x="136" y="290"/>
                </a:lnTo>
                <a:lnTo>
                  <a:pt x="151" y="274"/>
                </a:lnTo>
                <a:lnTo>
                  <a:pt x="167" y="258"/>
                </a:lnTo>
                <a:lnTo>
                  <a:pt x="184" y="242"/>
                </a:lnTo>
                <a:lnTo>
                  <a:pt x="201" y="227"/>
                </a:lnTo>
                <a:lnTo>
                  <a:pt x="218" y="212"/>
                </a:lnTo>
                <a:lnTo>
                  <a:pt x="237" y="197"/>
                </a:lnTo>
                <a:lnTo>
                  <a:pt x="256" y="183"/>
                </a:lnTo>
                <a:lnTo>
                  <a:pt x="276" y="170"/>
                </a:lnTo>
                <a:lnTo>
                  <a:pt x="297" y="156"/>
                </a:lnTo>
                <a:lnTo>
                  <a:pt x="318" y="144"/>
                </a:lnTo>
                <a:lnTo>
                  <a:pt x="339" y="131"/>
                </a:lnTo>
                <a:lnTo>
                  <a:pt x="361" y="120"/>
                </a:lnTo>
                <a:lnTo>
                  <a:pt x="384" y="108"/>
                </a:lnTo>
                <a:lnTo>
                  <a:pt x="406" y="98"/>
                </a:lnTo>
                <a:lnTo>
                  <a:pt x="430" y="87"/>
                </a:lnTo>
                <a:lnTo>
                  <a:pt x="454" y="78"/>
                </a:lnTo>
                <a:lnTo>
                  <a:pt x="478" y="68"/>
                </a:lnTo>
                <a:lnTo>
                  <a:pt x="502" y="60"/>
                </a:lnTo>
                <a:lnTo>
                  <a:pt x="527" y="52"/>
                </a:lnTo>
                <a:lnTo>
                  <a:pt x="553" y="44"/>
                </a:lnTo>
                <a:lnTo>
                  <a:pt x="578" y="37"/>
                </a:lnTo>
                <a:lnTo>
                  <a:pt x="604" y="31"/>
                </a:lnTo>
                <a:lnTo>
                  <a:pt x="631" y="25"/>
                </a:lnTo>
                <a:lnTo>
                  <a:pt x="657" y="20"/>
                </a:lnTo>
                <a:lnTo>
                  <a:pt x="684" y="15"/>
                </a:lnTo>
                <a:lnTo>
                  <a:pt x="710" y="11"/>
                </a:lnTo>
                <a:lnTo>
                  <a:pt x="737" y="8"/>
                </a:lnTo>
                <a:lnTo>
                  <a:pt x="765" y="5"/>
                </a:lnTo>
                <a:lnTo>
                  <a:pt x="792" y="3"/>
                </a:lnTo>
                <a:lnTo>
                  <a:pt x="819" y="1"/>
                </a:lnTo>
                <a:lnTo>
                  <a:pt x="847" y="1"/>
                </a:lnTo>
                <a:lnTo>
                  <a:pt x="874" y="0"/>
                </a:lnTo>
                <a:lnTo>
                  <a:pt x="901" y="1"/>
                </a:lnTo>
                <a:lnTo>
                  <a:pt x="929" y="1"/>
                </a:lnTo>
                <a:lnTo>
                  <a:pt x="956" y="3"/>
                </a:lnTo>
                <a:lnTo>
                  <a:pt x="983" y="5"/>
                </a:lnTo>
                <a:lnTo>
                  <a:pt x="1010" y="8"/>
                </a:lnTo>
                <a:lnTo>
                  <a:pt x="1037" y="11"/>
                </a:lnTo>
                <a:lnTo>
                  <a:pt x="1064" y="15"/>
                </a:lnTo>
                <a:lnTo>
                  <a:pt x="1091" y="20"/>
                </a:lnTo>
                <a:lnTo>
                  <a:pt x="1117" y="25"/>
                </a:lnTo>
                <a:lnTo>
                  <a:pt x="1144" y="31"/>
                </a:lnTo>
                <a:lnTo>
                  <a:pt x="1170" y="37"/>
                </a:lnTo>
                <a:lnTo>
                  <a:pt x="1195" y="44"/>
                </a:lnTo>
                <a:lnTo>
                  <a:pt x="1220" y="52"/>
                </a:lnTo>
                <a:lnTo>
                  <a:pt x="1245" y="60"/>
                </a:lnTo>
                <a:lnTo>
                  <a:pt x="1270" y="68"/>
                </a:lnTo>
                <a:lnTo>
                  <a:pt x="1294" y="78"/>
                </a:lnTo>
                <a:lnTo>
                  <a:pt x="1318" y="87"/>
                </a:lnTo>
                <a:lnTo>
                  <a:pt x="1341" y="98"/>
                </a:lnTo>
                <a:lnTo>
                  <a:pt x="1364" y="108"/>
                </a:lnTo>
                <a:lnTo>
                  <a:pt x="1387" y="120"/>
                </a:lnTo>
                <a:lnTo>
                  <a:pt x="1409" y="131"/>
                </a:lnTo>
                <a:lnTo>
                  <a:pt x="1430" y="144"/>
                </a:lnTo>
                <a:lnTo>
                  <a:pt x="1451" y="156"/>
                </a:lnTo>
                <a:lnTo>
                  <a:pt x="1471" y="170"/>
                </a:lnTo>
                <a:lnTo>
                  <a:pt x="1491" y="183"/>
                </a:lnTo>
                <a:lnTo>
                  <a:pt x="1510" y="197"/>
                </a:lnTo>
                <a:lnTo>
                  <a:pt x="1528" y="212"/>
                </a:lnTo>
                <a:lnTo>
                  <a:pt x="1546" y="227"/>
                </a:lnTo>
                <a:lnTo>
                  <a:pt x="1563" y="242"/>
                </a:lnTo>
                <a:lnTo>
                  <a:pt x="1580" y="258"/>
                </a:lnTo>
                <a:lnTo>
                  <a:pt x="1596" y="274"/>
                </a:lnTo>
                <a:lnTo>
                  <a:pt x="1611" y="290"/>
                </a:lnTo>
                <a:lnTo>
                  <a:pt x="1625" y="307"/>
                </a:lnTo>
                <a:lnTo>
                  <a:pt x="1639" y="324"/>
                </a:lnTo>
                <a:lnTo>
                  <a:pt x="1651" y="342"/>
                </a:lnTo>
                <a:lnTo>
                  <a:pt x="1663" y="359"/>
                </a:lnTo>
                <a:lnTo>
                  <a:pt x="1675" y="377"/>
                </a:lnTo>
                <a:lnTo>
                  <a:pt x="1685" y="395"/>
                </a:lnTo>
                <a:lnTo>
                  <a:pt x="1695" y="414"/>
                </a:lnTo>
                <a:lnTo>
                  <a:pt x="1704" y="432"/>
                </a:lnTo>
                <a:lnTo>
                  <a:pt x="1712" y="451"/>
                </a:lnTo>
                <a:lnTo>
                  <a:pt x="1719" y="470"/>
                </a:lnTo>
                <a:lnTo>
                  <a:pt x="1725" y="489"/>
                </a:lnTo>
                <a:lnTo>
                  <a:pt x="1731" y="508"/>
                </a:lnTo>
                <a:lnTo>
                  <a:pt x="1736" y="528"/>
                </a:lnTo>
                <a:lnTo>
                  <a:pt x="1740" y="547"/>
                </a:lnTo>
                <a:lnTo>
                  <a:pt x="1743" y="566"/>
                </a:lnTo>
                <a:lnTo>
                  <a:pt x="1745" y="587"/>
                </a:lnTo>
                <a:lnTo>
                  <a:pt x="1746" y="607"/>
                </a:lnTo>
                <a:lnTo>
                  <a:pt x="1746" y="626"/>
                </a:lnTo>
                <a:close/>
              </a:path>
            </a:pathLst>
          </a:custGeom>
          <a:solidFill>
            <a:srgbClr val="ff9f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0" name=""/>
          <p:cNvSpPr/>
          <p:nvPr/>
        </p:nvSpPr>
        <p:spPr>
          <a:xfrm>
            <a:off x="7747200" y="2718000"/>
            <a:ext cx="631080" cy="452520"/>
          </a:xfrm>
          <a:custGeom>
            <a:avLst/>
            <a:gdLst/>
            <a:ahLst/>
            <a:rect l="0" t="0" r="r" b="b"/>
            <a:pathLst>
              <a:path w="1753" h="1257">
                <a:moveTo>
                  <a:pt x="1749" y="629"/>
                </a:moveTo>
                <a:lnTo>
                  <a:pt x="1749" y="610"/>
                </a:lnTo>
                <a:lnTo>
                  <a:pt x="1748" y="589"/>
                </a:lnTo>
                <a:lnTo>
                  <a:pt x="1746" y="569"/>
                </a:lnTo>
                <a:lnTo>
                  <a:pt x="1743" y="550"/>
                </a:lnTo>
                <a:lnTo>
                  <a:pt x="1739" y="531"/>
                </a:lnTo>
                <a:lnTo>
                  <a:pt x="1734" y="511"/>
                </a:lnTo>
                <a:lnTo>
                  <a:pt x="1728" y="492"/>
                </a:lnTo>
                <a:lnTo>
                  <a:pt x="1722" y="473"/>
                </a:lnTo>
                <a:lnTo>
                  <a:pt x="1715" y="454"/>
                </a:lnTo>
                <a:lnTo>
                  <a:pt x="1707" y="435"/>
                </a:lnTo>
                <a:lnTo>
                  <a:pt x="1698" y="417"/>
                </a:lnTo>
                <a:lnTo>
                  <a:pt x="1688" y="398"/>
                </a:lnTo>
                <a:lnTo>
                  <a:pt x="1678" y="380"/>
                </a:lnTo>
                <a:lnTo>
                  <a:pt x="1666" y="362"/>
                </a:lnTo>
                <a:lnTo>
                  <a:pt x="1654" y="345"/>
                </a:lnTo>
                <a:lnTo>
                  <a:pt x="1642" y="327"/>
                </a:lnTo>
                <a:lnTo>
                  <a:pt x="1628" y="310"/>
                </a:lnTo>
                <a:lnTo>
                  <a:pt x="1614" y="293"/>
                </a:lnTo>
                <a:lnTo>
                  <a:pt x="1599" y="277"/>
                </a:lnTo>
                <a:lnTo>
                  <a:pt x="1583" y="261"/>
                </a:lnTo>
                <a:lnTo>
                  <a:pt x="1566" y="245"/>
                </a:lnTo>
                <a:lnTo>
                  <a:pt x="1549" y="230"/>
                </a:lnTo>
                <a:lnTo>
                  <a:pt x="1531" y="215"/>
                </a:lnTo>
                <a:lnTo>
                  <a:pt x="1513" y="200"/>
                </a:lnTo>
                <a:lnTo>
                  <a:pt x="1494" y="186"/>
                </a:lnTo>
                <a:lnTo>
                  <a:pt x="1474" y="173"/>
                </a:lnTo>
                <a:lnTo>
                  <a:pt x="1454" y="159"/>
                </a:lnTo>
                <a:lnTo>
                  <a:pt x="1433" y="147"/>
                </a:lnTo>
                <a:lnTo>
                  <a:pt x="1412" y="134"/>
                </a:lnTo>
                <a:lnTo>
                  <a:pt x="1390" y="123"/>
                </a:lnTo>
                <a:lnTo>
                  <a:pt x="1367" y="111"/>
                </a:lnTo>
                <a:lnTo>
                  <a:pt x="1344" y="101"/>
                </a:lnTo>
                <a:lnTo>
                  <a:pt x="1321" y="90"/>
                </a:lnTo>
                <a:lnTo>
                  <a:pt x="1297" y="81"/>
                </a:lnTo>
                <a:lnTo>
                  <a:pt x="1273" y="71"/>
                </a:lnTo>
                <a:lnTo>
                  <a:pt x="1248" y="63"/>
                </a:lnTo>
                <a:lnTo>
                  <a:pt x="1223" y="55"/>
                </a:lnTo>
                <a:lnTo>
                  <a:pt x="1198" y="47"/>
                </a:lnTo>
                <a:lnTo>
                  <a:pt x="1173" y="40"/>
                </a:lnTo>
                <a:lnTo>
                  <a:pt x="1147" y="34"/>
                </a:lnTo>
                <a:lnTo>
                  <a:pt x="1120" y="28"/>
                </a:lnTo>
                <a:lnTo>
                  <a:pt x="1094" y="23"/>
                </a:lnTo>
                <a:lnTo>
                  <a:pt x="1067" y="18"/>
                </a:lnTo>
                <a:lnTo>
                  <a:pt x="1040" y="14"/>
                </a:lnTo>
                <a:lnTo>
                  <a:pt x="1013" y="11"/>
                </a:lnTo>
                <a:lnTo>
                  <a:pt x="986" y="8"/>
                </a:lnTo>
                <a:lnTo>
                  <a:pt x="959" y="6"/>
                </a:lnTo>
                <a:lnTo>
                  <a:pt x="932" y="4"/>
                </a:lnTo>
                <a:lnTo>
                  <a:pt x="904" y="4"/>
                </a:lnTo>
                <a:lnTo>
                  <a:pt x="877" y="3"/>
                </a:lnTo>
                <a:lnTo>
                  <a:pt x="850" y="4"/>
                </a:lnTo>
                <a:lnTo>
                  <a:pt x="822" y="4"/>
                </a:lnTo>
                <a:lnTo>
                  <a:pt x="795" y="6"/>
                </a:lnTo>
                <a:lnTo>
                  <a:pt x="768" y="8"/>
                </a:lnTo>
                <a:lnTo>
                  <a:pt x="740" y="11"/>
                </a:lnTo>
                <a:lnTo>
                  <a:pt x="713" y="14"/>
                </a:lnTo>
                <a:lnTo>
                  <a:pt x="687" y="18"/>
                </a:lnTo>
                <a:lnTo>
                  <a:pt x="660" y="23"/>
                </a:lnTo>
                <a:lnTo>
                  <a:pt x="634" y="28"/>
                </a:lnTo>
                <a:lnTo>
                  <a:pt x="607" y="34"/>
                </a:lnTo>
                <a:lnTo>
                  <a:pt x="581" y="40"/>
                </a:lnTo>
                <a:lnTo>
                  <a:pt x="556" y="47"/>
                </a:lnTo>
                <a:lnTo>
                  <a:pt x="530" y="55"/>
                </a:lnTo>
                <a:lnTo>
                  <a:pt x="505" y="63"/>
                </a:lnTo>
                <a:lnTo>
                  <a:pt x="481" y="71"/>
                </a:lnTo>
                <a:lnTo>
                  <a:pt x="457" y="81"/>
                </a:lnTo>
                <a:lnTo>
                  <a:pt x="433" y="90"/>
                </a:lnTo>
                <a:lnTo>
                  <a:pt x="409" y="101"/>
                </a:lnTo>
                <a:lnTo>
                  <a:pt x="387" y="111"/>
                </a:lnTo>
                <a:lnTo>
                  <a:pt x="363" y="123"/>
                </a:lnTo>
                <a:lnTo>
                  <a:pt x="341" y="134"/>
                </a:lnTo>
                <a:lnTo>
                  <a:pt x="320" y="147"/>
                </a:lnTo>
                <a:lnTo>
                  <a:pt x="299" y="159"/>
                </a:lnTo>
                <a:lnTo>
                  <a:pt x="279" y="173"/>
                </a:lnTo>
                <a:lnTo>
                  <a:pt x="259" y="186"/>
                </a:lnTo>
                <a:lnTo>
                  <a:pt x="240" y="200"/>
                </a:lnTo>
                <a:lnTo>
                  <a:pt x="221" y="215"/>
                </a:lnTo>
                <a:lnTo>
                  <a:pt x="204" y="230"/>
                </a:lnTo>
                <a:lnTo>
                  <a:pt x="187" y="245"/>
                </a:lnTo>
                <a:lnTo>
                  <a:pt x="170" y="261"/>
                </a:lnTo>
                <a:lnTo>
                  <a:pt x="154" y="277"/>
                </a:lnTo>
                <a:lnTo>
                  <a:pt x="139" y="293"/>
                </a:lnTo>
                <a:lnTo>
                  <a:pt x="125" y="310"/>
                </a:lnTo>
                <a:lnTo>
                  <a:pt x="111" y="327"/>
                </a:lnTo>
                <a:lnTo>
                  <a:pt x="99" y="345"/>
                </a:lnTo>
                <a:lnTo>
                  <a:pt x="86" y="362"/>
                </a:lnTo>
                <a:lnTo>
                  <a:pt x="75" y="380"/>
                </a:lnTo>
                <a:lnTo>
                  <a:pt x="65" y="398"/>
                </a:lnTo>
                <a:lnTo>
                  <a:pt x="55" y="417"/>
                </a:lnTo>
                <a:lnTo>
                  <a:pt x="46" y="435"/>
                </a:lnTo>
                <a:lnTo>
                  <a:pt x="38" y="454"/>
                </a:lnTo>
                <a:lnTo>
                  <a:pt x="31" y="473"/>
                </a:lnTo>
                <a:lnTo>
                  <a:pt x="24" y="492"/>
                </a:lnTo>
                <a:lnTo>
                  <a:pt x="19" y="511"/>
                </a:lnTo>
                <a:lnTo>
                  <a:pt x="14" y="531"/>
                </a:lnTo>
                <a:lnTo>
                  <a:pt x="10" y="550"/>
                </a:lnTo>
                <a:lnTo>
                  <a:pt x="7" y="569"/>
                </a:lnTo>
                <a:lnTo>
                  <a:pt x="5" y="589"/>
                </a:lnTo>
                <a:lnTo>
                  <a:pt x="4" y="610"/>
                </a:lnTo>
                <a:lnTo>
                  <a:pt x="3" y="629"/>
                </a:lnTo>
                <a:lnTo>
                  <a:pt x="4" y="649"/>
                </a:lnTo>
                <a:lnTo>
                  <a:pt x="5" y="669"/>
                </a:lnTo>
                <a:lnTo>
                  <a:pt x="7" y="688"/>
                </a:lnTo>
                <a:lnTo>
                  <a:pt x="10" y="708"/>
                </a:lnTo>
                <a:lnTo>
                  <a:pt x="14" y="727"/>
                </a:lnTo>
                <a:lnTo>
                  <a:pt x="19" y="746"/>
                </a:lnTo>
                <a:lnTo>
                  <a:pt x="24" y="766"/>
                </a:lnTo>
                <a:lnTo>
                  <a:pt x="31" y="785"/>
                </a:lnTo>
                <a:lnTo>
                  <a:pt x="38" y="804"/>
                </a:lnTo>
                <a:lnTo>
                  <a:pt x="46" y="822"/>
                </a:lnTo>
                <a:lnTo>
                  <a:pt x="55" y="841"/>
                </a:lnTo>
                <a:lnTo>
                  <a:pt x="65" y="859"/>
                </a:lnTo>
                <a:lnTo>
                  <a:pt x="75" y="878"/>
                </a:lnTo>
                <a:lnTo>
                  <a:pt x="86" y="895"/>
                </a:lnTo>
                <a:lnTo>
                  <a:pt x="99" y="913"/>
                </a:lnTo>
                <a:lnTo>
                  <a:pt x="111" y="930"/>
                </a:lnTo>
                <a:lnTo>
                  <a:pt x="125" y="947"/>
                </a:lnTo>
                <a:lnTo>
                  <a:pt x="139" y="964"/>
                </a:lnTo>
                <a:lnTo>
                  <a:pt x="154" y="981"/>
                </a:lnTo>
                <a:lnTo>
                  <a:pt x="170" y="997"/>
                </a:lnTo>
                <a:lnTo>
                  <a:pt x="187" y="1012"/>
                </a:lnTo>
                <a:lnTo>
                  <a:pt x="204" y="1028"/>
                </a:lnTo>
                <a:lnTo>
                  <a:pt x="221" y="1043"/>
                </a:lnTo>
                <a:lnTo>
                  <a:pt x="240" y="1057"/>
                </a:lnTo>
                <a:lnTo>
                  <a:pt x="259" y="1071"/>
                </a:lnTo>
                <a:lnTo>
                  <a:pt x="279" y="1085"/>
                </a:lnTo>
                <a:lnTo>
                  <a:pt x="299" y="1098"/>
                </a:lnTo>
                <a:lnTo>
                  <a:pt x="320" y="1111"/>
                </a:lnTo>
                <a:lnTo>
                  <a:pt x="341" y="1123"/>
                </a:lnTo>
                <a:lnTo>
                  <a:pt x="363" y="1135"/>
                </a:lnTo>
                <a:lnTo>
                  <a:pt x="387" y="1146"/>
                </a:lnTo>
                <a:lnTo>
                  <a:pt x="409" y="1157"/>
                </a:lnTo>
                <a:lnTo>
                  <a:pt x="433" y="1167"/>
                </a:lnTo>
                <a:lnTo>
                  <a:pt x="457" y="1177"/>
                </a:lnTo>
                <a:lnTo>
                  <a:pt x="481" y="1186"/>
                </a:lnTo>
                <a:lnTo>
                  <a:pt x="505" y="1195"/>
                </a:lnTo>
                <a:lnTo>
                  <a:pt x="530" y="1203"/>
                </a:lnTo>
                <a:lnTo>
                  <a:pt x="556" y="1210"/>
                </a:lnTo>
                <a:lnTo>
                  <a:pt x="581" y="1217"/>
                </a:lnTo>
                <a:lnTo>
                  <a:pt x="607" y="1224"/>
                </a:lnTo>
                <a:lnTo>
                  <a:pt x="634" y="1230"/>
                </a:lnTo>
                <a:lnTo>
                  <a:pt x="660" y="1235"/>
                </a:lnTo>
                <a:lnTo>
                  <a:pt x="687" y="1239"/>
                </a:lnTo>
                <a:lnTo>
                  <a:pt x="713" y="1243"/>
                </a:lnTo>
                <a:lnTo>
                  <a:pt x="740" y="1247"/>
                </a:lnTo>
                <a:lnTo>
                  <a:pt x="768" y="1249"/>
                </a:lnTo>
                <a:lnTo>
                  <a:pt x="795" y="1252"/>
                </a:lnTo>
                <a:lnTo>
                  <a:pt x="822" y="1253"/>
                </a:lnTo>
                <a:lnTo>
                  <a:pt x="850" y="1254"/>
                </a:lnTo>
                <a:lnTo>
                  <a:pt x="877" y="1254"/>
                </a:lnTo>
                <a:lnTo>
                  <a:pt x="904" y="1254"/>
                </a:lnTo>
                <a:lnTo>
                  <a:pt x="932" y="1253"/>
                </a:lnTo>
                <a:lnTo>
                  <a:pt x="959" y="1252"/>
                </a:lnTo>
                <a:lnTo>
                  <a:pt x="986" y="1249"/>
                </a:lnTo>
                <a:lnTo>
                  <a:pt x="1013" y="1247"/>
                </a:lnTo>
                <a:lnTo>
                  <a:pt x="1040" y="1243"/>
                </a:lnTo>
                <a:lnTo>
                  <a:pt x="1067" y="1239"/>
                </a:lnTo>
                <a:lnTo>
                  <a:pt x="1094" y="1235"/>
                </a:lnTo>
                <a:lnTo>
                  <a:pt x="1120" y="1230"/>
                </a:lnTo>
                <a:lnTo>
                  <a:pt x="1147" y="1224"/>
                </a:lnTo>
                <a:lnTo>
                  <a:pt x="1173" y="1217"/>
                </a:lnTo>
                <a:lnTo>
                  <a:pt x="1198" y="1210"/>
                </a:lnTo>
                <a:lnTo>
                  <a:pt x="1223" y="1203"/>
                </a:lnTo>
                <a:lnTo>
                  <a:pt x="1248" y="1195"/>
                </a:lnTo>
                <a:lnTo>
                  <a:pt x="1273" y="1186"/>
                </a:lnTo>
                <a:lnTo>
                  <a:pt x="1297" y="1177"/>
                </a:lnTo>
                <a:lnTo>
                  <a:pt x="1321" y="1167"/>
                </a:lnTo>
                <a:lnTo>
                  <a:pt x="1344" y="1157"/>
                </a:lnTo>
                <a:lnTo>
                  <a:pt x="1367" y="1146"/>
                </a:lnTo>
                <a:lnTo>
                  <a:pt x="1390" y="1135"/>
                </a:lnTo>
                <a:lnTo>
                  <a:pt x="1412" y="1123"/>
                </a:lnTo>
                <a:lnTo>
                  <a:pt x="1433" y="1111"/>
                </a:lnTo>
                <a:lnTo>
                  <a:pt x="1454" y="1098"/>
                </a:lnTo>
                <a:lnTo>
                  <a:pt x="1474" y="1085"/>
                </a:lnTo>
                <a:lnTo>
                  <a:pt x="1494" y="1071"/>
                </a:lnTo>
                <a:lnTo>
                  <a:pt x="1513" y="1057"/>
                </a:lnTo>
                <a:lnTo>
                  <a:pt x="1531" y="1043"/>
                </a:lnTo>
                <a:lnTo>
                  <a:pt x="1549" y="1028"/>
                </a:lnTo>
                <a:lnTo>
                  <a:pt x="1566" y="1012"/>
                </a:lnTo>
                <a:lnTo>
                  <a:pt x="1583" y="997"/>
                </a:lnTo>
                <a:lnTo>
                  <a:pt x="1599" y="981"/>
                </a:lnTo>
                <a:lnTo>
                  <a:pt x="1614" y="964"/>
                </a:lnTo>
                <a:lnTo>
                  <a:pt x="1628" y="947"/>
                </a:lnTo>
                <a:lnTo>
                  <a:pt x="1642" y="930"/>
                </a:lnTo>
                <a:lnTo>
                  <a:pt x="1654" y="913"/>
                </a:lnTo>
                <a:lnTo>
                  <a:pt x="1666" y="895"/>
                </a:lnTo>
                <a:lnTo>
                  <a:pt x="1678" y="878"/>
                </a:lnTo>
                <a:lnTo>
                  <a:pt x="1688" y="859"/>
                </a:lnTo>
                <a:lnTo>
                  <a:pt x="1698" y="841"/>
                </a:lnTo>
                <a:lnTo>
                  <a:pt x="1707" y="822"/>
                </a:lnTo>
                <a:lnTo>
                  <a:pt x="1715" y="804"/>
                </a:lnTo>
                <a:lnTo>
                  <a:pt x="1722" y="785"/>
                </a:lnTo>
                <a:lnTo>
                  <a:pt x="1728" y="766"/>
                </a:lnTo>
                <a:lnTo>
                  <a:pt x="1734" y="746"/>
                </a:lnTo>
                <a:lnTo>
                  <a:pt x="1739" y="727"/>
                </a:lnTo>
                <a:lnTo>
                  <a:pt x="1743" y="708"/>
                </a:lnTo>
                <a:lnTo>
                  <a:pt x="1746" y="688"/>
                </a:lnTo>
                <a:lnTo>
                  <a:pt x="1748" y="669"/>
                </a:lnTo>
                <a:lnTo>
                  <a:pt x="1749" y="649"/>
                </a:lnTo>
                <a:lnTo>
                  <a:pt x="1749" y="629"/>
                </a:lnTo>
                <a:moveTo>
                  <a:pt x="1753" y="629"/>
                </a:moveTo>
                <a:lnTo>
                  <a:pt x="1753" y="649"/>
                </a:lnTo>
                <a:lnTo>
                  <a:pt x="1752" y="669"/>
                </a:lnTo>
                <a:lnTo>
                  <a:pt x="1749" y="688"/>
                </a:lnTo>
                <a:lnTo>
                  <a:pt x="1746" y="708"/>
                </a:lnTo>
                <a:lnTo>
                  <a:pt x="1743" y="728"/>
                </a:lnTo>
                <a:lnTo>
                  <a:pt x="1738" y="747"/>
                </a:lnTo>
                <a:lnTo>
                  <a:pt x="1732" y="766"/>
                </a:lnTo>
                <a:lnTo>
                  <a:pt x="1726" y="785"/>
                </a:lnTo>
                <a:lnTo>
                  <a:pt x="1719" y="804"/>
                </a:lnTo>
                <a:lnTo>
                  <a:pt x="1710" y="823"/>
                </a:lnTo>
                <a:lnTo>
                  <a:pt x="1702" y="842"/>
                </a:lnTo>
                <a:lnTo>
                  <a:pt x="1692" y="860"/>
                </a:lnTo>
                <a:lnTo>
                  <a:pt x="1681" y="879"/>
                </a:lnTo>
                <a:lnTo>
                  <a:pt x="1670" y="897"/>
                </a:lnTo>
                <a:lnTo>
                  <a:pt x="1658" y="914"/>
                </a:lnTo>
                <a:lnTo>
                  <a:pt x="1645" y="932"/>
                </a:lnTo>
                <a:lnTo>
                  <a:pt x="1631" y="949"/>
                </a:lnTo>
                <a:lnTo>
                  <a:pt x="1617" y="966"/>
                </a:lnTo>
                <a:lnTo>
                  <a:pt x="1602" y="982"/>
                </a:lnTo>
                <a:lnTo>
                  <a:pt x="1586" y="998"/>
                </a:lnTo>
                <a:lnTo>
                  <a:pt x="1569" y="1014"/>
                </a:lnTo>
                <a:lnTo>
                  <a:pt x="1552" y="1030"/>
                </a:lnTo>
                <a:lnTo>
                  <a:pt x="1534" y="1045"/>
                </a:lnTo>
                <a:lnTo>
                  <a:pt x="1516" y="1059"/>
                </a:lnTo>
                <a:lnTo>
                  <a:pt x="1497" y="1073"/>
                </a:lnTo>
                <a:lnTo>
                  <a:pt x="1477" y="1087"/>
                </a:lnTo>
                <a:lnTo>
                  <a:pt x="1457" y="1100"/>
                </a:lnTo>
                <a:lnTo>
                  <a:pt x="1436" y="1113"/>
                </a:lnTo>
                <a:lnTo>
                  <a:pt x="1414" y="1125"/>
                </a:lnTo>
                <a:lnTo>
                  <a:pt x="1392" y="1137"/>
                </a:lnTo>
                <a:lnTo>
                  <a:pt x="1370" y="1149"/>
                </a:lnTo>
                <a:lnTo>
                  <a:pt x="1347" y="1159"/>
                </a:lnTo>
                <a:lnTo>
                  <a:pt x="1323" y="1170"/>
                </a:lnTo>
                <a:lnTo>
                  <a:pt x="1299" y="1179"/>
                </a:lnTo>
                <a:lnTo>
                  <a:pt x="1275" y="1189"/>
                </a:lnTo>
                <a:lnTo>
                  <a:pt x="1250" y="1197"/>
                </a:lnTo>
                <a:lnTo>
                  <a:pt x="1225" y="1206"/>
                </a:lnTo>
                <a:lnTo>
                  <a:pt x="1200" y="1213"/>
                </a:lnTo>
                <a:lnTo>
                  <a:pt x="1174" y="1220"/>
                </a:lnTo>
                <a:lnTo>
                  <a:pt x="1148" y="1226"/>
                </a:lnTo>
                <a:lnTo>
                  <a:pt x="1121" y="1232"/>
                </a:lnTo>
                <a:lnTo>
                  <a:pt x="1095" y="1237"/>
                </a:lnTo>
                <a:lnTo>
                  <a:pt x="1068" y="1242"/>
                </a:lnTo>
                <a:lnTo>
                  <a:pt x="1041" y="1246"/>
                </a:lnTo>
                <a:lnTo>
                  <a:pt x="1014" y="1249"/>
                </a:lnTo>
                <a:lnTo>
                  <a:pt x="987" y="1252"/>
                </a:lnTo>
                <a:lnTo>
                  <a:pt x="959" y="1254"/>
                </a:lnTo>
                <a:lnTo>
                  <a:pt x="932" y="1256"/>
                </a:lnTo>
                <a:lnTo>
                  <a:pt x="904" y="1257"/>
                </a:lnTo>
                <a:lnTo>
                  <a:pt x="877" y="1257"/>
                </a:lnTo>
                <a:lnTo>
                  <a:pt x="849" y="1257"/>
                </a:lnTo>
                <a:lnTo>
                  <a:pt x="822" y="1256"/>
                </a:lnTo>
                <a:lnTo>
                  <a:pt x="794" y="1254"/>
                </a:lnTo>
                <a:lnTo>
                  <a:pt x="767" y="1252"/>
                </a:lnTo>
                <a:lnTo>
                  <a:pt x="740" y="1249"/>
                </a:lnTo>
                <a:lnTo>
                  <a:pt x="713" y="1246"/>
                </a:lnTo>
                <a:lnTo>
                  <a:pt x="686" y="1242"/>
                </a:lnTo>
                <a:lnTo>
                  <a:pt x="659" y="1237"/>
                </a:lnTo>
                <a:lnTo>
                  <a:pt x="632" y="1232"/>
                </a:lnTo>
                <a:lnTo>
                  <a:pt x="606" y="1226"/>
                </a:lnTo>
                <a:lnTo>
                  <a:pt x="580" y="1220"/>
                </a:lnTo>
                <a:lnTo>
                  <a:pt x="554" y="1213"/>
                </a:lnTo>
                <a:lnTo>
                  <a:pt x="529" y="1206"/>
                </a:lnTo>
                <a:lnTo>
                  <a:pt x="504" y="1197"/>
                </a:lnTo>
                <a:lnTo>
                  <a:pt x="479" y="1189"/>
                </a:lnTo>
                <a:lnTo>
                  <a:pt x="455" y="1179"/>
                </a:lnTo>
                <a:lnTo>
                  <a:pt x="431" y="1170"/>
                </a:lnTo>
                <a:lnTo>
                  <a:pt x="407" y="1159"/>
                </a:lnTo>
                <a:lnTo>
                  <a:pt x="384" y="1149"/>
                </a:lnTo>
                <a:lnTo>
                  <a:pt x="361" y="1137"/>
                </a:lnTo>
                <a:lnTo>
                  <a:pt x="339" y="1125"/>
                </a:lnTo>
                <a:lnTo>
                  <a:pt x="317" y="1113"/>
                </a:lnTo>
                <a:lnTo>
                  <a:pt x="296" y="1100"/>
                </a:lnTo>
                <a:lnTo>
                  <a:pt x="276" y="1087"/>
                </a:lnTo>
                <a:lnTo>
                  <a:pt x="256" y="1073"/>
                </a:lnTo>
                <a:lnTo>
                  <a:pt x="237" y="1059"/>
                </a:lnTo>
                <a:lnTo>
                  <a:pt x="219" y="1045"/>
                </a:lnTo>
                <a:lnTo>
                  <a:pt x="201" y="1030"/>
                </a:lnTo>
                <a:lnTo>
                  <a:pt x="183" y="1014"/>
                </a:lnTo>
                <a:lnTo>
                  <a:pt x="167" y="998"/>
                </a:lnTo>
                <a:lnTo>
                  <a:pt x="151" y="982"/>
                </a:lnTo>
                <a:lnTo>
                  <a:pt x="136" y="966"/>
                </a:lnTo>
                <a:lnTo>
                  <a:pt x="122" y="949"/>
                </a:lnTo>
                <a:lnTo>
                  <a:pt x="108" y="932"/>
                </a:lnTo>
                <a:lnTo>
                  <a:pt x="95" y="914"/>
                </a:lnTo>
                <a:lnTo>
                  <a:pt x="83" y="897"/>
                </a:lnTo>
                <a:lnTo>
                  <a:pt x="72" y="879"/>
                </a:lnTo>
                <a:lnTo>
                  <a:pt x="61" y="860"/>
                </a:lnTo>
                <a:lnTo>
                  <a:pt x="51" y="842"/>
                </a:lnTo>
                <a:lnTo>
                  <a:pt x="42" y="823"/>
                </a:lnTo>
                <a:lnTo>
                  <a:pt x="34" y="804"/>
                </a:lnTo>
                <a:lnTo>
                  <a:pt x="27" y="785"/>
                </a:lnTo>
                <a:lnTo>
                  <a:pt x="21" y="766"/>
                </a:lnTo>
                <a:lnTo>
                  <a:pt x="15" y="747"/>
                </a:lnTo>
                <a:lnTo>
                  <a:pt x="10" y="728"/>
                </a:lnTo>
                <a:lnTo>
                  <a:pt x="6" y="708"/>
                </a:lnTo>
                <a:lnTo>
                  <a:pt x="3" y="688"/>
                </a:lnTo>
                <a:lnTo>
                  <a:pt x="1" y="669"/>
                </a:lnTo>
                <a:lnTo>
                  <a:pt x="0" y="649"/>
                </a:lnTo>
                <a:lnTo>
                  <a:pt x="0" y="629"/>
                </a:lnTo>
                <a:lnTo>
                  <a:pt x="0" y="610"/>
                </a:lnTo>
                <a:lnTo>
                  <a:pt x="1" y="589"/>
                </a:lnTo>
                <a:lnTo>
                  <a:pt x="3" y="569"/>
                </a:lnTo>
                <a:lnTo>
                  <a:pt x="6" y="550"/>
                </a:lnTo>
                <a:lnTo>
                  <a:pt x="10" y="530"/>
                </a:lnTo>
                <a:lnTo>
                  <a:pt x="15" y="511"/>
                </a:lnTo>
                <a:lnTo>
                  <a:pt x="21" y="491"/>
                </a:lnTo>
                <a:lnTo>
                  <a:pt x="27" y="472"/>
                </a:lnTo>
                <a:lnTo>
                  <a:pt x="34" y="453"/>
                </a:lnTo>
                <a:lnTo>
                  <a:pt x="42" y="434"/>
                </a:lnTo>
                <a:lnTo>
                  <a:pt x="51" y="416"/>
                </a:lnTo>
                <a:lnTo>
                  <a:pt x="61" y="397"/>
                </a:lnTo>
                <a:lnTo>
                  <a:pt x="72" y="379"/>
                </a:lnTo>
                <a:lnTo>
                  <a:pt x="83" y="361"/>
                </a:lnTo>
                <a:lnTo>
                  <a:pt x="95" y="343"/>
                </a:lnTo>
                <a:lnTo>
                  <a:pt x="108" y="326"/>
                </a:lnTo>
                <a:lnTo>
                  <a:pt x="122" y="309"/>
                </a:lnTo>
                <a:lnTo>
                  <a:pt x="136" y="292"/>
                </a:lnTo>
                <a:lnTo>
                  <a:pt x="151" y="275"/>
                </a:lnTo>
                <a:lnTo>
                  <a:pt x="167" y="259"/>
                </a:lnTo>
                <a:lnTo>
                  <a:pt x="183" y="243"/>
                </a:lnTo>
                <a:lnTo>
                  <a:pt x="201" y="228"/>
                </a:lnTo>
                <a:lnTo>
                  <a:pt x="219" y="213"/>
                </a:lnTo>
                <a:lnTo>
                  <a:pt x="237" y="199"/>
                </a:lnTo>
                <a:lnTo>
                  <a:pt x="256" y="184"/>
                </a:lnTo>
                <a:lnTo>
                  <a:pt x="276" y="171"/>
                </a:lnTo>
                <a:lnTo>
                  <a:pt x="296" y="157"/>
                </a:lnTo>
                <a:lnTo>
                  <a:pt x="317" y="145"/>
                </a:lnTo>
                <a:lnTo>
                  <a:pt x="339" y="132"/>
                </a:lnTo>
                <a:lnTo>
                  <a:pt x="361" y="120"/>
                </a:lnTo>
                <a:lnTo>
                  <a:pt x="384" y="109"/>
                </a:lnTo>
                <a:lnTo>
                  <a:pt x="407" y="98"/>
                </a:lnTo>
                <a:lnTo>
                  <a:pt x="431" y="88"/>
                </a:lnTo>
                <a:lnTo>
                  <a:pt x="455" y="78"/>
                </a:lnTo>
                <a:lnTo>
                  <a:pt x="479" y="69"/>
                </a:lnTo>
                <a:lnTo>
                  <a:pt x="504" y="60"/>
                </a:lnTo>
                <a:lnTo>
                  <a:pt x="529" y="52"/>
                </a:lnTo>
                <a:lnTo>
                  <a:pt x="554" y="45"/>
                </a:lnTo>
                <a:lnTo>
                  <a:pt x="580" y="38"/>
                </a:lnTo>
                <a:lnTo>
                  <a:pt x="606" y="31"/>
                </a:lnTo>
                <a:lnTo>
                  <a:pt x="632" y="25"/>
                </a:lnTo>
                <a:lnTo>
                  <a:pt x="659" y="20"/>
                </a:lnTo>
                <a:lnTo>
                  <a:pt x="686" y="16"/>
                </a:lnTo>
                <a:lnTo>
                  <a:pt x="713" y="12"/>
                </a:lnTo>
                <a:lnTo>
                  <a:pt x="740" y="8"/>
                </a:lnTo>
                <a:lnTo>
                  <a:pt x="767" y="5"/>
                </a:lnTo>
                <a:lnTo>
                  <a:pt x="794" y="3"/>
                </a:lnTo>
                <a:lnTo>
                  <a:pt x="822" y="2"/>
                </a:lnTo>
                <a:lnTo>
                  <a:pt x="849" y="1"/>
                </a:lnTo>
                <a:lnTo>
                  <a:pt x="877" y="0"/>
                </a:lnTo>
                <a:lnTo>
                  <a:pt x="904" y="1"/>
                </a:lnTo>
                <a:lnTo>
                  <a:pt x="932" y="2"/>
                </a:lnTo>
                <a:lnTo>
                  <a:pt x="959" y="3"/>
                </a:lnTo>
                <a:lnTo>
                  <a:pt x="987" y="5"/>
                </a:lnTo>
                <a:lnTo>
                  <a:pt x="1014" y="8"/>
                </a:lnTo>
                <a:lnTo>
                  <a:pt x="1041" y="12"/>
                </a:lnTo>
                <a:lnTo>
                  <a:pt x="1068" y="16"/>
                </a:lnTo>
                <a:lnTo>
                  <a:pt x="1095" y="20"/>
                </a:lnTo>
                <a:lnTo>
                  <a:pt x="1121" y="25"/>
                </a:lnTo>
                <a:lnTo>
                  <a:pt x="1148" y="31"/>
                </a:lnTo>
                <a:lnTo>
                  <a:pt x="1174" y="38"/>
                </a:lnTo>
                <a:lnTo>
                  <a:pt x="1200" y="45"/>
                </a:lnTo>
                <a:lnTo>
                  <a:pt x="1225" y="52"/>
                </a:lnTo>
                <a:lnTo>
                  <a:pt x="1250" y="60"/>
                </a:lnTo>
                <a:lnTo>
                  <a:pt x="1275" y="69"/>
                </a:lnTo>
                <a:lnTo>
                  <a:pt x="1299" y="78"/>
                </a:lnTo>
                <a:lnTo>
                  <a:pt x="1323" y="88"/>
                </a:lnTo>
                <a:lnTo>
                  <a:pt x="1347" y="98"/>
                </a:lnTo>
                <a:lnTo>
                  <a:pt x="1370" y="109"/>
                </a:lnTo>
                <a:lnTo>
                  <a:pt x="1392" y="120"/>
                </a:lnTo>
                <a:lnTo>
                  <a:pt x="1414" y="132"/>
                </a:lnTo>
                <a:lnTo>
                  <a:pt x="1436" y="145"/>
                </a:lnTo>
                <a:lnTo>
                  <a:pt x="1457" y="157"/>
                </a:lnTo>
                <a:lnTo>
                  <a:pt x="1477" y="171"/>
                </a:lnTo>
                <a:lnTo>
                  <a:pt x="1497" y="184"/>
                </a:lnTo>
                <a:lnTo>
                  <a:pt x="1516" y="199"/>
                </a:lnTo>
                <a:lnTo>
                  <a:pt x="1534" y="213"/>
                </a:lnTo>
                <a:lnTo>
                  <a:pt x="1552" y="228"/>
                </a:lnTo>
                <a:lnTo>
                  <a:pt x="1569" y="243"/>
                </a:lnTo>
                <a:lnTo>
                  <a:pt x="1586" y="259"/>
                </a:lnTo>
                <a:lnTo>
                  <a:pt x="1602" y="275"/>
                </a:lnTo>
                <a:lnTo>
                  <a:pt x="1617" y="292"/>
                </a:lnTo>
                <a:lnTo>
                  <a:pt x="1631" y="309"/>
                </a:lnTo>
                <a:lnTo>
                  <a:pt x="1645" y="326"/>
                </a:lnTo>
                <a:lnTo>
                  <a:pt x="1658" y="343"/>
                </a:lnTo>
                <a:lnTo>
                  <a:pt x="1670" y="361"/>
                </a:lnTo>
                <a:lnTo>
                  <a:pt x="1681" y="379"/>
                </a:lnTo>
                <a:lnTo>
                  <a:pt x="1692" y="397"/>
                </a:lnTo>
                <a:lnTo>
                  <a:pt x="1702" y="416"/>
                </a:lnTo>
                <a:lnTo>
                  <a:pt x="1710" y="434"/>
                </a:lnTo>
                <a:lnTo>
                  <a:pt x="1719" y="453"/>
                </a:lnTo>
                <a:lnTo>
                  <a:pt x="1726" y="472"/>
                </a:lnTo>
                <a:lnTo>
                  <a:pt x="1732" y="491"/>
                </a:lnTo>
                <a:lnTo>
                  <a:pt x="1738" y="511"/>
                </a:lnTo>
                <a:lnTo>
                  <a:pt x="1743" y="530"/>
                </a:lnTo>
                <a:lnTo>
                  <a:pt x="1746" y="550"/>
                </a:lnTo>
                <a:lnTo>
                  <a:pt x="1749" y="569"/>
                </a:lnTo>
                <a:lnTo>
                  <a:pt x="1752" y="589"/>
                </a:lnTo>
                <a:lnTo>
                  <a:pt x="1753" y="610"/>
                </a:lnTo>
                <a:lnTo>
                  <a:pt x="1753" y="629"/>
                </a:lnTo>
                <a:close/>
              </a:path>
            </a:pathLst>
          </a:custGeom>
          <a:solidFill>
            <a:srgbClr val="ff9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1" name=""/>
          <p:cNvSpPr/>
          <p:nvPr/>
        </p:nvSpPr>
        <p:spPr>
          <a:xfrm>
            <a:off x="7745760" y="2717280"/>
            <a:ext cx="633960" cy="454320"/>
          </a:xfrm>
          <a:custGeom>
            <a:avLst/>
            <a:gdLst/>
            <a:ahLst/>
            <a:rect l="0" t="0" r="r" b="b"/>
            <a:pathLst>
              <a:path w="1761" h="1262">
                <a:moveTo>
                  <a:pt x="1757" y="630"/>
                </a:moveTo>
                <a:lnTo>
                  <a:pt x="1757" y="611"/>
                </a:lnTo>
                <a:lnTo>
                  <a:pt x="1756" y="591"/>
                </a:lnTo>
                <a:lnTo>
                  <a:pt x="1753" y="571"/>
                </a:lnTo>
                <a:lnTo>
                  <a:pt x="1750" y="552"/>
                </a:lnTo>
                <a:lnTo>
                  <a:pt x="1747" y="532"/>
                </a:lnTo>
                <a:lnTo>
                  <a:pt x="1742" y="513"/>
                </a:lnTo>
                <a:lnTo>
                  <a:pt x="1736" y="493"/>
                </a:lnTo>
                <a:lnTo>
                  <a:pt x="1730" y="474"/>
                </a:lnTo>
                <a:lnTo>
                  <a:pt x="1723" y="455"/>
                </a:lnTo>
                <a:lnTo>
                  <a:pt x="1714" y="436"/>
                </a:lnTo>
                <a:lnTo>
                  <a:pt x="1706" y="418"/>
                </a:lnTo>
                <a:lnTo>
                  <a:pt x="1696" y="399"/>
                </a:lnTo>
                <a:lnTo>
                  <a:pt x="1685" y="381"/>
                </a:lnTo>
                <a:lnTo>
                  <a:pt x="1674" y="363"/>
                </a:lnTo>
                <a:lnTo>
                  <a:pt x="1662" y="345"/>
                </a:lnTo>
                <a:lnTo>
                  <a:pt x="1649" y="328"/>
                </a:lnTo>
                <a:lnTo>
                  <a:pt x="1635" y="311"/>
                </a:lnTo>
                <a:lnTo>
                  <a:pt x="1621" y="294"/>
                </a:lnTo>
                <a:lnTo>
                  <a:pt x="1606" y="277"/>
                </a:lnTo>
                <a:lnTo>
                  <a:pt x="1590" y="261"/>
                </a:lnTo>
                <a:lnTo>
                  <a:pt x="1573" y="245"/>
                </a:lnTo>
                <a:lnTo>
                  <a:pt x="1556" y="230"/>
                </a:lnTo>
                <a:lnTo>
                  <a:pt x="1538" y="215"/>
                </a:lnTo>
                <a:lnTo>
                  <a:pt x="1520" y="201"/>
                </a:lnTo>
                <a:lnTo>
                  <a:pt x="1501" y="186"/>
                </a:lnTo>
                <a:lnTo>
                  <a:pt x="1481" y="173"/>
                </a:lnTo>
                <a:lnTo>
                  <a:pt x="1461" y="159"/>
                </a:lnTo>
                <a:lnTo>
                  <a:pt x="1440" y="147"/>
                </a:lnTo>
                <a:lnTo>
                  <a:pt x="1418" y="134"/>
                </a:lnTo>
                <a:lnTo>
                  <a:pt x="1396" y="122"/>
                </a:lnTo>
                <a:lnTo>
                  <a:pt x="1374" y="111"/>
                </a:lnTo>
                <a:lnTo>
                  <a:pt x="1351" y="100"/>
                </a:lnTo>
                <a:lnTo>
                  <a:pt x="1327" y="90"/>
                </a:lnTo>
                <a:lnTo>
                  <a:pt x="1303" y="80"/>
                </a:lnTo>
                <a:lnTo>
                  <a:pt x="1279" y="71"/>
                </a:lnTo>
                <a:lnTo>
                  <a:pt x="1254" y="62"/>
                </a:lnTo>
                <a:lnTo>
                  <a:pt x="1229" y="54"/>
                </a:lnTo>
                <a:lnTo>
                  <a:pt x="1204" y="47"/>
                </a:lnTo>
                <a:lnTo>
                  <a:pt x="1178" y="40"/>
                </a:lnTo>
                <a:lnTo>
                  <a:pt x="1152" y="33"/>
                </a:lnTo>
                <a:lnTo>
                  <a:pt x="1125" y="27"/>
                </a:lnTo>
                <a:lnTo>
                  <a:pt x="1099" y="22"/>
                </a:lnTo>
                <a:lnTo>
                  <a:pt x="1072" y="18"/>
                </a:lnTo>
                <a:lnTo>
                  <a:pt x="1045" y="14"/>
                </a:lnTo>
                <a:lnTo>
                  <a:pt x="1018" y="10"/>
                </a:lnTo>
                <a:lnTo>
                  <a:pt x="991" y="7"/>
                </a:lnTo>
                <a:lnTo>
                  <a:pt x="963" y="5"/>
                </a:lnTo>
                <a:lnTo>
                  <a:pt x="936" y="4"/>
                </a:lnTo>
                <a:lnTo>
                  <a:pt x="908" y="3"/>
                </a:lnTo>
                <a:lnTo>
                  <a:pt x="881" y="2"/>
                </a:lnTo>
                <a:lnTo>
                  <a:pt x="853" y="3"/>
                </a:lnTo>
                <a:lnTo>
                  <a:pt x="826" y="4"/>
                </a:lnTo>
                <a:lnTo>
                  <a:pt x="798" y="5"/>
                </a:lnTo>
                <a:lnTo>
                  <a:pt x="771" y="7"/>
                </a:lnTo>
                <a:lnTo>
                  <a:pt x="744" y="10"/>
                </a:lnTo>
                <a:lnTo>
                  <a:pt x="717" y="14"/>
                </a:lnTo>
                <a:lnTo>
                  <a:pt x="690" y="18"/>
                </a:lnTo>
                <a:lnTo>
                  <a:pt x="663" y="22"/>
                </a:lnTo>
                <a:lnTo>
                  <a:pt x="636" y="27"/>
                </a:lnTo>
                <a:lnTo>
                  <a:pt x="610" y="33"/>
                </a:lnTo>
                <a:lnTo>
                  <a:pt x="584" y="40"/>
                </a:lnTo>
                <a:lnTo>
                  <a:pt x="558" y="47"/>
                </a:lnTo>
                <a:lnTo>
                  <a:pt x="533" y="54"/>
                </a:lnTo>
                <a:lnTo>
                  <a:pt x="508" y="62"/>
                </a:lnTo>
                <a:lnTo>
                  <a:pt x="482" y="71"/>
                </a:lnTo>
                <a:lnTo>
                  <a:pt x="458" y="80"/>
                </a:lnTo>
                <a:lnTo>
                  <a:pt x="434" y="90"/>
                </a:lnTo>
                <a:lnTo>
                  <a:pt x="410" y="100"/>
                </a:lnTo>
                <a:lnTo>
                  <a:pt x="387" y="111"/>
                </a:lnTo>
                <a:lnTo>
                  <a:pt x="365" y="122"/>
                </a:lnTo>
                <a:lnTo>
                  <a:pt x="343" y="134"/>
                </a:lnTo>
                <a:lnTo>
                  <a:pt x="321" y="147"/>
                </a:lnTo>
                <a:lnTo>
                  <a:pt x="300" y="159"/>
                </a:lnTo>
                <a:lnTo>
                  <a:pt x="280" y="173"/>
                </a:lnTo>
                <a:lnTo>
                  <a:pt x="260" y="186"/>
                </a:lnTo>
                <a:lnTo>
                  <a:pt x="241" y="201"/>
                </a:lnTo>
                <a:lnTo>
                  <a:pt x="223" y="215"/>
                </a:lnTo>
                <a:lnTo>
                  <a:pt x="205" y="230"/>
                </a:lnTo>
                <a:lnTo>
                  <a:pt x="187" y="245"/>
                </a:lnTo>
                <a:lnTo>
                  <a:pt x="171" y="261"/>
                </a:lnTo>
                <a:lnTo>
                  <a:pt x="155" y="277"/>
                </a:lnTo>
                <a:lnTo>
                  <a:pt x="140" y="294"/>
                </a:lnTo>
                <a:lnTo>
                  <a:pt x="126" y="311"/>
                </a:lnTo>
                <a:lnTo>
                  <a:pt x="112" y="328"/>
                </a:lnTo>
                <a:lnTo>
                  <a:pt x="99" y="345"/>
                </a:lnTo>
                <a:lnTo>
                  <a:pt x="87" y="363"/>
                </a:lnTo>
                <a:lnTo>
                  <a:pt x="76" y="381"/>
                </a:lnTo>
                <a:lnTo>
                  <a:pt x="65" y="399"/>
                </a:lnTo>
                <a:lnTo>
                  <a:pt x="55" y="418"/>
                </a:lnTo>
                <a:lnTo>
                  <a:pt x="46" y="436"/>
                </a:lnTo>
                <a:lnTo>
                  <a:pt x="38" y="455"/>
                </a:lnTo>
                <a:lnTo>
                  <a:pt x="31" y="474"/>
                </a:lnTo>
                <a:lnTo>
                  <a:pt x="25" y="493"/>
                </a:lnTo>
                <a:lnTo>
                  <a:pt x="19" y="513"/>
                </a:lnTo>
                <a:lnTo>
                  <a:pt x="14" y="532"/>
                </a:lnTo>
                <a:lnTo>
                  <a:pt x="10" y="552"/>
                </a:lnTo>
                <a:lnTo>
                  <a:pt x="7" y="571"/>
                </a:lnTo>
                <a:lnTo>
                  <a:pt x="5" y="591"/>
                </a:lnTo>
                <a:lnTo>
                  <a:pt x="4" y="611"/>
                </a:lnTo>
                <a:lnTo>
                  <a:pt x="4" y="630"/>
                </a:lnTo>
                <a:lnTo>
                  <a:pt x="4" y="651"/>
                </a:lnTo>
                <a:lnTo>
                  <a:pt x="5" y="671"/>
                </a:lnTo>
                <a:lnTo>
                  <a:pt x="7" y="690"/>
                </a:lnTo>
                <a:lnTo>
                  <a:pt x="10" y="710"/>
                </a:lnTo>
                <a:lnTo>
                  <a:pt x="14" y="730"/>
                </a:lnTo>
                <a:lnTo>
                  <a:pt x="19" y="749"/>
                </a:lnTo>
                <a:lnTo>
                  <a:pt x="25" y="768"/>
                </a:lnTo>
                <a:lnTo>
                  <a:pt x="31" y="787"/>
                </a:lnTo>
                <a:lnTo>
                  <a:pt x="38" y="806"/>
                </a:lnTo>
                <a:lnTo>
                  <a:pt x="46" y="825"/>
                </a:lnTo>
                <a:lnTo>
                  <a:pt x="55" y="844"/>
                </a:lnTo>
                <a:lnTo>
                  <a:pt x="65" y="862"/>
                </a:lnTo>
                <a:lnTo>
                  <a:pt x="76" y="881"/>
                </a:lnTo>
                <a:lnTo>
                  <a:pt x="87" y="899"/>
                </a:lnTo>
                <a:lnTo>
                  <a:pt x="99" y="916"/>
                </a:lnTo>
                <a:lnTo>
                  <a:pt x="112" y="934"/>
                </a:lnTo>
                <a:lnTo>
                  <a:pt x="126" y="951"/>
                </a:lnTo>
                <a:lnTo>
                  <a:pt x="140" y="968"/>
                </a:lnTo>
                <a:lnTo>
                  <a:pt x="155" y="984"/>
                </a:lnTo>
                <a:lnTo>
                  <a:pt x="171" y="1000"/>
                </a:lnTo>
                <a:lnTo>
                  <a:pt x="187" y="1016"/>
                </a:lnTo>
                <a:lnTo>
                  <a:pt x="205" y="1032"/>
                </a:lnTo>
                <a:lnTo>
                  <a:pt x="223" y="1047"/>
                </a:lnTo>
                <a:lnTo>
                  <a:pt x="241" y="1061"/>
                </a:lnTo>
                <a:lnTo>
                  <a:pt x="260" y="1075"/>
                </a:lnTo>
                <a:lnTo>
                  <a:pt x="280" y="1089"/>
                </a:lnTo>
                <a:lnTo>
                  <a:pt x="300" y="1102"/>
                </a:lnTo>
                <a:lnTo>
                  <a:pt x="321" y="1115"/>
                </a:lnTo>
                <a:lnTo>
                  <a:pt x="343" y="1127"/>
                </a:lnTo>
                <a:lnTo>
                  <a:pt x="365" y="1139"/>
                </a:lnTo>
                <a:lnTo>
                  <a:pt x="387" y="1151"/>
                </a:lnTo>
                <a:lnTo>
                  <a:pt x="410" y="1161"/>
                </a:lnTo>
                <a:lnTo>
                  <a:pt x="434" y="1172"/>
                </a:lnTo>
                <a:lnTo>
                  <a:pt x="458" y="1181"/>
                </a:lnTo>
                <a:lnTo>
                  <a:pt x="482" y="1191"/>
                </a:lnTo>
                <a:lnTo>
                  <a:pt x="508" y="1199"/>
                </a:lnTo>
                <a:lnTo>
                  <a:pt x="533" y="1208"/>
                </a:lnTo>
                <a:lnTo>
                  <a:pt x="558" y="1215"/>
                </a:lnTo>
                <a:lnTo>
                  <a:pt x="584" y="1222"/>
                </a:lnTo>
                <a:lnTo>
                  <a:pt x="610" y="1228"/>
                </a:lnTo>
                <a:lnTo>
                  <a:pt x="636" y="1234"/>
                </a:lnTo>
                <a:lnTo>
                  <a:pt x="663" y="1239"/>
                </a:lnTo>
                <a:lnTo>
                  <a:pt x="690" y="1244"/>
                </a:lnTo>
                <a:lnTo>
                  <a:pt x="717" y="1248"/>
                </a:lnTo>
                <a:lnTo>
                  <a:pt x="744" y="1251"/>
                </a:lnTo>
                <a:lnTo>
                  <a:pt x="771" y="1254"/>
                </a:lnTo>
                <a:lnTo>
                  <a:pt x="798" y="1256"/>
                </a:lnTo>
                <a:lnTo>
                  <a:pt x="826" y="1258"/>
                </a:lnTo>
                <a:lnTo>
                  <a:pt x="853" y="1259"/>
                </a:lnTo>
                <a:lnTo>
                  <a:pt x="881" y="1259"/>
                </a:lnTo>
                <a:lnTo>
                  <a:pt x="908" y="1259"/>
                </a:lnTo>
                <a:lnTo>
                  <a:pt x="936" y="1258"/>
                </a:lnTo>
                <a:lnTo>
                  <a:pt x="963" y="1256"/>
                </a:lnTo>
                <a:lnTo>
                  <a:pt x="991" y="1254"/>
                </a:lnTo>
                <a:lnTo>
                  <a:pt x="1018" y="1251"/>
                </a:lnTo>
                <a:lnTo>
                  <a:pt x="1045" y="1248"/>
                </a:lnTo>
                <a:lnTo>
                  <a:pt x="1072" y="1244"/>
                </a:lnTo>
                <a:lnTo>
                  <a:pt x="1099" y="1239"/>
                </a:lnTo>
                <a:lnTo>
                  <a:pt x="1125" y="1234"/>
                </a:lnTo>
                <a:lnTo>
                  <a:pt x="1152" y="1228"/>
                </a:lnTo>
                <a:lnTo>
                  <a:pt x="1178" y="1222"/>
                </a:lnTo>
                <a:lnTo>
                  <a:pt x="1204" y="1215"/>
                </a:lnTo>
                <a:lnTo>
                  <a:pt x="1229" y="1208"/>
                </a:lnTo>
                <a:lnTo>
                  <a:pt x="1254" y="1199"/>
                </a:lnTo>
                <a:lnTo>
                  <a:pt x="1279" y="1191"/>
                </a:lnTo>
                <a:lnTo>
                  <a:pt x="1303" y="1181"/>
                </a:lnTo>
                <a:lnTo>
                  <a:pt x="1327" y="1172"/>
                </a:lnTo>
                <a:lnTo>
                  <a:pt x="1351" y="1161"/>
                </a:lnTo>
                <a:lnTo>
                  <a:pt x="1374" y="1151"/>
                </a:lnTo>
                <a:lnTo>
                  <a:pt x="1396" y="1139"/>
                </a:lnTo>
                <a:lnTo>
                  <a:pt x="1418" y="1127"/>
                </a:lnTo>
                <a:lnTo>
                  <a:pt x="1440" y="1115"/>
                </a:lnTo>
                <a:lnTo>
                  <a:pt x="1461" y="1102"/>
                </a:lnTo>
                <a:lnTo>
                  <a:pt x="1481" y="1089"/>
                </a:lnTo>
                <a:lnTo>
                  <a:pt x="1501" y="1075"/>
                </a:lnTo>
                <a:lnTo>
                  <a:pt x="1520" y="1061"/>
                </a:lnTo>
                <a:lnTo>
                  <a:pt x="1538" y="1047"/>
                </a:lnTo>
                <a:lnTo>
                  <a:pt x="1556" y="1032"/>
                </a:lnTo>
                <a:lnTo>
                  <a:pt x="1573" y="1016"/>
                </a:lnTo>
                <a:lnTo>
                  <a:pt x="1590" y="1000"/>
                </a:lnTo>
                <a:lnTo>
                  <a:pt x="1606" y="984"/>
                </a:lnTo>
                <a:lnTo>
                  <a:pt x="1621" y="968"/>
                </a:lnTo>
                <a:lnTo>
                  <a:pt x="1635" y="951"/>
                </a:lnTo>
                <a:lnTo>
                  <a:pt x="1649" y="934"/>
                </a:lnTo>
                <a:lnTo>
                  <a:pt x="1662" y="916"/>
                </a:lnTo>
                <a:lnTo>
                  <a:pt x="1674" y="899"/>
                </a:lnTo>
                <a:lnTo>
                  <a:pt x="1685" y="881"/>
                </a:lnTo>
                <a:lnTo>
                  <a:pt x="1696" y="862"/>
                </a:lnTo>
                <a:lnTo>
                  <a:pt x="1706" y="844"/>
                </a:lnTo>
                <a:lnTo>
                  <a:pt x="1714" y="825"/>
                </a:lnTo>
                <a:lnTo>
                  <a:pt x="1723" y="806"/>
                </a:lnTo>
                <a:lnTo>
                  <a:pt x="1730" y="787"/>
                </a:lnTo>
                <a:lnTo>
                  <a:pt x="1736" y="768"/>
                </a:lnTo>
                <a:lnTo>
                  <a:pt x="1742" y="749"/>
                </a:lnTo>
                <a:lnTo>
                  <a:pt x="1747" y="730"/>
                </a:lnTo>
                <a:lnTo>
                  <a:pt x="1750" y="710"/>
                </a:lnTo>
                <a:lnTo>
                  <a:pt x="1753" y="690"/>
                </a:lnTo>
                <a:lnTo>
                  <a:pt x="1756" y="671"/>
                </a:lnTo>
                <a:lnTo>
                  <a:pt x="1757" y="651"/>
                </a:lnTo>
                <a:lnTo>
                  <a:pt x="1757" y="630"/>
                </a:lnTo>
                <a:moveTo>
                  <a:pt x="1761" y="630"/>
                </a:moveTo>
                <a:lnTo>
                  <a:pt x="1761" y="651"/>
                </a:lnTo>
                <a:lnTo>
                  <a:pt x="1759" y="671"/>
                </a:lnTo>
                <a:lnTo>
                  <a:pt x="1757" y="691"/>
                </a:lnTo>
                <a:lnTo>
                  <a:pt x="1754" y="710"/>
                </a:lnTo>
                <a:lnTo>
                  <a:pt x="1750" y="730"/>
                </a:lnTo>
                <a:lnTo>
                  <a:pt x="1746" y="749"/>
                </a:lnTo>
                <a:lnTo>
                  <a:pt x="1740" y="769"/>
                </a:lnTo>
                <a:lnTo>
                  <a:pt x="1734" y="788"/>
                </a:lnTo>
                <a:lnTo>
                  <a:pt x="1726" y="807"/>
                </a:lnTo>
                <a:lnTo>
                  <a:pt x="1718" y="826"/>
                </a:lnTo>
                <a:lnTo>
                  <a:pt x="1709" y="845"/>
                </a:lnTo>
                <a:lnTo>
                  <a:pt x="1699" y="863"/>
                </a:lnTo>
                <a:lnTo>
                  <a:pt x="1689" y="882"/>
                </a:lnTo>
                <a:lnTo>
                  <a:pt x="1677" y="900"/>
                </a:lnTo>
                <a:lnTo>
                  <a:pt x="1665" y="918"/>
                </a:lnTo>
                <a:lnTo>
                  <a:pt x="1652" y="935"/>
                </a:lnTo>
                <a:lnTo>
                  <a:pt x="1639" y="952"/>
                </a:lnTo>
                <a:lnTo>
                  <a:pt x="1624" y="969"/>
                </a:lnTo>
                <a:lnTo>
                  <a:pt x="1609" y="986"/>
                </a:lnTo>
                <a:lnTo>
                  <a:pt x="1593" y="1002"/>
                </a:lnTo>
                <a:lnTo>
                  <a:pt x="1576" y="1018"/>
                </a:lnTo>
                <a:lnTo>
                  <a:pt x="1559" y="1033"/>
                </a:lnTo>
                <a:lnTo>
                  <a:pt x="1541" y="1048"/>
                </a:lnTo>
                <a:lnTo>
                  <a:pt x="1523" y="1063"/>
                </a:lnTo>
                <a:lnTo>
                  <a:pt x="1503" y="1077"/>
                </a:lnTo>
                <a:lnTo>
                  <a:pt x="1484" y="1091"/>
                </a:lnTo>
                <a:lnTo>
                  <a:pt x="1463" y="1104"/>
                </a:lnTo>
                <a:lnTo>
                  <a:pt x="1442" y="1117"/>
                </a:lnTo>
                <a:lnTo>
                  <a:pt x="1420" y="1130"/>
                </a:lnTo>
                <a:lnTo>
                  <a:pt x="1398" y="1141"/>
                </a:lnTo>
                <a:lnTo>
                  <a:pt x="1376" y="1153"/>
                </a:lnTo>
                <a:lnTo>
                  <a:pt x="1353" y="1164"/>
                </a:lnTo>
                <a:lnTo>
                  <a:pt x="1329" y="1174"/>
                </a:lnTo>
                <a:lnTo>
                  <a:pt x="1305" y="1184"/>
                </a:lnTo>
                <a:lnTo>
                  <a:pt x="1281" y="1193"/>
                </a:lnTo>
                <a:lnTo>
                  <a:pt x="1256" y="1202"/>
                </a:lnTo>
                <a:lnTo>
                  <a:pt x="1231" y="1210"/>
                </a:lnTo>
                <a:lnTo>
                  <a:pt x="1205" y="1218"/>
                </a:lnTo>
                <a:lnTo>
                  <a:pt x="1179" y="1225"/>
                </a:lnTo>
                <a:lnTo>
                  <a:pt x="1153" y="1231"/>
                </a:lnTo>
                <a:lnTo>
                  <a:pt x="1127" y="1237"/>
                </a:lnTo>
                <a:lnTo>
                  <a:pt x="1100" y="1242"/>
                </a:lnTo>
                <a:lnTo>
                  <a:pt x="1073" y="1247"/>
                </a:lnTo>
                <a:lnTo>
                  <a:pt x="1046" y="1251"/>
                </a:lnTo>
                <a:lnTo>
                  <a:pt x="1019" y="1254"/>
                </a:lnTo>
                <a:lnTo>
                  <a:pt x="991" y="1257"/>
                </a:lnTo>
                <a:lnTo>
                  <a:pt x="964" y="1259"/>
                </a:lnTo>
                <a:lnTo>
                  <a:pt x="936" y="1261"/>
                </a:lnTo>
                <a:lnTo>
                  <a:pt x="909" y="1262"/>
                </a:lnTo>
                <a:lnTo>
                  <a:pt x="881" y="1262"/>
                </a:lnTo>
                <a:lnTo>
                  <a:pt x="853" y="1262"/>
                </a:lnTo>
                <a:lnTo>
                  <a:pt x="826" y="1261"/>
                </a:lnTo>
                <a:lnTo>
                  <a:pt x="798" y="1259"/>
                </a:lnTo>
                <a:lnTo>
                  <a:pt x="771" y="1257"/>
                </a:lnTo>
                <a:lnTo>
                  <a:pt x="743" y="1254"/>
                </a:lnTo>
                <a:lnTo>
                  <a:pt x="716" y="1251"/>
                </a:lnTo>
                <a:lnTo>
                  <a:pt x="689" y="1247"/>
                </a:lnTo>
                <a:lnTo>
                  <a:pt x="662" y="1242"/>
                </a:lnTo>
                <a:lnTo>
                  <a:pt x="635" y="1237"/>
                </a:lnTo>
                <a:lnTo>
                  <a:pt x="609" y="1231"/>
                </a:lnTo>
                <a:lnTo>
                  <a:pt x="583" y="1225"/>
                </a:lnTo>
                <a:lnTo>
                  <a:pt x="557" y="1218"/>
                </a:lnTo>
                <a:lnTo>
                  <a:pt x="531" y="1210"/>
                </a:lnTo>
                <a:lnTo>
                  <a:pt x="506" y="1202"/>
                </a:lnTo>
                <a:lnTo>
                  <a:pt x="480" y="1193"/>
                </a:lnTo>
                <a:lnTo>
                  <a:pt x="456" y="1184"/>
                </a:lnTo>
                <a:lnTo>
                  <a:pt x="432" y="1174"/>
                </a:lnTo>
                <a:lnTo>
                  <a:pt x="408" y="1164"/>
                </a:lnTo>
                <a:lnTo>
                  <a:pt x="385" y="1153"/>
                </a:lnTo>
                <a:lnTo>
                  <a:pt x="363" y="1141"/>
                </a:lnTo>
                <a:lnTo>
                  <a:pt x="340" y="1130"/>
                </a:lnTo>
                <a:lnTo>
                  <a:pt x="319" y="1117"/>
                </a:lnTo>
                <a:lnTo>
                  <a:pt x="298" y="1104"/>
                </a:lnTo>
                <a:lnTo>
                  <a:pt x="277" y="1091"/>
                </a:lnTo>
                <a:lnTo>
                  <a:pt x="258" y="1077"/>
                </a:lnTo>
                <a:lnTo>
                  <a:pt x="238" y="1063"/>
                </a:lnTo>
                <a:lnTo>
                  <a:pt x="220" y="1048"/>
                </a:lnTo>
                <a:lnTo>
                  <a:pt x="202" y="1033"/>
                </a:lnTo>
                <a:lnTo>
                  <a:pt x="184" y="1018"/>
                </a:lnTo>
                <a:lnTo>
                  <a:pt x="168" y="1002"/>
                </a:lnTo>
                <a:lnTo>
                  <a:pt x="152" y="986"/>
                </a:lnTo>
                <a:lnTo>
                  <a:pt x="137" y="969"/>
                </a:lnTo>
                <a:lnTo>
                  <a:pt x="122" y="952"/>
                </a:lnTo>
                <a:lnTo>
                  <a:pt x="109" y="935"/>
                </a:lnTo>
                <a:lnTo>
                  <a:pt x="96" y="918"/>
                </a:lnTo>
                <a:lnTo>
                  <a:pt x="83" y="900"/>
                </a:lnTo>
                <a:lnTo>
                  <a:pt x="72" y="882"/>
                </a:lnTo>
                <a:lnTo>
                  <a:pt x="62" y="863"/>
                </a:lnTo>
                <a:lnTo>
                  <a:pt x="52" y="845"/>
                </a:lnTo>
                <a:lnTo>
                  <a:pt x="43" y="826"/>
                </a:lnTo>
                <a:lnTo>
                  <a:pt x="35" y="807"/>
                </a:lnTo>
                <a:lnTo>
                  <a:pt x="27" y="788"/>
                </a:lnTo>
                <a:lnTo>
                  <a:pt x="21" y="769"/>
                </a:lnTo>
                <a:lnTo>
                  <a:pt x="15" y="749"/>
                </a:lnTo>
                <a:lnTo>
                  <a:pt x="11" y="730"/>
                </a:lnTo>
                <a:lnTo>
                  <a:pt x="7" y="710"/>
                </a:lnTo>
                <a:lnTo>
                  <a:pt x="4" y="691"/>
                </a:lnTo>
                <a:lnTo>
                  <a:pt x="1" y="671"/>
                </a:lnTo>
                <a:lnTo>
                  <a:pt x="0" y="651"/>
                </a:lnTo>
                <a:lnTo>
                  <a:pt x="0" y="630"/>
                </a:lnTo>
                <a:lnTo>
                  <a:pt x="0" y="610"/>
                </a:lnTo>
                <a:lnTo>
                  <a:pt x="1" y="591"/>
                </a:lnTo>
                <a:lnTo>
                  <a:pt x="4" y="571"/>
                </a:lnTo>
                <a:lnTo>
                  <a:pt x="7" y="551"/>
                </a:lnTo>
                <a:lnTo>
                  <a:pt x="11" y="532"/>
                </a:lnTo>
                <a:lnTo>
                  <a:pt x="15" y="512"/>
                </a:lnTo>
                <a:lnTo>
                  <a:pt x="21" y="493"/>
                </a:lnTo>
                <a:lnTo>
                  <a:pt x="27" y="473"/>
                </a:lnTo>
                <a:lnTo>
                  <a:pt x="35" y="454"/>
                </a:lnTo>
                <a:lnTo>
                  <a:pt x="43" y="435"/>
                </a:lnTo>
                <a:lnTo>
                  <a:pt x="52" y="417"/>
                </a:lnTo>
                <a:lnTo>
                  <a:pt x="62" y="398"/>
                </a:lnTo>
                <a:lnTo>
                  <a:pt x="72" y="380"/>
                </a:lnTo>
                <a:lnTo>
                  <a:pt x="83" y="362"/>
                </a:lnTo>
                <a:lnTo>
                  <a:pt x="96" y="344"/>
                </a:lnTo>
                <a:lnTo>
                  <a:pt x="109" y="326"/>
                </a:lnTo>
                <a:lnTo>
                  <a:pt x="122" y="309"/>
                </a:lnTo>
                <a:lnTo>
                  <a:pt x="137" y="292"/>
                </a:lnTo>
                <a:lnTo>
                  <a:pt x="152" y="276"/>
                </a:lnTo>
                <a:lnTo>
                  <a:pt x="168" y="260"/>
                </a:lnTo>
                <a:lnTo>
                  <a:pt x="184" y="244"/>
                </a:lnTo>
                <a:lnTo>
                  <a:pt x="202" y="228"/>
                </a:lnTo>
                <a:lnTo>
                  <a:pt x="220" y="213"/>
                </a:lnTo>
                <a:lnTo>
                  <a:pt x="238" y="199"/>
                </a:lnTo>
                <a:lnTo>
                  <a:pt x="258" y="184"/>
                </a:lnTo>
                <a:lnTo>
                  <a:pt x="277" y="171"/>
                </a:lnTo>
                <a:lnTo>
                  <a:pt x="298" y="157"/>
                </a:lnTo>
                <a:lnTo>
                  <a:pt x="319" y="144"/>
                </a:lnTo>
                <a:lnTo>
                  <a:pt x="340" y="132"/>
                </a:lnTo>
                <a:lnTo>
                  <a:pt x="363" y="120"/>
                </a:lnTo>
                <a:lnTo>
                  <a:pt x="385" y="109"/>
                </a:lnTo>
                <a:lnTo>
                  <a:pt x="408" y="98"/>
                </a:lnTo>
                <a:lnTo>
                  <a:pt x="432" y="87"/>
                </a:lnTo>
                <a:lnTo>
                  <a:pt x="456" y="78"/>
                </a:lnTo>
                <a:lnTo>
                  <a:pt x="480" y="68"/>
                </a:lnTo>
                <a:lnTo>
                  <a:pt x="506" y="60"/>
                </a:lnTo>
                <a:lnTo>
                  <a:pt x="531" y="52"/>
                </a:lnTo>
                <a:lnTo>
                  <a:pt x="557" y="44"/>
                </a:lnTo>
                <a:lnTo>
                  <a:pt x="583" y="37"/>
                </a:lnTo>
                <a:lnTo>
                  <a:pt x="609" y="31"/>
                </a:lnTo>
                <a:lnTo>
                  <a:pt x="635" y="25"/>
                </a:lnTo>
                <a:lnTo>
                  <a:pt x="662" y="19"/>
                </a:lnTo>
                <a:lnTo>
                  <a:pt x="689" y="15"/>
                </a:lnTo>
                <a:lnTo>
                  <a:pt x="716" y="11"/>
                </a:lnTo>
                <a:lnTo>
                  <a:pt x="743" y="7"/>
                </a:lnTo>
                <a:lnTo>
                  <a:pt x="771" y="5"/>
                </a:lnTo>
                <a:lnTo>
                  <a:pt x="798" y="2"/>
                </a:lnTo>
                <a:lnTo>
                  <a:pt x="826" y="1"/>
                </a:lnTo>
                <a:lnTo>
                  <a:pt x="853" y="0"/>
                </a:lnTo>
                <a:lnTo>
                  <a:pt x="881" y="0"/>
                </a:lnTo>
                <a:lnTo>
                  <a:pt x="909" y="0"/>
                </a:lnTo>
                <a:lnTo>
                  <a:pt x="936" y="1"/>
                </a:lnTo>
                <a:lnTo>
                  <a:pt x="964" y="2"/>
                </a:lnTo>
                <a:lnTo>
                  <a:pt x="991" y="5"/>
                </a:lnTo>
                <a:lnTo>
                  <a:pt x="1019" y="7"/>
                </a:lnTo>
                <a:lnTo>
                  <a:pt x="1046" y="11"/>
                </a:lnTo>
                <a:lnTo>
                  <a:pt x="1073" y="15"/>
                </a:lnTo>
                <a:lnTo>
                  <a:pt x="1100" y="19"/>
                </a:lnTo>
                <a:lnTo>
                  <a:pt x="1127" y="25"/>
                </a:lnTo>
                <a:lnTo>
                  <a:pt x="1153" y="31"/>
                </a:lnTo>
                <a:lnTo>
                  <a:pt x="1179" y="37"/>
                </a:lnTo>
                <a:lnTo>
                  <a:pt x="1205" y="44"/>
                </a:lnTo>
                <a:lnTo>
                  <a:pt x="1231" y="52"/>
                </a:lnTo>
                <a:lnTo>
                  <a:pt x="1256" y="60"/>
                </a:lnTo>
                <a:lnTo>
                  <a:pt x="1281" y="68"/>
                </a:lnTo>
                <a:lnTo>
                  <a:pt x="1305" y="78"/>
                </a:lnTo>
                <a:lnTo>
                  <a:pt x="1329" y="87"/>
                </a:lnTo>
                <a:lnTo>
                  <a:pt x="1353" y="98"/>
                </a:lnTo>
                <a:lnTo>
                  <a:pt x="1376" y="109"/>
                </a:lnTo>
                <a:lnTo>
                  <a:pt x="1398" y="120"/>
                </a:lnTo>
                <a:lnTo>
                  <a:pt x="1420" y="132"/>
                </a:lnTo>
                <a:lnTo>
                  <a:pt x="1442" y="144"/>
                </a:lnTo>
                <a:lnTo>
                  <a:pt x="1463" y="157"/>
                </a:lnTo>
                <a:lnTo>
                  <a:pt x="1484" y="171"/>
                </a:lnTo>
                <a:lnTo>
                  <a:pt x="1503" y="184"/>
                </a:lnTo>
                <a:lnTo>
                  <a:pt x="1523" y="199"/>
                </a:lnTo>
                <a:lnTo>
                  <a:pt x="1541" y="213"/>
                </a:lnTo>
                <a:lnTo>
                  <a:pt x="1559" y="228"/>
                </a:lnTo>
                <a:lnTo>
                  <a:pt x="1576" y="244"/>
                </a:lnTo>
                <a:lnTo>
                  <a:pt x="1593" y="260"/>
                </a:lnTo>
                <a:lnTo>
                  <a:pt x="1609" y="276"/>
                </a:lnTo>
                <a:lnTo>
                  <a:pt x="1624" y="292"/>
                </a:lnTo>
                <a:lnTo>
                  <a:pt x="1639" y="309"/>
                </a:lnTo>
                <a:lnTo>
                  <a:pt x="1652" y="326"/>
                </a:lnTo>
                <a:lnTo>
                  <a:pt x="1665" y="344"/>
                </a:lnTo>
                <a:lnTo>
                  <a:pt x="1677" y="362"/>
                </a:lnTo>
                <a:lnTo>
                  <a:pt x="1689" y="380"/>
                </a:lnTo>
                <a:lnTo>
                  <a:pt x="1699" y="398"/>
                </a:lnTo>
                <a:lnTo>
                  <a:pt x="1709" y="417"/>
                </a:lnTo>
                <a:lnTo>
                  <a:pt x="1718" y="435"/>
                </a:lnTo>
                <a:lnTo>
                  <a:pt x="1726" y="454"/>
                </a:lnTo>
                <a:lnTo>
                  <a:pt x="1734" y="473"/>
                </a:lnTo>
                <a:lnTo>
                  <a:pt x="1740" y="493"/>
                </a:lnTo>
                <a:lnTo>
                  <a:pt x="1746" y="512"/>
                </a:lnTo>
                <a:lnTo>
                  <a:pt x="1750" y="532"/>
                </a:lnTo>
                <a:lnTo>
                  <a:pt x="1754" y="551"/>
                </a:lnTo>
                <a:lnTo>
                  <a:pt x="1757" y="571"/>
                </a:lnTo>
                <a:lnTo>
                  <a:pt x="1759" y="591"/>
                </a:lnTo>
                <a:lnTo>
                  <a:pt x="1761" y="610"/>
                </a:lnTo>
                <a:lnTo>
                  <a:pt x="1761" y="630"/>
                </a:lnTo>
                <a:close/>
              </a:path>
            </a:pathLst>
          </a:custGeom>
          <a:solidFill>
            <a:srgbClr val="ff9f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2" name=""/>
          <p:cNvSpPr/>
          <p:nvPr/>
        </p:nvSpPr>
        <p:spPr>
          <a:xfrm>
            <a:off x="7744320" y="2716200"/>
            <a:ext cx="636840" cy="456480"/>
          </a:xfrm>
          <a:custGeom>
            <a:avLst/>
            <a:gdLst/>
            <a:ahLst/>
            <a:rect l="0" t="0" r="r" b="b"/>
            <a:pathLst>
              <a:path w="1769" h="1268">
                <a:moveTo>
                  <a:pt x="1765" y="633"/>
                </a:moveTo>
                <a:lnTo>
                  <a:pt x="1765" y="613"/>
                </a:lnTo>
                <a:lnTo>
                  <a:pt x="1763" y="594"/>
                </a:lnTo>
                <a:lnTo>
                  <a:pt x="1761" y="574"/>
                </a:lnTo>
                <a:lnTo>
                  <a:pt x="1758" y="554"/>
                </a:lnTo>
                <a:lnTo>
                  <a:pt x="1754" y="535"/>
                </a:lnTo>
                <a:lnTo>
                  <a:pt x="1750" y="515"/>
                </a:lnTo>
                <a:lnTo>
                  <a:pt x="1744" y="496"/>
                </a:lnTo>
                <a:lnTo>
                  <a:pt x="1738" y="476"/>
                </a:lnTo>
                <a:lnTo>
                  <a:pt x="1730" y="457"/>
                </a:lnTo>
                <a:lnTo>
                  <a:pt x="1722" y="438"/>
                </a:lnTo>
                <a:lnTo>
                  <a:pt x="1713" y="420"/>
                </a:lnTo>
                <a:lnTo>
                  <a:pt x="1703" y="401"/>
                </a:lnTo>
                <a:lnTo>
                  <a:pt x="1693" y="383"/>
                </a:lnTo>
                <a:lnTo>
                  <a:pt x="1681" y="365"/>
                </a:lnTo>
                <a:lnTo>
                  <a:pt x="1669" y="347"/>
                </a:lnTo>
                <a:lnTo>
                  <a:pt x="1656" y="329"/>
                </a:lnTo>
                <a:lnTo>
                  <a:pt x="1643" y="312"/>
                </a:lnTo>
                <a:lnTo>
                  <a:pt x="1628" y="295"/>
                </a:lnTo>
                <a:lnTo>
                  <a:pt x="1613" y="279"/>
                </a:lnTo>
                <a:lnTo>
                  <a:pt x="1597" y="263"/>
                </a:lnTo>
                <a:lnTo>
                  <a:pt x="1580" y="247"/>
                </a:lnTo>
                <a:lnTo>
                  <a:pt x="1563" y="231"/>
                </a:lnTo>
                <a:lnTo>
                  <a:pt x="1545" y="216"/>
                </a:lnTo>
                <a:lnTo>
                  <a:pt x="1527" y="202"/>
                </a:lnTo>
                <a:lnTo>
                  <a:pt x="1507" y="187"/>
                </a:lnTo>
                <a:lnTo>
                  <a:pt x="1488" y="174"/>
                </a:lnTo>
                <a:lnTo>
                  <a:pt x="1467" y="160"/>
                </a:lnTo>
                <a:lnTo>
                  <a:pt x="1446" y="147"/>
                </a:lnTo>
                <a:lnTo>
                  <a:pt x="1424" y="135"/>
                </a:lnTo>
                <a:lnTo>
                  <a:pt x="1402" y="123"/>
                </a:lnTo>
                <a:lnTo>
                  <a:pt x="1380" y="112"/>
                </a:lnTo>
                <a:lnTo>
                  <a:pt x="1357" y="101"/>
                </a:lnTo>
                <a:lnTo>
                  <a:pt x="1333" y="90"/>
                </a:lnTo>
                <a:lnTo>
                  <a:pt x="1309" y="81"/>
                </a:lnTo>
                <a:lnTo>
                  <a:pt x="1285" y="71"/>
                </a:lnTo>
                <a:lnTo>
                  <a:pt x="1260" y="63"/>
                </a:lnTo>
                <a:lnTo>
                  <a:pt x="1235" y="55"/>
                </a:lnTo>
                <a:lnTo>
                  <a:pt x="1209" y="47"/>
                </a:lnTo>
                <a:lnTo>
                  <a:pt x="1183" y="40"/>
                </a:lnTo>
                <a:lnTo>
                  <a:pt x="1157" y="34"/>
                </a:lnTo>
                <a:lnTo>
                  <a:pt x="1131" y="28"/>
                </a:lnTo>
                <a:lnTo>
                  <a:pt x="1104" y="22"/>
                </a:lnTo>
                <a:lnTo>
                  <a:pt x="1077" y="18"/>
                </a:lnTo>
                <a:lnTo>
                  <a:pt x="1050" y="14"/>
                </a:lnTo>
                <a:lnTo>
                  <a:pt x="1023" y="10"/>
                </a:lnTo>
                <a:lnTo>
                  <a:pt x="995" y="8"/>
                </a:lnTo>
                <a:lnTo>
                  <a:pt x="968" y="5"/>
                </a:lnTo>
                <a:lnTo>
                  <a:pt x="940" y="4"/>
                </a:lnTo>
                <a:lnTo>
                  <a:pt x="913" y="3"/>
                </a:lnTo>
                <a:lnTo>
                  <a:pt x="885" y="3"/>
                </a:lnTo>
                <a:lnTo>
                  <a:pt x="857" y="3"/>
                </a:lnTo>
                <a:lnTo>
                  <a:pt x="830" y="4"/>
                </a:lnTo>
                <a:lnTo>
                  <a:pt x="802" y="5"/>
                </a:lnTo>
                <a:lnTo>
                  <a:pt x="775" y="8"/>
                </a:lnTo>
                <a:lnTo>
                  <a:pt x="747" y="10"/>
                </a:lnTo>
                <a:lnTo>
                  <a:pt x="720" y="14"/>
                </a:lnTo>
                <a:lnTo>
                  <a:pt x="693" y="18"/>
                </a:lnTo>
                <a:lnTo>
                  <a:pt x="666" y="22"/>
                </a:lnTo>
                <a:lnTo>
                  <a:pt x="639" y="28"/>
                </a:lnTo>
                <a:lnTo>
                  <a:pt x="613" y="34"/>
                </a:lnTo>
                <a:lnTo>
                  <a:pt x="586" y="40"/>
                </a:lnTo>
                <a:lnTo>
                  <a:pt x="560" y="47"/>
                </a:lnTo>
                <a:lnTo>
                  <a:pt x="534" y="55"/>
                </a:lnTo>
                <a:lnTo>
                  <a:pt x="509" y="63"/>
                </a:lnTo>
                <a:lnTo>
                  <a:pt x="484" y="71"/>
                </a:lnTo>
                <a:lnTo>
                  <a:pt x="460" y="81"/>
                </a:lnTo>
                <a:lnTo>
                  <a:pt x="436" y="90"/>
                </a:lnTo>
                <a:lnTo>
                  <a:pt x="412" y="101"/>
                </a:lnTo>
                <a:lnTo>
                  <a:pt x="389" y="112"/>
                </a:lnTo>
                <a:lnTo>
                  <a:pt x="367" y="123"/>
                </a:lnTo>
                <a:lnTo>
                  <a:pt x="344" y="135"/>
                </a:lnTo>
                <a:lnTo>
                  <a:pt x="323" y="147"/>
                </a:lnTo>
                <a:lnTo>
                  <a:pt x="302" y="160"/>
                </a:lnTo>
                <a:lnTo>
                  <a:pt x="281" y="174"/>
                </a:lnTo>
                <a:lnTo>
                  <a:pt x="262" y="187"/>
                </a:lnTo>
                <a:lnTo>
                  <a:pt x="242" y="202"/>
                </a:lnTo>
                <a:lnTo>
                  <a:pt x="224" y="216"/>
                </a:lnTo>
                <a:lnTo>
                  <a:pt x="206" y="231"/>
                </a:lnTo>
                <a:lnTo>
                  <a:pt x="188" y="247"/>
                </a:lnTo>
                <a:lnTo>
                  <a:pt x="172" y="263"/>
                </a:lnTo>
                <a:lnTo>
                  <a:pt x="156" y="279"/>
                </a:lnTo>
                <a:lnTo>
                  <a:pt x="141" y="295"/>
                </a:lnTo>
                <a:lnTo>
                  <a:pt x="126" y="312"/>
                </a:lnTo>
                <a:lnTo>
                  <a:pt x="113" y="329"/>
                </a:lnTo>
                <a:lnTo>
                  <a:pt x="100" y="347"/>
                </a:lnTo>
                <a:lnTo>
                  <a:pt x="87" y="365"/>
                </a:lnTo>
                <a:lnTo>
                  <a:pt x="76" y="383"/>
                </a:lnTo>
                <a:lnTo>
                  <a:pt x="66" y="401"/>
                </a:lnTo>
                <a:lnTo>
                  <a:pt x="56" y="420"/>
                </a:lnTo>
                <a:lnTo>
                  <a:pt x="47" y="438"/>
                </a:lnTo>
                <a:lnTo>
                  <a:pt x="39" y="457"/>
                </a:lnTo>
                <a:lnTo>
                  <a:pt x="31" y="476"/>
                </a:lnTo>
                <a:lnTo>
                  <a:pt x="25" y="496"/>
                </a:lnTo>
                <a:lnTo>
                  <a:pt x="19" y="515"/>
                </a:lnTo>
                <a:lnTo>
                  <a:pt x="15" y="535"/>
                </a:lnTo>
                <a:lnTo>
                  <a:pt x="11" y="554"/>
                </a:lnTo>
                <a:lnTo>
                  <a:pt x="8" y="574"/>
                </a:lnTo>
                <a:lnTo>
                  <a:pt x="5" y="594"/>
                </a:lnTo>
                <a:lnTo>
                  <a:pt x="4" y="613"/>
                </a:lnTo>
                <a:lnTo>
                  <a:pt x="4" y="633"/>
                </a:lnTo>
                <a:lnTo>
                  <a:pt x="4" y="653"/>
                </a:lnTo>
                <a:lnTo>
                  <a:pt x="5" y="673"/>
                </a:lnTo>
                <a:lnTo>
                  <a:pt x="8" y="694"/>
                </a:lnTo>
                <a:lnTo>
                  <a:pt x="11" y="713"/>
                </a:lnTo>
                <a:lnTo>
                  <a:pt x="15" y="733"/>
                </a:lnTo>
                <a:lnTo>
                  <a:pt x="19" y="752"/>
                </a:lnTo>
                <a:lnTo>
                  <a:pt x="25" y="772"/>
                </a:lnTo>
                <a:lnTo>
                  <a:pt x="31" y="791"/>
                </a:lnTo>
                <a:lnTo>
                  <a:pt x="39" y="810"/>
                </a:lnTo>
                <a:lnTo>
                  <a:pt x="47" y="829"/>
                </a:lnTo>
                <a:lnTo>
                  <a:pt x="56" y="848"/>
                </a:lnTo>
                <a:lnTo>
                  <a:pt x="66" y="866"/>
                </a:lnTo>
                <a:lnTo>
                  <a:pt x="76" y="885"/>
                </a:lnTo>
                <a:lnTo>
                  <a:pt x="87" y="903"/>
                </a:lnTo>
                <a:lnTo>
                  <a:pt x="100" y="921"/>
                </a:lnTo>
                <a:lnTo>
                  <a:pt x="113" y="938"/>
                </a:lnTo>
                <a:lnTo>
                  <a:pt x="126" y="955"/>
                </a:lnTo>
                <a:lnTo>
                  <a:pt x="141" y="972"/>
                </a:lnTo>
                <a:lnTo>
                  <a:pt x="156" y="989"/>
                </a:lnTo>
                <a:lnTo>
                  <a:pt x="172" y="1005"/>
                </a:lnTo>
                <a:lnTo>
                  <a:pt x="188" y="1021"/>
                </a:lnTo>
                <a:lnTo>
                  <a:pt x="206" y="1036"/>
                </a:lnTo>
                <a:lnTo>
                  <a:pt x="224" y="1051"/>
                </a:lnTo>
                <a:lnTo>
                  <a:pt x="242" y="1066"/>
                </a:lnTo>
                <a:lnTo>
                  <a:pt x="262" y="1080"/>
                </a:lnTo>
                <a:lnTo>
                  <a:pt x="281" y="1094"/>
                </a:lnTo>
                <a:lnTo>
                  <a:pt x="302" y="1107"/>
                </a:lnTo>
                <a:lnTo>
                  <a:pt x="323" y="1120"/>
                </a:lnTo>
                <a:lnTo>
                  <a:pt x="344" y="1133"/>
                </a:lnTo>
                <a:lnTo>
                  <a:pt x="367" y="1144"/>
                </a:lnTo>
                <a:lnTo>
                  <a:pt x="389" y="1156"/>
                </a:lnTo>
                <a:lnTo>
                  <a:pt x="412" y="1167"/>
                </a:lnTo>
                <a:lnTo>
                  <a:pt x="436" y="1177"/>
                </a:lnTo>
                <a:lnTo>
                  <a:pt x="460" y="1187"/>
                </a:lnTo>
                <a:lnTo>
                  <a:pt x="484" y="1196"/>
                </a:lnTo>
                <a:lnTo>
                  <a:pt x="509" y="1205"/>
                </a:lnTo>
                <a:lnTo>
                  <a:pt x="534" y="1213"/>
                </a:lnTo>
                <a:lnTo>
                  <a:pt x="560" y="1221"/>
                </a:lnTo>
                <a:lnTo>
                  <a:pt x="586" y="1228"/>
                </a:lnTo>
                <a:lnTo>
                  <a:pt x="613" y="1234"/>
                </a:lnTo>
                <a:lnTo>
                  <a:pt x="639" y="1240"/>
                </a:lnTo>
                <a:lnTo>
                  <a:pt x="666" y="1245"/>
                </a:lnTo>
                <a:lnTo>
                  <a:pt x="693" y="1250"/>
                </a:lnTo>
                <a:lnTo>
                  <a:pt x="720" y="1254"/>
                </a:lnTo>
                <a:lnTo>
                  <a:pt x="747" y="1257"/>
                </a:lnTo>
                <a:lnTo>
                  <a:pt x="775" y="1260"/>
                </a:lnTo>
                <a:lnTo>
                  <a:pt x="802" y="1262"/>
                </a:lnTo>
                <a:lnTo>
                  <a:pt x="830" y="1264"/>
                </a:lnTo>
                <a:lnTo>
                  <a:pt x="857" y="1265"/>
                </a:lnTo>
                <a:lnTo>
                  <a:pt x="885" y="1265"/>
                </a:lnTo>
                <a:lnTo>
                  <a:pt x="913" y="1265"/>
                </a:lnTo>
                <a:lnTo>
                  <a:pt x="940" y="1264"/>
                </a:lnTo>
                <a:lnTo>
                  <a:pt x="968" y="1262"/>
                </a:lnTo>
                <a:lnTo>
                  <a:pt x="995" y="1260"/>
                </a:lnTo>
                <a:lnTo>
                  <a:pt x="1023" y="1257"/>
                </a:lnTo>
                <a:lnTo>
                  <a:pt x="1050" y="1254"/>
                </a:lnTo>
                <a:lnTo>
                  <a:pt x="1077" y="1250"/>
                </a:lnTo>
                <a:lnTo>
                  <a:pt x="1104" y="1245"/>
                </a:lnTo>
                <a:lnTo>
                  <a:pt x="1131" y="1240"/>
                </a:lnTo>
                <a:lnTo>
                  <a:pt x="1157" y="1234"/>
                </a:lnTo>
                <a:lnTo>
                  <a:pt x="1183" y="1228"/>
                </a:lnTo>
                <a:lnTo>
                  <a:pt x="1209" y="1221"/>
                </a:lnTo>
                <a:lnTo>
                  <a:pt x="1235" y="1213"/>
                </a:lnTo>
                <a:lnTo>
                  <a:pt x="1260" y="1205"/>
                </a:lnTo>
                <a:lnTo>
                  <a:pt x="1285" y="1196"/>
                </a:lnTo>
                <a:lnTo>
                  <a:pt x="1309" y="1187"/>
                </a:lnTo>
                <a:lnTo>
                  <a:pt x="1333" y="1177"/>
                </a:lnTo>
                <a:lnTo>
                  <a:pt x="1357" y="1167"/>
                </a:lnTo>
                <a:lnTo>
                  <a:pt x="1380" y="1156"/>
                </a:lnTo>
                <a:lnTo>
                  <a:pt x="1402" y="1144"/>
                </a:lnTo>
                <a:lnTo>
                  <a:pt x="1424" y="1133"/>
                </a:lnTo>
                <a:lnTo>
                  <a:pt x="1446" y="1120"/>
                </a:lnTo>
                <a:lnTo>
                  <a:pt x="1467" y="1107"/>
                </a:lnTo>
                <a:lnTo>
                  <a:pt x="1488" y="1094"/>
                </a:lnTo>
                <a:lnTo>
                  <a:pt x="1507" y="1080"/>
                </a:lnTo>
                <a:lnTo>
                  <a:pt x="1527" y="1066"/>
                </a:lnTo>
                <a:lnTo>
                  <a:pt x="1545" y="1051"/>
                </a:lnTo>
                <a:lnTo>
                  <a:pt x="1563" y="1036"/>
                </a:lnTo>
                <a:lnTo>
                  <a:pt x="1580" y="1021"/>
                </a:lnTo>
                <a:lnTo>
                  <a:pt x="1597" y="1005"/>
                </a:lnTo>
                <a:lnTo>
                  <a:pt x="1613" y="989"/>
                </a:lnTo>
                <a:lnTo>
                  <a:pt x="1628" y="972"/>
                </a:lnTo>
                <a:lnTo>
                  <a:pt x="1643" y="955"/>
                </a:lnTo>
                <a:lnTo>
                  <a:pt x="1656" y="938"/>
                </a:lnTo>
                <a:lnTo>
                  <a:pt x="1669" y="921"/>
                </a:lnTo>
                <a:lnTo>
                  <a:pt x="1681" y="903"/>
                </a:lnTo>
                <a:lnTo>
                  <a:pt x="1693" y="885"/>
                </a:lnTo>
                <a:lnTo>
                  <a:pt x="1703" y="866"/>
                </a:lnTo>
                <a:lnTo>
                  <a:pt x="1713" y="848"/>
                </a:lnTo>
                <a:lnTo>
                  <a:pt x="1722" y="829"/>
                </a:lnTo>
                <a:lnTo>
                  <a:pt x="1730" y="810"/>
                </a:lnTo>
                <a:lnTo>
                  <a:pt x="1738" y="791"/>
                </a:lnTo>
                <a:lnTo>
                  <a:pt x="1744" y="772"/>
                </a:lnTo>
                <a:lnTo>
                  <a:pt x="1750" y="752"/>
                </a:lnTo>
                <a:lnTo>
                  <a:pt x="1754" y="733"/>
                </a:lnTo>
                <a:lnTo>
                  <a:pt x="1758" y="713"/>
                </a:lnTo>
                <a:lnTo>
                  <a:pt x="1761" y="694"/>
                </a:lnTo>
                <a:lnTo>
                  <a:pt x="1763" y="673"/>
                </a:lnTo>
                <a:lnTo>
                  <a:pt x="1765" y="653"/>
                </a:lnTo>
                <a:lnTo>
                  <a:pt x="1765" y="633"/>
                </a:lnTo>
                <a:moveTo>
                  <a:pt x="1769" y="633"/>
                </a:moveTo>
                <a:lnTo>
                  <a:pt x="1769" y="653"/>
                </a:lnTo>
                <a:lnTo>
                  <a:pt x="1767" y="673"/>
                </a:lnTo>
                <a:lnTo>
                  <a:pt x="1765" y="694"/>
                </a:lnTo>
                <a:lnTo>
                  <a:pt x="1762" y="714"/>
                </a:lnTo>
                <a:lnTo>
                  <a:pt x="1758" y="733"/>
                </a:lnTo>
                <a:lnTo>
                  <a:pt x="1753" y="753"/>
                </a:lnTo>
                <a:lnTo>
                  <a:pt x="1748" y="772"/>
                </a:lnTo>
                <a:lnTo>
                  <a:pt x="1741" y="792"/>
                </a:lnTo>
                <a:lnTo>
                  <a:pt x="1734" y="811"/>
                </a:lnTo>
                <a:lnTo>
                  <a:pt x="1726" y="830"/>
                </a:lnTo>
                <a:lnTo>
                  <a:pt x="1717" y="849"/>
                </a:lnTo>
                <a:lnTo>
                  <a:pt x="1707" y="867"/>
                </a:lnTo>
                <a:lnTo>
                  <a:pt x="1696" y="886"/>
                </a:lnTo>
                <a:lnTo>
                  <a:pt x="1685" y="904"/>
                </a:lnTo>
                <a:lnTo>
                  <a:pt x="1673" y="922"/>
                </a:lnTo>
                <a:lnTo>
                  <a:pt x="1660" y="939"/>
                </a:lnTo>
                <a:lnTo>
                  <a:pt x="1646" y="957"/>
                </a:lnTo>
                <a:lnTo>
                  <a:pt x="1631" y="974"/>
                </a:lnTo>
                <a:lnTo>
                  <a:pt x="1616" y="990"/>
                </a:lnTo>
                <a:lnTo>
                  <a:pt x="1600" y="1007"/>
                </a:lnTo>
                <a:lnTo>
                  <a:pt x="1584" y="1023"/>
                </a:lnTo>
                <a:lnTo>
                  <a:pt x="1566" y="1038"/>
                </a:lnTo>
                <a:lnTo>
                  <a:pt x="1548" y="1053"/>
                </a:lnTo>
                <a:lnTo>
                  <a:pt x="1529" y="1068"/>
                </a:lnTo>
                <a:lnTo>
                  <a:pt x="1510" y="1082"/>
                </a:lnTo>
                <a:lnTo>
                  <a:pt x="1490" y="1096"/>
                </a:lnTo>
                <a:lnTo>
                  <a:pt x="1470" y="1109"/>
                </a:lnTo>
                <a:lnTo>
                  <a:pt x="1449" y="1122"/>
                </a:lnTo>
                <a:lnTo>
                  <a:pt x="1427" y="1135"/>
                </a:lnTo>
                <a:lnTo>
                  <a:pt x="1405" y="1147"/>
                </a:lnTo>
                <a:lnTo>
                  <a:pt x="1382" y="1158"/>
                </a:lnTo>
                <a:lnTo>
                  <a:pt x="1359" y="1169"/>
                </a:lnTo>
                <a:lnTo>
                  <a:pt x="1335" y="1180"/>
                </a:lnTo>
                <a:lnTo>
                  <a:pt x="1311" y="1189"/>
                </a:lnTo>
                <a:lnTo>
                  <a:pt x="1286" y="1199"/>
                </a:lnTo>
                <a:lnTo>
                  <a:pt x="1261" y="1207"/>
                </a:lnTo>
                <a:lnTo>
                  <a:pt x="1236" y="1216"/>
                </a:lnTo>
                <a:lnTo>
                  <a:pt x="1210" y="1223"/>
                </a:lnTo>
                <a:lnTo>
                  <a:pt x="1184" y="1230"/>
                </a:lnTo>
                <a:lnTo>
                  <a:pt x="1158" y="1237"/>
                </a:lnTo>
                <a:lnTo>
                  <a:pt x="1132" y="1243"/>
                </a:lnTo>
                <a:lnTo>
                  <a:pt x="1105" y="1248"/>
                </a:lnTo>
                <a:lnTo>
                  <a:pt x="1078" y="1252"/>
                </a:lnTo>
                <a:lnTo>
                  <a:pt x="1051" y="1256"/>
                </a:lnTo>
                <a:lnTo>
                  <a:pt x="1023" y="1260"/>
                </a:lnTo>
                <a:lnTo>
                  <a:pt x="996" y="1263"/>
                </a:lnTo>
                <a:lnTo>
                  <a:pt x="968" y="1265"/>
                </a:lnTo>
                <a:lnTo>
                  <a:pt x="940" y="1266"/>
                </a:lnTo>
                <a:lnTo>
                  <a:pt x="913" y="1267"/>
                </a:lnTo>
                <a:lnTo>
                  <a:pt x="885" y="1268"/>
                </a:lnTo>
                <a:lnTo>
                  <a:pt x="857" y="1267"/>
                </a:lnTo>
                <a:lnTo>
                  <a:pt x="829" y="1266"/>
                </a:lnTo>
                <a:lnTo>
                  <a:pt x="802" y="1265"/>
                </a:lnTo>
                <a:lnTo>
                  <a:pt x="774" y="1263"/>
                </a:lnTo>
                <a:lnTo>
                  <a:pt x="747" y="1260"/>
                </a:lnTo>
                <a:lnTo>
                  <a:pt x="719" y="1256"/>
                </a:lnTo>
                <a:lnTo>
                  <a:pt x="692" y="1252"/>
                </a:lnTo>
                <a:lnTo>
                  <a:pt x="665" y="1248"/>
                </a:lnTo>
                <a:lnTo>
                  <a:pt x="638" y="1243"/>
                </a:lnTo>
                <a:lnTo>
                  <a:pt x="612" y="1237"/>
                </a:lnTo>
                <a:lnTo>
                  <a:pt x="584" y="1230"/>
                </a:lnTo>
                <a:lnTo>
                  <a:pt x="558" y="1223"/>
                </a:lnTo>
                <a:lnTo>
                  <a:pt x="533" y="1216"/>
                </a:lnTo>
                <a:lnTo>
                  <a:pt x="508" y="1207"/>
                </a:lnTo>
                <a:lnTo>
                  <a:pt x="483" y="1199"/>
                </a:lnTo>
                <a:lnTo>
                  <a:pt x="458" y="1189"/>
                </a:lnTo>
                <a:lnTo>
                  <a:pt x="434" y="1180"/>
                </a:lnTo>
                <a:lnTo>
                  <a:pt x="410" y="1169"/>
                </a:lnTo>
                <a:lnTo>
                  <a:pt x="387" y="1158"/>
                </a:lnTo>
                <a:lnTo>
                  <a:pt x="364" y="1147"/>
                </a:lnTo>
                <a:lnTo>
                  <a:pt x="342" y="1135"/>
                </a:lnTo>
                <a:lnTo>
                  <a:pt x="320" y="1122"/>
                </a:lnTo>
                <a:lnTo>
                  <a:pt x="299" y="1109"/>
                </a:lnTo>
                <a:lnTo>
                  <a:pt x="279" y="1096"/>
                </a:lnTo>
                <a:lnTo>
                  <a:pt x="259" y="1082"/>
                </a:lnTo>
                <a:lnTo>
                  <a:pt x="239" y="1068"/>
                </a:lnTo>
                <a:lnTo>
                  <a:pt x="221" y="1053"/>
                </a:lnTo>
                <a:lnTo>
                  <a:pt x="203" y="1038"/>
                </a:lnTo>
                <a:lnTo>
                  <a:pt x="185" y="1023"/>
                </a:lnTo>
                <a:lnTo>
                  <a:pt x="169" y="1007"/>
                </a:lnTo>
                <a:lnTo>
                  <a:pt x="153" y="990"/>
                </a:lnTo>
                <a:lnTo>
                  <a:pt x="137" y="974"/>
                </a:lnTo>
                <a:lnTo>
                  <a:pt x="123" y="957"/>
                </a:lnTo>
                <a:lnTo>
                  <a:pt x="109" y="939"/>
                </a:lnTo>
                <a:lnTo>
                  <a:pt x="96" y="922"/>
                </a:lnTo>
                <a:lnTo>
                  <a:pt x="84" y="904"/>
                </a:lnTo>
                <a:lnTo>
                  <a:pt x="73" y="886"/>
                </a:lnTo>
                <a:lnTo>
                  <a:pt x="62" y="867"/>
                </a:lnTo>
                <a:lnTo>
                  <a:pt x="52" y="849"/>
                </a:lnTo>
                <a:lnTo>
                  <a:pt x="43" y="830"/>
                </a:lnTo>
                <a:lnTo>
                  <a:pt x="35" y="811"/>
                </a:lnTo>
                <a:lnTo>
                  <a:pt x="28" y="792"/>
                </a:lnTo>
                <a:lnTo>
                  <a:pt x="21" y="772"/>
                </a:lnTo>
                <a:lnTo>
                  <a:pt x="15" y="753"/>
                </a:lnTo>
                <a:lnTo>
                  <a:pt x="11" y="733"/>
                </a:lnTo>
                <a:lnTo>
                  <a:pt x="7" y="714"/>
                </a:lnTo>
                <a:lnTo>
                  <a:pt x="4" y="694"/>
                </a:lnTo>
                <a:lnTo>
                  <a:pt x="2" y="673"/>
                </a:lnTo>
                <a:lnTo>
                  <a:pt x="0" y="653"/>
                </a:lnTo>
                <a:lnTo>
                  <a:pt x="0" y="633"/>
                </a:lnTo>
                <a:lnTo>
                  <a:pt x="0" y="613"/>
                </a:lnTo>
                <a:lnTo>
                  <a:pt x="2" y="594"/>
                </a:lnTo>
                <a:lnTo>
                  <a:pt x="4" y="574"/>
                </a:lnTo>
                <a:lnTo>
                  <a:pt x="7" y="554"/>
                </a:lnTo>
                <a:lnTo>
                  <a:pt x="11" y="534"/>
                </a:lnTo>
                <a:lnTo>
                  <a:pt x="15" y="515"/>
                </a:lnTo>
                <a:lnTo>
                  <a:pt x="21" y="495"/>
                </a:lnTo>
                <a:lnTo>
                  <a:pt x="28" y="476"/>
                </a:lnTo>
                <a:lnTo>
                  <a:pt x="35" y="457"/>
                </a:lnTo>
                <a:lnTo>
                  <a:pt x="43" y="438"/>
                </a:lnTo>
                <a:lnTo>
                  <a:pt x="52" y="419"/>
                </a:lnTo>
                <a:lnTo>
                  <a:pt x="62" y="400"/>
                </a:lnTo>
                <a:lnTo>
                  <a:pt x="73" y="382"/>
                </a:lnTo>
                <a:lnTo>
                  <a:pt x="84" y="364"/>
                </a:lnTo>
                <a:lnTo>
                  <a:pt x="96" y="346"/>
                </a:lnTo>
                <a:lnTo>
                  <a:pt x="109" y="328"/>
                </a:lnTo>
                <a:lnTo>
                  <a:pt x="123" y="311"/>
                </a:lnTo>
                <a:lnTo>
                  <a:pt x="137" y="294"/>
                </a:lnTo>
                <a:lnTo>
                  <a:pt x="153" y="277"/>
                </a:lnTo>
                <a:lnTo>
                  <a:pt x="169" y="261"/>
                </a:lnTo>
                <a:lnTo>
                  <a:pt x="185" y="245"/>
                </a:lnTo>
                <a:lnTo>
                  <a:pt x="203" y="230"/>
                </a:lnTo>
                <a:lnTo>
                  <a:pt x="221" y="214"/>
                </a:lnTo>
                <a:lnTo>
                  <a:pt x="239" y="200"/>
                </a:lnTo>
                <a:lnTo>
                  <a:pt x="259" y="185"/>
                </a:lnTo>
                <a:lnTo>
                  <a:pt x="279" y="172"/>
                </a:lnTo>
                <a:lnTo>
                  <a:pt x="299" y="158"/>
                </a:lnTo>
                <a:lnTo>
                  <a:pt x="320" y="145"/>
                </a:lnTo>
                <a:lnTo>
                  <a:pt x="342" y="133"/>
                </a:lnTo>
                <a:lnTo>
                  <a:pt x="364" y="121"/>
                </a:lnTo>
                <a:lnTo>
                  <a:pt x="387" y="109"/>
                </a:lnTo>
                <a:lnTo>
                  <a:pt x="410" y="98"/>
                </a:lnTo>
                <a:lnTo>
                  <a:pt x="434" y="88"/>
                </a:lnTo>
                <a:lnTo>
                  <a:pt x="458" y="78"/>
                </a:lnTo>
                <a:lnTo>
                  <a:pt x="483" y="69"/>
                </a:lnTo>
                <a:lnTo>
                  <a:pt x="508" y="60"/>
                </a:lnTo>
                <a:lnTo>
                  <a:pt x="533" y="52"/>
                </a:lnTo>
                <a:lnTo>
                  <a:pt x="558" y="44"/>
                </a:lnTo>
                <a:lnTo>
                  <a:pt x="584" y="37"/>
                </a:lnTo>
                <a:lnTo>
                  <a:pt x="612" y="31"/>
                </a:lnTo>
                <a:lnTo>
                  <a:pt x="638" y="25"/>
                </a:lnTo>
                <a:lnTo>
                  <a:pt x="665" y="20"/>
                </a:lnTo>
                <a:lnTo>
                  <a:pt x="692" y="15"/>
                </a:lnTo>
                <a:lnTo>
                  <a:pt x="719" y="11"/>
                </a:lnTo>
                <a:lnTo>
                  <a:pt x="747" y="8"/>
                </a:lnTo>
                <a:lnTo>
                  <a:pt x="774" y="5"/>
                </a:lnTo>
                <a:lnTo>
                  <a:pt x="802" y="3"/>
                </a:lnTo>
                <a:lnTo>
                  <a:pt x="829" y="1"/>
                </a:lnTo>
                <a:lnTo>
                  <a:pt x="857" y="0"/>
                </a:lnTo>
                <a:lnTo>
                  <a:pt x="885" y="0"/>
                </a:lnTo>
                <a:lnTo>
                  <a:pt x="913" y="0"/>
                </a:lnTo>
                <a:lnTo>
                  <a:pt x="940" y="1"/>
                </a:lnTo>
                <a:lnTo>
                  <a:pt x="968" y="3"/>
                </a:lnTo>
                <a:lnTo>
                  <a:pt x="996" y="5"/>
                </a:lnTo>
                <a:lnTo>
                  <a:pt x="1023" y="8"/>
                </a:lnTo>
                <a:lnTo>
                  <a:pt x="1051" y="11"/>
                </a:lnTo>
                <a:lnTo>
                  <a:pt x="1078" y="15"/>
                </a:lnTo>
                <a:lnTo>
                  <a:pt x="1105" y="20"/>
                </a:lnTo>
                <a:lnTo>
                  <a:pt x="1132" y="25"/>
                </a:lnTo>
                <a:lnTo>
                  <a:pt x="1158" y="31"/>
                </a:lnTo>
                <a:lnTo>
                  <a:pt x="1184" y="37"/>
                </a:lnTo>
                <a:lnTo>
                  <a:pt x="1210" y="44"/>
                </a:lnTo>
                <a:lnTo>
                  <a:pt x="1236" y="52"/>
                </a:lnTo>
                <a:lnTo>
                  <a:pt x="1261" y="60"/>
                </a:lnTo>
                <a:lnTo>
                  <a:pt x="1286" y="69"/>
                </a:lnTo>
                <a:lnTo>
                  <a:pt x="1311" y="78"/>
                </a:lnTo>
                <a:lnTo>
                  <a:pt x="1335" y="88"/>
                </a:lnTo>
                <a:lnTo>
                  <a:pt x="1359" y="98"/>
                </a:lnTo>
                <a:lnTo>
                  <a:pt x="1382" y="109"/>
                </a:lnTo>
                <a:lnTo>
                  <a:pt x="1405" y="121"/>
                </a:lnTo>
                <a:lnTo>
                  <a:pt x="1427" y="133"/>
                </a:lnTo>
                <a:lnTo>
                  <a:pt x="1449" y="145"/>
                </a:lnTo>
                <a:lnTo>
                  <a:pt x="1470" y="158"/>
                </a:lnTo>
                <a:lnTo>
                  <a:pt x="1490" y="172"/>
                </a:lnTo>
                <a:lnTo>
                  <a:pt x="1510" y="185"/>
                </a:lnTo>
                <a:lnTo>
                  <a:pt x="1529" y="200"/>
                </a:lnTo>
                <a:lnTo>
                  <a:pt x="1548" y="214"/>
                </a:lnTo>
                <a:lnTo>
                  <a:pt x="1566" y="230"/>
                </a:lnTo>
                <a:lnTo>
                  <a:pt x="1584" y="245"/>
                </a:lnTo>
                <a:lnTo>
                  <a:pt x="1600" y="261"/>
                </a:lnTo>
                <a:lnTo>
                  <a:pt x="1616" y="277"/>
                </a:lnTo>
                <a:lnTo>
                  <a:pt x="1631" y="294"/>
                </a:lnTo>
                <a:lnTo>
                  <a:pt x="1646" y="311"/>
                </a:lnTo>
                <a:lnTo>
                  <a:pt x="1660" y="328"/>
                </a:lnTo>
                <a:lnTo>
                  <a:pt x="1673" y="346"/>
                </a:lnTo>
                <a:lnTo>
                  <a:pt x="1685" y="364"/>
                </a:lnTo>
                <a:lnTo>
                  <a:pt x="1696" y="382"/>
                </a:lnTo>
                <a:lnTo>
                  <a:pt x="1707" y="400"/>
                </a:lnTo>
                <a:lnTo>
                  <a:pt x="1717" y="419"/>
                </a:lnTo>
                <a:lnTo>
                  <a:pt x="1726" y="438"/>
                </a:lnTo>
                <a:lnTo>
                  <a:pt x="1734" y="457"/>
                </a:lnTo>
                <a:lnTo>
                  <a:pt x="1741" y="476"/>
                </a:lnTo>
                <a:lnTo>
                  <a:pt x="1748" y="495"/>
                </a:lnTo>
                <a:lnTo>
                  <a:pt x="1753" y="515"/>
                </a:lnTo>
                <a:lnTo>
                  <a:pt x="1758" y="534"/>
                </a:lnTo>
                <a:lnTo>
                  <a:pt x="1762" y="554"/>
                </a:lnTo>
                <a:lnTo>
                  <a:pt x="1765" y="574"/>
                </a:lnTo>
                <a:lnTo>
                  <a:pt x="1767" y="594"/>
                </a:lnTo>
                <a:lnTo>
                  <a:pt x="1769" y="613"/>
                </a:lnTo>
                <a:lnTo>
                  <a:pt x="1769" y="633"/>
                </a:lnTo>
                <a:close/>
              </a:path>
            </a:pathLst>
          </a:custGeom>
          <a:solidFill>
            <a:srgbClr val="ff9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3" name=""/>
          <p:cNvSpPr/>
          <p:nvPr/>
        </p:nvSpPr>
        <p:spPr>
          <a:xfrm>
            <a:off x="7742880" y="2715120"/>
            <a:ext cx="639720" cy="458280"/>
          </a:xfrm>
          <a:custGeom>
            <a:avLst/>
            <a:gdLst/>
            <a:ahLst/>
            <a:rect l="0" t="0" r="r" b="b"/>
            <a:pathLst>
              <a:path w="1777" h="1273">
                <a:moveTo>
                  <a:pt x="1773" y="636"/>
                </a:moveTo>
                <a:lnTo>
                  <a:pt x="1773" y="616"/>
                </a:lnTo>
                <a:lnTo>
                  <a:pt x="1771" y="597"/>
                </a:lnTo>
                <a:lnTo>
                  <a:pt x="1769" y="577"/>
                </a:lnTo>
                <a:lnTo>
                  <a:pt x="1766" y="557"/>
                </a:lnTo>
                <a:lnTo>
                  <a:pt x="1762" y="537"/>
                </a:lnTo>
                <a:lnTo>
                  <a:pt x="1757" y="518"/>
                </a:lnTo>
                <a:lnTo>
                  <a:pt x="1752" y="498"/>
                </a:lnTo>
                <a:lnTo>
                  <a:pt x="1745" y="479"/>
                </a:lnTo>
                <a:lnTo>
                  <a:pt x="1738" y="460"/>
                </a:lnTo>
                <a:lnTo>
                  <a:pt x="1730" y="441"/>
                </a:lnTo>
                <a:lnTo>
                  <a:pt x="1721" y="422"/>
                </a:lnTo>
                <a:lnTo>
                  <a:pt x="1711" y="403"/>
                </a:lnTo>
                <a:lnTo>
                  <a:pt x="1700" y="385"/>
                </a:lnTo>
                <a:lnTo>
                  <a:pt x="1689" y="367"/>
                </a:lnTo>
                <a:lnTo>
                  <a:pt x="1677" y="349"/>
                </a:lnTo>
                <a:lnTo>
                  <a:pt x="1664" y="331"/>
                </a:lnTo>
                <a:lnTo>
                  <a:pt x="1650" y="314"/>
                </a:lnTo>
                <a:lnTo>
                  <a:pt x="1635" y="297"/>
                </a:lnTo>
                <a:lnTo>
                  <a:pt x="1620" y="280"/>
                </a:lnTo>
                <a:lnTo>
                  <a:pt x="1604" y="264"/>
                </a:lnTo>
                <a:lnTo>
                  <a:pt x="1588" y="248"/>
                </a:lnTo>
                <a:lnTo>
                  <a:pt x="1570" y="233"/>
                </a:lnTo>
                <a:lnTo>
                  <a:pt x="1552" y="217"/>
                </a:lnTo>
                <a:lnTo>
                  <a:pt x="1533" y="203"/>
                </a:lnTo>
                <a:lnTo>
                  <a:pt x="1514" y="188"/>
                </a:lnTo>
                <a:lnTo>
                  <a:pt x="1494" y="175"/>
                </a:lnTo>
                <a:lnTo>
                  <a:pt x="1474" y="161"/>
                </a:lnTo>
                <a:lnTo>
                  <a:pt x="1453" y="148"/>
                </a:lnTo>
                <a:lnTo>
                  <a:pt x="1431" y="136"/>
                </a:lnTo>
                <a:lnTo>
                  <a:pt x="1409" y="124"/>
                </a:lnTo>
                <a:lnTo>
                  <a:pt x="1386" y="112"/>
                </a:lnTo>
                <a:lnTo>
                  <a:pt x="1363" y="101"/>
                </a:lnTo>
                <a:lnTo>
                  <a:pt x="1339" y="91"/>
                </a:lnTo>
                <a:lnTo>
                  <a:pt x="1315" y="81"/>
                </a:lnTo>
                <a:lnTo>
                  <a:pt x="1290" y="72"/>
                </a:lnTo>
                <a:lnTo>
                  <a:pt x="1265" y="63"/>
                </a:lnTo>
                <a:lnTo>
                  <a:pt x="1240" y="55"/>
                </a:lnTo>
                <a:lnTo>
                  <a:pt x="1214" y="47"/>
                </a:lnTo>
                <a:lnTo>
                  <a:pt x="1188" y="40"/>
                </a:lnTo>
                <a:lnTo>
                  <a:pt x="1162" y="34"/>
                </a:lnTo>
                <a:lnTo>
                  <a:pt x="1136" y="28"/>
                </a:lnTo>
                <a:lnTo>
                  <a:pt x="1109" y="23"/>
                </a:lnTo>
                <a:lnTo>
                  <a:pt x="1082" y="18"/>
                </a:lnTo>
                <a:lnTo>
                  <a:pt x="1055" y="14"/>
                </a:lnTo>
                <a:lnTo>
                  <a:pt x="1027" y="11"/>
                </a:lnTo>
                <a:lnTo>
                  <a:pt x="1000" y="8"/>
                </a:lnTo>
                <a:lnTo>
                  <a:pt x="972" y="6"/>
                </a:lnTo>
                <a:lnTo>
                  <a:pt x="944" y="4"/>
                </a:lnTo>
                <a:lnTo>
                  <a:pt x="917" y="3"/>
                </a:lnTo>
                <a:lnTo>
                  <a:pt x="889" y="3"/>
                </a:lnTo>
                <a:lnTo>
                  <a:pt x="861" y="3"/>
                </a:lnTo>
                <a:lnTo>
                  <a:pt x="833" y="4"/>
                </a:lnTo>
                <a:lnTo>
                  <a:pt x="806" y="6"/>
                </a:lnTo>
                <a:lnTo>
                  <a:pt x="778" y="8"/>
                </a:lnTo>
                <a:lnTo>
                  <a:pt x="751" y="11"/>
                </a:lnTo>
                <a:lnTo>
                  <a:pt x="723" y="14"/>
                </a:lnTo>
                <a:lnTo>
                  <a:pt x="696" y="18"/>
                </a:lnTo>
                <a:lnTo>
                  <a:pt x="668" y="23"/>
                </a:lnTo>
                <a:lnTo>
                  <a:pt x="641" y="28"/>
                </a:lnTo>
                <a:lnTo>
                  <a:pt x="615" y="34"/>
                </a:lnTo>
                <a:lnTo>
                  <a:pt x="588" y="40"/>
                </a:lnTo>
                <a:lnTo>
                  <a:pt x="562" y="47"/>
                </a:lnTo>
                <a:lnTo>
                  <a:pt x="537" y="55"/>
                </a:lnTo>
                <a:lnTo>
                  <a:pt x="512" y="63"/>
                </a:lnTo>
                <a:lnTo>
                  <a:pt x="487" y="72"/>
                </a:lnTo>
                <a:lnTo>
                  <a:pt x="462" y="81"/>
                </a:lnTo>
                <a:lnTo>
                  <a:pt x="438" y="91"/>
                </a:lnTo>
                <a:lnTo>
                  <a:pt x="414" y="101"/>
                </a:lnTo>
                <a:lnTo>
                  <a:pt x="391" y="112"/>
                </a:lnTo>
                <a:lnTo>
                  <a:pt x="368" y="124"/>
                </a:lnTo>
                <a:lnTo>
                  <a:pt x="346" y="136"/>
                </a:lnTo>
                <a:lnTo>
                  <a:pt x="324" y="148"/>
                </a:lnTo>
                <a:lnTo>
                  <a:pt x="303" y="161"/>
                </a:lnTo>
                <a:lnTo>
                  <a:pt x="283" y="175"/>
                </a:lnTo>
                <a:lnTo>
                  <a:pt x="263" y="188"/>
                </a:lnTo>
                <a:lnTo>
                  <a:pt x="243" y="203"/>
                </a:lnTo>
                <a:lnTo>
                  <a:pt x="225" y="217"/>
                </a:lnTo>
                <a:lnTo>
                  <a:pt x="207" y="233"/>
                </a:lnTo>
                <a:lnTo>
                  <a:pt x="189" y="248"/>
                </a:lnTo>
                <a:lnTo>
                  <a:pt x="173" y="264"/>
                </a:lnTo>
                <a:lnTo>
                  <a:pt x="157" y="280"/>
                </a:lnTo>
                <a:lnTo>
                  <a:pt x="141" y="297"/>
                </a:lnTo>
                <a:lnTo>
                  <a:pt x="127" y="314"/>
                </a:lnTo>
                <a:lnTo>
                  <a:pt x="113" y="331"/>
                </a:lnTo>
                <a:lnTo>
                  <a:pt x="100" y="349"/>
                </a:lnTo>
                <a:lnTo>
                  <a:pt x="88" y="367"/>
                </a:lnTo>
                <a:lnTo>
                  <a:pt x="77" y="385"/>
                </a:lnTo>
                <a:lnTo>
                  <a:pt x="66" y="403"/>
                </a:lnTo>
                <a:lnTo>
                  <a:pt x="56" y="422"/>
                </a:lnTo>
                <a:lnTo>
                  <a:pt x="47" y="441"/>
                </a:lnTo>
                <a:lnTo>
                  <a:pt x="39" y="460"/>
                </a:lnTo>
                <a:lnTo>
                  <a:pt x="32" y="479"/>
                </a:lnTo>
                <a:lnTo>
                  <a:pt x="25" y="498"/>
                </a:lnTo>
                <a:lnTo>
                  <a:pt x="19" y="518"/>
                </a:lnTo>
                <a:lnTo>
                  <a:pt x="15" y="537"/>
                </a:lnTo>
                <a:lnTo>
                  <a:pt x="11" y="557"/>
                </a:lnTo>
                <a:lnTo>
                  <a:pt x="8" y="577"/>
                </a:lnTo>
                <a:lnTo>
                  <a:pt x="6" y="597"/>
                </a:lnTo>
                <a:lnTo>
                  <a:pt x="4" y="616"/>
                </a:lnTo>
                <a:lnTo>
                  <a:pt x="4" y="636"/>
                </a:lnTo>
                <a:lnTo>
                  <a:pt x="4" y="656"/>
                </a:lnTo>
                <a:lnTo>
                  <a:pt x="6" y="676"/>
                </a:lnTo>
                <a:lnTo>
                  <a:pt x="8" y="696"/>
                </a:lnTo>
                <a:lnTo>
                  <a:pt x="11" y="716"/>
                </a:lnTo>
                <a:lnTo>
                  <a:pt x="15" y="736"/>
                </a:lnTo>
                <a:lnTo>
                  <a:pt x="19" y="756"/>
                </a:lnTo>
                <a:lnTo>
                  <a:pt x="25" y="775"/>
                </a:lnTo>
                <a:lnTo>
                  <a:pt x="32" y="795"/>
                </a:lnTo>
                <a:lnTo>
                  <a:pt x="39" y="814"/>
                </a:lnTo>
                <a:lnTo>
                  <a:pt x="47" y="833"/>
                </a:lnTo>
                <a:lnTo>
                  <a:pt x="56" y="852"/>
                </a:lnTo>
                <a:lnTo>
                  <a:pt x="66" y="870"/>
                </a:lnTo>
                <a:lnTo>
                  <a:pt x="77" y="889"/>
                </a:lnTo>
                <a:lnTo>
                  <a:pt x="88" y="907"/>
                </a:lnTo>
                <a:lnTo>
                  <a:pt x="100" y="925"/>
                </a:lnTo>
                <a:lnTo>
                  <a:pt x="113" y="942"/>
                </a:lnTo>
                <a:lnTo>
                  <a:pt x="127" y="960"/>
                </a:lnTo>
                <a:lnTo>
                  <a:pt x="141" y="977"/>
                </a:lnTo>
                <a:lnTo>
                  <a:pt x="157" y="993"/>
                </a:lnTo>
                <a:lnTo>
                  <a:pt x="173" y="1010"/>
                </a:lnTo>
                <a:lnTo>
                  <a:pt x="189" y="1026"/>
                </a:lnTo>
                <a:lnTo>
                  <a:pt x="207" y="1041"/>
                </a:lnTo>
                <a:lnTo>
                  <a:pt x="225" y="1056"/>
                </a:lnTo>
                <a:lnTo>
                  <a:pt x="243" y="1071"/>
                </a:lnTo>
                <a:lnTo>
                  <a:pt x="263" y="1085"/>
                </a:lnTo>
                <a:lnTo>
                  <a:pt x="283" y="1099"/>
                </a:lnTo>
                <a:lnTo>
                  <a:pt x="303" y="1112"/>
                </a:lnTo>
                <a:lnTo>
                  <a:pt x="324" y="1125"/>
                </a:lnTo>
                <a:lnTo>
                  <a:pt x="346" y="1138"/>
                </a:lnTo>
                <a:lnTo>
                  <a:pt x="368" y="1150"/>
                </a:lnTo>
                <a:lnTo>
                  <a:pt x="391" y="1161"/>
                </a:lnTo>
                <a:lnTo>
                  <a:pt x="414" y="1172"/>
                </a:lnTo>
                <a:lnTo>
                  <a:pt x="438" y="1183"/>
                </a:lnTo>
                <a:lnTo>
                  <a:pt x="462" y="1192"/>
                </a:lnTo>
                <a:lnTo>
                  <a:pt x="487" y="1202"/>
                </a:lnTo>
                <a:lnTo>
                  <a:pt x="512" y="1210"/>
                </a:lnTo>
                <a:lnTo>
                  <a:pt x="537" y="1219"/>
                </a:lnTo>
                <a:lnTo>
                  <a:pt x="562" y="1226"/>
                </a:lnTo>
                <a:lnTo>
                  <a:pt x="588" y="1233"/>
                </a:lnTo>
                <a:lnTo>
                  <a:pt x="615" y="1240"/>
                </a:lnTo>
                <a:lnTo>
                  <a:pt x="641" y="1246"/>
                </a:lnTo>
                <a:lnTo>
                  <a:pt x="668" y="1251"/>
                </a:lnTo>
                <a:lnTo>
                  <a:pt x="696" y="1255"/>
                </a:lnTo>
                <a:lnTo>
                  <a:pt x="723" y="1259"/>
                </a:lnTo>
                <a:lnTo>
                  <a:pt x="751" y="1263"/>
                </a:lnTo>
                <a:lnTo>
                  <a:pt x="778" y="1266"/>
                </a:lnTo>
                <a:lnTo>
                  <a:pt x="806" y="1268"/>
                </a:lnTo>
                <a:lnTo>
                  <a:pt x="833" y="1269"/>
                </a:lnTo>
                <a:lnTo>
                  <a:pt x="861" y="1270"/>
                </a:lnTo>
                <a:lnTo>
                  <a:pt x="889" y="1271"/>
                </a:lnTo>
                <a:lnTo>
                  <a:pt x="917" y="1270"/>
                </a:lnTo>
                <a:lnTo>
                  <a:pt x="944" y="1269"/>
                </a:lnTo>
                <a:lnTo>
                  <a:pt x="972" y="1268"/>
                </a:lnTo>
                <a:lnTo>
                  <a:pt x="1000" y="1266"/>
                </a:lnTo>
                <a:lnTo>
                  <a:pt x="1027" y="1263"/>
                </a:lnTo>
                <a:lnTo>
                  <a:pt x="1055" y="1259"/>
                </a:lnTo>
                <a:lnTo>
                  <a:pt x="1082" y="1255"/>
                </a:lnTo>
                <a:lnTo>
                  <a:pt x="1109" y="1251"/>
                </a:lnTo>
                <a:lnTo>
                  <a:pt x="1136" y="1246"/>
                </a:lnTo>
                <a:lnTo>
                  <a:pt x="1162" y="1240"/>
                </a:lnTo>
                <a:lnTo>
                  <a:pt x="1188" y="1233"/>
                </a:lnTo>
                <a:lnTo>
                  <a:pt x="1214" y="1226"/>
                </a:lnTo>
                <a:lnTo>
                  <a:pt x="1240" y="1219"/>
                </a:lnTo>
                <a:lnTo>
                  <a:pt x="1265" y="1210"/>
                </a:lnTo>
                <a:lnTo>
                  <a:pt x="1290" y="1202"/>
                </a:lnTo>
                <a:lnTo>
                  <a:pt x="1315" y="1192"/>
                </a:lnTo>
                <a:lnTo>
                  <a:pt x="1339" y="1183"/>
                </a:lnTo>
                <a:lnTo>
                  <a:pt x="1363" y="1172"/>
                </a:lnTo>
                <a:lnTo>
                  <a:pt x="1386" y="1161"/>
                </a:lnTo>
                <a:lnTo>
                  <a:pt x="1409" y="1150"/>
                </a:lnTo>
                <a:lnTo>
                  <a:pt x="1431" y="1138"/>
                </a:lnTo>
                <a:lnTo>
                  <a:pt x="1453" y="1125"/>
                </a:lnTo>
                <a:lnTo>
                  <a:pt x="1474" y="1112"/>
                </a:lnTo>
                <a:lnTo>
                  <a:pt x="1494" y="1099"/>
                </a:lnTo>
                <a:lnTo>
                  <a:pt x="1514" y="1085"/>
                </a:lnTo>
                <a:lnTo>
                  <a:pt x="1533" y="1071"/>
                </a:lnTo>
                <a:lnTo>
                  <a:pt x="1552" y="1056"/>
                </a:lnTo>
                <a:lnTo>
                  <a:pt x="1570" y="1041"/>
                </a:lnTo>
                <a:lnTo>
                  <a:pt x="1588" y="1026"/>
                </a:lnTo>
                <a:lnTo>
                  <a:pt x="1604" y="1010"/>
                </a:lnTo>
                <a:lnTo>
                  <a:pt x="1620" y="993"/>
                </a:lnTo>
                <a:lnTo>
                  <a:pt x="1635" y="977"/>
                </a:lnTo>
                <a:lnTo>
                  <a:pt x="1650" y="960"/>
                </a:lnTo>
                <a:lnTo>
                  <a:pt x="1664" y="942"/>
                </a:lnTo>
                <a:lnTo>
                  <a:pt x="1677" y="925"/>
                </a:lnTo>
                <a:lnTo>
                  <a:pt x="1689" y="907"/>
                </a:lnTo>
                <a:lnTo>
                  <a:pt x="1700" y="889"/>
                </a:lnTo>
                <a:lnTo>
                  <a:pt x="1711" y="870"/>
                </a:lnTo>
                <a:lnTo>
                  <a:pt x="1721" y="852"/>
                </a:lnTo>
                <a:lnTo>
                  <a:pt x="1730" y="833"/>
                </a:lnTo>
                <a:lnTo>
                  <a:pt x="1738" y="814"/>
                </a:lnTo>
                <a:lnTo>
                  <a:pt x="1745" y="795"/>
                </a:lnTo>
                <a:lnTo>
                  <a:pt x="1752" y="775"/>
                </a:lnTo>
                <a:lnTo>
                  <a:pt x="1757" y="756"/>
                </a:lnTo>
                <a:lnTo>
                  <a:pt x="1762" y="736"/>
                </a:lnTo>
                <a:lnTo>
                  <a:pt x="1766" y="716"/>
                </a:lnTo>
                <a:lnTo>
                  <a:pt x="1769" y="696"/>
                </a:lnTo>
                <a:lnTo>
                  <a:pt x="1771" y="676"/>
                </a:lnTo>
                <a:lnTo>
                  <a:pt x="1773" y="656"/>
                </a:lnTo>
                <a:lnTo>
                  <a:pt x="1773" y="636"/>
                </a:lnTo>
                <a:moveTo>
                  <a:pt x="1777" y="636"/>
                </a:moveTo>
                <a:lnTo>
                  <a:pt x="1777" y="656"/>
                </a:lnTo>
                <a:lnTo>
                  <a:pt x="1775" y="676"/>
                </a:lnTo>
                <a:lnTo>
                  <a:pt x="1773" y="696"/>
                </a:lnTo>
                <a:lnTo>
                  <a:pt x="1770" y="716"/>
                </a:lnTo>
                <a:lnTo>
                  <a:pt x="1766" y="737"/>
                </a:lnTo>
                <a:lnTo>
                  <a:pt x="1761" y="757"/>
                </a:lnTo>
                <a:lnTo>
                  <a:pt x="1756" y="776"/>
                </a:lnTo>
                <a:lnTo>
                  <a:pt x="1749" y="796"/>
                </a:lnTo>
                <a:lnTo>
                  <a:pt x="1742" y="815"/>
                </a:lnTo>
                <a:lnTo>
                  <a:pt x="1734" y="834"/>
                </a:lnTo>
                <a:lnTo>
                  <a:pt x="1724" y="853"/>
                </a:lnTo>
                <a:lnTo>
                  <a:pt x="1715" y="871"/>
                </a:lnTo>
                <a:lnTo>
                  <a:pt x="1704" y="890"/>
                </a:lnTo>
                <a:lnTo>
                  <a:pt x="1692" y="908"/>
                </a:lnTo>
                <a:lnTo>
                  <a:pt x="1680" y="926"/>
                </a:lnTo>
                <a:lnTo>
                  <a:pt x="1667" y="944"/>
                </a:lnTo>
                <a:lnTo>
                  <a:pt x="1653" y="961"/>
                </a:lnTo>
                <a:lnTo>
                  <a:pt x="1639" y="978"/>
                </a:lnTo>
                <a:lnTo>
                  <a:pt x="1623" y="995"/>
                </a:lnTo>
                <a:lnTo>
                  <a:pt x="1607" y="1011"/>
                </a:lnTo>
                <a:lnTo>
                  <a:pt x="1591" y="1027"/>
                </a:lnTo>
                <a:lnTo>
                  <a:pt x="1573" y="1043"/>
                </a:lnTo>
                <a:lnTo>
                  <a:pt x="1555" y="1058"/>
                </a:lnTo>
                <a:lnTo>
                  <a:pt x="1536" y="1073"/>
                </a:lnTo>
                <a:lnTo>
                  <a:pt x="1517" y="1087"/>
                </a:lnTo>
                <a:lnTo>
                  <a:pt x="1497" y="1101"/>
                </a:lnTo>
                <a:lnTo>
                  <a:pt x="1476" y="1115"/>
                </a:lnTo>
                <a:lnTo>
                  <a:pt x="1455" y="1127"/>
                </a:lnTo>
                <a:lnTo>
                  <a:pt x="1433" y="1140"/>
                </a:lnTo>
                <a:lnTo>
                  <a:pt x="1411" y="1152"/>
                </a:lnTo>
                <a:lnTo>
                  <a:pt x="1388" y="1163"/>
                </a:lnTo>
                <a:lnTo>
                  <a:pt x="1365" y="1174"/>
                </a:lnTo>
                <a:lnTo>
                  <a:pt x="1341" y="1185"/>
                </a:lnTo>
                <a:lnTo>
                  <a:pt x="1317" y="1195"/>
                </a:lnTo>
                <a:lnTo>
                  <a:pt x="1292" y="1204"/>
                </a:lnTo>
                <a:lnTo>
                  <a:pt x="1267" y="1213"/>
                </a:lnTo>
                <a:lnTo>
                  <a:pt x="1242" y="1221"/>
                </a:lnTo>
                <a:lnTo>
                  <a:pt x="1216" y="1229"/>
                </a:lnTo>
                <a:lnTo>
                  <a:pt x="1190" y="1236"/>
                </a:lnTo>
                <a:lnTo>
                  <a:pt x="1163" y="1242"/>
                </a:lnTo>
                <a:lnTo>
                  <a:pt x="1137" y="1248"/>
                </a:lnTo>
                <a:lnTo>
                  <a:pt x="1110" y="1254"/>
                </a:lnTo>
                <a:lnTo>
                  <a:pt x="1083" y="1258"/>
                </a:lnTo>
                <a:lnTo>
                  <a:pt x="1055" y="1262"/>
                </a:lnTo>
                <a:lnTo>
                  <a:pt x="1028" y="1266"/>
                </a:lnTo>
                <a:lnTo>
                  <a:pt x="1000" y="1268"/>
                </a:lnTo>
                <a:lnTo>
                  <a:pt x="973" y="1271"/>
                </a:lnTo>
                <a:lnTo>
                  <a:pt x="945" y="1272"/>
                </a:lnTo>
                <a:lnTo>
                  <a:pt x="917" y="1273"/>
                </a:lnTo>
                <a:lnTo>
                  <a:pt x="889" y="1273"/>
                </a:lnTo>
                <a:lnTo>
                  <a:pt x="861" y="1273"/>
                </a:lnTo>
                <a:lnTo>
                  <a:pt x="833" y="1272"/>
                </a:lnTo>
                <a:lnTo>
                  <a:pt x="805" y="1271"/>
                </a:lnTo>
                <a:lnTo>
                  <a:pt x="778" y="1268"/>
                </a:lnTo>
                <a:lnTo>
                  <a:pt x="750" y="1266"/>
                </a:lnTo>
                <a:lnTo>
                  <a:pt x="723" y="1262"/>
                </a:lnTo>
                <a:lnTo>
                  <a:pt x="695" y="1258"/>
                </a:lnTo>
                <a:lnTo>
                  <a:pt x="667" y="1254"/>
                </a:lnTo>
                <a:lnTo>
                  <a:pt x="640" y="1248"/>
                </a:lnTo>
                <a:lnTo>
                  <a:pt x="614" y="1242"/>
                </a:lnTo>
                <a:lnTo>
                  <a:pt x="587" y="1236"/>
                </a:lnTo>
                <a:lnTo>
                  <a:pt x="561" y="1229"/>
                </a:lnTo>
                <a:lnTo>
                  <a:pt x="535" y="1221"/>
                </a:lnTo>
                <a:lnTo>
                  <a:pt x="510" y="1213"/>
                </a:lnTo>
                <a:lnTo>
                  <a:pt x="485" y="1204"/>
                </a:lnTo>
                <a:lnTo>
                  <a:pt x="460" y="1195"/>
                </a:lnTo>
                <a:lnTo>
                  <a:pt x="436" y="1185"/>
                </a:lnTo>
                <a:lnTo>
                  <a:pt x="412" y="1174"/>
                </a:lnTo>
                <a:lnTo>
                  <a:pt x="389" y="1163"/>
                </a:lnTo>
                <a:lnTo>
                  <a:pt x="366" y="1152"/>
                </a:lnTo>
                <a:lnTo>
                  <a:pt x="344" y="1140"/>
                </a:lnTo>
                <a:lnTo>
                  <a:pt x="322" y="1127"/>
                </a:lnTo>
                <a:lnTo>
                  <a:pt x="301" y="1115"/>
                </a:lnTo>
                <a:lnTo>
                  <a:pt x="280" y="1101"/>
                </a:lnTo>
                <a:lnTo>
                  <a:pt x="260" y="1087"/>
                </a:lnTo>
                <a:lnTo>
                  <a:pt x="241" y="1073"/>
                </a:lnTo>
                <a:lnTo>
                  <a:pt x="222" y="1058"/>
                </a:lnTo>
                <a:lnTo>
                  <a:pt x="204" y="1043"/>
                </a:lnTo>
                <a:lnTo>
                  <a:pt x="186" y="1027"/>
                </a:lnTo>
                <a:lnTo>
                  <a:pt x="170" y="1011"/>
                </a:lnTo>
                <a:lnTo>
                  <a:pt x="153" y="995"/>
                </a:lnTo>
                <a:lnTo>
                  <a:pt x="138" y="978"/>
                </a:lnTo>
                <a:lnTo>
                  <a:pt x="124" y="961"/>
                </a:lnTo>
                <a:lnTo>
                  <a:pt x="110" y="944"/>
                </a:lnTo>
                <a:lnTo>
                  <a:pt x="97" y="926"/>
                </a:lnTo>
                <a:lnTo>
                  <a:pt x="84" y="908"/>
                </a:lnTo>
                <a:lnTo>
                  <a:pt x="73" y="890"/>
                </a:lnTo>
                <a:lnTo>
                  <a:pt x="62" y="871"/>
                </a:lnTo>
                <a:lnTo>
                  <a:pt x="52" y="853"/>
                </a:lnTo>
                <a:lnTo>
                  <a:pt x="43" y="834"/>
                </a:lnTo>
                <a:lnTo>
                  <a:pt x="35" y="815"/>
                </a:lnTo>
                <a:lnTo>
                  <a:pt x="28" y="796"/>
                </a:lnTo>
                <a:lnTo>
                  <a:pt x="21" y="776"/>
                </a:lnTo>
                <a:lnTo>
                  <a:pt x="16" y="757"/>
                </a:lnTo>
                <a:lnTo>
                  <a:pt x="11" y="737"/>
                </a:lnTo>
                <a:lnTo>
                  <a:pt x="7" y="716"/>
                </a:lnTo>
                <a:lnTo>
                  <a:pt x="4" y="696"/>
                </a:lnTo>
                <a:lnTo>
                  <a:pt x="2" y="676"/>
                </a:lnTo>
                <a:lnTo>
                  <a:pt x="0" y="656"/>
                </a:lnTo>
                <a:lnTo>
                  <a:pt x="0" y="636"/>
                </a:lnTo>
                <a:lnTo>
                  <a:pt x="0" y="616"/>
                </a:lnTo>
                <a:lnTo>
                  <a:pt x="2" y="596"/>
                </a:lnTo>
                <a:lnTo>
                  <a:pt x="4" y="576"/>
                </a:lnTo>
                <a:lnTo>
                  <a:pt x="7" y="557"/>
                </a:lnTo>
                <a:lnTo>
                  <a:pt x="11" y="537"/>
                </a:lnTo>
                <a:lnTo>
                  <a:pt x="16" y="517"/>
                </a:lnTo>
                <a:lnTo>
                  <a:pt x="21" y="498"/>
                </a:lnTo>
                <a:lnTo>
                  <a:pt x="28" y="478"/>
                </a:lnTo>
                <a:lnTo>
                  <a:pt x="35" y="459"/>
                </a:lnTo>
                <a:lnTo>
                  <a:pt x="43" y="440"/>
                </a:lnTo>
                <a:lnTo>
                  <a:pt x="52" y="421"/>
                </a:lnTo>
                <a:lnTo>
                  <a:pt x="62" y="402"/>
                </a:lnTo>
                <a:lnTo>
                  <a:pt x="73" y="384"/>
                </a:lnTo>
                <a:lnTo>
                  <a:pt x="84" y="365"/>
                </a:lnTo>
                <a:lnTo>
                  <a:pt x="97" y="347"/>
                </a:lnTo>
                <a:lnTo>
                  <a:pt x="110" y="330"/>
                </a:lnTo>
                <a:lnTo>
                  <a:pt x="124" y="312"/>
                </a:lnTo>
                <a:lnTo>
                  <a:pt x="138" y="295"/>
                </a:lnTo>
                <a:lnTo>
                  <a:pt x="153" y="279"/>
                </a:lnTo>
                <a:lnTo>
                  <a:pt x="170" y="262"/>
                </a:lnTo>
                <a:lnTo>
                  <a:pt x="186" y="246"/>
                </a:lnTo>
                <a:lnTo>
                  <a:pt x="204" y="231"/>
                </a:lnTo>
                <a:lnTo>
                  <a:pt x="222" y="216"/>
                </a:lnTo>
                <a:lnTo>
                  <a:pt x="241" y="201"/>
                </a:lnTo>
                <a:lnTo>
                  <a:pt x="260" y="186"/>
                </a:lnTo>
                <a:lnTo>
                  <a:pt x="280" y="173"/>
                </a:lnTo>
                <a:lnTo>
                  <a:pt x="301" y="159"/>
                </a:lnTo>
                <a:lnTo>
                  <a:pt x="322" y="146"/>
                </a:lnTo>
                <a:lnTo>
                  <a:pt x="344" y="134"/>
                </a:lnTo>
                <a:lnTo>
                  <a:pt x="366" y="122"/>
                </a:lnTo>
                <a:lnTo>
                  <a:pt x="389" y="110"/>
                </a:lnTo>
                <a:lnTo>
                  <a:pt x="412" y="99"/>
                </a:lnTo>
                <a:lnTo>
                  <a:pt x="436" y="89"/>
                </a:lnTo>
                <a:lnTo>
                  <a:pt x="460" y="79"/>
                </a:lnTo>
                <a:lnTo>
                  <a:pt x="485" y="69"/>
                </a:lnTo>
                <a:lnTo>
                  <a:pt x="510" y="61"/>
                </a:lnTo>
                <a:lnTo>
                  <a:pt x="535" y="52"/>
                </a:lnTo>
                <a:lnTo>
                  <a:pt x="561" y="45"/>
                </a:lnTo>
                <a:lnTo>
                  <a:pt x="587" y="38"/>
                </a:lnTo>
                <a:lnTo>
                  <a:pt x="614" y="31"/>
                </a:lnTo>
                <a:lnTo>
                  <a:pt x="640" y="25"/>
                </a:lnTo>
                <a:lnTo>
                  <a:pt x="667" y="20"/>
                </a:lnTo>
                <a:lnTo>
                  <a:pt x="695" y="15"/>
                </a:lnTo>
                <a:lnTo>
                  <a:pt x="723" y="11"/>
                </a:lnTo>
                <a:lnTo>
                  <a:pt x="750" y="8"/>
                </a:lnTo>
                <a:lnTo>
                  <a:pt x="778" y="5"/>
                </a:lnTo>
                <a:lnTo>
                  <a:pt x="805" y="3"/>
                </a:lnTo>
                <a:lnTo>
                  <a:pt x="833" y="1"/>
                </a:lnTo>
                <a:lnTo>
                  <a:pt x="861" y="0"/>
                </a:lnTo>
                <a:lnTo>
                  <a:pt x="889" y="0"/>
                </a:lnTo>
                <a:lnTo>
                  <a:pt x="917" y="0"/>
                </a:lnTo>
                <a:lnTo>
                  <a:pt x="945" y="1"/>
                </a:lnTo>
                <a:lnTo>
                  <a:pt x="973" y="3"/>
                </a:lnTo>
                <a:lnTo>
                  <a:pt x="1000" y="5"/>
                </a:lnTo>
                <a:lnTo>
                  <a:pt x="1028" y="8"/>
                </a:lnTo>
                <a:lnTo>
                  <a:pt x="1055" y="11"/>
                </a:lnTo>
                <a:lnTo>
                  <a:pt x="1083" y="15"/>
                </a:lnTo>
                <a:lnTo>
                  <a:pt x="1110" y="20"/>
                </a:lnTo>
                <a:lnTo>
                  <a:pt x="1137" y="25"/>
                </a:lnTo>
                <a:lnTo>
                  <a:pt x="1163" y="31"/>
                </a:lnTo>
                <a:lnTo>
                  <a:pt x="1190" y="38"/>
                </a:lnTo>
                <a:lnTo>
                  <a:pt x="1216" y="45"/>
                </a:lnTo>
                <a:lnTo>
                  <a:pt x="1242" y="52"/>
                </a:lnTo>
                <a:lnTo>
                  <a:pt x="1267" y="61"/>
                </a:lnTo>
                <a:lnTo>
                  <a:pt x="1292" y="69"/>
                </a:lnTo>
                <a:lnTo>
                  <a:pt x="1317" y="79"/>
                </a:lnTo>
                <a:lnTo>
                  <a:pt x="1341" y="89"/>
                </a:lnTo>
                <a:lnTo>
                  <a:pt x="1365" y="99"/>
                </a:lnTo>
                <a:lnTo>
                  <a:pt x="1388" y="110"/>
                </a:lnTo>
                <a:lnTo>
                  <a:pt x="1411" y="122"/>
                </a:lnTo>
                <a:lnTo>
                  <a:pt x="1433" y="134"/>
                </a:lnTo>
                <a:lnTo>
                  <a:pt x="1455" y="146"/>
                </a:lnTo>
                <a:lnTo>
                  <a:pt x="1476" y="159"/>
                </a:lnTo>
                <a:lnTo>
                  <a:pt x="1497" y="173"/>
                </a:lnTo>
                <a:lnTo>
                  <a:pt x="1517" y="186"/>
                </a:lnTo>
                <a:lnTo>
                  <a:pt x="1536" y="201"/>
                </a:lnTo>
                <a:lnTo>
                  <a:pt x="1555" y="216"/>
                </a:lnTo>
                <a:lnTo>
                  <a:pt x="1573" y="231"/>
                </a:lnTo>
                <a:lnTo>
                  <a:pt x="1591" y="246"/>
                </a:lnTo>
                <a:lnTo>
                  <a:pt x="1607" y="262"/>
                </a:lnTo>
                <a:lnTo>
                  <a:pt x="1623" y="279"/>
                </a:lnTo>
                <a:lnTo>
                  <a:pt x="1639" y="295"/>
                </a:lnTo>
                <a:lnTo>
                  <a:pt x="1653" y="312"/>
                </a:lnTo>
                <a:lnTo>
                  <a:pt x="1667" y="330"/>
                </a:lnTo>
                <a:lnTo>
                  <a:pt x="1680" y="347"/>
                </a:lnTo>
                <a:lnTo>
                  <a:pt x="1692" y="365"/>
                </a:lnTo>
                <a:lnTo>
                  <a:pt x="1704" y="384"/>
                </a:lnTo>
                <a:lnTo>
                  <a:pt x="1715" y="402"/>
                </a:lnTo>
                <a:lnTo>
                  <a:pt x="1724" y="421"/>
                </a:lnTo>
                <a:lnTo>
                  <a:pt x="1734" y="440"/>
                </a:lnTo>
                <a:lnTo>
                  <a:pt x="1742" y="459"/>
                </a:lnTo>
                <a:lnTo>
                  <a:pt x="1749" y="478"/>
                </a:lnTo>
                <a:lnTo>
                  <a:pt x="1756" y="498"/>
                </a:lnTo>
                <a:lnTo>
                  <a:pt x="1761" y="517"/>
                </a:lnTo>
                <a:lnTo>
                  <a:pt x="1766" y="537"/>
                </a:lnTo>
                <a:lnTo>
                  <a:pt x="1770" y="557"/>
                </a:lnTo>
                <a:lnTo>
                  <a:pt x="1773" y="576"/>
                </a:lnTo>
                <a:lnTo>
                  <a:pt x="1775" y="596"/>
                </a:lnTo>
                <a:lnTo>
                  <a:pt x="1777" y="616"/>
                </a:lnTo>
                <a:lnTo>
                  <a:pt x="1777" y="636"/>
                </a:lnTo>
                <a:close/>
              </a:path>
            </a:pathLst>
          </a:custGeom>
          <a:solidFill>
            <a:srgbClr val="ff9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4" name=""/>
          <p:cNvSpPr/>
          <p:nvPr/>
        </p:nvSpPr>
        <p:spPr>
          <a:xfrm>
            <a:off x="7741440" y="2714040"/>
            <a:ext cx="642600" cy="460440"/>
          </a:xfrm>
          <a:custGeom>
            <a:avLst/>
            <a:gdLst/>
            <a:ahLst/>
            <a:rect l="0" t="0" r="r" b="b"/>
            <a:pathLst>
              <a:path w="1785" h="1279">
                <a:moveTo>
                  <a:pt x="1781" y="639"/>
                </a:moveTo>
                <a:lnTo>
                  <a:pt x="1781" y="619"/>
                </a:lnTo>
                <a:lnTo>
                  <a:pt x="1779" y="599"/>
                </a:lnTo>
                <a:lnTo>
                  <a:pt x="1777" y="579"/>
                </a:lnTo>
                <a:lnTo>
                  <a:pt x="1774" y="560"/>
                </a:lnTo>
                <a:lnTo>
                  <a:pt x="1770" y="540"/>
                </a:lnTo>
                <a:lnTo>
                  <a:pt x="1765" y="520"/>
                </a:lnTo>
                <a:lnTo>
                  <a:pt x="1760" y="501"/>
                </a:lnTo>
                <a:lnTo>
                  <a:pt x="1753" y="481"/>
                </a:lnTo>
                <a:lnTo>
                  <a:pt x="1746" y="462"/>
                </a:lnTo>
                <a:lnTo>
                  <a:pt x="1738" y="443"/>
                </a:lnTo>
                <a:lnTo>
                  <a:pt x="1728" y="424"/>
                </a:lnTo>
                <a:lnTo>
                  <a:pt x="1719" y="405"/>
                </a:lnTo>
                <a:lnTo>
                  <a:pt x="1708" y="387"/>
                </a:lnTo>
                <a:lnTo>
                  <a:pt x="1696" y="368"/>
                </a:lnTo>
                <a:lnTo>
                  <a:pt x="1684" y="350"/>
                </a:lnTo>
                <a:lnTo>
                  <a:pt x="1671" y="333"/>
                </a:lnTo>
                <a:lnTo>
                  <a:pt x="1657" y="315"/>
                </a:lnTo>
                <a:lnTo>
                  <a:pt x="1643" y="298"/>
                </a:lnTo>
                <a:lnTo>
                  <a:pt x="1627" y="282"/>
                </a:lnTo>
                <a:lnTo>
                  <a:pt x="1611" y="265"/>
                </a:lnTo>
                <a:lnTo>
                  <a:pt x="1595" y="249"/>
                </a:lnTo>
                <a:lnTo>
                  <a:pt x="1577" y="234"/>
                </a:lnTo>
                <a:lnTo>
                  <a:pt x="1559" y="219"/>
                </a:lnTo>
                <a:lnTo>
                  <a:pt x="1540" y="204"/>
                </a:lnTo>
                <a:lnTo>
                  <a:pt x="1521" y="189"/>
                </a:lnTo>
                <a:lnTo>
                  <a:pt x="1501" y="176"/>
                </a:lnTo>
                <a:lnTo>
                  <a:pt x="1480" y="162"/>
                </a:lnTo>
                <a:lnTo>
                  <a:pt x="1459" y="149"/>
                </a:lnTo>
                <a:lnTo>
                  <a:pt x="1437" y="137"/>
                </a:lnTo>
                <a:lnTo>
                  <a:pt x="1415" y="125"/>
                </a:lnTo>
                <a:lnTo>
                  <a:pt x="1392" y="113"/>
                </a:lnTo>
                <a:lnTo>
                  <a:pt x="1369" y="102"/>
                </a:lnTo>
                <a:lnTo>
                  <a:pt x="1345" y="92"/>
                </a:lnTo>
                <a:lnTo>
                  <a:pt x="1321" y="82"/>
                </a:lnTo>
                <a:lnTo>
                  <a:pt x="1296" y="72"/>
                </a:lnTo>
                <a:lnTo>
                  <a:pt x="1271" y="64"/>
                </a:lnTo>
                <a:lnTo>
                  <a:pt x="1246" y="55"/>
                </a:lnTo>
                <a:lnTo>
                  <a:pt x="1220" y="48"/>
                </a:lnTo>
                <a:lnTo>
                  <a:pt x="1194" y="41"/>
                </a:lnTo>
                <a:lnTo>
                  <a:pt x="1167" y="34"/>
                </a:lnTo>
                <a:lnTo>
                  <a:pt x="1141" y="28"/>
                </a:lnTo>
                <a:lnTo>
                  <a:pt x="1114" y="23"/>
                </a:lnTo>
                <a:lnTo>
                  <a:pt x="1087" y="18"/>
                </a:lnTo>
                <a:lnTo>
                  <a:pt x="1059" y="14"/>
                </a:lnTo>
                <a:lnTo>
                  <a:pt x="1032" y="11"/>
                </a:lnTo>
                <a:lnTo>
                  <a:pt x="1004" y="8"/>
                </a:lnTo>
                <a:lnTo>
                  <a:pt x="977" y="6"/>
                </a:lnTo>
                <a:lnTo>
                  <a:pt x="949" y="4"/>
                </a:lnTo>
                <a:lnTo>
                  <a:pt x="921" y="3"/>
                </a:lnTo>
                <a:lnTo>
                  <a:pt x="893" y="3"/>
                </a:lnTo>
                <a:lnTo>
                  <a:pt x="865" y="3"/>
                </a:lnTo>
                <a:lnTo>
                  <a:pt x="837" y="4"/>
                </a:lnTo>
                <a:lnTo>
                  <a:pt x="809" y="6"/>
                </a:lnTo>
                <a:lnTo>
                  <a:pt x="781" y="8"/>
                </a:lnTo>
                <a:lnTo>
                  <a:pt x="753" y="11"/>
                </a:lnTo>
                <a:lnTo>
                  <a:pt x="726" y="14"/>
                </a:lnTo>
                <a:lnTo>
                  <a:pt x="698" y="18"/>
                </a:lnTo>
                <a:lnTo>
                  <a:pt x="671" y="23"/>
                </a:lnTo>
                <a:lnTo>
                  <a:pt x="644" y="28"/>
                </a:lnTo>
                <a:lnTo>
                  <a:pt x="618" y="34"/>
                </a:lnTo>
                <a:lnTo>
                  <a:pt x="591" y="41"/>
                </a:lnTo>
                <a:lnTo>
                  <a:pt x="565" y="48"/>
                </a:lnTo>
                <a:lnTo>
                  <a:pt x="539" y="55"/>
                </a:lnTo>
                <a:lnTo>
                  <a:pt x="514" y="64"/>
                </a:lnTo>
                <a:lnTo>
                  <a:pt x="489" y="72"/>
                </a:lnTo>
                <a:lnTo>
                  <a:pt x="464" y="82"/>
                </a:lnTo>
                <a:lnTo>
                  <a:pt x="440" y="92"/>
                </a:lnTo>
                <a:lnTo>
                  <a:pt x="416" y="102"/>
                </a:lnTo>
                <a:lnTo>
                  <a:pt x="393" y="113"/>
                </a:lnTo>
                <a:lnTo>
                  <a:pt x="370" y="125"/>
                </a:lnTo>
                <a:lnTo>
                  <a:pt x="348" y="137"/>
                </a:lnTo>
                <a:lnTo>
                  <a:pt x="326" y="149"/>
                </a:lnTo>
                <a:lnTo>
                  <a:pt x="305" y="162"/>
                </a:lnTo>
                <a:lnTo>
                  <a:pt x="284" y="176"/>
                </a:lnTo>
                <a:lnTo>
                  <a:pt x="264" y="189"/>
                </a:lnTo>
                <a:lnTo>
                  <a:pt x="245" y="204"/>
                </a:lnTo>
                <a:lnTo>
                  <a:pt x="226" y="219"/>
                </a:lnTo>
                <a:lnTo>
                  <a:pt x="208" y="234"/>
                </a:lnTo>
                <a:lnTo>
                  <a:pt x="190" y="249"/>
                </a:lnTo>
                <a:lnTo>
                  <a:pt x="174" y="265"/>
                </a:lnTo>
                <a:lnTo>
                  <a:pt x="157" y="282"/>
                </a:lnTo>
                <a:lnTo>
                  <a:pt x="142" y="298"/>
                </a:lnTo>
                <a:lnTo>
                  <a:pt x="128" y="315"/>
                </a:lnTo>
                <a:lnTo>
                  <a:pt x="114" y="333"/>
                </a:lnTo>
                <a:lnTo>
                  <a:pt x="101" y="350"/>
                </a:lnTo>
                <a:lnTo>
                  <a:pt x="88" y="368"/>
                </a:lnTo>
                <a:lnTo>
                  <a:pt x="77" y="387"/>
                </a:lnTo>
                <a:lnTo>
                  <a:pt x="66" y="405"/>
                </a:lnTo>
                <a:lnTo>
                  <a:pt x="56" y="424"/>
                </a:lnTo>
                <a:lnTo>
                  <a:pt x="47" y="443"/>
                </a:lnTo>
                <a:lnTo>
                  <a:pt x="39" y="462"/>
                </a:lnTo>
                <a:lnTo>
                  <a:pt x="32" y="481"/>
                </a:lnTo>
                <a:lnTo>
                  <a:pt x="25" y="501"/>
                </a:lnTo>
                <a:lnTo>
                  <a:pt x="20" y="520"/>
                </a:lnTo>
                <a:lnTo>
                  <a:pt x="15" y="540"/>
                </a:lnTo>
                <a:lnTo>
                  <a:pt x="11" y="560"/>
                </a:lnTo>
                <a:lnTo>
                  <a:pt x="8" y="579"/>
                </a:lnTo>
                <a:lnTo>
                  <a:pt x="6" y="599"/>
                </a:lnTo>
                <a:lnTo>
                  <a:pt x="4" y="619"/>
                </a:lnTo>
                <a:lnTo>
                  <a:pt x="4" y="639"/>
                </a:lnTo>
                <a:lnTo>
                  <a:pt x="4" y="659"/>
                </a:lnTo>
                <a:lnTo>
                  <a:pt x="6" y="679"/>
                </a:lnTo>
                <a:lnTo>
                  <a:pt x="8" y="699"/>
                </a:lnTo>
                <a:lnTo>
                  <a:pt x="11" y="719"/>
                </a:lnTo>
                <a:lnTo>
                  <a:pt x="15" y="739"/>
                </a:lnTo>
                <a:lnTo>
                  <a:pt x="20" y="759"/>
                </a:lnTo>
                <a:lnTo>
                  <a:pt x="25" y="779"/>
                </a:lnTo>
                <a:lnTo>
                  <a:pt x="32" y="799"/>
                </a:lnTo>
                <a:lnTo>
                  <a:pt x="39" y="818"/>
                </a:lnTo>
                <a:lnTo>
                  <a:pt x="47" y="837"/>
                </a:lnTo>
                <a:lnTo>
                  <a:pt x="56" y="856"/>
                </a:lnTo>
                <a:lnTo>
                  <a:pt x="66" y="874"/>
                </a:lnTo>
                <a:lnTo>
                  <a:pt x="77" y="893"/>
                </a:lnTo>
                <a:lnTo>
                  <a:pt x="88" y="911"/>
                </a:lnTo>
                <a:lnTo>
                  <a:pt x="101" y="929"/>
                </a:lnTo>
                <a:lnTo>
                  <a:pt x="114" y="947"/>
                </a:lnTo>
                <a:lnTo>
                  <a:pt x="128" y="964"/>
                </a:lnTo>
                <a:lnTo>
                  <a:pt x="142" y="981"/>
                </a:lnTo>
                <a:lnTo>
                  <a:pt x="157" y="998"/>
                </a:lnTo>
                <a:lnTo>
                  <a:pt x="174" y="1014"/>
                </a:lnTo>
                <a:lnTo>
                  <a:pt x="190" y="1030"/>
                </a:lnTo>
                <a:lnTo>
                  <a:pt x="208" y="1046"/>
                </a:lnTo>
                <a:lnTo>
                  <a:pt x="226" y="1061"/>
                </a:lnTo>
                <a:lnTo>
                  <a:pt x="245" y="1076"/>
                </a:lnTo>
                <a:lnTo>
                  <a:pt x="264" y="1090"/>
                </a:lnTo>
                <a:lnTo>
                  <a:pt x="284" y="1104"/>
                </a:lnTo>
                <a:lnTo>
                  <a:pt x="305" y="1118"/>
                </a:lnTo>
                <a:lnTo>
                  <a:pt x="326" y="1130"/>
                </a:lnTo>
                <a:lnTo>
                  <a:pt x="348" y="1143"/>
                </a:lnTo>
                <a:lnTo>
                  <a:pt x="370" y="1155"/>
                </a:lnTo>
                <a:lnTo>
                  <a:pt x="393" y="1166"/>
                </a:lnTo>
                <a:lnTo>
                  <a:pt x="416" y="1177"/>
                </a:lnTo>
                <a:lnTo>
                  <a:pt x="440" y="1188"/>
                </a:lnTo>
                <a:lnTo>
                  <a:pt x="464" y="1198"/>
                </a:lnTo>
                <a:lnTo>
                  <a:pt x="489" y="1207"/>
                </a:lnTo>
                <a:lnTo>
                  <a:pt x="514" y="1216"/>
                </a:lnTo>
                <a:lnTo>
                  <a:pt x="539" y="1224"/>
                </a:lnTo>
                <a:lnTo>
                  <a:pt x="565" y="1232"/>
                </a:lnTo>
                <a:lnTo>
                  <a:pt x="591" y="1239"/>
                </a:lnTo>
                <a:lnTo>
                  <a:pt x="618" y="1245"/>
                </a:lnTo>
                <a:lnTo>
                  <a:pt x="644" y="1251"/>
                </a:lnTo>
                <a:lnTo>
                  <a:pt x="671" y="1257"/>
                </a:lnTo>
                <a:lnTo>
                  <a:pt x="698" y="1261"/>
                </a:lnTo>
                <a:lnTo>
                  <a:pt x="726" y="1265"/>
                </a:lnTo>
                <a:lnTo>
                  <a:pt x="753" y="1269"/>
                </a:lnTo>
                <a:lnTo>
                  <a:pt x="781" y="1271"/>
                </a:lnTo>
                <a:lnTo>
                  <a:pt x="809" y="1274"/>
                </a:lnTo>
                <a:lnTo>
                  <a:pt x="837" y="1275"/>
                </a:lnTo>
                <a:lnTo>
                  <a:pt x="865" y="1276"/>
                </a:lnTo>
                <a:lnTo>
                  <a:pt x="893" y="1276"/>
                </a:lnTo>
                <a:lnTo>
                  <a:pt x="921" y="1276"/>
                </a:lnTo>
                <a:lnTo>
                  <a:pt x="949" y="1275"/>
                </a:lnTo>
                <a:lnTo>
                  <a:pt x="977" y="1274"/>
                </a:lnTo>
                <a:lnTo>
                  <a:pt x="1004" y="1271"/>
                </a:lnTo>
                <a:lnTo>
                  <a:pt x="1032" y="1269"/>
                </a:lnTo>
                <a:lnTo>
                  <a:pt x="1059" y="1265"/>
                </a:lnTo>
                <a:lnTo>
                  <a:pt x="1087" y="1261"/>
                </a:lnTo>
                <a:lnTo>
                  <a:pt x="1114" y="1257"/>
                </a:lnTo>
                <a:lnTo>
                  <a:pt x="1141" y="1251"/>
                </a:lnTo>
                <a:lnTo>
                  <a:pt x="1167" y="1245"/>
                </a:lnTo>
                <a:lnTo>
                  <a:pt x="1194" y="1239"/>
                </a:lnTo>
                <a:lnTo>
                  <a:pt x="1220" y="1232"/>
                </a:lnTo>
                <a:lnTo>
                  <a:pt x="1246" y="1224"/>
                </a:lnTo>
                <a:lnTo>
                  <a:pt x="1271" y="1216"/>
                </a:lnTo>
                <a:lnTo>
                  <a:pt x="1296" y="1207"/>
                </a:lnTo>
                <a:lnTo>
                  <a:pt x="1321" y="1198"/>
                </a:lnTo>
                <a:lnTo>
                  <a:pt x="1345" y="1188"/>
                </a:lnTo>
                <a:lnTo>
                  <a:pt x="1369" y="1177"/>
                </a:lnTo>
                <a:lnTo>
                  <a:pt x="1392" y="1166"/>
                </a:lnTo>
                <a:lnTo>
                  <a:pt x="1415" y="1155"/>
                </a:lnTo>
                <a:lnTo>
                  <a:pt x="1437" y="1143"/>
                </a:lnTo>
                <a:lnTo>
                  <a:pt x="1459" y="1130"/>
                </a:lnTo>
                <a:lnTo>
                  <a:pt x="1480" y="1118"/>
                </a:lnTo>
                <a:lnTo>
                  <a:pt x="1501" y="1104"/>
                </a:lnTo>
                <a:lnTo>
                  <a:pt x="1521" y="1090"/>
                </a:lnTo>
                <a:lnTo>
                  <a:pt x="1540" y="1076"/>
                </a:lnTo>
                <a:lnTo>
                  <a:pt x="1559" y="1061"/>
                </a:lnTo>
                <a:lnTo>
                  <a:pt x="1577" y="1046"/>
                </a:lnTo>
                <a:lnTo>
                  <a:pt x="1595" y="1030"/>
                </a:lnTo>
                <a:lnTo>
                  <a:pt x="1611" y="1014"/>
                </a:lnTo>
                <a:lnTo>
                  <a:pt x="1627" y="998"/>
                </a:lnTo>
                <a:lnTo>
                  <a:pt x="1643" y="981"/>
                </a:lnTo>
                <a:lnTo>
                  <a:pt x="1657" y="964"/>
                </a:lnTo>
                <a:lnTo>
                  <a:pt x="1671" y="947"/>
                </a:lnTo>
                <a:lnTo>
                  <a:pt x="1684" y="929"/>
                </a:lnTo>
                <a:lnTo>
                  <a:pt x="1696" y="911"/>
                </a:lnTo>
                <a:lnTo>
                  <a:pt x="1708" y="893"/>
                </a:lnTo>
                <a:lnTo>
                  <a:pt x="1719" y="874"/>
                </a:lnTo>
                <a:lnTo>
                  <a:pt x="1728" y="856"/>
                </a:lnTo>
                <a:lnTo>
                  <a:pt x="1738" y="837"/>
                </a:lnTo>
                <a:lnTo>
                  <a:pt x="1746" y="818"/>
                </a:lnTo>
                <a:lnTo>
                  <a:pt x="1753" y="799"/>
                </a:lnTo>
                <a:lnTo>
                  <a:pt x="1760" y="779"/>
                </a:lnTo>
                <a:lnTo>
                  <a:pt x="1765" y="759"/>
                </a:lnTo>
                <a:lnTo>
                  <a:pt x="1770" y="739"/>
                </a:lnTo>
                <a:lnTo>
                  <a:pt x="1774" y="719"/>
                </a:lnTo>
                <a:lnTo>
                  <a:pt x="1777" y="699"/>
                </a:lnTo>
                <a:lnTo>
                  <a:pt x="1779" y="679"/>
                </a:lnTo>
                <a:lnTo>
                  <a:pt x="1781" y="659"/>
                </a:lnTo>
                <a:lnTo>
                  <a:pt x="1781" y="639"/>
                </a:lnTo>
                <a:moveTo>
                  <a:pt x="1785" y="639"/>
                </a:moveTo>
                <a:lnTo>
                  <a:pt x="1784" y="659"/>
                </a:lnTo>
                <a:lnTo>
                  <a:pt x="1783" y="679"/>
                </a:lnTo>
                <a:lnTo>
                  <a:pt x="1781" y="699"/>
                </a:lnTo>
                <a:lnTo>
                  <a:pt x="1778" y="719"/>
                </a:lnTo>
                <a:lnTo>
                  <a:pt x="1774" y="739"/>
                </a:lnTo>
                <a:lnTo>
                  <a:pt x="1769" y="759"/>
                </a:lnTo>
                <a:lnTo>
                  <a:pt x="1763" y="780"/>
                </a:lnTo>
                <a:lnTo>
                  <a:pt x="1757" y="799"/>
                </a:lnTo>
                <a:lnTo>
                  <a:pt x="1749" y="819"/>
                </a:lnTo>
                <a:lnTo>
                  <a:pt x="1741" y="838"/>
                </a:lnTo>
                <a:lnTo>
                  <a:pt x="1732" y="857"/>
                </a:lnTo>
                <a:lnTo>
                  <a:pt x="1722" y="876"/>
                </a:lnTo>
                <a:lnTo>
                  <a:pt x="1711" y="894"/>
                </a:lnTo>
                <a:lnTo>
                  <a:pt x="1700" y="912"/>
                </a:lnTo>
                <a:lnTo>
                  <a:pt x="1688" y="930"/>
                </a:lnTo>
                <a:lnTo>
                  <a:pt x="1675" y="948"/>
                </a:lnTo>
                <a:lnTo>
                  <a:pt x="1661" y="966"/>
                </a:lnTo>
                <a:lnTo>
                  <a:pt x="1646" y="983"/>
                </a:lnTo>
                <a:lnTo>
                  <a:pt x="1631" y="999"/>
                </a:lnTo>
                <a:lnTo>
                  <a:pt x="1615" y="1016"/>
                </a:lnTo>
                <a:lnTo>
                  <a:pt x="1598" y="1032"/>
                </a:lnTo>
                <a:lnTo>
                  <a:pt x="1580" y="1048"/>
                </a:lnTo>
                <a:lnTo>
                  <a:pt x="1562" y="1063"/>
                </a:lnTo>
                <a:lnTo>
                  <a:pt x="1543" y="1078"/>
                </a:lnTo>
                <a:lnTo>
                  <a:pt x="1524" y="1092"/>
                </a:lnTo>
                <a:lnTo>
                  <a:pt x="1503" y="1106"/>
                </a:lnTo>
                <a:lnTo>
                  <a:pt x="1483" y="1120"/>
                </a:lnTo>
                <a:lnTo>
                  <a:pt x="1461" y="1133"/>
                </a:lnTo>
                <a:lnTo>
                  <a:pt x="1440" y="1145"/>
                </a:lnTo>
                <a:lnTo>
                  <a:pt x="1417" y="1157"/>
                </a:lnTo>
                <a:lnTo>
                  <a:pt x="1394" y="1169"/>
                </a:lnTo>
                <a:lnTo>
                  <a:pt x="1371" y="1180"/>
                </a:lnTo>
                <a:lnTo>
                  <a:pt x="1347" y="1190"/>
                </a:lnTo>
                <a:lnTo>
                  <a:pt x="1323" y="1200"/>
                </a:lnTo>
                <a:lnTo>
                  <a:pt x="1298" y="1210"/>
                </a:lnTo>
                <a:lnTo>
                  <a:pt x="1273" y="1218"/>
                </a:lnTo>
                <a:lnTo>
                  <a:pt x="1247" y="1227"/>
                </a:lnTo>
                <a:lnTo>
                  <a:pt x="1221" y="1234"/>
                </a:lnTo>
                <a:lnTo>
                  <a:pt x="1195" y="1241"/>
                </a:lnTo>
                <a:lnTo>
                  <a:pt x="1169" y="1248"/>
                </a:lnTo>
                <a:lnTo>
                  <a:pt x="1142" y="1254"/>
                </a:lnTo>
                <a:lnTo>
                  <a:pt x="1115" y="1259"/>
                </a:lnTo>
                <a:lnTo>
                  <a:pt x="1088" y="1264"/>
                </a:lnTo>
                <a:lnTo>
                  <a:pt x="1060" y="1268"/>
                </a:lnTo>
                <a:lnTo>
                  <a:pt x="1032" y="1271"/>
                </a:lnTo>
                <a:lnTo>
                  <a:pt x="1005" y="1274"/>
                </a:lnTo>
                <a:lnTo>
                  <a:pt x="977" y="1276"/>
                </a:lnTo>
                <a:lnTo>
                  <a:pt x="949" y="1278"/>
                </a:lnTo>
                <a:lnTo>
                  <a:pt x="921" y="1279"/>
                </a:lnTo>
                <a:lnTo>
                  <a:pt x="893" y="1279"/>
                </a:lnTo>
                <a:lnTo>
                  <a:pt x="865" y="1279"/>
                </a:lnTo>
                <a:lnTo>
                  <a:pt x="837" y="1278"/>
                </a:lnTo>
                <a:lnTo>
                  <a:pt x="809" y="1276"/>
                </a:lnTo>
                <a:lnTo>
                  <a:pt x="780" y="1274"/>
                </a:lnTo>
                <a:lnTo>
                  <a:pt x="752" y="1271"/>
                </a:lnTo>
                <a:lnTo>
                  <a:pt x="725" y="1268"/>
                </a:lnTo>
                <a:lnTo>
                  <a:pt x="697" y="1264"/>
                </a:lnTo>
                <a:lnTo>
                  <a:pt x="670" y="1259"/>
                </a:lnTo>
                <a:lnTo>
                  <a:pt x="643" y="1254"/>
                </a:lnTo>
                <a:lnTo>
                  <a:pt x="616" y="1248"/>
                </a:lnTo>
                <a:lnTo>
                  <a:pt x="590" y="1241"/>
                </a:lnTo>
                <a:lnTo>
                  <a:pt x="564" y="1234"/>
                </a:lnTo>
                <a:lnTo>
                  <a:pt x="538" y="1227"/>
                </a:lnTo>
                <a:lnTo>
                  <a:pt x="512" y="1218"/>
                </a:lnTo>
                <a:lnTo>
                  <a:pt x="487" y="1210"/>
                </a:lnTo>
                <a:lnTo>
                  <a:pt x="462" y="1200"/>
                </a:lnTo>
                <a:lnTo>
                  <a:pt x="438" y="1190"/>
                </a:lnTo>
                <a:lnTo>
                  <a:pt x="414" y="1180"/>
                </a:lnTo>
                <a:lnTo>
                  <a:pt x="391" y="1169"/>
                </a:lnTo>
                <a:lnTo>
                  <a:pt x="368" y="1157"/>
                </a:lnTo>
                <a:lnTo>
                  <a:pt x="345" y="1145"/>
                </a:lnTo>
                <a:lnTo>
                  <a:pt x="323" y="1133"/>
                </a:lnTo>
                <a:lnTo>
                  <a:pt x="302" y="1120"/>
                </a:lnTo>
                <a:lnTo>
                  <a:pt x="281" y="1106"/>
                </a:lnTo>
                <a:lnTo>
                  <a:pt x="261" y="1092"/>
                </a:lnTo>
                <a:lnTo>
                  <a:pt x="242" y="1078"/>
                </a:lnTo>
                <a:lnTo>
                  <a:pt x="223" y="1063"/>
                </a:lnTo>
                <a:lnTo>
                  <a:pt x="205" y="1048"/>
                </a:lnTo>
                <a:lnTo>
                  <a:pt x="187" y="1032"/>
                </a:lnTo>
                <a:lnTo>
                  <a:pt x="170" y="1016"/>
                </a:lnTo>
                <a:lnTo>
                  <a:pt x="154" y="999"/>
                </a:lnTo>
                <a:lnTo>
                  <a:pt x="139" y="983"/>
                </a:lnTo>
                <a:lnTo>
                  <a:pt x="124" y="966"/>
                </a:lnTo>
                <a:lnTo>
                  <a:pt x="110" y="948"/>
                </a:lnTo>
                <a:lnTo>
                  <a:pt x="97" y="930"/>
                </a:lnTo>
                <a:lnTo>
                  <a:pt x="85" y="912"/>
                </a:lnTo>
                <a:lnTo>
                  <a:pt x="73" y="894"/>
                </a:lnTo>
                <a:lnTo>
                  <a:pt x="63" y="876"/>
                </a:lnTo>
                <a:lnTo>
                  <a:pt x="53" y="857"/>
                </a:lnTo>
                <a:lnTo>
                  <a:pt x="44" y="838"/>
                </a:lnTo>
                <a:lnTo>
                  <a:pt x="35" y="819"/>
                </a:lnTo>
                <a:lnTo>
                  <a:pt x="28" y="799"/>
                </a:lnTo>
                <a:lnTo>
                  <a:pt x="22" y="780"/>
                </a:lnTo>
                <a:lnTo>
                  <a:pt x="16" y="759"/>
                </a:lnTo>
                <a:lnTo>
                  <a:pt x="11" y="739"/>
                </a:lnTo>
                <a:lnTo>
                  <a:pt x="7" y="719"/>
                </a:lnTo>
                <a:lnTo>
                  <a:pt x="4" y="699"/>
                </a:lnTo>
                <a:lnTo>
                  <a:pt x="2" y="679"/>
                </a:lnTo>
                <a:lnTo>
                  <a:pt x="0" y="659"/>
                </a:lnTo>
                <a:lnTo>
                  <a:pt x="0" y="639"/>
                </a:lnTo>
                <a:lnTo>
                  <a:pt x="0" y="619"/>
                </a:lnTo>
                <a:lnTo>
                  <a:pt x="2" y="599"/>
                </a:lnTo>
                <a:lnTo>
                  <a:pt x="4" y="579"/>
                </a:lnTo>
                <a:lnTo>
                  <a:pt x="7" y="559"/>
                </a:lnTo>
                <a:lnTo>
                  <a:pt x="11" y="539"/>
                </a:lnTo>
                <a:lnTo>
                  <a:pt x="16" y="520"/>
                </a:lnTo>
                <a:lnTo>
                  <a:pt x="22" y="500"/>
                </a:lnTo>
                <a:lnTo>
                  <a:pt x="28" y="480"/>
                </a:lnTo>
                <a:lnTo>
                  <a:pt x="35" y="461"/>
                </a:lnTo>
                <a:lnTo>
                  <a:pt x="44" y="442"/>
                </a:lnTo>
                <a:lnTo>
                  <a:pt x="53" y="423"/>
                </a:lnTo>
                <a:lnTo>
                  <a:pt x="63" y="404"/>
                </a:lnTo>
                <a:lnTo>
                  <a:pt x="73" y="386"/>
                </a:lnTo>
                <a:lnTo>
                  <a:pt x="85" y="367"/>
                </a:lnTo>
                <a:lnTo>
                  <a:pt x="97" y="349"/>
                </a:lnTo>
                <a:lnTo>
                  <a:pt x="110" y="331"/>
                </a:lnTo>
                <a:lnTo>
                  <a:pt x="124" y="314"/>
                </a:lnTo>
                <a:lnTo>
                  <a:pt x="139" y="297"/>
                </a:lnTo>
                <a:lnTo>
                  <a:pt x="154" y="280"/>
                </a:lnTo>
                <a:lnTo>
                  <a:pt x="170" y="264"/>
                </a:lnTo>
                <a:lnTo>
                  <a:pt x="187" y="248"/>
                </a:lnTo>
                <a:lnTo>
                  <a:pt x="205" y="232"/>
                </a:lnTo>
                <a:lnTo>
                  <a:pt x="223" y="217"/>
                </a:lnTo>
                <a:lnTo>
                  <a:pt x="242" y="202"/>
                </a:lnTo>
                <a:lnTo>
                  <a:pt x="261" y="187"/>
                </a:lnTo>
                <a:lnTo>
                  <a:pt x="281" y="174"/>
                </a:lnTo>
                <a:lnTo>
                  <a:pt x="302" y="160"/>
                </a:lnTo>
                <a:lnTo>
                  <a:pt x="323" y="147"/>
                </a:lnTo>
                <a:lnTo>
                  <a:pt x="345" y="134"/>
                </a:lnTo>
                <a:lnTo>
                  <a:pt x="368" y="122"/>
                </a:lnTo>
                <a:lnTo>
                  <a:pt x="391" y="111"/>
                </a:lnTo>
                <a:lnTo>
                  <a:pt x="414" y="100"/>
                </a:lnTo>
                <a:lnTo>
                  <a:pt x="438" y="89"/>
                </a:lnTo>
                <a:lnTo>
                  <a:pt x="462" y="79"/>
                </a:lnTo>
                <a:lnTo>
                  <a:pt x="487" y="70"/>
                </a:lnTo>
                <a:lnTo>
                  <a:pt x="512" y="61"/>
                </a:lnTo>
                <a:lnTo>
                  <a:pt x="538" y="53"/>
                </a:lnTo>
                <a:lnTo>
                  <a:pt x="564" y="45"/>
                </a:lnTo>
                <a:lnTo>
                  <a:pt x="590" y="38"/>
                </a:lnTo>
                <a:lnTo>
                  <a:pt x="616" y="32"/>
                </a:lnTo>
                <a:lnTo>
                  <a:pt x="643" y="26"/>
                </a:lnTo>
                <a:lnTo>
                  <a:pt x="670" y="20"/>
                </a:lnTo>
                <a:lnTo>
                  <a:pt x="697" y="16"/>
                </a:lnTo>
                <a:lnTo>
                  <a:pt x="725" y="12"/>
                </a:lnTo>
                <a:lnTo>
                  <a:pt x="752" y="8"/>
                </a:lnTo>
                <a:lnTo>
                  <a:pt x="780" y="5"/>
                </a:lnTo>
                <a:lnTo>
                  <a:pt x="809" y="3"/>
                </a:lnTo>
                <a:lnTo>
                  <a:pt x="837" y="2"/>
                </a:lnTo>
                <a:lnTo>
                  <a:pt x="865" y="1"/>
                </a:lnTo>
                <a:lnTo>
                  <a:pt x="893" y="0"/>
                </a:lnTo>
                <a:lnTo>
                  <a:pt x="921" y="1"/>
                </a:lnTo>
                <a:lnTo>
                  <a:pt x="949" y="2"/>
                </a:lnTo>
                <a:lnTo>
                  <a:pt x="977" y="3"/>
                </a:lnTo>
                <a:lnTo>
                  <a:pt x="1005" y="5"/>
                </a:lnTo>
                <a:lnTo>
                  <a:pt x="1032" y="8"/>
                </a:lnTo>
                <a:lnTo>
                  <a:pt x="1060" y="12"/>
                </a:lnTo>
                <a:lnTo>
                  <a:pt x="1088" y="16"/>
                </a:lnTo>
                <a:lnTo>
                  <a:pt x="1115" y="20"/>
                </a:lnTo>
                <a:lnTo>
                  <a:pt x="1142" y="26"/>
                </a:lnTo>
                <a:lnTo>
                  <a:pt x="1169" y="32"/>
                </a:lnTo>
                <a:lnTo>
                  <a:pt x="1195" y="38"/>
                </a:lnTo>
                <a:lnTo>
                  <a:pt x="1221" y="45"/>
                </a:lnTo>
                <a:lnTo>
                  <a:pt x="1247" y="53"/>
                </a:lnTo>
                <a:lnTo>
                  <a:pt x="1273" y="61"/>
                </a:lnTo>
                <a:lnTo>
                  <a:pt x="1298" y="70"/>
                </a:lnTo>
                <a:lnTo>
                  <a:pt x="1323" y="79"/>
                </a:lnTo>
                <a:lnTo>
                  <a:pt x="1347" y="89"/>
                </a:lnTo>
                <a:lnTo>
                  <a:pt x="1371" y="100"/>
                </a:lnTo>
                <a:lnTo>
                  <a:pt x="1394" y="111"/>
                </a:lnTo>
                <a:lnTo>
                  <a:pt x="1417" y="122"/>
                </a:lnTo>
                <a:lnTo>
                  <a:pt x="1440" y="134"/>
                </a:lnTo>
                <a:lnTo>
                  <a:pt x="1461" y="147"/>
                </a:lnTo>
                <a:lnTo>
                  <a:pt x="1483" y="160"/>
                </a:lnTo>
                <a:lnTo>
                  <a:pt x="1503" y="174"/>
                </a:lnTo>
                <a:lnTo>
                  <a:pt x="1524" y="187"/>
                </a:lnTo>
                <a:lnTo>
                  <a:pt x="1543" y="202"/>
                </a:lnTo>
                <a:lnTo>
                  <a:pt x="1562" y="217"/>
                </a:lnTo>
                <a:lnTo>
                  <a:pt x="1580" y="232"/>
                </a:lnTo>
                <a:lnTo>
                  <a:pt x="1598" y="248"/>
                </a:lnTo>
                <a:lnTo>
                  <a:pt x="1615" y="264"/>
                </a:lnTo>
                <a:lnTo>
                  <a:pt x="1631" y="280"/>
                </a:lnTo>
                <a:lnTo>
                  <a:pt x="1646" y="297"/>
                </a:lnTo>
                <a:lnTo>
                  <a:pt x="1661" y="314"/>
                </a:lnTo>
                <a:lnTo>
                  <a:pt x="1675" y="331"/>
                </a:lnTo>
                <a:lnTo>
                  <a:pt x="1688" y="349"/>
                </a:lnTo>
                <a:lnTo>
                  <a:pt x="1700" y="367"/>
                </a:lnTo>
                <a:lnTo>
                  <a:pt x="1711" y="386"/>
                </a:lnTo>
                <a:lnTo>
                  <a:pt x="1722" y="404"/>
                </a:lnTo>
                <a:lnTo>
                  <a:pt x="1732" y="423"/>
                </a:lnTo>
                <a:lnTo>
                  <a:pt x="1741" y="442"/>
                </a:lnTo>
                <a:lnTo>
                  <a:pt x="1749" y="461"/>
                </a:lnTo>
                <a:lnTo>
                  <a:pt x="1757" y="480"/>
                </a:lnTo>
                <a:lnTo>
                  <a:pt x="1763" y="500"/>
                </a:lnTo>
                <a:lnTo>
                  <a:pt x="1769" y="520"/>
                </a:lnTo>
                <a:lnTo>
                  <a:pt x="1774" y="539"/>
                </a:lnTo>
                <a:lnTo>
                  <a:pt x="1778" y="559"/>
                </a:lnTo>
                <a:lnTo>
                  <a:pt x="1781" y="579"/>
                </a:lnTo>
                <a:lnTo>
                  <a:pt x="1783" y="599"/>
                </a:lnTo>
                <a:lnTo>
                  <a:pt x="1784" y="619"/>
                </a:lnTo>
                <a:lnTo>
                  <a:pt x="1785" y="639"/>
                </a:lnTo>
                <a:close/>
              </a:path>
            </a:pathLst>
          </a:custGeom>
          <a:solidFill>
            <a:srgbClr val="ff9e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5" name=""/>
          <p:cNvSpPr/>
          <p:nvPr/>
        </p:nvSpPr>
        <p:spPr>
          <a:xfrm>
            <a:off x="7740000" y="2713320"/>
            <a:ext cx="645480" cy="462240"/>
          </a:xfrm>
          <a:custGeom>
            <a:avLst/>
            <a:gdLst/>
            <a:ahLst/>
            <a:rect l="0" t="0" r="r" b="b"/>
            <a:pathLst>
              <a:path w="1793" h="1284">
                <a:moveTo>
                  <a:pt x="1789" y="641"/>
                </a:moveTo>
                <a:lnTo>
                  <a:pt x="1788" y="621"/>
                </a:lnTo>
                <a:lnTo>
                  <a:pt x="1787" y="601"/>
                </a:lnTo>
                <a:lnTo>
                  <a:pt x="1785" y="581"/>
                </a:lnTo>
                <a:lnTo>
                  <a:pt x="1782" y="561"/>
                </a:lnTo>
                <a:lnTo>
                  <a:pt x="1778" y="541"/>
                </a:lnTo>
                <a:lnTo>
                  <a:pt x="1773" y="522"/>
                </a:lnTo>
                <a:lnTo>
                  <a:pt x="1767" y="502"/>
                </a:lnTo>
                <a:lnTo>
                  <a:pt x="1761" y="482"/>
                </a:lnTo>
                <a:lnTo>
                  <a:pt x="1753" y="463"/>
                </a:lnTo>
                <a:lnTo>
                  <a:pt x="1745" y="444"/>
                </a:lnTo>
                <a:lnTo>
                  <a:pt x="1736" y="425"/>
                </a:lnTo>
                <a:lnTo>
                  <a:pt x="1726" y="406"/>
                </a:lnTo>
                <a:lnTo>
                  <a:pt x="1715" y="388"/>
                </a:lnTo>
                <a:lnTo>
                  <a:pt x="1704" y="369"/>
                </a:lnTo>
                <a:lnTo>
                  <a:pt x="1692" y="351"/>
                </a:lnTo>
                <a:lnTo>
                  <a:pt x="1679" y="333"/>
                </a:lnTo>
                <a:lnTo>
                  <a:pt x="1665" y="316"/>
                </a:lnTo>
                <a:lnTo>
                  <a:pt x="1650" y="299"/>
                </a:lnTo>
                <a:lnTo>
                  <a:pt x="1635" y="282"/>
                </a:lnTo>
                <a:lnTo>
                  <a:pt x="1619" y="266"/>
                </a:lnTo>
                <a:lnTo>
                  <a:pt x="1602" y="250"/>
                </a:lnTo>
                <a:lnTo>
                  <a:pt x="1584" y="234"/>
                </a:lnTo>
                <a:lnTo>
                  <a:pt x="1566" y="219"/>
                </a:lnTo>
                <a:lnTo>
                  <a:pt x="1547" y="204"/>
                </a:lnTo>
                <a:lnTo>
                  <a:pt x="1528" y="189"/>
                </a:lnTo>
                <a:lnTo>
                  <a:pt x="1507" y="176"/>
                </a:lnTo>
                <a:lnTo>
                  <a:pt x="1487" y="162"/>
                </a:lnTo>
                <a:lnTo>
                  <a:pt x="1465" y="149"/>
                </a:lnTo>
                <a:lnTo>
                  <a:pt x="1444" y="136"/>
                </a:lnTo>
                <a:lnTo>
                  <a:pt x="1421" y="124"/>
                </a:lnTo>
                <a:lnTo>
                  <a:pt x="1398" y="113"/>
                </a:lnTo>
                <a:lnTo>
                  <a:pt x="1375" y="102"/>
                </a:lnTo>
                <a:lnTo>
                  <a:pt x="1351" y="91"/>
                </a:lnTo>
                <a:lnTo>
                  <a:pt x="1327" y="81"/>
                </a:lnTo>
                <a:lnTo>
                  <a:pt x="1302" y="72"/>
                </a:lnTo>
                <a:lnTo>
                  <a:pt x="1277" y="63"/>
                </a:lnTo>
                <a:lnTo>
                  <a:pt x="1251" y="55"/>
                </a:lnTo>
                <a:lnTo>
                  <a:pt x="1225" y="47"/>
                </a:lnTo>
                <a:lnTo>
                  <a:pt x="1199" y="40"/>
                </a:lnTo>
                <a:lnTo>
                  <a:pt x="1173" y="34"/>
                </a:lnTo>
                <a:lnTo>
                  <a:pt x="1146" y="28"/>
                </a:lnTo>
                <a:lnTo>
                  <a:pt x="1119" y="22"/>
                </a:lnTo>
                <a:lnTo>
                  <a:pt x="1092" y="18"/>
                </a:lnTo>
                <a:lnTo>
                  <a:pt x="1064" y="14"/>
                </a:lnTo>
                <a:lnTo>
                  <a:pt x="1036" y="10"/>
                </a:lnTo>
                <a:lnTo>
                  <a:pt x="1009" y="7"/>
                </a:lnTo>
                <a:lnTo>
                  <a:pt x="981" y="5"/>
                </a:lnTo>
                <a:lnTo>
                  <a:pt x="953" y="4"/>
                </a:lnTo>
                <a:lnTo>
                  <a:pt x="925" y="3"/>
                </a:lnTo>
                <a:lnTo>
                  <a:pt x="897" y="2"/>
                </a:lnTo>
                <a:lnTo>
                  <a:pt x="868" y="3"/>
                </a:lnTo>
                <a:lnTo>
                  <a:pt x="840" y="4"/>
                </a:lnTo>
                <a:lnTo>
                  <a:pt x="812" y="5"/>
                </a:lnTo>
                <a:lnTo>
                  <a:pt x="784" y="7"/>
                </a:lnTo>
                <a:lnTo>
                  <a:pt x="756" y="10"/>
                </a:lnTo>
                <a:lnTo>
                  <a:pt x="729" y="14"/>
                </a:lnTo>
                <a:lnTo>
                  <a:pt x="701" y="18"/>
                </a:lnTo>
                <a:lnTo>
                  <a:pt x="674" y="22"/>
                </a:lnTo>
                <a:lnTo>
                  <a:pt x="647" y="28"/>
                </a:lnTo>
                <a:lnTo>
                  <a:pt x="620" y="34"/>
                </a:lnTo>
                <a:lnTo>
                  <a:pt x="594" y="40"/>
                </a:lnTo>
                <a:lnTo>
                  <a:pt x="568" y="47"/>
                </a:lnTo>
                <a:lnTo>
                  <a:pt x="542" y="55"/>
                </a:lnTo>
                <a:lnTo>
                  <a:pt x="516" y="63"/>
                </a:lnTo>
                <a:lnTo>
                  <a:pt x="491" y="72"/>
                </a:lnTo>
                <a:lnTo>
                  <a:pt x="466" y="81"/>
                </a:lnTo>
                <a:lnTo>
                  <a:pt x="442" y="91"/>
                </a:lnTo>
                <a:lnTo>
                  <a:pt x="418" y="102"/>
                </a:lnTo>
                <a:lnTo>
                  <a:pt x="395" y="113"/>
                </a:lnTo>
                <a:lnTo>
                  <a:pt x="372" y="124"/>
                </a:lnTo>
                <a:lnTo>
                  <a:pt x="349" y="136"/>
                </a:lnTo>
                <a:lnTo>
                  <a:pt x="327" y="149"/>
                </a:lnTo>
                <a:lnTo>
                  <a:pt x="306" y="162"/>
                </a:lnTo>
                <a:lnTo>
                  <a:pt x="285" y="176"/>
                </a:lnTo>
                <a:lnTo>
                  <a:pt x="265" y="189"/>
                </a:lnTo>
                <a:lnTo>
                  <a:pt x="246" y="204"/>
                </a:lnTo>
                <a:lnTo>
                  <a:pt x="227" y="219"/>
                </a:lnTo>
                <a:lnTo>
                  <a:pt x="209" y="234"/>
                </a:lnTo>
                <a:lnTo>
                  <a:pt x="191" y="250"/>
                </a:lnTo>
                <a:lnTo>
                  <a:pt x="174" y="266"/>
                </a:lnTo>
                <a:lnTo>
                  <a:pt x="158" y="282"/>
                </a:lnTo>
                <a:lnTo>
                  <a:pt x="143" y="299"/>
                </a:lnTo>
                <a:lnTo>
                  <a:pt x="128" y="316"/>
                </a:lnTo>
                <a:lnTo>
                  <a:pt x="114" y="333"/>
                </a:lnTo>
                <a:lnTo>
                  <a:pt x="101" y="351"/>
                </a:lnTo>
                <a:lnTo>
                  <a:pt x="89" y="369"/>
                </a:lnTo>
                <a:lnTo>
                  <a:pt x="77" y="388"/>
                </a:lnTo>
                <a:lnTo>
                  <a:pt x="67" y="406"/>
                </a:lnTo>
                <a:lnTo>
                  <a:pt x="57" y="425"/>
                </a:lnTo>
                <a:lnTo>
                  <a:pt x="48" y="444"/>
                </a:lnTo>
                <a:lnTo>
                  <a:pt x="39" y="463"/>
                </a:lnTo>
                <a:lnTo>
                  <a:pt x="32" y="482"/>
                </a:lnTo>
                <a:lnTo>
                  <a:pt x="26" y="502"/>
                </a:lnTo>
                <a:lnTo>
                  <a:pt x="20" y="522"/>
                </a:lnTo>
                <a:lnTo>
                  <a:pt x="15" y="541"/>
                </a:lnTo>
                <a:lnTo>
                  <a:pt x="11" y="561"/>
                </a:lnTo>
                <a:lnTo>
                  <a:pt x="8" y="581"/>
                </a:lnTo>
                <a:lnTo>
                  <a:pt x="6" y="601"/>
                </a:lnTo>
                <a:lnTo>
                  <a:pt x="4" y="621"/>
                </a:lnTo>
                <a:lnTo>
                  <a:pt x="4" y="641"/>
                </a:lnTo>
                <a:lnTo>
                  <a:pt x="4" y="661"/>
                </a:lnTo>
                <a:lnTo>
                  <a:pt x="6" y="681"/>
                </a:lnTo>
                <a:lnTo>
                  <a:pt x="8" y="701"/>
                </a:lnTo>
                <a:lnTo>
                  <a:pt x="11" y="721"/>
                </a:lnTo>
                <a:lnTo>
                  <a:pt x="15" y="741"/>
                </a:lnTo>
                <a:lnTo>
                  <a:pt x="20" y="761"/>
                </a:lnTo>
                <a:lnTo>
                  <a:pt x="26" y="781"/>
                </a:lnTo>
                <a:lnTo>
                  <a:pt x="32" y="800"/>
                </a:lnTo>
                <a:lnTo>
                  <a:pt x="39" y="821"/>
                </a:lnTo>
                <a:lnTo>
                  <a:pt x="48" y="840"/>
                </a:lnTo>
                <a:lnTo>
                  <a:pt x="57" y="859"/>
                </a:lnTo>
                <a:lnTo>
                  <a:pt x="67" y="878"/>
                </a:lnTo>
                <a:lnTo>
                  <a:pt x="77" y="896"/>
                </a:lnTo>
                <a:lnTo>
                  <a:pt x="89" y="914"/>
                </a:lnTo>
                <a:lnTo>
                  <a:pt x="101" y="932"/>
                </a:lnTo>
                <a:lnTo>
                  <a:pt x="114" y="950"/>
                </a:lnTo>
                <a:lnTo>
                  <a:pt x="128" y="968"/>
                </a:lnTo>
                <a:lnTo>
                  <a:pt x="143" y="985"/>
                </a:lnTo>
                <a:lnTo>
                  <a:pt x="158" y="1001"/>
                </a:lnTo>
                <a:lnTo>
                  <a:pt x="174" y="1018"/>
                </a:lnTo>
                <a:lnTo>
                  <a:pt x="191" y="1034"/>
                </a:lnTo>
                <a:lnTo>
                  <a:pt x="209" y="1050"/>
                </a:lnTo>
                <a:lnTo>
                  <a:pt x="227" y="1065"/>
                </a:lnTo>
                <a:lnTo>
                  <a:pt x="246" y="1080"/>
                </a:lnTo>
                <a:lnTo>
                  <a:pt x="265" y="1094"/>
                </a:lnTo>
                <a:lnTo>
                  <a:pt x="285" y="1108"/>
                </a:lnTo>
                <a:lnTo>
                  <a:pt x="306" y="1122"/>
                </a:lnTo>
                <a:lnTo>
                  <a:pt x="327" y="1135"/>
                </a:lnTo>
                <a:lnTo>
                  <a:pt x="349" y="1147"/>
                </a:lnTo>
                <a:lnTo>
                  <a:pt x="372" y="1159"/>
                </a:lnTo>
                <a:lnTo>
                  <a:pt x="395" y="1171"/>
                </a:lnTo>
                <a:lnTo>
                  <a:pt x="418" y="1182"/>
                </a:lnTo>
                <a:lnTo>
                  <a:pt x="442" y="1192"/>
                </a:lnTo>
                <a:lnTo>
                  <a:pt x="466" y="1202"/>
                </a:lnTo>
                <a:lnTo>
                  <a:pt x="491" y="1212"/>
                </a:lnTo>
                <a:lnTo>
                  <a:pt x="516" y="1220"/>
                </a:lnTo>
                <a:lnTo>
                  <a:pt x="542" y="1229"/>
                </a:lnTo>
                <a:lnTo>
                  <a:pt x="568" y="1236"/>
                </a:lnTo>
                <a:lnTo>
                  <a:pt x="594" y="1243"/>
                </a:lnTo>
                <a:lnTo>
                  <a:pt x="620" y="1250"/>
                </a:lnTo>
                <a:lnTo>
                  <a:pt x="647" y="1256"/>
                </a:lnTo>
                <a:lnTo>
                  <a:pt x="674" y="1261"/>
                </a:lnTo>
                <a:lnTo>
                  <a:pt x="701" y="1266"/>
                </a:lnTo>
                <a:lnTo>
                  <a:pt x="729" y="1270"/>
                </a:lnTo>
                <a:lnTo>
                  <a:pt x="756" y="1273"/>
                </a:lnTo>
                <a:lnTo>
                  <a:pt x="784" y="1276"/>
                </a:lnTo>
                <a:lnTo>
                  <a:pt x="812" y="1278"/>
                </a:lnTo>
                <a:lnTo>
                  <a:pt x="840" y="1280"/>
                </a:lnTo>
                <a:lnTo>
                  <a:pt x="868" y="1281"/>
                </a:lnTo>
                <a:lnTo>
                  <a:pt x="897" y="1281"/>
                </a:lnTo>
                <a:lnTo>
                  <a:pt x="925" y="1281"/>
                </a:lnTo>
                <a:lnTo>
                  <a:pt x="953" y="1280"/>
                </a:lnTo>
                <a:lnTo>
                  <a:pt x="981" y="1278"/>
                </a:lnTo>
                <a:lnTo>
                  <a:pt x="1009" y="1276"/>
                </a:lnTo>
                <a:lnTo>
                  <a:pt x="1036" y="1273"/>
                </a:lnTo>
                <a:lnTo>
                  <a:pt x="1064" y="1270"/>
                </a:lnTo>
                <a:lnTo>
                  <a:pt x="1092" y="1266"/>
                </a:lnTo>
                <a:lnTo>
                  <a:pt x="1119" y="1261"/>
                </a:lnTo>
                <a:lnTo>
                  <a:pt x="1146" y="1256"/>
                </a:lnTo>
                <a:lnTo>
                  <a:pt x="1173" y="1250"/>
                </a:lnTo>
                <a:lnTo>
                  <a:pt x="1199" y="1243"/>
                </a:lnTo>
                <a:lnTo>
                  <a:pt x="1225" y="1236"/>
                </a:lnTo>
                <a:lnTo>
                  <a:pt x="1251" y="1229"/>
                </a:lnTo>
                <a:lnTo>
                  <a:pt x="1277" y="1220"/>
                </a:lnTo>
                <a:lnTo>
                  <a:pt x="1302" y="1212"/>
                </a:lnTo>
                <a:lnTo>
                  <a:pt x="1327" y="1202"/>
                </a:lnTo>
                <a:lnTo>
                  <a:pt x="1351" y="1192"/>
                </a:lnTo>
                <a:lnTo>
                  <a:pt x="1375" y="1182"/>
                </a:lnTo>
                <a:lnTo>
                  <a:pt x="1398" y="1171"/>
                </a:lnTo>
                <a:lnTo>
                  <a:pt x="1421" y="1159"/>
                </a:lnTo>
                <a:lnTo>
                  <a:pt x="1444" y="1147"/>
                </a:lnTo>
                <a:lnTo>
                  <a:pt x="1465" y="1135"/>
                </a:lnTo>
                <a:lnTo>
                  <a:pt x="1487" y="1122"/>
                </a:lnTo>
                <a:lnTo>
                  <a:pt x="1507" y="1108"/>
                </a:lnTo>
                <a:lnTo>
                  <a:pt x="1528" y="1094"/>
                </a:lnTo>
                <a:lnTo>
                  <a:pt x="1547" y="1080"/>
                </a:lnTo>
                <a:lnTo>
                  <a:pt x="1566" y="1065"/>
                </a:lnTo>
                <a:lnTo>
                  <a:pt x="1584" y="1050"/>
                </a:lnTo>
                <a:lnTo>
                  <a:pt x="1602" y="1034"/>
                </a:lnTo>
                <a:lnTo>
                  <a:pt x="1619" y="1018"/>
                </a:lnTo>
                <a:lnTo>
                  <a:pt x="1635" y="1001"/>
                </a:lnTo>
                <a:lnTo>
                  <a:pt x="1650" y="985"/>
                </a:lnTo>
                <a:lnTo>
                  <a:pt x="1665" y="968"/>
                </a:lnTo>
                <a:lnTo>
                  <a:pt x="1679" y="950"/>
                </a:lnTo>
                <a:lnTo>
                  <a:pt x="1692" y="932"/>
                </a:lnTo>
                <a:lnTo>
                  <a:pt x="1704" y="914"/>
                </a:lnTo>
                <a:lnTo>
                  <a:pt x="1715" y="896"/>
                </a:lnTo>
                <a:lnTo>
                  <a:pt x="1726" y="878"/>
                </a:lnTo>
                <a:lnTo>
                  <a:pt x="1736" y="859"/>
                </a:lnTo>
                <a:lnTo>
                  <a:pt x="1745" y="840"/>
                </a:lnTo>
                <a:lnTo>
                  <a:pt x="1753" y="821"/>
                </a:lnTo>
                <a:lnTo>
                  <a:pt x="1761" y="800"/>
                </a:lnTo>
                <a:lnTo>
                  <a:pt x="1767" y="781"/>
                </a:lnTo>
                <a:lnTo>
                  <a:pt x="1773" y="761"/>
                </a:lnTo>
                <a:lnTo>
                  <a:pt x="1778" y="741"/>
                </a:lnTo>
                <a:lnTo>
                  <a:pt x="1782" y="721"/>
                </a:lnTo>
                <a:lnTo>
                  <a:pt x="1785" y="701"/>
                </a:lnTo>
                <a:lnTo>
                  <a:pt x="1787" y="681"/>
                </a:lnTo>
                <a:lnTo>
                  <a:pt x="1788" y="661"/>
                </a:lnTo>
                <a:lnTo>
                  <a:pt x="1789" y="641"/>
                </a:lnTo>
                <a:moveTo>
                  <a:pt x="1793" y="641"/>
                </a:moveTo>
                <a:lnTo>
                  <a:pt x="1792" y="661"/>
                </a:lnTo>
                <a:lnTo>
                  <a:pt x="1791" y="682"/>
                </a:lnTo>
                <a:lnTo>
                  <a:pt x="1789" y="702"/>
                </a:lnTo>
                <a:lnTo>
                  <a:pt x="1786" y="722"/>
                </a:lnTo>
                <a:lnTo>
                  <a:pt x="1782" y="742"/>
                </a:lnTo>
                <a:lnTo>
                  <a:pt x="1777" y="762"/>
                </a:lnTo>
                <a:lnTo>
                  <a:pt x="1771" y="781"/>
                </a:lnTo>
                <a:lnTo>
                  <a:pt x="1765" y="801"/>
                </a:lnTo>
                <a:lnTo>
                  <a:pt x="1757" y="821"/>
                </a:lnTo>
                <a:lnTo>
                  <a:pt x="1749" y="841"/>
                </a:lnTo>
                <a:lnTo>
                  <a:pt x="1740" y="860"/>
                </a:lnTo>
                <a:lnTo>
                  <a:pt x="1730" y="879"/>
                </a:lnTo>
                <a:lnTo>
                  <a:pt x="1719" y="897"/>
                </a:lnTo>
                <a:lnTo>
                  <a:pt x="1707" y="916"/>
                </a:lnTo>
                <a:lnTo>
                  <a:pt x="1695" y="934"/>
                </a:lnTo>
                <a:lnTo>
                  <a:pt x="1682" y="951"/>
                </a:lnTo>
                <a:lnTo>
                  <a:pt x="1668" y="969"/>
                </a:lnTo>
                <a:lnTo>
                  <a:pt x="1653" y="986"/>
                </a:lnTo>
                <a:lnTo>
                  <a:pt x="1638" y="1003"/>
                </a:lnTo>
                <a:lnTo>
                  <a:pt x="1622" y="1020"/>
                </a:lnTo>
                <a:lnTo>
                  <a:pt x="1605" y="1036"/>
                </a:lnTo>
                <a:lnTo>
                  <a:pt x="1587" y="1051"/>
                </a:lnTo>
                <a:lnTo>
                  <a:pt x="1569" y="1067"/>
                </a:lnTo>
                <a:lnTo>
                  <a:pt x="1550" y="1082"/>
                </a:lnTo>
                <a:lnTo>
                  <a:pt x="1530" y="1096"/>
                </a:lnTo>
                <a:lnTo>
                  <a:pt x="1510" y="1110"/>
                </a:lnTo>
                <a:lnTo>
                  <a:pt x="1489" y="1124"/>
                </a:lnTo>
                <a:lnTo>
                  <a:pt x="1468" y="1137"/>
                </a:lnTo>
                <a:lnTo>
                  <a:pt x="1446" y="1149"/>
                </a:lnTo>
                <a:lnTo>
                  <a:pt x="1423" y="1161"/>
                </a:lnTo>
                <a:lnTo>
                  <a:pt x="1400" y="1173"/>
                </a:lnTo>
                <a:lnTo>
                  <a:pt x="1377" y="1184"/>
                </a:lnTo>
                <a:lnTo>
                  <a:pt x="1353" y="1195"/>
                </a:lnTo>
                <a:lnTo>
                  <a:pt x="1328" y="1205"/>
                </a:lnTo>
                <a:lnTo>
                  <a:pt x="1304" y="1214"/>
                </a:lnTo>
                <a:lnTo>
                  <a:pt x="1278" y="1223"/>
                </a:lnTo>
                <a:lnTo>
                  <a:pt x="1253" y="1231"/>
                </a:lnTo>
                <a:lnTo>
                  <a:pt x="1227" y="1239"/>
                </a:lnTo>
                <a:lnTo>
                  <a:pt x="1200" y="1246"/>
                </a:lnTo>
                <a:lnTo>
                  <a:pt x="1174" y="1253"/>
                </a:lnTo>
                <a:lnTo>
                  <a:pt x="1147" y="1259"/>
                </a:lnTo>
                <a:lnTo>
                  <a:pt x="1120" y="1264"/>
                </a:lnTo>
                <a:lnTo>
                  <a:pt x="1092" y="1269"/>
                </a:lnTo>
                <a:lnTo>
                  <a:pt x="1065" y="1273"/>
                </a:lnTo>
                <a:lnTo>
                  <a:pt x="1037" y="1276"/>
                </a:lnTo>
                <a:lnTo>
                  <a:pt x="1009" y="1279"/>
                </a:lnTo>
                <a:lnTo>
                  <a:pt x="981" y="1281"/>
                </a:lnTo>
                <a:lnTo>
                  <a:pt x="953" y="1283"/>
                </a:lnTo>
                <a:lnTo>
                  <a:pt x="925" y="1284"/>
                </a:lnTo>
                <a:lnTo>
                  <a:pt x="897" y="1284"/>
                </a:lnTo>
                <a:lnTo>
                  <a:pt x="868" y="1284"/>
                </a:lnTo>
                <a:lnTo>
                  <a:pt x="840" y="1283"/>
                </a:lnTo>
                <a:lnTo>
                  <a:pt x="812" y="1281"/>
                </a:lnTo>
                <a:lnTo>
                  <a:pt x="784" y="1279"/>
                </a:lnTo>
                <a:lnTo>
                  <a:pt x="756" y="1276"/>
                </a:lnTo>
                <a:lnTo>
                  <a:pt x="728" y="1273"/>
                </a:lnTo>
                <a:lnTo>
                  <a:pt x="701" y="1269"/>
                </a:lnTo>
                <a:lnTo>
                  <a:pt x="673" y="1264"/>
                </a:lnTo>
                <a:lnTo>
                  <a:pt x="646" y="1259"/>
                </a:lnTo>
                <a:lnTo>
                  <a:pt x="619" y="1253"/>
                </a:lnTo>
                <a:lnTo>
                  <a:pt x="593" y="1246"/>
                </a:lnTo>
                <a:lnTo>
                  <a:pt x="566" y="1239"/>
                </a:lnTo>
                <a:lnTo>
                  <a:pt x="540" y="1231"/>
                </a:lnTo>
                <a:lnTo>
                  <a:pt x="515" y="1223"/>
                </a:lnTo>
                <a:lnTo>
                  <a:pt x="489" y="1214"/>
                </a:lnTo>
                <a:lnTo>
                  <a:pt x="464" y="1205"/>
                </a:lnTo>
                <a:lnTo>
                  <a:pt x="440" y="1195"/>
                </a:lnTo>
                <a:lnTo>
                  <a:pt x="416" y="1184"/>
                </a:lnTo>
                <a:lnTo>
                  <a:pt x="392" y="1173"/>
                </a:lnTo>
                <a:lnTo>
                  <a:pt x="369" y="1161"/>
                </a:lnTo>
                <a:lnTo>
                  <a:pt x="347" y="1149"/>
                </a:lnTo>
                <a:lnTo>
                  <a:pt x="325" y="1137"/>
                </a:lnTo>
                <a:lnTo>
                  <a:pt x="304" y="1124"/>
                </a:lnTo>
                <a:lnTo>
                  <a:pt x="283" y="1110"/>
                </a:lnTo>
                <a:lnTo>
                  <a:pt x="263" y="1096"/>
                </a:lnTo>
                <a:lnTo>
                  <a:pt x="243" y="1082"/>
                </a:lnTo>
                <a:lnTo>
                  <a:pt x="224" y="1067"/>
                </a:lnTo>
                <a:lnTo>
                  <a:pt x="206" y="1051"/>
                </a:lnTo>
                <a:lnTo>
                  <a:pt x="188" y="1036"/>
                </a:lnTo>
                <a:lnTo>
                  <a:pt x="171" y="1020"/>
                </a:lnTo>
                <a:lnTo>
                  <a:pt x="155" y="1003"/>
                </a:lnTo>
                <a:lnTo>
                  <a:pt x="140" y="986"/>
                </a:lnTo>
                <a:lnTo>
                  <a:pt x="125" y="969"/>
                </a:lnTo>
                <a:lnTo>
                  <a:pt x="111" y="951"/>
                </a:lnTo>
                <a:lnTo>
                  <a:pt x="98" y="934"/>
                </a:lnTo>
                <a:lnTo>
                  <a:pt x="85" y="916"/>
                </a:lnTo>
                <a:lnTo>
                  <a:pt x="74" y="897"/>
                </a:lnTo>
                <a:lnTo>
                  <a:pt x="63" y="879"/>
                </a:lnTo>
                <a:lnTo>
                  <a:pt x="53" y="860"/>
                </a:lnTo>
                <a:lnTo>
                  <a:pt x="44" y="841"/>
                </a:lnTo>
                <a:lnTo>
                  <a:pt x="36" y="821"/>
                </a:lnTo>
                <a:lnTo>
                  <a:pt x="28" y="801"/>
                </a:lnTo>
                <a:lnTo>
                  <a:pt x="22" y="781"/>
                </a:lnTo>
                <a:lnTo>
                  <a:pt x="16" y="762"/>
                </a:lnTo>
                <a:lnTo>
                  <a:pt x="11" y="742"/>
                </a:lnTo>
                <a:lnTo>
                  <a:pt x="7" y="722"/>
                </a:lnTo>
                <a:lnTo>
                  <a:pt x="4" y="702"/>
                </a:lnTo>
                <a:lnTo>
                  <a:pt x="2" y="682"/>
                </a:lnTo>
                <a:lnTo>
                  <a:pt x="1" y="661"/>
                </a:lnTo>
                <a:lnTo>
                  <a:pt x="0" y="641"/>
                </a:lnTo>
                <a:lnTo>
                  <a:pt x="1" y="621"/>
                </a:lnTo>
                <a:lnTo>
                  <a:pt x="2" y="601"/>
                </a:lnTo>
                <a:lnTo>
                  <a:pt x="4" y="581"/>
                </a:lnTo>
                <a:lnTo>
                  <a:pt x="7" y="561"/>
                </a:lnTo>
                <a:lnTo>
                  <a:pt x="11" y="541"/>
                </a:lnTo>
                <a:lnTo>
                  <a:pt x="16" y="521"/>
                </a:lnTo>
                <a:lnTo>
                  <a:pt x="22" y="501"/>
                </a:lnTo>
                <a:lnTo>
                  <a:pt x="28" y="482"/>
                </a:lnTo>
                <a:lnTo>
                  <a:pt x="36" y="462"/>
                </a:lnTo>
                <a:lnTo>
                  <a:pt x="44" y="443"/>
                </a:lnTo>
                <a:lnTo>
                  <a:pt x="53" y="424"/>
                </a:lnTo>
                <a:lnTo>
                  <a:pt x="63" y="405"/>
                </a:lnTo>
                <a:lnTo>
                  <a:pt x="74" y="386"/>
                </a:lnTo>
                <a:lnTo>
                  <a:pt x="85" y="368"/>
                </a:lnTo>
                <a:lnTo>
                  <a:pt x="98" y="350"/>
                </a:lnTo>
                <a:lnTo>
                  <a:pt x="111" y="332"/>
                </a:lnTo>
                <a:lnTo>
                  <a:pt x="125" y="315"/>
                </a:lnTo>
                <a:lnTo>
                  <a:pt x="140" y="297"/>
                </a:lnTo>
                <a:lnTo>
                  <a:pt x="155" y="281"/>
                </a:lnTo>
                <a:lnTo>
                  <a:pt x="171" y="264"/>
                </a:lnTo>
                <a:lnTo>
                  <a:pt x="188" y="248"/>
                </a:lnTo>
                <a:lnTo>
                  <a:pt x="206" y="232"/>
                </a:lnTo>
                <a:lnTo>
                  <a:pt x="224" y="217"/>
                </a:lnTo>
                <a:lnTo>
                  <a:pt x="243" y="202"/>
                </a:lnTo>
                <a:lnTo>
                  <a:pt x="263" y="188"/>
                </a:lnTo>
                <a:lnTo>
                  <a:pt x="283" y="173"/>
                </a:lnTo>
                <a:lnTo>
                  <a:pt x="304" y="160"/>
                </a:lnTo>
                <a:lnTo>
                  <a:pt x="325" y="147"/>
                </a:lnTo>
                <a:lnTo>
                  <a:pt x="347" y="134"/>
                </a:lnTo>
                <a:lnTo>
                  <a:pt x="369" y="122"/>
                </a:lnTo>
                <a:lnTo>
                  <a:pt x="392" y="111"/>
                </a:lnTo>
                <a:lnTo>
                  <a:pt x="416" y="99"/>
                </a:lnTo>
                <a:lnTo>
                  <a:pt x="440" y="89"/>
                </a:lnTo>
                <a:lnTo>
                  <a:pt x="464" y="79"/>
                </a:lnTo>
                <a:lnTo>
                  <a:pt x="489" y="69"/>
                </a:lnTo>
                <a:lnTo>
                  <a:pt x="515" y="61"/>
                </a:lnTo>
                <a:lnTo>
                  <a:pt x="540" y="52"/>
                </a:lnTo>
                <a:lnTo>
                  <a:pt x="566" y="45"/>
                </a:lnTo>
                <a:lnTo>
                  <a:pt x="593" y="37"/>
                </a:lnTo>
                <a:lnTo>
                  <a:pt x="619" y="31"/>
                </a:lnTo>
                <a:lnTo>
                  <a:pt x="646" y="25"/>
                </a:lnTo>
                <a:lnTo>
                  <a:pt x="673" y="20"/>
                </a:lnTo>
                <a:lnTo>
                  <a:pt x="701" y="15"/>
                </a:lnTo>
                <a:lnTo>
                  <a:pt x="728" y="11"/>
                </a:lnTo>
                <a:lnTo>
                  <a:pt x="756" y="7"/>
                </a:lnTo>
                <a:lnTo>
                  <a:pt x="784" y="5"/>
                </a:lnTo>
                <a:lnTo>
                  <a:pt x="812" y="2"/>
                </a:lnTo>
                <a:lnTo>
                  <a:pt x="840" y="1"/>
                </a:lnTo>
                <a:lnTo>
                  <a:pt x="868" y="0"/>
                </a:lnTo>
                <a:lnTo>
                  <a:pt x="897" y="0"/>
                </a:lnTo>
                <a:lnTo>
                  <a:pt x="925" y="0"/>
                </a:lnTo>
                <a:lnTo>
                  <a:pt x="953" y="1"/>
                </a:lnTo>
                <a:lnTo>
                  <a:pt x="981" y="2"/>
                </a:lnTo>
                <a:lnTo>
                  <a:pt x="1009" y="5"/>
                </a:lnTo>
                <a:lnTo>
                  <a:pt x="1037" y="7"/>
                </a:lnTo>
                <a:lnTo>
                  <a:pt x="1065" y="11"/>
                </a:lnTo>
                <a:lnTo>
                  <a:pt x="1092" y="15"/>
                </a:lnTo>
                <a:lnTo>
                  <a:pt x="1120" y="20"/>
                </a:lnTo>
                <a:lnTo>
                  <a:pt x="1147" y="25"/>
                </a:lnTo>
                <a:lnTo>
                  <a:pt x="1174" y="31"/>
                </a:lnTo>
                <a:lnTo>
                  <a:pt x="1200" y="37"/>
                </a:lnTo>
                <a:lnTo>
                  <a:pt x="1227" y="45"/>
                </a:lnTo>
                <a:lnTo>
                  <a:pt x="1253" y="52"/>
                </a:lnTo>
                <a:lnTo>
                  <a:pt x="1278" y="61"/>
                </a:lnTo>
                <a:lnTo>
                  <a:pt x="1304" y="69"/>
                </a:lnTo>
                <a:lnTo>
                  <a:pt x="1328" y="79"/>
                </a:lnTo>
                <a:lnTo>
                  <a:pt x="1353" y="89"/>
                </a:lnTo>
                <a:lnTo>
                  <a:pt x="1377" y="99"/>
                </a:lnTo>
                <a:lnTo>
                  <a:pt x="1400" y="111"/>
                </a:lnTo>
                <a:lnTo>
                  <a:pt x="1423" y="122"/>
                </a:lnTo>
                <a:lnTo>
                  <a:pt x="1446" y="134"/>
                </a:lnTo>
                <a:lnTo>
                  <a:pt x="1468" y="147"/>
                </a:lnTo>
                <a:lnTo>
                  <a:pt x="1489" y="160"/>
                </a:lnTo>
                <a:lnTo>
                  <a:pt x="1510" y="173"/>
                </a:lnTo>
                <a:lnTo>
                  <a:pt x="1530" y="188"/>
                </a:lnTo>
                <a:lnTo>
                  <a:pt x="1550" y="202"/>
                </a:lnTo>
                <a:lnTo>
                  <a:pt x="1569" y="217"/>
                </a:lnTo>
                <a:lnTo>
                  <a:pt x="1587" y="232"/>
                </a:lnTo>
                <a:lnTo>
                  <a:pt x="1605" y="248"/>
                </a:lnTo>
                <a:lnTo>
                  <a:pt x="1622" y="264"/>
                </a:lnTo>
                <a:lnTo>
                  <a:pt x="1638" y="281"/>
                </a:lnTo>
                <a:lnTo>
                  <a:pt x="1653" y="297"/>
                </a:lnTo>
                <a:lnTo>
                  <a:pt x="1668" y="315"/>
                </a:lnTo>
                <a:lnTo>
                  <a:pt x="1682" y="332"/>
                </a:lnTo>
                <a:lnTo>
                  <a:pt x="1695" y="350"/>
                </a:lnTo>
                <a:lnTo>
                  <a:pt x="1707" y="368"/>
                </a:lnTo>
                <a:lnTo>
                  <a:pt x="1719" y="386"/>
                </a:lnTo>
                <a:lnTo>
                  <a:pt x="1730" y="405"/>
                </a:lnTo>
                <a:lnTo>
                  <a:pt x="1740" y="424"/>
                </a:lnTo>
                <a:lnTo>
                  <a:pt x="1749" y="443"/>
                </a:lnTo>
                <a:lnTo>
                  <a:pt x="1757" y="462"/>
                </a:lnTo>
                <a:lnTo>
                  <a:pt x="1765" y="482"/>
                </a:lnTo>
                <a:lnTo>
                  <a:pt x="1771" y="501"/>
                </a:lnTo>
                <a:lnTo>
                  <a:pt x="1777" y="521"/>
                </a:lnTo>
                <a:lnTo>
                  <a:pt x="1782" y="541"/>
                </a:lnTo>
                <a:lnTo>
                  <a:pt x="1786" y="561"/>
                </a:lnTo>
                <a:lnTo>
                  <a:pt x="1789" y="581"/>
                </a:lnTo>
                <a:lnTo>
                  <a:pt x="1791" y="601"/>
                </a:lnTo>
                <a:lnTo>
                  <a:pt x="1792" y="621"/>
                </a:lnTo>
                <a:lnTo>
                  <a:pt x="1793" y="641"/>
                </a:lnTo>
                <a:close/>
              </a:path>
            </a:pathLst>
          </a:custGeom>
          <a:solidFill>
            <a:srgbClr val="ff9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6" name=""/>
          <p:cNvSpPr/>
          <p:nvPr/>
        </p:nvSpPr>
        <p:spPr>
          <a:xfrm>
            <a:off x="7738560" y="2712240"/>
            <a:ext cx="648360" cy="464400"/>
          </a:xfrm>
          <a:custGeom>
            <a:avLst/>
            <a:gdLst/>
            <a:ahLst/>
            <a:rect l="0" t="0" r="r" b="b"/>
            <a:pathLst>
              <a:path w="1801" h="1290">
                <a:moveTo>
                  <a:pt x="1797" y="644"/>
                </a:moveTo>
                <a:lnTo>
                  <a:pt x="1796" y="624"/>
                </a:lnTo>
                <a:lnTo>
                  <a:pt x="1795" y="604"/>
                </a:lnTo>
                <a:lnTo>
                  <a:pt x="1793" y="584"/>
                </a:lnTo>
                <a:lnTo>
                  <a:pt x="1790" y="564"/>
                </a:lnTo>
                <a:lnTo>
                  <a:pt x="1786" y="544"/>
                </a:lnTo>
                <a:lnTo>
                  <a:pt x="1781" y="524"/>
                </a:lnTo>
                <a:lnTo>
                  <a:pt x="1775" y="504"/>
                </a:lnTo>
                <a:lnTo>
                  <a:pt x="1769" y="485"/>
                </a:lnTo>
                <a:lnTo>
                  <a:pt x="1761" y="465"/>
                </a:lnTo>
                <a:lnTo>
                  <a:pt x="1753" y="446"/>
                </a:lnTo>
                <a:lnTo>
                  <a:pt x="1744" y="427"/>
                </a:lnTo>
                <a:lnTo>
                  <a:pt x="1734" y="408"/>
                </a:lnTo>
                <a:lnTo>
                  <a:pt x="1723" y="389"/>
                </a:lnTo>
                <a:lnTo>
                  <a:pt x="1711" y="371"/>
                </a:lnTo>
                <a:lnTo>
                  <a:pt x="1699" y="353"/>
                </a:lnTo>
                <a:lnTo>
                  <a:pt x="1686" y="335"/>
                </a:lnTo>
                <a:lnTo>
                  <a:pt x="1672" y="318"/>
                </a:lnTo>
                <a:lnTo>
                  <a:pt x="1657" y="300"/>
                </a:lnTo>
                <a:lnTo>
                  <a:pt x="1642" y="284"/>
                </a:lnTo>
                <a:lnTo>
                  <a:pt x="1626" y="267"/>
                </a:lnTo>
                <a:lnTo>
                  <a:pt x="1609" y="251"/>
                </a:lnTo>
                <a:lnTo>
                  <a:pt x="1591" y="235"/>
                </a:lnTo>
                <a:lnTo>
                  <a:pt x="1573" y="220"/>
                </a:lnTo>
                <a:lnTo>
                  <a:pt x="1554" y="205"/>
                </a:lnTo>
                <a:lnTo>
                  <a:pt x="1534" y="191"/>
                </a:lnTo>
                <a:lnTo>
                  <a:pt x="1514" y="176"/>
                </a:lnTo>
                <a:lnTo>
                  <a:pt x="1493" y="163"/>
                </a:lnTo>
                <a:lnTo>
                  <a:pt x="1472" y="150"/>
                </a:lnTo>
                <a:lnTo>
                  <a:pt x="1450" y="137"/>
                </a:lnTo>
                <a:lnTo>
                  <a:pt x="1427" y="125"/>
                </a:lnTo>
                <a:lnTo>
                  <a:pt x="1404" y="114"/>
                </a:lnTo>
                <a:lnTo>
                  <a:pt x="1381" y="102"/>
                </a:lnTo>
                <a:lnTo>
                  <a:pt x="1357" y="92"/>
                </a:lnTo>
                <a:lnTo>
                  <a:pt x="1332" y="82"/>
                </a:lnTo>
                <a:lnTo>
                  <a:pt x="1308" y="72"/>
                </a:lnTo>
                <a:lnTo>
                  <a:pt x="1282" y="64"/>
                </a:lnTo>
                <a:lnTo>
                  <a:pt x="1257" y="55"/>
                </a:lnTo>
                <a:lnTo>
                  <a:pt x="1231" y="48"/>
                </a:lnTo>
                <a:lnTo>
                  <a:pt x="1204" y="40"/>
                </a:lnTo>
                <a:lnTo>
                  <a:pt x="1178" y="34"/>
                </a:lnTo>
                <a:lnTo>
                  <a:pt x="1151" y="28"/>
                </a:lnTo>
                <a:lnTo>
                  <a:pt x="1124" y="23"/>
                </a:lnTo>
                <a:lnTo>
                  <a:pt x="1096" y="18"/>
                </a:lnTo>
                <a:lnTo>
                  <a:pt x="1069" y="14"/>
                </a:lnTo>
                <a:lnTo>
                  <a:pt x="1041" y="10"/>
                </a:lnTo>
                <a:lnTo>
                  <a:pt x="1013" y="8"/>
                </a:lnTo>
                <a:lnTo>
                  <a:pt x="984" y="5"/>
                </a:lnTo>
                <a:lnTo>
                  <a:pt x="956" y="4"/>
                </a:lnTo>
                <a:lnTo>
                  <a:pt x="928" y="3"/>
                </a:lnTo>
                <a:lnTo>
                  <a:pt x="900" y="3"/>
                </a:lnTo>
                <a:lnTo>
                  <a:pt x="872" y="3"/>
                </a:lnTo>
                <a:lnTo>
                  <a:pt x="844" y="4"/>
                </a:lnTo>
                <a:lnTo>
                  <a:pt x="816" y="5"/>
                </a:lnTo>
                <a:lnTo>
                  <a:pt x="788" y="8"/>
                </a:lnTo>
                <a:lnTo>
                  <a:pt x="760" y="10"/>
                </a:lnTo>
                <a:lnTo>
                  <a:pt x="732" y="14"/>
                </a:lnTo>
                <a:lnTo>
                  <a:pt x="705" y="18"/>
                </a:lnTo>
                <a:lnTo>
                  <a:pt x="677" y="23"/>
                </a:lnTo>
                <a:lnTo>
                  <a:pt x="650" y="28"/>
                </a:lnTo>
                <a:lnTo>
                  <a:pt x="623" y="34"/>
                </a:lnTo>
                <a:lnTo>
                  <a:pt x="597" y="40"/>
                </a:lnTo>
                <a:lnTo>
                  <a:pt x="570" y="48"/>
                </a:lnTo>
                <a:lnTo>
                  <a:pt x="544" y="55"/>
                </a:lnTo>
                <a:lnTo>
                  <a:pt x="519" y="64"/>
                </a:lnTo>
                <a:lnTo>
                  <a:pt x="493" y="72"/>
                </a:lnTo>
                <a:lnTo>
                  <a:pt x="468" y="82"/>
                </a:lnTo>
                <a:lnTo>
                  <a:pt x="444" y="92"/>
                </a:lnTo>
                <a:lnTo>
                  <a:pt x="420" y="102"/>
                </a:lnTo>
                <a:lnTo>
                  <a:pt x="396" y="114"/>
                </a:lnTo>
                <a:lnTo>
                  <a:pt x="373" y="125"/>
                </a:lnTo>
                <a:lnTo>
                  <a:pt x="351" y="137"/>
                </a:lnTo>
                <a:lnTo>
                  <a:pt x="329" y="150"/>
                </a:lnTo>
                <a:lnTo>
                  <a:pt x="308" y="163"/>
                </a:lnTo>
                <a:lnTo>
                  <a:pt x="287" y="176"/>
                </a:lnTo>
                <a:lnTo>
                  <a:pt x="267" y="191"/>
                </a:lnTo>
                <a:lnTo>
                  <a:pt x="247" y="205"/>
                </a:lnTo>
                <a:lnTo>
                  <a:pt x="228" y="220"/>
                </a:lnTo>
                <a:lnTo>
                  <a:pt x="210" y="235"/>
                </a:lnTo>
                <a:lnTo>
                  <a:pt x="192" y="251"/>
                </a:lnTo>
                <a:lnTo>
                  <a:pt x="175" y="267"/>
                </a:lnTo>
                <a:lnTo>
                  <a:pt x="159" y="284"/>
                </a:lnTo>
                <a:lnTo>
                  <a:pt x="144" y="300"/>
                </a:lnTo>
                <a:lnTo>
                  <a:pt x="129" y="318"/>
                </a:lnTo>
                <a:lnTo>
                  <a:pt x="115" y="335"/>
                </a:lnTo>
                <a:lnTo>
                  <a:pt x="102" y="353"/>
                </a:lnTo>
                <a:lnTo>
                  <a:pt x="89" y="371"/>
                </a:lnTo>
                <a:lnTo>
                  <a:pt x="78" y="389"/>
                </a:lnTo>
                <a:lnTo>
                  <a:pt x="67" y="408"/>
                </a:lnTo>
                <a:lnTo>
                  <a:pt x="57" y="427"/>
                </a:lnTo>
                <a:lnTo>
                  <a:pt x="48" y="446"/>
                </a:lnTo>
                <a:lnTo>
                  <a:pt x="40" y="465"/>
                </a:lnTo>
                <a:lnTo>
                  <a:pt x="32" y="485"/>
                </a:lnTo>
                <a:lnTo>
                  <a:pt x="26" y="504"/>
                </a:lnTo>
                <a:lnTo>
                  <a:pt x="20" y="524"/>
                </a:lnTo>
                <a:lnTo>
                  <a:pt x="15" y="544"/>
                </a:lnTo>
                <a:lnTo>
                  <a:pt x="11" y="564"/>
                </a:lnTo>
                <a:lnTo>
                  <a:pt x="8" y="584"/>
                </a:lnTo>
                <a:lnTo>
                  <a:pt x="6" y="604"/>
                </a:lnTo>
                <a:lnTo>
                  <a:pt x="5" y="624"/>
                </a:lnTo>
                <a:lnTo>
                  <a:pt x="4" y="644"/>
                </a:lnTo>
                <a:lnTo>
                  <a:pt x="5" y="664"/>
                </a:lnTo>
                <a:lnTo>
                  <a:pt x="6" y="685"/>
                </a:lnTo>
                <a:lnTo>
                  <a:pt x="8" y="705"/>
                </a:lnTo>
                <a:lnTo>
                  <a:pt x="11" y="725"/>
                </a:lnTo>
                <a:lnTo>
                  <a:pt x="15" y="745"/>
                </a:lnTo>
                <a:lnTo>
                  <a:pt x="20" y="765"/>
                </a:lnTo>
                <a:lnTo>
                  <a:pt x="26" y="784"/>
                </a:lnTo>
                <a:lnTo>
                  <a:pt x="32" y="804"/>
                </a:lnTo>
                <a:lnTo>
                  <a:pt x="40" y="823"/>
                </a:lnTo>
                <a:lnTo>
                  <a:pt x="48" y="843"/>
                </a:lnTo>
                <a:lnTo>
                  <a:pt x="57" y="863"/>
                </a:lnTo>
                <a:lnTo>
                  <a:pt x="67" y="882"/>
                </a:lnTo>
                <a:lnTo>
                  <a:pt x="78" y="900"/>
                </a:lnTo>
                <a:lnTo>
                  <a:pt x="89" y="919"/>
                </a:lnTo>
                <a:lnTo>
                  <a:pt x="102" y="937"/>
                </a:lnTo>
                <a:lnTo>
                  <a:pt x="115" y="954"/>
                </a:lnTo>
                <a:lnTo>
                  <a:pt x="129" y="972"/>
                </a:lnTo>
                <a:lnTo>
                  <a:pt x="144" y="989"/>
                </a:lnTo>
                <a:lnTo>
                  <a:pt x="159" y="1006"/>
                </a:lnTo>
                <a:lnTo>
                  <a:pt x="175" y="1023"/>
                </a:lnTo>
                <a:lnTo>
                  <a:pt x="192" y="1039"/>
                </a:lnTo>
                <a:lnTo>
                  <a:pt x="210" y="1054"/>
                </a:lnTo>
                <a:lnTo>
                  <a:pt x="228" y="1070"/>
                </a:lnTo>
                <a:lnTo>
                  <a:pt x="247" y="1085"/>
                </a:lnTo>
                <a:lnTo>
                  <a:pt x="267" y="1099"/>
                </a:lnTo>
                <a:lnTo>
                  <a:pt x="287" y="1113"/>
                </a:lnTo>
                <a:lnTo>
                  <a:pt x="308" y="1127"/>
                </a:lnTo>
                <a:lnTo>
                  <a:pt x="329" y="1140"/>
                </a:lnTo>
                <a:lnTo>
                  <a:pt x="351" y="1152"/>
                </a:lnTo>
                <a:lnTo>
                  <a:pt x="373" y="1164"/>
                </a:lnTo>
                <a:lnTo>
                  <a:pt x="396" y="1176"/>
                </a:lnTo>
                <a:lnTo>
                  <a:pt x="420" y="1187"/>
                </a:lnTo>
                <a:lnTo>
                  <a:pt x="444" y="1198"/>
                </a:lnTo>
                <a:lnTo>
                  <a:pt x="468" y="1208"/>
                </a:lnTo>
                <a:lnTo>
                  <a:pt x="493" y="1217"/>
                </a:lnTo>
                <a:lnTo>
                  <a:pt x="519" y="1226"/>
                </a:lnTo>
                <a:lnTo>
                  <a:pt x="544" y="1234"/>
                </a:lnTo>
                <a:lnTo>
                  <a:pt x="570" y="1242"/>
                </a:lnTo>
                <a:lnTo>
                  <a:pt x="597" y="1249"/>
                </a:lnTo>
                <a:lnTo>
                  <a:pt x="623" y="1256"/>
                </a:lnTo>
                <a:lnTo>
                  <a:pt x="650" y="1262"/>
                </a:lnTo>
                <a:lnTo>
                  <a:pt x="677" y="1267"/>
                </a:lnTo>
                <a:lnTo>
                  <a:pt x="705" y="1272"/>
                </a:lnTo>
                <a:lnTo>
                  <a:pt x="732" y="1276"/>
                </a:lnTo>
                <a:lnTo>
                  <a:pt x="760" y="1279"/>
                </a:lnTo>
                <a:lnTo>
                  <a:pt x="788" y="1282"/>
                </a:lnTo>
                <a:lnTo>
                  <a:pt x="816" y="1284"/>
                </a:lnTo>
                <a:lnTo>
                  <a:pt x="844" y="1286"/>
                </a:lnTo>
                <a:lnTo>
                  <a:pt x="872" y="1287"/>
                </a:lnTo>
                <a:lnTo>
                  <a:pt x="900" y="1287"/>
                </a:lnTo>
                <a:lnTo>
                  <a:pt x="928" y="1287"/>
                </a:lnTo>
                <a:lnTo>
                  <a:pt x="956" y="1286"/>
                </a:lnTo>
                <a:lnTo>
                  <a:pt x="984" y="1284"/>
                </a:lnTo>
                <a:lnTo>
                  <a:pt x="1013" y="1282"/>
                </a:lnTo>
                <a:lnTo>
                  <a:pt x="1041" y="1279"/>
                </a:lnTo>
                <a:lnTo>
                  <a:pt x="1069" y="1276"/>
                </a:lnTo>
                <a:lnTo>
                  <a:pt x="1096" y="1272"/>
                </a:lnTo>
                <a:lnTo>
                  <a:pt x="1124" y="1267"/>
                </a:lnTo>
                <a:lnTo>
                  <a:pt x="1151" y="1262"/>
                </a:lnTo>
                <a:lnTo>
                  <a:pt x="1178" y="1256"/>
                </a:lnTo>
                <a:lnTo>
                  <a:pt x="1204" y="1249"/>
                </a:lnTo>
                <a:lnTo>
                  <a:pt x="1231" y="1242"/>
                </a:lnTo>
                <a:lnTo>
                  <a:pt x="1257" y="1234"/>
                </a:lnTo>
                <a:lnTo>
                  <a:pt x="1282" y="1226"/>
                </a:lnTo>
                <a:lnTo>
                  <a:pt x="1308" y="1217"/>
                </a:lnTo>
                <a:lnTo>
                  <a:pt x="1332" y="1208"/>
                </a:lnTo>
                <a:lnTo>
                  <a:pt x="1357" y="1198"/>
                </a:lnTo>
                <a:lnTo>
                  <a:pt x="1381" y="1187"/>
                </a:lnTo>
                <a:lnTo>
                  <a:pt x="1404" y="1176"/>
                </a:lnTo>
                <a:lnTo>
                  <a:pt x="1427" y="1164"/>
                </a:lnTo>
                <a:lnTo>
                  <a:pt x="1450" y="1152"/>
                </a:lnTo>
                <a:lnTo>
                  <a:pt x="1472" y="1140"/>
                </a:lnTo>
                <a:lnTo>
                  <a:pt x="1493" y="1127"/>
                </a:lnTo>
                <a:lnTo>
                  <a:pt x="1514" y="1113"/>
                </a:lnTo>
                <a:lnTo>
                  <a:pt x="1534" y="1099"/>
                </a:lnTo>
                <a:lnTo>
                  <a:pt x="1554" y="1085"/>
                </a:lnTo>
                <a:lnTo>
                  <a:pt x="1573" y="1070"/>
                </a:lnTo>
                <a:lnTo>
                  <a:pt x="1591" y="1054"/>
                </a:lnTo>
                <a:lnTo>
                  <a:pt x="1609" y="1039"/>
                </a:lnTo>
                <a:lnTo>
                  <a:pt x="1626" y="1023"/>
                </a:lnTo>
                <a:lnTo>
                  <a:pt x="1642" y="1006"/>
                </a:lnTo>
                <a:lnTo>
                  <a:pt x="1657" y="989"/>
                </a:lnTo>
                <a:lnTo>
                  <a:pt x="1672" y="972"/>
                </a:lnTo>
                <a:lnTo>
                  <a:pt x="1686" y="954"/>
                </a:lnTo>
                <a:lnTo>
                  <a:pt x="1699" y="937"/>
                </a:lnTo>
                <a:lnTo>
                  <a:pt x="1711" y="919"/>
                </a:lnTo>
                <a:lnTo>
                  <a:pt x="1723" y="900"/>
                </a:lnTo>
                <a:lnTo>
                  <a:pt x="1734" y="882"/>
                </a:lnTo>
                <a:lnTo>
                  <a:pt x="1744" y="863"/>
                </a:lnTo>
                <a:lnTo>
                  <a:pt x="1753" y="843"/>
                </a:lnTo>
                <a:lnTo>
                  <a:pt x="1761" y="823"/>
                </a:lnTo>
                <a:lnTo>
                  <a:pt x="1769" y="804"/>
                </a:lnTo>
                <a:lnTo>
                  <a:pt x="1775" y="784"/>
                </a:lnTo>
                <a:lnTo>
                  <a:pt x="1781" y="765"/>
                </a:lnTo>
                <a:lnTo>
                  <a:pt x="1786" y="745"/>
                </a:lnTo>
                <a:lnTo>
                  <a:pt x="1790" y="725"/>
                </a:lnTo>
                <a:lnTo>
                  <a:pt x="1793" y="705"/>
                </a:lnTo>
                <a:lnTo>
                  <a:pt x="1795" y="685"/>
                </a:lnTo>
                <a:lnTo>
                  <a:pt x="1796" y="664"/>
                </a:lnTo>
                <a:lnTo>
                  <a:pt x="1797" y="644"/>
                </a:lnTo>
                <a:moveTo>
                  <a:pt x="1801" y="644"/>
                </a:moveTo>
                <a:lnTo>
                  <a:pt x="1800" y="665"/>
                </a:lnTo>
                <a:lnTo>
                  <a:pt x="1799" y="685"/>
                </a:lnTo>
                <a:lnTo>
                  <a:pt x="1797" y="705"/>
                </a:lnTo>
                <a:lnTo>
                  <a:pt x="1794" y="725"/>
                </a:lnTo>
                <a:lnTo>
                  <a:pt x="1790" y="745"/>
                </a:lnTo>
                <a:lnTo>
                  <a:pt x="1785" y="765"/>
                </a:lnTo>
                <a:lnTo>
                  <a:pt x="1779" y="785"/>
                </a:lnTo>
                <a:lnTo>
                  <a:pt x="1772" y="805"/>
                </a:lnTo>
                <a:lnTo>
                  <a:pt x="1765" y="824"/>
                </a:lnTo>
                <a:lnTo>
                  <a:pt x="1757" y="843"/>
                </a:lnTo>
                <a:lnTo>
                  <a:pt x="1747" y="864"/>
                </a:lnTo>
                <a:lnTo>
                  <a:pt x="1737" y="883"/>
                </a:lnTo>
                <a:lnTo>
                  <a:pt x="1727" y="901"/>
                </a:lnTo>
                <a:lnTo>
                  <a:pt x="1715" y="920"/>
                </a:lnTo>
                <a:lnTo>
                  <a:pt x="1703" y="938"/>
                </a:lnTo>
                <a:lnTo>
                  <a:pt x="1689" y="956"/>
                </a:lnTo>
                <a:lnTo>
                  <a:pt x="1675" y="973"/>
                </a:lnTo>
                <a:lnTo>
                  <a:pt x="1661" y="991"/>
                </a:lnTo>
                <a:lnTo>
                  <a:pt x="1645" y="1008"/>
                </a:lnTo>
                <a:lnTo>
                  <a:pt x="1629" y="1024"/>
                </a:lnTo>
                <a:lnTo>
                  <a:pt x="1612" y="1040"/>
                </a:lnTo>
                <a:lnTo>
                  <a:pt x="1594" y="1056"/>
                </a:lnTo>
                <a:lnTo>
                  <a:pt x="1576" y="1072"/>
                </a:lnTo>
                <a:lnTo>
                  <a:pt x="1557" y="1087"/>
                </a:lnTo>
                <a:lnTo>
                  <a:pt x="1537" y="1101"/>
                </a:lnTo>
                <a:lnTo>
                  <a:pt x="1517" y="1115"/>
                </a:lnTo>
                <a:lnTo>
                  <a:pt x="1496" y="1129"/>
                </a:lnTo>
                <a:lnTo>
                  <a:pt x="1474" y="1142"/>
                </a:lnTo>
                <a:lnTo>
                  <a:pt x="1452" y="1155"/>
                </a:lnTo>
                <a:lnTo>
                  <a:pt x="1430" y="1167"/>
                </a:lnTo>
                <a:lnTo>
                  <a:pt x="1407" y="1178"/>
                </a:lnTo>
                <a:lnTo>
                  <a:pt x="1383" y="1189"/>
                </a:lnTo>
                <a:lnTo>
                  <a:pt x="1359" y="1200"/>
                </a:lnTo>
                <a:lnTo>
                  <a:pt x="1334" y="1210"/>
                </a:lnTo>
                <a:lnTo>
                  <a:pt x="1309" y="1220"/>
                </a:lnTo>
                <a:lnTo>
                  <a:pt x="1284" y="1228"/>
                </a:lnTo>
                <a:lnTo>
                  <a:pt x="1258" y="1237"/>
                </a:lnTo>
                <a:lnTo>
                  <a:pt x="1232" y="1245"/>
                </a:lnTo>
                <a:lnTo>
                  <a:pt x="1206" y="1252"/>
                </a:lnTo>
                <a:lnTo>
                  <a:pt x="1179" y="1258"/>
                </a:lnTo>
                <a:lnTo>
                  <a:pt x="1152" y="1264"/>
                </a:lnTo>
                <a:lnTo>
                  <a:pt x="1125" y="1270"/>
                </a:lnTo>
                <a:lnTo>
                  <a:pt x="1097" y="1274"/>
                </a:lnTo>
                <a:lnTo>
                  <a:pt x="1070" y="1278"/>
                </a:lnTo>
                <a:lnTo>
                  <a:pt x="1042" y="1282"/>
                </a:lnTo>
                <a:lnTo>
                  <a:pt x="1014" y="1285"/>
                </a:lnTo>
                <a:lnTo>
                  <a:pt x="985" y="1287"/>
                </a:lnTo>
                <a:lnTo>
                  <a:pt x="956" y="1289"/>
                </a:lnTo>
                <a:lnTo>
                  <a:pt x="928" y="1290"/>
                </a:lnTo>
                <a:lnTo>
                  <a:pt x="900" y="1290"/>
                </a:lnTo>
                <a:lnTo>
                  <a:pt x="872" y="1290"/>
                </a:lnTo>
                <a:lnTo>
                  <a:pt x="843" y="1289"/>
                </a:lnTo>
                <a:lnTo>
                  <a:pt x="815" y="1287"/>
                </a:lnTo>
                <a:lnTo>
                  <a:pt x="787" y="1285"/>
                </a:lnTo>
                <a:lnTo>
                  <a:pt x="759" y="1282"/>
                </a:lnTo>
                <a:lnTo>
                  <a:pt x="731" y="1278"/>
                </a:lnTo>
                <a:lnTo>
                  <a:pt x="704" y="1274"/>
                </a:lnTo>
                <a:lnTo>
                  <a:pt x="676" y="1270"/>
                </a:lnTo>
                <a:lnTo>
                  <a:pt x="649" y="1264"/>
                </a:lnTo>
                <a:lnTo>
                  <a:pt x="622" y="1258"/>
                </a:lnTo>
                <a:lnTo>
                  <a:pt x="595" y="1252"/>
                </a:lnTo>
                <a:lnTo>
                  <a:pt x="569" y="1245"/>
                </a:lnTo>
                <a:lnTo>
                  <a:pt x="543" y="1237"/>
                </a:lnTo>
                <a:lnTo>
                  <a:pt x="517" y="1228"/>
                </a:lnTo>
                <a:lnTo>
                  <a:pt x="492" y="1220"/>
                </a:lnTo>
                <a:lnTo>
                  <a:pt x="467" y="1210"/>
                </a:lnTo>
                <a:lnTo>
                  <a:pt x="442" y="1200"/>
                </a:lnTo>
                <a:lnTo>
                  <a:pt x="418" y="1189"/>
                </a:lnTo>
                <a:lnTo>
                  <a:pt x="394" y="1178"/>
                </a:lnTo>
                <a:lnTo>
                  <a:pt x="371" y="1167"/>
                </a:lnTo>
                <a:lnTo>
                  <a:pt x="349" y="1155"/>
                </a:lnTo>
                <a:lnTo>
                  <a:pt x="326" y="1142"/>
                </a:lnTo>
                <a:lnTo>
                  <a:pt x="305" y="1129"/>
                </a:lnTo>
                <a:lnTo>
                  <a:pt x="284" y="1115"/>
                </a:lnTo>
                <a:lnTo>
                  <a:pt x="264" y="1101"/>
                </a:lnTo>
                <a:lnTo>
                  <a:pt x="244" y="1087"/>
                </a:lnTo>
                <a:lnTo>
                  <a:pt x="225" y="1072"/>
                </a:lnTo>
                <a:lnTo>
                  <a:pt x="207" y="1056"/>
                </a:lnTo>
                <a:lnTo>
                  <a:pt x="189" y="1040"/>
                </a:lnTo>
                <a:lnTo>
                  <a:pt x="172" y="1024"/>
                </a:lnTo>
                <a:lnTo>
                  <a:pt x="156" y="1008"/>
                </a:lnTo>
                <a:lnTo>
                  <a:pt x="140" y="991"/>
                </a:lnTo>
                <a:lnTo>
                  <a:pt x="126" y="973"/>
                </a:lnTo>
                <a:lnTo>
                  <a:pt x="112" y="956"/>
                </a:lnTo>
                <a:lnTo>
                  <a:pt x="98" y="938"/>
                </a:lnTo>
                <a:lnTo>
                  <a:pt x="86" y="920"/>
                </a:lnTo>
                <a:lnTo>
                  <a:pt x="74" y="901"/>
                </a:lnTo>
                <a:lnTo>
                  <a:pt x="63" y="883"/>
                </a:lnTo>
                <a:lnTo>
                  <a:pt x="53" y="864"/>
                </a:lnTo>
                <a:lnTo>
                  <a:pt x="44" y="843"/>
                </a:lnTo>
                <a:lnTo>
                  <a:pt x="36" y="824"/>
                </a:lnTo>
                <a:lnTo>
                  <a:pt x="29" y="805"/>
                </a:lnTo>
                <a:lnTo>
                  <a:pt x="22" y="785"/>
                </a:lnTo>
                <a:lnTo>
                  <a:pt x="16" y="765"/>
                </a:lnTo>
                <a:lnTo>
                  <a:pt x="11" y="745"/>
                </a:lnTo>
                <a:lnTo>
                  <a:pt x="7" y="725"/>
                </a:lnTo>
                <a:lnTo>
                  <a:pt x="4" y="705"/>
                </a:lnTo>
                <a:lnTo>
                  <a:pt x="2" y="685"/>
                </a:lnTo>
                <a:lnTo>
                  <a:pt x="1" y="665"/>
                </a:lnTo>
                <a:lnTo>
                  <a:pt x="0" y="644"/>
                </a:lnTo>
                <a:lnTo>
                  <a:pt x="1" y="624"/>
                </a:lnTo>
                <a:lnTo>
                  <a:pt x="2" y="604"/>
                </a:lnTo>
                <a:lnTo>
                  <a:pt x="4" y="584"/>
                </a:lnTo>
                <a:lnTo>
                  <a:pt x="7" y="564"/>
                </a:lnTo>
                <a:lnTo>
                  <a:pt x="11" y="543"/>
                </a:lnTo>
                <a:lnTo>
                  <a:pt x="16" y="524"/>
                </a:lnTo>
                <a:lnTo>
                  <a:pt x="22" y="504"/>
                </a:lnTo>
                <a:lnTo>
                  <a:pt x="29" y="484"/>
                </a:lnTo>
                <a:lnTo>
                  <a:pt x="36" y="464"/>
                </a:lnTo>
                <a:lnTo>
                  <a:pt x="44" y="445"/>
                </a:lnTo>
                <a:lnTo>
                  <a:pt x="53" y="426"/>
                </a:lnTo>
                <a:lnTo>
                  <a:pt x="63" y="407"/>
                </a:lnTo>
                <a:lnTo>
                  <a:pt x="74" y="388"/>
                </a:lnTo>
                <a:lnTo>
                  <a:pt x="86" y="370"/>
                </a:lnTo>
                <a:lnTo>
                  <a:pt x="98" y="352"/>
                </a:lnTo>
                <a:lnTo>
                  <a:pt x="112" y="334"/>
                </a:lnTo>
                <a:lnTo>
                  <a:pt x="126" y="316"/>
                </a:lnTo>
                <a:lnTo>
                  <a:pt x="140" y="299"/>
                </a:lnTo>
                <a:lnTo>
                  <a:pt x="156" y="282"/>
                </a:lnTo>
                <a:lnTo>
                  <a:pt x="172" y="265"/>
                </a:lnTo>
                <a:lnTo>
                  <a:pt x="189" y="249"/>
                </a:lnTo>
                <a:lnTo>
                  <a:pt x="207" y="233"/>
                </a:lnTo>
                <a:lnTo>
                  <a:pt x="225" y="218"/>
                </a:lnTo>
                <a:lnTo>
                  <a:pt x="244" y="203"/>
                </a:lnTo>
                <a:lnTo>
                  <a:pt x="264" y="189"/>
                </a:lnTo>
                <a:lnTo>
                  <a:pt x="284" y="174"/>
                </a:lnTo>
                <a:lnTo>
                  <a:pt x="305" y="161"/>
                </a:lnTo>
                <a:lnTo>
                  <a:pt x="326" y="148"/>
                </a:lnTo>
                <a:lnTo>
                  <a:pt x="349" y="135"/>
                </a:lnTo>
                <a:lnTo>
                  <a:pt x="371" y="123"/>
                </a:lnTo>
                <a:lnTo>
                  <a:pt x="394" y="111"/>
                </a:lnTo>
                <a:lnTo>
                  <a:pt x="418" y="100"/>
                </a:lnTo>
                <a:lnTo>
                  <a:pt x="442" y="90"/>
                </a:lnTo>
                <a:lnTo>
                  <a:pt x="467" y="79"/>
                </a:lnTo>
                <a:lnTo>
                  <a:pt x="492" y="70"/>
                </a:lnTo>
                <a:lnTo>
                  <a:pt x="517" y="61"/>
                </a:lnTo>
                <a:lnTo>
                  <a:pt x="543" y="53"/>
                </a:lnTo>
                <a:lnTo>
                  <a:pt x="569" y="45"/>
                </a:lnTo>
                <a:lnTo>
                  <a:pt x="595" y="38"/>
                </a:lnTo>
                <a:lnTo>
                  <a:pt x="622" y="31"/>
                </a:lnTo>
                <a:lnTo>
                  <a:pt x="649" y="25"/>
                </a:lnTo>
                <a:lnTo>
                  <a:pt x="676" y="20"/>
                </a:lnTo>
                <a:lnTo>
                  <a:pt x="704" y="15"/>
                </a:lnTo>
                <a:lnTo>
                  <a:pt x="731" y="11"/>
                </a:lnTo>
                <a:lnTo>
                  <a:pt x="759" y="8"/>
                </a:lnTo>
                <a:lnTo>
                  <a:pt x="787" y="5"/>
                </a:lnTo>
                <a:lnTo>
                  <a:pt x="815" y="3"/>
                </a:lnTo>
                <a:lnTo>
                  <a:pt x="843" y="1"/>
                </a:lnTo>
                <a:lnTo>
                  <a:pt x="872" y="0"/>
                </a:lnTo>
                <a:lnTo>
                  <a:pt x="900" y="0"/>
                </a:lnTo>
                <a:lnTo>
                  <a:pt x="928" y="0"/>
                </a:lnTo>
                <a:lnTo>
                  <a:pt x="956" y="1"/>
                </a:lnTo>
                <a:lnTo>
                  <a:pt x="985" y="3"/>
                </a:lnTo>
                <a:lnTo>
                  <a:pt x="1014" y="5"/>
                </a:lnTo>
                <a:lnTo>
                  <a:pt x="1042" y="8"/>
                </a:lnTo>
                <a:lnTo>
                  <a:pt x="1070" y="11"/>
                </a:lnTo>
                <a:lnTo>
                  <a:pt x="1097" y="15"/>
                </a:lnTo>
                <a:lnTo>
                  <a:pt x="1125" y="20"/>
                </a:lnTo>
                <a:lnTo>
                  <a:pt x="1152" y="25"/>
                </a:lnTo>
                <a:lnTo>
                  <a:pt x="1179" y="31"/>
                </a:lnTo>
                <a:lnTo>
                  <a:pt x="1206" y="38"/>
                </a:lnTo>
                <a:lnTo>
                  <a:pt x="1232" y="45"/>
                </a:lnTo>
                <a:lnTo>
                  <a:pt x="1258" y="53"/>
                </a:lnTo>
                <a:lnTo>
                  <a:pt x="1284" y="61"/>
                </a:lnTo>
                <a:lnTo>
                  <a:pt x="1309" y="70"/>
                </a:lnTo>
                <a:lnTo>
                  <a:pt x="1334" y="79"/>
                </a:lnTo>
                <a:lnTo>
                  <a:pt x="1359" y="90"/>
                </a:lnTo>
                <a:lnTo>
                  <a:pt x="1383" y="100"/>
                </a:lnTo>
                <a:lnTo>
                  <a:pt x="1407" y="111"/>
                </a:lnTo>
                <a:lnTo>
                  <a:pt x="1430" y="123"/>
                </a:lnTo>
                <a:lnTo>
                  <a:pt x="1452" y="135"/>
                </a:lnTo>
                <a:lnTo>
                  <a:pt x="1474" y="148"/>
                </a:lnTo>
                <a:lnTo>
                  <a:pt x="1496" y="161"/>
                </a:lnTo>
                <a:lnTo>
                  <a:pt x="1517" y="174"/>
                </a:lnTo>
                <a:lnTo>
                  <a:pt x="1537" y="189"/>
                </a:lnTo>
                <a:lnTo>
                  <a:pt x="1557" y="203"/>
                </a:lnTo>
                <a:lnTo>
                  <a:pt x="1576" y="218"/>
                </a:lnTo>
                <a:lnTo>
                  <a:pt x="1594" y="233"/>
                </a:lnTo>
                <a:lnTo>
                  <a:pt x="1612" y="249"/>
                </a:lnTo>
                <a:lnTo>
                  <a:pt x="1629" y="265"/>
                </a:lnTo>
                <a:lnTo>
                  <a:pt x="1645" y="282"/>
                </a:lnTo>
                <a:lnTo>
                  <a:pt x="1661" y="299"/>
                </a:lnTo>
                <a:lnTo>
                  <a:pt x="1675" y="316"/>
                </a:lnTo>
                <a:lnTo>
                  <a:pt x="1689" y="334"/>
                </a:lnTo>
                <a:lnTo>
                  <a:pt x="1703" y="352"/>
                </a:lnTo>
                <a:lnTo>
                  <a:pt x="1715" y="370"/>
                </a:lnTo>
                <a:lnTo>
                  <a:pt x="1727" y="388"/>
                </a:lnTo>
                <a:lnTo>
                  <a:pt x="1737" y="407"/>
                </a:lnTo>
                <a:lnTo>
                  <a:pt x="1747" y="426"/>
                </a:lnTo>
                <a:lnTo>
                  <a:pt x="1757" y="445"/>
                </a:lnTo>
                <a:lnTo>
                  <a:pt x="1765" y="464"/>
                </a:lnTo>
                <a:lnTo>
                  <a:pt x="1772" y="484"/>
                </a:lnTo>
                <a:lnTo>
                  <a:pt x="1779" y="504"/>
                </a:lnTo>
                <a:lnTo>
                  <a:pt x="1785" y="524"/>
                </a:lnTo>
                <a:lnTo>
                  <a:pt x="1790" y="543"/>
                </a:lnTo>
                <a:lnTo>
                  <a:pt x="1794" y="564"/>
                </a:lnTo>
                <a:lnTo>
                  <a:pt x="1797" y="584"/>
                </a:lnTo>
                <a:lnTo>
                  <a:pt x="1799" y="604"/>
                </a:lnTo>
                <a:lnTo>
                  <a:pt x="1800" y="624"/>
                </a:lnTo>
                <a:lnTo>
                  <a:pt x="1801" y="644"/>
                </a:lnTo>
                <a:close/>
              </a:path>
            </a:pathLst>
          </a:custGeom>
          <a:solidFill>
            <a:srgbClr val="ff9d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7" name=""/>
          <p:cNvSpPr/>
          <p:nvPr/>
        </p:nvSpPr>
        <p:spPr>
          <a:xfrm>
            <a:off x="7737120" y="2711160"/>
            <a:ext cx="650880" cy="466560"/>
          </a:xfrm>
          <a:custGeom>
            <a:avLst/>
            <a:gdLst/>
            <a:ahLst/>
            <a:rect l="0" t="0" r="r" b="b"/>
            <a:pathLst>
              <a:path w="1808" h="1296">
                <a:moveTo>
                  <a:pt x="1805" y="647"/>
                </a:moveTo>
                <a:lnTo>
                  <a:pt x="1804" y="627"/>
                </a:lnTo>
                <a:lnTo>
                  <a:pt x="1803" y="607"/>
                </a:lnTo>
                <a:lnTo>
                  <a:pt x="1801" y="587"/>
                </a:lnTo>
                <a:lnTo>
                  <a:pt x="1798" y="567"/>
                </a:lnTo>
                <a:lnTo>
                  <a:pt x="1794" y="546"/>
                </a:lnTo>
                <a:lnTo>
                  <a:pt x="1789" y="527"/>
                </a:lnTo>
                <a:lnTo>
                  <a:pt x="1783" y="507"/>
                </a:lnTo>
                <a:lnTo>
                  <a:pt x="1776" y="487"/>
                </a:lnTo>
                <a:lnTo>
                  <a:pt x="1769" y="467"/>
                </a:lnTo>
                <a:lnTo>
                  <a:pt x="1761" y="448"/>
                </a:lnTo>
                <a:lnTo>
                  <a:pt x="1751" y="429"/>
                </a:lnTo>
                <a:lnTo>
                  <a:pt x="1741" y="410"/>
                </a:lnTo>
                <a:lnTo>
                  <a:pt x="1731" y="391"/>
                </a:lnTo>
                <a:lnTo>
                  <a:pt x="1719" y="373"/>
                </a:lnTo>
                <a:lnTo>
                  <a:pt x="1707" y="355"/>
                </a:lnTo>
                <a:lnTo>
                  <a:pt x="1693" y="337"/>
                </a:lnTo>
                <a:lnTo>
                  <a:pt x="1679" y="319"/>
                </a:lnTo>
                <a:lnTo>
                  <a:pt x="1665" y="302"/>
                </a:lnTo>
                <a:lnTo>
                  <a:pt x="1649" y="285"/>
                </a:lnTo>
                <a:lnTo>
                  <a:pt x="1633" y="268"/>
                </a:lnTo>
                <a:lnTo>
                  <a:pt x="1616" y="252"/>
                </a:lnTo>
                <a:lnTo>
                  <a:pt x="1598" y="236"/>
                </a:lnTo>
                <a:lnTo>
                  <a:pt x="1580" y="221"/>
                </a:lnTo>
                <a:lnTo>
                  <a:pt x="1561" y="206"/>
                </a:lnTo>
                <a:lnTo>
                  <a:pt x="1541" y="192"/>
                </a:lnTo>
                <a:lnTo>
                  <a:pt x="1521" y="177"/>
                </a:lnTo>
                <a:lnTo>
                  <a:pt x="1500" y="164"/>
                </a:lnTo>
                <a:lnTo>
                  <a:pt x="1478" y="151"/>
                </a:lnTo>
                <a:lnTo>
                  <a:pt x="1456" y="138"/>
                </a:lnTo>
                <a:lnTo>
                  <a:pt x="1434" y="126"/>
                </a:lnTo>
                <a:lnTo>
                  <a:pt x="1411" y="114"/>
                </a:lnTo>
                <a:lnTo>
                  <a:pt x="1387" y="103"/>
                </a:lnTo>
                <a:lnTo>
                  <a:pt x="1363" y="93"/>
                </a:lnTo>
                <a:lnTo>
                  <a:pt x="1338" y="82"/>
                </a:lnTo>
                <a:lnTo>
                  <a:pt x="1313" y="73"/>
                </a:lnTo>
                <a:lnTo>
                  <a:pt x="1288" y="64"/>
                </a:lnTo>
                <a:lnTo>
                  <a:pt x="1262" y="56"/>
                </a:lnTo>
                <a:lnTo>
                  <a:pt x="1236" y="48"/>
                </a:lnTo>
                <a:lnTo>
                  <a:pt x="1210" y="41"/>
                </a:lnTo>
                <a:lnTo>
                  <a:pt x="1183" y="34"/>
                </a:lnTo>
                <a:lnTo>
                  <a:pt x="1156" y="28"/>
                </a:lnTo>
                <a:lnTo>
                  <a:pt x="1129" y="23"/>
                </a:lnTo>
                <a:lnTo>
                  <a:pt x="1101" y="18"/>
                </a:lnTo>
                <a:lnTo>
                  <a:pt x="1073" y="14"/>
                </a:lnTo>
                <a:lnTo>
                  <a:pt x="1045" y="11"/>
                </a:lnTo>
                <a:lnTo>
                  <a:pt x="1017" y="8"/>
                </a:lnTo>
                <a:lnTo>
                  <a:pt x="989" y="6"/>
                </a:lnTo>
                <a:lnTo>
                  <a:pt x="960" y="4"/>
                </a:lnTo>
                <a:lnTo>
                  <a:pt x="932" y="3"/>
                </a:lnTo>
                <a:lnTo>
                  <a:pt x="904" y="3"/>
                </a:lnTo>
                <a:lnTo>
                  <a:pt x="876" y="3"/>
                </a:lnTo>
                <a:lnTo>
                  <a:pt x="847" y="4"/>
                </a:lnTo>
                <a:lnTo>
                  <a:pt x="819" y="6"/>
                </a:lnTo>
                <a:lnTo>
                  <a:pt x="791" y="8"/>
                </a:lnTo>
                <a:lnTo>
                  <a:pt x="763" y="11"/>
                </a:lnTo>
                <a:lnTo>
                  <a:pt x="735" y="14"/>
                </a:lnTo>
                <a:lnTo>
                  <a:pt x="708" y="18"/>
                </a:lnTo>
                <a:lnTo>
                  <a:pt x="680" y="23"/>
                </a:lnTo>
                <a:lnTo>
                  <a:pt x="653" y="28"/>
                </a:lnTo>
                <a:lnTo>
                  <a:pt x="626" y="34"/>
                </a:lnTo>
                <a:lnTo>
                  <a:pt x="599" y="41"/>
                </a:lnTo>
                <a:lnTo>
                  <a:pt x="573" y="48"/>
                </a:lnTo>
                <a:lnTo>
                  <a:pt x="547" y="56"/>
                </a:lnTo>
                <a:lnTo>
                  <a:pt x="521" y="64"/>
                </a:lnTo>
                <a:lnTo>
                  <a:pt x="496" y="73"/>
                </a:lnTo>
                <a:lnTo>
                  <a:pt x="471" y="82"/>
                </a:lnTo>
                <a:lnTo>
                  <a:pt x="446" y="93"/>
                </a:lnTo>
                <a:lnTo>
                  <a:pt x="422" y="103"/>
                </a:lnTo>
                <a:lnTo>
                  <a:pt x="398" y="114"/>
                </a:lnTo>
                <a:lnTo>
                  <a:pt x="375" y="126"/>
                </a:lnTo>
                <a:lnTo>
                  <a:pt x="353" y="138"/>
                </a:lnTo>
                <a:lnTo>
                  <a:pt x="330" y="151"/>
                </a:lnTo>
                <a:lnTo>
                  <a:pt x="309" y="164"/>
                </a:lnTo>
                <a:lnTo>
                  <a:pt x="288" y="177"/>
                </a:lnTo>
                <a:lnTo>
                  <a:pt x="268" y="192"/>
                </a:lnTo>
                <a:lnTo>
                  <a:pt x="248" y="206"/>
                </a:lnTo>
                <a:lnTo>
                  <a:pt x="229" y="221"/>
                </a:lnTo>
                <a:lnTo>
                  <a:pt x="211" y="236"/>
                </a:lnTo>
                <a:lnTo>
                  <a:pt x="193" y="252"/>
                </a:lnTo>
                <a:lnTo>
                  <a:pt x="176" y="268"/>
                </a:lnTo>
                <a:lnTo>
                  <a:pt x="160" y="285"/>
                </a:lnTo>
                <a:lnTo>
                  <a:pt x="144" y="302"/>
                </a:lnTo>
                <a:lnTo>
                  <a:pt x="130" y="319"/>
                </a:lnTo>
                <a:lnTo>
                  <a:pt x="116" y="337"/>
                </a:lnTo>
                <a:lnTo>
                  <a:pt x="102" y="355"/>
                </a:lnTo>
                <a:lnTo>
                  <a:pt x="90" y="373"/>
                </a:lnTo>
                <a:lnTo>
                  <a:pt x="78" y="391"/>
                </a:lnTo>
                <a:lnTo>
                  <a:pt x="67" y="410"/>
                </a:lnTo>
                <a:lnTo>
                  <a:pt x="57" y="429"/>
                </a:lnTo>
                <a:lnTo>
                  <a:pt x="48" y="448"/>
                </a:lnTo>
                <a:lnTo>
                  <a:pt x="40" y="467"/>
                </a:lnTo>
                <a:lnTo>
                  <a:pt x="33" y="487"/>
                </a:lnTo>
                <a:lnTo>
                  <a:pt x="26" y="507"/>
                </a:lnTo>
                <a:lnTo>
                  <a:pt x="20" y="527"/>
                </a:lnTo>
                <a:lnTo>
                  <a:pt x="15" y="546"/>
                </a:lnTo>
                <a:lnTo>
                  <a:pt x="11" y="567"/>
                </a:lnTo>
                <a:lnTo>
                  <a:pt x="8" y="587"/>
                </a:lnTo>
                <a:lnTo>
                  <a:pt x="6" y="607"/>
                </a:lnTo>
                <a:lnTo>
                  <a:pt x="5" y="627"/>
                </a:lnTo>
                <a:lnTo>
                  <a:pt x="4" y="647"/>
                </a:lnTo>
                <a:lnTo>
                  <a:pt x="5" y="668"/>
                </a:lnTo>
                <a:lnTo>
                  <a:pt x="6" y="688"/>
                </a:lnTo>
                <a:lnTo>
                  <a:pt x="8" y="708"/>
                </a:lnTo>
                <a:lnTo>
                  <a:pt x="11" y="728"/>
                </a:lnTo>
                <a:lnTo>
                  <a:pt x="15" y="748"/>
                </a:lnTo>
                <a:lnTo>
                  <a:pt x="20" y="768"/>
                </a:lnTo>
                <a:lnTo>
                  <a:pt x="26" y="788"/>
                </a:lnTo>
                <a:lnTo>
                  <a:pt x="33" y="808"/>
                </a:lnTo>
                <a:lnTo>
                  <a:pt x="40" y="827"/>
                </a:lnTo>
                <a:lnTo>
                  <a:pt x="48" y="846"/>
                </a:lnTo>
                <a:lnTo>
                  <a:pt x="57" y="866"/>
                </a:lnTo>
                <a:lnTo>
                  <a:pt x="67" y="886"/>
                </a:lnTo>
                <a:lnTo>
                  <a:pt x="78" y="904"/>
                </a:lnTo>
                <a:lnTo>
                  <a:pt x="90" y="923"/>
                </a:lnTo>
                <a:lnTo>
                  <a:pt x="102" y="941"/>
                </a:lnTo>
                <a:lnTo>
                  <a:pt x="116" y="959"/>
                </a:lnTo>
                <a:lnTo>
                  <a:pt x="130" y="976"/>
                </a:lnTo>
                <a:lnTo>
                  <a:pt x="144" y="994"/>
                </a:lnTo>
                <a:lnTo>
                  <a:pt x="160" y="1011"/>
                </a:lnTo>
                <a:lnTo>
                  <a:pt x="176" y="1027"/>
                </a:lnTo>
                <a:lnTo>
                  <a:pt x="193" y="1043"/>
                </a:lnTo>
                <a:lnTo>
                  <a:pt x="211" y="1059"/>
                </a:lnTo>
                <a:lnTo>
                  <a:pt x="229" y="1075"/>
                </a:lnTo>
                <a:lnTo>
                  <a:pt x="248" y="1090"/>
                </a:lnTo>
                <a:lnTo>
                  <a:pt x="268" y="1104"/>
                </a:lnTo>
                <a:lnTo>
                  <a:pt x="288" y="1118"/>
                </a:lnTo>
                <a:lnTo>
                  <a:pt x="309" y="1132"/>
                </a:lnTo>
                <a:lnTo>
                  <a:pt x="330" y="1145"/>
                </a:lnTo>
                <a:lnTo>
                  <a:pt x="353" y="1158"/>
                </a:lnTo>
                <a:lnTo>
                  <a:pt x="375" y="1170"/>
                </a:lnTo>
                <a:lnTo>
                  <a:pt x="398" y="1181"/>
                </a:lnTo>
                <a:lnTo>
                  <a:pt x="422" y="1192"/>
                </a:lnTo>
                <a:lnTo>
                  <a:pt x="446" y="1203"/>
                </a:lnTo>
                <a:lnTo>
                  <a:pt x="471" y="1213"/>
                </a:lnTo>
                <a:lnTo>
                  <a:pt x="496" y="1223"/>
                </a:lnTo>
                <a:lnTo>
                  <a:pt x="521" y="1231"/>
                </a:lnTo>
                <a:lnTo>
                  <a:pt x="547" y="1240"/>
                </a:lnTo>
                <a:lnTo>
                  <a:pt x="573" y="1248"/>
                </a:lnTo>
                <a:lnTo>
                  <a:pt x="599" y="1255"/>
                </a:lnTo>
                <a:lnTo>
                  <a:pt x="626" y="1261"/>
                </a:lnTo>
                <a:lnTo>
                  <a:pt x="653" y="1267"/>
                </a:lnTo>
                <a:lnTo>
                  <a:pt x="680" y="1273"/>
                </a:lnTo>
                <a:lnTo>
                  <a:pt x="708" y="1277"/>
                </a:lnTo>
                <a:lnTo>
                  <a:pt x="735" y="1281"/>
                </a:lnTo>
                <a:lnTo>
                  <a:pt x="763" y="1285"/>
                </a:lnTo>
                <a:lnTo>
                  <a:pt x="791" y="1288"/>
                </a:lnTo>
                <a:lnTo>
                  <a:pt x="819" y="1290"/>
                </a:lnTo>
                <a:lnTo>
                  <a:pt x="847" y="1292"/>
                </a:lnTo>
                <a:lnTo>
                  <a:pt x="876" y="1293"/>
                </a:lnTo>
                <a:lnTo>
                  <a:pt x="904" y="1293"/>
                </a:lnTo>
                <a:lnTo>
                  <a:pt x="932" y="1293"/>
                </a:lnTo>
                <a:lnTo>
                  <a:pt x="960" y="1292"/>
                </a:lnTo>
                <a:lnTo>
                  <a:pt x="989" y="1290"/>
                </a:lnTo>
                <a:lnTo>
                  <a:pt x="1017" y="1288"/>
                </a:lnTo>
                <a:lnTo>
                  <a:pt x="1045" y="1285"/>
                </a:lnTo>
                <a:lnTo>
                  <a:pt x="1073" y="1281"/>
                </a:lnTo>
                <a:lnTo>
                  <a:pt x="1101" y="1277"/>
                </a:lnTo>
                <a:lnTo>
                  <a:pt x="1129" y="1273"/>
                </a:lnTo>
                <a:lnTo>
                  <a:pt x="1156" y="1267"/>
                </a:lnTo>
                <a:lnTo>
                  <a:pt x="1183" y="1261"/>
                </a:lnTo>
                <a:lnTo>
                  <a:pt x="1210" y="1255"/>
                </a:lnTo>
                <a:lnTo>
                  <a:pt x="1236" y="1248"/>
                </a:lnTo>
                <a:lnTo>
                  <a:pt x="1262" y="1240"/>
                </a:lnTo>
                <a:lnTo>
                  <a:pt x="1288" y="1231"/>
                </a:lnTo>
                <a:lnTo>
                  <a:pt x="1313" y="1223"/>
                </a:lnTo>
                <a:lnTo>
                  <a:pt x="1338" y="1213"/>
                </a:lnTo>
                <a:lnTo>
                  <a:pt x="1363" y="1203"/>
                </a:lnTo>
                <a:lnTo>
                  <a:pt x="1387" y="1192"/>
                </a:lnTo>
                <a:lnTo>
                  <a:pt x="1411" y="1181"/>
                </a:lnTo>
                <a:lnTo>
                  <a:pt x="1434" y="1170"/>
                </a:lnTo>
                <a:lnTo>
                  <a:pt x="1456" y="1158"/>
                </a:lnTo>
                <a:lnTo>
                  <a:pt x="1478" y="1145"/>
                </a:lnTo>
                <a:lnTo>
                  <a:pt x="1500" y="1132"/>
                </a:lnTo>
                <a:lnTo>
                  <a:pt x="1521" y="1118"/>
                </a:lnTo>
                <a:lnTo>
                  <a:pt x="1541" y="1104"/>
                </a:lnTo>
                <a:lnTo>
                  <a:pt x="1561" y="1090"/>
                </a:lnTo>
                <a:lnTo>
                  <a:pt x="1580" y="1075"/>
                </a:lnTo>
                <a:lnTo>
                  <a:pt x="1598" y="1059"/>
                </a:lnTo>
                <a:lnTo>
                  <a:pt x="1616" y="1043"/>
                </a:lnTo>
                <a:lnTo>
                  <a:pt x="1633" y="1027"/>
                </a:lnTo>
                <a:lnTo>
                  <a:pt x="1649" y="1011"/>
                </a:lnTo>
                <a:lnTo>
                  <a:pt x="1665" y="994"/>
                </a:lnTo>
                <a:lnTo>
                  <a:pt x="1679" y="976"/>
                </a:lnTo>
                <a:lnTo>
                  <a:pt x="1693" y="959"/>
                </a:lnTo>
                <a:lnTo>
                  <a:pt x="1707" y="941"/>
                </a:lnTo>
                <a:lnTo>
                  <a:pt x="1719" y="923"/>
                </a:lnTo>
                <a:lnTo>
                  <a:pt x="1731" y="904"/>
                </a:lnTo>
                <a:lnTo>
                  <a:pt x="1741" y="886"/>
                </a:lnTo>
                <a:lnTo>
                  <a:pt x="1751" y="866"/>
                </a:lnTo>
                <a:lnTo>
                  <a:pt x="1761" y="846"/>
                </a:lnTo>
                <a:lnTo>
                  <a:pt x="1769" y="827"/>
                </a:lnTo>
                <a:lnTo>
                  <a:pt x="1776" y="808"/>
                </a:lnTo>
                <a:lnTo>
                  <a:pt x="1783" y="788"/>
                </a:lnTo>
                <a:lnTo>
                  <a:pt x="1789" y="768"/>
                </a:lnTo>
                <a:lnTo>
                  <a:pt x="1794" y="748"/>
                </a:lnTo>
                <a:lnTo>
                  <a:pt x="1798" y="728"/>
                </a:lnTo>
                <a:lnTo>
                  <a:pt x="1801" y="708"/>
                </a:lnTo>
                <a:lnTo>
                  <a:pt x="1803" y="688"/>
                </a:lnTo>
                <a:lnTo>
                  <a:pt x="1804" y="668"/>
                </a:lnTo>
                <a:lnTo>
                  <a:pt x="1805" y="647"/>
                </a:lnTo>
                <a:moveTo>
                  <a:pt x="1808" y="647"/>
                </a:moveTo>
                <a:lnTo>
                  <a:pt x="1808" y="668"/>
                </a:lnTo>
                <a:lnTo>
                  <a:pt x="1807" y="688"/>
                </a:lnTo>
                <a:lnTo>
                  <a:pt x="1804" y="708"/>
                </a:lnTo>
                <a:lnTo>
                  <a:pt x="1801" y="728"/>
                </a:lnTo>
                <a:lnTo>
                  <a:pt x="1797" y="749"/>
                </a:lnTo>
                <a:lnTo>
                  <a:pt x="1792" y="769"/>
                </a:lnTo>
                <a:lnTo>
                  <a:pt x="1787" y="789"/>
                </a:lnTo>
                <a:lnTo>
                  <a:pt x="1780" y="808"/>
                </a:lnTo>
                <a:lnTo>
                  <a:pt x="1773" y="828"/>
                </a:lnTo>
                <a:lnTo>
                  <a:pt x="1764" y="847"/>
                </a:lnTo>
                <a:lnTo>
                  <a:pt x="1755" y="867"/>
                </a:lnTo>
                <a:lnTo>
                  <a:pt x="1745" y="887"/>
                </a:lnTo>
                <a:lnTo>
                  <a:pt x="1734" y="905"/>
                </a:lnTo>
                <a:lnTo>
                  <a:pt x="1722" y="924"/>
                </a:lnTo>
                <a:lnTo>
                  <a:pt x="1710" y="942"/>
                </a:lnTo>
                <a:lnTo>
                  <a:pt x="1697" y="960"/>
                </a:lnTo>
                <a:lnTo>
                  <a:pt x="1683" y="978"/>
                </a:lnTo>
                <a:lnTo>
                  <a:pt x="1668" y="995"/>
                </a:lnTo>
                <a:lnTo>
                  <a:pt x="1652" y="1012"/>
                </a:lnTo>
                <a:lnTo>
                  <a:pt x="1636" y="1029"/>
                </a:lnTo>
                <a:lnTo>
                  <a:pt x="1619" y="1045"/>
                </a:lnTo>
                <a:lnTo>
                  <a:pt x="1601" y="1061"/>
                </a:lnTo>
                <a:lnTo>
                  <a:pt x="1583" y="1076"/>
                </a:lnTo>
                <a:lnTo>
                  <a:pt x="1564" y="1091"/>
                </a:lnTo>
                <a:lnTo>
                  <a:pt x="1544" y="1106"/>
                </a:lnTo>
                <a:lnTo>
                  <a:pt x="1523" y="1120"/>
                </a:lnTo>
                <a:lnTo>
                  <a:pt x="1502" y="1134"/>
                </a:lnTo>
                <a:lnTo>
                  <a:pt x="1481" y="1147"/>
                </a:lnTo>
                <a:lnTo>
                  <a:pt x="1459" y="1160"/>
                </a:lnTo>
                <a:lnTo>
                  <a:pt x="1436" y="1172"/>
                </a:lnTo>
                <a:lnTo>
                  <a:pt x="1413" y="1184"/>
                </a:lnTo>
                <a:lnTo>
                  <a:pt x="1389" y="1195"/>
                </a:lnTo>
                <a:lnTo>
                  <a:pt x="1365" y="1205"/>
                </a:lnTo>
                <a:lnTo>
                  <a:pt x="1340" y="1216"/>
                </a:lnTo>
                <a:lnTo>
                  <a:pt x="1315" y="1225"/>
                </a:lnTo>
                <a:lnTo>
                  <a:pt x="1290" y="1234"/>
                </a:lnTo>
                <a:lnTo>
                  <a:pt x="1264" y="1242"/>
                </a:lnTo>
                <a:lnTo>
                  <a:pt x="1238" y="1250"/>
                </a:lnTo>
                <a:lnTo>
                  <a:pt x="1211" y="1257"/>
                </a:lnTo>
                <a:lnTo>
                  <a:pt x="1184" y="1264"/>
                </a:lnTo>
                <a:lnTo>
                  <a:pt x="1157" y="1270"/>
                </a:lnTo>
                <a:lnTo>
                  <a:pt x="1130" y="1275"/>
                </a:lnTo>
                <a:lnTo>
                  <a:pt x="1102" y="1280"/>
                </a:lnTo>
                <a:lnTo>
                  <a:pt x="1073" y="1284"/>
                </a:lnTo>
                <a:lnTo>
                  <a:pt x="1045" y="1288"/>
                </a:lnTo>
                <a:lnTo>
                  <a:pt x="1017" y="1290"/>
                </a:lnTo>
                <a:lnTo>
                  <a:pt x="989" y="1293"/>
                </a:lnTo>
                <a:lnTo>
                  <a:pt x="961" y="1294"/>
                </a:lnTo>
                <a:lnTo>
                  <a:pt x="932" y="1295"/>
                </a:lnTo>
                <a:lnTo>
                  <a:pt x="904" y="1296"/>
                </a:lnTo>
                <a:lnTo>
                  <a:pt x="876" y="1295"/>
                </a:lnTo>
                <a:lnTo>
                  <a:pt x="847" y="1294"/>
                </a:lnTo>
                <a:lnTo>
                  <a:pt x="819" y="1293"/>
                </a:lnTo>
                <a:lnTo>
                  <a:pt x="791" y="1290"/>
                </a:lnTo>
                <a:lnTo>
                  <a:pt x="763" y="1288"/>
                </a:lnTo>
                <a:lnTo>
                  <a:pt x="735" y="1284"/>
                </a:lnTo>
                <a:lnTo>
                  <a:pt x="707" y="1280"/>
                </a:lnTo>
                <a:lnTo>
                  <a:pt x="679" y="1275"/>
                </a:lnTo>
                <a:lnTo>
                  <a:pt x="652" y="1270"/>
                </a:lnTo>
                <a:lnTo>
                  <a:pt x="625" y="1264"/>
                </a:lnTo>
                <a:lnTo>
                  <a:pt x="598" y="1257"/>
                </a:lnTo>
                <a:lnTo>
                  <a:pt x="571" y="1250"/>
                </a:lnTo>
                <a:lnTo>
                  <a:pt x="545" y="1242"/>
                </a:lnTo>
                <a:lnTo>
                  <a:pt x="519" y="1234"/>
                </a:lnTo>
                <a:lnTo>
                  <a:pt x="494" y="1225"/>
                </a:lnTo>
                <a:lnTo>
                  <a:pt x="469" y="1216"/>
                </a:lnTo>
                <a:lnTo>
                  <a:pt x="444" y="1205"/>
                </a:lnTo>
                <a:lnTo>
                  <a:pt x="420" y="1195"/>
                </a:lnTo>
                <a:lnTo>
                  <a:pt x="396" y="1184"/>
                </a:lnTo>
                <a:lnTo>
                  <a:pt x="373" y="1172"/>
                </a:lnTo>
                <a:lnTo>
                  <a:pt x="350" y="1160"/>
                </a:lnTo>
                <a:lnTo>
                  <a:pt x="328" y="1147"/>
                </a:lnTo>
                <a:lnTo>
                  <a:pt x="306" y="1134"/>
                </a:lnTo>
                <a:lnTo>
                  <a:pt x="285" y="1120"/>
                </a:lnTo>
                <a:lnTo>
                  <a:pt x="265" y="1106"/>
                </a:lnTo>
                <a:lnTo>
                  <a:pt x="245" y="1091"/>
                </a:lnTo>
                <a:lnTo>
                  <a:pt x="226" y="1076"/>
                </a:lnTo>
                <a:lnTo>
                  <a:pt x="208" y="1061"/>
                </a:lnTo>
                <a:lnTo>
                  <a:pt x="190" y="1045"/>
                </a:lnTo>
                <a:lnTo>
                  <a:pt x="173" y="1029"/>
                </a:lnTo>
                <a:lnTo>
                  <a:pt x="157" y="1012"/>
                </a:lnTo>
                <a:lnTo>
                  <a:pt x="141" y="995"/>
                </a:lnTo>
                <a:lnTo>
                  <a:pt x="126" y="978"/>
                </a:lnTo>
                <a:lnTo>
                  <a:pt x="112" y="960"/>
                </a:lnTo>
                <a:lnTo>
                  <a:pt x="99" y="942"/>
                </a:lnTo>
                <a:lnTo>
                  <a:pt x="86" y="924"/>
                </a:lnTo>
                <a:lnTo>
                  <a:pt x="75" y="905"/>
                </a:lnTo>
                <a:lnTo>
                  <a:pt x="64" y="887"/>
                </a:lnTo>
                <a:lnTo>
                  <a:pt x="54" y="867"/>
                </a:lnTo>
                <a:lnTo>
                  <a:pt x="45" y="847"/>
                </a:lnTo>
                <a:lnTo>
                  <a:pt x="36" y="828"/>
                </a:lnTo>
                <a:lnTo>
                  <a:pt x="29" y="808"/>
                </a:lnTo>
                <a:lnTo>
                  <a:pt x="22" y="789"/>
                </a:lnTo>
                <a:lnTo>
                  <a:pt x="16" y="769"/>
                </a:lnTo>
                <a:lnTo>
                  <a:pt x="12" y="749"/>
                </a:lnTo>
                <a:lnTo>
                  <a:pt x="8" y="728"/>
                </a:lnTo>
                <a:lnTo>
                  <a:pt x="4" y="708"/>
                </a:lnTo>
                <a:lnTo>
                  <a:pt x="2" y="688"/>
                </a:lnTo>
                <a:lnTo>
                  <a:pt x="1" y="668"/>
                </a:lnTo>
                <a:lnTo>
                  <a:pt x="0" y="647"/>
                </a:lnTo>
                <a:lnTo>
                  <a:pt x="1" y="627"/>
                </a:lnTo>
                <a:lnTo>
                  <a:pt x="2" y="607"/>
                </a:lnTo>
                <a:lnTo>
                  <a:pt x="4" y="586"/>
                </a:lnTo>
                <a:lnTo>
                  <a:pt x="8" y="566"/>
                </a:lnTo>
                <a:lnTo>
                  <a:pt x="12" y="546"/>
                </a:lnTo>
                <a:lnTo>
                  <a:pt x="16" y="526"/>
                </a:lnTo>
                <a:lnTo>
                  <a:pt x="22" y="506"/>
                </a:lnTo>
                <a:lnTo>
                  <a:pt x="29" y="486"/>
                </a:lnTo>
                <a:lnTo>
                  <a:pt x="36" y="467"/>
                </a:lnTo>
                <a:lnTo>
                  <a:pt x="45" y="447"/>
                </a:lnTo>
                <a:lnTo>
                  <a:pt x="54" y="428"/>
                </a:lnTo>
                <a:lnTo>
                  <a:pt x="64" y="409"/>
                </a:lnTo>
                <a:lnTo>
                  <a:pt x="75" y="390"/>
                </a:lnTo>
                <a:lnTo>
                  <a:pt x="86" y="372"/>
                </a:lnTo>
                <a:lnTo>
                  <a:pt x="99" y="353"/>
                </a:lnTo>
                <a:lnTo>
                  <a:pt x="112" y="335"/>
                </a:lnTo>
                <a:lnTo>
                  <a:pt x="126" y="318"/>
                </a:lnTo>
                <a:lnTo>
                  <a:pt x="141" y="300"/>
                </a:lnTo>
                <a:lnTo>
                  <a:pt x="157" y="283"/>
                </a:lnTo>
                <a:lnTo>
                  <a:pt x="173" y="267"/>
                </a:lnTo>
                <a:lnTo>
                  <a:pt x="190" y="251"/>
                </a:lnTo>
                <a:lnTo>
                  <a:pt x="208" y="235"/>
                </a:lnTo>
                <a:lnTo>
                  <a:pt x="226" y="219"/>
                </a:lnTo>
                <a:lnTo>
                  <a:pt x="245" y="204"/>
                </a:lnTo>
                <a:lnTo>
                  <a:pt x="265" y="190"/>
                </a:lnTo>
                <a:lnTo>
                  <a:pt x="285" y="175"/>
                </a:lnTo>
                <a:lnTo>
                  <a:pt x="306" y="162"/>
                </a:lnTo>
                <a:lnTo>
                  <a:pt x="328" y="149"/>
                </a:lnTo>
                <a:lnTo>
                  <a:pt x="350" y="136"/>
                </a:lnTo>
                <a:lnTo>
                  <a:pt x="373" y="124"/>
                </a:lnTo>
                <a:lnTo>
                  <a:pt x="396" y="112"/>
                </a:lnTo>
                <a:lnTo>
                  <a:pt x="420" y="101"/>
                </a:lnTo>
                <a:lnTo>
                  <a:pt x="444" y="90"/>
                </a:lnTo>
                <a:lnTo>
                  <a:pt x="469" y="80"/>
                </a:lnTo>
                <a:lnTo>
                  <a:pt x="494" y="71"/>
                </a:lnTo>
                <a:lnTo>
                  <a:pt x="519" y="62"/>
                </a:lnTo>
                <a:lnTo>
                  <a:pt x="545" y="53"/>
                </a:lnTo>
                <a:lnTo>
                  <a:pt x="571" y="45"/>
                </a:lnTo>
                <a:lnTo>
                  <a:pt x="598" y="38"/>
                </a:lnTo>
                <a:lnTo>
                  <a:pt x="625" y="32"/>
                </a:lnTo>
                <a:lnTo>
                  <a:pt x="652" y="26"/>
                </a:lnTo>
                <a:lnTo>
                  <a:pt x="679" y="20"/>
                </a:lnTo>
                <a:lnTo>
                  <a:pt x="707" y="16"/>
                </a:lnTo>
                <a:lnTo>
                  <a:pt x="735" y="11"/>
                </a:lnTo>
                <a:lnTo>
                  <a:pt x="763" y="8"/>
                </a:lnTo>
                <a:lnTo>
                  <a:pt x="791" y="5"/>
                </a:lnTo>
                <a:lnTo>
                  <a:pt x="819" y="3"/>
                </a:lnTo>
                <a:lnTo>
                  <a:pt x="847" y="1"/>
                </a:lnTo>
                <a:lnTo>
                  <a:pt x="876" y="0"/>
                </a:lnTo>
                <a:lnTo>
                  <a:pt x="904" y="0"/>
                </a:lnTo>
                <a:lnTo>
                  <a:pt x="932" y="0"/>
                </a:lnTo>
                <a:lnTo>
                  <a:pt x="961" y="1"/>
                </a:lnTo>
                <a:lnTo>
                  <a:pt x="989" y="3"/>
                </a:lnTo>
                <a:lnTo>
                  <a:pt x="1017" y="5"/>
                </a:lnTo>
                <a:lnTo>
                  <a:pt x="1045" y="8"/>
                </a:lnTo>
                <a:lnTo>
                  <a:pt x="1073" y="11"/>
                </a:lnTo>
                <a:lnTo>
                  <a:pt x="1102" y="16"/>
                </a:lnTo>
                <a:lnTo>
                  <a:pt x="1130" y="20"/>
                </a:lnTo>
                <a:lnTo>
                  <a:pt x="1157" y="26"/>
                </a:lnTo>
                <a:lnTo>
                  <a:pt x="1184" y="32"/>
                </a:lnTo>
                <a:lnTo>
                  <a:pt x="1211" y="38"/>
                </a:lnTo>
                <a:lnTo>
                  <a:pt x="1238" y="45"/>
                </a:lnTo>
                <a:lnTo>
                  <a:pt x="1264" y="53"/>
                </a:lnTo>
                <a:lnTo>
                  <a:pt x="1290" y="62"/>
                </a:lnTo>
                <a:lnTo>
                  <a:pt x="1315" y="71"/>
                </a:lnTo>
                <a:lnTo>
                  <a:pt x="1340" y="80"/>
                </a:lnTo>
                <a:lnTo>
                  <a:pt x="1365" y="90"/>
                </a:lnTo>
                <a:lnTo>
                  <a:pt x="1389" y="101"/>
                </a:lnTo>
                <a:lnTo>
                  <a:pt x="1413" y="112"/>
                </a:lnTo>
                <a:lnTo>
                  <a:pt x="1436" y="124"/>
                </a:lnTo>
                <a:lnTo>
                  <a:pt x="1459" y="136"/>
                </a:lnTo>
                <a:lnTo>
                  <a:pt x="1481" y="149"/>
                </a:lnTo>
                <a:lnTo>
                  <a:pt x="1502" y="162"/>
                </a:lnTo>
                <a:lnTo>
                  <a:pt x="1523" y="175"/>
                </a:lnTo>
                <a:lnTo>
                  <a:pt x="1544" y="190"/>
                </a:lnTo>
                <a:lnTo>
                  <a:pt x="1564" y="204"/>
                </a:lnTo>
                <a:lnTo>
                  <a:pt x="1583" y="219"/>
                </a:lnTo>
                <a:lnTo>
                  <a:pt x="1601" y="235"/>
                </a:lnTo>
                <a:lnTo>
                  <a:pt x="1619" y="251"/>
                </a:lnTo>
                <a:lnTo>
                  <a:pt x="1636" y="267"/>
                </a:lnTo>
                <a:lnTo>
                  <a:pt x="1652" y="283"/>
                </a:lnTo>
                <a:lnTo>
                  <a:pt x="1668" y="300"/>
                </a:lnTo>
                <a:lnTo>
                  <a:pt x="1683" y="318"/>
                </a:lnTo>
                <a:lnTo>
                  <a:pt x="1697" y="335"/>
                </a:lnTo>
                <a:lnTo>
                  <a:pt x="1710" y="353"/>
                </a:lnTo>
                <a:lnTo>
                  <a:pt x="1722" y="372"/>
                </a:lnTo>
                <a:lnTo>
                  <a:pt x="1734" y="390"/>
                </a:lnTo>
                <a:lnTo>
                  <a:pt x="1745" y="409"/>
                </a:lnTo>
                <a:lnTo>
                  <a:pt x="1755" y="428"/>
                </a:lnTo>
                <a:lnTo>
                  <a:pt x="1764" y="447"/>
                </a:lnTo>
                <a:lnTo>
                  <a:pt x="1773" y="467"/>
                </a:lnTo>
                <a:lnTo>
                  <a:pt x="1780" y="486"/>
                </a:lnTo>
                <a:lnTo>
                  <a:pt x="1787" y="506"/>
                </a:lnTo>
                <a:lnTo>
                  <a:pt x="1792" y="526"/>
                </a:lnTo>
                <a:lnTo>
                  <a:pt x="1797" y="546"/>
                </a:lnTo>
                <a:lnTo>
                  <a:pt x="1801" y="566"/>
                </a:lnTo>
                <a:lnTo>
                  <a:pt x="1804" y="586"/>
                </a:lnTo>
                <a:lnTo>
                  <a:pt x="1807" y="607"/>
                </a:lnTo>
                <a:lnTo>
                  <a:pt x="1808" y="627"/>
                </a:lnTo>
                <a:lnTo>
                  <a:pt x="1808" y="647"/>
                </a:lnTo>
                <a:close/>
              </a:path>
            </a:pathLst>
          </a:custGeom>
          <a:solidFill>
            <a:srgbClr val="ff9d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8" name=""/>
          <p:cNvSpPr/>
          <p:nvPr/>
        </p:nvSpPr>
        <p:spPr>
          <a:xfrm>
            <a:off x="7736040" y="2710080"/>
            <a:ext cx="653400" cy="468360"/>
          </a:xfrm>
          <a:custGeom>
            <a:avLst/>
            <a:gdLst/>
            <a:ahLst/>
            <a:rect l="0" t="0" r="r" b="b"/>
            <a:pathLst>
              <a:path w="1815" h="1301">
                <a:moveTo>
                  <a:pt x="1811" y="650"/>
                </a:moveTo>
                <a:lnTo>
                  <a:pt x="1811" y="630"/>
                </a:lnTo>
                <a:lnTo>
                  <a:pt x="1810" y="610"/>
                </a:lnTo>
                <a:lnTo>
                  <a:pt x="1807" y="589"/>
                </a:lnTo>
                <a:lnTo>
                  <a:pt x="1804" y="569"/>
                </a:lnTo>
                <a:lnTo>
                  <a:pt x="1800" y="549"/>
                </a:lnTo>
                <a:lnTo>
                  <a:pt x="1795" y="529"/>
                </a:lnTo>
                <a:lnTo>
                  <a:pt x="1790" y="509"/>
                </a:lnTo>
                <a:lnTo>
                  <a:pt x="1783" y="489"/>
                </a:lnTo>
                <a:lnTo>
                  <a:pt x="1776" y="470"/>
                </a:lnTo>
                <a:lnTo>
                  <a:pt x="1767" y="450"/>
                </a:lnTo>
                <a:lnTo>
                  <a:pt x="1758" y="431"/>
                </a:lnTo>
                <a:lnTo>
                  <a:pt x="1748" y="412"/>
                </a:lnTo>
                <a:lnTo>
                  <a:pt x="1737" y="393"/>
                </a:lnTo>
                <a:lnTo>
                  <a:pt x="1725" y="375"/>
                </a:lnTo>
                <a:lnTo>
                  <a:pt x="1713" y="356"/>
                </a:lnTo>
                <a:lnTo>
                  <a:pt x="1700" y="338"/>
                </a:lnTo>
                <a:lnTo>
                  <a:pt x="1686" y="321"/>
                </a:lnTo>
                <a:lnTo>
                  <a:pt x="1671" y="303"/>
                </a:lnTo>
                <a:lnTo>
                  <a:pt x="1655" y="286"/>
                </a:lnTo>
                <a:lnTo>
                  <a:pt x="1639" y="270"/>
                </a:lnTo>
                <a:lnTo>
                  <a:pt x="1622" y="254"/>
                </a:lnTo>
                <a:lnTo>
                  <a:pt x="1604" y="238"/>
                </a:lnTo>
                <a:lnTo>
                  <a:pt x="1586" y="222"/>
                </a:lnTo>
                <a:lnTo>
                  <a:pt x="1567" y="207"/>
                </a:lnTo>
                <a:lnTo>
                  <a:pt x="1547" y="193"/>
                </a:lnTo>
                <a:lnTo>
                  <a:pt x="1526" y="178"/>
                </a:lnTo>
                <a:lnTo>
                  <a:pt x="1505" y="165"/>
                </a:lnTo>
                <a:lnTo>
                  <a:pt x="1484" y="152"/>
                </a:lnTo>
                <a:lnTo>
                  <a:pt x="1462" y="139"/>
                </a:lnTo>
                <a:lnTo>
                  <a:pt x="1439" y="127"/>
                </a:lnTo>
                <a:lnTo>
                  <a:pt x="1416" y="115"/>
                </a:lnTo>
                <a:lnTo>
                  <a:pt x="1392" y="104"/>
                </a:lnTo>
                <a:lnTo>
                  <a:pt x="1368" y="93"/>
                </a:lnTo>
                <a:lnTo>
                  <a:pt x="1343" y="83"/>
                </a:lnTo>
                <a:lnTo>
                  <a:pt x="1318" y="74"/>
                </a:lnTo>
                <a:lnTo>
                  <a:pt x="1293" y="65"/>
                </a:lnTo>
                <a:lnTo>
                  <a:pt x="1267" y="56"/>
                </a:lnTo>
                <a:lnTo>
                  <a:pt x="1241" y="48"/>
                </a:lnTo>
                <a:lnTo>
                  <a:pt x="1214" y="41"/>
                </a:lnTo>
                <a:lnTo>
                  <a:pt x="1186" y="35"/>
                </a:lnTo>
                <a:lnTo>
                  <a:pt x="1159" y="29"/>
                </a:lnTo>
                <a:lnTo>
                  <a:pt x="1132" y="23"/>
                </a:lnTo>
                <a:lnTo>
                  <a:pt x="1104" y="19"/>
                </a:lnTo>
                <a:lnTo>
                  <a:pt x="1076" y="14"/>
                </a:lnTo>
                <a:lnTo>
                  <a:pt x="1048" y="11"/>
                </a:lnTo>
                <a:lnTo>
                  <a:pt x="1020" y="8"/>
                </a:lnTo>
                <a:lnTo>
                  <a:pt x="992" y="6"/>
                </a:lnTo>
                <a:lnTo>
                  <a:pt x="964" y="4"/>
                </a:lnTo>
                <a:lnTo>
                  <a:pt x="935" y="3"/>
                </a:lnTo>
                <a:lnTo>
                  <a:pt x="907" y="3"/>
                </a:lnTo>
                <a:lnTo>
                  <a:pt x="879" y="3"/>
                </a:lnTo>
                <a:lnTo>
                  <a:pt x="850" y="4"/>
                </a:lnTo>
                <a:lnTo>
                  <a:pt x="822" y="6"/>
                </a:lnTo>
                <a:lnTo>
                  <a:pt x="794" y="8"/>
                </a:lnTo>
                <a:lnTo>
                  <a:pt x="766" y="11"/>
                </a:lnTo>
                <a:lnTo>
                  <a:pt x="738" y="14"/>
                </a:lnTo>
                <a:lnTo>
                  <a:pt x="710" y="19"/>
                </a:lnTo>
                <a:lnTo>
                  <a:pt x="682" y="23"/>
                </a:lnTo>
                <a:lnTo>
                  <a:pt x="655" y="29"/>
                </a:lnTo>
                <a:lnTo>
                  <a:pt x="628" y="35"/>
                </a:lnTo>
                <a:lnTo>
                  <a:pt x="601" y="41"/>
                </a:lnTo>
                <a:lnTo>
                  <a:pt x="574" y="48"/>
                </a:lnTo>
                <a:lnTo>
                  <a:pt x="548" y="56"/>
                </a:lnTo>
                <a:lnTo>
                  <a:pt x="522" y="65"/>
                </a:lnTo>
                <a:lnTo>
                  <a:pt x="497" y="74"/>
                </a:lnTo>
                <a:lnTo>
                  <a:pt x="472" y="83"/>
                </a:lnTo>
                <a:lnTo>
                  <a:pt x="447" y="93"/>
                </a:lnTo>
                <a:lnTo>
                  <a:pt x="423" y="104"/>
                </a:lnTo>
                <a:lnTo>
                  <a:pt x="399" y="115"/>
                </a:lnTo>
                <a:lnTo>
                  <a:pt x="376" y="127"/>
                </a:lnTo>
                <a:lnTo>
                  <a:pt x="353" y="139"/>
                </a:lnTo>
                <a:lnTo>
                  <a:pt x="331" y="152"/>
                </a:lnTo>
                <a:lnTo>
                  <a:pt x="309" y="165"/>
                </a:lnTo>
                <a:lnTo>
                  <a:pt x="288" y="178"/>
                </a:lnTo>
                <a:lnTo>
                  <a:pt x="268" y="193"/>
                </a:lnTo>
                <a:lnTo>
                  <a:pt x="248" y="207"/>
                </a:lnTo>
                <a:lnTo>
                  <a:pt x="229" y="222"/>
                </a:lnTo>
                <a:lnTo>
                  <a:pt x="211" y="238"/>
                </a:lnTo>
                <a:lnTo>
                  <a:pt x="193" y="254"/>
                </a:lnTo>
                <a:lnTo>
                  <a:pt x="176" y="270"/>
                </a:lnTo>
                <a:lnTo>
                  <a:pt x="160" y="286"/>
                </a:lnTo>
                <a:lnTo>
                  <a:pt x="144" y="303"/>
                </a:lnTo>
                <a:lnTo>
                  <a:pt x="129" y="321"/>
                </a:lnTo>
                <a:lnTo>
                  <a:pt x="115" y="338"/>
                </a:lnTo>
                <a:lnTo>
                  <a:pt x="102" y="356"/>
                </a:lnTo>
                <a:lnTo>
                  <a:pt x="89" y="375"/>
                </a:lnTo>
                <a:lnTo>
                  <a:pt x="78" y="393"/>
                </a:lnTo>
                <a:lnTo>
                  <a:pt x="67" y="412"/>
                </a:lnTo>
                <a:lnTo>
                  <a:pt x="57" y="431"/>
                </a:lnTo>
                <a:lnTo>
                  <a:pt x="48" y="450"/>
                </a:lnTo>
                <a:lnTo>
                  <a:pt x="39" y="470"/>
                </a:lnTo>
                <a:lnTo>
                  <a:pt x="32" y="489"/>
                </a:lnTo>
                <a:lnTo>
                  <a:pt x="25" y="509"/>
                </a:lnTo>
                <a:lnTo>
                  <a:pt x="19" y="529"/>
                </a:lnTo>
                <a:lnTo>
                  <a:pt x="15" y="549"/>
                </a:lnTo>
                <a:lnTo>
                  <a:pt x="11" y="569"/>
                </a:lnTo>
                <a:lnTo>
                  <a:pt x="7" y="589"/>
                </a:lnTo>
                <a:lnTo>
                  <a:pt x="5" y="610"/>
                </a:lnTo>
                <a:lnTo>
                  <a:pt x="4" y="630"/>
                </a:lnTo>
                <a:lnTo>
                  <a:pt x="3" y="650"/>
                </a:lnTo>
                <a:lnTo>
                  <a:pt x="4" y="671"/>
                </a:lnTo>
                <a:lnTo>
                  <a:pt x="5" y="691"/>
                </a:lnTo>
                <a:lnTo>
                  <a:pt x="7" y="711"/>
                </a:lnTo>
                <a:lnTo>
                  <a:pt x="11" y="731"/>
                </a:lnTo>
                <a:lnTo>
                  <a:pt x="15" y="752"/>
                </a:lnTo>
                <a:lnTo>
                  <a:pt x="19" y="772"/>
                </a:lnTo>
                <a:lnTo>
                  <a:pt x="25" y="792"/>
                </a:lnTo>
                <a:lnTo>
                  <a:pt x="32" y="811"/>
                </a:lnTo>
                <a:lnTo>
                  <a:pt x="39" y="831"/>
                </a:lnTo>
                <a:lnTo>
                  <a:pt x="48" y="850"/>
                </a:lnTo>
                <a:lnTo>
                  <a:pt x="57" y="870"/>
                </a:lnTo>
                <a:lnTo>
                  <a:pt x="67" y="889"/>
                </a:lnTo>
                <a:lnTo>
                  <a:pt x="78" y="907"/>
                </a:lnTo>
                <a:lnTo>
                  <a:pt x="89" y="927"/>
                </a:lnTo>
                <a:lnTo>
                  <a:pt x="102" y="945"/>
                </a:lnTo>
                <a:lnTo>
                  <a:pt x="115" y="963"/>
                </a:lnTo>
                <a:lnTo>
                  <a:pt x="129" y="981"/>
                </a:lnTo>
                <a:lnTo>
                  <a:pt x="144" y="998"/>
                </a:lnTo>
                <a:lnTo>
                  <a:pt x="160" y="1015"/>
                </a:lnTo>
                <a:lnTo>
                  <a:pt x="176" y="1032"/>
                </a:lnTo>
                <a:lnTo>
                  <a:pt x="193" y="1048"/>
                </a:lnTo>
                <a:lnTo>
                  <a:pt x="211" y="1064"/>
                </a:lnTo>
                <a:lnTo>
                  <a:pt x="229" y="1079"/>
                </a:lnTo>
                <a:lnTo>
                  <a:pt x="248" y="1094"/>
                </a:lnTo>
                <a:lnTo>
                  <a:pt x="268" y="1109"/>
                </a:lnTo>
                <a:lnTo>
                  <a:pt x="288" y="1123"/>
                </a:lnTo>
                <a:lnTo>
                  <a:pt x="309" y="1137"/>
                </a:lnTo>
                <a:lnTo>
                  <a:pt x="331" y="1150"/>
                </a:lnTo>
                <a:lnTo>
                  <a:pt x="353" y="1163"/>
                </a:lnTo>
                <a:lnTo>
                  <a:pt x="376" y="1175"/>
                </a:lnTo>
                <a:lnTo>
                  <a:pt x="399" y="1187"/>
                </a:lnTo>
                <a:lnTo>
                  <a:pt x="423" y="1198"/>
                </a:lnTo>
                <a:lnTo>
                  <a:pt x="447" y="1208"/>
                </a:lnTo>
                <a:lnTo>
                  <a:pt x="472" y="1219"/>
                </a:lnTo>
                <a:lnTo>
                  <a:pt x="497" y="1228"/>
                </a:lnTo>
                <a:lnTo>
                  <a:pt x="522" y="1237"/>
                </a:lnTo>
                <a:lnTo>
                  <a:pt x="548" y="1245"/>
                </a:lnTo>
                <a:lnTo>
                  <a:pt x="574" y="1253"/>
                </a:lnTo>
                <a:lnTo>
                  <a:pt x="601" y="1260"/>
                </a:lnTo>
                <a:lnTo>
                  <a:pt x="628" y="1267"/>
                </a:lnTo>
                <a:lnTo>
                  <a:pt x="655" y="1273"/>
                </a:lnTo>
                <a:lnTo>
                  <a:pt x="682" y="1278"/>
                </a:lnTo>
                <a:lnTo>
                  <a:pt x="710" y="1283"/>
                </a:lnTo>
                <a:lnTo>
                  <a:pt x="738" y="1287"/>
                </a:lnTo>
                <a:lnTo>
                  <a:pt x="766" y="1291"/>
                </a:lnTo>
                <a:lnTo>
                  <a:pt x="794" y="1293"/>
                </a:lnTo>
                <a:lnTo>
                  <a:pt x="822" y="1296"/>
                </a:lnTo>
                <a:lnTo>
                  <a:pt x="850" y="1297"/>
                </a:lnTo>
                <a:lnTo>
                  <a:pt x="879" y="1298"/>
                </a:lnTo>
                <a:lnTo>
                  <a:pt x="907" y="1299"/>
                </a:lnTo>
                <a:lnTo>
                  <a:pt x="935" y="1298"/>
                </a:lnTo>
                <a:lnTo>
                  <a:pt x="964" y="1297"/>
                </a:lnTo>
                <a:lnTo>
                  <a:pt x="992" y="1296"/>
                </a:lnTo>
                <a:lnTo>
                  <a:pt x="1020" y="1293"/>
                </a:lnTo>
                <a:lnTo>
                  <a:pt x="1048" y="1291"/>
                </a:lnTo>
                <a:lnTo>
                  <a:pt x="1076" y="1287"/>
                </a:lnTo>
                <a:lnTo>
                  <a:pt x="1104" y="1283"/>
                </a:lnTo>
                <a:lnTo>
                  <a:pt x="1132" y="1278"/>
                </a:lnTo>
                <a:lnTo>
                  <a:pt x="1159" y="1273"/>
                </a:lnTo>
                <a:lnTo>
                  <a:pt x="1186" y="1267"/>
                </a:lnTo>
                <a:lnTo>
                  <a:pt x="1214" y="1260"/>
                </a:lnTo>
                <a:lnTo>
                  <a:pt x="1241" y="1253"/>
                </a:lnTo>
                <a:lnTo>
                  <a:pt x="1267" y="1245"/>
                </a:lnTo>
                <a:lnTo>
                  <a:pt x="1293" y="1237"/>
                </a:lnTo>
                <a:lnTo>
                  <a:pt x="1318" y="1228"/>
                </a:lnTo>
                <a:lnTo>
                  <a:pt x="1343" y="1219"/>
                </a:lnTo>
                <a:lnTo>
                  <a:pt x="1368" y="1208"/>
                </a:lnTo>
                <a:lnTo>
                  <a:pt x="1392" y="1198"/>
                </a:lnTo>
                <a:lnTo>
                  <a:pt x="1416" y="1187"/>
                </a:lnTo>
                <a:lnTo>
                  <a:pt x="1439" y="1175"/>
                </a:lnTo>
                <a:lnTo>
                  <a:pt x="1462" y="1163"/>
                </a:lnTo>
                <a:lnTo>
                  <a:pt x="1484" y="1150"/>
                </a:lnTo>
                <a:lnTo>
                  <a:pt x="1505" y="1137"/>
                </a:lnTo>
                <a:lnTo>
                  <a:pt x="1526" y="1123"/>
                </a:lnTo>
                <a:lnTo>
                  <a:pt x="1547" y="1109"/>
                </a:lnTo>
                <a:lnTo>
                  <a:pt x="1567" y="1094"/>
                </a:lnTo>
                <a:lnTo>
                  <a:pt x="1586" y="1079"/>
                </a:lnTo>
                <a:lnTo>
                  <a:pt x="1604" y="1064"/>
                </a:lnTo>
                <a:lnTo>
                  <a:pt x="1622" y="1048"/>
                </a:lnTo>
                <a:lnTo>
                  <a:pt x="1639" y="1032"/>
                </a:lnTo>
                <a:lnTo>
                  <a:pt x="1655" y="1015"/>
                </a:lnTo>
                <a:lnTo>
                  <a:pt x="1671" y="998"/>
                </a:lnTo>
                <a:lnTo>
                  <a:pt x="1686" y="981"/>
                </a:lnTo>
                <a:lnTo>
                  <a:pt x="1700" y="963"/>
                </a:lnTo>
                <a:lnTo>
                  <a:pt x="1713" y="945"/>
                </a:lnTo>
                <a:lnTo>
                  <a:pt x="1725" y="927"/>
                </a:lnTo>
                <a:lnTo>
                  <a:pt x="1737" y="907"/>
                </a:lnTo>
                <a:lnTo>
                  <a:pt x="1748" y="889"/>
                </a:lnTo>
                <a:lnTo>
                  <a:pt x="1758" y="870"/>
                </a:lnTo>
                <a:lnTo>
                  <a:pt x="1767" y="850"/>
                </a:lnTo>
                <a:lnTo>
                  <a:pt x="1776" y="831"/>
                </a:lnTo>
                <a:lnTo>
                  <a:pt x="1783" y="811"/>
                </a:lnTo>
                <a:lnTo>
                  <a:pt x="1790" y="792"/>
                </a:lnTo>
                <a:lnTo>
                  <a:pt x="1795" y="772"/>
                </a:lnTo>
                <a:lnTo>
                  <a:pt x="1800" y="752"/>
                </a:lnTo>
                <a:lnTo>
                  <a:pt x="1804" y="731"/>
                </a:lnTo>
                <a:lnTo>
                  <a:pt x="1807" y="711"/>
                </a:lnTo>
                <a:lnTo>
                  <a:pt x="1810" y="691"/>
                </a:lnTo>
                <a:lnTo>
                  <a:pt x="1811" y="671"/>
                </a:lnTo>
                <a:lnTo>
                  <a:pt x="1811" y="650"/>
                </a:lnTo>
                <a:moveTo>
                  <a:pt x="1815" y="650"/>
                </a:moveTo>
                <a:lnTo>
                  <a:pt x="1815" y="671"/>
                </a:lnTo>
                <a:lnTo>
                  <a:pt x="1814" y="691"/>
                </a:lnTo>
                <a:lnTo>
                  <a:pt x="1811" y="711"/>
                </a:lnTo>
                <a:lnTo>
                  <a:pt x="1808" y="732"/>
                </a:lnTo>
                <a:lnTo>
                  <a:pt x="1804" y="752"/>
                </a:lnTo>
                <a:lnTo>
                  <a:pt x="1799" y="772"/>
                </a:lnTo>
                <a:lnTo>
                  <a:pt x="1794" y="792"/>
                </a:lnTo>
                <a:lnTo>
                  <a:pt x="1787" y="812"/>
                </a:lnTo>
                <a:lnTo>
                  <a:pt x="1779" y="832"/>
                </a:lnTo>
                <a:lnTo>
                  <a:pt x="1771" y="851"/>
                </a:lnTo>
                <a:lnTo>
                  <a:pt x="1762" y="871"/>
                </a:lnTo>
                <a:lnTo>
                  <a:pt x="1752" y="890"/>
                </a:lnTo>
                <a:lnTo>
                  <a:pt x="1741" y="908"/>
                </a:lnTo>
                <a:lnTo>
                  <a:pt x="1729" y="928"/>
                </a:lnTo>
                <a:lnTo>
                  <a:pt x="1716" y="946"/>
                </a:lnTo>
                <a:lnTo>
                  <a:pt x="1703" y="964"/>
                </a:lnTo>
                <a:lnTo>
                  <a:pt x="1689" y="982"/>
                </a:lnTo>
                <a:lnTo>
                  <a:pt x="1674" y="1000"/>
                </a:lnTo>
                <a:lnTo>
                  <a:pt x="1658" y="1017"/>
                </a:lnTo>
                <a:lnTo>
                  <a:pt x="1642" y="1033"/>
                </a:lnTo>
                <a:lnTo>
                  <a:pt x="1625" y="1050"/>
                </a:lnTo>
                <a:lnTo>
                  <a:pt x="1607" y="1066"/>
                </a:lnTo>
                <a:lnTo>
                  <a:pt x="1589" y="1081"/>
                </a:lnTo>
                <a:lnTo>
                  <a:pt x="1569" y="1096"/>
                </a:lnTo>
                <a:lnTo>
                  <a:pt x="1550" y="1111"/>
                </a:lnTo>
                <a:lnTo>
                  <a:pt x="1529" y="1125"/>
                </a:lnTo>
                <a:lnTo>
                  <a:pt x="1508" y="1139"/>
                </a:lnTo>
                <a:lnTo>
                  <a:pt x="1486" y="1152"/>
                </a:lnTo>
                <a:lnTo>
                  <a:pt x="1464" y="1165"/>
                </a:lnTo>
                <a:lnTo>
                  <a:pt x="1441" y="1177"/>
                </a:lnTo>
                <a:lnTo>
                  <a:pt x="1418" y="1189"/>
                </a:lnTo>
                <a:lnTo>
                  <a:pt x="1394" y="1200"/>
                </a:lnTo>
                <a:lnTo>
                  <a:pt x="1370" y="1211"/>
                </a:lnTo>
                <a:lnTo>
                  <a:pt x="1345" y="1221"/>
                </a:lnTo>
                <a:lnTo>
                  <a:pt x="1320" y="1231"/>
                </a:lnTo>
                <a:lnTo>
                  <a:pt x="1294" y="1240"/>
                </a:lnTo>
                <a:lnTo>
                  <a:pt x="1268" y="1248"/>
                </a:lnTo>
                <a:lnTo>
                  <a:pt x="1242" y="1256"/>
                </a:lnTo>
                <a:lnTo>
                  <a:pt x="1215" y="1263"/>
                </a:lnTo>
                <a:lnTo>
                  <a:pt x="1188" y="1270"/>
                </a:lnTo>
                <a:lnTo>
                  <a:pt x="1160" y="1276"/>
                </a:lnTo>
                <a:lnTo>
                  <a:pt x="1133" y="1281"/>
                </a:lnTo>
                <a:lnTo>
                  <a:pt x="1105" y="1286"/>
                </a:lnTo>
                <a:lnTo>
                  <a:pt x="1077" y="1290"/>
                </a:lnTo>
                <a:lnTo>
                  <a:pt x="1049" y="1293"/>
                </a:lnTo>
                <a:lnTo>
                  <a:pt x="1021" y="1296"/>
                </a:lnTo>
                <a:lnTo>
                  <a:pt x="992" y="1298"/>
                </a:lnTo>
                <a:lnTo>
                  <a:pt x="964" y="1300"/>
                </a:lnTo>
                <a:lnTo>
                  <a:pt x="935" y="1301"/>
                </a:lnTo>
                <a:lnTo>
                  <a:pt x="907" y="1301"/>
                </a:lnTo>
                <a:lnTo>
                  <a:pt x="878" y="1301"/>
                </a:lnTo>
                <a:lnTo>
                  <a:pt x="850" y="1300"/>
                </a:lnTo>
                <a:lnTo>
                  <a:pt x="822" y="1298"/>
                </a:lnTo>
                <a:lnTo>
                  <a:pt x="793" y="1296"/>
                </a:lnTo>
                <a:lnTo>
                  <a:pt x="765" y="1293"/>
                </a:lnTo>
                <a:lnTo>
                  <a:pt x="737" y="1290"/>
                </a:lnTo>
                <a:lnTo>
                  <a:pt x="709" y="1286"/>
                </a:lnTo>
                <a:lnTo>
                  <a:pt x="681" y="1281"/>
                </a:lnTo>
                <a:lnTo>
                  <a:pt x="654" y="1276"/>
                </a:lnTo>
                <a:lnTo>
                  <a:pt x="627" y="1270"/>
                </a:lnTo>
                <a:lnTo>
                  <a:pt x="600" y="1263"/>
                </a:lnTo>
                <a:lnTo>
                  <a:pt x="573" y="1256"/>
                </a:lnTo>
                <a:lnTo>
                  <a:pt x="547" y="1248"/>
                </a:lnTo>
                <a:lnTo>
                  <a:pt x="521" y="1240"/>
                </a:lnTo>
                <a:lnTo>
                  <a:pt x="495" y="1231"/>
                </a:lnTo>
                <a:lnTo>
                  <a:pt x="470" y="1221"/>
                </a:lnTo>
                <a:lnTo>
                  <a:pt x="445" y="1211"/>
                </a:lnTo>
                <a:lnTo>
                  <a:pt x="421" y="1200"/>
                </a:lnTo>
                <a:lnTo>
                  <a:pt x="397" y="1189"/>
                </a:lnTo>
                <a:lnTo>
                  <a:pt x="374" y="1177"/>
                </a:lnTo>
                <a:lnTo>
                  <a:pt x="351" y="1165"/>
                </a:lnTo>
                <a:lnTo>
                  <a:pt x="329" y="1152"/>
                </a:lnTo>
                <a:lnTo>
                  <a:pt x="307" y="1139"/>
                </a:lnTo>
                <a:lnTo>
                  <a:pt x="286" y="1125"/>
                </a:lnTo>
                <a:lnTo>
                  <a:pt x="265" y="1111"/>
                </a:lnTo>
                <a:lnTo>
                  <a:pt x="245" y="1096"/>
                </a:lnTo>
                <a:lnTo>
                  <a:pt x="226" y="1081"/>
                </a:lnTo>
                <a:lnTo>
                  <a:pt x="208" y="1066"/>
                </a:lnTo>
                <a:lnTo>
                  <a:pt x="190" y="1050"/>
                </a:lnTo>
                <a:lnTo>
                  <a:pt x="173" y="1033"/>
                </a:lnTo>
                <a:lnTo>
                  <a:pt x="156" y="1017"/>
                </a:lnTo>
                <a:lnTo>
                  <a:pt x="141" y="1000"/>
                </a:lnTo>
                <a:lnTo>
                  <a:pt x="126" y="982"/>
                </a:lnTo>
                <a:lnTo>
                  <a:pt x="112" y="964"/>
                </a:lnTo>
                <a:lnTo>
                  <a:pt x="98" y="946"/>
                </a:lnTo>
                <a:lnTo>
                  <a:pt x="86" y="928"/>
                </a:lnTo>
                <a:lnTo>
                  <a:pt x="74" y="908"/>
                </a:lnTo>
                <a:lnTo>
                  <a:pt x="63" y="890"/>
                </a:lnTo>
                <a:lnTo>
                  <a:pt x="53" y="871"/>
                </a:lnTo>
                <a:lnTo>
                  <a:pt x="44" y="851"/>
                </a:lnTo>
                <a:lnTo>
                  <a:pt x="36" y="832"/>
                </a:lnTo>
                <a:lnTo>
                  <a:pt x="28" y="812"/>
                </a:lnTo>
                <a:lnTo>
                  <a:pt x="21" y="792"/>
                </a:lnTo>
                <a:lnTo>
                  <a:pt x="16" y="772"/>
                </a:lnTo>
                <a:lnTo>
                  <a:pt x="11" y="752"/>
                </a:lnTo>
                <a:lnTo>
                  <a:pt x="7" y="732"/>
                </a:lnTo>
                <a:lnTo>
                  <a:pt x="4" y="711"/>
                </a:lnTo>
                <a:lnTo>
                  <a:pt x="1" y="691"/>
                </a:lnTo>
                <a:lnTo>
                  <a:pt x="0" y="671"/>
                </a:lnTo>
                <a:lnTo>
                  <a:pt x="0" y="650"/>
                </a:lnTo>
                <a:lnTo>
                  <a:pt x="0" y="630"/>
                </a:lnTo>
                <a:lnTo>
                  <a:pt x="1" y="609"/>
                </a:lnTo>
                <a:lnTo>
                  <a:pt x="4" y="589"/>
                </a:lnTo>
                <a:lnTo>
                  <a:pt x="7" y="569"/>
                </a:lnTo>
                <a:lnTo>
                  <a:pt x="11" y="549"/>
                </a:lnTo>
                <a:lnTo>
                  <a:pt x="16" y="528"/>
                </a:lnTo>
                <a:lnTo>
                  <a:pt x="21" y="508"/>
                </a:lnTo>
                <a:lnTo>
                  <a:pt x="28" y="489"/>
                </a:lnTo>
                <a:lnTo>
                  <a:pt x="36" y="469"/>
                </a:lnTo>
                <a:lnTo>
                  <a:pt x="44" y="449"/>
                </a:lnTo>
                <a:lnTo>
                  <a:pt x="53" y="430"/>
                </a:lnTo>
                <a:lnTo>
                  <a:pt x="63" y="411"/>
                </a:lnTo>
                <a:lnTo>
                  <a:pt x="74" y="392"/>
                </a:lnTo>
                <a:lnTo>
                  <a:pt x="86" y="374"/>
                </a:lnTo>
                <a:lnTo>
                  <a:pt x="98" y="355"/>
                </a:lnTo>
                <a:lnTo>
                  <a:pt x="112" y="337"/>
                </a:lnTo>
                <a:lnTo>
                  <a:pt x="126" y="319"/>
                </a:lnTo>
                <a:lnTo>
                  <a:pt x="141" y="302"/>
                </a:lnTo>
                <a:lnTo>
                  <a:pt x="156" y="285"/>
                </a:lnTo>
                <a:lnTo>
                  <a:pt x="173" y="268"/>
                </a:lnTo>
                <a:lnTo>
                  <a:pt x="190" y="252"/>
                </a:lnTo>
                <a:lnTo>
                  <a:pt x="208" y="236"/>
                </a:lnTo>
                <a:lnTo>
                  <a:pt x="226" y="220"/>
                </a:lnTo>
                <a:lnTo>
                  <a:pt x="245" y="205"/>
                </a:lnTo>
                <a:lnTo>
                  <a:pt x="265" y="191"/>
                </a:lnTo>
                <a:lnTo>
                  <a:pt x="286" y="176"/>
                </a:lnTo>
                <a:lnTo>
                  <a:pt x="307" y="163"/>
                </a:lnTo>
                <a:lnTo>
                  <a:pt x="329" y="149"/>
                </a:lnTo>
                <a:lnTo>
                  <a:pt x="351" y="137"/>
                </a:lnTo>
                <a:lnTo>
                  <a:pt x="374" y="124"/>
                </a:lnTo>
                <a:lnTo>
                  <a:pt x="397" y="113"/>
                </a:lnTo>
                <a:lnTo>
                  <a:pt x="421" y="101"/>
                </a:lnTo>
                <a:lnTo>
                  <a:pt x="445" y="91"/>
                </a:lnTo>
                <a:lnTo>
                  <a:pt x="470" y="81"/>
                </a:lnTo>
                <a:lnTo>
                  <a:pt x="495" y="71"/>
                </a:lnTo>
                <a:lnTo>
                  <a:pt x="521" y="62"/>
                </a:lnTo>
                <a:lnTo>
                  <a:pt x="547" y="54"/>
                </a:lnTo>
                <a:lnTo>
                  <a:pt x="573" y="46"/>
                </a:lnTo>
                <a:lnTo>
                  <a:pt x="600" y="39"/>
                </a:lnTo>
                <a:lnTo>
                  <a:pt x="627" y="32"/>
                </a:lnTo>
                <a:lnTo>
                  <a:pt x="654" y="26"/>
                </a:lnTo>
                <a:lnTo>
                  <a:pt x="681" y="21"/>
                </a:lnTo>
                <a:lnTo>
                  <a:pt x="709" y="16"/>
                </a:lnTo>
                <a:lnTo>
                  <a:pt x="737" y="12"/>
                </a:lnTo>
                <a:lnTo>
                  <a:pt x="765" y="8"/>
                </a:lnTo>
                <a:lnTo>
                  <a:pt x="793" y="5"/>
                </a:lnTo>
                <a:lnTo>
                  <a:pt x="822" y="3"/>
                </a:lnTo>
                <a:lnTo>
                  <a:pt x="850" y="2"/>
                </a:lnTo>
                <a:lnTo>
                  <a:pt x="878" y="1"/>
                </a:lnTo>
                <a:lnTo>
                  <a:pt x="907" y="0"/>
                </a:lnTo>
                <a:lnTo>
                  <a:pt x="935" y="1"/>
                </a:lnTo>
                <a:lnTo>
                  <a:pt x="964" y="2"/>
                </a:lnTo>
                <a:lnTo>
                  <a:pt x="992" y="3"/>
                </a:lnTo>
                <a:lnTo>
                  <a:pt x="1021" y="5"/>
                </a:lnTo>
                <a:lnTo>
                  <a:pt x="1049" y="8"/>
                </a:lnTo>
                <a:lnTo>
                  <a:pt x="1077" y="12"/>
                </a:lnTo>
                <a:lnTo>
                  <a:pt x="1105" y="16"/>
                </a:lnTo>
                <a:lnTo>
                  <a:pt x="1133" y="21"/>
                </a:lnTo>
                <a:lnTo>
                  <a:pt x="1160" y="26"/>
                </a:lnTo>
                <a:lnTo>
                  <a:pt x="1188" y="32"/>
                </a:lnTo>
                <a:lnTo>
                  <a:pt x="1215" y="39"/>
                </a:lnTo>
                <a:lnTo>
                  <a:pt x="1242" y="46"/>
                </a:lnTo>
                <a:lnTo>
                  <a:pt x="1268" y="54"/>
                </a:lnTo>
                <a:lnTo>
                  <a:pt x="1294" y="62"/>
                </a:lnTo>
                <a:lnTo>
                  <a:pt x="1320" y="71"/>
                </a:lnTo>
                <a:lnTo>
                  <a:pt x="1345" y="81"/>
                </a:lnTo>
                <a:lnTo>
                  <a:pt x="1370" y="91"/>
                </a:lnTo>
                <a:lnTo>
                  <a:pt x="1394" y="101"/>
                </a:lnTo>
                <a:lnTo>
                  <a:pt x="1418" y="113"/>
                </a:lnTo>
                <a:lnTo>
                  <a:pt x="1441" y="124"/>
                </a:lnTo>
                <a:lnTo>
                  <a:pt x="1464" y="137"/>
                </a:lnTo>
                <a:lnTo>
                  <a:pt x="1486" y="149"/>
                </a:lnTo>
                <a:lnTo>
                  <a:pt x="1508" y="163"/>
                </a:lnTo>
                <a:lnTo>
                  <a:pt x="1529" y="176"/>
                </a:lnTo>
                <a:lnTo>
                  <a:pt x="1550" y="191"/>
                </a:lnTo>
                <a:lnTo>
                  <a:pt x="1569" y="205"/>
                </a:lnTo>
                <a:lnTo>
                  <a:pt x="1589" y="220"/>
                </a:lnTo>
                <a:lnTo>
                  <a:pt x="1607" y="236"/>
                </a:lnTo>
                <a:lnTo>
                  <a:pt x="1625" y="252"/>
                </a:lnTo>
                <a:lnTo>
                  <a:pt x="1642" y="268"/>
                </a:lnTo>
                <a:lnTo>
                  <a:pt x="1658" y="285"/>
                </a:lnTo>
                <a:lnTo>
                  <a:pt x="1674" y="302"/>
                </a:lnTo>
                <a:lnTo>
                  <a:pt x="1689" y="319"/>
                </a:lnTo>
                <a:lnTo>
                  <a:pt x="1703" y="337"/>
                </a:lnTo>
                <a:lnTo>
                  <a:pt x="1716" y="355"/>
                </a:lnTo>
                <a:lnTo>
                  <a:pt x="1729" y="374"/>
                </a:lnTo>
                <a:lnTo>
                  <a:pt x="1741" y="392"/>
                </a:lnTo>
                <a:lnTo>
                  <a:pt x="1752" y="411"/>
                </a:lnTo>
                <a:lnTo>
                  <a:pt x="1762" y="430"/>
                </a:lnTo>
                <a:lnTo>
                  <a:pt x="1771" y="449"/>
                </a:lnTo>
                <a:lnTo>
                  <a:pt x="1779" y="469"/>
                </a:lnTo>
                <a:lnTo>
                  <a:pt x="1787" y="489"/>
                </a:lnTo>
                <a:lnTo>
                  <a:pt x="1794" y="508"/>
                </a:lnTo>
                <a:lnTo>
                  <a:pt x="1799" y="528"/>
                </a:lnTo>
                <a:lnTo>
                  <a:pt x="1804" y="549"/>
                </a:lnTo>
                <a:lnTo>
                  <a:pt x="1808" y="569"/>
                </a:lnTo>
                <a:lnTo>
                  <a:pt x="1811" y="589"/>
                </a:lnTo>
                <a:lnTo>
                  <a:pt x="1814" y="609"/>
                </a:lnTo>
                <a:lnTo>
                  <a:pt x="1815" y="630"/>
                </a:lnTo>
                <a:lnTo>
                  <a:pt x="1815" y="650"/>
                </a:lnTo>
                <a:close/>
              </a:path>
            </a:pathLst>
          </a:custGeom>
          <a:solidFill>
            <a:srgbClr val="ff9d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299" name=""/>
          <p:cNvSpPr/>
          <p:nvPr/>
        </p:nvSpPr>
        <p:spPr>
          <a:xfrm>
            <a:off x="7734600" y="2709000"/>
            <a:ext cx="656280" cy="470520"/>
          </a:xfrm>
          <a:custGeom>
            <a:avLst/>
            <a:gdLst/>
            <a:ahLst/>
            <a:rect l="0" t="0" r="r" b="b"/>
            <a:pathLst>
              <a:path w="1823" h="1307">
                <a:moveTo>
                  <a:pt x="1819" y="653"/>
                </a:moveTo>
                <a:lnTo>
                  <a:pt x="1819" y="633"/>
                </a:lnTo>
                <a:lnTo>
                  <a:pt x="1818" y="612"/>
                </a:lnTo>
                <a:lnTo>
                  <a:pt x="1815" y="592"/>
                </a:lnTo>
                <a:lnTo>
                  <a:pt x="1812" y="572"/>
                </a:lnTo>
                <a:lnTo>
                  <a:pt x="1808" y="552"/>
                </a:lnTo>
                <a:lnTo>
                  <a:pt x="1803" y="531"/>
                </a:lnTo>
                <a:lnTo>
                  <a:pt x="1798" y="511"/>
                </a:lnTo>
                <a:lnTo>
                  <a:pt x="1791" y="492"/>
                </a:lnTo>
                <a:lnTo>
                  <a:pt x="1783" y="472"/>
                </a:lnTo>
                <a:lnTo>
                  <a:pt x="1775" y="452"/>
                </a:lnTo>
                <a:lnTo>
                  <a:pt x="1766" y="433"/>
                </a:lnTo>
                <a:lnTo>
                  <a:pt x="1756" y="414"/>
                </a:lnTo>
                <a:lnTo>
                  <a:pt x="1745" y="395"/>
                </a:lnTo>
                <a:lnTo>
                  <a:pt x="1733" y="377"/>
                </a:lnTo>
                <a:lnTo>
                  <a:pt x="1720" y="358"/>
                </a:lnTo>
                <a:lnTo>
                  <a:pt x="1707" y="340"/>
                </a:lnTo>
                <a:lnTo>
                  <a:pt x="1693" y="322"/>
                </a:lnTo>
                <a:lnTo>
                  <a:pt x="1678" y="305"/>
                </a:lnTo>
                <a:lnTo>
                  <a:pt x="1662" y="288"/>
                </a:lnTo>
                <a:lnTo>
                  <a:pt x="1646" y="271"/>
                </a:lnTo>
                <a:lnTo>
                  <a:pt x="1629" y="255"/>
                </a:lnTo>
                <a:lnTo>
                  <a:pt x="1611" y="239"/>
                </a:lnTo>
                <a:lnTo>
                  <a:pt x="1593" y="223"/>
                </a:lnTo>
                <a:lnTo>
                  <a:pt x="1573" y="208"/>
                </a:lnTo>
                <a:lnTo>
                  <a:pt x="1554" y="194"/>
                </a:lnTo>
                <a:lnTo>
                  <a:pt x="1533" y="179"/>
                </a:lnTo>
                <a:lnTo>
                  <a:pt x="1512" y="166"/>
                </a:lnTo>
                <a:lnTo>
                  <a:pt x="1490" y="152"/>
                </a:lnTo>
                <a:lnTo>
                  <a:pt x="1468" y="140"/>
                </a:lnTo>
                <a:lnTo>
                  <a:pt x="1445" y="127"/>
                </a:lnTo>
                <a:lnTo>
                  <a:pt x="1422" y="116"/>
                </a:lnTo>
                <a:lnTo>
                  <a:pt x="1398" y="104"/>
                </a:lnTo>
                <a:lnTo>
                  <a:pt x="1374" y="94"/>
                </a:lnTo>
                <a:lnTo>
                  <a:pt x="1349" y="84"/>
                </a:lnTo>
                <a:lnTo>
                  <a:pt x="1324" y="74"/>
                </a:lnTo>
                <a:lnTo>
                  <a:pt x="1298" y="65"/>
                </a:lnTo>
                <a:lnTo>
                  <a:pt x="1271" y="57"/>
                </a:lnTo>
                <a:lnTo>
                  <a:pt x="1245" y="49"/>
                </a:lnTo>
                <a:lnTo>
                  <a:pt x="1218" y="42"/>
                </a:lnTo>
                <a:lnTo>
                  <a:pt x="1191" y="35"/>
                </a:lnTo>
                <a:lnTo>
                  <a:pt x="1164" y="29"/>
                </a:lnTo>
                <a:lnTo>
                  <a:pt x="1137" y="24"/>
                </a:lnTo>
                <a:lnTo>
                  <a:pt x="1109" y="19"/>
                </a:lnTo>
                <a:lnTo>
                  <a:pt x="1081" y="15"/>
                </a:lnTo>
                <a:lnTo>
                  <a:pt x="1053" y="11"/>
                </a:lnTo>
                <a:lnTo>
                  <a:pt x="1025" y="8"/>
                </a:lnTo>
                <a:lnTo>
                  <a:pt x="996" y="6"/>
                </a:lnTo>
                <a:lnTo>
                  <a:pt x="968" y="5"/>
                </a:lnTo>
                <a:lnTo>
                  <a:pt x="939" y="4"/>
                </a:lnTo>
                <a:lnTo>
                  <a:pt x="911" y="3"/>
                </a:lnTo>
                <a:lnTo>
                  <a:pt x="882" y="4"/>
                </a:lnTo>
                <a:lnTo>
                  <a:pt x="854" y="5"/>
                </a:lnTo>
                <a:lnTo>
                  <a:pt x="826" y="6"/>
                </a:lnTo>
                <a:lnTo>
                  <a:pt x="797" y="8"/>
                </a:lnTo>
                <a:lnTo>
                  <a:pt x="769" y="11"/>
                </a:lnTo>
                <a:lnTo>
                  <a:pt x="741" y="15"/>
                </a:lnTo>
                <a:lnTo>
                  <a:pt x="713" y="19"/>
                </a:lnTo>
                <a:lnTo>
                  <a:pt x="685" y="24"/>
                </a:lnTo>
                <a:lnTo>
                  <a:pt x="658" y="29"/>
                </a:lnTo>
                <a:lnTo>
                  <a:pt x="631" y="35"/>
                </a:lnTo>
                <a:lnTo>
                  <a:pt x="604" y="42"/>
                </a:lnTo>
                <a:lnTo>
                  <a:pt x="577" y="49"/>
                </a:lnTo>
                <a:lnTo>
                  <a:pt x="551" y="57"/>
                </a:lnTo>
                <a:lnTo>
                  <a:pt x="525" y="65"/>
                </a:lnTo>
                <a:lnTo>
                  <a:pt x="499" y="74"/>
                </a:lnTo>
                <a:lnTo>
                  <a:pt x="474" y="84"/>
                </a:lnTo>
                <a:lnTo>
                  <a:pt x="449" y="94"/>
                </a:lnTo>
                <a:lnTo>
                  <a:pt x="425" y="104"/>
                </a:lnTo>
                <a:lnTo>
                  <a:pt x="401" y="116"/>
                </a:lnTo>
                <a:lnTo>
                  <a:pt x="378" y="127"/>
                </a:lnTo>
                <a:lnTo>
                  <a:pt x="355" y="140"/>
                </a:lnTo>
                <a:lnTo>
                  <a:pt x="333" y="152"/>
                </a:lnTo>
                <a:lnTo>
                  <a:pt x="311" y="166"/>
                </a:lnTo>
                <a:lnTo>
                  <a:pt x="290" y="179"/>
                </a:lnTo>
                <a:lnTo>
                  <a:pt x="269" y="194"/>
                </a:lnTo>
                <a:lnTo>
                  <a:pt x="249" y="208"/>
                </a:lnTo>
                <a:lnTo>
                  <a:pt x="230" y="223"/>
                </a:lnTo>
                <a:lnTo>
                  <a:pt x="212" y="239"/>
                </a:lnTo>
                <a:lnTo>
                  <a:pt x="194" y="255"/>
                </a:lnTo>
                <a:lnTo>
                  <a:pt x="177" y="271"/>
                </a:lnTo>
                <a:lnTo>
                  <a:pt x="160" y="288"/>
                </a:lnTo>
                <a:lnTo>
                  <a:pt x="145" y="305"/>
                </a:lnTo>
                <a:lnTo>
                  <a:pt x="130" y="322"/>
                </a:lnTo>
                <a:lnTo>
                  <a:pt x="116" y="340"/>
                </a:lnTo>
                <a:lnTo>
                  <a:pt x="102" y="358"/>
                </a:lnTo>
                <a:lnTo>
                  <a:pt x="90" y="377"/>
                </a:lnTo>
                <a:lnTo>
                  <a:pt x="78" y="395"/>
                </a:lnTo>
                <a:lnTo>
                  <a:pt x="67" y="414"/>
                </a:lnTo>
                <a:lnTo>
                  <a:pt x="57" y="433"/>
                </a:lnTo>
                <a:lnTo>
                  <a:pt x="48" y="452"/>
                </a:lnTo>
                <a:lnTo>
                  <a:pt x="40" y="472"/>
                </a:lnTo>
                <a:lnTo>
                  <a:pt x="32" y="492"/>
                </a:lnTo>
                <a:lnTo>
                  <a:pt x="25" y="511"/>
                </a:lnTo>
                <a:lnTo>
                  <a:pt x="20" y="531"/>
                </a:lnTo>
                <a:lnTo>
                  <a:pt x="15" y="552"/>
                </a:lnTo>
                <a:lnTo>
                  <a:pt x="11" y="572"/>
                </a:lnTo>
                <a:lnTo>
                  <a:pt x="8" y="592"/>
                </a:lnTo>
                <a:lnTo>
                  <a:pt x="5" y="612"/>
                </a:lnTo>
                <a:lnTo>
                  <a:pt x="4" y="633"/>
                </a:lnTo>
                <a:lnTo>
                  <a:pt x="4" y="653"/>
                </a:lnTo>
                <a:lnTo>
                  <a:pt x="4" y="674"/>
                </a:lnTo>
                <a:lnTo>
                  <a:pt x="5" y="694"/>
                </a:lnTo>
                <a:lnTo>
                  <a:pt x="8" y="714"/>
                </a:lnTo>
                <a:lnTo>
                  <a:pt x="11" y="735"/>
                </a:lnTo>
                <a:lnTo>
                  <a:pt x="15" y="755"/>
                </a:lnTo>
                <a:lnTo>
                  <a:pt x="20" y="775"/>
                </a:lnTo>
                <a:lnTo>
                  <a:pt x="25" y="795"/>
                </a:lnTo>
                <a:lnTo>
                  <a:pt x="32" y="815"/>
                </a:lnTo>
                <a:lnTo>
                  <a:pt x="40" y="835"/>
                </a:lnTo>
                <a:lnTo>
                  <a:pt x="48" y="854"/>
                </a:lnTo>
                <a:lnTo>
                  <a:pt x="57" y="874"/>
                </a:lnTo>
                <a:lnTo>
                  <a:pt x="67" y="893"/>
                </a:lnTo>
                <a:lnTo>
                  <a:pt x="78" y="911"/>
                </a:lnTo>
                <a:lnTo>
                  <a:pt x="90" y="930"/>
                </a:lnTo>
                <a:lnTo>
                  <a:pt x="102" y="948"/>
                </a:lnTo>
                <a:lnTo>
                  <a:pt x="116" y="967"/>
                </a:lnTo>
                <a:lnTo>
                  <a:pt x="130" y="985"/>
                </a:lnTo>
                <a:lnTo>
                  <a:pt x="145" y="1003"/>
                </a:lnTo>
                <a:lnTo>
                  <a:pt x="160" y="1020"/>
                </a:lnTo>
                <a:lnTo>
                  <a:pt x="177" y="1036"/>
                </a:lnTo>
                <a:lnTo>
                  <a:pt x="194" y="1053"/>
                </a:lnTo>
                <a:lnTo>
                  <a:pt x="212" y="1069"/>
                </a:lnTo>
                <a:lnTo>
                  <a:pt x="230" y="1084"/>
                </a:lnTo>
                <a:lnTo>
                  <a:pt x="249" y="1099"/>
                </a:lnTo>
                <a:lnTo>
                  <a:pt x="269" y="1114"/>
                </a:lnTo>
                <a:lnTo>
                  <a:pt x="290" y="1128"/>
                </a:lnTo>
                <a:lnTo>
                  <a:pt x="311" y="1142"/>
                </a:lnTo>
                <a:lnTo>
                  <a:pt x="333" y="1155"/>
                </a:lnTo>
                <a:lnTo>
                  <a:pt x="355" y="1168"/>
                </a:lnTo>
                <a:lnTo>
                  <a:pt x="378" y="1180"/>
                </a:lnTo>
                <a:lnTo>
                  <a:pt x="401" y="1192"/>
                </a:lnTo>
                <a:lnTo>
                  <a:pt x="425" y="1203"/>
                </a:lnTo>
                <a:lnTo>
                  <a:pt x="449" y="1214"/>
                </a:lnTo>
                <a:lnTo>
                  <a:pt x="474" y="1224"/>
                </a:lnTo>
                <a:lnTo>
                  <a:pt x="499" y="1234"/>
                </a:lnTo>
                <a:lnTo>
                  <a:pt x="525" y="1243"/>
                </a:lnTo>
                <a:lnTo>
                  <a:pt x="551" y="1251"/>
                </a:lnTo>
                <a:lnTo>
                  <a:pt x="577" y="1259"/>
                </a:lnTo>
                <a:lnTo>
                  <a:pt x="604" y="1266"/>
                </a:lnTo>
                <a:lnTo>
                  <a:pt x="631" y="1273"/>
                </a:lnTo>
                <a:lnTo>
                  <a:pt x="658" y="1279"/>
                </a:lnTo>
                <a:lnTo>
                  <a:pt x="685" y="1284"/>
                </a:lnTo>
                <a:lnTo>
                  <a:pt x="713" y="1289"/>
                </a:lnTo>
                <a:lnTo>
                  <a:pt x="741" y="1293"/>
                </a:lnTo>
                <a:lnTo>
                  <a:pt x="769" y="1296"/>
                </a:lnTo>
                <a:lnTo>
                  <a:pt x="797" y="1299"/>
                </a:lnTo>
                <a:lnTo>
                  <a:pt x="826" y="1301"/>
                </a:lnTo>
                <a:lnTo>
                  <a:pt x="854" y="1303"/>
                </a:lnTo>
                <a:lnTo>
                  <a:pt x="882" y="1304"/>
                </a:lnTo>
                <a:lnTo>
                  <a:pt x="911" y="1304"/>
                </a:lnTo>
                <a:lnTo>
                  <a:pt x="939" y="1304"/>
                </a:lnTo>
                <a:lnTo>
                  <a:pt x="968" y="1303"/>
                </a:lnTo>
                <a:lnTo>
                  <a:pt x="996" y="1301"/>
                </a:lnTo>
                <a:lnTo>
                  <a:pt x="1025" y="1299"/>
                </a:lnTo>
                <a:lnTo>
                  <a:pt x="1053" y="1296"/>
                </a:lnTo>
                <a:lnTo>
                  <a:pt x="1081" y="1293"/>
                </a:lnTo>
                <a:lnTo>
                  <a:pt x="1109" y="1289"/>
                </a:lnTo>
                <a:lnTo>
                  <a:pt x="1137" y="1284"/>
                </a:lnTo>
                <a:lnTo>
                  <a:pt x="1164" y="1279"/>
                </a:lnTo>
                <a:lnTo>
                  <a:pt x="1191" y="1273"/>
                </a:lnTo>
                <a:lnTo>
                  <a:pt x="1218" y="1266"/>
                </a:lnTo>
                <a:lnTo>
                  <a:pt x="1245" y="1259"/>
                </a:lnTo>
                <a:lnTo>
                  <a:pt x="1271" y="1251"/>
                </a:lnTo>
                <a:lnTo>
                  <a:pt x="1298" y="1243"/>
                </a:lnTo>
                <a:lnTo>
                  <a:pt x="1324" y="1234"/>
                </a:lnTo>
                <a:lnTo>
                  <a:pt x="1349" y="1224"/>
                </a:lnTo>
                <a:lnTo>
                  <a:pt x="1374" y="1214"/>
                </a:lnTo>
                <a:lnTo>
                  <a:pt x="1398" y="1203"/>
                </a:lnTo>
                <a:lnTo>
                  <a:pt x="1422" y="1192"/>
                </a:lnTo>
                <a:lnTo>
                  <a:pt x="1445" y="1180"/>
                </a:lnTo>
                <a:lnTo>
                  <a:pt x="1468" y="1168"/>
                </a:lnTo>
                <a:lnTo>
                  <a:pt x="1490" y="1155"/>
                </a:lnTo>
                <a:lnTo>
                  <a:pt x="1512" y="1142"/>
                </a:lnTo>
                <a:lnTo>
                  <a:pt x="1533" y="1128"/>
                </a:lnTo>
                <a:lnTo>
                  <a:pt x="1554" y="1114"/>
                </a:lnTo>
                <a:lnTo>
                  <a:pt x="1573" y="1099"/>
                </a:lnTo>
                <a:lnTo>
                  <a:pt x="1593" y="1084"/>
                </a:lnTo>
                <a:lnTo>
                  <a:pt x="1611" y="1069"/>
                </a:lnTo>
                <a:lnTo>
                  <a:pt x="1629" y="1053"/>
                </a:lnTo>
                <a:lnTo>
                  <a:pt x="1646" y="1036"/>
                </a:lnTo>
                <a:lnTo>
                  <a:pt x="1662" y="1020"/>
                </a:lnTo>
                <a:lnTo>
                  <a:pt x="1678" y="1003"/>
                </a:lnTo>
                <a:lnTo>
                  <a:pt x="1693" y="985"/>
                </a:lnTo>
                <a:lnTo>
                  <a:pt x="1707" y="967"/>
                </a:lnTo>
                <a:lnTo>
                  <a:pt x="1720" y="948"/>
                </a:lnTo>
                <a:lnTo>
                  <a:pt x="1733" y="930"/>
                </a:lnTo>
                <a:lnTo>
                  <a:pt x="1745" y="911"/>
                </a:lnTo>
                <a:lnTo>
                  <a:pt x="1756" y="893"/>
                </a:lnTo>
                <a:lnTo>
                  <a:pt x="1766" y="874"/>
                </a:lnTo>
                <a:lnTo>
                  <a:pt x="1775" y="854"/>
                </a:lnTo>
                <a:lnTo>
                  <a:pt x="1783" y="835"/>
                </a:lnTo>
                <a:lnTo>
                  <a:pt x="1791" y="815"/>
                </a:lnTo>
                <a:lnTo>
                  <a:pt x="1798" y="795"/>
                </a:lnTo>
                <a:lnTo>
                  <a:pt x="1803" y="775"/>
                </a:lnTo>
                <a:lnTo>
                  <a:pt x="1808" y="755"/>
                </a:lnTo>
                <a:lnTo>
                  <a:pt x="1812" y="735"/>
                </a:lnTo>
                <a:lnTo>
                  <a:pt x="1815" y="714"/>
                </a:lnTo>
                <a:lnTo>
                  <a:pt x="1818" y="694"/>
                </a:lnTo>
                <a:lnTo>
                  <a:pt x="1819" y="674"/>
                </a:lnTo>
                <a:lnTo>
                  <a:pt x="1819" y="653"/>
                </a:lnTo>
                <a:moveTo>
                  <a:pt x="1823" y="653"/>
                </a:moveTo>
                <a:lnTo>
                  <a:pt x="1823" y="674"/>
                </a:lnTo>
                <a:lnTo>
                  <a:pt x="1821" y="694"/>
                </a:lnTo>
                <a:lnTo>
                  <a:pt x="1819" y="715"/>
                </a:lnTo>
                <a:lnTo>
                  <a:pt x="1816" y="735"/>
                </a:lnTo>
                <a:lnTo>
                  <a:pt x="1812" y="755"/>
                </a:lnTo>
                <a:lnTo>
                  <a:pt x="1807" y="776"/>
                </a:lnTo>
                <a:lnTo>
                  <a:pt x="1801" y="796"/>
                </a:lnTo>
                <a:lnTo>
                  <a:pt x="1795" y="816"/>
                </a:lnTo>
                <a:lnTo>
                  <a:pt x="1787" y="835"/>
                </a:lnTo>
                <a:lnTo>
                  <a:pt x="1779" y="855"/>
                </a:lnTo>
                <a:lnTo>
                  <a:pt x="1769" y="874"/>
                </a:lnTo>
                <a:lnTo>
                  <a:pt x="1759" y="894"/>
                </a:lnTo>
                <a:lnTo>
                  <a:pt x="1748" y="913"/>
                </a:lnTo>
                <a:lnTo>
                  <a:pt x="1737" y="931"/>
                </a:lnTo>
                <a:lnTo>
                  <a:pt x="1724" y="950"/>
                </a:lnTo>
                <a:lnTo>
                  <a:pt x="1711" y="969"/>
                </a:lnTo>
                <a:lnTo>
                  <a:pt x="1696" y="987"/>
                </a:lnTo>
                <a:lnTo>
                  <a:pt x="1681" y="1004"/>
                </a:lnTo>
                <a:lnTo>
                  <a:pt x="1666" y="1021"/>
                </a:lnTo>
                <a:lnTo>
                  <a:pt x="1649" y="1038"/>
                </a:lnTo>
                <a:lnTo>
                  <a:pt x="1632" y="1054"/>
                </a:lnTo>
                <a:lnTo>
                  <a:pt x="1614" y="1070"/>
                </a:lnTo>
                <a:lnTo>
                  <a:pt x="1596" y="1086"/>
                </a:lnTo>
                <a:lnTo>
                  <a:pt x="1576" y="1101"/>
                </a:lnTo>
                <a:lnTo>
                  <a:pt x="1556" y="1116"/>
                </a:lnTo>
                <a:lnTo>
                  <a:pt x="1536" y="1130"/>
                </a:lnTo>
                <a:lnTo>
                  <a:pt x="1515" y="1144"/>
                </a:lnTo>
                <a:lnTo>
                  <a:pt x="1493" y="1157"/>
                </a:lnTo>
                <a:lnTo>
                  <a:pt x="1470" y="1170"/>
                </a:lnTo>
                <a:lnTo>
                  <a:pt x="1448" y="1182"/>
                </a:lnTo>
                <a:lnTo>
                  <a:pt x="1424" y="1194"/>
                </a:lnTo>
                <a:lnTo>
                  <a:pt x="1400" y="1206"/>
                </a:lnTo>
                <a:lnTo>
                  <a:pt x="1376" y="1216"/>
                </a:lnTo>
                <a:lnTo>
                  <a:pt x="1351" y="1226"/>
                </a:lnTo>
                <a:lnTo>
                  <a:pt x="1326" y="1236"/>
                </a:lnTo>
                <a:lnTo>
                  <a:pt x="1300" y="1245"/>
                </a:lnTo>
                <a:lnTo>
                  <a:pt x="1273" y="1253"/>
                </a:lnTo>
                <a:lnTo>
                  <a:pt x="1246" y="1261"/>
                </a:lnTo>
                <a:lnTo>
                  <a:pt x="1220" y="1269"/>
                </a:lnTo>
                <a:lnTo>
                  <a:pt x="1193" y="1275"/>
                </a:lnTo>
                <a:lnTo>
                  <a:pt x="1165" y="1281"/>
                </a:lnTo>
                <a:lnTo>
                  <a:pt x="1138" y="1287"/>
                </a:lnTo>
                <a:lnTo>
                  <a:pt x="1110" y="1291"/>
                </a:lnTo>
                <a:lnTo>
                  <a:pt x="1082" y="1296"/>
                </a:lnTo>
                <a:lnTo>
                  <a:pt x="1054" y="1299"/>
                </a:lnTo>
                <a:lnTo>
                  <a:pt x="1025" y="1302"/>
                </a:lnTo>
                <a:lnTo>
                  <a:pt x="997" y="1304"/>
                </a:lnTo>
                <a:lnTo>
                  <a:pt x="968" y="1306"/>
                </a:lnTo>
                <a:lnTo>
                  <a:pt x="940" y="1307"/>
                </a:lnTo>
                <a:lnTo>
                  <a:pt x="911" y="1307"/>
                </a:lnTo>
                <a:lnTo>
                  <a:pt x="882" y="1307"/>
                </a:lnTo>
                <a:lnTo>
                  <a:pt x="854" y="1306"/>
                </a:lnTo>
                <a:lnTo>
                  <a:pt x="825" y="1304"/>
                </a:lnTo>
                <a:lnTo>
                  <a:pt x="797" y="1302"/>
                </a:lnTo>
                <a:lnTo>
                  <a:pt x="768" y="1299"/>
                </a:lnTo>
                <a:lnTo>
                  <a:pt x="740" y="1296"/>
                </a:lnTo>
                <a:lnTo>
                  <a:pt x="712" y="1291"/>
                </a:lnTo>
                <a:lnTo>
                  <a:pt x="684" y="1287"/>
                </a:lnTo>
                <a:lnTo>
                  <a:pt x="657" y="1281"/>
                </a:lnTo>
                <a:lnTo>
                  <a:pt x="629" y="1275"/>
                </a:lnTo>
                <a:lnTo>
                  <a:pt x="602" y="1269"/>
                </a:lnTo>
                <a:lnTo>
                  <a:pt x="575" y="1261"/>
                </a:lnTo>
                <a:lnTo>
                  <a:pt x="549" y="1253"/>
                </a:lnTo>
                <a:lnTo>
                  <a:pt x="523" y="1245"/>
                </a:lnTo>
                <a:lnTo>
                  <a:pt x="497" y="1236"/>
                </a:lnTo>
                <a:lnTo>
                  <a:pt x="472" y="1226"/>
                </a:lnTo>
                <a:lnTo>
                  <a:pt x="447" y="1216"/>
                </a:lnTo>
                <a:lnTo>
                  <a:pt x="423" y="1206"/>
                </a:lnTo>
                <a:lnTo>
                  <a:pt x="399" y="1194"/>
                </a:lnTo>
                <a:lnTo>
                  <a:pt x="375" y="1182"/>
                </a:lnTo>
                <a:lnTo>
                  <a:pt x="352" y="1170"/>
                </a:lnTo>
                <a:lnTo>
                  <a:pt x="330" y="1157"/>
                </a:lnTo>
                <a:lnTo>
                  <a:pt x="308" y="1144"/>
                </a:lnTo>
                <a:lnTo>
                  <a:pt x="287" y="1130"/>
                </a:lnTo>
                <a:lnTo>
                  <a:pt x="267" y="1116"/>
                </a:lnTo>
                <a:lnTo>
                  <a:pt x="247" y="1101"/>
                </a:lnTo>
                <a:lnTo>
                  <a:pt x="227" y="1086"/>
                </a:lnTo>
                <a:lnTo>
                  <a:pt x="209" y="1070"/>
                </a:lnTo>
                <a:lnTo>
                  <a:pt x="191" y="1054"/>
                </a:lnTo>
                <a:lnTo>
                  <a:pt x="174" y="1038"/>
                </a:lnTo>
                <a:lnTo>
                  <a:pt x="157" y="1021"/>
                </a:lnTo>
                <a:lnTo>
                  <a:pt x="142" y="1004"/>
                </a:lnTo>
                <a:lnTo>
                  <a:pt x="127" y="987"/>
                </a:lnTo>
                <a:lnTo>
                  <a:pt x="112" y="969"/>
                </a:lnTo>
                <a:lnTo>
                  <a:pt x="99" y="950"/>
                </a:lnTo>
                <a:lnTo>
                  <a:pt x="86" y="931"/>
                </a:lnTo>
                <a:lnTo>
                  <a:pt x="75" y="913"/>
                </a:lnTo>
                <a:lnTo>
                  <a:pt x="64" y="894"/>
                </a:lnTo>
                <a:lnTo>
                  <a:pt x="54" y="874"/>
                </a:lnTo>
                <a:lnTo>
                  <a:pt x="44" y="855"/>
                </a:lnTo>
                <a:lnTo>
                  <a:pt x="36" y="835"/>
                </a:lnTo>
                <a:lnTo>
                  <a:pt x="28" y="816"/>
                </a:lnTo>
                <a:lnTo>
                  <a:pt x="22" y="796"/>
                </a:lnTo>
                <a:lnTo>
                  <a:pt x="16" y="776"/>
                </a:lnTo>
                <a:lnTo>
                  <a:pt x="11" y="755"/>
                </a:lnTo>
                <a:lnTo>
                  <a:pt x="7" y="735"/>
                </a:lnTo>
                <a:lnTo>
                  <a:pt x="4" y="715"/>
                </a:lnTo>
                <a:lnTo>
                  <a:pt x="1" y="694"/>
                </a:lnTo>
                <a:lnTo>
                  <a:pt x="0" y="674"/>
                </a:lnTo>
                <a:lnTo>
                  <a:pt x="0" y="653"/>
                </a:lnTo>
                <a:lnTo>
                  <a:pt x="0" y="633"/>
                </a:lnTo>
                <a:lnTo>
                  <a:pt x="1" y="612"/>
                </a:lnTo>
                <a:lnTo>
                  <a:pt x="4" y="592"/>
                </a:lnTo>
                <a:lnTo>
                  <a:pt x="7" y="571"/>
                </a:lnTo>
                <a:lnTo>
                  <a:pt x="11" y="551"/>
                </a:lnTo>
                <a:lnTo>
                  <a:pt x="16" y="531"/>
                </a:lnTo>
                <a:lnTo>
                  <a:pt x="22" y="511"/>
                </a:lnTo>
                <a:lnTo>
                  <a:pt x="28" y="491"/>
                </a:lnTo>
                <a:lnTo>
                  <a:pt x="36" y="471"/>
                </a:lnTo>
                <a:lnTo>
                  <a:pt x="44" y="452"/>
                </a:lnTo>
                <a:lnTo>
                  <a:pt x="54" y="432"/>
                </a:lnTo>
                <a:lnTo>
                  <a:pt x="64" y="413"/>
                </a:lnTo>
                <a:lnTo>
                  <a:pt x="75" y="394"/>
                </a:lnTo>
                <a:lnTo>
                  <a:pt x="86" y="375"/>
                </a:lnTo>
                <a:lnTo>
                  <a:pt x="99" y="357"/>
                </a:lnTo>
                <a:lnTo>
                  <a:pt x="112" y="339"/>
                </a:lnTo>
                <a:lnTo>
                  <a:pt x="127" y="321"/>
                </a:lnTo>
                <a:lnTo>
                  <a:pt x="142" y="303"/>
                </a:lnTo>
                <a:lnTo>
                  <a:pt x="157" y="286"/>
                </a:lnTo>
                <a:lnTo>
                  <a:pt x="174" y="270"/>
                </a:lnTo>
                <a:lnTo>
                  <a:pt x="191" y="253"/>
                </a:lnTo>
                <a:lnTo>
                  <a:pt x="209" y="237"/>
                </a:lnTo>
                <a:lnTo>
                  <a:pt x="227" y="222"/>
                </a:lnTo>
                <a:lnTo>
                  <a:pt x="247" y="206"/>
                </a:lnTo>
                <a:lnTo>
                  <a:pt x="267" y="192"/>
                </a:lnTo>
                <a:lnTo>
                  <a:pt x="287" y="177"/>
                </a:lnTo>
                <a:lnTo>
                  <a:pt x="308" y="164"/>
                </a:lnTo>
                <a:lnTo>
                  <a:pt x="330" y="150"/>
                </a:lnTo>
                <a:lnTo>
                  <a:pt x="352" y="137"/>
                </a:lnTo>
                <a:lnTo>
                  <a:pt x="375" y="125"/>
                </a:lnTo>
                <a:lnTo>
                  <a:pt x="399" y="113"/>
                </a:lnTo>
                <a:lnTo>
                  <a:pt x="423" y="102"/>
                </a:lnTo>
                <a:lnTo>
                  <a:pt x="447" y="91"/>
                </a:lnTo>
                <a:lnTo>
                  <a:pt x="472" y="81"/>
                </a:lnTo>
                <a:lnTo>
                  <a:pt x="497" y="72"/>
                </a:lnTo>
                <a:lnTo>
                  <a:pt x="523" y="63"/>
                </a:lnTo>
                <a:lnTo>
                  <a:pt x="549" y="54"/>
                </a:lnTo>
                <a:lnTo>
                  <a:pt x="575" y="46"/>
                </a:lnTo>
                <a:lnTo>
                  <a:pt x="602" y="39"/>
                </a:lnTo>
                <a:lnTo>
                  <a:pt x="629" y="32"/>
                </a:lnTo>
                <a:lnTo>
                  <a:pt x="657" y="26"/>
                </a:lnTo>
                <a:lnTo>
                  <a:pt x="684" y="21"/>
                </a:lnTo>
                <a:lnTo>
                  <a:pt x="712" y="16"/>
                </a:lnTo>
                <a:lnTo>
                  <a:pt x="740" y="12"/>
                </a:lnTo>
                <a:lnTo>
                  <a:pt x="768" y="8"/>
                </a:lnTo>
                <a:lnTo>
                  <a:pt x="797" y="6"/>
                </a:lnTo>
                <a:lnTo>
                  <a:pt x="825" y="3"/>
                </a:lnTo>
                <a:lnTo>
                  <a:pt x="854" y="2"/>
                </a:lnTo>
                <a:lnTo>
                  <a:pt x="882" y="1"/>
                </a:lnTo>
                <a:lnTo>
                  <a:pt x="911" y="0"/>
                </a:lnTo>
                <a:lnTo>
                  <a:pt x="940" y="1"/>
                </a:lnTo>
                <a:lnTo>
                  <a:pt x="968" y="2"/>
                </a:lnTo>
                <a:lnTo>
                  <a:pt x="997" y="3"/>
                </a:lnTo>
                <a:lnTo>
                  <a:pt x="1025" y="6"/>
                </a:lnTo>
                <a:lnTo>
                  <a:pt x="1054" y="8"/>
                </a:lnTo>
                <a:lnTo>
                  <a:pt x="1082" y="12"/>
                </a:lnTo>
                <a:lnTo>
                  <a:pt x="1110" y="16"/>
                </a:lnTo>
                <a:lnTo>
                  <a:pt x="1138" y="21"/>
                </a:lnTo>
                <a:lnTo>
                  <a:pt x="1165" y="26"/>
                </a:lnTo>
                <a:lnTo>
                  <a:pt x="1193" y="32"/>
                </a:lnTo>
                <a:lnTo>
                  <a:pt x="1220" y="39"/>
                </a:lnTo>
                <a:lnTo>
                  <a:pt x="1246" y="46"/>
                </a:lnTo>
                <a:lnTo>
                  <a:pt x="1273" y="54"/>
                </a:lnTo>
                <a:lnTo>
                  <a:pt x="1300" y="63"/>
                </a:lnTo>
                <a:lnTo>
                  <a:pt x="1326" y="72"/>
                </a:lnTo>
                <a:lnTo>
                  <a:pt x="1351" y="81"/>
                </a:lnTo>
                <a:lnTo>
                  <a:pt x="1376" y="91"/>
                </a:lnTo>
                <a:lnTo>
                  <a:pt x="1400" y="102"/>
                </a:lnTo>
                <a:lnTo>
                  <a:pt x="1424" y="113"/>
                </a:lnTo>
                <a:lnTo>
                  <a:pt x="1448" y="125"/>
                </a:lnTo>
                <a:lnTo>
                  <a:pt x="1470" y="137"/>
                </a:lnTo>
                <a:lnTo>
                  <a:pt x="1493" y="150"/>
                </a:lnTo>
                <a:lnTo>
                  <a:pt x="1515" y="164"/>
                </a:lnTo>
                <a:lnTo>
                  <a:pt x="1536" y="177"/>
                </a:lnTo>
                <a:lnTo>
                  <a:pt x="1556" y="192"/>
                </a:lnTo>
                <a:lnTo>
                  <a:pt x="1576" y="206"/>
                </a:lnTo>
                <a:lnTo>
                  <a:pt x="1596" y="222"/>
                </a:lnTo>
                <a:lnTo>
                  <a:pt x="1614" y="237"/>
                </a:lnTo>
                <a:lnTo>
                  <a:pt x="1632" y="253"/>
                </a:lnTo>
                <a:lnTo>
                  <a:pt x="1649" y="270"/>
                </a:lnTo>
                <a:lnTo>
                  <a:pt x="1666" y="286"/>
                </a:lnTo>
                <a:lnTo>
                  <a:pt x="1681" y="303"/>
                </a:lnTo>
                <a:lnTo>
                  <a:pt x="1696" y="321"/>
                </a:lnTo>
                <a:lnTo>
                  <a:pt x="1711" y="339"/>
                </a:lnTo>
                <a:lnTo>
                  <a:pt x="1724" y="357"/>
                </a:lnTo>
                <a:lnTo>
                  <a:pt x="1737" y="375"/>
                </a:lnTo>
                <a:lnTo>
                  <a:pt x="1748" y="394"/>
                </a:lnTo>
                <a:lnTo>
                  <a:pt x="1759" y="413"/>
                </a:lnTo>
                <a:lnTo>
                  <a:pt x="1769" y="432"/>
                </a:lnTo>
                <a:lnTo>
                  <a:pt x="1779" y="452"/>
                </a:lnTo>
                <a:lnTo>
                  <a:pt x="1787" y="471"/>
                </a:lnTo>
                <a:lnTo>
                  <a:pt x="1795" y="491"/>
                </a:lnTo>
                <a:lnTo>
                  <a:pt x="1801" y="511"/>
                </a:lnTo>
                <a:lnTo>
                  <a:pt x="1807" y="531"/>
                </a:lnTo>
                <a:lnTo>
                  <a:pt x="1812" y="551"/>
                </a:lnTo>
                <a:lnTo>
                  <a:pt x="1816" y="571"/>
                </a:lnTo>
                <a:lnTo>
                  <a:pt x="1819" y="592"/>
                </a:lnTo>
                <a:lnTo>
                  <a:pt x="1821" y="612"/>
                </a:lnTo>
                <a:lnTo>
                  <a:pt x="1823" y="633"/>
                </a:lnTo>
                <a:lnTo>
                  <a:pt x="1823" y="653"/>
                </a:lnTo>
                <a:close/>
              </a:path>
            </a:pathLst>
          </a:custGeom>
          <a:solidFill>
            <a:srgbClr val="ff9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0" name=""/>
          <p:cNvSpPr/>
          <p:nvPr/>
        </p:nvSpPr>
        <p:spPr>
          <a:xfrm>
            <a:off x="7733160" y="2708280"/>
            <a:ext cx="659160" cy="472320"/>
          </a:xfrm>
          <a:custGeom>
            <a:avLst/>
            <a:gdLst/>
            <a:ahLst/>
            <a:rect l="0" t="0" r="r" b="b"/>
            <a:pathLst>
              <a:path w="1831" h="1312">
                <a:moveTo>
                  <a:pt x="1827" y="655"/>
                </a:moveTo>
                <a:lnTo>
                  <a:pt x="1827" y="635"/>
                </a:lnTo>
                <a:lnTo>
                  <a:pt x="1825" y="614"/>
                </a:lnTo>
                <a:lnTo>
                  <a:pt x="1823" y="594"/>
                </a:lnTo>
                <a:lnTo>
                  <a:pt x="1820" y="573"/>
                </a:lnTo>
                <a:lnTo>
                  <a:pt x="1816" y="553"/>
                </a:lnTo>
                <a:lnTo>
                  <a:pt x="1811" y="533"/>
                </a:lnTo>
                <a:lnTo>
                  <a:pt x="1805" y="513"/>
                </a:lnTo>
                <a:lnTo>
                  <a:pt x="1799" y="493"/>
                </a:lnTo>
                <a:lnTo>
                  <a:pt x="1791" y="473"/>
                </a:lnTo>
                <a:lnTo>
                  <a:pt x="1783" y="454"/>
                </a:lnTo>
                <a:lnTo>
                  <a:pt x="1773" y="434"/>
                </a:lnTo>
                <a:lnTo>
                  <a:pt x="1763" y="415"/>
                </a:lnTo>
                <a:lnTo>
                  <a:pt x="1752" y="396"/>
                </a:lnTo>
                <a:lnTo>
                  <a:pt x="1741" y="377"/>
                </a:lnTo>
                <a:lnTo>
                  <a:pt x="1728" y="359"/>
                </a:lnTo>
                <a:lnTo>
                  <a:pt x="1715" y="341"/>
                </a:lnTo>
                <a:lnTo>
                  <a:pt x="1700" y="323"/>
                </a:lnTo>
                <a:lnTo>
                  <a:pt x="1685" y="305"/>
                </a:lnTo>
                <a:lnTo>
                  <a:pt x="1670" y="288"/>
                </a:lnTo>
                <a:lnTo>
                  <a:pt x="1653" y="272"/>
                </a:lnTo>
                <a:lnTo>
                  <a:pt x="1636" y="255"/>
                </a:lnTo>
                <a:lnTo>
                  <a:pt x="1618" y="239"/>
                </a:lnTo>
                <a:lnTo>
                  <a:pt x="1600" y="224"/>
                </a:lnTo>
                <a:lnTo>
                  <a:pt x="1580" y="208"/>
                </a:lnTo>
                <a:lnTo>
                  <a:pt x="1560" y="194"/>
                </a:lnTo>
                <a:lnTo>
                  <a:pt x="1540" y="179"/>
                </a:lnTo>
                <a:lnTo>
                  <a:pt x="1519" y="166"/>
                </a:lnTo>
                <a:lnTo>
                  <a:pt x="1497" y="152"/>
                </a:lnTo>
                <a:lnTo>
                  <a:pt x="1474" y="139"/>
                </a:lnTo>
                <a:lnTo>
                  <a:pt x="1452" y="127"/>
                </a:lnTo>
                <a:lnTo>
                  <a:pt x="1428" y="115"/>
                </a:lnTo>
                <a:lnTo>
                  <a:pt x="1404" y="104"/>
                </a:lnTo>
                <a:lnTo>
                  <a:pt x="1379" y="93"/>
                </a:lnTo>
                <a:lnTo>
                  <a:pt x="1354" y="83"/>
                </a:lnTo>
                <a:lnTo>
                  <a:pt x="1329" y="74"/>
                </a:lnTo>
                <a:lnTo>
                  <a:pt x="1303" y="65"/>
                </a:lnTo>
                <a:lnTo>
                  <a:pt x="1277" y="56"/>
                </a:lnTo>
                <a:lnTo>
                  <a:pt x="1250" y="48"/>
                </a:lnTo>
                <a:lnTo>
                  <a:pt x="1224" y="41"/>
                </a:lnTo>
                <a:lnTo>
                  <a:pt x="1197" y="34"/>
                </a:lnTo>
                <a:lnTo>
                  <a:pt x="1169" y="28"/>
                </a:lnTo>
                <a:lnTo>
                  <a:pt x="1142" y="23"/>
                </a:lnTo>
                <a:lnTo>
                  <a:pt x="1114" y="18"/>
                </a:lnTo>
                <a:lnTo>
                  <a:pt x="1086" y="14"/>
                </a:lnTo>
                <a:lnTo>
                  <a:pt x="1058" y="10"/>
                </a:lnTo>
                <a:lnTo>
                  <a:pt x="1029" y="8"/>
                </a:lnTo>
                <a:lnTo>
                  <a:pt x="1001" y="5"/>
                </a:lnTo>
                <a:lnTo>
                  <a:pt x="972" y="4"/>
                </a:lnTo>
                <a:lnTo>
                  <a:pt x="944" y="3"/>
                </a:lnTo>
                <a:lnTo>
                  <a:pt x="915" y="2"/>
                </a:lnTo>
                <a:lnTo>
                  <a:pt x="886" y="3"/>
                </a:lnTo>
                <a:lnTo>
                  <a:pt x="858" y="4"/>
                </a:lnTo>
                <a:lnTo>
                  <a:pt x="829" y="5"/>
                </a:lnTo>
                <a:lnTo>
                  <a:pt x="801" y="8"/>
                </a:lnTo>
                <a:lnTo>
                  <a:pt x="772" y="10"/>
                </a:lnTo>
                <a:lnTo>
                  <a:pt x="744" y="14"/>
                </a:lnTo>
                <a:lnTo>
                  <a:pt x="716" y="18"/>
                </a:lnTo>
                <a:lnTo>
                  <a:pt x="688" y="23"/>
                </a:lnTo>
                <a:lnTo>
                  <a:pt x="661" y="28"/>
                </a:lnTo>
                <a:lnTo>
                  <a:pt x="633" y="34"/>
                </a:lnTo>
                <a:lnTo>
                  <a:pt x="606" y="41"/>
                </a:lnTo>
                <a:lnTo>
                  <a:pt x="579" y="48"/>
                </a:lnTo>
                <a:lnTo>
                  <a:pt x="553" y="56"/>
                </a:lnTo>
                <a:lnTo>
                  <a:pt x="527" y="65"/>
                </a:lnTo>
                <a:lnTo>
                  <a:pt x="501" y="74"/>
                </a:lnTo>
                <a:lnTo>
                  <a:pt x="476" y="83"/>
                </a:lnTo>
                <a:lnTo>
                  <a:pt x="451" y="93"/>
                </a:lnTo>
                <a:lnTo>
                  <a:pt x="427" y="104"/>
                </a:lnTo>
                <a:lnTo>
                  <a:pt x="403" y="115"/>
                </a:lnTo>
                <a:lnTo>
                  <a:pt x="379" y="127"/>
                </a:lnTo>
                <a:lnTo>
                  <a:pt x="356" y="139"/>
                </a:lnTo>
                <a:lnTo>
                  <a:pt x="334" y="152"/>
                </a:lnTo>
                <a:lnTo>
                  <a:pt x="312" y="166"/>
                </a:lnTo>
                <a:lnTo>
                  <a:pt x="291" y="179"/>
                </a:lnTo>
                <a:lnTo>
                  <a:pt x="271" y="194"/>
                </a:lnTo>
                <a:lnTo>
                  <a:pt x="251" y="208"/>
                </a:lnTo>
                <a:lnTo>
                  <a:pt x="231" y="224"/>
                </a:lnTo>
                <a:lnTo>
                  <a:pt x="213" y="239"/>
                </a:lnTo>
                <a:lnTo>
                  <a:pt x="195" y="255"/>
                </a:lnTo>
                <a:lnTo>
                  <a:pt x="178" y="272"/>
                </a:lnTo>
                <a:lnTo>
                  <a:pt x="161" y="288"/>
                </a:lnTo>
                <a:lnTo>
                  <a:pt x="146" y="305"/>
                </a:lnTo>
                <a:lnTo>
                  <a:pt x="131" y="323"/>
                </a:lnTo>
                <a:lnTo>
                  <a:pt x="116" y="341"/>
                </a:lnTo>
                <a:lnTo>
                  <a:pt x="103" y="359"/>
                </a:lnTo>
                <a:lnTo>
                  <a:pt x="90" y="377"/>
                </a:lnTo>
                <a:lnTo>
                  <a:pt x="79" y="396"/>
                </a:lnTo>
                <a:lnTo>
                  <a:pt x="68" y="415"/>
                </a:lnTo>
                <a:lnTo>
                  <a:pt x="58" y="434"/>
                </a:lnTo>
                <a:lnTo>
                  <a:pt x="48" y="454"/>
                </a:lnTo>
                <a:lnTo>
                  <a:pt x="40" y="473"/>
                </a:lnTo>
                <a:lnTo>
                  <a:pt x="32" y="493"/>
                </a:lnTo>
                <a:lnTo>
                  <a:pt x="26" y="513"/>
                </a:lnTo>
                <a:lnTo>
                  <a:pt x="20" y="533"/>
                </a:lnTo>
                <a:lnTo>
                  <a:pt x="15" y="553"/>
                </a:lnTo>
                <a:lnTo>
                  <a:pt x="11" y="573"/>
                </a:lnTo>
                <a:lnTo>
                  <a:pt x="8" y="594"/>
                </a:lnTo>
                <a:lnTo>
                  <a:pt x="5" y="614"/>
                </a:lnTo>
                <a:lnTo>
                  <a:pt x="4" y="635"/>
                </a:lnTo>
                <a:lnTo>
                  <a:pt x="4" y="655"/>
                </a:lnTo>
                <a:lnTo>
                  <a:pt x="4" y="676"/>
                </a:lnTo>
                <a:lnTo>
                  <a:pt x="5" y="696"/>
                </a:lnTo>
                <a:lnTo>
                  <a:pt x="8" y="717"/>
                </a:lnTo>
                <a:lnTo>
                  <a:pt x="11" y="737"/>
                </a:lnTo>
                <a:lnTo>
                  <a:pt x="15" y="757"/>
                </a:lnTo>
                <a:lnTo>
                  <a:pt x="20" y="778"/>
                </a:lnTo>
                <a:lnTo>
                  <a:pt x="26" y="798"/>
                </a:lnTo>
                <a:lnTo>
                  <a:pt x="32" y="818"/>
                </a:lnTo>
                <a:lnTo>
                  <a:pt x="40" y="837"/>
                </a:lnTo>
                <a:lnTo>
                  <a:pt x="48" y="857"/>
                </a:lnTo>
                <a:lnTo>
                  <a:pt x="58" y="876"/>
                </a:lnTo>
                <a:lnTo>
                  <a:pt x="68" y="896"/>
                </a:lnTo>
                <a:lnTo>
                  <a:pt x="79" y="915"/>
                </a:lnTo>
                <a:lnTo>
                  <a:pt x="90" y="933"/>
                </a:lnTo>
                <a:lnTo>
                  <a:pt x="103" y="952"/>
                </a:lnTo>
                <a:lnTo>
                  <a:pt x="116" y="970"/>
                </a:lnTo>
                <a:lnTo>
                  <a:pt x="131" y="988"/>
                </a:lnTo>
                <a:lnTo>
                  <a:pt x="146" y="1006"/>
                </a:lnTo>
                <a:lnTo>
                  <a:pt x="161" y="1023"/>
                </a:lnTo>
                <a:lnTo>
                  <a:pt x="178" y="1040"/>
                </a:lnTo>
                <a:lnTo>
                  <a:pt x="195" y="1056"/>
                </a:lnTo>
                <a:lnTo>
                  <a:pt x="213" y="1072"/>
                </a:lnTo>
                <a:lnTo>
                  <a:pt x="231" y="1088"/>
                </a:lnTo>
                <a:lnTo>
                  <a:pt x="251" y="1103"/>
                </a:lnTo>
                <a:lnTo>
                  <a:pt x="271" y="1118"/>
                </a:lnTo>
                <a:lnTo>
                  <a:pt x="291" y="1132"/>
                </a:lnTo>
                <a:lnTo>
                  <a:pt x="312" y="1146"/>
                </a:lnTo>
                <a:lnTo>
                  <a:pt x="334" y="1159"/>
                </a:lnTo>
                <a:lnTo>
                  <a:pt x="356" y="1172"/>
                </a:lnTo>
                <a:lnTo>
                  <a:pt x="379" y="1184"/>
                </a:lnTo>
                <a:lnTo>
                  <a:pt x="403" y="1196"/>
                </a:lnTo>
                <a:lnTo>
                  <a:pt x="427" y="1208"/>
                </a:lnTo>
                <a:lnTo>
                  <a:pt x="451" y="1218"/>
                </a:lnTo>
                <a:lnTo>
                  <a:pt x="476" y="1228"/>
                </a:lnTo>
                <a:lnTo>
                  <a:pt x="501" y="1238"/>
                </a:lnTo>
                <a:lnTo>
                  <a:pt x="527" y="1247"/>
                </a:lnTo>
                <a:lnTo>
                  <a:pt x="553" y="1255"/>
                </a:lnTo>
                <a:lnTo>
                  <a:pt x="579" y="1263"/>
                </a:lnTo>
                <a:lnTo>
                  <a:pt x="606" y="1271"/>
                </a:lnTo>
                <a:lnTo>
                  <a:pt x="633" y="1277"/>
                </a:lnTo>
                <a:lnTo>
                  <a:pt x="661" y="1283"/>
                </a:lnTo>
                <a:lnTo>
                  <a:pt x="688" y="1289"/>
                </a:lnTo>
                <a:lnTo>
                  <a:pt x="716" y="1293"/>
                </a:lnTo>
                <a:lnTo>
                  <a:pt x="744" y="1298"/>
                </a:lnTo>
                <a:lnTo>
                  <a:pt x="772" y="1301"/>
                </a:lnTo>
                <a:lnTo>
                  <a:pt x="801" y="1304"/>
                </a:lnTo>
                <a:lnTo>
                  <a:pt x="829" y="1306"/>
                </a:lnTo>
                <a:lnTo>
                  <a:pt x="858" y="1308"/>
                </a:lnTo>
                <a:lnTo>
                  <a:pt x="886" y="1309"/>
                </a:lnTo>
                <a:lnTo>
                  <a:pt x="915" y="1309"/>
                </a:lnTo>
                <a:lnTo>
                  <a:pt x="944" y="1309"/>
                </a:lnTo>
                <a:lnTo>
                  <a:pt x="972" y="1308"/>
                </a:lnTo>
                <a:lnTo>
                  <a:pt x="1001" y="1306"/>
                </a:lnTo>
                <a:lnTo>
                  <a:pt x="1029" y="1304"/>
                </a:lnTo>
                <a:lnTo>
                  <a:pt x="1058" y="1301"/>
                </a:lnTo>
                <a:lnTo>
                  <a:pt x="1086" y="1298"/>
                </a:lnTo>
                <a:lnTo>
                  <a:pt x="1114" y="1293"/>
                </a:lnTo>
                <a:lnTo>
                  <a:pt x="1142" y="1289"/>
                </a:lnTo>
                <a:lnTo>
                  <a:pt x="1169" y="1283"/>
                </a:lnTo>
                <a:lnTo>
                  <a:pt x="1197" y="1277"/>
                </a:lnTo>
                <a:lnTo>
                  <a:pt x="1224" y="1271"/>
                </a:lnTo>
                <a:lnTo>
                  <a:pt x="1250" y="1263"/>
                </a:lnTo>
                <a:lnTo>
                  <a:pt x="1277" y="1255"/>
                </a:lnTo>
                <a:lnTo>
                  <a:pt x="1303" y="1247"/>
                </a:lnTo>
                <a:lnTo>
                  <a:pt x="1329" y="1238"/>
                </a:lnTo>
                <a:lnTo>
                  <a:pt x="1354" y="1228"/>
                </a:lnTo>
                <a:lnTo>
                  <a:pt x="1379" y="1218"/>
                </a:lnTo>
                <a:lnTo>
                  <a:pt x="1404" y="1208"/>
                </a:lnTo>
                <a:lnTo>
                  <a:pt x="1428" y="1196"/>
                </a:lnTo>
                <a:lnTo>
                  <a:pt x="1452" y="1184"/>
                </a:lnTo>
                <a:lnTo>
                  <a:pt x="1474" y="1172"/>
                </a:lnTo>
                <a:lnTo>
                  <a:pt x="1497" y="1159"/>
                </a:lnTo>
                <a:lnTo>
                  <a:pt x="1519" y="1146"/>
                </a:lnTo>
                <a:lnTo>
                  <a:pt x="1540" y="1132"/>
                </a:lnTo>
                <a:lnTo>
                  <a:pt x="1560" y="1118"/>
                </a:lnTo>
                <a:lnTo>
                  <a:pt x="1580" y="1103"/>
                </a:lnTo>
                <a:lnTo>
                  <a:pt x="1600" y="1088"/>
                </a:lnTo>
                <a:lnTo>
                  <a:pt x="1618" y="1072"/>
                </a:lnTo>
                <a:lnTo>
                  <a:pt x="1636" y="1056"/>
                </a:lnTo>
                <a:lnTo>
                  <a:pt x="1653" y="1040"/>
                </a:lnTo>
                <a:lnTo>
                  <a:pt x="1670" y="1023"/>
                </a:lnTo>
                <a:lnTo>
                  <a:pt x="1685" y="1006"/>
                </a:lnTo>
                <a:lnTo>
                  <a:pt x="1700" y="988"/>
                </a:lnTo>
                <a:lnTo>
                  <a:pt x="1715" y="970"/>
                </a:lnTo>
                <a:lnTo>
                  <a:pt x="1728" y="952"/>
                </a:lnTo>
                <a:lnTo>
                  <a:pt x="1741" y="933"/>
                </a:lnTo>
                <a:lnTo>
                  <a:pt x="1752" y="915"/>
                </a:lnTo>
                <a:lnTo>
                  <a:pt x="1763" y="896"/>
                </a:lnTo>
                <a:lnTo>
                  <a:pt x="1773" y="876"/>
                </a:lnTo>
                <a:lnTo>
                  <a:pt x="1783" y="857"/>
                </a:lnTo>
                <a:lnTo>
                  <a:pt x="1791" y="837"/>
                </a:lnTo>
                <a:lnTo>
                  <a:pt x="1799" y="818"/>
                </a:lnTo>
                <a:lnTo>
                  <a:pt x="1805" y="798"/>
                </a:lnTo>
                <a:lnTo>
                  <a:pt x="1811" y="778"/>
                </a:lnTo>
                <a:lnTo>
                  <a:pt x="1816" y="757"/>
                </a:lnTo>
                <a:lnTo>
                  <a:pt x="1820" y="737"/>
                </a:lnTo>
                <a:lnTo>
                  <a:pt x="1823" y="717"/>
                </a:lnTo>
                <a:lnTo>
                  <a:pt x="1825" y="696"/>
                </a:lnTo>
                <a:lnTo>
                  <a:pt x="1827" y="676"/>
                </a:lnTo>
                <a:lnTo>
                  <a:pt x="1827" y="655"/>
                </a:lnTo>
                <a:moveTo>
                  <a:pt x="1831" y="655"/>
                </a:moveTo>
                <a:lnTo>
                  <a:pt x="1831" y="676"/>
                </a:lnTo>
                <a:lnTo>
                  <a:pt x="1829" y="696"/>
                </a:lnTo>
                <a:lnTo>
                  <a:pt x="1827" y="717"/>
                </a:lnTo>
                <a:lnTo>
                  <a:pt x="1824" y="737"/>
                </a:lnTo>
                <a:lnTo>
                  <a:pt x="1820" y="758"/>
                </a:lnTo>
                <a:lnTo>
                  <a:pt x="1815" y="778"/>
                </a:lnTo>
                <a:lnTo>
                  <a:pt x="1809" y="798"/>
                </a:lnTo>
                <a:lnTo>
                  <a:pt x="1802" y="818"/>
                </a:lnTo>
                <a:lnTo>
                  <a:pt x="1795" y="838"/>
                </a:lnTo>
                <a:lnTo>
                  <a:pt x="1786" y="858"/>
                </a:lnTo>
                <a:lnTo>
                  <a:pt x="1777" y="877"/>
                </a:lnTo>
                <a:lnTo>
                  <a:pt x="1767" y="897"/>
                </a:lnTo>
                <a:lnTo>
                  <a:pt x="1756" y="916"/>
                </a:lnTo>
                <a:lnTo>
                  <a:pt x="1744" y="934"/>
                </a:lnTo>
                <a:lnTo>
                  <a:pt x="1731" y="953"/>
                </a:lnTo>
                <a:lnTo>
                  <a:pt x="1718" y="971"/>
                </a:lnTo>
                <a:lnTo>
                  <a:pt x="1704" y="989"/>
                </a:lnTo>
                <a:lnTo>
                  <a:pt x="1689" y="1008"/>
                </a:lnTo>
                <a:lnTo>
                  <a:pt x="1673" y="1025"/>
                </a:lnTo>
                <a:lnTo>
                  <a:pt x="1656" y="1042"/>
                </a:lnTo>
                <a:lnTo>
                  <a:pt x="1639" y="1058"/>
                </a:lnTo>
                <a:lnTo>
                  <a:pt x="1621" y="1074"/>
                </a:lnTo>
                <a:lnTo>
                  <a:pt x="1602" y="1090"/>
                </a:lnTo>
                <a:lnTo>
                  <a:pt x="1583" y="1105"/>
                </a:lnTo>
                <a:lnTo>
                  <a:pt x="1563" y="1120"/>
                </a:lnTo>
                <a:lnTo>
                  <a:pt x="1542" y="1134"/>
                </a:lnTo>
                <a:lnTo>
                  <a:pt x="1521" y="1148"/>
                </a:lnTo>
                <a:lnTo>
                  <a:pt x="1499" y="1161"/>
                </a:lnTo>
                <a:lnTo>
                  <a:pt x="1477" y="1174"/>
                </a:lnTo>
                <a:lnTo>
                  <a:pt x="1454" y="1187"/>
                </a:lnTo>
                <a:lnTo>
                  <a:pt x="1430" y="1199"/>
                </a:lnTo>
                <a:lnTo>
                  <a:pt x="1406" y="1210"/>
                </a:lnTo>
                <a:lnTo>
                  <a:pt x="1381" y="1221"/>
                </a:lnTo>
                <a:lnTo>
                  <a:pt x="1356" y="1231"/>
                </a:lnTo>
                <a:lnTo>
                  <a:pt x="1330" y="1240"/>
                </a:lnTo>
                <a:lnTo>
                  <a:pt x="1305" y="1250"/>
                </a:lnTo>
                <a:lnTo>
                  <a:pt x="1278" y="1258"/>
                </a:lnTo>
                <a:lnTo>
                  <a:pt x="1252" y="1266"/>
                </a:lnTo>
                <a:lnTo>
                  <a:pt x="1225" y="1273"/>
                </a:lnTo>
                <a:lnTo>
                  <a:pt x="1198" y="1280"/>
                </a:lnTo>
                <a:lnTo>
                  <a:pt x="1170" y="1286"/>
                </a:lnTo>
                <a:lnTo>
                  <a:pt x="1143" y="1291"/>
                </a:lnTo>
                <a:lnTo>
                  <a:pt x="1115" y="1296"/>
                </a:lnTo>
                <a:lnTo>
                  <a:pt x="1086" y="1300"/>
                </a:lnTo>
                <a:lnTo>
                  <a:pt x="1058" y="1304"/>
                </a:lnTo>
                <a:lnTo>
                  <a:pt x="1030" y="1307"/>
                </a:lnTo>
                <a:lnTo>
                  <a:pt x="1001" y="1309"/>
                </a:lnTo>
                <a:lnTo>
                  <a:pt x="972" y="1311"/>
                </a:lnTo>
                <a:lnTo>
                  <a:pt x="944" y="1312"/>
                </a:lnTo>
                <a:lnTo>
                  <a:pt x="915" y="1312"/>
                </a:lnTo>
                <a:lnTo>
                  <a:pt x="886" y="1312"/>
                </a:lnTo>
                <a:lnTo>
                  <a:pt x="857" y="1311"/>
                </a:lnTo>
                <a:lnTo>
                  <a:pt x="829" y="1309"/>
                </a:lnTo>
                <a:lnTo>
                  <a:pt x="800" y="1307"/>
                </a:lnTo>
                <a:lnTo>
                  <a:pt x="772" y="1304"/>
                </a:lnTo>
                <a:lnTo>
                  <a:pt x="743" y="1300"/>
                </a:lnTo>
                <a:lnTo>
                  <a:pt x="715" y="1296"/>
                </a:lnTo>
                <a:lnTo>
                  <a:pt x="687" y="1291"/>
                </a:lnTo>
                <a:lnTo>
                  <a:pt x="660" y="1286"/>
                </a:lnTo>
                <a:lnTo>
                  <a:pt x="632" y="1280"/>
                </a:lnTo>
                <a:lnTo>
                  <a:pt x="605" y="1273"/>
                </a:lnTo>
                <a:lnTo>
                  <a:pt x="578" y="1266"/>
                </a:lnTo>
                <a:lnTo>
                  <a:pt x="551" y="1258"/>
                </a:lnTo>
                <a:lnTo>
                  <a:pt x="525" y="1250"/>
                </a:lnTo>
                <a:lnTo>
                  <a:pt x="499" y="1240"/>
                </a:lnTo>
                <a:lnTo>
                  <a:pt x="474" y="1231"/>
                </a:lnTo>
                <a:lnTo>
                  <a:pt x="449" y="1221"/>
                </a:lnTo>
                <a:lnTo>
                  <a:pt x="425" y="1210"/>
                </a:lnTo>
                <a:lnTo>
                  <a:pt x="401" y="1199"/>
                </a:lnTo>
                <a:lnTo>
                  <a:pt x="377" y="1187"/>
                </a:lnTo>
                <a:lnTo>
                  <a:pt x="354" y="1174"/>
                </a:lnTo>
                <a:lnTo>
                  <a:pt x="332" y="1161"/>
                </a:lnTo>
                <a:lnTo>
                  <a:pt x="310" y="1148"/>
                </a:lnTo>
                <a:lnTo>
                  <a:pt x="288" y="1134"/>
                </a:lnTo>
                <a:lnTo>
                  <a:pt x="268" y="1120"/>
                </a:lnTo>
                <a:lnTo>
                  <a:pt x="248" y="1105"/>
                </a:lnTo>
                <a:lnTo>
                  <a:pt x="228" y="1090"/>
                </a:lnTo>
                <a:lnTo>
                  <a:pt x="210" y="1074"/>
                </a:lnTo>
                <a:lnTo>
                  <a:pt x="192" y="1058"/>
                </a:lnTo>
                <a:lnTo>
                  <a:pt x="175" y="1042"/>
                </a:lnTo>
                <a:lnTo>
                  <a:pt x="158" y="1025"/>
                </a:lnTo>
                <a:lnTo>
                  <a:pt x="142" y="1008"/>
                </a:lnTo>
                <a:lnTo>
                  <a:pt x="127" y="989"/>
                </a:lnTo>
                <a:lnTo>
                  <a:pt x="113" y="971"/>
                </a:lnTo>
                <a:lnTo>
                  <a:pt x="100" y="953"/>
                </a:lnTo>
                <a:lnTo>
                  <a:pt x="87" y="934"/>
                </a:lnTo>
                <a:lnTo>
                  <a:pt x="75" y="916"/>
                </a:lnTo>
                <a:lnTo>
                  <a:pt x="64" y="897"/>
                </a:lnTo>
                <a:lnTo>
                  <a:pt x="54" y="877"/>
                </a:lnTo>
                <a:lnTo>
                  <a:pt x="45" y="858"/>
                </a:lnTo>
                <a:lnTo>
                  <a:pt x="36" y="838"/>
                </a:lnTo>
                <a:lnTo>
                  <a:pt x="29" y="818"/>
                </a:lnTo>
                <a:lnTo>
                  <a:pt x="22" y="798"/>
                </a:lnTo>
                <a:lnTo>
                  <a:pt x="16" y="778"/>
                </a:lnTo>
                <a:lnTo>
                  <a:pt x="11" y="758"/>
                </a:lnTo>
                <a:lnTo>
                  <a:pt x="7" y="737"/>
                </a:lnTo>
                <a:lnTo>
                  <a:pt x="4" y="717"/>
                </a:lnTo>
                <a:lnTo>
                  <a:pt x="2" y="696"/>
                </a:lnTo>
                <a:lnTo>
                  <a:pt x="0" y="676"/>
                </a:lnTo>
                <a:lnTo>
                  <a:pt x="0" y="655"/>
                </a:lnTo>
                <a:lnTo>
                  <a:pt x="0" y="635"/>
                </a:lnTo>
                <a:lnTo>
                  <a:pt x="2" y="614"/>
                </a:lnTo>
                <a:lnTo>
                  <a:pt x="4" y="594"/>
                </a:lnTo>
                <a:lnTo>
                  <a:pt x="7" y="573"/>
                </a:lnTo>
                <a:lnTo>
                  <a:pt x="11" y="553"/>
                </a:lnTo>
                <a:lnTo>
                  <a:pt x="16" y="532"/>
                </a:lnTo>
                <a:lnTo>
                  <a:pt x="22" y="512"/>
                </a:lnTo>
                <a:lnTo>
                  <a:pt x="29" y="492"/>
                </a:lnTo>
                <a:lnTo>
                  <a:pt x="36" y="472"/>
                </a:lnTo>
                <a:lnTo>
                  <a:pt x="45" y="453"/>
                </a:lnTo>
                <a:lnTo>
                  <a:pt x="54" y="433"/>
                </a:lnTo>
                <a:lnTo>
                  <a:pt x="64" y="414"/>
                </a:lnTo>
                <a:lnTo>
                  <a:pt x="75" y="395"/>
                </a:lnTo>
                <a:lnTo>
                  <a:pt x="87" y="376"/>
                </a:lnTo>
                <a:lnTo>
                  <a:pt x="100" y="358"/>
                </a:lnTo>
                <a:lnTo>
                  <a:pt x="113" y="339"/>
                </a:lnTo>
                <a:lnTo>
                  <a:pt x="127" y="322"/>
                </a:lnTo>
                <a:lnTo>
                  <a:pt x="142" y="304"/>
                </a:lnTo>
                <a:lnTo>
                  <a:pt x="158" y="287"/>
                </a:lnTo>
                <a:lnTo>
                  <a:pt x="175" y="270"/>
                </a:lnTo>
                <a:lnTo>
                  <a:pt x="192" y="253"/>
                </a:lnTo>
                <a:lnTo>
                  <a:pt x="210" y="237"/>
                </a:lnTo>
                <a:lnTo>
                  <a:pt x="228" y="222"/>
                </a:lnTo>
                <a:lnTo>
                  <a:pt x="248" y="206"/>
                </a:lnTo>
                <a:lnTo>
                  <a:pt x="268" y="192"/>
                </a:lnTo>
                <a:lnTo>
                  <a:pt x="288" y="177"/>
                </a:lnTo>
                <a:lnTo>
                  <a:pt x="310" y="163"/>
                </a:lnTo>
                <a:lnTo>
                  <a:pt x="332" y="150"/>
                </a:lnTo>
                <a:lnTo>
                  <a:pt x="354" y="137"/>
                </a:lnTo>
                <a:lnTo>
                  <a:pt x="377" y="125"/>
                </a:lnTo>
                <a:lnTo>
                  <a:pt x="401" y="113"/>
                </a:lnTo>
                <a:lnTo>
                  <a:pt x="425" y="102"/>
                </a:lnTo>
                <a:lnTo>
                  <a:pt x="449" y="91"/>
                </a:lnTo>
                <a:lnTo>
                  <a:pt x="474" y="81"/>
                </a:lnTo>
                <a:lnTo>
                  <a:pt x="499" y="71"/>
                </a:lnTo>
                <a:lnTo>
                  <a:pt x="525" y="62"/>
                </a:lnTo>
                <a:lnTo>
                  <a:pt x="551" y="54"/>
                </a:lnTo>
                <a:lnTo>
                  <a:pt x="578" y="46"/>
                </a:lnTo>
                <a:lnTo>
                  <a:pt x="605" y="38"/>
                </a:lnTo>
                <a:lnTo>
                  <a:pt x="632" y="32"/>
                </a:lnTo>
                <a:lnTo>
                  <a:pt x="660" y="26"/>
                </a:lnTo>
                <a:lnTo>
                  <a:pt x="687" y="20"/>
                </a:lnTo>
                <a:lnTo>
                  <a:pt x="715" y="15"/>
                </a:lnTo>
                <a:lnTo>
                  <a:pt x="743" y="11"/>
                </a:lnTo>
                <a:lnTo>
                  <a:pt x="772" y="8"/>
                </a:lnTo>
                <a:lnTo>
                  <a:pt x="800" y="5"/>
                </a:lnTo>
                <a:lnTo>
                  <a:pt x="829" y="3"/>
                </a:lnTo>
                <a:lnTo>
                  <a:pt x="857" y="1"/>
                </a:lnTo>
                <a:lnTo>
                  <a:pt x="886" y="0"/>
                </a:lnTo>
                <a:lnTo>
                  <a:pt x="915" y="0"/>
                </a:lnTo>
                <a:lnTo>
                  <a:pt x="944" y="0"/>
                </a:lnTo>
                <a:lnTo>
                  <a:pt x="972" y="1"/>
                </a:lnTo>
                <a:lnTo>
                  <a:pt x="1001" y="3"/>
                </a:lnTo>
                <a:lnTo>
                  <a:pt x="1030" y="5"/>
                </a:lnTo>
                <a:lnTo>
                  <a:pt x="1058" y="8"/>
                </a:lnTo>
                <a:lnTo>
                  <a:pt x="1086" y="11"/>
                </a:lnTo>
                <a:lnTo>
                  <a:pt x="1115" y="15"/>
                </a:lnTo>
                <a:lnTo>
                  <a:pt x="1143" y="20"/>
                </a:lnTo>
                <a:lnTo>
                  <a:pt x="1170" y="26"/>
                </a:lnTo>
                <a:lnTo>
                  <a:pt x="1198" y="32"/>
                </a:lnTo>
                <a:lnTo>
                  <a:pt x="1225" y="38"/>
                </a:lnTo>
                <a:lnTo>
                  <a:pt x="1252" y="46"/>
                </a:lnTo>
                <a:lnTo>
                  <a:pt x="1278" y="54"/>
                </a:lnTo>
                <a:lnTo>
                  <a:pt x="1305" y="62"/>
                </a:lnTo>
                <a:lnTo>
                  <a:pt x="1330" y="71"/>
                </a:lnTo>
                <a:lnTo>
                  <a:pt x="1356" y="81"/>
                </a:lnTo>
                <a:lnTo>
                  <a:pt x="1381" y="91"/>
                </a:lnTo>
                <a:lnTo>
                  <a:pt x="1406" y="102"/>
                </a:lnTo>
                <a:lnTo>
                  <a:pt x="1430" y="113"/>
                </a:lnTo>
                <a:lnTo>
                  <a:pt x="1454" y="125"/>
                </a:lnTo>
                <a:lnTo>
                  <a:pt x="1477" y="137"/>
                </a:lnTo>
                <a:lnTo>
                  <a:pt x="1499" y="150"/>
                </a:lnTo>
                <a:lnTo>
                  <a:pt x="1521" y="163"/>
                </a:lnTo>
                <a:lnTo>
                  <a:pt x="1542" y="177"/>
                </a:lnTo>
                <a:lnTo>
                  <a:pt x="1563" y="192"/>
                </a:lnTo>
                <a:lnTo>
                  <a:pt x="1583" y="206"/>
                </a:lnTo>
                <a:lnTo>
                  <a:pt x="1602" y="222"/>
                </a:lnTo>
                <a:lnTo>
                  <a:pt x="1621" y="237"/>
                </a:lnTo>
                <a:lnTo>
                  <a:pt x="1639" y="253"/>
                </a:lnTo>
                <a:lnTo>
                  <a:pt x="1656" y="270"/>
                </a:lnTo>
                <a:lnTo>
                  <a:pt x="1673" y="287"/>
                </a:lnTo>
                <a:lnTo>
                  <a:pt x="1689" y="304"/>
                </a:lnTo>
                <a:lnTo>
                  <a:pt x="1704" y="322"/>
                </a:lnTo>
                <a:lnTo>
                  <a:pt x="1718" y="339"/>
                </a:lnTo>
                <a:lnTo>
                  <a:pt x="1731" y="358"/>
                </a:lnTo>
                <a:lnTo>
                  <a:pt x="1744" y="376"/>
                </a:lnTo>
                <a:lnTo>
                  <a:pt x="1756" y="395"/>
                </a:lnTo>
                <a:lnTo>
                  <a:pt x="1767" y="414"/>
                </a:lnTo>
                <a:lnTo>
                  <a:pt x="1777" y="433"/>
                </a:lnTo>
                <a:lnTo>
                  <a:pt x="1786" y="453"/>
                </a:lnTo>
                <a:lnTo>
                  <a:pt x="1795" y="472"/>
                </a:lnTo>
                <a:lnTo>
                  <a:pt x="1802" y="492"/>
                </a:lnTo>
                <a:lnTo>
                  <a:pt x="1809" y="512"/>
                </a:lnTo>
                <a:lnTo>
                  <a:pt x="1815" y="532"/>
                </a:lnTo>
                <a:lnTo>
                  <a:pt x="1820" y="553"/>
                </a:lnTo>
                <a:lnTo>
                  <a:pt x="1824" y="573"/>
                </a:lnTo>
                <a:lnTo>
                  <a:pt x="1827" y="594"/>
                </a:lnTo>
                <a:lnTo>
                  <a:pt x="1829" y="614"/>
                </a:lnTo>
                <a:lnTo>
                  <a:pt x="1831" y="635"/>
                </a:lnTo>
                <a:lnTo>
                  <a:pt x="1831" y="655"/>
                </a:lnTo>
                <a:close/>
              </a:path>
            </a:pathLst>
          </a:custGeom>
          <a:solidFill>
            <a:srgbClr val="ff9c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1" name=""/>
          <p:cNvSpPr/>
          <p:nvPr/>
        </p:nvSpPr>
        <p:spPr>
          <a:xfrm>
            <a:off x="7730280" y="2706120"/>
            <a:ext cx="664920" cy="476280"/>
          </a:xfrm>
          <a:custGeom>
            <a:avLst/>
            <a:gdLst/>
            <a:ahLst/>
            <a:rect l="0" t="0" r="r" b="b"/>
            <a:pathLst>
              <a:path w="1847" h="1323">
                <a:moveTo>
                  <a:pt x="1839" y="661"/>
                </a:moveTo>
                <a:lnTo>
                  <a:pt x="1839" y="641"/>
                </a:lnTo>
                <a:lnTo>
                  <a:pt x="1837" y="620"/>
                </a:lnTo>
                <a:lnTo>
                  <a:pt x="1835" y="600"/>
                </a:lnTo>
                <a:lnTo>
                  <a:pt x="1832" y="579"/>
                </a:lnTo>
                <a:lnTo>
                  <a:pt x="1828" y="559"/>
                </a:lnTo>
                <a:lnTo>
                  <a:pt x="1823" y="538"/>
                </a:lnTo>
                <a:lnTo>
                  <a:pt x="1817" y="518"/>
                </a:lnTo>
                <a:lnTo>
                  <a:pt x="1810" y="498"/>
                </a:lnTo>
                <a:lnTo>
                  <a:pt x="1803" y="478"/>
                </a:lnTo>
                <a:lnTo>
                  <a:pt x="1794" y="459"/>
                </a:lnTo>
                <a:lnTo>
                  <a:pt x="1785" y="439"/>
                </a:lnTo>
                <a:lnTo>
                  <a:pt x="1775" y="420"/>
                </a:lnTo>
                <a:lnTo>
                  <a:pt x="1764" y="401"/>
                </a:lnTo>
                <a:lnTo>
                  <a:pt x="1752" y="382"/>
                </a:lnTo>
                <a:lnTo>
                  <a:pt x="1739" y="364"/>
                </a:lnTo>
                <a:lnTo>
                  <a:pt x="1726" y="345"/>
                </a:lnTo>
                <a:lnTo>
                  <a:pt x="1712" y="328"/>
                </a:lnTo>
                <a:lnTo>
                  <a:pt x="1697" y="310"/>
                </a:lnTo>
                <a:lnTo>
                  <a:pt x="1681" y="293"/>
                </a:lnTo>
                <a:lnTo>
                  <a:pt x="1664" y="276"/>
                </a:lnTo>
                <a:lnTo>
                  <a:pt x="1647" y="259"/>
                </a:lnTo>
                <a:lnTo>
                  <a:pt x="1629" y="243"/>
                </a:lnTo>
                <a:lnTo>
                  <a:pt x="1610" y="228"/>
                </a:lnTo>
                <a:lnTo>
                  <a:pt x="1591" y="212"/>
                </a:lnTo>
                <a:lnTo>
                  <a:pt x="1570" y="198"/>
                </a:lnTo>
                <a:lnTo>
                  <a:pt x="1549" y="183"/>
                </a:lnTo>
                <a:lnTo>
                  <a:pt x="1528" y="169"/>
                </a:lnTo>
                <a:lnTo>
                  <a:pt x="1506" y="156"/>
                </a:lnTo>
                <a:lnTo>
                  <a:pt x="1484" y="143"/>
                </a:lnTo>
                <a:lnTo>
                  <a:pt x="1461" y="131"/>
                </a:lnTo>
                <a:lnTo>
                  <a:pt x="1437" y="119"/>
                </a:lnTo>
                <a:lnTo>
                  <a:pt x="1413" y="108"/>
                </a:lnTo>
                <a:lnTo>
                  <a:pt x="1389" y="97"/>
                </a:lnTo>
                <a:lnTo>
                  <a:pt x="1364" y="87"/>
                </a:lnTo>
                <a:lnTo>
                  <a:pt x="1338" y="77"/>
                </a:lnTo>
                <a:lnTo>
                  <a:pt x="1313" y="68"/>
                </a:lnTo>
                <a:lnTo>
                  <a:pt x="1286" y="60"/>
                </a:lnTo>
                <a:lnTo>
                  <a:pt x="1260" y="52"/>
                </a:lnTo>
                <a:lnTo>
                  <a:pt x="1233" y="44"/>
                </a:lnTo>
                <a:lnTo>
                  <a:pt x="1206" y="38"/>
                </a:lnTo>
                <a:lnTo>
                  <a:pt x="1178" y="32"/>
                </a:lnTo>
                <a:lnTo>
                  <a:pt x="1151" y="26"/>
                </a:lnTo>
                <a:lnTo>
                  <a:pt x="1123" y="21"/>
                </a:lnTo>
                <a:lnTo>
                  <a:pt x="1094" y="17"/>
                </a:lnTo>
                <a:lnTo>
                  <a:pt x="1066" y="14"/>
                </a:lnTo>
                <a:lnTo>
                  <a:pt x="1038" y="11"/>
                </a:lnTo>
                <a:lnTo>
                  <a:pt x="1009" y="9"/>
                </a:lnTo>
                <a:lnTo>
                  <a:pt x="980" y="7"/>
                </a:lnTo>
                <a:lnTo>
                  <a:pt x="952" y="6"/>
                </a:lnTo>
                <a:lnTo>
                  <a:pt x="923" y="6"/>
                </a:lnTo>
                <a:lnTo>
                  <a:pt x="894" y="6"/>
                </a:lnTo>
                <a:lnTo>
                  <a:pt x="865" y="7"/>
                </a:lnTo>
                <a:lnTo>
                  <a:pt x="837" y="9"/>
                </a:lnTo>
                <a:lnTo>
                  <a:pt x="808" y="11"/>
                </a:lnTo>
                <a:lnTo>
                  <a:pt x="780" y="14"/>
                </a:lnTo>
                <a:lnTo>
                  <a:pt x="751" y="17"/>
                </a:lnTo>
                <a:lnTo>
                  <a:pt x="723" y="21"/>
                </a:lnTo>
                <a:lnTo>
                  <a:pt x="695" y="26"/>
                </a:lnTo>
                <a:lnTo>
                  <a:pt x="668" y="32"/>
                </a:lnTo>
                <a:lnTo>
                  <a:pt x="640" y="38"/>
                </a:lnTo>
                <a:lnTo>
                  <a:pt x="613" y="44"/>
                </a:lnTo>
                <a:lnTo>
                  <a:pt x="586" y="52"/>
                </a:lnTo>
                <a:lnTo>
                  <a:pt x="559" y="60"/>
                </a:lnTo>
                <a:lnTo>
                  <a:pt x="533" y="68"/>
                </a:lnTo>
                <a:lnTo>
                  <a:pt x="507" y="77"/>
                </a:lnTo>
                <a:lnTo>
                  <a:pt x="482" y="87"/>
                </a:lnTo>
                <a:lnTo>
                  <a:pt x="457" y="97"/>
                </a:lnTo>
                <a:lnTo>
                  <a:pt x="433" y="108"/>
                </a:lnTo>
                <a:lnTo>
                  <a:pt x="409" y="119"/>
                </a:lnTo>
                <a:lnTo>
                  <a:pt x="385" y="131"/>
                </a:lnTo>
                <a:lnTo>
                  <a:pt x="362" y="143"/>
                </a:lnTo>
                <a:lnTo>
                  <a:pt x="340" y="156"/>
                </a:lnTo>
                <a:lnTo>
                  <a:pt x="318" y="169"/>
                </a:lnTo>
                <a:lnTo>
                  <a:pt x="296" y="183"/>
                </a:lnTo>
                <a:lnTo>
                  <a:pt x="276" y="198"/>
                </a:lnTo>
                <a:lnTo>
                  <a:pt x="256" y="212"/>
                </a:lnTo>
                <a:lnTo>
                  <a:pt x="236" y="228"/>
                </a:lnTo>
                <a:lnTo>
                  <a:pt x="218" y="243"/>
                </a:lnTo>
                <a:lnTo>
                  <a:pt x="200" y="259"/>
                </a:lnTo>
                <a:lnTo>
                  <a:pt x="183" y="276"/>
                </a:lnTo>
                <a:lnTo>
                  <a:pt x="166" y="293"/>
                </a:lnTo>
                <a:lnTo>
                  <a:pt x="150" y="310"/>
                </a:lnTo>
                <a:lnTo>
                  <a:pt x="135" y="328"/>
                </a:lnTo>
                <a:lnTo>
                  <a:pt x="121" y="345"/>
                </a:lnTo>
                <a:lnTo>
                  <a:pt x="108" y="364"/>
                </a:lnTo>
                <a:lnTo>
                  <a:pt x="95" y="382"/>
                </a:lnTo>
                <a:lnTo>
                  <a:pt x="83" y="401"/>
                </a:lnTo>
                <a:lnTo>
                  <a:pt x="72" y="420"/>
                </a:lnTo>
                <a:lnTo>
                  <a:pt x="62" y="439"/>
                </a:lnTo>
                <a:lnTo>
                  <a:pt x="53" y="459"/>
                </a:lnTo>
                <a:lnTo>
                  <a:pt x="44" y="478"/>
                </a:lnTo>
                <a:lnTo>
                  <a:pt x="37" y="498"/>
                </a:lnTo>
                <a:lnTo>
                  <a:pt x="30" y="518"/>
                </a:lnTo>
                <a:lnTo>
                  <a:pt x="24" y="538"/>
                </a:lnTo>
                <a:lnTo>
                  <a:pt x="19" y="559"/>
                </a:lnTo>
                <a:lnTo>
                  <a:pt x="15" y="579"/>
                </a:lnTo>
                <a:lnTo>
                  <a:pt x="12" y="600"/>
                </a:lnTo>
                <a:lnTo>
                  <a:pt x="10" y="620"/>
                </a:lnTo>
                <a:lnTo>
                  <a:pt x="8" y="641"/>
                </a:lnTo>
                <a:lnTo>
                  <a:pt x="8" y="661"/>
                </a:lnTo>
                <a:lnTo>
                  <a:pt x="8" y="682"/>
                </a:lnTo>
                <a:lnTo>
                  <a:pt x="10" y="702"/>
                </a:lnTo>
                <a:lnTo>
                  <a:pt x="12" y="723"/>
                </a:lnTo>
                <a:lnTo>
                  <a:pt x="15" y="743"/>
                </a:lnTo>
                <a:lnTo>
                  <a:pt x="19" y="764"/>
                </a:lnTo>
                <a:lnTo>
                  <a:pt x="24" y="784"/>
                </a:lnTo>
                <a:lnTo>
                  <a:pt x="30" y="804"/>
                </a:lnTo>
                <a:lnTo>
                  <a:pt x="37" y="824"/>
                </a:lnTo>
                <a:lnTo>
                  <a:pt x="44" y="844"/>
                </a:lnTo>
                <a:lnTo>
                  <a:pt x="53" y="864"/>
                </a:lnTo>
                <a:lnTo>
                  <a:pt x="62" y="883"/>
                </a:lnTo>
                <a:lnTo>
                  <a:pt x="72" y="903"/>
                </a:lnTo>
                <a:lnTo>
                  <a:pt x="83" y="922"/>
                </a:lnTo>
                <a:lnTo>
                  <a:pt x="95" y="940"/>
                </a:lnTo>
                <a:lnTo>
                  <a:pt x="108" y="959"/>
                </a:lnTo>
                <a:lnTo>
                  <a:pt x="121" y="977"/>
                </a:lnTo>
                <a:lnTo>
                  <a:pt x="135" y="995"/>
                </a:lnTo>
                <a:lnTo>
                  <a:pt x="150" y="1013"/>
                </a:lnTo>
                <a:lnTo>
                  <a:pt x="166" y="1030"/>
                </a:lnTo>
                <a:lnTo>
                  <a:pt x="183" y="1047"/>
                </a:lnTo>
                <a:lnTo>
                  <a:pt x="200" y="1063"/>
                </a:lnTo>
                <a:lnTo>
                  <a:pt x="218" y="1080"/>
                </a:lnTo>
                <a:lnTo>
                  <a:pt x="236" y="1096"/>
                </a:lnTo>
                <a:lnTo>
                  <a:pt x="256" y="1111"/>
                </a:lnTo>
                <a:lnTo>
                  <a:pt x="276" y="1126"/>
                </a:lnTo>
                <a:lnTo>
                  <a:pt x="296" y="1140"/>
                </a:lnTo>
                <a:lnTo>
                  <a:pt x="318" y="1154"/>
                </a:lnTo>
                <a:lnTo>
                  <a:pt x="340" y="1167"/>
                </a:lnTo>
                <a:lnTo>
                  <a:pt x="362" y="1180"/>
                </a:lnTo>
                <a:lnTo>
                  <a:pt x="385" y="1193"/>
                </a:lnTo>
                <a:lnTo>
                  <a:pt x="409" y="1205"/>
                </a:lnTo>
                <a:lnTo>
                  <a:pt x="433" y="1216"/>
                </a:lnTo>
                <a:lnTo>
                  <a:pt x="457" y="1227"/>
                </a:lnTo>
                <a:lnTo>
                  <a:pt x="482" y="1237"/>
                </a:lnTo>
                <a:lnTo>
                  <a:pt x="507" y="1246"/>
                </a:lnTo>
                <a:lnTo>
                  <a:pt x="533" y="1256"/>
                </a:lnTo>
                <a:lnTo>
                  <a:pt x="559" y="1264"/>
                </a:lnTo>
                <a:lnTo>
                  <a:pt x="586" y="1272"/>
                </a:lnTo>
                <a:lnTo>
                  <a:pt x="613" y="1279"/>
                </a:lnTo>
                <a:lnTo>
                  <a:pt x="640" y="1286"/>
                </a:lnTo>
                <a:lnTo>
                  <a:pt x="668" y="1292"/>
                </a:lnTo>
                <a:lnTo>
                  <a:pt x="695" y="1297"/>
                </a:lnTo>
                <a:lnTo>
                  <a:pt x="723" y="1302"/>
                </a:lnTo>
                <a:lnTo>
                  <a:pt x="751" y="1306"/>
                </a:lnTo>
                <a:lnTo>
                  <a:pt x="780" y="1310"/>
                </a:lnTo>
                <a:lnTo>
                  <a:pt x="808" y="1313"/>
                </a:lnTo>
                <a:lnTo>
                  <a:pt x="837" y="1315"/>
                </a:lnTo>
                <a:lnTo>
                  <a:pt x="865" y="1317"/>
                </a:lnTo>
                <a:lnTo>
                  <a:pt x="894" y="1318"/>
                </a:lnTo>
                <a:lnTo>
                  <a:pt x="923" y="1318"/>
                </a:lnTo>
                <a:lnTo>
                  <a:pt x="952" y="1318"/>
                </a:lnTo>
                <a:lnTo>
                  <a:pt x="980" y="1317"/>
                </a:lnTo>
                <a:lnTo>
                  <a:pt x="1009" y="1315"/>
                </a:lnTo>
                <a:lnTo>
                  <a:pt x="1038" y="1313"/>
                </a:lnTo>
                <a:lnTo>
                  <a:pt x="1066" y="1310"/>
                </a:lnTo>
                <a:lnTo>
                  <a:pt x="1094" y="1306"/>
                </a:lnTo>
                <a:lnTo>
                  <a:pt x="1123" y="1302"/>
                </a:lnTo>
                <a:lnTo>
                  <a:pt x="1151" y="1297"/>
                </a:lnTo>
                <a:lnTo>
                  <a:pt x="1178" y="1292"/>
                </a:lnTo>
                <a:lnTo>
                  <a:pt x="1206" y="1286"/>
                </a:lnTo>
                <a:lnTo>
                  <a:pt x="1233" y="1279"/>
                </a:lnTo>
                <a:lnTo>
                  <a:pt x="1260" y="1272"/>
                </a:lnTo>
                <a:lnTo>
                  <a:pt x="1286" y="1264"/>
                </a:lnTo>
                <a:lnTo>
                  <a:pt x="1313" y="1256"/>
                </a:lnTo>
                <a:lnTo>
                  <a:pt x="1338" y="1246"/>
                </a:lnTo>
                <a:lnTo>
                  <a:pt x="1364" y="1237"/>
                </a:lnTo>
                <a:lnTo>
                  <a:pt x="1389" y="1227"/>
                </a:lnTo>
                <a:lnTo>
                  <a:pt x="1413" y="1216"/>
                </a:lnTo>
                <a:lnTo>
                  <a:pt x="1437" y="1205"/>
                </a:lnTo>
                <a:lnTo>
                  <a:pt x="1461" y="1193"/>
                </a:lnTo>
                <a:lnTo>
                  <a:pt x="1484" y="1180"/>
                </a:lnTo>
                <a:lnTo>
                  <a:pt x="1506" y="1167"/>
                </a:lnTo>
                <a:lnTo>
                  <a:pt x="1528" y="1154"/>
                </a:lnTo>
                <a:lnTo>
                  <a:pt x="1549" y="1140"/>
                </a:lnTo>
                <a:lnTo>
                  <a:pt x="1570" y="1126"/>
                </a:lnTo>
                <a:lnTo>
                  <a:pt x="1591" y="1111"/>
                </a:lnTo>
                <a:lnTo>
                  <a:pt x="1610" y="1096"/>
                </a:lnTo>
                <a:lnTo>
                  <a:pt x="1629" y="1080"/>
                </a:lnTo>
                <a:lnTo>
                  <a:pt x="1647" y="1063"/>
                </a:lnTo>
                <a:lnTo>
                  <a:pt x="1664" y="1047"/>
                </a:lnTo>
                <a:lnTo>
                  <a:pt x="1681" y="1030"/>
                </a:lnTo>
                <a:lnTo>
                  <a:pt x="1697" y="1013"/>
                </a:lnTo>
                <a:lnTo>
                  <a:pt x="1712" y="995"/>
                </a:lnTo>
                <a:lnTo>
                  <a:pt x="1726" y="977"/>
                </a:lnTo>
                <a:lnTo>
                  <a:pt x="1739" y="959"/>
                </a:lnTo>
                <a:lnTo>
                  <a:pt x="1752" y="940"/>
                </a:lnTo>
                <a:lnTo>
                  <a:pt x="1764" y="922"/>
                </a:lnTo>
                <a:lnTo>
                  <a:pt x="1775" y="903"/>
                </a:lnTo>
                <a:lnTo>
                  <a:pt x="1785" y="883"/>
                </a:lnTo>
                <a:lnTo>
                  <a:pt x="1794" y="864"/>
                </a:lnTo>
                <a:lnTo>
                  <a:pt x="1803" y="844"/>
                </a:lnTo>
                <a:lnTo>
                  <a:pt x="1810" y="824"/>
                </a:lnTo>
                <a:lnTo>
                  <a:pt x="1817" y="804"/>
                </a:lnTo>
                <a:lnTo>
                  <a:pt x="1823" y="784"/>
                </a:lnTo>
                <a:lnTo>
                  <a:pt x="1828" y="764"/>
                </a:lnTo>
                <a:lnTo>
                  <a:pt x="1832" y="743"/>
                </a:lnTo>
                <a:lnTo>
                  <a:pt x="1835" y="723"/>
                </a:lnTo>
                <a:lnTo>
                  <a:pt x="1837" y="702"/>
                </a:lnTo>
                <a:lnTo>
                  <a:pt x="1839" y="682"/>
                </a:lnTo>
                <a:lnTo>
                  <a:pt x="1839" y="661"/>
                </a:lnTo>
                <a:moveTo>
                  <a:pt x="1847" y="661"/>
                </a:moveTo>
                <a:lnTo>
                  <a:pt x="1846" y="682"/>
                </a:lnTo>
                <a:lnTo>
                  <a:pt x="1845" y="703"/>
                </a:lnTo>
                <a:lnTo>
                  <a:pt x="1843" y="724"/>
                </a:lnTo>
                <a:lnTo>
                  <a:pt x="1840" y="744"/>
                </a:lnTo>
                <a:lnTo>
                  <a:pt x="1836" y="765"/>
                </a:lnTo>
                <a:lnTo>
                  <a:pt x="1831" y="785"/>
                </a:lnTo>
                <a:lnTo>
                  <a:pt x="1825" y="806"/>
                </a:lnTo>
                <a:lnTo>
                  <a:pt x="1818" y="826"/>
                </a:lnTo>
                <a:lnTo>
                  <a:pt x="1810" y="846"/>
                </a:lnTo>
                <a:lnTo>
                  <a:pt x="1802" y="866"/>
                </a:lnTo>
                <a:lnTo>
                  <a:pt x="1792" y="885"/>
                </a:lnTo>
                <a:lnTo>
                  <a:pt x="1782" y="905"/>
                </a:lnTo>
                <a:lnTo>
                  <a:pt x="1771" y="924"/>
                </a:lnTo>
                <a:lnTo>
                  <a:pt x="1759" y="943"/>
                </a:lnTo>
                <a:lnTo>
                  <a:pt x="1746" y="961"/>
                </a:lnTo>
                <a:lnTo>
                  <a:pt x="1733" y="980"/>
                </a:lnTo>
                <a:lnTo>
                  <a:pt x="1718" y="998"/>
                </a:lnTo>
                <a:lnTo>
                  <a:pt x="1703" y="1016"/>
                </a:lnTo>
                <a:lnTo>
                  <a:pt x="1687" y="1033"/>
                </a:lnTo>
                <a:lnTo>
                  <a:pt x="1671" y="1050"/>
                </a:lnTo>
                <a:lnTo>
                  <a:pt x="1653" y="1067"/>
                </a:lnTo>
                <a:lnTo>
                  <a:pt x="1635" y="1084"/>
                </a:lnTo>
                <a:lnTo>
                  <a:pt x="1616" y="1100"/>
                </a:lnTo>
                <a:lnTo>
                  <a:pt x="1597" y="1115"/>
                </a:lnTo>
                <a:lnTo>
                  <a:pt x="1576" y="1130"/>
                </a:lnTo>
                <a:lnTo>
                  <a:pt x="1555" y="1144"/>
                </a:lnTo>
                <a:lnTo>
                  <a:pt x="1533" y="1158"/>
                </a:lnTo>
                <a:lnTo>
                  <a:pt x="1511" y="1172"/>
                </a:lnTo>
                <a:lnTo>
                  <a:pt x="1489" y="1185"/>
                </a:lnTo>
                <a:lnTo>
                  <a:pt x="1465" y="1197"/>
                </a:lnTo>
                <a:lnTo>
                  <a:pt x="1442" y="1209"/>
                </a:lnTo>
                <a:lnTo>
                  <a:pt x="1417" y="1221"/>
                </a:lnTo>
                <a:lnTo>
                  <a:pt x="1393" y="1231"/>
                </a:lnTo>
                <a:lnTo>
                  <a:pt x="1368" y="1242"/>
                </a:lnTo>
                <a:lnTo>
                  <a:pt x="1342" y="1251"/>
                </a:lnTo>
                <a:lnTo>
                  <a:pt x="1316" y="1261"/>
                </a:lnTo>
                <a:lnTo>
                  <a:pt x="1289" y="1269"/>
                </a:lnTo>
                <a:lnTo>
                  <a:pt x="1263" y="1277"/>
                </a:lnTo>
                <a:lnTo>
                  <a:pt x="1236" y="1284"/>
                </a:lnTo>
                <a:lnTo>
                  <a:pt x="1208" y="1291"/>
                </a:lnTo>
                <a:lnTo>
                  <a:pt x="1180" y="1297"/>
                </a:lnTo>
                <a:lnTo>
                  <a:pt x="1152" y="1303"/>
                </a:lnTo>
                <a:lnTo>
                  <a:pt x="1124" y="1308"/>
                </a:lnTo>
                <a:lnTo>
                  <a:pt x="1096" y="1312"/>
                </a:lnTo>
                <a:lnTo>
                  <a:pt x="1067" y="1315"/>
                </a:lnTo>
                <a:lnTo>
                  <a:pt x="1039" y="1318"/>
                </a:lnTo>
                <a:lnTo>
                  <a:pt x="1010" y="1321"/>
                </a:lnTo>
                <a:lnTo>
                  <a:pt x="981" y="1322"/>
                </a:lnTo>
                <a:lnTo>
                  <a:pt x="952" y="1323"/>
                </a:lnTo>
                <a:lnTo>
                  <a:pt x="923" y="1323"/>
                </a:lnTo>
                <a:lnTo>
                  <a:pt x="894" y="1323"/>
                </a:lnTo>
                <a:lnTo>
                  <a:pt x="865" y="1322"/>
                </a:lnTo>
                <a:lnTo>
                  <a:pt x="836" y="1321"/>
                </a:lnTo>
                <a:lnTo>
                  <a:pt x="807" y="1318"/>
                </a:lnTo>
                <a:lnTo>
                  <a:pt x="779" y="1315"/>
                </a:lnTo>
                <a:lnTo>
                  <a:pt x="750" y="1312"/>
                </a:lnTo>
                <a:lnTo>
                  <a:pt x="722" y="1308"/>
                </a:lnTo>
                <a:lnTo>
                  <a:pt x="693" y="1303"/>
                </a:lnTo>
                <a:lnTo>
                  <a:pt x="665" y="1297"/>
                </a:lnTo>
                <a:lnTo>
                  <a:pt x="638" y="1291"/>
                </a:lnTo>
                <a:lnTo>
                  <a:pt x="610" y="1284"/>
                </a:lnTo>
                <a:lnTo>
                  <a:pt x="583" y="1277"/>
                </a:lnTo>
                <a:lnTo>
                  <a:pt x="556" y="1269"/>
                </a:lnTo>
                <a:lnTo>
                  <a:pt x="530" y="1261"/>
                </a:lnTo>
                <a:lnTo>
                  <a:pt x="504" y="1251"/>
                </a:lnTo>
                <a:lnTo>
                  <a:pt x="478" y="1242"/>
                </a:lnTo>
                <a:lnTo>
                  <a:pt x="453" y="1231"/>
                </a:lnTo>
                <a:lnTo>
                  <a:pt x="428" y="1221"/>
                </a:lnTo>
                <a:lnTo>
                  <a:pt x="404" y="1209"/>
                </a:lnTo>
                <a:lnTo>
                  <a:pt x="380" y="1197"/>
                </a:lnTo>
                <a:lnTo>
                  <a:pt x="357" y="1185"/>
                </a:lnTo>
                <a:lnTo>
                  <a:pt x="335" y="1172"/>
                </a:lnTo>
                <a:lnTo>
                  <a:pt x="313" y="1158"/>
                </a:lnTo>
                <a:lnTo>
                  <a:pt x="291" y="1144"/>
                </a:lnTo>
                <a:lnTo>
                  <a:pt x="270" y="1130"/>
                </a:lnTo>
                <a:lnTo>
                  <a:pt x="250" y="1115"/>
                </a:lnTo>
                <a:lnTo>
                  <a:pt x="231" y="1100"/>
                </a:lnTo>
                <a:lnTo>
                  <a:pt x="212" y="1084"/>
                </a:lnTo>
                <a:lnTo>
                  <a:pt x="194" y="1067"/>
                </a:lnTo>
                <a:lnTo>
                  <a:pt x="176" y="1050"/>
                </a:lnTo>
                <a:lnTo>
                  <a:pt x="160" y="1033"/>
                </a:lnTo>
                <a:lnTo>
                  <a:pt x="144" y="1016"/>
                </a:lnTo>
                <a:lnTo>
                  <a:pt x="129" y="998"/>
                </a:lnTo>
                <a:lnTo>
                  <a:pt x="114" y="980"/>
                </a:lnTo>
                <a:lnTo>
                  <a:pt x="101" y="961"/>
                </a:lnTo>
                <a:lnTo>
                  <a:pt x="88" y="943"/>
                </a:lnTo>
                <a:lnTo>
                  <a:pt x="76" y="924"/>
                </a:lnTo>
                <a:lnTo>
                  <a:pt x="65" y="905"/>
                </a:lnTo>
                <a:lnTo>
                  <a:pt x="55" y="885"/>
                </a:lnTo>
                <a:lnTo>
                  <a:pt x="45" y="866"/>
                </a:lnTo>
                <a:lnTo>
                  <a:pt x="37" y="846"/>
                </a:lnTo>
                <a:lnTo>
                  <a:pt x="29" y="826"/>
                </a:lnTo>
                <a:lnTo>
                  <a:pt x="22" y="806"/>
                </a:lnTo>
                <a:lnTo>
                  <a:pt x="16" y="785"/>
                </a:lnTo>
                <a:lnTo>
                  <a:pt x="11" y="765"/>
                </a:lnTo>
                <a:lnTo>
                  <a:pt x="7" y="744"/>
                </a:lnTo>
                <a:lnTo>
                  <a:pt x="4" y="724"/>
                </a:lnTo>
                <a:lnTo>
                  <a:pt x="2" y="703"/>
                </a:lnTo>
                <a:lnTo>
                  <a:pt x="0" y="682"/>
                </a:lnTo>
                <a:lnTo>
                  <a:pt x="0" y="661"/>
                </a:lnTo>
                <a:lnTo>
                  <a:pt x="0" y="641"/>
                </a:lnTo>
                <a:lnTo>
                  <a:pt x="2" y="620"/>
                </a:lnTo>
                <a:lnTo>
                  <a:pt x="4" y="599"/>
                </a:lnTo>
                <a:lnTo>
                  <a:pt x="7" y="578"/>
                </a:lnTo>
                <a:lnTo>
                  <a:pt x="11" y="558"/>
                </a:lnTo>
                <a:lnTo>
                  <a:pt x="16" y="537"/>
                </a:lnTo>
                <a:lnTo>
                  <a:pt x="22" y="517"/>
                </a:lnTo>
                <a:lnTo>
                  <a:pt x="29" y="497"/>
                </a:lnTo>
                <a:lnTo>
                  <a:pt x="37" y="477"/>
                </a:lnTo>
                <a:lnTo>
                  <a:pt x="45" y="457"/>
                </a:lnTo>
                <a:lnTo>
                  <a:pt x="55" y="437"/>
                </a:lnTo>
                <a:lnTo>
                  <a:pt x="65" y="418"/>
                </a:lnTo>
                <a:lnTo>
                  <a:pt x="76" y="399"/>
                </a:lnTo>
                <a:lnTo>
                  <a:pt x="88" y="380"/>
                </a:lnTo>
                <a:lnTo>
                  <a:pt x="101" y="361"/>
                </a:lnTo>
                <a:lnTo>
                  <a:pt x="114" y="343"/>
                </a:lnTo>
                <a:lnTo>
                  <a:pt x="129" y="325"/>
                </a:lnTo>
                <a:lnTo>
                  <a:pt x="144" y="307"/>
                </a:lnTo>
                <a:lnTo>
                  <a:pt x="160" y="290"/>
                </a:lnTo>
                <a:lnTo>
                  <a:pt x="176" y="273"/>
                </a:lnTo>
                <a:lnTo>
                  <a:pt x="194" y="256"/>
                </a:lnTo>
                <a:lnTo>
                  <a:pt x="212" y="240"/>
                </a:lnTo>
                <a:lnTo>
                  <a:pt x="231" y="224"/>
                </a:lnTo>
                <a:lnTo>
                  <a:pt x="250" y="209"/>
                </a:lnTo>
                <a:lnTo>
                  <a:pt x="270" y="194"/>
                </a:lnTo>
                <a:lnTo>
                  <a:pt x="291" y="179"/>
                </a:lnTo>
                <a:lnTo>
                  <a:pt x="313" y="165"/>
                </a:lnTo>
                <a:lnTo>
                  <a:pt x="335" y="152"/>
                </a:lnTo>
                <a:lnTo>
                  <a:pt x="357" y="139"/>
                </a:lnTo>
                <a:lnTo>
                  <a:pt x="380" y="126"/>
                </a:lnTo>
                <a:lnTo>
                  <a:pt x="404" y="114"/>
                </a:lnTo>
                <a:lnTo>
                  <a:pt x="428" y="103"/>
                </a:lnTo>
                <a:lnTo>
                  <a:pt x="453" y="92"/>
                </a:lnTo>
                <a:lnTo>
                  <a:pt x="478" y="82"/>
                </a:lnTo>
                <a:lnTo>
                  <a:pt x="504" y="72"/>
                </a:lnTo>
                <a:lnTo>
                  <a:pt x="530" y="63"/>
                </a:lnTo>
                <a:lnTo>
                  <a:pt x="556" y="54"/>
                </a:lnTo>
                <a:lnTo>
                  <a:pt x="583" y="47"/>
                </a:lnTo>
                <a:lnTo>
                  <a:pt x="610" y="39"/>
                </a:lnTo>
                <a:lnTo>
                  <a:pt x="638" y="32"/>
                </a:lnTo>
                <a:lnTo>
                  <a:pt x="665" y="26"/>
                </a:lnTo>
                <a:lnTo>
                  <a:pt x="693" y="21"/>
                </a:lnTo>
                <a:lnTo>
                  <a:pt x="722" y="16"/>
                </a:lnTo>
                <a:lnTo>
                  <a:pt x="750" y="12"/>
                </a:lnTo>
                <a:lnTo>
                  <a:pt x="779" y="8"/>
                </a:lnTo>
                <a:lnTo>
                  <a:pt x="807" y="5"/>
                </a:lnTo>
                <a:lnTo>
                  <a:pt x="836" y="3"/>
                </a:lnTo>
                <a:lnTo>
                  <a:pt x="865" y="1"/>
                </a:lnTo>
                <a:lnTo>
                  <a:pt x="894" y="0"/>
                </a:lnTo>
                <a:lnTo>
                  <a:pt x="923" y="0"/>
                </a:lnTo>
                <a:lnTo>
                  <a:pt x="952" y="0"/>
                </a:lnTo>
                <a:lnTo>
                  <a:pt x="981" y="1"/>
                </a:lnTo>
                <a:lnTo>
                  <a:pt x="1010" y="3"/>
                </a:lnTo>
                <a:lnTo>
                  <a:pt x="1039" y="5"/>
                </a:lnTo>
                <a:lnTo>
                  <a:pt x="1067" y="8"/>
                </a:lnTo>
                <a:lnTo>
                  <a:pt x="1096" y="12"/>
                </a:lnTo>
                <a:lnTo>
                  <a:pt x="1124" y="16"/>
                </a:lnTo>
                <a:lnTo>
                  <a:pt x="1152" y="21"/>
                </a:lnTo>
                <a:lnTo>
                  <a:pt x="1180" y="26"/>
                </a:lnTo>
                <a:lnTo>
                  <a:pt x="1208" y="32"/>
                </a:lnTo>
                <a:lnTo>
                  <a:pt x="1236" y="39"/>
                </a:lnTo>
                <a:lnTo>
                  <a:pt x="1263" y="47"/>
                </a:lnTo>
                <a:lnTo>
                  <a:pt x="1289" y="54"/>
                </a:lnTo>
                <a:lnTo>
                  <a:pt x="1316" y="63"/>
                </a:lnTo>
                <a:lnTo>
                  <a:pt x="1342" y="72"/>
                </a:lnTo>
                <a:lnTo>
                  <a:pt x="1368" y="82"/>
                </a:lnTo>
                <a:lnTo>
                  <a:pt x="1393" y="92"/>
                </a:lnTo>
                <a:lnTo>
                  <a:pt x="1417" y="103"/>
                </a:lnTo>
                <a:lnTo>
                  <a:pt x="1442" y="114"/>
                </a:lnTo>
                <a:lnTo>
                  <a:pt x="1465" y="126"/>
                </a:lnTo>
                <a:lnTo>
                  <a:pt x="1489" y="139"/>
                </a:lnTo>
                <a:lnTo>
                  <a:pt x="1511" y="152"/>
                </a:lnTo>
                <a:lnTo>
                  <a:pt x="1533" y="165"/>
                </a:lnTo>
                <a:lnTo>
                  <a:pt x="1555" y="179"/>
                </a:lnTo>
                <a:lnTo>
                  <a:pt x="1576" y="194"/>
                </a:lnTo>
                <a:lnTo>
                  <a:pt x="1597" y="209"/>
                </a:lnTo>
                <a:lnTo>
                  <a:pt x="1616" y="224"/>
                </a:lnTo>
                <a:lnTo>
                  <a:pt x="1635" y="240"/>
                </a:lnTo>
                <a:lnTo>
                  <a:pt x="1653" y="256"/>
                </a:lnTo>
                <a:lnTo>
                  <a:pt x="1671" y="273"/>
                </a:lnTo>
                <a:lnTo>
                  <a:pt x="1687" y="290"/>
                </a:lnTo>
                <a:lnTo>
                  <a:pt x="1703" y="307"/>
                </a:lnTo>
                <a:lnTo>
                  <a:pt x="1718" y="325"/>
                </a:lnTo>
                <a:lnTo>
                  <a:pt x="1733" y="343"/>
                </a:lnTo>
                <a:lnTo>
                  <a:pt x="1746" y="361"/>
                </a:lnTo>
                <a:lnTo>
                  <a:pt x="1759" y="380"/>
                </a:lnTo>
                <a:lnTo>
                  <a:pt x="1771" y="399"/>
                </a:lnTo>
                <a:lnTo>
                  <a:pt x="1782" y="418"/>
                </a:lnTo>
                <a:lnTo>
                  <a:pt x="1792" y="437"/>
                </a:lnTo>
                <a:lnTo>
                  <a:pt x="1802" y="457"/>
                </a:lnTo>
                <a:lnTo>
                  <a:pt x="1810" y="477"/>
                </a:lnTo>
                <a:lnTo>
                  <a:pt x="1818" y="497"/>
                </a:lnTo>
                <a:lnTo>
                  <a:pt x="1825" y="517"/>
                </a:lnTo>
                <a:lnTo>
                  <a:pt x="1831" y="537"/>
                </a:lnTo>
                <a:lnTo>
                  <a:pt x="1836" y="558"/>
                </a:lnTo>
                <a:lnTo>
                  <a:pt x="1840" y="578"/>
                </a:lnTo>
                <a:lnTo>
                  <a:pt x="1843" y="599"/>
                </a:lnTo>
                <a:lnTo>
                  <a:pt x="1845" y="620"/>
                </a:lnTo>
                <a:lnTo>
                  <a:pt x="1846" y="641"/>
                </a:lnTo>
                <a:lnTo>
                  <a:pt x="1847" y="661"/>
                </a:lnTo>
                <a:close/>
              </a:path>
            </a:pathLst>
          </a:custGeom>
          <a:solidFill>
            <a:srgbClr val="ff9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2" name=""/>
          <p:cNvSpPr/>
          <p:nvPr/>
        </p:nvSpPr>
        <p:spPr>
          <a:xfrm>
            <a:off x="7728840" y="2705040"/>
            <a:ext cx="667800" cy="478440"/>
          </a:xfrm>
          <a:custGeom>
            <a:avLst/>
            <a:gdLst/>
            <a:ahLst/>
            <a:rect l="0" t="0" r="r" b="b"/>
            <a:pathLst>
              <a:path w="1855" h="1329">
                <a:moveTo>
                  <a:pt x="1851" y="664"/>
                </a:moveTo>
                <a:lnTo>
                  <a:pt x="1850" y="644"/>
                </a:lnTo>
                <a:lnTo>
                  <a:pt x="1849" y="623"/>
                </a:lnTo>
                <a:lnTo>
                  <a:pt x="1847" y="602"/>
                </a:lnTo>
                <a:lnTo>
                  <a:pt x="1844" y="581"/>
                </a:lnTo>
                <a:lnTo>
                  <a:pt x="1840" y="561"/>
                </a:lnTo>
                <a:lnTo>
                  <a:pt x="1835" y="540"/>
                </a:lnTo>
                <a:lnTo>
                  <a:pt x="1829" y="520"/>
                </a:lnTo>
                <a:lnTo>
                  <a:pt x="1822" y="500"/>
                </a:lnTo>
                <a:lnTo>
                  <a:pt x="1814" y="480"/>
                </a:lnTo>
                <a:lnTo>
                  <a:pt x="1806" y="460"/>
                </a:lnTo>
                <a:lnTo>
                  <a:pt x="1796" y="440"/>
                </a:lnTo>
                <a:lnTo>
                  <a:pt x="1786" y="421"/>
                </a:lnTo>
                <a:lnTo>
                  <a:pt x="1775" y="402"/>
                </a:lnTo>
                <a:lnTo>
                  <a:pt x="1763" y="383"/>
                </a:lnTo>
                <a:lnTo>
                  <a:pt x="1750" y="364"/>
                </a:lnTo>
                <a:lnTo>
                  <a:pt x="1737" y="346"/>
                </a:lnTo>
                <a:lnTo>
                  <a:pt x="1722" y="328"/>
                </a:lnTo>
                <a:lnTo>
                  <a:pt x="1707" y="310"/>
                </a:lnTo>
                <a:lnTo>
                  <a:pt x="1690" y="293"/>
                </a:lnTo>
                <a:lnTo>
                  <a:pt x="1674" y="276"/>
                </a:lnTo>
                <a:lnTo>
                  <a:pt x="1656" y="259"/>
                </a:lnTo>
                <a:lnTo>
                  <a:pt x="1638" y="243"/>
                </a:lnTo>
                <a:lnTo>
                  <a:pt x="1619" y="227"/>
                </a:lnTo>
                <a:lnTo>
                  <a:pt x="1600" y="212"/>
                </a:lnTo>
                <a:lnTo>
                  <a:pt x="1580" y="197"/>
                </a:lnTo>
                <a:lnTo>
                  <a:pt x="1559" y="182"/>
                </a:lnTo>
                <a:lnTo>
                  <a:pt x="1537" y="168"/>
                </a:lnTo>
                <a:lnTo>
                  <a:pt x="1515" y="155"/>
                </a:lnTo>
                <a:lnTo>
                  <a:pt x="1493" y="142"/>
                </a:lnTo>
                <a:lnTo>
                  <a:pt x="1469" y="129"/>
                </a:lnTo>
                <a:lnTo>
                  <a:pt x="1446" y="117"/>
                </a:lnTo>
                <a:lnTo>
                  <a:pt x="1421" y="106"/>
                </a:lnTo>
                <a:lnTo>
                  <a:pt x="1397" y="95"/>
                </a:lnTo>
                <a:lnTo>
                  <a:pt x="1372" y="85"/>
                </a:lnTo>
                <a:lnTo>
                  <a:pt x="1346" y="75"/>
                </a:lnTo>
                <a:lnTo>
                  <a:pt x="1320" y="66"/>
                </a:lnTo>
                <a:lnTo>
                  <a:pt x="1293" y="57"/>
                </a:lnTo>
                <a:lnTo>
                  <a:pt x="1267" y="50"/>
                </a:lnTo>
                <a:lnTo>
                  <a:pt x="1240" y="42"/>
                </a:lnTo>
                <a:lnTo>
                  <a:pt x="1212" y="35"/>
                </a:lnTo>
                <a:lnTo>
                  <a:pt x="1184" y="29"/>
                </a:lnTo>
                <a:lnTo>
                  <a:pt x="1156" y="24"/>
                </a:lnTo>
                <a:lnTo>
                  <a:pt x="1128" y="19"/>
                </a:lnTo>
                <a:lnTo>
                  <a:pt x="1100" y="15"/>
                </a:lnTo>
                <a:lnTo>
                  <a:pt x="1071" y="11"/>
                </a:lnTo>
                <a:lnTo>
                  <a:pt x="1043" y="8"/>
                </a:lnTo>
                <a:lnTo>
                  <a:pt x="1014" y="6"/>
                </a:lnTo>
                <a:lnTo>
                  <a:pt x="985" y="4"/>
                </a:lnTo>
                <a:lnTo>
                  <a:pt x="956" y="3"/>
                </a:lnTo>
                <a:lnTo>
                  <a:pt x="927" y="3"/>
                </a:lnTo>
                <a:lnTo>
                  <a:pt x="898" y="3"/>
                </a:lnTo>
                <a:lnTo>
                  <a:pt x="869" y="4"/>
                </a:lnTo>
                <a:lnTo>
                  <a:pt x="840" y="6"/>
                </a:lnTo>
                <a:lnTo>
                  <a:pt x="811" y="8"/>
                </a:lnTo>
                <a:lnTo>
                  <a:pt x="783" y="11"/>
                </a:lnTo>
                <a:lnTo>
                  <a:pt x="754" y="15"/>
                </a:lnTo>
                <a:lnTo>
                  <a:pt x="726" y="19"/>
                </a:lnTo>
                <a:lnTo>
                  <a:pt x="697" y="24"/>
                </a:lnTo>
                <a:lnTo>
                  <a:pt x="669" y="29"/>
                </a:lnTo>
                <a:lnTo>
                  <a:pt x="642" y="35"/>
                </a:lnTo>
                <a:lnTo>
                  <a:pt x="614" y="42"/>
                </a:lnTo>
                <a:lnTo>
                  <a:pt x="587" y="50"/>
                </a:lnTo>
                <a:lnTo>
                  <a:pt x="560" y="57"/>
                </a:lnTo>
                <a:lnTo>
                  <a:pt x="534" y="66"/>
                </a:lnTo>
                <a:lnTo>
                  <a:pt x="508" y="75"/>
                </a:lnTo>
                <a:lnTo>
                  <a:pt x="482" y="85"/>
                </a:lnTo>
                <a:lnTo>
                  <a:pt x="457" y="95"/>
                </a:lnTo>
                <a:lnTo>
                  <a:pt x="432" y="106"/>
                </a:lnTo>
                <a:lnTo>
                  <a:pt x="408" y="117"/>
                </a:lnTo>
                <a:lnTo>
                  <a:pt x="384" y="129"/>
                </a:lnTo>
                <a:lnTo>
                  <a:pt x="361" y="142"/>
                </a:lnTo>
                <a:lnTo>
                  <a:pt x="339" y="155"/>
                </a:lnTo>
                <a:lnTo>
                  <a:pt x="317" y="168"/>
                </a:lnTo>
                <a:lnTo>
                  <a:pt x="295" y="182"/>
                </a:lnTo>
                <a:lnTo>
                  <a:pt x="274" y="197"/>
                </a:lnTo>
                <a:lnTo>
                  <a:pt x="254" y="212"/>
                </a:lnTo>
                <a:lnTo>
                  <a:pt x="235" y="227"/>
                </a:lnTo>
                <a:lnTo>
                  <a:pt x="216" y="243"/>
                </a:lnTo>
                <a:lnTo>
                  <a:pt x="198" y="259"/>
                </a:lnTo>
                <a:lnTo>
                  <a:pt x="180" y="276"/>
                </a:lnTo>
                <a:lnTo>
                  <a:pt x="164" y="293"/>
                </a:lnTo>
                <a:lnTo>
                  <a:pt x="148" y="310"/>
                </a:lnTo>
                <a:lnTo>
                  <a:pt x="133" y="328"/>
                </a:lnTo>
                <a:lnTo>
                  <a:pt x="118" y="346"/>
                </a:lnTo>
                <a:lnTo>
                  <a:pt x="105" y="364"/>
                </a:lnTo>
                <a:lnTo>
                  <a:pt x="92" y="383"/>
                </a:lnTo>
                <a:lnTo>
                  <a:pt x="80" y="402"/>
                </a:lnTo>
                <a:lnTo>
                  <a:pt x="69" y="421"/>
                </a:lnTo>
                <a:lnTo>
                  <a:pt x="59" y="440"/>
                </a:lnTo>
                <a:lnTo>
                  <a:pt x="49" y="460"/>
                </a:lnTo>
                <a:lnTo>
                  <a:pt x="41" y="480"/>
                </a:lnTo>
                <a:lnTo>
                  <a:pt x="33" y="500"/>
                </a:lnTo>
                <a:lnTo>
                  <a:pt x="26" y="520"/>
                </a:lnTo>
                <a:lnTo>
                  <a:pt x="20" y="540"/>
                </a:lnTo>
                <a:lnTo>
                  <a:pt x="15" y="561"/>
                </a:lnTo>
                <a:lnTo>
                  <a:pt x="11" y="581"/>
                </a:lnTo>
                <a:lnTo>
                  <a:pt x="8" y="602"/>
                </a:lnTo>
                <a:lnTo>
                  <a:pt x="6" y="623"/>
                </a:lnTo>
                <a:lnTo>
                  <a:pt x="4" y="644"/>
                </a:lnTo>
                <a:lnTo>
                  <a:pt x="4" y="664"/>
                </a:lnTo>
                <a:lnTo>
                  <a:pt x="4" y="685"/>
                </a:lnTo>
                <a:lnTo>
                  <a:pt x="6" y="706"/>
                </a:lnTo>
                <a:lnTo>
                  <a:pt x="8" y="727"/>
                </a:lnTo>
                <a:lnTo>
                  <a:pt x="11" y="747"/>
                </a:lnTo>
                <a:lnTo>
                  <a:pt x="15" y="768"/>
                </a:lnTo>
                <a:lnTo>
                  <a:pt x="20" y="788"/>
                </a:lnTo>
                <a:lnTo>
                  <a:pt x="26" y="809"/>
                </a:lnTo>
                <a:lnTo>
                  <a:pt x="33" y="829"/>
                </a:lnTo>
                <a:lnTo>
                  <a:pt x="41" y="849"/>
                </a:lnTo>
                <a:lnTo>
                  <a:pt x="49" y="869"/>
                </a:lnTo>
                <a:lnTo>
                  <a:pt x="59" y="888"/>
                </a:lnTo>
                <a:lnTo>
                  <a:pt x="69" y="908"/>
                </a:lnTo>
                <a:lnTo>
                  <a:pt x="80" y="927"/>
                </a:lnTo>
                <a:lnTo>
                  <a:pt x="92" y="946"/>
                </a:lnTo>
                <a:lnTo>
                  <a:pt x="105" y="964"/>
                </a:lnTo>
                <a:lnTo>
                  <a:pt x="118" y="983"/>
                </a:lnTo>
                <a:lnTo>
                  <a:pt x="133" y="1001"/>
                </a:lnTo>
                <a:lnTo>
                  <a:pt x="148" y="1019"/>
                </a:lnTo>
                <a:lnTo>
                  <a:pt x="164" y="1036"/>
                </a:lnTo>
                <a:lnTo>
                  <a:pt x="180" y="1053"/>
                </a:lnTo>
                <a:lnTo>
                  <a:pt x="198" y="1070"/>
                </a:lnTo>
                <a:lnTo>
                  <a:pt x="216" y="1086"/>
                </a:lnTo>
                <a:lnTo>
                  <a:pt x="235" y="1102"/>
                </a:lnTo>
                <a:lnTo>
                  <a:pt x="254" y="1118"/>
                </a:lnTo>
                <a:lnTo>
                  <a:pt x="274" y="1133"/>
                </a:lnTo>
                <a:lnTo>
                  <a:pt x="295" y="1147"/>
                </a:lnTo>
                <a:lnTo>
                  <a:pt x="317" y="1161"/>
                </a:lnTo>
                <a:lnTo>
                  <a:pt x="339" y="1175"/>
                </a:lnTo>
                <a:lnTo>
                  <a:pt x="361" y="1188"/>
                </a:lnTo>
                <a:lnTo>
                  <a:pt x="384" y="1200"/>
                </a:lnTo>
                <a:lnTo>
                  <a:pt x="408" y="1212"/>
                </a:lnTo>
                <a:lnTo>
                  <a:pt x="432" y="1224"/>
                </a:lnTo>
                <a:lnTo>
                  <a:pt x="457" y="1234"/>
                </a:lnTo>
                <a:lnTo>
                  <a:pt x="482" y="1245"/>
                </a:lnTo>
                <a:lnTo>
                  <a:pt x="508" y="1254"/>
                </a:lnTo>
                <a:lnTo>
                  <a:pt x="534" y="1264"/>
                </a:lnTo>
                <a:lnTo>
                  <a:pt x="560" y="1272"/>
                </a:lnTo>
                <a:lnTo>
                  <a:pt x="587" y="1280"/>
                </a:lnTo>
                <a:lnTo>
                  <a:pt x="614" y="1287"/>
                </a:lnTo>
                <a:lnTo>
                  <a:pt x="642" y="1294"/>
                </a:lnTo>
                <a:lnTo>
                  <a:pt x="669" y="1300"/>
                </a:lnTo>
                <a:lnTo>
                  <a:pt x="697" y="1306"/>
                </a:lnTo>
                <a:lnTo>
                  <a:pt x="726" y="1311"/>
                </a:lnTo>
                <a:lnTo>
                  <a:pt x="754" y="1315"/>
                </a:lnTo>
                <a:lnTo>
                  <a:pt x="783" y="1318"/>
                </a:lnTo>
                <a:lnTo>
                  <a:pt x="811" y="1321"/>
                </a:lnTo>
                <a:lnTo>
                  <a:pt x="840" y="1324"/>
                </a:lnTo>
                <a:lnTo>
                  <a:pt x="869" y="1325"/>
                </a:lnTo>
                <a:lnTo>
                  <a:pt x="898" y="1326"/>
                </a:lnTo>
                <a:lnTo>
                  <a:pt x="927" y="1326"/>
                </a:lnTo>
                <a:lnTo>
                  <a:pt x="956" y="1326"/>
                </a:lnTo>
                <a:lnTo>
                  <a:pt x="985" y="1325"/>
                </a:lnTo>
                <a:lnTo>
                  <a:pt x="1014" y="1324"/>
                </a:lnTo>
                <a:lnTo>
                  <a:pt x="1043" y="1321"/>
                </a:lnTo>
                <a:lnTo>
                  <a:pt x="1071" y="1318"/>
                </a:lnTo>
                <a:lnTo>
                  <a:pt x="1100" y="1315"/>
                </a:lnTo>
                <a:lnTo>
                  <a:pt x="1128" y="1311"/>
                </a:lnTo>
                <a:lnTo>
                  <a:pt x="1156" y="1306"/>
                </a:lnTo>
                <a:lnTo>
                  <a:pt x="1184" y="1300"/>
                </a:lnTo>
                <a:lnTo>
                  <a:pt x="1212" y="1294"/>
                </a:lnTo>
                <a:lnTo>
                  <a:pt x="1240" y="1287"/>
                </a:lnTo>
                <a:lnTo>
                  <a:pt x="1267" y="1280"/>
                </a:lnTo>
                <a:lnTo>
                  <a:pt x="1293" y="1272"/>
                </a:lnTo>
                <a:lnTo>
                  <a:pt x="1320" y="1264"/>
                </a:lnTo>
                <a:lnTo>
                  <a:pt x="1346" y="1254"/>
                </a:lnTo>
                <a:lnTo>
                  <a:pt x="1372" y="1245"/>
                </a:lnTo>
                <a:lnTo>
                  <a:pt x="1397" y="1234"/>
                </a:lnTo>
                <a:lnTo>
                  <a:pt x="1421" y="1224"/>
                </a:lnTo>
                <a:lnTo>
                  <a:pt x="1446" y="1212"/>
                </a:lnTo>
                <a:lnTo>
                  <a:pt x="1469" y="1200"/>
                </a:lnTo>
                <a:lnTo>
                  <a:pt x="1493" y="1188"/>
                </a:lnTo>
                <a:lnTo>
                  <a:pt x="1515" y="1175"/>
                </a:lnTo>
                <a:lnTo>
                  <a:pt x="1537" y="1161"/>
                </a:lnTo>
                <a:lnTo>
                  <a:pt x="1559" y="1147"/>
                </a:lnTo>
                <a:lnTo>
                  <a:pt x="1580" y="1133"/>
                </a:lnTo>
                <a:lnTo>
                  <a:pt x="1600" y="1118"/>
                </a:lnTo>
                <a:lnTo>
                  <a:pt x="1619" y="1102"/>
                </a:lnTo>
                <a:lnTo>
                  <a:pt x="1638" y="1086"/>
                </a:lnTo>
                <a:lnTo>
                  <a:pt x="1656" y="1070"/>
                </a:lnTo>
                <a:lnTo>
                  <a:pt x="1674" y="1053"/>
                </a:lnTo>
                <a:lnTo>
                  <a:pt x="1690" y="1036"/>
                </a:lnTo>
                <a:lnTo>
                  <a:pt x="1707" y="1019"/>
                </a:lnTo>
                <a:lnTo>
                  <a:pt x="1722" y="1001"/>
                </a:lnTo>
                <a:lnTo>
                  <a:pt x="1737" y="983"/>
                </a:lnTo>
                <a:lnTo>
                  <a:pt x="1750" y="964"/>
                </a:lnTo>
                <a:lnTo>
                  <a:pt x="1763" y="946"/>
                </a:lnTo>
                <a:lnTo>
                  <a:pt x="1775" y="927"/>
                </a:lnTo>
                <a:lnTo>
                  <a:pt x="1786" y="908"/>
                </a:lnTo>
                <a:lnTo>
                  <a:pt x="1796" y="888"/>
                </a:lnTo>
                <a:lnTo>
                  <a:pt x="1806" y="869"/>
                </a:lnTo>
                <a:lnTo>
                  <a:pt x="1814" y="849"/>
                </a:lnTo>
                <a:lnTo>
                  <a:pt x="1822" y="829"/>
                </a:lnTo>
                <a:lnTo>
                  <a:pt x="1829" y="809"/>
                </a:lnTo>
                <a:lnTo>
                  <a:pt x="1835" y="788"/>
                </a:lnTo>
                <a:lnTo>
                  <a:pt x="1840" y="768"/>
                </a:lnTo>
                <a:lnTo>
                  <a:pt x="1844" y="747"/>
                </a:lnTo>
                <a:lnTo>
                  <a:pt x="1847" y="727"/>
                </a:lnTo>
                <a:lnTo>
                  <a:pt x="1849" y="706"/>
                </a:lnTo>
                <a:lnTo>
                  <a:pt x="1850" y="685"/>
                </a:lnTo>
                <a:lnTo>
                  <a:pt x="1851" y="664"/>
                </a:lnTo>
                <a:moveTo>
                  <a:pt x="1855" y="664"/>
                </a:moveTo>
                <a:lnTo>
                  <a:pt x="1854" y="685"/>
                </a:lnTo>
                <a:lnTo>
                  <a:pt x="1853" y="706"/>
                </a:lnTo>
                <a:lnTo>
                  <a:pt x="1851" y="727"/>
                </a:lnTo>
                <a:lnTo>
                  <a:pt x="1847" y="748"/>
                </a:lnTo>
                <a:lnTo>
                  <a:pt x="1843" y="768"/>
                </a:lnTo>
                <a:lnTo>
                  <a:pt x="1838" y="789"/>
                </a:lnTo>
                <a:lnTo>
                  <a:pt x="1832" y="809"/>
                </a:lnTo>
                <a:lnTo>
                  <a:pt x="1826" y="829"/>
                </a:lnTo>
                <a:lnTo>
                  <a:pt x="1818" y="850"/>
                </a:lnTo>
                <a:lnTo>
                  <a:pt x="1809" y="869"/>
                </a:lnTo>
                <a:lnTo>
                  <a:pt x="1800" y="889"/>
                </a:lnTo>
                <a:lnTo>
                  <a:pt x="1790" y="909"/>
                </a:lnTo>
                <a:lnTo>
                  <a:pt x="1779" y="928"/>
                </a:lnTo>
                <a:lnTo>
                  <a:pt x="1767" y="947"/>
                </a:lnTo>
                <a:lnTo>
                  <a:pt x="1754" y="966"/>
                </a:lnTo>
                <a:lnTo>
                  <a:pt x="1740" y="984"/>
                </a:lnTo>
                <a:lnTo>
                  <a:pt x="1726" y="1002"/>
                </a:lnTo>
                <a:lnTo>
                  <a:pt x="1710" y="1020"/>
                </a:lnTo>
                <a:lnTo>
                  <a:pt x="1693" y="1038"/>
                </a:lnTo>
                <a:lnTo>
                  <a:pt x="1677" y="1055"/>
                </a:lnTo>
                <a:lnTo>
                  <a:pt x="1659" y="1071"/>
                </a:lnTo>
                <a:lnTo>
                  <a:pt x="1641" y="1088"/>
                </a:lnTo>
                <a:lnTo>
                  <a:pt x="1622" y="1103"/>
                </a:lnTo>
                <a:lnTo>
                  <a:pt x="1603" y="1120"/>
                </a:lnTo>
                <a:lnTo>
                  <a:pt x="1582" y="1135"/>
                </a:lnTo>
                <a:lnTo>
                  <a:pt x="1561" y="1149"/>
                </a:lnTo>
                <a:lnTo>
                  <a:pt x="1540" y="1163"/>
                </a:lnTo>
                <a:lnTo>
                  <a:pt x="1518" y="1177"/>
                </a:lnTo>
                <a:lnTo>
                  <a:pt x="1495" y="1190"/>
                </a:lnTo>
                <a:lnTo>
                  <a:pt x="1472" y="1202"/>
                </a:lnTo>
                <a:lnTo>
                  <a:pt x="1448" y="1214"/>
                </a:lnTo>
                <a:lnTo>
                  <a:pt x="1424" y="1226"/>
                </a:lnTo>
                <a:lnTo>
                  <a:pt x="1399" y="1237"/>
                </a:lnTo>
                <a:lnTo>
                  <a:pt x="1373" y="1247"/>
                </a:lnTo>
                <a:lnTo>
                  <a:pt x="1348" y="1257"/>
                </a:lnTo>
                <a:lnTo>
                  <a:pt x="1322" y="1266"/>
                </a:lnTo>
                <a:lnTo>
                  <a:pt x="1295" y="1275"/>
                </a:lnTo>
                <a:lnTo>
                  <a:pt x="1268" y="1283"/>
                </a:lnTo>
                <a:lnTo>
                  <a:pt x="1241" y="1290"/>
                </a:lnTo>
                <a:lnTo>
                  <a:pt x="1213" y="1297"/>
                </a:lnTo>
                <a:lnTo>
                  <a:pt x="1186" y="1303"/>
                </a:lnTo>
                <a:lnTo>
                  <a:pt x="1157" y="1308"/>
                </a:lnTo>
                <a:lnTo>
                  <a:pt x="1129" y="1313"/>
                </a:lnTo>
                <a:lnTo>
                  <a:pt x="1101" y="1318"/>
                </a:lnTo>
                <a:lnTo>
                  <a:pt x="1072" y="1321"/>
                </a:lnTo>
                <a:lnTo>
                  <a:pt x="1043" y="1324"/>
                </a:lnTo>
                <a:lnTo>
                  <a:pt x="1014" y="1326"/>
                </a:lnTo>
                <a:lnTo>
                  <a:pt x="985" y="1328"/>
                </a:lnTo>
                <a:lnTo>
                  <a:pt x="956" y="1329"/>
                </a:lnTo>
                <a:lnTo>
                  <a:pt x="927" y="1329"/>
                </a:lnTo>
                <a:lnTo>
                  <a:pt x="898" y="1329"/>
                </a:lnTo>
                <a:lnTo>
                  <a:pt x="869" y="1328"/>
                </a:lnTo>
                <a:lnTo>
                  <a:pt x="840" y="1326"/>
                </a:lnTo>
                <a:lnTo>
                  <a:pt x="811" y="1324"/>
                </a:lnTo>
                <a:lnTo>
                  <a:pt x="782" y="1321"/>
                </a:lnTo>
                <a:lnTo>
                  <a:pt x="753" y="1318"/>
                </a:lnTo>
                <a:lnTo>
                  <a:pt x="725" y="1313"/>
                </a:lnTo>
                <a:lnTo>
                  <a:pt x="696" y="1308"/>
                </a:lnTo>
                <a:lnTo>
                  <a:pt x="668" y="1303"/>
                </a:lnTo>
                <a:lnTo>
                  <a:pt x="641" y="1297"/>
                </a:lnTo>
                <a:lnTo>
                  <a:pt x="613" y="1290"/>
                </a:lnTo>
                <a:lnTo>
                  <a:pt x="586" y="1283"/>
                </a:lnTo>
                <a:lnTo>
                  <a:pt x="559" y="1275"/>
                </a:lnTo>
                <a:lnTo>
                  <a:pt x="532" y="1266"/>
                </a:lnTo>
                <a:lnTo>
                  <a:pt x="506" y="1257"/>
                </a:lnTo>
                <a:lnTo>
                  <a:pt x="480" y="1247"/>
                </a:lnTo>
                <a:lnTo>
                  <a:pt x="455" y="1237"/>
                </a:lnTo>
                <a:lnTo>
                  <a:pt x="430" y="1226"/>
                </a:lnTo>
                <a:lnTo>
                  <a:pt x="406" y="1214"/>
                </a:lnTo>
                <a:lnTo>
                  <a:pt x="382" y="1202"/>
                </a:lnTo>
                <a:lnTo>
                  <a:pt x="359" y="1190"/>
                </a:lnTo>
                <a:lnTo>
                  <a:pt x="336" y="1177"/>
                </a:lnTo>
                <a:lnTo>
                  <a:pt x="314" y="1163"/>
                </a:lnTo>
                <a:lnTo>
                  <a:pt x="293" y="1149"/>
                </a:lnTo>
                <a:lnTo>
                  <a:pt x="272" y="1135"/>
                </a:lnTo>
                <a:lnTo>
                  <a:pt x="251" y="1120"/>
                </a:lnTo>
                <a:lnTo>
                  <a:pt x="232" y="1103"/>
                </a:lnTo>
                <a:lnTo>
                  <a:pt x="213" y="1088"/>
                </a:lnTo>
                <a:lnTo>
                  <a:pt x="195" y="1071"/>
                </a:lnTo>
                <a:lnTo>
                  <a:pt x="177" y="1055"/>
                </a:lnTo>
                <a:lnTo>
                  <a:pt x="160" y="1038"/>
                </a:lnTo>
                <a:lnTo>
                  <a:pt x="144" y="1020"/>
                </a:lnTo>
                <a:lnTo>
                  <a:pt x="129" y="1002"/>
                </a:lnTo>
                <a:lnTo>
                  <a:pt x="115" y="984"/>
                </a:lnTo>
                <a:lnTo>
                  <a:pt x="101" y="966"/>
                </a:lnTo>
                <a:lnTo>
                  <a:pt x="88" y="947"/>
                </a:lnTo>
                <a:lnTo>
                  <a:pt x="76" y="928"/>
                </a:lnTo>
                <a:lnTo>
                  <a:pt x="65" y="909"/>
                </a:lnTo>
                <a:lnTo>
                  <a:pt x="55" y="889"/>
                </a:lnTo>
                <a:lnTo>
                  <a:pt x="46" y="869"/>
                </a:lnTo>
                <a:lnTo>
                  <a:pt x="37" y="850"/>
                </a:lnTo>
                <a:lnTo>
                  <a:pt x="29" y="829"/>
                </a:lnTo>
                <a:lnTo>
                  <a:pt x="22" y="809"/>
                </a:lnTo>
                <a:lnTo>
                  <a:pt x="17" y="789"/>
                </a:lnTo>
                <a:lnTo>
                  <a:pt x="12" y="768"/>
                </a:lnTo>
                <a:lnTo>
                  <a:pt x="7" y="748"/>
                </a:lnTo>
                <a:lnTo>
                  <a:pt x="4" y="727"/>
                </a:lnTo>
                <a:lnTo>
                  <a:pt x="2" y="706"/>
                </a:lnTo>
                <a:lnTo>
                  <a:pt x="1" y="685"/>
                </a:lnTo>
                <a:lnTo>
                  <a:pt x="0" y="664"/>
                </a:lnTo>
                <a:lnTo>
                  <a:pt x="1" y="643"/>
                </a:lnTo>
                <a:lnTo>
                  <a:pt x="2" y="623"/>
                </a:lnTo>
                <a:lnTo>
                  <a:pt x="4" y="602"/>
                </a:lnTo>
                <a:lnTo>
                  <a:pt x="7" y="581"/>
                </a:lnTo>
                <a:lnTo>
                  <a:pt x="12" y="560"/>
                </a:lnTo>
                <a:lnTo>
                  <a:pt x="17" y="540"/>
                </a:lnTo>
                <a:lnTo>
                  <a:pt x="22" y="519"/>
                </a:lnTo>
                <a:lnTo>
                  <a:pt x="29" y="499"/>
                </a:lnTo>
                <a:lnTo>
                  <a:pt x="37" y="479"/>
                </a:lnTo>
                <a:lnTo>
                  <a:pt x="46" y="459"/>
                </a:lnTo>
                <a:lnTo>
                  <a:pt x="55" y="439"/>
                </a:lnTo>
                <a:lnTo>
                  <a:pt x="65" y="420"/>
                </a:lnTo>
                <a:lnTo>
                  <a:pt x="76" y="401"/>
                </a:lnTo>
                <a:lnTo>
                  <a:pt x="88" y="382"/>
                </a:lnTo>
                <a:lnTo>
                  <a:pt x="101" y="363"/>
                </a:lnTo>
                <a:lnTo>
                  <a:pt x="115" y="344"/>
                </a:lnTo>
                <a:lnTo>
                  <a:pt x="129" y="326"/>
                </a:lnTo>
                <a:lnTo>
                  <a:pt x="144" y="309"/>
                </a:lnTo>
                <a:lnTo>
                  <a:pt x="160" y="291"/>
                </a:lnTo>
                <a:lnTo>
                  <a:pt x="177" y="274"/>
                </a:lnTo>
                <a:lnTo>
                  <a:pt x="195" y="257"/>
                </a:lnTo>
                <a:lnTo>
                  <a:pt x="213" y="241"/>
                </a:lnTo>
                <a:lnTo>
                  <a:pt x="232" y="225"/>
                </a:lnTo>
                <a:lnTo>
                  <a:pt x="251" y="210"/>
                </a:lnTo>
                <a:lnTo>
                  <a:pt x="272" y="195"/>
                </a:lnTo>
                <a:lnTo>
                  <a:pt x="293" y="180"/>
                </a:lnTo>
                <a:lnTo>
                  <a:pt x="314" y="166"/>
                </a:lnTo>
                <a:lnTo>
                  <a:pt x="336" y="153"/>
                </a:lnTo>
                <a:lnTo>
                  <a:pt x="359" y="140"/>
                </a:lnTo>
                <a:lnTo>
                  <a:pt x="382" y="127"/>
                </a:lnTo>
                <a:lnTo>
                  <a:pt x="406" y="115"/>
                </a:lnTo>
                <a:lnTo>
                  <a:pt x="430" y="104"/>
                </a:lnTo>
                <a:lnTo>
                  <a:pt x="455" y="93"/>
                </a:lnTo>
                <a:lnTo>
                  <a:pt x="480" y="82"/>
                </a:lnTo>
                <a:lnTo>
                  <a:pt x="506" y="73"/>
                </a:lnTo>
                <a:lnTo>
                  <a:pt x="532" y="64"/>
                </a:lnTo>
                <a:lnTo>
                  <a:pt x="559" y="55"/>
                </a:lnTo>
                <a:lnTo>
                  <a:pt x="586" y="47"/>
                </a:lnTo>
                <a:lnTo>
                  <a:pt x="613" y="40"/>
                </a:lnTo>
                <a:lnTo>
                  <a:pt x="641" y="33"/>
                </a:lnTo>
                <a:lnTo>
                  <a:pt x="668" y="27"/>
                </a:lnTo>
                <a:lnTo>
                  <a:pt x="696" y="21"/>
                </a:lnTo>
                <a:lnTo>
                  <a:pt x="725" y="16"/>
                </a:lnTo>
                <a:lnTo>
                  <a:pt x="753" y="12"/>
                </a:lnTo>
                <a:lnTo>
                  <a:pt x="782" y="9"/>
                </a:lnTo>
                <a:lnTo>
                  <a:pt x="811" y="6"/>
                </a:lnTo>
                <a:lnTo>
                  <a:pt x="840" y="3"/>
                </a:lnTo>
                <a:lnTo>
                  <a:pt x="869" y="2"/>
                </a:lnTo>
                <a:lnTo>
                  <a:pt x="898" y="1"/>
                </a:lnTo>
                <a:lnTo>
                  <a:pt x="927" y="0"/>
                </a:lnTo>
                <a:lnTo>
                  <a:pt x="956" y="1"/>
                </a:lnTo>
                <a:lnTo>
                  <a:pt x="985" y="2"/>
                </a:lnTo>
                <a:lnTo>
                  <a:pt x="1014" y="3"/>
                </a:lnTo>
                <a:lnTo>
                  <a:pt x="1043" y="6"/>
                </a:lnTo>
                <a:lnTo>
                  <a:pt x="1072" y="9"/>
                </a:lnTo>
                <a:lnTo>
                  <a:pt x="1101" y="12"/>
                </a:lnTo>
                <a:lnTo>
                  <a:pt x="1129" y="16"/>
                </a:lnTo>
                <a:lnTo>
                  <a:pt x="1157" y="21"/>
                </a:lnTo>
                <a:lnTo>
                  <a:pt x="1186" y="27"/>
                </a:lnTo>
                <a:lnTo>
                  <a:pt x="1213" y="33"/>
                </a:lnTo>
                <a:lnTo>
                  <a:pt x="1241" y="40"/>
                </a:lnTo>
                <a:lnTo>
                  <a:pt x="1268" y="47"/>
                </a:lnTo>
                <a:lnTo>
                  <a:pt x="1295" y="55"/>
                </a:lnTo>
                <a:lnTo>
                  <a:pt x="1322" y="64"/>
                </a:lnTo>
                <a:lnTo>
                  <a:pt x="1348" y="73"/>
                </a:lnTo>
                <a:lnTo>
                  <a:pt x="1373" y="82"/>
                </a:lnTo>
                <a:lnTo>
                  <a:pt x="1399" y="93"/>
                </a:lnTo>
                <a:lnTo>
                  <a:pt x="1424" y="104"/>
                </a:lnTo>
                <a:lnTo>
                  <a:pt x="1448" y="115"/>
                </a:lnTo>
                <a:lnTo>
                  <a:pt x="1472" y="127"/>
                </a:lnTo>
                <a:lnTo>
                  <a:pt x="1495" y="140"/>
                </a:lnTo>
                <a:lnTo>
                  <a:pt x="1518" y="153"/>
                </a:lnTo>
                <a:lnTo>
                  <a:pt x="1540" y="166"/>
                </a:lnTo>
                <a:lnTo>
                  <a:pt x="1561" y="180"/>
                </a:lnTo>
                <a:lnTo>
                  <a:pt x="1582" y="195"/>
                </a:lnTo>
                <a:lnTo>
                  <a:pt x="1603" y="210"/>
                </a:lnTo>
                <a:lnTo>
                  <a:pt x="1622" y="225"/>
                </a:lnTo>
                <a:lnTo>
                  <a:pt x="1641" y="241"/>
                </a:lnTo>
                <a:lnTo>
                  <a:pt x="1659" y="257"/>
                </a:lnTo>
                <a:lnTo>
                  <a:pt x="1677" y="274"/>
                </a:lnTo>
                <a:lnTo>
                  <a:pt x="1693" y="291"/>
                </a:lnTo>
                <a:lnTo>
                  <a:pt x="1710" y="309"/>
                </a:lnTo>
                <a:lnTo>
                  <a:pt x="1726" y="326"/>
                </a:lnTo>
                <a:lnTo>
                  <a:pt x="1740" y="344"/>
                </a:lnTo>
                <a:lnTo>
                  <a:pt x="1754" y="363"/>
                </a:lnTo>
                <a:lnTo>
                  <a:pt x="1767" y="382"/>
                </a:lnTo>
                <a:lnTo>
                  <a:pt x="1779" y="401"/>
                </a:lnTo>
                <a:lnTo>
                  <a:pt x="1790" y="420"/>
                </a:lnTo>
                <a:lnTo>
                  <a:pt x="1800" y="439"/>
                </a:lnTo>
                <a:lnTo>
                  <a:pt x="1809" y="459"/>
                </a:lnTo>
                <a:lnTo>
                  <a:pt x="1818" y="479"/>
                </a:lnTo>
                <a:lnTo>
                  <a:pt x="1826" y="499"/>
                </a:lnTo>
                <a:lnTo>
                  <a:pt x="1832" y="519"/>
                </a:lnTo>
                <a:lnTo>
                  <a:pt x="1838" y="540"/>
                </a:lnTo>
                <a:lnTo>
                  <a:pt x="1843" y="560"/>
                </a:lnTo>
                <a:lnTo>
                  <a:pt x="1847" y="581"/>
                </a:lnTo>
                <a:lnTo>
                  <a:pt x="1851" y="602"/>
                </a:lnTo>
                <a:lnTo>
                  <a:pt x="1853" y="623"/>
                </a:lnTo>
                <a:lnTo>
                  <a:pt x="1854" y="643"/>
                </a:lnTo>
                <a:lnTo>
                  <a:pt x="1855" y="664"/>
                </a:lnTo>
                <a:close/>
              </a:path>
            </a:pathLst>
          </a:custGeom>
          <a:solidFill>
            <a:srgbClr val="ff9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3" name=""/>
          <p:cNvSpPr/>
          <p:nvPr/>
        </p:nvSpPr>
        <p:spPr>
          <a:xfrm>
            <a:off x="7727400" y="2704320"/>
            <a:ext cx="670680" cy="480240"/>
          </a:xfrm>
          <a:custGeom>
            <a:avLst/>
            <a:gdLst/>
            <a:ahLst/>
            <a:rect l="0" t="0" r="r" b="b"/>
            <a:pathLst>
              <a:path w="1863" h="1334">
                <a:moveTo>
                  <a:pt x="1859" y="666"/>
                </a:moveTo>
                <a:lnTo>
                  <a:pt x="1858" y="645"/>
                </a:lnTo>
                <a:lnTo>
                  <a:pt x="1857" y="625"/>
                </a:lnTo>
                <a:lnTo>
                  <a:pt x="1855" y="604"/>
                </a:lnTo>
                <a:lnTo>
                  <a:pt x="1851" y="583"/>
                </a:lnTo>
                <a:lnTo>
                  <a:pt x="1847" y="562"/>
                </a:lnTo>
                <a:lnTo>
                  <a:pt x="1842" y="542"/>
                </a:lnTo>
                <a:lnTo>
                  <a:pt x="1836" y="521"/>
                </a:lnTo>
                <a:lnTo>
                  <a:pt x="1830" y="501"/>
                </a:lnTo>
                <a:lnTo>
                  <a:pt x="1822" y="481"/>
                </a:lnTo>
                <a:lnTo>
                  <a:pt x="1813" y="461"/>
                </a:lnTo>
                <a:lnTo>
                  <a:pt x="1804" y="441"/>
                </a:lnTo>
                <a:lnTo>
                  <a:pt x="1793" y="422"/>
                </a:lnTo>
                <a:lnTo>
                  <a:pt x="1782" y="403"/>
                </a:lnTo>
                <a:lnTo>
                  <a:pt x="1770" y="384"/>
                </a:lnTo>
                <a:lnTo>
                  <a:pt x="1757" y="365"/>
                </a:lnTo>
                <a:lnTo>
                  <a:pt x="1743" y="346"/>
                </a:lnTo>
                <a:lnTo>
                  <a:pt x="1729" y="328"/>
                </a:lnTo>
                <a:lnTo>
                  <a:pt x="1713" y="311"/>
                </a:lnTo>
                <a:lnTo>
                  <a:pt x="1697" y="293"/>
                </a:lnTo>
                <a:lnTo>
                  <a:pt x="1681" y="276"/>
                </a:lnTo>
                <a:lnTo>
                  <a:pt x="1663" y="259"/>
                </a:lnTo>
                <a:lnTo>
                  <a:pt x="1645" y="243"/>
                </a:lnTo>
                <a:lnTo>
                  <a:pt x="1626" y="227"/>
                </a:lnTo>
                <a:lnTo>
                  <a:pt x="1607" y="212"/>
                </a:lnTo>
                <a:lnTo>
                  <a:pt x="1586" y="197"/>
                </a:lnTo>
                <a:lnTo>
                  <a:pt x="1565" y="182"/>
                </a:lnTo>
                <a:lnTo>
                  <a:pt x="1544" y="168"/>
                </a:lnTo>
                <a:lnTo>
                  <a:pt x="1522" y="155"/>
                </a:lnTo>
                <a:lnTo>
                  <a:pt x="1499" y="142"/>
                </a:lnTo>
                <a:lnTo>
                  <a:pt x="1476" y="129"/>
                </a:lnTo>
                <a:lnTo>
                  <a:pt x="1452" y="117"/>
                </a:lnTo>
                <a:lnTo>
                  <a:pt x="1428" y="106"/>
                </a:lnTo>
                <a:lnTo>
                  <a:pt x="1403" y="95"/>
                </a:lnTo>
                <a:lnTo>
                  <a:pt x="1377" y="84"/>
                </a:lnTo>
                <a:lnTo>
                  <a:pt x="1352" y="75"/>
                </a:lnTo>
                <a:lnTo>
                  <a:pt x="1326" y="66"/>
                </a:lnTo>
                <a:lnTo>
                  <a:pt x="1299" y="57"/>
                </a:lnTo>
                <a:lnTo>
                  <a:pt x="1272" y="49"/>
                </a:lnTo>
                <a:lnTo>
                  <a:pt x="1245" y="42"/>
                </a:lnTo>
                <a:lnTo>
                  <a:pt x="1217" y="35"/>
                </a:lnTo>
                <a:lnTo>
                  <a:pt x="1190" y="29"/>
                </a:lnTo>
                <a:lnTo>
                  <a:pt x="1161" y="23"/>
                </a:lnTo>
                <a:lnTo>
                  <a:pt x="1133" y="18"/>
                </a:lnTo>
                <a:lnTo>
                  <a:pt x="1105" y="14"/>
                </a:lnTo>
                <a:lnTo>
                  <a:pt x="1076" y="11"/>
                </a:lnTo>
                <a:lnTo>
                  <a:pt x="1047" y="8"/>
                </a:lnTo>
                <a:lnTo>
                  <a:pt x="1018" y="5"/>
                </a:lnTo>
                <a:lnTo>
                  <a:pt x="989" y="4"/>
                </a:lnTo>
                <a:lnTo>
                  <a:pt x="960" y="3"/>
                </a:lnTo>
                <a:lnTo>
                  <a:pt x="931" y="2"/>
                </a:lnTo>
                <a:lnTo>
                  <a:pt x="902" y="3"/>
                </a:lnTo>
                <a:lnTo>
                  <a:pt x="873" y="4"/>
                </a:lnTo>
                <a:lnTo>
                  <a:pt x="844" y="5"/>
                </a:lnTo>
                <a:lnTo>
                  <a:pt x="815" y="8"/>
                </a:lnTo>
                <a:lnTo>
                  <a:pt x="786" y="11"/>
                </a:lnTo>
                <a:lnTo>
                  <a:pt x="757" y="14"/>
                </a:lnTo>
                <a:lnTo>
                  <a:pt x="729" y="18"/>
                </a:lnTo>
                <a:lnTo>
                  <a:pt x="700" y="23"/>
                </a:lnTo>
                <a:lnTo>
                  <a:pt x="672" y="29"/>
                </a:lnTo>
                <a:lnTo>
                  <a:pt x="645" y="35"/>
                </a:lnTo>
                <a:lnTo>
                  <a:pt x="617" y="42"/>
                </a:lnTo>
                <a:lnTo>
                  <a:pt x="590" y="49"/>
                </a:lnTo>
                <a:lnTo>
                  <a:pt x="563" y="57"/>
                </a:lnTo>
                <a:lnTo>
                  <a:pt x="536" y="66"/>
                </a:lnTo>
                <a:lnTo>
                  <a:pt x="510" y="75"/>
                </a:lnTo>
                <a:lnTo>
                  <a:pt x="484" y="84"/>
                </a:lnTo>
                <a:lnTo>
                  <a:pt x="459" y="95"/>
                </a:lnTo>
                <a:lnTo>
                  <a:pt x="434" y="106"/>
                </a:lnTo>
                <a:lnTo>
                  <a:pt x="410" y="117"/>
                </a:lnTo>
                <a:lnTo>
                  <a:pt x="386" y="129"/>
                </a:lnTo>
                <a:lnTo>
                  <a:pt x="363" y="142"/>
                </a:lnTo>
                <a:lnTo>
                  <a:pt x="340" y="155"/>
                </a:lnTo>
                <a:lnTo>
                  <a:pt x="318" y="168"/>
                </a:lnTo>
                <a:lnTo>
                  <a:pt x="297" y="182"/>
                </a:lnTo>
                <a:lnTo>
                  <a:pt x="276" y="197"/>
                </a:lnTo>
                <a:lnTo>
                  <a:pt x="255" y="212"/>
                </a:lnTo>
                <a:lnTo>
                  <a:pt x="236" y="227"/>
                </a:lnTo>
                <a:lnTo>
                  <a:pt x="217" y="243"/>
                </a:lnTo>
                <a:lnTo>
                  <a:pt x="199" y="259"/>
                </a:lnTo>
                <a:lnTo>
                  <a:pt x="181" y="276"/>
                </a:lnTo>
                <a:lnTo>
                  <a:pt x="164" y="293"/>
                </a:lnTo>
                <a:lnTo>
                  <a:pt x="148" y="311"/>
                </a:lnTo>
                <a:lnTo>
                  <a:pt x="133" y="328"/>
                </a:lnTo>
                <a:lnTo>
                  <a:pt x="119" y="346"/>
                </a:lnTo>
                <a:lnTo>
                  <a:pt x="105" y="365"/>
                </a:lnTo>
                <a:lnTo>
                  <a:pt x="92" y="384"/>
                </a:lnTo>
                <a:lnTo>
                  <a:pt x="80" y="403"/>
                </a:lnTo>
                <a:lnTo>
                  <a:pt x="69" y="422"/>
                </a:lnTo>
                <a:lnTo>
                  <a:pt x="59" y="441"/>
                </a:lnTo>
                <a:lnTo>
                  <a:pt x="50" y="461"/>
                </a:lnTo>
                <a:lnTo>
                  <a:pt x="41" y="481"/>
                </a:lnTo>
                <a:lnTo>
                  <a:pt x="33" y="501"/>
                </a:lnTo>
                <a:lnTo>
                  <a:pt x="26" y="521"/>
                </a:lnTo>
                <a:lnTo>
                  <a:pt x="21" y="542"/>
                </a:lnTo>
                <a:lnTo>
                  <a:pt x="16" y="562"/>
                </a:lnTo>
                <a:lnTo>
                  <a:pt x="11" y="583"/>
                </a:lnTo>
                <a:lnTo>
                  <a:pt x="8" y="604"/>
                </a:lnTo>
                <a:lnTo>
                  <a:pt x="6" y="625"/>
                </a:lnTo>
                <a:lnTo>
                  <a:pt x="5" y="645"/>
                </a:lnTo>
                <a:lnTo>
                  <a:pt x="4" y="666"/>
                </a:lnTo>
                <a:lnTo>
                  <a:pt x="5" y="687"/>
                </a:lnTo>
                <a:lnTo>
                  <a:pt x="6" y="708"/>
                </a:lnTo>
                <a:lnTo>
                  <a:pt x="8" y="729"/>
                </a:lnTo>
                <a:lnTo>
                  <a:pt x="11" y="750"/>
                </a:lnTo>
                <a:lnTo>
                  <a:pt x="16" y="770"/>
                </a:lnTo>
                <a:lnTo>
                  <a:pt x="21" y="791"/>
                </a:lnTo>
                <a:lnTo>
                  <a:pt x="26" y="811"/>
                </a:lnTo>
                <a:lnTo>
                  <a:pt x="33" y="831"/>
                </a:lnTo>
                <a:lnTo>
                  <a:pt x="41" y="852"/>
                </a:lnTo>
                <a:lnTo>
                  <a:pt x="50" y="871"/>
                </a:lnTo>
                <a:lnTo>
                  <a:pt x="59" y="891"/>
                </a:lnTo>
                <a:lnTo>
                  <a:pt x="69" y="911"/>
                </a:lnTo>
                <a:lnTo>
                  <a:pt x="80" y="930"/>
                </a:lnTo>
                <a:lnTo>
                  <a:pt x="92" y="949"/>
                </a:lnTo>
                <a:lnTo>
                  <a:pt x="105" y="968"/>
                </a:lnTo>
                <a:lnTo>
                  <a:pt x="119" y="986"/>
                </a:lnTo>
                <a:lnTo>
                  <a:pt x="133" y="1004"/>
                </a:lnTo>
                <a:lnTo>
                  <a:pt x="148" y="1022"/>
                </a:lnTo>
                <a:lnTo>
                  <a:pt x="164" y="1040"/>
                </a:lnTo>
                <a:lnTo>
                  <a:pt x="181" y="1057"/>
                </a:lnTo>
                <a:lnTo>
                  <a:pt x="199" y="1073"/>
                </a:lnTo>
                <a:lnTo>
                  <a:pt x="217" y="1090"/>
                </a:lnTo>
                <a:lnTo>
                  <a:pt x="236" y="1105"/>
                </a:lnTo>
                <a:lnTo>
                  <a:pt x="255" y="1121"/>
                </a:lnTo>
                <a:lnTo>
                  <a:pt x="276" y="1136"/>
                </a:lnTo>
                <a:lnTo>
                  <a:pt x="297" y="1150"/>
                </a:lnTo>
                <a:lnTo>
                  <a:pt x="318" y="1165"/>
                </a:lnTo>
                <a:lnTo>
                  <a:pt x="340" y="1179"/>
                </a:lnTo>
                <a:lnTo>
                  <a:pt x="363" y="1192"/>
                </a:lnTo>
                <a:lnTo>
                  <a:pt x="386" y="1204"/>
                </a:lnTo>
                <a:lnTo>
                  <a:pt x="410" y="1216"/>
                </a:lnTo>
                <a:lnTo>
                  <a:pt x="434" y="1228"/>
                </a:lnTo>
                <a:lnTo>
                  <a:pt x="459" y="1239"/>
                </a:lnTo>
                <a:lnTo>
                  <a:pt x="484" y="1249"/>
                </a:lnTo>
                <a:lnTo>
                  <a:pt x="510" y="1259"/>
                </a:lnTo>
                <a:lnTo>
                  <a:pt x="536" y="1268"/>
                </a:lnTo>
                <a:lnTo>
                  <a:pt x="563" y="1277"/>
                </a:lnTo>
                <a:lnTo>
                  <a:pt x="590" y="1285"/>
                </a:lnTo>
                <a:lnTo>
                  <a:pt x="617" y="1292"/>
                </a:lnTo>
                <a:lnTo>
                  <a:pt x="645" y="1299"/>
                </a:lnTo>
                <a:lnTo>
                  <a:pt x="672" y="1305"/>
                </a:lnTo>
                <a:lnTo>
                  <a:pt x="700" y="1310"/>
                </a:lnTo>
                <a:lnTo>
                  <a:pt x="729" y="1315"/>
                </a:lnTo>
                <a:lnTo>
                  <a:pt x="757" y="1320"/>
                </a:lnTo>
                <a:lnTo>
                  <a:pt x="786" y="1323"/>
                </a:lnTo>
                <a:lnTo>
                  <a:pt x="815" y="1326"/>
                </a:lnTo>
                <a:lnTo>
                  <a:pt x="844" y="1328"/>
                </a:lnTo>
                <a:lnTo>
                  <a:pt x="873" y="1330"/>
                </a:lnTo>
                <a:lnTo>
                  <a:pt x="902" y="1331"/>
                </a:lnTo>
                <a:lnTo>
                  <a:pt x="931" y="1331"/>
                </a:lnTo>
                <a:lnTo>
                  <a:pt x="960" y="1331"/>
                </a:lnTo>
                <a:lnTo>
                  <a:pt x="989" y="1330"/>
                </a:lnTo>
                <a:lnTo>
                  <a:pt x="1018" y="1328"/>
                </a:lnTo>
                <a:lnTo>
                  <a:pt x="1047" y="1326"/>
                </a:lnTo>
                <a:lnTo>
                  <a:pt x="1076" y="1323"/>
                </a:lnTo>
                <a:lnTo>
                  <a:pt x="1105" y="1320"/>
                </a:lnTo>
                <a:lnTo>
                  <a:pt x="1133" y="1315"/>
                </a:lnTo>
                <a:lnTo>
                  <a:pt x="1161" y="1310"/>
                </a:lnTo>
                <a:lnTo>
                  <a:pt x="1190" y="1305"/>
                </a:lnTo>
                <a:lnTo>
                  <a:pt x="1217" y="1299"/>
                </a:lnTo>
                <a:lnTo>
                  <a:pt x="1245" y="1292"/>
                </a:lnTo>
                <a:lnTo>
                  <a:pt x="1272" y="1285"/>
                </a:lnTo>
                <a:lnTo>
                  <a:pt x="1299" y="1277"/>
                </a:lnTo>
                <a:lnTo>
                  <a:pt x="1326" y="1268"/>
                </a:lnTo>
                <a:lnTo>
                  <a:pt x="1352" y="1259"/>
                </a:lnTo>
                <a:lnTo>
                  <a:pt x="1377" y="1249"/>
                </a:lnTo>
                <a:lnTo>
                  <a:pt x="1403" y="1239"/>
                </a:lnTo>
                <a:lnTo>
                  <a:pt x="1428" y="1228"/>
                </a:lnTo>
                <a:lnTo>
                  <a:pt x="1452" y="1216"/>
                </a:lnTo>
                <a:lnTo>
                  <a:pt x="1476" y="1204"/>
                </a:lnTo>
                <a:lnTo>
                  <a:pt x="1499" y="1192"/>
                </a:lnTo>
                <a:lnTo>
                  <a:pt x="1522" y="1179"/>
                </a:lnTo>
                <a:lnTo>
                  <a:pt x="1544" y="1165"/>
                </a:lnTo>
                <a:lnTo>
                  <a:pt x="1565" y="1150"/>
                </a:lnTo>
                <a:lnTo>
                  <a:pt x="1586" y="1136"/>
                </a:lnTo>
                <a:lnTo>
                  <a:pt x="1607" y="1121"/>
                </a:lnTo>
                <a:lnTo>
                  <a:pt x="1626" y="1105"/>
                </a:lnTo>
                <a:lnTo>
                  <a:pt x="1645" y="1090"/>
                </a:lnTo>
                <a:lnTo>
                  <a:pt x="1663" y="1073"/>
                </a:lnTo>
                <a:lnTo>
                  <a:pt x="1681" y="1057"/>
                </a:lnTo>
                <a:lnTo>
                  <a:pt x="1697" y="1040"/>
                </a:lnTo>
                <a:lnTo>
                  <a:pt x="1713" y="1022"/>
                </a:lnTo>
                <a:lnTo>
                  <a:pt x="1729" y="1004"/>
                </a:lnTo>
                <a:lnTo>
                  <a:pt x="1743" y="986"/>
                </a:lnTo>
                <a:lnTo>
                  <a:pt x="1757" y="968"/>
                </a:lnTo>
                <a:lnTo>
                  <a:pt x="1770" y="949"/>
                </a:lnTo>
                <a:lnTo>
                  <a:pt x="1782" y="930"/>
                </a:lnTo>
                <a:lnTo>
                  <a:pt x="1793" y="911"/>
                </a:lnTo>
                <a:lnTo>
                  <a:pt x="1804" y="891"/>
                </a:lnTo>
                <a:lnTo>
                  <a:pt x="1813" y="871"/>
                </a:lnTo>
                <a:lnTo>
                  <a:pt x="1822" y="852"/>
                </a:lnTo>
                <a:lnTo>
                  <a:pt x="1830" y="831"/>
                </a:lnTo>
                <a:lnTo>
                  <a:pt x="1836" y="811"/>
                </a:lnTo>
                <a:lnTo>
                  <a:pt x="1842" y="791"/>
                </a:lnTo>
                <a:lnTo>
                  <a:pt x="1847" y="770"/>
                </a:lnTo>
                <a:lnTo>
                  <a:pt x="1851" y="750"/>
                </a:lnTo>
                <a:lnTo>
                  <a:pt x="1855" y="729"/>
                </a:lnTo>
                <a:lnTo>
                  <a:pt x="1857" y="708"/>
                </a:lnTo>
                <a:lnTo>
                  <a:pt x="1858" y="687"/>
                </a:lnTo>
                <a:lnTo>
                  <a:pt x="1859" y="666"/>
                </a:lnTo>
                <a:moveTo>
                  <a:pt x="1863" y="666"/>
                </a:moveTo>
                <a:lnTo>
                  <a:pt x="1862" y="687"/>
                </a:lnTo>
                <a:lnTo>
                  <a:pt x="1861" y="708"/>
                </a:lnTo>
                <a:lnTo>
                  <a:pt x="1858" y="729"/>
                </a:lnTo>
                <a:lnTo>
                  <a:pt x="1855" y="750"/>
                </a:lnTo>
                <a:lnTo>
                  <a:pt x="1851" y="771"/>
                </a:lnTo>
                <a:lnTo>
                  <a:pt x="1846" y="791"/>
                </a:lnTo>
                <a:lnTo>
                  <a:pt x="1840" y="812"/>
                </a:lnTo>
                <a:lnTo>
                  <a:pt x="1833" y="832"/>
                </a:lnTo>
                <a:lnTo>
                  <a:pt x="1826" y="852"/>
                </a:lnTo>
                <a:lnTo>
                  <a:pt x="1817" y="872"/>
                </a:lnTo>
                <a:lnTo>
                  <a:pt x="1808" y="892"/>
                </a:lnTo>
                <a:lnTo>
                  <a:pt x="1796" y="912"/>
                </a:lnTo>
                <a:lnTo>
                  <a:pt x="1785" y="931"/>
                </a:lnTo>
                <a:lnTo>
                  <a:pt x="1773" y="950"/>
                </a:lnTo>
                <a:lnTo>
                  <a:pt x="1760" y="969"/>
                </a:lnTo>
                <a:lnTo>
                  <a:pt x="1747" y="988"/>
                </a:lnTo>
                <a:lnTo>
                  <a:pt x="1732" y="1006"/>
                </a:lnTo>
                <a:lnTo>
                  <a:pt x="1717" y="1024"/>
                </a:lnTo>
                <a:lnTo>
                  <a:pt x="1701" y="1041"/>
                </a:lnTo>
                <a:lnTo>
                  <a:pt x="1684" y="1058"/>
                </a:lnTo>
                <a:lnTo>
                  <a:pt x="1666" y="1075"/>
                </a:lnTo>
                <a:lnTo>
                  <a:pt x="1648" y="1091"/>
                </a:lnTo>
                <a:lnTo>
                  <a:pt x="1629" y="1107"/>
                </a:lnTo>
                <a:lnTo>
                  <a:pt x="1609" y="1123"/>
                </a:lnTo>
                <a:lnTo>
                  <a:pt x="1589" y="1138"/>
                </a:lnTo>
                <a:lnTo>
                  <a:pt x="1568" y="1152"/>
                </a:lnTo>
                <a:lnTo>
                  <a:pt x="1546" y="1167"/>
                </a:lnTo>
                <a:lnTo>
                  <a:pt x="1524" y="1181"/>
                </a:lnTo>
                <a:lnTo>
                  <a:pt x="1501" y="1194"/>
                </a:lnTo>
                <a:lnTo>
                  <a:pt x="1478" y="1207"/>
                </a:lnTo>
                <a:lnTo>
                  <a:pt x="1454" y="1219"/>
                </a:lnTo>
                <a:lnTo>
                  <a:pt x="1430" y="1230"/>
                </a:lnTo>
                <a:lnTo>
                  <a:pt x="1405" y="1241"/>
                </a:lnTo>
                <a:lnTo>
                  <a:pt x="1379" y="1252"/>
                </a:lnTo>
                <a:lnTo>
                  <a:pt x="1353" y="1261"/>
                </a:lnTo>
                <a:lnTo>
                  <a:pt x="1327" y="1271"/>
                </a:lnTo>
                <a:lnTo>
                  <a:pt x="1301" y="1279"/>
                </a:lnTo>
                <a:lnTo>
                  <a:pt x="1274" y="1287"/>
                </a:lnTo>
                <a:lnTo>
                  <a:pt x="1246" y="1295"/>
                </a:lnTo>
                <a:lnTo>
                  <a:pt x="1219" y="1301"/>
                </a:lnTo>
                <a:lnTo>
                  <a:pt x="1191" y="1308"/>
                </a:lnTo>
                <a:lnTo>
                  <a:pt x="1162" y="1313"/>
                </a:lnTo>
                <a:lnTo>
                  <a:pt x="1134" y="1318"/>
                </a:lnTo>
                <a:lnTo>
                  <a:pt x="1105" y="1322"/>
                </a:lnTo>
                <a:lnTo>
                  <a:pt x="1077" y="1326"/>
                </a:lnTo>
                <a:lnTo>
                  <a:pt x="1048" y="1329"/>
                </a:lnTo>
                <a:lnTo>
                  <a:pt x="1019" y="1331"/>
                </a:lnTo>
                <a:lnTo>
                  <a:pt x="989" y="1333"/>
                </a:lnTo>
                <a:lnTo>
                  <a:pt x="960" y="1334"/>
                </a:lnTo>
                <a:lnTo>
                  <a:pt x="931" y="1334"/>
                </a:lnTo>
                <a:lnTo>
                  <a:pt x="902" y="1334"/>
                </a:lnTo>
                <a:lnTo>
                  <a:pt x="873" y="1333"/>
                </a:lnTo>
                <a:lnTo>
                  <a:pt x="843" y="1331"/>
                </a:lnTo>
                <a:lnTo>
                  <a:pt x="814" y="1329"/>
                </a:lnTo>
                <a:lnTo>
                  <a:pt x="785" y="1326"/>
                </a:lnTo>
                <a:lnTo>
                  <a:pt x="757" y="1322"/>
                </a:lnTo>
                <a:lnTo>
                  <a:pt x="728" y="1318"/>
                </a:lnTo>
                <a:lnTo>
                  <a:pt x="700" y="1313"/>
                </a:lnTo>
                <a:lnTo>
                  <a:pt x="671" y="1308"/>
                </a:lnTo>
                <a:lnTo>
                  <a:pt x="643" y="1301"/>
                </a:lnTo>
                <a:lnTo>
                  <a:pt x="616" y="1295"/>
                </a:lnTo>
                <a:lnTo>
                  <a:pt x="588" y="1287"/>
                </a:lnTo>
                <a:lnTo>
                  <a:pt x="561" y="1279"/>
                </a:lnTo>
                <a:lnTo>
                  <a:pt x="535" y="1271"/>
                </a:lnTo>
                <a:lnTo>
                  <a:pt x="508" y="1261"/>
                </a:lnTo>
                <a:lnTo>
                  <a:pt x="483" y="1252"/>
                </a:lnTo>
                <a:lnTo>
                  <a:pt x="457" y="1241"/>
                </a:lnTo>
                <a:lnTo>
                  <a:pt x="432" y="1230"/>
                </a:lnTo>
                <a:lnTo>
                  <a:pt x="408" y="1219"/>
                </a:lnTo>
                <a:lnTo>
                  <a:pt x="384" y="1207"/>
                </a:lnTo>
                <a:lnTo>
                  <a:pt x="361" y="1194"/>
                </a:lnTo>
                <a:lnTo>
                  <a:pt x="338" y="1181"/>
                </a:lnTo>
                <a:lnTo>
                  <a:pt x="315" y="1167"/>
                </a:lnTo>
                <a:lnTo>
                  <a:pt x="294" y="1152"/>
                </a:lnTo>
                <a:lnTo>
                  <a:pt x="273" y="1138"/>
                </a:lnTo>
                <a:lnTo>
                  <a:pt x="253" y="1123"/>
                </a:lnTo>
                <a:lnTo>
                  <a:pt x="233" y="1107"/>
                </a:lnTo>
                <a:lnTo>
                  <a:pt x="214" y="1091"/>
                </a:lnTo>
                <a:lnTo>
                  <a:pt x="196" y="1075"/>
                </a:lnTo>
                <a:lnTo>
                  <a:pt x="178" y="1058"/>
                </a:lnTo>
                <a:lnTo>
                  <a:pt x="161" y="1041"/>
                </a:lnTo>
                <a:lnTo>
                  <a:pt x="145" y="1024"/>
                </a:lnTo>
                <a:lnTo>
                  <a:pt x="130" y="1006"/>
                </a:lnTo>
                <a:lnTo>
                  <a:pt x="115" y="988"/>
                </a:lnTo>
                <a:lnTo>
                  <a:pt x="102" y="969"/>
                </a:lnTo>
                <a:lnTo>
                  <a:pt x="89" y="950"/>
                </a:lnTo>
                <a:lnTo>
                  <a:pt x="77" y="931"/>
                </a:lnTo>
                <a:lnTo>
                  <a:pt x="66" y="912"/>
                </a:lnTo>
                <a:lnTo>
                  <a:pt x="55" y="892"/>
                </a:lnTo>
                <a:lnTo>
                  <a:pt x="46" y="872"/>
                </a:lnTo>
                <a:lnTo>
                  <a:pt x="37" y="852"/>
                </a:lnTo>
                <a:lnTo>
                  <a:pt x="30" y="832"/>
                </a:lnTo>
                <a:lnTo>
                  <a:pt x="23" y="812"/>
                </a:lnTo>
                <a:lnTo>
                  <a:pt x="17" y="791"/>
                </a:lnTo>
                <a:lnTo>
                  <a:pt x="12" y="771"/>
                </a:lnTo>
                <a:lnTo>
                  <a:pt x="8" y="750"/>
                </a:lnTo>
                <a:lnTo>
                  <a:pt x="4" y="729"/>
                </a:lnTo>
                <a:lnTo>
                  <a:pt x="2" y="708"/>
                </a:lnTo>
                <a:lnTo>
                  <a:pt x="1" y="687"/>
                </a:lnTo>
                <a:lnTo>
                  <a:pt x="0" y="666"/>
                </a:lnTo>
                <a:lnTo>
                  <a:pt x="1" y="645"/>
                </a:lnTo>
                <a:lnTo>
                  <a:pt x="2" y="624"/>
                </a:lnTo>
                <a:lnTo>
                  <a:pt x="4" y="604"/>
                </a:lnTo>
                <a:lnTo>
                  <a:pt x="8" y="583"/>
                </a:lnTo>
                <a:lnTo>
                  <a:pt x="12" y="562"/>
                </a:lnTo>
                <a:lnTo>
                  <a:pt x="17" y="541"/>
                </a:lnTo>
                <a:lnTo>
                  <a:pt x="23" y="521"/>
                </a:lnTo>
                <a:lnTo>
                  <a:pt x="30" y="500"/>
                </a:lnTo>
                <a:lnTo>
                  <a:pt x="37" y="480"/>
                </a:lnTo>
                <a:lnTo>
                  <a:pt x="46" y="460"/>
                </a:lnTo>
                <a:lnTo>
                  <a:pt x="55" y="440"/>
                </a:lnTo>
                <a:lnTo>
                  <a:pt x="66" y="421"/>
                </a:lnTo>
                <a:lnTo>
                  <a:pt x="77" y="402"/>
                </a:lnTo>
                <a:lnTo>
                  <a:pt x="89" y="382"/>
                </a:lnTo>
                <a:lnTo>
                  <a:pt x="102" y="364"/>
                </a:lnTo>
                <a:lnTo>
                  <a:pt x="115" y="345"/>
                </a:lnTo>
                <a:lnTo>
                  <a:pt x="130" y="327"/>
                </a:lnTo>
                <a:lnTo>
                  <a:pt x="145" y="309"/>
                </a:lnTo>
                <a:lnTo>
                  <a:pt x="161" y="292"/>
                </a:lnTo>
                <a:lnTo>
                  <a:pt x="178" y="274"/>
                </a:lnTo>
                <a:lnTo>
                  <a:pt x="196" y="258"/>
                </a:lnTo>
                <a:lnTo>
                  <a:pt x="214" y="241"/>
                </a:lnTo>
                <a:lnTo>
                  <a:pt x="233" y="225"/>
                </a:lnTo>
                <a:lnTo>
                  <a:pt x="253" y="210"/>
                </a:lnTo>
                <a:lnTo>
                  <a:pt x="273" y="195"/>
                </a:lnTo>
                <a:lnTo>
                  <a:pt x="294" y="180"/>
                </a:lnTo>
                <a:lnTo>
                  <a:pt x="315" y="166"/>
                </a:lnTo>
                <a:lnTo>
                  <a:pt x="338" y="153"/>
                </a:lnTo>
                <a:lnTo>
                  <a:pt x="361" y="139"/>
                </a:lnTo>
                <a:lnTo>
                  <a:pt x="384" y="127"/>
                </a:lnTo>
                <a:lnTo>
                  <a:pt x="408" y="115"/>
                </a:lnTo>
                <a:lnTo>
                  <a:pt x="432" y="103"/>
                </a:lnTo>
                <a:lnTo>
                  <a:pt x="457" y="92"/>
                </a:lnTo>
                <a:lnTo>
                  <a:pt x="483" y="82"/>
                </a:lnTo>
                <a:lnTo>
                  <a:pt x="508" y="72"/>
                </a:lnTo>
                <a:lnTo>
                  <a:pt x="535" y="63"/>
                </a:lnTo>
                <a:lnTo>
                  <a:pt x="561" y="54"/>
                </a:lnTo>
                <a:lnTo>
                  <a:pt x="588" y="46"/>
                </a:lnTo>
                <a:lnTo>
                  <a:pt x="616" y="39"/>
                </a:lnTo>
                <a:lnTo>
                  <a:pt x="643" y="32"/>
                </a:lnTo>
                <a:lnTo>
                  <a:pt x="671" y="26"/>
                </a:lnTo>
                <a:lnTo>
                  <a:pt x="700" y="20"/>
                </a:lnTo>
                <a:lnTo>
                  <a:pt x="728" y="16"/>
                </a:lnTo>
                <a:lnTo>
                  <a:pt x="757" y="11"/>
                </a:lnTo>
                <a:lnTo>
                  <a:pt x="785" y="8"/>
                </a:lnTo>
                <a:lnTo>
                  <a:pt x="814" y="5"/>
                </a:lnTo>
                <a:lnTo>
                  <a:pt x="843" y="3"/>
                </a:lnTo>
                <a:lnTo>
                  <a:pt x="873" y="1"/>
                </a:lnTo>
                <a:lnTo>
                  <a:pt x="902" y="0"/>
                </a:lnTo>
                <a:lnTo>
                  <a:pt x="931" y="0"/>
                </a:lnTo>
                <a:lnTo>
                  <a:pt x="960" y="0"/>
                </a:lnTo>
                <a:lnTo>
                  <a:pt x="989" y="1"/>
                </a:lnTo>
                <a:lnTo>
                  <a:pt x="1019" y="3"/>
                </a:lnTo>
                <a:lnTo>
                  <a:pt x="1048" y="5"/>
                </a:lnTo>
                <a:lnTo>
                  <a:pt x="1077" y="8"/>
                </a:lnTo>
                <a:lnTo>
                  <a:pt x="1105" y="11"/>
                </a:lnTo>
                <a:lnTo>
                  <a:pt x="1134" y="16"/>
                </a:lnTo>
                <a:lnTo>
                  <a:pt x="1162" y="20"/>
                </a:lnTo>
                <a:lnTo>
                  <a:pt x="1191" y="26"/>
                </a:lnTo>
                <a:lnTo>
                  <a:pt x="1219" y="32"/>
                </a:lnTo>
                <a:lnTo>
                  <a:pt x="1246" y="39"/>
                </a:lnTo>
                <a:lnTo>
                  <a:pt x="1274" y="46"/>
                </a:lnTo>
                <a:lnTo>
                  <a:pt x="1301" y="54"/>
                </a:lnTo>
                <a:lnTo>
                  <a:pt x="1327" y="63"/>
                </a:lnTo>
                <a:lnTo>
                  <a:pt x="1353" y="72"/>
                </a:lnTo>
                <a:lnTo>
                  <a:pt x="1379" y="82"/>
                </a:lnTo>
                <a:lnTo>
                  <a:pt x="1405" y="92"/>
                </a:lnTo>
                <a:lnTo>
                  <a:pt x="1430" y="103"/>
                </a:lnTo>
                <a:lnTo>
                  <a:pt x="1454" y="115"/>
                </a:lnTo>
                <a:lnTo>
                  <a:pt x="1478" y="127"/>
                </a:lnTo>
                <a:lnTo>
                  <a:pt x="1501" y="139"/>
                </a:lnTo>
                <a:lnTo>
                  <a:pt x="1524" y="153"/>
                </a:lnTo>
                <a:lnTo>
                  <a:pt x="1546" y="166"/>
                </a:lnTo>
                <a:lnTo>
                  <a:pt x="1568" y="180"/>
                </a:lnTo>
                <a:lnTo>
                  <a:pt x="1589" y="195"/>
                </a:lnTo>
                <a:lnTo>
                  <a:pt x="1609" y="210"/>
                </a:lnTo>
                <a:lnTo>
                  <a:pt x="1629" y="225"/>
                </a:lnTo>
                <a:lnTo>
                  <a:pt x="1648" y="241"/>
                </a:lnTo>
                <a:lnTo>
                  <a:pt x="1666" y="258"/>
                </a:lnTo>
                <a:lnTo>
                  <a:pt x="1684" y="274"/>
                </a:lnTo>
                <a:lnTo>
                  <a:pt x="1701" y="292"/>
                </a:lnTo>
                <a:lnTo>
                  <a:pt x="1717" y="309"/>
                </a:lnTo>
                <a:lnTo>
                  <a:pt x="1732" y="327"/>
                </a:lnTo>
                <a:lnTo>
                  <a:pt x="1747" y="345"/>
                </a:lnTo>
                <a:lnTo>
                  <a:pt x="1760" y="364"/>
                </a:lnTo>
                <a:lnTo>
                  <a:pt x="1773" y="382"/>
                </a:lnTo>
                <a:lnTo>
                  <a:pt x="1785" y="402"/>
                </a:lnTo>
                <a:lnTo>
                  <a:pt x="1796" y="421"/>
                </a:lnTo>
                <a:lnTo>
                  <a:pt x="1808" y="440"/>
                </a:lnTo>
                <a:lnTo>
                  <a:pt x="1817" y="460"/>
                </a:lnTo>
                <a:lnTo>
                  <a:pt x="1826" y="480"/>
                </a:lnTo>
                <a:lnTo>
                  <a:pt x="1833" y="500"/>
                </a:lnTo>
                <a:lnTo>
                  <a:pt x="1840" y="521"/>
                </a:lnTo>
                <a:lnTo>
                  <a:pt x="1846" y="541"/>
                </a:lnTo>
                <a:lnTo>
                  <a:pt x="1851" y="562"/>
                </a:lnTo>
                <a:lnTo>
                  <a:pt x="1855" y="583"/>
                </a:lnTo>
                <a:lnTo>
                  <a:pt x="1858" y="604"/>
                </a:lnTo>
                <a:lnTo>
                  <a:pt x="1861" y="624"/>
                </a:lnTo>
                <a:lnTo>
                  <a:pt x="1862" y="645"/>
                </a:lnTo>
                <a:lnTo>
                  <a:pt x="1863" y="666"/>
                </a:lnTo>
                <a:close/>
              </a:path>
            </a:pathLst>
          </a:custGeom>
          <a:solidFill>
            <a:srgbClr val="ff9c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4" name=""/>
          <p:cNvSpPr/>
          <p:nvPr/>
        </p:nvSpPr>
        <p:spPr>
          <a:xfrm>
            <a:off x="7724880" y="2702160"/>
            <a:ext cx="675720" cy="484560"/>
          </a:xfrm>
          <a:custGeom>
            <a:avLst/>
            <a:gdLst/>
            <a:ahLst/>
            <a:rect l="0" t="0" r="r" b="b"/>
            <a:pathLst>
              <a:path w="1877" h="1346">
                <a:moveTo>
                  <a:pt x="1870" y="672"/>
                </a:moveTo>
                <a:lnTo>
                  <a:pt x="1869" y="651"/>
                </a:lnTo>
                <a:lnTo>
                  <a:pt x="1868" y="630"/>
                </a:lnTo>
                <a:lnTo>
                  <a:pt x="1865" y="610"/>
                </a:lnTo>
                <a:lnTo>
                  <a:pt x="1862" y="589"/>
                </a:lnTo>
                <a:lnTo>
                  <a:pt x="1858" y="568"/>
                </a:lnTo>
                <a:lnTo>
                  <a:pt x="1853" y="547"/>
                </a:lnTo>
                <a:lnTo>
                  <a:pt x="1847" y="527"/>
                </a:lnTo>
                <a:lnTo>
                  <a:pt x="1840" y="506"/>
                </a:lnTo>
                <a:lnTo>
                  <a:pt x="1833" y="486"/>
                </a:lnTo>
                <a:lnTo>
                  <a:pt x="1824" y="466"/>
                </a:lnTo>
                <a:lnTo>
                  <a:pt x="1815" y="446"/>
                </a:lnTo>
                <a:lnTo>
                  <a:pt x="1804" y="427"/>
                </a:lnTo>
                <a:lnTo>
                  <a:pt x="1793" y="408"/>
                </a:lnTo>
                <a:lnTo>
                  <a:pt x="1781" y="388"/>
                </a:lnTo>
                <a:lnTo>
                  <a:pt x="1768" y="370"/>
                </a:lnTo>
                <a:lnTo>
                  <a:pt x="1755" y="351"/>
                </a:lnTo>
                <a:lnTo>
                  <a:pt x="1740" y="333"/>
                </a:lnTo>
                <a:lnTo>
                  <a:pt x="1725" y="315"/>
                </a:lnTo>
                <a:lnTo>
                  <a:pt x="1709" y="298"/>
                </a:lnTo>
                <a:lnTo>
                  <a:pt x="1692" y="280"/>
                </a:lnTo>
                <a:lnTo>
                  <a:pt x="1674" y="264"/>
                </a:lnTo>
                <a:lnTo>
                  <a:pt x="1656" y="247"/>
                </a:lnTo>
                <a:lnTo>
                  <a:pt x="1637" y="231"/>
                </a:lnTo>
                <a:lnTo>
                  <a:pt x="1617" y="216"/>
                </a:lnTo>
                <a:lnTo>
                  <a:pt x="1597" y="201"/>
                </a:lnTo>
                <a:lnTo>
                  <a:pt x="1576" y="186"/>
                </a:lnTo>
                <a:lnTo>
                  <a:pt x="1554" y="172"/>
                </a:lnTo>
                <a:lnTo>
                  <a:pt x="1532" y="159"/>
                </a:lnTo>
                <a:lnTo>
                  <a:pt x="1509" y="145"/>
                </a:lnTo>
                <a:lnTo>
                  <a:pt x="1486" y="133"/>
                </a:lnTo>
                <a:lnTo>
                  <a:pt x="1462" y="121"/>
                </a:lnTo>
                <a:lnTo>
                  <a:pt x="1438" y="109"/>
                </a:lnTo>
                <a:lnTo>
                  <a:pt x="1413" y="98"/>
                </a:lnTo>
                <a:lnTo>
                  <a:pt x="1387" y="88"/>
                </a:lnTo>
                <a:lnTo>
                  <a:pt x="1361" y="78"/>
                </a:lnTo>
                <a:lnTo>
                  <a:pt x="1335" y="69"/>
                </a:lnTo>
                <a:lnTo>
                  <a:pt x="1309" y="60"/>
                </a:lnTo>
                <a:lnTo>
                  <a:pt x="1282" y="52"/>
                </a:lnTo>
                <a:lnTo>
                  <a:pt x="1254" y="45"/>
                </a:lnTo>
                <a:lnTo>
                  <a:pt x="1227" y="38"/>
                </a:lnTo>
                <a:lnTo>
                  <a:pt x="1199" y="32"/>
                </a:lnTo>
                <a:lnTo>
                  <a:pt x="1170" y="26"/>
                </a:lnTo>
                <a:lnTo>
                  <a:pt x="1142" y="22"/>
                </a:lnTo>
                <a:lnTo>
                  <a:pt x="1113" y="17"/>
                </a:lnTo>
                <a:lnTo>
                  <a:pt x="1085" y="14"/>
                </a:lnTo>
                <a:lnTo>
                  <a:pt x="1056" y="11"/>
                </a:lnTo>
                <a:lnTo>
                  <a:pt x="1027" y="9"/>
                </a:lnTo>
                <a:lnTo>
                  <a:pt x="997" y="7"/>
                </a:lnTo>
                <a:lnTo>
                  <a:pt x="968" y="6"/>
                </a:lnTo>
                <a:lnTo>
                  <a:pt x="939" y="6"/>
                </a:lnTo>
                <a:lnTo>
                  <a:pt x="910" y="6"/>
                </a:lnTo>
                <a:lnTo>
                  <a:pt x="881" y="7"/>
                </a:lnTo>
                <a:lnTo>
                  <a:pt x="851" y="9"/>
                </a:lnTo>
                <a:lnTo>
                  <a:pt x="822" y="11"/>
                </a:lnTo>
                <a:lnTo>
                  <a:pt x="793" y="14"/>
                </a:lnTo>
                <a:lnTo>
                  <a:pt x="765" y="17"/>
                </a:lnTo>
                <a:lnTo>
                  <a:pt x="736" y="22"/>
                </a:lnTo>
                <a:lnTo>
                  <a:pt x="708" y="26"/>
                </a:lnTo>
                <a:lnTo>
                  <a:pt x="679" y="32"/>
                </a:lnTo>
                <a:lnTo>
                  <a:pt x="651" y="38"/>
                </a:lnTo>
                <a:lnTo>
                  <a:pt x="624" y="45"/>
                </a:lnTo>
                <a:lnTo>
                  <a:pt x="596" y="52"/>
                </a:lnTo>
                <a:lnTo>
                  <a:pt x="569" y="60"/>
                </a:lnTo>
                <a:lnTo>
                  <a:pt x="543" y="69"/>
                </a:lnTo>
                <a:lnTo>
                  <a:pt x="516" y="78"/>
                </a:lnTo>
                <a:lnTo>
                  <a:pt x="491" y="88"/>
                </a:lnTo>
                <a:lnTo>
                  <a:pt x="465" y="98"/>
                </a:lnTo>
                <a:lnTo>
                  <a:pt x="440" y="109"/>
                </a:lnTo>
                <a:lnTo>
                  <a:pt x="416" y="121"/>
                </a:lnTo>
                <a:lnTo>
                  <a:pt x="392" y="133"/>
                </a:lnTo>
                <a:lnTo>
                  <a:pt x="369" y="145"/>
                </a:lnTo>
                <a:lnTo>
                  <a:pt x="346" y="159"/>
                </a:lnTo>
                <a:lnTo>
                  <a:pt x="323" y="172"/>
                </a:lnTo>
                <a:lnTo>
                  <a:pt x="302" y="186"/>
                </a:lnTo>
                <a:lnTo>
                  <a:pt x="281" y="201"/>
                </a:lnTo>
                <a:lnTo>
                  <a:pt x="261" y="216"/>
                </a:lnTo>
                <a:lnTo>
                  <a:pt x="241" y="231"/>
                </a:lnTo>
                <a:lnTo>
                  <a:pt x="222" y="247"/>
                </a:lnTo>
                <a:lnTo>
                  <a:pt x="204" y="264"/>
                </a:lnTo>
                <a:lnTo>
                  <a:pt x="186" y="280"/>
                </a:lnTo>
                <a:lnTo>
                  <a:pt x="169" y="298"/>
                </a:lnTo>
                <a:lnTo>
                  <a:pt x="153" y="315"/>
                </a:lnTo>
                <a:lnTo>
                  <a:pt x="138" y="333"/>
                </a:lnTo>
                <a:lnTo>
                  <a:pt x="123" y="351"/>
                </a:lnTo>
                <a:lnTo>
                  <a:pt x="109" y="370"/>
                </a:lnTo>
                <a:lnTo>
                  <a:pt x="96" y="388"/>
                </a:lnTo>
                <a:lnTo>
                  <a:pt x="84" y="408"/>
                </a:lnTo>
                <a:lnTo>
                  <a:pt x="73" y="427"/>
                </a:lnTo>
                <a:lnTo>
                  <a:pt x="62" y="446"/>
                </a:lnTo>
                <a:lnTo>
                  <a:pt x="53" y="466"/>
                </a:lnTo>
                <a:lnTo>
                  <a:pt x="44" y="486"/>
                </a:lnTo>
                <a:lnTo>
                  <a:pt x="37" y="506"/>
                </a:lnTo>
                <a:lnTo>
                  <a:pt x="30" y="527"/>
                </a:lnTo>
                <a:lnTo>
                  <a:pt x="24" y="547"/>
                </a:lnTo>
                <a:lnTo>
                  <a:pt x="19" y="568"/>
                </a:lnTo>
                <a:lnTo>
                  <a:pt x="15" y="589"/>
                </a:lnTo>
                <a:lnTo>
                  <a:pt x="11" y="610"/>
                </a:lnTo>
                <a:lnTo>
                  <a:pt x="9" y="630"/>
                </a:lnTo>
                <a:lnTo>
                  <a:pt x="8" y="651"/>
                </a:lnTo>
                <a:lnTo>
                  <a:pt x="7" y="672"/>
                </a:lnTo>
                <a:lnTo>
                  <a:pt x="8" y="693"/>
                </a:lnTo>
                <a:lnTo>
                  <a:pt x="9" y="714"/>
                </a:lnTo>
                <a:lnTo>
                  <a:pt x="11" y="735"/>
                </a:lnTo>
                <a:lnTo>
                  <a:pt x="15" y="756"/>
                </a:lnTo>
                <a:lnTo>
                  <a:pt x="19" y="777"/>
                </a:lnTo>
                <a:lnTo>
                  <a:pt x="24" y="797"/>
                </a:lnTo>
                <a:lnTo>
                  <a:pt x="30" y="818"/>
                </a:lnTo>
                <a:lnTo>
                  <a:pt x="37" y="838"/>
                </a:lnTo>
                <a:lnTo>
                  <a:pt x="44" y="858"/>
                </a:lnTo>
                <a:lnTo>
                  <a:pt x="53" y="878"/>
                </a:lnTo>
                <a:lnTo>
                  <a:pt x="62" y="898"/>
                </a:lnTo>
                <a:lnTo>
                  <a:pt x="73" y="918"/>
                </a:lnTo>
                <a:lnTo>
                  <a:pt x="84" y="937"/>
                </a:lnTo>
                <a:lnTo>
                  <a:pt x="96" y="956"/>
                </a:lnTo>
                <a:lnTo>
                  <a:pt x="109" y="975"/>
                </a:lnTo>
                <a:lnTo>
                  <a:pt x="123" y="994"/>
                </a:lnTo>
                <a:lnTo>
                  <a:pt x="138" y="1012"/>
                </a:lnTo>
                <a:lnTo>
                  <a:pt x="153" y="1030"/>
                </a:lnTo>
                <a:lnTo>
                  <a:pt x="169" y="1047"/>
                </a:lnTo>
                <a:lnTo>
                  <a:pt x="186" y="1064"/>
                </a:lnTo>
                <a:lnTo>
                  <a:pt x="204" y="1081"/>
                </a:lnTo>
                <a:lnTo>
                  <a:pt x="222" y="1097"/>
                </a:lnTo>
                <a:lnTo>
                  <a:pt x="241" y="1113"/>
                </a:lnTo>
                <a:lnTo>
                  <a:pt x="261" y="1129"/>
                </a:lnTo>
                <a:lnTo>
                  <a:pt x="281" y="1144"/>
                </a:lnTo>
                <a:lnTo>
                  <a:pt x="302" y="1158"/>
                </a:lnTo>
                <a:lnTo>
                  <a:pt x="323" y="1172"/>
                </a:lnTo>
                <a:lnTo>
                  <a:pt x="346" y="1186"/>
                </a:lnTo>
                <a:lnTo>
                  <a:pt x="369" y="1199"/>
                </a:lnTo>
                <a:lnTo>
                  <a:pt x="392" y="1212"/>
                </a:lnTo>
                <a:lnTo>
                  <a:pt x="416" y="1224"/>
                </a:lnTo>
                <a:lnTo>
                  <a:pt x="440" y="1236"/>
                </a:lnTo>
                <a:lnTo>
                  <a:pt x="465" y="1247"/>
                </a:lnTo>
                <a:lnTo>
                  <a:pt x="491" y="1258"/>
                </a:lnTo>
                <a:lnTo>
                  <a:pt x="516" y="1267"/>
                </a:lnTo>
                <a:lnTo>
                  <a:pt x="543" y="1277"/>
                </a:lnTo>
                <a:lnTo>
                  <a:pt x="569" y="1285"/>
                </a:lnTo>
                <a:lnTo>
                  <a:pt x="596" y="1293"/>
                </a:lnTo>
                <a:lnTo>
                  <a:pt x="624" y="1301"/>
                </a:lnTo>
                <a:lnTo>
                  <a:pt x="651" y="1307"/>
                </a:lnTo>
                <a:lnTo>
                  <a:pt x="679" y="1314"/>
                </a:lnTo>
                <a:lnTo>
                  <a:pt x="708" y="1319"/>
                </a:lnTo>
                <a:lnTo>
                  <a:pt x="736" y="1324"/>
                </a:lnTo>
                <a:lnTo>
                  <a:pt x="765" y="1328"/>
                </a:lnTo>
                <a:lnTo>
                  <a:pt x="793" y="1332"/>
                </a:lnTo>
                <a:lnTo>
                  <a:pt x="822" y="1335"/>
                </a:lnTo>
                <a:lnTo>
                  <a:pt x="851" y="1337"/>
                </a:lnTo>
                <a:lnTo>
                  <a:pt x="881" y="1339"/>
                </a:lnTo>
                <a:lnTo>
                  <a:pt x="910" y="1340"/>
                </a:lnTo>
                <a:lnTo>
                  <a:pt x="939" y="1340"/>
                </a:lnTo>
                <a:lnTo>
                  <a:pt x="968" y="1340"/>
                </a:lnTo>
                <a:lnTo>
                  <a:pt x="997" y="1339"/>
                </a:lnTo>
                <a:lnTo>
                  <a:pt x="1027" y="1337"/>
                </a:lnTo>
                <a:lnTo>
                  <a:pt x="1056" y="1335"/>
                </a:lnTo>
                <a:lnTo>
                  <a:pt x="1085" y="1332"/>
                </a:lnTo>
                <a:lnTo>
                  <a:pt x="1113" y="1328"/>
                </a:lnTo>
                <a:lnTo>
                  <a:pt x="1142" y="1324"/>
                </a:lnTo>
                <a:lnTo>
                  <a:pt x="1170" y="1319"/>
                </a:lnTo>
                <a:lnTo>
                  <a:pt x="1199" y="1314"/>
                </a:lnTo>
                <a:lnTo>
                  <a:pt x="1227" y="1307"/>
                </a:lnTo>
                <a:lnTo>
                  <a:pt x="1254" y="1301"/>
                </a:lnTo>
                <a:lnTo>
                  <a:pt x="1282" y="1293"/>
                </a:lnTo>
                <a:lnTo>
                  <a:pt x="1309" y="1285"/>
                </a:lnTo>
                <a:lnTo>
                  <a:pt x="1335" y="1277"/>
                </a:lnTo>
                <a:lnTo>
                  <a:pt x="1361" y="1267"/>
                </a:lnTo>
                <a:lnTo>
                  <a:pt x="1387" y="1258"/>
                </a:lnTo>
                <a:lnTo>
                  <a:pt x="1413" y="1247"/>
                </a:lnTo>
                <a:lnTo>
                  <a:pt x="1438" y="1236"/>
                </a:lnTo>
                <a:lnTo>
                  <a:pt x="1462" y="1224"/>
                </a:lnTo>
                <a:lnTo>
                  <a:pt x="1486" y="1212"/>
                </a:lnTo>
                <a:lnTo>
                  <a:pt x="1509" y="1199"/>
                </a:lnTo>
                <a:lnTo>
                  <a:pt x="1532" y="1186"/>
                </a:lnTo>
                <a:lnTo>
                  <a:pt x="1554" y="1172"/>
                </a:lnTo>
                <a:lnTo>
                  <a:pt x="1576" y="1158"/>
                </a:lnTo>
                <a:lnTo>
                  <a:pt x="1597" y="1144"/>
                </a:lnTo>
                <a:lnTo>
                  <a:pt x="1617" y="1129"/>
                </a:lnTo>
                <a:lnTo>
                  <a:pt x="1637" y="1113"/>
                </a:lnTo>
                <a:lnTo>
                  <a:pt x="1656" y="1097"/>
                </a:lnTo>
                <a:lnTo>
                  <a:pt x="1674" y="1081"/>
                </a:lnTo>
                <a:lnTo>
                  <a:pt x="1692" y="1064"/>
                </a:lnTo>
                <a:lnTo>
                  <a:pt x="1709" y="1047"/>
                </a:lnTo>
                <a:lnTo>
                  <a:pt x="1725" y="1030"/>
                </a:lnTo>
                <a:lnTo>
                  <a:pt x="1740" y="1012"/>
                </a:lnTo>
                <a:lnTo>
                  <a:pt x="1755" y="994"/>
                </a:lnTo>
                <a:lnTo>
                  <a:pt x="1768" y="975"/>
                </a:lnTo>
                <a:lnTo>
                  <a:pt x="1781" y="956"/>
                </a:lnTo>
                <a:lnTo>
                  <a:pt x="1793" y="937"/>
                </a:lnTo>
                <a:lnTo>
                  <a:pt x="1804" y="918"/>
                </a:lnTo>
                <a:lnTo>
                  <a:pt x="1815" y="898"/>
                </a:lnTo>
                <a:lnTo>
                  <a:pt x="1824" y="878"/>
                </a:lnTo>
                <a:lnTo>
                  <a:pt x="1833" y="858"/>
                </a:lnTo>
                <a:lnTo>
                  <a:pt x="1840" y="838"/>
                </a:lnTo>
                <a:lnTo>
                  <a:pt x="1847" y="818"/>
                </a:lnTo>
                <a:lnTo>
                  <a:pt x="1853" y="797"/>
                </a:lnTo>
                <a:lnTo>
                  <a:pt x="1858" y="777"/>
                </a:lnTo>
                <a:lnTo>
                  <a:pt x="1862" y="756"/>
                </a:lnTo>
                <a:lnTo>
                  <a:pt x="1865" y="735"/>
                </a:lnTo>
                <a:lnTo>
                  <a:pt x="1868" y="714"/>
                </a:lnTo>
                <a:lnTo>
                  <a:pt x="1869" y="693"/>
                </a:lnTo>
                <a:lnTo>
                  <a:pt x="1870" y="672"/>
                </a:lnTo>
                <a:moveTo>
                  <a:pt x="1877" y="672"/>
                </a:moveTo>
                <a:lnTo>
                  <a:pt x="1877" y="693"/>
                </a:lnTo>
                <a:lnTo>
                  <a:pt x="1876" y="715"/>
                </a:lnTo>
                <a:lnTo>
                  <a:pt x="1873" y="736"/>
                </a:lnTo>
                <a:lnTo>
                  <a:pt x="1870" y="757"/>
                </a:lnTo>
                <a:lnTo>
                  <a:pt x="1866" y="777"/>
                </a:lnTo>
                <a:lnTo>
                  <a:pt x="1861" y="798"/>
                </a:lnTo>
                <a:lnTo>
                  <a:pt x="1855" y="819"/>
                </a:lnTo>
                <a:lnTo>
                  <a:pt x="1848" y="839"/>
                </a:lnTo>
                <a:lnTo>
                  <a:pt x="1840" y="860"/>
                </a:lnTo>
                <a:lnTo>
                  <a:pt x="1831" y="880"/>
                </a:lnTo>
                <a:lnTo>
                  <a:pt x="1822" y="900"/>
                </a:lnTo>
                <a:lnTo>
                  <a:pt x="1811" y="920"/>
                </a:lnTo>
                <a:lnTo>
                  <a:pt x="1800" y="939"/>
                </a:lnTo>
                <a:lnTo>
                  <a:pt x="1788" y="959"/>
                </a:lnTo>
                <a:lnTo>
                  <a:pt x="1775" y="978"/>
                </a:lnTo>
                <a:lnTo>
                  <a:pt x="1761" y="996"/>
                </a:lnTo>
                <a:lnTo>
                  <a:pt x="1747" y="1015"/>
                </a:lnTo>
                <a:lnTo>
                  <a:pt x="1731" y="1033"/>
                </a:lnTo>
                <a:lnTo>
                  <a:pt x="1715" y="1050"/>
                </a:lnTo>
                <a:lnTo>
                  <a:pt x="1698" y="1067"/>
                </a:lnTo>
                <a:lnTo>
                  <a:pt x="1680" y="1084"/>
                </a:lnTo>
                <a:lnTo>
                  <a:pt x="1662" y="1101"/>
                </a:lnTo>
                <a:lnTo>
                  <a:pt x="1643" y="1117"/>
                </a:lnTo>
                <a:lnTo>
                  <a:pt x="1623" y="1133"/>
                </a:lnTo>
                <a:lnTo>
                  <a:pt x="1603" y="1148"/>
                </a:lnTo>
                <a:lnTo>
                  <a:pt x="1581" y="1162"/>
                </a:lnTo>
                <a:lnTo>
                  <a:pt x="1560" y="1177"/>
                </a:lnTo>
                <a:lnTo>
                  <a:pt x="1537" y="1190"/>
                </a:lnTo>
                <a:lnTo>
                  <a:pt x="1514" y="1204"/>
                </a:lnTo>
                <a:lnTo>
                  <a:pt x="1491" y="1216"/>
                </a:lnTo>
                <a:lnTo>
                  <a:pt x="1466" y="1228"/>
                </a:lnTo>
                <a:lnTo>
                  <a:pt x="1442" y="1241"/>
                </a:lnTo>
                <a:lnTo>
                  <a:pt x="1417" y="1252"/>
                </a:lnTo>
                <a:lnTo>
                  <a:pt x="1391" y="1262"/>
                </a:lnTo>
                <a:lnTo>
                  <a:pt x="1365" y="1272"/>
                </a:lnTo>
                <a:lnTo>
                  <a:pt x="1339" y="1282"/>
                </a:lnTo>
                <a:lnTo>
                  <a:pt x="1312" y="1290"/>
                </a:lnTo>
                <a:lnTo>
                  <a:pt x="1284" y="1298"/>
                </a:lnTo>
                <a:lnTo>
                  <a:pt x="1257" y="1306"/>
                </a:lnTo>
                <a:lnTo>
                  <a:pt x="1229" y="1313"/>
                </a:lnTo>
                <a:lnTo>
                  <a:pt x="1201" y="1319"/>
                </a:lnTo>
                <a:lnTo>
                  <a:pt x="1172" y="1324"/>
                </a:lnTo>
                <a:lnTo>
                  <a:pt x="1144" y="1329"/>
                </a:lnTo>
                <a:lnTo>
                  <a:pt x="1115" y="1334"/>
                </a:lnTo>
                <a:lnTo>
                  <a:pt x="1086" y="1337"/>
                </a:lnTo>
                <a:lnTo>
                  <a:pt x="1057" y="1340"/>
                </a:lnTo>
                <a:lnTo>
                  <a:pt x="1027" y="1343"/>
                </a:lnTo>
                <a:lnTo>
                  <a:pt x="998" y="1344"/>
                </a:lnTo>
                <a:lnTo>
                  <a:pt x="968" y="1345"/>
                </a:lnTo>
                <a:lnTo>
                  <a:pt x="939" y="1346"/>
                </a:lnTo>
                <a:lnTo>
                  <a:pt x="909" y="1345"/>
                </a:lnTo>
                <a:lnTo>
                  <a:pt x="880" y="1344"/>
                </a:lnTo>
                <a:lnTo>
                  <a:pt x="851" y="1343"/>
                </a:lnTo>
                <a:lnTo>
                  <a:pt x="821" y="1340"/>
                </a:lnTo>
                <a:lnTo>
                  <a:pt x="792" y="1337"/>
                </a:lnTo>
                <a:lnTo>
                  <a:pt x="763" y="1334"/>
                </a:lnTo>
                <a:lnTo>
                  <a:pt x="734" y="1329"/>
                </a:lnTo>
                <a:lnTo>
                  <a:pt x="706" y="1324"/>
                </a:lnTo>
                <a:lnTo>
                  <a:pt x="677" y="1319"/>
                </a:lnTo>
                <a:lnTo>
                  <a:pt x="649" y="1313"/>
                </a:lnTo>
                <a:lnTo>
                  <a:pt x="621" y="1306"/>
                </a:lnTo>
                <a:lnTo>
                  <a:pt x="593" y="1298"/>
                </a:lnTo>
                <a:lnTo>
                  <a:pt x="566" y="1290"/>
                </a:lnTo>
                <a:lnTo>
                  <a:pt x="539" y="1282"/>
                </a:lnTo>
                <a:lnTo>
                  <a:pt x="513" y="1272"/>
                </a:lnTo>
                <a:lnTo>
                  <a:pt x="487" y="1262"/>
                </a:lnTo>
                <a:lnTo>
                  <a:pt x="461" y="1252"/>
                </a:lnTo>
                <a:lnTo>
                  <a:pt x="436" y="1241"/>
                </a:lnTo>
                <a:lnTo>
                  <a:pt x="411" y="1228"/>
                </a:lnTo>
                <a:lnTo>
                  <a:pt x="387" y="1216"/>
                </a:lnTo>
                <a:lnTo>
                  <a:pt x="364" y="1204"/>
                </a:lnTo>
                <a:lnTo>
                  <a:pt x="341" y="1190"/>
                </a:lnTo>
                <a:lnTo>
                  <a:pt x="318" y="1177"/>
                </a:lnTo>
                <a:lnTo>
                  <a:pt x="297" y="1162"/>
                </a:lnTo>
                <a:lnTo>
                  <a:pt x="275" y="1148"/>
                </a:lnTo>
                <a:lnTo>
                  <a:pt x="255" y="1133"/>
                </a:lnTo>
                <a:lnTo>
                  <a:pt x="235" y="1117"/>
                </a:lnTo>
                <a:lnTo>
                  <a:pt x="216" y="1101"/>
                </a:lnTo>
                <a:lnTo>
                  <a:pt x="197" y="1084"/>
                </a:lnTo>
                <a:lnTo>
                  <a:pt x="180" y="1067"/>
                </a:lnTo>
                <a:lnTo>
                  <a:pt x="163" y="1050"/>
                </a:lnTo>
                <a:lnTo>
                  <a:pt x="147" y="1033"/>
                </a:lnTo>
                <a:lnTo>
                  <a:pt x="131" y="1015"/>
                </a:lnTo>
                <a:lnTo>
                  <a:pt x="117" y="996"/>
                </a:lnTo>
                <a:lnTo>
                  <a:pt x="102" y="978"/>
                </a:lnTo>
                <a:lnTo>
                  <a:pt x="89" y="959"/>
                </a:lnTo>
                <a:lnTo>
                  <a:pt x="77" y="939"/>
                </a:lnTo>
                <a:lnTo>
                  <a:pt x="65" y="920"/>
                </a:lnTo>
                <a:lnTo>
                  <a:pt x="55" y="900"/>
                </a:lnTo>
                <a:lnTo>
                  <a:pt x="45" y="880"/>
                </a:lnTo>
                <a:lnTo>
                  <a:pt x="37" y="860"/>
                </a:lnTo>
                <a:lnTo>
                  <a:pt x="29" y="839"/>
                </a:lnTo>
                <a:lnTo>
                  <a:pt x="22" y="819"/>
                </a:lnTo>
                <a:lnTo>
                  <a:pt x="16" y="798"/>
                </a:lnTo>
                <a:lnTo>
                  <a:pt x="11" y="777"/>
                </a:lnTo>
                <a:lnTo>
                  <a:pt x="7" y="757"/>
                </a:lnTo>
                <a:lnTo>
                  <a:pt x="4" y="736"/>
                </a:lnTo>
                <a:lnTo>
                  <a:pt x="1" y="715"/>
                </a:lnTo>
                <a:lnTo>
                  <a:pt x="0" y="693"/>
                </a:lnTo>
                <a:lnTo>
                  <a:pt x="0" y="672"/>
                </a:lnTo>
                <a:lnTo>
                  <a:pt x="0" y="651"/>
                </a:lnTo>
                <a:lnTo>
                  <a:pt x="1" y="630"/>
                </a:lnTo>
                <a:lnTo>
                  <a:pt x="4" y="609"/>
                </a:lnTo>
                <a:lnTo>
                  <a:pt x="7" y="588"/>
                </a:lnTo>
                <a:lnTo>
                  <a:pt x="11" y="567"/>
                </a:lnTo>
                <a:lnTo>
                  <a:pt x="16" y="546"/>
                </a:lnTo>
                <a:lnTo>
                  <a:pt x="22" y="526"/>
                </a:lnTo>
                <a:lnTo>
                  <a:pt x="29" y="505"/>
                </a:lnTo>
                <a:lnTo>
                  <a:pt x="37" y="485"/>
                </a:lnTo>
                <a:lnTo>
                  <a:pt x="45" y="465"/>
                </a:lnTo>
                <a:lnTo>
                  <a:pt x="55" y="445"/>
                </a:lnTo>
                <a:lnTo>
                  <a:pt x="65" y="425"/>
                </a:lnTo>
                <a:lnTo>
                  <a:pt x="77" y="405"/>
                </a:lnTo>
                <a:lnTo>
                  <a:pt x="89" y="386"/>
                </a:lnTo>
                <a:lnTo>
                  <a:pt x="102" y="367"/>
                </a:lnTo>
                <a:lnTo>
                  <a:pt x="117" y="348"/>
                </a:lnTo>
                <a:lnTo>
                  <a:pt x="131" y="330"/>
                </a:lnTo>
                <a:lnTo>
                  <a:pt x="147" y="312"/>
                </a:lnTo>
                <a:lnTo>
                  <a:pt x="163" y="294"/>
                </a:lnTo>
                <a:lnTo>
                  <a:pt x="180" y="277"/>
                </a:lnTo>
                <a:lnTo>
                  <a:pt x="197" y="260"/>
                </a:lnTo>
                <a:lnTo>
                  <a:pt x="216" y="244"/>
                </a:lnTo>
                <a:lnTo>
                  <a:pt x="235" y="228"/>
                </a:lnTo>
                <a:lnTo>
                  <a:pt x="255" y="212"/>
                </a:lnTo>
                <a:lnTo>
                  <a:pt x="275" y="197"/>
                </a:lnTo>
                <a:lnTo>
                  <a:pt x="297" y="182"/>
                </a:lnTo>
                <a:lnTo>
                  <a:pt x="318" y="168"/>
                </a:lnTo>
                <a:lnTo>
                  <a:pt x="341" y="154"/>
                </a:lnTo>
                <a:lnTo>
                  <a:pt x="364" y="141"/>
                </a:lnTo>
                <a:lnTo>
                  <a:pt x="387" y="128"/>
                </a:lnTo>
                <a:lnTo>
                  <a:pt x="411" y="116"/>
                </a:lnTo>
                <a:lnTo>
                  <a:pt x="436" y="105"/>
                </a:lnTo>
                <a:lnTo>
                  <a:pt x="461" y="94"/>
                </a:lnTo>
                <a:lnTo>
                  <a:pt x="487" y="83"/>
                </a:lnTo>
                <a:lnTo>
                  <a:pt x="513" y="73"/>
                </a:lnTo>
                <a:lnTo>
                  <a:pt x="539" y="64"/>
                </a:lnTo>
                <a:lnTo>
                  <a:pt x="566" y="55"/>
                </a:lnTo>
                <a:lnTo>
                  <a:pt x="593" y="47"/>
                </a:lnTo>
                <a:lnTo>
                  <a:pt x="621" y="40"/>
                </a:lnTo>
                <a:lnTo>
                  <a:pt x="649" y="33"/>
                </a:lnTo>
                <a:lnTo>
                  <a:pt x="677" y="27"/>
                </a:lnTo>
                <a:lnTo>
                  <a:pt x="706" y="21"/>
                </a:lnTo>
                <a:lnTo>
                  <a:pt x="734" y="16"/>
                </a:lnTo>
                <a:lnTo>
                  <a:pt x="763" y="12"/>
                </a:lnTo>
                <a:lnTo>
                  <a:pt x="792" y="8"/>
                </a:lnTo>
                <a:lnTo>
                  <a:pt x="821" y="5"/>
                </a:lnTo>
                <a:lnTo>
                  <a:pt x="851" y="3"/>
                </a:lnTo>
                <a:lnTo>
                  <a:pt x="880" y="1"/>
                </a:lnTo>
                <a:lnTo>
                  <a:pt x="909" y="0"/>
                </a:lnTo>
                <a:lnTo>
                  <a:pt x="939" y="0"/>
                </a:lnTo>
                <a:lnTo>
                  <a:pt x="968" y="0"/>
                </a:lnTo>
                <a:lnTo>
                  <a:pt x="998" y="1"/>
                </a:lnTo>
                <a:lnTo>
                  <a:pt x="1027" y="3"/>
                </a:lnTo>
                <a:lnTo>
                  <a:pt x="1057" y="5"/>
                </a:lnTo>
                <a:lnTo>
                  <a:pt x="1086" y="8"/>
                </a:lnTo>
                <a:lnTo>
                  <a:pt x="1115" y="12"/>
                </a:lnTo>
                <a:lnTo>
                  <a:pt x="1144" y="16"/>
                </a:lnTo>
                <a:lnTo>
                  <a:pt x="1172" y="21"/>
                </a:lnTo>
                <a:lnTo>
                  <a:pt x="1201" y="27"/>
                </a:lnTo>
                <a:lnTo>
                  <a:pt x="1229" y="33"/>
                </a:lnTo>
                <a:lnTo>
                  <a:pt x="1257" y="40"/>
                </a:lnTo>
                <a:lnTo>
                  <a:pt x="1284" y="47"/>
                </a:lnTo>
                <a:lnTo>
                  <a:pt x="1312" y="55"/>
                </a:lnTo>
                <a:lnTo>
                  <a:pt x="1339" y="64"/>
                </a:lnTo>
                <a:lnTo>
                  <a:pt x="1365" y="73"/>
                </a:lnTo>
                <a:lnTo>
                  <a:pt x="1391" y="83"/>
                </a:lnTo>
                <a:lnTo>
                  <a:pt x="1417" y="94"/>
                </a:lnTo>
                <a:lnTo>
                  <a:pt x="1442" y="105"/>
                </a:lnTo>
                <a:lnTo>
                  <a:pt x="1466" y="116"/>
                </a:lnTo>
                <a:lnTo>
                  <a:pt x="1491" y="128"/>
                </a:lnTo>
                <a:lnTo>
                  <a:pt x="1514" y="141"/>
                </a:lnTo>
                <a:lnTo>
                  <a:pt x="1537" y="154"/>
                </a:lnTo>
                <a:lnTo>
                  <a:pt x="1560" y="168"/>
                </a:lnTo>
                <a:lnTo>
                  <a:pt x="1581" y="182"/>
                </a:lnTo>
                <a:lnTo>
                  <a:pt x="1603" y="197"/>
                </a:lnTo>
                <a:lnTo>
                  <a:pt x="1623" y="212"/>
                </a:lnTo>
                <a:lnTo>
                  <a:pt x="1643" y="228"/>
                </a:lnTo>
                <a:lnTo>
                  <a:pt x="1662" y="244"/>
                </a:lnTo>
                <a:lnTo>
                  <a:pt x="1680" y="260"/>
                </a:lnTo>
                <a:lnTo>
                  <a:pt x="1698" y="277"/>
                </a:lnTo>
                <a:lnTo>
                  <a:pt x="1715" y="294"/>
                </a:lnTo>
                <a:lnTo>
                  <a:pt x="1731" y="312"/>
                </a:lnTo>
                <a:lnTo>
                  <a:pt x="1747" y="330"/>
                </a:lnTo>
                <a:lnTo>
                  <a:pt x="1761" y="348"/>
                </a:lnTo>
                <a:lnTo>
                  <a:pt x="1775" y="367"/>
                </a:lnTo>
                <a:lnTo>
                  <a:pt x="1788" y="386"/>
                </a:lnTo>
                <a:lnTo>
                  <a:pt x="1800" y="405"/>
                </a:lnTo>
                <a:lnTo>
                  <a:pt x="1811" y="425"/>
                </a:lnTo>
                <a:lnTo>
                  <a:pt x="1822" y="445"/>
                </a:lnTo>
                <a:lnTo>
                  <a:pt x="1831" y="465"/>
                </a:lnTo>
                <a:lnTo>
                  <a:pt x="1840" y="485"/>
                </a:lnTo>
                <a:lnTo>
                  <a:pt x="1848" y="505"/>
                </a:lnTo>
                <a:lnTo>
                  <a:pt x="1855" y="526"/>
                </a:lnTo>
                <a:lnTo>
                  <a:pt x="1861" y="546"/>
                </a:lnTo>
                <a:lnTo>
                  <a:pt x="1866" y="567"/>
                </a:lnTo>
                <a:lnTo>
                  <a:pt x="1870" y="588"/>
                </a:lnTo>
                <a:lnTo>
                  <a:pt x="1873" y="609"/>
                </a:lnTo>
                <a:lnTo>
                  <a:pt x="1876" y="630"/>
                </a:lnTo>
                <a:lnTo>
                  <a:pt x="1877" y="651"/>
                </a:lnTo>
                <a:lnTo>
                  <a:pt x="1877" y="672"/>
                </a:lnTo>
                <a:close/>
              </a:path>
            </a:pathLst>
          </a:custGeom>
          <a:solidFill>
            <a:srgbClr val="ff9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5" name=""/>
          <p:cNvSpPr/>
          <p:nvPr/>
        </p:nvSpPr>
        <p:spPr>
          <a:xfrm>
            <a:off x="7720560" y="2699280"/>
            <a:ext cx="684360" cy="490320"/>
          </a:xfrm>
          <a:custGeom>
            <a:avLst/>
            <a:gdLst/>
            <a:ahLst/>
            <a:rect l="0" t="0" r="r" b="b"/>
            <a:pathLst>
              <a:path w="1901" h="1362">
                <a:moveTo>
                  <a:pt x="1889" y="680"/>
                </a:moveTo>
                <a:lnTo>
                  <a:pt x="1889" y="659"/>
                </a:lnTo>
                <a:lnTo>
                  <a:pt x="1888" y="638"/>
                </a:lnTo>
                <a:lnTo>
                  <a:pt x="1885" y="617"/>
                </a:lnTo>
                <a:lnTo>
                  <a:pt x="1882" y="596"/>
                </a:lnTo>
                <a:lnTo>
                  <a:pt x="1878" y="575"/>
                </a:lnTo>
                <a:lnTo>
                  <a:pt x="1873" y="554"/>
                </a:lnTo>
                <a:lnTo>
                  <a:pt x="1867" y="534"/>
                </a:lnTo>
                <a:lnTo>
                  <a:pt x="1860" y="513"/>
                </a:lnTo>
                <a:lnTo>
                  <a:pt x="1852" y="493"/>
                </a:lnTo>
                <a:lnTo>
                  <a:pt x="1843" y="473"/>
                </a:lnTo>
                <a:lnTo>
                  <a:pt x="1834" y="453"/>
                </a:lnTo>
                <a:lnTo>
                  <a:pt x="1823" y="433"/>
                </a:lnTo>
                <a:lnTo>
                  <a:pt x="1812" y="413"/>
                </a:lnTo>
                <a:lnTo>
                  <a:pt x="1800" y="394"/>
                </a:lnTo>
                <a:lnTo>
                  <a:pt x="1787" y="375"/>
                </a:lnTo>
                <a:lnTo>
                  <a:pt x="1773" y="356"/>
                </a:lnTo>
                <a:lnTo>
                  <a:pt x="1759" y="338"/>
                </a:lnTo>
                <a:lnTo>
                  <a:pt x="1743" y="320"/>
                </a:lnTo>
                <a:lnTo>
                  <a:pt x="1727" y="302"/>
                </a:lnTo>
                <a:lnTo>
                  <a:pt x="1710" y="285"/>
                </a:lnTo>
                <a:lnTo>
                  <a:pt x="1692" y="268"/>
                </a:lnTo>
                <a:lnTo>
                  <a:pt x="1674" y="252"/>
                </a:lnTo>
                <a:lnTo>
                  <a:pt x="1655" y="236"/>
                </a:lnTo>
                <a:lnTo>
                  <a:pt x="1635" y="220"/>
                </a:lnTo>
                <a:lnTo>
                  <a:pt x="1615" y="205"/>
                </a:lnTo>
                <a:lnTo>
                  <a:pt x="1593" y="190"/>
                </a:lnTo>
                <a:lnTo>
                  <a:pt x="1572" y="176"/>
                </a:lnTo>
                <a:lnTo>
                  <a:pt x="1549" y="162"/>
                </a:lnTo>
                <a:lnTo>
                  <a:pt x="1526" y="149"/>
                </a:lnTo>
                <a:lnTo>
                  <a:pt x="1503" y="136"/>
                </a:lnTo>
                <a:lnTo>
                  <a:pt x="1478" y="124"/>
                </a:lnTo>
                <a:lnTo>
                  <a:pt x="1454" y="113"/>
                </a:lnTo>
                <a:lnTo>
                  <a:pt x="1429" y="102"/>
                </a:lnTo>
                <a:lnTo>
                  <a:pt x="1403" y="91"/>
                </a:lnTo>
                <a:lnTo>
                  <a:pt x="1377" y="81"/>
                </a:lnTo>
                <a:lnTo>
                  <a:pt x="1351" y="72"/>
                </a:lnTo>
                <a:lnTo>
                  <a:pt x="1324" y="63"/>
                </a:lnTo>
                <a:lnTo>
                  <a:pt x="1296" y="55"/>
                </a:lnTo>
                <a:lnTo>
                  <a:pt x="1269" y="48"/>
                </a:lnTo>
                <a:lnTo>
                  <a:pt x="1241" y="41"/>
                </a:lnTo>
                <a:lnTo>
                  <a:pt x="1213" y="35"/>
                </a:lnTo>
                <a:lnTo>
                  <a:pt x="1184" y="29"/>
                </a:lnTo>
                <a:lnTo>
                  <a:pt x="1156" y="24"/>
                </a:lnTo>
                <a:lnTo>
                  <a:pt x="1127" y="20"/>
                </a:lnTo>
                <a:lnTo>
                  <a:pt x="1098" y="16"/>
                </a:lnTo>
                <a:lnTo>
                  <a:pt x="1069" y="13"/>
                </a:lnTo>
                <a:lnTo>
                  <a:pt x="1039" y="11"/>
                </a:lnTo>
                <a:lnTo>
                  <a:pt x="1010" y="9"/>
                </a:lnTo>
                <a:lnTo>
                  <a:pt x="980" y="8"/>
                </a:lnTo>
                <a:lnTo>
                  <a:pt x="951" y="8"/>
                </a:lnTo>
                <a:lnTo>
                  <a:pt x="921" y="8"/>
                </a:lnTo>
                <a:lnTo>
                  <a:pt x="892" y="9"/>
                </a:lnTo>
                <a:lnTo>
                  <a:pt x="863" y="11"/>
                </a:lnTo>
                <a:lnTo>
                  <a:pt x="833" y="13"/>
                </a:lnTo>
                <a:lnTo>
                  <a:pt x="804" y="16"/>
                </a:lnTo>
                <a:lnTo>
                  <a:pt x="775" y="20"/>
                </a:lnTo>
                <a:lnTo>
                  <a:pt x="746" y="24"/>
                </a:lnTo>
                <a:lnTo>
                  <a:pt x="718" y="29"/>
                </a:lnTo>
                <a:lnTo>
                  <a:pt x="689" y="35"/>
                </a:lnTo>
                <a:lnTo>
                  <a:pt x="661" y="41"/>
                </a:lnTo>
                <a:lnTo>
                  <a:pt x="633" y="48"/>
                </a:lnTo>
                <a:lnTo>
                  <a:pt x="605" y="55"/>
                </a:lnTo>
                <a:lnTo>
                  <a:pt x="578" y="63"/>
                </a:lnTo>
                <a:lnTo>
                  <a:pt x="551" y="72"/>
                </a:lnTo>
                <a:lnTo>
                  <a:pt x="525" y="81"/>
                </a:lnTo>
                <a:lnTo>
                  <a:pt x="499" y="91"/>
                </a:lnTo>
                <a:lnTo>
                  <a:pt x="473" y="102"/>
                </a:lnTo>
                <a:lnTo>
                  <a:pt x="448" y="113"/>
                </a:lnTo>
                <a:lnTo>
                  <a:pt x="423" y="124"/>
                </a:lnTo>
                <a:lnTo>
                  <a:pt x="398" y="136"/>
                </a:lnTo>
                <a:lnTo>
                  <a:pt x="375" y="149"/>
                </a:lnTo>
                <a:lnTo>
                  <a:pt x="352" y="162"/>
                </a:lnTo>
                <a:lnTo>
                  <a:pt x="329" y="176"/>
                </a:lnTo>
                <a:lnTo>
                  <a:pt x="308" y="190"/>
                </a:lnTo>
                <a:lnTo>
                  <a:pt x="286" y="205"/>
                </a:lnTo>
                <a:lnTo>
                  <a:pt x="266" y="220"/>
                </a:lnTo>
                <a:lnTo>
                  <a:pt x="246" y="236"/>
                </a:lnTo>
                <a:lnTo>
                  <a:pt x="227" y="252"/>
                </a:lnTo>
                <a:lnTo>
                  <a:pt x="208" y="268"/>
                </a:lnTo>
                <a:lnTo>
                  <a:pt x="191" y="285"/>
                </a:lnTo>
                <a:lnTo>
                  <a:pt x="174" y="302"/>
                </a:lnTo>
                <a:lnTo>
                  <a:pt x="158" y="320"/>
                </a:lnTo>
                <a:lnTo>
                  <a:pt x="142" y="338"/>
                </a:lnTo>
                <a:lnTo>
                  <a:pt x="128" y="356"/>
                </a:lnTo>
                <a:lnTo>
                  <a:pt x="114" y="375"/>
                </a:lnTo>
                <a:lnTo>
                  <a:pt x="101" y="394"/>
                </a:lnTo>
                <a:lnTo>
                  <a:pt x="89" y="413"/>
                </a:lnTo>
                <a:lnTo>
                  <a:pt x="77" y="433"/>
                </a:lnTo>
                <a:lnTo>
                  <a:pt x="67" y="453"/>
                </a:lnTo>
                <a:lnTo>
                  <a:pt x="57" y="473"/>
                </a:lnTo>
                <a:lnTo>
                  <a:pt x="49" y="493"/>
                </a:lnTo>
                <a:lnTo>
                  <a:pt x="41" y="513"/>
                </a:lnTo>
                <a:lnTo>
                  <a:pt x="34" y="534"/>
                </a:lnTo>
                <a:lnTo>
                  <a:pt x="28" y="554"/>
                </a:lnTo>
                <a:lnTo>
                  <a:pt x="23" y="575"/>
                </a:lnTo>
                <a:lnTo>
                  <a:pt x="19" y="596"/>
                </a:lnTo>
                <a:lnTo>
                  <a:pt x="16" y="617"/>
                </a:lnTo>
                <a:lnTo>
                  <a:pt x="13" y="638"/>
                </a:lnTo>
                <a:lnTo>
                  <a:pt x="12" y="659"/>
                </a:lnTo>
                <a:lnTo>
                  <a:pt x="12" y="680"/>
                </a:lnTo>
                <a:lnTo>
                  <a:pt x="12" y="701"/>
                </a:lnTo>
                <a:lnTo>
                  <a:pt x="13" y="723"/>
                </a:lnTo>
                <a:lnTo>
                  <a:pt x="16" y="744"/>
                </a:lnTo>
                <a:lnTo>
                  <a:pt x="19" y="765"/>
                </a:lnTo>
                <a:lnTo>
                  <a:pt x="23" y="785"/>
                </a:lnTo>
                <a:lnTo>
                  <a:pt x="28" y="806"/>
                </a:lnTo>
                <a:lnTo>
                  <a:pt x="34" y="827"/>
                </a:lnTo>
                <a:lnTo>
                  <a:pt x="41" y="847"/>
                </a:lnTo>
                <a:lnTo>
                  <a:pt x="49" y="868"/>
                </a:lnTo>
                <a:lnTo>
                  <a:pt x="57" y="888"/>
                </a:lnTo>
                <a:lnTo>
                  <a:pt x="67" y="908"/>
                </a:lnTo>
                <a:lnTo>
                  <a:pt x="77" y="928"/>
                </a:lnTo>
                <a:lnTo>
                  <a:pt x="89" y="947"/>
                </a:lnTo>
                <a:lnTo>
                  <a:pt x="101" y="967"/>
                </a:lnTo>
                <a:lnTo>
                  <a:pt x="114" y="986"/>
                </a:lnTo>
                <a:lnTo>
                  <a:pt x="128" y="1004"/>
                </a:lnTo>
                <a:lnTo>
                  <a:pt x="142" y="1023"/>
                </a:lnTo>
                <a:lnTo>
                  <a:pt x="158" y="1041"/>
                </a:lnTo>
                <a:lnTo>
                  <a:pt x="174" y="1058"/>
                </a:lnTo>
                <a:lnTo>
                  <a:pt x="191" y="1075"/>
                </a:lnTo>
                <a:lnTo>
                  <a:pt x="208" y="1092"/>
                </a:lnTo>
                <a:lnTo>
                  <a:pt x="227" y="1109"/>
                </a:lnTo>
                <a:lnTo>
                  <a:pt x="246" y="1125"/>
                </a:lnTo>
                <a:lnTo>
                  <a:pt x="266" y="1141"/>
                </a:lnTo>
                <a:lnTo>
                  <a:pt x="286" y="1156"/>
                </a:lnTo>
                <a:lnTo>
                  <a:pt x="308" y="1170"/>
                </a:lnTo>
                <a:lnTo>
                  <a:pt x="329" y="1185"/>
                </a:lnTo>
                <a:lnTo>
                  <a:pt x="352" y="1198"/>
                </a:lnTo>
                <a:lnTo>
                  <a:pt x="375" y="1212"/>
                </a:lnTo>
                <a:lnTo>
                  <a:pt x="398" y="1224"/>
                </a:lnTo>
                <a:lnTo>
                  <a:pt x="423" y="1236"/>
                </a:lnTo>
                <a:lnTo>
                  <a:pt x="448" y="1248"/>
                </a:lnTo>
                <a:lnTo>
                  <a:pt x="473" y="1259"/>
                </a:lnTo>
                <a:lnTo>
                  <a:pt x="499" y="1269"/>
                </a:lnTo>
                <a:lnTo>
                  <a:pt x="525" y="1279"/>
                </a:lnTo>
                <a:lnTo>
                  <a:pt x="551" y="1289"/>
                </a:lnTo>
                <a:lnTo>
                  <a:pt x="578" y="1297"/>
                </a:lnTo>
                <a:lnTo>
                  <a:pt x="605" y="1305"/>
                </a:lnTo>
                <a:lnTo>
                  <a:pt x="633" y="1313"/>
                </a:lnTo>
                <a:lnTo>
                  <a:pt x="661" y="1320"/>
                </a:lnTo>
                <a:lnTo>
                  <a:pt x="689" y="1326"/>
                </a:lnTo>
                <a:lnTo>
                  <a:pt x="718" y="1331"/>
                </a:lnTo>
                <a:lnTo>
                  <a:pt x="746" y="1336"/>
                </a:lnTo>
                <a:lnTo>
                  <a:pt x="775" y="1341"/>
                </a:lnTo>
                <a:lnTo>
                  <a:pt x="804" y="1344"/>
                </a:lnTo>
                <a:lnTo>
                  <a:pt x="833" y="1347"/>
                </a:lnTo>
                <a:lnTo>
                  <a:pt x="863" y="1351"/>
                </a:lnTo>
                <a:lnTo>
                  <a:pt x="892" y="1352"/>
                </a:lnTo>
                <a:lnTo>
                  <a:pt x="921" y="1353"/>
                </a:lnTo>
                <a:lnTo>
                  <a:pt x="951" y="1354"/>
                </a:lnTo>
                <a:lnTo>
                  <a:pt x="980" y="1353"/>
                </a:lnTo>
                <a:lnTo>
                  <a:pt x="1010" y="1352"/>
                </a:lnTo>
                <a:lnTo>
                  <a:pt x="1039" y="1351"/>
                </a:lnTo>
                <a:lnTo>
                  <a:pt x="1069" y="1347"/>
                </a:lnTo>
                <a:lnTo>
                  <a:pt x="1098" y="1344"/>
                </a:lnTo>
                <a:lnTo>
                  <a:pt x="1127" y="1341"/>
                </a:lnTo>
                <a:lnTo>
                  <a:pt x="1156" y="1336"/>
                </a:lnTo>
                <a:lnTo>
                  <a:pt x="1184" y="1331"/>
                </a:lnTo>
                <a:lnTo>
                  <a:pt x="1213" y="1326"/>
                </a:lnTo>
                <a:lnTo>
                  <a:pt x="1241" y="1320"/>
                </a:lnTo>
                <a:lnTo>
                  <a:pt x="1269" y="1313"/>
                </a:lnTo>
                <a:lnTo>
                  <a:pt x="1296" y="1305"/>
                </a:lnTo>
                <a:lnTo>
                  <a:pt x="1324" y="1297"/>
                </a:lnTo>
                <a:lnTo>
                  <a:pt x="1351" y="1289"/>
                </a:lnTo>
                <a:lnTo>
                  <a:pt x="1377" y="1279"/>
                </a:lnTo>
                <a:lnTo>
                  <a:pt x="1403" y="1269"/>
                </a:lnTo>
                <a:lnTo>
                  <a:pt x="1429" y="1259"/>
                </a:lnTo>
                <a:lnTo>
                  <a:pt x="1454" y="1248"/>
                </a:lnTo>
                <a:lnTo>
                  <a:pt x="1478" y="1236"/>
                </a:lnTo>
                <a:lnTo>
                  <a:pt x="1503" y="1224"/>
                </a:lnTo>
                <a:lnTo>
                  <a:pt x="1526" y="1212"/>
                </a:lnTo>
                <a:lnTo>
                  <a:pt x="1549" y="1198"/>
                </a:lnTo>
                <a:lnTo>
                  <a:pt x="1572" y="1185"/>
                </a:lnTo>
                <a:lnTo>
                  <a:pt x="1593" y="1170"/>
                </a:lnTo>
                <a:lnTo>
                  <a:pt x="1615" y="1156"/>
                </a:lnTo>
                <a:lnTo>
                  <a:pt x="1635" y="1141"/>
                </a:lnTo>
                <a:lnTo>
                  <a:pt x="1655" y="1125"/>
                </a:lnTo>
                <a:lnTo>
                  <a:pt x="1674" y="1109"/>
                </a:lnTo>
                <a:lnTo>
                  <a:pt x="1692" y="1092"/>
                </a:lnTo>
                <a:lnTo>
                  <a:pt x="1710" y="1075"/>
                </a:lnTo>
                <a:lnTo>
                  <a:pt x="1727" y="1058"/>
                </a:lnTo>
                <a:lnTo>
                  <a:pt x="1743" y="1041"/>
                </a:lnTo>
                <a:lnTo>
                  <a:pt x="1759" y="1023"/>
                </a:lnTo>
                <a:lnTo>
                  <a:pt x="1773" y="1004"/>
                </a:lnTo>
                <a:lnTo>
                  <a:pt x="1787" y="986"/>
                </a:lnTo>
                <a:lnTo>
                  <a:pt x="1800" y="967"/>
                </a:lnTo>
                <a:lnTo>
                  <a:pt x="1812" y="947"/>
                </a:lnTo>
                <a:lnTo>
                  <a:pt x="1823" y="928"/>
                </a:lnTo>
                <a:lnTo>
                  <a:pt x="1834" y="908"/>
                </a:lnTo>
                <a:lnTo>
                  <a:pt x="1843" y="888"/>
                </a:lnTo>
                <a:lnTo>
                  <a:pt x="1852" y="868"/>
                </a:lnTo>
                <a:lnTo>
                  <a:pt x="1860" y="847"/>
                </a:lnTo>
                <a:lnTo>
                  <a:pt x="1867" y="827"/>
                </a:lnTo>
                <a:lnTo>
                  <a:pt x="1873" y="806"/>
                </a:lnTo>
                <a:lnTo>
                  <a:pt x="1878" y="785"/>
                </a:lnTo>
                <a:lnTo>
                  <a:pt x="1882" y="765"/>
                </a:lnTo>
                <a:lnTo>
                  <a:pt x="1885" y="744"/>
                </a:lnTo>
                <a:lnTo>
                  <a:pt x="1888" y="723"/>
                </a:lnTo>
                <a:lnTo>
                  <a:pt x="1889" y="701"/>
                </a:lnTo>
                <a:lnTo>
                  <a:pt x="1889" y="680"/>
                </a:lnTo>
                <a:moveTo>
                  <a:pt x="1901" y="680"/>
                </a:moveTo>
                <a:lnTo>
                  <a:pt x="1901" y="702"/>
                </a:lnTo>
                <a:lnTo>
                  <a:pt x="1899" y="723"/>
                </a:lnTo>
                <a:lnTo>
                  <a:pt x="1897" y="744"/>
                </a:lnTo>
                <a:lnTo>
                  <a:pt x="1894" y="766"/>
                </a:lnTo>
                <a:lnTo>
                  <a:pt x="1889" y="787"/>
                </a:lnTo>
                <a:lnTo>
                  <a:pt x="1884" y="808"/>
                </a:lnTo>
                <a:lnTo>
                  <a:pt x="1878" y="829"/>
                </a:lnTo>
                <a:lnTo>
                  <a:pt x="1871" y="850"/>
                </a:lnTo>
                <a:lnTo>
                  <a:pt x="1863" y="870"/>
                </a:lnTo>
                <a:lnTo>
                  <a:pt x="1855" y="891"/>
                </a:lnTo>
                <a:lnTo>
                  <a:pt x="1845" y="911"/>
                </a:lnTo>
                <a:lnTo>
                  <a:pt x="1834" y="931"/>
                </a:lnTo>
                <a:lnTo>
                  <a:pt x="1823" y="951"/>
                </a:lnTo>
                <a:lnTo>
                  <a:pt x="1811" y="970"/>
                </a:lnTo>
                <a:lnTo>
                  <a:pt x="1797" y="989"/>
                </a:lnTo>
                <a:lnTo>
                  <a:pt x="1783" y="1008"/>
                </a:lnTo>
                <a:lnTo>
                  <a:pt x="1769" y="1027"/>
                </a:lnTo>
                <a:lnTo>
                  <a:pt x="1753" y="1045"/>
                </a:lnTo>
                <a:lnTo>
                  <a:pt x="1737" y="1063"/>
                </a:lnTo>
                <a:lnTo>
                  <a:pt x="1720" y="1080"/>
                </a:lnTo>
                <a:lnTo>
                  <a:pt x="1702" y="1097"/>
                </a:lnTo>
                <a:lnTo>
                  <a:pt x="1683" y="1114"/>
                </a:lnTo>
                <a:lnTo>
                  <a:pt x="1664" y="1130"/>
                </a:lnTo>
                <a:lnTo>
                  <a:pt x="1644" y="1146"/>
                </a:lnTo>
                <a:lnTo>
                  <a:pt x="1623" y="1162"/>
                </a:lnTo>
                <a:lnTo>
                  <a:pt x="1601" y="1176"/>
                </a:lnTo>
                <a:lnTo>
                  <a:pt x="1579" y="1191"/>
                </a:lnTo>
                <a:lnTo>
                  <a:pt x="1557" y="1205"/>
                </a:lnTo>
                <a:lnTo>
                  <a:pt x="1533" y="1218"/>
                </a:lnTo>
                <a:lnTo>
                  <a:pt x="1509" y="1231"/>
                </a:lnTo>
                <a:lnTo>
                  <a:pt x="1485" y="1243"/>
                </a:lnTo>
                <a:lnTo>
                  <a:pt x="1460" y="1255"/>
                </a:lnTo>
                <a:lnTo>
                  <a:pt x="1435" y="1266"/>
                </a:lnTo>
                <a:lnTo>
                  <a:pt x="1409" y="1277"/>
                </a:lnTo>
                <a:lnTo>
                  <a:pt x="1382" y="1287"/>
                </a:lnTo>
                <a:lnTo>
                  <a:pt x="1355" y="1296"/>
                </a:lnTo>
                <a:lnTo>
                  <a:pt x="1328" y="1305"/>
                </a:lnTo>
                <a:lnTo>
                  <a:pt x="1301" y="1313"/>
                </a:lnTo>
                <a:lnTo>
                  <a:pt x="1273" y="1321"/>
                </a:lnTo>
                <a:lnTo>
                  <a:pt x="1245" y="1328"/>
                </a:lnTo>
                <a:lnTo>
                  <a:pt x="1216" y="1334"/>
                </a:lnTo>
                <a:lnTo>
                  <a:pt x="1187" y="1340"/>
                </a:lnTo>
                <a:lnTo>
                  <a:pt x="1158" y="1345"/>
                </a:lnTo>
                <a:lnTo>
                  <a:pt x="1129" y="1350"/>
                </a:lnTo>
                <a:lnTo>
                  <a:pt x="1100" y="1354"/>
                </a:lnTo>
                <a:lnTo>
                  <a:pt x="1070" y="1357"/>
                </a:lnTo>
                <a:lnTo>
                  <a:pt x="1040" y="1359"/>
                </a:lnTo>
                <a:lnTo>
                  <a:pt x="1011" y="1361"/>
                </a:lnTo>
                <a:lnTo>
                  <a:pt x="981" y="1362"/>
                </a:lnTo>
                <a:lnTo>
                  <a:pt x="951" y="1362"/>
                </a:lnTo>
                <a:lnTo>
                  <a:pt x="921" y="1362"/>
                </a:lnTo>
                <a:lnTo>
                  <a:pt x="891" y="1361"/>
                </a:lnTo>
                <a:lnTo>
                  <a:pt x="862" y="1359"/>
                </a:lnTo>
                <a:lnTo>
                  <a:pt x="832" y="1357"/>
                </a:lnTo>
                <a:lnTo>
                  <a:pt x="802" y="1354"/>
                </a:lnTo>
                <a:lnTo>
                  <a:pt x="773" y="1350"/>
                </a:lnTo>
                <a:lnTo>
                  <a:pt x="744" y="1345"/>
                </a:lnTo>
                <a:lnTo>
                  <a:pt x="715" y="1340"/>
                </a:lnTo>
                <a:lnTo>
                  <a:pt x="686" y="1334"/>
                </a:lnTo>
                <a:lnTo>
                  <a:pt x="657" y="1328"/>
                </a:lnTo>
                <a:lnTo>
                  <a:pt x="629" y="1321"/>
                </a:lnTo>
                <a:lnTo>
                  <a:pt x="601" y="1313"/>
                </a:lnTo>
                <a:lnTo>
                  <a:pt x="574" y="1305"/>
                </a:lnTo>
                <a:lnTo>
                  <a:pt x="546" y="1296"/>
                </a:lnTo>
                <a:lnTo>
                  <a:pt x="520" y="1287"/>
                </a:lnTo>
                <a:lnTo>
                  <a:pt x="493" y="1277"/>
                </a:lnTo>
                <a:lnTo>
                  <a:pt x="467" y="1266"/>
                </a:lnTo>
                <a:lnTo>
                  <a:pt x="442" y="1255"/>
                </a:lnTo>
                <a:lnTo>
                  <a:pt x="417" y="1243"/>
                </a:lnTo>
                <a:lnTo>
                  <a:pt x="392" y="1231"/>
                </a:lnTo>
                <a:lnTo>
                  <a:pt x="368" y="1218"/>
                </a:lnTo>
                <a:lnTo>
                  <a:pt x="344" y="1205"/>
                </a:lnTo>
                <a:lnTo>
                  <a:pt x="322" y="1191"/>
                </a:lnTo>
                <a:lnTo>
                  <a:pt x="300" y="1176"/>
                </a:lnTo>
                <a:lnTo>
                  <a:pt x="278" y="1162"/>
                </a:lnTo>
                <a:lnTo>
                  <a:pt x="257" y="1146"/>
                </a:lnTo>
                <a:lnTo>
                  <a:pt x="237" y="1130"/>
                </a:lnTo>
                <a:lnTo>
                  <a:pt x="218" y="1114"/>
                </a:lnTo>
                <a:lnTo>
                  <a:pt x="199" y="1097"/>
                </a:lnTo>
                <a:lnTo>
                  <a:pt x="181" y="1080"/>
                </a:lnTo>
                <a:lnTo>
                  <a:pt x="164" y="1063"/>
                </a:lnTo>
                <a:lnTo>
                  <a:pt x="148" y="1045"/>
                </a:lnTo>
                <a:lnTo>
                  <a:pt x="132" y="1027"/>
                </a:lnTo>
                <a:lnTo>
                  <a:pt x="117" y="1008"/>
                </a:lnTo>
                <a:lnTo>
                  <a:pt x="103" y="989"/>
                </a:lnTo>
                <a:lnTo>
                  <a:pt x="90" y="970"/>
                </a:lnTo>
                <a:lnTo>
                  <a:pt x="78" y="951"/>
                </a:lnTo>
                <a:lnTo>
                  <a:pt x="67" y="931"/>
                </a:lnTo>
                <a:lnTo>
                  <a:pt x="56" y="911"/>
                </a:lnTo>
                <a:lnTo>
                  <a:pt x="46" y="891"/>
                </a:lnTo>
                <a:lnTo>
                  <a:pt x="38" y="870"/>
                </a:lnTo>
                <a:lnTo>
                  <a:pt x="30" y="850"/>
                </a:lnTo>
                <a:lnTo>
                  <a:pt x="23" y="829"/>
                </a:lnTo>
                <a:lnTo>
                  <a:pt x="17" y="808"/>
                </a:lnTo>
                <a:lnTo>
                  <a:pt x="12" y="787"/>
                </a:lnTo>
                <a:lnTo>
                  <a:pt x="7" y="766"/>
                </a:lnTo>
                <a:lnTo>
                  <a:pt x="4" y="744"/>
                </a:lnTo>
                <a:lnTo>
                  <a:pt x="2" y="723"/>
                </a:lnTo>
                <a:lnTo>
                  <a:pt x="0" y="702"/>
                </a:lnTo>
                <a:lnTo>
                  <a:pt x="0" y="680"/>
                </a:lnTo>
                <a:lnTo>
                  <a:pt x="0" y="659"/>
                </a:lnTo>
                <a:lnTo>
                  <a:pt x="2" y="638"/>
                </a:lnTo>
                <a:lnTo>
                  <a:pt x="4" y="616"/>
                </a:lnTo>
                <a:lnTo>
                  <a:pt x="7" y="595"/>
                </a:lnTo>
                <a:lnTo>
                  <a:pt x="12" y="574"/>
                </a:lnTo>
                <a:lnTo>
                  <a:pt x="17" y="553"/>
                </a:lnTo>
                <a:lnTo>
                  <a:pt x="23" y="532"/>
                </a:lnTo>
                <a:lnTo>
                  <a:pt x="30" y="511"/>
                </a:lnTo>
                <a:lnTo>
                  <a:pt x="38" y="490"/>
                </a:lnTo>
                <a:lnTo>
                  <a:pt x="46" y="470"/>
                </a:lnTo>
                <a:lnTo>
                  <a:pt x="56" y="450"/>
                </a:lnTo>
                <a:lnTo>
                  <a:pt x="67" y="430"/>
                </a:lnTo>
                <a:lnTo>
                  <a:pt x="78" y="410"/>
                </a:lnTo>
                <a:lnTo>
                  <a:pt x="90" y="390"/>
                </a:lnTo>
                <a:lnTo>
                  <a:pt x="103" y="371"/>
                </a:lnTo>
                <a:lnTo>
                  <a:pt x="117" y="352"/>
                </a:lnTo>
                <a:lnTo>
                  <a:pt x="132" y="334"/>
                </a:lnTo>
                <a:lnTo>
                  <a:pt x="148" y="316"/>
                </a:lnTo>
                <a:lnTo>
                  <a:pt x="164" y="298"/>
                </a:lnTo>
                <a:lnTo>
                  <a:pt x="181" y="280"/>
                </a:lnTo>
                <a:lnTo>
                  <a:pt x="199" y="263"/>
                </a:lnTo>
                <a:lnTo>
                  <a:pt x="218" y="246"/>
                </a:lnTo>
                <a:lnTo>
                  <a:pt x="237" y="230"/>
                </a:lnTo>
                <a:lnTo>
                  <a:pt x="257" y="214"/>
                </a:lnTo>
                <a:lnTo>
                  <a:pt x="278" y="199"/>
                </a:lnTo>
                <a:lnTo>
                  <a:pt x="300" y="184"/>
                </a:lnTo>
                <a:lnTo>
                  <a:pt x="322" y="170"/>
                </a:lnTo>
                <a:lnTo>
                  <a:pt x="344" y="156"/>
                </a:lnTo>
                <a:lnTo>
                  <a:pt x="368" y="142"/>
                </a:lnTo>
                <a:lnTo>
                  <a:pt x="392" y="130"/>
                </a:lnTo>
                <a:lnTo>
                  <a:pt x="417" y="117"/>
                </a:lnTo>
                <a:lnTo>
                  <a:pt x="442" y="106"/>
                </a:lnTo>
                <a:lnTo>
                  <a:pt x="467" y="94"/>
                </a:lnTo>
                <a:lnTo>
                  <a:pt x="493" y="84"/>
                </a:lnTo>
                <a:lnTo>
                  <a:pt x="520" y="74"/>
                </a:lnTo>
                <a:lnTo>
                  <a:pt x="546" y="64"/>
                </a:lnTo>
                <a:lnTo>
                  <a:pt x="574" y="56"/>
                </a:lnTo>
                <a:lnTo>
                  <a:pt x="601" y="47"/>
                </a:lnTo>
                <a:lnTo>
                  <a:pt x="629" y="40"/>
                </a:lnTo>
                <a:lnTo>
                  <a:pt x="657" y="33"/>
                </a:lnTo>
                <a:lnTo>
                  <a:pt x="686" y="27"/>
                </a:lnTo>
                <a:lnTo>
                  <a:pt x="715" y="21"/>
                </a:lnTo>
                <a:lnTo>
                  <a:pt x="744" y="16"/>
                </a:lnTo>
                <a:lnTo>
                  <a:pt x="773" y="12"/>
                </a:lnTo>
                <a:lnTo>
                  <a:pt x="802" y="8"/>
                </a:lnTo>
                <a:lnTo>
                  <a:pt x="832" y="5"/>
                </a:lnTo>
                <a:lnTo>
                  <a:pt x="862" y="3"/>
                </a:lnTo>
                <a:lnTo>
                  <a:pt x="891" y="1"/>
                </a:lnTo>
                <a:lnTo>
                  <a:pt x="921" y="0"/>
                </a:lnTo>
                <a:lnTo>
                  <a:pt x="951" y="0"/>
                </a:lnTo>
                <a:lnTo>
                  <a:pt x="981" y="0"/>
                </a:lnTo>
                <a:lnTo>
                  <a:pt x="1011" y="1"/>
                </a:lnTo>
                <a:lnTo>
                  <a:pt x="1040" y="3"/>
                </a:lnTo>
                <a:lnTo>
                  <a:pt x="1070" y="5"/>
                </a:lnTo>
                <a:lnTo>
                  <a:pt x="1100" y="8"/>
                </a:lnTo>
                <a:lnTo>
                  <a:pt x="1129" y="12"/>
                </a:lnTo>
                <a:lnTo>
                  <a:pt x="1158" y="16"/>
                </a:lnTo>
                <a:lnTo>
                  <a:pt x="1187" y="21"/>
                </a:lnTo>
                <a:lnTo>
                  <a:pt x="1216" y="27"/>
                </a:lnTo>
                <a:lnTo>
                  <a:pt x="1245" y="33"/>
                </a:lnTo>
                <a:lnTo>
                  <a:pt x="1273" y="40"/>
                </a:lnTo>
                <a:lnTo>
                  <a:pt x="1301" y="47"/>
                </a:lnTo>
                <a:lnTo>
                  <a:pt x="1328" y="56"/>
                </a:lnTo>
                <a:lnTo>
                  <a:pt x="1355" y="64"/>
                </a:lnTo>
                <a:lnTo>
                  <a:pt x="1382" y="74"/>
                </a:lnTo>
                <a:lnTo>
                  <a:pt x="1409" y="84"/>
                </a:lnTo>
                <a:lnTo>
                  <a:pt x="1435" y="94"/>
                </a:lnTo>
                <a:lnTo>
                  <a:pt x="1460" y="106"/>
                </a:lnTo>
                <a:lnTo>
                  <a:pt x="1485" y="117"/>
                </a:lnTo>
                <a:lnTo>
                  <a:pt x="1509" y="130"/>
                </a:lnTo>
                <a:lnTo>
                  <a:pt x="1533" y="142"/>
                </a:lnTo>
                <a:lnTo>
                  <a:pt x="1557" y="156"/>
                </a:lnTo>
                <a:lnTo>
                  <a:pt x="1579" y="170"/>
                </a:lnTo>
                <a:lnTo>
                  <a:pt x="1601" y="184"/>
                </a:lnTo>
                <a:lnTo>
                  <a:pt x="1623" y="199"/>
                </a:lnTo>
                <a:lnTo>
                  <a:pt x="1644" y="214"/>
                </a:lnTo>
                <a:lnTo>
                  <a:pt x="1664" y="230"/>
                </a:lnTo>
                <a:lnTo>
                  <a:pt x="1683" y="246"/>
                </a:lnTo>
                <a:lnTo>
                  <a:pt x="1702" y="263"/>
                </a:lnTo>
                <a:lnTo>
                  <a:pt x="1720" y="280"/>
                </a:lnTo>
                <a:lnTo>
                  <a:pt x="1737" y="298"/>
                </a:lnTo>
                <a:lnTo>
                  <a:pt x="1753" y="316"/>
                </a:lnTo>
                <a:lnTo>
                  <a:pt x="1769" y="334"/>
                </a:lnTo>
                <a:lnTo>
                  <a:pt x="1783" y="352"/>
                </a:lnTo>
                <a:lnTo>
                  <a:pt x="1797" y="371"/>
                </a:lnTo>
                <a:lnTo>
                  <a:pt x="1811" y="390"/>
                </a:lnTo>
                <a:lnTo>
                  <a:pt x="1823" y="410"/>
                </a:lnTo>
                <a:lnTo>
                  <a:pt x="1834" y="430"/>
                </a:lnTo>
                <a:lnTo>
                  <a:pt x="1845" y="450"/>
                </a:lnTo>
                <a:lnTo>
                  <a:pt x="1855" y="470"/>
                </a:lnTo>
                <a:lnTo>
                  <a:pt x="1863" y="490"/>
                </a:lnTo>
                <a:lnTo>
                  <a:pt x="1871" y="511"/>
                </a:lnTo>
                <a:lnTo>
                  <a:pt x="1878" y="532"/>
                </a:lnTo>
                <a:lnTo>
                  <a:pt x="1884" y="553"/>
                </a:lnTo>
                <a:lnTo>
                  <a:pt x="1889" y="574"/>
                </a:lnTo>
                <a:lnTo>
                  <a:pt x="1894" y="595"/>
                </a:lnTo>
                <a:lnTo>
                  <a:pt x="1897" y="616"/>
                </a:lnTo>
                <a:lnTo>
                  <a:pt x="1899" y="638"/>
                </a:lnTo>
                <a:lnTo>
                  <a:pt x="1901" y="659"/>
                </a:lnTo>
                <a:lnTo>
                  <a:pt x="1901" y="680"/>
                </a:lnTo>
                <a:close/>
              </a:path>
            </a:pathLst>
          </a:custGeom>
          <a:solidFill>
            <a:srgbClr val="ff9b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6" name=""/>
          <p:cNvSpPr/>
          <p:nvPr/>
        </p:nvSpPr>
        <p:spPr>
          <a:xfrm>
            <a:off x="7719120" y="2698200"/>
            <a:ext cx="687240" cy="492480"/>
          </a:xfrm>
          <a:custGeom>
            <a:avLst/>
            <a:gdLst/>
            <a:ahLst/>
            <a:rect l="0" t="0" r="r" b="b"/>
            <a:pathLst>
              <a:path w="1909" h="1368">
                <a:moveTo>
                  <a:pt x="1905" y="684"/>
                </a:moveTo>
                <a:lnTo>
                  <a:pt x="1905" y="663"/>
                </a:lnTo>
                <a:lnTo>
                  <a:pt x="1903" y="642"/>
                </a:lnTo>
                <a:lnTo>
                  <a:pt x="1901" y="620"/>
                </a:lnTo>
                <a:lnTo>
                  <a:pt x="1898" y="599"/>
                </a:lnTo>
                <a:lnTo>
                  <a:pt x="1893" y="578"/>
                </a:lnTo>
                <a:lnTo>
                  <a:pt x="1888" y="557"/>
                </a:lnTo>
                <a:lnTo>
                  <a:pt x="1882" y="536"/>
                </a:lnTo>
                <a:lnTo>
                  <a:pt x="1875" y="515"/>
                </a:lnTo>
                <a:lnTo>
                  <a:pt x="1867" y="494"/>
                </a:lnTo>
                <a:lnTo>
                  <a:pt x="1859" y="474"/>
                </a:lnTo>
                <a:lnTo>
                  <a:pt x="1849" y="454"/>
                </a:lnTo>
                <a:lnTo>
                  <a:pt x="1838" y="434"/>
                </a:lnTo>
                <a:lnTo>
                  <a:pt x="1827" y="414"/>
                </a:lnTo>
                <a:lnTo>
                  <a:pt x="1815" y="394"/>
                </a:lnTo>
                <a:lnTo>
                  <a:pt x="1801" y="375"/>
                </a:lnTo>
                <a:lnTo>
                  <a:pt x="1787" y="356"/>
                </a:lnTo>
                <a:lnTo>
                  <a:pt x="1773" y="338"/>
                </a:lnTo>
                <a:lnTo>
                  <a:pt x="1757" y="320"/>
                </a:lnTo>
                <a:lnTo>
                  <a:pt x="1741" y="302"/>
                </a:lnTo>
                <a:lnTo>
                  <a:pt x="1724" y="284"/>
                </a:lnTo>
                <a:lnTo>
                  <a:pt x="1706" y="267"/>
                </a:lnTo>
                <a:lnTo>
                  <a:pt x="1687" y="250"/>
                </a:lnTo>
                <a:lnTo>
                  <a:pt x="1668" y="234"/>
                </a:lnTo>
                <a:lnTo>
                  <a:pt x="1648" y="218"/>
                </a:lnTo>
                <a:lnTo>
                  <a:pt x="1627" y="203"/>
                </a:lnTo>
                <a:lnTo>
                  <a:pt x="1605" y="188"/>
                </a:lnTo>
                <a:lnTo>
                  <a:pt x="1583" y="174"/>
                </a:lnTo>
                <a:lnTo>
                  <a:pt x="1561" y="160"/>
                </a:lnTo>
                <a:lnTo>
                  <a:pt x="1537" y="146"/>
                </a:lnTo>
                <a:lnTo>
                  <a:pt x="1513" y="134"/>
                </a:lnTo>
                <a:lnTo>
                  <a:pt x="1489" y="121"/>
                </a:lnTo>
                <a:lnTo>
                  <a:pt x="1464" y="110"/>
                </a:lnTo>
                <a:lnTo>
                  <a:pt x="1439" y="98"/>
                </a:lnTo>
                <a:lnTo>
                  <a:pt x="1413" y="88"/>
                </a:lnTo>
                <a:lnTo>
                  <a:pt x="1386" y="78"/>
                </a:lnTo>
                <a:lnTo>
                  <a:pt x="1359" y="68"/>
                </a:lnTo>
                <a:lnTo>
                  <a:pt x="1332" y="60"/>
                </a:lnTo>
                <a:lnTo>
                  <a:pt x="1305" y="51"/>
                </a:lnTo>
                <a:lnTo>
                  <a:pt x="1277" y="44"/>
                </a:lnTo>
                <a:lnTo>
                  <a:pt x="1249" y="37"/>
                </a:lnTo>
                <a:lnTo>
                  <a:pt x="1220" y="31"/>
                </a:lnTo>
                <a:lnTo>
                  <a:pt x="1191" y="25"/>
                </a:lnTo>
                <a:lnTo>
                  <a:pt x="1162" y="20"/>
                </a:lnTo>
                <a:lnTo>
                  <a:pt x="1133" y="15"/>
                </a:lnTo>
                <a:lnTo>
                  <a:pt x="1104" y="11"/>
                </a:lnTo>
                <a:lnTo>
                  <a:pt x="1074" y="8"/>
                </a:lnTo>
                <a:lnTo>
                  <a:pt x="1044" y="6"/>
                </a:lnTo>
                <a:lnTo>
                  <a:pt x="1015" y="4"/>
                </a:lnTo>
                <a:lnTo>
                  <a:pt x="985" y="3"/>
                </a:lnTo>
                <a:lnTo>
                  <a:pt x="955" y="3"/>
                </a:lnTo>
                <a:lnTo>
                  <a:pt x="925" y="3"/>
                </a:lnTo>
                <a:lnTo>
                  <a:pt x="895" y="4"/>
                </a:lnTo>
                <a:lnTo>
                  <a:pt x="866" y="6"/>
                </a:lnTo>
                <a:lnTo>
                  <a:pt x="836" y="8"/>
                </a:lnTo>
                <a:lnTo>
                  <a:pt x="806" y="11"/>
                </a:lnTo>
                <a:lnTo>
                  <a:pt x="777" y="15"/>
                </a:lnTo>
                <a:lnTo>
                  <a:pt x="748" y="20"/>
                </a:lnTo>
                <a:lnTo>
                  <a:pt x="719" y="25"/>
                </a:lnTo>
                <a:lnTo>
                  <a:pt x="690" y="31"/>
                </a:lnTo>
                <a:lnTo>
                  <a:pt x="661" y="37"/>
                </a:lnTo>
                <a:lnTo>
                  <a:pt x="633" y="44"/>
                </a:lnTo>
                <a:lnTo>
                  <a:pt x="605" y="51"/>
                </a:lnTo>
                <a:lnTo>
                  <a:pt x="578" y="60"/>
                </a:lnTo>
                <a:lnTo>
                  <a:pt x="550" y="68"/>
                </a:lnTo>
                <a:lnTo>
                  <a:pt x="524" y="78"/>
                </a:lnTo>
                <a:lnTo>
                  <a:pt x="497" y="88"/>
                </a:lnTo>
                <a:lnTo>
                  <a:pt x="470" y="98"/>
                </a:lnTo>
                <a:lnTo>
                  <a:pt x="445" y="110"/>
                </a:lnTo>
                <a:lnTo>
                  <a:pt x="420" y="121"/>
                </a:lnTo>
                <a:lnTo>
                  <a:pt x="396" y="134"/>
                </a:lnTo>
                <a:lnTo>
                  <a:pt x="372" y="146"/>
                </a:lnTo>
                <a:lnTo>
                  <a:pt x="348" y="160"/>
                </a:lnTo>
                <a:lnTo>
                  <a:pt x="326" y="174"/>
                </a:lnTo>
                <a:lnTo>
                  <a:pt x="304" y="188"/>
                </a:lnTo>
                <a:lnTo>
                  <a:pt x="282" y="203"/>
                </a:lnTo>
                <a:lnTo>
                  <a:pt x="261" y="218"/>
                </a:lnTo>
                <a:lnTo>
                  <a:pt x="241" y="234"/>
                </a:lnTo>
                <a:lnTo>
                  <a:pt x="222" y="250"/>
                </a:lnTo>
                <a:lnTo>
                  <a:pt x="203" y="267"/>
                </a:lnTo>
                <a:lnTo>
                  <a:pt x="185" y="284"/>
                </a:lnTo>
                <a:lnTo>
                  <a:pt x="168" y="302"/>
                </a:lnTo>
                <a:lnTo>
                  <a:pt x="152" y="320"/>
                </a:lnTo>
                <a:lnTo>
                  <a:pt x="136" y="338"/>
                </a:lnTo>
                <a:lnTo>
                  <a:pt x="121" y="356"/>
                </a:lnTo>
                <a:lnTo>
                  <a:pt x="107" y="375"/>
                </a:lnTo>
                <a:lnTo>
                  <a:pt x="94" y="394"/>
                </a:lnTo>
                <a:lnTo>
                  <a:pt x="82" y="414"/>
                </a:lnTo>
                <a:lnTo>
                  <a:pt x="71" y="434"/>
                </a:lnTo>
                <a:lnTo>
                  <a:pt x="60" y="454"/>
                </a:lnTo>
                <a:lnTo>
                  <a:pt x="50" y="474"/>
                </a:lnTo>
                <a:lnTo>
                  <a:pt x="42" y="494"/>
                </a:lnTo>
                <a:lnTo>
                  <a:pt x="34" y="515"/>
                </a:lnTo>
                <a:lnTo>
                  <a:pt x="27" y="536"/>
                </a:lnTo>
                <a:lnTo>
                  <a:pt x="21" y="557"/>
                </a:lnTo>
                <a:lnTo>
                  <a:pt x="16" y="578"/>
                </a:lnTo>
                <a:lnTo>
                  <a:pt x="11" y="599"/>
                </a:lnTo>
                <a:lnTo>
                  <a:pt x="8" y="620"/>
                </a:lnTo>
                <a:lnTo>
                  <a:pt x="6" y="642"/>
                </a:lnTo>
                <a:lnTo>
                  <a:pt x="4" y="663"/>
                </a:lnTo>
                <a:lnTo>
                  <a:pt x="4" y="684"/>
                </a:lnTo>
                <a:lnTo>
                  <a:pt x="4" y="706"/>
                </a:lnTo>
                <a:lnTo>
                  <a:pt x="6" y="727"/>
                </a:lnTo>
                <a:lnTo>
                  <a:pt x="8" y="748"/>
                </a:lnTo>
                <a:lnTo>
                  <a:pt x="11" y="770"/>
                </a:lnTo>
                <a:lnTo>
                  <a:pt x="16" y="791"/>
                </a:lnTo>
                <a:lnTo>
                  <a:pt x="21" y="812"/>
                </a:lnTo>
                <a:lnTo>
                  <a:pt x="27" y="833"/>
                </a:lnTo>
                <a:lnTo>
                  <a:pt x="34" y="854"/>
                </a:lnTo>
                <a:lnTo>
                  <a:pt x="42" y="874"/>
                </a:lnTo>
                <a:lnTo>
                  <a:pt x="50" y="895"/>
                </a:lnTo>
                <a:lnTo>
                  <a:pt x="60" y="915"/>
                </a:lnTo>
                <a:lnTo>
                  <a:pt x="71" y="935"/>
                </a:lnTo>
                <a:lnTo>
                  <a:pt x="82" y="955"/>
                </a:lnTo>
                <a:lnTo>
                  <a:pt x="94" y="974"/>
                </a:lnTo>
                <a:lnTo>
                  <a:pt x="107" y="993"/>
                </a:lnTo>
                <a:lnTo>
                  <a:pt x="121" y="1012"/>
                </a:lnTo>
                <a:lnTo>
                  <a:pt x="136" y="1031"/>
                </a:lnTo>
                <a:lnTo>
                  <a:pt x="152" y="1049"/>
                </a:lnTo>
                <a:lnTo>
                  <a:pt x="168" y="1067"/>
                </a:lnTo>
                <a:lnTo>
                  <a:pt x="185" y="1084"/>
                </a:lnTo>
                <a:lnTo>
                  <a:pt x="203" y="1101"/>
                </a:lnTo>
                <a:lnTo>
                  <a:pt x="222" y="1118"/>
                </a:lnTo>
                <a:lnTo>
                  <a:pt x="241" y="1134"/>
                </a:lnTo>
                <a:lnTo>
                  <a:pt x="261" y="1150"/>
                </a:lnTo>
                <a:lnTo>
                  <a:pt x="282" y="1166"/>
                </a:lnTo>
                <a:lnTo>
                  <a:pt x="304" y="1180"/>
                </a:lnTo>
                <a:lnTo>
                  <a:pt x="326" y="1195"/>
                </a:lnTo>
                <a:lnTo>
                  <a:pt x="348" y="1209"/>
                </a:lnTo>
                <a:lnTo>
                  <a:pt x="372" y="1222"/>
                </a:lnTo>
                <a:lnTo>
                  <a:pt x="396" y="1235"/>
                </a:lnTo>
                <a:lnTo>
                  <a:pt x="420" y="1247"/>
                </a:lnTo>
                <a:lnTo>
                  <a:pt x="445" y="1259"/>
                </a:lnTo>
                <a:lnTo>
                  <a:pt x="470" y="1270"/>
                </a:lnTo>
                <a:lnTo>
                  <a:pt x="497" y="1281"/>
                </a:lnTo>
                <a:lnTo>
                  <a:pt x="524" y="1291"/>
                </a:lnTo>
                <a:lnTo>
                  <a:pt x="550" y="1300"/>
                </a:lnTo>
                <a:lnTo>
                  <a:pt x="578" y="1309"/>
                </a:lnTo>
                <a:lnTo>
                  <a:pt x="605" y="1317"/>
                </a:lnTo>
                <a:lnTo>
                  <a:pt x="633" y="1325"/>
                </a:lnTo>
                <a:lnTo>
                  <a:pt x="661" y="1332"/>
                </a:lnTo>
                <a:lnTo>
                  <a:pt x="690" y="1338"/>
                </a:lnTo>
                <a:lnTo>
                  <a:pt x="719" y="1344"/>
                </a:lnTo>
                <a:lnTo>
                  <a:pt x="748" y="1349"/>
                </a:lnTo>
                <a:lnTo>
                  <a:pt x="777" y="1353"/>
                </a:lnTo>
                <a:lnTo>
                  <a:pt x="806" y="1357"/>
                </a:lnTo>
                <a:lnTo>
                  <a:pt x="836" y="1360"/>
                </a:lnTo>
                <a:lnTo>
                  <a:pt x="866" y="1362"/>
                </a:lnTo>
                <a:lnTo>
                  <a:pt x="895" y="1364"/>
                </a:lnTo>
                <a:lnTo>
                  <a:pt x="925" y="1365"/>
                </a:lnTo>
                <a:lnTo>
                  <a:pt x="955" y="1365"/>
                </a:lnTo>
                <a:lnTo>
                  <a:pt x="985" y="1365"/>
                </a:lnTo>
                <a:lnTo>
                  <a:pt x="1015" y="1364"/>
                </a:lnTo>
                <a:lnTo>
                  <a:pt x="1044" y="1362"/>
                </a:lnTo>
                <a:lnTo>
                  <a:pt x="1074" y="1360"/>
                </a:lnTo>
                <a:lnTo>
                  <a:pt x="1104" y="1357"/>
                </a:lnTo>
                <a:lnTo>
                  <a:pt x="1133" y="1353"/>
                </a:lnTo>
                <a:lnTo>
                  <a:pt x="1162" y="1349"/>
                </a:lnTo>
                <a:lnTo>
                  <a:pt x="1191" y="1344"/>
                </a:lnTo>
                <a:lnTo>
                  <a:pt x="1220" y="1338"/>
                </a:lnTo>
                <a:lnTo>
                  <a:pt x="1249" y="1332"/>
                </a:lnTo>
                <a:lnTo>
                  <a:pt x="1277" y="1325"/>
                </a:lnTo>
                <a:lnTo>
                  <a:pt x="1305" y="1317"/>
                </a:lnTo>
                <a:lnTo>
                  <a:pt x="1332" y="1309"/>
                </a:lnTo>
                <a:lnTo>
                  <a:pt x="1359" y="1300"/>
                </a:lnTo>
                <a:lnTo>
                  <a:pt x="1386" y="1291"/>
                </a:lnTo>
                <a:lnTo>
                  <a:pt x="1413" y="1281"/>
                </a:lnTo>
                <a:lnTo>
                  <a:pt x="1439" y="1270"/>
                </a:lnTo>
                <a:lnTo>
                  <a:pt x="1464" y="1259"/>
                </a:lnTo>
                <a:lnTo>
                  <a:pt x="1489" y="1247"/>
                </a:lnTo>
                <a:lnTo>
                  <a:pt x="1513" y="1235"/>
                </a:lnTo>
                <a:lnTo>
                  <a:pt x="1537" y="1222"/>
                </a:lnTo>
                <a:lnTo>
                  <a:pt x="1561" y="1209"/>
                </a:lnTo>
                <a:lnTo>
                  <a:pt x="1583" y="1195"/>
                </a:lnTo>
                <a:lnTo>
                  <a:pt x="1605" y="1180"/>
                </a:lnTo>
                <a:lnTo>
                  <a:pt x="1627" y="1166"/>
                </a:lnTo>
                <a:lnTo>
                  <a:pt x="1648" y="1150"/>
                </a:lnTo>
                <a:lnTo>
                  <a:pt x="1668" y="1134"/>
                </a:lnTo>
                <a:lnTo>
                  <a:pt x="1687" y="1118"/>
                </a:lnTo>
                <a:lnTo>
                  <a:pt x="1706" y="1101"/>
                </a:lnTo>
                <a:lnTo>
                  <a:pt x="1724" y="1084"/>
                </a:lnTo>
                <a:lnTo>
                  <a:pt x="1741" y="1067"/>
                </a:lnTo>
                <a:lnTo>
                  <a:pt x="1757" y="1049"/>
                </a:lnTo>
                <a:lnTo>
                  <a:pt x="1773" y="1031"/>
                </a:lnTo>
                <a:lnTo>
                  <a:pt x="1787" y="1012"/>
                </a:lnTo>
                <a:lnTo>
                  <a:pt x="1801" y="993"/>
                </a:lnTo>
                <a:lnTo>
                  <a:pt x="1815" y="974"/>
                </a:lnTo>
                <a:lnTo>
                  <a:pt x="1827" y="955"/>
                </a:lnTo>
                <a:lnTo>
                  <a:pt x="1838" y="935"/>
                </a:lnTo>
                <a:lnTo>
                  <a:pt x="1849" y="915"/>
                </a:lnTo>
                <a:lnTo>
                  <a:pt x="1859" y="895"/>
                </a:lnTo>
                <a:lnTo>
                  <a:pt x="1867" y="874"/>
                </a:lnTo>
                <a:lnTo>
                  <a:pt x="1875" y="854"/>
                </a:lnTo>
                <a:lnTo>
                  <a:pt x="1882" y="833"/>
                </a:lnTo>
                <a:lnTo>
                  <a:pt x="1888" y="812"/>
                </a:lnTo>
                <a:lnTo>
                  <a:pt x="1893" y="791"/>
                </a:lnTo>
                <a:lnTo>
                  <a:pt x="1898" y="770"/>
                </a:lnTo>
                <a:lnTo>
                  <a:pt x="1901" y="748"/>
                </a:lnTo>
                <a:lnTo>
                  <a:pt x="1903" y="727"/>
                </a:lnTo>
                <a:lnTo>
                  <a:pt x="1905" y="706"/>
                </a:lnTo>
                <a:lnTo>
                  <a:pt x="1905" y="684"/>
                </a:lnTo>
                <a:moveTo>
                  <a:pt x="1909" y="684"/>
                </a:moveTo>
                <a:lnTo>
                  <a:pt x="1908" y="706"/>
                </a:lnTo>
                <a:lnTo>
                  <a:pt x="1907" y="727"/>
                </a:lnTo>
                <a:lnTo>
                  <a:pt x="1905" y="749"/>
                </a:lnTo>
                <a:lnTo>
                  <a:pt x="1901" y="770"/>
                </a:lnTo>
                <a:lnTo>
                  <a:pt x="1897" y="791"/>
                </a:lnTo>
                <a:lnTo>
                  <a:pt x="1892" y="812"/>
                </a:lnTo>
                <a:lnTo>
                  <a:pt x="1886" y="833"/>
                </a:lnTo>
                <a:lnTo>
                  <a:pt x="1879" y="854"/>
                </a:lnTo>
                <a:lnTo>
                  <a:pt x="1871" y="875"/>
                </a:lnTo>
                <a:lnTo>
                  <a:pt x="1862" y="895"/>
                </a:lnTo>
                <a:lnTo>
                  <a:pt x="1852" y="916"/>
                </a:lnTo>
                <a:lnTo>
                  <a:pt x="1842" y="936"/>
                </a:lnTo>
                <a:lnTo>
                  <a:pt x="1830" y="956"/>
                </a:lnTo>
                <a:lnTo>
                  <a:pt x="1818" y="975"/>
                </a:lnTo>
                <a:lnTo>
                  <a:pt x="1805" y="995"/>
                </a:lnTo>
                <a:lnTo>
                  <a:pt x="1791" y="1014"/>
                </a:lnTo>
                <a:lnTo>
                  <a:pt x="1776" y="1032"/>
                </a:lnTo>
                <a:lnTo>
                  <a:pt x="1760" y="1050"/>
                </a:lnTo>
                <a:lnTo>
                  <a:pt x="1744" y="1068"/>
                </a:lnTo>
                <a:lnTo>
                  <a:pt x="1727" y="1086"/>
                </a:lnTo>
                <a:lnTo>
                  <a:pt x="1709" y="1103"/>
                </a:lnTo>
                <a:lnTo>
                  <a:pt x="1690" y="1120"/>
                </a:lnTo>
                <a:lnTo>
                  <a:pt x="1671" y="1136"/>
                </a:lnTo>
                <a:lnTo>
                  <a:pt x="1650" y="1152"/>
                </a:lnTo>
                <a:lnTo>
                  <a:pt x="1629" y="1168"/>
                </a:lnTo>
                <a:lnTo>
                  <a:pt x="1608" y="1182"/>
                </a:lnTo>
                <a:lnTo>
                  <a:pt x="1586" y="1197"/>
                </a:lnTo>
                <a:lnTo>
                  <a:pt x="1563" y="1211"/>
                </a:lnTo>
                <a:lnTo>
                  <a:pt x="1540" y="1224"/>
                </a:lnTo>
                <a:lnTo>
                  <a:pt x="1516" y="1237"/>
                </a:lnTo>
                <a:lnTo>
                  <a:pt x="1491" y="1250"/>
                </a:lnTo>
                <a:lnTo>
                  <a:pt x="1466" y="1261"/>
                </a:lnTo>
                <a:lnTo>
                  <a:pt x="1441" y="1273"/>
                </a:lnTo>
                <a:lnTo>
                  <a:pt x="1415" y="1283"/>
                </a:lnTo>
                <a:lnTo>
                  <a:pt x="1388" y="1293"/>
                </a:lnTo>
                <a:lnTo>
                  <a:pt x="1361" y="1303"/>
                </a:lnTo>
                <a:lnTo>
                  <a:pt x="1334" y="1312"/>
                </a:lnTo>
                <a:lnTo>
                  <a:pt x="1306" y="1320"/>
                </a:lnTo>
                <a:lnTo>
                  <a:pt x="1278" y="1327"/>
                </a:lnTo>
                <a:lnTo>
                  <a:pt x="1250" y="1334"/>
                </a:lnTo>
                <a:lnTo>
                  <a:pt x="1221" y="1341"/>
                </a:lnTo>
                <a:lnTo>
                  <a:pt x="1192" y="1346"/>
                </a:lnTo>
                <a:lnTo>
                  <a:pt x="1163" y="1351"/>
                </a:lnTo>
                <a:lnTo>
                  <a:pt x="1134" y="1356"/>
                </a:lnTo>
                <a:lnTo>
                  <a:pt x="1104" y="1359"/>
                </a:lnTo>
                <a:lnTo>
                  <a:pt x="1075" y="1362"/>
                </a:lnTo>
                <a:lnTo>
                  <a:pt x="1045" y="1365"/>
                </a:lnTo>
                <a:lnTo>
                  <a:pt x="1015" y="1366"/>
                </a:lnTo>
                <a:lnTo>
                  <a:pt x="985" y="1367"/>
                </a:lnTo>
                <a:lnTo>
                  <a:pt x="955" y="1368"/>
                </a:lnTo>
                <a:lnTo>
                  <a:pt x="925" y="1367"/>
                </a:lnTo>
                <a:lnTo>
                  <a:pt x="895" y="1366"/>
                </a:lnTo>
                <a:lnTo>
                  <a:pt x="865" y="1365"/>
                </a:lnTo>
                <a:lnTo>
                  <a:pt x="835" y="1362"/>
                </a:lnTo>
                <a:lnTo>
                  <a:pt x="806" y="1359"/>
                </a:lnTo>
                <a:lnTo>
                  <a:pt x="776" y="1356"/>
                </a:lnTo>
                <a:lnTo>
                  <a:pt x="747" y="1351"/>
                </a:lnTo>
                <a:lnTo>
                  <a:pt x="718" y="1346"/>
                </a:lnTo>
                <a:lnTo>
                  <a:pt x="689" y="1341"/>
                </a:lnTo>
                <a:lnTo>
                  <a:pt x="660" y="1334"/>
                </a:lnTo>
                <a:lnTo>
                  <a:pt x="632" y="1327"/>
                </a:lnTo>
                <a:lnTo>
                  <a:pt x="604" y="1320"/>
                </a:lnTo>
                <a:lnTo>
                  <a:pt x="576" y="1312"/>
                </a:lnTo>
                <a:lnTo>
                  <a:pt x="549" y="1303"/>
                </a:lnTo>
                <a:lnTo>
                  <a:pt x="522" y="1293"/>
                </a:lnTo>
                <a:lnTo>
                  <a:pt x="495" y="1283"/>
                </a:lnTo>
                <a:lnTo>
                  <a:pt x="468" y="1273"/>
                </a:lnTo>
                <a:lnTo>
                  <a:pt x="443" y="1261"/>
                </a:lnTo>
                <a:lnTo>
                  <a:pt x="418" y="1250"/>
                </a:lnTo>
                <a:lnTo>
                  <a:pt x="393" y="1237"/>
                </a:lnTo>
                <a:lnTo>
                  <a:pt x="369" y="1224"/>
                </a:lnTo>
                <a:lnTo>
                  <a:pt x="346" y="1211"/>
                </a:lnTo>
                <a:lnTo>
                  <a:pt x="323" y="1197"/>
                </a:lnTo>
                <a:lnTo>
                  <a:pt x="301" y="1182"/>
                </a:lnTo>
                <a:lnTo>
                  <a:pt x="279" y="1168"/>
                </a:lnTo>
                <a:lnTo>
                  <a:pt x="259" y="1152"/>
                </a:lnTo>
                <a:lnTo>
                  <a:pt x="238" y="1136"/>
                </a:lnTo>
                <a:lnTo>
                  <a:pt x="219" y="1120"/>
                </a:lnTo>
                <a:lnTo>
                  <a:pt x="200" y="1103"/>
                </a:lnTo>
                <a:lnTo>
                  <a:pt x="182" y="1086"/>
                </a:lnTo>
                <a:lnTo>
                  <a:pt x="165" y="1068"/>
                </a:lnTo>
                <a:lnTo>
                  <a:pt x="149" y="1050"/>
                </a:lnTo>
                <a:lnTo>
                  <a:pt x="133" y="1032"/>
                </a:lnTo>
                <a:lnTo>
                  <a:pt x="118" y="1014"/>
                </a:lnTo>
                <a:lnTo>
                  <a:pt x="104" y="995"/>
                </a:lnTo>
                <a:lnTo>
                  <a:pt x="91" y="975"/>
                </a:lnTo>
                <a:lnTo>
                  <a:pt x="78" y="956"/>
                </a:lnTo>
                <a:lnTo>
                  <a:pt x="67" y="936"/>
                </a:lnTo>
                <a:lnTo>
                  <a:pt x="56" y="916"/>
                </a:lnTo>
                <a:lnTo>
                  <a:pt x="47" y="895"/>
                </a:lnTo>
                <a:lnTo>
                  <a:pt x="38" y="875"/>
                </a:lnTo>
                <a:lnTo>
                  <a:pt x="30" y="854"/>
                </a:lnTo>
                <a:lnTo>
                  <a:pt x="23" y="833"/>
                </a:lnTo>
                <a:lnTo>
                  <a:pt x="17" y="812"/>
                </a:lnTo>
                <a:lnTo>
                  <a:pt x="12" y="791"/>
                </a:lnTo>
                <a:lnTo>
                  <a:pt x="8" y="770"/>
                </a:lnTo>
                <a:lnTo>
                  <a:pt x="4" y="749"/>
                </a:lnTo>
                <a:lnTo>
                  <a:pt x="2" y="727"/>
                </a:lnTo>
                <a:lnTo>
                  <a:pt x="0" y="706"/>
                </a:lnTo>
                <a:lnTo>
                  <a:pt x="0" y="684"/>
                </a:lnTo>
                <a:lnTo>
                  <a:pt x="0" y="663"/>
                </a:lnTo>
                <a:lnTo>
                  <a:pt x="2" y="641"/>
                </a:lnTo>
                <a:lnTo>
                  <a:pt x="4" y="620"/>
                </a:lnTo>
                <a:lnTo>
                  <a:pt x="8" y="599"/>
                </a:lnTo>
                <a:lnTo>
                  <a:pt x="12" y="577"/>
                </a:lnTo>
                <a:lnTo>
                  <a:pt x="17" y="556"/>
                </a:lnTo>
                <a:lnTo>
                  <a:pt x="23" y="535"/>
                </a:lnTo>
                <a:lnTo>
                  <a:pt x="30" y="514"/>
                </a:lnTo>
                <a:lnTo>
                  <a:pt x="38" y="494"/>
                </a:lnTo>
                <a:lnTo>
                  <a:pt x="47" y="473"/>
                </a:lnTo>
                <a:lnTo>
                  <a:pt x="56" y="453"/>
                </a:lnTo>
                <a:lnTo>
                  <a:pt x="67" y="433"/>
                </a:lnTo>
                <a:lnTo>
                  <a:pt x="78" y="413"/>
                </a:lnTo>
                <a:lnTo>
                  <a:pt x="91" y="393"/>
                </a:lnTo>
                <a:lnTo>
                  <a:pt x="104" y="374"/>
                </a:lnTo>
                <a:lnTo>
                  <a:pt x="118" y="355"/>
                </a:lnTo>
                <a:lnTo>
                  <a:pt x="133" y="336"/>
                </a:lnTo>
                <a:lnTo>
                  <a:pt x="149" y="318"/>
                </a:lnTo>
                <a:lnTo>
                  <a:pt x="165" y="300"/>
                </a:lnTo>
                <a:lnTo>
                  <a:pt x="182" y="283"/>
                </a:lnTo>
                <a:lnTo>
                  <a:pt x="200" y="265"/>
                </a:lnTo>
                <a:lnTo>
                  <a:pt x="219" y="249"/>
                </a:lnTo>
                <a:lnTo>
                  <a:pt x="238" y="232"/>
                </a:lnTo>
                <a:lnTo>
                  <a:pt x="259" y="216"/>
                </a:lnTo>
                <a:lnTo>
                  <a:pt x="279" y="201"/>
                </a:lnTo>
                <a:lnTo>
                  <a:pt x="301" y="186"/>
                </a:lnTo>
                <a:lnTo>
                  <a:pt x="323" y="172"/>
                </a:lnTo>
                <a:lnTo>
                  <a:pt x="346" y="158"/>
                </a:lnTo>
                <a:lnTo>
                  <a:pt x="369" y="144"/>
                </a:lnTo>
                <a:lnTo>
                  <a:pt x="393" y="131"/>
                </a:lnTo>
                <a:lnTo>
                  <a:pt x="418" y="119"/>
                </a:lnTo>
                <a:lnTo>
                  <a:pt x="443" y="107"/>
                </a:lnTo>
                <a:lnTo>
                  <a:pt x="468" y="96"/>
                </a:lnTo>
                <a:lnTo>
                  <a:pt x="495" y="85"/>
                </a:lnTo>
                <a:lnTo>
                  <a:pt x="522" y="75"/>
                </a:lnTo>
                <a:lnTo>
                  <a:pt x="549" y="66"/>
                </a:lnTo>
                <a:lnTo>
                  <a:pt x="576" y="57"/>
                </a:lnTo>
                <a:lnTo>
                  <a:pt x="604" y="49"/>
                </a:lnTo>
                <a:lnTo>
                  <a:pt x="632" y="41"/>
                </a:lnTo>
                <a:lnTo>
                  <a:pt x="660" y="34"/>
                </a:lnTo>
                <a:lnTo>
                  <a:pt x="689" y="28"/>
                </a:lnTo>
                <a:lnTo>
                  <a:pt x="718" y="22"/>
                </a:lnTo>
                <a:lnTo>
                  <a:pt x="747" y="16"/>
                </a:lnTo>
                <a:lnTo>
                  <a:pt x="776" y="12"/>
                </a:lnTo>
                <a:lnTo>
                  <a:pt x="806" y="8"/>
                </a:lnTo>
                <a:lnTo>
                  <a:pt x="835" y="5"/>
                </a:lnTo>
                <a:lnTo>
                  <a:pt x="865" y="3"/>
                </a:lnTo>
                <a:lnTo>
                  <a:pt x="895" y="1"/>
                </a:lnTo>
                <a:lnTo>
                  <a:pt x="925" y="0"/>
                </a:lnTo>
                <a:lnTo>
                  <a:pt x="955" y="0"/>
                </a:lnTo>
                <a:lnTo>
                  <a:pt x="985" y="0"/>
                </a:lnTo>
                <a:lnTo>
                  <a:pt x="1015" y="1"/>
                </a:lnTo>
                <a:lnTo>
                  <a:pt x="1045" y="3"/>
                </a:lnTo>
                <a:lnTo>
                  <a:pt x="1075" y="5"/>
                </a:lnTo>
                <a:lnTo>
                  <a:pt x="1104" y="8"/>
                </a:lnTo>
                <a:lnTo>
                  <a:pt x="1134" y="12"/>
                </a:lnTo>
                <a:lnTo>
                  <a:pt x="1163" y="16"/>
                </a:lnTo>
                <a:lnTo>
                  <a:pt x="1192" y="22"/>
                </a:lnTo>
                <a:lnTo>
                  <a:pt x="1221" y="28"/>
                </a:lnTo>
                <a:lnTo>
                  <a:pt x="1250" y="34"/>
                </a:lnTo>
                <a:lnTo>
                  <a:pt x="1278" y="41"/>
                </a:lnTo>
                <a:lnTo>
                  <a:pt x="1306" y="49"/>
                </a:lnTo>
                <a:lnTo>
                  <a:pt x="1334" y="57"/>
                </a:lnTo>
                <a:lnTo>
                  <a:pt x="1361" y="66"/>
                </a:lnTo>
                <a:lnTo>
                  <a:pt x="1388" y="75"/>
                </a:lnTo>
                <a:lnTo>
                  <a:pt x="1415" y="85"/>
                </a:lnTo>
                <a:lnTo>
                  <a:pt x="1441" y="96"/>
                </a:lnTo>
                <a:lnTo>
                  <a:pt x="1466" y="107"/>
                </a:lnTo>
                <a:lnTo>
                  <a:pt x="1491" y="119"/>
                </a:lnTo>
                <a:lnTo>
                  <a:pt x="1516" y="131"/>
                </a:lnTo>
                <a:lnTo>
                  <a:pt x="1540" y="144"/>
                </a:lnTo>
                <a:lnTo>
                  <a:pt x="1563" y="158"/>
                </a:lnTo>
                <a:lnTo>
                  <a:pt x="1586" y="172"/>
                </a:lnTo>
                <a:lnTo>
                  <a:pt x="1608" y="186"/>
                </a:lnTo>
                <a:lnTo>
                  <a:pt x="1629" y="201"/>
                </a:lnTo>
                <a:lnTo>
                  <a:pt x="1650" y="216"/>
                </a:lnTo>
                <a:lnTo>
                  <a:pt x="1671" y="232"/>
                </a:lnTo>
                <a:lnTo>
                  <a:pt x="1690" y="249"/>
                </a:lnTo>
                <a:lnTo>
                  <a:pt x="1709" y="265"/>
                </a:lnTo>
                <a:lnTo>
                  <a:pt x="1727" y="283"/>
                </a:lnTo>
                <a:lnTo>
                  <a:pt x="1744" y="300"/>
                </a:lnTo>
                <a:lnTo>
                  <a:pt x="1760" y="318"/>
                </a:lnTo>
                <a:lnTo>
                  <a:pt x="1776" y="336"/>
                </a:lnTo>
                <a:lnTo>
                  <a:pt x="1791" y="355"/>
                </a:lnTo>
                <a:lnTo>
                  <a:pt x="1805" y="374"/>
                </a:lnTo>
                <a:lnTo>
                  <a:pt x="1818" y="393"/>
                </a:lnTo>
                <a:lnTo>
                  <a:pt x="1830" y="413"/>
                </a:lnTo>
                <a:lnTo>
                  <a:pt x="1842" y="433"/>
                </a:lnTo>
                <a:lnTo>
                  <a:pt x="1852" y="453"/>
                </a:lnTo>
                <a:lnTo>
                  <a:pt x="1862" y="473"/>
                </a:lnTo>
                <a:lnTo>
                  <a:pt x="1871" y="494"/>
                </a:lnTo>
                <a:lnTo>
                  <a:pt x="1879" y="514"/>
                </a:lnTo>
                <a:lnTo>
                  <a:pt x="1886" y="535"/>
                </a:lnTo>
                <a:lnTo>
                  <a:pt x="1892" y="556"/>
                </a:lnTo>
                <a:lnTo>
                  <a:pt x="1897" y="577"/>
                </a:lnTo>
                <a:lnTo>
                  <a:pt x="1901" y="599"/>
                </a:lnTo>
                <a:lnTo>
                  <a:pt x="1905" y="620"/>
                </a:lnTo>
                <a:lnTo>
                  <a:pt x="1907" y="641"/>
                </a:lnTo>
                <a:lnTo>
                  <a:pt x="1908" y="663"/>
                </a:lnTo>
                <a:lnTo>
                  <a:pt x="1909" y="684"/>
                </a:lnTo>
                <a:close/>
              </a:path>
            </a:pathLst>
          </a:custGeom>
          <a:solidFill>
            <a:srgbClr val="ff9b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7" name=""/>
          <p:cNvSpPr/>
          <p:nvPr/>
        </p:nvSpPr>
        <p:spPr>
          <a:xfrm>
            <a:off x="7717680" y="2697120"/>
            <a:ext cx="690120" cy="494280"/>
          </a:xfrm>
          <a:custGeom>
            <a:avLst/>
            <a:gdLst/>
            <a:ahLst/>
            <a:rect l="0" t="0" r="r" b="b"/>
            <a:pathLst>
              <a:path w="1917" h="1373">
                <a:moveTo>
                  <a:pt x="1913" y="687"/>
                </a:moveTo>
                <a:lnTo>
                  <a:pt x="1912" y="666"/>
                </a:lnTo>
                <a:lnTo>
                  <a:pt x="1911" y="644"/>
                </a:lnTo>
                <a:lnTo>
                  <a:pt x="1909" y="623"/>
                </a:lnTo>
                <a:lnTo>
                  <a:pt x="1905" y="602"/>
                </a:lnTo>
                <a:lnTo>
                  <a:pt x="1901" y="580"/>
                </a:lnTo>
                <a:lnTo>
                  <a:pt x="1896" y="559"/>
                </a:lnTo>
                <a:lnTo>
                  <a:pt x="1890" y="538"/>
                </a:lnTo>
                <a:lnTo>
                  <a:pt x="1883" y="517"/>
                </a:lnTo>
                <a:lnTo>
                  <a:pt x="1875" y="497"/>
                </a:lnTo>
                <a:lnTo>
                  <a:pt x="1866" y="476"/>
                </a:lnTo>
                <a:lnTo>
                  <a:pt x="1856" y="456"/>
                </a:lnTo>
                <a:lnTo>
                  <a:pt x="1846" y="436"/>
                </a:lnTo>
                <a:lnTo>
                  <a:pt x="1834" y="416"/>
                </a:lnTo>
                <a:lnTo>
                  <a:pt x="1822" y="396"/>
                </a:lnTo>
                <a:lnTo>
                  <a:pt x="1809" y="377"/>
                </a:lnTo>
                <a:lnTo>
                  <a:pt x="1795" y="358"/>
                </a:lnTo>
                <a:lnTo>
                  <a:pt x="1780" y="339"/>
                </a:lnTo>
                <a:lnTo>
                  <a:pt x="1764" y="321"/>
                </a:lnTo>
                <a:lnTo>
                  <a:pt x="1748" y="303"/>
                </a:lnTo>
                <a:lnTo>
                  <a:pt x="1731" y="286"/>
                </a:lnTo>
                <a:lnTo>
                  <a:pt x="1713" y="268"/>
                </a:lnTo>
                <a:lnTo>
                  <a:pt x="1694" y="252"/>
                </a:lnTo>
                <a:lnTo>
                  <a:pt x="1675" y="235"/>
                </a:lnTo>
                <a:lnTo>
                  <a:pt x="1654" y="219"/>
                </a:lnTo>
                <a:lnTo>
                  <a:pt x="1633" y="204"/>
                </a:lnTo>
                <a:lnTo>
                  <a:pt x="1612" y="189"/>
                </a:lnTo>
                <a:lnTo>
                  <a:pt x="1590" y="175"/>
                </a:lnTo>
                <a:lnTo>
                  <a:pt x="1567" y="161"/>
                </a:lnTo>
                <a:lnTo>
                  <a:pt x="1544" y="147"/>
                </a:lnTo>
                <a:lnTo>
                  <a:pt x="1520" y="134"/>
                </a:lnTo>
                <a:lnTo>
                  <a:pt x="1495" y="122"/>
                </a:lnTo>
                <a:lnTo>
                  <a:pt x="1470" y="110"/>
                </a:lnTo>
                <a:lnTo>
                  <a:pt x="1445" y="99"/>
                </a:lnTo>
                <a:lnTo>
                  <a:pt x="1419" y="88"/>
                </a:lnTo>
                <a:lnTo>
                  <a:pt x="1392" y="78"/>
                </a:lnTo>
                <a:lnTo>
                  <a:pt x="1365" y="69"/>
                </a:lnTo>
                <a:lnTo>
                  <a:pt x="1338" y="60"/>
                </a:lnTo>
                <a:lnTo>
                  <a:pt x="1310" y="51"/>
                </a:lnTo>
                <a:lnTo>
                  <a:pt x="1282" y="43"/>
                </a:lnTo>
                <a:lnTo>
                  <a:pt x="1254" y="36"/>
                </a:lnTo>
                <a:lnTo>
                  <a:pt x="1225" y="30"/>
                </a:lnTo>
                <a:lnTo>
                  <a:pt x="1196" y="24"/>
                </a:lnTo>
                <a:lnTo>
                  <a:pt x="1167" y="19"/>
                </a:lnTo>
                <a:lnTo>
                  <a:pt x="1138" y="15"/>
                </a:lnTo>
                <a:lnTo>
                  <a:pt x="1108" y="11"/>
                </a:lnTo>
                <a:lnTo>
                  <a:pt x="1079" y="8"/>
                </a:lnTo>
                <a:lnTo>
                  <a:pt x="1049" y="6"/>
                </a:lnTo>
                <a:lnTo>
                  <a:pt x="1019" y="4"/>
                </a:lnTo>
                <a:lnTo>
                  <a:pt x="989" y="3"/>
                </a:lnTo>
                <a:lnTo>
                  <a:pt x="959" y="3"/>
                </a:lnTo>
                <a:lnTo>
                  <a:pt x="929" y="3"/>
                </a:lnTo>
                <a:lnTo>
                  <a:pt x="899" y="4"/>
                </a:lnTo>
                <a:lnTo>
                  <a:pt x="869" y="6"/>
                </a:lnTo>
                <a:lnTo>
                  <a:pt x="839" y="8"/>
                </a:lnTo>
                <a:lnTo>
                  <a:pt x="810" y="11"/>
                </a:lnTo>
                <a:lnTo>
                  <a:pt x="780" y="15"/>
                </a:lnTo>
                <a:lnTo>
                  <a:pt x="751" y="19"/>
                </a:lnTo>
                <a:lnTo>
                  <a:pt x="722" y="24"/>
                </a:lnTo>
                <a:lnTo>
                  <a:pt x="693" y="30"/>
                </a:lnTo>
                <a:lnTo>
                  <a:pt x="664" y="36"/>
                </a:lnTo>
                <a:lnTo>
                  <a:pt x="636" y="43"/>
                </a:lnTo>
                <a:lnTo>
                  <a:pt x="608" y="51"/>
                </a:lnTo>
                <a:lnTo>
                  <a:pt x="579" y="60"/>
                </a:lnTo>
                <a:lnTo>
                  <a:pt x="552" y="69"/>
                </a:lnTo>
                <a:lnTo>
                  <a:pt x="525" y="78"/>
                </a:lnTo>
                <a:lnTo>
                  <a:pt x="498" y="88"/>
                </a:lnTo>
                <a:lnTo>
                  <a:pt x="472" y="99"/>
                </a:lnTo>
                <a:lnTo>
                  <a:pt x="447" y="110"/>
                </a:lnTo>
                <a:lnTo>
                  <a:pt x="422" y="122"/>
                </a:lnTo>
                <a:lnTo>
                  <a:pt x="397" y="134"/>
                </a:lnTo>
                <a:lnTo>
                  <a:pt x="373" y="147"/>
                </a:lnTo>
                <a:lnTo>
                  <a:pt x="350" y="161"/>
                </a:lnTo>
                <a:lnTo>
                  <a:pt x="327" y="175"/>
                </a:lnTo>
                <a:lnTo>
                  <a:pt x="305" y="189"/>
                </a:lnTo>
                <a:lnTo>
                  <a:pt x="283" y="204"/>
                </a:lnTo>
                <a:lnTo>
                  <a:pt x="263" y="219"/>
                </a:lnTo>
                <a:lnTo>
                  <a:pt x="242" y="235"/>
                </a:lnTo>
                <a:lnTo>
                  <a:pt x="223" y="252"/>
                </a:lnTo>
                <a:lnTo>
                  <a:pt x="204" y="268"/>
                </a:lnTo>
                <a:lnTo>
                  <a:pt x="186" y="286"/>
                </a:lnTo>
                <a:lnTo>
                  <a:pt x="169" y="303"/>
                </a:lnTo>
                <a:lnTo>
                  <a:pt x="153" y="321"/>
                </a:lnTo>
                <a:lnTo>
                  <a:pt x="137" y="339"/>
                </a:lnTo>
                <a:lnTo>
                  <a:pt x="122" y="358"/>
                </a:lnTo>
                <a:lnTo>
                  <a:pt x="108" y="377"/>
                </a:lnTo>
                <a:lnTo>
                  <a:pt x="95" y="396"/>
                </a:lnTo>
                <a:lnTo>
                  <a:pt x="82" y="416"/>
                </a:lnTo>
                <a:lnTo>
                  <a:pt x="71" y="436"/>
                </a:lnTo>
                <a:lnTo>
                  <a:pt x="60" y="456"/>
                </a:lnTo>
                <a:lnTo>
                  <a:pt x="51" y="476"/>
                </a:lnTo>
                <a:lnTo>
                  <a:pt x="42" y="497"/>
                </a:lnTo>
                <a:lnTo>
                  <a:pt x="34" y="517"/>
                </a:lnTo>
                <a:lnTo>
                  <a:pt x="27" y="538"/>
                </a:lnTo>
                <a:lnTo>
                  <a:pt x="21" y="559"/>
                </a:lnTo>
                <a:lnTo>
                  <a:pt x="16" y="580"/>
                </a:lnTo>
                <a:lnTo>
                  <a:pt x="12" y="602"/>
                </a:lnTo>
                <a:lnTo>
                  <a:pt x="8" y="623"/>
                </a:lnTo>
                <a:lnTo>
                  <a:pt x="6" y="644"/>
                </a:lnTo>
                <a:lnTo>
                  <a:pt x="4" y="666"/>
                </a:lnTo>
                <a:lnTo>
                  <a:pt x="4" y="687"/>
                </a:lnTo>
                <a:lnTo>
                  <a:pt x="4" y="709"/>
                </a:lnTo>
                <a:lnTo>
                  <a:pt x="6" y="730"/>
                </a:lnTo>
                <a:lnTo>
                  <a:pt x="8" y="752"/>
                </a:lnTo>
                <a:lnTo>
                  <a:pt x="12" y="773"/>
                </a:lnTo>
                <a:lnTo>
                  <a:pt x="16" y="794"/>
                </a:lnTo>
                <a:lnTo>
                  <a:pt x="21" y="815"/>
                </a:lnTo>
                <a:lnTo>
                  <a:pt x="27" y="836"/>
                </a:lnTo>
                <a:lnTo>
                  <a:pt x="34" y="857"/>
                </a:lnTo>
                <a:lnTo>
                  <a:pt x="42" y="878"/>
                </a:lnTo>
                <a:lnTo>
                  <a:pt x="51" y="898"/>
                </a:lnTo>
                <a:lnTo>
                  <a:pt x="60" y="919"/>
                </a:lnTo>
                <a:lnTo>
                  <a:pt x="71" y="939"/>
                </a:lnTo>
                <a:lnTo>
                  <a:pt x="82" y="959"/>
                </a:lnTo>
                <a:lnTo>
                  <a:pt x="95" y="978"/>
                </a:lnTo>
                <a:lnTo>
                  <a:pt x="108" y="998"/>
                </a:lnTo>
                <a:lnTo>
                  <a:pt x="122" y="1017"/>
                </a:lnTo>
                <a:lnTo>
                  <a:pt x="137" y="1035"/>
                </a:lnTo>
                <a:lnTo>
                  <a:pt x="153" y="1053"/>
                </a:lnTo>
                <a:lnTo>
                  <a:pt x="169" y="1071"/>
                </a:lnTo>
                <a:lnTo>
                  <a:pt x="186" y="1089"/>
                </a:lnTo>
                <a:lnTo>
                  <a:pt x="204" y="1106"/>
                </a:lnTo>
                <a:lnTo>
                  <a:pt x="223" y="1123"/>
                </a:lnTo>
                <a:lnTo>
                  <a:pt x="242" y="1139"/>
                </a:lnTo>
                <a:lnTo>
                  <a:pt x="263" y="1155"/>
                </a:lnTo>
                <a:lnTo>
                  <a:pt x="283" y="1171"/>
                </a:lnTo>
                <a:lnTo>
                  <a:pt x="305" y="1185"/>
                </a:lnTo>
                <a:lnTo>
                  <a:pt x="327" y="1200"/>
                </a:lnTo>
                <a:lnTo>
                  <a:pt x="350" y="1214"/>
                </a:lnTo>
                <a:lnTo>
                  <a:pt x="373" y="1227"/>
                </a:lnTo>
                <a:lnTo>
                  <a:pt x="397" y="1240"/>
                </a:lnTo>
                <a:lnTo>
                  <a:pt x="422" y="1253"/>
                </a:lnTo>
                <a:lnTo>
                  <a:pt x="447" y="1264"/>
                </a:lnTo>
                <a:lnTo>
                  <a:pt x="472" y="1276"/>
                </a:lnTo>
                <a:lnTo>
                  <a:pt x="498" y="1286"/>
                </a:lnTo>
                <a:lnTo>
                  <a:pt x="525" y="1296"/>
                </a:lnTo>
                <a:lnTo>
                  <a:pt x="552" y="1306"/>
                </a:lnTo>
                <a:lnTo>
                  <a:pt x="579" y="1315"/>
                </a:lnTo>
                <a:lnTo>
                  <a:pt x="608" y="1323"/>
                </a:lnTo>
                <a:lnTo>
                  <a:pt x="636" y="1330"/>
                </a:lnTo>
                <a:lnTo>
                  <a:pt x="664" y="1337"/>
                </a:lnTo>
                <a:lnTo>
                  <a:pt x="693" y="1344"/>
                </a:lnTo>
                <a:lnTo>
                  <a:pt x="722" y="1349"/>
                </a:lnTo>
                <a:lnTo>
                  <a:pt x="751" y="1354"/>
                </a:lnTo>
                <a:lnTo>
                  <a:pt x="780" y="1359"/>
                </a:lnTo>
                <a:lnTo>
                  <a:pt x="810" y="1362"/>
                </a:lnTo>
                <a:lnTo>
                  <a:pt x="839" y="1365"/>
                </a:lnTo>
                <a:lnTo>
                  <a:pt x="869" y="1368"/>
                </a:lnTo>
                <a:lnTo>
                  <a:pt x="899" y="1369"/>
                </a:lnTo>
                <a:lnTo>
                  <a:pt x="929" y="1370"/>
                </a:lnTo>
                <a:lnTo>
                  <a:pt x="959" y="1371"/>
                </a:lnTo>
                <a:lnTo>
                  <a:pt x="989" y="1370"/>
                </a:lnTo>
                <a:lnTo>
                  <a:pt x="1019" y="1369"/>
                </a:lnTo>
                <a:lnTo>
                  <a:pt x="1049" y="1368"/>
                </a:lnTo>
                <a:lnTo>
                  <a:pt x="1079" y="1365"/>
                </a:lnTo>
                <a:lnTo>
                  <a:pt x="1108" y="1362"/>
                </a:lnTo>
                <a:lnTo>
                  <a:pt x="1138" y="1359"/>
                </a:lnTo>
                <a:lnTo>
                  <a:pt x="1167" y="1354"/>
                </a:lnTo>
                <a:lnTo>
                  <a:pt x="1196" y="1349"/>
                </a:lnTo>
                <a:lnTo>
                  <a:pt x="1225" y="1344"/>
                </a:lnTo>
                <a:lnTo>
                  <a:pt x="1254" y="1337"/>
                </a:lnTo>
                <a:lnTo>
                  <a:pt x="1282" y="1330"/>
                </a:lnTo>
                <a:lnTo>
                  <a:pt x="1310" y="1323"/>
                </a:lnTo>
                <a:lnTo>
                  <a:pt x="1338" y="1315"/>
                </a:lnTo>
                <a:lnTo>
                  <a:pt x="1365" y="1306"/>
                </a:lnTo>
                <a:lnTo>
                  <a:pt x="1392" y="1296"/>
                </a:lnTo>
                <a:lnTo>
                  <a:pt x="1419" y="1286"/>
                </a:lnTo>
                <a:lnTo>
                  <a:pt x="1445" y="1276"/>
                </a:lnTo>
                <a:lnTo>
                  <a:pt x="1470" y="1264"/>
                </a:lnTo>
                <a:lnTo>
                  <a:pt x="1495" y="1253"/>
                </a:lnTo>
                <a:lnTo>
                  <a:pt x="1520" y="1240"/>
                </a:lnTo>
                <a:lnTo>
                  <a:pt x="1544" y="1227"/>
                </a:lnTo>
                <a:lnTo>
                  <a:pt x="1567" y="1214"/>
                </a:lnTo>
                <a:lnTo>
                  <a:pt x="1590" y="1200"/>
                </a:lnTo>
                <a:lnTo>
                  <a:pt x="1612" y="1185"/>
                </a:lnTo>
                <a:lnTo>
                  <a:pt x="1633" y="1171"/>
                </a:lnTo>
                <a:lnTo>
                  <a:pt x="1654" y="1155"/>
                </a:lnTo>
                <a:lnTo>
                  <a:pt x="1675" y="1139"/>
                </a:lnTo>
                <a:lnTo>
                  <a:pt x="1694" y="1123"/>
                </a:lnTo>
                <a:lnTo>
                  <a:pt x="1713" y="1106"/>
                </a:lnTo>
                <a:lnTo>
                  <a:pt x="1731" y="1089"/>
                </a:lnTo>
                <a:lnTo>
                  <a:pt x="1748" y="1071"/>
                </a:lnTo>
                <a:lnTo>
                  <a:pt x="1764" y="1053"/>
                </a:lnTo>
                <a:lnTo>
                  <a:pt x="1780" y="1035"/>
                </a:lnTo>
                <a:lnTo>
                  <a:pt x="1795" y="1017"/>
                </a:lnTo>
                <a:lnTo>
                  <a:pt x="1809" y="998"/>
                </a:lnTo>
                <a:lnTo>
                  <a:pt x="1822" y="978"/>
                </a:lnTo>
                <a:lnTo>
                  <a:pt x="1834" y="959"/>
                </a:lnTo>
                <a:lnTo>
                  <a:pt x="1846" y="939"/>
                </a:lnTo>
                <a:lnTo>
                  <a:pt x="1856" y="919"/>
                </a:lnTo>
                <a:lnTo>
                  <a:pt x="1866" y="898"/>
                </a:lnTo>
                <a:lnTo>
                  <a:pt x="1875" y="878"/>
                </a:lnTo>
                <a:lnTo>
                  <a:pt x="1883" y="857"/>
                </a:lnTo>
                <a:lnTo>
                  <a:pt x="1890" y="836"/>
                </a:lnTo>
                <a:lnTo>
                  <a:pt x="1896" y="815"/>
                </a:lnTo>
                <a:lnTo>
                  <a:pt x="1901" y="794"/>
                </a:lnTo>
                <a:lnTo>
                  <a:pt x="1905" y="773"/>
                </a:lnTo>
                <a:lnTo>
                  <a:pt x="1909" y="752"/>
                </a:lnTo>
                <a:lnTo>
                  <a:pt x="1911" y="730"/>
                </a:lnTo>
                <a:lnTo>
                  <a:pt x="1912" y="709"/>
                </a:lnTo>
                <a:lnTo>
                  <a:pt x="1913" y="687"/>
                </a:lnTo>
                <a:moveTo>
                  <a:pt x="1917" y="687"/>
                </a:moveTo>
                <a:lnTo>
                  <a:pt x="1916" y="709"/>
                </a:lnTo>
                <a:lnTo>
                  <a:pt x="1915" y="730"/>
                </a:lnTo>
                <a:lnTo>
                  <a:pt x="1913" y="752"/>
                </a:lnTo>
                <a:lnTo>
                  <a:pt x="1909" y="773"/>
                </a:lnTo>
                <a:lnTo>
                  <a:pt x="1905" y="795"/>
                </a:lnTo>
                <a:lnTo>
                  <a:pt x="1900" y="816"/>
                </a:lnTo>
                <a:lnTo>
                  <a:pt x="1894" y="837"/>
                </a:lnTo>
                <a:lnTo>
                  <a:pt x="1887" y="858"/>
                </a:lnTo>
                <a:lnTo>
                  <a:pt x="1879" y="879"/>
                </a:lnTo>
                <a:lnTo>
                  <a:pt x="1870" y="899"/>
                </a:lnTo>
                <a:lnTo>
                  <a:pt x="1860" y="920"/>
                </a:lnTo>
                <a:lnTo>
                  <a:pt x="1850" y="940"/>
                </a:lnTo>
                <a:lnTo>
                  <a:pt x="1838" y="960"/>
                </a:lnTo>
                <a:lnTo>
                  <a:pt x="1826" y="979"/>
                </a:lnTo>
                <a:lnTo>
                  <a:pt x="1812" y="999"/>
                </a:lnTo>
                <a:lnTo>
                  <a:pt x="1798" y="1018"/>
                </a:lnTo>
                <a:lnTo>
                  <a:pt x="1783" y="1037"/>
                </a:lnTo>
                <a:lnTo>
                  <a:pt x="1768" y="1055"/>
                </a:lnTo>
                <a:lnTo>
                  <a:pt x="1751" y="1073"/>
                </a:lnTo>
                <a:lnTo>
                  <a:pt x="1734" y="1091"/>
                </a:lnTo>
                <a:lnTo>
                  <a:pt x="1716" y="1108"/>
                </a:lnTo>
                <a:lnTo>
                  <a:pt x="1697" y="1125"/>
                </a:lnTo>
                <a:lnTo>
                  <a:pt x="1677" y="1141"/>
                </a:lnTo>
                <a:lnTo>
                  <a:pt x="1657" y="1157"/>
                </a:lnTo>
                <a:lnTo>
                  <a:pt x="1636" y="1173"/>
                </a:lnTo>
                <a:lnTo>
                  <a:pt x="1615" y="1188"/>
                </a:lnTo>
                <a:lnTo>
                  <a:pt x="1592" y="1202"/>
                </a:lnTo>
                <a:lnTo>
                  <a:pt x="1569" y="1216"/>
                </a:lnTo>
                <a:lnTo>
                  <a:pt x="1546" y="1230"/>
                </a:lnTo>
                <a:lnTo>
                  <a:pt x="1522" y="1242"/>
                </a:lnTo>
                <a:lnTo>
                  <a:pt x="1497" y="1255"/>
                </a:lnTo>
                <a:lnTo>
                  <a:pt x="1472" y="1267"/>
                </a:lnTo>
                <a:lnTo>
                  <a:pt x="1447" y="1278"/>
                </a:lnTo>
                <a:lnTo>
                  <a:pt x="1420" y="1289"/>
                </a:lnTo>
                <a:lnTo>
                  <a:pt x="1394" y="1299"/>
                </a:lnTo>
                <a:lnTo>
                  <a:pt x="1367" y="1308"/>
                </a:lnTo>
                <a:lnTo>
                  <a:pt x="1339" y="1317"/>
                </a:lnTo>
                <a:lnTo>
                  <a:pt x="1312" y="1325"/>
                </a:lnTo>
                <a:lnTo>
                  <a:pt x="1283" y="1333"/>
                </a:lnTo>
                <a:lnTo>
                  <a:pt x="1255" y="1340"/>
                </a:lnTo>
                <a:lnTo>
                  <a:pt x="1226" y="1346"/>
                </a:lnTo>
                <a:lnTo>
                  <a:pt x="1197" y="1352"/>
                </a:lnTo>
                <a:lnTo>
                  <a:pt x="1168" y="1357"/>
                </a:lnTo>
                <a:lnTo>
                  <a:pt x="1138" y="1361"/>
                </a:lnTo>
                <a:lnTo>
                  <a:pt x="1109" y="1365"/>
                </a:lnTo>
                <a:lnTo>
                  <a:pt x="1079" y="1368"/>
                </a:lnTo>
                <a:lnTo>
                  <a:pt x="1049" y="1370"/>
                </a:lnTo>
                <a:lnTo>
                  <a:pt x="1019" y="1372"/>
                </a:lnTo>
                <a:lnTo>
                  <a:pt x="989" y="1373"/>
                </a:lnTo>
                <a:lnTo>
                  <a:pt x="959" y="1373"/>
                </a:lnTo>
                <a:lnTo>
                  <a:pt x="929" y="1373"/>
                </a:lnTo>
                <a:lnTo>
                  <a:pt x="899" y="1372"/>
                </a:lnTo>
                <a:lnTo>
                  <a:pt x="869" y="1370"/>
                </a:lnTo>
                <a:lnTo>
                  <a:pt x="839" y="1368"/>
                </a:lnTo>
                <a:lnTo>
                  <a:pt x="809" y="1365"/>
                </a:lnTo>
                <a:lnTo>
                  <a:pt x="779" y="1361"/>
                </a:lnTo>
                <a:lnTo>
                  <a:pt x="750" y="1357"/>
                </a:lnTo>
                <a:lnTo>
                  <a:pt x="721" y="1352"/>
                </a:lnTo>
                <a:lnTo>
                  <a:pt x="692" y="1346"/>
                </a:lnTo>
                <a:lnTo>
                  <a:pt x="663" y="1340"/>
                </a:lnTo>
                <a:lnTo>
                  <a:pt x="635" y="1333"/>
                </a:lnTo>
                <a:lnTo>
                  <a:pt x="606" y="1325"/>
                </a:lnTo>
                <a:lnTo>
                  <a:pt x="578" y="1317"/>
                </a:lnTo>
                <a:lnTo>
                  <a:pt x="550" y="1308"/>
                </a:lnTo>
                <a:lnTo>
                  <a:pt x="523" y="1299"/>
                </a:lnTo>
                <a:lnTo>
                  <a:pt x="497" y="1289"/>
                </a:lnTo>
                <a:lnTo>
                  <a:pt x="470" y="1278"/>
                </a:lnTo>
                <a:lnTo>
                  <a:pt x="445" y="1267"/>
                </a:lnTo>
                <a:lnTo>
                  <a:pt x="420" y="1255"/>
                </a:lnTo>
                <a:lnTo>
                  <a:pt x="395" y="1242"/>
                </a:lnTo>
                <a:lnTo>
                  <a:pt x="371" y="1230"/>
                </a:lnTo>
                <a:lnTo>
                  <a:pt x="347" y="1216"/>
                </a:lnTo>
                <a:lnTo>
                  <a:pt x="325" y="1202"/>
                </a:lnTo>
                <a:lnTo>
                  <a:pt x="302" y="1188"/>
                </a:lnTo>
                <a:lnTo>
                  <a:pt x="281" y="1173"/>
                </a:lnTo>
                <a:lnTo>
                  <a:pt x="260" y="1157"/>
                </a:lnTo>
                <a:lnTo>
                  <a:pt x="239" y="1141"/>
                </a:lnTo>
                <a:lnTo>
                  <a:pt x="220" y="1125"/>
                </a:lnTo>
                <a:lnTo>
                  <a:pt x="201" y="1108"/>
                </a:lnTo>
                <a:lnTo>
                  <a:pt x="183" y="1091"/>
                </a:lnTo>
                <a:lnTo>
                  <a:pt x="166" y="1073"/>
                </a:lnTo>
                <a:lnTo>
                  <a:pt x="149" y="1055"/>
                </a:lnTo>
                <a:lnTo>
                  <a:pt x="134" y="1037"/>
                </a:lnTo>
                <a:lnTo>
                  <a:pt x="119" y="1018"/>
                </a:lnTo>
                <a:lnTo>
                  <a:pt x="105" y="999"/>
                </a:lnTo>
                <a:lnTo>
                  <a:pt x="91" y="979"/>
                </a:lnTo>
                <a:lnTo>
                  <a:pt x="79" y="960"/>
                </a:lnTo>
                <a:lnTo>
                  <a:pt x="67" y="940"/>
                </a:lnTo>
                <a:lnTo>
                  <a:pt x="57" y="920"/>
                </a:lnTo>
                <a:lnTo>
                  <a:pt x="47" y="899"/>
                </a:lnTo>
                <a:lnTo>
                  <a:pt x="38" y="879"/>
                </a:lnTo>
                <a:lnTo>
                  <a:pt x="30" y="858"/>
                </a:lnTo>
                <a:lnTo>
                  <a:pt x="23" y="837"/>
                </a:lnTo>
                <a:lnTo>
                  <a:pt x="17" y="816"/>
                </a:lnTo>
                <a:lnTo>
                  <a:pt x="12" y="795"/>
                </a:lnTo>
                <a:lnTo>
                  <a:pt x="8" y="773"/>
                </a:lnTo>
                <a:lnTo>
                  <a:pt x="4" y="752"/>
                </a:lnTo>
                <a:lnTo>
                  <a:pt x="2" y="730"/>
                </a:lnTo>
                <a:lnTo>
                  <a:pt x="1" y="709"/>
                </a:lnTo>
                <a:lnTo>
                  <a:pt x="0" y="687"/>
                </a:lnTo>
                <a:lnTo>
                  <a:pt x="1" y="666"/>
                </a:lnTo>
                <a:lnTo>
                  <a:pt x="2" y="644"/>
                </a:lnTo>
                <a:lnTo>
                  <a:pt x="4" y="623"/>
                </a:lnTo>
                <a:lnTo>
                  <a:pt x="8" y="601"/>
                </a:lnTo>
                <a:lnTo>
                  <a:pt x="12" y="580"/>
                </a:lnTo>
                <a:lnTo>
                  <a:pt x="17" y="559"/>
                </a:lnTo>
                <a:lnTo>
                  <a:pt x="23" y="538"/>
                </a:lnTo>
                <a:lnTo>
                  <a:pt x="30" y="517"/>
                </a:lnTo>
                <a:lnTo>
                  <a:pt x="38" y="496"/>
                </a:lnTo>
                <a:lnTo>
                  <a:pt x="47" y="475"/>
                </a:lnTo>
                <a:lnTo>
                  <a:pt x="57" y="455"/>
                </a:lnTo>
                <a:lnTo>
                  <a:pt x="67" y="435"/>
                </a:lnTo>
                <a:lnTo>
                  <a:pt x="79" y="415"/>
                </a:lnTo>
                <a:lnTo>
                  <a:pt x="91" y="395"/>
                </a:lnTo>
                <a:lnTo>
                  <a:pt x="105" y="376"/>
                </a:lnTo>
                <a:lnTo>
                  <a:pt x="119" y="357"/>
                </a:lnTo>
                <a:lnTo>
                  <a:pt x="134" y="338"/>
                </a:lnTo>
                <a:lnTo>
                  <a:pt x="149" y="320"/>
                </a:lnTo>
                <a:lnTo>
                  <a:pt x="166" y="302"/>
                </a:lnTo>
                <a:lnTo>
                  <a:pt x="183" y="284"/>
                </a:lnTo>
                <a:lnTo>
                  <a:pt x="201" y="267"/>
                </a:lnTo>
                <a:lnTo>
                  <a:pt x="220" y="250"/>
                </a:lnTo>
                <a:lnTo>
                  <a:pt x="239" y="234"/>
                </a:lnTo>
                <a:lnTo>
                  <a:pt x="260" y="218"/>
                </a:lnTo>
                <a:lnTo>
                  <a:pt x="281" y="202"/>
                </a:lnTo>
                <a:lnTo>
                  <a:pt x="302" y="187"/>
                </a:lnTo>
                <a:lnTo>
                  <a:pt x="325" y="173"/>
                </a:lnTo>
                <a:lnTo>
                  <a:pt x="347" y="159"/>
                </a:lnTo>
                <a:lnTo>
                  <a:pt x="371" y="145"/>
                </a:lnTo>
                <a:lnTo>
                  <a:pt x="395" y="132"/>
                </a:lnTo>
                <a:lnTo>
                  <a:pt x="420" y="120"/>
                </a:lnTo>
                <a:lnTo>
                  <a:pt x="445" y="108"/>
                </a:lnTo>
                <a:lnTo>
                  <a:pt x="470" y="97"/>
                </a:lnTo>
                <a:lnTo>
                  <a:pt x="497" y="86"/>
                </a:lnTo>
                <a:lnTo>
                  <a:pt x="523" y="76"/>
                </a:lnTo>
                <a:lnTo>
                  <a:pt x="550" y="66"/>
                </a:lnTo>
                <a:lnTo>
                  <a:pt x="578" y="58"/>
                </a:lnTo>
                <a:lnTo>
                  <a:pt x="606" y="48"/>
                </a:lnTo>
                <a:lnTo>
                  <a:pt x="635" y="41"/>
                </a:lnTo>
                <a:lnTo>
                  <a:pt x="663" y="34"/>
                </a:lnTo>
                <a:lnTo>
                  <a:pt x="692" y="27"/>
                </a:lnTo>
                <a:lnTo>
                  <a:pt x="721" y="22"/>
                </a:lnTo>
                <a:lnTo>
                  <a:pt x="750" y="17"/>
                </a:lnTo>
                <a:lnTo>
                  <a:pt x="779" y="12"/>
                </a:lnTo>
                <a:lnTo>
                  <a:pt x="809" y="9"/>
                </a:lnTo>
                <a:lnTo>
                  <a:pt x="839" y="6"/>
                </a:lnTo>
                <a:lnTo>
                  <a:pt x="869" y="3"/>
                </a:lnTo>
                <a:lnTo>
                  <a:pt x="899" y="1"/>
                </a:lnTo>
                <a:lnTo>
                  <a:pt x="929" y="0"/>
                </a:lnTo>
                <a:lnTo>
                  <a:pt x="959" y="0"/>
                </a:lnTo>
                <a:lnTo>
                  <a:pt x="989" y="0"/>
                </a:lnTo>
                <a:lnTo>
                  <a:pt x="1019" y="1"/>
                </a:lnTo>
                <a:lnTo>
                  <a:pt x="1049" y="3"/>
                </a:lnTo>
                <a:lnTo>
                  <a:pt x="1079" y="6"/>
                </a:lnTo>
                <a:lnTo>
                  <a:pt x="1109" y="9"/>
                </a:lnTo>
                <a:lnTo>
                  <a:pt x="1138" y="12"/>
                </a:lnTo>
                <a:lnTo>
                  <a:pt x="1168" y="17"/>
                </a:lnTo>
                <a:lnTo>
                  <a:pt x="1197" y="22"/>
                </a:lnTo>
                <a:lnTo>
                  <a:pt x="1226" y="27"/>
                </a:lnTo>
                <a:lnTo>
                  <a:pt x="1255" y="34"/>
                </a:lnTo>
                <a:lnTo>
                  <a:pt x="1283" y="41"/>
                </a:lnTo>
                <a:lnTo>
                  <a:pt x="1312" y="48"/>
                </a:lnTo>
                <a:lnTo>
                  <a:pt x="1339" y="58"/>
                </a:lnTo>
                <a:lnTo>
                  <a:pt x="1367" y="66"/>
                </a:lnTo>
                <a:lnTo>
                  <a:pt x="1394" y="76"/>
                </a:lnTo>
                <a:lnTo>
                  <a:pt x="1420" y="86"/>
                </a:lnTo>
                <a:lnTo>
                  <a:pt x="1447" y="97"/>
                </a:lnTo>
                <a:lnTo>
                  <a:pt x="1472" y="108"/>
                </a:lnTo>
                <a:lnTo>
                  <a:pt x="1497" y="120"/>
                </a:lnTo>
                <a:lnTo>
                  <a:pt x="1522" y="132"/>
                </a:lnTo>
                <a:lnTo>
                  <a:pt x="1546" y="145"/>
                </a:lnTo>
                <a:lnTo>
                  <a:pt x="1569" y="159"/>
                </a:lnTo>
                <a:lnTo>
                  <a:pt x="1592" y="173"/>
                </a:lnTo>
                <a:lnTo>
                  <a:pt x="1615" y="187"/>
                </a:lnTo>
                <a:lnTo>
                  <a:pt x="1636" y="202"/>
                </a:lnTo>
                <a:lnTo>
                  <a:pt x="1657" y="218"/>
                </a:lnTo>
                <a:lnTo>
                  <a:pt x="1677" y="234"/>
                </a:lnTo>
                <a:lnTo>
                  <a:pt x="1697" y="250"/>
                </a:lnTo>
                <a:lnTo>
                  <a:pt x="1716" y="267"/>
                </a:lnTo>
                <a:lnTo>
                  <a:pt x="1734" y="284"/>
                </a:lnTo>
                <a:lnTo>
                  <a:pt x="1751" y="302"/>
                </a:lnTo>
                <a:lnTo>
                  <a:pt x="1768" y="320"/>
                </a:lnTo>
                <a:lnTo>
                  <a:pt x="1783" y="338"/>
                </a:lnTo>
                <a:lnTo>
                  <a:pt x="1798" y="357"/>
                </a:lnTo>
                <a:lnTo>
                  <a:pt x="1812" y="376"/>
                </a:lnTo>
                <a:lnTo>
                  <a:pt x="1826" y="395"/>
                </a:lnTo>
                <a:lnTo>
                  <a:pt x="1838" y="415"/>
                </a:lnTo>
                <a:lnTo>
                  <a:pt x="1850" y="435"/>
                </a:lnTo>
                <a:lnTo>
                  <a:pt x="1860" y="455"/>
                </a:lnTo>
                <a:lnTo>
                  <a:pt x="1870" y="475"/>
                </a:lnTo>
                <a:lnTo>
                  <a:pt x="1879" y="496"/>
                </a:lnTo>
                <a:lnTo>
                  <a:pt x="1887" y="517"/>
                </a:lnTo>
                <a:lnTo>
                  <a:pt x="1894" y="538"/>
                </a:lnTo>
                <a:lnTo>
                  <a:pt x="1900" y="559"/>
                </a:lnTo>
                <a:lnTo>
                  <a:pt x="1905" y="580"/>
                </a:lnTo>
                <a:lnTo>
                  <a:pt x="1909" y="601"/>
                </a:lnTo>
                <a:lnTo>
                  <a:pt x="1913" y="623"/>
                </a:lnTo>
                <a:lnTo>
                  <a:pt x="1915" y="644"/>
                </a:lnTo>
                <a:lnTo>
                  <a:pt x="1916" y="666"/>
                </a:lnTo>
                <a:lnTo>
                  <a:pt x="1917" y="687"/>
                </a:lnTo>
                <a:close/>
              </a:path>
            </a:pathLst>
          </a:custGeom>
          <a:solidFill>
            <a:srgbClr val="ff9a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8" name=""/>
          <p:cNvSpPr/>
          <p:nvPr/>
        </p:nvSpPr>
        <p:spPr>
          <a:xfrm>
            <a:off x="7712280" y="2693160"/>
            <a:ext cx="700920" cy="502560"/>
          </a:xfrm>
          <a:custGeom>
            <a:avLst/>
            <a:gdLst/>
            <a:ahLst/>
            <a:rect l="0" t="0" r="r" b="b"/>
            <a:pathLst>
              <a:path w="1947" h="1396">
                <a:moveTo>
                  <a:pt x="1932" y="698"/>
                </a:moveTo>
                <a:lnTo>
                  <a:pt x="1931" y="677"/>
                </a:lnTo>
                <a:lnTo>
                  <a:pt x="1930" y="655"/>
                </a:lnTo>
                <a:lnTo>
                  <a:pt x="1928" y="634"/>
                </a:lnTo>
                <a:lnTo>
                  <a:pt x="1924" y="612"/>
                </a:lnTo>
                <a:lnTo>
                  <a:pt x="1920" y="591"/>
                </a:lnTo>
                <a:lnTo>
                  <a:pt x="1915" y="570"/>
                </a:lnTo>
                <a:lnTo>
                  <a:pt x="1909" y="549"/>
                </a:lnTo>
                <a:lnTo>
                  <a:pt x="1902" y="528"/>
                </a:lnTo>
                <a:lnTo>
                  <a:pt x="1894" y="507"/>
                </a:lnTo>
                <a:lnTo>
                  <a:pt x="1885" y="486"/>
                </a:lnTo>
                <a:lnTo>
                  <a:pt x="1875" y="466"/>
                </a:lnTo>
                <a:lnTo>
                  <a:pt x="1865" y="446"/>
                </a:lnTo>
                <a:lnTo>
                  <a:pt x="1853" y="426"/>
                </a:lnTo>
                <a:lnTo>
                  <a:pt x="1841" y="406"/>
                </a:lnTo>
                <a:lnTo>
                  <a:pt x="1827" y="387"/>
                </a:lnTo>
                <a:lnTo>
                  <a:pt x="1813" y="368"/>
                </a:lnTo>
                <a:lnTo>
                  <a:pt x="1798" y="349"/>
                </a:lnTo>
                <a:lnTo>
                  <a:pt x="1783" y="331"/>
                </a:lnTo>
                <a:lnTo>
                  <a:pt x="1766" y="313"/>
                </a:lnTo>
                <a:lnTo>
                  <a:pt x="1749" y="295"/>
                </a:lnTo>
                <a:lnTo>
                  <a:pt x="1731" y="278"/>
                </a:lnTo>
                <a:lnTo>
                  <a:pt x="1712" y="261"/>
                </a:lnTo>
                <a:lnTo>
                  <a:pt x="1692" y="245"/>
                </a:lnTo>
                <a:lnTo>
                  <a:pt x="1672" y="229"/>
                </a:lnTo>
                <a:lnTo>
                  <a:pt x="1651" y="213"/>
                </a:lnTo>
                <a:lnTo>
                  <a:pt x="1630" y="198"/>
                </a:lnTo>
                <a:lnTo>
                  <a:pt x="1607" y="183"/>
                </a:lnTo>
                <a:lnTo>
                  <a:pt x="1584" y="169"/>
                </a:lnTo>
                <a:lnTo>
                  <a:pt x="1561" y="155"/>
                </a:lnTo>
                <a:lnTo>
                  <a:pt x="1537" y="142"/>
                </a:lnTo>
                <a:lnTo>
                  <a:pt x="1512" y="130"/>
                </a:lnTo>
                <a:lnTo>
                  <a:pt x="1487" y="118"/>
                </a:lnTo>
                <a:lnTo>
                  <a:pt x="1462" y="107"/>
                </a:lnTo>
                <a:lnTo>
                  <a:pt x="1435" y="96"/>
                </a:lnTo>
                <a:lnTo>
                  <a:pt x="1409" y="86"/>
                </a:lnTo>
                <a:lnTo>
                  <a:pt x="1382" y="76"/>
                </a:lnTo>
                <a:lnTo>
                  <a:pt x="1354" y="68"/>
                </a:lnTo>
                <a:lnTo>
                  <a:pt x="1327" y="59"/>
                </a:lnTo>
                <a:lnTo>
                  <a:pt x="1298" y="52"/>
                </a:lnTo>
                <a:lnTo>
                  <a:pt x="1270" y="45"/>
                </a:lnTo>
                <a:lnTo>
                  <a:pt x="1241" y="38"/>
                </a:lnTo>
                <a:lnTo>
                  <a:pt x="1212" y="33"/>
                </a:lnTo>
                <a:lnTo>
                  <a:pt x="1183" y="28"/>
                </a:lnTo>
                <a:lnTo>
                  <a:pt x="1153" y="23"/>
                </a:lnTo>
                <a:lnTo>
                  <a:pt x="1124" y="20"/>
                </a:lnTo>
                <a:lnTo>
                  <a:pt x="1094" y="17"/>
                </a:lnTo>
                <a:lnTo>
                  <a:pt x="1064" y="14"/>
                </a:lnTo>
                <a:lnTo>
                  <a:pt x="1034" y="12"/>
                </a:lnTo>
                <a:lnTo>
                  <a:pt x="1004" y="11"/>
                </a:lnTo>
                <a:lnTo>
                  <a:pt x="974" y="11"/>
                </a:lnTo>
                <a:lnTo>
                  <a:pt x="943" y="11"/>
                </a:lnTo>
                <a:lnTo>
                  <a:pt x="913" y="12"/>
                </a:lnTo>
                <a:lnTo>
                  <a:pt x="883" y="14"/>
                </a:lnTo>
                <a:lnTo>
                  <a:pt x="853" y="17"/>
                </a:lnTo>
                <a:lnTo>
                  <a:pt x="823" y="20"/>
                </a:lnTo>
                <a:lnTo>
                  <a:pt x="793" y="23"/>
                </a:lnTo>
                <a:lnTo>
                  <a:pt x="764" y="28"/>
                </a:lnTo>
                <a:lnTo>
                  <a:pt x="735" y="33"/>
                </a:lnTo>
                <a:lnTo>
                  <a:pt x="706" y="38"/>
                </a:lnTo>
                <a:lnTo>
                  <a:pt x="677" y="45"/>
                </a:lnTo>
                <a:lnTo>
                  <a:pt x="649" y="52"/>
                </a:lnTo>
                <a:lnTo>
                  <a:pt x="620" y="59"/>
                </a:lnTo>
                <a:lnTo>
                  <a:pt x="593" y="68"/>
                </a:lnTo>
                <a:lnTo>
                  <a:pt x="565" y="76"/>
                </a:lnTo>
                <a:lnTo>
                  <a:pt x="538" y="86"/>
                </a:lnTo>
                <a:lnTo>
                  <a:pt x="512" y="96"/>
                </a:lnTo>
                <a:lnTo>
                  <a:pt x="485" y="107"/>
                </a:lnTo>
                <a:lnTo>
                  <a:pt x="460" y="118"/>
                </a:lnTo>
                <a:lnTo>
                  <a:pt x="435" y="130"/>
                </a:lnTo>
                <a:lnTo>
                  <a:pt x="410" y="142"/>
                </a:lnTo>
                <a:lnTo>
                  <a:pt x="386" y="155"/>
                </a:lnTo>
                <a:lnTo>
                  <a:pt x="362" y="169"/>
                </a:lnTo>
                <a:lnTo>
                  <a:pt x="340" y="183"/>
                </a:lnTo>
                <a:lnTo>
                  <a:pt x="317" y="198"/>
                </a:lnTo>
                <a:lnTo>
                  <a:pt x="296" y="213"/>
                </a:lnTo>
                <a:lnTo>
                  <a:pt x="275" y="229"/>
                </a:lnTo>
                <a:lnTo>
                  <a:pt x="254" y="245"/>
                </a:lnTo>
                <a:lnTo>
                  <a:pt x="235" y="261"/>
                </a:lnTo>
                <a:lnTo>
                  <a:pt x="216" y="278"/>
                </a:lnTo>
                <a:lnTo>
                  <a:pt x="198" y="295"/>
                </a:lnTo>
                <a:lnTo>
                  <a:pt x="181" y="313"/>
                </a:lnTo>
                <a:lnTo>
                  <a:pt x="164" y="331"/>
                </a:lnTo>
                <a:lnTo>
                  <a:pt x="149" y="349"/>
                </a:lnTo>
                <a:lnTo>
                  <a:pt x="134" y="368"/>
                </a:lnTo>
                <a:lnTo>
                  <a:pt x="120" y="387"/>
                </a:lnTo>
                <a:lnTo>
                  <a:pt x="106" y="406"/>
                </a:lnTo>
                <a:lnTo>
                  <a:pt x="94" y="426"/>
                </a:lnTo>
                <a:lnTo>
                  <a:pt x="82" y="446"/>
                </a:lnTo>
                <a:lnTo>
                  <a:pt x="72" y="466"/>
                </a:lnTo>
                <a:lnTo>
                  <a:pt x="62" y="486"/>
                </a:lnTo>
                <a:lnTo>
                  <a:pt x="53" y="507"/>
                </a:lnTo>
                <a:lnTo>
                  <a:pt x="45" y="528"/>
                </a:lnTo>
                <a:lnTo>
                  <a:pt x="38" y="549"/>
                </a:lnTo>
                <a:lnTo>
                  <a:pt x="32" y="570"/>
                </a:lnTo>
                <a:lnTo>
                  <a:pt x="27" y="591"/>
                </a:lnTo>
                <a:lnTo>
                  <a:pt x="23" y="612"/>
                </a:lnTo>
                <a:lnTo>
                  <a:pt x="19" y="634"/>
                </a:lnTo>
                <a:lnTo>
                  <a:pt x="17" y="655"/>
                </a:lnTo>
                <a:lnTo>
                  <a:pt x="16" y="677"/>
                </a:lnTo>
                <a:lnTo>
                  <a:pt x="15" y="698"/>
                </a:lnTo>
                <a:lnTo>
                  <a:pt x="16" y="720"/>
                </a:lnTo>
                <a:lnTo>
                  <a:pt x="17" y="741"/>
                </a:lnTo>
                <a:lnTo>
                  <a:pt x="19" y="763"/>
                </a:lnTo>
                <a:lnTo>
                  <a:pt x="23" y="784"/>
                </a:lnTo>
                <a:lnTo>
                  <a:pt x="27" y="806"/>
                </a:lnTo>
                <a:lnTo>
                  <a:pt x="32" y="827"/>
                </a:lnTo>
                <a:lnTo>
                  <a:pt x="38" y="848"/>
                </a:lnTo>
                <a:lnTo>
                  <a:pt x="45" y="869"/>
                </a:lnTo>
                <a:lnTo>
                  <a:pt x="53" y="890"/>
                </a:lnTo>
                <a:lnTo>
                  <a:pt x="62" y="910"/>
                </a:lnTo>
                <a:lnTo>
                  <a:pt x="72" y="931"/>
                </a:lnTo>
                <a:lnTo>
                  <a:pt x="82" y="951"/>
                </a:lnTo>
                <a:lnTo>
                  <a:pt x="94" y="971"/>
                </a:lnTo>
                <a:lnTo>
                  <a:pt x="106" y="990"/>
                </a:lnTo>
                <a:lnTo>
                  <a:pt x="120" y="1010"/>
                </a:lnTo>
                <a:lnTo>
                  <a:pt x="134" y="1029"/>
                </a:lnTo>
                <a:lnTo>
                  <a:pt x="149" y="1048"/>
                </a:lnTo>
                <a:lnTo>
                  <a:pt x="164" y="1066"/>
                </a:lnTo>
                <a:lnTo>
                  <a:pt x="181" y="1084"/>
                </a:lnTo>
                <a:lnTo>
                  <a:pt x="198" y="1102"/>
                </a:lnTo>
                <a:lnTo>
                  <a:pt x="216" y="1119"/>
                </a:lnTo>
                <a:lnTo>
                  <a:pt x="235" y="1136"/>
                </a:lnTo>
                <a:lnTo>
                  <a:pt x="254" y="1152"/>
                </a:lnTo>
                <a:lnTo>
                  <a:pt x="275" y="1168"/>
                </a:lnTo>
                <a:lnTo>
                  <a:pt x="296" y="1184"/>
                </a:lnTo>
                <a:lnTo>
                  <a:pt x="317" y="1199"/>
                </a:lnTo>
                <a:lnTo>
                  <a:pt x="340" y="1213"/>
                </a:lnTo>
                <a:lnTo>
                  <a:pt x="362" y="1227"/>
                </a:lnTo>
                <a:lnTo>
                  <a:pt x="386" y="1241"/>
                </a:lnTo>
                <a:lnTo>
                  <a:pt x="410" y="1253"/>
                </a:lnTo>
                <a:lnTo>
                  <a:pt x="435" y="1266"/>
                </a:lnTo>
                <a:lnTo>
                  <a:pt x="460" y="1278"/>
                </a:lnTo>
                <a:lnTo>
                  <a:pt x="485" y="1289"/>
                </a:lnTo>
                <a:lnTo>
                  <a:pt x="512" y="1300"/>
                </a:lnTo>
                <a:lnTo>
                  <a:pt x="538" y="1310"/>
                </a:lnTo>
                <a:lnTo>
                  <a:pt x="565" y="1319"/>
                </a:lnTo>
                <a:lnTo>
                  <a:pt x="593" y="1328"/>
                </a:lnTo>
                <a:lnTo>
                  <a:pt x="620" y="1336"/>
                </a:lnTo>
                <a:lnTo>
                  <a:pt x="649" y="1344"/>
                </a:lnTo>
                <a:lnTo>
                  <a:pt x="677" y="1351"/>
                </a:lnTo>
                <a:lnTo>
                  <a:pt x="706" y="1357"/>
                </a:lnTo>
                <a:lnTo>
                  <a:pt x="735" y="1363"/>
                </a:lnTo>
                <a:lnTo>
                  <a:pt x="764" y="1368"/>
                </a:lnTo>
                <a:lnTo>
                  <a:pt x="793" y="1372"/>
                </a:lnTo>
                <a:lnTo>
                  <a:pt x="823" y="1376"/>
                </a:lnTo>
                <a:lnTo>
                  <a:pt x="853" y="1379"/>
                </a:lnTo>
                <a:lnTo>
                  <a:pt x="883" y="1381"/>
                </a:lnTo>
                <a:lnTo>
                  <a:pt x="913" y="1383"/>
                </a:lnTo>
                <a:lnTo>
                  <a:pt x="943" y="1384"/>
                </a:lnTo>
                <a:lnTo>
                  <a:pt x="974" y="1384"/>
                </a:lnTo>
                <a:lnTo>
                  <a:pt x="1004" y="1384"/>
                </a:lnTo>
                <a:lnTo>
                  <a:pt x="1034" y="1383"/>
                </a:lnTo>
                <a:lnTo>
                  <a:pt x="1064" y="1381"/>
                </a:lnTo>
                <a:lnTo>
                  <a:pt x="1094" y="1379"/>
                </a:lnTo>
                <a:lnTo>
                  <a:pt x="1124" y="1376"/>
                </a:lnTo>
                <a:lnTo>
                  <a:pt x="1153" y="1372"/>
                </a:lnTo>
                <a:lnTo>
                  <a:pt x="1183" y="1368"/>
                </a:lnTo>
                <a:lnTo>
                  <a:pt x="1212" y="1363"/>
                </a:lnTo>
                <a:lnTo>
                  <a:pt x="1241" y="1357"/>
                </a:lnTo>
                <a:lnTo>
                  <a:pt x="1270" y="1351"/>
                </a:lnTo>
                <a:lnTo>
                  <a:pt x="1298" y="1344"/>
                </a:lnTo>
                <a:lnTo>
                  <a:pt x="1327" y="1336"/>
                </a:lnTo>
                <a:lnTo>
                  <a:pt x="1354" y="1328"/>
                </a:lnTo>
                <a:lnTo>
                  <a:pt x="1382" y="1319"/>
                </a:lnTo>
                <a:lnTo>
                  <a:pt x="1409" y="1310"/>
                </a:lnTo>
                <a:lnTo>
                  <a:pt x="1435" y="1300"/>
                </a:lnTo>
                <a:lnTo>
                  <a:pt x="1462" y="1289"/>
                </a:lnTo>
                <a:lnTo>
                  <a:pt x="1487" y="1278"/>
                </a:lnTo>
                <a:lnTo>
                  <a:pt x="1512" y="1266"/>
                </a:lnTo>
                <a:lnTo>
                  <a:pt x="1537" y="1253"/>
                </a:lnTo>
                <a:lnTo>
                  <a:pt x="1561" y="1241"/>
                </a:lnTo>
                <a:lnTo>
                  <a:pt x="1584" y="1227"/>
                </a:lnTo>
                <a:lnTo>
                  <a:pt x="1607" y="1213"/>
                </a:lnTo>
                <a:lnTo>
                  <a:pt x="1630" y="1199"/>
                </a:lnTo>
                <a:lnTo>
                  <a:pt x="1651" y="1184"/>
                </a:lnTo>
                <a:lnTo>
                  <a:pt x="1672" y="1168"/>
                </a:lnTo>
                <a:lnTo>
                  <a:pt x="1692" y="1152"/>
                </a:lnTo>
                <a:lnTo>
                  <a:pt x="1712" y="1136"/>
                </a:lnTo>
                <a:lnTo>
                  <a:pt x="1731" y="1119"/>
                </a:lnTo>
                <a:lnTo>
                  <a:pt x="1749" y="1102"/>
                </a:lnTo>
                <a:lnTo>
                  <a:pt x="1766" y="1084"/>
                </a:lnTo>
                <a:lnTo>
                  <a:pt x="1783" y="1066"/>
                </a:lnTo>
                <a:lnTo>
                  <a:pt x="1798" y="1048"/>
                </a:lnTo>
                <a:lnTo>
                  <a:pt x="1813" y="1029"/>
                </a:lnTo>
                <a:lnTo>
                  <a:pt x="1827" y="1010"/>
                </a:lnTo>
                <a:lnTo>
                  <a:pt x="1841" y="990"/>
                </a:lnTo>
                <a:lnTo>
                  <a:pt x="1853" y="971"/>
                </a:lnTo>
                <a:lnTo>
                  <a:pt x="1865" y="951"/>
                </a:lnTo>
                <a:lnTo>
                  <a:pt x="1875" y="931"/>
                </a:lnTo>
                <a:lnTo>
                  <a:pt x="1885" y="910"/>
                </a:lnTo>
                <a:lnTo>
                  <a:pt x="1894" y="890"/>
                </a:lnTo>
                <a:lnTo>
                  <a:pt x="1902" y="869"/>
                </a:lnTo>
                <a:lnTo>
                  <a:pt x="1909" y="848"/>
                </a:lnTo>
                <a:lnTo>
                  <a:pt x="1915" y="827"/>
                </a:lnTo>
                <a:lnTo>
                  <a:pt x="1920" y="806"/>
                </a:lnTo>
                <a:lnTo>
                  <a:pt x="1924" y="784"/>
                </a:lnTo>
                <a:lnTo>
                  <a:pt x="1928" y="763"/>
                </a:lnTo>
                <a:lnTo>
                  <a:pt x="1930" y="741"/>
                </a:lnTo>
                <a:lnTo>
                  <a:pt x="1931" y="720"/>
                </a:lnTo>
                <a:lnTo>
                  <a:pt x="1932" y="698"/>
                </a:lnTo>
                <a:moveTo>
                  <a:pt x="1947" y="698"/>
                </a:moveTo>
                <a:lnTo>
                  <a:pt x="1947" y="720"/>
                </a:lnTo>
                <a:lnTo>
                  <a:pt x="1945" y="742"/>
                </a:lnTo>
                <a:lnTo>
                  <a:pt x="1943" y="764"/>
                </a:lnTo>
                <a:lnTo>
                  <a:pt x="1940" y="786"/>
                </a:lnTo>
                <a:lnTo>
                  <a:pt x="1935" y="807"/>
                </a:lnTo>
                <a:lnTo>
                  <a:pt x="1930" y="829"/>
                </a:lnTo>
                <a:lnTo>
                  <a:pt x="1924" y="850"/>
                </a:lnTo>
                <a:lnTo>
                  <a:pt x="1917" y="872"/>
                </a:lnTo>
                <a:lnTo>
                  <a:pt x="1909" y="893"/>
                </a:lnTo>
                <a:lnTo>
                  <a:pt x="1900" y="914"/>
                </a:lnTo>
                <a:lnTo>
                  <a:pt x="1890" y="935"/>
                </a:lnTo>
                <a:lnTo>
                  <a:pt x="1879" y="955"/>
                </a:lnTo>
                <a:lnTo>
                  <a:pt x="1867" y="975"/>
                </a:lnTo>
                <a:lnTo>
                  <a:pt x="1855" y="995"/>
                </a:lnTo>
                <a:lnTo>
                  <a:pt x="1841" y="1015"/>
                </a:lnTo>
                <a:lnTo>
                  <a:pt x="1827" y="1034"/>
                </a:lnTo>
                <a:lnTo>
                  <a:pt x="1812" y="1053"/>
                </a:lnTo>
                <a:lnTo>
                  <a:pt x="1796" y="1072"/>
                </a:lnTo>
                <a:lnTo>
                  <a:pt x="1779" y="1090"/>
                </a:lnTo>
                <a:lnTo>
                  <a:pt x="1761" y="1108"/>
                </a:lnTo>
                <a:lnTo>
                  <a:pt x="1743" y="1126"/>
                </a:lnTo>
                <a:lnTo>
                  <a:pt x="1724" y="1143"/>
                </a:lnTo>
                <a:lnTo>
                  <a:pt x="1704" y="1159"/>
                </a:lnTo>
                <a:lnTo>
                  <a:pt x="1683" y="1176"/>
                </a:lnTo>
                <a:lnTo>
                  <a:pt x="1662" y="1191"/>
                </a:lnTo>
                <a:lnTo>
                  <a:pt x="1640" y="1207"/>
                </a:lnTo>
                <a:lnTo>
                  <a:pt x="1618" y="1221"/>
                </a:lnTo>
                <a:lnTo>
                  <a:pt x="1594" y="1236"/>
                </a:lnTo>
                <a:lnTo>
                  <a:pt x="1571" y="1249"/>
                </a:lnTo>
                <a:lnTo>
                  <a:pt x="1546" y="1262"/>
                </a:lnTo>
                <a:lnTo>
                  <a:pt x="1521" y="1275"/>
                </a:lnTo>
                <a:lnTo>
                  <a:pt x="1495" y="1287"/>
                </a:lnTo>
                <a:lnTo>
                  <a:pt x="1469" y="1299"/>
                </a:lnTo>
                <a:lnTo>
                  <a:pt x="1443" y="1309"/>
                </a:lnTo>
                <a:lnTo>
                  <a:pt x="1416" y="1320"/>
                </a:lnTo>
                <a:lnTo>
                  <a:pt x="1388" y="1329"/>
                </a:lnTo>
                <a:lnTo>
                  <a:pt x="1361" y="1338"/>
                </a:lnTo>
                <a:lnTo>
                  <a:pt x="1332" y="1347"/>
                </a:lnTo>
                <a:lnTo>
                  <a:pt x="1304" y="1354"/>
                </a:lnTo>
                <a:lnTo>
                  <a:pt x="1275" y="1361"/>
                </a:lnTo>
                <a:lnTo>
                  <a:pt x="1245" y="1368"/>
                </a:lnTo>
                <a:lnTo>
                  <a:pt x="1216" y="1374"/>
                </a:lnTo>
                <a:lnTo>
                  <a:pt x="1186" y="1379"/>
                </a:lnTo>
                <a:lnTo>
                  <a:pt x="1156" y="1383"/>
                </a:lnTo>
                <a:lnTo>
                  <a:pt x="1126" y="1387"/>
                </a:lnTo>
                <a:lnTo>
                  <a:pt x="1096" y="1390"/>
                </a:lnTo>
                <a:lnTo>
                  <a:pt x="1066" y="1393"/>
                </a:lnTo>
                <a:lnTo>
                  <a:pt x="1035" y="1394"/>
                </a:lnTo>
                <a:lnTo>
                  <a:pt x="1005" y="1395"/>
                </a:lnTo>
                <a:lnTo>
                  <a:pt x="974" y="1396"/>
                </a:lnTo>
                <a:lnTo>
                  <a:pt x="942" y="1395"/>
                </a:lnTo>
                <a:lnTo>
                  <a:pt x="912" y="1394"/>
                </a:lnTo>
                <a:lnTo>
                  <a:pt x="881" y="1393"/>
                </a:lnTo>
                <a:lnTo>
                  <a:pt x="851" y="1390"/>
                </a:lnTo>
                <a:lnTo>
                  <a:pt x="821" y="1387"/>
                </a:lnTo>
                <a:lnTo>
                  <a:pt x="791" y="1383"/>
                </a:lnTo>
                <a:lnTo>
                  <a:pt x="761" y="1379"/>
                </a:lnTo>
                <a:lnTo>
                  <a:pt x="731" y="1374"/>
                </a:lnTo>
                <a:lnTo>
                  <a:pt x="701" y="1368"/>
                </a:lnTo>
                <a:lnTo>
                  <a:pt x="672" y="1361"/>
                </a:lnTo>
                <a:lnTo>
                  <a:pt x="643" y="1354"/>
                </a:lnTo>
                <a:lnTo>
                  <a:pt x="615" y="1347"/>
                </a:lnTo>
                <a:lnTo>
                  <a:pt x="586" y="1338"/>
                </a:lnTo>
                <a:lnTo>
                  <a:pt x="559" y="1329"/>
                </a:lnTo>
                <a:lnTo>
                  <a:pt x="531" y="1320"/>
                </a:lnTo>
                <a:lnTo>
                  <a:pt x="504" y="1309"/>
                </a:lnTo>
                <a:lnTo>
                  <a:pt x="477" y="1299"/>
                </a:lnTo>
                <a:lnTo>
                  <a:pt x="451" y="1287"/>
                </a:lnTo>
                <a:lnTo>
                  <a:pt x="426" y="1275"/>
                </a:lnTo>
                <a:lnTo>
                  <a:pt x="401" y="1262"/>
                </a:lnTo>
                <a:lnTo>
                  <a:pt x="376" y="1249"/>
                </a:lnTo>
                <a:lnTo>
                  <a:pt x="353" y="1236"/>
                </a:lnTo>
                <a:lnTo>
                  <a:pt x="329" y="1221"/>
                </a:lnTo>
                <a:lnTo>
                  <a:pt x="307" y="1207"/>
                </a:lnTo>
                <a:lnTo>
                  <a:pt x="285" y="1191"/>
                </a:lnTo>
                <a:lnTo>
                  <a:pt x="263" y="1176"/>
                </a:lnTo>
                <a:lnTo>
                  <a:pt x="243" y="1159"/>
                </a:lnTo>
                <a:lnTo>
                  <a:pt x="223" y="1143"/>
                </a:lnTo>
                <a:lnTo>
                  <a:pt x="204" y="1126"/>
                </a:lnTo>
                <a:lnTo>
                  <a:pt x="186" y="1108"/>
                </a:lnTo>
                <a:lnTo>
                  <a:pt x="168" y="1090"/>
                </a:lnTo>
                <a:lnTo>
                  <a:pt x="151" y="1072"/>
                </a:lnTo>
                <a:lnTo>
                  <a:pt x="135" y="1053"/>
                </a:lnTo>
                <a:lnTo>
                  <a:pt x="120" y="1034"/>
                </a:lnTo>
                <a:lnTo>
                  <a:pt x="106" y="1015"/>
                </a:lnTo>
                <a:lnTo>
                  <a:pt x="92" y="995"/>
                </a:lnTo>
                <a:lnTo>
                  <a:pt x="80" y="975"/>
                </a:lnTo>
                <a:lnTo>
                  <a:pt x="68" y="955"/>
                </a:lnTo>
                <a:lnTo>
                  <a:pt x="57" y="935"/>
                </a:lnTo>
                <a:lnTo>
                  <a:pt x="47" y="914"/>
                </a:lnTo>
                <a:lnTo>
                  <a:pt x="38" y="893"/>
                </a:lnTo>
                <a:lnTo>
                  <a:pt x="30" y="872"/>
                </a:lnTo>
                <a:lnTo>
                  <a:pt x="23" y="850"/>
                </a:lnTo>
                <a:lnTo>
                  <a:pt x="17" y="829"/>
                </a:lnTo>
                <a:lnTo>
                  <a:pt x="12" y="807"/>
                </a:lnTo>
                <a:lnTo>
                  <a:pt x="7" y="786"/>
                </a:lnTo>
                <a:lnTo>
                  <a:pt x="4" y="764"/>
                </a:lnTo>
                <a:lnTo>
                  <a:pt x="2" y="742"/>
                </a:lnTo>
                <a:lnTo>
                  <a:pt x="0" y="720"/>
                </a:lnTo>
                <a:lnTo>
                  <a:pt x="0" y="698"/>
                </a:lnTo>
                <a:lnTo>
                  <a:pt x="0" y="676"/>
                </a:lnTo>
                <a:lnTo>
                  <a:pt x="2" y="655"/>
                </a:lnTo>
                <a:lnTo>
                  <a:pt x="4" y="633"/>
                </a:lnTo>
                <a:lnTo>
                  <a:pt x="7" y="611"/>
                </a:lnTo>
                <a:lnTo>
                  <a:pt x="12" y="589"/>
                </a:lnTo>
                <a:lnTo>
                  <a:pt x="17" y="568"/>
                </a:lnTo>
                <a:lnTo>
                  <a:pt x="23" y="546"/>
                </a:lnTo>
                <a:lnTo>
                  <a:pt x="30" y="525"/>
                </a:lnTo>
                <a:lnTo>
                  <a:pt x="38" y="504"/>
                </a:lnTo>
                <a:lnTo>
                  <a:pt x="47" y="483"/>
                </a:lnTo>
                <a:lnTo>
                  <a:pt x="57" y="462"/>
                </a:lnTo>
                <a:lnTo>
                  <a:pt x="68" y="442"/>
                </a:lnTo>
                <a:lnTo>
                  <a:pt x="80" y="421"/>
                </a:lnTo>
                <a:lnTo>
                  <a:pt x="92" y="401"/>
                </a:lnTo>
                <a:lnTo>
                  <a:pt x="106" y="382"/>
                </a:lnTo>
                <a:lnTo>
                  <a:pt x="120" y="362"/>
                </a:lnTo>
                <a:lnTo>
                  <a:pt x="135" y="343"/>
                </a:lnTo>
                <a:lnTo>
                  <a:pt x="151" y="325"/>
                </a:lnTo>
                <a:lnTo>
                  <a:pt x="168" y="306"/>
                </a:lnTo>
                <a:lnTo>
                  <a:pt x="186" y="288"/>
                </a:lnTo>
                <a:lnTo>
                  <a:pt x="204" y="271"/>
                </a:lnTo>
                <a:lnTo>
                  <a:pt x="223" y="254"/>
                </a:lnTo>
                <a:lnTo>
                  <a:pt x="243" y="237"/>
                </a:lnTo>
                <a:lnTo>
                  <a:pt x="263" y="221"/>
                </a:lnTo>
                <a:lnTo>
                  <a:pt x="285" y="205"/>
                </a:lnTo>
                <a:lnTo>
                  <a:pt x="307" y="190"/>
                </a:lnTo>
                <a:lnTo>
                  <a:pt x="329" y="174"/>
                </a:lnTo>
                <a:lnTo>
                  <a:pt x="353" y="160"/>
                </a:lnTo>
                <a:lnTo>
                  <a:pt x="376" y="146"/>
                </a:lnTo>
                <a:lnTo>
                  <a:pt x="401" y="133"/>
                </a:lnTo>
                <a:lnTo>
                  <a:pt x="426" y="121"/>
                </a:lnTo>
                <a:lnTo>
                  <a:pt x="451" y="109"/>
                </a:lnTo>
                <a:lnTo>
                  <a:pt x="477" y="97"/>
                </a:lnTo>
                <a:lnTo>
                  <a:pt x="504" y="86"/>
                </a:lnTo>
                <a:lnTo>
                  <a:pt x="531" y="76"/>
                </a:lnTo>
                <a:lnTo>
                  <a:pt x="559" y="66"/>
                </a:lnTo>
                <a:lnTo>
                  <a:pt x="586" y="57"/>
                </a:lnTo>
                <a:lnTo>
                  <a:pt x="615" y="49"/>
                </a:lnTo>
                <a:lnTo>
                  <a:pt x="643" y="41"/>
                </a:lnTo>
                <a:lnTo>
                  <a:pt x="672" y="34"/>
                </a:lnTo>
                <a:lnTo>
                  <a:pt x="701" y="28"/>
                </a:lnTo>
                <a:lnTo>
                  <a:pt x="731" y="22"/>
                </a:lnTo>
                <a:lnTo>
                  <a:pt x="761" y="17"/>
                </a:lnTo>
                <a:lnTo>
                  <a:pt x="791" y="12"/>
                </a:lnTo>
                <a:lnTo>
                  <a:pt x="821" y="9"/>
                </a:lnTo>
                <a:lnTo>
                  <a:pt x="851" y="5"/>
                </a:lnTo>
                <a:lnTo>
                  <a:pt x="881" y="3"/>
                </a:lnTo>
                <a:lnTo>
                  <a:pt x="912" y="1"/>
                </a:lnTo>
                <a:lnTo>
                  <a:pt x="942" y="0"/>
                </a:lnTo>
                <a:lnTo>
                  <a:pt x="974" y="0"/>
                </a:lnTo>
                <a:lnTo>
                  <a:pt x="1005" y="0"/>
                </a:lnTo>
                <a:lnTo>
                  <a:pt x="1035" y="1"/>
                </a:lnTo>
                <a:lnTo>
                  <a:pt x="1066" y="3"/>
                </a:lnTo>
                <a:lnTo>
                  <a:pt x="1096" y="5"/>
                </a:lnTo>
                <a:lnTo>
                  <a:pt x="1126" y="9"/>
                </a:lnTo>
                <a:lnTo>
                  <a:pt x="1156" y="12"/>
                </a:lnTo>
                <a:lnTo>
                  <a:pt x="1186" y="17"/>
                </a:lnTo>
                <a:lnTo>
                  <a:pt x="1216" y="22"/>
                </a:lnTo>
                <a:lnTo>
                  <a:pt x="1245" y="28"/>
                </a:lnTo>
                <a:lnTo>
                  <a:pt x="1275" y="34"/>
                </a:lnTo>
                <a:lnTo>
                  <a:pt x="1304" y="41"/>
                </a:lnTo>
                <a:lnTo>
                  <a:pt x="1332" y="49"/>
                </a:lnTo>
                <a:lnTo>
                  <a:pt x="1361" y="57"/>
                </a:lnTo>
                <a:lnTo>
                  <a:pt x="1388" y="66"/>
                </a:lnTo>
                <a:lnTo>
                  <a:pt x="1416" y="76"/>
                </a:lnTo>
                <a:lnTo>
                  <a:pt x="1443" y="86"/>
                </a:lnTo>
                <a:lnTo>
                  <a:pt x="1469" y="97"/>
                </a:lnTo>
                <a:lnTo>
                  <a:pt x="1495" y="109"/>
                </a:lnTo>
                <a:lnTo>
                  <a:pt x="1521" y="121"/>
                </a:lnTo>
                <a:lnTo>
                  <a:pt x="1546" y="133"/>
                </a:lnTo>
                <a:lnTo>
                  <a:pt x="1571" y="146"/>
                </a:lnTo>
                <a:lnTo>
                  <a:pt x="1594" y="160"/>
                </a:lnTo>
                <a:lnTo>
                  <a:pt x="1618" y="174"/>
                </a:lnTo>
                <a:lnTo>
                  <a:pt x="1640" y="190"/>
                </a:lnTo>
                <a:lnTo>
                  <a:pt x="1662" y="205"/>
                </a:lnTo>
                <a:lnTo>
                  <a:pt x="1683" y="221"/>
                </a:lnTo>
                <a:lnTo>
                  <a:pt x="1704" y="237"/>
                </a:lnTo>
                <a:lnTo>
                  <a:pt x="1724" y="254"/>
                </a:lnTo>
                <a:lnTo>
                  <a:pt x="1743" y="271"/>
                </a:lnTo>
                <a:lnTo>
                  <a:pt x="1761" y="288"/>
                </a:lnTo>
                <a:lnTo>
                  <a:pt x="1779" y="306"/>
                </a:lnTo>
                <a:lnTo>
                  <a:pt x="1796" y="325"/>
                </a:lnTo>
                <a:lnTo>
                  <a:pt x="1812" y="343"/>
                </a:lnTo>
                <a:lnTo>
                  <a:pt x="1827" y="362"/>
                </a:lnTo>
                <a:lnTo>
                  <a:pt x="1841" y="382"/>
                </a:lnTo>
                <a:lnTo>
                  <a:pt x="1855" y="401"/>
                </a:lnTo>
                <a:lnTo>
                  <a:pt x="1867" y="421"/>
                </a:lnTo>
                <a:lnTo>
                  <a:pt x="1879" y="442"/>
                </a:lnTo>
                <a:lnTo>
                  <a:pt x="1890" y="462"/>
                </a:lnTo>
                <a:lnTo>
                  <a:pt x="1900" y="483"/>
                </a:lnTo>
                <a:lnTo>
                  <a:pt x="1909" y="504"/>
                </a:lnTo>
                <a:lnTo>
                  <a:pt x="1917" y="525"/>
                </a:lnTo>
                <a:lnTo>
                  <a:pt x="1924" y="546"/>
                </a:lnTo>
                <a:lnTo>
                  <a:pt x="1930" y="568"/>
                </a:lnTo>
                <a:lnTo>
                  <a:pt x="1935" y="589"/>
                </a:lnTo>
                <a:lnTo>
                  <a:pt x="1940" y="611"/>
                </a:lnTo>
                <a:lnTo>
                  <a:pt x="1943" y="633"/>
                </a:lnTo>
                <a:lnTo>
                  <a:pt x="1945" y="655"/>
                </a:lnTo>
                <a:lnTo>
                  <a:pt x="1947" y="676"/>
                </a:lnTo>
                <a:lnTo>
                  <a:pt x="1947" y="698"/>
                </a:lnTo>
                <a:close/>
              </a:path>
            </a:pathLst>
          </a:custGeom>
          <a:solidFill>
            <a:srgbClr val="ff9a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09" name=""/>
          <p:cNvSpPr/>
          <p:nvPr/>
        </p:nvSpPr>
        <p:spPr>
          <a:xfrm>
            <a:off x="7710840" y="2692080"/>
            <a:ext cx="703800" cy="504360"/>
          </a:xfrm>
          <a:custGeom>
            <a:avLst/>
            <a:gdLst/>
            <a:ahLst/>
            <a:rect l="0" t="0" r="r" b="b"/>
            <a:pathLst>
              <a:path w="1955" h="1401">
                <a:moveTo>
                  <a:pt x="1951" y="701"/>
                </a:moveTo>
                <a:lnTo>
                  <a:pt x="1951" y="679"/>
                </a:lnTo>
                <a:lnTo>
                  <a:pt x="1949" y="658"/>
                </a:lnTo>
                <a:lnTo>
                  <a:pt x="1947" y="636"/>
                </a:lnTo>
                <a:lnTo>
                  <a:pt x="1944" y="614"/>
                </a:lnTo>
                <a:lnTo>
                  <a:pt x="1939" y="592"/>
                </a:lnTo>
                <a:lnTo>
                  <a:pt x="1934" y="571"/>
                </a:lnTo>
                <a:lnTo>
                  <a:pt x="1928" y="549"/>
                </a:lnTo>
                <a:lnTo>
                  <a:pt x="1921" y="528"/>
                </a:lnTo>
                <a:lnTo>
                  <a:pt x="1913" y="507"/>
                </a:lnTo>
                <a:lnTo>
                  <a:pt x="1904" y="486"/>
                </a:lnTo>
                <a:lnTo>
                  <a:pt x="1894" y="465"/>
                </a:lnTo>
                <a:lnTo>
                  <a:pt x="1883" y="445"/>
                </a:lnTo>
                <a:lnTo>
                  <a:pt x="1871" y="424"/>
                </a:lnTo>
                <a:lnTo>
                  <a:pt x="1859" y="404"/>
                </a:lnTo>
                <a:lnTo>
                  <a:pt x="1845" y="385"/>
                </a:lnTo>
                <a:lnTo>
                  <a:pt x="1831" y="365"/>
                </a:lnTo>
                <a:lnTo>
                  <a:pt x="1816" y="346"/>
                </a:lnTo>
                <a:lnTo>
                  <a:pt x="1800" y="328"/>
                </a:lnTo>
                <a:lnTo>
                  <a:pt x="1783" y="309"/>
                </a:lnTo>
                <a:lnTo>
                  <a:pt x="1765" y="291"/>
                </a:lnTo>
                <a:lnTo>
                  <a:pt x="1747" y="274"/>
                </a:lnTo>
                <a:lnTo>
                  <a:pt x="1728" y="257"/>
                </a:lnTo>
                <a:lnTo>
                  <a:pt x="1708" y="240"/>
                </a:lnTo>
                <a:lnTo>
                  <a:pt x="1687" y="224"/>
                </a:lnTo>
                <a:lnTo>
                  <a:pt x="1666" y="207"/>
                </a:lnTo>
                <a:lnTo>
                  <a:pt x="1644" y="192"/>
                </a:lnTo>
                <a:lnTo>
                  <a:pt x="1622" y="177"/>
                </a:lnTo>
                <a:lnTo>
                  <a:pt x="1598" y="163"/>
                </a:lnTo>
                <a:lnTo>
                  <a:pt x="1575" y="149"/>
                </a:lnTo>
                <a:lnTo>
                  <a:pt x="1550" y="136"/>
                </a:lnTo>
                <a:lnTo>
                  <a:pt x="1525" y="124"/>
                </a:lnTo>
                <a:lnTo>
                  <a:pt x="1499" y="112"/>
                </a:lnTo>
                <a:lnTo>
                  <a:pt x="1473" y="100"/>
                </a:lnTo>
                <a:lnTo>
                  <a:pt x="1447" y="89"/>
                </a:lnTo>
                <a:lnTo>
                  <a:pt x="1420" y="79"/>
                </a:lnTo>
                <a:lnTo>
                  <a:pt x="1392" y="69"/>
                </a:lnTo>
                <a:lnTo>
                  <a:pt x="1365" y="60"/>
                </a:lnTo>
                <a:lnTo>
                  <a:pt x="1336" y="52"/>
                </a:lnTo>
                <a:lnTo>
                  <a:pt x="1308" y="44"/>
                </a:lnTo>
                <a:lnTo>
                  <a:pt x="1279" y="37"/>
                </a:lnTo>
                <a:lnTo>
                  <a:pt x="1249" y="31"/>
                </a:lnTo>
                <a:lnTo>
                  <a:pt x="1220" y="25"/>
                </a:lnTo>
                <a:lnTo>
                  <a:pt x="1190" y="20"/>
                </a:lnTo>
                <a:lnTo>
                  <a:pt x="1160" y="15"/>
                </a:lnTo>
                <a:lnTo>
                  <a:pt x="1130" y="12"/>
                </a:lnTo>
                <a:lnTo>
                  <a:pt x="1100" y="8"/>
                </a:lnTo>
                <a:lnTo>
                  <a:pt x="1070" y="6"/>
                </a:lnTo>
                <a:lnTo>
                  <a:pt x="1038" y="4"/>
                </a:lnTo>
                <a:lnTo>
                  <a:pt x="1008" y="3"/>
                </a:lnTo>
                <a:lnTo>
                  <a:pt x="977" y="3"/>
                </a:lnTo>
                <a:lnTo>
                  <a:pt x="946" y="3"/>
                </a:lnTo>
                <a:lnTo>
                  <a:pt x="916" y="4"/>
                </a:lnTo>
                <a:lnTo>
                  <a:pt x="885" y="6"/>
                </a:lnTo>
                <a:lnTo>
                  <a:pt x="855" y="8"/>
                </a:lnTo>
                <a:lnTo>
                  <a:pt x="825" y="12"/>
                </a:lnTo>
                <a:lnTo>
                  <a:pt x="795" y="15"/>
                </a:lnTo>
                <a:lnTo>
                  <a:pt x="765" y="20"/>
                </a:lnTo>
                <a:lnTo>
                  <a:pt x="735" y="25"/>
                </a:lnTo>
                <a:lnTo>
                  <a:pt x="705" y="31"/>
                </a:lnTo>
                <a:lnTo>
                  <a:pt x="676" y="37"/>
                </a:lnTo>
                <a:lnTo>
                  <a:pt x="647" y="44"/>
                </a:lnTo>
                <a:lnTo>
                  <a:pt x="619" y="52"/>
                </a:lnTo>
                <a:lnTo>
                  <a:pt x="590" y="60"/>
                </a:lnTo>
                <a:lnTo>
                  <a:pt x="563" y="69"/>
                </a:lnTo>
                <a:lnTo>
                  <a:pt x="535" y="79"/>
                </a:lnTo>
                <a:lnTo>
                  <a:pt x="508" y="89"/>
                </a:lnTo>
                <a:lnTo>
                  <a:pt x="481" y="100"/>
                </a:lnTo>
                <a:lnTo>
                  <a:pt x="455" y="112"/>
                </a:lnTo>
                <a:lnTo>
                  <a:pt x="430" y="124"/>
                </a:lnTo>
                <a:lnTo>
                  <a:pt x="405" y="136"/>
                </a:lnTo>
                <a:lnTo>
                  <a:pt x="380" y="149"/>
                </a:lnTo>
                <a:lnTo>
                  <a:pt x="357" y="163"/>
                </a:lnTo>
                <a:lnTo>
                  <a:pt x="333" y="177"/>
                </a:lnTo>
                <a:lnTo>
                  <a:pt x="311" y="192"/>
                </a:lnTo>
                <a:lnTo>
                  <a:pt x="289" y="207"/>
                </a:lnTo>
                <a:lnTo>
                  <a:pt x="267" y="224"/>
                </a:lnTo>
                <a:lnTo>
                  <a:pt x="247" y="240"/>
                </a:lnTo>
                <a:lnTo>
                  <a:pt x="227" y="257"/>
                </a:lnTo>
                <a:lnTo>
                  <a:pt x="208" y="274"/>
                </a:lnTo>
                <a:lnTo>
                  <a:pt x="190" y="291"/>
                </a:lnTo>
                <a:lnTo>
                  <a:pt x="172" y="309"/>
                </a:lnTo>
                <a:lnTo>
                  <a:pt x="155" y="328"/>
                </a:lnTo>
                <a:lnTo>
                  <a:pt x="139" y="346"/>
                </a:lnTo>
                <a:lnTo>
                  <a:pt x="124" y="365"/>
                </a:lnTo>
                <a:lnTo>
                  <a:pt x="110" y="385"/>
                </a:lnTo>
                <a:lnTo>
                  <a:pt x="96" y="404"/>
                </a:lnTo>
                <a:lnTo>
                  <a:pt x="84" y="424"/>
                </a:lnTo>
                <a:lnTo>
                  <a:pt x="72" y="445"/>
                </a:lnTo>
                <a:lnTo>
                  <a:pt x="61" y="465"/>
                </a:lnTo>
                <a:lnTo>
                  <a:pt x="51" y="486"/>
                </a:lnTo>
                <a:lnTo>
                  <a:pt x="42" y="507"/>
                </a:lnTo>
                <a:lnTo>
                  <a:pt x="34" y="528"/>
                </a:lnTo>
                <a:lnTo>
                  <a:pt x="27" y="549"/>
                </a:lnTo>
                <a:lnTo>
                  <a:pt x="21" y="571"/>
                </a:lnTo>
                <a:lnTo>
                  <a:pt x="16" y="592"/>
                </a:lnTo>
                <a:lnTo>
                  <a:pt x="11" y="614"/>
                </a:lnTo>
                <a:lnTo>
                  <a:pt x="8" y="636"/>
                </a:lnTo>
                <a:lnTo>
                  <a:pt x="6" y="658"/>
                </a:lnTo>
                <a:lnTo>
                  <a:pt x="4" y="679"/>
                </a:lnTo>
                <a:lnTo>
                  <a:pt x="4" y="701"/>
                </a:lnTo>
                <a:lnTo>
                  <a:pt x="4" y="723"/>
                </a:lnTo>
                <a:lnTo>
                  <a:pt x="6" y="745"/>
                </a:lnTo>
                <a:lnTo>
                  <a:pt x="8" y="767"/>
                </a:lnTo>
                <a:lnTo>
                  <a:pt x="11" y="789"/>
                </a:lnTo>
                <a:lnTo>
                  <a:pt x="16" y="810"/>
                </a:lnTo>
                <a:lnTo>
                  <a:pt x="21" y="832"/>
                </a:lnTo>
                <a:lnTo>
                  <a:pt x="27" y="853"/>
                </a:lnTo>
                <a:lnTo>
                  <a:pt x="34" y="875"/>
                </a:lnTo>
                <a:lnTo>
                  <a:pt x="42" y="896"/>
                </a:lnTo>
                <a:lnTo>
                  <a:pt x="51" y="917"/>
                </a:lnTo>
                <a:lnTo>
                  <a:pt x="61" y="938"/>
                </a:lnTo>
                <a:lnTo>
                  <a:pt x="72" y="958"/>
                </a:lnTo>
                <a:lnTo>
                  <a:pt x="84" y="978"/>
                </a:lnTo>
                <a:lnTo>
                  <a:pt x="96" y="998"/>
                </a:lnTo>
                <a:lnTo>
                  <a:pt x="110" y="1018"/>
                </a:lnTo>
                <a:lnTo>
                  <a:pt x="124" y="1037"/>
                </a:lnTo>
                <a:lnTo>
                  <a:pt x="139" y="1056"/>
                </a:lnTo>
                <a:lnTo>
                  <a:pt x="155" y="1075"/>
                </a:lnTo>
                <a:lnTo>
                  <a:pt x="172" y="1093"/>
                </a:lnTo>
                <a:lnTo>
                  <a:pt x="190" y="1111"/>
                </a:lnTo>
                <a:lnTo>
                  <a:pt x="208" y="1129"/>
                </a:lnTo>
                <a:lnTo>
                  <a:pt x="227" y="1146"/>
                </a:lnTo>
                <a:lnTo>
                  <a:pt x="247" y="1162"/>
                </a:lnTo>
                <a:lnTo>
                  <a:pt x="267" y="1179"/>
                </a:lnTo>
                <a:lnTo>
                  <a:pt x="289" y="1194"/>
                </a:lnTo>
                <a:lnTo>
                  <a:pt x="311" y="1210"/>
                </a:lnTo>
                <a:lnTo>
                  <a:pt x="333" y="1224"/>
                </a:lnTo>
                <a:lnTo>
                  <a:pt x="357" y="1239"/>
                </a:lnTo>
                <a:lnTo>
                  <a:pt x="380" y="1252"/>
                </a:lnTo>
                <a:lnTo>
                  <a:pt x="405" y="1265"/>
                </a:lnTo>
                <a:lnTo>
                  <a:pt x="430" y="1278"/>
                </a:lnTo>
                <a:lnTo>
                  <a:pt x="455" y="1290"/>
                </a:lnTo>
                <a:lnTo>
                  <a:pt x="481" y="1302"/>
                </a:lnTo>
                <a:lnTo>
                  <a:pt x="508" y="1312"/>
                </a:lnTo>
                <a:lnTo>
                  <a:pt x="535" y="1323"/>
                </a:lnTo>
                <a:lnTo>
                  <a:pt x="563" y="1332"/>
                </a:lnTo>
                <a:lnTo>
                  <a:pt x="590" y="1341"/>
                </a:lnTo>
                <a:lnTo>
                  <a:pt x="619" y="1350"/>
                </a:lnTo>
                <a:lnTo>
                  <a:pt x="647" y="1357"/>
                </a:lnTo>
                <a:lnTo>
                  <a:pt x="676" y="1364"/>
                </a:lnTo>
                <a:lnTo>
                  <a:pt x="705" y="1371"/>
                </a:lnTo>
                <a:lnTo>
                  <a:pt x="735" y="1377"/>
                </a:lnTo>
                <a:lnTo>
                  <a:pt x="765" y="1382"/>
                </a:lnTo>
                <a:lnTo>
                  <a:pt x="795" y="1386"/>
                </a:lnTo>
                <a:lnTo>
                  <a:pt x="825" y="1390"/>
                </a:lnTo>
                <a:lnTo>
                  <a:pt x="855" y="1393"/>
                </a:lnTo>
                <a:lnTo>
                  <a:pt x="885" y="1396"/>
                </a:lnTo>
                <a:lnTo>
                  <a:pt x="916" y="1397"/>
                </a:lnTo>
                <a:lnTo>
                  <a:pt x="946" y="1398"/>
                </a:lnTo>
                <a:lnTo>
                  <a:pt x="977" y="1399"/>
                </a:lnTo>
                <a:lnTo>
                  <a:pt x="1008" y="1398"/>
                </a:lnTo>
                <a:lnTo>
                  <a:pt x="1038" y="1397"/>
                </a:lnTo>
                <a:lnTo>
                  <a:pt x="1070" y="1396"/>
                </a:lnTo>
                <a:lnTo>
                  <a:pt x="1100" y="1393"/>
                </a:lnTo>
                <a:lnTo>
                  <a:pt x="1130" y="1390"/>
                </a:lnTo>
                <a:lnTo>
                  <a:pt x="1160" y="1386"/>
                </a:lnTo>
                <a:lnTo>
                  <a:pt x="1190" y="1382"/>
                </a:lnTo>
                <a:lnTo>
                  <a:pt x="1220" y="1377"/>
                </a:lnTo>
                <a:lnTo>
                  <a:pt x="1249" y="1371"/>
                </a:lnTo>
                <a:lnTo>
                  <a:pt x="1279" y="1364"/>
                </a:lnTo>
                <a:lnTo>
                  <a:pt x="1308" y="1357"/>
                </a:lnTo>
                <a:lnTo>
                  <a:pt x="1336" y="1350"/>
                </a:lnTo>
                <a:lnTo>
                  <a:pt x="1365" y="1341"/>
                </a:lnTo>
                <a:lnTo>
                  <a:pt x="1392" y="1332"/>
                </a:lnTo>
                <a:lnTo>
                  <a:pt x="1420" y="1323"/>
                </a:lnTo>
                <a:lnTo>
                  <a:pt x="1447" y="1312"/>
                </a:lnTo>
                <a:lnTo>
                  <a:pt x="1473" y="1302"/>
                </a:lnTo>
                <a:lnTo>
                  <a:pt x="1499" y="1290"/>
                </a:lnTo>
                <a:lnTo>
                  <a:pt x="1525" y="1278"/>
                </a:lnTo>
                <a:lnTo>
                  <a:pt x="1550" y="1265"/>
                </a:lnTo>
                <a:lnTo>
                  <a:pt x="1575" y="1252"/>
                </a:lnTo>
                <a:lnTo>
                  <a:pt x="1598" y="1239"/>
                </a:lnTo>
                <a:lnTo>
                  <a:pt x="1622" y="1224"/>
                </a:lnTo>
                <a:lnTo>
                  <a:pt x="1644" y="1210"/>
                </a:lnTo>
                <a:lnTo>
                  <a:pt x="1666" y="1194"/>
                </a:lnTo>
                <a:lnTo>
                  <a:pt x="1687" y="1179"/>
                </a:lnTo>
                <a:lnTo>
                  <a:pt x="1708" y="1162"/>
                </a:lnTo>
                <a:lnTo>
                  <a:pt x="1728" y="1146"/>
                </a:lnTo>
                <a:lnTo>
                  <a:pt x="1747" y="1129"/>
                </a:lnTo>
                <a:lnTo>
                  <a:pt x="1765" y="1111"/>
                </a:lnTo>
                <a:lnTo>
                  <a:pt x="1783" y="1093"/>
                </a:lnTo>
                <a:lnTo>
                  <a:pt x="1800" y="1075"/>
                </a:lnTo>
                <a:lnTo>
                  <a:pt x="1816" y="1056"/>
                </a:lnTo>
                <a:lnTo>
                  <a:pt x="1831" y="1037"/>
                </a:lnTo>
                <a:lnTo>
                  <a:pt x="1845" y="1018"/>
                </a:lnTo>
                <a:lnTo>
                  <a:pt x="1859" y="998"/>
                </a:lnTo>
                <a:lnTo>
                  <a:pt x="1871" y="978"/>
                </a:lnTo>
                <a:lnTo>
                  <a:pt x="1883" y="958"/>
                </a:lnTo>
                <a:lnTo>
                  <a:pt x="1894" y="938"/>
                </a:lnTo>
                <a:lnTo>
                  <a:pt x="1904" y="917"/>
                </a:lnTo>
                <a:lnTo>
                  <a:pt x="1913" y="896"/>
                </a:lnTo>
                <a:lnTo>
                  <a:pt x="1921" y="875"/>
                </a:lnTo>
                <a:lnTo>
                  <a:pt x="1928" y="853"/>
                </a:lnTo>
                <a:lnTo>
                  <a:pt x="1934" y="832"/>
                </a:lnTo>
                <a:lnTo>
                  <a:pt x="1939" y="810"/>
                </a:lnTo>
                <a:lnTo>
                  <a:pt x="1944" y="789"/>
                </a:lnTo>
                <a:lnTo>
                  <a:pt x="1947" y="767"/>
                </a:lnTo>
                <a:lnTo>
                  <a:pt x="1949" y="745"/>
                </a:lnTo>
                <a:lnTo>
                  <a:pt x="1951" y="723"/>
                </a:lnTo>
                <a:lnTo>
                  <a:pt x="1951" y="701"/>
                </a:lnTo>
                <a:moveTo>
                  <a:pt x="1955" y="701"/>
                </a:moveTo>
                <a:lnTo>
                  <a:pt x="1955" y="723"/>
                </a:lnTo>
                <a:lnTo>
                  <a:pt x="1953" y="745"/>
                </a:lnTo>
                <a:lnTo>
                  <a:pt x="1951" y="767"/>
                </a:lnTo>
                <a:lnTo>
                  <a:pt x="1947" y="789"/>
                </a:lnTo>
                <a:lnTo>
                  <a:pt x="1943" y="811"/>
                </a:lnTo>
                <a:lnTo>
                  <a:pt x="1938" y="832"/>
                </a:lnTo>
                <a:lnTo>
                  <a:pt x="1932" y="854"/>
                </a:lnTo>
                <a:lnTo>
                  <a:pt x="1924" y="875"/>
                </a:lnTo>
                <a:lnTo>
                  <a:pt x="1916" y="897"/>
                </a:lnTo>
                <a:lnTo>
                  <a:pt x="1907" y="918"/>
                </a:lnTo>
                <a:lnTo>
                  <a:pt x="1897" y="938"/>
                </a:lnTo>
                <a:lnTo>
                  <a:pt x="1887" y="959"/>
                </a:lnTo>
                <a:lnTo>
                  <a:pt x="1875" y="979"/>
                </a:lnTo>
                <a:lnTo>
                  <a:pt x="1862" y="999"/>
                </a:lnTo>
                <a:lnTo>
                  <a:pt x="1849" y="1019"/>
                </a:lnTo>
                <a:lnTo>
                  <a:pt x="1834" y="1039"/>
                </a:lnTo>
                <a:lnTo>
                  <a:pt x="1819" y="1058"/>
                </a:lnTo>
                <a:lnTo>
                  <a:pt x="1803" y="1076"/>
                </a:lnTo>
                <a:lnTo>
                  <a:pt x="1786" y="1095"/>
                </a:lnTo>
                <a:lnTo>
                  <a:pt x="1769" y="1113"/>
                </a:lnTo>
                <a:lnTo>
                  <a:pt x="1750" y="1130"/>
                </a:lnTo>
                <a:lnTo>
                  <a:pt x="1731" y="1148"/>
                </a:lnTo>
                <a:lnTo>
                  <a:pt x="1711" y="1164"/>
                </a:lnTo>
                <a:lnTo>
                  <a:pt x="1690" y="1181"/>
                </a:lnTo>
                <a:lnTo>
                  <a:pt x="1669" y="1196"/>
                </a:lnTo>
                <a:lnTo>
                  <a:pt x="1647" y="1212"/>
                </a:lnTo>
                <a:lnTo>
                  <a:pt x="1624" y="1226"/>
                </a:lnTo>
                <a:lnTo>
                  <a:pt x="1601" y="1241"/>
                </a:lnTo>
                <a:lnTo>
                  <a:pt x="1577" y="1254"/>
                </a:lnTo>
                <a:lnTo>
                  <a:pt x="1552" y="1268"/>
                </a:lnTo>
                <a:lnTo>
                  <a:pt x="1527" y="1280"/>
                </a:lnTo>
                <a:lnTo>
                  <a:pt x="1502" y="1292"/>
                </a:lnTo>
                <a:lnTo>
                  <a:pt x="1475" y="1304"/>
                </a:lnTo>
                <a:lnTo>
                  <a:pt x="1449" y="1315"/>
                </a:lnTo>
                <a:lnTo>
                  <a:pt x="1422" y="1325"/>
                </a:lnTo>
                <a:lnTo>
                  <a:pt x="1394" y="1335"/>
                </a:lnTo>
                <a:lnTo>
                  <a:pt x="1366" y="1344"/>
                </a:lnTo>
                <a:lnTo>
                  <a:pt x="1338" y="1352"/>
                </a:lnTo>
                <a:lnTo>
                  <a:pt x="1309" y="1360"/>
                </a:lnTo>
                <a:lnTo>
                  <a:pt x="1280" y="1367"/>
                </a:lnTo>
                <a:lnTo>
                  <a:pt x="1251" y="1374"/>
                </a:lnTo>
                <a:lnTo>
                  <a:pt x="1221" y="1379"/>
                </a:lnTo>
                <a:lnTo>
                  <a:pt x="1191" y="1385"/>
                </a:lnTo>
                <a:lnTo>
                  <a:pt x="1161" y="1389"/>
                </a:lnTo>
                <a:lnTo>
                  <a:pt x="1131" y="1393"/>
                </a:lnTo>
                <a:lnTo>
                  <a:pt x="1100" y="1396"/>
                </a:lnTo>
                <a:lnTo>
                  <a:pt x="1070" y="1398"/>
                </a:lnTo>
                <a:lnTo>
                  <a:pt x="1038" y="1400"/>
                </a:lnTo>
                <a:lnTo>
                  <a:pt x="1008" y="1401"/>
                </a:lnTo>
                <a:lnTo>
                  <a:pt x="977" y="1401"/>
                </a:lnTo>
                <a:lnTo>
                  <a:pt x="946" y="1401"/>
                </a:lnTo>
                <a:lnTo>
                  <a:pt x="916" y="1400"/>
                </a:lnTo>
                <a:lnTo>
                  <a:pt x="885" y="1398"/>
                </a:lnTo>
                <a:lnTo>
                  <a:pt x="854" y="1396"/>
                </a:lnTo>
                <a:lnTo>
                  <a:pt x="824" y="1393"/>
                </a:lnTo>
                <a:lnTo>
                  <a:pt x="794" y="1389"/>
                </a:lnTo>
                <a:lnTo>
                  <a:pt x="764" y="1385"/>
                </a:lnTo>
                <a:lnTo>
                  <a:pt x="734" y="1379"/>
                </a:lnTo>
                <a:lnTo>
                  <a:pt x="704" y="1374"/>
                </a:lnTo>
                <a:lnTo>
                  <a:pt x="675" y="1367"/>
                </a:lnTo>
                <a:lnTo>
                  <a:pt x="646" y="1360"/>
                </a:lnTo>
                <a:lnTo>
                  <a:pt x="617" y="1352"/>
                </a:lnTo>
                <a:lnTo>
                  <a:pt x="589" y="1344"/>
                </a:lnTo>
                <a:lnTo>
                  <a:pt x="561" y="1335"/>
                </a:lnTo>
                <a:lnTo>
                  <a:pt x="533" y="1325"/>
                </a:lnTo>
                <a:lnTo>
                  <a:pt x="506" y="1315"/>
                </a:lnTo>
                <a:lnTo>
                  <a:pt x="480" y="1304"/>
                </a:lnTo>
                <a:lnTo>
                  <a:pt x="453" y="1292"/>
                </a:lnTo>
                <a:lnTo>
                  <a:pt x="428" y="1280"/>
                </a:lnTo>
                <a:lnTo>
                  <a:pt x="403" y="1268"/>
                </a:lnTo>
                <a:lnTo>
                  <a:pt x="378" y="1254"/>
                </a:lnTo>
                <a:lnTo>
                  <a:pt x="354" y="1241"/>
                </a:lnTo>
                <a:lnTo>
                  <a:pt x="331" y="1226"/>
                </a:lnTo>
                <a:lnTo>
                  <a:pt x="308" y="1212"/>
                </a:lnTo>
                <a:lnTo>
                  <a:pt x="286" y="1196"/>
                </a:lnTo>
                <a:lnTo>
                  <a:pt x="265" y="1181"/>
                </a:lnTo>
                <a:lnTo>
                  <a:pt x="244" y="1164"/>
                </a:lnTo>
                <a:lnTo>
                  <a:pt x="224" y="1148"/>
                </a:lnTo>
                <a:lnTo>
                  <a:pt x="205" y="1130"/>
                </a:lnTo>
                <a:lnTo>
                  <a:pt x="186" y="1113"/>
                </a:lnTo>
                <a:lnTo>
                  <a:pt x="169" y="1095"/>
                </a:lnTo>
                <a:lnTo>
                  <a:pt x="152" y="1076"/>
                </a:lnTo>
                <a:lnTo>
                  <a:pt x="136" y="1058"/>
                </a:lnTo>
                <a:lnTo>
                  <a:pt x="121" y="1039"/>
                </a:lnTo>
                <a:lnTo>
                  <a:pt x="106" y="1019"/>
                </a:lnTo>
                <a:lnTo>
                  <a:pt x="93" y="999"/>
                </a:lnTo>
                <a:lnTo>
                  <a:pt x="80" y="979"/>
                </a:lnTo>
                <a:lnTo>
                  <a:pt x="68" y="959"/>
                </a:lnTo>
                <a:lnTo>
                  <a:pt x="58" y="938"/>
                </a:lnTo>
                <a:lnTo>
                  <a:pt x="48" y="918"/>
                </a:lnTo>
                <a:lnTo>
                  <a:pt x="39" y="897"/>
                </a:lnTo>
                <a:lnTo>
                  <a:pt x="30" y="875"/>
                </a:lnTo>
                <a:lnTo>
                  <a:pt x="23" y="854"/>
                </a:lnTo>
                <a:lnTo>
                  <a:pt x="17" y="832"/>
                </a:lnTo>
                <a:lnTo>
                  <a:pt x="12" y="811"/>
                </a:lnTo>
                <a:lnTo>
                  <a:pt x="7" y="789"/>
                </a:lnTo>
                <a:lnTo>
                  <a:pt x="4" y="767"/>
                </a:lnTo>
                <a:lnTo>
                  <a:pt x="2" y="745"/>
                </a:lnTo>
                <a:lnTo>
                  <a:pt x="0" y="723"/>
                </a:lnTo>
                <a:lnTo>
                  <a:pt x="0" y="701"/>
                </a:lnTo>
                <a:lnTo>
                  <a:pt x="0" y="679"/>
                </a:lnTo>
                <a:lnTo>
                  <a:pt x="2" y="657"/>
                </a:lnTo>
                <a:lnTo>
                  <a:pt x="4" y="635"/>
                </a:lnTo>
                <a:lnTo>
                  <a:pt x="7" y="614"/>
                </a:lnTo>
                <a:lnTo>
                  <a:pt x="12" y="592"/>
                </a:lnTo>
                <a:lnTo>
                  <a:pt x="17" y="570"/>
                </a:lnTo>
                <a:lnTo>
                  <a:pt x="23" y="549"/>
                </a:lnTo>
                <a:lnTo>
                  <a:pt x="30" y="527"/>
                </a:lnTo>
                <a:lnTo>
                  <a:pt x="39" y="506"/>
                </a:lnTo>
                <a:lnTo>
                  <a:pt x="48" y="485"/>
                </a:lnTo>
                <a:lnTo>
                  <a:pt x="58" y="464"/>
                </a:lnTo>
                <a:lnTo>
                  <a:pt x="68" y="444"/>
                </a:lnTo>
                <a:lnTo>
                  <a:pt x="80" y="423"/>
                </a:lnTo>
                <a:lnTo>
                  <a:pt x="93" y="403"/>
                </a:lnTo>
                <a:lnTo>
                  <a:pt x="106" y="383"/>
                </a:lnTo>
                <a:lnTo>
                  <a:pt x="121" y="364"/>
                </a:lnTo>
                <a:lnTo>
                  <a:pt x="136" y="345"/>
                </a:lnTo>
                <a:lnTo>
                  <a:pt x="152" y="326"/>
                </a:lnTo>
                <a:lnTo>
                  <a:pt x="169" y="308"/>
                </a:lnTo>
                <a:lnTo>
                  <a:pt x="186" y="290"/>
                </a:lnTo>
                <a:lnTo>
                  <a:pt x="205" y="272"/>
                </a:lnTo>
                <a:lnTo>
                  <a:pt x="224" y="255"/>
                </a:lnTo>
                <a:lnTo>
                  <a:pt x="244" y="238"/>
                </a:lnTo>
                <a:lnTo>
                  <a:pt x="265" y="221"/>
                </a:lnTo>
                <a:lnTo>
                  <a:pt x="286" y="205"/>
                </a:lnTo>
                <a:lnTo>
                  <a:pt x="308" y="190"/>
                </a:lnTo>
                <a:lnTo>
                  <a:pt x="331" y="175"/>
                </a:lnTo>
                <a:lnTo>
                  <a:pt x="354" y="161"/>
                </a:lnTo>
                <a:lnTo>
                  <a:pt x="378" y="147"/>
                </a:lnTo>
                <a:lnTo>
                  <a:pt x="403" y="134"/>
                </a:lnTo>
                <a:lnTo>
                  <a:pt x="428" y="121"/>
                </a:lnTo>
                <a:lnTo>
                  <a:pt x="453" y="109"/>
                </a:lnTo>
                <a:lnTo>
                  <a:pt x="480" y="98"/>
                </a:lnTo>
                <a:lnTo>
                  <a:pt x="506" y="87"/>
                </a:lnTo>
                <a:lnTo>
                  <a:pt x="533" y="77"/>
                </a:lnTo>
                <a:lnTo>
                  <a:pt x="561" y="67"/>
                </a:lnTo>
                <a:lnTo>
                  <a:pt x="589" y="58"/>
                </a:lnTo>
                <a:lnTo>
                  <a:pt x="617" y="49"/>
                </a:lnTo>
                <a:lnTo>
                  <a:pt x="646" y="42"/>
                </a:lnTo>
                <a:lnTo>
                  <a:pt x="675" y="34"/>
                </a:lnTo>
                <a:lnTo>
                  <a:pt x="704" y="28"/>
                </a:lnTo>
                <a:lnTo>
                  <a:pt x="734" y="22"/>
                </a:lnTo>
                <a:lnTo>
                  <a:pt x="764" y="17"/>
                </a:lnTo>
                <a:lnTo>
                  <a:pt x="794" y="13"/>
                </a:lnTo>
                <a:lnTo>
                  <a:pt x="824" y="9"/>
                </a:lnTo>
                <a:lnTo>
                  <a:pt x="854" y="6"/>
                </a:lnTo>
                <a:lnTo>
                  <a:pt x="885" y="3"/>
                </a:lnTo>
                <a:lnTo>
                  <a:pt x="916" y="2"/>
                </a:lnTo>
                <a:lnTo>
                  <a:pt x="946" y="1"/>
                </a:lnTo>
                <a:lnTo>
                  <a:pt x="977" y="0"/>
                </a:lnTo>
                <a:lnTo>
                  <a:pt x="1008" y="1"/>
                </a:lnTo>
                <a:lnTo>
                  <a:pt x="1038" y="2"/>
                </a:lnTo>
                <a:lnTo>
                  <a:pt x="1070" y="3"/>
                </a:lnTo>
                <a:lnTo>
                  <a:pt x="1100" y="6"/>
                </a:lnTo>
                <a:lnTo>
                  <a:pt x="1131" y="9"/>
                </a:lnTo>
                <a:lnTo>
                  <a:pt x="1161" y="13"/>
                </a:lnTo>
                <a:lnTo>
                  <a:pt x="1191" y="17"/>
                </a:lnTo>
                <a:lnTo>
                  <a:pt x="1221" y="22"/>
                </a:lnTo>
                <a:lnTo>
                  <a:pt x="1251" y="28"/>
                </a:lnTo>
                <a:lnTo>
                  <a:pt x="1280" y="34"/>
                </a:lnTo>
                <a:lnTo>
                  <a:pt x="1309" y="42"/>
                </a:lnTo>
                <a:lnTo>
                  <a:pt x="1338" y="49"/>
                </a:lnTo>
                <a:lnTo>
                  <a:pt x="1366" y="58"/>
                </a:lnTo>
                <a:lnTo>
                  <a:pt x="1394" y="67"/>
                </a:lnTo>
                <a:lnTo>
                  <a:pt x="1422" y="77"/>
                </a:lnTo>
                <a:lnTo>
                  <a:pt x="1449" y="87"/>
                </a:lnTo>
                <a:lnTo>
                  <a:pt x="1475" y="98"/>
                </a:lnTo>
                <a:lnTo>
                  <a:pt x="1502" y="109"/>
                </a:lnTo>
                <a:lnTo>
                  <a:pt x="1527" y="121"/>
                </a:lnTo>
                <a:lnTo>
                  <a:pt x="1552" y="134"/>
                </a:lnTo>
                <a:lnTo>
                  <a:pt x="1577" y="147"/>
                </a:lnTo>
                <a:lnTo>
                  <a:pt x="1601" y="161"/>
                </a:lnTo>
                <a:lnTo>
                  <a:pt x="1624" y="175"/>
                </a:lnTo>
                <a:lnTo>
                  <a:pt x="1647" y="190"/>
                </a:lnTo>
                <a:lnTo>
                  <a:pt x="1669" y="205"/>
                </a:lnTo>
                <a:lnTo>
                  <a:pt x="1690" y="221"/>
                </a:lnTo>
                <a:lnTo>
                  <a:pt x="1711" y="238"/>
                </a:lnTo>
                <a:lnTo>
                  <a:pt x="1731" y="255"/>
                </a:lnTo>
                <a:lnTo>
                  <a:pt x="1750" y="272"/>
                </a:lnTo>
                <a:lnTo>
                  <a:pt x="1769" y="290"/>
                </a:lnTo>
                <a:lnTo>
                  <a:pt x="1786" y="308"/>
                </a:lnTo>
                <a:lnTo>
                  <a:pt x="1803" y="326"/>
                </a:lnTo>
                <a:lnTo>
                  <a:pt x="1819" y="345"/>
                </a:lnTo>
                <a:lnTo>
                  <a:pt x="1834" y="364"/>
                </a:lnTo>
                <a:lnTo>
                  <a:pt x="1849" y="383"/>
                </a:lnTo>
                <a:lnTo>
                  <a:pt x="1862" y="403"/>
                </a:lnTo>
                <a:lnTo>
                  <a:pt x="1875" y="423"/>
                </a:lnTo>
                <a:lnTo>
                  <a:pt x="1887" y="444"/>
                </a:lnTo>
                <a:lnTo>
                  <a:pt x="1897" y="464"/>
                </a:lnTo>
                <a:lnTo>
                  <a:pt x="1907" y="485"/>
                </a:lnTo>
                <a:lnTo>
                  <a:pt x="1916" y="506"/>
                </a:lnTo>
                <a:lnTo>
                  <a:pt x="1924" y="527"/>
                </a:lnTo>
                <a:lnTo>
                  <a:pt x="1932" y="549"/>
                </a:lnTo>
                <a:lnTo>
                  <a:pt x="1938" y="570"/>
                </a:lnTo>
                <a:lnTo>
                  <a:pt x="1943" y="592"/>
                </a:lnTo>
                <a:lnTo>
                  <a:pt x="1947" y="614"/>
                </a:lnTo>
                <a:lnTo>
                  <a:pt x="1951" y="635"/>
                </a:lnTo>
                <a:lnTo>
                  <a:pt x="1953" y="657"/>
                </a:lnTo>
                <a:lnTo>
                  <a:pt x="1955" y="679"/>
                </a:lnTo>
                <a:lnTo>
                  <a:pt x="1955" y="701"/>
                </a:lnTo>
                <a:close/>
              </a:path>
            </a:pathLst>
          </a:custGeom>
          <a:solidFill>
            <a:srgbClr val="ff9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0" name=""/>
          <p:cNvSpPr/>
          <p:nvPr/>
        </p:nvSpPr>
        <p:spPr>
          <a:xfrm>
            <a:off x="7707960" y="2690280"/>
            <a:ext cx="709560" cy="508320"/>
          </a:xfrm>
          <a:custGeom>
            <a:avLst/>
            <a:gdLst/>
            <a:ahLst/>
            <a:rect l="0" t="0" r="r" b="b"/>
            <a:pathLst>
              <a:path w="1971" h="1412">
                <a:moveTo>
                  <a:pt x="1963" y="706"/>
                </a:moveTo>
                <a:lnTo>
                  <a:pt x="1963" y="684"/>
                </a:lnTo>
                <a:lnTo>
                  <a:pt x="1961" y="662"/>
                </a:lnTo>
                <a:lnTo>
                  <a:pt x="1959" y="640"/>
                </a:lnTo>
                <a:lnTo>
                  <a:pt x="1955" y="619"/>
                </a:lnTo>
                <a:lnTo>
                  <a:pt x="1951" y="597"/>
                </a:lnTo>
                <a:lnTo>
                  <a:pt x="1946" y="575"/>
                </a:lnTo>
                <a:lnTo>
                  <a:pt x="1940" y="554"/>
                </a:lnTo>
                <a:lnTo>
                  <a:pt x="1932" y="532"/>
                </a:lnTo>
                <a:lnTo>
                  <a:pt x="1924" y="511"/>
                </a:lnTo>
                <a:lnTo>
                  <a:pt x="1915" y="490"/>
                </a:lnTo>
                <a:lnTo>
                  <a:pt x="1905" y="469"/>
                </a:lnTo>
                <a:lnTo>
                  <a:pt x="1895" y="449"/>
                </a:lnTo>
                <a:lnTo>
                  <a:pt x="1883" y="428"/>
                </a:lnTo>
                <a:lnTo>
                  <a:pt x="1870" y="408"/>
                </a:lnTo>
                <a:lnTo>
                  <a:pt x="1857" y="388"/>
                </a:lnTo>
                <a:lnTo>
                  <a:pt x="1842" y="369"/>
                </a:lnTo>
                <a:lnTo>
                  <a:pt x="1827" y="350"/>
                </a:lnTo>
                <a:lnTo>
                  <a:pt x="1811" y="331"/>
                </a:lnTo>
                <a:lnTo>
                  <a:pt x="1794" y="313"/>
                </a:lnTo>
                <a:lnTo>
                  <a:pt x="1777" y="295"/>
                </a:lnTo>
                <a:lnTo>
                  <a:pt x="1758" y="276"/>
                </a:lnTo>
                <a:lnTo>
                  <a:pt x="1739" y="259"/>
                </a:lnTo>
                <a:lnTo>
                  <a:pt x="1719" y="242"/>
                </a:lnTo>
                <a:lnTo>
                  <a:pt x="1698" y="226"/>
                </a:lnTo>
                <a:lnTo>
                  <a:pt x="1677" y="210"/>
                </a:lnTo>
                <a:lnTo>
                  <a:pt x="1655" y="195"/>
                </a:lnTo>
                <a:lnTo>
                  <a:pt x="1632" y="180"/>
                </a:lnTo>
                <a:lnTo>
                  <a:pt x="1609" y="166"/>
                </a:lnTo>
                <a:lnTo>
                  <a:pt x="1585" y="152"/>
                </a:lnTo>
                <a:lnTo>
                  <a:pt x="1560" y="139"/>
                </a:lnTo>
                <a:lnTo>
                  <a:pt x="1535" y="126"/>
                </a:lnTo>
                <a:lnTo>
                  <a:pt x="1510" y="114"/>
                </a:lnTo>
                <a:lnTo>
                  <a:pt x="1483" y="103"/>
                </a:lnTo>
                <a:lnTo>
                  <a:pt x="1457" y="92"/>
                </a:lnTo>
                <a:lnTo>
                  <a:pt x="1430" y="82"/>
                </a:lnTo>
                <a:lnTo>
                  <a:pt x="1402" y="72"/>
                </a:lnTo>
                <a:lnTo>
                  <a:pt x="1374" y="63"/>
                </a:lnTo>
                <a:lnTo>
                  <a:pt x="1346" y="54"/>
                </a:lnTo>
                <a:lnTo>
                  <a:pt x="1317" y="47"/>
                </a:lnTo>
                <a:lnTo>
                  <a:pt x="1288" y="39"/>
                </a:lnTo>
                <a:lnTo>
                  <a:pt x="1259" y="33"/>
                </a:lnTo>
                <a:lnTo>
                  <a:pt x="1228" y="27"/>
                </a:lnTo>
                <a:lnTo>
                  <a:pt x="1198" y="22"/>
                </a:lnTo>
                <a:lnTo>
                  <a:pt x="1168" y="18"/>
                </a:lnTo>
                <a:lnTo>
                  <a:pt x="1138" y="14"/>
                </a:lnTo>
                <a:lnTo>
                  <a:pt x="1107" y="11"/>
                </a:lnTo>
                <a:lnTo>
                  <a:pt x="1077" y="8"/>
                </a:lnTo>
                <a:lnTo>
                  <a:pt x="1046" y="7"/>
                </a:lnTo>
                <a:lnTo>
                  <a:pt x="1016" y="6"/>
                </a:lnTo>
                <a:lnTo>
                  <a:pt x="985" y="5"/>
                </a:lnTo>
                <a:lnTo>
                  <a:pt x="954" y="6"/>
                </a:lnTo>
                <a:lnTo>
                  <a:pt x="924" y="7"/>
                </a:lnTo>
                <a:lnTo>
                  <a:pt x="893" y="8"/>
                </a:lnTo>
                <a:lnTo>
                  <a:pt x="862" y="11"/>
                </a:lnTo>
                <a:lnTo>
                  <a:pt x="832" y="14"/>
                </a:lnTo>
                <a:lnTo>
                  <a:pt x="802" y="18"/>
                </a:lnTo>
                <a:lnTo>
                  <a:pt x="772" y="22"/>
                </a:lnTo>
                <a:lnTo>
                  <a:pt x="742" y="27"/>
                </a:lnTo>
                <a:lnTo>
                  <a:pt x="712" y="33"/>
                </a:lnTo>
                <a:lnTo>
                  <a:pt x="683" y="39"/>
                </a:lnTo>
                <a:lnTo>
                  <a:pt x="654" y="47"/>
                </a:lnTo>
                <a:lnTo>
                  <a:pt x="625" y="54"/>
                </a:lnTo>
                <a:lnTo>
                  <a:pt x="597" y="63"/>
                </a:lnTo>
                <a:lnTo>
                  <a:pt x="569" y="72"/>
                </a:lnTo>
                <a:lnTo>
                  <a:pt x="541" y="82"/>
                </a:lnTo>
                <a:lnTo>
                  <a:pt x="514" y="92"/>
                </a:lnTo>
                <a:lnTo>
                  <a:pt x="488" y="103"/>
                </a:lnTo>
                <a:lnTo>
                  <a:pt x="461" y="114"/>
                </a:lnTo>
                <a:lnTo>
                  <a:pt x="436" y="126"/>
                </a:lnTo>
                <a:lnTo>
                  <a:pt x="411" y="139"/>
                </a:lnTo>
                <a:lnTo>
                  <a:pt x="386" y="152"/>
                </a:lnTo>
                <a:lnTo>
                  <a:pt x="362" y="166"/>
                </a:lnTo>
                <a:lnTo>
                  <a:pt x="339" y="180"/>
                </a:lnTo>
                <a:lnTo>
                  <a:pt x="316" y="195"/>
                </a:lnTo>
                <a:lnTo>
                  <a:pt x="294" y="210"/>
                </a:lnTo>
                <a:lnTo>
                  <a:pt x="273" y="226"/>
                </a:lnTo>
                <a:lnTo>
                  <a:pt x="252" y="242"/>
                </a:lnTo>
                <a:lnTo>
                  <a:pt x="232" y="259"/>
                </a:lnTo>
                <a:lnTo>
                  <a:pt x="213" y="276"/>
                </a:lnTo>
                <a:lnTo>
                  <a:pt x="194" y="295"/>
                </a:lnTo>
                <a:lnTo>
                  <a:pt x="177" y="313"/>
                </a:lnTo>
                <a:lnTo>
                  <a:pt x="160" y="331"/>
                </a:lnTo>
                <a:lnTo>
                  <a:pt x="144" y="350"/>
                </a:lnTo>
                <a:lnTo>
                  <a:pt x="129" y="369"/>
                </a:lnTo>
                <a:lnTo>
                  <a:pt x="114" y="388"/>
                </a:lnTo>
                <a:lnTo>
                  <a:pt x="101" y="408"/>
                </a:lnTo>
                <a:lnTo>
                  <a:pt x="88" y="428"/>
                </a:lnTo>
                <a:lnTo>
                  <a:pt x="76" y="449"/>
                </a:lnTo>
                <a:lnTo>
                  <a:pt x="66" y="469"/>
                </a:lnTo>
                <a:lnTo>
                  <a:pt x="56" y="490"/>
                </a:lnTo>
                <a:lnTo>
                  <a:pt x="47" y="511"/>
                </a:lnTo>
                <a:lnTo>
                  <a:pt x="38" y="532"/>
                </a:lnTo>
                <a:lnTo>
                  <a:pt x="31" y="554"/>
                </a:lnTo>
                <a:lnTo>
                  <a:pt x="25" y="575"/>
                </a:lnTo>
                <a:lnTo>
                  <a:pt x="20" y="597"/>
                </a:lnTo>
                <a:lnTo>
                  <a:pt x="15" y="619"/>
                </a:lnTo>
                <a:lnTo>
                  <a:pt x="12" y="640"/>
                </a:lnTo>
                <a:lnTo>
                  <a:pt x="10" y="662"/>
                </a:lnTo>
                <a:lnTo>
                  <a:pt x="8" y="684"/>
                </a:lnTo>
                <a:lnTo>
                  <a:pt x="8" y="706"/>
                </a:lnTo>
                <a:lnTo>
                  <a:pt x="8" y="728"/>
                </a:lnTo>
                <a:lnTo>
                  <a:pt x="10" y="750"/>
                </a:lnTo>
                <a:lnTo>
                  <a:pt x="12" y="772"/>
                </a:lnTo>
                <a:lnTo>
                  <a:pt x="15" y="794"/>
                </a:lnTo>
                <a:lnTo>
                  <a:pt x="20" y="816"/>
                </a:lnTo>
                <a:lnTo>
                  <a:pt x="25" y="837"/>
                </a:lnTo>
                <a:lnTo>
                  <a:pt x="31" y="859"/>
                </a:lnTo>
                <a:lnTo>
                  <a:pt x="38" y="880"/>
                </a:lnTo>
                <a:lnTo>
                  <a:pt x="47" y="902"/>
                </a:lnTo>
                <a:lnTo>
                  <a:pt x="56" y="923"/>
                </a:lnTo>
                <a:lnTo>
                  <a:pt x="66" y="943"/>
                </a:lnTo>
                <a:lnTo>
                  <a:pt x="76" y="964"/>
                </a:lnTo>
                <a:lnTo>
                  <a:pt x="88" y="984"/>
                </a:lnTo>
                <a:lnTo>
                  <a:pt x="101" y="1004"/>
                </a:lnTo>
                <a:lnTo>
                  <a:pt x="114" y="1024"/>
                </a:lnTo>
                <a:lnTo>
                  <a:pt x="129" y="1044"/>
                </a:lnTo>
                <a:lnTo>
                  <a:pt x="144" y="1063"/>
                </a:lnTo>
                <a:lnTo>
                  <a:pt x="160" y="1081"/>
                </a:lnTo>
                <a:lnTo>
                  <a:pt x="177" y="1100"/>
                </a:lnTo>
                <a:lnTo>
                  <a:pt x="194" y="1118"/>
                </a:lnTo>
                <a:lnTo>
                  <a:pt x="213" y="1135"/>
                </a:lnTo>
                <a:lnTo>
                  <a:pt x="232" y="1153"/>
                </a:lnTo>
                <a:lnTo>
                  <a:pt x="252" y="1169"/>
                </a:lnTo>
                <a:lnTo>
                  <a:pt x="273" y="1186"/>
                </a:lnTo>
                <a:lnTo>
                  <a:pt x="294" y="1201"/>
                </a:lnTo>
                <a:lnTo>
                  <a:pt x="316" y="1217"/>
                </a:lnTo>
                <a:lnTo>
                  <a:pt x="339" y="1231"/>
                </a:lnTo>
                <a:lnTo>
                  <a:pt x="362" y="1246"/>
                </a:lnTo>
                <a:lnTo>
                  <a:pt x="386" y="1259"/>
                </a:lnTo>
                <a:lnTo>
                  <a:pt x="411" y="1273"/>
                </a:lnTo>
                <a:lnTo>
                  <a:pt x="436" y="1285"/>
                </a:lnTo>
                <a:lnTo>
                  <a:pt x="461" y="1297"/>
                </a:lnTo>
                <a:lnTo>
                  <a:pt x="488" y="1309"/>
                </a:lnTo>
                <a:lnTo>
                  <a:pt x="514" y="1320"/>
                </a:lnTo>
                <a:lnTo>
                  <a:pt x="541" y="1330"/>
                </a:lnTo>
                <a:lnTo>
                  <a:pt x="569" y="1340"/>
                </a:lnTo>
                <a:lnTo>
                  <a:pt x="597" y="1349"/>
                </a:lnTo>
                <a:lnTo>
                  <a:pt x="625" y="1357"/>
                </a:lnTo>
                <a:lnTo>
                  <a:pt x="654" y="1365"/>
                </a:lnTo>
                <a:lnTo>
                  <a:pt x="683" y="1372"/>
                </a:lnTo>
                <a:lnTo>
                  <a:pt x="712" y="1379"/>
                </a:lnTo>
                <a:lnTo>
                  <a:pt x="742" y="1384"/>
                </a:lnTo>
                <a:lnTo>
                  <a:pt x="772" y="1390"/>
                </a:lnTo>
                <a:lnTo>
                  <a:pt x="802" y="1394"/>
                </a:lnTo>
                <a:lnTo>
                  <a:pt x="832" y="1398"/>
                </a:lnTo>
                <a:lnTo>
                  <a:pt x="862" y="1401"/>
                </a:lnTo>
                <a:lnTo>
                  <a:pt x="893" y="1403"/>
                </a:lnTo>
                <a:lnTo>
                  <a:pt x="924" y="1405"/>
                </a:lnTo>
                <a:lnTo>
                  <a:pt x="954" y="1406"/>
                </a:lnTo>
                <a:lnTo>
                  <a:pt x="985" y="1406"/>
                </a:lnTo>
                <a:lnTo>
                  <a:pt x="1016" y="1406"/>
                </a:lnTo>
                <a:lnTo>
                  <a:pt x="1046" y="1405"/>
                </a:lnTo>
                <a:lnTo>
                  <a:pt x="1077" y="1403"/>
                </a:lnTo>
                <a:lnTo>
                  <a:pt x="1107" y="1401"/>
                </a:lnTo>
                <a:lnTo>
                  <a:pt x="1138" y="1398"/>
                </a:lnTo>
                <a:lnTo>
                  <a:pt x="1168" y="1394"/>
                </a:lnTo>
                <a:lnTo>
                  <a:pt x="1198" y="1390"/>
                </a:lnTo>
                <a:lnTo>
                  <a:pt x="1228" y="1384"/>
                </a:lnTo>
                <a:lnTo>
                  <a:pt x="1259" y="1379"/>
                </a:lnTo>
                <a:lnTo>
                  <a:pt x="1288" y="1372"/>
                </a:lnTo>
                <a:lnTo>
                  <a:pt x="1317" y="1365"/>
                </a:lnTo>
                <a:lnTo>
                  <a:pt x="1346" y="1357"/>
                </a:lnTo>
                <a:lnTo>
                  <a:pt x="1374" y="1349"/>
                </a:lnTo>
                <a:lnTo>
                  <a:pt x="1402" y="1340"/>
                </a:lnTo>
                <a:lnTo>
                  <a:pt x="1430" y="1330"/>
                </a:lnTo>
                <a:lnTo>
                  <a:pt x="1457" y="1320"/>
                </a:lnTo>
                <a:lnTo>
                  <a:pt x="1483" y="1309"/>
                </a:lnTo>
                <a:lnTo>
                  <a:pt x="1510" y="1297"/>
                </a:lnTo>
                <a:lnTo>
                  <a:pt x="1535" y="1285"/>
                </a:lnTo>
                <a:lnTo>
                  <a:pt x="1560" y="1273"/>
                </a:lnTo>
                <a:lnTo>
                  <a:pt x="1585" y="1259"/>
                </a:lnTo>
                <a:lnTo>
                  <a:pt x="1609" y="1246"/>
                </a:lnTo>
                <a:lnTo>
                  <a:pt x="1632" y="1231"/>
                </a:lnTo>
                <a:lnTo>
                  <a:pt x="1655" y="1217"/>
                </a:lnTo>
                <a:lnTo>
                  <a:pt x="1677" y="1201"/>
                </a:lnTo>
                <a:lnTo>
                  <a:pt x="1698" y="1186"/>
                </a:lnTo>
                <a:lnTo>
                  <a:pt x="1719" y="1169"/>
                </a:lnTo>
                <a:lnTo>
                  <a:pt x="1739" y="1153"/>
                </a:lnTo>
                <a:lnTo>
                  <a:pt x="1758" y="1135"/>
                </a:lnTo>
                <a:lnTo>
                  <a:pt x="1777" y="1118"/>
                </a:lnTo>
                <a:lnTo>
                  <a:pt x="1794" y="1100"/>
                </a:lnTo>
                <a:lnTo>
                  <a:pt x="1811" y="1081"/>
                </a:lnTo>
                <a:lnTo>
                  <a:pt x="1827" y="1063"/>
                </a:lnTo>
                <a:lnTo>
                  <a:pt x="1842" y="1044"/>
                </a:lnTo>
                <a:lnTo>
                  <a:pt x="1857" y="1024"/>
                </a:lnTo>
                <a:lnTo>
                  <a:pt x="1870" y="1004"/>
                </a:lnTo>
                <a:lnTo>
                  <a:pt x="1883" y="984"/>
                </a:lnTo>
                <a:lnTo>
                  <a:pt x="1895" y="964"/>
                </a:lnTo>
                <a:lnTo>
                  <a:pt x="1905" y="943"/>
                </a:lnTo>
                <a:lnTo>
                  <a:pt x="1915" y="923"/>
                </a:lnTo>
                <a:lnTo>
                  <a:pt x="1924" y="902"/>
                </a:lnTo>
                <a:lnTo>
                  <a:pt x="1932" y="880"/>
                </a:lnTo>
                <a:lnTo>
                  <a:pt x="1940" y="859"/>
                </a:lnTo>
                <a:lnTo>
                  <a:pt x="1946" y="837"/>
                </a:lnTo>
                <a:lnTo>
                  <a:pt x="1951" y="816"/>
                </a:lnTo>
                <a:lnTo>
                  <a:pt x="1955" y="794"/>
                </a:lnTo>
                <a:lnTo>
                  <a:pt x="1959" y="772"/>
                </a:lnTo>
                <a:lnTo>
                  <a:pt x="1961" y="750"/>
                </a:lnTo>
                <a:lnTo>
                  <a:pt x="1963" y="728"/>
                </a:lnTo>
                <a:lnTo>
                  <a:pt x="1963" y="706"/>
                </a:lnTo>
                <a:moveTo>
                  <a:pt x="1971" y="706"/>
                </a:moveTo>
                <a:lnTo>
                  <a:pt x="1970" y="728"/>
                </a:lnTo>
                <a:lnTo>
                  <a:pt x="1969" y="751"/>
                </a:lnTo>
                <a:lnTo>
                  <a:pt x="1967" y="773"/>
                </a:lnTo>
                <a:lnTo>
                  <a:pt x="1963" y="795"/>
                </a:lnTo>
                <a:lnTo>
                  <a:pt x="1959" y="817"/>
                </a:lnTo>
                <a:lnTo>
                  <a:pt x="1953" y="839"/>
                </a:lnTo>
                <a:lnTo>
                  <a:pt x="1947" y="860"/>
                </a:lnTo>
                <a:lnTo>
                  <a:pt x="1940" y="882"/>
                </a:lnTo>
                <a:lnTo>
                  <a:pt x="1932" y="903"/>
                </a:lnTo>
                <a:lnTo>
                  <a:pt x="1923" y="924"/>
                </a:lnTo>
                <a:lnTo>
                  <a:pt x="1913" y="945"/>
                </a:lnTo>
                <a:lnTo>
                  <a:pt x="1902" y="966"/>
                </a:lnTo>
                <a:lnTo>
                  <a:pt x="1890" y="987"/>
                </a:lnTo>
                <a:lnTo>
                  <a:pt x="1877" y="1007"/>
                </a:lnTo>
                <a:lnTo>
                  <a:pt x="1864" y="1027"/>
                </a:lnTo>
                <a:lnTo>
                  <a:pt x="1849" y="1046"/>
                </a:lnTo>
                <a:lnTo>
                  <a:pt x="1834" y="1066"/>
                </a:lnTo>
                <a:lnTo>
                  <a:pt x="1818" y="1084"/>
                </a:lnTo>
                <a:lnTo>
                  <a:pt x="1801" y="1103"/>
                </a:lnTo>
                <a:lnTo>
                  <a:pt x="1783" y="1121"/>
                </a:lnTo>
                <a:lnTo>
                  <a:pt x="1764" y="1139"/>
                </a:lnTo>
                <a:lnTo>
                  <a:pt x="1745" y="1156"/>
                </a:lnTo>
                <a:lnTo>
                  <a:pt x="1725" y="1173"/>
                </a:lnTo>
                <a:lnTo>
                  <a:pt x="1704" y="1189"/>
                </a:lnTo>
                <a:lnTo>
                  <a:pt x="1682" y="1205"/>
                </a:lnTo>
                <a:lnTo>
                  <a:pt x="1660" y="1221"/>
                </a:lnTo>
                <a:lnTo>
                  <a:pt x="1637" y="1236"/>
                </a:lnTo>
                <a:lnTo>
                  <a:pt x="1614" y="1250"/>
                </a:lnTo>
                <a:lnTo>
                  <a:pt x="1590" y="1264"/>
                </a:lnTo>
                <a:lnTo>
                  <a:pt x="1565" y="1277"/>
                </a:lnTo>
                <a:lnTo>
                  <a:pt x="1540" y="1290"/>
                </a:lnTo>
                <a:lnTo>
                  <a:pt x="1514" y="1302"/>
                </a:lnTo>
                <a:lnTo>
                  <a:pt x="1487" y="1314"/>
                </a:lnTo>
                <a:lnTo>
                  <a:pt x="1460" y="1325"/>
                </a:lnTo>
                <a:lnTo>
                  <a:pt x="1433" y="1335"/>
                </a:lnTo>
                <a:lnTo>
                  <a:pt x="1405" y="1345"/>
                </a:lnTo>
                <a:lnTo>
                  <a:pt x="1377" y="1354"/>
                </a:lnTo>
                <a:lnTo>
                  <a:pt x="1349" y="1362"/>
                </a:lnTo>
                <a:lnTo>
                  <a:pt x="1320" y="1370"/>
                </a:lnTo>
                <a:lnTo>
                  <a:pt x="1290" y="1377"/>
                </a:lnTo>
                <a:lnTo>
                  <a:pt x="1261" y="1384"/>
                </a:lnTo>
                <a:lnTo>
                  <a:pt x="1230" y="1390"/>
                </a:lnTo>
                <a:lnTo>
                  <a:pt x="1200" y="1395"/>
                </a:lnTo>
                <a:lnTo>
                  <a:pt x="1170" y="1399"/>
                </a:lnTo>
                <a:lnTo>
                  <a:pt x="1139" y="1403"/>
                </a:lnTo>
                <a:lnTo>
                  <a:pt x="1108" y="1406"/>
                </a:lnTo>
                <a:lnTo>
                  <a:pt x="1078" y="1409"/>
                </a:lnTo>
                <a:lnTo>
                  <a:pt x="1047" y="1411"/>
                </a:lnTo>
                <a:lnTo>
                  <a:pt x="1016" y="1412"/>
                </a:lnTo>
                <a:lnTo>
                  <a:pt x="985" y="1412"/>
                </a:lnTo>
                <a:lnTo>
                  <a:pt x="954" y="1412"/>
                </a:lnTo>
                <a:lnTo>
                  <a:pt x="923" y="1411"/>
                </a:lnTo>
                <a:lnTo>
                  <a:pt x="892" y="1409"/>
                </a:lnTo>
                <a:lnTo>
                  <a:pt x="862" y="1406"/>
                </a:lnTo>
                <a:lnTo>
                  <a:pt x="831" y="1403"/>
                </a:lnTo>
                <a:lnTo>
                  <a:pt x="800" y="1399"/>
                </a:lnTo>
                <a:lnTo>
                  <a:pt x="770" y="1395"/>
                </a:lnTo>
                <a:lnTo>
                  <a:pt x="740" y="1390"/>
                </a:lnTo>
                <a:lnTo>
                  <a:pt x="710" y="1384"/>
                </a:lnTo>
                <a:lnTo>
                  <a:pt x="681" y="1377"/>
                </a:lnTo>
                <a:lnTo>
                  <a:pt x="651" y="1370"/>
                </a:lnTo>
                <a:lnTo>
                  <a:pt x="622" y="1362"/>
                </a:lnTo>
                <a:lnTo>
                  <a:pt x="594" y="1354"/>
                </a:lnTo>
                <a:lnTo>
                  <a:pt x="566" y="1345"/>
                </a:lnTo>
                <a:lnTo>
                  <a:pt x="538" y="1335"/>
                </a:lnTo>
                <a:lnTo>
                  <a:pt x="510" y="1325"/>
                </a:lnTo>
                <a:lnTo>
                  <a:pt x="484" y="1314"/>
                </a:lnTo>
                <a:lnTo>
                  <a:pt x="457" y="1302"/>
                </a:lnTo>
                <a:lnTo>
                  <a:pt x="431" y="1290"/>
                </a:lnTo>
                <a:lnTo>
                  <a:pt x="406" y="1277"/>
                </a:lnTo>
                <a:lnTo>
                  <a:pt x="381" y="1264"/>
                </a:lnTo>
                <a:lnTo>
                  <a:pt x="357" y="1250"/>
                </a:lnTo>
                <a:lnTo>
                  <a:pt x="334" y="1236"/>
                </a:lnTo>
                <a:lnTo>
                  <a:pt x="311" y="1221"/>
                </a:lnTo>
                <a:lnTo>
                  <a:pt x="288" y="1205"/>
                </a:lnTo>
                <a:lnTo>
                  <a:pt x="267" y="1189"/>
                </a:lnTo>
                <a:lnTo>
                  <a:pt x="246" y="1173"/>
                </a:lnTo>
                <a:lnTo>
                  <a:pt x="226" y="1156"/>
                </a:lnTo>
                <a:lnTo>
                  <a:pt x="207" y="1139"/>
                </a:lnTo>
                <a:lnTo>
                  <a:pt x="188" y="1121"/>
                </a:lnTo>
                <a:lnTo>
                  <a:pt x="170" y="1103"/>
                </a:lnTo>
                <a:lnTo>
                  <a:pt x="153" y="1084"/>
                </a:lnTo>
                <a:lnTo>
                  <a:pt x="137" y="1066"/>
                </a:lnTo>
                <a:lnTo>
                  <a:pt x="122" y="1046"/>
                </a:lnTo>
                <a:lnTo>
                  <a:pt x="107" y="1027"/>
                </a:lnTo>
                <a:lnTo>
                  <a:pt x="94" y="1007"/>
                </a:lnTo>
                <a:lnTo>
                  <a:pt x="81" y="987"/>
                </a:lnTo>
                <a:lnTo>
                  <a:pt x="69" y="966"/>
                </a:lnTo>
                <a:lnTo>
                  <a:pt x="58" y="945"/>
                </a:lnTo>
                <a:lnTo>
                  <a:pt x="48" y="924"/>
                </a:lnTo>
                <a:lnTo>
                  <a:pt x="39" y="903"/>
                </a:lnTo>
                <a:lnTo>
                  <a:pt x="31" y="882"/>
                </a:lnTo>
                <a:lnTo>
                  <a:pt x="24" y="860"/>
                </a:lnTo>
                <a:lnTo>
                  <a:pt x="17" y="839"/>
                </a:lnTo>
                <a:lnTo>
                  <a:pt x="12" y="817"/>
                </a:lnTo>
                <a:lnTo>
                  <a:pt x="8" y="795"/>
                </a:lnTo>
                <a:lnTo>
                  <a:pt x="4" y="773"/>
                </a:lnTo>
                <a:lnTo>
                  <a:pt x="2" y="751"/>
                </a:lnTo>
                <a:lnTo>
                  <a:pt x="0" y="728"/>
                </a:lnTo>
                <a:lnTo>
                  <a:pt x="0" y="706"/>
                </a:lnTo>
                <a:lnTo>
                  <a:pt x="0" y="684"/>
                </a:lnTo>
                <a:lnTo>
                  <a:pt x="2" y="662"/>
                </a:lnTo>
                <a:lnTo>
                  <a:pt x="4" y="640"/>
                </a:lnTo>
                <a:lnTo>
                  <a:pt x="8" y="618"/>
                </a:lnTo>
                <a:lnTo>
                  <a:pt x="12" y="596"/>
                </a:lnTo>
                <a:lnTo>
                  <a:pt x="17" y="574"/>
                </a:lnTo>
                <a:lnTo>
                  <a:pt x="24" y="552"/>
                </a:lnTo>
                <a:lnTo>
                  <a:pt x="31" y="531"/>
                </a:lnTo>
                <a:lnTo>
                  <a:pt x="39" y="509"/>
                </a:lnTo>
                <a:lnTo>
                  <a:pt x="48" y="488"/>
                </a:lnTo>
                <a:lnTo>
                  <a:pt x="58" y="467"/>
                </a:lnTo>
                <a:lnTo>
                  <a:pt x="69" y="447"/>
                </a:lnTo>
                <a:lnTo>
                  <a:pt x="81" y="426"/>
                </a:lnTo>
                <a:lnTo>
                  <a:pt x="94" y="406"/>
                </a:lnTo>
                <a:lnTo>
                  <a:pt x="107" y="386"/>
                </a:lnTo>
                <a:lnTo>
                  <a:pt x="122" y="366"/>
                </a:lnTo>
                <a:lnTo>
                  <a:pt x="137" y="347"/>
                </a:lnTo>
                <a:lnTo>
                  <a:pt x="153" y="328"/>
                </a:lnTo>
                <a:lnTo>
                  <a:pt x="170" y="310"/>
                </a:lnTo>
                <a:lnTo>
                  <a:pt x="188" y="292"/>
                </a:lnTo>
                <a:lnTo>
                  <a:pt x="207" y="273"/>
                </a:lnTo>
                <a:lnTo>
                  <a:pt x="226" y="256"/>
                </a:lnTo>
                <a:lnTo>
                  <a:pt x="246" y="239"/>
                </a:lnTo>
                <a:lnTo>
                  <a:pt x="267" y="222"/>
                </a:lnTo>
                <a:lnTo>
                  <a:pt x="288" y="206"/>
                </a:lnTo>
                <a:lnTo>
                  <a:pt x="311" y="191"/>
                </a:lnTo>
                <a:lnTo>
                  <a:pt x="334" y="176"/>
                </a:lnTo>
                <a:lnTo>
                  <a:pt x="357" y="162"/>
                </a:lnTo>
                <a:lnTo>
                  <a:pt x="381" y="148"/>
                </a:lnTo>
                <a:lnTo>
                  <a:pt x="406" y="134"/>
                </a:lnTo>
                <a:lnTo>
                  <a:pt x="431" y="122"/>
                </a:lnTo>
                <a:lnTo>
                  <a:pt x="457" y="110"/>
                </a:lnTo>
                <a:lnTo>
                  <a:pt x="484" y="98"/>
                </a:lnTo>
                <a:lnTo>
                  <a:pt x="510" y="87"/>
                </a:lnTo>
                <a:lnTo>
                  <a:pt x="538" y="77"/>
                </a:lnTo>
                <a:lnTo>
                  <a:pt x="566" y="67"/>
                </a:lnTo>
                <a:lnTo>
                  <a:pt x="594" y="58"/>
                </a:lnTo>
                <a:lnTo>
                  <a:pt x="622" y="49"/>
                </a:lnTo>
                <a:lnTo>
                  <a:pt x="651" y="41"/>
                </a:lnTo>
                <a:lnTo>
                  <a:pt x="681" y="34"/>
                </a:lnTo>
                <a:lnTo>
                  <a:pt x="710" y="28"/>
                </a:lnTo>
                <a:lnTo>
                  <a:pt x="740" y="22"/>
                </a:lnTo>
                <a:lnTo>
                  <a:pt x="770" y="17"/>
                </a:lnTo>
                <a:lnTo>
                  <a:pt x="800" y="12"/>
                </a:lnTo>
                <a:lnTo>
                  <a:pt x="831" y="8"/>
                </a:lnTo>
                <a:lnTo>
                  <a:pt x="862" y="5"/>
                </a:lnTo>
                <a:lnTo>
                  <a:pt x="892" y="3"/>
                </a:lnTo>
                <a:lnTo>
                  <a:pt x="923" y="1"/>
                </a:lnTo>
                <a:lnTo>
                  <a:pt x="954" y="0"/>
                </a:lnTo>
                <a:lnTo>
                  <a:pt x="985" y="0"/>
                </a:lnTo>
                <a:lnTo>
                  <a:pt x="1016" y="0"/>
                </a:lnTo>
                <a:lnTo>
                  <a:pt x="1047" y="1"/>
                </a:lnTo>
                <a:lnTo>
                  <a:pt x="1078" y="3"/>
                </a:lnTo>
                <a:lnTo>
                  <a:pt x="1108" y="5"/>
                </a:lnTo>
                <a:lnTo>
                  <a:pt x="1139" y="8"/>
                </a:lnTo>
                <a:lnTo>
                  <a:pt x="1170" y="12"/>
                </a:lnTo>
                <a:lnTo>
                  <a:pt x="1200" y="17"/>
                </a:lnTo>
                <a:lnTo>
                  <a:pt x="1230" y="22"/>
                </a:lnTo>
                <a:lnTo>
                  <a:pt x="1261" y="28"/>
                </a:lnTo>
                <a:lnTo>
                  <a:pt x="1290" y="34"/>
                </a:lnTo>
                <a:lnTo>
                  <a:pt x="1320" y="41"/>
                </a:lnTo>
                <a:lnTo>
                  <a:pt x="1349" y="49"/>
                </a:lnTo>
                <a:lnTo>
                  <a:pt x="1377" y="58"/>
                </a:lnTo>
                <a:lnTo>
                  <a:pt x="1405" y="67"/>
                </a:lnTo>
                <a:lnTo>
                  <a:pt x="1433" y="77"/>
                </a:lnTo>
                <a:lnTo>
                  <a:pt x="1460" y="87"/>
                </a:lnTo>
                <a:lnTo>
                  <a:pt x="1487" y="98"/>
                </a:lnTo>
                <a:lnTo>
                  <a:pt x="1514" y="110"/>
                </a:lnTo>
                <a:lnTo>
                  <a:pt x="1540" y="122"/>
                </a:lnTo>
                <a:lnTo>
                  <a:pt x="1565" y="134"/>
                </a:lnTo>
                <a:lnTo>
                  <a:pt x="1590" y="148"/>
                </a:lnTo>
                <a:lnTo>
                  <a:pt x="1614" y="162"/>
                </a:lnTo>
                <a:lnTo>
                  <a:pt x="1637" y="176"/>
                </a:lnTo>
                <a:lnTo>
                  <a:pt x="1660" y="191"/>
                </a:lnTo>
                <a:lnTo>
                  <a:pt x="1682" y="206"/>
                </a:lnTo>
                <a:lnTo>
                  <a:pt x="1704" y="222"/>
                </a:lnTo>
                <a:lnTo>
                  <a:pt x="1725" y="239"/>
                </a:lnTo>
                <a:lnTo>
                  <a:pt x="1745" y="256"/>
                </a:lnTo>
                <a:lnTo>
                  <a:pt x="1764" y="273"/>
                </a:lnTo>
                <a:lnTo>
                  <a:pt x="1783" y="292"/>
                </a:lnTo>
                <a:lnTo>
                  <a:pt x="1801" y="310"/>
                </a:lnTo>
                <a:lnTo>
                  <a:pt x="1818" y="328"/>
                </a:lnTo>
                <a:lnTo>
                  <a:pt x="1834" y="347"/>
                </a:lnTo>
                <a:lnTo>
                  <a:pt x="1849" y="366"/>
                </a:lnTo>
                <a:lnTo>
                  <a:pt x="1864" y="386"/>
                </a:lnTo>
                <a:lnTo>
                  <a:pt x="1877" y="406"/>
                </a:lnTo>
                <a:lnTo>
                  <a:pt x="1890" y="426"/>
                </a:lnTo>
                <a:lnTo>
                  <a:pt x="1902" y="447"/>
                </a:lnTo>
                <a:lnTo>
                  <a:pt x="1913" y="467"/>
                </a:lnTo>
                <a:lnTo>
                  <a:pt x="1923" y="488"/>
                </a:lnTo>
                <a:lnTo>
                  <a:pt x="1932" y="509"/>
                </a:lnTo>
                <a:lnTo>
                  <a:pt x="1940" y="531"/>
                </a:lnTo>
                <a:lnTo>
                  <a:pt x="1947" y="552"/>
                </a:lnTo>
                <a:lnTo>
                  <a:pt x="1953" y="574"/>
                </a:lnTo>
                <a:lnTo>
                  <a:pt x="1959" y="596"/>
                </a:lnTo>
                <a:lnTo>
                  <a:pt x="1963" y="618"/>
                </a:lnTo>
                <a:lnTo>
                  <a:pt x="1967" y="640"/>
                </a:lnTo>
                <a:lnTo>
                  <a:pt x="1969" y="662"/>
                </a:lnTo>
                <a:lnTo>
                  <a:pt x="1970" y="684"/>
                </a:lnTo>
                <a:lnTo>
                  <a:pt x="1971" y="706"/>
                </a:lnTo>
                <a:close/>
              </a:path>
            </a:pathLst>
          </a:custGeom>
          <a:solidFill>
            <a:srgbClr val="ff99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1" name=""/>
          <p:cNvSpPr/>
          <p:nvPr/>
        </p:nvSpPr>
        <p:spPr>
          <a:xfrm>
            <a:off x="7705080" y="2688120"/>
            <a:ext cx="715320" cy="512640"/>
          </a:xfrm>
          <a:custGeom>
            <a:avLst/>
            <a:gdLst/>
            <a:ahLst/>
            <a:rect l="0" t="0" r="r" b="b"/>
            <a:pathLst>
              <a:path w="1987" h="1424">
                <a:moveTo>
                  <a:pt x="1979" y="712"/>
                </a:moveTo>
                <a:lnTo>
                  <a:pt x="1978" y="690"/>
                </a:lnTo>
                <a:lnTo>
                  <a:pt x="1977" y="668"/>
                </a:lnTo>
                <a:lnTo>
                  <a:pt x="1975" y="646"/>
                </a:lnTo>
                <a:lnTo>
                  <a:pt x="1971" y="624"/>
                </a:lnTo>
                <a:lnTo>
                  <a:pt x="1967" y="602"/>
                </a:lnTo>
                <a:lnTo>
                  <a:pt x="1961" y="580"/>
                </a:lnTo>
                <a:lnTo>
                  <a:pt x="1955" y="558"/>
                </a:lnTo>
                <a:lnTo>
                  <a:pt x="1948" y="537"/>
                </a:lnTo>
                <a:lnTo>
                  <a:pt x="1940" y="515"/>
                </a:lnTo>
                <a:lnTo>
                  <a:pt x="1931" y="494"/>
                </a:lnTo>
                <a:lnTo>
                  <a:pt x="1921" y="473"/>
                </a:lnTo>
                <a:lnTo>
                  <a:pt x="1910" y="453"/>
                </a:lnTo>
                <a:lnTo>
                  <a:pt x="1898" y="432"/>
                </a:lnTo>
                <a:lnTo>
                  <a:pt x="1885" y="412"/>
                </a:lnTo>
                <a:lnTo>
                  <a:pt x="1872" y="392"/>
                </a:lnTo>
                <a:lnTo>
                  <a:pt x="1857" y="372"/>
                </a:lnTo>
                <a:lnTo>
                  <a:pt x="1842" y="352"/>
                </a:lnTo>
                <a:lnTo>
                  <a:pt x="1826" y="333"/>
                </a:lnTo>
                <a:lnTo>
                  <a:pt x="1809" y="315"/>
                </a:lnTo>
                <a:lnTo>
                  <a:pt x="1791" y="297"/>
                </a:lnTo>
                <a:lnTo>
                  <a:pt x="1772" y="279"/>
                </a:lnTo>
                <a:lnTo>
                  <a:pt x="1753" y="262"/>
                </a:lnTo>
                <a:lnTo>
                  <a:pt x="1733" y="245"/>
                </a:lnTo>
                <a:lnTo>
                  <a:pt x="1712" y="228"/>
                </a:lnTo>
                <a:lnTo>
                  <a:pt x="1690" y="212"/>
                </a:lnTo>
                <a:lnTo>
                  <a:pt x="1668" y="197"/>
                </a:lnTo>
                <a:lnTo>
                  <a:pt x="1645" y="182"/>
                </a:lnTo>
                <a:lnTo>
                  <a:pt x="1622" y="168"/>
                </a:lnTo>
                <a:lnTo>
                  <a:pt x="1598" y="154"/>
                </a:lnTo>
                <a:lnTo>
                  <a:pt x="1573" y="140"/>
                </a:lnTo>
                <a:lnTo>
                  <a:pt x="1548" y="128"/>
                </a:lnTo>
                <a:lnTo>
                  <a:pt x="1522" y="116"/>
                </a:lnTo>
                <a:lnTo>
                  <a:pt x="1495" y="104"/>
                </a:lnTo>
                <a:lnTo>
                  <a:pt x="1468" y="93"/>
                </a:lnTo>
                <a:lnTo>
                  <a:pt x="1441" y="83"/>
                </a:lnTo>
                <a:lnTo>
                  <a:pt x="1412" y="73"/>
                </a:lnTo>
                <a:lnTo>
                  <a:pt x="1384" y="64"/>
                </a:lnTo>
                <a:lnTo>
                  <a:pt x="1356" y="55"/>
                </a:lnTo>
                <a:lnTo>
                  <a:pt x="1327" y="47"/>
                </a:lnTo>
                <a:lnTo>
                  <a:pt x="1297" y="40"/>
                </a:lnTo>
                <a:lnTo>
                  <a:pt x="1268" y="34"/>
                </a:lnTo>
                <a:lnTo>
                  <a:pt x="1238" y="28"/>
                </a:lnTo>
                <a:lnTo>
                  <a:pt x="1208" y="23"/>
                </a:lnTo>
                <a:lnTo>
                  <a:pt x="1178" y="18"/>
                </a:lnTo>
                <a:lnTo>
                  <a:pt x="1147" y="14"/>
                </a:lnTo>
                <a:lnTo>
                  <a:pt x="1116" y="11"/>
                </a:lnTo>
                <a:lnTo>
                  <a:pt x="1086" y="9"/>
                </a:lnTo>
                <a:lnTo>
                  <a:pt x="1055" y="7"/>
                </a:lnTo>
                <a:lnTo>
                  <a:pt x="1024" y="6"/>
                </a:lnTo>
                <a:lnTo>
                  <a:pt x="993" y="6"/>
                </a:lnTo>
                <a:lnTo>
                  <a:pt x="962" y="6"/>
                </a:lnTo>
                <a:lnTo>
                  <a:pt x="931" y="7"/>
                </a:lnTo>
                <a:lnTo>
                  <a:pt x="900" y="9"/>
                </a:lnTo>
                <a:lnTo>
                  <a:pt x="870" y="11"/>
                </a:lnTo>
                <a:lnTo>
                  <a:pt x="839" y="14"/>
                </a:lnTo>
                <a:lnTo>
                  <a:pt x="808" y="18"/>
                </a:lnTo>
                <a:lnTo>
                  <a:pt x="778" y="23"/>
                </a:lnTo>
                <a:lnTo>
                  <a:pt x="748" y="28"/>
                </a:lnTo>
                <a:lnTo>
                  <a:pt x="718" y="34"/>
                </a:lnTo>
                <a:lnTo>
                  <a:pt x="689" y="40"/>
                </a:lnTo>
                <a:lnTo>
                  <a:pt x="659" y="47"/>
                </a:lnTo>
                <a:lnTo>
                  <a:pt x="630" y="55"/>
                </a:lnTo>
                <a:lnTo>
                  <a:pt x="602" y="64"/>
                </a:lnTo>
                <a:lnTo>
                  <a:pt x="574" y="73"/>
                </a:lnTo>
                <a:lnTo>
                  <a:pt x="546" y="83"/>
                </a:lnTo>
                <a:lnTo>
                  <a:pt x="518" y="93"/>
                </a:lnTo>
                <a:lnTo>
                  <a:pt x="492" y="104"/>
                </a:lnTo>
                <a:lnTo>
                  <a:pt x="465" y="116"/>
                </a:lnTo>
                <a:lnTo>
                  <a:pt x="439" y="128"/>
                </a:lnTo>
                <a:lnTo>
                  <a:pt x="414" y="140"/>
                </a:lnTo>
                <a:lnTo>
                  <a:pt x="389" y="154"/>
                </a:lnTo>
                <a:lnTo>
                  <a:pt x="365" y="168"/>
                </a:lnTo>
                <a:lnTo>
                  <a:pt x="342" y="182"/>
                </a:lnTo>
                <a:lnTo>
                  <a:pt x="319" y="197"/>
                </a:lnTo>
                <a:lnTo>
                  <a:pt x="296" y="212"/>
                </a:lnTo>
                <a:lnTo>
                  <a:pt x="275" y="228"/>
                </a:lnTo>
                <a:lnTo>
                  <a:pt x="254" y="245"/>
                </a:lnTo>
                <a:lnTo>
                  <a:pt x="234" y="262"/>
                </a:lnTo>
                <a:lnTo>
                  <a:pt x="215" y="279"/>
                </a:lnTo>
                <a:lnTo>
                  <a:pt x="196" y="297"/>
                </a:lnTo>
                <a:lnTo>
                  <a:pt x="178" y="315"/>
                </a:lnTo>
                <a:lnTo>
                  <a:pt x="161" y="333"/>
                </a:lnTo>
                <a:lnTo>
                  <a:pt x="145" y="352"/>
                </a:lnTo>
                <a:lnTo>
                  <a:pt x="130" y="372"/>
                </a:lnTo>
                <a:lnTo>
                  <a:pt x="115" y="392"/>
                </a:lnTo>
                <a:lnTo>
                  <a:pt x="102" y="412"/>
                </a:lnTo>
                <a:lnTo>
                  <a:pt x="89" y="432"/>
                </a:lnTo>
                <a:lnTo>
                  <a:pt x="77" y="453"/>
                </a:lnTo>
                <a:lnTo>
                  <a:pt x="66" y="473"/>
                </a:lnTo>
                <a:lnTo>
                  <a:pt x="56" y="494"/>
                </a:lnTo>
                <a:lnTo>
                  <a:pt x="47" y="515"/>
                </a:lnTo>
                <a:lnTo>
                  <a:pt x="39" y="537"/>
                </a:lnTo>
                <a:lnTo>
                  <a:pt x="32" y="558"/>
                </a:lnTo>
                <a:lnTo>
                  <a:pt x="25" y="580"/>
                </a:lnTo>
                <a:lnTo>
                  <a:pt x="20" y="602"/>
                </a:lnTo>
                <a:lnTo>
                  <a:pt x="16" y="624"/>
                </a:lnTo>
                <a:lnTo>
                  <a:pt x="12" y="646"/>
                </a:lnTo>
                <a:lnTo>
                  <a:pt x="10" y="668"/>
                </a:lnTo>
                <a:lnTo>
                  <a:pt x="8" y="690"/>
                </a:lnTo>
                <a:lnTo>
                  <a:pt x="8" y="712"/>
                </a:lnTo>
                <a:lnTo>
                  <a:pt x="8" y="734"/>
                </a:lnTo>
                <a:lnTo>
                  <a:pt x="10" y="757"/>
                </a:lnTo>
                <a:lnTo>
                  <a:pt x="12" y="779"/>
                </a:lnTo>
                <a:lnTo>
                  <a:pt x="16" y="801"/>
                </a:lnTo>
                <a:lnTo>
                  <a:pt x="20" y="823"/>
                </a:lnTo>
                <a:lnTo>
                  <a:pt x="25" y="845"/>
                </a:lnTo>
                <a:lnTo>
                  <a:pt x="32" y="866"/>
                </a:lnTo>
                <a:lnTo>
                  <a:pt x="39" y="888"/>
                </a:lnTo>
                <a:lnTo>
                  <a:pt x="47" y="909"/>
                </a:lnTo>
                <a:lnTo>
                  <a:pt x="56" y="930"/>
                </a:lnTo>
                <a:lnTo>
                  <a:pt x="66" y="951"/>
                </a:lnTo>
                <a:lnTo>
                  <a:pt x="77" y="972"/>
                </a:lnTo>
                <a:lnTo>
                  <a:pt x="89" y="993"/>
                </a:lnTo>
                <a:lnTo>
                  <a:pt x="102" y="1013"/>
                </a:lnTo>
                <a:lnTo>
                  <a:pt x="115" y="1033"/>
                </a:lnTo>
                <a:lnTo>
                  <a:pt x="130" y="1052"/>
                </a:lnTo>
                <a:lnTo>
                  <a:pt x="145" y="1072"/>
                </a:lnTo>
                <a:lnTo>
                  <a:pt x="161" y="1090"/>
                </a:lnTo>
                <a:lnTo>
                  <a:pt x="178" y="1109"/>
                </a:lnTo>
                <a:lnTo>
                  <a:pt x="196" y="1127"/>
                </a:lnTo>
                <a:lnTo>
                  <a:pt x="215" y="1145"/>
                </a:lnTo>
                <a:lnTo>
                  <a:pt x="234" y="1162"/>
                </a:lnTo>
                <a:lnTo>
                  <a:pt x="254" y="1179"/>
                </a:lnTo>
                <a:lnTo>
                  <a:pt x="275" y="1195"/>
                </a:lnTo>
                <a:lnTo>
                  <a:pt x="296" y="1211"/>
                </a:lnTo>
                <a:lnTo>
                  <a:pt x="319" y="1227"/>
                </a:lnTo>
                <a:lnTo>
                  <a:pt x="342" y="1242"/>
                </a:lnTo>
                <a:lnTo>
                  <a:pt x="365" y="1256"/>
                </a:lnTo>
                <a:lnTo>
                  <a:pt x="389" y="1270"/>
                </a:lnTo>
                <a:lnTo>
                  <a:pt x="414" y="1283"/>
                </a:lnTo>
                <a:lnTo>
                  <a:pt x="439" y="1296"/>
                </a:lnTo>
                <a:lnTo>
                  <a:pt x="465" y="1308"/>
                </a:lnTo>
                <a:lnTo>
                  <a:pt x="492" y="1320"/>
                </a:lnTo>
                <a:lnTo>
                  <a:pt x="518" y="1331"/>
                </a:lnTo>
                <a:lnTo>
                  <a:pt x="546" y="1341"/>
                </a:lnTo>
                <a:lnTo>
                  <a:pt x="574" y="1351"/>
                </a:lnTo>
                <a:lnTo>
                  <a:pt x="602" y="1360"/>
                </a:lnTo>
                <a:lnTo>
                  <a:pt x="630" y="1368"/>
                </a:lnTo>
                <a:lnTo>
                  <a:pt x="659" y="1376"/>
                </a:lnTo>
                <a:lnTo>
                  <a:pt x="689" y="1383"/>
                </a:lnTo>
                <a:lnTo>
                  <a:pt x="718" y="1390"/>
                </a:lnTo>
                <a:lnTo>
                  <a:pt x="748" y="1396"/>
                </a:lnTo>
                <a:lnTo>
                  <a:pt x="778" y="1401"/>
                </a:lnTo>
                <a:lnTo>
                  <a:pt x="808" y="1405"/>
                </a:lnTo>
                <a:lnTo>
                  <a:pt x="839" y="1409"/>
                </a:lnTo>
                <a:lnTo>
                  <a:pt x="870" y="1412"/>
                </a:lnTo>
                <a:lnTo>
                  <a:pt x="900" y="1415"/>
                </a:lnTo>
                <a:lnTo>
                  <a:pt x="931" y="1417"/>
                </a:lnTo>
                <a:lnTo>
                  <a:pt x="962" y="1418"/>
                </a:lnTo>
                <a:lnTo>
                  <a:pt x="993" y="1418"/>
                </a:lnTo>
                <a:lnTo>
                  <a:pt x="1024" y="1418"/>
                </a:lnTo>
                <a:lnTo>
                  <a:pt x="1055" y="1417"/>
                </a:lnTo>
                <a:lnTo>
                  <a:pt x="1086" y="1415"/>
                </a:lnTo>
                <a:lnTo>
                  <a:pt x="1116" y="1412"/>
                </a:lnTo>
                <a:lnTo>
                  <a:pt x="1147" y="1409"/>
                </a:lnTo>
                <a:lnTo>
                  <a:pt x="1178" y="1405"/>
                </a:lnTo>
                <a:lnTo>
                  <a:pt x="1208" y="1401"/>
                </a:lnTo>
                <a:lnTo>
                  <a:pt x="1238" y="1396"/>
                </a:lnTo>
                <a:lnTo>
                  <a:pt x="1268" y="1390"/>
                </a:lnTo>
                <a:lnTo>
                  <a:pt x="1297" y="1383"/>
                </a:lnTo>
                <a:lnTo>
                  <a:pt x="1327" y="1376"/>
                </a:lnTo>
                <a:lnTo>
                  <a:pt x="1356" y="1368"/>
                </a:lnTo>
                <a:lnTo>
                  <a:pt x="1384" y="1360"/>
                </a:lnTo>
                <a:lnTo>
                  <a:pt x="1412" y="1351"/>
                </a:lnTo>
                <a:lnTo>
                  <a:pt x="1441" y="1341"/>
                </a:lnTo>
                <a:lnTo>
                  <a:pt x="1468" y="1331"/>
                </a:lnTo>
                <a:lnTo>
                  <a:pt x="1495" y="1320"/>
                </a:lnTo>
                <a:lnTo>
                  <a:pt x="1522" y="1308"/>
                </a:lnTo>
                <a:lnTo>
                  <a:pt x="1548" y="1296"/>
                </a:lnTo>
                <a:lnTo>
                  <a:pt x="1573" y="1283"/>
                </a:lnTo>
                <a:lnTo>
                  <a:pt x="1598" y="1270"/>
                </a:lnTo>
                <a:lnTo>
                  <a:pt x="1622" y="1256"/>
                </a:lnTo>
                <a:lnTo>
                  <a:pt x="1645" y="1242"/>
                </a:lnTo>
                <a:lnTo>
                  <a:pt x="1668" y="1227"/>
                </a:lnTo>
                <a:lnTo>
                  <a:pt x="1690" y="1211"/>
                </a:lnTo>
                <a:lnTo>
                  <a:pt x="1712" y="1195"/>
                </a:lnTo>
                <a:lnTo>
                  <a:pt x="1733" y="1179"/>
                </a:lnTo>
                <a:lnTo>
                  <a:pt x="1753" y="1162"/>
                </a:lnTo>
                <a:lnTo>
                  <a:pt x="1772" y="1145"/>
                </a:lnTo>
                <a:lnTo>
                  <a:pt x="1791" y="1127"/>
                </a:lnTo>
                <a:lnTo>
                  <a:pt x="1809" y="1109"/>
                </a:lnTo>
                <a:lnTo>
                  <a:pt x="1826" y="1090"/>
                </a:lnTo>
                <a:lnTo>
                  <a:pt x="1842" y="1072"/>
                </a:lnTo>
                <a:lnTo>
                  <a:pt x="1857" y="1052"/>
                </a:lnTo>
                <a:lnTo>
                  <a:pt x="1872" y="1033"/>
                </a:lnTo>
                <a:lnTo>
                  <a:pt x="1885" y="1013"/>
                </a:lnTo>
                <a:lnTo>
                  <a:pt x="1898" y="993"/>
                </a:lnTo>
                <a:lnTo>
                  <a:pt x="1910" y="972"/>
                </a:lnTo>
                <a:lnTo>
                  <a:pt x="1921" y="951"/>
                </a:lnTo>
                <a:lnTo>
                  <a:pt x="1931" y="930"/>
                </a:lnTo>
                <a:lnTo>
                  <a:pt x="1940" y="909"/>
                </a:lnTo>
                <a:lnTo>
                  <a:pt x="1948" y="888"/>
                </a:lnTo>
                <a:lnTo>
                  <a:pt x="1955" y="866"/>
                </a:lnTo>
                <a:lnTo>
                  <a:pt x="1961" y="845"/>
                </a:lnTo>
                <a:lnTo>
                  <a:pt x="1967" y="823"/>
                </a:lnTo>
                <a:lnTo>
                  <a:pt x="1971" y="801"/>
                </a:lnTo>
                <a:lnTo>
                  <a:pt x="1975" y="779"/>
                </a:lnTo>
                <a:lnTo>
                  <a:pt x="1977" y="757"/>
                </a:lnTo>
                <a:lnTo>
                  <a:pt x="1978" y="734"/>
                </a:lnTo>
                <a:lnTo>
                  <a:pt x="1979" y="712"/>
                </a:lnTo>
                <a:moveTo>
                  <a:pt x="1987" y="712"/>
                </a:moveTo>
                <a:lnTo>
                  <a:pt x="1986" y="735"/>
                </a:lnTo>
                <a:lnTo>
                  <a:pt x="1985" y="757"/>
                </a:lnTo>
                <a:lnTo>
                  <a:pt x="1982" y="779"/>
                </a:lnTo>
                <a:lnTo>
                  <a:pt x="1979" y="801"/>
                </a:lnTo>
                <a:lnTo>
                  <a:pt x="1974" y="824"/>
                </a:lnTo>
                <a:lnTo>
                  <a:pt x="1969" y="846"/>
                </a:lnTo>
                <a:lnTo>
                  <a:pt x="1963" y="867"/>
                </a:lnTo>
                <a:lnTo>
                  <a:pt x="1955" y="889"/>
                </a:lnTo>
                <a:lnTo>
                  <a:pt x="1947" y="911"/>
                </a:lnTo>
                <a:lnTo>
                  <a:pt x="1938" y="932"/>
                </a:lnTo>
                <a:lnTo>
                  <a:pt x="1928" y="953"/>
                </a:lnTo>
                <a:lnTo>
                  <a:pt x="1917" y="974"/>
                </a:lnTo>
                <a:lnTo>
                  <a:pt x="1905" y="995"/>
                </a:lnTo>
                <a:lnTo>
                  <a:pt x="1892" y="1015"/>
                </a:lnTo>
                <a:lnTo>
                  <a:pt x="1878" y="1035"/>
                </a:lnTo>
                <a:lnTo>
                  <a:pt x="1864" y="1055"/>
                </a:lnTo>
                <a:lnTo>
                  <a:pt x="1848" y="1074"/>
                </a:lnTo>
                <a:lnTo>
                  <a:pt x="1832" y="1093"/>
                </a:lnTo>
                <a:lnTo>
                  <a:pt x="1815" y="1112"/>
                </a:lnTo>
                <a:lnTo>
                  <a:pt x="1797" y="1130"/>
                </a:lnTo>
                <a:lnTo>
                  <a:pt x="1778" y="1148"/>
                </a:lnTo>
                <a:lnTo>
                  <a:pt x="1759" y="1166"/>
                </a:lnTo>
                <a:lnTo>
                  <a:pt x="1739" y="1183"/>
                </a:lnTo>
                <a:lnTo>
                  <a:pt x="1718" y="1199"/>
                </a:lnTo>
                <a:lnTo>
                  <a:pt x="1696" y="1215"/>
                </a:lnTo>
                <a:lnTo>
                  <a:pt x="1674" y="1231"/>
                </a:lnTo>
                <a:lnTo>
                  <a:pt x="1650" y="1246"/>
                </a:lnTo>
                <a:lnTo>
                  <a:pt x="1627" y="1260"/>
                </a:lnTo>
                <a:lnTo>
                  <a:pt x="1602" y="1274"/>
                </a:lnTo>
                <a:lnTo>
                  <a:pt x="1577" y="1288"/>
                </a:lnTo>
                <a:lnTo>
                  <a:pt x="1552" y="1301"/>
                </a:lnTo>
                <a:lnTo>
                  <a:pt x="1526" y="1313"/>
                </a:lnTo>
                <a:lnTo>
                  <a:pt x="1499" y="1324"/>
                </a:lnTo>
                <a:lnTo>
                  <a:pt x="1472" y="1336"/>
                </a:lnTo>
                <a:lnTo>
                  <a:pt x="1445" y="1346"/>
                </a:lnTo>
                <a:lnTo>
                  <a:pt x="1416" y="1356"/>
                </a:lnTo>
                <a:lnTo>
                  <a:pt x="1387" y="1365"/>
                </a:lnTo>
                <a:lnTo>
                  <a:pt x="1358" y="1374"/>
                </a:lnTo>
                <a:lnTo>
                  <a:pt x="1329" y="1381"/>
                </a:lnTo>
                <a:lnTo>
                  <a:pt x="1300" y="1389"/>
                </a:lnTo>
                <a:lnTo>
                  <a:pt x="1270" y="1395"/>
                </a:lnTo>
                <a:lnTo>
                  <a:pt x="1240" y="1401"/>
                </a:lnTo>
                <a:lnTo>
                  <a:pt x="1210" y="1406"/>
                </a:lnTo>
                <a:lnTo>
                  <a:pt x="1179" y="1411"/>
                </a:lnTo>
                <a:lnTo>
                  <a:pt x="1148" y="1415"/>
                </a:lnTo>
                <a:lnTo>
                  <a:pt x="1117" y="1418"/>
                </a:lnTo>
                <a:lnTo>
                  <a:pt x="1086" y="1420"/>
                </a:lnTo>
                <a:lnTo>
                  <a:pt x="1055" y="1422"/>
                </a:lnTo>
                <a:lnTo>
                  <a:pt x="1024" y="1423"/>
                </a:lnTo>
                <a:lnTo>
                  <a:pt x="993" y="1424"/>
                </a:lnTo>
                <a:lnTo>
                  <a:pt x="962" y="1423"/>
                </a:lnTo>
                <a:lnTo>
                  <a:pt x="931" y="1422"/>
                </a:lnTo>
                <a:lnTo>
                  <a:pt x="900" y="1420"/>
                </a:lnTo>
                <a:lnTo>
                  <a:pt x="869" y="1418"/>
                </a:lnTo>
                <a:lnTo>
                  <a:pt x="838" y="1415"/>
                </a:lnTo>
                <a:lnTo>
                  <a:pt x="807" y="1411"/>
                </a:lnTo>
                <a:lnTo>
                  <a:pt x="776" y="1406"/>
                </a:lnTo>
                <a:lnTo>
                  <a:pt x="746" y="1401"/>
                </a:lnTo>
                <a:lnTo>
                  <a:pt x="716" y="1395"/>
                </a:lnTo>
                <a:lnTo>
                  <a:pt x="686" y="1389"/>
                </a:lnTo>
                <a:lnTo>
                  <a:pt x="657" y="1381"/>
                </a:lnTo>
                <a:lnTo>
                  <a:pt x="628" y="1374"/>
                </a:lnTo>
                <a:lnTo>
                  <a:pt x="599" y="1365"/>
                </a:lnTo>
                <a:lnTo>
                  <a:pt x="570" y="1356"/>
                </a:lnTo>
                <a:lnTo>
                  <a:pt x="542" y="1346"/>
                </a:lnTo>
                <a:lnTo>
                  <a:pt x="515" y="1336"/>
                </a:lnTo>
                <a:lnTo>
                  <a:pt x="488" y="1324"/>
                </a:lnTo>
                <a:lnTo>
                  <a:pt x="461" y="1313"/>
                </a:lnTo>
                <a:lnTo>
                  <a:pt x="435" y="1301"/>
                </a:lnTo>
                <a:lnTo>
                  <a:pt x="409" y="1288"/>
                </a:lnTo>
                <a:lnTo>
                  <a:pt x="385" y="1274"/>
                </a:lnTo>
                <a:lnTo>
                  <a:pt x="360" y="1260"/>
                </a:lnTo>
                <a:lnTo>
                  <a:pt x="336" y="1246"/>
                </a:lnTo>
                <a:lnTo>
                  <a:pt x="313" y="1231"/>
                </a:lnTo>
                <a:lnTo>
                  <a:pt x="291" y="1215"/>
                </a:lnTo>
                <a:lnTo>
                  <a:pt x="269" y="1199"/>
                </a:lnTo>
                <a:lnTo>
                  <a:pt x="248" y="1183"/>
                </a:lnTo>
                <a:lnTo>
                  <a:pt x="228" y="1166"/>
                </a:lnTo>
                <a:lnTo>
                  <a:pt x="209" y="1148"/>
                </a:lnTo>
                <a:lnTo>
                  <a:pt x="190" y="1130"/>
                </a:lnTo>
                <a:lnTo>
                  <a:pt x="172" y="1112"/>
                </a:lnTo>
                <a:lnTo>
                  <a:pt x="155" y="1093"/>
                </a:lnTo>
                <a:lnTo>
                  <a:pt x="138" y="1074"/>
                </a:lnTo>
                <a:lnTo>
                  <a:pt x="123" y="1055"/>
                </a:lnTo>
                <a:lnTo>
                  <a:pt x="108" y="1035"/>
                </a:lnTo>
                <a:lnTo>
                  <a:pt x="95" y="1015"/>
                </a:lnTo>
                <a:lnTo>
                  <a:pt x="82" y="995"/>
                </a:lnTo>
                <a:lnTo>
                  <a:pt x="70" y="974"/>
                </a:lnTo>
                <a:lnTo>
                  <a:pt x="59" y="953"/>
                </a:lnTo>
                <a:lnTo>
                  <a:pt x="49" y="932"/>
                </a:lnTo>
                <a:lnTo>
                  <a:pt x="40" y="911"/>
                </a:lnTo>
                <a:lnTo>
                  <a:pt x="31" y="889"/>
                </a:lnTo>
                <a:lnTo>
                  <a:pt x="24" y="867"/>
                </a:lnTo>
                <a:lnTo>
                  <a:pt x="18" y="846"/>
                </a:lnTo>
                <a:lnTo>
                  <a:pt x="12" y="824"/>
                </a:lnTo>
                <a:lnTo>
                  <a:pt x="8" y="801"/>
                </a:lnTo>
                <a:lnTo>
                  <a:pt x="5" y="779"/>
                </a:lnTo>
                <a:lnTo>
                  <a:pt x="2" y="757"/>
                </a:lnTo>
                <a:lnTo>
                  <a:pt x="1" y="735"/>
                </a:lnTo>
                <a:lnTo>
                  <a:pt x="0" y="712"/>
                </a:lnTo>
                <a:lnTo>
                  <a:pt x="1" y="690"/>
                </a:lnTo>
                <a:lnTo>
                  <a:pt x="2" y="668"/>
                </a:lnTo>
                <a:lnTo>
                  <a:pt x="5" y="645"/>
                </a:lnTo>
                <a:lnTo>
                  <a:pt x="8" y="623"/>
                </a:lnTo>
                <a:lnTo>
                  <a:pt x="12" y="601"/>
                </a:lnTo>
                <a:lnTo>
                  <a:pt x="18" y="579"/>
                </a:lnTo>
                <a:lnTo>
                  <a:pt x="24" y="557"/>
                </a:lnTo>
                <a:lnTo>
                  <a:pt x="31" y="535"/>
                </a:lnTo>
                <a:lnTo>
                  <a:pt x="40" y="514"/>
                </a:lnTo>
                <a:lnTo>
                  <a:pt x="49" y="493"/>
                </a:lnTo>
                <a:lnTo>
                  <a:pt x="59" y="471"/>
                </a:lnTo>
                <a:lnTo>
                  <a:pt x="70" y="450"/>
                </a:lnTo>
                <a:lnTo>
                  <a:pt x="82" y="430"/>
                </a:lnTo>
                <a:lnTo>
                  <a:pt x="95" y="409"/>
                </a:lnTo>
                <a:lnTo>
                  <a:pt x="108" y="389"/>
                </a:lnTo>
                <a:lnTo>
                  <a:pt x="123" y="370"/>
                </a:lnTo>
                <a:lnTo>
                  <a:pt x="138" y="349"/>
                </a:lnTo>
                <a:lnTo>
                  <a:pt x="155" y="330"/>
                </a:lnTo>
                <a:lnTo>
                  <a:pt x="172" y="312"/>
                </a:lnTo>
                <a:lnTo>
                  <a:pt x="190" y="293"/>
                </a:lnTo>
                <a:lnTo>
                  <a:pt x="209" y="275"/>
                </a:lnTo>
                <a:lnTo>
                  <a:pt x="228" y="258"/>
                </a:lnTo>
                <a:lnTo>
                  <a:pt x="248" y="241"/>
                </a:lnTo>
                <a:lnTo>
                  <a:pt x="269" y="224"/>
                </a:lnTo>
                <a:lnTo>
                  <a:pt x="291" y="208"/>
                </a:lnTo>
                <a:lnTo>
                  <a:pt x="313" y="193"/>
                </a:lnTo>
                <a:lnTo>
                  <a:pt x="336" y="178"/>
                </a:lnTo>
                <a:lnTo>
                  <a:pt x="360" y="163"/>
                </a:lnTo>
                <a:lnTo>
                  <a:pt x="385" y="149"/>
                </a:lnTo>
                <a:lnTo>
                  <a:pt x="409" y="136"/>
                </a:lnTo>
                <a:lnTo>
                  <a:pt x="435" y="123"/>
                </a:lnTo>
                <a:lnTo>
                  <a:pt x="461" y="111"/>
                </a:lnTo>
                <a:lnTo>
                  <a:pt x="488" y="99"/>
                </a:lnTo>
                <a:lnTo>
                  <a:pt x="515" y="88"/>
                </a:lnTo>
                <a:lnTo>
                  <a:pt x="542" y="78"/>
                </a:lnTo>
                <a:lnTo>
                  <a:pt x="570" y="68"/>
                </a:lnTo>
                <a:lnTo>
                  <a:pt x="599" y="59"/>
                </a:lnTo>
                <a:lnTo>
                  <a:pt x="628" y="50"/>
                </a:lnTo>
                <a:lnTo>
                  <a:pt x="657" y="42"/>
                </a:lnTo>
                <a:lnTo>
                  <a:pt x="686" y="35"/>
                </a:lnTo>
                <a:lnTo>
                  <a:pt x="716" y="28"/>
                </a:lnTo>
                <a:lnTo>
                  <a:pt x="746" y="22"/>
                </a:lnTo>
                <a:lnTo>
                  <a:pt x="776" y="17"/>
                </a:lnTo>
                <a:lnTo>
                  <a:pt x="807" y="13"/>
                </a:lnTo>
                <a:lnTo>
                  <a:pt x="838" y="9"/>
                </a:lnTo>
                <a:lnTo>
                  <a:pt x="869" y="6"/>
                </a:lnTo>
                <a:lnTo>
                  <a:pt x="900" y="3"/>
                </a:lnTo>
                <a:lnTo>
                  <a:pt x="931" y="2"/>
                </a:lnTo>
                <a:lnTo>
                  <a:pt x="962" y="0"/>
                </a:lnTo>
                <a:lnTo>
                  <a:pt x="993" y="0"/>
                </a:lnTo>
                <a:lnTo>
                  <a:pt x="1024" y="0"/>
                </a:lnTo>
                <a:lnTo>
                  <a:pt x="1055" y="2"/>
                </a:lnTo>
                <a:lnTo>
                  <a:pt x="1086" y="3"/>
                </a:lnTo>
                <a:lnTo>
                  <a:pt x="1117" y="6"/>
                </a:lnTo>
                <a:lnTo>
                  <a:pt x="1148" y="9"/>
                </a:lnTo>
                <a:lnTo>
                  <a:pt x="1179" y="13"/>
                </a:lnTo>
                <a:lnTo>
                  <a:pt x="1210" y="17"/>
                </a:lnTo>
                <a:lnTo>
                  <a:pt x="1240" y="22"/>
                </a:lnTo>
                <a:lnTo>
                  <a:pt x="1270" y="28"/>
                </a:lnTo>
                <a:lnTo>
                  <a:pt x="1300" y="35"/>
                </a:lnTo>
                <a:lnTo>
                  <a:pt x="1329" y="42"/>
                </a:lnTo>
                <a:lnTo>
                  <a:pt x="1358" y="50"/>
                </a:lnTo>
                <a:lnTo>
                  <a:pt x="1387" y="59"/>
                </a:lnTo>
                <a:lnTo>
                  <a:pt x="1416" y="68"/>
                </a:lnTo>
                <a:lnTo>
                  <a:pt x="1445" y="78"/>
                </a:lnTo>
                <a:lnTo>
                  <a:pt x="1472" y="88"/>
                </a:lnTo>
                <a:lnTo>
                  <a:pt x="1499" y="99"/>
                </a:lnTo>
                <a:lnTo>
                  <a:pt x="1526" y="111"/>
                </a:lnTo>
                <a:lnTo>
                  <a:pt x="1552" y="123"/>
                </a:lnTo>
                <a:lnTo>
                  <a:pt x="1577" y="136"/>
                </a:lnTo>
                <a:lnTo>
                  <a:pt x="1602" y="149"/>
                </a:lnTo>
                <a:lnTo>
                  <a:pt x="1627" y="163"/>
                </a:lnTo>
                <a:lnTo>
                  <a:pt x="1650" y="178"/>
                </a:lnTo>
                <a:lnTo>
                  <a:pt x="1674" y="193"/>
                </a:lnTo>
                <a:lnTo>
                  <a:pt x="1696" y="208"/>
                </a:lnTo>
                <a:lnTo>
                  <a:pt x="1718" y="224"/>
                </a:lnTo>
                <a:lnTo>
                  <a:pt x="1739" y="241"/>
                </a:lnTo>
                <a:lnTo>
                  <a:pt x="1759" y="258"/>
                </a:lnTo>
                <a:lnTo>
                  <a:pt x="1778" y="275"/>
                </a:lnTo>
                <a:lnTo>
                  <a:pt x="1797" y="293"/>
                </a:lnTo>
                <a:lnTo>
                  <a:pt x="1815" y="312"/>
                </a:lnTo>
                <a:lnTo>
                  <a:pt x="1832" y="330"/>
                </a:lnTo>
                <a:lnTo>
                  <a:pt x="1848" y="349"/>
                </a:lnTo>
                <a:lnTo>
                  <a:pt x="1864" y="370"/>
                </a:lnTo>
                <a:lnTo>
                  <a:pt x="1878" y="389"/>
                </a:lnTo>
                <a:lnTo>
                  <a:pt x="1892" y="409"/>
                </a:lnTo>
                <a:lnTo>
                  <a:pt x="1905" y="430"/>
                </a:lnTo>
                <a:lnTo>
                  <a:pt x="1917" y="450"/>
                </a:lnTo>
                <a:lnTo>
                  <a:pt x="1928" y="471"/>
                </a:lnTo>
                <a:lnTo>
                  <a:pt x="1938" y="493"/>
                </a:lnTo>
                <a:lnTo>
                  <a:pt x="1947" y="514"/>
                </a:lnTo>
                <a:lnTo>
                  <a:pt x="1955" y="535"/>
                </a:lnTo>
                <a:lnTo>
                  <a:pt x="1963" y="557"/>
                </a:lnTo>
                <a:lnTo>
                  <a:pt x="1969" y="579"/>
                </a:lnTo>
                <a:lnTo>
                  <a:pt x="1974" y="601"/>
                </a:lnTo>
                <a:lnTo>
                  <a:pt x="1979" y="623"/>
                </a:lnTo>
                <a:lnTo>
                  <a:pt x="1982" y="645"/>
                </a:lnTo>
                <a:lnTo>
                  <a:pt x="1985" y="668"/>
                </a:lnTo>
                <a:lnTo>
                  <a:pt x="1986" y="690"/>
                </a:lnTo>
                <a:lnTo>
                  <a:pt x="1987" y="712"/>
                </a:lnTo>
                <a:close/>
              </a:path>
            </a:pathLst>
          </a:custGeom>
          <a:solidFill>
            <a:srgbClr val="ff99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2" name=""/>
          <p:cNvSpPr/>
          <p:nvPr/>
        </p:nvSpPr>
        <p:spPr>
          <a:xfrm>
            <a:off x="8062560" y="2944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3" name=""/>
          <p:cNvSpPr/>
          <p:nvPr/>
        </p:nvSpPr>
        <p:spPr>
          <a:xfrm>
            <a:off x="7705080" y="2688120"/>
            <a:ext cx="715320" cy="512640"/>
          </a:xfrm>
          <a:custGeom>
            <a:avLst/>
            <a:gdLst/>
            <a:ahLst/>
            <a:rect l="0" t="0" r="r" b="b"/>
            <a:pathLst>
              <a:path w="1987" h="1424">
                <a:moveTo>
                  <a:pt x="0" y="1424"/>
                </a:moveTo>
                <a:lnTo>
                  <a:pt x="0" y="0"/>
                </a:lnTo>
                <a:lnTo>
                  <a:pt x="1987" y="0"/>
                </a:lnTo>
                <a:lnTo>
                  <a:pt x="1987" y="1424"/>
                </a:lnTo>
                <a:lnTo>
                  <a:pt x="0" y="1424"/>
                </a:lnTo>
                <a:moveTo>
                  <a:pt x="1987" y="712"/>
                </a:moveTo>
                <a:lnTo>
                  <a:pt x="1986" y="690"/>
                </a:lnTo>
                <a:lnTo>
                  <a:pt x="1985" y="668"/>
                </a:lnTo>
                <a:lnTo>
                  <a:pt x="1982" y="645"/>
                </a:lnTo>
                <a:lnTo>
                  <a:pt x="1979" y="623"/>
                </a:lnTo>
                <a:lnTo>
                  <a:pt x="1974" y="601"/>
                </a:lnTo>
                <a:lnTo>
                  <a:pt x="1969" y="579"/>
                </a:lnTo>
                <a:lnTo>
                  <a:pt x="1963" y="557"/>
                </a:lnTo>
                <a:lnTo>
                  <a:pt x="1955" y="535"/>
                </a:lnTo>
                <a:lnTo>
                  <a:pt x="1947" y="514"/>
                </a:lnTo>
                <a:lnTo>
                  <a:pt x="1938" y="493"/>
                </a:lnTo>
                <a:lnTo>
                  <a:pt x="1928" y="471"/>
                </a:lnTo>
                <a:lnTo>
                  <a:pt x="1917" y="450"/>
                </a:lnTo>
                <a:lnTo>
                  <a:pt x="1905" y="430"/>
                </a:lnTo>
                <a:lnTo>
                  <a:pt x="1892" y="409"/>
                </a:lnTo>
                <a:lnTo>
                  <a:pt x="1878" y="389"/>
                </a:lnTo>
                <a:lnTo>
                  <a:pt x="1864" y="370"/>
                </a:lnTo>
                <a:lnTo>
                  <a:pt x="1848" y="349"/>
                </a:lnTo>
                <a:lnTo>
                  <a:pt x="1832" y="330"/>
                </a:lnTo>
                <a:lnTo>
                  <a:pt x="1815" y="312"/>
                </a:lnTo>
                <a:lnTo>
                  <a:pt x="1797" y="293"/>
                </a:lnTo>
                <a:lnTo>
                  <a:pt x="1778" y="275"/>
                </a:lnTo>
                <a:lnTo>
                  <a:pt x="1759" y="258"/>
                </a:lnTo>
                <a:lnTo>
                  <a:pt x="1739" y="241"/>
                </a:lnTo>
                <a:lnTo>
                  <a:pt x="1718" y="224"/>
                </a:lnTo>
                <a:lnTo>
                  <a:pt x="1696" y="208"/>
                </a:lnTo>
                <a:lnTo>
                  <a:pt x="1674" y="193"/>
                </a:lnTo>
                <a:lnTo>
                  <a:pt x="1650" y="178"/>
                </a:lnTo>
                <a:lnTo>
                  <a:pt x="1627" y="163"/>
                </a:lnTo>
                <a:lnTo>
                  <a:pt x="1602" y="149"/>
                </a:lnTo>
                <a:lnTo>
                  <a:pt x="1577" y="136"/>
                </a:lnTo>
                <a:lnTo>
                  <a:pt x="1552" y="123"/>
                </a:lnTo>
                <a:lnTo>
                  <a:pt x="1526" y="111"/>
                </a:lnTo>
                <a:lnTo>
                  <a:pt x="1499" y="99"/>
                </a:lnTo>
                <a:lnTo>
                  <a:pt x="1472" y="88"/>
                </a:lnTo>
                <a:lnTo>
                  <a:pt x="1445" y="78"/>
                </a:lnTo>
                <a:lnTo>
                  <a:pt x="1416" y="68"/>
                </a:lnTo>
                <a:lnTo>
                  <a:pt x="1387" y="59"/>
                </a:lnTo>
                <a:lnTo>
                  <a:pt x="1358" y="50"/>
                </a:lnTo>
                <a:lnTo>
                  <a:pt x="1329" y="42"/>
                </a:lnTo>
                <a:lnTo>
                  <a:pt x="1300" y="35"/>
                </a:lnTo>
                <a:lnTo>
                  <a:pt x="1270" y="28"/>
                </a:lnTo>
                <a:lnTo>
                  <a:pt x="1240" y="22"/>
                </a:lnTo>
                <a:lnTo>
                  <a:pt x="1210" y="17"/>
                </a:lnTo>
                <a:lnTo>
                  <a:pt x="1179" y="13"/>
                </a:lnTo>
                <a:lnTo>
                  <a:pt x="1148" y="9"/>
                </a:lnTo>
                <a:lnTo>
                  <a:pt x="1117" y="6"/>
                </a:lnTo>
                <a:lnTo>
                  <a:pt x="1086" y="3"/>
                </a:lnTo>
                <a:lnTo>
                  <a:pt x="1055" y="2"/>
                </a:lnTo>
                <a:lnTo>
                  <a:pt x="1024" y="0"/>
                </a:lnTo>
                <a:lnTo>
                  <a:pt x="993" y="0"/>
                </a:lnTo>
                <a:lnTo>
                  <a:pt x="962" y="0"/>
                </a:lnTo>
                <a:lnTo>
                  <a:pt x="931" y="2"/>
                </a:lnTo>
                <a:lnTo>
                  <a:pt x="900" y="3"/>
                </a:lnTo>
                <a:lnTo>
                  <a:pt x="869" y="6"/>
                </a:lnTo>
                <a:lnTo>
                  <a:pt x="838" y="9"/>
                </a:lnTo>
                <a:lnTo>
                  <a:pt x="807" y="13"/>
                </a:lnTo>
                <a:lnTo>
                  <a:pt x="776" y="17"/>
                </a:lnTo>
                <a:lnTo>
                  <a:pt x="746" y="22"/>
                </a:lnTo>
                <a:lnTo>
                  <a:pt x="716" y="28"/>
                </a:lnTo>
                <a:lnTo>
                  <a:pt x="686" y="35"/>
                </a:lnTo>
                <a:lnTo>
                  <a:pt x="657" y="42"/>
                </a:lnTo>
                <a:lnTo>
                  <a:pt x="628" y="50"/>
                </a:lnTo>
                <a:lnTo>
                  <a:pt x="599" y="59"/>
                </a:lnTo>
                <a:lnTo>
                  <a:pt x="570" y="68"/>
                </a:lnTo>
                <a:lnTo>
                  <a:pt x="542" y="78"/>
                </a:lnTo>
                <a:lnTo>
                  <a:pt x="515" y="88"/>
                </a:lnTo>
                <a:lnTo>
                  <a:pt x="488" y="99"/>
                </a:lnTo>
                <a:lnTo>
                  <a:pt x="461" y="111"/>
                </a:lnTo>
                <a:lnTo>
                  <a:pt x="435" y="123"/>
                </a:lnTo>
                <a:lnTo>
                  <a:pt x="409" y="136"/>
                </a:lnTo>
                <a:lnTo>
                  <a:pt x="385" y="149"/>
                </a:lnTo>
                <a:lnTo>
                  <a:pt x="360" y="163"/>
                </a:lnTo>
                <a:lnTo>
                  <a:pt x="336" y="178"/>
                </a:lnTo>
                <a:lnTo>
                  <a:pt x="313" y="193"/>
                </a:lnTo>
                <a:lnTo>
                  <a:pt x="291" y="208"/>
                </a:lnTo>
                <a:lnTo>
                  <a:pt x="269" y="224"/>
                </a:lnTo>
                <a:lnTo>
                  <a:pt x="248" y="241"/>
                </a:lnTo>
                <a:lnTo>
                  <a:pt x="228" y="258"/>
                </a:lnTo>
                <a:lnTo>
                  <a:pt x="209" y="275"/>
                </a:lnTo>
                <a:lnTo>
                  <a:pt x="190" y="293"/>
                </a:lnTo>
                <a:lnTo>
                  <a:pt x="172" y="312"/>
                </a:lnTo>
                <a:lnTo>
                  <a:pt x="155" y="330"/>
                </a:lnTo>
                <a:lnTo>
                  <a:pt x="138" y="349"/>
                </a:lnTo>
                <a:lnTo>
                  <a:pt x="123" y="370"/>
                </a:lnTo>
                <a:lnTo>
                  <a:pt x="108" y="389"/>
                </a:lnTo>
                <a:lnTo>
                  <a:pt x="95" y="409"/>
                </a:lnTo>
                <a:lnTo>
                  <a:pt x="82" y="430"/>
                </a:lnTo>
                <a:lnTo>
                  <a:pt x="70" y="450"/>
                </a:lnTo>
                <a:lnTo>
                  <a:pt x="59" y="471"/>
                </a:lnTo>
                <a:lnTo>
                  <a:pt x="49" y="493"/>
                </a:lnTo>
                <a:lnTo>
                  <a:pt x="40" y="514"/>
                </a:lnTo>
                <a:lnTo>
                  <a:pt x="31" y="535"/>
                </a:lnTo>
                <a:lnTo>
                  <a:pt x="24" y="557"/>
                </a:lnTo>
                <a:lnTo>
                  <a:pt x="18" y="579"/>
                </a:lnTo>
                <a:lnTo>
                  <a:pt x="12" y="601"/>
                </a:lnTo>
                <a:lnTo>
                  <a:pt x="8" y="623"/>
                </a:lnTo>
                <a:lnTo>
                  <a:pt x="5" y="645"/>
                </a:lnTo>
                <a:lnTo>
                  <a:pt x="2" y="668"/>
                </a:lnTo>
                <a:lnTo>
                  <a:pt x="1" y="690"/>
                </a:lnTo>
                <a:lnTo>
                  <a:pt x="0" y="712"/>
                </a:lnTo>
                <a:lnTo>
                  <a:pt x="1" y="735"/>
                </a:lnTo>
                <a:lnTo>
                  <a:pt x="2" y="757"/>
                </a:lnTo>
                <a:lnTo>
                  <a:pt x="5" y="779"/>
                </a:lnTo>
                <a:lnTo>
                  <a:pt x="8" y="801"/>
                </a:lnTo>
                <a:lnTo>
                  <a:pt x="12" y="824"/>
                </a:lnTo>
                <a:lnTo>
                  <a:pt x="18" y="846"/>
                </a:lnTo>
                <a:lnTo>
                  <a:pt x="24" y="867"/>
                </a:lnTo>
                <a:lnTo>
                  <a:pt x="31" y="889"/>
                </a:lnTo>
                <a:lnTo>
                  <a:pt x="40" y="911"/>
                </a:lnTo>
                <a:lnTo>
                  <a:pt x="49" y="932"/>
                </a:lnTo>
                <a:lnTo>
                  <a:pt x="59" y="953"/>
                </a:lnTo>
                <a:lnTo>
                  <a:pt x="70" y="974"/>
                </a:lnTo>
                <a:lnTo>
                  <a:pt x="82" y="995"/>
                </a:lnTo>
                <a:lnTo>
                  <a:pt x="95" y="1015"/>
                </a:lnTo>
                <a:lnTo>
                  <a:pt x="108" y="1035"/>
                </a:lnTo>
                <a:lnTo>
                  <a:pt x="123" y="1055"/>
                </a:lnTo>
                <a:lnTo>
                  <a:pt x="138" y="1074"/>
                </a:lnTo>
                <a:lnTo>
                  <a:pt x="155" y="1093"/>
                </a:lnTo>
                <a:lnTo>
                  <a:pt x="172" y="1112"/>
                </a:lnTo>
                <a:lnTo>
                  <a:pt x="190" y="1130"/>
                </a:lnTo>
                <a:lnTo>
                  <a:pt x="209" y="1148"/>
                </a:lnTo>
                <a:lnTo>
                  <a:pt x="228" y="1166"/>
                </a:lnTo>
                <a:lnTo>
                  <a:pt x="248" y="1183"/>
                </a:lnTo>
                <a:lnTo>
                  <a:pt x="269" y="1199"/>
                </a:lnTo>
                <a:lnTo>
                  <a:pt x="291" y="1215"/>
                </a:lnTo>
                <a:lnTo>
                  <a:pt x="313" y="1231"/>
                </a:lnTo>
                <a:lnTo>
                  <a:pt x="336" y="1246"/>
                </a:lnTo>
                <a:lnTo>
                  <a:pt x="360" y="1260"/>
                </a:lnTo>
                <a:lnTo>
                  <a:pt x="385" y="1274"/>
                </a:lnTo>
                <a:lnTo>
                  <a:pt x="409" y="1288"/>
                </a:lnTo>
                <a:lnTo>
                  <a:pt x="435" y="1301"/>
                </a:lnTo>
                <a:lnTo>
                  <a:pt x="461" y="1313"/>
                </a:lnTo>
                <a:lnTo>
                  <a:pt x="488" y="1324"/>
                </a:lnTo>
                <a:lnTo>
                  <a:pt x="515" y="1336"/>
                </a:lnTo>
                <a:lnTo>
                  <a:pt x="542" y="1346"/>
                </a:lnTo>
                <a:lnTo>
                  <a:pt x="570" y="1356"/>
                </a:lnTo>
                <a:lnTo>
                  <a:pt x="599" y="1365"/>
                </a:lnTo>
                <a:lnTo>
                  <a:pt x="628" y="1374"/>
                </a:lnTo>
                <a:lnTo>
                  <a:pt x="657" y="1381"/>
                </a:lnTo>
                <a:lnTo>
                  <a:pt x="686" y="1389"/>
                </a:lnTo>
                <a:lnTo>
                  <a:pt x="716" y="1395"/>
                </a:lnTo>
                <a:lnTo>
                  <a:pt x="746" y="1401"/>
                </a:lnTo>
                <a:lnTo>
                  <a:pt x="776" y="1406"/>
                </a:lnTo>
                <a:lnTo>
                  <a:pt x="807" y="1411"/>
                </a:lnTo>
                <a:lnTo>
                  <a:pt x="838" y="1415"/>
                </a:lnTo>
                <a:lnTo>
                  <a:pt x="869" y="1418"/>
                </a:lnTo>
                <a:lnTo>
                  <a:pt x="900" y="1420"/>
                </a:lnTo>
                <a:lnTo>
                  <a:pt x="931" y="1422"/>
                </a:lnTo>
                <a:lnTo>
                  <a:pt x="962" y="1423"/>
                </a:lnTo>
                <a:lnTo>
                  <a:pt x="993" y="1424"/>
                </a:lnTo>
                <a:lnTo>
                  <a:pt x="1024" y="1423"/>
                </a:lnTo>
                <a:lnTo>
                  <a:pt x="1055" y="1422"/>
                </a:lnTo>
                <a:lnTo>
                  <a:pt x="1086" y="1420"/>
                </a:lnTo>
                <a:lnTo>
                  <a:pt x="1117" y="1418"/>
                </a:lnTo>
                <a:lnTo>
                  <a:pt x="1148" y="1415"/>
                </a:lnTo>
                <a:lnTo>
                  <a:pt x="1179" y="1411"/>
                </a:lnTo>
                <a:lnTo>
                  <a:pt x="1210" y="1406"/>
                </a:lnTo>
                <a:lnTo>
                  <a:pt x="1240" y="1401"/>
                </a:lnTo>
                <a:lnTo>
                  <a:pt x="1270" y="1395"/>
                </a:lnTo>
                <a:lnTo>
                  <a:pt x="1300" y="1389"/>
                </a:lnTo>
                <a:lnTo>
                  <a:pt x="1329" y="1381"/>
                </a:lnTo>
                <a:lnTo>
                  <a:pt x="1358" y="1374"/>
                </a:lnTo>
                <a:lnTo>
                  <a:pt x="1387" y="1365"/>
                </a:lnTo>
                <a:lnTo>
                  <a:pt x="1416" y="1356"/>
                </a:lnTo>
                <a:lnTo>
                  <a:pt x="1445" y="1346"/>
                </a:lnTo>
                <a:lnTo>
                  <a:pt x="1472" y="1336"/>
                </a:lnTo>
                <a:lnTo>
                  <a:pt x="1499" y="1324"/>
                </a:lnTo>
                <a:lnTo>
                  <a:pt x="1526" y="1313"/>
                </a:lnTo>
                <a:lnTo>
                  <a:pt x="1552" y="1301"/>
                </a:lnTo>
                <a:lnTo>
                  <a:pt x="1577" y="1288"/>
                </a:lnTo>
                <a:lnTo>
                  <a:pt x="1602" y="1274"/>
                </a:lnTo>
                <a:lnTo>
                  <a:pt x="1627" y="1260"/>
                </a:lnTo>
                <a:lnTo>
                  <a:pt x="1650" y="1246"/>
                </a:lnTo>
                <a:lnTo>
                  <a:pt x="1674" y="1231"/>
                </a:lnTo>
                <a:lnTo>
                  <a:pt x="1696" y="1215"/>
                </a:lnTo>
                <a:lnTo>
                  <a:pt x="1718" y="1199"/>
                </a:lnTo>
                <a:lnTo>
                  <a:pt x="1739" y="1183"/>
                </a:lnTo>
                <a:lnTo>
                  <a:pt x="1759" y="1166"/>
                </a:lnTo>
                <a:lnTo>
                  <a:pt x="1778" y="1148"/>
                </a:lnTo>
                <a:lnTo>
                  <a:pt x="1797" y="1130"/>
                </a:lnTo>
                <a:lnTo>
                  <a:pt x="1815" y="1112"/>
                </a:lnTo>
                <a:lnTo>
                  <a:pt x="1832" y="1093"/>
                </a:lnTo>
                <a:lnTo>
                  <a:pt x="1848" y="1074"/>
                </a:lnTo>
                <a:lnTo>
                  <a:pt x="1864" y="1055"/>
                </a:lnTo>
                <a:lnTo>
                  <a:pt x="1878" y="1035"/>
                </a:lnTo>
                <a:lnTo>
                  <a:pt x="1892" y="1015"/>
                </a:lnTo>
                <a:lnTo>
                  <a:pt x="1905" y="995"/>
                </a:lnTo>
                <a:lnTo>
                  <a:pt x="1917" y="974"/>
                </a:lnTo>
                <a:lnTo>
                  <a:pt x="1928" y="953"/>
                </a:lnTo>
                <a:lnTo>
                  <a:pt x="1938" y="932"/>
                </a:lnTo>
                <a:lnTo>
                  <a:pt x="1947" y="911"/>
                </a:lnTo>
                <a:lnTo>
                  <a:pt x="1955" y="889"/>
                </a:lnTo>
                <a:lnTo>
                  <a:pt x="1963" y="867"/>
                </a:lnTo>
                <a:lnTo>
                  <a:pt x="1969" y="846"/>
                </a:lnTo>
                <a:lnTo>
                  <a:pt x="1974" y="824"/>
                </a:lnTo>
                <a:lnTo>
                  <a:pt x="1979" y="801"/>
                </a:lnTo>
                <a:lnTo>
                  <a:pt x="1982" y="779"/>
                </a:lnTo>
                <a:lnTo>
                  <a:pt x="1985" y="757"/>
                </a:lnTo>
                <a:lnTo>
                  <a:pt x="1986" y="735"/>
                </a:lnTo>
                <a:lnTo>
                  <a:pt x="1987" y="712"/>
                </a:lnTo>
                <a:close/>
              </a:path>
            </a:pathLst>
          </a:custGeom>
          <a:solidFill>
            <a:srgbClr val="ff99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4" name=""/>
          <p:cNvSpPr/>
          <p:nvPr/>
        </p:nvSpPr>
        <p:spPr>
          <a:xfrm>
            <a:off x="7705080" y="2688120"/>
            <a:ext cx="715320" cy="512640"/>
          </a:xfrm>
          <a:custGeom>
            <a:avLst/>
            <a:gdLst/>
            <a:ahLst/>
            <a:rect l="0" t="0" r="r" b="b"/>
            <a:pathLst>
              <a:path w="1987" h="1424">
                <a:moveTo>
                  <a:pt x="0" y="712"/>
                </a:moveTo>
                <a:cubicBezTo>
                  <a:pt x="0" y="319"/>
                  <a:pt x="445" y="0"/>
                  <a:pt x="993" y="0"/>
                </a:cubicBezTo>
                <a:cubicBezTo>
                  <a:pt x="1542" y="0"/>
                  <a:pt x="1987" y="319"/>
                  <a:pt x="1987" y="712"/>
                </a:cubicBezTo>
                <a:cubicBezTo>
                  <a:pt x="1987" y="1105"/>
                  <a:pt x="1542" y="1424"/>
                  <a:pt x="993" y="1424"/>
                </a:cubicBezTo>
                <a:cubicBezTo>
                  <a:pt x="445" y="1424"/>
                  <a:pt x="0" y="1105"/>
                  <a:pt x="0" y="712"/>
                </a:cubicBez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5" name=""/>
          <p:cNvSpPr txBox="1"/>
          <p:nvPr/>
        </p:nvSpPr>
        <p:spPr>
          <a:xfrm>
            <a:off x="6824880" y="5234400"/>
            <a:ext cx="72756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Bulb is </a:t>
            </a:r>
            <a:r>
              <a:rPr b="1" lang="en-US" sz="1200" spc="-1" strike="noStrike">
                <a:solidFill>
                  <a:srgbClr val="d9d9d9"/>
                </a:solidFill>
                <a:latin typeface="Arial"/>
                <a:ea typeface="Arial"/>
              </a:rPr>
              <a:t>ON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6" name=""/>
          <p:cNvSpPr/>
          <p:nvPr/>
        </p:nvSpPr>
        <p:spPr>
          <a:xfrm>
            <a:off x="8180640" y="4033800"/>
            <a:ext cx="523080" cy="355320"/>
          </a:xfrm>
          <a:custGeom>
            <a:avLst/>
            <a:gdLst/>
            <a:ahLst/>
            <a:rect l="0" t="0" r="r" b="b"/>
            <a:pathLst>
              <a:path w="1453" h="987">
                <a:moveTo>
                  <a:pt x="0" y="0"/>
                </a:moveTo>
                <a:lnTo>
                  <a:pt x="1453" y="0"/>
                </a:lnTo>
                <a:lnTo>
                  <a:pt x="1453" y="987"/>
                </a:lnTo>
                <a:lnTo>
                  <a:pt x="0" y="987"/>
                </a:lnTo>
                <a:lnTo>
                  <a:pt x="0" y="0"/>
                </a:lnTo>
                <a:moveTo>
                  <a:pt x="1096" y="494"/>
                </a:moveTo>
                <a:lnTo>
                  <a:pt x="356" y="123"/>
                </a:lnTo>
                <a:lnTo>
                  <a:pt x="356" y="864"/>
                </a:lnTo>
                <a:lnTo>
                  <a:pt x="1096" y="494"/>
                </a:lnTo>
                <a:close/>
              </a:path>
            </a:pathLst>
          </a:custGeom>
          <a:solidFill>
            <a:srgbClr val="ffc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7" name=""/>
          <p:cNvSpPr/>
          <p:nvPr/>
        </p:nvSpPr>
        <p:spPr>
          <a:xfrm>
            <a:off x="8308800" y="4078080"/>
            <a:ext cx="266760" cy="266760"/>
          </a:xfrm>
          <a:custGeom>
            <a:avLst/>
            <a:gdLst/>
            <a:ahLst/>
            <a:rect l="0" t="0" r="r" b="b"/>
            <a:pathLst>
              <a:path w="741" h="741">
                <a:moveTo>
                  <a:pt x="741" y="371"/>
                </a:moveTo>
                <a:lnTo>
                  <a:pt x="0" y="0"/>
                </a:lnTo>
                <a:lnTo>
                  <a:pt x="0" y="741"/>
                </a:lnTo>
                <a:lnTo>
                  <a:pt x="741" y="371"/>
                </a:lnTo>
                <a:close/>
              </a:path>
            </a:pathLst>
          </a:custGeom>
          <a:solidFill>
            <a:srgbClr val="99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318" name=""/>
          <p:cNvSpPr/>
          <p:nvPr/>
        </p:nvSpPr>
        <p:spPr>
          <a:xfrm>
            <a:off x="8308800" y="4078080"/>
            <a:ext cx="266760" cy="266760"/>
          </a:xfrm>
          <a:custGeom>
            <a:avLst/>
            <a:gdLst/>
            <a:ahLst/>
            <a:rect l="0" t="0" r="r" b="b"/>
            <a:pathLst>
              <a:path w="741" h="741">
                <a:moveTo>
                  <a:pt x="741" y="371"/>
                </a:moveTo>
                <a:lnTo>
                  <a:pt x="0" y="741"/>
                </a:lnTo>
                <a:lnTo>
                  <a:pt x="0" y="0"/>
                </a:lnTo>
                <a:lnTo>
                  <a:pt x="741" y="371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19" name=""/>
          <p:cNvSpPr/>
          <p:nvPr/>
        </p:nvSpPr>
        <p:spPr>
          <a:xfrm>
            <a:off x="8180640" y="4033800"/>
            <a:ext cx="523080" cy="355320"/>
          </a:xfrm>
          <a:custGeom>
            <a:avLst/>
            <a:gdLst/>
            <a:ahLst/>
            <a:rect l="0" t="0" r="r" b="b"/>
            <a:pathLst>
              <a:path w="1453" h="987">
                <a:moveTo>
                  <a:pt x="0" y="987"/>
                </a:moveTo>
                <a:lnTo>
                  <a:pt x="1453" y="987"/>
                </a:lnTo>
                <a:lnTo>
                  <a:pt x="1453" y="0"/>
                </a:lnTo>
                <a:lnTo>
                  <a:pt x="0" y="0"/>
                </a:lnTo>
                <a:lnTo>
                  <a:pt x="0" y="987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0" name=""/>
          <p:cNvSpPr/>
          <p:nvPr/>
        </p:nvSpPr>
        <p:spPr>
          <a:xfrm>
            <a:off x="7964280" y="3343320"/>
            <a:ext cx="210600" cy="2880"/>
          </a:xfrm>
          <a:custGeom>
            <a:avLst/>
            <a:gdLst/>
            <a:ahLst/>
            <a:rect l="0" t="0" r="r" b="b"/>
            <a:pathLst>
              <a:path w="585" h="8">
                <a:moveTo>
                  <a:pt x="0" y="0"/>
                </a:moveTo>
                <a:lnTo>
                  <a:pt x="585" y="0"/>
                </a:lnTo>
                <a:lnTo>
                  <a:pt x="585" y="8"/>
                </a:lnTo>
                <a:lnTo>
                  <a:pt x="0" y="8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1" name=""/>
          <p:cNvSpPr/>
          <p:nvPr/>
        </p:nvSpPr>
        <p:spPr>
          <a:xfrm>
            <a:off x="7964280" y="33458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2" name=""/>
          <p:cNvSpPr/>
          <p:nvPr/>
        </p:nvSpPr>
        <p:spPr>
          <a:xfrm>
            <a:off x="7964280" y="33462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3" name=""/>
          <p:cNvSpPr/>
          <p:nvPr/>
        </p:nvSpPr>
        <p:spPr>
          <a:xfrm>
            <a:off x="7964280" y="33469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4" name=""/>
          <p:cNvSpPr/>
          <p:nvPr/>
        </p:nvSpPr>
        <p:spPr>
          <a:xfrm>
            <a:off x="7964280" y="3348000"/>
            <a:ext cx="210600" cy="2520"/>
          </a:xfrm>
          <a:custGeom>
            <a:avLst/>
            <a:gdLst/>
            <a:ahLst/>
            <a:rect l="0" t="0" r="r" b="b"/>
            <a:pathLst>
              <a:path w="585" h="7">
                <a:moveTo>
                  <a:pt x="0" y="0"/>
                </a:moveTo>
                <a:lnTo>
                  <a:pt x="585" y="0"/>
                </a:lnTo>
                <a:lnTo>
                  <a:pt x="585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5" name=""/>
          <p:cNvSpPr/>
          <p:nvPr/>
        </p:nvSpPr>
        <p:spPr>
          <a:xfrm>
            <a:off x="7964280" y="33501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6" name=""/>
          <p:cNvSpPr/>
          <p:nvPr/>
        </p:nvSpPr>
        <p:spPr>
          <a:xfrm>
            <a:off x="7964280" y="33512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7" name=""/>
          <p:cNvSpPr/>
          <p:nvPr/>
        </p:nvSpPr>
        <p:spPr>
          <a:xfrm>
            <a:off x="7964280" y="3352320"/>
            <a:ext cx="210600" cy="2520"/>
          </a:xfrm>
          <a:custGeom>
            <a:avLst/>
            <a:gdLst/>
            <a:ahLst/>
            <a:rect l="0" t="0" r="r" b="b"/>
            <a:pathLst>
              <a:path w="585" h="7">
                <a:moveTo>
                  <a:pt x="0" y="0"/>
                </a:moveTo>
                <a:lnTo>
                  <a:pt x="585" y="0"/>
                </a:lnTo>
                <a:lnTo>
                  <a:pt x="585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8" name=""/>
          <p:cNvSpPr/>
          <p:nvPr/>
        </p:nvSpPr>
        <p:spPr>
          <a:xfrm>
            <a:off x="7964280" y="33544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29" name=""/>
          <p:cNvSpPr/>
          <p:nvPr/>
        </p:nvSpPr>
        <p:spPr>
          <a:xfrm>
            <a:off x="7964280" y="33552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0" name=""/>
          <p:cNvSpPr/>
          <p:nvPr/>
        </p:nvSpPr>
        <p:spPr>
          <a:xfrm>
            <a:off x="7964280" y="33555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1" name=""/>
          <p:cNvSpPr/>
          <p:nvPr/>
        </p:nvSpPr>
        <p:spPr>
          <a:xfrm>
            <a:off x="7964280" y="33566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2" name=""/>
          <p:cNvSpPr/>
          <p:nvPr/>
        </p:nvSpPr>
        <p:spPr>
          <a:xfrm>
            <a:off x="7964280" y="33577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3" name=""/>
          <p:cNvSpPr/>
          <p:nvPr/>
        </p:nvSpPr>
        <p:spPr>
          <a:xfrm>
            <a:off x="7964280" y="33584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4" name=""/>
          <p:cNvSpPr/>
          <p:nvPr/>
        </p:nvSpPr>
        <p:spPr>
          <a:xfrm>
            <a:off x="7964280" y="3358800"/>
            <a:ext cx="210600" cy="1800"/>
          </a:xfrm>
          <a:custGeom>
            <a:avLst/>
            <a:gdLst/>
            <a:ahLst/>
            <a:rect l="0" t="0" r="r" b="b"/>
            <a:pathLst>
              <a:path w="585" h="5">
                <a:moveTo>
                  <a:pt x="0" y="0"/>
                </a:moveTo>
                <a:lnTo>
                  <a:pt x="585" y="0"/>
                </a:lnTo>
                <a:lnTo>
                  <a:pt x="585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5" name=""/>
          <p:cNvSpPr/>
          <p:nvPr/>
        </p:nvSpPr>
        <p:spPr>
          <a:xfrm>
            <a:off x="7964280" y="33602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6" name=""/>
          <p:cNvSpPr/>
          <p:nvPr/>
        </p:nvSpPr>
        <p:spPr>
          <a:xfrm>
            <a:off x="7964280" y="33606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7" name=""/>
          <p:cNvSpPr/>
          <p:nvPr/>
        </p:nvSpPr>
        <p:spPr>
          <a:xfrm>
            <a:off x="7964280" y="3361320"/>
            <a:ext cx="210600" cy="2520"/>
          </a:xfrm>
          <a:custGeom>
            <a:avLst/>
            <a:gdLst/>
            <a:ahLst/>
            <a:rect l="0" t="0" r="r" b="b"/>
            <a:pathLst>
              <a:path w="585" h="7">
                <a:moveTo>
                  <a:pt x="0" y="0"/>
                </a:moveTo>
                <a:lnTo>
                  <a:pt x="585" y="0"/>
                </a:lnTo>
                <a:lnTo>
                  <a:pt x="585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8" name=""/>
          <p:cNvSpPr/>
          <p:nvPr/>
        </p:nvSpPr>
        <p:spPr>
          <a:xfrm>
            <a:off x="7964280" y="3363480"/>
            <a:ext cx="210600" cy="2520"/>
          </a:xfrm>
          <a:custGeom>
            <a:avLst/>
            <a:gdLst/>
            <a:ahLst/>
            <a:rect l="0" t="0" r="r" b="b"/>
            <a:pathLst>
              <a:path w="585" h="7">
                <a:moveTo>
                  <a:pt x="0" y="0"/>
                </a:moveTo>
                <a:lnTo>
                  <a:pt x="585" y="0"/>
                </a:lnTo>
                <a:lnTo>
                  <a:pt x="585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39" name=""/>
          <p:cNvSpPr/>
          <p:nvPr/>
        </p:nvSpPr>
        <p:spPr>
          <a:xfrm>
            <a:off x="7964280" y="3365640"/>
            <a:ext cx="210600" cy="2520"/>
          </a:xfrm>
          <a:custGeom>
            <a:avLst/>
            <a:gdLst/>
            <a:ahLst/>
            <a:rect l="0" t="0" r="r" b="b"/>
            <a:pathLst>
              <a:path w="585" h="7">
                <a:moveTo>
                  <a:pt x="0" y="0"/>
                </a:moveTo>
                <a:lnTo>
                  <a:pt x="585" y="0"/>
                </a:lnTo>
                <a:lnTo>
                  <a:pt x="585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0" name=""/>
          <p:cNvSpPr/>
          <p:nvPr/>
        </p:nvSpPr>
        <p:spPr>
          <a:xfrm>
            <a:off x="7964280" y="33678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1" name=""/>
          <p:cNvSpPr/>
          <p:nvPr/>
        </p:nvSpPr>
        <p:spPr>
          <a:xfrm>
            <a:off x="7964280" y="33688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2" name=""/>
          <p:cNvSpPr/>
          <p:nvPr/>
        </p:nvSpPr>
        <p:spPr>
          <a:xfrm>
            <a:off x="7964280" y="33696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3" name=""/>
          <p:cNvSpPr/>
          <p:nvPr/>
        </p:nvSpPr>
        <p:spPr>
          <a:xfrm>
            <a:off x="7964280" y="33699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4" name=""/>
          <p:cNvSpPr/>
          <p:nvPr/>
        </p:nvSpPr>
        <p:spPr>
          <a:xfrm>
            <a:off x="7964280" y="33710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0f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5" name=""/>
          <p:cNvSpPr/>
          <p:nvPr/>
        </p:nvSpPr>
        <p:spPr>
          <a:xfrm>
            <a:off x="7964280" y="33721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6" name=""/>
          <p:cNvSpPr/>
          <p:nvPr/>
        </p:nvSpPr>
        <p:spPr>
          <a:xfrm>
            <a:off x="7964280" y="33728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7" name=""/>
          <p:cNvSpPr/>
          <p:nvPr/>
        </p:nvSpPr>
        <p:spPr>
          <a:xfrm>
            <a:off x="7964280" y="3373200"/>
            <a:ext cx="210600" cy="2160"/>
          </a:xfrm>
          <a:custGeom>
            <a:avLst/>
            <a:gdLst/>
            <a:ahLst/>
            <a:rect l="0" t="0" r="r" b="b"/>
            <a:pathLst>
              <a:path w="585" h="6">
                <a:moveTo>
                  <a:pt x="0" y="0"/>
                </a:moveTo>
                <a:lnTo>
                  <a:pt x="585" y="0"/>
                </a:lnTo>
                <a:lnTo>
                  <a:pt x="585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8" name=""/>
          <p:cNvSpPr/>
          <p:nvPr/>
        </p:nvSpPr>
        <p:spPr>
          <a:xfrm>
            <a:off x="7964280" y="33746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49" name=""/>
          <p:cNvSpPr/>
          <p:nvPr/>
        </p:nvSpPr>
        <p:spPr>
          <a:xfrm>
            <a:off x="7964280" y="33757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0" name=""/>
          <p:cNvSpPr/>
          <p:nvPr/>
        </p:nvSpPr>
        <p:spPr>
          <a:xfrm>
            <a:off x="7964280" y="33760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1" name=""/>
          <p:cNvSpPr/>
          <p:nvPr/>
        </p:nvSpPr>
        <p:spPr>
          <a:xfrm>
            <a:off x="7964280" y="33768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2" name=""/>
          <p:cNvSpPr/>
          <p:nvPr/>
        </p:nvSpPr>
        <p:spPr>
          <a:xfrm>
            <a:off x="7964280" y="33771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3" name=""/>
          <p:cNvSpPr/>
          <p:nvPr/>
        </p:nvSpPr>
        <p:spPr>
          <a:xfrm>
            <a:off x="7964280" y="33778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4" name=""/>
          <p:cNvSpPr/>
          <p:nvPr/>
        </p:nvSpPr>
        <p:spPr>
          <a:xfrm>
            <a:off x="7964280" y="33789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5" name=""/>
          <p:cNvSpPr/>
          <p:nvPr/>
        </p:nvSpPr>
        <p:spPr>
          <a:xfrm>
            <a:off x="7964280" y="33800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6" name=""/>
          <p:cNvSpPr/>
          <p:nvPr/>
        </p:nvSpPr>
        <p:spPr>
          <a:xfrm>
            <a:off x="7964280" y="33811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7" name=""/>
          <p:cNvSpPr/>
          <p:nvPr/>
        </p:nvSpPr>
        <p:spPr>
          <a:xfrm>
            <a:off x="7964280" y="33822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8" name=""/>
          <p:cNvSpPr/>
          <p:nvPr/>
        </p:nvSpPr>
        <p:spPr>
          <a:xfrm>
            <a:off x="7964280" y="33832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59" name=""/>
          <p:cNvSpPr/>
          <p:nvPr/>
        </p:nvSpPr>
        <p:spPr>
          <a:xfrm>
            <a:off x="7964280" y="33843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0" name=""/>
          <p:cNvSpPr/>
          <p:nvPr/>
        </p:nvSpPr>
        <p:spPr>
          <a:xfrm>
            <a:off x="7964280" y="33854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1" name=""/>
          <p:cNvSpPr/>
          <p:nvPr/>
        </p:nvSpPr>
        <p:spPr>
          <a:xfrm>
            <a:off x="7964280" y="33865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2" name=""/>
          <p:cNvSpPr/>
          <p:nvPr/>
        </p:nvSpPr>
        <p:spPr>
          <a:xfrm>
            <a:off x="7964280" y="3387600"/>
            <a:ext cx="210600" cy="1800"/>
          </a:xfrm>
          <a:custGeom>
            <a:avLst/>
            <a:gdLst/>
            <a:ahLst/>
            <a:rect l="0" t="0" r="r" b="b"/>
            <a:pathLst>
              <a:path w="585" h="5">
                <a:moveTo>
                  <a:pt x="0" y="0"/>
                </a:moveTo>
                <a:lnTo>
                  <a:pt x="585" y="0"/>
                </a:lnTo>
                <a:lnTo>
                  <a:pt x="585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3" name=""/>
          <p:cNvSpPr/>
          <p:nvPr/>
        </p:nvSpPr>
        <p:spPr>
          <a:xfrm>
            <a:off x="7964280" y="33890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4" name=""/>
          <p:cNvSpPr/>
          <p:nvPr/>
        </p:nvSpPr>
        <p:spPr>
          <a:xfrm>
            <a:off x="7964280" y="33901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5" name=""/>
          <p:cNvSpPr/>
          <p:nvPr/>
        </p:nvSpPr>
        <p:spPr>
          <a:xfrm>
            <a:off x="7964280" y="33904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6" name=""/>
          <p:cNvSpPr/>
          <p:nvPr/>
        </p:nvSpPr>
        <p:spPr>
          <a:xfrm>
            <a:off x="7964280" y="33912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7" name=""/>
          <p:cNvSpPr/>
          <p:nvPr/>
        </p:nvSpPr>
        <p:spPr>
          <a:xfrm>
            <a:off x="7964280" y="33915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8" name=""/>
          <p:cNvSpPr/>
          <p:nvPr/>
        </p:nvSpPr>
        <p:spPr>
          <a:xfrm>
            <a:off x="7964280" y="33922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69" name=""/>
          <p:cNvSpPr/>
          <p:nvPr/>
        </p:nvSpPr>
        <p:spPr>
          <a:xfrm>
            <a:off x="7964280" y="33926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0" name=""/>
          <p:cNvSpPr/>
          <p:nvPr/>
        </p:nvSpPr>
        <p:spPr>
          <a:xfrm>
            <a:off x="7964280" y="33933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1" name=""/>
          <p:cNvSpPr/>
          <p:nvPr/>
        </p:nvSpPr>
        <p:spPr>
          <a:xfrm>
            <a:off x="7964280" y="33944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2" name=""/>
          <p:cNvSpPr/>
          <p:nvPr/>
        </p:nvSpPr>
        <p:spPr>
          <a:xfrm>
            <a:off x="7964280" y="33948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bdb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3" name=""/>
          <p:cNvSpPr/>
          <p:nvPr/>
        </p:nvSpPr>
        <p:spPr>
          <a:xfrm>
            <a:off x="7964280" y="33955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4" name=""/>
          <p:cNvSpPr/>
          <p:nvPr/>
        </p:nvSpPr>
        <p:spPr>
          <a:xfrm>
            <a:off x="7964280" y="33962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5" name=""/>
          <p:cNvSpPr/>
          <p:nvPr/>
        </p:nvSpPr>
        <p:spPr>
          <a:xfrm>
            <a:off x="7964280" y="33966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6" name=""/>
          <p:cNvSpPr/>
          <p:nvPr/>
        </p:nvSpPr>
        <p:spPr>
          <a:xfrm>
            <a:off x="7964280" y="33976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7" name=""/>
          <p:cNvSpPr/>
          <p:nvPr/>
        </p:nvSpPr>
        <p:spPr>
          <a:xfrm>
            <a:off x="7964280" y="33984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8" name=""/>
          <p:cNvSpPr/>
          <p:nvPr/>
        </p:nvSpPr>
        <p:spPr>
          <a:xfrm>
            <a:off x="7964280" y="33987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79" name=""/>
          <p:cNvSpPr/>
          <p:nvPr/>
        </p:nvSpPr>
        <p:spPr>
          <a:xfrm>
            <a:off x="7964280" y="33998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0" name=""/>
          <p:cNvSpPr/>
          <p:nvPr/>
        </p:nvSpPr>
        <p:spPr>
          <a:xfrm>
            <a:off x="7964280" y="34005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1" name=""/>
          <p:cNvSpPr/>
          <p:nvPr/>
        </p:nvSpPr>
        <p:spPr>
          <a:xfrm>
            <a:off x="7964280" y="34009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2" name=""/>
          <p:cNvSpPr/>
          <p:nvPr/>
        </p:nvSpPr>
        <p:spPr>
          <a:xfrm>
            <a:off x="7964280" y="34016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3" name=""/>
          <p:cNvSpPr/>
          <p:nvPr/>
        </p:nvSpPr>
        <p:spPr>
          <a:xfrm>
            <a:off x="7964280" y="34020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4" name=""/>
          <p:cNvSpPr/>
          <p:nvPr/>
        </p:nvSpPr>
        <p:spPr>
          <a:xfrm>
            <a:off x="7964280" y="34027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5" name=""/>
          <p:cNvSpPr/>
          <p:nvPr/>
        </p:nvSpPr>
        <p:spPr>
          <a:xfrm>
            <a:off x="7964280" y="34034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6" name=""/>
          <p:cNvSpPr/>
          <p:nvPr/>
        </p:nvSpPr>
        <p:spPr>
          <a:xfrm>
            <a:off x="7964280" y="34038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7" name=""/>
          <p:cNvSpPr/>
          <p:nvPr/>
        </p:nvSpPr>
        <p:spPr>
          <a:xfrm>
            <a:off x="7964280" y="34045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8" name=""/>
          <p:cNvSpPr/>
          <p:nvPr/>
        </p:nvSpPr>
        <p:spPr>
          <a:xfrm>
            <a:off x="7964280" y="34048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89" name=""/>
          <p:cNvSpPr/>
          <p:nvPr/>
        </p:nvSpPr>
        <p:spPr>
          <a:xfrm>
            <a:off x="7964280" y="34056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0" name=""/>
          <p:cNvSpPr/>
          <p:nvPr/>
        </p:nvSpPr>
        <p:spPr>
          <a:xfrm>
            <a:off x="7964280" y="34059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1" name=""/>
          <p:cNvSpPr/>
          <p:nvPr/>
        </p:nvSpPr>
        <p:spPr>
          <a:xfrm>
            <a:off x="7964280" y="34066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2" name=""/>
          <p:cNvSpPr/>
          <p:nvPr/>
        </p:nvSpPr>
        <p:spPr>
          <a:xfrm>
            <a:off x="7964280" y="34070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3" name=""/>
          <p:cNvSpPr/>
          <p:nvPr/>
        </p:nvSpPr>
        <p:spPr>
          <a:xfrm>
            <a:off x="7964280" y="34077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4" name=""/>
          <p:cNvSpPr/>
          <p:nvPr/>
        </p:nvSpPr>
        <p:spPr>
          <a:xfrm>
            <a:off x="7964280" y="34081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5" name=""/>
          <p:cNvSpPr/>
          <p:nvPr/>
        </p:nvSpPr>
        <p:spPr>
          <a:xfrm>
            <a:off x="7964280" y="34088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6" name=""/>
          <p:cNvSpPr/>
          <p:nvPr/>
        </p:nvSpPr>
        <p:spPr>
          <a:xfrm>
            <a:off x="7964280" y="34092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7" name=""/>
          <p:cNvSpPr/>
          <p:nvPr/>
        </p:nvSpPr>
        <p:spPr>
          <a:xfrm>
            <a:off x="7964280" y="34099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8" name=""/>
          <p:cNvSpPr/>
          <p:nvPr/>
        </p:nvSpPr>
        <p:spPr>
          <a:xfrm>
            <a:off x="7964280" y="34106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399" name=""/>
          <p:cNvSpPr/>
          <p:nvPr/>
        </p:nvSpPr>
        <p:spPr>
          <a:xfrm>
            <a:off x="7964280" y="34110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0" name=""/>
          <p:cNvSpPr/>
          <p:nvPr/>
        </p:nvSpPr>
        <p:spPr>
          <a:xfrm>
            <a:off x="7964280" y="34117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1" name=""/>
          <p:cNvSpPr/>
          <p:nvPr/>
        </p:nvSpPr>
        <p:spPr>
          <a:xfrm>
            <a:off x="7964280" y="34120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2" name=""/>
          <p:cNvSpPr/>
          <p:nvPr/>
        </p:nvSpPr>
        <p:spPr>
          <a:xfrm>
            <a:off x="7964280" y="34128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3" name=""/>
          <p:cNvSpPr/>
          <p:nvPr/>
        </p:nvSpPr>
        <p:spPr>
          <a:xfrm>
            <a:off x="7964280" y="34131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4" name=""/>
          <p:cNvSpPr/>
          <p:nvPr/>
        </p:nvSpPr>
        <p:spPr>
          <a:xfrm>
            <a:off x="7964280" y="34138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5" name=""/>
          <p:cNvSpPr/>
          <p:nvPr/>
        </p:nvSpPr>
        <p:spPr>
          <a:xfrm>
            <a:off x="7964280" y="34142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6" name=""/>
          <p:cNvSpPr/>
          <p:nvPr/>
        </p:nvSpPr>
        <p:spPr>
          <a:xfrm>
            <a:off x="7964280" y="34149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7" name=""/>
          <p:cNvSpPr/>
          <p:nvPr/>
        </p:nvSpPr>
        <p:spPr>
          <a:xfrm>
            <a:off x="7964280" y="34153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8" name=""/>
          <p:cNvSpPr/>
          <p:nvPr/>
        </p:nvSpPr>
        <p:spPr>
          <a:xfrm>
            <a:off x="7964280" y="34160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09" name=""/>
          <p:cNvSpPr/>
          <p:nvPr/>
        </p:nvSpPr>
        <p:spPr>
          <a:xfrm>
            <a:off x="7964280" y="34164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0" name=""/>
          <p:cNvSpPr/>
          <p:nvPr/>
        </p:nvSpPr>
        <p:spPr>
          <a:xfrm>
            <a:off x="7964280" y="34171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1" name=""/>
          <p:cNvSpPr/>
          <p:nvPr/>
        </p:nvSpPr>
        <p:spPr>
          <a:xfrm>
            <a:off x="7964280" y="34178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2" name=""/>
          <p:cNvSpPr/>
          <p:nvPr/>
        </p:nvSpPr>
        <p:spPr>
          <a:xfrm>
            <a:off x="7964280" y="34182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3" name=""/>
          <p:cNvSpPr/>
          <p:nvPr/>
        </p:nvSpPr>
        <p:spPr>
          <a:xfrm>
            <a:off x="7964280" y="34189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4" name=""/>
          <p:cNvSpPr/>
          <p:nvPr/>
        </p:nvSpPr>
        <p:spPr>
          <a:xfrm>
            <a:off x="7964280" y="34192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5" name=""/>
          <p:cNvSpPr/>
          <p:nvPr/>
        </p:nvSpPr>
        <p:spPr>
          <a:xfrm>
            <a:off x="7964280" y="34200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6" name=""/>
          <p:cNvSpPr/>
          <p:nvPr/>
        </p:nvSpPr>
        <p:spPr>
          <a:xfrm>
            <a:off x="7964280" y="34203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7" name=""/>
          <p:cNvSpPr/>
          <p:nvPr/>
        </p:nvSpPr>
        <p:spPr>
          <a:xfrm>
            <a:off x="7964280" y="34210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8" name=""/>
          <p:cNvSpPr/>
          <p:nvPr/>
        </p:nvSpPr>
        <p:spPr>
          <a:xfrm>
            <a:off x="7964280" y="34214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19" name=""/>
          <p:cNvSpPr/>
          <p:nvPr/>
        </p:nvSpPr>
        <p:spPr>
          <a:xfrm>
            <a:off x="7964280" y="34221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0" name=""/>
          <p:cNvSpPr/>
          <p:nvPr/>
        </p:nvSpPr>
        <p:spPr>
          <a:xfrm>
            <a:off x="7964280" y="34225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1" name=""/>
          <p:cNvSpPr/>
          <p:nvPr/>
        </p:nvSpPr>
        <p:spPr>
          <a:xfrm>
            <a:off x="7964280" y="34232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2" name=""/>
          <p:cNvSpPr/>
          <p:nvPr/>
        </p:nvSpPr>
        <p:spPr>
          <a:xfrm>
            <a:off x="7964280" y="34236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3" name=""/>
          <p:cNvSpPr/>
          <p:nvPr/>
        </p:nvSpPr>
        <p:spPr>
          <a:xfrm>
            <a:off x="7964280" y="34243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4" name=""/>
          <p:cNvSpPr/>
          <p:nvPr/>
        </p:nvSpPr>
        <p:spPr>
          <a:xfrm>
            <a:off x="7964280" y="34250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5" name=""/>
          <p:cNvSpPr/>
          <p:nvPr/>
        </p:nvSpPr>
        <p:spPr>
          <a:xfrm>
            <a:off x="7964280" y="34254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6" name=""/>
          <p:cNvSpPr/>
          <p:nvPr/>
        </p:nvSpPr>
        <p:spPr>
          <a:xfrm>
            <a:off x="7964280" y="34261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7" name=""/>
          <p:cNvSpPr/>
          <p:nvPr/>
        </p:nvSpPr>
        <p:spPr>
          <a:xfrm>
            <a:off x="7964280" y="34264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8" name=""/>
          <p:cNvSpPr/>
          <p:nvPr/>
        </p:nvSpPr>
        <p:spPr>
          <a:xfrm>
            <a:off x="7964280" y="34272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29" name=""/>
          <p:cNvSpPr/>
          <p:nvPr/>
        </p:nvSpPr>
        <p:spPr>
          <a:xfrm>
            <a:off x="7964280" y="34275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0" name=""/>
          <p:cNvSpPr/>
          <p:nvPr/>
        </p:nvSpPr>
        <p:spPr>
          <a:xfrm>
            <a:off x="7964280" y="34282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1" name=""/>
          <p:cNvSpPr/>
          <p:nvPr/>
        </p:nvSpPr>
        <p:spPr>
          <a:xfrm>
            <a:off x="7964280" y="34286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2" name=""/>
          <p:cNvSpPr/>
          <p:nvPr/>
        </p:nvSpPr>
        <p:spPr>
          <a:xfrm>
            <a:off x="7964280" y="34293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3" name=""/>
          <p:cNvSpPr/>
          <p:nvPr/>
        </p:nvSpPr>
        <p:spPr>
          <a:xfrm>
            <a:off x="7964280" y="34297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4" name=""/>
          <p:cNvSpPr/>
          <p:nvPr/>
        </p:nvSpPr>
        <p:spPr>
          <a:xfrm>
            <a:off x="7964280" y="34304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5" name=""/>
          <p:cNvSpPr/>
          <p:nvPr/>
        </p:nvSpPr>
        <p:spPr>
          <a:xfrm>
            <a:off x="7964280" y="34308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6" name=""/>
          <p:cNvSpPr/>
          <p:nvPr/>
        </p:nvSpPr>
        <p:spPr>
          <a:xfrm>
            <a:off x="7964280" y="34315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7" name=""/>
          <p:cNvSpPr/>
          <p:nvPr/>
        </p:nvSpPr>
        <p:spPr>
          <a:xfrm>
            <a:off x="7964280" y="34318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8" name=""/>
          <p:cNvSpPr/>
          <p:nvPr/>
        </p:nvSpPr>
        <p:spPr>
          <a:xfrm>
            <a:off x="7964280" y="34326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39" name=""/>
          <p:cNvSpPr/>
          <p:nvPr/>
        </p:nvSpPr>
        <p:spPr>
          <a:xfrm>
            <a:off x="7964280" y="34333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40" name=""/>
          <p:cNvSpPr/>
          <p:nvPr/>
        </p:nvSpPr>
        <p:spPr>
          <a:xfrm>
            <a:off x="7964280" y="34336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41" name=""/>
          <p:cNvSpPr/>
          <p:nvPr/>
        </p:nvSpPr>
        <p:spPr>
          <a:xfrm>
            <a:off x="7964280" y="34344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442" name=""/>
          <p:cNvSpPr/>
          <p:nvPr/>
        </p:nvSpPr>
        <p:spPr>
          <a:xfrm>
            <a:off x="7964280" y="34347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43" name=""/>
          <p:cNvSpPr/>
          <p:nvPr/>
        </p:nvSpPr>
        <p:spPr>
          <a:xfrm>
            <a:off x="7964280" y="34354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44" name=""/>
          <p:cNvSpPr/>
          <p:nvPr/>
        </p:nvSpPr>
        <p:spPr>
          <a:xfrm>
            <a:off x="7964280" y="34358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45" name=""/>
          <p:cNvSpPr/>
          <p:nvPr/>
        </p:nvSpPr>
        <p:spPr>
          <a:xfrm>
            <a:off x="7964280" y="34365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46" name=""/>
          <p:cNvSpPr/>
          <p:nvPr/>
        </p:nvSpPr>
        <p:spPr>
          <a:xfrm>
            <a:off x="7964280" y="34369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47" name=""/>
          <p:cNvSpPr/>
          <p:nvPr/>
        </p:nvSpPr>
        <p:spPr>
          <a:xfrm>
            <a:off x="7964280" y="34376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48" name=""/>
          <p:cNvSpPr/>
          <p:nvPr/>
        </p:nvSpPr>
        <p:spPr>
          <a:xfrm>
            <a:off x="7964280" y="34380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49" name=""/>
          <p:cNvSpPr/>
          <p:nvPr/>
        </p:nvSpPr>
        <p:spPr>
          <a:xfrm>
            <a:off x="7964280" y="34387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0" name=""/>
          <p:cNvSpPr/>
          <p:nvPr/>
        </p:nvSpPr>
        <p:spPr>
          <a:xfrm>
            <a:off x="7964280" y="34390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1" name=""/>
          <p:cNvSpPr/>
          <p:nvPr/>
        </p:nvSpPr>
        <p:spPr>
          <a:xfrm>
            <a:off x="7964280" y="34398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2" name=""/>
          <p:cNvSpPr/>
          <p:nvPr/>
        </p:nvSpPr>
        <p:spPr>
          <a:xfrm>
            <a:off x="7964280" y="34405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3" name=""/>
          <p:cNvSpPr/>
          <p:nvPr/>
        </p:nvSpPr>
        <p:spPr>
          <a:xfrm>
            <a:off x="7964280" y="34408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4" name=""/>
          <p:cNvSpPr/>
          <p:nvPr/>
        </p:nvSpPr>
        <p:spPr>
          <a:xfrm>
            <a:off x="7964280" y="34416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5" name=""/>
          <p:cNvSpPr/>
          <p:nvPr/>
        </p:nvSpPr>
        <p:spPr>
          <a:xfrm>
            <a:off x="7964280" y="34419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6" name=""/>
          <p:cNvSpPr/>
          <p:nvPr/>
        </p:nvSpPr>
        <p:spPr>
          <a:xfrm>
            <a:off x="7964280" y="34426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7" name=""/>
          <p:cNvSpPr/>
          <p:nvPr/>
        </p:nvSpPr>
        <p:spPr>
          <a:xfrm>
            <a:off x="7964280" y="34430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8" name=""/>
          <p:cNvSpPr/>
          <p:nvPr/>
        </p:nvSpPr>
        <p:spPr>
          <a:xfrm>
            <a:off x="7964280" y="34437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59" name=""/>
          <p:cNvSpPr/>
          <p:nvPr/>
        </p:nvSpPr>
        <p:spPr>
          <a:xfrm>
            <a:off x="7964280" y="34441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0" name=""/>
          <p:cNvSpPr/>
          <p:nvPr/>
        </p:nvSpPr>
        <p:spPr>
          <a:xfrm>
            <a:off x="7964280" y="34448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1" name=""/>
          <p:cNvSpPr/>
          <p:nvPr/>
        </p:nvSpPr>
        <p:spPr>
          <a:xfrm>
            <a:off x="7964280" y="34452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2" name=""/>
          <p:cNvSpPr/>
          <p:nvPr/>
        </p:nvSpPr>
        <p:spPr>
          <a:xfrm>
            <a:off x="7964280" y="34459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3" name=""/>
          <p:cNvSpPr/>
          <p:nvPr/>
        </p:nvSpPr>
        <p:spPr>
          <a:xfrm>
            <a:off x="7964280" y="34462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4" name=""/>
          <p:cNvSpPr/>
          <p:nvPr/>
        </p:nvSpPr>
        <p:spPr>
          <a:xfrm>
            <a:off x="7964280" y="34470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5" name=""/>
          <p:cNvSpPr/>
          <p:nvPr/>
        </p:nvSpPr>
        <p:spPr>
          <a:xfrm>
            <a:off x="7964280" y="34477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6" name=""/>
          <p:cNvSpPr/>
          <p:nvPr/>
        </p:nvSpPr>
        <p:spPr>
          <a:xfrm>
            <a:off x="7964280" y="34480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7" name=""/>
          <p:cNvSpPr/>
          <p:nvPr/>
        </p:nvSpPr>
        <p:spPr>
          <a:xfrm>
            <a:off x="7964280" y="34488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8" name=""/>
          <p:cNvSpPr/>
          <p:nvPr/>
        </p:nvSpPr>
        <p:spPr>
          <a:xfrm>
            <a:off x="7964280" y="34491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69" name=""/>
          <p:cNvSpPr/>
          <p:nvPr/>
        </p:nvSpPr>
        <p:spPr>
          <a:xfrm>
            <a:off x="7964280" y="34498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0" name=""/>
          <p:cNvSpPr/>
          <p:nvPr/>
        </p:nvSpPr>
        <p:spPr>
          <a:xfrm>
            <a:off x="7964280" y="34502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1" name=""/>
          <p:cNvSpPr/>
          <p:nvPr/>
        </p:nvSpPr>
        <p:spPr>
          <a:xfrm>
            <a:off x="7964280" y="34509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2" name=""/>
          <p:cNvSpPr/>
          <p:nvPr/>
        </p:nvSpPr>
        <p:spPr>
          <a:xfrm>
            <a:off x="7964280" y="34520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3" name=""/>
          <p:cNvSpPr/>
          <p:nvPr/>
        </p:nvSpPr>
        <p:spPr>
          <a:xfrm>
            <a:off x="7964280" y="34524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4" name=""/>
          <p:cNvSpPr/>
          <p:nvPr/>
        </p:nvSpPr>
        <p:spPr>
          <a:xfrm>
            <a:off x="7964280" y="34531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5" name=""/>
          <p:cNvSpPr/>
          <p:nvPr/>
        </p:nvSpPr>
        <p:spPr>
          <a:xfrm>
            <a:off x="7964280" y="34534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6" name=""/>
          <p:cNvSpPr/>
          <p:nvPr/>
        </p:nvSpPr>
        <p:spPr>
          <a:xfrm>
            <a:off x="7964280" y="34542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7" name=""/>
          <p:cNvSpPr/>
          <p:nvPr/>
        </p:nvSpPr>
        <p:spPr>
          <a:xfrm>
            <a:off x="7964280" y="34552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b7b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8" name=""/>
          <p:cNvSpPr/>
          <p:nvPr/>
        </p:nvSpPr>
        <p:spPr>
          <a:xfrm>
            <a:off x="7964280" y="34560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7a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79" name=""/>
          <p:cNvSpPr/>
          <p:nvPr/>
        </p:nvSpPr>
        <p:spPr>
          <a:xfrm>
            <a:off x="7964280" y="34563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0" name=""/>
          <p:cNvSpPr/>
          <p:nvPr/>
        </p:nvSpPr>
        <p:spPr>
          <a:xfrm>
            <a:off x="7964280" y="34574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87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1" name=""/>
          <p:cNvSpPr/>
          <p:nvPr/>
        </p:nvSpPr>
        <p:spPr>
          <a:xfrm>
            <a:off x="7964280" y="34581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2" name=""/>
          <p:cNvSpPr/>
          <p:nvPr/>
        </p:nvSpPr>
        <p:spPr>
          <a:xfrm>
            <a:off x="7964280" y="34585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67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3" name=""/>
          <p:cNvSpPr/>
          <p:nvPr/>
        </p:nvSpPr>
        <p:spPr>
          <a:xfrm>
            <a:off x="7964280" y="34596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57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4" name=""/>
          <p:cNvSpPr/>
          <p:nvPr/>
        </p:nvSpPr>
        <p:spPr>
          <a:xfrm>
            <a:off x="7964280" y="34603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5" name=""/>
          <p:cNvSpPr/>
          <p:nvPr/>
        </p:nvSpPr>
        <p:spPr>
          <a:xfrm>
            <a:off x="7964280" y="34606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6" name=""/>
          <p:cNvSpPr/>
          <p:nvPr/>
        </p:nvSpPr>
        <p:spPr>
          <a:xfrm>
            <a:off x="7964280" y="34614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7" name=""/>
          <p:cNvSpPr/>
          <p:nvPr/>
        </p:nvSpPr>
        <p:spPr>
          <a:xfrm>
            <a:off x="7964280" y="34621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8" name=""/>
          <p:cNvSpPr/>
          <p:nvPr/>
        </p:nvSpPr>
        <p:spPr>
          <a:xfrm>
            <a:off x="7964280" y="34632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171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89" name=""/>
          <p:cNvSpPr/>
          <p:nvPr/>
        </p:nvSpPr>
        <p:spPr>
          <a:xfrm>
            <a:off x="7964280" y="34635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0" name=""/>
          <p:cNvSpPr/>
          <p:nvPr/>
        </p:nvSpPr>
        <p:spPr>
          <a:xfrm>
            <a:off x="7964280" y="34642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1" name=""/>
          <p:cNvSpPr/>
          <p:nvPr/>
        </p:nvSpPr>
        <p:spPr>
          <a:xfrm>
            <a:off x="7964280" y="34646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2" name=""/>
          <p:cNvSpPr/>
          <p:nvPr/>
        </p:nvSpPr>
        <p:spPr>
          <a:xfrm>
            <a:off x="7964280" y="34653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e6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3" name=""/>
          <p:cNvSpPr/>
          <p:nvPr/>
        </p:nvSpPr>
        <p:spPr>
          <a:xfrm>
            <a:off x="7964280" y="34664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4" name=""/>
          <p:cNvSpPr/>
          <p:nvPr/>
        </p:nvSpPr>
        <p:spPr>
          <a:xfrm>
            <a:off x="7964280" y="34675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c6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5" name=""/>
          <p:cNvSpPr/>
          <p:nvPr/>
        </p:nvSpPr>
        <p:spPr>
          <a:xfrm>
            <a:off x="7964280" y="34686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6" name=""/>
          <p:cNvSpPr/>
          <p:nvPr/>
        </p:nvSpPr>
        <p:spPr>
          <a:xfrm>
            <a:off x="7964280" y="34696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7" name=""/>
          <p:cNvSpPr/>
          <p:nvPr/>
        </p:nvSpPr>
        <p:spPr>
          <a:xfrm>
            <a:off x="7964280" y="347040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8" name=""/>
          <p:cNvSpPr/>
          <p:nvPr/>
        </p:nvSpPr>
        <p:spPr>
          <a:xfrm>
            <a:off x="7964280" y="347076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499" name=""/>
          <p:cNvSpPr/>
          <p:nvPr/>
        </p:nvSpPr>
        <p:spPr>
          <a:xfrm>
            <a:off x="7964280" y="34714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0" name=""/>
          <p:cNvSpPr/>
          <p:nvPr/>
        </p:nvSpPr>
        <p:spPr>
          <a:xfrm>
            <a:off x="7964280" y="34718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1" name=""/>
          <p:cNvSpPr/>
          <p:nvPr/>
        </p:nvSpPr>
        <p:spPr>
          <a:xfrm>
            <a:off x="7964280" y="34725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2" name=""/>
          <p:cNvSpPr/>
          <p:nvPr/>
        </p:nvSpPr>
        <p:spPr>
          <a:xfrm>
            <a:off x="7964280" y="34729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3" name=""/>
          <p:cNvSpPr/>
          <p:nvPr/>
        </p:nvSpPr>
        <p:spPr>
          <a:xfrm>
            <a:off x="7964280" y="347364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4" name=""/>
          <p:cNvSpPr/>
          <p:nvPr/>
        </p:nvSpPr>
        <p:spPr>
          <a:xfrm>
            <a:off x="7964280" y="34740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5" name=""/>
          <p:cNvSpPr/>
          <p:nvPr/>
        </p:nvSpPr>
        <p:spPr>
          <a:xfrm>
            <a:off x="7964280" y="3475080"/>
            <a:ext cx="210600" cy="1800"/>
          </a:xfrm>
          <a:custGeom>
            <a:avLst/>
            <a:gdLst/>
            <a:ahLst/>
            <a:rect l="0" t="0" r="r" b="b"/>
            <a:pathLst>
              <a:path w="585" h="5">
                <a:moveTo>
                  <a:pt x="0" y="0"/>
                </a:moveTo>
                <a:lnTo>
                  <a:pt x="585" y="0"/>
                </a:lnTo>
                <a:lnTo>
                  <a:pt x="585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6" name=""/>
          <p:cNvSpPr/>
          <p:nvPr/>
        </p:nvSpPr>
        <p:spPr>
          <a:xfrm>
            <a:off x="7964280" y="34765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7" name=""/>
          <p:cNvSpPr/>
          <p:nvPr/>
        </p:nvSpPr>
        <p:spPr>
          <a:xfrm>
            <a:off x="7964280" y="34776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363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8" name=""/>
          <p:cNvSpPr/>
          <p:nvPr/>
        </p:nvSpPr>
        <p:spPr>
          <a:xfrm>
            <a:off x="7964280" y="347868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09" name=""/>
          <p:cNvSpPr/>
          <p:nvPr/>
        </p:nvSpPr>
        <p:spPr>
          <a:xfrm>
            <a:off x="7964280" y="34790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10" name=""/>
          <p:cNvSpPr/>
          <p:nvPr/>
        </p:nvSpPr>
        <p:spPr>
          <a:xfrm>
            <a:off x="7964280" y="347976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11" name=""/>
          <p:cNvSpPr/>
          <p:nvPr/>
        </p:nvSpPr>
        <p:spPr>
          <a:xfrm>
            <a:off x="7964280" y="348012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12" name=""/>
          <p:cNvSpPr/>
          <p:nvPr/>
        </p:nvSpPr>
        <p:spPr>
          <a:xfrm>
            <a:off x="7964280" y="348084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13" name=""/>
          <p:cNvSpPr/>
          <p:nvPr/>
        </p:nvSpPr>
        <p:spPr>
          <a:xfrm>
            <a:off x="7964280" y="3481920"/>
            <a:ext cx="210600" cy="720"/>
          </a:xfrm>
          <a:custGeom>
            <a:avLst/>
            <a:gdLst/>
            <a:ahLst/>
            <a:rect l="0" t="0" r="r" b="b"/>
            <a:pathLst>
              <a:path w="585" h="2">
                <a:moveTo>
                  <a:pt x="0" y="0"/>
                </a:moveTo>
                <a:lnTo>
                  <a:pt x="585" y="0"/>
                </a:lnTo>
                <a:lnTo>
                  <a:pt x="58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14" name=""/>
          <p:cNvSpPr/>
          <p:nvPr/>
        </p:nvSpPr>
        <p:spPr>
          <a:xfrm>
            <a:off x="7964280" y="34822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15" name=""/>
          <p:cNvSpPr/>
          <p:nvPr/>
        </p:nvSpPr>
        <p:spPr>
          <a:xfrm>
            <a:off x="7964280" y="348300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16" name=""/>
          <p:cNvSpPr/>
          <p:nvPr/>
        </p:nvSpPr>
        <p:spPr>
          <a:xfrm>
            <a:off x="7964280" y="3484080"/>
            <a:ext cx="210600" cy="1440"/>
          </a:xfrm>
          <a:custGeom>
            <a:avLst/>
            <a:gdLst/>
            <a:ahLst/>
            <a:rect l="0" t="0" r="r" b="b"/>
            <a:pathLst>
              <a:path w="585" h="4">
                <a:moveTo>
                  <a:pt x="0" y="0"/>
                </a:moveTo>
                <a:lnTo>
                  <a:pt x="585" y="0"/>
                </a:lnTo>
                <a:lnTo>
                  <a:pt x="585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517" name=""/>
          <p:cNvSpPr/>
          <p:nvPr/>
        </p:nvSpPr>
        <p:spPr>
          <a:xfrm>
            <a:off x="7964280" y="3343320"/>
            <a:ext cx="210600" cy="142200"/>
          </a:xfrm>
          <a:custGeom>
            <a:avLst/>
            <a:gdLst/>
            <a:ahLst/>
            <a:rect l="0" t="0" r="r" b="b"/>
            <a:pathLst>
              <a:path w="585" h="395">
                <a:moveTo>
                  <a:pt x="0" y="197"/>
                </a:moveTo>
                <a:cubicBezTo>
                  <a:pt x="0" y="89"/>
                  <a:pt x="131" y="0"/>
                  <a:pt x="292" y="0"/>
                </a:cubicBezTo>
                <a:cubicBezTo>
                  <a:pt x="454" y="0"/>
                  <a:pt x="585" y="89"/>
                  <a:pt x="585" y="197"/>
                </a:cubicBezTo>
                <a:cubicBezTo>
                  <a:pt x="585" y="306"/>
                  <a:pt x="454" y="395"/>
                  <a:pt x="292" y="395"/>
                </a:cubicBezTo>
                <a:cubicBezTo>
                  <a:pt x="131" y="395"/>
                  <a:pt x="0" y="306"/>
                  <a:pt x="0" y="197"/>
                </a:cubicBez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18" name=""/>
          <p:cNvSpPr/>
          <p:nvPr/>
        </p:nvSpPr>
        <p:spPr>
          <a:xfrm>
            <a:off x="7842240" y="320328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0"/>
                </a:moveTo>
                <a:lnTo>
                  <a:pt x="41" y="0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19" name=""/>
          <p:cNvSpPr/>
          <p:nvPr/>
        </p:nvSpPr>
        <p:spPr>
          <a:xfrm>
            <a:off x="7842240" y="3203280"/>
            <a:ext cx="22320" cy="1800"/>
          </a:xfrm>
          <a:custGeom>
            <a:avLst/>
            <a:gdLst/>
            <a:ahLst/>
            <a:rect l="0" t="0" r="r" b="b"/>
            <a:pathLst>
              <a:path w="62" h="5">
                <a:moveTo>
                  <a:pt x="0" y="4"/>
                </a:moveTo>
                <a:lnTo>
                  <a:pt x="41" y="0"/>
                </a:lnTo>
                <a:lnTo>
                  <a:pt x="62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0" name=""/>
          <p:cNvSpPr/>
          <p:nvPr/>
        </p:nvSpPr>
        <p:spPr>
          <a:xfrm>
            <a:off x="7842240" y="3203280"/>
            <a:ext cx="29520" cy="2160"/>
          </a:xfrm>
          <a:custGeom>
            <a:avLst/>
            <a:gdLst/>
            <a:ahLst/>
            <a:rect l="0" t="0" r="r" b="b"/>
            <a:pathLst>
              <a:path w="82" h="6">
                <a:moveTo>
                  <a:pt x="0" y="4"/>
                </a:moveTo>
                <a:lnTo>
                  <a:pt x="62" y="0"/>
                </a:lnTo>
                <a:lnTo>
                  <a:pt x="82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1" name=""/>
          <p:cNvSpPr/>
          <p:nvPr/>
        </p:nvSpPr>
        <p:spPr>
          <a:xfrm>
            <a:off x="7842240" y="3203280"/>
            <a:ext cx="43920" cy="3240"/>
          </a:xfrm>
          <a:custGeom>
            <a:avLst/>
            <a:gdLst/>
            <a:ahLst/>
            <a:rect l="0" t="0" r="r" b="b"/>
            <a:pathLst>
              <a:path w="122" h="9">
                <a:moveTo>
                  <a:pt x="0" y="6"/>
                </a:moveTo>
                <a:lnTo>
                  <a:pt x="81" y="0"/>
                </a:lnTo>
                <a:lnTo>
                  <a:pt x="122" y="0"/>
                </a:lnTo>
                <a:lnTo>
                  <a:pt x="0" y="9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2" name=""/>
          <p:cNvSpPr/>
          <p:nvPr/>
        </p:nvSpPr>
        <p:spPr>
          <a:xfrm>
            <a:off x="7842240" y="3203280"/>
            <a:ext cx="47520" cy="3600"/>
          </a:xfrm>
          <a:custGeom>
            <a:avLst/>
            <a:gdLst/>
            <a:ahLst/>
            <a:rect l="0" t="0" r="r" b="b"/>
            <a:pathLst>
              <a:path w="132" h="10">
                <a:moveTo>
                  <a:pt x="0" y="9"/>
                </a:moveTo>
                <a:lnTo>
                  <a:pt x="122" y="0"/>
                </a:lnTo>
                <a:lnTo>
                  <a:pt x="132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3" name=""/>
          <p:cNvSpPr/>
          <p:nvPr/>
        </p:nvSpPr>
        <p:spPr>
          <a:xfrm>
            <a:off x="7842240" y="3203280"/>
            <a:ext cx="51120" cy="3600"/>
          </a:xfrm>
          <a:custGeom>
            <a:avLst/>
            <a:gdLst/>
            <a:ahLst/>
            <a:rect l="0" t="0" r="r" b="b"/>
            <a:pathLst>
              <a:path w="142" h="10">
                <a:moveTo>
                  <a:pt x="0" y="10"/>
                </a:moveTo>
                <a:lnTo>
                  <a:pt x="132" y="0"/>
                </a:lnTo>
                <a:lnTo>
                  <a:pt x="142" y="0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4" name=""/>
          <p:cNvSpPr/>
          <p:nvPr/>
        </p:nvSpPr>
        <p:spPr>
          <a:xfrm>
            <a:off x="7842240" y="3203280"/>
            <a:ext cx="58320" cy="4320"/>
          </a:xfrm>
          <a:custGeom>
            <a:avLst/>
            <a:gdLst/>
            <a:ahLst/>
            <a:rect l="0" t="0" r="r" b="b"/>
            <a:pathLst>
              <a:path w="162" h="12">
                <a:moveTo>
                  <a:pt x="0" y="10"/>
                </a:moveTo>
                <a:lnTo>
                  <a:pt x="142" y="0"/>
                </a:lnTo>
                <a:lnTo>
                  <a:pt x="162" y="0"/>
                </a:lnTo>
                <a:lnTo>
                  <a:pt x="0" y="12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5" name=""/>
          <p:cNvSpPr/>
          <p:nvPr/>
        </p:nvSpPr>
        <p:spPr>
          <a:xfrm>
            <a:off x="7842240" y="3203280"/>
            <a:ext cx="65520" cy="4680"/>
          </a:xfrm>
          <a:custGeom>
            <a:avLst/>
            <a:gdLst/>
            <a:ahLst/>
            <a:rect l="0" t="0" r="r" b="b"/>
            <a:pathLst>
              <a:path w="182" h="13">
                <a:moveTo>
                  <a:pt x="0" y="12"/>
                </a:moveTo>
                <a:lnTo>
                  <a:pt x="162" y="0"/>
                </a:lnTo>
                <a:lnTo>
                  <a:pt x="182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6" name=""/>
          <p:cNvSpPr/>
          <p:nvPr/>
        </p:nvSpPr>
        <p:spPr>
          <a:xfrm>
            <a:off x="7842240" y="3203280"/>
            <a:ext cx="69120" cy="5040"/>
          </a:xfrm>
          <a:custGeom>
            <a:avLst/>
            <a:gdLst/>
            <a:ahLst/>
            <a:rect l="0" t="0" r="r" b="b"/>
            <a:pathLst>
              <a:path w="192" h="14">
                <a:moveTo>
                  <a:pt x="0" y="13"/>
                </a:moveTo>
                <a:lnTo>
                  <a:pt x="182" y="0"/>
                </a:lnTo>
                <a:lnTo>
                  <a:pt x="192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7" name=""/>
          <p:cNvSpPr/>
          <p:nvPr/>
        </p:nvSpPr>
        <p:spPr>
          <a:xfrm>
            <a:off x="7842240" y="3203280"/>
            <a:ext cx="72720" cy="5040"/>
          </a:xfrm>
          <a:custGeom>
            <a:avLst/>
            <a:gdLst/>
            <a:ahLst/>
            <a:rect l="0" t="0" r="r" b="b"/>
            <a:pathLst>
              <a:path w="202" h="14">
                <a:moveTo>
                  <a:pt x="0" y="14"/>
                </a:moveTo>
                <a:lnTo>
                  <a:pt x="192" y="0"/>
                </a:lnTo>
                <a:lnTo>
                  <a:pt x="202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8" name=""/>
          <p:cNvSpPr/>
          <p:nvPr/>
        </p:nvSpPr>
        <p:spPr>
          <a:xfrm>
            <a:off x="7842240" y="3203280"/>
            <a:ext cx="87480" cy="6120"/>
          </a:xfrm>
          <a:custGeom>
            <a:avLst/>
            <a:gdLst/>
            <a:ahLst/>
            <a:rect l="0" t="0" r="r" b="b"/>
            <a:pathLst>
              <a:path w="243" h="17">
                <a:moveTo>
                  <a:pt x="0" y="14"/>
                </a:moveTo>
                <a:lnTo>
                  <a:pt x="202" y="0"/>
                </a:lnTo>
                <a:lnTo>
                  <a:pt x="243" y="0"/>
                </a:lnTo>
                <a:lnTo>
                  <a:pt x="0" y="17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29" name=""/>
          <p:cNvSpPr/>
          <p:nvPr/>
        </p:nvSpPr>
        <p:spPr>
          <a:xfrm>
            <a:off x="7842240" y="3203280"/>
            <a:ext cx="91080" cy="6480"/>
          </a:xfrm>
          <a:custGeom>
            <a:avLst/>
            <a:gdLst/>
            <a:ahLst/>
            <a:rect l="0" t="0" r="r" b="b"/>
            <a:pathLst>
              <a:path w="253" h="18">
                <a:moveTo>
                  <a:pt x="0" y="17"/>
                </a:moveTo>
                <a:lnTo>
                  <a:pt x="243" y="0"/>
                </a:lnTo>
                <a:lnTo>
                  <a:pt x="253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0" name=""/>
          <p:cNvSpPr/>
          <p:nvPr/>
        </p:nvSpPr>
        <p:spPr>
          <a:xfrm>
            <a:off x="7842240" y="3203280"/>
            <a:ext cx="94680" cy="6480"/>
          </a:xfrm>
          <a:custGeom>
            <a:avLst/>
            <a:gdLst/>
            <a:ahLst/>
            <a:rect l="0" t="0" r="r" b="b"/>
            <a:pathLst>
              <a:path w="263" h="18">
                <a:moveTo>
                  <a:pt x="0" y="18"/>
                </a:moveTo>
                <a:lnTo>
                  <a:pt x="253" y="0"/>
                </a:lnTo>
                <a:lnTo>
                  <a:pt x="263" y="0"/>
                </a:lnTo>
                <a:lnTo>
                  <a:pt x="0" y="18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1" name=""/>
          <p:cNvSpPr/>
          <p:nvPr/>
        </p:nvSpPr>
        <p:spPr>
          <a:xfrm>
            <a:off x="7842240" y="3203280"/>
            <a:ext cx="101880" cy="7200"/>
          </a:xfrm>
          <a:custGeom>
            <a:avLst/>
            <a:gdLst/>
            <a:ahLst/>
            <a:rect l="0" t="0" r="r" b="b"/>
            <a:pathLst>
              <a:path w="283" h="20">
                <a:moveTo>
                  <a:pt x="0" y="18"/>
                </a:moveTo>
                <a:lnTo>
                  <a:pt x="262" y="0"/>
                </a:lnTo>
                <a:lnTo>
                  <a:pt x="283" y="0"/>
                </a:lnTo>
                <a:lnTo>
                  <a:pt x="0" y="20"/>
                </a:lnTo>
                <a:lnTo>
                  <a:pt x="0" y="18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2" name=""/>
          <p:cNvSpPr/>
          <p:nvPr/>
        </p:nvSpPr>
        <p:spPr>
          <a:xfrm>
            <a:off x="7842240" y="3203280"/>
            <a:ext cx="105480" cy="7200"/>
          </a:xfrm>
          <a:custGeom>
            <a:avLst/>
            <a:gdLst/>
            <a:ahLst/>
            <a:rect l="0" t="0" r="r" b="b"/>
            <a:pathLst>
              <a:path w="293" h="20">
                <a:moveTo>
                  <a:pt x="0" y="20"/>
                </a:moveTo>
                <a:lnTo>
                  <a:pt x="283" y="0"/>
                </a:lnTo>
                <a:lnTo>
                  <a:pt x="293" y="0"/>
                </a:lnTo>
                <a:lnTo>
                  <a:pt x="0" y="20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3" name=""/>
          <p:cNvSpPr/>
          <p:nvPr/>
        </p:nvSpPr>
        <p:spPr>
          <a:xfrm>
            <a:off x="7842240" y="3203280"/>
            <a:ext cx="109080" cy="7560"/>
          </a:xfrm>
          <a:custGeom>
            <a:avLst/>
            <a:gdLst/>
            <a:ahLst/>
            <a:rect l="0" t="0" r="r" b="b"/>
            <a:pathLst>
              <a:path w="303" h="21">
                <a:moveTo>
                  <a:pt x="0" y="20"/>
                </a:moveTo>
                <a:lnTo>
                  <a:pt x="293" y="0"/>
                </a:lnTo>
                <a:lnTo>
                  <a:pt x="303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4" name=""/>
          <p:cNvSpPr/>
          <p:nvPr/>
        </p:nvSpPr>
        <p:spPr>
          <a:xfrm>
            <a:off x="7842240" y="3203280"/>
            <a:ext cx="116280" cy="7920"/>
          </a:xfrm>
          <a:custGeom>
            <a:avLst/>
            <a:gdLst/>
            <a:ahLst/>
            <a:rect l="0" t="0" r="r" b="b"/>
            <a:pathLst>
              <a:path w="323" h="22">
                <a:moveTo>
                  <a:pt x="0" y="21"/>
                </a:moveTo>
                <a:lnTo>
                  <a:pt x="303" y="0"/>
                </a:lnTo>
                <a:lnTo>
                  <a:pt x="323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5" name=""/>
          <p:cNvSpPr/>
          <p:nvPr/>
        </p:nvSpPr>
        <p:spPr>
          <a:xfrm>
            <a:off x="7842240" y="3203280"/>
            <a:ext cx="119880" cy="8280"/>
          </a:xfrm>
          <a:custGeom>
            <a:avLst/>
            <a:gdLst/>
            <a:ahLst/>
            <a:rect l="0" t="0" r="r" b="b"/>
            <a:pathLst>
              <a:path w="333" h="23">
                <a:moveTo>
                  <a:pt x="0" y="22"/>
                </a:moveTo>
                <a:lnTo>
                  <a:pt x="323" y="0"/>
                </a:lnTo>
                <a:lnTo>
                  <a:pt x="333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6" name=""/>
          <p:cNvSpPr/>
          <p:nvPr/>
        </p:nvSpPr>
        <p:spPr>
          <a:xfrm>
            <a:off x="7842240" y="3203280"/>
            <a:ext cx="123480" cy="9000"/>
          </a:xfrm>
          <a:custGeom>
            <a:avLst/>
            <a:gdLst/>
            <a:ahLst/>
            <a:rect l="0" t="0" r="r" b="b"/>
            <a:pathLst>
              <a:path w="343" h="25">
                <a:moveTo>
                  <a:pt x="0" y="23"/>
                </a:moveTo>
                <a:lnTo>
                  <a:pt x="333" y="0"/>
                </a:lnTo>
                <a:lnTo>
                  <a:pt x="343" y="0"/>
                </a:lnTo>
                <a:lnTo>
                  <a:pt x="0" y="25"/>
                </a:lnTo>
                <a:lnTo>
                  <a:pt x="0" y="23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7" name=""/>
          <p:cNvSpPr/>
          <p:nvPr/>
        </p:nvSpPr>
        <p:spPr>
          <a:xfrm>
            <a:off x="7842240" y="3203280"/>
            <a:ext cx="130680" cy="9000"/>
          </a:xfrm>
          <a:custGeom>
            <a:avLst/>
            <a:gdLst/>
            <a:ahLst/>
            <a:rect l="0" t="0" r="r" b="b"/>
            <a:pathLst>
              <a:path w="363" h="25">
                <a:moveTo>
                  <a:pt x="0" y="24"/>
                </a:moveTo>
                <a:lnTo>
                  <a:pt x="343" y="0"/>
                </a:lnTo>
                <a:lnTo>
                  <a:pt x="363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8" name=""/>
          <p:cNvSpPr/>
          <p:nvPr/>
        </p:nvSpPr>
        <p:spPr>
          <a:xfrm>
            <a:off x="7842240" y="3203280"/>
            <a:ext cx="134640" cy="9360"/>
          </a:xfrm>
          <a:custGeom>
            <a:avLst/>
            <a:gdLst/>
            <a:ahLst/>
            <a:rect l="0" t="0" r="r" b="b"/>
            <a:pathLst>
              <a:path w="374" h="26">
                <a:moveTo>
                  <a:pt x="0" y="25"/>
                </a:moveTo>
                <a:lnTo>
                  <a:pt x="363" y="0"/>
                </a:lnTo>
                <a:lnTo>
                  <a:pt x="374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39" name=""/>
          <p:cNvSpPr/>
          <p:nvPr/>
        </p:nvSpPr>
        <p:spPr>
          <a:xfrm>
            <a:off x="7842240" y="3203280"/>
            <a:ext cx="138240" cy="9360"/>
          </a:xfrm>
          <a:custGeom>
            <a:avLst/>
            <a:gdLst/>
            <a:ahLst/>
            <a:rect l="0" t="0" r="r" b="b"/>
            <a:pathLst>
              <a:path w="384" h="26">
                <a:moveTo>
                  <a:pt x="0" y="26"/>
                </a:moveTo>
                <a:lnTo>
                  <a:pt x="374" y="0"/>
                </a:lnTo>
                <a:lnTo>
                  <a:pt x="384" y="0"/>
                </a:lnTo>
                <a:lnTo>
                  <a:pt x="0" y="26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0" name=""/>
          <p:cNvSpPr/>
          <p:nvPr/>
        </p:nvSpPr>
        <p:spPr>
          <a:xfrm>
            <a:off x="7842240" y="3203280"/>
            <a:ext cx="141840" cy="9720"/>
          </a:xfrm>
          <a:custGeom>
            <a:avLst/>
            <a:gdLst/>
            <a:ahLst/>
            <a:rect l="0" t="0" r="r" b="b"/>
            <a:pathLst>
              <a:path w="394" h="27">
                <a:moveTo>
                  <a:pt x="0" y="26"/>
                </a:moveTo>
                <a:lnTo>
                  <a:pt x="384" y="0"/>
                </a:lnTo>
                <a:lnTo>
                  <a:pt x="394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1" name=""/>
          <p:cNvSpPr/>
          <p:nvPr/>
        </p:nvSpPr>
        <p:spPr>
          <a:xfrm>
            <a:off x="7842240" y="3203280"/>
            <a:ext cx="145440" cy="9720"/>
          </a:xfrm>
          <a:custGeom>
            <a:avLst/>
            <a:gdLst/>
            <a:ahLst/>
            <a:rect l="0" t="0" r="r" b="b"/>
            <a:pathLst>
              <a:path w="404" h="27">
                <a:moveTo>
                  <a:pt x="0" y="27"/>
                </a:moveTo>
                <a:lnTo>
                  <a:pt x="394" y="0"/>
                </a:lnTo>
                <a:lnTo>
                  <a:pt x="404" y="0"/>
                </a:lnTo>
                <a:lnTo>
                  <a:pt x="0" y="27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2" name=""/>
          <p:cNvSpPr/>
          <p:nvPr/>
        </p:nvSpPr>
        <p:spPr>
          <a:xfrm>
            <a:off x="7842240" y="3203280"/>
            <a:ext cx="149040" cy="10080"/>
          </a:xfrm>
          <a:custGeom>
            <a:avLst/>
            <a:gdLst/>
            <a:ahLst/>
            <a:rect l="0" t="0" r="r" b="b"/>
            <a:pathLst>
              <a:path w="414" h="28">
                <a:moveTo>
                  <a:pt x="0" y="27"/>
                </a:moveTo>
                <a:lnTo>
                  <a:pt x="404" y="0"/>
                </a:lnTo>
                <a:lnTo>
                  <a:pt x="414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3" name=""/>
          <p:cNvSpPr/>
          <p:nvPr/>
        </p:nvSpPr>
        <p:spPr>
          <a:xfrm>
            <a:off x="7842240" y="3203280"/>
            <a:ext cx="152640" cy="10440"/>
          </a:xfrm>
          <a:custGeom>
            <a:avLst/>
            <a:gdLst/>
            <a:ahLst/>
            <a:rect l="0" t="0" r="r" b="b"/>
            <a:pathLst>
              <a:path w="424" h="29">
                <a:moveTo>
                  <a:pt x="0" y="28"/>
                </a:moveTo>
                <a:lnTo>
                  <a:pt x="414" y="0"/>
                </a:lnTo>
                <a:lnTo>
                  <a:pt x="424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4" name=""/>
          <p:cNvSpPr/>
          <p:nvPr/>
        </p:nvSpPr>
        <p:spPr>
          <a:xfrm>
            <a:off x="7842240" y="3203280"/>
            <a:ext cx="159840" cy="10800"/>
          </a:xfrm>
          <a:custGeom>
            <a:avLst/>
            <a:gdLst/>
            <a:ahLst/>
            <a:rect l="0" t="0" r="r" b="b"/>
            <a:pathLst>
              <a:path w="444" h="30">
                <a:moveTo>
                  <a:pt x="0" y="29"/>
                </a:moveTo>
                <a:lnTo>
                  <a:pt x="424" y="0"/>
                </a:lnTo>
                <a:lnTo>
                  <a:pt x="444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5" name=""/>
          <p:cNvSpPr/>
          <p:nvPr/>
        </p:nvSpPr>
        <p:spPr>
          <a:xfrm>
            <a:off x="7842240" y="3203280"/>
            <a:ext cx="167040" cy="11160"/>
          </a:xfrm>
          <a:custGeom>
            <a:avLst/>
            <a:gdLst/>
            <a:ahLst/>
            <a:rect l="0" t="0" r="r" b="b"/>
            <a:pathLst>
              <a:path w="464" h="31">
                <a:moveTo>
                  <a:pt x="0" y="30"/>
                </a:moveTo>
                <a:lnTo>
                  <a:pt x="444" y="0"/>
                </a:lnTo>
                <a:lnTo>
                  <a:pt x="464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6" name=""/>
          <p:cNvSpPr/>
          <p:nvPr/>
        </p:nvSpPr>
        <p:spPr>
          <a:xfrm>
            <a:off x="7842240" y="3203280"/>
            <a:ext cx="170640" cy="11520"/>
          </a:xfrm>
          <a:custGeom>
            <a:avLst/>
            <a:gdLst/>
            <a:ahLst/>
            <a:rect l="0" t="0" r="r" b="b"/>
            <a:pathLst>
              <a:path w="474" h="32">
                <a:moveTo>
                  <a:pt x="0" y="31"/>
                </a:moveTo>
                <a:lnTo>
                  <a:pt x="464" y="0"/>
                </a:lnTo>
                <a:lnTo>
                  <a:pt x="474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7" name=""/>
          <p:cNvSpPr/>
          <p:nvPr/>
        </p:nvSpPr>
        <p:spPr>
          <a:xfrm>
            <a:off x="7842240" y="3203280"/>
            <a:ext cx="174240" cy="11880"/>
          </a:xfrm>
          <a:custGeom>
            <a:avLst/>
            <a:gdLst/>
            <a:ahLst/>
            <a:rect l="0" t="0" r="r" b="b"/>
            <a:pathLst>
              <a:path w="484" h="33">
                <a:moveTo>
                  <a:pt x="0" y="32"/>
                </a:moveTo>
                <a:lnTo>
                  <a:pt x="474" y="0"/>
                </a:lnTo>
                <a:lnTo>
                  <a:pt x="484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8" name=""/>
          <p:cNvSpPr/>
          <p:nvPr/>
        </p:nvSpPr>
        <p:spPr>
          <a:xfrm>
            <a:off x="7842240" y="3203280"/>
            <a:ext cx="177840" cy="11880"/>
          </a:xfrm>
          <a:custGeom>
            <a:avLst/>
            <a:gdLst/>
            <a:ahLst/>
            <a:rect l="0" t="0" r="r" b="b"/>
            <a:pathLst>
              <a:path w="494" h="33">
                <a:moveTo>
                  <a:pt x="0" y="33"/>
                </a:moveTo>
                <a:lnTo>
                  <a:pt x="484" y="0"/>
                </a:lnTo>
                <a:lnTo>
                  <a:pt x="494" y="0"/>
                </a:lnTo>
                <a:lnTo>
                  <a:pt x="0" y="33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49" name=""/>
          <p:cNvSpPr/>
          <p:nvPr/>
        </p:nvSpPr>
        <p:spPr>
          <a:xfrm>
            <a:off x="7842240" y="3203280"/>
            <a:ext cx="181440" cy="12240"/>
          </a:xfrm>
          <a:custGeom>
            <a:avLst/>
            <a:gdLst/>
            <a:ahLst/>
            <a:rect l="0" t="0" r="r" b="b"/>
            <a:pathLst>
              <a:path w="504" h="34">
                <a:moveTo>
                  <a:pt x="0" y="33"/>
                </a:moveTo>
                <a:lnTo>
                  <a:pt x="494" y="0"/>
                </a:lnTo>
                <a:lnTo>
                  <a:pt x="50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0" name=""/>
          <p:cNvSpPr/>
          <p:nvPr/>
        </p:nvSpPr>
        <p:spPr>
          <a:xfrm>
            <a:off x="7842240" y="3203280"/>
            <a:ext cx="185040" cy="12600"/>
          </a:xfrm>
          <a:custGeom>
            <a:avLst/>
            <a:gdLst/>
            <a:ahLst/>
            <a:rect l="0" t="0" r="r" b="b"/>
            <a:pathLst>
              <a:path w="514" h="35">
                <a:moveTo>
                  <a:pt x="0" y="34"/>
                </a:moveTo>
                <a:lnTo>
                  <a:pt x="504" y="0"/>
                </a:lnTo>
                <a:lnTo>
                  <a:pt x="514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1" name=""/>
          <p:cNvSpPr/>
          <p:nvPr/>
        </p:nvSpPr>
        <p:spPr>
          <a:xfrm>
            <a:off x="7842240" y="3203280"/>
            <a:ext cx="188640" cy="12600"/>
          </a:xfrm>
          <a:custGeom>
            <a:avLst/>
            <a:gdLst/>
            <a:ahLst/>
            <a:rect l="0" t="0" r="r" b="b"/>
            <a:pathLst>
              <a:path w="524" h="35">
                <a:moveTo>
                  <a:pt x="0" y="35"/>
                </a:moveTo>
                <a:lnTo>
                  <a:pt x="514" y="0"/>
                </a:lnTo>
                <a:lnTo>
                  <a:pt x="524" y="0"/>
                </a:lnTo>
                <a:lnTo>
                  <a:pt x="0" y="35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2" name=""/>
          <p:cNvSpPr/>
          <p:nvPr/>
        </p:nvSpPr>
        <p:spPr>
          <a:xfrm>
            <a:off x="7842240" y="3203280"/>
            <a:ext cx="196200" cy="13320"/>
          </a:xfrm>
          <a:custGeom>
            <a:avLst/>
            <a:gdLst/>
            <a:ahLst/>
            <a:rect l="0" t="0" r="r" b="b"/>
            <a:pathLst>
              <a:path w="545" h="37">
                <a:moveTo>
                  <a:pt x="0" y="35"/>
                </a:moveTo>
                <a:lnTo>
                  <a:pt x="524" y="0"/>
                </a:lnTo>
                <a:lnTo>
                  <a:pt x="545" y="0"/>
                </a:lnTo>
                <a:lnTo>
                  <a:pt x="0" y="37"/>
                </a:lnTo>
                <a:lnTo>
                  <a:pt x="0" y="35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3" name=""/>
          <p:cNvSpPr/>
          <p:nvPr/>
        </p:nvSpPr>
        <p:spPr>
          <a:xfrm>
            <a:off x="7842240" y="3203280"/>
            <a:ext cx="199800" cy="13320"/>
          </a:xfrm>
          <a:custGeom>
            <a:avLst/>
            <a:gdLst/>
            <a:ahLst/>
            <a:rect l="0" t="0" r="r" b="b"/>
            <a:pathLst>
              <a:path w="555" h="37">
                <a:moveTo>
                  <a:pt x="0" y="37"/>
                </a:moveTo>
                <a:lnTo>
                  <a:pt x="545" y="0"/>
                </a:lnTo>
                <a:lnTo>
                  <a:pt x="555" y="0"/>
                </a:lnTo>
                <a:lnTo>
                  <a:pt x="0" y="37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4" name=""/>
          <p:cNvSpPr/>
          <p:nvPr/>
        </p:nvSpPr>
        <p:spPr>
          <a:xfrm>
            <a:off x="7842240" y="3203280"/>
            <a:ext cx="203400" cy="13680"/>
          </a:xfrm>
          <a:custGeom>
            <a:avLst/>
            <a:gdLst/>
            <a:ahLst/>
            <a:rect l="0" t="0" r="r" b="b"/>
            <a:pathLst>
              <a:path w="565" h="38">
                <a:moveTo>
                  <a:pt x="0" y="37"/>
                </a:moveTo>
                <a:lnTo>
                  <a:pt x="555" y="0"/>
                </a:lnTo>
                <a:lnTo>
                  <a:pt x="565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5" name=""/>
          <p:cNvSpPr/>
          <p:nvPr/>
        </p:nvSpPr>
        <p:spPr>
          <a:xfrm>
            <a:off x="7842240" y="3203280"/>
            <a:ext cx="207000" cy="14400"/>
          </a:xfrm>
          <a:custGeom>
            <a:avLst/>
            <a:gdLst/>
            <a:ahLst/>
            <a:rect l="0" t="0" r="r" b="b"/>
            <a:pathLst>
              <a:path w="575" h="40">
                <a:moveTo>
                  <a:pt x="0" y="38"/>
                </a:moveTo>
                <a:lnTo>
                  <a:pt x="565" y="0"/>
                </a:lnTo>
                <a:lnTo>
                  <a:pt x="575" y="0"/>
                </a:lnTo>
                <a:lnTo>
                  <a:pt x="0" y="40"/>
                </a:lnTo>
                <a:lnTo>
                  <a:pt x="0" y="38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6" name=""/>
          <p:cNvSpPr/>
          <p:nvPr/>
        </p:nvSpPr>
        <p:spPr>
          <a:xfrm>
            <a:off x="7842240" y="3203280"/>
            <a:ext cx="210600" cy="14040"/>
          </a:xfrm>
          <a:custGeom>
            <a:avLst/>
            <a:gdLst/>
            <a:ahLst/>
            <a:rect l="0" t="0" r="r" b="b"/>
            <a:pathLst>
              <a:path w="585" h="39">
                <a:moveTo>
                  <a:pt x="0" y="39"/>
                </a:moveTo>
                <a:lnTo>
                  <a:pt x="575" y="0"/>
                </a:lnTo>
                <a:lnTo>
                  <a:pt x="585" y="0"/>
                </a:lnTo>
                <a:lnTo>
                  <a:pt x="0" y="3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7" name=""/>
          <p:cNvSpPr/>
          <p:nvPr/>
        </p:nvSpPr>
        <p:spPr>
          <a:xfrm>
            <a:off x="7842240" y="3203280"/>
            <a:ext cx="217800" cy="14760"/>
          </a:xfrm>
          <a:custGeom>
            <a:avLst/>
            <a:gdLst/>
            <a:ahLst/>
            <a:rect l="0" t="0" r="r" b="b"/>
            <a:pathLst>
              <a:path w="605" h="41">
                <a:moveTo>
                  <a:pt x="0" y="39"/>
                </a:moveTo>
                <a:lnTo>
                  <a:pt x="585" y="0"/>
                </a:lnTo>
                <a:lnTo>
                  <a:pt x="605" y="0"/>
                </a:lnTo>
                <a:lnTo>
                  <a:pt x="0" y="41"/>
                </a:lnTo>
                <a:lnTo>
                  <a:pt x="0" y="3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8" name=""/>
          <p:cNvSpPr/>
          <p:nvPr/>
        </p:nvSpPr>
        <p:spPr>
          <a:xfrm>
            <a:off x="7842240" y="3203280"/>
            <a:ext cx="221400" cy="14760"/>
          </a:xfrm>
          <a:custGeom>
            <a:avLst/>
            <a:gdLst/>
            <a:ahLst/>
            <a:rect l="0" t="0" r="r" b="b"/>
            <a:pathLst>
              <a:path w="615" h="41">
                <a:moveTo>
                  <a:pt x="0" y="41"/>
                </a:moveTo>
                <a:lnTo>
                  <a:pt x="605" y="0"/>
                </a:lnTo>
                <a:lnTo>
                  <a:pt x="615" y="0"/>
                </a:lnTo>
                <a:lnTo>
                  <a:pt x="0" y="4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59" name=""/>
          <p:cNvSpPr/>
          <p:nvPr/>
        </p:nvSpPr>
        <p:spPr>
          <a:xfrm>
            <a:off x="7842240" y="3203280"/>
            <a:ext cx="225000" cy="15120"/>
          </a:xfrm>
          <a:custGeom>
            <a:avLst/>
            <a:gdLst/>
            <a:ahLst/>
            <a:rect l="0" t="0" r="r" b="b"/>
            <a:pathLst>
              <a:path w="625" h="42">
                <a:moveTo>
                  <a:pt x="0" y="41"/>
                </a:moveTo>
                <a:lnTo>
                  <a:pt x="615" y="0"/>
                </a:lnTo>
                <a:lnTo>
                  <a:pt x="625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0" name=""/>
          <p:cNvSpPr/>
          <p:nvPr/>
        </p:nvSpPr>
        <p:spPr>
          <a:xfrm>
            <a:off x="7842240" y="3203280"/>
            <a:ext cx="228600" cy="15480"/>
          </a:xfrm>
          <a:custGeom>
            <a:avLst/>
            <a:gdLst/>
            <a:ahLst/>
            <a:rect l="0" t="0" r="r" b="b"/>
            <a:pathLst>
              <a:path w="635" h="43">
                <a:moveTo>
                  <a:pt x="0" y="42"/>
                </a:moveTo>
                <a:lnTo>
                  <a:pt x="625" y="0"/>
                </a:lnTo>
                <a:lnTo>
                  <a:pt x="635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1" name=""/>
          <p:cNvSpPr/>
          <p:nvPr/>
        </p:nvSpPr>
        <p:spPr>
          <a:xfrm>
            <a:off x="7842240" y="3203280"/>
            <a:ext cx="232200" cy="15480"/>
          </a:xfrm>
          <a:custGeom>
            <a:avLst/>
            <a:gdLst/>
            <a:ahLst/>
            <a:rect l="0" t="0" r="r" b="b"/>
            <a:pathLst>
              <a:path w="645" h="43">
                <a:moveTo>
                  <a:pt x="0" y="43"/>
                </a:moveTo>
                <a:lnTo>
                  <a:pt x="635" y="0"/>
                </a:lnTo>
                <a:lnTo>
                  <a:pt x="645" y="0"/>
                </a:lnTo>
                <a:lnTo>
                  <a:pt x="0" y="43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2" name=""/>
          <p:cNvSpPr/>
          <p:nvPr/>
        </p:nvSpPr>
        <p:spPr>
          <a:xfrm>
            <a:off x="7842240" y="3203280"/>
            <a:ext cx="235800" cy="15840"/>
          </a:xfrm>
          <a:custGeom>
            <a:avLst/>
            <a:gdLst/>
            <a:ahLst/>
            <a:rect l="0" t="0" r="r" b="b"/>
            <a:pathLst>
              <a:path w="655" h="44">
                <a:moveTo>
                  <a:pt x="0" y="43"/>
                </a:moveTo>
                <a:lnTo>
                  <a:pt x="645" y="0"/>
                </a:lnTo>
                <a:lnTo>
                  <a:pt x="655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3" name=""/>
          <p:cNvSpPr/>
          <p:nvPr/>
        </p:nvSpPr>
        <p:spPr>
          <a:xfrm>
            <a:off x="7842240" y="3203280"/>
            <a:ext cx="239400" cy="16200"/>
          </a:xfrm>
          <a:custGeom>
            <a:avLst/>
            <a:gdLst/>
            <a:ahLst/>
            <a:rect l="0" t="0" r="r" b="b"/>
            <a:pathLst>
              <a:path w="665" h="45">
                <a:moveTo>
                  <a:pt x="0" y="44"/>
                </a:moveTo>
                <a:lnTo>
                  <a:pt x="655" y="0"/>
                </a:lnTo>
                <a:lnTo>
                  <a:pt x="665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4" name=""/>
          <p:cNvSpPr/>
          <p:nvPr/>
        </p:nvSpPr>
        <p:spPr>
          <a:xfrm>
            <a:off x="7842240" y="3203280"/>
            <a:ext cx="243000" cy="16200"/>
          </a:xfrm>
          <a:custGeom>
            <a:avLst/>
            <a:gdLst/>
            <a:ahLst/>
            <a:rect l="0" t="0" r="r" b="b"/>
            <a:pathLst>
              <a:path w="675" h="45">
                <a:moveTo>
                  <a:pt x="0" y="45"/>
                </a:moveTo>
                <a:lnTo>
                  <a:pt x="665" y="0"/>
                </a:lnTo>
                <a:lnTo>
                  <a:pt x="675" y="0"/>
                </a:lnTo>
                <a:lnTo>
                  <a:pt x="0" y="45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5" name=""/>
          <p:cNvSpPr/>
          <p:nvPr/>
        </p:nvSpPr>
        <p:spPr>
          <a:xfrm>
            <a:off x="7842240" y="3203280"/>
            <a:ext cx="246600" cy="16560"/>
          </a:xfrm>
          <a:custGeom>
            <a:avLst/>
            <a:gdLst/>
            <a:ahLst/>
            <a:rect l="0" t="0" r="r" b="b"/>
            <a:pathLst>
              <a:path w="685" h="46">
                <a:moveTo>
                  <a:pt x="0" y="45"/>
                </a:moveTo>
                <a:lnTo>
                  <a:pt x="675" y="0"/>
                </a:lnTo>
                <a:lnTo>
                  <a:pt x="685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6" name=""/>
          <p:cNvSpPr/>
          <p:nvPr/>
        </p:nvSpPr>
        <p:spPr>
          <a:xfrm>
            <a:off x="7842240" y="3203280"/>
            <a:ext cx="250560" cy="16920"/>
          </a:xfrm>
          <a:custGeom>
            <a:avLst/>
            <a:gdLst/>
            <a:ahLst/>
            <a:rect l="0" t="0" r="r" b="b"/>
            <a:pathLst>
              <a:path w="696" h="47">
                <a:moveTo>
                  <a:pt x="0" y="46"/>
                </a:moveTo>
                <a:lnTo>
                  <a:pt x="685" y="0"/>
                </a:lnTo>
                <a:lnTo>
                  <a:pt x="696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7" name=""/>
          <p:cNvSpPr/>
          <p:nvPr/>
        </p:nvSpPr>
        <p:spPr>
          <a:xfrm>
            <a:off x="7842240" y="3203280"/>
            <a:ext cx="254160" cy="16920"/>
          </a:xfrm>
          <a:custGeom>
            <a:avLst/>
            <a:gdLst/>
            <a:ahLst/>
            <a:rect l="0" t="0" r="r" b="b"/>
            <a:pathLst>
              <a:path w="706" h="47">
                <a:moveTo>
                  <a:pt x="0" y="47"/>
                </a:moveTo>
                <a:lnTo>
                  <a:pt x="696" y="0"/>
                </a:lnTo>
                <a:lnTo>
                  <a:pt x="706" y="0"/>
                </a:lnTo>
                <a:lnTo>
                  <a:pt x="0" y="47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8" name=""/>
          <p:cNvSpPr/>
          <p:nvPr/>
        </p:nvSpPr>
        <p:spPr>
          <a:xfrm>
            <a:off x="7842240" y="3203280"/>
            <a:ext cx="257760" cy="17280"/>
          </a:xfrm>
          <a:custGeom>
            <a:avLst/>
            <a:gdLst/>
            <a:ahLst/>
            <a:rect l="0" t="0" r="r" b="b"/>
            <a:pathLst>
              <a:path w="716" h="48">
                <a:moveTo>
                  <a:pt x="0" y="47"/>
                </a:moveTo>
                <a:lnTo>
                  <a:pt x="705" y="0"/>
                </a:lnTo>
                <a:lnTo>
                  <a:pt x="716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69" name=""/>
          <p:cNvSpPr/>
          <p:nvPr/>
        </p:nvSpPr>
        <p:spPr>
          <a:xfrm>
            <a:off x="7842240" y="3203280"/>
            <a:ext cx="261360" cy="17640"/>
          </a:xfrm>
          <a:custGeom>
            <a:avLst/>
            <a:gdLst/>
            <a:ahLst/>
            <a:rect l="0" t="0" r="r" b="b"/>
            <a:pathLst>
              <a:path w="726" h="49">
                <a:moveTo>
                  <a:pt x="0" y="48"/>
                </a:moveTo>
                <a:lnTo>
                  <a:pt x="716" y="0"/>
                </a:lnTo>
                <a:lnTo>
                  <a:pt x="726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0" name=""/>
          <p:cNvSpPr/>
          <p:nvPr/>
        </p:nvSpPr>
        <p:spPr>
          <a:xfrm>
            <a:off x="7842240" y="3203280"/>
            <a:ext cx="264960" cy="17640"/>
          </a:xfrm>
          <a:custGeom>
            <a:avLst/>
            <a:gdLst/>
            <a:ahLst/>
            <a:rect l="0" t="0" r="r" b="b"/>
            <a:pathLst>
              <a:path w="736" h="49">
                <a:moveTo>
                  <a:pt x="0" y="49"/>
                </a:moveTo>
                <a:lnTo>
                  <a:pt x="726" y="0"/>
                </a:lnTo>
                <a:lnTo>
                  <a:pt x="736" y="0"/>
                </a:lnTo>
                <a:lnTo>
                  <a:pt x="0" y="49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1" name=""/>
          <p:cNvSpPr/>
          <p:nvPr/>
        </p:nvSpPr>
        <p:spPr>
          <a:xfrm>
            <a:off x="7842240" y="3203280"/>
            <a:ext cx="268560" cy="18000"/>
          </a:xfrm>
          <a:custGeom>
            <a:avLst/>
            <a:gdLst/>
            <a:ahLst/>
            <a:rect l="0" t="0" r="r" b="b"/>
            <a:pathLst>
              <a:path w="746" h="50">
                <a:moveTo>
                  <a:pt x="0" y="49"/>
                </a:moveTo>
                <a:lnTo>
                  <a:pt x="736" y="0"/>
                </a:lnTo>
                <a:lnTo>
                  <a:pt x="746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2" name=""/>
          <p:cNvSpPr/>
          <p:nvPr/>
        </p:nvSpPr>
        <p:spPr>
          <a:xfrm>
            <a:off x="7842240" y="3203280"/>
            <a:ext cx="272160" cy="18360"/>
          </a:xfrm>
          <a:custGeom>
            <a:avLst/>
            <a:gdLst/>
            <a:ahLst/>
            <a:rect l="0" t="0" r="r" b="b"/>
            <a:pathLst>
              <a:path w="756" h="51">
                <a:moveTo>
                  <a:pt x="0" y="50"/>
                </a:moveTo>
                <a:lnTo>
                  <a:pt x="746" y="0"/>
                </a:lnTo>
                <a:lnTo>
                  <a:pt x="756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3" name=""/>
          <p:cNvSpPr/>
          <p:nvPr/>
        </p:nvSpPr>
        <p:spPr>
          <a:xfrm>
            <a:off x="7842240" y="3203280"/>
            <a:ext cx="275760" cy="18360"/>
          </a:xfrm>
          <a:custGeom>
            <a:avLst/>
            <a:gdLst/>
            <a:ahLst/>
            <a:rect l="0" t="0" r="r" b="b"/>
            <a:pathLst>
              <a:path w="766" h="51">
                <a:moveTo>
                  <a:pt x="0" y="51"/>
                </a:moveTo>
                <a:lnTo>
                  <a:pt x="756" y="0"/>
                </a:lnTo>
                <a:lnTo>
                  <a:pt x="766" y="0"/>
                </a:lnTo>
                <a:lnTo>
                  <a:pt x="0" y="51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4" name=""/>
          <p:cNvSpPr/>
          <p:nvPr/>
        </p:nvSpPr>
        <p:spPr>
          <a:xfrm>
            <a:off x="7842240" y="3203280"/>
            <a:ext cx="279360" cy="18720"/>
          </a:xfrm>
          <a:custGeom>
            <a:avLst/>
            <a:gdLst/>
            <a:ahLst/>
            <a:rect l="0" t="0" r="r" b="b"/>
            <a:pathLst>
              <a:path w="776" h="52">
                <a:moveTo>
                  <a:pt x="0" y="51"/>
                </a:moveTo>
                <a:lnTo>
                  <a:pt x="766" y="0"/>
                </a:lnTo>
                <a:lnTo>
                  <a:pt x="776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5" name=""/>
          <p:cNvSpPr/>
          <p:nvPr/>
        </p:nvSpPr>
        <p:spPr>
          <a:xfrm>
            <a:off x="7842240" y="3203280"/>
            <a:ext cx="282960" cy="19080"/>
          </a:xfrm>
          <a:custGeom>
            <a:avLst/>
            <a:gdLst/>
            <a:ahLst/>
            <a:rect l="0" t="0" r="r" b="b"/>
            <a:pathLst>
              <a:path w="786" h="53">
                <a:moveTo>
                  <a:pt x="0" y="52"/>
                </a:moveTo>
                <a:lnTo>
                  <a:pt x="776" y="0"/>
                </a:lnTo>
                <a:lnTo>
                  <a:pt x="786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6" name=""/>
          <p:cNvSpPr/>
          <p:nvPr/>
        </p:nvSpPr>
        <p:spPr>
          <a:xfrm>
            <a:off x="7842240" y="3203280"/>
            <a:ext cx="286560" cy="19080"/>
          </a:xfrm>
          <a:custGeom>
            <a:avLst/>
            <a:gdLst/>
            <a:ahLst/>
            <a:rect l="0" t="0" r="r" b="b"/>
            <a:pathLst>
              <a:path w="796" h="53">
                <a:moveTo>
                  <a:pt x="0" y="53"/>
                </a:moveTo>
                <a:lnTo>
                  <a:pt x="786" y="0"/>
                </a:lnTo>
                <a:lnTo>
                  <a:pt x="796" y="0"/>
                </a:lnTo>
                <a:lnTo>
                  <a:pt x="0" y="53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7" name=""/>
          <p:cNvSpPr/>
          <p:nvPr/>
        </p:nvSpPr>
        <p:spPr>
          <a:xfrm>
            <a:off x="7842240" y="3203280"/>
            <a:ext cx="290160" cy="19440"/>
          </a:xfrm>
          <a:custGeom>
            <a:avLst/>
            <a:gdLst/>
            <a:ahLst/>
            <a:rect l="0" t="0" r="r" b="b"/>
            <a:pathLst>
              <a:path w="806" h="54">
                <a:moveTo>
                  <a:pt x="0" y="53"/>
                </a:moveTo>
                <a:lnTo>
                  <a:pt x="796" y="0"/>
                </a:lnTo>
                <a:lnTo>
                  <a:pt x="806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8" name=""/>
          <p:cNvSpPr/>
          <p:nvPr/>
        </p:nvSpPr>
        <p:spPr>
          <a:xfrm>
            <a:off x="7842240" y="3203280"/>
            <a:ext cx="293760" cy="19800"/>
          </a:xfrm>
          <a:custGeom>
            <a:avLst/>
            <a:gdLst/>
            <a:ahLst/>
            <a:rect l="0" t="0" r="r" b="b"/>
            <a:pathLst>
              <a:path w="816" h="55">
                <a:moveTo>
                  <a:pt x="0" y="54"/>
                </a:moveTo>
                <a:lnTo>
                  <a:pt x="806" y="0"/>
                </a:lnTo>
                <a:lnTo>
                  <a:pt x="816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79" name=""/>
          <p:cNvSpPr/>
          <p:nvPr/>
        </p:nvSpPr>
        <p:spPr>
          <a:xfrm>
            <a:off x="7842240" y="3203280"/>
            <a:ext cx="297360" cy="19800"/>
          </a:xfrm>
          <a:custGeom>
            <a:avLst/>
            <a:gdLst/>
            <a:ahLst/>
            <a:rect l="0" t="0" r="r" b="b"/>
            <a:pathLst>
              <a:path w="826" h="55">
                <a:moveTo>
                  <a:pt x="0" y="55"/>
                </a:moveTo>
                <a:lnTo>
                  <a:pt x="816" y="0"/>
                </a:lnTo>
                <a:lnTo>
                  <a:pt x="826" y="0"/>
                </a:lnTo>
                <a:lnTo>
                  <a:pt x="0" y="55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0" name=""/>
          <p:cNvSpPr/>
          <p:nvPr/>
        </p:nvSpPr>
        <p:spPr>
          <a:xfrm>
            <a:off x="7842240" y="3203280"/>
            <a:ext cx="300960" cy="20160"/>
          </a:xfrm>
          <a:custGeom>
            <a:avLst/>
            <a:gdLst/>
            <a:ahLst/>
            <a:rect l="0" t="0" r="r" b="b"/>
            <a:pathLst>
              <a:path w="836" h="56">
                <a:moveTo>
                  <a:pt x="0" y="55"/>
                </a:moveTo>
                <a:lnTo>
                  <a:pt x="826" y="0"/>
                </a:lnTo>
                <a:lnTo>
                  <a:pt x="836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1" name=""/>
          <p:cNvSpPr/>
          <p:nvPr/>
        </p:nvSpPr>
        <p:spPr>
          <a:xfrm>
            <a:off x="7842240" y="3203280"/>
            <a:ext cx="304560" cy="20520"/>
          </a:xfrm>
          <a:custGeom>
            <a:avLst/>
            <a:gdLst/>
            <a:ahLst/>
            <a:rect l="0" t="0" r="r" b="b"/>
            <a:pathLst>
              <a:path w="846" h="57">
                <a:moveTo>
                  <a:pt x="0" y="56"/>
                </a:moveTo>
                <a:lnTo>
                  <a:pt x="836" y="0"/>
                </a:lnTo>
                <a:lnTo>
                  <a:pt x="846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2" name=""/>
          <p:cNvSpPr/>
          <p:nvPr/>
        </p:nvSpPr>
        <p:spPr>
          <a:xfrm>
            <a:off x="7842240" y="3203280"/>
            <a:ext cx="308520" cy="20520"/>
          </a:xfrm>
          <a:custGeom>
            <a:avLst/>
            <a:gdLst/>
            <a:ahLst/>
            <a:rect l="0" t="0" r="r" b="b"/>
            <a:pathLst>
              <a:path w="857" h="57">
                <a:moveTo>
                  <a:pt x="0" y="57"/>
                </a:moveTo>
                <a:lnTo>
                  <a:pt x="846" y="0"/>
                </a:lnTo>
                <a:lnTo>
                  <a:pt x="857" y="0"/>
                </a:lnTo>
                <a:lnTo>
                  <a:pt x="0" y="57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3" name=""/>
          <p:cNvSpPr/>
          <p:nvPr/>
        </p:nvSpPr>
        <p:spPr>
          <a:xfrm>
            <a:off x="7842240" y="3203280"/>
            <a:ext cx="312120" cy="20880"/>
          </a:xfrm>
          <a:custGeom>
            <a:avLst/>
            <a:gdLst/>
            <a:ahLst/>
            <a:rect l="0" t="0" r="r" b="b"/>
            <a:pathLst>
              <a:path w="867" h="58">
                <a:moveTo>
                  <a:pt x="0" y="57"/>
                </a:moveTo>
                <a:lnTo>
                  <a:pt x="857" y="0"/>
                </a:lnTo>
                <a:lnTo>
                  <a:pt x="86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4" name=""/>
          <p:cNvSpPr/>
          <p:nvPr/>
        </p:nvSpPr>
        <p:spPr>
          <a:xfrm>
            <a:off x="7842240" y="3203280"/>
            <a:ext cx="315720" cy="21240"/>
          </a:xfrm>
          <a:custGeom>
            <a:avLst/>
            <a:gdLst/>
            <a:ahLst/>
            <a:rect l="0" t="0" r="r" b="b"/>
            <a:pathLst>
              <a:path w="877" h="59">
                <a:moveTo>
                  <a:pt x="0" y="58"/>
                </a:moveTo>
                <a:lnTo>
                  <a:pt x="867" y="0"/>
                </a:lnTo>
                <a:lnTo>
                  <a:pt x="877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5" name=""/>
          <p:cNvSpPr/>
          <p:nvPr/>
        </p:nvSpPr>
        <p:spPr>
          <a:xfrm>
            <a:off x="7842240" y="3203280"/>
            <a:ext cx="319320" cy="21240"/>
          </a:xfrm>
          <a:custGeom>
            <a:avLst/>
            <a:gdLst/>
            <a:ahLst/>
            <a:rect l="0" t="0" r="r" b="b"/>
            <a:pathLst>
              <a:path w="887" h="59">
                <a:moveTo>
                  <a:pt x="0" y="59"/>
                </a:moveTo>
                <a:lnTo>
                  <a:pt x="877" y="0"/>
                </a:lnTo>
                <a:lnTo>
                  <a:pt x="887" y="0"/>
                </a:lnTo>
                <a:lnTo>
                  <a:pt x="0" y="59"/>
                </a:lnTo>
                <a:close/>
              </a:path>
            </a:pathLst>
          </a:custGeom>
          <a:solidFill>
            <a:srgbClr val="eee5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6" name=""/>
          <p:cNvSpPr/>
          <p:nvPr/>
        </p:nvSpPr>
        <p:spPr>
          <a:xfrm>
            <a:off x="7842240" y="3203280"/>
            <a:ext cx="322920" cy="21600"/>
          </a:xfrm>
          <a:custGeom>
            <a:avLst/>
            <a:gdLst/>
            <a:ahLst/>
            <a:rect l="0" t="0" r="r" b="b"/>
            <a:pathLst>
              <a:path w="897" h="60">
                <a:moveTo>
                  <a:pt x="0" y="59"/>
                </a:moveTo>
                <a:lnTo>
                  <a:pt x="887" y="0"/>
                </a:lnTo>
                <a:lnTo>
                  <a:pt x="897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7" name=""/>
          <p:cNvSpPr/>
          <p:nvPr/>
        </p:nvSpPr>
        <p:spPr>
          <a:xfrm>
            <a:off x="7842240" y="3203280"/>
            <a:ext cx="326520" cy="21960"/>
          </a:xfrm>
          <a:custGeom>
            <a:avLst/>
            <a:gdLst/>
            <a:ahLst/>
            <a:rect l="0" t="0" r="r" b="b"/>
            <a:pathLst>
              <a:path w="907" h="61">
                <a:moveTo>
                  <a:pt x="0" y="60"/>
                </a:moveTo>
                <a:lnTo>
                  <a:pt x="897" y="0"/>
                </a:lnTo>
                <a:lnTo>
                  <a:pt x="907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8" name=""/>
          <p:cNvSpPr/>
          <p:nvPr/>
        </p:nvSpPr>
        <p:spPr>
          <a:xfrm>
            <a:off x="7842240" y="3203280"/>
            <a:ext cx="330120" cy="21960"/>
          </a:xfrm>
          <a:custGeom>
            <a:avLst/>
            <a:gdLst/>
            <a:ahLst/>
            <a:rect l="0" t="0" r="r" b="b"/>
            <a:pathLst>
              <a:path w="917" h="61">
                <a:moveTo>
                  <a:pt x="0" y="61"/>
                </a:moveTo>
                <a:lnTo>
                  <a:pt x="907" y="0"/>
                </a:lnTo>
                <a:lnTo>
                  <a:pt x="917" y="0"/>
                </a:lnTo>
                <a:lnTo>
                  <a:pt x="0" y="61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89" name=""/>
          <p:cNvSpPr/>
          <p:nvPr/>
        </p:nvSpPr>
        <p:spPr>
          <a:xfrm>
            <a:off x="7842240" y="3203280"/>
            <a:ext cx="333720" cy="22320"/>
          </a:xfrm>
          <a:custGeom>
            <a:avLst/>
            <a:gdLst/>
            <a:ahLst/>
            <a:rect l="0" t="0" r="r" b="b"/>
            <a:pathLst>
              <a:path w="927" h="62">
                <a:moveTo>
                  <a:pt x="0" y="61"/>
                </a:moveTo>
                <a:lnTo>
                  <a:pt x="917" y="0"/>
                </a:lnTo>
                <a:lnTo>
                  <a:pt x="927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de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0" name=""/>
          <p:cNvSpPr/>
          <p:nvPr/>
        </p:nvSpPr>
        <p:spPr>
          <a:xfrm>
            <a:off x="7842240" y="3203280"/>
            <a:ext cx="337320" cy="22680"/>
          </a:xfrm>
          <a:custGeom>
            <a:avLst/>
            <a:gdLst/>
            <a:ahLst/>
            <a:rect l="0" t="0" r="r" b="b"/>
            <a:pathLst>
              <a:path w="937" h="63">
                <a:moveTo>
                  <a:pt x="0" y="62"/>
                </a:moveTo>
                <a:lnTo>
                  <a:pt x="927" y="0"/>
                </a:lnTo>
                <a:lnTo>
                  <a:pt x="937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1" name=""/>
          <p:cNvSpPr/>
          <p:nvPr/>
        </p:nvSpPr>
        <p:spPr>
          <a:xfrm>
            <a:off x="7842240" y="3203280"/>
            <a:ext cx="340920" cy="22680"/>
          </a:xfrm>
          <a:custGeom>
            <a:avLst/>
            <a:gdLst/>
            <a:ahLst/>
            <a:rect l="0" t="0" r="r" b="b"/>
            <a:pathLst>
              <a:path w="947" h="63">
                <a:moveTo>
                  <a:pt x="0" y="63"/>
                </a:moveTo>
                <a:lnTo>
                  <a:pt x="937" y="0"/>
                </a:lnTo>
                <a:lnTo>
                  <a:pt x="947" y="0"/>
                </a:lnTo>
                <a:lnTo>
                  <a:pt x="0" y="63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2" name=""/>
          <p:cNvSpPr/>
          <p:nvPr/>
        </p:nvSpPr>
        <p:spPr>
          <a:xfrm>
            <a:off x="7842240" y="3203280"/>
            <a:ext cx="344520" cy="23040"/>
          </a:xfrm>
          <a:custGeom>
            <a:avLst/>
            <a:gdLst/>
            <a:ahLst/>
            <a:rect l="0" t="0" r="r" b="b"/>
            <a:pathLst>
              <a:path w="957" h="64">
                <a:moveTo>
                  <a:pt x="0" y="63"/>
                </a:moveTo>
                <a:lnTo>
                  <a:pt x="947" y="0"/>
                </a:lnTo>
                <a:lnTo>
                  <a:pt x="95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3" name=""/>
          <p:cNvSpPr/>
          <p:nvPr/>
        </p:nvSpPr>
        <p:spPr>
          <a:xfrm>
            <a:off x="7842240" y="3203280"/>
            <a:ext cx="348120" cy="23400"/>
          </a:xfrm>
          <a:custGeom>
            <a:avLst/>
            <a:gdLst/>
            <a:ahLst/>
            <a:rect l="0" t="0" r="r" b="b"/>
            <a:pathLst>
              <a:path w="967" h="65">
                <a:moveTo>
                  <a:pt x="0" y="64"/>
                </a:moveTo>
                <a:lnTo>
                  <a:pt x="957" y="0"/>
                </a:lnTo>
                <a:lnTo>
                  <a:pt x="967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4" name=""/>
          <p:cNvSpPr/>
          <p:nvPr/>
        </p:nvSpPr>
        <p:spPr>
          <a:xfrm>
            <a:off x="7842240" y="3203280"/>
            <a:ext cx="351720" cy="23400"/>
          </a:xfrm>
          <a:custGeom>
            <a:avLst/>
            <a:gdLst/>
            <a:ahLst/>
            <a:rect l="0" t="0" r="r" b="b"/>
            <a:pathLst>
              <a:path w="977" h="65">
                <a:moveTo>
                  <a:pt x="0" y="65"/>
                </a:moveTo>
                <a:lnTo>
                  <a:pt x="967" y="0"/>
                </a:lnTo>
                <a:lnTo>
                  <a:pt x="977" y="0"/>
                </a:lnTo>
                <a:lnTo>
                  <a:pt x="0" y="65"/>
                </a:lnTo>
                <a:close/>
              </a:path>
            </a:pathLst>
          </a:custGeom>
          <a:solidFill>
            <a:srgbClr val="ece0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5" name=""/>
          <p:cNvSpPr/>
          <p:nvPr/>
        </p:nvSpPr>
        <p:spPr>
          <a:xfrm>
            <a:off x="7842240" y="3203280"/>
            <a:ext cx="355320" cy="23760"/>
          </a:xfrm>
          <a:custGeom>
            <a:avLst/>
            <a:gdLst/>
            <a:ahLst/>
            <a:rect l="0" t="0" r="r" b="b"/>
            <a:pathLst>
              <a:path w="987" h="66">
                <a:moveTo>
                  <a:pt x="0" y="65"/>
                </a:moveTo>
                <a:lnTo>
                  <a:pt x="977" y="0"/>
                </a:lnTo>
                <a:lnTo>
                  <a:pt x="987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6" name=""/>
          <p:cNvSpPr/>
          <p:nvPr/>
        </p:nvSpPr>
        <p:spPr>
          <a:xfrm>
            <a:off x="7842240" y="3203280"/>
            <a:ext cx="358920" cy="24120"/>
          </a:xfrm>
          <a:custGeom>
            <a:avLst/>
            <a:gdLst/>
            <a:ahLst/>
            <a:rect l="0" t="0" r="r" b="b"/>
            <a:pathLst>
              <a:path w="997" h="67">
                <a:moveTo>
                  <a:pt x="0" y="66"/>
                </a:moveTo>
                <a:lnTo>
                  <a:pt x="987" y="0"/>
                </a:lnTo>
                <a:lnTo>
                  <a:pt x="997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7" name=""/>
          <p:cNvSpPr/>
          <p:nvPr/>
        </p:nvSpPr>
        <p:spPr>
          <a:xfrm>
            <a:off x="7842240" y="3203280"/>
            <a:ext cx="362520" cy="24120"/>
          </a:xfrm>
          <a:custGeom>
            <a:avLst/>
            <a:gdLst/>
            <a:ahLst/>
            <a:rect l="0" t="0" r="r" b="b"/>
            <a:pathLst>
              <a:path w="1007" h="67">
                <a:moveTo>
                  <a:pt x="0" y="67"/>
                </a:moveTo>
                <a:lnTo>
                  <a:pt x="997" y="0"/>
                </a:lnTo>
                <a:lnTo>
                  <a:pt x="1007" y="0"/>
                </a:lnTo>
                <a:lnTo>
                  <a:pt x="0" y="67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8" name=""/>
          <p:cNvSpPr/>
          <p:nvPr/>
        </p:nvSpPr>
        <p:spPr>
          <a:xfrm>
            <a:off x="7842240" y="3203280"/>
            <a:ext cx="366480" cy="24480"/>
          </a:xfrm>
          <a:custGeom>
            <a:avLst/>
            <a:gdLst/>
            <a:ahLst/>
            <a:rect l="0" t="0" r="r" b="b"/>
            <a:pathLst>
              <a:path w="1018" h="68">
                <a:moveTo>
                  <a:pt x="0" y="67"/>
                </a:moveTo>
                <a:lnTo>
                  <a:pt x="1007" y="0"/>
                </a:lnTo>
                <a:lnTo>
                  <a:pt x="1018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599" name=""/>
          <p:cNvSpPr/>
          <p:nvPr/>
        </p:nvSpPr>
        <p:spPr>
          <a:xfrm>
            <a:off x="7842240" y="3203280"/>
            <a:ext cx="370080" cy="24840"/>
          </a:xfrm>
          <a:custGeom>
            <a:avLst/>
            <a:gdLst/>
            <a:ahLst/>
            <a:rect l="0" t="0" r="r" b="b"/>
            <a:pathLst>
              <a:path w="1028" h="69">
                <a:moveTo>
                  <a:pt x="0" y="68"/>
                </a:moveTo>
                <a:lnTo>
                  <a:pt x="1018" y="0"/>
                </a:lnTo>
                <a:lnTo>
                  <a:pt x="1028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0" name=""/>
          <p:cNvSpPr/>
          <p:nvPr/>
        </p:nvSpPr>
        <p:spPr>
          <a:xfrm>
            <a:off x="7842240" y="3203280"/>
            <a:ext cx="373680" cy="24840"/>
          </a:xfrm>
          <a:custGeom>
            <a:avLst/>
            <a:gdLst/>
            <a:ahLst/>
            <a:rect l="0" t="0" r="r" b="b"/>
            <a:pathLst>
              <a:path w="1038" h="69">
                <a:moveTo>
                  <a:pt x="0" y="69"/>
                </a:moveTo>
                <a:lnTo>
                  <a:pt x="1028" y="0"/>
                </a:lnTo>
                <a:lnTo>
                  <a:pt x="1038" y="0"/>
                </a:lnTo>
                <a:lnTo>
                  <a:pt x="0" y="69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1" name=""/>
          <p:cNvSpPr/>
          <p:nvPr/>
        </p:nvSpPr>
        <p:spPr>
          <a:xfrm>
            <a:off x="7842240" y="3203280"/>
            <a:ext cx="377280" cy="25200"/>
          </a:xfrm>
          <a:custGeom>
            <a:avLst/>
            <a:gdLst/>
            <a:ahLst/>
            <a:rect l="0" t="0" r="r" b="b"/>
            <a:pathLst>
              <a:path w="1048" h="70">
                <a:moveTo>
                  <a:pt x="0" y="69"/>
                </a:moveTo>
                <a:lnTo>
                  <a:pt x="1038" y="0"/>
                </a:lnTo>
                <a:lnTo>
                  <a:pt x="1048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2" name=""/>
          <p:cNvSpPr/>
          <p:nvPr/>
        </p:nvSpPr>
        <p:spPr>
          <a:xfrm>
            <a:off x="7842240" y="3203280"/>
            <a:ext cx="380880" cy="25560"/>
          </a:xfrm>
          <a:custGeom>
            <a:avLst/>
            <a:gdLst/>
            <a:ahLst/>
            <a:rect l="0" t="0" r="r" b="b"/>
            <a:pathLst>
              <a:path w="1058" h="71">
                <a:moveTo>
                  <a:pt x="0" y="70"/>
                </a:moveTo>
                <a:lnTo>
                  <a:pt x="1048" y="0"/>
                </a:lnTo>
                <a:lnTo>
                  <a:pt x="1058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3" name=""/>
          <p:cNvSpPr/>
          <p:nvPr/>
        </p:nvSpPr>
        <p:spPr>
          <a:xfrm>
            <a:off x="7842240" y="3203280"/>
            <a:ext cx="384480" cy="25560"/>
          </a:xfrm>
          <a:custGeom>
            <a:avLst/>
            <a:gdLst/>
            <a:ahLst/>
            <a:rect l="0" t="0" r="r" b="b"/>
            <a:pathLst>
              <a:path w="1068" h="71">
                <a:moveTo>
                  <a:pt x="0" y="71"/>
                </a:moveTo>
                <a:lnTo>
                  <a:pt x="1058" y="0"/>
                </a:lnTo>
                <a:lnTo>
                  <a:pt x="1068" y="0"/>
                </a:lnTo>
                <a:lnTo>
                  <a:pt x="0" y="71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4" name=""/>
          <p:cNvSpPr/>
          <p:nvPr/>
        </p:nvSpPr>
        <p:spPr>
          <a:xfrm>
            <a:off x="7842240" y="3203280"/>
            <a:ext cx="388080" cy="25920"/>
          </a:xfrm>
          <a:custGeom>
            <a:avLst/>
            <a:gdLst/>
            <a:ahLst/>
            <a:rect l="0" t="0" r="r" b="b"/>
            <a:pathLst>
              <a:path w="1078" h="72">
                <a:moveTo>
                  <a:pt x="0" y="71"/>
                </a:moveTo>
                <a:lnTo>
                  <a:pt x="1068" y="0"/>
                </a:lnTo>
                <a:lnTo>
                  <a:pt x="1078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5" name=""/>
          <p:cNvSpPr/>
          <p:nvPr/>
        </p:nvSpPr>
        <p:spPr>
          <a:xfrm>
            <a:off x="7842240" y="3203280"/>
            <a:ext cx="391680" cy="26280"/>
          </a:xfrm>
          <a:custGeom>
            <a:avLst/>
            <a:gdLst/>
            <a:ahLst/>
            <a:rect l="0" t="0" r="r" b="b"/>
            <a:pathLst>
              <a:path w="1088" h="73">
                <a:moveTo>
                  <a:pt x="0" y="72"/>
                </a:moveTo>
                <a:lnTo>
                  <a:pt x="1078" y="0"/>
                </a:lnTo>
                <a:lnTo>
                  <a:pt x="1088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6" name=""/>
          <p:cNvSpPr/>
          <p:nvPr/>
        </p:nvSpPr>
        <p:spPr>
          <a:xfrm>
            <a:off x="7842240" y="3203280"/>
            <a:ext cx="395280" cy="26280"/>
          </a:xfrm>
          <a:custGeom>
            <a:avLst/>
            <a:gdLst/>
            <a:ahLst/>
            <a:rect l="0" t="0" r="r" b="b"/>
            <a:pathLst>
              <a:path w="1098" h="73">
                <a:moveTo>
                  <a:pt x="0" y="73"/>
                </a:moveTo>
                <a:lnTo>
                  <a:pt x="1088" y="0"/>
                </a:lnTo>
                <a:lnTo>
                  <a:pt x="1098" y="0"/>
                </a:lnTo>
                <a:lnTo>
                  <a:pt x="0" y="73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7" name=""/>
          <p:cNvSpPr/>
          <p:nvPr/>
        </p:nvSpPr>
        <p:spPr>
          <a:xfrm>
            <a:off x="7842240" y="3203280"/>
            <a:ext cx="398880" cy="26640"/>
          </a:xfrm>
          <a:custGeom>
            <a:avLst/>
            <a:gdLst/>
            <a:ahLst/>
            <a:rect l="0" t="0" r="r" b="b"/>
            <a:pathLst>
              <a:path w="1108" h="74">
                <a:moveTo>
                  <a:pt x="0" y="73"/>
                </a:moveTo>
                <a:lnTo>
                  <a:pt x="1098" y="0"/>
                </a:lnTo>
                <a:lnTo>
                  <a:pt x="1108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8" name=""/>
          <p:cNvSpPr/>
          <p:nvPr/>
        </p:nvSpPr>
        <p:spPr>
          <a:xfrm>
            <a:off x="7842240" y="3203280"/>
            <a:ext cx="402480" cy="27000"/>
          </a:xfrm>
          <a:custGeom>
            <a:avLst/>
            <a:gdLst/>
            <a:ahLst/>
            <a:rect l="0" t="0" r="r" b="b"/>
            <a:pathLst>
              <a:path w="1118" h="75">
                <a:moveTo>
                  <a:pt x="0" y="74"/>
                </a:moveTo>
                <a:lnTo>
                  <a:pt x="1108" y="0"/>
                </a:lnTo>
                <a:lnTo>
                  <a:pt x="1118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09" name=""/>
          <p:cNvSpPr/>
          <p:nvPr/>
        </p:nvSpPr>
        <p:spPr>
          <a:xfrm>
            <a:off x="7842240" y="3203280"/>
            <a:ext cx="406080" cy="27000"/>
          </a:xfrm>
          <a:custGeom>
            <a:avLst/>
            <a:gdLst/>
            <a:ahLst/>
            <a:rect l="0" t="0" r="r" b="b"/>
            <a:pathLst>
              <a:path w="1128" h="75">
                <a:moveTo>
                  <a:pt x="0" y="75"/>
                </a:moveTo>
                <a:lnTo>
                  <a:pt x="1118" y="0"/>
                </a:lnTo>
                <a:lnTo>
                  <a:pt x="1128" y="0"/>
                </a:lnTo>
                <a:lnTo>
                  <a:pt x="0" y="75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0" name=""/>
          <p:cNvSpPr/>
          <p:nvPr/>
        </p:nvSpPr>
        <p:spPr>
          <a:xfrm>
            <a:off x="7842240" y="3203280"/>
            <a:ext cx="409680" cy="27360"/>
          </a:xfrm>
          <a:custGeom>
            <a:avLst/>
            <a:gdLst/>
            <a:ahLst/>
            <a:rect l="0" t="0" r="r" b="b"/>
            <a:pathLst>
              <a:path w="1138" h="76">
                <a:moveTo>
                  <a:pt x="0" y="75"/>
                </a:moveTo>
                <a:lnTo>
                  <a:pt x="1128" y="0"/>
                </a:lnTo>
                <a:lnTo>
                  <a:pt x="1138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1" name=""/>
          <p:cNvSpPr/>
          <p:nvPr/>
        </p:nvSpPr>
        <p:spPr>
          <a:xfrm>
            <a:off x="7842240" y="3203280"/>
            <a:ext cx="413280" cy="27720"/>
          </a:xfrm>
          <a:custGeom>
            <a:avLst/>
            <a:gdLst/>
            <a:ahLst/>
            <a:rect l="0" t="0" r="r" b="b"/>
            <a:pathLst>
              <a:path w="1148" h="77">
                <a:moveTo>
                  <a:pt x="0" y="76"/>
                </a:moveTo>
                <a:lnTo>
                  <a:pt x="1138" y="0"/>
                </a:lnTo>
                <a:lnTo>
                  <a:pt x="1148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2" name=""/>
          <p:cNvSpPr/>
          <p:nvPr/>
        </p:nvSpPr>
        <p:spPr>
          <a:xfrm>
            <a:off x="7842240" y="3203280"/>
            <a:ext cx="416880" cy="27720"/>
          </a:xfrm>
          <a:custGeom>
            <a:avLst/>
            <a:gdLst/>
            <a:ahLst/>
            <a:rect l="0" t="0" r="r" b="b"/>
            <a:pathLst>
              <a:path w="1158" h="77">
                <a:moveTo>
                  <a:pt x="0" y="77"/>
                </a:moveTo>
                <a:lnTo>
                  <a:pt x="1148" y="0"/>
                </a:lnTo>
                <a:lnTo>
                  <a:pt x="1158" y="0"/>
                </a:lnTo>
                <a:lnTo>
                  <a:pt x="0" y="77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3" name=""/>
          <p:cNvSpPr/>
          <p:nvPr/>
        </p:nvSpPr>
        <p:spPr>
          <a:xfrm>
            <a:off x="7842240" y="3203280"/>
            <a:ext cx="420480" cy="28080"/>
          </a:xfrm>
          <a:custGeom>
            <a:avLst/>
            <a:gdLst/>
            <a:ahLst/>
            <a:rect l="0" t="0" r="r" b="b"/>
            <a:pathLst>
              <a:path w="1168" h="78">
                <a:moveTo>
                  <a:pt x="0" y="77"/>
                </a:moveTo>
                <a:lnTo>
                  <a:pt x="1158" y="0"/>
                </a:lnTo>
                <a:lnTo>
                  <a:pt x="1168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4" name=""/>
          <p:cNvSpPr/>
          <p:nvPr/>
        </p:nvSpPr>
        <p:spPr>
          <a:xfrm>
            <a:off x="7842240" y="3203280"/>
            <a:ext cx="424440" cy="28440"/>
          </a:xfrm>
          <a:custGeom>
            <a:avLst/>
            <a:gdLst/>
            <a:ahLst/>
            <a:rect l="0" t="0" r="r" b="b"/>
            <a:pathLst>
              <a:path w="1179" h="79">
                <a:moveTo>
                  <a:pt x="0" y="78"/>
                </a:moveTo>
                <a:lnTo>
                  <a:pt x="1167" y="0"/>
                </a:lnTo>
                <a:lnTo>
                  <a:pt x="1179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5" name=""/>
          <p:cNvSpPr/>
          <p:nvPr/>
        </p:nvSpPr>
        <p:spPr>
          <a:xfrm>
            <a:off x="7842240" y="3203280"/>
            <a:ext cx="428040" cy="28440"/>
          </a:xfrm>
          <a:custGeom>
            <a:avLst/>
            <a:gdLst/>
            <a:ahLst/>
            <a:rect l="0" t="0" r="r" b="b"/>
            <a:pathLst>
              <a:path w="1189" h="79">
                <a:moveTo>
                  <a:pt x="0" y="79"/>
                </a:moveTo>
                <a:lnTo>
                  <a:pt x="1179" y="0"/>
                </a:lnTo>
                <a:lnTo>
                  <a:pt x="1189" y="0"/>
                </a:lnTo>
                <a:lnTo>
                  <a:pt x="0" y="79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6" name=""/>
          <p:cNvSpPr/>
          <p:nvPr/>
        </p:nvSpPr>
        <p:spPr>
          <a:xfrm>
            <a:off x="7842240" y="3203280"/>
            <a:ext cx="431640" cy="28800"/>
          </a:xfrm>
          <a:custGeom>
            <a:avLst/>
            <a:gdLst/>
            <a:ahLst/>
            <a:rect l="0" t="0" r="r" b="b"/>
            <a:pathLst>
              <a:path w="1199" h="80">
                <a:moveTo>
                  <a:pt x="0" y="79"/>
                </a:moveTo>
                <a:lnTo>
                  <a:pt x="1189" y="0"/>
                </a:lnTo>
                <a:lnTo>
                  <a:pt x="1199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7" name=""/>
          <p:cNvSpPr/>
          <p:nvPr/>
        </p:nvSpPr>
        <p:spPr>
          <a:xfrm>
            <a:off x="7842240" y="3203280"/>
            <a:ext cx="435240" cy="29160"/>
          </a:xfrm>
          <a:custGeom>
            <a:avLst/>
            <a:gdLst/>
            <a:ahLst/>
            <a:rect l="0" t="0" r="r" b="b"/>
            <a:pathLst>
              <a:path w="1209" h="81">
                <a:moveTo>
                  <a:pt x="0" y="80"/>
                </a:moveTo>
                <a:lnTo>
                  <a:pt x="1199" y="0"/>
                </a:lnTo>
                <a:lnTo>
                  <a:pt x="1209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8" name=""/>
          <p:cNvSpPr/>
          <p:nvPr/>
        </p:nvSpPr>
        <p:spPr>
          <a:xfrm>
            <a:off x="7842240" y="3203280"/>
            <a:ext cx="438840" cy="29160"/>
          </a:xfrm>
          <a:custGeom>
            <a:avLst/>
            <a:gdLst/>
            <a:ahLst/>
            <a:rect l="0" t="0" r="r" b="b"/>
            <a:pathLst>
              <a:path w="1219" h="81">
                <a:moveTo>
                  <a:pt x="0" y="81"/>
                </a:moveTo>
                <a:lnTo>
                  <a:pt x="1209" y="0"/>
                </a:lnTo>
                <a:lnTo>
                  <a:pt x="1219" y="0"/>
                </a:lnTo>
                <a:lnTo>
                  <a:pt x="0" y="81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19" name=""/>
          <p:cNvSpPr/>
          <p:nvPr/>
        </p:nvSpPr>
        <p:spPr>
          <a:xfrm>
            <a:off x="7842240" y="3203280"/>
            <a:ext cx="442440" cy="29520"/>
          </a:xfrm>
          <a:custGeom>
            <a:avLst/>
            <a:gdLst/>
            <a:ahLst/>
            <a:rect l="0" t="0" r="r" b="b"/>
            <a:pathLst>
              <a:path w="1229" h="82">
                <a:moveTo>
                  <a:pt x="0" y="81"/>
                </a:moveTo>
                <a:lnTo>
                  <a:pt x="1219" y="0"/>
                </a:lnTo>
                <a:lnTo>
                  <a:pt x="1229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0" name=""/>
          <p:cNvSpPr/>
          <p:nvPr/>
        </p:nvSpPr>
        <p:spPr>
          <a:xfrm>
            <a:off x="7842240" y="3203280"/>
            <a:ext cx="446040" cy="29880"/>
          </a:xfrm>
          <a:custGeom>
            <a:avLst/>
            <a:gdLst/>
            <a:ahLst/>
            <a:rect l="0" t="0" r="r" b="b"/>
            <a:pathLst>
              <a:path w="1239" h="83">
                <a:moveTo>
                  <a:pt x="0" y="82"/>
                </a:moveTo>
                <a:lnTo>
                  <a:pt x="1229" y="0"/>
                </a:lnTo>
                <a:lnTo>
                  <a:pt x="1239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1" name=""/>
          <p:cNvSpPr/>
          <p:nvPr/>
        </p:nvSpPr>
        <p:spPr>
          <a:xfrm>
            <a:off x="7842240" y="3203280"/>
            <a:ext cx="449640" cy="29880"/>
          </a:xfrm>
          <a:custGeom>
            <a:avLst/>
            <a:gdLst/>
            <a:ahLst/>
            <a:rect l="0" t="0" r="r" b="b"/>
            <a:pathLst>
              <a:path w="1249" h="83">
                <a:moveTo>
                  <a:pt x="0" y="83"/>
                </a:moveTo>
                <a:lnTo>
                  <a:pt x="1239" y="0"/>
                </a:lnTo>
                <a:lnTo>
                  <a:pt x="1249" y="0"/>
                </a:lnTo>
                <a:lnTo>
                  <a:pt x="0" y="83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2" name=""/>
          <p:cNvSpPr/>
          <p:nvPr/>
        </p:nvSpPr>
        <p:spPr>
          <a:xfrm>
            <a:off x="7842240" y="3203280"/>
            <a:ext cx="453240" cy="30240"/>
          </a:xfrm>
          <a:custGeom>
            <a:avLst/>
            <a:gdLst/>
            <a:ahLst/>
            <a:rect l="0" t="0" r="r" b="b"/>
            <a:pathLst>
              <a:path w="1259" h="84">
                <a:moveTo>
                  <a:pt x="0" y="83"/>
                </a:moveTo>
                <a:lnTo>
                  <a:pt x="1249" y="0"/>
                </a:lnTo>
                <a:lnTo>
                  <a:pt x="1259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3" name=""/>
          <p:cNvSpPr/>
          <p:nvPr/>
        </p:nvSpPr>
        <p:spPr>
          <a:xfrm>
            <a:off x="7842240" y="3203280"/>
            <a:ext cx="456840" cy="30600"/>
          </a:xfrm>
          <a:custGeom>
            <a:avLst/>
            <a:gdLst/>
            <a:ahLst/>
            <a:rect l="0" t="0" r="r" b="b"/>
            <a:pathLst>
              <a:path w="1269" h="85">
                <a:moveTo>
                  <a:pt x="0" y="84"/>
                </a:moveTo>
                <a:lnTo>
                  <a:pt x="1259" y="0"/>
                </a:lnTo>
                <a:lnTo>
                  <a:pt x="1269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4" name=""/>
          <p:cNvSpPr/>
          <p:nvPr/>
        </p:nvSpPr>
        <p:spPr>
          <a:xfrm>
            <a:off x="7842240" y="3203280"/>
            <a:ext cx="460440" cy="30600"/>
          </a:xfrm>
          <a:custGeom>
            <a:avLst/>
            <a:gdLst/>
            <a:ahLst/>
            <a:rect l="0" t="0" r="r" b="b"/>
            <a:pathLst>
              <a:path w="1279" h="85">
                <a:moveTo>
                  <a:pt x="0" y="85"/>
                </a:moveTo>
                <a:lnTo>
                  <a:pt x="1269" y="0"/>
                </a:lnTo>
                <a:lnTo>
                  <a:pt x="1279" y="0"/>
                </a:lnTo>
                <a:lnTo>
                  <a:pt x="0" y="85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5" name=""/>
          <p:cNvSpPr/>
          <p:nvPr/>
        </p:nvSpPr>
        <p:spPr>
          <a:xfrm>
            <a:off x="7842240" y="3203280"/>
            <a:ext cx="464040" cy="30960"/>
          </a:xfrm>
          <a:custGeom>
            <a:avLst/>
            <a:gdLst/>
            <a:ahLst/>
            <a:rect l="0" t="0" r="r" b="b"/>
            <a:pathLst>
              <a:path w="1289" h="86">
                <a:moveTo>
                  <a:pt x="0" y="85"/>
                </a:moveTo>
                <a:lnTo>
                  <a:pt x="1279" y="0"/>
                </a:lnTo>
                <a:lnTo>
                  <a:pt x="1289" y="0"/>
                </a:lnTo>
                <a:lnTo>
                  <a:pt x="3" y="86"/>
                </a:lnTo>
                <a:lnTo>
                  <a:pt x="0" y="85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6" name=""/>
          <p:cNvSpPr/>
          <p:nvPr/>
        </p:nvSpPr>
        <p:spPr>
          <a:xfrm>
            <a:off x="7843320" y="3203280"/>
            <a:ext cx="464040" cy="30960"/>
          </a:xfrm>
          <a:custGeom>
            <a:avLst/>
            <a:gdLst/>
            <a:ahLst/>
            <a:rect l="0" t="0" r="r" b="b"/>
            <a:pathLst>
              <a:path w="1289" h="86">
                <a:moveTo>
                  <a:pt x="0" y="86"/>
                </a:moveTo>
                <a:lnTo>
                  <a:pt x="1286" y="0"/>
                </a:lnTo>
                <a:lnTo>
                  <a:pt x="1289" y="0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7" name=""/>
          <p:cNvSpPr/>
          <p:nvPr/>
        </p:nvSpPr>
        <p:spPr>
          <a:xfrm>
            <a:off x="7846920" y="3203280"/>
            <a:ext cx="460440" cy="30960"/>
          </a:xfrm>
          <a:custGeom>
            <a:avLst/>
            <a:gdLst/>
            <a:ahLst/>
            <a:rect l="0" t="0" r="r" b="b"/>
            <a:pathLst>
              <a:path w="1279" h="86">
                <a:moveTo>
                  <a:pt x="0" y="86"/>
                </a:moveTo>
                <a:lnTo>
                  <a:pt x="1279" y="0"/>
                </a:lnTo>
                <a:lnTo>
                  <a:pt x="1279" y="1"/>
                </a:lnTo>
                <a:lnTo>
                  <a:pt x="11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8" name=""/>
          <p:cNvSpPr/>
          <p:nvPr/>
        </p:nvSpPr>
        <p:spPr>
          <a:xfrm>
            <a:off x="7850880" y="3203640"/>
            <a:ext cx="456480" cy="30600"/>
          </a:xfrm>
          <a:custGeom>
            <a:avLst/>
            <a:gdLst/>
            <a:ahLst/>
            <a:rect l="0" t="0" r="r" b="b"/>
            <a:pathLst>
              <a:path w="1268" h="85">
                <a:moveTo>
                  <a:pt x="0" y="85"/>
                </a:moveTo>
                <a:lnTo>
                  <a:pt x="1268" y="0"/>
                </a:lnTo>
                <a:lnTo>
                  <a:pt x="1268" y="1"/>
                </a:lnTo>
                <a:lnTo>
                  <a:pt x="1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29" name=""/>
          <p:cNvSpPr/>
          <p:nvPr/>
        </p:nvSpPr>
        <p:spPr>
          <a:xfrm>
            <a:off x="7854480" y="3204000"/>
            <a:ext cx="452880" cy="30240"/>
          </a:xfrm>
          <a:custGeom>
            <a:avLst/>
            <a:gdLst/>
            <a:ahLst/>
            <a:rect l="0" t="0" r="r" b="b"/>
            <a:pathLst>
              <a:path w="1258" h="84">
                <a:moveTo>
                  <a:pt x="0" y="84"/>
                </a:moveTo>
                <a:lnTo>
                  <a:pt x="1258" y="0"/>
                </a:lnTo>
                <a:lnTo>
                  <a:pt x="10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0" name=""/>
          <p:cNvSpPr/>
          <p:nvPr/>
        </p:nvSpPr>
        <p:spPr>
          <a:xfrm>
            <a:off x="7858080" y="3204000"/>
            <a:ext cx="449280" cy="30240"/>
          </a:xfrm>
          <a:custGeom>
            <a:avLst/>
            <a:gdLst/>
            <a:ahLst/>
            <a:rect l="0" t="0" r="r" b="b"/>
            <a:pathLst>
              <a:path w="1248" h="84">
                <a:moveTo>
                  <a:pt x="0" y="84"/>
                </a:moveTo>
                <a:lnTo>
                  <a:pt x="1248" y="0"/>
                </a:lnTo>
                <a:lnTo>
                  <a:pt x="1248" y="1"/>
                </a:lnTo>
                <a:lnTo>
                  <a:pt x="10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1" name=""/>
          <p:cNvSpPr/>
          <p:nvPr/>
        </p:nvSpPr>
        <p:spPr>
          <a:xfrm>
            <a:off x="7861680" y="3204360"/>
            <a:ext cx="445680" cy="29880"/>
          </a:xfrm>
          <a:custGeom>
            <a:avLst/>
            <a:gdLst/>
            <a:ahLst/>
            <a:rect l="0" t="0" r="r" b="b"/>
            <a:pathLst>
              <a:path w="1238" h="83">
                <a:moveTo>
                  <a:pt x="0" y="83"/>
                </a:moveTo>
                <a:lnTo>
                  <a:pt x="1238" y="0"/>
                </a:lnTo>
                <a:lnTo>
                  <a:pt x="1238" y="1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2" name=""/>
          <p:cNvSpPr/>
          <p:nvPr/>
        </p:nvSpPr>
        <p:spPr>
          <a:xfrm>
            <a:off x="7865280" y="3204720"/>
            <a:ext cx="442080" cy="29520"/>
          </a:xfrm>
          <a:custGeom>
            <a:avLst/>
            <a:gdLst/>
            <a:ahLst/>
            <a:rect l="0" t="0" r="r" b="b"/>
            <a:pathLst>
              <a:path w="1228" h="82">
                <a:moveTo>
                  <a:pt x="0" y="82"/>
                </a:moveTo>
                <a:lnTo>
                  <a:pt x="1228" y="0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3" name=""/>
          <p:cNvSpPr/>
          <p:nvPr/>
        </p:nvSpPr>
        <p:spPr>
          <a:xfrm>
            <a:off x="7868880" y="3204720"/>
            <a:ext cx="438480" cy="29520"/>
          </a:xfrm>
          <a:custGeom>
            <a:avLst/>
            <a:gdLst/>
            <a:ahLst/>
            <a:rect l="0" t="0" r="r" b="b"/>
            <a:pathLst>
              <a:path w="1218" h="82">
                <a:moveTo>
                  <a:pt x="0" y="82"/>
                </a:moveTo>
                <a:lnTo>
                  <a:pt x="1218" y="0"/>
                </a:lnTo>
                <a:lnTo>
                  <a:pt x="1218" y="1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4" name=""/>
          <p:cNvSpPr/>
          <p:nvPr/>
        </p:nvSpPr>
        <p:spPr>
          <a:xfrm>
            <a:off x="7872480" y="3205080"/>
            <a:ext cx="434880" cy="29160"/>
          </a:xfrm>
          <a:custGeom>
            <a:avLst/>
            <a:gdLst/>
            <a:ahLst/>
            <a:rect l="0" t="0" r="r" b="b"/>
            <a:pathLst>
              <a:path w="1208" h="81">
                <a:moveTo>
                  <a:pt x="0" y="81"/>
                </a:moveTo>
                <a:lnTo>
                  <a:pt x="1208" y="0"/>
                </a:lnTo>
                <a:lnTo>
                  <a:pt x="1208" y="1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5" name=""/>
          <p:cNvSpPr/>
          <p:nvPr/>
        </p:nvSpPr>
        <p:spPr>
          <a:xfrm>
            <a:off x="7876080" y="3205440"/>
            <a:ext cx="431280" cy="28800"/>
          </a:xfrm>
          <a:custGeom>
            <a:avLst/>
            <a:gdLst/>
            <a:ahLst/>
            <a:rect l="0" t="0" r="r" b="b"/>
            <a:pathLst>
              <a:path w="1198" h="80">
                <a:moveTo>
                  <a:pt x="0" y="80"/>
                </a:moveTo>
                <a:lnTo>
                  <a:pt x="1198" y="0"/>
                </a:lnTo>
                <a:lnTo>
                  <a:pt x="1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6" name=""/>
          <p:cNvSpPr/>
          <p:nvPr/>
        </p:nvSpPr>
        <p:spPr>
          <a:xfrm>
            <a:off x="7879680" y="3205440"/>
            <a:ext cx="427680" cy="28800"/>
          </a:xfrm>
          <a:custGeom>
            <a:avLst/>
            <a:gdLst/>
            <a:ahLst/>
            <a:rect l="0" t="0" r="r" b="b"/>
            <a:pathLst>
              <a:path w="1188" h="80">
                <a:moveTo>
                  <a:pt x="0" y="80"/>
                </a:moveTo>
                <a:lnTo>
                  <a:pt x="1188" y="0"/>
                </a:lnTo>
                <a:lnTo>
                  <a:pt x="1188" y="1"/>
                </a:lnTo>
                <a:lnTo>
                  <a:pt x="1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7" name=""/>
          <p:cNvSpPr/>
          <p:nvPr/>
        </p:nvSpPr>
        <p:spPr>
          <a:xfrm>
            <a:off x="7883280" y="3205800"/>
            <a:ext cx="424080" cy="28440"/>
          </a:xfrm>
          <a:custGeom>
            <a:avLst/>
            <a:gdLst/>
            <a:ahLst/>
            <a:rect l="0" t="0" r="r" b="b"/>
            <a:pathLst>
              <a:path w="1178" h="79">
                <a:moveTo>
                  <a:pt x="0" y="79"/>
                </a:moveTo>
                <a:lnTo>
                  <a:pt x="1178" y="0"/>
                </a:lnTo>
                <a:lnTo>
                  <a:pt x="1178" y="1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8" name=""/>
          <p:cNvSpPr/>
          <p:nvPr/>
        </p:nvSpPr>
        <p:spPr>
          <a:xfrm>
            <a:off x="7886880" y="3206160"/>
            <a:ext cx="420480" cy="28080"/>
          </a:xfrm>
          <a:custGeom>
            <a:avLst/>
            <a:gdLst/>
            <a:ahLst/>
            <a:rect l="0" t="0" r="r" b="b"/>
            <a:pathLst>
              <a:path w="1168" h="78">
                <a:moveTo>
                  <a:pt x="0" y="78"/>
                </a:moveTo>
                <a:lnTo>
                  <a:pt x="1168" y="0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39" name=""/>
          <p:cNvSpPr/>
          <p:nvPr/>
        </p:nvSpPr>
        <p:spPr>
          <a:xfrm>
            <a:off x="7890480" y="3206160"/>
            <a:ext cx="416880" cy="28080"/>
          </a:xfrm>
          <a:custGeom>
            <a:avLst/>
            <a:gdLst/>
            <a:ahLst/>
            <a:rect l="0" t="0" r="r" b="b"/>
            <a:pathLst>
              <a:path w="1158" h="78">
                <a:moveTo>
                  <a:pt x="0" y="78"/>
                </a:moveTo>
                <a:lnTo>
                  <a:pt x="1158" y="0"/>
                </a:lnTo>
                <a:lnTo>
                  <a:pt x="1158" y="1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0" name=""/>
          <p:cNvSpPr/>
          <p:nvPr/>
        </p:nvSpPr>
        <p:spPr>
          <a:xfrm>
            <a:off x="7894080" y="3206520"/>
            <a:ext cx="413280" cy="27720"/>
          </a:xfrm>
          <a:custGeom>
            <a:avLst/>
            <a:gdLst/>
            <a:ahLst/>
            <a:rect l="0" t="0" r="r" b="b"/>
            <a:pathLst>
              <a:path w="1148" h="77">
                <a:moveTo>
                  <a:pt x="0" y="77"/>
                </a:moveTo>
                <a:lnTo>
                  <a:pt x="1148" y="0"/>
                </a:lnTo>
                <a:lnTo>
                  <a:pt x="1148" y="1"/>
                </a:lnTo>
                <a:lnTo>
                  <a:pt x="10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1" name=""/>
          <p:cNvSpPr/>
          <p:nvPr/>
        </p:nvSpPr>
        <p:spPr>
          <a:xfrm>
            <a:off x="7897680" y="3206880"/>
            <a:ext cx="409680" cy="27360"/>
          </a:xfrm>
          <a:custGeom>
            <a:avLst/>
            <a:gdLst/>
            <a:ahLst/>
            <a:rect l="0" t="0" r="r" b="b"/>
            <a:pathLst>
              <a:path w="1138" h="76">
                <a:moveTo>
                  <a:pt x="0" y="76"/>
                </a:moveTo>
                <a:lnTo>
                  <a:pt x="1138" y="0"/>
                </a:lnTo>
                <a:lnTo>
                  <a:pt x="1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2" name=""/>
          <p:cNvSpPr/>
          <p:nvPr/>
        </p:nvSpPr>
        <p:spPr>
          <a:xfrm>
            <a:off x="7901280" y="3206880"/>
            <a:ext cx="406080" cy="27360"/>
          </a:xfrm>
          <a:custGeom>
            <a:avLst/>
            <a:gdLst/>
            <a:ahLst/>
            <a:rect l="0" t="0" r="r" b="b"/>
            <a:pathLst>
              <a:path w="1128" h="76">
                <a:moveTo>
                  <a:pt x="0" y="76"/>
                </a:moveTo>
                <a:lnTo>
                  <a:pt x="1128" y="0"/>
                </a:lnTo>
                <a:lnTo>
                  <a:pt x="1128" y="1"/>
                </a:lnTo>
                <a:lnTo>
                  <a:pt x="11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3" name=""/>
          <p:cNvSpPr/>
          <p:nvPr/>
        </p:nvSpPr>
        <p:spPr>
          <a:xfrm>
            <a:off x="7904880" y="3207240"/>
            <a:ext cx="402480" cy="27000"/>
          </a:xfrm>
          <a:custGeom>
            <a:avLst/>
            <a:gdLst/>
            <a:ahLst/>
            <a:rect l="0" t="0" r="r" b="b"/>
            <a:pathLst>
              <a:path w="1118" h="75">
                <a:moveTo>
                  <a:pt x="0" y="75"/>
                </a:moveTo>
                <a:lnTo>
                  <a:pt x="1118" y="0"/>
                </a:lnTo>
                <a:lnTo>
                  <a:pt x="1118" y="1"/>
                </a:lnTo>
                <a:lnTo>
                  <a:pt x="11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4" name=""/>
          <p:cNvSpPr/>
          <p:nvPr/>
        </p:nvSpPr>
        <p:spPr>
          <a:xfrm>
            <a:off x="7908840" y="3207600"/>
            <a:ext cx="398520" cy="26640"/>
          </a:xfrm>
          <a:custGeom>
            <a:avLst/>
            <a:gdLst/>
            <a:ahLst/>
            <a:rect l="0" t="0" r="r" b="b"/>
            <a:pathLst>
              <a:path w="1107" h="74">
                <a:moveTo>
                  <a:pt x="0" y="74"/>
                </a:moveTo>
                <a:lnTo>
                  <a:pt x="1107" y="0"/>
                </a:lnTo>
                <a:lnTo>
                  <a:pt x="10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5" name=""/>
          <p:cNvSpPr/>
          <p:nvPr/>
        </p:nvSpPr>
        <p:spPr>
          <a:xfrm>
            <a:off x="7912440" y="3207600"/>
            <a:ext cx="394920" cy="26640"/>
          </a:xfrm>
          <a:custGeom>
            <a:avLst/>
            <a:gdLst/>
            <a:ahLst/>
            <a:rect l="0" t="0" r="r" b="b"/>
            <a:pathLst>
              <a:path w="1097" h="74">
                <a:moveTo>
                  <a:pt x="0" y="74"/>
                </a:moveTo>
                <a:lnTo>
                  <a:pt x="1097" y="0"/>
                </a:lnTo>
                <a:lnTo>
                  <a:pt x="1097" y="1"/>
                </a:lnTo>
                <a:lnTo>
                  <a:pt x="10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ec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6" name=""/>
          <p:cNvSpPr/>
          <p:nvPr/>
        </p:nvSpPr>
        <p:spPr>
          <a:xfrm>
            <a:off x="7916040" y="3207960"/>
            <a:ext cx="391320" cy="26280"/>
          </a:xfrm>
          <a:custGeom>
            <a:avLst/>
            <a:gdLst/>
            <a:ahLst/>
            <a:rect l="0" t="0" r="r" b="b"/>
            <a:pathLst>
              <a:path w="1087" h="73">
                <a:moveTo>
                  <a:pt x="0" y="73"/>
                </a:moveTo>
                <a:lnTo>
                  <a:pt x="1087" y="0"/>
                </a:lnTo>
                <a:lnTo>
                  <a:pt x="1087" y="1"/>
                </a:lnTo>
                <a:lnTo>
                  <a:pt x="10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7" name=""/>
          <p:cNvSpPr/>
          <p:nvPr/>
        </p:nvSpPr>
        <p:spPr>
          <a:xfrm>
            <a:off x="7919640" y="3208320"/>
            <a:ext cx="387720" cy="25920"/>
          </a:xfrm>
          <a:custGeom>
            <a:avLst/>
            <a:gdLst/>
            <a:ahLst/>
            <a:rect l="0" t="0" r="r" b="b"/>
            <a:pathLst>
              <a:path w="1077" h="72">
                <a:moveTo>
                  <a:pt x="0" y="72"/>
                </a:moveTo>
                <a:lnTo>
                  <a:pt x="1077" y="0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8" name=""/>
          <p:cNvSpPr/>
          <p:nvPr/>
        </p:nvSpPr>
        <p:spPr>
          <a:xfrm>
            <a:off x="7923240" y="3208320"/>
            <a:ext cx="384120" cy="25920"/>
          </a:xfrm>
          <a:custGeom>
            <a:avLst/>
            <a:gdLst/>
            <a:ahLst/>
            <a:rect l="0" t="0" r="r" b="b"/>
            <a:pathLst>
              <a:path w="1067" h="72">
                <a:moveTo>
                  <a:pt x="0" y="72"/>
                </a:moveTo>
                <a:lnTo>
                  <a:pt x="1067" y="0"/>
                </a:lnTo>
                <a:lnTo>
                  <a:pt x="1067" y="1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49" name=""/>
          <p:cNvSpPr/>
          <p:nvPr/>
        </p:nvSpPr>
        <p:spPr>
          <a:xfrm>
            <a:off x="7926840" y="3208680"/>
            <a:ext cx="380520" cy="25560"/>
          </a:xfrm>
          <a:custGeom>
            <a:avLst/>
            <a:gdLst/>
            <a:ahLst/>
            <a:rect l="0" t="0" r="r" b="b"/>
            <a:pathLst>
              <a:path w="1057" h="71">
                <a:moveTo>
                  <a:pt x="0" y="71"/>
                </a:moveTo>
                <a:lnTo>
                  <a:pt x="1057" y="0"/>
                </a:lnTo>
                <a:lnTo>
                  <a:pt x="1057" y="1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dc1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0" name=""/>
          <p:cNvSpPr/>
          <p:nvPr/>
        </p:nvSpPr>
        <p:spPr>
          <a:xfrm>
            <a:off x="7930440" y="3209040"/>
            <a:ext cx="376920" cy="25200"/>
          </a:xfrm>
          <a:custGeom>
            <a:avLst/>
            <a:gdLst/>
            <a:ahLst/>
            <a:rect l="0" t="0" r="r" b="b"/>
            <a:pathLst>
              <a:path w="1047" h="70">
                <a:moveTo>
                  <a:pt x="0" y="70"/>
                </a:moveTo>
                <a:lnTo>
                  <a:pt x="1047" y="0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1" name=""/>
          <p:cNvSpPr/>
          <p:nvPr/>
        </p:nvSpPr>
        <p:spPr>
          <a:xfrm>
            <a:off x="7934040" y="3209040"/>
            <a:ext cx="373320" cy="25200"/>
          </a:xfrm>
          <a:custGeom>
            <a:avLst/>
            <a:gdLst/>
            <a:ahLst/>
            <a:rect l="0" t="0" r="r" b="b"/>
            <a:pathLst>
              <a:path w="1037" h="70">
                <a:moveTo>
                  <a:pt x="0" y="70"/>
                </a:moveTo>
                <a:lnTo>
                  <a:pt x="1037" y="0"/>
                </a:lnTo>
                <a:lnTo>
                  <a:pt x="1037" y="1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2" name=""/>
          <p:cNvSpPr/>
          <p:nvPr/>
        </p:nvSpPr>
        <p:spPr>
          <a:xfrm>
            <a:off x="7937640" y="3209400"/>
            <a:ext cx="369720" cy="24840"/>
          </a:xfrm>
          <a:custGeom>
            <a:avLst/>
            <a:gdLst/>
            <a:ahLst/>
            <a:rect l="0" t="0" r="r" b="b"/>
            <a:pathLst>
              <a:path w="1027" h="69">
                <a:moveTo>
                  <a:pt x="0" y="69"/>
                </a:moveTo>
                <a:lnTo>
                  <a:pt x="1027" y="0"/>
                </a:lnTo>
                <a:lnTo>
                  <a:pt x="1027" y="1"/>
                </a:lnTo>
                <a:lnTo>
                  <a:pt x="11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3" name=""/>
          <p:cNvSpPr/>
          <p:nvPr/>
        </p:nvSpPr>
        <p:spPr>
          <a:xfrm>
            <a:off x="7941240" y="3209760"/>
            <a:ext cx="366120" cy="24480"/>
          </a:xfrm>
          <a:custGeom>
            <a:avLst/>
            <a:gdLst/>
            <a:ahLst/>
            <a:rect l="0" t="0" r="r" b="b"/>
            <a:pathLst>
              <a:path w="1017" h="68">
                <a:moveTo>
                  <a:pt x="0" y="68"/>
                </a:moveTo>
                <a:lnTo>
                  <a:pt x="1017" y="0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4" name=""/>
          <p:cNvSpPr/>
          <p:nvPr/>
        </p:nvSpPr>
        <p:spPr>
          <a:xfrm>
            <a:off x="7944840" y="3209760"/>
            <a:ext cx="362520" cy="24480"/>
          </a:xfrm>
          <a:custGeom>
            <a:avLst/>
            <a:gdLst/>
            <a:ahLst/>
            <a:rect l="0" t="0" r="r" b="b"/>
            <a:pathLst>
              <a:path w="1007" h="68">
                <a:moveTo>
                  <a:pt x="0" y="68"/>
                </a:moveTo>
                <a:lnTo>
                  <a:pt x="1007" y="0"/>
                </a:lnTo>
                <a:lnTo>
                  <a:pt x="1007" y="1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bb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5" name=""/>
          <p:cNvSpPr/>
          <p:nvPr/>
        </p:nvSpPr>
        <p:spPr>
          <a:xfrm>
            <a:off x="7948440" y="3210120"/>
            <a:ext cx="358920" cy="24120"/>
          </a:xfrm>
          <a:custGeom>
            <a:avLst/>
            <a:gdLst/>
            <a:ahLst/>
            <a:rect l="0" t="0" r="r" b="b"/>
            <a:pathLst>
              <a:path w="997" h="67">
                <a:moveTo>
                  <a:pt x="0" y="67"/>
                </a:moveTo>
                <a:lnTo>
                  <a:pt x="997" y="0"/>
                </a:lnTo>
                <a:lnTo>
                  <a:pt x="997" y="1"/>
                </a:lnTo>
                <a:lnTo>
                  <a:pt x="10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6" name=""/>
          <p:cNvSpPr/>
          <p:nvPr/>
        </p:nvSpPr>
        <p:spPr>
          <a:xfrm>
            <a:off x="7952040" y="3210480"/>
            <a:ext cx="355320" cy="23760"/>
          </a:xfrm>
          <a:custGeom>
            <a:avLst/>
            <a:gdLst/>
            <a:ahLst/>
            <a:rect l="0" t="0" r="r" b="b"/>
            <a:pathLst>
              <a:path w="987" h="66">
                <a:moveTo>
                  <a:pt x="0" y="66"/>
                </a:moveTo>
                <a:lnTo>
                  <a:pt x="987" y="0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abc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7" name=""/>
          <p:cNvSpPr/>
          <p:nvPr/>
        </p:nvSpPr>
        <p:spPr>
          <a:xfrm>
            <a:off x="7955640" y="3210480"/>
            <a:ext cx="351720" cy="23760"/>
          </a:xfrm>
          <a:custGeom>
            <a:avLst/>
            <a:gdLst/>
            <a:ahLst/>
            <a:rect l="0" t="0" r="r" b="b"/>
            <a:pathLst>
              <a:path w="977" h="66">
                <a:moveTo>
                  <a:pt x="0" y="66"/>
                </a:moveTo>
                <a:lnTo>
                  <a:pt x="977" y="0"/>
                </a:lnTo>
                <a:lnTo>
                  <a:pt x="977" y="1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8" name=""/>
          <p:cNvSpPr/>
          <p:nvPr/>
        </p:nvSpPr>
        <p:spPr>
          <a:xfrm>
            <a:off x="7959240" y="3210840"/>
            <a:ext cx="348120" cy="23400"/>
          </a:xfrm>
          <a:custGeom>
            <a:avLst/>
            <a:gdLst/>
            <a:ahLst/>
            <a:rect l="0" t="0" r="r" b="b"/>
            <a:pathLst>
              <a:path w="967" h="65">
                <a:moveTo>
                  <a:pt x="0" y="65"/>
                </a:moveTo>
                <a:lnTo>
                  <a:pt x="967" y="0"/>
                </a:lnTo>
                <a:lnTo>
                  <a:pt x="967" y="1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abb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59" name=""/>
          <p:cNvSpPr/>
          <p:nvPr/>
        </p:nvSpPr>
        <p:spPr>
          <a:xfrm>
            <a:off x="7962840" y="3211200"/>
            <a:ext cx="344520" cy="23040"/>
          </a:xfrm>
          <a:custGeom>
            <a:avLst/>
            <a:gdLst/>
            <a:ahLst/>
            <a:rect l="0" t="0" r="r" b="b"/>
            <a:pathLst>
              <a:path w="957" h="64">
                <a:moveTo>
                  <a:pt x="0" y="64"/>
                </a:moveTo>
                <a:lnTo>
                  <a:pt x="957" y="0"/>
                </a:lnTo>
                <a:lnTo>
                  <a:pt x="11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0" name=""/>
          <p:cNvSpPr/>
          <p:nvPr/>
        </p:nvSpPr>
        <p:spPr>
          <a:xfrm>
            <a:off x="7966800" y="3211200"/>
            <a:ext cx="340560" cy="23040"/>
          </a:xfrm>
          <a:custGeom>
            <a:avLst/>
            <a:gdLst/>
            <a:ahLst/>
            <a:rect l="0" t="0" r="r" b="b"/>
            <a:pathLst>
              <a:path w="946" h="64">
                <a:moveTo>
                  <a:pt x="0" y="64"/>
                </a:moveTo>
                <a:lnTo>
                  <a:pt x="946" y="0"/>
                </a:lnTo>
                <a:lnTo>
                  <a:pt x="946" y="1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9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1" name=""/>
          <p:cNvSpPr/>
          <p:nvPr/>
        </p:nvSpPr>
        <p:spPr>
          <a:xfrm>
            <a:off x="7970400" y="3211560"/>
            <a:ext cx="336960" cy="22680"/>
          </a:xfrm>
          <a:custGeom>
            <a:avLst/>
            <a:gdLst/>
            <a:ahLst/>
            <a:rect l="0" t="0" r="r" b="b"/>
            <a:pathLst>
              <a:path w="936" h="63">
                <a:moveTo>
                  <a:pt x="0" y="63"/>
                </a:moveTo>
                <a:lnTo>
                  <a:pt x="936" y="0"/>
                </a:lnTo>
                <a:lnTo>
                  <a:pt x="936" y="1"/>
                </a:lnTo>
                <a:lnTo>
                  <a:pt x="10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2" name=""/>
          <p:cNvSpPr/>
          <p:nvPr/>
        </p:nvSpPr>
        <p:spPr>
          <a:xfrm>
            <a:off x="7974000" y="3211920"/>
            <a:ext cx="333360" cy="22320"/>
          </a:xfrm>
          <a:custGeom>
            <a:avLst/>
            <a:gdLst/>
            <a:ahLst/>
            <a:rect l="0" t="0" r="r" b="b"/>
            <a:pathLst>
              <a:path w="926" h="62">
                <a:moveTo>
                  <a:pt x="0" y="62"/>
                </a:moveTo>
                <a:lnTo>
                  <a:pt x="926" y="0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9b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3" name=""/>
          <p:cNvSpPr/>
          <p:nvPr/>
        </p:nvSpPr>
        <p:spPr>
          <a:xfrm>
            <a:off x="7977600" y="3211920"/>
            <a:ext cx="329760" cy="22320"/>
          </a:xfrm>
          <a:custGeom>
            <a:avLst/>
            <a:gdLst/>
            <a:ahLst/>
            <a:rect l="0" t="0" r="r" b="b"/>
            <a:pathLst>
              <a:path w="916" h="62">
                <a:moveTo>
                  <a:pt x="0" y="62"/>
                </a:moveTo>
                <a:lnTo>
                  <a:pt x="916" y="0"/>
                </a:lnTo>
                <a:lnTo>
                  <a:pt x="916" y="1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4" name=""/>
          <p:cNvSpPr/>
          <p:nvPr/>
        </p:nvSpPr>
        <p:spPr>
          <a:xfrm>
            <a:off x="7981200" y="3212280"/>
            <a:ext cx="326160" cy="21960"/>
          </a:xfrm>
          <a:custGeom>
            <a:avLst/>
            <a:gdLst/>
            <a:ahLst/>
            <a:rect l="0" t="0" r="r" b="b"/>
            <a:pathLst>
              <a:path w="906" h="61">
                <a:moveTo>
                  <a:pt x="0" y="61"/>
                </a:moveTo>
                <a:lnTo>
                  <a:pt x="906" y="0"/>
                </a:lnTo>
                <a:lnTo>
                  <a:pt x="906" y="1"/>
                </a:lnTo>
                <a:lnTo>
                  <a:pt x="11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8b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5" name=""/>
          <p:cNvSpPr/>
          <p:nvPr/>
        </p:nvSpPr>
        <p:spPr>
          <a:xfrm>
            <a:off x="7984800" y="3212640"/>
            <a:ext cx="322560" cy="21600"/>
          </a:xfrm>
          <a:custGeom>
            <a:avLst/>
            <a:gdLst/>
            <a:ahLst/>
            <a:rect l="0" t="0" r="r" b="b"/>
            <a:pathLst>
              <a:path w="896" h="60">
                <a:moveTo>
                  <a:pt x="0" y="60"/>
                </a:moveTo>
                <a:lnTo>
                  <a:pt x="896" y="0"/>
                </a:lnTo>
                <a:lnTo>
                  <a:pt x="1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6" name=""/>
          <p:cNvSpPr/>
          <p:nvPr/>
        </p:nvSpPr>
        <p:spPr>
          <a:xfrm>
            <a:off x="7988400" y="3212640"/>
            <a:ext cx="318960" cy="21600"/>
          </a:xfrm>
          <a:custGeom>
            <a:avLst/>
            <a:gdLst/>
            <a:ahLst/>
            <a:rect l="0" t="0" r="r" b="b"/>
            <a:pathLst>
              <a:path w="886" h="60">
                <a:moveTo>
                  <a:pt x="0" y="60"/>
                </a:moveTo>
                <a:lnTo>
                  <a:pt x="886" y="0"/>
                </a:lnTo>
                <a:lnTo>
                  <a:pt x="886" y="1"/>
                </a:lnTo>
                <a:lnTo>
                  <a:pt x="1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8b6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7" name=""/>
          <p:cNvSpPr/>
          <p:nvPr/>
        </p:nvSpPr>
        <p:spPr>
          <a:xfrm>
            <a:off x="7992000" y="3213000"/>
            <a:ext cx="315360" cy="21240"/>
          </a:xfrm>
          <a:custGeom>
            <a:avLst/>
            <a:gdLst/>
            <a:ahLst/>
            <a:rect l="0" t="0" r="r" b="b"/>
            <a:pathLst>
              <a:path w="876" h="59">
                <a:moveTo>
                  <a:pt x="0" y="59"/>
                </a:moveTo>
                <a:lnTo>
                  <a:pt x="876" y="0"/>
                </a:lnTo>
                <a:lnTo>
                  <a:pt x="876" y="1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8" name=""/>
          <p:cNvSpPr/>
          <p:nvPr/>
        </p:nvSpPr>
        <p:spPr>
          <a:xfrm>
            <a:off x="7995600" y="3213360"/>
            <a:ext cx="311760" cy="20880"/>
          </a:xfrm>
          <a:custGeom>
            <a:avLst/>
            <a:gdLst/>
            <a:ahLst/>
            <a:rect l="0" t="0" r="r" b="b"/>
            <a:pathLst>
              <a:path w="866" h="58">
                <a:moveTo>
                  <a:pt x="0" y="58"/>
                </a:moveTo>
                <a:lnTo>
                  <a:pt x="866" y="0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7b5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69" name=""/>
          <p:cNvSpPr/>
          <p:nvPr/>
        </p:nvSpPr>
        <p:spPr>
          <a:xfrm>
            <a:off x="7999200" y="3213360"/>
            <a:ext cx="308160" cy="20880"/>
          </a:xfrm>
          <a:custGeom>
            <a:avLst/>
            <a:gdLst/>
            <a:ahLst/>
            <a:rect l="0" t="0" r="r" b="b"/>
            <a:pathLst>
              <a:path w="856" h="58">
                <a:moveTo>
                  <a:pt x="0" y="58"/>
                </a:moveTo>
                <a:lnTo>
                  <a:pt x="856" y="0"/>
                </a:lnTo>
                <a:lnTo>
                  <a:pt x="856" y="1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7b5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0" name=""/>
          <p:cNvSpPr/>
          <p:nvPr/>
        </p:nvSpPr>
        <p:spPr>
          <a:xfrm>
            <a:off x="8002800" y="3213720"/>
            <a:ext cx="304560" cy="20520"/>
          </a:xfrm>
          <a:custGeom>
            <a:avLst/>
            <a:gdLst/>
            <a:ahLst/>
            <a:rect l="0" t="0" r="r" b="b"/>
            <a:pathLst>
              <a:path w="846" h="57">
                <a:moveTo>
                  <a:pt x="0" y="57"/>
                </a:moveTo>
                <a:lnTo>
                  <a:pt x="846" y="0"/>
                </a:lnTo>
                <a:lnTo>
                  <a:pt x="846" y="1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7b4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1" name=""/>
          <p:cNvSpPr/>
          <p:nvPr/>
        </p:nvSpPr>
        <p:spPr>
          <a:xfrm>
            <a:off x="8006400" y="3214080"/>
            <a:ext cx="300960" cy="20160"/>
          </a:xfrm>
          <a:custGeom>
            <a:avLst/>
            <a:gdLst/>
            <a:ahLst/>
            <a:rect l="0" t="0" r="r" b="b"/>
            <a:pathLst>
              <a:path w="836" h="56">
                <a:moveTo>
                  <a:pt x="0" y="56"/>
                </a:moveTo>
                <a:lnTo>
                  <a:pt x="836" y="0"/>
                </a:lnTo>
                <a:lnTo>
                  <a:pt x="10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2" name=""/>
          <p:cNvSpPr/>
          <p:nvPr/>
        </p:nvSpPr>
        <p:spPr>
          <a:xfrm>
            <a:off x="8010000" y="3214080"/>
            <a:ext cx="297360" cy="20160"/>
          </a:xfrm>
          <a:custGeom>
            <a:avLst/>
            <a:gdLst/>
            <a:ahLst/>
            <a:rect l="0" t="0" r="r" b="b"/>
            <a:pathLst>
              <a:path w="826" h="56">
                <a:moveTo>
                  <a:pt x="0" y="56"/>
                </a:moveTo>
                <a:lnTo>
                  <a:pt x="826" y="0"/>
                </a:lnTo>
                <a:lnTo>
                  <a:pt x="826" y="1"/>
                </a:lnTo>
                <a:lnTo>
                  <a:pt x="10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6b3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3" name=""/>
          <p:cNvSpPr/>
          <p:nvPr/>
        </p:nvSpPr>
        <p:spPr>
          <a:xfrm>
            <a:off x="8013600" y="3214440"/>
            <a:ext cx="293760" cy="19800"/>
          </a:xfrm>
          <a:custGeom>
            <a:avLst/>
            <a:gdLst/>
            <a:ahLst/>
            <a:rect l="0" t="0" r="r" b="b"/>
            <a:pathLst>
              <a:path w="816" h="55">
                <a:moveTo>
                  <a:pt x="0" y="55"/>
                </a:moveTo>
                <a:lnTo>
                  <a:pt x="816" y="0"/>
                </a:lnTo>
                <a:lnTo>
                  <a:pt x="816" y="1"/>
                </a:lnTo>
                <a:lnTo>
                  <a:pt x="10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4" name=""/>
          <p:cNvSpPr/>
          <p:nvPr/>
        </p:nvSpPr>
        <p:spPr>
          <a:xfrm>
            <a:off x="8017200" y="3214800"/>
            <a:ext cx="290160" cy="19440"/>
          </a:xfrm>
          <a:custGeom>
            <a:avLst/>
            <a:gdLst/>
            <a:ahLst/>
            <a:rect l="0" t="0" r="r" b="b"/>
            <a:pathLst>
              <a:path w="806" h="54">
                <a:moveTo>
                  <a:pt x="0" y="54"/>
                </a:moveTo>
                <a:lnTo>
                  <a:pt x="806" y="0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5" name=""/>
          <p:cNvSpPr/>
          <p:nvPr/>
        </p:nvSpPr>
        <p:spPr>
          <a:xfrm>
            <a:off x="8020800" y="3214800"/>
            <a:ext cx="286560" cy="19440"/>
          </a:xfrm>
          <a:custGeom>
            <a:avLst/>
            <a:gdLst/>
            <a:ahLst/>
            <a:rect l="0" t="0" r="r" b="b"/>
            <a:pathLst>
              <a:path w="796" h="54">
                <a:moveTo>
                  <a:pt x="0" y="54"/>
                </a:moveTo>
                <a:lnTo>
                  <a:pt x="796" y="0"/>
                </a:lnTo>
                <a:lnTo>
                  <a:pt x="796" y="1"/>
                </a:lnTo>
                <a:lnTo>
                  <a:pt x="11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6b2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6" name=""/>
          <p:cNvSpPr/>
          <p:nvPr/>
        </p:nvSpPr>
        <p:spPr>
          <a:xfrm>
            <a:off x="8024760" y="3215160"/>
            <a:ext cx="282600" cy="19080"/>
          </a:xfrm>
          <a:custGeom>
            <a:avLst/>
            <a:gdLst/>
            <a:ahLst/>
            <a:rect l="0" t="0" r="r" b="b"/>
            <a:pathLst>
              <a:path w="785" h="53">
                <a:moveTo>
                  <a:pt x="0" y="53"/>
                </a:moveTo>
                <a:lnTo>
                  <a:pt x="785" y="0"/>
                </a:lnTo>
                <a:lnTo>
                  <a:pt x="785" y="1"/>
                </a:lnTo>
                <a:lnTo>
                  <a:pt x="10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5b1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7" name=""/>
          <p:cNvSpPr/>
          <p:nvPr/>
        </p:nvSpPr>
        <p:spPr>
          <a:xfrm>
            <a:off x="8028360" y="3215520"/>
            <a:ext cx="279000" cy="18720"/>
          </a:xfrm>
          <a:custGeom>
            <a:avLst/>
            <a:gdLst/>
            <a:ahLst/>
            <a:rect l="0" t="0" r="r" b="b"/>
            <a:pathLst>
              <a:path w="775" h="52">
                <a:moveTo>
                  <a:pt x="0" y="52"/>
                </a:moveTo>
                <a:lnTo>
                  <a:pt x="775" y="0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8" name=""/>
          <p:cNvSpPr/>
          <p:nvPr/>
        </p:nvSpPr>
        <p:spPr>
          <a:xfrm>
            <a:off x="8031960" y="3215520"/>
            <a:ext cx="275400" cy="18720"/>
          </a:xfrm>
          <a:custGeom>
            <a:avLst/>
            <a:gdLst/>
            <a:ahLst/>
            <a:rect l="0" t="0" r="r" b="b"/>
            <a:pathLst>
              <a:path w="765" h="52">
                <a:moveTo>
                  <a:pt x="0" y="52"/>
                </a:moveTo>
                <a:lnTo>
                  <a:pt x="765" y="0"/>
                </a:lnTo>
                <a:lnTo>
                  <a:pt x="765" y="1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b0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79" name=""/>
          <p:cNvSpPr/>
          <p:nvPr/>
        </p:nvSpPr>
        <p:spPr>
          <a:xfrm>
            <a:off x="8035560" y="3215880"/>
            <a:ext cx="271800" cy="18360"/>
          </a:xfrm>
          <a:custGeom>
            <a:avLst/>
            <a:gdLst/>
            <a:ahLst/>
            <a:rect l="0" t="0" r="r" b="b"/>
            <a:pathLst>
              <a:path w="755" h="51">
                <a:moveTo>
                  <a:pt x="0" y="51"/>
                </a:moveTo>
                <a:lnTo>
                  <a:pt x="755" y="0"/>
                </a:lnTo>
                <a:lnTo>
                  <a:pt x="755" y="1"/>
                </a:lnTo>
                <a:lnTo>
                  <a:pt x="10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0" name=""/>
          <p:cNvSpPr/>
          <p:nvPr/>
        </p:nvSpPr>
        <p:spPr>
          <a:xfrm>
            <a:off x="8039160" y="3216240"/>
            <a:ext cx="268200" cy="18000"/>
          </a:xfrm>
          <a:custGeom>
            <a:avLst/>
            <a:gdLst/>
            <a:ahLst/>
            <a:rect l="0" t="0" r="r" b="b"/>
            <a:pathLst>
              <a:path w="745" h="50">
                <a:moveTo>
                  <a:pt x="0" y="50"/>
                </a:moveTo>
                <a:lnTo>
                  <a:pt x="745" y="0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1" name=""/>
          <p:cNvSpPr/>
          <p:nvPr/>
        </p:nvSpPr>
        <p:spPr>
          <a:xfrm>
            <a:off x="8042760" y="3216240"/>
            <a:ext cx="264600" cy="18000"/>
          </a:xfrm>
          <a:custGeom>
            <a:avLst/>
            <a:gdLst/>
            <a:ahLst/>
            <a:rect l="0" t="0" r="r" b="b"/>
            <a:pathLst>
              <a:path w="735" h="50">
                <a:moveTo>
                  <a:pt x="0" y="50"/>
                </a:moveTo>
                <a:lnTo>
                  <a:pt x="735" y="0"/>
                </a:lnTo>
                <a:lnTo>
                  <a:pt x="735" y="1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2" name=""/>
          <p:cNvSpPr/>
          <p:nvPr/>
        </p:nvSpPr>
        <p:spPr>
          <a:xfrm>
            <a:off x="8046360" y="3216600"/>
            <a:ext cx="261000" cy="17640"/>
          </a:xfrm>
          <a:custGeom>
            <a:avLst/>
            <a:gdLst/>
            <a:ahLst/>
            <a:rect l="0" t="0" r="r" b="b"/>
            <a:pathLst>
              <a:path w="725" h="49">
                <a:moveTo>
                  <a:pt x="0" y="49"/>
                </a:moveTo>
                <a:lnTo>
                  <a:pt x="725" y="0"/>
                </a:lnTo>
                <a:lnTo>
                  <a:pt x="725" y="1"/>
                </a:lnTo>
                <a:lnTo>
                  <a:pt x="1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3" name=""/>
          <p:cNvSpPr/>
          <p:nvPr/>
        </p:nvSpPr>
        <p:spPr>
          <a:xfrm>
            <a:off x="8049960" y="3216960"/>
            <a:ext cx="257400" cy="17280"/>
          </a:xfrm>
          <a:custGeom>
            <a:avLst/>
            <a:gdLst/>
            <a:ahLst/>
            <a:rect l="0" t="0" r="r" b="b"/>
            <a:pathLst>
              <a:path w="715" h="48">
                <a:moveTo>
                  <a:pt x="0" y="48"/>
                </a:moveTo>
                <a:lnTo>
                  <a:pt x="715" y="0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4" name=""/>
          <p:cNvSpPr/>
          <p:nvPr/>
        </p:nvSpPr>
        <p:spPr>
          <a:xfrm>
            <a:off x="8053560" y="3216960"/>
            <a:ext cx="253800" cy="17280"/>
          </a:xfrm>
          <a:custGeom>
            <a:avLst/>
            <a:gdLst/>
            <a:ahLst/>
            <a:rect l="0" t="0" r="r" b="b"/>
            <a:pathLst>
              <a:path w="705" h="48">
                <a:moveTo>
                  <a:pt x="0" y="48"/>
                </a:moveTo>
                <a:lnTo>
                  <a:pt x="705" y="0"/>
                </a:lnTo>
                <a:lnTo>
                  <a:pt x="705" y="1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5" name=""/>
          <p:cNvSpPr/>
          <p:nvPr/>
        </p:nvSpPr>
        <p:spPr>
          <a:xfrm>
            <a:off x="8057160" y="3217320"/>
            <a:ext cx="250200" cy="16920"/>
          </a:xfrm>
          <a:custGeom>
            <a:avLst/>
            <a:gdLst/>
            <a:ahLst/>
            <a:rect l="0" t="0" r="r" b="b"/>
            <a:pathLst>
              <a:path w="695" h="47">
                <a:moveTo>
                  <a:pt x="0" y="47"/>
                </a:moveTo>
                <a:lnTo>
                  <a:pt x="695" y="0"/>
                </a:lnTo>
                <a:lnTo>
                  <a:pt x="695" y="1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6" name=""/>
          <p:cNvSpPr/>
          <p:nvPr/>
        </p:nvSpPr>
        <p:spPr>
          <a:xfrm>
            <a:off x="8060760" y="3217680"/>
            <a:ext cx="246600" cy="16560"/>
          </a:xfrm>
          <a:custGeom>
            <a:avLst/>
            <a:gdLst/>
            <a:ahLst/>
            <a:rect l="0" t="0" r="r" b="b"/>
            <a:pathLst>
              <a:path w="685" h="46">
                <a:moveTo>
                  <a:pt x="0" y="46"/>
                </a:moveTo>
                <a:lnTo>
                  <a:pt x="685" y="0"/>
                </a:lnTo>
                <a:lnTo>
                  <a:pt x="10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7" name=""/>
          <p:cNvSpPr/>
          <p:nvPr/>
        </p:nvSpPr>
        <p:spPr>
          <a:xfrm>
            <a:off x="8064360" y="3217680"/>
            <a:ext cx="243000" cy="16560"/>
          </a:xfrm>
          <a:custGeom>
            <a:avLst/>
            <a:gdLst/>
            <a:ahLst/>
            <a:rect l="0" t="0" r="r" b="b"/>
            <a:pathLst>
              <a:path w="675" h="46">
                <a:moveTo>
                  <a:pt x="0" y="46"/>
                </a:moveTo>
                <a:lnTo>
                  <a:pt x="675" y="0"/>
                </a:lnTo>
                <a:lnTo>
                  <a:pt x="675" y="1"/>
                </a:lnTo>
                <a:lnTo>
                  <a:pt x="10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3a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8" name=""/>
          <p:cNvSpPr/>
          <p:nvPr/>
        </p:nvSpPr>
        <p:spPr>
          <a:xfrm>
            <a:off x="8067960" y="3218040"/>
            <a:ext cx="239400" cy="16200"/>
          </a:xfrm>
          <a:custGeom>
            <a:avLst/>
            <a:gdLst/>
            <a:ahLst/>
            <a:rect l="0" t="0" r="r" b="b"/>
            <a:pathLst>
              <a:path w="665" h="45">
                <a:moveTo>
                  <a:pt x="0" y="45"/>
                </a:moveTo>
                <a:lnTo>
                  <a:pt x="665" y="0"/>
                </a:lnTo>
                <a:lnTo>
                  <a:pt x="665" y="1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89" name=""/>
          <p:cNvSpPr/>
          <p:nvPr/>
        </p:nvSpPr>
        <p:spPr>
          <a:xfrm>
            <a:off x="8071560" y="3218400"/>
            <a:ext cx="235800" cy="15840"/>
          </a:xfrm>
          <a:custGeom>
            <a:avLst/>
            <a:gdLst/>
            <a:ahLst/>
            <a:rect l="0" t="0" r="r" b="b"/>
            <a:pathLst>
              <a:path w="655" h="44">
                <a:moveTo>
                  <a:pt x="0" y="44"/>
                </a:moveTo>
                <a:lnTo>
                  <a:pt x="655" y="0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3ab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0" name=""/>
          <p:cNvSpPr/>
          <p:nvPr/>
        </p:nvSpPr>
        <p:spPr>
          <a:xfrm>
            <a:off x="8075160" y="3218400"/>
            <a:ext cx="232200" cy="15840"/>
          </a:xfrm>
          <a:custGeom>
            <a:avLst/>
            <a:gdLst/>
            <a:ahLst/>
            <a:rect l="0" t="0" r="r" b="b"/>
            <a:pathLst>
              <a:path w="645" h="44">
                <a:moveTo>
                  <a:pt x="0" y="44"/>
                </a:moveTo>
                <a:lnTo>
                  <a:pt x="645" y="0"/>
                </a:lnTo>
                <a:lnTo>
                  <a:pt x="645" y="1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3a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1" name=""/>
          <p:cNvSpPr/>
          <p:nvPr/>
        </p:nvSpPr>
        <p:spPr>
          <a:xfrm>
            <a:off x="8078760" y="3218760"/>
            <a:ext cx="228600" cy="15480"/>
          </a:xfrm>
          <a:custGeom>
            <a:avLst/>
            <a:gdLst/>
            <a:ahLst/>
            <a:rect l="0" t="0" r="r" b="b"/>
            <a:pathLst>
              <a:path w="635" h="43">
                <a:moveTo>
                  <a:pt x="0" y="43"/>
                </a:moveTo>
                <a:lnTo>
                  <a:pt x="635" y="0"/>
                </a:lnTo>
                <a:lnTo>
                  <a:pt x="635" y="1"/>
                </a:lnTo>
                <a:lnTo>
                  <a:pt x="11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2" name=""/>
          <p:cNvSpPr/>
          <p:nvPr/>
        </p:nvSpPr>
        <p:spPr>
          <a:xfrm>
            <a:off x="8082720" y="3219120"/>
            <a:ext cx="224640" cy="15120"/>
          </a:xfrm>
          <a:custGeom>
            <a:avLst/>
            <a:gdLst/>
            <a:ahLst/>
            <a:rect l="0" t="0" r="r" b="b"/>
            <a:pathLst>
              <a:path w="624" h="42">
                <a:moveTo>
                  <a:pt x="0" y="42"/>
                </a:moveTo>
                <a:lnTo>
                  <a:pt x="624" y="0"/>
                </a:lnTo>
                <a:lnTo>
                  <a:pt x="1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3" name=""/>
          <p:cNvSpPr/>
          <p:nvPr/>
        </p:nvSpPr>
        <p:spPr>
          <a:xfrm>
            <a:off x="8086320" y="3219120"/>
            <a:ext cx="221040" cy="15120"/>
          </a:xfrm>
          <a:custGeom>
            <a:avLst/>
            <a:gdLst/>
            <a:ahLst/>
            <a:rect l="0" t="0" r="r" b="b"/>
            <a:pathLst>
              <a:path w="614" h="42">
                <a:moveTo>
                  <a:pt x="0" y="42"/>
                </a:moveTo>
                <a:lnTo>
                  <a:pt x="614" y="0"/>
                </a:lnTo>
                <a:lnTo>
                  <a:pt x="614" y="1"/>
                </a:lnTo>
                <a:lnTo>
                  <a:pt x="1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2a9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4" name=""/>
          <p:cNvSpPr/>
          <p:nvPr/>
        </p:nvSpPr>
        <p:spPr>
          <a:xfrm>
            <a:off x="8089920" y="3219480"/>
            <a:ext cx="217440" cy="14760"/>
          </a:xfrm>
          <a:custGeom>
            <a:avLst/>
            <a:gdLst/>
            <a:ahLst/>
            <a:rect l="0" t="0" r="r" b="b"/>
            <a:pathLst>
              <a:path w="604" h="41">
                <a:moveTo>
                  <a:pt x="0" y="41"/>
                </a:moveTo>
                <a:lnTo>
                  <a:pt x="604" y="0"/>
                </a:lnTo>
                <a:lnTo>
                  <a:pt x="604" y="1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8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5" name=""/>
          <p:cNvSpPr/>
          <p:nvPr/>
        </p:nvSpPr>
        <p:spPr>
          <a:xfrm>
            <a:off x="8093520" y="3219840"/>
            <a:ext cx="213840" cy="14400"/>
          </a:xfrm>
          <a:custGeom>
            <a:avLst/>
            <a:gdLst/>
            <a:ahLst/>
            <a:rect l="0" t="0" r="r" b="b"/>
            <a:pathLst>
              <a:path w="594" h="40">
                <a:moveTo>
                  <a:pt x="0" y="40"/>
                </a:moveTo>
                <a:lnTo>
                  <a:pt x="594" y="0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6" name=""/>
          <p:cNvSpPr/>
          <p:nvPr/>
        </p:nvSpPr>
        <p:spPr>
          <a:xfrm>
            <a:off x="8097120" y="3219840"/>
            <a:ext cx="210240" cy="14400"/>
          </a:xfrm>
          <a:custGeom>
            <a:avLst/>
            <a:gdLst/>
            <a:ahLst/>
            <a:rect l="0" t="0" r="r" b="b"/>
            <a:pathLst>
              <a:path w="584" h="40">
                <a:moveTo>
                  <a:pt x="0" y="40"/>
                </a:moveTo>
                <a:lnTo>
                  <a:pt x="584" y="0"/>
                </a:lnTo>
                <a:lnTo>
                  <a:pt x="584" y="1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7" name=""/>
          <p:cNvSpPr/>
          <p:nvPr/>
        </p:nvSpPr>
        <p:spPr>
          <a:xfrm>
            <a:off x="8100720" y="3220200"/>
            <a:ext cx="206640" cy="14040"/>
          </a:xfrm>
          <a:custGeom>
            <a:avLst/>
            <a:gdLst/>
            <a:ahLst/>
            <a:rect l="0" t="0" r="r" b="b"/>
            <a:pathLst>
              <a:path w="574" h="39">
                <a:moveTo>
                  <a:pt x="0" y="39"/>
                </a:moveTo>
                <a:lnTo>
                  <a:pt x="574" y="0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2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8" name=""/>
          <p:cNvSpPr/>
          <p:nvPr/>
        </p:nvSpPr>
        <p:spPr>
          <a:xfrm>
            <a:off x="8104320" y="3220200"/>
            <a:ext cx="203040" cy="14040"/>
          </a:xfrm>
          <a:custGeom>
            <a:avLst/>
            <a:gdLst/>
            <a:ahLst/>
            <a:rect l="0" t="0" r="r" b="b"/>
            <a:pathLst>
              <a:path w="564" h="39">
                <a:moveTo>
                  <a:pt x="0" y="39"/>
                </a:moveTo>
                <a:lnTo>
                  <a:pt x="564" y="0"/>
                </a:lnTo>
                <a:lnTo>
                  <a:pt x="564" y="1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1a6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699" name=""/>
          <p:cNvSpPr/>
          <p:nvPr/>
        </p:nvSpPr>
        <p:spPr>
          <a:xfrm>
            <a:off x="8107920" y="3220560"/>
            <a:ext cx="199440" cy="13680"/>
          </a:xfrm>
          <a:custGeom>
            <a:avLst/>
            <a:gdLst/>
            <a:ahLst/>
            <a:rect l="0" t="0" r="r" b="b"/>
            <a:pathLst>
              <a:path w="554" h="38">
                <a:moveTo>
                  <a:pt x="0" y="38"/>
                </a:moveTo>
                <a:lnTo>
                  <a:pt x="554" y="0"/>
                </a:lnTo>
                <a:lnTo>
                  <a:pt x="554" y="1"/>
                </a:lnTo>
                <a:lnTo>
                  <a:pt x="1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0" name=""/>
          <p:cNvSpPr/>
          <p:nvPr/>
        </p:nvSpPr>
        <p:spPr>
          <a:xfrm>
            <a:off x="8111520" y="3220920"/>
            <a:ext cx="195840" cy="13320"/>
          </a:xfrm>
          <a:custGeom>
            <a:avLst/>
            <a:gdLst/>
            <a:ahLst/>
            <a:rect l="0" t="0" r="r" b="b"/>
            <a:pathLst>
              <a:path w="544" h="37">
                <a:moveTo>
                  <a:pt x="0" y="37"/>
                </a:moveTo>
                <a:lnTo>
                  <a:pt x="544" y="0"/>
                </a:lnTo>
                <a:lnTo>
                  <a:pt x="11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5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1" name=""/>
          <p:cNvSpPr/>
          <p:nvPr/>
        </p:nvSpPr>
        <p:spPr>
          <a:xfrm>
            <a:off x="8115120" y="3220920"/>
            <a:ext cx="192240" cy="13320"/>
          </a:xfrm>
          <a:custGeom>
            <a:avLst/>
            <a:gdLst/>
            <a:ahLst/>
            <a:rect l="0" t="0" r="r" b="b"/>
            <a:pathLst>
              <a:path w="534" h="37">
                <a:moveTo>
                  <a:pt x="0" y="37"/>
                </a:moveTo>
                <a:lnTo>
                  <a:pt x="534" y="0"/>
                </a:lnTo>
                <a:lnTo>
                  <a:pt x="534" y="1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2" name=""/>
          <p:cNvSpPr/>
          <p:nvPr/>
        </p:nvSpPr>
        <p:spPr>
          <a:xfrm>
            <a:off x="8118720" y="3221280"/>
            <a:ext cx="188640" cy="12960"/>
          </a:xfrm>
          <a:custGeom>
            <a:avLst/>
            <a:gdLst/>
            <a:ahLst/>
            <a:rect l="0" t="0" r="r" b="b"/>
            <a:pathLst>
              <a:path w="524" h="36">
                <a:moveTo>
                  <a:pt x="0" y="36"/>
                </a:moveTo>
                <a:lnTo>
                  <a:pt x="524" y="0"/>
                </a:lnTo>
                <a:lnTo>
                  <a:pt x="524" y="1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3" name=""/>
          <p:cNvSpPr/>
          <p:nvPr/>
        </p:nvSpPr>
        <p:spPr>
          <a:xfrm>
            <a:off x="8122320" y="3221640"/>
            <a:ext cx="185040" cy="12600"/>
          </a:xfrm>
          <a:custGeom>
            <a:avLst/>
            <a:gdLst/>
            <a:ahLst/>
            <a:rect l="0" t="0" r="r" b="b"/>
            <a:pathLst>
              <a:path w="514" h="35">
                <a:moveTo>
                  <a:pt x="0" y="35"/>
                </a:moveTo>
                <a:lnTo>
                  <a:pt x="514" y="0"/>
                </a:lnTo>
                <a:lnTo>
                  <a:pt x="10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1a5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4" name=""/>
          <p:cNvSpPr/>
          <p:nvPr/>
        </p:nvSpPr>
        <p:spPr>
          <a:xfrm>
            <a:off x="8125920" y="3221640"/>
            <a:ext cx="181440" cy="12600"/>
          </a:xfrm>
          <a:custGeom>
            <a:avLst/>
            <a:gdLst/>
            <a:ahLst/>
            <a:rect l="0" t="0" r="r" b="b"/>
            <a:pathLst>
              <a:path w="504" h="35">
                <a:moveTo>
                  <a:pt x="0" y="35"/>
                </a:moveTo>
                <a:lnTo>
                  <a:pt x="504" y="0"/>
                </a:lnTo>
                <a:lnTo>
                  <a:pt x="504" y="1"/>
                </a:lnTo>
                <a:lnTo>
                  <a:pt x="10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0a4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5" name=""/>
          <p:cNvSpPr/>
          <p:nvPr/>
        </p:nvSpPr>
        <p:spPr>
          <a:xfrm>
            <a:off x="8129520" y="3222000"/>
            <a:ext cx="177840" cy="12240"/>
          </a:xfrm>
          <a:custGeom>
            <a:avLst/>
            <a:gdLst/>
            <a:ahLst/>
            <a:rect l="0" t="0" r="r" b="b"/>
            <a:pathLst>
              <a:path w="494" h="34">
                <a:moveTo>
                  <a:pt x="0" y="34"/>
                </a:moveTo>
                <a:lnTo>
                  <a:pt x="494" y="0"/>
                </a:lnTo>
                <a:lnTo>
                  <a:pt x="494" y="1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6" name=""/>
          <p:cNvSpPr/>
          <p:nvPr/>
        </p:nvSpPr>
        <p:spPr>
          <a:xfrm>
            <a:off x="8133120" y="3222360"/>
            <a:ext cx="174240" cy="11880"/>
          </a:xfrm>
          <a:custGeom>
            <a:avLst/>
            <a:gdLst/>
            <a:ahLst/>
            <a:rect l="0" t="0" r="r" b="b"/>
            <a:pathLst>
              <a:path w="484" h="33">
                <a:moveTo>
                  <a:pt x="0" y="33"/>
                </a:moveTo>
                <a:lnTo>
                  <a:pt x="484" y="0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7" name=""/>
          <p:cNvSpPr/>
          <p:nvPr/>
        </p:nvSpPr>
        <p:spPr>
          <a:xfrm>
            <a:off x="8136720" y="3222360"/>
            <a:ext cx="170640" cy="11880"/>
          </a:xfrm>
          <a:custGeom>
            <a:avLst/>
            <a:gdLst/>
            <a:ahLst/>
            <a:rect l="0" t="0" r="r" b="b"/>
            <a:pathLst>
              <a:path w="474" h="33">
                <a:moveTo>
                  <a:pt x="0" y="33"/>
                </a:moveTo>
                <a:lnTo>
                  <a:pt x="474" y="0"/>
                </a:lnTo>
                <a:lnTo>
                  <a:pt x="474" y="1"/>
                </a:lnTo>
                <a:lnTo>
                  <a:pt x="11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8" name=""/>
          <p:cNvSpPr/>
          <p:nvPr/>
        </p:nvSpPr>
        <p:spPr>
          <a:xfrm>
            <a:off x="8140680" y="3222720"/>
            <a:ext cx="166680" cy="11520"/>
          </a:xfrm>
          <a:custGeom>
            <a:avLst/>
            <a:gdLst/>
            <a:ahLst/>
            <a:rect l="0" t="0" r="r" b="b"/>
            <a:pathLst>
              <a:path w="463" h="32">
                <a:moveTo>
                  <a:pt x="0" y="32"/>
                </a:moveTo>
                <a:lnTo>
                  <a:pt x="463" y="0"/>
                </a:lnTo>
                <a:lnTo>
                  <a:pt x="463" y="1"/>
                </a:lnTo>
                <a:lnTo>
                  <a:pt x="10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3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09" name=""/>
          <p:cNvSpPr/>
          <p:nvPr/>
        </p:nvSpPr>
        <p:spPr>
          <a:xfrm>
            <a:off x="8144280" y="3223080"/>
            <a:ext cx="163080" cy="11160"/>
          </a:xfrm>
          <a:custGeom>
            <a:avLst/>
            <a:gdLst/>
            <a:ahLst/>
            <a:rect l="0" t="0" r="r" b="b"/>
            <a:pathLst>
              <a:path w="453" h="31">
                <a:moveTo>
                  <a:pt x="0" y="31"/>
                </a:moveTo>
                <a:lnTo>
                  <a:pt x="453" y="0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0a3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0" name=""/>
          <p:cNvSpPr/>
          <p:nvPr/>
        </p:nvSpPr>
        <p:spPr>
          <a:xfrm>
            <a:off x="8147880" y="3223080"/>
            <a:ext cx="159480" cy="11160"/>
          </a:xfrm>
          <a:custGeom>
            <a:avLst/>
            <a:gdLst/>
            <a:ahLst/>
            <a:rect l="0" t="0" r="r" b="b"/>
            <a:pathLst>
              <a:path w="443" h="31">
                <a:moveTo>
                  <a:pt x="0" y="31"/>
                </a:moveTo>
                <a:lnTo>
                  <a:pt x="443" y="0"/>
                </a:lnTo>
                <a:lnTo>
                  <a:pt x="443" y="1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f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1" name=""/>
          <p:cNvSpPr/>
          <p:nvPr/>
        </p:nvSpPr>
        <p:spPr>
          <a:xfrm>
            <a:off x="8151480" y="3223440"/>
            <a:ext cx="155880" cy="10800"/>
          </a:xfrm>
          <a:custGeom>
            <a:avLst/>
            <a:gdLst/>
            <a:ahLst/>
            <a:rect l="0" t="0" r="r" b="b"/>
            <a:pathLst>
              <a:path w="433" h="30">
                <a:moveTo>
                  <a:pt x="0" y="30"/>
                </a:moveTo>
                <a:lnTo>
                  <a:pt x="433" y="0"/>
                </a:lnTo>
                <a:lnTo>
                  <a:pt x="433" y="1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2" name=""/>
          <p:cNvSpPr/>
          <p:nvPr/>
        </p:nvSpPr>
        <p:spPr>
          <a:xfrm>
            <a:off x="8155080" y="3223800"/>
            <a:ext cx="152280" cy="10440"/>
          </a:xfrm>
          <a:custGeom>
            <a:avLst/>
            <a:gdLst/>
            <a:ahLst/>
            <a:rect l="0" t="0" r="r" b="b"/>
            <a:pathLst>
              <a:path w="423" h="29">
                <a:moveTo>
                  <a:pt x="0" y="29"/>
                </a:moveTo>
                <a:lnTo>
                  <a:pt x="423" y="0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3" name=""/>
          <p:cNvSpPr/>
          <p:nvPr/>
        </p:nvSpPr>
        <p:spPr>
          <a:xfrm>
            <a:off x="8158680" y="3223800"/>
            <a:ext cx="148680" cy="10440"/>
          </a:xfrm>
          <a:custGeom>
            <a:avLst/>
            <a:gdLst/>
            <a:ahLst/>
            <a:rect l="0" t="0" r="r" b="b"/>
            <a:pathLst>
              <a:path w="413" h="29">
                <a:moveTo>
                  <a:pt x="0" y="29"/>
                </a:moveTo>
                <a:lnTo>
                  <a:pt x="413" y="0"/>
                </a:lnTo>
                <a:lnTo>
                  <a:pt x="413" y="1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4" name=""/>
          <p:cNvSpPr/>
          <p:nvPr/>
        </p:nvSpPr>
        <p:spPr>
          <a:xfrm>
            <a:off x="8162280" y="3224160"/>
            <a:ext cx="145080" cy="10440"/>
          </a:xfrm>
          <a:custGeom>
            <a:avLst/>
            <a:gdLst/>
            <a:ahLst/>
            <a:rect l="0" t="0" r="r" b="b"/>
            <a:pathLst>
              <a:path w="403" h="29">
                <a:moveTo>
                  <a:pt x="0" y="29"/>
                </a:moveTo>
                <a:lnTo>
                  <a:pt x="403" y="0"/>
                </a:lnTo>
                <a:lnTo>
                  <a:pt x="403" y="2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5" name=""/>
          <p:cNvSpPr/>
          <p:nvPr/>
        </p:nvSpPr>
        <p:spPr>
          <a:xfrm>
            <a:off x="8165880" y="3224520"/>
            <a:ext cx="141480" cy="9720"/>
          </a:xfrm>
          <a:custGeom>
            <a:avLst/>
            <a:gdLst/>
            <a:ahLst/>
            <a:rect l="0" t="0" r="r" b="b"/>
            <a:pathLst>
              <a:path w="393" h="27">
                <a:moveTo>
                  <a:pt x="0" y="27"/>
                </a:moveTo>
                <a:lnTo>
                  <a:pt x="393" y="0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1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6" name=""/>
          <p:cNvSpPr/>
          <p:nvPr/>
        </p:nvSpPr>
        <p:spPr>
          <a:xfrm>
            <a:off x="8169480" y="3224520"/>
            <a:ext cx="137880" cy="9720"/>
          </a:xfrm>
          <a:custGeom>
            <a:avLst/>
            <a:gdLst/>
            <a:ahLst/>
            <a:rect l="0" t="0" r="r" b="b"/>
            <a:pathLst>
              <a:path w="383" h="27">
                <a:moveTo>
                  <a:pt x="0" y="27"/>
                </a:moveTo>
                <a:lnTo>
                  <a:pt x="383" y="0"/>
                </a:lnTo>
                <a:lnTo>
                  <a:pt x="383" y="1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7" name=""/>
          <p:cNvSpPr/>
          <p:nvPr/>
        </p:nvSpPr>
        <p:spPr>
          <a:xfrm>
            <a:off x="8173080" y="3224880"/>
            <a:ext cx="134280" cy="9360"/>
          </a:xfrm>
          <a:custGeom>
            <a:avLst/>
            <a:gdLst/>
            <a:ahLst/>
            <a:rect l="0" t="0" r="r" b="b"/>
            <a:pathLst>
              <a:path w="373" h="26">
                <a:moveTo>
                  <a:pt x="0" y="26"/>
                </a:moveTo>
                <a:lnTo>
                  <a:pt x="373" y="0"/>
                </a:lnTo>
                <a:lnTo>
                  <a:pt x="373" y="1"/>
                </a:lnTo>
                <a:lnTo>
                  <a:pt x="1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8" name=""/>
          <p:cNvSpPr/>
          <p:nvPr/>
        </p:nvSpPr>
        <p:spPr>
          <a:xfrm>
            <a:off x="8176680" y="3225240"/>
            <a:ext cx="130680" cy="9000"/>
          </a:xfrm>
          <a:custGeom>
            <a:avLst/>
            <a:gdLst/>
            <a:ahLst/>
            <a:rect l="0" t="0" r="r" b="b"/>
            <a:pathLst>
              <a:path w="363" h="25">
                <a:moveTo>
                  <a:pt x="0" y="25"/>
                </a:moveTo>
                <a:lnTo>
                  <a:pt x="363" y="0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19" name=""/>
          <p:cNvSpPr/>
          <p:nvPr/>
        </p:nvSpPr>
        <p:spPr>
          <a:xfrm>
            <a:off x="8180280" y="3225240"/>
            <a:ext cx="127080" cy="9000"/>
          </a:xfrm>
          <a:custGeom>
            <a:avLst/>
            <a:gdLst/>
            <a:ahLst/>
            <a:rect l="0" t="0" r="r" b="b"/>
            <a:pathLst>
              <a:path w="353" h="25">
                <a:moveTo>
                  <a:pt x="0" y="25"/>
                </a:moveTo>
                <a:lnTo>
                  <a:pt x="353" y="0"/>
                </a:lnTo>
                <a:lnTo>
                  <a:pt x="353" y="1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0" name=""/>
          <p:cNvSpPr/>
          <p:nvPr/>
        </p:nvSpPr>
        <p:spPr>
          <a:xfrm>
            <a:off x="8183880" y="3225600"/>
            <a:ext cx="123480" cy="8640"/>
          </a:xfrm>
          <a:custGeom>
            <a:avLst/>
            <a:gdLst/>
            <a:ahLst/>
            <a:rect l="0" t="0" r="r" b="b"/>
            <a:pathLst>
              <a:path w="343" h="24">
                <a:moveTo>
                  <a:pt x="0" y="24"/>
                </a:moveTo>
                <a:lnTo>
                  <a:pt x="343" y="0"/>
                </a:lnTo>
                <a:lnTo>
                  <a:pt x="343" y="1"/>
                </a:lnTo>
                <a:lnTo>
                  <a:pt x="11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1" name=""/>
          <p:cNvSpPr/>
          <p:nvPr/>
        </p:nvSpPr>
        <p:spPr>
          <a:xfrm>
            <a:off x="8187480" y="3225960"/>
            <a:ext cx="119880" cy="8280"/>
          </a:xfrm>
          <a:custGeom>
            <a:avLst/>
            <a:gdLst/>
            <a:ahLst/>
            <a:rect l="0" t="0" r="r" b="b"/>
            <a:pathLst>
              <a:path w="333" h="23">
                <a:moveTo>
                  <a:pt x="0" y="23"/>
                </a:moveTo>
                <a:lnTo>
                  <a:pt x="333" y="0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2" name=""/>
          <p:cNvSpPr/>
          <p:nvPr/>
        </p:nvSpPr>
        <p:spPr>
          <a:xfrm>
            <a:off x="8191080" y="3225960"/>
            <a:ext cx="116280" cy="8280"/>
          </a:xfrm>
          <a:custGeom>
            <a:avLst/>
            <a:gdLst/>
            <a:ahLst/>
            <a:rect l="0" t="0" r="r" b="b"/>
            <a:pathLst>
              <a:path w="323" h="23">
                <a:moveTo>
                  <a:pt x="0" y="23"/>
                </a:moveTo>
                <a:lnTo>
                  <a:pt x="323" y="0"/>
                </a:lnTo>
                <a:lnTo>
                  <a:pt x="323" y="1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3" name=""/>
          <p:cNvSpPr/>
          <p:nvPr/>
        </p:nvSpPr>
        <p:spPr>
          <a:xfrm>
            <a:off x="8194680" y="3226320"/>
            <a:ext cx="112680" cy="7920"/>
          </a:xfrm>
          <a:custGeom>
            <a:avLst/>
            <a:gdLst/>
            <a:ahLst/>
            <a:rect l="0" t="0" r="r" b="b"/>
            <a:pathLst>
              <a:path w="313" h="22">
                <a:moveTo>
                  <a:pt x="0" y="22"/>
                </a:moveTo>
                <a:lnTo>
                  <a:pt x="313" y="0"/>
                </a:lnTo>
                <a:lnTo>
                  <a:pt x="313" y="1"/>
                </a:lnTo>
                <a:lnTo>
                  <a:pt x="11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4" name=""/>
          <p:cNvSpPr/>
          <p:nvPr/>
        </p:nvSpPr>
        <p:spPr>
          <a:xfrm>
            <a:off x="8198640" y="3226680"/>
            <a:ext cx="108720" cy="7560"/>
          </a:xfrm>
          <a:custGeom>
            <a:avLst/>
            <a:gdLst/>
            <a:ahLst/>
            <a:rect l="0" t="0" r="r" b="b"/>
            <a:pathLst>
              <a:path w="302" h="21">
                <a:moveTo>
                  <a:pt x="0" y="21"/>
                </a:moveTo>
                <a:lnTo>
                  <a:pt x="302" y="0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5" name=""/>
          <p:cNvSpPr/>
          <p:nvPr/>
        </p:nvSpPr>
        <p:spPr>
          <a:xfrm>
            <a:off x="8202240" y="3226680"/>
            <a:ext cx="105120" cy="7560"/>
          </a:xfrm>
          <a:custGeom>
            <a:avLst/>
            <a:gdLst/>
            <a:ahLst/>
            <a:rect l="0" t="0" r="r" b="b"/>
            <a:pathLst>
              <a:path w="292" h="21">
                <a:moveTo>
                  <a:pt x="0" y="21"/>
                </a:moveTo>
                <a:lnTo>
                  <a:pt x="292" y="0"/>
                </a:lnTo>
                <a:lnTo>
                  <a:pt x="292" y="1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6" name=""/>
          <p:cNvSpPr/>
          <p:nvPr/>
        </p:nvSpPr>
        <p:spPr>
          <a:xfrm>
            <a:off x="8205840" y="3227040"/>
            <a:ext cx="101520" cy="7200"/>
          </a:xfrm>
          <a:custGeom>
            <a:avLst/>
            <a:gdLst/>
            <a:ahLst/>
            <a:rect l="0" t="0" r="r" b="b"/>
            <a:pathLst>
              <a:path w="282" h="20">
                <a:moveTo>
                  <a:pt x="0" y="20"/>
                </a:moveTo>
                <a:lnTo>
                  <a:pt x="282" y="0"/>
                </a:lnTo>
                <a:lnTo>
                  <a:pt x="282" y="1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7" name=""/>
          <p:cNvSpPr/>
          <p:nvPr/>
        </p:nvSpPr>
        <p:spPr>
          <a:xfrm>
            <a:off x="8209440" y="3227400"/>
            <a:ext cx="97920" cy="6840"/>
          </a:xfrm>
          <a:custGeom>
            <a:avLst/>
            <a:gdLst/>
            <a:ahLst/>
            <a:rect l="0" t="0" r="r" b="b"/>
            <a:pathLst>
              <a:path w="272" h="19">
                <a:moveTo>
                  <a:pt x="0" y="19"/>
                </a:moveTo>
                <a:lnTo>
                  <a:pt x="272" y="0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8" name=""/>
          <p:cNvSpPr/>
          <p:nvPr/>
        </p:nvSpPr>
        <p:spPr>
          <a:xfrm>
            <a:off x="8213040" y="3227400"/>
            <a:ext cx="94320" cy="6840"/>
          </a:xfrm>
          <a:custGeom>
            <a:avLst/>
            <a:gdLst/>
            <a:ahLst/>
            <a:rect l="0" t="0" r="r" b="b"/>
            <a:pathLst>
              <a:path w="262" h="19">
                <a:moveTo>
                  <a:pt x="0" y="19"/>
                </a:moveTo>
                <a:lnTo>
                  <a:pt x="262" y="0"/>
                </a:lnTo>
                <a:lnTo>
                  <a:pt x="262" y="1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29" name=""/>
          <p:cNvSpPr/>
          <p:nvPr/>
        </p:nvSpPr>
        <p:spPr>
          <a:xfrm>
            <a:off x="8216640" y="3227760"/>
            <a:ext cx="90720" cy="6480"/>
          </a:xfrm>
          <a:custGeom>
            <a:avLst/>
            <a:gdLst/>
            <a:ahLst/>
            <a:rect l="0" t="0" r="r" b="b"/>
            <a:pathLst>
              <a:path w="252" h="18">
                <a:moveTo>
                  <a:pt x="0" y="18"/>
                </a:moveTo>
                <a:lnTo>
                  <a:pt x="252" y="0"/>
                </a:lnTo>
                <a:lnTo>
                  <a:pt x="252" y="1"/>
                </a:lnTo>
                <a:lnTo>
                  <a:pt x="10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30" name=""/>
          <p:cNvSpPr/>
          <p:nvPr/>
        </p:nvSpPr>
        <p:spPr>
          <a:xfrm>
            <a:off x="8220240" y="3228120"/>
            <a:ext cx="87120" cy="6120"/>
          </a:xfrm>
          <a:custGeom>
            <a:avLst/>
            <a:gdLst/>
            <a:ahLst/>
            <a:rect l="0" t="0" r="r" b="b"/>
            <a:pathLst>
              <a:path w="242" h="17">
                <a:moveTo>
                  <a:pt x="0" y="17"/>
                </a:moveTo>
                <a:lnTo>
                  <a:pt x="242" y="0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31" name=""/>
          <p:cNvSpPr/>
          <p:nvPr/>
        </p:nvSpPr>
        <p:spPr>
          <a:xfrm>
            <a:off x="8223840" y="3228120"/>
            <a:ext cx="83520" cy="6120"/>
          </a:xfrm>
          <a:custGeom>
            <a:avLst/>
            <a:gdLst/>
            <a:ahLst/>
            <a:rect l="0" t="0" r="r" b="b"/>
            <a:pathLst>
              <a:path w="232" h="17">
                <a:moveTo>
                  <a:pt x="0" y="17"/>
                </a:moveTo>
                <a:lnTo>
                  <a:pt x="232" y="0"/>
                </a:lnTo>
                <a:lnTo>
                  <a:pt x="232" y="1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32" name=""/>
          <p:cNvSpPr/>
          <p:nvPr/>
        </p:nvSpPr>
        <p:spPr>
          <a:xfrm>
            <a:off x="8227440" y="3228480"/>
            <a:ext cx="79920" cy="5760"/>
          </a:xfrm>
          <a:custGeom>
            <a:avLst/>
            <a:gdLst/>
            <a:ahLst/>
            <a:rect l="0" t="0" r="r" b="b"/>
            <a:pathLst>
              <a:path w="222" h="16">
                <a:moveTo>
                  <a:pt x="0" y="16"/>
                </a:moveTo>
                <a:lnTo>
                  <a:pt x="222" y="0"/>
                </a:lnTo>
                <a:lnTo>
                  <a:pt x="222" y="1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33" name=""/>
          <p:cNvSpPr/>
          <p:nvPr/>
        </p:nvSpPr>
        <p:spPr>
          <a:xfrm>
            <a:off x="8231040" y="3228840"/>
            <a:ext cx="76320" cy="5400"/>
          </a:xfrm>
          <a:custGeom>
            <a:avLst/>
            <a:gdLst/>
            <a:ahLst/>
            <a:rect l="0" t="0" r="r" b="b"/>
            <a:pathLst>
              <a:path w="212" h="15">
                <a:moveTo>
                  <a:pt x="0" y="15"/>
                </a:moveTo>
                <a:lnTo>
                  <a:pt x="212" y="0"/>
                </a:lnTo>
                <a:lnTo>
                  <a:pt x="1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34" name=""/>
          <p:cNvSpPr/>
          <p:nvPr/>
        </p:nvSpPr>
        <p:spPr>
          <a:xfrm>
            <a:off x="8234640" y="3228840"/>
            <a:ext cx="72720" cy="5400"/>
          </a:xfrm>
          <a:custGeom>
            <a:avLst/>
            <a:gdLst/>
            <a:ahLst/>
            <a:rect l="0" t="0" r="r" b="b"/>
            <a:pathLst>
              <a:path w="202" h="15">
                <a:moveTo>
                  <a:pt x="0" y="15"/>
                </a:moveTo>
                <a:lnTo>
                  <a:pt x="202" y="0"/>
                </a:lnTo>
                <a:lnTo>
                  <a:pt x="202" y="1"/>
                </a:lnTo>
                <a:lnTo>
                  <a:pt x="1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35" name=""/>
          <p:cNvSpPr/>
          <p:nvPr/>
        </p:nvSpPr>
        <p:spPr>
          <a:xfrm>
            <a:off x="8238240" y="3229200"/>
            <a:ext cx="69120" cy="5040"/>
          </a:xfrm>
          <a:custGeom>
            <a:avLst/>
            <a:gdLst/>
            <a:ahLst/>
            <a:rect l="0" t="0" r="r" b="b"/>
            <a:pathLst>
              <a:path w="192" h="14">
                <a:moveTo>
                  <a:pt x="0" y="14"/>
                </a:moveTo>
                <a:lnTo>
                  <a:pt x="192" y="0"/>
                </a:lnTo>
                <a:lnTo>
                  <a:pt x="192" y="1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36" name=""/>
          <p:cNvSpPr/>
          <p:nvPr/>
        </p:nvSpPr>
        <p:spPr>
          <a:xfrm>
            <a:off x="8241840" y="3229560"/>
            <a:ext cx="65520" cy="4680"/>
          </a:xfrm>
          <a:custGeom>
            <a:avLst/>
            <a:gdLst/>
            <a:ahLst/>
            <a:rect l="0" t="0" r="r" b="b"/>
            <a:pathLst>
              <a:path w="182" h="13">
                <a:moveTo>
                  <a:pt x="0" y="13"/>
                </a:moveTo>
                <a:lnTo>
                  <a:pt x="182" y="0"/>
                </a:lnTo>
                <a:lnTo>
                  <a:pt x="11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37" name=""/>
          <p:cNvSpPr/>
          <p:nvPr/>
        </p:nvSpPr>
        <p:spPr>
          <a:xfrm>
            <a:off x="8245440" y="3229560"/>
            <a:ext cx="61920" cy="4680"/>
          </a:xfrm>
          <a:custGeom>
            <a:avLst/>
            <a:gdLst/>
            <a:ahLst/>
            <a:rect l="0" t="0" r="r" b="b"/>
            <a:pathLst>
              <a:path w="172" h="13">
                <a:moveTo>
                  <a:pt x="0" y="13"/>
                </a:moveTo>
                <a:lnTo>
                  <a:pt x="172" y="0"/>
                </a:lnTo>
                <a:lnTo>
                  <a:pt x="172" y="1"/>
                </a:lnTo>
                <a:lnTo>
                  <a:pt x="10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38" name=""/>
          <p:cNvSpPr/>
          <p:nvPr/>
        </p:nvSpPr>
        <p:spPr>
          <a:xfrm>
            <a:off x="8249040" y="3229920"/>
            <a:ext cx="58320" cy="4320"/>
          </a:xfrm>
          <a:custGeom>
            <a:avLst/>
            <a:gdLst/>
            <a:ahLst/>
            <a:rect l="0" t="0" r="r" b="b"/>
            <a:pathLst>
              <a:path w="162" h="12">
                <a:moveTo>
                  <a:pt x="0" y="12"/>
                </a:moveTo>
                <a:lnTo>
                  <a:pt x="162" y="0"/>
                </a:lnTo>
                <a:lnTo>
                  <a:pt x="162" y="1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39" name=""/>
          <p:cNvSpPr/>
          <p:nvPr/>
        </p:nvSpPr>
        <p:spPr>
          <a:xfrm>
            <a:off x="8252640" y="3230280"/>
            <a:ext cx="54720" cy="3960"/>
          </a:xfrm>
          <a:custGeom>
            <a:avLst/>
            <a:gdLst/>
            <a:ahLst/>
            <a:rect l="0" t="0" r="r" b="b"/>
            <a:pathLst>
              <a:path w="152" h="11">
                <a:moveTo>
                  <a:pt x="0" y="11"/>
                </a:moveTo>
                <a:lnTo>
                  <a:pt x="152" y="0"/>
                </a:lnTo>
                <a:lnTo>
                  <a:pt x="11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0" name=""/>
          <p:cNvSpPr/>
          <p:nvPr/>
        </p:nvSpPr>
        <p:spPr>
          <a:xfrm>
            <a:off x="8256600" y="3230280"/>
            <a:ext cx="50760" cy="3960"/>
          </a:xfrm>
          <a:custGeom>
            <a:avLst/>
            <a:gdLst/>
            <a:ahLst/>
            <a:rect l="0" t="0" r="r" b="b"/>
            <a:pathLst>
              <a:path w="141" h="11">
                <a:moveTo>
                  <a:pt x="0" y="11"/>
                </a:moveTo>
                <a:lnTo>
                  <a:pt x="141" y="0"/>
                </a:lnTo>
                <a:lnTo>
                  <a:pt x="141" y="1"/>
                </a:lnTo>
                <a:lnTo>
                  <a:pt x="1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1" name=""/>
          <p:cNvSpPr/>
          <p:nvPr/>
        </p:nvSpPr>
        <p:spPr>
          <a:xfrm>
            <a:off x="8260200" y="3230640"/>
            <a:ext cx="47160" cy="3600"/>
          </a:xfrm>
          <a:custGeom>
            <a:avLst/>
            <a:gdLst/>
            <a:ahLst/>
            <a:rect l="0" t="0" r="r" b="b"/>
            <a:pathLst>
              <a:path w="131" h="10">
                <a:moveTo>
                  <a:pt x="0" y="10"/>
                </a:moveTo>
                <a:lnTo>
                  <a:pt x="131" y="0"/>
                </a:lnTo>
                <a:lnTo>
                  <a:pt x="131" y="1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2" name=""/>
          <p:cNvSpPr/>
          <p:nvPr/>
        </p:nvSpPr>
        <p:spPr>
          <a:xfrm>
            <a:off x="8263800" y="3231000"/>
            <a:ext cx="43560" cy="3240"/>
          </a:xfrm>
          <a:custGeom>
            <a:avLst/>
            <a:gdLst/>
            <a:ahLst/>
            <a:rect l="0" t="0" r="r" b="b"/>
            <a:pathLst>
              <a:path w="121" h="9">
                <a:moveTo>
                  <a:pt x="0" y="9"/>
                </a:moveTo>
                <a:lnTo>
                  <a:pt x="121" y="0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3" name=""/>
          <p:cNvSpPr/>
          <p:nvPr/>
        </p:nvSpPr>
        <p:spPr>
          <a:xfrm>
            <a:off x="8267400" y="3231000"/>
            <a:ext cx="39960" cy="3240"/>
          </a:xfrm>
          <a:custGeom>
            <a:avLst/>
            <a:gdLst/>
            <a:ahLst/>
            <a:rect l="0" t="0" r="r" b="b"/>
            <a:pathLst>
              <a:path w="111" h="9">
                <a:moveTo>
                  <a:pt x="0" y="9"/>
                </a:moveTo>
                <a:lnTo>
                  <a:pt x="111" y="0"/>
                </a:lnTo>
                <a:lnTo>
                  <a:pt x="111" y="1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4" name=""/>
          <p:cNvSpPr/>
          <p:nvPr/>
        </p:nvSpPr>
        <p:spPr>
          <a:xfrm>
            <a:off x="8271000" y="3231360"/>
            <a:ext cx="36360" cy="2880"/>
          </a:xfrm>
          <a:custGeom>
            <a:avLst/>
            <a:gdLst/>
            <a:ahLst/>
            <a:rect l="0" t="0" r="r" b="b"/>
            <a:pathLst>
              <a:path w="101" h="8">
                <a:moveTo>
                  <a:pt x="0" y="8"/>
                </a:moveTo>
                <a:lnTo>
                  <a:pt x="101" y="0"/>
                </a:lnTo>
                <a:lnTo>
                  <a:pt x="101" y="1"/>
                </a:lnTo>
                <a:lnTo>
                  <a:pt x="10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5" name=""/>
          <p:cNvSpPr/>
          <p:nvPr/>
        </p:nvSpPr>
        <p:spPr>
          <a:xfrm>
            <a:off x="8274600" y="3231720"/>
            <a:ext cx="32760" cy="2880"/>
          </a:xfrm>
          <a:custGeom>
            <a:avLst/>
            <a:gdLst/>
            <a:ahLst/>
            <a:rect l="0" t="0" r="r" b="b"/>
            <a:pathLst>
              <a:path w="91" h="8">
                <a:moveTo>
                  <a:pt x="0" y="8"/>
                </a:moveTo>
                <a:lnTo>
                  <a:pt x="91" y="0"/>
                </a:lnTo>
                <a:lnTo>
                  <a:pt x="11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6" name=""/>
          <p:cNvSpPr/>
          <p:nvPr/>
        </p:nvSpPr>
        <p:spPr>
          <a:xfrm>
            <a:off x="8278200" y="3231720"/>
            <a:ext cx="29160" cy="2880"/>
          </a:xfrm>
          <a:custGeom>
            <a:avLst/>
            <a:gdLst/>
            <a:ahLst/>
            <a:rect l="0" t="0" r="r" b="b"/>
            <a:pathLst>
              <a:path w="81" h="8">
                <a:moveTo>
                  <a:pt x="0" y="8"/>
                </a:moveTo>
                <a:lnTo>
                  <a:pt x="81" y="0"/>
                </a:lnTo>
                <a:lnTo>
                  <a:pt x="81" y="2"/>
                </a:lnTo>
                <a:lnTo>
                  <a:pt x="11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7" name=""/>
          <p:cNvSpPr/>
          <p:nvPr/>
        </p:nvSpPr>
        <p:spPr>
          <a:xfrm>
            <a:off x="8281800" y="3232080"/>
            <a:ext cx="25560" cy="2160"/>
          </a:xfrm>
          <a:custGeom>
            <a:avLst/>
            <a:gdLst/>
            <a:ahLst/>
            <a:rect l="0" t="0" r="r" b="b"/>
            <a:pathLst>
              <a:path w="71" h="6">
                <a:moveTo>
                  <a:pt x="0" y="6"/>
                </a:moveTo>
                <a:lnTo>
                  <a:pt x="71" y="0"/>
                </a:lnTo>
                <a:lnTo>
                  <a:pt x="71" y="1"/>
                </a:lnTo>
                <a:lnTo>
                  <a:pt x="10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8" name=""/>
          <p:cNvSpPr/>
          <p:nvPr/>
        </p:nvSpPr>
        <p:spPr>
          <a:xfrm>
            <a:off x="8285400" y="3232440"/>
            <a:ext cx="21960" cy="1800"/>
          </a:xfrm>
          <a:custGeom>
            <a:avLst/>
            <a:gdLst/>
            <a:ahLst/>
            <a:rect l="0" t="0" r="r" b="b"/>
            <a:pathLst>
              <a:path w="61" h="5">
                <a:moveTo>
                  <a:pt x="0" y="5"/>
                </a:moveTo>
                <a:lnTo>
                  <a:pt x="61" y="0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49" name=""/>
          <p:cNvSpPr/>
          <p:nvPr/>
        </p:nvSpPr>
        <p:spPr>
          <a:xfrm>
            <a:off x="8289000" y="3232440"/>
            <a:ext cx="18360" cy="1800"/>
          </a:xfrm>
          <a:custGeom>
            <a:avLst/>
            <a:gdLst/>
            <a:ahLst/>
            <a:rect l="0" t="0" r="r" b="b"/>
            <a:pathLst>
              <a:path w="51" h="5">
                <a:moveTo>
                  <a:pt x="0" y="5"/>
                </a:moveTo>
                <a:lnTo>
                  <a:pt x="51" y="0"/>
                </a:lnTo>
                <a:lnTo>
                  <a:pt x="51" y="1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50" name=""/>
          <p:cNvSpPr/>
          <p:nvPr/>
        </p:nvSpPr>
        <p:spPr>
          <a:xfrm>
            <a:off x="8292600" y="323280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5"/>
                </a:moveTo>
                <a:lnTo>
                  <a:pt x="41" y="0"/>
                </a:lnTo>
                <a:lnTo>
                  <a:pt x="41" y="2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51" name=""/>
          <p:cNvSpPr/>
          <p:nvPr/>
        </p:nvSpPr>
        <p:spPr>
          <a:xfrm>
            <a:off x="8296200" y="3233160"/>
            <a:ext cx="11160" cy="1440"/>
          </a:xfrm>
          <a:custGeom>
            <a:avLst/>
            <a:gdLst/>
            <a:ahLst/>
            <a:rect l="0" t="0" r="r" b="b"/>
            <a:pathLst>
              <a:path w="31" h="4">
                <a:moveTo>
                  <a:pt x="0" y="4"/>
                </a:moveTo>
                <a:lnTo>
                  <a:pt x="31" y="0"/>
                </a:lnTo>
                <a:lnTo>
                  <a:pt x="11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52" name=""/>
          <p:cNvSpPr/>
          <p:nvPr/>
        </p:nvSpPr>
        <p:spPr>
          <a:xfrm>
            <a:off x="8299800" y="3233160"/>
            <a:ext cx="7560" cy="1440"/>
          </a:xfrm>
          <a:custGeom>
            <a:avLst/>
            <a:gdLst/>
            <a:ahLst/>
            <a:rect l="0" t="0" r="r" b="b"/>
            <a:pathLst>
              <a:path w="21" h="4">
                <a:moveTo>
                  <a:pt x="0" y="4"/>
                </a:moveTo>
                <a:lnTo>
                  <a:pt x="21" y="0"/>
                </a:lnTo>
                <a:lnTo>
                  <a:pt x="21" y="2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53" name=""/>
          <p:cNvSpPr/>
          <p:nvPr/>
        </p:nvSpPr>
        <p:spPr>
          <a:xfrm>
            <a:off x="8303400" y="323352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754" name=""/>
          <p:cNvSpPr/>
          <p:nvPr/>
        </p:nvSpPr>
        <p:spPr>
          <a:xfrm>
            <a:off x="7842240" y="3203280"/>
            <a:ext cx="465120" cy="30960"/>
          </a:xfrm>
          <a:custGeom>
            <a:avLst/>
            <a:gdLst/>
            <a:ahLst/>
            <a:rect l="0" t="0" r="r" b="b"/>
            <a:pathLst>
              <a:path w="1292" h="86">
                <a:moveTo>
                  <a:pt x="0" y="86"/>
                </a:moveTo>
                <a:lnTo>
                  <a:pt x="1292" y="86"/>
                </a:lnTo>
                <a:lnTo>
                  <a:pt x="1292" y="0"/>
                </a:lnTo>
                <a:lnTo>
                  <a:pt x="0" y="0"/>
                </a:lnTo>
                <a:lnTo>
                  <a:pt x="0" y="86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55" name=""/>
          <p:cNvSpPr/>
          <p:nvPr/>
        </p:nvSpPr>
        <p:spPr>
          <a:xfrm>
            <a:off x="7887960" y="3233880"/>
            <a:ext cx="12240" cy="1080"/>
          </a:xfrm>
          <a:custGeom>
            <a:avLst/>
            <a:gdLst/>
            <a:ahLst/>
            <a:rect l="0" t="0" r="r" b="b"/>
            <a:pathLst>
              <a:path w="34" h="3">
                <a:moveTo>
                  <a:pt x="0" y="0"/>
                </a:moveTo>
                <a:lnTo>
                  <a:pt x="34" y="0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56" name=""/>
          <p:cNvSpPr/>
          <p:nvPr/>
        </p:nvSpPr>
        <p:spPr>
          <a:xfrm>
            <a:off x="7887960" y="3233880"/>
            <a:ext cx="18360" cy="1800"/>
          </a:xfrm>
          <a:custGeom>
            <a:avLst/>
            <a:gdLst/>
            <a:ahLst/>
            <a:rect l="0" t="0" r="r" b="b"/>
            <a:pathLst>
              <a:path w="51" h="5">
                <a:moveTo>
                  <a:pt x="0" y="2"/>
                </a:moveTo>
                <a:lnTo>
                  <a:pt x="34" y="0"/>
                </a:lnTo>
                <a:lnTo>
                  <a:pt x="51" y="0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57" name=""/>
          <p:cNvSpPr/>
          <p:nvPr/>
        </p:nvSpPr>
        <p:spPr>
          <a:xfrm>
            <a:off x="7887960" y="3233880"/>
            <a:ext cx="23760" cy="2160"/>
          </a:xfrm>
          <a:custGeom>
            <a:avLst/>
            <a:gdLst/>
            <a:ahLst/>
            <a:rect l="0" t="0" r="r" b="b"/>
            <a:pathLst>
              <a:path w="66" h="6">
                <a:moveTo>
                  <a:pt x="0" y="4"/>
                </a:moveTo>
                <a:lnTo>
                  <a:pt x="50" y="0"/>
                </a:lnTo>
                <a:lnTo>
                  <a:pt x="66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58" name=""/>
          <p:cNvSpPr/>
          <p:nvPr/>
        </p:nvSpPr>
        <p:spPr>
          <a:xfrm>
            <a:off x="7887960" y="3233880"/>
            <a:ext cx="29880" cy="2880"/>
          </a:xfrm>
          <a:custGeom>
            <a:avLst/>
            <a:gdLst/>
            <a:ahLst/>
            <a:rect l="0" t="0" r="r" b="b"/>
            <a:pathLst>
              <a:path w="83" h="8">
                <a:moveTo>
                  <a:pt x="0" y="6"/>
                </a:moveTo>
                <a:lnTo>
                  <a:pt x="65" y="0"/>
                </a:lnTo>
                <a:lnTo>
                  <a:pt x="83" y="0"/>
                </a:lnTo>
                <a:lnTo>
                  <a:pt x="0" y="8"/>
                </a:lnTo>
                <a:lnTo>
                  <a:pt x="0" y="6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59" name=""/>
          <p:cNvSpPr/>
          <p:nvPr/>
        </p:nvSpPr>
        <p:spPr>
          <a:xfrm>
            <a:off x="7887960" y="3233880"/>
            <a:ext cx="35640" cy="3240"/>
          </a:xfrm>
          <a:custGeom>
            <a:avLst/>
            <a:gdLst/>
            <a:ahLst/>
            <a:rect l="0" t="0" r="r" b="b"/>
            <a:pathLst>
              <a:path w="99" h="9">
                <a:moveTo>
                  <a:pt x="0" y="8"/>
                </a:moveTo>
                <a:lnTo>
                  <a:pt x="83" y="0"/>
                </a:lnTo>
                <a:lnTo>
                  <a:pt x="99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0" name=""/>
          <p:cNvSpPr/>
          <p:nvPr/>
        </p:nvSpPr>
        <p:spPr>
          <a:xfrm>
            <a:off x="7887960" y="3233880"/>
            <a:ext cx="41400" cy="3600"/>
          </a:xfrm>
          <a:custGeom>
            <a:avLst/>
            <a:gdLst/>
            <a:ahLst/>
            <a:rect l="0" t="0" r="r" b="b"/>
            <a:pathLst>
              <a:path w="115" h="10">
                <a:moveTo>
                  <a:pt x="0" y="9"/>
                </a:moveTo>
                <a:lnTo>
                  <a:pt x="99" y="0"/>
                </a:lnTo>
                <a:lnTo>
                  <a:pt x="115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1" name=""/>
          <p:cNvSpPr/>
          <p:nvPr/>
        </p:nvSpPr>
        <p:spPr>
          <a:xfrm>
            <a:off x="7887960" y="323388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9"/>
                </a:moveTo>
                <a:lnTo>
                  <a:pt x="114" y="0"/>
                </a:lnTo>
                <a:lnTo>
                  <a:pt x="131" y="0"/>
                </a:lnTo>
                <a:lnTo>
                  <a:pt x="0" y="12"/>
                </a:lnTo>
                <a:lnTo>
                  <a:pt x="0" y="9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2" name=""/>
          <p:cNvSpPr/>
          <p:nvPr/>
        </p:nvSpPr>
        <p:spPr>
          <a:xfrm>
            <a:off x="7887960" y="3233880"/>
            <a:ext cx="59040" cy="5040"/>
          </a:xfrm>
          <a:custGeom>
            <a:avLst/>
            <a:gdLst/>
            <a:ahLst/>
            <a:rect l="0" t="0" r="r" b="b"/>
            <a:pathLst>
              <a:path w="164" h="14">
                <a:moveTo>
                  <a:pt x="0" y="12"/>
                </a:moveTo>
                <a:lnTo>
                  <a:pt x="131" y="0"/>
                </a:lnTo>
                <a:lnTo>
                  <a:pt x="164" y="0"/>
                </a:lnTo>
                <a:lnTo>
                  <a:pt x="0" y="14"/>
                </a:lnTo>
                <a:lnTo>
                  <a:pt x="0" y="12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3" name=""/>
          <p:cNvSpPr/>
          <p:nvPr/>
        </p:nvSpPr>
        <p:spPr>
          <a:xfrm>
            <a:off x="7887960" y="3233880"/>
            <a:ext cx="61920" cy="5400"/>
          </a:xfrm>
          <a:custGeom>
            <a:avLst/>
            <a:gdLst/>
            <a:ahLst/>
            <a:rect l="0" t="0" r="r" b="b"/>
            <a:pathLst>
              <a:path w="172" h="15">
                <a:moveTo>
                  <a:pt x="0" y="14"/>
                </a:moveTo>
                <a:lnTo>
                  <a:pt x="164" y="0"/>
                </a:lnTo>
                <a:lnTo>
                  <a:pt x="172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4" name=""/>
          <p:cNvSpPr/>
          <p:nvPr/>
        </p:nvSpPr>
        <p:spPr>
          <a:xfrm>
            <a:off x="7887960" y="3233880"/>
            <a:ext cx="64800" cy="5760"/>
          </a:xfrm>
          <a:custGeom>
            <a:avLst/>
            <a:gdLst/>
            <a:ahLst/>
            <a:rect l="0" t="0" r="r" b="b"/>
            <a:pathLst>
              <a:path w="180" h="16">
                <a:moveTo>
                  <a:pt x="0" y="15"/>
                </a:moveTo>
                <a:lnTo>
                  <a:pt x="172" y="0"/>
                </a:lnTo>
                <a:lnTo>
                  <a:pt x="180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5" name=""/>
          <p:cNvSpPr/>
          <p:nvPr/>
        </p:nvSpPr>
        <p:spPr>
          <a:xfrm>
            <a:off x="7887960" y="3233880"/>
            <a:ext cx="70920" cy="6120"/>
          </a:xfrm>
          <a:custGeom>
            <a:avLst/>
            <a:gdLst/>
            <a:ahLst/>
            <a:rect l="0" t="0" r="r" b="b"/>
            <a:pathLst>
              <a:path w="197" h="17">
                <a:moveTo>
                  <a:pt x="0" y="16"/>
                </a:moveTo>
                <a:lnTo>
                  <a:pt x="180" y="0"/>
                </a:lnTo>
                <a:lnTo>
                  <a:pt x="197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6" name=""/>
          <p:cNvSpPr/>
          <p:nvPr/>
        </p:nvSpPr>
        <p:spPr>
          <a:xfrm>
            <a:off x="7887960" y="3233880"/>
            <a:ext cx="76680" cy="6840"/>
          </a:xfrm>
          <a:custGeom>
            <a:avLst/>
            <a:gdLst/>
            <a:ahLst/>
            <a:rect l="0" t="0" r="r" b="b"/>
            <a:pathLst>
              <a:path w="213" h="19">
                <a:moveTo>
                  <a:pt x="0" y="17"/>
                </a:moveTo>
                <a:lnTo>
                  <a:pt x="197" y="0"/>
                </a:lnTo>
                <a:lnTo>
                  <a:pt x="213" y="0"/>
                </a:lnTo>
                <a:lnTo>
                  <a:pt x="0" y="19"/>
                </a:lnTo>
                <a:lnTo>
                  <a:pt x="0" y="17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7" name=""/>
          <p:cNvSpPr/>
          <p:nvPr/>
        </p:nvSpPr>
        <p:spPr>
          <a:xfrm>
            <a:off x="7887960" y="3233880"/>
            <a:ext cx="79560" cy="6840"/>
          </a:xfrm>
          <a:custGeom>
            <a:avLst/>
            <a:gdLst/>
            <a:ahLst/>
            <a:rect l="0" t="0" r="r" b="b"/>
            <a:pathLst>
              <a:path w="221" h="19">
                <a:moveTo>
                  <a:pt x="0" y="19"/>
                </a:moveTo>
                <a:lnTo>
                  <a:pt x="213" y="0"/>
                </a:lnTo>
                <a:lnTo>
                  <a:pt x="221" y="0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8" name=""/>
          <p:cNvSpPr/>
          <p:nvPr/>
        </p:nvSpPr>
        <p:spPr>
          <a:xfrm>
            <a:off x="7887960" y="3233880"/>
            <a:ext cx="82440" cy="7200"/>
          </a:xfrm>
          <a:custGeom>
            <a:avLst/>
            <a:gdLst/>
            <a:ahLst/>
            <a:rect l="0" t="0" r="r" b="b"/>
            <a:pathLst>
              <a:path w="229" h="20">
                <a:moveTo>
                  <a:pt x="0" y="19"/>
                </a:moveTo>
                <a:lnTo>
                  <a:pt x="220" y="0"/>
                </a:lnTo>
                <a:lnTo>
                  <a:pt x="229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69" name=""/>
          <p:cNvSpPr/>
          <p:nvPr/>
        </p:nvSpPr>
        <p:spPr>
          <a:xfrm>
            <a:off x="7887960" y="3233880"/>
            <a:ext cx="88200" cy="7560"/>
          </a:xfrm>
          <a:custGeom>
            <a:avLst/>
            <a:gdLst/>
            <a:ahLst/>
            <a:rect l="0" t="0" r="r" b="b"/>
            <a:pathLst>
              <a:path w="245" h="21">
                <a:moveTo>
                  <a:pt x="0" y="20"/>
                </a:moveTo>
                <a:lnTo>
                  <a:pt x="229" y="0"/>
                </a:lnTo>
                <a:lnTo>
                  <a:pt x="245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0" name=""/>
          <p:cNvSpPr/>
          <p:nvPr/>
        </p:nvSpPr>
        <p:spPr>
          <a:xfrm>
            <a:off x="7887960" y="3233880"/>
            <a:ext cx="91080" cy="7920"/>
          </a:xfrm>
          <a:custGeom>
            <a:avLst/>
            <a:gdLst/>
            <a:ahLst/>
            <a:rect l="0" t="0" r="r" b="b"/>
            <a:pathLst>
              <a:path w="253" h="22">
                <a:moveTo>
                  <a:pt x="0" y="21"/>
                </a:moveTo>
                <a:lnTo>
                  <a:pt x="245" y="0"/>
                </a:lnTo>
                <a:lnTo>
                  <a:pt x="253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1" name=""/>
          <p:cNvSpPr/>
          <p:nvPr/>
        </p:nvSpPr>
        <p:spPr>
          <a:xfrm>
            <a:off x="7887960" y="3233880"/>
            <a:ext cx="94320" cy="8280"/>
          </a:xfrm>
          <a:custGeom>
            <a:avLst/>
            <a:gdLst/>
            <a:ahLst/>
            <a:rect l="0" t="0" r="r" b="b"/>
            <a:pathLst>
              <a:path w="262" h="23">
                <a:moveTo>
                  <a:pt x="0" y="22"/>
                </a:moveTo>
                <a:lnTo>
                  <a:pt x="253" y="0"/>
                </a:lnTo>
                <a:lnTo>
                  <a:pt x="262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2" name=""/>
          <p:cNvSpPr/>
          <p:nvPr/>
        </p:nvSpPr>
        <p:spPr>
          <a:xfrm>
            <a:off x="7887960" y="3233880"/>
            <a:ext cx="105840" cy="9360"/>
          </a:xfrm>
          <a:custGeom>
            <a:avLst/>
            <a:gdLst/>
            <a:ahLst/>
            <a:rect l="0" t="0" r="r" b="b"/>
            <a:pathLst>
              <a:path w="294" h="26">
                <a:moveTo>
                  <a:pt x="0" y="23"/>
                </a:moveTo>
                <a:lnTo>
                  <a:pt x="262" y="0"/>
                </a:lnTo>
                <a:lnTo>
                  <a:pt x="294" y="0"/>
                </a:lnTo>
                <a:lnTo>
                  <a:pt x="0" y="26"/>
                </a:lnTo>
                <a:lnTo>
                  <a:pt x="0" y="23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3" name=""/>
          <p:cNvSpPr/>
          <p:nvPr/>
        </p:nvSpPr>
        <p:spPr>
          <a:xfrm>
            <a:off x="7887960" y="3233880"/>
            <a:ext cx="117720" cy="10080"/>
          </a:xfrm>
          <a:custGeom>
            <a:avLst/>
            <a:gdLst/>
            <a:ahLst/>
            <a:rect l="0" t="0" r="r" b="b"/>
            <a:pathLst>
              <a:path w="327" h="28">
                <a:moveTo>
                  <a:pt x="0" y="26"/>
                </a:moveTo>
                <a:lnTo>
                  <a:pt x="294" y="0"/>
                </a:lnTo>
                <a:lnTo>
                  <a:pt x="327" y="0"/>
                </a:lnTo>
                <a:lnTo>
                  <a:pt x="0" y="28"/>
                </a:lnTo>
                <a:lnTo>
                  <a:pt x="0" y="26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4" name=""/>
          <p:cNvSpPr/>
          <p:nvPr/>
        </p:nvSpPr>
        <p:spPr>
          <a:xfrm>
            <a:off x="7887960" y="3233880"/>
            <a:ext cx="123480" cy="10800"/>
          </a:xfrm>
          <a:custGeom>
            <a:avLst/>
            <a:gdLst/>
            <a:ahLst/>
            <a:rect l="0" t="0" r="r" b="b"/>
            <a:pathLst>
              <a:path w="343" h="30">
                <a:moveTo>
                  <a:pt x="0" y="28"/>
                </a:moveTo>
                <a:lnTo>
                  <a:pt x="327" y="0"/>
                </a:lnTo>
                <a:lnTo>
                  <a:pt x="343" y="0"/>
                </a:lnTo>
                <a:lnTo>
                  <a:pt x="0" y="30"/>
                </a:lnTo>
                <a:lnTo>
                  <a:pt x="0" y="28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5" name=""/>
          <p:cNvSpPr/>
          <p:nvPr/>
        </p:nvSpPr>
        <p:spPr>
          <a:xfrm>
            <a:off x="7887960" y="3233880"/>
            <a:ext cx="126360" cy="10800"/>
          </a:xfrm>
          <a:custGeom>
            <a:avLst/>
            <a:gdLst/>
            <a:ahLst/>
            <a:rect l="0" t="0" r="r" b="b"/>
            <a:pathLst>
              <a:path w="351" h="30">
                <a:moveTo>
                  <a:pt x="0" y="30"/>
                </a:moveTo>
                <a:lnTo>
                  <a:pt x="343" y="0"/>
                </a:lnTo>
                <a:lnTo>
                  <a:pt x="351" y="0"/>
                </a:lnTo>
                <a:lnTo>
                  <a:pt x="0" y="30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6" name=""/>
          <p:cNvSpPr/>
          <p:nvPr/>
        </p:nvSpPr>
        <p:spPr>
          <a:xfrm>
            <a:off x="7887960" y="3233880"/>
            <a:ext cx="129240" cy="11160"/>
          </a:xfrm>
          <a:custGeom>
            <a:avLst/>
            <a:gdLst/>
            <a:ahLst/>
            <a:rect l="0" t="0" r="r" b="b"/>
            <a:pathLst>
              <a:path w="359" h="31">
                <a:moveTo>
                  <a:pt x="0" y="30"/>
                </a:moveTo>
                <a:lnTo>
                  <a:pt x="351" y="0"/>
                </a:lnTo>
                <a:lnTo>
                  <a:pt x="359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7" name=""/>
          <p:cNvSpPr/>
          <p:nvPr/>
        </p:nvSpPr>
        <p:spPr>
          <a:xfrm>
            <a:off x="7887960" y="3233880"/>
            <a:ext cx="135360" cy="11520"/>
          </a:xfrm>
          <a:custGeom>
            <a:avLst/>
            <a:gdLst/>
            <a:ahLst/>
            <a:rect l="0" t="0" r="r" b="b"/>
            <a:pathLst>
              <a:path w="376" h="32">
                <a:moveTo>
                  <a:pt x="0" y="31"/>
                </a:moveTo>
                <a:lnTo>
                  <a:pt x="359" y="0"/>
                </a:lnTo>
                <a:lnTo>
                  <a:pt x="376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8" name=""/>
          <p:cNvSpPr/>
          <p:nvPr/>
        </p:nvSpPr>
        <p:spPr>
          <a:xfrm>
            <a:off x="7887960" y="3233880"/>
            <a:ext cx="138240" cy="11880"/>
          </a:xfrm>
          <a:custGeom>
            <a:avLst/>
            <a:gdLst/>
            <a:ahLst/>
            <a:rect l="0" t="0" r="r" b="b"/>
            <a:pathLst>
              <a:path w="384" h="33">
                <a:moveTo>
                  <a:pt x="0" y="32"/>
                </a:moveTo>
                <a:lnTo>
                  <a:pt x="376" y="0"/>
                </a:lnTo>
                <a:lnTo>
                  <a:pt x="384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79" name=""/>
          <p:cNvSpPr/>
          <p:nvPr/>
        </p:nvSpPr>
        <p:spPr>
          <a:xfrm>
            <a:off x="7887960" y="3233880"/>
            <a:ext cx="141120" cy="12240"/>
          </a:xfrm>
          <a:custGeom>
            <a:avLst/>
            <a:gdLst/>
            <a:ahLst/>
            <a:rect l="0" t="0" r="r" b="b"/>
            <a:pathLst>
              <a:path w="392" h="34">
                <a:moveTo>
                  <a:pt x="0" y="33"/>
                </a:moveTo>
                <a:lnTo>
                  <a:pt x="384" y="0"/>
                </a:lnTo>
                <a:lnTo>
                  <a:pt x="392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0" name=""/>
          <p:cNvSpPr/>
          <p:nvPr/>
        </p:nvSpPr>
        <p:spPr>
          <a:xfrm>
            <a:off x="7887960" y="3233880"/>
            <a:ext cx="146880" cy="12600"/>
          </a:xfrm>
          <a:custGeom>
            <a:avLst/>
            <a:gdLst/>
            <a:ahLst/>
            <a:rect l="0" t="0" r="r" b="b"/>
            <a:pathLst>
              <a:path w="408" h="35">
                <a:moveTo>
                  <a:pt x="0" y="34"/>
                </a:moveTo>
                <a:lnTo>
                  <a:pt x="392" y="0"/>
                </a:lnTo>
                <a:lnTo>
                  <a:pt x="408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1" name=""/>
          <p:cNvSpPr/>
          <p:nvPr/>
        </p:nvSpPr>
        <p:spPr>
          <a:xfrm>
            <a:off x="7887960" y="3233880"/>
            <a:ext cx="152640" cy="13320"/>
          </a:xfrm>
          <a:custGeom>
            <a:avLst/>
            <a:gdLst/>
            <a:ahLst/>
            <a:rect l="0" t="0" r="r" b="b"/>
            <a:pathLst>
              <a:path w="424" h="37">
                <a:moveTo>
                  <a:pt x="0" y="35"/>
                </a:moveTo>
                <a:lnTo>
                  <a:pt x="408" y="0"/>
                </a:lnTo>
                <a:lnTo>
                  <a:pt x="424" y="0"/>
                </a:lnTo>
                <a:lnTo>
                  <a:pt x="0" y="37"/>
                </a:lnTo>
                <a:lnTo>
                  <a:pt x="0" y="35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2" name=""/>
          <p:cNvSpPr/>
          <p:nvPr/>
        </p:nvSpPr>
        <p:spPr>
          <a:xfrm>
            <a:off x="7887960" y="3233880"/>
            <a:ext cx="155520" cy="13320"/>
          </a:xfrm>
          <a:custGeom>
            <a:avLst/>
            <a:gdLst/>
            <a:ahLst/>
            <a:rect l="0" t="0" r="r" b="b"/>
            <a:pathLst>
              <a:path w="432" h="37">
                <a:moveTo>
                  <a:pt x="0" y="37"/>
                </a:moveTo>
                <a:lnTo>
                  <a:pt x="424" y="0"/>
                </a:lnTo>
                <a:lnTo>
                  <a:pt x="432" y="0"/>
                </a:lnTo>
                <a:lnTo>
                  <a:pt x="0" y="3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3" name=""/>
          <p:cNvSpPr/>
          <p:nvPr/>
        </p:nvSpPr>
        <p:spPr>
          <a:xfrm>
            <a:off x="7887960" y="3233880"/>
            <a:ext cx="158760" cy="13680"/>
          </a:xfrm>
          <a:custGeom>
            <a:avLst/>
            <a:gdLst/>
            <a:ahLst/>
            <a:rect l="0" t="0" r="r" b="b"/>
            <a:pathLst>
              <a:path w="441" h="38">
                <a:moveTo>
                  <a:pt x="0" y="37"/>
                </a:moveTo>
                <a:lnTo>
                  <a:pt x="432" y="0"/>
                </a:lnTo>
                <a:lnTo>
                  <a:pt x="441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4" name=""/>
          <p:cNvSpPr/>
          <p:nvPr/>
        </p:nvSpPr>
        <p:spPr>
          <a:xfrm>
            <a:off x="7887960" y="3233880"/>
            <a:ext cx="164520" cy="14040"/>
          </a:xfrm>
          <a:custGeom>
            <a:avLst/>
            <a:gdLst/>
            <a:ahLst/>
            <a:rect l="0" t="0" r="r" b="b"/>
            <a:pathLst>
              <a:path w="457" h="39">
                <a:moveTo>
                  <a:pt x="0" y="38"/>
                </a:moveTo>
                <a:lnTo>
                  <a:pt x="441" y="0"/>
                </a:lnTo>
                <a:lnTo>
                  <a:pt x="457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5" name=""/>
          <p:cNvSpPr/>
          <p:nvPr/>
        </p:nvSpPr>
        <p:spPr>
          <a:xfrm>
            <a:off x="7887960" y="3233880"/>
            <a:ext cx="167400" cy="14400"/>
          </a:xfrm>
          <a:custGeom>
            <a:avLst/>
            <a:gdLst/>
            <a:ahLst/>
            <a:rect l="0" t="0" r="r" b="b"/>
            <a:pathLst>
              <a:path w="465" h="40">
                <a:moveTo>
                  <a:pt x="0" y="39"/>
                </a:moveTo>
                <a:lnTo>
                  <a:pt x="457" y="0"/>
                </a:lnTo>
                <a:lnTo>
                  <a:pt x="465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6" name=""/>
          <p:cNvSpPr/>
          <p:nvPr/>
        </p:nvSpPr>
        <p:spPr>
          <a:xfrm>
            <a:off x="7887960" y="3233880"/>
            <a:ext cx="170280" cy="14760"/>
          </a:xfrm>
          <a:custGeom>
            <a:avLst/>
            <a:gdLst/>
            <a:ahLst/>
            <a:rect l="0" t="0" r="r" b="b"/>
            <a:pathLst>
              <a:path w="473" h="41">
                <a:moveTo>
                  <a:pt x="0" y="40"/>
                </a:moveTo>
                <a:lnTo>
                  <a:pt x="465" y="0"/>
                </a:lnTo>
                <a:lnTo>
                  <a:pt x="473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7" name=""/>
          <p:cNvSpPr/>
          <p:nvPr/>
        </p:nvSpPr>
        <p:spPr>
          <a:xfrm>
            <a:off x="7887960" y="3233880"/>
            <a:ext cx="173160" cy="14760"/>
          </a:xfrm>
          <a:custGeom>
            <a:avLst/>
            <a:gdLst/>
            <a:ahLst/>
            <a:rect l="0" t="0" r="r" b="b"/>
            <a:pathLst>
              <a:path w="481" h="41">
                <a:moveTo>
                  <a:pt x="0" y="41"/>
                </a:moveTo>
                <a:lnTo>
                  <a:pt x="473" y="0"/>
                </a:lnTo>
                <a:lnTo>
                  <a:pt x="481" y="0"/>
                </a:lnTo>
                <a:lnTo>
                  <a:pt x="0" y="41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8" name=""/>
          <p:cNvSpPr/>
          <p:nvPr/>
        </p:nvSpPr>
        <p:spPr>
          <a:xfrm>
            <a:off x="7887960" y="3233880"/>
            <a:ext cx="176040" cy="15120"/>
          </a:xfrm>
          <a:custGeom>
            <a:avLst/>
            <a:gdLst/>
            <a:ahLst/>
            <a:rect l="0" t="0" r="r" b="b"/>
            <a:pathLst>
              <a:path w="489" h="42">
                <a:moveTo>
                  <a:pt x="0" y="41"/>
                </a:moveTo>
                <a:lnTo>
                  <a:pt x="481" y="0"/>
                </a:lnTo>
                <a:lnTo>
                  <a:pt x="489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89" name=""/>
          <p:cNvSpPr/>
          <p:nvPr/>
        </p:nvSpPr>
        <p:spPr>
          <a:xfrm>
            <a:off x="7887960" y="3233880"/>
            <a:ext cx="179280" cy="15480"/>
          </a:xfrm>
          <a:custGeom>
            <a:avLst/>
            <a:gdLst/>
            <a:ahLst/>
            <a:rect l="0" t="0" r="r" b="b"/>
            <a:pathLst>
              <a:path w="498" h="43">
                <a:moveTo>
                  <a:pt x="0" y="42"/>
                </a:moveTo>
                <a:lnTo>
                  <a:pt x="489" y="0"/>
                </a:lnTo>
                <a:lnTo>
                  <a:pt x="498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0" name=""/>
          <p:cNvSpPr/>
          <p:nvPr/>
        </p:nvSpPr>
        <p:spPr>
          <a:xfrm>
            <a:off x="7887960" y="3233880"/>
            <a:ext cx="182160" cy="15840"/>
          </a:xfrm>
          <a:custGeom>
            <a:avLst/>
            <a:gdLst/>
            <a:ahLst/>
            <a:rect l="0" t="0" r="r" b="b"/>
            <a:pathLst>
              <a:path w="506" h="44">
                <a:moveTo>
                  <a:pt x="0" y="43"/>
                </a:moveTo>
                <a:lnTo>
                  <a:pt x="498" y="0"/>
                </a:lnTo>
                <a:lnTo>
                  <a:pt x="506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1" name=""/>
          <p:cNvSpPr/>
          <p:nvPr/>
        </p:nvSpPr>
        <p:spPr>
          <a:xfrm>
            <a:off x="7887960" y="3233880"/>
            <a:ext cx="185040" cy="15840"/>
          </a:xfrm>
          <a:custGeom>
            <a:avLst/>
            <a:gdLst/>
            <a:ahLst/>
            <a:rect l="0" t="0" r="r" b="b"/>
            <a:pathLst>
              <a:path w="514" h="44">
                <a:moveTo>
                  <a:pt x="0" y="44"/>
                </a:moveTo>
                <a:lnTo>
                  <a:pt x="506" y="0"/>
                </a:lnTo>
                <a:lnTo>
                  <a:pt x="514" y="0"/>
                </a:lnTo>
                <a:lnTo>
                  <a:pt x="0" y="44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2" name=""/>
          <p:cNvSpPr/>
          <p:nvPr/>
        </p:nvSpPr>
        <p:spPr>
          <a:xfrm>
            <a:off x="7887960" y="3233880"/>
            <a:ext cx="187920" cy="16200"/>
          </a:xfrm>
          <a:custGeom>
            <a:avLst/>
            <a:gdLst/>
            <a:ahLst/>
            <a:rect l="0" t="0" r="r" b="b"/>
            <a:pathLst>
              <a:path w="522" h="45">
                <a:moveTo>
                  <a:pt x="0" y="44"/>
                </a:moveTo>
                <a:lnTo>
                  <a:pt x="514" y="0"/>
                </a:lnTo>
                <a:lnTo>
                  <a:pt x="522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3" name=""/>
          <p:cNvSpPr/>
          <p:nvPr/>
        </p:nvSpPr>
        <p:spPr>
          <a:xfrm>
            <a:off x="7887960" y="3233880"/>
            <a:ext cx="193680" cy="16560"/>
          </a:xfrm>
          <a:custGeom>
            <a:avLst/>
            <a:gdLst/>
            <a:ahLst/>
            <a:rect l="0" t="0" r="r" b="b"/>
            <a:pathLst>
              <a:path w="538" h="46">
                <a:moveTo>
                  <a:pt x="0" y="45"/>
                </a:moveTo>
                <a:lnTo>
                  <a:pt x="522" y="0"/>
                </a:lnTo>
                <a:lnTo>
                  <a:pt x="538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4" name=""/>
          <p:cNvSpPr/>
          <p:nvPr/>
        </p:nvSpPr>
        <p:spPr>
          <a:xfrm>
            <a:off x="7887960" y="3233880"/>
            <a:ext cx="199800" cy="17280"/>
          </a:xfrm>
          <a:custGeom>
            <a:avLst/>
            <a:gdLst/>
            <a:ahLst/>
            <a:rect l="0" t="0" r="r" b="b"/>
            <a:pathLst>
              <a:path w="555" h="48">
                <a:moveTo>
                  <a:pt x="0" y="46"/>
                </a:moveTo>
                <a:lnTo>
                  <a:pt x="538" y="0"/>
                </a:lnTo>
                <a:lnTo>
                  <a:pt x="555" y="0"/>
                </a:lnTo>
                <a:lnTo>
                  <a:pt x="0" y="48"/>
                </a:lnTo>
                <a:lnTo>
                  <a:pt x="0" y="46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5" name=""/>
          <p:cNvSpPr/>
          <p:nvPr/>
        </p:nvSpPr>
        <p:spPr>
          <a:xfrm>
            <a:off x="7887960" y="3233880"/>
            <a:ext cx="205560" cy="17640"/>
          </a:xfrm>
          <a:custGeom>
            <a:avLst/>
            <a:gdLst/>
            <a:ahLst/>
            <a:rect l="0" t="0" r="r" b="b"/>
            <a:pathLst>
              <a:path w="571" h="49">
                <a:moveTo>
                  <a:pt x="0" y="48"/>
                </a:moveTo>
                <a:lnTo>
                  <a:pt x="554" y="0"/>
                </a:lnTo>
                <a:lnTo>
                  <a:pt x="571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6" name=""/>
          <p:cNvSpPr/>
          <p:nvPr/>
        </p:nvSpPr>
        <p:spPr>
          <a:xfrm>
            <a:off x="7887960" y="3233880"/>
            <a:ext cx="211320" cy="18000"/>
          </a:xfrm>
          <a:custGeom>
            <a:avLst/>
            <a:gdLst/>
            <a:ahLst/>
            <a:rect l="0" t="0" r="r" b="b"/>
            <a:pathLst>
              <a:path w="587" h="50">
                <a:moveTo>
                  <a:pt x="0" y="49"/>
                </a:moveTo>
                <a:lnTo>
                  <a:pt x="571" y="0"/>
                </a:lnTo>
                <a:lnTo>
                  <a:pt x="587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7" name=""/>
          <p:cNvSpPr/>
          <p:nvPr/>
        </p:nvSpPr>
        <p:spPr>
          <a:xfrm>
            <a:off x="7887960" y="3233880"/>
            <a:ext cx="217080" cy="18720"/>
          </a:xfrm>
          <a:custGeom>
            <a:avLst/>
            <a:gdLst/>
            <a:ahLst/>
            <a:rect l="0" t="0" r="r" b="b"/>
            <a:pathLst>
              <a:path w="603" h="52">
                <a:moveTo>
                  <a:pt x="0" y="50"/>
                </a:moveTo>
                <a:lnTo>
                  <a:pt x="587" y="0"/>
                </a:lnTo>
                <a:lnTo>
                  <a:pt x="603" y="0"/>
                </a:lnTo>
                <a:lnTo>
                  <a:pt x="0" y="52"/>
                </a:lnTo>
                <a:lnTo>
                  <a:pt x="0" y="50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8" name=""/>
          <p:cNvSpPr/>
          <p:nvPr/>
        </p:nvSpPr>
        <p:spPr>
          <a:xfrm>
            <a:off x="7887960" y="3233880"/>
            <a:ext cx="223200" cy="19080"/>
          </a:xfrm>
          <a:custGeom>
            <a:avLst/>
            <a:gdLst/>
            <a:ahLst/>
            <a:rect l="0" t="0" r="r" b="b"/>
            <a:pathLst>
              <a:path w="620" h="53">
                <a:moveTo>
                  <a:pt x="0" y="52"/>
                </a:moveTo>
                <a:lnTo>
                  <a:pt x="603" y="0"/>
                </a:lnTo>
                <a:lnTo>
                  <a:pt x="620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799" name=""/>
          <p:cNvSpPr/>
          <p:nvPr/>
        </p:nvSpPr>
        <p:spPr>
          <a:xfrm>
            <a:off x="7887960" y="3233880"/>
            <a:ext cx="228960" cy="20160"/>
          </a:xfrm>
          <a:custGeom>
            <a:avLst/>
            <a:gdLst/>
            <a:ahLst/>
            <a:rect l="0" t="0" r="r" b="b"/>
            <a:pathLst>
              <a:path w="636" h="56">
                <a:moveTo>
                  <a:pt x="0" y="53"/>
                </a:moveTo>
                <a:lnTo>
                  <a:pt x="620" y="0"/>
                </a:lnTo>
                <a:lnTo>
                  <a:pt x="636" y="0"/>
                </a:lnTo>
                <a:lnTo>
                  <a:pt x="0" y="56"/>
                </a:lnTo>
                <a:lnTo>
                  <a:pt x="0" y="53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0" name=""/>
          <p:cNvSpPr/>
          <p:nvPr/>
        </p:nvSpPr>
        <p:spPr>
          <a:xfrm>
            <a:off x="7887960" y="3233880"/>
            <a:ext cx="234720" cy="20160"/>
          </a:xfrm>
          <a:custGeom>
            <a:avLst/>
            <a:gdLst/>
            <a:ahLst/>
            <a:rect l="0" t="0" r="r" b="b"/>
            <a:pathLst>
              <a:path w="652" h="56">
                <a:moveTo>
                  <a:pt x="0" y="55"/>
                </a:moveTo>
                <a:lnTo>
                  <a:pt x="636" y="0"/>
                </a:lnTo>
                <a:lnTo>
                  <a:pt x="65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1" name=""/>
          <p:cNvSpPr/>
          <p:nvPr/>
        </p:nvSpPr>
        <p:spPr>
          <a:xfrm>
            <a:off x="7887960" y="3233880"/>
            <a:ext cx="237600" cy="20520"/>
          </a:xfrm>
          <a:custGeom>
            <a:avLst/>
            <a:gdLst/>
            <a:ahLst/>
            <a:rect l="0" t="0" r="r" b="b"/>
            <a:pathLst>
              <a:path w="660" h="57">
                <a:moveTo>
                  <a:pt x="0" y="56"/>
                </a:moveTo>
                <a:lnTo>
                  <a:pt x="652" y="0"/>
                </a:lnTo>
                <a:lnTo>
                  <a:pt x="660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2" name=""/>
          <p:cNvSpPr/>
          <p:nvPr/>
        </p:nvSpPr>
        <p:spPr>
          <a:xfrm>
            <a:off x="7887960" y="3233880"/>
            <a:ext cx="240480" cy="20520"/>
          </a:xfrm>
          <a:custGeom>
            <a:avLst/>
            <a:gdLst/>
            <a:ahLst/>
            <a:rect l="0" t="0" r="r" b="b"/>
            <a:pathLst>
              <a:path w="668" h="57">
                <a:moveTo>
                  <a:pt x="0" y="57"/>
                </a:moveTo>
                <a:lnTo>
                  <a:pt x="660" y="0"/>
                </a:lnTo>
                <a:lnTo>
                  <a:pt x="668" y="0"/>
                </a:lnTo>
                <a:lnTo>
                  <a:pt x="0" y="57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3" name=""/>
          <p:cNvSpPr/>
          <p:nvPr/>
        </p:nvSpPr>
        <p:spPr>
          <a:xfrm>
            <a:off x="7887960" y="3233880"/>
            <a:ext cx="243720" cy="20880"/>
          </a:xfrm>
          <a:custGeom>
            <a:avLst/>
            <a:gdLst/>
            <a:ahLst/>
            <a:rect l="0" t="0" r="r" b="b"/>
            <a:pathLst>
              <a:path w="677" h="58">
                <a:moveTo>
                  <a:pt x="0" y="57"/>
                </a:moveTo>
                <a:lnTo>
                  <a:pt x="668" y="0"/>
                </a:lnTo>
                <a:lnTo>
                  <a:pt x="67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4" name=""/>
          <p:cNvSpPr/>
          <p:nvPr/>
        </p:nvSpPr>
        <p:spPr>
          <a:xfrm>
            <a:off x="7887960" y="3233880"/>
            <a:ext cx="246600" cy="21240"/>
          </a:xfrm>
          <a:custGeom>
            <a:avLst/>
            <a:gdLst/>
            <a:ahLst/>
            <a:rect l="0" t="0" r="r" b="b"/>
            <a:pathLst>
              <a:path w="685" h="59">
                <a:moveTo>
                  <a:pt x="0" y="58"/>
                </a:moveTo>
                <a:lnTo>
                  <a:pt x="677" y="0"/>
                </a:lnTo>
                <a:lnTo>
                  <a:pt x="685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5" name=""/>
          <p:cNvSpPr/>
          <p:nvPr/>
        </p:nvSpPr>
        <p:spPr>
          <a:xfrm>
            <a:off x="7887960" y="3233880"/>
            <a:ext cx="249480" cy="21240"/>
          </a:xfrm>
          <a:custGeom>
            <a:avLst/>
            <a:gdLst/>
            <a:ahLst/>
            <a:rect l="0" t="0" r="r" b="b"/>
            <a:pathLst>
              <a:path w="693" h="59">
                <a:moveTo>
                  <a:pt x="0" y="59"/>
                </a:moveTo>
                <a:lnTo>
                  <a:pt x="685" y="0"/>
                </a:lnTo>
                <a:lnTo>
                  <a:pt x="693" y="0"/>
                </a:lnTo>
                <a:lnTo>
                  <a:pt x="0" y="59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6" name=""/>
          <p:cNvSpPr/>
          <p:nvPr/>
        </p:nvSpPr>
        <p:spPr>
          <a:xfrm>
            <a:off x="7887960" y="3233880"/>
            <a:ext cx="252360" cy="21600"/>
          </a:xfrm>
          <a:custGeom>
            <a:avLst/>
            <a:gdLst/>
            <a:ahLst/>
            <a:rect l="0" t="0" r="r" b="b"/>
            <a:pathLst>
              <a:path w="701" h="60">
                <a:moveTo>
                  <a:pt x="0" y="59"/>
                </a:moveTo>
                <a:lnTo>
                  <a:pt x="693" y="0"/>
                </a:lnTo>
                <a:lnTo>
                  <a:pt x="701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7" name=""/>
          <p:cNvSpPr/>
          <p:nvPr/>
        </p:nvSpPr>
        <p:spPr>
          <a:xfrm>
            <a:off x="7887960" y="3233880"/>
            <a:ext cx="255240" cy="21960"/>
          </a:xfrm>
          <a:custGeom>
            <a:avLst/>
            <a:gdLst/>
            <a:ahLst/>
            <a:rect l="0" t="0" r="r" b="b"/>
            <a:pathLst>
              <a:path w="709" h="61">
                <a:moveTo>
                  <a:pt x="0" y="60"/>
                </a:moveTo>
                <a:lnTo>
                  <a:pt x="701" y="0"/>
                </a:lnTo>
                <a:lnTo>
                  <a:pt x="709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8" name=""/>
          <p:cNvSpPr/>
          <p:nvPr/>
        </p:nvSpPr>
        <p:spPr>
          <a:xfrm>
            <a:off x="7887960" y="3233880"/>
            <a:ext cx="258120" cy="21960"/>
          </a:xfrm>
          <a:custGeom>
            <a:avLst/>
            <a:gdLst/>
            <a:ahLst/>
            <a:rect l="0" t="0" r="r" b="b"/>
            <a:pathLst>
              <a:path w="717" h="61">
                <a:moveTo>
                  <a:pt x="0" y="61"/>
                </a:moveTo>
                <a:lnTo>
                  <a:pt x="709" y="0"/>
                </a:lnTo>
                <a:lnTo>
                  <a:pt x="717" y="0"/>
                </a:lnTo>
                <a:lnTo>
                  <a:pt x="0" y="61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09" name=""/>
          <p:cNvSpPr/>
          <p:nvPr/>
        </p:nvSpPr>
        <p:spPr>
          <a:xfrm>
            <a:off x="7887960" y="3233880"/>
            <a:ext cx="261000" cy="22320"/>
          </a:xfrm>
          <a:custGeom>
            <a:avLst/>
            <a:gdLst/>
            <a:ahLst/>
            <a:rect l="0" t="0" r="r" b="b"/>
            <a:pathLst>
              <a:path w="725" h="62">
                <a:moveTo>
                  <a:pt x="0" y="61"/>
                </a:moveTo>
                <a:lnTo>
                  <a:pt x="717" y="0"/>
                </a:lnTo>
                <a:lnTo>
                  <a:pt x="725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0" name=""/>
          <p:cNvSpPr/>
          <p:nvPr/>
        </p:nvSpPr>
        <p:spPr>
          <a:xfrm>
            <a:off x="7887960" y="3233880"/>
            <a:ext cx="264240" cy="22680"/>
          </a:xfrm>
          <a:custGeom>
            <a:avLst/>
            <a:gdLst/>
            <a:ahLst/>
            <a:rect l="0" t="0" r="r" b="b"/>
            <a:pathLst>
              <a:path w="734" h="63">
                <a:moveTo>
                  <a:pt x="0" y="62"/>
                </a:moveTo>
                <a:lnTo>
                  <a:pt x="725" y="0"/>
                </a:lnTo>
                <a:lnTo>
                  <a:pt x="734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1" name=""/>
          <p:cNvSpPr/>
          <p:nvPr/>
        </p:nvSpPr>
        <p:spPr>
          <a:xfrm>
            <a:off x="7887960" y="3233880"/>
            <a:ext cx="267120" cy="23040"/>
          </a:xfrm>
          <a:custGeom>
            <a:avLst/>
            <a:gdLst/>
            <a:ahLst/>
            <a:rect l="0" t="0" r="r" b="b"/>
            <a:pathLst>
              <a:path w="742" h="64">
                <a:moveTo>
                  <a:pt x="0" y="63"/>
                </a:moveTo>
                <a:lnTo>
                  <a:pt x="734" y="0"/>
                </a:lnTo>
                <a:lnTo>
                  <a:pt x="742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2" name=""/>
          <p:cNvSpPr/>
          <p:nvPr/>
        </p:nvSpPr>
        <p:spPr>
          <a:xfrm>
            <a:off x="7887960" y="3233880"/>
            <a:ext cx="270000" cy="23040"/>
          </a:xfrm>
          <a:custGeom>
            <a:avLst/>
            <a:gdLst/>
            <a:ahLst/>
            <a:rect l="0" t="0" r="r" b="b"/>
            <a:pathLst>
              <a:path w="750" h="64">
                <a:moveTo>
                  <a:pt x="0" y="64"/>
                </a:moveTo>
                <a:lnTo>
                  <a:pt x="742" y="0"/>
                </a:lnTo>
                <a:lnTo>
                  <a:pt x="750" y="0"/>
                </a:lnTo>
                <a:lnTo>
                  <a:pt x="0" y="64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3" name=""/>
          <p:cNvSpPr/>
          <p:nvPr/>
        </p:nvSpPr>
        <p:spPr>
          <a:xfrm>
            <a:off x="7887960" y="3233880"/>
            <a:ext cx="272880" cy="23400"/>
          </a:xfrm>
          <a:custGeom>
            <a:avLst/>
            <a:gdLst/>
            <a:ahLst/>
            <a:rect l="0" t="0" r="r" b="b"/>
            <a:pathLst>
              <a:path w="758" h="65">
                <a:moveTo>
                  <a:pt x="0" y="64"/>
                </a:moveTo>
                <a:lnTo>
                  <a:pt x="750" y="0"/>
                </a:lnTo>
                <a:lnTo>
                  <a:pt x="758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4" name=""/>
          <p:cNvSpPr/>
          <p:nvPr/>
        </p:nvSpPr>
        <p:spPr>
          <a:xfrm>
            <a:off x="7887960" y="3233880"/>
            <a:ext cx="275760" cy="23760"/>
          </a:xfrm>
          <a:custGeom>
            <a:avLst/>
            <a:gdLst/>
            <a:ahLst/>
            <a:rect l="0" t="0" r="r" b="b"/>
            <a:pathLst>
              <a:path w="766" h="66">
                <a:moveTo>
                  <a:pt x="0" y="65"/>
                </a:moveTo>
                <a:lnTo>
                  <a:pt x="758" y="0"/>
                </a:lnTo>
                <a:lnTo>
                  <a:pt x="766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5" name=""/>
          <p:cNvSpPr/>
          <p:nvPr/>
        </p:nvSpPr>
        <p:spPr>
          <a:xfrm>
            <a:off x="7887960" y="3233880"/>
            <a:ext cx="278640" cy="23760"/>
          </a:xfrm>
          <a:custGeom>
            <a:avLst/>
            <a:gdLst/>
            <a:ahLst/>
            <a:rect l="0" t="0" r="r" b="b"/>
            <a:pathLst>
              <a:path w="774" h="66">
                <a:moveTo>
                  <a:pt x="0" y="66"/>
                </a:moveTo>
                <a:lnTo>
                  <a:pt x="766" y="0"/>
                </a:lnTo>
                <a:lnTo>
                  <a:pt x="774" y="0"/>
                </a:lnTo>
                <a:lnTo>
                  <a:pt x="0" y="66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6" name=""/>
          <p:cNvSpPr/>
          <p:nvPr/>
        </p:nvSpPr>
        <p:spPr>
          <a:xfrm>
            <a:off x="7887960" y="3233880"/>
            <a:ext cx="281520" cy="24120"/>
          </a:xfrm>
          <a:custGeom>
            <a:avLst/>
            <a:gdLst/>
            <a:ahLst/>
            <a:rect l="0" t="0" r="r" b="b"/>
            <a:pathLst>
              <a:path w="782" h="67">
                <a:moveTo>
                  <a:pt x="0" y="66"/>
                </a:moveTo>
                <a:lnTo>
                  <a:pt x="774" y="0"/>
                </a:lnTo>
                <a:lnTo>
                  <a:pt x="782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7" name=""/>
          <p:cNvSpPr/>
          <p:nvPr/>
        </p:nvSpPr>
        <p:spPr>
          <a:xfrm>
            <a:off x="7887960" y="3233880"/>
            <a:ext cx="284760" cy="24480"/>
          </a:xfrm>
          <a:custGeom>
            <a:avLst/>
            <a:gdLst/>
            <a:ahLst/>
            <a:rect l="0" t="0" r="r" b="b"/>
            <a:pathLst>
              <a:path w="791" h="68">
                <a:moveTo>
                  <a:pt x="0" y="67"/>
                </a:moveTo>
                <a:lnTo>
                  <a:pt x="782" y="0"/>
                </a:lnTo>
                <a:lnTo>
                  <a:pt x="791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8" name=""/>
          <p:cNvSpPr/>
          <p:nvPr/>
        </p:nvSpPr>
        <p:spPr>
          <a:xfrm>
            <a:off x="7887960" y="3233880"/>
            <a:ext cx="287640" cy="24480"/>
          </a:xfrm>
          <a:custGeom>
            <a:avLst/>
            <a:gdLst/>
            <a:ahLst/>
            <a:rect l="0" t="0" r="r" b="b"/>
            <a:pathLst>
              <a:path w="799" h="68">
                <a:moveTo>
                  <a:pt x="0" y="68"/>
                </a:moveTo>
                <a:lnTo>
                  <a:pt x="791" y="0"/>
                </a:lnTo>
                <a:lnTo>
                  <a:pt x="799" y="0"/>
                </a:lnTo>
                <a:lnTo>
                  <a:pt x="0" y="68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19" name=""/>
          <p:cNvSpPr/>
          <p:nvPr/>
        </p:nvSpPr>
        <p:spPr>
          <a:xfrm>
            <a:off x="7887960" y="3233880"/>
            <a:ext cx="290520" cy="24840"/>
          </a:xfrm>
          <a:custGeom>
            <a:avLst/>
            <a:gdLst/>
            <a:ahLst/>
            <a:rect l="0" t="0" r="r" b="b"/>
            <a:pathLst>
              <a:path w="807" h="69">
                <a:moveTo>
                  <a:pt x="0" y="68"/>
                </a:moveTo>
                <a:lnTo>
                  <a:pt x="799" y="0"/>
                </a:lnTo>
                <a:lnTo>
                  <a:pt x="807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0" name=""/>
          <p:cNvSpPr/>
          <p:nvPr/>
        </p:nvSpPr>
        <p:spPr>
          <a:xfrm>
            <a:off x="7887960" y="3233880"/>
            <a:ext cx="293400" cy="25200"/>
          </a:xfrm>
          <a:custGeom>
            <a:avLst/>
            <a:gdLst/>
            <a:ahLst/>
            <a:rect l="0" t="0" r="r" b="b"/>
            <a:pathLst>
              <a:path w="815" h="70">
                <a:moveTo>
                  <a:pt x="0" y="69"/>
                </a:moveTo>
                <a:lnTo>
                  <a:pt x="807" y="0"/>
                </a:lnTo>
                <a:lnTo>
                  <a:pt x="815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1" name=""/>
          <p:cNvSpPr/>
          <p:nvPr/>
        </p:nvSpPr>
        <p:spPr>
          <a:xfrm>
            <a:off x="7887960" y="3233880"/>
            <a:ext cx="296280" cy="25200"/>
          </a:xfrm>
          <a:custGeom>
            <a:avLst/>
            <a:gdLst/>
            <a:ahLst/>
            <a:rect l="0" t="0" r="r" b="b"/>
            <a:pathLst>
              <a:path w="823" h="70">
                <a:moveTo>
                  <a:pt x="0" y="70"/>
                </a:moveTo>
                <a:lnTo>
                  <a:pt x="815" y="0"/>
                </a:lnTo>
                <a:lnTo>
                  <a:pt x="823" y="0"/>
                </a:lnTo>
                <a:lnTo>
                  <a:pt x="0" y="70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2" name=""/>
          <p:cNvSpPr/>
          <p:nvPr/>
        </p:nvSpPr>
        <p:spPr>
          <a:xfrm>
            <a:off x="7887960" y="3233880"/>
            <a:ext cx="299160" cy="25560"/>
          </a:xfrm>
          <a:custGeom>
            <a:avLst/>
            <a:gdLst/>
            <a:ahLst/>
            <a:rect l="0" t="0" r="r" b="b"/>
            <a:pathLst>
              <a:path w="831" h="71">
                <a:moveTo>
                  <a:pt x="0" y="70"/>
                </a:moveTo>
                <a:lnTo>
                  <a:pt x="823" y="0"/>
                </a:lnTo>
                <a:lnTo>
                  <a:pt x="831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3" name=""/>
          <p:cNvSpPr/>
          <p:nvPr/>
        </p:nvSpPr>
        <p:spPr>
          <a:xfrm>
            <a:off x="7887960" y="3233880"/>
            <a:ext cx="302040" cy="25920"/>
          </a:xfrm>
          <a:custGeom>
            <a:avLst/>
            <a:gdLst/>
            <a:ahLst/>
            <a:rect l="0" t="0" r="r" b="b"/>
            <a:pathLst>
              <a:path w="839" h="72">
                <a:moveTo>
                  <a:pt x="0" y="71"/>
                </a:moveTo>
                <a:lnTo>
                  <a:pt x="831" y="0"/>
                </a:lnTo>
                <a:lnTo>
                  <a:pt x="839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4" name=""/>
          <p:cNvSpPr/>
          <p:nvPr/>
        </p:nvSpPr>
        <p:spPr>
          <a:xfrm>
            <a:off x="7887960" y="3233880"/>
            <a:ext cx="304920" cy="26280"/>
          </a:xfrm>
          <a:custGeom>
            <a:avLst/>
            <a:gdLst/>
            <a:ahLst/>
            <a:rect l="0" t="0" r="r" b="b"/>
            <a:pathLst>
              <a:path w="847" h="73">
                <a:moveTo>
                  <a:pt x="0" y="72"/>
                </a:moveTo>
                <a:lnTo>
                  <a:pt x="839" y="0"/>
                </a:lnTo>
                <a:lnTo>
                  <a:pt x="847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5" name=""/>
          <p:cNvSpPr/>
          <p:nvPr/>
        </p:nvSpPr>
        <p:spPr>
          <a:xfrm>
            <a:off x="7887960" y="3233880"/>
            <a:ext cx="308160" cy="26280"/>
          </a:xfrm>
          <a:custGeom>
            <a:avLst/>
            <a:gdLst/>
            <a:ahLst/>
            <a:rect l="0" t="0" r="r" b="b"/>
            <a:pathLst>
              <a:path w="856" h="73">
                <a:moveTo>
                  <a:pt x="0" y="73"/>
                </a:moveTo>
                <a:lnTo>
                  <a:pt x="847" y="0"/>
                </a:lnTo>
                <a:lnTo>
                  <a:pt x="856" y="0"/>
                </a:lnTo>
                <a:lnTo>
                  <a:pt x="0" y="7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6" name=""/>
          <p:cNvSpPr/>
          <p:nvPr/>
        </p:nvSpPr>
        <p:spPr>
          <a:xfrm>
            <a:off x="7887960" y="3233880"/>
            <a:ext cx="311040" cy="26640"/>
          </a:xfrm>
          <a:custGeom>
            <a:avLst/>
            <a:gdLst/>
            <a:ahLst/>
            <a:rect l="0" t="0" r="r" b="b"/>
            <a:pathLst>
              <a:path w="864" h="74">
                <a:moveTo>
                  <a:pt x="0" y="73"/>
                </a:moveTo>
                <a:lnTo>
                  <a:pt x="856" y="0"/>
                </a:lnTo>
                <a:lnTo>
                  <a:pt x="864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7" name=""/>
          <p:cNvSpPr/>
          <p:nvPr/>
        </p:nvSpPr>
        <p:spPr>
          <a:xfrm>
            <a:off x="7887960" y="3233880"/>
            <a:ext cx="313920" cy="27000"/>
          </a:xfrm>
          <a:custGeom>
            <a:avLst/>
            <a:gdLst/>
            <a:ahLst/>
            <a:rect l="0" t="0" r="r" b="b"/>
            <a:pathLst>
              <a:path w="872" h="75">
                <a:moveTo>
                  <a:pt x="0" y="74"/>
                </a:moveTo>
                <a:lnTo>
                  <a:pt x="864" y="0"/>
                </a:lnTo>
                <a:lnTo>
                  <a:pt x="872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8" name=""/>
          <p:cNvSpPr/>
          <p:nvPr/>
        </p:nvSpPr>
        <p:spPr>
          <a:xfrm>
            <a:off x="7887960" y="3233880"/>
            <a:ext cx="316800" cy="27000"/>
          </a:xfrm>
          <a:custGeom>
            <a:avLst/>
            <a:gdLst/>
            <a:ahLst/>
            <a:rect l="0" t="0" r="r" b="b"/>
            <a:pathLst>
              <a:path w="880" h="75">
                <a:moveTo>
                  <a:pt x="0" y="75"/>
                </a:moveTo>
                <a:lnTo>
                  <a:pt x="872" y="0"/>
                </a:lnTo>
                <a:lnTo>
                  <a:pt x="880" y="0"/>
                </a:lnTo>
                <a:lnTo>
                  <a:pt x="0" y="75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29" name=""/>
          <p:cNvSpPr/>
          <p:nvPr/>
        </p:nvSpPr>
        <p:spPr>
          <a:xfrm>
            <a:off x="7887960" y="3233880"/>
            <a:ext cx="319680" cy="27360"/>
          </a:xfrm>
          <a:custGeom>
            <a:avLst/>
            <a:gdLst/>
            <a:ahLst/>
            <a:rect l="0" t="0" r="r" b="b"/>
            <a:pathLst>
              <a:path w="888" h="76">
                <a:moveTo>
                  <a:pt x="0" y="75"/>
                </a:moveTo>
                <a:lnTo>
                  <a:pt x="880" y="0"/>
                </a:lnTo>
                <a:lnTo>
                  <a:pt x="888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0" name=""/>
          <p:cNvSpPr/>
          <p:nvPr/>
        </p:nvSpPr>
        <p:spPr>
          <a:xfrm>
            <a:off x="7887960" y="3233880"/>
            <a:ext cx="322560" cy="27720"/>
          </a:xfrm>
          <a:custGeom>
            <a:avLst/>
            <a:gdLst/>
            <a:ahLst/>
            <a:rect l="0" t="0" r="r" b="b"/>
            <a:pathLst>
              <a:path w="896" h="77">
                <a:moveTo>
                  <a:pt x="0" y="76"/>
                </a:moveTo>
                <a:lnTo>
                  <a:pt x="888" y="0"/>
                </a:lnTo>
                <a:lnTo>
                  <a:pt x="896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1" name=""/>
          <p:cNvSpPr/>
          <p:nvPr/>
        </p:nvSpPr>
        <p:spPr>
          <a:xfrm>
            <a:off x="7887960" y="3233880"/>
            <a:ext cx="325440" cy="27720"/>
          </a:xfrm>
          <a:custGeom>
            <a:avLst/>
            <a:gdLst/>
            <a:ahLst/>
            <a:rect l="0" t="0" r="r" b="b"/>
            <a:pathLst>
              <a:path w="904" h="77">
                <a:moveTo>
                  <a:pt x="0" y="77"/>
                </a:moveTo>
                <a:lnTo>
                  <a:pt x="896" y="0"/>
                </a:lnTo>
                <a:lnTo>
                  <a:pt x="904" y="0"/>
                </a:lnTo>
                <a:lnTo>
                  <a:pt x="0" y="77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2" name=""/>
          <p:cNvSpPr/>
          <p:nvPr/>
        </p:nvSpPr>
        <p:spPr>
          <a:xfrm>
            <a:off x="7887960" y="3233880"/>
            <a:ext cx="328680" cy="28080"/>
          </a:xfrm>
          <a:custGeom>
            <a:avLst/>
            <a:gdLst/>
            <a:ahLst/>
            <a:rect l="0" t="0" r="r" b="b"/>
            <a:pathLst>
              <a:path w="913" h="78">
                <a:moveTo>
                  <a:pt x="0" y="77"/>
                </a:moveTo>
                <a:lnTo>
                  <a:pt x="904" y="0"/>
                </a:lnTo>
                <a:lnTo>
                  <a:pt x="913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3" name=""/>
          <p:cNvSpPr/>
          <p:nvPr/>
        </p:nvSpPr>
        <p:spPr>
          <a:xfrm>
            <a:off x="7887960" y="3233880"/>
            <a:ext cx="331560" cy="28440"/>
          </a:xfrm>
          <a:custGeom>
            <a:avLst/>
            <a:gdLst/>
            <a:ahLst/>
            <a:rect l="0" t="0" r="r" b="b"/>
            <a:pathLst>
              <a:path w="921" h="79">
                <a:moveTo>
                  <a:pt x="0" y="78"/>
                </a:moveTo>
                <a:lnTo>
                  <a:pt x="913" y="0"/>
                </a:lnTo>
                <a:lnTo>
                  <a:pt x="921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4" name=""/>
          <p:cNvSpPr/>
          <p:nvPr/>
        </p:nvSpPr>
        <p:spPr>
          <a:xfrm>
            <a:off x="7887960" y="3233880"/>
            <a:ext cx="334440" cy="28440"/>
          </a:xfrm>
          <a:custGeom>
            <a:avLst/>
            <a:gdLst/>
            <a:ahLst/>
            <a:rect l="0" t="0" r="r" b="b"/>
            <a:pathLst>
              <a:path w="929" h="79">
                <a:moveTo>
                  <a:pt x="0" y="79"/>
                </a:moveTo>
                <a:lnTo>
                  <a:pt x="921" y="0"/>
                </a:lnTo>
                <a:lnTo>
                  <a:pt x="929" y="0"/>
                </a:lnTo>
                <a:lnTo>
                  <a:pt x="0" y="79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5" name=""/>
          <p:cNvSpPr/>
          <p:nvPr/>
        </p:nvSpPr>
        <p:spPr>
          <a:xfrm>
            <a:off x="7887960" y="3233880"/>
            <a:ext cx="337320" cy="28800"/>
          </a:xfrm>
          <a:custGeom>
            <a:avLst/>
            <a:gdLst/>
            <a:ahLst/>
            <a:rect l="0" t="0" r="r" b="b"/>
            <a:pathLst>
              <a:path w="937" h="80">
                <a:moveTo>
                  <a:pt x="0" y="79"/>
                </a:moveTo>
                <a:lnTo>
                  <a:pt x="929" y="0"/>
                </a:lnTo>
                <a:lnTo>
                  <a:pt x="937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6" name=""/>
          <p:cNvSpPr/>
          <p:nvPr/>
        </p:nvSpPr>
        <p:spPr>
          <a:xfrm>
            <a:off x="7887960" y="3233880"/>
            <a:ext cx="340200" cy="29160"/>
          </a:xfrm>
          <a:custGeom>
            <a:avLst/>
            <a:gdLst/>
            <a:ahLst/>
            <a:rect l="0" t="0" r="r" b="b"/>
            <a:pathLst>
              <a:path w="945" h="81">
                <a:moveTo>
                  <a:pt x="0" y="80"/>
                </a:moveTo>
                <a:lnTo>
                  <a:pt x="937" y="0"/>
                </a:lnTo>
                <a:lnTo>
                  <a:pt x="945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7" name=""/>
          <p:cNvSpPr/>
          <p:nvPr/>
        </p:nvSpPr>
        <p:spPr>
          <a:xfrm>
            <a:off x="7887960" y="3233880"/>
            <a:ext cx="343080" cy="29520"/>
          </a:xfrm>
          <a:custGeom>
            <a:avLst/>
            <a:gdLst/>
            <a:ahLst/>
            <a:rect l="0" t="0" r="r" b="b"/>
            <a:pathLst>
              <a:path w="953" h="82">
                <a:moveTo>
                  <a:pt x="0" y="81"/>
                </a:moveTo>
                <a:lnTo>
                  <a:pt x="945" y="0"/>
                </a:lnTo>
                <a:lnTo>
                  <a:pt x="953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8" name=""/>
          <p:cNvSpPr/>
          <p:nvPr/>
        </p:nvSpPr>
        <p:spPr>
          <a:xfrm>
            <a:off x="7887960" y="3233880"/>
            <a:ext cx="345960" cy="29520"/>
          </a:xfrm>
          <a:custGeom>
            <a:avLst/>
            <a:gdLst/>
            <a:ahLst/>
            <a:rect l="0" t="0" r="r" b="b"/>
            <a:pathLst>
              <a:path w="961" h="82">
                <a:moveTo>
                  <a:pt x="0" y="82"/>
                </a:moveTo>
                <a:lnTo>
                  <a:pt x="953" y="0"/>
                </a:lnTo>
                <a:lnTo>
                  <a:pt x="961" y="0"/>
                </a:lnTo>
                <a:lnTo>
                  <a:pt x="0" y="82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39" name=""/>
          <p:cNvSpPr/>
          <p:nvPr/>
        </p:nvSpPr>
        <p:spPr>
          <a:xfrm>
            <a:off x="7887960" y="3233880"/>
            <a:ext cx="349200" cy="29880"/>
          </a:xfrm>
          <a:custGeom>
            <a:avLst/>
            <a:gdLst/>
            <a:ahLst/>
            <a:rect l="0" t="0" r="r" b="b"/>
            <a:pathLst>
              <a:path w="970" h="83">
                <a:moveTo>
                  <a:pt x="0" y="82"/>
                </a:moveTo>
                <a:lnTo>
                  <a:pt x="961" y="0"/>
                </a:lnTo>
                <a:lnTo>
                  <a:pt x="970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0" name=""/>
          <p:cNvSpPr/>
          <p:nvPr/>
        </p:nvSpPr>
        <p:spPr>
          <a:xfrm>
            <a:off x="7887960" y="3233880"/>
            <a:ext cx="352080" cy="30240"/>
          </a:xfrm>
          <a:custGeom>
            <a:avLst/>
            <a:gdLst/>
            <a:ahLst/>
            <a:rect l="0" t="0" r="r" b="b"/>
            <a:pathLst>
              <a:path w="978" h="84">
                <a:moveTo>
                  <a:pt x="0" y="83"/>
                </a:moveTo>
                <a:lnTo>
                  <a:pt x="970" y="0"/>
                </a:lnTo>
                <a:lnTo>
                  <a:pt x="978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1" name=""/>
          <p:cNvSpPr/>
          <p:nvPr/>
        </p:nvSpPr>
        <p:spPr>
          <a:xfrm>
            <a:off x="7887960" y="3233880"/>
            <a:ext cx="354960" cy="30240"/>
          </a:xfrm>
          <a:custGeom>
            <a:avLst/>
            <a:gdLst/>
            <a:ahLst/>
            <a:rect l="0" t="0" r="r" b="b"/>
            <a:pathLst>
              <a:path w="986" h="84">
                <a:moveTo>
                  <a:pt x="0" y="84"/>
                </a:moveTo>
                <a:lnTo>
                  <a:pt x="978" y="0"/>
                </a:lnTo>
                <a:lnTo>
                  <a:pt x="986" y="0"/>
                </a:lnTo>
                <a:lnTo>
                  <a:pt x="0" y="84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2" name=""/>
          <p:cNvSpPr/>
          <p:nvPr/>
        </p:nvSpPr>
        <p:spPr>
          <a:xfrm>
            <a:off x="7887960" y="3233880"/>
            <a:ext cx="357840" cy="30600"/>
          </a:xfrm>
          <a:custGeom>
            <a:avLst/>
            <a:gdLst/>
            <a:ahLst/>
            <a:rect l="0" t="0" r="r" b="b"/>
            <a:pathLst>
              <a:path w="994" h="85">
                <a:moveTo>
                  <a:pt x="0" y="84"/>
                </a:moveTo>
                <a:lnTo>
                  <a:pt x="986" y="0"/>
                </a:lnTo>
                <a:lnTo>
                  <a:pt x="994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3" name=""/>
          <p:cNvSpPr/>
          <p:nvPr/>
        </p:nvSpPr>
        <p:spPr>
          <a:xfrm>
            <a:off x="7887960" y="3233880"/>
            <a:ext cx="360720" cy="30960"/>
          </a:xfrm>
          <a:custGeom>
            <a:avLst/>
            <a:gdLst/>
            <a:ahLst/>
            <a:rect l="0" t="0" r="r" b="b"/>
            <a:pathLst>
              <a:path w="1002" h="86">
                <a:moveTo>
                  <a:pt x="0" y="85"/>
                </a:moveTo>
                <a:lnTo>
                  <a:pt x="994" y="0"/>
                </a:lnTo>
                <a:lnTo>
                  <a:pt x="1002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4" name=""/>
          <p:cNvSpPr/>
          <p:nvPr/>
        </p:nvSpPr>
        <p:spPr>
          <a:xfrm>
            <a:off x="7887960" y="3233880"/>
            <a:ext cx="363600" cy="30960"/>
          </a:xfrm>
          <a:custGeom>
            <a:avLst/>
            <a:gdLst/>
            <a:ahLst/>
            <a:rect l="0" t="0" r="r" b="b"/>
            <a:pathLst>
              <a:path w="1010" h="86">
                <a:moveTo>
                  <a:pt x="0" y="86"/>
                </a:moveTo>
                <a:lnTo>
                  <a:pt x="1002" y="0"/>
                </a:lnTo>
                <a:lnTo>
                  <a:pt x="1010" y="0"/>
                </a:lnTo>
                <a:lnTo>
                  <a:pt x="0" y="86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5" name=""/>
          <p:cNvSpPr/>
          <p:nvPr/>
        </p:nvSpPr>
        <p:spPr>
          <a:xfrm>
            <a:off x="7887960" y="3233880"/>
            <a:ext cx="366480" cy="31320"/>
          </a:xfrm>
          <a:custGeom>
            <a:avLst/>
            <a:gdLst/>
            <a:ahLst/>
            <a:rect l="0" t="0" r="r" b="b"/>
            <a:pathLst>
              <a:path w="1018" h="87">
                <a:moveTo>
                  <a:pt x="0" y="86"/>
                </a:moveTo>
                <a:lnTo>
                  <a:pt x="1010" y="0"/>
                </a:lnTo>
                <a:lnTo>
                  <a:pt x="1018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6" name=""/>
          <p:cNvSpPr/>
          <p:nvPr/>
        </p:nvSpPr>
        <p:spPr>
          <a:xfrm>
            <a:off x="7887960" y="3233880"/>
            <a:ext cx="369360" cy="31680"/>
          </a:xfrm>
          <a:custGeom>
            <a:avLst/>
            <a:gdLst/>
            <a:ahLst/>
            <a:rect l="0" t="0" r="r" b="b"/>
            <a:pathLst>
              <a:path w="1026" h="88">
                <a:moveTo>
                  <a:pt x="0" y="87"/>
                </a:moveTo>
                <a:lnTo>
                  <a:pt x="1018" y="0"/>
                </a:lnTo>
                <a:lnTo>
                  <a:pt x="1026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7" name=""/>
          <p:cNvSpPr/>
          <p:nvPr/>
        </p:nvSpPr>
        <p:spPr>
          <a:xfrm>
            <a:off x="7887960" y="3233880"/>
            <a:ext cx="372600" cy="31680"/>
          </a:xfrm>
          <a:custGeom>
            <a:avLst/>
            <a:gdLst/>
            <a:ahLst/>
            <a:rect l="0" t="0" r="r" b="b"/>
            <a:pathLst>
              <a:path w="1035" h="88">
                <a:moveTo>
                  <a:pt x="0" y="88"/>
                </a:moveTo>
                <a:lnTo>
                  <a:pt x="1026" y="0"/>
                </a:lnTo>
                <a:lnTo>
                  <a:pt x="1035" y="0"/>
                </a:lnTo>
                <a:lnTo>
                  <a:pt x="0" y="88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8" name=""/>
          <p:cNvSpPr/>
          <p:nvPr/>
        </p:nvSpPr>
        <p:spPr>
          <a:xfrm>
            <a:off x="7887960" y="3233880"/>
            <a:ext cx="373680" cy="32040"/>
          </a:xfrm>
          <a:custGeom>
            <a:avLst/>
            <a:gdLst/>
            <a:ahLst/>
            <a:rect l="0" t="0" r="r" b="b"/>
            <a:pathLst>
              <a:path w="1038" h="89">
                <a:moveTo>
                  <a:pt x="0" y="88"/>
                </a:moveTo>
                <a:lnTo>
                  <a:pt x="1035" y="0"/>
                </a:lnTo>
                <a:lnTo>
                  <a:pt x="1038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49" name=""/>
          <p:cNvSpPr/>
          <p:nvPr/>
        </p:nvSpPr>
        <p:spPr>
          <a:xfrm>
            <a:off x="7887960" y="3233880"/>
            <a:ext cx="373680" cy="32400"/>
          </a:xfrm>
          <a:custGeom>
            <a:avLst/>
            <a:gdLst/>
            <a:ahLst/>
            <a:rect l="0" t="0" r="r" b="b"/>
            <a:pathLst>
              <a:path w="1038" h="90">
                <a:moveTo>
                  <a:pt x="0" y="89"/>
                </a:moveTo>
                <a:lnTo>
                  <a:pt x="1038" y="0"/>
                </a:lnTo>
                <a:lnTo>
                  <a:pt x="1038" y="1"/>
                </a:lnTo>
                <a:lnTo>
                  <a:pt x="4" y="90"/>
                </a:lnTo>
                <a:lnTo>
                  <a:pt x="0" y="89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0" name=""/>
          <p:cNvSpPr/>
          <p:nvPr/>
        </p:nvSpPr>
        <p:spPr>
          <a:xfrm>
            <a:off x="7889400" y="3234240"/>
            <a:ext cx="372240" cy="32040"/>
          </a:xfrm>
          <a:custGeom>
            <a:avLst/>
            <a:gdLst/>
            <a:ahLst/>
            <a:rect l="0" t="0" r="r" b="b"/>
            <a:pathLst>
              <a:path w="1034" h="89">
                <a:moveTo>
                  <a:pt x="0" y="89"/>
                </a:moveTo>
                <a:lnTo>
                  <a:pt x="1034" y="0"/>
                </a:lnTo>
                <a:lnTo>
                  <a:pt x="8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1" name=""/>
          <p:cNvSpPr/>
          <p:nvPr/>
        </p:nvSpPr>
        <p:spPr>
          <a:xfrm>
            <a:off x="7892280" y="3234240"/>
            <a:ext cx="369360" cy="32040"/>
          </a:xfrm>
          <a:custGeom>
            <a:avLst/>
            <a:gdLst/>
            <a:ahLst/>
            <a:rect l="0" t="0" r="r" b="b"/>
            <a:pathLst>
              <a:path w="1026" h="89">
                <a:moveTo>
                  <a:pt x="0" y="89"/>
                </a:moveTo>
                <a:lnTo>
                  <a:pt x="1026" y="0"/>
                </a:lnTo>
                <a:lnTo>
                  <a:pt x="1026" y="1"/>
                </a:lnTo>
                <a:lnTo>
                  <a:pt x="8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2" name=""/>
          <p:cNvSpPr/>
          <p:nvPr/>
        </p:nvSpPr>
        <p:spPr>
          <a:xfrm>
            <a:off x="7895160" y="3234600"/>
            <a:ext cx="366480" cy="31680"/>
          </a:xfrm>
          <a:custGeom>
            <a:avLst/>
            <a:gdLst/>
            <a:ahLst/>
            <a:rect l="0" t="0" r="r" b="b"/>
            <a:pathLst>
              <a:path w="1018" h="88">
                <a:moveTo>
                  <a:pt x="0" y="88"/>
                </a:moveTo>
                <a:lnTo>
                  <a:pt x="1018" y="0"/>
                </a:lnTo>
                <a:lnTo>
                  <a:pt x="1018" y="1"/>
                </a:lnTo>
                <a:lnTo>
                  <a:pt x="8" y="88"/>
                </a:lnTo>
                <a:lnTo>
                  <a:pt x="0" y="88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3" name=""/>
          <p:cNvSpPr/>
          <p:nvPr/>
        </p:nvSpPr>
        <p:spPr>
          <a:xfrm>
            <a:off x="7898040" y="3234960"/>
            <a:ext cx="363600" cy="31320"/>
          </a:xfrm>
          <a:custGeom>
            <a:avLst/>
            <a:gdLst/>
            <a:ahLst/>
            <a:rect l="0" t="0" r="r" b="b"/>
            <a:pathLst>
              <a:path w="1010" h="87">
                <a:moveTo>
                  <a:pt x="0" y="87"/>
                </a:moveTo>
                <a:lnTo>
                  <a:pt x="1010" y="0"/>
                </a:lnTo>
                <a:lnTo>
                  <a:pt x="9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4" name=""/>
          <p:cNvSpPr/>
          <p:nvPr/>
        </p:nvSpPr>
        <p:spPr>
          <a:xfrm>
            <a:off x="7901280" y="3234960"/>
            <a:ext cx="360360" cy="31320"/>
          </a:xfrm>
          <a:custGeom>
            <a:avLst/>
            <a:gdLst/>
            <a:ahLst/>
            <a:rect l="0" t="0" r="r" b="b"/>
            <a:pathLst>
              <a:path w="1001" h="87">
                <a:moveTo>
                  <a:pt x="0" y="87"/>
                </a:moveTo>
                <a:lnTo>
                  <a:pt x="1001" y="0"/>
                </a:lnTo>
                <a:lnTo>
                  <a:pt x="1001" y="1"/>
                </a:lnTo>
                <a:lnTo>
                  <a:pt x="8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5" name=""/>
          <p:cNvSpPr/>
          <p:nvPr/>
        </p:nvSpPr>
        <p:spPr>
          <a:xfrm>
            <a:off x="7904160" y="3235320"/>
            <a:ext cx="357480" cy="30960"/>
          </a:xfrm>
          <a:custGeom>
            <a:avLst/>
            <a:gdLst/>
            <a:ahLst/>
            <a:rect l="0" t="0" r="r" b="b"/>
            <a:pathLst>
              <a:path w="993" h="86">
                <a:moveTo>
                  <a:pt x="0" y="86"/>
                </a:moveTo>
                <a:lnTo>
                  <a:pt x="993" y="0"/>
                </a:lnTo>
                <a:lnTo>
                  <a:pt x="993" y="1"/>
                </a:lnTo>
                <a:lnTo>
                  <a:pt x="8" y="86"/>
                </a:lnTo>
                <a:lnTo>
                  <a:pt x="0" y="86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6" name=""/>
          <p:cNvSpPr/>
          <p:nvPr/>
        </p:nvSpPr>
        <p:spPr>
          <a:xfrm>
            <a:off x="7907040" y="3235680"/>
            <a:ext cx="354600" cy="30600"/>
          </a:xfrm>
          <a:custGeom>
            <a:avLst/>
            <a:gdLst/>
            <a:ahLst/>
            <a:rect l="0" t="0" r="r" b="b"/>
            <a:pathLst>
              <a:path w="985" h="85">
                <a:moveTo>
                  <a:pt x="0" y="85"/>
                </a:moveTo>
                <a:lnTo>
                  <a:pt x="985" y="0"/>
                </a:lnTo>
                <a:lnTo>
                  <a:pt x="985" y="1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7" name=""/>
          <p:cNvSpPr/>
          <p:nvPr/>
        </p:nvSpPr>
        <p:spPr>
          <a:xfrm>
            <a:off x="7909920" y="3236040"/>
            <a:ext cx="351720" cy="30240"/>
          </a:xfrm>
          <a:custGeom>
            <a:avLst/>
            <a:gdLst/>
            <a:ahLst/>
            <a:rect l="0" t="0" r="r" b="b"/>
            <a:pathLst>
              <a:path w="977" h="84">
                <a:moveTo>
                  <a:pt x="0" y="84"/>
                </a:moveTo>
                <a:lnTo>
                  <a:pt x="977" y="0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8" name=""/>
          <p:cNvSpPr/>
          <p:nvPr/>
        </p:nvSpPr>
        <p:spPr>
          <a:xfrm>
            <a:off x="7912800" y="3236040"/>
            <a:ext cx="348840" cy="30240"/>
          </a:xfrm>
          <a:custGeom>
            <a:avLst/>
            <a:gdLst/>
            <a:ahLst/>
            <a:rect l="0" t="0" r="r" b="b"/>
            <a:pathLst>
              <a:path w="969" h="84">
                <a:moveTo>
                  <a:pt x="0" y="84"/>
                </a:moveTo>
                <a:lnTo>
                  <a:pt x="969" y="0"/>
                </a:lnTo>
                <a:lnTo>
                  <a:pt x="969" y="1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59" name=""/>
          <p:cNvSpPr/>
          <p:nvPr/>
        </p:nvSpPr>
        <p:spPr>
          <a:xfrm>
            <a:off x="7915680" y="3236400"/>
            <a:ext cx="345960" cy="29880"/>
          </a:xfrm>
          <a:custGeom>
            <a:avLst/>
            <a:gdLst/>
            <a:ahLst/>
            <a:rect l="0" t="0" r="r" b="b"/>
            <a:pathLst>
              <a:path w="961" h="83">
                <a:moveTo>
                  <a:pt x="0" y="83"/>
                </a:moveTo>
                <a:lnTo>
                  <a:pt x="961" y="0"/>
                </a:lnTo>
                <a:lnTo>
                  <a:pt x="961" y="1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0" name=""/>
          <p:cNvSpPr/>
          <p:nvPr/>
        </p:nvSpPr>
        <p:spPr>
          <a:xfrm>
            <a:off x="7918560" y="3236760"/>
            <a:ext cx="343080" cy="29520"/>
          </a:xfrm>
          <a:custGeom>
            <a:avLst/>
            <a:gdLst/>
            <a:ahLst/>
            <a:rect l="0" t="0" r="r" b="b"/>
            <a:pathLst>
              <a:path w="953" h="82">
                <a:moveTo>
                  <a:pt x="0" y="82"/>
                </a:moveTo>
                <a:lnTo>
                  <a:pt x="953" y="0"/>
                </a:lnTo>
                <a:lnTo>
                  <a:pt x="9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1" name=""/>
          <p:cNvSpPr/>
          <p:nvPr/>
        </p:nvSpPr>
        <p:spPr>
          <a:xfrm>
            <a:off x="7921800" y="3236760"/>
            <a:ext cx="339840" cy="29520"/>
          </a:xfrm>
          <a:custGeom>
            <a:avLst/>
            <a:gdLst/>
            <a:ahLst/>
            <a:rect l="0" t="0" r="r" b="b"/>
            <a:pathLst>
              <a:path w="944" h="82">
                <a:moveTo>
                  <a:pt x="0" y="82"/>
                </a:moveTo>
                <a:lnTo>
                  <a:pt x="944" y="0"/>
                </a:lnTo>
                <a:lnTo>
                  <a:pt x="944" y="1"/>
                </a:lnTo>
                <a:lnTo>
                  <a:pt x="8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2" name=""/>
          <p:cNvSpPr/>
          <p:nvPr/>
        </p:nvSpPr>
        <p:spPr>
          <a:xfrm>
            <a:off x="7924680" y="3237120"/>
            <a:ext cx="336960" cy="29160"/>
          </a:xfrm>
          <a:custGeom>
            <a:avLst/>
            <a:gdLst/>
            <a:ahLst/>
            <a:rect l="0" t="0" r="r" b="b"/>
            <a:pathLst>
              <a:path w="936" h="81">
                <a:moveTo>
                  <a:pt x="0" y="81"/>
                </a:moveTo>
                <a:lnTo>
                  <a:pt x="936" y="0"/>
                </a:lnTo>
                <a:lnTo>
                  <a:pt x="936" y="1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3" name=""/>
          <p:cNvSpPr/>
          <p:nvPr/>
        </p:nvSpPr>
        <p:spPr>
          <a:xfrm>
            <a:off x="7927560" y="3237480"/>
            <a:ext cx="334080" cy="28800"/>
          </a:xfrm>
          <a:custGeom>
            <a:avLst/>
            <a:gdLst/>
            <a:ahLst/>
            <a:rect l="0" t="0" r="r" b="b"/>
            <a:pathLst>
              <a:path w="928" h="80">
                <a:moveTo>
                  <a:pt x="0" y="80"/>
                </a:moveTo>
                <a:lnTo>
                  <a:pt x="928" y="0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4" name=""/>
          <p:cNvSpPr/>
          <p:nvPr/>
        </p:nvSpPr>
        <p:spPr>
          <a:xfrm>
            <a:off x="7930440" y="3237480"/>
            <a:ext cx="331200" cy="28800"/>
          </a:xfrm>
          <a:custGeom>
            <a:avLst/>
            <a:gdLst/>
            <a:ahLst/>
            <a:rect l="0" t="0" r="r" b="b"/>
            <a:pathLst>
              <a:path w="920" h="80">
                <a:moveTo>
                  <a:pt x="0" y="80"/>
                </a:moveTo>
                <a:lnTo>
                  <a:pt x="920" y="0"/>
                </a:lnTo>
                <a:lnTo>
                  <a:pt x="920" y="1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5" name=""/>
          <p:cNvSpPr/>
          <p:nvPr/>
        </p:nvSpPr>
        <p:spPr>
          <a:xfrm>
            <a:off x="7933320" y="3237840"/>
            <a:ext cx="328320" cy="28440"/>
          </a:xfrm>
          <a:custGeom>
            <a:avLst/>
            <a:gdLst/>
            <a:ahLst/>
            <a:rect l="0" t="0" r="r" b="b"/>
            <a:pathLst>
              <a:path w="912" h="79">
                <a:moveTo>
                  <a:pt x="0" y="79"/>
                </a:moveTo>
                <a:lnTo>
                  <a:pt x="912" y="0"/>
                </a:lnTo>
                <a:lnTo>
                  <a:pt x="912" y="1"/>
                </a:lnTo>
                <a:lnTo>
                  <a:pt x="8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6" name=""/>
          <p:cNvSpPr/>
          <p:nvPr/>
        </p:nvSpPr>
        <p:spPr>
          <a:xfrm>
            <a:off x="7936200" y="3238200"/>
            <a:ext cx="325440" cy="28080"/>
          </a:xfrm>
          <a:custGeom>
            <a:avLst/>
            <a:gdLst/>
            <a:ahLst/>
            <a:rect l="0" t="0" r="r" b="b"/>
            <a:pathLst>
              <a:path w="904" h="78">
                <a:moveTo>
                  <a:pt x="0" y="78"/>
                </a:moveTo>
                <a:lnTo>
                  <a:pt x="904" y="0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7" name=""/>
          <p:cNvSpPr/>
          <p:nvPr/>
        </p:nvSpPr>
        <p:spPr>
          <a:xfrm>
            <a:off x="7939080" y="3238200"/>
            <a:ext cx="322560" cy="28080"/>
          </a:xfrm>
          <a:custGeom>
            <a:avLst/>
            <a:gdLst/>
            <a:ahLst/>
            <a:rect l="0" t="0" r="r" b="b"/>
            <a:pathLst>
              <a:path w="896" h="78">
                <a:moveTo>
                  <a:pt x="0" y="78"/>
                </a:moveTo>
                <a:lnTo>
                  <a:pt x="896" y="0"/>
                </a:lnTo>
                <a:lnTo>
                  <a:pt x="896" y="1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8" name=""/>
          <p:cNvSpPr/>
          <p:nvPr/>
        </p:nvSpPr>
        <p:spPr>
          <a:xfrm>
            <a:off x="7941960" y="3238560"/>
            <a:ext cx="319680" cy="27720"/>
          </a:xfrm>
          <a:custGeom>
            <a:avLst/>
            <a:gdLst/>
            <a:ahLst/>
            <a:rect l="0" t="0" r="r" b="b"/>
            <a:pathLst>
              <a:path w="888" h="77">
                <a:moveTo>
                  <a:pt x="0" y="77"/>
                </a:moveTo>
                <a:lnTo>
                  <a:pt x="888" y="0"/>
                </a:lnTo>
                <a:lnTo>
                  <a:pt x="888" y="1"/>
                </a:lnTo>
                <a:lnTo>
                  <a:pt x="9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69" name=""/>
          <p:cNvSpPr/>
          <p:nvPr/>
        </p:nvSpPr>
        <p:spPr>
          <a:xfrm>
            <a:off x="7945200" y="3238920"/>
            <a:ext cx="316440" cy="27360"/>
          </a:xfrm>
          <a:custGeom>
            <a:avLst/>
            <a:gdLst/>
            <a:ahLst/>
            <a:rect l="0" t="0" r="r" b="b"/>
            <a:pathLst>
              <a:path w="879" h="76">
                <a:moveTo>
                  <a:pt x="0" y="76"/>
                </a:moveTo>
                <a:lnTo>
                  <a:pt x="879" y="0"/>
                </a:lnTo>
                <a:lnTo>
                  <a:pt x="879" y="1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0" name=""/>
          <p:cNvSpPr/>
          <p:nvPr/>
        </p:nvSpPr>
        <p:spPr>
          <a:xfrm>
            <a:off x="7948080" y="3239280"/>
            <a:ext cx="313560" cy="27000"/>
          </a:xfrm>
          <a:custGeom>
            <a:avLst/>
            <a:gdLst/>
            <a:ahLst/>
            <a:rect l="0" t="0" r="r" b="b"/>
            <a:pathLst>
              <a:path w="871" h="75">
                <a:moveTo>
                  <a:pt x="0" y="75"/>
                </a:moveTo>
                <a:lnTo>
                  <a:pt x="871" y="0"/>
                </a:lnTo>
                <a:lnTo>
                  <a:pt x="8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1" name=""/>
          <p:cNvSpPr/>
          <p:nvPr/>
        </p:nvSpPr>
        <p:spPr>
          <a:xfrm>
            <a:off x="7950960" y="3239280"/>
            <a:ext cx="310680" cy="27000"/>
          </a:xfrm>
          <a:custGeom>
            <a:avLst/>
            <a:gdLst/>
            <a:ahLst/>
            <a:rect l="0" t="0" r="r" b="b"/>
            <a:pathLst>
              <a:path w="863" h="75">
                <a:moveTo>
                  <a:pt x="0" y="75"/>
                </a:moveTo>
                <a:lnTo>
                  <a:pt x="863" y="0"/>
                </a:lnTo>
                <a:lnTo>
                  <a:pt x="863" y="1"/>
                </a:lnTo>
                <a:lnTo>
                  <a:pt x="8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2" name=""/>
          <p:cNvSpPr/>
          <p:nvPr/>
        </p:nvSpPr>
        <p:spPr>
          <a:xfrm>
            <a:off x="7953840" y="3239640"/>
            <a:ext cx="307800" cy="26640"/>
          </a:xfrm>
          <a:custGeom>
            <a:avLst/>
            <a:gdLst/>
            <a:ahLst/>
            <a:rect l="0" t="0" r="r" b="b"/>
            <a:pathLst>
              <a:path w="855" h="74">
                <a:moveTo>
                  <a:pt x="0" y="74"/>
                </a:moveTo>
                <a:lnTo>
                  <a:pt x="855" y="0"/>
                </a:lnTo>
                <a:lnTo>
                  <a:pt x="855" y="1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3" name=""/>
          <p:cNvSpPr/>
          <p:nvPr/>
        </p:nvSpPr>
        <p:spPr>
          <a:xfrm>
            <a:off x="7956720" y="3240000"/>
            <a:ext cx="304920" cy="26280"/>
          </a:xfrm>
          <a:custGeom>
            <a:avLst/>
            <a:gdLst/>
            <a:ahLst/>
            <a:rect l="0" t="0" r="r" b="b"/>
            <a:pathLst>
              <a:path w="847" h="73">
                <a:moveTo>
                  <a:pt x="0" y="73"/>
                </a:moveTo>
                <a:lnTo>
                  <a:pt x="847" y="0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4" name=""/>
          <p:cNvSpPr/>
          <p:nvPr/>
        </p:nvSpPr>
        <p:spPr>
          <a:xfrm>
            <a:off x="7959600" y="3240000"/>
            <a:ext cx="302040" cy="26280"/>
          </a:xfrm>
          <a:custGeom>
            <a:avLst/>
            <a:gdLst/>
            <a:ahLst/>
            <a:rect l="0" t="0" r="r" b="b"/>
            <a:pathLst>
              <a:path w="839" h="73">
                <a:moveTo>
                  <a:pt x="0" y="73"/>
                </a:moveTo>
                <a:lnTo>
                  <a:pt x="839" y="0"/>
                </a:lnTo>
                <a:lnTo>
                  <a:pt x="839" y="1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5" name=""/>
          <p:cNvSpPr/>
          <p:nvPr/>
        </p:nvSpPr>
        <p:spPr>
          <a:xfrm>
            <a:off x="7962480" y="3240360"/>
            <a:ext cx="299160" cy="25920"/>
          </a:xfrm>
          <a:custGeom>
            <a:avLst/>
            <a:gdLst/>
            <a:ahLst/>
            <a:rect l="0" t="0" r="r" b="b"/>
            <a:pathLst>
              <a:path w="831" h="72">
                <a:moveTo>
                  <a:pt x="0" y="72"/>
                </a:moveTo>
                <a:lnTo>
                  <a:pt x="831" y="0"/>
                </a:lnTo>
                <a:lnTo>
                  <a:pt x="831" y="1"/>
                </a:lnTo>
                <a:lnTo>
                  <a:pt x="9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6" name=""/>
          <p:cNvSpPr/>
          <p:nvPr/>
        </p:nvSpPr>
        <p:spPr>
          <a:xfrm>
            <a:off x="7965720" y="3240720"/>
            <a:ext cx="295920" cy="25560"/>
          </a:xfrm>
          <a:custGeom>
            <a:avLst/>
            <a:gdLst/>
            <a:ahLst/>
            <a:rect l="0" t="0" r="r" b="b"/>
            <a:pathLst>
              <a:path w="822" h="71">
                <a:moveTo>
                  <a:pt x="0" y="71"/>
                </a:moveTo>
                <a:lnTo>
                  <a:pt x="822" y="0"/>
                </a:lnTo>
                <a:lnTo>
                  <a:pt x="8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7" name=""/>
          <p:cNvSpPr/>
          <p:nvPr/>
        </p:nvSpPr>
        <p:spPr>
          <a:xfrm>
            <a:off x="7968600" y="3240720"/>
            <a:ext cx="293040" cy="25560"/>
          </a:xfrm>
          <a:custGeom>
            <a:avLst/>
            <a:gdLst/>
            <a:ahLst/>
            <a:rect l="0" t="0" r="r" b="b"/>
            <a:pathLst>
              <a:path w="814" h="71">
                <a:moveTo>
                  <a:pt x="0" y="71"/>
                </a:moveTo>
                <a:lnTo>
                  <a:pt x="814" y="0"/>
                </a:lnTo>
                <a:lnTo>
                  <a:pt x="814" y="1"/>
                </a:lnTo>
                <a:lnTo>
                  <a:pt x="8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8" name=""/>
          <p:cNvSpPr/>
          <p:nvPr/>
        </p:nvSpPr>
        <p:spPr>
          <a:xfrm>
            <a:off x="7971480" y="3241080"/>
            <a:ext cx="290160" cy="25200"/>
          </a:xfrm>
          <a:custGeom>
            <a:avLst/>
            <a:gdLst/>
            <a:ahLst/>
            <a:rect l="0" t="0" r="r" b="b"/>
            <a:pathLst>
              <a:path w="806" h="70">
                <a:moveTo>
                  <a:pt x="0" y="70"/>
                </a:moveTo>
                <a:lnTo>
                  <a:pt x="806" y="0"/>
                </a:lnTo>
                <a:lnTo>
                  <a:pt x="806" y="1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79" name=""/>
          <p:cNvSpPr/>
          <p:nvPr/>
        </p:nvSpPr>
        <p:spPr>
          <a:xfrm>
            <a:off x="7974360" y="3241440"/>
            <a:ext cx="287280" cy="24840"/>
          </a:xfrm>
          <a:custGeom>
            <a:avLst/>
            <a:gdLst/>
            <a:ahLst/>
            <a:rect l="0" t="0" r="r" b="b"/>
            <a:pathLst>
              <a:path w="798" h="69">
                <a:moveTo>
                  <a:pt x="0" y="69"/>
                </a:moveTo>
                <a:lnTo>
                  <a:pt x="798" y="0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0" name=""/>
          <p:cNvSpPr/>
          <p:nvPr/>
        </p:nvSpPr>
        <p:spPr>
          <a:xfrm>
            <a:off x="7977240" y="3241440"/>
            <a:ext cx="284400" cy="24840"/>
          </a:xfrm>
          <a:custGeom>
            <a:avLst/>
            <a:gdLst/>
            <a:ahLst/>
            <a:rect l="0" t="0" r="r" b="b"/>
            <a:pathLst>
              <a:path w="790" h="69">
                <a:moveTo>
                  <a:pt x="0" y="69"/>
                </a:moveTo>
                <a:lnTo>
                  <a:pt x="790" y="0"/>
                </a:lnTo>
                <a:lnTo>
                  <a:pt x="790" y="1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1" name=""/>
          <p:cNvSpPr/>
          <p:nvPr/>
        </p:nvSpPr>
        <p:spPr>
          <a:xfrm>
            <a:off x="7980120" y="3241800"/>
            <a:ext cx="281520" cy="24480"/>
          </a:xfrm>
          <a:custGeom>
            <a:avLst/>
            <a:gdLst/>
            <a:ahLst/>
            <a:rect l="0" t="0" r="r" b="b"/>
            <a:pathLst>
              <a:path w="782" h="68">
                <a:moveTo>
                  <a:pt x="0" y="68"/>
                </a:moveTo>
                <a:lnTo>
                  <a:pt x="782" y="0"/>
                </a:lnTo>
                <a:lnTo>
                  <a:pt x="782" y="1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2" name=""/>
          <p:cNvSpPr/>
          <p:nvPr/>
        </p:nvSpPr>
        <p:spPr>
          <a:xfrm>
            <a:off x="7983000" y="3242160"/>
            <a:ext cx="278640" cy="24120"/>
          </a:xfrm>
          <a:custGeom>
            <a:avLst/>
            <a:gdLst/>
            <a:ahLst/>
            <a:rect l="0" t="0" r="r" b="b"/>
            <a:pathLst>
              <a:path w="774" h="67">
                <a:moveTo>
                  <a:pt x="0" y="67"/>
                </a:moveTo>
                <a:lnTo>
                  <a:pt x="774" y="0"/>
                </a:lnTo>
                <a:lnTo>
                  <a:pt x="774" y="1"/>
                </a:lnTo>
                <a:lnTo>
                  <a:pt x="9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3" name=""/>
          <p:cNvSpPr/>
          <p:nvPr/>
        </p:nvSpPr>
        <p:spPr>
          <a:xfrm>
            <a:off x="7986240" y="3242520"/>
            <a:ext cx="275400" cy="23760"/>
          </a:xfrm>
          <a:custGeom>
            <a:avLst/>
            <a:gdLst/>
            <a:ahLst/>
            <a:rect l="0" t="0" r="r" b="b"/>
            <a:pathLst>
              <a:path w="765" h="66">
                <a:moveTo>
                  <a:pt x="0" y="66"/>
                </a:moveTo>
                <a:lnTo>
                  <a:pt x="765" y="0"/>
                </a:lnTo>
                <a:lnTo>
                  <a:pt x="8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4" name=""/>
          <p:cNvSpPr/>
          <p:nvPr/>
        </p:nvSpPr>
        <p:spPr>
          <a:xfrm>
            <a:off x="7989120" y="3242520"/>
            <a:ext cx="272520" cy="23760"/>
          </a:xfrm>
          <a:custGeom>
            <a:avLst/>
            <a:gdLst/>
            <a:ahLst/>
            <a:rect l="0" t="0" r="r" b="b"/>
            <a:pathLst>
              <a:path w="757" h="66">
                <a:moveTo>
                  <a:pt x="0" y="66"/>
                </a:moveTo>
                <a:lnTo>
                  <a:pt x="757" y="0"/>
                </a:lnTo>
                <a:lnTo>
                  <a:pt x="757" y="1"/>
                </a:lnTo>
                <a:lnTo>
                  <a:pt x="8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5" name=""/>
          <p:cNvSpPr/>
          <p:nvPr/>
        </p:nvSpPr>
        <p:spPr>
          <a:xfrm>
            <a:off x="7992000" y="3242880"/>
            <a:ext cx="269640" cy="23400"/>
          </a:xfrm>
          <a:custGeom>
            <a:avLst/>
            <a:gdLst/>
            <a:ahLst/>
            <a:rect l="0" t="0" r="r" b="b"/>
            <a:pathLst>
              <a:path w="749" h="65">
                <a:moveTo>
                  <a:pt x="0" y="65"/>
                </a:moveTo>
                <a:lnTo>
                  <a:pt x="749" y="0"/>
                </a:lnTo>
                <a:lnTo>
                  <a:pt x="749" y="1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6" name=""/>
          <p:cNvSpPr/>
          <p:nvPr/>
        </p:nvSpPr>
        <p:spPr>
          <a:xfrm>
            <a:off x="7994880" y="3243240"/>
            <a:ext cx="266760" cy="23040"/>
          </a:xfrm>
          <a:custGeom>
            <a:avLst/>
            <a:gdLst/>
            <a:ahLst/>
            <a:rect l="0" t="0" r="r" b="b"/>
            <a:pathLst>
              <a:path w="741" h="64">
                <a:moveTo>
                  <a:pt x="0" y="64"/>
                </a:moveTo>
                <a:lnTo>
                  <a:pt x="741" y="0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7" name=""/>
          <p:cNvSpPr/>
          <p:nvPr/>
        </p:nvSpPr>
        <p:spPr>
          <a:xfrm>
            <a:off x="7997760" y="3243240"/>
            <a:ext cx="263880" cy="23040"/>
          </a:xfrm>
          <a:custGeom>
            <a:avLst/>
            <a:gdLst/>
            <a:ahLst/>
            <a:rect l="0" t="0" r="r" b="b"/>
            <a:pathLst>
              <a:path w="733" h="64">
                <a:moveTo>
                  <a:pt x="0" y="64"/>
                </a:moveTo>
                <a:lnTo>
                  <a:pt x="733" y="0"/>
                </a:lnTo>
                <a:lnTo>
                  <a:pt x="733" y="1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8" name=""/>
          <p:cNvSpPr/>
          <p:nvPr/>
        </p:nvSpPr>
        <p:spPr>
          <a:xfrm>
            <a:off x="8000640" y="3243600"/>
            <a:ext cx="261000" cy="22680"/>
          </a:xfrm>
          <a:custGeom>
            <a:avLst/>
            <a:gdLst/>
            <a:ahLst/>
            <a:rect l="0" t="0" r="r" b="b"/>
            <a:pathLst>
              <a:path w="725" h="63">
                <a:moveTo>
                  <a:pt x="0" y="63"/>
                </a:moveTo>
                <a:lnTo>
                  <a:pt x="725" y="0"/>
                </a:lnTo>
                <a:lnTo>
                  <a:pt x="725" y="1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89" name=""/>
          <p:cNvSpPr/>
          <p:nvPr/>
        </p:nvSpPr>
        <p:spPr>
          <a:xfrm>
            <a:off x="8003520" y="3243960"/>
            <a:ext cx="258120" cy="22320"/>
          </a:xfrm>
          <a:custGeom>
            <a:avLst/>
            <a:gdLst/>
            <a:ahLst/>
            <a:rect l="0" t="0" r="r" b="b"/>
            <a:pathLst>
              <a:path w="717" h="62">
                <a:moveTo>
                  <a:pt x="0" y="62"/>
                </a:moveTo>
                <a:lnTo>
                  <a:pt x="717" y="0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0" name=""/>
          <p:cNvSpPr/>
          <p:nvPr/>
        </p:nvSpPr>
        <p:spPr>
          <a:xfrm>
            <a:off x="8006400" y="3243960"/>
            <a:ext cx="255240" cy="22320"/>
          </a:xfrm>
          <a:custGeom>
            <a:avLst/>
            <a:gdLst/>
            <a:ahLst/>
            <a:rect l="0" t="0" r="r" b="b"/>
            <a:pathLst>
              <a:path w="709" h="62">
                <a:moveTo>
                  <a:pt x="0" y="62"/>
                </a:moveTo>
                <a:lnTo>
                  <a:pt x="709" y="0"/>
                </a:lnTo>
                <a:lnTo>
                  <a:pt x="709" y="1"/>
                </a:lnTo>
                <a:lnTo>
                  <a:pt x="9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1" name=""/>
          <p:cNvSpPr/>
          <p:nvPr/>
        </p:nvSpPr>
        <p:spPr>
          <a:xfrm>
            <a:off x="8009640" y="3244320"/>
            <a:ext cx="252000" cy="21960"/>
          </a:xfrm>
          <a:custGeom>
            <a:avLst/>
            <a:gdLst/>
            <a:ahLst/>
            <a:rect l="0" t="0" r="r" b="b"/>
            <a:pathLst>
              <a:path w="700" h="61">
                <a:moveTo>
                  <a:pt x="0" y="61"/>
                </a:moveTo>
                <a:lnTo>
                  <a:pt x="700" y="0"/>
                </a:lnTo>
                <a:lnTo>
                  <a:pt x="700" y="1"/>
                </a:lnTo>
                <a:lnTo>
                  <a:pt x="8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2" name=""/>
          <p:cNvSpPr/>
          <p:nvPr/>
        </p:nvSpPr>
        <p:spPr>
          <a:xfrm>
            <a:off x="8012520" y="3244680"/>
            <a:ext cx="249120" cy="21600"/>
          </a:xfrm>
          <a:custGeom>
            <a:avLst/>
            <a:gdLst/>
            <a:ahLst/>
            <a:rect l="0" t="0" r="r" b="b"/>
            <a:pathLst>
              <a:path w="692" h="60">
                <a:moveTo>
                  <a:pt x="0" y="60"/>
                </a:moveTo>
                <a:lnTo>
                  <a:pt x="692" y="0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3" name=""/>
          <p:cNvSpPr/>
          <p:nvPr/>
        </p:nvSpPr>
        <p:spPr>
          <a:xfrm>
            <a:off x="8015400" y="3244680"/>
            <a:ext cx="246240" cy="21600"/>
          </a:xfrm>
          <a:custGeom>
            <a:avLst/>
            <a:gdLst/>
            <a:ahLst/>
            <a:rect l="0" t="0" r="r" b="b"/>
            <a:pathLst>
              <a:path w="684" h="60">
                <a:moveTo>
                  <a:pt x="0" y="60"/>
                </a:moveTo>
                <a:lnTo>
                  <a:pt x="684" y="0"/>
                </a:lnTo>
                <a:lnTo>
                  <a:pt x="684" y="1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4" name=""/>
          <p:cNvSpPr/>
          <p:nvPr/>
        </p:nvSpPr>
        <p:spPr>
          <a:xfrm>
            <a:off x="8018280" y="3245040"/>
            <a:ext cx="243360" cy="21240"/>
          </a:xfrm>
          <a:custGeom>
            <a:avLst/>
            <a:gdLst/>
            <a:ahLst/>
            <a:rect l="0" t="0" r="r" b="b"/>
            <a:pathLst>
              <a:path w="676" h="59">
                <a:moveTo>
                  <a:pt x="0" y="59"/>
                </a:moveTo>
                <a:lnTo>
                  <a:pt x="676" y="0"/>
                </a:lnTo>
                <a:lnTo>
                  <a:pt x="676" y="1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5" name=""/>
          <p:cNvSpPr/>
          <p:nvPr/>
        </p:nvSpPr>
        <p:spPr>
          <a:xfrm>
            <a:off x="8021160" y="3245400"/>
            <a:ext cx="240480" cy="20880"/>
          </a:xfrm>
          <a:custGeom>
            <a:avLst/>
            <a:gdLst/>
            <a:ahLst/>
            <a:rect l="0" t="0" r="r" b="b"/>
            <a:pathLst>
              <a:path w="668" h="58">
                <a:moveTo>
                  <a:pt x="0" y="58"/>
                </a:moveTo>
                <a:lnTo>
                  <a:pt x="668" y="0"/>
                </a:lnTo>
                <a:lnTo>
                  <a:pt x="668" y="1"/>
                </a:lnTo>
                <a:lnTo>
                  <a:pt x="8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6" name=""/>
          <p:cNvSpPr/>
          <p:nvPr/>
        </p:nvSpPr>
        <p:spPr>
          <a:xfrm>
            <a:off x="8024040" y="3245760"/>
            <a:ext cx="237600" cy="20520"/>
          </a:xfrm>
          <a:custGeom>
            <a:avLst/>
            <a:gdLst/>
            <a:ahLst/>
            <a:rect l="0" t="0" r="r" b="b"/>
            <a:pathLst>
              <a:path w="660" h="57">
                <a:moveTo>
                  <a:pt x="0" y="57"/>
                </a:moveTo>
                <a:lnTo>
                  <a:pt x="660" y="0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7" name=""/>
          <p:cNvSpPr/>
          <p:nvPr/>
        </p:nvSpPr>
        <p:spPr>
          <a:xfrm>
            <a:off x="8026920" y="3245760"/>
            <a:ext cx="234720" cy="20520"/>
          </a:xfrm>
          <a:custGeom>
            <a:avLst/>
            <a:gdLst/>
            <a:ahLst/>
            <a:rect l="0" t="0" r="r" b="b"/>
            <a:pathLst>
              <a:path w="652" h="57">
                <a:moveTo>
                  <a:pt x="0" y="57"/>
                </a:moveTo>
                <a:lnTo>
                  <a:pt x="652" y="0"/>
                </a:lnTo>
                <a:lnTo>
                  <a:pt x="652" y="1"/>
                </a:lnTo>
                <a:lnTo>
                  <a:pt x="9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8" name=""/>
          <p:cNvSpPr/>
          <p:nvPr/>
        </p:nvSpPr>
        <p:spPr>
          <a:xfrm>
            <a:off x="8030160" y="3246120"/>
            <a:ext cx="231480" cy="20160"/>
          </a:xfrm>
          <a:custGeom>
            <a:avLst/>
            <a:gdLst/>
            <a:ahLst/>
            <a:rect l="0" t="0" r="r" b="b"/>
            <a:pathLst>
              <a:path w="643" h="56">
                <a:moveTo>
                  <a:pt x="0" y="56"/>
                </a:moveTo>
                <a:lnTo>
                  <a:pt x="643" y="0"/>
                </a:lnTo>
                <a:lnTo>
                  <a:pt x="643" y="1"/>
                </a:lnTo>
                <a:lnTo>
                  <a:pt x="8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899" name=""/>
          <p:cNvSpPr/>
          <p:nvPr/>
        </p:nvSpPr>
        <p:spPr>
          <a:xfrm>
            <a:off x="8033040" y="3246480"/>
            <a:ext cx="228600" cy="19800"/>
          </a:xfrm>
          <a:custGeom>
            <a:avLst/>
            <a:gdLst/>
            <a:ahLst/>
            <a:rect l="0" t="0" r="r" b="b"/>
            <a:pathLst>
              <a:path w="635" h="55">
                <a:moveTo>
                  <a:pt x="0" y="55"/>
                </a:moveTo>
                <a:lnTo>
                  <a:pt x="635" y="0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cfa9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0" name=""/>
          <p:cNvSpPr/>
          <p:nvPr/>
        </p:nvSpPr>
        <p:spPr>
          <a:xfrm>
            <a:off x="8035920" y="3246480"/>
            <a:ext cx="225720" cy="19800"/>
          </a:xfrm>
          <a:custGeom>
            <a:avLst/>
            <a:gdLst/>
            <a:ahLst/>
            <a:rect l="0" t="0" r="r" b="b"/>
            <a:pathLst>
              <a:path w="627" h="55">
                <a:moveTo>
                  <a:pt x="0" y="55"/>
                </a:moveTo>
                <a:lnTo>
                  <a:pt x="627" y="0"/>
                </a:lnTo>
                <a:lnTo>
                  <a:pt x="627" y="1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1" name=""/>
          <p:cNvSpPr/>
          <p:nvPr/>
        </p:nvSpPr>
        <p:spPr>
          <a:xfrm>
            <a:off x="8038800" y="3246840"/>
            <a:ext cx="222840" cy="19440"/>
          </a:xfrm>
          <a:custGeom>
            <a:avLst/>
            <a:gdLst/>
            <a:ahLst/>
            <a:rect l="0" t="0" r="r" b="b"/>
            <a:pathLst>
              <a:path w="619" h="54">
                <a:moveTo>
                  <a:pt x="0" y="54"/>
                </a:moveTo>
                <a:lnTo>
                  <a:pt x="619" y="0"/>
                </a:lnTo>
                <a:lnTo>
                  <a:pt x="619" y="1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cfa9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2" name=""/>
          <p:cNvSpPr/>
          <p:nvPr/>
        </p:nvSpPr>
        <p:spPr>
          <a:xfrm>
            <a:off x="8041680" y="3247200"/>
            <a:ext cx="219960" cy="19080"/>
          </a:xfrm>
          <a:custGeom>
            <a:avLst/>
            <a:gdLst/>
            <a:ahLst/>
            <a:rect l="0" t="0" r="r" b="b"/>
            <a:pathLst>
              <a:path w="611" h="53">
                <a:moveTo>
                  <a:pt x="0" y="53"/>
                </a:moveTo>
                <a:lnTo>
                  <a:pt x="611" y="0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3" name=""/>
          <p:cNvSpPr/>
          <p:nvPr/>
        </p:nvSpPr>
        <p:spPr>
          <a:xfrm>
            <a:off x="8044560" y="3247200"/>
            <a:ext cx="217080" cy="19080"/>
          </a:xfrm>
          <a:custGeom>
            <a:avLst/>
            <a:gdLst/>
            <a:ahLst/>
            <a:rect l="0" t="0" r="r" b="b"/>
            <a:pathLst>
              <a:path w="603" h="53">
                <a:moveTo>
                  <a:pt x="0" y="53"/>
                </a:moveTo>
                <a:lnTo>
                  <a:pt x="603" y="0"/>
                </a:lnTo>
                <a:lnTo>
                  <a:pt x="603" y="1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4" name=""/>
          <p:cNvSpPr/>
          <p:nvPr/>
        </p:nvSpPr>
        <p:spPr>
          <a:xfrm>
            <a:off x="8047440" y="3247560"/>
            <a:ext cx="214200" cy="18720"/>
          </a:xfrm>
          <a:custGeom>
            <a:avLst/>
            <a:gdLst/>
            <a:ahLst/>
            <a:rect l="0" t="0" r="r" b="b"/>
            <a:pathLst>
              <a:path w="595" h="52">
                <a:moveTo>
                  <a:pt x="0" y="52"/>
                </a:moveTo>
                <a:lnTo>
                  <a:pt x="595" y="0"/>
                </a:lnTo>
                <a:lnTo>
                  <a:pt x="595" y="1"/>
                </a:lnTo>
                <a:lnTo>
                  <a:pt x="9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5" name=""/>
          <p:cNvSpPr/>
          <p:nvPr/>
        </p:nvSpPr>
        <p:spPr>
          <a:xfrm>
            <a:off x="8050680" y="3247920"/>
            <a:ext cx="210960" cy="18360"/>
          </a:xfrm>
          <a:custGeom>
            <a:avLst/>
            <a:gdLst/>
            <a:ahLst/>
            <a:rect l="0" t="0" r="r" b="b"/>
            <a:pathLst>
              <a:path w="586" h="51">
                <a:moveTo>
                  <a:pt x="0" y="51"/>
                </a:moveTo>
                <a:lnTo>
                  <a:pt x="586" y="0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7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6" name=""/>
          <p:cNvSpPr/>
          <p:nvPr/>
        </p:nvSpPr>
        <p:spPr>
          <a:xfrm>
            <a:off x="8053560" y="3247920"/>
            <a:ext cx="208080" cy="18360"/>
          </a:xfrm>
          <a:custGeom>
            <a:avLst/>
            <a:gdLst/>
            <a:ahLst/>
            <a:rect l="0" t="0" r="r" b="b"/>
            <a:pathLst>
              <a:path w="578" h="51">
                <a:moveTo>
                  <a:pt x="0" y="51"/>
                </a:moveTo>
                <a:lnTo>
                  <a:pt x="578" y="0"/>
                </a:lnTo>
                <a:lnTo>
                  <a:pt x="578" y="1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7" name=""/>
          <p:cNvSpPr/>
          <p:nvPr/>
        </p:nvSpPr>
        <p:spPr>
          <a:xfrm>
            <a:off x="8056440" y="3248280"/>
            <a:ext cx="205200" cy="18000"/>
          </a:xfrm>
          <a:custGeom>
            <a:avLst/>
            <a:gdLst/>
            <a:ahLst/>
            <a:rect l="0" t="0" r="r" b="b"/>
            <a:pathLst>
              <a:path w="570" h="50">
                <a:moveTo>
                  <a:pt x="0" y="50"/>
                </a:moveTo>
                <a:lnTo>
                  <a:pt x="570" y="0"/>
                </a:lnTo>
                <a:lnTo>
                  <a:pt x="570" y="1"/>
                </a:lnTo>
                <a:lnTo>
                  <a:pt x="8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8" name=""/>
          <p:cNvSpPr/>
          <p:nvPr/>
        </p:nvSpPr>
        <p:spPr>
          <a:xfrm>
            <a:off x="8059320" y="3248640"/>
            <a:ext cx="202320" cy="17640"/>
          </a:xfrm>
          <a:custGeom>
            <a:avLst/>
            <a:gdLst/>
            <a:ahLst/>
            <a:rect l="0" t="0" r="r" b="b"/>
            <a:pathLst>
              <a:path w="562" h="49">
                <a:moveTo>
                  <a:pt x="0" y="49"/>
                </a:moveTo>
                <a:lnTo>
                  <a:pt x="562" y="0"/>
                </a:lnTo>
                <a:lnTo>
                  <a:pt x="562" y="1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09" name=""/>
          <p:cNvSpPr/>
          <p:nvPr/>
        </p:nvSpPr>
        <p:spPr>
          <a:xfrm>
            <a:off x="8062200" y="3249000"/>
            <a:ext cx="199440" cy="17280"/>
          </a:xfrm>
          <a:custGeom>
            <a:avLst/>
            <a:gdLst/>
            <a:ahLst/>
            <a:rect l="0" t="0" r="r" b="b"/>
            <a:pathLst>
              <a:path w="554" h="48">
                <a:moveTo>
                  <a:pt x="0" y="48"/>
                </a:moveTo>
                <a:lnTo>
                  <a:pt x="554" y="0"/>
                </a:lnTo>
                <a:lnTo>
                  <a:pt x="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6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0" name=""/>
          <p:cNvSpPr/>
          <p:nvPr/>
        </p:nvSpPr>
        <p:spPr>
          <a:xfrm>
            <a:off x="8065080" y="3249000"/>
            <a:ext cx="196560" cy="17280"/>
          </a:xfrm>
          <a:custGeom>
            <a:avLst/>
            <a:gdLst/>
            <a:ahLst/>
            <a:rect l="0" t="0" r="r" b="b"/>
            <a:pathLst>
              <a:path w="546" h="48">
                <a:moveTo>
                  <a:pt x="0" y="48"/>
                </a:moveTo>
                <a:lnTo>
                  <a:pt x="546" y="0"/>
                </a:lnTo>
                <a:lnTo>
                  <a:pt x="546" y="1"/>
                </a:lnTo>
                <a:lnTo>
                  <a:pt x="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1" name=""/>
          <p:cNvSpPr/>
          <p:nvPr/>
        </p:nvSpPr>
        <p:spPr>
          <a:xfrm>
            <a:off x="8067960" y="3249360"/>
            <a:ext cx="193680" cy="16920"/>
          </a:xfrm>
          <a:custGeom>
            <a:avLst/>
            <a:gdLst/>
            <a:ahLst/>
            <a:rect l="0" t="0" r="r" b="b"/>
            <a:pathLst>
              <a:path w="538" h="47">
                <a:moveTo>
                  <a:pt x="0" y="47"/>
                </a:moveTo>
                <a:lnTo>
                  <a:pt x="538" y="0"/>
                </a:lnTo>
                <a:lnTo>
                  <a:pt x="538" y="1"/>
                </a:lnTo>
                <a:lnTo>
                  <a:pt x="9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5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2" name=""/>
          <p:cNvSpPr/>
          <p:nvPr/>
        </p:nvSpPr>
        <p:spPr>
          <a:xfrm>
            <a:off x="8071200" y="3249720"/>
            <a:ext cx="190440" cy="16560"/>
          </a:xfrm>
          <a:custGeom>
            <a:avLst/>
            <a:gdLst/>
            <a:ahLst/>
            <a:rect l="0" t="0" r="r" b="b"/>
            <a:pathLst>
              <a:path w="529" h="46">
                <a:moveTo>
                  <a:pt x="0" y="46"/>
                </a:moveTo>
                <a:lnTo>
                  <a:pt x="529" y="0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3" name=""/>
          <p:cNvSpPr/>
          <p:nvPr/>
        </p:nvSpPr>
        <p:spPr>
          <a:xfrm>
            <a:off x="8074080" y="3249720"/>
            <a:ext cx="187560" cy="16560"/>
          </a:xfrm>
          <a:custGeom>
            <a:avLst/>
            <a:gdLst/>
            <a:ahLst/>
            <a:rect l="0" t="0" r="r" b="b"/>
            <a:pathLst>
              <a:path w="521" h="46">
                <a:moveTo>
                  <a:pt x="0" y="46"/>
                </a:moveTo>
                <a:lnTo>
                  <a:pt x="521" y="0"/>
                </a:lnTo>
                <a:lnTo>
                  <a:pt x="521" y="1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5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4" name=""/>
          <p:cNvSpPr/>
          <p:nvPr/>
        </p:nvSpPr>
        <p:spPr>
          <a:xfrm>
            <a:off x="8076960" y="3250080"/>
            <a:ext cx="184680" cy="16200"/>
          </a:xfrm>
          <a:custGeom>
            <a:avLst/>
            <a:gdLst/>
            <a:ahLst/>
            <a:rect l="0" t="0" r="r" b="b"/>
            <a:pathLst>
              <a:path w="513" h="45">
                <a:moveTo>
                  <a:pt x="0" y="45"/>
                </a:moveTo>
                <a:lnTo>
                  <a:pt x="513" y="0"/>
                </a:lnTo>
                <a:lnTo>
                  <a:pt x="513" y="1"/>
                </a:lnTo>
                <a:lnTo>
                  <a:pt x="8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5" name=""/>
          <p:cNvSpPr/>
          <p:nvPr/>
        </p:nvSpPr>
        <p:spPr>
          <a:xfrm>
            <a:off x="8079840" y="3250440"/>
            <a:ext cx="181800" cy="15840"/>
          </a:xfrm>
          <a:custGeom>
            <a:avLst/>
            <a:gdLst/>
            <a:ahLst/>
            <a:rect l="0" t="0" r="r" b="b"/>
            <a:pathLst>
              <a:path w="505" h="44">
                <a:moveTo>
                  <a:pt x="0" y="44"/>
                </a:moveTo>
                <a:lnTo>
                  <a:pt x="505" y="0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6" name=""/>
          <p:cNvSpPr/>
          <p:nvPr/>
        </p:nvSpPr>
        <p:spPr>
          <a:xfrm>
            <a:off x="8082720" y="3250440"/>
            <a:ext cx="178920" cy="15840"/>
          </a:xfrm>
          <a:custGeom>
            <a:avLst/>
            <a:gdLst/>
            <a:ahLst/>
            <a:rect l="0" t="0" r="r" b="b"/>
            <a:pathLst>
              <a:path w="497" h="44">
                <a:moveTo>
                  <a:pt x="0" y="44"/>
                </a:moveTo>
                <a:lnTo>
                  <a:pt x="497" y="0"/>
                </a:lnTo>
                <a:lnTo>
                  <a:pt x="497" y="1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7" name=""/>
          <p:cNvSpPr/>
          <p:nvPr/>
        </p:nvSpPr>
        <p:spPr>
          <a:xfrm>
            <a:off x="8085600" y="3250800"/>
            <a:ext cx="176040" cy="15480"/>
          </a:xfrm>
          <a:custGeom>
            <a:avLst/>
            <a:gdLst/>
            <a:ahLst/>
            <a:rect l="0" t="0" r="r" b="b"/>
            <a:pathLst>
              <a:path w="489" h="43">
                <a:moveTo>
                  <a:pt x="0" y="43"/>
                </a:moveTo>
                <a:lnTo>
                  <a:pt x="489" y="0"/>
                </a:lnTo>
                <a:lnTo>
                  <a:pt x="489" y="1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3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8" name=""/>
          <p:cNvSpPr/>
          <p:nvPr/>
        </p:nvSpPr>
        <p:spPr>
          <a:xfrm>
            <a:off x="8088480" y="3251160"/>
            <a:ext cx="173160" cy="15120"/>
          </a:xfrm>
          <a:custGeom>
            <a:avLst/>
            <a:gdLst/>
            <a:ahLst/>
            <a:rect l="0" t="0" r="r" b="b"/>
            <a:pathLst>
              <a:path w="481" h="42">
                <a:moveTo>
                  <a:pt x="0" y="42"/>
                </a:moveTo>
                <a:lnTo>
                  <a:pt x="481" y="0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19" name=""/>
          <p:cNvSpPr/>
          <p:nvPr/>
        </p:nvSpPr>
        <p:spPr>
          <a:xfrm>
            <a:off x="8091360" y="3251160"/>
            <a:ext cx="170280" cy="15120"/>
          </a:xfrm>
          <a:custGeom>
            <a:avLst/>
            <a:gdLst/>
            <a:ahLst/>
            <a:rect l="0" t="0" r="r" b="b"/>
            <a:pathLst>
              <a:path w="473" h="42">
                <a:moveTo>
                  <a:pt x="0" y="42"/>
                </a:moveTo>
                <a:lnTo>
                  <a:pt x="473" y="0"/>
                </a:lnTo>
                <a:lnTo>
                  <a:pt x="473" y="1"/>
                </a:lnTo>
                <a:lnTo>
                  <a:pt x="9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0" name=""/>
          <p:cNvSpPr/>
          <p:nvPr/>
        </p:nvSpPr>
        <p:spPr>
          <a:xfrm>
            <a:off x="8094600" y="3251520"/>
            <a:ext cx="167040" cy="14760"/>
          </a:xfrm>
          <a:custGeom>
            <a:avLst/>
            <a:gdLst/>
            <a:ahLst/>
            <a:rect l="0" t="0" r="r" b="b"/>
            <a:pathLst>
              <a:path w="464" h="41">
                <a:moveTo>
                  <a:pt x="0" y="41"/>
                </a:moveTo>
                <a:lnTo>
                  <a:pt x="464" y="0"/>
                </a:lnTo>
                <a:lnTo>
                  <a:pt x="464" y="1"/>
                </a:lnTo>
                <a:lnTo>
                  <a:pt x="8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1" name=""/>
          <p:cNvSpPr/>
          <p:nvPr/>
        </p:nvSpPr>
        <p:spPr>
          <a:xfrm>
            <a:off x="8097480" y="3251880"/>
            <a:ext cx="164160" cy="14400"/>
          </a:xfrm>
          <a:custGeom>
            <a:avLst/>
            <a:gdLst/>
            <a:ahLst/>
            <a:rect l="0" t="0" r="r" b="b"/>
            <a:pathLst>
              <a:path w="456" h="40">
                <a:moveTo>
                  <a:pt x="0" y="40"/>
                </a:moveTo>
                <a:lnTo>
                  <a:pt x="456" y="0"/>
                </a:lnTo>
                <a:lnTo>
                  <a:pt x="8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2" name=""/>
          <p:cNvSpPr/>
          <p:nvPr/>
        </p:nvSpPr>
        <p:spPr>
          <a:xfrm>
            <a:off x="8100360" y="3251880"/>
            <a:ext cx="161280" cy="14400"/>
          </a:xfrm>
          <a:custGeom>
            <a:avLst/>
            <a:gdLst/>
            <a:ahLst/>
            <a:rect l="0" t="0" r="r" b="b"/>
            <a:pathLst>
              <a:path w="448" h="40">
                <a:moveTo>
                  <a:pt x="0" y="40"/>
                </a:moveTo>
                <a:lnTo>
                  <a:pt x="448" y="0"/>
                </a:lnTo>
                <a:lnTo>
                  <a:pt x="448" y="1"/>
                </a:lnTo>
                <a:lnTo>
                  <a:pt x="8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3" name=""/>
          <p:cNvSpPr/>
          <p:nvPr/>
        </p:nvSpPr>
        <p:spPr>
          <a:xfrm>
            <a:off x="8103240" y="3252240"/>
            <a:ext cx="158400" cy="14040"/>
          </a:xfrm>
          <a:custGeom>
            <a:avLst/>
            <a:gdLst/>
            <a:ahLst/>
            <a:rect l="0" t="0" r="r" b="b"/>
            <a:pathLst>
              <a:path w="440" h="39">
                <a:moveTo>
                  <a:pt x="0" y="39"/>
                </a:moveTo>
                <a:lnTo>
                  <a:pt x="440" y="0"/>
                </a:lnTo>
                <a:lnTo>
                  <a:pt x="440" y="1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4" name=""/>
          <p:cNvSpPr/>
          <p:nvPr/>
        </p:nvSpPr>
        <p:spPr>
          <a:xfrm>
            <a:off x="8106120" y="3252600"/>
            <a:ext cx="155520" cy="13680"/>
          </a:xfrm>
          <a:custGeom>
            <a:avLst/>
            <a:gdLst/>
            <a:ahLst/>
            <a:rect l="0" t="0" r="r" b="b"/>
            <a:pathLst>
              <a:path w="432" h="38">
                <a:moveTo>
                  <a:pt x="0" y="38"/>
                </a:moveTo>
                <a:lnTo>
                  <a:pt x="432" y="0"/>
                </a:lnTo>
                <a:lnTo>
                  <a:pt x="432" y="1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5" name=""/>
          <p:cNvSpPr/>
          <p:nvPr/>
        </p:nvSpPr>
        <p:spPr>
          <a:xfrm>
            <a:off x="8109000" y="3252960"/>
            <a:ext cx="152640" cy="13320"/>
          </a:xfrm>
          <a:custGeom>
            <a:avLst/>
            <a:gdLst/>
            <a:ahLst/>
            <a:rect l="0" t="0" r="r" b="b"/>
            <a:pathLst>
              <a:path w="424" h="37">
                <a:moveTo>
                  <a:pt x="0" y="37"/>
                </a:moveTo>
                <a:lnTo>
                  <a:pt x="424" y="0"/>
                </a:lnTo>
                <a:lnTo>
                  <a:pt x="8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1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6" name=""/>
          <p:cNvSpPr/>
          <p:nvPr/>
        </p:nvSpPr>
        <p:spPr>
          <a:xfrm>
            <a:off x="8111880" y="3252960"/>
            <a:ext cx="149760" cy="13320"/>
          </a:xfrm>
          <a:custGeom>
            <a:avLst/>
            <a:gdLst/>
            <a:ahLst/>
            <a:rect l="0" t="0" r="r" b="b"/>
            <a:pathLst>
              <a:path w="416" h="37">
                <a:moveTo>
                  <a:pt x="0" y="37"/>
                </a:moveTo>
                <a:lnTo>
                  <a:pt x="416" y="0"/>
                </a:lnTo>
                <a:lnTo>
                  <a:pt x="416" y="1"/>
                </a:lnTo>
                <a:lnTo>
                  <a:pt x="9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7" name=""/>
          <p:cNvSpPr/>
          <p:nvPr/>
        </p:nvSpPr>
        <p:spPr>
          <a:xfrm>
            <a:off x="8115120" y="3253320"/>
            <a:ext cx="146520" cy="12960"/>
          </a:xfrm>
          <a:custGeom>
            <a:avLst/>
            <a:gdLst/>
            <a:ahLst/>
            <a:rect l="0" t="0" r="r" b="b"/>
            <a:pathLst>
              <a:path w="407" h="36">
                <a:moveTo>
                  <a:pt x="0" y="36"/>
                </a:moveTo>
                <a:lnTo>
                  <a:pt x="407" y="0"/>
                </a:lnTo>
                <a:lnTo>
                  <a:pt x="407" y="1"/>
                </a:lnTo>
                <a:lnTo>
                  <a:pt x="8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8" name=""/>
          <p:cNvSpPr/>
          <p:nvPr/>
        </p:nvSpPr>
        <p:spPr>
          <a:xfrm>
            <a:off x="8118000" y="3253680"/>
            <a:ext cx="143640" cy="12600"/>
          </a:xfrm>
          <a:custGeom>
            <a:avLst/>
            <a:gdLst/>
            <a:ahLst/>
            <a:rect l="0" t="0" r="r" b="b"/>
            <a:pathLst>
              <a:path w="399" h="35">
                <a:moveTo>
                  <a:pt x="0" y="35"/>
                </a:moveTo>
                <a:lnTo>
                  <a:pt x="399" y="0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29" name=""/>
          <p:cNvSpPr/>
          <p:nvPr/>
        </p:nvSpPr>
        <p:spPr>
          <a:xfrm>
            <a:off x="8120880" y="3253680"/>
            <a:ext cx="140760" cy="12600"/>
          </a:xfrm>
          <a:custGeom>
            <a:avLst/>
            <a:gdLst/>
            <a:ahLst/>
            <a:rect l="0" t="0" r="r" b="b"/>
            <a:pathLst>
              <a:path w="391" h="35">
                <a:moveTo>
                  <a:pt x="0" y="35"/>
                </a:moveTo>
                <a:lnTo>
                  <a:pt x="391" y="0"/>
                </a:lnTo>
                <a:lnTo>
                  <a:pt x="391" y="1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0" name=""/>
          <p:cNvSpPr/>
          <p:nvPr/>
        </p:nvSpPr>
        <p:spPr>
          <a:xfrm>
            <a:off x="8123760" y="3254040"/>
            <a:ext cx="137880" cy="12600"/>
          </a:xfrm>
          <a:custGeom>
            <a:avLst/>
            <a:gdLst/>
            <a:ahLst/>
            <a:rect l="0" t="0" r="r" b="b"/>
            <a:pathLst>
              <a:path w="383" h="35">
                <a:moveTo>
                  <a:pt x="0" y="35"/>
                </a:moveTo>
                <a:lnTo>
                  <a:pt x="383" y="0"/>
                </a:lnTo>
                <a:lnTo>
                  <a:pt x="383" y="2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1" name=""/>
          <p:cNvSpPr/>
          <p:nvPr/>
        </p:nvSpPr>
        <p:spPr>
          <a:xfrm>
            <a:off x="8126640" y="3254400"/>
            <a:ext cx="135000" cy="11880"/>
          </a:xfrm>
          <a:custGeom>
            <a:avLst/>
            <a:gdLst/>
            <a:ahLst/>
            <a:rect l="0" t="0" r="r" b="b"/>
            <a:pathLst>
              <a:path w="375" h="33">
                <a:moveTo>
                  <a:pt x="0" y="33"/>
                </a:moveTo>
                <a:lnTo>
                  <a:pt x="375" y="0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a0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2" name=""/>
          <p:cNvSpPr/>
          <p:nvPr/>
        </p:nvSpPr>
        <p:spPr>
          <a:xfrm>
            <a:off x="8129520" y="3254400"/>
            <a:ext cx="132120" cy="11880"/>
          </a:xfrm>
          <a:custGeom>
            <a:avLst/>
            <a:gdLst/>
            <a:ahLst/>
            <a:rect l="0" t="0" r="r" b="b"/>
            <a:pathLst>
              <a:path w="367" h="33">
                <a:moveTo>
                  <a:pt x="0" y="33"/>
                </a:moveTo>
                <a:lnTo>
                  <a:pt x="367" y="0"/>
                </a:lnTo>
                <a:lnTo>
                  <a:pt x="367" y="1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3" name=""/>
          <p:cNvSpPr/>
          <p:nvPr/>
        </p:nvSpPr>
        <p:spPr>
          <a:xfrm>
            <a:off x="8132400" y="3254760"/>
            <a:ext cx="129240" cy="11520"/>
          </a:xfrm>
          <a:custGeom>
            <a:avLst/>
            <a:gdLst/>
            <a:ahLst/>
            <a:rect l="0" t="0" r="r" b="b"/>
            <a:pathLst>
              <a:path w="359" h="32">
                <a:moveTo>
                  <a:pt x="0" y="32"/>
                </a:moveTo>
                <a:lnTo>
                  <a:pt x="359" y="0"/>
                </a:lnTo>
                <a:lnTo>
                  <a:pt x="359" y="1"/>
                </a:lnTo>
                <a:lnTo>
                  <a:pt x="9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f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4" name=""/>
          <p:cNvSpPr/>
          <p:nvPr/>
        </p:nvSpPr>
        <p:spPr>
          <a:xfrm>
            <a:off x="8135640" y="3255120"/>
            <a:ext cx="126000" cy="11160"/>
          </a:xfrm>
          <a:custGeom>
            <a:avLst/>
            <a:gdLst/>
            <a:ahLst/>
            <a:rect l="0" t="0" r="r" b="b"/>
            <a:pathLst>
              <a:path w="350" h="31">
                <a:moveTo>
                  <a:pt x="0" y="31"/>
                </a:moveTo>
                <a:lnTo>
                  <a:pt x="350" y="0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5" name=""/>
          <p:cNvSpPr/>
          <p:nvPr/>
        </p:nvSpPr>
        <p:spPr>
          <a:xfrm>
            <a:off x="8138520" y="3255120"/>
            <a:ext cx="123120" cy="11160"/>
          </a:xfrm>
          <a:custGeom>
            <a:avLst/>
            <a:gdLst/>
            <a:ahLst/>
            <a:rect l="0" t="0" r="r" b="b"/>
            <a:pathLst>
              <a:path w="342" h="31">
                <a:moveTo>
                  <a:pt x="0" y="31"/>
                </a:moveTo>
                <a:lnTo>
                  <a:pt x="342" y="0"/>
                </a:lnTo>
                <a:lnTo>
                  <a:pt x="342" y="1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6" name=""/>
          <p:cNvSpPr/>
          <p:nvPr/>
        </p:nvSpPr>
        <p:spPr>
          <a:xfrm>
            <a:off x="8141400" y="3255480"/>
            <a:ext cx="120240" cy="10800"/>
          </a:xfrm>
          <a:custGeom>
            <a:avLst/>
            <a:gdLst/>
            <a:ahLst/>
            <a:rect l="0" t="0" r="r" b="b"/>
            <a:pathLst>
              <a:path w="334" h="30">
                <a:moveTo>
                  <a:pt x="0" y="30"/>
                </a:moveTo>
                <a:lnTo>
                  <a:pt x="334" y="0"/>
                </a:lnTo>
                <a:lnTo>
                  <a:pt x="334" y="1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7" name=""/>
          <p:cNvSpPr/>
          <p:nvPr/>
        </p:nvSpPr>
        <p:spPr>
          <a:xfrm>
            <a:off x="8144280" y="3255840"/>
            <a:ext cx="117360" cy="10440"/>
          </a:xfrm>
          <a:custGeom>
            <a:avLst/>
            <a:gdLst/>
            <a:ahLst/>
            <a:rect l="0" t="0" r="r" b="b"/>
            <a:pathLst>
              <a:path w="326" h="29">
                <a:moveTo>
                  <a:pt x="0" y="29"/>
                </a:moveTo>
                <a:lnTo>
                  <a:pt x="326" y="0"/>
                </a:lnTo>
                <a:lnTo>
                  <a:pt x="326" y="1"/>
                </a:lnTo>
                <a:lnTo>
                  <a:pt x="8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8" name=""/>
          <p:cNvSpPr/>
          <p:nvPr/>
        </p:nvSpPr>
        <p:spPr>
          <a:xfrm>
            <a:off x="8147160" y="3256200"/>
            <a:ext cx="114480" cy="10080"/>
          </a:xfrm>
          <a:custGeom>
            <a:avLst/>
            <a:gdLst/>
            <a:ahLst/>
            <a:rect l="0" t="0" r="r" b="b"/>
            <a:pathLst>
              <a:path w="318" h="28">
                <a:moveTo>
                  <a:pt x="0" y="28"/>
                </a:moveTo>
                <a:lnTo>
                  <a:pt x="318" y="0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39" name=""/>
          <p:cNvSpPr/>
          <p:nvPr/>
        </p:nvSpPr>
        <p:spPr>
          <a:xfrm>
            <a:off x="8150040" y="3256200"/>
            <a:ext cx="111600" cy="10080"/>
          </a:xfrm>
          <a:custGeom>
            <a:avLst/>
            <a:gdLst/>
            <a:ahLst/>
            <a:rect l="0" t="0" r="r" b="b"/>
            <a:pathLst>
              <a:path w="310" h="28">
                <a:moveTo>
                  <a:pt x="0" y="28"/>
                </a:moveTo>
                <a:lnTo>
                  <a:pt x="310" y="0"/>
                </a:lnTo>
                <a:lnTo>
                  <a:pt x="310" y="1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0" name=""/>
          <p:cNvSpPr/>
          <p:nvPr/>
        </p:nvSpPr>
        <p:spPr>
          <a:xfrm>
            <a:off x="8152920" y="3256560"/>
            <a:ext cx="108720" cy="9720"/>
          </a:xfrm>
          <a:custGeom>
            <a:avLst/>
            <a:gdLst/>
            <a:ahLst/>
            <a:rect l="0" t="0" r="r" b="b"/>
            <a:pathLst>
              <a:path w="302" h="27">
                <a:moveTo>
                  <a:pt x="0" y="27"/>
                </a:moveTo>
                <a:lnTo>
                  <a:pt x="302" y="0"/>
                </a:lnTo>
                <a:lnTo>
                  <a:pt x="302" y="1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1" name=""/>
          <p:cNvSpPr/>
          <p:nvPr/>
        </p:nvSpPr>
        <p:spPr>
          <a:xfrm>
            <a:off x="8155800" y="3256920"/>
            <a:ext cx="105840" cy="9360"/>
          </a:xfrm>
          <a:custGeom>
            <a:avLst/>
            <a:gdLst/>
            <a:ahLst/>
            <a:rect l="0" t="0" r="r" b="b"/>
            <a:pathLst>
              <a:path w="294" h="26">
                <a:moveTo>
                  <a:pt x="0" y="26"/>
                </a:moveTo>
                <a:lnTo>
                  <a:pt x="294" y="0"/>
                </a:lnTo>
                <a:lnTo>
                  <a:pt x="9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2" name=""/>
          <p:cNvSpPr/>
          <p:nvPr/>
        </p:nvSpPr>
        <p:spPr>
          <a:xfrm>
            <a:off x="8159040" y="3256920"/>
            <a:ext cx="102600" cy="9360"/>
          </a:xfrm>
          <a:custGeom>
            <a:avLst/>
            <a:gdLst/>
            <a:ahLst/>
            <a:rect l="0" t="0" r="r" b="b"/>
            <a:pathLst>
              <a:path w="285" h="26">
                <a:moveTo>
                  <a:pt x="0" y="26"/>
                </a:moveTo>
                <a:lnTo>
                  <a:pt x="285" y="0"/>
                </a:lnTo>
                <a:lnTo>
                  <a:pt x="285" y="1"/>
                </a:lnTo>
                <a:lnTo>
                  <a:pt x="8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3" name=""/>
          <p:cNvSpPr/>
          <p:nvPr/>
        </p:nvSpPr>
        <p:spPr>
          <a:xfrm>
            <a:off x="8161920" y="3257280"/>
            <a:ext cx="99720" cy="9000"/>
          </a:xfrm>
          <a:custGeom>
            <a:avLst/>
            <a:gdLst/>
            <a:ahLst/>
            <a:rect l="0" t="0" r="r" b="b"/>
            <a:pathLst>
              <a:path w="277" h="25">
                <a:moveTo>
                  <a:pt x="0" y="25"/>
                </a:moveTo>
                <a:lnTo>
                  <a:pt x="277" y="0"/>
                </a:lnTo>
                <a:lnTo>
                  <a:pt x="277" y="1"/>
                </a:lnTo>
                <a:lnTo>
                  <a:pt x="8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4" name=""/>
          <p:cNvSpPr/>
          <p:nvPr/>
        </p:nvSpPr>
        <p:spPr>
          <a:xfrm>
            <a:off x="8164800" y="3257640"/>
            <a:ext cx="96840" cy="8640"/>
          </a:xfrm>
          <a:custGeom>
            <a:avLst/>
            <a:gdLst/>
            <a:ahLst/>
            <a:rect l="0" t="0" r="r" b="b"/>
            <a:pathLst>
              <a:path w="269" h="24">
                <a:moveTo>
                  <a:pt x="0" y="24"/>
                </a:moveTo>
                <a:lnTo>
                  <a:pt x="269" y="0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5" name=""/>
          <p:cNvSpPr/>
          <p:nvPr/>
        </p:nvSpPr>
        <p:spPr>
          <a:xfrm>
            <a:off x="8167680" y="3257640"/>
            <a:ext cx="93960" cy="8640"/>
          </a:xfrm>
          <a:custGeom>
            <a:avLst/>
            <a:gdLst/>
            <a:ahLst/>
            <a:rect l="0" t="0" r="r" b="b"/>
            <a:pathLst>
              <a:path w="261" h="24">
                <a:moveTo>
                  <a:pt x="0" y="24"/>
                </a:moveTo>
                <a:lnTo>
                  <a:pt x="261" y="0"/>
                </a:lnTo>
                <a:lnTo>
                  <a:pt x="261" y="1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6" name=""/>
          <p:cNvSpPr/>
          <p:nvPr/>
        </p:nvSpPr>
        <p:spPr>
          <a:xfrm>
            <a:off x="8170560" y="3258000"/>
            <a:ext cx="91080" cy="8280"/>
          </a:xfrm>
          <a:custGeom>
            <a:avLst/>
            <a:gdLst/>
            <a:ahLst/>
            <a:rect l="0" t="0" r="r" b="b"/>
            <a:pathLst>
              <a:path w="253" h="23">
                <a:moveTo>
                  <a:pt x="0" y="23"/>
                </a:moveTo>
                <a:lnTo>
                  <a:pt x="253" y="0"/>
                </a:lnTo>
                <a:lnTo>
                  <a:pt x="253" y="1"/>
                </a:lnTo>
                <a:lnTo>
                  <a:pt x="8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7" name=""/>
          <p:cNvSpPr/>
          <p:nvPr/>
        </p:nvSpPr>
        <p:spPr>
          <a:xfrm>
            <a:off x="8173440" y="3258360"/>
            <a:ext cx="88200" cy="7920"/>
          </a:xfrm>
          <a:custGeom>
            <a:avLst/>
            <a:gdLst/>
            <a:ahLst/>
            <a:rect l="0" t="0" r="r" b="b"/>
            <a:pathLst>
              <a:path w="245" h="22">
                <a:moveTo>
                  <a:pt x="0" y="22"/>
                </a:moveTo>
                <a:lnTo>
                  <a:pt x="245" y="0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c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8" name=""/>
          <p:cNvSpPr/>
          <p:nvPr/>
        </p:nvSpPr>
        <p:spPr>
          <a:xfrm>
            <a:off x="8176320" y="3258360"/>
            <a:ext cx="85320" cy="7920"/>
          </a:xfrm>
          <a:custGeom>
            <a:avLst/>
            <a:gdLst/>
            <a:ahLst/>
            <a:rect l="0" t="0" r="r" b="b"/>
            <a:pathLst>
              <a:path w="237" h="22">
                <a:moveTo>
                  <a:pt x="0" y="22"/>
                </a:moveTo>
                <a:lnTo>
                  <a:pt x="237" y="0"/>
                </a:lnTo>
                <a:lnTo>
                  <a:pt x="237" y="1"/>
                </a:lnTo>
                <a:lnTo>
                  <a:pt x="9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49" name=""/>
          <p:cNvSpPr/>
          <p:nvPr/>
        </p:nvSpPr>
        <p:spPr>
          <a:xfrm>
            <a:off x="8179560" y="3258720"/>
            <a:ext cx="82080" cy="7560"/>
          </a:xfrm>
          <a:custGeom>
            <a:avLst/>
            <a:gdLst/>
            <a:ahLst/>
            <a:rect l="0" t="0" r="r" b="b"/>
            <a:pathLst>
              <a:path w="228" h="21">
                <a:moveTo>
                  <a:pt x="0" y="21"/>
                </a:moveTo>
                <a:lnTo>
                  <a:pt x="228" y="0"/>
                </a:lnTo>
                <a:lnTo>
                  <a:pt x="228" y="1"/>
                </a:lnTo>
                <a:lnTo>
                  <a:pt x="8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50" name=""/>
          <p:cNvSpPr/>
          <p:nvPr/>
        </p:nvSpPr>
        <p:spPr>
          <a:xfrm>
            <a:off x="8182440" y="3259080"/>
            <a:ext cx="79200" cy="7200"/>
          </a:xfrm>
          <a:custGeom>
            <a:avLst/>
            <a:gdLst/>
            <a:ahLst/>
            <a:rect l="0" t="0" r="r" b="b"/>
            <a:pathLst>
              <a:path w="220" h="20">
                <a:moveTo>
                  <a:pt x="0" y="20"/>
                </a:moveTo>
                <a:lnTo>
                  <a:pt x="220" y="0"/>
                </a:lnTo>
                <a:lnTo>
                  <a:pt x="220" y="1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51" name=""/>
          <p:cNvSpPr/>
          <p:nvPr/>
        </p:nvSpPr>
        <p:spPr>
          <a:xfrm>
            <a:off x="8185320" y="3259440"/>
            <a:ext cx="76320" cy="6840"/>
          </a:xfrm>
          <a:custGeom>
            <a:avLst/>
            <a:gdLst/>
            <a:ahLst/>
            <a:rect l="0" t="0" r="r" b="b"/>
            <a:pathLst>
              <a:path w="212" h="19">
                <a:moveTo>
                  <a:pt x="0" y="19"/>
                </a:moveTo>
                <a:lnTo>
                  <a:pt x="212" y="0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52" name=""/>
          <p:cNvSpPr/>
          <p:nvPr/>
        </p:nvSpPr>
        <p:spPr>
          <a:xfrm>
            <a:off x="8188200" y="3259440"/>
            <a:ext cx="73440" cy="6840"/>
          </a:xfrm>
          <a:custGeom>
            <a:avLst/>
            <a:gdLst/>
            <a:ahLst/>
            <a:rect l="0" t="0" r="r" b="b"/>
            <a:pathLst>
              <a:path w="204" h="19">
                <a:moveTo>
                  <a:pt x="0" y="19"/>
                </a:moveTo>
                <a:lnTo>
                  <a:pt x="204" y="0"/>
                </a:lnTo>
                <a:lnTo>
                  <a:pt x="204" y="1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53" name=""/>
          <p:cNvSpPr/>
          <p:nvPr/>
        </p:nvSpPr>
        <p:spPr>
          <a:xfrm>
            <a:off x="8191080" y="3259800"/>
            <a:ext cx="70560" cy="6480"/>
          </a:xfrm>
          <a:custGeom>
            <a:avLst/>
            <a:gdLst/>
            <a:ahLst/>
            <a:rect l="0" t="0" r="r" b="b"/>
            <a:pathLst>
              <a:path w="196" h="18">
                <a:moveTo>
                  <a:pt x="0" y="18"/>
                </a:moveTo>
                <a:lnTo>
                  <a:pt x="196" y="0"/>
                </a:lnTo>
                <a:lnTo>
                  <a:pt x="196" y="1"/>
                </a:lnTo>
                <a:lnTo>
                  <a:pt x="1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54" name=""/>
          <p:cNvSpPr/>
          <p:nvPr/>
        </p:nvSpPr>
        <p:spPr>
          <a:xfrm>
            <a:off x="8196840" y="3260160"/>
            <a:ext cx="64800" cy="6120"/>
          </a:xfrm>
          <a:custGeom>
            <a:avLst/>
            <a:gdLst/>
            <a:ahLst/>
            <a:rect l="0" t="0" r="r" b="b"/>
            <a:pathLst>
              <a:path w="180" h="17">
                <a:moveTo>
                  <a:pt x="0" y="17"/>
                </a:moveTo>
                <a:lnTo>
                  <a:pt x="180" y="0"/>
                </a:lnTo>
                <a:lnTo>
                  <a:pt x="180" y="1"/>
                </a:lnTo>
                <a:lnTo>
                  <a:pt x="9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55" name=""/>
          <p:cNvSpPr/>
          <p:nvPr/>
        </p:nvSpPr>
        <p:spPr>
          <a:xfrm>
            <a:off x="8200080" y="3260520"/>
            <a:ext cx="61560" cy="5760"/>
          </a:xfrm>
          <a:custGeom>
            <a:avLst/>
            <a:gdLst/>
            <a:ahLst/>
            <a:rect l="0" t="0" r="r" b="b"/>
            <a:pathLst>
              <a:path w="171" h="16">
                <a:moveTo>
                  <a:pt x="0" y="16"/>
                </a:moveTo>
                <a:lnTo>
                  <a:pt x="171" y="0"/>
                </a:lnTo>
                <a:lnTo>
                  <a:pt x="171" y="1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56" name=""/>
          <p:cNvSpPr/>
          <p:nvPr/>
        </p:nvSpPr>
        <p:spPr>
          <a:xfrm>
            <a:off x="8202960" y="3260880"/>
            <a:ext cx="58680" cy="5400"/>
          </a:xfrm>
          <a:custGeom>
            <a:avLst/>
            <a:gdLst/>
            <a:ahLst/>
            <a:rect l="0" t="0" r="r" b="b"/>
            <a:pathLst>
              <a:path w="163" h="15">
                <a:moveTo>
                  <a:pt x="0" y="15"/>
                </a:moveTo>
                <a:lnTo>
                  <a:pt x="163" y="0"/>
                </a:lnTo>
                <a:lnTo>
                  <a:pt x="8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57" name=""/>
          <p:cNvSpPr/>
          <p:nvPr/>
        </p:nvSpPr>
        <p:spPr>
          <a:xfrm>
            <a:off x="8205840" y="3260880"/>
            <a:ext cx="55800" cy="5400"/>
          </a:xfrm>
          <a:custGeom>
            <a:avLst/>
            <a:gdLst/>
            <a:ahLst/>
            <a:rect l="0" t="0" r="r" b="b"/>
            <a:pathLst>
              <a:path w="155" h="15">
                <a:moveTo>
                  <a:pt x="0" y="15"/>
                </a:moveTo>
                <a:lnTo>
                  <a:pt x="155" y="0"/>
                </a:lnTo>
                <a:lnTo>
                  <a:pt x="155" y="1"/>
                </a:lnTo>
                <a:lnTo>
                  <a:pt x="8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58" name=""/>
          <p:cNvSpPr/>
          <p:nvPr/>
        </p:nvSpPr>
        <p:spPr>
          <a:xfrm>
            <a:off x="8208720" y="3261240"/>
            <a:ext cx="52920" cy="5040"/>
          </a:xfrm>
          <a:custGeom>
            <a:avLst/>
            <a:gdLst/>
            <a:ahLst/>
            <a:rect l="0" t="0" r="r" b="b"/>
            <a:pathLst>
              <a:path w="147" h="14">
                <a:moveTo>
                  <a:pt x="0" y="14"/>
                </a:moveTo>
                <a:lnTo>
                  <a:pt x="147" y="0"/>
                </a:lnTo>
                <a:lnTo>
                  <a:pt x="147" y="1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59" name=""/>
          <p:cNvSpPr/>
          <p:nvPr/>
        </p:nvSpPr>
        <p:spPr>
          <a:xfrm>
            <a:off x="8211600" y="3261600"/>
            <a:ext cx="50040" cy="4680"/>
          </a:xfrm>
          <a:custGeom>
            <a:avLst/>
            <a:gdLst/>
            <a:ahLst/>
            <a:rect l="0" t="0" r="r" b="b"/>
            <a:pathLst>
              <a:path w="139" h="13">
                <a:moveTo>
                  <a:pt x="0" y="13"/>
                </a:moveTo>
                <a:lnTo>
                  <a:pt x="139" y="0"/>
                </a:lnTo>
                <a:lnTo>
                  <a:pt x="8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0" name=""/>
          <p:cNvSpPr/>
          <p:nvPr/>
        </p:nvSpPr>
        <p:spPr>
          <a:xfrm>
            <a:off x="8214480" y="3261600"/>
            <a:ext cx="47160" cy="4680"/>
          </a:xfrm>
          <a:custGeom>
            <a:avLst/>
            <a:gdLst/>
            <a:ahLst/>
            <a:rect l="0" t="0" r="r" b="b"/>
            <a:pathLst>
              <a:path w="131" h="13">
                <a:moveTo>
                  <a:pt x="0" y="13"/>
                </a:moveTo>
                <a:lnTo>
                  <a:pt x="131" y="0"/>
                </a:lnTo>
                <a:lnTo>
                  <a:pt x="131" y="1"/>
                </a:lnTo>
                <a:lnTo>
                  <a:pt x="8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1" name=""/>
          <p:cNvSpPr/>
          <p:nvPr/>
        </p:nvSpPr>
        <p:spPr>
          <a:xfrm>
            <a:off x="8217360" y="3261960"/>
            <a:ext cx="44280" cy="4320"/>
          </a:xfrm>
          <a:custGeom>
            <a:avLst/>
            <a:gdLst/>
            <a:ahLst/>
            <a:rect l="0" t="0" r="r" b="b"/>
            <a:pathLst>
              <a:path w="123" h="12">
                <a:moveTo>
                  <a:pt x="0" y="12"/>
                </a:moveTo>
                <a:lnTo>
                  <a:pt x="123" y="0"/>
                </a:lnTo>
                <a:lnTo>
                  <a:pt x="123" y="1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2" name=""/>
          <p:cNvSpPr/>
          <p:nvPr/>
        </p:nvSpPr>
        <p:spPr>
          <a:xfrm>
            <a:off x="8220240" y="3262320"/>
            <a:ext cx="41400" cy="3960"/>
          </a:xfrm>
          <a:custGeom>
            <a:avLst/>
            <a:gdLst/>
            <a:ahLst/>
            <a:rect l="0" t="0" r="r" b="b"/>
            <a:pathLst>
              <a:path w="115" h="11">
                <a:moveTo>
                  <a:pt x="0" y="11"/>
                </a:moveTo>
                <a:lnTo>
                  <a:pt x="115" y="0"/>
                </a:lnTo>
                <a:lnTo>
                  <a:pt x="115" y="1"/>
                </a:lnTo>
                <a:lnTo>
                  <a:pt x="9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3" name=""/>
          <p:cNvSpPr/>
          <p:nvPr/>
        </p:nvSpPr>
        <p:spPr>
          <a:xfrm>
            <a:off x="8223480" y="326268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10"/>
                </a:moveTo>
                <a:lnTo>
                  <a:pt x="106" y="0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4" name=""/>
          <p:cNvSpPr/>
          <p:nvPr/>
        </p:nvSpPr>
        <p:spPr>
          <a:xfrm>
            <a:off x="8226360" y="3262680"/>
            <a:ext cx="35280" cy="3600"/>
          </a:xfrm>
          <a:custGeom>
            <a:avLst/>
            <a:gdLst/>
            <a:ahLst/>
            <a:rect l="0" t="0" r="r" b="b"/>
            <a:pathLst>
              <a:path w="98" h="10">
                <a:moveTo>
                  <a:pt x="0" y="10"/>
                </a:moveTo>
                <a:lnTo>
                  <a:pt x="98" y="0"/>
                </a:lnTo>
                <a:lnTo>
                  <a:pt x="98" y="1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5" name=""/>
          <p:cNvSpPr/>
          <p:nvPr/>
        </p:nvSpPr>
        <p:spPr>
          <a:xfrm>
            <a:off x="8229240" y="3263040"/>
            <a:ext cx="32400" cy="3240"/>
          </a:xfrm>
          <a:custGeom>
            <a:avLst/>
            <a:gdLst/>
            <a:ahLst/>
            <a:rect l="0" t="0" r="r" b="b"/>
            <a:pathLst>
              <a:path w="90" h="9">
                <a:moveTo>
                  <a:pt x="0" y="9"/>
                </a:moveTo>
                <a:lnTo>
                  <a:pt x="90" y="0"/>
                </a:lnTo>
                <a:lnTo>
                  <a:pt x="90" y="1"/>
                </a:lnTo>
                <a:lnTo>
                  <a:pt x="8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6" name=""/>
          <p:cNvSpPr/>
          <p:nvPr/>
        </p:nvSpPr>
        <p:spPr>
          <a:xfrm>
            <a:off x="8232120" y="3263400"/>
            <a:ext cx="29520" cy="2880"/>
          </a:xfrm>
          <a:custGeom>
            <a:avLst/>
            <a:gdLst/>
            <a:ahLst/>
            <a:rect l="0" t="0" r="r" b="b"/>
            <a:pathLst>
              <a:path w="82" h="8">
                <a:moveTo>
                  <a:pt x="0" y="8"/>
                </a:moveTo>
                <a:lnTo>
                  <a:pt x="82" y="0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7" name=""/>
          <p:cNvSpPr/>
          <p:nvPr/>
        </p:nvSpPr>
        <p:spPr>
          <a:xfrm>
            <a:off x="8235000" y="3263400"/>
            <a:ext cx="26640" cy="2880"/>
          </a:xfrm>
          <a:custGeom>
            <a:avLst/>
            <a:gdLst/>
            <a:ahLst/>
            <a:rect l="0" t="0" r="r" b="b"/>
            <a:pathLst>
              <a:path w="74" h="8">
                <a:moveTo>
                  <a:pt x="0" y="8"/>
                </a:moveTo>
                <a:lnTo>
                  <a:pt x="74" y="0"/>
                </a:lnTo>
                <a:lnTo>
                  <a:pt x="74" y="1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8" name=""/>
          <p:cNvSpPr/>
          <p:nvPr/>
        </p:nvSpPr>
        <p:spPr>
          <a:xfrm>
            <a:off x="8237880" y="3263760"/>
            <a:ext cx="23760" cy="2520"/>
          </a:xfrm>
          <a:custGeom>
            <a:avLst/>
            <a:gdLst/>
            <a:ahLst/>
            <a:rect l="0" t="0" r="r" b="b"/>
            <a:pathLst>
              <a:path w="66" h="7">
                <a:moveTo>
                  <a:pt x="0" y="7"/>
                </a:moveTo>
                <a:lnTo>
                  <a:pt x="66" y="0"/>
                </a:lnTo>
                <a:lnTo>
                  <a:pt x="66" y="1"/>
                </a:lnTo>
                <a:lnTo>
                  <a:pt x="8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69" name=""/>
          <p:cNvSpPr/>
          <p:nvPr/>
        </p:nvSpPr>
        <p:spPr>
          <a:xfrm>
            <a:off x="8240760" y="3264120"/>
            <a:ext cx="20880" cy="2160"/>
          </a:xfrm>
          <a:custGeom>
            <a:avLst/>
            <a:gdLst/>
            <a:ahLst/>
            <a:rect l="0" t="0" r="r" b="b"/>
            <a:pathLst>
              <a:path w="58" h="6">
                <a:moveTo>
                  <a:pt x="0" y="6"/>
                </a:moveTo>
                <a:lnTo>
                  <a:pt x="58" y="0"/>
                </a:lnTo>
                <a:lnTo>
                  <a:pt x="9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70" name=""/>
          <p:cNvSpPr/>
          <p:nvPr/>
        </p:nvSpPr>
        <p:spPr>
          <a:xfrm>
            <a:off x="8244000" y="3264120"/>
            <a:ext cx="17640" cy="2160"/>
          </a:xfrm>
          <a:custGeom>
            <a:avLst/>
            <a:gdLst/>
            <a:ahLst/>
            <a:rect l="0" t="0" r="r" b="b"/>
            <a:pathLst>
              <a:path w="49" h="6">
                <a:moveTo>
                  <a:pt x="0" y="6"/>
                </a:moveTo>
                <a:lnTo>
                  <a:pt x="49" y="0"/>
                </a:lnTo>
                <a:lnTo>
                  <a:pt x="49" y="1"/>
                </a:lnTo>
                <a:lnTo>
                  <a:pt x="8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71" name=""/>
          <p:cNvSpPr/>
          <p:nvPr/>
        </p:nvSpPr>
        <p:spPr>
          <a:xfrm>
            <a:off x="8246880" y="326448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5"/>
                </a:moveTo>
                <a:lnTo>
                  <a:pt x="41" y="0"/>
                </a:lnTo>
                <a:lnTo>
                  <a:pt x="41" y="1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72" name=""/>
          <p:cNvSpPr/>
          <p:nvPr/>
        </p:nvSpPr>
        <p:spPr>
          <a:xfrm>
            <a:off x="8249760" y="3264840"/>
            <a:ext cx="11880" cy="1440"/>
          </a:xfrm>
          <a:custGeom>
            <a:avLst/>
            <a:gdLst/>
            <a:ahLst/>
            <a:rect l="0" t="0" r="r" b="b"/>
            <a:pathLst>
              <a:path w="33" h="4">
                <a:moveTo>
                  <a:pt x="0" y="4"/>
                </a:moveTo>
                <a:lnTo>
                  <a:pt x="33" y="0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73" name=""/>
          <p:cNvSpPr/>
          <p:nvPr/>
        </p:nvSpPr>
        <p:spPr>
          <a:xfrm>
            <a:off x="8252640" y="3264840"/>
            <a:ext cx="9000" cy="1440"/>
          </a:xfrm>
          <a:custGeom>
            <a:avLst/>
            <a:gdLst/>
            <a:ahLst/>
            <a:rect l="0" t="0" r="r" b="b"/>
            <a:pathLst>
              <a:path w="25" h="4">
                <a:moveTo>
                  <a:pt x="0" y="4"/>
                </a:moveTo>
                <a:lnTo>
                  <a:pt x="25" y="0"/>
                </a:lnTo>
                <a:lnTo>
                  <a:pt x="25" y="1"/>
                </a:lnTo>
                <a:lnTo>
                  <a:pt x="9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74" name=""/>
          <p:cNvSpPr/>
          <p:nvPr/>
        </p:nvSpPr>
        <p:spPr>
          <a:xfrm>
            <a:off x="8255520" y="3265200"/>
            <a:ext cx="6120" cy="1440"/>
          </a:xfrm>
          <a:custGeom>
            <a:avLst/>
            <a:gdLst/>
            <a:ahLst/>
            <a:rect l="0" t="0" r="r" b="b"/>
            <a:pathLst>
              <a:path w="17" h="4">
                <a:moveTo>
                  <a:pt x="0" y="4"/>
                </a:moveTo>
                <a:lnTo>
                  <a:pt x="17" y="0"/>
                </a:lnTo>
                <a:lnTo>
                  <a:pt x="17" y="2"/>
                </a:lnTo>
                <a:lnTo>
                  <a:pt x="9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75" name=""/>
          <p:cNvSpPr/>
          <p:nvPr/>
        </p:nvSpPr>
        <p:spPr>
          <a:xfrm>
            <a:off x="8258400" y="3265560"/>
            <a:ext cx="2880" cy="360"/>
          </a:xfrm>
          <a:custGeom>
            <a:avLst/>
            <a:gdLst/>
            <a:ahLst/>
            <a:rect l="0" t="0" r="r" b="b"/>
            <a:pathLst>
              <a:path w="8" h="1">
                <a:moveTo>
                  <a:pt x="0" y="1"/>
                </a:moveTo>
                <a:lnTo>
                  <a:pt x="8" y="0"/>
                </a:lnTo>
                <a:lnTo>
                  <a:pt x="8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0976" name=""/>
          <p:cNvSpPr/>
          <p:nvPr/>
        </p:nvSpPr>
        <p:spPr>
          <a:xfrm>
            <a:off x="7887960" y="3233880"/>
            <a:ext cx="373680" cy="32400"/>
          </a:xfrm>
          <a:custGeom>
            <a:avLst/>
            <a:gdLst/>
            <a:ahLst/>
            <a:rect l="0" t="0" r="r" b="b"/>
            <a:pathLst>
              <a:path w="1038" h="90">
                <a:moveTo>
                  <a:pt x="0" y="90"/>
                </a:moveTo>
                <a:lnTo>
                  <a:pt x="1038" y="90"/>
                </a:lnTo>
                <a:lnTo>
                  <a:pt x="1038" y="0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77" name=""/>
          <p:cNvSpPr/>
          <p:nvPr/>
        </p:nvSpPr>
        <p:spPr>
          <a:xfrm>
            <a:off x="7842240" y="3265920"/>
            <a:ext cx="14760" cy="1080"/>
          </a:xfrm>
          <a:custGeom>
            <a:avLst/>
            <a:gdLst/>
            <a:ahLst/>
            <a:rect l="0" t="0" r="r" b="b"/>
            <a:pathLst>
              <a:path w="41" h="3">
                <a:moveTo>
                  <a:pt x="0" y="0"/>
                </a:moveTo>
                <a:lnTo>
                  <a:pt x="41" y="0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78" name=""/>
          <p:cNvSpPr/>
          <p:nvPr/>
        </p:nvSpPr>
        <p:spPr>
          <a:xfrm>
            <a:off x="7842240" y="3265920"/>
            <a:ext cx="22320" cy="1800"/>
          </a:xfrm>
          <a:custGeom>
            <a:avLst/>
            <a:gdLst/>
            <a:ahLst/>
            <a:rect l="0" t="0" r="r" b="b"/>
            <a:pathLst>
              <a:path w="62" h="5">
                <a:moveTo>
                  <a:pt x="0" y="3"/>
                </a:moveTo>
                <a:lnTo>
                  <a:pt x="41" y="0"/>
                </a:lnTo>
                <a:lnTo>
                  <a:pt x="62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79" name=""/>
          <p:cNvSpPr/>
          <p:nvPr/>
        </p:nvSpPr>
        <p:spPr>
          <a:xfrm>
            <a:off x="7842240" y="3265920"/>
            <a:ext cx="29520" cy="2160"/>
          </a:xfrm>
          <a:custGeom>
            <a:avLst/>
            <a:gdLst/>
            <a:ahLst/>
            <a:rect l="0" t="0" r="r" b="b"/>
            <a:pathLst>
              <a:path w="82" h="6">
                <a:moveTo>
                  <a:pt x="0" y="5"/>
                </a:moveTo>
                <a:lnTo>
                  <a:pt x="62" y="0"/>
                </a:lnTo>
                <a:lnTo>
                  <a:pt x="82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0" name=""/>
          <p:cNvSpPr/>
          <p:nvPr/>
        </p:nvSpPr>
        <p:spPr>
          <a:xfrm>
            <a:off x="7842240" y="3265920"/>
            <a:ext cx="43920" cy="2880"/>
          </a:xfrm>
          <a:custGeom>
            <a:avLst/>
            <a:gdLst/>
            <a:ahLst/>
            <a:rect l="0" t="0" r="r" b="b"/>
            <a:pathLst>
              <a:path w="122" h="8">
                <a:moveTo>
                  <a:pt x="0" y="6"/>
                </a:moveTo>
                <a:lnTo>
                  <a:pt x="81" y="0"/>
                </a:lnTo>
                <a:lnTo>
                  <a:pt x="122" y="0"/>
                </a:lnTo>
                <a:lnTo>
                  <a:pt x="0" y="8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1" name=""/>
          <p:cNvSpPr/>
          <p:nvPr/>
        </p:nvSpPr>
        <p:spPr>
          <a:xfrm>
            <a:off x="7842240" y="3265920"/>
            <a:ext cx="47520" cy="3240"/>
          </a:xfrm>
          <a:custGeom>
            <a:avLst/>
            <a:gdLst/>
            <a:ahLst/>
            <a:rect l="0" t="0" r="r" b="b"/>
            <a:pathLst>
              <a:path w="132" h="9">
                <a:moveTo>
                  <a:pt x="0" y="8"/>
                </a:moveTo>
                <a:lnTo>
                  <a:pt x="122" y="0"/>
                </a:lnTo>
                <a:lnTo>
                  <a:pt x="132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2" name=""/>
          <p:cNvSpPr/>
          <p:nvPr/>
        </p:nvSpPr>
        <p:spPr>
          <a:xfrm>
            <a:off x="7842240" y="3265920"/>
            <a:ext cx="51120" cy="3600"/>
          </a:xfrm>
          <a:custGeom>
            <a:avLst/>
            <a:gdLst/>
            <a:ahLst/>
            <a:rect l="0" t="0" r="r" b="b"/>
            <a:pathLst>
              <a:path w="142" h="10">
                <a:moveTo>
                  <a:pt x="0" y="9"/>
                </a:moveTo>
                <a:lnTo>
                  <a:pt x="132" y="0"/>
                </a:lnTo>
                <a:lnTo>
                  <a:pt x="142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3" name=""/>
          <p:cNvSpPr/>
          <p:nvPr/>
        </p:nvSpPr>
        <p:spPr>
          <a:xfrm>
            <a:off x="7842240" y="3265920"/>
            <a:ext cx="58320" cy="3960"/>
          </a:xfrm>
          <a:custGeom>
            <a:avLst/>
            <a:gdLst/>
            <a:ahLst/>
            <a:rect l="0" t="0" r="r" b="b"/>
            <a:pathLst>
              <a:path w="162" h="11">
                <a:moveTo>
                  <a:pt x="0" y="10"/>
                </a:moveTo>
                <a:lnTo>
                  <a:pt x="142" y="0"/>
                </a:lnTo>
                <a:lnTo>
                  <a:pt x="162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4" name=""/>
          <p:cNvSpPr/>
          <p:nvPr/>
        </p:nvSpPr>
        <p:spPr>
          <a:xfrm>
            <a:off x="7842240" y="3265920"/>
            <a:ext cx="65520" cy="4320"/>
          </a:xfrm>
          <a:custGeom>
            <a:avLst/>
            <a:gdLst/>
            <a:ahLst/>
            <a:rect l="0" t="0" r="r" b="b"/>
            <a:pathLst>
              <a:path w="182" h="12">
                <a:moveTo>
                  <a:pt x="0" y="11"/>
                </a:moveTo>
                <a:lnTo>
                  <a:pt x="162" y="0"/>
                </a:lnTo>
                <a:lnTo>
                  <a:pt x="182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5" name=""/>
          <p:cNvSpPr/>
          <p:nvPr/>
        </p:nvSpPr>
        <p:spPr>
          <a:xfrm>
            <a:off x="7842240" y="3265920"/>
            <a:ext cx="69120" cy="4680"/>
          </a:xfrm>
          <a:custGeom>
            <a:avLst/>
            <a:gdLst/>
            <a:ahLst/>
            <a:rect l="0" t="0" r="r" b="b"/>
            <a:pathLst>
              <a:path w="192" h="13">
                <a:moveTo>
                  <a:pt x="0" y="12"/>
                </a:moveTo>
                <a:lnTo>
                  <a:pt x="182" y="0"/>
                </a:lnTo>
                <a:lnTo>
                  <a:pt x="192" y="0"/>
                </a:lnTo>
                <a:lnTo>
                  <a:pt x="0" y="13"/>
                </a:lnTo>
                <a:lnTo>
                  <a:pt x="0" y="12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6" name=""/>
          <p:cNvSpPr/>
          <p:nvPr/>
        </p:nvSpPr>
        <p:spPr>
          <a:xfrm>
            <a:off x="7842240" y="3265920"/>
            <a:ext cx="72720" cy="5040"/>
          </a:xfrm>
          <a:custGeom>
            <a:avLst/>
            <a:gdLst/>
            <a:ahLst/>
            <a:rect l="0" t="0" r="r" b="b"/>
            <a:pathLst>
              <a:path w="202" h="14">
                <a:moveTo>
                  <a:pt x="0" y="13"/>
                </a:moveTo>
                <a:lnTo>
                  <a:pt x="192" y="0"/>
                </a:lnTo>
                <a:lnTo>
                  <a:pt x="202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7" name=""/>
          <p:cNvSpPr/>
          <p:nvPr/>
        </p:nvSpPr>
        <p:spPr>
          <a:xfrm>
            <a:off x="7842240" y="3265920"/>
            <a:ext cx="87480" cy="5760"/>
          </a:xfrm>
          <a:custGeom>
            <a:avLst/>
            <a:gdLst/>
            <a:ahLst/>
            <a:rect l="0" t="0" r="r" b="b"/>
            <a:pathLst>
              <a:path w="243" h="16">
                <a:moveTo>
                  <a:pt x="0" y="14"/>
                </a:moveTo>
                <a:lnTo>
                  <a:pt x="202" y="0"/>
                </a:lnTo>
                <a:lnTo>
                  <a:pt x="243" y="0"/>
                </a:lnTo>
                <a:lnTo>
                  <a:pt x="0" y="16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8" name=""/>
          <p:cNvSpPr/>
          <p:nvPr/>
        </p:nvSpPr>
        <p:spPr>
          <a:xfrm>
            <a:off x="7842240" y="3265920"/>
            <a:ext cx="91080" cy="6120"/>
          </a:xfrm>
          <a:custGeom>
            <a:avLst/>
            <a:gdLst/>
            <a:ahLst/>
            <a:rect l="0" t="0" r="r" b="b"/>
            <a:pathLst>
              <a:path w="253" h="17">
                <a:moveTo>
                  <a:pt x="0" y="16"/>
                </a:moveTo>
                <a:lnTo>
                  <a:pt x="243" y="0"/>
                </a:lnTo>
                <a:lnTo>
                  <a:pt x="253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89" name=""/>
          <p:cNvSpPr/>
          <p:nvPr/>
        </p:nvSpPr>
        <p:spPr>
          <a:xfrm>
            <a:off x="7842240" y="3265920"/>
            <a:ext cx="94680" cy="6480"/>
          </a:xfrm>
          <a:custGeom>
            <a:avLst/>
            <a:gdLst/>
            <a:ahLst/>
            <a:rect l="0" t="0" r="r" b="b"/>
            <a:pathLst>
              <a:path w="263" h="18">
                <a:moveTo>
                  <a:pt x="0" y="17"/>
                </a:moveTo>
                <a:lnTo>
                  <a:pt x="253" y="0"/>
                </a:lnTo>
                <a:lnTo>
                  <a:pt x="263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0" name=""/>
          <p:cNvSpPr/>
          <p:nvPr/>
        </p:nvSpPr>
        <p:spPr>
          <a:xfrm>
            <a:off x="7842240" y="3265920"/>
            <a:ext cx="101880" cy="6840"/>
          </a:xfrm>
          <a:custGeom>
            <a:avLst/>
            <a:gdLst/>
            <a:ahLst/>
            <a:rect l="0" t="0" r="r" b="b"/>
            <a:pathLst>
              <a:path w="283" h="19">
                <a:moveTo>
                  <a:pt x="0" y="18"/>
                </a:moveTo>
                <a:lnTo>
                  <a:pt x="262" y="0"/>
                </a:lnTo>
                <a:lnTo>
                  <a:pt x="283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1" name=""/>
          <p:cNvSpPr/>
          <p:nvPr/>
        </p:nvSpPr>
        <p:spPr>
          <a:xfrm>
            <a:off x="7842240" y="3265920"/>
            <a:ext cx="105480" cy="7200"/>
          </a:xfrm>
          <a:custGeom>
            <a:avLst/>
            <a:gdLst/>
            <a:ahLst/>
            <a:rect l="0" t="0" r="r" b="b"/>
            <a:pathLst>
              <a:path w="293" h="20">
                <a:moveTo>
                  <a:pt x="0" y="19"/>
                </a:moveTo>
                <a:lnTo>
                  <a:pt x="283" y="0"/>
                </a:lnTo>
                <a:lnTo>
                  <a:pt x="293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2" name=""/>
          <p:cNvSpPr/>
          <p:nvPr/>
        </p:nvSpPr>
        <p:spPr>
          <a:xfrm>
            <a:off x="7842240" y="3265920"/>
            <a:ext cx="109080" cy="7200"/>
          </a:xfrm>
          <a:custGeom>
            <a:avLst/>
            <a:gdLst/>
            <a:ahLst/>
            <a:rect l="0" t="0" r="r" b="b"/>
            <a:pathLst>
              <a:path w="303" h="20">
                <a:moveTo>
                  <a:pt x="0" y="20"/>
                </a:moveTo>
                <a:lnTo>
                  <a:pt x="293" y="0"/>
                </a:lnTo>
                <a:lnTo>
                  <a:pt x="303" y="0"/>
                </a:lnTo>
                <a:lnTo>
                  <a:pt x="0" y="20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3" name=""/>
          <p:cNvSpPr/>
          <p:nvPr/>
        </p:nvSpPr>
        <p:spPr>
          <a:xfrm>
            <a:off x="7842240" y="3265920"/>
            <a:ext cx="116280" cy="7920"/>
          </a:xfrm>
          <a:custGeom>
            <a:avLst/>
            <a:gdLst/>
            <a:ahLst/>
            <a:rect l="0" t="0" r="r" b="b"/>
            <a:pathLst>
              <a:path w="323" h="22">
                <a:moveTo>
                  <a:pt x="0" y="20"/>
                </a:moveTo>
                <a:lnTo>
                  <a:pt x="303" y="0"/>
                </a:lnTo>
                <a:lnTo>
                  <a:pt x="323" y="0"/>
                </a:lnTo>
                <a:lnTo>
                  <a:pt x="0" y="22"/>
                </a:lnTo>
                <a:lnTo>
                  <a:pt x="0" y="20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4" name=""/>
          <p:cNvSpPr/>
          <p:nvPr/>
        </p:nvSpPr>
        <p:spPr>
          <a:xfrm>
            <a:off x="7842240" y="3265920"/>
            <a:ext cx="119880" cy="7920"/>
          </a:xfrm>
          <a:custGeom>
            <a:avLst/>
            <a:gdLst/>
            <a:ahLst/>
            <a:rect l="0" t="0" r="r" b="b"/>
            <a:pathLst>
              <a:path w="333" h="22">
                <a:moveTo>
                  <a:pt x="0" y="22"/>
                </a:moveTo>
                <a:lnTo>
                  <a:pt x="323" y="0"/>
                </a:lnTo>
                <a:lnTo>
                  <a:pt x="333" y="0"/>
                </a:lnTo>
                <a:lnTo>
                  <a:pt x="0" y="22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5" name=""/>
          <p:cNvSpPr/>
          <p:nvPr/>
        </p:nvSpPr>
        <p:spPr>
          <a:xfrm>
            <a:off x="7842240" y="3265920"/>
            <a:ext cx="123480" cy="8280"/>
          </a:xfrm>
          <a:custGeom>
            <a:avLst/>
            <a:gdLst/>
            <a:ahLst/>
            <a:rect l="0" t="0" r="r" b="b"/>
            <a:pathLst>
              <a:path w="343" h="23">
                <a:moveTo>
                  <a:pt x="0" y="22"/>
                </a:moveTo>
                <a:lnTo>
                  <a:pt x="333" y="0"/>
                </a:lnTo>
                <a:lnTo>
                  <a:pt x="343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6" name=""/>
          <p:cNvSpPr/>
          <p:nvPr/>
        </p:nvSpPr>
        <p:spPr>
          <a:xfrm>
            <a:off x="7842240" y="3265920"/>
            <a:ext cx="130680" cy="8640"/>
          </a:xfrm>
          <a:custGeom>
            <a:avLst/>
            <a:gdLst/>
            <a:ahLst/>
            <a:rect l="0" t="0" r="r" b="b"/>
            <a:pathLst>
              <a:path w="363" h="24">
                <a:moveTo>
                  <a:pt x="0" y="23"/>
                </a:moveTo>
                <a:lnTo>
                  <a:pt x="343" y="0"/>
                </a:lnTo>
                <a:lnTo>
                  <a:pt x="363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7" name=""/>
          <p:cNvSpPr/>
          <p:nvPr/>
        </p:nvSpPr>
        <p:spPr>
          <a:xfrm>
            <a:off x="7842240" y="3265920"/>
            <a:ext cx="134640" cy="9000"/>
          </a:xfrm>
          <a:custGeom>
            <a:avLst/>
            <a:gdLst/>
            <a:ahLst/>
            <a:rect l="0" t="0" r="r" b="b"/>
            <a:pathLst>
              <a:path w="374" h="25">
                <a:moveTo>
                  <a:pt x="0" y="24"/>
                </a:moveTo>
                <a:lnTo>
                  <a:pt x="363" y="0"/>
                </a:lnTo>
                <a:lnTo>
                  <a:pt x="374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8" name=""/>
          <p:cNvSpPr/>
          <p:nvPr/>
        </p:nvSpPr>
        <p:spPr>
          <a:xfrm>
            <a:off x="7842240" y="3265920"/>
            <a:ext cx="138240" cy="9360"/>
          </a:xfrm>
          <a:custGeom>
            <a:avLst/>
            <a:gdLst/>
            <a:ahLst/>
            <a:rect l="0" t="0" r="r" b="b"/>
            <a:pathLst>
              <a:path w="384" h="26">
                <a:moveTo>
                  <a:pt x="0" y="25"/>
                </a:moveTo>
                <a:lnTo>
                  <a:pt x="374" y="0"/>
                </a:lnTo>
                <a:lnTo>
                  <a:pt x="384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0999" name=""/>
          <p:cNvSpPr/>
          <p:nvPr/>
        </p:nvSpPr>
        <p:spPr>
          <a:xfrm>
            <a:off x="7842240" y="3265920"/>
            <a:ext cx="141840" cy="9360"/>
          </a:xfrm>
          <a:custGeom>
            <a:avLst/>
            <a:gdLst/>
            <a:ahLst/>
            <a:rect l="0" t="0" r="r" b="b"/>
            <a:pathLst>
              <a:path w="394" h="26">
                <a:moveTo>
                  <a:pt x="0" y="26"/>
                </a:moveTo>
                <a:lnTo>
                  <a:pt x="384" y="0"/>
                </a:lnTo>
                <a:lnTo>
                  <a:pt x="394" y="0"/>
                </a:lnTo>
                <a:lnTo>
                  <a:pt x="0" y="26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0" name=""/>
          <p:cNvSpPr/>
          <p:nvPr/>
        </p:nvSpPr>
        <p:spPr>
          <a:xfrm>
            <a:off x="7842240" y="3265920"/>
            <a:ext cx="145440" cy="9720"/>
          </a:xfrm>
          <a:custGeom>
            <a:avLst/>
            <a:gdLst/>
            <a:ahLst/>
            <a:rect l="0" t="0" r="r" b="b"/>
            <a:pathLst>
              <a:path w="404" h="27">
                <a:moveTo>
                  <a:pt x="0" y="26"/>
                </a:moveTo>
                <a:lnTo>
                  <a:pt x="394" y="0"/>
                </a:lnTo>
                <a:lnTo>
                  <a:pt x="404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1" name=""/>
          <p:cNvSpPr/>
          <p:nvPr/>
        </p:nvSpPr>
        <p:spPr>
          <a:xfrm>
            <a:off x="7842240" y="3265920"/>
            <a:ext cx="149040" cy="10080"/>
          </a:xfrm>
          <a:custGeom>
            <a:avLst/>
            <a:gdLst/>
            <a:ahLst/>
            <a:rect l="0" t="0" r="r" b="b"/>
            <a:pathLst>
              <a:path w="414" h="28">
                <a:moveTo>
                  <a:pt x="0" y="27"/>
                </a:moveTo>
                <a:lnTo>
                  <a:pt x="404" y="0"/>
                </a:lnTo>
                <a:lnTo>
                  <a:pt x="414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2" name=""/>
          <p:cNvSpPr/>
          <p:nvPr/>
        </p:nvSpPr>
        <p:spPr>
          <a:xfrm>
            <a:off x="7842240" y="3265920"/>
            <a:ext cx="152640" cy="10080"/>
          </a:xfrm>
          <a:custGeom>
            <a:avLst/>
            <a:gdLst/>
            <a:ahLst/>
            <a:rect l="0" t="0" r="r" b="b"/>
            <a:pathLst>
              <a:path w="424" h="28">
                <a:moveTo>
                  <a:pt x="0" y="28"/>
                </a:moveTo>
                <a:lnTo>
                  <a:pt x="414" y="0"/>
                </a:lnTo>
                <a:lnTo>
                  <a:pt x="424" y="0"/>
                </a:lnTo>
                <a:lnTo>
                  <a:pt x="0" y="28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3" name=""/>
          <p:cNvSpPr/>
          <p:nvPr/>
        </p:nvSpPr>
        <p:spPr>
          <a:xfrm>
            <a:off x="7842240" y="3265920"/>
            <a:ext cx="159840" cy="10800"/>
          </a:xfrm>
          <a:custGeom>
            <a:avLst/>
            <a:gdLst/>
            <a:ahLst/>
            <a:rect l="0" t="0" r="r" b="b"/>
            <a:pathLst>
              <a:path w="444" h="30">
                <a:moveTo>
                  <a:pt x="0" y="28"/>
                </a:moveTo>
                <a:lnTo>
                  <a:pt x="424" y="0"/>
                </a:lnTo>
                <a:lnTo>
                  <a:pt x="444" y="0"/>
                </a:lnTo>
                <a:lnTo>
                  <a:pt x="0" y="30"/>
                </a:lnTo>
                <a:lnTo>
                  <a:pt x="0" y="28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4" name=""/>
          <p:cNvSpPr/>
          <p:nvPr/>
        </p:nvSpPr>
        <p:spPr>
          <a:xfrm>
            <a:off x="7842240" y="3265920"/>
            <a:ext cx="167040" cy="11160"/>
          </a:xfrm>
          <a:custGeom>
            <a:avLst/>
            <a:gdLst/>
            <a:ahLst/>
            <a:rect l="0" t="0" r="r" b="b"/>
            <a:pathLst>
              <a:path w="464" h="31">
                <a:moveTo>
                  <a:pt x="0" y="30"/>
                </a:moveTo>
                <a:lnTo>
                  <a:pt x="444" y="0"/>
                </a:lnTo>
                <a:lnTo>
                  <a:pt x="464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5" name=""/>
          <p:cNvSpPr/>
          <p:nvPr/>
        </p:nvSpPr>
        <p:spPr>
          <a:xfrm>
            <a:off x="7842240" y="3265920"/>
            <a:ext cx="170640" cy="11520"/>
          </a:xfrm>
          <a:custGeom>
            <a:avLst/>
            <a:gdLst/>
            <a:ahLst/>
            <a:rect l="0" t="0" r="r" b="b"/>
            <a:pathLst>
              <a:path w="474" h="32">
                <a:moveTo>
                  <a:pt x="0" y="31"/>
                </a:moveTo>
                <a:lnTo>
                  <a:pt x="464" y="0"/>
                </a:lnTo>
                <a:lnTo>
                  <a:pt x="474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6" name=""/>
          <p:cNvSpPr/>
          <p:nvPr/>
        </p:nvSpPr>
        <p:spPr>
          <a:xfrm>
            <a:off x="7842240" y="3265920"/>
            <a:ext cx="174240" cy="11520"/>
          </a:xfrm>
          <a:custGeom>
            <a:avLst/>
            <a:gdLst/>
            <a:ahLst/>
            <a:rect l="0" t="0" r="r" b="b"/>
            <a:pathLst>
              <a:path w="484" h="32">
                <a:moveTo>
                  <a:pt x="0" y="32"/>
                </a:moveTo>
                <a:lnTo>
                  <a:pt x="474" y="0"/>
                </a:lnTo>
                <a:lnTo>
                  <a:pt x="484" y="0"/>
                </a:lnTo>
                <a:lnTo>
                  <a:pt x="0" y="32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7" name=""/>
          <p:cNvSpPr/>
          <p:nvPr/>
        </p:nvSpPr>
        <p:spPr>
          <a:xfrm>
            <a:off x="7842240" y="3265920"/>
            <a:ext cx="177840" cy="11880"/>
          </a:xfrm>
          <a:custGeom>
            <a:avLst/>
            <a:gdLst/>
            <a:ahLst/>
            <a:rect l="0" t="0" r="r" b="b"/>
            <a:pathLst>
              <a:path w="494" h="33">
                <a:moveTo>
                  <a:pt x="0" y="31"/>
                </a:moveTo>
                <a:lnTo>
                  <a:pt x="484" y="0"/>
                </a:lnTo>
                <a:lnTo>
                  <a:pt x="494" y="0"/>
                </a:lnTo>
                <a:lnTo>
                  <a:pt x="0" y="33"/>
                </a:lnTo>
                <a:lnTo>
                  <a:pt x="0" y="31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8" name=""/>
          <p:cNvSpPr/>
          <p:nvPr/>
        </p:nvSpPr>
        <p:spPr>
          <a:xfrm>
            <a:off x="7842240" y="3265920"/>
            <a:ext cx="181440" cy="12240"/>
          </a:xfrm>
          <a:custGeom>
            <a:avLst/>
            <a:gdLst/>
            <a:ahLst/>
            <a:rect l="0" t="0" r="r" b="b"/>
            <a:pathLst>
              <a:path w="504" h="34">
                <a:moveTo>
                  <a:pt x="0" y="33"/>
                </a:moveTo>
                <a:lnTo>
                  <a:pt x="494" y="0"/>
                </a:lnTo>
                <a:lnTo>
                  <a:pt x="50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09" name=""/>
          <p:cNvSpPr/>
          <p:nvPr/>
        </p:nvSpPr>
        <p:spPr>
          <a:xfrm>
            <a:off x="7842240" y="3265920"/>
            <a:ext cx="185040" cy="12240"/>
          </a:xfrm>
          <a:custGeom>
            <a:avLst/>
            <a:gdLst/>
            <a:ahLst/>
            <a:rect l="0" t="0" r="r" b="b"/>
            <a:pathLst>
              <a:path w="514" h="34">
                <a:moveTo>
                  <a:pt x="0" y="34"/>
                </a:moveTo>
                <a:lnTo>
                  <a:pt x="504" y="0"/>
                </a:lnTo>
                <a:lnTo>
                  <a:pt x="514" y="0"/>
                </a:lnTo>
                <a:lnTo>
                  <a:pt x="0" y="34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0" name=""/>
          <p:cNvSpPr/>
          <p:nvPr/>
        </p:nvSpPr>
        <p:spPr>
          <a:xfrm>
            <a:off x="7842240" y="3265920"/>
            <a:ext cx="188640" cy="12600"/>
          </a:xfrm>
          <a:custGeom>
            <a:avLst/>
            <a:gdLst/>
            <a:ahLst/>
            <a:rect l="0" t="0" r="r" b="b"/>
            <a:pathLst>
              <a:path w="524" h="35">
                <a:moveTo>
                  <a:pt x="0" y="34"/>
                </a:moveTo>
                <a:lnTo>
                  <a:pt x="514" y="0"/>
                </a:lnTo>
                <a:lnTo>
                  <a:pt x="524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1" name=""/>
          <p:cNvSpPr/>
          <p:nvPr/>
        </p:nvSpPr>
        <p:spPr>
          <a:xfrm>
            <a:off x="7842240" y="3265920"/>
            <a:ext cx="196200" cy="12960"/>
          </a:xfrm>
          <a:custGeom>
            <a:avLst/>
            <a:gdLst/>
            <a:ahLst/>
            <a:rect l="0" t="0" r="r" b="b"/>
            <a:pathLst>
              <a:path w="545" h="36">
                <a:moveTo>
                  <a:pt x="0" y="35"/>
                </a:moveTo>
                <a:lnTo>
                  <a:pt x="524" y="0"/>
                </a:lnTo>
                <a:lnTo>
                  <a:pt x="545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2" name=""/>
          <p:cNvSpPr/>
          <p:nvPr/>
        </p:nvSpPr>
        <p:spPr>
          <a:xfrm>
            <a:off x="7842240" y="3265920"/>
            <a:ext cx="199800" cy="13320"/>
          </a:xfrm>
          <a:custGeom>
            <a:avLst/>
            <a:gdLst/>
            <a:ahLst/>
            <a:rect l="0" t="0" r="r" b="b"/>
            <a:pathLst>
              <a:path w="555" h="37">
                <a:moveTo>
                  <a:pt x="0" y="36"/>
                </a:moveTo>
                <a:lnTo>
                  <a:pt x="545" y="0"/>
                </a:lnTo>
                <a:lnTo>
                  <a:pt x="555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3" name=""/>
          <p:cNvSpPr/>
          <p:nvPr/>
        </p:nvSpPr>
        <p:spPr>
          <a:xfrm>
            <a:off x="7842240" y="3265920"/>
            <a:ext cx="203400" cy="13680"/>
          </a:xfrm>
          <a:custGeom>
            <a:avLst/>
            <a:gdLst/>
            <a:ahLst/>
            <a:rect l="0" t="0" r="r" b="b"/>
            <a:pathLst>
              <a:path w="565" h="38">
                <a:moveTo>
                  <a:pt x="0" y="37"/>
                </a:moveTo>
                <a:lnTo>
                  <a:pt x="555" y="0"/>
                </a:lnTo>
                <a:lnTo>
                  <a:pt x="565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4" name=""/>
          <p:cNvSpPr/>
          <p:nvPr/>
        </p:nvSpPr>
        <p:spPr>
          <a:xfrm>
            <a:off x="7842240" y="3265920"/>
            <a:ext cx="207000" cy="13680"/>
          </a:xfrm>
          <a:custGeom>
            <a:avLst/>
            <a:gdLst/>
            <a:ahLst/>
            <a:rect l="0" t="0" r="r" b="b"/>
            <a:pathLst>
              <a:path w="575" h="38">
                <a:moveTo>
                  <a:pt x="0" y="38"/>
                </a:moveTo>
                <a:lnTo>
                  <a:pt x="565" y="0"/>
                </a:lnTo>
                <a:lnTo>
                  <a:pt x="575" y="0"/>
                </a:lnTo>
                <a:lnTo>
                  <a:pt x="0" y="38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5" name=""/>
          <p:cNvSpPr/>
          <p:nvPr/>
        </p:nvSpPr>
        <p:spPr>
          <a:xfrm>
            <a:off x="7842240" y="3265920"/>
            <a:ext cx="210600" cy="14040"/>
          </a:xfrm>
          <a:custGeom>
            <a:avLst/>
            <a:gdLst/>
            <a:ahLst/>
            <a:rect l="0" t="0" r="r" b="b"/>
            <a:pathLst>
              <a:path w="585" h="39">
                <a:moveTo>
                  <a:pt x="0" y="38"/>
                </a:moveTo>
                <a:lnTo>
                  <a:pt x="575" y="0"/>
                </a:lnTo>
                <a:lnTo>
                  <a:pt x="585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6" name=""/>
          <p:cNvSpPr/>
          <p:nvPr/>
        </p:nvSpPr>
        <p:spPr>
          <a:xfrm>
            <a:off x="7842240" y="3265920"/>
            <a:ext cx="217800" cy="14400"/>
          </a:xfrm>
          <a:custGeom>
            <a:avLst/>
            <a:gdLst/>
            <a:ahLst/>
            <a:rect l="0" t="0" r="r" b="b"/>
            <a:pathLst>
              <a:path w="605" h="40">
                <a:moveTo>
                  <a:pt x="0" y="39"/>
                </a:moveTo>
                <a:lnTo>
                  <a:pt x="585" y="0"/>
                </a:lnTo>
                <a:lnTo>
                  <a:pt x="605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7" name=""/>
          <p:cNvSpPr/>
          <p:nvPr/>
        </p:nvSpPr>
        <p:spPr>
          <a:xfrm>
            <a:off x="7842240" y="3265920"/>
            <a:ext cx="221400" cy="14760"/>
          </a:xfrm>
          <a:custGeom>
            <a:avLst/>
            <a:gdLst/>
            <a:ahLst/>
            <a:rect l="0" t="0" r="r" b="b"/>
            <a:pathLst>
              <a:path w="615" h="41">
                <a:moveTo>
                  <a:pt x="0" y="40"/>
                </a:moveTo>
                <a:lnTo>
                  <a:pt x="605" y="0"/>
                </a:lnTo>
                <a:lnTo>
                  <a:pt x="615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8" name=""/>
          <p:cNvSpPr/>
          <p:nvPr/>
        </p:nvSpPr>
        <p:spPr>
          <a:xfrm>
            <a:off x="7842240" y="3265920"/>
            <a:ext cx="225000" cy="15120"/>
          </a:xfrm>
          <a:custGeom>
            <a:avLst/>
            <a:gdLst/>
            <a:ahLst/>
            <a:rect l="0" t="0" r="r" b="b"/>
            <a:pathLst>
              <a:path w="625" h="42">
                <a:moveTo>
                  <a:pt x="0" y="41"/>
                </a:moveTo>
                <a:lnTo>
                  <a:pt x="615" y="0"/>
                </a:lnTo>
                <a:lnTo>
                  <a:pt x="625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19" name=""/>
          <p:cNvSpPr/>
          <p:nvPr/>
        </p:nvSpPr>
        <p:spPr>
          <a:xfrm>
            <a:off x="7842240" y="3265920"/>
            <a:ext cx="228600" cy="15120"/>
          </a:xfrm>
          <a:custGeom>
            <a:avLst/>
            <a:gdLst/>
            <a:ahLst/>
            <a:rect l="0" t="0" r="r" b="b"/>
            <a:pathLst>
              <a:path w="635" h="42">
                <a:moveTo>
                  <a:pt x="0" y="42"/>
                </a:moveTo>
                <a:lnTo>
                  <a:pt x="625" y="0"/>
                </a:lnTo>
                <a:lnTo>
                  <a:pt x="635" y="0"/>
                </a:lnTo>
                <a:lnTo>
                  <a:pt x="0" y="4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0" name=""/>
          <p:cNvSpPr/>
          <p:nvPr/>
        </p:nvSpPr>
        <p:spPr>
          <a:xfrm>
            <a:off x="7842240" y="3265920"/>
            <a:ext cx="232200" cy="15480"/>
          </a:xfrm>
          <a:custGeom>
            <a:avLst/>
            <a:gdLst/>
            <a:ahLst/>
            <a:rect l="0" t="0" r="r" b="b"/>
            <a:pathLst>
              <a:path w="645" h="43">
                <a:moveTo>
                  <a:pt x="0" y="42"/>
                </a:moveTo>
                <a:lnTo>
                  <a:pt x="635" y="0"/>
                </a:lnTo>
                <a:lnTo>
                  <a:pt x="645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1" name=""/>
          <p:cNvSpPr/>
          <p:nvPr/>
        </p:nvSpPr>
        <p:spPr>
          <a:xfrm>
            <a:off x="7842240" y="3265920"/>
            <a:ext cx="235800" cy="15840"/>
          </a:xfrm>
          <a:custGeom>
            <a:avLst/>
            <a:gdLst/>
            <a:ahLst/>
            <a:rect l="0" t="0" r="r" b="b"/>
            <a:pathLst>
              <a:path w="655" h="44">
                <a:moveTo>
                  <a:pt x="0" y="43"/>
                </a:moveTo>
                <a:lnTo>
                  <a:pt x="645" y="0"/>
                </a:lnTo>
                <a:lnTo>
                  <a:pt x="655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2" name=""/>
          <p:cNvSpPr/>
          <p:nvPr/>
        </p:nvSpPr>
        <p:spPr>
          <a:xfrm>
            <a:off x="7842240" y="3265920"/>
            <a:ext cx="239400" cy="15840"/>
          </a:xfrm>
          <a:custGeom>
            <a:avLst/>
            <a:gdLst/>
            <a:ahLst/>
            <a:rect l="0" t="0" r="r" b="b"/>
            <a:pathLst>
              <a:path w="665" h="44">
                <a:moveTo>
                  <a:pt x="0" y="44"/>
                </a:moveTo>
                <a:lnTo>
                  <a:pt x="655" y="0"/>
                </a:lnTo>
                <a:lnTo>
                  <a:pt x="665" y="0"/>
                </a:lnTo>
                <a:lnTo>
                  <a:pt x="0" y="44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3" name=""/>
          <p:cNvSpPr/>
          <p:nvPr/>
        </p:nvSpPr>
        <p:spPr>
          <a:xfrm>
            <a:off x="7842240" y="3265920"/>
            <a:ext cx="243000" cy="16200"/>
          </a:xfrm>
          <a:custGeom>
            <a:avLst/>
            <a:gdLst/>
            <a:ahLst/>
            <a:rect l="0" t="0" r="r" b="b"/>
            <a:pathLst>
              <a:path w="675" h="45">
                <a:moveTo>
                  <a:pt x="0" y="44"/>
                </a:moveTo>
                <a:lnTo>
                  <a:pt x="665" y="0"/>
                </a:lnTo>
                <a:lnTo>
                  <a:pt x="675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4" name=""/>
          <p:cNvSpPr/>
          <p:nvPr/>
        </p:nvSpPr>
        <p:spPr>
          <a:xfrm>
            <a:off x="7842240" y="3265920"/>
            <a:ext cx="246600" cy="16560"/>
          </a:xfrm>
          <a:custGeom>
            <a:avLst/>
            <a:gdLst/>
            <a:ahLst/>
            <a:rect l="0" t="0" r="r" b="b"/>
            <a:pathLst>
              <a:path w="685" h="46">
                <a:moveTo>
                  <a:pt x="0" y="45"/>
                </a:moveTo>
                <a:lnTo>
                  <a:pt x="675" y="0"/>
                </a:lnTo>
                <a:lnTo>
                  <a:pt x="685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5" name=""/>
          <p:cNvSpPr/>
          <p:nvPr/>
        </p:nvSpPr>
        <p:spPr>
          <a:xfrm>
            <a:off x="7842240" y="3265920"/>
            <a:ext cx="250560" cy="16560"/>
          </a:xfrm>
          <a:custGeom>
            <a:avLst/>
            <a:gdLst/>
            <a:ahLst/>
            <a:rect l="0" t="0" r="r" b="b"/>
            <a:pathLst>
              <a:path w="696" h="46">
                <a:moveTo>
                  <a:pt x="0" y="46"/>
                </a:moveTo>
                <a:lnTo>
                  <a:pt x="685" y="0"/>
                </a:lnTo>
                <a:lnTo>
                  <a:pt x="696" y="0"/>
                </a:lnTo>
                <a:lnTo>
                  <a:pt x="0" y="46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6" name=""/>
          <p:cNvSpPr/>
          <p:nvPr/>
        </p:nvSpPr>
        <p:spPr>
          <a:xfrm>
            <a:off x="7842240" y="3265920"/>
            <a:ext cx="254160" cy="16920"/>
          </a:xfrm>
          <a:custGeom>
            <a:avLst/>
            <a:gdLst/>
            <a:ahLst/>
            <a:rect l="0" t="0" r="r" b="b"/>
            <a:pathLst>
              <a:path w="706" h="47">
                <a:moveTo>
                  <a:pt x="0" y="46"/>
                </a:moveTo>
                <a:lnTo>
                  <a:pt x="696" y="0"/>
                </a:lnTo>
                <a:lnTo>
                  <a:pt x="706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7" name=""/>
          <p:cNvSpPr/>
          <p:nvPr/>
        </p:nvSpPr>
        <p:spPr>
          <a:xfrm>
            <a:off x="7842240" y="3265920"/>
            <a:ext cx="257760" cy="17280"/>
          </a:xfrm>
          <a:custGeom>
            <a:avLst/>
            <a:gdLst/>
            <a:ahLst/>
            <a:rect l="0" t="0" r="r" b="b"/>
            <a:pathLst>
              <a:path w="716" h="48">
                <a:moveTo>
                  <a:pt x="0" y="47"/>
                </a:moveTo>
                <a:lnTo>
                  <a:pt x="705" y="0"/>
                </a:lnTo>
                <a:lnTo>
                  <a:pt x="716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8" name=""/>
          <p:cNvSpPr/>
          <p:nvPr/>
        </p:nvSpPr>
        <p:spPr>
          <a:xfrm>
            <a:off x="7842240" y="3265920"/>
            <a:ext cx="261360" cy="17280"/>
          </a:xfrm>
          <a:custGeom>
            <a:avLst/>
            <a:gdLst/>
            <a:ahLst/>
            <a:rect l="0" t="0" r="r" b="b"/>
            <a:pathLst>
              <a:path w="726" h="48">
                <a:moveTo>
                  <a:pt x="0" y="48"/>
                </a:moveTo>
                <a:lnTo>
                  <a:pt x="716" y="0"/>
                </a:lnTo>
                <a:lnTo>
                  <a:pt x="726" y="0"/>
                </a:lnTo>
                <a:lnTo>
                  <a:pt x="0" y="48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29" name=""/>
          <p:cNvSpPr/>
          <p:nvPr/>
        </p:nvSpPr>
        <p:spPr>
          <a:xfrm>
            <a:off x="7842240" y="3265920"/>
            <a:ext cx="264960" cy="17640"/>
          </a:xfrm>
          <a:custGeom>
            <a:avLst/>
            <a:gdLst/>
            <a:ahLst/>
            <a:rect l="0" t="0" r="r" b="b"/>
            <a:pathLst>
              <a:path w="736" h="49">
                <a:moveTo>
                  <a:pt x="0" y="48"/>
                </a:moveTo>
                <a:lnTo>
                  <a:pt x="726" y="0"/>
                </a:lnTo>
                <a:lnTo>
                  <a:pt x="736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0" name=""/>
          <p:cNvSpPr/>
          <p:nvPr/>
        </p:nvSpPr>
        <p:spPr>
          <a:xfrm>
            <a:off x="7842240" y="3265920"/>
            <a:ext cx="268560" cy="18000"/>
          </a:xfrm>
          <a:custGeom>
            <a:avLst/>
            <a:gdLst/>
            <a:ahLst/>
            <a:rect l="0" t="0" r="r" b="b"/>
            <a:pathLst>
              <a:path w="746" h="50">
                <a:moveTo>
                  <a:pt x="0" y="49"/>
                </a:moveTo>
                <a:lnTo>
                  <a:pt x="736" y="0"/>
                </a:lnTo>
                <a:lnTo>
                  <a:pt x="746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1" name=""/>
          <p:cNvSpPr/>
          <p:nvPr/>
        </p:nvSpPr>
        <p:spPr>
          <a:xfrm>
            <a:off x="7842240" y="3265920"/>
            <a:ext cx="272160" cy="18000"/>
          </a:xfrm>
          <a:custGeom>
            <a:avLst/>
            <a:gdLst/>
            <a:ahLst/>
            <a:rect l="0" t="0" r="r" b="b"/>
            <a:pathLst>
              <a:path w="756" h="50">
                <a:moveTo>
                  <a:pt x="0" y="50"/>
                </a:moveTo>
                <a:lnTo>
                  <a:pt x="746" y="0"/>
                </a:lnTo>
                <a:lnTo>
                  <a:pt x="756" y="0"/>
                </a:lnTo>
                <a:lnTo>
                  <a:pt x="0" y="50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2" name=""/>
          <p:cNvSpPr/>
          <p:nvPr/>
        </p:nvSpPr>
        <p:spPr>
          <a:xfrm>
            <a:off x="7842240" y="3265920"/>
            <a:ext cx="275760" cy="18360"/>
          </a:xfrm>
          <a:custGeom>
            <a:avLst/>
            <a:gdLst/>
            <a:ahLst/>
            <a:rect l="0" t="0" r="r" b="b"/>
            <a:pathLst>
              <a:path w="766" h="51">
                <a:moveTo>
                  <a:pt x="0" y="50"/>
                </a:moveTo>
                <a:lnTo>
                  <a:pt x="756" y="0"/>
                </a:lnTo>
                <a:lnTo>
                  <a:pt x="766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3" name=""/>
          <p:cNvSpPr/>
          <p:nvPr/>
        </p:nvSpPr>
        <p:spPr>
          <a:xfrm>
            <a:off x="7842240" y="3265920"/>
            <a:ext cx="279360" cy="18720"/>
          </a:xfrm>
          <a:custGeom>
            <a:avLst/>
            <a:gdLst/>
            <a:ahLst/>
            <a:rect l="0" t="0" r="r" b="b"/>
            <a:pathLst>
              <a:path w="776" h="52">
                <a:moveTo>
                  <a:pt x="0" y="51"/>
                </a:moveTo>
                <a:lnTo>
                  <a:pt x="766" y="0"/>
                </a:lnTo>
                <a:lnTo>
                  <a:pt x="776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4" name=""/>
          <p:cNvSpPr/>
          <p:nvPr/>
        </p:nvSpPr>
        <p:spPr>
          <a:xfrm>
            <a:off x="7842240" y="3265920"/>
            <a:ext cx="282960" cy="18720"/>
          </a:xfrm>
          <a:custGeom>
            <a:avLst/>
            <a:gdLst/>
            <a:ahLst/>
            <a:rect l="0" t="0" r="r" b="b"/>
            <a:pathLst>
              <a:path w="786" h="52">
                <a:moveTo>
                  <a:pt x="0" y="52"/>
                </a:moveTo>
                <a:lnTo>
                  <a:pt x="776" y="0"/>
                </a:lnTo>
                <a:lnTo>
                  <a:pt x="786" y="0"/>
                </a:lnTo>
                <a:lnTo>
                  <a:pt x="0" y="52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5" name=""/>
          <p:cNvSpPr/>
          <p:nvPr/>
        </p:nvSpPr>
        <p:spPr>
          <a:xfrm>
            <a:off x="7842240" y="3265920"/>
            <a:ext cx="286560" cy="19080"/>
          </a:xfrm>
          <a:custGeom>
            <a:avLst/>
            <a:gdLst/>
            <a:ahLst/>
            <a:rect l="0" t="0" r="r" b="b"/>
            <a:pathLst>
              <a:path w="796" h="53">
                <a:moveTo>
                  <a:pt x="0" y="52"/>
                </a:moveTo>
                <a:lnTo>
                  <a:pt x="786" y="0"/>
                </a:lnTo>
                <a:lnTo>
                  <a:pt x="796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6" name=""/>
          <p:cNvSpPr/>
          <p:nvPr/>
        </p:nvSpPr>
        <p:spPr>
          <a:xfrm>
            <a:off x="7842240" y="3265920"/>
            <a:ext cx="290160" cy="19440"/>
          </a:xfrm>
          <a:custGeom>
            <a:avLst/>
            <a:gdLst/>
            <a:ahLst/>
            <a:rect l="0" t="0" r="r" b="b"/>
            <a:pathLst>
              <a:path w="806" h="54">
                <a:moveTo>
                  <a:pt x="0" y="53"/>
                </a:moveTo>
                <a:lnTo>
                  <a:pt x="796" y="0"/>
                </a:lnTo>
                <a:lnTo>
                  <a:pt x="806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7" name=""/>
          <p:cNvSpPr/>
          <p:nvPr/>
        </p:nvSpPr>
        <p:spPr>
          <a:xfrm>
            <a:off x="7842240" y="3265920"/>
            <a:ext cx="293760" cy="19440"/>
          </a:xfrm>
          <a:custGeom>
            <a:avLst/>
            <a:gdLst/>
            <a:ahLst/>
            <a:rect l="0" t="0" r="r" b="b"/>
            <a:pathLst>
              <a:path w="816" h="54">
                <a:moveTo>
                  <a:pt x="0" y="54"/>
                </a:moveTo>
                <a:lnTo>
                  <a:pt x="806" y="0"/>
                </a:lnTo>
                <a:lnTo>
                  <a:pt x="816" y="0"/>
                </a:lnTo>
                <a:lnTo>
                  <a:pt x="0" y="54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8" name=""/>
          <p:cNvSpPr/>
          <p:nvPr/>
        </p:nvSpPr>
        <p:spPr>
          <a:xfrm>
            <a:off x="7842240" y="3265920"/>
            <a:ext cx="297360" cy="19800"/>
          </a:xfrm>
          <a:custGeom>
            <a:avLst/>
            <a:gdLst/>
            <a:ahLst/>
            <a:rect l="0" t="0" r="r" b="b"/>
            <a:pathLst>
              <a:path w="826" h="55">
                <a:moveTo>
                  <a:pt x="0" y="54"/>
                </a:moveTo>
                <a:lnTo>
                  <a:pt x="816" y="0"/>
                </a:lnTo>
                <a:lnTo>
                  <a:pt x="826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39" name=""/>
          <p:cNvSpPr/>
          <p:nvPr/>
        </p:nvSpPr>
        <p:spPr>
          <a:xfrm>
            <a:off x="7842240" y="3265920"/>
            <a:ext cx="300960" cy="20160"/>
          </a:xfrm>
          <a:custGeom>
            <a:avLst/>
            <a:gdLst/>
            <a:ahLst/>
            <a:rect l="0" t="0" r="r" b="b"/>
            <a:pathLst>
              <a:path w="836" h="56">
                <a:moveTo>
                  <a:pt x="0" y="55"/>
                </a:moveTo>
                <a:lnTo>
                  <a:pt x="826" y="0"/>
                </a:lnTo>
                <a:lnTo>
                  <a:pt x="836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0" name=""/>
          <p:cNvSpPr/>
          <p:nvPr/>
        </p:nvSpPr>
        <p:spPr>
          <a:xfrm>
            <a:off x="7842240" y="3265920"/>
            <a:ext cx="304560" cy="20160"/>
          </a:xfrm>
          <a:custGeom>
            <a:avLst/>
            <a:gdLst/>
            <a:ahLst/>
            <a:rect l="0" t="0" r="r" b="b"/>
            <a:pathLst>
              <a:path w="846" h="56">
                <a:moveTo>
                  <a:pt x="0" y="56"/>
                </a:moveTo>
                <a:lnTo>
                  <a:pt x="836" y="0"/>
                </a:lnTo>
                <a:lnTo>
                  <a:pt x="846" y="0"/>
                </a:lnTo>
                <a:lnTo>
                  <a:pt x="0" y="56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1" name=""/>
          <p:cNvSpPr/>
          <p:nvPr/>
        </p:nvSpPr>
        <p:spPr>
          <a:xfrm>
            <a:off x="7842240" y="3265920"/>
            <a:ext cx="308520" cy="20520"/>
          </a:xfrm>
          <a:custGeom>
            <a:avLst/>
            <a:gdLst/>
            <a:ahLst/>
            <a:rect l="0" t="0" r="r" b="b"/>
            <a:pathLst>
              <a:path w="857" h="57">
                <a:moveTo>
                  <a:pt x="0" y="56"/>
                </a:moveTo>
                <a:lnTo>
                  <a:pt x="846" y="0"/>
                </a:lnTo>
                <a:lnTo>
                  <a:pt x="857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2" name=""/>
          <p:cNvSpPr/>
          <p:nvPr/>
        </p:nvSpPr>
        <p:spPr>
          <a:xfrm>
            <a:off x="7842240" y="3265920"/>
            <a:ext cx="312120" cy="20880"/>
          </a:xfrm>
          <a:custGeom>
            <a:avLst/>
            <a:gdLst/>
            <a:ahLst/>
            <a:rect l="0" t="0" r="r" b="b"/>
            <a:pathLst>
              <a:path w="867" h="58">
                <a:moveTo>
                  <a:pt x="0" y="57"/>
                </a:moveTo>
                <a:lnTo>
                  <a:pt x="857" y="0"/>
                </a:lnTo>
                <a:lnTo>
                  <a:pt x="867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3" name=""/>
          <p:cNvSpPr/>
          <p:nvPr/>
        </p:nvSpPr>
        <p:spPr>
          <a:xfrm>
            <a:off x="7842240" y="3265920"/>
            <a:ext cx="315720" cy="20880"/>
          </a:xfrm>
          <a:custGeom>
            <a:avLst/>
            <a:gdLst/>
            <a:ahLst/>
            <a:rect l="0" t="0" r="r" b="b"/>
            <a:pathLst>
              <a:path w="877" h="58">
                <a:moveTo>
                  <a:pt x="0" y="58"/>
                </a:moveTo>
                <a:lnTo>
                  <a:pt x="867" y="0"/>
                </a:lnTo>
                <a:lnTo>
                  <a:pt x="877" y="0"/>
                </a:lnTo>
                <a:lnTo>
                  <a:pt x="0" y="58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4" name=""/>
          <p:cNvSpPr/>
          <p:nvPr/>
        </p:nvSpPr>
        <p:spPr>
          <a:xfrm>
            <a:off x="7842240" y="3265920"/>
            <a:ext cx="319320" cy="21240"/>
          </a:xfrm>
          <a:custGeom>
            <a:avLst/>
            <a:gdLst/>
            <a:ahLst/>
            <a:rect l="0" t="0" r="r" b="b"/>
            <a:pathLst>
              <a:path w="887" h="59">
                <a:moveTo>
                  <a:pt x="0" y="58"/>
                </a:moveTo>
                <a:lnTo>
                  <a:pt x="877" y="0"/>
                </a:lnTo>
                <a:lnTo>
                  <a:pt x="887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ee5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5" name=""/>
          <p:cNvSpPr/>
          <p:nvPr/>
        </p:nvSpPr>
        <p:spPr>
          <a:xfrm>
            <a:off x="7842240" y="3265920"/>
            <a:ext cx="322920" cy="21600"/>
          </a:xfrm>
          <a:custGeom>
            <a:avLst/>
            <a:gdLst/>
            <a:ahLst/>
            <a:rect l="0" t="0" r="r" b="b"/>
            <a:pathLst>
              <a:path w="897" h="60">
                <a:moveTo>
                  <a:pt x="0" y="59"/>
                </a:moveTo>
                <a:lnTo>
                  <a:pt x="887" y="0"/>
                </a:lnTo>
                <a:lnTo>
                  <a:pt x="897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6" name=""/>
          <p:cNvSpPr/>
          <p:nvPr/>
        </p:nvSpPr>
        <p:spPr>
          <a:xfrm>
            <a:off x="7842240" y="3265920"/>
            <a:ext cx="326520" cy="21600"/>
          </a:xfrm>
          <a:custGeom>
            <a:avLst/>
            <a:gdLst/>
            <a:ahLst/>
            <a:rect l="0" t="0" r="r" b="b"/>
            <a:pathLst>
              <a:path w="907" h="60">
                <a:moveTo>
                  <a:pt x="0" y="60"/>
                </a:moveTo>
                <a:lnTo>
                  <a:pt x="897" y="0"/>
                </a:lnTo>
                <a:lnTo>
                  <a:pt x="907" y="0"/>
                </a:lnTo>
                <a:lnTo>
                  <a:pt x="0" y="60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7" name=""/>
          <p:cNvSpPr/>
          <p:nvPr/>
        </p:nvSpPr>
        <p:spPr>
          <a:xfrm>
            <a:off x="7842240" y="3265920"/>
            <a:ext cx="330120" cy="21960"/>
          </a:xfrm>
          <a:custGeom>
            <a:avLst/>
            <a:gdLst/>
            <a:ahLst/>
            <a:rect l="0" t="0" r="r" b="b"/>
            <a:pathLst>
              <a:path w="917" h="61">
                <a:moveTo>
                  <a:pt x="0" y="60"/>
                </a:moveTo>
                <a:lnTo>
                  <a:pt x="907" y="0"/>
                </a:lnTo>
                <a:lnTo>
                  <a:pt x="917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8" name=""/>
          <p:cNvSpPr/>
          <p:nvPr/>
        </p:nvSpPr>
        <p:spPr>
          <a:xfrm>
            <a:off x="7842240" y="3265920"/>
            <a:ext cx="333720" cy="22320"/>
          </a:xfrm>
          <a:custGeom>
            <a:avLst/>
            <a:gdLst/>
            <a:ahLst/>
            <a:rect l="0" t="0" r="r" b="b"/>
            <a:pathLst>
              <a:path w="927" h="62">
                <a:moveTo>
                  <a:pt x="0" y="61"/>
                </a:moveTo>
                <a:lnTo>
                  <a:pt x="917" y="0"/>
                </a:lnTo>
                <a:lnTo>
                  <a:pt x="927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de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49" name=""/>
          <p:cNvSpPr/>
          <p:nvPr/>
        </p:nvSpPr>
        <p:spPr>
          <a:xfrm>
            <a:off x="7842240" y="3265920"/>
            <a:ext cx="337320" cy="22320"/>
          </a:xfrm>
          <a:custGeom>
            <a:avLst/>
            <a:gdLst/>
            <a:ahLst/>
            <a:rect l="0" t="0" r="r" b="b"/>
            <a:pathLst>
              <a:path w="937" h="62">
                <a:moveTo>
                  <a:pt x="0" y="62"/>
                </a:moveTo>
                <a:lnTo>
                  <a:pt x="927" y="0"/>
                </a:lnTo>
                <a:lnTo>
                  <a:pt x="937" y="0"/>
                </a:lnTo>
                <a:lnTo>
                  <a:pt x="0" y="62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0" name=""/>
          <p:cNvSpPr/>
          <p:nvPr/>
        </p:nvSpPr>
        <p:spPr>
          <a:xfrm>
            <a:off x="7842240" y="3265920"/>
            <a:ext cx="340920" cy="22680"/>
          </a:xfrm>
          <a:custGeom>
            <a:avLst/>
            <a:gdLst/>
            <a:ahLst/>
            <a:rect l="0" t="0" r="r" b="b"/>
            <a:pathLst>
              <a:path w="947" h="63">
                <a:moveTo>
                  <a:pt x="0" y="62"/>
                </a:moveTo>
                <a:lnTo>
                  <a:pt x="937" y="0"/>
                </a:lnTo>
                <a:lnTo>
                  <a:pt x="947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1" name=""/>
          <p:cNvSpPr/>
          <p:nvPr/>
        </p:nvSpPr>
        <p:spPr>
          <a:xfrm>
            <a:off x="7842240" y="3265920"/>
            <a:ext cx="344520" cy="23040"/>
          </a:xfrm>
          <a:custGeom>
            <a:avLst/>
            <a:gdLst/>
            <a:ahLst/>
            <a:rect l="0" t="0" r="r" b="b"/>
            <a:pathLst>
              <a:path w="957" h="64">
                <a:moveTo>
                  <a:pt x="0" y="63"/>
                </a:moveTo>
                <a:lnTo>
                  <a:pt x="947" y="0"/>
                </a:lnTo>
                <a:lnTo>
                  <a:pt x="957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2" name=""/>
          <p:cNvSpPr/>
          <p:nvPr/>
        </p:nvSpPr>
        <p:spPr>
          <a:xfrm>
            <a:off x="7842240" y="3265920"/>
            <a:ext cx="348120" cy="23040"/>
          </a:xfrm>
          <a:custGeom>
            <a:avLst/>
            <a:gdLst/>
            <a:ahLst/>
            <a:rect l="0" t="0" r="r" b="b"/>
            <a:pathLst>
              <a:path w="967" h="64">
                <a:moveTo>
                  <a:pt x="0" y="64"/>
                </a:moveTo>
                <a:lnTo>
                  <a:pt x="957" y="0"/>
                </a:lnTo>
                <a:lnTo>
                  <a:pt x="967" y="0"/>
                </a:lnTo>
                <a:lnTo>
                  <a:pt x="0" y="64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3" name=""/>
          <p:cNvSpPr/>
          <p:nvPr/>
        </p:nvSpPr>
        <p:spPr>
          <a:xfrm>
            <a:off x="7842240" y="3265920"/>
            <a:ext cx="351720" cy="23400"/>
          </a:xfrm>
          <a:custGeom>
            <a:avLst/>
            <a:gdLst/>
            <a:ahLst/>
            <a:rect l="0" t="0" r="r" b="b"/>
            <a:pathLst>
              <a:path w="977" h="65">
                <a:moveTo>
                  <a:pt x="0" y="64"/>
                </a:moveTo>
                <a:lnTo>
                  <a:pt x="967" y="0"/>
                </a:lnTo>
                <a:lnTo>
                  <a:pt x="977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ece0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4" name=""/>
          <p:cNvSpPr/>
          <p:nvPr/>
        </p:nvSpPr>
        <p:spPr>
          <a:xfrm>
            <a:off x="7842240" y="3265920"/>
            <a:ext cx="355320" cy="23760"/>
          </a:xfrm>
          <a:custGeom>
            <a:avLst/>
            <a:gdLst/>
            <a:ahLst/>
            <a:rect l="0" t="0" r="r" b="b"/>
            <a:pathLst>
              <a:path w="987" h="66">
                <a:moveTo>
                  <a:pt x="0" y="65"/>
                </a:moveTo>
                <a:lnTo>
                  <a:pt x="977" y="0"/>
                </a:lnTo>
                <a:lnTo>
                  <a:pt x="987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5" name=""/>
          <p:cNvSpPr/>
          <p:nvPr/>
        </p:nvSpPr>
        <p:spPr>
          <a:xfrm>
            <a:off x="7842240" y="3265920"/>
            <a:ext cx="358920" cy="23760"/>
          </a:xfrm>
          <a:custGeom>
            <a:avLst/>
            <a:gdLst/>
            <a:ahLst/>
            <a:rect l="0" t="0" r="r" b="b"/>
            <a:pathLst>
              <a:path w="997" h="66">
                <a:moveTo>
                  <a:pt x="0" y="66"/>
                </a:moveTo>
                <a:lnTo>
                  <a:pt x="987" y="0"/>
                </a:lnTo>
                <a:lnTo>
                  <a:pt x="997" y="0"/>
                </a:lnTo>
                <a:lnTo>
                  <a:pt x="0" y="66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6" name=""/>
          <p:cNvSpPr/>
          <p:nvPr/>
        </p:nvSpPr>
        <p:spPr>
          <a:xfrm>
            <a:off x="7842240" y="3265920"/>
            <a:ext cx="362520" cy="24120"/>
          </a:xfrm>
          <a:custGeom>
            <a:avLst/>
            <a:gdLst/>
            <a:ahLst/>
            <a:rect l="0" t="0" r="r" b="b"/>
            <a:pathLst>
              <a:path w="1007" h="67">
                <a:moveTo>
                  <a:pt x="0" y="66"/>
                </a:moveTo>
                <a:lnTo>
                  <a:pt x="997" y="0"/>
                </a:lnTo>
                <a:lnTo>
                  <a:pt x="1007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7" name=""/>
          <p:cNvSpPr/>
          <p:nvPr/>
        </p:nvSpPr>
        <p:spPr>
          <a:xfrm>
            <a:off x="7842240" y="3265920"/>
            <a:ext cx="366480" cy="24480"/>
          </a:xfrm>
          <a:custGeom>
            <a:avLst/>
            <a:gdLst/>
            <a:ahLst/>
            <a:rect l="0" t="0" r="r" b="b"/>
            <a:pathLst>
              <a:path w="1018" h="68">
                <a:moveTo>
                  <a:pt x="0" y="67"/>
                </a:moveTo>
                <a:lnTo>
                  <a:pt x="1007" y="0"/>
                </a:lnTo>
                <a:lnTo>
                  <a:pt x="1018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8" name=""/>
          <p:cNvSpPr/>
          <p:nvPr/>
        </p:nvSpPr>
        <p:spPr>
          <a:xfrm>
            <a:off x="7842240" y="3265920"/>
            <a:ext cx="370080" cy="24480"/>
          </a:xfrm>
          <a:custGeom>
            <a:avLst/>
            <a:gdLst/>
            <a:ahLst/>
            <a:rect l="0" t="0" r="r" b="b"/>
            <a:pathLst>
              <a:path w="1028" h="68">
                <a:moveTo>
                  <a:pt x="0" y="68"/>
                </a:moveTo>
                <a:lnTo>
                  <a:pt x="1018" y="0"/>
                </a:lnTo>
                <a:lnTo>
                  <a:pt x="1028" y="0"/>
                </a:lnTo>
                <a:lnTo>
                  <a:pt x="0" y="68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59" name=""/>
          <p:cNvSpPr/>
          <p:nvPr/>
        </p:nvSpPr>
        <p:spPr>
          <a:xfrm>
            <a:off x="7842240" y="3265920"/>
            <a:ext cx="373680" cy="24840"/>
          </a:xfrm>
          <a:custGeom>
            <a:avLst/>
            <a:gdLst/>
            <a:ahLst/>
            <a:rect l="0" t="0" r="r" b="b"/>
            <a:pathLst>
              <a:path w="1038" h="69">
                <a:moveTo>
                  <a:pt x="0" y="68"/>
                </a:moveTo>
                <a:lnTo>
                  <a:pt x="1028" y="0"/>
                </a:lnTo>
                <a:lnTo>
                  <a:pt x="1038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0" name=""/>
          <p:cNvSpPr/>
          <p:nvPr/>
        </p:nvSpPr>
        <p:spPr>
          <a:xfrm>
            <a:off x="7842240" y="3265920"/>
            <a:ext cx="377280" cy="24840"/>
          </a:xfrm>
          <a:custGeom>
            <a:avLst/>
            <a:gdLst/>
            <a:ahLst/>
            <a:rect l="0" t="0" r="r" b="b"/>
            <a:pathLst>
              <a:path w="1048" h="69">
                <a:moveTo>
                  <a:pt x="0" y="69"/>
                </a:moveTo>
                <a:lnTo>
                  <a:pt x="1038" y="0"/>
                </a:lnTo>
                <a:lnTo>
                  <a:pt x="1048" y="0"/>
                </a:lnTo>
                <a:lnTo>
                  <a:pt x="0" y="69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1" name=""/>
          <p:cNvSpPr/>
          <p:nvPr/>
        </p:nvSpPr>
        <p:spPr>
          <a:xfrm>
            <a:off x="7842240" y="3265920"/>
            <a:ext cx="380880" cy="25200"/>
          </a:xfrm>
          <a:custGeom>
            <a:avLst/>
            <a:gdLst/>
            <a:ahLst/>
            <a:rect l="0" t="0" r="r" b="b"/>
            <a:pathLst>
              <a:path w="1058" h="70">
                <a:moveTo>
                  <a:pt x="0" y="69"/>
                </a:moveTo>
                <a:lnTo>
                  <a:pt x="1048" y="0"/>
                </a:lnTo>
                <a:lnTo>
                  <a:pt x="1058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2" name=""/>
          <p:cNvSpPr/>
          <p:nvPr/>
        </p:nvSpPr>
        <p:spPr>
          <a:xfrm>
            <a:off x="7842240" y="3265920"/>
            <a:ext cx="384480" cy="25560"/>
          </a:xfrm>
          <a:custGeom>
            <a:avLst/>
            <a:gdLst/>
            <a:ahLst/>
            <a:rect l="0" t="0" r="r" b="b"/>
            <a:pathLst>
              <a:path w="1068" h="71">
                <a:moveTo>
                  <a:pt x="0" y="70"/>
                </a:moveTo>
                <a:lnTo>
                  <a:pt x="1058" y="0"/>
                </a:lnTo>
                <a:lnTo>
                  <a:pt x="1068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3" name=""/>
          <p:cNvSpPr/>
          <p:nvPr/>
        </p:nvSpPr>
        <p:spPr>
          <a:xfrm>
            <a:off x="7842240" y="3265920"/>
            <a:ext cx="388080" cy="25560"/>
          </a:xfrm>
          <a:custGeom>
            <a:avLst/>
            <a:gdLst/>
            <a:ahLst/>
            <a:rect l="0" t="0" r="r" b="b"/>
            <a:pathLst>
              <a:path w="1078" h="71">
                <a:moveTo>
                  <a:pt x="0" y="71"/>
                </a:moveTo>
                <a:lnTo>
                  <a:pt x="1068" y="0"/>
                </a:lnTo>
                <a:lnTo>
                  <a:pt x="1078" y="0"/>
                </a:lnTo>
                <a:lnTo>
                  <a:pt x="0" y="71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4" name=""/>
          <p:cNvSpPr/>
          <p:nvPr/>
        </p:nvSpPr>
        <p:spPr>
          <a:xfrm>
            <a:off x="7842240" y="3265920"/>
            <a:ext cx="391680" cy="25920"/>
          </a:xfrm>
          <a:custGeom>
            <a:avLst/>
            <a:gdLst/>
            <a:ahLst/>
            <a:rect l="0" t="0" r="r" b="b"/>
            <a:pathLst>
              <a:path w="1088" h="72">
                <a:moveTo>
                  <a:pt x="0" y="71"/>
                </a:moveTo>
                <a:lnTo>
                  <a:pt x="1078" y="0"/>
                </a:lnTo>
                <a:lnTo>
                  <a:pt x="1088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5" name=""/>
          <p:cNvSpPr/>
          <p:nvPr/>
        </p:nvSpPr>
        <p:spPr>
          <a:xfrm>
            <a:off x="7842240" y="3265920"/>
            <a:ext cx="395280" cy="26280"/>
          </a:xfrm>
          <a:custGeom>
            <a:avLst/>
            <a:gdLst/>
            <a:ahLst/>
            <a:rect l="0" t="0" r="r" b="b"/>
            <a:pathLst>
              <a:path w="1098" h="73">
                <a:moveTo>
                  <a:pt x="0" y="72"/>
                </a:moveTo>
                <a:lnTo>
                  <a:pt x="1088" y="0"/>
                </a:lnTo>
                <a:lnTo>
                  <a:pt x="1098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6" name=""/>
          <p:cNvSpPr/>
          <p:nvPr/>
        </p:nvSpPr>
        <p:spPr>
          <a:xfrm>
            <a:off x="7842240" y="3265920"/>
            <a:ext cx="398880" cy="26280"/>
          </a:xfrm>
          <a:custGeom>
            <a:avLst/>
            <a:gdLst/>
            <a:ahLst/>
            <a:rect l="0" t="0" r="r" b="b"/>
            <a:pathLst>
              <a:path w="1108" h="73">
                <a:moveTo>
                  <a:pt x="0" y="73"/>
                </a:moveTo>
                <a:lnTo>
                  <a:pt x="1098" y="0"/>
                </a:lnTo>
                <a:lnTo>
                  <a:pt x="1108" y="0"/>
                </a:lnTo>
                <a:lnTo>
                  <a:pt x="0" y="73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7" name=""/>
          <p:cNvSpPr/>
          <p:nvPr/>
        </p:nvSpPr>
        <p:spPr>
          <a:xfrm>
            <a:off x="7842240" y="3265920"/>
            <a:ext cx="402480" cy="26640"/>
          </a:xfrm>
          <a:custGeom>
            <a:avLst/>
            <a:gdLst/>
            <a:ahLst/>
            <a:rect l="0" t="0" r="r" b="b"/>
            <a:pathLst>
              <a:path w="1118" h="74">
                <a:moveTo>
                  <a:pt x="0" y="73"/>
                </a:moveTo>
                <a:lnTo>
                  <a:pt x="1108" y="0"/>
                </a:lnTo>
                <a:lnTo>
                  <a:pt x="1118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8" name=""/>
          <p:cNvSpPr/>
          <p:nvPr/>
        </p:nvSpPr>
        <p:spPr>
          <a:xfrm>
            <a:off x="7842240" y="3265920"/>
            <a:ext cx="406080" cy="27000"/>
          </a:xfrm>
          <a:custGeom>
            <a:avLst/>
            <a:gdLst/>
            <a:ahLst/>
            <a:rect l="0" t="0" r="r" b="b"/>
            <a:pathLst>
              <a:path w="1128" h="75">
                <a:moveTo>
                  <a:pt x="0" y="74"/>
                </a:moveTo>
                <a:lnTo>
                  <a:pt x="1118" y="0"/>
                </a:lnTo>
                <a:lnTo>
                  <a:pt x="1128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69" name=""/>
          <p:cNvSpPr/>
          <p:nvPr/>
        </p:nvSpPr>
        <p:spPr>
          <a:xfrm>
            <a:off x="7842240" y="3265920"/>
            <a:ext cx="409680" cy="27000"/>
          </a:xfrm>
          <a:custGeom>
            <a:avLst/>
            <a:gdLst/>
            <a:ahLst/>
            <a:rect l="0" t="0" r="r" b="b"/>
            <a:pathLst>
              <a:path w="1138" h="75">
                <a:moveTo>
                  <a:pt x="0" y="75"/>
                </a:moveTo>
                <a:lnTo>
                  <a:pt x="1128" y="0"/>
                </a:lnTo>
                <a:lnTo>
                  <a:pt x="1138" y="0"/>
                </a:lnTo>
                <a:lnTo>
                  <a:pt x="0" y="75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0" name=""/>
          <p:cNvSpPr/>
          <p:nvPr/>
        </p:nvSpPr>
        <p:spPr>
          <a:xfrm>
            <a:off x="7842240" y="3265920"/>
            <a:ext cx="413280" cy="27360"/>
          </a:xfrm>
          <a:custGeom>
            <a:avLst/>
            <a:gdLst/>
            <a:ahLst/>
            <a:rect l="0" t="0" r="r" b="b"/>
            <a:pathLst>
              <a:path w="1148" h="76">
                <a:moveTo>
                  <a:pt x="0" y="75"/>
                </a:moveTo>
                <a:lnTo>
                  <a:pt x="1138" y="0"/>
                </a:lnTo>
                <a:lnTo>
                  <a:pt x="1148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1" name=""/>
          <p:cNvSpPr/>
          <p:nvPr/>
        </p:nvSpPr>
        <p:spPr>
          <a:xfrm>
            <a:off x="7842240" y="3265920"/>
            <a:ext cx="416880" cy="27720"/>
          </a:xfrm>
          <a:custGeom>
            <a:avLst/>
            <a:gdLst/>
            <a:ahLst/>
            <a:rect l="0" t="0" r="r" b="b"/>
            <a:pathLst>
              <a:path w="1158" h="77">
                <a:moveTo>
                  <a:pt x="0" y="76"/>
                </a:moveTo>
                <a:lnTo>
                  <a:pt x="1148" y="0"/>
                </a:lnTo>
                <a:lnTo>
                  <a:pt x="1158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2" name=""/>
          <p:cNvSpPr/>
          <p:nvPr/>
        </p:nvSpPr>
        <p:spPr>
          <a:xfrm>
            <a:off x="7842240" y="3265920"/>
            <a:ext cx="420480" cy="27720"/>
          </a:xfrm>
          <a:custGeom>
            <a:avLst/>
            <a:gdLst/>
            <a:ahLst/>
            <a:rect l="0" t="0" r="r" b="b"/>
            <a:pathLst>
              <a:path w="1168" h="77">
                <a:moveTo>
                  <a:pt x="0" y="77"/>
                </a:moveTo>
                <a:lnTo>
                  <a:pt x="1158" y="0"/>
                </a:lnTo>
                <a:lnTo>
                  <a:pt x="1168" y="0"/>
                </a:lnTo>
                <a:lnTo>
                  <a:pt x="0" y="77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3" name=""/>
          <p:cNvSpPr/>
          <p:nvPr/>
        </p:nvSpPr>
        <p:spPr>
          <a:xfrm>
            <a:off x="7842240" y="3265920"/>
            <a:ext cx="424440" cy="28080"/>
          </a:xfrm>
          <a:custGeom>
            <a:avLst/>
            <a:gdLst/>
            <a:ahLst/>
            <a:rect l="0" t="0" r="r" b="b"/>
            <a:pathLst>
              <a:path w="1179" h="78">
                <a:moveTo>
                  <a:pt x="0" y="77"/>
                </a:moveTo>
                <a:lnTo>
                  <a:pt x="1167" y="0"/>
                </a:lnTo>
                <a:lnTo>
                  <a:pt x="1179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4" name=""/>
          <p:cNvSpPr/>
          <p:nvPr/>
        </p:nvSpPr>
        <p:spPr>
          <a:xfrm>
            <a:off x="7842240" y="3265920"/>
            <a:ext cx="428040" cy="28440"/>
          </a:xfrm>
          <a:custGeom>
            <a:avLst/>
            <a:gdLst/>
            <a:ahLst/>
            <a:rect l="0" t="0" r="r" b="b"/>
            <a:pathLst>
              <a:path w="1189" h="79">
                <a:moveTo>
                  <a:pt x="0" y="78"/>
                </a:moveTo>
                <a:lnTo>
                  <a:pt x="1179" y="0"/>
                </a:lnTo>
                <a:lnTo>
                  <a:pt x="1189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5" name=""/>
          <p:cNvSpPr/>
          <p:nvPr/>
        </p:nvSpPr>
        <p:spPr>
          <a:xfrm>
            <a:off x="7842240" y="3265920"/>
            <a:ext cx="431640" cy="28440"/>
          </a:xfrm>
          <a:custGeom>
            <a:avLst/>
            <a:gdLst/>
            <a:ahLst/>
            <a:rect l="0" t="0" r="r" b="b"/>
            <a:pathLst>
              <a:path w="1199" h="79">
                <a:moveTo>
                  <a:pt x="0" y="79"/>
                </a:moveTo>
                <a:lnTo>
                  <a:pt x="1189" y="0"/>
                </a:lnTo>
                <a:lnTo>
                  <a:pt x="1199" y="0"/>
                </a:lnTo>
                <a:lnTo>
                  <a:pt x="0" y="79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6" name=""/>
          <p:cNvSpPr/>
          <p:nvPr/>
        </p:nvSpPr>
        <p:spPr>
          <a:xfrm>
            <a:off x="7842240" y="3265920"/>
            <a:ext cx="435240" cy="28800"/>
          </a:xfrm>
          <a:custGeom>
            <a:avLst/>
            <a:gdLst/>
            <a:ahLst/>
            <a:rect l="0" t="0" r="r" b="b"/>
            <a:pathLst>
              <a:path w="1209" h="80">
                <a:moveTo>
                  <a:pt x="0" y="79"/>
                </a:moveTo>
                <a:lnTo>
                  <a:pt x="1199" y="0"/>
                </a:lnTo>
                <a:lnTo>
                  <a:pt x="1209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7" name=""/>
          <p:cNvSpPr/>
          <p:nvPr/>
        </p:nvSpPr>
        <p:spPr>
          <a:xfrm>
            <a:off x="7842240" y="3265920"/>
            <a:ext cx="438840" cy="29160"/>
          </a:xfrm>
          <a:custGeom>
            <a:avLst/>
            <a:gdLst/>
            <a:ahLst/>
            <a:rect l="0" t="0" r="r" b="b"/>
            <a:pathLst>
              <a:path w="1219" h="81">
                <a:moveTo>
                  <a:pt x="0" y="80"/>
                </a:moveTo>
                <a:lnTo>
                  <a:pt x="1209" y="0"/>
                </a:lnTo>
                <a:lnTo>
                  <a:pt x="1219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8" name=""/>
          <p:cNvSpPr/>
          <p:nvPr/>
        </p:nvSpPr>
        <p:spPr>
          <a:xfrm>
            <a:off x="7842240" y="3265920"/>
            <a:ext cx="442440" cy="29160"/>
          </a:xfrm>
          <a:custGeom>
            <a:avLst/>
            <a:gdLst/>
            <a:ahLst/>
            <a:rect l="0" t="0" r="r" b="b"/>
            <a:pathLst>
              <a:path w="1229" h="81">
                <a:moveTo>
                  <a:pt x="0" y="81"/>
                </a:moveTo>
                <a:lnTo>
                  <a:pt x="1219" y="0"/>
                </a:lnTo>
                <a:lnTo>
                  <a:pt x="1229" y="0"/>
                </a:lnTo>
                <a:lnTo>
                  <a:pt x="0" y="8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79" name=""/>
          <p:cNvSpPr/>
          <p:nvPr/>
        </p:nvSpPr>
        <p:spPr>
          <a:xfrm>
            <a:off x="7842240" y="3265920"/>
            <a:ext cx="446040" cy="29520"/>
          </a:xfrm>
          <a:custGeom>
            <a:avLst/>
            <a:gdLst/>
            <a:ahLst/>
            <a:rect l="0" t="0" r="r" b="b"/>
            <a:pathLst>
              <a:path w="1239" h="82">
                <a:moveTo>
                  <a:pt x="0" y="81"/>
                </a:moveTo>
                <a:lnTo>
                  <a:pt x="1229" y="0"/>
                </a:lnTo>
                <a:lnTo>
                  <a:pt x="1239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0" name=""/>
          <p:cNvSpPr/>
          <p:nvPr/>
        </p:nvSpPr>
        <p:spPr>
          <a:xfrm>
            <a:off x="7842240" y="3265920"/>
            <a:ext cx="449640" cy="29880"/>
          </a:xfrm>
          <a:custGeom>
            <a:avLst/>
            <a:gdLst/>
            <a:ahLst/>
            <a:rect l="0" t="0" r="r" b="b"/>
            <a:pathLst>
              <a:path w="1249" h="83">
                <a:moveTo>
                  <a:pt x="0" y="82"/>
                </a:moveTo>
                <a:lnTo>
                  <a:pt x="1239" y="0"/>
                </a:lnTo>
                <a:lnTo>
                  <a:pt x="1249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1" name=""/>
          <p:cNvSpPr/>
          <p:nvPr/>
        </p:nvSpPr>
        <p:spPr>
          <a:xfrm>
            <a:off x="7842240" y="3265920"/>
            <a:ext cx="453240" cy="29880"/>
          </a:xfrm>
          <a:custGeom>
            <a:avLst/>
            <a:gdLst/>
            <a:ahLst/>
            <a:rect l="0" t="0" r="r" b="b"/>
            <a:pathLst>
              <a:path w="1259" h="83">
                <a:moveTo>
                  <a:pt x="0" y="83"/>
                </a:moveTo>
                <a:lnTo>
                  <a:pt x="1249" y="0"/>
                </a:lnTo>
                <a:lnTo>
                  <a:pt x="1259" y="0"/>
                </a:lnTo>
                <a:lnTo>
                  <a:pt x="0" y="83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2" name=""/>
          <p:cNvSpPr/>
          <p:nvPr/>
        </p:nvSpPr>
        <p:spPr>
          <a:xfrm>
            <a:off x="7842240" y="3265920"/>
            <a:ext cx="456840" cy="30240"/>
          </a:xfrm>
          <a:custGeom>
            <a:avLst/>
            <a:gdLst/>
            <a:ahLst/>
            <a:rect l="0" t="0" r="r" b="b"/>
            <a:pathLst>
              <a:path w="1269" h="84">
                <a:moveTo>
                  <a:pt x="0" y="83"/>
                </a:moveTo>
                <a:lnTo>
                  <a:pt x="1259" y="0"/>
                </a:lnTo>
                <a:lnTo>
                  <a:pt x="1269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3" name=""/>
          <p:cNvSpPr/>
          <p:nvPr/>
        </p:nvSpPr>
        <p:spPr>
          <a:xfrm>
            <a:off x="7842240" y="3265920"/>
            <a:ext cx="460440" cy="30600"/>
          </a:xfrm>
          <a:custGeom>
            <a:avLst/>
            <a:gdLst/>
            <a:ahLst/>
            <a:rect l="0" t="0" r="r" b="b"/>
            <a:pathLst>
              <a:path w="1279" h="85">
                <a:moveTo>
                  <a:pt x="0" y="84"/>
                </a:moveTo>
                <a:lnTo>
                  <a:pt x="1269" y="0"/>
                </a:lnTo>
                <a:lnTo>
                  <a:pt x="1279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4" name=""/>
          <p:cNvSpPr/>
          <p:nvPr/>
        </p:nvSpPr>
        <p:spPr>
          <a:xfrm>
            <a:off x="7842240" y="3265920"/>
            <a:ext cx="464040" cy="30600"/>
          </a:xfrm>
          <a:custGeom>
            <a:avLst/>
            <a:gdLst/>
            <a:ahLst/>
            <a:rect l="0" t="0" r="r" b="b"/>
            <a:pathLst>
              <a:path w="1289" h="85">
                <a:moveTo>
                  <a:pt x="0" y="85"/>
                </a:moveTo>
                <a:lnTo>
                  <a:pt x="1279" y="0"/>
                </a:lnTo>
                <a:lnTo>
                  <a:pt x="1289" y="0"/>
                </a:lnTo>
                <a:lnTo>
                  <a:pt x="3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5" name=""/>
          <p:cNvSpPr/>
          <p:nvPr/>
        </p:nvSpPr>
        <p:spPr>
          <a:xfrm>
            <a:off x="7843320" y="3265920"/>
            <a:ext cx="464040" cy="30600"/>
          </a:xfrm>
          <a:custGeom>
            <a:avLst/>
            <a:gdLst/>
            <a:ahLst/>
            <a:rect l="0" t="0" r="r" b="b"/>
            <a:pathLst>
              <a:path w="1289" h="85">
                <a:moveTo>
                  <a:pt x="0" y="85"/>
                </a:moveTo>
                <a:lnTo>
                  <a:pt x="1286" y="0"/>
                </a:lnTo>
                <a:lnTo>
                  <a:pt x="1289" y="0"/>
                </a:lnTo>
                <a:lnTo>
                  <a:pt x="1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6" name=""/>
          <p:cNvSpPr/>
          <p:nvPr/>
        </p:nvSpPr>
        <p:spPr>
          <a:xfrm>
            <a:off x="7846920" y="3265920"/>
            <a:ext cx="460440" cy="30600"/>
          </a:xfrm>
          <a:custGeom>
            <a:avLst/>
            <a:gdLst/>
            <a:ahLst/>
            <a:rect l="0" t="0" r="r" b="b"/>
            <a:pathLst>
              <a:path w="1279" h="85">
                <a:moveTo>
                  <a:pt x="0" y="85"/>
                </a:moveTo>
                <a:lnTo>
                  <a:pt x="1279" y="0"/>
                </a:lnTo>
                <a:lnTo>
                  <a:pt x="1279" y="1"/>
                </a:lnTo>
                <a:lnTo>
                  <a:pt x="11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7" name=""/>
          <p:cNvSpPr/>
          <p:nvPr/>
        </p:nvSpPr>
        <p:spPr>
          <a:xfrm>
            <a:off x="7850880" y="3266280"/>
            <a:ext cx="456480" cy="30240"/>
          </a:xfrm>
          <a:custGeom>
            <a:avLst/>
            <a:gdLst/>
            <a:ahLst/>
            <a:rect l="0" t="0" r="r" b="b"/>
            <a:pathLst>
              <a:path w="1268" h="84">
                <a:moveTo>
                  <a:pt x="0" y="84"/>
                </a:moveTo>
                <a:lnTo>
                  <a:pt x="1268" y="0"/>
                </a:lnTo>
                <a:lnTo>
                  <a:pt x="10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8" name=""/>
          <p:cNvSpPr/>
          <p:nvPr/>
        </p:nvSpPr>
        <p:spPr>
          <a:xfrm>
            <a:off x="7854480" y="3266280"/>
            <a:ext cx="452880" cy="30240"/>
          </a:xfrm>
          <a:custGeom>
            <a:avLst/>
            <a:gdLst/>
            <a:ahLst/>
            <a:rect l="0" t="0" r="r" b="b"/>
            <a:pathLst>
              <a:path w="1258" h="84">
                <a:moveTo>
                  <a:pt x="0" y="84"/>
                </a:moveTo>
                <a:lnTo>
                  <a:pt x="1258" y="0"/>
                </a:lnTo>
                <a:lnTo>
                  <a:pt x="1258" y="1"/>
                </a:lnTo>
                <a:lnTo>
                  <a:pt x="10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89" name=""/>
          <p:cNvSpPr/>
          <p:nvPr/>
        </p:nvSpPr>
        <p:spPr>
          <a:xfrm>
            <a:off x="7858080" y="3266640"/>
            <a:ext cx="449280" cy="29880"/>
          </a:xfrm>
          <a:custGeom>
            <a:avLst/>
            <a:gdLst/>
            <a:ahLst/>
            <a:rect l="0" t="0" r="r" b="b"/>
            <a:pathLst>
              <a:path w="1248" h="83">
                <a:moveTo>
                  <a:pt x="0" y="83"/>
                </a:moveTo>
                <a:lnTo>
                  <a:pt x="1248" y="0"/>
                </a:lnTo>
                <a:lnTo>
                  <a:pt x="1248" y="1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0" name=""/>
          <p:cNvSpPr/>
          <p:nvPr/>
        </p:nvSpPr>
        <p:spPr>
          <a:xfrm>
            <a:off x="7861680" y="3267000"/>
            <a:ext cx="445680" cy="29520"/>
          </a:xfrm>
          <a:custGeom>
            <a:avLst/>
            <a:gdLst/>
            <a:ahLst/>
            <a:rect l="0" t="0" r="r" b="b"/>
            <a:pathLst>
              <a:path w="1238" h="82">
                <a:moveTo>
                  <a:pt x="0" y="82"/>
                </a:moveTo>
                <a:lnTo>
                  <a:pt x="1238" y="0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1" name=""/>
          <p:cNvSpPr/>
          <p:nvPr/>
        </p:nvSpPr>
        <p:spPr>
          <a:xfrm>
            <a:off x="7865280" y="3267000"/>
            <a:ext cx="442080" cy="29520"/>
          </a:xfrm>
          <a:custGeom>
            <a:avLst/>
            <a:gdLst/>
            <a:ahLst/>
            <a:rect l="0" t="0" r="r" b="b"/>
            <a:pathLst>
              <a:path w="1228" h="82">
                <a:moveTo>
                  <a:pt x="0" y="82"/>
                </a:moveTo>
                <a:lnTo>
                  <a:pt x="1228" y="0"/>
                </a:lnTo>
                <a:lnTo>
                  <a:pt x="1228" y="1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2" name=""/>
          <p:cNvSpPr/>
          <p:nvPr/>
        </p:nvSpPr>
        <p:spPr>
          <a:xfrm>
            <a:off x="7868880" y="3267360"/>
            <a:ext cx="438480" cy="29160"/>
          </a:xfrm>
          <a:custGeom>
            <a:avLst/>
            <a:gdLst/>
            <a:ahLst/>
            <a:rect l="0" t="0" r="r" b="b"/>
            <a:pathLst>
              <a:path w="1218" h="81">
                <a:moveTo>
                  <a:pt x="0" y="81"/>
                </a:moveTo>
                <a:lnTo>
                  <a:pt x="1218" y="0"/>
                </a:lnTo>
                <a:lnTo>
                  <a:pt x="1218" y="1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3" name=""/>
          <p:cNvSpPr/>
          <p:nvPr/>
        </p:nvSpPr>
        <p:spPr>
          <a:xfrm>
            <a:off x="7872480" y="3267720"/>
            <a:ext cx="434880" cy="28800"/>
          </a:xfrm>
          <a:custGeom>
            <a:avLst/>
            <a:gdLst/>
            <a:ahLst/>
            <a:rect l="0" t="0" r="r" b="b"/>
            <a:pathLst>
              <a:path w="1208" h="80">
                <a:moveTo>
                  <a:pt x="0" y="80"/>
                </a:moveTo>
                <a:lnTo>
                  <a:pt x="1208" y="0"/>
                </a:lnTo>
                <a:lnTo>
                  <a:pt x="1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4" name=""/>
          <p:cNvSpPr/>
          <p:nvPr/>
        </p:nvSpPr>
        <p:spPr>
          <a:xfrm>
            <a:off x="7876080" y="3267720"/>
            <a:ext cx="431280" cy="28800"/>
          </a:xfrm>
          <a:custGeom>
            <a:avLst/>
            <a:gdLst/>
            <a:ahLst/>
            <a:rect l="0" t="0" r="r" b="b"/>
            <a:pathLst>
              <a:path w="1198" h="80">
                <a:moveTo>
                  <a:pt x="0" y="80"/>
                </a:moveTo>
                <a:lnTo>
                  <a:pt x="1198" y="0"/>
                </a:lnTo>
                <a:lnTo>
                  <a:pt x="1198" y="1"/>
                </a:lnTo>
                <a:lnTo>
                  <a:pt x="1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5" name=""/>
          <p:cNvSpPr/>
          <p:nvPr/>
        </p:nvSpPr>
        <p:spPr>
          <a:xfrm>
            <a:off x="7879680" y="3268080"/>
            <a:ext cx="427680" cy="28440"/>
          </a:xfrm>
          <a:custGeom>
            <a:avLst/>
            <a:gdLst/>
            <a:ahLst/>
            <a:rect l="0" t="0" r="r" b="b"/>
            <a:pathLst>
              <a:path w="1188" h="79">
                <a:moveTo>
                  <a:pt x="0" y="79"/>
                </a:moveTo>
                <a:lnTo>
                  <a:pt x="1188" y="0"/>
                </a:lnTo>
                <a:lnTo>
                  <a:pt x="1188" y="1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6" name=""/>
          <p:cNvSpPr/>
          <p:nvPr/>
        </p:nvSpPr>
        <p:spPr>
          <a:xfrm>
            <a:off x="7883280" y="3268440"/>
            <a:ext cx="424080" cy="28080"/>
          </a:xfrm>
          <a:custGeom>
            <a:avLst/>
            <a:gdLst/>
            <a:ahLst/>
            <a:rect l="0" t="0" r="r" b="b"/>
            <a:pathLst>
              <a:path w="1178" h="78">
                <a:moveTo>
                  <a:pt x="0" y="78"/>
                </a:moveTo>
                <a:lnTo>
                  <a:pt x="1178" y="0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7" name=""/>
          <p:cNvSpPr/>
          <p:nvPr/>
        </p:nvSpPr>
        <p:spPr>
          <a:xfrm>
            <a:off x="7886880" y="3268440"/>
            <a:ext cx="420480" cy="28080"/>
          </a:xfrm>
          <a:custGeom>
            <a:avLst/>
            <a:gdLst/>
            <a:ahLst/>
            <a:rect l="0" t="0" r="r" b="b"/>
            <a:pathLst>
              <a:path w="1168" h="78">
                <a:moveTo>
                  <a:pt x="0" y="78"/>
                </a:moveTo>
                <a:lnTo>
                  <a:pt x="1168" y="0"/>
                </a:lnTo>
                <a:lnTo>
                  <a:pt x="1168" y="1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8" name=""/>
          <p:cNvSpPr/>
          <p:nvPr/>
        </p:nvSpPr>
        <p:spPr>
          <a:xfrm>
            <a:off x="7890480" y="3268800"/>
            <a:ext cx="416880" cy="27720"/>
          </a:xfrm>
          <a:custGeom>
            <a:avLst/>
            <a:gdLst/>
            <a:ahLst/>
            <a:rect l="0" t="0" r="r" b="b"/>
            <a:pathLst>
              <a:path w="1158" h="77">
                <a:moveTo>
                  <a:pt x="0" y="77"/>
                </a:moveTo>
                <a:lnTo>
                  <a:pt x="1158" y="0"/>
                </a:lnTo>
                <a:lnTo>
                  <a:pt x="1158" y="1"/>
                </a:lnTo>
                <a:lnTo>
                  <a:pt x="10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099" name=""/>
          <p:cNvSpPr/>
          <p:nvPr/>
        </p:nvSpPr>
        <p:spPr>
          <a:xfrm>
            <a:off x="7894080" y="3269160"/>
            <a:ext cx="413280" cy="27360"/>
          </a:xfrm>
          <a:custGeom>
            <a:avLst/>
            <a:gdLst/>
            <a:ahLst/>
            <a:rect l="0" t="0" r="r" b="b"/>
            <a:pathLst>
              <a:path w="1148" h="76">
                <a:moveTo>
                  <a:pt x="0" y="76"/>
                </a:moveTo>
                <a:lnTo>
                  <a:pt x="1148" y="0"/>
                </a:lnTo>
                <a:lnTo>
                  <a:pt x="1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0" name=""/>
          <p:cNvSpPr/>
          <p:nvPr/>
        </p:nvSpPr>
        <p:spPr>
          <a:xfrm>
            <a:off x="7897680" y="3269160"/>
            <a:ext cx="409680" cy="27360"/>
          </a:xfrm>
          <a:custGeom>
            <a:avLst/>
            <a:gdLst/>
            <a:ahLst/>
            <a:rect l="0" t="0" r="r" b="b"/>
            <a:pathLst>
              <a:path w="1138" h="76">
                <a:moveTo>
                  <a:pt x="0" y="76"/>
                </a:moveTo>
                <a:lnTo>
                  <a:pt x="1138" y="0"/>
                </a:lnTo>
                <a:lnTo>
                  <a:pt x="1138" y="1"/>
                </a:lnTo>
                <a:lnTo>
                  <a:pt x="1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1" name=""/>
          <p:cNvSpPr/>
          <p:nvPr/>
        </p:nvSpPr>
        <p:spPr>
          <a:xfrm>
            <a:off x="7901280" y="3269520"/>
            <a:ext cx="406080" cy="27000"/>
          </a:xfrm>
          <a:custGeom>
            <a:avLst/>
            <a:gdLst/>
            <a:ahLst/>
            <a:rect l="0" t="0" r="r" b="b"/>
            <a:pathLst>
              <a:path w="1128" h="75">
                <a:moveTo>
                  <a:pt x="0" y="75"/>
                </a:moveTo>
                <a:lnTo>
                  <a:pt x="1128" y="0"/>
                </a:lnTo>
                <a:lnTo>
                  <a:pt x="1128" y="1"/>
                </a:lnTo>
                <a:lnTo>
                  <a:pt x="11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2" name=""/>
          <p:cNvSpPr/>
          <p:nvPr/>
        </p:nvSpPr>
        <p:spPr>
          <a:xfrm>
            <a:off x="7904880" y="3269880"/>
            <a:ext cx="402480" cy="26640"/>
          </a:xfrm>
          <a:custGeom>
            <a:avLst/>
            <a:gdLst/>
            <a:ahLst/>
            <a:rect l="0" t="0" r="r" b="b"/>
            <a:pathLst>
              <a:path w="1118" h="74">
                <a:moveTo>
                  <a:pt x="0" y="74"/>
                </a:moveTo>
                <a:lnTo>
                  <a:pt x="1118" y="0"/>
                </a:lnTo>
                <a:lnTo>
                  <a:pt x="11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3" name=""/>
          <p:cNvSpPr/>
          <p:nvPr/>
        </p:nvSpPr>
        <p:spPr>
          <a:xfrm>
            <a:off x="7908840" y="3269880"/>
            <a:ext cx="398520" cy="26640"/>
          </a:xfrm>
          <a:custGeom>
            <a:avLst/>
            <a:gdLst/>
            <a:ahLst/>
            <a:rect l="0" t="0" r="r" b="b"/>
            <a:pathLst>
              <a:path w="1107" h="74">
                <a:moveTo>
                  <a:pt x="0" y="74"/>
                </a:moveTo>
                <a:lnTo>
                  <a:pt x="1107" y="0"/>
                </a:lnTo>
                <a:lnTo>
                  <a:pt x="1107" y="1"/>
                </a:lnTo>
                <a:lnTo>
                  <a:pt x="10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4" name=""/>
          <p:cNvSpPr/>
          <p:nvPr/>
        </p:nvSpPr>
        <p:spPr>
          <a:xfrm>
            <a:off x="7912440" y="3270240"/>
            <a:ext cx="394920" cy="26280"/>
          </a:xfrm>
          <a:custGeom>
            <a:avLst/>
            <a:gdLst/>
            <a:ahLst/>
            <a:rect l="0" t="0" r="r" b="b"/>
            <a:pathLst>
              <a:path w="1097" h="73">
                <a:moveTo>
                  <a:pt x="0" y="73"/>
                </a:moveTo>
                <a:lnTo>
                  <a:pt x="1097" y="0"/>
                </a:lnTo>
                <a:lnTo>
                  <a:pt x="1097" y="1"/>
                </a:lnTo>
                <a:lnTo>
                  <a:pt x="10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ec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5" name=""/>
          <p:cNvSpPr/>
          <p:nvPr/>
        </p:nvSpPr>
        <p:spPr>
          <a:xfrm>
            <a:off x="7916040" y="3270600"/>
            <a:ext cx="391320" cy="25920"/>
          </a:xfrm>
          <a:custGeom>
            <a:avLst/>
            <a:gdLst/>
            <a:ahLst/>
            <a:rect l="0" t="0" r="r" b="b"/>
            <a:pathLst>
              <a:path w="1087" h="72">
                <a:moveTo>
                  <a:pt x="0" y="72"/>
                </a:moveTo>
                <a:lnTo>
                  <a:pt x="1087" y="0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6" name=""/>
          <p:cNvSpPr/>
          <p:nvPr/>
        </p:nvSpPr>
        <p:spPr>
          <a:xfrm>
            <a:off x="7919640" y="3270600"/>
            <a:ext cx="387720" cy="25920"/>
          </a:xfrm>
          <a:custGeom>
            <a:avLst/>
            <a:gdLst/>
            <a:ahLst/>
            <a:rect l="0" t="0" r="r" b="b"/>
            <a:pathLst>
              <a:path w="1077" h="72">
                <a:moveTo>
                  <a:pt x="0" y="72"/>
                </a:moveTo>
                <a:lnTo>
                  <a:pt x="1077" y="0"/>
                </a:lnTo>
                <a:lnTo>
                  <a:pt x="1077" y="1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7" name=""/>
          <p:cNvSpPr/>
          <p:nvPr/>
        </p:nvSpPr>
        <p:spPr>
          <a:xfrm>
            <a:off x="7923240" y="3270960"/>
            <a:ext cx="384120" cy="25560"/>
          </a:xfrm>
          <a:custGeom>
            <a:avLst/>
            <a:gdLst/>
            <a:ahLst/>
            <a:rect l="0" t="0" r="r" b="b"/>
            <a:pathLst>
              <a:path w="1067" h="71">
                <a:moveTo>
                  <a:pt x="0" y="71"/>
                </a:moveTo>
                <a:lnTo>
                  <a:pt x="1067" y="0"/>
                </a:lnTo>
                <a:lnTo>
                  <a:pt x="1067" y="1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8" name=""/>
          <p:cNvSpPr/>
          <p:nvPr/>
        </p:nvSpPr>
        <p:spPr>
          <a:xfrm>
            <a:off x="7926840" y="3271320"/>
            <a:ext cx="380520" cy="25200"/>
          </a:xfrm>
          <a:custGeom>
            <a:avLst/>
            <a:gdLst/>
            <a:ahLst/>
            <a:rect l="0" t="0" r="r" b="b"/>
            <a:pathLst>
              <a:path w="1057" h="70">
                <a:moveTo>
                  <a:pt x="0" y="70"/>
                </a:moveTo>
                <a:lnTo>
                  <a:pt x="1057" y="0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dc1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09" name=""/>
          <p:cNvSpPr/>
          <p:nvPr/>
        </p:nvSpPr>
        <p:spPr>
          <a:xfrm>
            <a:off x="7930440" y="3271320"/>
            <a:ext cx="376920" cy="25200"/>
          </a:xfrm>
          <a:custGeom>
            <a:avLst/>
            <a:gdLst/>
            <a:ahLst/>
            <a:rect l="0" t="0" r="r" b="b"/>
            <a:pathLst>
              <a:path w="1047" h="70">
                <a:moveTo>
                  <a:pt x="0" y="70"/>
                </a:moveTo>
                <a:lnTo>
                  <a:pt x="1047" y="0"/>
                </a:lnTo>
                <a:lnTo>
                  <a:pt x="1047" y="1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0" name=""/>
          <p:cNvSpPr/>
          <p:nvPr/>
        </p:nvSpPr>
        <p:spPr>
          <a:xfrm>
            <a:off x="7934040" y="3271680"/>
            <a:ext cx="373320" cy="24840"/>
          </a:xfrm>
          <a:custGeom>
            <a:avLst/>
            <a:gdLst/>
            <a:ahLst/>
            <a:rect l="0" t="0" r="r" b="b"/>
            <a:pathLst>
              <a:path w="1037" h="69">
                <a:moveTo>
                  <a:pt x="0" y="69"/>
                </a:moveTo>
                <a:lnTo>
                  <a:pt x="1037" y="0"/>
                </a:lnTo>
                <a:lnTo>
                  <a:pt x="1037" y="1"/>
                </a:lnTo>
                <a:lnTo>
                  <a:pt x="10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1" name=""/>
          <p:cNvSpPr/>
          <p:nvPr/>
        </p:nvSpPr>
        <p:spPr>
          <a:xfrm>
            <a:off x="7937640" y="3272040"/>
            <a:ext cx="369720" cy="24480"/>
          </a:xfrm>
          <a:custGeom>
            <a:avLst/>
            <a:gdLst/>
            <a:ahLst/>
            <a:rect l="0" t="0" r="r" b="b"/>
            <a:pathLst>
              <a:path w="1027" h="68">
                <a:moveTo>
                  <a:pt x="0" y="68"/>
                </a:moveTo>
                <a:lnTo>
                  <a:pt x="1027" y="0"/>
                </a:lnTo>
                <a:lnTo>
                  <a:pt x="11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2" name=""/>
          <p:cNvSpPr/>
          <p:nvPr/>
        </p:nvSpPr>
        <p:spPr>
          <a:xfrm>
            <a:off x="7941240" y="3272040"/>
            <a:ext cx="366120" cy="24480"/>
          </a:xfrm>
          <a:custGeom>
            <a:avLst/>
            <a:gdLst/>
            <a:ahLst/>
            <a:rect l="0" t="0" r="r" b="b"/>
            <a:pathLst>
              <a:path w="1017" h="68">
                <a:moveTo>
                  <a:pt x="0" y="68"/>
                </a:moveTo>
                <a:lnTo>
                  <a:pt x="1017" y="0"/>
                </a:lnTo>
                <a:lnTo>
                  <a:pt x="1017" y="1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3" name=""/>
          <p:cNvSpPr/>
          <p:nvPr/>
        </p:nvSpPr>
        <p:spPr>
          <a:xfrm>
            <a:off x="7944840" y="3272400"/>
            <a:ext cx="362520" cy="24120"/>
          </a:xfrm>
          <a:custGeom>
            <a:avLst/>
            <a:gdLst/>
            <a:ahLst/>
            <a:rect l="0" t="0" r="r" b="b"/>
            <a:pathLst>
              <a:path w="1007" h="67">
                <a:moveTo>
                  <a:pt x="0" y="67"/>
                </a:moveTo>
                <a:lnTo>
                  <a:pt x="1007" y="0"/>
                </a:lnTo>
                <a:lnTo>
                  <a:pt x="1007" y="1"/>
                </a:lnTo>
                <a:lnTo>
                  <a:pt x="10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bb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4" name=""/>
          <p:cNvSpPr/>
          <p:nvPr/>
        </p:nvSpPr>
        <p:spPr>
          <a:xfrm>
            <a:off x="7948440" y="3272760"/>
            <a:ext cx="358920" cy="23760"/>
          </a:xfrm>
          <a:custGeom>
            <a:avLst/>
            <a:gdLst/>
            <a:ahLst/>
            <a:rect l="0" t="0" r="r" b="b"/>
            <a:pathLst>
              <a:path w="997" h="66">
                <a:moveTo>
                  <a:pt x="0" y="66"/>
                </a:moveTo>
                <a:lnTo>
                  <a:pt x="997" y="0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5" name=""/>
          <p:cNvSpPr/>
          <p:nvPr/>
        </p:nvSpPr>
        <p:spPr>
          <a:xfrm>
            <a:off x="7952040" y="3272760"/>
            <a:ext cx="355320" cy="23760"/>
          </a:xfrm>
          <a:custGeom>
            <a:avLst/>
            <a:gdLst/>
            <a:ahLst/>
            <a:rect l="0" t="0" r="r" b="b"/>
            <a:pathLst>
              <a:path w="987" h="66">
                <a:moveTo>
                  <a:pt x="0" y="66"/>
                </a:moveTo>
                <a:lnTo>
                  <a:pt x="987" y="0"/>
                </a:lnTo>
                <a:lnTo>
                  <a:pt x="987" y="1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abc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6" name=""/>
          <p:cNvSpPr/>
          <p:nvPr/>
        </p:nvSpPr>
        <p:spPr>
          <a:xfrm>
            <a:off x="7955640" y="3273120"/>
            <a:ext cx="351720" cy="23400"/>
          </a:xfrm>
          <a:custGeom>
            <a:avLst/>
            <a:gdLst/>
            <a:ahLst/>
            <a:rect l="0" t="0" r="r" b="b"/>
            <a:pathLst>
              <a:path w="977" h="65">
                <a:moveTo>
                  <a:pt x="0" y="65"/>
                </a:moveTo>
                <a:lnTo>
                  <a:pt x="977" y="0"/>
                </a:lnTo>
                <a:lnTo>
                  <a:pt x="977" y="1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7" name=""/>
          <p:cNvSpPr/>
          <p:nvPr/>
        </p:nvSpPr>
        <p:spPr>
          <a:xfrm>
            <a:off x="7959240" y="3273480"/>
            <a:ext cx="348120" cy="23040"/>
          </a:xfrm>
          <a:custGeom>
            <a:avLst/>
            <a:gdLst/>
            <a:ahLst/>
            <a:rect l="0" t="0" r="r" b="b"/>
            <a:pathLst>
              <a:path w="967" h="64">
                <a:moveTo>
                  <a:pt x="0" y="64"/>
                </a:moveTo>
                <a:lnTo>
                  <a:pt x="967" y="0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abb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8" name=""/>
          <p:cNvSpPr/>
          <p:nvPr/>
        </p:nvSpPr>
        <p:spPr>
          <a:xfrm>
            <a:off x="7962840" y="3273480"/>
            <a:ext cx="344520" cy="23040"/>
          </a:xfrm>
          <a:custGeom>
            <a:avLst/>
            <a:gdLst/>
            <a:ahLst/>
            <a:rect l="0" t="0" r="r" b="b"/>
            <a:pathLst>
              <a:path w="957" h="64">
                <a:moveTo>
                  <a:pt x="0" y="64"/>
                </a:moveTo>
                <a:lnTo>
                  <a:pt x="957" y="0"/>
                </a:lnTo>
                <a:lnTo>
                  <a:pt x="957" y="1"/>
                </a:lnTo>
                <a:lnTo>
                  <a:pt x="11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19" name=""/>
          <p:cNvSpPr/>
          <p:nvPr/>
        </p:nvSpPr>
        <p:spPr>
          <a:xfrm>
            <a:off x="7966800" y="3273840"/>
            <a:ext cx="340560" cy="22680"/>
          </a:xfrm>
          <a:custGeom>
            <a:avLst/>
            <a:gdLst/>
            <a:ahLst/>
            <a:rect l="0" t="0" r="r" b="b"/>
            <a:pathLst>
              <a:path w="946" h="63">
                <a:moveTo>
                  <a:pt x="0" y="63"/>
                </a:moveTo>
                <a:lnTo>
                  <a:pt x="946" y="0"/>
                </a:lnTo>
                <a:lnTo>
                  <a:pt x="946" y="1"/>
                </a:lnTo>
                <a:lnTo>
                  <a:pt x="10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9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0" name=""/>
          <p:cNvSpPr/>
          <p:nvPr/>
        </p:nvSpPr>
        <p:spPr>
          <a:xfrm>
            <a:off x="7970400" y="3274200"/>
            <a:ext cx="336960" cy="22320"/>
          </a:xfrm>
          <a:custGeom>
            <a:avLst/>
            <a:gdLst/>
            <a:ahLst/>
            <a:rect l="0" t="0" r="r" b="b"/>
            <a:pathLst>
              <a:path w="936" h="62">
                <a:moveTo>
                  <a:pt x="0" y="62"/>
                </a:moveTo>
                <a:lnTo>
                  <a:pt x="936" y="0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1" name=""/>
          <p:cNvSpPr/>
          <p:nvPr/>
        </p:nvSpPr>
        <p:spPr>
          <a:xfrm>
            <a:off x="7974000" y="3274200"/>
            <a:ext cx="333360" cy="22320"/>
          </a:xfrm>
          <a:custGeom>
            <a:avLst/>
            <a:gdLst/>
            <a:ahLst/>
            <a:rect l="0" t="0" r="r" b="b"/>
            <a:pathLst>
              <a:path w="926" h="62">
                <a:moveTo>
                  <a:pt x="0" y="62"/>
                </a:moveTo>
                <a:lnTo>
                  <a:pt x="926" y="0"/>
                </a:lnTo>
                <a:lnTo>
                  <a:pt x="926" y="1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9b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2" name=""/>
          <p:cNvSpPr/>
          <p:nvPr/>
        </p:nvSpPr>
        <p:spPr>
          <a:xfrm>
            <a:off x="7977600" y="3274560"/>
            <a:ext cx="329760" cy="21960"/>
          </a:xfrm>
          <a:custGeom>
            <a:avLst/>
            <a:gdLst/>
            <a:ahLst/>
            <a:rect l="0" t="0" r="r" b="b"/>
            <a:pathLst>
              <a:path w="916" h="61">
                <a:moveTo>
                  <a:pt x="0" y="61"/>
                </a:moveTo>
                <a:lnTo>
                  <a:pt x="916" y="0"/>
                </a:lnTo>
                <a:lnTo>
                  <a:pt x="916" y="1"/>
                </a:lnTo>
                <a:lnTo>
                  <a:pt x="1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3" name=""/>
          <p:cNvSpPr/>
          <p:nvPr/>
        </p:nvSpPr>
        <p:spPr>
          <a:xfrm>
            <a:off x="7981200" y="3274920"/>
            <a:ext cx="326160" cy="21600"/>
          </a:xfrm>
          <a:custGeom>
            <a:avLst/>
            <a:gdLst/>
            <a:ahLst/>
            <a:rect l="0" t="0" r="r" b="b"/>
            <a:pathLst>
              <a:path w="906" h="60">
                <a:moveTo>
                  <a:pt x="0" y="60"/>
                </a:moveTo>
                <a:lnTo>
                  <a:pt x="906" y="0"/>
                </a:lnTo>
                <a:lnTo>
                  <a:pt x="11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8b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4" name=""/>
          <p:cNvSpPr/>
          <p:nvPr/>
        </p:nvSpPr>
        <p:spPr>
          <a:xfrm>
            <a:off x="7984800" y="3274920"/>
            <a:ext cx="322560" cy="21600"/>
          </a:xfrm>
          <a:custGeom>
            <a:avLst/>
            <a:gdLst/>
            <a:ahLst/>
            <a:rect l="0" t="0" r="r" b="b"/>
            <a:pathLst>
              <a:path w="896" h="60">
                <a:moveTo>
                  <a:pt x="0" y="60"/>
                </a:moveTo>
                <a:lnTo>
                  <a:pt x="896" y="0"/>
                </a:lnTo>
                <a:lnTo>
                  <a:pt x="896" y="1"/>
                </a:lnTo>
                <a:lnTo>
                  <a:pt x="1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5" name=""/>
          <p:cNvSpPr/>
          <p:nvPr/>
        </p:nvSpPr>
        <p:spPr>
          <a:xfrm>
            <a:off x="7988400" y="3275280"/>
            <a:ext cx="318960" cy="21240"/>
          </a:xfrm>
          <a:custGeom>
            <a:avLst/>
            <a:gdLst/>
            <a:ahLst/>
            <a:rect l="0" t="0" r="r" b="b"/>
            <a:pathLst>
              <a:path w="886" h="59">
                <a:moveTo>
                  <a:pt x="0" y="59"/>
                </a:moveTo>
                <a:lnTo>
                  <a:pt x="886" y="0"/>
                </a:lnTo>
                <a:lnTo>
                  <a:pt x="886" y="1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8b6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6" name=""/>
          <p:cNvSpPr/>
          <p:nvPr/>
        </p:nvSpPr>
        <p:spPr>
          <a:xfrm>
            <a:off x="7992000" y="3275640"/>
            <a:ext cx="315360" cy="20880"/>
          </a:xfrm>
          <a:custGeom>
            <a:avLst/>
            <a:gdLst/>
            <a:ahLst/>
            <a:rect l="0" t="0" r="r" b="b"/>
            <a:pathLst>
              <a:path w="876" h="58">
                <a:moveTo>
                  <a:pt x="0" y="58"/>
                </a:moveTo>
                <a:lnTo>
                  <a:pt x="876" y="0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7" name=""/>
          <p:cNvSpPr/>
          <p:nvPr/>
        </p:nvSpPr>
        <p:spPr>
          <a:xfrm>
            <a:off x="7995600" y="3275640"/>
            <a:ext cx="311760" cy="20880"/>
          </a:xfrm>
          <a:custGeom>
            <a:avLst/>
            <a:gdLst/>
            <a:ahLst/>
            <a:rect l="0" t="0" r="r" b="b"/>
            <a:pathLst>
              <a:path w="866" h="58">
                <a:moveTo>
                  <a:pt x="0" y="58"/>
                </a:moveTo>
                <a:lnTo>
                  <a:pt x="866" y="0"/>
                </a:lnTo>
                <a:lnTo>
                  <a:pt x="866" y="1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7b5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8" name=""/>
          <p:cNvSpPr/>
          <p:nvPr/>
        </p:nvSpPr>
        <p:spPr>
          <a:xfrm>
            <a:off x="7999200" y="3276000"/>
            <a:ext cx="308160" cy="20520"/>
          </a:xfrm>
          <a:custGeom>
            <a:avLst/>
            <a:gdLst/>
            <a:ahLst/>
            <a:rect l="0" t="0" r="r" b="b"/>
            <a:pathLst>
              <a:path w="856" h="57">
                <a:moveTo>
                  <a:pt x="0" y="57"/>
                </a:moveTo>
                <a:lnTo>
                  <a:pt x="856" y="0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7b5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29" name=""/>
          <p:cNvSpPr/>
          <p:nvPr/>
        </p:nvSpPr>
        <p:spPr>
          <a:xfrm>
            <a:off x="8002800" y="3276000"/>
            <a:ext cx="304560" cy="20520"/>
          </a:xfrm>
          <a:custGeom>
            <a:avLst/>
            <a:gdLst/>
            <a:ahLst/>
            <a:rect l="0" t="0" r="r" b="b"/>
            <a:pathLst>
              <a:path w="846" h="57">
                <a:moveTo>
                  <a:pt x="0" y="57"/>
                </a:moveTo>
                <a:lnTo>
                  <a:pt x="846" y="0"/>
                </a:lnTo>
                <a:lnTo>
                  <a:pt x="846" y="1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7b4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0" name=""/>
          <p:cNvSpPr/>
          <p:nvPr/>
        </p:nvSpPr>
        <p:spPr>
          <a:xfrm>
            <a:off x="8006400" y="3276360"/>
            <a:ext cx="300960" cy="20160"/>
          </a:xfrm>
          <a:custGeom>
            <a:avLst/>
            <a:gdLst/>
            <a:ahLst/>
            <a:rect l="0" t="0" r="r" b="b"/>
            <a:pathLst>
              <a:path w="836" h="56">
                <a:moveTo>
                  <a:pt x="0" y="56"/>
                </a:moveTo>
                <a:lnTo>
                  <a:pt x="836" y="0"/>
                </a:lnTo>
                <a:lnTo>
                  <a:pt x="836" y="1"/>
                </a:lnTo>
                <a:lnTo>
                  <a:pt x="10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1" name=""/>
          <p:cNvSpPr/>
          <p:nvPr/>
        </p:nvSpPr>
        <p:spPr>
          <a:xfrm>
            <a:off x="8010000" y="3276720"/>
            <a:ext cx="297360" cy="19800"/>
          </a:xfrm>
          <a:custGeom>
            <a:avLst/>
            <a:gdLst/>
            <a:ahLst/>
            <a:rect l="0" t="0" r="r" b="b"/>
            <a:pathLst>
              <a:path w="826" h="55">
                <a:moveTo>
                  <a:pt x="0" y="55"/>
                </a:moveTo>
                <a:lnTo>
                  <a:pt x="826" y="0"/>
                </a:lnTo>
                <a:lnTo>
                  <a:pt x="10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6b3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2" name=""/>
          <p:cNvSpPr/>
          <p:nvPr/>
        </p:nvSpPr>
        <p:spPr>
          <a:xfrm>
            <a:off x="8013600" y="3276720"/>
            <a:ext cx="293760" cy="19800"/>
          </a:xfrm>
          <a:custGeom>
            <a:avLst/>
            <a:gdLst/>
            <a:ahLst/>
            <a:rect l="0" t="0" r="r" b="b"/>
            <a:pathLst>
              <a:path w="816" h="55">
                <a:moveTo>
                  <a:pt x="0" y="55"/>
                </a:moveTo>
                <a:lnTo>
                  <a:pt x="816" y="0"/>
                </a:lnTo>
                <a:lnTo>
                  <a:pt x="816" y="1"/>
                </a:lnTo>
                <a:lnTo>
                  <a:pt x="10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3" name=""/>
          <p:cNvSpPr/>
          <p:nvPr/>
        </p:nvSpPr>
        <p:spPr>
          <a:xfrm>
            <a:off x="8017200" y="3277080"/>
            <a:ext cx="290160" cy="19440"/>
          </a:xfrm>
          <a:custGeom>
            <a:avLst/>
            <a:gdLst/>
            <a:ahLst/>
            <a:rect l="0" t="0" r="r" b="b"/>
            <a:pathLst>
              <a:path w="806" h="54">
                <a:moveTo>
                  <a:pt x="0" y="54"/>
                </a:moveTo>
                <a:lnTo>
                  <a:pt x="806" y="0"/>
                </a:lnTo>
                <a:lnTo>
                  <a:pt x="806" y="1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4" name=""/>
          <p:cNvSpPr/>
          <p:nvPr/>
        </p:nvSpPr>
        <p:spPr>
          <a:xfrm>
            <a:off x="8020800" y="3277440"/>
            <a:ext cx="286560" cy="19080"/>
          </a:xfrm>
          <a:custGeom>
            <a:avLst/>
            <a:gdLst/>
            <a:ahLst/>
            <a:rect l="0" t="0" r="r" b="b"/>
            <a:pathLst>
              <a:path w="796" h="53">
                <a:moveTo>
                  <a:pt x="0" y="53"/>
                </a:moveTo>
                <a:lnTo>
                  <a:pt x="796" y="0"/>
                </a:lnTo>
                <a:lnTo>
                  <a:pt x="11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6b2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5" name=""/>
          <p:cNvSpPr/>
          <p:nvPr/>
        </p:nvSpPr>
        <p:spPr>
          <a:xfrm>
            <a:off x="8024760" y="3277440"/>
            <a:ext cx="282600" cy="19080"/>
          </a:xfrm>
          <a:custGeom>
            <a:avLst/>
            <a:gdLst/>
            <a:ahLst/>
            <a:rect l="0" t="0" r="r" b="b"/>
            <a:pathLst>
              <a:path w="785" h="53">
                <a:moveTo>
                  <a:pt x="0" y="53"/>
                </a:moveTo>
                <a:lnTo>
                  <a:pt x="785" y="0"/>
                </a:lnTo>
                <a:lnTo>
                  <a:pt x="785" y="1"/>
                </a:lnTo>
                <a:lnTo>
                  <a:pt x="10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5b1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6" name=""/>
          <p:cNvSpPr/>
          <p:nvPr/>
        </p:nvSpPr>
        <p:spPr>
          <a:xfrm>
            <a:off x="8028360" y="3277800"/>
            <a:ext cx="279000" cy="18720"/>
          </a:xfrm>
          <a:custGeom>
            <a:avLst/>
            <a:gdLst/>
            <a:ahLst/>
            <a:rect l="0" t="0" r="r" b="b"/>
            <a:pathLst>
              <a:path w="775" h="52">
                <a:moveTo>
                  <a:pt x="0" y="52"/>
                </a:moveTo>
                <a:lnTo>
                  <a:pt x="775" y="0"/>
                </a:lnTo>
                <a:lnTo>
                  <a:pt x="775" y="1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7" name=""/>
          <p:cNvSpPr/>
          <p:nvPr/>
        </p:nvSpPr>
        <p:spPr>
          <a:xfrm>
            <a:off x="8031960" y="3278160"/>
            <a:ext cx="275400" cy="18360"/>
          </a:xfrm>
          <a:custGeom>
            <a:avLst/>
            <a:gdLst/>
            <a:ahLst/>
            <a:rect l="0" t="0" r="r" b="b"/>
            <a:pathLst>
              <a:path w="765" h="51">
                <a:moveTo>
                  <a:pt x="0" y="51"/>
                </a:moveTo>
                <a:lnTo>
                  <a:pt x="765" y="0"/>
                </a:lnTo>
                <a:lnTo>
                  <a:pt x="10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5b0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8" name=""/>
          <p:cNvSpPr/>
          <p:nvPr/>
        </p:nvSpPr>
        <p:spPr>
          <a:xfrm>
            <a:off x="8035560" y="3278160"/>
            <a:ext cx="271800" cy="18360"/>
          </a:xfrm>
          <a:custGeom>
            <a:avLst/>
            <a:gdLst/>
            <a:ahLst/>
            <a:rect l="0" t="0" r="r" b="b"/>
            <a:pathLst>
              <a:path w="755" h="51">
                <a:moveTo>
                  <a:pt x="0" y="51"/>
                </a:moveTo>
                <a:lnTo>
                  <a:pt x="755" y="0"/>
                </a:lnTo>
                <a:lnTo>
                  <a:pt x="755" y="1"/>
                </a:lnTo>
                <a:lnTo>
                  <a:pt x="10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39" name=""/>
          <p:cNvSpPr/>
          <p:nvPr/>
        </p:nvSpPr>
        <p:spPr>
          <a:xfrm>
            <a:off x="8039160" y="3278520"/>
            <a:ext cx="268200" cy="18000"/>
          </a:xfrm>
          <a:custGeom>
            <a:avLst/>
            <a:gdLst/>
            <a:ahLst/>
            <a:rect l="0" t="0" r="r" b="b"/>
            <a:pathLst>
              <a:path w="745" h="50">
                <a:moveTo>
                  <a:pt x="0" y="50"/>
                </a:moveTo>
                <a:lnTo>
                  <a:pt x="745" y="0"/>
                </a:lnTo>
                <a:lnTo>
                  <a:pt x="745" y="1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0" name=""/>
          <p:cNvSpPr/>
          <p:nvPr/>
        </p:nvSpPr>
        <p:spPr>
          <a:xfrm>
            <a:off x="8042760" y="3278880"/>
            <a:ext cx="264600" cy="17640"/>
          </a:xfrm>
          <a:custGeom>
            <a:avLst/>
            <a:gdLst/>
            <a:ahLst/>
            <a:rect l="0" t="0" r="r" b="b"/>
            <a:pathLst>
              <a:path w="735" h="49">
                <a:moveTo>
                  <a:pt x="0" y="49"/>
                </a:moveTo>
                <a:lnTo>
                  <a:pt x="735" y="0"/>
                </a:lnTo>
                <a:lnTo>
                  <a:pt x="1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1" name=""/>
          <p:cNvSpPr/>
          <p:nvPr/>
        </p:nvSpPr>
        <p:spPr>
          <a:xfrm>
            <a:off x="8046360" y="3278880"/>
            <a:ext cx="261000" cy="17640"/>
          </a:xfrm>
          <a:custGeom>
            <a:avLst/>
            <a:gdLst/>
            <a:ahLst/>
            <a:rect l="0" t="0" r="r" b="b"/>
            <a:pathLst>
              <a:path w="725" h="49">
                <a:moveTo>
                  <a:pt x="0" y="49"/>
                </a:moveTo>
                <a:lnTo>
                  <a:pt x="725" y="0"/>
                </a:lnTo>
                <a:lnTo>
                  <a:pt x="725" y="1"/>
                </a:lnTo>
                <a:lnTo>
                  <a:pt x="1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2" name=""/>
          <p:cNvSpPr/>
          <p:nvPr/>
        </p:nvSpPr>
        <p:spPr>
          <a:xfrm>
            <a:off x="8049960" y="3279240"/>
            <a:ext cx="257400" cy="17280"/>
          </a:xfrm>
          <a:custGeom>
            <a:avLst/>
            <a:gdLst/>
            <a:ahLst/>
            <a:rect l="0" t="0" r="r" b="b"/>
            <a:pathLst>
              <a:path w="715" h="48">
                <a:moveTo>
                  <a:pt x="0" y="48"/>
                </a:moveTo>
                <a:lnTo>
                  <a:pt x="715" y="0"/>
                </a:lnTo>
                <a:lnTo>
                  <a:pt x="715" y="1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3" name=""/>
          <p:cNvSpPr/>
          <p:nvPr/>
        </p:nvSpPr>
        <p:spPr>
          <a:xfrm>
            <a:off x="8053560" y="3279600"/>
            <a:ext cx="253800" cy="16920"/>
          </a:xfrm>
          <a:custGeom>
            <a:avLst/>
            <a:gdLst/>
            <a:ahLst/>
            <a:rect l="0" t="0" r="r" b="b"/>
            <a:pathLst>
              <a:path w="705" h="47">
                <a:moveTo>
                  <a:pt x="0" y="47"/>
                </a:moveTo>
                <a:lnTo>
                  <a:pt x="705" y="0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4" name=""/>
          <p:cNvSpPr/>
          <p:nvPr/>
        </p:nvSpPr>
        <p:spPr>
          <a:xfrm>
            <a:off x="8057160" y="3279600"/>
            <a:ext cx="250200" cy="16920"/>
          </a:xfrm>
          <a:custGeom>
            <a:avLst/>
            <a:gdLst/>
            <a:ahLst/>
            <a:rect l="0" t="0" r="r" b="b"/>
            <a:pathLst>
              <a:path w="695" h="47">
                <a:moveTo>
                  <a:pt x="0" y="47"/>
                </a:moveTo>
                <a:lnTo>
                  <a:pt x="695" y="0"/>
                </a:lnTo>
                <a:lnTo>
                  <a:pt x="695" y="1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5" name=""/>
          <p:cNvSpPr/>
          <p:nvPr/>
        </p:nvSpPr>
        <p:spPr>
          <a:xfrm>
            <a:off x="8060760" y="3279960"/>
            <a:ext cx="246600" cy="16560"/>
          </a:xfrm>
          <a:custGeom>
            <a:avLst/>
            <a:gdLst/>
            <a:ahLst/>
            <a:rect l="0" t="0" r="r" b="b"/>
            <a:pathLst>
              <a:path w="685" h="46">
                <a:moveTo>
                  <a:pt x="0" y="46"/>
                </a:moveTo>
                <a:lnTo>
                  <a:pt x="685" y="0"/>
                </a:lnTo>
                <a:lnTo>
                  <a:pt x="685" y="1"/>
                </a:lnTo>
                <a:lnTo>
                  <a:pt x="10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6" name=""/>
          <p:cNvSpPr/>
          <p:nvPr/>
        </p:nvSpPr>
        <p:spPr>
          <a:xfrm>
            <a:off x="8064360" y="3280320"/>
            <a:ext cx="243000" cy="16200"/>
          </a:xfrm>
          <a:custGeom>
            <a:avLst/>
            <a:gdLst/>
            <a:ahLst/>
            <a:rect l="0" t="0" r="r" b="b"/>
            <a:pathLst>
              <a:path w="675" h="45">
                <a:moveTo>
                  <a:pt x="0" y="45"/>
                </a:moveTo>
                <a:lnTo>
                  <a:pt x="675" y="0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7" name=""/>
          <p:cNvSpPr/>
          <p:nvPr/>
        </p:nvSpPr>
        <p:spPr>
          <a:xfrm>
            <a:off x="8067960" y="3280320"/>
            <a:ext cx="239400" cy="16200"/>
          </a:xfrm>
          <a:custGeom>
            <a:avLst/>
            <a:gdLst/>
            <a:ahLst/>
            <a:rect l="0" t="0" r="r" b="b"/>
            <a:pathLst>
              <a:path w="665" h="45">
                <a:moveTo>
                  <a:pt x="0" y="45"/>
                </a:moveTo>
                <a:lnTo>
                  <a:pt x="665" y="0"/>
                </a:lnTo>
                <a:lnTo>
                  <a:pt x="665" y="1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8" name=""/>
          <p:cNvSpPr/>
          <p:nvPr/>
        </p:nvSpPr>
        <p:spPr>
          <a:xfrm>
            <a:off x="8071560" y="3280680"/>
            <a:ext cx="235800" cy="15840"/>
          </a:xfrm>
          <a:custGeom>
            <a:avLst/>
            <a:gdLst/>
            <a:ahLst/>
            <a:rect l="0" t="0" r="r" b="b"/>
            <a:pathLst>
              <a:path w="655" h="44">
                <a:moveTo>
                  <a:pt x="0" y="44"/>
                </a:moveTo>
                <a:lnTo>
                  <a:pt x="655" y="0"/>
                </a:lnTo>
                <a:lnTo>
                  <a:pt x="655" y="1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3ab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49" name=""/>
          <p:cNvSpPr/>
          <p:nvPr/>
        </p:nvSpPr>
        <p:spPr>
          <a:xfrm>
            <a:off x="8075160" y="3281040"/>
            <a:ext cx="232200" cy="15480"/>
          </a:xfrm>
          <a:custGeom>
            <a:avLst/>
            <a:gdLst/>
            <a:ahLst/>
            <a:rect l="0" t="0" r="r" b="b"/>
            <a:pathLst>
              <a:path w="645" h="43">
                <a:moveTo>
                  <a:pt x="0" y="43"/>
                </a:moveTo>
                <a:lnTo>
                  <a:pt x="645" y="0"/>
                </a:lnTo>
                <a:lnTo>
                  <a:pt x="1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3a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0" name=""/>
          <p:cNvSpPr/>
          <p:nvPr/>
        </p:nvSpPr>
        <p:spPr>
          <a:xfrm>
            <a:off x="8078760" y="3281040"/>
            <a:ext cx="228600" cy="15480"/>
          </a:xfrm>
          <a:custGeom>
            <a:avLst/>
            <a:gdLst/>
            <a:ahLst/>
            <a:rect l="0" t="0" r="r" b="b"/>
            <a:pathLst>
              <a:path w="635" h="43">
                <a:moveTo>
                  <a:pt x="0" y="43"/>
                </a:moveTo>
                <a:lnTo>
                  <a:pt x="635" y="0"/>
                </a:lnTo>
                <a:lnTo>
                  <a:pt x="635" y="1"/>
                </a:lnTo>
                <a:lnTo>
                  <a:pt x="11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1" name=""/>
          <p:cNvSpPr/>
          <p:nvPr/>
        </p:nvSpPr>
        <p:spPr>
          <a:xfrm>
            <a:off x="8082720" y="3281400"/>
            <a:ext cx="224640" cy="15120"/>
          </a:xfrm>
          <a:custGeom>
            <a:avLst/>
            <a:gdLst/>
            <a:ahLst/>
            <a:rect l="0" t="0" r="r" b="b"/>
            <a:pathLst>
              <a:path w="624" h="42">
                <a:moveTo>
                  <a:pt x="0" y="42"/>
                </a:moveTo>
                <a:lnTo>
                  <a:pt x="624" y="0"/>
                </a:lnTo>
                <a:lnTo>
                  <a:pt x="624" y="1"/>
                </a:lnTo>
                <a:lnTo>
                  <a:pt x="1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2" name=""/>
          <p:cNvSpPr/>
          <p:nvPr/>
        </p:nvSpPr>
        <p:spPr>
          <a:xfrm>
            <a:off x="8086320" y="3281760"/>
            <a:ext cx="221040" cy="14760"/>
          </a:xfrm>
          <a:custGeom>
            <a:avLst/>
            <a:gdLst/>
            <a:ahLst/>
            <a:rect l="0" t="0" r="r" b="b"/>
            <a:pathLst>
              <a:path w="614" h="41">
                <a:moveTo>
                  <a:pt x="0" y="41"/>
                </a:moveTo>
                <a:lnTo>
                  <a:pt x="614" y="0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9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3" name=""/>
          <p:cNvSpPr/>
          <p:nvPr/>
        </p:nvSpPr>
        <p:spPr>
          <a:xfrm>
            <a:off x="8089920" y="3281760"/>
            <a:ext cx="217440" cy="14760"/>
          </a:xfrm>
          <a:custGeom>
            <a:avLst/>
            <a:gdLst/>
            <a:ahLst/>
            <a:rect l="0" t="0" r="r" b="b"/>
            <a:pathLst>
              <a:path w="604" h="41">
                <a:moveTo>
                  <a:pt x="0" y="41"/>
                </a:moveTo>
                <a:lnTo>
                  <a:pt x="604" y="0"/>
                </a:lnTo>
                <a:lnTo>
                  <a:pt x="604" y="1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8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4" name=""/>
          <p:cNvSpPr/>
          <p:nvPr/>
        </p:nvSpPr>
        <p:spPr>
          <a:xfrm>
            <a:off x="8093520" y="3282120"/>
            <a:ext cx="213840" cy="14400"/>
          </a:xfrm>
          <a:custGeom>
            <a:avLst/>
            <a:gdLst/>
            <a:ahLst/>
            <a:rect l="0" t="0" r="r" b="b"/>
            <a:pathLst>
              <a:path w="594" h="40">
                <a:moveTo>
                  <a:pt x="0" y="40"/>
                </a:moveTo>
                <a:lnTo>
                  <a:pt x="594" y="0"/>
                </a:lnTo>
                <a:lnTo>
                  <a:pt x="594" y="1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5" name=""/>
          <p:cNvSpPr/>
          <p:nvPr/>
        </p:nvSpPr>
        <p:spPr>
          <a:xfrm>
            <a:off x="8097120" y="3282480"/>
            <a:ext cx="210240" cy="14040"/>
          </a:xfrm>
          <a:custGeom>
            <a:avLst/>
            <a:gdLst/>
            <a:ahLst/>
            <a:rect l="0" t="0" r="r" b="b"/>
            <a:pathLst>
              <a:path w="584" h="39">
                <a:moveTo>
                  <a:pt x="0" y="39"/>
                </a:moveTo>
                <a:lnTo>
                  <a:pt x="584" y="0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6" name=""/>
          <p:cNvSpPr/>
          <p:nvPr/>
        </p:nvSpPr>
        <p:spPr>
          <a:xfrm>
            <a:off x="8100720" y="3282480"/>
            <a:ext cx="206640" cy="14040"/>
          </a:xfrm>
          <a:custGeom>
            <a:avLst/>
            <a:gdLst/>
            <a:ahLst/>
            <a:rect l="0" t="0" r="r" b="b"/>
            <a:pathLst>
              <a:path w="574" h="39">
                <a:moveTo>
                  <a:pt x="0" y="39"/>
                </a:moveTo>
                <a:lnTo>
                  <a:pt x="574" y="0"/>
                </a:lnTo>
                <a:lnTo>
                  <a:pt x="574" y="1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2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7" name=""/>
          <p:cNvSpPr/>
          <p:nvPr/>
        </p:nvSpPr>
        <p:spPr>
          <a:xfrm>
            <a:off x="8104320" y="3282840"/>
            <a:ext cx="203040" cy="13680"/>
          </a:xfrm>
          <a:custGeom>
            <a:avLst/>
            <a:gdLst/>
            <a:ahLst/>
            <a:rect l="0" t="0" r="r" b="b"/>
            <a:pathLst>
              <a:path w="564" h="38">
                <a:moveTo>
                  <a:pt x="0" y="38"/>
                </a:moveTo>
                <a:lnTo>
                  <a:pt x="564" y="0"/>
                </a:lnTo>
                <a:lnTo>
                  <a:pt x="564" y="1"/>
                </a:lnTo>
                <a:lnTo>
                  <a:pt x="1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6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8" name=""/>
          <p:cNvSpPr/>
          <p:nvPr/>
        </p:nvSpPr>
        <p:spPr>
          <a:xfrm>
            <a:off x="8107920" y="3283200"/>
            <a:ext cx="199440" cy="13320"/>
          </a:xfrm>
          <a:custGeom>
            <a:avLst/>
            <a:gdLst/>
            <a:ahLst/>
            <a:rect l="0" t="0" r="r" b="b"/>
            <a:pathLst>
              <a:path w="554" h="37">
                <a:moveTo>
                  <a:pt x="0" y="37"/>
                </a:moveTo>
                <a:lnTo>
                  <a:pt x="554" y="0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59" name=""/>
          <p:cNvSpPr/>
          <p:nvPr/>
        </p:nvSpPr>
        <p:spPr>
          <a:xfrm>
            <a:off x="8111520" y="3283200"/>
            <a:ext cx="195840" cy="13320"/>
          </a:xfrm>
          <a:custGeom>
            <a:avLst/>
            <a:gdLst/>
            <a:ahLst/>
            <a:rect l="0" t="0" r="r" b="b"/>
            <a:pathLst>
              <a:path w="544" h="37">
                <a:moveTo>
                  <a:pt x="0" y="37"/>
                </a:moveTo>
                <a:lnTo>
                  <a:pt x="544" y="0"/>
                </a:lnTo>
                <a:lnTo>
                  <a:pt x="544" y="1"/>
                </a:lnTo>
                <a:lnTo>
                  <a:pt x="11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5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0" name=""/>
          <p:cNvSpPr/>
          <p:nvPr/>
        </p:nvSpPr>
        <p:spPr>
          <a:xfrm>
            <a:off x="8115120" y="3283560"/>
            <a:ext cx="192240" cy="12960"/>
          </a:xfrm>
          <a:custGeom>
            <a:avLst/>
            <a:gdLst/>
            <a:ahLst/>
            <a:rect l="0" t="0" r="r" b="b"/>
            <a:pathLst>
              <a:path w="534" h="36">
                <a:moveTo>
                  <a:pt x="0" y="36"/>
                </a:moveTo>
                <a:lnTo>
                  <a:pt x="534" y="0"/>
                </a:lnTo>
                <a:lnTo>
                  <a:pt x="534" y="1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1" name=""/>
          <p:cNvSpPr/>
          <p:nvPr/>
        </p:nvSpPr>
        <p:spPr>
          <a:xfrm>
            <a:off x="8118720" y="3283920"/>
            <a:ext cx="188640" cy="12600"/>
          </a:xfrm>
          <a:custGeom>
            <a:avLst/>
            <a:gdLst/>
            <a:ahLst/>
            <a:rect l="0" t="0" r="r" b="b"/>
            <a:pathLst>
              <a:path w="524" h="35">
                <a:moveTo>
                  <a:pt x="0" y="35"/>
                </a:moveTo>
                <a:lnTo>
                  <a:pt x="524" y="0"/>
                </a:lnTo>
                <a:lnTo>
                  <a:pt x="10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2" name=""/>
          <p:cNvSpPr/>
          <p:nvPr/>
        </p:nvSpPr>
        <p:spPr>
          <a:xfrm>
            <a:off x="8122320" y="3283920"/>
            <a:ext cx="185040" cy="12600"/>
          </a:xfrm>
          <a:custGeom>
            <a:avLst/>
            <a:gdLst/>
            <a:ahLst/>
            <a:rect l="0" t="0" r="r" b="b"/>
            <a:pathLst>
              <a:path w="514" h="35">
                <a:moveTo>
                  <a:pt x="0" y="35"/>
                </a:moveTo>
                <a:lnTo>
                  <a:pt x="514" y="0"/>
                </a:lnTo>
                <a:lnTo>
                  <a:pt x="514" y="1"/>
                </a:lnTo>
                <a:lnTo>
                  <a:pt x="10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1a5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3" name=""/>
          <p:cNvSpPr/>
          <p:nvPr/>
        </p:nvSpPr>
        <p:spPr>
          <a:xfrm>
            <a:off x="8125920" y="3284280"/>
            <a:ext cx="181440" cy="12240"/>
          </a:xfrm>
          <a:custGeom>
            <a:avLst/>
            <a:gdLst/>
            <a:ahLst/>
            <a:rect l="0" t="0" r="r" b="b"/>
            <a:pathLst>
              <a:path w="504" h="34">
                <a:moveTo>
                  <a:pt x="0" y="34"/>
                </a:moveTo>
                <a:lnTo>
                  <a:pt x="504" y="0"/>
                </a:lnTo>
                <a:lnTo>
                  <a:pt x="504" y="1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4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4" name=""/>
          <p:cNvSpPr/>
          <p:nvPr/>
        </p:nvSpPr>
        <p:spPr>
          <a:xfrm>
            <a:off x="8129520" y="3284640"/>
            <a:ext cx="177840" cy="11880"/>
          </a:xfrm>
          <a:custGeom>
            <a:avLst/>
            <a:gdLst/>
            <a:ahLst/>
            <a:rect l="0" t="0" r="r" b="b"/>
            <a:pathLst>
              <a:path w="494" h="33">
                <a:moveTo>
                  <a:pt x="0" y="33"/>
                </a:moveTo>
                <a:lnTo>
                  <a:pt x="494" y="0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5" name=""/>
          <p:cNvSpPr/>
          <p:nvPr/>
        </p:nvSpPr>
        <p:spPr>
          <a:xfrm>
            <a:off x="8133120" y="3284640"/>
            <a:ext cx="174240" cy="11880"/>
          </a:xfrm>
          <a:custGeom>
            <a:avLst/>
            <a:gdLst/>
            <a:ahLst/>
            <a:rect l="0" t="0" r="r" b="b"/>
            <a:pathLst>
              <a:path w="484" h="33">
                <a:moveTo>
                  <a:pt x="0" y="33"/>
                </a:moveTo>
                <a:lnTo>
                  <a:pt x="484" y="0"/>
                </a:lnTo>
                <a:lnTo>
                  <a:pt x="484" y="1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6" name=""/>
          <p:cNvSpPr/>
          <p:nvPr/>
        </p:nvSpPr>
        <p:spPr>
          <a:xfrm>
            <a:off x="8136720" y="3285000"/>
            <a:ext cx="170640" cy="11520"/>
          </a:xfrm>
          <a:custGeom>
            <a:avLst/>
            <a:gdLst/>
            <a:ahLst/>
            <a:rect l="0" t="0" r="r" b="b"/>
            <a:pathLst>
              <a:path w="474" h="32">
                <a:moveTo>
                  <a:pt x="0" y="32"/>
                </a:moveTo>
                <a:lnTo>
                  <a:pt x="474" y="0"/>
                </a:lnTo>
                <a:lnTo>
                  <a:pt x="474" y="1"/>
                </a:lnTo>
                <a:lnTo>
                  <a:pt x="11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7" name=""/>
          <p:cNvSpPr/>
          <p:nvPr/>
        </p:nvSpPr>
        <p:spPr>
          <a:xfrm>
            <a:off x="8140680" y="3285360"/>
            <a:ext cx="166680" cy="11160"/>
          </a:xfrm>
          <a:custGeom>
            <a:avLst/>
            <a:gdLst/>
            <a:ahLst/>
            <a:rect l="0" t="0" r="r" b="b"/>
            <a:pathLst>
              <a:path w="463" h="31">
                <a:moveTo>
                  <a:pt x="0" y="31"/>
                </a:moveTo>
                <a:lnTo>
                  <a:pt x="463" y="0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0a3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8" name=""/>
          <p:cNvSpPr/>
          <p:nvPr/>
        </p:nvSpPr>
        <p:spPr>
          <a:xfrm>
            <a:off x="8144280" y="3285360"/>
            <a:ext cx="163080" cy="11160"/>
          </a:xfrm>
          <a:custGeom>
            <a:avLst/>
            <a:gdLst/>
            <a:ahLst/>
            <a:rect l="0" t="0" r="r" b="b"/>
            <a:pathLst>
              <a:path w="453" h="31">
                <a:moveTo>
                  <a:pt x="0" y="31"/>
                </a:moveTo>
                <a:lnTo>
                  <a:pt x="453" y="0"/>
                </a:lnTo>
                <a:lnTo>
                  <a:pt x="453" y="1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0a3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69" name=""/>
          <p:cNvSpPr/>
          <p:nvPr/>
        </p:nvSpPr>
        <p:spPr>
          <a:xfrm>
            <a:off x="8147880" y="3285720"/>
            <a:ext cx="159480" cy="10800"/>
          </a:xfrm>
          <a:custGeom>
            <a:avLst/>
            <a:gdLst/>
            <a:ahLst/>
            <a:rect l="0" t="0" r="r" b="b"/>
            <a:pathLst>
              <a:path w="443" h="30">
                <a:moveTo>
                  <a:pt x="0" y="30"/>
                </a:moveTo>
                <a:lnTo>
                  <a:pt x="443" y="0"/>
                </a:lnTo>
                <a:lnTo>
                  <a:pt x="443" y="1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0" name=""/>
          <p:cNvSpPr/>
          <p:nvPr/>
        </p:nvSpPr>
        <p:spPr>
          <a:xfrm>
            <a:off x="8151480" y="3286080"/>
            <a:ext cx="155880" cy="10440"/>
          </a:xfrm>
          <a:custGeom>
            <a:avLst/>
            <a:gdLst/>
            <a:ahLst/>
            <a:rect l="0" t="0" r="r" b="b"/>
            <a:pathLst>
              <a:path w="433" h="29">
                <a:moveTo>
                  <a:pt x="0" y="29"/>
                </a:moveTo>
                <a:lnTo>
                  <a:pt x="433" y="0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1" name=""/>
          <p:cNvSpPr/>
          <p:nvPr/>
        </p:nvSpPr>
        <p:spPr>
          <a:xfrm>
            <a:off x="8155080" y="3286080"/>
            <a:ext cx="152280" cy="10440"/>
          </a:xfrm>
          <a:custGeom>
            <a:avLst/>
            <a:gdLst/>
            <a:ahLst/>
            <a:rect l="0" t="0" r="r" b="b"/>
            <a:pathLst>
              <a:path w="423" h="29">
                <a:moveTo>
                  <a:pt x="0" y="29"/>
                </a:moveTo>
                <a:lnTo>
                  <a:pt x="423" y="0"/>
                </a:lnTo>
                <a:lnTo>
                  <a:pt x="423" y="1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2" name=""/>
          <p:cNvSpPr/>
          <p:nvPr/>
        </p:nvSpPr>
        <p:spPr>
          <a:xfrm>
            <a:off x="8158680" y="3286440"/>
            <a:ext cx="148680" cy="10080"/>
          </a:xfrm>
          <a:custGeom>
            <a:avLst/>
            <a:gdLst/>
            <a:ahLst/>
            <a:rect l="0" t="0" r="r" b="b"/>
            <a:pathLst>
              <a:path w="413" h="28">
                <a:moveTo>
                  <a:pt x="0" y="28"/>
                </a:moveTo>
                <a:lnTo>
                  <a:pt x="413" y="0"/>
                </a:lnTo>
                <a:lnTo>
                  <a:pt x="413" y="1"/>
                </a:lnTo>
                <a:lnTo>
                  <a:pt x="10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3" name=""/>
          <p:cNvSpPr/>
          <p:nvPr/>
        </p:nvSpPr>
        <p:spPr>
          <a:xfrm>
            <a:off x="8162280" y="3286800"/>
            <a:ext cx="145080" cy="9720"/>
          </a:xfrm>
          <a:custGeom>
            <a:avLst/>
            <a:gdLst/>
            <a:ahLst/>
            <a:rect l="0" t="0" r="r" b="b"/>
            <a:pathLst>
              <a:path w="403" h="27">
                <a:moveTo>
                  <a:pt x="0" y="27"/>
                </a:moveTo>
                <a:lnTo>
                  <a:pt x="403" y="0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4" name=""/>
          <p:cNvSpPr/>
          <p:nvPr/>
        </p:nvSpPr>
        <p:spPr>
          <a:xfrm>
            <a:off x="8165880" y="3286800"/>
            <a:ext cx="141480" cy="9720"/>
          </a:xfrm>
          <a:custGeom>
            <a:avLst/>
            <a:gdLst/>
            <a:ahLst/>
            <a:rect l="0" t="0" r="r" b="b"/>
            <a:pathLst>
              <a:path w="393" h="27">
                <a:moveTo>
                  <a:pt x="0" y="27"/>
                </a:moveTo>
                <a:lnTo>
                  <a:pt x="393" y="0"/>
                </a:lnTo>
                <a:lnTo>
                  <a:pt x="393" y="1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1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5" name=""/>
          <p:cNvSpPr/>
          <p:nvPr/>
        </p:nvSpPr>
        <p:spPr>
          <a:xfrm>
            <a:off x="8169480" y="3287160"/>
            <a:ext cx="137880" cy="9360"/>
          </a:xfrm>
          <a:custGeom>
            <a:avLst/>
            <a:gdLst/>
            <a:ahLst/>
            <a:rect l="0" t="0" r="r" b="b"/>
            <a:pathLst>
              <a:path w="383" h="26">
                <a:moveTo>
                  <a:pt x="0" y="26"/>
                </a:moveTo>
                <a:lnTo>
                  <a:pt x="383" y="0"/>
                </a:lnTo>
                <a:lnTo>
                  <a:pt x="383" y="1"/>
                </a:lnTo>
                <a:lnTo>
                  <a:pt x="1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6" name=""/>
          <p:cNvSpPr/>
          <p:nvPr/>
        </p:nvSpPr>
        <p:spPr>
          <a:xfrm>
            <a:off x="8173080" y="3287520"/>
            <a:ext cx="134280" cy="9000"/>
          </a:xfrm>
          <a:custGeom>
            <a:avLst/>
            <a:gdLst/>
            <a:ahLst/>
            <a:rect l="0" t="0" r="r" b="b"/>
            <a:pathLst>
              <a:path w="373" h="25">
                <a:moveTo>
                  <a:pt x="0" y="25"/>
                </a:moveTo>
                <a:lnTo>
                  <a:pt x="373" y="0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7" name=""/>
          <p:cNvSpPr/>
          <p:nvPr/>
        </p:nvSpPr>
        <p:spPr>
          <a:xfrm>
            <a:off x="8176680" y="3287520"/>
            <a:ext cx="130680" cy="9000"/>
          </a:xfrm>
          <a:custGeom>
            <a:avLst/>
            <a:gdLst/>
            <a:ahLst/>
            <a:rect l="0" t="0" r="r" b="b"/>
            <a:pathLst>
              <a:path w="363" h="25">
                <a:moveTo>
                  <a:pt x="0" y="25"/>
                </a:moveTo>
                <a:lnTo>
                  <a:pt x="363" y="0"/>
                </a:lnTo>
                <a:lnTo>
                  <a:pt x="363" y="1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8" name=""/>
          <p:cNvSpPr/>
          <p:nvPr/>
        </p:nvSpPr>
        <p:spPr>
          <a:xfrm>
            <a:off x="8180280" y="3287880"/>
            <a:ext cx="127080" cy="8640"/>
          </a:xfrm>
          <a:custGeom>
            <a:avLst/>
            <a:gdLst/>
            <a:ahLst/>
            <a:rect l="0" t="0" r="r" b="b"/>
            <a:pathLst>
              <a:path w="353" h="24">
                <a:moveTo>
                  <a:pt x="0" y="24"/>
                </a:moveTo>
                <a:lnTo>
                  <a:pt x="353" y="0"/>
                </a:lnTo>
                <a:lnTo>
                  <a:pt x="353" y="1"/>
                </a:lnTo>
                <a:lnTo>
                  <a:pt x="10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79" name=""/>
          <p:cNvSpPr/>
          <p:nvPr/>
        </p:nvSpPr>
        <p:spPr>
          <a:xfrm>
            <a:off x="8183880" y="3288240"/>
            <a:ext cx="123480" cy="8280"/>
          </a:xfrm>
          <a:custGeom>
            <a:avLst/>
            <a:gdLst/>
            <a:ahLst/>
            <a:rect l="0" t="0" r="r" b="b"/>
            <a:pathLst>
              <a:path w="343" h="23">
                <a:moveTo>
                  <a:pt x="0" y="23"/>
                </a:moveTo>
                <a:lnTo>
                  <a:pt x="343" y="0"/>
                </a:lnTo>
                <a:lnTo>
                  <a:pt x="11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0" name=""/>
          <p:cNvSpPr/>
          <p:nvPr/>
        </p:nvSpPr>
        <p:spPr>
          <a:xfrm>
            <a:off x="8187480" y="3288240"/>
            <a:ext cx="119880" cy="8280"/>
          </a:xfrm>
          <a:custGeom>
            <a:avLst/>
            <a:gdLst/>
            <a:ahLst/>
            <a:rect l="0" t="0" r="r" b="b"/>
            <a:pathLst>
              <a:path w="333" h="23">
                <a:moveTo>
                  <a:pt x="0" y="23"/>
                </a:moveTo>
                <a:lnTo>
                  <a:pt x="333" y="0"/>
                </a:lnTo>
                <a:lnTo>
                  <a:pt x="333" y="1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1" name=""/>
          <p:cNvSpPr/>
          <p:nvPr/>
        </p:nvSpPr>
        <p:spPr>
          <a:xfrm>
            <a:off x="8191080" y="3288600"/>
            <a:ext cx="116280" cy="7920"/>
          </a:xfrm>
          <a:custGeom>
            <a:avLst/>
            <a:gdLst/>
            <a:ahLst/>
            <a:rect l="0" t="0" r="r" b="b"/>
            <a:pathLst>
              <a:path w="323" h="22">
                <a:moveTo>
                  <a:pt x="0" y="22"/>
                </a:moveTo>
                <a:lnTo>
                  <a:pt x="323" y="0"/>
                </a:lnTo>
                <a:lnTo>
                  <a:pt x="323" y="1"/>
                </a:lnTo>
                <a:lnTo>
                  <a:pt x="10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2" name=""/>
          <p:cNvSpPr/>
          <p:nvPr/>
        </p:nvSpPr>
        <p:spPr>
          <a:xfrm>
            <a:off x="8194680" y="3288960"/>
            <a:ext cx="112680" cy="7560"/>
          </a:xfrm>
          <a:custGeom>
            <a:avLst/>
            <a:gdLst/>
            <a:ahLst/>
            <a:rect l="0" t="0" r="r" b="b"/>
            <a:pathLst>
              <a:path w="313" h="21">
                <a:moveTo>
                  <a:pt x="0" y="21"/>
                </a:moveTo>
                <a:lnTo>
                  <a:pt x="313" y="0"/>
                </a:lnTo>
                <a:lnTo>
                  <a:pt x="11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3" name=""/>
          <p:cNvSpPr/>
          <p:nvPr/>
        </p:nvSpPr>
        <p:spPr>
          <a:xfrm>
            <a:off x="8198640" y="3288960"/>
            <a:ext cx="108720" cy="7560"/>
          </a:xfrm>
          <a:custGeom>
            <a:avLst/>
            <a:gdLst/>
            <a:ahLst/>
            <a:rect l="0" t="0" r="r" b="b"/>
            <a:pathLst>
              <a:path w="302" h="21">
                <a:moveTo>
                  <a:pt x="0" y="21"/>
                </a:moveTo>
                <a:lnTo>
                  <a:pt x="302" y="0"/>
                </a:lnTo>
                <a:lnTo>
                  <a:pt x="302" y="1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4" name=""/>
          <p:cNvSpPr/>
          <p:nvPr/>
        </p:nvSpPr>
        <p:spPr>
          <a:xfrm>
            <a:off x="8202240" y="3289320"/>
            <a:ext cx="105120" cy="7200"/>
          </a:xfrm>
          <a:custGeom>
            <a:avLst/>
            <a:gdLst/>
            <a:ahLst/>
            <a:rect l="0" t="0" r="r" b="b"/>
            <a:pathLst>
              <a:path w="292" h="20">
                <a:moveTo>
                  <a:pt x="0" y="20"/>
                </a:moveTo>
                <a:lnTo>
                  <a:pt x="292" y="0"/>
                </a:lnTo>
                <a:lnTo>
                  <a:pt x="292" y="1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5" name=""/>
          <p:cNvSpPr/>
          <p:nvPr/>
        </p:nvSpPr>
        <p:spPr>
          <a:xfrm>
            <a:off x="8205840" y="3289680"/>
            <a:ext cx="101520" cy="6840"/>
          </a:xfrm>
          <a:custGeom>
            <a:avLst/>
            <a:gdLst/>
            <a:ahLst/>
            <a:rect l="0" t="0" r="r" b="b"/>
            <a:pathLst>
              <a:path w="282" h="19">
                <a:moveTo>
                  <a:pt x="0" y="19"/>
                </a:moveTo>
                <a:lnTo>
                  <a:pt x="282" y="0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6" name=""/>
          <p:cNvSpPr/>
          <p:nvPr/>
        </p:nvSpPr>
        <p:spPr>
          <a:xfrm>
            <a:off x="8209440" y="3289680"/>
            <a:ext cx="97920" cy="6840"/>
          </a:xfrm>
          <a:custGeom>
            <a:avLst/>
            <a:gdLst/>
            <a:ahLst/>
            <a:rect l="0" t="0" r="r" b="b"/>
            <a:pathLst>
              <a:path w="272" h="19">
                <a:moveTo>
                  <a:pt x="0" y="19"/>
                </a:moveTo>
                <a:lnTo>
                  <a:pt x="272" y="0"/>
                </a:lnTo>
                <a:lnTo>
                  <a:pt x="272" y="1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7" name=""/>
          <p:cNvSpPr/>
          <p:nvPr/>
        </p:nvSpPr>
        <p:spPr>
          <a:xfrm>
            <a:off x="8213040" y="3290040"/>
            <a:ext cx="94320" cy="6480"/>
          </a:xfrm>
          <a:custGeom>
            <a:avLst/>
            <a:gdLst/>
            <a:ahLst/>
            <a:rect l="0" t="0" r="r" b="b"/>
            <a:pathLst>
              <a:path w="262" h="18">
                <a:moveTo>
                  <a:pt x="0" y="18"/>
                </a:moveTo>
                <a:lnTo>
                  <a:pt x="262" y="0"/>
                </a:lnTo>
                <a:lnTo>
                  <a:pt x="262" y="1"/>
                </a:lnTo>
                <a:lnTo>
                  <a:pt x="10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8" name=""/>
          <p:cNvSpPr/>
          <p:nvPr/>
        </p:nvSpPr>
        <p:spPr>
          <a:xfrm>
            <a:off x="8216640" y="3290400"/>
            <a:ext cx="90720" cy="6120"/>
          </a:xfrm>
          <a:custGeom>
            <a:avLst/>
            <a:gdLst/>
            <a:ahLst/>
            <a:rect l="0" t="0" r="r" b="b"/>
            <a:pathLst>
              <a:path w="252" h="17">
                <a:moveTo>
                  <a:pt x="0" y="17"/>
                </a:moveTo>
                <a:lnTo>
                  <a:pt x="252" y="0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89" name=""/>
          <p:cNvSpPr/>
          <p:nvPr/>
        </p:nvSpPr>
        <p:spPr>
          <a:xfrm>
            <a:off x="8220240" y="3290400"/>
            <a:ext cx="87120" cy="6120"/>
          </a:xfrm>
          <a:custGeom>
            <a:avLst/>
            <a:gdLst/>
            <a:ahLst/>
            <a:rect l="0" t="0" r="r" b="b"/>
            <a:pathLst>
              <a:path w="242" h="17">
                <a:moveTo>
                  <a:pt x="0" y="17"/>
                </a:moveTo>
                <a:lnTo>
                  <a:pt x="242" y="0"/>
                </a:lnTo>
                <a:lnTo>
                  <a:pt x="242" y="1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90" name=""/>
          <p:cNvSpPr/>
          <p:nvPr/>
        </p:nvSpPr>
        <p:spPr>
          <a:xfrm>
            <a:off x="8223840" y="3290760"/>
            <a:ext cx="83520" cy="5760"/>
          </a:xfrm>
          <a:custGeom>
            <a:avLst/>
            <a:gdLst/>
            <a:ahLst/>
            <a:rect l="0" t="0" r="r" b="b"/>
            <a:pathLst>
              <a:path w="232" h="16">
                <a:moveTo>
                  <a:pt x="0" y="16"/>
                </a:moveTo>
                <a:lnTo>
                  <a:pt x="232" y="0"/>
                </a:lnTo>
                <a:lnTo>
                  <a:pt x="232" y="1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91" name=""/>
          <p:cNvSpPr/>
          <p:nvPr/>
        </p:nvSpPr>
        <p:spPr>
          <a:xfrm>
            <a:off x="8227440" y="3291120"/>
            <a:ext cx="79920" cy="5400"/>
          </a:xfrm>
          <a:custGeom>
            <a:avLst/>
            <a:gdLst/>
            <a:ahLst/>
            <a:rect l="0" t="0" r="r" b="b"/>
            <a:pathLst>
              <a:path w="222" h="15">
                <a:moveTo>
                  <a:pt x="0" y="15"/>
                </a:moveTo>
                <a:lnTo>
                  <a:pt x="222" y="0"/>
                </a:lnTo>
                <a:lnTo>
                  <a:pt x="1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92" name=""/>
          <p:cNvSpPr/>
          <p:nvPr/>
        </p:nvSpPr>
        <p:spPr>
          <a:xfrm>
            <a:off x="8231040" y="3291120"/>
            <a:ext cx="76320" cy="5400"/>
          </a:xfrm>
          <a:custGeom>
            <a:avLst/>
            <a:gdLst/>
            <a:ahLst/>
            <a:rect l="0" t="0" r="r" b="b"/>
            <a:pathLst>
              <a:path w="212" h="15">
                <a:moveTo>
                  <a:pt x="0" y="15"/>
                </a:moveTo>
                <a:lnTo>
                  <a:pt x="212" y="0"/>
                </a:lnTo>
                <a:lnTo>
                  <a:pt x="212" y="1"/>
                </a:lnTo>
                <a:lnTo>
                  <a:pt x="1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93" name=""/>
          <p:cNvSpPr/>
          <p:nvPr/>
        </p:nvSpPr>
        <p:spPr>
          <a:xfrm>
            <a:off x="8234640" y="3291480"/>
            <a:ext cx="72720" cy="5040"/>
          </a:xfrm>
          <a:custGeom>
            <a:avLst/>
            <a:gdLst/>
            <a:ahLst/>
            <a:rect l="0" t="0" r="r" b="b"/>
            <a:pathLst>
              <a:path w="202" h="14">
                <a:moveTo>
                  <a:pt x="0" y="14"/>
                </a:moveTo>
                <a:lnTo>
                  <a:pt x="202" y="0"/>
                </a:lnTo>
                <a:lnTo>
                  <a:pt x="202" y="1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94" name=""/>
          <p:cNvSpPr/>
          <p:nvPr/>
        </p:nvSpPr>
        <p:spPr>
          <a:xfrm>
            <a:off x="8238240" y="3291840"/>
            <a:ext cx="69120" cy="4680"/>
          </a:xfrm>
          <a:custGeom>
            <a:avLst/>
            <a:gdLst/>
            <a:ahLst/>
            <a:rect l="0" t="0" r="r" b="b"/>
            <a:pathLst>
              <a:path w="192" h="13">
                <a:moveTo>
                  <a:pt x="0" y="13"/>
                </a:moveTo>
                <a:lnTo>
                  <a:pt x="192" y="0"/>
                </a:lnTo>
                <a:lnTo>
                  <a:pt x="10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95" name=""/>
          <p:cNvSpPr/>
          <p:nvPr/>
        </p:nvSpPr>
        <p:spPr>
          <a:xfrm>
            <a:off x="8241840" y="3291840"/>
            <a:ext cx="65520" cy="4680"/>
          </a:xfrm>
          <a:custGeom>
            <a:avLst/>
            <a:gdLst/>
            <a:ahLst/>
            <a:rect l="0" t="0" r="r" b="b"/>
            <a:pathLst>
              <a:path w="182" h="13">
                <a:moveTo>
                  <a:pt x="0" y="13"/>
                </a:moveTo>
                <a:lnTo>
                  <a:pt x="182" y="0"/>
                </a:lnTo>
                <a:lnTo>
                  <a:pt x="182" y="1"/>
                </a:lnTo>
                <a:lnTo>
                  <a:pt x="11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196" name=""/>
          <p:cNvSpPr/>
          <p:nvPr/>
        </p:nvSpPr>
        <p:spPr>
          <a:xfrm>
            <a:off x="8245440" y="3292200"/>
            <a:ext cx="61920" cy="4320"/>
          </a:xfrm>
          <a:custGeom>
            <a:avLst/>
            <a:gdLst/>
            <a:ahLst/>
            <a:rect l="0" t="0" r="r" b="b"/>
            <a:pathLst>
              <a:path w="172" h="12">
                <a:moveTo>
                  <a:pt x="0" y="12"/>
                </a:moveTo>
                <a:lnTo>
                  <a:pt x="172" y="0"/>
                </a:lnTo>
                <a:lnTo>
                  <a:pt x="172" y="1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197" name=""/>
          <p:cNvSpPr/>
          <p:nvPr/>
        </p:nvSpPr>
        <p:spPr>
          <a:xfrm>
            <a:off x="8249040" y="3292560"/>
            <a:ext cx="58320" cy="3960"/>
          </a:xfrm>
          <a:custGeom>
            <a:avLst/>
            <a:gdLst/>
            <a:ahLst/>
            <a:rect l="0" t="0" r="r" b="b"/>
            <a:pathLst>
              <a:path w="162" h="11">
                <a:moveTo>
                  <a:pt x="0" y="11"/>
                </a:moveTo>
                <a:lnTo>
                  <a:pt x="162" y="0"/>
                </a:lnTo>
                <a:lnTo>
                  <a:pt x="1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198" name=""/>
          <p:cNvSpPr/>
          <p:nvPr/>
        </p:nvSpPr>
        <p:spPr>
          <a:xfrm>
            <a:off x="8252640" y="3292560"/>
            <a:ext cx="54720" cy="3960"/>
          </a:xfrm>
          <a:custGeom>
            <a:avLst/>
            <a:gdLst/>
            <a:ahLst/>
            <a:rect l="0" t="0" r="r" b="b"/>
            <a:pathLst>
              <a:path w="152" h="11">
                <a:moveTo>
                  <a:pt x="0" y="11"/>
                </a:moveTo>
                <a:lnTo>
                  <a:pt x="152" y="0"/>
                </a:lnTo>
                <a:lnTo>
                  <a:pt x="152" y="1"/>
                </a:lnTo>
                <a:lnTo>
                  <a:pt x="11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199" name=""/>
          <p:cNvSpPr/>
          <p:nvPr/>
        </p:nvSpPr>
        <p:spPr>
          <a:xfrm>
            <a:off x="8256600" y="3292920"/>
            <a:ext cx="50760" cy="3600"/>
          </a:xfrm>
          <a:custGeom>
            <a:avLst/>
            <a:gdLst/>
            <a:ahLst/>
            <a:rect l="0" t="0" r="r" b="b"/>
            <a:pathLst>
              <a:path w="141" h="10">
                <a:moveTo>
                  <a:pt x="0" y="10"/>
                </a:moveTo>
                <a:lnTo>
                  <a:pt x="141" y="0"/>
                </a:lnTo>
                <a:lnTo>
                  <a:pt x="141" y="1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0" name=""/>
          <p:cNvSpPr/>
          <p:nvPr/>
        </p:nvSpPr>
        <p:spPr>
          <a:xfrm>
            <a:off x="8260200" y="3293280"/>
            <a:ext cx="47160" cy="3240"/>
          </a:xfrm>
          <a:custGeom>
            <a:avLst/>
            <a:gdLst/>
            <a:ahLst/>
            <a:rect l="0" t="0" r="r" b="b"/>
            <a:pathLst>
              <a:path w="131" h="9">
                <a:moveTo>
                  <a:pt x="0" y="9"/>
                </a:moveTo>
                <a:lnTo>
                  <a:pt x="131" y="0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1" name=""/>
          <p:cNvSpPr/>
          <p:nvPr/>
        </p:nvSpPr>
        <p:spPr>
          <a:xfrm>
            <a:off x="8263800" y="3293280"/>
            <a:ext cx="43560" cy="3240"/>
          </a:xfrm>
          <a:custGeom>
            <a:avLst/>
            <a:gdLst/>
            <a:ahLst/>
            <a:rect l="0" t="0" r="r" b="b"/>
            <a:pathLst>
              <a:path w="121" h="9">
                <a:moveTo>
                  <a:pt x="0" y="9"/>
                </a:moveTo>
                <a:lnTo>
                  <a:pt x="121" y="0"/>
                </a:lnTo>
                <a:lnTo>
                  <a:pt x="121" y="1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2" name=""/>
          <p:cNvSpPr/>
          <p:nvPr/>
        </p:nvSpPr>
        <p:spPr>
          <a:xfrm>
            <a:off x="8267400" y="3293640"/>
            <a:ext cx="39960" cy="2880"/>
          </a:xfrm>
          <a:custGeom>
            <a:avLst/>
            <a:gdLst/>
            <a:ahLst/>
            <a:rect l="0" t="0" r="r" b="b"/>
            <a:pathLst>
              <a:path w="111" h="8">
                <a:moveTo>
                  <a:pt x="0" y="8"/>
                </a:moveTo>
                <a:lnTo>
                  <a:pt x="111" y="0"/>
                </a:lnTo>
                <a:lnTo>
                  <a:pt x="111" y="1"/>
                </a:lnTo>
                <a:lnTo>
                  <a:pt x="10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3" name=""/>
          <p:cNvSpPr/>
          <p:nvPr/>
        </p:nvSpPr>
        <p:spPr>
          <a:xfrm>
            <a:off x="8271000" y="3294000"/>
            <a:ext cx="36360" cy="2520"/>
          </a:xfrm>
          <a:custGeom>
            <a:avLst/>
            <a:gdLst/>
            <a:ahLst/>
            <a:rect l="0" t="0" r="r" b="b"/>
            <a:pathLst>
              <a:path w="101" h="7">
                <a:moveTo>
                  <a:pt x="0" y="7"/>
                </a:moveTo>
                <a:lnTo>
                  <a:pt x="101" y="0"/>
                </a:lnTo>
                <a:lnTo>
                  <a:pt x="10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4" name=""/>
          <p:cNvSpPr/>
          <p:nvPr/>
        </p:nvSpPr>
        <p:spPr>
          <a:xfrm>
            <a:off x="8274600" y="3294000"/>
            <a:ext cx="32760" cy="2520"/>
          </a:xfrm>
          <a:custGeom>
            <a:avLst/>
            <a:gdLst/>
            <a:ahLst/>
            <a:rect l="0" t="0" r="r" b="b"/>
            <a:pathLst>
              <a:path w="91" h="7">
                <a:moveTo>
                  <a:pt x="0" y="7"/>
                </a:moveTo>
                <a:lnTo>
                  <a:pt x="91" y="0"/>
                </a:lnTo>
                <a:lnTo>
                  <a:pt x="91" y="1"/>
                </a:lnTo>
                <a:lnTo>
                  <a:pt x="11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5" name=""/>
          <p:cNvSpPr/>
          <p:nvPr/>
        </p:nvSpPr>
        <p:spPr>
          <a:xfrm>
            <a:off x="8278200" y="3294360"/>
            <a:ext cx="29160" cy="2160"/>
          </a:xfrm>
          <a:custGeom>
            <a:avLst/>
            <a:gdLst/>
            <a:ahLst/>
            <a:rect l="0" t="0" r="r" b="b"/>
            <a:pathLst>
              <a:path w="81" h="6">
                <a:moveTo>
                  <a:pt x="0" y="6"/>
                </a:moveTo>
                <a:lnTo>
                  <a:pt x="81" y="0"/>
                </a:lnTo>
                <a:lnTo>
                  <a:pt x="81" y="1"/>
                </a:lnTo>
                <a:lnTo>
                  <a:pt x="11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6" name=""/>
          <p:cNvSpPr/>
          <p:nvPr/>
        </p:nvSpPr>
        <p:spPr>
          <a:xfrm>
            <a:off x="8281800" y="3294720"/>
            <a:ext cx="25560" cy="1800"/>
          </a:xfrm>
          <a:custGeom>
            <a:avLst/>
            <a:gdLst/>
            <a:ahLst/>
            <a:rect l="0" t="0" r="r" b="b"/>
            <a:pathLst>
              <a:path w="71" h="5">
                <a:moveTo>
                  <a:pt x="0" y="5"/>
                </a:moveTo>
                <a:lnTo>
                  <a:pt x="71" y="0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7" name=""/>
          <p:cNvSpPr/>
          <p:nvPr/>
        </p:nvSpPr>
        <p:spPr>
          <a:xfrm>
            <a:off x="8285400" y="3294720"/>
            <a:ext cx="21960" cy="1800"/>
          </a:xfrm>
          <a:custGeom>
            <a:avLst/>
            <a:gdLst/>
            <a:ahLst/>
            <a:rect l="0" t="0" r="r" b="b"/>
            <a:pathLst>
              <a:path w="61" h="5">
                <a:moveTo>
                  <a:pt x="0" y="5"/>
                </a:moveTo>
                <a:lnTo>
                  <a:pt x="61" y="0"/>
                </a:lnTo>
                <a:lnTo>
                  <a:pt x="61" y="1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8" name=""/>
          <p:cNvSpPr/>
          <p:nvPr/>
        </p:nvSpPr>
        <p:spPr>
          <a:xfrm>
            <a:off x="8289000" y="3295080"/>
            <a:ext cx="18360" cy="1440"/>
          </a:xfrm>
          <a:custGeom>
            <a:avLst/>
            <a:gdLst/>
            <a:ahLst/>
            <a:rect l="0" t="0" r="r" b="b"/>
            <a:pathLst>
              <a:path w="51" h="4">
                <a:moveTo>
                  <a:pt x="0" y="4"/>
                </a:moveTo>
                <a:lnTo>
                  <a:pt x="51" y="0"/>
                </a:lnTo>
                <a:lnTo>
                  <a:pt x="51" y="1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09" name=""/>
          <p:cNvSpPr/>
          <p:nvPr/>
        </p:nvSpPr>
        <p:spPr>
          <a:xfrm>
            <a:off x="8292600" y="3295440"/>
            <a:ext cx="14760" cy="1080"/>
          </a:xfrm>
          <a:custGeom>
            <a:avLst/>
            <a:gdLst/>
            <a:ahLst/>
            <a:rect l="0" t="0" r="r" b="b"/>
            <a:pathLst>
              <a:path w="41" h="3">
                <a:moveTo>
                  <a:pt x="0" y="3"/>
                </a:moveTo>
                <a:lnTo>
                  <a:pt x="41" y="0"/>
                </a:lnTo>
                <a:lnTo>
                  <a:pt x="10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10" name=""/>
          <p:cNvSpPr/>
          <p:nvPr/>
        </p:nvSpPr>
        <p:spPr>
          <a:xfrm>
            <a:off x="8296200" y="3295440"/>
            <a:ext cx="11160" cy="1440"/>
          </a:xfrm>
          <a:custGeom>
            <a:avLst/>
            <a:gdLst/>
            <a:ahLst/>
            <a:rect l="0" t="0" r="r" b="b"/>
            <a:pathLst>
              <a:path w="31" h="4">
                <a:moveTo>
                  <a:pt x="0" y="4"/>
                </a:moveTo>
                <a:lnTo>
                  <a:pt x="31" y="0"/>
                </a:lnTo>
                <a:lnTo>
                  <a:pt x="31" y="2"/>
                </a:lnTo>
                <a:lnTo>
                  <a:pt x="11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11" name=""/>
          <p:cNvSpPr/>
          <p:nvPr/>
        </p:nvSpPr>
        <p:spPr>
          <a:xfrm>
            <a:off x="8299800" y="3295800"/>
            <a:ext cx="7560" cy="720"/>
          </a:xfrm>
          <a:custGeom>
            <a:avLst/>
            <a:gdLst/>
            <a:ahLst/>
            <a:rect l="0" t="0" r="r" b="b"/>
            <a:pathLst>
              <a:path w="21" h="2">
                <a:moveTo>
                  <a:pt x="0" y="2"/>
                </a:moveTo>
                <a:lnTo>
                  <a:pt x="21" y="0"/>
                </a:lnTo>
                <a:lnTo>
                  <a:pt x="21" y="2"/>
                </a:lnTo>
                <a:lnTo>
                  <a:pt x="10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12" name=""/>
          <p:cNvSpPr/>
          <p:nvPr/>
        </p:nvSpPr>
        <p:spPr>
          <a:xfrm>
            <a:off x="8303400" y="3296160"/>
            <a:ext cx="3600" cy="0"/>
          </a:xfrm>
          <a:custGeom>
            <a:avLst/>
            <a:gdLst/>
            <a:ahLst/>
            <a:rect l="0" t="0" r="r" b="b"/>
            <a:pathLst>
              <a:path w="10" h="0">
                <a:moveTo>
                  <a:pt x="0" y="0"/>
                </a:moveTo>
                <a:lnTo>
                  <a:pt x="10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213" name=""/>
          <p:cNvSpPr/>
          <p:nvPr/>
        </p:nvSpPr>
        <p:spPr>
          <a:xfrm>
            <a:off x="7842240" y="3265920"/>
            <a:ext cx="465120" cy="30600"/>
          </a:xfrm>
          <a:custGeom>
            <a:avLst/>
            <a:gdLst/>
            <a:ahLst/>
            <a:rect l="0" t="0" r="r" b="b"/>
            <a:pathLst>
              <a:path w="1292" h="85">
                <a:moveTo>
                  <a:pt x="0" y="85"/>
                </a:moveTo>
                <a:lnTo>
                  <a:pt x="1292" y="85"/>
                </a:lnTo>
                <a:lnTo>
                  <a:pt x="1292" y="0"/>
                </a:lnTo>
                <a:lnTo>
                  <a:pt x="0" y="0"/>
                </a:lnTo>
                <a:lnTo>
                  <a:pt x="0" y="8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14" name=""/>
          <p:cNvSpPr/>
          <p:nvPr/>
        </p:nvSpPr>
        <p:spPr>
          <a:xfrm>
            <a:off x="7887960" y="3296160"/>
            <a:ext cx="12240" cy="1800"/>
          </a:xfrm>
          <a:custGeom>
            <a:avLst/>
            <a:gdLst/>
            <a:ahLst/>
            <a:rect l="0" t="0" r="r" b="b"/>
            <a:pathLst>
              <a:path w="34" h="5">
                <a:moveTo>
                  <a:pt x="0" y="0"/>
                </a:moveTo>
                <a:lnTo>
                  <a:pt x="34" y="0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15" name=""/>
          <p:cNvSpPr/>
          <p:nvPr/>
        </p:nvSpPr>
        <p:spPr>
          <a:xfrm>
            <a:off x="7887960" y="3296160"/>
            <a:ext cx="18360" cy="1800"/>
          </a:xfrm>
          <a:custGeom>
            <a:avLst/>
            <a:gdLst/>
            <a:ahLst/>
            <a:rect l="0" t="0" r="r" b="b"/>
            <a:pathLst>
              <a:path w="51" h="5">
                <a:moveTo>
                  <a:pt x="0" y="4"/>
                </a:moveTo>
                <a:lnTo>
                  <a:pt x="34" y="0"/>
                </a:lnTo>
                <a:lnTo>
                  <a:pt x="51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16" name=""/>
          <p:cNvSpPr/>
          <p:nvPr/>
        </p:nvSpPr>
        <p:spPr>
          <a:xfrm>
            <a:off x="7887960" y="3296160"/>
            <a:ext cx="23760" cy="2520"/>
          </a:xfrm>
          <a:custGeom>
            <a:avLst/>
            <a:gdLst/>
            <a:ahLst/>
            <a:rect l="0" t="0" r="r" b="b"/>
            <a:pathLst>
              <a:path w="66" h="7">
                <a:moveTo>
                  <a:pt x="0" y="5"/>
                </a:moveTo>
                <a:lnTo>
                  <a:pt x="50" y="0"/>
                </a:lnTo>
                <a:lnTo>
                  <a:pt x="66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17" name=""/>
          <p:cNvSpPr/>
          <p:nvPr/>
        </p:nvSpPr>
        <p:spPr>
          <a:xfrm>
            <a:off x="7887960" y="3296160"/>
            <a:ext cx="29880" cy="2880"/>
          </a:xfrm>
          <a:custGeom>
            <a:avLst/>
            <a:gdLst/>
            <a:ahLst/>
            <a:rect l="0" t="0" r="r" b="b"/>
            <a:pathLst>
              <a:path w="83" h="8">
                <a:moveTo>
                  <a:pt x="0" y="7"/>
                </a:moveTo>
                <a:lnTo>
                  <a:pt x="65" y="0"/>
                </a:lnTo>
                <a:lnTo>
                  <a:pt x="83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18" name=""/>
          <p:cNvSpPr/>
          <p:nvPr/>
        </p:nvSpPr>
        <p:spPr>
          <a:xfrm>
            <a:off x="7887960" y="3296160"/>
            <a:ext cx="35640" cy="3240"/>
          </a:xfrm>
          <a:custGeom>
            <a:avLst/>
            <a:gdLst/>
            <a:ahLst/>
            <a:rect l="0" t="0" r="r" b="b"/>
            <a:pathLst>
              <a:path w="99" h="9">
                <a:moveTo>
                  <a:pt x="0" y="7"/>
                </a:moveTo>
                <a:lnTo>
                  <a:pt x="83" y="0"/>
                </a:lnTo>
                <a:lnTo>
                  <a:pt x="99" y="0"/>
                </a:lnTo>
                <a:lnTo>
                  <a:pt x="0" y="9"/>
                </a:lnTo>
                <a:lnTo>
                  <a:pt x="0" y="7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19" name=""/>
          <p:cNvSpPr/>
          <p:nvPr/>
        </p:nvSpPr>
        <p:spPr>
          <a:xfrm>
            <a:off x="7887960" y="3296160"/>
            <a:ext cx="41400" cy="3960"/>
          </a:xfrm>
          <a:custGeom>
            <a:avLst/>
            <a:gdLst/>
            <a:ahLst/>
            <a:rect l="0" t="0" r="r" b="b"/>
            <a:pathLst>
              <a:path w="115" h="11">
                <a:moveTo>
                  <a:pt x="0" y="9"/>
                </a:moveTo>
                <a:lnTo>
                  <a:pt x="99" y="0"/>
                </a:lnTo>
                <a:lnTo>
                  <a:pt x="115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0" name=""/>
          <p:cNvSpPr/>
          <p:nvPr/>
        </p:nvSpPr>
        <p:spPr>
          <a:xfrm>
            <a:off x="7887960" y="329616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1"/>
                </a:moveTo>
                <a:lnTo>
                  <a:pt x="114" y="0"/>
                </a:lnTo>
                <a:lnTo>
                  <a:pt x="131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1" name=""/>
          <p:cNvSpPr/>
          <p:nvPr/>
        </p:nvSpPr>
        <p:spPr>
          <a:xfrm>
            <a:off x="7887960" y="3296160"/>
            <a:ext cx="59040" cy="5400"/>
          </a:xfrm>
          <a:custGeom>
            <a:avLst/>
            <a:gdLst/>
            <a:ahLst/>
            <a:rect l="0" t="0" r="r" b="b"/>
            <a:pathLst>
              <a:path w="164" h="15">
                <a:moveTo>
                  <a:pt x="0" y="12"/>
                </a:moveTo>
                <a:lnTo>
                  <a:pt x="131" y="0"/>
                </a:lnTo>
                <a:lnTo>
                  <a:pt x="164" y="0"/>
                </a:lnTo>
                <a:lnTo>
                  <a:pt x="0" y="15"/>
                </a:lnTo>
                <a:lnTo>
                  <a:pt x="0" y="12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2" name=""/>
          <p:cNvSpPr/>
          <p:nvPr/>
        </p:nvSpPr>
        <p:spPr>
          <a:xfrm>
            <a:off x="7887960" y="3296160"/>
            <a:ext cx="61920" cy="5760"/>
          </a:xfrm>
          <a:custGeom>
            <a:avLst/>
            <a:gdLst/>
            <a:ahLst/>
            <a:rect l="0" t="0" r="r" b="b"/>
            <a:pathLst>
              <a:path w="172" h="16">
                <a:moveTo>
                  <a:pt x="0" y="15"/>
                </a:moveTo>
                <a:lnTo>
                  <a:pt x="164" y="0"/>
                </a:lnTo>
                <a:lnTo>
                  <a:pt x="172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3" name=""/>
          <p:cNvSpPr/>
          <p:nvPr/>
        </p:nvSpPr>
        <p:spPr>
          <a:xfrm>
            <a:off x="7887960" y="3296160"/>
            <a:ext cx="64800" cy="5760"/>
          </a:xfrm>
          <a:custGeom>
            <a:avLst/>
            <a:gdLst/>
            <a:ahLst/>
            <a:rect l="0" t="0" r="r" b="b"/>
            <a:pathLst>
              <a:path w="180" h="16">
                <a:moveTo>
                  <a:pt x="0" y="16"/>
                </a:moveTo>
                <a:lnTo>
                  <a:pt x="172" y="0"/>
                </a:lnTo>
                <a:lnTo>
                  <a:pt x="180" y="0"/>
                </a:lnTo>
                <a:lnTo>
                  <a:pt x="0" y="16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4" name=""/>
          <p:cNvSpPr/>
          <p:nvPr/>
        </p:nvSpPr>
        <p:spPr>
          <a:xfrm>
            <a:off x="7887960" y="3296160"/>
            <a:ext cx="70920" cy="6480"/>
          </a:xfrm>
          <a:custGeom>
            <a:avLst/>
            <a:gdLst/>
            <a:ahLst/>
            <a:rect l="0" t="0" r="r" b="b"/>
            <a:pathLst>
              <a:path w="197" h="18">
                <a:moveTo>
                  <a:pt x="0" y="16"/>
                </a:moveTo>
                <a:lnTo>
                  <a:pt x="180" y="0"/>
                </a:lnTo>
                <a:lnTo>
                  <a:pt x="197" y="0"/>
                </a:lnTo>
                <a:lnTo>
                  <a:pt x="0" y="18"/>
                </a:lnTo>
                <a:lnTo>
                  <a:pt x="0" y="16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5" name=""/>
          <p:cNvSpPr/>
          <p:nvPr/>
        </p:nvSpPr>
        <p:spPr>
          <a:xfrm>
            <a:off x="7887960" y="3296160"/>
            <a:ext cx="76680" cy="6840"/>
          </a:xfrm>
          <a:custGeom>
            <a:avLst/>
            <a:gdLst/>
            <a:ahLst/>
            <a:rect l="0" t="0" r="r" b="b"/>
            <a:pathLst>
              <a:path w="213" h="19">
                <a:moveTo>
                  <a:pt x="0" y="18"/>
                </a:moveTo>
                <a:lnTo>
                  <a:pt x="197" y="0"/>
                </a:lnTo>
                <a:lnTo>
                  <a:pt x="213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6" name=""/>
          <p:cNvSpPr/>
          <p:nvPr/>
        </p:nvSpPr>
        <p:spPr>
          <a:xfrm>
            <a:off x="7887960" y="3296160"/>
            <a:ext cx="79560" cy="7200"/>
          </a:xfrm>
          <a:custGeom>
            <a:avLst/>
            <a:gdLst/>
            <a:ahLst/>
            <a:rect l="0" t="0" r="r" b="b"/>
            <a:pathLst>
              <a:path w="221" h="20">
                <a:moveTo>
                  <a:pt x="0" y="19"/>
                </a:moveTo>
                <a:lnTo>
                  <a:pt x="213" y="0"/>
                </a:lnTo>
                <a:lnTo>
                  <a:pt x="221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7" name=""/>
          <p:cNvSpPr/>
          <p:nvPr/>
        </p:nvSpPr>
        <p:spPr>
          <a:xfrm>
            <a:off x="7887960" y="3296160"/>
            <a:ext cx="82440" cy="7560"/>
          </a:xfrm>
          <a:custGeom>
            <a:avLst/>
            <a:gdLst/>
            <a:ahLst/>
            <a:rect l="0" t="0" r="r" b="b"/>
            <a:pathLst>
              <a:path w="229" h="21">
                <a:moveTo>
                  <a:pt x="0" y="20"/>
                </a:moveTo>
                <a:lnTo>
                  <a:pt x="220" y="0"/>
                </a:lnTo>
                <a:lnTo>
                  <a:pt x="229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8" name=""/>
          <p:cNvSpPr/>
          <p:nvPr/>
        </p:nvSpPr>
        <p:spPr>
          <a:xfrm>
            <a:off x="7887960" y="3296160"/>
            <a:ext cx="88200" cy="7920"/>
          </a:xfrm>
          <a:custGeom>
            <a:avLst/>
            <a:gdLst/>
            <a:ahLst/>
            <a:rect l="0" t="0" r="r" b="b"/>
            <a:pathLst>
              <a:path w="245" h="22">
                <a:moveTo>
                  <a:pt x="0" y="21"/>
                </a:moveTo>
                <a:lnTo>
                  <a:pt x="229" y="0"/>
                </a:lnTo>
                <a:lnTo>
                  <a:pt x="245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29" name=""/>
          <p:cNvSpPr/>
          <p:nvPr/>
        </p:nvSpPr>
        <p:spPr>
          <a:xfrm>
            <a:off x="7887960" y="3296160"/>
            <a:ext cx="91080" cy="8280"/>
          </a:xfrm>
          <a:custGeom>
            <a:avLst/>
            <a:gdLst/>
            <a:ahLst/>
            <a:rect l="0" t="0" r="r" b="b"/>
            <a:pathLst>
              <a:path w="253" h="23">
                <a:moveTo>
                  <a:pt x="0" y="22"/>
                </a:moveTo>
                <a:lnTo>
                  <a:pt x="245" y="0"/>
                </a:lnTo>
                <a:lnTo>
                  <a:pt x="253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0" name=""/>
          <p:cNvSpPr/>
          <p:nvPr/>
        </p:nvSpPr>
        <p:spPr>
          <a:xfrm>
            <a:off x="7887960" y="3296160"/>
            <a:ext cx="94320" cy="8280"/>
          </a:xfrm>
          <a:custGeom>
            <a:avLst/>
            <a:gdLst/>
            <a:ahLst/>
            <a:rect l="0" t="0" r="r" b="b"/>
            <a:pathLst>
              <a:path w="262" h="23">
                <a:moveTo>
                  <a:pt x="0" y="23"/>
                </a:moveTo>
                <a:lnTo>
                  <a:pt x="253" y="0"/>
                </a:lnTo>
                <a:lnTo>
                  <a:pt x="262" y="0"/>
                </a:lnTo>
                <a:lnTo>
                  <a:pt x="0" y="23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1" name=""/>
          <p:cNvSpPr/>
          <p:nvPr/>
        </p:nvSpPr>
        <p:spPr>
          <a:xfrm>
            <a:off x="7887960" y="3296160"/>
            <a:ext cx="105840" cy="9360"/>
          </a:xfrm>
          <a:custGeom>
            <a:avLst/>
            <a:gdLst/>
            <a:ahLst/>
            <a:rect l="0" t="0" r="r" b="b"/>
            <a:pathLst>
              <a:path w="294" h="26">
                <a:moveTo>
                  <a:pt x="0" y="22"/>
                </a:moveTo>
                <a:lnTo>
                  <a:pt x="262" y="0"/>
                </a:lnTo>
                <a:lnTo>
                  <a:pt x="294" y="0"/>
                </a:lnTo>
                <a:lnTo>
                  <a:pt x="0" y="26"/>
                </a:lnTo>
                <a:lnTo>
                  <a:pt x="0" y="22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2" name=""/>
          <p:cNvSpPr/>
          <p:nvPr/>
        </p:nvSpPr>
        <p:spPr>
          <a:xfrm>
            <a:off x="7887960" y="3296160"/>
            <a:ext cx="117720" cy="10440"/>
          </a:xfrm>
          <a:custGeom>
            <a:avLst/>
            <a:gdLst/>
            <a:ahLst/>
            <a:rect l="0" t="0" r="r" b="b"/>
            <a:pathLst>
              <a:path w="327" h="29">
                <a:moveTo>
                  <a:pt x="0" y="26"/>
                </a:moveTo>
                <a:lnTo>
                  <a:pt x="294" y="0"/>
                </a:lnTo>
                <a:lnTo>
                  <a:pt x="327" y="0"/>
                </a:lnTo>
                <a:lnTo>
                  <a:pt x="0" y="29"/>
                </a:lnTo>
                <a:lnTo>
                  <a:pt x="0" y="26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3" name=""/>
          <p:cNvSpPr/>
          <p:nvPr/>
        </p:nvSpPr>
        <p:spPr>
          <a:xfrm>
            <a:off x="7887960" y="3296160"/>
            <a:ext cx="123480" cy="10800"/>
          </a:xfrm>
          <a:custGeom>
            <a:avLst/>
            <a:gdLst/>
            <a:ahLst/>
            <a:rect l="0" t="0" r="r" b="b"/>
            <a:pathLst>
              <a:path w="343" h="30">
                <a:moveTo>
                  <a:pt x="0" y="29"/>
                </a:moveTo>
                <a:lnTo>
                  <a:pt x="327" y="0"/>
                </a:lnTo>
                <a:lnTo>
                  <a:pt x="343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4" name=""/>
          <p:cNvSpPr/>
          <p:nvPr/>
        </p:nvSpPr>
        <p:spPr>
          <a:xfrm>
            <a:off x="7887960" y="3296160"/>
            <a:ext cx="126360" cy="11160"/>
          </a:xfrm>
          <a:custGeom>
            <a:avLst/>
            <a:gdLst/>
            <a:ahLst/>
            <a:rect l="0" t="0" r="r" b="b"/>
            <a:pathLst>
              <a:path w="351" h="31">
                <a:moveTo>
                  <a:pt x="0" y="30"/>
                </a:moveTo>
                <a:lnTo>
                  <a:pt x="343" y="0"/>
                </a:lnTo>
                <a:lnTo>
                  <a:pt x="351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5" name=""/>
          <p:cNvSpPr/>
          <p:nvPr/>
        </p:nvSpPr>
        <p:spPr>
          <a:xfrm>
            <a:off x="7887960" y="3296160"/>
            <a:ext cx="129240" cy="11520"/>
          </a:xfrm>
          <a:custGeom>
            <a:avLst/>
            <a:gdLst/>
            <a:ahLst/>
            <a:rect l="0" t="0" r="r" b="b"/>
            <a:pathLst>
              <a:path w="359" h="32">
                <a:moveTo>
                  <a:pt x="0" y="31"/>
                </a:moveTo>
                <a:lnTo>
                  <a:pt x="351" y="0"/>
                </a:lnTo>
                <a:lnTo>
                  <a:pt x="359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6" name=""/>
          <p:cNvSpPr/>
          <p:nvPr/>
        </p:nvSpPr>
        <p:spPr>
          <a:xfrm>
            <a:off x="7887960" y="3296160"/>
            <a:ext cx="135360" cy="11880"/>
          </a:xfrm>
          <a:custGeom>
            <a:avLst/>
            <a:gdLst/>
            <a:ahLst/>
            <a:rect l="0" t="0" r="r" b="b"/>
            <a:pathLst>
              <a:path w="376" h="33">
                <a:moveTo>
                  <a:pt x="0" y="32"/>
                </a:moveTo>
                <a:lnTo>
                  <a:pt x="359" y="0"/>
                </a:lnTo>
                <a:lnTo>
                  <a:pt x="376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7" name=""/>
          <p:cNvSpPr/>
          <p:nvPr/>
        </p:nvSpPr>
        <p:spPr>
          <a:xfrm>
            <a:off x="7887960" y="3296160"/>
            <a:ext cx="138240" cy="12240"/>
          </a:xfrm>
          <a:custGeom>
            <a:avLst/>
            <a:gdLst/>
            <a:ahLst/>
            <a:rect l="0" t="0" r="r" b="b"/>
            <a:pathLst>
              <a:path w="384" h="34">
                <a:moveTo>
                  <a:pt x="0" y="33"/>
                </a:moveTo>
                <a:lnTo>
                  <a:pt x="376" y="0"/>
                </a:lnTo>
                <a:lnTo>
                  <a:pt x="38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8" name=""/>
          <p:cNvSpPr/>
          <p:nvPr/>
        </p:nvSpPr>
        <p:spPr>
          <a:xfrm>
            <a:off x="7887960" y="3296160"/>
            <a:ext cx="141120" cy="12240"/>
          </a:xfrm>
          <a:custGeom>
            <a:avLst/>
            <a:gdLst/>
            <a:ahLst/>
            <a:rect l="0" t="0" r="r" b="b"/>
            <a:pathLst>
              <a:path w="392" h="34">
                <a:moveTo>
                  <a:pt x="0" y="34"/>
                </a:moveTo>
                <a:lnTo>
                  <a:pt x="384" y="0"/>
                </a:lnTo>
                <a:lnTo>
                  <a:pt x="392" y="0"/>
                </a:lnTo>
                <a:lnTo>
                  <a:pt x="0" y="3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39" name=""/>
          <p:cNvSpPr/>
          <p:nvPr/>
        </p:nvSpPr>
        <p:spPr>
          <a:xfrm>
            <a:off x="7887960" y="3296160"/>
            <a:ext cx="146880" cy="12960"/>
          </a:xfrm>
          <a:custGeom>
            <a:avLst/>
            <a:gdLst/>
            <a:ahLst/>
            <a:rect l="0" t="0" r="r" b="b"/>
            <a:pathLst>
              <a:path w="408" h="36">
                <a:moveTo>
                  <a:pt x="0" y="34"/>
                </a:moveTo>
                <a:lnTo>
                  <a:pt x="392" y="0"/>
                </a:lnTo>
                <a:lnTo>
                  <a:pt x="408" y="0"/>
                </a:lnTo>
                <a:lnTo>
                  <a:pt x="0" y="36"/>
                </a:lnTo>
                <a:lnTo>
                  <a:pt x="0" y="3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0" name=""/>
          <p:cNvSpPr/>
          <p:nvPr/>
        </p:nvSpPr>
        <p:spPr>
          <a:xfrm>
            <a:off x="7887960" y="3296160"/>
            <a:ext cx="152640" cy="13320"/>
          </a:xfrm>
          <a:custGeom>
            <a:avLst/>
            <a:gdLst/>
            <a:ahLst/>
            <a:rect l="0" t="0" r="r" b="b"/>
            <a:pathLst>
              <a:path w="424" h="37">
                <a:moveTo>
                  <a:pt x="0" y="36"/>
                </a:moveTo>
                <a:lnTo>
                  <a:pt x="408" y="0"/>
                </a:lnTo>
                <a:lnTo>
                  <a:pt x="424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1" name=""/>
          <p:cNvSpPr/>
          <p:nvPr/>
        </p:nvSpPr>
        <p:spPr>
          <a:xfrm>
            <a:off x="7887960" y="3296160"/>
            <a:ext cx="155520" cy="13680"/>
          </a:xfrm>
          <a:custGeom>
            <a:avLst/>
            <a:gdLst/>
            <a:ahLst/>
            <a:rect l="0" t="0" r="r" b="b"/>
            <a:pathLst>
              <a:path w="432" h="38">
                <a:moveTo>
                  <a:pt x="0" y="37"/>
                </a:moveTo>
                <a:lnTo>
                  <a:pt x="424" y="0"/>
                </a:lnTo>
                <a:lnTo>
                  <a:pt x="432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2" name=""/>
          <p:cNvSpPr/>
          <p:nvPr/>
        </p:nvSpPr>
        <p:spPr>
          <a:xfrm>
            <a:off x="7887960" y="3296160"/>
            <a:ext cx="158760" cy="14040"/>
          </a:xfrm>
          <a:custGeom>
            <a:avLst/>
            <a:gdLst/>
            <a:ahLst/>
            <a:rect l="0" t="0" r="r" b="b"/>
            <a:pathLst>
              <a:path w="441" h="39">
                <a:moveTo>
                  <a:pt x="0" y="38"/>
                </a:moveTo>
                <a:lnTo>
                  <a:pt x="432" y="0"/>
                </a:lnTo>
                <a:lnTo>
                  <a:pt x="441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3" name=""/>
          <p:cNvSpPr/>
          <p:nvPr/>
        </p:nvSpPr>
        <p:spPr>
          <a:xfrm>
            <a:off x="7887960" y="3296160"/>
            <a:ext cx="164520" cy="14400"/>
          </a:xfrm>
          <a:custGeom>
            <a:avLst/>
            <a:gdLst/>
            <a:ahLst/>
            <a:rect l="0" t="0" r="r" b="b"/>
            <a:pathLst>
              <a:path w="457" h="40">
                <a:moveTo>
                  <a:pt x="0" y="39"/>
                </a:moveTo>
                <a:lnTo>
                  <a:pt x="441" y="0"/>
                </a:lnTo>
                <a:lnTo>
                  <a:pt x="457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4" name=""/>
          <p:cNvSpPr/>
          <p:nvPr/>
        </p:nvSpPr>
        <p:spPr>
          <a:xfrm>
            <a:off x="7887960" y="3296160"/>
            <a:ext cx="167400" cy="14760"/>
          </a:xfrm>
          <a:custGeom>
            <a:avLst/>
            <a:gdLst/>
            <a:ahLst/>
            <a:rect l="0" t="0" r="r" b="b"/>
            <a:pathLst>
              <a:path w="465" h="41">
                <a:moveTo>
                  <a:pt x="0" y="40"/>
                </a:moveTo>
                <a:lnTo>
                  <a:pt x="457" y="0"/>
                </a:lnTo>
                <a:lnTo>
                  <a:pt x="465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5" name=""/>
          <p:cNvSpPr/>
          <p:nvPr/>
        </p:nvSpPr>
        <p:spPr>
          <a:xfrm>
            <a:off x="7887960" y="3296160"/>
            <a:ext cx="170280" cy="14760"/>
          </a:xfrm>
          <a:custGeom>
            <a:avLst/>
            <a:gdLst/>
            <a:ahLst/>
            <a:rect l="0" t="0" r="r" b="b"/>
            <a:pathLst>
              <a:path w="473" h="41">
                <a:moveTo>
                  <a:pt x="0" y="41"/>
                </a:moveTo>
                <a:lnTo>
                  <a:pt x="465" y="0"/>
                </a:lnTo>
                <a:lnTo>
                  <a:pt x="473" y="0"/>
                </a:lnTo>
                <a:lnTo>
                  <a:pt x="0" y="41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6" name=""/>
          <p:cNvSpPr/>
          <p:nvPr/>
        </p:nvSpPr>
        <p:spPr>
          <a:xfrm>
            <a:off x="7887960" y="3296160"/>
            <a:ext cx="173160" cy="15120"/>
          </a:xfrm>
          <a:custGeom>
            <a:avLst/>
            <a:gdLst/>
            <a:ahLst/>
            <a:rect l="0" t="0" r="r" b="b"/>
            <a:pathLst>
              <a:path w="481" h="42">
                <a:moveTo>
                  <a:pt x="0" y="41"/>
                </a:moveTo>
                <a:lnTo>
                  <a:pt x="473" y="0"/>
                </a:lnTo>
                <a:lnTo>
                  <a:pt x="481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7" name=""/>
          <p:cNvSpPr/>
          <p:nvPr/>
        </p:nvSpPr>
        <p:spPr>
          <a:xfrm>
            <a:off x="7887960" y="3296160"/>
            <a:ext cx="176040" cy="15480"/>
          </a:xfrm>
          <a:custGeom>
            <a:avLst/>
            <a:gdLst/>
            <a:ahLst/>
            <a:rect l="0" t="0" r="r" b="b"/>
            <a:pathLst>
              <a:path w="489" h="43">
                <a:moveTo>
                  <a:pt x="0" y="42"/>
                </a:moveTo>
                <a:lnTo>
                  <a:pt x="481" y="0"/>
                </a:lnTo>
                <a:lnTo>
                  <a:pt x="489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8" name=""/>
          <p:cNvSpPr/>
          <p:nvPr/>
        </p:nvSpPr>
        <p:spPr>
          <a:xfrm>
            <a:off x="7887960" y="3296160"/>
            <a:ext cx="179280" cy="15480"/>
          </a:xfrm>
          <a:custGeom>
            <a:avLst/>
            <a:gdLst/>
            <a:ahLst/>
            <a:rect l="0" t="0" r="r" b="b"/>
            <a:pathLst>
              <a:path w="498" h="43">
                <a:moveTo>
                  <a:pt x="0" y="43"/>
                </a:moveTo>
                <a:lnTo>
                  <a:pt x="489" y="0"/>
                </a:lnTo>
                <a:lnTo>
                  <a:pt x="498" y="0"/>
                </a:lnTo>
                <a:lnTo>
                  <a:pt x="0" y="43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49" name=""/>
          <p:cNvSpPr/>
          <p:nvPr/>
        </p:nvSpPr>
        <p:spPr>
          <a:xfrm>
            <a:off x="7887960" y="3296160"/>
            <a:ext cx="182160" cy="15840"/>
          </a:xfrm>
          <a:custGeom>
            <a:avLst/>
            <a:gdLst/>
            <a:ahLst/>
            <a:rect l="0" t="0" r="r" b="b"/>
            <a:pathLst>
              <a:path w="506" h="44">
                <a:moveTo>
                  <a:pt x="0" y="43"/>
                </a:moveTo>
                <a:lnTo>
                  <a:pt x="498" y="0"/>
                </a:lnTo>
                <a:lnTo>
                  <a:pt x="506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0" name=""/>
          <p:cNvSpPr/>
          <p:nvPr/>
        </p:nvSpPr>
        <p:spPr>
          <a:xfrm>
            <a:off x="7887960" y="3296160"/>
            <a:ext cx="185040" cy="16200"/>
          </a:xfrm>
          <a:custGeom>
            <a:avLst/>
            <a:gdLst/>
            <a:ahLst/>
            <a:rect l="0" t="0" r="r" b="b"/>
            <a:pathLst>
              <a:path w="514" h="45">
                <a:moveTo>
                  <a:pt x="0" y="44"/>
                </a:moveTo>
                <a:lnTo>
                  <a:pt x="506" y="0"/>
                </a:lnTo>
                <a:lnTo>
                  <a:pt x="514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1" name=""/>
          <p:cNvSpPr/>
          <p:nvPr/>
        </p:nvSpPr>
        <p:spPr>
          <a:xfrm>
            <a:off x="7887960" y="3296160"/>
            <a:ext cx="187920" cy="16200"/>
          </a:xfrm>
          <a:custGeom>
            <a:avLst/>
            <a:gdLst/>
            <a:ahLst/>
            <a:rect l="0" t="0" r="r" b="b"/>
            <a:pathLst>
              <a:path w="522" h="45">
                <a:moveTo>
                  <a:pt x="0" y="45"/>
                </a:moveTo>
                <a:lnTo>
                  <a:pt x="514" y="0"/>
                </a:lnTo>
                <a:lnTo>
                  <a:pt x="522" y="0"/>
                </a:lnTo>
                <a:lnTo>
                  <a:pt x="0" y="45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2" name=""/>
          <p:cNvSpPr/>
          <p:nvPr/>
        </p:nvSpPr>
        <p:spPr>
          <a:xfrm>
            <a:off x="7887960" y="3296160"/>
            <a:ext cx="193680" cy="16920"/>
          </a:xfrm>
          <a:custGeom>
            <a:avLst/>
            <a:gdLst/>
            <a:ahLst/>
            <a:rect l="0" t="0" r="r" b="b"/>
            <a:pathLst>
              <a:path w="538" h="47">
                <a:moveTo>
                  <a:pt x="0" y="45"/>
                </a:moveTo>
                <a:lnTo>
                  <a:pt x="522" y="0"/>
                </a:lnTo>
                <a:lnTo>
                  <a:pt x="538" y="0"/>
                </a:lnTo>
                <a:lnTo>
                  <a:pt x="0" y="47"/>
                </a:lnTo>
                <a:lnTo>
                  <a:pt x="0" y="45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3" name=""/>
          <p:cNvSpPr/>
          <p:nvPr/>
        </p:nvSpPr>
        <p:spPr>
          <a:xfrm>
            <a:off x="7887960" y="3296160"/>
            <a:ext cx="199800" cy="17280"/>
          </a:xfrm>
          <a:custGeom>
            <a:avLst/>
            <a:gdLst/>
            <a:ahLst/>
            <a:rect l="0" t="0" r="r" b="b"/>
            <a:pathLst>
              <a:path w="555" h="48">
                <a:moveTo>
                  <a:pt x="0" y="47"/>
                </a:moveTo>
                <a:lnTo>
                  <a:pt x="538" y="0"/>
                </a:lnTo>
                <a:lnTo>
                  <a:pt x="555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4" name=""/>
          <p:cNvSpPr/>
          <p:nvPr/>
        </p:nvSpPr>
        <p:spPr>
          <a:xfrm>
            <a:off x="7887960" y="3296160"/>
            <a:ext cx="205560" cy="18000"/>
          </a:xfrm>
          <a:custGeom>
            <a:avLst/>
            <a:gdLst/>
            <a:ahLst/>
            <a:rect l="0" t="0" r="r" b="b"/>
            <a:pathLst>
              <a:path w="571" h="50">
                <a:moveTo>
                  <a:pt x="0" y="48"/>
                </a:moveTo>
                <a:lnTo>
                  <a:pt x="554" y="0"/>
                </a:lnTo>
                <a:lnTo>
                  <a:pt x="571" y="0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5" name=""/>
          <p:cNvSpPr/>
          <p:nvPr/>
        </p:nvSpPr>
        <p:spPr>
          <a:xfrm>
            <a:off x="7887960" y="3296160"/>
            <a:ext cx="211320" cy="18360"/>
          </a:xfrm>
          <a:custGeom>
            <a:avLst/>
            <a:gdLst/>
            <a:ahLst/>
            <a:rect l="0" t="0" r="r" b="b"/>
            <a:pathLst>
              <a:path w="587" h="51">
                <a:moveTo>
                  <a:pt x="0" y="50"/>
                </a:moveTo>
                <a:lnTo>
                  <a:pt x="571" y="0"/>
                </a:lnTo>
                <a:lnTo>
                  <a:pt x="587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6" name=""/>
          <p:cNvSpPr/>
          <p:nvPr/>
        </p:nvSpPr>
        <p:spPr>
          <a:xfrm>
            <a:off x="7887960" y="3296160"/>
            <a:ext cx="217080" cy="18720"/>
          </a:xfrm>
          <a:custGeom>
            <a:avLst/>
            <a:gdLst/>
            <a:ahLst/>
            <a:rect l="0" t="0" r="r" b="b"/>
            <a:pathLst>
              <a:path w="603" h="52">
                <a:moveTo>
                  <a:pt x="0" y="51"/>
                </a:moveTo>
                <a:lnTo>
                  <a:pt x="587" y="0"/>
                </a:lnTo>
                <a:lnTo>
                  <a:pt x="603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7" name=""/>
          <p:cNvSpPr/>
          <p:nvPr/>
        </p:nvSpPr>
        <p:spPr>
          <a:xfrm>
            <a:off x="7887960" y="3296160"/>
            <a:ext cx="223200" cy="19440"/>
          </a:xfrm>
          <a:custGeom>
            <a:avLst/>
            <a:gdLst/>
            <a:ahLst/>
            <a:rect l="0" t="0" r="r" b="b"/>
            <a:pathLst>
              <a:path w="620" h="54">
                <a:moveTo>
                  <a:pt x="0" y="52"/>
                </a:moveTo>
                <a:lnTo>
                  <a:pt x="603" y="0"/>
                </a:lnTo>
                <a:lnTo>
                  <a:pt x="620" y="0"/>
                </a:lnTo>
                <a:lnTo>
                  <a:pt x="0" y="54"/>
                </a:lnTo>
                <a:lnTo>
                  <a:pt x="0" y="52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8" name=""/>
          <p:cNvSpPr/>
          <p:nvPr/>
        </p:nvSpPr>
        <p:spPr>
          <a:xfrm>
            <a:off x="7887960" y="3296160"/>
            <a:ext cx="228960" cy="19800"/>
          </a:xfrm>
          <a:custGeom>
            <a:avLst/>
            <a:gdLst/>
            <a:ahLst/>
            <a:rect l="0" t="0" r="r" b="b"/>
            <a:pathLst>
              <a:path w="636" h="55">
                <a:moveTo>
                  <a:pt x="0" y="54"/>
                </a:moveTo>
                <a:lnTo>
                  <a:pt x="620" y="0"/>
                </a:lnTo>
                <a:lnTo>
                  <a:pt x="636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59" name=""/>
          <p:cNvSpPr/>
          <p:nvPr/>
        </p:nvSpPr>
        <p:spPr>
          <a:xfrm>
            <a:off x="7887960" y="3296160"/>
            <a:ext cx="234720" cy="20520"/>
          </a:xfrm>
          <a:custGeom>
            <a:avLst/>
            <a:gdLst/>
            <a:ahLst/>
            <a:rect l="0" t="0" r="r" b="b"/>
            <a:pathLst>
              <a:path w="652" h="57">
                <a:moveTo>
                  <a:pt x="0" y="55"/>
                </a:moveTo>
                <a:lnTo>
                  <a:pt x="636" y="0"/>
                </a:lnTo>
                <a:lnTo>
                  <a:pt x="652" y="0"/>
                </a:lnTo>
                <a:lnTo>
                  <a:pt x="0" y="57"/>
                </a:lnTo>
                <a:lnTo>
                  <a:pt x="0" y="55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0" name=""/>
          <p:cNvSpPr/>
          <p:nvPr/>
        </p:nvSpPr>
        <p:spPr>
          <a:xfrm>
            <a:off x="7887960" y="3296160"/>
            <a:ext cx="237600" cy="20520"/>
          </a:xfrm>
          <a:custGeom>
            <a:avLst/>
            <a:gdLst/>
            <a:ahLst/>
            <a:rect l="0" t="0" r="r" b="b"/>
            <a:pathLst>
              <a:path w="660" h="57">
                <a:moveTo>
                  <a:pt x="0" y="57"/>
                </a:moveTo>
                <a:lnTo>
                  <a:pt x="652" y="0"/>
                </a:lnTo>
                <a:lnTo>
                  <a:pt x="660" y="0"/>
                </a:lnTo>
                <a:lnTo>
                  <a:pt x="0" y="57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1" name=""/>
          <p:cNvSpPr/>
          <p:nvPr/>
        </p:nvSpPr>
        <p:spPr>
          <a:xfrm>
            <a:off x="7887960" y="3296160"/>
            <a:ext cx="240480" cy="20880"/>
          </a:xfrm>
          <a:custGeom>
            <a:avLst/>
            <a:gdLst/>
            <a:ahLst/>
            <a:rect l="0" t="0" r="r" b="b"/>
            <a:pathLst>
              <a:path w="668" h="58">
                <a:moveTo>
                  <a:pt x="0" y="57"/>
                </a:moveTo>
                <a:lnTo>
                  <a:pt x="660" y="0"/>
                </a:lnTo>
                <a:lnTo>
                  <a:pt x="668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2" name=""/>
          <p:cNvSpPr/>
          <p:nvPr/>
        </p:nvSpPr>
        <p:spPr>
          <a:xfrm>
            <a:off x="7887960" y="3296160"/>
            <a:ext cx="243720" cy="21240"/>
          </a:xfrm>
          <a:custGeom>
            <a:avLst/>
            <a:gdLst/>
            <a:ahLst/>
            <a:rect l="0" t="0" r="r" b="b"/>
            <a:pathLst>
              <a:path w="677" h="59">
                <a:moveTo>
                  <a:pt x="0" y="58"/>
                </a:moveTo>
                <a:lnTo>
                  <a:pt x="668" y="0"/>
                </a:lnTo>
                <a:lnTo>
                  <a:pt x="677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3" name=""/>
          <p:cNvSpPr/>
          <p:nvPr/>
        </p:nvSpPr>
        <p:spPr>
          <a:xfrm>
            <a:off x="7887960" y="3296160"/>
            <a:ext cx="246600" cy="21240"/>
          </a:xfrm>
          <a:custGeom>
            <a:avLst/>
            <a:gdLst/>
            <a:ahLst/>
            <a:rect l="0" t="0" r="r" b="b"/>
            <a:pathLst>
              <a:path w="685" h="59">
                <a:moveTo>
                  <a:pt x="0" y="59"/>
                </a:moveTo>
                <a:lnTo>
                  <a:pt x="677" y="0"/>
                </a:lnTo>
                <a:lnTo>
                  <a:pt x="685" y="0"/>
                </a:lnTo>
                <a:lnTo>
                  <a:pt x="0" y="59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4" name=""/>
          <p:cNvSpPr/>
          <p:nvPr/>
        </p:nvSpPr>
        <p:spPr>
          <a:xfrm>
            <a:off x="7887960" y="3296160"/>
            <a:ext cx="249480" cy="21600"/>
          </a:xfrm>
          <a:custGeom>
            <a:avLst/>
            <a:gdLst/>
            <a:ahLst/>
            <a:rect l="0" t="0" r="r" b="b"/>
            <a:pathLst>
              <a:path w="693" h="60">
                <a:moveTo>
                  <a:pt x="0" y="59"/>
                </a:moveTo>
                <a:lnTo>
                  <a:pt x="685" y="0"/>
                </a:lnTo>
                <a:lnTo>
                  <a:pt x="693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5" name=""/>
          <p:cNvSpPr/>
          <p:nvPr/>
        </p:nvSpPr>
        <p:spPr>
          <a:xfrm>
            <a:off x="7887960" y="3296160"/>
            <a:ext cx="252360" cy="21960"/>
          </a:xfrm>
          <a:custGeom>
            <a:avLst/>
            <a:gdLst/>
            <a:ahLst/>
            <a:rect l="0" t="0" r="r" b="b"/>
            <a:pathLst>
              <a:path w="701" h="61">
                <a:moveTo>
                  <a:pt x="0" y="60"/>
                </a:moveTo>
                <a:lnTo>
                  <a:pt x="693" y="0"/>
                </a:lnTo>
                <a:lnTo>
                  <a:pt x="701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6" name=""/>
          <p:cNvSpPr/>
          <p:nvPr/>
        </p:nvSpPr>
        <p:spPr>
          <a:xfrm>
            <a:off x="7887960" y="3296160"/>
            <a:ext cx="255240" cy="21960"/>
          </a:xfrm>
          <a:custGeom>
            <a:avLst/>
            <a:gdLst/>
            <a:ahLst/>
            <a:rect l="0" t="0" r="r" b="b"/>
            <a:pathLst>
              <a:path w="709" h="61">
                <a:moveTo>
                  <a:pt x="0" y="61"/>
                </a:moveTo>
                <a:lnTo>
                  <a:pt x="701" y="0"/>
                </a:lnTo>
                <a:lnTo>
                  <a:pt x="709" y="0"/>
                </a:lnTo>
                <a:lnTo>
                  <a:pt x="0" y="61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7" name=""/>
          <p:cNvSpPr/>
          <p:nvPr/>
        </p:nvSpPr>
        <p:spPr>
          <a:xfrm>
            <a:off x="7887960" y="3296160"/>
            <a:ext cx="258120" cy="22320"/>
          </a:xfrm>
          <a:custGeom>
            <a:avLst/>
            <a:gdLst/>
            <a:ahLst/>
            <a:rect l="0" t="0" r="r" b="b"/>
            <a:pathLst>
              <a:path w="717" h="62">
                <a:moveTo>
                  <a:pt x="0" y="61"/>
                </a:moveTo>
                <a:lnTo>
                  <a:pt x="709" y="0"/>
                </a:lnTo>
                <a:lnTo>
                  <a:pt x="717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8" name=""/>
          <p:cNvSpPr/>
          <p:nvPr/>
        </p:nvSpPr>
        <p:spPr>
          <a:xfrm>
            <a:off x="7887960" y="3296160"/>
            <a:ext cx="261000" cy="22680"/>
          </a:xfrm>
          <a:custGeom>
            <a:avLst/>
            <a:gdLst/>
            <a:ahLst/>
            <a:rect l="0" t="0" r="r" b="b"/>
            <a:pathLst>
              <a:path w="725" h="63">
                <a:moveTo>
                  <a:pt x="0" y="62"/>
                </a:moveTo>
                <a:lnTo>
                  <a:pt x="717" y="0"/>
                </a:lnTo>
                <a:lnTo>
                  <a:pt x="725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69" name=""/>
          <p:cNvSpPr/>
          <p:nvPr/>
        </p:nvSpPr>
        <p:spPr>
          <a:xfrm>
            <a:off x="7887960" y="3296160"/>
            <a:ext cx="264240" cy="22680"/>
          </a:xfrm>
          <a:custGeom>
            <a:avLst/>
            <a:gdLst/>
            <a:ahLst/>
            <a:rect l="0" t="0" r="r" b="b"/>
            <a:pathLst>
              <a:path w="734" h="63">
                <a:moveTo>
                  <a:pt x="0" y="63"/>
                </a:moveTo>
                <a:lnTo>
                  <a:pt x="725" y="0"/>
                </a:lnTo>
                <a:lnTo>
                  <a:pt x="734" y="0"/>
                </a:lnTo>
                <a:lnTo>
                  <a:pt x="0" y="63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0" name=""/>
          <p:cNvSpPr/>
          <p:nvPr/>
        </p:nvSpPr>
        <p:spPr>
          <a:xfrm>
            <a:off x="7887960" y="3296160"/>
            <a:ext cx="267120" cy="23040"/>
          </a:xfrm>
          <a:custGeom>
            <a:avLst/>
            <a:gdLst/>
            <a:ahLst/>
            <a:rect l="0" t="0" r="r" b="b"/>
            <a:pathLst>
              <a:path w="742" h="64">
                <a:moveTo>
                  <a:pt x="0" y="63"/>
                </a:moveTo>
                <a:lnTo>
                  <a:pt x="734" y="0"/>
                </a:lnTo>
                <a:lnTo>
                  <a:pt x="742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1" name=""/>
          <p:cNvSpPr/>
          <p:nvPr/>
        </p:nvSpPr>
        <p:spPr>
          <a:xfrm>
            <a:off x="7887960" y="3296160"/>
            <a:ext cx="270000" cy="23400"/>
          </a:xfrm>
          <a:custGeom>
            <a:avLst/>
            <a:gdLst/>
            <a:ahLst/>
            <a:rect l="0" t="0" r="r" b="b"/>
            <a:pathLst>
              <a:path w="750" h="65">
                <a:moveTo>
                  <a:pt x="0" y="64"/>
                </a:moveTo>
                <a:lnTo>
                  <a:pt x="742" y="0"/>
                </a:lnTo>
                <a:lnTo>
                  <a:pt x="750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2" name=""/>
          <p:cNvSpPr/>
          <p:nvPr/>
        </p:nvSpPr>
        <p:spPr>
          <a:xfrm>
            <a:off x="7887960" y="3296160"/>
            <a:ext cx="272880" cy="23760"/>
          </a:xfrm>
          <a:custGeom>
            <a:avLst/>
            <a:gdLst/>
            <a:ahLst/>
            <a:rect l="0" t="0" r="r" b="b"/>
            <a:pathLst>
              <a:path w="758" h="66">
                <a:moveTo>
                  <a:pt x="0" y="65"/>
                </a:moveTo>
                <a:lnTo>
                  <a:pt x="750" y="0"/>
                </a:lnTo>
                <a:lnTo>
                  <a:pt x="758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3" name=""/>
          <p:cNvSpPr/>
          <p:nvPr/>
        </p:nvSpPr>
        <p:spPr>
          <a:xfrm>
            <a:off x="7887960" y="3296160"/>
            <a:ext cx="275760" cy="23760"/>
          </a:xfrm>
          <a:custGeom>
            <a:avLst/>
            <a:gdLst/>
            <a:ahLst/>
            <a:rect l="0" t="0" r="r" b="b"/>
            <a:pathLst>
              <a:path w="766" h="66">
                <a:moveTo>
                  <a:pt x="0" y="66"/>
                </a:moveTo>
                <a:lnTo>
                  <a:pt x="758" y="0"/>
                </a:lnTo>
                <a:lnTo>
                  <a:pt x="766" y="0"/>
                </a:lnTo>
                <a:lnTo>
                  <a:pt x="0" y="66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4" name=""/>
          <p:cNvSpPr/>
          <p:nvPr/>
        </p:nvSpPr>
        <p:spPr>
          <a:xfrm>
            <a:off x="7887960" y="3296160"/>
            <a:ext cx="278640" cy="24120"/>
          </a:xfrm>
          <a:custGeom>
            <a:avLst/>
            <a:gdLst/>
            <a:ahLst/>
            <a:rect l="0" t="0" r="r" b="b"/>
            <a:pathLst>
              <a:path w="774" h="67">
                <a:moveTo>
                  <a:pt x="0" y="66"/>
                </a:moveTo>
                <a:lnTo>
                  <a:pt x="766" y="0"/>
                </a:lnTo>
                <a:lnTo>
                  <a:pt x="774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5" name=""/>
          <p:cNvSpPr/>
          <p:nvPr/>
        </p:nvSpPr>
        <p:spPr>
          <a:xfrm>
            <a:off x="7887960" y="3296160"/>
            <a:ext cx="281520" cy="24480"/>
          </a:xfrm>
          <a:custGeom>
            <a:avLst/>
            <a:gdLst/>
            <a:ahLst/>
            <a:rect l="0" t="0" r="r" b="b"/>
            <a:pathLst>
              <a:path w="782" h="68">
                <a:moveTo>
                  <a:pt x="0" y="67"/>
                </a:moveTo>
                <a:lnTo>
                  <a:pt x="774" y="0"/>
                </a:lnTo>
                <a:lnTo>
                  <a:pt x="782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6" name=""/>
          <p:cNvSpPr/>
          <p:nvPr/>
        </p:nvSpPr>
        <p:spPr>
          <a:xfrm>
            <a:off x="7887960" y="3296160"/>
            <a:ext cx="284760" cy="24480"/>
          </a:xfrm>
          <a:custGeom>
            <a:avLst/>
            <a:gdLst/>
            <a:ahLst/>
            <a:rect l="0" t="0" r="r" b="b"/>
            <a:pathLst>
              <a:path w="791" h="68">
                <a:moveTo>
                  <a:pt x="0" y="68"/>
                </a:moveTo>
                <a:lnTo>
                  <a:pt x="782" y="0"/>
                </a:lnTo>
                <a:lnTo>
                  <a:pt x="791" y="0"/>
                </a:lnTo>
                <a:lnTo>
                  <a:pt x="0" y="68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7" name=""/>
          <p:cNvSpPr/>
          <p:nvPr/>
        </p:nvSpPr>
        <p:spPr>
          <a:xfrm>
            <a:off x="7887960" y="3296160"/>
            <a:ext cx="287640" cy="24840"/>
          </a:xfrm>
          <a:custGeom>
            <a:avLst/>
            <a:gdLst/>
            <a:ahLst/>
            <a:rect l="0" t="0" r="r" b="b"/>
            <a:pathLst>
              <a:path w="799" h="69">
                <a:moveTo>
                  <a:pt x="0" y="68"/>
                </a:moveTo>
                <a:lnTo>
                  <a:pt x="791" y="0"/>
                </a:lnTo>
                <a:lnTo>
                  <a:pt x="799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8" name=""/>
          <p:cNvSpPr/>
          <p:nvPr/>
        </p:nvSpPr>
        <p:spPr>
          <a:xfrm>
            <a:off x="7887960" y="3296160"/>
            <a:ext cx="290520" cy="25200"/>
          </a:xfrm>
          <a:custGeom>
            <a:avLst/>
            <a:gdLst/>
            <a:ahLst/>
            <a:rect l="0" t="0" r="r" b="b"/>
            <a:pathLst>
              <a:path w="807" h="70">
                <a:moveTo>
                  <a:pt x="0" y="69"/>
                </a:moveTo>
                <a:lnTo>
                  <a:pt x="799" y="0"/>
                </a:lnTo>
                <a:lnTo>
                  <a:pt x="807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79" name=""/>
          <p:cNvSpPr/>
          <p:nvPr/>
        </p:nvSpPr>
        <p:spPr>
          <a:xfrm>
            <a:off x="7887960" y="3296160"/>
            <a:ext cx="293400" cy="25200"/>
          </a:xfrm>
          <a:custGeom>
            <a:avLst/>
            <a:gdLst/>
            <a:ahLst/>
            <a:rect l="0" t="0" r="r" b="b"/>
            <a:pathLst>
              <a:path w="815" h="70">
                <a:moveTo>
                  <a:pt x="0" y="70"/>
                </a:moveTo>
                <a:lnTo>
                  <a:pt x="807" y="0"/>
                </a:lnTo>
                <a:lnTo>
                  <a:pt x="815" y="0"/>
                </a:lnTo>
                <a:lnTo>
                  <a:pt x="0" y="70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0" name=""/>
          <p:cNvSpPr/>
          <p:nvPr/>
        </p:nvSpPr>
        <p:spPr>
          <a:xfrm>
            <a:off x="7887960" y="3296160"/>
            <a:ext cx="296280" cy="25560"/>
          </a:xfrm>
          <a:custGeom>
            <a:avLst/>
            <a:gdLst/>
            <a:ahLst/>
            <a:rect l="0" t="0" r="r" b="b"/>
            <a:pathLst>
              <a:path w="823" h="71">
                <a:moveTo>
                  <a:pt x="0" y="70"/>
                </a:moveTo>
                <a:lnTo>
                  <a:pt x="815" y="0"/>
                </a:lnTo>
                <a:lnTo>
                  <a:pt x="823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1" name=""/>
          <p:cNvSpPr/>
          <p:nvPr/>
        </p:nvSpPr>
        <p:spPr>
          <a:xfrm>
            <a:off x="7887960" y="3296160"/>
            <a:ext cx="299160" cy="25920"/>
          </a:xfrm>
          <a:custGeom>
            <a:avLst/>
            <a:gdLst/>
            <a:ahLst/>
            <a:rect l="0" t="0" r="r" b="b"/>
            <a:pathLst>
              <a:path w="831" h="72">
                <a:moveTo>
                  <a:pt x="0" y="71"/>
                </a:moveTo>
                <a:lnTo>
                  <a:pt x="823" y="0"/>
                </a:lnTo>
                <a:lnTo>
                  <a:pt x="831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2" name=""/>
          <p:cNvSpPr/>
          <p:nvPr/>
        </p:nvSpPr>
        <p:spPr>
          <a:xfrm>
            <a:off x="7887960" y="3296160"/>
            <a:ext cx="302040" cy="25920"/>
          </a:xfrm>
          <a:custGeom>
            <a:avLst/>
            <a:gdLst/>
            <a:ahLst/>
            <a:rect l="0" t="0" r="r" b="b"/>
            <a:pathLst>
              <a:path w="839" h="72">
                <a:moveTo>
                  <a:pt x="0" y="72"/>
                </a:moveTo>
                <a:lnTo>
                  <a:pt x="831" y="0"/>
                </a:lnTo>
                <a:lnTo>
                  <a:pt x="839" y="0"/>
                </a:lnTo>
                <a:lnTo>
                  <a:pt x="0" y="72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3" name=""/>
          <p:cNvSpPr/>
          <p:nvPr/>
        </p:nvSpPr>
        <p:spPr>
          <a:xfrm>
            <a:off x="7887960" y="3296160"/>
            <a:ext cx="304920" cy="26280"/>
          </a:xfrm>
          <a:custGeom>
            <a:avLst/>
            <a:gdLst/>
            <a:ahLst/>
            <a:rect l="0" t="0" r="r" b="b"/>
            <a:pathLst>
              <a:path w="847" h="73">
                <a:moveTo>
                  <a:pt x="0" y="72"/>
                </a:moveTo>
                <a:lnTo>
                  <a:pt x="839" y="0"/>
                </a:lnTo>
                <a:lnTo>
                  <a:pt x="847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4" name=""/>
          <p:cNvSpPr/>
          <p:nvPr/>
        </p:nvSpPr>
        <p:spPr>
          <a:xfrm>
            <a:off x="7887960" y="3296160"/>
            <a:ext cx="308160" cy="26640"/>
          </a:xfrm>
          <a:custGeom>
            <a:avLst/>
            <a:gdLst/>
            <a:ahLst/>
            <a:rect l="0" t="0" r="r" b="b"/>
            <a:pathLst>
              <a:path w="856" h="74">
                <a:moveTo>
                  <a:pt x="0" y="73"/>
                </a:moveTo>
                <a:lnTo>
                  <a:pt x="847" y="0"/>
                </a:lnTo>
                <a:lnTo>
                  <a:pt x="856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5" name=""/>
          <p:cNvSpPr/>
          <p:nvPr/>
        </p:nvSpPr>
        <p:spPr>
          <a:xfrm>
            <a:off x="7887960" y="3296160"/>
            <a:ext cx="311040" cy="27000"/>
          </a:xfrm>
          <a:custGeom>
            <a:avLst/>
            <a:gdLst/>
            <a:ahLst/>
            <a:rect l="0" t="0" r="r" b="b"/>
            <a:pathLst>
              <a:path w="864" h="75">
                <a:moveTo>
                  <a:pt x="0" y="74"/>
                </a:moveTo>
                <a:lnTo>
                  <a:pt x="856" y="0"/>
                </a:lnTo>
                <a:lnTo>
                  <a:pt x="864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6" name=""/>
          <p:cNvSpPr/>
          <p:nvPr/>
        </p:nvSpPr>
        <p:spPr>
          <a:xfrm>
            <a:off x="7887960" y="3296160"/>
            <a:ext cx="313920" cy="27000"/>
          </a:xfrm>
          <a:custGeom>
            <a:avLst/>
            <a:gdLst/>
            <a:ahLst/>
            <a:rect l="0" t="0" r="r" b="b"/>
            <a:pathLst>
              <a:path w="872" h="75">
                <a:moveTo>
                  <a:pt x="0" y="75"/>
                </a:moveTo>
                <a:lnTo>
                  <a:pt x="864" y="0"/>
                </a:lnTo>
                <a:lnTo>
                  <a:pt x="872" y="0"/>
                </a:lnTo>
                <a:lnTo>
                  <a:pt x="0" y="75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7" name=""/>
          <p:cNvSpPr/>
          <p:nvPr/>
        </p:nvSpPr>
        <p:spPr>
          <a:xfrm>
            <a:off x="7887960" y="3296160"/>
            <a:ext cx="316800" cy="27360"/>
          </a:xfrm>
          <a:custGeom>
            <a:avLst/>
            <a:gdLst/>
            <a:ahLst/>
            <a:rect l="0" t="0" r="r" b="b"/>
            <a:pathLst>
              <a:path w="880" h="76">
                <a:moveTo>
                  <a:pt x="0" y="75"/>
                </a:moveTo>
                <a:lnTo>
                  <a:pt x="872" y="0"/>
                </a:lnTo>
                <a:lnTo>
                  <a:pt x="880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8" name=""/>
          <p:cNvSpPr/>
          <p:nvPr/>
        </p:nvSpPr>
        <p:spPr>
          <a:xfrm>
            <a:off x="7887960" y="3296160"/>
            <a:ext cx="319680" cy="27720"/>
          </a:xfrm>
          <a:custGeom>
            <a:avLst/>
            <a:gdLst/>
            <a:ahLst/>
            <a:rect l="0" t="0" r="r" b="b"/>
            <a:pathLst>
              <a:path w="888" h="77">
                <a:moveTo>
                  <a:pt x="0" y="76"/>
                </a:moveTo>
                <a:lnTo>
                  <a:pt x="880" y="0"/>
                </a:lnTo>
                <a:lnTo>
                  <a:pt x="888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89" name=""/>
          <p:cNvSpPr/>
          <p:nvPr/>
        </p:nvSpPr>
        <p:spPr>
          <a:xfrm>
            <a:off x="7887960" y="3296160"/>
            <a:ext cx="322560" cy="27720"/>
          </a:xfrm>
          <a:custGeom>
            <a:avLst/>
            <a:gdLst/>
            <a:ahLst/>
            <a:rect l="0" t="0" r="r" b="b"/>
            <a:pathLst>
              <a:path w="896" h="77">
                <a:moveTo>
                  <a:pt x="0" y="77"/>
                </a:moveTo>
                <a:lnTo>
                  <a:pt x="888" y="0"/>
                </a:lnTo>
                <a:lnTo>
                  <a:pt x="896" y="0"/>
                </a:lnTo>
                <a:lnTo>
                  <a:pt x="0" y="77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0" name=""/>
          <p:cNvSpPr/>
          <p:nvPr/>
        </p:nvSpPr>
        <p:spPr>
          <a:xfrm>
            <a:off x="7887960" y="3296160"/>
            <a:ext cx="325440" cy="28080"/>
          </a:xfrm>
          <a:custGeom>
            <a:avLst/>
            <a:gdLst/>
            <a:ahLst/>
            <a:rect l="0" t="0" r="r" b="b"/>
            <a:pathLst>
              <a:path w="904" h="78">
                <a:moveTo>
                  <a:pt x="0" y="77"/>
                </a:moveTo>
                <a:lnTo>
                  <a:pt x="896" y="0"/>
                </a:lnTo>
                <a:lnTo>
                  <a:pt x="904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1" name=""/>
          <p:cNvSpPr/>
          <p:nvPr/>
        </p:nvSpPr>
        <p:spPr>
          <a:xfrm>
            <a:off x="7887960" y="3296160"/>
            <a:ext cx="328680" cy="28440"/>
          </a:xfrm>
          <a:custGeom>
            <a:avLst/>
            <a:gdLst/>
            <a:ahLst/>
            <a:rect l="0" t="0" r="r" b="b"/>
            <a:pathLst>
              <a:path w="913" h="79">
                <a:moveTo>
                  <a:pt x="0" y="78"/>
                </a:moveTo>
                <a:lnTo>
                  <a:pt x="904" y="0"/>
                </a:lnTo>
                <a:lnTo>
                  <a:pt x="913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2" name=""/>
          <p:cNvSpPr/>
          <p:nvPr/>
        </p:nvSpPr>
        <p:spPr>
          <a:xfrm>
            <a:off x="7887960" y="3296160"/>
            <a:ext cx="331560" cy="28440"/>
          </a:xfrm>
          <a:custGeom>
            <a:avLst/>
            <a:gdLst/>
            <a:ahLst/>
            <a:rect l="0" t="0" r="r" b="b"/>
            <a:pathLst>
              <a:path w="921" h="79">
                <a:moveTo>
                  <a:pt x="0" y="79"/>
                </a:moveTo>
                <a:lnTo>
                  <a:pt x="913" y="0"/>
                </a:lnTo>
                <a:lnTo>
                  <a:pt x="921" y="0"/>
                </a:lnTo>
                <a:lnTo>
                  <a:pt x="0" y="79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3" name=""/>
          <p:cNvSpPr/>
          <p:nvPr/>
        </p:nvSpPr>
        <p:spPr>
          <a:xfrm>
            <a:off x="7887960" y="3296160"/>
            <a:ext cx="334440" cy="28800"/>
          </a:xfrm>
          <a:custGeom>
            <a:avLst/>
            <a:gdLst/>
            <a:ahLst/>
            <a:rect l="0" t="0" r="r" b="b"/>
            <a:pathLst>
              <a:path w="929" h="80">
                <a:moveTo>
                  <a:pt x="0" y="79"/>
                </a:moveTo>
                <a:lnTo>
                  <a:pt x="921" y="0"/>
                </a:lnTo>
                <a:lnTo>
                  <a:pt x="929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4" name=""/>
          <p:cNvSpPr/>
          <p:nvPr/>
        </p:nvSpPr>
        <p:spPr>
          <a:xfrm>
            <a:off x="7887960" y="3296160"/>
            <a:ext cx="337320" cy="29160"/>
          </a:xfrm>
          <a:custGeom>
            <a:avLst/>
            <a:gdLst/>
            <a:ahLst/>
            <a:rect l="0" t="0" r="r" b="b"/>
            <a:pathLst>
              <a:path w="937" h="81">
                <a:moveTo>
                  <a:pt x="0" y="80"/>
                </a:moveTo>
                <a:lnTo>
                  <a:pt x="929" y="0"/>
                </a:lnTo>
                <a:lnTo>
                  <a:pt x="937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5" name=""/>
          <p:cNvSpPr/>
          <p:nvPr/>
        </p:nvSpPr>
        <p:spPr>
          <a:xfrm>
            <a:off x="7887960" y="3296160"/>
            <a:ext cx="340200" cy="29160"/>
          </a:xfrm>
          <a:custGeom>
            <a:avLst/>
            <a:gdLst/>
            <a:ahLst/>
            <a:rect l="0" t="0" r="r" b="b"/>
            <a:pathLst>
              <a:path w="945" h="81">
                <a:moveTo>
                  <a:pt x="0" y="81"/>
                </a:moveTo>
                <a:lnTo>
                  <a:pt x="937" y="0"/>
                </a:lnTo>
                <a:lnTo>
                  <a:pt x="945" y="0"/>
                </a:lnTo>
                <a:lnTo>
                  <a:pt x="0" y="81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6" name=""/>
          <p:cNvSpPr/>
          <p:nvPr/>
        </p:nvSpPr>
        <p:spPr>
          <a:xfrm>
            <a:off x="7887960" y="3296160"/>
            <a:ext cx="343080" cy="29520"/>
          </a:xfrm>
          <a:custGeom>
            <a:avLst/>
            <a:gdLst/>
            <a:ahLst/>
            <a:rect l="0" t="0" r="r" b="b"/>
            <a:pathLst>
              <a:path w="953" h="82">
                <a:moveTo>
                  <a:pt x="0" y="81"/>
                </a:moveTo>
                <a:lnTo>
                  <a:pt x="945" y="0"/>
                </a:lnTo>
                <a:lnTo>
                  <a:pt x="953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7" name=""/>
          <p:cNvSpPr/>
          <p:nvPr/>
        </p:nvSpPr>
        <p:spPr>
          <a:xfrm>
            <a:off x="7887960" y="3296160"/>
            <a:ext cx="345960" cy="29880"/>
          </a:xfrm>
          <a:custGeom>
            <a:avLst/>
            <a:gdLst/>
            <a:ahLst/>
            <a:rect l="0" t="0" r="r" b="b"/>
            <a:pathLst>
              <a:path w="961" h="83">
                <a:moveTo>
                  <a:pt x="0" y="82"/>
                </a:moveTo>
                <a:lnTo>
                  <a:pt x="953" y="0"/>
                </a:lnTo>
                <a:lnTo>
                  <a:pt x="961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8" name=""/>
          <p:cNvSpPr/>
          <p:nvPr/>
        </p:nvSpPr>
        <p:spPr>
          <a:xfrm>
            <a:off x="7887960" y="3296160"/>
            <a:ext cx="349200" cy="30240"/>
          </a:xfrm>
          <a:custGeom>
            <a:avLst/>
            <a:gdLst/>
            <a:ahLst/>
            <a:rect l="0" t="0" r="r" b="b"/>
            <a:pathLst>
              <a:path w="970" h="84">
                <a:moveTo>
                  <a:pt x="0" y="83"/>
                </a:moveTo>
                <a:lnTo>
                  <a:pt x="961" y="0"/>
                </a:lnTo>
                <a:lnTo>
                  <a:pt x="970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299" name=""/>
          <p:cNvSpPr/>
          <p:nvPr/>
        </p:nvSpPr>
        <p:spPr>
          <a:xfrm>
            <a:off x="7887960" y="3296160"/>
            <a:ext cx="352080" cy="30240"/>
          </a:xfrm>
          <a:custGeom>
            <a:avLst/>
            <a:gdLst/>
            <a:ahLst/>
            <a:rect l="0" t="0" r="r" b="b"/>
            <a:pathLst>
              <a:path w="978" h="84">
                <a:moveTo>
                  <a:pt x="0" y="84"/>
                </a:moveTo>
                <a:lnTo>
                  <a:pt x="970" y="0"/>
                </a:lnTo>
                <a:lnTo>
                  <a:pt x="978" y="0"/>
                </a:lnTo>
                <a:lnTo>
                  <a:pt x="0" y="84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0" name=""/>
          <p:cNvSpPr/>
          <p:nvPr/>
        </p:nvSpPr>
        <p:spPr>
          <a:xfrm>
            <a:off x="7887960" y="3296160"/>
            <a:ext cx="354960" cy="30600"/>
          </a:xfrm>
          <a:custGeom>
            <a:avLst/>
            <a:gdLst/>
            <a:ahLst/>
            <a:rect l="0" t="0" r="r" b="b"/>
            <a:pathLst>
              <a:path w="986" h="85">
                <a:moveTo>
                  <a:pt x="0" y="84"/>
                </a:moveTo>
                <a:lnTo>
                  <a:pt x="978" y="0"/>
                </a:lnTo>
                <a:lnTo>
                  <a:pt x="986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1" name=""/>
          <p:cNvSpPr/>
          <p:nvPr/>
        </p:nvSpPr>
        <p:spPr>
          <a:xfrm>
            <a:off x="7887960" y="3296160"/>
            <a:ext cx="357840" cy="30960"/>
          </a:xfrm>
          <a:custGeom>
            <a:avLst/>
            <a:gdLst/>
            <a:ahLst/>
            <a:rect l="0" t="0" r="r" b="b"/>
            <a:pathLst>
              <a:path w="994" h="86">
                <a:moveTo>
                  <a:pt x="0" y="85"/>
                </a:moveTo>
                <a:lnTo>
                  <a:pt x="986" y="0"/>
                </a:lnTo>
                <a:lnTo>
                  <a:pt x="994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2" name=""/>
          <p:cNvSpPr/>
          <p:nvPr/>
        </p:nvSpPr>
        <p:spPr>
          <a:xfrm>
            <a:off x="7887960" y="3296160"/>
            <a:ext cx="360720" cy="30960"/>
          </a:xfrm>
          <a:custGeom>
            <a:avLst/>
            <a:gdLst/>
            <a:ahLst/>
            <a:rect l="0" t="0" r="r" b="b"/>
            <a:pathLst>
              <a:path w="1002" h="86">
                <a:moveTo>
                  <a:pt x="0" y="86"/>
                </a:moveTo>
                <a:lnTo>
                  <a:pt x="994" y="0"/>
                </a:lnTo>
                <a:lnTo>
                  <a:pt x="1002" y="0"/>
                </a:lnTo>
                <a:lnTo>
                  <a:pt x="0" y="86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3" name=""/>
          <p:cNvSpPr/>
          <p:nvPr/>
        </p:nvSpPr>
        <p:spPr>
          <a:xfrm>
            <a:off x="7887960" y="3296160"/>
            <a:ext cx="363600" cy="31320"/>
          </a:xfrm>
          <a:custGeom>
            <a:avLst/>
            <a:gdLst/>
            <a:ahLst/>
            <a:rect l="0" t="0" r="r" b="b"/>
            <a:pathLst>
              <a:path w="1010" h="87">
                <a:moveTo>
                  <a:pt x="0" y="86"/>
                </a:moveTo>
                <a:lnTo>
                  <a:pt x="1002" y="0"/>
                </a:lnTo>
                <a:lnTo>
                  <a:pt x="1010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4" name=""/>
          <p:cNvSpPr/>
          <p:nvPr/>
        </p:nvSpPr>
        <p:spPr>
          <a:xfrm>
            <a:off x="7887960" y="3296160"/>
            <a:ext cx="366480" cy="31680"/>
          </a:xfrm>
          <a:custGeom>
            <a:avLst/>
            <a:gdLst/>
            <a:ahLst/>
            <a:rect l="0" t="0" r="r" b="b"/>
            <a:pathLst>
              <a:path w="1018" h="88">
                <a:moveTo>
                  <a:pt x="0" y="87"/>
                </a:moveTo>
                <a:lnTo>
                  <a:pt x="1010" y="0"/>
                </a:lnTo>
                <a:lnTo>
                  <a:pt x="1018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5" name=""/>
          <p:cNvSpPr/>
          <p:nvPr/>
        </p:nvSpPr>
        <p:spPr>
          <a:xfrm>
            <a:off x="7887960" y="3296160"/>
            <a:ext cx="369360" cy="31680"/>
          </a:xfrm>
          <a:custGeom>
            <a:avLst/>
            <a:gdLst/>
            <a:ahLst/>
            <a:rect l="0" t="0" r="r" b="b"/>
            <a:pathLst>
              <a:path w="1026" h="88">
                <a:moveTo>
                  <a:pt x="0" y="88"/>
                </a:moveTo>
                <a:lnTo>
                  <a:pt x="1018" y="0"/>
                </a:lnTo>
                <a:lnTo>
                  <a:pt x="1026" y="0"/>
                </a:lnTo>
                <a:lnTo>
                  <a:pt x="0" y="88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6" name=""/>
          <p:cNvSpPr/>
          <p:nvPr/>
        </p:nvSpPr>
        <p:spPr>
          <a:xfrm>
            <a:off x="7887960" y="3296160"/>
            <a:ext cx="372600" cy="32040"/>
          </a:xfrm>
          <a:custGeom>
            <a:avLst/>
            <a:gdLst/>
            <a:ahLst/>
            <a:rect l="0" t="0" r="r" b="b"/>
            <a:pathLst>
              <a:path w="1035" h="89">
                <a:moveTo>
                  <a:pt x="0" y="88"/>
                </a:moveTo>
                <a:lnTo>
                  <a:pt x="1026" y="0"/>
                </a:lnTo>
                <a:lnTo>
                  <a:pt x="1035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7" name=""/>
          <p:cNvSpPr/>
          <p:nvPr/>
        </p:nvSpPr>
        <p:spPr>
          <a:xfrm>
            <a:off x="7887960" y="3296160"/>
            <a:ext cx="373680" cy="32400"/>
          </a:xfrm>
          <a:custGeom>
            <a:avLst/>
            <a:gdLst/>
            <a:ahLst/>
            <a:rect l="0" t="0" r="r" b="b"/>
            <a:pathLst>
              <a:path w="1038" h="90">
                <a:moveTo>
                  <a:pt x="0" y="89"/>
                </a:moveTo>
                <a:lnTo>
                  <a:pt x="1035" y="0"/>
                </a:lnTo>
                <a:lnTo>
                  <a:pt x="1038" y="1"/>
                </a:lnTo>
                <a:lnTo>
                  <a:pt x="0" y="90"/>
                </a:lnTo>
                <a:lnTo>
                  <a:pt x="0" y="89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8" name=""/>
          <p:cNvSpPr/>
          <p:nvPr/>
        </p:nvSpPr>
        <p:spPr>
          <a:xfrm>
            <a:off x="7887960" y="3296520"/>
            <a:ext cx="373680" cy="32040"/>
          </a:xfrm>
          <a:custGeom>
            <a:avLst/>
            <a:gdLst/>
            <a:ahLst/>
            <a:rect l="0" t="0" r="r" b="b"/>
            <a:pathLst>
              <a:path w="1038" h="89">
                <a:moveTo>
                  <a:pt x="0" y="89"/>
                </a:moveTo>
                <a:lnTo>
                  <a:pt x="1038" y="0"/>
                </a:lnTo>
                <a:lnTo>
                  <a:pt x="4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09" name=""/>
          <p:cNvSpPr/>
          <p:nvPr/>
        </p:nvSpPr>
        <p:spPr>
          <a:xfrm>
            <a:off x="7889400" y="3296520"/>
            <a:ext cx="372240" cy="32040"/>
          </a:xfrm>
          <a:custGeom>
            <a:avLst/>
            <a:gdLst/>
            <a:ahLst/>
            <a:rect l="0" t="0" r="r" b="b"/>
            <a:pathLst>
              <a:path w="1034" h="89">
                <a:moveTo>
                  <a:pt x="0" y="89"/>
                </a:moveTo>
                <a:lnTo>
                  <a:pt x="1034" y="0"/>
                </a:lnTo>
                <a:lnTo>
                  <a:pt x="1034" y="1"/>
                </a:lnTo>
                <a:lnTo>
                  <a:pt x="8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0" name=""/>
          <p:cNvSpPr/>
          <p:nvPr/>
        </p:nvSpPr>
        <p:spPr>
          <a:xfrm>
            <a:off x="7892280" y="3296880"/>
            <a:ext cx="369360" cy="31680"/>
          </a:xfrm>
          <a:custGeom>
            <a:avLst/>
            <a:gdLst/>
            <a:ahLst/>
            <a:rect l="0" t="0" r="r" b="b"/>
            <a:pathLst>
              <a:path w="1026" h="88">
                <a:moveTo>
                  <a:pt x="0" y="88"/>
                </a:moveTo>
                <a:lnTo>
                  <a:pt x="1026" y="0"/>
                </a:lnTo>
                <a:lnTo>
                  <a:pt x="1026" y="1"/>
                </a:lnTo>
                <a:lnTo>
                  <a:pt x="8" y="88"/>
                </a:lnTo>
                <a:lnTo>
                  <a:pt x="0" y="88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1" name=""/>
          <p:cNvSpPr/>
          <p:nvPr/>
        </p:nvSpPr>
        <p:spPr>
          <a:xfrm>
            <a:off x="7895160" y="3297240"/>
            <a:ext cx="366480" cy="31320"/>
          </a:xfrm>
          <a:custGeom>
            <a:avLst/>
            <a:gdLst/>
            <a:ahLst/>
            <a:rect l="0" t="0" r="r" b="b"/>
            <a:pathLst>
              <a:path w="1018" h="87">
                <a:moveTo>
                  <a:pt x="0" y="87"/>
                </a:moveTo>
                <a:lnTo>
                  <a:pt x="1018" y="0"/>
                </a:lnTo>
                <a:lnTo>
                  <a:pt x="8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2" name=""/>
          <p:cNvSpPr/>
          <p:nvPr/>
        </p:nvSpPr>
        <p:spPr>
          <a:xfrm>
            <a:off x="7898040" y="3297240"/>
            <a:ext cx="363600" cy="31320"/>
          </a:xfrm>
          <a:custGeom>
            <a:avLst/>
            <a:gdLst/>
            <a:ahLst/>
            <a:rect l="0" t="0" r="r" b="b"/>
            <a:pathLst>
              <a:path w="1010" h="87">
                <a:moveTo>
                  <a:pt x="0" y="87"/>
                </a:moveTo>
                <a:lnTo>
                  <a:pt x="1010" y="0"/>
                </a:lnTo>
                <a:lnTo>
                  <a:pt x="1010" y="1"/>
                </a:lnTo>
                <a:lnTo>
                  <a:pt x="9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3" name=""/>
          <p:cNvSpPr/>
          <p:nvPr/>
        </p:nvSpPr>
        <p:spPr>
          <a:xfrm>
            <a:off x="7901280" y="3297600"/>
            <a:ext cx="360360" cy="30960"/>
          </a:xfrm>
          <a:custGeom>
            <a:avLst/>
            <a:gdLst/>
            <a:ahLst/>
            <a:rect l="0" t="0" r="r" b="b"/>
            <a:pathLst>
              <a:path w="1001" h="86">
                <a:moveTo>
                  <a:pt x="0" y="86"/>
                </a:moveTo>
                <a:lnTo>
                  <a:pt x="1001" y="0"/>
                </a:lnTo>
                <a:lnTo>
                  <a:pt x="1001" y="1"/>
                </a:lnTo>
                <a:lnTo>
                  <a:pt x="8" y="86"/>
                </a:lnTo>
                <a:lnTo>
                  <a:pt x="0" y="86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4" name=""/>
          <p:cNvSpPr/>
          <p:nvPr/>
        </p:nvSpPr>
        <p:spPr>
          <a:xfrm>
            <a:off x="7904160" y="3297960"/>
            <a:ext cx="357480" cy="30600"/>
          </a:xfrm>
          <a:custGeom>
            <a:avLst/>
            <a:gdLst/>
            <a:ahLst/>
            <a:rect l="0" t="0" r="r" b="b"/>
            <a:pathLst>
              <a:path w="993" h="85">
                <a:moveTo>
                  <a:pt x="0" y="85"/>
                </a:moveTo>
                <a:lnTo>
                  <a:pt x="993" y="0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5" name=""/>
          <p:cNvSpPr/>
          <p:nvPr/>
        </p:nvSpPr>
        <p:spPr>
          <a:xfrm>
            <a:off x="7907040" y="3297960"/>
            <a:ext cx="354600" cy="30600"/>
          </a:xfrm>
          <a:custGeom>
            <a:avLst/>
            <a:gdLst/>
            <a:ahLst/>
            <a:rect l="0" t="0" r="r" b="b"/>
            <a:pathLst>
              <a:path w="985" h="85">
                <a:moveTo>
                  <a:pt x="0" y="85"/>
                </a:moveTo>
                <a:lnTo>
                  <a:pt x="985" y="0"/>
                </a:lnTo>
                <a:lnTo>
                  <a:pt x="985" y="1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6" name=""/>
          <p:cNvSpPr/>
          <p:nvPr/>
        </p:nvSpPr>
        <p:spPr>
          <a:xfrm>
            <a:off x="7909920" y="3298320"/>
            <a:ext cx="351720" cy="30240"/>
          </a:xfrm>
          <a:custGeom>
            <a:avLst/>
            <a:gdLst/>
            <a:ahLst/>
            <a:rect l="0" t="0" r="r" b="b"/>
            <a:pathLst>
              <a:path w="977" h="84">
                <a:moveTo>
                  <a:pt x="0" y="84"/>
                </a:moveTo>
                <a:lnTo>
                  <a:pt x="977" y="0"/>
                </a:lnTo>
                <a:lnTo>
                  <a:pt x="977" y="1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7" name=""/>
          <p:cNvSpPr/>
          <p:nvPr/>
        </p:nvSpPr>
        <p:spPr>
          <a:xfrm>
            <a:off x="7912800" y="3298680"/>
            <a:ext cx="348840" cy="29880"/>
          </a:xfrm>
          <a:custGeom>
            <a:avLst/>
            <a:gdLst/>
            <a:ahLst/>
            <a:rect l="0" t="0" r="r" b="b"/>
            <a:pathLst>
              <a:path w="969" h="83">
                <a:moveTo>
                  <a:pt x="0" y="83"/>
                </a:moveTo>
                <a:lnTo>
                  <a:pt x="969" y="0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8" name=""/>
          <p:cNvSpPr/>
          <p:nvPr/>
        </p:nvSpPr>
        <p:spPr>
          <a:xfrm>
            <a:off x="7915680" y="3298680"/>
            <a:ext cx="345960" cy="29880"/>
          </a:xfrm>
          <a:custGeom>
            <a:avLst/>
            <a:gdLst/>
            <a:ahLst/>
            <a:rect l="0" t="0" r="r" b="b"/>
            <a:pathLst>
              <a:path w="961" h="83">
                <a:moveTo>
                  <a:pt x="0" y="83"/>
                </a:moveTo>
                <a:lnTo>
                  <a:pt x="961" y="0"/>
                </a:lnTo>
                <a:lnTo>
                  <a:pt x="961" y="1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19" name=""/>
          <p:cNvSpPr/>
          <p:nvPr/>
        </p:nvSpPr>
        <p:spPr>
          <a:xfrm>
            <a:off x="7918560" y="3299040"/>
            <a:ext cx="343080" cy="29520"/>
          </a:xfrm>
          <a:custGeom>
            <a:avLst/>
            <a:gdLst/>
            <a:ahLst/>
            <a:rect l="0" t="0" r="r" b="b"/>
            <a:pathLst>
              <a:path w="953" h="82">
                <a:moveTo>
                  <a:pt x="0" y="82"/>
                </a:moveTo>
                <a:lnTo>
                  <a:pt x="953" y="0"/>
                </a:lnTo>
                <a:lnTo>
                  <a:pt x="953" y="1"/>
                </a:lnTo>
                <a:lnTo>
                  <a:pt x="9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0" name=""/>
          <p:cNvSpPr/>
          <p:nvPr/>
        </p:nvSpPr>
        <p:spPr>
          <a:xfrm>
            <a:off x="7921800" y="3299400"/>
            <a:ext cx="339840" cy="29160"/>
          </a:xfrm>
          <a:custGeom>
            <a:avLst/>
            <a:gdLst/>
            <a:ahLst/>
            <a:rect l="0" t="0" r="r" b="b"/>
            <a:pathLst>
              <a:path w="944" h="81">
                <a:moveTo>
                  <a:pt x="0" y="81"/>
                </a:moveTo>
                <a:lnTo>
                  <a:pt x="944" y="0"/>
                </a:lnTo>
                <a:lnTo>
                  <a:pt x="944" y="1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1" name=""/>
          <p:cNvSpPr/>
          <p:nvPr/>
        </p:nvSpPr>
        <p:spPr>
          <a:xfrm>
            <a:off x="7924680" y="3299760"/>
            <a:ext cx="336960" cy="28800"/>
          </a:xfrm>
          <a:custGeom>
            <a:avLst/>
            <a:gdLst/>
            <a:ahLst/>
            <a:rect l="0" t="0" r="r" b="b"/>
            <a:pathLst>
              <a:path w="936" h="80">
                <a:moveTo>
                  <a:pt x="0" y="80"/>
                </a:moveTo>
                <a:lnTo>
                  <a:pt x="936" y="0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2" name=""/>
          <p:cNvSpPr/>
          <p:nvPr/>
        </p:nvSpPr>
        <p:spPr>
          <a:xfrm>
            <a:off x="7927560" y="3299760"/>
            <a:ext cx="334080" cy="28800"/>
          </a:xfrm>
          <a:custGeom>
            <a:avLst/>
            <a:gdLst/>
            <a:ahLst/>
            <a:rect l="0" t="0" r="r" b="b"/>
            <a:pathLst>
              <a:path w="928" h="80">
                <a:moveTo>
                  <a:pt x="0" y="80"/>
                </a:moveTo>
                <a:lnTo>
                  <a:pt x="928" y="0"/>
                </a:lnTo>
                <a:lnTo>
                  <a:pt x="928" y="1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3" name=""/>
          <p:cNvSpPr/>
          <p:nvPr/>
        </p:nvSpPr>
        <p:spPr>
          <a:xfrm>
            <a:off x="7930440" y="3300120"/>
            <a:ext cx="331200" cy="28440"/>
          </a:xfrm>
          <a:custGeom>
            <a:avLst/>
            <a:gdLst/>
            <a:ahLst/>
            <a:rect l="0" t="0" r="r" b="b"/>
            <a:pathLst>
              <a:path w="920" h="79">
                <a:moveTo>
                  <a:pt x="0" y="79"/>
                </a:moveTo>
                <a:lnTo>
                  <a:pt x="920" y="0"/>
                </a:lnTo>
                <a:lnTo>
                  <a:pt x="920" y="1"/>
                </a:lnTo>
                <a:lnTo>
                  <a:pt x="8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4" name=""/>
          <p:cNvSpPr/>
          <p:nvPr/>
        </p:nvSpPr>
        <p:spPr>
          <a:xfrm>
            <a:off x="7933320" y="3300480"/>
            <a:ext cx="328320" cy="28080"/>
          </a:xfrm>
          <a:custGeom>
            <a:avLst/>
            <a:gdLst/>
            <a:ahLst/>
            <a:rect l="0" t="0" r="r" b="b"/>
            <a:pathLst>
              <a:path w="912" h="78">
                <a:moveTo>
                  <a:pt x="0" y="78"/>
                </a:moveTo>
                <a:lnTo>
                  <a:pt x="912" y="0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5" name=""/>
          <p:cNvSpPr/>
          <p:nvPr/>
        </p:nvSpPr>
        <p:spPr>
          <a:xfrm>
            <a:off x="7936200" y="3300480"/>
            <a:ext cx="325440" cy="28080"/>
          </a:xfrm>
          <a:custGeom>
            <a:avLst/>
            <a:gdLst/>
            <a:ahLst/>
            <a:rect l="0" t="0" r="r" b="b"/>
            <a:pathLst>
              <a:path w="904" h="78">
                <a:moveTo>
                  <a:pt x="0" y="78"/>
                </a:moveTo>
                <a:lnTo>
                  <a:pt x="904" y="0"/>
                </a:lnTo>
                <a:lnTo>
                  <a:pt x="904" y="1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6" name=""/>
          <p:cNvSpPr/>
          <p:nvPr/>
        </p:nvSpPr>
        <p:spPr>
          <a:xfrm>
            <a:off x="7939080" y="3300840"/>
            <a:ext cx="322560" cy="27720"/>
          </a:xfrm>
          <a:custGeom>
            <a:avLst/>
            <a:gdLst/>
            <a:ahLst/>
            <a:rect l="0" t="0" r="r" b="b"/>
            <a:pathLst>
              <a:path w="896" h="77">
                <a:moveTo>
                  <a:pt x="0" y="77"/>
                </a:moveTo>
                <a:lnTo>
                  <a:pt x="896" y="0"/>
                </a:lnTo>
                <a:lnTo>
                  <a:pt x="896" y="1"/>
                </a:lnTo>
                <a:lnTo>
                  <a:pt x="8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7" name=""/>
          <p:cNvSpPr/>
          <p:nvPr/>
        </p:nvSpPr>
        <p:spPr>
          <a:xfrm>
            <a:off x="7941960" y="3301200"/>
            <a:ext cx="319680" cy="27360"/>
          </a:xfrm>
          <a:custGeom>
            <a:avLst/>
            <a:gdLst/>
            <a:ahLst/>
            <a:rect l="0" t="0" r="r" b="b"/>
            <a:pathLst>
              <a:path w="888" h="76">
                <a:moveTo>
                  <a:pt x="0" y="76"/>
                </a:moveTo>
                <a:lnTo>
                  <a:pt x="888" y="0"/>
                </a:lnTo>
                <a:lnTo>
                  <a:pt x="9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8" name=""/>
          <p:cNvSpPr/>
          <p:nvPr/>
        </p:nvSpPr>
        <p:spPr>
          <a:xfrm>
            <a:off x="7945200" y="3301200"/>
            <a:ext cx="316440" cy="27360"/>
          </a:xfrm>
          <a:custGeom>
            <a:avLst/>
            <a:gdLst/>
            <a:ahLst/>
            <a:rect l="0" t="0" r="r" b="b"/>
            <a:pathLst>
              <a:path w="879" h="76">
                <a:moveTo>
                  <a:pt x="0" y="76"/>
                </a:moveTo>
                <a:lnTo>
                  <a:pt x="879" y="0"/>
                </a:lnTo>
                <a:lnTo>
                  <a:pt x="879" y="1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29" name=""/>
          <p:cNvSpPr/>
          <p:nvPr/>
        </p:nvSpPr>
        <p:spPr>
          <a:xfrm>
            <a:off x="7948080" y="3301560"/>
            <a:ext cx="313560" cy="27000"/>
          </a:xfrm>
          <a:custGeom>
            <a:avLst/>
            <a:gdLst/>
            <a:ahLst/>
            <a:rect l="0" t="0" r="r" b="b"/>
            <a:pathLst>
              <a:path w="871" h="75">
                <a:moveTo>
                  <a:pt x="0" y="75"/>
                </a:moveTo>
                <a:lnTo>
                  <a:pt x="871" y="0"/>
                </a:lnTo>
                <a:lnTo>
                  <a:pt x="871" y="1"/>
                </a:lnTo>
                <a:lnTo>
                  <a:pt x="8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0" name=""/>
          <p:cNvSpPr/>
          <p:nvPr/>
        </p:nvSpPr>
        <p:spPr>
          <a:xfrm>
            <a:off x="7950960" y="3301920"/>
            <a:ext cx="310680" cy="26640"/>
          </a:xfrm>
          <a:custGeom>
            <a:avLst/>
            <a:gdLst/>
            <a:ahLst/>
            <a:rect l="0" t="0" r="r" b="b"/>
            <a:pathLst>
              <a:path w="863" h="74">
                <a:moveTo>
                  <a:pt x="0" y="74"/>
                </a:moveTo>
                <a:lnTo>
                  <a:pt x="863" y="0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1" name=""/>
          <p:cNvSpPr/>
          <p:nvPr/>
        </p:nvSpPr>
        <p:spPr>
          <a:xfrm>
            <a:off x="7953840" y="3301920"/>
            <a:ext cx="307800" cy="26640"/>
          </a:xfrm>
          <a:custGeom>
            <a:avLst/>
            <a:gdLst/>
            <a:ahLst/>
            <a:rect l="0" t="0" r="r" b="b"/>
            <a:pathLst>
              <a:path w="855" h="74">
                <a:moveTo>
                  <a:pt x="0" y="74"/>
                </a:moveTo>
                <a:lnTo>
                  <a:pt x="855" y="0"/>
                </a:lnTo>
                <a:lnTo>
                  <a:pt x="855" y="1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2" name=""/>
          <p:cNvSpPr/>
          <p:nvPr/>
        </p:nvSpPr>
        <p:spPr>
          <a:xfrm>
            <a:off x="7956720" y="3302280"/>
            <a:ext cx="304920" cy="26280"/>
          </a:xfrm>
          <a:custGeom>
            <a:avLst/>
            <a:gdLst/>
            <a:ahLst/>
            <a:rect l="0" t="0" r="r" b="b"/>
            <a:pathLst>
              <a:path w="847" h="73">
                <a:moveTo>
                  <a:pt x="0" y="73"/>
                </a:moveTo>
                <a:lnTo>
                  <a:pt x="847" y="0"/>
                </a:lnTo>
                <a:lnTo>
                  <a:pt x="847" y="1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3" name=""/>
          <p:cNvSpPr/>
          <p:nvPr/>
        </p:nvSpPr>
        <p:spPr>
          <a:xfrm>
            <a:off x="7959600" y="3302640"/>
            <a:ext cx="302040" cy="25920"/>
          </a:xfrm>
          <a:custGeom>
            <a:avLst/>
            <a:gdLst/>
            <a:ahLst/>
            <a:rect l="0" t="0" r="r" b="b"/>
            <a:pathLst>
              <a:path w="839" h="72">
                <a:moveTo>
                  <a:pt x="0" y="72"/>
                </a:moveTo>
                <a:lnTo>
                  <a:pt x="839" y="0"/>
                </a:lnTo>
                <a:lnTo>
                  <a:pt x="839" y="1"/>
                </a:lnTo>
                <a:lnTo>
                  <a:pt x="8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4" name=""/>
          <p:cNvSpPr/>
          <p:nvPr/>
        </p:nvSpPr>
        <p:spPr>
          <a:xfrm>
            <a:off x="7962480" y="3303000"/>
            <a:ext cx="299160" cy="25560"/>
          </a:xfrm>
          <a:custGeom>
            <a:avLst/>
            <a:gdLst/>
            <a:ahLst/>
            <a:rect l="0" t="0" r="r" b="b"/>
            <a:pathLst>
              <a:path w="831" h="71">
                <a:moveTo>
                  <a:pt x="0" y="71"/>
                </a:moveTo>
                <a:lnTo>
                  <a:pt x="831" y="0"/>
                </a:lnTo>
                <a:lnTo>
                  <a:pt x="9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5" name=""/>
          <p:cNvSpPr/>
          <p:nvPr/>
        </p:nvSpPr>
        <p:spPr>
          <a:xfrm>
            <a:off x="7965720" y="3303000"/>
            <a:ext cx="295920" cy="25560"/>
          </a:xfrm>
          <a:custGeom>
            <a:avLst/>
            <a:gdLst/>
            <a:ahLst/>
            <a:rect l="0" t="0" r="r" b="b"/>
            <a:pathLst>
              <a:path w="822" h="71">
                <a:moveTo>
                  <a:pt x="0" y="71"/>
                </a:moveTo>
                <a:lnTo>
                  <a:pt x="822" y="0"/>
                </a:lnTo>
                <a:lnTo>
                  <a:pt x="822" y="1"/>
                </a:lnTo>
                <a:lnTo>
                  <a:pt x="8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6" name=""/>
          <p:cNvSpPr/>
          <p:nvPr/>
        </p:nvSpPr>
        <p:spPr>
          <a:xfrm>
            <a:off x="7968600" y="3303360"/>
            <a:ext cx="293040" cy="25200"/>
          </a:xfrm>
          <a:custGeom>
            <a:avLst/>
            <a:gdLst/>
            <a:ahLst/>
            <a:rect l="0" t="0" r="r" b="b"/>
            <a:pathLst>
              <a:path w="814" h="70">
                <a:moveTo>
                  <a:pt x="0" y="70"/>
                </a:moveTo>
                <a:lnTo>
                  <a:pt x="814" y="0"/>
                </a:lnTo>
                <a:lnTo>
                  <a:pt x="814" y="1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7" name=""/>
          <p:cNvSpPr/>
          <p:nvPr/>
        </p:nvSpPr>
        <p:spPr>
          <a:xfrm>
            <a:off x="7971480" y="3303720"/>
            <a:ext cx="290160" cy="24840"/>
          </a:xfrm>
          <a:custGeom>
            <a:avLst/>
            <a:gdLst/>
            <a:ahLst/>
            <a:rect l="0" t="0" r="r" b="b"/>
            <a:pathLst>
              <a:path w="806" h="69">
                <a:moveTo>
                  <a:pt x="0" y="69"/>
                </a:moveTo>
                <a:lnTo>
                  <a:pt x="806" y="0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8" name=""/>
          <p:cNvSpPr/>
          <p:nvPr/>
        </p:nvSpPr>
        <p:spPr>
          <a:xfrm>
            <a:off x="7974360" y="3303720"/>
            <a:ext cx="287280" cy="24840"/>
          </a:xfrm>
          <a:custGeom>
            <a:avLst/>
            <a:gdLst/>
            <a:ahLst/>
            <a:rect l="0" t="0" r="r" b="b"/>
            <a:pathLst>
              <a:path w="798" h="69">
                <a:moveTo>
                  <a:pt x="0" y="69"/>
                </a:moveTo>
                <a:lnTo>
                  <a:pt x="798" y="0"/>
                </a:lnTo>
                <a:lnTo>
                  <a:pt x="798" y="1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39" name=""/>
          <p:cNvSpPr/>
          <p:nvPr/>
        </p:nvSpPr>
        <p:spPr>
          <a:xfrm>
            <a:off x="7977240" y="3304080"/>
            <a:ext cx="284400" cy="24480"/>
          </a:xfrm>
          <a:custGeom>
            <a:avLst/>
            <a:gdLst/>
            <a:ahLst/>
            <a:rect l="0" t="0" r="r" b="b"/>
            <a:pathLst>
              <a:path w="790" h="68">
                <a:moveTo>
                  <a:pt x="0" y="68"/>
                </a:moveTo>
                <a:lnTo>
                  <a:pt x="790" y="0"/>
                </a:lnTo>
                <a:lnTo>
                  <a:pt x="790" y="1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0" name=""/>
          <p:cNvSpPr/>
          <p:nvPr/>
        </p:nvSpPr>
        <p:spPr>
          <a:xfrm>
            <a:off x="7980120" y="3304440"/>
            <a:ext cx="281520" cy="24120"/>
          </a:xfrm>
          <a:custGeom>
            <a:avLst/>
            <a:gdLst/>
            <a:ahLst/>
            <a:rect l="0" t="0" r="r" b="b"/>
            <a:pathLst>
              <a:path w="782" h="67">
                <a:moveTo>
                  <a:pt x="0" y="67"/>
                </a:moveTo>
                <a:lnTo>
                  <a:pt x="782" y="0"/>
                </a:lnTo>
                <a:lnTo>
                  <a:pt x="8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1" name=""/>
          <p:cNvSpPr/>
          <p:nvPr/>
        </p:nvSpPr>
        <p:spPr>
          <a:xfrm>
            <a:off x="7983000" y="3304440"/>
            <a:ext cx="278640" cy="24120"/>
          </a:xfrm>
          <a:custGeom>
            <a:avLst/>
            <a:gdLst/>
            <a:ahLst/>
            <a:rect l="0" t="0" r="r" b="b"/>
            <a:pathLst>
              <a:path w="774" h="67">
                <a:moveTo>
                  <a:pt x="0" y="67"/>
                </a:moveTo>
                <a:lnTo>
                  <a:pt x="774" y="0"/>
                </a:lnTo>
                <a:lnTo>
                  <a:pt x="774" y="1"/>
                </a:lnTo>
                <a:lnTo>
                  <a:pt x="9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2" name=""/>
          <p:cNvSpPr/>
          <p:nvPr/>
        </p:nvSpPr>
        <p:spPr>
          <a:xfrm>
            <a:off x="7986240" y="3304800"/>
            <a:ext cx="275400" cy="23760"/>
          </a:xfrm>
          <a:custGeom>
            <a:avLst/>
            <a:gdLst/>
            <a:ahLst/>
            <a:rect l="0" t="0" r="r" b="b"/>
            <a:pathLst>
              <a:path w="765" h="66">
                <a:moveTo>
                  <a:pt x="0" y="66"/>
                </a:moveTo>
                <a:lnTo>
                  <a:pt x="765" y="0"/>
                </a:lnTo>
                <a:lnTo>
                  <a:pt x="765" y="1"/>
                </a:lnTo>
                <a:lnTo>
                  <a:pt x="8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3" name=""/>
          <p:cNvSpPr/>
          <p:nvPr/>
        </p:nvSpPr>
        <p:spPr>
          <a:xfrm>
            <a:off x="7989120" y="3305160"/>
            <a:ext cx="272520" cy="23400"/>
          </a:xfrm>
          <a:custGeom>
            <a:avLst/>
            <a:gdLst/>
            <a:ahLst/>
            <a:rect l="0" t="0" r="r" b="b"/>
            <a:pathLst>
              <a:path w="757" h="65">
                <a:moveTo>
                  <a:pt x="0" y="65"/>
                </a:moveTo>
                <a:lnTo>
                  <a:pt x="757" y="0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4" name=""/>
          <p:cNvSpPr/>
          <p:nvPr/>
        </p:nvSpPr>
        <p:spPr>
          <a:xfrm>
            <a:off x="7992000" y="3305160"/>
            <a:ext cx="269640" cy="23400"/>
          </a:xfrm>
          <a:custGeom>
            <a:avLst/>
            <a:gdLst/>
            <a:ahLst/>
            <a:rect l="0" t="0" r="r" b="b"/>
            <a:pathLst>
              <a:path w="749" h="65">
                <a:moveTo>
                  <a:pt x="0" y="65"/>
                </a:moveTo>
                <a:lnTo>
                  <a:pt x="749" y="0"/>
                </a:lnTo>
                <a:lnTo>
                  <a:pt x="749" y="1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5" name=""/>
          <p:cNvSpPr/>
          <p:nvPr/>
        </p:nvSpPr>
        <p:spPr>
          <a:xfrm>
            <a:off x="7994880" y="3305520"/>
            <a:ext cx="266760" cy="23040"/>
          </a:xfrm>
          <a:custGeom>
            <a:avLst/>
            <a:gdLst/>
            <a:ahLst/>
            <a:rect l="0" t="0" r="r" b="b"/>
            <a:pathLst>
              <a:path w="741" h="64">
                <a:moveTo>
                  <a:pt x="0" y="64"/>
                </a:moveTo>
                <a:lnTo>
                  <a:pt x="741" y="0"/>
                </a:lnTo>
                <a:lnTo>
                  <a:pt x="741" y="1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6" name=""/>
          <p:cNvSpPr/>
          <p:nvPr/>
        </p:nvSpPr>
        <p:spPr>
          <a:xfrm>
            <a:off x="7997760" y="3305880"/>
            <a:ext cx="263880" cy="22680"/>
          </a:xfrm>
          <a:custGeom>
            <a:avLst/>
            <a:gdLst/>
            <a:ahLst/>
            <a:rect l="0" t="0" r="r" b="b"/>
            <a:pathLst>
              <a:path w="733" h="63">
                <a:moveTo>
                  <a:pt x="0" y="63"/>
                </a:moveTo>
                <a:lnTo>
                  <a:pt x="733" y="0"/>
                </a:lnTo>
                <a:lnTo>
                  <a:pt x="733" y="1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7" name=""/>
          <p:cNvSpPr/>
          <p:nvPr/>
        </p:nvSpPr>
        <p:spPr>
          <a:xfrm>
            <a:off x="8000640" y="3306240"/>
            <a:ext cx="261000" cy="22320"/>
          </a:xfrm>
          <a:custGeom>
            <a:avLst/>
            <a:gdLst/>
            <a:ahLst/>
            <a:rect l="0" t="0" r="r" b="b"/>
            <a:pathLst>
              <a:path w="725" h="62">
                <a:moveTo>
                  <a:pt x="0" y="62"/>
                </a:moveTo>
                <a:lnTo>
                  <a:pt x="725" y="0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8" name=""/>
          <p:cNvSpPr/>
          <p:nvPr/>
        </p:nvSpPr>
        <p:spPr>
          <a:xfrm>
            <a:off x="8003520" y="3306240"/>
            <a:ext cx="258120" cy="22320"/>
          </a:xfrm>
          <a:custGeom>
            <a:avLst/>
            <a:gdLst/>
            <a:ahLst/>
            <a:rect l="0" t="0" r="r" b="b"/>
            <a:pathLst>
              <a:path w="717" h="62">
                <a:moveTo>
                  <a:pt x="0" y="62"/>
                </a:moveTo>
                <a:lnTo>
                  <a:pt x="717" y="0"/>
                </a:lnTo>
                <a:lnTo>
                  <a:pt x="717" y="1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49" name=""/>
          <p:cNvSpPr/>
          <p:nvPr/>
        </p:nvSpPr>
        <p:spPr>
          <a:xfrm>
            <a:off x="8006400" y="3306600"/>
            <a:ext cx="255240" cy="21960"/>
          </a:xfrm>
          <a:custGeom>
            <a:avLst/>
            <a:gdLst/>
            <a:ahLst/>
            <a:rect l="0" t="0" r="r" b="b"/>
            <a:pathLst>
              <a:path w="709" h="61">
                <a:moveTo>
                  <a:pt x="0" y="61"/>
                </a:moveTo>
                <a:lnTo>
                  <a:pt x="709" y="0"/>
                </a:lnTo>
                <a:lnTo>
                  <a:pt x="709" y="1"/>
                </a:lnTo>
                <a:lnTo>
                  <a:pt x="9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0" name=""/>
          <p:cNvSpPr/>
          <p:nvPr/>
        </p:nvSpPr>
        <p:spPr>
          <a:xfrm>
            <a:off x="8009640" y="3306960"/>
            <a:ext cx="252000" cy="21600"/>
          </a:xfrm>
          <a:custGeom>
            <a:avLst/>
            <a:gdLst/>
            <a:ahLst/>
            <a:rect l="0" t="0" r="r" b="b"/>
            <a:pathLst>
              <a:path w="700" h="60">
                <a:moveTo>
                  <a:pt x="0" y="60"/>
                </a:moveTo>
                <a:lnTo>
                  <a:pt x="700" y="0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1" name=""/>
          <p:cNvSpPr/>
          <p:nvPr/>
        </p:nvSpPr>
        <p:spPr>
          <a:xfrm>
            <a:off x="8012520" y="3306960"/>
            <a:ext cx="249120" cy="21600"/>
          </a:xfrm>
          <a:custGeom>
            <a:avLst/>
            <a:gdLst/>
            <a:ahLst/>
            <a:rect l="0" t="0" r="r" b="b"/>
            <a:pathLst>
              <a:path w="692" h="60">
                <a:moveTo>
                  <a:pt x="0" y="60"/>
                </a:moveTo>
                <a:lnTo>
                  <a:pt x="692" y="0"/>
                </a:lnTo>
                <a:lnTo>
                  <a:pt x="692" y="1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2" name=""/>
          <p:cNvSpPr/>
          <p:nvPr/>
        </p:nvSpPr>
        <p:spPr>
          <a:xfrm>
            <a:off x="8015400" y="3307320"/>
            <a:ext cx="246240" cy="21240"/>
          </a:xfrm>
          <a:custGeom>
            <a:avLst/>
            <a:gdLst/>
            <a:ahLst/>
            <a:rect l="0" t="0" r="r" b="b"/>
            <a:pathLst>
              <a:path w="684" h="59">
                <a:moveTo>
                  <a:pt x="0" y="59"/>
                </a:moveTo>
                <a:lnTo>
                  <a:pt x="684" y="0"/>
                </a:lnTo>
                <a:lnTo>
                  <a:pt x="684" y="1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3" name=""/>
          <p:cNvSpPr/>
          <p:nvPr/>
        </p:nvSpPr>
        <p:spPr>
          <a:xfrm>
            <a:off x="8018280" y="3307680"/>
            <a:ext cx="243360" cy="20880"/>
          </a:xfrm>
          <a:custGeom>
            <a:avLst/>
            <a:gdLst/>
            <a:ahLst/>
            <a:rect l="0" t="0" r="r" b="b"/>
            <a:pathLst>
              <a:path w="676" h="58">
                <a:moveTo>
                  <a:pt x="0" y="58"/>
                </a:moveTo>
                <a:lnTo>
                  <a:pt x="676" y="0"/>
                </a:lnTo>
                <a:lnTo>
                  <a:pt x="8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4" name=""/>
          <p:cNvSpPr/>
          <p:nvPr/>
        </p:nvSpPr>
        <p:spPr>
          <a:xfrm>
            <a:off x="8021160" y="3307680"/>
            <a:ext cx="240480" cy="20880"/>
          </a:xfrm>
          <a:custGeom>
            <a:avLst/>
            <a:gdLst/>
            <a:ahLst/>
            <a:rect l="0" t="0" r="r" b="b"/>
            <a:pathLst>
              <a:path w="668" h="58">
                <a:moveTo>
                  <a:pt x="0" y="58"/>
                </a:moveTo>
                <a:lnTo>
                  <a:pt x="668" y="0"/>
                </a:lnTo>
                <a:lnTo>
                  <a:pt x="668" y="1"/>
                </a:lnTo>
                <a:lnTo>
                  <a:pt x="8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5" name=""/>
          <p:cNvSpPr/>
          <p:nvPr/>
        </p:nvSpPr>
        <p:spPr>
          <a:xfrm>
            <a:off x="8024040" y="3308040"/>
            <a:ext cx="237600" cy="20520"/>
          </a:xfrm>
          <a:custGeom>
            <a:avLst/>
            <a:gdLst/>
            <a:ahLst/>
            <a:rect l="0" t="0" r="r" b="b"/>
            <a:pathLst>
              <a:path w="660" h="57">
                <a:moveTo>
                  <a:pt x="0" y="57"/>
                </a:moveTo>
                <a:lnTo>
                  <a:pt x="660" y="0"/>
                </a:lnTo>
                <a:lnTo>
                  <a:pt x="660" y="1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6" name=""/>
          <p:cNvSpPr/>
          <p:nvPr/>
        </p:nvSpPr>
        <p:spPr>
          <a:xfrm>
            <a:off x="8026920" y="3308400"/>
            <a:ext cx="234720" cy="20160"/>
          </a:xfrm>
          <a:custGeom>
            <a:avLst/>
            <a:gdLst/>
            <a:ahLst/>
            <a:rect l="0" t="0" r="r" b="b"/>
            <a:pathLst>
              <a:path w="652" h="56">
                <a:moveTo>
                  <a:pt x="0" y="56"/>
                </a:moveTo>
                <a:lnTo>
                  <a:pt x="652" y="0"/>
                </a:lnTo>
                <a:lnTo>
                  <a:pt x="9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7" name=""/>
          <p:cNvSpPr/>
          <p:nvPr/>
        </p:nvSpPr>
        <p:spPr>
          <a:xfrm>
            <a:off x="8030160" y="3308400"/>
            <a:ext cx="231480" cy="20160"/>
          </a:xfrm>
          <a:custGeom>
            <a:avLst/>
            <a:gdLst/>
            <a:ahLst/>
            <a:rect l="0" t="0" r="r" b="b"/>
            <a:pathLst>
              <a:path w="643" h="56">
                <a:moveTo>
                  <a:pt x="0" y="56"/>
                </a:moveTo>
                <a:lnTo>
                  <a:pt x="643" y="0"/>
                </a:lnTo>
                <a:lnTo>
                  <a:pt x="643" y="1"/>
                </a:lnTo>
                <a:lnTo>
                  <a:pt x="8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8" name=""/>
          <p:cNvSpPr/>
          <p:nvPr/>
        </p:nvSpPr>
        <p:spPr>
          <a:xfrm>
            <a:off x="8033040" y="3308760"/>
            <a:ext cx="228600" cy="19800"/>
          </a:xfrm>
          <a:custGeom>
            <a:avLst/>
            <a:gdLst/>
            <a:ahLst/>
            <a:rect l="0" t="0" r="r" b="b"/>
            <a:pathLst>
              <a:path w="635" h="55">
                <a:moveTo>
                  <a:pt x="0" y="55"/>
                </a:moveTo>
                <a:lnTo>
                  <a:pt x="635" y="0"/>
                </a:lnTo>
                <a:lnTo>
                  <a:pt x="635" y="1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cfa9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59" name=""/>
          <p:cNvSpPr/>
          <p:nvPr/>
        </p:nvSpPr>
        <p:spPr>
          <a:xfrm>
            <a:off x="8035920" y="3309120"/>
            <a:ext cx="225720" cy="19440"/>
          </a:xfrm>
          <a:custGeom>
            <a:avLst/>
            <a:gdLst/>
            <a:ahLst/>
            <a:rect l="0" t="0" r="r" b="b"/>
            <a:pathLst>
              <a:path w="627" h="54">
                <a:moveTo>
                  <a:pt x="0" y="54"/>
                </a:moveTo>
                <a:lnTo>
                  <a:pt x="627" y="0"/>
                </a:lnTo>
                <a:lnTo>
                  <a:pt x="627" y="1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0" name=""/>
          <p:cNvSpPr/>
          <p:nvPr/>
        </p:nvSpPr>
        <p:spPr>
          <a:xfrm>
            <a:off x="8038800" y="3309480"/>
            <a:ext cx="222840" cy="19080"/>
          </a:xfrm>
          <a:custGeom>
            <a:avLst/>
            <a:gdLst/>
            <a:ahLst/>
            <a:rect l="0" t="0" r="r" b="b"/>
            <a:pathLst>
              <a:path w="619" h="53">
                <a:moveTo>
                  <a:pt x="0" y="53"/>
                </a:moveTo>
                <a:lnTo>
                  <a:pt x="619" y="0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9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1" name=""/>
          <p:cNvSpPr/>
          <p:nvPr/>
        </p:nvSpPr>
        <p:spPr>
          <a:xfrm>
            <a:off x="8041680" y="3309480"/>
            <a:ext cx="219960" cy="19080"/>
          </a:xfrm>
          <a:custGeom>
            <a:avLst/>
            <a:gdLst/>
            <a:ahLst/>
            <a:rect l="0" t="0" r="r" b="b"/>
            <a:pathLst>
              <a:path w="611" h="53">
                <a:moveTo>
                  <a:pt x="0" y="53"/>
                </a:moveTo>
                <a:lnTo>
                  <a:pt x="611" y="0"/>
                </a:lnTo>
                <a:lnTo>
                  <a:pt x="611" y="1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2" name=""/>
          <p:cNvSpPr/>
          <p:nvPr/>
        </p:nvSpPr>
        <p:spPr>
          <a:xfrm>
            <a:off x="8044560" y="3309840"/>
            <a:ext cx="217080" cy="18720"/>
          </a:xfrm>
          <a:custGeom>
            <a:avLst/>
            <a:gdLst/>
            <a:ahLst/>
            <a:rect l="0" t="0" r="r" b="b"/>
            <a:pathLst>
              <a:path w="603" h="52">
                <a:moveTo>
                  <a:pt x="0" y="52"/>
                </a:moveTo>
                <a:lnTo>
                  <a:pt x="603" y="0"/>
                </a:lnTo>
                <a:lnTo>
                  <a:pt x="603" y="1"/>
                </a:lnTo>
                <a:lnTo>
                  <a:pt x="8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3" name=""/>
          <p:cNvSpPr/>
          <p:nvPr/>
        </p:nvSpPr>
        <p:spPr>
          <a:xfrm>
            <a:off x="8047440" y="3310200"/>
            <a:ext cx="214200" cy="18360"/>
          </a:xfrm>
          <a:custGeom>
            <a:avLst/>
            <a:gdLst/>
            <a:ahLst/>
            <a:rect l="0" t="0" r="r" b="b"/>
            <a:pathLst>
              <a:path w="595" h="51">
                <a:moveTo>
                  <a:pt x="0" y="51"/>
                </a:moveTo>
                <a:lnTo>
                  <a:pt x="595" y="0"/>
                </a:lnTo>
                <a:lnTo>
                  <a:pt x="9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4" name=""/>
          <p:cNvSpPr/>
          <p:nvPr/>
        </p:nvSpPr>
        <p:spPr>
          <a:xfrm>
            <a:off x="8050680" y="3310200"/>
            <a:ext cx="210960" cy="18360"/>
          </a:xfrm>
          <a:custGeom>
            <a:avLst/>
            <a:gdLst/>
            <a:ahLst/>
            <a:rect l="0" t="0" r="r" b="b"/>
            <a:pathLst>
              <a:path w="586" h="51">
                <a:moveTo>
                  <a:pt x="0" y="51"/>
                </a:moveTo>
                <a:lnTo>
                  <a:pt x="586" y="0"/>
                </a:lnTo>
                <a:lnTo>
                  <a:pt x="586" y="1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7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5" name=""/>
          <p:cNvSpPr/>
          <p:nvPr/>
        </p:nvSpPr>
        <p:spPr>
          <a:xfrm>
            <a:off x="8053560" y="3310560"/>
            <a:ext cx="208080" cy="18000"/>
          </a:xfrm>
          <a:custGeom>
            <a:avLst/>
            <a:gdLst/>
            <a:ahLst/>
            <a:rect l="0" t="0" r="r" b="b"/>
            <a:pathLst>
              <a:path w="578" h="50">
                <a:moveTo>
                  <a:pt x="0" y="50"/>
                </a:moveTo>
                <a:lnTo>
                  <a:pt x="578" y="0"/>
                </a:lnTo>
                <a:lnTo>
                  <a:pt x="578" y="1"/>
                </a:lnTo>
                <a:lnTo>
                  <a:pt x="8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6" name=""/>
          <p:cNvSpPr/>
          <p:nvPr/>
        </p:nvSpPr>
        <p:spPr>
          <a:xfrm>
            <a:off x="8056440" y="3310920"/>
            <a:ext cx="205200" cy="17640"/>
          </a:xfrm>
          <a:custGeom>
            <a:avLst/>
            <a:gdLst/>
            <a:ahLst/>
            <a:rect l="0" t="0" r="r" b="b"/>
            <a:pathLst>
              <a:path w="570" h="49">
                <a:moveTo>
                  <a:pt x="0" y="49"/>
                </a:moveTo>
                <a:lnTo>
                  <a:pt x="570" y="0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7" name=""/>
          <p:cNvSpPr/>
          <p:nvPr/>
        </p:nvSpPr>
        <p:spPr>
          <a:xfrm>
            <a:off x="8059320" y="3310920"/>
            <a:ext cx="202320" cy="17640"/>
          </a:xfrm>
          <a:custGeom>
            <a:avLst/>
            <a:gdLst/>
            <a:ahLst/>
            <a:rect l="0" t="0" r="r" b="b"/>
            <a:pathLst>
              <a:path w="562" h="49">
                <a:moveTo>
                  <a:pt x="0" y="49"/>
                </a:moveTo>
                <a:lnTo>
                  <a:pt x="562" y="0"/>
                </a:lnTo>
                <a:lnTo>
                  <a:pt x="562" y="1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8" name=""/>
          <p:cNvSpPr/>
          <p:nvPr/>
        </p:nvSpPr>
        <p:spPr>
          <a:xfrm>
            <a:off x="8062200" y="3311280"/>
            <a:ext cx="199440" cy="17280"/>
          </a:xfrm>
          <a:custGeom>
            <a:avLst/>
            <a:gdLst/>
            <a:ahLst/>
            <a:rect l="0" t="0" r="r" b="b"/>
            <a:pathLst>
              <a:path w="554" h="48">
                <a:moveTo>
                  <a:pt x="0" y="48"/>
                </a:moveTo>
                <a:lnTo>
                  <a:pt x="554" y="0"/>
                </a:lnTo>
                <a:lnTo>
                  <a:pt x="554" y="1"/>
                </a:lnTo>
                <a:lnTo>
                  <a:pt x="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6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69" name=""/>
          <p:cNvSpPr/>
          <p:nvPr/>
        </p:nvSpPr>
        <p:spPr>
          <a:xfrm>
            <a:off x="8065080" y="3311640"/>
            <a:ext cx="196560" cy="16920"/>
          </a:xfrm>
          <a:custGeom>
            <a:avLst/>
            <a:gdLst/>
            <a:ahLst/>
            <a:rect l="0" t="0" r="r" b="b"/>
            <a:pathLst>
              <a:path w="546" h="47">
                <a:moveTo>
                  <a:pt x="0" y="47"/>
                </a:moveTo>
                <a:lnTo>
                  <a:pt x="546" y="0"/>
                </a:lnTo>
                <a:lnTo>
                  <a:pt x="8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0" name=""/>
          <p:cNvSpPr/>
          <p:nvPr/>
        </p:nvSpPr>
        <p:spPr>
          <a:xfrm>
            <a:off x="8067960" y="3311640"/>
            <a:ext cx="193680" cy="16920"/>
          </a:xfrm>
          <a:custGeom>
            <a:avLst/>
            <a:gdLst/>
            <a:ahLst/>
            <a:rect l="0" t="0" r="r" b="b"/>
            <a:pathLst>
              <a:path w="538" h="47">
                <a:moveTo>
                  <a:pt x="0" y="47"/>
                </a:moveTo>
                <a:lnTo>
                  <a:pt x="538" y="0"/>
                </a:lnTo>
                <a:lnTo>
                  <a:pt x="538" y="1"/>
                </a:lnTo>
                <a:lnTo>
                  <a:pt x="9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5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1" name=""/>
          <p:cNvSpPr/>
          <p:nvPr/>
        </p:nvSpPr>
        <p:spPr>
          <a:xfrm>
            <a:off x="8071200" y="3312000"/>
            <a:ext cx="190440" cy="16560"/>
          </a:xfrm>
          <a:custGeom>
            <a:avLst/>
            <a:gdLst/>
            <a:ahLst/>
            <a:rect l="0" t="0" r="r" b="b"/>
            <a:pathLst>
              <a:path w="529" h="46">
                <a:moveTo>
                  <a:pt x="0" y="46"/>
                </a:moveTo>
                <a:lnTo>
                  <a:pt x="529" y="0"/>
                </a:lnTo>
                <a:lnTo>
                  <a:pt x="529" y="1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2" name=""/>
          <p:cNvSpPr/>
          <p:nvPr/>
        </p:nvSpPr>
        <p:spPr>
          <a:xfrm>
            <a:off x="8074080" y="3312360"/>
            <a:ext cx="187560" cy="16200"/>
          </a:xfrm>
          <a:custGeom>
            <a:avLst/>
            <a:gdLst/>
            <a:ahLst/>
            <a:rect l="0" t="0" r="r" b="b"/>
            <a:pathLst>
              <a:path w="521" h="45">
                <a:moveTo>
                  <a:pt x="0" y="45"/>
                </a:moveTo>
                <a:lnTo>
                  <a:pt x="521" y="0"/>
                </a:lnTo>
                <a:lnTo>
                  <a:pt x="521" y="1"/>
                </a:lnTo>
                <a:lnTo>
                  <a:pt x="8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5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3" name=""/>
          <p:cNvSpPr/>
          <p:nvPr/>
        </p:nvSpPr>
        <p:spPr>
          <a:xfrm>
            <a:off x="8076960" y="3312720"/>
            <a:ext cx="184680" cy="15840"/>
          </a:xfrm>
          <a:custGeom>
            <a:avLst/>
            <a:gdLst/>
            <a:ahLst/>
            <a:rect l="0" t="0" r="r" b="b"/>
            <a:pathLst>
              <a:path w="513" h="44">
                <a:moveTo>
                  <a:pt x="0" y="44"/>
                </a:moveTo>
                <a:lnTo>
                  <a:pt x="513" y="0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4" name=""/>
          <p:cNvSpPr/>
          <p:nvPr/>
        </p:nvSpPr>
        <p:spPr>
          <a:xfrm>
            <a:off x="8079840" y="3312720"/>
            <a:ext cx="181800" cy="15840"/>
          </a:xfrm>
          <a:custGeom>
            <a:avLst/>
            <a:gdLst/>
            <a:ahLst/>
            <a:rect l="0" t="0" r="r" b="b"/>
            <a:pathLst>
              <a:path w="505" h="44">
                <a:moveTo>
                  <a:pt x="0" y="44"/>
                </a:moveTo>
                <a:lnTo>
                  <a:pt x="505" y="0"/>
                </a:lnTo>
                <a:lnTo>
                  <a:pt x="505" y="1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5" name=""/>
          <p:cNvSpPr/>
          <p:nvPr/>
        </p:nvSpPr>
        <p:spPr>
          <a:xfrm>
            <a:off x="8082720" y="3313080"/>
            <a:ext cx="178920" cy="15480"/>
          </a:xfrm>
          <a:custGeom>
            <a:avLst/>
            <a:gdLst/>
            <a:ahLst/>
            <a:rect l="0" t="0" r="r" b="b"/>
            <a:pathLst>
              <a:path w="497" h="43">
                <a:moveTo>
                  <a:pt x="0" y="43"/>
                </a:moveTo>
                <a:lnTo>
                  <a:pt x="497" y="0"/>
                </a:lnTo>
                <a:lnTo>
                  <a:pt x="497" y="1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6" name=""/>
          <p:cNvSpPr/>
          <p:nvPr/>
        </p:nvSpPr>
        <p:spPr>
          <a:xfrm>
            <a:off x="8085600" y="3313440"/>
            <a:ext cx="176040" cy="15120"/>
          </a:xfrm>
          <a:custGeom>
            <a:avLst/>
            <a:gdLst/>
            <a:ahLst/>
            <a:rect l="0" t="0" r="r" b="b"/>
            <a:pathLst>
              <a:path w="489" h="42">
                <a:moveTo>
                  <a:pt x="0" y="42"/>
                </a:moveTo>
                <a:lnTo>
                  <a:pt x="489" y="0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7" name=""/>
          <p:cNvSpPr/>
          <p:nvPr/>
        </p:nvSpPr>
        <p:spPr>
          <a:xfrm>
            <a:off x="8088480" y="3313440"/>
            <a:ext cx="173160" cy="15120"/>
          </a:xfrm>
          <a:custGeom>
            <a:avLst/>
            <a:gdLst/>
            <a:ahLst/>
            <a:rect l="0" t="0" r="r" b="b"/>
            <a:pathLst>
              <a:path w="481" h="42">
                <a:moveTo>
                  <a:pt x="0" y="42"/>
                </a:moveTo>
                <a:lnTo>
                  <a:pt x="481" y="0"/>
                </a:lnTo>
                <a:lnTo>
                  <a:pt x="481" y="1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8" name=""/>
          <p:cNvSpPr/>
          <p:nvPr/>
        </p:nvSpPr>
        <p:spPr>
          <a:xfrm>
            <a:off x="8091360" y="3313800"/>
            <a:ext cx="170280" cy="14760"/>
          </a:xfrm>
          <a:custGeom>
            <a:avLst/>
            <a:gdLst/>
            <a:ahLst/>
            <a:rect l="0" t="0" r="r" b="b"/>
            <a:pathLst>
              <a:path w="473" h="41">
                <a:moveTo>
                  <a:pt x="0" y="41"/>
                </a:moveTo>
                <a:lnTo>
                  <a:pt x="473" y="0"/>
                </a:lnTo>
                <a:lnTo>
                  <a:pt x="473" y="1"/>
                </a:lnTo>
                <a:lnTo>
                  <a:pt x="9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3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79" name=""/>
          <p:cNvSpPr/>
          <p:nvPr/>
        </p:nvSpPr>
        <p:spPr>
          <a:xfrm>
            <a:off x="8094600" y="3314160"/>
            <a:ext cx="167040" cy="14400"/>
          </a:xfrm>
          <a:custGeom>
            <a:avLst/>
            <a:gdLst/>
            <a:ahLst/>
            <a:rect l="0" t="0" r="r" b="b"/>
            <a:pathLst>
              <a:path w="464" h="40">
                <a:moveTo>
                  <a:pt x="0" y="40"/>
                </a:moveTo>
                <a:lnTo>
                  <a:pt x="464" y="0"/>
                </a:lnTo>
                <a:lnTo>
                  <a:pt x="8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0" name=""/>
          <p:cNvSpPr/>
          <p:nvPr/>
        </p:nvSpPr>
        <p:spPr>
          <a:xfrm>
            <a:off x="8097480" y="3314160"/>
            <a:ext cx="164160" cy="14400"/>
          </a:xfrm>
          <a:custGeom>
            <a:avLst/>
            <a:gdLst/>
            <a:ahLst/>
            <a:rect l="0" t="0" r="r" b="b"/>
            <a:pathLst>
              <a:path w="456" h="40">
                <a:moveTo>
                  <a:pt x="0" y="40"/>
                </a:moveTo>
                <a:lnTo>
                  <a:pt x="456" y="0"/>
                </a:lnTo>
                <a:lnTo>
                  <a:pt x="456" y="1"/>
                </a:lnTo>
                <a:lnTo>
                  <a:pt x="8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1" name=""/>
          <p:cNvSpPr/>
          <p:nvPr/>
        </p:nvSpPr>
        <p:spPr>
          <a:xfrm>
            <a:off x="8100360" y="3314520"/>
            <a:ext cx="161280" cy="14040"/>
          </a:xfrm>
          <a:custGeom>
            <a:avLst/>
            <a:gdLst/>
            <a:ahLst/>
            <a:rect l="0" t="0" r="r" b="b"/>
            <a:pathLst>
              <a:path w="448" h="39">
                <a:moveTo>
                  <a:pt x="0" y="39"/>
                </a:moveTo>
                <a:lnTo>
                  <a:pt x="448" y="0"/>
                </a:lnTo>
                <a:lnTo>
                  <a:pt x="448" y="1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2" name=""/>
          <p:cNvSpPr/>
          <p:nvPr/>
        </p:nvSpPr>
        <p:spPr>
          <a:xfrm>
            <a:off x="8103240" y="3314880"/>
            <a:ext cx="158400" cy="13680"/>
          </a:xfrm>
          <a:custGeom>
            <a:avLst/>
            <a:gdLst/>
            <a:ahLst/>
            <a:rect l="0" t="0" r="r" b="b"/>
            <a:pathLst>
              <a:path w="440" h="38">
                <a:moveTo>
                  <a:pt x="0" y="38"/>
                </a:moveTo>
                <a:lnTo>
                  <a:pt x="440" y="0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2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3" name=""/>
          <p:cNvSpPr/>
          <p:nvPr/>
        </p:nvSpPr>
        <p:spPr>
          <a:xfrm>
            <a:off x="8106120" y="3314880"/>
            <a:ext cx="155520" cy="13680"/>
          </a:xfrm>
          <a:custGeom>
            <a:avLst/>
            <a:gdLst/>
            <a:ahLst/>
            <a:rect l="0" t="0" r="r" b="b"/>
            <a:pathLst>
              <a:path w="432" h="38">
                <a:moveTo>
                  <a:pt x="0" y="38"/>
                </a:moveTo>
                <a:lnTo>
                  <a:pt x="432" y="0"/>
                </a:lnTo>
                <a:lnTo>
                  <a:pt x="432" y="1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4" name=""/>
          <p:cNvSpPr/>
          <p:nvPr/>
        </p:nvSpPr>
        <p:spPr>
          <a:xfrm>
            <a:off x="8109000" y="3315240"/>
            <a:ext cx="152640" cy="13320"/>
          </a:xfrm>
          <a:custGeom>
            <a:avLst/>
            <a:gdLst/>
            <a:ahLst/>
            <a:rect l="0" t="0" r="r" b="b"/>
            <a:pathLst>
              <a:path w="424" h="37">
                <a:moveTo>
                  <a:pt x="0" y="37"/>
                </a:moveTo>
                <a:lnTo>
                  <a:pt x="424" y="0"/>
                </a:lnTo>
                <a:lnTo>
                  <a:pt x="424" y="1"/>
                </a:lnTo>
                <a:lnTo>
                  <a:pt x="8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1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5" name=""/>
          <p:cNvSpPr/>
          <p:nvPr/>
        </p:nvSpPr>
        <p:spPr>
          <a:xfrm>
            <a:off x="8111880" y="3315600"/>
            <a:ext cx="149760" cy="12960"/>
          </a:xfrm>
          <a:custGeom>
            <a:avLst/>
            <a:gdLst/>
            <a:ahLst/>
            <a:rect l="0" t="0" r="r" b="b"/>
            <a:pathLst>
              <a:path w="416" h="36">
                <a:moveTo>
                  <a:pt x="0" y="36"/>
                </a:moveTo>
                <a:lnTo>
                  <a:pt x="416" y="0"/>
                </a:lnTo>
                <a:lnTo>
                  <a:pt x="416" y="1"/>
                </a:lnTo>
                <a:lnTo>
                  <a:pt x="9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6" name=""/>
          <p:cNvSpPr/>
          <p:nvPr/>
        </p:nvSpPr>
        <p:spPr>
          <a:xfrm>
            <a:off x="8115120" y="3315960"/>
            <a:ext cx="146520" cy="12600"/>
          </a:xfrm>
          <a:custGeom>
            <a:avLst/>
            <a:gdLst/>
            <a:ahLst/>
            <a:rect l="0" t="0" r="r" b="b"/>
            <a:pathLst>
              <a:path w="407" h="35">
                <a:moveTo>
                  <a:pt x="0" y="35"/>
                </a:moveTo>
                <a:lnTo>
                  <a:pt x="407" y="0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1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7" name=""/>
          <p:cNvSpPr/>
          <p:nvPr/>
        </p:nvSpPr>
        <p:spPr>
          <a:xfrm>
            <a:off x="8118000" y="3315960"/>
            <a:ext cx="143640" cy="12600"/>
          </a:xfrm>
          <a:custGeom>
            <a:avLst/>
            <a:gdLst/>
            <a:ahLst/>
            <a:rect l="0" t="0" r="r" b="b"/>
            <a:pathLst>
              <a:path w="399" h="35">
                <a:moveTo>
                  <a:pt x="0" y="35"/>
                </a:moveTo>
                <a:lnTo>
                  <a:pt x="399" y="0"/>
                </a:lnTo>
                <a:lnTo>
                  <a:pt x="399" y="1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8" name=""/>
          <p:cNvSpPr/>
          <p:nvPr/>
        </p:nvSpPr>
        <p:spPr>
          <a:xfrm>
            <a:off x="8120880" y="3316320"/>
            <a:ext cx="140760" cy="12240"/>
          </a:xfrm>
          <a:custGeom>
            <a:avLst/>
            <a:gdLst/>
            <a:ahLst/>
            <a:rect l="0" t="0" r="r" b="b"/>
            <a:pathLst>
              <a:path w="391" h="34">
                <a:moveTo>
                  <a:pt x="0" y="34"/>
                </a:moveTo>
                <a:lnTo>
                  <a:pt x="391" y="0"/>
                </a:lnTo>
                <a:lnTo>
                  <a:pt x="391" y="1"/>
                </a:lnTo>
                <a:lnTo>
                  <a:pt x="8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89" name=""/>
          <p:cNvSpPr/>
          <p:nvPr/>
        </p:nvSpPr>
        <p:spPr>
          <a:xfrm>
            <a:off x="8123760" y="3316680"/>
            <a:ext cx="137880" cy="11880"/>
          </a:xfrm>
          <a:custGeom>
            <a:avLst/>
            <a:gdLst/>
            <a:ahLst/>
            <a:rect l="0" t="0" r="r" b="b"/>
            <a:pathLst>
              <a:path w="383" h="33">
                <a:moveTo>
                  <a:pt x="0" y="33"/>
                </a:moveTo>
                <a:lnTo>
                  <a:pt x="383" y="0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0" name=""/>
          <p:cNvSpPr/>
          <p:nvPr/>
        </p:nvSpPr>
        <p:spPr>
          <a:xfrm>
            <a:off x="8126640" y="3316680"/>
            <a:ext cx="135000" cy="11880"/>
          </a:xfrm>
          <a:custGeom>
            <a:avLst/>
            <a:gdLst/>
            <a:ahLst/>
            <a:rect l="0" t="0" r="r" b="b"/>
            <a:pathLst>
              <a:path w="375" h="33">
                <a:moveTo>
                  <a:pt x="0" y="33"/>
                </a:moveTo>
                <a:lnTo>
                  <a:pt x="375" y="0"/>
                </a:lnTo>
                <a:lnTo>
                  <a:pt x="375" y="1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a0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1" name=""/>
          <p:cNvSpPr/>
          <p:nvPr/>
        </p:nvSpPr>
        <p:spPr>
          <a:xfrm>
            <a:off x="8129520" y="3317040"/>
            <a:ext cx="132120" cy="11520"/>
          </a:xfrm>
          <a:custGeom>
            <a:avLst/>
            <a:gdLst/>
            <a:ahLst/>
            <a:rect l="0" t="0" r="r" b="b"/>
            <a:pathLst>
              <a:path w="367" h="32">
                <a:moveTo>
                  <a:pt x="0" y="32"/>
                </a:moveTo>
                <a:lnTo>
                  <a:pt x="367" y="0"/>
                </a:lnTo>
                <a:lnTo>
                  <a:pt x="367" y="1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2" name=""/>
          <p:cNvSpPr/>
          <p:nvPr/>
        </p:nvSpPr>
        <p:spPr>
          <a:xfrm>
            <a:off x="8132400" y="3317400"/>
            <a:ext cx="129240" cy="11160"/>
          </a:xfrm>
          <a:custGeom>
            <a:avLst/>
            <a:gdLst/>
            <a:ahLst/>
            <a:rect l="0" t="0" r="r" b="b"/>
            <a:pathLst>
              <a:path w="359" h="31">
                <a:moveTo>
                  <a:pt x="0" y="31"/>
                </a:moveTo>
                <a:lnTo>
                  <a:pt x="359" y="0"/>
                </a:lnTo>
                <a:lnTo>
                  <a:pt x="9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3" name=""/>
          <p:cNvSpPr/>
          <p:nvPr/>
        </p:nvSpPr>
        <p:spPr>
          <a:xfrm>
            <a:off x="8135640" y="3317400"/>
            <a:ext cx="126000" cy="11160"/>
          </a:xfrm>
          <a:custGeom>
            <a:avLst/>
            <a:gdLst/>
            <a:ahLst/>
            <a:rect l="0" t="0" r="r" b="b"/>
            <a:pathLst>
              <a:path w="350" h="31">
                <a:moveTo>
                  <a:pt x="0" y="31"/>
                </a:moveTo>
                <a:lnTo>
                  <a:pt x="350" y="0"/>
                </a:lnTo>
                <a:lnTo>
                  <a:pt x="350" y="1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4" name=""/>
          <p:cNvSpPr/>
          <p:nvPr/>
        </p:nvSpPr>
        <p:spPr>
          <a:xfrm>
            <a:off x="8138520" y="3317760"/>
            <a:ext cx="123120" cy="10800"/>
          </a:xfrm>
          <a:custGeom>
            <a:avLst/>
            <a:gdLst/>
            <a:ahLst/>
            <a:rect l="0" t="0" r="r" b="b"/>
            <a:pathLst>
              <a:path w="342" h="30">
                <a:moveTo>
                  <a:pt x="0" y="30"/>
                </a:moveTo>
                <a:lnTo>
                  <a:pt x="342" y="0"/>
                </a:lnTo>
                <a:lnTo>
                  <a:pt x="342" y="1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5" name=""/>
          <p:cNvSpPr/>
          <p:nvPr/>
        </p:nvSpPr>
        <p:spPr>
          <a:xfrm>
            <a:off x="8141400" y="3318120"/>
            <a:ext cx="120240" cy="10440"/>
          </a:xfrm>
          <a:custGeom>
            <a:avLst/>
            <a:gdLst/>
            <a:ahLst/>
            <a:rect l="0" t="0" r="r" b="b"/>
            <a:pathLst>
              <a:path w="334" h="29">
                <a:moveTo>
                  <a:pt x="0" y="29"/>
                </a:moveTo>
                <a:lnTo>
                  <a:pt x="334" y="0"/>
                </a:lnTo>
                <a:lnTo>
                  <a:pt x="8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6" name=""/>
          <p:cNvSpPr/>
          <p:nvPr/>
        </p:nvSpPr>
        <p:spPr>
          <a:xfrm>
            <a:off x="8144280" y="3318120"/>
            <a:ext cx="117360" cy="10440"/>
          </a:xfrm>
          <a:custGeom>
            <a:avLst/>
            <a:gdLst/>
            <a:ahLst/>
            <a:rect l="0" t="0" r="r" b="b"/>
            <a:pathLst>
              <a:path w="326" h="29">
                <a:moveTo>
                  <a:pt x="0" y="29"/>
                </a:moveTo>
                <a:lnTo>
                  <a:pt x="326" y="0"/>
                </a:lnTo>
                <a:lnTo>
                  <a:pt x="326" y="1"/>
                </a:lnTo>
                <a:lnTo>
                  <a:pt x="8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7" name=""/>
          <p:cNvSpPr/>
          <p:nvPr/>
        </p:nvSpPr>
        <p:spPr>
          <a:xfrm>
            <a:off x="8147160" y="3318480"/>
            <a:ext cx="114480" cy="10080"/>
          </a:xfrm>
          <a:custGeom>
            <a:avLst/>
            <a:gdLst/>
            <a:ahLst/>
            <a:rect l="0" t="0" r="r" b="b"/>
            <a:pathLst>
              <a:path w="318" h="28">
                <a:moveTo>
                  <a:pt x="0" y="28"/>
                </a:moveTo>
                <a:lnTo>
                  <a:pt x="318" y="0"/>
                </a:lnTo>
                <a:lnTo>
                  <a:pt x="318" y="1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8" name=""/>
          <p:cNvSpPr/>
          <p:nvPr/>
        </p:nvSpPr>
        <p:spPr>
          <a:xfrm>
            <a:off x="8150040" y="3318840"/>
            <a:ext cx="111600" cy="9720"/>
          </a:xfrm>
          <a:custGeom>
            <a:avLst/>
            <a:gdLst/>
            <a:ahLst/>
            <a:rect l="0" t="0" r="r" b="b"/>
            <a:pathLst>
              <a:path w="310" h="27">
                <a:moveTo>
                  <a:pt x="0" y="27"/>
                </a:moveTo>
                <a:lnTo>
                  <a:pt x="310" y="0"/>
                </a:lnTo>
                <a:lnTo>
                  <a:pt x="310" y="1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399" name=""/>
          <p:cNvSpPr/>
          <p:nvPr/>
        </p:nvSpPr>
        <p:spPr>
          <a:xfrm>
            <a:off x="8152920" y="3319200"/>
            <a:ext cx="108720" cy="9360"/>
          </a:xfrm>
          <a:custGeom>
            <a:avLst/>
            <a:gdLst/>
            <a:ahLst/>
            <a:rect l="0" t="0" r="r" b="b"/>
            <a:pathLst>
              <a:path w="302" h="26">
                <a:moveTo>
                  <a:pt x="0" y="26"/>
                </a:moveTo>
                <a:lnTo>
                  <a:pt x="302" y="0"/>
                </a:lnTo>
                <a:lnTo>
                  <a:pt x="8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0" name=""/>
          <p:cNvSpPr/>
          <p:nvPr/>
        </p:nvSpPr>
        <p:spPr>
          <a:xfrm>
            <a:off x="8155800" y="3319200"/>
            <a:ext cx="105840" cy="9360"/>
          </a:xfrm>
          <a:custGeom>
            <a:avLst/>
            <a:gdLst/>
            <a:ahLst/>
            <a:rect l="0" t="0" r="r" b="b"/>
            <a:pathLst>
              <a:path w="294" h="26">
                <a:moveTo>
                  <a:pt x="0" y="26"/>
                </a:moveTo>
                <a:lnTo>
                  <a:pt x="294" y="0"/>
                </a:lnTo>
                <a:lnTo>
                  <a:pt x="294" y="1"/>
                </a:lnTo>
                <a:lnTo>
                  <a:pt x="9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1" name=""/>
          <p:cNvSpPr/>
          <p:nvPr/>
        </p:nvSpPr>
        <p:spPr>
          <a:xfrm>
            <a:off x="8159040" y="3319560"/>
            <a:ext cx="102600" cy="9000"/>
          </a:xfrm>
          <a:custGeom>
            <a:avLst/>
            <a:gdLst/>
            <a:ahLst/>
            <a:rect l="0" t="0" r="r" b="b"/>
            <a:pathLst>
              <a:path w="285" h="25">
                <a:moveTo>
                  <a:pt x="0" y="25"/>
                </a:moveTo>
                <a:lnTo>
                  <a:pt x="285" y="0"/>
                </a:lnTo>
                <a:lnTo>
                  <a:pt x="285" y="1"/>
                </a:lnTo>
                <a:lnTo>
                  <a:pt x="8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2" name=""/>
          <p:cNvSpPr/>
          <p:nvPr/>
        </p:nvSpPr>
        <p:spPr>
          <a:xfrm>
            <a:off x="8161920" y="3319920"/>
            <a:ext cx="99720" cy="8640"/>
          </a:xfrm>
          <a:custGeom>
            <a:avLst/>
            <a:gdLst/>
            <a:ahLst/>
            <a:rect l="0" t="0" r="r" b="b"/>
            <a:pathLst>
              <a:path w="277" h="24">
                <a:moveTo>
                  <a:pt x="0" y="24"/>
                </a:moveTo>
                <a:lnTo>
                  <a:pt x="277" y="0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3" name=""/>
          <p:cNvSpPr/>
          <p:nvPr/>
        </p:nvSpPr>
        <p:spPr>
          <a:xfrm>
            <a:off x="8164800" y="3319920"/>
            <a:ext cx="96840" cy="8640"/>
          </a:xfrm>
          <a:custGeom>
            <a:avLst/>
            <a:gdLst/>
            <a:ahLst/>
            <a:rect l="0" t="0" r="r" b="b"/>
            <a:pathLst>
              <a:path w="269" h="24">
                <a:moveTo>
                  <a:pt x="0" y="24"/>
                </a:moveTo>
                <a:lnTo>
                  <a:pt x="269" y="0"/>
                </a:lnTo>
                <a:lnTo>
                  <a:pt x="269" y="1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4" name=""/>
          <p:cNvSpPr/>
          <p:nvPr/>
        </p:nvSpPr>
        <p:spPr>
          <a:xfrm>
            <a:off x="8167680" y="3320280"/>
            <a:ext cx="93960" cy="8280"/>
          </a:xfrm>
          <a:custGeom>
            <a:avLst/>
            <a:gdLst/>
            <a:ahLst/>
            <a:rect l="0" t="0" r="r" b="b"/>
            <a:pathLst>
              <a:path w="261" h="23">
                <a:moveTo>
                  <a:pt x="0" y="23"/>
                </a:moveTo>
                <a:lnTo>
                  <a:pt x="261" y="0"/>
                </a:lnTo>
                <a:lnTo>
                  <a:pt x="261" y="1"/>
                </a:lnTo>
                <a:lnTo>
                  <a:pt x="8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5" name=""/>
          <p:cNvSpPr/>
          <p:nvPr/>
        </p:nvSpPr>
        <p:spPr>
          <a:xfrm>
            <a:off x="8170560" y="3320640"/>
            <a:ext cx="91080" cy="7920"/>
          </a:xfrm>
          <a:custGeom>
            <a:avLst/>
            <a:gdLst/>
            <a:ahLst/>
            <a:rect l="0" t="0" r="r" b="b"/>
            <a:pathLst>
              <a:path w="253" h="22">
                <a:moveTo>
                  <a:pt x="0" y="22"/>
                </a:moveTo>
                <a:lnTo>
                  <a:pt x="253" y="0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6" name=""/>
          <p:cNvSpPr/>
          <p:nvPr/>
        </p:nvSpPr>
        <p:spPr>
          <a:xfrm>
            <a:off x="8173440" y="3320640"/>
            <a:ext cx="88200" cy="7920"/>
          </a:xfrm>
          <a:custGeom>
            <a:avLst/>
            <a:gdLst/>
            <a:ahLst/>
            <a:rect l="0" t="0" r="r" b="b"/>
            <a:pathLst>
              <a:path w="245" h="22">
                <a:moveTo>
                  <a:pt x="0" y="22"/>
                </a:moveTo>
                <a:lnTo>
                  <a:pt x="245" y="0"/>
                </a:lnTo>
                <a:lnTo>
                  <a:pt x="245" y="1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c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7" name=""/>
          <p:cNvSpPr/>
          <p:nvPr/>
        </p:nvSpPr>
        <p:spPr>
          <a:xfrm>
            <a:off x="8176320" y="3321000"/>
            <a:ext cx="85320" cy="7560"/>
          </a:xfrm>
          <a:custGeom>
            <a:avLst/>
            <a:gdLst/>
            <a:ahLst/>
            <a:rect l="0" t="0" r="r" b="b"/>
            <a:pathLst>
              <a:path w="237" h="21">
                <a:moveTo>
                  <a:pt x="0" y="21"/>
                </a:moveTo>
                <a:lnTo>
                  <a:pt x="237" y="0"/>
                </a:lnTo>
                <a:lnTo>
                  <a:pt x="237" y="1"/>
                </a:lnTo>
                <a:lnTo>
                  <a:pt x="9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8" name=""/>
          <p:cNvSpPr/>
          <p:nvPr/>
        </p:nvSpPr>
        <p:spPr>
          <a:xfrm>
            <a:off x="8179560" y="3321360"/>
            <a:ext cx="82080" cy="7200"/>
          </a:xfrm>
          <a:custGeom>
            <a:avLst/>
            <a:gdLst/>
            <a:ahLst/>
            <a:rect l="0" t="0" r="r" b="b"/>
            <a:pathLst>
              <a:path w="228" h="20">
                <a:moveTo>
                  <a:pt x="0" y="20"/>
                </a:moveTo>
                <a:lnTo>
                  <a:pt x="228" y="0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09" name=""/>
          <p:cNvSpPr/>
          <p:nvPr/>
        </p:nvSpPr>
        <p:spPr>
          <a:xfrm>
            <a:off x="8182440" y="3321360"/>
            <a:ext cx="79200" cy="7200"/>
          </a:xfrm>
          <a:custGeom>
            <a:avLst/>
            <a:gdLst/>
            <a:ahLst/>
            <a:rect l="0" t="0" r="r" b="b"/>
            <a:pathLst>
              <a:path w="220" h="20">
                <a:moveTo>
                  <a:pt x="0" y="20"/>
                </a:moveTo>
                <a:lnTo>
                  <a:pt x="220" y="0"/>
                </a:lnTo>
                <a:lnTo>
                  <a:pt x="220" y="1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10" name=""/>
          <p:cNvSpPr/>
          <p:nvPr/>
        </p:nvSpPr>
        <p:spPr>
          <a:xfrm>
            <a:off x="8185320" y="3321720"/>
            <a:ext cx="76320" cy="6840"/>
          </a:xfrm>
          <a:custGeom>
            <a:avLst/>
            <a:gdLst/>
            <a:ahLst/>
            <a:rect l="0" t="0" r="r" b="b"/>
            <a:pathLst>
              <a:path w="212" h="19">
                <a:moveTo>
                  <a:pt x="0" y="19"/>
                </a:moveTo>
                <a:lnTo>
                  <a:pt x="212" y="0"/>
                </a:lnTo>
                <a:lnTo>
                  <a:pt x="212" y="1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11" name=""/>
          <p:cNvSpPr/>
          <p:nvPr/>
        </p:nvSpPr>
        <p:spPr>
          <a:xfrm>
            <a:off x="8188200" y="3322080"/>
            <a:ext cx="73440" cy="6480"/>
          </a:xfrm>
          <a:custGeom>
            <a:avLst/>
            <a:gdLst/>
            <a:ahLst/>
            <a:rect l="0" t="0" r="r" b="b"/>
            <a:pathLst>
              <a:path w="204" h="18">
                <a:moveTo>
                  <a:pt x="0" y="18"/>
                </a:moveTo>
                <a:lnTo>
                  <a:pt x="204" y="0"/>
                </a:lnTo>
                <a:lnTo>
                  <a:pt x="204" y="1"/>
                </a:lnTo>
                <a:lnTo>
                  <a:pt x="8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12" name=""/>
          <p:cNvSpPr/>
          <p:nvPr/>
        </p:nvSpPr>
        <p:spPr>
          <a:xfrm>
            <a:off x="8191080" y="3322440"/>
            <a:ext cx="70560" cy="6120"/>
          </a:xfrm>
          <a:custGeom>
            <a:avLst/>
            <a:gdLst/>
            <a:ahLst/>
            <a:rect l="0" t="0" r="r" b="b"/>
            <a:pathLst>
              <a:path w="196" h="17">
                <a:moveTo>
                  <a:pt x="0" y="17"/>
                </a:moveTo>
                <a:lnTo>
                  <a:pt x="196" y="0"/>
                </a:lnTo>
                <a:lnTo>
                  <a:pt x="196" y="1"/>
                </a:lnTo>
                <a:lnTo>
                  <a:pt x="1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13" name=""/>
          <p:cNvSpPr/>
          <p:nvPr/>
        </p:nvSpPr>
        <p:spPr>
          <a:xfrm>
            <a:off x="8196840" y="3322800"/>
            <a:ext cx="64800" cy="5760"/>
          </a:xfrm>
          <a:custGeom>
            <a:avLst/>
            <a:gdLst/>
            <a:ahLst/>
            <a:rect l="0" t="0" r="r" b="b"/>
            <a:pathLst>
              <a:path w="180" h="16">
                <a:moveTo>
                  <a:pt x="0" y="16"/>
                </a:moveTo>
                <a:lnTo>
                  <a:pt x="180" y="0"/>
                </a:lnTo>
                <a:lnTo>
                  <a:pt x="180" y="1"/>
                </a:lnTo>
                <a:lnTo>
                  <a:pt x="9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14" name=""/>
          <p:cNvSpPr/>
          <p:nvPr/>
        </p:nvSpPr>
        <p:spPr>
          <a:xfrm>
            <a:off x="8200080" y="3323160"/>
            <a:ext cx="61560" cy="5400"/>
          </a:xfrm>
          <a:custGeom>
            <a:avLst/>
            <a:gdLst/>
            <a:ahLst/>
            <a:rect l="0" t="0" r="r" b="b"/>
            <a:pathLst>
              <a:path w="171" h="15">
                <a:moveTo>
                  <a:pt x="0" y="15"/>
                </a:moveTo>
                <a:lnTo>
                  <a:pt x="171" y="0"/>
                </a:lnTo>
                <a:lnTo>
                  <a:pt x="8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15" name=""/>
          <p:cNvSpPr/>
          <p:nvPr/>
        </p:nvSpPr>
        <p:spPr>
          <a:xfrm>
            <a:off x="8202960" y="3323160"/>
            <a:ext cx="58680" cy="5400"/>
          </a:xfrm>
          <a:custGeom>
            <a:avLst/>
            <a:gdLst/>
            <a:ahLst/>
            <a:rect l="0" t="0" r="r" b="b"/>
            <a:pathLst>
              <a:path w="163" h="15">
                <a:moveTo>
                  <a:pt x="0" y="15"/>
                </a:moveTo>
                <a:lnTo>
                  <a:pt x="163" y="0"/>
                </a:lnTo>
                <a:lnTo>
                  <a:pt x="163" y="1"/>
                </a:lnTo>
                <a:lnTo>
                  <a:pt x="8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16" name=""/>
          <p:cNvSpPr/>
          <p:nvPr/>
        </p:nvSpPr>
        <p:spPr>
          <a:xfrm>
            <a:off x="8205840" y="3323520"/>
            <a:ext cx="55800" cy="5040"/>
          </a:xfrm>
          <a:custGeom>
            <a:avLst/>
            <a:gdLst/>
            <a:ahLst/>
            <a:rect l="0" t="0" r="r" b="b"/>
            <a:pathLst>
              <a:path w="155" h="14">
                <a:moveTo>
                  <a:pt x="0" y="14"/>
                </a:moveTo>
                <a:lnTo>
                  <a:pt x="155" y="0"/>
                </a:lnTo>
                <a:lnTo>
                  <a:pt x="155" y="1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17" name=""/>
          <p:cNvSpPr/>
          <p:nvPr/>
        </p:nvSpPr>
        <p:spPr>
          <a:xfrm>
            <a:off x="8208720" y="3323880"/>
            <a:ext cx="52920" cy="4680"/>
          </a:xfrm>
          <a:custGeom>
            <a:avLst/>
            <a:gdLst/>
            <a:ahLst/>
            <a:rect l="0" t="0" r="r" b="b"/>
            <a:pathLst>
              <a:path w="147" h="13">
                <a:moveTo>
                  <a:pt x="0" y="13"/>
                </a:moveTo>
                <a:lnTo>
                  <a:pt x="147" y="0"/>
                </a:lnTo>
                <a:lnTo>
                  <a:pt x="8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18" name=""/>
          <p:cNvSpPr/>
          <p:nvPr/>
        </p:nvSpPr>
        <p:spPr>
          <a:xfrm>
            <a:off x="8211600" y="3323880"/>
            <a:ext cx="50040" cy="4680"/>
          </a:xfrm>
          <a:custGeom>
            <a:avLst/>
            <a:gdLst/>
            <a:ahLst/>
            <a:rect l="0" t="0" r="r" b="b"/>
            <a:pathLst>
              <a:path w="139" h="13">
                <a:moveTo>
                  <a:pt x="0" y="13"/>
                </a:moveTo>
                <a:lnTo>
                  <a:pt x="139" y="0"/>
                </a:lnTo>
                <a:lnTo>
                  <a:pt x="139" y="1"/>
                </a:lnTo>
                <a:lnTo>
                  <a:pt x="8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19" name=""/>
          <p:cNvSpPr/>
          <p:nvPr/>
        </p:nvSpPr>
        <p:spPr>
          <a:xfrm>
            <a:off x="8214480" y="332424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2"/>
                </a:moveTo>
                <a:lnTo>
                  <a:pt x="131" y="0"/>
                </a:lnTo>
                <a:lnTo>
                  <a:pt x="131" y="2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0" name=""/>
          <p:cNvSpPr/>
          <p:nvPr/>
        </p:nvSpPr>
        <p:spPr>
          <a:xfrm>
            <a:off x="8217360" y="3324600"/>
            <a:ext cx="44280" cy="3960"/>
          </a:xfrm>
          <a:custGeom>
            <a:avLst/>
            <a:gdLst/>
            <a:ahLst/>
            <a:rect l="0" t="0" r="r" b="b"/>
            <a:pathLst>
              <a:path w="123" h="11">
                <a:moveTo>
                  <a:pt x="0" y="11"/>
                </a:moveTo>
                <a:lnTo>
                  <a:pt x="123" y="0"/>
                </a:lnTo>
                <a:lnTo>
                  <a:pt x="8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1" name=""/>
          <p:cNvSpPr/>
          <p:nvPr/>
        </p:nvSpPr>
        <p:spPr>
          <a:xfrm>
            <a:off x="8220240" y="3324600"/>
            <a:ext cx="41400" cy="3960"/>
          </a:xfrm>
          <a:custGeom>
            <a:avLst/>
            <a:gdLst/>
            <a:ahLst/>
            <a:rect l="0" t="0" r="r" b="b"/>
            <a:pathLst>
              <a:path w="115" h="11">
                <a:moveTo>
                  <a:pt x="0" y="11"/>
                </a:moveTo>
                <a:lnTo>
                  <a:pt x="115" y="0"/>
                </a:lnTo>
                <a:lnTo>
                  <a:pt x="115" y="1"/>
                </a:lnTo>
                <a:lnTo>
                  <a:pt x="9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2" name=""/>
          <p:cNvSpPr/>
          <p:nvPr/>
        </p:nvSpPr>
        <p:spPr>
          <a:xfrm>
            <a:off x="8223480" y="332496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10"/>
                </a:moveTo>
                <a:lnTo>
                  <a:pt x="106" y="0"/>
                </a:lnTo>
                <a:lnTo>
                  <a:pt x="106" y="1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3" name=""/>
          <p:cNvSpPr/>
          <p:nvPr/>
        </p:nvSpPr>
        <p:spPr>
          <a:xfrm>
            <a:off x="8226360" y="3325320"/>
            <a:ext cx="35280" cy="3240"/>
          </a:xfrm>
          <a:custGeom>
            <a:avLst/>
            <a:gdLst/>
            <a:ahLst/>
            <a:rect l="0" t="0" r="r" b="b"/>
            <a:pathLst>
              <a:path w="98" h="9">
                <a:moveTo>
                  <a:pt x="0" y="9"/>
                </a:moveTo>
                <a:lnTo>
                  <a:pt x="98" y="0"/>
                </a:lnTo>
                <a:lnTo>
                  <a:pt x="8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4" name=""/>
          <p:cNvSpPr/>
          <p:nvPr/>
        </p:nvSpPr>
        <p:spPr>
          <a:xfrm>
            <a:off x="8229240" y="3325320"/>
            <a:ext cx="32400" cy="3240"/>
          </a:xfrm>
          <a:custGeom>
            <a:avLst/>
            <a:gdLst/>
            <a:ahLst/>
            <a:rect l="0" t="0" r="r" b="b"/>
            <a:pathLst>
              <a:path w="90" h="9">
                <a:moveTo>
                  <a:pt x="0" y="9"/>
                </a:moveTo>
                <a:lnTo>
                  <a:pt x="90" y="0"/>
                </a:lnTo>
                <a:lnTo>
                  <a:pt x="90" y="1"/>
                </a:lnTo>
                <a:lnTo>
                  <a:pt x="8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5" name=""/>
          <p:cNvSpPr/>
          <p:nvPr/>
        </p:nvSpPr>
        <p:spPr>
          <a:xfrm>
            <a:off x="8232120" y="3325680"/>
            <a:ext cx="29520" cy="2880"/>
          </a:xfrm>
          <a:custGeom>
            <a:avLst/>
            <a:gdLst/>
            <a:ahLst/>
            <a:rect l="0" t="0" r="r" b="b"/>
            <a:pathLst>
              <a:path w="82" h="8">
                <a:moveTo>
                  <a:pt x="0" y="8"/>
                </a:moveTo>
                <a:lnTo>
                  <a:pt x="82" y="0"/>
                </a:lnTo>
                <a:lnTo>
                  <a:pt x="82" y="1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6" name=""/>
          <p:cNvSpPr/>
          <p:nvPr/>
        </p:nvSpPr>
        <p:spPr>
          <a:xfrm>
            <a:off x="8235000" y="3326040"/>
            <a:ext cx="26640" cy="2520"/>
          </a:xfrm>
          <a:custGeom>
            <a:avLst/>
            <a:gdLst/>
            <a:ahLst/>
            <a:rect l="0" t="0" r="r" b="b"/>
            <a:pathLst>
              <a:path w="74" h="7">
                <a:moveTo>
                  <a:pt x="0" y="7"/>
                </a:moveTo>
                <a:lnTo>
                  <a:pt x="74" y="0"/>
                </a:lnTo>
                <a:lnTo>
                  <a:pt x="74" y="1"/>
                </a:lnTo>
                <a:lnTo>
                  <a:pt x="8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7" name=""/>
          <p:cNvSpPr/>
          <p:nvPr/>
        </p:nvSpPr>
        <p:spPr>
          <a:xfrm>
            <a:off x="8237880" y="3326400"/>
            <a:ext cx="23760" cy="2160"/>
          </a:xfrm>
          <a:custGeom>
            <a:avLst/>
            <a:gdLst/>
            <a:ahLst/>
            <a:rect l="0" t="0" r="r" b="b"/>
            <a:pathLst>
              <a:path w="66" h="6">
                <a:moveTo>
                  <a:pt x="0" y="6"/>
                </a:moveTo>
                <a:lnTo>
                  <a:pt x="66" y="0"/>
                </a:lnTo>
                <a:lnTo>
                  <a:pt x="8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8" name=""/>
          <p:cNvSpPr/>
          <p:nvPr/>
        </p:nvSpPr>
        <p:spPr>
          <a:xfrm>
            <a:off x="8240760" y="3326400"/>
            <a:ext cx="20880" cy="2160"/>
          </a:xfrm>
          <a:custGeom>
            <a:avLst/>
            <a:gdLst/>
            <a:ahLst/>
            <a:rect l="0" t="0" r="r" b="b"/>
            <a:pathLst>
              <a:path w="58" h="6">
                <a:moveTo>
                  <a:pt x="0" y="6"/>
                </a:moveTo>
                <a:lnTo>
                  <a:pt x="58" y="0"/>
                </a:lnTo>
                <a:lnTo>
                  <a:pt x="58" y="1"/>
                </a:lnTo>
                <a:lnTo>
                  <a:pt x="9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29" name=""/>
          <p:cNvSpPr/>
          <p:nvPr/>
        </p:nvSpPr>
        <p:spPr>
          <a:xfrm>
            <a:off x="8244000" y="3326760"/>
            <a:ext cx="17640" cy="1800"/>
          </a:xfrm>
          <a:custGeom>
            <a:avLst/>
            <a:gdLst/>
            <a:ahLst/>
            <a:rect l="0" t="0" r="r" b="b"/>
            <a:pathLst>
              <a:path w="49" h="5">
                <a:moveTo>
                  <a:pt x="0" y="5"/>
                </a:moveTo>
                <a:lnTo>
                  <a:pt x="49" y="0"/>
                </a:lnTo>
                <a:lnTo>
                  <a:pt x="49" y="2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30" name=""/>
          <p:cNvSpPr/>
          <p:nvPr/>
        </p:nvSpPr>
        <p:spPr>
          <a:xfrm>
            <a:off x="8246880" y="3327120"/>
            <a:ext cx="14760" cy="1440"/>
          </a:xfrm>
          <a:custGeom>
            <a:avLst/>
            <a:gdLst/>
            <a:ahLst/>
            <a:rect l="0" t="0" r="r" b="b"/>
            <a:pathLst>
              <a:path w="41" h="4">
                <a:moveTo>
                  <a:pt x="0" y="4"/>
                </a:moveTo>
                <a:lnTo>
                  <a:pt x="41" y="0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31" name=""/>
          <p:cNvSpPr/>
          <p:nvPr/>
        </p:nvSpPr>
        <p:spPr>
          <a:xfrm>
            <a:off x="8249760" y="3327120"/>
            <a:ext cx="11880" cy="1800"/>
          </a:xfrm>
          <a:custGeom>
            <a:avLst/>
            <a:gdLst/>
            <a:ahLst/>
            <a:rect l="0" t="0" r="r" b="b"/>
            <a:pathLst>
              <a:path w="33" h="5">
                <a:moveTo>
                  <a:pt x="0" y="5"/>
                </a:moveTo>
                <a:lnTo>
                  <a:pt x="33" y="0"/>
                </a:lnTo>
                <a:lnTo>
                  <a:pt x="33" y="2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32" name=""/>
          <p:cNvSpPr/>
          <p:nvPr/>
        </p:nvSpPr>
        <p:spPr>
          <a:xfrm>
            <a:off x="8252640" y="3327480"/>
            <a:ext cx="9000" cy="1080"/>
          </a:xfrm>
          <a:custGeom>
            <a:avLst/>
            <a:gdLst/>
            <a:ahLst/>
            <a:rect l="0" t="0" r="r" b="b"/>
            <a:pathLst>
              <a:path w="25" h="3">
                <a:moveTo>
                  <a:pt x="0" y="3"/>
                </a:moveTo>
                <a:lnTo>
                  <a:pt x="25" y="0"/>
                </a:lnTo>
                <a:lnTo>
                  <a:pt x="25" y="1"/>
                </a:lnTo>
                <a:lnTo>
                  <a:pt x="9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0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33" name=""/>
          <p:cNvSpPr/>
          <p:nvPr/>
        </p:nvSpPr>
        <p:spPr>
          <a:xfrm>
            <a:off x="8255520" y="3327840"/>
            <a:ext cx="6120" cy="720"/>
          </a:xfrm>
          <a:custGeom>
            <a:avLst/>
            <a:gdLst/>
            <a:ahLst/>
            <a:rect l="0" t="0" r="r" b="b"/>
            <a:pathLst>
              <a:path w="17" h="2">
                <a:moveTo>
                  <a:pt x="0" y="2"/>
                </a:moveTo>
                <a:lnTo>
                  <a:pt x="17" y="0"/>
                </a:lnTo>
                <a:lnTo>
                  <a:pt x="9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34" name=""/>
          <p:cNvSpPr/>
          <p:nvPr/>
        </p:nvSpPr>
        <p:spPr>
          <a:xfrm>
            <a:off x="8258400" y="3327840"/>
            <a:ext cx="2880" cy="360"/>
          </a:xfrm>
          <a:custGeom>
            <a:avLst/>
            <a:gdLst/>
            <a:ahLst/>
            <a:rect l="0" t="0" r="r" b="b"/>
            <a:pathLst>
              <a:path w="8" h="1">
                <a:moveTo>
                  <a:pt x="0" y="1"/>
                </a:moveTo>
                <a:lnTo>
                  <a:pt x="8" y="0"/>
                </a:lnTo>
                <a:lnTo>
                  <a:pt x="8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435" name=""/>
          <p:cNvSpPr/>
          <p:nvPr/>
        </p:nvSpPr>
        <p:spPr>
          <a:xfrm>
            <a:off x="7887960" y="3296160"/>
            <a:ext cx="373680" cy="32400"/>
          </a:xfrm>
          <a:custGeom>
            <a:avLst/>
            <a:gdLst/>
            <a:ahLst/>
            <a:rect l="0" t="0" r="r" b="b"/>
            <a:pathLst>
              <a:path w="1038" h="90">
                <a:moveTo>
                  <a:pt x="0" y="90"/>
                </a:moveTo>
                <a:lnTo>
                  <a:pt x="1038" y="90"/>
                </a:lnTo>
                <a:lnTo>
                  <a:pt x="1038" y="0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36" name=""/>
          <p:cNvSpPr/>
          <p:nvPr/>
        </p:nvSpPr>
        <p:spPr>
          <a:xfrm>
            <a:off x="7842240" y="3328200"/>
            <a:ext cx="15120" cy="1440"/>
          </a:xfrm>
          <a:custGeom>
            <a:avLst/>
            <a:gdLst/>
            <a:ahLst/>
            <a:rect l="0" t="0" r="r" b="b"/>
            <a:pathLst>
              <a:path w="42" h="4">
                <a:moveTo>
                  <a:pt x="0" y="0"/>
                </a:moveTo>
                <a:lnTo>
                  <a:pt x="42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37" name=""/>
          <p:cNvSpPr/>
          <p:nvPr/>
        </p:nvSpPr>
        <p:spPr>
          <a:xfrm>
            <a:off x="7842240" y="3328200"/>
            <a:ext cx="22320" cy="1800"/>
          </a:xfrm>
          <a:custGeom>
            <a:avLst/>
            <a:gdLst/>
            <a:ahLst/>
            <a:rect l="0" t="0" r="r" b="b"/>
            <a:pathLst>
              <a:path w="62" h="5">
                <a:moveTo>
                  <a:pt x="0" y="4"/>
                </a:moveTo>
                <a:lnTo>
                  <a:pt x="42" y="0"/>
                </a:lnTo>
                <a:lnTo>
                  <a:pt x="62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38" name=""/>
          <p:cNvSpPr/>
          <p:nvPr/>
        </p:nvSpPr>
        <p:spPr>
          <a:xfrm>
            <a:off x="7842240" y="3328200"/>
            <a:ext cx="29520" cy="2520"/>
          </a:xfrm>
          <a:custGeom>
            <a:avLst/>
            <a:gdLst/>
            <a:ahLst/>
            <a:rect l="0" t="0" r="r" b="b"/>
            <a:pathLst>
              <a:path w="82" h="7">
                <a:moveTo>
                  <a:pt x="0" y="5"/>
                </a:moveTo>
                <a:lnTo>
                  <a:pt x="62" y="0"/>
                </a:lnTo>
                <a:lnTo>
                  <a:pt x="82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39" name=""/>
          <p:cNvSpPr/>
          <p:nvPr/>
        </p:nvSpPr>
        <p:spPr>
          <a:xfrm>
            <a:off x="7842240" y="3328200"/>
            <a:ext cx="43920" cy="3240"/>
          </a:xfrm>
          <a:custGeom>
            <a:avLst/>
            <a:gdLst/>
            <a:ahLst/>
            <a:rect l="0" t="0" r="r" b="b"/>
            <a:pathLst>
              <a:path w="122" h="9">
                <a:moveTo>
                  <a:pt x="0" y="6"/>
                </a:moveTo>
                <a:lnTo>
                  <a:pt x="82" y="0"/>
                </a:lnTo>
                <a:lnTo>
                  <a:pt x="122" y="0"/>
                </a:lnTo>
                <a:lnTo>
                  <a:pt x="0" y="9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0" name=""/>
          <p:cNvSpPr/>
          <p:nvPr/>
        </p:nvSpPr>
        <p:spPr>
          <a:xfrm>
            <a:off x="7842240" y="3328200"/>
            <a:ext cx="47520" cy="3600"/>
          </a:xfrm>
          <a:custGeom>
            <a:avLst/>
            <a:gdLst/>
            <a:ahLst/>
            <a:rect l="0" t="0" r="r" b="b"/>
            <a:pathLst>
              <a:path w="132" h="10">
                <a:moveTo>
                  <a:pt x="0" y="9"/>
                </a:moveTo>
                <a:lnTo>
                  <a:pt x="122" y="0"/>
                </a:lnTo>
                <a:lnTo>
                  <a:pt x="132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1" name=""/>
          <p:cNvSpPr/>
          <p:nvPr/>
        </p:nvSpPr>
        <p:spPr>
          <a:xfrm>
            <a:off x="7842240" y="3328200"/>
            <a:ext cx="51840" cy="3960"/>
          </a:xfrm>
          <a:custGeom>
            <a:avLst/>
            <a:gdLst/>
            <a:ahLst/>
            <a:rect l="0" t="0" r="r" b="b"/>
            <a:pathLst>
              <a:path w="144" h="11">
                <a:moveTo>
                  <a:pt x="0" y="10"/>
                </a:moveTo>
                <a:lnTo>
                  <a:pt x="132" y="0"/>
                </a:lnTo>
                <a:lnTo>
                  <a:pt x="144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2" name=""/>
          <p:cNvSpPr/>
          <p:nvPr/>
        </p:nvSpPr>
        <p:spPr>
          <a:xfrm>
            <a:off x="7842240" y="3328200"/>
            <a:ext cx="58680" cy="4320"/>
          </a:xfrm>
          <a:custGeom>
            <a:avLst/>
            <a:gdLst/>
            <a:ahLst/>
            <a:rect l="0" t="0" r="r" b="b"/>
            <a:pathLst>
              <a:path w="163" h="12">
                <a:moveTo>
                  <a:pt x="0" y="11"/>
                </a:moveTo>
                <a:lnTo>
                  <a:pt x="143" y="0"/>
                </a:lnTo>
                <a:lnTo>
                  <a:pt x="163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3" name=""/>
          <p:cNvSpPr/>
          <p:nvPr/>
        </p:nvSpPr>
        <p:spPr>
          <a:xfrm>
            <a:off x="7842240" y="3328200"/>
            <a:ext cx="65880" cy="5400"/>
          </a:xfrm>
          <a:custGeom>
            <a:avLst/>
            <a:gdLst/>
            <a:ahLst/>
            <a:rect l="0" t="0" r="r" b="b"/>
            <a:pathLst>
              <a:path w="183" h="15">
                <a:moveTo>
                  <a:pt x="0" y="12"/>
                </a:moveTo>
                <a:lnTo>
                  <a:pt x="163" y="0"/>
                </a:lnTo>
                <a:lnTo>
                  <a:pt x="183" y="0"/>
                </a:lnTo>
                <a:lnTo>
                  <a:pt x="0" y="15"/>
                </a:lnTo>
                <a:lnTo>
                  <a:pt x="0" y="12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4" name=""/>
          <p:cNvSpPr/>
          <p:nvPr/>
        </p:nvSpPr>
        <p:spPr>
          <a:xfrm>
            <a:off x="7842240" y="3328200"/>
            <a:ext cx="69480" cy="5040"/>
          </a:xfrm>
          <a:custGeom>
            <a:avLst/>
            <a:gdLst/>
            <a:ahLst/>
            <a:rect l="0" t="0" r="r" b="b"/>
            <a:pathLst>
              <a:path w="193" h="14">
                <a:moveTo>
                  <a:pt x="0" y="14"/>
                </a:moveTo>
                <a:lnTo>
                  <a:pt x="183" y="0"/>
                </a:lnTo>
                <a:lnTo>
                  <a:pt x="193" y="0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5" name=""/>
          <p:cNvSpPr/>
          <p:nvPr/>
        </p:nvSpPr>
        <p:spPr>
          <a:xfrm>
            <a:off x="7842240" y="3328200"/>
            <a:ext cx="73080" cy="5400"/>
          </a:xfrm>
          <a:custGeom>
            <a:avLst/>
            <a:gdLst/>
            <a:ahLst/>
            <a:rect l="0" t="0" r="r" b="b"/>
            <a:pathLst>
              <a:path w="203" h="15">
                <a:moveTo>
                  <a:pt x="0" y="14"/>
                </a:moveTo>
                <a:lnTo>
                  <a:pt x="193" y="0"/>
                </a:lnTo>
                <a:lnTo>
                  <a:pt x="203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6" name=""/>
          <p:cNvSpPr/>
          <p:nvPr/>
        </p:nvSpPr>
        <p:spPr>
          <a:xfrm>
            <a:off x="7842240" y="3328200"/>
            <a:ext cx="87480" cy="6480"/>
          </a:xfrm>
          <a:custGeom>
            <a:avLst/>
            <a:gdLst/>
            <a:ahLst/>
            <a:rect l="0" t="0" r="r" b="b"/>
            <a:pathLst>
              <a:path w="243" h="18">
                <a:moveTo>
                  <a:pt x="0" y="15"/>
                </a:moveTo>
                <a:lnTo>
                  <a:pt x="203" y="0"/>
                </a:lnTo>
                <a:lnTo>
                  <a:pt x="243" y="0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7" name=""/>
          <p:cNvSpPr/>
          <p:nvPr/>
        </p:nvSpPr>
        <p:spPr>
          <a:xfrm>
            <a:off x="7842240" y="3328200"/>
            <a:ext cx="91440" cy="6480"/>
          </a:xfrm>
          <a:custGeom>
            <a:avLst/>
            <a:gdLst/>
            <a:ahLst/>
            <a:rect l="0" t="0" r="r" b="b"/>
            <a:pathLst>
              <a:path w="254" h="18">
                <a:moveTo>
                  <a:pt x="0" y="18"/>
                </a:moveTo>
                <a:lnTo>
                  <a:pt x="243" y="0"/>
                </a:lnTo>
                <a:lnTo>
                  <a:pt x="254" y="0"/>
                </a:lnTo>
                <a:lnTo>
                  <a:pt x="0" y="18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8" name=""/>
          <p:cNvSpPr/>
          <p:nvPr/>
        </p:nvSpPr>
        <p:spPr>
          <a:xfrm>
            <a:off x="7842240" y="3328200"/>
            <a:ext cx="95040" cy="6840"/>
          </a:xfrm>
          <a:custGeom>
            <a:avLst/>
            <a:gdLst/>
            <a:ahLst/>
            <a:rect l="0" t="0" r="r" b="b"/>
            <a:pathLst>
              <a:path w="264" h="19">
                <a:moveTo>
                  <a:pt x="0" y="18"/>
                </a:moveTo>
                <a:lnTo>
                  <a:pt x="254" y="0"/>
                </a:lnTo>
                <a:lnTo>
                  <a:pt x="264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49" name=""/>
          <p:cNvSpPr/>
          <p:nvPr/>
        </p:nvSpPr>
        <p:spPr>
          <a:xfrm>
            <a:off x="7842240" y="3328200"/>
            <a:ext cx="102240" cy="7560"/>
          </a:xfrm>
          <a:custGeom>
            <a:avLst/>
            <a:gdLst/>
            <a:ahLst/>
            <a:rect l="0" t="0" r="r" b="b"/>
            <a:pathLst>
              <a:path w="284" h="21">
                <a:moveTo>
                  <a:pt x="0" y="19"/>
                </a:moveTo>
                <a:lnTo>
                  <a:pt x="264" y="0"/>
                </a:lnTo>
                <a:lnTo>
                  <a:pt x="284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0" name=""/>
          <p:cNvSpPr/>
          <p:nvPr/>
        </p:nvSpPr>
        <p:spPr>
          <a:xfrm>
            <a:off x="7842240" y="3328200"/>
            <a:ext cx="105840" cy="7560"/>
          </a:xfrm>
          <a:custGeom>
            <a:avLst/>
            <a:gdLst/>
            <a:ahLst/>
            <a:rect l="0" t="0" r="r" b="b"/>
            <a:pathLst>
              <a:path w="294" h="21">
                <a:moveTo>
                  <a:pt x="0" y="21"/>
                </a:moveTo>
                <a:lnTo>
                  <a:pt x="284" y="0"/>
                </a:lnTo>
                <a:lnTo>
                  <a:pt x="294" y="0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1" name=""/>
          <p:cNvSpPr/>
          <p:nvPr/>
        </p:nvSpPr>
        <p:spPr>
          <a:xfrm>
            <a:off x="7842240" y="3328200"/>
            <a:ext cx="109440" cy="7920"/>
          </a:xfrm>
          <a:custGeom>
            <a:avLst/>
            <a:gdLst/>
            <a:ahLst/>
            <a:rect l="0" t="0" r="r" b="b"/>
            <a:pathLst>
              <a:path w="304" h="22">
                <a:moveTo>
                  <a:pt x="0" y="21"/>
                </a:moveTo>
                <a:lnTo>
                  <a:pt x="294" y="0"/>
                </a:lnTo>
                <a:lnTo>
                  <a:pt x="304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2" name=""/>
          <p:cNvSpPr/>
          <p:nvPr/>
        </p:nvSpPr>
        <p:spPr>
          <a:xfrm>
            <a:off x="7842240" y="3328200"/>
            <a:ext cx="116640" cy="8280"/>
          </a:xfrm>
          <a:custGeom>
            <a:avLst/>
            <a:gdLst/>
            <a:ahLst/>
            <a:rect l="0" t="0" r="r" b="b"/>
            <a:pathLst>
              <a:path w="324" h="23">
                <a:moveTo>
                  <a:pt x="0" y="22"/>
                </a:moveTo>
                <a:lnTo>
                  <a:pt x="304" y="0"/>
                </a:lnTo>
                <a:lnTo>
                  <a:pt x="324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3" name=""/>
          <p:cNvSpPr/>
          <p:nvPr/>
        </p:nvSpPr>
        <p:spPr>
          <a:xfrm>
            <a:off x="7842240" y="3328200"/>
            <a:ext cx="120240" cy="8640"/>
          </a:xfrm>
          <a:custGeom>
            <a:avLst/>
            <a:gdLst/>
            <a:ahLst/>
            <a:rect l="0" t="0" r="r" b="b"/>
            <a:pathLst>
              <a:path w="334" h="24">
                <a:moveTo>
                  <a:pt x="0" y="23"/>
                </a:moveTo>
                <a:lnTo>
                  <a:pt x="324" y="0"/>
                </a:lnTo>
                <a:lnTo>
                  <a:pt x="334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4" name=""/>
          <p:cNvSpPr/>
          <p:nvPr/>
        </p:nvSpPr>
        <p:spPr>
          <a:xfrm>
            <a:off x="7842240" y="3328200"/>
            <a:ext cx="123840" cy="9000"/>
          </a:xfrm>
          <a:custGeom>
            <a:avLst/>
            <a:gdLst/>
            <a:ahLst/>
            <a:rect l="0" t="0" r="r" b="b"/>
            <a:pathLst>
              <a:path w="344" h="25">
                <a:moveTo>
                  <a:pt x="0" y="24"/>
                </a:moveTo>
                <a:lnTo>
                  <a:pt x="333" y="0"/>
                </a:lnTo>
                <a:lnTo>
                  <a:pt x="344" y="0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5" name=""/>
          <p:cNvSpPr/>
          <p:nvPr/>
        </p:nvSpPr>
        <p:spPr>
          <a:xfrm>
            <a:off x="7842240" y="3328200"/>
            <a:ext cx="131400" cy="9360"/>
          </a:xfrm>
          <a:custGeom>
            <a:avLst/>
            <a:gdLst/>
            <a:ahLst/>
            <a:rect l="0" t="0" r="r" b="b"/>
            <a:pathLst>
              <a:path w="365" h="26">
                <a:moveTo>
                  <a:pt x="0" y="25"/>
                </a:moveTo>
                <a:lnTo>
                  <a:pt x="344" y="0"/>
                </a:lnTo>
                <a:lnTo>
                  <a:pt x="365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6" name=""/>
          <p:cNvSpPr/>
          <p:nvPr/>
        </p:nvSpPr>
        <p:spPr>
          <a:xfrm>
            <a:off x="7842240" y="3328200"/>
            <a:ext cx="135000" cy="9720"/>
          </a:xfrm>
          <a:custGeom>
            <a:avLst/>
            <a:gdLst/>
            <a:ahLst/>
            <a:rect l="0" t="0" r="r" b="b"/>
            <a:pathLst>
              <a:path w="375" h="27">
                <a:moveTo>
                  <a:pt x="0" y="26"/>
                </a:moveTo>
                <a:lnTo>
                  <a:pt x="365" y="0"/>
                </a:lnTo>
                <a:lnTo>
                  <a:pt x="375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7" name=""/>
          <p:cNvSpPr/>
          <p:nvPr/>
        </p:nvSpPr>
        <p:spPr>
          <a:xfrm>
            <a:off x="7842240" y="3328200"/>
            <a:ext cx="138600" cy="9720"/>
          </a:xfrm>
          <a:custGeom>
            <a:avLst/>
            <a:gdLst/>
            <a:ahLst/>
            <a:rect l="0" t="0" r="r" b="b"/>
            <a:pathLst>
              <a:path w="385" h="27">
                <a:moveTo>
                  <a:pt x="0" y="27"/>
                </a:moveTo>
                <a:lnTo>
                  <a:pt x="375" y="0"/>
                </a:lnTo>
                <a:lnTo>
                  <a:pt x="385" y="0"/>
                </a:lnTo>
                <a:lnTo>
                  <a:pt x="0" y="27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8" name=""/>
          <p:cNvSpPr/>
          <p:nvPr/>
        </p:nvSpPr>
        <p:spPr>
          <a:xfrm>
            <a:off x="7842240" y="3328200"/>
            <a:ext cx="142200" cy="10080"/>
          </a:xfrm>
          <a:custGeom>
            <a:avLst/>
            <a:gdLst/>
            <a:ahLst/>
            <a:rect l="0" t="0" r="r" b="b"/>
            <a:pathLst>
              <a:path w="395" h="28">
                <a:moveTo>
                  <a:pt x="0" y="27"/>
                </a:moveTo>
                <a:lnTo>
                  <a:pt x="385" y="0"/>
                </a:lnTo>
                <a:lnTo>
                  <a:pt x="395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59" name=""/>
          <p:cNvSpPr/>
          <p:nvPr/>
        </p:nvSpPr>
        <p:spPr>
          <a:xfrm>
            <a:off x="7842240" y="3328200"/>
            <a:ext cx="145800" cy="10440"/>
          </a:xfrm>
          <a:custGeom>
            <a:avLst/>
            <a:gdLst/>
            <a:ahLst/>
            <a:rect l="0" t="0" r="r" b="b"/>
            <a:pathLst>
              <a:path w="405" h="29">
                <a:moveTo>
                  <a:pt x="0" y="28"/>
                </a:moveTo>
                <a:lnTo>
                  <a:pt x="395" y="0"/>
                </a:lnTo>
                <a:lnTo>
                  <a:pt x="405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0" name=""/>
          <p:cNvSpPr/>
          <p:nvPr/>
        </p:nvSpPr>
        <p:spPr>
          <a:xfrm>
            <a:off x="7842240" y="3328200"/>
            <a:ext cx="149400" cy="10800"/>
          </a:xfrm>
          <a:custGeom>
            <a:avLst/>
            <a:gdLst/>
            <a:ahLst/>
            <a:rect l="0" t="0" r="r" b="b"/>
            <a:pathLst>
              <a:path w="415" h="30">
                <a:moveTo>
                  <a:pt x="0" y="29"/>
                </a:moveTo>
                <a:lnTo>
                  <a:pt x="405" y="0"/>
                </a:lnTo>
                <a:lnTo>
                  <a:pt x="415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1" name=""/>
          <p:cNvSpPr/>
          <p:nvPr/>
        </p:nvSpPr>
        <p:spPr>
          <a:xfrm>
            <a:off x="7842240" y="3328200"/>
            <a:ext cx="153360" cy="10800"/>
          </a:xfrm>
          <a:custGeom>
            <a:avLst/>
            <a:gdLst/>
            <a:ahLst/>
            <a:rect l="0" t="0" r="r" b="b"/>
            <a:pathLst>
              <a:path w="426" h="30">
                <a:moveTo>
                  <a:pt x="0" y="30"/>
                </a:moveTo>
                <a:lnTo>
                  <a:pt x="415" y="0"/>
                </a:lnTo>
                <a:lnTo>
                  <a:pt x="426" y="0"/>
                </a:lnTo>
                <a:lnTo>
                  <a:pt x="0" y="30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2" name=""/>
          <p:cNvSpPr/>
          <p:nvPr/>
        </p:nvSpPr>
        <p:spPr>
          <a:xfrm>
            <a:off x="7842240" y="3328200"/>
            <a:ext cx="160200" cy="11520"/>
          </a:xfrm>
          <a:custGeom>
            <a:avLst/>
            <a:gdLst/>
            <a:ahLst/>
            <a:rect l="0" t="0" r="r" b="b"/>
            <a:pathLst>
              <a:path w="445" h="32">
                <a:moveTo>
                  <a:pt x="0" y="30"/>
                </a:moveTo>
                <a:lnTo>
                  <a:pt x="425" y="0"/>
                </a:lnTo>
                <a:lnTo>
                  <a:pt x="445" y="0"/>
                </a:lnTo>
                <a:lnTo>
                  <a:pt x="0" y="32"/>
                </a:lnTo>
                <a:lnTo>
                  <a:pt x="0" y="30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3" name=""/>
          <p:cNvSpPr/>
          <p:nvPr/>
        </p:nvSpPr>
        <p:spPr>
          <a:xfrm>
            <a:off x="7842240" y="3328200"/>
            <a:ext cx="167400" cy="11880"/>
          </a:xfrm>
          <a:custGeom>
            <a:avLst/>
            <a:gdLst/>
            <a:ahLst/>
            <a:rect l="0" t="0" r="r" b="b"/>
            <a:pathLst>
              <a:path w="465" h="33">
                <a:moveTo>
                  <a:pt x="0" y="32"/>
                </a:moveTo>
                <a:lnTo>
                  <a:pt x="445" y="0"/>
                </a:lnTo>
                <a:lnTo>
                  <a:pt x="465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4" name=""/>
          <p:cNvSpPr/>
          <p:nvPr/>
        </p:nvSpPr>
        <p:spPr>
          <a:xfrm>
            <a:off x="7842240" y="3328200"/>
            <a:ext cx="171360" cy="12240"/>
          </a:xfrm>
          <a:custGeom>
            <a:avLst/>
            <a:gdLst/>
            <a:ahLst/>
            <a:rect l="0" t="0" r="r" b="b"/>
            <a:pathLst>
              <a:path w="476" h="34">
                <a:moveTo>
                  <a:pt x="0" y="33"/>
                </a:moveTo>
                <a:lnTo>
                  <a:pt x="465" y="0"/>
                </a:lnTo>
                <a:lnTo>
                  <a:pt x="476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5" name=""/>
          <p:cNvSpPr/>
          <p:nvPr/>
        </p:nvSpPr>
        <p:spPr>
          <a:xfrm>
            <a:off x="7842240" y="3328200"/>
            <a:ext cx="174960" cy="12240"/>
          </a:xfrm>
          <a:custGeom>
            <a:avLst/>
            <a:gdLst/>
            <a:ahLst/>
            <a:rect l="0" t="0" r="r" b="b"/>
            <a:pathLst>
              <a:path w="486" h="34">
                <a:moveTo>
                  <a:pt x="0" y="34"/>
                </a:moveTo>
                <a:lnTo>
                  <a:pt x="476" y="0"/>
                </a:lnTo>
                <a:lnTo>
                  <a:pt x="486" y="0"/>
                </a:lnTo>
                <a:lnTo>
                  <a:pt x="0" y="34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6" name=""/>
          <p:cNvSpPr/>
          <p:nvPr/>
        </p:nvSpPr>
        <p:spPr>
          <a:xfrm>
            <a:off x="7842240" y="3328200"/>
            <a:ext cx="178560" cy="12600"/>
          </a:xfrm>
          <a:custGeom>
            <a:avLst/>
            <a:gdLst/>
            <a:ahLst/>
            <a:rect l="0" t="0" r="r" b="b"/>
            <a:pathLst>
              <a:path w="496" h="35">
                <a:moveTo>
                  <a:pt x="0" y="34"/>
                </a:moveTo>
                <a:lnTo>
                  <a:pt x="486" y="0"/>
                </a:lnTo>
                <a:lnTo>
                  <a:pt x="496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7" name=""/>
          <p:cNvSpPr/>
          <p:nvPr/>
        </p:nvSpPr>
        <p:spPr>
          <a:xfrm>
            <a:off x="7842240" y="3328200"/>
            <a:ext cx="182160" cy="12960"/>
          </a:xfrm>
          <a:custGeom>
            <a:avLst/>
            <a:gdLst/>
            <a:ahLst/>
            <a:rect l="0" t="0" r="r" b="b"/>
            <a:pathLst>
              <a:path w="506" h="36">
                <a:moveTo>
                  <a:pt x="0" y="35"/>
                </a:moveTo>
                <a:lnTo>
                  <a:pt x="496" y="0"/>
                </a:lnTo>
                <a:lnTo>
                  <a:pt x="506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8" name=""/>
          <p:cNvSpPr/>
          <p:nvPr/>
        </p:nvSpPr>
        <p:spPr>
          <a:xfrm>
            <a:off x="7842240" y="3328200"/>
            <a:ext cx="189360" cy="13320"/>
          </a:xfrm>
          <a:custGeom>
            <a:avLst/>
            <a:gdLst/>
            <a:ahLst/>
            <a:rect l="0" t="0" r="r" b="b"/>
            <a:pathLst>
              <a:path w="526" h="37">
                <a:moveTo>
                  <a:pt x="0" y="36"/>
                </a:moveTo>
                <a:lnTo>
                  <a:pt x="506" y="0"/>
                </a:lnTo>
                <a:lnTo>
                  <a:pt x="526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69" name=""/>
          <p:cNvSpPr/>
          <p:nvPr/>
        </p:nvSpPr>
        <p:spPr>
          <a:xfrm>
            <a:off x="7842240" y="3328200"/>
            <a:ext cx="196560" cy="14040"/>
          </a:xfrm>
          <a:custGeom>
            <a:avLst/>
            <a:gdLst/>
            <a:ahLst/>
            <a:rect l="0" t="0" r="r" b="b"/>
            <a:pathLst>
              <a:path w="546" h="39">
                <a:moveTo>
                  <a:pt x="0" y="37"/>
                </a:moveTo>
                <a:lnTo>
                  <a:pt x="526" y="0"/>
                </a:lnTo>
                <a:lnTo>
                  <a:pt x="546" y="0"/>
                </a:lnTo>
                <a:lnTo>
                  <a:pt x="0" y="39"/>
                </a:lnTo>
                <a:lnTo>
                  <a:pt x="0" y="37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0" name=""/>
          <p:cNvSpPr/>
          <p:nvPr/>
        </p:nvSpPr>
        <p:spPr>
          <a:xfrm>
            <a:off x="7842240" y="3328200"/>
            <a:ext cx="200160" cy="14040"/>
          </a:xfrm>
          <a:custGeom>
            <a:avLst/>
            <a:gdLst/>
            <a:ahLst/>
            <a:rect l="0" t="0" r="r" b="b"/>
            <a:pathLst>
              <a:path w="556" h="39">
                <a:moveTo>
                  <a:pt x="0" y="39"/>
                </a:moveTo>
                <a:lnTo>
                  <a:pt x="546" y="0"/>
                </a:lnTo>
                <a:lnTo>
                  <a:pt x="556" y="0"/>
                </a:lnTo>
                <a:lnTo>
                  <a:pt x="0" y="39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1" name=""/>
          <p:cNvSpPr/>
          <p:nvPr/>
        </p:nvSpPr>
        <p:spPr>
          <a:xfrm>
            <a:off x="7842240" y="3328200"/>
            <a:ext cx="203760" cy="14400"/>
          </a:xfrm>
          <a:custGeom>
            <a:avLst/>
            <a:gdLst/>
            <a:ahLst/>
            <a:rect l="0" t="0" r="r" b="b"/>
            <a:pathLst>
              <a:path w="566" h="40">
                <a:moveTo>
                  <a:pt x="0" y="39"/>
                </a:moveTo>
                <a:lnTo>
                  <a:pt x="556" y="0"/>
                </a:lnTo>
                <a:lnTo>
                  <a:pt x="566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2" name=""/>
          <p:cNvSpPr/>
          <p:nvPr/>
        </p:nvSpPr>
        <p:spPr>
          <a:xfrm>
            <a:off x="7842240" y="3328200"/>
            <a:ext cx="207360" cy="14760"/>
          </a:xfrm>
          <a:custGeom>
            <a:avLst/>
            <a:gdLst/>
            <a:ahLst/>
            <a:rect l="0" t="0" r="r" b="b"/>
            <a:pathLst>
              <a:path w="576" h="41">
                <a:moveTo>
                  <a:pt x="0" y="40"/>
                </a:moveTo>
                <a:lnTo>
                  <a:pt x="566" y="0"/>
                </a:lnTo>
                <a:lnTo>
                  <a:pt x="576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3" name=""/>
          <p:cNvSpPr/>
          <p:nvPr/>
        </p:nvSpPr>
        <p:spPr>
          <a:xfrm>
            <a:off x="7842240" y="3328200"/>
            <a:ext cx="211320" cy="14760"/>
          </a:xfrm>
          <a:custGeom>
            <a:avLst/>
            <a:gdLst/>
            <a:ahLst/>
            <a:rect l="0" t="0" r="r" b="b"/>
            <a:pathLst>
              <a:path w="587" h="41">
                <a:moveTo>
                  <a:pt x="0" y="41"/>
                </a:moveTo>
                <a:lnTo>
                  <a:pt x="576" y="0"/>
                </a:lnTo>
                <a:lnTo>
                  <a:pt x="587" y="0"/>
                </a:lnTo>
                <a:lnTo>
                  <a:pt x="0" y="41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4" name=""/>
          <p:cNvSpPr/>
          <p:nvPr/>
        </p:nvSpPr>
        <p:spPr>
          <a:xfrm>
            <a:off x="7842240" y="3328200"/>
            <a:ext cx="218520" cy="15840"/>
          </a:xfrm>
          <a:custGeom>
            <a:avLst/>
            <a:gdLst/>
            <a:ahLst/>
            <a:rect l="0" t="0" r="r" b="b"/>
            <a:pathLst>
              <a:path w="607" h="44">
                <a:moveTo>
                  <a:pt x="0" y="41"/>
                </a:moveTo>
                <a:lnTo>
                  <a:pt x="587" y="0"/>
                </a:lnTo>
                <a:lnTo>
                  <a:pt x="607" y="0"/>
                </a:lnTo>
                <a:lnTo>
                  <a:pt x="0" y="44"/>
                </a:lnTo>
                <a:lnTo>
                  <a:pt x="0" y="41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5" name=""/>
          <p:cNvSpPr/>
          <p:nvPr/>
        </p:nvSpPr>
        <p:spPr>
          <a:xfrm>
            <a:off x="7842240" y="3328200"/>
            <a:ext cx="225720" cy="15840"/>
          </a:xfrm>
          <a:custGeom>
            <a:avLst/>
            <a:gdLst/>
            <a:ahLst/>
            <a:rect l="0" t="0" r="r" b="b"/>
            <a:pathLst>
              <a:path w="627" h="44">
                <a:moveTo>
                  <a:pt x="0" y="43"/>
                </a:moveTo>
                <a:lnTo>
                  <a:pt x="607" y="0"/>
                </a:lnTo>
                <a:lnTo>
                  <a:pt x="627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6" name=""/>
          <p:cNvSpPr/>
          <p:nvPr/>
        </p:nvSpPr>
        <p:spPr>
          <a:xfrm>
            <a:off x="7842240" y="3328200"/>
            <a:ext cx="229320" cy="16200"/>
          </a:xfrm>
          <a:custGeom>
            <a:avLst/>
            <a:gdLst/>
            <a:ahLst/>
            <a:rect l="0" t="0" r="r" b="b"/>
            <a:pathLst>
              <a:path w="637" h="45">
                <a:moveTo>
                  <a:pt x="0" y="44"/>
                </a:moveTo>
                <a:lnTo>
                  <a:pt x="627" y="0"/>
                </a:lnTo>
                <a:lnTo>
                  <a:pt x="637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7" name=""/>
          <p:cNvSpPr/>
          <p:nvPr/>
        </p:nvSpPr>
        <p:spPr>
          <a:xfrm>
            <a:off x="7842240" y="3328200"/>
            <a:ext cx="232920" cy="16560"/>
          </a:xfrm>
          <a:custGeom>
            <a:avLst/>
            <a:gdLst/>
            <a:ahLst/>
            <a:rect l="0" t="0" r="r" b="b"/>
            <a:pathLst>
              <a:path w="647" h="46">
                <a:moveTo>
                  <a:pt x="0" y="45"/>
                </a:moveTo>
                <a:lnTo>
                  <a:pt x="637" y="0"/>
                </a:lnTo>
                <a:lnTo>
                  <a:pt x="647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8" name=""/>
          <p:cNvSpPr/>
          <p:nvPr/>
        </p:nvSpPr>
        <p:spPr>
          <a:xfrm>
            <a:off x="7842240" y="3328200"/>
            <a:ext cx="240120" cy="16920"/>
          </a:xfrm>
          <a:custGeom>
            <a:avLst/>
            <a:gdLst/>
            <a:ahLst/>
            <a:rect l="0" t="0" r="r" b="b"/>
            <a:pathLst>
              <a:path w="667" h="47">
                <a:moveTo>
                  <a:pt x="0" y="46"/>
                </a:moveTo>
                <a:lnTo>
                  <a:pt x="647" y="0"/>
                </a:lnTo>
                <a:lnTo>
                  <a:pt x="667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79" name=""/>
          <p:cNvSpPr/>
          <p:nvPr/>
        </p:nvSpPr>
        <p:spPr>
          <a:xfrm>
            <a:off x="7842240" y="3328200"/>
            <a:ext cx="243720" cy="17280"/>
          </a:xfrm>
          <a:custGeom>
            <a:avLst/>
            <a:gdLst/>
            <a:ahLst/>
            <a:rect l="0" t="0" r="r" b="b"/>
            <a:pathLst>
              <a:path w="677" h="48">
                <a:moveTo>
                  <a:pt x="0" y="47"/>
                </a:moveTo>
                <a:lnTo>
                  <a:pt x="667" y="0"/>
                </a:lnTo>
                <a:lnTo>
                  <a:pt x="677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0" name=""/>
          <p:cNvSpPr/>
          <p:nvPr/>
        </p:nvSpPr>
        <p:spPr>
          <a:xfrm>
            <a:off x="7842240" y="3328200"/>
            <a:ext cx="247320" cy="17280"/>
          </a:xfrm>
          <a:custGeom>
            <a:avLst/>
            <a:gdLst/>
            <a:ahLst/>
            <a:rect l="0" t="0" r="r" b="b"/>
            <a:pathLst>
              <a:path w="687" h="48">
                <a:moveTo>
                  <a:pt x="0" y="48"/>
                </a:moveTo>
                <a:lnTo>
                  <a:pt x="677" y="0"/>
                </a:lnTo>
                <a:lnTo>
                  <a:pt x="687" y="0"/>
                </a:lnTo>
                <a:lnTo>
                  <a:pt x="0" y="48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1" name=""/>
          <p:cNvSpPr/>
          <p:nvPr/>
        </p:nvSpPr>
        <p:spPr>
          <a:xfrm>
            <a:off x="7842240" y="3328200"/>
            <a:ext cx="251280" cy="17640"/>
          </a:xfrm>
          <a:custGeom>
            <a:avLst/>
            <a:gdLst/>
            <a:ahLst/>
            <a:rect l="0" t="0" r="r" b="b"/>
            <a:pathLst>
              <a:path w="698" h="49">
                <a:moveTo>
                  <a:pt x="0" y="48"/>
                </a:moveTo>
                <a:lnTo>
                  <a:pt x="687" y="0"/>
                </a:lnTo>
                <a:lnTo>
                  <a:pt x="698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2" name=""/>
          <p:cNvSpPr/>
          <p:nvPr/>
        </p:nvSpPr>
        <p:spPr>
          <a:xfrm>
            <a:off x="7842240" y="3328200"/>
            <a:ext cx="254880" cy="18000"/>
          </a:xfrm>
          <a:custGeom>
            <a:avLst/>
            <a:gdLst/>
            <a:ahLst/>
            <a:rect l="0" t="0" r="r" b="b"/>
            <a:pathLst>
              <a:path w="708" h="50">
                <a:moveTo>
                  <a:pt x="0" y="49"/>
                </a:moveTo>
                <a:lnTo>
                  <a:pt x="698" y="0"/>
                </a:lnTo>
                <a:lnTo>
                  <a:pt x="708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3" name=""/>
          <p:cNvSpPr/>
          <p:nvPr/>
        </p:nvSpPr>
        <p:spPr>
          <a:xfrm>
            <a:off x="7842240" y="3328200"/>
            <a:ext cx="262080" cy="18360"/>
          </a:xfrm>
          <a:custGeom>
            <a:avLst/>
            <a:gdLst/>
            <a:ahLst/>
            <a:rect l="0" t="0" r="r" b="b"/>
            <a:pathLst>
              <a:path w="728" h="51">
                <a:moveTo>
                  <a:pt x="0" y="50"/>
                </a:moveTo>
                <a:lnTo>
                  <a:pt x="708" y="0"/>
                </a:lnTo>
                <a:lnTo>
                  <a:pt x="728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4" name=""/>
          <p:cNvSpPr/>
          <p:nvPr/>
        </p:nvSpPr>
        <p:spPr>
          <a:xfrm>
            <a:off x="7842240" y="3328200"/>
            <a:ext cx="265680" cy="18720"/>
          </a:xfrm>
          <a:custGeom>
            <a:avLst/>
            <a:gdLst/>
            <a:ahLst/>
            <a:rect l="0" t="0" r="r" b="b"/>
            <a:pathLst>
              <a:path w="738" h="52">
                <a:moveTo>
                  <a:pt x="0" y="51"/>
                </a:moveTo>
                <a:lnTo>
                  <a:pt x="728" y="0"/>
                </a:lnTo>
                <a:lnTo>
                  <a:pt x="738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5" name=""/>
          <p:cNvSpPr/>
          <p:nvPr/>
        </p:nvSpPr>
        <p:spPr>
          <a:xfrm>
            <a:off x="7842240" y="3328200"/>
            <a:ext cx="269280" cy="18720"/>
          </a:xfrm>
          <a:custGeom>
            <a:avLst/>
            <a:gdLst/>
            <a:ahLst/>
            <a:rect l="0" t="0" r="r" b="b"/>
            <a:pathLst>
              <a:path w="748" h="52">
                <a:moveTo>
                  <a:pt x="0" y="52"/>
                </a:moveTo>
                <a:lnTo>
                  <a:pt x="738" y="0"/>
                </a:lnTo>
                <a:lnTo>
                  <a:pt x="748" y="0"/>
                </a:lnTo>
                <a:lnTo>
                  <a:pt x="0" y="52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6" name=""/>
          <p:cNvSpPr/>
          <p:nvPr/>
        </p:nvSpPr>
        <p:spPr>
          <a:xfrm>
            <a:off x="7842240" y="3328200"/>
            <a:ext cx="272880" cy="19080"/>
          </a:xfrm>
          <a:custGeom>
            <a:avLst/>
            <a:gdLst/>
            <a:ahLst/>
            <a:rect l="0" t="0" r="r" b="b"/>
            <a:pathLst>
              <a:path w="758" h="53">
                <a:moveTo>
                  <a:pt x="0" y="52"/>
                </a:moveTo>
                <a:lnTo>
                  <a:pt x="748" y="0"/>
                </a:lnTo>
                <a:lnTo>
                  <a:pt x="758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7" name=""/>
          <p:cNvSpPr/>
          <p:nvPr/>
        </p:nvSpPr>
        <p:spPr>
          <a:xfrm>
            <a:off x="7842240" y="3328200"/>
            <a:ext cx="276480" cy="19440"/>
          </a:xfrm>
          <a:custGeom>
            <a:avLst/>
            <a:gdLst/>
            <a:ahLst/>
            <a:rect l="0" t="0" r="r" b="b"/>
            <a:pathLst>
              <a:path w="768" h="54">
                <a:moveTo>
                  <a:pt x="0" y="53"/>
                </a:moveTo>
                <a:lnTo>
                  <a:pt x="758" y="0"/>
                </a:lnTo>
                <a:lnTo>
                  <a:pt x="768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8" name=""/>
          <p:cNvSpPr/>
          <p:nvPr/>
        </p:nvSpPr>
        <p:spPr>
          <a:xfrm>
            <a:off x="7842240" y="3328200"/>
            <a:ext cx="280080" cy="19800"/>
          </a:xfrm>
          <a:custGeom>
            <a:avLst/>
            <a:gdLst/>
            <a:ahLst/>
            <a:rect l="0" t="0" r="r" b="b"/>
            <a:pathLst>
              <a:path w="778" h="55">
                <a:moveTo>
                  <a:pt x="0" y="54"/>
                </a:moveTo>
                <a:lnTo>
                  <a:pt x="768" y="0"/>
                </a:lnTo>
                <a:lnTo>
                  <a:pt x="778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89" name=""/>
          <p:cNvSpPr/>
          <p:nvPr/>
        </p:nvSpPr>
        <p:spPr>
          <a:xfrm>
            <a:off x="7842240" y="3328200"/>
            <a:ext cx="283680" cy="19800"/>
          </a:xfrm>
          <a:custGeom>
            <a:avLst/>
            <a:gdLst/>
            <a:ahLst/>
            <a:rect l="0" t="0" r="r" b="b"/>
            <a:pathLst>
              <a:path w="788" h="55">
                <a:moveTo>
                  <a:pt x="0" y="55"/>
                </a:moveTo>
                <a:lnTo>
                  <a:pt x="778" y="0"/>
                </a:lnTo>
                <a:lnTo>
                  <a:pt x="788" y="0"/>
                </a:lnTo>
                <a:lnTo>
                  <a:pt x="0" y="55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0" name=""/>
          <p:cNvSpPr/>
          <p:nvPr/>
        </p:nvSpPr>
        <p:spPr>
          <a:xfrm>
            <a:off x="7842240" y="3328200"/>
            <a:ext cx="291240" cy="20520"/>
          </a:xfrm>
          <a:custGeom>
            <a:avLst/>
            <a:gdLst/>
            <a:ahLst/>
            <a:rect l="0" t="0" r="r" b="b"/>
            <a:pathLst>
              <a:path w="809" h="57">
                <a:moveTo>
                  <a:pt x="0" y="55"/>
                </a:moveTo>
                <a:lnTo>
                  <a:pt x="788" y="0"/>
                </a:lnTo>
                <a:lnTo>
                  <a:pt x="809" y="0"/>
                </a:lnTo>
                <a:lnTo>
                  <a:pt x="0" y="57"/>
                </a:lnTo>
                <a:lnTo>
                  <a:pt x="0" y="55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1" name=""/>
          <p:cNvSpPr/>
          <p:nvPr/>
        </p:nvSpPr>
        <p:spPr>
          <a:xfrm>
            <a:off x="7842240" y="3328200"/>
            <a:ext cx="294840" cy="20520"/>
          </a:xfrm>
          <a:custGeom>
            <a:avLst/>
            <a:gdLst/>
            <a:ahLst/>
            <a:rect l="0" t="0" r="r" b="b"/>
            <a:pathLst>
              <a:path w="819" h="57">
                <a:moveTo>
                  <a:pt x="0" y="57"/>
                </a:moveTo>
                <a:lnTo>
                  <a:pt x="809" y="0"/>
                </a:lnTo>
                <a:lnTo>
                  <a:pt x="819" y="0"/>
                </a:lnTo>
                <a:lnTo>
                  <a:pt x="0" y="57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2" name=""/>
          <p:cNvSpPr/>
          <p:nvPr/>
        </p:nvSpPr>
        <p:spPr>
          <a:xfrm>
            <a:off x="7842240" y="3328200"/>
            <a:ext cx="298440" cy="20880"/>
          </a:xfrm>
          <a:custGeom>
            <a:avLst/>
            <a:gdLst/>
            <a:ahLst/>
            <a:rect l="0" t="0" r="r" b="b"/>
            <a:pathLst>
              <a:path w="829" h="58">
                <a:moveTo>
                  <a:pt x="0" y="57"/>
                </a:moveTo>
                <a:lnTo>
                  <a:pt x="819" y="0"/>
                </a:lnTo>
                <a:lnTo>
                  <a:pt x="829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3" name=""/>
          <p:cNvSpPr/>
          <p:nvPr/>
        </p:nvSpPr>
        <p:spPr>
          <a:xfrm>
            <a:off x="7842240" y="3328200"/>
            <a:ext cx="302040" cy="21240"/>
          </a:xfrm>
          <a:custGeom>
            <a:avLst/>
            <a:gdLst/>
            <a:ahLst/>
            <a:rect l="0" t="0" r="r" b="b"/>
            <a:pathLst>
              <a:path w="839" h="59">
                <a:moveTo>
                  <a:pt x="0" y="58"/>
                </a:moveTo>
                <a:lnTo>
                  <a:pt x="829" y="0"/>
                </a:lnTo>
                <a:lnTo>
                  <a:pt x="839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4" name=""/>
          <p:cNvSpPr/>
          <p:nvPr/>
        </p:nvSpPr>
        <p:spPr>
          <a:xfrm>
            <a:off x="7842240" y="3328200"/>
            <a:ext cx="305640" cy="21240"/>
          </a:xfrm>
          <a:custGeom>
            <a:avLst/>
            <a:gdLst/>
            <a:ahLst/>
            <a:rect l="0" t="0" r="r" b="b"/>
            <a:pathLst>
              <a:path w="849" h="59">
                <a:moveTo>
                  <a:pt x="0" y="59"/>
                </a:moveTo>
                <a:lnTo>
                  <a:pt x="839" y="0"/>
                </a:lnTo>
                <a:lnTo>
                  <a:pt x="849" y="0"/>
                </a:lnTo>
                <a:lnTo>
                  <a:pt x="0" y="59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5" name=""/>
          <p:cNvSpPr/>
          <p:nvPr/>
        </p:nvSpPr>
        <p:spPr>
          <a:xfrm>
            <a:off x="7842240" y="3328200"/>
            <a:ext cx="309240" cy="21600"/>
          </a:xfrm>
          <a:custGeom>
            <a:avLst/>
            <a:gdLst/>
            <a:ahLst/>
            <a:rect l="0" t="0" r="r" b="b"/>
            <a:pathLst>
              <a:path w="859" h="60">
                <a:moveTo>
                  <a:pt x="0" y="59"/>
                </a:moveTo>
                <a:lnTo>
                  <a:pt x="849" y="0"/>
                </a:lnTo>
                <a:lnTo>
                  <a:pt x="859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6" name=""/>
          <p:cNvSpPr/>
          <p:nvPr/>
        </p:nvSpPr>
        <p:spPr>
          <a:xfrm>
            <a:off x="7842240" y="3328200"/>
            <a:ext cx="312840" cy="21960"/>
          </a:xfrm>
          <a:custGeom>
            <a:avLst/>
            <a:gdLst/>
            <a:ahLst/>
            <a:rect l="0" t="0" r="r" b="b"/>
            <a:pathLst>
              <a:path w="869" h="61">
                <a:moveTo>
                  <a:pt x="0" y="60"/>
                </a:moveTo>
                <a:lnTo>
                  <a:pt x="859" y="0"/>
                </a:lnTo>
                <a:lnTo>
                  <a:pt x="869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7" name=""/>
          <p:cNvSpPr/>
          <p:nvPr/>
        </p:nvSpPr>
        <p:spPr>
          <a:xfrm>
            <a:off x="7842240" y="3328200"/>
            <a:ext cx="316440" cy="21960"/>
          </a:xfrm>
          <a:custGeom>
            <a:avLst/>
            <a:gdLst/>
            <a:ahLst/>
            <a:rect l="0" t="0" r="r" b="b"/>
            <a:pathLst>
              <a:path w="879" h="61">
                <a:moveTo>
                  <a:pt x="0" y="61"/>
                </a:moveTo>
                <a:lnTo>
                  <a:pt x="869" y="0"/>
                </a:lnTo>
                <a:lnTo>
                  <a:pt x="879" y="0"/>
                </a:lnTo>
                <a:lnTo>
                  <a:pt x="0" y="61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8" name=""/>
          <p:cNvSpPr/>
          <p:nvPr/>
        </p:nvSpPr>
        <p:spPr>
          <a:xfrm>
            <a:off x="7842240" y="3328200"/>
            <a:ext cx="320040" cy="22320"/>
          </a:xfrm>
          <a:custGeom>
            <a:avLst/>
            <a:gdLst/>
            <a:ahLst/>
            <a:rect l="0" t="0" r="r" b="b"/>
            <a:pathLst>
              <a:path w="889" h="62">
                <a:moveTo>
                  <a:pt x="0" y="61"/>
                </a:moveTo>
                <a:lnTo>
                  <a:pt x="879" y="0"/>
                </a:lnTo>
                <a:lnTo>
                  <a:pt x="889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ee5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499" name=""/>
          <p:cNvSpPr/>
          <p:nvPr/>
        </p:nvSpPr>
        <p:spPr>
          <a:xfrm>
            <a:off x="7842240" y="3328200"/>
            <a:ext cx="323640" cy="22680"/>
          </a:xfrm>
          <a:custGeom>
            <a:avLst/>
            <a:gdLst/>
            <a:ahLst/>
            <a:rect l="0" t="0" r="r" b="b"/>
            <a:pathLst>
              <a:path w="899" h="63">
                <a:moveTo>
                  <a:pt x="0" y="62"/>
                </a:moveTo>
                <a:lnTo>
                  <a:pt x="889" y="0"/>
                </a:lnTo>
                <a:lnTo>
                  <a:pt x="899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0" name=""/>
          <p:cNvSpPr/>
          <p:nvPr/>
        </p:nvSpPr>
        <p:spPr>
          <a:xfrm>
            <a:off x="7842240" y="3328200"/>
            <a:ext cx="327240" cy="23040"/>
          </a:xfrm>
          <a:custGeom>
            <a:avLst/>
            <a:gdLst/>
            <a:ahLst/>
            <a:rect l="0" t="0" r="r" b="b"/>
            <a:pathLst>
              <a:path w="909" h="64">
                <a:moveTo>
                  <a:pt x="0" y="63"/>
                </a:moveTo>
                <a:lnTo>
                  <a:pt x="899" y="0"/>
                </a:lnTo>
                <a:lnTo>
                  <a:pt x="909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1" name=""/>
          <p:cNvSpPr/>
          <p:nvPr/>
        </p:nvSpPr>
        <p:spPr>
          <a:xfrm>
            <a:off x="7842240" y="3328200"/>
            <a:ext cx="331200" cy="23040"/>
          </a:xfrm>
          <a:custGeom>
            <a:avLst/>
            <a:gdLst/>
            <a:ahLst/>
            <a:rect l="0" t="0" r="r" b="b"/>
            <a:pathLst>
              <a:path w="920" h="64">
                <a:moveTo>
                  <a:pt x="0" y="64"/>
                </a:moveTo>
                <a:lnTo>
                  <a:pt x="909" y="0"/>
                </a:lnTo>
                <a:lnTo>
                  <a:pt x="920" y="0"/>
                </a:lnTo>
                <a:lnTo>
                  <a:pt x="0" y="64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2" name=""/>
          <p:cNvSpPr/>
          <p:nvPr/>
        </p:nvSpPr>
        <p:spPr>
          <a:xfrm>
            <a:off x="7842240" y="3328200"/>
            <a:ext cx="334800" cy="23400"/>
          </a:xfrm>
          <a:custGeom>
            <a:avLst/>
            <a:gdLst/>
            <a:ahLst/>
            <a:rect l="0" t="0" r="r" b="b"/>
            <a:pathLst>
              <a:path w="930" h="65">
                <a:moveTo>
                  <a:pt x="0" y="64"/>
                </a:moveTo>
                <a:lnTo>
                  <a:pt x="920" y="0"/>
                </a:lnTo>
                <a:lnTo>
                  <a:pt x="930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ede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3" name=""/>
          <p:cNvSpPr/>
          <p:nvPr/>
        </p:nvSpPr>
        <p:spPr>
          <a:xfrm>
            <a:off x="7842240" y="3328200"/>
            <a:ext cx="338400" cy="23760"/>
          </a:xfrm>
          <a:custGeom>
            <a:avLst/>
            <a:gdLst/>
            <a:ahLst/>
            <a:rect l="0" t="0" r="r" b="b"/>
            <a:pathLst>
              <a:path w="940" h="66">
                <a:moveTo>
                  <a:pt x="0" y="65"/>
                </a:moveTo>
                <a:lnTo>
                  <a:pt x="930" y="0"/>
                </a:lnTo>
                <a:lnTo>
                  <a:pt x="940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4" name=""/>
          <p:cNvSpPr/>
          <p:nvPr/>
        </p:nvSpPr>
        <p:spPr>
          <a:xfrm>
            <a:off x="7842240" y="3328200"/>
            <a:ext cx="342000" cy="23760"/>
          </a:xfrm>
          <a:custGeom>
            <a:avLst/>
            <a:gdLst/>
            <a:ahLst/>
            <a:rect l="0" t="0" r="r" b="b"/>
            <a:pathLst>
              <a:path w="950" h="66">
                <a:moveTo>
                  <a:pt x="0" y="66"/>
                </a:moveTo>
                <a:lnTo>
                  <a:pt x="940" y="0"/>
                </a:lnTo>
                <a:lnTo>
                  <a:pt x="950" y="0"/>
                </a:lnTo>
                <a:lnTo>
                  <a:pt x="0" y="66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5" name=""/>
          <p:cNvSpPr/>
          <p:nvPr/>
        </p:nvSpPr>
        <p:spPr>
          <a:xfrm>
            <a:off x="7842240" y="3328200"/>
            <a:ext cx="349200" cy="24480"/>
          </a:xfrm>
          <a:custGeom>
            <a:avLst/>
            <a:gdLst/>
            <a:ahLst/>
            <a:rect l="0" t="0" r="r" b="b"/>
            <a:pathLst>
              <a:path w="970" h="68">
                <a:moveTo>
                  <a:pt x="0" y="66"/>
                </a:moveTo>
                <a:lnTo>
                  <a:pt x="949" y="0"/>
                </a:lnTo>
                <a:lnTo>
                  <a:pt x="970" y="0"/>
                </a:lnTo>
                <a:lnTo>
                  <a:pt x="0" y="68"/>
                </a:lnTo>
                <a:lnTo>
                  <a:pt x="0" y="66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6" name=""/>
          <p:cNvSpPr/>
          <p:nvPr/>
        </p:nvSpPr>
        <p:spPr>
          <a:xfrm>
            <a:off x="7842240" y="3328200"/>
            <a:ext cx="352800" cy="24480"/>
          </a:xfrm>
          <a:custGeom>
            <a:avLst/>
            <a:gdLst/>
            <a:ahLst/>
            <a:rect l="0" t="0" r="r" b="b"/>
            <a:pathLst>
              <a:path w="980" h="68">
                <a:moveTo>
                  <a:pt x="0" y="68"/>
                </a:moveTo>
                <a:lnTo>
                  <a:pt x="970" y="0"/>
                </a:lnTo>
                <a:lnTo>
                  <a:pt x="980" y="0"/>
                </a:lnTo>
                <a:lnTo>
                  <a:pt x="0" y="68"/>
                </a:lnTo>
                <a:close/>
              </a:path>
            </a:pathLst>
          </a:custGeom>
          <a:solidFill>
            <a:srgbClr val="ece0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7" name=""/>
          <p:cNvSpPr/>
          <p:nvPr/>
        </p:nvSpPr>
        <p:spPr>
          <a:xfrm>
            <a:off x="7842240" y="3328200"/>
            <a:ext cx="356400" cy="24840"/>
          </a:xfrm>
          <a:custGeom>
            <a:avLst/>
            <a:gdLst/>
            <a:ahLst/>
            <a:rect l="0" t="0" r="r" b="b"/>
            <a:pathLst>
              <a:path w="990" h="69">
                <a:moveTo>
                  <a:pt x="0" y="68"/>
                </a:moveTo>
                <a:lnTo>
                  <a:pt x="980" y="0"/>
                </a:lnTo>
                <a:lnTo>
                  <a:pt x="990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8" name=""/>
          <p:cNvSpPr/>
          <p:nvPr/>
        </p:nvSpPr>
        <p:spPr>
          <a:xfrm>
            <a:off x="7842240" y="3328200"/>
            <a:ext cx="360000" cy="25200"/>
          </a:xfrm>
          <a:custGeom>
            <a:avLst/>
            <a:gdLst/>
            <a:ahLst/>
            <a:rect l="0" t="0" r="r" b="b"/>
            <a:pathLst>
              <a:path w="1000" h="70">
                <a:moveTo>
                  <a:pt x="0" y="69"/>
                </a:moveTo>
                <a:lnTo>
                  <a:pt x="990" y="0"/>
                </a:lnTo>
                <a:lnTo>
                  <a:pt x="1000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09" name=""/>
          <p:cNvSpPr/>
          <p:nvPr/>
        </p:nvSpPr>
        <p:spPr>
          <a:xfrm>
            <a:off x="7842240" y="3328200"/>
            <a:ext cx="363600" cy="25560"/>
          </a:xfrm>
          <a:custGeom>
            <a:avLst/>
            <a:gdLst/>
            <a:ahLst/>
            <a:rect l="0" t="0" r="r" b="b"/>
            <a:pathLst>
              <a:path w="1010" h="71">
                <a:moveTo>
                  <a:pt x="0" y="70"/>
                </a:moveTo>
                <a:lnTo>
                  <a:pt x="1000" y="0"/>
                </a:lnTo>
                <a:lnTo>
                  <a:pt x="1010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0" name=""/>
          <p:cNvSpPr/>
          <p:nvPr/>
        </p:nvSpPr>
        <p:spPr>
          <a:xfrm>
            <a:off x="7842240" y="3328200"/>
            <a:ext cx="371160" cy="25920"/>
          </a:xfrm>
          <a:custGeom>
            <a:avLst/>
            <a:gdLst/>
            <a:ahLst/>
            <a:rect l="0" t="0" r="r" b="b"/>
            <a:pathLst>
              <a:path w="1031" h="72">
                <a:moveTo>
                  <a:pt x="0" y="71"/>
                </a:moveTo>
                <a:lnTo>
                  <a:pt x="1010" y="0"/>
                </a:lnTo>
                <a:lnTo>
                  <a:pt x="1031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1" name=""/>
          <p:cNvSpPr/>
          <p:nvPr/>
        </p:nvSpPr>
        <p:spPr>
          <a:xfrm>
            <a:off x="7842240" y="3328200"/>
            <a:ext cx="374760" cy="26280"/>
          </a:xfrm>
          <a:custGeom>
            <a:avLst/>
            <a:gdLst/>
            <a:ahLst/>
            <a:rect l="0" t="0" r="r" b="b"/>
            <a:pathLst>
              <a:path w="1041" h="73">
                <a:moveTo>
                  <a:pt x="0" y="72"/>
                </a:moveTo>
                <a:lnTo>
                  <a:pt x="1031" y="0"/>
                </a:lnTo>
                <a:lnTo>
                  <a:pt x="1041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2" name=""/>
          <p:cNvSpPr/>
          <p:nvPr/>
        </p:nvSpPr>
        <p:spPr>
          <a:xfrm>
            <a:off x="7842240" y="3328200"/>
            <a:ext cx="378360" cy="26280"/>
          </a:xfrm>
          <a:custGeom>
            <a:avLst/>
            <a:gdLst/>
            <a:ahLst/>
            <a:rect l="0" t="0" r="r" b="b"/>
            <a:pathLst>
              <a:path w="1051" h="73">
                <a:moveTo>
                  <a:pt x="0" y="73"/>
                </a:moveTo>
                <a:lnTo>
                  <a:pt x="1041" y="0"/>
                </a:lnTo>
                <a:lnTo>
                  <a:pt x="1051" y="0"/>
                </a:lnTo>
                <a:lnTo>
                  <a:pt x="0" y="73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3" name=""/>
          <p:cNvSpPr/>
          <p:nvPr/>
        </p:nvSpPr>
        <p:spPr>
          <a:xfrm>
            <a:off x="7842240" y="3328200"/>
            <a:ext cx="381960" cy="26640"/>
          </a:xfrm>
          <a:custGeom>
            <a:avLst/>
            <a:gdLst/>
            <a:ahLst/>
            <a:rect l="0" t="0" r="r" b="b"/>
            <a:pathLst>
              <a:path w="1061" h="74">
                <a:moveTo>
                  <a:pt x="0" y="73"/>
                </a:moveTo>
                <a:lnTo>
                  <a:pt x="1051" y="0"/>
                </a:lnTo>
                <a:lnTo>
                  <a:pt x="1061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4" name=""/>
          <p:cNvSpPr/>
          <p:nvPr/>
        </p:nvSpPr>
        <p:spPr>
          <a:xfrm>
            <a:off x="7842240" y="3328200"/>
            <a:ext cx="385560" cy="27000"/>
          </a:xfrm>
          <a:custGeom>
            <a:avLst/>
            <a:gdLst/>
            <a:ahLst/>
            <a:rect l="0" t="0" r="r" b="b"/>
            <a:pathLst>
              <a:path w="1071" h="75">
                <a:moveTo>
                  <a:pt x="0" y="74"/>
                </a:moveTo>
                <a:lnTo>
                  <a:pt x="1061" y="0"/>
                </a:lnTo>
                <a:lnTo>
                  <a:pt x="1071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5" name=""/>
          <p:cNvSpPr/>
          <p:nvPr/>
        </p:nvSpPr>
        <p:spPr>
          <a:xfrm>
            <a:off x="7842240" y="3328200"/>
            <a:ext cx="389160" cy="27000"/>
          </a:xfrm>
          <a:custGeom>
            <a:avLst/>
            <a:gdLst/>
            <a:ahLst/>
            <a:rect l="0" t="0" r="r" b="b"/>
            <a:pathLst>
              <a:path w="1081" h="75">
                <a:moveTo>
                  <a:pt x="0" y="75"/>
                </a:moveTo>
                <a:lnTo>
                  <a:pt x="1071" y="0"/>
                </a:lnTo>
                <a:lnTo>
                  <a:pt x="1081" y="0"/>
                </a:lnTo>
                <a:lnTo>
                  <a:pt x="0" y="75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6" name=""/>
          <p:cNvSpPr/>
          <p:nvPr/>
        </p:nvSpPr>
        <p:spPr>
          <a:xfrm>
            <a:off x="7842240" y="3328200"/>
            <a:ext cx="392760" cy="27360"/>
          </a:xfrm>
          <a:custGeom>
            <a:avLst/>
            <a:gdLst/>
            <a:ahLst/>
            <a:rect l="0" t="0" r="r" b="b"/>
            <a:pathLst>
              <a:path w="1091" h="76">
                <a:moveTo>
                  <a:pt x="0" y="75"/>
                </a:moveTo>
                <a:lnTo>
                  <a:pt x="1081" y="0"/>
                </a:lnTo>
                <a:lnTo>
                  <a:pt x="1091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7" name=""/>
          <p:cNvSpPr/>
          <p:nvPr/>
        </p:nvSpPr>
        <p:spPr>
          <a:xfrm>
            <a:off x="7842240" y="3328200"/>
            <a:ext cx="396360" cy="27720"/>
          </a:xfrm>
          <a:custGeom>
            <a:avLst/>
            <a:gdLst/>
            <a:ahLst/>
            <a:rect l="0" t="0" r="r" b="b"/>
            <a:pathLst>
              <a:path w="1101" h="77">
                <a:moveTo>
                  <a:pt x="0" y="76"/>
                </a:moveTo>
                <a:lnTo>
                  <a:pt x="1091" y="0"/>
                </a:lnTo>
                <a:lnTo>
                  <a:pt x="1101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8" name=""/>
          <p:cNvSpPr/>
          <p:nvPr/>
        </p:nvSpPr>
        <p:spPr>
          <a:xfrm>
            <a:off x="7842240" y="3328200"/>
            <a:ext cx="399960" cy="27720"/>
          </a:xfrm>
          <a:custGeom>
            <a:avLst/>
            <a:gdLst/>
            <a:ahLst/>
            <a:rect l="0" t="0" r="r" b="b"/>
            <a:pathLst>
              <a:path w="1111" h="77">
                <a:moveTo>
                  <a:pt x="0" y="77"/>
                </a:moveTo>
                <a:lnTo>
                  <a:pt x="1101" y="0"/>
                </a:lnTo>
                <a:lnTo>
                  <a:pt x="1111" y="0"/>
                </a:lnTo>
                <a:lnTo>
                  <a:pt x="0" y="77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19" name=""/>
          <p:cNvSpPr/>
          <p:nvPr/>
        </p:nvSpPr>
        <p:spPr>
          <a:xfrm>
            <a:off x="7842240" y="3328200"/>
            <a:ext cx="403560" cy="28080"/>
          </a:xfrm>
          <a:custGeom>
            <a:avLst/>
            <a:gdLst/>
            <a:ahLst/>
            <a:rect l="0" t="0" r="r" b="b"/>
            <a:pathLst>
              <a:path w="1121" h="78">
                <a:moveTo>
                  <a:pt x="0" y="77"/>
                </a:moveTo>
                <a:lnTo>
                  <a:pt x="1111" y="0"/>
                </a:lnTo>
                <a:lnTo>
                  <a:pt x="1121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0" name=""/>
          <p:cNvSpPr/>
          <p:nvPr/>
        </p:nvSpPr>
        <p:spPr>
          <a:xfrm>
            <a:off x="7842240" y="3328200"/>
            <a:ext cx="407160" cy="28440"/>
          </a:xfrm>
          <a:custGeom>
            <a:avLst/>
            <a:gdLst/>
            <a:ahLst/>
            <a:rect l="0" t="0" r="r" b="b"/>
            <a:pathLst>
              <a:path w="1131" h="79">
                <a:moveTo>
                  <a:pt x="0" y="78"/>
                </a:moveTo>
                <a:lnTo>
                  <a:pt x="1121" y="0"/>
                </a:lnTo>
                <a:lnTo>
                  <a:pt x="1131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1" name=""/>
          <p:cNvSpPr/>
          <p:nvPr/>
        </p:nvSpPr>
        <p:spPr>
          <a:xfrm>
            <a:off x="7842240" y="3328200"/>
            <a:ext cx="411120" cy="28800"/>
          </a:xfrm>
          <a:custGeom>
            <a:avLst/>
            <a:gdLst/>
            <a:ahLst/>
            <a:rect l="0" t="0" r="r" b="b"/>
            <a:pathLst>
              <a:path w="1142" h="80">
                <a:moveTo>
                  <a:pt x="0" y="79"/>
                </a:moveTo>
                <a:lnTo>
                  <a:pt x="1131" y="0"/>
                </a:lnTo>
                <a:lnTo>
                  <a:pt x="1142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2" name=""/>
          <p:cNvSpPr/>
          <p:nvPr/>
        </p:nvSpPr>
        <p:spPr>
          <a:xfrm>
            <a:off x="7842240" y="3328200"/>
            <a:ext cx="414720" cy="28800"/>
          </a:xfrm>
          <a:custGeom>
            <a:avLst/>
            <a:gdLst/>
            <a:ahLst/>
            <a:rect l="0" t="0" r="r" b="b"/>
            <a:pathLst>
              <a:path w="1152" h="80">
                <a:moveTo>
                  <a:pt x="0" y="80"/>
                </a:moveTo>
                <a:lnTo>
                  <a:pt x="1142" y="0"/>
                </a:lnTo>
                <a:lnTo>
                  <a:pt x="1152" y="0"/>
                </a:lnTo>
                <a:lnTo>
                  <a:pt x="0" y="80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3" name=""/>
          <p:cNvSpPr/>
          <p:nvPr/>
        </p:nvSpPr>
        <p:spPr>
          <a:xfrm>
            <a:off x="7842240" y="3328200"/>
            <a:ext cx="418320" cy="29160"/>
          </a:xfrm>
          <a:custGeom>
            <a:avLst/>
            <a:gdLst/>
            <a:ahLst/>
            <a:rect l="0" t="0" r="r" b="b"/>
            <a:pathLst>
              <a:path w="1162" h="81">
                <a:moveTo>
                  <a:pt x="0" y="80"/>
                </a:moveTo>
                <a:lnTo>
                  <a:pt x="1152" y="0"/>
                </a:lnTo>
                <a:lnTo>
                  <a:pt x="1162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4" name=""/>
          <p:cNvSpPr/>
          <p:nvPr/>
        </p:nvSpPr>
        <p:spPr>
          <a:xfrm>
            <a:off x="7842240" y="3328200"/>
            <a:ext cx="421920" cy="29520"/>
          </a:xfrm>
          <a:custGeom>
            <a:avLst/>
            <a:gdLst/>
            <a:ahLst/>
            <a:rect l="0" t="0" r="r" b="b"/>
            <a:pathLst>
              <a:path w="1172" h="82">
                <a:moveTo>
                  <a:pt x="0" y="81"/>
                </a:moveTo>
                <a:lnTo>
                  <a:pt x="1162" y="0"/>
                </a:lnTo>
                <a:lnTo>
                  <a:pt x="1172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5" name=""/>
          <p:cNvSpPr/>
          <p:nvPr/>
        </p:nvSpPr>
        <p:spPr>
          <a:xfrm>
            <a:off x="7842240" y="3328200"/>
            <a:ext cx="425520" cy="29520"/>
          </a:xfrm>
          <a:custGeom>
            <a:avLst/>
            <a:gdLst/>
            <a:ahLst/>
            <a:rect l="0" t="0" r="r" b="b"/>
            <a:pathLst>
              <a:path w="1182" h="82">
                <a:moveTo>
                  <a:pt x="0" y="82"/>
                </a:moveTo>
                <a:lnTo>
                  <a:pt x="1172" y="0"/>
                </a:lnTo>
                <a:lnTo>
                  <a:pt x="1182" y="0"/>
                </a:lnTo>
                <a:lnTo>
                  <a:pt x="0" y="82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6" name=""/>
          <p:cNvSpPr/>
          <p:nvPr/>
        </p:nvSpPr>
        <p:spPr>
          <a:xfrm>
            <a:off x="7842240" y="3328200"/>
            <a:ext cx="429120" cy="29880"/>
          </a:xfrm>
          <a:custGeom>
            <a:avLst/>
            <a:gdLst/>
            <a:ahLst/>
            <a:rect l="0" t="0" r="r" b="b"/>
            <a:pathLst>
              <a:path w="1192" h="83">
                <a:moveTo>
                  <a:pt x="0" y="82"/>
                </a:moveTo>
                <a:lnTo>
                  <a:pt x="1182" y="0"/>
                </a:lnTo>
                <a:lnTo>
                  <a:pt x="1192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7" name=""/>
          <p:cNvSpPr/>
          <p:nvPr/>
        </p:nvSpPr>
        <p:spPr>
          <a:xfrm>
            <a:off x="7842240" y="3328200"/>
            <a:ext cx="432720" cy="30240"/>
          </a:xfrm>
          <a:custGeom>
            <a:avLst/>
            <a:gdLst/>
            <a:ahLst/>
            <a:rect l="0" t="0" r="r" b="b"/>
            <a:pathLst>
              <a:path w="1202" h="84">
                <a:moveTo>
                  <a:pt x="0" y="83"/>
                </a:moveTo>
                <a:lnTo>
                  <a:pt x="1192" y="0"/>
                </a:lnTo>
                <a:lnTo>
                  <a:pt x="1202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8" name=""/>
          <p:cNvSpPr/>
          <p:nvPr/>
        </p:nvSpPr>
        <p:spPr>
          <a:xfrm>
            <a:off x="7842240" y="3328200"/>
            <a:ext cx="436320" cy="30240"/>
          </a:xfrm>
          <a:custGeom>
            <a:avLst/>
            <a:gdLst/>
            <a:ahLst/>
            <a:rect l="0" t="0" r="r" b="b"/>
            <a:pathLst>
              <a:path w="1212" h="84">
                <a:moveTo>
                  <a:pt x="0" y="84"/>
                </a:moveTo>
                <a:lnTo>
                  <a:pt x="1202" y="0"/>
                </a:lnTo>
                <a:lnTo>
                  <a:pt x="1212" y="0"/>
                </a:lnTo>
                <a:lnTo>
                  <a:pt x="0" y="84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29" name=""/>
          <p:cNvSpPr/>
          <p:nvPr/>
        </p:nvSpPr>
        <p:spPr>
          <a:xfrm>
            <a:off x="7842240" y="3328200"/>
            <a:ext cx="439920" cy="30600"/>
          </a:xfrm>
          <a:custGeom>
            <a:avLst/>
            <a:gdLst/>
            <a:ahLst/>
            <a:rect l="0" t="0" r="r" b="b"/>
            <a:pathLst>
              <a:path w="1222" h="85">
                <a:moveTo>
                  <a:pt x="0" y="84"/>
                </a:moveTo>
                <a:lnTo>
                  <a:pt x="1212" y="0"/>
                </a:lnTo>
                <a:lnTo>
                  <a:pt x="1222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0" name=""/>
          <p:cNvSpPr/>
          <p:nvPr/>
        </p:nvSpPr>
        <p:spPr>
          <a:xfrm>
            <a:off x="7842240" y="3328200"/>
            <a:ext cx="443520" cy="30960"/>
          </a:xfrm>
          <a:custGeom>
            <a:avLst/>
            <a:gdLst/>
            <a:ahLst/>
            <a:rect l="0" t="0" r="r" b="b"/>
            <a:pathLst>
              <a:path w="1232" h="86">
                <a:moveTo>
                  <a:pt x="0" y="85"/>
                </a:moveTo>
                <a:lnTo>
                  <a:pt x="1222" y="0"/>
                </a:lnTo>
                <a:lnTo>
                  <a:pt x="1232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1" name=""/>
          <p:cNvSpPr/>
          <p:nvPr/>
        </p:nvSpPr>
        <p:spPr>
          <a:xfrm>
            <a:off x="7842240" y="3328200"/>
            <a:ext cx="447120" cy="30960"/>
          </a:xfrm>
          <a:custGeom>
            <a:avLst/>
            <a:gdLst/>
            <a:ahLst/>
            <a:rect l="0" t="0" r="r" b="b"/>
            <a:pathLst>
              <a:path w="1242" h="86">
                <a:moveTo>
                  <a:pt x="0" y="86"/>
                </a:moveTo>
                <a:lnTo>
                  <a:pt x="1232" y="0"/>
                </a:lnTo>
                <a:lnTo>
                  <a:pt x="1242" y="0"/>
                </a:lnTo>
                <a:lnTo>
                  <a:pt x="0" y="86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2" name=""/>
          <p:cNvSpPr/>
          <p:nvPr/>
        </p:nvSpPr>
        <p:spPr>
          <a:xfrm>
            <a:off x="7842240" y="3328200"/>
            <a:ext cx="451080" cy="31320"/>
          </a:xfrm>
          <a:custGeom>
            <a:avLst/>
            <a:gdLst/>
            <a:ahLst/>
            <a:rect l="0" t="0" r="r" b="b"/>
            <a:pathLst>
              <a:path w="1253" h="87">
                <a:moveTo>
                  <a:pt x="0" y="85"/>
                </a:moveTo>
                <a:lnTo>
                  <a:pt x="1242" y="0"/>
                </a:lnTo>
                <a:lnTo>
                  <a:pt x="1253" y="0"/>
                </a:lnTo>
                <a:lnTo>
                  <a:pt x="0" y="87"/>
                </a:lnTo>
                <a:lnTo>
                  <a:pt x="0" y="85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3" name=""/>
          <p:cNvSpPr/>
          <p:nvPr/>
        </p:nvSpPr>
        <p:spPr>
          <a:xfrm>
            <a:off x="7842240" y="3328200"/>
            <a:ext cx="454680" cy="31680"/>
          </a:xfrm>
          <a:custGeom>
            <a:avLst/>
            <a:gdLst/>
            <a:ahLst/>
            <a:rect l="0" t="0" r="r" b="b"/>
            <a:pathLst>
              <a:path w="1263" h="88">
                <a:moveTo>
                  <a:pt x="0" y="87"/>
                </a:moveTo>
                <a:lnTo>
                  <a:pt x="1253" y="0"/>
                </a:lnTo>
                <a:lnTo>
                  <a:pt x="1263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4" name=""/>
          <p:cNvSpPr/>
          <p:nvPr/>
        </p:nvSpPr>
        <p:spPr>
          <a:xfrm>
            <a:off x="7842240" y="3328200"/>
            <a:ext cx="458280" cy="32040"/>
          </a:xfrm>
          <a:custGeom>
            <a:avLst/>
            <a:gdLst/>
            <a:ahLst/>
            <a:rect l="0" t="0" r="r" b="b"/>
            <a:pathLst>
              <a:path w="1273" h="89">
                <a:moveTo>
                  <a:pt x="0" y="88"/>
                </a:moveTo>
                <a:lnTo>
                  <a:pt x="1263" y="0"/>
                </a:lnTo>
                <a:lnTo>
                  <a:pt x="1273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5" name=""/>
          <p:cNvSpPr/>
          <p:nvPr/>
        </p:nvSpPr>
        <p:spPr>
          <a:xfrm>
            <a:off x="7842240" y="3328200"/>
            <a:ext cx="461880" cy="32040"/>
          </a:xfrm>
          <a:custGeom>
            <a:avLst/>
            <a:gdLst/>
            <a:ahLst/>
            <a:rect l="0" t="0" r="r" b="b"/>
            <a:pathLst>
              <a:path w="1283" h="89">
                <a:moveTo>
                  <a:pt x="0" y="89"/>
                </a:moveTo>
                <a:lnTo>
                  <a:pt x="1273" y="0"/>
                </a:lnTo>
                <a:lnTo>
                  <a:pt x="1283" y="0"/>
                </a:lnTo>
                <a:lnTo>
                  <a:pt x="0" y="89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6" name=""/>
          <p:cNvSpPr/>
          <p:nvPr/>
        </p:nvSpPr>
        <p:spPr>
          <a:xfrm>
            <a:off x="7842240" y="3328200"/>
            <a:ext cx="465120" cy="32400"/>
          </a:xfrm>
          <a:custGeom>
            <a:avLst/>
            <a:gdLst/>
            <a:ahLst/>
            <a:rect l="0" t="0" r="r" b="b"/>
            <a:pathLst>
              <a:path w="1292" h="90">
                <a:moveTo>
                  <a:pt x="0" y="89"/>
                </a:moveTo>
                <a:lnTo>
                  <a:pt x="1283" y="0"/>
                </a:lnTo>
                <a:lnTo>
                  <a:pt x="1292" y="0"/>
                </a:lnTo>
                <a:lnTo>
                  <a:pt x="0" y="90"/>
                </a:lnTo>
                <a:lnTo>
                  <a:pt x="0" y="89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7" name=""/>
          <p:cNvSpPr/>
          <p:nvPr/>
        </p:nvSpPr>
        <p:spPr>
          <a:xfrm>
            <a:off x="7842240" y="3328200"/>
            <a:ext cx="465120" cy="32400"/>
          </a:xfrm>
          <a:custGeom>
            <a:avLst/>
            <a:gdLst/>
            <a:ahLst/>
            <a:rect l="0" t="0" r="r" b="b"/>
            <a:pathLst>
              <a:path w="1292" h="90">
                <a:moveTo>
                  <a:pt x="0" y="90"/>
                </a:moveTo>
                <a:lnTo>
                  <a:pt x="1292" y="0"/>
                </a:lnTo>
                <a:lnTo>
                  <a:pt x="1292" y="1"/>
                </a:lnTo>
                <a:lnTo>
                  <a:pt x="10" y="90"/>
                </a:lnTo>
                <a:lnTo>
                  <a:pt x="0" y="90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8" name=""/>
          <p:cNvSpPr/>
          <p:nvPr/>
        </p:nvSpPr>
        <p:spPr>
          <a:xfrm>
            <a:off x="7845840" y="3328560"/>
            <a:ext cx="461520" cy="32040"/>
          </a:xfrm>
          <a:custGeom>
            <a:avLst/>
            <a:gdLst/>
            <a:ahLst/>
            <a:rect l="0" t="0" r="r" b="b"/>
            <a:pathLst>
              <a:path w="1282" h="89">
                <a:moveTo>
                  <a:pt x="0" y="89"/>
                </a:moveTo>
                <a:lnTo>
                  <a:pt x="1282" y="0"/>
                </a:lnTo>
                <a:lnTo>
                  <a:pt x="1282" y="1"/>
                </a:lnTo>
                <a:lnTo>
                  <a:pt x="10" y="89"/>
                </a:lnTo>
                <a:lnTo>
                  <a:pt x="0" y="89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39" name=""/>
          <p:cNvSpPr/>
          <p:nvPr/>
        </p:nvSpPr>
        <p:spPr>
          <a:xfrm>
            <a:off x="7849440" y="3328920"/>
            <a:ext cx="457920" cy="31680"/>
          </a:xfrm>
          <a:custGeom>
            <a:avLst/>
            <a:gdLst/>
            <a:ahLst/>
            <a:rect l="0" t="0" r="r" b="b"/>
            <a:pathLst>
              <a:path w="1272" h="88">
                <a:moveTo>
                  <a:pt x="0" y="88"/>
                </a:moveTo>
                <a:lnTo>
                  <a:pt x="1272" y="0"/>
                </a:lnTo>
                <a:lnTo>
                  <a:pt x="10" y="88"/>
                </a:lnTo>
                <a:lnTo>
                  <a:pt x="0" y="88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0" name=""/>
          <p:cNvSpPr/>
          <p:nvPr/>
        </p:nvSpPr>
        <p:spPr>
          <a:xfrm>
            <a:off x="7853040" y="3328920"/>
            <a:ext cx="454320" cy="31680"/>
          </a:xfrm>
          <a:custGeom>
            <a:avLst/>
            <a:gdLst/>
            <a:ahLst/>
            <a:rect l="0" t="0" r="r" b="b"/>
            <a:pathLst>
              <a:path w="1262" h="88">
                <a:moveTo>
                  <a:pt x="0" y="88"/>
                </a:moveTo>
                <a:lnTo>
                  <a:pt x="1262" y="0"/>
                </a:lnTo>
                <a:lnTo>
                  <a:pt x="1262" y="1"/>
                </a:lnTo>
                <a:lnTo>
                  <a:pt x="10" y="88"/>
                </a:lnTo>
                <a:lnTo>
                  <a:pt x="0" y="88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1" name=""/>
          <p:cNvSpPr/>
          <p:nvPr/>
        </p:nvSpPr>
        <p:spPr>
          <a:xfrm>
            <a:off x="7856640" y="3329280"/>
            <a:ext cx="450720" cy="31320"/>
          </a:xfrm>
          <a:custGeom>
            <a:avLst/>
            <a:gdLst/>
            <a:ahLst/>
            <a:rect l="0" t="0" r="r" b="b"/>
            <a:pathLst>
              <a:path w="1252" h="87">
                <a:moveTo>
                  <a:pt x="0" y="87"/>
                </a:moveTo>
                <a:lnTo>
                  <a:pt x="1252" y="0"/>
                </a:lnTo>
                <a:lnTo>
                  <a:pt x="1252" y="1"/>
                </a:lnTo>
                <a:lnTo>
                  <a:pt x="10" y="87"/>
                </a:lnTo>
                <a:lnTo>
                  <a:pt x="0" y="87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2" name=""/>
          <p:cNvSpPr/>
          <p:nvPr/>
        </p:nvSpPr>
        <p:spPr>
          <a:xfrm>
            <a:off x="7860240" y="3329640"/>
            <a:ext cx="447120" cy="30960"/>
          </a:xfrm>
          <a:custGeom>
            <a:avLst/>
            <a:gdLst/>
            <a:ahLst/>
            <a:rect l="0" t="0" r="r" b="b"/>
            <a:pathLst>
              <a:path w="1242" h="86">
                <a:moveTo>
                  <a:pt x="0" y="86"/>
                </a:moveTo>
                <a:lnTo>
                  <a:pt x="1242" y="0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3" name=""/>
          <p:cNvSpPr/>
          <p:nvPr/>
        </p:nvSpPr>
        <p:spPr>
          <a:xfrm>
            <a:off x="7863840" y="3329640"/>
            <a:ext cx="443520" cy="30960"/>
          </a:xfrm>
          <a:custGeom>
            <a:avLst/>
            <a:gdLst/>
            <a:ahLst/>
            <a:rect l="0" t="0" r="r" b="b"/>
            <a:pathLst>
              <a:path w="1232" h="86">
                <a:moveTo>
                  <a:pt x="0" y="86"/>
                </a:moveTo>
                <a:lnTo>
                  <a:pt x="1232" y="0"/>
                </a:lnTo>
                <a:lnTo>
                  <a:pt x="1232" y="1"/>
                </a:lnTo>
                <a:lnTo>
                  <a:pt x="1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4" name=""/>
          <p:cNvSpPr/>
          <p:nvPr/>
        </p:nvSpPr>
        <p:spPr>
          <a:xfrm>
            <a:off x="7867440" y="3330000"/>
            <a:ext cx="439920" cy="30600"/>
          </a:xfrm>
          <a:custGeom>
            <a:avLst/>
            <a:gdLst/>
            <a:ahLst/>
            <a:rect l="0" t="0" r="r" b="b"/>
            <a:pathLst>
              <a:path w="1222" h="85">
                <a:moveTo>
                  <a:pt x="0" y="85"/>
                </a:moveTo>
                <a:lnTo>
                  <a:pt x="1222" y="0"/>
                </a:lnTo>
                <a:lnTo>
                  <a:pt x="1222" y="1"/>
                </a:lnTo>
                <a:lnTo>
                  <a:pt x="1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5" name=""/>
          <p:cNvSpPr/>
          <p:nvPr/>
        </p:nvSpPr>
        <p:spPr>
          <a:xfrm>
            <a:off x="7871040" y="3330360"/>
            <a:ext cx="436320" cy="30240"/>
          </a:xfrm>
          <a:custGeom>
            <a:avLst/>
            <a:gdLst/>
            <a:ahLst/>
            <a:rect l="0" t="0" r="r" b="b"/>
            <a:pathLst>
              <a:path w="1212" h="84">
                <a:moveTo>
                  <a:pt x="0" y="84"/>
                </a:moveTo>
                <a:lnTo>
                  <a:pt x="1212" y="0"/>
                </a:lnTo>
                <a:lnTo>
                  <a:pt x="11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6" name=""/>
          <p:cNvSpPr/>
          <p:nvPr/>
        </p:nvSpPr>
        <p:spPr>
          <a:xfrm>
            <a:off x="7875000" y="3330360"/>
            <a:ext cx="432360" cy="30240"/>
          </a:xfrm>
          <a:custGeom>
            <a:avLst/>
            <a:gdLst/>
            <a:ahLst/>
            <a:rect l="0" t="0" r="r" b="b"/>
            <a:pathLst>
              <a:path w="1201" h="84">
                <a:moveTo>
                  <a:pt x="0" y="84"/>
                </a:moveTo>
                <a:lnTo>
                  <a:pt x="1201" y="0"/>
                </a:lnTo>
                <a:lnTo>
                  <a:pt x="1201" y="1"/>
                </a:lnTo>
                <a:lnTo>
                  <a:pt x="10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7" name=""/>
          <p:cNvSpPr/>
          <p:nvPr/>
        </p:nvSpPr>
        <p:spPr>
          <a:xfrm>
            <a:off x="7878600" y="3330720"/>
            <a:ext cx="428760" cy="29880"/>
          </a:xfrm>
          <a:custGeom>
            <a:avLst/>
            <a:gdLst/>
            <a:ahLst/>
            <a:rect l="0" t="0" r="r" b="b"/>
            <a:pathLst>
              <a:path w="1191" h="83">
                <a:moveTo>
                  <a:pt x="0" y="83"/>
                </a:moveTo>
                <a:lnTo>
                  <a:pt x="1191" y="0"/>
                </a:lnTo>
                <a:lnTo>
                  <a:pt x="1191" y="1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8" name=""/>
          <p:cNvSpPr/>
          <p:nvPr/>
        </p:nvSpPr>
        <p:spPr>
          <a:xfrm>
            <a:off x="7882200" y="3331080"/>
            <a:ext cx="425160" cy="29520"/>
          </a:xfrm>
          <a:custGeom>
            <a:avLst/>
            <a:gdLst/>
            <a:ahLst/>
            <a:rect l="0" t="0" r="r" b="b"/>
            <a:pathLst>
              <a:path w="1181" h="82">
                <a:moveTo>
                  <a:pt x="0" y="82"/>
                </a:moveTo>
                <a:lnTo>
                  <a:pt x="1181" y="0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49" name=""/>
          <p:cNvSpPr/>
          <p:nvPr/>
        </p:nvSpPr>
        <p:spPr>
          <a:xfrm>
            <a:off x="7885800" y="3331080"/>
            <a:ext cx="421560" cy="29520"/>
          </a:xfrm>
          <a:custGeom>
            <a:avLst/>
            <a:gdLst/>
            <a:ahLst/>
            <a:rect l="0" t="0" r="r" b="b"/>
            <a:pathLst>
              <a:path w="1171" h="82">
                <a:moveTo>
                  <a:pt x="0" y="82"/>
                </a:moveTo>
                <a:lnTo>
                  <a:pt x="1171" y="0"/>
                </a:lnTo>
                <a:lnTo>
                  <a:pt x="1171" y="1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0" name=""/>
          <p:cNvSpPr/>
          <p:nvPr/>
        </p:nvSpPr>
        <p:spPr>
          <a:xfrm>
            <a:off x="7889400" y="3331440"/>
            <a:ext cx="417960" cy="29160"/>
          </a:xfrm>
          <a:custGeom>
            <a:avLst/>
            <a:gdLst/>
            <a:ahLst/>
            <a:rect l="0" t="0" r="r" b="b"/>
            <a:pathLst>
              <a:path w="1161" h="81">
                <a:moveTo>
                  <a:pt x="0" y="81"/>
                </a:moveTo>
                <a:lnTo>
                  <a:pt x="1161" y="0"/>
                </a:lnTo>
                <a:lnTo>
                  <a:pt x="1161" y="1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1" name=""/>
          <p:cNvSpPr/>
          <p:nvPr/>
        </p:nvSpPr>
        <p:spPr>
          <a:xfrm>
            <a:off x="7893000" y="3331800"/>
            <a:ext cx="414360" cy="28800"/>
          </a:xfrm>
          <a:custGeom>
            <a:avLst/>
            <a:gdLst/>
            <a:ahLst/>
            <a:rect l="0" t="0" r="r" b="b"/>
            <a:pathLst>
              <a:path w="1151" h="80">
                <a:moveTo>
                  <a:pt x="0" y="80"/>
                </a:moveTo>
                <a:lnTo>
                  <a:pt x="1151" y="0"/>
                </a:lnTo>
                <a:lnTo>
                  <a:pt x="1151" y="1"/>
                </a:lnTo>
                <a:lnTo>
                  <a:pt x="1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2" name=""/>
          <p:cNvSpPr/>
          <p:nvPr/>
        </p:nvSpPr>
        <p:spPr>
          <a:xfrm>
            <a:off x="7896600" y="3332160"/>
            <a:ext cx="410760" cy="28440"/>
          </a:xfrm>
          <a:custGeom>
            <a:avLst/>
            <a:gdLst/>
            <a:ahLst/>
            <a:rect l="0" t="0" r="r" b="b"/>
            <a:pathLst>
              <a:path w="1141" h="79">
                <a:moveTo>
                  <a:pt x="0" y="79"/>
                </a:moveTo>
                <a:lnTo>
                  <a:pt x="1141" y="0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3" name=""/>
          <p:cNvSpPr/>
          <p:nvPr/>
        </p:nvSpPr>
        <p:spPr>
          <a:xfrm>
            <a:off x="7900200" y="3332160"/>
            <a:ext cx="407160" cy="28440"/>
          </a:xfrm>
          <a:custGeom>
            <a:avLst/>
            <a:gdLst/>
            <a:ahLst/>
            <a:rect l="0" t="0" r="r" b="b"/>
            <a:pathLst>
              <a:path w="1131" h="79">
                <a:moveTo>
                  <a:pt x="0" y="79"/>
                </a:moveTo>
                <a:lnTo>
                  <a:pt x="1131" y="0"/>
                </a:lnTo>
                <a:lnTo>
                  <a:pt x="1131" y="1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4" name=""/>
          <p:cNvSpPr/>
          <p:nvPr/>
        </p:nvSpPr>
        <p:spPr>
          <a:xfrm>
            <a:off x="7903800" y="3332520"/>
            <a:ext cx="403560" cy="28080"/>
          </a:xfrm>
          <a:custGeom>
            <a:avLst/>
            <a:gdLst/>
            <a:ahLst/>
            <a:rect l="0" t="0" r="r" b="b"/>
            <a:pathLst>
              <a:path w="1121" h="78">
                <a:moveTo>
                  <a:pt x="0" y="78"/>
                </a:moveTo>
                <a:lnTo>
                  <a:pt x="1121" y="0"/>
                </a:lnTo>
                <a:lnTo>
                  <a:pt x="1121" y="1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5" name=""/>
          <p:cNvSpPr/>
          <p:nvPr/>
        </p:nvSpPr>
        <p:spPr>
          <a:xfrm>
            <a:off x="7907400" y="3332880"/>
            <a:ext cx="399960" cy="27720"/>
          </a:xfrm>
          <a:custGeom>
            <a:avLst/>
            <a:gdLst/>
            <a:ahLst/>
            <a:rect l="0" t="0" r="r" b="b"/>
            <a:pathLst>
              <a:path w="1111" h="77">
                <a:moveTo>
                  <a:pt x="0" y="77"/>
                </a:moveTo>
                <a:lnTo>
                  <a:pt x="1111" y="0"/>
                </a:lnTo>
                <a:lnTo>
                  <a:pt x="10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6" name=""/>
          <p:cNvSpPr/>
          <p:nvPr/>
        </p:nvSpPr>
        <p:spPr>
          <a:xfrm>
            <a:off x="7911000" y="3332880"/>
            <a:ext cx="396360" cy="27720"/>
          </a:xfrm>
          <a:custGeom>
            <a:avLst/>
            <a:gdLst/>
            <a:ahLst/>
            <a:rect l="0" t="0" r="r" b="b"/>
            <a:pathLst>
              <a:path w="1101" h="77">
                <a:moveTo>
                  <a:pt x="0" y="77"/>
                </a:moveTo>
                <a:lnTo>
                  <a:pt x="1101" y="0"/>
                </a:lnTo>
                <a:lnTo>
                  <a:pt x="1101" y="1"/>
                </a:lnTo>
                <a:lnTo>
                  <a:pt x="11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ec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7" name=""/>
          <p:cNvSpPr/>
          <p:nvPr/>
        </p:nvSpPr>
        <p:spPr>
          <a:xfrm>
            <a:off x="7914960" y="3333240"/>
            <a:ext cx="392400" cy="27360"/>
          </a:xfrm>
          <a:custGeom>
            <a:avLst/>
            <a:gdLst/>
            <a:ahLst/>
            <a:rect l="0" t="0" r="r" b="b"/>
            <a:pathLst>
              <a:path w="1090" h="76">
                <a:moveTo>
                  <a:pt x="0" y="76"/>
                </a:moveTo>
                <a:lnTo>
                  <a:pt x="1090" y="0"/>
                </a:lnTo>
                <a:lnTo>
                  <a:pt x="1090" y="1"/>
                </a:lnTo>
                <a:lnTo>
                  <a:pt x="1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8" name=""/>
          <p:cNvSpPr/>
          <p:nvPr/>
        </p:nvSpPr>
        <p:spPr>
          <a:xfrm>
            <a:off x="7918560" y="3333600"/>
            <a:ext cx="388800" cy="27000"/>
          </a:xfrm>
          <a:custGeom>
            <a:avLst/>
            <a:gdLst/>
            <a:ahLst/>
            <a:rect l="0" t="0" r="r" b="b"/>
            <a:pathLst>
              <a:path w="1080" h="75">
                <a:moveTo>
                  <a:pt x="0" y="75"/>
                </a:moveTo>
                <a:lnTo>
                  <a:pt x="1080" y="0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59" name=""/>
          <p:cNvSpPr/>
          <p:nvPr/>
        </p:nvSpPr>
        <p:spPr>
          <a:xfrm>
            <a:off x="7922160" y="3333600"/>
            <a:ext cx="385200" cy="27000"/>
          </a:xfrm>
          <a:custGeom>
            <a:avLst/>
            <a:gdLst/>
            <a:ahLst/>
            <a:rect l="0" t="0" r="r" b="b"/>
            <a:pathLst>
              <a:path w="1070" h="75">
                <a:moveTo>
                  <a:pt x="0" y="75"/>
                </a:moveTo>
                <a:lnTo>
                  <a:pt x="1070" y="0"/>
                </a:lnTo>
                <a:lnTo>
                  <a:pt x="1070" y="1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0" name=""/>
          <p:cNvSpPr/>
          <p:nvPr/>
        </p:nvSpPr>
        <p:spPr>
          <a:xfrm>
            <a:off x="7925760" y="3333960"/>
            <a:ext cx="381600" cy="26640"/>
          </a:xfrm>
          <a:custGeom>
            <a:avLst/>
            <a:gdLst/>
            <a:ahLst/>
            <a:rect l="0" t="0" r="r" b="b"/>
            <a:pathLst>
              <a:path w="1060" h="74">
                <a:moveTo>
                  <a:pt x="0" y="74"/>
                </a:moveTo>
                <a:lnTo>
                  <a:pt x="1060" y="0"/>
                </a:lnTo>
                <a:lnTo>
                  <a:pt x="1060" y="1"/>
                </a:lnTo>
                <a:lnTo>
                  <a:pt x="10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dc1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1" name=""/>
          <p:cNvSpPr/>
          <p:nvPr/>
        </p:nvSpPr>
        <p:spPr>
          <a:xfrm>
            <a:off x="7929360" y="3334320"/>
            <a:ext cx="378000" cy="26280"/>
          </a:xfrm>
          <a:custGeom>
            <a:avLst/>
            <a:gdLst/>
            <a:ahLst/>
            <a:rect l="0" t="0" r="r" b="b"/>
            <a:pathLst>
              <a:path w="1050" h="73">
                <a:moveTo>
                  <a:pt x="0" y="73"/>
                </a:moveTo>
                <a:lnTo>
                  <a:pt x="1050" y="0"/>
                </a:lnTo>
                <a:lnTo>
                  <a:pt x="10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2" name=""/>
          <p:cNvSpPr/>
          <p:nvPr/>
        </p:nvSpPr>
        <p:spPr>
          <a:xfrm>
            <a:off x="7932960" y="3334320"/>
            <a:ext cx="374400" cy="26280"/>
          </a:xfrm>
          <a:custGeom>
            <a:avLst/>
            <a:gdLst/>
            <a:ahLst/>
            <a:rect l="0" t="0" r="r" b="b"/>
            <a:pathLst>
              <a:path w="1040" h="73">
                <a:moveTo>
                  <a:pt x="0" y="73"/>
                </a:moveTo>
                <a:lnTo>
                  <a:pt x="1040" y="0"/>
                </a:lnTo>
                <a:lnTo>
                  <a:pt x="1040" y="1"/>
                </a:lnTo>
                <a:lnTo>
                  <a:pt x="10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3" name=""/>
          <p:cNvSpPr/>
          <p:nvPr/>
        </p:nvSpPr>
        <p:spPr>
          <a:xfrm>
            <a:off x="7936560" y="3334680"/>
            <a:ext cx="370800" cy="25920"/>
          </a:xfrm>
          <a:custGeom>
            <a:avLst/>
            <a:gdLst/>
            <a:ahLst/>
            <a:rect l="0" t="0" r="r" b="b"/>
            <a:pathLst>
              <a:path w="1030" h="72">
                <a:moveTo>
                  <a:pt x="0" y="72"/>
                </a:moveTo>
                <a:lnTo>
                  <a:pt x="1030" y="0"/>
                </a:lnTo>
                <a:lnTo>
                  <a:pt x="1030" y="1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4" name=""/>
          <p:cNvSpPr/>
          <p:nvPr/>
        </p:nvSpPr>
        <p:spPr>
          <a:xfrm>
            <a:off x="7940160" y="3335040"/>
            <a:ext cx="367200" cy="25560"/>
          </a:xfrm>
          <a:custGeom>
            <a:avLst/>
            <a:gdLst/>
            <a:ahLst/>
            <a:rect l="0" t="0" r="r" b="b"/>
            <a:pathLst>
              <a:path w="1020" h="71">
                <a:moveTo>
                  <a:pt x="0" y="71"/>
                </a:moveTo>
                <a:lnTo>
                  <a:pt x="1020" y="0"/>
                </a:lnTo>
                <a:lnTo>
                  <a:pt x="1020" y="1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5" name=""/>
          <p:cNvSpPr/>
          <p:nvPr/>
        </p:nvSpPr>
        <p:spPr>
          <a:xfrm>
            <a:off x="7943760" y="3335400"/>
            <a:ext cx="363600" cy="25200"/>
          </a:xfrm>
          <a:custGeom>
            <a:avLst/>
            <a:gdLst/>
            <a:ahLst/>
            <a:rect l="0" t="0" r="r" b="b"/>
            <a:pathLst>
              <a:path w="1010" h="70">
                <a:moveTo>
                  <a:pt x="0" y="70"/>
                </a:moveTo>
                <a:lnTo>
                  <a:pt x="1010" y="0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bb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6" name=""/>
          <p:cNvSpPr/>
          <p:nvPr/>
        </p:nvSpPr>
        <p:spPr>
          <a:xfrm>
            <a:off x="7947360" y="3335400"/>
            <a:ext cx="360000" cy="25200"/>
          </a:xfrm>
          <a:custGeom>
            <a:avLst/>
            <a:gdLst/>
            <a:ahLst/>
            <a:rect l="0" t="0" r="r" b="b"/>
            <a:pathLst>
              <a:path w="1000" h="70">
                <a:moveTo>
                  <a:pt x="0" y="70"/>
                </a:moveTo>
                <a:lnTo>
                  <a:pt x="1000" y="0"/>
                </a:lnTo>
                <a:lnTo>
                  <a:pt x="1000" y="1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7" name=""/>
          <p:cNvSpPr/>
          <p:nvPr/>
        </p:nvSpPr>
        <p:spPr>
          <a:xfrm>
            <a:off x="7950960" y="3335760"/>
            <a:ext cx="356400" cy="24840"/>
          </a:xfrm>
          <a:custGeom>
            <a:avLst/>
            <a:gdLst/>
            <a:ahLst/>
            <a:rect l="0" t="0" r="r" b="b"/>
            <a:pathLst>
              <a:path w="990" h="69">
                <a:moveTo>
                  <a:pt x="0" y="69"/>
                </a:moveTo>
                <a:lnTo>
                  <a:pt x="990" y="0"/>
                </a:lnTo>
                <a:lnTo>
                  <a:pt x="990" y="1"/>
                </a:lnTo>
                <a:lnTo>
                  <a:pt x="11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abc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8" name=""/>
          <p:cNvSpPr/>
          <p:nvPr/>
        </p:nvSpPr>
        <p:spPr>
          <a:xfrm>
            <a:off x="7954920" y="3336120"/>
            <a:ext cx="352440" cy="24480"/>
          </a:xfrm>
          <a:custGeom>
            <a:avLst/>
            <a:gdLst/>
            <a:ahLst/>
            <a:rect l="0" t="0" r="r" b="b"/>
            <a:pathLst>
              <a:path w="979" h="68">
                <a:moveTo>
                  <a:pt x="0" y="68"/>
                </a:moveTo>
                <a:lnTo>
                  <a:pt x="979" y="0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69" name=""/>
          <p:cNvSpPr/>
          <p:nvPr/>
        </p:nvSpPr>
        <p:spPr>
          <a:xfrm>
            <a:off x="7958520" y="3336120"/>
            <a:ext cx="348840" cy="24480"/>
          </a:xfrm>
          <a:custGeom>
            <a:avLst/>
            <a:gdLst/>
            <a:ahLst/>
            <a:rect l="0" t="0" r="r" b="b"/>
            <a:pathLst>
              <a:path w="969" h="68">
                <a:moveTo>
                  <a:pt x="0" y="68"/>
                </a:moveTo>
                <a:lnTo>
                  <a:pt x="969" y="0"/>
                </a:lnTo>
                <a:lnTo>
                  <a:pt x="969" y="1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abb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0" name=""/>
          <p:cNvSpPr/>
          <p:nvPr/>
        </p:nvSpPr>
        <p:spPr>
          <a:xfrm>
            <a:off x="7962120" y="3336480"/>
            <a:ext cx="345240" cy="24120"/>
          </a:xfrm>
          <a:custGeom>
            <a:avLst/>
            <a:gdLst/>
            <a:ahLst/>
            <a:rect l="0" t="0" r="r" b="b"/>
            <a:pathLst>
              <a:path w="959" h="67">
                <a:moveTo>
                  <a:pt x="0" y="67"/>
                </a:moveTo>
                <a:lnTo>
                  <a:pt x="959" y="0"/>
                </a:lnTo>
                <a:lnTo>
                  <a:pt x="959" y="1"/>
                </a:lnTo>
                <a:lnTo>
                  <a:pt x="10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1" name=""/>
          <p:cNvSpPr/>
          <p:nvPr/>
        </p:nvSpPr>
        <p:spPr>
          <a:xfrm>
            <a:off x="7965720" y="3336840"/>
            <a:ext cx="341640" cy="23760"/>
          </a:xfrm>
          <a:custGeom>
            <a:avLst/>
            <a:gdLst/>
            <a:ahLst/>
            <a:rect l="0" t="0" r="r" b="b"/>
            <a:pathLst>
              <a:path w="949" h="66">
                <a:moveTo>
                  <a:pt x="0" y="66"/>
                </a:moveTo>
                <a:lnTo>
                  <a:pt x="949" y="0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9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2" name=""/>
          <p:cNvSpPr/>
          <p:nvPr/>
        </p:nvSpPr>
        <p:spPr>
          <a:xfrm>
            <a:off x="7969320" y="3336840"/>
            <a:ext cx="338040" cy="23760"/>
          </a:xfrm>
          <a:custGeom>
            <a:avLst/>
            <a:gdLst/>
            <a:ahLst/>
            <a:rect l="0" t="0" r="r" b="b"/>
            <a:pathLst>
              <a:path w="939" h="66">
                <a:moveTo>
                  <a:pt x="0" y="66"/>
                </a:moveTo>
                <a:lnTo>
                  <a:pt x="939" y="0"/>
                </a:lnTo>
                <a:lnTo>
                  <a:pt x="939" y="1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3" name=""/>
          <p:cNvSpPr/>
          <p:nvPr/>
        </p:nvSpPr>
        <p:spPr>
          <a:xfrm>
            <a:off x="7972920" y="3337200"/>
            <a:ext cx="334440" cy="23400"/>
          </a:xfrm>
          <a:custGeom>
            <a:avLst/>
            <a:gdLst/>
            <a:ahLst/>
            <a:rect l="0" t="0" r="r" b="b"/>
            <a:pathLst>
              <a:path w="929" h="65">
                <a:moveTo>
                  <a:pt x="0" y="65"/>
                </a:moveTo>
                <a:lnTo>
                  <a:pt x="929" y="0"/>
                </a:lnTo>
                <a:lnTo>
                  <a:pt x="929" y="1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9b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4" name=""/>
          <p:cNvSpPr/>
          <p:nvPr/>
        </p:nvSpPr>
        <p:spPr>
          <a:xfrm>
            <a:off x="7976520" y="3337560"/>
            <a:ext cx="330840" cy="23040"/>
          </a:xfrm>
          <a:custGeom>
            <a:avLst/>
            <a:gdLst/>
            <a:ahLst/>
            <a:rect l="0" t="0" r="r" b="b"/>
            <a:pathLst>
              <a:path w="919" h="64">
                <a:moveTo>
                  <a:pt x="0" y="64"/>
                </a:moveTo>
                <a:lnTo>
                  <a:pt x="919" y="0"/>
                </a:lnTo>
                <a:lnTo>
                  <a:pt x="919" y="1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5" name=""/>
          <p:cNvSpPr/>
          <p:nvPr/>
        </p:nvSpPr>
        <p:spPr>
          <a:xfrm>
            <a:off x="7980120" y="3337920"/>
            <a:ext cx="327240" cy="22680"/>
          </a:xfrm>
          <a:custGeom>
            <a:avLst/>
            <a:gdLst/>
            <a:ahLst/>
            <a:rect l="0" t="0" r="r" b="b"/>
            <a:pathLst>
              <a:path w="909" h="63">
                <a:moveTo>
                  <a:pt x="0" y="63"/>
                </a:moveTo>
                <a:lnTo>
                  <a:pt x="909" y="0"/>
                </a:lnTo>
                <a:lnTo>
                  <a:pt x="10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8b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6" name=""/>
          <p:cNvSpPr/>
          <p:nvPr/>
        </p:nvSpPr>
        <p:spPr>
          <a:xfrm>
            <a:off x="7983720" y="3337920"/>
            <a:ext cx="323640" cy="22680"/>
          </a:xfrm>
          <a:custGeom>
            <a:avLst/>
            <a:gdLst/>
            <a:ahLst/>
            <a:rect l="0" t="0" r="r" b="b"/>
            <a:pathLst>
              <a:path w="899" h="63">
                <a:moveTo>
                  <a:pt x="0" y="63"/>
                </a:moveTo>
                <a:lnTo>
                  <a:pt x="899" y="0"/>
                </a:lnTo>
                <a:lnTo>
                  <a:pt x="899" y="1"/>
                </a:lnTo>
                <a:lnTo>
                  <a:pt x="10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8b7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7" name=""/>
          <p:cNvSpPr/>
          <p:nvPr/>
        </p:nvSpPr>
        <p:spPr>
          <a:xfrm>
            <a:off x="7987320" y="3338280"/>
            <a:ext cx="320040" cy="22320"/>
          </a:xfrm>
          <a:custGeom>
            <a:avLst/>
            <a:gdLst/>
            <a:ahLst/>
            <a:rect l="0" t="0" r="r" b="b"/>
            <a:pathLst>
              <a:path w="889" h="62">
                <a:moveTo>
                  <a:pt x="0" y="62"/>
                </a:moveTo>
                <a:lnTo>
                  <a:pt x="889" y="0"/>
                </a:lnTo>
                <a:lnTo>
                  <a:pt x="889" y="1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8b6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8" name=""/>
          <p:cNvSpPr/>
          <p:nvPr/>
        </p:nvSpPr>
        <p:spPr>
          <a:xfrm>
            <a:off x="7990920" y="3338640"/>
            <a:ext cx="316440" cy="21960"/>
          </a:xfrm>
          <a:custGeom>
            <a:avLst/>
            <a:gdLst/>
            <a:ahLst/>
            <a:rect l="0" t="0" r="r" b="b"/>
            <a:pathLst>
              <a:path w="879" h="61">
                <a:moveTo>
                  <a:pt x="0" y="61"/>
                </a:moveTo>
                <a:lnTo>
                  <a:pt x="879" y="0"/>
                </a:lnTo>
                <a:lnTo>
                  <a:pt x="11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79" name=""/>
          <p:cNvSpPr/>
          <p:nvPr/>
        </p:nvSpPr>
        <p:spPr>
          <a:xfrm>
            <a:off x="7994880" y="3338640"/>
            <a:ext cx="312480" cy="21960"/>
          </a:xfrm>
          <a:custGeom>
            <a:avLst/>
            <a:gdLst/>
            <a:ahLst/>
            <a:rect l="0" t="0" r="r" b="b"/>
            <a:pathLst>
              <a:path w="868" h="61">
                <a:moveTo>
                  <a:pt x="0" y="61"/>
                </a:moveTo>
                <a:lnTo>
                  <a:pt x="868" y="0"/>
                </a:lnTo>
                <a:lnTo>
                  <a:pt x="868" y="1"/>
                </a:lnTo>
                <a:lnTo>
                  <a:pt x="1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7b5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0" name=""/>
          <p:cNvSpPr/>
          <p:nvPr/>
        </p:nvSpPr>
        <p:spPr>
          <a:xfrm>
            <a:off x="7998480" y="3339000"/>
            <a:ext cx="308880" cy="21600"/>
          </a:xfrm>
          <a:custGeom>
            <a:avLst/>
            <a:gdLst/>
            <a:ahLst/>
            <a:rect l="0" t="0" r="r" b="b"/>
            <a:pathLst>
              <a:path w="858" h="60">
                <a:moveTo>
                  <a:pt x="0" y="60"/>
                </a:moveTo>
                <a:lnTo>
                  <a:pt x="858" y="0"/>
                </a:lnTo>
                <a:lnTo>
                  <a:pt x="858" y="1"/>
                </a:lnTo>
                <a:lnTo>
                  <a:pt x="1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7b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1" name=""/>
          <p:cNvSpPr/>
          <p:nvPr/>
        </p:nvSpPr>
        <p:spPr>
          <a:xfrm>
            <a:off x="8002080" y="3339360"/>
            <a:ext cx="305280" cy="21240"/>
          </a:xfrm>
          <a:custGeom>
            <a:avLst/>
            <a:gdLst/>
            <a:ahLst/>
            <a:rect l="0" t="0" r="r" b="b"/>
            <a:pathLst>
              <a:path w="848" h="59">
                <a:moveTo>
                  <a:pt x="0" y="59"/>
                </a:moveTo>
                <a:lnTo>
                  <a:pt x="848" y="0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7b4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2" name=""/>
          <p:cNvSpPr/>
          <p:nvPr/>
        </p:nvSpPr>
        <p:spPr>
          <a:xfrm>
            <a:off x="8005680" y="3339360"/>
            <a:ext cx="301680" cy="21240"/>
          </a:xfrm>
          <a:custGeom>
            <a:avLst/>
            <a:gdLst/>
            <a:ahLst/>
            <a:rect l="0" t="0" r="r" b="b"/>
            <a:pathLst>
              <a:path w="838" h="59">
                <a:moveTo>
                  <a:pt x="0" y="59"/>
                </a:moveTo>
                <a:lnTo>
                  <a:pt x="838" y="0"/>
                </a:lnTo>
                <a:lnTo>
                  <a:pt x="838" y="1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3" name=""/>
          <p:cNvSpPr/>
          <p:nvPr/>
        </p:nvSpPr>
        <p:spPr>
          <a:xfrm>
            <a:off x="8009280" y="3339720"/>
            <a:ext cx="298080" cy="20880"/>
          </a:xfrm>
          <a:custGeom>
            <a:avLst/>
            <a:gdLst/>
            <a:ahLst/>
            <a:rect l="0" t="0" r="r" b="b"/>
            <a:pathLst>
              <a:path w="828" h="58">
                <a:moveTo>
                  <a:pt x="0" y="58"/>
                </a:moveTo>
                <a:lnTo>
                  <a:pt x="828" y="0"/>
                </a:lnTo>
                <a:lnTo>
                  <a:pt x="828" y="1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6b3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4" name=""/>
          <p:cNvSpPr/>
          <p:nvPr/>
        </p:nvSpPr>
        <p:spPr>
          <a:xfrm>
            <a:off x="8012880" y="3340080"/>
            <a:ext cx="294480" cy="20520"/>
          </a:xfrm>
          <a:custGeom>
            <a:avLst/>
            <a:gdLst/>
            <a:ahLst/>
            <a:rect l="0" t="0" r="r" b="b"/>
            <a:pathLst>
              <a:path w="818" h="57">
                <a:moveTo>
                  <a:pt x="0" y="57"/>
                </a:moveTo>
                <a:lnTo>
                  <a:pt x="818" y="0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5" name=""/>
          <p:cNvSpPr/>
          <p:nvPr/>
        </p:nvSpPr>
        <p:spPr>
          <a:xfrm>
            <a:off x="8016480" y="3340080"/>
            <a:ext cx="290880" cy="20520"/>
          </a:xfrm>
          <a:custGeom>
            <a:avLst/>
            <a:gdLst/>
            <a:ahLst/>
            <a:rect l="0" t="0" r="r" b="b"/>
            <a:pathLst>
              <a:path w="808" h="57">
                <a:moveTo>
                  <a:pt x="0" y="57"/>
                </a:moveTo>
                <a:lnTo>
                  <a:pt x="808" y="0"/>
                </a:lnTo>
                <a:lnTo>
                  <a:pt x="808" y="1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6" name=""/>
          <p:cNvSpPr/>
          <p:nvPr/>
        </p:nvSpPr>
        <p:spPr>
          <a:xfrm>
            <a:off x="8020080" y="3340440"/>
            <a:ext cx="287280" cy="20160"/>
          </a:xfrm>
          <a:custGeom>
            <a:avLst/>
            <a:gdLst/>
            <a:ahLst/>
            <a:rect l="0" t="0" r="r" b="b"/>
            <a:pathLst>
              <a:path w="798" h="56">
                <a:moveTo>
                  <a:pt x="0" y="56"/>
                </a:moveTo>
                <a:lnTo>
                  <a:pt x="798" y="0"/>
                </a:lnTo>
                <a:lnTo>
                  <a:pt x="798" y="1"/>
                </a:lnTo>
                <a:lnTo>
                  <a:pt x="10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6b2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7" name=""/>
          <p:cNvSpPr/>
          <p:nvPr/>
        </p:nvSpPr>
        <p:spPr>
          <a:xfrm>
            <a:off x="8023680" y="3340800"/>
            <a:ext cx="283680" cy="19800"/>
          </a:xfrm>
          <a:custGeom>
            <a:avLst/>
            <a:gdLst/>
            <a:ahLst/>
            <a:rect l="0" t="0" r="r" b="b"/>
            <a:pathLst>
              <a:path w="788" h="55">
                <a:moveTo>
                  <a:pt x="0" y="55"/>
                </a:moveTo>
                <a:lnTo>
                  <a:pt x="788" y="0"/>
                </a:lnTo>
                <a:lnTo>
                  <a:pt x="788" y="1"/>
                </a:lnTo>
                <a:lnTo>
                  <a:pt x="10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5b1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8" name=""/>
          <p:cNvSpPr/>
          <p:nvPr/>
        </p:nvSpPr>
        <p:spPr>
          <a:xfrm>
            <a:off x="8027280" y="3341160"/>
            <a:ext cx="280080" cy="19440"/>
          </a:xfrm>
          <a:custGeom>
            <a:avLst/>
            <a:gdLst/>
            <a:ahLst/>
            <a:rect l="0" t="0" r="r" b="b"/>
            <a:pathLst>
              <a:path w="778" h="54">
                <a:moveTo>
                  <a:pt x="0" y="54"/>
                </a:moveTo>
                <a:lnTo>
                  <a:pt x="778" y="0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89" name=""/>
          <p:cNvSpPr/>
          <p:nvPr/>
        </p:nvSpPr>
        <p:spPr>
          <a:xfrm>
            <a:off x="8030880" y="3341160"/>
            <a:ext cx="276480" cy="19800"/>
          </a:xfrm>
          <a:custGeom>
            <a:avLst/>
            <a:gdLst/>
            <a:ahLst/>
            <a:rect l="0" t="0" r="r" b="b"/>
            <a:pathLst>
              <a:path w="768" h="55">
                <a:moveTo>
                  <a:pt x="0" y="55"/>
                </a:moveTo>
                <a:lnTo>
                  <a:pt x="768" y="0"/>
                </a:lnTo>
                <a:lnTo>
                  <a:pt x="768" y="2"/>
                </a:lnTo>
                <a:lnTo>
                  <a:pt x="11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5b0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0" name=""/>
          <p:cNvSpPr/>
          <p:nvPr/>
        </p:nvSpPr>
        <p:spPr>
          <a:xfrm>
            <a:off x="8034840" y="3341520"/>
            <a:ext cx="272520" cy="19080"/>
          </a:xfrm>
          <a:custGeom>
            <a:avLst/>
            <a:gdLst/>
            <a:ahLst/>
            <a:rect l="0" t="0" r="r" b="b"/>
            <a:pathLst>
              <a:path w="757" h="53">
                <a:moveTo>
                  <a:pt x="0" y="53"/>
                </a:moveTo>
                <a:lnTo>
                  <a:pt x="757" y="0"/>
                </a:lnTo>
                <a:lnTo>
                  <a:pt x="757" y="1"/>
                </a:lnTo>
                <a:lnTo>
                  <a:pt x="10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1" name=""/>
          <p:cNvSpPr/>
          <p:nvPr/>
        </p:nvSpPr>
        <p:spPr>
          <a:xfrm>
            <a:off x="8038440" y="3341880"/>
            <a:ext cx="268920" cy="18720"/>
          </a:xfrm>
          <a:custGeom>
            <a:avLst/>
            <a:gdLst/>
            <a:ahLst/>
            <a:rect l="0" t="0" r="r" b="b"/>
            <a:pathLst>
              <a:path w="747" h="52">
                <a:moveTo>
                  <a:pt x="0" y="52"/>
                </a:moveTo>
                <a:lnTo>
                  <a:pt x="747" y="0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2" name=""/>
          <p:cNvSpPr/>
          <p:nvPr/>
        </p:nvSpPr>
        <p:spPr>
          <a:xfrm>
            <a:off x="8042040" y="3341880"/>
            <a:ext cx="265320" cy="18720"/>
          </a:xfrm>
          <a:custGeom>
            <a:avLst/>
            <a:gdLst/>
            <a:ahLst/>
            <a:rect l="0" t="0" r="r" b="b"/>
            <a:pathLst>
              <a:path w="737" h="52">
                <a:moveTo>
                  <a:pt x="0" y="52"/>
                </a:moveTo>
                <a:lnTo>
                  <a:pt x="737" y="0"/>
                </a:lnTo>
                <a:lnTo>
                  <a:pt x="737" y="1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3" name=""/>
          <p:cNvSpPr/>
          <p:nvPr/>
        </p:nvSpPr>
        <p:spPr>
          <a:xfrm>
            <a:off x="8045640" y="3342240"/>
            <a:ext cx="261720" cy="18360"/>
          </a:xfrm>
          <a:custGeom>
            <a:avLst/>
            <a:gdLst/>
            <a:ahLst/>
            <a:rect l="0" t="0" r="r" b="b"/>
            <a:pathLst>
              <a:path w="727" h="51">
                <a:moveTo>
                  <a:pt x="0" y="51"/>
                </a:moveTo>
                <a:lnTo>
                  <a:pt x="727" y="0"/>
                </a:lnTo>
                <a:lnTo>
                  <a:pt x="727" y="1"/>
                </a:lnTo>
                <a:lnTo>
                  <a:pt x="10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4" name=""/>
          <p:cNvSpPr/>
          <p:nvPr/>
        </p:nvSpPr>
        <p:spPr>
          <a:xfrm>
            <a:off x="8049240" y="3342600"/>
            <a:ext cx="258120" cy="18000"/>
          </a:xfrm>
          <a:custGeom>
            <a:avLst/>
            <a:gdLst/>
            <a:ahLst/>
            <a:rect l="0" t="0" r="r" b="b"/>
            <a:pathLst>
              <a:path w="717" h="50">
                <a:moveTo>
                  <a:pt x="0" y="50"/>
                </a:moveTo>
                <a:lnTo>
                  <a:pt x="717" y="0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4a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5" name=""/>
          <p:cNvSpPr/>
          <p:nvPr/>
        </p:nvSpPr>
        <p:spPr>
          <a:xfrm>
            <a:off x="8052840" y="3342600"/>
            <a:ext cx="254520" cy="18000"/>
          </a:xfrm>
          <a:custGeom>
            <a:avLst/>
            <a:gdLst/>
            <a:ahLst/>
            <a:rect l="0" t="0" r="r" b="b"/>
            <a:pathLst>
              <a:path w="707" h="50">
                <a:moveTo>
                  <a:pt x="0" y="50"/>
                </a:moveTo>
                <a:lnTo>
                  <a:pt x="707" y="0"/>
                </a:lnTo>
                <a:lnTo>
                  <a:pt x="707" y="1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6" name=""/>
          <p:cNvSpPr/>
          <p:nvPr/>
        </p:nvSpPr>
        <p:spPr>
          <a:xfrm>
            <a:off x="8056440" y="3342960"/>
            <a:ext cx="250920" cy="17640"/>
          </a:xfrm>
          <a:custGeom>
            <a:avLst/>
            <a:gdLst/>
            <a:ahLst/>
            <a:rect l="0" t="0" r="r" b="b"/>
            <a:pathLst>
              <a:path w="697" h="49">
                <a:moveTo>
                  <a:pt x="0" y="49"/>
                </a:moveTo>
                <a:lnTo>
                  <a:pt x="697" y="0"/>
                </a:lnTo>
                <a:lnTo>
                  <a:pt x="697" y="1"/>
                </a:lnTo>
                <a:lnTo>
                  <a:pt x="1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7" name=""/>
          <p:cNvSpPr/>
          <p:nvPr/>
        </p:nvSpPr>
        <p:spPr>
          <a:xfrm>
            <a:off x="8060040" y="3343320"/>
            <a:ext cx="247320" cy="17280"/>
          </a:xfrm>
          <a:custGeom>
            <a:avLst/>
            <a:gdLst/>
            <a:ahLst/>
            <a:rect l="0" t="0" r="r" b="b"/>
            <a:pathLst>
              <a:path w="687" h="48">
                <a:moveTo>
                  <a:pt x="0" y="48"/>
                </a:moveTo>
                <a:lnTo>
                  <a:pt x="687" y="0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8" name=""/>
          <p:cNvSpPr/>
          <p:nvPr/>
        </p:nvSpPr>
        <p:spPr>
          <a:xfrm>
            <a:off x="8063640" y="3343320"/>
            <a:ext cx="243720" cy="17280"/>
          </a:xfrm>
          <a:custGeom>
            <a:avLst/>
            <a:gdLst/>
            <a:ahLst/>
            <a:rect l="0" t="0" r="r" b="b"/>
            <a:pathLst>
              <a:path w="677" h="48">
                <a:moveTo>
                  <a:pt x="0" y="48"/>
                </a:moveTo>
                <a:lnTo>
                  <a:pt x="677" y="0"/>
                </a:lnTo>
                <a:lnTo>
                  <a:pt x="677" y="1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3a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599" name=""/>
          <p:cNvSpPr/>
          <p:nvPr/>
        </p:nvSpPr>
        <p:spPr>
          <a:xfrm>
            <a:off x="8067240" y="3343680"/>
            <a:ext cx="240120" cy="16920"/>
          </a:xfrm>
          <a:custGeom>
            <a:avLst/>
            <a:gdLst/>
            <a:ahLst/>
            <a:rect l="0" t="0" r="r" b="b"/>
            <a:pathLst>
              <a:path w="667" h="47">
                <a:moveTo>
                  <a:pt x="0" y="47"/>
                </a:moveTo>
                <a:lnTo>
                  <a:pt x="667" y="0"/>
                </a:lnTo>
                <a:lnTo>
                  <a:pt x="667" y="1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0" name=""/>
          <p:cNvSpPr/>
          <p:nvPr/>
        </p:nvSpPr>
        <p:spPr>
          <a:xfrm>
            <a:off x="8070840" y="3344040"/>
            <a:ext cx="236520" cy="16560"/>
          </a:xfrm>
          <a:custGeom>
            <a:avLst/>
            <a:gdLst/>
            <a:ahLst/>
            <a:rect l="0" t="0" r="r" b="b"/>
            <a:pathLst>
              <a:path w="657" h="46">
                <a:moveTo>
                  <a:pt x="0" y="46"/>
                </a:moveTo>
                <a:lnTo>
                  <a:pt x="657" y="0"/>
                </a:lnTo>
                <a:lnTo>
                  <a:pt x="657" y="1"/>
                </a:lnTo>
                <a:lnTo>
                  <a:pt x="11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3a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1" name=""/>
          <p:cNvSpPr/>
          <p:nvPr/>
        </p:nvSpPr>
        <p:spPr>
          <a:xfrm>
            <a:off x="8074800" y="3344400"/>
            <a:ext cx="232560" cy="16200"/>
          </a:xfrm>
          <a:custGeom>
            <a:avLst/>
            <a:gdLst/>
            <a:ahLst/>
            <a:rect l="0" t="0" r="r" b="b"/>
            <a:pathLst>
              <a:path w="646" h="45">
                <a:moveTo>
                  <a:pt x="0" y="45"/>
                </a:moveTo>
                <a:lnTo>
                  <a:pt x="646" y="0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2" name=""/>
          <p:cNvSpPr/>
          <p:nvPr/>
        </p:nvSpPr>
        <p:spPr>
          <a:xfrm>
            <a:off x="8078400" y="3344400"/>
            <a:ext cx="228960" cy="16200"/>
          </a:xfrm>
          <a:custGeom>
            <a:avLst/>
            <a:gdLst/>
            <a:ahLst/>
            <a:rect l="0" t="0" r="r" b="b"/>
            <a:pathLst>
              <a:path w="636" h="45">
                <a:moveTo>
                  <a:pt x="0" y="45"/>
                </a:moveTo>
                <a:lnTo>
                  <a:pt x="636" y="0"/>
                </a:lnTo>
                <a:lnTo>
                  <a:pt x="636" y="1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3" name=""/>
          <p:cNvSpPr/>
          <p:nvPr/>
        </p:nvSpPr>
        <p:spPr>
          <a:xfrm>
            <a:off x="8082000" y="3344760"/>
            <a:ext cx="225360" cy="15840"/>
          </a:xfrm>
          <a:custGeom>
            <a:avLst/>
            <a:gdLst/>
            <a:ahLst/>
            <a:rect l="0" t="0" r="r" b="b"/>
            <a:pathLst>
              <a:path w="626" h="44">
                <a:moveTo>
                  <a:pt x="0" y="44"/>
                </a:moveTo>
                <a:lnTo>
                  <a:pt x="626" y="0"/>
                </a:lnTo>
                <a:lnTo>
                  <a:pt x="626" y="1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2a9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4" name=""/>
          <p:cNvSpPr/>
          <p:nvPr/>
        </p:nvSpPr>
        <p:spPr>
          <a:xfrm>
            <a:off x="8085600" y="3345120"/>
            <a:ext cx="221760" cy="15480"/>
          </a:xfrm>
          <a:custGeom>
            <a:avLst/>
            <a:gdLst/>
            <a:ahLst/>
            <a:rect l="0" t="0" r="r" b="b"/>
            <a:pathLst>
              <a:path w="616" h="43">
                <a:moveTo>
                  <a:pt x="0" y="43"/>
                </a:moveTo>
                <a:lnTo>
                  <a:pt x="616" y="0"/>
                </a:lnTo>
                <a:lnTo>
                  <a:pt x="1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2a9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5" name=""/>
          <p:cNvSpPr/>
          <p:nvPr/>
        </p:nvSpPr>
        <p:spPr>
          <a:xfrm>
            <a:off x="8089200" y="3345120"/>
            <a:ext cx="218160" cy="15480"/>
          </a:xfrm>
          <a:custGeom>
            <a:avLst/>
            <a:gdLst/>
            <a:ahLst/>
            <a:rect l="0" t="0" r="r" b="b"/>
            <a:pathLst>
              <a:path w="606" h="43">
                <a:moveTo>
                  <a:pt x="0" y="43"/>
                </a:moveTo>
                <a:lnTo>
                  <a:pt x="606" y="0"/>
                </a:lnTo>
                <a:lnTo>
                  <a:pt x="606" y="1"/>
                </a:lnTo>
                <a:lnTo>
                  <a:pt x="1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2a8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6" name=""/>
          <p:cNvSpPr/>
          <p:nvPr/>
        </p:nvSpPr>
        <p:spPr>
          <a:xfrm>
            <a:off x="8092800" y="3345480"/>
            <a:ext cx="214560" cy="15120"/>
          </a:xfrm>
          <a:custGeom>
            <a:avLst/>
            <a:gdLst/>
            <a:ahLst/>
            <a:rect l="0" t="0" r="r" b="b"/>
            <a:pathLst>
              <a:path w="596" h="42">
                <a:moveTo>
                  <a:pt x="0" y="42"/>
                </a:moveTo>
                <a:lnTo>
                  <a:pt x="596" y="0"/>
                </a:lnTo>
                <a:lnTo>
                  <a:pt x="596" y="1"/>
                </a:lnTo>
                <a:lnTo>
                  <a:pt x="1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7" name=""/>
          <p:cNvSpPr/>
          <p:nvPr/>
        </p:nvSpPr>
        <p:spPr>
          <a:xfrm>
            <a:off x="8096400" y="3345840"/>
            <a:ext cx="210960" cy="14760"/>
          </a:xfrm>
          <a:custGeom>
            <a:avLst/>
            <a:gdLst/>
            <a:ahLst/>
            <a:rect l="0" t="0" r="r" b="b"/>
            <a:pathLst>
              <a:path w="586" h="41">
                <a:moveTo>
                  <a:pt x="0" y="41"/>
                </a:moveTo>
                <a:lnTo>
                  <a:pt x="586" y="0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8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8" name=""/>
          <p:cNvSpPr/>
          <p:nvPr/>
        </p:nvSpPr>
        <p:spPr>
          <a:xfrm>
            <a:off x="8100000" y="3345840"/>
            <a:ext cx="207360" cy="14760"/>
          </a:xfrm>
          <a:custGeom>
            <a:avLst/>
            <a:gdLst/>
            <a:ahLst/>
            <a:rect l="0" t="0" r="r" b="b"/>
            <a:pathLst>
              <a:path w="576" h="41">
                <a:moveTo>
                  <a:pt x="0" y="41"/>
                </a:moveTo>
                <a:lnTo>
                  <a:pt x="576" y="0"/>
                </a:lnTo>
                <a:lnTo>
                  <a:pt x="576" y="1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09" name=""/>
          <p:cNvSpPr/>
          <p:nvPr/>
        </p:nvSpPr>
        <p:spPr>
          <a:xfrm>
            <a:off x="8103600" y="3346200"/>
            <a:ext cx="203760" cy="14400"/>
          </a:xfrm>
          <a:custGeom>
            <a:avLst/>
            <a:gdLst/>
            <a:ahLst/>
            <a:rect l="0" t="0" r="r" b="b"/>
            <a:pathLst>
              <a:path w="566" h="40">
                <a:moveTo>
                  <a:pt x="0" y="40"/>
                </a:moveTo>
                <a:lnTo>
                  <a:pt x="566" y="0"/>
                </a:lnTo>
                <a:lnTo>
                  <a:pt x="566" y="1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1a7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0" name=""/>
          <p:cNvSpPr/>
          <p:nvPr/>
        </p:nvSpPr>
        <p:spPr>
          <a:xfrm>
            <a:off x="8107200" y="3346560"/>
            <a:ext cx="200160" cy="14040"/>
          </a:xfrm>
          <a:custGeom>
            <a:avLst/>
            <a:gdLst/>
            <a:ahLst/>
            <a:rect l="0" t="0" r="r" b="b"/>
            <a:pathLst>
              <a:path w="556" h="39">
                <a:moveTo>
                  <a:pt x="0" y="39"/>
                </a:moveTo>
                <a:lnTo>
                  <a:pt x="556" y="0"/>
                </a:lnTo>
                <a:lnTo>
                  <a:pt x="556" y="1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1a6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1" name=""/>
          <p:cNvSpPr/>
          <p:nvPr/>
        </p:nvSpPr>
        <p:spPr>
          <a:xfrm>
            <a:off x="8110800" y="3346920"/>
            <a:ext cx="196560" cy="13680"/>
          </a:xfrm>
          <a:custGeom>
            <a:avLst/>
            <a:gdLst/>
            <a:ahLst/>
            <a:rect l="0" t="0" r="r" b="b"/>
            <a:pathLst>
              <a:path w="546" h="38">
                <a:moveTo>
                  <a:pt x="0" y="38"/>
                </a:moveTo>
                <a:lnTo>
                  <a:pt x="546" y="0"/>
                </a:lnTo>
                <a:lnTo>
                  <a:pt x="11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2" name=""/>
          <p:cNvSpPr/>
          <p:nvPr/>
        </p:nvSpPr>
        <p:spPr>
          <a:xfrm>
            <a:off x="8114760" y="3346920"/>
            <a:ext cx="192600" cy="13680"/>
          </a:xfrm>
          <a:custGeom>
            <a:avLst/>
            <a:gdLst/>
            <a:ahLst/>
            <a:rect l="0" t="0" r="r" b="b"/>
            <a:pathLst>
              <a:path w="535" h="38">
                <a:moveTo>
                  <a:pt x="0" y="38"/>
                </a:moveTo>
                <a:lnTo>
                  <a:pt x="535" y="0"/>
                </a:lnTo>
                <a:lnTo>
                  <a:pt x="535" y="1"/>
                </a:lnTo>
                <a:lnTo>
                  <a:pt x="1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3" name=""/>
          <p:cNvSpPr/>
          <p:nvPr/>
        </p:nvSpPr>
        <p:spPr>
          <a:xfrm>
            <a:off x="8118360" y="3347280"/>
            <a:ext cx="189000" cy="13320"/>
          </a:xfrm>
          <a:custGeom>
            <a:avLst/>
            <a:gdLst/>
            <a:ahLst/>
            <a:rect l="0" t="0" r="r" b="b"/>
            <a:pathLst>
              <a:path w="525" h="37">
                <a:moveTo>
                  <a:pt x="0" y="37"/>
                </a:moveTo>
                <a:lnTo>
                  <a:pt x="525" y="0"/>
                </a:lnTo>
                <a:lnTo>
                  <a:pt x="525" y="1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5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4" name=""/>
          <p:cNvSpPr/>
          <p:nvPr/>
        </p:nvSpPr>
        <p:spPr>
          <a:xfrm>
            <a:off x="8121960" y="3347640"/>
            <a:ext cx="185400" cy="12960"/>
          </a:xfrm>
          <a:custGeom>
            <a:avLst/>
            <a:gdLst/>
            <a:ahLst/>
            <a:rect l="0" t="0" r="r" b="b"/>
            <a:pathLst>
              <a:path w="515" h="36">
                <a:moveTo>
                  <a:pt x="0" y="36"/>
                </a:moveTo>
                <a:lnTo>
                  <a:pt x="515" y="0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5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5" name=""/>
          <p:cNvSpPr/>
          <p:nvPr/>
        </p:nvSpPr>
        <p:spPr>
          <a:xfrm>
            <a:off x="8125560" y="3347640"/>
            <a:ext cx="181800" cy="13320"/>
          </a:xfrm>
          <a:custGeom>
            <a:avLst/>
            <a:gdLst/>
            <a:ahLst/>
            <a:rect l="0" t="0" r="r" b="b"/>
            <a:pathLst>
              <a:path w="505" h="37">
                <a:moveTo>
                  <a:pt x="0" y="37"/>
                </a:moveTo>
                <a:lnTo>
                  <a:pt x="505" y="0"/>
                </a:lnTo>
                <a:lnTo>
                  <a:pt x="505" y="2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4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6" name=""/>
          <p:cNvSpPr/>
          <p:nvPr/>
        </p:nvSpPr>
        <p:spPr>
          <a:xfrm>
            <a:off x="8129160" y="3348000"/>
            <a:ext cx="178200" cy="12600"/>
          </a:xfrm>
          <a:custGeom>
            <a:avLst/>
            <a:gdLst/>
            <a:ahLst/>
            <a:rect l="0" t="0" r="r" b="b"/>
            <a:pathLst>
              <a:path w="495" h="35">
                <a:moveTo>
                  <a:pt x="0" y="35"/>
                </a:moveTo>
                <a:lnTo>
                  <a:pt x="495" y="0"/>
                </a:lnTo>
                <a:lnTo>
                  <a:pt x="495" y="1"/>
                </a:lnTo>
                <a:lnTo>
                  <a:pt x="10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7" name=""/>
          <p:cNvSpPr/>
          <p:nvPr/>
        </p:nvSpPr>
        <p:spPr>
          <a:xfrm>
            <a:off x="8132760" y="3348360"/>
            <a:ext cx="174600" cy="12240"/>
          </a:xfrm>
          <a:custGeom>
            <a:avLst/>
            <a:gdLst/>
            <a:ahLst/>
            <a:rect l="0" t="0" r="r" b="b"/>
            <a:pathLst>
              <a:path w="485" h="34">
                <a:moveTo>
                  <a:pt x="0" y="34"/>
                </a:moveTo>
                <a:lnTo>
                  <a:pt x="485" y="0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4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8" name=""/>
          <p:cNvSpPr/>
          <p:nvPr/>
        </p:nvSpPr>
        <p:spPr>
          <a:xfrm>
            <a:off x="8136360" y="3348360"/>
            <a:ext cx="171000" cy="12240"/>
          </a:xfrm>
          <a:custGeom>
            <a:avLst/>
            <a:gdLst/>
            <a:ahLst/>
            <a:rect l="0" t="0" r="r" b="b"/>
            <a:pathLst>
              <a:path w="475" h="34">
                <a:moveTo>
                  <a:pt x="0" y="34"/>
                </a:moveTo>
                <a:lnTo>
                  <a:pt x="475" y="0"/>
                </a:lnTo>
                <a:lnTo>
                  <a:pt x="475" y="1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19" name=""/>
          <p:cNvSpPr/>
          <p:nvPr/>
        </p:nvSpPr>
        <p:spPr>
          <a:xfrm>
            <a:off x="8139960" y="3348720"/>
            <a:ext cx="167400" cy="11880"/>
          </a:xfrm>
          <a:custGeom>
            <a:avLst/>
            <a:gdLst/>
            <a:ahLst/>
            <a:rect l="0" t="0" r="r" b="b"/>
            <a:pathLst>
              <a:path w="465" h="33">
                <a:moveTo>
                  <a:pt x="0" y="33"/>
                </a:moveTo>
                <a:lnTo>
                  <a:pt x="465" y="0"/>
                </a:lnTo>
                <a:lnTo>
                  <a:pt x="465" y="1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3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0" name=""/>
          <p:cNvSpPr/>
          <p:nvPr/>
        </p:nvSpPr>
        <p:spPr>
          <a:xfrm>
            <a:off x="8143560" y="3349080"/>
            <a:ext cx="163800" cy="11520"/>
          </a:xfrm>
          <a:custGeom>
            <a:avLst/>
            <a:gdLst/>
            <a:ahLst/>
            <a:rect l="0" t="0" r="r" b="b"/>
            <a:pathLst>
              <a:path w="455" h="32">
                <a:moveTo>
                  <a:pt x="0" y="32"/>
                </a:moveTo>
                <a:lnTo>
                  <a:pt x="455" y="0"/>
                </a:lnTo>
                <a:lnTo>
                  <a:pt x="10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3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1" name=""/>
          <p:cNvSpPr/>
          <p:nvPr/>
        </p:nvSpPr>
        <p:spPr>
          <a:xfrm>
            <a:off x="8147160" y="3349080"/>
            <a:ext cx="160200" cy="11520"/>
          </a:xfrm>
          <a:custGeom>
            <a:avLst/>
            <a:gdLst/>
            <a:ahLst/>
            <a:rect l="0" t="0" r="r" b="b"/>
            <a:pathLst>
              <a:path w="445" h="32">
                <a:moveTo>
                  <a:pt x="0" y="32"/>
                </a:moveTo>
                <a:lnTo>
                  <a:pt x="445" y="0"/>
                </a:lnTo>
                <a:lnTo>
                  <a:pt x="445" y="1"/>
                </a:lnTo>
                <a:lnTo>
                  <a:pt x="10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2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2" name=""/>
          <p:cNvSpPr/>
          <p:nvPr/>
        </p:nvSpPr>
        <p:spPr>
          <a:xfrm>
            <a:off x="8150760" y="3349440"/>
            <a:ext cx="156600" cy="11160"/>
          </a:xfrm>
          <a:custGeom>
            <a:avLst/>
            <a:gdLst/>
            <a:ahLst/>
            <a:rect l="0" t="0" r="r" b="b"/>
            <a:pathLst>
              <a:path w="435" h="31">
                <a:moveTo>
                  <a:pt x="0" y="31"/>
                </a:moveTo>
                <a:lnTo>
                  <a:pt x="435" y="0"/>
                </a:lnTo>
                <a:lnTo>
                  <a:pt x="435" y="1"/>
                </a:lnTo>
                <a:lnTo>
                  <a:pt x="11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3" name=""/>
          <p:cNvSpPr/>
          <p:nvPr/>
        </p:nvSpPr>
        <p:spPr>
          <a:xfrm>
            <a:off x="8154720" y="3349800"/>
            <a:ext cx="152640" cy="10800"/>
          </a:xfrm>
          <a:custGeom>
            <a:avLst/>
            <a:gdLst/>
            <a:ahLst/>
            <a:rect l="0" t="0" r="r" b="b"/>
            <a:pathLst>
              <a:path w="424" h="30">
                <a:moveTo>
                  <a:pt x="0" y="30"/>
                </a:moveTo>
                <a:lnTo>
                  <a:pt x="424" y="0"/>
                </a:lnTo>
                <a:lnTo>
                  <a:pt x="424" y="1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2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4" name=""/>
          <p:cNvSpPr/>
          <p:nvPr/>
        </p:nvSpPr>
        <p:spPr>
          <a:xfrm>
            <a:off x="8158320" y="3350160"/>
            <a:ext cx="149040" cy="10440"/>
          </a:xfrm>
          <a:custGeom>
            <a:avLst/>
            <a:gdLst/>
            <a:ahLst/>
            <a:rect l="0" t="0" r="r" b="b"/>
            <a:pathLst>
              <a:path w="414" h="29">
                <a:moveTo>
                  <a:pt x="0" y="29"/>
                </a:moveTo>
                <a:lnTo>
                  <a:pt x="414" y="0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5" name=""/>
          <p:cNvSpPr/>
          <p:nvPr/>
        </p:nvSpPr>
        <p:spPr>
          <a:xfrm>
            <a:off x="8161920" y="3350160"/>
            <a:ext cx="145440" cy="10440"/>
          </a:xfrm>
          <a:custGeom>
            <a:avLst/>
            <a:gdLst/>
            <a:ahLst/>
            <a:rect l="0" t="0" r="r" b="b"/>
            <a:pathLst>
              <a:path w="404" h="29">
                <a:moveTo>
                  <a:pt x="0" y="29"/>
                </a:moveTo>
                <a:lnTo>
                  <a:pt x="404" y="0"/>
                </a:lnTo>
                <a:lnTo>
                  <a:pt x="404" y="1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6" name=""/>
          <p:cNvSpPr/>
          <p:nvPr/>
        </p:nvSpPr>
        <p:spPr>
          <a:xfrm>
            <a:off x="8165520" y="3350520"/>
            <a:ext cx="141840" cy="10080"/>
          </a:xfrm>
          <a:custGeom>
            <a:avLst/>
            <a:gdLst/>
            <a:ahLst/>
            <a:rect l="0" t="0" r="r" b="b"/>
            <a:pathLst>
              <a:path w="394" h="28">
                <a:moveTo>
                  <a:pt x="0" y="28"/>
                </a:moveTo>
                <a:lnTo>
                  <a:pt x="394" y="0"/>
                </a:lnTo>
                <a:lnTo>
                  <a:pt x="394" y="1"/>
                </a:lnTo>
                <a:lnTo>
                  <a:pt x="10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fa1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7" name=""/>
          <p:cNvSpPr/>
          <p:nvPr/>
        </p:nvSpPr>
        <p:spPr>
          <a:xfrm>
            <a:off x="8169120" y="3350880"/>
            <a:ext cx="138240" cy="9720"/>
          </a:xfrm>
          <a:custGeom>
            <a:avLst/>
            <a:gdLst/>
            <a:ahLst/>
            <a:rect l="0" t="0" r="r" b="b"/>
            <a:pathLst>
              <a:path w="384" h="27">
                <a:moveTo>
                  <a:pt x="0" y="27"/>
                </a:moveTo>
                <a:lnTo>
                  <a:pt x="384" y="0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0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8" name=""/>
          <p:cNvSpPr/>
          <p:nvPr/>
        </p:nvSpPr>
        <p:spPr>
          <a:xfrm>
            <a:off x="8172720" y="3350880"/>
            <a:ext cx="134640" cy="9720"/>
          </a:xfrm>
          <a:custGeom>
            <a:avLst/>
            <a:gdLst/>
            <a:ahLst/>
            <a:rect l="0" t="0" r="r" b="b"/>
            <a:pathLst>
              <a:path w="374" h="27">
                <a:moveTo>
                  <a:pt x="0" y="27"/>
                </a:moveTo>
                <a:lnTo>
                  <a:pt x="374" y="0"/>
                </a:lnTo>
                <a:lnTo>
                  <a:pt x="374" y="1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29" name=""/>
          <p:cNvSpPr/>
          <p:nvPr/>
        </p:nvSpPr>
        <p:spPr>
          <a:xfrm>
            <a:off x="8176320" y="3351240"/>
            <a:ext cx="131040" cy="9360"/>
          </a:xfrm>
          <a:custGeom>
            <a:avLst/>
            <a:gdLst/>
            <a:ahLst/>
            <a:rect l="0" t="0" r="r" b="b"/>
            <a:pathLst>
              <a:path w="364" h="26">
                <a:moveTo>
                  <a:pt x="0" y="26"/>
                </a:moveTo>
                <a:lnTo>
                  <a:pt x="364" y="0"/>
                </a:lnTo>
                <a:lnTo>
                  <a:pt x="364" y="1"/>
                </a:lnTo>
                <a:lnTo>
                  <a:pt x="1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fa0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0" name=""/>
          <p:cNvSpPr/>
          <p:nvPr/>
        </p:nvSpPr>
        <p:spPr>
          <a:xfrm>
            <a:off x="8179920" y="3351600"/>
            <a:ext cx="127440" cy="9000"/>
          </a:xfrm>
          <a:custGeom>
            <a:avLst/>
            <a:gdLst/>
            <a:ahLst/>
            <a:rect l="0" t="0" r="r" b="b"/>
            <a:pathLst>
              <a:path w="354" h="25">
                <a:moveTo>
                  <a:pt x="0" y="25"/>
                </a:moveTo>
                <a:lnTo>
                  <a:pt x="354" y="0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1" name=""/>
          <p:cNvSpPr/>
          <p:nvPr/>
        </p:nvSpPr>
        <p:spPr>
          <a:xfrm>
            <a:off x="8183520" y="3351600"/>
            <a:ext cx="123840" cy="9000"/>
          </a:xfrm>
          <a:custGeom>
            <a:avLst/>
            <a:gdLst/>
            <a:ahLst/>
            <a:rect l="0" t="0" r="r" b="b"/>
            <a:pathLst>
              <a:path w="344" h="25">
                <a:moveTo>
                  <a:pt x="0" y="25"/>
                </a:moveTo>
                <a:lnTo>
                  <a:pt x="344" y="0"/>
                </a:lnTo>
                <a:lnTo>
                  <a:pt x="344" y="1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2" name=""/>
          <p:cNvSpPr/>
          <p:nvPr/>
        </p:nvSpPr>
        <p:spPr>
          <a:xfrm>
            <a:off x="8187120" y="3351960"/>
            <a:ext cx="120240" cy="8640"/>
          </a:xfrm>
          <a:custGeom>
            <a:avLst/>
            <a:gdLst/>
            <a:ahLst/>
            <a:rect l="0" t="0" r="r" b="b"/>
            <a:pathLst>
              <a:path w="334" h="24">
                <a:moveTo>
                  <a:pt x="0" y="24"/>
                </a:moveTo>
                <a:lnTo>
                  <a:pt x="334" y="0"/>
                </a:lnTo>
                <a:lnTo>
                  <a:pt x="334" y="1"/>
                </a:lnTo>
                <a:lnTo>
                  <a:pt x="10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3" name=""/>
          <p:cNvSpPr/>
          <p:nvPr/>
        </p:nvSpPr>
        <p:spPr>
          <a:xfrm>
            <a:off x="8190720" y="3352320"/>
            <a:ext cx="116640" cy="8280"/>
          </a:xfrm>
          <a:custGeom>
            <a:avLst/>
            <a:gdLst/>
            <a:ahLst/>
            <a:rect l="0" t="0" r="r" b="b"/>
            <a:pathLst>
              <a:path w="324" h="23">
                <a:moveTo>
                  <a:pt x="0" y="23"/>
                </a:moveTo>
                <a:lnTo>
                  <a:pt x="324" y="0"/>
                </a:lnTo>
                <a:lnTo>
                  <a:pt x="11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4" name=""/>
          <p:cNvSpPr/>
          <p:nvPr/>
        </p:nvSpPr>
        <p:spPr>
          <a:xfrm>
            <a:off x="8194680" y="3352320"/>
            <a:ext cx="112680" cy="8280"/>
          </a:xfrm>
          <a:custGeom>
            <a:avLst/>
            <a:gdLst/>
            <a:ahLst/>
            <a:rect l="0" t="0" r="r" b="b"/>
            <a:pathLst>
              <a:path w="313" h="23">
                <a:moveTo>
                  <a:pt x="0" y="23"/>
                </a:moveTo>
                <a:lnTo>
                  <a:pt x="313" y="0"/>
                </a:lnTo>
                <a:lnTo>
                  <a:pt x="313" y="1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5" name=""/>
          <p:cNvSpPr/>
          <p:nvPr/>
        </p:nvSpPr>
        <p:spPr>
          <a:xfrm>
            <a:off x="8198280" y="3352680"/>
            <a:ext cx="109080" cy="7920"/>
          </a:xfrm>
          <a:custGeom>
            <a:avLst/>
            <a:gdLst/>
            <a:ahLst/>
            <a:rect l="0" t="0" r="r" b="b"/>
            <a:pathLst>
              <a:path w="303" h="22">
                <a:moveTo>
                  <a:pt x="0" y="22"/>
                </a:moveTo>
                <a:lnTo>
                  <a:pt x="303" y="0"/>
                </a:lnTo>
                <a:lnTo>
                  <a:pt x="303" y="1"/>
                </a:lnTo>
                <a:lnTo>
                  <a:pt x="10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e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6" name=""/>
          <p:cNvSpPr/>
          <p:nvPr/>
        </p:nvSpPr>
        <p:spPr>
          <a:xfrm>
            <a:off x="8201880" y="3353040"/>
            <a:ext cx="105480" cy="7560"/>
          </a:xfrm>
          <a:custGeom>
            <a:avLst/>
            <a:gdLst/>
            <a:ahLst/>
            <a:rect l="0" t="0" r="r" b="b"/>
            <a:pathLst>
              <a:path w="293" h="21">
                <a:moveTo>
                  <a:pt x="0" y="21"/>
                </a:moveTo>
                <a:lnTo>
                  <a:pt x="293" y="0"/>
                </a:lnTo>
                <a:lnTo>
                  <a:pt x="293" y="1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7" name=""/>
          <p:cNvSpPr/>
          <p:nvPr/>
        </p:nvSpPr>
        <p:spPr>
          <a:xfrm>
            <a:off x="8205480" y="3353400"/>
            <a:ext cx="101880" cy="7200"/>
          </a:xfrm>
          <a:custGeom>
            <a:avLst/>
            <a:gdLst/>
            <a:ahLst/>
            <a:rect l="0" t="0" r="r" b="b"/>
            <a:pathLst>
              <a:path w="283" h="20">
                <a:moveTo>
                  <a:pt x="0" y="20"/>
                </a:moveTo>
                <a:lnTo>
                  <a:pt x="283" y="0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e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8" name=""/>
          <p:cNvSpPr/>
          <p:nvPr/>
        </p:nvSpPr>
        <p:spPr>
          <a:xfrm>
            <a:off x="8209080" y="3353400"/>
            <a:ext cx="98280" cy="7200"/>
          </a:xfrm>
          <a:custGeom>
            <a:avLst/>
            <a:gdLst/>
            <a:ahLst/>
            <a:rect l="0" t="0" r="r" b="b"/>
            <a:pathLst>
              <a:path w="273" h="20">
                <a:moveTo>
                  <a:pt x="0" y="20"/>
                </a:moveTo>
                <a:lnTo>
                  <a:pt x="273" y="0"/>
                </a:lnTo>
                <a:lnTo>
                  <a:pt x="273" y="1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39" name=""/>
          <p:cNvSpPr/>
          <p:nvPr/>
        </p:nvSpPr>
        <p:spPr>
          <a:xfrm>
            <a:off x="8212680" y="3353760"/>
            <a:ext cx="94680" cy="6840"/>
          </a:xfrm>
          <a:custGeom>
            <a:avLst/>
            <a:gdLst/>
            <a:ahLst/>
            <a:rect l="0" t="0" r="r" b="b"/>
            <a:pathLst>
              <a:path w="263" h="19">
                <a:moveTo>
                  <a:pt x="0" y="19"/>
                </a:moveTo>
                <a:lnTo>
                  <a:pt x="263" y="0"/>
                </a:lnTo>
                <a:lnTo>
                  <a:pt x="263" y="1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0" name=""/>
          <p:cNvSpPr/>
          <p:nvPr/>
        </p:nvSpPr>
        <p:spPr>
          <a:xfrm>
            <a:off x="8216280" y="3354120"/>
            <a:ext cx="91080" cy="6480"/>
          </a:xfrm>
          <a:custGeom>
            <a:avLst/>
            <a:gdLst/>
            <a:ahLst/>
            <a:rect l="0" t="0" r="r" b="b"/>
            <a:pathLst>
              <a:path w="253" h="18">
                <a:moveTo>
                  <a:pt x="0" y="18"/>
                </a:moveTo>
                <a:lnTo>
                  <a:pt x="253" y="0"/>
                </a:lnTo>
                <a:lnTo>
                  <a:pt x="10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1" name=""/>
          <p:cNvSpPr/>
          <p:nvPr/>
        </p:nvSpPr>
        <p:spPr>
          <a:xfrm>
            <a:off x="8219880" y="3354120"/>
            <a:ext cx="87480" cy="6480"/>
          </a:xfrm>
          <a:custGeom>
            <a:avLst/>
            <a:gdLst/>
            <a:ahLst/>
            <a:rect l="0" t="0" r="r" b="b"/>
            <a:pathLst>
              <a:path w="243" h="18">
                <a:moveTo>
                  <a:pt x="0" y="18"/>
                </a:moveTo>
                <a:lnTo>
                  <a:pt x="243" y="0"/>
                </a:lnTo>
                <a:lnTo>
                  <a:pt x="243" y="1"/>
                </a:lnTo>
                <a:lnTo>
                  <a:pt x="10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d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2" name=""/>
          <p:cNvSpPr/>
          <p:nvPr/>
        </p:nvSpPr>
        <p:spPr>
          <a:xfrm>
            <a:off x="8223480" y="3354480"/>
            <a:ext cx="83880" cy="6120"/>
          </a:xfrm>
          <a:custGeom>
            <a:avLst/>
            <a:gdLst/>
            <a:ahLst/>
            <a:rect l="0" t="0" r="r" b="b"/>
            <a:pathLst>
              <a:path w="233" h="17">
                <a:moveTo>
                  <a:pt x="0" y="17"/>
                </a:moveTo>
                <a:lnTo>
                  <a:pt x="233" y="0"/>
                </a:lnTo>
                <a:lnTo>
                  <a:pt x="233" y="1"/>
                </a:lnTo>
                <a:lnTo>
                  <a:pt x="11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d9d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3" name=""/>
          <p:cNvSpPr/>
          <p:nvPr/>
        </p:nvSpPr>
        <p:spPr>
          <a:xfrm>
            <a:off x="8227080" y="3354840"/>
            <a:ext cx="80280" cy="5760"/>
          </a:xfrm>
          <a:custGeom>
            <a:avLst/>
            <a:gdLst/>
            <a:ahLst/>
            <a:rect l="0" t="0" r="r" b="b"/>
            <a:pathLst>
              <a:path w="223" h="16">
                <a:moveTo>
                  <a:pt x="0" y="16"/>
                </a:moveTo>
                <a:lnTo>
                  <a:pt x="223" y="0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4" name=""/>
          <p:cNvSpPr/>
          <p:nvPr/>
        </p:nvSpPr>
        <p:spPr>
          <a:xfrm>
            <a:off x="8230680" y="3354840"/>
            <a:ext cx="76680" cy="5760"/>
          </a:xfrm>
          <a:custGeom>
            <a:avLst/>
            <a:gdLst/>
            <a:ahLst/>
            <a:rect l="0" t="0" r="r" b="b"/>
            <a:pathLst>
              <a:path w="213" h="16">
                <a:moveTo>
                  <a:pt x="0" y="16"/>
                </a:moveTo>
                <a:lnTo>
                  <a:pt x="213" y="0"/>
                </a:lnTo>
                <a:lnTo>
                  <a:pt x="213" y="1"/>
                </a:lnTo>
                <a:lnTo>
                  <a:pt x="1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5" name=""/>
          <p:cNvSpPr/>
          <p:nvPr/>
        </p:nvSpPr>
        <p:spPr>
          <a:xfrm>
            <a:off x="8234640" y="3355200"/>
            <a:ext cx="72720" cy="5400"/>
          </a:xfrm>
          <a:custGeom>
            <a:avLst/>
            <a:gdLst/>
            <a:ahLst/>
            <a:rect l="0" t="0" r="r" b="b"/>
            <a:pathLst>
              <a:path w="202" h="15">
                <a:moveTo>
                  <a:pt x="0" y="15"/>
                </a:moveTo>
                <a:lnTo>
                  <a:pt x="202" y="0"/>
                </a:lnTo>
                <a:lnTo>
                  <a:pt x="202" y="1"/>
                </a:lnTo>
                <a:lnTo>
                  <a:pt x="1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6" name=""/>
          <p:cNvSpPr/>
          <p:nvPr/>
        </p:nvSpPr>
        <p:spPr>
          <a:xfrm>
            <a:off x="8238240" y="3355560"/>
            <a:ext cx="69120" cy="5040"/>
          </a:xfrm>
          <a:custGeom>
            <a:avLst/>
            <a:gdLst/>
            <a:ahLst/>
            <a:rect l="0" t="0" r="r" b="b"/>
            <a:pathLst>
              <a:path w="192" h="14">
                <a:moveTo>
                  <a:pt x="0" y="14"/>
                </a:moveTo>
                <a:lnTo>
                  <a:pt x="192" y="0"/>
                </a:lnTo>
                <a:lnTo>
                  <a:pt x="192" y="1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7" name=""/>
          <p:cNvSpPr/>
          <p:nvPr/>
        </p:nvSpPr>
        <p:spPr>
          <a:xfrm>
            <a:off x="8241840" y="3355920"/>
            <a:ext cx="65520" cy="4680"/>
          </a:xfrm>
          <a:custGeom>
            <a:avLst/>
            <a:gdLst/>
            <a:ahLst/>
            <a:rect l="0" t="0" r="r" b="b"/>
            <a:pathLst>
              <a:path w="182" h="13">
                <a:moveTo>
                  <a:pt x="0" y="13"/>
                </a:moveTo>
                <a:lnTo>
                  <a:pt x="182" y="0"/>
                </a:lnTo>
                <a:lnTo>
                  <a:pt x="11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48" name=""/>
          <p:cNvSpPr/>
          <p:nvPr/>
        </p:nvSpPr>
        <p:spPr>
          <a:xfrm>
            <a:off x="8245440" y="3355920"/>
            <a:ext cx="61920" cy="5040"/>
          </a:xfrm>
          <a:custGeom>
            <a:avLst/>
            <a:gdLst/>
            <a:ahLst/>
            <a:rect l="0" t="0" r="r" b="b"/>
            <a:pathLst>
              <a:path w="172" h="14">
                <a:moveTo>
                  <a:pt x="0" y="14"/>
                </a:moveTo>
                <a:lnTo>
                  <a:pt x="172" y="0"/>
                </a:lnTo>
                <a:lnTo>
                  <a:pt x="172" y="2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49" name=""/>
          <p:cNvSpPr/>
          <p:nvPr/>
        </p:nvSpPr>
        <p:spPr>
          <a:xfrm>
            <a:off x="8249040" y="3356280"/>
            <a:ext cx="58320" cy="4320"/>
          </a:xfrm>
          <a:custGeom>
            <a:avLst/>
            <a:gdLst/>
            <a:ahLst/>
            <a:rect l="0" t="0" r="r" b="b"/>
            <a:pathLst>
              <a:path w="162" h="12">
                <a:moveTo>
                  <a:pt x="0" y="12"/>
                </a:moveTo>
                <a:lnTo>
                  <a:pt x="162" y="0"/>
                </a:lnTo>
                <a:lnTo>
                  <a:pt x="162" y="1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0" name=""/>
          <p:cNvSpPr/>
          <p:nvPr/>
        </p:nvSpPr>
        <p:spPr>
          <a:xfrm>
            <a:off x="8252640" y="3356640"/>
            <a:ext cx="54720" cy="3960"/>
          </a:xfrm>
          <a:custGeom>
            <a:avLst/>
            <a:gdLst/>
            <a:ahLst/>
            <a:rect l="0" t="0" r="r" b="b"/>
            <a:pathLst>
              <a:path w="152" h="11">
                <a:moveTo>
                  <a:pt x="0" y="11"/>
                </a:moveTo>
                <a:lnTo>
                  <a:pt x="152" y="0"/>
                </a:lnTo>
                <a:lnTo>
                  <a:pt x="1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1" name=""/>
          <p:cNvSpPr/>
          <p:nvPr/>
        </p:nvSpPr>
        <p:spPr>
          <a:xfrm>
            <a:off x="8256240" y="3356640"/>
            <a:ext cx="51120" cy="3960"/>
          </a:xfrm>
          <a:custGeom>
            <a:avLst/>
            <a:gdLst/>
            <a:ahLst/>
            <a:rect l="0" t="0" r="r" b="b"/>
            <a:pathLst>
              <a:path w="142" h="11">
                <a:moveTo>
                  <a:pt x="0" y="11"/>
                </a:moveTo>
                <a:lnTo>
                  <a:pt x="142" y="0"/>
                </a:lnTo>
                <a:lnTo>
                  <a:pt x="142" y="1"/>
                </a:lnTo>
                <a:lnTo>
                  <a:pt x="1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2" name=""/>
          <p:cNvSpPr/>
          <p:nvPr/>
        </p:nvSpPr>
        <p:spPr>
          <a:xfrm>
            <a:off x="8259840" y="3357000"/>
            <a:ext cx="47520" cy="3600"/>
          </a:xfrm>
          <a:custGeom>
            <a:avLst/>
            <a:gdLst/>
            <a:ahLst/>
            <a:rect l="0" t="0" r="r" b="b"/>
            <a:pathLst>
              <a:path w="132" h="10">
                <a:moveTo>
                  <a:pt x="0" y="10"/>
                </a:moveTo>
                <a:lnTo>
                  <a:pt x="132" y="0"/>
                </a:lnTo>
                <a:lnTo>
                  <a:pt x="132" y="1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3" name=""/>
          <p:cNvSpPr/>
          <p:nvPr/>
        </p:nvSpPr>
        <p:spPr>
          <a:xfrm>
            <a:off x="8263440" y="3357360"/>
            <a:ext cx="43920" cy="3240"/>
          </a:xfrm>
          <a:custGeom>
            <a:avLst/>
            <a:gdLst/>
            <a:ahLst/>
            <a:rect l="0" t="0" r="r" b="b"/>
            <a:pathLst>
              <a:path w="122" h="9">
                <a:moveTo>
                  <a:pt x="0" y="9"/>
                </a:moveTo>
                <a:lnTo>
                  <a:pt x="122" y="0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4" name=""/>
          <p:cNvSpPr/>
          <p:nvPr/>
        </p:nvSpPr>
        <p:spPr>
          <a:xfrm>
            <a:off x="8267040" y="3357360"/>
            <a:ext cx="40320" cy="3240"/>
          </a:xfrm>
          <a:custGeom>
            <a:avLst/>
            <a:gdLst/>
            <a:ahLst/>
            <a:rect l="0" t="0" r="r" b="b"/>
            <a:pathLst>
              <a:path w="112" h="9">
                <a:moveTo>
                  <a:pt x="0" y="9"/>
                </a:moveTo>
                <a:lnTo>
                  <a:pt x="112" y="0"/>
                </a:lnTo>
                <a:lnTo>
                  <a:pt x="112" y="1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5" name=""/>
          <p:cNvSpPr/>
          <p:nvPr/>
        </p:nvSpPr>
        <p:spPr>
          <a:xfrm>
            <a:off x="8270640" y="3357720"/>
            <a:ext cx="36720" cy="2880"/>
          </a:xfrm>
          <a:custGeom>
            <a:avLst/>
            <a:gdLst/>
            <a:ahLst/>
            <a:rect l="0" t="0" r="r" b="b"/>
            <a:pathLst>
              <a:path w="102" h="8">
                <a:moveTo>
                  <a:pt x="0" y="8"/>
                </a:moveTo>
                <a:lnTo>
                  <a:pt x="102" y="0"/>
                </a:lnTo>
                <a:lnTo>
                  <a:pt x="102" y="1"/>
                </a:lnTo>
                <a:lnTo>
                  <a:pt x="11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6" name=""/>
          <p:cNvSpPr/>
          <p:nvPr/>
        </p:nvSpPr>
        <p:spPr>
          <a:xfrm>
            <a:off x="8274600" y="3358080"/>
            <a:ext cx="32760" cy="2520"/>
          </a:xfrm>
          <a:custGeom>
            <a:avLst/>
            <a:gdLst/>
            <a:ahLst/>
            <a:rect l="0" t="0" r="r" b="b"/>
            <a:pathLst>
              <a:path w="91" h="7">
                <a:moveTo>
                  <a:pt x="0" y="7"/>
                </a:moveTo>
                <a:lnTo>
                  <a:pt x="91" y="0"/>
                </a:lnTo>
                <a:lnTo>
                  <a:pt x="11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7" name=""/>
          <p:cNvSpPr/>
          <p:nvPr/>
        </p:nvSpPr>
        <p:spPr>
          <a:xfrm>
            <a:off x="8278200" y="3358080"/>
            <a:ext cx="29160" cy="2520"/>
          </a:xfrm>
          <a:custGeom>
            <a:avLst/>
            <a:gdLst/>
            <a:ahLst/>
            <a:rect l="0" t="0" r="r" b="b"/>
            <a:pathLst>
              <a:path w="81" h="7">
                <a:moveTo>
                  <a:pt x="0" y="7"/>
                </a:moveTo>
                <a:lnTo>
                  <a:pt x="81" y="0"/>
                </a:lnTo>
                <a:lnTo>
                  <a:pt x="81" y="1"/>
                </a:lnTo>
                <a:lnTo>
                  <a:pt x="11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8" name=""/>
          <p:cNvSpPr/>
          <p:nvPr/>
        </p:nvSpPr>
        <p:spPr>
          <a:xfrm>
            <a:off x="8281800" y="3358440"/>
            <a:ext cx="25560" cy="2520"/>
          </a:xfrm>
          <a:custGeom>
            <a:avLst/>
            <a:gdLst/>
            <a:ahLst/>
            <a:rect l="0" t="0" r="r" b="b"/>
            <a:pathLst>
              <a:path w="71" h="7">
                <a:moveTo>
                  <a:pt x="0" y="7"/>
                </a:moveTo>
                <a:lnTo>
                  <a:pt x="71" y="0"/>
                </a:lnTo>
                <a:lnTo>
                  <a:pt x="71" y="2"/>
                </a:lnTo>
                <a:lnTo>
                  <a:pt x="10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59" name=""/>
          <p:cNvSpPr/>
          <p:nvPr/>
        </p:nvSpPr>
        <p:spPr>
          <a:xfrm>
            <a:off x="8285400" y="3358800"/>
            <a:ext cx="21960" cy="1800"/>
          </a:xfrm>
          <a:custGeom>
            <a:avLst/>
            <a:gdLst/>
            <a:ahLst/>
            <a:rect l="0" t="0" r="r" b="b"/>
            <a:pathLst>
              <a:path w="61" h="5">
                <a:moveTo>
                  <a:pt x="0" y="5"/>
                </a:moveTo>
                <a:lnTo>
                  <a:pt x="61" y="0"/>
                </a:lnTo>
                <a:lnTo>
                  <a:pt x="61" y="1"/>
                </a:lnTo>
                <a:lnTo>
                  <a:pt x="10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60" name=""/>
          <p:cNvSpPr/>
          <p:nvPr/>
        </p:nvSpPr>
        <p:spPr>
          <a:xfrm>
            <a:off x="8289000" y="3359160"/>
            <a:ext cx="18360" cy="1440"/>
          </a:xfrm>
          <a:custGeom>
            <a:avLst/>
            <a:gdLst/>
            <a:ahLst/>
            <a:rect l="0" t="0" r="r" b="b"/>
            <a:pathLst>
              <a:path w="51" h="4">
                <a:moveTo>
                  <a:pt x="0" y="4"/>
                </a:moveTo>
                <a:lnTo>
                  <a:pt x="51" y="0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61" name=""/>
          <p:cNvSpPr/>
          <p:nvPr/>
        </p:nvSpPr>
        <p:spPr>
          <a:xfrm>
            <a:off x="8292600" y="3359160"/>
            <a:ext cx="14760" cy="1440"/>
          </a:xfrm>
          <a:custGeom>
            <a:avLst/>
            <a:gdLst/>
            <a:ahLst/>
            <a:rect l="0" t="0" r="r" b="b"/>
            <a:pathLst>
              <a:path w="41" h="4">
                <a:moveTo>
                  <a:pt x="0" y="4"/>
                </a:moveTo>
                <a:lnTo>
                  <a:pt x="41" y="0"/>
                </a:lnTo>
                <a:lnTo>
                  <a:pt x="41" y="1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62" name=""/>
          <p:cNvSpPr/>
          <p:nvPr/>
        </p:nvSpPr>
        <p:spPr>
          <a:xfrm>
            <a:off x="8296200" y="3359520"/>
            <a:ext cx="11160" cy="1080"/>
          </a:xfrm>
          <a:custGeom>
            <a:avLst/>
            <a:gdLst/>
            <a:ahLst/>
            <a:rect l="0" t="0" r="r" b="b"/>
            <a:pathLst>
              <a:path w="31" h="3">
                <a:moveTo>
                  <a:pt x="0" y="3"/>
                </a:moveTo>
                <a:lnTo>
                  <a:pt x="31" y="0"/>
                </a:lnTo>
                <a:lnTo>
                  <a:pt x="31" y="2"/>
                </a:lnTo>
                <a:lnTo>
                  <a:pt x="11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63" name=""/>
          <p:cNvSpPr/>
          <p:nvPr/>
        </p:nvSpPr>
        <p:spPr>
          <a:xfrm>
            <a:off x="8299800" y="3359880"/>
            <a:ext cx="7560" cy="720"/>
          </a:xfrm>
          <a:custGeom>
            <a:avLst/>
            <a:gdLst/>
            <a:ahLst/>
            <a:rect l="0" t="0" r="r" b="b"/>
            <a:pathLst>
              <a:path w="21" h="2">
                <a:moveTo>
                  <a:pt x="0" y="2"/>
                </a:moveTo>
                <a:lnTo>
                  <a:pt x="21" y="0"/>
                </a:lnTo>
                <a:lnTo>
                  <a:pt x="10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64" name=""/>
          <p:cNvSpPr/>
          <p:nvPr/>
        </p:nvSpPr>
        <p:spPr>
          <a:xfrm>
            <a:off x="8303400" y="3359880"/>
            <a:ext cx="3600" cy="360"/>
          </a:xfrm>
          <a:custGeom>
            <a:avLst/>
            <a:gdLst/>
            <a:ahLst/>
            <a:rect l="0" t="0" r="r" b="b"/>
            <a:pathLst>
              <a:path w="10" h="1">
                <a:moveTo>
                  <a:pt x="0" y="1"/>
                </a:moveTo>
                <a:lnTo>
                  <a:pt x="10" y="0"/>
                </a:lnTo>
                <a:lnTo>
                  <a:pt x="10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665" name=""/>
          <p:cNvSpPr/>
          <p:nvPr/>
        </p:nvSpPr>
        <p:spPr>
          <a:xfrm>
            <a:off x="7842240" y="3328200"/>
            <a:ext cx="465120" cy="32400"/>
          </a:xfrm>
          <a:custGeom>
            <a:avLst/>
            <a:gdLst/>
            <a:ahLst/>
            <a:rect l="0" t="0" r="r" b="b"/>
            <a:pathLst>
              <a:path w="1292" h="90">
                <a:moveTo>
                  <a:pt x="0" y="90"/>
                </a:moveTo>
                <a:lnTo>
                  <a:pt x="1292" y="90"/>
                </a:lnTo>
                <a:lnTo>
                  <a:pt x="1292" y="0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66" name=""/>
          <p:cNvSpPr/>
          <p:nvPr/>
        </p:nvSpPr>
        <p:spPr>
          <a:xfrm>
            <a:off x="7887960" y="3360240"/>
            <a:ext cx="12240" cy="1800"/>
          </a:xfrm>
          <a:custGeom>
            <a:avLst/>
            <a:gdLst/>
            <a:ahLst/>
            <a:rect l="0" t="0" r="r" b="b"/>
            <a:pathLst>
              <a:path w="34" h="5">
                <a:moveTo>
                  <a:pt x="0" y="0"/>
                </a:moveTo>
                <a:lnTo>
                  <a:pt x="34" y="0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67" name=""/>
          <p:cNvSpPr/>
          <p:nvPr/>
        </p:nvSpPr>
        <p:spPr>
          <a:xfrm>
            <a:off x="7887960" y="3360240"/>
            <a:ext cx="18360" cy="1800"/>
          </a:xfrm>
          <a:custGeom>
            <a:avLst/>
            <a:gdLst/>
            <a:ahLst/>
            <a:rect l="0" t="0" r="r" b="b"/>
            <a:pathLst>
              <a:path w="51" h="5">
                <a:moveTo>
                  <a:pt x="0" y="3"/>
                </a:moveTo>
                <a:lnTo>
                  <a:pt x="34" y="0"/>
                </a:lnTo>
                <a:lnTo>
                  <a:pt x="51" y="0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68" name=""/>
          <p:cNvSpPr/>
          <p:nvPr/>
        </p:nvSpPr>
        <p:spPr>
          <a:xfrm>
            <a:off x="7887960" y="3360240"/>
            <a:ext cx="23760" cy="2520"/>
          </a:xfrm>
          <a:custGeom>
            <a:avLst/>
            <a:gdLst/>
            <a:ahLst/>
            <a:rect l="0" t="0" r="r" b="b"/>
            <a:pathLst>
              <a:path w="66" h="7">
                <a:moveTo>
                  <a:pt x="0" y="5"/>
                </a:moveTo>
                <a:lnTo>
                  <a:pt x="50" y="0"/>
                </a:lnTo>
                <a:lnTo>
                  <a:pt x="66" y="0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69" name=""/>
          <p:cNvSpPr/>
          <p:nvPr/>
        </p:nvSpPr>
        <p:spPr>
          <a:xfrm>
            <a:off x="7887960" y="3360240"/>
            <a:ext cx="29880" cy="2880"/>
          </a:xfrm>
          <a:custGeom>
            <a:avLst/>
            <a:gdLst/>
            <a:ahLst/>
            <a:rect l="0" t="0" r="r" b="b"/>
            <a:pathLst>
              <a:path w="83" h="8">
                <a:moveTo>
                  <a:pt x="0" y="7"/>
                </a:moveTo>
                <a:lnTo>
                  <a:pt x="65" y="0"/>
                </a:lnTo>
                <a:lnTo>
                  <a:pt x="83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0" name=""/>
          <p:cNvSpPr/>
          <p:nvPr/>
        </p:nvSpPr>
        <p:spPr>
          <a:xfrm>
            <a:off x="7887960" y="3360240"/>
            <a:ext cx="35640" cy="3240"/>
          </a:xfrm>
          <a:custGeom>
            <a:avLst/>
            <a:gdLst/>
            <a:ahLst/>
            <a:rect l="0" t="0" r="r" b="b"/>
            <a:pathLst>
              <a:path w="99" h="9">
                <a:moveTo>
                  <a:pt x="0" y="8"/>
                </a:moveTo>
                <a:lnTo>
                  <a:pt x="83" y="0"/>
                </a:lnTo>
                <a:lnTo>
                  <a:pt x="99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1" name=""/>
          <p:cNvSpPr/>
          <p:nvPr/>
        </p:nvSpPr>
        <p:spPr>
          <a:xfrm>
            <a:off x="7887960" y="3360240"/>
            <a:ext cx="41400" cy="3960"/>
          </a:xfrm>
          <a:custGeom>
            <a:avLst/>
            <a:gdLst/>
            <a:ahLst/>
            <a:rect l="0" t="0" r="r" b="b"/>
            <a:pathLst>
              <a:path w="115" h="11">
                <a:moveTo>
                  <a:pt x="0" y="9"/>
                </a:moveTo>
                <a:lnTo>
                  <a:pt x="99" y="0"/>
                </a:lnTo>
                <a:lnTo>
                  <a:pt x="115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2" name=""/>
          <p:cNvSpPr/>
          <p:nvPr/>
        </p:nvSpPr>
        <p:spPr>
          <a:xfrm>
            <a:off x="7887960" y="336024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0"/>
                </a:moveTo>
                <a:lnTo>
                  <a:pt x="114" y="0"/>
                </a:lnTo>
                <a:lnTo>
                  <a:pt x="131" y="0"/>
                </a:lnTo>
                <a:lnTo>
                  <a:pt x="0" y="12"/>
                </a:lnTo>
                <a:lnTo>
                  <a:pt x="0" y="10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3" name=""/>
          <p:cNvSpPr/>
          <p:nvPr/>
        </p:nvSpPr>
        <p:spPr>
          <a:xfrm>
            <a:off x="7887960" y="3360240"/>
            <a:ext cx="59040" cy="5400"/>
          </a:xfrm>
          <a:custGeom>
            <a:avLst/>
            <a:gdLst/>
            <a:ahLst/>
            <a:rect l="0" t="0" r="r" b="b"/>
            <a:pathLst>
              <a:path w="164" h="15">
                <a:moveTo>
                  <a:pt x="0" y="12"/>
                </a:moveTo>
                <a:lnTo>
                  <a:pt x="131" y="0"/>
                </a:lnTo>
                <a:lnTo>
                  <a:pt x="164" y="0"/>
                </a:lnTo>
                <a:lnTo>
                  <a:pt x="0" y="15"/>
                </a:lnTo>
                <a:lnTo>
                  <a:pt x="0" y="12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4" name=""/>
          <p:cNvSpPr/>
          <p:nvPr/>
        </p:nvSpPr>
        <p:spPr>
          <a:xfrm>
            <a:off x="7887960" y="3360240"/>
            <a:ext cx="61920" cy="5760"/>
          </a:xfrm>
          <a:custGeom>
            <a:avLst/>
            <a:gdLst/>
            <a:ahLst/>
            <a:rect l="0" t="0" r="r" b="b"/>
            <a:pathLst>
              <a:path w="172" h="16">
                <a:moveTo>
                  <a:pt x="0" y="15"/>
                </a:moveTo>
                <a:lnTo>
                  <a:pt x="164" y="0"/>
                </a:lnTo>
                <a:lnTo>
                  <a:pt x="172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5" name=""/>
          <p:cNvSpPr/>
          <p:nvPr/>
        </p:nvSpPr>
        <p:spPr>
          <a:xfrm>
            <a:off x="7887960" y="3360240"/>
            <a:ext cx="64800" cy="5760"/>
          </a:xfrm>
          <a:custGeom>
            <a:avLst/>
            <a:gdLst/>
            <a:ahLst/>
            <a:rect l="0" t="0" r="r" b="b"/>
            <a:pathLst>
              <a:path w="180" h="16">
                <a:moveTo>
                  <a:pt x="0" y="16"/>
                </a:moveTo>
                <a:lnTo>
                  <a:pt x="172" y="0"/>
                </a:lnTo>
                <a:lnTo>
                  <a:pt x="180" y="0"/>
                </a:lnTo>
                <a:lnTo>
                  <a:pt x="0" y="16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6" name=""/>
          <p:cNvSpPr/>
          <p:nvPr/>
        </p:nvSpPr>
        <p:spPr>
          <a:xfrm>
            <a:off x="7887960" y="3360240"/>
            <a:ext cx="70920" cy="6480"/>
          </a:xfrm>
          <a:custGeom>
            <a:avLst/>
            <a:gdLst/>
            <a:ahLst/>
            <a:rect l="0" t="0" r="r" b="b"/>
            <a:pathLst>
              <a:path w="197" h="18">
                <a:moveTo>
                  <a:pt x="0" y="16"/>
                </a:moveTo>
                <a:lnTo>
                  <a:pt x="180" y="0"/>
                </a:lnTo>
                <a:lnTo>
                  <a:pt x="197" y="0"/>
                </a:lnTo>
                <a:lnTo>
                  <a:pt x="0" y="18"/>
                </a:lnTo>
                <a:lnTo>
                  <a:pt x="0" y="16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7" name=""/>
          <p:cNvSpPr/>
          <p:nvPr/>
        </p:nvSpPr>
        <p:spPr>
          <a:xfrm>
            <a:off x="7887960" y="3360240"/>
            <a:ext cx="76680" cy="6840"/>
          </a:xfrm>
          <a:custGeom>
            <a:avLst/>
            <a:gdLst/>
            <a:ahLst/>
            <a:rect l="0" t="0" r="r" b="b"/>
            <a:pathLst>
              <a:path w="213" h="19">
                <a:moveTo>
                  <a:pt x="0" y="18"/>
                </a:moveTo>
                <a:lnTo>
                  <a:pt x="197" y="0"/>
                </a:lnTo>
                <a:lnTo>
                  <a:pt x="213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8" name=""/>
          <p:cNvSpPr/>
          <p:nvPr/>
        </p:nvSpPr>
        <p:spPr>
          <a:xfrm>
            <a:off x="7887960" y="3360240"/>
            <a:ext cx="79560" cy="7200"/>
          </a:xfrm>
          <a:custGeom>
            <a:avLst/>
            <a:gdLst/>
            <a:ahLst/>
            <a:rect l="0" t="0" r="r" b="b"/>
            <a:pathLst>
              <a:path w="221" h="20">
                <a:moveTo>
                  <a:pt x="0" y="19"/>
                </a:moveTo>
                <a:lnTo>
                  <a:pt x="213" y="0"/>
                </a:lnTo>
                <a:lnTo>
                  <a:pt x="221" y="0"/>
                </a:lnTo>
                <a:lnTo>
                  <a:pt x="0" y="20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79" name=""/>
          <p:cNvSpPr/>
          <p:nvPr/>
        </p:nvSpPr>
        <p:spPr>
          <a:xfrm>
            <a:off x="7887960" y="3360240"/>
            <a:ext cx="82440" cy="7200"/>
          </a:xfrm>
          <a:custGeom>
            <a:avLst/>
            <a:gdLst/>
            <a:ahLst/>
            <a:rect l="0" t="0" r="r" b="b"/>
            <a:pathLst>
              <a:path w="229" h="20">
                <a:moveTo>
                  <a:pt x="0" y="20"/>
                </a:moveTo>
                <a:lnTo>
                  <a:pt x="220" y="0"/>
                </a:lnTo>
                <a:lnTo>
                  <a:pt x="229" y="0"/>
                </a:lnTo>
                <a:lnTo>
                  <a:pt x="0" y="20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0" name=""/>
          <p:cNvSpPr/>
          <p:nvPr/>
        </p:nvSpPr>
        <p:spPr>
          <a:xfrm>
            <a:off x="7887960" y="3360240"/>
            <a:ext cx="88200" cy="7920"/>
          </a:xfrm>
          <a:custGeom>
            <a:avLst/>
            <a:gdLst/>
            <a:ahLst/>
            <a:rect l="0" t="0" r="r" b="b"/>
            <a:pathLst>
              <a:path w="245" h="22">
                <a:moveTo>
                  <a:pt x="0" y="20"/>
                </a:moveTo>
                <a:lnTo>
                  <a:pt x="229" y="0"/>
                </a:lnTo>
                <a:lnTo>
                  <a:pt x="245" y="0"/>
                </a:lnTo>
                <a:lnTo>
                  <a:pt x="0" y="22"/>
                </a:lnTo>
                <a:lnTo>
                  <a:pt x="0" y="20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1" name=""/>
          <p:cNvSpPr/>
          <p:nvPr/>
        </p:nvSpPr>
        <p:spPr>
          <a:xfrm>
            <a:off x="7887960" y="3360240"/>
            <a:ext cx="91080" cy="7920"/>
          </a:xfrm>
          <a:custGeom>
            <a:avLst/>
            <a:gdLst/>
            <a:ahLst/>
            <a:rect l="0" t="0" r="r" b="b"/>
            <a:pathLst>
              <a:path w="253" h="22">
                <a:moveTo>
                  <a:pt x="0" y="22"/>
                </a:moveTo>
                <a:lnTo>
                  <a:pt x="245" y="0"/>
                </a:lnTo>
                <a:lnTo>
                  <a:pt x="253" y="0"/>
                </a:lnTo>
                <a:lnTo>
                  <a:pt x="0" y="22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2" name=""/>
          <p:cNvSpPr/>
          <p:nvPr/>
        </p:nvSpPr>
        <p:spPr>
          <a:xfrm>
            <a:off x="7887960" y="3360240"/>
            <a:ext cx="94320" cy="8280"/>
          </a:xfrm>
          <a:custGeom>
            <a:avLst/>
            <a:gdLst/>
            <a:ahLst/>
            <a:rect l="0" t="0" r="r" b="b"/>
            <a:pathLst>
              <a:path w="262" h="23">
                <a:moveTo>
                  <a:pt x="0" y="22"/>
                </a:moveTo>
                <a:lnTo>
                  <a:pt x="253" y="0"/>
                </a:lnTo>
                <a:lnTo>
                  <a:pt x="262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3" name=""/>
          <p:cNvSpPr/>
          <p:nvPr/>
        </p:nvSpPr>
        <p:spPr>
          <a:xfrm>
            <a:off x="7887960" y="3360240"/>
            <a:ext cx="105840" cy="9360"/>
          </a:xfrm>
          <a:custGeom>
            <a:avLst/>
            <a:gdLst/>
            <a:ahLst/>
            <a:rect l="0" t="0" r="r" b="b"/>
            <a:pathLst>
              <a:path w="294" h="26">
                <a:moveTo>
                  <a:pt x="0" y="23"/>
                </a:moveTo>
                <a:lnTo>
                  <a:pt x="262" y="0"/>
                </a:lnTo>
                <a:lnTo>
                  <a:pt x="294" y="0"/>
                </a:lnTo>
                <a:lnTo>
                  <a:pt x="0" y="26"/>
                </a:lnTo>
                <a:lnTo>
                  <a:pt x="0" y="23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4" name=""/>
          <p:cNvSpPr/>
          <p:nvPr/>
        </p:nvSpPr>
        <p:spPr>
          <a:xfrm>
            <a:off x="7887960" y="3360240"/>
            <a:ext cx="117720" cy="10440"/>
          </a:xfrm>
          <a:custGeom>
            <a:avLst/>
            <a:gdLst/>
            <a:ahLst/>
            <a:rect l="0" t="0" r="r" b="b"/>
            <a:pathLst>
              <a:path w="327" h="29">
                <a:moveTo>
                  <a:pt x="0" y="26"/>
                </a:moveTo>
                <a:lnTo>
                  <a:pt x="294" y="0"/>
                </a:lnTo>
                <a:lnTo>
                  <a:pt x="327" y="0"/>
                </a:lnTo>
                <a:lnTo>
                  <a:pt x="0" y="29"/>
                </a:lnTo>
                <a:lnTo>
                  <a:pt x="0" y="26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5" name=""/>
          <p:cNvSpPr/>
          <p:nvPr/>
        </p:nvSpPr>
        <p:spPr>
          <a:xfrm>
            <a:off x="7887960" y="3360240"/>
            <a:ext cx="123480" cy="10800"/>
          </a:xfrm>
          <a:custGeom>
            <a:avLst/>
            <a:gdLst/>
            <a:ahLst/>
            <a:rect l="0" t="0" r="r" b="b"/>
            <a:pathLst>
              <a:path w="343" h="30">
                <a:moveTo>
                  <a:pt x="0" y="29"/>
                </a:moveTo>
                <a:lnTo>
                  <a:pt x="327" y="0"/>
                </a:lnTo>
                <a:lnTo>
                  <a:pt x="343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6" name=""/>
          <p:cNvSpPr/>
          <p:nvPr/>
        </p:nvSpPr>
        <p:spPr>
          <a:xfrm>
            <a:off x="7887960" y="3360240"/>
            <a:ext cx="126360" cy="11160"/>
          </a:xfrm>
          <a:custGeom>
            <a:avLst/>
            <a:gdLst/>
            <a:ahLst/>
            <a:rect l="0" t="0" r="r" b="b"/>
            <a:pathLst>
              <a:path w="351" h="31">
                <a:moveTo>
                  <a:pt x="0" y="30"/>
                </a:moveTo>
                <a:lnTo>
                  <a:pt x="343" y="0"/>
                </a:lnTo>
                <a:lnTo>
                  <a:pt x="351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7" name=""/>
          <p:cNvSpPr/>
          <p:nvPr/>
        </p:nvSpPr>
        <p:spPr>
          <a:xfrm>
            <a:off x="7887960" y="3360240"/>
            <a:ext cx="129240" cy="11160"/>
          </a:xfrm>
          <a:custGeom>
            <a:avLst/>
            <a:gdLst/>
            <a:ahLst/>
            <a:rect l="0" t="0" r="r" b="b"/>
            <a:pathLst>
              <a:path w="359" h="31">
                <a:moveTo>
                  <a:pt x="0" y="31"/>
                </a:moveTo>
                <a:lnTo>
                  <a:pt x="351" y="0"/>
                </a:lnTo>
                <a:lnTo>
                  <a:pt x="359" y="0"/>
                </a:lnTo>
                <a:lnTo>
                  <a:pt x="0" y="31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8" name=""/>
          <p:cNvSpPr/>
          <p:nvPr/>
        </p:nvSpPr>
        <p:spPr>
          <a:xfrm>
            <a:off x="7887960" y="3360240"/>
            <a:ext cx="135360" cy="11880"/>
          </a:xfrm>
          <a:custGeom>
            <a:avLst/>
            <a:gdLst/>
            <a:ahLst/>
            <a:rect l="0" t="0" r="r" b="b"/>
            <a:pathLst>
              <a:path w="376" h="33">
                <a:moveTo>
                  <a:pt x="0" y="31"/>
                </a:moveTo>
                <a:lnTo>
                  <a:pt x="359" y="0"/>
                </a:lnTo>
                <a:lnTo>
                  <a:pt x="376" y="0"/>
                </a:lnTo>
                <a:lnTo>
                  <a:pt x="0" y="33"/>
                </a:lnTo>
                <a:lnTo>
                  <a:pt x="0" y="31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89" name=""/>
          <p:cNvSpPr/>
          <p:nvPr/>
        </p:nvSpPr>
        <p:spPr>
          <a:xfrm>
            <a:off x="7887960" y="3360240"/>
            <a:ext cx="138240" cy="12240"/>
          </a:xfrm>
          <a:custGeom>
            <a:avLst/>
            <a:gdLst/>
            <a:ahLst/>
            <a:rect l="0" t="0" r="r" b="b"/>
            <a:pathLst>
              <a:path w="384" h="34">
                <a:moveTo>
                  <a:pt x="0" y="33"/>
                </a:moveTo>
                <a:lnTo>
                  <a:pt x="376" y="0"/>
                </a:lnTo>
                <a:lnTo>
                  <a:pt x="38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0" name=""/>
          <p:cNvSpPr/>
          <p:nvPr/>
        </p:nvSpPr>
        <p:spPr>
          <a:xfrm>
            <a:off x="7887960" y="3360240"/>
            <a:ext cx="141120" cy="12240"/>
          </a:xfrm>
          <a:custGeom>
            <a:avLst/>
            <a:gdLst/>
            <a:ahLst/>
            <a:rect l="0" t="0" r="r" b="b"/>
            <a:pathLst>
              <a:path w="392" h="34">
                <a:moveTo>
                  <a:pt x="0" y="34"/>
                </a:moveTo>
                <a:lnTo>
                  <a:pt x="384" y="0"/>
                </a:lnTo>
                <a:lnTo>
                  <a:pt x="392" y="0"/>
                </a:lnTo>
                <a:lnTo>
                  <a:pt x="0" y="3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1" name=""/>
          <p:cNvSpPr/>
          <p:nvPr/>
        </p:nvSpPr>
        <p:spPr>
          <a:xfrm>
            <a:off x="7887960" y="3360240"/>
            <a:ext cx="146880" cy="12960"/>
          </a:xfrm>
          <a:custGeom>
            <a:avLst/>
            <a:gdLst/>
            <a:ahLst/>
            <a:rect l="0" t="0" r="r" b="b"/>
            <a:pathLst>
              <a:path w="408" h="36">
                <a:moveTo>
                  <a:pt x="0" y="33"/>
                </a:moveTo>
                <a:lnTo>
                  <a:pt x="392" y="0"/>
                </a:lnTo>
                <a:lnTo>
                  <a:pt x="408" y="0"/>
                </a:lnTo>
                <a:lnTo>
                  <a:pt x="0" y="36"/>
                </a:lnTo>
                <a:lnTo>
                  <a:pt x="0" y="33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2" name=""/>
          <p:cNvSpPr/>
          <p:nvPr/>
        </p:nvSpPr>
        <p:spPr>
          <a:xfrm>
            <a:off x="7887960" y="3360240"/>
            <a:ext cx="152640" cy="13320"/>
          </a:xfrm>
          <a:custGeom>
            <a:avLst/>
            <a:gdLst/>
            <a:ahLst/>
            <a:rect l="0" t="0" r="r" b="b"/>
            <a:pathLst>
              <a:path w="424" h="37">
                <a:moveTo>
                  <a:pt x="0" y="36"/>
                </a:moveTo>
                <a:lnTo>
                  <a:pt x="408" y="0"/>
                </a:lnTo>
                <a:lnTo>
                  <a:pt x="424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3" name=""/>
          <p:cNvSpPr/>
          <p:nvPr/>
        </p:nvSpPr>
        <p:spPr>
          <a:xfrm>
            <a:off x="7887960" y="3360240"/>
            <a:ext cx="155520" cy="13680"/>
          </a:xfrm>
          <a:custGeom>
            <a:avLst/>
            <a:gdLst/>
            <a:ahLst/>
            <a:rect l="0" t="0" r="r" b="b"/>
            <a:pathLst>
              <a:path w="432" h="38">
                <a:moveTo>
                  <a:pt x="0" y="37"/>
                </a:moveTo>
                <a:lnTo>
                  <a:pt x="424" y="0"/>
                </a:lnTo>
                <a:lnTo>
                  <a:pt x="432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4" name=""/>
          <p:cNvSpPr/>
          <p:nvPr/>
        </p:nvSpPr>
        <p:spPr>
          <a:xfrm>
            <a:off x="7887960" y="3360240"/>
            <a:ext cx="158760" cy="13680"/>
          </a:xfrm>
          <a:custGeom>
            <a:avLst/>
            <a:gdLst/>
            <a:ahLst/>
            <a:rect l="0" t="0" r="r" b="b"/>
            <a:pathLst>
              <a:path w="441" h="38">
                <a:moveTo>
                  <a:pt x="0" y="38"/>
                </a:moveTo>
                <a:lnTo>
                  <a:pt x="432" y="0"/>
                </a:lnTo>
                <a:lnTo>
                  <a:pt x="441" y="0"/>
                </a:lnTo>
                <a:lnTo>
                  <a:pt x="0" y="3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5" name=""/>
          <p:cNvSpPr/>
          <p:nvPr/>
        </p:nvSpPr>
        <p:spPr>
          <a:xfrm>
            <a:off x="7887960" y="3360240"/>
            <a:ext cx="164520" cy="14400"/>
          </a:xfrm>
          <a:custGeom>
            <a:avLst/>
            <a:gdLst/>
            <a:ahLst/>
            <a:rect l="0" t="0" r="r" b="b"/>
            <a:pathLst>
              <a:path w="457" h="40">
                <a:moveTo>
                  <a:pt x="0" y="38"/>
                </a:moveTo>
                <a:lnTo>
                  <a:pt x="441" y="0"/>
                </a:lnTo>
                <a:lnTo>
                  <a:pt x="457" y="0"/>
                </a:lnTo>
                <a:lnTo>
                  <a:pt x="0" y="40"/>
                </a:lnTo>
                <a:lnTo>
                  <a:pt x="0" y="38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6" name=""/>
          <p:cNvSpPr/>
          <p:nvPr/>
        </p:nvSpPr>
        <p:spPr>
          <a:xfrm>
            <a:off x="7887960" y="3360240"/>
            <a:ext cx="167400" cy="14400"/>
          </a:xfrm>
          <a:custGeom>
            <a:avLst/>
            <a:gdLst/>
            <a:ahLst/>
            <a:rect l="0" t="0" r="r" b="b"/>
            <a:pathLst>
              <a:path w="465" h="40">
                <a:moveTo>
                  <a:pt x="0" y="40"/>
                </a:moveTo>
                <a:lnTo>
                  <a:pt x="457" y="0"/>
                </a:lnTo>
                <a:lnTo>
                  <a:pt x="465" y="0"/>
                </a:lnTo>
                <a:lnTo>
                  <a:pt x="0" y="40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7" name=""/>
          <p:cNvSpPr/>
          <p:nvPr/>
        </p:nvSpPr>
        <p:spPr>
          <a:xfrm>
            <a:off x="7887960" y="3360240"/>
            <a:ext cx="170280" cy="14760"/>
          </a:xfrm>
          <a:custGeom>
            <a:avLst/>
            <a:gdLst/>
            <a:ahLst/>
            <a:rect l="0" t="0" r="r" b="b"/>
            <a:pathLst>
              <a:path w="473" h="41">
                <a:moveTo>
                  <a:pt x="0" y="40"/>
                </a:moveTo>
                <a:lnTo>
                  <a:pt x="465" y="0"/>
                </a:lnTo>
                <a:lnTo>
                  <a:pt x="473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8" name=""/>
          <p:cNvSpPr/>
          <p:nvPr/>
        </p:nvSpPr>
        <p:spPr>
          <a:xfrm>
            <a:off x="7887960" y="3360240"/>
            <a:ext cx="173160" cy="15120"/>
          </a:xfrm>
          <a:custGeom>
            <a:avLst/>
            <a:gdLst/>
            <a:ahLst/>
            <a:rect l="0" t="0" r="r" b="b"/>
            <a:pathLst>
              <a:path w="481" h="42">
                <a:moveTo>
                  <a:pt x="0" y="41"/>
                </a:moveTo>
                <a:lnTo>
                  <a:pt x="473" y="0"/>
                </a:lnTo>
                <a:lnTo>
                  <a:pt x="481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699" name=""/>
          <p:cNvSpPr/>
          <p:nvPr/>
        </p:nvSpPr>
        <p:spPr>
          <a:xfrm>
            <a:off x="7887960" y="3360240"/>
            <a:ext cx="176040" cy="15120"/>
          </a:xfrm>
          <a:custGeom>
            <a:avLst/>
            <a:gdLst/>
            <a:ahLst/>
            <a:rect l="0" t="0" r="r" b="b"/>
            <a:pathLst>
              <a:path w="489" h="42">
                <a:moveTo>
                  <a:pt x="0" y="42"/>
                </a:moveTo>
                <a:lnTo>
                  <a:pt x="481" y="0"/>
                </a:lnTo>
                <a:lnTo>
                  <a:pt x="489" y="0"/>
                </a:lnTo>
                <a:lnTo>
                  <a:pt x="0" y="42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0" name=""/>
          <p:cNvSpPr/>
          <p:nvPr/>
        </p:nvSpPr>
        <p:spPr>
          <a:xfrm>
            <a:off x="7887960" y="3360240"/>
            <a:ext cx="179280" cy="15480"/>
          </a:xfrm>
          <a:custGeom>
            <a:avLst/>
            <a:gdLst/>
            <a:ahLst/>
            <a:rect l="0" t="0" r="r" b="b"/>
            <a:pathLst>
              <a:path w="498" h="43">
                <a:moveTo>
                  <a:pt x="0" y="42"/>
                </a:moveTo>
                <a:lnTo>
                  <a:pt x="489" y="0"/>
                </a:lnTo>
                <a:lnTo>
                  <a:pt x="498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1" name=""/>
          <p:cNvSpPr/>
          <p:nvPr/>
        </p:nvSpPr>
        <p:spPr>
          <a:xfrm>
            <a:off x="7887960" y="3360240"/>
            <a:ext cx="182160" cy="15840"/>
          </a:xfrm>
          <a:custGeom>
            <a:avLst/>
            <a:gdLst/>
            <a:ahLst/>
            <a:rect l="0" t="0" r="r" b="b"/>
            <a:pathLst>
              <a:path w="506" h="44">
                <a:moveTo>
                  <a:pt x="0" y="43"/>
                </a:moveTo>
                <a:lnTo>
                  <a:pt x="498" y="0"/>
                </a:lnTo>
                <a:lnTo>
                  <a:pt x="506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2" name=""/>
          <p:cNvSpPr/>
          <p:nvPr/>
        </p:nvSpPr>
        <p:spPr>
          <a:xfrm>
            <a:off x="7887960" y="3360240"/>
            <a:ext cx="185040" cy="16200"/>
          </a:xfrm>
          <a:custGeom>
            <a:avLst/>
            <a:gdLst/>
            <a:ahLst/>
            <a:rect l="0" t="0" r="r" b="b"/>
            <a:pathLst>
              <a:path w="514" h="45">
                <a:moveTo>
                  <a:pt x="0" y="44"/>
                </a:moveTo>
                <a:lnTo>
                  <a:pt x="506" y="0"/>
                </a:lnTo>
                <a:lnTo>
                  <a:pt x="514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3" name=""/>
          <p:cNvSpPr/>
          <p:nvPr/>
        </p:nvSpPr>
        <p:spPr>
          <a:xfrm>
            <a:off x="7887960" y="3360240"/>
            <a:ext cx="187920" cy="16200"/>
          </a:xfrm>
          <a:custGeom>
            <a:avLst/>
            <a:gdLst/>
            <a:ahLst/>
            <a:rect l="0" t="0" r="r" b="b"/>
            <a:pathLst>
              <a:path w="522" h="45">
                <a:moveTo>
                  <a:pt x="0" y="45"/>
                </a:moveTo>
                <a:lnTo>
                  <a:pt x="514" y="0"/>
                </a:lnTo>
                <a:lnTo>
                  <a:pt x="522" y="0"/>
                </a:lnTo>
                <a:lnTo>
                  <a:pt x="0" y="45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4" name=""/>
          <p:cNvSpPr/>
          <p:nvPr/>
        </p:nvSpPr>
        <p:spPr>
          <a:xfrm>
            <a:off x="7887960" y="3360240"/>
            <a:ext cx="193680" cy="16920"/>
          </a:xfrm>
          <a:custGeom>
            <a:avLst/>
            <a:gdLst/>
            <a:ahLst/>
            <a:rect l="0" t="0" r="r" b="b"/>
            <a:pathLst>
              <a:path w="538" h="47">
                <a:moveTo>
                  <a:pt x="0" y="45"/>
                </a:moveTo>
                <a:lnTo>
                  <a:pt x="522" y="0"/>
                </a:lnTo>
                <a:lnTo>
                  <a:pt x="538" y="0"/>
                </a:lnTo>
                <a:lnTo>
                  <a:pt x="0" y="47"/>
                </a:lnTo>
                <a:lnTo>
                  <a:pt x="0" y="45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5" name=""/>
          <p:cNvSpPr/>
          <p:nvPr/>
        </p:nvSpPr>
        <p:spPr>
          <a:xfrm>
            <a:off x="7887960" y="3360240"/>
            <a:ext cx="199800" cy="17280"/>
          </a:xfrm>
          <a:custGeom>
            <a:avLst/>
            <a:gdLst/>
            <a:ahLst/>
            <a:rect l="0" t="0" r="r" b="b"/>
            <a:pathLst>
              <a:path w="555" h="48">
                <a:moveTo>
                  <a:pt x="0" y="47"/>
                </a:moveTo>
                <a:lnTo>
                  <a:pt x="538" y="0"/>
                </a:lnTo>
                <a:lnTo>
                  <a:pt x="555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6" name=""/>
          <p:cNvSpPr/>
          <p:nvPr/>
        </p:nvSpPr>
        <p:spPr>
          <a:xfrm>
            <a:off x="7887960" y="3360240"/>
            <a:ext cx="205560" cy="17640"/>
          </a:xfrm>
          <a:custGeom>
            <a:avLst/>
            <a:gdLst/>
            <a:ahLst/>
            <a:rect l="0" t="0" r="r" b="b"/>
            <a:pathLst>
              <a:path w="571" h="49">
                <a:moveTo>
                  <a:pt x="0" y="48"/>
                </a:moveTo>
                <a:lnTo>
                  <a:pt x="554" y="0"/>
                </a:lnTo>
                <a:lnTo>
                  <a:pt x="571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7" name=""/>
          <p:cNvSpPr/>
          <p:nvPr/>
        </p:nvSpPr>
        <p:spPr>
          <a:xfrm>
            <a:off x="7887960" y="3360240"/>
            <a:ext cx="211320" cy="18720"/>
          </a:xfrm>
          <a:custGeom>
            <a:avLst/>
            <a:gdLst/>
            <a:ahLst/>
            <a:rect l="0" t="0" r="r" b="b"/>
            <a:pathLst>
              <a:path w="587" h="52">
                <a:moveTo>
                  <a:pt x="0" y="49"/>
                </a:moveTo>
                <a:lnTo>
                  <a:pt x="571" y="0"/>
                </a:lnTo>
                <a:lnTo>
                  <a:pt x="587" y="0"/>
                </a:lnTo>
                <a:lnTo>
                  <a:pt x="0" y="52"/>
                </a:lnTo>
                <a:lnTo>
                  <a:pt x="0" y="49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8" name=""/>
          <p:cNvSpPr/>
          <p:nvPr/>
        </p:nvSpPr>
        <p:spPr>
          <a:xfrm>
            <a:off x="7887960" y="3360240"/>
            <a:ext cx="217080" cy="18720"/>
          </a:xfrm>
          <a:custGeom>
            <a:avLst/>
            <a:gdLst/>
            <a:ahLst/>
            <a:rect l="0" t="0" r="r" b="b"/>
            <a:pathLst>
              <a:path w="603" h="52">
                <a:moveTo>
                  <a:pt x="0" y="51"/>
                </a:moveTo>
                <a:lnTo>
                  <a:pt x="587" y="0"/>
                </a:lnTo>
                <a:lnTo>
                  <a:pt x="603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09" name=""/>
          <p:cNvSpPr/>
          <p:nvPr/>
        </p:nvSpPr>
        <p:spPr>
          <a:xfrm>
            <a:off x="7887960" y="3360240"/>
            <a:ext cx="223200" cy="19440"/>
          </a:xfrm>
          <a:custGeom>
            <a:avLst/>
            <a:gdLst/>
            <a:ahLst/>
            <a:rect l="0" t="0" r="r" b="b"/>
            <a:pathLst>
              <a:path w="620" h="54">
                <a:moveTo>
                  <a:pt x="0" y="51"/>
                </a:moveTo>
                <a:lnTo>
                  <a:pt x="603" y="0"/>
                </a:lnTo>
                <a:lnTo>
                  <a:pt x="620" y="0"/>
                </a:lnTo>
                <a:lnTo>
                  <a:pt x="0" y="54"/>
                </a:lnTo>
                <a:lnTo>
                  <a:pt x="0" y="51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0" name=""/>
          <p:cNvSpPr/>
          <p:nvPr/>
        </p:nvSpPr>
        <p:spPr>
          <a:xfrm>
            <a:off x="7887960" y="3360240"/>
            <a:ext cx="228960" cy="19800"/>
          </a:xfrm>
          <a:custGeom>
            <a:avLst/>
            <a:gdLst/>
            <a:ahLst/>
            <a:rect l="0" t="0" r="r" b="b"/>
            <a:pathLst>
              <a:path w="636" h="55">
                <a:moveTo>
                  <a:pt x="0" y="54"/>
                </a:moveTo>
                <a:lnTo>
                  <a:pt x="620" y="0"/>
                </a:lnTo>
                <a:lnTo>
                  <a:pt x="636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1" name=""/>
          <p:cNvSpPr/>
          <p:nvPr/>
        </p:nvSpPr>
        <p:spPr>
          <a:xfrm>
            <a:off x="7887960" y="3360240"/>
            <a:ext cx="234720" cy="20160"/>
          </a:xfrm>
          <a:custGeom>
            <a:avLst/>
            <a:gdLst/>
            <a:ahLst/>
            <a:rect l="0" t="0" r="r" b="b"/>
            <a:pathLst>
              <a:path w="652" h="56">
                <a:moveTo>
                  <a:pt x="0" y="55"/>
                </a:moveTo>
                <a:lnTo>
                  <a:pt x="636" y="0"/>
                </a:lnTo>
                <a:lnTo>
                  <a:pt x="652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2" name=""/>
          <p:cNvSpPr/>
          <p:nvPr/>
        </p:nvSpPr>
        <p:spPr>
          <a:xfrm>
            <a:off x="7887960" y="3360240"/>
            <a:ext cx="237600" cy="20520"/>
          </a:xfrm>
          <a:custGeom>
            <a:avLst/>
            <a:gdLst/>
            <a:ahLst/>
            <a:rect l="0" t="0" r="r" b="b"/>
            <a:pathLst>
              <a:path w="660" h="57">
                <a:moveTo>
                  <a:pt x="0" y="56"/>
                </a:moveTo>
                <a:lnTo>
                  <a:pt x="652" y="0"/>
                </a:lnTo>
                <a:lnTo>
                  <a:pt x="660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3" name=""/>
          <p:cNvSpPr/>
          <p:nvPr/>
        </p:nvSpPr>
        <p:spPr>
          <a:xfrm>
            <a:off x="7887960" y="3360240"/>
            <a:ext cx="240480" cy="20880"/>
          </a:xfrm>
          <a:custGeom>
            <a:avLst/>
            <a:gdLst/>
            <a:ahLst/>
            <a:rect l="0" t="0" r="r" b="b"/>
            <a:pathLst>
              <a:path w="668" h="58">
                <a:moveTo>
                  <a:pt x="0" y="57"/>
                </a:moveTo>
                <a:lnTo>
                  <a:pt x="660" y="0"/>
                </a:lnTo>
                <a:lnTo>
                  <a:pt x="668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4" name=""/>
          <p:cNvSpPr/>
          <p:nvPr/>
        </p:nvSpPr>
        <p:spPr>
          <a:xfrm>
            <a:off x="7887960" y="3360240"/>
            <a:ext cx="243720" cy="20880"/>
          </a:xfrm>
          <a:custGeom>
            <a:avLst/>
            <a:gdLst/>
            <a:ahLst/>
            <a:rect l="0" t="0" r="r" b="b"/>
            <a:pathLst>
              <a:path w="677" h="58">
                <a:moveTo>
                  <a:pt x="0" y="58"/>
                </a:moveTo>
                <a:lnTo>
                  <a:pt x="668" y="0"/>
                </a:lnTo>
                <a:lnTo>
                  <a:pt x="677" y="0"/>
                </a:lnTo>
                <a:lnTo>
                  <a:pt x="0" y="58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5" name=""/>
          <p:cNvSpPr/>
          <p:nvPr/>
        </p:nvSpPr>
        <p:spPr>
          <a:xfrm>
            <a:off x="7887960" y="3360240"/>
            <a:ext cx="246600" cy="21240"/>
          </a:xfrm>
          <a:custGeom>
            <a:avLst/>
            <a:gdLst/>
            <a:ahLst/>
            <a:rect l="0" t="0" r="r" b="b"/>
            <a:pathLst>
              <a:path w="685" h="59">
                <a:moveTo>
                  <a:pt x="0" y="58"/>
                </a:moveTo>
                <a:lnTo>
                  <a:pt x="677" y="0"/>
                </a:lnTo>
                <a:lnTo>
                  <a:pt x="685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6" name=""/>
          <p:cNvSpPr/>
          <p:nvPr/>
        </p:nvSpPr>
        <p:spPr>
          <a:xfrm>
            <a:off x="7887960" y="3360240"/>
            <a:ext cx="249480" cy="21600"/>
          </a:xfrm>
          <a:custGeom>
            <a:avLst/>
            <a:gdLst/>
            <a:ahLst/>
            <a:rect l="0" t="0" r="r" b="b"/>
            <a:pathLst>
              <a:path w="693" h="60">
                <a:moveTo>
                  <a:pt x="0" y="59"/>
                </a:moveTo>
                <a:lnTo>
                  <a:pt x="685" y="0"/>
                </a:lnTo>
                <a:lnTo>
                  <a:pt x="693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7" name=""/>
          <p:cNvSpPr/>
          <p:nvPr/>
        </p:nvSpPr>
        <p:spPr>
          <a:xfrm>
            <a:off x="7887960" y="3360240"/>
            <a:ext cx="252360" cy="21600"/>
          </a:xfrm>
          <a:custGeom>
            <a:avLst/>
            <a:gdLst/>
            <a:ahLst/>
            <a:rect l="0" t="0" r="r" b="b"/>
            <a:pathLst>
              <a:path w="701" h="60">
                <a:moveTo>
                  <a:pt x="0" y="60"/>
                </a:moveTo>
                <a:lnTo>
                  <a:pt x="693" y="0"/>
                </a:lnTo>
                <a:lnTo>
                  <a:pt x="701" y="0"/>
                </a:lnTo>
                <a:lnTo>
                  <a:pt x="0" y="60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8" name=""/>
          <p:cNvSpPr/>
          <p:nvPr/>
        </p:nvSpPr>
        <p:spPr>
          <a:xfrm>
            <a:off x="7887960" y="3360240"/>
            <a:ext cx="255240" cy="21960"/>
          </a:xfrm>
          <a:custGeom>
            <a:avLst/>
            <a:gdLst/>
            <a:ahLst/>
            <a:rect l="0" t="0" r="r" b="b"/>
            <a:pathLst>
              <a:path w="709" h="61">
                <a:moveTo>
                  <a:pt x="0" y="60"/>
                </a:moveTo>
                <a:lnTo>
                  <a:pt x="701" y="0"/>
                </a:lnTo>
                <a:lnTo>
                  <a:pt x="709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19" name=""/>
          <p:cNvSpPr/>
          <p:nvPr/>
        </p:nvSpPr>
        <p:spPr>
          <a:xfrm>
            <a:off x="7887960" y="3360240"/>
            <a:ext cx="258120" cy="22320"/>
          </a:xfrm>
          <a:custGeom>
            <a:avLst/>
            <a:gdLst/>
            <a:ahLst/>
            <a:rect l="0" t="0" r="r" b="b"/>
            <a:pathLst>
              <a:path w="717" h="62">
                <a:moveTo>
                  <a:pt x="0" y="61"/>
                </a:moveTo>
                <a:lnTo>
                  <a:pt x="709" y="0"/>
                </a:lnTo>
                <a:lnTo>
                  <a:pt x="717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0" name=""/>
          <p:cNvSpPr/>
          <p:nvPr/>
        </p:nvSpPr>
        <p:spPr>
          <a:xfrm>
            <a:off x="7887960" y="3360240"/>
            <a:ext cx="261000" cy="22680"/>
          </a:xfrm>
          <a:custGeom>
            <a:avLst/>
            <a:gdLst/>
            <a:ahLst/>
            <a:rect l="0" t="0" r="r" b="b"/>
            <a:pathLst>
              <a:path w="725" h="63">
                <a:moveTo>
                  <a:pt x="0" y="62"/>
                </a:moveTo>
                <a:lnTo>
                  <a:pt x="717" y="0"/>
                </a:lnTo>
                <a:lnTo>
                  <a:pt x="725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1" name=""/>
          <p:cNvSpPr/>
          <p:nvPr/>
        </p:nvSpPr>
        <p:spPr>
          <a:xfrm>
            <a:off x="7887960" y="3360240"/>
            <a:ext cx="264240" cy="22680"/>
          </a:xfrm>
          <a:custGeom>
            <a:avLst/>
            <a:gdLst/>
            <a:ahLst/>
            <a:rect l="0" t="0" r="r" b="b"/>
            <a:pathLst>
              <a:path w="734" h="63">
                <a:moveTo>
                  <a:pt x="0" y="63"/>
                </a:moveTo>
                <a:lnTo>
                  <a:pt x="725" y="0"/>
                </a:lnTo>
                <a:lnTo>
                  <a:pt x="734" y="0"/>
                </a:lnTo>
                <a:lnTo>
                  <a:pt x="0" y="63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2" name=""/>
          <p:cNvSpPr/>
          <p:nvPr/>
        </p:nvSpPr>
        <p:spPr>
          <a:xfrm>
            <a:off x="7887960" y="3360240"/>
            <a:ext cx="267120" cy="23040"/>
          </a:xfrm>
          <a:custGeom>
            <a:avLst/>
            <a:gdLst/>
            <a:ahLst/>
            <a:rect l="0" t="0" r="r" b="b"/>
            <a:pathLst>
              <a:path w="742" h="64">
                <a:moveTo>
                  <a:pt x="0" y="63"/>
                </a:moveTo>
                <a:lnTo>
                  <a:pt x="734" y="0"/>
                </a:lnTo>
                <a:lnTo>
                  <a:pt x="742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3" name=""/>
          <p:cNvSpPr/>
          <p:nvPr/>
        </p:nvSpPr>
        <p:spPr>
          <a:xfrm>
            <a:off x="7887960" y="3360240"/>
            <a:ext cx="270000" cy="23400"/>
          </a:xfrm>
          <a:custGeom>
            <a:avLst/>
            <a:gdLst/>
            <a:ahLst/>
            <a:rect l="0" t="0" r="r" b="b"/>
            <a:pathLst>
              <a:path w="750" h="65">
                <a:moveTo>
                  <a:pt x="0" y="64"/>
                </a:moveTo>
                <a:lnTo>
                  <a:pt x="742" y="0"/>
                </a:lnTo>
                <a:lnTo>
                  <a:pt x="750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4" name=""/>
          <p:cNvSpPr/>
          <p:nvPr/>
        </p:nvSpPr>
        <p:spPr>
          <a:xfrm>
            <a:off x="7887960" y="3360240"/>
            <a:ext cx="272880" cy="23400"/>
          </a:xfrm>
          <a:custGeom>
            <a:avLst/>
            <a:gdLst/>
            <a:ahLst/>
            <a:rect l="0" t="0" r="r" b="b"/>
            <a:pathLst>
              <a:path w="758" h="65">
                <a:moveTo>
                  <a:pt x="0" y="65"/>
                </a:moveTo>
                <a:lnTo>
                  <a:pt x="750" y="0"/>
                </a:lnTo>
                <a:lnTo>
                  <a:pt x="758" y="0"/>
                </a:lnTo>
                <a:lnTo>
                  <a:pt x="0" y="65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5" name=""/>
          <p:cNvSpPr/>
          <p:nvPr/>
        </p:nvSpPr>
        <p:spPr>
          <a:xfrm>
            <a:off x="7887960" y="3360240"/>
            <a:ext cx="275760" cy="23760"/>
          </a:xfrm>
          <a:custGeom>
            <a:avLst/>
            <a:gdLst/>
            <a:ahLst/>
            <a:rect l="0" t="0" r="r" b="b"/>
            <a:pathLst>
              <a:path w="766" h="66">
                <a:moveTo>
                  <a:pt x="0" y="65"/>
                </a:moveTo>
                <a:lnTo>
                  <a:pt x="758" y="0"/>
                </a:lnTo>
                <a:lnTo>
                  <a:pt x="766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6" name=""/>
          <p:cNvSpPr/>
          <p:nvPr/>
        </p:nvSpPr>
        <p:spPr>
          <a:xfrm>
            <a:off x="7887960" y="3360240"/>
            <a:ext cx="278640" cy="24120"/>
          </a:xfrm>
          <a:custGeom>
            <a:avLst/>
            <a:gdLst/>
            <a:ahLst/>
            <a:rect l="0" t="0" r="r" b="b"/>
            <a:pathLst>
              <a:path w="774" h="67">
                <a:moveTo>
                  <a:pt x="0" y="66"/>
                </a:moveTo>
                <a:lnTo>
                  <a:pt x="766" y="0"/>
                </a:lnTo>
                <a:lnTo>
                  <a:pt x="774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7" name=""/>
          <p:cNvSpPr/>
          <p:nvPr/>
        </p:nvSpPr>
        <p:spPr>
          <a:xfrm>
            <a:off x="7887960" y="3360240"/>
            <a:ext cx="281520" cy="24120"/>
          </a:xfrm>
          <a:custGeom>
            <a:avLst/>
            <a:gdLst/>
            <a:ahLst/>
            <a:rect l="0" t="0" r="r" b="b"/>
            <a:pathLst>
              <a:path w="782" h="67">
                <a:moveTo>
                  <a:pt x="0" y="67"/>
                </a:moveTo>
                <a:lnTo>
                  <a:pt x="774" y="0"/>
                </a:lnTo>
                <a:lnTo>
                  <a:pt x="782" y="0"/>
                </a:lnTo>
                <a:lnTo>
                  <a:pt x="0" y="67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8" name=""/>
          <p:cNvSpPr/>
          <p:nvPr/>
        </p:nvSpPr>
        <p:spPr>
          <a:xfrm>
            <a:off x="7887960" y="3360240"/>
            <a:ext cx="284760" cy="24480"/>
          </a:xfrm>
          <a:custGeom>
            <a:avLst/>
            <a:gdLst/>
            <a:ahLst/>
            <a:rect l="0" t="0" r="r" b="b"/>
            <a:pathLst>
              <a:path w="791" h="68">
                <a:moveTo>
                  <a:pt x="0" y="67"/>
                </a:moveTo>
                <a:lnTo>
                  <a:pt x="782" y="0"/>
                </a:lnTo>
                <a:lnTo>
                  <a:pt x="791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29" name=""/>
          <p:cNvSpPr/>
          <p:nvPr/>
        </p:nvSpPr>
        <p:spPr>
          <a:xfrm>
            <a:off x="7887960" y="3360240"/>
            <a:ext cx="287640" cy="24840"/>
          </a:xfrm>
          <a:custGeom>
            <a:avLst/>
            <a:gdLst/>
            <a:ahLst/>
            <a:rect l="0" t="0" r="r" b="b"/>
            <a:pathLst>
              <a:path w="799" h="69">
                <a:moveTo>
                  <a:pt x="0" y="68"/>
                </a:moveTo>
                <a:lnTo>
                  <a:pt x="791" y="0"/>
                </a:lnTo>
                <a:lnTo>
                  <a:pt x="799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0" name=""/>
          <p:cNvSpPr/>
          <p:nvPr/>
        </p:nvSpPr>
        <p:spPr>
          <a:xfrm>
            <a:off x="7887960" y="3360240"/>
            <a:ext cx="290520" cy="24840"/>
          </a:xfrm>
          <a:custGeom>
            <a:avLst/>
            <a:gdLst/>
            <a:ahLst/>
            <a:rect l="0" t="0" r="r" b="b"/>
            <a:pathLst>
              <a:path w="807" h="69">
                <a:moveTo>
                  <a:pt x="0" y="69"/>
                </a:moveTo>
                <a:lnTo>
                  <a:pt x="799" y="0"/>
                </a:lnTo>
                <a:lnTo>
                  <a:pt x="807" y="0"/>
                </a:lnTo>
                <a:lnTo>
                  <a:pt x="0" y="69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1" name=""/>
          <p:cNvSpPr/>
          <p:nvPr/>
        </p:nvSpPr>
        <p:spPr>
          <a:xfrm>
            <a:off x="7887960" y="3360240"/>
            <a:ext cx="293400" cy="25200"/>
          </a:xfrm>
          <a:custGeom>
            <a:avLst/>
            <a:gdLst/>
            <a:ahLst/>
            <a:rect l="0" t="0" r="r" b="b"/>
            <a:pathLst>
              <a:path w="815" h="70">
                <a:moveTo>
                  <a:pt x="0" y="69"/>
                </a:moveTo>
                <a:lnTo>
                  <a:pt x="807" y="0"/>
                </a:lnTo>
                <a:lnTo>
                  <a:pt x="815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2" name=""/>
          <p:cNvSpPr/>
          <p:nvPr/>
        </p:nvSpPr>
        <p:spPr>
          <a:xfrm>
            <a:off x="7887960" y="3360240"/>
            <a:ext cx="296280" cy="25560"/>
          </a:xfrm>
          <a:custGeom>
            <a:avLst/>
            <a:gdLst/>
            <a:ahLst/>
            <a:rect l="0" t="0" r="r" b="b"/>
            <a:pathLst>
              <a:path w="823" h="71">
                <a:moveTo>
                  <a:pt x="0" y="70"/>
                </a:moveTo>
                <a:lnTo>
                  <a:pt x="815" y="0"/>
                </a:lnTo>
                <a:lnTo>
                  <a:pt x="823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3" name=""/>
          <p:cNvSpPr/>
          <p:nvPr/>
        </p:nvSpPr>
        <p:spPr>
          <a:xfrm>
            <a:off x="7887960" y="3360240"/>
            <a:ext cx="299160" cy="25920"/>
          </a:xfrm>
          <a:custGeom>
            <a:avLst/>
            <a:gdLst/>
            <a:ahLst/>
            <a:rect l="0" t="0" r="r" b="b"/>
            <a:pathLst>
              <a:path w="831" h="72">
                <a:moveTo>
                  <a:pt x="0" y="71"/>
                </a:moveTo>
                <a:lnTo>
                  <a:pt x="823" y="0"/>
                </a:lnTo>
                <a:lnTo>
                  <a:pt x="831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4" name=""/>
          <p:cNvSpPr/>
          <p:nvPr/>
        </p:nvSpPr>
        <p:spPr>
          <a:xfrm>
            <a:off x="7887960" y="3360240"/>
            <a:ext cx="302040" cy="25920"/>
          </a:xfrm>
          <a:custGeom>
            <a:avLst/>
            <a:gdLst/>
            <a:ahLst/>
            <a:rect l="0" t="0" r="r" b="b"/>
            <a:pathLst>
              <a:path w="839" h="72">
                <a:moveTo>
                  <a:pt x="0" y="72"/>
                </a:moveTo>
                <a:lnTo>
                  <a:pt x="831" y="0"/>
                </a:lnTo>
                <a:lnTo>
                  <a:pt x="839" y="0"/>
                </a:lnTo>
                <a:lnTo>
                  <a:pt x="0" y="72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5" name=""/>
          <p:cNvSpPr/>
          <p:nvPr/>
        </p:nvSpPr>
        <p:spPr>
          <a:xfrm>
            <a:off x="7887960" y="3360240"/>
            <a:ext cx="304920" cy="26280"/>
          </a:xfrm>
          <a:custGeom>
            <a:avLst/>
            <a:gdLst/>
            <a:ahLst/>
            <a:rect l="0" t="0" r="r" b="b"/>
            <a:pathLst>
              <a:path w="847" h="73">
                <a:moveTo>
                  <a:pt x="0" y="72"/>
                </a:moveTo>
                <a:lnTo>
                  <a:pt x="839" y="0"/>
                </a:lnTo>
                <a:lnTo>
                  <a:pt x="847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6" name=""/>
          <p:cNvSpPr/>
          <p:nvPr/>
        </p:nvSpPr>
        <p:spPr>
          <a:xfrm>
            <a:off x="7887960" y="3360240"/>
            <a:ext cx="308160" cy="26640"/>
          </a:xfrm>
          <a:custGeom>
            <a:avLst/>
            <a:gdLst/>
            <a:ahLst/>
            <a:rect l="0" t="0" r="r" b="b"/>
            <a:pathLst>
              <a:path w="856" h="74">
                <a:moveTo>
                  <a:pt x="0" y="73"/>
                </a:moveTo>
                <a:lnTo>
                  <a:pt x="847" y="0"/>
                </a:lnTo>
                <a:lnTo>
                  <a:pt x="856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7" name=""/>
          <p:cNvSpPr/>
          <p:nvPr/>
        </p:nvSpPr>
        <p:spPr>
          <a:xfrm>
            <a:off x="7887960" y="3360240"/>
            <a:ext cx="311040" cy="26640"/>
          </a:xfrm>
          <a:custGeom>
            <a:avLst/>
            <a:gdLst/>
            <a:ahLst/>
            <a:rect l="0" t="0" r="r" b="b"/>
            <a:pathLst>
              <a:path w="864" h="74">
                <a:moveTo>
                  <a:pt x="0" y="74"/>
                </a:moveTo>
                <a:lnTo>
                  <a:pt x="856" y="0"/>
                </a:lnTo>
                <a:lnTo>
                  <a:pt x="864" y="0"/>
                </a:lnTo>
                <a:lnTo>
                  <a:pt x="0" y="74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8" name=""/>
          <p:cNvSpPr/>
          <p:nvPr/>
        </p:nvSpPr>
        <p:spPr>
          <a:xfrm>
            <a:off x="7887960" y="3360240"/>
            <a:ext cx="313920" cy="27000"/>
          </a:xfrm>
          <a:custGeom>
            <a:avLst/>
            <a:gdLst/>
            <a:ahLst/>
            <a:rect l="0" t="0" r="r" b="b"/>
            <a:pathLst>
              <a:path w="872" h="75">
                <a:moveTo>
                  <a:pt x="0" y="74"/>
                </a:moveTo>
                <a:lnTo>
                  <a:pt x="864" y="0"/>
                </a:lnTo>
                <a:lnTo>
                  <a:pt x="872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39" name=""/>
          <p:cNvSpPr/>
          <p:nvPr/>
        </p:nvSpPr>
        <p:spPr>
          <a:xfrm>
            <a:off x="7887960" y="3360240"/>
            <a:ext cx="316800" cy="27360"/>
          </a:xfrm>
          <a:custGeom>
            <a:avLst/>
            <a:gdLst/>
            <a:ahLst/>
            <a:rect l="0" t="0" r="r" b="b"/>
            <a:pathLst>
              <a:path w="880" h="76">
                <a:moveTo>
                  <a:pt x="0" y="75"/>
                </a:moveTo>
                <a:lnTo>
                  <a:pt x="872" y="0"/>
                </a:lnTo>
                <a:lnTo>
                  <a:pt x="880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0" name=""/>
          <p:cNvSpPr/>
          <p:nvPr/>
        </p:nvSpPr>
        <p:spPr>
          <a:xfrm>
            <a:off x="7887960" y="3360240"/>
            <a:ext cx="319680" cy="27360"/>
          </a:xfrm>
          <a:custGeom>
            <a:avLst/>
            <a:gdLst/>
            <a:ahLst/>
            <a:rect l="0" t="0" r="r" b="b"/>
            <a:pathLst>
              <a:path w="888" h="76">
                <a:moveTo>
                  <a:pt x="0" y="76"/>
                </a:moveTo>
                <a:lnTo>
                  <a:pt x="880" y="0"/>
                </a:lnTo>
                <a:lnTo>
                  <a:pt x="888" y="0"/>
                </a:lnTo>
                <a:lnTo>
                  <a:pt x="0" y="76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1" name=""/>
          <p:cNvSpPr/>
          <p:nvPr/>
        </p:nvSpPr>
        <p:spPr>
          <a:xfrm>
            <a:off x="7887960" y="3360240"/>
            <a:ext cx="322560" cy="27720"/>
          </a:xfrm>
          <a:custGeom>
            <a:avLst/>
            <a:gdLst/>
            <a:ahLst/>
            <a:rect l="0" t="0" r="r" b="b"/>
            <a:pathLst>
              <a:path w="896" h="77">
                <a:moveTo>
                  <a:pt x="0" y="76"/>
                </a:moveTo>
                <a:lnTo>
                  <a:pt x="888" y="0"/>
                </a:lnTo>
                <a:lnTo>
                  <a:pt x="896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2" name=""/>
          <p:cNvSpPr/>
          <p:nvPr/>
        </p:nvSpPr>
        <p:spPr>
          <a:xfrm>
            <a:off x="7887960" y="3360240"/>
            <a:ext cx="325440" cy="28080"/>
          </a:xfrm>
          <a:custGeom>
            <a:avLst/>
            <a:gdLst/>
            <a:ahLst/>
            <a:rect l="0" t="0" r="r" b="b"/>
            <a:pathLst>
              <a:path w="904" h="78">
                <a:moveTo>
                  <a:pt x="0" y="77"/>
                </a:moveTo>
                <a:lnTo>
                  <a:pt x="896" y="0"/>
                </a:lnTo>
                <a:lnTo>
                  <a:pt x="904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3" name=""/>
          <p:cNvSpPr/>
          <p:nvPr/>
        </p:nvSpPr>
        <p:spPr>
          <a:xfrm>
            <a:off x="7887960" y="3360240"/>
            <a:ext cx="328680" cy="28080"/>
          </a:xfrm>
          <a:custGeom>
            <a:avLst/>
            <a:gdLst/>
            <a:ahLst/>
            <a:rect l="0" t="0" r="r" b="b"/>
            <a:pathLst>
              <a:path w="913" h="78">
                <a:moveTo>
                  <a:pt x="0" y="78"/>
                </a:moveTo>
                <a:lnTo>
                  <a:pt x="904" y="0"/>
                </a:lnTo>
                <a:lnTo>
                  <a:pt x="913" y="0"/>
                </a:lnTo>
                <a:lnTo>
                  <a:pt x="0" y="78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4" name=""/>
          <p:cNvSpPr/>
          <p:nvPr/>
        </p:nvSpPr>
        <p:spPr>
          <a:xfrm>
            <a:off x="7887960" y="3360240"/>
            <a:ext cx="331560" cy="28440"/>
          </a:xfrm>
          <a:custGeom>
            <a:avLst/>
            <a:gdLst/>
            <a:ahLst/>
            <a:rect l="0" t="0" r="r" b="b"/>
            <a:pathLst>
              <a:path w="921" h="79">
                <a:moveTo>
                  <a:pt x="0" y="78"/>
                </a:moveTo>
                <a:lnTo>
                  <a:pt x="913" y="0"/>
                </a:lnTo>
                <a:lnTo>
                  <a:pt x="921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5" name=""/>
          <p:cNvSpPr/>
          <p:nvPr/>
        </p:nvSpPr>
        <p:spPr>
          <a:xfrm>
            <a:off x="7887960" y="3360240"/>
            <a:ext cx="334440" cy="28800"/>
          </a:xfrm>
          <a:custGeom>
            <a:avLst/>
            <a:gdLst/>
            <a:ahLst/>
            <a:rect l="0" t="0" r="r" b="b"/>
            <a:pathLst>
              <a:path w="929" h="80">
                <a:moveTo>
                  <a:pt x="0" y="79"/>
                </a:moveTo>
                <a:lnTo>
                  <a:pt x="921" y="0"/>
                </a:lnTo>
                <a:lnTo>
                  <a:pt x="929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6" name=""/>
          <p:cNvSpPr/>
          <p:nvPr/>
        </p:nvSpPr>
        <p:spPr>
          <a:xfrm>
            <a:off x="7887960" y="3360240"/>
            <a:ext cx="337320" cy="29160"/>
          </a:xfrm>
          <a:custGeom>
            <a:avLst/>
            <a:gdLst/>
            <a:ahLst/>
            <a:rect l="0" t="0" r="r" b="b"/>
            <a:pathLst>
              <a:path w="937" h="81">
                <a:moveTo>
                  <a:pt x="0" y="80"/>
                </a:moveTo>
                <a:lnTo>
                  <a:pt x="929" y="0"/>
                </a:lnTo>
                <a:lnTo>
                  <a:pt x="937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7" name=""/>
          <p:cNvSpPr/>
          <p:nvPr/>
        </p:nvSpPr>
        <p:spPr>
          <a:xfrm>
            <a:off x="7887960" y="3360240"/>
            <a:ext cx="340200" cy="29160"/>
          </a:xfrm>
          <a:custGeom>
            <a:avLst/>
            <a:gdLst/>
            <a:ahLst/>
            <a:rect l="0" t="0" r="r" b="b"/>
            <a:pathLst>
              <a:path w="945" h="81">
                <a:moveTo>
                  <a:pt x="0" y="81"/>
                </a:moveTo>
                <a:lnTo>
                  <a:pt x="937" y="0"/>
                </a:lnTo>
                <a:lnTo>
                  <a:pt x="945" y="0"/>
                </a:lnTo>
                <a:lnTo>
                  <a:pt x="0" y="81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8" name=""/>
          <p:cNvSpPr/>
          <p:nvPr/>
        </p:nvSpPr>
        <p:spPr>
          <a:xfrm>
            <a:off x="7887960" y="3360240"/>
            <a:ext cx="343080" cy="29520"/>
          </a:xfrm>
          <a:custGeom>
            <a:avLst/>
            <a:gdLst/>
            <a:ahLst/>
            <a:rect l="0" t="0" r="r" b="b"/>
            <a:pathLst>
              <a:path w="953" h="82">
                <a:moveTo>
                  <a:pt x="0" y="81"/>
                </a:moveTo>
                <a:lnTo>
                  <a:pt x="945" y="0"/>
                </a:lnTo>
                <a:lnTo>
                  <a:pt x="953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49" name=""/>
          <p:cNvSpPr/>
          <p:nvPr/>
        </p:nvSpPr>
        <p:spPr>
          <a:xfrm>
            <a:off x="7887960" y="3360240"/>
            <a:ext cx="345960" cy="29880"/>
          </a:xfrm>
          <a:custGeom>
            <a:avLst/>
            <a:gdLst/>
            <a:ahLst/>
            <a:rect l="0" t="0" r="r" b="b"/>
            <a:pathLst>
              <a:path w="961" h="83">
                <a:moveTo>
                  <a:pt x="0" y="82"/>
                </a:moveTo>
                <a:lnTo>
                  <a:pt x="953" y="0"/>
                </a:lnTo>
                <a:lnTo>
                  <a:pt x="961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0" name=""/>
          <p:cNvSpPr/>
          <p:nvPr/>
        </p:nvSpPr>
        <p:spPr>
          <a:xfrm>
            <a:off x="7887960" y="3360240"/>
            <a:ext cx="349200" cy="29880"/>
          </a:xfrm>
          <a:custGeom>
            <a:avLst/>
            <a:gdLst/>
            <a:ahLst/>
            <a:rect l="0" t="0" r="r" b="b"/>
            <a:pathLst>
              <a:path w="970" h="83">
                <a:moveTo>
                  <a:pt x="0" y="83"/>
                </a:moveTo>
                <a:lnTo>
                  <a:pt x="961" y="0"/>
                </a:lnTo>
                <a:lnTo>
                  <a:pt x="970" y="0"/>
                </a:lnTo>
                <a:lnTo>
                  <a:pt x="0" y="83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1" name=""/>
          <p:cNvSpPr/>
          <p:nvPr/>
        </p:nvSpPr>
        <p:spPr>
          <a:xfrm>
            <a:off x="7887960" y="3360240"/>
            <a:ext cx="352080" cy="30240"/>
          </a:xfrm>
          <a:custGeom>
            <a:avLst/>
            <a:gdLst/>
            <a:ahLst/>
            <a:rect l="0" t="0" r="r" b="b"/>
            <a:pathLst>
              <a:path w="978" h="84">
                <a:moveTo>
                  <a:pt x="0" y="83"/>
                </a:moveTo>
                <a:lnTo>
                  <a:pt x="970" y="0"/>
                </a:lnTo>
                <a:lnTo>
                  <a:pt x="978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2" name=""/>
          <p:cNvSpPr/>
          <p:nvPr/>
        </p:nvSpPr>
        <p:spPr>
          <a:xfrm>
            <a:off x="7887960" y="3360240"/>
            <a:ext cx="354960" cy="30600"/>
          </a:xfrm>
          <a:custGeom>
            <a:avLst/>
            <a:gdLst/>
            <a:ahLst/>
            <a:rect l="0" t="0" r="r" b="b"/>
            <a:pathLst>
              <a:path w="986" h="85">
                <a:moveTo>
                  <a:pt x="0" y="84"/>
                </a:moveTo>
                <a:lnTo>
                  <a:pt x="978" y="0"/>
                </a:lnTo>
                <a:lnTo>
                  <a:pt x="986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3" name=""/>
          <p:cNvSpPr/>
          <p:nvPr/>
        </p:nvSpPr>
        <p:spPr>
          <a:xfrm>
            <a:off x="7887960" y="3360240"/>
            <a:ext cx="357840" cy="30600"/>
          </a:xfrm>
          <a:custGeom>
            <a:avLst/>
            <a:gdLst/>
            <a:ahLst/>
            <a:rect l="0" t="0" r="r" b="b"/>
            <a:pathLst>
              <a:path w="994" h="85">
                <a:moveTo>
                  <a:pt x="0" y="85"/>
                </a:moveTo>
                <a:lnTo>
                  <a:pt x="986" y="0"/>
                </a:lnTo>
                <a:lnTo>
                  <a:pt x="994" y="0"/>
                </a:lnTo>
                <a:lnTo>
                  <a:pt x="0" y="85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4" name=""/>
          <p:cNvSpPr/>
          <p:nvPr/>
        </p:nvSpPr>
        <p:spPr>
          <a:xfrm>
            <a:off x="7887960" y="3360240"/>
            <a:ext cx="360720" cy="30960"/>
          </a:xfrm>
          <a:custGeom>
            <a:avLst/>
            <a:gdLst/>
            <a:ahLst/>
            <a:rect l="0" t="0" r="r" b="b"/>
            <a:pathLst>
              <a:path w="1002" h="86">
                <a:moveTo>
                  <a:pt x="0" y="85"/>
                </a:moveTo>
                <a:lnTo>
                  <a:pt x="994" y="0"/>
                </a:lnTo>
                <a:lnTo>
                  <a:pt x="1002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5" name=""/>
          <p:cNvSpPr/>
          <p:nvPr/>
        </p:nvSpPr>
        <p:spPr>
          <a:xfrm>
            <a:off x="7887960" y="3360240"/>
            <a:ext cx="363600" cy="31320"/>
          </a:xfrm>
          <a:custGeom>
            <a:avLst/>
            <a:gdLst/>
            <a:ahLst/>
            <a:rect l="0" t="0" r="r" b="b"/>
            <a:pathLst>
              <a:path w="1010" h="87">
                <a:moveTo>
                  <a:pt x="0" y="86"/>
                </a:moveTo>
                <a:lnTo>
                  <a:pt x="1002" y="0"/>
                </a:lnTo>
                <a:lnTo>
                  <a:pt x="1010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6" name=""/>
          <p:cNvSpPr/>
          <p:nvPr/>
        </p:nvSpPr>
        <p:spPr>
          <a:xfrm>
            <a:off x="7887960" y="3360240"/>
            <a:ext cx="366480" cy="31320"/>
          </a:xfrm>
          <a:custGeom>
            <a:avLst/>
            <a:gdLst/>
            <a:ahLst/>
            <a:rect l="0" t="0" r="r" b="b"/>
            <a:pathLst>
              <a:path w="1018" h="87">
                <a:moveTo>
                  <a:pt x="0" y="87"/>
                </a:moveTo>
                <a:lnTo>
                  <a:pt x="1010" y="0"/>
                </a:lnTo>
                <a:lnTo>
                  <a:pt x="1018" y="0"/>
                </a:lnTo>
                <a:lnTo>
                  <a:pt x="0" y="87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7" name=""/>
          <p:cNvSpPr/>
          <p:nvPr/>
        </p:nvSpPr>
        <p:spPr>
          <a:xfrm>
            <a:off x="7887960" y="3360240"/>
            <a:ext cx="369360" cy="31680"/>
          </a:xfrm>
          <a:custGeom>
            <a:avLst/>
            <a:gdLst/>
            <a:ahLst/>
            <a:rect l="0" t="0" r="r" b="b"/>
            <a:pathLst>
              <a:path w="1026" h="88">
                <a:moveTo>
                  <a:pt x="0" y="87"/>
                </a:moveTo>
                <a:lnTo>
                  <a:pt x="1018" y="0"/>
                </a:lnTo>
                <a:lnTo>
                  <a:pt x="1026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8" name=""/>
          <p:cNvSpPr/>
          <p:nvPr/>
        </p:nvSpPr>
        <p:spPr>
          <a:xfrm>
            <a:off x="7887960" y="3360240"/>
            <a:ext cx="372600" cy="32040"/>
          </a:xfrm>
          <a:custGeom>
            <a:avLst/>
            <a:gdLst/>
            <a:ahLst/>
            <a:rect l="0" t="0" r="r" b="b"/>
            <a:pathLst>
              <a:path w="1035" h="89">
                <a:moveTo>
                  <a:pt x="0" y="88"/>
                </a:moveTo>
                <a:lnTo>
                  <a:pt x="1026" y="0"/>
                </a:lnTo>
                <a:lnTo>
                  <a:pt x="1035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59" name=""/>
          <p:cNvSpPr/>
          <p:nvPr/>
        </p:nvSpPr>
        <p:spPr>
          <a:xfrm>
            <a:off x="7887960" y="3360240"/>
            <a:ext cx="373680" cy="32400"/>
          </a:xfrm>
          <a:custGeom>
            <a:avLst/>
            <a:gdLst/>
            <a:ahLst/>
            <a:rect l="0" t="0" r="r" b="b"/>
            <a:pathLst>
              <a:path w="1038" h="90">
                <a:moveTo>
                  <a:pt x="0" y="89"/>
                </a:moveTo>
                <a:lnTo>
                  <a:pt x="1035" y="0"/>
                </a:lnTo>
                <a:lnTo>
                  <a:pt x="1038" y="0"/>
                </a:lnTo>
                <a:lnTo>
                  <a:pt x="0" y="90"/>
                </a:lnTo>
                <a:lnTo>
                  <a:pt x="0" y="89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0" name=""/>
          <p:cNvSpPr/>
          <p:nvPr/>
        </p:nvSpPr>
        <p:spPr>
          <a:xfrm>
            <a:off x="7887960" y="3360240"/>
            <a:ext cx="373680" cy="32400"/>
          </a:xfrm>
          <a:custGeom>
            <a:avLst/>
            <a:gdLst/>
            <a:ahLst/>
            <a:rect l="0" t="0" r="r" b="b"/>
            <a:pathLst>
              <a:path w="1038" h="90">
                <a:moveTo>
                  <a:pt x="0" y="90"/>
                </a:moveTo>
                <a:lnTo>
                  <a:pt x="1038" y="0"/>
                </a:lnTo>
                <a:lnTo>
                  <a:pt x="1038" y="1"/>
                </a:lnTo>
                <a:lnTo>
                  <a:pt x="4" y="90"/>
                </a:lnTo>
                <a:lnTo>
                  <a:pt x="0" y="90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1" name=""/>
          <p:cNvSpPr/>
          <p:nvPr/>
        </p:nvSpPr>
        <p:spPr>
          <a:xfrm>
            <a:off x="7889400" y="3360600"/>
            <a:ext cx="372240" cy="32040"/>
          </a:xfrm>
          <a:custGeom>
            <a:avLst/>
            <a:gdLst/>
            <a:ahLst/>
            <a:rect l="0" t="0" r="r" b="b"/>
            <a:pathLst>
              <a:path w="1034" h="89">
                <a:moveTo>
                  <a:pt x="0" y="89"/>
                </a:moveTo>
                <a:lnTo>
                  <a:pt x="1034" y="0"/>
                </a:lnTo>
                <a:lnTo>
                  <a:pt x="1034" y="1"/>
                </a:lnTo>
                <a:lnTo>
                  <a:pt x="8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2" name=""/>
          <p:cNvSpPr/>
          <p:nvPr/>
        </p:nvSpPr>
        <p:spPr>
          <a:xfrm>
            <a:off x="7892280" y="3360960"/>
            <a:ext cx="369360" cy="31680"/>
          </a:xfrm>
          <a:custGeom>
            <a:avLst/>
            <a:gdLst/>
            <a:ahLst/>
            <a:rect l="0" t="0" r="r" b="b"/>
            <a:pathLst>
              <a:path w="1026" h="88">
                <a:moveTo>
                  <a:pt x="0" y="88"/>
                </a:moveTo>
                <a:lnTo>
                  <a:pt x="1026" y="0"/>
                </a:lnTo>
                <a:lnTo>
                  <a:pt x="8" y="88"/>
                </a:lnTo>
                <a:lnTo>
                  <a:pt x="0" y="88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3" name=""/>
          <p:cNvSpPr/>
          <p:nvPr/>
        </p:nvSpPr>
        <p:spPr>
          <a:xfrm>
            <a:off x="7895160" y="3360960"/>
            <a:ext cx="366480" cy="31680"/>
          </a:xfrm>
          <a:custGeom>
            <a:avLst/>
            <a:gdLst/>
            <a:ahLst/>
            <a:rect l="0" t="0" r="r" b="b"/>
            <a:pathLst>
              <a:path w="1018" h="88">
                <a:moveTo>
                  <a:pt x="0" y="88"/>
                </a:moveTo>
                <a:lnTo>
                  <a:pt x="1018" y="0"/>
                </a:lnTo>
                <a:lnTo>
                  <a:pt x="1018" y="1"/>
                </a:lnTo>
                <a:lnTo>
                  <a:pt x="8" y="88"/>
                </a:lnTo>
                <a:lnTo>
                  <a:pt x="0" y="88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4" name=""/>
          <p:cNvSpPr/>
          <p:nvPr/>
        </p:nvSpPr>
        <p:spPr>
          <a:xfrm>
            <a:off x="7898040" y="3361320"/>
            <a:ext cx="363600" cy="31320"/>
          </a:xfrm>
          <a:custGeom>
            <a:avLst/>
            <a:gdLst/>
            <a:ahLst/>
            <a:rect l="0" t="0" r="r" b="b"/>
            <a:pathLst>
              <a:path w="1010" h="87">
                <a:moveTo>
                  <a:pt x="0" y="87"/>
                </a:moveTo>
                <a:lnTo>
                  <a:pt x="1010" y="0"/>
                </a:lnTo>
                <a:lnTo>
                  <a:pt x="1010" y="1"/>
                </a:lnTo>
                <a:lnTo>
                  <a:pt x="9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5" name=""/>
          <p:cNvSpPr/>
          <p:nvPr/>
        </p:nvSpPr>
        <p:spPr>
          <a:xfrm>
            <a:off x="7901280" y="3361680"/>
            <a:ext cx="360360" cy="30960"/>
          </a:xfrm>
          <a:custGeom>
            <a:avLst/>
            <a:gdLst/>
            <a:ahLst/>
            <a:rect l="0" t="0" r="r" b="b"/>
            <a:pathLst>
              <a:path w="1001" h="86">
                <a:moveTo>
                  <a:pt x="0" y="86"/>
                </a:moveTo>
                <a:lnTo>
                  <a:pt x="1001" y="0"/>
                </a:lnTo>
                <a:lnTo>
                  <a:pt x="1001" y="1"/>
                </a:lnTo>
                <a:lnTo>
                  <a:pt x="8" y="86"/>
                </a:lnTo>
                <a:lnTo>
                  <a:pt x="0" y="86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6" name=""/>
          <p:cNvSpPr/>
          <p:nvPr/>
        </p:nvSpPr>
        <p:spPr>
          <a:xfrm>
            <a:off x="7904160" y="3362040"/>
            <a:ext cx="357480" cy="30600"/>
          </a:xfrm>
          <a:custGeom>
            <a:avLst/>
            <a:gdLst/>
            <a:ahLst/>
            <a:rect l="0" t="0" r="r" b="b"/>
            <a:pathLst>
              <a:path w="993" h="85">
                <a:moveTo>
                  <a:pt x="0" y="85"/>
                </a:moveTo>
                <a:lnTo>
                  <a:pt x="993" y="0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7" name=""/>
          <p:cNvSpPr/>
          <p:nvPr/>
        </p:nvSpPr>
        <p:spPr>
          <a:xfrm>
            <a:off x="7907040" y="3362040"/>
            <a:ext cx="354600" cy="30600"/>
          </a:xfrm>
          <a:custGeom>
            <a:avLst/>
            <a:gdLst/>
            <a:ahLst/>
            <a:rect l="0" t="0" r="r" b="b"/>
            <a:pathLst>
              <a:path w="985" h="85">
                <a:moveTo>
                  <a:pt x="0" y="85"/>
                </a:moveTo>
                <a:lnTo>
                  <a:pt x="985" y="0"/>
                </a:lnTo>
                <a:lnTo>
                  <a:pt x="985" y="1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8" name=""/>
          <p:cNvSpPr/>
          <p:nvPr/>
        </p:nvSpPr>
        <p:spPr>
          <a:xfrm>
            <a:off x="7909920" y="3362400"/>
            <a:ext cx="351720" cy="30240"/>
          </a:xfrm>
          <a:custGeom>
            <a:avLst/>
            <a:gdLst/>
            <a:ahLst/>
            <a:rect l="0" t="0" r="r" b="b"/>
            <a:pathLst>
              <a:path w="977" h="84">
                <a:moveTo>
                  <a:pt x="0" y="84"/>
                </a:moveTo>
                <a:lnTo>
                  <a:pt x="977" y="0"/>
                </a:lnTo>
                <a:lnTo>
                  <a:pt x="977" y="1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69" name=""/>
          <p:cNvSpPr/>
          <p:nvPr/>
        </p:nvSpPr>
        <p:spPr>
          <a:xfrm>
            <a:off x="7912800" y="3362760"/>
            <a:ext cx="348840" cy="29880"/>
          </a:xfrm>
          <a:custGeom>
            <a:avLst/>
            <a:gdLst/>
            <a:ahLst/>
            <a:rect l="0" t="0" r="r" b="b"/>
            <a:pathLst>
              <a:path w="969" h="83">
                <a:moveTo>
                  <a:pt x="0" y="83"/>
                </a:moveTo>
                <a:lnTo>
                  <a:pt x="969" y="0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0" name=""/>
          <p:cNvSpPr/>
          <p:nvPr/>
        </p:nvSpPr>
        <p:spPr>
          <a:xfrm>
            <a:off x="7915680" y="3362760"/>
            <a:ext cx="345960" cy="29880"/>
          </a:xfrm>
          <a:custGeom>
            <a:avLst/>
            <a:gdLst/>
            <a:ahLst/>
            <a:rect l="0" t="0" r="r" b="b"/>
            <a:pathLst>
              <a:path w="961" h="83">
                <a:moveTo>
                  <a:pt x="0" y="83"/>
                </a:moveTo>
                <a:lnTo>
                  <a:pt x="961" y="0"/>
                </a:lnTo>
                <a:lnTo>
                  <a:pt x="961" y="1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1" name=""/>
          <p:cNvSpPr/>
          <p:nvPr/>
        </p:nvSpPr>
        <p:spPr>
          <a:xfrm>
            <a:off x="7918560" y="3363120"/>
            <a:ext cx="343080" cy="29520"/>
          </a:xfrm>
          <a:custGeom>
            <a:avLst/>
            <a:gdLst/>
            <a:ahLst/>
            <a:rect l="0" t="0" r="r" b="b"/>
            <a:pathLst>
              <a:path w="953" h="82">
                <a:moveTo>
                  <a:pt x="0" y="82"/>
                </a:moveTo>
                <a:lnTo>
                  <a:pt x="953" y="0"/>
                </a:lnTo>
                <a:lnTo>
                  <a:pt x="953" y="1"/>
                </a:lnTo>
                <a:lnTo>
                  <a:pt x="9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2" name=""/>
          <p:cNvSpPr/>
          <p:nvPr/>
        </p:nvSpPr>
        <p:spPr>
          <a:xfrm>
            <a:off x="7921800" y="3363480"/>
            <a:ext cx="339840" cy="29160"/>
          </a:xfrm>
          <a:custGeom>
            <a:avLst/>
            <a:gdLst/>
            <a:ahLst/>
            <a:rect l="0" t="0" r="r" b="b"/>
            <a:pathLst>
              <a:path w="944" h="81">
                <a:moveTo>
                  <a:pt x="0" y="81"/>
                </a:moveTo>
                <a:lnTo>
                  <a:pt x="944" y="0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3" name=""/>
          <p:cNvSpPr/>
          <p:nvPr/>
        </p:nvSpPr>
        <p:spPr>
          <a:xfrm>
            <a:off x="7924680" y="3363480"/>
            <a:ext cx="336960" cy="29160"/>
          </a:xfrm>
          <a:custGeom>
            <a:avLst/>
            <a:gdLst/>
            <a:ahLst/>
            <a:rect l="0" t="0" r="r" b="b"/>
            <a:pathLst>
              <a:path w="936" h="81">
                <a:moveTo>
                  <a:pt x="0" y="81"/>
                </a:moveTo>
                <a:lnTo>
                  <a:pt x="936" y="0"/>
                </a:lnTo>
                <a:lnTo>
                  <a:pt x="936" y="1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4" name=""/>
          <p:cNvSpPr/>
          <p:nvPr/>
        </p:nvSpPr>
        <p:spPr>
          <a:xfrm>
            <a:off x="7927560" y="3363840"/>
            <a:ext cx="334080" cy="28800"/>
          </a:xfrm>
          <a:custGeom>
            <a:avLst/>
            <a:gdLst/>
            <a:ahLst/>
            <a:rect l="0" t="0" r="r" b="b"/>
            <a:pathLst>
              <a:path w="928" h="80">
                <a:moveTo>
                  <a:pt x="0" y="80"/>
                </a:moveTo>
                <a:lnTo>
                  <a:pt x="928" y="0"/>
                </a:lnTo>
                <a:lnTo>
                  <a:pt x="928" y="1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5" name=""/>
          <p:cNvSpPr/>
          <p:nvPr/>
        </p:nvSpPr>
        <p:spPr>
          <a:xfrm>
            <a:off x="7930440" y="3364200"/>
            <a:ext cx="331200" cy="28440"/>
          </a:xfrm>
          <a:custGeom>
            <a:avLst/>
            <a:gdLst/>
            <a:ahLst/>
            <a:rect l="0" t="0" r="r" b="b"/>
            <a:pathLst>
              <a:path w="920" h="79">
                <a:moveTo>
                  <a:pt x="0" y="79"/>
                </a:moveTo>
                <a:lnTo>
                  <a:pt x="920" y="0"/>
                </a:lnTo>
                <a:lnTo>
                  <a:pt x="8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6" name=""/>
          <p:cNvSpPr/>
          <p:nvPr/>
        </p:nvSpPr>
        <p:spPr>
          <a:xfrm>
            <a:off x="7933320" y="3364200"/>
            <a:ext cx="328320" cy="28440"/>
          </a:xfrm>
          <a:custGeom>
            <a:avLst/>
            <a:gdLst/>
            <a:ahLst/>
            <a:rect l="0" t="0" r="r" b="b"/>
            <a:pathLst>
              <a:path w="912" h="79">
                <a:moveTo>
                  <a:pt x="0" y="79"/>
                </a:moveTo>
                <a:lnTo>
                  <a:pt x="912" y="0"/>
                </a:lnTo>
                <a:lnTo>
                  <a:pt x="912" y="1"/>
                </a:lnTo>
                <a:lnTo>
                  <a:pt x="8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7" name=""/>
          <p:cNvSpPr/>
          <p:nvPr/>
        </p:nvSpPr>
        <p:spPr>
          <a:xfrm>
            <a:off x="7936200" y="3364560"/>
            <a:ext cx="325440" cy="28080"/>
          </a:xfrm>
          <a:custGeom>
            <a:avLst/>
            <a:gdLst/>
            <a:ahLst/>
            <a:rect l="0" t="0" r="r" b="b"/>
            <a:pathLst>
              <a:path w="904" h="78">
                <a:moveTo>
                  <a:pt x="0" y="78"/>
                </a:moveTo>
                <a:lnTo>
                  <a:pt x="904" y="0"/>
                </a:lnTo>
                <a:lnTo>
                  <a:pt x="904" y="1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8" name=""/>
          <p:cNvSpPr/>
          <p:nvPr/>
        </p:nvSpPr>
        <p:spPr>
          <a:xfrm>
            <a:off x="7939080" y="3364920"/>
            <a:ext cx="322560" cy="27720"/>
          </a:xfrm>
          <a:custGeom>
            <a:avLst/>
            <a:gdLst/>
            <a:ahLst/>
            <a:rect l="0" t="0" r="r" b="b"/>
            <a:pathLst>
              <a:path w="896" h="77">
                <a:moveTo>
                  <a:pt x="0" y="77"/>
                </a:moveTo>
                <a:lnTo>
                  <a:pt x="896" y="0"/>
                </a:lnTo>
                <a:lnTo>
                  <a:pt x="896" y="1"/>
                </a:lnTo>
                <a:lnTo>
                  <a:pt x="8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79" name=""/>
          <p:cNvSpPr/>
          <p:nvPr/>
        </p:nvSpPr>
        <p:spPr>
          <a:xfrm>
            <a:off x="7941960" y="3365280"/>
            <a:ext cx="319680" cy="27360"/>
          </a:xfrm>
          <a:custGeom>
            <a:avLst/>
            <a:gdLst/>
            <a:ahLst/>
            <a:rect l="0" t="0" r="r" b="b"/>
            <a:pathLst>
              <a:path w="888" h="76">
                <a:moveTo>
                  <a:pt x="0" y="76"/>
                </a:moveTo>
                <a:lnTo>
                  <a:pt x="888" y="0"/>
                </a:lnTo>
                <a:lnTo>
                  <a:pt x="9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0" name=""/>
          <p:cNvSpPr/>
          <p:nvPr/>
        </p:nvSpPr>
        <p:spPr>
          <a:xfrm>
            <a:off x="7945200" y="3365280"/>
            <a:ext cx="316440" cy="27360"/>
          </a:xfrm>
          <a:custGeom>
            <a:avLst/>
            <a:gdLst/>
            <a:ahLst/>
            <a:rect l="0" t="0" r="r" b="b"/>
            <a:pathLst>
              <a:path w="879" h="76">
                <a:moveTo>
                  <a:pt x="0" y="76"/>
                </a:moveTo>
                <a:lnTo>
                  <a:pt x="879" y="0"/>
                </a:lnTo>
                <a:lnTo>
                  <a:pt x="879" y="1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1" name=""/>
          <p:cNvSpPr/>
          <p:nvPr/>
        </p:nvSpPr>
        <p:spPr>
          <a:xfrm>
            <a:off x="7948080" y="3365640"/>
            <a:ext cx="313560" cy="27000"/>
          </a:xfrm>
          <a:custGeom>
            <a:avLst/>
            <a:gdLst/>
            <a:ahLst/>
            <a:rect l="0" t="0" r="r" b="b"/>
            <a:pathLst>
              <a:path w="871" h="75">
                <a:moveTo>
                  <a:pt x="0" y="75"/>
                </a:moveTo>
                <a:lnTo>
                  <a:pt x="871" y="0"/>
                </a:lnTo>
                <a:lnTo>
                  <a:pt x="871" y="1"/>
                </a:lnTo>
                <a:lnTo>
                  <a:pt x="8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2" name=""/>
          <p:cNvSpPr/>
          <p:nvPr/>
        </p:nvSpPr>
        <p:spPr>
          <a:xfrm>
            <a:off x="7950960" y="3366000"/>
            <a:ext cx="310680" cy="26640"/>
          </a:xfrm>
          <a:custGeom>
            <a:avLst/>
            <a:gdLst/>
            <a:ahLst/>
            <a:rect l="0" t="0" r="r" b="b"/>
            <a:pathLst>
              <a:path w="863" h="74">
                <a:moveTo>
                  <a:pt x="0" y="74"/>
                </a:moveTo>
                <a:lnTo>
                  <a:pt x="863" y="0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3" name=""/>
          <p:cNvSpPr/>
          <p:nvPr/>
        </p:nvSpPr>
        <p:spPr>
          <a:xfrm>
            <a:off x="7953840" y="3366000"/>
            <a:ext cx="307800" cy="26640"/>
          </a:xfrm>
          <a:custGeom>
            <a:avLst/>
            <a:gdLst/>
            <a:ahLst/>
            <a:rect l="0" t="0" r="r" b="b"/>
            <a:pathLst>
              <a:path w="855" h="74">
                <a:moveTo>
                  <a:pt x="0" y="74"/>
                </a:moveTo>
                <a:lnTo>
                  <a:pt x="855" y="0"/>
                </a:lnTo>
                <a:lnTo>
                  <a:pt x="855" y="1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4" name=""/>
          <p:cNvSpPr/>
          <p:nvPr/>
        </p:nvSpPr>
        <p:spPr>
          <a:xfrm>
            <a:off x="7956720" y="3366360"/>
            <a:ext cx="304920" cy="26280"/>
          </a:xfrm>
          <a:custGeom>
            <a:avLst/>
            <a:gdLst/>
            <a:ahLst/>
            <a:rect l="0" t="0" r="r" b="b"/>
            <a:pathLst>
              <a:path w="847" h="73">
                <a:moveTo>
                  <a:pt x="0" y="73"/>
                </a:moveTo>
                <a:lnTo>
                  <a:pt x="847" y="0"/>
                </a:lnTo>
                <a:lnTo>
                  <a:pt x="847" y="1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5" name=""/>
          <p:cNvSpPr/>
          <p:nvPr/>
        </p:nvSpPr>
        <p:spPr>
          <a:xfrm>
            <a:off x="7959600" y="3366720"/>
            <a:ext cx="302040" cy="25920"/>
          </a:xfrm>
          <a:custGeom>
            <a:avLst/>
            <a:gdLst/>
            <a:ahLst/>
            <a:rect l="0" t="0" r="r" b="b"/>
            <a:pathLst>
              <a:path w="839" h="72">
                <a:moveTo>
                  <a:pt x="0" y="72"/>
                </a:moveTo>
                <a:lnTo>
                  <a:pt x="839" y="0"/>
                </a:lnTo>
                <a:lnTo>
                  <a:pt x="8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6" name=""/>
          <p:cNvSpPr/>
          <p:nvPr/>
        </p:nvSpPr>
        <p:spPr>
          <a:xfrm>
            <a:off x="7962480" y="3366720"/>
            <a:ext cx="299160" cy="25920"/>
          </a:xfrm>
          <a:custGeom>
            <a:avLst/>
            <a:gdLst/>
            <a:ahLst/>
            <a:rect l="0" t="0" r="r" b="b"/>
            <a:pathLst>
              <a:path w="831" h="72">
                <a:moveTo>
                  <a:pt x="0" y="72"/>
                </a:moveTo>
                <a:lnTo>
                  <a:pt x="831" y="0"/>
                </a:lnTo>
                <a:lnTo>
                  <a:pt x="831" y="1"/>
                </a:lnTo>
                <a:lnTo>
                  <a:pt x="9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7" name=""/>
          <p:cNvSpPr/>
          <p:nvPr/>
        </p:nvSpPr>
        <p:spPr>
          <a:xfrm>
            <a:off x="7965720" y="3367080"/>
            <a:ext cx="295920" cy="25560"/>
          </a:xfrm>
          <a:custGeom>
            <a:avLst/>
            <a:gdLst/>
            <a:ahLst/>
            <a:rect l="0" t="0" r="r" b="b"/>
            <a:pathLst>
              <a:path w="822" h="71">
                <a:moveTo>
                  <a:pt x="0" y="71"/>
                </a:moveTo>
                <a:lnTo>
                  <a:pt x="822" y="0"/>
                </a:lnTo>
                <a:lnTo>
                  <a:pt x="822" y="1"/>
                </a:lnTo>
                <a:lnTo>
                  <a:pt x="8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8" name=""/>
          <p:cNvSpPr/>
          <p:nvPr/>
        </p:nvSpPr>
        <p:spPr>
          <a:xfrm>
            <a:off x="7968600" y="3367440"/>
            <a:ext cx="293040" cy="25200"/>
          </a:xfrm>
          <a:custGeom>
            <a:avLst/>
            <a:gdLst/>
            <a:ahLst/>
            <a:rect l="0" t="0" r="r" b="b"/>
            <a:pathLst>
              <a:path w="814" h="70">
                <a:moveTo>
                  <a:pt x="0" y="70"/>
                </a:moveTo>
                <a:lnTo>
                  <a:pt x="814" y="0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89" name=""/>
          <p:cNvSpPr/>
          <p:nvPr/>
        </p:nvSpPr>
        <p:spPr>
          <a:xfrm>
            <a:off x="7971480" y="3367440"/>
            <a:ext cx="290160" cy="25200"/>
          </a:xfrm>
          <a:custGeom>
            <a:avLst/>
            <a:gdLst/>
            <a:ahLst/>
            <a:rect l="0" t="0" r="r" b="b"/>
            <a:pathLst>
              <a:path w="806" h="70">
                <a:moveTo>
                  <a:pt x="0" y="70"/>
                </a:moveTo>
                <a:lnTo>
                  <a:pt x="806" y="0"/>
                </a:lnTo>
                <a:lnTo>
                  <a:pt x="806" y="1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0" name=""/>
          <p:cNvSpPr/>
          <p:nvPr/>
        </p:nvSpPr>
        <p:spPr>
          <a:xfrm>
            <a:off x="7974360" y="3367800"/>
            <a:ext cx="287280" cy="24840"/>
          </a:xfrm>
          <a:custGeom>
            <a:avLst/>
            <a:gdLst/>
            <a:ahLst/>
            <a:rect l="0" t="0" r="r" b="b"/>
            <a:pathLst>
              <a:path w="798" h="69">
                <a:moveTo>
                  <a:pt x="0" y="69"/>
                </a:moveTo>
                <a:lnTo>
                  <a:pt x="798" y="0"/>
                </a:lnTo>
                <a:lnTo>
                  <a:pt x="798" y="1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1" name=""/>
          <p:cNvSpPr/>
          <p:nvPr/>
        </p:nvSpPr>
        <p:spPr>
          <a:xfrm>
            <a:off x="7977240" y="3368160"/>
            <a:ext cx="284400" cy="24480"/>
          </a:xfrm>
          <a:custGeom>
            <a:avLst/>
            <a:gdLst/>
            <a:ahLst/>
            <a:rect l="0" t="0" r="r" b="b"/>
            <a:pathLst>
              <a:path w="790" h="68">
                <a:moveTo>
                  <a:pt x="0" y="68"/>
                </a:moveTo>
                <a:lnTo>
                  <a:pt x="790" y="0"/>
                </a:lnTo>
                <a:lnTo>
                  <a:pt x="790" y="1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2" name=""/>
          <p:cNvSpPr/>
          <p:nvPr/>
        </p:nvSpPr>
        <p:spPr>
          <a:xfrm>
            <a:off x="7980120" y="3368520"/>
            <a:ext cx="281520" cy="24120"/>
          </a:xfrm>
          <a:custGeom>
            <a:avLst/>
            <a:gdLst/>
            <a:ahLst/>
            <a:rect l="0" t="0" r="r" b="b"/>
            <a:pathLst>
              <a:path w="782" h="67">
                <a:moveTo>
                  <a:pt x="0" y="67"/>
                </a:moveTo>
                <a:lnTo>
                  <a:pt x="782" y="0"/>
                </a:lnTo>
                <a:lnTo>
                  <a:pt x="8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3" name=""/>
          <p:cNvSpPr/>
          <p:nvPr/>
        </p:nvSpPr>
        <p:spPr>
          <a:xfrm>
            <a:off x="7983000" y="3368520"/>
            <a:ext cx="278640" cy="24120"/>
          </a:xfrm>
          <a:custGeom>
            <a:avLst/>
            <a:gdLst/>
            <a:ahLst/>
            <a:rect l="0" t="0" r="r" b="b"/>
            <a:pathLst>
              <a:path w="774" h="67">
                <a:moveTo>
                  <a:pt x="0" y="67"/>
                </a:moveTo>
                <a:lnTo>
                  <a:pt x="774" y="0"/>
                </a:lnTo>
                <a:lnTo>
                  <a:pt x="774" y="1"/>
                </a:lnTo>
                <a:lnTo>
                  <a:pt x="9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4" name=""/>
          <p:cNvSpPr/>
          <p:nvPr/>
        </p:nvSpPr>
        <p:spPr>
          <a:xfrm>
            <a:off x="7986240" y="3368880"/>
            <a:ext cx="275400" cy="23760"/>
          </a:xfrm>
          <a:custGeom>
            <a:avLst/>
            <a:gdLst/>
            <a:ahLst/>
            <a:rect l="0" t="0" r="r" b="b"/>
            <a:pathLst>
              <a:path w="765" h="66">
                <a:moveTo>
                  <a:pt x="0" y="66"/>
                </a:moveTo>
                <a:lnTo>
                  <a:pt x="765" y="0"/>
                </a:lnTo>
                <a:lnTo>
                  <a:pt x="765" y="1"/>
                </a:lnTo>
                <a:lnTo>
                  <a:pt x="8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5" name=""/>
          <p:cNvSpPr/>
          <p:nvPr/>
        </p:nvSpPr>
        <p:spPr>
          <a:xfrm>
            <a:off x="7989120" y="3369240"/>
            <a:ext cx="272520" cy="23400"/>
          </a:xfrm>
          <a:custGeom>
            <a:avLst/>
            <a:gdLst/>
            <a:ahLst/>
            <a:rect l="0" t="0" r="r" b="b"/>
            <a:pathLst>
              <a:path w="757" h="65">
                <a:moveTo>
                  <a:pt x="0" y="65"/>
                </a:moveTo>
                <a:lnTo>
                  <a:pt x="757" y="0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6" name=""/>
          <p:cNvSpPr/>
          <p:nvPr/>
        </p:nvSpPr>
        <p:spPr>
          <a:xfrm>
            <a:off x="7992000" y="3369240"/>
            <a:ext cx="269640" cy="23400"/>
          </a:xfrm>
          <a:custGeom>
            <a:avLst/>
            <a:gdLst/>
            <a:ahLst/>
            <a:rect l="0" t="0" r="r" b="b"/>
            <a:pathLst>
              <a:path w="749" h="65">
                <a:moveTo>
                  <a:pt x="0" y="65"/>
                </a:moveTo>
                <a:lnTo>
                  <a:pt x="749" y="0"/>
                </a:lnTo>
                <a:lnTo>
                  <a:pt x="749" y="1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7" name=""/>
          <p:cNvSpPr/>
          <p:nvPr/>
        </p:nvSpPr>
        <p:spPr>
          <a:xfrm>
            <a:off x="7994880" y="3369600"/>
            <a:ext cx="266760" cy="23040"/>
          </a:xfrm>
          <a:custGeom>
            <a:avLst/>
            <a:gdLst/>
            <a:ahLst/>
            <a:rect l="0" t="0" r="r" b="b"/>
            <a:pathLst>
              <a:path w="741" h="64">
                <a:moveTo>
                  <a:pt x="0" y="64"/>
                </a:moveTo>
                <a:lnTo>
                  <a:pt x="741" y="0"/>
                </a:lnTo>
                <a:lnTo>
                  <a:pt x="741" y="1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8" name=""/>
          <p:cNvSpPr/>
          <p:nvPr/>
        </p:nvSpPr>
        <p:spPr>
          <a:xfrm>
            <a:off x="7997760" y="3369960"/>
            <a:ext cx="263880" cy="22680"/>
          </a:xfrm>
          <a:custGeom>
            <a:avLst/>
            <a:gdLst/>
            <a:ahLst/>
            <a:rect l="0" t="0" r="r" b="b"/>
            <a:pathLst>
              <a:path w="733" h="63">
                <a:moveTo>
                  <a:pt x="0" y="63"/>
                </a:moveTo>
                <a:lnTo>
                  <a:pt x="733" y="0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799" name=""/>
          <p:cNvSpPr/>
          <p:nvPr/>
        </p:nvSpPr>
        <p:spPr>
          <a:xfrm>
            <a:off x="8000640" y="3369960"/>
            <a:ext cx="261000" cy="22680"/>
          </a:xfrm>
          <a:custGeom>
            <a:avLst/>
            <a:gdLst/>
            <a:ahLst/>
            <a:rect l="0" t="0" r="r" b="b"/>
            <a:pathLst>
              <a:path w="725" h="63">
                <a:moveTo>
                  <a:pt x="0" y="63"/>
                </a:moveTo>
                <a:lnTo>
                  <a:pt x="725" y="0"/>
                </a:lnTo>
                <a:lnTo>
                  <a:pt x="725" y="1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0" name=""/>
          <p:cNvSpPr/>
          <p:nvPr/>
        </p:nvSpPr>
        <p:spPr>
          <a:xfrm>
            <a:off x="8003520" y="3370320"/>
            <a:ext cx="258120" cy="22320"/>
          </a:xfrm>
          <a:custGeom>
            <a:avLst/>
            <a:gdLst/>
            <a:ahLst/>
            <a:rect l="0" t="0" r="r" b="b"/>
            <a:pathLst>
              <a:path w="717" h="62">
                <a:moveTo>
                  <a:pt x="0" y="62"/>
                </a:moveTo>
                <a:lnTo>
                  <a:pt x="717" y="0"/>
                </a:lnTo>
                <a:lnTo>
                  <a:pt x="717" y="1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1" name=""/>
          <p:cNvSpPr/>
          <p:nvPr/>
        </p:nvSpPr>
        <p:spPr>
          <a:xfrm>
            <a:off x="8006400" y="3370680"/>
            <a:ext cx="255240" cy="21960"/>
          </a:xfrm>
          <a:custGeom>
            <a:avLst/>
            <a:gdLst/>
            <a:ahLst/>
            <a:rect l="0" t="0" r="r" b="b"/>
            <a:pathLst>
              <a:path w="709" h="61">
                <a:moveTo>
                  <a:pt x="0" y="61"/>
                </a:moveTo>
                <a:lnTo>
                  <a:pt x="709" y="0"/>
                </a:lnTo>
                <a:lnTo>
                  <a:pt x="9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2" name=""/>
          <p:cNvSpPr/>
          <p:nvPr/>
        </p:nvSpPr>
        <p:spPr>
          <a:xfrm>
            <a:off x="8009640" y="3370680"/>
            <a:ext cx="252000" cy="21960"/>
          </a:xfrm>
          <a:custGeom>
            <a:avLst/>
            <a:gdLst/>
            <a:ahLst/>
            <a:rect l="0" t="0" r="r" b="b"/>
            <a:pathLst>
              <a:path w="700" h="61">
                <a:moveTo>
                  <a:pt x="0" y="61"/>
                </a:moveTo>
                <a:lnTo>
                  <a:pt x="700" y="0"/>
                </a:lnTo>
                <a:lnTo>
                  <a:pt x="700" y="1"/>
                </a:lnTo>
                <a:lnTo>
                  <a:pt x="8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3" name=""/>
          <p:cNvSpPr/>
          <p:nvPr/>
        </p:nvSpPr>
        <p:spPr>
          <a:xfrm>
            <a:off x="8012520" y="3371040"/>
            <a:ext cx="249120" cy="21600"/>
          </a:xfrm>
          <a:custGeom>
            <a:avLst/>
            <a:gdLst/>
            <a:ahLst/>
            <a:rect l="0" t="0" r="r" b="b"/>
            <a:pathLst>
              <a:path w="692" h="60">
                <a:moveTo>
                  <a:pt x="0" y="60"/>
                </a:moveTo>
                <a:lnTo>
                  <a:pt x="692" y="0"/>
                </a:lnTo>
                <a:lnTo>
                  <a:pt x="692" y="1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4" name=""/>
          <p:cNvSpPr/>
          <p:nvPr/>
        </p:nvSpPr>
        <p:spPr>
          <a:xfrm>
            <a:off x="8015400" y="3371400"/>
            <a:ext cx="246240" cy="21240"/>
          </a:xfrm>
          <a:custGeom>
            <a:avLst/>
            <a:gdLst/>
            <a:ahLst/>
            <a:rect l="0" t="0" r="r" b="b"/>
            <a:pathLst>
              <a:path w="684" h="59">
                <a:moveTo>
                  <a:pt x="0" y="59"/>
                </a:moveTo>
                <a:lnTo>
                  <a:pt x="684" y="0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5" name=""/>
          <p:cNvSpPr/>
          <p:nvPr/>
        </p:nvSpPr>
        <p:spPr>
          <a:xfrm>
            <a:off x="8018280" y="3371400"/>
            <a:ext cx="243360" cy="21240"/>
          </a:xfrm>
          <a:custGeom>
            <a:avLst/>
            <a:gdLst/>
            <a:ahLst/>
            <a:rect l="0" t="0" r="r" b="b"/>
            <a:pathLst>
              <a:path w="676" h="59">
                <a:moveTo>
                  <a:pt x="0" y="59"/>
                </a:moveTo>
                <a:lnTo>
                  <a:pt x="676" y="0"/>
                </a:lnTo>
                <a:lnTo>
                  <a:pt x="676" y="1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6" name=""/>
          <p:cNvSpPr/>
          <p:nvPr/>
        </p:nvSpPr>
        <p:spPr>
          <a:xfrm>
            <a:off x="8021160" y="3371760"/>
            <a:ext cx="240480" cy="20880"/>
          </a:xfrm>
          <a:custGeom>
            <a:avLst/>
            <a:gdLst/>
            <a:ahLst/>
            <a:rect l="0" t="0" r="r" b="b"/>
            <a:pathLst>
              <a:path w="668" h="58">
                <a:moveTo>
                  <a:pt x="0" y="58"/>
                </a:moveTo>
                <a:lnTo>
                  <a:pt x="668" y="0"/>
                </a:lnTo>
                <a:lnTo>
                  <a:pt x="668" y="1"/>
                </a:lnTo>
                <a:lnTo>
                  <a:pt x="8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7" name=""/>
          <p:cNvSpPr/>
          <p:nvPr/>
        </p:nvSpPr>
        <p:spPr>
          <a:xfrm>
            <a:off x="8024040" y="3372120"/>
            <a:ext cx="237600" cy="20520"/>
          </a:xfrm>
          <a:custGeom>
            <a:avLst/>
            <a:gdLst/>
            <a:ahLst/>
            <a:rect l="0" t="0" r="r" b="b"/>
            <a:pathLst>
              <a:path w="660" h="57">
                <a:moveTo>
                  <a:pt x="0" y="57"/>
                </a:moveTo>
                <a:lnTo>
                  <a:pt x="660" y="0"/>
                </a:lnTo>
                <a:lnTo>
                  <a:pt x="660" y="1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8" name=""/>
          <p:cNvSpPr/>
          <p:nvPr/>
        </p:nvSpPr>
        <p:spPr>
          <a:xfrm>
            <a:off x="8026920" y="3372480"/>
            <a:ext cx="234720" cy="20160"/>
          </a:xfrm>
          <a:custGeom>
            <a:avLst/>
            <a:gdLst/>
            <a:ahLst/>
            <a:rect l="0" t="0" r="r" b="b"/>
            <a:pathLst>
              <a:path w="652" h="56">
                <a:moveTo>
                  <a:pt x="0" y="56"/>
                </a:moveTo>
                <a:lnTo>
                  <a:pt x="652" y="0"/>
                </a:lnTo>
                <a:lnTo>
                  <a:pt x="9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09" name=""/>
          <p:cNvSpPr/>
          <p:nvPr/>
        </p:nvSpPr>
        <p:spPr>
          <a:xfrm>
            <a:off x="8030160" y="3372480"/>
            <a:ext cx="231480" cy="20520"/>
          </a:xfrm>
          <a:custGeom>
            <a:avLst/>
            <a:gdLst/>
            <a:ahLst/>
            <a:rect l="0" t="0" r="r" b="b"/>
            <a:pathLst>
              <a:path w="643" h="57">
                <a:moveTo>
                  <a:pt x="0" y="57"/>
                </a:moveTo>
                <a:lnTo>
                  <a:pt x="643" y="0"/>
                </a:lnTo>
                <a:lnTo>
                  <a:pt x="643" y="2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0" name=""/>
          <p:cNvSpPr/>
          <p:nvPr/>
        </p:nvSpPr>
        <p:spPr>
          <a:xfrm>
            <a:off x="8033040" y="3372840"/>
            <a:ext cx="228600" cy="19800"/>
          </a:xfrm>
          <a:custGeom>
            <a:avLst/>
            <a:gdLst/>
            <a:ahLst/>
            <a:rect l="0" t="0" r="r" b="b"/>
            <a:pathLst>
              <a:path w="635" h="55">
                <a:moveTo>
                  <a:pt x="0" y="55"/>
                </a:moveTo>
                <a:lnTo>
                  <a:pt x="635" y="0"/>
                </a:lnTo>
                <a:lnTo>
                  <a:pt x="635" y="1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cfa9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1" name=""/>
          <p:cNvSpPr/>
          <p:nvPr/>
        </p:nvSpPr>
        <p:spPr>
          <a:xfrm>
            <a:off x="8035920" y="3373200"/>
            <a:ext cx="225720" cy="19440"/>
          </a:xfrm>
          <a:custGeom>
            <a:avLst/>
            <a:gdLst/>
            <a:ahLst/>
            <a:rect l="0" t="0" r="r" b="b"/>
            <a:pathLst>
              <a:path w="627" h="54">
                <a:moveTo>
                  <a:pt x="0" y="54"/>
                </a:moveTo>
                <a:lnTo>
                  <a:pt x="627" y="0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2" name=""/>
          <p:cNvSpPr/>
          <p:nvPr/>
        </p:nvSpPr>
        <p:spPr>
          <a:xfrm>
            <a:off x="8038800" y="3373200"/>
            <a:ext cx="222840" cy="19440"/>
          </a:xfrm>
          <a:custGeom>
            <a:avLst/>
            <a:gdLst/>
            <a:ahLst/>
            <a:rect l="0" t="0" r="r" b="b"/>
            <a:pathLst>
              <a:path w="619" h="54">
                <a:moveTo>
                  <a:pt x="0" y="54"/>
                </a:moveTo>
                <a:lnTo>
                  <a:pt x="619" y="0"/>
                </a:lnTo>
                <a:lnTo>
                  <a:pt x="619" y="1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cfa9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3" name=""/>
          <p:cNvSpPr/>
          <p:nvPr/>
        </p:nvSpPr>
        <p:spPr>
          <a:xfrm>
            <a:off x="8041680" y="3373560"/>
            <a:ext cx="219960" cy="19080"/>
          </a:xfrm>
          <a:custGeom>
            <a:avLst/>
            <a:gdLst/>
            <a:ahLst/>
            <a:rect l="0" t="0" r="r" b="b"/>
            <a:pathLst>
              <a:path w="611" h="53">
                <a:moveTo>
                  <a:pt x="0" y="53"/>
                </a:moveTo>
                <a:lnTo>
                  <a:pt x="611" y="0"/>
                </a:lnTo>
                <a:lnTo>
                  <a:pt x="611" y="1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4" name=""/>
          <p:cNvSpPr/>
          <p:nvPr/>
        </p:nvSpPr>
        <p:spPr>
          <a:xfrm>
            <a:off x="8044560" y="3373920"/>
            <a:ext cx="217080" cy="18720"/>
          </a:xfrm>
          <a:custGeom>
            <a:avLst/>
            <a:gdLst/>
            <a:ahLst/>
            <a:rect l="0" t="0" r="r" b="b"/>
            <a:pathLst>
              <a:path w="603" h="52">
                <a:moveTo>
                  <a:pt x="0" y="52"/>
                </a:moveTo>
                <a:lnTo>
                  <a:pt x="603" y="0"/>
                </a:lnTo>
                <a:lnTo>
                  <a:pt x="8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5" name=""/>
          <p:cNvSpPr/>
          <p:nvPr/>
        </p:nvSpPr>
        <p:spPr>
          <a:xfrm>
            <a:off x="8047440" y="3373920"/>
            <a:ext cx="214200" cy="18720"/>
          </a:xfrm>
          <a:custGeom>
            <a:avLst/>
            <a:gdLst/>
            <a:ahLst/>
            <a:rect l="0" t="0" r="r" b="b"/>
            <a:pathLst>
              <a:path w="595" h="52">
                <a:moveTo>
                  <a:pt x="0" y="52"/>
                </a:moveTo>
                <a:lnTo>
                  <a:pt x="595" y="0"/>
                </a:lnTo>
                <a:lnTo>
                  <a:pt x="595" y="1"/>
                </a:lnTo>
                <a:lnTo>
                  <a:pt x="9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6" name=""/>
          <p:cNvSpPr/>
          <p:nvPr/>
        </p:nvSpPr>
        <p:spPr>
          <a:xfrm>
            <a:off x="8050680" y="3374280"/>
            <a:ext cx="210960" cy="18360"/>
          </a:xfrm>
          <a:custGeom>
            <a:avLst/>
            <a:gdLst/>
            <a:ahLst/>
            <a:rect l="0" t="0" r="r" b="b"/>
            <a:pathLst>
              <a:path w="586" h="51">
                <a:moveTo>
                  <a:pt x="0" y="51"/>
                </a:moveTo>
                <a:lnTo>
                  <a:pt x="586" y="0"/>
                </a:lnTo>
                <a:lnTo>
                  <a:pt x="586" y="1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7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7" name=""/>
          <p:cNvSpPr/>
          <p:nvPr/>
        </p:nvSpPr>
        <p:spPr>
          <a:xfrm>
            <a:off x="8053560" y="3374640"/>
            <a:ext cx="208080" cy="18000"/>
          </a:xfrm>
          <a:custGeom>
            <a:avLst/>
            <a:gdLst/>
            <a:ahLst/>
            <a:rect l="0" t="0" r="r" b="b"/>
            <a:pathLst>
              <a:path w="578" h="50">
                <a:moveTo>
                  <a:pt x="0" y="50"/>
                </a:moveTo>
                <a:lnTo>
                  <a:pt x="578" y="0"/>
                </a:lnTo>
                <a:lnTo>
                  <a:pt x="8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8" name=""/>
          <p:cNvSpPr/>
          <p:nvPr/>
        </p:nvSpPr>
        <p:spPr>
          <a:xfrm>
            <a:off x="8056440" y="3374640"/>
            <a:ext cx="205200" cy="18000"/>
          </a:xfrm>
          <a:custGeom>
            <a:avLst/>
            <a:gdLst/>
            <a:ahLst/>
            <a:rect l="0" t="0" r="r" b="b"/>
            <a:pathLst>
              <a:path w="570" h="50">
                <a:moveTo>
                  <a:pt x="0" y="50"/>
                </a:moveTo>
                <a:lnTo>
                  <a:pt x="570" y="0"/>
                </a:lnTo>
                <a:lnTo>
                  <a:pt x="570" y="1"/>
                </a:lnTo>
                <a:lnTo>
                  <a:pt x="8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19" name=""/>
          <p:cNvSpPr/>
          <p:nvPr/>
        </p:nvSpPr>
        <p:spPr>
          <a:xfrm>
            <a:off x="8059320" y="3375000"/>
            <a:ext cx="202320" cy="17640"/>
          </a:xfrm>
          <a:custGeom>
            <a:avLst/>
            <a:gdLst/>
            <a:ahLst/>
            <a:rect l="0" t="0" r="r" b="b"/>
            <a:pathLst>
              <a:path w="562" h="49">
                <a:moveTo>
                  <a:pt x="0" y="49"/>
                </a:moveTo>
                <a:lnTo>
                  <a:pt x="562" y="0"/>
                </a:lnTo>
                <a:lnTo>
                  <a:pt x="562" y="1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0" name=""/>
          <p:cNvSpPr/>
          <p:nvPr/>
        </p:nvSpPr>
        <p:spPr>
          <a:xfrm>
            <a:off x="8062200" y="3375360"/>
            <a:ext cx="199440" cy="17280"/>
          </a:xfrm>
          <a:custGeom>
            <a:avLst/>
            <a:gdLst/>
            <a:ahLst/>
            <a:rect l="0" t="0" r="r" b="b"/>
            <a:pathLst>
              <a:path w="554" h="48">
                <a:moveTo>
                  <a:pt x="0" y="48"/>
                </a:moveTo>
                <a:lnTo>
                  <a:pt x="554" y="0"/>
                </a:lnTo>
                <a:lnTo>
                  <a:pt x="554" y="2"/>
                </a:lnTo>
                <a:lnTo>
                  <a:pt x="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6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1" name=""/>
          <p:cNvSpPr/>
          <p:nvPr/>
        </p:nvSpPr>
        <p:spPr>
          <a:xfrm>
            <a:off x="8065080" y="3375720"/>
            <a:ext cx="196560" cy="16920"/>
          </a:xfrm>
          <a:custGeom>
            <a:avLst/>
            <a:gdLst/>
            <a:ahLst/>
            <a:rect l="0" t="0" r="r" b="b"/>
            <a:pathLst>
              <a:path w="546" h="47">
                <a:moveTo>
                  <a:pt x="0" y="47"/>
                </a:moveTo>
                <a:lnTo>
                  <a:pt x="546" y="0"/>
                </a:lnTo>
                <a:lnTo>
                  <a:pt x="8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2" name=""/>
          <p:cNvSpPr/>
          <p:nvPr/>
        </p:nvSpPr>
        <p:spPr>
          <a:xfrm>
            <a:off x="8067960" y="3375720"/>
            <a:ext cx="193680" cy="16920"/>
          </a:xfrm>
          <a:custGeom>
            <a:avLst/>
            <a:gdLst/>
            <a:ahLst/>
            <a:rect l="0" t="0" r="r" b="b"/>
            <a:pathLst>
              <a:path w="538" h="47">
                <a:moveTo>
                  <a:pt x="0" y="47"/>
                </a:moveTo>
                <a:lnTo>
                  <a:pt x="538" y="0"/>
                </a:lnTo>
                <a:lnTo>
                  <a:pt x="538" y="1"/>
                </a:lnTo>
                <a:lnTo>
                  <a:pt x="9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5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3" name=""/>
          <p:cNvSpPr/>
          <p:nvPr/>
        </p:nvSpPr>
        <p:spPr>
          <a:xfrm>
            <a:off x="8071200" y="3376080"/>
            <a:ext cx="190440" cy="16560"/>
          </a:xfrm>
          <a:custGeom>
            <a:avLst/>
            <a:gdLst/>
            <a:ahLst/>
            <a:rect l="0" t="0" r="r" b="b"/>
            <a:pathLst>
              <a:path w="529" h="46">
                <a:moveTo>
                  <a:pt x="0" y="46"/>
                </a:moveTo>
                <a:lnTo>
                  <a:pt x="529" y="0"/>
                </a:lnTo>
                <a:lnTo>
                  <a:pt x="529" y="1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4" name=""/>
          <p:cNvSpPr/>
          <p:nvPr/>
        </p:nvSpPr>
        <p:spPr>
          <a:xfrm>
            <a:off x="8074080" y="3376440"/>
            <a:ext cx="187560" cy="16200"/>
          </a:xfrm>
          <a:custGeom>
            <a:avLst/>
            <a:gdLst/>
            <a:ahLst/>
            <a:rect l="0" t="0" r="r" b="b"/>
            <a:pathLst>
              <a:path w="521" h="45">
                <a:moveTo>
                  <a:pt x="0" y="45"/>
                </a:moveTo>
                <a:lnTo>
                  <a:pt x="521" y="0"/>
                </a:lnTo>
                <a:lnTo>
                  <a:pt x="8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5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5" name=""/>
          <p:cNvSpPr/>
          <p:nvPr/>
        </p:nvSpPr>
        <p:spPr>
          <a:xfrm>
            <a:off x="8076960" y="3376440"/>
            <a:ext cx="184680" cy="16200"/>
          </a:xfrm>
          <a:custGeom>
            <a:avLst/>
            <a:gdLst/>
            <a:ahLst/>
            <a:rect l="0" t="0" r="r" b="b"/>
            <a:pathLst>
              <a:path w="513" h="45">
                <a:moveTo>
                  <a:pt x="0" y="45"/>
                </a:moveTo>
                <a:lnTo>
                  <a:pt x="513" y="0"/>
                </a:lnTo>
                <a:lnTo>
                  <a:pt x="513" y="1"/>
                </a:lnTo>
                <a:lnTo>
                  <a:pt x="8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6" name=""/>
          <p:cNvSpPr/>
          <p:nvPr/>
        </p:nvSpPr>
        <p:spPr>
          <a:xfrm>
            <a:off x="8079840" y="3376800"/>
            <a:ext cx="181800" cy="15840"/>
          </a:xfrm>
          <a:custGeom>
            <a:avLst/>
            <a:gdLst/>
            <a:ahLst/>
            <a:rect l="0" t="0" r="r" b="b"/>
            <a:pathLst>
              <a:path w="505" h="44">
                <a:moveTo>
                  <a:pt x="0" y="44"/>
                </a:moveTo>
                <a:lnTo>
                  <a:pt x="505" y="0"/>
                </a:lnTo>
                <a:lnTo>
                  <a:pt x="505" y="1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7" name=""/>
          <p:cNvSpPr/>
          <p:nvPr/>
        </p:nvSpPr>
        <p:spPr>
          <a:xfrm>
            <a:off x="8082720" y="3377160"/>
            <a:ext cx="178920" cy="15480"/>
          </a:xfrm>
          <a:custGeom>
            <a:avLst/>
            <a:gdLst/>
            <a:ahLst/>
            <a:rect l="0" t="0" r="r" b="b"/>
            <a:pathLst>
              <a:path w="497" h="43">
                <a:moveTo>
                  <a:pt x="0" y="43"/>
                </a:moveTo>
                <a:lnTo>
                  <a:pt x="497" y="0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8" name=""/>
          <p:cNvSpPr/>
          <p:nvPr/>
        </p:nvSpPr>
        <p:spPr>
          <a:xfrm>
            <a:off x="8085600" y="3377160"/>
            <a:ext cx="176040" cy="15480"/>
          </a:xfrm>
          <a:custGeom>
            <a:avLst/>
            <a:gdLst/>
            <a:ahLst/>
            <a:rect l="0" t="0" r="r" b="b"/>
            <a:pathLst>
              <a:path w="489" h="43">
                <a:moveTo>
                  <a:pt x="0" y="43"/>
                </a:moveTo>
                <a:lnTo>
                  <a:pt x="489" y="0"/>
                </a:lnTo>
                <a:lnTo>
                  <a:pt x="489" y="1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3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29" name=""/>
          <p:cNvSpPr/>
          <p:nvPr/>
        </p:nvSpPr>
        <p:spPr>
          <a:xfrm>
            <a:off x="8088480" y="3377520"/>
            <a:ext cx="173160" cy="15120"/>
          </a:xfrm>
          <a:custGeom>
            <a:avLst/>
            <a:gdLst/>
            <a:ahLst/>
            <a:rect l="0" t="0" r="r" b="b"/>
            <a:pathLst>
              <a:path w="481" h="42">
                <a:moveTo>
                  <a:pt x="0" y="42"/>
                </a:moveTo>
                <a:lnTo>
                  <a:pt x="481" y="0"/>
                </a:lnTo>
                <a:lnTo>
                  <a:pt x="481" y="1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0" name=""/>
          <p:cNvSpPr/>
          <p:nvPr/>
        </p:nvSpPr>
        <p:spPr>
          <a:xfrm>
            <a:off x="8091360" y="3377880"/>
            <a:ext cx="170280" cy="14760"/>
          </a:xfrm>
          <a:custGeom>
            <a:avLst/>
            <a:gdLst/>
            <a:ahLst/>
            <a:rect l="0" t="0" r="r" b="b"/>
            <a:pathLst>
              <a:path w="473" h="41">
                <a:moveTo>
                  <a:pt x="0" y="41"/>
                </a:moveTo>
                <a:lnTo>
                  <a:pt x="473" y="0"/>
                </a:lnTo>
                <a:lnTo>
                  <a:pt x="9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3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1" name=""/>
          <p:cNvSpPr/>
          <p:nvPr/>
        </p:nvSpPr>
        <p:spPr>
          <a:xfrm>
            <a:off x="8094600" y="3377880"/>
            <a:ext cx="167040" cy="14760"/>
          </a:xfrm>
          <a:custGeom>
            <a:avLst/>
            <a:gdLst/>
            <a:ahLst/>
            <a:rect l="0" t="0" r="r" b="b"/>
            <a:pathLst>
              <a:path w="464" h="41">
                <a:moveTo>
                  <a:pt x="0" y="41"/>
                </a:moveTo>
                <a:lnTo>
                  <a:pt x="464" y="0"/>
                </a:lnTo>
                <a:lnTo>
                  <a:pt x="464" y="1"/>
                </a:lnTo>
                <a:lnTo>
                  <a:pt x="8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2" name=""/>
          <p:cNvSpPr/>
          <p:nvPr/>
        </p:nvSpPr>
        <p:spPr>
          <a:xfrm>
            <a:off x="8097480" y="3378240"/>
            <a:ext cx="164160" cy="14400"/>
          </a:xfrm>
          <a:custGeom>
            <a:avLst/>
            <a:gdLst/>
            <a:ahLst/>
            <a:rect l="0" t="0" r="r" b="b"/>
            <a:pathLst>
              <a:path w="456" h="40">
                <a:moveTo>
                  <a:pt x="0" y="40"/>
                </a:moveTo>
                <a:lnTo>
                  <a:pt x="456" y="0"/>
                </a:lnTo>
                <a:lnTo>
                  <a:pt x="456" y="1"/>
                </a:lnTo>
                <a:lnTo>
                  <a:pt x="8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3" name=""/>
          <p:cNvSpPr/>
          <p:nvPr/>
        </p:nvSpPr>
        <p:spPr>
          <a:xfrm>
            <a:off x="8100360" y="3378600"/>
            <a:ext cx="161280" cy="14040"/>
          </a:xfrm>
          <a:custGeom>
            <a:avLst/>
            <a:gdLst/>
            <a:ahLst/>
            <a:rect l="0" t="0" r="r" b="b"/>
            <a:pathLst>
              <a:path w="448" h="39">
                <a:moveTo>
                  <a:pt x="0" y="39"/>
                </a:moveTo>
                <a:lnTo>
                  <a:pt x="448" y="0"/>
                </a:lnTo>
                <a:lnTo>
                  <a:pt x="448" y="1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4" name=""/>
          <p:cNvSpPr/>
          <p:nvPr/>
        </p:nvSpPr>
        <p:spPr>
          <a:xfrm>
            <a:off x="8103240" y="3378960"/>
            <a:ext cx="158400" cy="13680"/>
          </a:xfrm>
          <a:custGeom>
            <a:avLst/>
            <a:gdLst/>
            <a:ahLst/>
            <a:rect l="0" t="0" r="r" b="b"/>
            <a:pathLst>
              <a:path w="440" h="38">
                <a:moveTo>
                  <a:pt x="0" y="38"/>
                </a:moveTo>
                <a:lnTo>
                  <a:pt x="440" y="0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2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5" name=""/>
          <p:cNvSpPr/>
          <p:nvPr/>
        </p:nvSpPr>
        <p:spPr>
          <a:xfrm>
            <a:off x="8106120" y="3378960"/>
            <a:ext cx="155520" cy="13680"/>
          </a:xfrm>
          <a:custGeom>
            <a:avLst/>
            <a:gdLst/>
            <a:ahLst/>
            <a:rect l="0" t="0" r="r" b="b"/>
            <a:pathLst>
              <a:path w="432" h="38">
                <a:moveTo>
                  <a:pt x="0" y="38"/>
                </a:moveTo>
                <a:lnTo>
                  <a:pt x="432" y="0"/>
                </a:lnTo>
                <a:lnTo>
                  <a:pt x="432" y="1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6" name=""/>
          <p:cNvSpPr/>
          <p:nvPr/>
        </p:nvSpPr>
        <p:spPr>
          <a:xfrm>
            <a:off x="8109000" y="3379320"/>
            <a:ext cx="152640" cy="13320"/>
          </a:xfrm>
          <a:custGeom>
            <a:avLst/>
            <a:gdLst/>
            <a:ahLst/>
            <a:rect l="0" t="0" r="r" b="b"/>
            <a:pathLst>
              <a:path w="424" h="37">
                <a:moveTo>
                  <a:pt x="0" y="37"/>
                </a:moveTo>
                <a:lnTo>
                  <a:pt x="424" y="0"/>
                </a:lnTo>
                <a:lnTo>
                  <a:pt x="424" y="1"/>
                </a:lnTo>
                <a:lnTo>
                  <a:pt x="8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1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7" name=""/>
          <p:cNvSpPr/>
          <p:nvPr/>
        </p:nvSpPr>
        <p:spPr>
          <a:xfrm>
            <a:off x="8111880" y="3379680"/>
            <a:ext cx="149760" cy="12960"/>
          </a:xfrm>
          <a:custGeom>
            <a:avLst/>
            <a:gdLst/>
            <a:ahLst/>
            <a:rect l="0" t="0" r="r" b="b"/>
            <a:pathLst>
              <a:path w="416" h="36">
                <a:moveTo>
                  <a:pt x="0" y="36"/>
                </a:moveTo>
                <a:lnTo>
                  <a:pt x="416" y="0"/>
                </a:lnTo>
                <a:lnTo>
                  <a:pt x="9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8" name=""/>
          <p:cNvSpPr/>
          <p:nvPr/>
        </p:nvSpPr>
        <p:spPr>
          <a:xfrm>
            <a:off x="8115120" y="3379680"/>
            <a:ext cx="146520" cy="12960"/>
          </a:xfrm>
          <a:custGeom>
            <a:avLst/>
            <a:gdLst/>
            <a:ahLst/>
            <a:rect l="0" t="0" r="r" b="b"/>
            <a:pathLst>
              <a:path w="407" h="36">
                <a:moveTo>
                  <a:pt x="0" y="36"/>
                </a:moveTo>
                <a:lnTo>
                  <a:pt x="407" y="0"/>
                </a:lnTo>
                <a:lnTo>
                  <a:pt x="407" y="1"/>
                </a:lnTo>
                <a:lnTo>
                  <a:pt x="8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39" name=""/>
          <p:cNvSpPr/>
          <p:nvPr/>
        </p:nvSpPr>
        <p:spPr>
          <a:xfrm>
            <a:off x="8118000" y="3380040"/>
            <a:ext cx="143640" cy="12600"/>
          </a:xfrm>
          <a:custGeom>
            <a:avLst/>
            <a:gdLst/>
            <a:ahLst/>
            <a:rect l="0" t="0" r="r" b="b"/>
            <a:pathLst>
              <a:path w="399" h="35">
                <a:moveTo>
                  <a:pt x="0" y="35"/>
                </a:moveTo>
                <a:lnTo>
                  <a:pt x="399" y="0"/>
                </a:lnTo>
                <a:lnTo>
                  <a:pt x="399" y="1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0" name=""/>
          <p:cNvSpPr/>
          <p:nvPr/>
        </p:nvSpPr>
        <p:spPr>
          <a:xfrm>
            <a:off x="8120880" y="3380400"/>
            <a:ext cx="140760" cy="12240"/>
          </a:xfrm>
          <a:custGeom>
            <a:avLst/>
            <a:gdLst/>
            <a:ahLst/>
            <a:rect l="0" t="0" r="r" b="b"/>
            <a:pathLst>
              <a:path w="391" h="34">
                <a:moveTo>
                  <a:pt x="0" y="34"/>
                </a:moveTo>
                <a:lnTo>
                  <a:pt x="391" y="0"/>
                </a:lnTo>
                <a:lnTo>
                  <a:pt x="8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1" name=""/>
          <p:cNvSpPr/>
          <p:nvPr/>
        </p:nvSpPr>
        <p:spPr>
          <a:xfrm>
            <a:off x="8123760" y="3380400"/>
            <a:ext cx="137880" cy="12240"/>
          </a:xfrm>
          <a:custGeom>
            <a:avLst/>
            <a:gdLst/>
            <a:ahLst/>
            <a:rect l="0" t="0" r="r" b="b"/>
            <a:pathLst>
              <a:path w="383" h="34">
                <a:moveTo>
                  <a:pt x="0" y="34"/>
                </a:moveTo>
                <a:lnTo>
                  <a:pt x="383" y="0"/>
                </a:lnTo>
                <a:lnTo>
                  <a:pt x="383" y="1"/>
                </a:lnTo>
                <a:lnTo>
                  <a:pt x="8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2" name=""/>
          <p:cNvSpPr/>
          <p:nvPr/>
        </p:nvSpPr>
        <p:spPr>
          <a:xfrm>
            <a:off x="8126640" y="3380760"/>
            <a:ext cx="135000" cy="11880"/>
          </a:xfrm>
          <a:custGeom>
            <a:avLst/>
            <a:gdLst/>
            <a:ahLst/>
            <a:rect l="0" t="0" r="r" b="b"/>
            <a:pathLst>
              <a:path w="375" h="33">
                <a:moveTo>
                  <a:pt x="0" y="33"/>
                </a:moveTo>
                <a:lnTo>
                  <a:pt x="375" y="0"/>
                </a:lnTo>
                <a:lnTo>
                  <a:pt x="375" y="1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a0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3" name=""/>
          <p:cNvSpPr/>
          <p:nvPr/>
        </p:nvSpPr>
        <p:spPr>
          <a:xfrm>
            <a:off x="8129520" y="3381120"/>
            <a:ext cx="132120" cy="11520"/>
          </a:xfrm>
          <a:custGeom>
            <a:avLst/>
            <a:gdLst/>
            <a:ahLst/>
            <a:rect l="0" t="0" r="r" b="b"/>
            <a:pathLst>
              <a:path w="367" h="32">
                <a:moveTo>
                  <a:pt x="0" y="32"/>
                </a:moveTo>
                <a:lnTo>
                  <a:pt x="367" y="0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4" name=""/>
          <p:cNvSpPr/>
          <p:nvPr/>
        </p:nvSpPr>
        <p:spPr>
          <a:xfrm>
            <a:off x="8132400" y="3381120"/>
            <a:ext cx="129240" cy="11520"/>
          </a:xfrm>
          <a:custGeom>
            <a:avLst/>
            <a:gdLst/>
            <a:ahLst/>
            <a:rect l="0" t="0" r="r" b="b"/>
            <a:pathLst>
              <a:path w="359" h="32">
                <a:moveTo>
                  <a:pt x="0" y="32"/>
                </a:moveTo>
                <a:lnTo>
                  <a:pt x="359" y="0"/>
                </a:lnTo>
                <a:lnTo>
                  <a:pt x="359" y="1"/>
                </a:lnTo>
                <a:lnTo>
                  <a:pt x="9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f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5" name=""/>
          <p:cNvSpPr/>
          <p:nvPr/>
        </p:nvSpPr>
        <p:spPr>
          <a:xfrm>
            <a:off x="8135640" y="3381480"/>
            <a:ext cx="126000" cy="11160"/>
          </a:xfrm>
          <a:custGeom>
            <a:avLst/>
            <a:gdLst/>
            <a:ahLst/>
            <a:rect l="0" t="0" r="r" b="b"/>
            <a:pathLst>
              <a:path w="350" h="31">
                <a:moveTo>
                  <a:pt x="0" y="31"/>
                </a:moveTo>
                <a:lnTo>
                  <a:pt x="350" y="0"/>
                </a:lnTo>
                <a:lnTo>
                  <a:pt x="350" y="1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6" name=""/>
          <p:cNvSpPr/>
          <p:nvPr/>
        </p:nvSpPr>
        <p:spPr>
          <a:xfrm>
            <a:off x="8138520" y="3381840"/>
            <a:ext cx="123120" cy="10800"/>
          </a:xfrm>
          <a:custGeom>
            <a:avLst/>
            <a:gdLst/>
            <a:ahLst/>
            <a:rect l="0" t="0" r="r" b="b"/>
            <a:pathLst>
              <a:path w="342" h="30">
                <a:moveTo>
                  <a:pt x="0" y="30"/>
                </a:moveTo>
                <a:lnTo>
                  <a:pt x="342" y="0"/>
                </a:lnTo>
                <a:lnTo>
                  <a:pt x="342" y="1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7" name=""/>
          <p:cNvSpPr/>
          <p:nvPr/>
        </p:nvSpPr>
        <p:spPr>
          <a:xfrm>
            <a:off x="8141400" y="3382200"/>
            <a:ext cx="120240" cy="10440"/>
          </a:xfrm>
          <a:custGeom>
            <a:avLst/>
            <a:gdLst/>
            <a:ahLst/>
            <a:rect l="0" t="0" r="r" b="b"/>
            <a:pathLst>
              <a:path w="334" h="29">
                <a:moveTo>
                  <a:pt x="0" y="29"/>
                </a:moveTo>
                <a:lnTo>
                  <a:pt x="334" y="0"/>
                </a:lnTo>
                <a:lnTo>
                  <a:pt x="8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8" name=""/>
          <p:cNvSpPr/>
          <p:nvPr/>
        </p:nvSpPr>
        <p:spPr>
          <a:xfrm>
            <a:off x="8144280" y="3382200"/>
            <a:ext cx="117360" cy="10440"/>
          </a:xfrm>
          <a:custGeom>
            <a:avLst/>
            <a:gdLst/>
            <a:ahLst/>
            <a:rect l="0" t="0" r="r" b="b"/>
            <a:pathLst>
              <a:path w="326" h="29">
                <a:moveTo>
                  <a:pt x="0" y="29"/>
                </a:moveTo>
                <a:lnTo>
                  <a:pt x="326" y="0"/>
                </a:lnTo>
                <a:lnTo>
                  <a:pt x="326" y="1"/>
                </a:lnTo>
                <a:lnTo>
                  <a:pt x="8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49" name=""/>
          <p:cNvSpPr/>
          <p:nvPr/>
        </p:nvSpPr>
        <p:spPr>
          <a:xfrm>
            <a:off x="8147160" y="3382560"/>
            <a:ext cx="114480" cy="10080"/>
          </a:xfrm>
          <a:custGeom>
            <a:avLst/>
            <a:gdLst/>
            <a:ahLst/>
            <a:rect l="0" t="0" r="r" b="b"/>
            <a:pathLst>
              <a:path w="318" h="28">
                <a:moveTo>
                  <a:pt x="0" y="28"/>
                </a:moveTo>
                <a:lnTo>
                  <a:pt x="318" y="0"/>
                </a:lnTo>
                <a:lnTo>
                  <a:pt x="318" y="1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0" name=""/>
          <p:cNvSpPr/>
          <p:nvPr/>
        </p:nvSpPr>
        <p:spPr>
          <a:xfrm>
            <a:off x="8150040" y="3382920"/>
            <a:ext cx="111600" cy="9720"/>
          </a:xfrm>
          <a:custGeom>
            <a:avLst/>
            <a:gdLst/>
            <a:ahLst/>
            <a:rect l="0" t="0" r="r" b="b"/>
            <a:pathLst>
              <a:path w="310" h="27">
                <a:moveTo>
                  <a:pt x="0" y="27"/>
                </a:moveTo>
                <a:lnTo>
                  <a:pt x="310" y="0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1" name=""/>
          <p:cNvSpPr/>
          <p:nvPr/>
        </p:nvSpPr>
        <p:spPr>
          <a:xfrm>
            <a:off x="8152920" y="3382920"/>
            <a:ext cx="108720" cy="9720"/>
          </a:xfrm>
          <a:custGeom>
            <a:avLst/>
            <a:gdLst/>
            <a:ahLst/>
            <a:rect l="0" t="0" r="r" b="b"/>
            <a:pathLst>
              <a:path w="302" h="27">
                <a:moveTo>
                  <a:pt x="0" y="27"/>
                </a:moveTo>
                <a:lnTo>
                  <a:pt x="302" y="0"/>
                </a:lnTo>
                <a:lnTo>
                  <a:pt x="302" y="1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2" name=""/>
          <p:cNvSpPr/>
          <p:nvPr/>
        </p:nvSpPr>
        <p:spPr>
          <a:xfrm>
            <a:off x="8155800" y="3383280"/>
            <a:ext cx="105840" cy="9360"/>
          </a:xfrm>
          <a:custGeom>
            <a:avLst/>
            <a:gdLst/>
            <a:ahLst/>
            <a:rect l="0" t="0" r="r" b="b"/>
            <a:pathLst>
              <a:path w="294" h="26">
                <a:moveTo>
                  <a:pt x="0" y="26"/>
                </a:moveTo>
                <a:lnTo>
                  <a:pt x="294" y="0"/>
                </a:lnTo>
                <a:lnTo>
                  <a:pt x="294" y="1"/>
                </a:lnTo>
                <a:lnTo>
                  <a:pt x="9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3" name=""/>
          <p:cNvSpPr/>
          <p:nvPr/>
        </p:nvSpPr>
        <p:spPr>
          <a:xfrm>
            <a:off x="8159040" y="3383640"/>
            <a:ext cx="102600" cy="9000"/>
          </a:xfrm>
          <a:custGeom>
            <a:avLst/>
            <a:gdLst/>
            <a:ahLst/>
            <a:rect l="0" t="0" r="r" b="b"/>
            <a:pathLst>
              <a:path w="285" h="25">
                <a:moveTo>
                  <a:pt x="0" y="25"/>
                </a:moveTo>
                <a:lnTo>
                  <a:pt x="285" y="0"/>
                </a:lnTo>
                <a:lnTo>
                  <a:pt x="8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4" name=""/>
          <p:cNvSpPr/>
          <p:nvPr/>
        </p:nvSpPr>
        <p:spPr>
          <a:xfrm>
            <a:off x="8161920" y="3383640"/>
            <a:ext cx="99720" cy="9000"/>
          </a:xfrm>
          <a:custGeom>
            <a:avLst/>
            <a:gdLst/>
            <a:ahLst/>
            <a:rect l="0" t="0" r="r" b="b"/>
            <a:pathLst>
              <a:path w="277" h="25">
                <a:moveTo>
                  <a:pt x="0" y="25"/>
                </a:moveTo>
                <a:lnTo>
                  <a:pt x="277" y="0"/>
                </a:lnTo>
                <a:lnTo>
                  <a:pt x="277" y="1"/>
                </a:lnTo>
                <a:lnTo>
                  <a:pt x="8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5" name=""/>
          <p:cNvSpPr/>
          <p:nvPr/>
        </p:nvSpPr>
        <p:spPr>
          <a:xfrm>
            <a:off x="8164800" y="3384000"/>
            <a:ext cx="96840" cy="8640"/>
          </a:xfrm>
          <a:custGeom>
            <a:avLst/>
            <a:gdLst/>
            <a:ahLst/>
            <a:rect l="0" t="0" r="r" b="b"/>
            <a:pathLst>
              <a:path w="269" h="24">
                <a:moveTo>
                  <a:pt x="0" y="24"/>
                </a:moveTo>
                <a:lnTo>
                  <a:pt x="269" y="0"/>
                </a:lnTo>
                <a:lnTo>
                  <a:pt x="269" y="1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6" name=""/>
          <p:cNvSpPr/>
          <p:nvPr/>
        </p:nvSpPr>
        <p:spPr>
          <a:xfrm>
            <a:off x="8167680" y="3384360"/>
            <a:ext cx="93960" cy="8280"/>
          </a:xfrm>
          <a:custGeom>
            <a:avLst/>
            <a:gdLst/>
            <a:ahLst/>
            <a:rect l="0" t="0" r="r" b="b"/>
            <a:pathLst>
              <a:path w="261" h="23">
                <a:moveTo>
                  <a:pt x="0" y="23"/>
                </a:moveTo>
                <a:lnTo>
                  <a:pt x="261" y="0"/>
                </a:lnTo>
                <a:lnTo>
                  <a:pt x="8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7" name=""/>
          <p:cNvSpPr/>
          <p:nvPr/>
        </p:nvSpPr>
        <p:spPr>
          <a:xfrm>
            <a:off x="8170560" y="3384360"/>
            <a:ext cx="91080" cy="8280"/>
          </a:xfrm>
          <a:custGeom>
            <a:avLst/>
            <a:gdLst/>
            <a:ahLst/>
            <a:rect l="0" t="0" r="r" b="b"/>
            <a:pathLst>
              <a:path w="253" h="23">
                <a:moveTo>
                  <a:pt x="0" y="23"/>
                </a:moveTo>
                <a:lnTo>
                  <a:pt x="253" y="0"/>
                </a:lnTo>
                <a:lnTo>
                  <a:pt x="253" y="1"/>
                </a:lnTo>
                <a:lnTo>
                  <a:pt x="8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8" name=""/>
          <p:cNvSpPr/>
          <p:nvPr/>
        </p:nvSpPr>
        <p:spPr>
          <a:xfrm>
            <a:off x="8173440" y="3384720"/>
            <a:ext cx="88200" cy="7920"/>
          </a:xfrm>
          <a:custGeom>
            <a:avLst/>
            <a:gdLst/>
            <a:ahLst/>
            <a:rect l="0" t="0" r="r" b="b"/>
            <a:pathLst>
              <a:path w="245" h="22">
                <a:moveTo>
                  <a:pt x="0" y="22"/>
                </a:moveTo>
                <a:lnTo>
                  <a:pt x="245" y="0"/>
                </a:lnTo>
                <a:lnTo>
                  <a:pt x="245" y="1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c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59" name=""/>
          <p:cNvSpPr/>
          <p:nvPr/>
        </p:nvSpPr>
        <p:spPr>
          <a:xfrm>
            <a:off x="8176320" y="3385080"/>
            <a:ext cx="85320" cy="7560"/>
          </a:xfrm>
          <a:custGeom>
            <a:avLst/>
            <a:gdLst/>
            <a:ahLst/>
            <a:rect l="0" t="0" r="r" b="b"/>
            <a:pathLst>
              <a:path w="237" h="21">
                <a:moveTo>
                  <a:pt x="0" y="21"/>
                </a:moveTo>
                <a:lnTo>
                  <a:pt x="237" y="0"/>
                </a:lnTo>
                <a:lnTo>
                  <a:pt x="237" y="1"/>
                </a:lnTo>
                <a:lnTo>
                  <a:pt x="9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60" name=""/>
          <p:cNvSpPr/>
          <p:nvPr/>
        </p:nvSpPr>
        <p:spPr>
          <a:xfrm>
            <a:off x="8179560" y="3385440"/>
            <a:ext cx="82080" cy="7200"/>
          </a:xfrm>
          <a:custGeom>
            <a:avLst/>
            <a:gdLst/>
            <a:ahLst/>
            <a:rect l="0" t="0" r="r" b="b"/>
            <a:pathLst>
              <a:path w="228" h="20">
                <a:moveTo>
                  <a:pt x="0" y="20"/>
                </a:moveTo>
                <a:lnTo>
                  <a:pt x="228" y="0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61" name=""/>
          <p:cNvSpPr/>
          <p:nvPr/>
        </p:nvSpPr>
        <p:spPr>
          <a:xfrm>
            <a:off x="8182440" y="3385440"/>
            <a:ext cx="79200" cy="7560"/>
          </a:xfrm>
          <a:custGeom>
            <a:avLst/>
            <a:gdLst/>
            <a:ahLst/>
            <a:rect l="0" t="0" r="r" b="b"/>
            <a:pathLst>
              <a:path w="220" h="21">
                <a:moveTo>
                  <a:pt x="0" y="21"/>
                </a:moveTo>
                <a:lnTo>
                  <a:pt x="220" y="0"/>
                </a:lnTo>
                <a:lnTo>
                  <a:pt x="220" y="2"/>
                </a:lnTo>
                <a:lnTo>
                  <a:pt x="8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62" name=""/>
          <p:cNvSpPr/>
          <p:nvPr/>
        </p:nvSpPr>
        <p:spPr>
          <a:xfrm>
            <a:off x="8185320" y="3385800"/>
            <a:ext cx="76320" cy="6840"/>
          </a:xfrm>
          <a:custGeom>
            <a:avLst/>
            <a:gdLst/>
            <a:ahLst/>
            <a:rect l="0" t="0" r="r" b="b"/>
            <a:pathLst>
              <a:path w="212" h="19">
                <a:moveTo>
                  <a:pt x="0" y="19"/>
                </a:moveTo>
                <a:lnTo>
                  <a:pt x="212" y="0"/>
                </a:lnTo>
                <a:lnTo>
                  <a:pt x="212" y="1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63" name=""/>
          <p:cNvSpPr/>
          <p:nvPr/>
        </p:nvSpPr>
        <p:spPr>
          <a:xfrm>
            <a:off x="8188200" y="3386160"/>
            <a:ext cx="73440" cy="6480"/>
          </a:xfrm>
          <a:custGeom>
            <a:avLst/>
            <a:gdLst/>
            <a:ahLst/>
            <a:rect l="0" t="0" r="r" b="b"/>
            <a:pathLst>
              <a:path w="204" h="18">
                <a:moveTo>
                  <a:pt x="0" y="18"/>
                </a:moveTo>
                <a:lnTo>
                  <a:pt x="204" y="0"/>
                </a:lnTo>
                <a:lnTo>
                  <a:pt x="8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64" name=""/>
          <p:cNvSpPr/>
          <p:nvPr/>
        </p:nvSpPr>
        <p:spPr>
          <a:xfrm>
            <a:off x="8191080" y="3386160"/>
            <a:ext cx="70560" cy="6480"/>
          </a:xfrm>
          <a:custGeom>
            <a:avLst/>
            <a:gdLst/>
            <a:ahLst/>
            <a:rect l="0" t="0" r="r" b="b"/>
            <a:pathLst>
              <a:path w="196" h="18">
                <a:moveTo>
                  <a:pt x="0" y="18"/>
                </a:moveTo>
                <a:lnTo>
                  <a:pt x="196" y="0"/>
                </a:lnTo>
                <a:lnTo>
                  <a:pt x="196" y="2"/>
                </a:lnTo>
                <a:lnTo>
                  <a:pt x="1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65" name=""/>
          <p:cNvSpPr/>
          <p:nvPr/>
        </p:nvSpPr>
        <p:spPr>
          <a:xfrm>
            <a:off x="8196840" y="3386880"/>
            <a:ext cx="64800" cy="5760"/>
          </a:xfrm>
          <a:custGeom>
            <a:avLst/>
            <a:gdLst/>
            <a:ahLst/>
            <a:rect l="0" t="0" r="r" b="b"/>
            <a:pathLst>
              <a:path w="180" h="16">
                <a:moveTo>
                  <a:pt x="0" y="16"/>
                </a:moveTo>
                <a:lnTo>
                  <a:pt x="180" y="0"/>
                </a:lnTo>
                <a:lnTo>
                  <a:pt x="9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66" name=""/>
          <p:cNvSpPr/>
          <p:nvPr/>
        </p:nvSpPr>
        <p:spPr>
          <a:xfrm>
            <a:off x="8200080" y="3386880"/>
            <a:ext cx="61560" cy="5760"/>
          </a:xfrm>
          <a:custGeom>
            <a:avLst/>
            <a:gdLst/>
            <a:ahLst/>
            <a:rect l="0" t="0" r="r" b="b"/>
            <a:pathLst>
              <a:path w="171" h="16">
                <a:moveTo>
                  <a:pt x="0" y="16"/>
                </a:moveTo>
                <a:lnTo>
                  <a:pt x="171" y="0"/>
                </a:lnTo>
                <a:lnTo>
                  <a:pt x="171" y="1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67" name=""/>
          <p:cNvSpPr/>
          <p:nvPr/>
        </p:nvSpPr>
        <p:spPr>
          <a:xfrm>
            <a:off x="8202960" y="3387240"/>
            <a:ext cx="58680" cy="5400"/>
          </a:xfrm>
          <a:custGeom>
            <a:avLst/>
            <a:gdLst/>
            <a:ahLst/>
            <a:rect l="0" t="0" r="r" b="b"/>
            <a:pathLst>
              <a:path w="163" h="15">
                <a:moveTo>
                  <a:pt x="0" y="15"/>
                </a:moveTo>
                <a:lnTo>
                  <a:pt x="163" y="0"/>
                </a:lnTo>
                <a:lnTo>
                  <a:pt x="163" y="1"/>
                </a:lnTo>
                <a:lnTo>
                  <a:pt x="8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68" name=""/>
          <p:cNvSpPr/>
          <p:nvPr/>
        </p:nvSpPr>
        <p:spPr>
          <a:xfrm>
            <a:off x="8205840" y="3387600"/>
            <a:ext cx="55800" cy="5040"/>
          </a:xfrm>
          <a:custGeom>
            <a:avLst/>
            <a:gdLst/>
            <a:ahLst/>
            <a:rect l="0" t="0" r="r" b="b"/>
            <a:pathLst>
              <a:path w="155" h="14">
                <a:moveTo>
                  <a:pt x="0" y="14"/>
                </a:moveTo>
                <a:lnTo>
                  <a:pt x="155" y="0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69" name=""/>
          <p:cNvSpPr/>
          <p:nvPr/>
        </p:nvSpPr>
        <p:spPr>
          <a:xfrm>
            <a:off x="8208720" y="3387600"/>
            <a:ext cx="52920" cy="5040"/>
          </a:xfrm>
          <a:custGeom>
            <a:avLst/>
            <a:gdLst/>
            <a:ahLst/>
            <a:rect l="0" t="0" r="r" b="b"/>
            <a:pathLst>
              <a:path w="147" h="14">
                <a:moveTo>
                  <a:pt x="0" y="14"/>
                </a:moveTo>
                <a:lnTo>
                  <a:pt x="147" y="0"/>
                </a:lnTo>
                <a:lnTo>
                  <a:pt x="147" y="1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0" name=""/>
          <p:cNvSpPr/>
          <p:nvPr/>
        </p:nvSpPr>
        <p:spPr>
          <a:xfrm>
            <a:off x="8211600" y="3387960"/>
            <a:ext cx="50040" cy="4680"/>
          </a:xfrm>
          <a:custGeom>
            <a:avLst/>
            <a:gdLst/>
            <a:ahLst/>
            <a:rect l="0" t="0" r="r" b="b"/>
            <a:pathLst>
              <a:path w="139" h="13">
                <a:moveTo>
                  <a:pt x="0" y="13"/>
                </a:moveTo>
                <a:lnTo>
                  <a:pt x="139" y="0"/>
                </a:lnTo>
                <a:lnTo>
                  <a:pt x="139" y="1"/>
                </a:lnTo>
                <a:lnTo>
                  <a:pt x="8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1" name=""/>
          <p:cNvSpPr/>
          <p:nvPr/>
        </p:nvSpPr>
        <p:spPr>
          <a:xfrm>
            <a:off x="8214480" y="3388320"/>
            <a:ext cx="47160" cy="4320"/>
          </a:xfrm>
          <a:custGeom>
            <a:avLst/>
            <a:gdLst/>
            <a:ahLst/>
            <a:rect l="0" t="0" r="r" b="b"/>
            <a:pathLst>
              <a:path w="131" h="12">
                <a:moveTo>
                  <a:pt x="0" y="12"/>
                </a:moveTo>
                <a:lnTo>
                  <a:pt x="131" y="0"/>
                </a:lnTo>
                <a:lnTo>
                  <a:pt x="131" y="1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2" name=""/>
          <p:cNvSpPr/>
          <p:nvPr/>
        </p:nvSpPr>
        <p:spPr>
          <a:xfrm>
            <a:off x="8217360" y="3388680"/>
            <a:ext cx="44280" cy="3960"/>
          </a:xfrm>
          <a:custGeom>
            <a:avLst/>
            <a:gdLst/>
            <a:ahLst/>
            <a:rect l="0" t="0" r="r" b="b"/>
            <a:pathLst>
              <a:path w="123" h="11">
                <a:moveTo>
                  <a:pt x="0" y="11"/>
                </a:moveTo>
                <a:lnTo>
                  <a:pt x="123" y="0"/>
                </a:lnTo>
                <a:lnTo>
                  <a:pt x="8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3" name=""/>
          <p:cNvSpPr/>
          <p:nvPr/>
        </p:nvSpPr>
        <p:spPr>
          <a:xfrm>
            <a:off x="8220240" y="3388680"/>
            <a:ext cx="41400" cy="3960"/>
          </a:xfrm>
          <a:custGeom>
            <a:avLst/>
            <a:gdLst/>
            <a:ahLst/>
            <a:rect l="0" t="0" r="r" b="b"/>
            <a:pathLst>
              <a:path w="115" h="11">
                <a:moveTo>
                  <a:pt x="0" y="11"/>
                </a:moveTo>
                <a:lnTo>
                  <a:pt x="115" y="0"/>
                </a:lnTo>
                <a:lnTo>
                  <a:pt x="115" y="1"/>
                </a:lnTo>
                <a:lnTo>
                  <a:pt x="9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4" name=""/>
          <p:cNvSpPr/>
          <p:nvPr/>
        </p:nvSpPr>
        <p:spPr>
          <a:xfrm>
            <a:off x="8223480" y="3389040"/>
            <a:ext cx="38160" cy="3600"/>
          </a:xfrm>
          <a:custGeom>
            <a:avLst/>
            <a:gdLst/>
            <a:ahLst/>
            <a:rect l="0" t="0" r="r" b="b"/>
            <a:pathLst>
              <a:path w="106" h="10">
                <a:moveTo>
                  <a:pt x="0" y="10"/>
                </a:moveTo>
                <a:lnTo>
                  <a:pt x="106" y="0"/>
                </a:lnTo>
                <a:lnTo>
                  <a:pt x="106" y="1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5" name=""/>
          <p:cNvSpPr/>
          <p:nvPr/>
        </p:nvSpPr>
        <p:spPr>
          <a:xfrm>
            <a:off x="8226360" y="3389400"/>
            <a:ext cx="35280" cy="3240"/>
          </a:xfrm>
          <a:custGeom>
            <a:avLst/>
            <a:gdLst/>
            <a:ahLst/>
            <a:rect l="0" t="0" r="r" b="b"/>
            <a:pathLst>
              <a:path w="98" h="9">
                <a:moveTo>
                  <a:pt x="0" y="9"/>
                </a:moveTo>
                <a:lnTo>
                  <a:pt x="98" y="0"/>
                </a:lnTo>
                <a:lnTo>
                  <a:pt x="8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6" name=""/>
          <p:cNvSpPr/>
          <p:nvPr/>
        </p:nvSpPr>
        <p:spPr>
          <a:xfrm>
            <a:off x="8229240" y="3389400"/>
            <a:ext cx="32400" cy="3240"/>
          </a:xfrm>
          <a:custGeom>
            <a:avLst/>
            <a:gdLst/>
            <a:ahLst/>
            <a:rect l="0" t="0" r="r" b="b"/>
            <a:pathLst>
              <a:path w="90" h="9">
                <a:moveTo>
                  <a:pt x="0" y="9"/>
                </a:moveTo>
                <a:lnTo>
                  <a:pt x="90" y="0"/>
                </a:lnTo>
                <a:lnTo>
                  <a:pt x="90" y="1"/>
                </a:lnTo>
                <a:lnTo>
                  <a:pt x="8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7" name=""/>
          <p:cNvSpPr/>
          <p:nvPr/>
        </p:nvSpPr>
        <p:spPr>
          <a:xfrm>
            <a:off x="8232120" y="3389760"/>
            <a:ext cx="29520" cy="3240"/>
          </a:xfrm>
          <a:custGeom>
            <a:avLst/>
            <a:gdLst/>
            <a:ahLst/>
            <a:rect l="0" t="0" r="r" b="b"/>
            <a:pathLst>
              <a:path w="82" h="9">
                <a:moveTo>
                  <a:pt x="0" y="9"/>
                </a:moveTo>
                <a:lnTo>
                  <a:pt x="82" y="0"/>
                </a:lnTo>
                <a:lnTo>
                  <a:pt x="82" y="2"/>
                </a:lnTo>
                <a:lnTo>
                  <a:pt x="8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8" name=""/>
          <p:cNvSpPr/>
          <p:nvPr/>
        </p:nvSpPr>
        <p:spPr>
          <a:xfrm>
            <a:off x="8235000" y="3390120"/>
            <a:ext cx="26640" cy="2520"/>
          </a:xfrm>
          <a:custGeom>
            <a:avLst/>
            <a:gdLst/>
            <a:ahLst/>
            <a:rect l="0" t="0" r="r" b="b"/>
            <a:pathLst>
              <a:path w="74" h="7">
                <a:moveTo>
                  <a:pt x="0" y="7"/>
                </a:moveTo>
                <a:lnTo>
                  <a:pt x="74" y="0"/>
                </a:lnTo>
                <a:lnTo>
                  <a:pt x="8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79" name=""/>
          <p:cNvSpPr/>
          <p:nvPr/>
        </p:nvSpPr>
        <p:spPr>
          <a:xfrm>
            <a:off x="8237880" y="3390120"/>
            <a:ext cx="23760" cy="2880"/>
          </a:xfrm>
          <a:custGeom>
            <a:avLst/>
            <a:gdLst/>
            <a:ahLst/>
            <a:rect l="0" t="0" r="r" b="b"/>
            <a:pathLst>
              <a:path w="66" h="8">
                <a:moveTo>
                  <a:pt x="0" y="8"/>
                </a:moveTo>
                <a:lnTo>
                  <a:pt x="66" y="0"/>
                </a:lnTo>
                <a:lnTo>
                  <a:pt x="66" y="2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80" name=""/>
          <p:cNvSpPr/>
          <p:nvPr/>
        </p:nvSpPr>
        <p:spPr>
          <a:xfrm>
            <a:off x="8240760" y="3390480"/>
            <a:ext cx="20880" cy="2160"/>
          </a:xfrm>
          <a:custGeom>
            <a:avLst/>
            <a:gdLst/>
            <a:ahLst/>
            <a:rect l="0" t="0" r="r" b="b"/>
            <a:pathLst>
              <a:path w="58" h="6">
                <a:moveTo>
                  <a:pt x="0" y="6"/>
                </a:moveTo>
                <a:lnTo>
                  <a:pt x="58" y="0"/>
                </a:lnTo>
                <a:lnTo>
                  <a:pt x="58" y="1"/>
                </a:lnTo>
                <a:lnTo>
                  <a:pt x="9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81" name=""/>
          <p:cNvSpPr/>
          <p:nvPr/>
        </p:nvSpPr>
        <p:spPr>
          <a:xfrm>
            <a:off x="8244000" y="3390840"/>
            <a:ext cx="17640" cy="1800"/>
          </a:xfrm>
          <a:custGeom>
            <a:avLst/>
            <a:gdLst/>
            <a:ahLst/>
            <a:rect l="0" t="0" r="r" b="b"/>
            <a:pathLst>
              <a:path w="49" h="5">
                <a:moveTo>
                  <a:pt x="0" y="5"/>
                </a:moveTo>
                <a:lnTo>
                  <a:pt x="49" y="0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82" name=""/>
          <p:cNvSpPr/>
          <p:nvPr/>
        </p:nvSpPr>
        <p:spPr>
          <a:xfrm>
            <a:off x="8246880" y="339084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5"/>
                </a:moveTo>
                <a:lnTo>
                  <a:pt x="41" y="0"/>
                </a:lnTo>
                <a:lnTo>
                  <a:pt x="41" y="1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83" name=""/>
          <p:cNvSpPr/>
          <p:nvPr/>
        </p:nvSpPr>
        <p:spPr>
          <a:xfrm>
            <a:off x="8249760" y="3391200"/>
            <a:ext cx="11880" cy="1800"/>
          </a:xfrm>
          <a:custGeom>
            <a:avLst/>
            <a:gdLst/>
            <a:ahLst/>
            <a:rect l="0" t="0" r="r" b="b"/>
            <a:pathLst>
              <a:path w="33" h="5">
                <a:moveTo>
                  <a:pt x="0" y="5"/>
                </a:moveTo>
                <a:lnTo>
                  <a:pt x="33" y="0"/>
                </a:lnTo>
                <a:lnTo>
                  <a:pt x="33" y="2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84" name=""/>
          <p:cNvSpPr/>
          <p:nvPr/>
        </p:nvSpPr>
        <p:spPr>
          <a:xfrm>
            <a:off x="8252640" y="3391560"/>
            <a:ext cx="9000" cy="1080"/>
          </a:xfrm>
          <a:custGeom>
            <a:avLst/>
            <a:gdLst/>
            <a:ahLst/>
            <a:rect l="0" t="0" r="r" b="b"/>
            <a:pathLst>
              <a:path w="25" h="3">
                <a:moveTo>
                  <a:pt x="0" y="3"/>
                </a:moveTo>
                <a:lnTo>
                  <a:pt x="25" y="0"/>
                </a:lnTo>
                <a:lnTo>
                  <a:pt x="25" y="1"/>
                </a:lnTo>
                <a:lnTo>
                  <a:pt x="9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0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85" name=""/>
          <p:cNvSpPr/>
          <p:nvPr/>
        </p:nvSpPr>
        <p:spPr>
          <a:xfrm>
            <a:off x="8255520" y="3391920"/>
            <a:ext cx="6120" cy="720"/>
          </a:xfrm>
          <a:custGeom>
            <a:avLst/>
            <a:gdLst/>
            <a:ahLst/>
            <a:rect l="0" t="0" r="r" b="b"/>
            <a:pathLst>
              <a:path w="17" h="2">
                <a:moveTo>
                  <a:pt x="0" y="2"/>
                </a:moveTo>
                <a:lnTo>
                  <a:pt x="17" y="0"/>
                </a:lnTo>
                <a:lnTo>
                  <a:pt x="9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86" name=""/>
          <p:cNvSpPr/>
          <p:nvPr/>
        </p:nvSpPr>
        <p:spPr>
          <a:xfrm>
            <a:off x="8258400" y="3391920"/>
            <a:ext cx="2880" cy="360"/>
          </a:xfrm>
          <a:custGeom>
            <a:avLst/>
            <a:gdLst/>
            <a:ahLst/>
            <a:rect l="0" t="0" r="r" b="b"/>
            <a:pathLst>
              <a:path w="8" h="1">
                <a:moveTo>
                  <a:pt x="0" y="1"/>
                </a:moveTo>
                <a:lnTo>
                  <a:pt x="8" y="0"/>
                </a:lnTo>
                <a:lnTo>
                  <a:pt x="8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1887" name=""/>
          <p:cNvSpPr/>
          <p:nvPr/>
        </p:nvSpPr>
        <p:spPr>
          <a:xfrm>
            <a:off x="7887960" y="3360240"/>
            <a:ext cx="373680" cy="32400"/>
          </a:xfrm>
          <a:custGeom>
            <a:avLst/>
            <a:gdLst/>
            <a:ahLst/>
            <a:rect l="0" t="0" r="r" b="b"/>
            <a:pathLst>
              <a:path w="1038" h="90">
                <a:moveTo>
                  <a:pt x="0" y="90"/>
                </a:moveTo>
                <a:lnTo>
                  <a:pt x="1038" y="90"/>
                </a:lnTo>
                <a:lnTo>
                  <a:pt x="1038" y="0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88" name=""/>
          <p:cNvSpPr/>
          <p:nvPr/>
        </p:nvSpPr>
        <p:spPr>
          <a:xfrm>
            <a:off x="7935120" y="3392280"/>
            <a:ext cx="9360" cy="1440"/>
          </a:xfrm>
          <a:custGeom>
            <a:avLst/>
            <a:gdLst/>
            <a:ahLst/>
            <a:rect l="0" t="0" r="r" b="b"/>
            <a:pathLst>
              <a:path w="26" h="4">
                <a:moveTo>
                  <a:pt x="0" y="0"/>
                </a:moveTo>
                <a:lnTo>
                  <a:pt x="26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89" name=""/>
          <p:cNvSpPr/>
          <p:nvPr/>
        </p:nvSpPr>
        <p:spPr>
          <a:xfrm>
            <a:off x="7935120" y="3392280"/>
            <a:ext cx="13680" cy="1800"/>
          </a:xfrm>
          <a:custGeom>
            <a:avLst/>
            <a:gdLst/>
            <a:ahLst/>
            <a:rect l="0" t="0" r="r" b="b"/>
            <a:pathLst>
              <a:path w="38" h="5">
                <a:moveTo>
                  <a:pt x="0" y="4"/>
                </a:moveTo>
                <a:lnTo>
                  <a:pt x="26" y="0"/>
                </a:lnTo>
                <a:lnTo>
                  <a:pt x="38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0" name=""/>
          <p:cNvSpPr/>
          <p:nvPr/>
        </p:nvSpPr>
        <p:spPr>
          <a:xfrm>
            <a:off x="7935120" y="3392280"/>
            <a:ext cx="18000" cy="2160"/>
          </a:xfrm>
          <a:custGeom>
            <a:avLst/>
            <a:gdLst/>
            <a:ahLst/>
            <a:rect l="0" t="0" r="r" b="b"/>
            <a:pathLst>
              <a:path w="50" h="6">
                <a:moveTo>
                  <a:pt x="0" y="4"/>
                </a:moveTo>
                <a:lnTo>
                  <a:pt x="38" y="0"/>
                </a:lnTo>
                <a:lnTo>
                  <a:pt x="50" y="0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1" name=""/>
          <p:cNvSpPr/>
          <p:nvPr/>
        </p:nvSpPr>
        <p:spPr>
          <a:xfrm>
            <a:off x="7935120" y="3392280"/>
            <a:ext cx="22320" cy="2880"/>
          </a:xfrm>
          <a:custGeom>
            <a:avLst/>
            <a:gdLst/>
            <a:ahLst/>
            <a:rect l="0" t="0" r="r" b="b"/>
            <a:pathLst>
              <a:path w="62" h="8">
                <a:moveTo>
                  <a:pt x="0" y="5"/>
                </a:moveTo>
                <a:lnTo>
                  <a:pt x="50" y="0"/>
                </a:lnTo>
                <a:lnTo>
                  <a:pt x="62" y="0"/>
                </a:lnTo>
                <a:lnTo>
                  <a:pt x="0" y="8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2" name=""/>
          <p:cNvSpPr/>
          <p:nvPr/>
        </p:nvSpPr>
        <p:spPr>
          <a:xfrm>
            <a:off x="7935120" y="3392280"/>
            <a:ext cx="26640" cy="3240"/>
          </a:xfrm>
          <a:custGeom>
            <a:avLst/>
            <a:gdLst/>
            <a:ahLst/>
            <a:rect l="0" t="0" r="r" b="b"/>
            <a:pathLst>
              <a:path w="74" h="9">
                <a:moveTo>
                  <a:pt x="0" y="8"/>
                </a:moveTo>
                <a:lnTo>
                  <a:pt x="62" y="0"/>
                </a:lnTo>
                <a:lnTo>
                  <a:pt x="74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3" name=""/>
          <p:cNvSpPr/>
          <p:nvPr/>
        </p:nvSpPr>
        <p:spPr>
          <a:xfrm>
            <a:off x="7935120" y="3392280"/>
            <a:ext cx="30960" cy="3600"/>
          </a:xfrm>
          <a:custGeom>
            <a:avLst/>
            <a:gdLst/>
            <a:ahLst/>
            <a:rect l="0" t="0" r="r" b="b"/>
            <a:pathLst>
              <a:path w="86" h="10">
                <a:moveTo>
                  <a:pt x="0" y="9"/>
                </a:moveTo>
                <a:lnTo>
                  <a:pt x="74" y="0"/>
                </a:lnTo>
                <a:lnTo>
                  <a:pt x="86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4" name=""/>
          <p:cNvSpPr/>
          <p:nvPr/>
        </p:nvSpPr>
        <p:spPr>
          <a:xfrm>
            <a:off x="7935120" y="3392280"/>
            <a:ext cx="35280" cy="3960"/>
          </a:xfrm>
          <a:custGeom>
            <a:avLst/>
            <a:gdLst/>
            <a:ahLst/>
            <a:rect l="0" t="0" r="r" b="b"/>
            <a:pathLst>
              <a:path w="98" h="11">
                <a:moveTo>
                  <a:pt x="0" y="10"/>
                </a:moveTo>
                <a:lnTo>
                  <a:pt x="85" y="0"/>
                </a:lnTo>
                <a:lnTo>
                  <a:pt x="98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5" name=""/>
          <p:cNvSpPr/>
          <p:nvPr/>
        </p:nvSpPr>
        <p:spPr>
          <a:xfrm>
            <a:off x="7935120" y="3392280"/>
            <a:ext cx="43920" cy="5040"/>
          </a:xfrm>
          <a:custGeom>
            <a:avLst/>
            <a:gdLst/>
            <a:ahLst/>
            <a:rect l="0" t="0" r="r" b="b"/>
            <a:pathLst>
              <a:path w="122" h="14">
                <a:moveTo>
                  <a:pt x="0" y="11"/>
                </a:moveTo>
                <a:lnTo>
                  <a:pt x="97" y="0"/>
                </a:lnTo>
                <a:lnTo>
                  <a:pt x="122" y="0"/>
                </a:lnTo>
                <a:lnTo>
                  <a:pt x="0" y="14"/>
                </a:lnTo>
                <a:lnTo>
                  <a:pt x="0" y="11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6" name=""/>
          <p:cNvSpPr/>
          <p:nvPr/>
        </p:nvSpPr>
        <p:spPr>
          <a:xfrm>
            <a:off x="7935120" y="3392280"/>
            <a:ext cx="46080" cy="5400"/>
          </a:xfrm>
          <a:custGeom>
            <a:avLst/>
            <a:gdLst/>
            <a:ahLst/>
            <a:rect l="0" t="0" r="r" b="b"/>
            <a:pathLst>
              <a:path w="128" h="15">
                <a:moveTo>
                  <a:pt x="0" y="14"/>
                </a:moveTo>
                <a:lnTo>
                  <a:pt x="122" y="0"/>
                </a:lnTo>
                <a:lnTo>
                  <a:pt x="128" y="0"/>
                </a:lnTo>
                <a:lnTo>
                  <a:pt x="0" y="15"/>
                </a:lnTo>
                <a:lnTo>
                  <a:pt x="0" y="14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7" name=""/>
          <p:cNvSpPr/>
          <p:nvPr/>
        </p:nvSpPr>
        <p:spPr>
          <a:xfrm>
            <a:off x="7935120" y="3392280"/>
            <a:ext cx="48240" cy="5400"/>
          </a:xfrm>
          <a:custGeom>
            <a:avLst/>
            <a:gdLst/>
            <a:ahLst/>
            <a:rect l="0" t="0" r="r" b="b"/>
            <a:pathLst>
              <a:path w="134" h="15">
                <a:moveTo>
                  <a:pt x="0" y="15"/>
                </a:moveTo>
                <a:lnTo>
                  <a:pt x="128" y="0"/>
                </a:lnTo>
                <a:lnTo>
                  <a:pt x="134" y="0"/>
                </a:lnTo>
                <a:lnTo>
                  <a:pt x="0" y="15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8" name=""/>
          <p:cNvSpPr/>
          <p:nvPr/>
        </p:nvSpPr>
        <p:spPr>
          <a:xfrm>
            <a:off x="7935120" y="3392280"/>
            <a:ext cx="52560" cy="6120"/>
          </a:xfrm>
          <a:custGeom>
            <a:avLst/>
            <a:gdLst/>
            <a:ahLst/>
            <a:rect l="0" t="0" r="r" b="b"/>
            <a:pathLst>
              <a:path w="146" h="17">
                <a:moveTo>
                  <a:pt x="0" y="15"/>
                </a:moveTo>
                <a:lnTo>
                  <a:pt x="134" y="0"/>
                </a:lnTo>
                <a:lnTo>
                  <a:pt x="146" y="0"/>
                </a:lnTo>
                <a:lnTo>
                  <a:pt x="0" y="17"/>
                </a:lnTo>
                <a:lnTo>
                  <a:pt x="0" y="15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899" name=""/>
          <p:cNvSpPr/>
          <p:nvPr/>
        </p:nvSpPr>
        <p:spPr>
          <a:xfrm>
            <a:off x="7935120" y="3392280"/>
            <a:ext cx="56880" cy="6480"/>
          </a:xfrm>
          <a:custGeom>
            <a:avLst/>
            <a:gdLst/>
            <a:ahLst/>
            <a:rect l="0" t="0" r="r" b="b"/>
            <a:pathLst>
              <a:path w="158" h="18">
                <a:moveTo>
                  <a:pt x="0" y="17"/>
                </a:moveTo>
                <a:lnTo>
                  <a:pt x="146" y="0"/>
                </a:lnTo>
                <a:lnTo>
                  <a:pt x="158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0" name=""/>
          <p:cNvSpPr/>
          <p:nvPr/>
        </p:nvSpPr>
        <p:spPr>
          <a:xfrm>
            <a:off x="7935120" y="3392280"/>
            <a:ext cx="59040" cy="6840"/>
          </a:xfrm>
          <a:custGeom>
            <a:avLst/>
            <a:gdLst/>
            <a:ahLst/>
            <a:rect l="0" t="0" r="r" b="b"/>
            <a:pathLst>
              <a:path w="164" h="19">
                <a:moveTo>
                  <a:pt x="0" y="18"/>
                </a:moveTo>
                <a:lnTo>
                  <a:pt x="158" y="0"/>
                </a:lnTo>
                <a:lnTo>
                  <a:pt x="164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1" name=""/>
          <p:cNvSpPr/>
          <p:nvPr/>
        </p:nvSpPr>
        <p:spPr>
          <a:xfrm>
            <a:off x="7935120" y="3392280"/>
            <a:ext cx="61200" cy="6840"/>
          </a:xfrm>
          <a:custGeom>
            <a:avLst/>
            <a:gdLst/>
            <a:ahLst/>
            <a:rect l="0" t="0" r="r" b="b"/>
            <a:pathLst>
              <a:path w="170" h="19">
                <a:moveTo>
                  <a:pt x="0" y="19"/>
                </a:moveTo>
                <a:lnTo>
                  <a:pt x="164" y="0"/>
                </a:lnTo>
                <a:lnTo>
                  <a:pt x="170" y="0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2" name=""/>
          <p:cNvSpPr/>
          <p:nvPr/>
        </p:nvSpPr>
        <p:spPr>
          <a:xfrm>
            <a:off x="7935120" y="3392280"/>
            <a:ext cx="65520" cy="7560"/>
          </a:xfrm>
          <a:custGeom>
            <a:avLst/>
            <a:gdLst/>
            <a:ahLst/>
            <a:rect l="0" t="0" r="r" b="b"/>
            <a:pathLst>
              <a:path w="182" h="21">
                <a:moveTo>
                  <a:pt x="0" y="19"/>
                </a:moveTo>
                <a:lnTo>
                  <a:pt x="170" y="0"/>
                </a:lnTo>
                <a:lnTo>
                  <a:pt x="182" y="0"/>
                </a:lnTo>
                <a:lnTo>
                  <a:pt x="0" y="21"/>
                </a:lnTo>
                <a:lnTo>
                  <a:pt x="0" y="19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3" name=""/>
          <p:cNvSpPr/>
          <p:nvPr/>
        </p:nvSpPr>
        <p:spPr>
          <a:xfrm>
            <a:off x="7935120" y="3392280"/>
            <a:ext cx="67680" cy="7560"/>
          </a:xfrm>
          <a:custGeom>
            <a:avLst/>
            <a:gdLst/>
            <a:ahLst/>
            <a:rect l="0" t="0" r="r" b="b"/>
            <a:pathLst>
              <a:path w="188" h="21">
                <a:moveTo>
                  <a:pt x="0" y="21"/>
                </a:moveTo>
                <a:lnTo>
                  <a:pt x="181" y="0"/>
                </a:lnTo>
                <a:lnTo>
                  <a:pt x="188" y="0"/>
                </a:lnTo>
                <a:lnTo>
                  <a:pt x="0" y="21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4" name=""/>
          <p:cNvSpPr/>
          <p:nvPr/>
        </p:nvSpPr>
        <p:spPr>
          <a:xfrm>
            <a:off x="7935120" y="3392280"/>
            <a:ext cx="69840" cy="7920"/>
          </a:xfrm>
          <a:custGeom>
            <a:avLst/>
            <a:gdLst/>
            <a:ahLst/>
            <a:rect l="0" t="0" r="r" b="b"/>
            <a:pathLst>
              <a:path w="194" h="22">
                <a:moveTo>
                  <a:pt x="0" y="21"/>
                </a:moveTo>
                <a:lnTo>
                  <a:pt x="188" y="0"/>
                </a:lnTo>
                <a:lnTo>
                  <a:pt x="194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5" name=""/>
          <p:cNvSpPr/>
          <p:nvPr/>
        </p:nvSpPr>
        <p:spPr>
          <a:xfrm>
            <a:off x="7935120" y="3392280"/>
            <a:ext cx="78480" cy="9000"/>
          </a:xfrm>
          <a:custGeom>
            <a:avLst/>
            <a:gdLst/>
            <a:ahLst/>
            <a:rect l="0" t="0" r="r" b="b"/>
            <a:pathLst>
              <a:path w="218" h="25">
                <a:moveTo>
                  <a:pt x="0" y="22"/>
                </a:moveTo>
                <a:lnTo>
                  <a:pt x="194" y="0"/>
                </a:lnTo>
                <a:lnTo>
                  <a:pt x="218" y="0"/>
                </a:lnTo>
                <a:lnTo>
                  <a:pt x="0" y="25"/>
                </a:lnTo>
                <a:lnTo>
                  <a:pt x="0" y="22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6" name=""/>
          <p:cNvSpPr/>
          <p:nvPr/>
        </p:nvSpPr>
        <p:spPr>
          <a:xfrm>
            <a:off x="7935120" y="3392280"/>
            <a:ext cx="87120" cy="9720"/>
          </a:xfrm>
          <a:custGeom>
            <a:avLst/>
            <a:gdLst/>
            <a:ahLst/>
            <a:rect l="0" t="0" r="r" b="b"/>
            <a:pathLst>
              <a:path w="242" h="27">
                <a:moveTo>
                  <a:pt x="0" y="25"/>
                </a:moveTo>
                <a:lnTo>
                  <a:pt x="218" y="0"/>
                </a:lnTo>
                <a:lnTo>
                  <a:pt x="242" y="0"/>
                </a:lnTo>
                <a:lnTo>
                  <a:pt x="0" y="27"/>
                </a:lnTo>
                <a:lnTo>
                  <a:pt x="0" y="25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7" name=""/>
          <p:cNvSpPr/>
          <p:nvPr/>
        </p:nvSpPr>
        <p:spPr>
          <a:xfrm>
            <a:off x="7935120" y="3392280"/>
            <a:ext cx="91440" cy="10440"/>
          </a:xfrm>
          <a:custGeom>
            <a:avLst/>
            <a:gdLst/>
            <a:ahLst/>
            <a:rect l="0" t="0" r="r" b="b"/>
            <a:pathLst>
              <a:path w="254" h="29">
                <a:moveTo>
                  <a:pt x="0" y="27"/>
                </a:moveTo>
                <a:lnTo>
                  <a:pt x="242" y="0"/>
                </a:lnTo>
                <a:lnTo>
                  <a:pt x="254" y="0"/>
                </a:lnTo>
                <a:lnTo>
                  <a:pt x="0" y="29"/>
                </a:lnTo>
                <a:lnTo>
                  <a:pt x="0" y="27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8" name=""/>
          <p:cNvSpPr/>
          <p:nvPr/>
        </p:nvSpPr>
        <p:spPr>
          <a:xfrm>
            <a:off x="7935120" y="3392280"/>
            <a:ext cx="93960" cy="10440"/>
          </a:xfrm>
          <a:custGeom>
            <a:avLst/>
            <a:gdLst/>
            <a:ahLst/>
            <a:rect l="0" t="0" r="r" b="b"/>
            <a:pathLst>
              <a:path w="261" h="29">
                <a:moveTo>
                  <a:pt x="0" y="29"/>
                </a:moveTo>
                <a:lnTo>
                  <a:pt x="254" y="0"/>
                </a:lnTo>
                <a:lnTo>
                  <a:pt x="261" y="0"/>
                </a:lnTo>
                <a:lnTo>
                  <a:pt x="0" y="29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09" name=""/>
          <p:cNvSpPr/>
          <p:nvPr/>
        </p:nvSpPr>
        <p:spPr>
          <a:xfrm>
            <a:off x="7935120" y="3392280"/>
            <a:ext cx="96120" cy="10800"/>
          </a:xfrm>
          <a:custGeom>
            <a:avLst/>
            <a:gdLst/>
            <a:ahLst/>
            <a:rect l="0" t="0" r="r" b="b"/>
            <a:pathLst>
              <a:path w="267" h="30">
                <a:moveTo>
                  <a:pt x="0" y="29"/>
                </a:moveTo>
                <a:lnTo>
                  <a:pt x="261" y="0"/>
                </a:lnTo>
                <a:lnTo>
                  <a:pt x="267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0" name=""/>
          <p:cNvSpPr/>
          <p:nvPr/>
        </p:nvSpPr>
        <p:spPr>
          <a:xfrm>
            <a:off x="7935120" y="3392280"/>
            <a:ext cx="100440" cy="11160"/>
          </a:xfrm>
          <a:custGeom>
            <a:avLst/>
            <a:gdLst/>
            <a:ahLst/>
            <a:rect l="0" t="0" r="r" b="b"/>
            <a:pathLst>
              <a:path w="279" h="31">
                <a:moveTo>
                  <a:pt x="0" y="30"/>
                </a:moveTo>
                <a:lnTo>
                  <a:pt x="267" y="0"/>
                </a:lnTo>
                <a:lnTo>
                  <a:pt x="279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1" name=""/>
          <p:cNvSpPr/>
          <p:nvPr/>
        </p:nvSpPr>
        <p:spPr>
          <a:xfrm>
            <a:off x="7935120" y="3392280"/>
            <a:ext cx="102600" cy="11520"/>
          </a:xfrm>
          <a:custGeom>
            <a:avLst/>
            <a:gdLst/>
            <a:ahLst/>
            <a:rect l="0" t="0" r="r" b="b"/>
            <a:pathLst>
              <a:path w="285" h="32">
                <a:moveTo>
                  <a:pt x="0" y="31"/>
                </a:moveTo>
                <a:lnTo>
                  <a:pt x="279" y="0"/>
                </a:lnTo>
                <a:lnTo>
                  <a:pt x="285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2" name=""/>
          <p:cNvSpPr/>
          <p:nvPr/>
        </p:nvSpPr>
        <p:spPr>
          <a:xfrm>
            <a:off x="7935120" y="3392280"/>
            <a:ext cx="104760" cy="11880"/>
          </a:xfrm>
          <a:custGeom>
            <a:avLst/>
            <a:gdLst/>
            <a:ahLst/>
            <a:rect l="0" t="0" r="r" b="b"/>
            <a:pathLst>
              <a:path w="291" h="33">
                <a:moveTo>
                  <a:pt x="0" y="32"/>
                </a:moveTo>
                <a:lnTo>
                  <a:pt x="285" y="0"/>
                </a:lnTo>
                <a:lnTo>
                  <a:pt x="291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3" name=""/>
          <p:cNvSpPr/>
          <p:nvPr/>
        </p:nvSpPr>
        <p:spPr>
          <a:xfrm>
            <a:off x="7935120" y="3392280"/>
            <a:ext cx="109080" cy="12240"/>
          </a:xfrm>
          <a:custGeom>
            <a:avLst/>
            <a:gdLst/>
            <a:ahLst/>
            <a:rect l="0" t="0" r="r" b="b"/>
            <a:pathLst>
              <a:path w="303" h="34">
                <a:moveTo>
                  <a:pt x="0" y="33"/>
                </a:moveTo>
                <a:lnTo>
                  <a:pt x="291" y="0"/>
                </a:lnTo>
                <a:lnTo>
                  <a:pt x="303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4" name=""/>
          <p:cNvSpPr/>
          <p:nvPr/>
        </p:nvSpPr>
        <p:spPr>
          <a:xfrm>
            <a:off x="7935120" y="3392280"/>
            <a:ext cx="113400" cy="12600"/>
          </a:xfrm>
          <a:custGeom>
            <a:avLst/>
            <a:gdLst/>
            <a:ahLst/>
            <a:rect l="0" t="0" r="r" b="b"/>
            <a:pathLst>
              <a:path w="315" h="35">
                <a:moveTo>
                  <a:pt x="0" y="34"/>
                </a:moveTo>
                <a:lnTo>
                  <a:pt x="303" y="0"/>
                </a:lnTo>
                <a:lnTo>
                  <a:pt x="315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5" name=""/>
          <p:cNvSpPr/>
          <p:nvPr/>
        </p:nvSpPr>
        <p:spPr>
          <a:xfrm>
            <a:off x="7935120" y="3392280"/>
            <a:ext cx="115560" cy="12960"/>
          </a:xfrm>
          <a:custGeom>
            <a:avLst/>
            <a:gdLst/>
            <a:ahLst/>
            <a:rect l="0" t="0" r="r" b="b"/>
            <a:pathLst>
              <a:path w="321" h="36">
                <a:moveTo>
                  <a:pt x="0" y="35"/>
                </a:moveTo>
                <a:lnTo>
                  <a:pt x="315" y="0"/>
                </a:lnTo>
                <a:lnTo>
                  <a:pt x="321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6" name=""/>
          <p:cNvSpPr/>
          <p:nvPr/>
        </p:nvSpPr>
        <p:spPr>
          <a:xfrm>
            <a:off x="7935120" y="3392280"/>
            <a:ext cx="117720" cy="13320"/>
          </a:xfrm>
          <a:custGeom>
            <a:avLst/>
            <a:gdLst/>
            <a:ahLst/>
            <a:rect l="0" t="0" r="r" b="b"/>
            <a:pathLst>
              <a:path w="327" h="37">
                <a:moveTo>
                  <a:pt x="0" y="36"/>
                </a:moveTo>
                <a:lnTo>
                  <a:pt x="321" y="0"/>
                </a:lnTo>
                <a:lnTo>
                  <a:pt x="327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7" name=""/>
          <p:cNvSpPr/>
          <p:nvPr/>
        </p:nvSpPr>
        <p:spPr>
          <a:xfrm>
            <a:off x="7935120" y="3392280"/>
            <a:ext cx="122040" cy="13680"/>
          </a:xfrm>
          <a:custGeom>
            <a:avLst/>
            <a:gdLst/>
            <a:ahLst/>
            <a:rect l="0" t="0" r="r" b="b"/>
            <a:pathLst>
              <a:path w="339" h="38">
                <a:moveTo>
                  <a:pt x="0" y="37"/>
                </a:moveTo>
                <a:lnTo>
                  <a:pt x="327" y="0"/>
                </a:lnTo>
                <a:lnTo>
                  <a:pt x="339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8" name=""/>
          <p:cNvSpPr/>
          <p:nvPr/>
        </p:nvSpPr>
        <p:spPr>
          <a:xfrm>
            <a:off x="7935120" y="3392280"/>
            <a:ext cx="124200" cy="14040"/>
          </a:xfrm>
          <a:custGeom>
            <a:avLst/>
            <a:gdLst/>
            <a:ahLst/>
            <a:rect l="0" t="0" r="r" b="b"/>
            <a:pathLst>
              <a:path w="345" h="39">
                <a:moveTo>
                  <a:pt x="0" y="38"/>
                </a:moveTo>
                <a:lnTo>
                  <a:pt x="339" y="0"/>
                </a:lnTo>
                <a:lnTo>
                  <a:pt x="345" y="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19" name=""/>
          <p:cNvSpPr/>
          <p:nvPr/>
        </p:nvSpPr>
        <p:spPr>
          <a:xfrm>
            <a:off x="7935120" y="3392280"/>
            <a:ext cx="126360" cy="14040"/>
          </a:xfrm>
          <a:custGeom>
            <a:avLst/>
            <a:gdLst/>
            <a:ahLst/>
            <a:rect l="0" t="0" r="r" b="b"/>
            <a:pathLst>
              <a:path w="351" h="39">
                <a:moveTo>
                  <a:pt x="0" y="39"/>
                </a:moveTo>
                <a:lnTo>
                  <a:pt x="345" y="0"/>
                </a:lnTo>
                <a:lnTo>
                  <a:pt x="351" y="0"/>
                </a:lnTo>
                <a:lnTo>
                  <a:pt x="0" y="39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0" name=""/>
          <p:cNvSpPr/>
          <p:nvPr/>
        </p:nvSpPr>
        <p:spPr>
          <a:xfrm>
            <a:off x="7935120" y="3392280"/>
            <a:ext cx="128520" cy="14400"/>
          </a:xfrm>
          <a:custGeom>
            <a:avLst/>
            <a:gdLst/>
            <a:ahLst/>
            <a:rect l="0" t="0" r="r" b="b"/>
            <a:pathLst>
              <a:path w="357" h="40">
                <a:moveTo>
                  <a:pt x="0" y="39"/>
                </a:moveTo>
                <a:lnTo>
                  <a:pt x="351" y="0"/>
                </a:lnTo>
                <a:lnTo>
                  <a:pt x="357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1" name=""/>
          <p:cNvSpPr/>
          <p:nvPr/>
        </p:nvSpPr>
        <p:spPr>
          <a:xfrm>
            <a:off x="7935120" y="3392280"/>
            <a:ext cx="130680" cy="14760"/>
          </a:xfrm>
          <a:custGeom>
            <a:avLst/>
            <a:gdLst/>
            <a:ahLst/>
            <a:rect l="0" t="0" r="r" b="b"/>
            <a:pathLst>
              <a:path w="363" h="41">
                <a:moveTo>
                  <a:pt x="0" y="40"/>
                </a:moveTo>
                <a:lnTo>
                  <a:pt x="357" y="0"/>
                </a:lnTo>
                <a:lnTo>
                  <a:pt x="363" y="0"/>
                </a:lnTo>
                <a:lnTo>
                  <a:pt x="0" y="41"/>
                </a:lnTo>
                <a:lnTo>
                  <a:pt x="0" y="40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2" name=""/>
          <p:cNvSpPr/>
          <p:nvPr/>
        </p:nvSpPr>
        <p:spPr>
          <a:xfrm>
            <a:off x="7935120" y="3392280"/>
            <a:ext cx="132840" cy="14760"/>
          </a:xfrm>
          <a:custGeom>
            <a:avLst/>
            <a:gdLst/>
            <a:ahLst/>
            <a:rect l="0" t="0" r="r" b="b"/>
            <a:pathLst>
              <a:path w="369" h="41">
                <a:moveTo>
                  <a:pt x="0" y="41"/>
                </a:moveTo>
                <a:lnTo>
                  <a:pt x="363" y="0"/>
                </a:lnTo>
                <a:lnTo>
                  <a:pt x="369" y="0"/>
                </a:lnTo>
                <a:lnTo>
                  <a:pt x="0" y="4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3" name=""/>
          <p:cNvSpPr/>
          <p:nvPr/>
        </p:nvSpPr>
        <p:spPr>
          <a:xfrm>
            <a:off x="7935120" y="3392280"/>
            <a:ext cx="135000" cy="15120"/>
          </a:xfrm>
          <a:custGeom>
            <a:avLst/>
            <a:gdLst/>
            <a:ahLst/>
            <a:rect l="0" t="0" r="r" b="b"/>
            <a:pathLst>
              <a:path w="375" h="42">
                <a:moveTo>
                  <a:pt x="0" y="41"/>
                </a:moveTo>
                <a:lnTo>
                  <a:pt x="369" y="0"/>
                </a:lnTo>
                <a:lnTo>
                  <a:pt x="375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4" name=""/>
          <p:cNvSpPr/>
          <p:nvPr/>
        </p:nvSpPr>
        <p:spPr>
          <a:xfrm>
            <a:off x="7935120" y="3392280"/>
            <a:ext cx="137160" cy="15480"/>
          </a:xfrm>
          <a:custGeom>
            <a:avLst/>
            <a:gdLst/>
            <a:ahLst/>
            <a:rect l="0" t="0" r="r" b="b"/>
            <a:pathLst>
              <a:path w="381" h="43">
                <a:moveTo>
                  <a:pt x="0" y="42"/>
                </a:moveTo>
                <a:lnTo>
                  <a:pt x="375" y="0"/>
                </a:lnTo>
                <a:lnTo>
                  <a:pt x="38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5" name=""/>
          <p:cNvSpPr/>
          <p:nvPr/>
        </p:nvSpPr>
        <p:spPr>
          <a:xfrm>
            <a:off x="7935120" y="3392280"/>
            <a:ext cx="139320" cy="15480"/>
          </a:xfrm>
          <a:custGeom>
            <a:avLst/>
            <a:gdLst/>
            <a:ahLst/>
            <a:rect l="0" t="0" r="r" b="b"/>
            <a:pathLst>
              <a:path w="387" h="43">
                <a:moveTo>
                  <a:pt x="0" y="43"/>
                </a:moveTo>
                <a:lnTo>
                  <a:pt x="381" y="0"/>
                </a:lnTo>
                <a:lnTo>
                  <a:pt x="387" y="0"/>
                </a:lnTo>
                <a:lnTo>
                  <a:pt x="0" y="4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6" name=""/>
          <p:cNvSpPr/>
          <p:nvPr/>
        </p:nvSpPr>
        <p:spPr>
          <a:xfrm>
            <a:off x="7935120" y="3392280"/>
            <a:ext cx="143640" cy="16200"/>
          </a:xfrm>
          <a:custGeom>
            <a:avLst/>
            <a:gdLst/>
            <a:ahLst/>
            <a:rect l="0" t="0" r="r" b="b"/>
            <a:pathLst>
              <a:path w="399" h="45">
                <a:moveTo>
                  <a:pt x="0" y="43"/>
                </a:moveTo>
                <a:lnTo>
                  <a:pt x="386" y="0"/>
                </a:lnTo>
                <a:lnTo>
                  <a:pt x="399" y="0"/>
                </a:lnTo>
                <a:lnTo>
                  <a:pt x="0" y="45"/>
                </a:lnTo>
                <a:lnTo>
                  <a:pt x="0" y="43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7" name=""/>
          <p:cNvSpPr/>
          <p:nvPr/>
        </p:nvSpPr>
        <p:spPr>
          <a:xfrm>
            <a:off x="7935120" y="3392280"/>
            <a:ext cx="147960" cy="16560"/>
          </a:xfrm>
          <a:custGeom>
            <a:avLst/>
            <a:gdLst/>
            <a:ahLst/>
            <a:rect l="0" t="0" r="r" b="b"/>
            <a:pathLst>
              <a:path w="411" h="46">
                <a:moveTo>
                  <a:pt x="0" y="45"/>
                </a:moveTo>
                <a:lnTo>
                  <a:pt x="399" y="0"/>
                </a:lnTo>
                <a:lnTo>
                  <a:pt x="411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8" name=""/>
          <p:cNvSpPr/>
          <p:nvPr/>
        </p:nvSpPr>
        <p:spPr>
          <a:xfrm>
            <a:off x="7935120" y="3392280"/>
            <a:ext cx="152280" cy="16920"/>
          </a:xfrm>
          <a:custGeom>
            <a:avLst/>
            <a:gdLst/>
            <a:ahLst/>
            <a:rect l="0" t="0" r="r" b="b"/>
            <a:pathLst>
              <a:path w="423" h="47">
                <a:moveTo>
                  <a:pt x="0" y="46"/>
                </a:moveTo>
                <a:lnTo>
                  <a:pt x="411" y="0"/>
                </a:lnTo>
                <a:lnTo>
                  <a:pt x="423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29" name=""/>
          <p:cNvSpPr/>
          <p:nvPr/>
        </p:nvSpPr>
        <p:spPr>
          <a:xfrm>
            <a:off x="7935120" y="3392280"/>
            <a:ext cx="156600" cy="17280"/>
          </a:xfrm>
          <a:custGeom>
            <a:avLst/>
            <a:gdLst/>
            <a:ahLst/>
            <a:rect l="0" t="0" r="r" b="b"/>
            <a:pathLst>
              <a:path w="435" h="48">
                <a:moveTo>
                  <a:pt x="0" y="47"/>
                </a:moveTo>
                <a:lnTo>
                  <a:pt x="423" y="0"/>
                </a:lnTo>
                <a:lnTo>
                  <a:pt x="435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0" name=""/>
          <p:cNvSpPr/>
          <p:nvPr/>
        </p:nvSpPr>
        <p:spPr>
          <a:xfrm>
            <a:off x="7935120" y="3392280"/>
            <a:ext cx="160920" cy="18000"/>
          </a:xfrm>
          <a:custGeom>
            <a:avLst/>
            <a:gdLst/>
            <a:ahLst/>
            <a:rect l="0" t="0" r="r" b="b"/>
            <a:pathLst>
              <a:path w="447" h="50">
                <a:moveTo>
                  <a:pt x="0" y="48"/>
                </a:moveTo>
                <a:lnTo>
                  <a:pt x="435" y="0"/>
                </a:lnTo>
                <a:lnTo>
                  <a:pt x="447" y="0"/>
                </a:lnTo>
                <a:lnTo>
                  <a:pt x="0" y="50"/>
                </a:lnTo>
                <a:lnTo>
                  <a:pt x="0" y="48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1" name=""/>
          <p:cNvSpPr/>
          <p:nvPr/>
        </p:nvSpPr>
        <p:spPr>
          <a:xfrm>
            <a:off x="7935120" y="3392280"/>
            <a:ext cx="165240" cy="18360"/>
          </a:xfrm>
          <a:custGeom>
            <a:avLst/>
            <a:gdLst/>
            <a:ahLst/>
            <a:rect l="0" t="0" r="r" b="b"/>
            <a:pathLst>
              <a:path w="459" h="51">
                <a:moveTo>
                  <a:pt x="0" y="50"/>
                </a:moveTo>
                <a:lnTo>
                  <a:pt x="447" y="0"/>
                </a:lnTo>
                <a:lnTo>
                  <a:pt x="459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2" name=""/>
          <p:cNvSpPr/>
          <p:nvPr/>
        </p:nvSpPr>
        <p:spPr>
          <a:xfrm>
            <a:off x="7935120" y="3392280"/>
            <a:ext cx="169560" cy="18720"/>
          </a:xfrm>
          <a:custGeom>
            <a:avLst/>
            <a:gdLst/>
            <a:ahLst/>
            <a:rect l="0" t="0" r="r" b="b"/>
            <a:pathLst>
              <a:path w="471" h="52">
                <a:moveTo>
                  <a:pt x="0" y="51"/>
                </a:moveTo>
                <a:lnTo>
                  <a:pt x="459" y="0"/>
                </a:lnTo>
                <a:lnTo>
                  <a:pt x="471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3" name=""/>
          <p:cNvSpPr/>
          <p:nvPr/>
        </p:nvSpPr>
        <p:spPr>
          <a:xfrm>
            <a:off x="7935120" y="3392280"/>
            <a:ext cx="173880" cy="19440"/>
          </a:xfrm>
          <a:custGeom>
            <a:avLst/>
            <a:gdLst/>
            <a:ahLst/>
            <a:rect l="0" t="0" r="r" b="b"/>
            <a:pathLst>
              <a:path w="483" h="54">
                <a:moveTo>
                  <a:pt x="0" y="52"/>
                </a:moveTo>
                <a:lnTo>
                  <a:pt x="471" y="0"/>
                </a:lnTo>
                <a:lnTo>
                  <a:pt x="483" y="0"/>
                </a:lnTo>
                <a:lnTo>
                  <a:pt x="0" y="54"/>
                </a:lnTo>
                <a:lnTo>
                  <a:pt x="0" y="52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4" name=""/>
          <p:cNvSpPr/>
          <p:nvPr/>
        </p:nvSpPr>
        <p:spPr>
          <a:xfrm>
            <a:off x="7935120" y="3392280"/>
            <a:ext cx="176040" cy="19440"/>
          </a:xfrm>
          <a:custGeom>
            <a:avLst/>
            <a:gdLst/>
            <a:ahLst/>
            <a:rect l="0" t="0" r="r" b="b"/>
            <a:pathLst>
              <a:path w="489" h="54">
                <a:moveTo>
                  <a:pt x="0" y="54"/>
                </a:moveTo>
                <a:lnTo>
                  <a:pt x="483" y="0"/>
                </a:lnTo>
                <a:lnTo>
                  <a:pt x="489" y="0"/>
                </a:lnTo>
                <a:lnTo>
                  <a:pt x="0" y="54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5" name=""/>
          <p:cNvSpPr/>
          <p:nvPr/>
        </p:nvSpPr>
        <p:spPr>
          <a:xfrm>
            <a:off x="7935120" y="3392280"/>
            <a:ext cx="178200" cy="19800"/>
          </a:xfrm>
          <a:custGeom>
            <a:avLst/>
            <a:gdLst/>
            <a:ahLst/>
            <a:rect l="0" t="0" r="r" b="b"/>
            <a:pathLst>
              <a:path w="495" h="55">
                <a:moveTo>
                  <a:pt x="0" y="53"/>
                </a:moveTo>
                <a:lnTo>
                  <a:pt x="489" y="0"/>
                </a:lnTo>
                <a:lnTo>
                  <a:pt x="495" y="0"/>
                </a:lnTo>
                <a:lnTo>
                  <a:pt x="0" y="55"/>
                </a:lnTo>
                <a:lnTo>
                  <a:pt x="0" y="53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6" name=""/>
          <p:cNvSpPr/>
          <p:nvPr/>
        </p:nvSpPr>
        <p:spPr>
          <a:xfrm>
            <a:off x="7935120" y="3392280"/>
            <a:ext cx="180360" cy="20160"/>
          </a:xfrm>
          <a:custGeom>
            <a:avLst/>
            <a:gdLst/>
            <a:ahLst/>
            <a:rect l="0" t="0" r="r" b="b"/>
            <a:pathLst>
              <a:path w="501" h="56">
                <a:moveTo>
                  <a:pt x="0" y="55"/>
                </a:moveTo>
                <a:lnTo>
                  <a:pt x="495" y="0"/>
                </a:lnTo>
                <a:lnTo>
                  <a:pt x="501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7" name=""/>
          <p:cNvSpPr/>
          <p:nvPr/>
        </p:nvSpPr>
        <p:spPr>
          <a:xfrm>
            <a:off x="7935120" y="3392280"/>
            <a:ext cx="182880" cy="20160"/>
          </a:xfrm>
          <a:custGeom>
            <a:avLst/>
            <a:gdLst/>
            <a:ahLst/>
            <a:rect l="0" t="0" r="r" b="b"/>
            <a:pathLst>
              <a:path w="508" h="56">
                <a:moveTo>
                  <a:pt x="0" y="56"/>
                </a:moveTo>
                <a:lnTo>
                  <a:pt x="501" y="0"/>
                </a:lnTo>
                <a:lnTo>
                  <a:pt x="508" y="0"/>
                </a:lnTo>
                <a:lnTo>
                  <a:pt x="0" y="56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8" name=""/>
          <p:cNvSpPr/>
          <p:nvPr/>
        </p:nvSpPr>
        <p:spPr>
          <a:xfrm>
            <a:off x="7935120" y="3392280"/>
            <a:ext cx="185040" cy="20520"/>
          </a:xfrm>
          <a:custGeom>
            <a:avLst/>
            <a:gdLst/>
            <a:ahLst/>
            <a:rect l="0" t="0" r="r" b="b"/>
            <a:pathLst>
              <a:path w="514" h="57">
                <a:moveTo>
                  <a:pt x="0" y="56"/>
                </a:moveTo>
                <a:lnTo>
                  <a:pt x="508" y="0"/>
                </a:lnTo>
                <a:lnTo>
                  <a:pt x="514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39" name=""/>
          <p:cNvSpPr/>
          <p:nvPr/>
        </p:nvSpPr>
        <p:spPr>
          <a:xfrm>
            <a:off x="7935120" y="3392280"/>
            <a:ext cx="187200" cy="20880"/>
          </a:xfrm>
          <a:custGeom>
            <a:avLst/>
            <a:gdLst/>
            <a:ahLst/>
            <a:rect l="0" t="0" r="r" b="b"/>
            <a:pathLst>
              <a:path w="520" h="58">
                <a:moveTo>
                  <a:pt x="0" y="57"/>
                </a:moveTo>
                <a:lnTo>
                  <a:pt x="514" y="0"/>
                </a:lnTo>
                <a:lnTo>
                  <a:pt x="520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0" name=""/>
          <p:cNvSpPr/>
          <p:nvPr/>
        </p:nvSpPr>
        <p:spPr>
          <a:xfrm>
            <a:off x="7935120" y="3392280"/>
            <a:ext cx="189360" cy="20880"/>
          </a:xfrm>
          <a:custGeom>
            <a:avLst/>
            <a:gdLst/>
            <a:ahLst/>
            <a:rect l="0" t="0" r="r" b="b"/>
            <a:pathLst>
              <a:path w="526" h="58">
                <a:moveTo>
                  <a:pt x="0" y="58"/>
                </a:moveTo>
                <a:lnTo>
                  <a:pt x="520" y="0"/>
                </a:lnTo>
                <a:lnTo>
                  <a:pt x="526" y="0"/>
                </a:lnTo>
                <a:lnTo>
                  <a:pt x="0" y="58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1" name=""/>
          <p:cNvSpPr/>
          <p:nvPr/>
        </p:nvSpPr>
        <p:spPr>
          <a:xfrm>
            <a:off x="7935120" y="3392280"/>
            <a:ext cx="191520" cy="21240"/>
          </a:xfrm>
          <a:custGeom>
            <a:avLst/>
            <a:gdLst/>
            <a:ahLst/>
            <a:rect l="0" t="0" r="r" b="b"/>
            <a:pathLst>
              <a:path w="532" h="59">
                <a:moveTo>
                  <a:pt x="0" y="58"/>
                </a:moveTo>
                <a:lnTo>
                  <a:pt x="526" y="0"/>
                </a:lnTo>
                <a:lnTo>
                  <a:pt x="532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2" name=""/>
          <p:cNvSpPr/>
          <p:nvPr/>
        </p:nvSpPr>
        <p:spPr>
          <a:xfrm>
            <a:off x="7935120" y="3392280"/>
            <a:ext cx="193680" cy="21600"/>
          </a:xfrm>
          <a:custGeom>
            <a:avLst/>
            <a:gdLst/>
            <a:ahLst/>
            <a:rect l="0" t="0" r="r" b="b"/>
            <a:pathLst>
              <a:path w="538" h="60">
                <a:moveTo>
                  <a:pt x="0" y="59"/>
                </a:moveTo>
                <a:lnTo>
                  <a:pt x="532" y="0"/>
                </a:lnTo>
                <a:lnTo>
                  <a:pt x="538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3" name=""/>
          <p:cNvSpPr/>
          <p:nvPr/>
        </p:nvSpPr>
        <p:spPr>
          <a:xfrm>
            <a:off x="7935120" y="3392280"/>
            <a:ext cx="195840" cy="21600"/>
          </a:xfrm>
          <a:custGeom>
            <a:avLst/>
            <a:gdLst/>
            <a:ahLst/>
            <a:rect l="0" t="0" r="r" b="b"/>
            <a:pathLst>
              <a:path w="544" h="60">
                <a:moveTo>
                  <a:pt x="0" y="60"/>
                </a:moveTo>
                <a:lnTo>
                  <a:pt x="538" y="0"/>
                </a:lnTo>
                <a:lnTo>
                  <a:pt x="544" y="0"/>
                </a:lnTo>
                <a:lnTo>
                  <a:pt x="0" y="60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4" name=""/>
          <p:cNvSpPr/>
          <p:nvPr/>
        </p:nvSpPr>
        <p:spPr>
          <a:xfrm>
            <a:off x="7935120" y="3392280"/>
            <a:ext cx="198000" cy="21960"/>
          </a:xfrm>
          <a:custGeom>
            <a:avLst/>
            <a:gdLst/>
            <a:ahLst/>
            <a:rect l="0" t="0" r="r" b="b"/>
            <a:pathLst>
              <a:path w="550" h="61">
                <a:moveTo>
                  <a:pt x="0" y="60"/>
                </a:moveTo>
                <a:lnTo>
                  <a:pt x="544" y="0"/>
                </a:lnTo>
                <a:lnTo>
                  <a:pt x="550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5" name=""/>
          <p:cNvSpPr/>
          <p:nvPr/>
        </p:nvSpPr>
        <p:spPr>
          <a:xfrm>
            <a:off x="7935120" y="3392280"/>
            <a:ext cx="200160" cy="22320"/>
          </a:xfrm>
          <a:custGeom>
            <a:avLst/>
            <a:gdLst/>
            <a:ahLst/>
            <a:rect l="0" t="0" r="r" b="b"/>
            <a:pathLst>
              <a:path w="556" h="62">
                <a:moveTo>
                  <a:pt x="0" y="61"/>
                </a:moveTo>
                <a:lnTo>
                  <a:pt x="550" y="0"/>
                </a:lnTo>
                <a:lnTo>
                  <a:pt x="55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6" name=""/>
          <p:cNvSpPr/>
          <p:nvPr/>
        </p:nvSpPr>
        <p:spPr>
          <a:xfrm>
            <a:off x="7935120" y="3392280"/>
            <a:ext cx="202320" cy="22320"/>
          </a:xfrm>
          <a:custGeom>
            <a:avLst/>
            <a:gdLst/>
            <a:ahLst/>
            <a:rect l="0" t="0" r="r" b="b"/>
            <a:pathLst>
              <a:path w="562" h="62">
                <a:moveTo>
                  <a:pt x="0" y="62"/>
                </a:moveTo>
                <a:lnTo>
                  <a:pt x="556" y="0"/>
                </a:lnTo>
                <a:lnTo>
                  <a:pt x="562" y="0"/>
                </a:lnTo>
                <a:lnTo>
                  <a:pt x="0" y="62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7" name=""/>
          <p:cNvSpPr/>
          <p:nvPr/>
        </p:nvSpPr>
        <p:spPr>
          <a:xfrm>
            <a:off x="7935120" y="3392280"/>
            <a:ext cx="204480" cy="22680"/>
          </a:xfrm>
          <a:custGeom>
            <a:avLst/>
            <a:gdLst/>
            <a:ahLst/>
            <a:rect l="0" t="0" r="r" b="b"/>
            <a:pathLst>
              <a:path w="568" h="63">
                <a:moveTo>
                  <a:pt x="0" y="62"/>
                </a:moveTo>
                <a:lnTo>
                  <a:pt x="562" y="0"/>
                </a:lnTo>
                <a:lnTo>
                  <a:pt x="568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8" name=""/>
          <p:cNvSpPr/>
          <p:nvPr/>
        </p:nvSpPr>
        <p:spPr>
          <a:xfrm>
            <a:off x="7935120" y="3392280"/>
            <a:ext cx="206640" cy="23040"/>
          </a:xfrm>
          <a:custGeom>
            <a:avLst/>
            <a:gdLst/>
            <a:ahLst/>
            <a:rect l="0" t="0" r="r" b="b"/>
            <a:pathLst>
              <a:path w="574" h="64">
                <a:moveTo>
                  <a:pt x="0" y="63"/>
                </a:moveTo>
                <a:lnTo>
                  <a:pt x="568" y="0"/>
                </a:lnTo>
                <a:lnTo>
                  <a:pt x="574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49" name=""/>
          <p:cNvSpPr/>
          <p:nvPr/>
        </p:nvSpPr>
        <p:spPr>
          <a:xfrm>
            <a:off x="7935120" y="3392280"/>
            <a:ext cx="208800" cy="23040"/>
          </a:xfrm>
          <a:custGeom>
            <a:avLst/>
            <a:gdLst/>
            <a:ahLst/>
            <a:rect l="0" t="0" r="r" b="b"/>
            <a:pathLst>
              <a:path w="580" h="64">
                <a:moveTo>
                  <a:pt x="0" y="64"/>
                </a:moveTo>
                <a:lnTo>
                  <a:pt x="574" y="0"/>
                </a:lnTo>
                <a:lnTo>
                  <a:pt x="580" y="0"/>
                </a:lnTo>
                <a:lnTo>
                  <a:pt x="0" y="64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0" name=""/>
          <p:cNvSpPr/>
          <p:nvPr/>
        </p:nvSpPr>
        <p:spPr>
          <a:xfrm>
            <a:off x="7935120" y="3392280"/>
            <a:ext cx="210960" cy="23400"/>
          </a:xfrm>
          <a:custGeom>
            <a:avLst/>
            <a:gdLst/>
            <a:ahLst/>
            <a:rect l="0" t="0" r="r" b="b"/>
            <a:pathLst>
              <a:path w="586" h="65">
                <a:moveTo>
                  <a:pt x="0" y="64"/>
                </a:moveTo>
                <a:lnTo>
                  <a:pt x="580" y="0"/>
                </a:lnTo>
                <a:lnTo>
                  <a:pt x="586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1" name=""/>
          <p:cNvSpPr/>
          <p:nvPr/>
        </p:nvSpPr>
        <p:spPr>
          <a:xfrm>
            <a:off x="7935120" y="3392280"/>
            <a:ext cx="213120" cy="23760"/>
          </a:xfrm>
          <a:custGeom>
            <a:avLst/>
            <a:gdLst/>
            <a:ahLst/>
            <a:rect l="0" t="0" r="r" b="b"/>
            <a:pathLst>
              <a:path w="592" h="66">
                <a:moveTo>
                  <a:pt x="0" y="65"/>
                </a:moveTo>
                <a:lnTo>
                  <a:pt x="586" y="0"/>
                </a:lnTo>
                <a:lnTo>
                  <a:pt x="592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2" name=""/>
          <p:cNvSpPr/>
          <p:nvPr/>
        </p:nvSpPr>
        <p:spPr>
          <a:xfrm>
            <a:off x="7935120" y="3392280"/>
            <a:ext cx="215280" cy="23760"/>
          </a:xfrm>
          <a:custGeom>
            <a:avLst/>
            <a:gdLst/>
            <a:ahLst/>
            <a:rect l="0" t="0" r="r" b="b"/>
            <a:pathLst>
              <a:path w="598" h="66">
                <a:moveTo>
                  <a:pt x="0" y="66"/>
                </a:moveTo>
                <a:lnTo>
                  <a:pt x="592" y="0"/>
                </a:lnTo>
                <a:lnTo>
                  <a:pt x="598" y="0"/>
                </a:lnTo>
                <a:lnTo>
                  <a:pt x="0" y="66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3" name=""/>
          <p:cNvSpPr/>
          <p:nvPr/>
        </p:nvSpPr>
        <p:spPr>
          <a:xfrm>
            <a:off x="7935120" y="3392280"/>
            <a:ext cx="217440" cy="24120"/>
          </a:xfrm>
          <a:custGeom>
            <a:avLst/>
            <a:gdLst/>
            <a:ahLst/>
            <a:rect l="0" t="0" r="r" b="b"/>
            <a:pathLst>
              <a:path w="604" h="67">
                <a:moveTo>
                  <a:pt x="0" y="66"/>
                </a:moveTo>
                <a:lnTo>
                  <a:pt x="598" y="0"/>
                </a:lnTo>
                <a:lnTo>
                  <a:pt x="604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4" name=""/>
          <p:cNvSpPr/>
          <p:nvPr/>
        </p:nvSpPr>
        <p:spPr>
          <a:xfrm>
            <a:off x="7935120" y="3392280"/>
            <a:ext cx="219600" cy="24480"/>
          </a:xfrm>
          <a:custGeom>
            <a:avLst/>
            <a:gdLst/>
            <a:ahLst/>
            <a:rect l="0" t="0" r="r" b="b"/>
            <a:pathLst>
              <a:path w="610" h="68">
                <a:moveTo>
                  <a:pt x="0" y="67"/>
                </a:moveTo>
                <a:lnTo>
                  <a:pt x="604" y="0"/>
                </a:lnTo>
                <a:lnTo>
                  <a:pt x="610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5" name=""/>
          <p:cNvSpPr/>
          <p:nvPr/>
        </p:nvSpPr>
        <p:spPr>
          <a:xfrm>
            <a:off x="7935120" y="3392280"/>
            <a:ext cx="221760" cy="24480"/>
          </a:xfrm>
          <a:custGeom>
            <a:avLst/>
            <a:gdLst/>
            <a:ahLst/>
            <a:rect l="0" t="0" r="r" b="b"/>
            <a:pathLst>
              <a:path w="616" h="68">
                <a:moveTo>
                  <a:pt x="0" y="68"/>
                </a:moveTo>
                <a:lnTo>
                  <a:pt x="610" y="0"/>
                </a:lnTo>
                <a:lnTo>
                  <a:pt x="616" y="0"/>
                </a:lnTo>
                <a:lnTo>
                  <a:pt x="0" y="68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6" name=""/>
          <p:cNvSpPr/>
          <p:nvPr/>
        </p:nvSpPr>
        <p:spPr>
          <a:xfrm>
            <a:off x="7935120" y="3392280"/>
            <a:ext cx="223920" cy="24840"/>
          </a:xfrm>
          <a:custGeom>
            <a:avLst/>
            <a:gdLst/>
            <a:ahLst/>
            <a:rect l="0" t="0" r="r" b="b"/>
            <a:pathLst>
              <a:path w="622" h="69">
                <a:moveTo>
                  <a:pt x="0" y="68"/>
                </a:moveTo>
                <a:lnTo>
                  <a:pt x="616" y="0"/>
                </a:lnTo>
                <a:lnTo>
                  <a:pt x="622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7" name=""/>
          <p:cNvSpPr/>
          <p:nvPr/>
        </p:nvSpPr>
        <p:spPr>
          <a:xfrm>
            <a:off x="7935120" y="3392280"/>
            <a:ext cx="226080" cy="25200"/>
          </a:xfrm>
          <a:custGeom>
            <a:avLst/>
            <a:gdLst/>
            <a:ahLst/>
            <a:rect l="0" t="0" r="r" b="b"/>
            <a:pathLst>
              <a:path w="628" h="70">
                <a:moveTo>
                  <a:pt x="0" y="69"/>
                </a:moveTo>
                <a:lnTo>
                  <a:pt x="622" y="0"/>
                </a:lnTo>
                <a:lnTo>
                  <a:pt x="628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8" name=""/>
          <p:cNvSpPr/>
          <p:nvPr/>
        </p:nvSpPr>
        <p:spPr>
          <a:xfrm>
            <a:off x="7935120" y="3392280"/>
            <a:ext cx="228240" cy="25200"/>
          </a:xfrm>
          <a:custGeom>
            <a:avLst/>
            <a:gdLst/>
            <a:ahLst/>
            <a:rect l="0" t="0" r="r" b="b"/>
            <a:pathLst>
              <a:path w="634" h="70">
                <a:moveTo>
                  <a:pt x="0" y="70"/>
                </a:moveTo>
                <a:lnTo>
                  <a:pt x="628" y="0"/>
                </a:lnTo>
                <a:lnTo>
                  <a:pt x="634" y="0"/>
                </a:lnTo>
                <a:lnTo>
                  <a:pt x="0" y="70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59" name=""/>
          <p:cNvSpPr/>
          <p:nvPr/>
        </p:nvSpPr>
        <p:spPr>
          <a:xfrm>
            <a:off x="7935120" y="3392280"/>
            <a:ext cx="230400" cy="25560"/>
          </a:xfrm>
          <a:custGeom>
            <a:avLst/>
            <a:gdLst/>
            <a:ahLst/>
            <a:rect l="0" t="0" r="r" b="b"/>
            <a:pathLst>
              <a:path w="640" h="71">
                <a:moveTo>
                  <a:pt x="0" y="70"/>
                </a:moveTo>
                <a:lnTo>
                  <a:pt x="634" y="0"/>
                </a:lnTo>
                <a:lnTo>
                  <a:pt x="640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0" name=""/>
          <p:cNvSpPr/>
          <p:nvPr/>
        </p:nvSpPr>
        <p:spPr>
          <a:xfrm>
            <a:off x="7935120" y="3392280"/>
            <a:ext cx="232560" cy="25920"/>
          </a:xfrm>
          <a:custGeom>
            <a:avLst/>
            <a:gdLst/>
            <a:ahLst/>
            <a:rect l="0" t="0" r="r" b="b"/>
            <a:pathLst>
              <a:path w="646" h="72">
                <a:moveTo>
                  <a:pt x="0" y="71"/>
                </a:moveTo>
                <a:lnTo>
                  <a:pt x="640" y="0"/>
                </a:lnTo>
                <a:lnTo>
                  <a:pt x="646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1" name=""/>
          <p:cNvSpPr/>
          <p:nvPr/>
        </p:nvSpPr>
        <p:spPr>
          <a:xfrm>
            <a:off x="7935120" y="3392280"/>
            <a:ext cx="234720" cy="25920"/>
          </a:xfrm>
          <a:custGeom>
            <a:avLst/>
            <a:gdLst/>
            <a:ahLst/>
            <a:rect l="0" t="0" r="r" b="b"/>
            <a:pathLst>
              <a:path w="652" h="72">
                <a:moveTo>
                  <a:pt x="0" y="72"/>
                </a:moveTo>
                <a:lnTo>
                  <a:pt x="646" y="0"/>
                </a:lnTo>
                <a:lnTo>
                  <a:pt x="652" y="0"/>
                </a:lnTo>
                <a:lnTo>
                  <a:pt x="0" y="72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2" name=""/>
          <p:cNvSpPr/>
          <p:nvPr/>
        </p:nvSpPr>
        <p:spPr>
          <a:xfrm>
            <a:off x="7935120" y="3392280"/>
            <a:ext cx="236880" cy="26280"/>
          </a:xfrm>
          <a:custGeom>
            <a:avLst/>
            <a:gdLst/>
            <a:ahLst/>
            <a:rect l="0" t="0" r="r" b="b"/>
            <a:pathLst>
              <a:path w="658" h="73">
                <a:moveTo>
                  <a:pt x="0" y="72"/>
                </a:moveTo>
                <a:lnTo>
                  <a:pt x="652" y="0"/>
                </a:lnTo>
                <a:lnTo>
                  <a:pt x="658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3" name=""/>
          <p:cNvSpPr/>
          <p:nvPr/>
        </p:nvSpPr>
        <p:spPr>
          <a:xfrm>
            <a:off x="7935120" y="3392280"/>
            <a:ext cx="239040" cy="26640"/>
          </a:xfrm>
          <a:custGeom>
            <a:avLst/>
            <a:gdLst/>
            <a:ahLst/>
            <a:rect l="0" t="0" r="r" b="b"/>
            <a:pathLst>
              <a:path w="664" h="74">
                <a:moveTo>
                  <a:pt x="0" y="73"/>
                </a:moveTo>
                <a:lnTo>
                  <a:pt x="658" y="0"/>
                </a:lnTo>
                <a:lnTo>
                  <a:pt x="664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4" name=""/>
          <p:cNvSpPr/>
          <p:nvPr/>
        </p:nvSpPr>
        <p:spPr>
          <a:xfrm>
            <a:off x="7935120" y="3392280"/>
            <a:ext cx="241200" cy="26640"/>
          </a:xfrm>
          <a:custGeom>
            <a:avLst/>
            <a:gdLst/>
            <a:ahLst/>
            <a:rect l="0" t="0" r="r" b="b"/>
            <a:pathLst>
              <a:path w="670" h="74">
                <a:moveTo>
                  <a:pt x="0" y="74"/>
                </a:moveTo>
                <a:lnTo>
                  <a:pt x="664" y="0"/>
                </a:lnTo>
                <a:lnTo>
                  <a:pt x="670" y="0"/>
                </a:lnTo>
                <a:lnTo>
                  <a:pt x="0" y="74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5" name=""/>
          <p:cNvSpPr/>
          <p:nvPr/>
        </p:nvSpPr>
        <p:spPr>
          <a:xfrm>
            <a:off x="7935120" y="3392280"/>
            <a:ext cx="243360" cy="27000"/>
          </a:xfrm>
          <a:custGeom>
            <a:avLst/>
            <a:gdLst/>
            <a:ahLst/>
            <a:rect l="0" t="0" r="r" b="b"/>
            <a:pathLst>
              <a:path w="676" h="75">
                <a:moveTo>
                  <a:pt x="0" y="74"/>
                </a:moveTo>
                <a:lnTo>
                  <a:pt x="670" y="0"/>
                </a:lnTo>
                <a:lnTo>
                  <a:pt x="676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6" name=""/>
          <p:cNvSpPr/>
          <p:nvPr/>
        </p:nvSpPr>
        <p:spPr>
          <a:xfrm>
            <a:off x="7935120" y="3392280"/>
            <a:ext cx="245520" cy="27360"/>
          </a:xfrm>
          <a:custGeom>
            <a:avLst/>
            <a:gdLst/>
            <a:ahLst/>
            <a:rect l="0" t="0" r="r" b="b"/>
            <a:pathLst>
              <a:path w="682" h="76">
                <a:moveTo>
                  <a:pt x="0" y="75"/>
                </a:moveTo>
                <a:lnTo>
                  <a:pt x="676" y="0"/>
                </a:lnTo>
                <a:lnTo>
                  <a:pt x="682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7" name=""/>
          <p:cNvSpPr/>
          <p:nvPr/>
        </p:nvSpPr>
        <p:spPr>
          <a:xfrm>
            <a:off x="7935120" y="3392280"/>
            <a:ext cx="247680" cy="27360"/>
          </a:xfrm>
          <a:custGeom>
            <a:avLst/>
            <a:gdLst/>
            <a:ahLst/>
            <a:rect l="0" t="0" r="r" b="b"/>
            <a:pathLst>
              <a:path w="688" h="76">
                <a:moveTo>
                  <a:pt x="0" y="76"/>
                </a:moveTo>
                <a:lnTo>
                  <a:pt x="682" y="0"/>
                </a:lnTo>
                <a:lnTo>
                  <a:pt x="688" y="0"/>
                </a:lnTo>
                <a:lnTo>
                  <a:pt x="0" y="76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8" name=""/>
          <p:cNvSpPr/>
          <p:nvPr/>
        </p:nvSpPr>
        <p:spPr>
          <a:xfrm>
            <a:off x="7935120" y="3392280"/>
            <a:ext cx="249840" cy="27720"/>
          </a:xfrm>
          <a:custGeom>
            <a:avLst/>
            <a:gdLst/>
            <a:ahLst/>
            <a:rect l="0" t="0" r="r" b="b"/>
            <a:pathLst>
              <a:path w="694" h="77">
                <a:moveTo>
                  <a:pt x="0" y="76"/>
                </a:moveTo>
                <a:lnTo>
                  <a:pt x="688" y="0"/>
                </a:lnTo>
                <a:lnTo>
                  <a:pt x="694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69" name=""/>
          <p:cNvSpPr/>
          <p:nvPr/>
        </p:nvSpPr>
        <p:spPr>
          <a:xfrm>
            <a:off x="7935120" y="3392280"/>
            <a:ext cx="252000" cy="28080"/>
          </a:xfrm>
          <a:custGeom>
            <a:avLst/>
            <a:gdLst/>
            <a:ahLst/>
            <a:rect l="0" t="0" r="r" b="b"/>
            <a:pathLst>
              <a:path w="700" h="78">
                <a:moveTo>
                  <a:pt x="0" y="77"/>
                </a:moveTo>
                <a:lnTo>
                  <a:pt x="694" y="0"/>
                </a:lnTo>
                <a:lnTo>
                  <a:pt x="700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0" name=""/>
          <p:cNvSpPr/>
          <p:nvPr/>
        </p:nvSpPr>
        <p:spPr>
          <a:xfrm>
            <a:off x="7935120" y="3392280"/>
            <a:ext cx="254160" cy="28080"/>
          </a:xfrm>
          <a:custGeom>
            <a:avLst/>
            <a:gdLst/>
            <a:ahLst/>
            <a:rect l="0" t="0" r="r" b="b"/>
            <a:pathLst>
              <a:path w="706" h="78">
                <a:moveTo>
                  <a:pt x="0" y="78"/>
                </a:moveTo>
                <a:lnTo>
                  <a:pt x="700" y="0"/>
                </a:lnTo>
                <a:lnTo>
                  <a:pt x="706" y="0"/>
                </a:lnTo>
                <a:lnTo>
                  <a:pt x="0" y="78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1" name=""/>
          <p:cNvSpPr/>
          <p:nvPr/>
        </p:nvSpPr>
        <p:spPr>
          <a:xfrm>
            <a:off x="7935120" y="3392280"/>
            <a:ext cx="256320" cy="28440"/>
          </a:xfrm>
          <a:custGeom>
            <a:avLst/>
            <a:gdLst/>
            <a:ahLst/>
            <a:rect l="0" t="0" r="r" b="b"/>
            <a:pathLst>
              <a:path w="712" h="79">
                <a:moveTo>
                  <a:pt x="0" y="78"/>
                </a:moveTo>
                <a:lnTo>
                  <a:pt x="706" y="0"/>
                </a:lnTo>
                <a:lnTo>
                  <a:pt x="712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2" name=""/>
          <p:cNvSpPr/>
          <p:nvPr/>
        </p:nvSpPr>
        <p:spPr>
          <a:xfrm>
            <a:off x="7935120" y="3392280"/>
            <a:ext cx="258480" cy="28800"/>
          </a:xfrm>
          <a:custGeom>
            <a:avLst/>
            <a:gdLst/>
            <a:ahLst/>
            <a:rect l="0" t="0" r="r" b="b"/>
            <a:pathLst>
              <a:path w="718" h="80">
                <a:moveTo>
                  <a:pt x="0" y="79"/>
                </a:moveTo>
                <a:lnTo>
                  <a:pt x="712" y="0"/>
                </a:lnTo>
                <a:lnTo>
                  <a:pt x="718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3" name=""/>
          <p:cNvSpPr/>
          <p:nvPr/>
        </p:nvSpPr>
        <p:spPr>
          <a:xfrm>
            <a:off x="7935120" y="3392280"/>
            <a:ext cx="260640" cy="28800"/>
          </a:xfrm>
          <a:custGeom>
            <a:avLst/>
            <a:gdLst/>
            <a:ahLst/>
            <a:rect l="0" t="0" r="r" b="b"/>
            <a:pathLst>
              <a:path w="724" h="80">
                <a:moveTo>
                  <a:pt x="0" y="80"/>
                </a:moveTo>
                <a:lnTo>
                  <a:pt x="718" y="0"/>
                </a:lnTo>
                <a:lnTo>
                  <a:pt x="724" y="0"/>
                </a:lnTo>
                <a:lnTo>
                  <a:pt x="0" y="80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4" name=""/>
          <p:cNvSpPr/>
          <p:nvPr/>
        </p:nvSpPr>
        <p:spPr>
          <a:xfrm>
            <a:off x="7935120" y="3392280"/>
            <a:ext cx="262800" cy="29160"/>
          </a:xfrm>
          <a:custGeom>
            <a:avLst/>
            <a:gdLst/>
            <a:ahLst/>
            <a:rect l="0" t="0" r="r" b="b"/>
            <a:pathLst>
              <a:path w="730" h="81">
                <a:moveTo>
                  <a:pt x="0" y="80"/>
                </a:moveTo>
                <a:lnTo>
                  <a:pt x="724" y="0"/>
                </a:lnTo>
                <a:lnTo>
                  <a:pt x="730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5" name=""/>
          <p:cNvSpPr/>
          <p:nvPr/>
        </p:nvSpPr>
        <p:spPr>
          <a:xfrm>
            <a:off x="7935120" y="3392280"/>
            <a:ext cx="264960" cy="29520"/>
          </a:xfrm>
          <a:custGeom>
            <a:avLst/>
            <a:gdLst/>
            <a:ahLst/>
            <a:rect l="0" t="0" r="r" b="b"/>
            <a:pathLst>
              <a:path w="736" h="82">
                <a:moveTo>
                  <a:pt x="0" y="81"/>
                </a:moveTo>
                <a:lnTo>
                  <a:pt x="730" y="0"/>
                </a:lnTo>
                <a:lnTo>
                  <a:pt x="736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6" name=""/>
          <p:cNvSpPr/>
          <p:nvPr/>
        </p:nvSpPr>
        <p:spPr>
          <a:xfrm>
            <a:off x="7935120" y="3392280"/>
            <a:ext cx="267120" cy="29520"/>
          </a:xfrm>
          <a:custGeom>
            <a:avLst/>
            <a:gdLst/>
            <a:ahLst/>
            <a:rect l="0" t="0" r="r" b="b"/>
            <a:pathLst>
              <a:path w="742" h="82">
                <a:moveTo>
                  <a:pt x="0" y="82"/>
                </a:moveTo>
                <a:lnTo>
                  <a:pt x="736" y="0"/>
                </a:lnTo>
                <a:lnTo>
                  <a:pt x="742" y="0"/>
                </a:lnTo>
                <a:lnTo>
                  <a:pt x="0" y="82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7" name=""/>
          <p:cNvSpPr/>
          <p:nvPr/>
        </p:nvSpPr>
        <p:spPr>
          <a:xfrm>
            <a:off x="7935120" y="3392280"/>
            <a:ext cx="269280" cy="29880"/>
          </a:xfrm>
          <a:custGeom>
            <a:avLst/>
            <a:gdLst/>
            <a:ahLst/>
            <a:rect l="0" t="0" r="r" b="b"/>
            <a:pathLst>
              <a:path w="748" h="83">
                <a:moveTo>
                  <a:pt x="0" y="82"/>
                </a:moveTo>
                <a:lnTo>
                  <a:pt x="741" y="0"/>
                </a:lnTo>
                <a:lnTo>
                  <a:pt x="748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8" name=""/>
          <p:cNvSpPr/>
          <p:nvPr/>
        </p:nvSpPr>
        <p:spPr>
          <a:xfrm>
            <a:off x="7935120" y="3392280"/>
            <a:ext cx="271800" cy="30240"/>
          </a:xfrm>
          <a:custGeom>
            <a:avLst/>
            <a:gdLst/>
            <a:ahLst/>
            <a:rect l="0" t="0" r="r" b="b"/>
            <a:pathLst>
              <a:path w="755" h="84">
                <a:moveTo>
                  <a:pt x="0" y="83"/>
                </a:moveTo>
                <a:lnTo>
                  <a:pt x="748" y="0"/>
                </a:lnTo>
                <a:lnTo>
                  <a:pt x="755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79" name=""/>
          <p:cNvSpPr/>
          <p:nvPr/>
        </p:nvSpPr>
        <p:spPr>
          <a:xfrm>
            <a:off x="7935120" y="3392280"/>
            <a:ext cx="273960" cy="30240"/>
          </a:xfrm>
          <a:custGeom>
            <a:avLst/>
            <a:gdLst/>
            <a:ahLst/>
            <a:rect l="0" t="0" r="r" b="b"/>
            <a:pathLst>
              <a:path w="761" h="84">
                <a:moveTo>
                  <a:pt x="0" y="84"/>
                </a:moveTo>
                <a:lnTo>
                  <a:pt x="755" y="0"/>
                </a:lnTo>
                <a:lnTo>
                  <a:pt x="761" y="0"/>
                </a:lnTo>
                <a:lnTo>
                  <a:pt x="0" y="84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0" name=""/>
          <p:cNvSpPr/>
          <p:nvPr/>
        </p:nvSpPr>
        <p:spPr>
          <a:xfrm>
            <a:off x="7935120" y="3392280"/>
            <a:ext cx="276120" cy="30600"/>
          </a:xfrm>
          <a:custGeom>
            <a:avLst/>
            <a:gdLst/>
            <a:ahLst/>
            <a:rect l="0" t="0" r="r" b="b"/>
            <a:pathLst>
              <a:path w="767" h="85">
                <a:moveTo>
                  <a:pt x="0" y="84"/>
                </a:moveTo>
                <a:lnTo>
                  <a:pt x="761" y="0"/>
                </a:lnTo>
                <a:lnTo>
                  <a:pt x="767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1" name=""/>
          <p:cNvSpPr/>
          <p:nvPr/>
        </p:nvSpPr>
        <p:spPr>
          <a:xfrm>
            <a:off x="7935120" y="3392280"/>
            <a:ext cx="277920" cy="30600"/>
          </a:xfrm>
          <a:custGeom>
            <a:avLst/>
            <a:gdLst/>
            <a:ahLst/>
            <a:rect l="0" t="0" r="r" b="b"/>
            <a:pathLst>
              <a:path w="772" h="85">
                <a:moveTo>
                  <a:pt x="0" y="85"/>
                </a:moveTo>
                <a:lnTo>
                  <a:pt x="767" y="0"/>
                </a:lnTo>
                <a:lnTo>
                  <a:pt x="772" y="0"/>
                </a:lnTo>
                <a:lnTo>
                  <a:pt x="0" y="85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2" name=""/>
          <p:cNvSpPr/>
          <p:nvPr/>
        </p:nvSpPr>
        <p:spPr>
          <a:xfrm>
            <a:off x="7935120" y="3392280"/>
            <a:ext cx="277920" cy="30960"/>
          </a:xfrm>
          <a:custGeom>
            <a:avLst/>
            <a:gdLst/>
            <a:ahLst/>
            <a:rect l="0" t="0" r="r" b="b"/>
            <a:pathLst>
              <a:path w="772" h="86">
                <a:moveTo>
                  <a:pt x="0" y="85"/>
                </a:moveTo>
                <a:lnTo>
                  <a:pt x="772" y="0"/>
                </a:lnTo>
                <a:lnTo>
                  <a:pt x="772" y="1"/>
                </a:lnTo>
                <a:lnTo>
                  <a:pt x="6" y="86"/>
                </a:lnTo>
                <a:lnTo>
                  <a:pt x="0" y="85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3" name=""/>
          <p:cNvSpPr/>
          <p:nvPr/>
        </p:nvSpPr>
        <p:spPr>
          <a:xfrm>
            <a:off x="7937280" y="3392640"/>
            <a:ext cx="275760" cy="30600"/>
          </a:xfrm>
          <a:custGeom>
            <a:avLst/>
            <a:gdLst/>
            <a:ahLst/>
            <a:rect l="0" t="0" r="r" b="b"/>
            <a:pathLst>
              <a:path w="766" h="85">
                <a:moveTo>
                  <a:pt x="0" y="85"/>
                </a:moveTo>
                <a:lnTo>
                  <a:pt x="766" y="0"/>
                </a:lnTo>
                <a:lnTo>
                  <a:pt x="6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4" name=""/>
          <p:cNvSpPr/>
          <p:nvPr/>
        </p:nvSpPr>
        <p:spPr>
          <a:xfrm>
            <a:off x="7939440" y="3392640"/>
            <a:ext cx="273600" cy="30600"/>
          </a:xfrm>
          <a:custGeom>
            <a:avLst/>
            <a:gdLst/>
            <a:ahLst/>
            <a:rect l="0" t="0" r="r" b="b"/>
            <a:pathLst>
              <a:path w="760" h="85">
                <a:moveTo>
                  <a:pt x="0" y="85"/>
                </a:moveTo>
                <a:lnTo>
                  <a:pt x="760" y="0"/>
                </a:lnTo>
                <a:lnTo>
                  <a:pt x="760" y="1"/>
                </a:lnTo>
                <a:lnTo>
                  <a:pt x="6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5" name=""/>
          <p:cNvSpPr/>
          <p:nvPr/>
        </p:nvSpPr>
        <p:spPr>
          <a:xfrm>
            <a:off x="7941600" y="3393000"/>
            <a:ext cx="271440" cy="30240"/>
          </a:xfrm>
          <a:custGeom>
            <a:avLst/>
            <a:gdLst/>
            <a:ahLst/>
            <a:rect l="0" t="0" r="r" b="b"/>
            <a:pathLst>
              <a:path w="754" h="84">
                <a:moveTo>
                  <a:pt x="0" y="84"/>
                </a:moveTo>
                <a:lnTo>
                  <a:pt x="754" y="0"/>
                </a:lnTo>
                <a:lnTo>
                  <a:pt x="754" y="1"/>
                </a:lnTo>
                <a:lnTo>
                  <a:pt x="6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6" name=""/>
          <p:cNvSpPr/>
          <p:nvPr/>
        </p:nvSpPr>
        <p:spPr>
          <a:xfrm>
            <a:off x="7943760" y="3393360"/>
            <a:ext cx="269280" cy="29880"/>
          </a:xfrm>
          <a:custGeom>
            <a:avLst/>
            <a:gdLst/>
            <a:ahLst/>
            <a:rect l="0" t="0" r="r" b="b"/>
            <a:pathLst>
              <a:path w="748" h="83">
                <a:moveTo>
                  <a:pt x="0" y="83"/>
                </a:moveTo>
                <a:lnTo>
                  <a:pt x="748" y="0"/>
                </a:lnTo>
                <a:lnTo>
                  <a:pt x="6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7" name=""/>
          <p:cNvSpPr/>
          <p:nvPr/>
        </p:nvSpPr>
        <p:spPr>
          <a:xfrm>
            <a:off x="7945920" y="3393360"/>
            <a:ext cx="267120" cy="29880"/>
          </a:xfrm>
          <a:custGeom>
            <a:avLst/>
            <a:gdLst/>
            <a:ahLst/>
            <a:rect l="0" t="0" r="r" b="b"/>
            <a:pathLst>
              <a:path w="742" h="83">
                <a:moveTo>
                  <a:pt x="0" y="83"/>
                </a:moveTo>
                <a:lnTo>
                  <a:pt x="742" y="0"/>
                </a:lnTo>
                <a:lnTo>
                  <a:pt x="742" y="1"/>
                </a:lnTo>
                <a:lnTo>
                  <a:pt x="6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8" name=""/>
          <p:cNvSpPr/>
          <p:nvPr/>
        </p:nvSpPr>
        <p:spPr>
          <a:xfrm>
            <a:off x="7948080" y="3393720"/>
            <a:ext cx="264960" cy="29520"/>
          </a:xfrm>
          <a:custGeom>
            <a:avLst/>
            <a:gdLst/>
            <a:ahLst/>
            <a:rect l="0" t="0" r="r" b="b"/>
            <a:pathLst>
              <a:path w="736" h="82">
                <a:moveTo>
                  <a:pt x="0" y="82"/>
                </a:moveTo>
                <a:lnTo>
                  <a:pt x="736" y="0"/>
                </a:lnTo>
                <a:lnTo>
                  <a:pt x="736" y="1"/>
                </a:lnTo>
                <a:lnTo>
                  <a:pt x="6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89" name=""/>
          <p:cNvSpPr/>
          <p:nvPr/>
        </p:nvSpPr>
        <p:spPr>
          <a:xfrm>
            <a:off x="7950240" y="3394080"/>
            <a:ext cx="262800" cy="29160"/>
          </a:xfrm>
          <a:custGeom>
            <a:avLst/>
            <a:gdLst/>
            <a:ahLst/>
            <a:rect l="0" t="0" r="r" b="b"/>
            <a:pathLst>
              <a:path w="730" h="81">
                <a:moveTo>
                  <a:pt x="0" y="81"/>
                </a:moveTo>
                <a:lnTo>
                  <a:pt x="730" y="0"/>
                </a:lnTo>
                <a:lnTo>
                  <a:pt x="6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0" name=""/>
          <p:cNvSpPr/>
          <p:nvPr/>
        </p:nvSpPr>
        <p:spPr>
          <a:xfrm>
            <a:off x="7952400" y="3394080"/>
            <a:ext cx="260640" cy="29160"/>
          </a:xfrm>
          <a:custGeom>
            <a:avLst/>
            <a:gdLst/>
            <a:ahLst/>
            <a:rect l="0" t="0" r="r" b="b"/>
            <a:pathLst>
              <a:path w="724" h="81">
                <a:moveTo>
                  <a:pt x="0" y="81"/>
                </a:moveTo>
                <a:lnTo>
                  <a:pt x="724" y="0"/>
                </a:lnTo>
                <a:lnTo>
                  <a:pt x="724" y="1"/>
                </a:lnTo>
                <a:lnTo>
                  <a:pt x="6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1" name=""/>
          <p:cNvSpPr/>
          <p:nvPr/>
        </p:nvSpPr>
        <p:spPr>
          <a:xfrm>
            <a:off x="7954560" y="3394440"/>
            <a:ext cx="258480" cy="28800"/>
          </a:xfrm>
          <a:custGeom>
            <a:avLst/>
            <a:gdLst/>
            <a:ahLst/>
            <a:rect l="0" t="0" r="r" b="b"/>
            <a:pathLst>
              <a:path w="718" h="80">
                <a:moveTo>
                  <a:pt x="0" y="80"/>
                </a:moveTo>
                <a:lnTo>
                  <a:pt x="718" y="0"/>
                </a:lnTo>
                <a:lnTo>
                  <a:pt x="718" y="1"/>
                </a:lnTo>
                <a:lnTo>
                  <a:pt x="6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2" name=""/>
          <p:cNvSpPr/>
          <p:nvPr/>
        </p:nvSpPr>
        <p:spPr>
          <a:xfrm>
            <a:off x="7956720" y="3394800"/>
            <a:ext cx="256320" cy="28440"/>
          </a:xfrm>
          <a:custGeom>
            <a:avLst/>
            <a:gdLst/>
            <a:ahLst/>
            <a:rect l="0" t="0" r="r" b="b"/>
            <a:pathLst>
              <a:path w="712" h="79">
                <a:moveTo>
                  <a:pt x="0" y="79"/>
                </a:moveTo>
                <a:lnTo>
                  <a:pt x="712" y="0"/>
                </a:lnTo>
                <a:lnTo>
                  <a:pt x="6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3" name=""/>
          <p:cNvSpPr/>
          <p:nvPr/>
        </p:nvSpPr>
        <p:spPr>
          <a:xfrm>
            <a:off x="7958880" y="3394800"/>
            <a:ext cx="254160" cy="28440"/>
          </a:xfrm>
          <a:custGeom>
            <a:avLst/>
            <a:gdLst/>
            <a:ahLst/>
            <a:rect l="0" t="0" r="r" b="b"/>
            <a:pathLst>
              <a:path w="706" h="79">
                <a:moveTo>
                  <a:pt x="0" y="79"/>
                </a:moveTo>
                <a:lnTo>
                  <a:pt x="706" y="0"/>
                </a:lnTo>
                <a:lnTo>
                  <a:pt x="706" y="1"/>
                </a:lnTo>
                <a:lnTo>
                  <a:pt x="6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4" name=""/>
          <p:cNvSpPr/>
          <p:nvPr/>
        </p:nvSpPr>
        <p:spPr>
          <a:xfrm>
            <a:off x="7961040" y="3395160"/>
            <a:ext cx="252000" cy="28080"/>
          </a:xfrm>
          <a:custGeom>
            <a:avLst/>
            <a:gdLst/>
            <a:ahLst/>
            <a:rect l="0" t="0" r="r" b="b"/>
            <a:pathLst>
              <a:path w="700" h="78">
                <a:moveTo>
                  <a:pt x="0" y="78"/>
                </a:moveTo>
                <a:lnTo>
                  <a:pt x="700" y="0"/>
                </a:lnTo>
                <a:lnTo>
                  <a:pt x="700" y="1"/>
                </a:lnTo>
                <a:lnTo>
                  <a:pt x="6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5" name=""/>
          <p:cNvSpPr/>
          <p:nvPr/>
        </p:nvSpPr>
        <p:spPr>
          <a:xfrm>
            <a:off x="7963200" y="3395520"/>
            <a:ext cx="249840" cy="27720"/>
          </a:xfrm>
          <a:custGeom>
            <a:avLst/>
            <a:gdLst/>
            <a:ahLst/>
            <a:rect l="0" t="0" r="r" b="b"/>
            <a:pathLst>
              <a:path w="694" h="77">
                <a:moveTo>
                  <a:pt x="0" y="77"/>
                </a:moveTo>
                <a:lnTo>
                  <a:pt x="694" y="0"/>
                </a:lnTo>
                <a:lnTo>
                  <a:pt x="6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6" name=""/>
          <p:cNvSpPr/>
          <p:nvPr/>
        </p:nvSpPr>
        <p:spPr>
          <a:xfrm>
            <a:off x="7965360" y="3395520"/>
            <a:ext cx="247680" cy="27720"/>
          </a:xfrm>
          <a:custGeom>
            <a:avLst/>
            <a:gdLst/>
            <a:ahLst/>
            <a:rect l="0" t="0" r="r" b="b"/>
            <a:pathLst>
              <a:path w="688" h="77">
                <a:moveTo>
                  <a:pt x="0" y="77"/>
                </a:moveTo>
                <a:lnTo>
                  <a:pt x="688" y="0"/>
                </a:lnTo>
                <a:lnTo>
                  <a:pt x="688" y="1"/>
                </a:lnTo>
                <a:lnTo>
                  <a:pt x="6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7" name=""/>
          <p:cNvSpPr/>
          <p:nvPr/>
        </p:nvSpPr>
        <p:spPr>
          <a:xfrm>
            <a:off x="7967520" y="3395880"/>
            <a:ext cx="245520" cy="27360"/>
          </a:xfrm>
          <a:custGeom>
            <a:avLst/>
            <a:gdLst/>
            <a:ahLst/>
            <a:rect l="0" t="0" r="r" b="b"/>
            <a:pathLst>
              <a:path w="682" h="76">
                <a:moveTo>
                  <a:pt x="0" y="76"/>
                </a:moveTo>
                <a:lnTo>
                  <a:pt x="682" y="0"/>
                </a:lnTo>
                <a:lnTo>
                  <a:pt x="682" y="1"/>
                </a:lnTo>
                <a:lnTo>
                  <a:pt x="6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3b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8" name=""/>
          <p:cNvSpPr/>
          <p:nvPr/>
        </p:nvSpPr>
        <p:spPr>
          <a:xfrm>
            <a:off x="7969680" y="3396240"/>
            <a:ext cx="243360" cy="27000"/>
          </a:xfrm>
          <a:custGeom>
            <a:avLst/>
            <a:gdLst/>
            <a:ahLst/>
            <a:rect l="0" t="0" r="r" b="b"/>
            <a:pathLst>
              <a:path w="676" h="75">
                <a:moveTo>
                  <a:pt x="0" y="75"/>
                </a:moveTo>
                <a:lnTo>
                  <a:pt x="676" y="0"/>
                </a:lnTo>
                <a:lnTo>
                  <a:pt x="6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3b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1999" name=""/>
          <p:cNvSpPr/>
          <p:nvPr/>
        </p:nvSpPr>
        <p:spPr>
          <a:xfrm>
            <a:off x="7971840" y="3396240"/>
            <a:ext cx="241200" cy="27000"/>
          </a:xfrm>
          <a:custGeom>
            <a:avLst/>
            <a:gdLst/>
            <a:ahLst/>
            <a:rect l="0" t="0" r="r" b="b"/>
            <a:pathLst>
              <a:path w="670" h="75">
                <a:moveTo>
                  <a:pt x="0" y="75"/>
                </a:moveTo>
                <a:lnTo>
                  <a:pt x="670" y="0"/>
                </a:lnTo>
                <a:lnTo>
                  <a:pt x="670" y="1"/>
                </a:lnTo>
                <a:lnTo>
                  <a:pt x="6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0" name=""/>
          <p:cNvSpPr/>
          <p:nvPr/>
        </p:nvSpPr>
        <p:spPr>
          <a:xfrm>
            <a:off x="7974000" y="3396600"/>
            <a:ext cx="239040" cy="26640"/>
          </a:xfrm>
          <a:custGeom>
            <a:avLst/>
            <a:gdLst/>
            <a:ahLst/>
            <a:rect l="0" t="0" r="r" b="b"/>
            <a:pathLst>
              <a:path w="664" h="74">
                <a:moveTo>
                  <a:pt x="0" y="74"/>
                </a:moveTo>
                <a:lnTo>
                  <a:pt x="664" y="0"/>
                </a:lnTo>
                <a:lnTo>
                  <a:pt x="664" y="1"/>
                </a:lnTo>
                <a:lnTo>
                  <a:pt x="6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1" name=""/>
          <p:cNvSpPr/>
          <p:nvPr/>
        </p:nvSpPr>
        <p:spPr>
          <a:xfrm>
            <a:off x="7976160" y="3396960"/>
            <a:ext cx="236880" cy="26280"/>
          </a:xfrm>
          <a:custGeom>
            <a:avLst/>
            <a:gdLst/>
            <a:ahLst/>
            <a:rect l="0" t="0" r="r" b="b"/>
            <a:pathLst>
              <a:path w="658" h="73">
                <a:moveTo>
                  <a:pt x="0" y="73"/>
                </a:moveTo>
                <a:lnTo>
                  <a:pt x="658" y="0"/>
                </a:lnTo>
                <a:lnTo>
                  <a:pt x="6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2" name=""/>
          <p:cNvSpPr/>
          <p:nvPr/>
        </p:nvSpPr>
        <p:spPr>
          <a:xfrm>
            <a:off x="7978320" y="3396960"/>
            <a:ext cx="234720" cy="26280"/>
          </a:xfrm>
          <a:custGeom>
            <a:avLst/>
            <a:gdLst/>
            <a:ahLst/>
            <a:rect l="0" t="0" r="r" b="b"/>
            <a:pathLst>
              <a:path w="652" h="73">
                <a:moveTo>
                  <a:pt x="0" y="73"/>
                </a:moveTo>
                <a:lnTo>
                  <a:pt x="652" y="0"/>
                </a:lnTo>
                <a:lnTo>
                  <a:pt x="652" y="1"/>
                </a:lnTo>
                <a:lnTo>
                  <a:pt x="6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3" name=""/>
          <p:cNvSpPr/>
          <p:nvPr/>
        </p:nvSpPr>
        <p:spPr>
          <a:xfrm>
            <a:off x="7980480" y="3397320"/>
            <a:ext cx="232560" cy="25920"/>
          </a:xfrm>
          <a:custGeom>
            <a:avLst/>
            <a:gdLst/>
            <a:ahLst/>
            <a:rect l="0" t="0" r="r" b="b"/>
            <a:pathLst>
              <a:path w="646" h="72">
                <a:moveTo>
                  <a:pt x="0" y="72"/>
                </a:moveTo>
                <a:lnTo>
                  <a:pt x="646" y="0"/>
                </a:lnTo>
                <a:lnTo>
                  <a:pt x="646" y="1"/>
                </a:lnTo>
                <a:lnTo>
                  <a:pt x="6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4" name=""/>
          <p:cNvSpPr/>
          <p:nvPr/>
        </p:nvSpPr>
        <p:spPr>
          <a:xfrm>
            <a:off x="7982640" y="3397680"/>
            <a:ext cx="230400" cy="25560"/>
          </a:xfrm>
          <a:custGeom>
            <a:avLst/>
            <a:gdLst/>
            <a:ahLst/>
            <a:rect l="0" t="0" r="r" b="b"/>
            <a:pathLst>
              <a:path w="640" h="71">
                <a:moveTo>
                  <a:pt x="0" y="71"/>
                </a:moveTo>
                <a:lnTo>
                  <a:pt x="640" y="0"/>
                </a:lnTo>
                <a:lnTo>
                  <a:pt x="6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5" name=""/>
          <p:cNvSpPr/>
          <p:nvPr/>
        </p:nvSpPr>
        <p:spPr>
          <a:xfrm>
            <a:off x="7984800" y="3397680"/>
            <a:ext cx="228240" cy="25560"/>
          </a:xfrm>
          <a:custGeom>
            <a:avLst/>
            <a:gdLst/>
            <a:ahLst/>
            <a:rect l="0" t="0" r="r" b="b"/>
            <a:pathLst>
              <a:path w="634" h="71">
                <a:moveTo>
                  <a:pt x="0" y="71"/>
                </a:moveTo>
                <a:lnTo>
                  <a:pt x="634" y="0"/>
                </a:lnTo>
                <a:lnTo>
                  <a:pt x="634" y="1"/>
                </a:lnTo>
                <a:lnTo>
                  <a:pt x="6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6" name=""/>
          <p:cNvSpPr/>
          <p:nvPr/>
        </p:nvSpPr>
        <p:spPr>
          <a:xfrm>
            <a:off x="7986960" y="3398040"/>
            <a:ext cx="226080" cy="25200"/>
          </a:xfrm>
          <a:custGeom>
            <a:avLst/>
            <a:gdLst/>
            <a:ahLst/>
            <a:rect l="0" t="0" r="r" b="b"/>
            <a:pathLst>
              <a:path w="628" h="70">
                <a:moveTo>
                  <a:pt x="0" y="70"/>
                </a:moveTo>
                <a:lnTo>
                  <a:pt x="628" y="0"/>
                </a:lnTo>
                <a:lnTo>
                  <a:pt x="6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7" name=""/>
          <p:cNvSpPr/>
          <p:nvPr/>
        </p:nvSpPr>
        <p:spPr>
          <a:xfrm>
            <a:off x="7989120" y="3398040"/>
            <a:ext cx="223920" cy="25200"/>
          </a:xfrm>
          <a:custGeom>
            <a:avLst/>
            <a:gdLst/>
            <a:ahLst/>
            <a:rect l="0" t="0" r="r" b="b"/>
            <a:pathLst>
              <a:path w="622" h="70">
                <a:moveTo>
                  <a:pt x="0" y="70"/>
                </a:moveTo>
                <a:lnTo>
                  <a:pt x="622" y="0"/>
                </a:lnTo>
                <a:lnTo>
                  <a:pt x="622" y="1"/>
                </a:lnTo>
                <a:lnTo>
                  <a:pt x="6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8" name=""/>
          <p:cNvSpPr/>
          <p:nvPr/>
        </p:nvSpPr>
        <p:spPr>
          <a:xfrm>
            <a:off x="7991280" y="3398400"/>
            <a:ext cx="221760" cy="24840"/>
          </a:xfrm>
          <a:custGeom>
            <a:avLst/>
            <a:gdLst/>
            <a:ahLst/>
            <a:rect l="0" t="0" r="r" b="b"/>
            <a:pathLst>
              <a:path w="616" h="69">
                <a:moveTo>
                  <a:pt x="0" y="69"/>
                </a:moveTo>
                <a:lnTo>
                  <a:pt x="616" y="0"/>
                </a:lnTo>
                <a:lnTo>
                  <a:pt x="616" y="1"/>
                </a:lnTo>
                <a:lnTo>
                  <a:pt x="6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09" name=""/>
          <p:cNvSpPr/>
          <p:nvPr/>
        </p:nvSpPr>
        <p:spPr>
          <a:xfrm>
            <a:off x="7993440" y="3398760"/>
            <a:ext cx="219600" cy="24480"/>
          </a:xfrm>
          <a:custGeom>
            <a:avLst/>
            <a:gdLst/>
            <a:ahLst/>
            <a:rect l="0" t="0" r="r" b="b"/>
            <a:pathLst>
              <a:path w="610" h="68">
                <a:moveTo>
                  <a:pt x="0" y="68"/>
                </a:moveTo>
                <a:lnTo>
                  <a:pt x="610" y="0"/>
                </a:lnTo>
                <a:lnTo>
                  <a:pt x="6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2b3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0" name=""/>
          <p:cNvSpPr/>
          <p:nvPr/>
        </p:nvSpPr>
        <p:spPr>
          <a:xfrm>
            <a:off x="7995600" y="3398760"/>
            <a:ext cx="217440" cy="24480"/>
          </a:xfrm>
          <a:custGeom>
            <a:avLst/>
            <a:gdLst/>
            <a:ahLst/>
            <a:rect l="0" t="0" r="r" b="b"/>
            <a:pathLst>
              <a:path w="604" h="68">
                <a:moveTo>
                  <a:pt x="0" y="68"/>
                </a:moveTo>
                <a:lnTo>
                  <a:pt x="604" y="0"/>
                </a:lnTo>
                <a:lnTo>
                  <a:pt x="604" y="1"/>
                </a:lnTo>
                <a:lnTo>
                  <a:pt x="7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1" name=""/>
          <p:cNvSpPr/>
          <p:nvPr/>
        </p:nvSpPr>
        <p:spPr>
          <a:xfrm>
            <a:off x="7998120" y="3399120"/>
            <a:ext cx="214920" cy="24120"/>
          </a:xfrm>
          <a:custGeom>
            <a:avLst/>
            <a:gdLst/>
            <a:ahLst/>
            <a:rect l="0" t="0" r="r" b="b"/>
            <a:pathLst>
              <a:path w="597" h="67">
                <a:moveTo>
                  <a:pt x="0" y="67"/>
                </a:moveTo>
                <a:lnTo>
                  <a:pt x="597" y="0"/>
                </a:lnTo>
                <a:lnTo>
                  <a:pt x="597" y="1"/>
                </a:lnTo>
                <a:lnTo>
                  <a:pt x="6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2" name=""/>
          <p:cNvSpPr/>
          <p:nvPr/>
        </p:nvSpPr>
        <p:spPr>
          <a:xfrm>
            <a:off x="8000280" y="3399480"/>
            <a:ext cx="212760" cy="23760"/>
          </a:xfrm>
          <a:custGeom>
            <a:avLst/>
            <a:gdLst/>
            <a:ahLst/>
            <a:rect l="0" t="0" r="r" b="b"/>
            <a:pathLst>
              <a:path w="591" h="66">
                <a:moveTo>
                  <a:pt x="0" y="66"/>
                </a:moveTo>
                <a:lnTo>
                  <a:pt x="591" y="0"/>
                </a:lnTo>
                <a:lnTo>
                  <a:pt x="6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3" name=""/>
          <p:cNvSpPr/>
          <p:nvPr/>
        </p:nvSpPr>
        <p:spPr>
          <a:xfrm>
            <a:off x="8002440" y="3399480"/>
            <a:ext cx="210600" cy="23760"/>
          </a:xfrm>
          <a:custGeom>
            <a:avLst/>
            <a:gdLst/>
            <a:ahLst/>
            <a:rect l="0" t="0" r="r" b="b"/>
            <a:pathLst>
              <a:path w="585" h="66">
                <a:moveTo>
                  <a:pt x="0" y="66"/>
                </a:moveTo>
                <a:lnTo>
                  <a:pt x="585" y="0"/>
                </a:lnTo>
                <a:lnTo>
                  <a:pt x="585" y="1"/>
                </a:lnTo>
                <a:lnTo>
                  <a:pt x="6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4" name=""/>
          <p:cNvSpPr/>
          <p:nvPr/>
        </p:nvSpPr>
        <p:spPr>
          <a:xfrm>
            <a:off x="8004600" y="3399840"/>
            <a:ext cx="208440" cy="23400"/>
          </a:xfrm>
          <a:custGeom>
            <a:avLst/>
            <a:gdLst/>
            <a:ahLst/>
            <a:rect l="0" t="0" r="r" b="b"/>
            <a:pathLst>
              <a:path w="579" h="65">
                <a:moveTo>
                  <a:pt x="0" y="65"/>
                </a:moveTo>
                <a:lnTo>
                  <a:pt x="579" y="0"/>
                </a:lnTo>
                <a:lnTo>
                  <a:pt x="579" y="1"/>
                </a:lnTo>
                <a:lnTo>
                  <a:pt x="6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5" name=""/>
          <p:cNvSpPr/>
          <p:nvPr/>
        </p:nvSpPr>
        <p:spPr>
          <a:xfrm>
            <a:off x="8006760" y="3400200"/>
            <a:ext cx="206280" cy="23040"/>
          </a:xfrm>
          <a:custGeom>
            <a:avLst/>
            <a:gdLst/>
            <a:ahLst/>
            <a:rect l="0" t="0" r="r" b="b"/>
            <a:pathLst>
              <a:path w="573" h="64">
                <a:moveTo>
                  <a:pt x="0" y="64"/>
                </a:moveTo>
                <a:lnTo>
                  <a:pt x="573" y="0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6" name=""/>
          <p:cNvSpPr/>
          <p:nvPr/>
        </p:nvSpPr>
        <p:spPr>
          <a:xfrm>
            <a:off x="8008920" y="3400200"/>
            <a:ext cx="204120" cy="23040"/>
          </a:xfrm>
          <a:custGeom>
            <a:avLst/>
            <a:gdLst/>
            <a:ahLst/>
            <a:rect l="0" t="0" r="r" b="b"/>
            <a:pathLst>
              <a:path w="567" h="64">
                <a:moveTo>
                  <a:pt x="0" y="64"/>
                </a:moveTo>
                <a:lnTo>
                  <a:pt x="567" y="0"/>
                </a:lnTo>
                <a:lnTo>
                  <a:pt x="567" y="1"/>
                </a:lnTo>
                <a:lnTo>
                  <a:pt x="6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7" name=""/>
          <p:cNvSpPr/>
          <p:nvPr/>
        </p:nvSpPr>
        <p:spPr>
          <a:xfrm>
            <a:off x="8011080" y="3400560"/>
            <a:ext cx="201960" cy="22680"/>
          </a:xfrm>
          <a:custGeom>
            <a:avLst/>
            <a:gdLst/>
            <a:ahLst/>
            <a:rect l="0" t="0" r="r" b="b"/>
            <a:pathLst>
              <a:path w="561" h="63">
                <a:moveTo>
                  <a:pt x="0" y="63"/>
                </a:moveTo>
                <a:lnTo>
                  <a:pt x="561" y="0"/>
                </a:lnTo>
                <a:lnTo>
                  <a:pt x="561" y="1"/>
                </a:lnTo>
                <a:lnTo>
                  <a:pt x="6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8" name=""/>
          <p:cNvSpPr/>
          <p:nvPr/>
        </p:nvSpPr>
        <p:spPr>
          <a:xfrm>
            <a:off x="8013240" y="3400920"/>
            <a:ext cx="199800" cy="22320"/>
          </a:xfrm>
          <a:custGeom>
            <a:avLst/>
            <a:gdLst/>
            <a:ahLst/>
            <a:rect l="0" t="0" r="r" b="b"/>
            <a:pathLst>
              <a:path w="555" h="62">
                <a:moveTo>
                  <a:pt x="0" y="62"/>
                </a:moveTo>
                <a:lnTo>
                  <a:pt x="555" y="0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19" name=""/>
          <p:cNvSpPr/>
          <p:nvPr/>
        </p:nvSpPr>
        <p:spPr>
          <a:xfrm>
            <a:off x="8015400" y="3400920"/>
            <a:ext cx="197640" cy="22320"/>
          </a:xfrm>
          <a:custGeom>
            <a:avLst/>
            <a:gdLst/>
            <a:ahLst/>
            <a:rect l="0" t="0" r="r" b="b"/>
            <a:pathLst>
              <a:path w="549" h="62">
                <a:moveTo>
                  <a:pt x="0" y="62"/>
                </a:moveTo>
                <a:lnTo>
                  <a:pt x="549" y="0"/>
                </a:lnTo>
                <a:lnTo>
                  <a:pt x="549" y="1"/>
                </a:lnTo>
                <a:lnTo>
                  <a:pt x="6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0" name=""/>
          <p:cNvSpPr/>
          <p:nvPr/>
        </p:nvSpPr>
        <p:spPr>
          <a:xfrm>
            <a:off x="8017560" y="3401280"/>
            <a:ext cx="195480" cy="21960"/>
          </a:xfrm>
          <a:custGeom>
            <a:avLst/>
            <a:gdLst/>
            <a:ahLst/>
            <a:rect l="0" t="0" r="r" b="b"/>
            <a:pathLst>
              <a:path w="543" h="61">
                <a:moveTo>
                  <a:pt x="0" y="61"/>
                </a:moveTo>
                <a:lnTo>
                  <a:pt x="543" y="0"/>
                </a:lnTo>
                <a:lnTo>
                  <a:pt x="543" y="1"/>
                </a:lnTo>
                <a:lnTo>
                  <a:pt x="6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1" name=""/>
          <p:cNvSpPr/>
          <p:nvPr/>
        </p:nvSpPr>
        <p:spPr>
          <a:xfrm>
            <a:off x="8019720" y="3401640"/>
            <a:ext cx="193320" cy="21600"/>
          </a:xfrm>
          <a:custGeom>
            <a:avLst/>
            <a:gdLst/>
            <a:ahLst/>
            <a:rect l="0" t="0" r="r" b="b"/>
            <a:pathLst>
              <a:path w="537" h="60">
                <a:moveTo>
                  <a:pt x="0" y="60"/>
                </a:moveTo>
                <a:lnTo>
                  <a:pt x="537" y="0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2" name=""/>
          <p:cNvSpPr/>
          <p:nvPr/>
        </p:nvSpPr>
        <p:spPr>
          <a:xfrm>
            <a:off x="8021880" y="3401640"/>
            <a:ext cx="191160" cy="21600"/>
          </a:xfrm>
          <a:custGeom>
            <a:avLst/>
            <a:gdLst/>
            <a:ahLst/>
            <a:rect l="0" t="0" r="r" b="b"/>
            <a:pathLst>
              <a:path w="531" h="60">
                <a:moveTo>
                  <a:pt x="0" y="60"/>
                </a:moveTo>
                <a:lnTo>
                  <a:pt x="531" y="0"/>
                </a:lnTo>
                <a:lnTo>
                  <a:pt x="531" y="1"/>
                </a:lnTo>
                <a:lnTo>
                  <a:pt x="6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3" name=""/>
          <p:cNvSpPr/>
          <p:nvPr/>
        </p:nvSpPr>
        <p:spPr>
          <a:xfrm>
            <a:off x="8024040" y="3402000"/>
            <a:ext cx="189000" cy="21240"/>
          </a:xfrm>
          <a:custGeom>
            <a:avLst/>
            <a:gdLst/>
            <a:ahLst/>
            <a:rect l="0" t="0" r="r" b="b"/>
            <a:pathLst>
              <a:path w="525" h="59">
                <a:moveTo>
                  <a:pt x="0" y="59"/>
                </a:moveTo>
                <a:lnTo>
                  <a:pt x="525" y="0"/>
                </a:lnTo>
                <a:lnTo>
                  <a:pt x="525" y="1"/>
                </a:lnTo>
                <a:lnTo>
                  <a:pt x="6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4" name=""/>
          <p:cNvSpPr/>
          <p:nvPr/>
        </p:nvSpPr>
        <p:spPr>
          <a:xfrm>
            <a:off x="8026200" y="3402360"/>
            <a:ext cx="186840" cy="20880"/>
          </a:xfrm>
          <a:custGeom>
            <a:avLst/>
            <a:gdLst/>
            <a:ahLst/>
            <a:rect l="0" t="0" r="r" b="b"/>
            <a:pathLst>
              <a:path w="519" h="58">
                <a:moveTo>
                  <a:pt x="0" y="58"/>
                </a:moveTo>
                <a:lnTo>
                  <a:pt x="519" y="0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c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5" name=""/>
          <p:cNvSpPr/>
          <p:nvPr/>
        </p:nvSpPr>
        <p:spPr>
          <a:xfrm>
            <a:off x="8028360" y="3402360"/>
            <a:ext cx="184680" cy="20880"/>
          </a:xfrm>
          <a:custGeom>
            <a:avLst/>
            <a:gdLst/>
            <a:ahLst/>
            <a:rect l="0" t="0" r="r" b="b"/>
            <a:pathLst>
              <a:path w="513" h="58">
                <a:moveTo>
                  <a:pt x="0" y="58"/>
                </a:moveTo>
                <a:lnTo>
                  <a:pt x="513" y="0"/>
                </a:lnTo>
                <a:lnTo>
                  <a:pt x="513" y="1"/>
                </a:lnTo>
                <a:lnTo>
                  <a:pt x="6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6" name=""/>
          <p:cNvSpPr/>
          <p:nvPr/>
        </p:nvSpPr>
        <p:spPr>
          <a:xfrm>
            <a:off x="8030520" y="3402720"/>
            <a:ext cx="182520" cy="20520"/>
          </a:xfrm>
          <a:custGeom>
            <a:avLst/>
            <a:gdLst/>
            <a:ahLst/>
            <a:rect l="0" t="0" r="r" b="b"/>
            <a:pathLst>
              <a:path w="507" h="57">
                <a:moveTo>
                  <a:pt x="0" y="57"/>
                </a:moveTo>
                <a:lnTo>
                  <a:pt x="507" y="0"/>
                </a:lnTo>
                <a:lnTo>
                  <a:pt x="507" y="1"/>
                </a:lnTo>
                <a:lnTo>
                  <a:pt x="6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7" name=""/>
          <p:cNvSpPr/>
          <p:nvPr/>
        </p:nvSpPr>
        <p:spPr>
          <a:xfrm>
            <a:off x="8032680" y="3403080"/>
            <a:ext cx="180360" cy="20160"/>
          </a:xfrm>
          <a:custGeom>
            <a:avLst/>
            <a:gdLst/>
            <a:ahLst/>
            <a:rect l="0" t="0" r="r" b="b"/>
            <a:pathLst>
              <a:path w="501" h="56">
                <a:moveTo>
                  <a:pt x="0" y="56"/>
                </a:moveTo>
                <a:lnTo>
                  <a:pt x="501" y="0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8" name=""/>
          <p:cNvSpPr/>
          <p:nvPr/>
        </p:nvSpPr>
        <p:spPr>
          <a:xfrm>
            <a:off x="8034840" y="3403080"/>
            <a:ext cx="178200" cy="20160"/>
          </a:xfrm>
          <a:custGeom>
            <a:avLst/>
            <a:gdLst/>
            <a:ahLst/>
            <a:rect l="0" t="0" r="r" b="b"/>
            <a:pathLst>
              <a:path w="495" h="56">
                <a:moveTo>
                  <a:pt x="0" y="56"/>
                </a:moveTo>
                <a:lnTo>
                  <a:pt x="495" y="0"/>
                </a:lnTo>
                <a:lnTo>
                  <a:pt x="495" y="1"/>
                </a:lnTo>
                <a:lnTo>
                  <a:pt x="6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29" name=""/>
          <p:cNvSpPr/>
          <p:nvPr/>
        </p:nvSpPr>
        <p:spPr>
          <a:xfrm>
            <a:off x="8037000" y="3403440"/>
            <a:ext cx="176040" cy="19800"/>
          </a:xfrm>
          <a:custGeom>
            <a:avLst/>
            <a:gdLst/>
            <a:ahLst/>
            <a:rect l="0" t="0" r="r" b="b"/>
            <a:pathLst>
              <a:path w="489" h="55">
                <a:moveTo>
                  <a:pt x="0" y="55"/>
                </a:moveTo>
                <a:lnTo>
                  <a:pt x="489" y="0"/>
                </a:lnTo>
                <a:lnTo>
                  <a:pt x="489" y="1"/>
                </a:lnTo>
                <a:lnTo>
                  <a:pt x="6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0" name=""/>
          <p:cNvSpPr/>
          <p:nvPr/>
        </p:nvSpPr>
        <p:spPr>
          <a:xfrm>
            <a:off x="8039160" y="3403800"/>
            <a:ext cx="173880" cy="19440"/>
          </a:xfrm>
          <a:custGeom>
            <a:avLst/>
            <a:gdLst/>
            <a:ahLst/>
            <a:rect l="0" t="0" r="r" b="b"/>
            <a:pathLst>
              <a:path w="483" h="54">
                <a:moveTo>
                  <a:pt x="0" y="54"/>
                </a:moveTo>
                <a:lnTo>
                  <a:pt x="483" y="0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1" name=""/>
          <p:cNvSpPr/>
          <p:nvPr/>
        </p:nvSpPr>
        <p:spPr>
          <a:xfrm>
            <a:off x="8041320" y="3403800"/>
            <a:ext cx="171720" cy="19440"/>
          </a:xfrm>
          <a:custGeom>
            <a:avLst/>
            <a:gdLst/>
            <a:ahLst/>
            <a:rect l="0" t="0" r="r" b="b"/>
            <a:pathLst>
              <a:path w="477" h="54">
                <a:moveTo>
                  <a:pt x="0" y="54"/>
                </a:moveTo>
                <a:lnTo>
                  <a:pt x="477" y="0"/>
                </a:lnTo>
                <a:lnTo>
                  <a:pt x="477" y="1"/>
                </a:lnTo>
                <a:lnTo>
                  <a:pt x="6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2" name=""/>
          <p:cNvSpPr/>
          <p:nvPr/>
        </p:nvSpPr>
        <p:spPr>
          <a:xfrm>
            <a:off x="8043480" y="3404160"/>
            <a:ext cx="169560" cy="19080"/>
          </a:xfrm>
          <a:custGeom>
            <a:avLst/>
            <a:gdLst/>
            <a:ahLst/>
            <a:rect l="0" t="0" r="r" b="b"/>
            <a:pathLst>
              <a:path w="471" h="53">
                <a:moveTo>
                  <a:pt x="0" y="53"/>
                </a:moveTo>
                <a:lnTo>
                  <a:pt x="471" y="0"/>
                </a:lnTo>
                <a:lnTo>
                  <a:pt x="471" y="1"/>
                </a:lnTo>
                <a:lnTo>
                  <a:pt x="6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3" name=""/>
          <p:cNvSpPr/>
          <p:nvPr/>
        </p:nvSpPr>
        <p:spPr>
          <a:xfrm>
            <a:off x="8045640" y="3404520"/>
            <a:ext cx="167400" cy="18720"/>
          </a:xfrm>
          <a:custGeom>
            <a:avLst/>
            <a:gdLst/>
            <a:ahLst/>
            <a:rect l="0" t="0" r="r" b="b"/>
            <a:pathLst>
              <a:path w="465" h="52">
                <a:moveTo>
                  <a:pt x="0" y="52"/>
                </a:moveTo>
                <a:lnTo>
                  <a:pt x="465" y="0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4" name=""/>
          <p:cNvSpPr/>
          <p:nvPr/>
        </p:nvSpPr>
        <p:spPr>
          <a:xfrm>
            <a:off x="8047800" y="3404520"/>
            <a:ext cx="165240" cy="18720"/>
          </a:xfrm>
          <a:custGeom>
            <a:avLst/>
            <a:gdLst/>
            <a:ahLst/>
            <a:rect l="0" t="0" r="r" b="b"/>
            <a:pathLst>
              <a:path w="459" h="52">
                <a:moveTo>
                  <a:pt x="0" y="52"/>
                </a:moveTo>
                <a:lnTo>
                  <a:pt x="459" y="0"/>
                </a:lnTo>
                <a:lnTo>
                  <a:pt x="459" y="1"/>
                </a:lnTo>
                <a:lnTo>
                  <a:pt x="6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5" name=""/>
          <p:cNvSpPr/>
          <p:nvPr/>
        </p:nvSpPr>
        <p:spPr>
          <a:xfrm>
            <a:off x="8049960" y="3404880"/>
            <a:ext cx="163080" cy="18360"/>
          </a:xfrm>
          <a:custGeom>
            <a:avLst/>
            <a:gdLst/>
            <a:ahLst/>
            <a:rect l="0" t="0" r="r" b="b"/>
            <a:pathLst>
              <a:path w="453" h="51">
                <a:moveTo>
                  <a:pt x="0" y="51"/>
                </a:moveTo>
                <a:lnTo>
                  <a:pt x="453" y="0"/>
                </a:lnTo>
                <a:lnTo>
                  <a:pt x="453" y="1"/>
                </a:lnTo>
                <a:lnTo>
                  <a:pt x="6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6" name=""/>
          <p:cNvSpPr/>
          <p:nvPr/>
        </p:nvSpPr>
        <p:spPr>
          <a:xfrm>
            <a:off x="8052120" y="3405240"/>
            <a:ext cx="160920" cy="18000"/>
          </a:xfrm>
          <a:custGeom>
            <a:avLst/>
            <a:gdLst/>
            <a:ahLst/>
            <a:rect l="0" t="0" r="r" b="b"/>
            <a:pathLst>
              <a:path w="447" h="50">
                <a:moveTo>
                  <a:pt x="0" y="50"/>
                </a:moveTo>
                <a:lnTo>
                  <a:pt x="447" y="0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8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7" name=""/>
          <p:cNvSpPr/>
          <p:nvPr/>
        </p:nvSpPr>
        <p:spPr>
          <a:xfrm>
            <a:off x="8054280" y="3405240"/>
            <a:ext cx="158760" cy="18000"/>
          </a:xfrm>
          <a:custGeom>
            <a:avLst/>
            <a:gdLst/>
            <a:ahLst/>
            <a:rect l="0" t="0" r="r" b="b"/>
            <a:pathLst>
              <a:path w="441" h="50">
                <a:moveTo>
                  <a:pt x="0" y="50"/>
                </a:moveTo>
                <a:lnTo>
                  <a:pt x="441" y="0"/>
                </a:lnTo>
                <a:lnTo>
                  <a:pt x="441" y="1"/>
                </a:lnTo>
                <a:lnTo>
                  <a:pt x="6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8" name=""/>
          <p:cNvSpPr/>
          <p:nvPr/>
        </p:nvSpPr>
        <p:spPr>
          <a:xfrm>
            <a:off x="8056440" y="3405600"/>
            <a:ext cx="156600" cy="17640"/>
          </a:xfrm>
          <a:custGeom>
            <a:avLst/>
            <a:gdLst/>
            <a:ahLst/>
            <a:rect l="0" t="0" r="r" b="b"/>
            <a:pathLst>
              <a:path w="435" h="49">
                <a:moveTo>
                  <a:pt x="0" y="49"/>
                </a:moveTo>
                <a:lnTo>
                  <a:pt x="435" y="0"/>
                </a:lnTo>
                <a:lnTo>
                  <a:pt x="435" y="1"/>
                </a:lnTo>
                <a:lnTo>
                  <a:pt x="6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39" name=""/>
          <p:cNvSpPr/>
          <p:nvPr/>
        </p:nvSpPr>
        <p:spPr>
          <a:xfrm>
            <a:off x="8058600" y="3405960"/>
            <a:ext cx="154440" cy="17280"/>
          </a:xfrm>
          <a:custGeom>
            <a:avLst/>
            <a:gdLst/>
            <a:ahLst/>
            <a:rect l="0" t="0" r="r" b="b"/>
            <a:pathLst>
              <a:path w="429" h="48">
                <a:moveTo>
                  <a:pt x="0" y="48"/>
                </a:moveTo>
                <a:lnTo>
                  <a:pt x="429" y="0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0" name=""/>
          <p:cNvSpPr/>
          <p:nvPr/>
        </p:nvSpPr>
        <p:spPr>
          <a:xfrm>
            <a:off x="8060760" y="3405960"/>
            <a:ext cx="152280" cy="17280"/>
          </a:xfrm>
          <a:custGeom>
            <a:avLst/>
            <a:gdLst/>
            <a:ahLst/>
            <a:rect l="0" t="0" r="r" b="b"/>
            <a:pathLst>
              <a:path w="423" h="48">
                <a:moveTo>
                  <a:pt x="0" y="48"/>
                </a:moveTo>
                <a:lnTo>
                  <a:pt x="423" y="0"/>
                </a:lnTo>
                <a:lnTo>
                  <a:pt x="423" y="1"/>
                </a:lnTo>
                <a:lnTo>
                  <a:pt x="6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1" name=""/>
          <p:cNvSpPr/>
          <p:nvPr/>
        </p:nvSpPr>
        <p:spPr>
          <a:xfrm>
            <a:off x="8062920" y="3406320"/>
            <a:ext cx="150120" cy="16920"/>
          </a:xfrm>
          <a:custGeom>
            <a:avLst/>
            <a:gdLst/>
            <a:ahLst/>
            <a:rect l="0" t="0" r="r" b="b"/>
            <a:pathLst>
              <a:path w="417" h="47">
                <a:moveTo>
                  <a:pt x="0" y="47"/>
                </a:moveTo>
                <a:lnTo>
                  <a:pt x="417" y="0"/>
                </a:lnTo>
                <a:lnTo>
                  <a:pt x="417" y="1"/>
                </a:lnTo>
                <a:lnTo>
                  <a:pt x="6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2" name=""/>
          <p:cNvSpPr/>
          <p:nvPr/>
        </p:nvSpPr>
        <p:spPr>
          <a:xfrm>
            <a:off x="8065080" y="3406680"/>
            <a:ext cx="147960" cy="16560"/>
          </a:xfrm>
          <a:custGeom>
            <a:avLst/>
            <a:gdLst/>
            <a:ahLst/>
            <a:rect l="0" t="0" r="r" b="b"/>
            <a:pathLst>
              <a:path w="411" h="46">
                <a:moveTo>
                  <a:pt x="0" y="46"/>
                </a:moveTo>
                <a:lnTo>
                  <a:pt x="411" y="0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3" name=""/>
          <p:cNvSpPr/>
          <p:nvPr/>
        </p:nvSpPr>
        <p:spPr>
          <a:xfrm>
            <a:off x="8067240" y="3406680"/>
            <a:ext cx="145800" cy="16560"/>
          </a:xfrm>
          <a:custGeom>
            <a:avLst/>
            <a:gdLst/>
            <a:ahLst/>
            <a:rect l="0" t="0" r="r" b="b"/>
            <a:pathLst>
              <a:path w="405" h="46">
                <a:moveTo>
                  <a:pt x="0" y="46"/>
                </a:moveTo>
                <a:lnTo>
                  <a:pt x="405" y="0"/>
                </a:lnTo>
                <a:lnTo>
                  <a:pt x="405" y="1"/>
                </a:lnTo>
                <a:lnTo>
                  <a:pt x="6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4" name=""/>
          <p:cNvSpPr/>
          <p:nvPr/>
        </p:nvSpPr>
        <p:spPr>
          <a:xfrm>
            <a:off x="8069400" y="3407040"/>
            <a:ext cx="143640" cy="16200"/>
          </a:xfrm>
          <a:custGeom>
            <a:avLst/>
            <a:gdLst/>
            <a:ahLst/>
            <a:rect l="0" t="0" r="r" b="b"/>
            <a:pathLst>
              <a:path w="399" h="45">
                <a:moveTo>
                  <a:pt x="0" y="45"/>
                </a:moveTo>
                <a:lnTo>
                  <a:pt x="399" y="0"/>
                </a:lnTo>
                <a:lnTo>
                  <a:pt x="399" y="1"/>
                </a:lnTo>
                <a:lnTo>
                  <a:pt x="6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5" name=""/>
          <p:cNvSpPr/>
          <p:nvPr/>
        </p:nvSpPr>
        <p:spPr>
          <a:xfrm>
            <a:off x="8071560" y="3407400"/>
            <a:ext cx="141480" cy="15840"/>
          </a:xfrm>
          <a:custGeom>
            <a:avLst/>
            <a:gdLst/>
            <a:ahLst/>
            <a:rect l="0" t="0" r="r" b="b"/>
            <a:pathLst>
              <a:path w="393" h="44">
                <a:moveTo>
                  <a:pt x="0" y="44"/>
                </a:moveTo>
                <a:lnTo>
                  <a:pt x="393" y="0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6" name=""/>
          <p:cNvSpPr/>
          <p:nvPr/>
        </p:nvSpPr>
        <p:spPr>
          <a:xfrm>
            <a:off x="8073720" y="3407400"/>
            <a:ext cx="139320" cy="15840"/>
          </a:xfrm>
          <a:custGeom>
            <a:avLst/>
            <a:gdLst/>
            <a:ahLst/>
            <a:rect l="0" t="0" r="r" b="b"/>
            <a:pathLst>
              <a:path w="387" h="44">
                <a:moveTo>
                  <a:pt x="0" y="44"/>
                </a:moveTo>
                <a:lnTo>
                  <a:pt x="387" y="0"/>
                </a:lnTo>
                <a:lnTo>
                  <a:pt x="387" y="1"/>
                </a:lnTo>
                <a:lnTo>
                  <a:pt x="6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7" name=""/>
          <p:cNvSpPr/>
          <p:nvPr/>
        </p:nvSpPr>
        <p:spPr>
          <a:xfrm>
            <a:off x="8075880" y="3407760"/>
            <a:ext cx="137160" cy="15480"/>
          </a:xfrm>
          <a:custGeom>
            <a:avLst/>
            <a:gdLst/>
            <a:ahLst/>
            <a:rect l="0" t="0" r="r" b="b"/>
            <a:pathLst>
              <a:path w="381" h="43">
                <a:moveTo>
                  <a:pt x="0" y="43"/>
                </a:moveTo>
                <a:lnTo>
                  <a:pt x="381" y="0"/>
                </a:lnTo>
                <a:lnTo>
                  <a:pt x="381" y="1"/>
                </a:lnTo>
                <a:lnTo>
                  <a:pt x="6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8" name=""/>
          <p:cNvSpPr/>
          <p:nvPr/>
        </p:nvSpPr>
        <p:spPr>
          <a:xfrm>
            <a:off x="8078040" y="3408120"/>
            <a:ext cx="135000" cy="15120"/>
          </a:xfrm>
          <a:custGeom>
            <a:avLst/>
            <a:gdLst/>
            <a:ahLst/>
            <a:rect l="0" t="0" r="r" b="b"/>
            <a:pathLst>
              <a:path w="375" h="42">
                <a:moveTo>
                  <a:pt x="0" y="42"/>
                </a:moveTo>
                <a:lnTo>
                  <a:pt x="375" y="0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49" name=""/>
          <p:cNvSpPr/>
          <p:nvPr/>
        </p:nvSpPr>
        <p:spPr>
          <a:xfrm>
            <a:off x="8080200" y="3408120"/>
            <a:ext cx="132840" cy="15120"/>
          </a:xfrm>
          <a:custGeom>
            <a:avLst/>
            <a:gdLst/>
            <a:ahLst/>
            <a:rect l="0" t="0" r="r" b="b"/>
            <a:pathLst>
              <a:path w="369" h="42">
                <a:moveTo>
                  <a:pt x="0" y="42"/>
                </a:moveTo>
                <a:lnTo>
                  <a:pt x="369" y="0"/>
                </a:lnTo>
                <a:lnTo>
                  <a:pt x="369" y="1"/>
                </a:lnTo>
                <a:lnTo>
                  <a:pt x="6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0" name=""/>
          <p:cNvSpPr/>
          <p:nvPr/>
        </p:nvSpPr>
        <p:spPr>
          <a:xfrm>
            <a:off x="8082360" y="3408480"/>
            <a:ext cx="130680" cy="14760"/>
          </a:xfrm>
          <a:custGeom>
            <a:avLst/>
            <a:gdLst/>
            <a:ahLst/>
            <a:rect l="0" t="0" r="r" b="b"/>
            <a:pathLst>
              <a:path w="363" h="41">
                <a:moveTo>
                  <a:pt x="0" y="41"/>
                </a:moveTo>
                <a:lnTo>
                  <a:pt x="363" y="0"/>
                </a:lnTo>
                <a:lnTo>
                  <a:pt x="363" y="1"/>
                </a:lnTo>
                <a:lnTo>
                  <a:pt x="6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1" name=""/>
          <p:cNvSpPr/>
          <p:nvPr/>
        </p:nvSpPr>
        <p:spPr>
          <a:xfrm>
            <a:off x="8084520" y="3408840"/>
            <a:ext cx="128520" cy="14400"/>
          </a:xfrm>
          <a:custGeom>
            <a:avLst/>
            <a:gdLst/>
            <a:ahLst/>
            <a:rect l="0" t="0" r="r" b="b"/>
            <a:pathLst>
              <a:path w="357" h="40">
                <a:moveTo>
                  <a:pt x="0" y="40"/>
                </a:moveTo>
                <a:lnTo>
                  <a:pt x="357" y="0"/>
                </a:lnTo>
                <a:lnTo>
                  <a:pt x="7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2" name=""/>
          <p:cNvSpPr/>
          <p:nvPr/>
        </p:nvSpPr>
        <p:spPr>
          <a:xfrm>
            <a:off x="8087040" y="3408840"/>
            <a:ext cx="126000" cy="14400"/>
          </a:xfrm>
          <a:custGeom>
            <a:avLst/>
            <a:gdLst/>
            <a:ahLst/>
            <a:rect l="0" t="0" r="r" b="b"/>
            <a:pathLst>
              <a:path w="350" h="40">
                <a:moveTo>
                  <a:pt x="0" y="40"/>
                </a:moveTo>
                <a:lnTo>
                  <a:pt x="350" y="0"/>
                </a:lnTo>
                <a:lnTo>
                  <a:pt x="350" y="1"/>
                </a:lnTo>
                <a:lnTo>
                  <a:pt x="6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3" name=""/>
          <p:cNvSpPr/>
          <p:nvPr/>
        </p:nvSpPr>
        <p:spPr>
          <a:xfrm>
            <a:off x="8089200" y="3409200"/>
            <a:ext cx="123840" cy="14040"/>
          </a:xfrm>
          <a:custGeom>
            <a:avLst/>
            <a:gdLst/>
            <a:ahLst/>
            <a:rect l="0" t="0" r="r" b="b"/>
            <a:pathLst>
              <a:path w="344" h="39">
                <a:moveTo>
                  <a:pt x="0" y="39"/>
                </a:moveTo>
                <a:lnTo>
                  <a:pt x="344" y="0"/>
                </a:lnTo>
                <a:lnTo>
                  <a:pt x="344" y="1"/>
                </a:lnTo>
                <a:lnTo>
                  <a:pt x="6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4" name=""/>
          <p:cNvSpPr/>
          <p:nvPr/>
        </p:nvSpPr>
        <p:spPr>
          <a:xfrm>
            <a:off x="8091360" y="3409560"/>
            <a:ext cx="121680" cy="13680"/>
          </a:xfrm>
          <a:custGeom>
            <a:avLst/>
            <a:gdLst/>
            <a:ahLst/>
            <a:rect l="0" t="0" r="r" b="b"/>
            <a:pathLst>
              <a:path w="338" h="38">
                <a:moveTo>
                  <a:pt x="0" y="38"/>
                </a:moveTo>
                <a:lnTo>
                  <a:pt x="338" y="0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5" name=""/>
          <p:cNvSpPr/>
          <p:nvPr/>
        </p:nvSpPr>
        <p:spPr>
          <a:xfrm>
            <a:off x="8093520" y="3409560"/>
            <a:ext cx="119520" cy="13680"/>
          </a:xfrm>
          <a:custGeom>
            <a:avLst/>
            <a:gdLst/>
            <a:ahLst/>
            <a:rect l="0" t="0" r="r" b="b"/>
            <a:pathLst>
              <a:path w="332" h="38">
                <a:moveTo>
                  <a:pt x="0" y="38"/>
                </a:moveTo>
                <a:lnTo>
                  <a:pt x="332" y="0"/>
                </a:lnTo>
                <a:lnTo>
                  <a:pt x="332" y="1"/>
                </a:lnTo>
                <a:lnTo>
                  <a:pt x="6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6" name=""/>
          <p:cNvSpPr/>
          <p:nvPr/>
        </p:nvSpPr>
        <p:spPr>
          <a:xfrm>
            <a:off x="8095680" y="3409920"/>
            <a:ext cx="117360" cy="13320"/>
          </a:xfrm>
          <a:custGeom>
            <a:avLst/>
            <a:gdLst/>
            <a:ahLst/>
            <a:rect l="0" t="0" r="r" b="b"/>
            <a:pathLst>
              <a:path w="326" h="37">
                <a:moveTo>
                  <a:pt x="0" y="37"/>
                </a:moveTo>
                <a:lnTo>
                  <a:pt x="326" y="0"/>
                </a:lnTo>
                <a:lnTo>
                  <a:pt x="326" y="1"/>
                </a:lnTo>
                <a:lnTo>
                  <a:pt x="6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1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7" name=""/>
          <p:cNvSpPr/>
          <p:nvPr/>
        </p:nvSpPr>
        <p:spPr>
          <a:xfrm>
            <a:off x="8097840" y="3410280"/>
            <a:ext cx="115200" cy="12960"/>
          </a:xfrm>
          <a:custGeom>
            <a:avLst/>
            <a:gdLst/>
            <a:ahLst/>
            <a:rect l="0" t="0" r="r" b="b"/>
            <a:pathLst>
              <a:path w="320" h="36">
                <a:moveTo>
                  <a:pt x="0" y="36"/>
                </a:moveTo>
                <a:lnTo>
                  <a:pt x="320" y="0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8" name=""/>
          <p:cNvSpPr/>
          <p:nvPr/>
        </p:nvSpPr>
        <p:spPr>
          <a:xfrm>
            <a:off x="8100000" y="3410280"/>
            <a:ext cx="113040" cy="12960"/>
          </a:xfrm>
          <a:custGeom>
            <a:avLst/>
            <a:gdLst/>
            <a:ahLst/>
            <a:rect l="0" t="0" r="r" b="b"/>
            <a:pathLst>
              <a:path w="314" h="36">
                <a:moveTo>
                  <a:pt x="0" y="36"/>
                </a:moveTo>
                <a:lnTo>
                  <a:pt x="314" y="0"/>
                </a:lnTo>
                <a:lnTo>
                  <a:pt x="314" y="1"/>
                </a:lnTo>
                <a:lnTo>
                  <a:pt x="6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59" name=""/>
          <p:cNvSpPr/>
          <p:nvPr/>
        </p:nvSpPr>
        <p:spPr>
          <a:xfrm>
            <a:off x="8102160" y="3410640"/>
            <a:ext cx="110880" cy="12600"/>
          </a:xfrm>
          <a:custGeom>
            <a:avLst/>
            <a:gdLst/>
            <a:ahLst/>
            <a:rect l="0" t="0" r="r" b="b"/>
            <a:pathLst>
              <a:path w="308" h="35">
                <a:moveTo>
                  <a:pt x="0" y="35"/>
                </a:moveTo>
                <a:lnTo>
                  <a:pt x="308" y="0"/>
                </a:lnTo>
                <a:lnTo>
                  <a:pt x="308" y="1"/>
                </a:lnTo>
                <a:lnTo>
                  <a:pt x="6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0" name=""/>
          <p:cNvSpPr/>
          <p:nvPr/>
        </p:nvSpPr>
        <p:spPr>
          <a:xfrm>
            <a:off x="8104320" y="3411000"/>
            <a:ext cx="108720" cy="12240"/>
          </a:xfrm>
          <a:custGeom>
            <a:avLst/>
            <a:gdLst/>
            <a:ahLst/>
            <a:rect l="0" t="0" r="r" b="b"/>
            <a:pathLst>
              <a:path w="302" h="34">
                <a:moveTo>
                  <a:pt x="0" y="34"/>
                </a:moveTo>
                <a:lnTo>
                  <a:pt x="302" y="0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1" name=""/>
          <p:cNvSpPr/>
          <p:nvPr/>
        </p:nvSpPr>
        <p:spPr>
          <a:xfrm>
            <a:off x="8106480" y="3411000"/>
            <a:ext cx="106560" cy="12240"/>
          </a:xfrm>
          <a:custGeom>
            <a:avLst/>
            <a:gdLst/>
            <a:ahLst/>
            <a:rect l="0" t="0" r="r" b="b"/>
            <a:pathLst>
              <a:path w="296" h="34">
                <a:moveTo>
                  <a:pt x="0" y="34"/>
                </a:moveTo>
                <a:lnTo>
                  <a:pt x="296" y="0"/>
                </a:lnTo>
                <a:lnTo>
                  <a:pt x="296" y="1"/>
                </a:lnTo>
                <a:lnTo>
                  <a:pt x="6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2" name=""/>
          <p:cNvSpPr/>
          <p:nvPr/>
        </p:nvSpPr>
        <p:spPr>
          <a:xfrm>
            <a:off x="8108640" y="3411360"/>
            <a:ext cx="104400" cy="11880"/>
          </a:xfrm>
          <a:custGeom>
            <a:avLst/>
            <a:gdLst/>
            <a:ahLst/>
            <a:rect l="0" t="0" r="r" b="b"/>
            <a:pathLst>
              <a:path w="290" h="33">
                <a:moveTo>
                  <a:pt x="0" y="33"/>
                </a:moveTo>
                <a:lnTo>
                  <a:pt x="290" y="0"/>
                </a:lnTo>
                <a:lnTo>
                  <a:pt x="290" y="1"/>
                </a:lnTo>
                <a:lnTo>
                  <a:pt x="6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3" name=""/>
          <p:cNvSpPr/>
          <p:nvPr/>
        </p:nvSpPr>
        <p:spPr>
          <a:xfrm>
            <a:off x="8110800" y="3411720"/>
            <a:ext cx="102240" cy="11520"/>
          </a:xfrm>
          <a:custGeom>
            <a:avLst/>
            <a:gdLst/>
            <a:ahLst/>
            <a:rect l="0" t="0" r="r" b="b"/>
            <a:pathLst>
              <a:path w="284" h="32">
                <a:moveTo>
                  <a:pt x="0" y="32"/>
                </a:moveTo>
                <a:lnTo>
                  <a:pt x="284" y="0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4" name=""/>
          <p:cNvSpPr/>
          <p:nvPr/>
        </p:nvSpPr>
        <p:spPr>
          <a:xfrm>
            <a:off x="8112960" y="3411720"/>
            <a:ext cx="100080" cy="11520"/>
          </a:xfrm>
          <a:custGeom>
            <a:avLst/>
            <a:gdLst/>
            <a:ahLst/>
            <a:rect l="0" t="0" r="r" b="b"/>
            <a:pathLst>
              <a:path w="278" h="32">
                <a:moveTo>
                  <a:pt x="0" y="32"/>
                </a:moveTo>
                <a:lnTo>
                  <a:pt x="278" y="0"/>
                </a:lnTo>
                <a:lnTo>
                  <a:pt x="278" y="1"/>
                </a:lnTo>
                <a:lnTo>
                  <a:pt x="6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5" name=""/>
          <p:cNvSpPr/>
          <p:nvPr/>
        </p:nvSpPr>
        <p:spPr>
          <a:xfrm>
            <a:off x="8115120" y="3412080"/>
            <a:ext cx="97920" cy="11160"/>
          </a:xfrm>
          <a:custGeom>
            <a:avLst/>
            <a:gdLst/>
            <a:ahLst/>
            <a:rect l="0" t="0" r="r" b="b"/>
            <a:pathLst>
              <a:path w="272" h="31">
                <a:moveTo>
                  <a:pt x="0" y="31"/>
                </a:moveTo>
                <a:lnTo>
                  <a:pt x="272" y="0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6" name=""/>
          <p:cNvSpPr/>
          <p:nvPr/>
        </p:nvSpPr>
        <p:spPr>
          <a:xfrm>
            <a:off x="8117280" y="3412080"/>
            <a:ext cx="95760" cy="11160"/>
          </a:xfrm>
          <a:custGeom>
            <a:avLst/>
            <a:gdLst/>
            <a:ahLst/>
            <a:rect l="0" t="0" r="r" b="b"/>
            <a:pathLst>
              <a:path w="266" h="31">
                <a:moveTo>
                  <a:pt x="0" y="31"/>
                </a:moveTo>
                <a:lnTo>
                  <a:pt x="266" y="0"/>
                </a:lnTo>
                <a:lnTo>
                  <a:pt x="266" y="1"/>
                </a:lnTo>
                <a:lnTo>
                  <a:pt x="6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7" name=""/>
          <p:cNvSpPr/>
          <p:nvPr/>
        </p:nvSpPr>
        <p:spPr>
          <a:xfrm>
            <a:off x="8119440" y="3412440"/>
            <a:ext cx="93600" cy="10800"/>
          </a:xfrm>
          <a:custGeom>
            <a:avLst/>
            <a:gdLst/>
            <a:ahLst/>
            <a:rect l="0" t="0" r="r" b="b"/>
            <a:pathLst>
              <a:path w="260" h="30">
                <a:moveTo>
                  <a:pt x="0" y="30"/>
                </a:moveTo>
                <a:lnTo>
                  <a:pt x="260" y="0"/>
                </a:lnTo>
                <a:lnTo>
                  <a:pt x="260" y="1"/>
                </a:lnTo>
                <a:lnTo>
                  <a:pt x="6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8" name=""/>
          <p:cNvSpPr/>
          <p:nvPr/>
        </p:nvSpPr>
        <p:spPr>
          <a:xfrm>
            <a:off x="8121600" y="3412800"/>
            <a:ext cx="91440" cy="10440"/>
          </a:xfrm>
          <a:custGeom>
            <a:avLst/>
            <a:gdLst/>
            <a:ahLst/>
            <a:rect l="0" t="0" r="r" b="b"/>
            <a:pathLst>
              <a:path w="254" h="29">
                <a:moveTo>
                  <a:pt x="0" y="29"/>
                </a:moveTo>
                <a:lnTo>
                  <a:pt x="254" y="0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69" name=""/>
          <p:cNvSpPr/>
          <p:nvPr/>
        </p:nvSpPr>
        <p:spPr>
          <a:xfrm>
            <a:off x="8123760" y="3412800"/>
            <a:ext cx="89280" cy="10440"/>
          </a:xfrm>
          <a:custGeom>
            <a:avLst/>
            <a:gdLst/>
            <a:ahLst/>
            <a:rect l="0" t="0" r="r" b="b"/>
            <a:pathLst>
              <a:path w="248" h="29">
                <a:moveTo>
                  <a:pt x="0" y="29"/>
                </a:moveTo>
                <a:lnTo>
                  <a:pt x="248" y="0"/>
                </a:lnTo>
                <a:lnTo>
                  <a:pt x="248" y="1"/>
                </a:lnTo>
                <a:lnTo>
                  <a:pt x="6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0" name=""/>
          <p:cNvSpPr/>
          <p:nvPr/>
        </p:nvSpPr>
        <p:spPr>
          <a:xfrm>
            <a:off x="8125920" y="3413160"/>
            <a:ext cx="87120" cy="10080"/>
          </a:xfrm>
          <a:custGeom>
            <a:avLst/>
            <a:gdLst/>
            <a:ahLst/>
            <a:rect l="0" t="0" r="r" b="b"/>
            <a:pathLst>
              <a:path w="242" h="28">
                <a:moveTo>
                  <a:pt x="0" y="28"/>
                </a:moveTo>
                <a:lnTo>
                  <a:pt x="242" y="0"/>
                </a:lnTo>
                <a:lnTo>
                  <a:pt x="242" y="1"/>
                </a:lnTo>
                <a:lnTo>
                  <a:pt x="6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1" name=""/>
          <p:cNvSpPr/>
          <p:nvPr/>
        </p:nvSpPr>
        <p:spPr>
          <a:xfrm>
            <a:off x="8128080" y="3413520"/>
            <a:ext cx="84960" cy="9720"/>
          </a:xfrm>
          <a:custGeom>
            <a:avLst/>
            <a:gdLst/>
            <a:ahLst/>
            <a:rect l="0" t="0" r="r" b="b"/>
            <a:pathLst>
              <a:path w="236" h="27">
                <a:moveTo>
                  <a:pt x="0" y="27"/>
                </a:moveTo>
                <a:lnTo>
                  <a:pt x="236" y="0"/>
                </a:lnTo>
                <a:lnTo>
                  <a:pt x="7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2" name=""/>
          <p:cNvSpPr/>
          <p:nvPr/>
        </p:nvSpPr>
        <p:spPr>
          <a:xfrm>
            <a:off x="8130240" y="3413520"/>
            <a:ext cx="82800" cy="9720"/>
          </a:xfrm>
          <a:custGeom>
            <a:avLst/>
            <a:gdLst/>
            <a:ahLst/>
            <a:rect l="0" t="0" r="r" b="b"/>
            <a:pathLst>
              <a:path w="230" h="27">
                <a:moveTo>
                  <a:pt x="0" y="27"/>
                </a:moveTo>
                <a:lnTo>
                  <a:pt x="230" y="0"/>
                </a:lnTo>
                <a:lnTo>
                  <a:pt x="230" y="1"/>
                </a:lnTo>
                <a:lnTo>
                  <a:pt x="6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3" name=""/>
          <p:cNvSpPr/>
          <p:nvPr/>
        </p:nvSpPr>
        <p:spPr>
          <a:xfrm>
            <a:off x="8132400" y="3413880"/>
            <a:ext cx="80640" cy="9360"/>
          </a:xfrm>
          <a:custGeom>
            <a:avLst/>
            <a:gdLst/>
            <a:ahLst/>
            <a:rect l="0" t="0" r="r" b="b"/>
            <a:pathLst>
              <a:path w="224" h="26">
                <a:moveTo>
                  <a:pt x="0" y="26"/>
                </a:moveTo>
                <a:lnTo>
                  <a:pt x="224" y="0"/>
                </a:lnTo>
                <a:lnTo>
                  <a:pt x="224" y="1"/>
                </a:lnTo>
                <a:lnTo>
                  <a:pt x="6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4" name=""/>
          <p:cNvSpPr/>
          <p:nvPr/>
        </p:nvSpPr>
        <p:spPr>
          <a:xfrm>
            <a:off x="8134560" y="3414240"/>
            <a:ext cx="78480" cy="9000"/>
          </a:xfrm>
          <a:custGeom>
            <a:avLst/>
            <a:gdLst/>
            <a:ahLst/>
            <a:rect l="0" t="0" r="r" b="b"/>
            <a:pathLst>
              <a:path w="218" h="25">
                <a:moveTo>
                  <a:pt x="0" y="25"/>
                </a:moveTo>
                <a:lnTo>
                  <a:pt x="218" y="0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5" name=""/>
          <p:cNvSpPr/>
          <p:nvPr/>
        </p:nvSpPr>
        <p:spPr>
          <a:xfrm>
            <a:off x="8136720" y="3414240"/>
            <a:ext cx="76320" cy="9000"/>
          </a:xfrm>
          <a:custGeom>
            <a:avLst/>
            <a:gdLst/>
            <a:ahLst/>
            <a:rect l="0" t="0" r="r" b="b"/>
            <a:pathLst>
              <a:path w="212" h="25">
                <a:moveTo>
                  <a:pt x="0" y="25"/>
                </a:moveTo>
                <a:lnTo>
                  <a:pt x="212" y="0"/>
                </a:lnTo>
                <a:lnTo>
                  <a:pt x="212" y="1"/>
                </a:lnTo>
                <a:lnTo>
                  <a:pt x="6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6" name=""/>
          <p:cNvSpPr/>
          <p:nvPr/>
        </p:nvSpPr>
        <p:spPr>
          <a:xfrm>
            <a:off x="8138880" y="3414600"/>
            <a:ext cx="74160" cy="8640"/>
          </a:xfrm>
          <a:custGeom>
            <a:avLst/>
            <a:gdLst/>
            <a:ahLst/>
            <a:rect l="0" t="0" r="r" b="b"/>
            <a:pathLst>
              <a:path w="206" h="24">
                <a:moveTo>
                  <a:pt x="0" y="24"/>
                </a:moveTo>
                <a:lnTo>
                  <a:pt x="206" y="0"/>
                </a:lnTo>
                <a:lnTo>
                  <a:pt x="206" y="1"/>
                </a:lnTo>
                <a:lnTo>
                  <a:pt x="6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7" name=""/>
          <p:cNvSpPr/>
          <p:nvPr/>
        </p:nvSpPr>
        <p:spPr>
          <a:xfrm>
            <a:off x="8141040" y="3414960"/>
            <a:ext cx="72000" cy="8280"/>
          </a:xfrm>
          <a:custGeom>
            <a:avLst/>
            <a:gdLst/>
            <a:ahLst/>
            <a:rect l="0" t="0" r="r" b="b"/>
            <a:pathLst>
              <a:path w="200" h="23">
                <a:moveTo>
                  <a:pt x="0" y="23"/>
                </a:moveTo>
                <a:lnTo>
                  <a:pt x="200" y="0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8" name=""/>
          <p:cNvSpPr/>
          <p:nvPr/>
        </p:nvSpPr>
        <p:spPr>
          <a:xfrm>
            <a:off x="8143200" y="3414960"/>
            <a:ext cx="69840" cy="8280"/>
          </a:xfrm>
          <a:custGeom>
            <a:avLst/>
            <a:gdLst/>
            <a:ahLst/>
            <a:rect l="0" t="0" r="r" b="b"/>
            <a:pathLst>
              <a:path w="194" h="23">
                <a:moveTo>
                  <a:pt x="0" y="23"/>
                </a:moveTo>
                <a:lnTo>
                  <a:pt x="194" y="0"/>
                </a:lnTo>
                <a:lnTo>
                  <a:pt x="194" y="1"/>
                </a:lnTo>
                <a:lnTo>
                  <a:pt x="6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d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79" name=""/>
          <p:cNvSpPr/>
          <p:nvPr/>
        </p:nvSpPr>
        <p:spPr>
          <a:xfrm>
            <a:off x="8145360" y="3415320"/>
            <a:ext cx="67680" cy="7920"/>
          </a:xfrm>
          <a:custGeom>
            <a:avLst/>
            <a:gdLst/>
            <a:ahLst/>
            <a:rect l="0" t="0" r="r" b="b"/>
            <a:pathLst>
              <a:path w="188" h="22">
                <a:moveTo>
                  <a:pt x="0" y="22"/>
                </a:moveTo>
                <a:lnTo>
                  <a:pt x="188" y="0"/>
                </a:lnTo>
                <a:lnTo>
                  <a:pt x="188" y="1"/>
                </a:lnTo>
                <a:lnTo>
                  <a:pt x="6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80" name=""/>
          <p:cNvSpPr/>
          <p:nvPr/>
        </p:nvSpPr>
        <p:spPr>
          <a:xfrm>
            <a:off x="8147520" y="3415680"/>
            <a:ext cx="65520" cy="7560"/>
          </a:xfrm>
          <a:custGeom>
            <a:avLst/>
            <a:gdLst/>
            <a:ahLst/>
            <a:rect l="0" t="0" r="r" b="b"/>
            <a:pathLst>
              <a:path w="182" h="21">
                <a:moveTo>
                  <a:pt x="0" y="21"/>
                </a:moveTo>
                <a:lnTo>
                  <a:pt x="182" y="0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81" name=""/>
          <p:cNvSpPr/>
          <p:nvPr/>
        </p:nvSpPr>
        <p:spPr>
          <a:xfrm>
            <a:off x="8149680" y="3415680"/>
            <a:ext cx="63360" cy="7560"/>
          </a:xfrm>
          <a:custGeom>
            <a:avLst/>
            <a:gdLst/>
            <a:ahLst/>
            <a:rect l="0" t="0" r="r" b="b"/>
            <a:pathLst>
              <a:path w="176" h="21">
                <a:moveTo>
                  <a:pt x="0" y="21"/>
                </a:moveTo>
                <a:lnTo>
                  <a:pt x="176" y="0"/>
                </a:lnTo>
                <a:lnTo>
                  <a:pt x="176" y="1"/>
                </a:lnTo>
                <a:lnTo>
                  <a:pt x="6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82" name=""/>
          <p:cNvSpPr/>
          <p:nvPr/>
        </p:nvSpPr>
        <p:spPr>
          <a:xfrm>
            <a:off x="8151840" y="3416040"/>
            <a:ext cx="61200" cy="7200"/>
          </a:xfrm>
          <a:custGeom>
            <a:avLst/>
            <a:gdLst/>
            <a:ahLst/>
            <a:rect l="0" t="0" r="r" b="b"/>
            <a:pathLst>
              <a:path w="170" h="20">
                <a:moveTo>
                  <a:pt x="0" y="20"/>
                </a:moveTo>
                <a:lnTo>
                  <a:pt x="170" y="0"/>
                </a:lnTo>
                <a:lnTo>
                  <a:pt x="170" y="1"/>
                </a:lnTo>
                <a:lnTo>
                  <a:pt x="6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83" name=""/>
          <p:cNvSpPr/>
          <p:nvPr/>
        </p:nvSpPr>
        <p:spPr>
          <a:xfrm>
            <a:off x="8154000" y="3416400"/>
            <a:ext cx="59040" cy="6840"/>
          </a:xfrm>
          <a:custGeom>
            <a:avLst/>
            <a:gdLst/>
            <a:ahLst/>
            <a:rect l="0" t="0" r="r" b="b"/>
            <a:pathLst>
              <a:path w="164" h="19">
                <a:moveTo>
                  <a:pt x="0" y="19"/>
                </a:moveTo>
                <a:lnTo>
                  <a:pt x="164" y="0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84" name=""/>
          <p:cNvSpPr/>
          <p:nvPr/>
        </p:nvSpPr>
        <p:spPr>
          <a:xfrm>
            <a:off x="8156160" y="3416400"/>
            <a:ext cx="56880" cy="6840"/>
          </a:xfrm>
          <a:custGeom>
            <a:avLst/>
            <a:gdLst/>
            <a:ahLst/>
            <a:rect l="0" t="0" r="r" b="b"/>
            <a:pathLst>
              <a:path w="158" h="19">
                <a:moveTo>
                  <a:pt x="0" y="19"/>
                </a:moveTo>
                <a:lnTo>
                  <a:pt x="158" y="0"/>
                </a:lnTo>
                <a:lnTo>
                  <a:pt x="158" y="1"/>
                </a:lnTo>
                <a:lnTo>
                  <a:pt x="6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85" name=""/>
          <p:cNvSpPr/>
          <p:nvPr/>
        </p:nvSpPr>
        <p:spPr>
          <a:xfrm>
            <a:off x="8158320" y="3416760"/>
            <a:ext cx="54720" cy="6480"/>
          </a:xfrm>
          <a:custGeom>
            <a:avLst/>
            <a:gdLst/>
            <a:ahLst/>
            <a:rect l="0" t="0" r="r" b="b"/>
            <a:pathLst>
              <a:path w="152" h="18">
                <a:moveTo>
                  <a:pt x="0" y="18"/>
                </a:moveTo>
                <a:lnTo>
                  <a:pt x="152" y="0"/>
                </a:lnTo>
                <a:lnTo>
                  <a:pt x="152" y="1"/>
                </a:lnTo>
                <a:lnTo>
                  <a:pt x="6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086" name=""/>
          <p:cNvSpPr/>
          <p:nvPr/>
        </p:nvSpPr>
        <p:spPr>
          <a:xfrm>
            <a:off x="8160480" y="3417120"/>
            <a:ext cx="52560" cy="6120"/>
          </a:xfrm>
          <a:custGeom>
            <a:avLst/>
            <a:gdLst/>
            <a:ahLst/>
            <a:rect l="0" t="0" r="r" b="b"/>
            <a:pathLst>
              <a:path w="146" h="17">
                <a:moveTo>
                  <a:pt x="0" y="17"/>
                </a:moveTo>
                <a:lnTo>
                  <a:pt x="146" y="0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87" name=""/>
          <p:cNvSpPr/>
          <p:nvPr/>
        </p:nvSpPr>
        <p:spPr>
          <a:xfrm>
            <a:off x="8162640" y="3417120"/>
            <a:ext cx="50400" cy="6120"/>
          </a:xfrm>
          <a:custGeom>
            <a:avLst/>
            <a:gdLst/>
            <a:ahLst/>
            <a:rect l="0" t="0" r="r" b="b"/>
            <a:pathLst>
              <a:path w="140" h="17">
                <a:moveTo>
                  <a:pt x="0" y="17"/>
                </a:moveTo>
                <a:lnTo>
                  <a:pt x="140" y="0"/>
                </a:lnTo>
                <a:lnTo>
                  <a:pt x="140" y="1"/>
                </a:lnTo>
                <a:lnTo>
                  <a:pt x="6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88" name=""/>
          <p:cNvSpPr/>
          <p:nvPr/>
        </p:nvSpPr>
        <p:spPr>
          <a:xfrm>
            <a:off x="8164800" y="3417480"/>
            <a:ext cx="48240" cy="5760"/>
          </a:xfrm>
          <a:custGeom>
            <a:avLst/>
            <a:gdLst/>
            <a:ahLst/>
            <a:rect l="0" t="0" r="r" b="b"/>
            <a:pathLst>
              <a:path w="134" h="16">
                <a:moveTo>
                  <a:pt x="0" y="16"/>
                </a:moveTo>
                <a:lnTo>
                  <a:pt x="134" y="0"/>
                </a:lnTo>
                <a:lnTo>
                  <a:pt x="134" y="1"/>
                </a:lnTo>
                <a:lnTo>
                  <a:pt x="6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89" name=""/>
          <p:cNvSpPr/>
          <p:nvPr/>
        </p:nvSpPr>
        <p:spPr>
          <a:xfrm>
            <a:off x="8166960" y="3417840"/>
            <a:ext cx="46080" cy="5400"/>
          </a:xfrm>
          <a:custGeom>
            <a:avLst/>
            <a:gdLst/>
            <a:ahLst/>
            <a:rect l="0" t="0" r="r" b="b"/>
            <a:pathLst>
              <a:path w="128" h="15">
                <a:moveTo>
                  <a:pt x="0" y="15"/>
                </a:moveTo>
                <a:lnTo>
                  <a:pt x="128" y="0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0" name=""/>
          <p:cNvSpPr/>
          <p:nvPr/>
        </p:nvSpPr>
        <p:spPr>
          <a:xfrm>
            <a:off x="8169120" y="3417840"/>
            <a:ext cx="43920" cy="5400"/>
          </a:xfrm>
          <a:custGeom>
            <a:avLst/>
            <a:gdLst/>
            <a:ahLst/>
            <a:rect l="0" t="0" r="r" b="b"/>
            <a:pathLst>
              <a:path w="122" h="15">
                <a:moveTo>
                  <a:pt x="0" y="15"/>
                </a:moveTo>
                <a:lnTo>
                  <a:pt x="122" y="0"/>
                </a:lnTo>
                <a:lnTo>
                  <a:pt x="122" y="1"/>
                </a:lnTo>
                <a:lnTo>
                  <a:pt x="6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1" name=""/>
          <p:cNvSpPr/>
          <p:nvPr/>
        </p:nvSpPr>
        <p:spPr>
          <a:xfrm>
            <a:off x="8171280" y="3418200"/>
            <a:ext cx="41760" cy="5040"/>
          </a:xfrm>
          <a:custGeom>
            <a:avLst/>
            <a:gdLst/>
            <a:ahLst/>
            <a:rect l="0" t="0" r="r" b="b"/>
            <a:pathLst>
              <a:path w="116" h="14">
                <a:moveTo>
                  <a:pt x="0" y="14"/>
                </a:moveTo>
                <a:lnTo>
                  <a:pt x="116" y="0"/>
                </a:lnTo>
                <a:lnTo>
                  <a:pt x="116" y="1"/>
                </a:lnTo>
                <a:lnTo>
                  <a:pt x="6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2" name=""/>
          <p:cNvSpPr/>
          <p:nvPr/>
        </p:nvSpPr>
        <p:spPr>
          <a:xfrm>
            <a:off x="8173440" y="3418560"/>
            <a:ext cx="39600" cy="4680"/>
          </a:xfrm>
          <a:custGeom>
            <a:avLst/>
            <a:gdLst/>
            <a:ahLst/>
            <a:rect l="0" t="0" r="r" b="b"/>
            <a:pathLst>
              <a:path w="110" h="13">
                <a:moveTo>
                  <a:pt x="0" y="13"/>
                </a:moveTo>
                <a:lnTo>
                  <a:pt x="110" y="0"/>
                </a:lnTo>
                <a:lnTo>
                  <a:pt x="7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3" name=""/>
          <p:cNvSpPr/>
          <p:nvPr/>
        </p:nvSpPr>
        <p:spPr>
          <a:xfrm>
            <a:off x="8175960" y="3418560"/>
            <a:ext cx="37080" cy="4680"/>
          </a:xfrm>
          <a:custGeom>
            <a:avLst/>
            <a:gdLst/>
            <a:ahLst/>
            <a:rect l="0" t="0" r="r" b="b"/>
            <a:pathLst>
              <a:path w="103" h="13">
                <a:moveTo>
                  <a:pt x="0" y="13"/>
                </a:moveTo>
                <a:lnTo>
                  <a:pt x="103" y="0"/>
                </a:lnTo>
                <a:lnTo>
                  <a:pt x="103" y="1"/>
                </a:lnTo>
                <a:lnTo>
                  <a:pt x="6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4" name=""/>
          <p:cNvSpPr/>
          <p:nvPr/>
        </p:nvSpPr>
        <p:spPr>
          <a:xfrm>
            <a:off x="8178120" y="3418920"/>
            <a:ext cx="34920" cy="4320"/>
          </a:xfrm>
          <a:custGeom>
            <a:avLst/>
            <a:gdLst/>
            <a:ahLst/>
            <a:rect l="0" t="0" r="r" b="b"/>
            <a:pathLst>
              <a:path w="97" h="12">
                <a:moveTo>
                  <a:pt x="0" y="12"/>
                </a:moveTo>
                <a:lnTo>
                  <a:pt x="97" y="0"/>
                </a:lnTo>
                <a:lnTo>
                  <a:pt x="97" y="1"/>
                </a:lnTo>
                <a:lnTo>
                  <a:pt x="6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a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5" name=""/>
          <p:cNvSpPr/>
          <p:nvPr/>
        </p:nvSpPr>
        <p:spPr>
          <a:xfrm>
            <a:off x="8180280" y="3419280"/>
            <a:ext cx="32760" cy="3960"/>
          </a:xfrm>
          <a:custGeom>
            <a:avLst/>
            <a:gdLst/>
            <a:ahLst/>
            <a:rect l="0" t="0" r="r" b="b"/>
            <a:pathLst>
              <a:path w="91" h="11">
                <a:moveTo>
                  <a:pt x="0" y="11"/>
                </a:moveTo>
                <a:lnTo>
                  <a:pt x="91" y="0"/>
                </a:lnTo>
                <a:lnTo>
                  <a:pt x="7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6" name=""/>
          <p:cNvSpPr/>
          <p:nvPr/>
        </p:nvSpPr>
        <p:spPr>
          <a:xfrm>
            <a:off x="8182440" y="3419280"/>
            <a:ext cx="30600" cy="3960"/>
          </a:xfrm>
          <a:custGeom>
            <a:avLst/>
            <a:gdLst/>
            <a:ahLst/>
            <a:rect l="0" t="0" r="r" b="b"/>
            <a:pathLst>
              <a:path w="85" h="11">
                <a:moveTo>
                  <a:pt x="0" y="11"/>
                </a:moveTo>
                <a:lnTo>
                  <a:pt x="85" y="0"/>
                </a:lnTo>
                <a:lnTo>
                  <a:pt x="85" y="1"/>
                </a:lnTo>
                <a:lnTo>
                  <a:pt x="6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7" name=""/>
          <p:cNvSpPr/>
          <p:nvPr/>
        </p:nvSpPr>
        <p:spPr>
          <a:xfrm>
            <a:off x="8184600" y="3419640"/>
            <a:ext cx="28440" cy="3960"/>
          </a:xfrm>
          <a:custGeom>
            <a:avLst/>
            <a:gdLst/>
            <a:ahLst/>
            <a:rect l="0" t="0" r="r" b="b"/>
            <a:pathLst>
              <a:path w="79" h="11">
                <a:moveTo>
                  <a:pt x="0" y="11"/>
                </a:moveTo>
                <a:lnTo>
                  <a:pt x="79" y="0"/>
                </a:lnTo>
                <a:lnTo>
                  <a:pt x="79" y="2"/>
                </a:lnTo>
                <a:lnTo>
                  <a:pt x="7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8" name=""/>
          <p:cNvSpPr/>
          <p:nvPr/>
        </p:nvSpPr>
        <p:spPr>
          <a:xfrm>
            <a:off x="8186760" y="3420000"/>
            <a:ext cx="26280" cy="3240"/>
          </a:xfrm>
          <a:custGeom>
            <a:avLst/>
            <a:gdLst/>
            <a:ahLst/>
            <a:rect l="0" t="0" r="r" b="b"/>
            <a:pathLst>
              <a:path w="73" h="9">
                <a:moveTo>
                  <a:pt x="0" y="9"/>
                </a:moveTo>
                <a:lnTo>
                  <a:pt x="73" y="0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099" name=""/>
          <p:cNvSpPr/>
          <p:nvPr/>
        </p:nvSpPr>
        <p:spPr>
          <a:xfrm>
            <a:off x="8188920" y="3420000"/>
            <a:ext cx="24120" cy="3240"/>
          </a:xfrm>
          <a:custGeom>
            <a:avLst/>
            <a:gdLst/>
            <a:ahLst/>
            <a:rect l="0" t="0" r="r" b="b"/>
            <a:pathLst>
              <a:path w="67" h="9">
                <a:moveTo>
                  <a:pt x="0" y="9"/>
                </a:moveTo>
                <a:lnTo>
                  <a:pt x="67" y="0"/>
                </a:lnTo>
                <a:lnTo>
                  <a:pt x="67" y="1"/>
                </a:lnTo>
                <a:lnTo>
                  <a:pt x="6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0" name=""/>
          <p:cNvSpPr/>
          <p:nvPr/>
        </p:nvSpPr>
        <p:spPr>
          <a:xfrm>
            <a:off x="8191080" y="3420360"/>
            <a:ext cx="21960" cy="2880"/>
          </a:xfrm>
          <a:custGeom>
            <a:avLst/>
            <a:gdLst/>
            <a:ahLst/>
            <a:rect l="0" t="0" r="r" b="b"/>
            <a:pathLst>
              <a:path w="61" h="8">
                <a:moveTo>
                  <a:pt x="0" y="8"/>
                </a:moveTo>
                <a:lnTo>
                  <a:pt x="61" y="0"/>
                </a:lnTo>
                <a:lnTo>
                  <a:pt x="61" y="1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1" name=""/>
          <p:cNvSpPr/>
          <p:nvPr/>
        </p:nvSpPr>
        <p:spPr>
          <a:xfrm>
            <a:off x="8193240" y="3420720"/>
            <a:ext cx="19800" cy="2880"/>
          </a:xfrm>
          <a:custGeom>
            <a:avLst/>
            <a:gdLst/>
            <a:ahLst/>
            <a:rect l="0" t="0" r="r" b="b"/>
            <a:pathLst>
              <a:path w="55" h="8">
                <a:moveTo>
                  <a:pt x="0" y="8"/>
                </a:moveTo>
                <a:lnTo>
                  <a:pt x="55" y="0"/>
                </a:lnTo>
                <a:lnTo>
                  <a:pt x="7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2" name=""/>
          <p:cNvSpPr/>
          <p:nvPr/>
        </p:nvSpPr>
        <p:spPr>
          <a:xfrm>
            <a:off x="8195400" y="3420720"/>
            <a:ext cx="17640" cy="2880"/>
          </a:xfrm>
          <a:custGeom>
            <a:avLst/>
            <a:gdLst/>
            <a:ahLst/>
            <a:rect l="0" t="0" r="r" b="b"/>
            <a:pathLst>
              <a:path w="49" h="8">
                <a:moveTo>
                  <a:pt x="0" y="8"/>
                </a:moveTo>
                <a:lnTo>
                  <a:pt x="49" y="0"/>
                </a:lnTo>
                <a:lnTo>
                  <a:pt x="49" y="2"/>
                </a:lnTo>
                <a:lnTo>
                  <a:pt x="6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3" name=""/>
          <p:cNvSpPr/>
          <p:nvPr/>
        </p:nvSpPr>
        <p:spPr>
          <a:xfrm>
            <a:off x="8197560" y="3421080"/>
            <a:ext cx="15480" cy="2160"/>
          </a:xfrm>
          <a:custGeom>
            <a:avLst/>
            <a:gdLst/>
            <a:ahLst/>
            <a:rect l="0" t="0" r="r" b="b"/>
            <a:pathLst>
              <a:path w="43" h="6">
                <a:moveTo>
                  <a:pt x="0" y="6"/>
                </a:moveTo>
                <a:lnTo>
                  <a:pt x="43" y="0"/>
                </a:lnTo>
                <a:lnTo>
                  <a:pt x="43" y="1"/>
                </a:lnTo>
                <a:lnTo>
                  <a:pt x="6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4" name=""/>
          <p:cNvSpPr/>
          <p:nvPr/>
        </p:nvSpPr>
        <p:spPr>
          <a:xfrm>
            <a:off x="8199720" y="3421440"/>
            <a:ext cx="13320" cy="1800"/>
          </a:xfrm>
          <a:custGeom>
            <a:avLst/>
            <a:gdLst/>
            <a:ahLst/>
            <a:rect l="0" t="0" r="r" b="b"/>
            <a:pathLst>
              <a:path w="37" h="5">
                <a:moveTo>
                  <a:pt x="0" y="5"/>
                </a:moveTo>
                <a:lnTo>
                  <a:pt x="37" y="0"/>
                </a:lnTo>
                <a:lnTo>
                  <a:pt x="6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5" name=""/>
          <p:cNvSpPr/>
          <p:nvPr/>
        </p:nvSpPr>
        <p:spPr>
          <a:xfrm>
            <a:off x="8201880" y="3421440"/>
            <a:ext cx="11160" cy="1800"/>
          </a:xfrm>
          <a:custGeom>
            <a:avLst/>
            <a:gdLst/>
            <a:ahLst/>
            <a:rect l="0" t="0" r="r" b="b"/>
            <a:pathLst>
              <a:path w="31" h="5">
                <a:moveTo>
                  <a:pt x="0" y="5"/>
                </a:moveTo>
                <a:lnTo>
                  <a:pt x="31" y="0"/>
                </a:lnTo>
                <a:lnTo>
                  <a:pt x="31" y="1"/>
                </a:lnTo>
                <a:lnTo>
                  <a:pt x="7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6" name=""/>
          <p:cNvSpPr/>
          <p:nvPr/>
        </p:nvSpPr>
        <p:spPr>
          <a:xfrm>
            <a:off x="8204040" y="3421800"/>
            <a:ext cx="9000" cy="1440"/>
          </a:xfrm>
          <a:custGeom>
            <a:avLst/>
            <a:gdLst/>
            <a:ahLst/>
            <a:rect l="0" t="0" r="r" b="b"/>
            <a:pathLst>
              <a:path w="25" h="4">
                <a:moveTo>
                  <a:pt x="0" y="4"/>
                </a:moveTo>
                <a:lnTo>
                  <a:pt x="25" y="0"/>
                </a:lnTo>
                <a:lnTo>
                  <a:pt x="25" y="1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7" name=""/>
          <p:cNvSpPr/>
          <p:nvPr/>
        </p:nvSpPr>
        <p:spPr>
          <a:xfrm>
            <a:off x="8206200" y="3422160"/>
            <a:ext cx="6840" cy="1440"/>
          </a:xfrm>
          <a:custGeom>
            <a:avLst/>
            <a:gdLst/>
            <a:ahLst/>
            <a:rect l="0" t="0" r="r" b="b"/>
            <a:pathLst>
              <a:path w="19" h="4">
                <a:moveTo>
                  <a:pt x="0" y="4"/>
                </a:moveTo>
                <a:lnTo>
                  <a:pt x="19" y="0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8" name=""/>
          <p:cNvSpPr/>
          <p:nvPr/>
        </p:nvSpPr>
        <p:spPr>
          <a:xfrm>
            <a:off x="8208360" y="342216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0" y="4"/>
                </a:moveTo>
                <a:lnTo>
                  <a:pt x="13" y="0"/>
                </a:lnTo>
                <a:lnTo>
                  <a:pt x="13" y="2"/>
                </a:lnTo>
                <a:lnTo>
                  <a:pt x="7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09" name=""/>
          <p:cNvSpPr/>
          <p:nvPr/>
        </p:nvSpPr>
        <p:spPr>
          <a:xfrm>
            <a:off x="8210520" y="3422520"/>
            <a:ext cx="2160" cy="360"/>
          </a:xfrm>
          <a:custGeom>
            <a:avLst/>
            <a:gdLst/>
            <a:ahLst/>
            <a:rect l="0" t="0" r="r" b="b"/>
            <a:pathLst>
              <a:path w="6" h="1">
                <a:moveTo>
                  <a:pt x="0" y="1"/>
                </a:moveTo>
                <a:lnTo>
                  <a:pt x="6" y="0"/>
                </a:lnTo>
                <a:lnTo>
                  <a:pt x="6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110" name=""/>
          <p:cNvSpPr/>
          <p:nvPr/>
        </p:nvSpPr>
        <p:spPr>
          <a:xfrm>
            <a:off x="7935120" y="3392280"/>
            <a:ext cx="277920" cy="30960"/>
          </a:xfrm>
          <a:custGeom>
            <a:avLst/>
            <a:gdLst/>
            <a:ahLst/>
            <a:rect l="0" t="0" r="r" b="b"/>
            <a:pathLst>
              <a:path w="772" h="86">
                <a:moveTo>
                  <a:pt x="0" y="86"/>
                </a:moveTo>
                <a:lnTo>
                  <a:pt x="772" y="86"/>
                </a:lnTo>
                <a:lnTo>
                  <a:pt x="772" y="0"/>
                </a:lnTo>
                <a:lnTo>
                  <a:pt x="0" y="0"/>
                </a:lnTo>
                <a:lnTo>
                  <a:pt x="0" y="86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1" name=""/>
          <p:cNvSpPr/>
          <p:nvPr/>
        </p:nvSpPr>
        <p:spPr>
          <a:xfrm>
            <a:off x="7887960" y="3169800"/>
            <a:ext cx="11880" cy="1440"/>
          </a:xfrm>
          <a:custGeom>
            <a:avLst/>
            <a:gdLst/>
            <a:ahLst/>
            <a:rect l="0" t="0" r="r" b="b"/>
            <a:pathLst>
              <a:path w="33" h="4">
                <a:moveTo>
                  <a:pt x="0" y="0"/>
                </a:moveTo>
                <a:lnTo>
                  <a:pt x="33" y="0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2" name=""/>
          <p:cNvSpPr/>
          <p:nvPr/>
        </p:nvSpPr>
        <p:spPr>
          <a:xfrm>
            <a:off x="7887960" y="3169800"/>
            <a:ext cx="18360" cy="1800"/>
          </a:xfrm>
          <a:custGeom>
            <a:avLst/>
            <a:gdLst/>
            <a:ahLst/>
            <a:rect l="0" t="0" r="r" b="b"/>
            <a:pathLst>
              <a:path w="51" h="5">
                <a:moveTo>
                  <a:pt x="0" y="4"/>
                </a:moveTo>
                <a:lnTo>
                  <a:pt x="33" y="0"/>
                </a:lnTo>
                <a:lnTo>
                  <a:pt x="51" y="0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3" name=""/>
          <p:cNvSpPr/>
          <p:nvPr/>
        </p:nvSpPr>
        <p:spPr>
          <a:xfrm>
            <a:off x="7887960" y="3169800"/>
            <a:ext cx="20880" cy="2160"/>
          </a:xfrm>
          <a:custGeom>
            <a:avLst/>
            <a:gdLst/>
            <a:ahLst/>
            <a:rect l="0" t="0" r="r" b="b"/>
            <a:pathLst>
              <a:path w="58" h="6">
                <a:moveTo>
                  <a:pt x="0" y="5"/>
                </a:moveTo>
                <a:lnTo>
                  <a:pt x="50" y="0"/>
                </a:lnTo>
                <a:lnTo>
                  <a:pt x="58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4" name=""/>
          <p:cNvSpPr/>
          <p:nvPr/>
        </p:nvSpPr>
        <p:spPr>
          <a:xfrm>
            <a:off x="7887960" y="3169800"/>
            <a:ext cx="23760" cy="2520"/>
          </a:xfrm>
          <a:custGeom>
            <a:avLst/>
            <a:gdLst/>
            <a:ahLst/>
            <a:rect l="0" t="0" r="r" b="b"/>
            <a:pathLst>
              <a:path w="66" h="7">
                <a:moveTo>
                  <a:pt x="0" y="6"/>
                </a:moveTo>
                <a:lnTo>
                  <a:pt x="58" y="0"/>
                </a:lnTo>
                <a:lnTo>
                  <a:pt x="66" y="0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5" name=""/>
          <p:cNvSpPr/>
          <p:nvPr/>
        </p:nvSpPr>
        <p:spPr>
          <a:xfrm>
            <a:off x="7887960" y="3169800"/>
            <a:ext cx="29520" cy="2880"/>
          </a:xfrm>
          <a:custGeom>
            <a:avLst/>
            <a:gdLst/>
            <a:ahLst/>
            <a:rect l="0" t="0" r="r" b="b"/>
            <a:pathLst>
              <a:path w="82" h="8">
                <a:moveTo>
                  <a:pt x="0" y="7"/>
                </a:moveTo>
                <a:lnTo>
                  <a:pt x="66" y="0"/>
                </a:lnTo>
                <a:lnTo>
                  <a:pt x="82" y="0"/>
                </a:lnTo>
                <a:lnTo>
                  <a:pt x="0" y="8"/>
                </a:lnTo>
                <a:lnTo>
                  <a:pt x="0" y="7"/>
                </a:lnTo>
                <a:close/>
              </a:path>
            </a:pathLst>
          </a:custGeom>
          <a:solidFill>
            <a:srgbClr val="dddd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6" name=""/>
          <p:cNvSpPr/>
          <p:nvPr/>
        </p:nvSpPr>
        <p:spPr>
          <a:xfrm>
            <a:off x="7887960" y="3169800"/>
            <a:ext cx="32400" cy="3240"/>
          </a:xfrm>
          <a:custGeom>
            <a:avLst/>
            <a:gdLst/>
            <a:ahLst/>
            <a:rect l="0" t="0" r="r" b="b"/>
            <a:pathLst>
              <a:path w="90" h="9">
                <a:moveTo>
                  <a:pt x="0" y="8"/>
                </a:moveTo>
                <a:lnTo>
                  <a:pt x="82" y="0"/>
                </a:lnTo>
                <a:lnTo>
                  <a:pt x="90" y="0"/>
                </a:lnTo>
                <a:lnTo>
                  <a:pt x="0" y="9"/>
                </a:lnTo>
                <a:lnTo>
                  <a:pt x="0" y="8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7" name=""/>
          <p:cNvSpPr/>
          <p:nvPr/>
        </p:nvSpPr>
        <p:spPr>
          <a:xfrm>
            <a:off x="7887960" y="3169800"/>
            <a:ext cx="35280" cy="3600"/>
          </a:xfrm>
          <a:custGeom>
            <a:avLst/>
            <a:gdLst/>
            <a:ahLst/>
            <a:rect l="0" t="0" r="r" b="b"/>
            <a:pathLst>
              <a:path w="98" h="10">
                <a:moveTo>
                  <a:pt x="0" y="9"/>
                </a:moveTo>
                <a:lnTo>
                  <a:pt x="90" y="0"/>
                </a:lnTo>
                <a:lnTo>
                  <a:pt x="98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8" name=""/>
          <p:cNvSpPr/>
          <p:nvPr/>
        </p:nvSpPr>
        <p:spPr>
          <a:xfrm>
            <a:off x="7887960" y="3169800"/>
            <a:ext cx="41040" cy="3960"/>
          </a:xfrm>
          <a:custGeom>
            <a:avLst/>
            <a:gdLst/>
            <a:ahLst/>
            <a:rect l="0" t="0" r="r" b="b"/>
            <a:pathLst>
              <a:path w="114" h="11">
                <a:moveTo>
                  <a:pt x="0" y="9"/>
                </a:moveTo>
                <a:lnTo>
                  <a:pt x="98" y="0"/>
                </a:lnTo>
                <a:lnTo>
                  <a:pt x="114" y="0"/>
                </a:lnTo>
                <a:lnTo>
                  <a:pt x="0" y="11"/>
                </a:lnTo>
                <a:lnTo>
                  <a:pt x="0" y="9"/>
                </a:lnTo>
                <a:close/>
              </a:path>
            </a:pathLst>
          </a:custGeom>
          <a:solidFill>
            <a:srgbClr val="dd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19" name=""/>
          <p:cNvSpPr/>
          <p:nvPr/>
        </p:nvSpPr>
        <p:spPr>
          <a:xfrm>
            <a:off x="7887960" y="3169800"/>
            <a:ext cx="43920" cy="4320"/>
          </a:xfrm>
          <a:custGeom>
            <a:avLst/>
            <a:gdLst/>
            <a:ahLst/>
            <a:rect l="0" t="0" r="r" b="b"/>
            <a:pathLst>
              <a:path w="122" h="12">
                <a:moveTo>
                  <a:pt x="0" y="11"/>
                </a:moveTo>
                <a:lnTo>
                  <a:pt x="114" y="0"/>
                </a:lnTo>
                <a:lnTo>
                  <a:pt x="122" y="0"/>
                </a:lnTo>
                <a:lnTo>
                  <a:pt x="0" y="12"/>
                </a:lnTo>
                <a:lnTo>
                  <a:pt x="0" y="11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0" name=""/>
          <p:cNvSpPr/>
          <p:nvPr/>
        </p:nvSpPr>
        <p:spPr>
          <a:xfrm>
            <a:off x="7887960" y="3169800"/>
            <a:ext cx="46800" cy="5040"/>
          </a:xfrm>
          <a:custGeom>
            <a:avLst/>
            <a:gdLst/>
            <a:ahLst/>
            <a:rect l="0" t="0" r="r" b="b"/>
            <a:pathLst>
              <a:path w="130" h="14">
                <a:moveTo>
                  <a:pt x="0" y="12"/>
                </a:moveTo>
                <a:lnTo>
                  <a:pt x="122" y="0"/>
                </a:lnTo>
                <a:lnTo>
                  <a:pt x="130" y="0"/>
                </a:lnTo>
                <a:lnTo>
                  <a:pt x="0" y="14"/>
                </a:lnTo>
                <a:lnTo>
                  <a:pt x="0" y="12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1" name=""/>
          <p:cNvSpPr/>
          <p:nvPr/>
        </p:nvSpPr>
        <p:spPr>
          <a:xfrm>
            <a:off x="7887960" y="3169800"/>
            <a:ext cx="58680" cy="5400"/>
          </a:xfrm>
          <a:custGeom>
            <a:avLst/>
            <a:gdLst/>
            <a:ahLst/>
            <a:rect l="0" t="0" r="r" b="b"/>
            <a:pathLst>
              <a:path w="163" h="15">
                <a:moveTo>
                  <a:pt x="0" y="13"/>
                </a:moveTo>
                <a:lnTo>
                  <a:pt x="130" y="0"/>
                </a:lnTo>
                <a:lnTo>
                  <a:pt x="163" y="0"/>
                </a:lnTo>
                <a:lnTo>
                  <a:pt x="0" y="15"/>
                </a:lnTo>
                <a:lnTo>
                  <a:pt x="0" y="13"/>
                </a:lnTo>
                <a:close/>
              </a:path>
            </a:pathLst>
          </a:custGeom>
          <a:solidFill>
            <a:srgbClr val="dddc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2" name=""/>
          <p:cNvSpPr/>
          <p:nvPr/>
        </p:nvSpPr>
        <p:spPr>
          <a:xfrm>
            <a:off x="7887960" y="3169800"/>
            <a:ext cx="61560" cy="5760"/>
          </a:xfrm>
          <a:custGeom>
            <a:avLst/>
            <a:gdLst/>
            <a:ahLst/>
            <a:rect l="0" t="0" r="r" b="b"/>
            <a:pathLst>
              <a:path w="171" h="16">
                <a:moveTo>
                  <a:pt x="0" y="15"/>
                </a:moveTo>
                <a:lnTo>
                  <a:pt x="163" y="0"/>
                </a:lnTo>
                <a:lnTo>
                  <a:pt x="171" y="0"/>
                </a:lnTo>
                <a:lnTo>
                  <a:pt x="0" y="16"/>
                </a:lnTo>
                <a:lnTo>
                  <a:pt x="0" y="15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3" name=""/>
          <p:cNvSpPr/>
          <p:nvPr/>
        </p:nvSpPr>
        <p:spPr>
          <a:xfrm>
            <a:off x="7887960" y="3169800"/>
            <a:ext cx="64440" cy="6120"/>
          </a:xfrm>
          <a:custGeom>
            <a:avLst/>
            <a:gdLst/>
            <a:ahLst/>
            <a:rect l="0" t="0" r="r" b="b"/>
            <a:pathLst>
              <a:path w="179" h="17">
                <a:moveTo>
                  <a:pt x="0" y="16"/>
                </a:moveTo>
                <a:lnTo>
                  <a:pt x="171" y="0"/>
                </a:lnTo>
                <a:lnTo>
                  <a:pt x="179" y="0"/>
                </a:lnTo>
                <a:lnTo>
                  <a:pt x="0" y="17"/>
                </a:lnTo>
                <a:lnTo>
                  <a:pt x="0" y="16"/>
                </a:lnTo>
                <a:close/>
              </a:path>
            </a:pathLst>
          </a:custGeom>
          <a:solidFill>
            <a:srgbClr val="dddc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4" name=""/>
          <p:cNvSpPr/>
          <p:nvPr/>
        </p:nvSpPr>
        <p:spPr>
          <a:xfrm>
            <a:off x="7887960" y="3169800"/>
            <a:ext cx="70200" cy="6480"/>
          </a:xfrm>
          <a:custGeom>
            <a:avLst/>
            <a:gdLst/>
            <a:ahLst/>
            <a:rect l="0" t="0" r="r" b="b"/>
            <a:pathLst>
              <a:path w="195" h="18">
                <a:moveTo>
                  <a:pt x="0" y="17"/>
                </a:moveTo>
                <a:lnTo>
                  <a:pt x="178" y="0"/>
                </a:lnTo>
                <a:lnTo>
                  <a:pt x="195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5" name=""/>
          <p:cNvSpPr/>
          <p:nvPr/>
        </p:nvSpPr>
        <p:spPr>
          <a:xfrm>
            <a:off x="7887960" y="3169800"/>
            <a:ext cx="75960" cy="7200"/>
          </a:xfrm>
          <a:custGeom>
            <a:avLst/>
            <a:gdLst/>
            <a:ahLst/>
            <a:rect l="0" t="0" r="r" b="b"/>
            <a:pathLst>
              <a:path w="211" h="20">
                <a:moveTo>
                  <a:pt x="0" y="18"/>
                </a:moveTo>
                <a:lnTo>
                  <a:pt x="195" y="0"/>
                </a:lnTo>
                <a:lnTo>
                  <a:pt x="211" y="0"/>
                </a:lnTo>
                <a:lnTo>
                  <a:pt x="0" y="20"/>
                </a:lnTo>
                <a:lnTo>
                  <a:pt x="0" y="18"/>
                </a:lnTo>
                <a:close/>
              </a:path>
            </a:pathLst>
          </a:custGeom>
          <a:solidFill>
            <a:srgbClr val="dddb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6" name=""/>
          <p:cNvSpPr/>
          <p:nvPr/>
        </p:nvSpPr>
        <p:spPr>
          <a:xfrm>
            <a:off x="7887960" y="3169800"/>
            <a:ext cx="78840" cy="7560"/>
          </a:xfrm>
          <a:custGeom>
            <a:avLst/>
            <a:gdLst/>
            <a:ahLst/>
            <a:rect l="0" t="0" r="r" b="b"/>
            <a:pathLst>
              <a:path w="219" h="21">
                <a:moveTo>
                  <a:pt x="0" y="20"/>
                </a:moveTo>
                <a:lnTo>
                  <a:pt x="211" y="0"/>
                </a:lnTo>
                <a:lnTo>
                  <a:pt x="219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7" name=""/>
          <p:cNvSpPr/>
          <p:nvPr/>
        </p:nvSpPr>
        <p:spPr>
          <a:xfrm>
            <a:off x="7887960" y="3169800"/>
            <a:ext cx="81720" cy="7560"/>
          </a:xfrm>
          <a:custGeom>
            <a:avLst/>
            <a:gdLst/>
            <a:ahLst/>
            <a:rect l="0" t="0" r="r" b="b"/>
            <a:pathLst>
              <a:path w="227" h="21">
                <a:moveTo>
                  <a:pt x="0" y="21"/>
                </a:moveTo>
                <a:lnTo>
                  <a:pt x="219" y="0"/>
                </a:lnTo>
                <a:lnTo>
                  <a:pt x="227" y="0"/>
                </a:lnTo>
                <a:lnTo>
                  <a:pt x="0" y="21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8" name=""/>
          <p:cNvSpPr/>
          <p:nvPr/>
        </p:nvSpPr>
        <p:spPr>
          <a:xfrm>
            <a:off x="7887960" y="3169800"/>
            <a:ext cx="87480" cy="8280"/>
          </a:xfrm>
          <a:custGeom>
            <a:avLst/>
            <a:gdLst/>
            <a:ahLst/>
            <a:rect l="0" t="0" r="r" b="b"/>
            <a:pathLst>
              <a:path w="243" h="23">
                <a:moveTo>
                  <a:pt x="0" y="21"/>
                </a:moveTo>
                <a:lnTo>
                  <a:pt x="227" y="0"/>
                </a:lnTo>
                <a:lnTo>
                  <a:pt x="243" y="0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dcdb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29" name=""/>
          <p:cNvSpPr/>
          <p:nvPr/>
        </p:nvSpPr>
        <p:spPr>
          <a:xfrm>
            <a:off x="7887960" y="3169800"/>
            <a:ext cx="90360" cy="8280"/>
          </a:xfrm>
          <a:custGeom>
            <a:avLst/>
            <a:gdLst/>
            <a:ahLst/>
            <a:rect l="0" t="0" r="r" b="b"/>
            <a:pathLst>
              <a:path w="251" h="23">
                <a:moveTo>
                  <a:pt x="0" y="23"/>
                </a:moveTo>
                <a:lnTo>
                  <a:pt x="243" y="0"/>
                </a:lnTo>
                <a:lnTo>
                  <a:pt x="251" y="0"/>
                </a:lnTo>
                <a:lnTo>
                  <a:pt x="0" y="23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0" name=""/>
          <p:cNvSpPr/>
          <p:nvPr/>
        </p:nvSpPr>
        <p:spPr>
          <a:xfrm>
            <a:off x="7887960" y="3169800"/>
            <a:ext cx="93240" cy="8640"/>
          </a:xfrm>
          <a:custGeom>
            <a:avLst/>
            <a:gdLst/>
            <a:ahLst/>
            <a:rect l="0" t="0" r="r" b="b"/>
            <a:pathLst>
              <a:path w="259" h="24">
                <a:moveTo>
                  <a:pt x="0" y="23"/>
                </a:moveTo>
                <a:lnTo>
                  <a:pt x="251" y="0"/>
                </a:lnTo>
                <a:lnTo>
                  <a:pt x="259" y="0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dcda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1" name=""/>
          <p:cNvSpPr/>
          <p:nvPr/>
        </p:nvSpPr>
        <p:spPr>
          <a:xfrm>
            <a:off x="7887960" y="3169800"/>
            <a:ext cx="99000" cy="9360"/>
          </a:xfrm>
          <a:custGeom>
            <a:avLst/>
            <a:gdLst/>
            <a:ahLst/>
            <a:rect l="0" t="0" r="r" b="b"/>
            <a:pathLst>
              <a:path w="275" h="26">
                <a:moveTo>
                  <a:pt x="0" y="24"/>
                </a:moveTo>
                <a:lnTo>
                  <a:pt x="259" y="0"/>
                </a:lnTo>
                <a:lnTo>
                  <a:pt x="275" y="0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2" name=""/>
          <p:cNvSpPr/>
          <p:nvPr/>
        </p:nvSpPr>
        <p:spPr>
          <a:xfrm>
            <a:off x="7887960" y="3169800"/>
            <a:ext cx="105120" cy="9720"/>
          </a:xfrm>
          <a:custGeom>
            <a:avLst/>
            <a:gdLst/>
            <a:ahLst/>
            <a:rect l="0" t="0" r="r" b="b"/>
            <a:pathLst>
              <a:path w="292" h="27">
                <a:moveTo>
                  <a:pt x="0" y="26"/>
                </a:moveTo>
                <a:lnTo>
                  <a:pt x="274" y="0"/>
                </a:lnTo>
                <a:lnTo>
                  <a:pt x="292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dcda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3" name=""/>
          <p:cNvSpPr/>
          <p:nvPr/>
        </p:nvSpPr>
        <p:spPr>
          <a:xfrm>
            <a:off x="7887960" y="3169800"/>
            <a:ext cx="110880" cy="10440"/>
          </a:xfrm>
          <a:custGeom>
            <a:avLst/>
            <a:gdLst/>
            <a:ahLst/>
            <a:rect l="0" t="0" r="r" b="b"/>
            <a:pathLst>
              <a:path w="308" h="29">
                <a:moveTo>
                  <a:pt x="0" y="27"/>
                </a:moveTo>
                <a:lnTo>
                  <a:pt x="292" y="0"/>
                </a:lnTo>
                <a:lnTo>
                  <a:pt x="308" y="0"/>
                </a:lnTo>
                <a:lnTo>
                  <a:pt x="0" y="29"/>
                </a:lnTo>
                <a:lnTo>
                  <a:pt x="0" y="27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4" name=""/>
          <p:cNvSpPr/>
          <p:nvPr/>
        </p:nvSpPr>
        <p:spPr>
          <a:xfrm>
            <a:off x="7887960" y="3169800"/>
            <a:ext cx="116640" cy="10800"/>
          </a:xfrm>
          <a:custGeom>
            <a:avLst/>
            <a:gdLst/>
            <a:ahLst/>
            <a:rect l="0" t="0" r="r" b="b"/>
            <a:pathLst>
              <a:path w="324" h="30">
                <a:moveTo>
                  <a:pt x="0" y="29"/>
                </a:moveTo>
                <a:lnTo>
                  <a:pt x="308" y="0"/>
                </a:lnTo>
                <a:lnTo>
                  <a:pt x="324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dcda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5" name=""/>
          <p:cNvSpPr/>
          <p:nvPr/>
        </p:nvSpPr>
        <p:spPr>
          <a:xfrm>
            <a:off x="7887960" y="3169800"/>
            <a:ext cx="122400" cy="11520"/>
          </a:xfrm>
          <a:custGeom>
            <a:avLst/>
            <a:gdLst/>
            <a:ahLst/>
            <a:rect l="0" t="0" r="r" b="b"/>
            <a:pathLst>
              <a:path w="340" h="32">
                <a:moveTo>
                  <a:pt x="0" y="29"/>
                </a:moveTo>
                <a:lnTo>
                  <a:pt x="324" y="0"/>
                </a:lnTo>
                <a:lnTo>
                  <a:pt x="340" y="0"/>
                </a:lnTo>
                <a:lnTo>
                  <a:pt x="0" y="32"/>
                </a:lnTo>
                <a:lnTo>
                  <a:pt x="0" y="29"/>
                </a:lnTo>
                <a:close/>
              </a:path>
            </a:pathLst>
          </a:custGeom>
          <a:solidFill>
            <a:srgbClr val="dcd9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6" name=""/>
          <p:cNvSpPr/>
          <p:nvPr/>
        </p:nvSpPr>
        <p:spPr>
          <a:xfrm>
            <a:off x="7887960" y="3169800"/>
            <a:ext cx="125280" cy="11520"/>
          </a:xfrm>
          <a:custGeom>
            <a:avLst/>
            <a:gdLst/>
            <a:ahLst/>
            <a:rect l="0" t="0" r="r" b="b"/>
            <a:pathLst>
              <a:path w="348" h="32">
                <a:moveTo>
                  <a:pt x="0" y="32"/>
                </a:moveTo>
                <a:lnTo>
                  <a:pt x="340" y="0"/>
                </a:lnTo>
                <a:lnTo>
                  <a:pt x="348" y="0"/>
                </a:lnTo>
                <a:lnTo>
                  <a:pt x="0" y="3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7" name=""/>
          <p:cNvSpPr/>
          <p:nvPr/>
        </p:nvSpPr>
        <p:spPr>
          <a:xfrm>
            <a:off x="7887960" y="3169800"/>
            <a:ext cx="128160" cy="11880"/>
          </a:xfrm>
          <a:custGeom>
            <a:avLst/>
            <a:gdLst/>
            <a:ahLst/>
            <a:rect l="0" t="0" r="r" b="b"/>
            <a:pathLst>
              <a:path w="356" h="33">
                <a:moveTo>
                  <a:pt x="0" y="32"/>
                </a:moveTo>
                <a:lnTo>
                  <a:pt x="348" y="0"/>
                </a:lnTo>
                <a:lnTo>
                  <a:pt x="356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8" name=""/>
          <p:cNvSpPr/>
          <p:nvPr/>
        </p:nvSpPr>
        <p:spPr>
          <a:xfrm>
            <a:off x="7887960" y="3169800"/>
            <a:ext cx="133920" cy="12240"/>
          </a:xfrm>
          <a:custGeom>
            <a:avLst/>
            <a:gdLst/>
            <a:ahLst/>
            <a:rect l="0" t="0" r="r" b="b"/>
            <a:pathLst>
              <a:path w="372" h="34">
                <a:moveTo>
                  <a:pt x="0" y="33"/>
                </a:moveTo>
                <a:lnTo>
                  <a:pt x="356" y="0"/>
                </a:lnTo>
                <a:lnTo>
                  <a:pt x="372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dcd9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39" name=""/>
          <p:cNvSpPr/>
          <p:nvPr/>
        </p:nvSpPr>
        <p:spPr>
          <a:xfrm>
            <a:off x="7887960" y="3169800"/>
            <a:ext cx="136800" cy="12600"/>
          </a:xfrm>
          <a:custGeom>
            <a:avLst/>
            <a:gdLst/>
            <a:ahLst/>
            <a:rect l="0" t="0" r="r" b="b"/>
            <a:pathLst>
              <a:path w="380" h="35">
                <a:moveTo>
                  <a:pt x="0" y="34"/>
                </a:moveTo>
                <a:lnTo>
                  <a:pt x="372" y="0"/>
                </a:lnTo>
                <a:lnTo>
                  <a:pt x="380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0" name=""/>
          <p:cNvSpPr/>
          <p:nvPr/>
        </p:nvSpPr>
        <p:spPr>
          <a:xfrm>
            <a:off x="7887960" y="3169800"/>
            <a:ext cx="139680" cy="12960"/>
          </a:xfrm>
          <a:custGeom>
            <a:avLst/>
            <a:gdLst/>
            <a:ahLst/>
            <a:rect l="0" t="0" r="r" b="b"/>
            <a:pathLst>
              <a:path w="388" h="36">
                <a:moveTo>
                  <a:pt x="0" y="35"/>
                </a:moveTo>
                <a:lnTo>
                  <a:pt x="380" y="0"/>
                </a:lnTo>
                <a:lnTo>
                  <a:pt x="388" y="0"/>
                </a:lnTo>
                <a:lnTo>
                  <a:pt x="0" y="36"/>
                </a:lnTo>
                <a:lnTo>
                  <a:pt x="0" y="35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1" name=""/>
          <p:cNvSpPr/>
          <p:nvPr/>
        </p:nvSpPr>
        <p:spPr>
          <a:xfrm>
            <a:off x="7887960" y="3169800"/>
            <a:ext cx="145440" cy="13320"/>
          </a:xfrm>
          <a:custGeom>
            <a:avLst/>
            <a:gdLst/>
            <a:ahLst/>
            <a:rect l="0" t="0" r="r" b="b"/>
            <a:pathLst>
              <a:path w="404" h="37">
                <a:moveTo>
                  <a:pt x="0" y="36"/>
                </a:moveTo>
                <a:lnTo>
                  <a:pt x="388" y="0"/>
                </a:lnTo>
                <a:lnTo>
                  <a:pt x="404" y="0"/>
                </a:lnTo>
                <a:lnTo>
                  <a:pt x="0" y="37"/>
                </a:lnTo>
                <a:lnTo>
                  <a:pt x="0" y="36"/>
                </a:lnTo>
                <a:close/>
              </a:path>
            </a:pathLst>
          </a:custGeom>
          <a:solidFill>
            <a:srgbClr val="dcd8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2" name=""/>
          <p:cNvSpPr/>
          <p:nvPr/>
        </p:nvSpPr>
        <p:spPr>
          <a:xfrm>
            <a:off x="7887960" y="3169800"/>
            <a:ext cx="151560" cy="14040"/>
          </a:xfrm>
          <a:custGeom>
            <a:avLst/>
            <a:gdLst/>
            <a:ahLst/>
            <a:rect l="0" t="0" r="r" b="b"/>
            <a:pathLst>
              <a:path w="421" h="39">
                <a:moveTo>
                  <a:pt x="0" y="37"/>
                </a:moveTo>
                <a:lnTo>
                  <a:pt x="404" y="0"/>
                </a:lnTo>
                <a:lnTo>
                  <a:pt x="421" y="0"/>
                </a:lnTo>
                <a:lnTo>
                  <a:pt x="0" y="39"/>
                </a:lnTo>
                <a:lnTo>
                  <a:pt x="0" y="37"/>
                </a:lnTo>
                <a:close/>
              </a:path>
            </a:pathLst>
          </a:custGeom>
          <a:solidFill>
            <a:srgbClr val="dbd8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3" name=""/>
          <p:cNvSpPr/>
          <p:nvPr/>
        </p:nvSpPr>
        <p:spPr>
          <a:xfrm>
            <a:off x="7887960" y="3169800"/>
            <a:ext cx="154440" cy="14400"/>
          </a:xfrm>
          <a:custGeom>
            <a:avLst/>
            <a:gdLst/>
            <a:ahLst/>
            <a:rect l="0" t="0" r="r" b="b"/>
            <a:pathLst>
              <a:path w="429" h="40">
                <a:moveTo>
                  <a:pt x="0" y="39"/>
                </a:moveTo>
                <a:lnTo>
                  <a:pt x="421" y="0"/>
                </a:lnTo>
                <a:lnTo>
                  <a:pt x="429" y="0"/>
                </a:lnTo>
                <a:lnTo>
                  <a:pt x="0" y="40"/>
                </a:lnTo>
                <a:lnTo>
                  <a:pt x="0" y="39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4" name=""/>
          <p:cNvSpPr/>
          <p:nvPr/>
        </p:nvSpPr>
        <p:spPr>
          <a:xfrm>
            <a:off x="7887960" y="3169800"/>
            <a:ext cx="157320" cy="14400"/>
          </a:xfrm>
          <a:custGeom>
            <a:avLst/>
            <a:gdLst/>
            <a:ahLst/>
            <a:rect l="0" t="0" r="r" b="b"/>
            <a:pathLst>
              <a:path w="437" h="40">
                <a:moveTo>
                  <a:pt x="0" y="40"/>
                </a:moveTo>
                <a:lnTo>
                  <a:pt x="429" y="0"/>
                </a:lnTo>
                <a:lnTo>
                  <a:pt x="437" y="0"/>
                </a:lnTo>
                <a:lnTo>
                  <a:pt x="0" y="40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5" name=""/>
          <p:cNvSpPr/>
          <p:nvPr/>
        </p:nvSpPr>
        <p:spPr>
          <a:xfrm>
            <a:off x="7887960" y="3169800"/>
            <a:ext cx="163080" cy="15120"/>
          </a:xfrm>
          <a:custGeom>
            <a:avLst/>
            <a:gdLst/>
            <a:ahLst/>
            <a:rect l="0" t="0" r="r" b="b"/>
            <a:pathLst>
              <a:path w="453" h="42">
                <a:moveTo>
                  <a:pt x="0" y="40"/>
                </a:moveTo>
                <a:lnTo>
                  <a:pt x="437" y="0"/>
                </a:lnTo>
                <a:lnTo>
                  <a:pt x="453" y="0"/>
                </a:lnTo>
                <a:lnTo>
                  <a:pt x="0" y="42"/>
                </a:lnTo>
                <a:lnTo>
                  <a:pt x="0" y="40"/>
                </a:lnTo>
                <a:close/>
              </a:path>
            </a:pathLst>
          </a:custGeom>
          <a:solidFill>
            <a:srgbClr val="dbd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6" name=""/>
          <p:cNvSpPr/>
          <p:nvPr/>
        </p:nvSpPr>
        <p:spPr>
          <a:xfrm>
            <a:off x="7887960" y="3169800"/>
            <a:ext cx="165960" cy="15480"/>
          </a:xfrm>
          <a:custGeom>
            <a:avLst/>
            <a:gdLst/>
            <a:ahLst/>
            <a:rect l="0" t="0" r="r" b="b"/>
            <a:pathLst>
              <a:path w="461" h="43">
                <a:moveTo>
                  <a:pt x="0" y="42"/>
                </a:moveTo>
                <a:lnTo>
                  <a:pt x="453" y="0"/>
                </a:lnTo>
                <a:lnTo>
                  <a:pt x="461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7" name=""/>
          <p:cNvSpPr/>
          <p:nvPr/>
        </p:nvSpPr>
        <p:spPr>
          <a:xfrm>
            <a:off x="7887960" y="3169800"/>
            <a:ext cx="168840" cy="15480"/>
          </a:xfrm>
          <a:custGeom>
            <a:avLst/>
            <a:gdLst/>
            <a:ahLst/>
            <a:rect l="0" t="0" r="r" b="b"/>
            <a:pathLst>
              <a:path w="469" h="43">
                <a:moveTo>
                  <a:pt x="0" y="43"/>
                </a:moveTo>
                <a:lnTo>
                  <a:pt x="461" y="0"/>
                </a:lnTo>
                <a:lnTo>
                  <a:pt x="469" y="0"/>
                </a:lnTo>
                <a:lnTo>
                  <a:pt x="0" y="43"/>
                </a:lnTo>
                <a:close/>
              </a:path>
            </a:pathLst>
          </a:custGeom>
          <a:solidFill>
            <a:srgbClr val="dbd6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8" name=""/>
          <p:cNvSpPr/>
          <p:nvPr/>
        </p:nvSpPr>
        <p:spPr>
          <a:xfrm>
            <a:off x="7887960" y="3169800"/>
            <a:ext cx="171720" cy="15840"/>
          </a:xfrm>
          <a:custGeom>
            <a:avLst/>
            <a:gdLst/>
            <a:ahLst/>
            <a:rect l="0" t="0" r="r" b="b"/>
            <a:pathLst>
              <a:path w="477" h="44">
                <a:moveTo>
                  <a:pt x="0" y="43"/>
                </a:moveTo>
                <a:lnTo>
                  <a:pt x="469" y="0"/>
                </a:lnTo>
                <a:lnTo>
                  <a:pt x="477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49" name=""/>
          <p:cNvSpPr/>
          <p:nvPr/>
        </p:nvSpPr>
        <p:spPr>
          <a:xfrm>
            <a:off x="7887960" y="3169800"/>
            <a:ext cx="174600" cy="16200"/>
          </a:xfrm>
          <a:custGeom>
            <a:avLst/>
            <a:gdLst/>
            <a:ahLst/>
            <a:rect l="0" t="0" r="r" b="b"/>
            <a:pathLst>
              <a:path w="485" h="45">
                <a:moveTo>
                  <a:pt x="0" y="44"/>
                </a:moveTo>
                <a:lnTo>
                  <a:pt x="477" y="0"/>
                </a:lnTo>
                <a:lnTo>
                  <a:pt x="485" y="0"/>
                </a:lnTo>
                <a:lnTo>
                  <a:pt x="0" y="45"/>
                </a:lnTo>
                <a:lnTo>
                  <a:pt x="0" y="44"/>
                </a:lnTo>
                <a:close/>
              </a:path>
            </a:pathLst>
          </a:custGeom>
          <a:solidFill>
            <a:srgbClr val="dbd6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0" name=""/>
          <p:cNvSpPr/>
          <p:nvPr/>
        </p:nvSpPr>
        <p:spPr>
          <a:xfrm>
            <a:off x="7887960" y="3169800"/>
            <a:ext cx="177480" cy="16200"/>
          </a:xfrm>
          <a:custGeom>
            <a:avLst/>
            <a:gdLst/>
            <a:ahLst/>
            <a:rect l="0" t="0" r="r" b="b"/>
            <a:pathLst>
              <a:path w="493" h="45">
                <a:moveTo>
                  <a:pt x="0" y="45"/>
                </a:moveTo>
                <a:lnTo>
                  <a:pt x="485" y="0"/>
                </a:lnTo>
                <a:lnTo>
                  <a:pt x="493" y="0"/>
                </a:lnTo>
                <a:lnTo>
                  <a:pt x="0" y="45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1" name=""/>
          <p:cNvSpPr/>
          <p:nvPr/>
        </p:nvSpPr>
        <p:spPr>
          <a:xfrm>
            <a:off x="7887960" y="3169800"/>
            <a:ext cx="180360" cy="16560"/>
          </a:xfrm>
          <a:custGeom>
            <a:avLst/>
            <a:gdLst/>
            <a:ahLst/>
            <a:rect l="0" t="0" r="r" b="b"/>
            <a:pathLst>
              <a:path w="501" h="46">
                <a:moveTo>
                  <a:pt x="0" y="45"/>
                </a:moveTo>
                <a:lnTo>
                  <a:pt x="493" y="0"/>
                </a:lnTo>
                <a:lnTo>
                  <a:pt x="501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dbd5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2" name=""/>
          <p:cNvSpPr/>
          <p:nvPr/>
        </p:nvSpPr>
        <p:spPr>
          <a:xfrm>
            <a:off x="7887960" y="3169800"/>
            <a:ext cx="183240" cy="16920"/>
          </a:xfrm>
          <a:custGeom>
            <a:avLst/>
            <a:gdLst/>
            <a:ahLst/>
            <a:rect l="0" t="0" r="r" b="b"/>
            <a:pathLst>
              <a:path w="509" h="47">
                <a:moveTo>
                  <a:pt x="0" y="46"/>
                </a:moveTo>
                <a:lnTo>
                  <a:pt x="501" y="0"/>
                </a:lnTo>
                <a:lnTo>
                  <a:pt x="509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3" name=""/>
          <p:cNvSpPr/>
          <p:nvPr/>
        </p:nvSpPr>
        <p:spPr>
          <a:xfrm>
            <a:off x="7887960" y="3169800"/>
            <a:ext cx="186120" cy="17280"/>
          </a:xfrm>
          <a:custGeom>
            <a:avLst/>
            <a:gdLst/>
            <a:ahLst/>
            <a:rect l="0" t="0" r="r" b="b"/>
            <a:pathLst>
              <a:path w="517" h="48">
                <a:moveTo>
                  <a:pt x="0" y="47"/>
                </a:moveTo>
                <a:lnTo>
                  <a:pt x="509" y="0"/>
                </a:lnTo>
                <a:lnTo>
                  <a:pt x="517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4" name=""/>
          <p:cNvSpPr/>
          <p:nvPr/>
        </p:nvSpPr>
        <p:spPr>
          <a:xfrm>
            <a:off x="7887960" y="3169800"/>
            <a:ext cx="192240" cy="17640"/>
          </a:xfrm>
          <a:custGeom>
            <a:avLst/>
            <a:gdLst/>
            <a:ahLst/>
            <a:rect l="0" t="0" r="r" b="b"/>
            <a:pathLst>
              <a:path w="534" h="49">
                <a:moveTo>
                  <a:pt x="0" y="48"/>
                </a:moveTo>
                <a:lnTo>
                  <a:pt x="517" y="0"/>
                </a:lnTo>
                <a:lnTo>
                  <a:pt x="534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dbd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5" name=""/>
          <p:cNvSpPr/>
          <p:nvPr/>
        </p:nvSpPr>
        <p:spPr>
          <a:xfrm>
            <a:off x="7887960" y="3169800"/>
            <a:ext cx="195120" cy="18000"/>
          </a:xfrm>
          <a:custGeom>
            <a:avLst/>
            <a:gdLst/>
            <a:ahLst/>
            <a:rect l="0" t="0" r="r" b="b"/>
            <a:pathLst>
              <a:path w="542" h="50">
                <a:moveTo>
                  <a:pt x="0" y="49"/>
                </a:moveTo>
                <a:lnTo>
                  <a:pt x="534" y="0"/>
                </a:lnTo>
                <a:lnTo>
                  <a:pt x="542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6" name=""/>
          <p:cNvSpPr/>
          <p:nvPr/>
        </p:nvSpPr>
        <p:spPr>
          <a:xfrm>
            <a:off x="7887960" y="3169800"/>
            <a:ext cx="198000" cy="18360"/>
          </a:xfrm>
          <a:custGeom>
            <a:avLst/>
            <a:gdLst/>
            <a:ahLst/>
            <a:rect l="0" t="0" r="r" b="b"/>
            <a:pathLst>
              <a:path w="550" h="51">
                <a:moveTo>
                  <a:pt x="0" y="50"/>
                </a:moveTo>
                <a:lnTo>
                  <a:pt x="542" y="0"/>
                </a:lnTo>
                <a:lnTo>
                  <a:pt x="550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dad4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7" name=""/>
          <p:cNvSpPr/>
          <p:nvPr/>
        </p:nvSpPr>
        <p:spPr>
          <a:xfrm>
            <a:off x="7887960" y="3169800"/>
            <a:ext cx="200880" cy="18360"/>
          </a:xfrm>
          <a:custGeom>
            <a:avLst/>
            <a:gdLst/>
            <a:ahLst/>
            <a:rect l="0" t="0" r="r" b="b"/>
            <a:pathLst>
              <a:path w="558" h="51">
                <a:moveTo>
                  <a:pt x="0" y="51"/>
                </a:moveTo>
                <a:lnTo>
                  <a:pt x="550" y="0"/>
                </a:lnTo>
                <a:lnTo>
                  <a:pt x="558" y="0"/>
                </a:lnTo>
                <a:lnTo>
                  <a:pt x="0" y="51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8" name=""/>
          <p:cNvSpPr/>
          <p:nvPr/>
        </p:nvSpPr>
        <p:spPr>
          <a:xfrm>
            <a:off x="7887960" y="3169800"/>
            <a:ext cx="203760" cy="18720"/>
          </a:xfrm>
          <a:custGeom>
            <a:avLst/>
            <a:gdLst/>
            <a:ahLst/>
            <a:rect l="0" t="0" r="r" b="b"/>
            <a:pathLst>
              <a:path w="566" h="52">
                <a:moveTo>
                  <a:pt x="0" y="51"/>
                </a:moveTo>
                <a:lnTo>
                  <a:pt x="558" y="0"/>
                </a:lnTo>
                <a:lnTo>
                  <a:pt x="566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dad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59" name=""/>
          <p:cNvSpPr/>
          <p:nvPr/>
        </p:nvSpPr>
        <p:spPr>
          <a:xfrm>
            <a:off x="7887960" y="3169800"/>
            <a:ext cx="206640" cy="19080"/>
          </a:xfrm>
          <a:custGeom>
            <a:avLst/>
            <a:gdLst/>
            <a:ahLst/>
            <a:rect l="0" t="0" r="r" b="b"/>
            <a:pathLst>
              <a:path w="574" h="53">
                <a:moveTo>
                  <a:pt x="0" y="52"/>
                </a:moveTo>
                <a:lnTo>
                  <a:pt x="566" y="0"/>
                </a:lnTo>
                <a:lnTo>
                  <a:pt x="574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0" name=""/>
          <p:cNvSpPr/>
          <p:nvPr/>
        </p:nvSpPr>
        <p:spPr>
          <a:xfrm>
            <a:off x="7887960" y="3169800"/>
            <a:ext cx="209520" cy="19080"/>
          </a:xfrm>
          <a:custGeom>
            <a:avLst/>
            <a:gdLst/>
            <a:ahLst/>
            <a:rect l="0" t="0" r="r" b="b"/>
            <a:pathLst>
              <a:path w="582" h="53">
                <a:moveTo>
                  <a:pt x="0" y="53"/>
                </a:moveTo>
                <a:lnTo>
                  <a:pt x="574" y="0"/>
                </a:lnTo>
                <a:lnTo>
                  <a:pt x="582" y="0"/>
                </a:lnTo>
                <a:lnTo>
                  <a:pt x="0" y="53"/>
                </a:lnTo>
                <a:close/>
              </a:path>
            </a:pathLst>
          </a:custGeom>
          <a:solidFill>
            <a:srgbClr val="dad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1" name=""/>
          <p:cNvSpPr/>
          <p:nvPr/>
        </p:nvSpPr>
        <p:spPr>
          <a:xfrm>
            <a:off x="7887960" y="3169800"/>
            <a:ext cx="212400" cy="19440"/>
          </a:xfrm>
          <a:custGeom>
            <a:avLst/>
            <a:gdLst/>
            <a:ahLst/>
            <a:rect l="0" t="0" r="r" b="b"/>
            <a:pathLst>
              <a:path w="590" h="54">
                <a:moveTo>
                  <a:pt x="0" y="53"/>
                </a:moveTo>
                <a:lnTo>
                  <a:pt x="582" y="0"/>
                </a:lnTo>
                <a:lnTo>
                  <a:pt x="590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2" name=""/>
          <p:cNvSpPr/>
          <p:nvPr/>
        </p:nvSpPr>
        <p:spPr>
          <a:xfrm>
            <a:off x="7887960" y="3169800"/>
            <a:ext cx="215280" cy="19800"/>
          </a:xfrm>
          <a:custGeom>
            <a:avLst/>
            <a:gdLst/>
            <a:ahLst/>
            <a:rect l="0" t="0" r="r" b="b"/>
            <a:pathLst>
              <a:path w="598" h="55">
                <a:moveTo>
                  <a:pt x="0" y="54"/>
                </a:moveTo>
                <a:lnTo>
                  <a:pt x="590" y="0"/>
                </a:lnTo>
                <a:lnTo>
                  <a:pt x="598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dad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3" name=""/>
          <p:cNvSpPr/>
          <p:nvPr/>
        </p:nvSpPr>
        <p:spPr>
          <a:xfrm>
            <a:off x="7887960" y="3169800"/>
            <a:ext cx="218160" cy="20160"/>
          </a:xfrm>
          <a:custGeom>
            <a:avLst/>
            <a:gdLst/>
            <a:ahLst/>
            <a:rect l="0" t="0" r="r" b="b"/>
            <a:pathLst>
              <a:path w="606" h="56">
                <a:moveTo>
                  <a:pt x="0" y="55"/>
                </a:moveTo>
                <a:lnTo>
                  <a:pt x="598" y="0"/>
                </a:lnTo>
                <a:lnTo>
                  <a:pt x="606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4" name=""/>
          <p:cNvSpPr/>
          <p:nvPr/>
        </p:nvSpPr>
        <p:spPr>
          <a:xfrm>
            <a:off x="7887960" y="3169800"/>
            <a:ext cx="221040" cy="20160"/>
          </a:xfrm>
          <a:custGeom>
            <a:avLst/>
            <a:gdLst/>
            <a:ahLst/>
            <a:rect l="0" t="0" r="r" b="b"/>
            <a:pathLst>
              <a:path w="614" h="56">
                <a:moveTo>
                  <a:pt x="0" y="56"/>
                </a:moveTo>
                <a:lnTo>
                  <a:pt x="606" y="0"/>
                </a:lnTo>
                <a:lnTo>
                  <a:pt x="614" y="0"/>
                </a:lnTo>
                <a:lnTo>
                  <a:pt x="0" y="56"/>
                </a:lnTo>
                <a:close/>
              </a:path>
            </a:pathLst>
          </a:custGeom>
          <a:solidFill>
            <a:srgbClr val="dad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5" name=""/>
          <p:cNvSpPr/>
          <p:nvPr/>
        </p:nvSpPr>
        <p:spPr>
          <a:xfrm>
            <a:off x="7887960" y="3169800"/>
            <a:ext cx="223920" cy="20520"/>
          </a:xfrm>
          <a:custGeom>
            <a:avLst/>
            <a:gdLst/>
            <a:ahLst/>
            <a:rect l="0" t="0" r="r" b="b"/>
            <a:pathLst>
              <a:path w="622" h="57">
                <a:moveTo>
                  <a:pt x="0" y="56"/>
                </a:moveTo>
                <a:lnTo>
                  <a:pt x="614" y="0"/>
                </a:lnTo>
                <a:lnTo>
                  <a:pt x="622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6" name=""/>
          <p:cNvSpPr/>
          <p:nvPr/>
        </p:nvSpPr>
        <p:spPr>
          <a:xfrm>
            <a:off x="7887960" y="3169800"/>
            <a:ext cx="226800" cy="20880"/>
          </a:xfrm>
          <a:custGeom>
            <a:avLst/>
            <a:gdLst/>
            <a:ahLst/>
            <a:rect l="0" t="0" r="r" b="b"/>
            <a:pathLst>
              <a:path w="630" h="58">
                <a:moveTo>
                  <a:pt x="0" y="57"/>
                </a:moveTo>
                <a:lnTo>
                  <a:pt x="622" y="0"/>
                </a:lnTo>
                <a:lnTo>
                  <a:pt x="630" y="0"/>
                </a:lnTo>
                <a:lnTo>
                  <a:pt x="0" y="58"/>
                </a:lnTo>
                <a:lnTo>
                  <a:pt x="0" y="57"/>
                </a:lnTo>
                <a:close/>
              </a:path>
            </a:pathLst>
          </a:custGeom>
          <a:solidFill>
            <a:srgbClr val="dad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7" name=""/>
          <p:cNvSpPr/>
          <p:nvPr/>
        </p:nvSpPr>
        <p:spPr>
          <a:xfrm>
            <a:off x="7887960" y="3169800"/>
            <a:ext cx="229680" cy="21240"/>
          </a:xfrm>
          <a:custGeom>
            <a:avLst/>
            <a:gdLst/>
            <a:ahLst/>
            <a:rect l="0" t="0" r="r" b="b"/>
            <a:pathLst>
              <a:path w="638" h="59">
                <a:moveTo>
                  <a:pt x="0" y="58"/>
                </a:moveTo>
                <a:lnTo>
                  <a:pt x="630" y="0"/>
                </a:lnTo>
                <a:lnTo>
                  <a:pt x="638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8" name=""/>
          <p:cNvSpPr/>
          <p:nvPr/>
        </p:nvSpPr>
        <p:spPr>
          <a:xfrm>
            <a:off x="7887960" y="3169800"/>
            <a:ext cx="232560" cy="21240"/>
          </a:xfrm>
          <a:custGeom>
            <a:avLst/>
            <a:gdLst/>
            <a:ahLst/>
            <a:rect l="0" t="0" r="r" b="b"/>
            <a:pathLst>
              <a:path w="646" h="59">
                <a:moveTo>
                  <a:pt x="0" y="59"/>
                </a:moveTo>
                <a:lnTo>
                  <a:pt x="638" y="0"/>
                </a:lnTo>
                <a:lnTo>
                  <a:pt x="646" y="0"/>
                </a:lnTo>
                <a:lnTo>
                  <a:pt x="0" y="59"/>
                </a:lnTo>
                <a:close/>
              </a:path>
            </a:pathLst>
          </a:custGeom>
          <a:solidFill>
            <a:srgbClr val="dad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69" name=""/>
          <p:cNvSpPr/>
          <p:nvPr/>
        </p:nvSpPr>
        <p:spPr>
          <a:xfrm>
            <a:off x="7887960" y="3169800"/>
            <a:ext cx="235440" cy="21600"/>
          </a:xfrm>
          <a:custGeom>
            <a:avLst/>
            <a:gdLst/>
            <a:ahLst/>
            <a:rect l="0" t="0" r="r" b="b"/>
            <a:pathLst>
              <a:path w="654" h="60">
                <a:moveTo>
                  <a:pt x="0" y="59"/>
                </a:moveTo>
                <a:lnTo>
                  <a:pt x="646" y="0"/>
                </a:lnTo>
                <a:lnTo>
                  <a:pt x="654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d9d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0" name=""/>
          <p:cNvSpPr/>
          <p:nvPr/>
        </p:nvSpPr>
        <p:spPr>
          <a:xfrm>
            <a:off x="7887960" y="3169800"/>
            <a:ext cx="238680" cy="21960"/>
          </a:xfrm>
          <a:custGeom>
            <a:avLst/>
            <a:gdLst/>
            <a:ahLst/>
            <a:rect l="0" t="0" r="r" b="b"/>
            <a:pathLst>
              <a:path w="663" h="61">
                <a:moveTo>
                  <a:pt x="0" y="60"/>
                </a:moveTo>
                <a:lnTo>
                  <a:pt x="654" y="0"/>
                </a:lnTo>
                <a:lnTo>
                  <a:pt x="663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d9d0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1" name=""/>
          <p:cNvSpPr/>
          <p:nvPr/>
        </p:nvSpPr>
        <p:spPr>
          <a:xfrm>
            <a:off x="7887960" y="3169800"/>
            <a:ext cx="241560" cy="22320"/>
          </a:xfrm>
          <a:custGeom>
            <a:avLst/>
            <a:gdLst/>
            <a:ahLst/>
            <a:rect l="0" t="0" r="r" b="b"/>
            <a:pathLst>
              <a:path w="671" h="62">
                <a:moveTo>
                  <a:pt x="0" y="61"/>
                </a:moveTo>
                <a:lnTo>
                  <a:pt x="663" y="0"/>
                </a:lnTo>
                <a:lnTo>
                  <a:pt x="671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2" name=""/>
          <p:cNvSpPr/>
          <p:nvPr/>
        </p:nvSpPr>
        <p:spPr>
          <a:xfrm>
            <a:off x="7887960" y="3169800"/>
            <a:ext cx="244440" cy="22320"/>
          </a:xfrm>
          <a:custGeom>
            <a:avLst/>
            <a:gdLst/>
            <a:ahLst/>
            <a:rect l="0" t="0" r="r" b="b"/>
            <a:pathLst>
              <a:path w="679" h="62">
                <a:moveTo>
                  <a:pt x="0" y="62"/>
                </a:moveTo>
                <a:lnTo>
                  <a:pt x="671" y="0"/>
                </a:lnTo>
                <a:lnTo>
                  <a:pt x="679" y="0"/>
                </a:lnTo>
                <a:lnTo>
                  <a:pt x="0" y="62"/>
                </a:lnTo>
                <a:close/>
              </a:path>
            </a:pathLst>
          </a:custGeom>
          <a:solidFill>
            <a:srgbClr val="d9d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3" name=""/>
          <p:cNvSpPr/>
          <p:nvPr/>
        </p:nvSpPr>
        <p:spPr>
          <a:xfrm>
            <a:off x="7887960" y="3169800"/>
            <a:ext cx="247320" cy="22680"/>
          </a:xfrm>
          <a:custGeom>
            <a:avLst/>
            <a:gdLst/>
            <a:ahLst/>
            <a:rect l="0" t="0" r="r" b="b"/>
            <a:pathLst>
              <a:path w="687" h="63">
                <a:moveTo>
                  <a:pt x="0" y="62"/>
                </a:moveTo>
                <a:lnTo>
                  <a:pt x="679" y="0"/>
                </a:lnTo>
                <a:lnTo>
                  <a:pt x="687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4" name=""/>
          <p:cNvSpPr/>
          <p:nvPr/>
        </p:nvSpPr>
        <p:spPr>
          <a:xfrm>
            <a:off x="7887960" y="3169800"/>
            <a:ext cx="250200" cy="23040"/>
          </a:xfrm>
          <a:custGeom>
            <a:avLst/>
            <a:gdLst/>
            <a:ahLst/>
            <a:rect l="0" t="0" r="r" b="b"/>
            <a:pathLst>
              <a:path w="695" h="64">
                <a:moveTo>
                  <a:pt x="0" y="63"/>
                </a:moveTo>
                <a:lnTo>
                  <a:pt x="687" y="0"/>
                </a:lnTo>
                <a:lnTo>
                  <a:pt x="695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d9c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5" name=""/>
          <p:cNvSpPr/>
          <p:nvPr/>
        </p:nvSpPr>
        <p:spPr>
          <a:xfrm>
            <a:off x="7887960" y="3169800"/>
            <a:ext cx="253080" cy="23040"/>
          </a:xfrm>
          <a:custGeom>
            <a:avLst/>
            <a:gdLst/>
            <a:ahLst/>
            <a:rect l="0" t="0" r="r" b="b"/>
            <a:pathLst>
              <a:path w="703" h="64">
                <a:moveTo>
                  <a:pt x="0" y="64"/>
                </a:moveTo>
                <a:lnTo>
                  <a:pt x="695" y="0"/>
                </a:lnTo>
                <a:lnTo>
                  <a:pt x="703" y="0"/>
                </a:lnTo>
                <a:lnTo>
                  <a:pt x="0" y="6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6" name=""/>
          <p:cNvSpPr/>
          <p:nvPr/>
        </p:nvSpPr>
        <p:spPr>
          <a:xfrm>
            <a:off x="7887960" y="3169800"/>
            <a:ext cx="255960" cy="23400"/>
          </a:xfrm>
          <a:custGeom>
            <a:avLst/>
            <a:gdLst/>
            <a:ahLst/>
            <a:rect l="0" t="0" r="r" b="b"/>
            <a:pathLst>
              <a:path w="711" h="65">
                <a:moveTo>
                  <a:pt x="0" y="64"/>
                </a:moveTo>
                <a:lnTo>
                  <a:pt x="703" y="0"/>
                </a:lnTo>
                <a:lnTo>
                  <a:pt x="711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d9c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7" name=""/>
          <p:cNvSpPr/>
          <p:nvPr/>
        </p:nvSpPr>
        <p:spPr>
          <a:xfrm>
            <a:off x="7887960" y="3169800"/>
            <a:ext cx="258840" cy="23760"/>
          </a:xfrm>
          <a:custGeom>
            <a:avLst/>
            <a:gdLst/>
            <a:ahLst/>
            <a:rect l="0" t="0" r="r" b="b"/>
            <a:pathLst>
              <a:path w="719" h="66">
                <a:moveTo>
                  <a:pt x="0" y="65"/>
                </a:moveTo>
                <a:lnTo>
                  <a:pt x="711" y="0"/>
                </a:lnTo>
                <a:lnTo>
                  <a:pt x="719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d9c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8" name=""/>
          <p:cNvSpPr/>
          <p:nvPr/>
        </p:nvSpPr>
        <p:spPr>
          <a:xfrm>
            <a:off x="7887960" y="3169800"/>
            <a:ext cx="261720" cy="24120"/>
          </a:xfrm>
          <a:custGeom>
            <a:avLst/>
            <a:gdLst/>
            <a:ahLst/>
            <a:rect l="0" t="0" r="r" b="b"/>
            <a:pathLst>
              <a:path w="727" h="67">
                <a:moveTo>
                  <a:pt x="0" y="66"/>
                </a:moveTo>
                <a:lnTo>
                  <a:pt x="719" y="0"/>
                </a:lnTo>
                <a:lnTo>
                  <a:pt x="727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d9ce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79" name=""/>
          <p:cNvSpPr/>
          <p:nvPr/>
        </p:nvSpPr>
        <p:spPr>
          <a:xfrm>
            <a:off x="7887960" y="3169800"/>
            <a:ext cx="264600" cy="24120"/>
          </a:xfrm>
          <a:custGeom>
            <a:avLst/>
            <a:gdLst/>
            <a:ahLst/>
            <a:rect l="0" t="0" r="r" b="b"/>
            <a:pathLst>
              <a:path w="735" h="67">
                <a:moveTo>
                  <a:pt x="0" y="67"/>
                </a:moveTo>
                <a:lnTo>
                  <a:pt x="727" y="0"/>
                </a:lnTo>
                <a:lnTo>
                  <a:pt x="735" y="0"/>
                </a:lnTo>
                <a:lnTo>
                  <a:pt x="0" y="67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0" name=""/>
          <p:cNvSpPr/>
          <p:nvPr/>
        </p:nvSpPr>
        <p:spPr>
          <a:xfrm>
            <a:off x="7887960" y="3169800"/>
            <a:ext cx="267480" cy="24480"/>
          </a:xfrm>
          <a:custGeom>
            <a:avLst/>
            <a:gdLst/>
            <a:ahLst/>
            <a:rect l="0" t="0" r="r" b="b"/>
            <a:pathLst>
              <a:path w="743" h="68">
                <a:moveTo>
                  <a:pt x="0" y="67"/>
                </a:moveTo>
                <a:lnTo>
                  <a:pt x="735" y="0"/>
                </a:lnTo>
                <a:lnTo>
                  <a:pt x="743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d9cd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1" name=""/>
          <p:cNvSpPr/>
          <p:nvPr/>
        </p:nvSpPr>
        <p:spPr>
          <a:xfrm>
            <a:off x="7887960" y="3169800"/>
            <a:ext cx="270360" cy="24840"/>
          </a:xfrm>
          <a:custGeom>
            <a:avLst/>
            <a:gdLst/>
            <a:ahLst/>
            <a:rect l="0" t="0" r="r" b="b"/>
            <a:pathLst>
              <a:path w="751" h="69">
                <a:moveTo>
                  <a:pt x="0" y="68"/>
                </a:moveTo>
                <a:lnTo>
                  <a:pt x="743" y="0"/>
                </a:lnTo>
                <a:lnTo>
                  <a:pt x="751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2" name=""/>
          <p:cNvSpPr/>
          <p:nvPr/>
        </p:nvSpPr>
        <p:spPr>
          <a:xfrm>
            <a:off x="7887960" y="3169800"/>
            <a:ext cx="273240" cy="25560"/>
          </a:xfrm>
          <a:custGeom>
            <a:avLst/>
            <a:gdLst/>
            <a:ahLst/>
            <a:rect l="0" t="0" r="r" b="b"/>
            <a:pathLst>
              <a:path w="759" h="71">
                <a:moveTo>
                  <a:pt x="0" y="69"/>
                </a:moveTo>
                <a:lnTo>
                  <a:pt x="751" y="0"/>
                </a:lnTo>
                <a:lnTo>
                  <a:pt x="759" y="0"/>
                </a:lnTo>
                <a:lnTo>
                  <a:pt x="0" y="71"/>
                </a:lnTo>
                <a:lnTo>
                  <a:pt x="0" y="69"/>
                </a:lnTo>
                <a:close/>
              </a:path>
            </a:pathLst>
          </a:custGeom>
          <a:solidFill>
            <a:srgbClr val="d8cc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3" name=""/>
          <p:cNvSpPr/>
          <p:nvPr/>
        </p:nvSpPr>
        <p:spPr>
          <a:xfrm>
            <a:off x="7887960" y="3169800"/>
            <a:ext cx="276120" cy="25200"/>
          </a:xfrm>
          <a:custGeom>
            <a:avLst/>
            <a:gdLst/>
            <a:ahLst/>
            <a:rect l="0" t="0" r="r" b="b"/>
            <a:pathLst>
              <a:path w="767" h="70">
                <a:moveTo>
                  <a:pt x="0" y="70"/>
                </a:moveTo>
                <a:lnTo>
                  <a:pt x="759" y="0"/>
                </a:lnTo>
                <a:lnTo>
                  <a:pt x="767" y="0"/>
                </a:lnTo>
                <a:lnTo>
                  <a:pt x="0" y="70"/>
                </a:lnTo>
                <a:close/>
              </a:path>
            </a:pathLst>
          </a:custGeom>
          <a:solidFill>
            <a:srgbClr val="d8cc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4" name=""/>
          <p:cNvSpPr/>
          <p:nvPr/>
        </p:nvSpPr>
        <p:spPr>
          <a:xfrm>
            <a:off x="7887960" y="3169800"/>
            <a:ext cx="279000" cy="25560"/>
          </a:xfrm>
          <a:custGeom>
            <a:avLst/>
            <a:gdLst/>
            <a:ahLst/>
            <a:rect l="0" t="0" r="r" b="b"/>
            <a:pathLst>
              <a:path w="775" h="71">
                <a:moveTo>
                  <a:pt x="0" y="70"/>
                </a:moveTo>
                <a:lnTo>
                  <a:pt x="767" y="0"/>
                </a:lnTo>
                <a:lnTo>
                  <a:pt x="775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d8c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5" name=""/>
          <p:cNvSpPr/>
          <p:nvPr/>
        </p:nvSpPr>
        <p:spPr>
          <a:xfrm>
            <a:off x="7887960" y="3169800"/>
            <a:ext cx="282240" cy="25920"/>
          </a:xfrm>
          <a:custGeom>
            <a:avLst/>
            <a:gdLst/>
            <a:ahLst/>
            <a:rect l="0" t="0" r="r" b="b"/>
            <a:pathLst>
              <a:path w="784" h="72">
                <a:moveTo>
                  <a:pt x="0" y="71"/>
                </a:moveTo>
                <a:lnTo>
                  <a:pt x="775" y="0"/>
                </a:lnTo>
                <a:lnTo>
                  <a:pt x="784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6" name=""/>
          <p:cNvSpPr/>
          <p:nvPr/>
        </p:nvSpPr>
        <p:spPr>
          <a:xfrm>
            <a:off x="7887960" y="3169800"/>
            <a:ext cx="285120" cy="25920"/>
          </a:xfrm>
          <a:custGeom>
            <a:avLst/>
            <a:gdLst/>
            <a:ahLst/>
            <a:rect l="0" t="0" r="r" b="b"/>
            <a:pathLst>
              <a:path w="792" h="72">
                <a:moveTo>
                  <a:pt x="0" y="72"/>
                </a:moveTo>
                <a:lnTo>
                  <a:pt x="784" y="0"/>
                </a:lnTo>
                <a:lnTo>
                  <a:pt x="792" y="0"/>
                </a:lnTo>
                <a:lnTo>
                  <a:pt x="0" y="72"/>
                </a:lnTo>
                <a:close/>
              </a:path>
            </a:pathLst>
          </a:custGeom>
          <a:solidFill>
            <a:srgbClr val="d8c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7" name=""/>
          <p:cNvSpPr/>
          <p:nvPr/>
        </p:nvSpPr>
        <p:spPr>
          <a:xfrm>
            <a:off x="7887960" y="3169800"/>
            <a:ext cx="288000" cy="26280"/>
          </a:xfrm>
          <a:custGeom>
            <a:avLst/>
            <a:gdLst/>
            <a:ahLst/>
            <a:rect l="0" t="0" r="r" b="b"/>
            <a:pathLst>
              <a:path w="800" h="73">
                <a:moveTo>
                  <a:pt x="0" y="72"/>
                </a:moveTo>
                <a:lnTo>
                  <a:pt x="792" y="0"/>
                </a:lnTo>
                <a:lnTo>
                  <a:pt x="800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8" name=""/>
          <p:cNvSpPr/>
          <p:nvPr/>
        </p:nvSpPr>
        <p:spPr>
          <a:xfrm>
            <a:off x="7887960" y="3169800"/>
            <a:ext cx="290880" cy="26640"/>
          </a:xfrm>
          <a:custGeom>
            <a:avLst/>
            <a:gdLst/>
            <a:ahLst/>
            <a:rect l="0" t="0" r="r" b="b"/>
            <a:pathLst>
              <a:path w="808" h="74">
                <a:moveTo>
                  <a:pt x="0" y="73"/>
                </a:moveTo>
                <a:lnTo>
                  <a:pt x="800" y="0"/>
                </a:lnTo>
                <a:lnTo>
                  <a:pt x="808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d8c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89" name=""/>
          <p:cNvSpPr/>
          <p:nvPr/>
        </p:nvSpPr>
        <p:spPr>
          <a:xfrm>
            <a:off x="7887960" y="3169800"/>
            <a:ext cx="293760" cy="27000"/>
          </a:xfrm>
          <a:custGeom>
            <a:avLst/>
            <a:gdLst/>
            <a:ahLst/>
            <a:rect l="0" t="0" r="r" b="b"/>
            <a:pathLst>
              <a:path w="816" h="75">
                <a:moveTo>
                  <a:pt x="0" y="74"/>
                </a:moveTo>
                <a:lnTo>
                  <a:pt x="808" y="0"/>
                </a:lnTo>
                <a:lnTo>
                  <a:pt x="816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d8ca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0" name=""/>
          <p:cNvSpPr/>
          <p:nvPr/>
        </p:nvSpPr>
        <p:spPr>
          <a:xfrm>
            <a:off x="7887960" y="3169800"/>
            <a:ext cx="296640" cy="27000"/>
          </a:xfrm>
          <a:custGeom>
            <a:avLst/>
            <a:gdLst/>
            <a:ahLst/>
            <a:rect l="0" t="0" r="r" b="b"/>
            <a:pathLst>
              <a:path w="824" h="75">
                <a:moveTo>
                  <a:pt x="0" y="75"/>
                </a:moveTo>
                <a:lnTo>
                  <a:pt x="816" y="0"/>
                </a:lnTo>
                <a:lnTo>
                  <a:pt x="824" y="0"/>
                </a:lnTo>
                <a:lnTo>
                  <a:pt x="0" y="75"/>
                </a:lnTo>
                <a:close/>
              </a:path>
            </a:pathLst>
          </a:custGeom>
          <a:solidFill>
            <a:srgbClr val="d8ca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1" name=""/>
          <p:cNvSpPr/>
          <p:nvPr/>
        </p:nvSpPr>
        <p:spPr>
          <a:xfrm>
            <a:off x="7887960" y="3169800"/>
            <a:ext cx="299520" cy="27360"/>
          </a:xfrm>
          <a:custGeom>
            <a:avLst/>
            <a:gdLst/>
            <a:ahLst/>
            <a:rect l="0" t="0" r="r" b="b"/>
            <a:pathLst>
              <a:path w="832" h="76">
                <a:moveTo>
                  <a:pt x="0" y="75"/>
                </a:moveTo>
                <a:lnTo>
                  <a:pt x="824" y="0"/>
                </a:lnTo>
                <a:lnTo>
                  <a:pt x="832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d7c9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2" name=""/>
          <p:cNvSpPr/>
          <p:nvPr/>
        </p:nvSpPr>
        <p:spPr>
          <a:xfrm>
            <a:off x="7887960" y="3169800"/>
            <a:ext cx="302400" cy="27720"/>
          </a:xfrm>
          <a:custGeom>
            <a:avLst/>
            <a:gdLst/>
            <a:ahLst/>
            <a:rect l="0" t="0" r="r" b="b"/>
            <a:pathLst>
              <a:path w="840" h="77">
                <a:moveTo>
                  <a:pt x="0" y="76"/>
                </a:moveTo>
                <a:lnTo>
                  <a:pt x="832" y="0"/>
                </a:lnTo>
                <a:lnTo>
                  <a:pt x="840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d7c9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3" name=""/>
          <p:cNvSpPr/>
          <p:nvPr/>
        </p:nvSpPr>
        <p:spPr>
          <a:xfrm>
            <a:off x="7887960" y="3169800"/>
            <a:ext cx="305280" cy="28080"/>
          </a:xfrm>
          <a:custGeom>
            <a:avLst/>
            <a:gdLst/>
            <a:ahLst/>
            <a:rect l="0" t="0" r="r" b="b"/>
            <a:pathLst>
              <a:path w="848" h="78">
                <a:moveTo>
                  <a:pt x="0" y="77"/>
                </a:moveTo>
                <a:lnTo>
                  <a:pt x="840" y="0"/>
                </a:lnTo>
                <a:lnTo>
                  <a:pt x="848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4" name=""/>
          <p:cNvSpPr/>
          <p:nvPr/>
        </p:nvSpPr>
        <p:spPr>
          <a:xfrm>
            <a:off x="7887960" y="3169800"/>
            <a:ext cx="308160" cy="28080"/>
          </a:xfrm>
          <a:custGeom>
            <a:avLst/>
            <a:gdLst/>
            <a:ahLst/>
            <a:rect l="0" t="0" r="r" b="b"/>
            <a:pathLst>
              <a:path w="856" h="78">
                <a:moveTo>
                  <a:pt x="0" y="78"/>
                </a:moveTo>
                <a:lnTo>
                  <a:pt x="848" y="0"/>
                </a:lnTo>
                <a:lnTo>
                  <a:pt x="856" y="0"/>
                </a:lnTo>
                <a:lnTo>
                  <a:pt x="0" y="78"/>
                </a:lnTo>
                <a:close/>
              </a:path>
            </a:pathLst>
          </a:custGeom>
          <a:solidFill>
            <a:srgbClr val="d7c8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5" name=""/>
          <p:cNvSpPr/>
          <p:nvPr/>
        </p:nvSpPr>
        <p:spPr>
          <a:xfrm>
            <a:off x="7887960" y="3169800"/>
            <a:ext cx="311040" cy="28440"/>
          </a:xfrm>
          <a:custGeom>
            <a:avLst/>
            <a:gdLst/>
            <a:ahLst/>
            <a:rect l="0" t="0" r="r" b="b"/>
            <a:pathLst>
              <a:path w="864" h="79">
                <a:moveTo>
                  <a:pt x="0" y="78"/>
                </a:moveTo>
                <a:lnTo>
                  <a:pt x="856" y="0"/>
                </a:lnTo>
                <a:lnTo>
                  <a:pt x="864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d7c7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6" name=""/>
          <p:cNvSpPr/>
          <p:nvPr/>
        </p:nvSpPr>
        <p:spPr>
          <a:xfrm>
            <a:off x="7887960" y="3169800"/>
            <a:ext cx="313920" cy="28800"/>
          </a:xfrm>
          <a:custGeom>
            <a:avLst/>
            <a:gdLst/>
            <a:ahLst/>
            <a:rect l="0" t="0" r="r" b="b"/>
            <a:pathLst>
              <a:path w="872" h="80">
                <a:moveTo>
                  <a:pt x="0" y="79"/>
                </a:moveTo>
                <a:lnTo>
                  <a:pt x="864" y="0"/>
                </a:lnTo>
                <a:lnTo>
                  <a:pt x="872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d7c7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7" name=""/>
          <p:cNvSpPr/>
          <p:nvPr/>
        </p:nvSpPr>
        <p:spPr>
          <a:xfrm>
            <a:off x="7887960" y="3169800"/>
            <a:ext cx="316800" cy="29160"/>
          </a:xfrm>
          <a:custGeom>
            <a:avLst/>
            <a:gdLst/>
            <a:ahLst/>
            <a:rect l="0" t="0" r="r" b="b"/>
            <a:pathLst>
              <a:path w="880" h="81">
                <a:moveTo>
                  <a:pt x="0" y="80"/>
                </a:moveTo>
                <a:lnTo>
                  <a:pt x="872" y="0"/>
                </a:lnTo>
                <a:lnTo>
                  <a:pt x="880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8" name=""/>
          <p:cNvSpPr/>
          <p:nvPr/>
        </p:nvSpPr>
        <p:spPr>
          <a:xfrm>
            <a:off x="7887960" y="3169800"/>
            <a:ext cx="319680" cy="29160"/>
          </a:xfrm>
          <a:custGeom>
            <a:avLst/>
            <a:gdLst/>
            <a:ahLst/>
            <a:rect l="0" t="0" r="r" b="b"/>
            <a:pathLst>
              <a:path w="888" h="81">
                <a:moveTo>
                  <a:pt x="0" y="81"/>
                </a:moveTo>
                <a:lnTo>
                  <a:pt x="880" y="0"/>
                </a:lnTo>
                <a:lnTo>
                  <a:pt x="888" y="0"/>
                </a:lnTo>
                <a:lnTo>
                  <a:pt x="0" y="81"/>
                </a:lnTo>
                <a:close/>
              </a:path>
            </a:pathLst>
          </a:custGeom>
          <a:solidFill>
            <a:srgbClr val="d7c6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199" name=""/>
          <p:cNvSpPr/>
          <p:nvPr/>
        </p:nvSpPr>
        <p:spPr>
          <a:xfrm>
            <a:off x="7887960" y="3169800"/>
            <a:ext cx="322560" cy="29520"/>
          </a:xfrm>
          <a:custGeom>
            <a:avLst/>
            <a:gdLst/>
            <a:ahLst/>
            <a:rect l="0" t="0" r="r" b="b"/>
            <a:pathLst>
              <a:path w="896" h="82">
                <a:moveTo>
                  <a:pt x="0" y="81"/>
                </a:moveTo>
                <a:lnTo>
                  <a:pt x="888" y="0"/>
                </a:lnTo>
                <a:lnTo>
                  <a:pt x="896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d6c6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0" name=""/>
          <p:cNvSpPr/>
          <p:nvPr/>
        </p:nvSpPr>
        <p:spPr>
          <a:xfrm>
            <a:off x="7887960" y="3169800"/>
            <a:ext cx="325440" cy="29880"/>
          </a:xfrm>
          <a:custGeom>
            <a:avLst/>
            <a:gdLst/>
            <a:ahLst/>
            <a:rect l="0" t="0" r="r" b="b"/>
            <a:pathLst>
              <a:path w="904" h="83">
                <a:moveTo>
                  <a:pt x="0" y="82"/>
                </a:moveTo>
                <a:lnTo>
                  <a:pt x="896" y="0"/>
                </a:lnTo>
                <a:lnTo>
                  <a:pt x="904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d6c6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1" name=""/>
          <p:cNvSpPr/>
          <p:nvPr/>
        </p:nvSpPr>
        <p:spPr>
          <a:xfrm>
            <a:off x="7887960" y="3169800"/>
            <a:ext cx="328680" cy="29880"/>
          </a:xfrm>
          <a:custGeom>
            <a:avLst/>
            <a:gdLst/>
            <a:ahLst/>
            <a:rect l="0" t="0" r="r" b="b"/>
            <a:pathLst>
              <a:path w="913" h="83">
                <a:moveTo>
                  <a:pt x="0" y="83"/>
                </a:moveTo>
                <a:lnTo>
                  <a:pt x="904" y="0"/>
                </a:lnTo>
                <a:lnTo>
                  <a:pt x="913" y="0"/>
                </a:lnTo>
                <a:lnTo>
                  <a:pt x="0" y="83"/>
                </a:lnTo>
                <a:close/>
              </a:path>
            </a:pathLst>
          </a:custGeom>
          <a:solidFill>
            <a:srgbClr val="d6c5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2" name=""/>
          <p:cNvSpPr/>
          <p:nvPr/>
        </p:nvSpPr>
        <p:spPr>
          <a:xfrm>
            <a:off x="7887960" y="3169800"/>
            <a:ext cx="331560" cy="30240"/>
          </a:xfrm>
          <a:custGeom>
            <a:avLst/>
            <a:gdLst/>
            <a:ahLst/>
            <a:rect l="0" t="0" r="r" b="b"/>
            <a:pathLst>
              <a:path w="921" h="84">
                <a:moveTo>
                  <a:pt x="0" y="83"/>
                </a:moveTo>
                <a:lnTo>
                  <a:pt x="913" y="0"/>
                </a:lnTo>
                <a:lnTo>
                  <a:pt x="921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d6c5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3" name=""/>
          <p:cNvSpPr/>
          <p:nvPr/>
        </p:nvSpPr>
        <p:spPr>
          <a:xfrm>
            <a:off x="7887960" y="3169800"/>
            <a:ext cx="334440" cy="30600"/>
          </a:xfrm>
          <a:custGeom>
            <a:avLst/>
            <a:gdLst/>
            <a:ahLst/>
            <a:rect l="0" t="0" r="r" b="b"/>
            <a:pathLst>
              <a:path w="929" h="85">
                <a:moveTo>
                  <a:pt x="0" y="84"/>
                </a:moveTo>
                <a:lnTo>
                  <a:pt x="921" y="0"/>
                </a:lnTo>
                <a:lnTo>
                  <a:pt x="929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4" name=""/>
          <p:cNvSpPr/>
          <p:nvPr/>
        </p:nvSpPr>
        <p:spPr>
          <a:xfrm>
            <a:off x="7887960" y="3169800"/>
            <a:ext cx="337320" cy="30960"/>
          </a:xfrm>
          <a:custGeom>
            <a:avLst/>
            <a:gdLst/>
            <a:ahLst/>
            <a:rect l="0" t="0" r="r" b="b"/>
            <a:pathLst>
              <a:path w="937" h="86">
                <a:moveTo>
                  <a:pt x="0" y="85"/>
                </a:moveTo>
                <a:lnTo>
                  <a:pt x="929" y="0"/>
                </a:lnTo>
                <a:lnTo>
                  <a:pt x="937" y="0"/>
                </a:lnTo>
                <a:lnTo>
                  <a:pt x="0" y="86"/>
                </a:lnTo>
                <a:lnTo>
                  <a:pt x="0" y="85"/>
                </a:lnTo>
                <a:close/>
              </a:path>
            </a:pathLst>
          </a:custGeom>
          <a:solidFill>
            <a:srgbClr val="d6c4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5" name=""/>
          <p:cNvSpPr/>
          <p:nvPr/>
        </p:nvSpPr>
        <p:spPr>
          <a:xfrm>
            <a:off x="7887960" y="3169800"/>
            <a:ext cx="340200" cy="30960"/>
          </a:xfrm>
          <a:custGeom>
            <a:avLst/>
            <a:gdLst/>
            <a:ahLst/>
            <a:rect l="0" t="0" r="r" b="b"/>
            <a:pathLst>
              <a:path w="945" h="86">
                <a:moveTo>
                  <a:pt x="0" y="86"/>
                </a:moveTo>
                <a:lnTo>
                  <a:pt x="937" y="0"/>
                </a:lnTo>
                <a:lnTo>
                  <a:pt x="945" y="0"/>
                </a:lnTo>
                <a:lnTo>
                  <a:pt x="0" y="86"/>
                </a:lnTo>
                <a:close/>
              </a:path>
            </a:pathLst>
          </a:custGeom>
          <a:solidFill>
            <a:srgbClr val="d6c3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6" name=""/>
          <p:cNvSpPr/>
          <p:nvPr/>
        </p:nvSpPr>
        <p:spPr>
          <a:xfrm>
            <a:off x="7887960" y="3169800"/>
            <a:ext cx="343080" cy="31320"/>
          </a:xfrm>
          <a:custGeom>
            <a:avLst/>
            <a:gdLst/>
            <a:ahLst/>
            <a:rect l="0" t="0" r="r" b="b"/>
            <a:pathLst>
              <a:path w="953" h="87">
                <a:moveTo>
                  <a:pt x="0" y="86"/>
                </a:moveTo>
                <a:lnTo>
                  <a:pt x="945" y="0"/>
                </a:lnTo>
                <a:lnTo>
                  <a:pt x="953" y="0"/>
                </a:lnTo>
                <a:lnTo>
                  <a:pt x="0" y="87"/>
                </a:lnTo>
                <a:lnTo>
                  <a:pt x="0" y="86"/>
                </a:lnTo>
                <a:close/>
              </a:path>
            </a:pathLst>
          </a:custGeom>
          <a:solidFill>
            <a:srgbClr val="d6c3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7" name=""/>
          <p:cNvSpPr/>
          <p:nvPr/>
        </p:nvSpPr>
        <p:spPr>
          <a:xfrm>
            <a:off x="7887960" y="3169800"/>
            <a:ext cx="345960" cy="31680"/>
          </a:xfrm>
          <a:custGeom>
            <a:avLst/>
            <a:gdLst/>
            <a:ahLst/>
            <a:rect l="0" t="0" r="r" b="b"/>
            <a:pathLst>
              <a:path w="961" h="88">
                <a:moveTo>
                  <a:pt x="0" y="87"/>
                </a:moveTo>
                <a:lnTo>
                  <a:pt x="953" y="0"/>
                </a:lnTo>
                <a:lnTo>
                  <a:pt x="961" y="0"/>
                </a:lnTo>
                <a:lnTo>
                  <a:pt x="0" y="88"/>
                </a:lnTo>
                <a:lnTo>
                  <a:pt x="0" y="87"/>
                </a:lnTo>
                <a:close/>
              </a:path>
            </a:pathLst>
          </a:custGeom>
          <a:solidFill>
            <a:srgbClr val="d6c2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8" name=""/>
          <p:cNvSpPr/>
          <p:nvPr/>
        </p:nvSpPr>
        <p:spPr>
          <a:xfrm>
            <a:off x="7887960" y="3169800"/>
            <a:ext cx="348840" cy="32040"/>
          </a:xfrm>
          <a:custGeom>
            <a:avLst/>
            <a:gdLst/>
            <a:ahLst/>
            <a:rect l="0" t="0" r="r" b="b"/>
            <a:pathLst>
              <a:path w="969" h="89">
                <a:moveTo>
                  <a:pt x="0" y="88"/>
                </a:moveTo>
                <a:lnTo>
                  <a:pt x="961" y="0"/>
                </a:lnTo>
                <a:lnTo>
                  <a:pt x="969" y="0"/>
                </a:lnTo>
                <a:lnTo>
                  <a:pt x="0" y="89"/>
                </a:lnTo>
                <a:lnTo>
                  <a:pt x="0" y="88"/>
                </a:lnTo>
                <a:close/>
              </a:path>
            </a:pathLst>
          </a:custGeom>
          <a:solidFill>
            <a:srgbClr val="d6c2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09" name=""/>
          <p:cNvSpPr/>
          <p:nvPr/>
        </p:nvSpPr>
        <p:spPr>
          <a:xfrm>
            <a:off x="7887960" y="3169800"/>
            <a:ext cx="351720" cy="32040"/>
          </a:xfrm>
          <a:custGeom>
            <a:avLst/>
            <a:gdLst/>
            <a:ahLst/>
            <a:rect l="0" t="0" r="r" b="b"/>
            <a:pathLst>
              <a:path w="977" h="89">
                <a:moveTo>
                  <a:pt x="0" y="89"/>
                </a:moveTo>
                <a:lnTo>
                  <a:pt x="969" y="0"/>
                </a:lnTo>
                <a:lnTo>
                  <a:pt x="977" y="0"/>
                </a:lnTo>
                <a:lnTo>
                  <a:pt x="0" y="89"/>
                </a:lnTo>
                <a:close/>
              </a:path>
            </a:pathLst>
          </a:custGeom>
          <a:solidFill>
            <a:srgbClr val="d5c1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0" name=""/>
          <p:cNvSpPr/>
          <p:nvPr/>
        </p:nvSpPr>
        <p:spPr>
          <a:xfrm>
            <a:off x="7887960" y="3169800"/>
            <a:ext cx="354600" cy="32400"/>
          </a:xfrm>
          <a:custGeom>
            <a:avLst/>
            <a:gdLst/>
            <a:ahLst/>
            <a:rect l="0" t="0" r="r" b="b"/>
            <a:pathLst>
              <a:path w="985" h="90">
                <a:moveTo>
                  <a:pt x="0" y="89"/>
                </a:moveTo>
                <a:lnTo>
                  <a:pt x="977" y="0"/>
                </a:lnTo>
                <a:lnTo>
                  <a:pt x="985" y="0"/>
                </a:lnTo>
                <a:lnTo>
                  <a:pt x="0" y="90"/>
                </a:lnTo>
                <a:lnTo>
                  <a:pt x="0" y="89"/>
                </a:lnTo>
                <a:close/>
              </a:path>
            </a:pathLst>
          </a:custGeom>
          <a:solidFill>
            <a:srgbClr val="d5c1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1" name=""/>
          <p:cNvSpPr/>
          <p:nvPr/>
        </p:nvSpPr>
        <p:spPr>
          <a:xfrm>
            <a:off x="7887960" y="3169800"/>
            <a:ext cx="357480" cy="32760"/>
          </a:xfrm>
          <a:custGeom>
            <a:avLst/>
            <a:gdLst/>
            <a:ahLst/>
            <a:rect l="0" t="0" r="r" b="b"/>
            <a:pathLst>
              <a:path w="993" h="91">
                <a:moveTo>
                  <a:pt x="0" y="90"/>
                </a:moveTo>
                <a:lnTo>
                  <a:pt x="985" y="0"/>
                </a:lnTo>
                <a:lnTo>
                  <a:pt x="993" y="0"/>
                </a:lnTo>
                <a:lnTo>
                  <a:pt x="0" y="91"/>
                </a:lnTo>
                <a:lnTo>
                  <a:pt x="0" y="90"/>
                </a:lnTo>
                <a:close/>
              </a:path>
            </a:pathLst>
          </a:custGeom>
          <a:solidFill>
            <a:srgbClr val="d5c1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2" name=""/>
          <p:cNvSpPr/>
          <p:nvPr/>
        </p:nvSpPr>
        <p:spPr>
          <a:xfrm>
            <a:off x="7887960" y="3169800"/>
            <a:ext cx="360360" cy="32760"/>
          </a:xfrm>
          <a:custGeom>
            <a:avLst/>
            <a:gdLst/>
            <a:ahLst/>
            <a:rect l="0" t="0" r="r" b="b"/>
            <a:pathLst>
              <a:path w="1001" h="91">
                <a:moveTo>
                  <a:pt x="0" y="91"/>
                </a:moveTo>
                <a:lnTo>
                  <a:pt x="993" y="0"/>
                </a:lnTo>
                <a:lnTo>
                  <a:pt x="1001" y="0"/>
                </a:lnTo>
                <a:lnTo>
                  <a:pt x="0" y="91"/>
                </a:lnTo>
                <a:close/>
              </a:path>
            </a:pathLst>
          </a:custGeom>
          <a:solidFill>
            <a:srgbClr val="d5c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3" name=""/>
          <p:cNvSpPr/>
          <p:nvPr/>
        </p:nvSpPr>
        <p:spPr>
          <a:xfrm>
            <a:off x="7887960" y="3169800"/>
            <a:ext cx="363240" cy="33120"/>
          </a:xfrm>
          <a:custGeom>
            <a:avLst/>
            <a:gdLst/>
            <a:ahLst/>
            <a:rect l="0" t="0" r="r" b="b"/>
            <a:pathLst>
              <a:path w="1009" h="92">
                <a:moveTo>
                  <a:pt x="0" y="91"/>
                </a:moveTo>
                <a:lnTo>
                  <a:pt x="1001" y="0"/>
                </a:lnTo>
                <a:lnTo>
                  <a:pt x="1009" y="0"/>
                </a:lnTo>
                <a:lnTo>
                  <a:pt x="0" y="92"/>
                </a:lnTo>
                <a:lnTo>
                  <a:pt x="0" y="91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4" name=""/>
          <p:cNvSpPr/>
          <p:nvPr/>
        </p:nvSpPr>
        <p:spPr>
          <a:xfrm>
            <a:off x="7887960" y="3169800"/>
            <a:ext cx="366120" cy="33480"/>
          </a:xfrm>
          <a:custGeom>
            <a:avLst/>
            <a:gdLst/>
            <a:ahLst/>
            <a:rect l="0" t="0" r="r" b="b"/>
            <a:pathLst>
              <a:path w="1017" h="93">
                <a:moveTo>
                  <a:pt x="0" y="92"/>
                </a:moveTo>
                <a:lnTo>
                  <a:pt x="1009" y="0"/>
                </a:lnTo>
                <a:lnTo>
                  <a:pt x="1017" y="0"/>
                </a:lnTo>
                <a:lnTo>
                  <a:pt x="0" y="93"/>
                </a:lnTo>
                <a:lnTo>
                  <a:pt x="0" y="92"/>
                </a:lnTo>
                <a:close/>
              </a:path>
            </a:pathLst>
          </a:custGeom>
          <a:solidFill>
            <a:srgbClr val="d5c0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5" name=""/>
          <p:cNvSpPr/>
          <p:nvPr/>
        </p:nvSpPr>
        <p:spPr>
          <a:xfrm>
            <a:off x="7887960" y="3169800"/>
            <a:ext cx="369000" cy="33840"/>
          </a:xfrm>
          <a:custGeom>
            <a:avLst/>
            <a:gdLst/>
            <a:ahLst/>
            <a:rect l="0" t="0" r="r" b="b"/>
            <a:pathLst>
              <a:path w="1025" h="94">
                <a:moveTo>
                  <a:pt x="0" y="93"/>
                </a:moveTo>
                <a:lnTo>
                  <a:pt x="1017" y="0"/>
                </a:lnTo>
                <a:lnTo>
                  <a:pt x="1025" y="0"/>
                </a:lnTo>
                <a:lnTo>
                  <a:pt x="0" y="94"/>
                </a:lnTo>
                <a:lnTo>
                  <a:pt x="0" y="93"/>
                </a:lnTo>
                <a:close/>
              </a:path>
            </a:pathLst>
          </a:custGeom>
          <a:solidFill>
            <a:srgbClr val="d5bf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6" name=""/>
          <p:cNvSpPr/>
          <p:nvPr/>
        </p:nvSpPr>
        <p:spPr>
          <a:xfrm>
            <a:off x="7887960" y="3169800"/>
            <a:ext cx="372240" cy="33840"/>
          </a:xfrm>
          <a:custGeom>
            <a:avLst/>
            <a:gdLst/>
            <a:ahLst/>
            <a:rect l="0" t="0" r="r" b="b"/>
            <a:pathLst>
              <a:path w="1034" h="94">
                <a:moveTo>
                  <a:pt x="0" y="94"/>
                </a:moveTo>
                <a:lnTo>
                  <a:pt x="1025" y="0"/>
                </a:lnTo>
                <a:lnTo>
                  <a:pt x="1034" y="0"/>
                </a:lnTo>
                <a:lnTo>
                  <a:pt x="5" y="94"/>
                </a:lnTo>
                <a:lnTo>
                  <a:pt x="0" y="94"/>
                </a:lnTo>
                <a:close/>
              </a:path>
            </a:pathLst>
          </a:custGeom>
          <a:solidFill>
            <a:srgbClr val="d5bf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7" name=""/>
          <p:cNvSpPr/>
          <p:nvPr/>
        </p:nvSpPr>
        <p:spPr>
          <a:xfrm>
            <a:off x="7889760" y="3169800"/>
            <a:ext cx="371880" cy="33840"/>
          </a:xfrm>
          <a:custGeom>
            <a:avLst/>
            <a:gdLst/>
            <a:ahLst/>
            <a:rect l="0" t="0" r="r" b="b"/>
            <a:pathLst>
              <a:path w="1033" h="94">
                <a:moveTo>
                  <a:pt x="0" y="94"/>
                </a:moveTo>
                <a:lnTo>
                  <a:pt x="1029" y="0"/>
                </a:lnTo>
                <a:lnTo>
                  <a:pt x="1033" y="0"/>
                </a:lnTo>
                <a:lnTo>
                  <a:pt x="8" y="94"/>
                </a:lnTo>
                <a:lnTo>
                  <a:pt x="0" y="94"/>
                </a:lnTo>
                <a:close/>
              </a:path>
            </a:pathLst>
          </a:custGeom>
          <a:solidFill>
            <a:srgbClr val="d5be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8" name=""/>
          <p:cNvSpPr/>
          <p:nvPr/>
        </p:nvSpPr>
        <p:spPr>
          <a:xfrm>
            <a:off x="7892640" y="3169800"/>
            <a:ext cx="369000" cy="33840"/>
          </a:xfrm>
          <a:custGeom>
            <a:avLst/>
            <a:gdLst/>
            <a:ahLst/>
            <a:rect l="0" t="0" r="r" b="b"/>
            <a:pathLst>
              <a:path w="1025" h="94">
                <a:moveTo>
                  <a:pt x="0" y="94"/>
                </a:moveTo>
                <a:lnTo>
                  <a:pt x="1025" y="0"/>
                </a:lnTo>
                <a:lnTo>
                  <a:pt x="1025" y="1"/>
                </a:lnTo>
                <a:lnTo>
                  <a:pt x="8" y="94"/>
                </a:lnTo>
                <a:lnTo>
                  <a:pt x="0" y="94"/>
                </a:lnTo>
                <a:close/>
              </a:path>
            </a:pathLst>
          </a:custGeom>
          <a:solidFill>
            <a:srgbClr val="d5be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19" name=""/>
          <p:cNvSpPr/>
          <p:nvPr/>
        </p:nvSpPr>
        <p:spPr>
          <a:xfrm>
            <a:off x="7895520" y="3170160"/>
            <a:ext cx="366120" cy="33480"/>
          </a:xfrm>
          <a:custGeom>
            <a:avLst/>
            <a:gdLst/>
            <a:ahLst/>
            <a:rect l="0" t="0" r="r" b="b"/>
            <a:pathLst>
              <a:path w="1017" h="93">
                <a:moveTo>
                  <a:pt x="0" y="93"/>
                </a:moveTo>
                <a:lnTo>
                  <a:pt x="1017" y="0"/>
                </a:lnTo>
                <a:lnTo>
                  <a:pt x="1017" y="1"/>
                </a:lnTo>
                <a:lnTo>
                  <a:pt x="8" y="93"/>
                </a:lnTo>
                <a:lnTo>
                  <a:pt x="0" y="93"/>
                </a:lnTo>
                <a:close/>
              </a:path>
            </a:pathLst>
          </a:custGeom>
          <a:solidFill>
            <a:srgbClr val="d4bd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0" name=""/>
          <p:cNvSpPr/>
          <p:nvPr/>
        </p:nvSpPr>
        <p:spPr>
          <a:xfrm>
            <a:off x="7898400" y="3170520"/>
            <a:ext cx="363240" cy="33120"/>
          </a:xfrm>
          <a:custGeom>
            <a:avLst/>
            <a:gdLst/>
            <a:ahLst/>
            <a:rect l="0" t="0" r="r" b="b"/>
            <a:pathLst>
              <a:path w="1009" h="92">
                <a:moveTo>
                  <a:pt x="0" y="92"/>
                </a:moveTo>
                <a:lnTo>
                  <a:pt x="1009" y="0"/>
                </a:lnTo>
                <a:lnTo>
                  <a:pt x="8" y="92"/>
                </a:lnTo>
                <a:lnTo>
                  <a:pt x="0" y="92"/>
                </a:lnTo>
                <a:close/>
              </a:path>
            </a:pathLst>
          </a:custGeom>
          <a:solidFill>
            <a:srgbClr val="d4bd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1" name=""/>
          <p:cNvSpPr/>
          <p:nvPr/>
        </p:nvSpPr>
        <p:spPr>
          <a:xfrm>
            <a:off x="7901280" y="3170520"/>
            <a:ext cx="360360" cy="33120"/>
          </a:xfrm>
          <a:custGeom>
            <a:avLst/>
            <a:gdLst/>
            <a:ahLst/>
            <a:rect l="0" t="0" r="r" b="b"/>
            <a:pathLst>
              <a:path w="1001" h="92">
                <a:moveTo>
                  <a:pt x="0" y="92"/>
                </a:moveTo>
                <a:lnTo>
                  <a:pt x="1001" y="0"/>
                </a:lnTo>
                <a:lnTo>
                  <a:pt x="1001" y="1"/>
                </a:lnTo>
                <a:lnTo>
                  <a:pt x="8" y="92"/>
                </a:lnTo>
                <a:lnTo>
                  <a:pt x="0" y="92"/>
                </a:lnTo>
                <a:close/>
              </a:path>
            </a:pathLst>
          </a:custGeom>
          <a:solidFill>
            <a:srgbClr val="d4bc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2" name=""/>
          <p:cNvSpPr/>
          <p:nvPr/>
        </p:nvSpPr>
        <p:spPr>
          <a:xfrm>
            <a:off x="7904160" y="3170880"/>
            <a:ext cx="357480" cy="32760"/>
          </a:xfrm>
          <a:custGeom>
            <a:avLst/>
            <a:gdLst/>
            <a:ahLst/>
            <a:rect l="0" t="0" r="r" b="b"/>
            <a:pathLst>
              <a:path w="993" h="91">
                <a:moveTo>
                  <a:pt x="0" y="91"/>
                </a:moveTo>
                <a:lnTo>
                  <a:pt x="993" y="0"/>
                </a:lnTo>
                <a:lnTo>
                  <a:pt x="993" y="1"/>
                </a:lnTo>
                <a:lnTo>
                  <a:pt x="9" y="91"/>
                </a:lnTo>
                <a:lnTo>
                  <a:pt x="0" y="91"/>
                </a:lnTo>
                <a:close/>
              </a:path>
            </a:pathLst>
          </a:custGeom>
          <a:solidFill>
            <a:srgbClr val="d4b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3" name=""/>
          <p:cNvSpPr/>
          <p:nvPr/>
        </p:nvSpPr>
        <p:spPr>
          <a:xfrm>
            <a:off x="7907400" y="3171240"/>
            <a:ext cx="354240" cy="32400"/>
          </a:xfrm>
          <a:custGeom>
            <a:avLst/>
            <a:gdLst/>
            <a:ahLst/>
            <a:rect l="0" t="0" r="r" b="b"/>
            <a:pathLst>
              <a:path w="984" h="90">
                <a:moveTo>
                  <a:pt x="0" y="90"/>
                </a:moveTo>
                <a:lnTo>
                  <a:pt x="984" y="0"/>
                </a:lnTo>
                <a:lnTo>
                  <a:pt x="984" y="1"/>
                </a:lnTo>
                <a:lnTo>
                  <a:pt x="8" y="90"/>
                </a:lnTo>
                <a:lnTo>
                  <a:pt x="0" y="90"/>
                </a:lnTo>
                <a:close/>
              </a:path>
            </a:pathLst>
          </a:custGeom>
          <a:solidFill>
            <a:srgbClr val="d4b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4" name=""/>
          <p:cNvSpPr/>
          <p:nvPr/>
        </p:nvSpPr>
        <p:spPr>
          <a:xfrm>
            <a:off x="7910280" y="3171600"/>
            <a:ext cx="351360" cy="32040"/>
          </a:xfrm>
          <a:custGeom>
            <a:avLst/>
            <a:gdLst/>
            <a:ahLst/>
            <a:rect l="0" t="0" r="r" b="b"/>
            <a:pathLst>
              <a:path w="976" h="89">
                <a:moveTo>
                  <a:pt x="0" y="89"/>
                </a:moveTo>
                <a:lnTo>
                  <a:pt x="976" y="0"/>
                </a:lnTo>
                <a:lnTo>
                  <a:pt x="8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4bb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5" name=""/>
          <p:cNvSpPr/>
          <p:nvPr/>
        </p:nvSpPr>
        <p:spPr>
          <a:xfrm>
            <a:off x="7913160" y="3171600"/>
            <a:ext cx="348480" cy="32040"/>
          </a:xfrm>
          <a:custGeom>
            <a:avLst/>
            <a:gdLst/>
            <a:ahLst/>
            <a:rect l="0" t="0" r="r" b="b"/>
            <a:pathLst>
              <a:path w="968" h="89">
                <a:moveTo>
                  <a:pt x="0" y="89"/>
                </a:moveTo>
                <a:lnTo>
                  <a:pt x="968" y="0"/>
                </a:lnTo>
                <a:lnTo>
                  <a:pt x="968" y="1"/>
                </a:lnTo>
                <a:lnTo>
                  <a:pt x="8" y="89"/>
                </a:lnTo>
                <a:lnTo>
                  <a:pt x="0" y="89"/>
                </a:lnTo>
                <a:close/>
              </a:path>
            </a:pathLst>
          </a:custGeom>
          <a:solidFill>
            <a:srgbClr val="d4ba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6" name=""/>
          <p:cNvSpPr/>
          <p:nvPr/>
        </p:nvSpPr>
        <p:spPr>
          <a:xfrm>
            <a:off x="7916040" y="3171960"/>
            <a:ext cx="345600" cy="31680"/>
          </a:xfrm>
          <a:custGeom>
            <a:avLst/>
            <a:gdLst/>
            <a:ahLst/>
            <a:rect l="0" t="0" r="r" b="b"/>
            <a:pathLst>
              <a:path w="960" h="88">
                <a:moveTo>
                  <a:pt x="0" y="88"/>
                </a:moveTo>
                <a:lnTo>
                  <a:pt x="960" y="0"/>
                </a:lnTo>
                <a:lnTo>
                  <a:pt x="960" y="1"/>
                </a:lnTo>
                <a:lnTo>
                  <a:pt x="8" y="88"/>
                </a:lnTo>
                <a:lnTo>
                  <a:pt x="0" y="88"/>
                </a:lnTo>
                <a:close/>
              </a:path>
            </a:pathLst>
          </a:custGeom>
          <a:solidFill>
            <a:srgbClr val="d4ba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7" name=""/>
          <p:cNvSpPr/>
          <p:nvPr/>
        </p:nvSpPr>
        <p:spPr>
          <a:xfrm>
            <a:off x="7918920" y="3172320"/>
            <a:ext cx="342720" cy="31320"/>
          </a:xfrm>
          <a:custGeom>
            <a:avLst/>
            <a:gdLst/>
            <a:ahLst/>
            <a:rect l="0" t="0" r="r" b="b"/>
            <a:pathLst>
              <a:path w="952" h="87">
                <a:moveTo>
                  <a:pt x="0" y="87"/>
                </a:moveTo>
                <a:lnTo>
                  <a:pt x="952" y="0"/>
                </a:lnTo>
                <a:lnTo>
                  <a:pt x="8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3ba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8" name=""/>
          <p:cNvSpPr/>
          <p:nvPr/>
        </p:nvSpPr>
        <p:spPr>
          <a:xfrm>
            <a:off x="7921800" y="3172320"/>
            <a:ext cx="339840" cy="31320"/>
          </a:xfrm>
          <a:custGeom>
            <a:avLst/>
            <a:gdLst/>
            <a:ahLst/>
            <a:rect l="0" t="0" r="r" b="b"/>
            <a:pathLst>
              <a:path w="944" h="87">
                <a:moveTo>
                  <a:pt x="0" y="87"/>
                </a:moveTo>
                <a:lnTo>
                  <a:pt x="944" y="0"/>
                </a:lnTo>
                <a:lnTo>
                  <a:pt x="944" y="1"/>
                </a:lnTo>
                <a:lnTo>
                  <a:pt x="8" y="87"/>
                </a:lnTo>
                <a:lnTo>
                  <a:pt x="0" y="87"/>
                </a:lnTo>
                <a:close/>
              </a:path>
            </a:pathLst>
          </a:custGeom>
          <a:solidFill>
            <a:srgbClr val="d3b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29" name=""/>
          <p:cNvSpPr/>
          <p:nvPr/>
        </p:nvSpPr>
        <p:spPr>
          <a:xfrm>
            <a:off x="7924680" y="3172680"/>
            <a:ext cx="336960" cy="30960"/>
          </a:xfrm>
          <a:custGeom>
            <a:avLst/>
            <a:gdLst/>
            <a:ahLst/>
            <a:rect l="0" t="0" r="r" b="b"/>
            <a:pathLst>
              <a:path w="936" h="86">
                <a:moveTo>
                  <a:pt x="0" y="86"/>
                </a:moveTo>
                <a:lnTo>
                  <a:pt x="936" y="0"/>
                </a:lnTo>
                <a:lnTo>
                  <a:pt x="936" y="1"/>
                </a:lnTo>
                <a:lnTo>
                  <a:pt x="8" y="86"/>
                </a:lnTo>
                <a:lnTo>
                  <a:pt x="0" y="86"/>
                </a:lnTo>
                <a:close/>
              </a:path>
            </a:pathLst>
          </a:custGeom>
          <a:solidFill>
            <a:srgbClr val="d3b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0" name=""/>
          <p:cNvSpPr/>
          <p:nvPr/>
        </p:nvSpPr>
        <p:spPr>
          <a:xfrm>
            <a:off x="7927560" y="3173040"/>
            <a:ext cx="334080" cy="30600"/>
          </a:xfrm>
          <a:custGeom>
            <a:avLst/>
            <a:gdLst/>
            <a:ahLst/>
            <a:rect l="0" t="0" r="r" b="b"/>
            <a:pathLst>
              <a:path w="928" h="85">
                <a:moveTo>
                  <a:pt x="0" y="85"/>
                </a:moveTo>
                <a:lnTo>
                  <a:pt x="928" y="0"/>
                </a:lnTo>
                <a:lnTo>
                  <a:pt x="928" y="1"/>
                </a:lnTo>
                <a:lnTo>
                  <a:pt x="8" y="85"/>
                </a:lnTo>
                <a:lnTo>
                  <a:pt x="0" y="85"/>
                </a:lnTo>
                <a:close/>
              </a:path>
            </a:pathLst>
          </a:custGeom>
          <a:solidFill>
            <a:srgbClr val="d3b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1" name=""/>
          <p:cNvSpPr/>
          <p:nvPr/>
        </p:nvSpPr>
        <p:spPr>
          <a:xfrm>
            <a:off x="7930440" y="3173400"/>
            <a:ext cx="331200" cy="30240"/>
          </a:xfrm>
          <a:custGeom>
            <a:avLst/>
            <a:gdLst/>
            <a:ahLst/>
            <a:rect l="0" t="0" r="r" b="b"/>
            <a:pathLst>
              <a:path w="920" h="84">
                <a:moveTo>
                  <a:pt x="0" y="84"/>
                </a:moveTo>
                <a:lnTo>
                  <a:pt x="920" y="0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3b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2" name=""/>
          <p:cNvSpPr/>
          <p:nvPr/>
        </p:nvSpPr>
        <p:spPr>
          <a:xfrm>
            <a:off x="7933320" y="3173400"/>
            <a:ext cx="328320" cy="30240"/>
          </a:xfrm>
          <a:custGeom>
            <a:avLst/>
            <a:gdLst/>
            <a:ahLst/>
            <a:rect l="0" t="0" r="r" b="b"/>
            <a:pathLst>
              <a:path w="912" h="84">
                <a:moveTo>
                  <a:pt x="0" y="84"/>
                </a:moveTo>
                <a:lnTo>
                  <a:pt x="912" y="0"/>
                </a:lnTo>
                <a:lnTo>
                  <a:pt x="912" y="1"/>
                </a:lnTo>
                <a:lnTo>
                  <a:pt x="8" y="84"/>
                </a:lnTo>
                <a:lnTo>
                  <a:pt x="0" y="84"/>
                </a:lnTo>
                <a:close/>
              </a:path>
            </a:pathLst>
          </a:custGeom>
          <a:solidFill>
            <a:srgbClr val="d3b8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3" name=""/>
          <p:cNvSpPr/>
          <p:nvPr/>
        </p:nvSpPr>
        <p:spPr>
          <a:xfrm>
            <a:off x="7936200" y="3173760"/>
            <a:ext cx="325440" cy="29880"/>
          </a:xfrm>
          <a:custGeom>
            <a:avLst/>
            <a:gdLst/>
            <a:ahLst/>
            <a:rect l="0" t="0" r="r" b="b"/>
            <a:pathLst>
              <a:path w="904" h="83">
                <a:moveTo>
                  <a:pt x="0" y="83"/>
                </a:moveTo>
                <a:lnTo>
                  <a:pt x="904" y="0"/>
                </a:lnTo>
                <a:lnTo>
                  <a:pt x="904" y="1"/>
                </a:lnTo>
                <a:lnTo>
                  <a:pt x="8" y="83"/>
                </a:lnTo>
                <a:lnTo>
                  <a:pt x="0" y="83"/>
                </a:lnTo>
                <a:close/>
              </a:path>
            </a:pathLst>
          </a:custGeom>
          <a:solidFill>
            <a:srgbClr val="d3b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4" name=""/>
          <p:cNvSpPr/>
          <p:nvPr/>
        </p:nvSpPr>
        <p:spPr>
          <a:xfrm>
            <a:off x="7939080" y="3174120"/>
            <a:ext cx="322560" cy="29520"/>
          </a:xfrm>
          <a:custGeom>
            <a:avLst/>
            <a:gdLst/>
            <a:ahLst/>
            <a:rect l="0" t="0" r="r" b="b"/>
            <a:pathLst>
              <a:path w="896" h="82">
                <a:moveTo>
                  <a:pt x="0" y="82"/>
                </a:moveTo>
                <a:lnTo>
                  <a:pt x="896" y="0"/>
                </a:lnTo>
                <a:lnTo>
                  <a:pt x="896" y="1"/>
                </a:lnTo>
                <a:lnTo>
                  <a:pt x="8" y="82"/>
                </a:lnTo>
                <a:lnTo>
                  <a:pt x="0" y="82"/>
                </a:lnTo>
                <a:close/>
              </a:path>
            </a:pathLst>
          </a:custGeom>
          <a:solidFill>
            <a:srgbClr val="d3b7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5" name=""/>
          <p:cNvSpPr/>
          <p:nvPr/>
        </p:nvSpPr>
        <p:spPr>
          <a:xfrm>
            <a:off x="7941960" y="3174480"/>
            <a:ext cx="319680" cy="29160"/>
          </a:xfrm>
          <a:custGeom>
            <a:avLst/>
            <a:gdLst/>
            <a:ahLst/>
            <a:rect l="0" t="0" r="r" b="b"/>
            <a:pathLst>
              <a:path w="888" h="81">
                <a:moveTo>
                  <a:pt x="0" y="81"/>
                </a:moveTo>
                <a:lnTo>
                  <a:pt x="888" y="0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3b6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6" name=""/>
          <p:cNvSpPr/>
          <p:nvPr/>
        </p:nvSpPr>
        <p:spPr>
          <a:xfrm>
            <a:off x="7944840" y="3174480"/>
            <a:ext cx="316800" cy="29160"/>
          </a:xfrm>
          <a:custGeom>
            <a:avLst/>
            <a:gdLst/>
            <a:ahLst/>
            <a:rect l="0" t="0" r="r" b="b"/>
            <a:pathLst>
              <a:path w="880" h="81">
                <a:moveTo>
                  <a:pt x="0" y="81"/>
                </a:moveTo>
                <a:lnTo>
                  <a:pt x="880" y="0"/>
                </a:lnTo>
                <a:lnTo>
                  <a:pt x="880" y="1"/>
                </a:lnTo>
                <a:lnTo>
                  <a:pt x="8" y="81"/>
                </a:lnTo>
                <a:lnTo>
                  <a:pt x="0" y="81"/>
                </a:lnTo>
                <a:close/>
              </a:path>
            </a:pathLst>
          </a:custGeom>
          <a:solidFill>
            <a:srgbClr val="d3b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7" name=""/>
          <p:cNvSpPr/>
          <p:nvPr/>
        </p:nvSpPr>
        <p:spPr>
          <a:xfrm>
            <a:off x="7947720" y="3174840"/>
            <a:ext cx="313920" cy="28800"/>
          </a:xfrm>
          <a:custGeom>
            <a:avLst/>
            <a:gdLst/>
            <a:ahLst/>
            <a:rect l="0" t="0" r="r" b="b"/>
            <a:pathLst>
              <a:path w="872" h="80">
                <a:moveTo>
                  <a:pt x="0" y="80"/>
                </a:moveTo>
                <a:lnTo>
                  <a:pt x="872" y="0"/>
                </a:lnTo>
                <a:lnTo>
                  <a:pt x="872" y="1"/>
                </a:lnTo>
                <a:lnTo>
                  <a:pt x="8" y="80"/>
                </a:lnTo>
                <a:lnTo>
                  <a:pt x="0" y="80"/>
                </a:lnTo>
                <a:close/>
              </a:path>
            </a:pathLst>
          </a:custGeom>
          <a:solidFill>
            <a:srgbClr val="d2b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8" name=""/>
          <p:cNvSpPr/>
          <p:nvPr/>
        </p:nvSpPr>
        <p:spPr>
          <a:xfrm>
            <a:off x="7950600" y="3175200"/>
            <a:ext cx="311040" cy="28440"/>
          </a:xfrm>
          <a:custGeom>
            <a:avLst/>
            <a:gdLst/>
            <a:ahLst/>
            <a:rect l="0" t="0" r="r" b="b"/>
            <a:pathLst>
              <a:path w="864" h="79">
                <a:moveTo>
                  <a:pt x="0" y="79"/>
                </a:moveTo>
                <a:lnTo>
                  <a:pt x="864" y="0"/>
                </a:lnTo>
                <a:lnTo>
                  <a:pt x="9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2b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39" name=""/>
          <p:cNvSpPr/>
          <p:nvPr/>
        </p:nvSpPr>
        <p:spPr>
          <a:xfrm>
            <a:off x="7953840" y="3175200"/>
            <a:ext cx="307800" cy="28440"/>
          </a:xfrm>
          <a:custGeom>
            <a:avLst/>
            <a:gdLst/>
            <a:ahLst/>
            <a:rect l="0" t="0" r="r" b="b"/>
            <a:pathLst>
              <a:path w="855" h="79">
                <a:moveTo>
                  <a:pt x="0" y="79"/>
                </a:moveTo>
                <a:lnTo>
                  <a:pt x="855" y="0"/>
                </a:lnTo>
                <a:lnTo>
                  <a:pt x="855" y="1"/>
                </a:lnTo>
                <a:lnTo>
                  <a:pt x="8" y="79"/>
                </a:lnTo>
                <a:lnTo>
                  <a:pt x="0" y="79"/>
                </a:lnTo>
                <a:close/>
              </a:path>
            </a:pathLst>
          </a:custGeom>
          <a:solidFill>
            <a:srgbClr val="d2b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0" name=""/>
          <p:cNvSpPr/>
          <p:nvPr/>
        </p:nvSpPr>
        <p:spPr>
          <a:xfrm>
            <a:off x="7956720" y="3175560"/>
            <a:ext cx="304920" cy="28080"/>
          </a:xfrm>
          <a:custGeom>
            <a:avLst/>
            <a:gdLst/>
            <a:ahLst/>
            <a:rect l="0" t="0" r="r" b="b"/>
            <a:pathLst>
              <a:path w="847" h="78">
                <a:moveTo>
                  <a:pt x="0" y="78"/>
                </a:moveTo>
                <a:lnTo>
                  <a:pt x="847" y="0"/>
                </a:lnTo>
                <a:lnTo>
                  <a:pt x="847" y="1"/>
                </a:lnTo>
                <a:lnTo>
                  <a:pt x="8" y="78"/>
                </a:lnTo>
                <a:lnTo>
                  <a:pt x="0" y="78"/>
                </a:lnTo>
                <a:close/>
              </a:path>
            </a:pathLst>
          </a:custGeom>
          <a:solidFill>
            <a:srgbClr val="d2b4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1" name=""/>
          <p:cNvSpPr/>
          <p:nvPr/>
        </p:nvSpPr>
        <p:spPr>
          <a:xfrm>
            <a:off x="7959600" y="3175920"/>
            <a:ext cx="302040" cy="27720"/>
          </a:xfrm>
          <a:custGeom>
            <a:avLst/>
            <a:gdLst/>
            <a:ahLst/>
            <a:rect l="0" t="0" r="r" b="b"/>
            <a:pathLst>
              <a:path w="839" h="77">
                <a:moveTo>
                  <a:pt x="0" y="77"/>
                </a:moveTo>
                <a:lnTo>
                  <a:pt x="839" y="0"/>
                </a:lnTo>
                <a:lnTo>
                  <a:pt x="839" y="1"/>
                </a:lnTo>
                <a:lnTo>
                  <a:pt x="8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2b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2" name=""/>
          <p:cNvSpPr/>
          <p:nvPr/>
        </p:nvSpPr>
        <p:spPr>
          <a:xfrm>
            <a:off x="7962480" y="3176280"/>
            <a:ext cx="299160" cy="27360"/>
          </a:xfrm>
          <a:custGeom>
            <a:avLst/>
            <a:gdLst/>
            <a:ahLst/>
            <a:rect l="0" t="0" r="r" b="b"/>
            <a:pathLst>
              <a:path w="831" h="76">
                <a:moveTo>
                  <a:pt x="0" y="76"/>
                </a:moveTo>
                <a:lnTo>
                  <a:pt x="831" y="0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2b3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3" name=""/>
          <p:cNvSpPr/>
          <p:nvPr/>
        </p:nvSpPr>
        <p:spPr>
          <a:xfrm>
            <a:off x="7965360" y="3176280"/>
            <a:ext cx="296280" cy="27360"/>
          </a:xfrm>
          <a:custGeom>
            <a:avLst/>
            <a:gdLst/>
            <a:ahLst/>
            <a:rect l="0" t="0" r="r" b="b"/>
            <a:pathLst>
              <a:path w="823" h="76">
                <a:moveTo>
                  <a:pt x="0" y="76"/>
                </a:moveTo>
                <a:lnTo>
                  <a:pt x="823" y="0"/>
                </a:lnTo>
                <a:lnTo>
                  <a:pt x="823" y="1"/>
                </a:lnTo>
                <a:lnTo>
                  <a:pt x="8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2b3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4" name=""/>
          <p:cNvSpPr/>
          <p:nvPr/>
        </p:nvSpPr>
        <p:spPr>
          <a:xfrm>
            <a:off x="7968240" y="3176640"/>
            <a:ext cx="293400" cy="27000"/>
          </a:xfrm>
          <a:custGeom>
            <a:avLst/>
            <a:gdLst/>
            <a:ahLst/>
            <a:rect l="0" t="0" r="r" b="b"/>
            <a:pathLst>
              <a:path w="815" h="75">
                <a:moveTo>
                  <a:pt x="0" y="75"/>
                </a:moveTo>
                <a:lnTo>
                  <a:pt x="815" y="0"/>
                </a:lnTo>
                <a:lnTo>
                  <a:pt x="815" y="1"/>
                </a:lnTo>
                <a:lnTo>
                  <a:pt x="8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2b3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5" name=""/>
          <p:cNvSpPr/>
          <p:nvPr/>
        </p:nvSpPr>
        <p:spPr>
          <a:xfrm>
            <a:off x="7971120" y="3177000"/>
            <a:ext cx="290520" cy="26640"/>
          </a:xfrm>
          <a:custGeom>
            <a:avLst/>
            <a:gdLst/>
            <a:ahLst/>
            <a:rect l="0" t="0" r="r" b="b"/>
            <a:pathLst>
              <a:path w="807" h="74">
                <a:moveTo>
                  <a:pt x="0" y="74"/>
                </a:moveTo>
                <a:lnTo>
                  <a:pt x="807" y="0"/>
                </a:lnTo>
                <a:lnTo>
                  <a:pt x="807" y="1"/>
                </a:lnTo>
                <a:lnTo>
                  <a:pt x="8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2b2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6" name=""/>
          <p:cNvSpPr/>
          <p:nvPr/>
        </p:nvSpPr>
        <p:spPr>
          <a:xfrm>
            <a:off x="7974000" y="3177360"/>
            <a:ext cx="287640" cy="26280"/>
          </a:xfrm>
          <a:custGeom>
            <a:avLst/>
            <a:gdLst/>
            <a:ahLst/>
            <a:rect l="0" t="0" r="r" b="b"/>
            <a:pathLst>
              <a:path w="799" h="73">
                <a:moveTo>
                  <a:pt x="0" y="73"/>
                </a:moveTo>
                <a:lnTo>
                  <a:pt x="799" y="0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2b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7" name=""/>
          <p:cNvSpPr/>
          <p:nvPr/>
        </p:nvSpPr>
        <p:spPr>
          <a:xfrm>
            <a:off x="7976880" y="3177360"/>
            <a:ext cx="284760" cy="26280"/>
          </a:xfrm>
          <a:custGeom>
            <a:avLst/>
            <a:gdLst/>
            <a:ahLst/>
            <a:rect l="0" t="0" r="r" b="b"/>
            <a:pathLst>
              <a:path w="791" h="73">
                <a:moveTo>
                  <a:pt x="0" y="73"/>
                </a:moveTo>
                <a:lnTo>
                  <a:pt x="791" y="0"/>
                </a:lnTo>
                <a:lnTo>
                  <a:pt x="791" y="1"/>
                </a:lnTo>
                <a:lnTo>
                  <a:pt x="8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1b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8" name=""/>
          <p:cNvSpPr/>
          <p:nvPr/>
        </p:nvSpPr>
        <p:spPr>
          <a:xfrm>
            <a:off x="7979760" y="3177720"/>
            <a:ext cx="281880" cy="25920"/>
          </a:xfrm>
          <a:custGeom>
            <a:avLst/>
            <a:gdLst/>
            <a:ahLst/>
            <a:rect l="0" t="0" r="r" b="b"/>
            <a:pathLst>
              <a:path w="783" h="72">
                <a:moveTo>
                  <a:pt x="0" y="72"/>
                </a:moveTo>
                <a:lnTo>
                  <a:pt x="783" y="0"/>
                </a:lnTo>
                <a:lnTo>
                  <a:pt x="783" y="1"/>
                </a:lnTo>
                <a:lnTo>
                  <a:pt x="8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1b1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49" name=""/>
          <p:cNvSpPr/>
          <p:nvPr/>
        </p:nvSpPr>
        <p:spPr>
          <a:xfrm>
            <a:off x="7982640" y="3178080"/>
            <a:ext cx="279000" cy="25560"/>
          </a:xfrm>
          <a:custGeom>
            <a:avLst/>
            <a:gdLst/>
            <a:ahLst/>
            <a:rect l="0" t="0" r="r" b="b"/>
            <a:pathLst>
              <a:path w="775" h="71">
                <a:moveTo>
                  <a:pt x="0" y="71"/>
                </a:moveTo>
                <a:lnTo>
                  <a:pt x="775" y="0"/>
                </a:lnTo>
                <a:lnTo>
                  <a:pt x="775" y="1"/>
                </a:lnTo>
                <a:lnTo>
                  <a:pt x="8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1b0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0" name=""/>
          <p:cNvSpPr/>
          <p:nvPr/>
        </p:nvSpPr>
        <p:spPr>
          <a:xfrm>
            <a:off x="7985520" y="3178440"/>
            <a:ext cx="276120" cy="25200"/>
          </a:xfrm>
          <a:custGeom>
            <a:avLst/>
            <a:gdLst/>
            <a:ahLst/>
            <a:rect l="0" t="0" r="r" b="b"/>
            <a:pathLst>
              <a:path w="767" h="70">
                <a:moveTo>
                  <a:pt x="0" y="70"/>
                </a:moveTo>
                <a:lnTo>
                  <a:pt x="767" y="0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1b0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1" name=""/>
          <p:cNvSpPr/>
          <p:nvPr/>
        </p:nvSpPr>
        <p:spPr>
          <a:xfrm>
            <a:off x="7988400" y="3178440"/>
            <a:ext cx="273240" cy="25200"/>
          </a:xfrm>
          <a:custGeom>
            <a:avLst/>
            <a:gdLst/>
            <a:ahLst/>
            <a:rect l="0" t="0" r="r" b="b"/>
            <a:pathLst>
              <a:path w="759" h="70">
                <a:moveTo>
                  <a:pt x="0" y="70"/>
                </a:moveTo>
                <a:lnTo>
                  <a:pt x="759" y="0"/>
                </a:lnTo>
                <a:lnTo>
                  <a:pt x="759" y="1"/>
                </a:lnTo>
                <a:lnTo>
                  <a:pt x="8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1af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2" name=""/>
          <p:cNvSpPr/>
          <p:nvPr/>
        </p:nvSpPr>
        <p:spPr>
          <a:xfrm>
            <a:off x="7991280" y="3178800"/>
            <a:ext cx="270360" cy="24840"/>
          </a:xfrm>
          <a:custGeom>
            <a:avLst/>
            <a:gdLst/>
            <a:ahLst/>
            <a:rect l="0" t="0" r="r" b="b"/>
            <a:pathLst>
              <a:path w="751" h="69">
                <a:moveTo>
                  <a:pt x="0" y="69"/>
                </a:moveTo>
                <a:lnTo>
                  <a:pt x="751" y="0"/>
                </a:lnTo>
                <a:lnTo>
                  <a:pt x="751" y="1"/>
                </a:lnTo>
                <a:lnTo>
                  <a:pt x="8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1af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3" name=""/>
          <p:cNvSpPr/>
          <p:nvPr/>
        </p:nvSpPr>
        <p:spPr>
          <a:xfrm>
            <a:off x="7994160" y="3179160"/>
            <a:ext cx="267480" cy="24480"/>
          </a:xfrm>
          <a:custGeom>
            <a:avLst/>
            <a:gdLst/>
            <a:ahLst/>
            <a:rect l="0" t="0" r="r" b="b"/>
            <a:pathLst>
              <a:path w="743" h="68">
                <a:moveTo>
                  <a:pt x="0" y="68"/>
                </a:moveTo>
                <a:lnTo>
                  <a:pt x="743" y="0"/>
                </a:lnTo>
                <a:lnTo>
                  <a:pt x="9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1ae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4" name=""/>
          <p:cNvSpPr/>
          <p:nvPr/>
        </p:nvSpPr>
        <p:spPr>
          <a:xfrm>
            <a:off x="7997400" y="3179160"/>
            <a:ext cx="264240" cy="24480"/>
          </a:xfrm>
          <a:custGeom>
            <a:avLst/>
            <a:gdLst/>
            <a:ahLst/>
            <a:rect l="0" t="0" r="r" b="b"/>
            <a:pathLst>
              <a:path w="734" h="68">
                <a:moveTo>
                  <a:pt x="0" y="68"/>
                </a:moveTo>
                <a:lnTo>
                  <a:pt x="734" y="0"/>
                </a:lnTo>
                <a:lnTo>
                  <a:pt x="734" y="1"/>
                </a:lnTo>
                <a:lnTo>
                  <a:pt x="8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1ae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5" name=""/>
          <p:cNvSpPr/>
          <p:nvPr/>
        </p:nvSpPr>
        <p:spPr>
          <a:xfrm>
            <a:off x="8000280" y="3179520"/>
            <a:ext cx="261360" cy="24120"/>
          </a:xfrm>
          <a:custGeom>
            <a:avLst/>
            <a:gdLst/>
            <a:ahLst/>
            <a:rect l="0" t="0" r="r" b="b"/>
            <a:pathLst>
              <a:path w="726" h="67">
                <a:moveTo>
                  <a:pt x="0" y="67"/>
                </a:moveTo>
                <a:lnTo>
                  <a:pt x="726" y="0"/>
                </a:lnTo>
                <a:lnTo>
                  <a:pt x="726" y="1"/>
                </a:lnTo>
                <a:lnTo>
                  <a:pt x="8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1ae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6" name=""/>
          <p:cNvSpPr/>
          <p:nvPr/>
        </p:nvSpPr>
        <p:spPr>
          <a:xfrm>
            <a:off x="8003160" y="3179880"/>
            <a:ext cx="258480" cy="23760"/>
          </a:xfrm>
          <a:custGeom>
            <a:avLst/>
            <a:gdLst/>
            <a:ahLst/>
            <a:rect l="0" t="0" r="r" b="b"/>
            <a:pathLst>
              <a:path w="718" h="66">
                <a:moveTo>
                  <a:pt x="0" y="66"/>
                </a:moveTo>
                <a:lnTo>
                  <a:pt x="718" y="0"/>
                </a:lnTo>
                <a:lnTo>
                  <a:pt x="718" y="1"/>
                </a:lnTo>
                <a:lnTo>
                  <a:pt x="8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1ae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7" name=""/>
          <p:cNvSpPr/>
          <p:nvPr/>
        </p:nvSpPr>
        <p:spPr>
          <a:xfrm>
            <a:off x="8006040" y="3180240"/>
            <a:ext cx="255600" cy="23400"/>
          </a:xfrm>
          <a:custGeom>
            <a:avLst/>
            <a:gdLst/>
            <a:ahLst/>
            <a:rect l="0" t="0" r="r" b="b"/>
            <a:pathLst>
              <a:path w="710" h="65">
                <a:moveTo>
                  <a:pt x="0" y="65"/>
                </a:moveTo>
                <a:lnTo>
                  <a:pt x="710" y="0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0a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8" name=""/>
          <p:cNvSpPr/>
          <p:nvPr/>
        </p:nvSpPr>
        <p:spPr>
          <a:xfrm>
            <a:off x="8008920" y="3180240"/>
            <a:ext cx="252720" cy="23400"/>
          </a:xfrm>
          <a:custGeom>
            <a:avLst/>
            <a:gdLst/>
            <a:ahLst/>
            <a:rect l="0" t="0" r="r" b="b"/>
            <a:pathLst>
              <a:path w="702" h="65">
                <a:moveTo>
                  <a:pt x="0" y="65"/>
                </a:moveTo>
                <a:lnTo>
                  <a:pt x="702" y="0"/>
                </a:lnTo>
                <a:lnTo>
                  <a:pt x="702" y="1"/>
                </a:lnTo>
                <a:lnTo>
                  <a:pt x="8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0ad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59" name=""/>
          <p:cNvSpPr/>
          <p:nvPr/>
        </p:nvSpPr>
        <p:spPr>
          <a:xfrm>
            <a:off x="8011800" y="3180600"/>
            <a:ext cx="249840" cy="23040"/>
          </a:xfrm>
          <a:custGeom>
            <a:avLst/>
            <a:gdLst/>
            <a:ahLst/>
            <a:rect l="0" t="0" r="r" b="b"/>
            <a:pathLst>
              <a:path w="694" h="64">
                <a:moveTo>
                  <a:pt x="0" y="64"/>
                </a:moveTo>
                <a:lnTo>
                  <a:pt x="694" y="0"/>
                </a:lnTo>
                <a:lnTo>
                  <a:pt x="694" y="1"/>
                </a:lnTo>
                <a:lnTo>
                  <a:pt x="8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0ac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0" name=""/>
          <p:cNvSpPr/>
          <p:nvPr/>
        </p:nvSpPr>
        <p:spPr>
          <a:xfrm>
            <a:off x="8014680" y="3180960"/>
            <a:ext cx="246960" cy="22680"/>
          </a:xfrm>
          <a:custGeom>
            <a:avLst/>
            <a:gdLst/>
            <a:ahLst/>
            <a:rect l="0" t="0" r="r" b="b"/>
            <a:pathLst>
              <a:path w="686" h="63">
                <a:moveTo>
                  <a:pt x="0" y="63"/>
                </a:moveTo>
                <a:lnTo>
                  <a:pt x="686" y="0"/>
                </a:lnTo>
                <a:lnTo>
                  <a:pt x="686" y="1"/>
                </a:lnTo>
                <a:lnTo>
                  <a:pt x="8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0ac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1" name=""/>
          <p:cNvSpPr/>
          <p:nvPr/>
        </p:nvSpPr>
        <p:spPr>
          <a:xfrm>
            <a:off x="8017560" y="3181320"/>
            <a:ext cx="244080" cy="22320"/>
          </a:xfrm>
          <a:custGeom>
            <a:avLst/>
            <a:gdLst/>
            <a:ahLst/>
            <a:rect l="0" t="0" r="r" b="b"/>
            <a:pathLst>
              <a:path w="678" h="62">
                <a:moveTo>
                  <a:pt x="0" y="62"/>
                </a:moveTo>
                <a:lnTo>
                  <a:pt x="678" y="0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0ab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2" name=""/>
          <p:cNvSpPr/>
          <p:nvPr/>
        </p:nvSpPr>
        <p:spPr>
          <a:xfrm>
            <a:off x="8020440" y="3181320"/>
            <a:ext cx="241200" cy="22320"/>
          </a:xfrm>
          <a:custGeom>
            <a:avLst/>
            <a:gdLst/>
            <a:ahLst/>
            <a:rect l="0" t="0" r="r" b="b"/>
            <a:pathLst>
              <a:path w="670" h="62">
                <a:moveTo>
                  <a:pt x="0" y="62"/>
                </a:moveTo>
                <a:lnTo>
                  <a:pt x="670" y="0"/>
                </a:lnTo>
                <a:lnTo>
                  <a:pt x="670" y="1"/>
                </a:lnTo>
                <a:lnTo>
                  <a:pt x="8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0ab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3" name=""/>
          <p:cNvSpPr/>
          <p:nvPr/>
        </p:nvSpPr>
        <p:spPr>
          <a:xfrm>
            <a:off x="8023320" y="3181680"/>
            <a:ext cx="238320" cy="21960"/>
          </a:xfrm>
          <a:custGeom>
            <a:avLst/>
            <a:gdLst/>
            <a:ahLst/>
            <a:rect l="0" t="0" r="r" b="b"/>
            <a:pathLst>
              <a:path w="662" h="61">
                <a:moveTo>
                  <a:pt x="0" y="61"/>
                </a:moveTo>
                <a:lnTo>
                  <a:pt x="662" y="0"/>
                </a:lnTo>
                <a:lnTo>
                  <a:pt x="662" y="1"/>
                </a:lnTo>
                <a:lnTo>
                  <a:pt x="8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0ab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4" name=""/>
          <p:cNvSpPr/>
          <p:nvPr/>
        </p:nvSpPr>
        <p:spPr>
          <a:xfrm>
            <a:off x="8026200" y="3182040"/>
            <a:ext cx="235440" cy="21600"/>
          </a:xfrm>
          <a:custGeom>
            <a:avLst/>
            <a:gdLst/>
            <a:ahLst/>
            <a:rect l="0" t="0" r="r" b="b"/>
            <a:pathLst>
              <a:path w="654" h="60">
                <a:moveTo>
                  <a:pt x="0" y="60"/>
                </a:moveTo>
                <a:lnTo>
                  <a:pt x="654" y="0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b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5" name=""/>
          <p:cNvSpPr/>
          <p:nvPr/>
        </p:nvSpPr>
        <p:spPr>
          <a:xfrm>
            <a:off x="8029080" y="3182040"/>
            <a:ext cx="232560" cy="21600"/>
          </a:xfrm>
          <a:custGeom>
            <a:avLst/>
            <a:gdLst/>
            <a:ahLst/>
            <a:rect l="0" t="0" r="r" b="b"/>
            <a:pathLst>
              <a:path w="646" h="60">
                <a:moveTo>
                  <a:pt x="0" y="60"/>
                </a:moveTo>
                <a:lnTo>
                  <a:pt x="646" y="0"/>
                </a:lnTo>
                <a:lnTo>
                  <a:pt x="646" y="1"/>
                </a:lnTo>
                <a:lnTo>
                  <a:pt x="8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0aa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6" name=""/>
          <p:cNvSpPr/>
          <p:nvPr/>
        </p:nvSpPr>
        <p:spPr>
          <a:xfrm>
            <a:off x="8031960" y="3182400"/>
            <a:ext cx="229680" cy="21240"/>
          </a:xfrm>
          <a:custGeom>
            <a:avLst/>
            <a:gdLst/>
            <a:ahLst/>
            <a:rect l="0" t="0" r="r" b="b"/>
            <a:pathLst>
              <a:path w="638" h="59">
                <a:moveTo>
                  <a:pt x="0" y="59"/>
                </a:moveTo>
                <a:lnTo>
                  <a:pt x="638" y="0"/>
                </a:lnTo>
                <a:lnTo>
                  <a:pt x="638" y="1"/>
                </a:lnTo>
                <a:lnTo>
                  <a:pt x="8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0aa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7" name=""/>
          <p:cNvSpPr/>
          <p:nvPr/>
        </p:nvSpPr>
        <p:spPr>
          <a:xfrm>
            <a:off x="8034840" y="3182760"/>
            <a:ext cx="226800" cy="20880"/>
          </a:xfrm>
          <a:custGeom>
            <a:avLst/>
            <a:gdLst/>
            <a:ahLst/>
            <a:rect l="0" t="0" r="r" b="b"/>
            <a:pathLst>
              <a:path w="630" h="58">
                <a:moveTo>
                  <a:pt x="0" y="58"/>
                </a:moveTo>
                <a:lnTo>
                  <a:pt x="630" y="0"/>
                </a:lnTo>
                <a:lnTo>
                  <a:pt x="630" y="1"/>
                </a:lnTo>
                <a:lnTo>
                  <a:pt x="8" y="58"/>
                </a:lnTo>
                <a:lnTo>
                  <a:pt x="0" y="58"/>
                </a:lnTo>
                <a:close/>
              </a:path>
            </a:pathLst>
          </a:custGeom>
          <a:solidFill>
            <a:srgbClr val="cfa9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8" name=""/>
          <p:cNvSpPr/>
          <p:nvPr/>
        </p:nvSpPr>
        <p:spPr>
          <a:xfrm>
            <a:off x="8037720" y="3183120"/>
            <a:ext cx="223920" cy="20520"/>
          </a:xfrm>
          <a:custGeom>
            <a:avLst/>
            <a:gdLst/>
            <a:ahLst/>
            <a:rect l="0" t="0" r="r" b="b"/>
            <a:pathLst>
              <a:path w="622" h="57">
                <a:moveTo>
                  <a:pt x="0" y="57"/>
                </a:moveTo>
                <a:lnTo>
                  <a:pt x="622" y="0"/>
                </a:lnTo>
                <a:lnTo>
                  <a:pt x="8" y="57"/>
                </a:lnTo>
                <a:lnTo>
                  <a:pt x="0" y="57"/>
                </a:lnTo>
                <a:close/>
              </a:path>
            </a:pathLst>
          </a:custGeom>
          <a:solidFill>
            <a:srgbClr val="cfa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69" name=""/>
          <p:cNvSpPr/>
          <p:nvPr/>
        </p:nvSpPr>
        <p:spPr>
          <a:xfrm>
            <a:off x="8040600" y="3183120"/>
            <a:ext cx="221040" cy="20520"/>
          </a:xfrm>
          <a:custGeom>
            <a:avLst/>
            <a:gdLst/>
            <a:ahLst/>
            <a:rect l="0" t="0" r="r" b="b"/>
            <a:pathLst>
              <a:path w="614" h="57">
                <a:moveTo>
                  <a:pt x="0" y="57"/>
                </a:moveTo>
                <a:lnTo>
                  <a:pt x="614" y="0"/>
                </a:lnTo>
                <a:lnTo>
                  <a:pt x="614" y="1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cfa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0" name=""/>
          <p:cNvSpPr/>
          <p:nvPr/>
        </p:nvSpPr>
        <p:spPr>
          <a:xfrm>
            <a:off x="8043840" y="3183480"/>
            <a:ext cx="217800" cy="20160"/>
          </a:xfrm>
          <a:custGeom>
            <a:avLst/>
            <a:gdLst/>
            <a:ahLst/>
            <a:rect l="0" t="0" r="r" b="b"/>
            <a:pathLst>
              <a:path w="605" h="56">
                <a:moveTo>
                  <a:pt x="0" y="56"/>
                </a:moveTo>
                <a:lnTo>
                  <a:pt x="605" y="0"/>
                </a:lnTo>
                <a:lnTo>
                  <a:pt x="605" y="1"/>
                </a:lnTo>
                <a:lnTo>
                  <a:pt x="8" y="56"/>
                </a:lnTo>
                <a:lnTo>
                  <a:pt x="0" y="56"/>
                </a:lnTo>
                <a:close/>
              </a:path>
            </a:pathLst>
          </a:custGeom>
          <a:solidFill>
            <a:srgbClr val="cfa8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1" name=""/>
          <p:cNvSpPr/>
          <p:nvPr/>
        </p:nvSpPr>
        <p:spPr>
          <a:xfrm>
            <a:off x="8046720" y="3183840"/>
            <a:ext cx="214920" cy="19800"/>
          </a:xfrm>
          <a:custGeom>
            <a:avLst/>
            <a:gdLst/>
            <a:ahLst/>
            <a:rect l="0" t="0" r="r" b="b"/>
            <a:pathLst>
              <a:path w="597" h="55">
                <a:moveTo>
                  <a:pt x="0" y="55"/>
                </a:moveTo>
                <a:lnTo>
                  <a:pt x="597" y="0"/>
                </a:lnTo>
                <a:lnTo>
                  <a:pt x="597" y="1"/>
                </a:lnTo>
                <a:lnTo>
                  <a:pt x="8" y="55"/>
                </a:lnTo>
                <a:lnTo>
                  <a:pt x="0" y="55"/>
                </a:lnTo>
                <a:close/>
              </a:path>
            </a:pathLst>
          </a:custGeom>
          <a:solidFill>
            <a:srgbClr val="cfa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2" name=""/>
          <p:cNvSpPr/>
          <p:nvPr/>
        </p:nvSpPr>
        <p:spPr>
          <a:xfrm>
            <a:off x="8049600" y="3184200"/>
            <a:ext cx="212040" cy="19440"/>
          </a:xfrm>
          <a:custGeom>
            <a:avLst/>
            <a:gdLst/>
            <a:ahLst/>
            <a:rect l="0" t="0" r="r" b="b"/>
            <a:pathLst>
              <a:path w="589" h="54">
                <a:moveTo>
                  <a:pt x="0" y="54"/>
                </a:moveTo>
                <a:lnTo>
                  <a:pt x="589" y="0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cfa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3" name=""/>
          <p:cNvSpPr/>
          <p:nvPr/>
        </p:nvSpPr>
        <p:spPr>
          <a:xfrm>
            <a:off x="8052480" y="3184200"/>
            <a:ext cx="209160" cy="19440"/>
          </a:xfrm>
          <a:custGeom>
            <a:avLst/>
            <a:gdLst/>
            <a:ahLst/>
            <a:rect l="0" t="0" r="r" b="b"/>
            <a:pathLst>
              <a:path w="581" h="54">
                <a:moveTo>
                  <a:pt x="0" y="54"/>
                </a:moveTo>
                <a:lnTo>
                  <a:pt x="581" y="0"/>
                </a:lnTo>
                <a:lnTo>
                  <a:pt x="581" y="1"/>
                </a:lnTo>
                <a:lnTo>
                  <a:pt x="8" y="54"/>
                </a:lnTo>
                <a:lnTo>
                  <a:pt x="0" y="54"/>
                </a:lnTo>
                <a:close/>
              </a:path>
            </a:pathLst>
          </a:custGeom>
          <a:solidFill>
            <a:srgbClr val="cfa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4" name=""/>
          <p:cNvSpPr/>
          <p:nvPr/>
        </p:nvSpPr>
        <p:spPr>
          <a:xfrm>
            <a:off x="8055360" y="3184560"/>
            <a:ext cx="206280" cy="19080"/>
          </a:xfrm>
          <a:custGeom>
            <a:avLst/>
            <a:gdLst/>
            <a:ahLst/>
            <a:rect l="0" t="0" r="r" b="b"/>
            <a:pathLst>
              <a:path w="573" h="53">
                <a:moveTo>
                  <a:pt x="0" y="53"/>
                </a:moveTo>
                <a:lnTo>
                  <a:pt x="573" y="0"/>
                </a:lnTo>
                <a:lnTo>
                  <a:pt x="573" y="1"/>
                </a:lnTo>
                <a:lnTo>
                  <a:pt x="8" y="53"/>
                </a:lnTo>
                <a:lnTo>
                  <a:pt x="0" y="53"/>
                </a:lnTo>
                <a:close/>
              </a:path>
            </a:pathLst>
          </a:custGeom>
          <a:solidFill>
            <a:srgbClr val="cfa7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5" name=""/>
          <p:cNvSpPr/>
          <p:nvPr/>
        </p:nvSpPr>
        <p:spPr>
          <a:xfrm>
            <a:off x="8058240" y="3184920"/>
            <a:ext cx="203400" cy="18720"/>
          </a:xfrm>
          <a:custGeom>
            <a:avLst/>
            <a:gdLst/>
            <a:ahLst/>
            <a:rect l="0" t="0" r="r" b="b"/>
            <a:pathLst>
              <a:path w="565" h="52">
                <a:moveTo>
                  <a:pt x="0" y="52"/>
                </a:moveTo>
                <a:lnTo>
                  <a:pt x="565" y="0"/>
                </a:lnTo>
                <a:lnTo>
                  <a:pt x="565" y="1"/>
                </a:lnTo>
                <a:lnTo>
                  <a:pt x="8" y="52"/>
                </a:lnTo>
                <a:lnTo>
                  <a:pt x="0" y="52"/>
                </a:lnTo>
                <a:close/>
              </a:path>
            </a:pathLst>
          </a:custGeom>
          <a:solidFill>
            <a:srgbClr val="cfa6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6" name=""/>
          <p:cNvSpPr/>
          <p:nvPr/>
        </p:nvSpPr>
        <p:spPr>
          <a:xfrm>
            <a:off x="8061120" y="3185280"/>
            <a:ext cx="200520" cy="18360"/>
          </a:xfrm>
          <a:custGeom>
            <a:avLst/>
            <a:gdLst/>
            <a:ahLst/>
            <a:rect l="0" t="0" r="r" b="b"/>
            <a:pathLst>
              <a:path w="557" h="51">
                <a:moveTo>
                  <a:pt x="0" y="51"/>
                </a:moveTo>
                <a:lnTo>
                  <a:pt x="557" y="0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6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7" name=""/>
          <p:cNvSpPr/>
          <p:nvPr/>
        </p:nvSpPr>
        <p:spPr>
          <a:xfrm>
            <a:off x="8064000" y="3185280"/>
            <a:ext cx="197640" cy="18360"/>
          </a:xfrm>
          <a:custGeom>
            <a:avLst/>
            <a:gdLst/>
            <a:ahLst/>
            <a:rect l="0" t="0" r="r" b="b"/>
            <a:pathLst>
              <a:path w="549" h="51">
                <a:moveTo>
                  <a:pt x="0" y="51"/>
                </a:moveTo>
                <a:lnTo>
                  <a:pt x="549" y="0"/>
                </a:lnTo>
                <a:lnTo>
                  <a:pt x="549" y="1"/>
                </a:lnTo>
                <a:lnTo>
                  <a:pt x="8" y="51"/>
                </a:lnTo>
                <a:lnTo>
                  <a:pt x="0" y="51"/>
                </a:lnTo>
                <a:close/>
              </a:path>
            </a:pathLst>
          </a:custGeom>
          <a:solidFill>
            <a:srgbClr val="cfa5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8" name=""/>
          <p:cNvSpPr/>
          <p:nvPr/>
        </p:nvSpPr>
        <p:spPr>
          <a:xfrm>
            <a:off x="8066880" y="3185640"/>
            <a:ext cx="194760" cy="18000"/>
          </a:xfrm>
          <a:custGeom>
            <a:avLst/>
            <a:gdLst/>
            <a:ahLst/>
            <a:rect l="0" t="0" r="r" b="b"/>
            <a:pathLst>
              <a:path w="541" h="50">
                <a:moveTo>
                  <a:pt x="0" y="50"/>
                </a:moveTo>
                <a:lnTo>
                  <a:pt x="541" y="0"/>
                </a:lnTo>
                <a:lnTo>
                  <a:pt x="541" y="1"/>
                </a:lnTo>
                <a:lnTo>
                  <a:pt x="9" y="50"/>
                </a:lnTo>
                <a:lnTo>
                  <a:pt x="0" y="50"/>
                </a:lnTo>
                <a:close/>
              </a:path>
            </a:pathLst>
          </a:custGeom>
          <a:solidFill>
            <a:srgbClr val="cfa5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79" name=""/>
          <p:cNvSpPr/>
          <p:nvPr/>
        </p:nvSpPr>
        <p:spPr>
          <a:xfrm>
            <a:off x="8069760" y="3186000"/>
            <a:ext cx="191880" cy="17640"/>
          </a:xfrm>
          <a:custGeom>
            <a:avLst/>
            <a:gdLst/>
            <a:ahLst/>
            <a:rect l="0" t="0" r="r" b="b"/>
            <a:pathLst>
              <a:path w="533" h="49">
                <a:moveTo>
                  <a:pt x="0" y="49"/>
                </a:moveTo>
                <a:lnTo>
                  <a:pt x="533" y="0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ea5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0" name=""/>
          <p:cNvSpPr/>
          <p:nvPr/>
        </p:nvSpPr>
        <p:spPr>
          <a:xfrm>
            <a:off x="8072640" y="3186000"/>
            <a:ext cx="189000" cy="17640"/>
          </a:xfrm>
          <a:custGeom>
            <a:avLst/>
            <a:gdLst/>
            <a:ahLst/>
            <a:rect l="0" t="0" r="r" b="b"/>
            <a:pathLst>
              <a:path w="525" h="49">
                <a:moveTo>
                  <a:pt x="0" y="49"/>
                </a:moveTo>
                <a:lnTo>
                  <a:pt x="525" y="0"/>
                </a:lnTo>
                <a:lnTo>
                  <a:pt x="525" y="1"/>
                </a:lnTo>
                <a:lnTo>
                  <a:pt x="8" y="49"/>
                </a:lnTo>
                <a:lnTo>
                  <a:pt x="0" y="49"/>
                </a:lnTo>
                <a:close/>
              </a:path>
            </a:pathLst>
          </a:custGeom>
          <a:solidFill>
            <a:srgbClr val="cea5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1" name=""/>
          <p:cNvSpPr/>
          <p:nvPr/>
        </p:nvSpPr>
        <p:spPr>
          <a:xfrm>
            <a:off x="8075520" y="3186360"/>
            <a:ext cx="186120" cy="17280"/>
          </a:xfrm>
          <a:custGeom>
            <a:avLst/>
            <a:gdLst/>
            <a:ahLst/>
            <a:rect l="0" t="0" r="r" b="b"/>
            <a:pathLst>
              <a:path w="517" h="48">
                <a:moveTo>
                  <a:pt x="0" y="48"/>
                </a:moveTo>
                <a:lnTo>
                  <a:pt x="517" y="0"/>
                </a:lnTo>
                <a:lnTo>
                  <a:pt x="517" y="1"/>
                </a:lnTo>
                <a:lnTo>
                  <a:pt x="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cea4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2" name=""/>
          <p:cNvSpPr/>
          <p:nvPr/>
        </p:nvSpPr>
        <p:spPr>
          <a:xfrm>
            <a:off x="8078400" y="3186720"/>
            <a:ext cx="183240" cy="16920"/>
          </a:xfrm>
          <a:custGeom>
            <a:avLst/>
            <a:gdLst/>
            <a:ahLst/>
            <a:rect l="0" t="0" r="r" b="b"/>
            <a:pathLst>
              <a:path w="509" h="47">
                <a:moveTo>
                  <a:pt x="0" y="47"/>
                </a:moveTo>
                <a:lnTo>
                  <a:pt x="509" y="0"/>
                </a:lnTo>
                <a:lnTo>
                  <a:pt x="509" y="1"/>
                </a:lnTo>
                <a:lnTo>
                  <a:pt x="8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ea4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3" name=""/>
          <p:cNvSpPr/>
          <p:nvPr/>
        </p:nvSpPr>
        <p:spPr>
          <a:xfrm>
            <a:off x="8081280" y="3187080"/>
            <a:ext cx="180360" cy="16560"/>
          </a:xfrm>
          <a:custGeom>
            <a:avLst/>
            <a:gdLst/>
            <a:ahLst/>
            <a:rect l="0" t="0" r="r" b="b"/>
            <a:pathLst>
              <a:path w="501" h="46">
                <a:moveTo>
                  <a:pt x="0" y="46"/>
                </a:moveTo>
                <a:lnTo>
                  <a:pt x="501" y="0"/>
                </a:lnTo>
                <a:lnTo>
                  <a:pt x="8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4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4" name=""/>
          <p:cNvSpPr/>
          <p:nvPr/>
        </p:nvSpPr>
        <p:spPr>
          <a:xfrm>
            <a:off x="8084160" y="3187080"/>
            <a:ext cx="177480" cy="16560"/>
          </a:xfrm>
          <a:custGeom>
            <a:avLst/>
            <a:gdLst/>
            <a:ahLst/>
            <a:rect l="0" t="0" r="r" b="b"/>
            <a:pathLst>
              <a:path w="493" h="46">
                <a:moveTo>
                  <a:pt x="0" y="46"/>
                </a:moveTo>
                <a:lnTo>
                  <a:pt x="493" y="0"/>
                </a:lnTo>
                <a:lnTo>
                  <a:pt x="493" y="1"/>
                </a:lnTo>
                <a:lnTo>
                  <a:pt x="9" y="46"/>
                </a:lnTo>
                <a:lnTo>
                  <a:pt x="0" y="46"/>
                </a:lnTo>
                <a:close/>
              </a:path>
            </a:pathLst>
          </a:custGeom>
          <a:solidFill>
            <a:srgbClr val="cea4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5" name=""/>
          <p:cNvSpPr/>
          <p:nvPr/>
        </p:nvSpPr>
        <p:spPr>
          <a:xfrm>
            <a:off x="8087400" y="3187440"/>
            <a:ext cx="174240" cy="16200"/>
          </a:xfrm>
          <a:custGeom>
            <a:avLst/>
            <a:gdLst/>
            <a:ahLst/>
            <a:rect l="0" t="0" r="r" b="b"/>
            <a:pathLst>
              <a:path w="484" h="45">
                <a:moveTo>
                  <a:pt x="0" y="45"/>
                </a:moveTo>
                <a:lnTo>
                  <a:pt x="484" y="0"/>
                </a:lnTo>
                <a:lnTo>
                  <a:pt x="484" y="1"/>
                </a:lnTo>
                <a:lnTo>
                  <a:pt x="8" y="45"/>
                </a:lnTo>
                <a:lnTo>
                  <a:pt x="0" y="45"/>
                </a:lnTo>
                <a:close/>
              </a:path>
            </a:pathLst>
          </a:custGeom>
          <a:solidFill>
            <a:srgbClr val="cea3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6" name=""/>
          <p:cNvSpPr/>
          <p:nvPr/>
        </p:nvSpPr>
        <p:spPr>
          <a:xfrm>
            <a:off x="8090280" y="3187800"/>
            <a:ext cx="171360" cy="15840"/>
          </a:xfrm>
          <a:custGeom>
            <a:avLst/>
            <a:gdLst/>
            <a:ahLst/>
            <a:rect l="0" t="0" r="r" b="b"/>
            <a:pathLst>
              <a:path w="476" h="44">
                <a:moveTo>
                  <a:pt x="0" y="44"/>
                </a:moveTo>
                <a:lnTo>
                  <a:pt x="476" y="0"/>
                </a:lnTo>
                <a:lnTo>
                  <a:pt x="476" y="1"/>
                </a:lnTo>
                <a:lnTo>
                  <a:pt x="8" y="44"/>
                </a:lnTo>
                <a:lnTo>
                  <a:pt x="0" y="44"/>
                </a:lnTo>
                <a:close/>
              </a:path>
            </a:pathLst>
          </a:custGeom>
          <a:solidFill>
            <a:srgbClr val="cea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7" name=""/>
          <p:cNvSpPr/>
          <p:nvPr/>
        </p:nvSpPr>
        <p:spPr>
          <a:xfrm>
            <a:off x="8093160" y="3188160"/>
            <a:ext cx="168480" cy="15480"/>
          </a:xfrm>
          <a:custGeom>
            <a:avLst/>
            <a:gdLst/>
            <a:ahLst/>
            <a:rect l="0" t="0" r="r" b="b"/>
            <a:pathLst>
              <a:path w="468" h="43">
                <a:moveTo>
                  <a:pt x="0" y="43"/>
                </a:moveTo>
                <a:lnTo>
                  <a:pt x="468" y="0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8" name=""/>
          <p:cNvSpPr/>
          <p:nvPr/>
        </p:nvSpPr>
        <p:spPr>
          <a:xfrm>
            <a:off x="8096040" y="3188160"/>
            <a:ext cx="165600" cy="15480"/>
          </a:xfrm>
          <a:custGeom>
            <a:avLst/>
            <a:gdLst/>
            <a:ahLst/>
            <a:rect l="0" t="0" r="r" b="b"/>
            <a:pathLst>
              <a:path w="460" h="43">
                <a:moveTo>
                  <a:pt x="0" y="43"/>
                </a:moveTo>
                <a:lnTo>
                  <a:pt x="460" y="0"/>
                </a:lnTo>
                <a:lnTo>
                  <a:pt x="460" y="1"/>
                </a:lnTo>
                <a:lnTo>
                  <a:pt x="8" y="43"/>
                </a:lnTo>
                <a:lnTo>
                  <a:pt x="0" y="43"/>
                </a:lnTo>
                <a:close/>
              </a:path>
            </a:pathLst>
          </a:custGeom>
          <a:solidFill>
            <a:srgbClr val="cea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89" name=""/>
          <p:cNvSpPr/>
          <p:nvPr/>
        </p:nvSpPr>
        <p:spPr>
          <a:xfrm>
            <a:off x="8098920" y="3188520"/>
            <a:ext cx="162720" cy="15120"/>
          </a:xfrm>
          <a:custGeom>
            <a:avLst/>
            <a:gdLst/>
            <a:ahLst/>
            <a:rect l="0" t="0" r="r" b="b"/>
            <a:pathLst>
              <a:path w="452" h="42">
                <a:moveTo>
                  <a:pt x="0" y="42"/>
                </a:moveTo>
                <a:lnTo>
                  <a:pt x="452" y="0"/>
                </a:lnTo>
                <a:lnTo>
                  <a:pt x="452" y="1"/>
                </a:lnTo>
                <a:lnTo>
                  <a:pt x="8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ea2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0" name=""/>
          <p:cNvSpPr/>
          <p:nvPr/>
        </p:nvSpPr>
        <p:spPr>
          <a:xfrm>
            <a:off x="8101800" y="3188880"/>
            <a:ext cx="159840" cy="14760"/>
          </a:xfrm>
          <a:custGeom>
            <a:avLst/>
            <a:gdLst/>
            <a:ahLst/>
            <a:rect l="0" t="0" r="r" b="b"/>
            <a:pathLst>
              <a:path w="444" h="41">
                <a:moveTo>
                  <a:pt x="0" y="41"/>
                </a:moveTo>
                <a:lnTo>
                  <a:pt x="444" y="0"/>
                </a:lnTo>
                <a:lnTo>
                  <a:pt x="8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1" name=""/>
          <p:cNvSpPr/>
          <p:nvPr/>
        </p:nvSpPr>
        <p:spPr>
          <a:xfrm>
            <a:off x="8104680" y="3188880"/>
            <a:ext cx="156960" cy="14760"/>
          </a:xfrm>
          <a:custGeom>
            <a:avLst/>
            <a:gdLst/>
            <a:ahLst/>
            <a:rect l="0" t="0" r="r" b="b"/>
            <a:pathLst>
              <a:path w="436" h="41">
                <a:moveTo>
                  <a:pt x="0" y="41"/>
                </a:moveTo>
                <a:lnTo>
                  <a:pt x="436" y="0"/>
                </a:lnTo>
                <a:lnTo>
                  <a:pt x="436" y="1"/>
                </a:lnTo>
                <a:lnTo>
                  <a:pt x="8" y="41"/>
                </a:lnTo>
                <a:lnTo>
                  <a:pt x="0" y="41"/>
                </a:lnTo>
                <a:close/>
              </a:path>
            </a:pathLst>
          </a:custGeom>
          <a:solidFill>
            <a:srgbClr val="cea1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2" name=""/>
          <p:cNvSpPr/>
          <p:nvPr/>
        </p:nvSpPr>
        <p:spPr>
          <a:xfrm>
            <a:off x="8107560" y="3189240"/>
            <a:ext cx="154080" cy="14400"/>
          </a:xfrm>
          <a:custGeom>
            <a:avLst/>
            <a:gdLst/>
            <a:ahLst/>
            <a:rect l="0" t="0" r="r" b="b"/>
            <a:pathLst>
              <a:path w="428" h="40">
                <a:moveTo>
                  <a:pt x="0" y="40"/>
                </a:moveTo>
                <a:lnTo>
                  <a:pt x="428" y="0"/>
                </a:lnTo>
                <a:lnTo>
                  <a:pt x="428" y="1"/>
                </a:lnTo>
                <a:lnTo>
                  <a:pt x="8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ea1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3" name=""/>
          <p:cNvSpPr/>
          <p:nvPr/>
        </p:nvSpPr>
        <p:spPr>
          <a:xfrm>
            <a:off x="8110440" y="3189600"/>
            <a:ext cx="151200" cy="14040"/>
          </a:xfrm>
          <a:custGeom>
            <a:avLst/>
            <a:gdLst/>
            <a:ahLst/>
            <a:rect l="0" t="0" r="r" b="b"/>
            <a:pathLst>
              <a:path w="420" h="39">
                <a:moveTo>
                  <a:pt x="0" y="39"/>
                </a:moveTo>
                <a:lnTo>
                  <a:pt x="420" y="0"/>
                </a:lnTo>
                <a:lnTo>
                  <a:pt x="420" y="1"/>
                </a:lnTo>
                <a:lnTo>
                  <a:pt x="8" y="39"/>
                </a:lnTo>
                <a:lnTo>
                  <a:pt x="0" y="39"/>
                </a:lnTo>
                <a:close/>
              </a:path>
            </a:pathLst>
          </a:custGeom>
          <a:solidFill>
            <a:srgbClr val="cea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4" name=""/>
          <p:cNvSpPr/>
          <p:nvPr/>
        </p:nvSpPr>
        <p:spPr>
          <a:xfrm>
            <a:off x="8113320" y="3189960"/>
            <a:ext cx="148320" cy="13680"/>
          </a:xfrm>
          <a:custGeom>
            <a:avLst/>
            <a:gdLst/>
            <a:ahLst/>
            <a:rect l="0" t="0" r="r" b="b"/>
            <a:pathLst>
              <a:path w="412" h="38">
                <a:moveTo>
                  <a:pt x="0" y="38"/>
                </a:moveTo>
                <a:lnTo>
                  <a:pt x="412" y="0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1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5" name=""/>
          <p:cNvSpPr/>
          <p:nvPr/>
        </p:nvSpPr>
        <p:spPr>
          <a:xfrm>
            <a:off x="8116200" y="3189960"/>
            <a:ext cx="145440" cy="13680"/>
          </a:xfrm>
          <a:custGeom>
            <a:avLst/>
            <a:gdLst/>
            <a:ahLst/>
            <a:rect l="0" t="0" r="r" b="b"/>
            <a:pathLst>
              <a:path w="404" h="38">
                <a:moveTo>
                  <a:pt x="0" y="38"/>
                </a:moveTo>
                <a:lnTo>
                  <a:pt x="404" y="0"/>
                </a:lnTo>
                <a:lnTo>
                  <a:pt x="404" y="1"/>
                </a:lnTo>
                <a:lnTo>
                  <a:pt x="8" y="38"/>
                </a:lnTo>
                <a:lnTo>
                  <a:pt x="0" y="38"/>
                </a:lnTo>
                <a:close/>
              </a:path>
            </a:pathLst>
          </a:custGeom>
          <a:solidFill>
            <a:srgbClr val="cea0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6" name=""/>
          <p:cNvSpPr/>
          <p:nvPr/>
        </p:nvSpPr>
        <p:spPr>
          <a:xfrm>
            <a:off x="8119080" y="3190320"/>
            <a:ext cx="142560" cy="13320"/>
          </a:xfrm>
          <a:custGeom>
            <a:avLst/>
            <a:gdLst/>
            <a:ahLst/>
            <a:rect l="0" t="0" r="r" b="b"/>
            <a:pathLst>
              <a:path w="396" h="37">
                <a:moveTo>
                  <a:pt x="0" y="37"/>
                </a:moveTo>
                <a:lnTo>
                  <a:pt x="396" y="0"/>
                </a:lnTo>
                <a:lnTo>
                  <a:pt x="396" y="1"/>
                </a:lnTo>
                <a:lnTo>
                  <a:pt x="8" y="37"/>
                </a:lnTo>
                <a:lnTo>
                  <a:pt x="0" y="37"/>
                </a:lnTo>
                <a:close/>
              </a:path>
            </a:pathLst>
          </a:custGeom>
          <a:solidFill>
            <a:srgbClr val="cea0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7" name=""/>
          <p:cNvSpPr/>
          <p:nvPr/>
        </p:nvSpPr>
        <p:spPr>
          <a:xfrm>
            <a:off x="8121960" y="3190680"/>
            <a:ext cx="139680" cy="12960"/>
          </a:xfrm>
          <a:custGeom>
            <a:avLst/>
            <a:gdLst/>
            <a:ahLst/>
            <a:rect l="0" t="0" r="r" b="b"/>
            <a:pathLst>
              <a:path w="388" h="36">
                <a:moveTo>
                  <a:pt x="0" y="36"/>
                </a:moveTo>
                <a:lnTo>
                  <a:pt x="388" y="0"/>
                </a:lnTo>
                <a:lnTo>
                  <a:pt x="388" y="1"/>
                </a:lnTo>
                <a:lnTo>
                  <a:pt x="8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da0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8" name=""/>
          <p:cNvSpPr/>
          <p:nvPr/>
        </p:nvSpPr>
        <p:spPr>
          <a:xfrm>
            <a:off x="8124840" y="3191040"/>
            <a:ext cx="136800" cy="12600"/>
          </a:xfrm>
          <a:custGeom>
            <a:avLst/>
            <a:gdLst/>
            <a:ahLst/>
            <a:rect l="0" t="0" r="r" b="b"/>
            <a:pathLst>
              <a:path w="380" h="35">
                <a:moveTo>
                  <a:pt x="0" y="35"/>
                </a:moveTo>
                <a:lnTo>
                  <a:pt x="380" y="0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da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299" name=""/>
          <p:cNvSpPr/>
          <p:nvPr/>
        </p:nvSpPr>
        <p:spPr>
          <a:xfrm>
            <a:off x="8127720" y="3191040"/>
            <a:ext cx="133920" cy="12600"/>
          </a:xfrm>
          <a:custGeom>
            <a:avLst/>
            <a:gdLst/>
            <a:ahLst/>
            <a:rect l="0" t="0" r="r" b="b"/>
            <a:pathLst>
              <a:path w="372" h="35">
                <a:moveTo>
                  <a:pt x="0" y="35"/>
                </a:moveTo>
                <a:lnTo>
                  <a:pt x="372" y="0"/>
                </a:lnTo>
                <a:lnTo>
                  <a:pt x="372" y="1"/>
                </a:lnTo>
                <a:lnTo>
                  <a:pt x="8" y="35"/>
                </a:lnTo>
                <a:lnTo>
                  <a:pt x="0" y="35"/>
                </a:lnTo>
                <a:close/>
              </a:path>
            </a:pathLst>
          </a:custGeom>
          <a:solidFill>
            <a:srgbClr val="cd9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0" name=""/>
          <p:cNvSpPr/>
          <p:nvPr/>
        </p:nvSpPr>
        <p:spPr>
          <a:xfrm>
            <a:off x="8130600" y="3191400"/>
            <a:ext cx="131040" cy="12240"/>
          </a:xfrm>
          <a:custGeom>
            <a:avLst/>
            <a:gdLst/>
            <a:ahLst/>
            <a:rect l="0" t="0" r="r" b="b"/>
            <a:pathLst>
              <a:path w="364" h="34">
                <a:moveTo>
                  <a:pt x="0" y="34"/>
                </a:moveTo>
                <a:lnTo>
                  <a:pt x="364" y="0"/>
                </a:lnTo>
                <a:lnTo>
                  <a:pt x="364" y="1"/>
                </a:lnTo>
                <a:lnTo>
                  <a:pt x="9" y="34"/>
                </a:lnTo>
                <a:lnTo>
                  <a:pt x="0" y="34"/>
                </a:lnTo>
                <a:close/>
              </a:path>
            </a:pathLst>
          </a:custGeom>
          <a:solidFill>
            <a:srgbClr val="cd9f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1" name=""/>
          <p:cNvSpPr/>
          <p:nvPr/>
        </p:nvSpPr>
        <p:spPr>
          <a:xfrm>
            <a:off x="8133840" y="3191760"/>
            <a:ext cx="127800" cy="11880"/>
          </a:xfrm>
          <a:custGeom>
            <a:avLst/>
            <a:gdLst/>
            <a:ahLst/>
            <a:rect l="0" t="0" r="r" b="b"/>
            <a:pathLst>
              <a:path w="355" h="33">
                <a:moveTo>
                  <a:pt x="0" y="33"/>
                </a:moveTo>
                <a:lnTo>
                  <a:pt x="355" y="0"/>
                </a:lnTo>
                <a:lnTo>
                  <a:pt x="355" y="1"/>
                </a:lnTo>
                <a:lnTo>
                  <a:pt x="8" y="33"/>
                </a:lnTo>
                <a:lnTo>
                  <a:pt x="0" y="33"/>
                </a:lnTo>
                <a:close/>
              </a:path>
            </a:pathLst>
          </a:custGeom>
          <a:solidFill>
            <a:srgbClr val="cd9f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2" name=""/>
          <p:cNvSpPr/>
          <p:nvPr/>
        </p:nvSpPr>
        <p:spPr>
          <a:xfrm>
            <a:off x="8136720" y="3192120"/>
            <a:ext cx="124920" cy="11520"/>
          </a:xfrm>
          <a:custGeom>
            <a:avLst/>
            <a:gdLst/>
            <a:ahLst/>
            <a:rect l="0" t="0" r="r" b="b"/>
            <a:pathLst>
              <a:path w="347" h="32">
                <a:moveTo>
                  <a:pt x="0" y="32"/>
                </a:moveTo>
                <a:lnTo>
                  <a:pt x="347" y="0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f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3" name=""/>
          <p:cNvSpPr/>
          <p:nvPr/>
        </p:nvSpPr>
        <p:spPr>
          <a:xfrm>
            <a:off x="8139600" y="3192120"/>
            <a:ext cx="122040" cy="11520"/>
          </a:xfrm>
          <a:custGeom>
            <a:avLst/>
            <a:gdLst/>
            <a:ahLst/>
            <a:rect l="0" t="0" r="r" b="b"/>
            <a:pathLst>
              <a:path w="339" h="32">
                <a:moveTo>
                  <a:pt x="0" y="32"/>
                </a:moveTo>
                <a:lnTo>
                  <a:pt x="339" y="0"/>
                </a:lnTo>
                <a:lnTo>
                  <a:pt x="339" y="1"/>
                </a:lnTo>
                <a:lnTo>
                  <a:pt x="8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d9e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4" name=""/>
          <p:cNvSpPr/>
          <p:nvPr/>
        </p:nvSpPr>
        <p:spPr>
          <a:xfrm>
            <a:off x="8142480" y="3192480"/>
            <a:ext cx="119160" cy="11160"/>
          </a:xfrm>
          <a:custGeom>
            <a:avLst/>
            <a:gdLst/>
            <a:ahLst/>
            <a:rect l="0" t="0" r="r" b="b"/>
            <a:pathLst>
              <a:path w="331" h="31">
                <a:moveTo>
                  <a:pt x="0" y="31"/>
                </a:moveTo>
                <a:lnTo>
                  <a:pt x="331" y="0"/>
                </a:lnTo>
                <a:lnTo>
                  <a:pt x="331" y="1"/>
                </a:lnTo>
                <a:lnTo>
                  <a:pt x="8" y="31"/>
                </a:lnTo>
                <a:lnTo>
                  <a:pt x="0" y="31"/>
                </a:lnTo>
                <a:close/>
              </a:path>
            </a:pathLst>
          </a:custGeom>
          <a:solidFill>
            <a:srgbClr val="cd9e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5" name=""/>
          <p:cNvSpPr/>
          <p:nvPr/>
        </p:nvSpPr>
        <p:spPr>
          <a:xfrm>
            <a:off x="8145360" y="3192840"/>
            <a:ext cx="116280" cy="10800"/>
          </a:xfrm>
          <a:custGeom>
            <a:avLst/>
            <a:gdLst/>
            <a:ahLst/>
            <a:rect l="0" t="0" r="r" b="b"/>
            <a:pathLst>
              <a:path w="323" h="30">
                <a:moveTo>
                  <a:pt x="0" y="30"/>
                </a:moveTo>
                <a:lnTo>
                  <a:pt x="323" y="0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6" name=""/>
          <p:cNvSpPr/>
          <p:nvPr/>
        </p:nvSpPr>
        <p:spPr>
          <a:xfrm>
            <a:off x="8148240" y="3192840"/>
            <a:ext cx="113400" cy="10800"/>
          </a:xfrm>
          <a:custGeom>
            <a:avLst/>
            <a:gdLst/>
            <a:ahLst/>
            <a:rect l="0" t="0" r="r" b="b"/>
            <a:pathLst>
              <a:path w="315" h="30">
                <a:moveTo>
                  <a:pt x="0" y="30"/>
                </a:moveTo>
                <a:lnTo>
                  <a:pt x="315" y="0"/>
                </a:lnTo>
                <a:lnTo>
                  <a:pt x="315" y="1"/>
                </a:lnTo>
                <a:lnTo>
                  <a:pt x="8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d9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7" name=""/>
          <p:cNvSpPr/>
          <p:nvPr/>
        </p:nvSpPr>
        <p:spPr>
          <a:xfrm>
            <a:off x="8151120" y="3193200"/>
            <a:ext cx="110520" cy="10440"/>
          </a:xfrm>
          <a:custGeom>
            <a:avLst/>
            <a:gdLst/>
            <a:ahLst/>
            <a:rect l="0" t="0" r="r" b="b"/>
            <a:pathLst>
              <a:path w="307" h="29">
                <a:moveTo>
                  <a:pt x="0" y="29"/>
                </a:moveTo>
                <a:lnTo>
                  <a:pt x="307" y="0"/>
                </a:lnTo>
                <a:lnTo>
                  <a:pt x="307" y="1"/>
                </a:lnTo>
                <a:lnTo>
                  <a:pt x="8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d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8" name=""/>
          <p:cNvSpPr/>
          <p:nvPr/>
        </p:nvSpPr>
        <p:spPr>
          <a:xfrm>
            <a:off x="8154000" y="3193560"/>
            <a:ext cx="107640" cy="10080"/>
          </a:xfrm>
          <a:custGeom>
            <a:avLst/>
            <a:gdLst/>
            <a:ahLst/>
            <a:rect l="0" t="0" r="r" b="b"/>
            <a:pathLst>
              <a:path w="299" h="28">
                <a:moveTo>
                  <a:pt x="0" y="28"/>
                </a:moveTo>
                <a:lnTo>
                  <a:pt x="299" y="0"/>
                </a:lnTo>
                <a:lnTo>
                  <a:pt x="299" y="1"/>
                </a:lnTo>
                <a:lnTo>
                  <a:pt x="8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d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09" name=""/>
          <p:cNvSpPr/>
          <p:nvPr/>
        </p:nvSpPr>
        <p:spPr>
          <a:xfrm>
            <a:off x="8156880" y="3193920"/>
            <a:ext cx="104760" cy="9720"/>
          </a:xfrm>
          <a:custGeom>
            <a:avLst/>
            <a:gdLst/>
            <a:ahLst/>
            <a:rect l="0" t="0" r="r" b="b"/>
            <a:pathLst>
              <a:path w="291" h="27">
                <a:moveTo>
                  <a:pt x="0" y="27"/>
                </a:moveTo>
                <a:lnTo>
                  <a:pt x="291" y="0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d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0" name=""/>
          <p:cNvSpPr/>
          <p:nvPr/>
        </p:nvSpPr>
        <p:spPr>
          <a:xfrm>
            <a:off x="8159760" y="3193920"/>
            <a:ext cx="101880" cy="9720"/>
          </a:xfrm>
          <a:custGeom>
            <a:avLst/>
            <a:gdLst/>
            <a:ahLst/>
            <a:rect l="0" t="0" r="r" b="b"/>
            <a:pathLst>
              <a:path w="283" h="27">
                <a:moveTo>
                  <a:pt x="0" y="27"/>
                </a:moveTo>
                <a:lnTo>
                  <a:pt x="283" y="0"/>
                </a:lnTo>
                <a:lnTo>
                  <a:pt x="283" y="1"/>
                </a:lnTo>
                <a:lnTo>
                  <a:pt x="8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d9d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1" name=""/>
          <p:cNvSpPr/>
          <p:nvPr/>
        </p:nvSpPr>
        <p:spPr>
          <a:xfrm>
            <a:off x="8162640" y="3194280"/>
            <a:ext cx="99000" cy="9360"/>
          </a:xfrm>
          <a:custGeom>
            <a:avLst/>
            <a:gdLst/>
            <a:ahLst/>
            <a:rect l="0" t="0" r="r" b="b"/>
            <a:pathLst>
              <a:path w="275" h="26">
                <a:moveTo>
                  <a:pt x="0" y="26"/>
                </a:moveTo>
                <a:lnTo>
                  <a:pt x="275" y="0"/>
                </a:lnTo>
                <a:lnTo>
                  <a:pt x="275" y="1"/>
                </a:lnTo>
                <a:lnTo>
                  <a:pt x="8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d9d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2" name=""/>
          <p:cNvSpPr/>
          <p:nvPr/>
        </p:nvSpPr>
        <p:spPr>
          <a:xfrm>
            <a:off x="8165520" y="3194640"/>
            <a:ext cx="96120" cy="9000"/>
          </a:xfrm>
          <a:custGeom>
            <a:avLst/>
            <a:gdLst/>
            <a:ahLst/>
            <a:rect l="0" t="0" r="r" b="b"/>
            <a:pathLst>
              <a:path w="267" h="25">
                <a:moveTo>
                  <a:pt x="0" y="25"/>
                </a:moveTo>
                <a:lnTo>
                  <a:pt x="267" y="0"/>
                </a:lnTo>
                <a:lnTo>
                  <a:pt x="267" y="1"/>
                </a:lnTo>
                <a:lnTo>
                  <a:pt x="8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d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3" name=""/>
          <p:cNvSpPr/>
          <p:nvPr/>
        </p:nvSpPr>
        <p:spPr>
          <a:xfrm>
            <a:off x="8168400" y="3195000"/>
            <a:ext cx="93240" cy="8640"/>
          </a:xfrm>
          <a:custGeom>
            <a:avLst/>
            <a:gdLst/>
            <a:ahLst/>
            <a:rect l="0" t="0" r="r" b="b"/>
            <a:pathLst>
              <a:path w="259" h="24">
                <a:moveTo>
                  <a:pt x="0" y="24"/>
                </a:moveTo>
                <a:lnTo>
                  <a:pt x="259" y="0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4" name=""/>
          <p:cNvSpPr/>
          <p:nvPr/>
        </p:nvSpPr>
        <p:spPr>
          <a:xfrm>
            <a:off x="8171280" y="3195000"/>
            <a:ext cx="90360" cy="8640"/>
          </a:xfrm>
          <a:custGeom>
            <a:avLst/>
            <a:gdLst/>
            <a:ahLst/>
            <a:rect l="0" t="0" r="r" b="b"/>
            <a:pathLst>
              <a:path w="251" h="24">
                <a:moveTo>
                  <a:pt x="0" y="24"/>
                </a:moveTo>
                <a:lnTo>
                  <a:pt x="251" y="0"/>
                </a:lnTo>
                <a:lnTo>
                  <a:pt x="251" y="1"/>
                </a:lnTo>
                <a:lnTo>
                  <a:pt x="8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d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5" name=""/>
          <p:cNvSpPr/>
          <p:nvPr/>
        </p:nvSpPr>
        <p:spPr>
          <a:xfrm>
            <a:off x="8174160" y="3195360"/>
            <a:ext cx="87480" cy="8280"/>
          </a:xfrm>
          <a:custGeom>
            <a:avLst/>
            <a:gdLst/>
            <a:ahLst/>
            <a:rect l="0" t="0" r="r" b="b"/>
            <a:pathLst>
              <a:path w="243" h="23">
                <a:moveTo>
                  <a:pt x="0" y="23"/>
                </a:moveTo>
                <a:lnTo>
                  <a:pt x="243" y="0"/>
                </a:lnTo>
                <a:lnTo>
                  <a:pt x="243" y="1"/>
                </a:lnTo>
                <a:lnTo>
                  <a:pt x="9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d9c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6" name=""/>
          <p:cNvSpPr/>
          <p:nvPr/>
        </p:nvSpPr>
        <p:spPr>
          <a:xfrm>
            <a:off x="8177400" y="3195720"/>
            <a:ext cx="84240" cy="7920"/>
          </a:xfrm>
          <a:custGeom>
            <a:avLst/>
            <a:gdLst/>
            <a:ahLst/>
            <a:rect l="0" t="0" r="r" b="b"/>
            <a:pathLst>
              <a:path w="234" h="22">
                <a:moveTo>
                  <a:pt x="0" y="22"/>
                </a:moveTo>
                <a:lnTo>
                  <a:pt x="234" y="0"/>
                </a:lnTo>
                <a:lnTo>
                  <a:pt x="9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c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7" name=""/>
          <p:cNvSpPr/>
          <p:nvPr/>
        </p:nvSpPr>
        <p:spPr>
          <a:xfrm>
            <a:off x="8180280" y="3195720"/>
            <a:ext cx="81360" cy="7920"/>
          </a:xfrm>
          <a:custGeom>
            <a:avLst/>
            <a:gdLst/>
            <a:ahLst/>
            <a:rect l="0" t="0" r="r" b="b"/>
            <a:pathLst>
              <a:path w="226" h="22">
                <a:moveTo>
                  <a:pt x="0" y="22"/>
                </a:moveTo>
                <a:lnTo>
                  <a:pt x="226" y="0"/>
                </a:lnTo>
                <a:lnTo>
                  <a:pt x="226" y="1"/>
                </a:lnTo>
                <a:lnTo>
                  <a:pt x="8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d9c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8" name=""/>
          <p:cNvSpPr/>
          <p:nvPr/>
        </p:nvSpPr>
        <p:spPr>
          <a:xfrm>
            <a:off x="8183160" y="3196080"/>
            <a:ext cx="78480" cy="7560"/>
          </a:xfrm>
          <a:custGeom>
            <a:avLst/>
            <a:gdLst/>
            <a:ahLst/>
            <a:rect l="0" t="0" r="r" b="b"/>
            <a:pathLst>
              <a:path w="218" h="21">
                <a:moveTo>
                  <a:pt x="0" y="21"/>
                </a:moveTo>
                <a:lnTo>
                  <a:pt x="218" y="0"/>
                </a:lnTo>
                <a:lnTo>
                  <a:pt x="218" y="1"/>
                </a:lnTo>
                <a:lnTo>
                  <a:pt x="8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d9c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19" name=""/>
          <p:cNvSpPr/>
          <p:nvPr/>
        </p:nvSpPr>
        <p:spPr>
          <a:xfrm>
            <a:off x="8186040" y="3196440"/>
            <a:ext cx="75600" cy="7200"/>
          </a:xfrm>
          <a:custGeom>
            <a:avLst/>
            <a:gdLst/>
            <a:ahLst/>
            <a:rect l="0" t="0" r="r" b="b"/>
            <a:pathLst>
              <a:path w="210" h="20">
                <a:moveTo>
                  <a:pt x="0" y="20"/>
                </a:moveTo>
                <a:lnTo>
                  <a:pt x="210" y="0"/>
                </a:lnTo>
                <a:lnTo>
                  <a:pt x="210" y="1"/>
                </a:lnTo>
                <a:lnTo>
                  <a:pt x="8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20" name=""/>
          <p:cNvSpPr/>
          <p:nvPr/>
        </p:nvSpPr>
        <p:spPr>
          <a:xfrm>
            <a:off x="8188920" y="3196800"/>
            <a:ext cx="72720" cy="6840"/>
          </a:xfrm>
          <a:custGeom>
            <a:avLst/>
            <a:gdLst/>
            <a:ahLst/>
            <a:rect l="0" t="0" r="r" b="b"/>
            <a:pathLst>
              <a:path w="202" h="19">
                <a:moveTo>
                  <a:pt x="0" y="19"/>
                </a:moveTo>
                <a:lnTo>
                  <a:pt x="202" y="0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21" name=""/>
          <p:cNvSpPr/>
          <p:nvPr/>
        </p:nvSpPr>
        <p:spPr>
          <a:xfrm>
            <a:off x="8191800" y="3196800"/>
            <a:ext cx="69840" cy="6840"/>
          </a:xfrm>
          <a:custGeom>
            <a:avLst/>
            <a:gdLst/>
            <a:ahLst/>
            <a:rect l="0" t="0" r="r" b="b"/>
            <a:pathLst>
              <a:path w="194" h="19">
                <a:moveTo>
                  <a:pt x="0" y="19"/>
                </a:moveTo>
                <a:lnTo>
                  <a:pt x="194" y="0"/>
                </a:lnTo>
                <a:lnTo>
                  <a:pt x="194" y="1"/>
                </a:lnTo>
                <a:lnTo>
                  <a:pt x="8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c9b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22" name=""/>
          <p:cNvSpPr/>
          <p:nvPr/>
        </p:nvSpPr>
        <p:spPr>
          <a:xfrm>
            <a:off x="8194680" y="3197160"/>
            <a:ext cx="66960" cy="6480"/>
          </a:xfrm>
          <a:custGeom>
            <a:avLst/>
            <a:gdLst/>
            <a:ahLst/>
            <a:rect l="0" t="0" r="r" b="b"/>
            <a:pathLst>
              <a:path w="186" h="18">
                <a:moveTo>
                  <a:pt x="0" y="18"/>
                </a:moveTo>
                <a:lnTo>
                  <a:pt x="186" y="0"/>
                </a:lnTo>
                <a:lnTo>
                  <a:pt x="186" y="1"/>
                </a:lnTo>
                <a:lnTo>
                  <a:pt x="8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c9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23" name=""/>
          <p:cNvSpPr/>
          <p:nvPr/>
        </p:nvSpPr>
        <p:spPr>
          <a:xfrm>
            <a:off x="8197560" y="3197520"/>
            <a:ext cx="64080" cy="6120"/>
          </a:xfrm>
          <a:custGeom>
            <a:avLst/>
            <a:gdLst/>
            <a:ahLst/>
            <a:rect l="0" t="0" r="r" b="b"/>
            <a:pathLst>
              <a:path w="178" h="17">
                <a:moveTo>
                  <a:pt x="0" y="17"/>
                </a:moveTo>
                <a:lnTo>
                  <a:pt x="178" y="0"/>
                </a:lnTo>
                <a:lnTo>
                  <a:pt x="178" y="1"/>
                </a:lnTo>
                <a:lnTo>
                  <a:pt x="8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c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24" name=""/>
          <p:cNvSpPr/>
          <p:nvPr/>
        </p:nvSpPr>
        <p:spPr>
          <a:xfrm>
            <a:off x="8200440" y="3197880"/>
            <a:ext cx="61200" cy="5760"/>
          </a:xfrm>
          <a:custGeom>
            <a:avLst/>
            <a:gdLst/>
            <a:ahLst/>
            <a:rect l="0" t="0" r="r" b="b"/>
            <a:pathLst>
              <a:path w="170" h="16">
                <a:moveTo>
                  <a:pt x="0" y="16"/>
                </a:moveTo>
                <a:lnTo>
                  <a:pt x="170" y="0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25" name=""/>
          <p:cNvSpPr/>
          <p:nvPr/>
        </p:nvSpPr>
        <p:spPr>
          <a:xfrm>
            <a:off x="8203320" y="3197880"/>
            <a:ext cx="58320" cy="5760"/>
          </a:xfrm>
          <a:custGeom>
            <a:avLst/>
            <a:gdLst/>
            <a:ahLst/>
            <a:rect l="0" t="0" r="r" b="b"/>
            <a:pathLst>
              <a:path w="162" h="16">
                <a:moveTo>
                  <a:pt x="0" y="16"/>
                </a:moveTo>
                <a:lnTo>
                  <a:pt x="162" y="0"/>
                </a:lnTo>
                <a:lnTo>
                  <a:pt x="162" y="1"/>
                </a:lnTo>
                <a:lnTo>
                  <a:pt x="8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c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26" name=""/>
          <p:cNvSpPr/>
          <p:nvPr/>
        </p:nvSpPr>
        <p:spPr>
          <a:xfrm>
            <a:off x="8206200" y="3198240"/>
            <a:ext cx="55440" cy="5400"/>
          </a:xfrm>
          <a:custGeom>
            <a:avLst/>
            <a:gdLst/>
            <a:ahLst/>
            <a:rect l="0" t="0" r="r" b="b"/>
            <a:pathLst>
              <a:path w="154" h="15">
                <a:moveTo>
                  <a:pt x="0" y="15"/>
                </a:moveTo>
                <a:lnTo>
                  <a:pt x="154" y="0"/>
                </a:lnTo>
                <a:lnTo>
                  <a:pt x="154" y="1"/>
                </a:lnTo>
                <a:lnTo>
                  <a:pt x="8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c9b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27" name=""/>
          <p:cNvSpPr/>
          <p:nvPr/>
        </p:nvSpPr>
        <p:spPr>
          <a:xfrm>
            <a:off x="8209080" y="3198600"/>
            <a:ext cx="52560" cy="5040"/>
          </a:xfrm>
          <a:custGeom>
            <a:avLst/>
            <a:gdLst/>
            <a:ahLst/>
            <a:rect l="0" t="0" r="r" b="b"/>
            <a:pathLst>
              <a:path w="146" h="14">
                <a:moveTo>
                  <a:pt x="0" y="14"/>
                </a:moveTo>
                <a:lnTo>
                  <a:pt x="146" y="0"/>
                </a:lnTo>
                <a:lnTo>
                  <a:pt x="146" y="2"/>
                </a:lnTo>
                <a:lnTo>
                  <a:pt x="8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c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28" name=""/>
          <p:cNvSpPr/>
          <p:nvPr/>
        </p:nvSpPr>
        <p:spPr>
          <a:xfrm>
            <a:off x="8211960" y="3198960"/>
            <a:ext cx="49680" cy="4680"/>
          </a:xfrm>
          <a:custGeom>
            <a:avLst/>
            <a:gdLst/>
            <a:ahLst/>
            <a:rect l="0" t="0" r="r" b="b"/>
            <a:pathLst>
              <a:path w="138" h="13">
                <a:moveTo>
                  <a:pt x="0" y="13"/>
                </a:moveTo>
                <a:lnTo>
                  <a:pt x="138" y="0"/>
                </a:lnTo>
                <a:lnTo>
                  <a:pt x="8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b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29" name=""/>
          <p:cNvSpPr/>
          <p:nvPr/>
        </p:nvSpPr>
        <p:spPr>
          <a:xfrm>
            <a:off x="8214840" y="3198960"/>
            <a:ext cx="46800" cy="4680"/>
          </a:xfrm>
          <a:custGeom>
            <a:avLst/>
            <a:gdLst/>
            <a:ahLst/>
            <a:rect l="0" t="0" r="r" b="b"/>
            <a:pathLst>
              <a:path w="130" h="13">
                <a:moveTo>
                  <a:pt x="0" y="13"/>
                </a:moveTo>
                <a:lnTo>
                  <a:pt x="130" y="0"/>
                </a:lnTo>
                <a:lnTo>
                  <a:pt x="130" y="1"/>
                </a:lnTo>
                <a:lnTo>
                  <a:pt x="8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c9a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0" name=""/>
          <p:cNvSpPr/>
          <p:nvPr/>
        </p:nvSpPr>
        <p:spPr>
          <a:xfrm>
            <a:off x="8217720" y="3199320"/>
            <a:ext cx="43920" cy="4320"/>
          </a:xfrm>
          <a:custGeom>
            <a:avLst/>
            <a:gdLst/>
            <a:ahLst/>
            <a:rect l="0" t="0" r="r" b="b"/>
            <a:pathLst>
              <a:path w="122" h="12">
                <a:moveTo>
                  <a:pt x="0" y="12"/>
                </a:moveTo>
                <a:lnTo>
                  <a:pt x="122" y="0"/>
                </a:lnTo>
                <a:lnTo>
                  <a:pt x="122" y="1"/>
                </a:lnTo>
                <a:lnTo>
                  <a:pt x="8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c9a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1" name=""/>
          <p:cNvSpPr/>
          <p:nvPr/>
        </p:nvSpPr>
        <p:spPr>
          <a:xfrm>
            <a:off x="8220600" y="3199680"/>
            <a:ext cx="41040" cy="3960"/>
          </a:xfrm>
          <a:custGeom>
            <a:avLst/>
            <a:gdLst/>
            <a:ahLst/>
            <a:rect l="0" t="0" r="r" b="b"/>
            <a:pathLst>
              <a:path w="114" h="11">
                <a:moveTo>
                  <a:pt x="0" y="11"/>
                </a:moveTo>
                <a:lnTo>
                  <a:pt x="114" y="0"/>
                </a:lnTo>
                <a:lnTo>
                  <a:pt x="9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2" name=""/>
          <p:cNvSpPr/>
          <p:nvPr/>
        </p:nvSpPr>
        <p:spPr>
          <a:xfrm>
            <a:off x="8223840" y="3199680"/>
            <a:ext cx="37800" cy="3960"/>
          </a:xfrm>
          <a:custGeom>
            <a:avLst/>
            <a:gdLst/>
            <a:ahLst/>
            <a:rect l="0" t="0" r="r" b="b"/>
            <a:pathLst>
              <a:path w="105" h="11">
                <a:moveTo>
                  <a:pt x="0" y="11"/>
                </a:moveTo>
                <a:lnTo>
                  <a:pt x="105" y="0"/>
                </a:lnTo>
                <a:lnTo>
                  <a:pt x="105" y="1"/>
                </a:lnTo>
                <a:lnTo>
                  <a:pt x="8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c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3" name=""/>
          <p:cNvSpPr/>
          <p:nvPr/>
        </p:nvSpPr>
        <p:spPr>
          <a:xfrm>
            <a:off x="8226720" y="3200040"/>
            <a:ext cx="34920" cy="3600"/>
          </a:xfrm>
          <a:custGeom>
            <a:avLst/>
            <a:gdLst/>
            <a:ahLst/>
            <a:rect l="0" t="0" r="r" b="b"/>
            <a:pathLst>
              <a:path w="97" h="10">
                <a:moveTo>
                  <a:pt x="0" y="10"/>
                </a:moveTo>
                <a:lnTo>
                  <a:pt x="97" y="0"/>
                </a:lnTo>
                <a:lnTo>
                  <a:pt x="97" y="1"/>
                </a:lnTo>
                <a:lnTo>
                  <a:pt x="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4" name=""/>
          <p:cNvSpPr/>
          <p:nvPr/>
        </p:nvSpPr>
        <p:spPr>
          <a:xfrm>
            <a:off x="8229600" y="3200400"/>
            <a:ext cx="32040" cy="3240"/>
          </a:xfrm>
          <a:custGeom>
            <a:avLst/>
            <a:gdLst/>
            <a:ahLst/>
            <a:rect l="0" t="0" r="r" b="b"/>
            <a:pathLst>
              <a:path w="89" h="9">
                <a:moveTo>
                  <a:pt x="0" y="9"/>
                </a:moveTo>
                <a:lnTo>
                  <a:pt x="89" y="0"/>
                </a:lnTo>
                <a:lnTo>
                  <a:pt x="89" y="1"/>
                </a:lnTo>
                <a:lnTo>
                  <a:pt x="8" y="9"/>
                </a:lnTo>
                <a:lnTo>
                  <a:pt x="0" y="9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5" name=""/>
          <p:cNvSpPr/>
          <p:nvPr/>
        </p:nvSpPr>
        <p:spPr>
          <a:xfrm>
            <a:off x="8232480" y="3200760"/>
            <a:ext cx="29160" cy="2880"/>
          </a:xfrm>
          <a:custGeom>
            <a:avLst/>
            <a:gdLst/>
            <a:ahLst/>
            <a:rect l="0" t="0" r="r" b="b"/>
            <a:pathLst>
              <a:path w="81" h="8">
                <a:moveTo>
                  <a:pt x="0" y="8"/>
                </a:moveTo>
                <a:lnTo>
                  <a:pt x="81" y="0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6" name=""/>
          <p:cNvSpPr/>
          <p:nvPr/>
        </p:nvSpPr>
        <p:spPr>
          <a:xfrm>
            <a:off x="8235360" y="3200760"/>
            <a:ext cx="26280" cy="2880"/>
          </a:xfrm>
          <a:custGeom>
            <a:avLst/>
            <a:gdLst/>
            <a:ahLst/>
            <a:rect l="0" t="0" r="r" b="b"/>
            <a:pathLst>
              <a:path w="73" h="8">
                <a:moveTo>
                  <a:pt x="0" y="8"/>
                </a:moveTo>
                <a:lnTo>
                  <a:pt x="73" y="0"/>
                </a:lnTo>
                <a:lnTo>
                  <a:pt x="73" y="1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7" name=""/>
          <p:cNvSpPr/>
          <p:nvPr/>
        </p:nvSpPr>
        <p:spPr>
          <a:xfrm>
            <a:off x="8238240" y="3201120"/>
            <a:ext cx="23400" cy="2880"/>
          </a:xfrm>
          <a:custGeom>
            <a:avLst/>
            <a:gdLst/>
            <a:ahLst/>
            <a:rect l="0" t="0" r="r" b="b"/>
            <a:pathLst>
              <a:path w="65" h="8">
                <a:moveTo>
                  <a:pt x="0" y="8"/>
                </a:moveTo>
                <a:lnTo>
                  <a:pt x="65" y="0"/>
                </a:lnTo>
                <a:lnTo>
                  <a:pt x="65" y="2"/>
                </a:lnTo>
                <a:lnTo>
                  <a:pt x="8" y="8"/>
                </a:lnTo>
                <a:lnTo>
                  <a:pt x="0" y="8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8" name=""/>
          <p:cNvSpPr/>
          <p:nvPr/>
        </p:nvSpPr>
        <p:spPr>
          <a:xfrm>
            <a:off x="8241120" y="3201480"/>
            <a:ext cx="20520" cy="2160"/>
          </a:xfrm>
          <a:custGeom>
            <a:avLst/>
            <a:gdLst/>
            <a:ahLst/>
            <a:rect l="0" t="0" r="r" b="b"/>
            <a:pathLst>
              <a:path w="57" h="6">
                <a:moveTo>
                  <a:pt x="0" y="6"/>
                </a:moveTo>
                <a:lnTo>
                  <a:pt x="57" y="0"/>
                </a:lnTo>
                <a:lnTo>
                  <a:pt x="57" y="1"/>
                </a:lnTo>
                <a:lnTo>
                  <a:pt x="8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9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39" name=""/>
          <p:cNvSpPr/>
          <p:nvPr/>
        </p:nvSpPr>
        <p:spPr>
          <a:xfrm>
            <a:off x="8244000" y="3201840"/>
            <a:ext cx="17640" cy="1800"/>
          </a:xfrm>
          <a:custGeom>
            <a:avLst/>
            <a:gdLst/>
            <a:ahLst/>
            <a:rect l="0" t="0" r="r" b="b"/>
            <a:pathLst>
              <a:path w="49" h="5">
                <a:moveTo>
                  <a:pt x="0" y="5"/>
                </a:moveTo>
                <a:lnTo>
                  <a:pt x="49" y="0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40" name=""/>
          <p:cNvSpPr/>
          <p:nvPr/>
        </p:nvSpPr>
        <p:spPr>
          <a:xfrm>
            <a:off x="8246880" y="3201840"/>
            <a:ext cx="14760" cy="1800"/>
          </a:xfrm>
          <a:custGeom>
            <a:avLst/>
            <a:gdLst/>
            <a:ahLst/>
            <a:rect l="0" t="0" r="r" b="b"/>
            <a:pathLst>
              <a:path w="41" h="5">
                <a:moveTo>
                  <a:pt x="0" y="5"/>
                </a:moveTo>
                <a:lnTo>
                  <a:pt x="41" y="0"/>
                </a:lnTo>
                <a:lnTo>
                  <a:pt x="41" y="1"/>
                </a:lnTo>
                <a:lnTo>
                  <a:pt x="8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91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41" name=""/>
          <p:cNvSpPr/>
          <p:nvPr/>
        </p:nvSpPr>
        <p:spPr>
          <a:xfrm>
            <a:off x="8249760" y="3202200"/>
            <a:ext cx="11880" cy="1440"/>
          </a:xfrm>
          <a:custGeom>
            <a:avLst/>
            <a:gdLst/>
            <a:ahLst/>
            <a:rect l="0" t="0" r="r" b="b"/>
            <a:pathLst>
              <a:path w="33" h="4">
                <a:moveTo>
                  <a:pt x="0" y="4"/>
                </a:moveTo>
                <a:lnTo>
                  <a:pt x="33" y="0"/>
                </a:lnTo>
                <a:lnTo>
                  <a:pt x="33" y="1"/>
                </a:lnTo>
                <a:lnTo>
                  <a:pt x="8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42" name=""/>
          <p:cNvSpPr/>
          <p:nvPr/>
        </p:nvSpPr>
        <p:spPr>
          <a:xfrm>
            <a:off x="8252640" y="3202560"/>
            <a:ext cx="9000" cy="1080"/>
          </a:xfrm>
          <a:custGeom>
            <a:avLst/>
            <a:gdLst/>
            <a:ahLst/>
            <a:rect l="0" t="0" r="r" b="b"/>
            <a:pathLst>
              <a:path w="25" h="3">
                <a:moveTo>
                  <a:pt x="0" y="3"/>
                </a:moveTo>
                <a:lnTo>
                  <a:pt x="25" y="0"/>
                </a:lnTo>
                <a:lnTo>
                  <a:pt x="25" y="2"/>
                </a:lnTo>
                <a:lnTo>
                  <a:pt x="9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43" name=""/>
          <p:cNvSpPr/>
          <p:nvPr/>
        </p:nvSpPr>
        <p:spPr>
          <a:xfrm>
            <a:off x="8255520" y="3202920"/>
            <a:ext cx="6120" cy="720"/>
          </a:xfrm>
          <a:custGeom>
            <a:avLst/>
            <a:gdLst/>
            <a:ahLst/>
            <a:rect l="0" t="0" r="r" b="b"/>
            <a:pathLst>
              <a:path w="17" h="2">
                <a:moveTo>
                  <a:pt x="0" y="2"/>
                </a:moveTo>
                <a:lnTo>
                  <a:pt x="17" y="0"/>
                </a:lnTo>
                <a:lnTo>
                  <a:pt x="9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44" name=""/>
          <p:cNvSpPr/>
          <p:nvPr/>
        </p:nvSpPr>
        <p:spPr>
          <a:xfrm>
            <a:off x="8258400" y="3202920"/>
            <a:ext cx="2880" cy="360"/>
          </a:xfrm>
          <a:custGeom>
            <a:avLst/>
            <a:gdLst/>
            <a:ahLst/>
            <a:rect l="0" t="0" r="r" b="b"/>
            <a:pathLst>
              <a:path w="8" h="1">
                <a:moveTo>
                  <a:pt x="0" y="1"/>
                </a:moveTo>
                <a:lnTo>
                  <a:pt x="8" y="0"/>
                </a:lnTo>
                <a:lnTo>
                  <a:pt x="8" y="1"/>
                </a:lnTo>
                <a:lnTo>
                  <a:pt x="0" y="1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345" name=""/>
          <p:cNvSpPr/>
          <p:nvPr/>
        </p:nvSpPr>
        <p:spPr>
          <a:xfrm>
            <a:off x="7887960" y="3169800"/>
            <a:ext cx="373680" cy="33840"/>
          </a:xfrm>
          <a:custGeom>
            <a:avLst/>
            <a:gdLst/>
            <a:ahLst/>
            <a:rect l="0" t="0" r="r" b="b"/>
            <a:pathLst>
              <a:path w="1038" h="94">
                <a:moveTo>
                  <a:pt x="0" y="94"/>
                </a:moveTo>
                <a:lnTo>
                  <a:pt x="1038" y="94"/>
                </a:lnTo>
                <a:lnTo>
                  <a:pt x="1038" y="0"/>
                </a:lnTo>
                <a:lnTo>
                  <a:pt x="0" y="0"/>
                </a:lnTo>
                <a:lnTo>
                  <a:pt x="0" y="9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46" name=""/>
          <p:cNvSpPr/>
          <p:nvPr/>
        </p:nvSpPr>
        <p:spPr>
          <a:xfrm>
            <a:off x="7837920" y="3150000"/>
            <a:ext cx="14760" cy="1080"/>
          </a:xfrm>
          <a:custGeom>
            <a:avLst/>
            <a:gdLst/>
            <a:ahLst/>
            <a:rect l="0" t="0" r="r" b="b"/>
            <a:pathLst>
              <a:path w="41" h="3">
                <a:moveTo>
                  <a:pt x="0" y="0"/>
                </a:moveTo>
                <a:lnTo>
                  <a:pt x="41" y="0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47" name=""/>
          <p:cNvSpPr/>
          <p:nvPr/>
        </p:nvSpPr>
        <p:spPr>
          <a:xfrm>
            <a:off x="7837920" y="3150000"/>
            <a:ext cx="21960" cy="1800"/>
          </a:xfrm>
          <a:custGeom>
            <a:avLst/>
            <a:gdLst/>
            <a:ahLst/>
            <a:rect l="0" t="0" r="r" b="b"/>
            <a:pathLst>
              <a:path w="61" h="5">
                <a:moveTo>
                  <a:pt x="0" y="2"/>
                </a:moveTo>
                <a:lnTo>
                  <a:pt x="41" y="0"/>
                </a:lnTo>
                <a:lnTo>
                  <a:pt x="61" y="0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48" name=""/>
          <p:cNvSpPr/>
          <p:nvPr/>
        </p:nvSpPr>
        <p:spPr>
          <a:xfrm>
            <a:off x="7837920" y="3150000"/>
            <a:ext cx="29160" cy="2160"/>
          </a:xfrm>
          <a:custGeom>
            <a:avLst/>
            <a:gdLst/>
            <a:ahLst/>
            <a:rect l="0" t="0" r="r" b="b"/>
            <a:pathLst>
              <a:path w="81" h="6">
                <a:moveTo>
                  <a:pt x="0" y="5"/>
                </a:moveTo>
                <a:lnTo>
                  <a:pt x="61" y="0"/>
                </a:lnTo>
                <a:lnTo>
                  <a:pt x="81" y="0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8f8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49" name=""/>
          <p:cNvSpPr/>
          <p:nvPr/>
        </p:nvSpPr>
        <p:spPr>
          <a:xfrm>
            <a:off x="7837920" y="3150000"/>
            <a:ext cx="43560" cy="3240"/>
          </a:xfrm>
          <a:custGeom>
            <a:avLst/>
            <a:gdLst/>
            <a:ahLst/>
            <a:rect l="0" t="0" r="r" b="b"/>
            <a:pathLst>
              <a:path w="121" h="9">
                <a:moveTo>
                  <a:pt x="0" y="6"/>
                </a:moveTo>
                <a:lnTo>
                  <a:pt x="81" y="0"/>
                </a:lnTo>
                <a:lnTo>
                  <a:pt x="121" y="0"/>
                </a:lnTo>
                <a:lnTo>
                  <a:pt x="0" y="9"/>
                </a:lnTo>
                <a:lnTo>
                  <a:pt x="0" y="6"/>
                </a:lnTo>
                <a:close/>
              </a:path>
            </a:pathLst>
          </a:custGeom>
          <a:solidFill>
            <a:srgbClr val="f8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0" name=""/>
          <p:cNvSpPr/>
          <p:nvPr/>
        </p:nvSpPr>
        <p:spPr>
          <a:xfrm>
            <a:off x="7837920" y="3150000"/>
            <a:ext cx="47160" cy="3240"/>
          </a:xfrm>
          <a:custGeom>
            <a:avLst/>
            <a:gdLst/>
            <a:ahLst/>
            <a:rect l="0" t="0" r="r" b="b"/>
            <a:pathLst>
              <a:path w="131" h="9">
                <a:moveTo>
                  <a:pt x="0" y="9"/>
                </a:moveTo>
                <a:lnTo>
                  <a:pt x="121" y="0"/>
                </a:lnTo>
                <a:lnTo>
                  <a:pt x="131" y="0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1" name=""/>
          <p:cNvSpPr/>
          <p:nvPr/>
        </p:nvSpPr>
        <p:spPr>
          <a:xfrm>
            <a:off x="7837920" y="3150000"/>
            <a:ext cx="50760" cy="3600"/>
          </a:xfrm>
          <a:custGeom>
            <a:avLst/>
            <a:gdLst/>
            <a:ahLst/>
            <a:rect l="0" t="0" r="r" b="b"/>
            <a:pathLst>
              <a:path w="141" h="10">
                <a:moveTo>
                  <a:pt x="0" y="9"/>
                </a:moveTo>
                <a:lnTo>
                  <a:pt x="130" y="0"/>
                </a:lnTo>
                <a:lnTo>
                  <a:pt x="141" y="0"/>
                </a:lnTo>
                <a:lnTo>
                  <a:pt x="0" y="10"/>
                </a:lnTo>
                <a:lnTo>
                  <a:pt x="0" y="9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2" name=""/>
          <p:cNvSpPr/>
          <p:nvPr/>
        </p:nvSpPr>
        <p:spPr>
          <a:xfrm>
            <a:off x="7837920" y="3150000"/>
            <a:ext cx="58320" cy="3960"/>
          </a:xfrm>
          <a:custGeom>
            <a:avLst/>
            <a:gdLst/>
            <a:ahLst/>
            <a:rect l="0" t="0" r="r" b="b"/>
            <a:pathLst>
              <a:path w="162" h="11">
                <a:moveTo>
                  <a:pt x="0" y="10"/>
                </a:moveTo>
                <a:lnTo>
                  <a:pt x="141" y="0"/>
                </a:lnTo>
                <a:lnTo>
                  <a:pt x="162" y="0"/>
                </a:lnTo>
                <a:lnTo>
                  <a:pt x="0" y="11"/>
                </a:lnTo>
                <a:lnTo>
                  <a:pt x="0" y="10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3" name=""/>
          <p:cNvSpPr/>
          <p:nvPr/>
        </p:nvSpPr>
        <p:spPr>
          <a:xfrm>
            <a:off x="7837920" y="3150000"/>
            <a:ext cx="65520" cy="5040"/>
          </a:xfrm>
          <a:custGeom>
            <a:avLst/>
            <a:gdLst/>
            <a:ahLst/>
            <a:rect l="0" t="0" r="r" b="b"/>
            <a:pathLst>
              <a:path w="182" h="14">
                <a:moveTo>
                  <a:pt x="0" y="11"/>
                </a:moveTo>
                <a:lnTo>
                  <a:pt x="162" y="0"/>
                </a:lnTo>
                <a:lnTo>
                  <a:pt x="182" y="0"/>
                </a:lnTo>
                <a:lnTo>
                  <a:pt x="0" y="14"/>
                </a:lnTo>
                <a:lnTo>
                  <a:pt x="0" y="11"/>
                </a:lnTo>
                <a:close/>
              </a:path>
            </a:pathLst>
          </a:custGeom>
          <a:solidFill>
            <a:srgbClr val="f7f7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4" name=""/>
          <p:cNvSpPr/>
          <p:nvPr/>
        </p:nvSpPr>
        <p:spPr>
          <a:xfrm>
            <a:off x="7837920" y="3150000"/>
            <a:ext cx="69120" cy="4680"/>
          </a:xfrm>
          <a:custGeom>
            <a:avLst/>
            <a:gdLst/>
            <a:ahLst/>
            <a:rect l="0" t="0" r="r" b="b"/>
            <a:pathLst>
              <a:path w="192" h="13">
                <a:moveTo>
                  <a:pt x="0" y="13"/>
                </a:moveTo>
                <a:lnTo>
                  <a:pt x="182" y="0"/>
                </a:lnTo>
                <a:lnTo>
                  <a:pt x="192" y="0"/>
                </a:lnTo>
                <a:lnTo>
                  <a:pt x="0" y="13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5" name=""/>
          <p:cNvSpPr/>
          <p:nvPr/>
        </p:nvSpPr>
        <p:spPr>
          <a:xfrm>
            <a:off x="7837920" y="3150000"/>
            <a:ext cx="72720" cy="5040"/>
          </a:xfrm>
          <a:custGeom>
            <a:avLst/>
            <a:gdLst/>
            <a:ahLst/>
            <a:rect l="0" t="0" r="r" b="b"/>
            <a:pathLst>
              <a:path w="202" h="14">
                <a:moveTo>
                  <a:pt x="0" y="13"/>
                </a:moveTo>
                <a:lnTo>
                  <a:pt x="192" y="0"/>
                </a:lnTo>
                <a:lnTo>
                  <a:pt x="202" y="0"/>
                </a:lnTo>
                <a:lnTo>
                  <a:pt x="0" y="14"/>
                </a:lnTo>
                <a:lnTo>
                  <a:pt x="0" y="13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6" name=""/>
          <p:cNvSpPr/>
          <p:nvPr/>
        </p:nvSpPr>
        <p:spPr>
          <a:xfrm>
            <a:off x="7837920" y="3150000"/>
            <a:ext cx="87120" cy="6120"/>
          </a:xfrm>
          <a:custGeom>
            <a:avLst/>
            <a:gdLst/>
            <a:ahLst/>
            <a:rect l="0" t="0" r="r" b="b"/>
            <a:pathLst>
              <a:path w="242" h="17">
                <a:moveTo>
                  <a:pt x="0" y="14"/>
                </a:moveTo>
                <a:lnTo>
                  <a:pt x="202" y="0"/>
                </a:lnTo>
                <a:lnTo>
                  <a:pt x="242" y="0"/>
                </a:lnTo>
                <a:lnTo>
                  <a:pt x="0" y="17"/>
                </a:lnTo>
                <a:lnTo>
                  <a:pt x="0" y="14"/>
                </a:lnTo>
                <a:close/>
              </a:path>
            </a:pathLst>
          </a:custGeom>
          <a:solidFill>
            <a:srgbClr val="f7f6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7" name=""/>
          <p:cNvSpPr/>
          <p:nvPr/>
        </p:nvSpPr>
        <p:spPr>
          <a:xfrm>
            <a:off x="7837920" y="3150000"/>
            <a:ext cx="90720" cy="6120"/>
          </a:xfrm>
          <a:custGeom>
            <a:avLst/>
            <a:gdLst/>
            <a:ahLst/>
            <a:rect l="0" t="0" r="r" b="b"/>
            <a:pathLst>
              <a:path w="252" h="17">
                <a:moveTo>
                  <a:pt x="0" y="17"/>
                </a:moveTo>
                <a:lnTo>
                  <a:pt x="242" y="0"/>
                </a:lnTo>
                <a:lnTo>
                  <a:pt x="252" y="0"/>
                </a:lnTo>
                <a:lnTo>
                  <a:pt x="0" y="17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8" name=""/>
          <p:cNvSpPr/>
          <p:nvPr/>
        </p:nvSpPr>
        <p:spPr>
          <a:xfrm>
            <a:off x="7837920" y="3150000"/>
            <a:ext cx="94320" cy="6480"/>
          </a:xfrm>
          <a:custGeom>
            <a:avLst/>
            <a:gdLst/>
            <a:ahLst/>
            <a:rect l="0" t="0" r="r" b="b"/>
            <a:pathLst>
              <a:path w="262" h="18">
                <a:moveTo>
                  <a:pt x="0" y="17"/>
                </a:moveTo>
                <a:lnTo>
                  <a:pt x="252" y="0"/>
                </a:lnTo>
                <a:lnTo>
                  <a:pt x="262" y="0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f7f6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59" name=""/>
          <p:cNvSpPr/>
          <p:nvPr/>
        </p:nvSpPr>
        <p:spPr>
          <a:xfrm>
            <a:off x="7837920" y="3150000"/>
            <a:ext cx="101520" cy="6840"/>
          </a:xfrm>
          <a:custGeom>
            <a:avLst/>
            <a:gdLst/>
            <a:ahLst/>
            <a:rect l="0" t="0" r="r" b="b"/>
            <a:pathLst>
              <a:path w="282" h="19">
                <a:moveTo>
                  <a:pt x="0" y="18"/>
                </a:moveTo>
                <a:lnTo>
                  <a:pt x="262" y="0"/>
                </a:lnTo>
                <a:lnTo>
                  <a:pt x="282" y="0"/>
                </a:lnTo>
                <a:lnTo>
                  <a:pt x="0" y="19"/>
                </a:lnTo>
                <a:lnTo>
                  <a:pt x="0" y="18"/>
                </a:lnTo>
                <a:close/>
              </a:path>
            </a:pathLst>
          </a:custGeom>
          <a:solidFill>
            <a:srgbClr val="f7f5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0" name=""/>
          <p:cNvSpPr/>
          <p:nvPr/>
        </p:nvSpPr>
        <p:spPr>
          <a:xfrm>
            <a:off x="7837920" y="3150000"/>
            <a:ext cx="105120" cy="7200"/>
          </a:xfrm>
          <a:custGeom>
            <a:avLst/>
            <a:gdLst/>
            <a:ahLst/>
            <a:rect l="0" t="0" r="r" b="b"/>
            <a:pathLst>
              <a:path w="292" h="20">
                <a:moveTo>
                  <a:pt x="0" y="18"/>
                </a:moveTo>
                <a:lnTo>
                  <a:pt x="282" y="0"/>
                </a:lnTo>
                <a:lnTo>
                  <a:pt x="292" y="0"/>
                </a:lnTo>
                <a:lnTo>
                  <a:pt x="0" y="20"/>
                </a:lnTo>
                <a:lnTo>
                  <a:pt x="0" y="18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1" name=""/>
          <p:cNvSpPr/>
          <p:nvPr/>
        </p:nvSpPr>
        <p:spPr>
          <a:xfrm>
            <a:off x="7837920" y="3150000"/>
            <a:ext cx="108720" cy="7560"/>
          </a:xfrm>
          <a:custGeom>
            <a:avLst/>
            <a:gdLst/>
            <a:ahLst/>
            <a:rect l="0" t="0" r="r" b="b"/>
            <a:pathLst>
              <a:path w="302" h="21">
                <a:moveTo>
                  <a:pt x="0" y="20"/>
                </a:moveTo>
                <a:lnTo>
                  <a:pt x="292" y="0"/>
                </a:lnTo>
                <a:lnTo>
                  <a:pt x="302" y="0"/>
                </a:lnTo>
                <a:lnTo>
                  <a:pt x="0" y="21"/>
                </a:lnTo>
                <a:lnTo>
                  <a:pt x="0" y="20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2" name=""/>
          <p:cNvSpPr/>
          <p:nvPr/>
        </p:nvSpPr>
        <p:spPr>
          <a:xfrm>
            <a:off x="7837920" y="3150000"/>
            <a:ext cx="116280" cy="7920"/>
          </a:xfrm>
          <a:custGeom>
            <a:avLst/>
            <a:gdLst/>
            <a:ahLst/>
            <a:rect l="0" t="0" r="r" b="b"/>
            <a:pathLst>
              <a:path w="323" h="22">
                <a:moveTo>
                  <a:pt x="0" y="21"/>
                </a:moveTo>
                <a:lnTo>
                  <a:pt x="302" y="0"/>
                </a:lnTo>
                <a:lnTo>
                  <a:pt x="323" y="0"/>
                </a:lnTo>
                <a:lnTo>
                  <a:pt x="0" y="22"/>
                </a:lnTo>
                <a:lnTo>
                  <a:pt x="0" y="21"/>
                </a:lnTo>
                <a:close/>
              </a:path>
            </a:pathLst>
          </a:custGeom>
          <a:solidFill>
            <a:srgbClr val="f6f5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3" name=""/>
          <p:cNvSpPr/>
          <p:nvPr/>
        </p:nvSpPr>
        <p:spPr>
          <a:xfrm>
            <a:off x="7837920" y="3150000"/>
            <a:ext cx="119880" cy="8280"/>
          </a:xfrm>
          <a:custGeom>
            <a:avLst/>
            <a:gdLst/>
            <a:ahLst/>
            <a:rect l="0" t="0" r="r" b="b"/>
            <a:pathLst>
              <a:path w="333" h="23">
                <a:moveTo>
                  <a:pt x="0" y="22"/>
                </a:moveTo>
                <a:lnTo>
                  <a:pt x="323" y="0"/>
                </a:lnTo>
                <a:lnTo>
                  <a:pt x="333" y="0"/>
                </a:lnTo>
                <a:lnTo>
                  <a:pt x="0" y="23"/>
                </a:lnTo>
                <a:lnTo>
                  <a:pt x="0" y="22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4" name=""/>
          <p:cNvSpPr/>
          <p:nvPr/>
        </p:nvSpPr>
        <p:spPr>
          <a:xfrm>
            <a:off x="7837920" y="3150000"/>
            <a:ext cx="123480" cy="8280"/>
          </a:xfrm>
          <a:custGeom>
            <a:avLst/>
            <a:gdLst/>
            <a:ahLst/>
            <a:rect l="0" t="0" r="r" b="b"/>
            <a:pathLst>
              <a:path w="343" h="23">
                <a:moveTo>
                  <a:pt x="0" y="23"/>
                </a:moveTo>
                <a:lnTo>
                  <a:pt x="333" y="0"/>
                </a:lnTo>
                <a:lnTo>
                  <a:pt x="343" y="0"/>
                </a:lnTo>
                <a:lnTo>
                  <a:pt x="0" y="23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5" name=""/>
          <p:cNvSpPr/>
          <p:nvPr/>
        </p:nvSpPr>
        <p:spPr>
          <a:xfrm>
            <a:off x="7837920" y="3150000"/>
            <a:ext cx="130680" cy="9000"/>
          </a:xfrm>
          <a:custGeom>
            <a:avLst/>
            <a:gdLst/>
            <a:ahLst/>
            <a:rect l="0" t="0" r="r" b="b"/>
            <a:pathLst>
              <a:path w="363" h="25">
                <a:moveTo>
                  <a:pt x="0" y="23"/>
                </a:moveTo>
                <a:lnTo>
                  <a:pt x="343" y="0"/>
                </a:lnTo>
                <a:lnTo>
                  <a:pt x="363" y="0"/>
                </a:lnTo>
                <a:lnTo>
                  <a:pt x="0" y="25"/>
                </a:lnTo>
                <a:lnTo>
                  <a:pt x="0" y="23"/>
                </a:lnTo>
                <a:close/>
              </a:path>
            </a:pathLst>
          </a:custGeom>
          <a:solidFill>
            <a:srgbClr val="f6f4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6" name=""/>
          <p:cNvSpPr/>
          <p:nvPr/>
        </p:nvSpPr>
        <p:spPr>
          <a:xfrm>
            <a:off x="7837920" y="3150000"/>
            <a:ext cx="134280" cy="9000"/>
          </a:xfrm>
          <a:custGeom>
            <a:avLst/>
            <a:gdLst/>
            <a:ahLst/>
            <a:rect l="0" t="0" r="r" b="b"/>
            <a:pathLst>
              <a:path w="373" h="25">
                <a:moveTo>
                  <a:pt x="0" y="25"/>
                </a:moveTo>
                <a:lnTo>
                  <a:pt x="363" y="0"/>
                </a:lnTo>
                <a:lnTo>
                  <a:pt x="373" y="0"/>
                </a:lnTo>
                <a:lnTo>
                  <a:pt x="0" y="25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7" name=""/>
          <p:cNvSpPr/>
          <p:nvPr/>
        </p:nvSpPr>
        <p:spPr>
          <a:xfrm>
            <a:off x="7837920" y="3150000"/>
            <a:ext cx="137880" cy="9360"/>
          </a:xfrm>
          <a:custGeom>
            <a:avLst/>
            <a:gdLst/>
            <a:ahLst/>
            <a:rect l="0" t="0" r="r" b="b"/>
            <a:pathLst>
              <a:path w="383" h="26">
                <a:moveTo>
                  <a:pt x="0" y="25"/>
                </a:moveTo>
                <a:lnTo>
                  <a:pt x="373" y="0"/>
                </a:lnTo>
                <a:lnTo>
                  <a:pt x="383" y="0"/>
                </a:lnTo>
                <a:lnTo>
                  <a:pt x="0" y="26"/>
                </a:lnTo>
                <a:lnTo>
                  <a:pt x="0" y="25"/>
                </a:lnTo>
                <a:close/>
              </a:path>
            </a:pathLst>
          </a:custGeom>
          <a:solidFill>
            <a:srgbClr val="f6f4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8" name=""/>
          <p:cNvSpPr/>
          <p:nvPr/>
        </p:nvSpPr>
        <p:spPr>
          <a:xfrm>
            <a:off x="7837920" y="3150000"/>
            <a:ext cx="141480" cy="9720"/>
          </a:xfrm>
          <a:custGeom>
            <a:avLst/>
            <a:gdLst/>
            <a:ahLst/>
            <a:rect l="0" t="0" r="r" b="b"/>
            <a:pathLst>
              <a:path w="393" h="27">
                <a:moveTo>
                  <a:pt x="0" y="26"/>
                </a:moveTo>
                <a:lnTo>
                  <a:pt x="383" y="0"/>
                </a:lnTo>
                <a:lnTo>
                  <a:pt x="393" y="0"/>
                </a:lnTo>
                <a:lnTo>
                  <a:pt x="0" y="27"/>
                </a:lnTo>
                <a:lnTo>
                  <a:pt x="0" y="26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69" name=""/>
          <p:cNvSpPr/>
          <p:nvPr/>
        </p:nvSpPr>
        <p:spPr>
          <a:xfrm>
            <a:off x="7837920" y="3150000"/>
            <a:ext cx="145080" cy="9720"/>
          </a:xfrm>
          <a:custGeom>
            <a:avLst/>
            <a:gdLst/>
            <a:ahLst/>
            <a:rect l="0" t="0" r="r" b="b"/>
            <a:pathLst>
              <a:path w="403" h="27">
                <a:moveTo>
                  <a:pt x="0" y="27"/>
                </a:moveTo>
                <a:lnTo>
                  <a:pt x="393" y="0"/>
                </a:lnTo>
                <a:lnTo>
                  <a:pt x="403" y="0"/>
                </a:lnTo>
                <a:lnTo>
                  <a:pt x="0" y="27"/>
                </a:lnTo>
                <a:close/>
              </a:path>
            </a:pathLst>
          </a:custGeom>
          <a:solidFill>
            <a:srgbClr val="f5f3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0" name=""/>
          <p:cNvSpPr/>
          <p:nvPr/>
        </p:nvSpPr>
        <p:spPr>
          <a:xfrm>
            <a:off x="7837920" y="3150000"/>
            <a:ext cx="148680" cy="10080"/>
          </a:xfrm>
          <a:custGeom>
            <a:avLst/>
            <a:gdLst/>
            <a:ahLst/>
            <a:rect l="0" t="0" r="r" b="b"/>
            <a:pathLst>
              <a:path w="413" h="28">
                <a:moveTo>
                  <a:pt x="0" y="27"/>
                </a:moveTo>
                <a:lnTo>
                  <a:pt x="403" y="0"/>
                </a:lnTo>
                <a:lnTo>
                  <a:pt x="413" y="0"/>
                </a:lnTo>
                <a:lnTo>
                  <a:pt x="0" y="28"/>
                </a:lnTo>
                <a:lnTo>
                  <a:pt x="0" y="27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1" name=""/>
          <p:cNvSpPr/>
          <p:nvPr/>
        </p:nvSpPr>
        <p:spPr>
          <a:xfrm>
            <a:off x="7837920" y="3150000"/>
            <a:ext cx="152280" cy="10440"/>
          </a:xfrm>
          <a:custGeom>
            <a:avLst/>
            <a:gdLst/>
            <a:ahLst/>
            <a:rect l="0" t="0" r="r" b="b"/>
            <a:pathLst>
              <a:path w="423" h="29">
                <a:moveTo>
                  <a:pt x="0" y="28"/>
                </a:moveTo>
                <a:lnTo>
                  <a:pt x="413" y="0"/>
                </a:lnTo>
                <a:lnTo>
                  <a:pt x="423" y="0"/>
                </a:lnTo>
                <a:lnTo>
                  <a:pt x="0" y="29"/>
                </a:lnTo>
                <a:lnTo>
                  <a:pt x="0" y="28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2" name=""/>
          <p:cNvSpPr/>
          <p:nvPr/>
        </p:nvSpPr>
        <p:spPr>
          <a:xfrm>
            <a:off x="7837920" y="3150000"/>
            <a:ext cx="159480" cy="10800"/>
          </a:xfrm>
          <a:custGeom>
            <a:avLst/>
            <a:gdLst/>
            <a:ahLst/>
            <a:rect l="0" t="0" r="r" b="b"/>
            <a:pathLst>
              <a:path w="443" h="30">
                <a:moveTo>
                  <a:pt x="0" y="29"/>
                </a:moveTo>
                <a:lnTo>
                  <a:pt x="423" y="0"/>
                </a:lnTo>
                <a:lnTo>
                  <a:pt x="443" y="0"/>
                </a:lnTo>
                <a:lnTo>
                  <a:pt x="0" y="30"/>
                </a:lnTo>
                <a:lnTo>
                  <a:pt x="0" y="29"/>
                </a:lnTo>
                <a:close/>
              </a:path>
            </a:pathLst>
          </a:custGeom>
          <a:solidFill>
            <a:srgbClr val="f5f3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3" name=""/>
          <p:cNvSpPr/>
          <p:nvPr/>
        </p:nvSpPr>
        <p:spPr>
          <a:xfrm>
            <a:off x="7837920" y="3150000"/>
            <a:ext cx="166680" cy="11160"/>
          </a:xfrm>
          <a:custGeom>
            <a:avLst/>
            <a:gdLst/>
            <a:ahLst/>
            <a:rect l="0" t="0" r="r" b="b"/>
            <a:pathLst>
              <a:path w="463" h="31">
                <a:moveTo>
                  <a:pt x="0" y="30"/>
                </a:moveTo>
                <a:lnTo>
                  <a:pt x="443" y="0"/>
                </a:lnTo>
                <a:lnTo>
                  <a:pt x="463" y="0"/>
                </a:lnTo>
                <a:lnTo>
                  <a:pt x="0" y="31"/>
                </a:lnTo>
                <a:lnTo>
                  <a:pt x="0" y="30"/>
                </a:lnTo>
                <a:close/>
              </a:path>
            </a:pathLst>
          </a:custGeom>
          <a:solidFill>
            <a:srgbClr val="f5f2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4" name=""/>
          <p:cNvSpPr/>
          <p:nvPr/>
        </p:nvSpPr>
        <p:spPr>
          <a:xfrm>
            <a:off x="7837920" y="3150000"/>
            <a:ext cx="170280" cy="11520"/>
          </a:xfrm>
          <a:custGeom>
            <a:avLst/>
            <a:gdLst/>
            <a:ahLst/>
            <a:rect l="0" t="0" r="r" b="b"/>
            <a:pathLst>
              <a:path w="473" h="32">
                <a:moveTo>
                  <a:pt x="0" y="31"/>
                </a:moveTo>
                <a:lnTo>
                  <a:pt x="463" y="0"/>
                </a:lnTo>
                <a:lnTo>
                  <a:pt x="473" y="0"/>
                </a:lnTo>
                <a:lnTo>
                  <a:pt x="0" y="32"/>
                </a:lnTo>
                <a:lnTo>
                  <a:pt x="0" y="31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5" name=""/>
          <p:cNvSpPr/>
          <p:nvPr/>
        </p:nvSpPr>
        <p:spPr>
          <a:xfrm>
            <a:off x="7837920" y="3150000"/>
            <a:ext cx="174240" cy="11880"/>
          </a:xfrm>
          <a:custGeom>
            <a:avLst/>
            <a:gdLst/>
            <a:ahLst/>
            <a:rect l="0" t="0" r="r" b="b"/>
            <a:pathLst>
              <a:path w="484" h="33">
                <a:moveTo>
                  <a:pt x="0" y="32"/>
                </a:moveTo>
                <a:lnTo>
                  <a:pt x="473" y="0"/>
                </a:lnTo>
                <a:lnTo>
                  <a:pt x="484" y="0"/>
                </a:lnTo>
                <a:lnTo>
                  <a:pt x="0" y="33"/>
                </a:lnTo>
                <a:lnTo>
                  <a:pt x="0" y="32"/>
                </a:lnTo>
                <a:close/>
              </a:path>
            </a:pathLst>
          </a:custGeom>
          <a:solidFill>
            <a:srgbClr val="f5f2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6" name=""/>
          <p:cNvSpPr/>
          <p:nvPr/>
        </p:nvSpPr>
        <p:spPr>
          <a:xfrm>
            <a:off x="7837920" y="3150000"/>
            <a:ext cx="177840" cy="11880"/>
          </a:xfrm>
          <a:custGeom>
            <a:avLst/>
            <a:gdLst/>
            <a:ahLst/>
            <a:rect l="0" t="0" r="r" b="b"/>
            <a:pathLst>
              <a:path w="494" h="33">
                <a:moveTo>
                  <a:pt x="0" y="33"/>
                </a:moveTo>
                <a:lnTo>
                  <a:pt x="484" y="0"/>
                </a:lnTo>
                <a:lnTo>
                  <a:pt x="494" y="0"/>
                </a:lnTo>
                <a:lnTo>
                  <a:pt x="0" y="33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7" name=""/>
          <p:cNvSpPr/>
          <p:nvPr/>
        </p:nvSpPr>
        <p:spPr>
          <a:xfrm>
            <a:off x="7837920" y="3150000"/>
            <a:ext cx="181440" cy="12240"/>
          </a:xfrm>
          <a:custGeom>
            <a:avLst/>
            <a:gdLst/>
            <a:ahLst/>
            <a:rect l="0" t="0" r="r" b="b"/>
            <a:pathLst>
              <a:path w="504" h="34">
                <a:moveTo>
                  <a:pt x="0" y="33"/>
                </a:moveTo>
                <a:lnTo>
                  <a:pt x="494" y="0"/>
                </a:lnTo>
                <a:lnTo>
                  <a:pt x="504" y="0"/>
                </a:lnTo>
                <a:lnTo>
                  <a:pt x="0" y="34"/>
                </a:lnTo>
                <a:lnTo>
                  <a:pt x="0" y="33"/>
                </a:lnTo>
                <a:close/>
              </a:path>
            </a:pathLst>
          </a:custGeom>
          <a:solidFill>
            <a:srgbClr val="f4f1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8" name=""/>
          <p:cNvSpPr/>
          <p:nvPr/>
        </p:nvSpPr>
        <p:spPr>
          <a:xfrm>
            <a:off x="7837920" y="3150000"/>
            <a:ext cx="185040" cy="12600"/>
          </a:xfrm>
          <a:custGeom>
            <a:avLst/>
            <a:gdLst/>
            <a:ahLst/>
            <a:rect l="0" t="0" r="r" b="b"/>
            <a:pathLst>
              <a:path w="514" h="35">
                <a:moveTo>
                  <a:pt x="0" y="34"/>
                </a:moveTo>
                <a:lnTo>
                  <a:pt x="504" y="0"/>
                </a:lnTo>
                <a:lnTo>
                  <a:pt x="514" y="0"/>
                </a:lnTo>
                <a:lnTo>
                  <a:pt x="0" y="35"/>
                </a:lnTo>
                <a:lnTo>
                  <a:pt x="0" y="34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79" name=""/>
          <p:cNvSpPr/>
          <p:nvPr/>
        </p:nvSpPr>
        <p:spPr>
          <a:xfrm>
            <a:off x="7837920" y="3150000"/>
            <a:ext cx="188640" cy="12600"/>
          </a:xfrm>
          <a:custGeom>
            <a:avLst/>
            <a:gdLst/>
            <a:ahLst/>
            <a:rect l="0" t="0" r="r" b="b"/>
            <a:pathLst>
              <a:path w="524" h="35">
                <a:moveTo>
                  <a:pt x="0" y="35"/>
                </a:moveTo>
                <a:lnTo>
                  <a:pt x="514" y="0"/>
                </a:lnTo>
                <a:lnTo>
                  <a:pt x="524" y="0"/>
                </a:lnTo>
                <a:lnTo>
                  <a:pt x="0" y="35"/>
                </a:lnTo>
                <a:close/>
              </a:path>
            </a:pathLst>
          </a:custGeom>
          <a:solidFill>
            <a:srgbClr val="f4f1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0" name=""/>
          <p:cNvSpPr/>
          <p:nvPr/>
        </p:nvSpPr>
        <p:spPr>
          <a:xfrm>
            <a:off x="7837920" y="3150000"/>
            <a:ext cx="195840" cy="13320"/>
          </a:xfrm>
          <a:custGeom>
            <a:avLst/>
            <a:gdLst/>
            <a:ahLst/>
            <a:rect l="0" t="0" r="r" b="b"/>
            <a:pathLst>
              <a:path w="544" h="37">
                <a:moveTo>
                  <a:pt x="0" y="35"/>
                </a:moveTo>
                <a:lnTo>
                  <a:pt x="524" y="0"/>
                </a:lnTo>
                <a:lnTo>
                  <a:pt x="544" y="0"/>
                </a:lnTo>
                <a:lnTo>
                  <a:pt x="0" y="37"/>
                </a:lnTo>
                <a:lnTo>
                  <a:pt x="0" y="35"/>
                </a:lnTo>
                <a:close/>
              </a:path>
            </a:pathLst>
          </a:custGeom>
          <a:solidFill>
            <a:srgbClr val="f4f0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1" name=""/>
          <p:cNvSpPr/>
          <p:nvPr/>
        </p:nvSpPr>
        <p:spPr>
          <a:xfrm>
            <a:off x="7837920" y="3150000"/>
            <a:ext cx="199440" cy="13320"/>
          </a:xfrm>
          <a:custGeom>
            <a:avLst/>
            <a:gdLst/>
            <a:ahLst/>
            <a:rect l="0" t="0" r="r" b="b"/>
            <a:pathLst>
              <a:path w="554" h="37">
                <a:moveTo>
                  <a:pt x="0" y="37"/>
                </a:moveTo>
                <a:lnTo>
                  <a:pt x="544" y="0"/>
                </a:lnTo>
                <a:lnTo>
                  <a:pt x="554" y="0"/>
                </a:lnTo>
                <a:lnTo>
                  <a:pt x="0" y="37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2" name=""/>
          <p:cNvSpPr/>
          <p:nvPr/>
        </p:nvSpPr>
        <p:spPr>
          <a:xfrm>
            <a:off x="7837920" y="3150000"/>
            <a:ext cx="203040" cy="13680"/>
          </a:xfrm>
          <a:custGeom>
            <a:avLst/>
            <a:gdLst/>
            <a:ahLst/>
            <a:rect l="0" t="0" r="r" b="b"/>
            <a:pathLst>
              <a:path w="564" h="38">
                <a:moveTo>
                  <a:pt x="0" y="37"/>
                </a:moveTo>
                <a:lnTo>
                  <a:pt x="554" y="0"/>
                </a:lnTo>
                <a:lnTo>
                  <a:pt x="564" y="0"/>
                </a:lnTo>
                <a:lnTo>
                  <a:pt x="0" y="38"/>
                </a:lnTo>
                <a:lnTo>
                  <a:pt x="0" y="37"/>
                </a:lnTo>
                <a:close/>
              </a:path>
            </a:pathLst>
          </a:custGeom>
          <a:solidFill>
            <a:srgbClr val="f4f0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3" name=""/>
          <p:cNvSpPr/>
          <p:nvPr/>
        </p:nvSpPr>
        <p:spPr>
          <a:xfrm>
            <a:off x="7837920" y="3150000"/>
            <a:ext cx="206640" cy="14400"/>
          </a:xfrm>
          <a:custGeom>
            <a:avLst/>
            <a:gdLst/>
            <a:ahLst/>
            <a:rect l="0" t="0" r="r" b="b"/>
            <a:pathLst>
              <a:path w="574" h="40">
                <a:moveTo>
                  <a:pt x="0" y="38"/>
                </a:moveTo>
                <a:lnTo>
                  <a:pt x="564" y="0"/>
                </a:lnTo>
                <a:lnTo>
                  <a:pt x="574" y="0"/>
                </a:lnTo>
                <a:lnTo>
                  <a:pt x="0" y="40"/>
                </a:lnTo>
                <a:lnTo>
                  <a:pt x="0" y="38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4" name=""/>
          <p:cNvSpPr/>
          <p:nvPr/>
        </p:nvSpPr>
        <p:spPr>
          <a:xfrm>
            <a:off x="7837920" y="3150000"/>
            <a:ext cx="210240" cy="14040"/>
          </a:xfrm>
          <a:custGeom>
            <a:avLst/>
            <a:gdLst/>
            <a:ahLst/>
            <a:rect l="0" t="0" r="r" b="b"/>
            <a:pathLst>
              <a:path w="584" h="39">
                <a:moveTo>
                  <a:pt x="0" y="39"/>
                </a:moveTo>
                <a:lnTo>
                  <a:pt x="574" y="0"/>
                </a:lnTo>
                <a:lnTo>
                  <a:pt x="584" y="0"/>
                </a:lnTo>
                <a:lnTo>
                  <a:pt x="0" y="3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5" name=""/>
          <p:cNvSpPr/>
          <p:nvPr/>
        </p:nvSpPr>
        <p:spPr>
          <a:xfrm>
            <a:off x="7837920" y="3150000"/>
            <a:ext cx="217440" cy="14760"/>
          </a:xfrm>
          <a:custGeom>
            <a:avLst/>
            <a:gdLst/>
            <a:ahLst/>
            <a:rect l="0" t="0" r="r" b="b"/>
            <a:pathLst>
              <a:path w="604" h="41">
                <a:moveTo>
                  <a:pt x="0" y="39"/>
                </a:moveTo>
                <a:lnTo>
                  <a:pt x="584" y="0"/>
                </a:lnTo>
                <a:lnTo>
                  <a:pt x="604" y="0"/>
                </a:lnTo>
                <a:lnTo>
                  <a:pt x="0" y="41"/>
                </a:lnTo>
                <a:lnTo>
                  <a:pt x="0" y="39"/>
                </a:lnTo>
                <a:close/>
              </a:path>
            </a:pathLst>
          </a:custGeom>
          <a:solidFill>
            <a:srgbClr val="f3ef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6" name=""/>
          <p:cNvSpPr/>
          <p:nvPr/>
        </p:nvSpPr>
        <p:spPr>
          <a:xfrm>
            <a:off x="7837920" y="3150000"/>
            <a:ext cx="221040" cy="14760"/>
          </a:xfrm>
          <a:custGeom>
            <a:avLst/>
            <a:gdLst/>
            <a:ahLst/>
            <a:rect l="0" t="0" r="r" b="b"/>
            <a:pathLst>
              <a:path w="614" h="41">
                <a:moveTo>
                  <a:pt x="0" y="41"/>
                </a:moveTo>
                <a:lnTo>
                  <a:pt x="604" y="0"/>
                </a:lnTo>
                <a:lnTo>
                  <a:pt x="614" y="0"/>
                </a:lnTo>
                <a:lnTo>
                  <a:pt x="0" y="4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7" name=""/>
          <p:cNvSpPr/>
          <p:nvPr/>
        </p:nvSpPr>
        <p:spPr>
          <a:xfrm>
            <a:off x="7837920" y="3150000"/>
            <a:ext cx="224640" cy="15120"/>
          </a:xfrm>
          <a:custGeom>
            <a:avLst/>
            <a:gdLst/>
            <a:ahLst/>
            <a:rect l="0" t="0" r="r" b="b"/>
            <a:pathLst>
              <a:path w="624" h="42">
                <a:moveTo>
                  <a:pt x="0" y="41"/>
                </a:moveTo>
                <a:lnTo>
                  <a:pt x="614" y="0"/>
                </a:lnTo>
                <a:lnTo>
                  <a:pt x="624" y="0"/>
                </a:lnTo>
                <a:lnTo>
                  <a:pt x="0" y="42"/>
                </a:lnTo>
                <a:lnTo>
                  <a:pt x="0" y="41"/>
                </a:lnTo>
                <a:close/>
              </a:path>
            </a:pathLst>
          </a:custGeom>
          <a:solidFill>
            <a:srgbClr val="f3ee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8" name=""/>
          <p:cNvSpPr/>
          <p:nvPr/>
        </p:nvSpPr>
        <p:spPr>
          <a:xfrm>
            <a:off x="7837920" y="3150000"/>
            <a:ext cx="228240" cy="15480"/>
          </a:xfrm>
          <a:custGeom>
            <a:avLst/>
            <a:gdLst/>
            <a:ahLst/>
            <a:rect l="0" t="0" r="r" b="b"/>
            <a:pathLst>
              <a:path w="634" h="43">
                <a:moveTo>
                  <a:pt x="0" y="42"/>
                </a:moveTo>
                <a:lnTo>
                  <a:pt x="624" y="0"/>
                </a:lnTo>
                <a:lnTo>
                  <a:pt x="634" y="0"/>
                </a:lnTo>
                <a:lnTo>
                  <a:pt x="0" y="43"/>
                </a:lnTo>
                <a:lnTo>
                  <a:pt x="0" y="42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89" name=""/>
          <p:cNvSpPr/>
          <p:nvPr/>
        </p:nvSpPr>
        <p:spPr>
          <a:xfrm>
            <a:off x="7837920" y="3150000"/>
            <a:ext cx="232200" cy="15480"/>
          </a:xfrm>
          <a:custGeom>
            <a:avLst/>
            <a:gdLst/>
            <a:ahLst/>
            <a:rect l="0" t="0" r="r" b="b"/>
            <a:pathLst>
              <a:path w="645" h="43">
                <a:moveTo>
                  <a:pt x="0" y="43"/>
                </a:moveTo>
                <a:lnTo>
                  <a:pt x="634" y="0"/>
                </a:lnTo>
                <a:lnTo>
                  <a:pt x="645" y="0"/>
                </a:lnTo>
                <a:lnTo>
                  <a:pt x="0" y="43"/>
                </a:lnTo>
                <a:close/>
              </a:path>
            </a:pathLst>
          </a:custGeom>
          <a:solidFill>
            <a:srgbClr val="f2ed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0" name=""/>
          <p:cNvSpPr/>
          <p:nvPr/>
        </p:nvSpPr>
        <p:spPr>
          <a:xfrm>
            <a:off x="7837920" y="3150000"/>
            <a:ext cx="235800" cy="15840"/>
          </a:xfrm>
          <a:custGeom>
            <a:avLst/>
            <a:gdLst/>
            <a:ahLst/>
            <a:rect l="0" t="0" r="r" b="b"/>
            <a:pathLst>
              <a:path w="655" h="44">
                <a:moveTo>
                  <a:pt x="0" y="43"/>
                </a:moveTo>
                <a:lnTo>
                  <a:pt x="645" y="0"/>
                </a:lnTo>
                <a:lnTo>
                  <a:pt x="655" y="0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1" name=""/>
          <p:cNvSpPr/>
          <p:nvPr/>
        </p:nvSpPr>
        <p:spPr>
          <a:xfrm>
            <a:off x="7837920" y="3150000"/>
            <a:ext cx="239400" cy="16560"/>
          </a:xfrm>
          <a:custGeom>
            <a:avLst/>
            <a:gdLst/>
            <a:ahLst/>
            <a:rect l="0" t="0" r="r" b="b"/>
            <a:pathLst>
              <a:path w="665" h="46">
                <a:moveTo>
                  <a:pt x="0" y="44"/>
                </a:moveTo>
                <a:lnTo>
                  <a:pt x="655" y="0"/>
                </a:lnTo>
                <a:lnTo>
                  <a:pt x="665" y="0"/>
                </a:lnTo>
                <a:lnTo>
                  <a:pt x="0" y="46"/>
                </a:lnTo>
                <a:lnTo>
                  <a:pt x="0" y="44"/>
                </a:lnTo>
                <a:close/>
              </a:path>
            </a:pathLst>
          </a:custGeom>
          <a:solidFill>
            <a:srgbClr val="f2e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2" name=""/>
          <p:cNvSpPr/>
          <p:nvPr/>
        </p:nvSpPr>
        <p:spPr>
          <a:xfrm>
            <a:off x="7837920" y="3150000"/>
            <a:ext cx="243000" cy="16200"/>
          </a:xfrm>
          <a:custGeom>
            <a:avLst/>
            <a:gdLst/>
            <a:ahLst/>
            <a:rect l="0" t="0" r="r" b="b"/>
            <a:pathLst>
              <a:path w="675" h="45">
                <a:moveTo>
                  <a:pt x="0" y="45"/>
                </a:moveTo>
                <a:lnTo>
                  <a:pt x="665" y="0"/>
                </a:lnTo>
                <a:lnTo>
                  <a:pt x="675" y="0"/>
                </a:lnTo>
                <a:lnTo>
                  <a:pt x="0" y="45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3" name=""/>
          <p:cNvSpPr/>
          <p:nvPr/>
        </p:nvSpPr>
        <p:spPr>
          <a:xfrm>
            <a:off x="7837920" y="3150000"/>
            <a:ext cx="246600" cy="16560"/>
          </a:xfrm>
          <a:custGeom>
            <a:avLst/>
            <a:gdLst/>
            <a:ahLst/>
            <a:rect l="0" t="0" r="r" b="b"/>
            <a:pathLst>
              <a:path w="685" h="46">
                <a:moveTo>
                  <a:pt x="0" y="45"/>
                </a:moveTo>
                <a:lnTo>
                  <a:pt x="675" y="0"/>
                </a:lnTo>
                <a:lnTo>
                  <a:pt x="685" y="0"/>
                </a:lnTo>
                <a:lnTo>
                  <a:pt x="0" y="46"/>
                </a:lnTo>
                <a:lnTo>
                  <a:pt x="0" y="45"/>
                </a:lnTo>
                <a:close/>
              </a:path>
            </a:pathLst>
          </a:custGeom>
          <a:solidFill>
            <a:srgbClr val="f2e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4" name=""/>
          <p:cNvSpPr/>
          <p:nvPr/>
        </p:nvSpPr>
        <p:spPr>
          <a:xfrm>
            <a:off x="7837920" y="3150000"/>
            <a:ext cx="250200" cy="16920"/>
          </a:xfrm>
          <a:custGeom>
            <a:avLst/>
            <a:gdLst/>
            <a:ahLst/>
            <a:rect l="0" t="0" r="r" b="b"/>
            <a:pathLst>
              <a:path w="695" h="47">
                <a:moveTo>
                  <a:pt x="0" y="46"/>
                </a:moveTo>
                <a:lnTo>
                  <a:pt x="685" y="0"/>
                </a:lnTo>
                <a:lnTo>
                  <a:pt x="695" y="0"/>
                </a:lnTo>
                <a:lnTo>
                  <a:pt x="0" y="47"/>
                </a:lnTo>
                <a:lnTo>
                  <a:pt x="0" y="46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5" name=""/>
          <p:cNvSpPr/>
          <p:nvPr/>
        </p:nvSpPr>
        <p:spPr>
          <a:xfrm>
            <a:off x="7837920" y="3150000"/>
            <a:ext cx="253800" cy="16920"/>
          </a:xfrm>
          <a:custGeom>
            <a:avLst/>
            <a:gdLst/>
            <a:ahLst/>
            <a:rect l="0" t="0" r="r" b="b"/>
            <a:pathLst>
              <a:path w="705" h="47">
                <a:moveTo>
                  <a:pt x="0" y="47"/>
                </a:moveTo>
                <a:lnTo>
                  <a:pt x="695" y="0"/>
                </a:lnTo>
                <a:lnTo>
                  <a:pt x="705" y="0"/>
                </a:lnTo>
                <a:lnTo>
                  <a:pt x="0" y="47"/>
                </a:lnTo>
                <a:close/>
              </a:path>
            </a:pathLst>
          </a:custGeom>
          <a:solidFill>
            <a:srgbClr val="f1ec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6" name=""/>
          <p:cNvSpPr/>
          <p:nvPr/>
        </p:nvSpPr>
        <p:spPr>
          <a:xfrm>
            <a:off x="7837920" y="3150000"/>
            <a:ext cx="257400" cy="17280"/>
          </a:xfrm>
          <a:custGeom>
            <a:avLst/>
            <a:gdLst/>
            <a:ahLst/>
            <a:rect l="0" t="0" r="r" b="b"/>
            <a:pathLst>
              <a:path w="715" h="48">
                <a:moveTo>
                  <a:pt x="0" y="47"/>
                </a:moveTo>
                <a:lnTo>
                  <a:pt x="705" y="0"/>
                </a:lnTo>
                <a:lnTo>
                  <a:pt x="715" y="0"/>
                </a:lnTo>
                <a:lnTo>
                  <a:pt x="0" y="48"/>
                </a:lnTo>
                <a:lnTo>
                  <a:pt x="0" y="47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7" name=""/>
          <p:cNvSpPr/>
          <p:nvPr/>
        </p:nvSpPr>
        <p:spPr>
          <a:xfrm>
            <a:off x="7837920" y="3150000"/>
            <a:ext cx="261000" cy="17640"/>
          </a:xfrm>
          <a:custGeom>
            <a:avLst/>
            <a:gdLst/>
            <a:ahLst/>
            <a:rect l="0" t="0" r="r" b="b"/>
            <a:pathLst>
              <a:path w="725" h="49">
                <a:moveTo>
                  <a:pt x="0" y="48"/>
                </a:moveTo>
                <a:lnTo>
                  <a:pt x="715" y="0"/>
                </a:lnTo>
                <a:lnTo>
                  <a:pt x="725" y="0"/>
                </a:lnTo>
                <a:lnTo>
                  <a:pt x="0" y="49"/>
                </a:lnTo>
                <a:lnTo>
                  <a:pt x="0" y="48"/>
                </a:lnTo>
                <a:close/>
              </a:path>
            </a:pathLst>
          </a:custGeom>
          <a:solidFill>
            <a:srgbClr val="f1eb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8" name=""/>
          <p:cNvSpPr/>
          <p:nvPr/>
        </p:nvSpPr>
        <p:spPr>
          <a:xfrm>
            <a:off x="7837920" y="3150000"/>
            <a:ext cx="264600" cy="17640"/>
          </a:xfrm>
          <a:custGeom>
            <a:avLst/>
            <a:gdLst/>
            <a:ahLst/>
            <a:rect l="0" t="0" r="r" b="b"/>
            <a:pathLst>
              <a:path w="735" h="49">
                <a:moveTo>
                  <a:pt x="0" y="49"/>
                </a:moveTo>
                <a:lnTo>
                  <a:pt x="725" y="0"/>
                </a:lnTo>
                <a:lnTo>
                  <a:pt x="735" y="0"/>
                </a:lnTo>
                <a:lnTo>
                  <a:pt x="0" y="49"/>
                </a:lnTo>
                <a:close/>
              </a:path>
            </a:pathLst>
          </a:custGeom>
          <a:solidFill>
            <a:srgbClr val="f1ea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399" name=""/>
          <p:cNvSpPr/>
          <p:nvPr/>
        </p:nvSpPr>
        <p:spPr>
          <a:xfrm>
            <a:off x="7837920" y="3150000"/>
            <a:ext cx="268200" cy="18000"/>
          </a:xfrm>
          <a:custGeom>
            <a:avLst/>
            <a:gdLst/>
            <a:ahLst/>
            <a:rect l="0" t="0" r="r" b="b"/>
            <a:pathLst>
              <a:path w="745" h="50">
                <a:moveTo>
                  <a:pt x="0" y="49"/>
                </a:moveTo>
                <a:lnTo>
                  <a:pt x="735" y="0"/>
                </a:lnTo>
                <a:lnTo>
                  <a:pt x="745" y="0"/>
                </a:lnTo>
                <a:lnTo>
                  <a:pt x="0" y="50"/>
                </a:lnTo>
                <a:lnTo>
                  <a:pt x="0" y="49"/>
                </a:lnTo>
                <a:close/>
              </a:path>
            </a:pathLst>
          </a:custGeom>
          <a:solidFill>
            <a:srgbClr val="f1ea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0" name=""/>
          <p:cNvSpPr/>
          <p:nvPr/>
        </p:nvSpPr>
        <p:spPr>
          <a:xfrm>
            <a:off x="7837920" y="3150000"/>
            <a:ext cx="271800" cy="18360"/>
          </a:xfrm>
          <a:custGeom>
            <a:avLst/>
            <a:gdLst/>
            <a:ahLst/>
            <a:rect l="0" t="0" r="r" b="b"/>
            <a:pathLst>
              <a:path w="755" h="51">
                <a:moveTo>
                  <a:pt x="0" y="50"/>
                </a:moveTo>
                <a:lnTo>
                  <a:pt x="745" y="0"/>
                </a:lnTo>
                <a:lnTo>
                  <a:pt x="755" y="0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1" name=""/>
          <p:cNvSpPr/>
          <p:nvPr/>
        </p:nvSpPr>
        <p:spPr>
          <a:xfrm>
            <a:off x="7837920" y="3150000"/>
            <a:ext cx="275400" cy="18360"/>
          </a:xfrm>
          <a:custGeom>
            <a:avLst/>
            <a:gdLst/>
            <a:ahLst/>
            <a:rect l="0" t="0" r="r" b="b"/>
            <a:pathLst>
              <a:path w="765" h="51">
                <a:moveTo>
                  <a:pt x="0" y="51"/>
                </a:moveTo>
                <a:lnTo>
                  <a:pt x="755" y="0"/>
                </a:lnTo>
                <a:lnTo>
                  <a:pt x="765" y="0"/>
                </a:lnTo>
                <a:lnTo>
                  <a:pt x="0" y="51"/>
                </a:lnTo>
                <a:close/>
              </a:path>
            </a:pathLst>
          </a:custGeom>
          <a:solidFill>
            <a:srgbClr val="f0e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2" name=""/>
          <p:cNvSpPr/>
          <p:nvPr/>
        </p:nvSpPr>
        <p:spPr>
          <a:xfrm>
            <a:off x="7837920" y="3150000"/>
            <a:ext cx="279000" cy="18720"/>
          </a:xfrm>
          <a:custGeom>
            <a:avLst/>
            <a:gdLst/>
            <a:ahLst/>
            <a:rect l="0" t="0" r="r" b="b"/>
            <a:pathLst>
              <a:path w="775" h="52">
                <a:moveTo>
                  <a:pt x="0" y="51"/>
                </a:moveTo>
                <a:lnTo>
                  <a:pt x="765" y="0"/>
                </a:lnTo>
                <a:lnTo>
                  <a:pt x="775" y="0"/>
                </a:lnTo>
                <a:lnTo>
                  <a:pt x="0" y="52"/>
                </a:lnTo>
                <a:lnTo>
                  <a:pt x="0" y="51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3" name=""/>
          <p:cNvSpPr/>
          <p:nvPr/>
        </p:nvSpPr>
        <p:spPr>
          <a:xfrm>
            <a:off x="7837920" y="3150000"/>
            <a:ext cx="282600" cy="19080"/>
          </a:xfrm>
          <a:custGeom>
            <a:avLst/>
            <a:gdLst/>
            <a:ahLst/>
            <a:rect l="0" t="0" r="r" b="b"/>
            <a:pathLst>
              <a:path w="785" h="53">
                <a:moveTo>
                  <a:pt x="0" y="52"/>
                </a:moveTo>
                <a:lnTo>
                  <a:pt x="775" y="0"/>
                </a:lnTo>
                <a:lnTo>
                  <a:pt x="785" y="0"/>
                </a:lnTo>
                <a:lnTo>
                  <a:pt x="0" y="53"/>
                </a:lnTo>
                <a:lnTo>
                  <a:pt x="0" y="52"/>
                </a:lnTo>
                <a:close/>
              </a:path>
            </a:pathLst>
          </a:custGeom>
          <a:solidFill>
            <a:srgbClr val="f0e9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4" name=""/>
          <p:cNvSpPr/>
          <p:nvPr/>
        </p:nvSpPr>
        <p:spPr>
          <a:xfrm>
            <a:off x="7837920" y="3150000"/>
            <a:ext cx="286200" cy="19080"/>
          </a:xfrm>
          <a:custGeom>
            <a:avLst/>
            <a:gdLst/>
            <a:ahLst/>
            <a:rect l="0" t="0" r="r" b="b"/>
            <a:pathLst>
              <a:path w="795" h="53">
                <a:moveTo>
                  <a:pt x="0" y="53"/>
                </a:moveTo>
                <a:lnTo>
                  <a:pt x="785" y="0"/>
                </a:lnTo>
                <a:lnTo>
                  <a:pt x="795" y="0"/>
                </a:lnTo>
                <a:lnTo>
                  <a:pt x="0" y="53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5" name=""/>
          <p:cNvSpPr/>
          <p:nvPr/>
        </p:nvSpPr>
        <p:spPr>
          <a:xfrm>
            <a:off x="7837920" y="3150000"/>
            <a:ext cx="290160" cy="19440"/>
          </a:xfrm>
          <a:custGeom>
            <a:avLst/>
            <a:gdLst/>
            <a:ahLst/>
            <a:rect l="0" t="0" r="r" b="b"/>
            <a:pathLst>
              <a:path w="806" h="54">
                <a:moveTo>
                  <a:pt x="0" y="53"/>
                </a:moveTo>
                <a:lnTo>
                  <a:pt x="795" y="0"/>
                </a:lnTo>
                <a:lnTo>
                  <a:pt x="806" y="0"/>
                </a:lnTo>
                <a:lnTo>
                  <a:pt x="0" y="54"/>
                </a:lnTo>
                <a:lnTo>
                  <a:pt x="0" y="53"/>
                </a:lnTo>
                <a:close/>
              </a:path>
            </a:pathLst>
          </a:custGeom>
          <a:solidFill>
            <a:srgbClr val="f0e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6" name=""/>
          <p:cNvSpPr/>
          <p:nvPr/>
        </p:nvSpPr>
        <p:spPr>
          <a:xfrm>
            <a:off x="7837920" y="3150000"/>
            <a:ext cx="293760" cy="19800"/>
          </a:xfrm>
          <a:custGeom>
            <a:avLst/>
            <a:gdLst/>
            <a:ahLst/>
            <a:rect l="0" t="0" r="r" b="b"/>
            <a:pathLst>
              <a:path w="816" h="55">
                <a:moveTo>
                  <a:pt x="0" y="54"/>
                </a:moveTo>
                <a:lnTo>
                  <a:pt x="806" y="0"/>
                </a:lnTo>
                <a:lnTo>
                  <a:pt x="816" y="0"/>
                </a:lnTo>
                <a:lnTo>
                  <a:pt x="0" y="55"/>
                </a:lnTo>
                <a:lnTo>
                  <a:pt x="0" y="54"/>
                </a:lnTo>
                <a:close/>
              </a:path>
            </a:pathLst>
          </a:custGeom>
          <a:solidFill>
            <a:srgbClr val="efe7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7" name=""/>
          <p:cNvSpPr/>
          <p:nvPr/>
        </p:nvSpPr>
        <p:spPr>
          <a:xfrm>
            <a:off x="7837920" y="3150000"/>
            <a:ext cx="297360" cy="19800"/>
          </a:xfrm>
          <a:custGeom>
            <a:avLst/>
            <a:gdLst/>
            <a:ahLst/>
            <a:rect l="0" t="0" r="r" b="b"/>
            <a:pathLst>
              <a:path w="826" h="55">
                <a:moveTo>
                  <a:pt x="0" y="55"/>
                </a:moveTo>
                <a:lnTo>
                  <a:pt x="816" y="0"/>
                </a:lnTo>
                <a:lnTo>
                  <a:pt x="826" y="0"/>
                </a:lnTo>
                <a:lnTo>
                  <a:pt x="0" y="55"/>
                </a:lnTo>
                <a:close/>
              </a:path>
            </a:pathLst>
          </a:custGeom>
          <a:solidFill>
            <a:srgbClr val="efe7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8" name=""/>
          <p:cNvSpPr/>
          <p:nvPr/>
        </p:nvSpPr>
        <p:spPr>
          <a:xfrm>
            <a:off x="7837920" y="3150000"/>
            <a:ext cx="300960" cy="20160"/>
          </a:xfrm>
          <a:custGeom>
            <a:avLst/>
            <a:gdLst/>
            <a:ahLst/>
            <a:rect l="0" t="0" r="r" b="b"/>
            <a:pathLst>
              <a:path w="836" h="56">
                <a:moveTo>
                  <a:pt x="0" y="55"/>
                </a:moveTo>
                <a:lnTo>
                  <a:pt x="826" y="0"/>
                </a:lnTo>
                <a:lnTo>
                  <a:pt x="836" y="0"/>
                </a:lnTo>
                <a:lnTo>
                  <a:pt x="0" y="56"/>
                </a:lnTo>
                <a:lnTo>
                  <a:pt x="0" y="55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09" name=""/>
          <p:cNvSpPr/>
          <p:nvPr/>
        </p:nvSpPr>
        <p:spPr>
          <a:xfrm>
            <a:off x="7837920" y="3150000"/>
            <a:ext cx="304560" cy="20520"/>
          </a:xfrm>
          <a:custGeom>
            <a:avLst/>
            <a:gdLst/>
            <a:ahLst/>
            <a:rect l="0" t="0" r="r" b="b"/>
            <a:pathLst>
              <a:path w="846" h="57">
                <a:moveTo>
                  <a:pt x="0" y="56"/>
                </a:moveTo>
                <a:lnTo>
                  <a:pt x="836" y="0"/>
                </a:lnTo>
                <a:lnTo>
                  <a:pt x="846" y="0"/>
                </a:lnTo>
                <a:lnTo>
                  <a:pt x="0" y="57"/>
                </a:lnTo>
                <a:lnTo>
                  <a:pt x="0" y="56"/>
                </a:lnTo>
                <a:close/>
              </a:path>
            </a:pathLst>
          </a:custGeom>
          <a:solidFill>
            <a:srgbClr val="efe6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0" name=""/>
          <p:cNvSpPr/>
          <p:nvPr/>
        </p:nvSpPr>
        <p:spPr>
          <a:xfrm>
            <a:off x="7837920" y="3150000"/>
            <a:ext cx="308160" cy="20520"/>
          </a:xfrm>
          <a:custGeom>
            <a:avLst/>
            <a:gdLst/>
            <a:ahLst/>
            <a:rect l="0" t="0" r="r" b="b"/>
            <a:pathLst>
              <a:path w="856" h="57">
                <a:moveTo>
                  <a:pt x="0" y="57"/>
                </a:moveTo>
                <a:lnTo>
                  <a:pt x="846" y="0"/>
                </a:lnTo>
                <a:lnTo>
                  <a:pt x="856" y="0"/>
                </a:lnTo>
                <a:lnTo>
                  <a:pt x="0" y="57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1" name=""/>
          <p:cNvSpPr/>
          <p:nvPr/>
        </p:nvSpPr>
        <p:spPr>
          <a:xfrm>
            <a:off x="7837920" y="3150000"/>
            <a:ext cx="311760" cy="20880"/>
          </a:xfrm>
          <a:custGeom>
            <a:avLst/>
            <a:gdLst/>
            <a:ahLst/>
            <a:rect l="0" t="0" r="r" b="b"/>
            <a:pathLst>
              <a:path w="866" h="58">
                <a:moveTo>
                  <a:pt x="0" y="56"/>
                </a:moveTo>
                <a:lnTo>
                  <a:pt x="856" y="0"/>
                </a:lnTo>
                <a:lnTo>
                  <a:pt x="866" y="0"/>
                </a:lnTo>
                <a:lnTo>
                  <a:pt x="0" y="58"/>
                </a:lnTo>
                <a:lnTo>
                  <a:pt x="0" y="56"/>
                </a:lnTo>
                <a:close/>
              </a:path>
            </a:pathLst>
          </a:custGeom>
          <a:solidFill>
            <a:srgbClr val="eee5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2" name=""/>
          <p:cNvSpPr/>
          <p:nvPr/>
        </p:nvSpPr>
        <p:spPr>
          <a:xfrm>
            <a:off x="7837920" y="3150000"/>
            <a:ext cx="315360" cy="20880"/>
          </a:xfrm>
          <a:custGeom>
            <a:avLst/>
            <a:gdLst/>
            <a:ahLst/>
            <a:rect l="0" t="0" r="r" b="b"/>
            <a:pathLst>
              <a:path w="876" h="58">
                <a:moveTo>
                  <a:pt x="0" y="58"/>
                </a:moveTo>
                <a:lnTo>
                  <a:pt x="866" y="0"/>
                </a:lnTo>
                <a:lnTo>
                  <a:pt x="876" y="0"/>
                </a:lnTo>
                <a:lnTo>
                  <a:pt x="0" y="58"/>
                </a:lnTo>
                <a:close/>
              </a:path>
            </a:pathLst>
          </a:custGeom>
          <a:solidFill>
            <a:srgbClr val="eee5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3" name=""/>
          <p:cNvSpPr/>
          <p:nvPr/>
        </p:nvSpPr>
        <p:spPr>
          <a:xfrm>
            <a:off x="7837920" y="3150000"/>
            <a:ext cx="318960" cy="21240"/>
          </a:xfrm>
          <a:custGeom>
            <a:avLst/>
            <a:gdLst/>
            <a:ahLst/>
            <a:rect l="0" t="0" r="r" b="b"/>
            <a:pathLst>
              <a:path w="886" h="59">
                <a:moveTo>
                  <a:pt x="0" y="58"/>
                </a:moveTo>
                <a:lnTo>
                  <a:pt x="876" y="0"/>
                </a:lnTo>
                <a:lnTo>
                  <a:pt x="886" y="0"/>
                </a:lnTo>
                <a:lnTo>
                  <a:pt x="0" y="59"/>
                </a:lnTo>
                <a:lnTo>
                  <a:pt x="0" y="58"/>
                </a:lnTo>
                <a:close/>
              </a:path>
            </a:pathLst>
          </a:custGeom>
          <a:solidFill>
            <a:srgbClr val="eee5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4" name=""/>
          <p:cNvSpPr/>
          <p:nvPr/>
        </p:nvSpPr>
        <p:spPr>
          <a:xfrm>
            <a:off x="7837920" y="3150000"/>
            <a:ext cx="322560" cy="21600"/>
          </a:xfrm>
          <a:custGeom>
            <a:avLst/>
            <a:gdLst/>
            <a:ahLst/>
            <a:rect l="0" t="0" r="r" b="b"/>
            <a:pathLst>
              <a:path w="896" h="60">
                <a:moveTo>
                  <a:pt x="0" y="59"/>
                </a:moveTo>
                <a:lnTo>
                  <a:pt x="886" y="0"/>
                </a:lnTo>
                <a:lnTo>
                  <a:pt x="896" y="0"/>
                </a:lnTo>
                <a:lnTo>
                  <a:pt x="0" y="60"/>
                </a:lnTo>
                <a:lnTo>
                  <a:pt x="0" y="59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5" name=""/>
          <p:cNvSpPr/>
          <p:nvPr/>
        </p:nvSpPr>
        <p:spPr>
          <a:xfrm>
            <a:off x="7837920" y="3150000"/>
            <a:ext cx="326160" cy="21600"/>
          </a:xfrm>
          <a:custGeom>
            <a:avLst/>
            <a:gdLst/>
            <a:ahLst/>
            <a:rect l="0" t="0" r="r" b="b"/>
            <a:pathLst>
              <a:path w="906" h="60">
                <a:moveTo>
                  <a:pt x="0" y="60"/>
                </a:moveTo>
                <a:lnTo>
                  <a:pt x="896" y="0"/>
                </a:lnTo>
                <a:lnTo>
                  <a:pt x="906" y="0"/>
                </a:lnTo>
                <a:lnTo>
                  <a:pt x="0" y="60"/>
                </a:lnTo>
                <a:close/>
              </a:path>
            </a:pathLst>
          </a:custGeom>
          <a:solidFill>
            <a:srgbClr val="ede4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6" name=""/>
          <p:cNvSpPr/>
          <p:nvPr/>
        </p:nvSpPr>
        <p:spPr>
          <a:xfrm>
            <a:off x="7837920" y="3150000"/>
            <a:ext cx="329760" cy="21960"/>
          </a:xfrm>
          <a:custGeom>
            <a:avLst/>
            <a:gdLst/>
            <a:ahLst/>
            <a:rect l="0" t="0" r="r" b="b"/>
            <a:pathLst>
              <a:path w="916" h="61">
                <a:moveTo>
                  <a:pt x="0" y="60"/>
                </a:moveTo>
                <a:lnTo>
                  <a:pt x="906" y="0"/>
                </a:lnTo>
                <a:lnTo>
                  <a:pt x="916" y="0"/>
                </a:lnTo>
                <a:lnTo>
                  <a:pt x="0" y="61"/>
                </a:lnTo>
                <a:lnTo>
                  <a:pt x="0" y="60"/>
                </a:lnTo>
                <a:close/>
              </a:path>
            </a:pathLst>
          </a:custGeom>
          <a:solidFill>
            <a:srgbClr val="ede3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7" name=""/>
          <p:cNvSpPr/>
          <p:nvPr/>
        </p:nvSpPr>
        <p:spPr>
          <a:xfrm>
            <a:off x="7837920" y="3150000"/>
            <a:ext cx="333360" cy="22320"/>
          </a:xfrm>
          <a:custGeom>
            <a:avLst/>
            <a:gdLst/>
            <a:ahLst/>
            <a:rect l="0" t="0" r="r" b="b"/>
            <a:pathLst>
              <a:path w="926" h="62">
                <a:moveTo>
                  <a:pt x="0" y="61"/>
                </a:moveTo>
                <a:lnTo>
                  <a:pt x="916" y="0"/>
                </a:lnTo>
                <a:lnTo>
                  <a:pt x="926" y="0"/>
                </a:lnTo>
                <a:lnTo>
                  <a:pt x="0" y="62"/>
                </a:lnTo>
                <a:lnTo>
                  <a:pt x="0" y="61"/>
                </a:lnTo>
                <a:close/>
              </a:path>
            </a:pathLst>
          </a:custGeom>
          <a:solidFill>
            <a:srgbClr val="ede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8" name=""/>
          <p:cNvSpPr/>
          <p:nvPr/>
        </p:nvSpPr>
        <p:spPr>
          <a:xfrm>
            <a:off x="7837920" y="3150000"/>
            <a:ext cx="336960" cy="22320"/>
          </a:xfrm>
          <a:custGeom>
            <a:avLst/>
            <a:gdLst/>
            <a:ahLst/>
            <a:rect l="0" t="0" r="r" b="b"/>
            <a:pathLst>
              <a:path w="936" h="62">
                <a:moveTo>
                  <a:pt x="0" y="62"/>
                </a:moveTo>
                <a:lnTo>
                  <a:pt x="926" y="0"/>
                </a:lnTo>
                <a:lnTo>
                  <a:pt x="936" y="0"/>
                </a:lnTo>
                <a:lnTo>
                  <a:pt x="0" y="62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19" name=""/>
          <p:cNvSpPr/>
          <p:nvPr/>
        </p:nvSpPr>
        <p:spPr>
          <a:xfrm>
            <a:off x="7837920" y="3150000"/>
            <a:ext cx="340560" cy="22680"/>
          </a:xfrm>
          <a:custGeom>
            <a:avLst/>
            <a:gdLst/>
            <a:ahLst/>
            <a:rect l="0" t="0" r="r" b="b"/>
            <a:pathLst>
              <a:path w="946" h="63">
                <a:moveTo>
                  <a:pt x="0" y="62"/>
                </a:moveTo>
                <a:lnTo>
                  <a:pt x="936" y="0"/>
                </a:lnTo>
                <a:lnTo>
                  <a:pt x="946" y="0"/>
                </a:lnTo>
                <a:lnTo>
                  <a:pt x="0" y="63"/>
                </a:lnTo>
                <a:lnTo>
                  <a:pt x="0" y="62"/>
                </a:lnTo>
                <a:close/>
              </a:path>
            </a:pathLst>
          </a:custGeom>
          <a:solidFill>
            <a:srgbClr val="ede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0" name=""/>
          <p:cNvSpPr/>
          <p:nvPr/>
        </p:nvSpPr>
        <p:spPr>
          <a:xfrm>
            <a:off x="7837920" y="3150000"/>
            <a:ext cx="344160" cy="23040"/>
          </a:xfrm>
          <a:custGeom>
            <a:avLst/>
            <a:gdLst/>
            <a:ahLst/>
            <a:rect l="0" t="0" r="r" b="b"/>
            <a:pathLst>
              <a:path w="956" h="64">
                <a:moveTo>
                  <a:pt x="0" y="63"/>
                </a:moveTo>
                <a:lnTo>
                  <a:pt x="946" y="0"/>
                </a:lnTo>
                <a:lnTo>
                  <a:pt x="956" y="0"/>
                </a:lnTo>
                <a:lnTo>
                  <a:pt x="0" y="64"/>
                </a:lnTo>
                <a:lnTo>
                  <a:pt x="0" y="63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1" name=""/>
          <p:cNvSpPr/>
          <p:nvPr/>
        </p:nvSpPr>
        <p:spPr>
          <a:xfrm>
            <a:off x="7837920" y="3150000"/>
            <a:ext cx="348120" cy="23040"/>
          </a:xfrm>
          <a:custGeom>
            <a:avLst/>
            <a:gdLst/>
            <a:ahLst/>
            <a:rect l="0" t="0" r="r" b="b"/>
            <a:pathLst>
              <a:path w="967" h="64">
                <a:moveTo>
                  <a:pt x="0" y="64"/>
                </a:moveTo>
                <a:lnTo>
                  <a:pt x="956" y="0"/>
                </a:lnTo>
                <a:lnTo>
                  <a:pt x="967" y="0"/>
                </a:lnTo>
                <a:lnTo>
                  <a:pt x="0" y="64"/>
                </a:lnTo>
                <a:close/>
              </a:path>
            </a:pathLst>
          </a:custGeom>
          <a:solidFill>
            <a:srgbClr val="ece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2" name=""/>
          <p:cNvSpPr/>
          <p:nvPr/>
        </p:nvSpPr>
        <p:spPr>
          <a:xfrm>
            <a:off x="7837920" y="3150000"/>
            <a:ext cx="351720" cy="23400"/>
          </a:xfrm>
          <a:custGeom>
            <a:avLst/>
            <a:gdLst/>
            <a:ahLst/>
            <a:rect l="0" t="0" r="r" b="b"/>
            <a:pathLst>
              <a:path w="977" h="65">
                <a:moveTo>
                  <a:pt x="0" y="64"/>
                </a:moveTo>
                <a:lnTo>
                  <a:pt x="967" y="0"/>
                </a:lnTo>
                <a:lnTo>
                  <a:pt x="977" y="0"/>
                </a:lnTo>
                <a:lnTo>
                  <a:pt x="0" y="65"/>
                </a:lnTo>
                <a:lnTo>
                  <a:pt x="0" y="64"/>
                </a:lnTo>
                <a:close/>
              </a:path>
            </a:pathLst>
          </a:custGeom>
          <a:solidFill>
            <a:srgbClr val="ece0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3" name=""/>
          <p:cNvSpPr/>
          <p:nvPr/>
        </p:nvSpPr>
        <p:spPr>
          <a:xfrm>
            <a:off x="7837920" y="3150000"/>
            <a:ext cx="355320" cy="23760"/>
          </a:xfrm>
          <a:custGeom>
            <a:avLst/>
            <a:gdLst/>
            <a:ahLst/>
            <a:rect l="0" t="0" r="r" b="b"/>
            <a:pathLst>
              <a:path w="987" h="66">
                <a:moveTo>
                  <a:pt x="0" y="65"/>
                </a:moveTo>
                <a:lnTo>
                  <a:pt x="977" y="0"/>
                </a:lnTo>
                <a:lnTo>
                  <a:pt x="987" y="0"/>
                </a:lnTo>
                <a:lnTo>
                  <a:pt x="0" y="66"/>
                </a:lnTo>
                <a:lnTo>
                  <a:pt x="0" y="65"/>
                </a:lnTo>
                <a:close/>
              </a:path>
            </a:pathLst>
          </a:custGeom>
          <a:solidFill>
            <a:srgbClr val="ece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4" name=""/>
          <p:cNvSpPr/>
          <p:nvPr/>
        </p:nvSpPr>
        <p:spPr>
          <a:xfrm>
            <a:off x="7837920" y="3150000"/>
            <a:ext cx="358920" cy="23760"/>
          </a:xfrm>
          <a:custGeom>
            <a:avLst/>
            <a:gdLst/>
            <a:ahLst/>
            <a:rect l="0" t="0" r="r" b="b"/>
            <a:pathLst>
              <a:path w="997" h="66">
                <a:moveTo>
                  <a:pt x="0" y="66"/>
                </a:moveTo>
                <a:lnTo>
                  <a:pt x="987" y="0"/>
                </a:lnTo>
                <a:lnTo>
                  <a:pt x="997" y="0"/>
                </a:lnTo>
                <a:lnTo>
                  <a:pt x="0" y="66"/>
                </a:lnTo>
                <a:close/>
              </a:path>
            </a:pathLst>
          </a:custGeom>
          <a:solidFill>
            <a:srgbClr val="ebd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5" name=""/>
          <p:cNvSpPr/>
          <p:nvPr/>
        </p:nvSpPr>
        <p:spPr>
          <a:xfrm>
            <a:off x="7837920" y="3150000"/>
            <a:ext cx="362520" cy="24120"/>
          </a:xfrm>
          <a:custGeom>
            <a:avLst/>
            <a:gdLst/>
            <a:ahLst/>
            <a:rect l="0" t="0" r="r" b="b"/>
            <a:pathLst>
              <a:path w="1007" h="67">
                <a:moveTo>
                  <a:pt x="0" y="66"/>
                </a:moveTo>
                <a:lnTo>
                  <a:pt x="997" y="0"/>
                </a:lnTo>
                <a:lnTo>
                  <a:pt x="1007" y="0"/>
                </a:lnTo>
                <a:lnTo>
                  <a:pt x="0" y="67"/>
                </a:lnTo>
                <a:lnTo>
                  <a:pt x="0" y="66"/>
                </a:lnTo>
                <a:close/>
              </a:path>
            </a:pathLst>
          </a:custGeom>
          <a:solidFill>
            <a:srgbClr val="ebdf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6" name=""/>
          <p:cNvSpPr/>
          <p:nvPr/>
        </p:nvSpPr>
        <p:spPr>
          <a:xfrm>
            <a:off x="7837920" y="3150000"/>
            <a:ext cx="366120" cy="24480"/>
          </a:xfrm>
          <a:custGeom>
            <a:avLst/>
            <a:gdLst/>
            <a:ahLst/>
            <a:rect l="0" t="0" r="r" b="b"/>
            <a:pathLst>
              <a:path w="1017" h="68">
                <a:moveTo>
                  <a:pt x="0" y="67"/>
                </a:moveTo>
                <a:lnTo>
                  <a:pt x="1007" y="0"/>
                </a:lnTo>
                <a:lnTo>
                  <a:pt x="1017" y="0"/>
                </a:lnTo>
                <a:lnTo>
                  <a:pt x="0" y="68"/>
                </a:lnTo>
                <a:lnTo>
                  <a:pt x="0" y="67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7" name=""/>
          <p:cNvSpPr/>
          <p:nvPr/>
        </p:nvSpPr>
        <p:spPr>
          <a:xfrm>
            <a:off x="7837920" y="3150000"/>
            <a:ext cx="369720" cy="24480"/>
          </a:xfrm>
          <a:custGeom>
            <a:avLst/>
            <a:gdLst/>
            <a:ahLst/>
            <a:rect l="0" t="0" r="r" b="b"/>
            <a:pathLst>
              <a:path w="1027" h="68">
                <a:moveTo>
                  <a:pt x="0" y="68"/>
                </a:moveTo>
                <a:lnTo>
                  <a:pt x="1017" y="0"/>
                </a:lnTo>
                <a:lnTo>
                  <a:pt x="1027" y="0"/>
                </a:lnTo>
                <a:lnTo>
                  <a:pt x="0" y="68"/>
                </a:lnTo>
                <a:close/>
              </a:path>
            </a:pathLst>
          </a:custGeom>
          <a:solidFill>
            <a:srgbClr val="ebde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8" name=""/>
          <p:cNvSpPr/>
          <p:nvPr/>
        </p:nvSpPr>
        <p:spPr>
          <a:xfrm>
            <a:off x="7837920" y="3150000"/>
            <a:ext cx="373320" cy="24840"/>
          </a:xfrm>
          <a:custGeom>
            <a:avLst/>
            <a:gdLst/>
            <a:ahLst/>
            <a:rect l="0" t="0" r="r" b="b"/>
            <a:pathLst>
              <a:path w="1037" h="69">
                <a:moveTo>
                  <a:pt x="0" y="68"/>
                </a:moveTo>
                <a:lnTo>
                  <a:pt x="1027" y="0"/>
                </a:lnTo>
                <a:lnTo>
                  <a:pt x="1037" y="0"/>
                </a:lnTo>
                <a:lnTo>
                  <a:pt x="0" y="69"/>
                </a:lnTo>
                <a:lnTo>
                  <a:pt x="0" y="68"/>
                </a:lnTo>
                <a:close/>
              </a:path>
            </a:pathLst>
          </a:custGeom>
          <a:solidFill>
            <a:srgbClr val="eadd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29" name=""/>
          <p:cNvSpPr/>
          <p:nvPr/>
        </p:nvSpPr>
        <p:spPr>
          <a:xfrm>
            <a:off x="7837920" y="3150000"/>
            <a:ext cx="376920" cy="25200"/>
          </a:xfrm>
          <a:custGeom>
            <a:avLst/>
            <a:gdLst/>
            <a:ahLst/>
            <a:rect l="0" t="0" r="r" b="b"/>
            <a:pathLst>
              <a:path w="1047" h="70">
                <a:moveTo>
                  <a:pt x="0" y="69"/>
                </a:moveTo>
                <a:lnTo>
                  <a:pt x="1037" y="0"/>
                </a:lnTo>
                <a:lnTo>
                  <a:pt x="1047" y="0"/>
                </a:lnTo>
                <a:lnTo>
                  <a:pt x="0" y="70"/>
                </a:lnTo>
                <a:lnTo>
                  <a:pt x="0" y="69"/>
                </a:lnTo>
                <a:close/>
              </a:path>
            </a:pathLst>
          </a:custGeom>
          <a:solidFill>
            <a:srgbClr val="ead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0" name=""/>
          <p:cNvSpPr/>
          <p:nvPr/>
        </p:nvSpPr>
        <p:spPr>
          <a:xfrm>
            <a:off x="7837920" y="3150000"/>
            <a:ext cx="380520" cy="25200"/>
          </a:xfrm>
          <a:custGeom>
            <a:avLst/>
            <a:gdLst/>
            <a:ahLst/>
            <a:rect l="0" t="0" r="r" b="b"/>
            <a:pathLst>
              <a:path w="1057" h="70">
                <a:moveTo>
                  <a:pt x="0" y="70"/>
                </a:moveTo>
                <a:lnTo>
                  <a:pt x="1047" y="0"/>
                </a:lnTo>
                <a:lnTo>
                  <a:pt x="1057" y="0"/>
                </a:lnTo>
                <a:lnTo>
                  <a:pt x="0" y="70"/>
                </a:lnTo>
                <a:close/>
              </a:path>
            </a:pathLst>
          </a:custGeom>
          <a:solidFill>
            <a:srgbClr val="ead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1" name=""/>
          <p:cNvSpPr/>
          <p:nvPr/>
        </p:nvSpPr>
        <p:spPr>
          <a:xfrm>
            <a:off x="7837920" y="3150000"/>
            <a:ext cx="384120" cy="25560"/>
          </a:xfrm>
          <a:custGeom>
            <a:avLst/>
            <a:gdLst/>
            <a:ahLst/>
            <a:rect l="0" t="0" r="r" b="b"/>
            <a:pathLst>
              <a:path w="1067" h="71">
                <a:moveTo>
                  <a:pt x="0" y="70"/>
                </a:moveTo>
                <a:lnTo>
                  <a:pt x="1057" y="0"/>
                </a:lnTo>
                <a:lnTo>
                  <a:pt x="1067" y="0"/>
                </a:lnTo>
                <a:lnTo>
                  <a:pt x="0" y="71"/>
                </a:lnTo>
                <a:lnTo>
                  <a:pt x="0" y="70"/>
                </a:lnTo>
                <a:close/>
              </a:path>
            </a:pathLst>
          </a:custGeom>
          <a:solidFill>
            <a:srgbClr val="eadc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2" name=""/>
          <p:cNvSpPr/>
          <p:nvPr/>
        </p:nvSpPr>
        <p:spPr>
          <a:xfrm>
            <a:off x="7837920" y="3150000"/>
            <a:ext cx="387720" cy="25920"/>
          </a:xfrm>
          <a:custGeom>
            <a:avLst/>
            <a:gdLst/>
            <a:ahLst/>
            <a:rect l="0" t="0" r="r" b="b"/>
            <a:pathLst>
              <a:path w="1077" h="72">
                <a:moveTo>
                  <a:pt x="0" y="71"/>
                </a:moveTo>
                <a:lnTo>
                  <a:pt x="1067" y="0"/>
                </a:lnTo>
                <a:lnTo>
                  <a:pt x="1077" y="0"/>
                </a:lnTo>
                <a:lnTo>
                  <a:pt x="0" y="72"/>
                </a:lnTo>
                <a:lnTo>
                  <a:pt x="0" y="71"/>
                </a:lnTo>
                <a:close/>
              </a:path>
            </a:pathLst>
          </a:custGeom>
          <a:solidFill>
            <a:srgbClr val="e9db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3" name=""/>
          <p:cNvSpPr/>
          <p:nvPr/>
        </p:nvSpPr>
        <p:spPr>
          <a:xfrm>
            <a:off x="7837920" y="3150000"/>
            <a:ext cx="391320" cy="25920"/>
          </a:xfrm>
          <a:custGeom>
            <a:avLst/>
            <a:gdLst/>
            <a:ahLst/>
            <a:rect l="0" t="0" r="r" b="b"/>
            <a:pathLst>
              <a:path w="1087" h="72">
                <a:moveTo>
                  <a:pt x="0" y="72"/>
                </a:moveTo>
                <a:lnTo>
                  <a:pt x="1077" y="0"/>
                </a:lnTo>
                <a:lnTo>
                  <a:pt x="1087" y="0"/>
                </a:lnTo>
                <a:lnTo>
                  <a:pt x="0" y="72"/>
                </a:lnTo>
                <a:close/>
              </a:path>
            </a:pathLst>
          </a:custGeom>
          <a:solidFill>
            <a:srgbClr val="e9d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4" name=""/>
          <p:cNvSpPr/>
          <p:nvPr/>
        </p:nvSpPr>
        <p:spPr>
          <a:xfrm>
            <a:off x="7837920" y="3150000"/>
            <a:ext cx="394920" cy="26280"/>
          </a:xfrm>
          <a:custGeom>
            <a:avLst/>
            <a:gdLst/>
            <a:ahLst/>
            <a:rect l="0" t="0" r="r" b="b"/>
            <a:pathLst>
              <a:path w="1097" h="73">
                <a:moveTo>
                  <a:pt x="0" y="72"/>
                </a:moveTo>
                <a:lnTo>
                  <a:pt x="1087" y="0"/>
                </a:lnTo>
                <a:lnTo>
                  <a:pt x="1097" y="0"/>
                </a:lnTo>
                <a:lnTo>
                  <a:pt x="0" y="73"/>
                </a:lnTo>
                <a:lnTo>
                  <a:pt x="0" y="72"/>
                </a:lnTo>
                <a:close/>
              </a:path>
            </a:pathLst>
          </a:custGeom>
          <a:solidFill>
            <a:srgbClr val="e8da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5" name=""/>
          <p:cNvSpPr/>
          <p:nvPr/>
        </p:nvSpPr>
        <p:spPr>
          <a:xfrm>
            <a:off x="7837920" y="3150000"/>
            <a:ext cx="398520" cy="26640"/>
          </a:xfrm>
          <a:custGeom>
            <a:avLst/>
            <a:gdLst/>
            <a:ahLst/>
            <a:rect l="0" t="0" r="r" b="b"/>
            <a:pathLst>
              <a:path w="1107" h="74">
                <a:moveTo>
                  <a:pt x="0" y="73"/>
                </a:moveTo>
                <a:lnTo>
                  <a:pt x="1097" y="0"/>
                </a:lnTo>
                <a:lnTo>
                  <a:pt x="1107" y="0"/>
                </a:lnTo>
                <a:lnTo>
                  <a:pt x="0" y="74"/>
                </a:lnTo>
                <a:lnTo>
                  <a:pt x="0" y="73"/>
                </a:lnTo>
                <a:close/>
              </a:path>
            </a:pathLst>
          </a:custGeom>
          <a:solidFill>
            <a:srgbClr val="e8da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6" name=""/>
          <p:cNvSpPr/>
          <p:nvPr/>
        </p:nvSpPr>
        <p:spPr>
          <a:xfrm>
            <a:off x="7837920" y="3150000"/>
            <a:ext cx="402120" cy="26640"/>
          </a:xfrm>
          <a:custGeom>
            <a:avLst/>
            <a:gdLst/>
            <a:ahLst/>
            <a:rect l="0" t="0" r="r" b="b"/>
            <a:pathLst>
              <a:path w="1117" h="74">
                <a:moveTo>
                  <a:pt x="0" y="74"/>
                </a:moveTo>
                <a:lnTo>
                  <a:pt x="1107" y="0"/>
                </a:lnTo>
                <a:lnTo>
                  <a:pt x="1117" y="0"/>
                </a:lnTo>
                <a:lnTo>
                  <a:pt x="0" y="74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7" name=""/>
          <p:cNvSpPr/>
          <p:nvPr/>
        </p:nvSpPr>
        <p:spPr>
          <a:xfrm>
            <a:off x="7837920" y="3150000"/>
            <a:ext cx="406080" cy="27000"/>
          </a:xfrm>
          <a:custGeom>
            <a:avLst/>
            <a:gdLst/>
            <a:ahLst/>
            <a:rect l="0" t="0" r="r" b="b"/>
            <a:pathLst>
              <a:path w="1128" h="75">
                <a:moveTo>
                  <a:pt x="0" y="74"/>
                </a:moveTo>
                <a:lnTo>
                  <a:pt x="1117" y="0"/>
                </a:lnTo>
                <a:lnTo>
                  <a:pt x="1128" y="0"/>
                </a:lnTo>
                <a:lnTo>
                  <a:pt x="0" y="75"/>
                </a:lnTo>
                <a:lnTo>
                  <a:pt x="0" y="74"/>
                </a:lnTo>
                <a:close/>
              </a:path>
            </a:pathLst>
          </a:custGeom>
          <a:solidFill>
            <a:srgbClr val="e8d9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8" name=""/>
          <p:cNvSpPr/>
          <p:nvPr/>
        </p:nvSpPr>
        <p:spPr>
          <a:xfrm>
            <a:off x="7837920" y="3150000"/>
            <a:ext cx="409680" cy="27360"/>
          </a:xfrm>
          <a:custGeom>
            <a:avLst/>
            <a:gdLst/>
            <a:ahLst/>
            <a:rect l="0" t="0" r="r" b="b"/>
            <a:pathLst>
              <a:path w="1138" h="76">
                <a:moveTo>
                  <a:pt x="0" y="75"/>
                </a:moveTo>
                <a:lnTo>
                  <a:pt x="1128" y="0"/>
                </a:lnTo>
                <a:lnTo>
                  <a:pt x="1138" y="0"/>
                </a:lnTo>
                <a:lnTo>
                  <a:pt x="0" y="76"/>
                </a:lnTo>
                <a:lnTo>
                  <a:pt x="0" y="75"/>
                </a:lnTo>
                <a:close/>
              </a:path>
            </a:pathLst>
          </a:custGeom>
          <a:solidFill>
            <a:srgbClr val="e7d8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39" name=""/>
          <p:cNvSpPr/>
          <p:nvPr/>
        </p:nvSpPr>
        <p:spPr>
          <a:xfrm>
            <a:off x="7837920" y="3150000"/>
            <a:ext cx="413280" cy="27360"/>
          </a:xfrm>
          <a:custGeom>
            <a:avLst/>
            <a:gdLst/>
            <a:ahLst/>
            <a:rect l="0" t="0" r="r" b="b"/>
            <a:pathLst>
              <a:path w="1148" h="76">
                <a:moveTo>
                  <a:pt x="0" y="76"/>
                </a:moveTo>
                <a:lnTo>
                  <a:pt x="1138" y="0"/>
                </a:lnTo>
                <a:lnTo>
                  <a:pt x="1148" y="0"/>
                </a:lnTo>
                <a:lnTo>
                  <a:pt x="0" y="76"/>
                </a:lnTo>
                <a:close/>
              </a:path>
            </a:pathLst>
          </a:custGeom>
          <a:solidFill>
            <a:srgbClr val="e7d8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0" name=""/>
          <p:cNvSpPr/>
          <p:nvPr/>
        </p:nvSpPr>
        <p:spPr>
          <a:xfrm>
            <a:off x="7837920" y="3150000"/>
            <a:ext cx="416880" cy="27720"/>
          </a:xfrm>
          <a:custGeom>
            <a:avLst/>
            <a:gdLst/>
            <a:ahLst/>
            <a:rect l="0" t="0" r="r" b="b"/>
            <a:pathLst>
              <a:path w="1158" h="77">
                <a:moveTo>
                  <a:pt x="0" y="76"/>
                </a:moveTo>
                <a:lnTo>
                  <a:pt x="1148" y="0"/>
                </a:lnTo>
                <a:lnTo>
                  <a:pt x="1158" y="0"/>
                </a:lnTo>
                <a:lnTo>
                  <a:pt x="0" y="77"/>
                </a:lnTo>
                <a:lnTo>
                  <a:pt x="0" y="76"/>
                </a:lnTo>
                <a:close/>
              </a:path>
            </a:pathLst>
          </a:custGeom>
          <a:solidFill>
            <a:srgbClr val="e7d7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1" name=""/>
          <p:cNvSpPr/>
          <p:nvPr/>
        </p:nvSpPr>
        <p:spPr>
          <a:xfrm>
            <a:off x="7837920" y="3150000"/>
            <a:ext cx="420480" cy="28080"/>
          </a:xfrm>
          <a:custGeom>
            <a:avLst/>
            <a:gdLst/>
            <a:ahLst/>
            <a:rect l="0" t="0" r="r" b="b"/>
            <a:pathLst>
              <a:path w="1168" h="78">
                <a:moveTo>
                  <a:pt x="0" y="77"/>
                </a:moveTo>
                <a:lnTo>
                  <a:pt x="1158" y="0"/>
                </a:lnTo>
                <a:lnTo>
                  <a:pt x="1168" y="0"/>
                </a:lnTo>
                <a:lnTo>
                  <a:pt x="0" y="78"/>
                </a:lnTo>
                <a:lnTo>
                  <a:pt x="0" y="77"/>
                </a:lnTo>
                <a:close/>
              </a:path>
            </a:pathLst>
          </a:custGeom>
          <a:solidFill>
            <a:srgbClr val="e7d6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2" name=""/>
          <p:cNvSpPr/>
          <p:nvPr/>
        </p:nvSpPr>
        <p:spPr>
          <a:xfrm>
            <a:off x="7837920" y="3150000"/>
            <a:ext cx="424080" cy="28080"/>
          </a:xfrm>
          <a:custGeom>
            <a:avLst/>
            <a:gdLst/>
            <a:ahLst/>
            <a:rect l="0" t="0" r="r" b="b"/>
            <a:pathLst>
              <a:path w="1178" h="78">
                <a:moveTo>
                  <a:pt x="0" y="78"/>
                </a:moveTo>
                <a:lnTo>
                  <a:pt x="1168" y="0"/>
                </a:lnTo>
                <a:lnTo>
                  <a:pt x="1178" y="0"/>
                </a:lnTo>
                <a:lnTo>
                  <a:pt x="0" y="78"/>
                </a:lnTo>
                <a:close/>
              </a:path>
            </a:pathLst>
          </a:custGeom>
          <a:solidFill>
            <a:srgbClr val="e6d5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3" name=""/>
          <p:cNvSpPr/>
          <p:nvPr/>
        </p:nvSpPr>
        <p:spPr>
          <a:xfrm>
            <a:off x="7837920" y="3150000"/>
            <a:ext cx="427680" cy="28440"/>
          </a:xfrm>
          <a:custGeom>
            <a:avLst/>
            <a:gdLst/>
            <a:ahLst/>
            <a:rect l="0" t="0" r="r" b="b"/>
            <a:pathLst>
              <a:path w="1188" h="79">
                <a:moveTo>
                  <a:pt x="0" y="78"/>
                </a:moveTo>
                <a:lnTo>
                  <a:pt x="1178" y="0"/>
                </a:lnTo>
                <a:lnTo>
                  <a:pt x="1188" y="0"/>
                </a:lnTo>
                <a:lnTo>
                  <a:pt x="0" y="79"/>
                </a:lnTo>
                <a:lnTo>
                  <a:pt x="0" y="78"/>
                </a:lnTo>
                <a:close/>
              </a:path>
            </a:pathLst>
          </a:custGeom>
          <a:solidFill>
            <a:srgbClr val="e6d5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4" name=""/>
          <p:cNvSpPr/>
          <p:nvPr/>
        </p:nvSpPr>
        <p:spPr>
          <a:xfrm>
            <a:off x="7837920" y="3150000"/>
            <a:ext cx="431280" cy="28800"/>
          </a:xfrm>
          <a:custGeom>
            <a:avLst/>
            <a:gdLst/>
            <a:ahLst/>
            <a:rect l="0" t="0" r="r" b="b"/>
            <a:pathLst>
              <a:path w="1198" h="80">
                <a:moveTo>
                  <a:pt x="0" y="79"/>
                </a:moveTo>
                <a:lnTo>
                  <a:pt x="1188" y="0"/>
                </a:lnTo>
                <a:lnTo>
                  <a:pt x="1198" y="0"/>
                </a:lnTo>
                <a:lnTo>
                  <a:pt x="0" y="80"/>
                </a:lnTo>
                <a:lnTo>
                  <a:pt x="0" y="79"/>
                </a:lnTo>
                <a:close/>
              </a:path>
            </a:pathLst>
          </a:custGeom>
          <a:solidFill>
            <a:srgbClr val="e6d4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5" name=""/>
          <p:cNvSpPr/>
          <p:nvPr/>
        </p:nvSpPr>
        <p:spPr>
          <a:xfrm>
            <a:off x="7837920" y="3150000"/>
            <a:ext cx="434880" cy="28800"/>
          </a:xfrm>
          <a:custGeom>
            <a:avLst/>
            <a:gdLst/>
            <a:ahLst/>
            <a:rect l="0" t="0" r="r" b="b"/>
            <a:pathLst>
              <a:path w="1208" h="80">
                <a:moveTo>
                  <a:pt x="0" y="80"/>
                </a:moveTo>
                <a:lnTo>
                  <a:pt x="1198" y="0"/>
                </a:lnTo>
                <a:lnTo>
                  <a:pt x="1208" y="0"/>
                </a:lnTo>
                <a:lnTo>
                  <a:pt x="0" y="80"/>
                </a:lnTo>
                <a:close/>
              </a:path>
            </a:pathLst>
          </a:custGeom>
          <a:solidFill>
            <a:srgbClr val="e6d4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6" name=""/>
          <p:cNvSpPr/>
          <p:nvPr/>
        </p:nvSpPr>
        <p:spPr>
          <a:xfrm>
            <a:off x="7837920" y="3150000"/>
            <a:ext cx="438480" cy="29160"/>
          </a:xfrm>
          <a:custGeom>
            <a:avLst/>
            <a:gdLst/>
            <a:ahLst/>
            <a:rect l="0" t="0" r="r" b="b"/>
            <a:pathLst>
              <a:path w="1218" h="81">
                <a:moveTo>
                  <a:pt x="0" y="80"/>
                </a:moveTo>
                <a:lnTo>
                  <a:pt x="1208" y="0"/>
                </a:lnTo>
                <a:lnTo>
                  <a:pt x="1218" y="0"/>
                </a:lnTo>
                <a:lnTo>
                  <a:pt x="0" y="81"/>
                </a:lnTo>
                <a:lnTo>
                  <a:pt x="0" y="80"/>
                </a:lnTo>
                <a:close/>
              </a:path>
            </a:pathLst>
          </a:custGeom>
          <a:solidFill>
            <a:srgbClr val="e5d3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7" name=""/>
          <p:cNvSpPr/>
          <p:nvPr/>
        </p:nvSpPr>
        <p:spPr>
          <a:xfrm>
            <a:off x="7837920" y="3150000"/>
            <a:ext cx="442080" cy="29520"/>
          </a:xfrm>
          <a:custGeom>
            <a:avLst/>
            <a:gdLst/>
            <a:ahLst/>
            <a:rect l="0" t="0" r="r" b="b"/>
            <a:pathLst>
              <a:path w="1228" h="82">
                <a:moveTo>
                  <a:pt x="0" y="81"/>
                </a:moveTo>
                <a:lnTo>
                  <a:pt x="1218" y="0"/>
                </a:lnTo>
                <a:lnTo>
                  <a:pt x="1228" y="0"/>
                </a:lnTo>
                <a:lnTo>
                  <a:pt x="0" y="82"/>
                </a:lnTo>
                <a:lnTo>
                  <a:pt x="0" y="81"/>
                </a:lnTo>
                <a:close/>
              </a:path>
            </a:pathLst>
          </a:custGeom>
          <a:solidFill>
            <a:srgbClr val="e5d3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8" name=""/>
          <p:cNvSpPr/>
          <p:nvPr/>
        </p:nvSpPr>
        <p:spPr>
          <a:xfrm>
            <a:off x="7837920" y="3150000"/>
            <a:ext cx="445680" cy="29520"/>
          </a:xfrm>
          <a:custGeom>
            <a:avLst/>
            <a:gdLst/>
            <a:ahLst/>
            <a:rect l="0" t="0" r="r" b="b"/>
            <a:pathLst>
              <a:path w="1238" h="82">
                <a:moveTo>
                  <a:pt x="0" y="82"/>
                </a:moveTo>
                <a:lnTo>
                  <a:pt x="1228" y="0"/>
                </a:lnTo>
                <a:lnTo>
                  <a:pt x="1238" y="0"/>
                </a:lnTo>
                <a:lnTo>
                  <a:pt x="0" y="82"/>
                </a:lnTo>
                <a:close/>
              </a:path>
            </a:pathLst>
          </a:custGeom>
          <a:solidFill>
            <a:srgbClr val="e5d2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49" name=""/>
          <p:cNvSpPr/>
          <p:nvPr/>
        </p:nvSpPr>
        <p:spPr>
          <a:xfrm>
            <a:off x="7837920" y="3150000"/>
            <a:ext cx="449280" cy="29880"/>
          </a:xfrm>
          <a:custGeom>
            <a:avLst/>
            <a:gdLst/>
            <a:ahLst/>
            <a:rect l="0" t="0" r="r" b="b"/>
            <a:pathLst>
              <a:path w="1248" h="83">
                <a:moveTo>
                  <a:pt x="0" y="82"/>
                </a:moveTo>
                <a:lnTo>
                  <a:pt x="1238" y="0"/>
                </a:lnTo>
                <a:lnTo>
                  <a:pt x="1248" y="0"/>
                </a:lnTo>
                <a:lnTo>
                  <a:pt x="0" y="83"/>
                </a:lnTo>
                <a:lnTo>
                  <a:pt x="0" y="82"/>
                </a:lnTo>
                <a:close/>
              </a:path>
            </a:pathLst>
          </a:custGeom>
          <a:solidFill>
            <a:srgbClr val="e5d2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0" name=""/>
          <p:cNvSpPr/>
          <p:nvPr/>
        </p:nvSpPr>
        <p:spPr>
          <a:xfrm>
            <a:off x="7837920" y="3150000"/>
            <a:ext cx="452880" cy="30240"/>
          </a:xfrm>
          <a:custGeom>
            <a:avLst/>
            <a:gdLst/>
            <a:ahLst/>
            <a:rect l="0" t="0" r="r" b="b"/>
            <a:pathLst>
              <a:path w="1258" h="84">
                <a:moveTo>
                  <a:pt x="0" y="83"/>
                </a:moveTo>
                <a:lnTo>
                  <a:pt x="1248" y="0"/>
                </a:lnTo>
                <a:lnTo>
                  <a:pt x="1258" y="0"/>
                </a:lnTo>
                <a:lnTo>
                  <a:pt x="0" y="84"/>
                </a:lnTo>
                <a:lnTo>
                  <a:pt x="0" y="83"/>
                </a:lnTo>
                <a:close/>
              </a:path>
            </a:pathLst>
          </a:custGeom>
          <a:solidFill>
            <a:srgbClr val="e4d1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1" name=""/>
          <p:cNvSpPr/>
          <p:nvPr/>
        </p:nvSpPr>
        <p:spPr>
          <a:xfrm>
            <a:off x="7837920" y="3150000"/>
            <a:ext cx="456480" cy="30240"/>
          </a:xfrm>
          <a:custGeom>
            <a:avLst/>
            <a:gdLst/>
            <a:ahLst/>
            <a:rect l="0" t="0" r="r" b="b"/>
            <a:pathLst>
              <a:path w="1268" h="84">
                <a:moveTo>
                  <a:pt x="0" y="84"/>
                </a:moveTo>
                <a:lnTo>
                  <a:pt x="1258" y="0"/>
                </a:lnTo>
                <a:lnTo>
                  <a:pt x="1268" y="0"/>
                </a:lnTo>
                <a:lnTo>
                  <a:pt x="0" y="84"/>
                </a:lnTo>
                <a:close/>
              </a:path>
            </a:pathLst>
          </a:custGeom>
          <a:solidFill>
            <a:srgbClr val="e4d1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2" name=""/>
          <p:cNvSpPr/>
          <p:nvPr/>
        </p:nvSpPr>
        <p:spPr>
          <a:xfrm>
            <a:off x="7837920" y="3150000"/>
            <a:ext cx="460080" cy="30600"/>
          </a:xfrm>
          <a:custGeom>
            <a:avLst/>
            <a:gdLst/>
            <a:ahLst/>
            <a:rect l="0" t="0" r="r" b="b"/>
            <a:pathLst>
              <a:path w="1278" h="85">
                <a:moveTo>
                  <a:pt x="0" y="84"/>
                </a:moveTo>
                <a:lnTo>
                  <a:pt x="1268" y="0"/>
                </a:lnTo>
                <a:lnTo>
                  <a:pt x="1278" y="0"/>
                </a:lnTo>
                <a:lnTo>
                  <a:pt x="0" y="85"/>
                </a:lnTo>
                <a:lnTo>
                  <a:pt x="0" y="84"/>
                </a:lnTo>
                <a:close/>
              </a:path>
            </a:pathLst>
          </a:custGeom>
          <a:solidFill>
            <a:srgbClr val="e3d0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3" name=""/>
          <p:cNvSpPr/>
          <p:nvPr/>
        </p:nvSpPr>
        <p:spPr>
          <a:xfrm>
            <a:off x="7837920" y="3150000"/>
            <a:ext cx="464040" cy="30600"/>
          </a:xfrm>
          <a:custGeom>
            <a:avLst/>
            <a:gdLst/>
            <a:ahLst/>
            <a:rect l="0" t="0" r="r" b="b"/>
            <a:pathLst>
              <a:path w="1289" h="85">
                <a:moveTo>
                  <a:pt x="0" y="85"/>
                </a:moveTo>
                <a:lnTo>
                  <a:pt x="1278" y="0"/>
                </a:lnTo>
                <a:lnTo>
                  <a:pt x="1289" y="0"/>
                </a:lnTo>
                <a:lnTo>
                  <a:pt x="3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3cf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4" name=""/>
          <p:cNvSpPr/>
          <p:nvPr/>
        </p:nvSpPr>
        <p:spPr>
          <a:xfrm>
            <a:off x="7839000" y="3150000"/>
            <a:ext cx="464040" cy="30600"/>
          </a:xfrm>
          <a:custGeom>
            <a:avLst/>
            <a:gdLst/>
            <a:ahLst/>
            <a:rect l="0" t="0" r="r" b="b"/>
            <a:pathLst>
              <a:path w="1289" h="85">
                <a:moveTo>
                  <a:pt x="0" y="85"/>
                </a:moveTo>
                <a:lnTo>
                  <a:pt x="1286" y="0"/>
                </a:lnTo>
                <a:lnTo>
                  <a:pt x="1289" y="0"/>
                </a:lnTo>
                <a:lnTo>
                  <a:pt x="1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3ce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5" name=""/>
          <p:cNvSpPr/>
          <p:nvPr/>
        </p:nvSpPr>
        <p:spPr>
          <a:xfrm>
            <a:off x="7842600" y="3150000"/>
            <a:ext cx="460440" cy="30600"/>
          </a:xfrm>
          <a:custGeom>
            <a:avLst/>
            <a:gdLst/>
            <a:ahLst/>
            <a:rect l="0" t="0" r="r" b="b"/>
            <a:pathLst>
              <a:path w="1279" h="85">
                <a:moveTo>
                  <a:pt x="0" y="85"/>
                </a:moveTo>
                <a:lnTo>
                  <a:pt x="1279" y="0"/>
                </a:lnTo>
                <a:lnTo>
                  <a:pt x="1279" y="1"/>
                </a:lnTo>
                <a:lnTo>
                  <a:pt x="1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e3ce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6" name=""/>
          <p:cNvSpPr/>
          <p:nvPr/>
        </p:nvSpPr>
        <p:spPr>
          <a:xfrm>
            <a:off x="7846200" y="3150360"/>
            <a:ext cx="456840" cy="30240"/>
          </a:xfrm>
          <a:custGeom>
            <a:avLst/>
            <a:gdLst/>
            <a:ahLst/>
            <a:rect l="0" t="0" r="r" b="b"/>
            <a:pathLst>
              <a:path w="1269" h="84">
                <a:moveTo>
                  <a:pt x="0" y="84"/>
                </a:moveTo>
                <a:lnTo>
                  <a:pt x="1269" y="0"/>
                </a:lnTo>
                <a:lnTo>
                  <a:pt x="1269" y="1"/>
                </a:lnTo>
                <a:lnTo>
                  <a:pt x="10" y="84"/>
                </a:lnTo>
                <a:lnTo>
                  <a:pt x="0" y="84"/>
                </a:lnTo>
                <a:close/>
              </a:path>
            </a:pathLst>
          </a:custGeom>
          <a:solidFill>
            <a:srgbClr val="e2cd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7" name=""/>
          <p:cNvSpPr/>
          <p:nvPr/>
        </p:nvSpPr>
        <p:spPr>
          <a:xfrm>
            <a:off x="7849800" y="3150720"/>
            <a:ext cx="453240" cy="29880"/>
          </a:xfrm>
          <a:custGeom>
            <a:avLst/>
            <a:gdLst/>
            <a:ahLst/>
            <a:rect l="0" t="0" r="r" b="b"/>
            <a:pathLst>
              <a:path w="1259" h="83">
                <a:moveTo>
                  <a:pt x="0" y="83"/>
                </a:moveTo>
                <a:lnTo>
                  <a:pt x="1259" y="0"/>
                </a:lnTo>
                <a:lnTo>
                  <a:pt x="10" y="83"/>
                </a:lnTo>
                <a:lnTo>
                  <a:pt x="0" y="83"/>
                </a:lnTo>
                <a:close/>
              </a:path>
            </a:pathLst>
          </a:custGeom>
          <a:solidFill>
            <a:srgbClr val="e2c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8" name=""/>
          <p:cNvSpPr/>
          <p:nvPr/>
        </p:nvSpPr>
        <p:spPr>
          <a:xfrm>
            <a:off x="7853400" y="3150720"/>
            <a:ext cx="449640" cy="29880"/>
          </a:xfrm>
          <a:custGeom>
            <a:avLst/>
            <a:gdLst/>
            <a:ahLst/>
            <a:rect l="0" t="0" r="r" b="b"/>
            <a:pathLst>
              <a:path w="1249" h="83">
                <a:moveTo>
                  <a:pt x="0" y="83"/>
                </a:moveTo>
                <a:lnTo>
                  <a:pt x="1249" y="0"/>
                </a:lnTo>
                <a:lnTo>
                  <a:pt x="1249" y="1"/>
                </a:lnTo>
                <a:lnTo>
                  <a:pt x="11" y="83"/>
                </a:lnTo>
                <a:lnTo>
                  <a:pt x="0" y="83"/>
                </a:lnTo>
                <a:close/>
              </a:path>
            </a:pathLst>
          </a:custGeom>
          <a:solidFill>
            <a:srgbClr val="e2cc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59" name=""/>
          <p:cNvSpPr/>
          <p:nvPr/>
        </p:nvSpPr>
        <p:spPr>
          <a:xfrm>
            <a:off x="7857000" y="3151080"/>
            <a:ext cx="446040" cy="29520"/>
          </a:xfrm>
          <a:custGeom>
            <a:avLst/>
            <a:gdLst/>
            <a:ahLst/>
            <a:rect l="0" t="0" r="r" b="b"/>
            <a:pathLst>
              <a:path w="1239" h="82">
                <a:moveTo>
                  <a:pt x="0" y="82"/>
                </a:moveTo>
                <a:lnTo>
                  <a:pt x="1239" y="0"/>
                </a:lnTo>
                <a:lnTo>
                  <a:pt x="1239" y="1"/>
                </a:lnTo>
                <a:lnTo>
                  <a:pt x="1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e2c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0" name=""/>
          <p:cNvSpPr/>
          <p:nvPr/>
        </p:nvSpPr>
        <p:spPr>
          <a:xfrm>
            <a:off x="7860600" y="3151440"/>
            <a:ext cx="442440" cy="29160"/>
          </a:xfrm>
          <a:custGeom>
            <a:avLst/>
            <a:gdLst/>
            <a:ahLst/>
            <a:rect l="0" t="0" r="r" b="b"/>
            <a:pathLst>
              <a:path w="1229" h="81">
                <a:moveTo>
                  <a:pt x="0" y="81"/>
                </a:moveTo>
                <a:lnTo>
                  <a:pt x="1229" y="0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e1c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1" name=""/>
          <p:cNvSpPr/>
          <p:nvPr/>
        </p:nvSpPr>
        <p:spPr>
          <a:xfrm>
            <a:off x="7864200" y="3151440"/>
            <a:ext cx="438840" cy="29160"/>
          </a:xfrm>
          <a:custGeom>
            <a:avLst/>
            <a:gdLst/>
            <a:ahLst/>
            <a:rect l="0" t="0" r="r" b="b"/>
            <a:pathLst>
              <a:path w="1219" h="81">
                <a:moveTo>
                  <a:pt x="0" y="81"/>
                </a:moveTo>
                <a:lnTo>
                  <a:pt x="1219" y="0"/>
                </a:lnTo>
                <a:lnTo>
                  <a:pt x="1219" y="1"/>
                </a:lnTo>
                <a:lnTo>
                  <a:pt x="10" y="81"/>
                </a:lnTo>
                <a:lnTo>
                  <a:pt x="0" y="81"/>
                </a:lnTo>
                <a:close/>
              </a:path>
            </a:pathLst>
          </a:custGeom>
          <a:solidFill>
            <a:srgbClr val="e1ca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2" name=""/>
          <p:cNvSpPr/>
          <p:nvPr/>
        </p:nvSpPr>
        <p:spPr>
          <a:xfrm>
            <a:off x="7867800" y="3151800"/>
            <a:ext cx="435240" cy="28800"/>
          </a:xfrm>
          <a:custGeom>
            <a:avLst/>
            <a:gdLst/>
            <a:ahLst/>
            <a:rect l="0" t="0" r="r" b="b"/>
            <a:pathLst>
              <a:path w="1209" h="80">
                <a:moveTo>
                  <a:pt x="0" y="80"/>
                </a:moveTo>
                <a:lnTo>
                  <a:pt x="1209" y="0"/>
                </a:lnTo>
                <a:lnTo>
                  <a:pt x="1209" y="1"/>
                </a:lnTo>
                <a:lnTo>
                  <a:pt x="1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e1c9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3" name=""/>
          <p:cNvSpPr/>
          <p:nvPr/>
        </p:nvSpPr>
        <p:spPr>
          <a:xfrm>
            <a:off x="7871400" y="3152160"/>
            <a:ext cx="431640" cy="28440"/>
          </a:xfrm>
          <a:custGeom>
            <a:avLst/>
            <a:gdLst/>
            <a:ahLst/>
            <a:rect l="0" t="0" r="r" b="b"/>
            <a:pathLst>
              <a:path w="1199" h="79">
                <a:moveTo>
                  <a:pt x="0" y="79"/>
                </a:moveTo>
                <a:lnTo>
                  <a:pt x="1199" y="0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e1c9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4" name=""/>
          <p:cNvSpPr/>
          <p:nvPr/>
        </p:nvSpPr>
        <p:spPr>
          <a:xfrm>
            <a:off x="7875000" y="3152160"/>
            <a:ext cx="428040" cy="28440"/>
          </a:xfrm>
          <a:custGeom>
            <a:avLst/>
            <a:gdLst/>
            <a:ahLst/>
            <a:rect l="0" t="0" r="r" b="b"/>
            <a:pathLst>
              <a:path w="1189" h="79">
                <a:moveTo>
                  <a:pt x="0" y="79"/>
                </a:moveTo>
                <a:lnTo>
                  <a:pt x="1189" y="0"/>
                </a:lnTo>
                <a:lnTo>
                  <a:pt x="1189" y="1"/>
                </a:lnTo>
                <a:lnTo>
                  <a:pt x="1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e0c8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5" name=""/>
          <p:cNvSpPr/>
          <p:nvPr/>
        </p:nvSpPr>
        <p:spPr>
          <a:xfrm>
            <a:off x="7878600" y="3152520"/>
            <a:ext cx="424440" cy="28080"/>
          </a:xfrm>
          <a:custGeom>
            <a:avLst/>
            <a:gdLst/>
            <a:ahLst/>
            <a:rect l="0" t="0" r="r" b="b"/>
            <a:pathLst>
              <a:path w="1179" h="78">
                <a:moveTo>
                  <a:pt x="0" y="78"/>
                </a:moveTo>
                <a:lnTo>
                  <a:pt x="1179" y="0"/>
                </a:lnTo>
                <a:lnTo>
                  <a:pt x="1179" y="1"/>
                </a:lnTo>
                <a:lnTo>
                  <a:pt x="1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e0c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6" name=""/>
          <p:cNvSpPr/>
          <p:nvPr/>
        </p:nvSpPr>
        <p:spPr>
          <a:xfrm>
            <a:off x="7882200" y="3152880"/>
            <a:ext cx="420840" cy="27720"/>
          </a:xfrm>
          <a:custGeom>
            <a:avLst/>
            <a:gdLst/>
            <a:ahLst/>
            <a:rect l="0" t="0" r="r" b="b"/>
            <a:pathLst>
              <a:path w="1169" h="77">
                <a:moveTo>
                  <a:pt x="0" y="77"/>
                </a:moveTo>
                <a:lnTo>
                  <a:pt x="1169" y="0"/>
                </a:lnTo>
                <a:lnTo>
                  <a:pt x="11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fc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7" name=""/>
          <p:cNvSpPr/>
          <p:nvPr/>
        </p:nvSpPr>
        <p:spPr>
          <a:xfrm>
            <a:off x="7886160" y="3152880"/>
            <a:ext cx="416880" cy="27720"/>
          </a:xfrm>
          <a:custGeom>
            <a:avLst/>
            <a:gdLst/>
            <a:ahLst/>
            <a:rect l="0" t="0" r="r" b="b"/>
            <a:pathLst>
              <a:path w="1158" h="77">
                <a:moveTo>
                  <a:pt x="0" y="77"/>
                </a:moveTo>
                <a:lnTo>
                  <a:pt x="1158" y="0"/>
                </a:lnTo>
                <a:lnTo>
                  <a:pt x="1158" y="1"/>
                </a:lnTo>
                <a:lnTo>
                  <a:pt x="10" y="77"/>
                </a:lnTo>
                <a:lnTo>
                  <a:pt x="0" y="77"/>
                </a:lnTo>
                <a:close/>
              </a:path>
            </a:pathLst>
          </a:custGeom>
          <a:solidFill>
            <a:srgbClr val="dfc7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8" name=""/>
          <p:cNvSpPr/>
          <p:nvPr/>
        </p:nvSpPr>
        <p:spPr>
          <a:xfrm>
            <a:off x="7889760" y="3153240"/>
            <a:ext cx="413280" cy="27360"/>
          </a:xfrm>
          <a:custGeom>
            <a:avLst/>
            <a:gdLst/>
            <a:ahLst/>
            <a:rect l="0" t="0" r="r" b="b"/>
            <a:pathLst>
              <a:path w="1148" h="76">
                <a:moveTo>
                  <a:pt x="0" y="76"/>
                </a:moveTo>
                <a:lnTo>
                  <a:pt x="1148" y="0"/>
                </a:lnTo>
                <a:lnTo>
                  <a:pt x="1148" y="1"/>
                </a:lnTo>
                <a:lnTo>
                  <a:pt x="1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dfc6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69" name=""/>
          <p:cNvSpPr/>
          <p:nvPr/>
        </p:nvSpPr>
        <p:spPr>
          <a:xfrm>
            <a:off x="7893360" y="3153600"/>
            <a:ext cx="409680" cy="27000"/>
          </a:xfrm>
          <a:custGeom>
            <a:avLst/>
            <a:gdLst/>
            <a:ahLst/>
            <a:rect l="0" t="0" r="r" b="b"/>
            <a:pathLst>
              <a:path w="1138" h="75">
                <a:moveTo>
                  <a:pt x="0" y="75"/>
                </a:moveTo>
                <a:lnTo>
                  <a:pt x="1138" y="0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fc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0" name=""/>
          <p:cNvSpPr/>
          <p:nvPr/>
        </p:nvSpPr>
        <p:spPr>
          <a:xfrm>
            <a:off x="7896960" y="3153600"/>
            <a:ext cx="406080" cy="27000"/>
          </a:xfrm>
          <a:custGeom>
            <a:avLst/>
            <a:gdLst/>
            <a:ahLst/>
            <a:rect l="0" t="0" r="r" b="b"/>
            <a:pathLst>
              <a:path w="1128" h="75">
                <a:moveTo>
                  <a:pt x="0" y="75"/>
                </a:moveTo>
                <a:lnTo>
                  <a:pt x="1128" y="0"/>
                </a:lnTo>
                <a:lnTo>
                  <a:pt x="1128" y="1"/>
                </a:lnTo>
                <a:lnTo>
                  <a:pt x="1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dec5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1" name=""/>
          <p:cNvSpPr/>
          <p:nvPr/>
        </p:nvSpPr>
        <p:spPr>
          <a:xfrm>
            <a:off x="7900560" y="3153960"/>
            <a:ext cx="402480" cy="26640"/>
          </a:xfrm>
          <a:custGeom>
            <a:avLst/>
            <a:gdLst/>
            <a:ahLst/>
            <a:rect l="0" t="0" r="r" b="b"/>
            <a:pathLst>
              <a:path w="1118" h="74">
                <a:moveTo>
                  <a:pt x="0" y="74"/>
                </a:moveTo>
                <a:lnTo>
                  <a:pt x="1118" y="0"/>
                </a:lnTo>
                <a:lnTo>
                  <a:pt x="1118" y="1"/>
                </a:lnTo>
                <a:lnTo>
                  <a:pt x="10" y="74"/>
                </a:lnTo>
                <a:lnTo>
                  <a:pt x="0" y="74"/>
                </a:lnTo>
                <a:close/>
              </a:path>
            </a:pathLst>
          </a:custGeom>
          <a:solidFill>
            <a:srgbClr val="dec4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2" name=""/>
          <p:cNvSpPr/>
          <p:nvPr/>
        </p:nvSpPr>
        <p:spPr>
          <a:xfrm>
            <a:off x="7904160" y="3154320"/>
            <a:ext cx="398880" cy="26280"/>
          </a:xfrm>
          <a:custGeom>
            <a:avLst/>
            <a:gdLst/>
            <a:ahLst/>
            <a:rect l="0" t="0" r="r" b="b"/>
            <a:pathLst>
              <a:path w="1108" h="73">
                <a:moveTo>
                  <a:pt x="0" y="73"/>
                </a:moveTo>
                <a:lnTo>
                  <a:pt x="1108" y="0"/>
                </a:lnTo>
                <a:lnTo>
                  <a:pt x="10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ec3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3" name=""/>
          <p:cNvSpPr/>
          <p:nvPr/>
        </p:nvSpPr>
        <p:spPr>
          <a:xfrm>
            <a:off x="7907760" y="3154320"/>
            <a:ext cx="395280" cy="26280"/>
          </a:xfrm>
          <a:custGeom>
            <a:avLst/>
            <a:gdLst/>
            <a:ahLst/>
            <a:rect l="0" t="0" r="r" b="b"/>
            <a:pathLst>
              <a:path w="1098" h="73">
                <a:moveTo>
                  <a:pt x="0" y="73"/>
                </a:moveTo>
                <a:lnTo>
                  <a:pt x="1098" y="0"/>
                </a:lnTo>
                <a:lnTo>
                  <a:pt x="1098" y="1"/>
                </a:lnTo>
                <a:lnTo>
                  <a:pt x="10" y="73"/>
                </a:lnTo>
                <a:lnTo>
                  <a:pt x="0" y="73"/>
                </a:lnTo>
                <a:close/>
              </a:path>
            </a:pathLst>
          </a:custGeom>
          <a:solidFill>
            <a:srgbClr val="dec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4" name=""/>
          <p:cNvSpPr/>
          <p:nvPr/>
        </p:nvSpPr>
        <p:spPr>
          <a:xfrm>
            <a:off x="7911360" y="3154680"/>
            <a:ext cx="391680" cy="25920"/>
          </a:xfrm>
          <a:custGeom>
            <a:avLst/>
            <a:gdLst/>
            <a:ahLst/>
            <a:rect l="0" t="0" r="r" b="b"/>
            <a:pathLst>
              <a:path w="1088" h="72">
                <a:moveTo>
                  <a:pt x="0" y="72"/>
                </a:moveTo>
                <a:lnTo>
                  <a:pt x="1088" y="0"/>
                </a:lnTo>
                <a:lnTo>
                  <a:pt x="1088" y="1"/>
                </a:lnTo>
                <a:lnTo>
                  <a:pt x="1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ddc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5" name=""/>
          <p:cNvSpPr/>
          <p:nvPr/>
        </p:nvSpPr>
        <p:spPr>
          <a:xfrm>
            <a:off x="7914960" y="3155040"/>
            <a:ext cx="388080" cy="25560"/>
          </a:xfrm>
          <a:custGeom>
            <a:avLst/>
            <a:gdLst/>
            <a:ahLst/>
            <a:rect l="0" t="0" r="r" b="b"/>
            <a:pathLst>
              <a:path w="1078" h="71">
                <a:moveTo>
                  <a:pt x="0" y="71"/>
                </a:moveTo>
                <a:lnTo>
                  <a:pt x="1078" y="0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dc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6" name=""/>
          <p:cNvSpPr/>
          <p:nvPr/>
        </p:nvSpPr>
        <p:spPr>
          <a:xfrm>
            <a:off x="7918560" y="3155040"/>
            <a:ext cx="384480" cy="25560"/>
          </a:xfrm>
          <a:custGeom>
            <a:avLst/>
            <a:gdLst/>
            <a:ahLst/>
            <a:rect l="0" t="0" r="r" b="b"/>
            <a:pathLst>
              <a:path w="1068" h="71">
                <a:moveTo>
                  <a:pt x="0" y="71"/>
                </a:moveTo>
                <a:lnTo>
                  <a:pt x="1068" y="0"/>
                </a:lnTo>
                <a:lnTo>
                  <a:pt x="1068" y="1"/>
                </a:lnTo>
                <a:lnTo>
                  <a:pt x="1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ddc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7" name=""/>
          <p:cNvSpPr/>
          <p:nvPr/>
        </p:nvSpPr>
        <p:spPr>
          <a:xfrm>
            <a:off x="7922160" y="3155400"/>
            <a:ext cx="380880" cy="25200"/>
          </a:xfrm>
          <a:custGeom>
            <a:avLst/>
            <a:gdLst/>
            <a:ahLst/>
            <a:rect l="0" t="0" r="r" b="b"/>
            <a:pathLst>
              <a:path w="1058" h="70">
                <a:moveTo>
                  <a:pt x="0" y="70"/>
                </a:moveTo>
                <a:lnTo>
                  <a:pt x="1058" y="0"/>
                </a:lnTo>
                <a:lnTo>
                  <a:pt x="1058" y="1"/>
                </a:lnTo>
                <a:lnTo>
                  <a:pt x="10" y="70"/>
                </a:lnTo>
                <a:lnTo>
                  <a:pt x="0" y="70"/>
                </a:lnTo>
                <a:close/>
              </a:path>
            </a:pathLst>
          </a:custGeom>
          <a:solidFill>
            <a:srgbClr val="ddc1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8" name=""/>
          <p:cNvSpPr/>
          <p:nvPr/>
        </p:nvSpPr>
        <p:spPr>
          <a:xfrm>
            <a:off x="7925760" y="3155760"/>
            <a:ext cx="377280" cy="24840"/>
          </a:xfrm>
          <a:custGeom>
            <a:avLst/>
            <a:gdLst/>
            <a:ahLst/>
            <a:rect l="0" t="0" r="r" b="b"/>
            <a:pathLst>
              <a:path w="1048" h="69">
                <a:moveTo>
                  <a:pt x="0" y="69"/>
                </a:moveTo>
                <a:lnTo>
                  <a:pt x="1048" y="0"/>
                </a:lnTo>
                <a:lnTo>
                  <a:pt x="10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cc0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79" name=""/>
          <p:cNvSpPr/>
          <p:nvPr/>
        </p:nvSpPr>
        <p:spPr>
          <a:xfrm>
            <a:off x="7929360" y="3155760"/>
            <a:ext cx="373680" cy="24840"/>
          </a:xfrm>
          <a:custGeom>
            <a:avLst/>
            <a:gdLst/>
            <a:ahLst/>
            <a:rect l="0" t="0" r="r" b="b"/>
            <a:pathLst>
              <a:path w="1038" h="69">
                <a:moveTo>
                  <a:pt x="0" y="69"/>
                </a:moveTo>
                <a:lnTo>
                  <a:pt x="1038" y="0"/>
                </a:lnTo>
                <a:lnTo>
                  <a:pt x="1038" y="1"/>
                </a:lnTo>
                <a:lnTo>
                  <a:pt x="10" y="69"/>
                </a:lnTo>
                <a:lnTo>
                  <a:pt x="0" y="69"/>
                </a:lnTo>
                <a:close/>
              </a:path>
            </a:pathLst>
          </a:custGeom>
          <a:solidFill>
            <a:srgbClr val="dcc0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0" name=""/>
          <p:cNvSpPr/>
          <p:nvPr/>
        </p:nvSpPr>
        <p:spPr>
          <a:xfrm>
            <a:off x="7932960" y="3156120"/>
            <a:ext cx="370080" cy="24480"/>
          </a:xfrm>
          <a:custGeom>
            <a:avLst/>
            <a:gdLst/>
            <a:ahLst/>
            <a:rect l="0" t="0" r="r" b="b"/>
            <a:pathLst>
              <a:path w="1028" h="68">
                <a:moveTo>
                  <a:pt x="0" y="68"/>
                </a:moveTo>
                <a:lnTo>
                  <a:pt x="1028" y="0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bbf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1" name=""/>
          <p:cNvSpPr/>
          <p:nvPr/>
        </p:nvSpPr>
        <p:spPr>
          <a:xfrm>
            <a:off x="7936560" y="3156120"/>
            <a:ext cx="366480" cy="24480"/>
          </a:xfrm>
          <a:custGeom>
            <a:avLst/>
            <a:gdLst/>
            <a:ahLst/>
            <a:rect l="0" t="0" r="r" b="b"/>
            <a:pathLst>
              <a:path w="1018" h="68">
                <a:moveTo>
                  <a:pt x="0" y="68"/>
                </a:moveTo>
                <a:lnTo>
                  <a:pt x="1018" y="0"/>
                </a:lnTo>
                <a:lnTo>
                  <a:pt x="1018" y="1"/>
                </a:lnTo>
                <a:lnTo>
                  <a:pt x="10" y="68"/>
                </a:lnTo>
                <a:lnTo>
                  <a:pt x="0" y="68"/>
                </a:lnTo>
                <a:close/>
              </a:path>
            </a:pathLst>
          </a:custGeom>
          <a:solidFill>
            <a:srgbClr val="dbbe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2" name=""/>
          <p:cNvSpPr/>
          <p:nvPr/>
        </p:nvSpPr>
        <p:spPr>
          <a:xfrm>
            <a:off x="7940160" y="3156480"/>
            <a:ext cx="362880" cy="24120"/>
          </a:xfrm>
          <a:custGeom>
            <a:avLst/>
            <a:gdLst/>
            <a:ahLst/>
            <a:rect l="0" t="0" r="r" b="b"/>
            <a:pathLst>
              <a:path w="1008" h="67">
                <a:moveTo>
                  <a:pt x="0" y="67"/>
                </a:moveTo>
                <a:lnTo>
                  <a:pt x="1008" y="0"/>
                </a:lnTo>
                <a:lnTo>
                  <a:pt x="1008" y="1"/>
                </a:lnTo>
                <a:lnTo>
                  <a:pt x="11" y="67"/>
                </a:lnTo>
                <a:lnTo>
                  <a:pt x="0" y="67"/>
                </a:lnTo>
                <a:close/>
              </a:path>
            </a:pathLst>
          </a:custGeom>
          <a:solidFill>
            <a:srgbClr val="dbb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3" name=""/>
          <p:cNvSpPr/>
          <p:nvPr/>
        </p:nvSpPr>
        <p:spPr>
          <a:xfrm>
            <a:off x="7944120" y="3156840"/>
            <a:ext cx="358920" cy="23760"/>
          </a:xfrm>
          <a:custGeom>
            <a:avLst/>
            <a:gdLst/>
            <a:ahLst/>
            <a:rect l="0" t="0" r="r" b="b"/>
            <a:pathLst>
              <a:path w="997" h="66">
                <a:moveTo>
                  <a:pt x="0" y="66"/>
                </a:moveTo>
                <a:lnTo>
                  <a:pt x="997" y="0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bbd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4" name=""/>
          <p:cNvSpPr/>
          <p:nvPr/>
        </p:nvSpPr>
        <p:spPr>
          <a:xfrm>
            <a:off x="7947720" y="3156840"/>
            <a:ext cx="355320" cy="23760"/>
          </a:xfrm>
          <a:custGeom>
            <a:avLst/>
            <a:gdLst/>
            <a:ahLst/>
            <a:rect l="0" t="0" r="r" b="b"/>
            <a:pathLst>
              <a:path w="987" h="66">
                <a:moveTo>
                  <a:pt x="0" y="66"/>
                </a:moveTo>
                <a:lnTo>
                  <a:pt x="987" y="0"/>
                </a:lnTo>
                <a:lnTo>
                  <a:pt x="987" y="1"/>
                </a:lnTo>
                <a:lnTo>
                  <a:pt x="1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dabc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5" name=""/>
          <p:cNvSpPr/>
          <p:nvPr/>
        </p:nvSpPr>
        <p:spPr>
          <a:xfrm>
            <a:off x="7951320" y="3157200"/>
            <a:ext cx="351720" cy="23400"/>
          </a:xfrm>
          <a:custGeom>
            <a:avLst/>
            <a:gdLst/>
            <a:ahLst/>
            <a:rect l="0" t="0" r="r" b="b"/>
            <a:pathLst>
              <a:path w="977" h="65">
                <a:moveTo>
                  <a:pt x="0" y="65"/>
                </a:moveTo>
                <a:lnTo>
                  <a:pt x="977" y="0"/>
                </a:lnTo>
                <a:lnTo>
                  <a:pt x="977" y="1"/>
                </a:lnTo>
                <a:lnTo>
                  <a:pt x="1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dabc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6" name=""/>
          <p:cNvSpPr/>
          <p:nvPr/>
        </p:nvSpPr>
        <p:spPr>
          <a:xfrm>
            <a:off x="7954920" y="3157560"/>
            <a:ext cx="348120" cy="23040"/>
          </a:xfrm>
          <a:custGeom>
            <a:avLst/>
            <a:gdLst/>
            <a:ahLst/>
            <a:rect l="0" t="0" r="r" b="b"/>
            <a:pathLst>
              <a:path w="967" h="64">
                <a:moveTo>
                  <a:pt x="0" y="64"/>
                </a:moveTo>
                <a:lnTo>
                  <a:pt x="967" y="0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abb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7" name=""/>
          <p:cNvSpPr/>
          <p:nvPr/>
        </p:nvSpPr>
        <p:spPr>
          <a:xfrm>
            <a:off x="7958520" y="3157560"/>
            <a:ext cx="344520" cy="23040"/>
          </a:xfrm>
          <a:custGeom>
            <a:avLst/>
            <a:gdLst/>
            <a:ahLst/>
            <a:rect l="0" t="0" r="r" b="b"/>
            <a:pathLst>
              <a:path w="957" h="64">
                <a:moveTo>
                  <a:pt x="0" y="64"/>
                </a:moveTo>
                <a:lnTo>
                  <a:pt x="957" y="0"/>
                </a:lnTo>
                <a:lnTo>
                  <a:pt x="957" y="1"/>
                </a:lnTo>
                <a:lnTo>
                  <a:pt x="10" y="64"/>
                </a:lnTo>
                <a:lnTo>
                  <a:pt x="0" y="64"/>
                </a:lnTo>
                <a:close/>
              </a:path>
            </a:pathLst>
          </a:custGeom>
          <a:solidFill>
            <a:srgbClr val="dabb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8" name=""/>
          <p:cNvSpPr/>
          <p:nvPr/>
        </p:nvSpPr>
        <p:spPr>
          <a:xfrm>
            <a:off x="7962120" y="3157920"/>
            <a:ext cx="340920" cy="22680"/>
          </a:xfrm>
          <a:custGeom>
            <a:avLst/>
            <a:gdLst/>
            <a:ahLst/>
            <a:rect l="0" t="0" r="r" b="b"/>
            <a:pathLst>
              <a:path w="947" h="63">
                <a:moveTo>
                  <a:pt x="0" y="63"/>
                </a:moveTo>
                <a:lnTo>
                  <a:pt x="947" y="0"/>
                </a:lnTo>
                <a:lnTo>
                  <a:pt x="947" y="2"/>
                </a:lnTo>
                <a:lnTo>
                  <a:pt x="10" y="63"/>
                </a:lnTo>
                <a:lnTo>
                  <a:pt x="0" y="63"/>
                </a:lnTo>
                <a:close/>
              </a:path>
            </a:pathLst>
          </a:custGeom>
          <a:solidFill>
            <a:srgbClr val="d9ba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89" name=""/>
          <p:cNvSpPr/>
          <p:nvPr/>
        </p:nvSpPr>
        <p:spPr>
          <a:xfrm>
            <a:off x="7965720" y="3158280"/>
            <a:ext cx="337320" cy="22320"/>
          </a:xfrm>
          <a:custGeom>
            <a:avLst/>
            <a:gdLst/>
            <a:ahLst/>
            <a:rect l="0" t="0" r="r" b="b"/>
            <a:pathLst>
              <a:path w="937" h="62">
                <a:moveTo>
                  <a:pt x="0" y="62"/>
                </a:moveTo>
                <a:lnTo>
                  <a:pt x="937" y="0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9ba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0" name=""/>
          <p:cNvSpPr/>
          <p:nvPr/>
        </p:nvSpPr>
        <p:spPr>
          <a:xfrm>
            <a:off x="7969320" y="3158280"/>
            <a:ext cx="333720" cy="22320"/>
          </a:xfrm>
          <a:custGeom>
            <a:avLst/>
            <a:gdLst/>
            <a:ahLst/>
            <a:rect l="0" t="0" r="r" b="b"/>
            <a:pathLst>
              <a:path w="927" h="62">
                <a:moveTo>
                  <a:pt x="0" y="62"/>
                </a:moveTo>
                <a:lnTo>
                  <a:pt x="927" y="0"/>
                </a:lnTo>
                <a:lnTo>
                  <a:pt x="927" y="1"/>
                </a:lnTo>
                <a:lnTo>
                  <a:pt x="1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d9b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1" name=""/>
          <p:cNvSpPr/>
          <p:nvPr/>
        </p:nvSpPr>
        <p:spPr>
          <a:xfrm>
            <a:off x="7972920" y="3158640"/>
            <a:ext cx="330120" cy="21960"/>
          </a:xfrm>
          <a:custGeom>
            <a:avLst/>
            <a:gdLst/>
            <a:ahLst/>
            <a:rect l="0" t="0" r="r" b="b"/>
            <a:pathLst>
              <a:path w="917" h="61">
                <a:moveTo>
                  <a:pt x="0" y="61"/>
                </a:moveTo>
                <a:lnTo>
                  <a:pt x="917" y="0"/>
                </a:lnTo>
                <a:lnTo>
                  <a:pt x="917" y="1"/>
                </a:lnTo>
                <a:lnTo>
                  <a:pt x="1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d9b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2" name=""/>
          <p:cNvSpPr/>
          <p:nvPr/>
        </p:nvSpPr>
        <p:spPr>
          <a:xfrm>
            <a:off x="7976520" y="3159000"/>
            <a:ext cx="326520" cy="21600"/>
          </a:xfrm>
          <a:custGeom>
            <a:avLst/>
            <a:gdLst/>
            <a:ahLst/>
            <a:rect l="0" t="0" r="r" b="b"/>
            <a:pathLst>
              <a:path w="907" h="60">
                <a:moveTo>
                  <a:pt x="0" y="60"/>
                </a:moveTo>
                <a:lnTo>
                  <a:pt x="907" y="0"/>
                </a:lnTo>
                <a:lnTo>
                  <a:pt x="1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8b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3" name=""/>
          <p:cNvSpPr/>
          <p:nvPr/>
        </p:nvSpPr>
        <p:spPr>
          <a:xfrm>
            <a:off x="7980120" y="3159000"/>
            <a:ext cx="322920" cy="21600"/>
          </a:xfrm>
          <a:custGeom>
            <a:avLst/>
            <a:gdLst/>
            <a:ahLst/>
            <a:rect l="0" t="0" r="r" b="b"/>
            <a:pathLst>
              <a:path w="897" h="60">
                <a:moveTo>
                  <a:pt x="0" y="60"/>
                </a:moveTo>
                <a:lnTo>
                  <a:pt x="897" y="0"/>
                </a:lnTo>
                <a:lnTo>
                  <a:pt x="897" y="1"/>
                </a:lnTo>
                <a:lnTo>
                  <a:pt x="1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d8b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4" name=""/>
          <p:cNvSpPr/>
          <p:nvPr/>
        </p:nvSpPr>
        <p:spPr>
          <a:xfrm>
            <a:off x="7983720" y="3159360"/>
            <a:ext cx="319320" cy="21240"/>
          </a:xfrm>
          <a:custGeom>
            <a:avLst/>
            <a:gdLst/>
            <a:ahLst/>
            <a:rect l="0" t="0" r="r" b="b"/>
            <a:pathLst>
              <a:path w="887" h="59">
                <a:moveTo>
                  <a:pt x="0" y="59"/>
                </a:moveTo>
                <a:lnTo>
                  <a:pt x="887" y="0"/>
                </a:lnTo>
                <a:lnTo>
                  <a:pt x="887" y="1"/>
                </a:lnTo>
                <a:lnTo>
                  <a:pt x="1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d8b6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5" name=""/>
          <p:cNvSpPr/>
          <p:nvPr/>
        </p:nvSpPr>
        <p:spPr>
          <a:xfrm>
            <a:off x="7987320" y="3159720"/>
            <a:ext cx="315720" cy="20880"/>
          </a:xfrm>
          <a:custGeom>
            <a:avLst/>
            <a:gdLst/>
            <a:ahLst/>
            <a:rect l="0" t="0" r="r" b="b"/>
            <a:pathLst>
              <a:path w="877" h="58">
                <a:moveTo>
                  <a:pt x="0" y="58"/>
                </a:moveTo>
                <a:lnTo>
                  <a:pt x="877" y="0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8b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6" name=""/>
          <p:cNvSpPr/>
          <p:nvPr/>
        </p:nvSpPr>
        <p:spPr>
          <a:xfrm>
            <a:off x="7990920" y="3159720"/>
            <a:ext cx="312120" cy="20880"/>
          </a:xfrm>
          <a:custGeom>
            <a:avLst/>
            <a:gdLst/>
            <a:ahLst/>
            <a:rect l="0" t="0" r="r" b="b"/>
            <a:pathLst>
              <a:path w="867" h="58">
                <a:moveTo>
                  <a:pt x="0" y="58"/>
                </a:moveTo>
                <a:lnTo>
                  <a:pt x="867" y="0"/>
                </a:lnTo>
                <a:lnTo>
                  <a:pt x="867" y="1"/>
                </a:lnTo>
                <a:lnTo>
                  <a:pt x="10" y="58"/>
                </a:lnTo>
                <a:lnTo>
                  <a:pt x="0" y="58"/>
                </a:lnTo>
                <a:close/>
              </a:path>
            </a:pathLst>
          </a:custGeom>
          <a:solidFill>
            <a:srgbClr val="d7b5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7" name=""/>
          <p:cNvSpPr/>
          <p:nvPr/>
        </p:nvSpPr>
        <p:spPr>
          <a:xfrm>
            <a:off x="7994520" y="3160080"/>
            <a:ext cx="308520" cy="20520"/>
          </a:xfrm>
          <a:custGeom>
            <a:avLst/>
            <a:gdLst/>
            <a:ahLst/>
            <a:rect l="0" t="0" r="r" b="b"/>
            <a:pathLst>
              <a:path w="857" h="57">
                <a:moveTo>
                  <a:pt x="0" y="57"/>
                </a:moveTo>
                <a:lnTo>
                  <a:pt x="857" y="0"/>
                </a:lnTo>
                <a:lnTo>
                  <a:pt x="857" y="1"/>
                </a:lnTo>
                <a:lnTo>
                  <a:pt x="1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d7b5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8" name=""/>
          <p:cNvSpPr/>
          <p:nvPr/>
        </p:nvSpPr>
        <p:spPr>
          <a:xfrm>
            <a:off x="7998120" y="3160440"/>
            <a:ext cx="304920" cy="20160"/>
          </a:xfrm>
          <a:custGeom>
            <a:avLst/>
            <a:gdLst/>
            <a:ahLst/>
            <a:rect l="0" t="0" r="r" b="b"/>
            <a:pathLst>
              <a:path w="847" h="56">
                <a:moveTo>
                  <a:pt x="0" y="56"/>
                </a:moveTo>
                <a:lnTo>
                  <a:pt x="847" y="0"/>
                </a:lnTo>
                <a:lnTo>
                  <a:pt x="11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7b4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499" name=""/>
          <p:cNvSpPr/>
          <p:nvPr/>
        </p:nvSpPr>
        <p:spPr>
          <a:xfrm>
            <a:off x="8002080" y="3160440"/>
            <a:ext cx="300960" cy="20160"/>
          </a:xfrm>
          <a:custGeom>
            <a:avLst/>
            <a:gdLst/>
            <a:ahLst/>
            <a:rect l="0" t="0" r="r" b="b"/>
            <a:pathLst>
              <a:path w="836" h="56">
                <a:moveTo>
                  <a:pt x="0" y="56"/>
                </a:moveTo>
                <a:lnTo>
                  <a:pt x="836" y="0"/>
                </a:lnTo>
                <a:lnTo>
                  <a:pt x="836" y="1"/>
                </a:lnTo>
                <a:lnTo>
                  <a:pt x="10" y="56"/>
                </a:lnTo>
                <a:lnTo>
                  <a:pt x="0" y="56"/>
                </a:lnTo>
                <a:close/>
              </a:path>
            </a:pathLst>
          </a:custGeom>
          <a:solidFill>
            <a:srgbClr val="d7b4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0" name=""/>
          <p:cNvSpPr/>
          <p:nvPr/>
        </p:nvSpPr>
        <p:spPr>
          <a:xfrm>
            <a:off x="8005680" y="3160800"/>
            <a:ext cx="297360" cy="19800"/>
          </a:xfrm>
          <a:custGeom>
            <a:avLst/>
            <a:gdLst/>
            <a:ahLst/>
            <a:rect l="0" t="0" r="r" b="b"/>
            <a:pathLst>
              <a:path w="826" h="55">
                <a:moveTo>
                  <a:pt x="0" y="55"/>
                </a:moveTo>
                <a:lnTo>
                  <a:pt x="826" y="0"/>
                </a:lnTo>
                <a:lnTo>
                  <a:pt x="826" y="1"/>
                </a:lnTo>
                <a:lnTo>
                  <a:pt x="10" y="55"/>
                </a:lnTo>
                <a:lnTo>
                  <a:pt x="0" y="55"/>
                </a:lnTo>
                <a:close/>
              </a:path>
            </a:pathLst>
          </a:custGeom>
          <a:solidFill>
            <a:srgbClr val="d6b3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1" name=""/>
          <p:cNvSpPr/>
          <p:nvPr/>
        </p:nvSpPr>
        <p:spPr>
          <a:xfrm>
            <a:off x="8009280" y="3161160"/>
            <a:ext cx="293760" cy="19440"/>
          </a:xfrm>
          <a:custGeom>
            <a:avLst/>
            <a:gdLst/>
            <a:ahLst/>
            <a:rect l="0" t="0" r="r" b="b"/>
            <a:pathLst>
              <a:path w="816" h="54">
                <a:moveTo>
                  <a:pt x="0" y="54"/>
                </a:moveTo>
                <a:lnTo>
                  <a:pt x="816" y="0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6b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2" name=""/>
          <p:cNvSpPr/>
          <p:nvPr/>
        </p:nvSpPr>
        <p:spPr>
          <a:xfrm>
            <a:off x="8012880" y="3161160"/>
            <a:ext cx="290160" cy="19440"/>
          </a:xfrm>
          <a:custGeom>
            <a:avLst/>
            <a:gdLst/>
            <a:ahLst/>
            <a:rect l="0" t="0" r="r" b="b"/>
            <a:pathLst>
              <a:path w="806" h="54">
                <a:moveTo>
                  <a:pt x="0" y="54"/>
                </a:moveTo>
                <a:lnTo>
                  <a:pt x="806" y="0"/>
                </a:lnTo>
                <a:lnTo>
                  <a:pt x="806" y="1"/>
                </a:lnTo>
                <a:lnTo>
                  <a:pt x="10" y="54"/>
                </a:lnTo>
                <a:lnTo>
                  <a:pt x="0" y="54"/>
                </a:lnTo>
                <a:close/>
              </a:path>
            </a:pathLst>
          </a:custGeom>
          <a:solidFill>
            <a:srgbClr val="d6b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3" name=""/>
          <p:cNvSpPr/>
          <p:nvPr/>
        </p:nvSpPr>
        <p:spPr>
          <a:xfrm>
            <a:off x="8016480" y="3161520"/>
            <a:ext cx="286560" cy="19080"/>
          </a:xfrm>
          <a:custGeom>
            <a:avLst/>
            <a:gdLst/>
            <a:ahLst/>
            <a:rect l="0" t="0" r="r" b="b"/>
            <a:pathLst>
              <a:path w="796" h="53">
                <a:moveTo>
                  <a:pt x="0" y="53"/>
                </a:moveTo>
                <a:lnTo>
                  <a:pt x="796" y="0"/>
                </a:lnTo>
                <a:lnTo>
                  <a:pt x="796" y="1"/>
                </a:lnTo>
                <a:lnTo>
                  <a:pt x="10" y="53"/>
                </a:lnTo>
                <a:lnTo>
                  <a:pt x="0" y="53"/>
                </a:lnTo>
                <a:close/>
              </a:path>
            </a:pathLst>
          </a:custGeom>
          <a:solidFill>
            <a:srgbClr val="d6b2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4" name=""/>
          <p:cNvSpPr/>
          <p:nvPr/>
        </p:nvSpPr>
        <p:spPr>
          <a:xfrm>
            <a:off x="8020080" y="3161880"/>
            <a:ext cx="282960" cy="18720"/>
          </a:xfrm>
          <a:custGeom>
            <a:avLst/>
            <a:gdLst/>
            <a:ahLst/>
            <a:rect l="0" t="0" r="r" b="b"/>
            <a:pathLst>
              <a:path w="786" h="52">
                <a:moveTo>
                  <a:pt x="0" y="52"/>
                </a:moveTo>
                <a:lnTo>
                  <a:pt x="786" y="0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b1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5" name=""/>
          <p:cNvSpPr/>
          <p:nvPr/>
        </p:nvSpPr>
        <p:spPr>
          <a:xfrm>
            <a:off x="8023680" y="3161880"/>
            <a:ext cx="279360" cy="18720"/>
          </a:xfrm>
          <a:custGeom>
            <a:avLst/>
            <a:gdLst/>
            <a:ahLst/>
            <a:rect l="0" t="0" r="r" b="b"/>
            <a:pathLst>
              <a:path w="776" h="52">
                <a:moveTo>
                  <a:pt x="0" y="52"/>
                </a:moveTo>
                <a:lnTo>
                  <a:pt x="776" y="0"/>
                </a:lnTo>
                <a:lnTo>
                  <a:pt x="776" y="1"/>
                </a:lnTo>
                <a:lnTo>
                  <a:pt x="1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5b1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6" name=""/>
          <p:cNvSpPr/>
          <p:nvPr/>
        </p:nvSpPr>
        <p:spPr>
          <a:xfrm>
            <a:off x="8027280" y="3162240"/>
            <a:ext cx="275760" cy="18360"/>
          </a:xfrm>
          <a:custGeom>
            <a:avLst/>
            <a:gdLst/>
            <a:ahLst/>
            <a:rect l="0" t="0" r="r" b="b"/>
            <a:pathLst>
              <a:path w="766" h="51">
                <a:moveTo>
                  <a:pt x="0" y="51"/>
                </a:moveTo>
                <a:lnTo>
                  <a:pt x="766" y="0"/>
                </a:lnTo>
                <a:lnTo>
                  <a:pt x="766" y="1"/>
                </a:lnTo>
                <a:lnTo>
                  <a:pt x="10" y="51"/>
                </a:lnTo>
                <a:lnTo>
                  <a:pt x="0" y="51"/>
                </a:lnTo>
                <a:close/>
              </a:path>
            </a:pathLst>
          </a:custGeom>
          <a:solidFill>
            <a:srgbClr val="d5b0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7" name=""/>
          <p:cNvSpPr/>
          <p:nvPr/>
        </p:nvSpPr>
        <p:spPr>
          <a:xfrm>
            <a:off x="8030880" y="3162600"/>
            <a:ext cx="272160" cy="18000"/>
          </a:xfrm>
          <a:custGeom>
            <a:avLst/>
            <a:gdLst/>
            <a:ahLst/>
            <a:rect l="0" t="0" r="r" b="b"/>
            <a:pathLst>
              <a:path w="756" h="50">
                <a:moveTo>
                  <a:pt x="0" y="50"/>
                </a:moveTo>
                <a:lnTo>
                  <a:pt x="756" y="0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5b0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8" name=""/>
          <p:cNvSpPr/>
          <p:nvPr/>
        </p:nvSpPr>
        <p:spPr>
          <a:xfrm>
            <a:off x="8034480" y="3162600"/>
            <a:ext cx="268560" cy="18000"/>
          </a:xfrm>
          <a:custGeom>
            <a:avLst/>
            <a:gdLst/>
            <a:ahLst/>
            <a:rect l="0" t="0" r="r" b="b"/>
            <a:pathLst>
              <a:path w="746" h="50">
                <a:moveTo>
                  <a:pt x="0" y="50"/>
                </a:moveTo>
                <a:lnTo>
                  <a:pt x="746" y="0"/>
                </a:lnTo>
                <a:lnTo>
                  <a:pt x="746" y="1"/>
                </a:lnTo>
                <a:lnTo>
                  <a:pt x="1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d5af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09" name=""/>
          <p:cNvSpPr/>
          <p:nvPr/>
        </p:nvSpPr>
        <p:spPr>
          <a:xfrm>
            <a:off x="8038080" y="3162960"/>
            <a:ext cx="264960" cy="17640"/>
          </a:xfrm>
          <a:custGeom>
            <a:avLst/>
            <a:gdLst/>
            <a:ahLst/>
            <a:rect l="0" t="0" r="r" b="b"/>
            <a:pathLst>
              <a:path w="736" h="49">
                <a:moveTo>
                  <a:pt x="0" y="49"/>
                </a:moveTo>
                <a:lnTo>
                  <a:pt x="736" y="0"/>
                </a:lnTo>
                <a:lnTo>
                  <a:pt x="736" y="1"/>
                </a:lnTo>
                <a:lnTo>
                  <a:pt x="1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d5ae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0" name=""/>
          <p:cNvSpPr/>
          <p:nvPr/>
        </p:nvSpPr>
        <p:spPr>
          <a:xfrm>
            <a:off x="8041680" y="3163320"/>
            <a:ext cx="261360" cy="17280"/>
          </a:xfrm>
          <a:custGeom>
            <a:avLst/>
            <a:gdLst/>
            <a:ahLst/>
            <a:rect l="0" t="0" r="r" b="b"/>
            <a:pathLst>
              <a:path w="726" h="48">
                <a:moveTo>
                  <a:pt x="0" y="48"/>
                </a:moveTo>
                <a:lnTo>
                  <a:pt x="726" y="0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e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1" name=""/>
          <p:cNvSpPr/>
          <p:nvPr/>
        </p:nvSpPr>
        <p:spPr>
          <a:xfrm>
            <a:off x="8045280" y="3163320"/>
            <a:ext cx="257760" cy="17280"/>
          </a:xfrm>
          <a:custGeom>
            <a:avLst/>
            <a:gdLst/>
            <a:ahLst/>
            <a:rect l="0" t="0" r="r" b="b"/>
            <a:pathLst>
              <a:path w="716" h="48">
                <a:moveTo>
                  <a:pt x="0" y="48"/>
                </a:moveTo>
                <a:lnTo>
                  <a:pt x="716" y="0"/>
                </a:lnTo>
                <a:lnTo>
                  <a:pt x="716" y="1"/>
                </a:lnTo>
                <a:lnTo>
                  <a:pt x="1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d4a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2" name=""/>
          <p:cNvSpPr/>
          <p:nvPr/>
        </p:nvSpPr>
        <p:spPr>
          <a:xfrm>
            <a:off x="8048880" y="3163680"/>
            <a:ext cx="254160" cy="16920"/>
          </a:xfrm>
          <a:custGeom>
            <a:avLst/>
            <a:gdLst/>
            <a:ahLst/>
            <a:rect l="0" t="0" r="r" b="b"/>
            <a:pathLst>
              <a:path w="706" h="47">
                <a:moveTo>
                  <a:pt x="0" y="47"/>
                </a:moveTo>
                <a:lnTo>
                  <a:pt x="706" y="0"/>
                </a:lnTo>
                <a:lnTo>
                  <a:pt x="706" y="1"/>
                </a:lnTo>
                <a:lnTo>
                  <a:pt x="1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d4a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3" name=""/>
          <p:cNvSpPr/>
          <p:nvPr/>
        </p:nvSpPr>
        <p:spPr>
          <a:xfrm>
            <a:off x="8052480" y="3164040"/>
            <a:ext cx="250560" cy="16560"/>
          </a:xfrm>
          <a:custGeom>
            <a:avLst/>
            <a:gdLst/>
            <a:ahLst/>
            <a:rect l="0" t="0" r="r" b="b"/>
            <a:pathLst>
              <a:path w="696" h="46">
                <a:moveTo>
                  <a:pt x="0" y="46"/>
                </a:moveTo>
                <a:lnTo>
                  <a:pt x="696" y="0"/>
                </a:lnTo>
                <a:lnTo>
                  <a:pt x="10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4ad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4" name=""/>
          <p:cNvSpPr/>
          <p:nvPr/>
        </p:nvSpPr>
        <p:spPr>
          <a:xfrm>
            <a:off x="8056080" y="3164040"/>
            <a:ext cx="246960" cy="16560"/>
          </a:xfrm>
          <a:custGeom>
            <a:avLst/>
            <a:gdLst/>
            <a:ahLst/>
            <a:rect l="0" t="0" r="r" b="b"/>
            <a:pathLst>
              <a:path w="686" h="46">
                <a:moveTo>
                  <a:pt x="0" y="46"/>
                </a:moveTo>
                <a:lnTo>
                  <a:pt x="686" y="0"/>
                </a:lnTo>
                <a:lnTo>
                  <a:pt x="686" y="1"/>
                </a:lnTo>
                <a:lnTo>
                  <a:pt x="11" y="46"/>
                </a:lnTo>
                <a:lnTo>
                  <a:pt x="0" y="46"/>
                </a:lnTo>
                <a:close/>
              </a:path>
            </a:pathLst>
          </a:custGeom>
          <a:solidFill>
            <a:srgbClr val="d3ac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5" name=""/>
          <p:cNvSpPr/>
          <p:nvPr/>
        </p:nvSpPr>
        <p:spPr>
          <a:xfrm>
            <a:off x="8060040" y="3164400"/>
            <a:ext cx="243000" cy="16200"/>
          </a:xfrm>
          <a:custGeom>
            <a:avLst/>
            <a:gdLst/>
            <a:ahLst/>
            <a:rect l="0" t="0" r="r" b="b"/>
            <a:pathLst>
              <a:path w="675" h="45">
                <a:moveTo>
                  <a:pt x="0" y="45"/>
                </a:moveTo>
                <a:lnTo>
                  <a:pt x="675" y="0"/>
                </a:lnTo>
                <a:lnTo>
                  <a:pt x="675" y="1"/>
                </a:lnTo>
                <a:lnTo>
                  <a:pt x="10" y="45"/>
                </a:lnTo>
                <a:lnTo>
                  <a:pt x="0" y="45"/>
                </a:lnTo>
                <a:close/>
              </a:path>
            </a:pathLst>
          </a:custGeom>
          <a:solidFill>
            <a:srgbClr val="d3a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6" name=""/>
          <p:cNvSpPr/>
          <p:nvPr/>
        </p:nvSpPr>
        <p:spPr>
          <a:xfrm>
            <a:off x="8063640" y="3164760"/>
            <a:ext cx="239400" cy="15840"/>
          </a:xfrm>
          <a:custGeom>
            <a:avLst/>
            <a:gdLst/>
            <a:ahLst/>
            <a:rect l="0" t="0" r="r" b="b"/>
            <a:pathLst>
              <a:path w="665" h="44">
                <a:moveTo>
                  <a:pt x="0" y="44"/>
                </a:moveTo>
                <a:lnTo>
                  <a:pt x="665" y="0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3a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7" name=""/>
          <p:cNvSpPr/>
          <p:nvPr/>
        </p:nvSpPr>
        <p:spPr>
          <a:xfrm>
            <a:off x="8067240" y="3164760"/>
            <a:ext cx="235800" cy="15840"/>
          </a:xfrm>
          <a:custGeom>
            <a:avLst/>
            <a:gdLst/>
            <a:ahLst/>
            <a:rect l="0" t="0" r="r" b="b"/>
            <a:pathLst>
              <a:path w="655" h="44">
                <a:moveTo>
                  <a:pt x="0" y="44"/>
                </a:moveTo>
                <a:lnTo>
                  <a:pt x="655" y="0"/>
                </a:lnTo>
                <a:lnTo>
                  <a:pt x="655" y="1"/>
                </a:lnTo>
                <a:lnTo>
                  <a:pt x="10" y="44"/>
                </a:lnTo>
                <a:lnTo>
                  <a:pt x="0" y="44"/>
                </a:lnTo>
                <a:close/>
              </a:path>
            </a:pathLst>
          </a:custGeom>
          <a:solidFill>
            <a:srgbClr val="d3ab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8" name=""/>
          <p:cNvSpPr/>
          <p:nvPr/>
        </p:nvSpPr>
        <p:spPr>
          <a:xfrm>
            <a:off x="8070840" y="3165120"/>
            <a:ext cx="232200" cy="15480"/>
          </a:xfrm>
          <a:custGeom>
            <a:avLst/>
            <a:gdLst/>
            <a:ahLst/>
            <a:rect l="0" t="0" r="r" b="b"/>
            <a:pathLst>
              <a:path w="645" h="43">
                <a:moveTo>
                  <a:pt x="0" y="43"/>
                </a:moveTo>
                <a:lnTo>
                  <a:pt x="645" y="0"/>
                </a:lnTo>
                <a:lnTo>
                  <a:pt x="645" y="1"/>
                </a:lnTo>
                <a:lnTo>
                  <a:pt x="1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d3a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19" name=""/>
          <p:cNvSpPr/>
          <p:nvPr/>
        </p:nvSpPr>
        <p:spPr>
          <a:xfrm>
            <a:off x="8074440" y="3165480"/>
            <a:ext cx="228600" cy="15120"/>
          </a:xfrm>
          <a:custGeom>
            <a:avLst/>
            <a:gdLst/>
            <a:ahLst/>
            <a:rect l="0" t="0" r="r" b="b"/>
            <a:pathLst>
              <a:path w="635" h="42">
                <a:moveTo>
                  <a:pt x="0" y="42"/>
                </a:moveTo>
                <a:lnTo>
                  <a:pt x="635" y="0"/>
                </a:lnTo>
                <a:lnTo>
                  <a:pt x="1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3aa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0" name=""/>
          <p:cNvSpPr/>
          <p:nvPr/>
        </p:nvSpPr>
        <p:spPr>
          <a:xfrm>
            <a:off x="8078040" y="3165480"/>
            <a:ext cx="225000" cy="15120"/>
          </a:xfrm>
          <a:custGeom>
            <a:avLst/>
            <a:gdLst/>
            <a:ahLst/>
            <a:rect l="0" t="0" r="r" b="b"/>
            <a:pathLst>
              <a:path w="625" h="42">
                <a:moveTo>
                  <a:pt x="0" y="42"/>
                </a:moveTo>
                <a:lnTo>
                  <a:pt x="625" y="0"/>
                </a:lnTo>
                <a:lnTo>
                  <a:pt x="625" y="1"/>
                </a:lnTo>
                <a:lnTo>
                  <a:pt x="1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d2a9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1" name=""/>
          <p:cNvSpPr/>
          <p:nvPr/>
        </p:nvSpPr>
        <p:spPr>
          <a:xfrm>
            <a:off x="8081640" y="3165840"/>
            <a:ext cx="221400" cy="14760"/>
          </a:xfrm>
          <a:custGeom>
            <a:avLst/>
            <a:gdLst/>
            <a:ahLst/>
            <a:rect l="0" t="0" r="r" b="b"/>
            <a:pathLst>
              <a:path w="615" h="41">
                <a:moveTo>
                  <a:pt x="0" y="41"/>
                </a:moveTo>
                <a:lnTo>
                  <a:pt x="615" y="0"/>
                </a:lnTo>
                <a:lnTo>
                  <a:pt x="615" y="1"/>
                </a:lnTo>
                <a:lnTo>
                  <a:pt x="10" y="41"/>
                </a:lnTo>
                <a:lnTo>
                  <a:pt x="0" y="41"/>
                </a:lnTo>
                <a:close/>
              </a:path>
            </a:pathLst>
          </a:custGeom>
          <a:solidFill>
            <a:srgbClr val="d2a9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2" name=""/>
          <p:cNvSpPr/>
          <p:nvPr/>
        </p:nvSpPr>
        <p:spPr>
          <a:xfrm>
            <a:off x="8085240" y="3166200"/>
            <a:ext cx="217800" cy="14400"/>
          </a:xfrm>
          <a:custGeom>
            <a:avLst/>
            <a:gdLst/>
            <a:ahLst/>
            <a:rect l="0" t="0" r="r" b="b"/>
            <a:pathLst>
              <a:path w="605" h="40">
                <a:moveTo>
                  <a:pt x="0" y="40"/>
                </a:moveTo>
                <a:lnTo>
                  <a:pt x="605" y="0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2a8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3" name=""/>
          <p:cNvSpPr/>
          <p:nvPr/>
        </p:nvSpPr>
        <p:spPr>
          <a:xfrm>
            <a:off x="8088840" y="3166200"/>
            <a:ext cx="214200" cy="14400"/>
          </a:xfrm>
          <a:custGeom>
            <a:avLst/>
            <a:gdLst/>
            <a:ahLst/>
            <a:rect l="0" t="0" r="r" b="b"/>
            <a:pathLst>
              <a:path w="595" h="40">
                <a:moveTo>
                  <a:pt x="0" y="40"/>
                </a:moveTo>
                <a:lnTo>
                  <a:pt x="595" y="0"/>
                </a:lnTo>
                <a:lnTo>
                  <a:pt x="595" y="1"/>
                </a:lnTo>
                <a:lnTo>
                  <a:pt x="1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d2a8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4" name=""/>
          <p:cNvSpPr/>
          <p:nvPr/>
        </p:nvSpPr>
        <p:spPr>
          <a:xfrm>
            <a:off x="8092440" y="3166560"/>
            <a:ext cx="210600" cy="14040"/>
          </a:xfrm>
          <a:custGeom>
            <a:avLst/>
            <a:gdLst/>
            <a:ahLst/>
            <a:rect l="0" t="0" r="r" b="b"/>
            <a:pathLst>
              <a:path w="585" h="39">
                <a:moveTo>
                  <a:pt x="0" y="39"/>
                </a:moveTo>
                <a:lnTo>
                  <a:pt x="585" y="0"/>
                </a:lnTo>
                <a:lnTo>
                  <a:pt x="585" y="2"/>
                </a:lnTo>
                <a:lnTo>
                  <a:pt x="1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d2a7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5" name=""/>
          <p:cNvSpPr/>
          <p:nvPr/>
        </p:nvSpPr>
        <p:spPr>
          <a:xfrm>
            <a:off x="8096040" y="3166920"/>
            <a:ext cx="207000" cy="13680"/>
          </a:xfrm>
          <a:custGeom>
            <a:avLst/>
            <a:gdLst/>
            <a:ahLst/>
            <a:rect l="0" t="0" r="r" b="b"/>
            <a:pathLst>
              <a:path w="575" h="38">
                <a:moveTo>
                  <a:pt x="0" y="38"/>
                </a:moveTo>
                <a:lnTo>
                  <a:pt x="575" y="0"/>
                </a:lnTo>
                <a:lnTo>
                  <a:pt x="1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2a7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6" name=""/>
          <p:cNvSpPr/>
          <p:nvPr/>
        </p:nvSpPr>
        <p:spPr>
          <a:xfrm>
            <a:off x="8099640" y="3166920"/>
            <a:ext cx="203400" cy="13680"/>
          </a:xfrm>
          <a:custGeom>
            <a:avLst/>
            <a:gdLst/>
            <a:ahLst/>
            <a:rect l="0" t="0" r="r" b="b"/>
            <a:pathLst>
              <a:path w="565" h="38">
                <a:moveTo>
                  <a:pt x="0" y="38"/>
                </a:moveTo>
                <a:lnTo>
                  <a:pt x="565" y="0"/>
                </a:lnTo>
                <a:lnTo>
                  <a:pt x="565" y="1"/>
                </a:lnTo>
                <a:lnTo>
                  <a:pt x="1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d1a6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7" name=""/>
          <p:cNvSpPr/>
          <p:nvPr/>
        </p:nvSpPr>
        <p:spPr>
          <a:xfrm>
            <a:off x="8103240" y="3167280"/>
            <a:ext cx="199800" cy="13320"/>
          </a:xfrm>
          <a:custGeom>
            <a:avLst/>
            <a:gdLst/>
            <a:ahLst/>
            <a:rect l="0" t="0" r="r" b="b"/>
            <a:pathLst>
              <a:path w="555" h="37">
                <a:moveTo>
                  <a:pt x="0" y="37"/>
                </a:moveTo>
                <a:lnTo>
                  <a:pt x="555" y="0"/>
                </a:lnTo>
                <a:lnTo>
                  <a:pt x="555" y="1"/>
                </a:lnTo>
                <a:lnTo>
                  <a:pt x="10" y="37"/>
                </a:lnTo>
                <a:lnTo>
                  <a:pt x="0" y="37"/>
                </a:lnTo>
                <a:close/>
              </a:path>
            </a:pathLst>
          </a:custGeom>
          <a:solidFill>
            <a:srgbClr val="d1a6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8" name=""/>
          <p:cNvSpPr/>
          <p:nvPr/>
        </p:nvSpPr>
        <p:spPr>
          <a:xfrm>
            <a:off x="8106840" y="3167640"/>
            <a:ext cx="196200" cy="12960"/>
          </a:xfrm>
          <a:custGeom>
            <a:avLst/>
            <a:gdLst/>
            <a:ahLst/>
            <a:rect l="0" t="0" r="r" b="b"/>
            <a:pathLst>
              <a:path w="545" h="36">
                <a:moveTo>
                  <a:pt x="0" y="36"/>
                </a:moveTo>
                <a:lnTo>
                  <a:pt x="545" y="0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5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29" name=""/>
          <p:cNvSpPr/>
          <p:nvPr/>
        </p:nvSpPr>
        <p:spPr>
          <a:xfrm>
            <a:off x="8110440" y="3167640"/>
            <a:ext cx="192600" cy="12960"/>
          </a:xfrm>
          <a:custGeom>
            <a:avLst/>
            <a:gdLst/>
            <a:ahLst/>
            <a:rect l="0" t="0" r="r" b="b"/>
            <a:pathLst>
              <a:path w="535" h="36">
                <a:moveTo>
                  <a:pt x="0" y="36"/>
                </a:moveTo>
                <a:lnTo>
                  <a:pt x="535" y="0"/>
                </a:lnTo>
                <a:lnTo>
                  <a:pt x="535" y="1"/>
                </a:lnTo>
                <a:lnTo>
                  <a:pt x="1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d1a5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0" name=""/>
          <p:cNvSpPr/>
          <p:nvPr/>
        </p:nvSpPr>
        <p:spPr>
          <a:xfrm>
            <a:off x="8114040" y="3168000"/>
            <a:ext cx="189000" cy="12600"/>
          </a:xfrm>
          <a:custGeom>
            <a:avLst/>
            <a:gdLst/>
            <a:ahLst/>
            <a:rect l="0" t="0" r="r" b="b"/>
            <a:pathLst>
              <a:path w="525" h="35">
                <a:moveTo>
                  <a:pt x="0" y="35"/>
                </a:moveTo>
                <a:lnTo>
                  <a:pt x="525" y="0"/>
                </a:lnTo>
                <a:lnTo>
                  <a:pt x="525" y="1"/>
                </a:lnTo>
                <a:lnTo>
                  <a:pt x="11" y="35"/>
                </a:lnTo>
                <a:lnTo>
                  <a:pt x="0" y="35"/>
                </a:lnTo>
                <a:close/>
              </a:path>
            </a:pathLst>
          </a:custGeom>
          <a:solidFill>
            <a:srgbClr val="d1a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1" name=""/>
          <p:cNvSpPr/>
          <p:nvPr/>
        </p:nvSpPr>
        <p:spPr>
          <a:xfrm>
            <a:off x="8118000" y="3168360"/>
            <a:ext cx="185040" cy="12240"/>
          </a:xfrm>
          <a:custGeom>
            <a:avLst/>
            <a:gdLst/>
            <a:ahLst/>
            <a:rect l="0" t="0" r="r" b="b"/>
            <a:pathLst>
              <a:path w="514" h="34">
                <a:moveTo>
                  <a:pt x="0" y="34"/>
                </a:moveTo>
                <a:lnTo>
                  <a:pt x="514" y="0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1a5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2" name=""/>
          <p:cNvSpPr/>
          <p:nvPr/>
        </p:nvSpPr>
        <p:spPr>
          <a:xfrm>
            <a:off x="8121600" y="3168360"/>
            <a:ext cx="181440" cy="12240"/>
          </a:xfrm>
          <a:custGeom>
            <a:avLst/>
            <a:gdLst/>
            <a:ahLst/>
            <a:rect l="0" t="0" r="r" b="b"/>
            <a:pathLst>
              <a:path w="504" h="34">
                <a:moveTo>
                  <a:pt x="0" y="34"/>
                </a:moveTo>
                <a:lnTo>
                  <a:pt x="504" y="0"/>
                </a:lnTo>
                <a:lnTo>
                  <a:pt x="504" y="1"/>
                </a:lnTo>
                <a:lnTo>
                  <a:pt x="10" y="34"/>
                </a:lnTo>
                <a:lnTo>
                  <a:pt x="0" y="34"/>
                </a:lnTo>
                <a:close/>
              </a:path>
            </a:pathLst>
          </a:custGeom>
          <a:solidFill>
            <a:srgbClr val="d0a4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3" name=""/>
          <p:cNvSpPr/>
          <p:nvPr/>
        </p:nvSpPr>
        <p:spPr>
          <a:xfrm>
            <a:off x="8125200" y="3168720"/>
            <a:ext cx="177840" cy="11880"/>
          </a:xfrm>
          <a:custGeom>
            <a:avLst/>
            <a:gdLst/>
            <a:ahLst/>
            <a:rect l="0" t="0" r="r" b="b"/>
            <a:pathLst>
              <a:path w="494" h="33">
                <a:moveTo>
                  <a:pt x="0" y="33"/>
                </a:moveTo>
                <a:lnTo>
                  <a:pt x="494" y="0"/>
                </a:lnTo>
                <a:lnTo>
                  <a:pt x="494" y="1"/>
                </a:lnTo>
                <a:lnTo>
                  <a:pt x="10" y="33"/>
                </a:lnTo>
                <a:lnTo>
                  <a:pt x="0" y="33"/>
                </a:lnTo>
                <a:close/>
              </a:path>
            </a:pathLst>
          </a:custGeom>
          <a:solidFill>
            <a:srgbClr val="d0a4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4" name=""/>
          <p:cNvSpPr/>
          <p:nvPr/>
        </p:nvSpPr>
        <p:spPr>
          <a:xfrm>
            <a:off x="8128800" y="3169080"/>
            <a:ext cx="174240" cy="11520"/>
          </a:xfrm>
          <a:custGeom>
            <a:avLst/>
            <a:gdLst/>
            <a:ahLst/>
            <a:rect l="0" t="0" r="r" b="b"/>
            <a:pathLst>
              <a:path w="484" h="32">
                <a:moveTo>
                  <a:pt x="0" y="32"/>
                </a:moveTo>
                <a:lnTo>
                  <a:pt x="484" y="0"/>
                </a:lnTo>
                <a:lnTo>
                  <a:pt x="10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3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5" name=""/>
          <p:cNvSpPr/>
          <p:nvPr/>
        </p:nvSpPr>
        <p:spPr>
          <a:xfrm>
            <a:off x="8132400" y="3169080"/>
            <a:ext cx="170640" cy="11520"/>
          </a:xfrm>
          <a:custGeom>
            <a:avLst/>
            <a:gdLst/>
            <a:ahLst/>
            <a:rect l="0" t="0" r="r" b="b"/>
            <a:pathLst>
              <a:path w="474" h="32">
                <a:moveTo>
                  <a:pt x="0" y="32"/>
                </a:moveTo>
                <a:lnTo>
                  <a:pt x="474" y="0"/>
                </a:lnTo>
                <a:lnTo>
                  <a:pt x="474" y="1"/>
                </a:lnTo>
                <a:lnTo>
                  <a:pt x="10" y="32"/>
                </a:lnTo>
                <a:lnTo>
                  <a:pt x="0" y="32"/>
                </a:lnTo>
                <a:close/>
              </a:path>
            </a:pathLst>
          </a:custGeom>
          <a:solidFill>
            <a:srgbClr val="d0a3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6" name=""/>
          <p:cNvSpPr/>
          <p:nvPr/>
        </p:nvSpPr>
        <p:spPr>
          <a:xfrm>
            <a:off x="8136000" y="3169440"/>
            <a:ext cx="167040" cy="11160"/>
          </a:xfrm>
          <a:custGeom>
            <a:avLst/>
            <a:gdLst/>
            <a:ahLst/>
            <a:rect l="0" t="0" r="r" b="b"/>
            <a:pathLst>
              <a:path w="464" h="31">
                <a:moveTo>
                  <a:pt x="0" y="31"/>
                </a:moveTo>
                <a:lnTo>
                  <a:pt x="464" y="0"/>
                </a:lnTo>
                <a:lnTo>
                  <a:pt x="464" y="2"/>
                </a:lnTo>
                <a:lnTo>
                  <a:pt x="10" y="31"/>
                </a:lnTo>
                <a:lnTo>
                  <a:pt x="0" y="31"/>
                </a:lnTo>
                <a:close/>
              </a:path>
            </a:pathLst>
          </a:custGeom>
          <a:solidFill>
            <a:srgbClr val="d0a3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7" name=""/>
          <p:cNvSpPr/>
          <p:nvPr/>
        </p:nvSpPr>
        <p:spPr>
          <a:xfrm>
            <a:off x="8139600" y="3169800"/>
            <a:ext cx="163440" cy="10800"/>
          </a:xfrm>
          <a:custGeom>
            <a:avLst/>
            <a:gdLst/>
            <a:ahLst/>
            <a:rect l="0" t="0" r="r" b="b"/>
            <a:pathLst>
              <a:path w="454" h="30">
                <a:moveTo>
                  <a:pt x="0" y="30"/>
                </a:moveTo>
                <a:lnTo>
                  <a:pt x="454" y="0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d0a3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8" name=""/>
          <p:cNvSpPr/>
          <p:nvPr/>
        </p:nvSpPr>
        <p:spPr>
          <a:xfrm>
            <a:off x="8143200" y="3169800"/>
            <a:ext cx="159840" cy="10800"/>
          </a:xfrm>
          <a:custGeom>
            <a:avLst/>
            <a:gdLst/>
            <a:ahLst/>
            <a:rect l="0" t="0" r="r" b="b"/>
            <a:pathLst>
              <a:path w="444" h="30">
                <a:moveTo>
                  <a:pt x="0" y="30"/>
                </a:moveTo>
                <a:lnTo>
                  <a:pt x="444" y="0"/>
                </a:lnTo>
                <a:lnTo>
                  <a:pt x="444" y="1"/>
                </a:lnTo>
                <a:lnTo>
                  <a:pt x="10" y="30"/>
                </a:lnTo>
                <a:lnTo>
                  <a:pt x="0" y="30"/>
                </a:lnTo>
                <a:close/>
              </a:path>
            </a:pathLst>
          </a:custGeom>
          <a:solidFill>
            <a:srgbClr val="cfa2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39" name=""/>
          <p:cNvSpPr/>
          <p:nvPr/>
        </p:nvSpPr>
        <p:spPr>
          <a:xfrm>
            <a:off x="8146800" y="3170160"/>
            <a:ext cx="156240" cy="10440"/>
          </a:xfrm>
          <a:custGeom>
            <a:avLst/>
            <a:gdLst/>
            <a:ahLst/>
            <a:rect l="0" t="0" r="r" b="b"/>
            <a:pathLst>
              <a:path w="434" h="29">
                <a:moveTo>
                  <a:pt x="0" y="29"/>
                </a:moveTo>
                <a:lnTo>
                  <a:pt x="434" y="0"/>
                </a:lnTo>
                <a:lnTo>
                  <a:pt x="434" y="1"/>
                </a:lnTo>
                <a:lnTo>
                  <a:pt x="10" y="29"/>
                </a:lnTo>
                <a:lnTo>
                  <a:pt x="0" y="29"/>
                </a:lnTo>
                <a:close/>
              </a:path>
            </a:pathLst>
          </a:custGeom>
          <a:solidFill>
            <a:srgbClr val="cfa2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0" name=""/>
          <p:cNvSpPr/>
          <p:nvPr/>
        </p:nvSpPr>
        <p:spPr>
          <a:xfrm>
            <a:off x="8150400" y="3170520"/>
            <a:ext cx="152640" cy="10080"/>
          </a:xfrm>
          <a:custGeom>
            <a:avLst/>
            <a:gdLst/>
            <a:ahLst/>
            <a:rect l="0" t="0" r="r" b="b"/>
            <a:pathLst>
              <a:path w="424" h="28">
                <a:moveTo>
                  <a:pt x="0" y="28"/>
                </a:moveTo>
                <a:lnTo>
                  <a:pt x="424" y="0"/>
                </a:lnTo>
                <a:lnTo>
                  <a:pt x="10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fa1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1" name=""/>
          <p:cNvSpPr/>
          <p:nvPr/>
        </p:nvSpPr>
        <p:spPr>
          <a:xfrm>
            <a:off x="8154000" y="3170520"/>
            <a:ext cx="149040" cy="10080"/>
          </a:xfrm>
          <a:custGeom>
            <a:avLst/>
            <a:gdLst/>
            <a:ahLst/>
            <a:rect l="0" t="0" r="r" b="b"/>
            <a:pathLst>
              <a:path w="414" h="28">
                <a:moveTo>
                  <a:pt x="0" y="28"/>
                </a:moveTo>
                <a:lnTo>
                  <a:pt x="414" y="0"/>
                </a:lnTo>
                <a:lnTo>
                  <a:pt x="414" y="1"/>
                </a:lnTo>
                <a:lnTo>
                  <a:pt x="10" y="28"/>
                </a:lnTo>
                <a:lnTo>
                  <a:pt x="0" y="28"/>
                </a:lnTo>
                <a:close/>
              </a:path>
            </a:pathLst>
          </a:custGeom>
          <a:solidFill>
            <a:srgbClr val="cfa1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2" name=""/>
          <p:cNvSpPr/>
          <p:nvPr/>
        </p:nvSpPr>
        <p:spPr>
          <a:xfrm>
            <a:off x="8157600" y="3170880"/>
            <a:ext cx="145440" cy="9720"/>
          </a:xfrm>
          <a:custGeom>
            <a:avLst/>
            <a:gdLst/>
            <a:ahLst/>
            <a:rect l="0" t="0" r="r" b="b"/>
            <a:pathLst>
              <a:path w="404" h="27">
                <a:moveTo>
                  <a:pt x="0" y="27"/>
                </a:moveTo>
                <a:lnTo>
                  <a:pt x="404" y="0"/>
                </a:lnTo>
                <a:lnTo>
                  <a:pt x="404" y="1"/>
                </a:lnTo>
                <a:lnTo>
                  <a:pt x="1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cfa1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3" name=""/>
          <p:cNvSpPr/>
          <p:nvPr/>
        </p:nvSpPr>
        <p:spPr>
          <a:xfrm>
            <a:off x="8161200" y="3171240"/>
            <a:ext cx="141840" cy="9360"/>
          </a:xfrm>
          <a:custGeom>
            <a:avLst/>
            <a:gdLst/>
            <a:ahLst/>
            <a:rect l="0" t="0" r="r" b="b"/>
            <a:pathLst>
              <a:path w="394" h="26">
                <a:moveTo>
                  <a:pt x="0" y="26"/>
                </a:moveTo>
                <a:lnTo>
                  <a:pt x="394" y="0"/>
                </a:lnTo>
                <a:lnTo>
                  <a:pt x="1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fa1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4" name=""/>
          <p:cNvSpPr/>
          <p:nvPr/>
        </p:nvSpPr>
        <p:spPr>
          <a:xfrm>
            <a:off x="8164800" y="3171240"/>
            <a:ext cx="138240" cy="9360"/>
          </a:xfrm>
          <a:custGeom>
            <a:avLst/>
            <a:gdLst/>
            <a:ahLst/>
            <a:rect l="0" t="0" r="r" b="b"/>
            <a:pathLst>
              <a:path w="384" h="26">
                <a:moveTo>
                  <a:pt x="0" y="26"/>
                </a:moveTo>
                <a:lnTo>
                  <a:pt x="384" y="0"/>
                </a:lnTo>
                <a:lnTo>
                  <a:pt x="384" y="1"/>
                </a:lnTo>
                <a:lnTo>
                  <a:pt x="10" y="26"/>
                </a:lnTo>
                <a:lnTo>
                  <a:pt x="0" y="26"/>
                </a:lnTo>
                <a:close/>
              </a:path>
            </a:pathLst>
          </a:custGeom>
          <a:solidFill>
            <a:srgbClr val="cfa0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5" name=""/>
          <p:cNvSpPr/>
          <p:nvPr/>
        </p:nvSpPr>
        <p:spPr>
          <a:xfrm>
            <a:off x="8168400" y="3171600"/>
            <a:ext cx="134640" cy="9000"/>
          </a:xfrm>
          <a:custGeom>
            <a:avLst/>
            <a:gdLst/>
            <a:ahLst/>
            <a:rect l="0" t="0" r="r" b="b"/>
            <a:pathLst>
              <a:path w="374" h="25">
                <a:moveTo>
                  <a:pt x="0" y="25"/>
                </a:moveTo>
                <a:lnTo>
                  <a:pt x="374" y="0"/>
                </a:lnTo>
                <a:lnTo>
                  <a:pt x="374" y="1"/>
                </a:lnTo>
                <a:lnTo>
                  <a:pt x="10" y="25"/>
                </a:lnTo>
                <a:lnTo>
                  <a:pt x="0" y="25"/>
                </a:lnTo>
                <a:close/>
              </a:path>
            </a:pathLst>
          </a:custGeom>
          <a:solidFill>
            <a:srgbClr val="cfa0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6" name=""/>
          <p:cNvSpPr/>
          <p:nvPr/>
        </p:nvSpPr>
        <p:spPr>
          <a:xfrm>
            <a:off x="8172000" y="3171960"/>
            <a:ext cx="131040" cy="8640"/>
          </a:xfrm>
          <a:custGeom>
            <a:avLst/>
            <a:gdLst/>
            <a:ahLst/>
            <a:rect l="0" t="0" r="r" b="b"/>
            <a:pathLst>
              <a:path w="364" h="24">
                <a:moveTo>
                  <a:pt x="0" y="24"/>
                </a:moveTo>
                <a:lnTo>
                  <a:pt x="364" y="0"/>
                </a:lnTo>
                <a:lnTo>
                  <a:pt x="11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f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7" name=""/>
          <p:cNvSpPr/>
          <p:nvPr/>
        </p:nvSpPr>
        <p:spPr>
          <a:xfrm>
            <a:off x="8175960" y="3171960"/>
            <a:ext cx="127080" cy="8640"/>
          </a:xfrm>
          <a:custGeom>
            <a:avLst/>
            <a:gdLst/>
            <a:ahLst/>
            <a:rect l="0" t="0" r="r" b="b"/>
            <a:pathLst>
              <a:path w="353" h="24">
                <a:moveTo>
                  <a:pt x="0" y="24"/>
                </a:moveTo>
                <a:lnTo>
                  <a:pt x="353" y="0"/>
                </a:lnTo>
                <a:lnTo>
                  <a:pt x="353" y="1"/>
                </a:lnTo>
                <a:lnTo>
                  <a:pt x="10" y="24"/>
                </a:lnTo>
                <a:lnTo>
                  <a:pt x="0" y="24"/>
                </a:lnTo>
                <a:close/>
              </a:path>
            </a:pathLst>
          </a:custGeom>
          <a:solidFill>
            <a:srgbClr val="ce9f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8" name=""/>
          <p:cNvSpPr/>
          <p:nvPr/>
        </p:nvSpPr>
        <p:spPr>
          <a:xfrm>
            <a:off x="8179560" y="3172320"/>
            <a:ext cx="123480" cy="8280"/>
          </a:xfrm>
          <a:custGeom>
            <a:avLst/>
            <a:gdLst/>
            <a:ahLst/>
            <a:rect l="0" t="0" r="r" b="b"/>
            <a:pathLst>
              <a:path w="343" h="23">
                <a:moveTo>
                  <a:pt x="0" y="23"/>
                </a:moveTo>
                <a:lnTo>
                  <a:pt x="343" y="0"/>
                </a:lnTo>
                <a:lnTo>
                  <a:pt x="343" y="1"/>
                </a:lnTo>
                <a:lnTo>
                  <a:pt x="1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ce9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49" name=""/>
          <p:cNvSpPr/>
          <p:nvPr/>
        </p:nvSpPr>
        <p:spPr>
          <a:xfrm>
            <a:off x="8183160" y="3172680"/>
            <a:ext cx="119880" cy="7920"/>
          </a:xfrm>
          <a:custGeom>
            <a:avLst/>
            <a:gdLst/>
            <a:ahLst/>
            <a:rect l="0" t="0" r="r" b="b"/>
            <a:pathLst>
              <a:path w="333" h="22">
                <a:moveTo>
                  <a:pt x="0" y="22"/>
                </a:moveTo>
                <a:lnTo>
                  <a:pt x="333" y="0"/>
                </a:lnTo>
                <a:lnTo>
                  <a:pt x="10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f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0" name=""/>
          <p:cNvSpPr/>
          <p:nvPr/>
        </p:nvSpPr>
        <p:spPr>
          <a:xfrm>
            <a:off x="8186760" y="3172680"/>
            <a:ext cx="116280" cy="7920"/>
          </a:xfrm>
          <a:custGeom>
            <a:avLst/>
            <a:gdLst/>
            <a:ahLst/>
            <a:rect l="0" t="0" r="r" b="b"/>
            <a:pathLst>
              <a:path w="323" h="22">
                <a:moveTo>
                  <a:pt x="0" y="22"/>
                </a:moveTo>
                <a:lnTo>
                  <a:pt x="323" y="0"/>
                </a:lnTo>
                <a:lnTo>
                  <a:pt x="323" y="1"/>
                </a:lnTo>
                <a:lnTo>
                  <a:pt x="10" y="22"/>
                </a:lnTo>
                <a:lnTo>
                  <a:pt x="0" y="22"/>
                </a:lnTo>
                <a:close/>
              </a:path>
            </a:pathLst>
          </a:custGeom>
          <a:solidFill>
            <a:srgbClr val="ce9e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1" name=""/>
          <p:cNvSpPr/>
          <p:nvPr/>
        </p:nvSpPr>
        <p:spPr>
          <a:xfrm>
            <a:off x="8190360" y="3173040"/>
            <a:ext cx="112680" cy="7560"/>
          </a:xfrm>
          <a:custGeom>
            <a:avLst/>
            <a:gdLst/>
            <a:ahLst/>
            <a:rect l="0" t="0" r="r" b="b"/>
            <a:pathLst>
              <a:path w="313" h="21">
                <a:moveTo>
                  <a:pt x="0" y="21"/>
                </a:moveTo>
                <a:lnTo>
                  <a:pt x="313" y="0"/>
                </a:lnTo>
                <a:lnTo>
                  <a:pt x="313" y="1"/>
                </a:lnTo>
                <a:lnTo>
                  <a:pt x="10" y="21"/>
                </a:lnTo>
                <a:lnTo>
                  <a:pt x="0" y="21"/>
                </a:lnTo>
                <a:close/>
              </a:path>
            </a:pathLst>
          </a:custGeom>
          <a:solidFill>
            <a:srgbClr val="ce9e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2" name=""/>
          <p:cNvSpPr/>
          <p:nvPr/>
        </p:nvSpPr>
        <p:spPr>
          <a:xfrm>
            <a:off x="8193960" y="3173400"/>
            <a:ext cx="109080" cy="7200"/>
          </a:xfrm>
          <a:custGeom>
            <a:avLst/>
            <a:gdLst/>
            <a:ahLst/>
            <a:rect l="0" t="0" r="r" b="b"/>
            <a:pathLst>
              <a:path w="303" h="20">
                <a:moveTo>
                  <a:pt x="0" y="20"/>
                </a:moveTo>
                <a:lnTo>
                  <a:pt x="303" y="0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e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3" name=""/>
          <p:cNvSpPr/>
          <p:nvPr/>
        </p:nvSpPr>
        <p:spPr>
          <a:xfrm>
            <a:off x="8197560" y="3173400"/>
            <a:ext cx="105480" cy="7200"/>
          </a:xfrm>
          <a:custGeom>
            <a:avLst/>
            <a:gdLst/>
            <a:ahLst/>
            <a:rect l="0" t="0" r="r" b="b"/>
            <a:pathLst>
              <a:path w="293" h="20">
                <a:moveTo>
                  <a:pt x="0" y="20"/>
                </a:moveTo>
                <a:lnTo>
                  <a:pt x="293" y="0"/>
                </a:lnTo>
                <a:lnTo>
                  <a:pt x="293" y="1"/>
                </a:lnTo>
                <a:lnTo>
                  <a:pt x="1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ce9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4" name=""/>
          <p:cNvSpPr/>
          <p:nvPr/>
        </p:nvSpPr>
        <p:spPr>
          <a:xfrm>
            <a:off x="8201160" y="3173760"/>
            <a:ext cx="101880" cy="6840"/>
          </a:xfrm>
          <a:custGeom>
            <a:avLst/>
            <a:gdLst/>
            <a:ahLst/>
            <a:rect l="0" t="0" r="r" b="b"/>
            <a:pathLst>
              <a:path w="283" h="19">
                <a:moveTo>
                  <a:pt x="0" y="19"/>
                </a:moveTo>
                <a:lnTo>
                  <a:pt x="283" y="0"/>
                </a:lnTo>
                <a:lnTo>
                  <a:pt x="283" y="1"/>
                </a:lnTo>
                <a:lnTo>
                  <a:pt x="10" y="19"/>
                </a:lnTo>
                <a:lnTo>
                  <a:pt x="0" y="19"/>
                </a:lnTo>
                <a:close/>
              </a:path>
            </a:pathLst>
          </a:custGeom>
          <a:solidFill>
            <a:srgbClr val="ce9d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5" name=""/>
          <p:cNvSpPr/>
          <p:nvPr/>
        </p:nvSpPr>
        <p:spPr>
          <a:xfrm>
            <a:off x="8204760" y="3174120"/>
            <a:ext cx="98280" cy="6480"/>
          </a:xfrm>
          <a:custGeom>
            <a:avLst/>
            <a:gdLst/>
            <a:ahLst/>
            <a:rect l="0" t="0" r="r" b="b"/>
            <a:pathLst>
              <a:path w="273" h="18">
                <a:moveTo>
                  <a:pt x="0" y="18"/>
                </a:moveTo>
                <a:lnTo>
                  <a:pt x="273" y="0"/>
                </a:lnTo>
                <a:lnTo>
                  <a:pt x="10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d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6" name=""/>
          <p:cNvSpPr/>
          <p:nvPr/>
        </p:nvSpPr>
        <p:spPr>
          <a:xfrm>
            <a:off x="8208360" y="3174120"/>
            <a:ext cx="94680" cy="6480"/>
          </a:xfrm>
          <a:custGeom>
            <a:avLst/>
            <a:gdLst/>
            <a:ahLst/>
            <a:rect l="0" t="0" r="r" b="b"/>
            <a:pathLst>
              <a:path w="263" h="18">
                <a:moveTo>
                  <a:pt x="0" y="18"/>
                </a:moveTo>
                <a:lnTo>
                  <a:pt x="263" y="0"/>
                </a:lnTo>
                <a:lnTo>
                  <a:pt x="263" y="1"/>
                </a:lnTo>
                <a:lnTo>
                  <a:pt x="10" y="18"/>
                </a:lnTo>
                <a:lnTo>
                  <a:pt x="0" y="18"/>
                </a:lnTo>
                <a:close/>
              </a:path>
            </a:pathLst>
          </a:custGeom>
          <a:solidFill>
            <a:srgbClr val="ce9d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7" name=""/>
          <p:cNvSpPr/>
          <p:nvPr/>
        </p:nvSpPr>
        <p:spPr>
          <a:xfrm>
            <a:off x="8211960" y="3174480"/>
            <a:ext cx="91080" cy="6120"/>
          </a:xfrm>
          <a:custGeom>
            <a:avLst/>
            <a:gdLst/>
            <a:ahLst/>
            <a:rect l="0" t="0" r="r" b="b"/>
            <a:pathLst>
              <a:path w="253" h="17">
                <a:moveTo>
                  <a:pt x="0" y="17"/>
                </a:moveTo>
                <a:lnTo>
                  <a:pt x="253" y="0"/>
                </a:lnTo>
                <a:lnTo>
                  <a:pt x="253" y="1"/>
                </a:lnTo>
                <a:lnTo>
                  <a:pt x="10" y="17"/>
                </a:lnTo>
                <a:lnTo>
                  <a:pt x="0" y="17"/>
                </a:lnTo>
                <a:close/>
              </a:path>
            </a:pathLst>
          </a:custGeom>
          <a:solidFill>
            <a:srgbClr val="ce9d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8" name=""/>
          <p:cNvSpPr/>
          <p:nvPr/>
        </p:nvSpPr>
        <p:spPr>
          <a:xfrm>
            <a:off x="8215560" y="3174840"/>
            <a:ext cx="87480" cy="5760"/>
          </a:xfrm>
          <a:custGeom>
            <a:avLst/>
            <a:gdLst/>
            <a:ahLst/>
            <a:rect l="0" t="0" r="r" b="b"/>
            <a:pathLst>
              <a:path w="243" h="16">
                <a:moveTo>
                  <a:pt x="0" y="16"/>
                </a:moveTo>
                <a:lnTo>
                  <a:pt x="243" y="0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59" name=""/>
          <p:cNvSpPr/>
          <p:nvPr/>
        </p:nvSpPr>
        <p:spPr>
          <a:xfrm>
            <a:off x="8219160" y="3174840"/>
            <a:ext cx="83880" cy="5760"/>
          </a:xfrm>
          <a:custGeom>
            <a:avLst/>
            <a:gdLst/>
            <a:ahLst/>
            <a:rect l="0" t="0" r="r" b="b"/>
            <a:pathLst>
              <a:path w="233" h="16">
                <a:moveTo>
                  <a:pt x="0" y="16"/>
                </a:moveTo>
                <a:lnTo>
                  <a:pt x="233" y="0"/>
                </a:lnTo>
                <a:lnTo>
                  <a:pt x="233" y="1"/>
                </a:lnTo>
                <a:lnTo>
                  <a:pt x="10" y="16"/>
                </a:lnTo>
                <a:lnTo>
                  <a:pt x="0" y="16"/>
                </a:lnTo>
                <a:close/>
              </a:path>
            </a:pathLst>
          </a:custGeom>
          <a:solidFill>
            <a:srgbClr val="cd9d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60" name=""/>
          <p:cNvSpPr/>
          <p:nvPr/>
        </p:nvSpPr>
        <p:spPr>
          <a:xfrm>
            <a:off x="8222760" y="3175200"/>
            <a:ext cx="80280" cy="5400"/>
          </a:xfrm>
          <a:custGeom>
            <a:avLst/>
            <a:gdLst/>
            <a:ahLst/>
            <a:rect l="0" t="0" r="r" b="b"/>
            <a:pathLst>
              <a:path w="223" h="15">
                <a:moveTo>
                  <a:pt x="0" y="15"/>
                </a:moveTo>
                <a:lnTo>
                  <a:pt x="223" y="0"/>
                </a:lnTo>
                <a:lnTo>
                  <a:pt x="223" y="1"/>
                </a:lnTo>
                <a:lnTo>
                  <a:pt x="10" y="15"/>
                </a:lnTo>
                <a:lnTo>
                  <a:pt x="0" y="15"/>
                </a:lnTo>
                <a:close/>
              </a:path>
            </a:pathLst>
          </a:custGeom>
          <a:solidFill>
            <a:srgbClr val="cd9c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61" name=""/>
          <p:cNvSpPr/>
          <p:nvPr/>
        </p:nvSpPr>
        <p:spPr>
          <a:xfrm>
            <a:off x="8226360" y="3175560"/>
            <a:ext cx="76680" cy="5040"/>
          </a:xfrm>
          <a:custGeom>
            <a:avLst/>
            <a:gdLst/>
            <a:ahLst/>
            <a:rect l="0" t="0" r="r" b="b"/>
            <a:pathLst>
              <a:path w="213" h="14">
                <a:moveTo>
                  <a:pt x="0" y="14"/>
                </a:moveTo>
                <a:lnTo>
                  <a:pt x="213" y="0"/>
                </a:lnTo>
                <a:lnTo>
                  <a:pt x="10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62" name=""/>
          <p:cNvSpPr/>
          <p:nvPr/>
        </p:nvSpPr>
        <p:spPr>
          <a:xfrm>
            <a:off x="8229960" y="3175560"/>
            <a:ext cx="73080" cy="5040"/>
          </a:xfrm>
          <a:custGeom>
            <a:avLst/>
            <a:gdLst/>
            <a:ahLst/>
            <a:rect l="0" t="0" r="r" b="b"/>
            <a:pathLst>
              <a:path w="203" h="14">
                <a:moveTo>
                  <a:pt x="0" y="14"/>
                </a:moveTo>
                <a:lnTo>
                  <a:pt x="203" y="0"/>
                </a:lnTo>
                <a:lnTo>
                  <a:pt x="203" y="1"/>
                </a:lnTo>
                <a:lnTo>
                  <a:pt x="1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cd9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63" name=""/>
          <p:cNvSpPr/>
          <p:nvPr/>
        </p:nvSpPr>
        <p:spPr>
          <a:xfrm>
            <a:off x="8233920" y="3175920"/>
            <a:ext cx="69120" cy="4680"/>
          </a:xfrm>
          <a:custGeom>
            <a:avLst/>
            <a:gdLst/>
            <a:ahLst/>
            <a:rect l="0" t="0" r="r" b="b"/>
            <a:pathLst>
              <a:path w="192" h="13">
                <a:moveTo>
                  <a:pt x="0" y="13"/>
                </a:moveTo>
                <a:lnTo>
                  <a:pt x="192" y="0"/>
                </a:lnTo>
                <a:lnTo>
                  <a:pt x="192" y="1"/>
                </a:lnTo>
                <a:lnTo>
                  <a:pt x="10" y="13"/>
                </a:lnTo>
                <a:lnTo>
                  <a:pt x="0" y="13"/>
                </a:lnTo>
                <a:close/>
              </a:path>
            </a:pathLst>
          </a:custGeom>
          <a:solidFill>
            <a:srgbClr val="cd9c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64" name=""/>
          <p:cNvSpPr/>
          <p:nvPr/>
        </p:nvSpPr>
        <p:spPr>
          <a:xfrm>
            <a:off x="8237520" y="3176280"/>
            <a:ext cx="65520" cy="4320"/>
          </a:xfrm>
          <a:custGeom>
            <a:avLst/>
            <a:gdLst/>
            <a:ahLst/>
            <a:rect l="0" t="0" r="r" b="b"/>
            <a:pathLst>
              <a:path w="182" h="12">
                <a:moveTo>
                  <a:pt x="0" y="12"/>
                </a:moveTo>
                <a:lnTo>
                  <a:pt x="182" y="0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65" name=""/>
          <p:cNvSpPr/>
          <p:nvPr/>
        </p:nvSpPr>
        <p:spPr>
          <a:xfrm>
            <a:off x="8241120" y="3176280"/>
            <a:ext cx="61920" cy="4320"/>
          </a:xfrm>
          <a:custGeom>
            <a:avLst/>
            <a:gdLst/>
            <a:ahLst/>
            <a:rect l="0" t="0" r="r" b="b"/>
            <a:pathLst>
              <a:path w="172" h="12">
                <a:moveTo>
                  <a:pt x="0" y="12"/>
                </a:moveTo>
                <a:lnTo>
                  <a:pt x="172" y="0"/>
                </a:lnTo>
                <a:lnTo>
                  <a:pt x="172" y="1"/>
                </a:lnTo>
                <a:lnTo>
                  <a:pt x="1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d9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66" name=""/>
          <p:cNvSpPr/>
          <p:nvPr/>
        </p:nvSpPr>
        <p:spPr>
          <a:xfrm>
            <a:off x="8244720" y="3176640"/>
            <a:ext cx="58320" cy="3960"/>
          </a:xfrm>
          <a:custGeom>
            <a:avLst/>
            <a:gdLst/>
            <a:ahLst/>
            <a:rect l="0" t="0" r="r" b="b"/>
            <a:pathLst>
              <a:path w="162" h="11">
                <a:moveTo>
                  <a:pt x="0" y="11"/>
                </a:moveTo>
                <a:lnTo>
                  <a:pt x="162" y="0"/>
                </a:lnTo>
                <a:lnTo>
                  <a:pt x="162" y="2"/>
                </a:lnTo>
                <a:lnTo>
                  <a:pt x="1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d9b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67" name=""/>
          <p:cNvSpPr/>
          <p:nvPr/>
        </p:nvSpPr>
        <p:spPr>
          <a:xfrm>
            <a:off x="8248320" y="3177000"/>
            <a:ext cx="54720" cy="3600"/>
          </a:xfrm>
          <a:custGeom>
            <a:avLst/>
            <a:gdLst/>
            <a:ahLst/>
            <a:rect l="0" t="0" r="r" b="b"/>
            <a:pathLst>
              <a:path w="152" h="10">
                <a:moveTo>
                  <a:pt x="0" y="10"/>
                </a:moveTo>
                <a:lnTo>
                  <a:pt x="152" y="0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68" name=""/>
          <p:cNvSpPr/>
          <p:nvPr/>
        </p:nvSpPr>
        <p:spPr>
          <a:xfrm>
            <a:off x="8251920" y="3177000"/>
            <a:ext cx="51120" cy="3600"/>
          </a:xfrm>
          <a:custGeom>
            <a:avLst/>
            <a:gdLst/>
            <a:ahLst/>
            <a:rect l="0" t="0" r="r" b="b"/>
            <a:pathLst>
              <a:path w="142" h="10">
                <a:moveTo>
                  <a:pt x="0" y="10"/>
                </a:moveTo>
                <a:lnTo>
                  <a:pt x="142" y="0"/>
                </a:lnTo>
                <a:lnTo>
                  <a:pt x="142" y="1"/>
                </a:lnTo>
                <a:lnTo>
                  <a:pt x="10" y="10"/>
                </a:lnTo>
                <a:lnTo>
                  <a:pt x="0" y="10"/>
                </a:lnTo>
                <a:close/>
              </a:path>
            </a:pathLst>
          </a:custGeom>
          <a:solidFill>
            <a:srgbClr val="cd9b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69" name=""/>
          <p:cNvSpPr/>
          <p:nvPr/>
        </p:nvSpPr>
        <p:spPr>
          <a:xfrm>
            <a:off x="8255520" y="3177360"/>
            <a:ext cx="47520" cy="3240"/>
          </a:xfrm>
          <a:custGeom>
            <a:avLst/>
            <a:gdLst/>
            <a:ahLst/>
            <a:rect l="0" t="0" r="r" b="b"/>
            <a:pathLst>
              <a:path w="132" h="9">
                <a:moveTo>
                  <a:pt x="0" y="9"/>
                </a:moveTo>
                <a:lnTo>
                  <a:pt x="132" y="0"/>
                </a:lnTo>
                <a:lnTo>
                  <a:pt x="132" y="1"/>
                </a:lnTo>
                <a:lnTo>
                  <a:pt x="10" y="9"/>
                </a:lnTo>
                <a:lnTo>
                  <a:pt x="0" y="9"/>
                </a:lnTo>
                <a:close/>
              </a:path>
            </a:pathLst>
          </a:custGeom>
          <a:solidFill>
            <a:srgbClr val="cd9b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0" name=""/>
          <p:cNvSpPr/>
          <p:nvPr/>
        </p:nvSpPr>
        <p:spPr>
          <a:xfrm>
            <a:off x="8259120" y="3177720"/>
            <a:ext cx="43920" cy="2880"/>
          </a:xfrm>
          <a:custGeom>
            <a:avLst/>
            <a:gdLst/>
            <a:ahLst/>
            <a:rect l="0" t="0" r="r" b="b"/>
            <a:pathLst>
              <a:path w="122" h="8">
                <a:moveTo>
                  <a:pt x="0" y="8"/>
                </a:moveTo>
                <a:lnTo>
                  <a:pt x="122" y="0"/>
                </a:lnTo>
                <a:lnTo>
                  <a:pt x="10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a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1" name=""/>
          <p:cNvSpPr/>
          <p:nvPr/>
        </p:nvSpPr>
        <p:spPr>
          <a:xfrm>
            <a:off x="8262720" y="3177720"/>
            <a:ext cx="40320" cy="2880"/>
          </a:xfrm>
          <a:custGeom>
            <a:avLst/>
            <a:gdLst/>
            <a:ahLst/>
            <a:rect l="0" t="0" r="r" b="b"/>
            <a:pathLst>
              <a:path w="112" h="8">
                <a:moveTo>
                  <a:pt x="0" y="8"/>
                </a:moveTo>
                <a:lnTo>
                  <a:pt x="112" y="0"/>
                </a:lnTo>
                <a:lnTo>
                  <a:pt x="112" y="1"/>
                </a:lnTo>
                <a:lnTo>
                  <a:pt x="10" y="8"/>
                </a:lnTo>
                <a:lnTo>
                  <a:pt x="0" y="8"/>
                </a:lnTo>
                <a:close/>
              </a:path>
            </a:pathLst>
          </a:custGeom>
          <a:solidFill>
            <a:srgbClr val="cd9a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2" name=""/>
          <p:cNvSpPr/>
          <p:nvPr/>
        </p:nvSpPr>
        <p:spPr>
          <a:xfrm>
            <a:off x="8266320" y="3178080"/>
            <a:ext cx="36720" cy="2520"/>
          </a:xfrm>
          <a:custGeom>
            <a:avLst/>
            <a:gdLst/>
            <a:ahLst/>
            <a:rect l="0" t="0" r="r" b="b"/>
            <a:pathLst>
              <a:path w="102" h="7">
                <a:moveTo>
                  <a:pt x="0" y="7"/>
                </a:moveTo>
                <a:lnTo>
                  <a:pt x="102" y="0"/>
                </a:lnTo>
                <a:lnTo>
                  <a:pt x="10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3" name=""/>
          <p:cNvSpPr/>
          <p:nvPr/>
        </p:nvSpPr>
        <p:spPr>
          <a:xfrm>
            <a:off x="8269920" y="3178080"/>
            <a:ext cx="33120" cy="2520"/>
          </a:xfrm>
          <a:custGeom>
            <a:avLst/>
            <a:gdLst/>
            <a:ahLst/>
            <a:rect l="0" t="0" r="r" b="b"/>
            <a:pathLst>
              <a:path w="92" h="7">
                <a:moveTo>
                  <a:pt x="0" y="7"/>
                </a:moveTo>
                <a:lnTo>
                  <a:pt x="92" y="0"/>
                </a:lnTo>
                <a:lnTo>
                  <a:pt x="92" y="1"/>
                </a:lnTo>
                <a:lnTo>
                  <a:pt x="10" y="7"/>
                </a:lnTo>
                <a:lnTo>
                  <a:pt x="0" y="7"/>
                </a:lnTo>
                <a:close/>
              </a:path>
            </a:pathLst>
          </a:custGeom>
          <a:solidFill>
            <a:srgbClr val="cc9a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4" name=""/>
          <p:cNvSpPr/>
          <p:nvPr/>
        </p:nvSpPr>
        <p:spPr>
          <a:xfrm>
            <a:off x="8273520" y="3178440"/>
            <a:ext cx="29520" cy="2160"/>
          </a:xfrm>
          <a:custGeom>
            <a:avLst/>
            <a:gdLst/>
            <a:ahLst/>
            <a:rect l="0" t="0" r="r" b="b"/>
            <a:pathLst>
              <a:path w="82" h="6">
                <a:moveTo>
                  <a:pt x="0" y="6"/>
                </a:moveTo>
                <a:lnTo>
                  <a:pt x="82" y="0"/>
                </a:lnTo>
                <a:lnTo>
                  <a:pt x="82" y="1"/>
                </a:lnTo>
                <a:lnTo>
                  <a:pt x="10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5" name=""/>
          <p:cNvSpPr/>
          <p:nvPr/>
        </p:nvSpPr>
        <p:spPr>
          <a:xfrm>
            <a:off x="8277120" y="3178800"/>
            <a:ext cx="25920" cy="1800"/>
          </a:xfrm>
          <a:custGeom>
            <a:avLst/>
            <a:gdLst/>
            <a:ahLst/>
            <a:rect l="0" t="0" r="r" b="b"/>
            <a:pathLst>
              <a:path w="72" h="5">
                <a:moveTo>
                  <a:pt x="0" y="5"/>
                </a:moveTo>
                <a:lnTo>
                  <a:pt x="72" y="0"/>
                </a:lnTo>
                <a:lnTo>
                  <a:pt x="11" y="5"/>
                </a:lnTo>
                <a:lnTo>
                  <a:pt x="0" y="5"/>
                </a:lnTo>
                <a:close/>
              </a:path>
            </a:pathLst>
          </a:custGeom>
          <a:solidFill>
            <a:srgbClr val="cc9a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6" name=""/>
          <p:cNvSpPr/>
          <p:nvPr/>
        </p:nvSpPr>
        <p:spPr>
          <a:xfrm>
            <a:off x="8280720" y="3178800"/>
            <a:ext cx="22320" cy="2160"/>
          </a:xfrm>
          <a:custGeom>
            <a:avLst/>
            <a:gdLst/>
            <a:ahLst/>
            <a:rect l="0" t="0" r="r" b="b"/>
            <a:pathLst>
              <a:path w="62" h="6">
                <a:moveTo>
                  <a:pt x="0" y="6"/>
                </a:moveTo>
                <a:lnTo>
                  <a:pt x="62" y="0"/>
                </a:lnTo>
                <a:lnTo>
                  <a:pt x="62" y="2"/>
                </a:lnTo>
                <a:lnTo>
                  <a:pt x="11" y="6"/>
                </a:lnTo>
                <a:lnTo>
                  <a:pt x="0" y="6"/>
                </a:lnTo>
                <a:close/>
              </a:path>
            </a:pathLst>
          </a:custGeom>
          <a:solidFill>
            <a:srgbClr val="cc9a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7" name=""/>
          <p:cNvSpPr/>
          <p:nvPr/>
        </p:nvSpPr>
        <p:spPr>
          <a:xfrm>
            <a:off x="8284320" y="3179160"/>
            <a:ext cx="18720" cy="1440"/>
          </a:xfrm>
          <a:custGeom>
            <a:avLst/>
            <a:gdLst/>
            <a:ahLst/>
            <a:rect l="0" t="0" r="r" b="b"/>
            <a:pathLst>
              <a:path w="52" h="4">
                <a:moveTo>
                  <a:pt x="0" y="4"/>
                </a:moveTo>
                <a:lnTo>
                  <a:pt x="52" y="0"/>
                </a:lnTo>
                <a:lnTo>
                  <a:pt x="52" y="1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a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8" name=""/>
          <p:cNvSpPr/>
          <p:nvPr/>
        </p:nvSpPr>
        <p:spPr>
          <a:xfrm>
            <a:off x="8287920" y="3179520"/>
            <a:ext cx="15120" cy="1080"/>
          </a:xfrm>
          <a:custGeom>
            <a:avLst/>
            <a:gdLst/>
            <a:ahLst/>
            <a:rect l="0" t="0" r="r" b="b"/>
            <a:pathLst>
              <a:path w="42" h="3">
                <a:moveTo>
                  <a:pt x="0" y="3"/>
                </a:moveTo>
                <a:lnTo>
                  <a:pt x="42" y="0"/>
                </a:lnTo>
                <a:lnTo>
                  <a:pt x="11" y="3"/>
                </a:lnTo>
                <a:lnTo>
                  <a:pt x="0" y="3"/>
                </a:lnTo>
                <a:close/>
              </a:path>
            </a:pathLst>
          </a:custGeom>
          <a:solidFill>
            <a:srgbClr val="cc99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79" name=""/>
          <p:cNvSpPr/>
          <p:nvPr/>
        </p:nvSpPr>
        <p:spPr>
          <a:xfrm>
            <a:off x="8291880" y="3179520"/>
            <a:ext cx="11160" cy="1440"/>
          </a:xfrm>
          <a:custGeom>
            <a:avLst/>
            <a:gdLst/>
            <a:ahLst/>
            <a:rect l="0" t="0" r="r" b="b"/>
            <a:pathLst>
              <a:path w="31" h="4">
                <a:moveTo>
                  <a:pt x="0" y="4"/>
                </a:moveTo>
                <a:lnTo>
                  <a:pt x="31" y="0"/>
                </a:lnTo>
                <a:lnTo>
                  <a:pt x="31" y="2"/>
                </a:lnTo>
                <a:lnTo>
                  <a:pt x="10" y="4"/>
                </a:lnTo>
                <a:lnTo>
                  <a:pt x="0" y="4"/>
                </a:lnTo>
                <a:close/>
              </a:path>
            </a:pathLst>
          </a:custGeom>
          <a:solidFill>
            <a:srgbClr val="cc99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80" name=""/>
          <p:cNvSpPr/>
          <p:nvPr/>
        </p:nvSpPr>
        <p:spPr>
          <a:xfrm>
            <a:off x="8295480" y="3179880"/>
            <a:ext cx="7560" cy="720"/>
          </a:xfrm>
          <a:custGeom>
            <a:avLst/>
            <a:gdLst/>
            <a:ahLst/>
            <a:rect l="0" t="0" r="r" b="b"/>
            <a:pathLst>
              <a:path w="21" h="2">
                <a:moveTo>
                  <a:pt x="0" y="2"/>
                </a:moveTo>
                <a:lnTo>
                  <a:pt x="21" y="0"/>
                </a:lnTo>
                <a:lnTo>
                  <a:pt x="21" y="2"/>
                </a:lnTo>
                <a:lnTo>
                  <a:pt x="11" y="2"/>
                </a:lnTo>
                <a:lnTo>
                  <a:pt x="0" y="2"/>
                </a:lnTo>
                <a:close/>
              </a:path>
            </a:pathLst>
          </a:custGeom>
          <a:solidFill>
            <a:srgbClr val="cc99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81" name=""/>
          <p:cNvSpPr/>
          <p:nvPr/>
        </p:nvSpPr>
        <p:spPr>
          <a:xfrm>
            <a:off x="8299080" y="3180240"/>
            <a:ext cx="3600" cy="0"/>
          </a:xfrm>
          <a:custGeom>
            <a:avLst/>
            <a:gdLst/>
            <a:ahLst/>
            <a:rect l="0" t="0" r="r" b="b"/>
            <a:pathLst>
              <a:path w="10" h="0">
                <a:moveTo>
                  <a:pt x="0" y="0"/>
                </a:moveTo>
                <a:lnTo>
                  <a:pt x="10" y="0"/>
                </a:lnTo>
                <a:lnTo>
                  <a:pt x="0" y="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82" name=""/>
          <p:cNvSpPr/>
          <p:nvPr/>
        </p:nvSpPr>
        <p:spPr>
          <a:xfrm>
            <a:off x="7837920" y="3150000"/>
            <a:ext cx="465120" cy="30600"/>
          </a:xfrm>
          <a:custGeom>
            <a:avLst/>
            <a:gdLst/>
            <a:ahLst/>
            <a:rect l="0" t="0" r="r" b="b"/>
            <a:pathLst>
              <a:path w="1292" h="85">
                <a:moveTo>
                  <a:pt x="0" y="85"/>
                </a:moveTo>
                <a:lnTo>
                  <a:pt x="1292" y="85"/>
                </a:lnTo>
                <a:lnTo>
                  <a:pt x="1292" y="0"/>
                </a:lnTo>
                <a:lnTo>
                  <a:pt x="0" y="0"/>
                </a:lnTo>
                <a:lnTo>
                  <a:pt x="0" y="8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83" name=""/>
          <p:cNvSpPr txBox="1"/>
          <p:nvPr/>
        </p:nvSpPr>
        <p:spPr>
          <a:xfrm>
            <a:off x="7327440" y="5238000"/>
            <a:ext cx="2293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9c1f00"/>
                </a:solidFill>
                <a:latin typeface="Arial"/>
                <a:ea typeface="Arial"/>
              </a:rPr>
              <a:t>ON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84" name=""/>
          <p:cNvSpPr txBox="1"/>
          <p:nvPr/>
        </p:nvSpPr>
        <p:spPr>
          <a:xfrm>
            <a:off x="2144160" y="3080160"/>
            <a:ext cx="32976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Fat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85" name=""/>
          <p:cNvSpPr txBox="1"/>
          <p:nvPr/>
        </p:nvSpPr>
        <p:spPr>
          <a:xfrm>
            <a:off x="5937480" y="3094200"/>
            <a:ext cx="61020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Water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86" name=""/>
          <p:cNvSpPr txBox="1"/>
          <p:nvPr/>
        </p:nvSpPr>
        <p:spPr>
          <a:xfrm>
            <a:off x="917280" y="1269720"/>
            <a:ext cx="28900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[Characteristics of Impedance]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87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8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9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59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2592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2593" name=""/>
          <p:cNvSpPr txBox="1"/>
          <p:nvPr/>
        </p:nvSpPr>
        <p:spPr>
          <a:xfrm>
            <a:off x="436320" y="423360"/>
            <a:ext cx="21618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What is BIA?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94" name=""/>
          <p:cNvSpPr txBox="1"/>
          <p:nvPr/>
        </p:nvSpPr>
        <p:spPr>
          <a:xfrm>
            <a:off x="2949120" y="5681520"/>
            <a:ext cx="431208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404040"/>
                </a:solidFill>
                <a:latin typeface="Arial"/>
                <a:ea typeface="Arial"/>
              </a:rPr>
              <a:t>Impedance and Body Water are inversely proportional.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2595" name="" descr=""/>
          <p:cNvPicPr/>
          <p:nvPr/>
        </p:nvPicPr>
        <p:blipFill>
          <a:blip r:embed="rId2"/>
          <a:stretch/>
        </p:blipFill>
        <p:spPr>
          <a:xfrm>
            <a:off x="1359360" y="2552760"/>
            <a:ext cx="2899800" cy="2328480"/>
          </a:xfrm>
          <a:prstGeom prst="rect">
            <a:avLst/>
          </a:prstGeom>
          <a:ln w="0">
            <a:noFill/>
          </a:ln>
        </p:spPr>
      </p:pic>
      <p:sp>
        <p:nvSpPr>
          <p:cNvPr id="12596" name=""/>
          <p:cNvSpPr txBox="1"/>
          <p:nvPr/>
        </p:nvSpPr>
        <p:spPr>
          <a:xfrm>
            <a:off x="2607480" y="5898600"/>
            <a:ext cx="49568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BIA devices Use impedance to measure body water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97" name=""/>
          <p:cNvSpPr/>
          <p:nvPr/>
        </p:nvSpPr>
        <p:spPr>
          <a:xfrm>
            <a:off x="1415520" y="4965120"/>
            <a:ext cx="3193200" cy="393480"/>
          </a:xfrm>
          <a:custGeom>
            <a:avLst/>
            <a:gdLst/>
            <a:ahLst/>
            <a:rect l="0" t="0" r="r" b="b"/>
            <a:pathLst>
              <a:path w="8870" h="1093">
                <a:moveTo>
                  <a:pt x="0" y="182"/>
                </a:moveTo>
                <a:cubicBezTo>
                  <a:pt x="0" y="81"/>
                  <a:pt x="82" y="0"/>
                  <a:pt x="182" y="0"/>
                </a:cubicBezTo>
                <a:lnTo>
                  <a:pt x="8688" y="0"/>
                </a:lnTo>
                <a:cubicBezTo>
                  <a:pt x="8789" y="0"/>
                  <a:pt x="8870" y="81"/>
                  <a:pt x="8870" y="182"/>
                </a:cubicBezTo>
                <a:lnTo>
                  <a:pt x="8870" y="910"/>
                </a:lnTo>
                <a:cubicBezTo>
                  <a:pt x="8870" y="1011"/>
                  <a:pt x="8789" y="1093"/>
                  <a:pt x="8688" y="1093"/>
                </a:cubicBezTo>
                <a:lnTo>
                  <a:pt x="182" y="1093"/>
                </a:lnTo>
                <a:cubicBezTo>
                  <a:pt x="82" y="1093"/>
                  <a:pt x="0" y="1011"/>
                  <a:pt x="0" y="910"/>
                </a:cubicBezTo>
                <a:lnTo>
                  <a:pt x="0" y="182"/>
                </a:lnTo>
                <a:close/>
              </a:path>
            </a:pathLst>
          </a:custGeom>
          <a:solidFill>
            <a:srgbClr val="cdd8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98" name=""/>
          <p:cNvSpPr txBox="1"/>
          <p:nvPr/>
        </p:nvSpPr>
        <p:spPr>
          <a:xfrm>
            <a:off x="926280" y="2275200"/>
            <a:ext cx="422064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404040"/>
                </a:solidFill>
                <a:latin typeface="Arial"/>
                <a:ea typeface="Arial"/>
              </a:rPr>
              <a:t>Relationship between Body Water and Impedance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599" name=""/>
          <p:cNvSpPr txBox="1"/>
          <p:nvPr/>
        </p:nvSpPr>
        <p:spPr>
          <a:xfrm>
            <a:off x="1558080" y="4989600"/>
            <a:ext cx="14911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High Volume of Water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0" name=""/>
          <p:cNvSpPr txBox="1"/>
          <p:nvPr/>
        </p:nvSpPr>
        <p:spPr>
          <a:xfrm>
            <a:off x="3074760" y="4986000"/>
            <a:ext cx="1522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Wingdings"/>
                <a:ea typeface="Wingdings"/>
              </a:rPr>
              <a:t>→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1" name=""/>
          <p:cNvSpPr txBox="1"/>
          <p:nvPr/>
        </p:nvSpPr>
        <p:spPr>
          <a:xfrm>
            <a:off x="3267000" y="4989600"/>
            <a:ext cx="124416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Current flows well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2" name=""/>
          <p:cNvSpPr txBox="1"/>
          <p:nvPr/>
        </p:nvSpPr>
        <p:spPr>
          <a:xfrm>
            <a:off x="2335320" y="5169600"/>
            <a:ext cx="1519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9c1f00"/>
                </a:solidFill>
                <a:latin typeface="Wingdings"/>
                <a:ea typeface="Wingdings"/>
              </a:rPr>
              <a:t>➔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3" name=""/>
          <p:cNvSpPr/>
          <p:nvPr/>
        </p:nvSpPr>
        <p:spPr>
          <a:xfrm>
            <a:off x="5591520" y="4954320"/>
            <a:ext cx="3192840" cy="393480"/>
          </a:xfrm>
          <a:custGeom>
            <a:avLst/>
            <a:gdLst/>
            <a:ahLst/>
            <a:rect l="0" t="0" r="r" b="b"/>
            <a:pathLst>
              <a:path w="8869" h="1093">
                <a:moveTo>
                  <a:pt x="0" y="182"/>
                </a:moveTo>
                <a:cubicBezTo>
                  <a:pt x="0" y="82"/>
                  <a:pt x="81" y="0"/>
                  <a:pt x="182" y="0"/>
                </a:cubicBezTo>
                <a:lnTo>
                  <a:pt x="8687" y="0"/>
                </a:lnTo>
                <a:cubicBezTo>
                  <a:pt x="8788" y="0"/>
                  <a:pt x="8869" y="82"/>
                  <a:pt x="8869" y="182"/>
                </a:cubicBezTo>
                <a:lnTo>
                  <a:pt x="8869" y="910"/>
                </a:lnTo>
                <a:cubicBezTo>
                  <a:pt x="8869" y="1012"/>
                  <a:pt x="8788" y="1093"/>
                  <a:pt x="8687" y="1093"/>
                </a:cubicBezTo>
                <a:lnTo>
                  <a:pt x="182" y="1093"/>
                </a:lnTo>
                <a:cubicBezTo>
                  <a:pt x="81" y="1093"/>
                  <a:pt x="0" y="1012"/>
                  <a:pt x="0" y="910"/>
                </a:cubicBezTo>
                <a:lnTo>
                  <a:pt x="0" y="182"/>
                </a:lnTo>
                <a:close/>
              </a:path>
            </a:pathLst>
          </a:custGeom>
          <a:solidFill>
            <a:srgbClr val="cdd8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4" name=""/>
          <p:cNvSpPr txBox="1"/>
          <p:nvPr/>
        </p:nvSpPr>
        <p:spPr>
          <a:xfrm>
            <a:off x="2539440" y="5172840"/>
            <a:ext cx="11437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9c1f00"/>
                </a:solidFill>
                <a:latin typeface="Arial"/>
                <a:ea typeface="Arial"/>
              </a:rPr>
              <a:t>Low Impedance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5" name=""/>
          <p:cNvSpPr txBox="1"/>
          <p:nvPr/>
        </p:nvSpPr>
        <p:spPr>
          <a:xfrm>
            <a:off x="5784840" y="4979520"/>
            <a:ext cx="145620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Low Volume of Water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6" name=""/>
          <p:cNvSpPr txBox="1"/>
          <p:nvPr/>
        </p:nvSpPr>
        <p:spPr>
          <a:xfrm>
            <a:off x="7268040" y="4975920"/>
            <a:ext cx="1519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Wingdings"/>
                <a:ea typeface="Wingdings"/>
              </a:rPr>
              <a:t>→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7" name=""/>
          <p:cNvSpPr txBox="1"/>
          <p:nvPr/>
        </p:nvSpPr>
        <p:spPr>
          <a:xfrm>
            <a:off x="7459920" y="4979520"/>
            <a:ext cx="117720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Current does not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8" name=""/>
          <p:cNvSpPr txBox="1"/>
          <p:nvPr/>
        </p:nvSpPr>
        <p:spPr>
          <a:xfrm>
            <a:off x="6149160" y="5162400"/>
            <a:ext cx="69408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flows well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09" name=""/>
          <p:cNvSpPr txBox="1"/>
          <p:nvPr/>
        </p:nvSpPr>
        <p:spPr>
          <a:xfrm>
            <a:off x="6841080" y="5159160"/>
            <a:ext cx="1519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9c1f00"/>
                </a:solidFill>
                <a:latin typeface="Wingdings"/>
                <a:ea typeface="Wingdings"/>
              </a:rPr>
              <a:t>➔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2610" name="" descr=""/>
          <p:cNvPicPr/>
          <p:nvPr/>
        </p:nvPicPr>
        <p:blipFill>
          <a:blip r:embed="rId3"/>
          <a:stretch/>
        </p:blipFill>
        <p:spPr>
          <a:xfrm>
            <a:off x="5689080" y="2613600"/>
            <a:ext cx="3061440" cy="2328480"/>
          </a:xfrm>
          <a:prstGeom prst="rect">
            <a:avLst/>
          </a:prstGeom>
          <a:ln w="0">
            <a:noFill/>
          </a:ln>
        </p:spPr>
      </p:pic>
      <p:sp>
        <p:nvSpPr>
          <p:cNvPr id="12611" name=""/>
          <p:cNvSpPr txBox="1"/>
          <p:nvPr/>
        </p:nvSpPr>
        <p:spPr>
          <a:xfrm>
            <a:off x="7047000" y="5162400"/>
            <a:ext cx="117720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9c1f00"/>
                </a:solidFill>
                <a:latin typeface="Arial"/>
                <a:ea typeface="Arial"/>
              </a:rPr>
              <a:t>High Impedance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12" name=""/>
          <p:cNvSpPr txBox="1"/>
          <p:nvPr/>
        </p:nvSpPr>
        <p:spPr>
          <a:xfrm>
            <a:off x="794520" y="1160280"/>
            <a:ext cx="28900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[Characteristics of Impedance]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1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1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61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61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261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2619" name=""/>
          <p:cNvSpPr/>
          <p:nvPr/>
        </p:nvSpPr>
        <p:spPr>
          <a:xfrm>
            <a:off x="3524040" y="2913120"/>
            <a:ext cx="67320" cy="1176840"/>
          </a:xfrm>
          <a:custGeom>
            <a:avLst/>
            <a:gdLst/>
            <a:ahLst/>
            <a:rect l="0" t="0" r="r" b="b"/>
            <a:pathLst>
              <a:path w="187" h="3269">
                <a:moveTo>
                  <a:pt x="0" y="3269"/>
                </a:moveTo>
                <a:lnTo>
                  <a:pt x="0" y="0"/>
                </a:lnTo>
                <a:lnTo>
                  <a:pt x="187" y="0"/>
                </a:lnTo>
                <a:lnTo>
                  <a:pt x="18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d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0" name=""/>
          <p:cNvSpPr/>
          <p:nvPr/>
        </p:nvSpPr>
        <p:spPr>
          <a:xfrm>
            <a:off x="359100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1" name=""/>
          <p:cNvSpPr/>
          <p:nvPr/>
        </p:nvSpPr>
        <p:spPr>
          <a:xfrm>
            <a:off x="36079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2" name=""/>
          <p:cNvSpPr/>
          <p:nvPr/>
        </p:nvSpPr>
        <p:spPr>
          <a:xfrm>
            <a:off x="36162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3" name=""/>
          <p:cNvSpPr/>
          <p:nvPr/>
        </p:nvSpPr>
        <p:spPr>
          <a:xfrm>
            <a:off x="3624480" y="2913120"/>
            <a:ext cx="33840" cy="1176840"/>
          </a:xfrm>
          <a:custGeom>
            <a:avLst/>
            <a:gdLst/>
            <a:ahLst/>
            <a:rect l="0" t="0" r="r" b="b"/>
            <a:pathLst>
              <a:path w="94" h="3269">
                <a:moveTo>
                  <a:pt x="0" y="3269"/>
                </a:moveTo>
                <a:lnTo>
                  <a:pt x="0" y="0"/>
                </a:lnTo>
                <a:lnTo>
                  <a:pt x="94" y="0"/>
                </a:lnTo>
                <a:lnTo>
                  <a:pt x="9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4" name=""/>
          <p:cNvSpPr/>
          <p:nvPr/>
        </p:nvSpPr>
        <p:spPr>
          <a:xfrm>
            <a:off x="36579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5" name=""/>
          <p:cNvSpPr/>
          <p:nvPr/>
        </p:nvSpPr>
        <p:spPr>
          <a:xfrm>
            <a:off x="366624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6" name=""/>
          <p:cNvSpPr/>
          <p:nvPr/>
        </p:nvSpPr>
        <p:spPr>
          <a:xfrm>
            <a:off x="367488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7" name=""/>
          <p:cNvSpPr/>
          <p:nvPr/>
        </p:nvSpPr>
        <p:spPr>
          <a:xfrm>
            <a:off x="369144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8" name=""/>
          <p:cNvSpPr/>
          <p:nvPr/>
        </p:nvSpPr>
        <p:spPr>
          <a:xfrm>
            <a:off x="37083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f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29" name=""/>
          <p:cNvSpPr/>
          <p:nvPr/>
        </p:nvSpPr>
        <p:spPr>
          <a:xfrm>
            <a:off x="37166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0" name=""/>
          <p:cNvSpPr/>
          <p:nvPr/>
        </p:nvSpPr>
        <p:spPr>
          <a:xfrm>
            <a:off x="3724920" y="2913120"/>
            <a:ext cx="33840" cy="1176840"/>
          </a:xfrm>
          <a:custGeom>
            <a:avLst/>
            <a:gdLst/>
            <a:ahLst/>
            <a:rect l="0" t="0" r="r" b="b"/>
            <a:pathLst>
              <a:path w="94" h="3269">
                <a:moveTo>
                  <a:pt x="0" y="3269"/>
                </a:moveTo>
                <a:lnTo>
                  <a:pt x="0" y="0"/>
                </a:lnTo>
                <a:lnTo>
                  <a:pt x="94" y="0"/>
                </a:lnTo>
                <a:lnTo>
                  <a:pt x="9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1" name=""/>
          <p:cNvSpPr/>
          <p:nvPr/>
        </p:nvSpPr>
        <p:spPr>
          <a:xfrm>
            <a:off x="37584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2" name=""/>
          <p:cNvSpPr/>
          <p:nvPr/>
        </p:nvSpPr>
        <p:spPr>
          <a:xfrm>
            <a:off x="376668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1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3" name=""/>
          <p:cNvSpPr/>
          <p:nvPr/>
        </p:nvSpPr>
        <p:spPr>
          <a:xfrm>
            <a:off x="377532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4" name=""/>
          <p:cNvSpPr/>
          <p:nvPr/>
        </p:nvSpPr>
        <p:spPr>
          <a:xfrm>
            <a:off x="37918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5" name=""/>
          <p:cNvSpPr/>
          <p:nvPr/>
        </p:nvSpPr>
        <p:spPr>
          <a:xfrm>
            <a:off x="380016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2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6" name=""/>
          <p:cNvSpPr/>
          <p:nvPr/>
        </p:nvSpPr>
        <p:spPr>
          <a:xfrm>
            <a:off x="380880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2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7" name=""/>
          <p:cNvSpPr/>
          <p:nvPr/>
        </p:nvSpPr>
        <p:spPr>
          <a:xfrm>
            <a:off x="38253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2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8" name=""/>
          <p:cNvSpPr/>
          <p:nvPr/>
        </p:nvSpPr>
        <p:spPr>
          <a:xfrm>
            <a:off x="383364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3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39" name=""/>
          <p:cNvSpPr/>
          <p:nvPr/>
        </p:nvSpPr>
        <p:spPr>
          <a:xfrm>
            <a:off x="384228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3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0" name=""/>
          <p:cNvSpPr/>
          <p:nvPr/>
        </p:nvSpPr>
        <p:spPr>
          <a:xfrm>
            <a:off x="38588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3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1" name=""/>
          <p:cNvSpPr/>
          <p:nvPr/>
        </p:nvSpPr>
        <p:spPr>
          <a:xfrm>
            <a:off x="386712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4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2" name=""/>
          <p:cNvSpPr/>
          <p:nvPr/>
        </p:nvSpPr>
        <p:spPr>
          <a:xfrm>
            <a:off x="38757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4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3" name=""/>
          <p:cNvSpPr/>
          <p:nvPr/>
        </p:nvSpPr>
        <p:spPr>
          <a:xfrm>
            <a:off x="38840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5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4" name=""/>
          <p:cNvSpPr/>
          <p:nvPr/>
        </p:nvSpPr>
        <p:spPr>
          <a:xfrm>
            <a:off x="389232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5d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5" name=""/>
          <p:cNvSpPr/>
          <p:nvPr/>
        </p:nvSpPr>
        <p:spPr>
          <a:xfrm>
            <a:off x="39092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5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6" name=""/>
          <p:cNvSpPr/>
          <p:nvPr/>
        </p:nvSpPr>
        <p:spPr>
          <a:xfrm>
            <a:off x="39175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6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7" name=""/>
          <p:cNvSpPr/>
          <p:nvPr/>
        </p:nvSpPr>
        <p:spPr>
          <a:xfrm>
            <a:off x="392580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6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8" name=""/>
          <p:cNvSpPr/>
          <p:nvPr/>
        </p:nvSpPr>
        <p:spPr>
          <a:xfrm>
            <a:off x="394272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7d8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49" name=""/>
          <p:cNvSpPr/>
          <p:nvPr/>
        </p:nvSpPr>
        <p:spPr>
          <a:xfrm>
            <a:off x="39592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7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0" name=""/>
          <p:cNvSpPr/>
          <p:nvPr/>
        </p:nvSpPr>
        <p:spPr>
          <a:xfrm>
            <a:off x="396756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8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1" name=""/>
          <p:cNvSpPr/>
          <p:nvPr/>
        </p:nvSpPr>
        <p:spPr>
          <a:xfrm>
            <a:off x="39762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8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2" name=""/>
          <p:cNvSpPr/>
          <p:nvPr/>
        </p:nvSpPr>
        <p:spPr>
          <a:xfrm>
            <a:off x="39844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9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3" name=""/>
          <p:cNvSpPr/>
          <p:nvPr/>
        </p:nvSpPr>
        <p:spPr>
          <a:xfrm>
            <a:off x="39927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4" name=""/>
          <p:cNvSpPr/>
          <p:nvPr/>
        </p:nvSpPr>
        <p:spPr>
          <a:xfrm>
            <a:off x="400104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5" name=""/>
          <p:cNvSpPr/>
          <p:nvPr/>
        </p:nvSpPr>
        <p:spPr>
          <a:xfrm>
            <a:off x="40096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6" name=""/>
          <p:cNvSpPr/>
          <p:nvPr/>
        </p:nvSpPr>
        <p:spPr>
          <a:xfrm>
            <a:off x="40179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a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7" name=""/>
          <p:cNvSpPr/>
          <p:nvPr/>
        </p:nvSpPr>
        <p:spPr>
          <a:xfrm>
            <a:off x="40262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a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8" name=""/>
          <p:cNvSpPr/>
          <p:nvPr/>
        </p:nvSpPr>
        <p:spPr>
          <a:xfrm>
            <a:off x="403452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b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59" name=""/>
          <p:cNvSpPr/>
          <p:nvPr/>
        </p:nvSpPr>
        <p:spPr>
          <a:xfrm>
            <a:off x="40431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b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0" name=""/>
          <p:cNvSpPr/>
          <p:nvPr/>
        </p:nvSpPr>
        <p:spPr>
          <a:xfrm>
            <a:off x="40514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c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1" name=""/>
          <p:cNvSpPr/>
          <p:nvPr/>
        </p:nvSpPr>
        <p:spPr>
          <a:xfrm>
            <a:off x="40597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2" name=""/>
          <p:cNvSpPr/>
          <p:nvPr/>
        </p:nvSpPr>
        <p:spPr>
          <a:xfrm>
            <a:off x="406800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3" name=""/>
          <p:cNvSpPr/>
          <p:nvPr/>
        </p:nvSpPr>
        <p:spPr>
          <a:xfrm>
            <a:off x="40766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4" name=""/>
          <p:cNvSpPr/>
          <p:nvPr/>
        </p:nvSpPr>
        <p:spPr>
          <a:xfrm>
            <a:off x="40849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d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5" name=""/>
          <p:cNvSpPr/>
          <p:nvPr/>
        </p:nvSpPr>
        <p:spPr>
          <a:xfrm>
            <a:off x="40932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d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6" name=""/>
          <p:cNvSpPr/>
          <p:nvPr/>
        </p:nvSpPr>
        <p:spPr>
          <a:xfrm>
            <a:off x="410148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e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7" name=""/>
          <p:cNvSpPr/>
          <p:nvPr/>
        </p:nvSpPr>
        <p:spPr>
          <a:xfrm>
            <a:off x="411012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e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8" name=""/>
          <p:cNvSpPr/>
          <p:nvPr/>
        </p:nvSpPr>
        <p:spPr>
          <a:xfrm>
            <a:off x="41266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e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69" name=""/>
          <p:cNvSpPr/>
          <p:nvPr/>
        </p:nvSpPr>
        <p:spPr>
          <a:xfrm>
            <a:off x="413496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f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0" name=""/>
          <p:cNvSpPr/>
          <p:nvPr/>
        </p:nvSpPr>
        <p:spPr>
          <a:xfrm>
            <a:off x="41436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f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1" name=""/>
          <p:cNvSpPr/>
          <p:nvPr/>
        </p:nvSpPr>
        <p:spPr>
          <a:xfrm>
            <a:off x="41518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0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2" name=""/>
          <p:cNvSpPr/>
          <p:nvPr/>
        </p:nvSpPr>
        <p:spPr>
          <a:xfrm>
            <a:off x="41601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0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3" name=""/>
          <p:cNvSpPr/>
          <p:nvPr/>
        </p:nvSpPr>
        <p:spPr>
          <a:xfrm>
            <a:off x="416844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0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4" name=""/>
          <p:cNvSpPr/>
          <p:nvPr/>
        </p:nvSpPr>
        <p:spPr>
          <a:xfrm>
            <a:off x="417708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1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5" name=""/>
          <p:cNvSpPr/>
          <p:nvPr/>
        </p:nvSpPr>
        <p:spPr>
          <a:xfrm>
            <a:off x="41936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1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6" name=""/>
          <p:cNvSpPr/>
          <p:nvPr/>
        </p:nvSpPr>
        <p:spPr>
          <a:xfrm>
            <a:off x="4201920" y="2913120"/>
            <a:ext cx="9360" cy="1176840"/>
          </a:xfrm>
          <a:custGeom>
            <a:avLst/>
            <a:gdLst/>
            <a:ahLst/>
            <a:rect l="0" t="0" r="r" b="b"/>
            <a:pathLst>
              <a:path w="26" h="3269">
                <a:moveTo>
                  <a:pt x="0" y="3269"/>
                </a:moveTo>
                <a:lnTo>
                  <a:pt x="0" y="0"/>
                </a:lnTo>
                <a:lnTo>
                  <a:pt x="26" y="0"/>
                </a:lnTo>
                <a:lnTo>
                  <a:pt x="26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2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7" name=""/>
          <p:cNvSpPr/>
          <p:nvPr/>
        </p:nvSpPr>
        <p:spPr>
          <a:xfrm>
            <a:off x="42105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2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8" name=""/>
          <p:cNvSpPr/>
          <p:nvPr/>
        </p:nvSpPr>
        <p:spPr>
          <a:xfrm>
            <a:off x="42188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2d9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79" name=""/>
          <p:cNvSpPr/>
          <p:nvPr/>
        </p:nvSpPr>
        <p:spPr>
          <a:xfrm>
            <a:off x="42271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2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0" name=""/>
          <p:cNvSpPr/>
          <p:nvPr/>
        </p:nvSpPr>
        <p:spPr>
          <a:xfrm>
            <a:off x="423540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3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1" name=""/>
          <p:cNvSpPr/>
          <p:nvPr/>
        </p:nvSpPr>
        <p:spPr>
          <a:xfrm>
            <a:off x="424404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3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2" name=""/>
          <p:cNvSpPr/>
          <p:nvPr/>
        </p:nvSpPr>
        <p:spPr>
          <a:xfrm>
            <a:off x="42606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3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3" name=""/>
          <p:cNvSpPr/>
          <p:nvPr/>
        </p:nvSpPr>
        <p:spPr>
          <a:xfrm>
            <a:off x="426888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4" name=""/>
          <p:cNvSpPr/>
          <p:nvPr/>
        </p:nvSpPr>
        <p:spPr>
          <a:xfrm>
            <a:off x="427752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5" name=""/>
          <p:cNvSpPr/>
          <p:nvPr/>
        </p:nvSpPr>
        <p:spPr>
          <a:xfrm>
            <a:off x="42940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6" name=""/>
          <p:cNvSpPr/>
          <p:nvPr/>
        </p:nvSpPr>
        <p:spPr>
          <a:xfrm>
            <a:off x="430236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5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7" name=""/>
          <p:cNvSpPr/>
          <p:nvPr/>
        </p:nvSpPr>
        <p:spPr>
          <a:xfrm>
            <a:off x="43110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8" name=""/>
          <p:cNvSpPr/>
          <p:nvPr/>
        </p:nvSpPr>
        <p:spPr>
          <a:xfrm>
            <a:off x="43192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89" name=""/>
          <p:cNvSpPr/>
          <p:nvPr/>
        </p:nvSpPr>
        <p:spPr>
          <a:xfrm>
            <a:off x="43275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0" name=""/>
          <p:cNvSpPr/>
          <p:nvPr/>
        </p:nvSpPr>
        <p:spPr>
          <a:xfrm>
            <a:off x="433584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6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1" name=""/>
          <p:cNvSpPr/>
          <p:nvPr/>
        </p:nvSpPr>
        <p:spPr>
          <a:xfrm>
            <a:off x="434448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6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2" name=""/>
          <p:cNvSpPr/>
          <p:nvPr/>
        </p:nvSpPr>
        <p:spPr>
          <a:xfrm>
            <a:off x="43610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3" name=""/>
          <p:cNvSpPr/>
          <p:nvPr/>
        </p:nvSpPr>
        <p:spPr>
          <a:xfrm>
            <a:off x="436932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4" name=""/>
          <p:cNvSpPr/>
          <p:nvPr/>
        </p:nvSpPr>
        <p:spPr>
          <a:xfrm>
            <a:off x="43779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5" name=""/>
          <p:cNvSpPr/>
          <p:nvPr/>
        </p:nvSpPr>
        <p:spPr>
          <a:xfrm>
            <a:off x="43862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6" name=""/>
          <p:cNvSpPr/>
          <p:nvPr/>
        </p:nvSpPr>
        <p:spPr>
          <a:xfrm>
            <a:off x="439452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7" name=""/>
          <p:cNvSpPr/>
          <p:nvPr/>
        </p:nvSpPr>
        <p:spPr>
          <a:xfrm>
            <a:off x="44114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8" name=""/>
          <p:cNvSpPr/>
          <p:nvPr/>
        </p:nvSpPr>
        <p:spPr>
          <a:xfrm>
            <a:off x="44197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699" name=""/>
          <p:cNvSpPr/>
          <p:nvPr/>
        </p:nvSpPr>
        <p:spPr>
          <a:xfrm>
            <a:off x="442800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0" name=""/>
          <p:cNvSpPr/>
          <p:nvPr/>
        </p:nvSpPr>
        <p:spPr>
          <a:xfrm>
            <a:off x="444492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1" name=""/>
          <p:cNvSpPr/>
          <p:nvPr/>
        </p:nvSpPr>
        <p:spPr>
          <a:xfrm>
            <a:off x="4461480" y="2913120"/>
            <a:ext cx="33840" cy="1176840"/>
          </a:xfrm>
          <a:custGeom>
            <a:avLst/>
            <a:gdLst/>
            <a:ahLst/>
            <a:rect l="0" t="0" r="r" b="b"/>
            <a:pathLst>
              <a:path w="94" h="3269">
                <a:moveTo>
                  <a:pt x="0" y="3269"/>
                </a:moveTo>
                <a:lnTo>
                  <a:pt x="0" y="0"/>
                </a:lnTo>
                <a:lnTo>
                  <a:pt x="94" y="0"/>
                </a:lnTo>
                <a:lnTo>
                  <a:pt x="9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2" name=""/>
          <p:cNvSpPr/>
          <p:nvPr/>
        </p:nvSpPr>
        <p:spPr>
          <a:xfrm>
            <a:off x="449496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3" name=""/>
          <p:cNvSpPr/>
          <p:nvPr/>
        </p:nvSpPr>
        <p:spPr>
          <a:xfrm>
            <a:off x="45118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8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4" name=""/>
          <p:cNvSpPr/>
          <p:nvPr/>
        </p:nvSpPr>
        <p:spPr>
          <a:xfrm>
            <a:off x="45201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5" name=""/>
          <p:cNvSpPr/>
          <p:nvPr/>
        </p:nvSpPr>
        <p:spPr>
          <a:xfrm>
            <a:off x="4528440" y="2913120"/>
            <a:ext cx="67320" cy="1176840"/>
          </a:xfrm>
          <a:custGeom>
            <a:avLst/>
            <a:gdLst/>
            <a:ahLst/>
            <a:rect l="0" t="0" r="r" b="b"/>
            <a:pathLst>
              <a:path w="187" h="3269">
                <a:moveTo>
                  <a:pt x="0" y="3269"/>
                </a:moveTo>
                <a:lnTo>
                  <a:pt x="0" y="0"/>
                </a:lnTo>
                <a:lnTo>
                  <a:pt x="187" y="0"/>
                </a:lnTo>
                <a:lnTo>
                  <a:pt x="18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6" name=""/>
          <p:cNvSpPr/>
          <p:nvPr/>
        </p:nvSpPr>
        <p:spPr>
          <a:xfrm>
            <a:off x="4595400" y="2913120"/>
            <a:ext cx="67320" cy="1176840"/>
          </a:xfrm>
          <a:custGeom>
            <a:avLst/>
            <a:gdLst/>
            <a:ahLst/>
            <a:rect l="0" t="0" r="r" b="b"/>
            <a:pathLst>
              <a:path w="187" h="3269">
                <a:moveTo>
                  <a:pt x="0" y="3269"/>
                </a:moveTo>
                <a:lnTo>
                  <a:pt x="0" y="0"/>
                </a:lnTo>
                <a:lnTo>
                  <a:pt x="187" y="0"/>
                </a:lnTo>
                <a:lnTo>
                  <a:pt x="18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7" name=""/>
          <p:cNvSpPr/>
          <p:nvPr/>
        </p:nvSpPr>
        <p:spPr>
          <a:xfrm>
            <a:off x="46623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8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8" name=""/>
          <p:cNvSpPr/>
          <p:nvPr/>
        </p:nvSpPr>
        <p:spPr>
          <a:xfrm>
            <a:off x="467064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09" name=""/>
          <p:cNvSpPr/>
          <p:nvPr/>
        </p:nvSpPr>
        <p:spPr>
          <a:xfrm>
            <a:off x="467928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0" name=""/>
          <p:cNvSpPr/>
          <p:nvPr/>
        </p:nvSpPr>
        <p:spPr>
          <a:xfrm>
            <a:off x="4695840" y="2913120"/>
            <a:ext cx="33840" cy="1176840"/>
          </a:xfrm>
          <a:custGeom>
            <a:avLst/>
            <a:gdLst/>
            <a:ahLst/>
            <a:rect l="0" t="0" r="r" b="b"/>
            <a:pathLst>
              <a:path w="94" h="3269">
                <a:moveTo>
                  <a:pt x="0" y="3269"/>
                </a:moveTo>
                <a:lnTo>
                  <a:pt x="0" y="0"/>
                </a:lnTo>
                <a:lnTo>
                  <a:pt x="94" y="0"/>
                </a:lnTo>
                <a:lnTo>
                  <a:pt x="9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1" name=""/>
          <p:cNvSpPr/>
          <p:nvPr/>
        </p:nvSpPr>
        <p:spPr>
          <a:xfrm>
            <a:off x="472932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2" name=""/>
          <p:cNvSpPr/>
          <p:nvPr/>
        </p:nvSpPr>
        <p:spPr>
          <a:xfrm>
            <a:off x="47462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3" name=""/>
          <p:cNvSpPr/>
          <p:nvPr/>
        </p:nvSpPr>
        <p:spPr>
          <a:xfrm>
            <a:off x="47545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4" name=""/>
          <p:cNvSpPr/>
          <p:nvPr/>
        </p:nvSpPr>
        <p:spPr>
          <a:xfrm>
            <a:off x="47628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5" name=""/>
          <p:cNvSpPr/>
          <p:nvPr/>
        </p:nvSpPr>
        <p:spPr>
          <a:xfrm>
            <a:off x="477108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6" name=""/>
          <p:cNvSpPr/>
          <p:nvPr/>
        </p:nvSpPr>
        <p:spPr>
          <a:xfrm>
            <a:off x="477972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7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7" name=""/>
          <p:cNvSpPr/>
          <p:nvPr/>
        </p:nvSpPr>
        <p:spPr>
          <a:xfrm>
            <a:off x="47962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8" name=""/>
          <p:cNvSpPr/>
          <p:nvPr/>
        </p:nvSpPr>
        <p:spPr>
          <a:xfrm>
            <a:off x="480456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19" name=""/>
          <p:cNvSpPr/>
          <p:nvPr/>
        </p:nvSpPr>
        <p:spPr>
          <a:xfrm>
            <a:off x="481320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0" name=""/>
          <p:cNvSpPr/>
          <p:nvPr/>
        </p:nvSpPr>
        <p:spPr>
          <a:xfrm>
            <a:off x="482976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6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1" name=""/>
          <p:cNvSpPr/>
          <p:nvPr/>
        </p:nvSpPr>
        <p:spPr>
          <a:xfrm>
            <a:off x="48466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2" name=""/>
          <p:cNvSpPr/>
          <p:nvPr/>
        </p:nvSpPr>
        <p:spPr>
          <a:xfrm>
            <a:off x="48549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3" name=""/>
          <p:cNvSpPr/>
          <p:nvPr/>
        </p:nvSpPr>
        <p:spPr>
          <a:xfrm>
            <a:off x="486324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4" name=""/>
          <p:cNvSpPr/>
          <p:nvPr/>
        </p:nvSpPr>
        <p:spPr>
          <a:xfrm>
            <a:off x="488016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5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5" name=""/>
          <p:cNvSpPr/>
          <p:nvPr/>
        </p:nvSpPr>
        <p:spPr>
          <a:xfrm>
            <a:off x="489672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6" name=""/>
          <p:cNvSpPr/>
          <p:nvPr/>
        </p:nvSpPr>
        <p:spPr>
          <a:xfrm>
            <a:off x="49136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7" name=""/>
          <p:cNvSpPr/>
          <p:nvPr/>
        </p:nvSpPr>
        <p:spPr>
          <a:xfrm>
            <a:off x="49219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3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8" name=""/>
          <p:cNvSpPr/>
          <p:nvPr/>
        </p:nvSpPr>
        <p:spPr>
          <a:xfrm>
            <a:off x="493020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3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29" name=""/>
          <p:cNvSpPr/>
          <p:nvPr/>
        </p:nvSpPr>
        <p:spPr>
          <a:xfrm>
            <a:off x="49471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2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0" name=""/>
          <p:cNvSpPr/>
          <p:nvPr/>
        </p:nvSpPr>
        <p:spPr>
          <a:xfrm>
            <a:off x="49554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2d9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1" name=""/>
          <p:cNvSpPr/>
          <p:nvPr/>
        </p:nvSpPr>
        <p:spPr>
          <a:xfrm>
            <a:off x="49636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2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2" name=""/>
          <p:cNvSpPr/>
          <p:nvPr/>
        </p:nvSpPr>
        <p:spPr>
          <a:xfrm>
            <a:off x="4971960" y="2913120"/>
            <a:ext cx="9360" cy="1176840"/>
          </a:xfrm>
          <a:custGeom>
            <a:avLst/>
            <a:gdLst/>
            <a:ahLst/>
            <a:rect l="0" t="0" r="r" b="b"/>
            <a:pathLst>
              <a:path w="26" h="3269">
                <a:moveTo>
                  <a:pt x="0" y="3269"/>
                </a:moveTo>
                <a:lnTo>
                  <a:pt x="0" y="0"/>
                </a:lnTo>
                <a:lnTo>
                  <a:pt x="26" y="0"/>
                </a:lnTo>
                <a:lnTo>
                  <a:pt x="26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2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3" name=""/>
          <p:cNvSpPr/>
          <p:nvPr/>
        </p:nvSpPr>
        <p:spPr>
          <a:xfrm>
            <a:off x="49806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1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4" name=""/>
          <p:cNvSpPr/>
          <p:nvPr/>
        </p:nvSpPr>
        <p:spPr>
          <a:xfrm>
            <a:off x="49888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1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5" name=""/>
          <p:cNvSpPr/>
          <p:nvPr/>
        </p:nvSpPr>
        <p:spPr>
          <a:xfrm>
            <a:off x="499716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1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6" name=""/>
          <p:cNvSpPr/>
          <p:nvPr/>
        </p:nvSpPr>
        <p:spPr>
          <a:xfrm>
            <a:off x="50140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0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7" name=""/>
          <p:cNvSpPr/>
          <p:nvPr/>
        </p:nvSpPr>
        <p:spPr>
          <a:xfrm>
            <a:off x="50223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d0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8" name=""/>
          <p:cNvSpPr/>
          <p:nvPr/>
        </p:nvSpPr>
        <p:spPr>
          <a:xfrm>
            <a:off x="50306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f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39" name=""/>
          <p:cNvSpPr/>
          <p:nvPr/>
        </p:nvSpPr>
        <p:spPr>
          <a:xfrm>
            <a:off x="503892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f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0" name=""/>
          <p:cNvSpPr/>
          <p:nvPr/>
        </p:nvSpPr>
        <p:spPr>
          <a:xfrm>
            <a:off x="50475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e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1" name=""/>
          <p:cNvSpPr/>
          <p:nvPr/>
        </p:nvSpPr>
        <p:spPr>
          <a:xfrm>
            <a:off x="50558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e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2" name=""/>
          <p:cNvSpPr/>
          <p:nvPr/>
        </p:nvSpPr>
        <p:spPr>
          <a:xfrm>
            <a:off x="506412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e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3" name=""/>
          <p:cNvSpPr/>
          <p:nvPr/>
        </p:nvSpPr>
        <p:spPr>
          <a:xfrm>
            <a:off x="50810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d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4" name=""/>
          <p:cNvSpPr/>
          <p:nvPr/>
        </p:nvSpPr>
        <p:spPr>
          <a:xfrm>
            <a:off x="50893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d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5" name=""/>
          <p:cNvSpPr/>
          <p:nvPr/>
        </p:nvSpPr>
        <p:spPr>
          <a:xfrm>
            <a:off x="50976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6" name=""/>
          <p:cNvSpPr/>
          <p:nvPr/>
        </p:nvSpPr>
        <p:spPr>
          <a:xfrm>
            <a:off x="510588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7" name=""/>
          <p:cNvSpPr/>
          <p:nvPr/>
        </p:nvSpPr>
        <p:spPr>
          <a:xfrm>
            <a:off x="51145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8" name=""/>
          <p:cNvSpPr/>
          <p:nvPr/>
        </p:nvSpPr>
        <p:spPr>
          <a:xfrm>
            <a:off x="51228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c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49" name=""/>
          <p:cNvSpPr/>
          <p:nvPr/>
        </p:nvSpPr>
        <p:spPr>
          <a:xfrm>
            <a:off x="51310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b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0" name=""/>
          <p:cNvSpPr/>
          <p:nvPr/>
        </p:nvSpPr>
        <p:spPr>
          <a:xfrm>
            <a:off x="513936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b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1" name=""/>
          <p:cNvSpPr/>
          <p:nvPr/>
        </p:nvSpPr>
        <p:spPr>
          <a:xfrm>
            <a:off x="51480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a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2" name=""/>
          <p:cNvSpPr/>
          <p:nvPr/>
        </p:nvSpPr>
        <p:spPr>
          <a:xfrm>
            <a:off x="51562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a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3" name=""/>
          <p:cNvSpPr/>
          <p:nvPr/>
        </p:nvSpPr>
        <p:spPr>
          <a:xfrm>
            <a:off x="51645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4" name=""/>
          <p:cNvSpPr/>
          <p:nvPr/>
        </p:nvSpPr>
        <p:spPr>
          <a:xfrm>
            <a:off x="517284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5" name=""/>
          <p:cNvSpPr/>
          <p:nvPr/>
        </p:nvSpPr>
        <p:spPr>
          <a:xfrm>
            <a:off x="51814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6" name=""/>
          <p:cNvSpPr/>
          <p:nvPr/>
        </p:nvSpPr>
        <p:spPr>
          <a:xfrm>
            <a:off x="51897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9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7" name=""/>
          <p:cNvSpPr/>
          <p:nvPr/>
        </p:nvSpPr>
        <p:spPr>
          <a:xfrm>
            <a:off x="51980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8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8" name=""/>
          <p:cNvSpPr/>
          <p:nvPr/>
        </p:nvSpPr>
        <p:spPr>
          <a:xfrm>
            <a:off x="520632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8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59" name=""/>
          <p:cNvSpPr/>
          <p:nvPr/>
        </p:nvSpPr>
        <p:spPr>
          <a:xfrm>
            <a:off x="52149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7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0" name=""/>
          <p:cNvSpPr/>
          <p:nvPr/>
        </p:nvSpPr>
        <p:spPr>
          <a:xfrm>
            <a:off x="52232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7d8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1" name=""/>
          <p:cNvSpPr/>
          <p:nvPr/>
        </p:nvSpPr>
        <p:spPr>
          <a:xfrm>
            <a:off x="523152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7d8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2" name=""/>
          <p:cNvSpPr/>
          <p:nvPr/>
        </p:nvSpPr>
        <p:spPr>
          <a:xfrm>
            <a:off x="524844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6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3" name=""/>
          <p:cNvSpPr/>
          <p:nvPr/>
        </p:nvSpPr>
        <p:spPr>
          <a:xfrm>
            <a:off x="52650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5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4" name=""/>
          <p:cNvSpPr/>
          <p:nvPr/>
        </p:nvSpPr>
        <p:spPr>
          <a:xfrm>
            <a:off x="527328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5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5" name=""/>
          <p:cNvSpPr/>
          <p:nvPr/>
        </p:nvSpPr>
        <p:spPr>
          <a:xfrm>
            <a:off x="528192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5d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6" name=""/>
          <p:cNvSpPr/>
          <p:nvPr/>
        </p:nvSpPr>
        <p:spPr>
          <a:xfrm>
            <a:off x="52984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4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7" name=""/>
          <p:cNvSpPr/>
          <p:nvPr/>
        </p:nvSpPr>
        <p:spPr>
          <a:xfrm>
            <a:off x="530676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4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8" name=""/>
          <p:cNvSpPr/>
          <p:nvPr/>
        </p:nvSpPr>
        <p:spPr>
          <a:xfrm>
            <a:off x="531540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3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69" name=""/>
          <p:cNvSpPr/>
          <p:nvPr/>
        </p:nvSpPr>
        <p:spPr>
          <a:xfrm>
            <a:off x="53236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3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0" name=""/>
          <p:cNvSpPr/>
          <p:nvPr/>
        </p:nvSpPr>
        <p:spPr>
          <a:xfrm>
            <a:off x="533196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3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1" name=""/>
          <p:cNvSpPr/>
          <p:nvPr/>
        </p:nvSpPr>
        <p:spPr>
          <a:xfrm>
            <a:off x="53488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2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2" name=""/>
          <p:cNvSpPr/>
          <p:nvPr/>
        </p:nvSpPr>
        <p:spPr>
          <a:xfrm>
            <a:off x="53571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2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3" name=""/>
          <p:cNvSpPr/>
          <p:nvPr/>
        </p:nvSpPr>
        <p:spPr>
          <a:xfrm>
            <a:off x="536544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2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4" name=""/>
          <p:cNvSpPr/>
          <p:nvPr/>
        </p:nvSpPr>
        <p:spPr>
          <a:xfrm>
            <a:off x="53823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5" name=""/>
          <p:cNvSpPr/>
          <p:nvPr/>
        </p:nvSpPr>
        <p:spPr>
          <a:xfrm>
            <a:off x="53906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6" name=""/>
          <p:cNvSpPr/>
          <p:nvPr/>
        </p:nvSpPr>
        <p:spPr>
          <a:xfrm>
            <a:off x="539892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7" name=""/>
          <p:cNvSpPr/>
          <p:nvPr/>
        </p:nvSpPr>
        <p:spPr>
          <a:xfrm>
            <a:off x="541584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8" name=""/>
          <p:cNvSpPr/>
          <p:nvPr/>
        </p:nvSpPr>
        <p:spPr>
          <a:xfrm>
            <a:off x="54241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79" name=""/>
          <p:cNvSpPr/>
          <p:nvPr/>
        </p:nvSpPr>
        <p:spPr>
          <a:xfrm>
            <a:off x="5432400" y="2913120"/>
            <a:ext cx="33840" cy="1176840"/>
          </a:xfrm>
          <a:custGeom>
            <a:avLst/>
            <a:gdLst/>
            <a:ahLst/>
            <a:rect l="0" t="0" r="r" b="b"/>
            <a:pathLst>
              <a:path w="94" h="3269">
                <a:moveTo>
                  <a:pt x="0" y="3269"/>
                </a:moveTo>
                <a:lnTo>
                  <a:pt x="0" y="0"/>
                </a:lnTo>
                <a:lnTo>
                  <a:pt x="94" y="0"/>
                </a:lnTo>
                <a:lnTo>
                  <a:pt x="9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0" name=""/>
          <p:cNvSpPr/>
          <p:nvPr/>
        </p:nvSpPr>
        <p:spPr>
          <a:xfrm>
            <a:off x="54658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f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1" name=""/>
          <p:cNvSpPr/>
          <p:nvPr/>
        </p:nvSpPr>
        <p:spPr>
          <a:xfrm>
            <a:off x="547416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2" name=""/>
          <p:cNvSpPr/>
          <p:nvPr/>
        </p:nvSpPr>
        <p:spPr>
          <a:xfrm>
            <a:off x="548280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3" name=""/>
          <p:cNvSpPr/>
          <p:nvPr/>
        </p:nvSpPr>
        <p:spPr>
          <a:xfrm>
            <a:off x="5499360" y="2913120"/>
            <a:ext cx="17280" cy="1176840"/>
          </a:xfrm>
          <a:custGeom>
            <a:avLst/>
            <a:gdLst/>
            <a:ahLst/>
            <a:rect l="0" t="0" r="r" b="b"/>
            <a:pathLst>
              <a:path w="48" h="3269">
                <a:moveTo>
                  <a:pt x="0" y="3269"/>
                </a:moveTo>
                <a:lnTo>
                  <a:pt x="0" y="0"/>
                </a:lnTo>
                <a:lnTo>
                  <a:pt x="48" y="0"/>
                </a:lnTo>
                <a:lnTo>
                  <a:pt x="48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4" name=""/>
          <p:cNvSpPr/>
          <p:nvPr/>
        </p:nvSpPr>
        <p:spPr>
          <a:xfrm>
            <a:off x="551628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5" name=""/>
          <p:cNvSpPr/>
          <p:nvPr/>
        </p:nvSpPr>
        <p:spPr>
          <a:xfrm>
            <a:off x="552456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6" name=""/>
          <p:cNvSpPr/>
          <p:nvPr/>
        </p:nvSpPr>
        <p:spPr>
          <a:xfrm>
            <a:off x="5532840" y="2913120"/>
            <a:ext cx="33840" cy="1176840"/>
          </a:xfrm>
          <a:custGeom>
            <a:avLst/>
            <a:gdLst/>
            <a:ahLst/>
            <a:rect l="0" t="0" r="r" b="b"/>
            <a:pathLst>
              <a:path w="94" h="3269">
                <a:moveTo>
                  <a:pt x="0" y="3269"/>
                </a:moveTo>
                <a:lnTo>
                  <a:pt x="0" y="0"/>
                </a:lnTo>
                <a:lnTo>
                  <a:pt x="94" y="0"/>
                </a:lnTo>
                <a:lnTo>
                  <a:pt x="9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7" name=""/>
          <p:cNvSpPr/>
          <p:nvPr/>
        </p:nvSpPr>
        <p:spPr>
          <a:xfrm>
            <a:off x="5566320" y="2913120"/>
            <a:ext cx="8640" cy="1176840"/>
          </a:xfrm>
          <a:custGeom>
            <a:avLst/>
            <a:gdLst/>
            <a:ahLst/>
            <a:rect l="0" t="0" r="r" b="b"/>
            <a:pathLst>
              <a:path w="24" h="3269">
                <a:moveTo>
                  <a:pt x="0" y="3269"/>
                </a:moveTo>
                <a:lnTo>
                  <a:pt x="0" y="0"/>
                </a:lnTo>
                <a:lnTo>
                  <a:pt x="24" y="0"/>
                </a:lnTo>
                <a:lnTo>
                  <a:pt x="24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8" name=""/>
          <p:cNvSpPr/>
          <p:nvPr/>
        </p:nvSpPr>
        <p:spPr>
          <a:xfrm>
            <a:off x="5574600" y="2913120"/>
            <a:ext cx="9000" cy="1176840"/>
          </a:xfrm>
          <a:custGeom>
            <a:avLst/>
            <a:gdLst/>
            <a:ahLst/>
            <a:rect l="0" t="0" r="r" b="b"/>
            <a:pathLst>
              <a:path w="25" h="3269">
                <a:moveTo>
                  <a:pt x="0" y="3269"/>
                </a:moveTo>
                <a:lnTo>
                  <a:pt x="0" y="0"/>
                </a:lnTo>
                <a:lnTo>
                  <a:pt x="25" y="0"/>
                </a:lnTo>
                <a:lnTo>
                  <a:pt x="25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89" name=""/>
          <p:cNvSpPr/>
          <p:nvPr/>
        </p:nvSpPr>
        <p:spPr>
          <a:xfrm>
            <a:off x="5583240" y="2913120"/>
            <a:ext cx="16920" cy="1176840"/>
          </a:xfrm>
          <a:custGeom>
            <a:avLst/>
            <a:gdLst/>
            <a:ahLst/>
            <a:rect l="0" t="0" r="r" b="b"/>
            <a:pathLst>
              <a:path w="47" h="3269">
                <a:moveTo>
                  <a:pt x="0" y="3269"/>
                </a:moveTo>
                <a:lnTo>
                  <a:pt x="0" y="0"/>
                </a:lnTo>
                <a:lnTo>
                  <a:pt x="47" y="0"/>
                </a:lnTo>
                <a:lnTo>
                  <a:pt x="4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e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90" name=""/>
          <p:cNvSpPr/>
          <p:nvPr/>
        </p:nvSpPr>
        <p:spPr>
          <a:xfrm>
            <a:off x="5599800" y="2913120"/>
            <a:ext cx="67320" cy="1176840"/>
          </a:xfrm>
          <a:custGeom>
            <a:avLst/>
            <a:gdLst/>
            <a:ahLst/>
            <a:rect l="0" t="0" r="r" b="b"/>
            <a:pathLst>
              <a:path w="187" h="3269">
                <a:moveTo>
                  <a:pt x="0" y="3269"/>
                </a:moveTo>
                <a:lnTo>
                  <a:pt x="0" y="0"/>
                </a:lnTo>
                <a:lnTo>
                  <a:pt x="187" y="0"/>
                </a:lnTo>
                <a:lnTo>
                  <a:pt x="187" y="3269"/>
                </a:lnTo>
                <a:lnTo>
                  <a:pt x="0" y="3269"/>
                </a:lnTo>
                <a:close/>
              </a:path>
            </a:pathLst>
          </a:custGeom>
          <a:solidFill>
            <a:srgbClr val="bd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91" name=""/>
          <p:cNvSpPr/>
          <p:nvPr/>
        </p:nvSpPr>
        <p:spPr>
          <a:xfrm>
            <a:off x="3524040" y="2913120"/>
            <a:ext cx="2143080" cy="1176840"/>
          </a:xfrm>
          <a:custGeom>
            <a:avLst/>
            <a:gdLst/>
            <a:ahLst/>
            <a:rect l="0" t="0" r="r" b="b"/>
            <a:pathLst>
              <a:path w="5953" h="3269">
                <a:moveTo>
                  <a:pt x="0" y="3269"/>
                </a:moveTo>
                <a:lnTo>
                  <a:pt x="5953" y="3269"/>
                </a:lnTo>
                <a:lnTo>
                  <a:pt x="5953" y="0"/>
                </a:lnTo>
                <a:lnTo>
                  <a:pt x="0" y="0"/>
                </a:lnTo>
                <a:lnTo>
                  <a:pt x="0" y="3269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92" name=""/>
          <p:cNvSpPr txBox="1"/>
          <p:nvPr/>
        </p:nvSpPr>
        <p:spPr>
          <a:xfrm>
            <a:off x="436320" y="423360"/>
            <a:ext cx="21618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What is BIA?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793" name=""/>
          <p:cNvSpPr/>
          <p:nvPr/>
        </p:nvSpPr>
        <p:spPr>
          <a:xfrm>
            <a:off x="1555920" y="2156400"/>
            <a:ext cx="341640" cy="414720"/>
          </a:xfrm>
          <a:custGeom>
            <a:avLst/>
            <a:gdLst/>
            <a:ahLst/>
            <a:rect l="0" t="0" r="r" b="b"/>
            <a:pathLst>
              <a:path w="949" h="1152">
                <a:moveTo>
                  <a:pt x="0" y="678"/>
                </a:moveTo>
                <a:lnTo>
                  <a:pt x="237" y="678"/>
                </a:lnTo>
                <a:lnTo>
                  <a:pt x="237" y="0"/>
                </a:lnTo>
                <a:lnTo>
                  <a:pt x="711" y="0"/>
                </a:lnTo>
                <a:lnTo>
                  <a:pt x="711" y="678"/>
                </a:lnTo>
                <a:lnTo>
                  <a:pt x="949" y="678"/>
                </a:lnTo>
                <a:lnTo>
                  <a:pt x="474" y="1152"/>
                </a:lnTo>
                <a:lnTo>
                  <a:pt x="0" y="678"/>
                </a:lnTo>
                <a:close/>
              </a:path>
            </a:pathLst>
          </a:custGeom>
          <a:solidFill>
            <a:srgbClr val="9c1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794" name=""/>
          <p:cNvSpPr/>
          <p:nvPr/>
        </p:nvSpPr>
        <p:spPr>
          <a:xfrm>
            <a:off x="2082960" y="2156400"/>
            <a:ext cx="342000" cy="413280"/>
          </a:xfrm>
          <a:custGeom>
            <a:avLst/>
            <a:gdLst/>
            <a:ahLst/>
            <a:rect l="0" t="0" r="r" b="b"/>
            <a:pathLst>
              <a:path w="950" h="1148">
                <a:moveTo>
                  <a:pt x="0" y="674"/>
                </a:moveTo>
                <a:lnTo>
                  <a:pt x="238" y="674"/>
                </a:lnTo>
                <a:lnTo>
                  <a:pt x="238" y="0"/>
                </a:lnTo>
                <a:lnTo>
                  <a:pt x="713" y="0"/>
                </a:lnTo>
                <a:lnTo>
                  <a:pt x="713" y="674"/>
                </a:lnTo>
                <a:lnTo>
                  <a:pt x="950" y="674"/>
                </a:lnTo>
                <a:lnTo>
                  <a:pt x="476" y="1148"/>
                </a:lnTo>
                <a:lnTo>
                  <a:pt x="0" y="674"/>
                </a:lnTo>
                <a:close/>
              </a:path>
            </a:pathLst>
          </a:custGeom>
          <a:solidFill>
            <a:srgbClr val="9c1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795" name=""/>
          <p:cNvSpPr/>
          <p:nvPr/>
        </p:nvSpPr>
        <p:spPr>
          <a:xfrm>
            <a:off x="3466800" y="2334600"/>
            <a:ext cx="342000" cy="413280"/>
          </a:xfrm>
          <a:custGeom>
            <a:avLst/>
            <a:gdLst/>
            <a:ahLst/>
            <a:rect l="0" t="0" r="r" b="b"/>
            <a:pathLst>
              <a:path w="950" h="1148">
                <a:moveTo>
                  <a:pt x="0" y="673"/>
                </a:moveTo>
                <a:lnTo>
                  <a:pt x="237" y="673"/>
                </a:lnTo>
                <a:lnTo>
                  <a:pt x="237" y="0"/>
                </a:lnTo>
                <a:lnTo>
                  <a:pt x="713" y="0"/>
                </a:lnTo>
                <a:lnTo>
                  <a:pt x="713" y="673"/>
                </a:lnTo>
                <a:lnTo>
                  <a:pt x="950" y="673"/>
                </a:lnTo>
                <a:lnTo>
                  <a:pt x="475" y="1148"/>
                </a:lnTo>
                <a:lnTo>
                  <a:pt x="0" y="673"/>
                </a:lnTo>
                <a:close/>
              </a:path>
            </a:pathLst>
          </a:custGeom>
          <a:solidFill>
            <a:srgbClr val="9c1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796" name=""/>
          <p:cNvSpPr/>
          <p:nvPr/>
        </p:nvSpPr>
        <p:spPr>
          <a:xfrm>
            <a:off x="3960720" y="2333160"/>
            <a:ext cx="341640" cy="414720"/>
          </a:xfrm>
          <a:custGeom>
            <a:avLst/>
            <a:gdLst/>
            <a:ahLst/>
            <a:rect l="0" t="0" r="r" b="b"/>
            <a:pathLst>
              <a:path w="949" h="1152">
                <a:moveTo>
                  <a:pt x="0" y="677"/>
                </a:moveTo>
                <a:lnTo>
                  <a:pt x="237" y="677"/>
                </a:lnTo>
                <a:lnTo>
                  <a:pt x="237" y="0"/>
                </a:lnTo>
                <a:lnTo>
                  <a:pt x="711" y="0"/>
                </a:lnTo>
                <a:lnTo>
                  <a:pt x="711" y="677"/>
                </a:lnTo>
                <a:lnTo>
                  <a:pt x="949" y="677"/>
                </a:lnTo>
                <a:lnTo>
                  <a:pt x="474" y="1152"/>
                </a:lnTo>
                <a:lnTo>
                  <a:pt x="0" y="677"/>
                </a:lnTo>
                <a:close/>
              </a:path>
            </a:pathLst>
          </a:custGeom>
          <a:solidFill>
            <a:srgbClr val="9c1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797" name=""/>
          <p:cNvSpPr/>
          <p:nvPr/>
        </p:nvSpPr>
        <p:spPr>
          <a:xfrm>
            <a:off x="4420800" y="2333160"/>
            <a:ext cx="342000" cy="413280"/>
          </a:xfrm>
          <a:custGeom>
            <a:avLst/>
            <a:gdLst/>
            <a:ahLst/>
            <a:rect l="0" t="0" r="r" b="b"/>
            <a:pathLst>
              <a:path w="950" h="1148">
                <a:moveTo>
                  <a:pt x="0" y="673"/>
                </a:moveTo>
                <a:lnTo>
                  <a:pt x="237" y="673"/>
                </a:lnTo>
                <a:lnTo>
                  <a:pt x="237" y="0"/>
                </a:lnTo>
                <a:lnTo>
                  <a:pt x="713" y="0"/>
                </a:lnTo>
                <a:lnTo>
                  <a:pt x="713" y="673"/>
                </a:lnTo>
                <a:lnTo>
                  <a:pt x="950" y="673"/>
                </a:lnTo>
                <a:lnTo>
                  <a:pt x="475" y="1148"/>
                </a:lnTo>
                <a:lnTo>
                  <a:pt x="0" y="673"/>
                </a:lnTo>
                <a:close/>
              </a:path>
            </a:pathLst>
          </a:custGeom>
          <a:solidFill>
            <a:srgbClr val="9c1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798" name=""/>
          <p:cNvSpPr/>
          <p:nvPr/>
        </p:nvSpPr>
        <p:spPr>
          <a:xfrm>
            <a:off x="4897800" y="2333160"/>
            <a:ext cx="342000" cy="413280"/>
          </a:xfrm>
          <a:custGeom>
            <a:avLst/>
            <a:gdLst/>
            <a:ahLst/>
            <a:rect l="0" t="0" r="r" b="b"/>
            <a:pathLst>
              <a:path w="950" h="1148">
                <a:moveTo>
                  <a:pt x="0" y="673"/>
                </a:moveTo>
                <a:lnTo>
                  <a:pt x="238" y="673"/>
                </a:lnTo>
                <a:lnTo>
                  <a:pt x="238" y="0"/>
                </a:lnTo>
                <a:lnTo>
                  <a:pt x="713" y="0"/>
                </a:lnTo>
                <a:lnTo>
                  <a:pt x="713" y="673"/>
                </a:lnTo>
                <a:lnTo>
                  <a:pt x="950" y="673"/>
                </a:lnTo>
                <a:lnTo>
                  <a:pt x="476" y="1148"/>
                </a:lnTo>
                <a:lnTo>
                  <a:pt x="0" y="673"/>
                </a:lnTo>
                <a:close/>
              </a:path>
            </a:pathLst>
          </a:custGeom>
          <a:solidFill>
            <a:srgbClr val="9c1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799" name=""/>
          <p:cNvSpPr/>
          <p:nvPr/>
        </p:nvSpPr>
        <p:spPr>
          <a:xfrm>
            <a:off x="5391720" y="2331720"/>
            <a:ext cx="341640" cy="413640"/>
          </a:xfrm>
          <a:custGeom>
            <a:avLst/>
            <a:gdLst/>
            <a:ahLst/>
            <a:rect l="0" t="0" r="r" b="b"/>
            <a:pathLst>
              <a:path w="949" h="1149">
                <a:moveTo>
                  <a:pt x="0" y="674"/>
                </a:moveTo>
                <a:lnTo>
                  <a:pt x="237" y="674"/>
                </a:lnTo>
                <a:lnTo>
                  <a:pt x="237" y="0"/>
                </a:lnTo>
                <a:lnTo>
                  <a:pt x="712" y="0"/>
                </a:lnTo>
                <a:lnTo>
                  <a:pt x="712" y="674"/>
                </a:lnTo>
                <a:lnTo>
                  <a:pt x="949" y="674"/>
                </a:lnTo>
                <a:lnTo>
                  <a:pt x="474" y="1149"/>
                </a:lnTo>
                <a:lnTo>
                  <a:pt x="0" y="674"/>
                </a:lnTo>
                <a:close/>
              </a:path>
            </a:pathLst>
          </a:custGeom>
          <a:solidFill>
            <a:srgbClr val="9c1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800" name=""/>
          <p:cNvSpPr txBox="1"/>
          <p:nvPr/>
        </p:nvSpPr>
        <p:spPr>
          <a:xfrm>
            <a:off x="3477960" y="4413600"/>
            <a:ext cx="20948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Electricity flows ‘well’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01" name=""/>
          <p:cNvSpPr txBox="1"/>
          <p:nvPr/>
        </p:nvSpPr>
        <p:spPr>
          <a:xfrm>
            <a:off x="2136960" y="5492160"/>
            <a:ext cx="6846480" cy="212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8ba5b3"/>
                </a:solidFill>
                <a:latin typeface="Arial"/>
                <a:ea typeface="Arial"/>
              </a:rPr>
              <a:t>Narrow and long cylinder </a:t>
            </a:r>
            <a:r>
              <a:rPr b="1" lang="en-US" sz="1500" spc="-1" strike="noStrike">
                <a:solidFill>
                  <a:srgbClr val="404040"/>
                </a:solidFill>
                <a:latin typeface="Arial"/>
                <a:ea typeface="Arial"/>
              </a:rPr>
              <a:t>= Electricity does not flow well = </a:t>
            </a:r>
            <a:r>
              <a:rPr b="1" lang="en-US" sz="1500" spc="-1" strike="noStrike">
                <a:solidFill>
                  <a:srgbClr val="9c1f00"/>
                </a:solidFill>
                <a:latin typeface="Arial"/>
                <a:ea typeface="Arial"/>
              </a:rPr>
              <a:t> High Impedance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2802" name="" descr=""/>
          <p:cNvPicPr/>
          <p:nvPr/>
        </p:nvPicPr>
        <p:blipFill>
          <a:blip r:embed="rId2"/>
          <a:stretch/>
        </p:blipFill>
        <p:spPr>
          <a:xfrm>
            <a:off x="6457320" y="3392280"/>
            <a:ext cx="2160720" cy="501120"/>
          </a:xfrm>
          <a:prstGeom prst="rect">
            <a:avLst/>
          </a:prstGeom>
          <a:ln w="0">
            <a:noFill/>
          </a:ln>
        </p:spPr>
      </p:pic>
      <p:sp>
        <p:nvSpPr>
          <p:cNvPr id="12803" name=""/>
          <p:cNvSpPr/>
          <p:nvPr/>
        </p:nvSpPr>
        <p:spPr>
          <a:xfrm>
            <a:off x="1393560" y="2624760"/>
            <a:ext cx="37080" cy="2141640"/>
          </a:xfrm>
          <a:custGeom>
            <a:avLst/>
            <a:gdLst/>
            <a:ahLst/>
            <a:rect l="0" t="0" r="r" b="b"/>
            <a:pathLst>
              <a:path w="103" h="5949">
                <a:moveTo>
                  <a:pt x="0" y="5949"/>
                </a:moveTo>
                <a:lnTo>
                  <a:pt x="0" y="0"/>
                </a:lnTo>
                <a:lnTo>
                  <a:pt x="103" y="0"/>
                </a:lnTo>
                <a:lnTo>
                  <a:pt x="10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d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04" name=""/>
          <p:cNvSpPr/>
          <p:nvPr/>
        </p:nvSpPr>
        <p:spPr>
          <a:xfrm>
            <a:off x="143028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05" name=""/>
          <p:cNvSpPr/>
          <p:nvPr/>
        </p:nvSpPr>
        <p:spPr>
          <a:xfrm>
            <a:off x="143964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06" name=""/>
          <p:cNvSpPr/>
          <p:nvPr/>
        </p:nvSpPr>
        <p:spPr>
          <a:xfrm>
            <a:off x="14439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07" name=""/>
          <p:cNvSpPr/>
          <p:nvPr/>
        </p:nvSpPr>
        <p:spPr>
          <a:xfrm>
            <a:off x="1448640" y="2624760"/>
            <a:ext cx="18720" cy="2141640"/>
          </a:xfrm>
          <a:custGeom>
            <a:avLst/>
            <a:gdLst/>
            <a:ahLst/>
            <a:rect l="0" t="0" r="r" b="b"/>
            <a:pathLst>
              <a:path w="52" h="5949">
                <a:moveTo>
                  <a:pt x="0" y="5949"/>
                </a:moveTo>
                <a:lnTo>
                  <a:pt x="0" y="0"/>
                </a:lnTo>
                <a:lnTo>
                  <a:pt x="52" y="0"/>
                </a:lnTo>
                <a:lnTo>
                  <a:pt x="52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08" name=""/>
          <p:cNvSpPr/>
          <p:nvPr/>
        </p:nvSpPr>
        <p:spPr>
          <a:xfrm>
            <a:off x="14670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09" name=""/>
          <p:cNvSpPr/>
          <p:nvPr/>
        </p:nvSpPr>
        <p:spPr>
          <a:xfrm>
            <a:off x="14716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0" name=""/>
          <p:cNvSpPr/>
          <p:nvPr/>
        </p:nvSpPr>
        <p:spPr>
          <a:xfrm>
            <a:off x="147636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1" name=""/>
          <p:cNvSpPr/>
          <p:nvPr/>
        </p:nvSpPr>
        <p:spPr>
          <a:xfrm>
            <a:off x="148536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2" name=""/>
          <p:cNvSpPr/>
          <p:nvPr/>
        </p:nvSpPr>
        <p:spPr>
          <a:xfrm>
            <a:off x="14947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f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3" name=""/>
          <p:cNvSpPr/>
          <p:nvPr/>
        </p:nvSpPr>
        <p:spPr>
          <a:xfrm>
            <a:off x="149940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4" name=""/>
          <p:cNvSpPr/>
          <p:nvPr/>
        </p:nvSpPr>
        <p:spPr>
          <a:xfrm>
            <a:off x="1503720" y="2624760"/>
            <a:ext cx="18720" cy="2141640"/>
          </a:xfrm>
          <a:custGeom>
            <a:avLst/>
            <a:gdLst/>
            <a:ahLst/>
            <a:rect l="0" t="0" r="r" b="b"/>
            <a:pathLst>
              <a:path w="52" h="5949">
                <a:moveTo>
                  <a:pt x="0" y="5949"/>
                </a:moveTo>
                <a:lnTo>
                  <a:pt x="0" y="0"/>
                </a:lnTo>
                <a:lnTo>
                  <a:pt x="52" y="0"/>
                </a:lnTo>
                <a:lnTo>
                  <a:pt x="52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5" name=""/>
          <p:cNvSpPr/>
          <p:nvPr/>
        </p:nvSpPr>
        <p:spPr>
          <a:xfrm>
            <a:off x="15220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6" name=""/>
          <p:cNvSpPr/>
          <p:nvPr/>
        </p:nvSpPr>
        <p:spPr>
          <a:xfrm>
            <a:off x="1526760" y="2624760"/>
            <a:ext cx="5400" cy="2141640"/>
          </a:xfrm>
          <a:custGeom>
            <a:avLst/>
            <a:gdLst/>
            <a:ahLst/>
            <a:rect l="0" t="0" r="r" b="b"/>
            <a:pathLst>
              <a:path w="15" h="5949">
                <a:moveTo>
                  <a:pt x="0" y="5949"/>
                </a:moveTo>
                <a:lnTo>
                  <a:pt x="0" y="0"/>
                </a:lnTo>
                <a:lnTo>
                  <a:pt x="15" y="0"/>
                </a:lnTo>
                <a:lnTo>
                  <a:pt x="15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1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7" name=""/>
          <p:cNvSpPr/>
          <p:nvPr/>
        </p:nvSpPr>
        <p:spPr>
          <a:xfrm>
            <a:off x="153144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8" name=""/>
          <p:cNvSpPr/>
          <p:nvPr/>
        </p:nvSpPr>
        <p:spPr>
          <a:xfrm>
            <a:off x="15404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19" name=""/>
          <p:cNvSpPr/>
          <p:nvPr/>
        </p:nvSpPr>
        <p:spPr>
          <a:xfrm>
            <a:off x="15451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2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0" name=""/>
          <p:cNvSpPr/>
          <p:nvPr/>
        </p:nvSpPr>
        <p:spPr>
          <a:xfrm>
            <a:off x="154980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2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1" name=""/>
          <p:cNvSpPr/>
          <p:nvPr/>
        </p:nvSpPr>
        <p:spPr>
          <a:xfrm>
            <a:off x="15588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2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2" name=""/>
          <p:cNvSpPr/>
          <p:nvPr/>
        </p:nvSpPr>
        <p:spPr>
          <a:xfrm>
            <a:off x="15634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3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3" name=""/>
          <p:cNvSpPr/>
          <p:nvPr/>
        </p:nvSpPr>
        <p:spPr>
          <a:xfrm>
            <a:off x="156816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3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4" name=""/>
          <p:cNvSpPr/>
          <p:nvPr/>
        </p:nvSpPr>
        <p:spPr>
          <a:xfrm>
            <a:off x="157752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3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5" name=""/>
          <p:cNvSpPr/>
          <p:nvPr/>
        </p:nvSpPr>
        <p:spPr>
          <a:xfrm>
            <a:off x="15818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4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6" name=""/>
          <p:cNvSpPr/>
          <p:nvPr/>
        </p:nvSpPr>
        <p:spPr>
          <a:xfrm>
            <a:off x="15865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4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7" name=""/>
          <p:cNvSpPr/>
          <p:nvPr/>
        </p:nvSpPr>
        <p:spPr>
          <a:xfrm>
            <a:off x="15912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5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8" name=""/>
          <p:cNvSpPr/>
          <p:nvPr/>
        </p:nvSpPr>
        <p:spPr>
          <a:xfrm>
            <a:off x="159588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5d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29" name=""/>
          <p:cNvSpPr/>
          <p:nvPr/>
        </p:nvSpPr>
        <p:spPr>
          <a:xfrm>
            <a:off x="16048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5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0" name=""/>
          <p:cNvSpPr/>
          <p:nvPr/>
        </p:nvSpPr>
        <p:spPr>
          <a:xfrm>
            <a:off x="16095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6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1" name=""/>
          <p:cNvSpPr/>
          <p:nvPr/>
        </p:nvSpPr>
        <p:spPr>
          <a:xfrm>
            <a:off x="161424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6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2" name=""/>
          <p:cNvSpPr/>
          <p:nvPr/>
        </p:nvSpPr>
        <p:spPr>
          <a:xfrm>
            <a:off x="162324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7d8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3" name=""/>
          <p:cNvSpPr/>
          <p:nvPr/>
        </p:nvSpPr>
        <p:spPr>
          <a:xfrm>
            <a:off x="163260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7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4" name=""/>
          <p:cNvSpPr/>
          <p:nvPr/>
        </p:nvSpPr>
        <p:spPr>
          <a:xfrm>
            <a:off x="16369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8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5" name=""/>
          <p:cNvSpPr/>
          <p:nvPr/>
        </p:nvSpPr>
        <p:spPr>
          <a:xfrm>
            <a:off x="16416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8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6" name=""/>
          <p:cNvSpPr/>
          <p:nvPr/>
        </p:nvSpPr>
        <p:spPr>
          <a:xfrm>
            <a:off x="16462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9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7" name=""/>
          <p:cNvSpPr/>
          <p:nvPr/>
        </p:nvSpPr>
        <p:spPr>
          <a:xfrm>
            <a:off x="16509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8" name=""/>
          <p:cNvSpPr/>
          <p:nvPr/>
        </p:nvSpPr>
        <p:spPr>
          <a:xfrm>
            <a:off x="165564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39" name=""/>
          <p:cNvSpPr/>
          <p:nvPr/>
        </p:nvSpPr>
        <p:spPr>
          <a:xfrm>
            <a:off x="16599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0" name=""/>
          <p:cNvSpPr/>
          <p:nvPr/>
        </p:nvSpPr>
        <p:spPr>
          <a:xfrm>
            <a:off x="16646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a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1" name=""/>
          <p:cNvSpPr/>
          <p:nvPr/>
        </p:nvSpPr>
        <p:spPr>
          <a:xfrm>
            <a:off x="1669320" y="2624760"/>
            <a:ext cx="5400" cy="2141640"/>
          </a:xfrm>
          <a:custGeom>
            <a:avLst/>
            <a:gdLst/>
            <a:ahLst/>
            <a:rect l="0" t="0" r="r" b="b"/>
            <a:pathLst>
              <a:path w="15" h="5949">
                <a:moveTo>
                  <a:pt x="0" y="5949"/>
                </a:moveTo>
                <a:lnTo>
                  <a:pt x="0" y="0"/>
                </a:lnTo>
                <a:lnTo>
                  <a:pt x="15" y="0"/>
                </a:lnTo>
                <a:lnTo>
                  <a:pt x="15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a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2" name=""/>
          <p:cNvSpPr/>
          <p:nvPr/>
        </p:nvSpPr>
        <p:spPr>
          <a:xfrm>
            <a:off x="167400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b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3" name=""/>
          <p:cNvSpPr/>
          <p:nvPr/>
        </p:nvSpPr>
        <p:spPr>
          <a:xfrm>
            <a:off x="16783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b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4" name=""/>
          <p:cNvSpPr/>
          <p:nvPr/>
        </p:nvSpPr>
        <p:spPr>
          <a:xfrm>
            <a:off x="16830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c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5" name=""/>
          <p:cNvSpPr/>
          <p:nvPr/>
        </p:nvSpPr>
        <p:spPr>
          <a:xfrm>
            <a:off x="16876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6" name=""/>
          <p:cNvSpPr/>
          <p:nvPr/>
        </p:nvSpPr>
        <p:spPr>
          <a:xfrm>
            <a:off x="169236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7" name=""/>
          <p:cNvSpPr/>
          <p:nvPr/>
        </p:nvSpPr>
        <p:spPr>
          <a:xfrm>
            <a:off x="16966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8" name=""/>
          <p:cNvSpPr/>
          <p:nvPr/>
        </p:nvSpPr>
        <p:spPr>
          <a:xfrm>
            <a:off x="17013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d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49" name=""/>
          <p:cNvSpPr/>
          <p:nvPr/>
        </p:nvSpPr>
        <p:spPr>
          <a:xfrm>
            <a:off x="17060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d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0" name=""/>
          <p:cNvSpPr/>
          <p:nvPr/>
        </p:nvSpPr>
        <p:spPr>
          <a:xfrm>
            <a:off x="17107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e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1" name=""/>
          <p:cNvSpPr/>
          <p:nvPr/>
        </p:nvSpPr>
        <p:spPr>
          <a:xfrm>
            <a:off x="171540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e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2" name=""/>
          <p:cNvSpPr/>
          <p:nvPr/>
        </p:nvSpPr>
        <p:spPr>
          <a:xfrm>
            <a:off x="17244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e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3" name=""/>
          <p:cNvSpPr/>
          <p:nvPr/>
        </p:nvSpPr>
        <p:spPr>
          <a:xfrm>
            <a:off x="17290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f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4" name=""/>
          <p:cNvSpPr/>
          <p:nvPr/>
        </p:nvSpPr>
        <p:spPr>
          <a:xfrm>
            <a:off x="173376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f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5" name=""/>
          <p:cNvSpPr/>
          <p:nvPr/>
        </p:nvSpPr>
        <p:spPr>
          <a:xfrm>
            <a:off x="17380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0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6" name=""/>
          <p:cNvSpPr/>
          <p:nvPr/>
        </p:nvSpPr>
        <p:spPr>
          <a:xfrm>
            <a:off x="1742760" y="2624760"/>
            <a:ext cx="5400" cy="2141640"/>
          </a:xfrm>
          <a:custGeom>
            <a:avLst/>
            <a:gdLst/>
            <a:ahLst/>
            <a:rect l="0" t="0" r="r" b="b"/>
            <a:pathLst>
              <a:path w="15" h="5949">
                <a:moveTo>
                  <a:pt x="0" y="5949"/>
                </a:moveTo>
                <a:lnTo>
                  <a:pt x="0" y="0"/>
                </a:lnTo>
                <a:lnTo>
                  <a:pt x="15" y="0"/>
                </a:lnTo>
                <a:lnTo>
                  <a:pt x="15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0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7" name=""/>
          <p:cNvSpPr/>
          <p:nvPr/>
        </p:nvSpPr>
        <p:spPr>
          <a:xfrm>
            <a:off x="17474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0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8" name=""/>
          <p:cNvSpPr/>
          <p:nvPr/>
        </p:nvSpPr>
        <p:spPr>
          <a:xfrm>
            <a:off x="175212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1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59" name=""/>
          <p:cNvSpPr/>
          <p:nvPr/>
        </p:nvSpPr>
        <p:spPr>
          <a:xfrm>
            <a:off x="17611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1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0" name=""/>
          <p:cNvSpPr/>
          <p:nvPr/>
        </p:nvSpPr>
        <p:spPr>
          <a:xfrm>
            <a:off x="17658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2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1" name=""/>
          <p:cNvSpPr/>
          <p:nvPr/>
        </p:nvSpPr>
        <p:spPr>
          <a:xfrm>
            <a:off x="177048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2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2" name=""/>
          <p:cNvSpPr/>
          <p:nvPr/>
        </p:nvSpPr>
        <p:spPr>
          <a:xfrm>
            <a:off x="17748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2d9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3" name=""/>
          <p:cNvSpPr/>
          <p:nvPr/>
        </p:nvSpPr>
        <p:spPr>
          <a:xfrm>
            <a:off x="17794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2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4" name=""/>
          <p:cNvSpPr/>
          <p:nvPr/>
        </p:nvSpPr>
        <p:spPr>
          <a:xfrm>
            <a:off x="17841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3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5" name=""/>
          <p:cNvSpPr/>
          <p:nvPr/>
        </p:nvSpPr>
        <p:spPr>
          <a:xfrm>
            <a:off x="178884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3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6" name=""/>
          <p:cNvSpPr/>
          <p:nvPr/>
        </p:nvSpPr>
        <p:spPr>
          <a:xfrm>
            <a:off x="17978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3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7" name=""/>
          <p:cNvSpPr/>
          <p:nvPr/>
        </p:nvSpPr>
        <p:spPr>
          <a:xfrm>
            <a:off x="18025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8" name=""/>
          <p:cNvSpPr/>
          <p:nvPr/>
        </p:nvSpPr>
        <p:spPr>
          <a:xfrm>
            <a:off x="180720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69" name=""/>
          <p:cNvSpPr/>
          <p:nvPr/>
        </p:nvSpPr>
        <p:spPr>
          <a:xfrm>
            <a:off x="1816200" y="2624760"/>
            <a:ext cx="5400" cy="2141640"/>
          </a:xfrm>
          <a:custGeom>
            <a:avLst/>
            <a:gdLst/>
            <a:ahLst/>
            <a:rect l="0" t="0" r="r" b="b"/>
            <a:pathLst>
              <a:path w="15" h="5949">
                <a:moveTo>
                  <a:pt x="0" y="5949"/>
                </a:moveTo>
                <a:lnTo>
                  <a:pt x="0" y="0"/>
                </a:lnTo>
                <a:lnTo>
                  <a:pt x="15" y="0"/>
                </a:lnTo>
                <a:lnTo>
                  <a:pt x="15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0" name=""/>
          <p:cNvSpPr/>
          <p:nvPr/>
        </p:nvSpPr>
        <p:spPr>
          <a:xfrm>
            <a:off x="18208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5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1" name=""/>
          <p:cNvSpPr/>
          <p:nvPr/>
        </p:nvSpPr>
        <p:spPr>
          <a:xfrm>
            <a:off x="18255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2" name=""/>
          <p:cNvSpPr/>
          <p:nvPr/>
        </p:nvSpPr>
        <p:spPr>
          <a:xfrm>
            <a:off x="183024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3" name=""/>
          <p:cNvSpPr/>
          <p:nvPr/>
        </p:nvSpPr>
        <p:spPr>
          <a:xfrm>
            <a:off x="18345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4" name=""/>
          <p:cNvSpPr/>
          <p:nvPr/>
        </p:nvSpPr>
        <p:spPr>
          <a:xfrm>
            <a:off x="18392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6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5" name=""/>
          <p:cNvSpPr/>
          <p:nvPr/>
        </p:nvSpPr>
        <p:spPr>
          <a:xfrm>
            <a:off x="184392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6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6" name=""/>
          <p:cNvSpPr/>
          <p:nvPr/>
        </p:nvSpPr>
        <p:spPr>
          <a:xfrm>
            <a:off x="18529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7" name=""/>
          <p:cNvSpPr/>
          <p:nvPr/>
        </p:nvSpPr>
        <p:spPr>
          <a:xfrm>
            <a:off x="18576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8" name=""/>
          <p:cNvSpPr/>
          <p:nvPr/>
        </p:nvSpPr>
        <p:spPr>
          <a:xfrm>
            <a:off x="18622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79" name=""/>
          <p:cNvSpPr/>
          <p:nvPr/>
        </p:nvSpPr>
        <p:spPr>
          <a:xfrm>
            <a:off x="18669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0" name=""/>
          <p:cNvSpPr/>
          <p:nvPr/>
        </p:nvSpPr>
        <p:spPr>
          <a:xfrm>
            <a:off x="187164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1" name=""/>
          <p:cNvSpPr/>
          <p:nvPr/>
        </p:nvSpPr>
        <p:spPr>
          <a:xfrm>
            <a:off x="18806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2" name=""/>
          <p:cNvSpPr/>
          <p:nvPr/>
        </p:nvSpPr>
        <p:spPr>
          <a:xfrm>
            <a:off x="1885320" y="2624760"/>
            <a:ext cx="5400" cy="2141640"/>
          </a:xfrm>
          <a:custGeom>
            <a:avLst/>
            <a:gdLst/>
            <a:ahLst/>
            <a:rect l="0" t="0" r="r" b="b"/>
            <a:pathLst>
              <a:path w="15" h="5949">
                <a:moveTo>
                  <a:pt x="0" y="5949"/>
                </a:moveTo>
                <a:lnTo>
                  <a:pt x="0" y="0"/>
                </a:lnTo>
                <a:lnTo>
                  <a:pt x="15" y="0"/>
                </a:lnTo>
                <a:lnTo>
                  <a:pt x="15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3" name=""/>
          <p:cNvSpPr/>
          <p:nvPr/>
        </p:nvSpPr>
        <p:spPr>
          <a:xfrm>
            <a:off x="189000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4" name=""/>
          <p:cNvSpPr/>
          <p:nvPr/>
        </p:nvSpPr>
        <p:spPr>
          <a:xfrm>
            <a:off x="189900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5" name=""/>
          <p:cNvSpPr/>
          <p:nvPr/>
        </p:nvSpPr>
        <p:spPr>
          <a:xfrm>
            <a:off x="1908360" y="2624760"/>
            <a:ext cx="18720" cy="2141640"/>
          </a:xfrm>
          <a:custGeom>
            <a:avLst/>
            <a:gdLst/>
            <a:ahLst/>
            <a:rect l="0" t="0" r="r" b="b"/>
            <a:pathLst>
              <a:path w="52" h="5949">
                <a:moveTo>
                  <a:pt x="0" y="5949"/>
                </a:moveTo>
                <a:lnTo>
                  <a:pt x="0" y="0"/>
                </a:lnTo>
                <a:lnTo>
                  <a:pt x="52" y="0"/>
                </a:lnTo>
                <a:lnTo>
                  <a:pt x="52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6" name=""/>
          <p:cNvSpPr/>
          <p:nvPr/>
        </p:nvSpPr>
        <p:spPr>
          <a:xfrm>
            <a:off x="192672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7" name=""/>
          <p:cNvSpPr/>
          <p:nvPr/>
        </p:nvSpPr>
        <p:spPr>
          <a:xfrm>
            <a:off x="19357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8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8" name=""/>
          <p:cNvSpPr/>
          <p:nvPr/>
        </p:nvSpPr>
        <p:spPr>
          <a:xfrm>
            <a:off x="19404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89" name=""/>
          <p:cNvSpPr/>
          <p:nvPr/>
        </p:nvSpPr>
        <p:spPr>
          <a:xfrm>
            <a:off x="1945080" y="2624760"/>
            <a:ext cx="37080" cy="2141640"/>
          </a:xfrm>
          <a:custGeom>
            <a:avLst/>
            <a:gdLst/>
            <a:ahLst/>
            <a:rect l="0" t="0" r="r" b="b"/>
            <a:pathLst>
              <a:path w="103" h="5949">
                <a:moveTo>
                  <a:pt x="0" y="5949"/>
                </a:moveTo>
                <a:lnTo>
                  <a:pt x="0" y="0"/>
                </a:lnTo>
                <a:lnTo>
                  <a:pt x="103" y="0"/>
                </a:lnTo>
                <a:lnTo>
                  <a:pt x="10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0" name=""/>
          <p:cNvSpPr/>
          <p:nvPr/>
        </p:nvSpPr>
        <p:spPr>
          <a:xfrm>
            <a:off x="1981800" y="2624760"/>
            <a:ext cx="37080" cy="2141640"/>
          </a:xfrm>
          <a:custGeom>
            <a:avLst/>
            <a:gdLst/>
            <a:ahLst/>
            <a:rect l="0" t="0" r="r" b="b"/>
            <a:pathLst>
              <a:path w="103" h="5949">
                <a:moveTo>
                  <a:pt x="0" y="5949"/>
                </a:moveTo>
                <a:lnTo>
                  <a:pt x="0" y="0"/>
                </a:lnTo>
                <a:lnTo>
                  <a:pt x="103" y="0"/>
                </a:lnTo>
                <a:lnTo>
                  <a:pt x="10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1" name=""/>
          <p:cNvSpPr/>
          <p:nvPr/>
        </p:nvSpPr>
        <p:spPr>
          <a:xfrm>
            <a:off x="20185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8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2" name=""/>
          <p:cNvSpPr/>
          <p:nvPr/>
        </p:nvSpPr>
        <p:spPr>
          <a:xfrm>
            <a:off x="20232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3" name=""/>
          <p:cNvSpPr/>
          <p:nvPr/>
        </p:nvSpPr>
        <p:spPr>
          <a:xfrm>
            <a:off x="202788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4" name=""/>
          <p:cNvSpPr/>
          <p:nvPr/>
        </p:nvSpPr>
        <p:spPr>
          <a:xfrm>
            <a:off x="2036880" y="2624760"/>
            <a:ext cx="18720" cy="2141640"/>
          </a:xfrm>
          <a:custGeom>
            <a:avLst/>
            <a:gdLst/>
            <a:ahLst/>
            <a:rect l="0" t="0" r="r" b="b"/>
            <a:pathLst>
              <a:path w="52" h="5949">
                <a:moveTo>
                  <a:pt x="0" y="5949"/>
                </a:moveTo>
                <a:lnTo>
                  <a:pt x="0" y="0"/>
                </a:lnTo>
                <a:lnTo>
                  <a:pt x="52" y="0"/>
                </a:lnTo>
                <a:lnTo>
                  <a:pt x="52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5" name=""/>
          <p:cNvSpPr/>
          <p:nvPr/>
        </p:nvSpPr>
        <p:spPr>
          <a:xfrm>
            <a:off x="205524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8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6" name=""/>
          <p:cNvSpPr/>
          <p:nvPr/>
        </p:nvSpPr>
        <p:spPr>
          <a:xfrm>
            <a:off x="20646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7" name=""/>
          <p:cNvSpPr/>
          <p:nvPr/>
        </p:nvSpPr>
        <p:spPr>
          <a:xfrm>
            <a:off x="206928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8" name=""/>
          <p:cNvSpPr/>
          <p:nvPr/>
        </p:nvSpPr>
        <p:spPr>
          <a:xfrm>
            <a:off x="20736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899" name=""/>
          <p:cNvSpPr/>
          <p:nvPr/>
        </p:nvSpPr>
        <p:spPr>
          <a:xfrm>
            <a:off x="20782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0" name=""/>
          <p:cNvSpPr/>
          <p:nvPr/>
        </p:nvSpPr>
        <p:spPr>
          <a:xfrm>
            <a:off x="208296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7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1" name=""/>
          <p:cNvSpPr/>
          <p:nvPr/>
        </p:nvSpPr>
        <p:spPr>
          <a:xfrm>
            <a:off x="20919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2" name=""/>
          <p:cNvSpPr/>
          <p:nvPr/>
        </p:nvSpPr>
        <p:spPr>
          <a:xfrm>
            <a:off x="20966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3" name=""/>
          <p:cNvSpPr/>
          <p:nvPr/>
        </p:nvSpPr>
        <p:spPr>
          <a:xfrm>
            <a:off x="210132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6d9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4" name=""/>
          <p:cNvSpPr/>
          <p:nvPr/>
        </p:nvSpPr>
        <p:spPr>
          <a:xfrm>
            <a:off x="2110320" y="2624760"/>
            <a:ext cx="10080" cy="2141640"/>
          </a:xfrm>
          <a:custGeom>
            <a:avLst/>
            <a:gdLst/>
            <a:ahLst/>
            <a:rect l="0" t="0" r="r" b="b"/>
            <a:pathLst>
              <a:path w="28" h="5949">
                <a:moveTo>
                  <a:pt x="0" y="5949"/>
                </a:moveTo>
                <a:lnTo>
                  <a:pt x="0" y="0"/>
                </a:lnTo>
                <a:lnTo>
                  <a:pt x="28" y="0"/>
                </a:lnTo>
                <a:lnTo>
                  <a:pt x="28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6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5" name=""/>
          <p:cNvSpPr/>
          <p:nvPr/>
        </p:nvSpPr>
        <p:spPr>
          <a:xfrm>
            <a:off x="21196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6" name=""/>
          <p:cNvSpPr/>
          <p:nvPr/>
        </p:nvSpPr>
        <p:spPr>
          <a:xfrm>
            <a:off x="212436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7" name=""/>
          <p:cNvSpPr/>
          <p:nvPr/>
        </p:nvSpPr>
        <p:spPr>
          <a:xfrm>
            <a:off x="212868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5d9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8" name=""/>
          <p:cNvSpPr/>
          <p:nvPr/>
        </p:nvSpPr>
        <p:spPr>
          <a:xfrm>
            <a:off x="213804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5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09" name=""/>
          <p:cNvSpPr/>
          <p:nvPr/>
        </p:nvSpPr>
        <p:spPr>
          <a:xfrm>
            <a:off x="214740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0" name=""/>
          <p:cNvSpPr/>
          <p:nvPr/>
        </p:nvSpPr>
        <p:spPr>
          <a:xfrm>
            <a:off x="21564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4d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1" name=""/>
          <p:cNvSpPr/>
          <p:nvPr/>
        </p:nvSpPr>
        <p:spPr>
          <a:xfrm>
            <a:off x="21610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3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2" name=""/>
          <p:cNvSpPr/>
          <p:nvPr/>
        </p:nvSpPr>
        <p:spPr>
          <a:xfrm>
            <a:off x="216576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3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3" name=""/>
          <p:cNvSpPr/>
          <p:nvPr/>
        </p:nvSpPr>
        <p:spPr>
          <a:xfrm>
            <a:off x="2174760" y="2624760"/>
            <a:ext cx="5400" cy="2141640"/>
          </a:xfrm>
          <a:custGeom>
            <a:avLst/>
            <a:gdLst/>
            <a:ahLst/>
            <a:rect l="0" t="0" r="r" b="b"/>
            <a:pathLst>
              <a:path w="15" h="5949">
                <a:moveTo>
                  <a:pt x="0" y="5949"/>
                </a:moveTo>
                <a:lnTo>
                  <a:pt x="0" y="0"/>
                </a:lnTo>
                <a:lnTo>
                  <a:pt x="15" y="0"/>
                </a:lnTo>
                <a:lnTo>
                  <a:pt x="15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2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4" name=""/>
          <p:cNvSpPr/>
          <p:nvPr/>
        </p:nvSpPr>
        <p:spPr>
          <a:xfrm>
            <a:off x="21794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2d9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5" name=""/>
          <p:cNvSpPr/>
          <p:nvPr/>
        </p:nvSpPr>
        <p:spPr>
          <a:xfrm>
            <a:off x="218412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2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6" name=""/>
          <p:cNvSpPr/>
          <p:nvPr/>
        </p:nvSpPr>
        <p:spPr>
          <a:xfrm>
            <a:off x="21884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2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7" name=""/>
          <p:cNvSpPr/>
          <p:nvPr/>
        </p:nvSpPr>
        <p:spPr>
          <a:xfrm>
            <a:off x="21931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1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8" name=""/>
          <p:cNvSpPr/>
          <p:nvPr/>
        </p:nvSpPr>
        <p:spPr>
          <a:xfrm>
            <a:off x="21978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1d8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19" name=""/>
          <p:cNvSpPr/>
          <p:nvPr/>
        </p:nvSpPr>
        <p:spPr>
          <a:xfrm>
            <a:off x="220248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1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0" name=""/>
          <p:cNvSpPr/>
          <p:nvPr/>
        </p:nvSpPr>
        <p:spPr>
          <a:xfrm>
            <a:off x="22114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0d8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1" name=""/>
          <p:cNvSpPr/>
          <p:nvPr/>
        </p:nvSpPr>
        <p:spPr>
          <a:xfrm>
            <a:off x="22161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d0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2" name=""/>
          <p:cNvSpPr/>
          <p:nvPr/>
        </p:nvSpPr>
        <p:spPr>
          <a:xfrm>
            <a:off x="22208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f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3" name=""/>
          <p:cNvSpPr/>
          <p:nvPr/>
        </p:nvSpPr>
        <p:spPr>
          <a:xfrm>
            <a:off x="222552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f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4" name=""/>
          <p:cNvSpPr/>
          <p:nvPr/>
        </p:nvSpPr>
        <p:spPr>
          <a:xfrm>
            <a:off x="22298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ed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5" name=""/>
          <p:cNvSpPr/>
          <p:nvPr/>
        </p:nvSpPr>
        <p:spPr>
          <a:xfrm>
            <a:off x="22345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e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6" name=""/>
          <p:cNvSpPr/>
          <p:nvPr/>
        </p:nvSpPr>
        <p:spPr>
          <a:xfrm>
            <a:off x="223920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e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7" name=""/>
          <p:cNvSpPr/>
          <p:nvPr/>
        </p:nvSpPr>
        <p:spPr>
          <a:xfrm>
            <a:off x="22482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dd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8" name=""/>
          <p:cNvSpPr/>
          <p:nvPr/>
        </p:nvSpPr>
        <p:spPr>
          <a:xfrm>
            <a:off x="2252880" y="2624760"/>
            <a:ext cx="5400" cy="2141640"/>
          </a:xfrm>
          <a:custGeom>
            <a:avLst/>
            <a:gdLst/>
            <a:ahLst/>
            <a:rect l="0" t="0" r="r" b="b"/>
            <a:pathLst>
              <a:path w="15" h="5949">
                <a:moveTo>
                  <a:pt x="0" y="5949"/>
                </a:moveTo>
                <a:lnTo>
                  <a:pt x="0" y="0"/>
                </a:lnTo>
                <a:lnTo>
                  <a:pt x="15" y="0"/>
                </a:lnTo>
                <a:lnTo>
                  <a:pt x="15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d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29" name=""/>
          <p:cNvSpPr/>
          <p:nvPr/>
        </p:nvSpPr>
        <p:spPr>
          <a:xfrm>
            <a:off x="22575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0" name=""/>
          <p:cNvSpPr/>
          <p:nvPr/>
        </p:nvSpPr>
        <p:spPr>
          <a:xfrm>
            <a:off x="226224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1" name=""/>
          <p:cNvSpPr/>
          <p:nvPr/>
        </p:nvSpPr>
        <p:spPr>
          <a:xfrm>
            <a:off x="22665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cd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2" name=""/>
          <p:cNvSpPr/>
          <p:nvPr/>
        </p:nvSpPr>
        <p:spPr>
          <a:xfrm>
            <a:off x="22712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c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3" name=""/>
          <p:cNvSpPr/>
          <p:nvPr/>
        </p:nvSpPr>
        <p:spPr>
          <a:xfrm>
            <a:off x="22759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b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4" name=""/>
          <p:cNvSpPr/>
          <p:nvPr/>
        </p:nvSpPr>
        <p:spPr>
          <a:xfrm>
            <a:off x="22806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b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5" name=""/>
          <p:cNvSpPr/>
          <p:nvPr/>
        </p:nvSpPr>
        <p:spPr>
          <a:xfrm>
            <a:off x="228528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ad8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6" name=""/>
          <p:cNvSpPr/>
          <p:nvPr/>
        </p:nvSpPr>
        <p:spPr>
          <a:xfrm>
            <a:off x="22896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a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7" name=""/>
          <p:cNvSpPr/>
          <p:nvPr/>
        </p:nvSpPr>
        <p:spPr>
          <a:xfrm>
            <a:off x="22942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8" name=""/>
          <p:cNvSpPr/>
          <p:nvPr/>
        </p:nvSpPr>
        <p:spPr>
          <a:xfrm>
            <a:off x="22989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39" name=""/>
          <p:cNvSpPr/>
          <p:nvPr/>
        </p:nvSpPr>
        <p:spPr>
          <a:xfrm>
            <a:off x="230364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9d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0" name=""/>
          <p:cNvSpPr/>
          <p:nvPr/>
        </p:nvSpPr>
        <p:spPr>
          <a:xfrm>
            <a:off x="23079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9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1" name=""/>
          <p:cNvSpPr/>
          <p:nvPr/>
        </p:nvSpPr>
        <p:spPr>
          <a:xfrm>
            <a:off x="23126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8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2" name=""/>
          <p:cNvSpPr/>
          <p:nvPr/>
        </p:nvSpPr>
        <p:spPr>
          <a:xfrm>
            <a:off x="23173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8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3" name=""/>
          <p:cNvSpPr/>
          <p:nvPr/>
        </p:nvSpPr>
        <p:spPr>
          <a:xfrm>
            <a:off x="232200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7d8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4" name=""/>
          <p:cNvSpPr/>
          <p:nvPr/>
        </p:nvSpPr>
        <p:spPr>
          <a:xfrm>
            <a:off x="2326320" y="2624760"/>
            <a:ext cx="5400" cy="2141640"/>
          </a:xfrm>
          <a:custGeom>
            <a:avLst/>
            <a:gdLst/>
            <a:ahLst/>
            <a:rect l="0" t="0" r="r" b="b"/>
            <a:pathLst>
              <a:path w="15" h="5949">
                <a:moveTo>
                  <a:pt x="0" y="5949"/>
                </a:moveTo>
                <a:lnTo>
                  <a:pt x="0" y="0"/>
                </a:lnTo>
                <a:lnTo>
                  <a:pt x="15" y="0"/>
                </a:lnTo>
                <a:lnTo>
                  <a:pt x="15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7d8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5" name=""/>
          <p:cNvSpPr/>
          <p:nvPr/>
        </p:nvSpPr>
        <p:spPr>
          <a:xfrm>
            <a:off x="233100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7d8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6" name=""/>
          <p:cNvSpPr/>
          <p:nvPr/>
        </p:nvSpPr>
        <p:spPr>
          <a:xfrm>
            <a:off x="234036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6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7" name=""/>
          <p:cNvSpPr/>
          <p:nvPr/>
        </p:nvSpPr>
        <p:spPr>
          <a:xfrm>
            <a:off x="23493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5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8" name=""/>
          <p:cNvSpPr/>
          <p:nvPr/>
        </p:nvSpPr>
        <p:spPr>
          <a:xfrm>
            <a:off x="23540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5d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49" name=""/>
          <p:cNvSpPr/>
          <p:nvPr/>
        </p:nvSpPr>
        <p:spPr>
          <a:xfrm>
            <a:off x="235872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5d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0" name=""/>
          <p:cNvSpPr/>
          <p:nvPr/>
        </p:nvSpPr>
        <p:spPr>
          <a:xfrm>
            <a:off x="23677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4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1" name=""/>
          <p:cNvSpPr/>
          <p:nvPr/>
        </p:nvSpPr>
        <p:spPr>
          <a:xfrm>
            <a:off x="23724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4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2" name=""/>
          <p:cNvSpPr/>
          <p:nvPr/>
        </p:nvSpPr>
        <p:spPr>
          <a:xfrm>
            <a:off x="237708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3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3" name=""/>
          <p:cNvSpPr/>
          <p:nvPr/>
        </p:nvSpPr>
        <p:spPr>
          <a:xfrm>
            <a:off x="238176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3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4" name=""/>
          <p:cNvSpPr/>
          <p:nvPr/>
        </p:nvSpPr>
        <p:spPr>
          <a:xfrm>
            <a:off x="238608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3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5" name=""/>
          <p:cNvSpPr/>
          <p:nvPr/>
        </p:nvSpPr>
        <p:spPr>
          <a:xfrm>
            <a:off x="2395440" y="2624760"/>
            <a:ext cx="5400" cy="2141640"/>
          </a:xfrm>
          <a:custGeom>
            <a:avLst/>
            <a:gdLst/>
            <a:ahLst/>
            <a:rect l="0" t="0" r="r" b="b"/>
            <a:pathLst>
              <a:path w="15" h="5949">
                <a:moveTo>
                  <a:pt x="0" y="5949"/>
                </a:moveTo>
                <a:lnTo>
                  <a:pt x="0" y="0"/>
                </a:lnTo>
                <a:lnTo>
                  <a:pt x="15" y="0"/>
                </a:lnTo>
                <a:lnTo>
                  <a:pt x="15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2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6" name=""/>
          <p:cNvSpPr/>
          <p:nvPr/>
        </p:nvSpPr>
        <p:spPr>
          <a:xfrm>
            <a:off x="240012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2d7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7" name=""/>
          <p:cNvSpPr/>
          <p:nvPr/>
        </p:nvSpPr>
        <p:spPr>
          <a:xfrm>
            <a:off x="240444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2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8" name=""/>
          <p:cNvSpPr/>
          <p:nvPr/>
        </p:nvSpPr>
        <p:spPr>
          <a:xfrm>
            <a:off x="24138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59" name=""/>
          <p:cNvSpPr/>
          <p:nvPr/>
        </p:nvSpPr>
        <p:spPr>
          <a:xfrm>
            <a:off x="241848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0" name=""/>
          <p:cNvSpPr/>
          <p:nvPr/>
        </p:nvSpPr>
        <p:spPr>
          <a:xfrm>
            <a:off x="242316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1d7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1" name=""/>
          <p:cNvSpPr/>
          <p:nvPr/>
        </p:nvSpPr>
        <p:spPr>
          <a:xfrm>
            <a:off x="24321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2" name=""/>
          <p:cNvSpPr/>
          <p:nvPr/>
        </p:nvSpPr>
        <p:spPr>
          <a:xfrm>
            <a:off x="24368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3" name=""/>
          <p:cNvSpPr/>
          <p:nvPr/>
        </p:nvSpPr>
        <p:spPr>
          <a:xfrm>
            <a:off x="2441520" y="2624760"/>
            <a:ext cx="18720" cy="2141640"/>
          </a:xfrm>
          <a:custGeom>
            <a:avLst/>
            <a:gdLst/>
            <a:ahLst/>
            <a:rect l="0" t="0" r="r" b="b"/>
            <a:pathLst>
              <a:path w="52" h="5949">
                <a:moveTo>
                  <a:pt x="0" y="5949"/>
                </a:moveTo>
                <a:lnTo>
                  <a:pt x="0" y="0"/>
                </a:lnTo>
                <a:lnTo>
                  <a:pt x="52" y="0"/>
                </a:lnTo>
                <a:lnTo>
                  <a:pt x="52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c0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4" name=""/>
          <p:cNvSpPr/>
          <p:nvPr/>
        </p:nvSpPr>
        <p:spPr>
          <a:xfrm>
            <a:off x="245988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fd7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5" name=""/>
          <p:cNvSpPr/>
          <p:nvPr/>
        </p:nvSpPr>
        <p:spPr>
          <a:xfrm>
            <a:off x="246420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6" name=""/>
          <p:cNvSpPr/>
          <p:nvPr/>
        </p:nvSpPr>
        <p:spPr>
          <a:xfrm>
            <a:off x="246888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7" name=""/>
          <p:cNvSpPr/>
          <p:nvPr/>
        </p:nvSpPr>
        <p:spPr>
          <a:xfrm>
            <a:off x="2478240" y="2624760"/>
            <a:ext cx="9360" cy="2141640"/>
          </a:xfrm>
          <a:custGeom>
            <a:avLst/>
            <a:gdLst/>
            <a:ahLst/>
            <a:rect l="0" t="0" r="r" b="b"/>
            <a:pathLst>
              <a:path w="26" h="5949">
                <a:moveTo>
                  <a:pt x="0" y="5949"/>
                </a:moveTo>
                <a:lnTo>
                  <a:pt x="0" y="0"/>
                </a:lnTo>
                <a:lnTo>
                  <a:pt x="26" y="0"/>
                </a:lnTo>
                <a:lnTo>
                  <a:pt x="26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f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8" name=""/>
          <p:cNvSpPr/>
          <p:nvPr/>
        </p:nvSpPr>
        <p:spPr>
          <a:xfrm>
            <a:off x="248724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69" name=""/>
          <p:cNvSpPr/>
          <p:nvPr/>
        </p:nvSpPr>
        <p:spPr>
          <a:xfrm>
            <a:off x="249192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0" name=""/>
          <p:cNvSpPr/>
          <p:nvPr/>
        </p:nvSpPr>
        <p:spPr>
          <a:xfrm>
            <a:off x="2496600" y="2624760"/>
            <a:ext cx="18720" cy="2141640"/>
          </a:xfrm>
          <a:custGeom>
            <a:avLst/>
            <a:gdLst/>
            <a:ahLst/>
            <a:rect l="0" t="0" r="r" b="b"/>
            <a:pathLst>
              <a:path w="52" h="5949">
                <a:moveTo>
                  <a:pt x="0" y="5949"/>
                </a:moveTo>
                <a:lnTo>
                  <a:pt x="0" y="0"/>
                </a:lnTo>
                <a:lnTo>
                  <a:pt x="52" y="0"/>
                </a:lnTo>
                <a:lnTo>
                  <a:pt x="52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1" name=""/>
          <p:cNvSpPr/>
          <p:nvPr/>
        </p:nvSpPr>
        <p:spPr>
          <a:xfrm>
            <a:off x="2514960" y="2624760"/>
            <a:ext cx="5040" cy="2141640"/>
          </a:xfrm>
          <a:custGeom>
            <a:avLst/>
            <a:gdLst/>
            <a:ahLst/>
            <a:rect l="0" t="0" r="r" b="b"/>
            <a:pathLst>
              <a:path w="14" h="5949">
                <a:moveTo>
                  <a:pt x="0" y="5949"/>
                </a:moveTo>
                <a:lnTo>
                  <a:pt x="0" y="0"/>
                </a:lnTo>
                <a:lnTo>
                  <a:pt x="14" y="0"/>
                </a:lnTo>
                <a:lnTo>
                  <a:pt x="14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2" name=""/>
          <p:cNvSpPr/>
          <p:nvPr/>
        </p:nvSpPr>
        <p:spPr>
          <a:xfrm>
            <a:off x="2519640" y="2624760"/>
            <a:ext cx="4680" cy="2141640"/>
          </a:xfrm>
          <a:custGeom>
            <a:avLst/>
            <a:gdLst/>
            <a:ahLst/>
            <a:rect l="0" t="0" r="r" b="b"/>
            <a:pathLst>
              <a:path w="13" h="5949">
                <a:moveTo>
                  <a:pt x="0" y="5949"/>
                </a:moveTo>
                <a:lnTo>
                  <a:pt x="0" y="0"/>
                </a:lnTo>
                <a:lnTo>
                  <a:pt x="13" y="0"/>
                </a:lnTo>
                <a:lnTo>
                  <a:pt x="1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3" name=""/>
          <p:cNvSpPr/>
          <p:nvPr/>
        </p:nvSpPr>
        <p:spPr>
          <a:xfrm>
            <a:off x="2523960" y="2624760"/>
            <a:ext cx="9720" cy="2141640"/>
          </a:xfrm>
          <a:custGeom>
            <a:avLst/>
            <a:gdLst/>
            <a:ahLst/>
            <a:rect l="0" t="0" r="r" b="b"/>
            <a:pathLst>
              <a:path w="27" h="5949">
                <a:moveTo>
                  <a:pt x="0" y="5949"/>
                </a:moveTo>
                <a:lnTo>
                  <a:pt x="0" y="0"/>
                </a:lnTo>
                <a:lnTo>
                  <a:pt x="27" y="0"/>
                </a:lnTo>
                <a:lnTo>
                  <a:pt x="27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e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4" name=""/>
          <p:cNvSpPr/>
          <p:nvPr/>
        </p:nvSpPr>
        <p:spPr>
          <a:xfrm>
            <a:off x="2533320" y="2624760"/>
            <a:ext cx="37080" cy="2141640"/>
          </a:xfrm>
          <a:custGeom>
            <a:avLst/>
            <a:gdLst/>
            <a:ahLst/>
            <a:rect l="0" t="0" r="r" b="b"/>
            <a:pathLst>
              <a:path w="103" h="5949">
                <a:moveTo>
                  <a:pt x="0" y="5949"/>
                </a:moveTo>
                <a:lnTo>
                  <a:pt x="0" y="0"/>
                </a:lnTo>
                <a:lnTo>
                  <a:pt x="103" y="0"/>
                </a:lnTo>
                <a:lnTo>
                  <a:pt x="103" y="5949"/>
                </a:lnTo>
                <a:lnTo>
                  <a:pt x="0" y="5949"/>
                </a:lnTo>
                <a:close/>
              </a:path>
            </a:pathLst>
          </a:custGeom>
          <a:solidFill>
            <a:srgbClr val="bdd7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5" name=""/>
          <p:cNvSpPr/>
          <p:nvPr/>
        </p:nvSpPr>
        <p:spPr>
          <a:xfrm>
            <a:off x="1393560" y="2624760"/>
            <a:ext cx="1176840" cy="2141640"/>
          </a:xfrm>
          <a:custGeom>
            <a:avLst/>
            <a:gdLst/>
            <a:ahLst/>
            <a:rect l="0" t="0" r="r" b="b"/>
            <a:pathLst>
              <a:path w="3269" h="5949">
                <a:moveTo>
                  <a:pt x="0" y="5949"/>
                </a:moveTo>
                <a:lnTo>
                  <a:pt x="3269" y="5949"/>
                </a:lnTo>
                <a:lnTo>
                  <a:pt x="3269" y="0"/>
                </a:lnTo>
                <a:lnTo>
                  <a:pt x="0" y="0"/>
                </a:lnTo>
                <a:lnTo>
                  <a:pt x="0" y="5949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6" name=""/>
          <p:cNvSpPr txBox="1"/>
          <p:nvPr/>
        </p:nvSpPr>
        <p:spPr>
          <a:xfrm>
            <a:off x="3025440" y="5834880"/>
            <a:ext cx="5959800" cy="212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8ba5b3"/>
                </a:solidFill>
                <a:latin typeface="Arial"/>
                <a:ea typeface="Arial"/>
              </a:rPr>
              <a:t>Wide and Short cylinder  </a:t>
            </a:r>
            <a:r>
              <a:rPr b="1" lang="en-US" sz="1500" spc="-1" strike="noStrike">
                <a:solidFill>
                  <a:srgbClr val="404040"/>
                </a:solidFill>
                <a:latin typeface="Arial"/>
                <a:ea typeface="Arial"/>
              </a:rPr>
              <a:t>= Electricity flows well =</a:t>
            </a:r>
            <a:r>
              <a:rPr b="1" lang="en-US" sz="1500" spc="-1" strike="noStrike">
                <a:solidFill>
                  <a:srgbClr val="9c1f00"/>
                </a:solidFill>
                <a:latin typeface="Arial"/>
                <a:ea typeface="Arial"/>
              </a:rPr>
              <a:t> Low Impedance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7" name=""/>
          <p:cNvSpPr txBox="1"/>
          <p:nvPr/>
        </p:nvSpPr>
        <p:spPr>
          <a:xfrm>
            <a:off x="6307920" y="4191480"/>
            <a:ext cx="26647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Same amount of water, but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8" name=""/>
          <p:cNvSpPr txBox="1"/>
          <p:nvPr/>
        </p:nvSpPr>
        <p:spPr>
          <a:xfrm>
            <a:off x="5937480" y="4465800"/>
            <a:ext cx="3016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different impedance due to the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79" name=""/>
          <p:cNvSpPr txBox="1"/>
          <p:nvPr/>
        </p:nvSpPr>
        <p:spPr>
          <a:xfrm>
            <a:off x="6905520" y="4740120"/>
            <a:ext cx="19897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shape of the cylinder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80" name=""/>
          <p:cNvSpPr txBox="1"/>
          <p:nvPr/>
        </p:nvSpPr>
        <p:spPr>
          <a:xfrm>
            <a:off x="644760" y="1132920"/>
            <a:ext cx="28900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[Characteristics of Impedance]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8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8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98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98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298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2987" name="" descr=""/>
          <p:cNvPicPr/>
          <p:nvPr/>
        </p:nvPicPr>
        <p:blipFill>
          <a:blip r:embed="rId2"/>
          <a:stretch/>
        </p:blipFill>
        <p:spPr>
          <a:xfrm>
            <a:off x="1476720" y="4309920"/>
            <a:ext cx="3382920" cy="2154600"/>
          </a:xfrm>
          <a:prstGeom prst="rect">
            <a:avLst/>
          </a:prstGeom>
          <a:ln w="0">
            <a:noFill/>
          </a:ln>
        </p:spPr>
      </p:pic>
      <p:pic>
        <p:nvPicPr>
          <p:cNvPr id="12988" name="" descr=""/>
          <p:cNvPicPr/>
          <p:nvPr/>
        </p:nvPicPr>
        <p:blipFill>
          <a:blip r:embed="rId3"/>
          <a:stretch/>
        </p:blipFill>
        <p:spPr>
          <a:xfrm>
            <a:off x="5574960" y="2566440"/>
            <a:ext cx="3285360" cy="2101320"/>
          </a:xfrm>
          <a:prstGeom prst="rect">
            <a:avLst/>
          </a:prstGeom>
          <a:ln w="0">
            <a:noFill/>
          </a:ln>
        </p:spPr>
      </p:pic>
      <p:pic>
        <p:nvPicPr>
          <p:cNvPr id="12989" name="" descr=""/>
          <p:cNvPicPr/>
          <p:nvPr/>
        </p:nvPicPr>
        <p:blipFill>
          <a:blip r:embed="rId4"/>
          <a:stretch/>
        </p:blipFill>
        <p:spPr>
          <a:xfrm>
            <a:off x="5503320" y="4634640"/>
            <a:ext cx="3213720" cy="609120"/>
          </a:xfrm>
          <a:prstGeom prst="rect">
            <a:avLst/>
          </a:prstGeom>
          <a:ln w="0">
            <a:noFill/>
          </a:ln>
        </p:spPr>
      </p:pic>
      <p:sp>
        <p:nvSpPr>
          <p:cNvPr id="12990" name=""/>
          <p:cNvSpPr/>
          <p:nvPr/>
        </p:nvSpPr>
        <p:spPr>
          <a:xfrm>
            <a:off x="7430760" y="4568760"/>
            <a:ext cx="939240" cy="675360"/>
          </a:xfrm>
          <a:custGeom>
            <a:avLst/>
            <a:gdLst/>
            <a:ahLst/>
            <a:rect l="0" t="0" r="r" b="b"/>
            <a:pathLst>
              <a:path w="2609" h="1876">
                <a:moveTo>
                  <a:pt x="0" y="1876"/>
                </a:moveTo>
                <a:lnTo>
                  <a:pt x="2609" y="1876"/>
                </a:lnTo>
                <a:lnTo>
                  <a:pt x="2609" y="0"/>
                </a:lnTo>
                <a:lnTo>
                  <a:pt x="0" y="0"/>
                </a:lnTo>
                <a:lnTo>
                  <a:pt x="0" y="1876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91" name=""/>
          <p:cNvSpPr txBox="1"/>
          <p:nvPr/>
        </p:nvSpPr>
        <p:spPr>
          <a:xfrm>
            <a:off x="436320" y="423360"/>
            <a:ext cx="21618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What is BIA?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92" name=""/>
          <p:cNvSpPr txBox="1"/>
          <p:nvPr/>
        </p:nvSpPr>
        <p:spPr>
          <a:xfrm>
            <a:off x="7194240" y="5354280"/>
            <a:ext cx="14151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Impedance Index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2993" name="" descr=""/>
          <p:cNvPicPr/>
          <p:nvPr/>
        </p:nvPicPr>
        <p:blipFill>
          <a:blip r:embed="rId5"/>
          <a:stretch/>
        </p:blipFill>
        <p:spPr>
          <a:xfrm>
            <a:off x="1682640" y="1643040"/>
            <a:ext cx="1799640" cy="2617920"/>
          </a:xfrm>
          <a:prstGeom prst="rect">
            <a:avLst/>
          </a:prstGeom>
          <a:ln w="0">
            <a:noFill/>
          </a:ln>
        </p:spPr>
      </p:pic>
      <p:pic>
        <p:nvPicPr>
          <p:cNvPr id="12994" name="" descr=""/>
          <p:cNvPicPr/>
          <p:nvPr/>
        </p:nvPicPr>
        <p:blipFill>
          <a:blip r:embed="rId6"/>
          <a:stretch/>
        </p:blipFill>
        <p:spPr>
          <a:xfrm>
            <a:off x="3372480" y="1949040"/>
            <a:ext cx="1509120" cy="2371680"/>
          </a:xfrm>
          <a:prstGeom prst="rect">
            <a:avLst/>
          </a:prstGeom>
          <a:ln w="0">
            <a:noFill/>
          </a:ln>
        </p:spPr>
      </p:pic>
      <p:sp>
        <p:nvSpPr>
          <p:cNvPr id="12995" name=""/>
          <p:cNvSpPr txBox="1"/>
          <p:nvPr/>
        </p:nvSpPr>
        <p:spPr>
          <a:xfrm>
            <a:off x="909720" y="992160"/>
            <a:ext cx="65872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[How do we measure Body Water? _ From impedance to body water]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96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299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299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00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001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3002" name="" descr=""/>
          <p:cNvPicPr/>
          <p:nvPr/>
        </p:nvPicPr>
        <p:blipFill>
          <a:blip r:embed="rId2"/>
          <a:stretch/>
        </p:blipFill>
        <p:spPr>
          <a:xfrm>
            <a:off x="2732400" y="3913560"/>
            <a:ext cx="4818600" cy="2684880"/>
          </a:xfrm>
          <a:prstGeom prst="rect">
            <a:avLst/>
          </a:prstGeom>
          <a:ln w="0">
            <a:noFill/>
          </a:ln>
        </p:spPr>
      </p:pic>
      <p:pic>
        <p:nvPicPr>
          <p:cNvPr id="13003" name="" descr=""/>
          <p:cNvPicPr/>
          <p:nvPr/>
        </p:nvPicPr>
        <p:blipFill>
          <a:blip r:embed="rId3"/>
          <a:stretch/>
        </p:blipFill>
        <p:spPr>
          <a:xfrm>
            <a:off x="4241160" y="6173640"/>
            <a:ext cx="1130400" cy="328680"/>
          </a:xfrm>
          <a:prstGeom prst="rect">
            <a:avLst/>
          </a:prstGeom>
          <a:ln w="0">
            <a:noFill/>
          </a:ln>
        </p:spPr>
      </p:pic>
      <p:pic>
        <p:nvPicPr>
          <p:cNvPr id="13004" name="" descr=""/>
          <p:cNvPicPr/>
          <p:nvPr/>
        </p:nvPicPr>
        <p:blipFill>
          <a:blip r:embed="rId4"/>
          <a:stretch/>
        </p:blipFill>
        <p:spPr>
          <a:xfrm>
            <a:off x="3083040" y="4997160"/>
            <a:ext cx="383760" cy="177840"/>
          </a:xfrm>
          <a:prstGeom prst="rect">
            <a:avLst/>
          </a:prstGeom>
          <a:ln w="0">
            <a:noFill/>
          </a:ln>
        </p:spPr>
      </p:pic>
      <p:pic>
        <p:nvPicPr>
          <p:cNvPr id="13005" name="" descr=""/>
          <p:cNvPicPr/>
          <p:nvPr/>
        </p:nvPicPr>
        <p:blipFill>
          <a:blip r:embed="rId5"/>
          <a:stretch/>
        </p:blipFill>
        <p:spPr>
          <a:xfrm>
            <a:off x="6594480" y="4511160"/>
            <a:ext cx="694440" cy="356400"/>
          </a:xfrm>
          <a:prstGeom prst="rect">
            <a:avLst/>
          </a:prstGeom>
          <a:ln w="0">
            <a:noFill/>
          </a:ln>
        </p:spPr>
      </p:pic>
      <p:pic>
        <p:nvPicPr>
          <p:cNvPr id="13006" name="" descr=""/>
          <p:cNvPicPr/>
          <p:nvPr/>
        </p:nvPicPr>
        <p:blipFill>
          <a:blip r:embed="rId6"/>
          <a:stretch/>
        </p:blipFill>
        <p:spPr>
          <a:xfrm>
            <a:off x="5785200" y="5224320"/>
            <a:ext cx="776880" cy="319680"/>
          </a:xfrm>
          <a:prstGeom prst="rect">
            <a:avLst/>
          </a:prstGeom>
          <a:ln w="0">
            <a:noFill/>
          </a:ln>
        </p:spPr>
      </p:pic>
      <p:pic>
        <p:nvPicPr>
          <p:cNvPr id="13007" name="" descr=""/>
          <p:cNvPicPr/>
          <p:nvPr/>
        </p:nvPicPr>
        <p:blipFill>
          <a:blip r:embed="rId7"/>
          <a:stretch/>
        </p:blipFill>
        <p:spPr>
          <a:xfrm>
            <a:off x="4326480" y="4952880"/>
            <a:ext cx="974880" cy="276840"/>
          </a:xfrm>
          <a:prstGeom prst="rect">
            <a:avLst/>
          </a:prstGeom>
          <a:ln w="0">
            <a:noFill/>
          </a:ln>
        </p:spPr>
      </p:pic>
      <p:pic>
        <p:nvPicPr>
          <p:cNvPr id="13008" name="" descr=""/>
          <p:cNvPicPr/>
          <p:nvPr/>
        </p:nvPicPr>
        <p:blipFill>
          <a:blip r:embed="rId8"/>
          <a:stretch/>
        </p:blipFill>
        <p:spPr>
          <a:xfrm>
            <a:off x="4370760" y="5471280"/>
            <a:ext cx="901800" cy="293760"/>
          </a:xfrm>
          <a:prstGeom prst="rect">
            <a:avLst/>
          </a:prstGeom>
          <a:ln w="0">
            <a:noFill/>
          </a:ln>
        </p:spPr>
      </p:pic>
      <p:pic>
        <p:nvPicPr>
          <p:cNvPr id="13009" name="" descr=""/>
          <p:cNvPicPr/>
          <p:nvPr/>
        </p:nvPicPr>
        <p:blipFill>
          <a:blip r:embed="rId9"/>
          <a:stretch/>
        </p:blipFill>
        <p:spPr>
          <a:xfrm>
            <a:off x="4251960" y="5908680"/>
            <a:ext cx="1193040" cy="151920"/>
          </a:xfrm>
          <a:prstGeom prst="rect">
            <a:avLst/>
          </a:prstGeom>
          <a:ln w="0">
            <a:noFill/>
          </a:ln>
        </p:spPr>
      </p:pic>
      <p:pic>
        <p:nvPicPr>
          <p:cNvPr id="13010" name="" descr=""/>
          <p:cNvPicPr/>
          <p:nvPr/>
        </p:nvPicPr>
        <p:blipFill>
          <a:blip r:embed="rId10"/>
          <a:stretch/>
        </p:blipFill>
        <p:spPr>
          <a:xfrm>
            <a:off x="4517280" y="4485240"/>
            <a:ext cx="497880" cy="321120"/>
          </a:xfrm>
          <a:prstGeom prst="rect">
            <a:avLst/>
          </a:prstGeom>
          <a:ln w="0">
            <a:noFill/>
          </a:ln>
        </p:spPr>
      </p:pic>
      <p:sp>
        <p:nvSpPr>
          <p:cNvPr id="13011" name=""/>
          <p:cNvSpPr/>
          <p:nvPr/>
        </p:nvSpPr>
        <p:spPr>
          <a:xfrm>
            <a:off x="1078920" y="1741680"/>
            <a:ext cx="2857680" cy="655920"/>
          </a:xfrm>
          <a:custGeom>
            <a:avLst/>
            <a:gdLst/>
            <a:ahLst/>
            <a:rect l="0" t="0" r="r" b="b"/>
            <a:pathLst>
              <a:path w="7938" h="1822">
                <a:moveTo>
                  <a:pt x="0" y="0"/>
                </a:moveTo>
                <a:lnTo>
                  <a:pt x="7938" y="0"/>
                </a:lnTo>
                <a:lnTo>
                  <a:pt x="7938" y="1183"/>
                </a:lnTo>
                <a:lnTo>
                  <a:pt x="4197" y="1183"/>
                </a:lnTo>
                <a:lnTo>
                  <a:pt x="4197" y="1365"/>
                </a:lnTo>
                <a:lnTo>
                  <a:pt x="4425" y="1365"/>
                </a:lnTo>
                <a:lnTo>
                  <a:pt x="3969" y="1822"/>
                </a:lnTo>
                <a:lnTo>
                  <a:pt x="3514" y="1365"/>
                </a:lnTo>
                <a:lnTo>
                  <a:pt x="3742" y="1365"/>
                </a:lnTo>
                <a:lnTo>
                  <a:pt x="3742" y="1183"/>
                </a:lnTo>
                <a:lnTo>
                  <a:pt x="0" y="1183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6120">
            <a:solidFill>
              <a:srgbClr val="a6a6a6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12" name=""/>
          <p:cNvSpPr txBox="1"/>
          <p:nvPr/>
        </p:nvSpPr>
        <p:spPr>
          <a:xfrm>
            <a:off x="436320" y="423360"/>
            <a:ext cx="21618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What is BIA?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13" name=""/>
          <p:cNvSpPr/>
          <p:nvPr/>
        </p:nvSpPr>
        <p:spPr>
          <a:xfrm>
            <a:off x="1078920" y="2458080"/>
            <a:ext cx="2857680" cy="655560"/>
          </a:xfrm>
          <a:custGeom>
            <a:avLst/>
            <a:gdLst/>
            <a:ahLst/>
            <a:rect l="0" t="0" r="r" b="b"/>
            <a:pathLst>
              <a:path w="7938" h="1821">
                <a:moveTo>
                  <a:pt x="0" y="0"/>
                </a:moveTo>
                <a:lnTo>
                  <a:pt x="7938" y="0"/>
                </a:lnTo>
                <a:lnTo>
                  <a:pt x="7938" y="1183"/>
                </a:lnTo>
                <a:lnTo>
                  <a:pt x="4197" y="1183"/>
                </a:lnTo>
                <a:lnTo>
                  <a:pt x="4197" y="1366"/>
                </a:lnTo>
                <a:lnTo>
                  <a:pt x="4425" y="1366"/>
                </a:lnTo>
                <a:lnTo>
                  <a:pt x="3969" y="1821"/>
                </a:lnTo>
                <a:lnTo>
                  <a:pt x="3514" y="1366"/>
                </a:lnTo>
                <a:lnTo>
                  <a:pt x="3742" y="1366"/>
                </a:lnTo>
                <a:lnTo>
                  <a:pt x="3742" y="1183"/>
                </a:lnTo>
                <a:lnTo>
                  <a:pt x="0" y="1183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6120">
            <a:solidFill>
              <a:srgbClr val="a6a6a6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14" name=""/>
          <p:cNvSpPr txBox="1"/>
          <p:nvPr/>
        </p:nvSpPr>
        <p:spPr>
          <a:xfrm>
            <a:off x="1803600" y="1830600"/>
            <a:ext cx="16297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TBW Volume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15" name=""/>
          <p:cNvSpPr/>
          <p:nvPr/>
        </p:nvSpPr>
        <p:spPr>
          <a:xfrm>
            <a:off x="1078920" y="3186360"/>
            <a:ext cx="2857680" cy="655920"/>
          </a:xfrm>
          <a:custGeom>
            <a:avLst/>
            <a:gdLst/>
            <a:ahLst/>
            <a:rect l="0" t="0" r="r" b="b"/>
            <a:pathLst>
              <a:path w="7938" h="1822">
                <a:moveTo>
                  <a:pt x="0" y="0"/>
                </a:moveTo>
                <a:lnTo>
                  <a:pt x="7938" y="0"/>
                </a:lnTo>
                <a:lnTo>
                  <a:pt x="7938" y="1184"/>
                </a:lnTo>
                <a:lnTo>
                  <a:pt x="3969" y="1184"/>
                </a:lnTo>
                <a:lnTo>
                  <a:pt x="3969" y="1367"/>
                </a:lnTo>
                <a:lnTo>
                  <a:pt x="4425" y="1367"/>
                </a:lnTo>
                <a:lnTo>
                  <a:pt x="3969" y="1822"/>
                </a:lnTo>
                <a:lnTo>
                  <a:pt x="3514" y="1367"/>
                </a:lnTo>
                <a:lnTo>
                  <a:pt x="3969" y="1367"/>
                </a:lnTo>
                <a:lnTo>
                  <a:pt x="3969" y="1184"/>
                </a:lnTo>
                <a:lnTo>
                  <a:pt x="0" y="1184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6120">
            <a:solidFill>
              <a:srgbClr val="a6a6a6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16" name=""/>
          <p:cNvSpPr txBox="1"/>
          <p:nvPr/>
        </p:nvSpPr>
        <p:spPr>
          <a:xfrm>
            <a:off x="1401120" y="2545920"/>
            <a:ext cx="26402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Fat Free Mass (FFM)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17" name=""/>
          <p:cNvSpPr txBox="1"/>
          <p:nvPr/>
        </p:nvSpPr>
        <p:spPr>
          <a:xfrm>
            <a:off x="1731960" y="3274560"/>
            <a:ext cx="18248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Fat Mass (FM)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18" name=""/>
          <p:cNvSpPr txBox="1"/>
          <p:nvPr/>
        </p:nvSpPr>
        <p:spPr>
          <a:xfrm>
            <a:off x="4195440" y="1768320"/>
            <a:ext cx="36720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Calculate TBW Volume from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19" name=""/>
          <p:cNvSpPr txBox="1"/>
          <p:nvPr/>
        </p:nvSpPr>
        <p:spPr>
          <a:xfrm>
            <a:off x="4195440" y="2042640"/>
            <a:ext cx="38761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Impedance Index(Height^2/Z)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20" name=""/>
          <p:cNvSpPr txBox="1"/>
          <p:nvPr/>
        </p:nvSpPr>
        <p:spPr>
          <a:xfrm>
            <a:off x="4226040" y="2489400"/>
            <a:ext cx="53132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FFM is constantly hydrated at about 73%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21" name=""/>
          <p:cNvSpPr txBox="1"/>
          <p:nvPr/>
        </p:nvSpPr>
        <p:spPr>
          <a:xfrm>
            <a:off x="4226040" y="2763720"/>
            <a:ext cx="21207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FFM = TBW/0.73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22" name=""/>
          <p:cNvSpPr/>
          <p:nvPr/>
        </p:nvSpPr>
        <p:spPr>
          <a:xfrm>
            <a:off x="2202120" y="3648240"/>
            <a:ext cx="791280" cy="270000"/>
          </a:xfrm>
          <a:custGeom>
            <a:avLst/>
            <a:gdLst/>
            <a:ahLst/>
            <a:rect l="0" t="0" r="r" b="b"/>
            <a:pathLst>
              <a:path w="2198" h="750">
                <a:moveTo>
                  <a:pt x="0" y="750"/>
                </a:moveTo>
                <a:lnTo>
                  <a:pt x="2198" y="750"/>
                </a:lnTo>
                <a:lnTo>
                  <a:pt x="2198" y="0"/>
                </a:lnTo>
                <a:lnTo>
                  <a:pt x="0" y="0"/>
                </a:lnTo>
                <a:lnTo>
                  <a:pt x="0" y="75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23" name=""/>
          <p:cNvSpPr txBox="1"/>
          <p:nvPr/>
        </p:nvSpPr>
        <p:spPr>
          <a:xfrm>
            <a:off x="4195440" y="3310560"/>
            <a:ext cx="24483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FM = Weight -</a:t>
            </a:r>
            <a:r>
              <a:rPr b="1" lang="en-US" sz="1800" spc="-1" strike="noStrike">
                <a:solidFill>
                  <a:srgbClr val="ff0000"/>
                </a:solidFill>
                <a:latin typeface="Malgun Gothic"/>
                <a:ea typeface="Malgun Gothic"/>
              </a:rPr>
              <a:t> FFM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24" name=""/>
          <p:cNvSpPr txBox="1"/>
          <p:nvPr/>
        </p:nvSpPr>
        <p:spPr>
          <a:xfrm>
            <a:off x="6860520" y="6522480"/>
            <a:ext cx="2081160" cy="142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Arial"/>
                <a:ea typeface="Arial"/>
              </a:rPr>
              <a:t>Clinical Nutrition 23:1226-1243, 2004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25" name=""/>
          <p:cNvSpPr txBox="1"/>
          <p:nvPr/>
        </p:nvSpPr>
        <p:spPr>
          <a:xfrm>
            <a:off x="767520" y="1119240"/>
            <a:ext cx="7389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[How do we measure other Body Composition? _ Impedance &gt;TBW&gt;FFM&gt;FM]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26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2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02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03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031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3032" name=""/>
          <p:cNvSpPr/>
          <p:nvPr/>
        </p:nvSpPr>
        <p:spPr>
          <a:xfrm>
            <a:off x="1020240" y="1725840"/>
            <a:ext cx="8188920" cy="0"/>
          </a:xfrm>
          <a:prstGeom prst="line">
            <a:avLst/>
          </a:prstGeom>
          <a:ln w="187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33" name=""/>
          <p:cNvSpPr/>
          <p:nvPr/>
        </p:nvSpPr>
        <p:spPr>
          <a:xfrm>
            <a:off x="1707480" y="15778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1"/>
                </a:moveTo>
                <a:cubicBezTo>
                  <a:pt x="0" y="180"/>
                  <a:pt x="179" y="0"/>
                  <a:pt x="400" y="0"/>
                </a:cubicBezTo>
                <a:cubicBezTo>
                  <a:pt x="622" y="0"/>
                  <a:pt x="801" y="180"/>
                  <a:pt x="801" y="401"/>
                </a:cubicBezTo>
                <a:cubicBezTo>
                  <a:pt x="801" y="622"/>
                  <a:pt x="622" y="801"/>
                  <a:pt x="400" y="801"/>
                </a:cubicBezTo>
                <a:cubicBezTo>
                  <a:pt x="179" y="801"/>
                  <a:pt x="0" y="622"/>
                  <a:pt x="0" y="401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34" name=""/>
          <p:cNvSpPr txBox="1"/>
          <p:nvPr/>
        </p:nvSpPr>
        <p:spPr>
          <a:xfrm>
            <a:off x="436320" y="423360"/>
            <a:ext cx="24865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History of BIA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035" name="" descr=""/>
          <p:cNvPicPr/>
          <p:nvPr/>
        </p:nvPicPr>
        <p:blipFill>
          <a:blip r:embed="rId2"/>
          <a:stretch/>
        </p:blipFill>
        <p:spPr>
          <a:xfrm>
            <a:off x="1516320" y="3005280"/>
            <a:ext cx="3984840" cy="2829600"/>
          </a:xfrm>
          <a:prstGeom prst="rect">
            <a:avLst/>
          </a:prstGeom>
          <a:ln w="0">
            <a:noFill/>
          </a:ln>
        </p:spPr>
      </p:pic>
      <p:sp>
        <p:nvSpPr>
          <p:cNvPr id="13036" name=""/>
          <p:cNvSpPr/>
          <p:nvPr/>
        </p:nvSpPr>
        <p:spPr>
          <a:xfrm>
            <a:off x="1642680" y="3408840"/>
            <a:ext cx="3632040" cy="1811160"/>
          </a:xfrm>
          <a:custGeom>
            <a:avLst/>
            <a:gdLst/>
            <a:ahLst/>
            <a:rect l="0" t="0" r="r" b="b"/>
            <a:pathLst>
              <a:path w="10089" h="5031">
                <a:moveTo>
                  <a:pt x="0" y="5031"/>
                </a:moveTo>
                <a:lnTo>
                  <a:pt x="10089" y="5031"/>
                </a:lnTo>
                <a:lnTo>
                  <a:pt x="10089" y="0"/>
                </a:lnTo>
                <a:lnTo>
                  <a:pt x="0" y="0"/>
                </a:lnTo>
                <a:lnTo>
                  <a:pt x="0" y="503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037" name="" descr=""/>
          <p:cNvPicPr/>
          <p:nvPr/>
        </p:nvPicPr>
        <p:blipFill>
          <a:blip r:embed="rId3"/>
          <a:stretch/>
        </p:blipFill>
        <p:spPr>
          <a:xfrm>
            <a:off x="1643040" y="3409200"/>
            <a:ext cx="3631320" cy="1810080"/>
          </a:xfrm>
          <a:prstGeom prst="rect">
            <a:avLst/>
          </a:prstGeom>
          <a:ln w="0">
            <a:noFill/>
          </a:ln>
        </p:spPr>
      </p:pic>
      <p:sp>
        <p:nvSpPr>
          <p:cNvPr id="13038" name=""/>
          <p:cNvSpPr/>
          <p:nvPr/>
        </p:nvSpPr>
        <p:spPr>
          <a:xfrm>
            <a:off x="1633320" y="3399480"/>
            <a:ext cx="3651120" cy="1829880"/>
          </a:xfrm>
          <a:custGeom>
            <a:avLst/>
            <a:gdLst/>
            <a:ahLst/>
            <a:rect l="0" t="0" r="r" b="b"/>
            <a:pathLst>
              <a:path w="10142" h="5083">
                <a:moveTo>
                  <a:pt x="0" y="5083"/>
                </a:moveTo>
                <a:lnTo>
                  <a:pt x="10142" y="5083"/>
                </a:lnTo>
                <a:lnTo>
                  <a:pt x="10142" y="0"/>
                </a:lnTo>
                <a:lnTo>
                  <a:pt x="0" y="0"/>
                </a:lnTo>
                <a:lnTo>
                  <a:pt x="0" y="5083"/>
                </a:lnTo>
                <a:close/>
              </a:path>
            </a:pathLst>
          </a:custGeom>
          <a:noFill/>
          <a:ln w="18720">
            <a:solidFill>
              <a:srgbClr val="ed7d31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39" name=""/>
          <p:cNvSpPr/>
          <p:nvPr/>
        </p:nvSpPr>
        <p:spPr>
          <a:xfrm>
            <a:off x="1953000" y="4354560"/>
            <a:ext cx="3031560" cy="157320"/>
          </a:xfrm>
          <a:custGeom>
            <a:avLst/>
            <a:gdLst/>
            <a:ahLst/>
            <a:rect l="0" t="0" r="r" b="b"/>
            <a:pathLst>
              <a:path w="8421" h="437">
                <a:moveTo>
                  <a:pt x="0" y="73"/>
                </a:moveTo>
                <a:cubicBezTo>
                  <a:pt x="0" y="33"/>
                  <a:pt x="32" y="0"/>
                  <a:pt x="72" y="0"/>
                </a:cubicBezTo>
                <a:lnTo>
                  <a:pt x="8348" y="0"/>
                </a:lnTo>
                <a:cubicBezTo>
                  <a:pt x="8388" y="0"/>
                  <a:pt x="8421" y="33"/>
                  <a:pt x="8421" y="73"/>
                </a:cubicBezTo>
                <a:lnTo>
                  <a:pt x="8421" y="365"/>
                </a:lnTo>
                <a:cubicBezTo>
                  <a:pt x="8421" y="405"/>
                  <a:pt x="8388" y="437"/>
                  <a:pt x="8348" y="437"/>
                </a:cubicBezTo>
                <a:lnTo>
                  <a:pt x="72" y="437"/>
                </a:lnTo>
                <a:cubicBezTo>
                  <a:pt x="32" y="437"/>
                  <a:pt x="0" y="405"/>
                  <a:pt x="0" y="365"/>
                </a:cubicBezTo>
                <a:lnTo>
                  <a:pt x="0" y="73"/>
                </a:lnTo>
                <a:close/>
              </a:path>
            </a:pathLst>
          </a:custGeom>
          <a:noFill/>
          <a:ln w="28440">
            <a:solidFill>
              <a:srgbClr val="ed7d31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40" name=""/>
          <p:cNvSpPr txBox="1"/>
          <p:nvPr/>
        </p:nvSpPr>
        <p:spPr>
          <a:xfrm>
            <a:off x="1563480" y="1974600"/>
            <a:ext cx="6181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404040"/>
                </a:solidFill>
                <a:latin typeface="Calibri"/>
                <a:ea typeface="Calibri"/>
              </a:rPr>
              <a:t>1969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41" name=""/>
          <p:cNvSpPr txBox="1"/>
          <p:nvPr/>
        </p:nvSpPr>
        <p:spPr>
          <a:xfrm>
            <a:off x="3030480" y="5848920"/>
            <a:ext cx="209304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Journal of Applied Physiology </a:t>
            </a:r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27(4): 531-534, 1969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42" name=""/>
          <p:cNvSpPr txBox="1"/>
          <p:nvPr/>
        </p:nvSpPr>
        <p:spPr>
          <a:xfrm>
            <a:off x="5808240" y="3120480"/>
            <a:ext cx="1222920" cy="34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190" spc="-1" strike="noStrike">
                <a:solidFill>
                  <a:srgbClr val="000000"/>
                </a:solidFill>
                <a:latin typeface="Calibri"/>
                <a:ea typeface="Calibri"/>
              </a:rPr>
              <a:t>Dr. Hoffer:</a:t>
            </a:r>
            <a:endParaRPr b="0" lang="en-US" sz="21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43" name=""/>
          <p:cNvSpPr txBox="1"/>
          <p:nvPr/>
        </p:nvSpPr>
        <p:spPr>
          <a:xfrm>
            <a:off x="5808240" y="3775680"/>
            <a:ext cx="242388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Proved the relationship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44" name=""/>
          <p:cNvSpPr txBox="1"/>
          <p:nvPr/>
        </p:nvSpPr>
        <p:spPr>
          <a:xfrm>
            <a:off x="5808240" y="4019400"/>
            <a:ext cx="31219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between total body water and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045" name="" descr=""/>
          <p:cNvPicPr/>
          <p:nvPr/>
        </p:nvPicPr>
        <p:blipFill>
          <a:blip r:embed="rId4"/>
          <a:stretch/>
        </p:blipFill>
        <p:spPr>
          <a:xfrm>
            <a:off x="5716440" y="4791600"/>
            <a:ext cx="3143520" cy="591120"/>
          </a:xfrm>
          <a:prstGeom prst="rect">
            <a:avLst/>
          </a:prstGeom>
          <a:ln w="0">
            <a:noFill/>
          </a:ln>
        </p:spPr>
      </p:pic>
      <p:sp>
        <p:nvSpPr>
          <p:cNvPr id="13046" name=""/>
          <p:cNvSpPr/>
          <p:nvPr/>
        </p:nvSpPr>
        <p:spPr>
          <a:xfrm>
            <a:off x="5702040" y="4776840"/>
            <a:ext cx="3173040" cy="620280"/>
          </a:xfrm>
          <a:custGeom>
            <a:avLst/>
            <a:gdLst/>
            <a:ahLst/>
            <a:rect l="0" t="0" r="r" b="b"/>
            <a:pathLst>
              <a:path w="8814" h="1723">
                <a:moveTo>
                  <a:pt x="0" y="1723"/>
                </a:moveTo>
                <a:lnTo>
                  <a:pt x="8814" y="1723"/>
                </a:lnTo>
                <a:lnTo>
                  <a:pt x="8814" y="0"/>
                </a:lnTo>
                <a:lnTo>
                  <a:pt x="0" y="0"/>
                </a:lnTo>
                <a:lnTo>
                  <a:pt x="0" y="1723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47" name=""/>
          <p:cNvSpPr/>
          <p:nvPr/>
        </p:nvSpPr>
        <p:spPr>
          <a:xfrm>
            <a:off x="4954320" y="4496760"/>
            <a:ext cx="742680" cy="265680"/>
          </a:xfrm>
          <a:custGeom>
            <a:avLst/>
            <a:gdLst/>
            <a:ahLst/>
            <a:rect l="0" t="0" r="r" b="b"/>
            <a:pathLst>
              <a:path fill="none" w="2063" h="738">
                <a:moveTo>
                  <a:pt x="0" y="35"/>
                </a:moveTo>
                <a:cubicBezTo>
                  <a:pt x="464" y="-1"/>
                  <a:pt x="929" y="-38"/>
                  <a:pt x="1272" y="79"/>
                </a:cubicBezTo>
                <a:cubicBezTo>
                  <a:pt x="1616" y="196"/>
                  <a:pt x="1840" y="467"/>
                  <a:pt x="2063" y="738"/>
                </a:cubicBezTo>
              </a:path>
            </a:pathLst>
          </a:custGeom>
          <a:ln w="12600">
            <a:solidFill>
              <a:srgbClr val="ed7d31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48" name=""/>
          <p:cNvSpPr txBox="1"/>
          <p:nvPr/>
        </p:nvSpPr>
        <p:spPr>
          <a:xfrm>
            <a:off x="5808240" y="4255200"/>
            <a:ext cx="143316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bioimpedance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49" name=""/>
          <p:cNvSpPr txBox="1"/>
          <p:nvPr/>
        </p:nvSpPr>
        <p:spPr>
          <a:xfrm>
            <a:off x="879120" y="1006200"/>
            <a:ext cx="2817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[Development of BIA devices]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5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52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053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054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05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3056" name=""/>
          <p:cNvSpPr/>
          <p:nvPr/>
        </p:nvSpPr>
        <p:spPr>
          <a:xfrm>
            <a:off x="1020240" y="1725840"/>
            <a:ext cx="8188920" cy="0"/>
          </a:xfrm>
          <a:prstGeom prst="line">
            <a:avLst/>
          </a:prstGeom>
          <a:ln w="187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57" name=""/>
          <p:cNvSpPr/>
          <p:nvPr/>
        </p:nvSpPr>
        <p:spPr>
          <a:xfrm>
            <a:off x="1707480" y="15778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1"/>
                </a:moveTo>
                <a:cubicBezTo>
                  <a:pt x="0" y="180"/>
                  <a:pt x="179" y="0"/>
                  <a:pt x="400" y="0"/>
                </a:cubicBezTo>
                <a:cubicBezTo>
                  <a:pt x="622" y="0"/>
                  <a:pt x="801" y="180"/>
                  <a:pt x="801" y="401"/>
                </a:cubicBezTo>
                <a:cubicBezTo>
                  <a:pt x="801" y="622"/>
                  <a:pt x="622" y="801"/>
                  <a:pt x="400" y="801"/>
                </a:cubicBezTo>
                <a:cubicBezTo>
                  <a:pt x="179" y="801"/>
                  <a:pt x="0" y="622"/>
                  <a:pt x="0" y="401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58" name=""/>
          <p:cNvSpPr txBox="1"/>
          <p:nvPr/>
        </p:nvSpPr>
        <p:spPr>
          <a:xfrm>
            <a:off x="436320" y="423360"/>
            <a:ext cx="24865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History of BIA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059" name="" descr=""/>
          <p:cNvPicPr/>
          <p:nvPr/>
        </p:nvPicPr>
        <p:blipFill>
          <a:blip r:embed="rId2"/>
          <a:stretch/>
        </p:blipFill>
        <p:spPr>
          <a:xfrm>
            <a:off x="1516320" y="3005280"/>
            <a:ext cx="3984840" cy="2829600"/>
          </a:xfrm>
          <a:prstGeom prst="rect">
            <a:avLst/>
          </a:prstGeom>
          <a:ln w="0">
            <a:noFill/>
          </a:ln>
        </p:spPr>
      </p:pic>
      <p:sp>
        <p:nvSpPr>
          <p:cNvPr id="13060" name=""/>
          <p:cNvSpPr/>
          <p:nvPr/>
        </p:nvSpPr>
        <p:spPr>
          <a:xfrm>
            <a:off x="1642680" y="3408840"/>
            <a:ext cx="3632040" cy="1811160"/>
          </a:xfrm>
          <a:custGeom>
            <a:avLst/>
            <a:gdLst/>
            <a:ahLst/>
            <a:rect l="0" t="0" r="r" b="b"/>
            <a:pathLst>
              <a:path w="10089" h="5031">
                <a:moveTo>
                  <a:pt x="0" y="5031"/>
                </a:moveTo>
                <a:lnTo>
                  <a:pt x="10089" y="5031"/>
                </a:lnTo>
                <a:lnTo>
                  <a:pt x="10089" y="0"/>
                </a:lnTo>
                <a:lnTo>
                  <a:pt x="0" y="0"/>
                </a:lnTo>
                <a:lnTo>
                  <a:pt x="0" y="503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061" name="" descr=""/>
          <p:cNvPicPr/>
          <p:nvPr/>
        </p:nvPicPr>
        <p:blipFill>
          <a:blip r:embed="rId3"/>
          <a:stretch/>
        </p:blipFill>
        <p:spPr>
          <a:xfrm>
            <a:off x="1643040" y="3409200"/>
            <a:ext cx="3631320" cy="1810080"/>
          </a:xfrm>
          <a:prstGeom prst="rect">
            <a:avLst/>
          </a:prstGeom>
          <a:ln w="0">
            <a:noFill/>
          </a:ln>
        </p:spPr>
      </p:pic>
      <p:sp>
        <p:nvSpPr>
          <p:cNvPr id="13062" name=""/>
          <p:cNvSpPr/>
          <p:nvPr/>
        </p:nvSpPr>
        <p:spPr>
          <a:xfrm>
            <a:off x="1633320" y="3399480"/>
            <a:ext cx="3651120" cy="1829880"/>
          </a:xfrm>
          <a:custGeom>
            <a:avLst/>
            <a:gdLst/>
            <a:ahLst/>
            <a:rect l="0" t="0" r="r" b="b"/>
            <a:pathLst>
              <a:path w="10142" h="5083">
                <a:moveTo>
                  <a:pt x="0" y="5083"/>
                </a:moveTo>
                <a:lnTo>
                  <a:pt x="10142" y="5083"/>
                </a:lnTo>
                <a:lnTo>
                  <a:pt x="10142" y="0"/>
                </a:lnTo>
                <a:lnTo>
                  <a:pt x="0" y="0"/>
                </a:lnTo>
                <a:lnTo>
                  <a:pt x="0" y="5083"/>
                </a:lnTo>
                <a:close/>
              </a:path>
            </a:pathLst>
          </a:custGeom>
          <a:noFill/>
          <a:ln w="18720">
            <a:solidFill>
              <a:srgbClr val="c0000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63" name=""/>
          <p:cNvSpPr/>
          <p:nvPr/>
        </p:nvSpPr>
        <p:spPr>
          <a:xfrm>
            <a:off x="1953000" y="4354560"/>
            <a:ext cx="3031560" cy="157320"/>
          </a:xfrm>
          <a:custGeom>
            <a:avLst/>
            <a:gdLst/>
            <a:ahLst/>
            <a:rect l="0" t="0" r="r" b="b"/>
            <a:pathLst>
              <a:path w="8421" h="437">
                <a:moveTo>
                  <a:pt x="0" y="73"/>
                </a:moveTo>
                <a:cubicBezTo>
                  <a:pt x="0" y="33"/>
                  <a:pt x="32" y="0"/>
                  <a:pt x="72" y="0"/>
                </a:cubicBezTo>
                <a:lnTo>
                  <a:pt x="8348" y="0"/>
                </a:lnTo>
                <a:cubicBezTo>
                  <a:pt x="8388" y="0"/>
                  <a:pt x="8421" y="33"/>
                  <a:pt x="8421" y="73"/>
                </a:cubicBezTo>
                <a:lnTo>
                  <a:pt x="8421" y="365"/>
                </a:lnTo>
                <a:cubicBezTo>
                  <a:pt x="8421" y="405"/>
                  <a:pt x="8388" y="437"/>
                  <a:pt x="8348" y="437"/>
                </a:cubicBezTo>
                <a:lnTo>
                  <a:pt x="72" y="437"/>
                </a:lnTo>
                <a:cubicBezTo>
                  <a:pt x="32" y="437"/>
                  <a:pt x="0" y="405"/>
                  <a:pt x="0" y="365"/>
                </a:cubicBezTo>
                <a:lnTo>
                  <a:pt x="0" y="73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64" name=""/>
          <p:cNvSpPr txBox="1"/>
          <p:nvPr/>
        </p:nvSpPr>
        <p:spPr>
          <a:xfrm>
            <a:off x="1563480" y="1974600"/>
            <a:ext cx="6181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404040"/>
                </a:solidFill>
                <a:latin typeface="Calibri"/>
                <a:ea typeface="Calibri"/>
              </a:rPr>
              <a:t>1969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65" name=""/>
          <p:cNvSpPr txBox="1"/>
          <p:nvPr/>
        </p:nvSpPr>
        <p:spPr>
          <a:xfrm>
            <a:off x="3030480" y="5848920"/>
            <a:ext cx="209304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Journal of Applied Physiology </a:t>
            </a:r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27(4): 531-534, 1969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66" name=""/>
          <p:cNvSpPr txBox="1"/>
          <p:nvPr/>
        </p:nvSpPr>
        <p:spPr>
          <a:xfrm>
            <a:off x="5808240" y="3120480"/>
            <a:ext cx="1222920" cy="34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190" spc="-1" strike="noStrike">
                <a:solidFill>
                  <a:srgbClr val="000000"/>
                </a:solidFill>
                <a:latin typeface="Calibri"/>
                <a:ea typeface="Calibri"/>
              </a:rPr>
              <a:t>Dr. Hoffer:</a:t>
            </a:r>
            <a:endParaRPr b="0" lang="en-US" sz="21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67" name=""/>
          <p:cNvSpPr txBox="1"/>
          <p:nvPr/>
        </p:nvSpPr>
        <p:spPr>
          <a:xfrm>
            <a:off x="5808240" y="3775680"/>
            <a:ext cx="242388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Proved the relationship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68" name=""/>
          <p:cNvSpPr txBox="1"/>
          <p:nvPr/>
        </p:nvSpPr>
        <p:spPr>
          <a:xfrm>
            <a:off x="5808240" y="4019400"/>
            <a:ext cx="31219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between total body water and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069" name="" descr=""/>
          <p:cNvPicPr/>
          <p:nvPr/>
        </p:nvPicPr>
        <p:blipFill>
          <a:blip r:embed="rId4"/>
          <a:stretch/>
        </p:blipFill>
        <p:spPr>
          <a:xfrm>
            <a:off x="5716440" y="4791600"/>
            <a:ext cx="3143520" cy="591120"/>
          </a:xfrm>
          <a:prstGeom prst="rect">
            <a:avLst/>
          </a:prstGeom>
          <a:ln w="0">
            <a:noFill/>
          </a:ln>
        </p:spPr>
      </p:pic>
      <p:sp>
        <p:nvSpPr>
          <p:cNvPr id="13070" name=""/>
          <p:cNvSpPr/>
          <p:nvPr/>
        </p:nvSpPr>
        <p:spPr>
          <a:xfrm>
            <a:off x="5702040" y="4776840"/>
            <a:ext cx="3173040" cy="620280"/>
          </a:xfrm>
          <a:custGeom>
            <a:avLst/>
            <a:gdLst/>
            <a:ahLst/>
            <a:rect l="0" t="0" r="r" b="b"/>
            <a:pathLst>
              <a:path w="8814" h="1723">
                <a:moveTo>
                  <a:pt x="0" y="1723"/>
                </a:moveTo>
                <a:lnTo>
                  <a:pt x="8814" y="1723"/>
                </a:lnTo>
                <a:lnTo>
                  <a:pt x="8814" y="0"/>
                </a:lnTo>
                <a:lnTo>
                  <a:pt x="0" y="0"/>
                </a:lnTo>
                <a:lnTo>
                  <a:pt x="0" y="1723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71" name=""/>
          <p:cNvSpPr/>
          <p:nvPr/>
        </p:nvSpPr>
        <p:spPr>
          <a:xfrm>
            <a:off x="4954320" y="4496760"/>
            <a:ext cx="742680" cy="265680"/>
          </a:xfrm>
          <a:custGeom>
            <a:avLst/>
            <a:gdLst/>
            <a:ahLst/>
            <a:rect l="0" t="0" r="r" b="b"/>
            <a:pathLst>
              <a:path fill="none" w="2063" h="738">
                <a:moveTo>
                  <a:pt x="0" y="35"/>
                </a:moveTo>
                <a:cubicBezTo>
                  <a:pt x="464" y="-1"/>
                  <a:pt x="929" y="-38"/>
                  <a:pt x="1272" y="79"/>
                </a:cubicBezTo>
                <a:cubicBezTo>
                  <a:pt x="1616" y="196"/>
                  <a:pt x="1840" y="467"/>
                  <a:pt x="2063" y="738"/>
                </a:cubicBezTo>
              </a:path>
            </a:pathLst>
          </a:custGeom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72" name=""/>
          <p:cNvSpPr txBox="1"/>
          <p:nvPr/>
        </p:nvSpPr>
        <p:spPr>
          <a:xfrm>
            <a:off x="5808240" y="4255200"/>
            <a:ext cx="143316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bioimpedance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73" name=""/>
          <p:cNvSpPr txBox="1"/>
          <p:nvPr/>
        </p:nvSpPr>
        <p:spPr>
          <a:xfrm>
            <a:off x="879120" y="1006200"/>
            <a:ext cx="2817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[Development of BIA devices]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74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7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07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07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079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3080" name="" descr=""/>
          <p:cNvPicPr/>
          <p:nvPr/>
        </p:nvPicPr>
        <p:blipFill>
          <a:blip r:embed="rId2"/>
          <a:stretch/>
        </p:blipFill>
        <p:spPr>
          <a:xfrm>
            <a:off x="1961280" y="2973240"/>
            <a:ext cx="2451600" cy="3157200"/>
          </a:xfrm>
          <a:prstGeom prst="rect">
            <a:avLst/>
          </a:prstGeom>
          <a:ln w="0">
            <a:noFill/>
          </a:ln>
        </p:spPr>
      </p:pic>
      <p:sp>
        <p:nvSpPr>
          <p:cNvPr id="13081" name=""/>
          <p:cNvSpPr/>
          <p:nvPr/>
        </p:nvSpPr>
        <p:spPr>
          <a:xfrm>
            <a:off x="1946880" y="2958840"/>
            <a:ext cx="2481120" cy="3186720"/>
          </a:xfrm>
          <a:custGeom>
            <a:avLst/>
            <a:gdLst/>
            <a:ahLst/>
            <a:rect l="0" t="0" r="r" b="b"/>
            <a:pathLst>
              <a:path w="6892" h="8852">
                <a:moveTo>
                  <a:pt x="1174" y="0"/>
                </a:moveTo>
                <a:lnTo>
                  <a:pt x="5718" y="0"/>
                </a:lnTo>
                <a:lnTo>
                  <a:pt x="5837" y="6"/>
                </a:lnTo>
                <a:lnTo>
                  <a:pt x="5954" y="24"/>
                </a:lnTo>
                <a:lnTo>
                  <a:pt x="6066" y="52"/>
                </a:lnTo>
                <a:lnTo>
                  <a:pt x="6175" y="92"/>
                </a:lnTo>
                <a:lnTo>
                  <a:pt x="6278" y="141"/>
                </a:lnTo>
                <a:lnTo>
                  <a:pt x="6375" y="201"/>
                </a:lnTo>
                <a:lnTo>
                  <a:pt x="6465" y="268"/>
                </a:lnTo>
                <a:lnTo>
                  <a:pt x="6548" y="345"/>
                </a:lnTo>
                <a:lnTo>
                  <a:pt x="6624" y="428"/>
                </a:lnTo>
                <a:lnTo>
                  <a:pt x="6692" y="518"/>
                </a:lnTo>
                <a:lnTo>
                  <a:pt x="6751" y="615"/>
                </a:lnTo>
                <a:lnTo>
                  <a:pt x="6800" y="718"/>
                </a:lnTo>
                <a:lnTo>
                  <a:pt x="6840" y="826"/>
                </a:lnTo>
                <a:lnTo>
                  <a:pt x="6868" y="939"/>
                </a:lnTo>
                <a:lnTo>
                  <a:pt x="6887" y="1055"/>
                </a:lnTo>
                <a:lnTo>
                  <a:pt x="6892" y="1174"/>
                </a:lnTo>
                <a:lnTo>
                  <a:pt x="6892" y="7678"/>
                </a:lnTo>
                <a:lnTo>
                  <a:pt x="6887" y="7797"/>
                </a:lnTo>
                <a:lnTo>
                  <a:pt x="6868" y="7915"/>
                </a:lnTo>
                <a:lnTo>
                  <a:pt x="6840" y="8026"/>
                </a:lnTo>
                <a:lnTo>
                  <a:pt x="6800" y="8135"/>
                </a:lnTo>
                <a:lnTo>
                  <a:pt x="6751" y="8238"/>
                </a:lnTo>
                <a:lnTo>
                  <a:pt x="6692" y="8335"/>
                </a:lnTo>
                <a:lnTo>
                  <a:pt x="6624" y="8425"/>
                </a:lnTo>
                <a:lnTo>
                  <a:pt x="6548" y="8508"/>
                </a:lnTo>
                <a:lnTo>
                  <a:pt x="6465" y="8584"/>
                </a:lnTo>
                <a:lnTo>
                  <a:pt x="6375" y="8652"/>
                </a:lnTo>
                <a:lnTo>
                  <a:pt x="6278" y="8711"/>
                </a:lnTo>
                <a:lnTo>
                  <a:pt x="6175" y="8760"/>
                </a:lnTo>
                <a:lnTo>
                  <a:pt x="6066" y="8800"/>
                </a:lnTo>
                <a:lnTo>
                  <a:pt x="5954" y="8829"/>
                </a:lnTo>
                <a:lnTo>
                  <a:pt x="5837" y="8847"/>
                </a:lnTo>
                <a:lnTo>
                  <a:pt x="5718" y="8852"/>
                </a:lnTo>
                <a:lnTo>
                  <a:pt x="1174" y="8852"/>
                </a:lnTo>
                <a:lnTo>
                  <a:pt x="1055" y="8847"/>
                </a:lnTo>
                <a:lnTo>
                  <a:pt x="939" y="8829"/>
                </a:lnTo>
                <a:lnTo>
                  <a:pt x="826" y="8800"/>
                </a:lnTo>
                <a:lnTo>
                  <a:pt x="718" y="8760"/>
                </a:lnTo>
                <a:lnTo>
                  <a:pt x="615" y="8711"/>
                </a:lnTo>
                <a:lnTo>
                  <a:pt x="518" y="8652"/>
                </a:lnTo>
                <a:lnTo>
                  <a:pt x="428" y="8584"/>
                </a:lnTo>
                <a:lnTo>
                  <a:pt x="345" y="8508"/>
                </a:lnTo>
                <a:lnTo>
                  <a:pt x="268" y="8425"/>
                </a:lnTo>
                <a:lnTo>
                  <a:pt x="201" y="8335"/>
                </a:lnTo>
                <a:lnTo>
                  <a:pt x="141" y="8238"/>
                </a:lnTo>
                <a:lnTo>
                  <a:pt x="92" y="8135"/>
                </a:lnTo>
                <a:lnTo>
                  <a:pt x="53" y="8026"/>
                </a:lnTo>
                <a:lnTo>
                  <a:pt x="24" y="7915"/>
                </a:lnTo>
                <a:lnTo>
                  <a:pt x="6" y="7797"/>
                </a:lnTo>
                <a:lnTo>
                  <a:pt x="0" y="7678"/>
                </a:lnTo>
                <a:lnTo>
                  <a:pt x="0" y="1174"/>
                </a:lnTo>
                <a:lnTo>
                  <a:pt x="6" y="1055"/>
                </a:lnTo>
                <a:lnTo>
                  <a:pt x="24" y="939"/>
                </a:lnTo>
                <a:lnTo>
                  <a:pt x="53" y="826"/>
                </a:lnTo>
                <a:lnTo>
                  <a:pt x="92" y="718"/>
                </a:lnTo>
                <a:lnTo>
                  <a:pt x="141" y="615"/>
                </a:lnTo>
                <a:lnTo>
                  <a:pt x="201" y="518"/>
                </a:lnTo>
                <a:lnTo>
                  <a:pt x="268" y="428"/>
                </a:lnTo>
                <a:lnTo>
                  <a:pt x="345" y="345"/>
                </a:lnTo>
                <a:lnTo>
                  <a:pt x="428" y="268"/>
                </a:lnTo>
                <a:lnTo>
                  <a:pt x="518" y="201"/>
                </a:lnTo>
                <a:lnTo>
                  <a:pt x="615" y="141"/>
                </a:lnTo>
                <a:lnTo>
                  <a:pt x="718" y="92"/>
                </a:lnTo>
                <a:lnTo>
                  <a:pt x="826" y="52"/>
                </a:lnTo>
                <a:lnTo>
                  <a:pt x="939" y="24"/>
                </a:lnTo>
                <a:lnTo>
                  <a:pt x="1055" y="6"/>
                </a:lnTo>
                <a:lnTo>
                  <a:pt x="1174" y="0"/>
                </a:lnTo>
                <a:close/>
              </a:path>
            </a:pathLst>
          </a:custGeom>
          <a:noFill/>
          <a:ln w="28440">
            <a:solidFill>
              <a:srgbClr val="a6a6a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082" name="" descr=""/>
          <p:cNvPicPr/>
          <p:nvPr/>
        </p:nvPicPr>
        <p:blipFill>
          <a:blip r:embed="rId3"/>
          <a:stretch/>
        </p:blipFill>
        <p:spPr>
          <a:xfrm>
            <a:off x="4974480" y="3368160"/>
            <a:ext cx="1350000" cy="594000"/>
          </a:xfrm>
          <a:prstGeom prst="rect">
            <a:avLst/>
          </a:prstGeom>
          <a:ln w="0">
            <a:noFill/>
          </a:ln>
        </p:spPr>
      </p:pic>
      <p:sp>
        <p:nvSpPr>
          <p:cNvPr id="13083" name=""/>
          <p:cNvSpPr txBox="1"/>
          <p:nvPr/>
        </p:nvSpPr>
        <p:spPr>
          <a:xfrm>
            <a:off x="436320" y="423360"/>
            <a:ext cx="24865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History of BIA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84" name=""/>
          <p:cNvSpPr txBox="1"/>
          <p:nvPr/>
        </p:nvSpPr>
        <p:spPr>
          <a:xfrm>
            <a:off x="4995720" y="4214520"/>
            <a:ext cx="2541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85" name=""/>
          <p:cNvSpPr txBox="1"/>
          <p:nvPr/>
        </p:nvSpPr>
        <p:spPr>
          <a:xfrm>
            <a:off x="5143680" y="4217400"/>
            <a:ext cx="182160" cy="19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30" spc="-1" strike="noStrike">
                <a:solidFill>
                  <a:srgbClr val="000000"/>
                </a:solidFill>
                <a:latin typeface="Malgun Gothic"/>
                <a:ea typeface="Malgun Gothic"/>
              </a:rPr>
              <a:t>st</a:t>
            </a:r>
            <a:endParaRPr b="0" lang="en-US" sz="13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86" name=""/>
          <p:cNvSpPr txBox="1"/>
          <p:nvPr/>
        </p:nvSpPr>
        <p:spPr>
          <a:xfrm>
            <a:off x="5375160" y="4214520"/>
            <a:ext cx="236592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Commercialized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87" name=""/>
          <p:cNvSpPr txBox="1"/>
          <p:nvPr/>
        </p:nvSpPr>
        <p:spPr>
          <a:xfrm>
            <a:off x="4995720" y="4519440"/>
            <a:ext cx="25077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Impedance Meter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88" name=""/>
          <p:cNvSpPr txBox="1"/>
          <p:nvPr/>
        </p:nvSpPr>
        <p:spPr>
          <a:xfrm>
            <a:off x="4995720" y="4822560"/>
            <a:ext cx="344808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-Single-low frequency (50kHz)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89" name=""/>
          <p:cNvSpPr/>
          <p:nvPr/>
        </p:nvSpPr>
        <p:spPr>
          <a:xfrm>
            <a:off x="969840" y="1881360"/>
            <a:ext cx="8188920" cy="0"/>
          </a:xfrm>
          <a:prstGeom prst="line">
            <a:avLst/>
          </a:prstGeom>
          <a:ln w="187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90" name=""/>
          <p:cNvSpPr/>
          <p:nvPr/>
        </p:nvSpPr>
        <p:spPr>
          <a:xfrm>
            <a:off x="1419480" y="17182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79" y="0"/>
                  <a:pt x="400" y="0"/>
                </a:cubicBezTo>
                <a:cubicBezTo>
                  <a:pt x="622" y="0"/>
                  <a:pt x="801" y="179"/>
                  <a:pt x="801" y="400"/>
                </a:cubicBezTo>
                <a:cubicBezTo>
                  <a:pt x="801" y="621"/>
                  <a:pt x="622" y="801"/>
                  <a:pt x="400" y="801"/>
                </a:cubicBezTo>
                <a:cubicBezTo>
                  <a:pt x="179" y="801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91" name=""/>
          <p:cNvSpPr txBox="1"/>
          <p:nvPr/>
        </p:nvSpPr>
        <p:spPr>
          <a:xfrm>
            <a:off x="4995720" y="5096880"/>
            <a:ext cx="36691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-Measures right half of the body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92" name=""/>
          <p:cNvSpPr/>
          <p:nvPr/>
        </p:nvSpPr>
        <p:spPr>
          <a:xfrm>
            <a:off x="2498400" y="17182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79" y="0"/>
                  <a:pt x="400" y="0"/>
                </a:cubicBezTo>
                <a:cubicBezTo>
                  <a:pt x="621" y="0"/>
                  <a:pt x="801" y="179"/>
                  <a:pt x="801" y="400"/>
                </a:cubicBezTo>
                <a:cubicBezTo>
                  <a:pt x="801" y="621"/>
                  <a:pt x="621" y="801"/>
                  <a:pt x="400" y="801"/>
                </a:cubicBezTo>
                <a:cubicBezTo>
                  <a:pt x="179" y="801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93" name=""/>
          <p:cNvSpPr txBox="1"/>
          <p:nvPr/>
        </p:nvSpPr>
        <p:spPr>
          <a:xfrm>
            <a:off x="2338920" y="2115000"/>
            <a:ext cx="6181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404040"/>
                </a:solidFill>
                <a:latin typeface="Calibri"/>
                <a:ea typeface="Calibri"/>
              </a:rPr>
              <a:t>1979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94" name=""/>
          <p:cNvSpPr txBox="1"/>
          <p:nvPr/>
        </p:nvSpPr>
        <p:spPr>
          <a:xfrm>
            <a:off x="828000" y="1160280"/>
            <a:ext cx="2817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[Development of BIA devices]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95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09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09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09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10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3101" name=""/>
          <p:cNvSpPr txBox="1"/>
          <p:nvPr/>
        </p:nvSpPr>
        <p:spPr>
          <a:xfrm>
            <a:off x="436320" y="423360"/>
            <a:ext cx="24865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History of BIA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02" name=""/>
          <p:cNvSpPr txBox="1"/>
          <p:nvPr/>
        </p:nvSpPr>
        <p:spPr>
          <a:xfrm>
            <a:off x="5019120" y="2811960"/>
            <a:ext cx="47404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Limitation: Use of Empirical Data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03" name=""/>
          <p:cNvSpPr txBox="1"/>
          <p:nvPr/>
        </p:nvSpPr>
        <p:spPr>
          <a:xfrm>
            <a:off x="5019120" y="3388680"/>
            <a:ext cx="361728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To overcome the inaccuracy of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04" name=""/>
          <p:cNvSpPr txBox="1"/>
          <p:nvPr/>
        </p:nvSpPr>
        <p:spPr>
          <a:xfrm>
            <a:off x="5019120" y="3663720"/>
            <a:ext cx="4772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measurement, </a:t>
            </a:r>
            <a:r>
              <a:rPr b="1" lang="en-US" sz="18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Age, Genders, and etc</a:t>
            </a:r>
            <a:r>
              <a:rPr b="1" lang="en-US" sz="1800" spc="-1" strike="noStrike">
                <a:solidFill>
                  <a:srgbClr val="ff0000"/>
                </a:solidFill>
                <a:latin typeface="Malgun Gothic"/>
                <a:ea typeface="Malgun Gothic"/>
              </a:rPr>
              <a:t>.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05" name=""/>
          <p:cNvSpPr txBox="1"/>
          <p:nvPr/>
        </p:nvSpPr>
        <p:spPr>
          <a:xfrm>
            <a:off x="5019120" y="3938040"/>
            <a:ext cx="24786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are used in equations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06" name=""/>
          <p:cNvSpPr txBox="1"/>
          <p:nvPr/>
        </p:nvSpPr>
        <p:spPr>
          <a:xfrm>
            <a:off x="5019120" y="4760640"/>
            <a:ext cx="41083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Research Group   </a:t>
            </a:r>
            <a:r>
              <a:rPr b="0" lang="en-US" sz="1800" spc="-1" strike="noStrike">
                <a:solidFill>
                  <a:srgbClr val="000000"/>
                </a:solidFill>
                <a:latin typeface="MalgunGothic"/>
                <a:ea typeface="MalgunGothic"/>
              </a:rPr>
              <a:t>→   </a:t>
            </a:r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High Accuracy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07" name=""/>
          <p:cNvSpPr txBox="1"/>
          <p:nvPr/>
        </p:nvSpPr>
        <p:spPr>
          <a:xfrm>
            <a:off x="5019120" y="5035680"/>
            <a:ext cx="15415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Other Groups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08" name=""/>
          <p:cNvSpPr txBox="1"/>
          <p:nvPr/>
        </p:nvSpPr>
        <p:spPr>
          <a:xfrm>
            <a:off x="6837480" y="5035680"/>
            <a:ext cx="20552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Gothic"/>
                <a:ea typeface="MalgunGothic"/>
              </a:rPr>
              <a:t>→   </a:t>
            </a:r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Low Accuracy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09" name=""/>
          <p:cNvSpPr txBox="1"/>
          <p:nvPr/>
        </p:nvSpPr>
        <p:spPr>
          <a:xfrm>
            <a:off x="5019120" y="5584320"/>
            <a:ext cx="45345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Thus, new equations are needed every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110" name="" descr=""/>
          <p:cNvPicPr/>
          <p:nvPr/>
        </p:nvPicPr>
        <p:blipFill>
          <a:blip r:embed="rId2"/>
          <a:stretch/>
        </p:blipFill>
        <p:spPr>
          <a:xfrm>
            <a:off x="1328760" y="2420280"/>
            <a:ext cx="2928600" cy="458280"/>
          </a:xfrm>
          <a:prstGeom prst="rect">
            <a:avLst/>
          </a:prstGeom>
          <a:ln w="0">
            <a:noFill/>
          </a:ln>
        </p:spPr>
      </p:pic>
      <p:pic>
        <p:nvPicPr>
          <p:cNvPr id="13111" name="" descr=""/>
          <p:cNvPicPr/>
          <p:nvPr/>
        </p:nvPicPr>
        <p:blipFill>
          <a:blip r:embed="rId3"/>
          <a:stretch/>
        </p:blipFill>
        <p:spPr>
          <a:xfrm>
            <a:off x="1328760" y="2919960"/>
            <a:ext cx="1285920" cy="321120"/>
          </a:xfrm>
          <a:prstGeom prst="rect">
            <a:avLst/>
          </a:prstGeom>
          <a:ln w="0">
            <a:noFill/>
          </a:ln>
        </p:spPr>
      </p:pic>
      <p:pic>
        <p:nvPicPr>
          <p:cNvPr id="13112" name="" descr=""/>
          <p:cNvPicPr/>
          <p:nvPr/>
        </p:nvPicPr>
        <p:blipFill>
          <a:blip r:embed="rId4"/>
          <a:stretch/>
        </p:blipFill>
        <p:spPr>
          <a:xfrm>
            <a:off x="970920" y="3278160"/>
            <a:ext cx="3756240" cy="3213720"/>
          </a:xfrm>
          <a:prstGeom prst="rect">
            <a:avLst/>
          </a:prstGeom>
          <a:ln w="0">
            <a:noFill/>
          </a:ln>
        </p:spPr>
      </p:pic>
      <p:sp>
        <p:nvSpPr>
          <p:cNvPr id="13113" name=""/>
          <p:cNvSpPr/>
          <p:nvPr/>
        </p:nvSpPr>
        <p:spPr>
          <a:xfrm>
            <a:off x="3163680" y="3992760"/>
            <a:ext cx="714960" cy="1784880"/>
          </a:xfrm>
          <a:custGeom>
            <a:avLst/>
            <a:gdLst/>
            <a:ahLst/>
            <a:rect l="0" t="0" r="r" b="b"/>
            <a:pathLst>
              <a:path w="1986" h="4958">
                <a:moveTo>
                  <a:pt x="0" y="4958"/>
                </a:moveTo>
                <a:lnTo>
                  <a:pt x="1986" y="4958"/>
                </a:lnTo>
                <a:lnTo>
                  <a:pt x="1986" y="0"/>
                </a:lnTo>
                <a:lnTo>
                  <a:pt x="0" y="0"/>
                </a:lnTo>
                <a:lnTo>
                  <a:pt x="0" y="4958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14" name=""/>
          <p:cNvSpPr/>
          <p:nvPr/>
        </p:nvSpPr>
        <p:spPr>
          <a:xfrm>
            <a:off x="649800" y="1687680"/>
            <a:ext cx="8188920" cy="0"/>
          </a:xfrm>
          <a:prstGeom prst="line">
            <a:avLst/>
          </a:prstGeom>
          <a:ln w="187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15" name=""/>
          <p:cNvSpPr/>
          <p:nvPr/>
        </p:nvSpPr>
        <p:spPr>
          <a:xfrm>
            <a:off x="1099440" y="152460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1"/>
                </a:moveTo>
                <a:cubicBezTo>
                  <a:pt x="0" y="180"/>
                  <a:pt x="179" y="0"/>
                  <a:pt x="400" y="0"/>
                </a:cubicBezTo>
                <a:cubicBezTo>
                  <a:pt x="622" y="0"/>
                  <a:pt x="801" y="180"/>
                  <a:pt x="801" y="401"/>
                </a:cubicBezTo>
                <a:cubicBezTo>
                  <a:pt x="801" y="622"/>
                  <a:pt x="622" y="801"/>
                  <a:pt x="400" y="801"/>
                </a:cubicBezTo>
                <a:cubicBezTo>
                  <a:pt x="179" y="801"/>
                  <a:pt x="0" y="622"/>
                  <a:pt x="0" y="401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16" name=""/>
          <p:cNvSpPr/>
          <p:nvPr/>
        </p:nvSpPr>
        <p:spPr>
          <a:xfrm>
            <a:off x="2178360" y="152604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1"/>
                </a:moveTo>
                <a:cubicBezTo>
                  <a:pt x="0" y="180"/>
                  <a:pt x="179" y="0"/>
                  <a:pt x="400" y="0"/>
                </a:cubicBezTo>
                <a:cubicBezTo>
                  <a:pt x="621" y="0"/>
                  <a:pt x="801" y="180"/>
                  <a:pt x="801" y="401"/>
                </a:cubicBezTo>
                <a:cubicBezTo>
                  <a:pt x="801" y="622"/>
                  <a:pt x="621" y="801"/>
                  <a:pt x="400" y="801"/>
                </a:cubicBezTo>
                <a:cubicBezTo>
                  <a:pt x="179" y="801"/>
                  <a:pt x="0" y="622"/>
                  <a:pt x="0" y="401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17" name=""/>
          <p:cNvSpPr/>
          <p:nvPr/>
        </p:nvSpPr>
        <p:spPr>
          <a:xfrm>
            <a:off x="3303000" y="154584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1"/>
                </a:moveTo>
                <a:cubicBezTo>
                  <a:pt x="0" y="180"/>
                  <a:pt x="180" y="0"/>
                  <a:pt x="401" y="0"/>
                </a:cubicBezTo>
                <a:cubicBezTo>
                  <a:pt x="622" y="0"/>
                  <a:pt x="801" y="180"/>
                  <a:pt x="801" y="401"/>
                </a:cubicBezTo>
                <a:cubicBezTo>
                  <a:pt x="801" y="622"/>
                  <a:pt x="622" y="801"/>
                  <a:pt x="401" y="801"/>
                </a:cubicBezTo>
                <a:cubicBezTo>
                  <a:pt x="180" y="801"/>
                  <a:pt x="0" y="622"/>
                  <a:pt x="0" y="401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18" name=""/>
          <p:cNvSpPr txBox="1"/>
          <p:nvPr/>
        </p:nvSpPr>
        <p:spPr>
          <a:xfrm>
            <a:off x="5019120" y="5858640"/>
            <a:ext cx="37587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single time to improve accuracy.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19" name=""/>
          <p:cNvSpPr txBox="1"/>
          <p:nvPr/>
        </p:nvSpPr>
        <p:spPr>
          <a:xfrm>
            <a:off x="3144240" y="1941480"/>
            <a:ext cx="6973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404040"/>
                </a:solidFill>
                <a:latin typeface="Calibri"/>
                <a:ea typeface="Calibri"/>
              </a:rPr>
              <a:t>1980’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20" name=""/>
          <p:cNvSpPr txBox="1"/>
          <p:nvPr/>
        </p:nvSpPr>
        <p:spPr>
          <a:xfrm>
            <a:off x="562680" y="1037520"/>
            <a:ext cx="2817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[Development of BIA devices]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2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49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2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12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12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12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3127" name=""/>
          <p:cNvSpPr/>
          <p:nvPr/>
        </p:nvSpPr>
        <p:spPr>
          <a:xfrm>
            <a:off x="469800" y="1775880"/>
            <a:ext cx="9144000" cy="0"/>
          </a:xfrm>
          <a:prstGeom prst="line">
            <a:avLst/>
          </a:prstGeom>
          <a:ln w="187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28" name=""/>
          <p:cNvSpPr/>
          <p:nvPr/>
        </p:nvSpPr>
        <p:spPr>
          <a:xfrm>
            <a:off x="1440720" y="16282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79" y="0"/>
                  <a:pt x="401" y="0"/>
                </a:cubicBezTo>
                <a:cubicBezTo>
                  <a:pt x="622" y="0"/>
                  <a:pt x="801" y="179"/>
                  <a:pt x="801" y="400"/>
                </a:cubicBezTo>
                <a:cubicBezTo>
                  <a:pt x="801" y="621"/>
                  <a:pt x="622" y="801"/>
                  <a:pt x="401" y="801"/>
                </a:cubicBezTo>
                <a:cubicBezTo>
                  <a:pt x="179" y="801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29" name=""/>
          <p:cNvSpPr txBox="1"/>
          <p:nvPr/>
        </p:nvSpPr>
        <p:spPr>
          <a:xfrm>
            <a:off x="436320" y="423360"/>
            <a:ext cx="24865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History of BIA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30" name=""/>
          <p:cNvSpPr/>
          <p:nvPr/>
        </p:nvSpPr>
        <p:spPr>
          <a:xfrm>
            <a:off x="2521440" y="16282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79" y="0"/>
                  <a:pt x="400" y="0"/>
                </a:cubicBezTo>
                <a:cubicBezTo>
                  <a:pt x="621" y="0"/>
                  <a:pt x="801" y="179"/>
                  <a:pt x="801" y="400"/>
                </a:cubicBezTo>
                <a:cubicBezTo>
                  <a:pt x="801" y="621"/>
                  <a:pt x="621" y="801"/>
                  <a:pt x="400" y="801"/>
                </a:cubicBezTo>
                <a:cubicBezTo>
                  <a:pt x="179" y="801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31" name=""/>
          <p:cNvSpPr/>
          <p:nvPr/>
        </p:nvSpPr>
        <p:spPr>
          <a:xfrm>
            <a:off x="3597120" y="16282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80" y="0"/>
                  <a:pt x="401" y="0"/>
                </a:cubicBezTo>
                <a:cubicBezTo>
                  <a:pt x="622" y="0"/>
                  <a:pt x="801" y="179"/>
                  <a:pt x="801" y="400"/>
                </a:cubicBezTo>
                <a:cubicBezTo>
                  <a:pt x="801" y="621"/>
                  <a:pt x="622" y="801"/>
                  <a:pt x="401" y="801"/>
                </a:cubicBezTo>
                <a:cubicBezTo>
                  <a:pt x="180" y="801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132" name="" descr=""/>
          <p:cNvPicPr/>
          <p:nvPr/>
        </p:nvPicPr>
        <p:blipFill>
          <a:blip r:embed="rId2"/>
          <a:stretch/>
        </p:blipFill>
        <p:spPr>
          <a:xfrm>
            <a:off x="1431000" y="4215240"/>
            <a:ext cx="3442320" cy="1537200"/>
          </a:xfrm>
          <a:prstGeom prst="rect">
            <a:avLst/>
          </a:prstGeom>
          <a:ln w="0">
            <a:noFill/>
          </a:ln>
        </p:spPr>
      </p:pic>
      <p:pic>
        <p:nvPicPr>
          <p:cNvPr id="13133" name="" descr=""/>
          <p:cNvPicPr/>
          <p:nvPr/>
        </p:nvPicPr>
        <p:blipFill>
          <a:blip r:embed="rId3"/>
          <a:stretch/>
        </p:blipFill>
        <p:spPr>
          <a:xfrm>
            <a:off x="1255680" y="3383280"/>
            <a:ext cx="3857040" cy="575640"/>
          </a:xfrm>
          <a:prstGeom prst="rect">
            <a:avLst/>
          </a:prstGeom>
          <a:ln w="0">
            <a:noFill/>
          </a:ln>
        </p:spPr>
      </p:pic>
      <p:sp>
        <p:nvSpPr>
          <p:cNvPr id="13134" name=""/>
          <p:cNvSpPr/>
          <p:nvPr/>
        </p:nvSpPr>
        <p:spPr>
          <a:xfrm flipV="1">
            <a:off x="1490400" y="4899600"/>
            <a:ext cx="3357360" cy="22320"/>
          </a:xfrm>
          <a:prstGeom prst="line">
            <a:avLst/>
          </a:prstGeom>
          <a:ln w="12600">
            <a:solidFill>
              <a:srgbClr val="ed7d31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35" name=""/>
          <p:cNvSpPr/>
          <p:nvPr/>
        </p:nvSpPr>
        <p:spPr>
          <a:xfrm>
            <a:off x="1549800" y="5056560"/>
            <a:ext cx="3324240" cy="1800"/>
          </a:xfrm>
          <a:prstGeom prst="line">
            <a:avLst/>
          </a:prstGeom>
          <a:ln w="12600">
            <a:solidFill>
              <a:srgbClr val="ed7d31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-4320" bIns="-43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36" name=""/>
          <p:cNvSpPr txBox="1"/>
          <p:nvPr/>
        </p:nvSpPr>
        <p:spPr>
          <a:xfrm>
            <a:off x="3430440" y="2023920"/>
            <a:ext cx="6181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404040"/>
                </a:solidFill>
                <a:latin typeface="Calibri"/>
                <a:ea typeface="Calibri"/>
              </a:rPr>
              <a:t>1990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37" name=""/>
          <p:cNvSpPr txBox="1"/>
          <p:nvPr/>
        </p:nvSpPr>
        <p:spPr>
          <a:xfrm>
            <a:off x="2348640" y="5926680"/>
            <a:ext cx="2692080" cy="139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"/>
                <a:ea typeface="Calibri"/>
              </a:rPr>
              <a:t>Deurenberg, P., van der Kooij, K., Evers, P., &amp; Hulshof, T.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38" name=""/>
          <p:cNvSpPr txBox="1"/>
          <p:nvPr/>
        </p:nvSpPr>
        <p:spPr>
          <a:xfrm>
            <a:off x="2194560" y="6063840"/>
            <a:ext cx="2826000" cy="139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"/>
                <a:ea typeface="Calibri"/>
              </a:rPr>
              <a:t>(1990). </a:t>
            </a:r>
            <a:r>
              <a:rPr b="1" i="1" lang="en-US" sz="900" spc="-1" strike="noStrike">
                <a:solidFill>
                  <a:srgbClr val="000000"/>
                </a:solidFill>
                <a:latin typeface="Calibri"/>
                <a:ea typeface="Calibri"/>
              </a:rPr>
              <a:t>The American journal of clinical nutrition</a:t>
            </a:r>
            <a:r>
              <a:rPr b="1" lang="en-US" sz="900" spc="-1" strike="noStrike">
                <a:solidFill>
                  <a:srgbClr val="000000"/>
                </a:solidFill>
                <a:latin typeface="Calibri"/>
                <a:ea typeface="Calibri"/>
              </a:rPr>
              <a:t>,</a:t>
            </a:r>
            <a:r>
              <a:rPr b="1" i="1" lang="en-US" sz="900" spc="-1" strike="noStrike">
                <a:solidFill>
                  <a:srgbClr val="000000"/>
                </a:solidFill>
                <a:latin typeface="Calibri"/>
                <a:ea typeface="Calibri"/>
              </a:rPr>
              <a:t> 51</a:t>
            </a:r>
            <a:r>
              <a:rPr b="1" lang="en-US" sz="900" spc="-1" strike="noStrike">
                <a:solidFill>
                  <a:srgbClr val="000000"/>
                </a:solidFill>
                <a:latin typeface="Calibri"/>
                <a:ea typeface="Calibri"/>
              </a:rPr>
              <a:t>(1), 3-6.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39" name=""/>
          <p:cNvSpPr txBox="1"/>
          <p:nvPr/>
        </p:nvSpPr>
        <p:spPr>
          <a:xfrm>
            <a:off x="1132200" y="2725200"/>
            <a:ext cx="43898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Limitation: Single Low Frequency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0" name=""/>
          <p:cNvSpPr/>
          <p:nvPr/>
        </p:nvSpPr>
        <p:spPr>
          <a:xfrm>
            <a:off x="6106320" y="41634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3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1" name=""/>
          <p:cNvSpPr/>
          <p:nvPr/>
        </p:nvSpPr>
        <p:spPr>
          <a:xfrm>
            <a:off x="6106320" y="417780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4d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2" name=""/>
          <p:cNvSpPr/>
          <p:nvPr/>
        </p:nvSpPr>
        <p:spPr>
          <a:xfrm>
            <a:off x="6106320" y="41918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5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3" name=""/>
          <p:cNvSpPr/>
          <p:nvPr/>
        </p:nvSpPr>
        <p:spPr>
          <a:xfrm>
            <a:off x="6106320" y="42062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6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4" name=""/>
          <p:cNvSpPr/>
          <p:nvPr/>
        </p:nvSpPr>
        <p:spPr>
          <a:xfrm>
            <a:off x="6106320" y="42206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7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5" name=""/>
          <p:cNvSpPr/>
          <p:nvPr/>
        </p:nvSpPr>
        <p:spPr>
          <a:xfrm>
            <a:off x="6106320" y="423504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7d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6" name=""/>
          <p:cNvSpPr/>
          <p:nvPr/>
        </p:nvSpPr>
        <p:spPr>
          <a:xfrm>
            <a:off x="6106320" y="42490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8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7" name=""/>
          <p:cNvSpPr/>
          <p:nvPr/>
        </p:nvSpPr>
        <p:spPr>
          <a:xfrm>
            <a:off x="6106320" y="42634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9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8" name=""/>
          <p:cNvSpPr/>
          <p:nvPr/>
        </p:nvSpPr>
        <p:spPr>
          <a:xfrm>
            <a:off x="6106320" y="427788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a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49" name=""/>
          <p:cNvSpPr/>
          <p:nvPr/>
        </p:nvSpPr>
        <p:spPr>
          <a:xfrm>
            <a:off x="6106320" y="42919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a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0" name=""/>
          <p:cNvSpPr/>
          <p:nvPr/>
        </p:nvSpPr>
        <p:spPr>
          <a:xfrm>
            <a:off x="6106320" y="43063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bd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1" name=""/>
          <p:cNvSpPr/>
          <p:nvPr/>
        </p:nvSpPr>
        <p:spPr>
          <a:xfrm>
            <a:off x="6106320" y="43207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c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2" name=""/>
          <p:cNvSpPr/>
          <p:nvPr/>
        </p:nvSpPr>
        <p:spPr>
          <a:xfrm>
            <a:off x="6106320" y="433512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d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3" name=""/>
          <p:cNvSpPr/>
          <p:nvPr/>
        </p:nvSpPr>
        <p:spPr>
          <a:xfrm>
            <a:off x="6106320" y="43491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e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4" name=""/>
          <p:cNvSpPr/>
          <p:nvPr/>
        </p:nvSpPr>
        <p:spPr>
          <a:xfrm>
            <a:off x="6106320" y="43635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ed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5" name=""/>
          <p:cNvSpPr/>
          <p:nvPr/>
        </p:nvSpPr>
        <p:spPr>
          <a:xfrm>
            <a:off x="6106320" y="437796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f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6" name=""/>
          <p:cNvSpPr/>
          <p:nvPr/>
        </p:nvSpPr>
        <p:spPr>
          <a:xfrm>
            <a:off x="6106320" y="43920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0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7" name=""/>
          <p:cNvSpPr/>
          <p:nvPr/>
        </p:nvSpPr>
        <p:spPr>
          <a:xfrm>
            <a:off x="6106320" y="44064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1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8" name=""/>
          <p:cNvSpPr/>
          <p:nvPr/>
        </p:nvSpPr>
        <p:spPr>
          <a:xfrm>
            <a:off x="6106320" y="44208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1d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59" name=""/>
          <p:cNvSpPr/>
          <p:nvPr/>
        </p:nvSpPr>
        <p:spPr>
          <a:xfrm>
            <a:off x="6106320" y="443520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2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0" name=""/>
          <p:cNvSpPr/>
          <p:nvPr/>
        </p:nvSpPr>
        <p:spPr>
          <a:xfrm>
            <a:off x="6106320" y="44492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3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1" name=""/>
          <p:cNvSpPr/>
          <p:nvPr/>
        </p:nvSpPr>
        <p:spPr>
          <a:xfrm>
            <a:off x="6106320" y="44636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4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2" name=""/>
          <p:cNvSpPr/>
          <p:nvPr/>
        </p:nvSpPr>
        <p:spPr>
          <a:xfrm>
            <a:off x="6106320" y="44780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5d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3" name=""/>
          <p:cNvSpPr/>
          <p:nvPr/>
        </p:nvSpPr>
        <p:spPr>
          <a:xfrm>
            <a:off x="6106320" y="449244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5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4" name=""/>
          <p:cNvSpPr/>
          <p:nvPr/>
        </p:nvSpPr>
        <p:spPr>
          <a:xfrm>
            <a:off x="6106320" y="45064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6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5" name=""/>
          <p:cNvSpPr/>
          <p:nvPr/>
        </p:nvSpPr>
        <p:spPr>
          <a:xfrm>
            <a:off x="6106320" y="45208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7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6" name=""/>
          <p:cNvSpPr/>
          <p:nvPr/>
        </p:nvSpPr>
        <p:spPr>
          <a:xfrm>
            <a:off x="6106320" y="453528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8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7" name=""/>
          <p:cNvSpPr/>
          <p:nvPr/>
        </p:nvSpPr>
        <p:spPr>
          <a:xfrm>
            <a:off x="6106320" y="45493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8d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8" name=""/>
          <p:cNvSpPr/>
          <p:nvPr/>
        </p:nvSpPr>
        <p:spPr>
          <a:xfrm>
            <a:off x="6106320" y="45637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9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69" name=""/>
          <p:cNvSpPr/>
          <p:nvPr/>
        </p:nvSpPr>
        <p:spPr>
          <a:xfrm>
            <a:off x="6106320" y="45781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a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0" name=""/>
          <p:cNvSpPr/>
          <p:nvPr/>
        </p:nvSpPr>
        <p:spPr>
          <a:xfrm>
            <a:off x="6106320" y="459252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b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1" name=""/>
          <p:cNvSpPr/>
          <p:nvPr/>
        </p:nvSpPr>
        <p:spPr>
          <a:xfrm>
            <a:off x="6106320" y="46065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cd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2" name=""/>
          <p:cNvSpPr/>
          <p:nvPr/>
        </p:nvSpPr>
        <p:spPr>
          <a:xfrm>
            <a:off x="6106320" y="46209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c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3" name=""/>
          <p:cNvSpPr/>
          <p:nvPr/>
        </p:nvSpPr>
        <p:spPr>
          <a:xfrm>
            <a:off x="6106320" y="463536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d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4" name=""/>
          <p:cNvSpPr/>
          <p:nvPr/>
        </p:nvSpPr>
        <p:spPr>
          <a:xfrm>
            <a:off x="6106320" y="46494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e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5" name=""/>
          <p:cNvSpPr/>
          <p:nvPr/>
        </p:nvSpPr>
        <p:spPr>
          <a:xfrm>
            <a:off x="6106320" y="46638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fd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6" name=""/>
          <p:cNvSpPr/>
          <p:nvPr/>
        </p:nvSpPr>
        <p:spPr>
          <a:xfrm>
            <a:off x="6106320" y="46782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0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7" name=""/>
          <p:cNvSpPr/>
          <p:nvPr/>
        </p:nvSpPr>
        <p:spPr>
          <a:xfrm>
            <a:off x="6106320" y="469260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0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8" name=""/>
          <p:cNvSpPr/>
          <p:nvPr/>
        </p:nvSpPr>
        <p:spPr>
          <a:xfrm>
            <a:off x="6106320" y="47066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1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79" name=""/>
          <p:cNvSpPr/>
          <p:nvPr/>
        </p:nvSpPr>
        <p:spPr>
          <a:xfrm>
            <a:off x="6106320" y="47210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2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0" name=""/>
          <p:cNvSpPr/>
          <p:nvPr/>
        </p:nvSpPr>
        <p:spPr>
          <a:xfrm>
            <a:off x="6106320" y="47354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3d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1" name=""/>
          <p:cNvSpPr/>
          <p:nvPr/>
        </p:nvSpPr>
        <p:spPr>
          <a:xfrm>
            <a:off x="6106320" y="474984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3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2" name=""/>
          <p:cNvSpPr/>
          <p:nvPr/>
        </p:nvSpPr>
        <p:spPr>
          <a:xfrm>
            <a:off x="6106320" y="47638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4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3" name=""/>
          <p:cNvSpPr/>
          <p:nvPr/>
        </p:nvSpPr>
        <p:spPr>
          <a:xfrm>
            <a:off x="6106320" y="47782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5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4" name=""/>
          <p:cNvSpPr/>
          <p:nvPr/>
        </p:nvSpPr>
        <p:spPr>
          <a:xfrm>
            <a:off x="6106320" y="479268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6d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5" name=""/>
          <p:cNvSpPr/>
          <p:nvPr/>
        </p:nvSpPr>
        <p:spPr>
          <a:xfrm>
            <a:off x="6106320" y="48067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7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6" name=""/>
          <p:cNvSpPr/>
          <p:nvPr/>
        </p:nvSpPr>
        <p:spPr>
          <a:xfrm>
            <a:off x="6106320" y="48211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7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7" name=""/>
          <p:cNvSpPr/>
          <p:nvPr/>
        </p:nvSpPr>
        <p:spPr>
          <a:xfrm>
            <a:off x="6106320" y="48355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8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8" name=""/>
          <p:cNvSpPr/>
          <p:nvPr/>
        </p:nvSpPr>
        <p:spPr>
          <a:xfrm>
            <a:off x="6106320" y="484992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9d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89" name=""/>
          <p:cNvSpPr/>
          <p:nvPr/>
        </p:nvSpPr>
        <p:spPr>
          <a:xfrm>
            <a:off x="6106320" y="48639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a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0" name=""/>
          <p:cNvSpPr/>
          <p:nvPr/>
        </p:nvSpPr>
        <p:spPr>
          <a:xfrm>
            <a:off x="6106320" y="48783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a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1" name=""/>
          <p:cNvSpPr/>
          <p:nvPr/>
        </p:nvSpPr>
        <p:spPr>
          <a:xfrm>
            <a:off x="6106320" y="489276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b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2" name=""/>
          <p:cNvSpPr/>
          <p:nvPr/>
        </p:nvSpPr>
        <p:spPr>
          <a:xfrm>
            <a:off x="6106320" y="49068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acd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3" name=""/>
          <p:cNvSpPr/>
          <p:nvPr/>
        </p:nvSpPr>
        <p:spPr>
          <a:xfrm>
            <a:off x="6106320" y="49212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d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4" name=""/>
          <p:cNvSpPr/>
          <p:nvPr/>
        </p:nvSpPr>
        <p:spPr>
          <a:xfrm>
            <a:off x="6106320" y="49356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e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5" name=""/>
          <p:cNvSpPr/>
          <p:nvPr/>
        </p:nvSpPr>
        <p:spPr>
          <a:xfrm>
            <a:off x="6106320" y="495000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e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6" name=""/>
          <p:cNvSpPr/>
          <p:nvPr/>
        </p:nvSpPr>
        <p:spPr>
          <a:xfrm>
            <a:off x="6106320" y="49640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af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7" name=""/>
          <p:cNvSpPr/>
          <p:nvPr/>
        </p:nvSpPr>
        <p:spPr>
          <a:xfrm>
            <a:off x="6106320" y="49784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0e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8" name=""/>
          <p:cNvSpPr/>
          <p:nvPr/>
        </p:nvSpPr>
        <p:spPr>
          <a:xfrm>
            <a:off x="6106320" y="499284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1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199" name=""/>
          <p:cNvSpPr/>
          <p:nvPr/>
        </p:nvSpPr>
        <p:spPr>
          <a:xfrm>
            <a:off x="6106320" y="50068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1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0" name=""/>
          <p:cNvSpPr/>
          <p:nvPr/>
        </p:nvSpPr>
        <p:spPr>
          <a:xfrm>
            <a:off x="6106320" y="50212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2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1" name=""/>
          <p:cNvSpPr/>
          <p:nvPr/>
        </p:nvSpPr>
        <p:spPr>
          <a:xfrm>
            <a:off x="6106320" y="50356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3e1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2" name=""/>
          <p:cNvSpPr/>
          <p:nvPr/>
        </p:nvSpPr>
        <p:spPr>
          <a:xfrm>
            <a:off x="6106320" y="505008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4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3" name=""/>
          <p:cNvSpPr/>
          <p:nvPr/>
        </p:nvSpPr>
        <p:spPr>
          <a:xfrm>
            <a:off x="6106320" y="50641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5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4" name=""/>
          <p:cNvSpPr/>
          <p:nvPr/>
        </p:nvSpPr>
        <p:spPr>
          <a:xfrm>
            <a:off x="6106320" y="50785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5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5" name=""/>
          <p:cNvSpPr/>
          <p:nvPr/>
        </p:nvSpPr>
        <p:spPr>
          <a:xfrm>
            <a:off x="6106320" y="50929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6e2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6" name=""/>
          <p:cNvSpPr/>
          <p:nvPr/>
        </p:nvSpPr>
        <p:spPr>
          <a:xfrm>
            <a:off x="6106320" y="510732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6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7" name=""/>
          <p:cNvSpPr/>
          <p:nvPr/>
        </p:nvSpPr>
        <p:spPr>
          <a:xfrm>
            <a:off x="6106320" y="51213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7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8" name=""/>
          <p:cNvSpPr/>
          <p:nvPr/>
        </p:nvSpPr>
        <p:spPr>
          <a:xfrm>
            <a:off x="6106320" y="51357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8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09" name=""/>
          <p:cNvSpPr/>
          <p:nvPr/>
        </p:nvSpPr>
        <p:spPr>
          <a:xfrm>
            <a:off x="6106320" y="515016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8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0" name=""/>
          <p:cNvSpPr/>
          <p:nvPr/>
        </p:nvSpPr>
        <p:spPr>
          <a:xfrm>
            <a:off x="6106320" y="51642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9e3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1" name=""/>
          <p:cNvSpPr/>
          <p:nvPr/>
        </p:nvSpPr>
        <p:spPr>
          <a:xfrm>
            <a:off x="6106320" y="51786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9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2" name=""/>
          <p:cNvSpPr/>
          <p:nvPr/>
        </p:nvSpPr>
        <p:spPr>
          <a:xfrm>
            <a:off x="6106320" y="51930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a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3" name=""/>
          <p:cNvSpPr/>
          <p:nvPr/>
        </p:nvSpPr>
        <p:spPr>
          <a:xfrm>
            <a:off x="6106320" y="520740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b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4" name=""/>
          <p:cNvSpPr/>
          <p:nvPr/>
        </p:nvSpPr>
        <p:spPr>
          <a:xfrm>
            <a:off x="6106320" y="52214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be4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5" name=""/>
          <p:cNvSpPr/>
          <p:nvPr/>
        </p:nvSpPr>
        <p:spPr>
          <a:xfrm>
            <a:off x="6106320" y="52358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c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6" name=""/>
          <p:cNvSpPr/>
          <p:nvPr/>
        </p:nvSpPr>
        <p:spPr>
          <a:xfrm>
            <a:off x="6106320" y="525024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c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7" name=""/>
          <p:cNvSpPr/>
          <p:nvPr/>
        </p:nvSpPr>
        <p:spPr>
          <a:xfrm>
            <a:off x="6106320" y="52642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d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8" name=""/>
          <p:cNvSpPr/>
          <p:nvPr/>
        </p:nvSpPr>
        <p:spPr>
          <a:xfrm>
            <a:off x="6106320" y="52786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e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19" name=""/>
          <p:cNvSpPr/>
          <p:nvPr/>
        </p:nvSpPr>
        <p:spPr>
          <a:xfrm>
            <a:off x="6106320" y="52930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ee5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0" name=""/>
          <p:cNvSpPr/>
          <p:nvPr/>
        </p:nvSpPr>
        <p:spPr>
          <a:xfrm>
            <a:off x="6106320" y="530748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f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1" name=""/>
          <p:cNvSpPr/>
          <p:nvPr/>
        </p:nvSpPr>
        <p:spPr>
          <a:xfrm>
            <a:off x="6106320" y="53215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bf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2" name=""/>
          <p:cNvSpPr/>
          <p:nvPr/>
        </p:nvSpPr>
        <p:spPr>
          <a:xfrm>
            <a:off x="6106320" y="53359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0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3" name=""/>
          <p:cNvSpPr/>
          <p:nvPr/>
        </p:nvSpPr>
        <p:spPr>
          <a:xfrm>
            <a:off x="6106320" y="535032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1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4" name=""/>
          <p:cNvSpPr/>
          <p:nvPr/>
        </p:nvSpPr>
        <p:spPr>
          <a:xfrm>
            <a:off x="6106320" y="53643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1e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5" name=""/>
          <p:cNvSpPr/>
          <p:nvPr/>
        </p:nvSpPr>
        <p:spPr>
          <a:xfrm>
            <a:off x="6106320" y="53787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2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6" name=""/>
          <p:cNvSpPr/>
          <p:nvPr/>
        </p:nvSpPr>
        <p:spPr>
          <a:xfrm>
            <a:off x="6106320" y="53931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2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7" name=""/>
          <p:cNvSpPr/>
          <p:nvPr/>
        </p:nvSpPr>
        <p:spPr>
          <a:xfrm>
            <a:off x="6106320" y="540756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3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8" name=""/>
          <p:cNvSpPr/>
          <p:nvPr/>
        </p:nvSpPr>
        <p:spPr>
          <a:xfrm>
            <a:off x="6106320" y="54216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4e7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29" name=""/>
          <p:cNvSpPr/>
          <p:nvPr/>
        </p:nvSpPr>
        <p:spPr>
          <a:xfrm>
            <a:off x="6106320" y="54360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4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0" name=""/>
          <p:cNvSpPr/>
          <p:nvPr/>
        </p:nvSpPr>
        <p:spPr>
          <a:xfrm>
            <a:off x="6106320" y="54504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5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1" name=""/>
          <p:cNvSpPr/>
          <p:nvPr/>
        </p:nvSpPr>
        <p:spPr>
          <a:xfrm>
            <a:off x="6106320" y="546480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5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2" name=""/>
          <p:cNvSpPr/>
          <p:nvPr/>
        </p:nvSpPr>
        <p:spPr>
          <a:xfrm>
            <a:off x="6106320" y="54788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6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3" name=""/>
          <p:cNvSpPr/>
          <p:nvPr/>
        </p:nvSpPr>
        <p:spPr>
          <a:xfrm>
            <a:off x="6106320" y="54932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7e8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4" name=""/>
          <p:cNvSpPr/>
          <p:nvPr/>
        </p:nvSpPr>
        <p:spPr>
          <a:xfrm>
            <a:off x="6106320" y="550764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7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5" name=""/>
          <p:cNvSpPr/>
          <p:nvPr/>
        </p:nvSpPr>
        <p:spPr>
          <a:xfrm>
            <a:off x="6106320" y="55216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8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6" name=""/>
          <p:cNvSpPr/>
          <p:nvPr/>
        </p:nvSpPr>
        <p:spPr>
          <a:xfrm>
            <a:off x="6106320" y="55360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8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7" name=""/>
          <p:cNvSpPr/>
          <p:nvPr/>
        </p:nvSpPr>
        <p:spPr>
          <a:xfrm>
            <a:off x="6106320" y="55504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9e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8" name=""/>
          <p:cNvSpPr/>
          <p:nvPr/>
        </p:nvSpPr>
        <p:spPr>
          <a:xfrm>
            <a:off x="6106320" y="556488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9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39" name=""/>
          <p:cNvSpPr/>
          <p:nvPr/>
        </p:nvSpPr>
        <p:spPr>
          <a:xfrm>
            <a:off x="6106320" y="55789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a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0" name=""/>
          <p:cNvSpPr/>
          <p:nvPr/>
        </p:nvSpPr>
        <p:spPr>
          <a:xfrm>
            <a:off x="6106320" y="55933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b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1" name=""/>
          <p:cNvSpPr/>
          <p:nvPr/>
        </p:nvSpPr>
        <p:spPr>
          <a:xfrm>
            <a:off x="6106320" y="560772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b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2" name=""/>
          <p:cNvSpPr/>
          <p:nvPr/>
        </p:nvSpPr>
        <p:spPr>
          <a:xfrm>
            <a:off x="6106320" y="56217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cea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3" name=""/>
          <p:cNvSpPr/>
          <p:nvPr/>
        </p:nvSpPr>
        <p:spPr>
          <a:xfrm>
            <a:off x="6106320" y="56361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c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4" name=""/>
          <p:cNvSpPr/>
          <p:nvPr/>
        </p:nvSpPr>
        <p:spPr>
          <a:xfrm>
            <a:off x="6106320" y="56505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d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5" name=""/>
          <p:cNvSpPr/>
          <p:nvPr/>
        </p:nvSpPr>
        <p:spPr>
          <a:xfrm>
            <a:off x="6106320" y="566496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e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6" name=""/>
          <p:cNvSpPr/>
          <p:nvPr/>
        </p:nvSpPr>
        <p:spPr>
          <a:xfrm>
            <a:off x="6106320" y="56790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ceeb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7" name=""/>
          <p:cNvSpPr/>
          <p:nvPr/>
        </p:nvSpPr>
        <p:spPr>
          <a:xfrm>
            <a:off x="6106320" y="56934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f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8" name=""/>
          <p:cNvSpPr/>
          <p:nvPr/>
        </p:nvSpPr>
        <p:spPr>
          <a:xfrm>
            <a:off x="6106320" y="57078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cf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49" name=""/>
          <p:cNvSpPr/>
          <p:nvPr/>
        </p:nvSpPr>
        <p:spPr>
          <a:xfrm>
            <a:off x="6106320" y="572220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0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0" name=""/>
          <p:cNvSpPr/>
          <p:nvPr/>
        </p:nvSpPr>
        <p:spPr>
          <a:xfrm>
            <a:off x="6106320" y="57362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1" name=""/>
          <p:cNvSpPr/>
          <p:nvPr/>
        </p:nvSpPr>
        <p:spPr>
          <a:xfrm>
            <a:off x="6106320" y="57506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1ec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2" name=""/>
          <p:cNvSpPr/>
          <p:nvPr/>
        </p:nvSpPr>
        <p:spPr>
          <a:xfrm>
            <a:off x="6106320" y="576504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2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3" name=""/>
          <p:cNvSpPr/>
          <p:nvPr/>
        </p:nvSpPr>
        <p:spPr>
          <a:xfrm>
            <a:off x="6106320" y="57790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2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4" name=""/>
          <p:cNvSpPr/>
          <p:nvPr/>
        </p:nvSpPr>
        <p:spPr>
          <a:xfrm>
            <a:off x="6106320" y="57934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3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5" name=""/>
          <p:cNvSpPr/>
          <p:nvPr/>
        </p:nvSpPr>
        <p:spPr>
          <a:xfrm>
            <a:off x="6106320" y="580788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6" name=""/>
          <p:cNvSpPr/>
          <p:nvPr/>
        </p:nvSpPr>
        <p:spPr>
          <a:xfrm>
            <a:off x="6106320" y="582228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4ed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7" name=""/>
          <p:cNvSpPr/>
          <p:nvPr/>
        </p:nvSpPr>
        <p:spPr>
          <a:xfrm>
            <a:off x="6106320" y="58363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5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8" name=""/>
          <p:cNvSpPr/>
          <p:nvPr/>
        </p:nvSpPr>
        <p:spPr>
          <a:xfrm>
            <a:off x="6106320" y="585072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5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59" name=""/>
          <p:cNvSpPr/>
          <p:nvPr/>
        </p:nvSpPr>
        <p:spPr>
          <a:xfrm>
            <a:off x="6106320" y="586512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6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0" name=""/>
          <p:cNvSpPr/>
          <p:nvPr/>
        </p:nvSpPr>
        <p:spPr>
          <a:xfrm>
            <a:off x="6106320" y="58791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7ee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1" name=""/>
          <p:cNvSpPr/>
          <p:nvPr/>
        </p:nvSpPr>
        <p:spPr>
          <a:xfrm>
            <a:off x="6106320" y="58935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7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2" name=""/>
          <p:cNvSpPr/>
          <p:nvPr/>
        </p:nvSpPr>
        <p:spPr>
          <a:xfrm>
            <a:off x="6106320" y="590796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8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3" name=""/>
          <p:cNvSpPr/>
          <p:nvPr/>
        </p:nvSpPr>
        <p:spPr>
          <a:xfrm>
            <a:off x="6106320" y="592236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8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4" name=""/>
          <p:cNvSpPr/>
          <p:nvPr/>
        </p:nvSpPr>
        <p:spPr>
          <a:xfrm>
            <a:off x="6106320" y="59364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9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5" name=""/>
          <p:cNvSpPr/>
          <p:nvPr/>
        </p:nvSpPr>
        <p:spPr>
          <a:xfrm>
            <a:off x="6106320" y="595080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ae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6" name=""/>
          <p:cNvSpPr/>
          <p:nvPr/>
        </p:nvSpPr>
        <p:spPr>
          <a:xfrm>
            <a:off x="6106320" y="5965200"/>
            <a:ext cx="2256120" cy="14400"/>
          </a:xfrm>
          <a:custGeom>
            <a:avLst/>
            <a:gdLst/>
            <a:ahLst/>
            <a:rect l="0" t="0" r="r" b="b"/>
            <a:pathLst>
              <a:path w="6267" h="40">
                <a:moveTo>
                  <a:pt x="0" y="0"/>
                </a:moveTo>
                <a:lnTo>
                  <a:pt x="6267" y="0"/>
                </a:lnTo>
                <a:lnTo>
                  <a:pt x="62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a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7" name=""/>
          <p:cNvSpPr/>
          <p:nvPr/>
        </p:nvSpPr>
        <p:spPr>
          <a:xfrm>
            <a:off x="6106320" y="5979240"/>
            <a:ext cx="2256120" cy="14760"/>
          </a:xfrm>
          <a:custGeom>
            <a:avLst/>
            <a:gdLst/>
            <a:ahLst/>
            <a:rect l="0" t="0" r="r" b="b"/>
            <a:pathLst>
              <a:path w="6267" h="41">
                <a:moveTo>
                  <a:pt x="0" y="0"/>
                </a:moveTo>
                <a:lnTo>
                  <a:pt x="6267" y="0"/>
                </a:lnTo>
                <a:lnTo>
                  <a:pt x="62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dbf0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268" name=""/>
          <p:cNvSpPr/>
          <p:nvPr/>
        </p:nvSpPr>
        <p:spPr>
          <a:xfrm>
            <a:off x="6104880" y="296388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3f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69" name=""/>
          <p:cNvSpPr/>
          <p:nvPr/>
        </p:nvSpPr>
        <p:spPr>
          <a:xfrm>
            <a:off x="6104880" y="29790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0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0" name=""/>
          <p:cNvSpPr/>
          <p:nvPr/>
        </p:nvSpPr>
        <p:spPr>
          <a:xfrm>
            <a:off x="6104880" y="29937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0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1" name=""/>
          <p:cNvSpPr/>
          <p:nvPr/>
        </p:nvSpPr>
        <p:spPr>
          <a:xfrm>
            <a:off x="6104880" y="30085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1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2" name=""/>
          <p:cNvSpPr/>
          <p:nvPr/>
        </p:nvSpPr>
        <p:spPr>
          <a:xfrm>
            <a:off x="6104880" y="302328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41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3" name=""/>
          <p:cNvSpPr/>
          <p:nvPr/>
        </p:nvSpPr>
        <p:spPr>
          <a:xfrm>
            <a:off x="6104880" y="30384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2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4" name=""/>
          <p:cNvSpPr/>
          <p:nvPr/>
        </p:nvSpPr>
        <p:spPr>
          <a:xfrm>
            <a:off x="6104880" y="30531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2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5" name=""/>
          <p:cNvSpPr/>
          <p:nvPr/>
        </p:nvSpPr>
        <p:spPr>
          <a:xfrm>
            <a:off x="6104880" y="30679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3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6" name=""/>
          <p:cNvSpPr/>
          <p:nvPr/>
        </p:nvSpPr>
        <p:spPr>
          <a:xfrm>
            <a:off x="6104880" y="308268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43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7" name=""/>
          <p:cNvSpPr/>
          <p:nvPr/>
        </p:nvSpPr>
        <p:spPr>
          <a:xfrm>
            <a:off x="6104880" y="30978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4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8" name=""/>
          <p:cNvSpPr/>
          <p:nvPr/>
        </p:nvSpPr>
        <p:spPr>
          <a:xfrm>
            <a:off x="6104880" y="31125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4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79" name=""/>
          <p:cNvSpPr/>
          <p:nvPr/>
        </p:nvSpPr>
        <p:spPr>
          <a:xfrm>
            <a:off x="6104880" y="31273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5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0" name=""/>
          <p:cNvSpPr/>
          <p:nvPr/>
        </p:nvSpPr>
        <p:spPr>
          <a:xfrm>
            <a:off x="6104880" y="31420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5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1" name=""/>
          <p:cNvSpPr/>
          <p:nvPr/>
        </p:nvSpPr>
        <p:spPr>
          <a:xfrm>
            <a:off x="6104880" y="315684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4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2" name=""/>
          <p:cNvSpPr/>
          <p:nvPr/>
        </p:nvSpPr>
        <p:spPr>
          <a:xfrm>
            <a:off x="6104880" y="31719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6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3" name=""/>
          <p:cNvSpPr/>
          <p:nvPr/>
        </p:nvSpPr>
        <p:spPr>
          <a:xfrm>
            <a:off x="6104880" y="31867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7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4" name=""/>
          <p:cNvSpPr/>
          <p:nvPr/>
        </p:nvSpPr>
        <p:spPr>
          <a:xfrm>
            <a:off x="6104880" y="32014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7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5" name=""/>
          <p:cNvSpPr/>
          <p:nvPr/>
        </p:nvSpPr>
        <p:spPr>
          <a:xfrm>
            <a:off x="6104880" y="321624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48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6" name=""/>
          <p:cNvSpPr/>
          <p:nvPr/>
        </p:nvSpPr>
        <p:spPr>
          <a:xfrm>
            <a:off x="6104880" y="32313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8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7" name=""/>
          <p:cNvSpPr/>
          <p:nvPr/>
        </p:nvSpPr>
        <p:spPr>
          <a:xfrm>
            <a:off x="6104880" y="32461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9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8" name=""/>
          <p:cNvSpPr/>
          <p:nvPr/>
        </p:nvSpPr>
        <p:spPr>
          <a:xfrm>
            <a:off x="6104880" y="32608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9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89" name=""/>
          <p:cNvSpPr/>
          <p:nvPr/>
        </p:nvSpPr>
        <p:spPr>
          <a:xfrm>
            <a:off x="6104880" y="327564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4a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0" name=""/>
          <p:cNvSpPr/>
          <p:nvPr/>
        </p:nvSpPr>
        <p:spPr>
          <a:xfrm>
            <a:off x="6104880" y="32907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1" name=""/>
          <p:cNvSpPr/>
          <p:nvPr/>
        </p:nvSpPr>
        <p:spPr>
          <a:xfrm>
            <a:off x="6104880" y="33055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2" name=""/>
          <p:cNvSpPr/>
          <p:nvPr/>
        </p:nvSpPr>
        <p:spPr>
          <a:xfrm>
            <a:off x="6104880" y="33202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b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3" name=""/>
          <p:cNvSpPr/>
          <p:nvPr/>
        </p:nvSpPr>
        <p:spPr>
          <a:xfrm>
            <a:off x="6104880" y="333504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4c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4" name=""/>
          <p:cNvSpPr/>
          <p:nvPr/>
        </p:nvSpPr>
        <p:spPr>
          <a:xfrm>
            <a:off x="6104880" y="33501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c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5" name=""/>
          <p:cNvSpPr/>
          <p:nvPr/>
        </p:nvSpPr>
        <p:spPr>
          <a:xfrm>
            <a:off x="6104880" y="33649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d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6" name=""/>
          <p:cNvSpPr/>
          <p:nvPr/>
        </p:nvSpPr>
        <p:spPr>
          <a:xfrm>
            <a:off x="6104880" y="33796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d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7" name=""/>
          <p:cNvSpPr/>
          <p:nvPr/>
        </p:nvSpPr>
        <p:spPr>
          <a:xfrm>
            <a:off x="6104880" y="339444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4e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8" name=""/>
          <p:cNvSpPr/>
          <p:nvPr/>
        </p:nvSpPr>
        <p:spPr>
          <a:xfrm>
            <a:off x="6104880" y="34095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e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299" name=""/>
          <p:cNvSpPr/>
          <p:nvPr/>
        </p:nvSpPr>
        <p:spPr>
          <a:xfrm>
            <a:off x="6104880" y="34243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f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0" name=""/>
          <p:cNvSpPr/>
          <p:nvPr/>
        </p:nvSpPr>
        <p:spPr>
          <a:xfrm>
            <a:off x="6104880" y="34390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4f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1" name=""/>
          <p:cNvSpPr/>
          <p:nvPr/>
        </p:nvSpPr>
        <p:spPr>
          <a:xfrm>
            <a:off x="6104880" y="345384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50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2" name=""/>
          <p:cNvSpPr/>
          <p:nvPr/>
        </p:nvSpPr>
        <p:spPr>
          <a:xfrm>
            <a:off x="6104880" y="34689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0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3" name=""/>
          <p:cNvSpPr/>
          <p:nvPr/>
        </p:nvSpPr>
        <p:spPr>
          <a:xfrm>
            <a:off x="6104880" y="34837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1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4" name=""/>
          <p:cNvSpPr/>
          <p:nvPr/>
        </p:nvSpPr>
        <p:spPr>
          <a:xfrm>
            <a:off x="6104880" y="34984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1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5" name=""/>
          <p:cNvSpPr/>
          <p:nvPr/>
        </p:nvSpPr>
        <p:spPr>
          <a:xfrm>
            <a:off x="6104880" y="351324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52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6" name=""/>
          <p:cNvSpPr/>
          <p:nvPr/>
        </p:nvSpPr>
        <p:spPr>
          <a:xfrm>
            <a:off x="6104880" y="35283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2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7" name=""/>
          <p:cNvSpPr/>
          <p:nvPr/>
        </p:nvSpPr>
        <p:spPr>
          <a:xfrm>
            <a:off x="6104880" y="35431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3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8" name=""/>
          <p:cNvSpPr/>
          <p:nvPr/>
        </p:nvSpPr>
        <p:spPr>
          <a:xfrm>
            <a:off x="6104880" y="35578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3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09" name=""/>
          <p:cNvSpPr/>
          <p:nvPr/>
        </p:nvSpPr>
        <p:spPr>
          <a:xfrm>
            <a:off x="6104880" y="35726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4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0" name=""/>
          <p:cNvSpPr/>
          <p:nvPr/>
        </p:nvSpPr>
        <p:spPr>
          <a:xfrm>
            <a:off x="6104880" y="358740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54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1" name=""/>
          <p:cNvSpPr/>
          <p:nvPr/>
        </p:nvSpPr>
        <p:spPr>
          <a:xfrm>
            <a:off x="6104880" y="36025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5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2" name=""/>
          <p:cNvSpPr/>
          <p:nvPr/>
        </p:nvSpPr>
        <p:spPr>
          <a:xfrm>
            <a:off x="6104880" y="36172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5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3" name=""/>
          <p:cNvSpPr/>
          <p:nvPr/>
        </p:nvSpPr>
        <p:spPr>
          <a:xfrm>
            <a:off x="6104880" y="36320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6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4" name=""/>
          <p:cNvSpPr/>
          <p:nvPr/>
        </p:nvSpPr>
        <p:spPr>
          <a:xfrm>
            <a:off x="6104880" y="364680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56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5" name=""/>
          <p:cNvSpPr/>
          <p:nvPr/>
        </p:nvSpPr>
        <p:spPr>
          <a:xfrm>
            <a:off x="6104880" y="36619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7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6" name=""/>
          <p:cNvSpPr/>
          <p:nvPr/>
        </p:nvSpPr>
        <p:spPr>
          <a:xfrm>
            <a:off x="6104880" y="36766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7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7" name=""/>
          <p:cNvSpPr/>
          <p:nvPr/>
        </p:nvSpPr>
        <p:spPr>
          <a:xfrm>
            <a:off x="6104880" y="36914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8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8" name=""/>
          <p:cNvSpPr/>
          <p:nvPr/>
        </p:nvSpPr>
        <p:spPr>
          <a:xfrm>
            <a:off x="6104880" y="370620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58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19" name=""/>
          <p:cNvSpPr/>
          <p:nvPr/>
        </p:nvSpPr>
        <p:spPr>
          <a:xfrm>
            <a:off x="6104880" y="37213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9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0" name=""/>
          <p:cNvSpPr/>
          <p:nvPr/>
        </p:nvSpPr>
        <p:spPr>
          <a:xfrm>
            <a:off x="6104880" y="37360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9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1" name=""/>
          <p:cNvSpPr/>
          <p:nvPr/>
        </p:nvSpPr>
        <p:spPr>
          <a:xfrm>
            <a:off x="6104880" y="37508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a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2" name=""/>
          <p:cNvSpPr/>
          <p:nvPr/>
        </p:nvSpPr>
        <p:spPr>
          <a:xfrm>
            <a:off x="6104880" y="376560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5a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3" name=""/>
          <p:cNvSpPr/>
          <p:nvPr/>
        </p:nvSpPr>
        <p:spPr>
          <a:xfrm>
            <a:off x="6104880" y="37807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b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4" name=""/>
          <p:cNvSpPr/>
          <p:nvPr/>
        </p:nvSpPr>
        <p:spPr>
          <a:xfrm>
            <a:off x="6104880" y="37954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b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5" name=""/>
          <p:cNvSpPr/>
          <p:nvPr/>
        </p:nvSpPr>
        <p:spPr>
          <a:xfrm>
            <a:off x="6104880" y="38102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c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6" name=""/>
          <p:cNvSpPr/>
          <p:nvPr/>
        </p:nvSpPr>
        <p:spPr>
          <a:xfrm>
            <a:off x="6104880" y="382500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5c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7" name=""/>
          <p:cNvSpPr/>
          <p:nvPr/>
        </p:nvSpPr>
        <p:spPr>
          <a:xfrm>
            <a:off x="6104880" y="38401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d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8" name=""/>
          <p:cNvSpPr/>
          <p:nvPr/>
        </p:nvSpPr>
        <p:spPr>
          <a:xfrm>
            <a:off x="6104880" y="38548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d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29" name=""/>
          <p:cNvSpPr/>
          <p:nvPr/>
        </p:nvSpPr>
        <p:spPr>
          <a:xfrm>
            <a:off x="6104880" y="38696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e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0" name=""/>
          <p:cNvSpPr/>
          <p:nvPr/>
        </p:nvSpPr>
        <p:spPr>
          <a:xfrm>
            <a:off x="6104880" y="388440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5e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1" name=""/>
          <p:cNvSpPr/>
          <p:nvPr/>
        </p:nvSpPr>
        <p:spPr>
          <a:xfrm>
            <a:off x="6104880" y="38995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f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2" name=""/>
          <p:cNvSpPr/>
          <p:nvPr/>
        </p:nvSpPr>
        <p:spPr>
          <a:xfrm>
            <a:off x="6104880" y="39142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f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3" name=""/>
          <p:cNvSpPr/>
          <p:nvPr/>
        </p:nvSpPr>
        <p:spPr>
          <a:xfrm>
            <a:off x="6104880" y="39290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5f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4" name=""/>
          <p:cNvSpPr/>
          <p:nvPr/>
        </p:nvSpPr>
        <p:spPr>
          <a:xfrm>
            <a:off x="6104880" y="394380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0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5" name=""/>
          <p:cNvSpPr/>
          <p:nvPr/>
        </p:nvSpPr>
        <p:spPr>
          <a:xfrm>
            <a:off x="6104880" y="39589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0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6" name=""/>
          <p:cNvSpPr/>
          <p:nvPr/>
        </p:nvSpPr>
        <p:spPr>
          <a:xfrm>
            <a:off x="6104880" y="39736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0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7" name=""/>
          <p:cNvSpPr/>
          <p:nvPr/>
        </p:nvSpPr>
        <p:spPr>
          <a:xfrm>
            <a:off x="6104880" y="39884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1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8" name=""/>
          <p:cNvSpPr/>
          <p:nvPr/>
        </p:nvSpPr>
        <p:spPr>
          <a:xfrm>
            <a:off x="6104880" y="400320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1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39" name=""/>
          <p:cNvSpPr/>
          <p:nvPr/>
        </p:nvSpPr>
        <p:spPr>
          <a:xfrm>
            <a:off x="6104880" y="401832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0" name=""/>
          <p:cNvSpPr/>
          <p:nvPr/>
        </p:nvSpPr>
        <p:spPr>
          <a:xfrm>
            <a:off x="6104880" y="40330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2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1" name=""/>
          <p:cNvSpPr/>
          <p:nvPr/>
        </p:nvSpPr>
        <p:spPr>
          <a:xfrm>
            <a:off x="6104880" y="40478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2" name=""/>
          <p:cNvSpPr/>
          <p:nvPr/>
        </p:nvSpPr>
        <p:spPr>
          <a:xfrm>
            <a:off x="6104880" y="40626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3" name=""/>
          <p:cNvSpPr/>
          <p:nvPr/>
        </p:nvSpPr>
        <p:spPr>
          <a:xfrm>
            <a:off x="6104880" y="407736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2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4" name=""/>
          <p:cNvSpPr/>
          <p:nvPr/>
        </p:nvSpPr>
        <p:spPr>
          <a:xfrm>
            <a:off x="6104880" y="40924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5" name=""/>
          <p:cNvSpPr/>
          <p:nvPr/>
        </p:nvSpPr>
        <p:spPr>
          <a:xfrm>
            <a:off x="6104880" y="41072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6" name=""/>
          <p:cNvSpPr/>
          <p:nvPr/>
        </p:nvSpPr>
        <p:spPr>
          <a:xfrm>
            <a:off x="6104880" y="41220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7" name=""/>
          <p:cNvSpPr/>
          <p:nvPr/>
        </p:nvSpPr>
        <p:spPr>
          <a:xfrm>
            <a:off x="6104880" y="413676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4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8" name=""/>
          <p:cNvSpPr/>
          <p:nvPr/>
        </p:nvSpPr>
        <p:spPr>
          <a:xfrm>
            <a:off x="6104880" y="41518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49" name=""/>
          <p:cNvSpPr/>
          <p:nvPr/>
        </p:nvSpPr>
        <p:spPr>
          <a:xfrm>
            <a:off x="6104880" y="41666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0" name=""/>
          <p:cNvSpPr/>
          <p:nvPr/>
        </p:nvSpPr>
        <p:spPr>
          <a:xfrm>
            <a:off x="6104880" y="41814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4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1" name=""/>
          <p:cNvSpPr/>
          <p:nvPr/>
        </p:nvSpPr>
        <p:spPr>
          <a:xfrm>
            <a:off x="6104880" y="419616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2" name=""/>
          <p:cNvSpPr/>
          <p:nvPr/>
        </p:nvSpPr>
        <p:spPr>
          <a:xfrm>
            <a:off x="6104880" y="42112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3" name=""/>
          <p:cNvSpPr/>
          <p:nvPr/>
        </p:nvSpPr>
        <p:spPr>
          <a:xfrm>
            <a:off x="6104880" y="42260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4" name=""/>
          <p:cNvSpPr/>
          <p:nvPr/>
        </p:nvSpPr>
        <p:spPr>
          <a:xfrm>
            <a:off x="6104880" y="42408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5" name=""/>
          <p:cNvSpPr/>
          <p:nvPr/>
        </p:nvSpPr>
        <p:spPr>
          <a:xfrm>
            <a:off x="6104880" y="425556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6" name=""/>
          <p:cNvSpPr/>
          <p:nvPr/>
        </p:nvSpPr>
        <p:spPr>
          <a:xfrm>
            <a:off x="6104880" y="42706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6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7" name=""/>
          <p:cNvSpPr/>
          <p:nvPr/>
        </p:nvSpPr>
        <p:spPr>
          <a:xfrm>
            <a:off x="6104880" y="42854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8" name=""/>
          <p:cNvSpPr/>
          <p:nvPr/>
        </p:nvSpPr>
        <p:spPr>
          <a:xfrm>
            <a:off x="6104880" y="43002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7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59" name=""/>
          <p:cNvSpPr/>
          <p:nvPr/>
        </p:nvSpPr>
        <p:spPr>
          <a:xfrm>
            <a:off x="6104880" y="431496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7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0" name=""/>
          <p:cNvSpPr/>
          <p:nvPr/>
        </p:nvSpPr>
        <p:spPr>
          <a:xfrm>
            <a:off x="6104880" y="43300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7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1" name=""/>
          <p:cNvSpPr/>
          <p:nvPr/>
        </p:nvSpPr>
        <p:spPr>
          <a:xfrm>
            <a:off x="6104880" y="43448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8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2" name=""/>
          <p:cNvSpPr/>
          <p:nvPr/>
        </p:nvSpPr>
        <p:spPr>
          <a:xfrm>
            <a:off x="6104880" y="43596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8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3" name=""/>
          <p:cNvSpPr/>
          <p:nvPr/>
        </p:nvSpPr>
        <p:spPr>
          <a:xfrm>
            <a:off x="6104880" y="437436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8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4" name=""/>
          <p:cNvSpPr/>
          <p:nvPr/>
        </p:nvSpPr>
        <p:spPr>
          <a:xfrm>
            <a:off x="6104880" y="43894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9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5" name=""/>
          <p:cNvSpPr/>
          <p:nvPr/>
        </p:nvSpPr>
        <p:spPr>
          <a:xfrm>
            <a:off x="6104880" y="44042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9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6" name=""/>
          <p:cNvSpPr/>
          <p:nvPr/>
        </p:nvSpPr>
        <p:spPr>
          <a:xfrm>
            <a:off x="6104880" y="44190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9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7" name=""/>
          <p:cNvSpPr/>
          <p:nvPr/>
        </p:nvSpPr>
        <p:spPr>
          <a:xfrm>
            <a:off x="6104880" y="443376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a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8" name=""/>
          <p:cNvSpPr/>
          <p:nvPr/>
        </p:nvSpPr>
        <p:spPr>
          <a:xfrm>
            <a:off x="6104880" y="444888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a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69" name=""/>
          <p:cNvSpPr/>
          <p:nvPr/>
        </p:nvSpPr>
        <p:spPr>
          <a:xfrm>
            <a:off x="6104880" y="44636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a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0" name=""/>
          <p:cNvSpPr/>
          <p:nvPr/>
        </p:nvSpPr>
        <p:spPr>
          <a:xfrm>
            <a:off x="6104880" y="44784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a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1" name=""/>
          <p:cNvSpPr/>
          <p:nvPr/>
        </p:nvSpPr>
        <p:spPr>
          <a:xfrm>
            <a:off x="6104880" y="44931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b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2" name=""/>
          <p:cNvSpPr/>
          <p:nvPr/>
        </p:nvSpPr>
        <p:spPr>
          <a:xfrm>
            <a:off x="6104880" y="450792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b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3" name=""/>
          <p:cNvSpPr/>
          <p:nvPr/>
        </p:nvSpPr>
        <p:spPr>
          <a:xfrm>
            <a:off x="6104880" y="45230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b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4" name=""/>
          <p:cNvSpPr/>
          <p:nvPr/>
        </p:nvSpPr>
        <p:spPr>
          <a:xfrm>
            <a:off x="6104880" y="45378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c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5" name=""/>
          <p:cNvSpPr/>
          <p:nvPr/>
        </p:nvSpPr>
        <p:spPr>
          <a:xfrm>
            <a:off x="6104880" y="45525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c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6" name=""/>
          <p:cNvSpPr/>
          <p:nvPr/>
        </p:nvSpPr>
        <p:spPr>
          <a:xfrm>
            <a:off x="6104880" y="456732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c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7" name=""/>
          <p:cNvSpPr/>
          <p:nvPr/>
        </p:nvSpPr>
        <p:spPr>
          <a:xfrm>
            <a:off x="6104880" y="45824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d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8" name=""/>
          <p:cNvSpPr/>
          <p:nvPr/>
        </p:nvSpPr>
        <p:spPr>
          <a:xfrm>
            <a:off x="6104880" y="45972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d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79" name=""/>
          <p:cNvSpPr/>
          <p:nvPr/>
        </p:nvSpPr>
        <p:spPr>
          <a:xfrm>
            <a:off x="6104880" y="46119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d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0" name=""/>
          <p:cNvSpPr/>
          <p:nvPr/>
        </p:nvSpPr>
        <p:spPr>
          <a:xfrm>
            <a:off x="6104880" y="462672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6d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1" name=""/>
          <p:cNvSpPr/>
          <p:nvPr/>
        </p:nvSpPr>
        <p:spPr>
          <a:xfrm>
            <a:off x="6104880" y="46418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e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2" name=""/>
          <p:cNvSpPr/>
          <p:nvPr/>
        </p:nvSpPr>
        <p:spPr>
          <a:xfrm>
            <a:off x="6104880" y="46566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e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3" name=""/>
          <p:cNvSpPr/>
          <p:nvPr/>
        </p:nvSpPr>
        <p:spPr>
          <a:xfrm>
            <a:off x="6104880" y="46713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e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4" name=""/>
          <p:cNvSpPr/>
          <p:nvPr/>
        </p:nvSpPr>
        <p:spPr>
          <a:xfrm>
            <a:off x="6104880" y="4686120"/>
            <a:ext cx="2256120" cy="15840"/>
          </a:xfrm>
          <a:custGeom>
            <a:avLst/>
            <a:gdLst/>
            <a:ahLst/>
            <a:rect l="0" t="0" r="r" b="b"/>
            <a:pathLst>
              <a:path w="6267" h="44">
                <a:moveTo>
                  <a:pt x="0" y="0"/>
                </a:moveTo>
                <a:lnTo>
                  <a:pt x="6267" y="0"/>
                </a:lnTo>
                <a:lnTo>
                  <a:pt x="6267" y="44"/>
                </a:lnTo>
                <a:lnTo>
                  <a:pt x="0" y="44"/>
                </a:lnTo>
                <a:lnTo>
                  <a:pt x="0" y="0"/>
                </a:lnTo>
                <a:close/>
              </a:path>
            </a:pathLst>
          </a:custGeom>
          <a:solidFill>
            <a:srgbClr val="006f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5" name=""/>
          <p:cNvSpPr/>
          <p:nvPr/>
        </p:nvSpPr>
        <p:spPr>
          <a:xfrm>
            <a:off x="6104880" y="47012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f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6" name=""/>
          <p:cNvSpPr/>
          <p:nvPr/>
        </p:nvSpPr>
        <p:spPr>
          <a:xfrm>
            <a:off x="6104880" y="47160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f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7" name=""/>
          <p:cNvSpPr/>
          <p:nvPr/>
        </p:nvSpPr>
        <p:spPr>
          <a:xfrm>
            <a:off x="6104880" y="47307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6f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8" name=""/>
          <p:cNvSpPr/>
          <p:nvPr/>
        </p:nvSpPr>
        <p:spPr>
          <a:xfrm>
            <a:off x="6104880" y="474552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70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89" name=""/>
          <p:cNvSpPr/>
          <p:nvPr/>
        </p:nvSpPr>
        <p:spPr>
          <a:xfrm>
            <a:off x="6104880" y="47606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70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90" name=""/>
          <p:cNvSpPr/>
          <p:nvPr/>
        </p:nvSpPr>
        <p:spPr>
          <a:xfrm>
            <a:off x="6104880" y="47754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70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91" name=""/>
          <p:cNvSpPr/>
          <p:nvPr/>
        </p:nvSpPr>
        <p:spPr>
          <a:xfrm>
            <a:off x="6104880" y="47901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71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92" name=""/>
          <p:cNvSpPr/>
          <p:nvPr/>
        </p:nvSpPr>
        <p:spPr>
          <a:xfrm>
            <a:off x="6104880" y="4804920"/>
            <a:ext cx="2256120" cy="15480"/>
          </a:xfrm>
          <a:custGeom>
            <a:avLst/>
            <a:gdLst/>
            <a:ahLst/>
            <a:rect l="0" t="0" r="r" b="b"/>
            <a:pathLst>
              <a:path w="6267" h="43">
                <a:moveTo>
                  <a:pt x="0" y="0"/>
                </a:moveTo>
                <a:lnTo>
                  <a:pt x="6267" y="0"/>
                </a:lnTo>
                <a:lnTo>
                  <a:pt x="6267" y="43"/>
                </a:lnTo>
                <a:lnTo>
                  <a:pt x="0" y="43"/>
                </a:lnTo>
                <a:lnTo>
                  <a:pt x="0" y="0"/>
                </a:lnTo>
                <a:close/>
              </a:path>
            </a:pathLst>
          </a:custGeom>
          <a:solidFill>
            <a:srgbClr val="0071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93" name=""/>
          <p:cNvSpPr/>
          <p:nvPr/>
        </p:nvSpPr>
        <p:spPr>
          <a:xfrm>
            <a:off x="6104880" y="482004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71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94" name=""/>
          <p:cNvSpPr/>
          <p:nvPr/>
        </p:nvSpPr>
        <p:spPr>
          <a:xfrm>
            <a:off x="6104880" y="483480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72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95" name=""/>
          <p:cNvSpPr/>
          <p:nvPr/>
        </p:nvSpPr>
        <p:spPr>
          <a:xfrm>
            <a:off x="6104880" y="4849560"/>
            <a:ext cx="2256120" cy="15120"/>
          </a:xfrm>
          <a:custGeom>
            <a:avLst/>
            <a:gdLst/>
            <a:ahLst/>
            <a:rect l="0" t="0" r="r" b="b"/>
            <a:pathLst>
              <a:path w="6267" h="42">
                <a:moveTo>
                  <a:pt x="0" y="0"/>
                </a:moveTo>
                <a:lnTo>
                  <a:pt x="6267" y="0"/>
                </a:lnTo>
                <a:lnTo>
                  <a:pt x="6267" y="42"/>
                </a:lnTo>
                <a:lnTo>
                  <a:pt x="0" y="42"/>
                </a:lnTo>
                <a:lnTo>
                  <a:pt x="0" y="0"/>
                </a:lnTo>
                <a:close/>
              </a:path>
            </a:pathLst>
          </a:custGeom>
          <a:solidFill>
            <a:srgbClr val="0072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396" name=""/>
          <p:cNvSpPr/>
          <p:nvPr/>
        </p:nvSpPr>
        <p:spPr>
          <a:xfrm>
            <a:off x="5663160" y="2962440"/>
            <a:ext cx="635040" cy="180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97" name=""/>
          <p:cNvSpPr/>
          <p:nvPr/>
        </p:nvSpPr>
        <p:spPr>
          <a:xfrm>
            <a:off x="5945040" y="2963880"/>
            <a:ext cx="12960" cy="300348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98" name=""/>
          <p:cNvSpPr/>
          <p:nvPr/>
        </p:nvSpPr>
        <p:spPr>
          <a:xfrm>
            <a:off x="5643360" y="5972400"/>
            <a:ext cx="635040" cy="180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399" name=""/>
          <p:cNvSpPr/>
          <p:nvPr/>
        </p:nvSpPr>
        <p:spPr>
          <a:xfrm>
            <a:off x="6206400" y="4726440"/>
            <a:ext cx="108360" cy="1404000"/>
          </a:xfrm>
          <a:custGeom>
            <a:avLst/>
            <a:gdLst/>
            <a:ahLst/>
            <a:rect l="0" t="0" r="r" b="b"/>
            <a:pathLst>
              <a:path w="301" h="3900">
                <a:moveTo>
                  <a:pt x="82" y="3900"/>
                </a:moveTo>
                <a:lnTo>
                  <a:pt x="125" y="52"/>
                </a:lnTo>
                <a:lnTo>
                  <a:pt x="178" y="53"/>
                </a:lnTo>
                <a:lnTo>
                  <a:pt x="135" y="3900"/>
                </a:lnTo>
                <a:lnTo>
                  <a:pt x="82" y="3900"/>
                </a:lnTo>
                <a:moveTo>
                  <a:pt x="3" y="249"/>
                </a:moveTo>
                <a:lnTo>
                  <a:pt x="152" y="0"/>
                </a:lnTo>
                <a:lnTo>
                  <a:pt x="297" y="252"/>
                </a:lnTo>
                <a:cubicBezTo>
                  <a:pt x="304" y="265"/>
                  <a:pt x="300" y="281"/>
                  <a:pt x="287" y="289"/>
                </a:cubicBezTo>
                <a:cubicBezTo>
                  <a:pt x="274" y="296"/>
                  <a:pt x="258" y="291"/>
                  <a:pt x="250" y="279"/>
                </a:cubicBezTo>
                <a:lnTo>
                  <a:pt x="129" y="66"/>
                </a:lnTo>
                <a:lnTo>
                  <a:pt x="174" y="66"/>
                </a:lnTo>
                <a:lnTo>
                  <a:pt x="48" y="276"/>
                </a:lnTo>
                <a:cubicBezTo>
                  <a:pt x="41" y="289"/>
                  <a:pt x="25" y="293"/>
                  <a:pt x="12" y="286"/>
                </a:cubicBezTo>
                <a:cubicBezTo>
                  <a:pt x="0" y="278"/>
                  <a:pt x="-4" y="262"/>
                  <a:pt x="3" y="249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00" name=""/>
          <p:cNvSpPr/>
          <p:nvPr/>
        </p:nvSpPr>
        <p:spPr>
          <a:xfrm>
            <a:off x="8083080" y="4726440"/>
            <a:ext cx="108360" cy="1408680"/>
          </a:xfrm>
          <a:custGeom>
            <a:avLst/>
            <a:gdLst/>
            <a:ahLst/>
            <a:rect l="0" t="0" r="r" b="b"/>
            <a:pathLst>
              <a:path w="301" h="3913">
                <a:moveTo>
                  <a:pt x="123" y="3913"/>
                </a:moveTo>
                <a:lnTo>
                  <a:pt x="123" y="52"/>
                </a:lnTo>
                <a:lnTo>
                  <a:pt x="176" y="52"/>
                </a:lnTo>
                <a:lnTo>
                  <a:pt x="176" y="3913"/>
                </a:lnTo>
                <a:lnTo>
                  <a:pt x="123" y="3913"/>
                </a:lnTo>
                <a:moveTo>
                  <a:pt x="3" y="251"/>
                </a:moveTo>
                <a:lnTo>
                  <a:pt x="149" y="0"/>
                </a:lnTo>
                <a:lnTo>
                  <a:pt x="297" y="251"/>
                </a:lnTo>
                <a:cubicBezTo>
                  <a:pt x="304" y="263"/>
                  <a:pt x="300" y="280"/>
                  <a:pt x="287" y="287"/>
                </a:cubicBezTo>
                <a:cubicBezTo>
                  <a:pt x="275" y="294"/>
                  <a:pt x="258" y="290"/>
                  <a:pt x="251" y="277"/>
                </a:cubicBezTo>
                <a:lnTo>
                  <a:pt x="126" y="66"/>
                </a:lnTo>
                <a:lnTo>
                  <a:pt x="172" y="66"/>
                </a:lnTo>
                <a:lnTo>
                  <a:pt x="49" y="277"/>
                </a:lnTo>
                <a:cubicBezTo>
                  <a:pt x="41" y="290"/>
                  <a:pt x="25" y="294"/>
                  <a:pt x="13" y="287"/>
                </a:cubicBezTo>
                <a:cubicBezTo>
                  <a:pt x="0" y="280"/>
                  <a:pt x="-4" y="263"/>
                  <a:pt x="3" y="251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01" name=""/>
          <p:cNvSpPr/>
          <p:nvPr/>
        </p:nvSpPr>
        <p:spPr>
          <a:xfrm>
            <a:off x="7155000" y="4726440"/>
            <a:ext cx="108360" cy="1408680"/>
          </a:xfrm>
          <a:custGeom>
            <a:avLst/>
            <a:gdLst/>
            <a:ahLst/>
            <a:rect l="0" t="0" r="r" b="b"/>
            <a:pathLst>
              <a:path w="301" h="3913">
                <a:moveTo>
                  <a:pt x="125" y="3913"/>
                </a:moveTo>
                <a:lnTo>
                  <a:pt x="125" y="52"/>
                </a:lnTo>
                <a:lnTo>
                  <a:pt x="178" y="52"/>
                </a:lnTo>
                <a:lnTo>
                  <a:pt x="178" y="3913"/>
                </a:lnTo>
                <a:lnTo>
                  <a:pt x="125" y="3913"/>
                </a:lnTo>
                <a:moveTo>
                  <a:pt x="4" y="251"/>
                </a:moveTo>
                <a:lnTo>
                  <a:pt x="151" y="0"/>
                </a:lnTo>
                <a:lnTo>
                  <a:pt x="298" y="251"/>
                </a:lnTo>
                <a:cubicBezTo>
                  <a:pt x="305" y="263"/>
                  <a:pt x="301" y="280"/>
                  <a:pt x="288" y="287"/>
                </a:cubicBezTo>
                <a:cubicBezTo>
                  <a:pt x="275" y="294"/>
                  <a:pt x="259" y="290"/>
                  <a:pt x="252" y="277"/>
                </a:cubicBezTo>
                <a:lnTo>
                  <a:pt x="128" y="66"/>
                </a:lnTo>
                <a:lnTo>
                  <a:pt x="174" y="66"/>
                </a:lnTo>
                <a:lnTo>
                  <a:pt x="50" y="277"/>
                </a:lnTo>
                <a:cubicBezTo>
                  <a:pt x="42" y="290"/>
                  <a:pt x="26" y="294"/>
                  <a:pt x="13" y="287"/>
                </a:cubicBezTo>
                <a:cubicBezTo>
                  <a:pt x="1" y="280"/>
                  <a:pt x="-4" y="263"/>
                  <a:pt x="4" y="251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02" name=""/>
          <p:cNvSpPr/>
          <p:nvPr/>
        </p:nvSpPr>
        <p:spPr>
          <a:xfrm>
            <a:off x="5469480" y="3940920"/>
            <a:ext cx="571680" cy="277560"/>
          </a:xfrm>
          <a:custGeom>
            <a:avLst/>
            <a:gdLst/>
            <a:ahLst/>
            <a:rect l="0" t="0" r="r" b="b"/>
            <a:pathLst>
              <a:path w="1588" h="771">
                <a:moveTo>
                  <a:pt x="0" y="771"/>
                </a:moveTo>
                <a:lnTo>
                  <a:pt x="1588" y="771"/>
                </a:lnTo>
                <a:lnTo>
                  <a:pt x="1588" y="0"/>
                </a:lnTo>
                <a:lnTo>
                  <a:pt x="0" y="0"/>
                </a:lnTo>
                <a:lnTo>
                  <a:pt x="0" y="77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03" name=""/>
          <p:cNvSpPr txBox="1"/>
          <p:nvPr/>
        </p:nvSpPr>
        <p:spPr>
          <a:xfrm>
            <a:off x="1132200" y="2999520"/>
            <a:ext cx="108288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(50 kHz)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04" name=""/>
          <p:cNvSpPr txBox="1"/>
          <p:nvPr/>
        </p:nvSpPr>
        <p:spPr>
          <a:xfrm>
            <a:off x="5609520" y="3996000"/>
            <a:ext cx="3877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TBW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05" name=""/>
          <p:cNvSpPr txBox="1"/>
          <p:nvPr/>
        </p:nvSpPr>
        <p:spPr>
          <a:xfrm>
            <a:off x="6319080" y="5208480"/>
            <a:ext cx="166500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ffffff"/>
                </a:solidFill>
                <a:latin typeface="Malgun Gothic"/>
                <a:ea typeface="Malgun Gothic"/>
              </a:rPr>
              <a:t>Extracellular Water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06" name=""/>
          <p:cNvSpPr txBox="1"/>
          <p:nvPr/>
        </p:nvSpPr>
        <p:spPr>
          <a:xfrm>
            <a:off x="6390000" y="3229200"/>
            <a:ext cx="16282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ffffff"/>
                </a:solidFill>
                <a:latin typeface="Malgun Gothic"/>
                <a:ea typeface="Malgun Gothic"/>
              </a:rPr>
              <a:t>Intracellular Water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07" name=""/>
          <p:cNvSpPr txBox="1"/>
          <p:nvPr/>
        </p:nvSpPr>
        <p:spPr>
          <a:xfrm>
            <a:off x="6389640" y="4295880"/>
            <a:ext cx="567720" cy="369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90" spc="-1" strike="noStrike">
                <a:solidFill>
                  <a:srgbClr val="ffff00"/>
                </a:solidFill>
                <a:latin typeface="Malgun Gothic"/>
                <a:ea typeface="Malgun Gothic"/>
              </a:rPr>
              <a:t>3:2</a:t>
            </a:r>
            <a:endParaRPr b="0" lang="en-US" sz="24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08" name=""/>
          <p:cNvSpPr txBox="1"/>
          <p:nvPr/>
        </p:nvSpPr>
        <p:spPr>
          <a:xfrm>
            <a:off x="6972480" y="6268680"/>
            <a:ext cx="52956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ff0000"/>
                </a:solidFill>
                <a:latin typeface="Malgun Gothic"/>
                <a:ea typeface="Malgun Gothic"/>
              </a:rPr>
              <a:t>50kHz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09" name=""/>
          <p:cNvSpPr txBox="1"/>
          <p:nvPr/>
        </p:nvSpPr>
        <p:spPr>
          <a:xfrm>
            <a:off x="7959960" y="6243840"/>
            <a:ext cx="52956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ff0000"/>
                </a:solidFill>
                <a:latin typeface="Malgun Gothic"/>
                <a:ea typeface="Malgun Gothic"/>
              </a:rPr>
              <a:t>50kHz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10" name=""/>
          <p:cNvSpPr txBox="1"/>
          <p:nvPr/>
        </p:nvSpPr>
        <p:spPr>
          <a:xfrm>
            <a:off x="5985360" y="6258960"/>
            <a:ext cx="52956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ff0000"/>
                </a:solidFill>
                <a:latin typeface="Malgun Gothic"/>
                <a:ea typeface="Malgun Gothic"/>
              </a:rPr>
              <a:t>50kHz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11" name=""/>
          <p:cNvSpPr txBox="1"/>
          <p:nvPr/>
        </p:nvSpPr>
        <p:spPr>
          <a:xfrm>
            <a:off x="753840" y="1163520"/>
            <a:ext cx="2817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[Development of BIA devices]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12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14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15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16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417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3418" name=""/>
          <p:cNvSpPr txBox="1"/>
          <p:nvPr/>
        </p:nvSpPr>
        <p:spPr>
          <a:xfrm>
            <a:off x="436320" y="423360"/>
            <a:ext cx="24865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History of BIA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419" name="" descr=""/>
          <p:cNvPicPr/>
          <p:nvPr/>
        </p:nvPicPr>
        <p:blipFill>
          <a:blip r:embed="rId2"/>
          <a:stretch/>
        </p:blipFill>
        <p:spPr>
          <a:xfrm>
            <a:off x="5181480" y="3410640"/>
            <a:ext cx="3812760" cy="2998800"/>
          </a:xfrm>
          <a:prstGeom prst="rect">
            <a:avLst/>
          </a:prstGeom>
          <a:ln w="0">
            <a:noFill/>
          </a:ln>
        </p:spPr>
      </p:pic>
      <p:sp>
        <p:nvSpPr>
          <p:cNvPr id="13420" name=""/>
          <p:cNvSpPr/>
          <p:nvPr/>
        </p:nvSpPr>
        <p:spPr>
          <a:xfrm>
            <a:off x="7823880" y="4625280"/>
            <a:ext cx="1001880" cy="369000"/>
          </a:xfrm>
          <a:custGeom>
            <a:avLst/>
            <a:gdLst/>
            <a:ahLst/>
            <a:rect l="0" t="0" r="r" b="b"/>
            <a:pathLst>
              <a:path w="2783" h="1025">
                <a:moveTo>
                  <a:pt x="0" y="1025"/>
                </a:moveTo>
                <a:lnTo>
                  <a:pt x="2783" y="1025"/>
                </a:lnTo>
                <a:lnTo>
                  <a:pt x="2783" y="0"/>
                </a:lnTo>
                <a:lnTo>
                  <a:pt x="0" y="0"/>
                </a:lnTo>
                <a:lnTo>
                  <a:pt x="0" y="1025"/>
                </a:lnTo>
                <a:close/>
              </a:path>
            </a:pathLst>
          </a:custGeom>
          <a:solidFill>
            <a:srgbClr val="ffffff"/>
          </a:solidFill>
          <a:ln w="9360">
            <a:solidFill>
              <a:srgbClr val="c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21" name=""/>
          <p:cNvSpPr txBox="1"/>
          <p:nvPr/>
        </p:nvSpPr>
        <p:spPr>
          <a:xfrm>
            <a:off x="1080000" y="2831400"/>
            <a:ext cx="61866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Limitation: Unable to measure trunk impedance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422" name="" descr=""/>
          <p:cNvPicPr/>
          <p:nvPr/>
        </p:nvPicPr>
        <p:blipFill>
          <a:blip r:embed="rId3"/>
          <a:stretch/>
        </p:blipFill>
        <p:spPr>
          <a:xfrm>
            <a:off x="1028880" y="3625560"/>
            <a:ext cx="3642120" cy="2428920"/>
          </a:xfrm>
          <a:prstGeom prst="rect">
            <a:avLst/>
          </a:prstGeom>
          <a:ln w="0">
            <a:noFill/>
          </a:ln>
        </p:spPr>
      </p:pic>
      <p:sp>
        <p:nvSpPr>
          <p:cNvPr id="13423" name=""/>
          <p:cNvSpPr/>
          <p:nvPr/>
        </p:nvSpPr>
        <p:spPr>
          <a:xfrm>
            <a:off x="1452240" y="4489560"/>
            <a:ext cx="946800" cy="286920"/>
          </a:xfrm>
          <a:custGeom>
            <a:avLst/>
            <a:gdLst/>
            <a:ahLst/>
            <a:rect l="0" t="0" r="r" b="b"/>
            <a:pathLst>
              <a:path w="2630" h="797">
                <a:moveTo>
                  <a:pt x="0" y="797"/>
                </a:moveTo>
                <a:lnTo>
                  <a:pt x="2630" y="797"/>
                </a:lnTo>
                <a:lnTo>
                  <a:pt x="2630" y="0"/>
                </a:lnTo>
                <a:lnTo>
                  <a:pt x="0" y="0"/>
                </a:lnTo>
                <a:lnTo>
                  <a:pt x="0" y="797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24" name=""/>
          <p:cNvSpPr/>
          <p:nvPr/>
        </p:nvSpPr>
        <p:spPr>
          <a:xfrm>
            <a:off x="3599640" y="3697200"/>
            <a:ext cx="1000080" cy="370440"/>
          </a:xfrm>
          <a:custGeom>
            <a:avLst/>
            <a:gdLst/>
            <a:ahLst/>
            <a:rect l="0" t="0" r="r" b="b"/>
            <a:pathLst>
              <a:path w="2778" h="1029">
                <a:moveTo>
                  <a:pt x="0" y="1029"/>
                </a:moveTo>
                <a:lnTo>
                  <a:pt x="2778" y="1029"/>
                </a:lnTo>
                <a:lnTo>
                  <a:pt x="2778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ffffff"/>
          </a:solidFill>
          <a:ln w="9360">
            <a:solidFill>
              <a:srgbClr val="c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25" name=""/>
          <p:cNvSpPr txBox="1"/>
          <p:nvPr/>
        </p:nvSpPr>
        <p:spPr>
          <a:xfrm>
            <a:off x="7917840" y="4667040"/>
            <a:ext cx="743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27.56kg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26" name=""/>
          <p:cNvSpPr/>
          <p:nvPr/>
        </p:nvSpPr>
        <p:spPr>
          <a:xfrm>
            <a:off x="2829960" y="4488120"/>
            <a:ext cx="360000" cy="285120"/>
          </a:xfrm>
          <a:custGeom>
            <a:avLst/>
            <a:gdLst/>
            <a:ahLst/>
            <a:rect l="0" t="0" r="r" b="b"/>
            <a:pathLst>
              <a:path w="1000" h="792">
                <a:moveTo>
                  <a:pt x="0" y="792"/>
                </a:moveTo>
                <a:lnTo>
                  <a:pt x="1000" y="792"/>
                </a:lnTo>
                <a:lnTo>
                  <a:pt x="1000" y="0"/>
                </a:lnTo>
                <a:lnTo>
                  <a:pt x="0" y="0"/>
                </a:lnTo>
                <a:lnTo>
                  <a:pt x="0" y="792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27" name=""/>
          <p:cNvSpPr/>
          <p:nvPr/>
        </p:nvSpPr>
        <p:spPr>
          <a:xfrm>
            <a:off x="3189600" y="4488120"/>
            <a:ext cx="433080" cy="285120"/>
          </a:xfrm>
          <a:custGeom>
            <a:avLst/>
            <a:gdLst/>
            <a:ahLst/>
            <a:rect l="0" t="0" r="r" b="b"/>
            <a:pathLst>
              <a:path w="1203" h="792">
                <a:moveTo>
                  <a:pt x="0" y="792"/>
                </a:moveTo>
                <a:lnTo>
                  <a:pt x="1203" y="792"/>
                </a:lnTo>
                <a:lnTo>
                  <a:pt x="1203" y="0"/>
                </a:lnTo>
                <a:lnTo>
                  <a:pt x="0" y="0"/>
                </a:lnTo>
                <a:lnTo>
                  <a:pt x="0" y="792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28" name=""/>
          <p:cNvSpPr/>
          <p:nvPr/>
        </p:nvSpPr>
        <p:spPr>
          <a:xfrm>
            <a:off x="895320" y="1884240"/>
            <a:ext cx="8188920" cy="0"/>
          </a:xfrm>
          <a:prstGeom prst="line">
            <a:avLst/>
          </a:prstGeom>
          <a:ln w="187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29" name=""/>
          <p:cNvSpPr/>
          <p:nvPr/>
        </p:nvSpPr>
        <p:spPr>
          <a:xfrm>
            <a:off x="1344600" y="1721160"/>
            <a:ext cx="288720" cy="288360"/>
          </a:xfrm>
          <a:custGeom>
            <a:avLst/>
            <a:gdLst/>
            <a:ahLst/>
            <a:rect l="0" t="0" r="r" b="b"/>
            <a:pathLst>
              <a:path w="802" h="801">
                <a:moveTo>
                  <a:pt x="0" y="400"/>
                </a:moveTo>
                <a:cubicBezTo>
                  <a:pt x="0" y="179"/>
                  <a:pt x="180" y="0"/>
                  <a:pt x="400" y="0"/>
                </a:cubicBezTo>
                <a:cubicBezTo>
                  <a:pt x="621" y="0"/>
                  <a:pt x="802" y="179"/>
                  <a:pt x="802" y="400"/>
                </a:cubicBezTo>
                <a:cubicBezTo>
                  <a:pt x="802" y="622"/>
                  <a:pt x="621" y="801"/>
                  <a:pt x="400" y="801"/>
                </a:cubicBezTo>
                <a:cubicBezTo>
                  <a:pt x="180" y="801"/>
                  <a:pt x="0" y="622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30" name=""/>
          <p:cNvSpPr txBox="1"/>
          <p:nvPr/>
        </p:nvSpPr>
        <p:spPr>
          <a:xfrm>
            <a:off x="3692160" y="3740040"/>
            <a:ext cx="6804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799.5Ω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31" name=""/>
          <p:cNvSpPr/>
          <p:nvPr/>
        </p:nvSpPr>
        <p:spPr>
          <a:xfrm>
            <a:off x="2425320" y="172260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80" y="0"/>
                  <a:pt x="401" y="0"/>
                </a:cubicBezTo>
                <a:cubicBezTo>
                  <a:pt x="622" y="0"/>
                  <a:pt x="801" y="179"/>
                  <a:pt x="801" y="400"/>
                </a:cubicBezTo>
                <a:cubicBezTo>
                  <a:pt x="801" y="622"/>
                  <a:pt x="622" y="801"/>
                  <a:pt x="401" y="801"/>
                </a:cubicBezTo>
                <a:cubicBezTo>
                  <a:pt x="180" y="801"/>
                  <a:pt x="0" y="622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32" name=""/>
          <p:cNvSpPr/>
          <p:nvPr/>
        </p:nvSpPr>
        <p:spPr>
          <a:xfrm>
            <a:off x="3548520" y="174240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1"/>
                </a:moveTo>
                <a:cubicBezTo>
                  <a:pt x="0" y="180"/>
                  <a:pt x="180" y="0"/>
                  <a:pt x="401" y="0"/>
                </a:cubicBezTo>
                <a:cubicBezTo>
                  <a:pt x="622" y="0"/>
                  <a:pt x="801" y="180"/>
                  <a:pt x="801" y="401"/>
                </a:cubicBezTo>
                <a:cubicBezTo>
                  <a:pt x="801" y="622"/>
                  <a:pt x="622" y="801"/>
                  <a:pt x="401" y="801"/>
                </a:cubicBezTo>
                <a:cubicBezTo>
                  <a:pt x="180" y="801"/>
                  <a:pt x="0" y="622"/>
                  <a:pt x="0" y="401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33" name=""/>
          <p:cNvSpPr txBox="1"/>
          <p:nvPr/>
        </p:nvSpPr>
        <p:spPr>
          <a:xfrm>
            <a:off x="753840" y="1163520"/>
            <a:ext cx="2817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[Development of BIA devices]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34" name=""/>
          <p:cNvSpPr txBox="1"/>
          <p:nvPr/>
        </p:nvSpPr>
        <p:spPr>
          <a:xfrm>
            <a:off x="3429720" y="2138040"/>
            <a:ext cx="6181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404040"/>
                </a:solidFill>
                <a:latin typeface="Calibri"/>
                <a:ea typeface="Calibri"/>
              </a:rPr>
              <a:t>1990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35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3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3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3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44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3441" name="" descr=""/>
          <p:cNvPicPr/>
          <p:nvPr/>
        </p:nvPicPr>
        <p:blipFill>
          <a:blip r:embed="rId2"/>
          <a:stretch/>
        </p:blipFill>
        <p:spPr>
          <a:xfrm>
            <a:off x="1040760" y="3037320"/>
            <a:ext cx="4714920" cy="3000240"/>
          </a:xfrm>
          <a:prstGeom prst="rect">
            <a:avLst/>
          </a:prstGeom>
          <a:ln w="0">
            <a:noFill/>
          </a:ln>
        </p:spPr>
      </p:pic>
      <p:sp>
        <p:nvSpPr>
          <p:cNvPr id="13442" name=""/>
          <p:cNvSpPr txBox="1"/>
          <p:nvPr/>
        </p:nvSpPr>
        <p:spPr>
          <a:xfrm>
            <a:off x="436320" y="423360"/>
            <a:ext cx="24865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History of BIA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43" name=""/>
          <p:cNvSpPr txBox="1"/>
          <p:nvPr/>
        </p:nvSpPr>
        <p:spPr>
          <a:xfrm>
            <a:off x="1203480" y="6081840"/>
            <a:ext cx="237816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Journal of American College of Nutrition 11</a:t>
            </a:r>
            <a:r>
              <a:rPr b="0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:199-209 1990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44" name=""/>
          <p:cNvSpPr txBox="1"/>
          <p:nvPr/>
        </p:nvSpPr>
        <p:spPr>
          <a:xfrm>
            <a:off x="5919120" y="3445920"/>
            <a:ext cx="1876680" cy="384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610" spc="-1" strike="noStrike">
                <a:solidFill>
                  <a:srgbClr val="c00000"/>
                </a:solidFill>
                <a:latin typeface="Malgun Gothic"/>
                <a:ea typeface="Malgun Gothic"/>
              </a:rPr>
              <a:t>Solutions:</a:t>
            </a:r>
            <a:endParaRPr b="0" lang="en-US" sz="26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45" name=""/>
          <p:cNvSpPr txBox="1"/>
          <p:nvPr/>
        </p:nvSpPr>
        <p:spPr>
          <a:xfrm>
            <a:off x="5919120" y="3976200"/>
            <a:ext cx="204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1)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46" name=""/>
          <p:cNvSpPr txBox="1"/>
          <p:nvPr/>
        </p:nvSpPr>
        <p:spPr>
          <a:xfrm>
            <a:off x="6262200" y="3976200"/>
            <a:ext cx="251820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Malgun Gothic"/>
                <a:ea typeface="Malgun Gothic"/>
              </a:rPr>
              <a:t>Segmental Measurement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47" name=""/>
          <p:cNvSpPr txBox="1"/>
          <p:nvPr/>
        </p:nvSpPr>
        <p:spPr>
          <a:xfrm>
            <a:off x="5919120" y="4296240"/>
            <a:ext cx="204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2)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48" name=""/>
          <p:cNvSpPr txBox="1"/>
          <p:nvPr/>
        </p:nvSpPr>
        <p:spPr>
          <a:xfrm>
            <a:off x="6262200" y="4296240"/>
            <a:ext cx="176868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Multi-frequencies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49" name=""/>
          <p:cNvSpPr txBox="1"/>
          <p:nvPr/>
        </p:nvSpPr>
        <p:spPr>
          <a:xfrm>
            <a:off x="5919120" y="4616280"/>
            <a:ext cx="204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Malgun Gothic"/>
                <a:ea typeface="Malgun Gothic"/>
              </a:rPr>
              <a:t>3)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0" name=""/>
          <p:cNvSpPr txBox="1"/>
          <p:nvPr/>
        </p:nvSpPr>
        <p:spPr>
          <a:xfrm>
            <a:off x="6262200" y="4616280"/>
            <a:ext cx="324072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Malgun Gothic"/>
                <a:ea typeface="Malgun Gothic"/>
              </a:rPr>
              <a:t>Separate measurement of intra-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1" name=""/>
          <p:cNvSpPr/>
          <p:nvPr/>
        </p:nvSpPr>
        <p:spPr>
          <a:xfrm>
            <a:off x="881280" y="1839960"/>
            <a:ext cx="8189280" cy="0"/>
          </a:xfrm>
          <a:prstGeom prst="line">
            <a:avLst/>
          </a:prstGeom>
          <a:ln w="187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2" name=""/>
          <p:cNvSpPr/>
          <p:nvPr/>
        </p:nvSpPr>
        <p:spPr>
          <a:xfrm>
            <a:off x="1330920" y="16768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80" y="0"/>
                  <a:pt x="400" y="0"/>
                </a:cubicBezTo>
                <a:cubicBezTo>
                  <a:pt x="621" y="0"/>
                  <a:pt x="801" y="179"/>
                  <a:pt x="801" y="400"/>
                </a:cubicBezTo>
                <a:cubicBezTo>
                  <a:pt x="801" y="622"/>
                  <a:pt x="621" y="801"/>
                  <a:pt x="400" y="801"/>
                </a:cubicBezTo>
                <a:cubicBezTo>
                  <a:pt x="180" y="801"/>
                  <a:pt x="0" y="622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3" name=""/>
          <p:cNvSpPr txBox="1"/>
          <p:nvPr/>
        </p:nvSpPr>
        <p:spPr>
          <a:xfrm>
            <a:off x="6262200" y="4936680"/>
            <a:ext cx="242676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Malgun Gothic"/>
                <a:ea typeface="Malgun Gothic"/>
              </a:rPr>
              <a:t>and extra-cellular water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4" name=""/>
          <p:cNvSpPr/>
          <p:nvPr/>
        </p:nvSpPr>
        <p:spPr>
          <a:xfrm>
            <a:off x="2411640" y="16786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80" y="0"/>
                  <a:pt x="401" y="0"/>
                </a:cubicBezTo>
                <a:cubicBezTo>
                  <a:pt x="622" y="0"/>
                  <a:pt x="801" y="179"/>
                  <a:pt x="801" y="400"/>
                </a:cubicBezTo>
                <a:cubicBezTo>
                  <a:pt x="801" y="621"/>
                  <a:pt x="622" y="801"/>
                  <a:pt x="401" y="801"/>
                </a:cubicBezTo>
                <a:cubicBezTo>
                  <a:pt x="180" y="801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5" name=""/>
          <p:cNvSpPr/>
          <p:nvPr/>
        </p:nvSpPr>
        <p:spPr>
          <a:xfrm>
            <a:off x="3528720" y="167868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79" y="0"/>
                  <a:pt x="401" y="0"/>
                </a:cubicBezTo>
                <a:cubicBezTo>
                  <a:pt x="622" y="0"/>
                  <a:pt x="801" y="179"/>
                  <a:pt x="801" y="400"/>
                </a:cubicBezTo>
                <a:cubicBezTo>
                  <a:pt x="801" y="621"/>
                  <a:pt x="622" y="801"/>
                  <a:pt x="401" y="801"/>
                </a:cubicBezTo>
                <a:cubicBezTo>
                  <a:pt x="179" y="801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6" name=""/>
          <p:cNvSpPr txBox="1"/>
          <p:nvPr/>
        </p:nvSpPr>
        <p:spPr>
          <a:xfrm>
            <a:off x="740160" y="1119600"/>
            <a:ext cx="2817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[Development of BIA devices]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7" name=""/>
          <p:cNvSpPr/>
          <p:nvPr/>
        </p:nvSpPr>
        <p:spPr>
          <a:xfrm>
            <a:off x="4750920" y="1680120"/>
            <a:ext cx="288360" cy="288360"/>
          </a:xfrm>
          <a:custGeom>
            <a:avLst/>
            <a:gdLst/>
            <a:ahLst/>
            <a:rect l="0" t="0" r="r" b="b"/>
            <a:pathLst>
              <a:path w="801" h="801">
                <a:moveTo>
                  <a:pt x="0" y="400"/>
                </a:moveTo>
                <a:cubicBezTo>
                  <a:pt x="0" y="179"/>
                  <a:pt x="180" y="0"/>
                  <a:pt x="401" y="0"/>
                </a:cubicBezTo>
                <a:cubicBezTo>
                  <a:pt x="622" y="0"/>
                  <a:pt x="801" y="179"/>
                  <a:pt x="801" y="400"/>
                </a:cubicBezTo>
                <a:cubicBezTo>
                  <a:pt x="801" y="622"/>
                  <a:pt x="622" y="801"/>
                  <a:pt x="401" y="801"/>
                </a:cubicBezTo>
                <a:cubicBezTo>
                  <a:pt x="180" y="801"/>
                  <a:pt x="0" y="622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8" name=""/>
          <p:cNvSpPr txBox="1"/>
          <p:nvPr/>
        </p:nvSpPr>
        <p:spPr>
          <a:xfrm>
            <a:off x="4625640" y="2076840"/>
            <a:ext cx="6181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404040"/>
                </a:solidFill>
                <a:latin typeface="Calibri"/>
                <a:ea typeface="Calibri"/>
              </a:rPr>
              <a:t>1992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59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61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62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63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464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3465" name="" descr=""/>
          <p:cNvPicPr/>
          <p:nvPr/>
        </p:nvPicPr>
        <p:blipFill>
          <a:blip r:embed="rId2"/>
          <a:stretch/>
        </p:blipFill>
        <p:spPr>
          <a:xfrm>
            <a:off x="5945040" y="2681640"/>
            <a:ext cx="1793520" cy="2967480"/>
          </a:xfrm>
          <a:prstGeom prst="rect">
            <a:avLst/>
          </a:prstGeom>
          <a:ln w="0">
            <a:noFill/>
          </a:ln>
        </p:spPr>
      </p:pic>
      <p:pic>
        <p:nvPicPr>
          <p:cNvPr id="13466" name="" descr=""/>
          <p:cNvPicPr/>
          <p:nvPr/>
        </p:nvPicPr>
        <p:blipFill>
          <a:blip r:embed="rId3"/>
          <a:stretch/>
        </p:blipFill>
        <p:spPr>
          <a:xfrm>
            <a:off x="1880640" y="2648880"/>
            <a:ext cx="3071880" cy="3428640"/>
          </a:xfrm>
          <a:prstGeom prst="rect">
            <a:avLst/>
          </a:prstGeom>
          <a:ln w="0">
            <a:noFill/>
          </a:ln>
        </p:spPr>
      </p:pic>
      <p:sp>
        <p:nvSpPr>
          <p:cNvPr id="13467" name=""/>
          <p:cNvSpPr txBox="1"/>
          <p:nvPr/>
        </p:nvSpPr>
        <p:spPr>
          <a:xfrm>
            <a:off x="436320" y="423360"/>
            <a:ext cx="24865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History of BIA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68" name=""/>
          <p:cNvSpPr txBox="1"/>
          <p:nvPr/>
        </p:nvSpPr>
        <p:spPr>
          <a:xfrm>
            <a:off x="5603400" y="5707440"/>
            <a:ext cx="100188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World 1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69" name=""/>
          <p:cNvSpPr txBox="1"/>
          <p:nvPr/>
        </p:nvSpPr>
        <p:spPr>
          <a:xfrm>
            <a:off x="6478200" y="5709960"/>
            <a:ext cx="16380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st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70" name=""/>
          <p:cNvSpPr txBox="1"/>
          <p:nvPr/>
        </p:nvSpPr>
        <p:spPr>
          <a:xfrm>
            <a:off x="6687360" y="5707440"/>
            <a:ext cx="18889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8 point tactile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471" name="" descr=""/>
          <p:cNvPicPr/>
          <p:nvPr/>
        </p:nvPicPr>
        <p:blipFill>
          <a:blip r:embed="rId4"/>
          <a:stretch/>
        </p:blipFill>
        <p:spPr>
          <a:xfrm>
            <a:off x="6445080" y="6272640"/>
            <a:ext cx="941400" cy="325800"/>
          </a:xfrm>
          <a:prstGeom prst="rect">
            <a:avLst/>
          </a:prstGeom>
          <a:ln w="0">
            <a:noFill/>
          </a:ln>
        </p:spPr>
      </p:pic>
      <p:sp>
        <p:nvSpPr>
          <p:cNvPr id="13472" name=""/>
          <p:cNvSpPr/>
          <p:nvPr/>
        </p:nvSpPr>
        <p:spPr>
          <a:xfrm>
            <a:off x="977400" y="1764000"/>
            <a:ext cx="8188920" cy="0"/>
          </a:xfrm>
          <a:prstGeom prst="line">
            <a:avLst/>
          </a:prstGeom>
          <a:ln w="187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73" name=""/>
          <p:cNvSpPr/>
          <p:nvPr/>
        </p:nvSpPr>
        <p:spPr>
          <a:xfrm>
            <a:off x="1487880" y="1618920"/>
            <a:ext cx="288360" cy="288720"/>
          </a:xfrm>
          <a:custGeom>
            <a:avLst/>
            <a:gdLst/>
            <a:ahLst/>
            <a:rect l="0" t="0" r="r" b="b"/>
            <a:pathLst>
              <a:path w="801" h="802">
                <a:moveTo>
                  <a:pt x="0" y="400"/>
                </a:moveTo>
                <a:cubicBezTo>
                  <a:pt x="0" y="180"/>
                  <a:pt x="180" y="0"/>
                  <a:pt x="401" y="0"/>
                </a:cubicBezTo>
                <a:cubicBezTo>
                  <a:pt x="622" y="0"/>
                  <a:pt x="801" y="180"/>
                  <a:pt x="801" y="400"/>
                </a:cubicBezTo>
                <a:cubicBezTo>
                  <a:pt x="801" y="621"/>
                  <a:pt x="622" y="802"/>
                  <a:pt x="401" y="802"/>
                </a:cubicBezTo>
                <a:cubicBezTo>
                  <a:pt x="180" y="802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74" name=""/>
          <p:cNvSpPr txBox="1"/>
          <p:nvPr/>
        </p:nvSpPr>
        <p:spPr>
          <a:xfrm>
            <a:off x="6136920" y="5982480"/>
            <a:ext cx="17550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with DSM-BIA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75" name=""/>
          <p:cNvSpPr/>
          <p:nvPr/>
        </p:nvSpPr>
        <p:spPr>
          <a:xfrm>
            <a:off x="2568600" y="1618920"/>
            <a:ext cx="288360" cy="288720"/>
          </a:xfrm>
          <a:custGeom>
            <a:avLst/>
            <a:gdLst/>
            <a:ahLst/>
            <a:rect l="0" t="0" r="r" b="b"/>
            <a:pathLst>
              <a:path w="801" h="802">
                <a:moveTo>
                  <a:pt x="0" y="400"/>
                </a:moveTo>
                <a:cubicBezTo>
                  <a:pt x="0" y="180"/>
                  <a:pt x="179" y="0"/>
                  <a:pt x="400" y="0"/>
                </a:cubicBezTo>
                <a:cubicBezTo>
                  <a:pt x="622" y="0"/>
                  <a:pt x="801" y="180"/>
                  <a:pt x="801" y="400"/>
                </a:cubicBezTo>
                <a:cubicBezTo>
                  <a:pt x="801" y="621"/>
                  <a:pt x="622" y="802"/>
                  <a:pt x="400" y="802"/>
                </a:cubicBezTo>
                <a:cubicBezTo>
                  <a:pt x="179" y="802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76" name=""/>
          <p:cNvSpPr/>
          <p:nvPr/>
        </p:nvSpPr>
        <p:spPr>
          <a:xfrm>
            <a:off x="3633840" y="1618920"/>
            <a:ext cx="288360" cy="288720"/>
          </a:xfrm>
          <a:custGeom>
            <a:avLst/>
            <a:gdLst/>
            <a:ahLst/>
            <a:rect l="0" t="0" r="r" b="b"/>
            <a:pathLst>
              <a:path w="801" h="802">
                <a:moveTo>
                  <a:pt x="0" y="400"/>
                </a:moveTo>
                <a:cubicBezTo>
                  <a:pt x="0" y="180"/>
                  <a:pt x="179" y="0"/>
                  <a:pt x="400" y="0"/>
                </a:cubicBezTo>
                <a:cubicBezTo>
                  <a:pt x="621" y="0"/>
                  <a:pt x="801" y="180"/>
                  <a:pt x="801" y="400"/>
                </a:cubicBezTo>
                <a:cubicBezTo>
                  <a:pt x="801" y="621"/>
                  <a:pt x="621" y="802"/>
                  <a:pt x="400" y="802"/>
                </a:cubicBezTo>
                <a:cubicBezTo>
                  <a:pt x="179" y="802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77" name=""/>
          <p:cNvSpPr/>
          <p:nvPr/>
        </p:nvSpPr>
        <p:spPr>
          <a:xfrm>
            <a:off x="5945760" y="1618920"/>
            <a:ext cx="288360" cy="288720"/>
          </a:xfrm>
          <a:custGeom>
            <a:avLst/>
            <a:gdLst/>
            <a:ahLst/>
            <a:rect l="0" t="0" r="r" b="b"/>
            <a:pathLst>
              <a:path w="801" h="802">
                <a:moveTo>
                  <a:pt x="0" y="400"/>
                </a:moveTo>
                <a:cubicBezTo>
                  <a:pt x="0" y="180"/>
                  <a:pt x="179" y="0"/>
                  <a:pt x="400" y="0"/>
                </a:cubicBezTo>
                <a:cubicBezTo>
                  <a:pt x="621" y="0"/>
                  <a:pt x="801" y="180"/>
                  <a:pt x="801" y="400"/>
                </a:cubicBezTo>
                <a:cubicBezTo>
                  <a:pt x="801" y="621"/>
                  <a:pt x="621" y="802"/>
                  <a:pt x="400" y="802"/>
                </a:cubicBezTo>
                <a:cubicBezTo>
                  <a:pt x="179" y="802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0070c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78" name=""/>
          <p:cNvSpPr/>
          <p:nvPr/>
        </p:nvSpPr>
        <p:spPr>
          <a:xfrm>
            <a:off x="4810320" y="1618920"/>
            <a:ext cx="286920" cy="288720"/>
          </a:xfrm>
          <a:custGeom>
            <a:avLst/>
            <a:gdLst/>
            <a:ahLst/>
            <a:rect l="0" t="0" r="r" b="b"/>
            <a:pathLst>
              <a:path w="797" h="802">
                <a:moveTo>
                  <a:pt x="0" y="400"/>
                </a:moveTo>
                <a:cubicBezTo>
                  <a:pt x="0" y="180"/>
                  <a:pt x="178" y="0"/>
                  <a:pt x="398" y="0"/>
                </a:cubicBezTo>
                <a:cubicBezTo>
                  <a:pt x="619" y="0"/>
                  <a:pt x="797" y="180"/>
                  <a:pt x="797" y="400"/>
                </a:cubicBezTo>
                <a:cubicBezTo>
                  <a:pt x="797" y="621"/>
                  <a:pt x="619" y="802"/>
                  <a:pt x="398" y="802"/>
                </a:cubicBezTo>
                <a:cubicBezTo>
                  <a:pt x="178" y="802"/>
                  <a:pt x="0" y="621"/>
                  <a:pt x="0" y="400"/>
                </a:cubicBezTo>
                <a:close/>
              </a:path>
            </a:pathLst>
          </a:custGeom>
          <a:solidFill>
            <a:srgbClr val="ffffff"/>
          </a:solidFill>
          <a:ln w="37800">
            <a:solidFill>
              <a:srgbClr val="7f7f7f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79" name=""/>
          <p:cNvSpPr txBox="1"/>
          <p:nvPr/>
        </p:nvSpPr>
        <p:spPr>
          <a:xfrm>
            <a:off x="5815440" y="2016000"/>
            <a:ext cx="6181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404040"/>
                </a:solidFill>
                <a:latin typeface="Calibri"/>
                <a:ea typeface="Calibri"/>
              </a:rPr>
              <a:t>1996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80" name=""/>
          <p:cNvSpPr txBox="1"/>
          <p:nvPr/>
        </p:nvSpPr>
        <p:spPr>
          <a:xfrm>
            <a:off x="5680080" y="1211760"/>
            <a:ext cx="88776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2060"/>
                </a:solidFill>
                <a:latin typeface="Calibri"/>
                <a:ea typeface="Calibri"/>
              </a:rPr>
              <a:t>InBody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81" name=""/>
          <p:cNvSpPr txBox="1"/>
          <p:nvPr/>
        </p:nvSpPr>
        <p:spPr>
          <a:xfrm>
            <a:off x="835920" y="1043640"/>
            <a:ext cx="2817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[Development of BIA devices]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82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8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84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485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13486" name=""/>
          <p:cNvSpPr/>
          <p:nvPr/>
        </p:nvSpPr>
        <p:spPr>
          <a:xfrm>
            <a:off x="3861720" y="2905920"/>
            <a:ext cx="2409840" cy="369360"/>
          </a:xfrm>
          <a:custGeom>
            <a:avLst/>
            <a:gdLst/>
            <a:ahLst/>
            <a:rect l="0" t="0" r="r" b="b"/>
            <a:pathLst>
              <a:path w="6694" h="1026">
                <a:moveTo>
                  <a:pt x="0" y="1026"/>
                </a:moveTo>
                <a:lnTo>
                  <a:pt x="6694" y="1026"/>
                </a:lnTo>
                <a:lnTo>
                  <a:pt x="6694" y="0"/>
                </a:lnTo>
                <a:lnTo>
                  <a:pt x="0" y="0"/>
                </a:lnTo>
                <a:lnTo>
                  <a:pt x="0" y="102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87" name=""/>
          <p:cNvSpPr txBox="1"/>
          <p:nvPr/>
        </p:nvSpPr>
        <p:spPr>
          <a:xfrm>
            <a:off x="3477240" y="2249280"/>
            <a:ext cx="468108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InBodyTechnology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88" name=""/>
          <p:cNvSpPr txBox="1"/>
          <p:nvPr/>
        </p:nvSpPr>
        <p:spPr>
          <a:xfrm>
            <a:off x="4106520" y="2953800"/>
            <a:ext cx="24163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4 Unique Technology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89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491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92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493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494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3495" name="" descr=""/>
          <p:cNvPicPr/>
          <p:nvPr/>
        </p:nvPicPr>
        <p:blipFill>
          <a:blip r:embed="rId2"/>
          <a:stretch/>
        </p:blipFill>
        <p:spPr>
          <a:xfrm>
            <a:off x="731520" y="1179720"/>
            <a:ext cx="8439480" cy="5571360"/>
          </a:xfrm>
          <a:prstGeom prst="rect">
            <a:avLst/>
          </a:prstGeom>
          <a:ln w="0">
            <a:noFill/>
          </a:ln>
        </p:spPr>
      </p:pic>
      <p:pic>
        <p:nvPicPr>
          <p:cNvPr id="13496" name="" descr=""/>
          <p:cNvPicPr/>
          <p:nvPr/>
        </p:nvPicPr>
        <p:blipFill>
          <a:blip r:embed="rId3"/>
          <a:stretch/>
        </p:blipFill>
        <p:spPr>
          <a:xfrm>
            <a:off x="5736240" y="964800"/>
            <a:ext cx="2500560" cy="2520360"/>
          </a:xfrm>
          <a:prstGeom prst="rect">
            <a:avLst/>
          </a:prstGeom>
          <a:ln w="0">
            <a:noFill/>
          </a:ln>
        </p:spPr>
      </p:pic>
      <p:pic>
        <p:nvPicPr>
          <p:cNvPr id="13497" name="" descr=""/>
          <p:cNvPicPr/>
          <p:nvPr/>
        </p:nvPicPr>
        <p:blipFill>
          <a:blip r:embed="rId4"/>
          <a:stretch/>
        </p:blipFill>
        <p:spPr>
          <a:xfrm>
            <a:off x="1406520" y="4210920"/>
            <a:ext cx="2701800" cy="2043360"/>
          </a:xfrm>
          <a:prstGeom prst="rect">
            <a:avLst/>
          </a:prstGeom>
          <a:ln w="0">
            <a:noFill/>
          </a:ln>
        </p:spPr>
      </p:pic>
      <p:pic>
        <p:nvPicPr>
          <p:cNvPr id="13498" name="" descr=""/>
          <p:cNvPicPr/>
          <p:nvPr/>
        </p:nvPicPr>
        <p:blipFill>
          <a:blip r:embed="rId5"/>
          <a:stretch/>
        </p:blipFill>
        <p:spPr>
          <a:xfrm>
            <a:off x="5948280" y="4030920"/>
            <a:ext cx="2942640" cy="2192760"/>
          </a:xfrm>
          <a:prstGeom prst="rect">
            <a:avLst/>
          </a:prstGeom>
          <a:ln w="0">
            <a:noFill/>
          </a:ln>
        </p:spPr>
      </p:pic>
      <p:pic>
        <p:nvPicPr>
          <p:cNvPr id="13499" name="" descr=""/>
          <p:cNvPicPr/>
          <p:nvPr/>
        </p:nvPicPr>
        <p:blipFill>
          <a:blip r:embed="rId6"/>
          <a:stretch/>
        </p:blipFill>
        <p:spPr>
          <a:xfrm>
            <a:off x="1318320" y="1059120"/>
            <a:ext cx="2884680" cy="2425680"/>
          </a:xfrm>
          <a:prstGeom prst="rect">
            <a:avLst/>
          </a:prstGeom>
          <a:ln w="0">
            <a:noFill/>
          </a:ln>
        </p:spPr>
      </p:pic>
      <p:pic>
        <p:nvPicPr>
          <p:cNvPr id="13500" name="" descr=""/>
          <p:cNvPicPr/>
          <p:nvPr/>
        </p:nvPicPr>
        <p:blipFill>
          <a:blip r:embed="rId7"/>
          <a:stretch/>
        </p:blipFill>
        <p:spPr>
          <a:xfrm>
            <a:off x="1894320" y="1755720"/>
            <a:ext cx="1814040" cy="904320"/>
          </a:xfrm>
          <a:prstGeom prst="rect">
            <a:avLst/>
          </a:prstGeom>
          <a:ln w="0">
            <a:noFill/>
          </a:ln>
        </p:spPr>
      </p:pic>
      <p:pic>
        <p:nvPicPr>
          <p:cNvPr id="13501" name="" descr=""/>
          <p:cNvPicPr/>
          <p:nvPr/>
        </p:nvPicPr>
        <p:blipFill>
          <a:blip r:embed="rId8"/>
          <a:stretch/>
        </p:blipFill>
        <p:spPr>
          <a:xfrm>
            <a:off x="1862280" y="4614840"/>
            <a:ext cx="2053080" cy="1097640"/>
          </a:xfrm>
          <a:prstGeom prst="rect">
            <a:avLst/>
          </a:prstGeom>
          <a:ln w="0">
            <a:noFill/>
          </a:ln>
        </p:spPr>
      </p:pic>
      <p:pic>
        <p:nvPicPr>
          <p:cNvPr id="13502" name="" descr=""/>
          <p:cNvPicPr/>
          <p:nvPr/>
        </p:nvPicPr>
        <p:blipFill>
          <a:blip r:embed="rId9"/>
          <a:stretch/>
        </p:blipFill>
        <p:spPr>
          <a:xfrm>
            <a:off x="6018120" y="1752480"/>
            <a:ext cx="2321280" cy="1125000"/>
          </a:xfrm>
          <a:prstGeom prst="rect">
            <a:avLst/>
          </a:prstGeom>
          <a:ln w="0">
            <a:noFill/>
          </a:ln>
        </p:spPr>
      </p:pic>
      <p:pic>
        <p:nvPicPr>
          <p:cNvPr id="13503" name="" descr=""/>
          <p:cNvPicPr/>
          <p:nvPr/>
        </p:nvPicPr>
        <p:blipFill>
          <a:blip r:embed="rId10"/>
          <a:stretch/>
        </p:blipFill>
        <p:spPr>
          <a:xfrm>
            <a:off x="6339960" y="4573440"/>
            <a:ext cx="1625040" cy="821880"/>
          </a:xfrm>
          <a:prstGeom prst="rect">
            <a:avLst/>
          </a:prstGeom>
          <a:ln w="0">
            <a:noFill/>
          </a:ln>
        </p:spPr>
      </p:pic>
      <p:sp>
        <p:nvSpPr>
          <p:cNvPr id="13504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05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0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0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0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51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3511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12" name=""/>
          <p:cNvSpPr txBox="1"/>
          <p:nvPr/>
        </p:nvSpPr>
        <p:spPr>
          <a:xfrm>
            <a:off x="1114200" y="1068840"/>
            <a:ext cx="2239560" cy="22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InBody Technology 1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513" name="" descr=""/>
          <p:cNvPicPr/>
          <p:nvPr/>
        </p:nvPicPr>
        <p:blipFill>
          <a:blip r:embed="rId2"/>
          <a:stretch/>
        </p:blipFill>
        <p:spPr>
          <a:xfrm>
            <a:off x="3387960" y="5434560"/>
            <a:ext cx="897120" cy="266400"/>
          </a:xfrm>
          <a:prstGeom prst="rect">
            <a:avLst/>
          </a:prstGeom>
          <a:ln w="0">
            <a:noFill/>
          </a:ln>
        </p:spPr>
      </p:pic>
      <p:pic>
        <p:nvPicPr>
          <p:cNvPr id="13514" name="" descr=""/>
          <p:cNvPicPr/>
          <p:nvPr/>
        </p:nvPicPr>
        <p:blipFill>
          <a:blip r:embed="rId3"/>
          <a:stretch/>
        </p:blipFill>
        <p:spPr>
          <a:xfrm>
            <a:off x="1299960" y="2417040"/>
            <a:ext cx="1395720" cy="2858760"/>
          </a:xfrm>
          <a:prstGeom prst="rect">
            <a:avLst/>
          </a:prstGeom>
          <a:ln w="0">
            <a:noFill/>
          </a:ln>
        </p:spPr>
      </p:pic>
      <p:sp>
        <p:nvSpPr>
          <p:cNvPr id="13515" name=""/>
          <p:cNvSpPr txBox="1"/>
          <p:nvPr/>
        </p:nvSpPr>
        <p:spPr>
          <a:xfrm>
            <a:off x="1114200" y="1297440"/>
            <a:ext cx="1070640" cy="22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: DSM-BIA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516" name="" descr=""/>
          <p:cNvPicPr/>
          <p:nvPr/>
        </p:nvPicPr>
        <p:blipFill>
          <a:blip r:embed="rId4"/>
          <a:stretch/>
        </p:blipFill>
        <p:spPr>
          <a:xfrm>
            <a:off x="3016080" y="2365200"/>
            <a:ext cx="1488600" cy="2927160"/>
          </a:xfrm>
          <a:prstGeom prst="rect">
            <a:avLst/>
          </a:prstGeom>
          <a:ln w="0">
            <a:noFill/>
          </a:ln>
        </p:spPr>
      </p:pic>
      <p:pic>
        <p:nvPicPr>
          <p:cNvPr id="13517" name="" descr=""/>
          <p:cNvPicPr/>
          <p:nvPr/>
        </p:nvPicPr>
        <p:blipFill>
          <a:blip r:embed="rId5"/>
          <a:stretch/>
        </p:blipFill>
        <p:spPr>
          <a:xfrm>
            <a:off x="5256360" y="1786320"/>
            <a:ext cx="3537000" cy="4649400"/>
          </a:xfrm>
          <a:prstGeom prst="rect">
            <a:avLst/>
          </a:prstGeom>
          <a:ln w="0">
            <a:noFill/>
          </a:ln>
        </p:spPr>
      </p:pic>
      <p:pic>
        <p:nvPicPr>
          <p:cNvPr id="13518" name="" descr=""/>
          <p:cNvPicPr/>
          <p:nvPr/>
        </p:nvPicPr>
        <p:blipFill>
          <a:blip r:embed="rId6"/>
          <a:stretch/>
        </p:blipFill>
        <p:spPr>
          <a:xfrm>
            <a:off x="5451480" y="1981080"/>
            <a:ext cx="2966760" cy="4079520"/>
          </a:xfrm>
          <a:prstGeom prst="rect">
            <a:avLst/>
          </a:prstGeom>
          <a:ln w="0">
            <a:noFill/>
          </a:ln>
        </p:spPr>
      </p:pic>
      <p:sp>
        <p:nvSpPr>
          <p:cNvPr id="13519" name=""/>
          <p:cNvSpPr/>
          <p:nvPr/>
        </p:nvSpPr>
        <p:spPr>
          <a:xfrm>
            <a:off x="4922280" y="3360240"/>
            <a:ext cx="3408120" cy="2469600"/>
          </a:xfrm>
          <a:custGeom>
            <a:avLst/>
            <a:gdLst/>
            <a:ahLst/>
            <a:rect l="0" t="0" r="r" b="b"/>
            <a:pathLst>
              <a:path w="9467" h="6860">
                <a:moveTo>
                  <a:pt x="0" y="4790"/>
                </a:moveTo>
                <a:lnTo>
                  <a:pt x="7443" y="6860"/>
                </a:lnTo>
                <a:lnTo>
                  <a:pt x="9467" y="6860"/>
                </a:lnTo>
                <a:lnTo>
                  <a:pt x="9433" y="5633"/>
                </a:lnTo>
                <a:lnTo>
                  <a:pt x="7958" y="0"/>
                </a:lnTo>
                <a:lnTo>
                  <a:pt x="0" y="4790"/>
                </a:lnTo>
                <a:close/>
              </a:path>
            </a:pathLst>
          </a:custGeom>
          <a:solidFill>
            <a:srgbClr val="d9d9d9">
              <a:alpha val="58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520" name="" descr=""/>
          <p:cNvPicPr/>
          <p:nvPr/>
        </p:nvPicPr>
        <p:blipFill>
          <a:blip r:embed="rId7"/>
          <a:stretch/>
        </p:blipFill>
        <p:spPr>
          <a:xfrm>
            <a:off x="4922640" y="3520440"/>
            <a:ext cx="3073680" cy="1674360"/>
          </a:xfrm>
          <a:prstGeom prst="rect">
            <a:avLst/>
          </a:prstGeom>
          <a:ln w="0">
            <a:noFill/>
          </a:ln>
        </p:spPr>
      </p:pic>
      <p:sp>
        <p:nvSpPr>
          <p:cNvPr id="13521" name=""/>
          <p:cNvSpPr/>
          <p:nvPr/>
        </p:nvSpPr>
        <p:spPr>
          <a:xfrm>
            <a:off x="5775120" y="3981240"/>
            <a:ext cx="2051640" cy="870480"/>
          </a:xfrm>
          <a:custGeom>
            <a:avLst/>
            <a:gdLst/>
            <a:ahLst/>
            <a:rect l="0" t="0" r="r" b="b"/>
            <a:pathLst>
              <a:path w="5699" h="2418">
                <a:moveTo>
                  <a:pt x="0" y="2418"/>
                </a:moveTo>
                <a:lnTo>
                  <a:pt x="5699" y="2418"/>
                </a:lnTo>
                <a:lnTo>
                  <a:pt x="5699" y="0"/>
                </a:lnTo>
                <a:lnTo>
                  <a:pt x="0" y="0"/>
                </a:lnTo>
                <a:lnTo>
                  <a:pt x="0" y="2418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22" name=""/>
          <p:cNvSpPr txBox="1"/>
          <p:nvPr/>
        </p:nvSpPr>
        <p:spPr>
          <a:xfrm>
            <a:off x="1517760" y="5488560"/>
            <a:ext cx="994320" cy="157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0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Conventional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2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2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2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2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2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52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3529" name="" descr=""/>
          <p:cNvPicPr/>
          <p:nvPr/>
        </p:nvPicPr>
        <p:blipFill>
          <a:blip r:embed="rId2"/>
          <a:stretch/>
        </p:blipFill>
        <p:spPr>
          <a:xfrm>
            <a:off x="4402800" y="2313360"/>
            <a:ext cx="1642680" cy="3599280"/>
          </a:xfrm>
          <a:prstGeom prst="rect">
            <a:avLst/>
          </a:prstGeom>
          <a:ln w="0">
            <a:noFill/>
          </a:ln>
        </p:spPr>
      </p:pic>
      <p:sp>
        <p:nvSpPr>
          <p:cNvPr id="13530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531" name="" descr=""/>
          <p:cNvPicPr/>
          <p:nvPr/>
        </p:nvPicPr>
        <p:blipFill>
          <a:blip r:embed="rId3"/>
          <a:stretch/>
        </p:blipFill>
        <p:spPr>
          <a:xfrm>
            <a:off x="6946560" y="6079320"/>
            <a:ext cx="959760" cy="287640"/>
          </a:xfrm>
          <a:prstGeom prst="rect">
            <a:avLst/>
          </a:prstGeom>
          <a:ln w="0">
            <a:noFill/>
          </a:ln>
        </p:spPr>
      </p:pic>
      <p:pic>
        <p:nvPicPr>
          <p:cNvPr id="13532" name="" descr=""/>
          <p:cNvPicPr/>
          <p:nvPr/>
        </p:nvPicPr>
        <p:blipFill>
          <a:blip r:embed="rId4"/>
          <a:stretch/>
        </p:blipFill>
        <p:spPr>
          <a:xfrm>
            <a:off x="6554880" y="2313360"/>
            <a:ext cx="1711080" cy="3599280"/>
          </a:xfrm>
          <a:prstGeom prst="rect">
            <a:avLst/>
          </a:prstGeom>
          <a:ln w="0">
            <a:noFill/>
          </a:ln>
        </p:spPr>
      </p:pic>
      <p:sp>
        <p:nvSpPr>
          <p:cNvPr id="13533" name=""/>
          <p:cNvSpPr/>
          <p:nvPr/>
        </p:nvSpPr>
        <p:spPr>
          <a:xfrm>
            <a:off x="4017240" y="2439720"/>
            <a:ext cx="4960800" cy="4159440"/>
          </a:xfrm>
          <a:custGeom>
            <a:avLst/>
            <a:gdLst/>
            <a:ahLst/>
            <a:rect l="0" t="0" r="r" b="b"/>
            <a:pathLst>
              <a:path w="13780" h="11554">
                <a:moveTo>
                  <a:pt x="0" y="11554"/>
                </a:moveTo>
                <a:lnTo>
                  <a:pt x="13780" y="11554"/>
                </a:lnTo>
                <a:lnTo>
                  <a:pt x="13780" y="0"/>
                </a:lnTo>
                <a:lnTo>
                  <a:pt x="0" y="0"/>
                </a:lnTo>
                <a:lnTo>
                  <a:pt x="0" y="11554"/>
                </a:lnTo>
                <a:close/>
              </a:path>
            </a:pathLst>
          </a:custGeom>
          <a:solidFill>
            <a:srgbClr val="ffffff">
              <a:alpha val="7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34" name=""/>
          <p:cNvSpPr txBox="1"/>
          <p:nvPr/>
        </p:nvSpPr>
        <p:spPr>
          <a:xfrm>
            <a:off x="4466520" y="6076440"/>
            <a:ext cx="161172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Conventional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35" name=""/>
          <p:cNvSpPr txBox="1"/>
          <p:nvPr/>
        </p:nvSpPr>
        <p:spPr>
          <a:xfrm>
            <a:off x="1323000" y="2803680"/>
            <a:ext cx="129456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e3767"/>
                </a:solidFill>
                <a:latin typeface="Arial"/>
                <a:ea typeface="Arial"/>
              </a:rPr>
              <a:t>Whole body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36" name=""/>
          <p:cNvSpPr txBox="1"/>
          <p:nvPr/>
        </p:nvSpPr>
        <p:spPr>
          <a:xfrm>
            <a:off x="1323000" y="3078000"/>
            <a:ext cx="119412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e3767"/>
                </a:solidFill>
                <a:latin typeface="Arial"/>
                <a:ea typeface="Arial"/>
              </a:rPr>
              <a:t>Impedance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37" name=""/>
          <p:cNvSpPr txBox="1"/>
          <p:nvPr/>
        </p:nvSpPr>
        <p:spPr>
          <a:xfrm>
            <a:off x="1323000" y="4577760"/>
            <a:ext cx="129456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e3767"/>
                </a:solidFill>
                <a:latin typeface="Arial"/>
                <a:ea typeface="Arial"/>
              </a:rPr>
              <a:t>Whole body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38" name=""/>
          <p:cNvSpPr txBox="1"/>
          <p:nvPr/>
        </p:nvSpPr>
        <p:spPr>
          <a:xfrm>
            <a:off x="1323000" y="4852080"/>
            <a:ext cx="118188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e3767"/>
                </a:solidFill>
                <a:latin typeface="Arial"/>
                <a:ea typeface="Arial"/>
              </a:rPr>
              <a:t>Lean mass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39" name=""/>
          <p:cNvSpPr txBox="1"/>
          <p:nvPr/>
        </p:nvSpPr>
        <p:spPr>
          <a:xfrm>
            <a:off x="1323000" y="3446640"/>
            <a:ext cx="69876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Arial"/>
                <a:ea typeface="Arial"/>
              </a:rPr>
              <a:t>Trunk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40" name=""/>
          <p:cNvSpPr txBox="1"/>
          <p:nvPr/>
        </p:nvSpPr>
        <p:spPr>
          <a:xfrm>
            <a:off x="1323000" y="3720960"/>
            <a:ext cx="119412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Arial"/>
                <a:ea typeface="Arial"/>
              </a:rPr>
              <a:t>Impedance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41" name=""/>
          <p:cNvSpPr txBox="1"/>
          <p:nvPr/>
        </p:nvSpPr>
        <p:spPr>
          <a:xfrm>
            <a:off x="1323000" y="5229360"/>
            <a:ext cx="63468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Arial"/>
                <a:ea typeface="Arial"/>
              </a:rPr>
              <a:t>Trunk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42" name=""/>
          <p:cNvSpPr/>
          <p:nvPr/>
        </p:nvSpPr>
        <p:spPr>
          <a:xfrm>
            <a:off x="2802600" y="2884680"/>
            <a:ext cx="5643720" cy="357120"/>
          </a:xfrm>
          <a:custGeom>
            <a:avLst/>
            <a:gdLst/>
            <a:ahLst/>
            <a:rect l="0" t="0" r="r" b="b"/>
            <a:pathLst>
              <a:path w="15677" h="992">
                <a:moveTo>
                  <a:pt x="0" y="992"/>
                </a:moveTo>
                <a:lnTo>
                  <a:pt x="15677" y="992"/>
                </a:lnTo>
                <a:lnTo>
                  <a:pt x="15677" y="0"/>
                </a:lnTo>
                <a:lnTo>
                  <a:pt x="0" y="0"/>
                </a:lnTo>
                <a:lnTo>
                  <a:pt x="0" y="992"/>
                </a:lnTo>
                <a:close/>
              </a:path>
            </a:pathLst>
          </a:custGeom>
          <a:solidFill>
            <a:srgbClr val="2f58a1">
              <a:alpha val="70000"/>
            </a:srgbClr>
          </a:solidFill>
          <a:ln w="12600">
            <a:solidFill>
              <a:srgbClr val="2f58a1">
                <a:alpha val="70000"/>
              </a:srgbClr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43" name=""/>
          <p:cNvSpPr/>
          <p:nvPr/>
        </p:nvSpPr>
        <p:spPr>
          <a:xfrm>
            <a:off x="2802600" y="3528000"/>
            <a:ext cx="215280" cy="356760"/>
          </a:xfrm>
          <a:custGeom>
            <a:avLst/>
            <a:gdLst/>
            <a:ahLst/>
            <a:rect l="0" t="0" r="r" b="b"/>
            <a:pathLst>
              <a:path w="598" h="991">
                <a:moveTo>
                  <a:pt x="0" y="991"/>
                </a:moveTo>
                <a:lnTo>
                  <a:pt x="598" y="991"/>
                </a:lnTo>
                <a:lnTo>
                  <a:pt x="598" y="0"/>
                </a:lnTo>
                <a:lnTo>
                  <a:pt x="0" y="0"/>
                </a:lnTo>
                <a:lnTo>
                  <a:pt x="0" y="991"/>
                </a:lnTo>
                <a:close/>
              </a:path>
            </a:pathLst>
          </a:custGeom>
          <a:solidFill>
            <a:srgbClr val="ffc000">
              <a:alpha val="70000"/>
            </a:srgbClr>
          </a:solidFill>
          <a:ln w="12600">
            <a:solidFill>
              <a:srgbClr val="ffc000">
                <a:alpha val="70000"/>
              </a:srgbClr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44" name=""/>
          <p:cNvSpPr/>
          <p:nvPr/>
        </p:nvSpPr>
        <p:spPr>
          <a:xfrm>
            <a:off x="2802600" y="4671000"/>
            <a:ext cx="5643720" cy="356760"/>
          </a:xfrm>
          <a:custGeom>
            <a:avLst/>
            <a:gdLst/>
            <a:ahLst/>
            <a:rect l="0" t="0" r="r" b="b"/>
            <a:pathLst>
              <a:path w="15677" h="991">
                <a:moveTo>
                  <a:pt x="0" y="991"/>
                </a:moveTo>
                <a:lnTo>
                  <a:pt x="15677" y="991"/>
                </a:lnTo>
                <a:lnTo>
                  <a:pt x="15677" y="0"/>
                </a:lnTo>
                <a:lnTo>
                  <a:pt x="0" y="0"/>
                </a:lnTo>
                <a:lnTo>
                  <a:pt x="0" y="991"/>
                </a:lnTo>
                <a:close/>
              </a:path>
            </a:pathLst>
          </a:custGeom>
          <a:solidFill>
            <a:srgbClr val="2f58a1">
              <a:alpha val="70000"/>
            </a:srgbClr>
          </a:solidFill>
          <a:ln w="12600">
            <a:solidFill>
              <a:srgbClr val="2f58a1">
                <a:alpha val="70000"/>
              </a:srgbClr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45" name=""/>
          <p:cNvSpPr/>
          <p:nvPr/>
        </p:nvSpPr>
        <p:spPr>
          <a:xfrm>
            <a:off x="2802600" y="5312520"/>
            <a:ext cx="2786040" cy="358560"/>
          </a:xfrm>
          <a:custGeom>
            <a:avLst/>
            <a:gdLst/>
            <a:ahLst/>
            <a:rect l="0" t="0" r="r" b="b"/>
            <a:pathLst>
              <a:path w="7739" h="996">
                <a:moveTo>
                  <a:pt x="0" y="996"/>
                </a:moveTo>
                <a:lnTo>
                  <a:pt x="7739" y="996"/>
                </a:lnTo>
                <a:lnTo>
                  <a:pt x="7739" y="0"/>
                </a:lnTo>
                <a:lnTo>
                  <a:pt x="0" y="0"/>
                </a:lnTo>
                <a:lnTo>
                  <a:pt x="0" y="996"/>
                </a:lnTo>
                <a:close/>
              </a:path>
            </a:pathLst>
          </a:custGeom>
          <a:solidFill>
            <a:srgbClr val="ffc000">
              <a:alpha val="70000"/>
            </a:srgbClr>
          </a:solidFill>
          <a:ln w="12600">
            <a:solidFill>
              <a:srgbClr val="ffc000">
                <a:alpha val="70000"/>
              </a:srgbClr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46" name=""/>
          <p:cNvSpPr txBox="1"/>
          <p:nvPr/>
        </p:nvSpPr>
        <p:spPr>
          <a:xfrm>
            <a:off x="1323000" y="5504040"/>
            <a:ext cx="118188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Arial"/>
                <a:ea typeface="Arial"/>
              </a:rPr>
              <a:t>Lean mass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47" name=""/>
          <p:cNvSpPr txBox="1"/>
          <p:nvPr/>
        </p:nvSpPr>
        <p:spPr>
          <a:xfrm>
            <a:off x="3180600" y="3589560"/>
            <a:ext cx="32976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5%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548" name="" descr=""/>
          <p:cNvPicPr/>
          <p:nvPr/>
        </p:nvPicPr>
        <p:blipFill>
          <a:blip r:embed="rId5"/>
          <a:stretch/>
        </p:blipFill>
        <p:spPr>
          <a:xfrm>
            <a:off x="637920" y="1380240"/>
            <a:ext cx="139680" cy="141480"/>
          </a:xfrm>
          <a:prstGeom prst="rect">
            <a:avLst/>
          </a:prstGeom>
          <a:ln w="0">
            <a:noFill/>
          </a:ln>
        </p:spPr>
      </p:pic>
      <p:sp>
        <p:nvSpPr>
          <p:cNvPr id="13549" name=""/>
          <p:cNvSpPr txBox="1"/>
          <p:nvPr/>
        </p:nvSpPr>
        <p:spPr>
          <a:xfrm>
            <a:off x="5752800" y="5375880"/>
            <a:ext cx="45792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50%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50" name=""/>
          <p:cNvSpPr txBox="1"/>
          <p:nvPr/>
        </p:nvSpPr>
        <p:spPr>
          <a:xfrm>
            <a:off x="851760" y="1349640"/>
            <a:ext cx="873324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If we do not measure the trunk separately, whole body muscle mass can be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51" name=""/>
          <p:cNvSpPr txBox="1"/>
          <p:nvPr/>
        </p:nvSpPr>
        <p:spPr>
          <a:xfrm>
            <a:off x="853200" y="1715400"/>
            <a:ext cx="511848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over/underestimated according to body type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52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54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55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56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557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3558" name="" descr=""/>
          <p:cNvPicPr/>
          <p:nvPr/>
        </p:nvPicPr>
        <p:blipFill>
          <a:blip r:embed="rId2"/>
          <a:stretch/>
        </p:blipFill>
        <p:spPr>
          <a:xfrm>
            <a:off x="2770560" y="6138720"/>
            <a:ext cx="699120" cy="222120"/>
          </a:xfrm>
          <a:prstGeom prst="rect">
            <a:avLst/>
          </a:prstGeom>
          <a:ln w="0">
            <a:noFill/>
          </a:ln>
        </p:spPr>
      </p:pic>
      <p:pic>
        <p:nvPicPr>
          <p:cNvPr id="13559" name="" descr=""/>
          <p:cNvPicPr/>
          <p:nvPr/>
        </p:nvPicPr>
        <p:blipFill>
          <a:blip r:embed="rId3"/>
          <a:stretch/>
        </p:blipFill>
        <p:spPr>
          <a:xfrm>
            <a:off x="1145880" y="3631680"/>
            <a:ext cx="1086120" cy="2375640"/>
          </a:xfrm>
          <a:prstGeom prst="rect">
            <a:avLst/>
          </a:prstGeom>
          <a:ln w="0">
            <a:noFill/>
          </a:ln>
        </p:spPr>
      </p:pic>
      <p:sp>
        <p:nvSpPr>
          <p:cNvPr id="13560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61" name=""/>
          <p:cNvSpPr txBox="1"/>
          <p:nvPr/>
        </p:nvSpPr>
        <p:spPr>
          <a:xfrm>
            <a:off x="1159560" y="6082560"/>
            <a:ext cx="107964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Conventiona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562" name="" descr=""/>
          <p:cNvPicPr/>
          <p:nvPr/>
        </p:nvPicPr>
        <p:blipFill>
          <a:blip r:embed="rId4"/>
          <a:stretch/>
        </p:blipFill>
        <p:spPr>
          <a:xfrm>
            <a:off x="2482560" y="3589200"/>
            <a:ext cx="1157760" cy="2430360"/>
          </a:xfrm>
          <a:prstGeom prst="rect">
            <a:avLst/>
          </a:prstGeom>
          <a:ln w="0">
            <a:noFill/>
          </a:ln>
        </p:spPr>
      </p:pic>
      <p:sp>
        <p:nvSpPr>
          <p:cNvPr id="13563" name=""/>
          <p:cNvSpPr txBox="1"/>
          <p:nvPr/>
        </p:nvSpPr>
        <p:spPr>
          <a:xfrm>
            <a:off x="1670040" y="6295680"/>
            <a:ext cx="17784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l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64" name=""/>
          <p:cNvSpPr txBox="1"/>
          <p:nvPr/>
        </p:nvSpPr>
        <p:spPr>
          <a:xfrm>
            <a:off x="867960" y="1381320"/>
            <a:ext cx="79880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Trunk has the biggest cross-sectional area in our body, so trunk impedance is the lowest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65" name=""/>
          <p:cNvSpPr txBox="1"/>
          <p:nvPr/>
        </p:nvSpPr>
        <p:spPr>
          <a:xfrm>
            <a:off x="867960" y="1747080"/>
            <a:ext cx="81968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as 20-30Ω. But the trunk area occupies 50% of our body, so it has biggest amount of water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66" name=""/>
          <p:cNvSpPr txBox="1"/>
          <p:nvPr/>
        </p:nvSpPr>
        <p:spPr>
          <a:xfrm>
            <a:off x="867960" y="2113200"/>
            <a:ext cx="783108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and muscle. This means although there is a big change in muscle or water, impedance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67" name=""/>
          <p:cNvSpPr txBox="1"/>
          <p:nvPr/>
        </p:nvSpPr>
        <p:spPr>
          <a:xfrm>
            <a:off x="867960" y="2478960"/>
            <a:ext cx="79484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changes only 1-2Ω. If we don’t measure impedance separately, we cannot figure out the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568" name="" descr=""/>
          <p:cNvPicPr/>
          <p:nvPr/>
        </p:nvPicPr>
        <p:blipFill>
          <a:blip r:embed="rId5"/>
          <a:stretch/>
        </p:blipFill>
        <p:spPr>
          <a:xfrm>
            <a:off x="4044600" y="3433680"/>
            <a:ext cx="3711960" cy="1529640"/>
          </a:xfrm>
          <a:prstGeom prst="rect">
            <a:avLst/>
          </a:prstGeom>
          <a:ln w="0">
            <a:noFill/>
          </a:ln>
        </p:spPr>
      </p:pic>
      <p:pic>
        <p:nvPicPr>
          <p:cNvPr id="13569" name="" descr=""/>
          <p:cNvPicPr/>
          <p:nvPr/>
        </p:nvPicPr>
        <p:blipFill>
          <a:blip r:embed="rId6"/>
          <a:stretch/>
        </p:blipFill>
        <p:spPr>
          <a:xfrm>
            <a:off x="4239720" y="3628800"/>
            <a:ext cx="3142080" cy="959760"/>
          </a:xfrm>
          <a:prstGeom prst="rect">
            <a:avLst/>
          </a:prstGeom>
          <a:ln w="0">
            <a:noFill/>
          </a:ln>
        </p:spPr>
      </p:pic>
      <p:pic>
        <p:nvPicPr>
          <p:cNvPr id="13570" name="" descr=""/>
          <p:cNvPicPr/>
          <p:nvPr/>
        </p:nvPicPr>
        <p:blipFill>
          <a:blip r:embed="rId7"/>
          <a:stretch/>
        </p:blipFill>
        <p:spPr>
          <a:xfrm>
            <a:off x="4069080" y="4617720"/>
            <a:ext cx="3663360" cy="2009520"/>
          </a:xfrm>
          <a:prstGeom prst="rect">
            <a:avLst/>
          </a:prstGeom>
          <a:ln w="0">
            <a:noFill/>
          </a:ln>
        </p:spPr>
      </p:pic>
      <p:pic>
        <p:nvPicPr>
          <p:cNvPr id="13571" name="" descr=""/>
          <p:cNvPicPr/>
          <p:nvPr/>
        </p:nvPicPr>
        <p:blipFill>
          <a:blip r:embed="rId8"/>
          <a:stretch/>
        </p:blipFill>
        <p:spPr>
          <a:xfrm>
            <a:off x="4264200" y="4812840"/>
            <a:ext cx="3093480" cy="1440000"/>
          </a:xfrm>
          <a:prstGeom prst="rect">
            <a:avLst/>
          </a:prstGeom>
          <a:ln w="0">
            <a:noFill/>
          </a:ln>
        </p:spPr>
      </p:pic>
      <p:sp>
        <p:nvSpPr>
          <p:cNvPr id="13572" name=""/>
          <p:cNvSpPr/>
          <p:nvPr/>
        </p:nvSpPr>
        <p:spPr>
          <a:xfrm>
            <a:off x="5057280" y="3606480"/>
            <a:ext cx="416520" cy="983160"/>
          </a:xfrm>
          <a:custGeom>
            <a:avLst/>
            <a:gdLst/>
            <a:ahLst/>
            <a:rect l="0" t="0" r="r" b="b"/>
            <a:pathLst>
              <a:path w="1157" h="2731">
                <a:moveTo>
                  <a:pt x="0" y="2731"/>
                </a:moveTo>
                <a:lnTo>
                  <a:pt x="1157" y="2731"/>
                </a:lnTo>
                <a:lnTo>
                  <a:pt x="1157" y="0"/>
                </a:lnTo>
                <a:lnTo>
                  <a:pt x="0" y="0"/>
                </a:lnTo>
                <a:lnTo>
                  <a:pt x="0" y="2731"/>
                </a:lnTo>
                <a:close/>
              </a:path>
            </a:pathLst>
          </a:custGeom>
          <a:noFill/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73" name=""/>
          <p:cNvSpPr/>
          <p:nvPr/>
        </p:nvSpPr>
        <p:spPr>
          <a:xfrm>
            <a:off x="6035760" y="4912560"/>
            <a:ext cx="454320" cy="279000"/>
          </a:xfrm>
          <a:custGeom>
            <a:avLst/>
            <a:gdLst/>
            <a:ahLst/>
            <a:rect l="0" t="0" r="r" b="b"/>
            <a:pathLst>
              <a:path w="1262" h="775">
                <a:moveTo>
                  <a:pt x="0" y="775"/>
                </a:moveTo>
                <a:lnTo>
                  <a:pt x="1262" y="775"/>
                </a:lnTo>
                <a:lnTo>
                  <a:pt x="1262" y="0"/>
                </a:lnTo>
                <a:lnTo>
                  <a:pt x="0" y="0"/>
                </a:lnTo>
                <a:lnTo>
                  <a:pt x="0" y="775"/>
                </a:lnTo>
                <a:close/>
              </a:path>
            </a:pathLst>
          </a:custGeom>
          <a:noFill/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74" name=""/>
          <p:cNvSpPr/>
          <p:nvPr/>
        </p:nvSpPr>
        <p:spPr>
          <a:xfrm>
            <a:off x="6032520" y="5442840"/>
            <a:ext cx="457920" cy="248760"/>
          </a:xfrm>
          <a:custGeom>
            <a:avLst/>
            <a:gdLst/>
            <a:ahLst/>
            <a:rect l="0" t="0" r="r" b="b"/>
            <a:pathLst>
              <a:path w="1272" h="691">
                <a:moveTo>
                  <a:pt x="0" y="691"/>
                </a:moveTo>
                <a:lnTo>
                  <a:pt x="1272" y="691"/>
                </a:lnTo>
                <a:lnTo>
                  <a:pt x="1272" y="0"/>
                </a:lnTo>
                <a:lnTo>
                  <a:pt x="0" y="0"/>
                </a:lnTo>
                <a:lnTo>
                  <a:pt x="0" y="691"/>
                </a:lnTo>
                <a:close/>
              </a:path>
            </a:pathLst>
          </a:custGeom>
          <a:noFill/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75" name=""/>
          <p:cNvSpPr/>
          <p:nvPr/>
        </p:nvSpPr>
        <p:spPr>
          <a:xfrm>
            <a:off x="7583400" y="4096440"/>
            <a:ext cx="1545480" cy="923760"/>
          </a:xfrm>
          <a:custGeom>
            <a:avLst/>
            <a:gdLst/>
            <a:ahLst/>
            <a:rect l="0" t="0" r="r" b="b"/>
            <a:pathLst>
              <a:path w="4293" h="2566">
                <a:moveTo>
                  <a:pt x="0" y="2566"/>
                </a:moveTo>
                <a:lnTo>
                  <a:pt x="4293" y="2566"/>
                </a:lnTo>
                <a:lnTo>
                  <a:pt x="4293" y="0"/>
                </a:lnTo>
                <a:lnTo>
                  <a:pt x="0" y="0"/>
                </a:lnTo>
                <a:lnTo>
                  <a:pt x="0" y="2566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76" name=""/>
          <p:cNvSpPr txBox="1"/>
          <p:nvPr/>
        </p:nvSpPr>
        <p:spPr>
          <a:xfrm>
            <a:off x="867960" y="2844720"/>
            <a:ext cx="356076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change of body composition accurately.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77" name=""/>
          <p:cNvSpPr txBox="1"/>
          <p:nvPr/>
        </p:nvSpPr>
        <p:spPr>
          <a:xfrm>
            <a:off x="7675920" y="4211640"/>
            <a:ext cx="11635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Arial"/>
                <a:ea typeface="Arial"/>
              </a:rPr>
              <a:t>Arm:       10g/1Ω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78" name=""/>
          <p:cNvSpPr txBox="1"/>
          <p:nvPr/>
        </p:nvSpPr>
        <p:spPr>
          <a:xfrm>
            <a:off x="7675920" y="4485960"/>
            <a:ext cx="11725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Arial"/>
                <a:ea typeface="Arial"/>
              </a:rPr>
              <a:t>Leg:        50g/1Ω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79" name=""/>
          <p:cNvSpPr txBox="1"/>
          <p:nvPr/>
        </p:nvSpPr>
        <p:spPr>
          <a:xfrm>
            <a:off x="7675920" y="4760280"/>
            <a:ext cx="123984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Arial"/>
                <a:ea typeface="Arial"/>
              </a:rPr>
              <a:t>Trunk:  1000g/1Ω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80" name=""/>
          <p:cNvSpPr txBox="1"/>
          <p:nvPr/>
        </p:nvSpPr>
        <p:spPr>
          <a:xfrm>
            <a:off x="7656480" y="5149800"/>
            <a:ext cx="1241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c00000"/>
                </a:solidFill>
                <a:latin typeface="Calibri"/>
                <a:ea typeface="Calibri"/>
              </a:rPr>
              <a:t>Different sensitivity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81" name=""/>
          <p:cNvSpPr/>
          <p:nvPr/>
        </p:nvSpPr>
        <p:spPr>
          <a:xfrm>
            <a:off x="5922720" y="3612600"/>
            <a:ext cx="416520" cy="984600"/>
          </a:xfrm>
          <a:custGeom>
            <a:avLst/>
            <a:gdLst/>
            <a:ahLst/>
            <a:rect l="0" t="0" r="r" b="b"/>
            <a:pathLst>
              <a:path w="1157" h="2735">
                <a:moveTo>
                  <a:pt x="0" y="2735"/>
                </a:moveTo>
                <a:lnTo>
                  <a:pt x="1157" y="2735"/>
                </a:lnTo>
                <a:lnTo>
                  <a:pt x="1157" y="0"/>
                </a:lnTo>
                <a:lnTo>
                  <a:pt x="0" y="0"/>
                </a:lnTo>
                <a:lnTo>
                  <a:pt x="0" y="2735"/>
                </a:lnTo>
                <a:close/>
              </a:path>
            </a:pathLst>
          </a:custGeom>
          <a:noFill/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82" name=""/>
          <p:cNvSpPr txBox="1"/>
          <p:nvPr/>
        </p:nvSpPr>
        <p:spPr>
          <a:xfrm>
            <a:off x="7781400" y="5332680"/>
            <a:ext cx="950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c00000"/>
                </a:solidFill>
                <a:latin typeface="Calibri"/>
                <a:ea typeface="Calibri"/>
              </a:rPr>
              <a:t>to muscle mass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8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8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8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8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58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58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3589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90" name=""/>
          <p:cNvSpPr txBox="1"/>
          <p:nvPr/>
        </p:nvSpPr>
        <p:spPr>
          <a:xfrm>
            <a:off x="5882760" y="3335760"/>
            <a:ext cx="555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303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591" name="" descr=""/>
          <p:cNvPicPr/>
          <p:nvPr/>
        </p:nvPicPr>
        <p:blipFill>
          <a:blip r:embed="rId2"/>
          <a:stretch/>
        </p:blipFill>
        <p:spPr>
          <a:xfrm>
            <a:off x="5244120" y="2717280"/>
            <a:ext cx="3590280" cy="3600720"/>
          </a:xfrm>
          <a:prstGeom prst="rect">
            <a:avLst/>
          </a:prstGeom>
          <a:ln w="0">
            <a:noFill/>
          </a:ln>
        </p:spPr>
      </p:pic>
      <p:sp>
        <p:nvSpPr>
          <p:cNvPr id="13592" name=""/>
          <p:cNvSpPr txBox="1"/>
          <p:nvPr/>
        </p:nvSpPr>
        <p:spPr>
          <a:xfrm>
            <a:off x="5945400" y="3610440"/>
            <a:ext cx="430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??kg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93" name=""/>
          <p:cNvSpPr txBox="1"/>
          <p:nvPr/>
        </p:nvSpPr>
        <p:spPr>
          <a:xfrm>
            <a:off x="7652880" y="3335760"/>
            <a:ext cx="550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300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94" name=""/>
          <p:cNvSpPr txBox="1"/>
          <p:nvPr/>
        </p:nvSpPr>
        <p:spPr>
          <a:xfrm>
            <a:off x="7765560" y="3610440"/>
            <a:ext cx="3268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3kg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95" name=""/>
          <p:cNvSpPr txBox="1"/>
          <p:nvPr/>
        </p:nvSpPr>
        <p:spPr>
          <a:xfrm>
            <a:off x="6068160" y="5282280"/>
            <a:ext cx="550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200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96" name=""/>
          <p:cNvSpPr txBox="1"/>
          <p:nvPr/>
        </p:nvSpPr>
        <p:spPr>
          <a:xfrm>
            <a:off x="6094080" y="5556600"/>
            <a:ext cx="500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9.5kg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97" name=""/>
          <p:cNvSpPr txBox="1"/>
          <p:nvPr/>
        </p:nvSpPr>
        <p:spPr>
          <a:xfrm>
            <a:off x="7580520" y="5282280"/>
            <a:ext cx="550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200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98" name=""/>
          <p:cNvSpPr txBox="1"/>
          <p:nvPr/>
        </p:nvSpPr>
        <p:spPr>
          <a:xfrm>
            <a:off x="7606440" y="5556600"/>
            <a:ext cx="500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9.5kg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599" name=""/>
          <p:cNvSpPr txBox="1"/>
          <p:nvPr/>
        </p:nvSpPr>
        <p:spPr>
          <a:xfrm>
            <a:off x="6842520" y="3696120"/>
            <a:ext cx="439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ffffff"/>
                </a:solidFill>
                <a:latin typeface="Calibri"/>
                <a:ea typeface="Calibri"/>
              </a:rPr>
              <a:t>27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00" name=""/>
          <p:cNvSpPr txBox="1"/>
          <p:nvPr/>
        </p:nvSpPr>
        <p:spPr>
          <a:xfrm>
            <a:off x="6845400" y="3970440"/>
            <a:ext cx="430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ffffff"/>
                </a:solidFill>
                <a:latin typeface="Calibri"/>
                <a:ea typeface="Calibri"/>
              </a:rPr>
              <a:t>??kg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601" name="" descr=""/>
          <p:cNvPicPr/>
          <p:nvPr/>
        </p:nvPicPr>
        <p:blipFill>
          <a:blip r:embed="rId3"/>
          <a:stretch/>
        </p:blipFill>
        <p:spPr>
          <a:xfrm>
            <a:off x="986040" y="2717280"/>
            <a:ext cx="3590280" cy="3600720"/>
          </a:xfrm>
          <a:prstGeom prst="rect">
            <a:avLst/>
          </a:prstGeom>
          <a:ln w="0">
            <a:noFill/>
          </a:ln>
        </p:spPr>
      </p:pic>
      <p:sp>
        <p:nvSpPr>
          <p:cNvPr id="13602" name=""/>
          <p:cNvSpPr txBox="1"/>
          <p:nvPr/>
        </p:nvSpPr>
        <p:spPr>
          <a:xfrm>
            <a:off x="790920" y="1826640"/>
            <a:ext cx="83491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IF) Same whole body impedance, but with different distribution?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03" name=""/>
          <p:cNvSpPr txBox="1"/>
          <p:nvPr/>
        </p:nvSpPr>
        <p:spPr>
          <a:xfrm>
            <a:off x="1625400" y="3335760"/>
            <a:ext cx="550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300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04" name=""/>
          <p:cNvSpPr txBox="1"/>
          <p:nvPr/>
        </p:nvSpPr>
        <p:spPr>
          <a:xfrm>
            <a:off x="1738080" y="3610440"/>
            <a:ext cx="3268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3kg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05" name=""/>
          <p:cNvSpPr txBox="1"/>
          <p:nvPr/>
        </p:nvSpPr>
        <p:spPr>
          <a:xfrm>
            <a:off x="2577960" y="3696120"/>
            <a:ext cx="439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ffffff"/>
                </a:solidFill>
                <a:latin typeface="Calibri"/>
                <a:ea typeface="Calibri"/>
              </a:rPr>
              <a:t>30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06" name=""/>
          <p:cNvSpPr txBox="1"/>
          <p:nvPr/>
        </p:nvSpPr>
        <p:spPr>
          <a:xfrm>
            <a:off x="2571840" y="3970440"/>
            <a:ext cx="450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ffffff"/>
                </a:solidFill>
                <a:latin typeface="Calibri"/>
                <a:ea typeface="Calibri"/>
              </a:rPr>
              <a:t>30kg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07" name=""/>
          <p:cNvSpPr txBox="1"/>
          <p:nvPr/>
        </p:nvSpPr>
        <p:spPr>
          <a:xfrm>
            <a:off x="3394080" y="3335760"/>
            <a:ext cx="550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300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08" name=""/>
          <p:cNvSpPr txBox="1"/>
          <p:nvPr/>
        </p:nvSpPr>
        <p:spPr>
          <a:xfrm>
            <a:off x="3506760" y="3610440"/>
            <a:ext cx="3268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3kg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09" name=""/>
          <p:cNvSpPr txBox="1"/>
          <p:nvPr/>
        </p:nvSpPr>
        <p:spPr>
          <a:xfrm>
            <a:off x="1809720" y="5282280"/>
            <a:ext cx="550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200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0" name=""/>
          <p:cNvSpPr txBox="1"/>
          <p:nvPr/>
        </p:nvSpPr>
        <p:spPr>
          <a:xfrm>
            <a:off x="1835640" y="5556600"/>
            <a:ext cx="500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9.5kg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1" name=""/>
          <p:cNvSpPr txBox="1"/>
          <p:nvPr/>
        </p:nvSpPr>
        <p:spPr>
          <a:xfrm>
            <a:off x="3322080" y="5282280"/>
            <a:ext cx="550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200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2" name=""/>
          <p:cNvSpPr txBox="1"/>
          <p:nvPr/>
        </p:nvSpPr>
        <p:spPr>
          <a:xfrm>
            <a:off x="3348000" y="5556600"/>
            <a:ext cx="500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9.5kg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3" name=""/>
          <p:cNvSpPr txBox="1"/>
          <p:nvPr/>
        </p:nvSpPr>
        <p:spPr>
          <a:xfrm>
            <a:off x="3900240" y="2462040"/>
            <a:ext cx="4366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ae211a"/>
                </a:solidFill>
                <a:latin typeface="Calibri"/>
                <a:ea typeface="Calibri"/>
              </a:rPr>
              <a:t>+ 3Ω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4" name=""/>
          <p:cNvSpPr txBox="1"/>
          <p:nvPr/>
        </p:nvSpPr>
        <p:spPr>
          <a:xfrm>
            <a:off x="4516560" y="4921920"/>
            <a:ext cx="444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ae211a"/>
                </a:solidFill>
                <a:latin typeface="Calibri"/>
                <a:ea typeface="Calibri"/>
              </a:rPr>
              <a:t>- 3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5" name=""/>
          <p:cNvSpPr txBox="1"/>
          <p:nvPr/>
        </p:nvSpPr>
        <p:spPr>
          <a:xfrm>
            <a:off x="3198960" y="6175800"/>
            <a:ext cx="421020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Whole body Impedance: [ 530</a:t>
            </a:r>
            <a:r>
              <a:rPr b="0" lang="en-US" sz="2000" spc="-1" strike="noStrike">
                <a:solidFill>
                  <a:srgbClr val="000000"/>
                </a:solidFill>
                <a:latin typeface="MalgunGothic"/>
                <a:ea typeface="MalgunGothic"/>
              </a:rPr>
              <a:t>Ω</a:t>
            </a:r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]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6" name=""/>
          <p:cNvSpPr txBox="1"/>
          <p:nvPr/>
        </p:nvSpPr>
        <p:spPr>
          <a:xfrm>
            <a:off x="829800" y="2435400"/>
            <a:ext cx="1047600" cy="709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4800" spc="-1" strike="noStrike">
                <a:solidFill>
                  <a:srgbClr val="000000"/>
                </a:solidFill>
                <a:latin typeface="MalgunGothic"/>
                <a:ea typeface="MalgunGothic"/>
              </a:rPr>
              <a:t>“</a:t>
            </a:r>
            <a:r>
              <a:rPr b="0" lang="en-US" sz="4800" spc="-1" strike="noStrike">
                <a:solidFill>
                  <a:srgbClr val="000000"/>
                </a:solidFill>
                <a:latin typeface="MalgunGothic"/>
                <a:ea typeface="MalgunGothic"/>
              </a:rPr>
              <a:t>A”</a:t>
            </a:r>
            <a:endParaRPr b="0" lang="en-US" sz="4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7" name=""/>
          <p:cNvSpPr txBox="1"/>
          <p:nvPr/>
        </p:nvSpPr>
        <p:spPr>
          <a:xfrm>
            <a:off x="8295120" y="2486520"/>
            <a:ext cx="1049040" cy="709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4800" spc="-1" strike="noStrike">
                <a:solidFill>
                  <a:srgbClr val="000000"/>
                </a:solidFill>
                <a:latin typeface="MalgunGothic"/>
                <a:ea typeface="MalgunGothic"/>
              </a:rPr>
              <a:t>“</a:t>
            </a:r>
            <a:r>
              <a:rPr b="0" lang="en-US" sz="4800" spc="-1" strike="noStrike">
                <a:solidFill>
                  <a:srgbClr val="000000"/>
                </a:solidFill>
                <a:latin typeface="MalgunGothic"/>
                <a:ea typeface="MalgunGothic"/>
              </a:rPr>
              <a:t>B”</a:t>
            </a:r>
            <a:endParaRPr b="0" lang="en-US" sz="4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8" name=""/>
          <p:cNvSpPr txBox="1"/>
          <p:nvPr/>
        </p:nvSpPr>
        <p:spPr>
          <a:xfrm>
            <a:off x="786240" y="1009440"/>
            <a:ext cx="86936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If we measure whole body impedance using conventional devices that only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19" name=""/>
          <p:cNvSpPr/>
          <p:nvPr/>
        </p:nvSpPr>
        <p:spPr>
          <a:xfrm>
            <a:off x="5666040" y="3584160"/>
            <a:ext cx="832320" cy="369360"/>
          </a:xfrm>
          <a:custGeom>
            <a:avLst/>
            <a:gdLst/>
            <a:ahLst/>
            <a:rect l="0" t="0" r="r" b="b"/>
            <a:pathLst>
              <a:path w="2312" h="1026">
                <a:moveTo>
                  <a:pt x="0" y="1026"/>
                </a:moveTo>
                <a:lnTo>
                  <a:pt x="2312" y="1026"/>
                </a:lnTo>
                <a:lnTo>
                  <a:pt x="2312" y="0"/>
                </a:lnTo>
                <a:lnTo>
                  <a:pt x="0" y="0"/>
                </a:lnTo>
                <a:lnTo>
                  <a:pt x="0" y="102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20" name=""/>
          <p:cNvSpPr txBox="1"/>
          <p:nvPr/>
        </p:nvSpPr>
        <p:spPr>
          <a:xfrm>
            <a:off x="786240" y="1283760"/>
            <a:ext cx="62672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c00000"/>
                </a:solidFill>
                <a:latin typeface="MalgunGothic"/>
                <a:ea typeface="MalgunGothic"/>
              </a:rPr>
              <a:t>measures the right half of the body, this can happen…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21" name=""/>
          <p:cNvSpPr/>
          <p:nvPr/>
        </p:nvSpPr>
        <p:spPr>
          <a:xfrm>
            <a:off x="6710040" y="4011120"/>
            <a:ext cx="634320" cy="370440"/>
          </a:xfrm>
          <a:custGeom>
            <a:avLst/>
            <a:gdLst/>
            <a:ahLst/>
            <a:rect l="0" t="0" r="r" b="b"/>
            <a:pathLst>
              <a:path w="1762" h="1029">
                <a:moveTo>
                  <a:pt x="246" y="0"/>
                </a:moveTo>
                <a:lnTo>
                  <a:pt x="1585" y="73"/>
                </a:lnTo>
                <a:lnTo>
                  <a:pt x="1762" y="883"/>
                </a:lnTo>
                <a:lnTo>
                  <a:pt x="0" y="1029"/>
                </a:lnTo>
                <a:lnTo>
                  <a:pt x="2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22" name=""/>
          <p:cNvSpPr txBox="1"/>
          <p:nvPr/>
        </p:nvSpPr>
        <p:spPr>
          <a:xfrm>
            <a:off x="5758920" y="3626280"/>
            <a:ext cx="627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ff0000"/>
                </a:solidFill>
                <a:latin typeface="Calibri"/>
                <a:ea typeface="Calibri"/>
              </a:rPr>
              <a:t>2.97kg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23" name=""/>
          <p:cNvSpPr/>
          <p:nvPr/>
        </p:nvSpPr>
        <p:spPr>
          <a:xfrm>
            <a:off x="1809720" y="2374200"/>
            <a:ext cx="4393080" cy="909000"/>
          </a:xfrm>
          <a:custGeom>
            <a:avLst/>
            <a:gdLst/>
            <a:ahLst/>
            <a:rect l="0" t="0" r="r" b="b"/>
            <a:pathLst>
              <a:path fill="none" w="12203" h="2525">
                <a:moveTo>
                  <a:pt x="0" y="2517"/>
                </a:moveTo>
                <a:cubicBezTo>
                  <a:pt x="3634" y="-842"/>
                  <a:pt x="9097" y="-838"/>
                  <a:pt x="12203" y="2525"/>
                </a:cubicBezTo>
              </a:path>
            </a:pathLst>
          </a:custGeom>
          <a:ln w="34920">
            <a:solidFill>
              <a:srgbClr val="ae211a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24" name=""/>
          <p:cNvSpPr/>
          <p:nvPr/>
        </p:nvSpPr>
        <p:spPr>
          <a:xfrm>
            <a:off x="2656440" y="4246920"/>
            <a:ext cx="4389840" cy="997200"/>
          </a:xfrm>
          <a:custGeom>
            <a:avLst/>
            <a:gdLst/>
            <a:ahLst/>
            <a:rect l="0" t="0" r="r" b="b"/>
            <a:pathLst>
              <a:path fill="none" w="12194" h="2770">
                <a:moveTo>
                  <a:pt x="12194" y="0"/>
                </a:moveTo>
                <a:cubicBezTo>
                  <a:pt x="8697" y="3500"/>
                  <a:pt x="3237" y="3712"/>
                  <a:pt x="0" y="474"/>
                </a:cubicBezTo>
              </a:path>
            </a:pathLst>
          </a:custGeom>
          <a:ln w="34920">
            <a:solidFill>
              <a:srgbClr val="ae211a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25" name=""/>
          <p:cNvSpPr txBox="1"/>
          <p:nvPr/>
        </p:nvSpPr>
        <p:spPr>
          <a:xfrm>
            <a:off x="6802920" y="4053960"/>
            <a:ext cx="450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ff0000"/>
                </a:solidFill>
                <a:latin typeface="Calibri"/>
                <a:ea typeface="Calibri"/>
              </a:rPr>
              <a:t>33kg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26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59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2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2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3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631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3632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33" name=""/>
          <p:cNvSpPr txBox="1"/>
          <p:nvPr/>
        </p:nvSpPr>
        <p:spPr>
          <a:xfrm>
            <a:off x="760320" y="95148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1.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34" name=""/>
          <p:cNvSpPr txBox="1"/>
          <p:nvPr/>
        </p:nvSpPr>
        <p:spPr>
          <a:xfrm>
            <a:off x="1141200" y="1169280"/>
            <a:ext cx="52783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Trunk has a ↓Length (L) and ↑ Cross Sectional Area (CSA) compared to arms &amp; legs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35" name=""/>
          <p:cNvSpPr txBox="1"/>
          <p:nvPr/>
        </p:nvSpPr>
        <p:spPr>
          <a:xfrm>
            <a:off x="760320" y="234648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2.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36" name=""/>
          <p:cNvSpPr txBox="1"/>
          <p:nvPr/>
        </p:nvSpPr>
        <p:spPr>
          <a:xfrm>
            <a:off x="1141200" y="2563920"/>
            <a:ext cx="41428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Therefore, trunk impedance is very low (general range of 10-40Ω)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37" name=""/>
          <p:cNvSpPr txBox="1"/>
          <p:nvPr/>
        </p:nvSpPr>
        <p:spPr>
          <a:xfrm>
            <a:off x="760320" y="374256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3.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38" name=""/>
          <p:cNvSpPr txBox="1"/>
          <p:nvPr/>
        </p:nvSpPr>
        <p:spPr>
          <a:xfrm>
            <a:off x="1141200" y="3960360"/>
            <a:ext cx="2931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Trunk is approximately 50% of lean body mass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39" name=""/>
          <p:cNvSpPr txBox="1"/>
          <p:nvPr/>
        </p:nvSpPr>
        <p:spPr>
          <a:xfrm>
            <a:off x="760320" y="5137560"/>
            <a:ext cx="380520" cy="4654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000" spc="-1" strike="noStrike">
                <a:solidFill>
                  <a:srgbClr val="c00000"/>
                </a:solidFill>
                <a:latin typeface="Calibri"/>
                <a:ea typeface="Calibri"/>
              </a:rPr>
              <a:t>4.</a:t>
            </a:r>
            <a:endParaRPr b="0" lang="en-US" sz="3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640" name="" descr=""/>
          <p:cNvPicPr/>
          <p:nvPr/>
        </p:nvPicPr>
        <p:blipFill>
          <a:blip r:embed="rId2"/>
          <a:stretch/>
        </p:blipFill>
        <p:spPr>
          <a:xfrm>
            <a:off x="7783200" y="3889080"/>
            <a:ext cx="805680" cy="1685160"/>
          </a:xfrm>
          <a:prstGeom prst="rect">
            <a:avLst/>
          </a:prstGeom>
          <a:ln w="0">
            <a:noFill/>
          </a:ln>
        </p:spPr>
      </p:pic>
      <p:pic>
        <p:nvPicPr>
          <p:cNvPr id="13641" name="" descr=""/>
          <p:cNvPicPr/>
          <p:nvPr/>
        </p:nvPicPr>
        <p:blipFill>
          <a:blip r:embed="rId3"/>
          <a:stretch/>
        </p:blipFill>
        <p:spPr>
          <a:xfrm>
            <a:off x="6717960" y="2590920"/>
            <a:ext cx="2343600" cy="1110600"/>
          </a:xfrm>
          <a:prstGeom prst="rect">
            <a:avLst/>
          </a:prstGeom>
          <a:ln w="0">
            <a:noFill/>
          </a:ln>
        </p:spPr>
      </p:pic>
      <p:sp>
        <p:nvSpPr>
          <p:cNvPr id="13642" name=""/>
          <p:cNvSpPr/>
          <p:nvPr/>
        </p:nvSpPr>
        <p:spPr>
          <a:xfrm>
            <a:off x="7993080" y="2590560"/>
            <a:ext cx="308160" cy="1216440"/>
          </a:xfrm>
          <a:custGeom>
            <a:avLst/>
            <a:gdLst/>
            <a:ahLst/>
            <a:rect l="0" t="0" r="r" b="b"/>
            <a:pathLst>
              <a:path w="856" h="3379">
                <a:moveTo>
                  <a:pt x="0" y="3379"/>
                </a:moveTo>
                <a:lnTo>
                  <a:pt x="856" y="3379"/>
                </a:lnTo>
                <a:lnTo>
                  <a:pt x="856" y="0"/>
                </a:lnTo>
                <a:lnTo>
                  <a:pt x="0" y="0"/>
                </a:lnTo>
                <a:lnTo>
                  <a:pt x="0" y="3379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643" name="" descr=""/>
          <p:cNvPicPr/>
          <p:nvPr/>
        </p:nvPicPr>
        <p:blipFill>
          <a:blip r:embed="rId4"/>
          <a:stretch/>
        </p:blipFill>
        <p:spPr>
          <a:xfrm>
            <a:off x="7558920" y="992160"/>
            <a:ext cx="1255320" cy="1537200"/>
          </a:xfrm>
          <a:prstGeom prst="rect">
            <a:avLst/>
          </a:prstGeom>
          <a:ln w="0">
            <a:noFill/>
          </a:ln>
        </p:spPr>
      </p:pic>
      <p:sp>
        <p:nvSpPr>
          <p:cNvPr id="13644" name=""/>
          <p:cNvSpPr txBox="1"/>
          <p:nvPr/>
        </p:nvSpPr>
        <p:spPr>
          <a:xfrm>
            <a:off x="1141200" y="5355000"/>
            <a:ext cx="39128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 1-2Ω difference in trunk impedance → large changes in LBM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45" name=""/>
          <p:cNvSpPr txBox="1"/>
          <p:nvPr/>
        </p:nvSpPr>
        <p:spPr>
          <a:xfrm>
            <a:off x="1008000" y="5855040"/>
            <a:ext cx="145620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e3767"/>
                </a:solidFill>
                <a:latin typeface="Arial"/>
                <a:ea typeface="Arial"/>
              </a:rPr>
              <a:t>Trunk lean mass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46" name=""/>
          <p:cNvSpPr/>
          <p:nvPr/>
        </p:nvSpPr>
        <p:spPr>
          <a:xfrm>
            <a:off x="2488680" y="5891760"/>
            <a:ext cx="3929040" cy="324720"/>
          </a:xfrm>
          <a:custGeom>
            <a:avLst/>
            <a:gdLst/>
            <a:ahLst/>
            <a:rect l="0" t="0" r="r" b="b"/>
            <a:pathLst>
              <a:path w="10914" h="902">
                <a:moveTo>
                  <a:pt x="0" y="902"/>
                </a:moveTo>
                <a:lnTo>
                  <a:pt x="10914" y="902"/>
                </a:lnTo>
                <a:lnTo>
                  <a:pt x="10914" y="0"/>
                </a:lnTo>
                <a:lnTo>
                  <a:pt x="0" y="0"/>
                </a:lnTo>
                <a:lnTo>
                  <a:pt x="0" y="902"/>
                </a:lnTo>
                <a:close/>
              </a:path>
            </a:pathLst>
          </a:custGeom>
          <a:solidFill>
            <a:srgbClr val="2f58a1">
              <a:alpha val="7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47" name=""/>
          <p:cNvSpPr/>
          <p:nvPr/>
        </p:nvSpPr>
        <p:spPr>
          <a:xfrm>
            <a:off x="2488680" y="5891760"/>
            <a:ext cx="3929040" cy="324720"/>
          </a:xfrm>
          <a:custGeom>
            <a:avLst/>
            <a:gdLst/>
            <a:ahLst/>
            <a:rect l="0" t="0" r="r" b="b"/>
            <a:pathLst>
              <a:path w="10914" h="902">
                <a:moveTo>
                  <a:pt x="0" y="902"/>
                </a:moveTo>
                <a:lnTo>
                  <a:pt x="10914" y="902"/>
                </a:lnTo>
                <a:lnTo>
                  <a:pt x="10914" y="0"/>
                </a:lnTo>
                <a:lnTo>
                  <a:pt x="0" y="0"/>
                </a:lnTo>
                <a:lnTo>
                  <a:pt x="0" y="902"/>
                </a:lnTo>
                <a:close/>
              </a:path>
            </a:pathLst>
          </a:custGeom>
          <a:noFill/>
          <a:ln w="12600">
            <a:solidFill>
              <a:srgbClr val="2f58a1">
                <a:alpha val="70000"/>
              </a:srgbClr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48" name=""/>
          <p:cNvSpPr txBox="1"/>
          <p:nvPr/>
        </p:nvSpPr>
        <p:spPr>
          <a:xfrm>
            <a:off x="1008000" y="6068520"/>
            <a:ext cx="59364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e3767"/>
                </a:solidFill>
                <a:latin typeface="Arial"/>
                <a:ea typeface="Arial"/>
              </a:rPr>
              <a:t>at 22 Ω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49" name=""/>
          <p:cNvSpPr txBox="1"/>
          <p:nvPr/>
        </p:nvSpPr>
        <p:spPr>
          <a:xfrm>
            <a:off x="6509520" y="5954760"/>
            <a:ext cx="49608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26kg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50" name=""/>
          <p:cNvSpPr/>
          <p:nvPr/>
        </p:nvSpPr>
        <p:spPr>
          <a:xfrm>
            <a:off x="2488680" y="6330600"/>
            <a:ext cx="5643720" cy="323280"/>
          </a:xfrm>
          <a:custGeom>
            <a:avLst/>
            <a:gdLst/>
            <a:ahLst/>
            <a:rect l="0" t="0" r="r" b="b"/>
            <a:pathLst>
              <a:path w="15677" h="898">
                <a:moveTo>
                  <a:pt x="0" y="898"/>
                </a:moveTo>
                <a:lnTo>
                  <a:pt x="15677" y="898"/>
                </a:lnTo>
                <a:lnTo>
                  <a:pt x="15677" y="0"/>
                </a:lnTo>
                <a:lnTo>
                  <a:pt x="0" y="0"/>
                </a:lnTo>
                <a:lnTo>
                  <a:pt x="0" y="898"/>
                </a:lnTo>
                <a:close/>
              </a:path>
            </a:pathLst>
          </a:custGeom>
          <a:solidFill>
            <a:srgbClr val="2f58a1">
              <a:alpha val="70000"/>
            </a:srgbClr>
          </a:solidFill>
          <a:ln w="12600">
            <a:solidFill>
              <a:srgbClr val="2f58a1">
                <a:alpha val="70000"/>
              </a:srgbClr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51" name=""/>
          <p:cNvSpPr txBox="1"/>
          <p:nvPr/>
        </p:nvSpPr>
        <p:spPr>
          <a:xfrm>
            <a:off x="1014480" y="6404760"/>
            <a:ext cx="39384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c00000"/>
                </a:solidFill>
                <a:latin typeface="Arial"/>
                <a:ea typeface="Arial"/>
              </a:rPr>
              <a:t>- 4 Ω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52" name=""/>
          <p:cNvSpPr/>
          <p:nvPr/>
        </p:nvSpPr>
        <p:spPr>
          <a:xfrm>
            <a:off x="6504840" y="5785560"/>
            <a:ext cx="1643400" cy="213840"/>
          </a:xfrm>
          <a:custGeom>
            <a:avLst/>
            <a:gdLst/>
            <a:ahLst/>
            <a:rect l="0" t="0" r="r" b="b"/>
            <a:pathLst>
              <a:path fill="none" w="4565" h="594">
                <a:moveTo>
                  <a:pt x="0" y="594"/>
                </a:moveTo>
                <a:cubicBezTo>
                  <a:pt x="0" y="267"/>
                  <a:pt x="23" y="0"/>
                  <a:pt x="50" y="0"/>
                </a:cubicBezTo>
                <a:lnTo>
                  <a:pt x="4516" y="0"/>
                </a:lnTo>
                <a:cubicBezTo>
                  <a:pt x="4543" y="0"/>
                  <a:pt x="4565" y="267"/>
                  <a:pt x="4565" y="594"/>
                </a:cubicBezTo>
              </a:path>
            </a:pathLst>
          </a:custGeom>
          <a:ln w="37800">
            <a:solidFill>
              <a:srgbClr val="c00000">
                <a:alpha val="70000"/>
              </a:srgbClr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53" name=""/>
          <p:cNvSpPr/>
          <p:nvPr/>
        </p:nvSpPr>
        <p:spPr>
          <a:xfrm>
            <a:off x="4989240" y="6277320"/>
            <a:ext cx="213840" cy="378000"/>
          </a:xfrm>
          <a:custGeom>
            <a:avLst/>
            <a:gdLst/>
            <a:ahLst/>
            <a:rect l="0" t="0" r="r" b="b"/>
            <a:pathLst>
              <a:path w="594" h="1050">
                <a:moveTo>
                  <a:pt x="61" y="1050"/>
                </a:moveTo>
                <a:cubicBezTo>
                  <a:pt x="94" y="1050"/>
                  <a:pt x="120" y="933"/>
                  <a:pt x="120" y="787"/>
                </a:cubicBezTo>
                <a:cubicBezTo>
                  <a:pt x="120" y="642"/>
                  <a:pt x="94" y="525"/>
                  <a:pt x="61" y="525"/>
                </a:cubicBezTo>
                <a:cubicBezTo>
                  <a:pt x="27" y="525"/>
                  <a:pt x="0" y="407"/>
                  <a:pt x="0" y="262"/>
                </a:cubicBezTo>
                <a:cubicBezTo>
                  <a:pt x="0" y="117"/>
                  <a:pt x="27" y="0"/>
                  <a:pt x="61" y="0"/>
                </a:cubicBezTo>
                <a:lnTo>
                  <a:pt x="535" y="0"/>
                </a:lnTo>
                <a:cubicBezTo>
                  <a:pt x="502" y="0"/>
                  <a:pt x="476" y="117"/>
                  <a:pt x="476" y="262"/>
                </a:cubicBezTo>
                <a:cubicBezTo>
                  <a:pt x="476" y="407"/>
                  <a:pt x="502" y="525"/>
                  <a:pt x="535" y="525"/>
                </a:cubicBezTo>
                <a:cubicBezTo>
                  <a:pt x="568" y="525"/>
                  <a:pt x="594" y="642"/>
                  <a:pt x="594" y="787"/>
                </a:cubicBezTo>
                <a:cubicBezTo>
                  <a:pt x="594" y="933"/>
                  <a:pt x="568" y="1050"/>
                  <a:pt x="535" y="1050"/>
                </a:cubicBezTo>
                <a:lnTo>
                  <a:pt x="61" y="105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54" name=""/>
          <p:cNvSpPr/>
          <p:nvPr/>
        </p:nvSpPr>
        <p:spPr>
          <a:xfrm>
            <a:off x="4989240" y="5847480"/>
            <a:ext cx="224640" cy="358560"/>
          </a:xfrm>
          <a:custGeom>
            <a:avLst/>
            <a:gdLst/>
            <a:ahLst/>
            <a:rect l="0" t="0" r="r" b="b"/>
            <a:pathLst>
              <a:path w="624" h="996">
                <a:moveTo>
                  <a:pt x="63" y="996"/>
                </a:moveTo>
                <a:cubicBezTo>
                  <a:pt x="97" y="996"/>
                  <a:pt x="125" y="884"/>
                  <a:pt x="125" y="747"/>
                </a:cubicBezTo>
                <a:cubicBezTo>
                  <a:pt x="125" y="610"/>
                  <a:pt x="97" y="498"/>
                  <a:pt x="63" y="498"/>
                </a:cubicBezTo>
                <a:cubicBezTo>
                  <a:pt x="28" y="498"/>
                  <a:pt x="0" y="387"/>
                  <a:pt x="0" y="250"/>
                </a:cubicBezTo>
                <a:cubicBezTo>
                  <a:pt x="0" y="111"/>
                  <a:pt x="28" y="0"/>
                  <a:pt x="63" y="0"/>
                </a:cubicBezTo>
                <a:lnTo>
                  <a:pt x="562" y="0"/>
                </a:lnTo>
                <a:cubicBezTo>
                  <a:pt x="527" y="0"/>
                  <a:pt x="499" y="111"/>
                  <a:pt x="499" y="250"/>
                </a:cubicBezTo>
                <a:cubicBezTo>
                  <a:pt x="499" y="387"/>
                  <a:pt x="527" y="498"/>
                  <a:pt x="562" y="498"/>
                </a:cubicBezTo>
                <a:cubicBezTo>
                  <a:pt x="596" y="498"/>
                  <a:pt x="624" y="610"/>
                  <a:pt x="624" y="747"/>
                </a:cubicBezTo>
                <a:cubicBezTo>
                  <a:pt x="624" y="884"/>
                  <a:pt x="596" y="996"/>
                  <a:pt x="562" y="996"/>
                </a:cubicBezTo>
                <a:lnTo>
                  <a:pt x="63" y="99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55" name=""/>
          <p:cNvSpPr txBox="1"/>
          <p:nvPr/>
        </p:nvSpPr>
        <p:spPr>
          <a:xfrm>
            <a:off x="8276040" y="6419520"/>
            <a:ext cx="49608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31kg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56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5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5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6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661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3662" name="" descr=""/>
          <p:cNvPicPr/>
          <p:nvPr/>
        </p:nvPicPr>
        <p:blipFill>
          <a:blip r:embed="rId2"/>
          <a:stretch/>
        </p:blipFill>
        <p:spPr>
          <a:xfrm>
            <a:off x="2891160" y="1338120"/>
            <a:ext cx="1360440" cy="2428920"/>
          </a:xfrm>
          <a:prstGeom prst="rect">
            <a:avLst/>
          </a:prstGeom>
          <a:ln w="0">
            <a:noFill/>
          </a:ln>
        </p:spPr>
      </p:pic>
      <p:sp>
        <p:nvSpPr>
          <p:cNvPr id="13663" name=""/>
          <p:cNvSpPr/>
          <p:nvPr/>
        </p:nvSpPr>
        <p:spPr>
          <a:xfrm>
            <a:off x="3545640" y="1933920"/>
            <a:ext cx="317880" cy="754560"/>
          </a:xfrm>
          <a:custGeom>
            <a:avLst/>
            <a:gdLst/>
            <a:ahLst/>
            <a:rect l="0" t="0" r="r" b="b"/>
            <a:pathLst>
              <a:path fill="none" w="883" h="2096">
                <a:moveTo>
                  <a:pt x="0" y="0"/>
                </a:moveTo>
                <a:cubicBezTo>
                  <a:pt x="82" y="23"/>
                  <a:pt x="-20" y="-5"/>
                  <a:pt x="95" y="20"/>
                </a:cubicBezTo>
                <a:cubicBezTo>
                  <a:pt x="108" y="23"/>
                  <a:pt x="119" y="28"/>
                  <a:pt x="131" y="30"/>
                </a:cubicBezTo>
                <a:cubicBezTo>
                  <a:pt x="180" y="40"/>
                  <a:pt x="215" y="40"/>
                  <a:pt x="262" y="51"/>
                </a:cubicBezTo>
                <a:cubicBezTo>
                  <a:pt x="288" y="57"/>
                  <a:pt x="311" y="65"/>
                  <a:pt x="335" y="72"/>
                </a:cubicBezTo>
                <a:lnTo>
                  <a:pt x="370" y="82"/>
                </a:lnTo>
                <a:lnTo>
                  <a:pt x="406" y="92"/>
                </a:lnTo>
                <a:cubicBezTo>
                  <a:pt x="448" y="116"/>
                  <a:pt x="483" y="130"/>
                  <a:pt x="514" y="164"/>
                </a:cubicBezTo>
                <a:cubicBezTo>
                  <a:pt x="531" y="183"/>
                  <a:pt x="552" y="202"/>
                  <a:pt x="561" y="226"/>
                </a:cubicBezTo>
                <a:lnTo>
                  <a:pt x="585" y="287"/>
                </a:lnTo>
                <a:lnTo>
                  <a:pt x="621" y="380"/>
                </a:lnTo>
                <a:lnTo>
                  <a:pt x="633" y="411"/>
                </a:lnTo>
                <a:cubicBezTo>
                  <a:pt x="637" y="595"/>
                  <a:pt x="637" y="780"/>
                  <a:pt x="645" y="965"/>
                </a:cubicBezTo>
                <a:cubicBezTo>
                  <a:pt x="645" y="976"/>
                  <a:pt x="653" y="986"/>
                  <a:pt x="657" y="996"/>
                </a:cubicBezTo>
                <a:cubicBezTo>
                  <a:pt x="661" y="1010"/>
                  <a:pt x="664" y="1024"/>
                  <a:pt x="669" y="1037"/>
                </a:cubicBezTo>
                <a:cubicBezTo>
                  <a:pt x="676" y="1058"/>
                  <a:pt x="687" y="1077"/>
                  <a:pt x="692" y="1099"/>
                </a:cubicBezTo>
                <a:cubicBezTo>
                  <a:pt x="707" y="1161"/>
                  <a:pt x="698" y="1133"/>
                  <a:pt x="716" y="1181"/>
                </a:cubicBezTo>
                <a:cubicBezTo>
                  <a:pt x="720" y="1205"/>
                  <a:pt x="722" y="1229"/>
                  <a:pt x="728" y="1253"/>
                </a:cubicBezTo>
                <a:cubicBezTo>
                  <a:pt x="731" y="1263"/>
                  <a:pt x="739" y="1273"/>
                  <a:pt x="740" y="1284"/>
                </a:cubicBezTo>
                <a:cubicBezTo>
                  <a:pt x="781" y="1598"/>
                  <a:pt x="731" y="1330"/>
                  <a:pt x="764" y="1499"/>
                </a:cubicBezTo>
                <a:cubicBezTo>
                  <a:pt x="771" y="1589"/>
                  <a:pt x="770" y="1644"/>
                  <a:pt x="788" y="1725"/>
                </a:cubicBezTo>
                <a:cubicBezTo>
                  <a:pt x="809" y="1828"/>
                  <a:pt x="797" y="1684"/>
                  <a:pt x="823" y="1869"/>
                </a:cubicBezTo>
                <a:cubicBezTo>
                  <a:pt x="846" y="2023"/>
                  <a:pt x="822" y="1902"/>
                  <a:pt x="847" y="1983"/>
                </a:cubicBezTo>
                <a:cubicBezTo>
                  <a:pt x="856" y="2010"/>
                  <a:pt x="861" y="2039"/>
                  <a:pt x="871" y="2065"/>
                </a:cubicBezTo>
                <a:lnTo>
                  <a:pt x="883" y="2096"/>
                </a:lnTo>
              </a:path>
            </a:pathLst>
          </a:custGeom>
          <a:ln w="56880">
            <a:solidFill>
              <a:srgbClr val="ff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64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65" name=""/>
          <p:cNvSpPr txBox="1"/>
          <p:nvPr/>
        </p:nvSpPr>
        <p:spPr>
          <a:xfrm>
            <a:off x="4274280" y="2300400"/>
            <a:ext cx="11710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548235"/>
                </a:solidFill>
                <a:latin typeface="Calibri"/>
                <a:ea typeface="Calibri"/>
              </a:rPr>
              <a:t>Voltage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is checked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66" name=""/>
          <p:cNvSpPr txBox="1"/>
          <p:nvPr/>
        </p:nvSpPr>
        <p:spPr>
          <a:xfrm>
            <a:off x="4274280" y="2483280"/>
            <a:ext cx="19695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from left thumb to right thumb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67" name=""/>
          <p:cNvSpPr txBox="1"/>
          <p:nvPr/>
        </p:nvSpPr>
        <p:spPr>
          <a:xfrm>
            <a:off x="1635120" y="2300400"/>
            <a:ext cx="12337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ffc000"/>
                </a:solidFill>
                <a:latin typeface="Calibri"/>
                <a:ea typeface="Calibri"/>
              </a:rPr>
              <a:t>Currents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flow from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68" name=""/>
          <p:cNvSpPr txBox="1"/>
          <p:nvPr/>
        </p:nvSpPr>
        <p:spPr>
          <a:xfrm>
            <a:off x="1183680" y="2483280"/>
            <a:ext cx="16437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Left palm, trunk to left leg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3669" name="" descr=""/>
          <p:cNvPicPr/>
          <p:nvPr/>
        </p:nvPicPr>
        <p:blipFill>
          <a:blip r:embed="rId3"/>
          <a:stretch/>
        </p:blipFill>
        <p:spPr>
          <a:xfrm>
            <a:off x="5599080" y="3848040"/>
            <a:ext cx="1227960" cy="2357280"/>
          </a:xfrm>
          <a:prstGeom prst="rect">
            <a:avLst/>
          </a:prstGeom>
          <a:ln w="0">
            <a:noFill/>
          </a:ln>
        </p:spPr>
      </p:pic>
      <p:sp>
        <p:nvSpPr>
          <p:cNvPr id="13670" name=""/>
          <p:cNvSpPr/>
          <p:nvPr/>
        </p:nvSpPr>
        <p:spPr>
          <a:xfrm flipH="1">
            <a:off x="6189480" y="4438440"/>
            <a:ext cx="1440" cy="589680"/>
          </a:xfrm>
          <a:prstGeom prst="line">
            <a:avLst/>
          </a:prstGeom>
          <a:ln w="18720">
            <a:solidFill>
              <a:srgbClr val="ed7d31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71" name=""/>
          <p:cNvSpPr txBox="1"/>
          <p:nvPr/>
        </p:nvSpPr>
        <p:spPr>
          <a:xfrm>
            <a:off x="2755800" y="3759120"/>
            <a:ext cx="16999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c00000"/>
                </a:solidFill>
                <a:latin typeface="Arial"/>
                <a:ea typeface="Arial"/>
              </a:rPr>
              <a:t>Left Arm </a:t>
            </a:r>
            <a:r>
              <a:rPr b="1" lang="en-US" sz="1200" spc="-1" strike="noStrike">
                <a:solidFill>
                  <a:srgbClr val="000000"/>
                </a:solidFill>
                <a:latin typeface="Arial"/>
                <a:ea typeface="Arial"/>
              </a:rPr>
              <a:t>Measurement;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72" name=""/>
          <p:cNvSpPr txBox="1"/>
          <p:nvPr/>
        </p:nvSpPr>
        <p:spPr>
          <a:xfrm>
            <a:off x="6924600" y="4803840"/>
            <a:ext cx="11710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548235"/>
                </a:solidFill>
                <a:latin typeface="Calibri"/>
                <a:ea typeface="Calibri"/>
              </a:rPr>
              <a:t>Voltage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is checked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73" name=""/>
          <p:cNvSpPr txBox="1"/>
          <p:nvPr/>
        </p:nvSpPr>
        <p:spPr>
          <a:xfrm>
            <a:off x="6924600" y="4986720"/>
            <a:ext cx="20109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from left thumb to left rear sole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74" name=""/>
          <p:cNvSpPr txBox="1"/>
          <p:nvPr/>
        </p:nvSpPr>
        <p:spPr>
          <a:xfrm>
            <a:off x="4285440" y="4803840"/>
            <a:ext cx="12337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ffc000"/>
                </a:solidFill>
                <a:latin typeface="Calibri"/>
                <a:ea typeface="Calibri"/>
              </a:rPr>
              <a:t>Currents</a:t>
            </a:r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 flow from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75" name=""/>
          <p:cNvSpPr txBox="1"/>
          <p:nvPr/>
        </p:nvSpPr>
        <p:spPr>
          <a:xfrm>
            <a:off x="3686400" y="4986720"/>
            <a:ext cx="1797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right palm to right front sole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76" name=""/>
          <p:cNvSpPr txBox="1"/>
          <p:nvPr/>
        </p:nvSpPr>
        <p:spPr>
          <a:xfrm>
            <a:off x="5405760" y="6262200"/>
            <a:ext cx="149724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c00000"/>
                </a:solidFill>
                <a:latin typeface="Arial"/>
                <a:ea typeface="Arial"/>
              </a:rPr>
              <a:t>Trunk </a:t>
            </a:r>
            <a:r>
              <a:rPr b="1" lang="en-US" sz="1200" spc="-1" strike="noStrike">
                <a:solidFill>
                  <a:srgbClr val="000000"/>
                </a:solidFill>
                <a:latin typeface="Arial"/>
                <a:ea typeface="Arial"/>
              </a:rPr>
              <a:t>Measurement;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77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7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67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8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8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3682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3683" name=""/>
          <p:cNvSpPr/>
          <p:nvPr/>
        </p:nvSpPr>
        <p:spPr>
          <a:xfrm>
            <a:off x="1889640" y="2433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8a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84" name=""/>
          <p:cNvSpPr/>
          <p:nvPr/>
        </p:nvSpPr>
        <p:spPr>
          <a:xfrm>
            <a:off x="1889640" y="2441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8a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85" name=""/>
          <p:cNvSpPr/>
          <p:nvPr/>
        </p:nvSpPr>
        <p:spPr>
          <a:xfrm>
            <a:off x="1889640" y="2448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7a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86" name=""/>
          <p:cNvSpPr/>
          <p:nvPr/>
        </p:nvSpPr>
        <p:spPr>
          <a:xfrm>
            <a:off x="1889640" y="2456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6a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87" name=""/>
          <p:cNvSpPr/>
          <p:nvPr/>
        </p:nvSpPr>
        <p:spPr>
          <a:xfrm>
            <a:off x="1889640" y="24638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76a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88" name=""/>
          <p:cNvSpPr/>
          <p:nvPr/>
        </p:nvSpPr>
        <p:spPr>
          <a:xfrm>
            <a:off x="1889640" y="24710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5a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89" name=""/>
          <p:cNvSpPr/>
          <p:nvPr/>
        </p:nvSpPr>
        <p:spPr>
          <a:xfrm>
            <a:off x="1889640" y="2478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5a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0" name=""/>
          <p:cNvSpPr/>
          <p:nvPr/>
        </p:nvSpPr>
        <p:spPr>
          <a:xfrm>
            <a:off x="1889640" y="2486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4a1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1" name=""/>
          <p:cNvSpPr/>
          <p:nvPr/>
        </p:nvSpPr>
        <p:spPr>
          <a:xfrm>
            <a:off x="1889640" y="2493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3a1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2" name=""/>
          <p:cNvSpPr/>
          <p:nvPr/>
        </p:nvSpPr>
        <p:spPr>
          <a:xfrm>
            <a:off x="1889640" y="2501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3a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3" name=""/>
          <p:cNvSpPr/>
          <p:nvPr/>
        </p:nvSpPr>
        <p:spPr>
          <a:xfrm>
            <a:off x="1889640" y="25088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72a0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4" name=""/>
          <p:cNvSpPr/>
          <p:nvPr/>
        </p:nvSpPr>
        <p:spPr>
          <a:xfrm>
            <a:off x="1889640" y="25164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1a0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5" name=""/>
          <p:cNvSpPr/>
          <p:nvPr/>
        </p:nvSpPr>
        <p:spPr>
          <a:xfrm>
            <a:off x="1889640" y="25239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71a0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6" name=""/>
          <p:cNvSpPr/>
          <p:nvPr/>
        </p:nvSpPr>
        <p:spPr>
          <a:xfrm>
            <a:off x="1889640" y="2531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0a0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7" name=""/>
          <p:cNvSpPr/>
          <p:nvPr/>
        </p:nvSpPr>
        <p:spPr>
          <a:xfrm>
            <a:off x="1889640" y="2538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f9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8" name=""/>
          <p:cNvSpPr/>
          <p:nvPr/>
        </p:nvSpPr>
        <p:spPr>
          <a:xfrm>
            <a:off x="1889640" y="2546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f9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699" name=""/>
          <p:cNvSpPr/>
          <p:nvPr/>
        </p:nvSpPr>
        <p:spPr>
          <a:xfrm>
            <a:off x="1889640" y="25538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e9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0" name=""/>
          <p:cNvSpPr/>
          <p:nvPr/>
        </p:nvSpPr>
        <p:spPr>
          <a:xfrm>
            <a:off x="1889640" y="25614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d9e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1" name=""/>
          <p:cNvSpPr/>
          <p:nvPr/>
        </p:nvSpPr>
        <p:spPr>
          <a:xfrm>
            <a:off x="1889640" y="25689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d9e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2" name=""/>
          <p:cNvSpPr/>
          <p:nvPr/>
        </p:nvSpPr>
        <p:spPr>
          <a:xfrm>
            <a:off x="1889640" y="25765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c9e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3" name=""/>
          <p:cNvSpPr/>
          <p:nvPr/>
        </p:nvSpPr>
        <p:spPr>
          <a:xfrm>
            <a:off x="1889640" y="258408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6c9d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4" name=""/>
          <p:cNvSpPr/>
          <p:nvPr/>
        </p:nvSpPr>
        <p:spPr>
          <a:xfrm>
            <a:off x="1889640" y="2591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b9d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5" name=""/>
          <p:cNvSpPr/>
          <p:nvPr/>
        </p:nvSpPr>
        <p:spPr>
          <a:xfrm>
            <a:off x="1889640" y="25988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a9d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6" name=""/>
          <p:cNvSpPr/>
          <p:nvPr/>
        </p:nvSpPr>
        <p:spPr>
          <a:xfrm>
            <a:off x="1889640" y="26064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a9c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7" name=""/>
          <p:cNvSpPr/>
          <p:nvPr/>
        </p:nvSpPr>
        <p:spPr>
          <a:xfrm>
            <a:off x="1889640" y="26139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99c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8" name=""/>
          <p:cNvSpPr/>
          <p:nvPr/>
        </p:nvSpPr>
        <p:spPr>
          <a:xfrm>
            <a:off x="1889640" y="26215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89c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09" name=""/>
          <p:cNvSpPr/>
          <p:nvPr/>
        </p:nvSpPr>
        <p:spPr>
          <a:xfrm>
            <a:off x="1889640" y="26290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89b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0" name=""/>
          <p:cNvSpPr/>
          <p:nvPr/>
        </p:nvSpPr>
        <p:spPr>
          <a:xfrm>
            <a:off x="1889640" y="26366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679b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1" name=""/>
          <p:cNvSpPr/>
          <p:nvPr/>
        </p:nvSpPr>
        <p:spPr>
          <a:xfrm>
            <a:off x="1889640" y="26438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69b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2" name=""/>
          <p:cNvSpPr/>
          <p:nvPr/>
        </p:nvSpPr>
        <p:spPr>
          <a:xfrm>
            <a:off x="1889640" y="26514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69a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3" name=""/>
          <p:cNvSpPr/>
          <p:nvPr/>
        </p:nvSpPr>
        <p:spPr>
          <a:xfrm>
            <a:off x="1889640" y="26589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59a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4" name=""/>
          <p:cNvSpPr/>
          <p:nvPr/>
        </p:nvSpPr>
        <p:spPr>
          <a:xfrm>
            <a:off x="1889640" y="26665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49a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5" name=""/>
          <p:cNvSpPr/>
          <p:nvPr/>
        </p:nvSpPr>
        <p:spPr>
          <a:xfrm>
            <a:off x="1889640" y="26740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499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6" name=""/>
          <p:cNvSpPr/>
          <p:nvPr/>
        </p:nvSpPr>
        <p:spPr>
          <a:xfrm>
            <a:off x="1889640" y="26816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6399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7" name=""/>
          <p:cNvSpPr/>
          <p:nvPr/>
        </p:nvSpPr>
        <p:spPr>
          <a:xfrm>
            <a:off x="1889640" y="26892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399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8" name=""/>
          <p:cNvSpPr/>
          <p:nvPr/>
        </p:nvSpPr>
        <p:spPr>
          <a:xfrm>
            <a:off x="1889640" y="26967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6298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19" name=""/>
          <p:cNvSpPr/>
          <p:nvPr/>
        </p:nvSpPr>
        <p:spPr>
          <a:xfrm>
            <a:off x="1889640" y="27039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198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0" name=""/>
          <p:cNvSpPr/>
          <p:nvPr/>
        </p:nvSpPr>
        <p:spPr>
          <a:xfrm>
            <a:off x="1889640" y="27115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198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1" name=""/>
          <p:cNvSpPr/>
          <p:nvPr/>
        </p:nvSpPr>
        <p:spPr>
          <a:xfrm>
            <a:off x="1889640" y="27190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098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2" name=""/>
          <p:cNvSpPr/>
          <p:nvPr/>
        </p:nvSpPr>
        <p:spPr>
          <a:xfrm>
            <a:off x="1889640" y="27266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f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3" name=""/>
          <p:cNvSpPr/>
          <p:nvPr/>
        </p:nvSpPr>
        <p:spPr>
          <a:xfrm>
            <a:off x="1889640" y="27342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f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4" name=""/>
          <p:cNvSpPr/>
          <p:nvPr/>
        </p:nvSpPr>
        <p:spPr>
          <a:xfrm>
            <a:off x="1889640" y="27417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e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5" name=""/>
          <p:cNvSpPr/>
          <p:nvPr/>
        </p:nvSpPr>
        <p:spPr>
          <a:xfrm>
            <a:off x="1889640" y="27493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d96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6" name=""/>
          <p:cNvSpPr/>
          <p:nvPr/>
        </p:nvSpPr>
        <p:spPr>
          <a:xfrm>
            <a:off x="1889640" y="275688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5d96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7" name=""/>
          <p:cNvSpPr/>
          <p:nvPr/>
        </p:nvSpPr>
        <p:spPr>
          <a:xfrm>
            <a:off x="1889640" y="27640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c96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8" name=""/>
          <p:cNvSpPr/>
          <p:nvPr/>
        </p:nvSpPr>
        <p:spPr>
          <a:xfrm>
            <a:off x="1889640" y="27716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c9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29" name=""/>
          <p:cNvSpPr/>
          <p:nvPr/>
        </p:nvSpPr>
        <p:spPr>
          <a:xfrm>
            <a:off x="1889640" y="27792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b9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0" name=""/>
          <p:cNvSpPr/>
          <p:nvPr/>
        </p:nvSpPr>
        <p:spPr>
          <a:xfrm>
            <a:off x="1889640" y="27867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a9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1" name=""/>
          <p:cNvSpPr/>
          <p:nvPr/>
        </p:nvSpPr>
        <p:spPr>
          <a:xfrm>
            <a:off x="1889640" y="27943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a94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2" name=""/>
          <p:cNvSpPr/>
          <p:nvPr/>
        </p:nvSpPr>
        <p:spPr>
          <a:xfrm>
            <a:off x="1889640" y="28018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994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3" name=""/>
          <p:cNvSpPr/>
          <p:nvPr/>
        </p:nvSpPr>
        <p:spPr>
          <a:xfrm>
            <a:off x="1889640" y="28094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5894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4" name=""/>
          <p:cNvSpPr/>
          <p:nvPr/>
        </p:nvSpPr>
        <p:spPr>
          <a:xfrm>
            <a:off x="1889640" y="28166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893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5" name=""/>
          <p:cNvSpPr/>
          <p:nvPr/>
        </p:nvSpPr>
        <p:spPr>
          <a:xfrm>
            <a:off x="1889640" y="28242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793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6" name=""/>
          <p:cNvSpPr/>
          <p:nvPr/>
        </p:nvSpPr>
        <p:spPr>
          <a:xfrm>
            <a:off x="1889640" y="28317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693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7" name=""/>
          <p:cNvSpPr/>
          <p:nvPr/>
        </p:nvSpPr>
        <p:spPr>
          <a:xfrm>
            <a:off x="1889640" y="28393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692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8" name=""/>
          <p:cNvSpPr/>
          <p:nvPr/>
        </p:nvSpPr>
        <p:spPr>
          <a:xfrm>
            <a:off x="1889640" y="28468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592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39" name=""/>
          <p:cNvSpPr/>
          <p:nvPr/>
        </p:nvSpPr>
        <p:spPr>
          <a:xfrm>
            <a:off x="1889640" y="28544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5492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0" name=""/>
          <p:cNvSpPr/>
          <p:nvPr/>
        </p:nvSpPr>
        <p:spPr>
          <a:xfrm>
            <a:off x="1889640" y="28620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491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1" name=""/>
          <p:cNvSpPr/>
          <p:nvPr/>
        </p:nvSpPr>
        <p:spPr>
          <a:xfrm>
            <a:off x="1889640" y="28695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5391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2" name=""/>
          <p:cNvSpPr/>
          <p:nvPr/>
        </p:nvSpPr>
        <p:spPr>
          <a:xfrm>
            <a:off x="1889640" y="28767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391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3" name=""/>
          <p:cNvSpPr/>
          <p:nvPr/>
        </p:nvSpPr>
        <p:spPr>
          <a:xfrm>
            <a:off x="1889640" y="28843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290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4" name=""/>
          <p:cNvSpPr/>
          <p:nvPr/>
        </p:nvSpPr>
        <p:spPr>
          <a:xfrm>
            <a:off x="1889640" y="28918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190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5" name=""/>
          <p:cNvSpPr/>
          <p:nvPr/>
        </p:nvSpPr>
        <p:spPr>
          <a:xfrm>
            <a:off x="1889640" y="28994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190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6" name=""/>
          <p:cNvSpPr/>
          <p:nvPr/>
        </p:nvSpPr>
        <p:spPr>
          <a:xfrm>
            <a:off x="1889640" y="29070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08f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7" name=""/>
          <p:cNvSpPr/>
          <p:nvPr/>
        </p:nvSpPr>
        <p:spPr>
          <a:xfrm>
            <a:off x="1889640" y="29145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f8f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8" name=""/>
          <p:cNvSpPr/>
          <p:nvPr/>
        </p:nvSpPr>
        <p:spPr>
          <a:xfrm>
            <a:off x="1889640" y="292212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4f8f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49" name=""/>
          <p:cNvSpPr/>
          <p:nvPr/>
        </p:nvSpPr>
        <p:spPr>
          <a:xfrm>
            <a:off x="1889640" y="29293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e8f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0" name=""/>
          <p:cNvSpPr/>
          <p:nvPr/>
        </p:nvSpPr>
        <p:spPr>
          <a:xfrm>
            <a:off x="1889640" y="29368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d8e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1" name=""/>
          <p:cNvSpPr/>
          <p:nvPr/>
        </p:nvSpPr>
        <p:spPr>
          <a:xfrm>
            <a:off x="1889640" y="29444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d8e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2" name=""/>
          <p:cNvSpPr/>
          <p:nvPr/>
        </p:nvSpPr>
        <p:spPr>
          <a:xfrm>
            <a:off x="1889640" y="29520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c8e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3" name=""/>
          <p:cNvSpPr/>
          <p:nvPr/>
        </p:nvSpPr>
        <p:spPr>
          <a:xfrm>
            <a:off x="1889640" y="29595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c8d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4" name=""/>
          <p:cNvSpPr/>
          <p:nvPr/>
        </p:nvSpPr>
        <p:spPr>
          <a:xfrm>
            <a:off x="1889640" y="29671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b8d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5" name=""/>
          <p:cNvSpPr/>
          <p:nvPr/>
        </p:nvSpPr>
        <p:spPr>
          <a:xfrm>
            <a:off x="1889640" y="29746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a8d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6" name=""/>
          <p:cNvSpPr/>
          <p:nvPr/>
        </p:nvSpPr>
        <p:spPr>
          <a:xfrm>
            <a:off x="1889640" y="29822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4a8c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7" name=""/>
          <p:cNvSpPr/>
          <p:nvPr/>
        </p:nvSpPr>
        <p:spPr>
          <a:xfrm>
            <a:off x="1889640" y="29894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98c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8" name=""/>
          <p:cNvSpPr/>
          <p:nvPr/>
        </p:nvSpPr>
        <p:spPr>
          <a:xfrm>
            <a:off x="1889640" y="29970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88c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59" name=""/>
          <p:cNvSpPr/>
          <p:nvPr/>
        </p:nvSpPr>
        <p:spPr>
          <a:xfrm>
            <a:off x="1889640" y="30045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88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0" name=""/>
          <p:cNvSpPr/>
          <p:nvPr/>
        </p:nvSpPr>
        <p:spPr>
          <a:xfrm>
            <a:off x="1889640" y="30121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78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1" name=""/>
          <p:cNvSpPr/>
          <p:nvPr/>
        </p:nvSpPr>
        <p:spPr>
          <a:xfrm>
            <a:off x="1889640" y="30196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68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2" name=""/>
          <p:cNvSpPr/>
          <p:nvPr/>
        </p:nvSpPr>
        <p:spPr>
          <a:xfrm>
            <a:off x="1889640" y="30272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468a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3" name=""/>
          <p:cNvSpPr/>
          <p:nvPr/>
        </p:nvSpPr>
        <p:spPr>
          <a:xfrm>
            <a:off x="1889640" y="30348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58a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4" name=""/>
          <p:cNvSpPr/>
          <p:nvPr/>
        </p:nvSpPr>
        <p:spPr>
          <a:xfrm>
            <a:off x="1889640" y="30423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448a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5" name=""/>
          <p:cNvSpPr/>
          <p:nvPr/>
        </p:nvSpPr>
        <p:spPr>
          <a:xfrm>
            <a:off x="1889640" y="30495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489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6" name=""/>
          <p:cNvSpPr/>
          <p:nvPr/>
        </p:nvSpPr>
        <p:spPr>
          <a:xfrm>
            <a:off x="1889640" y="30571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389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7" name=""/>
          <p:cNvSpPr/>
          <p:nvPr/>
        </p:nvSpPr>
        <p:spPr>
          <a:xfrm>
            <a:off x="1889640" y="30646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389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8" name=""/>
          <p:cNvSpPr/>
          <p:nvPr/>
        </p:nvSpPr>
        <p:spPr>
          <a:xfrm>
            <a:off x="1889640" y="30722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28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69" name=""/>
          <p:cNvSpPr/>
          <p:nvPr/>
        </p:nvSpPr>
        <p:spPr>
          <a:xfrm>
            <a:off x="1889640" y="30798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18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0" name=""/>
          <p:cNvSpPr/>
          <p:nvPr/>
        </p:nvSpPr>
        <p:spPr>
          <a:xfrm>
            <a:off x="1889640" y="30873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18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1" name=""/>
          <p:cNvSpPr/>
          <p:nvPr/>
        </p:nvSpPr>
        <p:spPr>
          <a:xfrm>
            <a:off x="1889640" y="309492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408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2" name=""/>
          <p:cNvSpPr/>
          <p:nvPr/>
        </p:nvSpPr>
        <p:spPr>
          <a:xfrm>
            <a:off x="1889640" y="31021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f8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3" name=""/>
          <p:cNvSpPr/>
          <p:nvPr/>
        </p:nvSpPr>
        <p:spPr>
          <a:xfrm>
            <a:off x="1889640" y="31096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f8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4" name=""/>
          <p:cNvSpPr/>
          <p:nvPr/>
        </p:nvSpPr>
        <p:spPr>
          <a:xfrm>
            <a:off x="1889640" y="31172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e8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5" name=""/>
          <p:cNvSpPr/>
          <p:nvPr/>
        </p:nvSpPr>
        <p:spPr>
          <a:xfrm>
            <a:off x="1889640" y="31248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d86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6" name=""/>
          <p:cNvSpPr/>
          <p:nvPr/>
        </p:nvSpPr>
        <p:spPr>
          <a:xfrm>
            <a:off x="1889640" y="31323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d86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7" name=""/>
          <p:cNvSpPr/>
          <p:nvPr/>
        </p:nvSpPr>
        <p:spPr>
          <a:xfrm>
            <a:off x="1889640" y="31399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c8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8" name=""/>
          <p:cNvSpPr/>
          <p:nvPr/>
        </p:nvSpPr>
        <p:spPr>
          <a:xfrm>
            <a:off x="1889640" y="3147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b85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79" name=""/>
          <p:cNvSpPr/>
          <p:nvPr/>
        </p:nvSpPr>
        <p:spPr>
          <a:xfrm>
            <a:off x="1889640" y="31550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3b85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0" name=""/>
          <p:cNvSpPr/>
          <p:nvPr/>
        </p:nvSpPr>
        <p:spPr>
          <a:xfrm>
            <a:off x="1889640" y="31622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a85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1" name=""/>
          <p:cNvSpPr/>
          <p:nvPr/>
        </p:nvSpPr>
        <p:spPr>
          <a:xfrm>
            <a:off x="1889640" y="31698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a84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2" name=""/>
          <p:cNvSpPr/>
          <p:nvPr/>
        </p:nvSpPr>
        <p:spPr>
          <a:xfrm>
            <a:off x="1889640" y="31773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984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3" name=""/>
          <p:cNvSpPr/>
          <p:nvPr/>
        </p:nvSpPr>
        <p:spPr>
          <a:xfrm>
            <a:off x="1889640" y="31849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884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4" name=""/>
          <p:cNvSpPr/>
          <p:nvPr/>
        </p:nvSpPr>
        <p:spPr>
          <a:xfrm>
            <a:off x="1889640" y="3192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883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5" name=""/>
          <p:cNvSpPr/>
          <p:nvPr/>
        </p:nvSpPr>
        <p:spPr>
          <a:xfrm>
            <a:off x="1889640" y="32000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3783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6" name=""/>
          <p:cNvSpPr/>
          <p:nvPr/>
        </p:nvSpPr>
        <p:spPr>
          <a:xfrm>
            <a:off x="1889640" y="3207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683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7" name=""/>
          <p:cNvSpPr/>
          <p:nvPr/>
        </p:nvSpPr>
        <p:spPr>
          <a:xfrm>
            <a:off x="1889640" y="32151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368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8" name=""/>
          <p:cNvSpPr/>
          <p:nvPr/>
        </p:nvSpPr>
        <p:spPr>
          <a:xfrm>
            <a:off x="1889640" y="32223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58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89" name=""/>
          <p:cNvSpPr/>
          <p:nvPr/>
        </p:nvSpPr>
        <p:spPr>
          <a:xfrm>
            <a:off x="1889640" y="32299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482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0" name=""/>
          <p:cNvSpPr/>
          <p:nvPr/>
        </p:nvSpPr>
        <p:spPr>
          <a:xfrm>
            <a:off x="1889640" y="3237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48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1" name=""/>
          <p:cNvSpPr/>
          <p:nvPr/>
        </p:nvSpPr>
        <p:spPr>
          <a:xfrm>
            <a:off x="1889640" y="32450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38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2" name=""/>
          <p:cNvSpPr/>
          <p:nvPr/>
        </p:nvSpPr>
        <p:spPr>
          <a:xfrm>
            <a:off x="1889640" y="3252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38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3" name=""/>
          <p:cNvSpPr/>
          <p:nvPr/>
        </p:nvSpPr>
        <p:spPr>
          <a:xfrm>
            <a:off x="1889640" y="3260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28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4" name=""/>
          <p:cNvSpPr/>
          <p:nvPr/>
        </p:nvSpPr>
        <p:spPr>
          <a:xfrm>
            <a:off x="1889640" y="326772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318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5" name=""/>
          <p:cNvSpPr/>
          <p:nvPr/>
        </p:nvSpPr>
        <p:spPr>
          <a:xfrm>
            <a:off x="1889640" y="32749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18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6" name=""/>
          <p:cNvSpPr/>
          <p:nvPr/>
        </p:nvSpPr>
        <p:spPr>
          <a:xfrm>
            <a:off x="1889640" y="3282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07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7" name=""/>
          <p:cNvSpPr/>
          <p:nvPr/>
        </p:nvSpPr>
        <p:spPr>
          <a:xfrm>
            <a:off x="1889640" y="32900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f7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8" name=""/>
          <p:cNvSpPr/>
          <p:nvPr/>
        </p:nvSpPr>
        <p:spPr>
          <a:xfrm>
            <a:off x="1889640" y="3297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f7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799" name=""/>
          <p:cNvSpPr/>
          <p:nvPr/>
        </p:nvSpPr>
        <p:spPr>
          <a:xfrm>
            <a:off x="1889640" y="3305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e7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0" name=""/>
          <p:cNvSpPr/>
          <p:nvPr/>
        </p:nvSpPr>
        <p:spPr>
          <a:xfrm>
            <a:off x="1889640" y="3312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d7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1" name=""/>
          <p:cNvSpPr/>
          <p:nvPr/>
        </p:nvSpPr>
        <p:spPr>
          <a:xfrm>
            <a:off x="1889640" y="3320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d7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2" name=""/>
          <p:cNvSpPr/>
          <p:nvPr/>
        </p:nvSpPr>
        <p:spPr>
          <a:xfrm>
            <a:off x="1889640" y="33278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2c7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3" name=""/>
          <p:cNvSpPr/>
          <p:nvPr/>
        </p:nvSpPr>
        <p:spPr>
          <a:xfrm>
            <a:off x="1889640" y="33350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b7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4" name=""/>
          <p:cNvSpPr/>
          <p:nvPr/>
        </p:nvSpPr>
        <p:spPr>
          <a:xfrm>
            <a:off x="1889640" y="3342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b7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5" name=""/>
          <p:cNvSpPr/>
          <p:nvPr/>
        </p:nvSpPr>
        <p:spPr>
          <a:xfrm>
            <a:off x="1889640" y="3350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a7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6" name=""/>
          <p:cNvSpPr/>
          <p:nvPr/>
        </p:nvSpPr>
        <p:spPr>
          <a:xfrm>
            <a:off x="1889640" y="3357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a7c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7" name=""/>
          <p:cNvSpPr/>
          <p:nvPr/>
        </p:nvSpPr>
        <p:spPr>
          <a:xfrm>
            <a:off x="1889640" y="3365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97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8" name=""/>
          <p:cNvSpPr/>
          <p:nvPr/>
        </p:nvSpPr>
        <p:spPr>
          <a:xfrm>
            <a:off x="1889640" y="33728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287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09" name=""/>
          <p:cNvSpPr/>
          <p:nvPr/>
        </p:nvSpPr>
        <p:spPr>
          <a:xfrm>
            <a:off x="1889640" y="338040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287b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10" name=""/>
          <p:cNvSpPr/>
          <p:nvPr/>
        </p:nvSpPr>
        <p:spPr>
          <a:xfrm>
            <a:off x="1889640" y="3387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77b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11" name=""/>
          <p:cNvSpPr/>
          <p:nvPr/>
        </p:nvSpPr>
        <p:spPr>
          <a:xfrm>
            <a:off x="1889640" y="3395160"/>
            <a:ext cx="2350440" cy="962280"/>
          </a:xfrm>
          <a:custGeom>
            <a:avLst/>
            <a:gdLst/>
            <a:ahLst/>
            <a:rect l="0" t="0" r="r" b="b"/>
            <a:pathLst>
              <a:path w="6529" h="2673">
                <a:moveTo>
                  <a:pt x="0" y="0"/>
                </a:moveTo>
                <a:lnTo>
                  <a:pt x="6529" y="0"/>
                </a:lnTo>
                <a:lnTo>
                  <a:pt x="6529" y="2673"/>
                </a:lnTo>
                <a:lnTo>
                  <a:pt x="0" y="2673"/>
                </a:lnTo>
                <a:lnTo>
                  <a:pt x="0" y="0"/>
                </a:lnTo>
                <a:close/>
              </a:path>
            </a:pathLst>
          </a:custGeom>
          <a:solidFill>
            <a:srgbClr val="277b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12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13" name=""/>
          <p:cNvSpPr/>
          <p:nvPr/>
        </p:nvSpPr>
        <p:spPr>
          <a:xfrm>
            <a:off x="1889640" y="43570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3a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14" name=""/>
          <p:cNvSpPr/>
          <p:nvPr/>
        </p:nvSpPr>
        <p:spPr>
          <a:xfrm>
            <a:off x="1889640" y="43610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3aa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15" name=""/>
          <p:cNvSpPr/>
          <p:nvPr/>
        </p:nvSpPr>
        <p:spPr>
          <a:xfrm>
            <a:off x="1889640" y="43650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4aa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16" name=""/>
          <p:cNvSpPr/>
          <p:nvPr/>
        </p:nvSpPr>
        <p:spPr>
          <a:xfrm>
            <a:off x="1889640" y="43689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5aa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17" name=""/>
          <p:cNvSpPr/>
          <p:nvPr/>
        </p:nvSpPr>
        <p:spPr>
          <a:xfrm>
            <a:off x="1889640" y="43729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6ab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18" name=""/>
          <p:cNvSpPr/>
          <p:nvPr/>
        </p:nvSpPr>
        <p:spPr>
          <a:xfrm>
            <a:off x="1889640" y="43768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6ab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819" name=""/>
          <p:cNvSpPr/>
          <p:nvPr/>
        </p:nvSpPr>
        <p:spPr>
          <a:xfrm>
            <a:off x="1889640" y="43808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7ac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0" name=""/>
          <p:cNvSpPr/>
          <p:nvPr/>
        </p:nvSpPr>
        <p:spPr>
          <a:xfrm>
            <a:off x="1889640" y="4384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8ac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1" name=""/>
          <p:cNvSpPr/>
          <p:nvPr/>
        </p:nvSpPr>
        <p:spPr>
          <a:xfrm>
            <a:off x="1889640" y="4388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9ac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2" name=""/>
          <p:cNvSpPr/>
          <p:nvPr/>
        </p:nvSpPr>
        <p:spPr>
          <a:xfrm>
            <a:off x="1889640" y="439272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69a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3" name=""/>
          <p:cNvSpPr/>
          <p:nvPr/>
        </p:nvSpPr>
        <p:spPr>
          <a:xfrm>
            <a:off x="1889640" y="43970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aa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4" name=""/>
          <p:cNvSpPr/>
          <p:nvPr/>
        </p:nvSpPr>
        <p:spPr>
          <a:xfrm>
            <a:off x="1889640" y="44010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ba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5" name=""/>
          <p:cNvSpPr/>
          <p:nvPr/>
        </p:nvSpPr>
        <p:spPr>
          <a:xfrm>
            <a:off x="1889640" y="44049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ca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6" name=""/>
          <p:cNvSpPr/>
          <p:nvPr/>
        </p:nvSpPr>
        <p:spPr>
          <a:xfrm>
            <a:off x="1889640" y="44089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ca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7" name=""/>
          <p:cNvSpPr/>
          <p:nvPr/>
        </p:nvSpPr>
        <p:spPr>
          <a:xfrm>
            <a:off x="1889640" y="44128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daf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8" name=""/>
          <p:cNvSpPr/>
          <p:nvPr/>
        </p:nvSpPr>
        <p:spPr>
          <a:xfrm>
            <a:off x="1889640" y="44168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eaf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29" name=""/>
          <p:cNvSpPr/>
          <p:nvPr/>
        </p:nvSpPr>
        <p:spPr>
          <a:xfrm>
            <a:off x="1889640" y="4420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fa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0" name=""/>
          <p:cNvSpPr/>
          <p:nvPr/>
        </p:nvSpPr>
        <p:spPr>
          <a:xfrm>
            <a:off x="1889640" y="4424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fb0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1" name=""/>
          <p:cNvSpPr/>
          <p:nvPr/>
        </p:nvSpPr>
        <p:spPr>
          <a:xfrm>
            <a:off x="1889640" y="4428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0b0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2" name=""/>
          <p:cNvSpPr/>
          <p:nvPr/>
        </p:nvSpPr>
        <p:spPr>
          <a:xfrm>
            <a:off x="1889640" y="443268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71b0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3" name=""/>
          <p:cNvSpPr/>
          <p:nvPr/>
        </p:nvSpPr>
        <p:spPr>
          <a:xfrm>
            <a:off x="1889640" y="44370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2b1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4" name=""/>
          <p:cNvSpPr/>
          <p:nvPr/>
        </p:nvSpPr>
        <p:spPr>
          <a:xfrm>
            <a:off x="1889640" y="44409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2b1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5" name=""/>
          <p:cNvSpPr/>
          <p:nvPr/>
        </p:nvSpPr>
        <p:spPr>
          <a:xfrm>
            <a:off x="1889640" y="44449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3b2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6" name=""/>
          <p:cNvSpPr/>
          <p:nvPr/>
        </p:nvSpPr>
        <p:spPr>
          <a:xfrm>
            <a:off x="1889640" y="44488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4b2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7" name=""/>
          <p:cNvSpPr/>
          <p:nvPr/>
        </p:nvSpPr>
        <p:spPr>
          <a:xfrm>
            <a:off x="1889640" y="44528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5b2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8" name=""/>
          <p:cNvSpPr/>
          <p:nvPr/>
        </p:nvSpPr>
        <p:spPr>
          <a:xfrm>
            <a:off x="1889640" y="4456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5b3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39" name=""/>
          <p:cNvSpPr/>
          <p:nvPr/>
        </p:nvSpPr>
        <p:spPr>
          <a:xfrm>
            <a:off x="1889640" y="4460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6b3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0" name=""/>
          <p:cNvSpPr/>
          <p:nvPr/>
        </p:nvSpPr>
        <p:spPr>
          <a:xfrm>
            <a:off x="1889640" y="4464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7b3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1" name=""/>
          <p:cNvSpPr/>
          <p:nvPr/>
        </p:nvSpPr>
        <p:spPr>
          <a:xfrm>
            <a:off x="1889640" y="4468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8b4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2" name=""/>
          <p:cNvSpPr/>
          <p:nvPr/>
        </p:nvSpPr>
        <p:spPr>
          <a:xfrm>
            <a:off x="1889640" y="4472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8b4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3" name=""/>
          <p:cNvSpPr/>
          <p:nvPr/>
        </p:nvSpPr>
        <p:spPr>
          <a:xfrm>
            <a:off x="1889640" y="4476600"/>
            <a:ext cx="2348640" cy="5040"/>
          </a:xfrm>
          <a:custGeom>
            <a:avLst/>
            <a:gdLst/>
            <a:ahLst/>
            <a:rect l="0" t="0" r="r" b="b"/>
            <a:pathLst>
              <a:path w="6524" h="14">
                <a:moveTo>
                  <a:pt x="0" y="0"/>
                </a:moveTo>
                <a:lnTo>
                  <a:pt x="6524" y="0"/>
                </a:lnTo>
                <a:lnTo>
                  <a:pt x="6524" y="14"/>
                </a:ln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79b5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4" name=""/>
          <p:cNvSpPr/>
          <p:nvPr/>
        </p:nvSpPr>
        <p:spPr>
          <a:xfrm>
            <a:off x="1889640" y="44809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ab5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5" name=""/>
          <p:cNvSpPr/>
          <p:nvPr/>
        </p:nvSpPr>
        <p:spPr>
          <a:xfrm>
            <a:off x="1889640" y="44848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ab5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6" name=""/>
          <p:cNvSpPr/>
          <p:nvPr/>
        </p:nvSpPr>
        <p:spPr>
          <a:xfrm>
            <a:off x="1889640" y="44888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bb6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7" name=""/>
          <p:cNvSpPr/>
          <p:nvPr/>
        </p:nvSpPr>
        <p:spPr>
          <a:xfrm>
            <a:off x="1889640" y="4492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cb6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8" name=""/>
          <p:cNvSpPr/>
          <p:nvPr/>
        </p:nvSpPr>
        <p:spPr>
          <a:xfrm>
            <a:off x="1889640" y="4496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db6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49" name=""/>
          <p:cNvSpPr/>
          <p:nvPr/>
        </p:nvSpPr>
        <p:spPr>
          <a:xfrm>
            <a:off x="1889640" y="4500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db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0" name=""/>
          <p:cNvSpPr/>
          <p:nvPr/>
        </p:nvSpPr>
        <p:spPr>
          <a:xfrm>
            <a:off x="1889640" y="4504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eb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1" name=""/>
          <p:cNvSpPr/>
          <p:nvPr/>
        </p:nvSpPr>
        <p:spPr>
          <a:xfrm>
            <a:off x="1889640" y="4508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fb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2" name=""/>
          <p:cNvSpPr/>
          <p:nvPr/>
        </p:nvSpPr>
        <p:spPr>
          <a:xfrm>
            <a:off x="1889640" y="4512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0b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3" name=""/>
          <p:cNvSpPr/>
          <p:nvPr/>
        </p:nvSpPr>
        <p:spPr>
          <a:xfrm>
            <a:off x="1889640" y="451656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80b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4" name=""/>
          <p:cNvSpPr/>
          <p:nvPr/>
        </p:nvSpPr>
        <p:spPr>
          <a:xfrm>
            <a:off x="1889640" y="45208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1b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5" name=""/>
          <p:cNvSpPr/>
          <p:nvPr/>
        </p:nvSpPr>
        <p:spPr>
          <a:xfrm>
            <a:off x="1889640" y="45248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2b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6" name=""/>
          <p:cNvSpPr/>
          <p:nvPr/>
        </p:nvSpPr>
        <p:spPr>
          <a:xfrm>
            <a:off x="1889640" y="4528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3b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7" name=""/>
          <p:cNvSpPr/>
          <p:nvPr/>
        </p:nvSpPr>
        <p:spPr>
          <a:xfrm>
            <a:off x="1889640" y="4532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3ba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8" name=""/>
          <p:cNvSpPr/>
          <p:nvPr/>
        </p:nvSpPr>
        <p:spPr>
          <a:xfrm>
            <a:off x="1889640" y="4536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4ba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59" name=""/>
          <p:cNvSpPr/>
          <p:nvPr/>
        </p:nvSpPr>
        <p:spPr>
          <a:xfrm>
            <a:off x="1889640" y="4540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5bb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0" name=""/>
          <p:cNvSpPr/>
          <p:nvPr/>
        </p:nvSpPr>
        <p:spPr>
          <a:xfrm>
            <a:off x="1889640" y="4544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6bb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1" name=""/>
          <p:cNvSpPr/>
          <p:nvPr/>
        </p:nvSpPr>
        <p:spPr>
          <a:xfrm>
            <a:off x="1889640" y="4548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6bb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2" name=""/>
          <p:cNvSpPr/>
          <p:nvPr/>
        </p:nvSpPr>
        <p:spPr>
          <a:xfrm>
            <a:off x="1889640" y="4552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7bc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3" name=""/>
          <p:cNvSpPr/>
          <p:nvPr/>
        </p:nvSpPr>
        <p:spPr>
          <a:xfrm>
            <a:off x="1889640" y="4556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8bc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4" name=""/>
          <p:cNvSpPr/>
          <p:nvPr/>
        </p:nvSpPr>
        <p:spPr>
          <a:xfrm>
            <a:off x="1889640" y="456048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89bc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5" name=""/>
          <p:cNvSpPr/>
          <p:nvPr/>
        </p:nvSpPr>
        <p:spPr>
          <a:xfrm>
            <a:off x="1889640" y="4564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9bd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6" name=""/>
          <p:cNvSpPr/>
          <p:nvPr/>
        </p:nvSpPr>
        <p:spPr>
          <a:xfrm>
            <a:off x="1889640" y="4568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abd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7" name=""/>
          <p:cNvSpPr/>
          <p:nvPr/>
        </p:nvSpPr>
        <p:spPr>
          <a:xfrm>
            <a:off x="1889640" y="4572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bbe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8" name=""/>
          <p:cNvSpPr/>
          <p:nvPr/>
        </p:nvSpPr>
        <p:spPr>
          <a:xfrm>
            <a:off x="1889640" y="4576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cbe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69" name=""/>
          <p:cNvSpPr/>
          <p:nvPr/>
        </p:nvSpPr>
        <p:spPr>
          <a:xfrm>
            <a:off x="1889640" y="4580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cbe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0" name=""/>
          <p:cNvSpPr/>
          <p:nvPr/>
        </p:nvSpPr>
        <p:spPr>
          <a:xfrm>
            <a:off x="1889640" y="4584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dbf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1" name=""/>
          <p:cNvSpPr/>
          <p:nvPr/>
        </p:nvSpPr>
        <p:spPr>
          <a:xfrm>
            <a:off x="1889640" y="4588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ebf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2" name=""/>
          <p:cNvSpPr/>
          <p:nvPr/>
        </p:nvSpPr>
        <p:spPr>
          <a:xfrm>
            <a:off x="1889640" y="4592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fbf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3" name=""/>
          <p:cNvSpPr/>
          <p:nvPr/>
        </p:nvSpPr>
        <p:spPr>
          <a:xfrm>
            <a:off x="1889640" y="4596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fc0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4" name=""/>
          <p:cNvSpPr/>
          <p:nvPr/>
        </p:nvSpPr>
        <p:spPr>
          <a:xfrm>
            <a:off x="1889640" y="460044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90c0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5" name=""/>
          <p:cNvSpPr/>
          <p:nvPr/>
        </p:nvSpPr>
        <p:spPr>
          <a:xfrm>
            <a:off x="1889640" y="4604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1c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6" name=""/>
          <p:cNvSpPr/>
          <p:nvPr/>
        </p:nvSpPr>
        <p:spPr>
          <a:xfrm>
            <a:off x="1889640" y="4608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1c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7" name=""/>
          <p:cNvSpPr/>
          <p:nvPr/>
        </p:nvSpPr>
        <p:spPr>
          <a:xfrm>
            <a:off x="1889640" y="4612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2c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8" name=""/>
          <p:cNvSpPr/>
          <p:nvPr/>
        </p:nvSpPr>
        <p:spPr>
          <a:xfrm>
            <a:off x="1889640" y="4616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3c2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79" name=""/>
          <p:cNvSpPr/>
          <p:nvPr/>
        </p:nvSpPr>
        <p:spPr>
          <a:xfrm>
            <a:off x="1889640" y="4620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4c2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0" name=""/>
          <p:cNvSpPr/>
          <p:nvPr/>
        </p:nvSpPr>
        <p:spPr>
          <a:xfrm>
            <a:off x="1889640" y="4624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4c2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1" name=""/>
          <p:cNvSpPr/>
          <p:nvPr/>
        </p:nvSpPr>
        <p:spPr>
          <a:xfrm>
            <a:off x="1889640" y="4628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5c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2" name=""/>
          <p:cNvSpPr/>
          <p:nvPr/>
        </p:nvSpPr>
        <p:spPr>
          <a:xfrm>
            <a:off x="1889640" y="4632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6c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3" name=""/>
          <p:cNvSpPr/>
          <p:nvPr/>
        </p:nvSpPr>
        <p:spPr>
          <a:xfrm>
            <a:off x="1889640" y="4636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7c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4" name=""/>
          <p:cNvSpPr/>
          <p:nvPr/>
        </p:nvSpPr>
        <p:spPr>
          <a:xfrm>
            <a:off x="1889640" y="464040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97c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5" name=""/>
          <p:cNvSpPr/>
          <p:nvPr/>
        </p:nvSpPr>
        <p:spPr>
          <a:xfrm>
            <a:off x="1889640" y="4644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8c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6" name=""/>
          <p:cNvSpPr/>
          <p:nvPr/>
        </p:nvSpPr>
        <p:spPr>
          <a:xfrm>
            <a:off x="1889640" y="4648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9c5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7" name=""/>
          <p:cNvSpPr/>
          <p:nvPr/>
        </p:nvSpPr>
        <p:spPr>
          <a:xfrm>
            <a:off x="1889640" y="4652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ac5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8" name=""/>
          <p:cNvSpPr/>
          <p:nvPr/>
        </p:nvSpPr>
        <p:spPr>
          <a:xfrm>
            <a:off x="1889640" y="4656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ac5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89" name=""/>
          <p:cNvSpPr/>
          <p:nvPr/>
        </p:nvSpPr>
        <p:spPr>
          <a:xfrm>
            <a:off x="1889640" y="4660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bc6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0" name=""/>
          <p:cNvSpPr/>
          <p:nvPr/>
        </p:nvSpPr>
        <p:spPr>
          <a:xfrm>
            <a:off x="1889640" y="4664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cc6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1" name=""/>
          <p:cNvSpPr/>
          <p:nvPr/>
        </p:nvSpPr>
        <p:spPr>
          <a:xfrm>
            <a:off x="1889640" y="4668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dc7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2" name=""/>
          <p:cNvSpPr/>
          <p:nvPr/>
        </p:nvSpPr>
        <p:spPr>
          <a:xfrm>
            <a:off x="1889640" y="4672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dc7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3" name=""/>
          <p:cNvSpPr/>
          <p:nvPr/>
        </p:nvSpPr>
        <p:spPr>
          <a:xfrm>
            <a:off x="1889640" y="4676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ec7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4" name=""/>
          <p:cNvSpPr/>
          <p:nvPr/>
        </p:nvSpPr>
        <p:spPr>
          <a:xfrm>
            <a:off x="1889640" y="4680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fc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5" name=""/>
          <p:cNvSpPr/>
          <p:nvPr/>
        </p:nvSpPr>
        <p:spPr>
          <a:xfrm>
            <a:off x="1889640" y="468432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a0c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6" name=""/>
          <p:cNvSpPr/>
          <p:nvPr/>
        </p:nvSpPr>
        <p:spPr>
          <a:xfrm>
            <a:off x="1889640" y="4688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0c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7" name=""/>
          <p:cNvSpPr/>
          <p:nvPr/>
        </p:nvSpPr>
        <p:spPr>
          <a:xfrm>
            <a:off x="1889640" y="4692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1c9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8" name=""/>
          <p:cNvSpPr/>
          <p:nvPr/>
        </p:nvSpPr>
        <p:spPr>
          <a:xfrm>
            <a:off x="1889640" y="4696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2c9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899" name=""/>
          <p:cNvSpPr/>
          <p:nvPr/>
        </p:nvSpPr>
        <p:spPr>
          <a:xfrm>
            <a:off x="1889640" y="4700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3c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0" name=""/>
          <p:cNvSpPr/>
          <p:nvPr/>
        </p:nvSpPr>
        <p:spPr>
          <a:xfrm>
            <a:off x="1889640" y="4704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3c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1" name=""/>
          <p:cNvSpPr/>
          <p:nvPr/>
        </p:nvSpPr>
        <p:spPr>
          <a:xfrm>
            <a:off x="1889640" y="4708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4c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2" name=""/>
          <p:cNvSpPr/>
          <p:nvPr/>
        </p:nvSpPr>
        <p:spPr>
          <a:xfrm>
            <a:off x="1889640" y="4712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5cb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3" name=""/>
          <p:cNvSpPr/>
          <p:nvPr/>
        </p:nvSpPr>
        <p:spPr>
          <a:xfrm>
            <a:off x="1889640" y="4716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6cb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4" name=""/>
          <p:cNvSpPr/>
          <p:nvPr/>
        </p:nvSpPr>
        <p:spPr>
          <a:xfrm>
            <a:off x="1889640" y="4720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6cb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5" name=""/>
          <p:cNvSpPr/>
          <p:nvPr/>
        </p:nvSpPr>
        <p:spPr>
          <a:xfrm>
            <a:off x="1889640" y="472428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a7c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6" name=""/>
          <p:cNvSpPr/>
          <p:nvPr/>
        </p:nvSpPr>
        <p:spPr>
          <a:xfrm>
            <a:off x="1889640" y="4728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8c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7" name=""/>
          <p:cNvSpPr/>
          <p:nvPr/>
        </p:nvSpPr>
        <p:spPr>
          <a:xfrm>
            <a:off x="1889640" y="4732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9cd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8" name=""/>
          <p:cNvSpPr/>
          <p:nvPr/>
        </p:nvSpPr>
        <p:spPr>
          <a:xfrm>
            <a:off x="1889640" y="4736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9cd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09" name=""/>
          <p:cNvSpPr/>
          <p:nvPr/>
        </p:nvSpPr>
        <p:spPr>
          <a:xfrm>
            <a:off x="1889640" y="4740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acd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0" name=""/>
          <p:cNvSpPr/>
          <p:nvPr/>
        </p:nvSpPr>
        <p:spPr>
          <a:xfrm>
            <a:off x="1889640" y="4744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bce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1" name=""/>
          <p:cNvSpPr/>
          <p:nvPr/>
        </p:nvSpPr>
        <p:spPr>
          <a:xfrm>
            <a:off x="1889640" y="4748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bce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2" name=""/>
          <p:cNvSpPr/>
          <p:nvPr/>
        </p:nvSpPr>
        <p:spPr>
          <a:xfrm>
            <a:off x="1889640" y="4752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cce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3" name=""/>
          <p:cNvSpPr/>
          <p:nvPr/>
        </p:nvSpPr>
        <p:spPr>
          <a:xfrm>
            <a:off x="1889640" y="4756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dcf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4" name=""/>
          <p:cNvSpPr/>
          <p:nvPr/>
        </p:nvSpPr>
        <p:spPr>
          <a:xfrm>
            <a:off x="1889640" y="47602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ecf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5" name=""/>
          <p:cNvSpPr/>
          <p:nvPr/>
        </p:nvSpPr>
        <p:spPr>
          <a:xfrm>
            <a:off x="1889640" y="47642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ed0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6" name=""/>
          <p:cNvSpPr/>
          <p:nvPr/>
        </p:nvSpPr>
        <p:spPr>
          <a:xfrm>
            <a:off x="1889640" y="476820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afd0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7" name=""/>
          <p:cNvSpPr/>
          <p:nvPr/>
        </p:nvSpPr>
        <p:spPr>
          <a:xfrm>
            <a:off x="1889640" y="4772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0d0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8" name=""/>
          <p:cNvSpPr/>
          <p:nvPr/>
        </p:nvSpPr>
        <p:spPr>
          <a:xfrm>
            <a:off x="1889640" y="4776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1d1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19" name=""/>
          <p:cNvSpPr/>
          <p:nvPr/>
        </p:nvSpPr>
        <p:spPr>
          <a:xfrm>
            <a:off x="1889640" y="4780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1d1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0" name=""/>
          <p:cNvSpPr/>
          <p:nvPr/>
        </p:nvSpPr>
        <p:spPr>
          <a:xfrm>
            <a:off x="1889640" y="4784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2d1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1" name=""/>
          <p:cNvSpPr/>
          <p:nvPr/>
        </p:nvSpPr>
        <p:spPr>
          <a:xfrm>
            <a:off x="1889640" y="4788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3d2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2" name=""/>
          <p:cNvSpPr/>
          <p:nvPr/>
        </p:nvSpPr>
        <p:spPr>
          <a:xfrm>
            <a:off x="1889640" y="4792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4d2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3" name=""/>
          <p:cNvSpPr/>
          <p:nvPr/>
        </p:nvSpPr>
        <p:spPr>
          <a:xfrm>
            <a:off x="1889640" y="47962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4d3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4" name=""/>
          <p:cNvSpPr/>
          <p:nvPr/>
        </p:nvSpPr>
        <p:spPr>
          <a:xfrm>
            <a:off x="1889640" y="48002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5d3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5" name=""/>
          <p:cNvSpPr/>
          <p:nvPr/>
        </p:nvSpPr>
        <p:spPr>
          <a:xfrm>
            <a:off x="1889640" y="48042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6d3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6" name=""/>
          <p:cNvSpPr/>
          <p:nvPr/>
        </p:nvSpPr>
        <p:spPr>
          <a:xfrm>
            <a:off x="1889640" y="480816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b7d4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7" name=""/>
          <p:cNvSpPr/>
          <p:nvPr/>
        </p:nvSpPr>
        <p:spPr>
          <a:xfrm>
            <a:off x="1889640" y="4812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7d4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8" name=""/>
          <p:cNvSpPr/>
          <p:nvPr/>
        </p:nvSpPr>
        <p:spPr>
          <a:xfrm>
            <a:off x="1889640" y="4816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8d4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29" name=""/>
          <p:cNvSpPr/>
          <p:nvPr/>
        </p:nvSpPr>
        <p:spPr>
          <a:xfrm>
            <a:off x="1889640" y="4820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9d5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0" name=""/>
          <p:cNvSpPr/>
          <p:nvPr/>
        </p:nvSpPr>
        <p:spPr>
          <a:xfrm>
            <a:off x="1889640" y="4824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ad5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1" name=""/>
          <p:cNvSpPr/>
          <p:nvPr/>
        </p:nvSpPr>
        <p:spPr>
          <a:xfrm>
            <a:off x="1889640" y="4828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ad6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2" name=""/>
          <p:cNvSpPr/>
          <p:nvPr/>
        </p:nvSpPr>
        <p:spPr>
          <a:xfrm>
            <a:off x="1889640" y="48322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bd6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3" name=""/>
          <p:cNvSpPr/>
          <p:nvPr/>
        </p:nvSpPr>
        <p:spPr>
          <a:xfrm>
            <a:off x="1889640" y="48362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cd6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4" name=""/>
          <p:cNvSpPr/>
          <p:nvPr/>
        </p:nvSpPr>
        <p:spPr>
          <a:xfrm>
            <a:off x="1889640" y="48402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dd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5" name=""/>
          <p:cNvSpPr/>
          <p:nvPr/>
        </p:nvSpPr>
        <p:spPr>
          <a:xfrm>
            <a:off x="1889640" y="48441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d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6" name=""/>
          <p:cNvSpPr/>
          <p:nvPr/>
        </p:nvSpPr>
        <p:spPr>
          <a:xfrm>
            <a:off x="1889640" y="48481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e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7" name=""/>
          <p:cNvSpPr/>
          <p:nvPr/>
        </p:nvSpPr>
        <p:spPr>
          <a:xfrm>
            <a:off x="1889640" y="485208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bfd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8" name=""/>
          <p:cNvSpPr/>
          <p:nvPr/>
        </p:nvSpPr>
        <p:spPr>
          <a:xfrm>
            <a:off x="1889640" y="4856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c0d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39" name=""/>
          <p:cNvSpPr/>
          <p:nvPr/>
        </p:nvSpPr>
        <p:spPr>
          <a:xfrm>
            <a:off x="1889640" y="4860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c0d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40" name=""/>
          <p:cNvSpPr/>
          <p:nvPr/>
        </p:nvSpPr>
        <p:spPr>
          <a:xfrm>
            <a:off x="1889640" y="4864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c1d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41" name=""/>
          <p:cNvSpPr/>
          <p:nvPr/>
        </p:nvSpPr>
        <p:spPr>
          <a:xfrm>
            <a:off x="1889640" y="4868280"/>
            <a:ext cx="2348640" cy="511560"/>
          </a:xfrm>
          <a:custGeom>
            <a:avLst/>
            <a:gdLst/>
            <a:ahLst/>
            <a:rect l="0" t="0" r="r" b="b"/>
            <a:pathLst>
              <a:path w="6524" h="1421">
                <a:moveTo>
                  <a:pt x="0" y="0"/>
                </a:moveTo>
                <a:lnTo>
                  <a:pt x="6524" y="0"/>
                </a:lnTo>
                <a:lnTo>
                  <a:pt x="6524" y="1421"/>
                </a:lnTo>
                <a:lnTo>
                  <a:pt x="0" y="1421"/>
                </a:lnTo>
                <a:lnTo>
                  <a:pt x="0" y="0"/>
                </a:lnTo>
                <a:close/>
              </a:path>
            </a:pathLst>
          </a:custGeom>
          <a:solidFill>
            <a:srgbClr val="c1d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42" name=""/>
          <p:cNvSpPr txBox="1"/>
          <p:nvPr/>
        </p:nvSpPr>
        <p:spPr>
          <a:xfrm>
            <a:off x="2520720" y="3320640"/>
            <a:ext cx="1089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60" spc="-1" strike="noStrike">
                <a:solidFill>
                  <a:srgbClr val="ffffff"/>
                </a:solidFill>
                <a:latin typeface="Arial"/>
                <a:ea typeface="Arial"/>
              </a:rPr>
              <a:t>Intracellular Water</a:t>
            </a:r>
            <a:endParaRPr b="0" lang="en-US" sz="10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43" name=""/>
          <p:cNvSpPr/>
          <p:nvPr/>
        </p:nvSpPr>
        <p:spPr>
          <a:xfrm>
            <a:off x="2961000" y="3811320"/>
            <a:ext cx="205920" cy="1568520"/>
          </a:xfrm>
          <a:custGeom>
            <a:avLst/>
            <a:gdLst/>
            <a:ahLst/>
            <a:rect l="0" t="0" r="r" b="b"/>
            <a:pathLst>
              <a:path w="572" h="4357">
                <a:moveTo>
                  <a:pt x="0" y="286"/>
                </a:moveTo>
                <a:lnTo>
                  <a:pt x="287" y="0"/>
                </a:lnTo>
                <a:lnTo>
                  <a:pt x="572" y="286"/>
                </a:lnTo>
                <a:lnTo>
                  <a:pt x="429" y="286"/>
                </a:lnTo>
                <a:lnTo>
                  <a:pt x="429" y="4357"/>
                </a:lnTo>
                <a:lnTo>
                  <a:pt x="144" y="4357"/>
                </a:lnTo>
                <a:lnTo>
                  <a:pt x="144" y="286"/>
                </a:lnTo>
                <a:lnTo>
                  <a:pt x="0" y="286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44" name=""/>
          <p:cNvSpPr txBox="1"/>
          <p:nvPr/>
        </p:nvSpPr>
        <p:spPr>
          <a:xfrm>
            <a:off x="2498400" y="4797720"/>
            <a:ext cx="11329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Arial"/>
                <a:ea typeface="Arial"/>
              </a:rPr>
              <a:t>Extracellular Water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45" name=""/>
          <p:cNvSpPr txBox="1"/>
          <p:nvPr/>
        </p:nvSpPr>
        <p:spPr>
          <a:xfrm>
            <a:off x="2838600" y="5413680"/>
            <a:ext cx="32364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50kHz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46" name=""/>
          <p:cNvSpPr txBox="1"/>
          <p:nvPr/>
        </p:nvSpPr>
        <p:spPr>
          <a:xfrm>
            <a:off x="1389600" y="1468800"/>
            <a:ext cx="1667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c00000"/>
                </a:solidFill>
                <a:latin typeface="Calibri"/>
                <a:ea typeface="Calibri"/>
              </a:rPr>
              <a:t>InBody technology 2: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3947" name=""/>
          <p:cNvSpPr/>
          <p:nvPr/>
        </p:nvSpPr>
        <p:spPr>
          <a:xfrm>
            <a:off x="1889640" y="2427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8a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48" name=""/>
          <p:cNvSpPr/>
          <p:nvPr/>
        </p:nvSpPr>
        <p:spPr>
          <a:xfrm>
            <a:off x="1889640" y="24350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8a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49" name=""/>
          <p:cNvSpPr/>
          <p:nvPr/>
        </p:nvSpPr>
        <p:spPr>
          <a:xfrm>
            <a:off x="1889640" y="2442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7a3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0" name=""/>
          <p:cNvSpPr/>
          <p:nvPr/>
        </p:nvSpPr>
        <p:spPr>
          <a:xfrm>
            <a:off x="1889640" y="2450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6a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1" name=""/>
          <p:cNvSpPr/>
          <p:nvPr/>
        </p:nvSpPr>
        <p:spPr>
          <a:xfrm>
            <a:off x="1889640" y="2457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6a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2" name=""/>
          <p:cNvSpPr/>
          <p:nvPr/>
        </p:nvSpPr>
        <p:spPr>
          <a:xfrm>
            <a:off x="1889640" y="246528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75a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3" name=""/>
          <p:cNvSpPr/>
          <p:nvPr/>
        </p:nvSpPr>
        <p:spPr>
          <a:xfrm>
            <a:off x="1889640" y="2472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5a2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4" name=""/>
          <p:cNvSpPr/>
          <p:nvPr/>
        </p:nvSpPr>
        <p:spPr>
          <a:xfrm>
            <a:off x="1889640" y="24800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74a1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5" name=""/>
          <p:cNvSpPr/>
          <p:nvPr/>
        </p:nvSpPr>
        <p:spPr>
          <a:xfrm>
            <a:off x="1889640" y="2487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3a1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6" name=""/>
          <p:cNvSpPr/>
          <p:nvPr/>
        </p:nvSpPr>
        <p:spPr>
          <a:xfrm>
            <a:off x="1889640" y="2495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3a1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7" name=""/>
          <p:cNvSpPr/>
          <p:nvPr/>
        </p:nvSpPr>
        <p:spPr>
          <a:xfrm>
            <a:off x="1889640" y="2502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2a0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8" name=""/>
          <p:cNvSpPr/>
          <p:nvPr/>
        </p:nvSpPr>
        <p:spPr>
          <a:xfrm>
            <a:off x="1889640" y="2510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1a0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59" name=""/>
          <p:cNvSpPr/>
          <p:nvPr/>
        </p:nvSpPr>
        <p:spPr>
          <a:xfrm>
            <a:off x="1889640" y="25178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71a0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0" name=""/>
          <p:cNvSpPr/>
          <p:nvPr/>
        </p:nvSpPr>
        <p:spPr>
          <a:xfrm>
            <a:off x="1889640" y="25250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70a0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1" name=""/>
          <p:cNvSpPr/>
          <p:nvPr/>
        </p:nvSpPr>
        <p:spPr>
          <a:xfrm>
            <a:off x="1889640" y="2532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f9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2" name=""/>
          <p:cNvSpPr/>
          <p:nvPr/>
        </p:nvSpPr>
        <p:spPr>
          <a:xfrm>
            <a:off x="1889640" y="2540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f9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3" name=""/>
          <p:cNvSpPr/>
          <p:nvPr/>
        </p:nvSpPr>
        <p:spPr>
          <a:xfrm>
            <a:off x="1889640" y="2547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e9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4" name=""/>
          <p:cNvSpPr/>
          <p:nvPr/>
        </p:nvSpPr>
        <p:spPr>
          <a:xfrm>
            <a:off x="1889640" y="2555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d9e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5" name=""/>
          <p:cNvSpPr/>
          <p:nvPr/>
        </p:nvSpPr>
        <p:spPr>
          <a:xfrm>
            <a:off x="1889640" y="25628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d9e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6" name=""/>
          <p:cNvSpPr/>
          <p:nvPr/>
        </p:nvSpPr>
        <p:spPr>
          <a:xfrm>
            <a:off x="1889640" y="25704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c9e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7" name=""/>
          <p:cNvSpPr/>
          <p:nvPr/>
        </p:nvSpPr>
        <p:spPr>
          <a:xfrm>
            <a:off x="1889640" y="25779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6c9d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8" name=""/>
          <p:cNvSpPr/>
          <p:nvPr/>
        </p:nvSpPr>
        <p:spPr>
          <a:xfrm>
            <a:off x="1889640" y="2585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b9d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69" name=""/>
          <p:cNvSpPr/>
          <p:nvPr/>
        </p:nvSpPr>
        <p:spPr>
          <a:xfrm>
            <a:off x="1889640" y="2592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a9d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0" name=""/>
          <p:cNvSpPr/>
          <p:nvPr/>
        </p:nvSpPr>
        <p:spPr>
          <a:xfrm>
            <a:off x="1889640" y="2600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a9c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1" name=""/>
          <p:cNvSpPr/>
          <p:nvPr/>
        </p:nvSpPr>
        <p:spPr>
          <a:xfrm>
            <a:off x="1889640" y="26078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99c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2" name=""/>
          <p:cNvSpPr/>
          <p:nvPr/>
        </p:nvSpPr>
        <p:spPr>
          <a:xfrm>
            <a:off x="1889640" y="26154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89c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3" name=""/>
          <p:cNvSpPr/>
          <p:nvPr/>
        </p:nvSpPr>
        <p:spPr>
          <a:xfrm>
            <a:off x="1889640" y="26229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89b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4" name=""/>
          <p:cNvSpPr/>
          <p:nvPr/>
        </p:nvSpPr>
        <p:spPr>
          <a:xfrm>
            <a:off x="1889640" y="26305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79b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5" name=""/>
          <p:cNvSpPr/>
          <p:nvPr/>
        </p:nvSpPr>
        <p:spPr>
          <a:xfrm>
            <a:off x="1889640" y="263808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669b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6" name=""/>
          <p:cNvSpPr/>
          <p:nvPr/>
        </p:nvSpPr>
        <p:spPr>
          <a:xfrm>
            <a:off x="1889640" y="2645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69a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7" name=""/>
          <p:cNvSpPr/>
          <p:nvPr/>
        </p:nvSpPr>
        <p:spPr>
          <a:xfrm>
            <a:off x="1889640" y="26528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659a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8" name=""/>
          <p:cNvSpPr/>
          <p:nvPr/>
        </p:nvSpPr>
        <p:spPr>
          <a:xfrm>
            <a:off x="1889640" y="26604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49a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79" name=""/>
          <p:cNvSpPr/>
          <p:nvPr/>
        </p:nvSpPr>
        <p:spPr>
          <a:xfrm>
            <a:off x="1889640" y="26679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499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0" name=""/>
          <p:cNvSpPr/>
          <p:nvPr/>
        </p:nvSpPr>
        <p:spPr>
          <a:xfrm>
            <a:off x="1889640" y="26755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399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1" name=""/>
          <p:cNvSpPr/>
          <p:nvPr/>
        </p:nvSpPr>
        <p:spPr>
          <a:xfrm>
            <a:off x="1889640" y="26830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399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2" name=""/>
          <p:cNvSpPr/>
          <p:nvPr/>
        </p:nvSpPr>
        <p:spPr>
          <a:xfrm>
            <a:off x="1889640" y="26906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6298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3" name=""/>
          <p:cNvSpPr/>
          <p:nvPr/>
        </p:nvSpPr>
        <p:spPr>
          <a:xfrm>
            <a:off x="1889640" y="26978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198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4" name=""/>
          <p:cNvSpPr/>
          <p:nvPr/>
        </p:nvSpPr>
        <p:spPr>
          <a:xfrm>
            <a:off x="1889640" y="27054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198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5" name=""/>
          <p:cNvSpPr/>
          <p:nvPr/>
        </p:nvSpPr>
        <p:spPr>
          <a:xfrm>
            <a:off x="1889640" y="27129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6098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6" name=""/>
          <p:cNvSpPr/>
          <p:nvPr/>
        </p:nvSpPr>
        <p:spPr>
          <a:xfrm>
            <a:off x="1889640" y="27205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f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7" name=""/>
          <p:cNvSpPr/>
          <p:nvPr/>
        </p:nvSpPr>
        <p:spPr>
          <a:xfrm>
            <a:off x="1889640" y="27280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f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8" name=""/>
          <p:cNvSpPr/>
          <p:nvPr/>
        </p:nvSpPr>
        <p:spPr>
          <a:xfrm>
            <a:off x="1889640" y="27356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e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89" name=""/>
          <p:cNvSpPr/>
          <p:nvPr/>
        </p:nvSpPr>
        <p:spPr>
          <a:xfrm>
            <a:off x="1889640" y="27432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d96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0" name=""/>
          <p:cNvSpPr/>
          <p:nvPr/>
        </p:nvSpPr>
        <p:spPr>
          <a:xfrm>
            <a:off x="1889640" y="27507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5d96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1" name=""/>
          <p:cNvSpPr/>
          <p:nvPr/>
        </p:nvSpPr>
        <p:spPr>
          <a:xfrm>
            <a:off x="1889640" y="27579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c96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2" name=""/>
          <p:cNvSpPr/>
          <p:nvPr/>
        </p:nvSpPr>
        <p:spPr>
          <a:xfrm>
            <a:off x="1889640" y="27655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c9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3" name=""/>
          <p:cNvSpPr/>
          <p:nvPr/>
        </p:nvSpPr>
        <p:spPr>
          <a:xfrm>
            <a:off x="1889640" y="27730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b9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4" name=""/>
          <p:cNvSpPr/>
          <p:nvPr/>
        </p:nvSpPr>
        <p:spPr>
          <a:xfrm>
            <a:off x="1889640" y="27806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a95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5" name=""/>
          <p:cNvSpPr/>
          <p:nvPr/>
        </p:nvSpPr>
        <p:spPr>
          <a:xfrm>
            <a:off x="1889640" y="27882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a94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6" name=""/>
          <p:cNvSpPr/>
          <p:nvPr/>
        </p:nvSpPr>
        <p:spPr>
          <a:xfrm>
            <a:off x="1889640" y="27957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994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7" name=""/>
          <p:cNvSpPr/>
          <p:nvPr/>
        </p:nvSpPr>
        <p:spPr>
          <a:xfrm>
            <a:off x="1889640" y="28033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894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8" name=""/>
          <p:cNvSpPr/>
          <p:nvPr/>
        </p:nvSpPr>
        <p:spPr>
          <a:xfrm>
            <a:off x="1889640" y="281088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5893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3999" name=""/>
          <p:cNvSpPr/>
          <p:nvPr/>
        </p:nvSpPr>
        <p:spPr>
          <a:xfrm>
            <a:off x="1889640" y="28180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793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0" name=""/>
          <p:cNvSpPr/>
          <p:nvPr/>
        </p:nvSpPr>
        <p:spPr>
          <a:xfrm>
            <a:off x="1889640" y="28256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5693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1" name=""/>
          <p:cNvSpPr/>
          <p:nvPr/>
        </p:nvSpPr>
        <p:spPr>
          <a:xfrm>
            <a:off x="1889640" y="28332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692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2" name=""/>
          <p:cNvSpPr/>
          <p:nvPr/>
        </p:nvSpPr>
        <p:spPr>
          <a:xfrm>
            <a:off x="1889640" y="28407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592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3" name=""/>
          <p:cNvSpPr/>
          <p:nvPr/>
        </p:nvSpPr>
        <p:spPr>
          <a:xfrm>
            <a:off x="1889640" y="28483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492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4" name=""/>
          <p:cNvSpPr/>
          <p:nvPr/>
        </p:nvSpPr>
        <p:spPr>
          <a:xfrm>
            <a:off x="1889640" y="28558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491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5" name=""/>
          <p:cNvSpPr/>
          <p:nvPr/>
        </p:nvSpPr>
        <p:spPr>
          <a:xfrm>
            <a:off x="1889640" y="28634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5391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6" name=""/>
          <p:cNvSpPr/>
          <p:nvPr/>
        </p:nvSpPr>
        <p:spPr>
          <a:xfrm>
            <a:off x="1889640" y="28706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391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7" name=""/>
          <p:cNvSpPr/>
          <p:nvPr/>
        </p:nvSpPr>
        <p:spPr>
          <a:xfrm>
            <a:off x="1889640" y="28782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290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8" name=""/>
          <p:cNvSpPr/>
          <p:nvPr/>
        </p:nvSpPr>
        <p:spPr>
          <a:xfrm>
            <a:off x="1889640" y="28857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190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09" name=""/>
          <p:cNvSpPr/>
          <p:nvPr/>
        </p:nvSpPr>
        <p:spPr>
          <a:xfrm>
            <a:off x="1889640" y="28933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190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0" name=""/>
          <p:cNvSpPr/>
          <p:nvPr/>
        </p:nvSpPr>
        <p:spPr>
          <a:xfrm>
            <a:off x="1889640" y="29008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508f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1" name=""/>
          <p:cNvSpPr/>
          <p:nvPr/>
        </p:nvSpPr>
        <p:spPr>
          <a:xfrm>
            <a:off x="1889640" y="29084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f8f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2" name=""/>
          <p:cNvSpPr/>
          <p:nvPr/>
        </p:nvSpPr>
        <p:spPr>
          <a:xfrm>
            <a:off x="1889640" y="29160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f8f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3" name=""/>
          <p:cNvSpPr/>
          <p:nvPr/>
        </p:nvSpPr>
        <p:spPr>
          <a:xfrm>
            <a:off x="1889640" y="29235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4e8f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4" name=""/>
          <p:cNvSpPr/>
          <p:nvPr/>
        </p:nvSpPr>
        <p:spPr>
          <a:xfrm>
            <a:off x="1889640" y="29307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d8e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5" name=""/>
          <p:cNvSpPr/>
          <p:nvPr/>
        </p:nvSpPr>
        <p:spPr>
          <a:xfrm>
            <a:off x="1889640" y="29383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d8e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6" name=""/>
          <p:cNvSpPr/>
          <p:nvPr/>
        </p:nvSpPr>
        <p:spPr>
          <a:xfrm>
            <a:off x="1889640" y="29458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c8e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7" name=""/>
          <p:cNvSpPr/>
          <p:nvPr/>
        </p:nvSpPr>
        <p:spPr>
          <a:xfrm>
            <a:off x="1889640" y="29534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c8d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8" name=""/>
          <p:cNvSpPr/>
          <p:nvPr/>
        </p:nvSpPr>
        <p:spPr>
          <a:xfrm>
            <a:off x="1889640" y="29610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b8d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19" name=""/>
          <p:cNvSpPr/>
          <p:nvPr/>
        </p:nvSpPr>
        <p:spPr>
          <a:xfrm>
            <a:off x="1889640" y="29685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a8d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0" name=""/>
          <p:cNvSpPr/>
          <p:nvPr/>
        </p:nvSpPr>
        <p:spPr>
          <a:xfrm>
            <a:off x="1889640" y="29761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a8c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1" name=""/>
          <p:cNvSpPr/>
          <p:nvPr/>
        </p:nvSpPr>
        <p:spPr>
          <a:xfrm>
            <a:off x="1889640" y="298368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498c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2" name=""/>
          <p:cNvSpPr/>
          <p:nvPr/>
        </p:nvSpPr>
        <p:spPr>
          <a:xfrm>
            <a:off x="1889640" y="29908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88c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3" name=""/>
          <p:cNvSpPr/>
          <p:nvPr/>
        </p:nvSpPr>
        <p:spPr>
          <a:xfrm>
            <a:off x="1889640" y="29984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488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4" name=""/>
          <p:cNvSpPr/>
          <p:nvPr/>
        </p:nvSpPr>
        <p:spPr>
          <a:xfrm>
            <a:off x="1889640" y="30060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78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5" name=""/>
          <p:cNvSpPr/>
          <p:nvPr/>
        </p:nvSpPr>
        <p:spPr>
          <a:xfrm>
            <a:off x="1889640" y="30135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68b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6" name=""/>
          <p:cNvSpPr/>
          <p:nvPr/>
        </p:nvSpPr>
        <p:spPr>
          <a:xfrm>
            <a:off x="1889640" y="30211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68a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7" name=""/>
          <p:cNvSpPr/>
          <p:nvPr/>
        </p:nvSpPr>
        <p:spPr>
          <a:xfrm>
            <a:off x="1889640" y="30286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58a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8" name=""/>
          <p:cNvSpPr/>
          <p:nvPr/>
        </p:nvSpPr>
        <p:spPr>
          <a:xfrm>
            <a:off x="1889640" y="30362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448a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29" name=""/>
          <p:cNvSpPr/>
          <p:nvPr/>
        </p:nvSpPr>
        <p:spPr>
          <a:xfrm>
            <a:off x="1889640" y="30434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489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0" name=""/>
          <p:cNvSpPr/>
          <p:nvPr/>
        </p:nvSpPr>
        <p:spPr>
          <a:xfrm>
            <a:off x="1889640" y="30510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389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1" name=""/>
          <p:cNvSpPr/>
          <p:nvPr/>
        </p:nvSpPr>
        <p:spPr>
          <a:xfrm>
            <a:off x="1889640" y="30585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389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2" name=""/>
          <p:cNvSpPr/>
          <p:nvPr/>
        </p:nvSpPr>
        <p:spPr>
          <a:xfrm>
            <a:off x="1889640" y="30661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28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3" name=""/>
          <p:cNvSpPr/>
          <p:nvPr/>
        </p:nvSpPr>
        <p:spPr>
          <a:xfrm>
            <a:off x="1889640" y="30736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18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4" name=""/>
          <p:cNvSpPr/>
          <p:nvPr/>
        </p:nvSpPr>
        <p:spPr>
          <a:xfrm>
            <a:off x="1889640" y="30812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18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5" name=""/>
          <p:cNvSpPr/>
          <p:nvPr/>
        </p:nvSpPr>
        <p:spPr>
          <a:xfrm>
            <a:off x="1889640" y="30888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08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6" name=""/>
          <p:cNvSpPr/>
          <p:nvPr/>
        </p:nvSpPr>
        <p:spPr>
          <a:xfrm>
            <a:off x="1889640" y="30963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3f8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7" name=""/>
          <p:cNvSpPr/>
          <p:nvPr/>
        </p:nvSpPr>
        <p:spPr>
          <a:xfrm>
            <a:off x="1889640" y="31035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f8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8" name=""/>
          <p:cNvSpPr/>
          <p:nvPr/>
        </p:nvSpPr>
        <p:spPr>
          <a:xfrm>
            <a:off x="1889640" y="31111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e8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39" name=""/>
          <p:cNvSpPr/>
          <p:nvPr/>
        </p:nvSpPr>
        <p:spPr>
          <a:xfrm>
            <a:off x="1889640" y="31186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d86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0" name=""/>
          <p:cNvSpPr/>
          <p:nvPr/>
        </p:nvSpPr>
        <p:spPr>
          <a:xfrm>
            <a:off x="1889640" y="31262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d86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1" name=""/>
          <p:cNvSpPr/>
          <p:nvPr/>
        </p:nvSpPr>
        <p:spPr>
          <a:xfrm>
            <a:off x="1889640" y="31338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c8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2" name=""/>
          <p:cNvSpPr/>
          <p:nvPr/>
        </p:nvSpPr>
        <p:spPr>
          <a:xfrm>
            <a:off x="1889640" y="31413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b85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3" name=""/>
          <p:cNvSpPr/>
          <p:nvPr/>
        </p:nvSpPr>
        <p:spPr>
          <a:xfrm>
            <a:off x="1889640" y="314892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3b85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4" name=""/>
          <p:cNvSpPr/>
          <p:nvPr/>
        </p:nvSpPr>
        <p:spPr>
          <a:xfrm>
            <a:off x="1889640" y="31561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a85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5" name=""/>
          <p:cNvSpPr/>
          <p:nvPr/>
        </p:nvSpPr>
        <p:spPr>
          <a:xfrm>
            <a:off x="1889640" y="31636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a84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6" name=""/>
          <p:cNvSpPr/>
          <p:nvPr/>
        </p:nvSpPr>
        <p:spPr>
          <a:xfrm>
            <a:off x="1889640" y="31712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3984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7" name=""/>
          <p:cNvSpPr/>
          <p:nvPr/>
        </p:nvSpPr>
        <p:spPr>
          <a:xfrm>
            <a:off x="1889640" y="31788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884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8" name=""/>
          <p:cNvSpPr/>
          <p:nvPr/>
        </p:nvSpPr>
        <p:spPr>
          <a:xfrm>
            <a:off x="1889640" y="31863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883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49" name=""/>
          <p:cNvSpPr/>
          <p:nvPr/>
        </p:nvSpPr>
        <p:spPr>
          <a:xfrm>
            <a:off x="1889640" y="31939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783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0" name=""/>
          <p:cNvSpPr/>
          <p:nvPr/>
        </p:nvSpPr>
        <p:spPr>
          <a:xfrm>
            <a:off x="1889640" y="3201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683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1" name=""/>
          <p:cNvSpPr/>
          <p:nvPr/>
        </p:nvSpPr>
        <p:spPr>
          <a:xfrm>
            <a:off x="1889640" y="32090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368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2" name=""/>
          <p:cNvSpPr/>
          <p:nvPr/>
        </p:nvSpPr>
        <p:spPr>
          <a:xfrm>
            <a:off x="1889640" y="32162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58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3" name=""/>
          <p:cNvSpPr/>
          <p:nvPr/>
        </p:nvSpPr>
        <p:spPr>
          <a:xfrm>
            <a:off x="1889640" y="32238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482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4" name=""/>
          <p:cNvSpPr/>
          <p:nvPr/>
        </p:nvSpPr>
        <p:spPr>
          <a:xfrm>
            <a:off x="1889640" y="32313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48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5" name=""/>
          <p:cNvSpPr/>
          <p:nvPr/>
        </p:nvSpPr>
        <p:spPr>
          <a:xfrm>
            <a:off x="1889640" y="32389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38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6" name=""/>
          <p:cNvSpPr/>
          <p:nvPr/>
        </p:nvSpPr>
        <p:spPr>
          <a:xfrm>
            <a:off x="1889640" y="3246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38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7" name=""/>
          <p:cNvSpPr/>
          <p:nvPr/>
        </p:nvSpPr>
        <p:spPr>
          <a:xfrm>
            <a:off x="1889640" y="32540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28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8" name=""/>
          <p:cNvSpPr/>
          <p:nvPr/>
        </p:nvSpPr>
        <p:spPr>
          <a:xfrm>
            <a:off x="1889640" y="3261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180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59" name=""/>
          <p:cNvSpPr/>
          <p:nvPr/>
        </p:nvSpPr>
        <p:spPr>
          <a:xfrm>
            <a:off x="1889640" y="326916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318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0" name=""/>
          <p:cNvSpPr/>
          <p:nvPr/>
        </p:nvSpPr>
        <p:spPr>
          <a:xfrm>
            <a:off x="1889640" y="32763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07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1" name=""/>
          <p:cNvSpPr/>
          <p:nvPr/>
        </p:nvSpPr>
        <p:spPr>
          <a:xfrm>
            <a:off x="1889640" y="32839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f7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2" name=""/>
          <p:cNvSpPr/>
          <p:nvPr/>
        </p:nvSpPr>
        <p:spPr>
          <a:xfrm>
            <a:off x="1889640" y="3291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f7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3" name=""/>
          <p:cNvSpPr/>
          <p:nvPr/>
        </p:nvSpPr>
        <p:spPr>
          <a:xfrm>
            <a:off x="1889640" y="329904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e7f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4" name=""/>
          <p:cNvSpPr/>
          <p:nvPr/>
        </p:nvSpPr>
        <p:spPr>
          <a:xfrm>
            <a:off x="1889640" y="3306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d7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5" name=""/>
          <p:cNvSpPr/>
          <p:nvPr/>
        </p:nvSpPr>
        <p:spPr>
          <a:xfrm>
            <a:off x="1889640" y="3314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d7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6" name=""/>
          <p:cNvSpPr/>
          <p:nvPr/>
        </p:nvSpPr>
        <p:spPr>
          <a:xfrm>
            <a:off x="1889640" y="332172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2c7e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7" name=""/>
          <p:cNvSpPr/>
          <p:nvPr/>
        </p:nvSpPr>
        <p:spPr>
          <a:xfrm>
            <a:off x="1889640" y="33289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b7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8" name=""/>
          <p:cNvSpPr/>
          <p:nvPr/>
        </p:nvSpPr>
        <p:spPr>
          <a:xfrm>
            <a:off x="1889640" y="33364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b7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69" name=""/>
          <p:cNvSpPr/>
          <p:nvPr/>
        </p:nvSpPr>
        <p:spPr>
          <a:xfrm>
            <a:off x="1889640" y="3344040"/>
            <a:ext cx="2350440" cy="8280"/>
          </a:xfrm>
          <a:custGeom>
            <a:avLst/>
            <a:gdLst/>
            <a:ahLst/>
            <a:rect l="0" t="0" r="r" b="b"/>
            <a:pathLst>
              <a:path w="6529" h="23">
                <a:moveTo>
                  <a:pt x="0" y="0"/>
                </a:moveTo>
                <a:lnTo>
                  <a:pt x="6529" y="0"/>
                </a:lnTo>
                <a:lnTo>
                  <a:pt x="6529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2a7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70" name=""/>
          <p:cNvSpPr/>
          <p:nvPr/>
        </p:nvSpPr>
        <p:spPr>
          <a:xfrm>
            <a:off x="1889640" y="335160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a7c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71" name=""/>
          <p:cNvSpPr/>
          <p:nvPr/>
        </p:nvSpPr>
        <p:spPr>
          <a:xfrm>
            <a:off x="1889640" y="335916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97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72" name=""/>
          <p:cNvSpPr/>
          <p:nvPr/>
        </p:nvSpPr>
        <p:spPr>
          <a:xfrm>
            <a:off x="1889640" y="336672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87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73" name=""/>
          <p:cNvSpPr/>
          <p:nvPr/>
        </p:nvSpPr>
        <p:spPr>
          <a:xfrm>
            <a:off x="1889640" y="3374280"/>
            <a:ext cx="2350440" cy="7920"/>
          </a:xfrm>
          <a:custGeom>
            <a:avLst/>
            <a:gdLst/>
            <a:ahLst/>
            <a:rect l="0" t="0" r="r" b="b"/>
            <a:pathLst>
              <a:path w="6529" h="22">
                <a:moveTo>
                  <a:pt x="0" y="0"/>
                </a:moveTo>
                <a:lnTo>
                  <a:pt x="6529" y="0"/>
                </a:lnTo>
                <a:lnTo>
                  <a:pt x="6529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287b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74" name=""/>
          <p:cNvSpPr/>
          <p:nvPr/>
        </p:nvSpPr>
        <p:spPr>
          <a:xfrm>
            <a:off x="1889640" y="3381840"/>
            <a:ext cx="2350440" cy="7560"/>
          </a:xfrm>
          <a:custGeom>
            <a:avLst/>
            <a:gdLst/>
            <a:ahLst/>
            <a:rect l="0" t="0" r="r" b="b"/>
            <a:pathLst>
              <a:path w="6529" h="21">
                <a:moveTo>
                  <a:pt x="0" y="0"/>
                </a:moveTo>
                <a:lnTo>
                  <a:pt x="6529" y="0"/>
                </a:lnTo>
                <a:lnTo>
                  <a:pt x="6529" y="21"/>
                </a:lnTo>
                <a:lnTo>
                  <a:pt x="0" y="21"/>
                </a:lnTo>
                <a:lnTo>
                  <a:pt x="0" y="0"/>
                </a:lnTo>
                <a:close/>
              </a:path>
            </a:pathLst>
          </a:custGeom>
          <a:solidFill>
            <a:srgbClr val="277b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75" name=""/>
          <p:cNvSpPr/>
          <p:nvPr/>
        </p:nvSpPr>
        <p:spPr>
          <a:xfrm>
            <a:off x="1889640" y="3389040"/>
            <a:ext cx="2350440" cy="962280"/>
          </a:xfrm>
          <a:custGeom>
            <a:avLst/>
            <a:gdLst/>
            <a:ahLst/>
            <a:rect l="0" t="0" r="r" b="b"/>
            <a:pathLst>
              <a:path w="6529" h="2673">
                <a:moveTo>
                  <a:pt x="0" y="0"/>
                </a:moveTo>
                <a:lnTo>
                  <a:pt x="6529" y="0"/>
                </a:lnTo>
                <a:lnTo>
                  <a:pt x="6529" y="2673"/>
                </a:lnTo>
                <a:lnTo>
                  <a:pt x="0" y="2673"/>
                </a:lnTo>
                <a:lnTo>
                  <a:pt x="0" y="0"/>
                </a:lnTo>
                <a:close/>
              </a:path>
            </a:pathLst>
          </a:custGeom>
          <a:solidFill>
            <a:srgbClr val="277b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76" name=""/>
          <p:cNvSpPr txBox="1"/>
          <p:nvPr/>
        </p:nvSpPr>
        <p:spPr>
          <a:xfrm>
            <a:off x="1389600" y="1697400"/>
            <a:ext cx="272124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000000"/>
                </a:solidFill>
                <a:latin typeface="Calibri"/>
                <a:ea typeface="Calibri"/>
              </a:rPr>
              <a:t>Multi-Frequency (1kHz - 1,000kHz)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77" name=""/>
          <p:cNvSpPr/>
          <p:nvPr/>
        </p:nvSpPr>
        <p:spPr>
          <a:xfrm>
            <a:off x="1889640" y="43509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3a9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78" name=""/>
          <p:cNvSpPr/>
          <p:nvPr/>
        </p:nvSpPr>
        <p:spPr>
          <a:xfrm>
            <a:off x="1889640" y="43549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3aa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79" name=""/>
          <p:cNvSpPr/>
          <p:nvPr/>
        </p:nvSpPr>
        <p:spPr>
          <a:xfrm>
            <a:off x="1889640" y="43588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4aa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80" name=""/>
          <p:cNvSpPr/>
          <p:nvPr/>
        </p:nvSpPr>
        <p:spPr>
          <a:xfrm>
            <a:off x="1889640" y="43628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5aa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81" name=""/>
          <p:cNvSpPr/>
          <p:nvPr/>
        </p:nvSpPr>
        <p:spPr>
          <a:xfrm>
            <a:off x="1889640" y="4366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6ab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82" name=""/>
          <p:cNvSpPr/>
          <p:nvPr/>
        </p:nvSpPr>
        <p:spPr>
          <a:xfrm>
            <a:off x="1889640" y="4370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6ab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083" name=""/>
          <p:cNvSpPr/>
          <p:nvPr/>
        </p:nvSpPr>
        <p:spPr>
          <a:xfrm>
            <a:off x="1889640" y="4374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7ac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84" name=""/>
          <p:cNvSpPr/>
          <p:nvPr/>
        </p:nvSpPr>
        <p:spPr>
          <a:xfrm>
            <a:off x="1889640" y="4378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8ac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85" name=""/>
          <p:cNvSpPr/>
          <p:nvPr/>
        </p:nvSpPr>
        <p:spPr>
          <a:xfrm>
            <a:off x="1889640" y="438264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69ac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86" name=""/>
          <p:cNvSpPr/>
          <p:nvPr/>
        </p:nvSpPr>
        <p:spPr>
          <a:xfrm>
            <a:off x="1889640" y="43869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9a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87" name=""/>
          <p:cNvSpPr/>
          <p:nvPr/>
        </p:nvSpPr>
        <p:spPr>
          <a:xfrm>
            <a:off x="1889640" y="43909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aa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88" name=""/>
          <p:cNvSpPr/>
          <p:nvPr/>
        </p:nvSpPr>
        <p:spPr>
          <a:xfrm>
            <a:off x="1889640" y="43948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ba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89" name=""/>
          <p:cNvSpPr/>
          <p:nvPr/>
        </p:nvSpPr>
        <p:spPr>
          <a:xfrm>
            <a:off x="1889640" y="43988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ca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0" name=""/>
          <p:cNvSpPr/>
          <p:nvPr/>
        </p:nvSpPr>
        <p:spPr>
          <a:xfrm>
            <a:off x="1889640" y="4402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ca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1" name=""/>
          <p:cNvSpPr/>
          <p:nvPr/>
        </p:nvSpPr>
        <p:spPr>
          <a:xfrm>
            <a:off x="1889640" y="4406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daf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2" name=""/>
          <p:cNvSpPr/>
          <p:nvPr/>
        </p:nvSpPr>
        <p:spPr>
          <a:xfrm>
            <a:off x="1889640" y="4410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eaf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3" name=""/>
          <p:cNvSpPr/>
          <p:nvPr/>
        </p:nvSpPr>
        <p:spPr>
          <a:xfrm>
            <a:off x="1889640" y="4414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fa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4" name=""/>
          <p:cNvSpPr/>
          <p:nvPr/>
        </p:nvSpPr>
        <p:spPr>
          <a:xfrm>
            <a:off x="1889640" y="4418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6fb0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5" name=""/>
          <p:cNvSpPr/>
          <p:nvPr/>
        </p:nvSpPr>
        <p:spPr>
          <a:xfrm>
            <a:off x="1889640" y="4422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0b0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6" name=""/>
          <p:cNvSpPr/>
          <p:nvPr/>
        </p:nvSpPr>
        <p:spPr>
          <a:xfrm>
            <a:off x="1889640" y="442656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71b0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7" name=""/>
          <p:cNvSpPr/>
          <p:nvPr/>
        </p:nvSpPr>
        <p:spPr>
          <a:xfrm>
            <a:off x="1889640" y="44308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2b1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8" name=""/>
          <p:cNvSpPr/>
          <p:nvPr/>
        </p:nvSpPr>
        <p:spPr>
          <a:xfrm>
            <a:off x="1889640" y="44348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2b1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099" name=""/>
          <p:cNvSpPr/>
          <p:nvPr/>
        </p:nvSpPr>
        <p:spPr>
          <a:xfrm>
            <a:off x="1889640" y="4438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3b2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0" name=""/>
          <p:cNvSpPr/>
          <p:nvPr/>
        </p:nvSpPr>
        <p:spPr>
          <a:xfrm>
            <a:off x="1889640" y="4442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4b2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1" name=""/>
          <p:cNvSpPr/>
          <p:nvPr/>
        </p:nvSpPr>
        <p:spPr>
          <a:xfrm>
            <a:off x="1889640" y="4446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5b2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2" name=""/>
          <p:cNvSpPr/>
          <p:nvPr/>
        </p:nvSpPr>
        <p:spPr>
          <a:xfrm>
            <a:off x="1889640" y="4450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5b3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3" name=""/>
          <p:cNvSpPr/>
          <p:nvPr/>
        </p:nvSpPr>
        <p:spPr>
          <a:xfrm>
            <a:off x="1889640" y="4454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6b3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4" name=""/>
          <p:cNvSpPr/>
          <p:nvPr/>
        </p:nvSpPr>
        <p:spPr>
          <a:xfrm>
            <a:off x="1889640" y="4458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7b3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5" name=""/>
          <p:cNvSpPr/>
          <p:nvPr/>
        </p:nvSpPr>
        <p:spPr>
          <a:xfrm>
            <a:off x="1889640" y="4462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8b4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6" name=""/>
          <p:cNvSpPr/>
          <p:nvPr/>
        </p:nvSpPr>
        <p:spPr>
          <a:xfrm>
            <a:off x="1889640" y="446652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78b4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7" name=""/>
          <p:cNvSpPr/>
          <p:nvPr/>
        </p:nvSpPr>
        <p:spPr>
          <a:xfrm>
            <a:off x="1889640" y="44708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9b5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8" name=""/>
          <p:cNvSpPr/>
          <p:nvPr/>
        </p:nvSpPr>
        <p:spPr>
          <a:xfrm>
            <a:off x="1889640" y="4474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ab5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09" name=""/>
          <p:cNvSpPr/>
          <p:nvPr/>
        </p:nvSpPr>
        <p:spPr>
          <a:xfrm>
            <a:off x="1889640" y="4478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ab5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0" name=""/>
          <p:cNvSpPr/>
          <p:nvPr/>
        </p:nvSpPr>
        <p:spPr>
          <a:xfrm>
            <a:off x="1889640" y="4482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bb6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1" name=""/>
          <p:cNvSpPr/>
          <p:nvPr/>
        </p:nvSpPr>
        <p:spPr>
          <a:xfrm>
            <a:off x="1889640" y="4486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cb6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2" name=""/>
          <p:cNvSpPr/>
          <p:nvPr/>
        </p:nvSpPr>
        <p:spPr>
          <a:xfrm>
            <a:off x="1889640" y="4490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db6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3" name=""/>
          <p:cNvSpPr/>
          <p:nvPr/>
        </p:nvSpPr>
        <p:spPr>
          <a:xfrm>
            <a:off x="1889640" y="4494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db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4" name=""/>
          <p:cNvSpPr/>
          <p:nvPr/>
        </p:nvSpPr>
        <p:spPr>
          <a:xfrm>
            <a:off x="1889640" y="4498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eb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5" name=""/>
          <p:cNvSpPr/>
          <p:nvPr/>
        </p:nvSpPr>
        <p:spPr>
          <a:xfrm>
            <a:off x="1889640" y="4502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7fb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6" name=""/>
          <p:cNvSpPr/>
          <p:nvPr/>
        </p:nvSpPr>
        <p:spPr>
          <a:xfrm>
            <a:off x="1889640" y="450648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80b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7" name=""/>
          <p:cNvSpPr/>
          <p:nvPr/>
        </p:nvSpPr>
        <p:spPr>
          <a:xfrm>
            <a:off x="1889640" y="45108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0b8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8" name=""/>
          <p:cNvSpPr/>
          <p:nvPr/>
        </p:nvSpPr>
        <p:spPr>
          <a:xfrm>
            <a:off x="1889640" y="45147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1b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19" name=""/>
          <p:cNvSpPr/>
          <p:nvPr/>
        </p:nvSpPr>
        <p:spPr>
          <a:xfrm>
            <a:off x="1889640" y="4518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2b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0" name=""/>
          <p:cNvSpPr/>
          <p:nvPr/>
        </p:nvSpPr>
        <p:spPr>
          <a:xfrm>
            <a:off x="1889640" y="4522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3b9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1" name=""/>
          <p:cNvSpPr/>
          <p:nvPr/>
        </p:nvSpPr>
        <p:spPr>
          <a:xfrm>
            <a:off x="1889640" y="4526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3ba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2" name=""/>
          <p:cNvSpPr/>
          <p:nvPr/>
        </p:nvSpPr>
        <p:spPr>
          <a:xfrm>
            <a:off x="1889640" y="4530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4ba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3" name=""/>
          <p:cNvSpPr/>
          <p:nvPr/>
        </p:nvSpPr>
        <p:spPr>
          <a:xfrm>
            <a:off x="1889640" y="4534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5bb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4" name=""/>
          <p:cNvSpPr/>
          <p:nvPr/>
        </p:nvSpPr>
        <p:spPr>
          <a:xfrm>
            <a:off x="1889640" y="4538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6bb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5" name=""/>
          <p:cNvSpPr/>
          <p:nvPr/>
        </p:nvSpPr>
        <p:spPr>
          <a:xfrm>
            <a:off x="1889640" y="4542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6bb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6" name=""/>
          <p:cNvSpPr/>
          <p:nvPr/>
        </p:nvSpPr>
        <p:spPr>
          <a:xfrm>
            <a:off x="1889640" y="4546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7bc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7" name=""/>
          <p:cNvSpPr/>
          <p:nvPr/>
        </p:nvSpPr>
        <p:spPr>
          <a:xfrm>
            <a:off x="1889640" y="455040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88bc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8" name=""/>
          <p:cNvSpPr/>
          <p:nvPr/>
        </p:nvSpPr>
        <p:spPr>
          <a:xfrm>
            <a:off x="1889640" y="45547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9bc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29" name=""/>
          <p:cNvSpPr/>
          <p:nvPr/>
        </p:nvSpPr>
        <p:spPr>
          <a:xfrm>
            <a:off x="1889640" y="4558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9bd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0" name=""/>
          <p:cNvSpPr/>
          <p:nvPr/>
        </p:nvSpPr>
        <p:spPr>
          <a:xfrm>
            <a:off x="1889640" y="4562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abd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1" name=""/>
          <p:cNvSpPr/>
          <p:nvPr/>
        </p:nvSpPr>
        <p:spPr>
          <a:xfrm>
            <a:off x="1889640" y="4566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bbe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2" name=""/>
          <p:cNvSpPr/>
          <p:nvPr/>
        </p:nvSpPr>
        <p:spPr>
          <a:xfrm>
            <a:off x="1889640" y="4570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cbe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3" name=""/>
          <p:cNvSpPr/>
          <p:nvPr/>
        </p:nvSpPr>
        <p:spPr>
          <a:xfrm>
            <a:off x="1889640" y="4574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cbe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4" name=""/>
          <p:cNvSpPr/>
          <p:nvPr/>
        </p:nvSpPr>
        <p:spPr>
          <a:xfrm>
            <a:off x="1889640" y="4578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dbf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5" name=""/>
          <p:cNvSpPr/>
          <p:nvPr/>
        </p:nvSpPr>
        <p:spPr>
          <a:xfrm>
            <a:off x="1889640" y="4582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ebf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6" name=""/>
          <p:cNvSpPr/>
          <p:nvPr/>
        </p:nvSpPr>
        <p:spPr>
          <a:xfrm>
            <a:off x="1889640" y="4586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8fbf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7" name=""/>
          <p:cNvSpPr/>
          <p:nvPr/>
        </p:nvSpPr>
        <p:spPr>
          <a:xfrm>
            <a:off x="1889640" y="459036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8fc0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8" name=""/>
          <p:cNvSpPr/>
          <p:nvPr/>
        </p:nvSpPr>
        <p:spPr>
          <a:xfrm>
            <a:off x="1889640" y="45946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0c0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39" name=""/>
          <p:cNvSpPr/>
          <p:nvPr/>
        </p:nvSpPr>
        <p:spPr>
          <a:xfrm>
            <a:off x="1889640" y="45986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1c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0" name=""/>
          <p:cNvSpPr/>
          <p:nvPr/>
        </p:nvSpPr>
        <p:spPr>
          <a:xfrm>
            <a:off x="1889640" y="4602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1c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1" name=""/>
          <p:cNvSpPr/>
          <p:nvPr/>
        </p:nvSpPr>
        <p:spPr>
          <a:xfrm>
            <a:off x="1889640" y="4606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2c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2" name=""/>
          <p:cNvSpPr/>
          <p:nvPr/>
        </p:nvSpPr>
        <p:spPr>
          <a:xfrm>
            <a:off x="1889640" y="4610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3c2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3" name=""/>
          <p:cNvSpPr/>
          <p:nvPr/>
        </p:nvSpPr>
        <p:spPr>
          <a:xfrm>
            <a:off x="1889640" y="4614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4c2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4" name=""/>
          <p:cNvSpPr/>
          <p:nvPr/>
        </p:nvSpPr>
        <p:spPr>
          <a:xfrm>
            <a:off x="1889640" y="4618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4c2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5" name=""/>
          <p:cNvSpPr/>
          <p:nvPr/>
        </p:nvSpPr>
        <p:spPr>
          <a:xfrm>
            <a:off x="1889640" y="4622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5c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6" name=""/>
          <p:cNvSpPr/>
          <p:nvPr/>
        </p:nvSpPr>
        <p:spPr>
          <a:xfrm>
            <a:off x="1889640" y="4626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6c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7" name=""/>
          <p:cNvSpPr/>
          <p:nvPr/>
        </p:nvSpPr>
        <p:spPr>
          <a:xfrm>
            <a:off x="1889640" y="4630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7c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8" name=""/>
          <p:cNvSpPr/>
          <p:nvPr/>
        </p:nvSpPr>
        <p:spPr>
          <a:xfrm>
            <a:off x="1889640" y="463428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97c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49" name=""/>
          <p:cNvSpPr/>
          <p:nvPr/>
        </p:nvSpPr>
        <p:spPr>
          <a:xfrm>
            <a:off x="1889640" y="46386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8c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0" name=""/>
          <p:cNvSpPr/>
          <p:nvPr/>
        </p:nvSpPr>
        <p:spPr>
          <a:xfrm>
            <a:off x="1889640" y="4642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9c5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1" name=""/>
          <p:cNvSpPr/>
          <p:nvPr/>
        </p:nvSpPr>
        <p:spPr>
          <a:xfrm>
            <a:off x="1889640" y="4646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ac5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2" name=""/>
          <p:cNvSpPr/>
          <p:nvPr/>
        </p:nvSpPr>
        <p:spPr>
          <a:xfrm>
            <a:off x="1889640" y="4650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ac5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3" name=""/>
          <p:cNvSpPr/>
          <p:nvPr/>
        </p:nvSpPr>
        <p:spPr>
          <a:xfrm>
            <a:off x="1889640" y="4654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bc6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4" name=""/>
          <p:cNvSpPr/>
          <p:nvPr/>
        </p:nvSpPr>
        <p:spPr>
          <a:xfrm>
            <a:off x="1889640" y="4658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cc6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5" name=""/>
          <p:cNvSpPr/>
          <p:nvPr/>
        </p:nvSpPr>
        <p:spPr>
          <a:xfrm>
            <a:off x="1889640" y="4662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dc7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6" name=""/>
          <p:cNvSpPr/>
          <p:nvPr/>
        </p:nvSpPr>
        <p:spPr>
          <a:xfrm>
            <a:off x="1889640" y="4666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dc7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7" name=""/>
          <p:cNvSpPr/>
          <p:nvPr/>
        </p:nvSpPr>
        <p:spPr>
          <a:xfrm>
            <a:off x="1889640" y="46702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9ec7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8" name=""/>
          <p:cNvSpPr/>
          <p:nvPr/>
        </p:nvSpPr>
        <p:spPr>
          <a:xfrm>
            <a:off x="1889640" y="467424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9fc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59" name=""/>
          <p:cNvSpPr/>
          <p:nvPr/>
        </p:nvSpPr>
        <p:spPr>
          <a:xfrm>
            <a:off x="1889640" y="46785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0c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0" name=""/>
          <p:cNvSpPr/>
          <p:nvPr/>
        </p:nvSpPr>
        <p:spPr>
          <a:xfrm>
            <a:off x="1889640" y="46825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0c8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1" name=""/>
          <p:cNvSpPr/>
          <p:nvPr/>
        </p:nvSpPr>
        <p:spPr>
          <a:xfrm>
            <a:off x="1889640" y="4686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1c9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2" name=""/>
          <p:cNvSpPr/>
          <p:nvPr/>
        </p:nvSpPr>
        <p:spPr>
          <a:xfrm>
            <a:off x="1889640" y="4690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2c9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3" name=""/>
          <p:cNvSpPr/>
          <p:nvPr/>
        </p:nvSpPr>
        <p:spPr>
          <a:xfrm>
            <a:off x="1889640" y="4694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3c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4" name=""/>
          <p:cNvSpPr/>
          <p:nvPr/>
        </p:nvSpPr>
        <p:spPr>
          <a:xfrm>
            <a:off x="1889640" y="4698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3c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5" name=""/>
          <p:cNvSpPr/>
          <p:nvPr/>
        </p:nvSpPr>
        <p:spPr>
          <a:xfrm>
            <a:off x="1889640" y="4702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4c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6" name=""/>
          <p:cNvSpPr/>
          <p:nvPr/>
        </p:nvSpPr>
        <p:spPr>
          <a:xfrm>
            <a:off x="1889640" y="47062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5cb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7" name=""/>
          <p:cNvSpPr/>
          <p:nvPr/>
        </p:nvSpPr>
        <p:spPr>
          <a:xfrm>
            <a:off x="1889640" y="47102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6cb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8" name=""/>
          <p:cNvSpPr/>
          <p:nvPr/>
        </p:nvSpPr>
        <p:spPr>
          <a:xfrm>
            <a:off x="1889640" y="47142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6cb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69" name=""/>
          <p:cNvSpPr/>
          <p:nvPr/>
        </p:nvSpPr>
        <p:spPr>
          <a:xfrm>
            <a:off x="1889640" y="4718160"/>
            <a:ext cx="2348640" cy="5040"/>
          </a:xfrm>
          <a:custGeom>
            <a:avLst/>
            <a:gdLst/>
            <a:ahLst/>
            <a:rect l="0" t="0" r="r" b="b"/>
            <a:pathLst>
              <a:path w="6524" h="14">
                <a:moveTo>
                  <a:pt x="0" y="0"/>
                </a:moveTo>
                <a:lnTo>
                  <a:pt x="6524" y="0"/>
                </a:lnTo>
                <a:lnTo>
                  <a:pt x="6524" y="14"/>
                </a:ln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7c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0" name=""/>
          <p:cNvSpPr/>
          <p:nvPr/>
        </p:nvSpPr>
        <p:spPr>
          <a:xfrm>
            <a:off x="1889640" y="47224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8cc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1" name=""/>
          <p:cNvSpPr/>
          <p:nvPr/>
        </p:nvSpPr>
        <p:spPr>
          <a:xfrm>
            <a:off x="1889640" y="4726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9cd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2" name=""/>
          <p:cNvSpPr/>
          <p:nvPr/>
        </p:nvSpPr>
        <p:spPr>
          <a:xfrm>
            <a:off x="1889640" y="4730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9cd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3" name=""/>
          <p:cNvSpPr/>
          <p:nvPr/>
        </p:nvSpPr>
        <p:spPr>
          <a:xfrm>
            <a:off x="1889640" y="4734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acd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4" name=""/>
          <p:cNvSpPr/>
          <p:nvPr/>
        </p:nvSpPr>
        <p:spPr>
          <a:xfrm>
            <a:off x="1889640" y="4738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bce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5" name=""/>
          <p:cNvSpPr/>
          <p:nvPr/>
        </p:nvSpPr>
        <p:spPr>
          <a:xfrm>
            <a:off x="1889640" y="47422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bce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6" name=""/>
          <p:cNvSpPr/>
          <p:nvPr/>
        </p:nvSpPr>
        <p:spPr>
          <a:xfrm>
            <a:off x="1889640" y="47462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cce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7" name=""/>
          <p:cNvSpPr/>
          <p:nvPr/>
        </p:nvSpPr>
        <p:spPr>
          <a:xfrm>
            <a:off x="1889640" y="47502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dcf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8" name=""/>
          <p:cNvSpPr/>
          <p:nvPr/>
        </p:nvSpPr>
        <p:spPr>
          <a:xfrm>
            <a:off x="1889640" y="47541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ecf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79" name=""/>
          <p:cNvSpPr/>
          <p:nvPr/>
        </p:nvSpPr>
        <p:spPr>
          <a:xfrm>
            <a:off x="1889640" y="475812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aed0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0" name=""/>
          <p:cNvSpPr/>
          <p:nvPr/>
        </p:nvSpPr>
        <p:spPr>
          <a:xfrm>
            <a:off x="1889640" y="47624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afd0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1" name=""/>
          <p:cNvSpPr/>
          <p:nvPr/>
        </p:nvSpPr>
        <p:spPr>
          <a:xfrm>
            <a:off x="1889640" y="4766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0d0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2" name=""/>
          <p:cNvSpPr/>
          <p:nvPr/>
        </p:nvSpPr>
        <p:spPr>
          <a:xfrm>
            <a:off x="1889640" y="4770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1d1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3" name=""/>
          <p:cNvSpPr/>
          <p:nvPr/>
        </p:nvSpPr>
        <p:spPr>
          <a:xfrm>
            <a:off x="1889640" y="4774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1d1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4" name=""/>
          <p:cNvSpPr/>
          <p:nvPr/>
        </p:nvSpPr>
        <p:spPr>
          <a:xfrm>
            <a:off x="1889640" y="47782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2d1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5" name=""/>
          <p:cNvSpPr/>
          <p:nvPr/>
        </p:nvSpPr>
        <p:spPr>
          <a:xfrm>
            <a:off x="1889640" y="47822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3d2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6" name=""/>
          <p:cNvSpPr/>
          <p:nvPr/>
        </p:nvSpPr>
        <p:spPr>
          <a:xfrm>
            <a:off x="1889640" y="47862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4d2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7" name=""/>
          <p:cNvSpPr/>
          <p:nvPr/>
        </p:nvSpPr>
        <p:spPr>
          <a:xfrm>
            <a:off x="1889640" y="47901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4d3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8" name=""/>
          <p:cNvSpPr/>
          <p:nvPr/>
        </p:nvSpPr>
        <p:spPr>
          <a:xfrm>
            <a:off x="1889640" y="47941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5d3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89" name=""/>
          <p:cNvSpPr/>
          <p:nvPr/>
        </p:nvSpPr>
        <p:spPr>
          <a:xfrm>
            <a:off x="1889640" y="479808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b6d3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0" name=""/>
          <p:cNvSpPr/>
          <p:nvPr/>
        </p:nvSpPr>
        <p:spPr>
          <a:xfrm>
            <a:off x="1889640" y="48024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7d4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1" name=""/>
          <p:cNvSpPr/>
          <p:nvPr/>
        </p:nvSpPr>
        <p:spPr>
          <a:xfrm>
            <a:off x="1889640" y="48063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7d4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2" name=""/>
          <p:cNvSpPr/>
          <p:nvPr/>
        </p:nvSpPr>
        <p:spPr>
          <a:xfrm>
            <a:off x="1889640" y="4810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8d4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3" name=""/>
          <p:cNvSpPr/>
          <p:nvPr/>
        </p:nvSpPr>
        <p:spPr>
          <a:xfrm>
            <a:off x="1889640" y="48142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9d5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4" name=""/>
          <p:cNvSpPr/>
          <p:nvPr/>
        </p:nvSpPr>
        <p:spPr>
          <a:xfrm>
            <a:off x="1889640" y="48182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ad5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5" name=""/>
          <p:cNvSpPr/>
          <p:nvPr/>
        </p:nvSpPr>
        <p:spPr>
          <a:xfrm>
            <a:off x="1889640" y="48222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ad6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6" name=""/>
          <p:cNvSpPr/>
          <p:nvPr/>
        </p:nvSpPr>
        <p:spPr>
          <a:xfrm>
            <a:off x="1889640" y="482616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bd6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7" name=""/>
          <p:cNvSpPr/>
          <p:nvPr/>
        </p:nvSpPr>
        <p:spPr>
          <a:xfrm>
            <a:off x="1889640" y="48301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cd6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8" name=""/>
          <p:cNvSpPr/>
          <p:nvPr/>
        </p:nvSpPr>
        <p:spPr>
          <a:xfrm>
            <a:off x="1889640" y="48340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dd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199" name=""/>
          <p:cNvSpPr/>
          <p:nvPr/>
        </p:nvSpPr>
        <p:spPr>
          <a:xfrm>
            <a:off x="1889640" y="48380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d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0" name=""/>
          <p:cNvSpPr/>
          <p:nvPr/>
        </p:nvSpPr>
        <p:spPr>
          <a:xfrm>
            <a:off x="1889640" y="4842000"/>
            <a:ext cx="2348640" cy="4680"/>
          </a:xfrm>
          <a:custGeom>
            <a:avLst/>
            <a:gdLst/>
            <a:ahLst/>
            <a:rect l="0" t="0" r="r" b="b"/>
            <a:pathLst>
              <a:path w="6524" h="13">
                <a:moveTo>
                  <a:pt x="0" y="0"/>
                </a:moveTo>
                <a:lnTo>
                  <a:pt x="6524" y="0"/>
                </a:lnTo>
                <a:lnTo>
                  <a:pt x="6524" y="13"/>
                </a:lnTo>
                <a:lnTo>
                  <a:pt x="0" y="13"/>
                </a:lnTo>
                <a:lnTo>
                  <a:pt x="0" y="0"/>
                </a:lnTo>
                <a:close/>
              </a:path>
            </a:pathLst>
          </a:custGeom>
          <a:solidFill>
            <a:srgbClr val="bed7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1" name=""/>
          <p:cNvSpPr/>
          <p:nvPr/>
        </p:nvSpPr>
        <p:spPr>
          <a:xfrm>
            <a:off x="1889640" y="484632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bfd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2" name=""/>
          <p:cNvSpPr/>
          <p:nvPr/>
        </p:nvSpPr>
        <p:spPr>
          <a:xfrm>
            <a:off x="1889640" y="485028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c0d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3" name=""/>
          <p:cNvSpPr/>
          <p:nvPr/>
        </p:nvSpPr>
        <p:spPr>
          <a:xfrm>
            <a:off x="1889640" y="485424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c0d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4" name=""/>
          <p:cNvSpPr/>
          <p:nvPr/>
        </p:nvSpPr>
        <p:spPr>
          <a:xfrm>
            <a:off x="1889640" y="4858200"/>
            <a:ext cx="2348640" cy="4320"/>
          </a:xfrm>
          <a:custGeom>
            <a:avLst/>
            <a:gdLst/>
            <a:ahLst/>
            <a:rect l="0" t="0" r="r" b="b"/>
            <a:pathLst>
              <a:path w="6524" h="12">
                <a:moveTo>
                  <a:pt x="0" y="0"/>
                </a:moveTo>
                <a:lnTo>
                  <a:pt x="6524" y="0"/>
                </a:lnTo>
                <a:lnTo>
                  <a:pt x="6524" y="12"/>
                </a:lnTo>
                <a:lnTo>
                  <a:pt x="0" y="12"/>
                </a:lnTo>
                <a:lnTo>
                  <a:pt x="0" y="0"/>
                </a:lnTo>
                <a:close/>
              </a:path>
            </a:pathLst>
          </a:custGeom>
          <a:solidFill>
            <a:srgbClr val="c1d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5" name=""/>
          <p:cNvSpPr/>
          <p:nvPr/>
        </p:nvSpPr>
        <p:spPr>
          <a:xfrm>
            <a:off x="1889640" y="4862160"/>
            <a:ext cx="2348640" cy="511560"/>
          </a:xfrm>
          <a:custGeom>
            <a:avLst/>
            <a:gdLst/>
            <a:ahLst/>
            <a:rect l="0" t="0" r="r" b="b"/>
            <a:pathLst>
              <a:path w="6524" h="1421">
                <a:moveTo>
                  <a:pt x="0" y="0"/>
                </a:moveTo>
                <a:lnTo>
                  <a:pt x="6524" y="0"/>
                </a:lnTo>
                <a:lnTo>
                  <a:pt x="6524" y="1421"/>
                </a:lnTo>
                <a:lnTo>
                  <a:pt x="0" y="1421"/>
                </a:lnTo>
                <a:lnTo>
                  <a:pt x="0" y="0"/>
                </a:lnTo>
                <a:close/>
              </a:path>
            </a:pathLst>
          </a:custGeom>
          <a:solidFill>
            <a:srgbClr val="c1d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6" name=""/>
          <p:cNvSpPr txBox="1"/>
          <p:nvPr/>
        </p:nvSpPr>
        <p:spPr>
          <a:xfrm>
            <a:off x="2520720" y="3314880"/>
            <a:ext cx="1089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Arial"/>
                <a:ea typeface="Arial"/>
              </a:rPr>
              <a:t>Intracellular Water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7" name=""/>
          <p:cNvSpPr/>
          <p:nvPr/>
        </p:nvSpPr>
        <p:spPr>
          <a:xfrm>
            <a:off x="2110680" y="4350960"/>
            <a:ext cx="204480" cy="1022760"/>
          </a:xfrm>
          <a:custGeom>
            <a:avLst/>
            <a:gdLst/>
            <a:ahLst/>
            <a:rect l="0" t="0" r="r" b="b"/>
            <a:pathLst>
              <a:path w="568" h="2841">
                <a:moveTo>
                  <a:pt x="0" y="283"/>
                </a:moveTo>
                <a:lnTo>
                  <a:pt x="284" y="0"/>
                </a:lnTo>
                <a:lnTo>
                  <a:pt x="568" y="283"/>
                </a:lnTo>
                <a:lnTo>
                  <a:pt x="426" y="283"/>
                </a:lnTo>
                <a:lnTo>
                  <a:pt x="426" y="2841"/>
                </a:lnTo>
                <a:lnTo>
                  <a:pt x="142" y="2841"/>
                </a:lnTo>
                <a:lnTo>
                  <a:pt x="142" y="283"/>
                </a:lnTo>
                <a:lnTo>
                  <a:pt x="0" y="283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8" name=""/>
          <p:cNvSpPr/>
          <p:nvPr/>
        </p:nvSpPr>
        <p:spPr>
          <a:xfrm>
            <a:off x="2961000" y="3805200"/>
            <a:ext cx="205920" cy="1568520"/>
          </a:xfrm>
          <a:custGeom>
            <a:avLst/>
            <a:gdLst/>
            <a:ahLst/>
            <a:rect l="0" t="0" r="r" b="b"/>
            <a:pathLst>
              <a:path w="572" h="4357">
                <a:moveTo>
                  <a:pt x="0" y="286"/>
                </a:moveTo>
                <a:lnTo>
                  <a:pt x="287" y="0"/>
                </a:lnTo>
                <a:lnTo>
                  <a:pt x="572" y="286"/>
                </a:lnTo>
                <a:lnTo>
                  <a:pt x="429" y="286"/>
                </a:lnTo>
                <a:lnTo>
                  <a:pt x="429" y="4357"/>
                </a:lnTo>
                <a:lnTo>
                  <a:pt x="144" y="4357"/>
                </a:lnTo>
                <a:lnTo>
                  <a:pt x="144" y="286"/>
                </a:lnTo>
                <a:lnTo>
                  <a:pt x="0" y="286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09" name=""/>
          <p:cNvSpPr/>
          <p:nvPr/>
        </p:nvSpPr>
        <p:spPr>
          <a:xfrm>
            <a:off x="3855600" y="2427480"/>
            <a:ext cx="204480" cy="2946240"/>
          </a:xfrm>
          <a:custGeom>
            <a:avLst/>
            <a:gdLst/>
            <a:ahLst/>
            <a:rect l="0" t="0" r="r" b="b"/>
            <a:pathLst>
              <a:path w="568" h="8184">
                <a:moveTo>
                  <a:pt x="0" y="284"/>
                </a:moveTo>
                <a:lnTo>
                  <a:pt x="283" y="0"/>
                </a:lnTo>
                <a:lnTo>
                  <a:pt x="568" y="284"/>
                </a:lnTo>
                <a:lnTo>
                  <a:pt x="426" y="284"/>
                </a:lnTo>
                <a:lnTo>
                  <a:pt x="426" y="8184"/>
                </a:lnTo>
                <a:lnTo>
                  <a:pt x="142" y="8184"/>
                </a:lnTo>
                <a:lnTo>
                  <a:pt x="142" y="284"/>
                </a:lnTo>
                <a:lnTo>
                  <a:pt x="0" y="284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10" name=""/>
          <p:cNvSpPr txBox="1"/>
          <p:nvPr/>
        </p:nvSpPr>
        <p:spPr>
          <a:xfrm>
            <a:off x="2498400" y="4791240"/>
            <a:ext cx="11329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Arial"/>
                <a:ea typeface="Arial"/>
              </a:rPr>
              <a:t>Extracellular Water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11" name=""/>
          <p:cNvSpPr txBox="1"/>
          <p:nvPr/>
        </p:nvSpPr>
        <p:spPr>
          <a:xfrm>
            <a:off x="2032920" y="5407200"/>
            <a:ext cx="2599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1kHz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12" name=""/>
          <p:cNvSpPr txBox="1"/>
          <p:nvPr/>
        </p:nvSpPr>
        <p:spPr>
          <a:xfrm>
            <a:off x="3634200" y="5407200"/>
            <a:ext cx="45180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1000kHz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13" name=""/>
          <p:cNvSpPr txBox="1"/>
          <p:nvPr/>
        </p:nvSpPr>
        <p:spPr>
          <a:xfrm>
            <a:off x="5284440" y="3093840"/>
            <a:ext cx="2341440" cy="210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50" spc="-1" strike="noStrike">
                <a:solidFill>
                  <a:srgbClr val="000000"/>
                </a:solidFill>
                <a:latin typeface="Calibri"/>
                <a:ea typeface="Calibri"/>
              </a:rPr>
              <a:t>Conventional BIA use only </a:t>
            </a:r>
            <a:r>
              <a:rPr b="1" lang="en-US" sz="1350" spc="-1" strike="noStrike">
                <a:solidFill>
                  <a:srgbClr val="c00000"/>
                </a:solidFill>
                <a:latin typeface="Calibri"/>
                <a:ea typeface="Calibri"/>
              </a:rPr>
              <a:t>50kHz</a:t>
            </a:r>
            <a:endParaRPr b="0" lang="en-US" sz="13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14" name=""/>
          <p:cNvSpPr/>
          <p:nvPr/>
        </p:nvSpPr>
        <p:spPr>
          <a:xfrm>
            <a:off x="6219360" y="3683160"/>
            <a:ext cx="384480" cy="322200"/>
          </a:xfrm>
          <a:custGeom>
            <a:avLst/>
            <a:gdLst/>
            <a:ahLst/>
            <a:rect l="0" t="0" r="r" b="b"/>
            <a:pathLst>
              <a:path w="1068" h="895">
                <a:moveTo>
                  <a:pt x="0" y="448"/>
                </a:moveTo>
                <a:lnTo>
                  <a:pt x="266" y="448"/>
                </a:lnTo>
                <a:lnTo>
                  <a:pt x="266" y="0"/>
                </a:lnTo>
                <a:lnTo>
                  <a:pt x="801" y="0"/>
                </a:lnTo>
                <a:lnTo>
                  <a:pt x="801" y="448"/>
                </a:lnTo>
                <a:lnTo>
                  <a:pt x="1068" y="448"/>
                </a:lnTo>
                <a:lnTo>
                  <a:pt x="534" y="895"/>
                </a:lnTo>
                <a:lnTo>
                  <a:pt x="0" y="448"/>
                </a:lnTo>
                <a:close/>
              </a:path>
            </a:pathLst>
          </a:custGeom>
          <a:solidFill>
            <a:srgbClr val="c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4215" name="" descr=""/>
          <p:cNvPicPr/>
          <p:nvPr/>
        </p:nvPicPr>
        <p:blipFill>
          <a:blip r:embed="rId2"/>
          <a:stretch/>
        </p:blipFill>
        <p:spPr>
          <a:xfrm>
            <a:off x="5190840" y="4146840"/>
            <a:ext cx="761760" cy="261720"/>
          </a:xfrm>
          <a:prstGeom prst="rect">
            <a:avLst/>
          </a:prstGeom>
          <a:ln w="0">
            <a:noFill/>
          </a:ln>
        </p:spPr>
      </p:pic>
      <p:pic>
        <p:nvPicPr>
          <p:cNvPr id="14216" name="" descr=""/>
          <p:cNvPicPr/>
          <p:nvPr/>
        </p:nvPicPr>
        <p:blipFill>
          <a:blip r:embed="rId3"/>
          <a:stretch/>
        </p:blipFill>
        <p:spPr>
          <a:xfrm rot="10800000">
            <a:off x="3481200" y="5081400"/>
            <a:ext cx="790560" cy="790560"/>
          </a:xfrm>
          <a:prstGeom prst="rect">
            <a:avLst/>
          </a:prstGeom>
          <a:ln w="0">
            <a:noFill/>
          </a:ln>
        </p:spPr>
      </p:pic>
      <p:sp>
        <p:nvSpPr>
          <p:cNvPr id="14217" name=""/>
          <p:cNvSpPr txBox="1"/>
          <p:nvPr/>
        </p:nvSpPr>
        <p:spPr>
          <a:xfrm>
            <a:off x="4995000" y="3299400"/>
            <a:ext cx="2931480" cy="210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50" spc="-1" strike="noStrike">
                <a:solidFill>
                  <a:srgbClr val="000000"/>
                </a:solidFill>
                <a:latin typeface="Calibri"/>
                <a:ea typeface="Calibri"/>
              </a:rPr>
              <a:t>(could </a:t>
            </a:r>
            <a:r>
              <a:rPr b="1" lang="en-US" sz="1350" spc="-1" strike="noStrike">
                <a:solidFill>
                  <a:srgbClr val="c00000"/>
                </a:solidFill>
                <a:latin typeface="Calibri"/>
                <a:ea typeface="Calibri"/>
              </a:rPr>
              <a:t>not</a:t>
            </a:r>
            <a:r>
              <a:rPr b="1" lang="en-US" sz="1350" spc="-1" strike="noStrike">
                <a:solidFill>
                  <a:srgbClr val="000000"/>
                </a:solidFill>
                <a:latin typeface="Calibri"/>
                <a:ea typeface="Calibri"/>
              </a:rPr>
              <a:t> reflect </a:t>
            </a:r>
            <a:r>
              <a:rPr b="1" lang="en-US" sz="1350" spc="-1" strike="noStrike">
                <a:solidFill>
                  <a:srgbClr val="c00000"/>
                </a:solidFill>
                <a:latin typeface="Calibri"/>
                <a:ea typeface="Calibri"/>
              </a:rPr>
              <a:t>ICW &amp; ECW separately</a:t>
            </a:r>
            <a:r>
              <a:rPr b="1" lang="en-US" sz="1350" spc="-1" strike="noStrike">
                <a:solidFill>
                  <a:srgbClr val="000000"/>
                </a:solidFill>
                <a:latin typeface="Calibri"/>
                <a:ea typeface="Calibri"/>
              </a:rPr>
              <a:t>)</a:t>
            </a:r>
            <a:endParaRPr b="0" lang="en-US" sz="13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18" name=""/>
          <p:cNvSpPr txBox="1"/>
          <p:nvPr/>
        </p:nvSpPr>
        <p:spPr>
          <a:xfrm>
            <a:off x="6020640" y="4191480"/>
            <a:ext cx="1796040" cy="210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50" spc="-1" strike="noStrike">
                <a:solidFill>
                  <a:srgbClr val="7f7f7f"/>
                </a:solidFill>
                <a:latin typeface="Calibri"/>
                <a:ea typeface="Calibri"/>
              </a:rPr>
              <a:t>uses up to </a:t>
            </a:r>
            <a:r>
              <a:rPr b="1" lang="en-US" sz="1350" spc="-1" strike="noStrike">
                <a:solidFill>
                  <a:srgbClr val="c00000"/>
                </a:solidFill>
                <a:latin typeface="Calibri"/>
                <a:ea typeface="Calibri"/>
              </a:rPr>
              <a:t>6 Frequencies </a:t>
            </a:r>
            <a:endParaRPr b="0" lang="en-US" sz="13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19" name=""/>
          <p:cNvSpPr txBox="1"/>
          <p:nvPr/>
        </p:nvSpPr>
        <p:spPr>
          <a:xfrm>
            <a:off x="5994000" y="4505760"/>
            <a:ext cx="15400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Reflect Both ICW &amp; ECW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20" name=""/>
          <p:cNvSpPr txBox="1"/>
          <p:nvPr/>
        </p:nvSpPr>
        <p:spPr>
          <a:xfrm>
            <a:off x="5686200" y="4689000"/>
            <a:ext cx="2166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Measure accurate amount of TBW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2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2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2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2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422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4227" name="" descr=""/>
          <p:cNvPicPr/>
          <p:nvPr/>
        </p:nvPicPr>
        <p:blipFill>
          <a:blip r:embed="rId2"/>
          <a:stretch/>
        </p:blipFill>
        <p:spPr>
          <a:xfrm>
            <a:off x="1766160" y="2449080"/>
            <a:ext cx="3186360" cy="1889280"/>
          </a:xfrm>
          <a:prstGeom prst="rect">
            <a:avLst/>
          </a:prstGeom>
          <a:ln w="0">
            <a:noFill/>
          </a:ln>
        </p:spPr>
      </p:pic>
      <p:pic>
        <p:nvPicPr>
          <p:cNvPr id="14228" name="" descr=""/>
          <p:cNvPicPr/>
          <p:nvPr/>
        </p:nvPicPr>
        <p:blipFill>
          <a:blip r:embed="rId3"/>
          <a:stretch/>
        </p:blipFill>
        <p:spPr>
          <a:xfrm>
            <a:off x="5442120" y="1783080"/>
            <a:ext cx="2578320" cy="3061440"/>
          </a:xfrm>
          <a:prstGeom prst="rect">
            <a:avLst/>
          </a:prstGeom>
          <a:ln w="0">
            <a:noFill/>
          </a:ln>
        </p:spPr>
      </p:pic>
      <p:sp>
        <p:nvSpPr>
          <p:cNvPr id="14229" name=""/>
          <p:cNvSpPr/>
          <p:nvPr/>
        </p:nvSpPr>
        <p:spPr>
          <a:xfrm>
            <a:off x="6588000" y="3427200"/>
            <a:ext cx="501840" cy="495720"/>
          </a:xfrm>
          <a:custGeom>
            <a:avLst/>
            <a:gdLst/>
            <a:ahLst/>
            <a:rect l="0" t="0" r="r" b="b"/>
            <a:pathLst>
              <a:path w="1394" h="1377">
                <a:moveTo>
                  <a:pt x="0" y="1377"/>
                </a:moveTo>
                <a:lnTo>
                  <a:pt x="1394" y="1377"/>
                </a:lnTo>
                <a:lnTo>
                  <a:pt x="1394" y="0"/>
                </a:lnTo>
                <a:lnTo>
                  <a:pt x="0" y="0"/>
                </a:lnTo>
                <a:lnTo>
                  <a:pt x="0" y="1377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0" name=""/>
          <p:cNvSpPr/>
          <p:nvPr/>
        </p:nvSpPr>
        <p:spPr>
          <a:xfrm>
            <a:off x="2112120" y="2887920"/>
            <a:ext cx="492480" cy="797400"/>
          </a:xfrm>
          <a:custGeom>
            <a:avLst/>
            <a:gdLst/>
            <a:ahLst/>
            <a:rect l="0" t="0" r="r" b="b"/>
            <a:pathLst>
              <a:path w="1368" h="2215">
                <a:moveTo>
                  <a:pt x="0" y="2215"/>
                </a:moveTo>
                <a:lnTo>
                  <a:pt x="1368" y="2215"/>
                </a:lnTo>
                <a:lnTo>
                  <a:pt x="1368" y="0"/>
                </a:lnTo>
                <a:lnTo>
                  <a:pt x="0" y="0"/>
                </a:lnTo>
                <a:lnTo>
                  <a:pt x="0" y="2215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1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2" name=""/>
          <p:cNvSpPr txBox="1"/>
          <p:nvPr/>
        </p:nvSpPr>
        <p:spPr>
          <a:xfrm>
            <a:off x="3152520" y="5341320"/>
            <a:ext cx="41004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1kHz ~ 1MHz </a:t>
            </a:r>
            <a:r>
              <a:rPr b="1" lang="en-US" sz="18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Multi-Frequencies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3" name=""/>
          <p:cNvSpPr txBox="1"/>
          <p:nvPr/>
        </p:nvSpPr>
        <p:spPr>
          <a:xfrm>
            <a:off x="2962080" y="5615640"/>
            <a:ext cx="2282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-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4" name=""/>
          <p:cNvSpPr txBox="1"/>
          <p:nvPr/>
        </p:nvSpPr>
        <p:spPr>
          <a:xfrm>
            <a:off x="3248640" y="5615640"/>
            <a:ext cx="39661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Distinguish between ICW and ECW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5" name=""/>
          <p:cNvSpPr txBox="1"/>
          <p:nvPr/>
        </p:nvSpPr>
        <p:spPr>
          <a:xfrm>
            <a:off x="2475720" y="6164280"/>
            <a:ext cx="57704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+ Simultaneous Multi-Frequency Technology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6" name=""/>
          <p:cNvSpPr txBox="1"/>
          <p:nvPr/>
        </p:nvSpPr>
        <p:spPr>
          <a:xfrm>
            <a:off x="1217520" y="1365840"/>
            <a:ext cx="1667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c00000"/>
                </a:solidFill>
                <a:latin typeface="Calibri"/>
                <a:ea typeface="Calibri"/>
              </a:rPr>
              <a:t>InBody technology 2: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7" name=""/>
          <p:cNvSpPr txBox="1"/>
          <p:nvPr/>
        </p:nvSpPr>
        <p:spPr>
          <a:xfrm>
            <a:off x="1217520" y="1594440"/>
            <a:ext cx="272124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000000"/>
                </a:solidFill>
                <a:latin typeface="Calibri"/>
                <a:ea typeface="Calibri"/>
              </a:rPr>
              <a:t>Multi-Frequency (1kHz - 1,000kHz)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3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40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41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42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4243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4244" name="" descr=""/>
          <p:cNvPicPr/>
          <p:nvPr/>
        </p:nvPicPr>
        <p:blipFill>
          <a:blip r:embed="rId2"/>
          <a:stretch/>
        </p:blipFill>
        <p:spPr>
          <a:xfrm>
            <a:off x="2697480" y="2471760"/>
            <a:ext cx="4963320" cy="1913760"/>
          </a:xfrm>
          <a:prstGeom prst="rect">
            <a:avLst/>
          </a:prstGeom>
          <a:ln w="0">
            <a:noFill/>
          </a:ln>
        </p:spPr>
      </p:pic>
      <p:sp>
        <p:nvSpPr>
          <p:cNvPr id="14245" name=""/>
          <p:cNvSpPr/>
          <p:nvPr/>
        </p:nvSpPr>
        <p:spPr>
          <a:xfrm>
            <a:off x="2698200" y="3106440"/>
            <a:ext cx="832320" cy="802080"/>
          </a:xfrm>
          <a:custGeom>
            <a:avLst/>
            <a:gdLst/>
            <a:ahLst/>
            <a:rect l="0" t="0" r="r" b="b"/>
            <a:pathLst>
              <a:path w="2312" h="2228">
                <a:moveTo>
                  <a:pt x="0" y="1114"/>
                </a:moveTo>
                <a:cubicBezTo>
                  <a:pt x="0" y="499"/>
                  <a:pt x="517" y="0"/>
                  <a:pt x="1156" y="0"/>
                </a:cubicBezTo>
                <a:cubicBezTo>
                  <a:pt x="1794" y="0"/>
                  <a:pt x="2312" y="499"/>
                  <a:pt x="2312" y="1114"/>
                </a:cubicBezTo>
                <a:cubicBezTo>
                  <a:pt x="2312" y="1729"/>
                  <a:pt x="1794" y="2228"/>
                  <a:pt x="1156" y="2228"/>
                </a:cubicBezTo>
                <a:cubicBezTo>
                  <a:pt x="517" y="2228"/>
                  <a:pt x="0" y="1729"/>
                  <a:pt x="0" y="1114"/>
                </a:cubicBezTo>
                <a:close/>
              </a:path>
            </a:pathLst>
          </a:custGeom>
          <a:noFill/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46" name=""/>
          <p:cNvSpPr/>
          <p:nvPr/>
        </p:nvSpPr>
        <p:spPr>
          <a:xfrm>
            <a:off x="6892200" y="3702240"/>
            <a:ext cx="794160" cy="811440"/>
          </a:xfrm>
          <a:custGeom>
            <a:avLst/>
            <a:gdLst/>
            <a:ahLst/>
            <a:rect l="0" t="0" r="r" b="b"/>
            <a:pathLst>
              <a:path w="2206" h="2254">
                <a:moveTo>
                  <a:pt x="0" y="1126"/>
                </a:moveTo>
                <a:cubicBezTo>
                  <a:pt x="0" y="505"/>
                  <a:pt x="494" y="0"/>
                  <a:pt x="1103" y="0"/>
                </a:cubicBezTo>
                <a:cubicBezTo>
                  <a:pt x="1711" y="0"/>
                  <a:pt x="2206" y="505"/>
                  <a:pt x="2206" y="1126"/>
                </a:cubicBezTo>
                <a:cubicBezTo>
                  <a:pt x="2206" y="1748"/>
                  <a:pt x="1711" y="2254"/>
                  <a:pt x="1103" y="2254"/>
                </a:cubicBezTo>
                <a:cubicBezTo>
                  <a:pt x="494" y="2254"/>
                  <a:pt x="0" y="1748"/>
                  <a:pt x="0" y="1126"/>
                </a:cubicBezTo>
                <a:close/>
              </a:path>
            </a:pathLst>
          </a:custGeom>
          <a:noFill/>
          <a:ln w="37800">
            <a:solidFill>
              <a:srgbClr val="c0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47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48" name=""/>
          <p:cNvSpPr txBox="1"/>
          <p:nvPr/>
        </p:nvSpPr>
        <p:spPr>
          <a:xfrm>
            <a:off x="3708360" y="505584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c00000"/>
                </a:solidFill>
                <a:latin typeface="Wingdings"/>
                <a:ea typeface="Wingdings"/>
              </a:rPr>
              <a:t>→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49" name=""/>
          <p:cNvSpPr txBox="1"/>
          <p:nvPr/>
        </p:nvSpPr>
        <p:spPr>
          <a:xfrm>
            <a:off x="4007160" y="5048280"/>
            <a:ext cx="252900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c00000"/>
                </a:solidFill>
                <a:latin typeface="Calibri"/>
                <a:ea typeface="Calibri"/>
              </a:rPr>
              <a:t>99% Reproducibility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50" name=""/>
          <p:cNvSpPr txBox="1"/>
          <p:nvPr/>
        </p:nvSpPr>
        <p:spPr>
          <a:xfrm>
            <a:off x="2572920" y="5415480"/>
            <a:ext cx="5158080" cy="210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50" spc="-1" strike="noStrike">
                <a:solidFill>
                  <a:srgbClr val="000000"/>
                </a:solidFill>
                <a:latin typeface="Calibri"/>
                <a:ea typeface="Calibri"/>
              </a:rPr>
              <a:t>Voltage measurement always start at the same point of wrist and ankle.</a:t>
            </a:r>
            <a:endParaRPr b="0" lang="en-US" sz="13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51" name=""/>
          <p:cNvSpPr txBox="1"/>
          <p:nvPr/>
        </p:nvSpPr>
        <p:spPr>
          <a:xfrm>
            <a:off x="1430280" y="1495440"/>
            <a:ext cx="1667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c00000"/>
                </a:solidFill>
                <a:latin typeface="Calibri"/>
                <a:ea typeface="Calibri"/>
              </a:rPr>
              <a:t>InBody technology 3: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52" name=""/>
          <p:cNvSpPr txBox="1"/>
          <p:nvPr/>
        </p:nvSpPr>
        <p:spPr>
          <a:xfrm>
            <a:off x="1430280" y="1723680"/>
            <a:ext cx="380016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000000"/>
                </a:solidFill>
                <a:latin typeface="Calibri"/>
                <a:ea typeface="Calibri"/>
              </a:rPr>
              <a:t>8-Point Tactile Electrodes with Thumb Electrode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5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5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5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5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425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14259" name="" descr=""/>
          <p:cNvPicPr/>
          <p:nvPr/>
        </p:nvPicPr>
        <p:blipFill>
          <a:blip r:embed="rId2"/>
          <a:stretch/>
        </p:blipFill>
        <p:spPr>
          <a:xfrm>
            <a:off x="1464480" y="2738520"/>
            <a:ext cx="3165120" cy="2933280"/>
          </a:xfrm>
          <a:prstGeom prst="rect">
            <a:avLst/>
          </a:prstGeom>
          <a:ln w="0">
            <a:noFill/>
          </a:ln>
        </p:spPr>
      </p:pic>
      <p:pic>
        <p:nvPicPr>
          <p:cNvPr id="14260" name="" descr=""/>
          <p:cNvPicPr/>
          <p:nvPr/>
        </p:nvPicPr>
        <p:blipFill>
          <a:blip r:embed="rId3"/>
          <a:stretch/>
        </p:blipFill>
        <p:spPr>
          <a:xfrm>
            <a:off x="6708600" y="3128760"/>
            <a:ext cx="1567800" cy="2181960"/>
          </a:xfrm>
          <a:prstGeom prst="rect">
            <a:avLst/>
          </a:prstGeom>
          <a:ln w="0">
            <a:noFill/>
          </a:ln>
        </p:spPr>
      </p:pic>
      <p:sp>
        <p:nvSpPr>
          <p:cNvPr id="14261" name=""/>
          <p:cNvSpPr/>
          <p:nvPr/>
        </p:nvSpPr>
        <p:spPr>
          <a:xfrm>
            <a:off x="7238880" y="4631400"/>
            <a:ext cx="347760" cy="257760"/>
          </a:xfrm>
          <a:custGeom>
            <a:avLst/>
            <a:gdLst/>
            <a:ahLst/>
            <a:rect l="0" t="0" r="r" b="b"/>
            <a:pathLst>
              <a:path w="966" h="716">
                <a:moveTo>
                  <a:pt x="0" y="357"/>
                </a:moveTo>
                <a:cubicBezTo>
                  <a:pt x="0" y="160"/>
                  <a:pt x="216" y="0"/>
                  <a:pt x="482" y="0"/>
                </a:cubicBezTo>
                <a:cubicBezTo>
                  <a:pt x="750" y="0"/>
                  <a:pt x="966" y="160"/>
                  <a:pt x="966" y="357"/>
                </a:cubicBezTo>
                <a:cubicBezTo>
                  <a:pt x="966" y="556"/>
                  <a:pt x="750" y="716"/>
                  <a:pt x="482" y="716"/>
                </a:cubicBezTo>
                <a:cubicBezTo>
                  <a:pt x="216" y="716"/>
                  <a:pt x="0" y="556"/>
                  <a:pt x="0" y="357"/>
                </a:cubicBezTo>
                <a:close/>
              </a:path>
            </a:pathLst>
          </a:custGeom>
          <a:solidFill>
            <a:srgbClr val="bab800">
              <a:alpha val="4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62" name=""/>
          <p:cNvSpPr/>
          <p:nvPr/>
        </p:nvSpPr>
        <p:spPr>
          <a:xfrm>
            <a:off x="7737120" y="4619160"/>
            <a:ext cx="346320" cy="259200"/>
          </a:xfrm>
          <a:custGeom>
            <a:avLst/>
            <a:gdLst/>
            <a:ahLst/>
            <a:rect l="0" t="0" r="r" b="b"/>
            <a:pathLst>
              <a:path w="962" h="720">
                <a:moveTo>
                  <a:pt x="0" y="360"/>
                </a:moveTo>
                <a:cubicBezTo>
                  <a:pt x="0" y="161"/>
                  <a:pt x="216" y="0"/>
                  <a:pt x="482" y="0"/>
                </a:cubicBezTo>
                <a:cubicBezTo>
                  <a:pt x="747" y="0"/>
                  <a:pt x="962" y="161"/>
                  <a:pt x="962" y="360"/>
                </a:cubicBezTo>
                <a:cubicBezTo>
                  <a:pt x="962" y="559"/>
                  <a:pt x="747" y="720"/>
                  <a:pt x="482" y="720"/>
                </a:cubicBezTo>
                <a:cubicBezTo>
                  <a:pt x="216" y="720"/>
                  <a:pt x="0" y="559"/>
                  <a:pt x="0" y="360"/>
                </a:cubicBezTo>
                <a:close/>
              </a:path>
            </a:pathLst>
          </a:custGeom>
          <a:solidFill>
            <a:srgbClr val="bab800">
              <a:alpha val="4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63" name=""/>
          <p:cNvSpPr/>
          <p:nvPr/>
        </p:nvSpPr>
        <p:spPr>
          <a:xfrm>
            <a:off x="7347600" y="4418280"/>
            <a:ext cx="333000" cy="374400"/>
          </a:xfrm>
          <a:custGeom>
            <a:avLst/>
            <a:gdLst/>
            <a:ahLst/>
            <a:rect l="0" t="0" r="r" b="b"/>
            <a:pathLst>
              <a:path w="925" h="1040">
                <a:moveTo>
                  <a:pt x="149" y="947"/>
                </a:moveTo>
                <a:lnTo>
                  <a:pt x="925" y="53"/>
                </a:lnTo>
                <a:lnTo>
                  <a:pt x="865" y="0"/>
                </a:lnTo>
                <a:lnTo>
                  <a:pt x="89" y="895"/>
                </a:lnTo>
                <a:lnTo>
                  <a:pt x="149" y="947"/>
                </a:lnTo>
                <a:moveTo>
                  <a:pt x="29" y="843"/>
                </a:moveTo>
                <a:cubicBezTo>
                  <a:pt x="-14" y="892"/>
                  <a:pt x="-9" y="968"/>
                  <a:pt x="41" y="1011"/>
                </a:cubicBezTo>
                <a:cubicBezTo>
                  <a:pt x="91" y="1054"/>
                  <a:pt x="166" y="1048"/>
                  <a:pt x="209" y="999"/>
                </a:cubicBezTo>
                <a:cubicBezTo>
                  <a:pt x="252" y="949"/>
                  <a:pt x="247" y="874"/>
                  <a:pt x="197" y="831"/>
                </a:cubicBezTo>
                <a:cubicBezTo>
                  <a:pt x="147" y="788"/>
                  <a:pt x="72" y="793"/>
                  <a:pt x="29" y="843"/>
                </a:cubicBezTo>
                <a:close/>
              </a:path>
            </a:pathLst>
          </a:custGeom>
          <a:solidFill>
            <a:srgbClr val="336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64" name=""/>
          <p:cNvSpPr/>
          <p:nvPr/>
        </p:nvSpPr>
        <p:spPr>
          <a:xfrm>
            <a:off x="7658640" y="4418640"/>
            <a:ext cx="329760" cy="374040"/>
          </a:xfrm>
          <a:custGeom>
            <a:avLst/>
            <a:gdLst/>
            <a:ahLst/>
            <a:rect l="0" t="0" r="r" b="b"/>
            <a:pathLst>
              <a:path w="916" h="1039">
                <a:moveTo>
                  <a:pt x="60" y="0"/>
                </a:moveTo>
                <a:lnTo>
                  <a:pt x="827" y="894"/>
                </a:lnTo>
                <a:lnTo>
                  <a:pt x="767" y="945"/>
                </a:lnTo>
                <a:lnTo>
                  <a:pt x="0" y="51"/>
                </a:lnTo>
                <a:lnTo>
                  <a:pt x="60" y="0"/>
                </a:lnTo>
                <a:moveTo>
                  <a:pt x="887" y="842"/>
                </a:moveTo>
                <a:cubicBezTo>
                  <a:pt x="930" y="892"/>
                  <a:pt x="924" y="967"/>
                  <a:pt x="875" y="1010"/>
                </a:cubicBezTo>
                <a:cubicBezTo>
                  <a:pt x="824" y="1053"/>
                  <a:pt x="749" y="1047"/>
                  <a:pt x="707" y="997"/>
                </a:cubicBezTo>
                <a:cubicBezTo>
                  <a:pt x="664" y="947"/>
                  <a:pt x="670" y="872"/>
                  <a:pt x="719" y="829"/>
                </a:cubicBezTo>
                <a:cubicBezTo>
                  <a:pt x="769" y="786"/>
                  <a:pt x="845" y="792"/>
                  <a:pt x="887" y="842"/>
                </a:cubicBezTo>
                <a:close/>
              </a:path>
            </a:pathLst>
          </a:custGeom>
          <a:solidFill>
            <a:srgbClr val="336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65" name=""/>
          <p:cNvSpPr/>
          <p:nvPr/>
        </p:nvSpPr>
        <p:spPr>
          <a:xfrm>
            <a:off x="7626600" y="3129120"/>
            <a:ext cx="86040" cy="1341720"/>
          </a:xfrm>
          <a:custGeom>
            <a:avLst/>
            <a:gdLst/>
            <a:ahLst/>
            <a:rect l="0" t="0" r="r" b="b"/>
            <a:pathLst>
              <a:path w="239" h="3727">
                <a:moveTo>
                  <a:pt x="159" y="3609"/>
                </a:moveTo>
                <a:lnTo>
                  <a:pt x="214" y="1"/>
                </a:lnTo>
                <a:lnTo>
                  <a:pt x="135" y="0"/>
                </a:lnTo>
                <a:lnTo>
                  <a:pt x="80" y="3608"/>
                </a:lnTo>
                <a:lnTo>
                  <a:pt x="159" y="3609"/>
                </a:lnTo>
                <a:moveTo>
                  <a:pt x="0" y="3607"/>
                </a:moveTo>
                <a:cubicBezTo>
                  <a:pt x="-1" y="3672"/>
                  <a:pt x="52" y="3727"/>
                  <a:pt x="118" y="3727"/>
                </a:cubicBezTo>
                <a:cubicBezTo>
                  <a:pt x="184" y="3728"/>
                  <a:pt x="238" y="3676"/>
                  <a:pt x="239" y="3610"/>
                </a:cubicBezTo>
                <a:cubicBezTo>
                  <a:pt x="240" y="3545"/>
                  <a:pt x="187" y="3490"/>
                  <a:pt x="122" y="3490"/>
                </a:cubicBezTo>
                <a:cubicBezTo>
                  <a:pt x="56" y="3489"/>
                  <a:pt x="1" y="3541"/>
                  <a:pt x="0" y="3607"/>
                </a:cubicBezTo>
                <a:close/>
              </a:path>
            </a:pathLst>
          </a:custGeom>
          <a:solidFill>
            <a:srgbClr val="336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4266" name="" descr=""/>
          <p:cNvPicPr/>
          <p:nvPr/>
        </p:nvPicPr>
        <p:blipFill>
          <a:blip r:embed="rId4"/>
          <a:stretch/>
        </p:blipFill>
        <p:spPr>
          <a:xfrm>
            <a:off x="5049000" y="3124080"/>
            <a:ext cx="1564920" cy="2180520"/>
          </a:xfrm>
          <a:prstGeom prst="rect">
            <a:avLst/>
          </a:prstGeom>
          <a:ln w="0">
            <a:noFill/>
          </a:ln>
        </p:spPr>
      </p:pic>
      <p:sp>
        <p:nvSpPr>
          <p:cNvPr id="14267" name=""/>
          <p:cNvSpPr/>
          <p:nvPr/>
        </p:nvSpPr>
        <p:spPr>
          <a:xfrm>
            <a:off x="5658480" y="3906000"/>
            <a:ext cx="347760" cy="259200"/>
          </a:xfrm>
          <a:custGeom>
            <a:avLst/>
            <a:gdLst/>
            <a:ahLst/>
            <a:rect l="0" t="0" r="r" b="b"/>
            <a:pathLst>
              <a:path w="966" h="720">
                <a:moveTo>
                  <a:pt x="0" y="360"/>
                </a:moveTo>
                <a:cubicBezTo>
                  <a:pt x="0" y="161"/>
                  <a:pt x="217" y="0"/>
                  <a:pt x="483" y="0"/>
                </a:cubicBezTo>
                <a:cubicBezTo>
                  <a:pt x="750" y="0"/>
                  <a:pt x="966" y="161"/>
                  <a:pt x="966" y="360"/>
                </a:cubicBezTo>
                <a:cubicBezTo>
                  <a:pt x="966" y="559"/>
                  <a:pt x="750" y="720"/>
                  <a:pt x="483" y="720"/>
                </a:cubicBezTo>
                <a:cubicBezTo>
                  <a:pt x="217" y="720"/>
                  <a:pt x="0" y="559"/>
                  <a:pt x="0" y="360"/>
                </a:cubicBezTo>
                <a:close/>
              </a:path>
            </a:pathLst>
          </a:custGeom>
          <a:solidFill>
            <a:srgbClr val="bab800">
              <a:alpha val="4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68" name=""/>
          <p:cNvSpPr/>
          <p:nvPr/>
        </p:nvSpPr>
        <p:spPr>
          <a:xfrm>
            <a:off x="6156720" y="3895200"/>
            <a:ext cx="346320" cy="257760"/>
          </a:xfrm>
          <a:custGeom>
            <a:avLst/>
            <a:gdLst/>
            <a:ahLst/>
            <a:rect l="0" t="0" r="r" b="b"/>
            <a:pathLst>
              <a:path w="962" h="716">
                <a:moveTo>
                  <a:pt x="0" y="359"/>
                </a:moveTo>
                <a:cubicBezTo>
                  <a:pt x="0" y="160"/>
                  <a:pt x="215" y="0"/>
                  <a:pt x="481" y="0"/>
                </a:cubicBezTo>
                <a:cubicBezTo>
                  <a:pt x="747" y="0"/>
                  <a:pt x="962" y="160"/>
                  <a:pt x="962" y="359"/>
                </a:cubicBezTo>
                <a:cubicBezTo>
                  <a:pt x="962" y="556"/>
                  <a:pt x="747" y="716"/>
                  <a:pt x="481" y="716"/>
                </a:cubicBezTo>
                <a:cubicBezTo>
                  <a:pt x="215" y="716"/>
                  <a:pt x="0" y="556"/>
                  <a:pt x="0" y="359"/>
                </a:cubicBezTo>
                <a:close/>
              </a:path>
            </a:pathLst>
          </a:custGeom>
          <a:solidFill>
            <a:srgbClr val="bab800">
              <a:alpha val="4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69" name=""/>
          <p:cNvSpPr/>
          <p:nvPr/>
        </p:nvSpPr>
        <p:spPr>
          <a:xfrm>
            <a:off x="5768640" y="3693240"/>
            <a:ext cx="331560" cy="375480"/>
          </a:xfrm>
          <a:custGeom>
            <a:avLst/>
            <a:gdLst/>
            <a:ahLst/>
            <a:rect l="0" t="0" r="r" b="b"/>
            <a:pathLst>
              <a:path w="921" h="1043">
                <a:moveTo>
                  <a:pt x="150" y="950"/>
                </a:moveTo>
                <a:lnTo>
                  <a:pt x="921" y="51"/>
                </a:lnTo>
                <a:lnTo>
                  <a:pt x="861" y="0"/>
                </a:lnTo>
                <a:lnTo>
                  <a:pt x="90" y="898"/>
                </a:lnTo>
                <a:lnTo>
                  <a:pt x="150" y="950"/>
                </a:lnTo>
                <a:moveTo>
                  <a:pt x="29" y="846"/>
                </a:moveTo>
                <a:cubicBezTo>
                  <a:pt x="-14" y="896"/>
                  <a:pt x="-8" y="971"/>
                  <a:pt x="42" y="1014"/>
                </a:cubicBezTo>
                <a:cubicBezTo>
                  <a:pt x="93" y="1057"/>
                  <a:pt x="168" y="1051"/>
                  <a:pt x="211" y="1001"/>
                </a:cubicBezTo>
                <a:cubicBezTo>
                  <a:pt x="253" y="951"/>
                  <a:pt x="248" y="876"/>
                  <a:pt x="198" y="834"/>
                </a:cubicBezTo>
                <a:cubicBezTo>
                  <a:pt x="148" y="791"/>
                  <a:pt x="73" y="796"/>
                  <a:pt x="29" y="846"/>
                </a:cubicBezTo>
                <a:close/>
              </a:path>
            </a:pathLst>
          </a:custGeom>
          <a:solidFill>
            <a:srgbClr val="336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70" name=""/>
          <p:cNvSpPr/>
          <p:nvPr/>
        </p:nvSpPr>
        <p:spPr>
          <a:xfrm>
            <a:off x="6077880" y="3693240"/>
            <a:ext cx="330120" cy="375480"/>
          </a:xfrm>
          <a:custGeom>
            <a:avLst/>
            <a:gdLst/>
            <a:ahLst/>
            <a:rect l="0" t="0" r="r" b="b"/>
            <a:pathLst>
              <a:path w="917" h="1043">
                <a:moveTo>
                  <a:pt x="62" y="0"/>
                </a:moveTo>
                <a:lnTo>
                  <a:pt x="828" y="898"/>
                </a:lnTo>
                <a:lnTo>
                  <a:pt x="768" y="950"/>
                </a:lnTo>
                <a:lnTo>
                  <a:pt x="0" y="51"/>
                </a:lnTo>
                <a:lnTo>
                  <a:pt x="62" y="0"/>
                </a:lnTo>
                <a:moveTo>
                  <a:pt x="889" y="847"/>
                </a:moveTo>
                <a:cubicBezTo>
                  <a:pt x="931" y="897"/>
                  <a:pt x="925" y="972"/>
                  <a:pt x="875" y="1015"/>
                </a:cubicBezTo>
                <a:cubicBezTo>
                  <a:pt x="825" y="1057"/>
                  <a:pt x="750" y="1051"/>
                  <a:pt x="707" y="1001"/>
                </a:cubicBezTo>
                <a:cubicBezTo>
                  <a:pt x="665" y="951"/>
                  <a:pt x="671" y="876"/>
                  <a:pt x="721" y="833"/>
                </a:cubicBezTo>
                <a:cubicBezTo>
                  <a:pt x="771" y="790"/>
                  <a:pt x="846" y="796"/>
                  <a:pt x="889" y="847"/>
                </a:cubicBezTo>
                <a:close/>
              </a:path>
            </a:pathLst>
          </a:custGeom>
          <a:solidFill>
            <a:srgbClr val="336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71" name=""/>
          <p:cNvSpPr/>
          <p:nvPr/>
        </p:nvSpPr>
        <p:spPr>
          <a:xfrm>
            <a:off x="6046200" y="2995200"/>
            <a:ext cx="86040" cy="750240"/>
          </a:xfrm>
          <a:custGeom>
            <a:avLst/>
            <a:gdLst/>
            <a:ahLst/>
            <a:rect l="0" t="0" r="r" b="b"/>
            <a:pathLst>
              <a:path w="239" h="2084">
                <a:moveTo>
                  <a:pt x="158" y="1965"/>
                </a:moveTo>
                <a:lnTo>
                  <a:pt x="158" y="0"/>
                </a:lnTo>
                <a:lnTo>
                  <a:pt x="79" y="0"/>
                </a:lnTo>
                <a:lnTo>
                  <a:pt x="79" y="1965"/>
                </a:lnTo>
                <a:lnTo>
                  <a:pt x="158" y="1965"/>
                </a:lnTo>
                <a:moveTo>
                  <a:pt x="0" y="1965"/>
                </a:moveTo>
                <a:cubicBezTo>
                  <a:pt x="0" y="2031"/>
                  <a:pt x="53" y="2084"/>
                  <a:pt x="119" y="2084"/>
                </a:cubicBezTo>
                <a:cubicBezTo>
                  <a:pt x="184" y="2084"/>
                  <a:pt x="239" y="2031"/>
                  <a:pt x="239" y="1965"/>
                </a:cubicBezTo>
                <a:cubicBezTo>
                  <a:pt x="239" y="1900"/>
                  <a:pt x="184" y="1846"/>
                  <a:pt x="119" y="1846"/>
                </a:cubicBezTo>
                <a:cubicBezTo>
                  <a:pt x="53" y="1846"/>
                  <a:pt x="0" y="1900"/>
                  <a:pt x="0" y="1965"/>
                </a:cubicBezTo>
                <a:close/>
              </a:path>
            </a:pathLst>
          </a:custGeom>
          <a:solidFill>
            <a:srgbClr val="3366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72" name=""/>
          <p:cNvSpPr/>
          <p:nvPr/>
        </p:nvSpPr>
        <p:spPr>
          <a:xfrm>
            <a:off x="5742360" y="2994480"/>
            <a:ext cx="553320" cy="129960"/>
          </a:xfrm>
          <a:custGeom>
            <a:avLst/>
            <a:gdLst/>
            <a:ahLst/>
            <a:rect l="0" t="0" r="r" b="b"/>
            <a:pathLst>
              <a:path w="1537" h="361">
                <a:moveTo>
                  <a:pt x="0" y="361"/>
                </a:moveTo>
                <a:lnTo>
                  <a:pt x="1537" y="361"/>
                </a:lnTo>
                <a:lnTo>
                  <a:pt x="1537" y="0"/>
                </a:lnTo>
                <a:lnTo>
                  <a:pt x="0" y="0"/>
                </a:lnTo>
                <a:lnTo>
                  <a:pt x="0" y="36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73" name=""/>
          <p:cNvSpPr/>
          <p:nvPr/>
        </p:nvSpPr>
        <p:spPr>
          <a:xfrm>
            <a:off x="5870880" y="3516480"/>
            <a:ext cx="428760" cy="430200"/>
          </a:xfrm>
          <a:custGeom>
            <a:avLst/>
            <a:gdLst/>
            <a:ahLst/>
            <a:rect l="0" t="0" r="r" b="b"/>
            <a:pathLst>
              <a:path w="1191" h="1195">
                <a:moveTo>
                  <a:pt x="0" y="598"/>
                </a:moveTo>
                <a:cubicBezTo>
                  <a:pt x="0" y="267"/>
                  <a:pt x="267" y="0"/>
                  <a:pt x="595" y="0"/>
                </a:cubicBezTo>
                <a:cubicBezTo>
                  <a:pt x="924" y="0"/>
                  <a:pt x="1191" y="267"/>
                  <a:pt x="1191" y="598"/>
                </a:cubicBezTo>
                <a:cubicBezTo>
                  <a:pt x="1191" y="927"/>
                  <a:pt x="924" y="1195"/>
                  <a:pt x="595" y="1195"/>
                </a:cubicBezTo>
                <a:cubicBezTo>
                  <a:pt x="267" y="1195"/>
                  <a:pt x="0" y="927"/>
                  <a:pt x="0" y="598"/>
                </a:cubicBez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74" name=""/>
          <p:cNvSpPr/>
          <p:nvPr/>
        </p:nvSpPr>
        <p:spPr>
          <a:xfrm>
            <a:off x="7464960" y="4214520"/>
            <a:ext cx="427320" cy="430200"/>
          </a:xfrm>
          <a:custGeom>
            <a:avLst/>
            <a:gdLst/>
            <a:ahLst/>
            <a:rect l="0" t="0" r="r" b="b"/>
            <a:pathLst>
              <a:path w="1187" h="1195">
                <a:moveTo>
                  <a:pt x="0" y="597"/>
                </a:moveTo>
                <a:cubicBezTo>
                  <a:pt x="0" y="267"/>
                  <a:pt x="267" y="0"/>
                  <a:pt x="594" y="0"/>
                </a:cubicBezTo>
                <a:cubicBezTo>
                  <a:pt x="922" y="0"/>
                  <a:pt x="1187" y="267"/>
                  <a:pt x="1187" y="597"/>
                </a:cubicBezTo>
                <a:cubicBezTo>
                  <a:pt x="1187" y="927"/>
                  <a:pt x="922" y="1195"/>
                  <a:pt x="594" y="1195"/>
                </a:cubicBezTo>
                <a:cubicBezTo>
                  <a:pt x="267" y="1195"/>
                  <a:pt x="0" y="927"/>
                  <a:pt x="0" y="597"/>
                </a:cubicBez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75" name=""/>
          <p:cNvSpPr/>
          <p:nvPr/>
        </p:nvSpPr>
        <p:spPr>
          <a:xfrm>
            <a:off x="1663920" y="3184920"/>
            <a:ext cx="1116000" cy="516960"/>
          </a:xfrm>
          <a:custGeom>
            <a:avLst/>
            <a:gdLst/>
            <a:ahLst/>
            <a:rect l="0" t="0" r="r" b="b"/>
            <a:pathLst>
              <a:path w="3100" h="1436">
                <a:moveTo>
                  <a:pt x="0" y="1436"/>
                </a:moveTo>
                <a:lnTo>
                  <a:pt x="3100" y="1436"/>
                </a:lnTo>
                <a:lnTo>
                  <a:pt x="3100" y="0"/>
                </a:lnTo>
                <a:lnTo>
                  <a:pt x="0" y="0"/>
                </a:lnTo>
                <a:lnTo>
                  <a:pt x="0" y="1436"/>
                </a:lnTo>
                <a:close/>
              </a:path>
            </a:pathLst>
          </a:custGeom>
          <a:solidFill>
            <a:srgbClr val="c00000"/>
          </a:solidFill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76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77" name=""/>
          <p:cNvSpPr txBox="1"/>
          <p:nvPr/>
        </p:nvSpPr>
        <p:spPr>
          <a:xfrm>
            <a:off x="2014200" y="3201840"/>
            <a:ext cx="44712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Calibri"/>
                <a:ea typeface="Calibri"/>
              </a:rPr>
              <a:t>Voltage 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78" name=""/>
          <p:cNvSpPr txBox="1"/>
          <p:nvPr/>
        </p:nvSpPr>
        <p:spPr>
          <a:xfrm>
            <a:off x="1837440" y="3362040"/>
            <a:ext cx="80100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Calibri"/>
                <a:ea typeface="Calibri"/>
              </a:rPr>
              <a:t>Measurement 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79" name=""/>
          <p:cNvSpPr/>
          <p:nvPr/>
        </p:nvSpPr>
        <p:spPr>
          <a:xfrm>
            <a:off x="2779560" y="2768760"/>
            <a:ext cx="1434600" cy="385920"/>
          </a:xfrm>
          <a:custGeom>
            <a:avLst/>
            <a:gdLst/>
            <a:ahLst/>
            <a:rect l="0" t="0" r="r" b="b"/>
            <a:pathLst>
              <a:path w="3985" h="1072">
                <a:moveTo>
                  <a:pt x="0" y="1072"/>
                </a:moveTo>
                <a:lnTo>
                  <a:pt x="3985" y="1072"/>
                </a:lnTo>
                <a:lnTo>
                  <a:pt x="3985" y="0"/>
                </a:lnTo>
                <a:lnTo>
                  <a:pt x="0" y="0"/>
                </a:lnTo>
                <a:lnTo>
                  <a:pt x="0" y="1072"/>
                </a:lnTo>
                <a:close/>
              </a:path>
            </a:pathLst>
          </a:custGeom>
          <a:solidFill>
            <a:srgbClr val="c00000"/>
          </a:solidFill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80" name=""/>
          <p:cNvSpPr txBox="1"/>
          <p:nvPr/>
        </p:nvSpPr>
        <p:spPr>
          <a:xfrm>
            <a:off x="2066040" y="3521880"/>
            <a:ext cx="31464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Calibri"/>
                <a:ea typeface="Calibri"/>
              </a:rPr>
              <a:t>Starts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81" name=""/>
          <p:cNvSpPr txBox="1"/>
          <p:nvPr/>
        </p:nvSpPr>
        <p:spPr>
          <a:xfrm>
            <a:off x="3103920" y="2719800"/>
            <a:ext cx="82224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Calibri"/>
                <a:ea typeface="Calibri"/>
              </a:rPr>
              <a:t>Actual Voltage 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82" name=""/>
          <p:cNvSpPr txBox="1"/>
          <p:nvPr/>
        </p:nvSpPr>
        <p:spPr>
          <a:xfrm>
            <a:off x="2977200" y="2879640"/>
            <a:ext cx="107820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Calibri"/>
                <a:ea typeface="Calibri"/>
              </a:rPr>
              <a:t>measurement start 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83" name=""/>
          <p:cNvSpPr/>
          <p:nvPr/>
        </p:nvSpPr>
        <p:spPr>
          <a:xfrm>
            <a:off x="1709640" y="3953160"/>
            <a:ext cx="1436040" cy="259200"/>
          </a:xfrm>
          <a:custGeom>
            <a:avLst/>
            <a:gdLst/>
            <a:ahLst/>
            <a:rect l="0" t="0" r="r" b="b"/>
            <a:pathLst>
              <a:path w="3989" h="720">
                <a:moveTo>
                  <a:pt x="0" y="720"/>
                </a:moveTo>
                <a:lnTo>
                  <a:pt x="3989" y="720"/>
                </a:lnTo>
                <a:lnTo>
                  <a:pt x="3989" y="0"/>
                </a:lnTo>
                <a:lnTo>
                  <a:pt x="0" y="0"/>
                </a:lnTo>
                <a:lnTo>
                  <a:pt x="0" y="720"/>
                </a:lnTo>
                <a:close/>
              </a:path>
            </a:pathLst>
          </a:custGeom>
          <a:solidFill>
            <a:srgbClr val="c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84" name=""/>
          <p:cNvSpPr/>
          <p:nvPr/>
        </p:nvSpPr>
        <p:spPr>
          <a:xfrm>
            <a:off x="1709640" y="3953160"/>
            <a:ext cx="1436040" cy="259200"/>
          </a:xfrm>
          <a:custGeom>
            <a:avLst/>
            <a:gdLst/>
            <a:ahLst/>
            <a:rect l="0" t="0" r="r" b="b"/>
            <a:pathLst>
              <a:path w="3989" h="720">
                <a:moveTo>
                  <a:pt x="0" y="720"/>
                </a:moveTo>
                <a:lnTo>
                  <a:pt x="3989" y="720"/>
                </a:lnTo>
                <a:lnTo>
                  <a:pt x="3989" y="0"/>
                </a:lnTo>
                <a:lnTo>
                  <a:pt x="0" y="0"/>
                </a:lnTo>
                <a:lnTo>
                  <a:pt x="0" y="720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85" name=""/>
          <p:cNvSpPr txBox="1"/>
          <p:nvPr/>
        </p:nvSpPr>
        <p:spPr>
          <a:xfrm>
            <a:off x="3355200" y="3039840"/>
            <a:ext cx="28728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Calibri"/>
                <a:ea typeface="Calibri"/>
              </a:rPr>
              <a:t>point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86" name=""/>
          <p:cNvSpPr/>
          <p:nvPr/>
        </p:nvSpPr>
        <p:spPr>
          <a:xfrm>
            <a:off x="3639240" y="3945600"/>
            <a:ext cx="1327680" cy="266760"/>
          </a:xfrm>
          <a:custGeom>
            <a:avLst/>
            <a:gdLst/>
            <a:ahLst/>
            <a:rect l="0" t="0" r="r" b="b"/>
            <a:pathLst>
              <a:path w="3688" h="741">
                <a:moveTo>
                  <a:pt x="0" y="741"/>
                </a:moveTo>
                <a:lnTo>
                  <a:pt x="3688" y="741"/>
                </a:lnTo>
                <a:lnTo>
                  <a:pt x="3688" y="0"/>
                </a:lnTo>
                <a:lnTo>
                  <a:pt x="0" y="0"/>
                </a:lnTo>
                <a:lnTo>
                  <a:pt x="0" y="741"/>
                </a:lnTo>
                <a:close/>
              </a:path>
            </a:pathLst>
          </a:custGeom>
          <a:solidFill>
            <a:srgbClr val="c00000"/>
          </a:solidFill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87" name=""/>
          <p:cNvSpPr txBox="1"/>
          <p:nvPr/>
        </p:nvSpPr>
        <p:spPr>
          <a:xfrm>
            <a:off x="1919880" y="4001040"/>
            <a:ext cx="101880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Calibri"/>
                <a:ea typeface="Calibri"/>
              </a:rPr>
              <a:t>Voltage Electrodes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88" name=""/>
          <p:cNvSpPr txBox="1"/>
          <p:nvPr/>
        </p:nvSpPr>
        <p:spPr>
          <a:xfrm>
            <a:off x="3796200" y="3997080"/>
            <a:ext cx="102024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ffffff"/>
                </a:solidFill>
                <a:latin typeface="Calibri"/>
                <a:ea typeface="Calibri"/>
              </a:rPr>
              <a:t>Current Electrodes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89" name=""/>
          <p:cNvSpPr txBox="1"/>
          <p:nvPr/>
        </p:nvSpPr>
        <p:spPr>
          <a:xfrm>
            <a:off x="1225440" y="1659960"/>
            <a:ext cx="1667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c00000"/>
                </a:solidFill>
                <a:latin typeface="Calibri"/>
                <a:ea typeface="Calibri"/>
              </a:rPr>
              <a:t>InBody technology 3: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90" name=""/>
          <p:cNvSpPr txBox="1"/>
          <p:nvPr/>
        </p:nvSpPr>
        <p:spPr>
          <a:xfrm>
            <a:off x="1225440" y="1888560"/>
            <a:ext cx="380016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000000"/>
                </a:solidFill>
                <a:latin typeface="Calibri"/>
                <a:ea typeface="Calibri"/>
              </a:rPr>
              <a:t>8-Point Tactile Electrodes with Thumb Electrode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9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9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9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29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429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4297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98" name=""/>
          <p:cNvSpPr txBox="1"/>
          <p:nvPr/>
        </p:nvSpPr>
        <p:spPr>
          <a:xfrm>
            <a:off x="4872960" y="3803040"/>
            <a:ext cx="1519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299" name=""/>
          <p:cNvSpPr txBox="1"/>
          <p:nvPr/>
        </p:nvSpPr>
        <p:spPr>
          <a:xfrm>
            <a:off x="4926240" y="3795840"/>
            <a:ext cx="23338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Men have more muscles than women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00" name=""/>
          <p:cNvSpPr txBox="1"/>
          <p:nvPr/>
        </p:nvSpPr>
        <p:spPr>
          <a:xfrm>
            <a:off x="4872960" y="4168800"/>
            <a:ext cx="1519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01" name=""/>
          <p:cNvSpPr txBox="1"/>
          <p:nvPr/>
        </p:nvSpPr>
        <p:spPr>
          <a:xfrm>
            <a:off x="4961160" y="4161600"/>
            <a:ext cx="3850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Seniors have more fat mass, less lean mass than young people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02" name=""/>
          <p:cNvSpPr txBox="1"/>
          <p:nvPr/>
        </p:nvSpPr>
        <p:spPr>
          <a:xfrm>
            <a:off x="4872960" y="4534560"/>
            <a:ext cx="1519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03" name=""/>
          <p:cNvSpPr txBox="1"/>
          <p:nvPr/>
        </p:nvSpPr>
        <p:spPr>
          <a:xfrm>
            <a:off x="4961160" y="4527360"/>
            <a:ext cx="12733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As people get older,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04" name=""/>
          <p:cNvSpPr txBox="1"/>
          <p:nvPr/>
        </p:nvSpPr>
        <p:spPr>
          <a:xfrm>
            <a:off x="4978080" y="4710240"/>
            <a:ext cx="28522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the limbs get thinner and the trunk gets wider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05" name=""/>
          <p:cNvSpPr txBox="1"/>
          <p:nvPr/>
        </p:nvSpPr>
        <p:spPr>
          <a:xfrm>
            <a:off x="4872960" y="5083200"/>
            <a:ext cx="1519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306" name=""/>
          <p:cNvSpPr/>
          <p:nvPr/>
        </p:nvSpPr>
        <p:spPr>
          <a:xfrm>
            <a:off x="15246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07" name=""/>
          <p:cNvSpPr/>
          <p:nvPr/>
        </p:nvSpPr>
        <p:spPr>
          <a:xfrm>
            <a:off x="15300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08" name=""/>
          <p:cNvSpPr/>
          <p:nvPr/>
        </p:nvSpPr>
        <p:spPr>
          <a:xfrm>
            <a:off x="15350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09" name=""/>
          <p:cNvSpPr/>
          <p:nvPr/>
        </p:nvSpPr>
        <p:spPr>
          <a:xfrm>
            <a:off x="15404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9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0" name=""/>
          <p:cNvSpPr/>
          <p:nvPr/>
        </p:nvSpPr>
        <p:spPr>
          <a:xfrm>
            <a:off x="15458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1" name=""/>
          <p:cNvSpPr/>
          <p:nvPr/>
        </p:nvSpPr>
        <p:spPr>
          <a:xfrm>
            <a:off x="15508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2" name=""/>
          <p:cNvSpPr/>
          <p:nvPr/>
        </p:nvSpPr>
        <p:spPr>
          <a:xfrm>
            <a:off x="15562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3" name=""/>
          <p:cNvSpPr/>
          <p:nvPr/>
        </p:nvSpPr>
        <p:spPr>
          <a:xfrm>
            <a:off x="15616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c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4" name=""/>
          <p:cNvSpPr/>
          <p:nvPr/>
        </p:nvSpPr>
        <p:spPr>
          <a:xfrm>
            <a:off x="15670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5" name=""/>
          <p:cNvSpPr/>
          <p:nvPr/>
        </p:nvSpPr>
        <p:spPr>
          <a:xfrm>
            <a:off x="15721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c4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6" name=""/>
          <p:cNvSpPr/>
          <p:nvPr/>
        </p:nvSpPr>
        <p:spPr>
          <a:xfrm>
            <a:off x="15775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7" name=""/>
          <p:cNvSpPr/>
          <p:nvPr/>
        </p:nvSpPr>
        <p:spPr>
          <a:xfrm>
            <a:off x="15829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8" name=""/>
          <p:cNvSpPr/>
          <p:nvPr/>
        </p:nvSpPr>
        <p:spPr>
          <a:xfrm>
            <a:off x="15879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19" name=""/>
          <p:cNvSpPr/>
          <p:nvPr/>
        </p:nvSpPr>
        <p:spPr>
          <a:xfrm>
            <a:off x="15933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0" name=""/>
          <p:cNvSpPr/>
          <p:nvPr/>
        </p:nvSpPr>
        <p:spPr>
          <a:xfrm>
            <a:off x="15987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1" name=""/>
          <p:cNvSpPr/>
          <p:nvPr/>
        </p:nvSpPr>
        <p:spPr>
          <a:xfrm>
            <a:off x="16038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e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2" name=""/>
          <p:cNvSpPr/>
          <p:nvPr/>
        </p:nvSpPr>
        <p:spPr>
          <a:xfrm>
            <a:off x="16092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3" name=""/>
          <p:cNvSpPr/>
          <p:nvPr/>
        </p:nvSpPr>
        <p:spPr>
          <a:xfrm>
            <a:off x="16146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e4f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4" name=""/>
          <p:cNvSpPr/>
          <p:nvPr/>
        </p:nvSpPr>
        <p:spPr>
          <a:xfrm>
            <a:off x="16200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5" name=""/>
          <p:cNvSpPr/>
          <p:nvPr/>
        </p:nvSpPr>
        <p:spPr>
          <a:xfrm>
            <a:off x="162504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6" name=""/>
          <p:cNvSpPr/>
          <p:nvPr/>
        </p:nvSpPr>
        <p:spPr>
          <a:xfrm>
            <a:off x="16304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7" name=""/>
          <p:cNvSpPr/>
          <p:nvPr/>
        </p:nvSpPr>
        <p:spPr>
          <a:xfrm>
            <a:off x="16358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052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8" name=""/>
          <p:cNvSpPr/>
          <p:nvPr/>
        </p:nvSpPr>
        <p:spPr>
          <a:xfrm>
            <a:off x="16408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053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29" name=""/>
          <p:cNvSpPr/>
          <p:nvPr/>
        </p:nvSpPr>
        <p:spPr>
          <a:xfrm>
            <a:off x="16462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1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0" name=""/>
          <p:cNvSpPr/>
          <p:nvPr/>
        </p:nvSpPr>
        <p:spPr>
          <a:xfrm>
            <a:off x="16516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1" name=""/>
          <p:cNvSpPr/>
          <p:nvPr/>
        </p:nvSpPr>
        <p:spPr>
          <a:xfrm>
            <a:off x="16567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2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2" name=""/>
          <p:cNvSpPr/>
          <p:nvPr/>
        </p:nvSpPr>
        <p:spPr>
          <a:xfrm>
            <a:off x="16621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3" name=""/>
          <p:cNvSpPr/>
          <p:nvPr/>
        </p:nvSpPr>
        <p:spPr>
          <a:xfrm>
            <a:off x="16675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4" name=""/>
          <p:cNvSpPr/>
          <p:nvPr/>
        </p:nvSpPr>
        <p:spPr>
          <a:xfrm>
            <a:off x="16729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5" name=""/>
          <p:cNvSpPr/>
          <p:nvPr/>
        </p:nvSpPr>
        <p:spPr>
          <a:xfrm>
            <a:off x="16779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6" name=""/>
          <p:cNvSpPr/>
          <p:nvPr/>
        </p:nvSpPr>
        <p:spPr>
          <a:xfrm>
            <a:off x="16833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7" name=""/>
          <p:cNvSpPr/>
          <p:nvPr/>
        </p:nvSpPr>
        <p:spPr>
          <a:xfrm>
            <a:off x="16887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45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8" name=""/>
          <p:cNvSpPr/>
          <p:nvPr/>
        </p:nvSpPr>
        <p:spPr>
          <a:xfrm>
            <a:off x="16938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39" name=""/>
          <p:cNvSpPr/>
          <p:nvPr/>
        </p:nvSpPr>
        <p:spPr>
          <a:xfrm>
            <a:off x="16992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6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0" name=""/>
          <p:cNvSpPr/>
          <p:nvPr/>
        </p:nvSpPr>
        <p:spPr>
          <a:xfrm>
            <a:off x="17046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65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1" name=""/>
          <p:cNvSpPr/>
          <p:nvPr/>
        </p:nvSpPr>
        <p:spPr>
          <a:xfrm>
            <a:off x="17096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65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2" name=""/>
          <p:cNvSpPr/>
          <p:nvPr/>
        </p:nvSpPr>
        <p:spPr>
          <a:xfrm>
            <a:off x="17150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75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3" name=""/>
          <p:cNvSpPr/>
          <p:nvPr/>
        </p:nvSpPr>
        <p:spPr>
          <a:xfrm>
            <a:off x="17204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85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4" name=""/>
          <p:cNvSpPr/>
          <p:nvPr/>
        </p:nvSpPr>
        <p:spPr>
          <a:xfrm>
            <a:off x="17258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5" name=""/>
          <p:cNvSpPr/>
          <p:nvPr/>
        </p:nvSpPr>
        <p:spPr>
          <a:xfrm>
            <a:off x="173088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961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6" name=""/>
          <p:cNvSpPr/>
          <p:nvPr/>
        </p:nvSpPr>
        <p:spPr>
          <a:xfrm>
            <a:off x="17362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7" name=""/>
          <p:cNvSpPr/>
          <p:nvPr/>
        </p:nvSpPr>
        <p:spPr>
          <a:xfrm>
            <a:off x="17416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a6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8" name=""/>
          <p:cNvSpPr/>
          <p:nvPr/>
        </p:nvSpPr>
        <p:spPr>
          <a:xfrm>
            <a:off x="17467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49" name=""/>
          <p:cNvSpPr/>
          <p:nvPr/>
        </p:nvSpPr>
        <p:spPr>
          <a:xfrm>
            <a:off x="17521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b6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0" name=""/>
          <p:cNvSpPr/>
          <p:nvPr/>
        </p:nvSpPr>
        <p:spPr>
          <a:xfrm>
            <a:off x="17575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c6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1" name=""/>
          <p:cNvSpPr/>
          <p:nvPr/>
        </p:nvSpPr>
        <p:spPr>
          <a:xfrm>
            <a:off x="17625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c67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2" name=""/>
          <p:cNvSpPr/>
          <p:nvPr/>
        </p:nvSpPr>
        <p:spPr>
          <a:xfrm>
            <a:off x="17679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d68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3" name=""/>
          <p:cNvSpPr/>
          <p:nvPr/>
        </p:nvSpPr>
        <p:spPr>
          <a:xfrm>
            <a:off x="17733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e69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4" name=""/>
          <p:cNvSpPr/>
          <p:nvPr/>
        </p:nvSpPr>
        <p:spPr>
          <a:xfrm>
            <a:off x="17787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e6a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5" name=""/>
          <p:cNvSpPr/>
          <p:nvPr/>
        </p:nvSpPr>
        <p:spPr>
          <a:xfrm>
            <a:off x="17838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f6b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6" name=""/>
          <p:cNvSpPr/>
          <p:nvPr/>
        </p:nvSpPr>
        <p:spPr>
          <a:xfrm>
            <a:off x="17892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06c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7" name=""/>
          <p:cNvSpPr/>
          <p:nvPr/>
        </p:nvSpPr>
        <p:spPr>
          <a:xfrm>
            <a:off x="17946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06d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8" name=""/>
          <p:cNvSpPr/>
          <p:nvPr/>
        </p:nvSpPr>
        <p:spPr>
          <a:xfrm>
            <a:off x="17996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59" name=""/>
          <p:cNvSpPr/>
          <p:nvPr/>
        </p:nvSpPr>
        <p:spPr>
          <a:xfrm>
            <a:off x="18050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170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0" name=""/>
          <p:cNvSpPr/>
          <p:nvPr/>
        </p:nvSpPr>
        <p:spPr>
          <a:xfrm>
            <a:off x="18104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1" name=""/>
          <p:cNvSpPr/>
          <p:nvPr/>
        </p:nvSpPr>
        <p:spPr>
          <a:xfrm>
            <a:off x="18158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27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2" name=""/>
          <p:cNvSpPr/>
          <p:nvPr/>
        </p:nvSpPr>
        <p:spPr>
          <a:xfrm>
            <a:off x="18208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3" name=""/>
          <p:cNvSpPr/>
          <p:nvPr/>
        </p:nvSpPr>
        <p:spPr>
          <a:xfrm>
            <a:off x="18262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474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4" name=""/>
          <p:cNvSpPr/>
          <p:nvPr/>
        </p:nvSpPr>
        <p:spPr>
          <a:xfrm>
            <a:off x="18316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5" name=""/>
          <p:cNvSpPr/>
          <p:nvPr/>
        </p:nvSpPr>
        <p:spPr>
          <a:xfrm>
            <a:off x="183672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576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6" name=""/>
          <p:cNvSpPr/>
          <p:nvPr/>
        </p:nvSpPr>
        <p:spPr>
          <a:xfrm>
            <a:off x="18421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7" name=""/>
          <p:cNvSpPr/>
          <p:nvPr/>
        </p:nvSpPr>
        <p:spPr>
          <a:xfrm>
            <a:off x="18475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6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8" name=""/>
          <p:cNvSpPr/>
          <p:nvPr/>
        </p:nvSpPr>
        <p:spPr>
          <a:xfrm>
            <a:off x="18525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69" name=""/>
          <p:cNvSpPr/>
          <p:nvPr/>
        </p:nvSpPr>
        <p:spPr>
          <a:xfrm>
            <a:off x="18579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77a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0" name=""/>
          <p:cNvSpPr/>
          <p:nvPr/>
        </p:nvSpPr>
        <p:spPr>
          <a:xfrm>
            <a:off x="18633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1" name=""/>
          <p:cNvSpPr/>
          <p:nvPr/>
        </p:nvSpPr>
        <p:spPr>
          <a:xfrm>
            <a:off x="18687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97c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2" name=""/>
          <p:cNvSpPr/>
          <p:nvPr/>
        </p:nvSpPr>
        <p:spPr>
          <a:xfrm>
            <a:off x="18738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3" name=""/>
          <p:cNvSpPr/>
          <p:nvPr/>
        </p:nvSpPr>
        <p:spPr>
          <a:xfrm>
            <a:off x="18792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a7e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4" name=""/>
          <p:cNvSpPr/>
          <p:nvPr/>
        </p:nvSpPr>
        <p:spPr>
          <a:xfrm>
            <a:off x="18846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5" name=""/>
          <p:cNvSpPr/>
          <p:nvPr/>
        </p:nvSpPr>
        <p:spPr>
          <a:xfrm>
            <a:off x="18896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6" name=""/>
          <p:cNvSpPr/>
          <p:nvPr/>
        </p:nvSpPr>
        <p:spPr>
          <a:xfrm>
            <a:off x="18950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7" name=""/>
          <p:cNvSpPr/>
          <p:nvPr/>
        </p:nvSpPr>
        <p:spPr>
          <a:xfrm>
            <a:off x="19004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c8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8" name=""/>
          <p:cNvSpPr/>
          <p:nvPr/>
        </p:nvSpPr>
        <p:spPr>
          <a:xfrm>
            <a:off x="19054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79" name=""/>
          <p:cNvSpPr/>
          <p:nvPr/>
        </p:nvSpPr>
        <p:spPr>
          <a:xfrm>
            <a:off x="19108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d83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0" name=""/>
          <p:cNvSpPr/>
          <p:nvPr/>
        </p:nvSpPr>
        <p:spPr>
          <a:xfrm>
            <a:off x="19162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1" name=""/>
          <p:cNvSpPr/>
          <p:nvPr/>
        </p:nvSpPr>
        <p:spPr>
          <a:xfrm>
            <a:off x="19216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2" name=""/>
          <p:cNvSpPr/>
          <p:nvPr/>
        </p:nvSpPr>
        <p:spPr>
          <a:xfrm>
            <a:off x="19267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3" name=""/>
          <p:cNvSpPr/>
          <p:nvPr/>
        </p:nvSpPr>
        <p:spPr>
          <a:xfrm>
            <a:off x="19321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f87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4" name=""/>
          <p:cNvSpPr/>
          <p:nvPr/>
        </p:nvSpPr>
        <p:spPr>
          <a:xfrm>
            <a:off x="19375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f88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5" name=""/>
          <p:cNvSpPr/>
          <p:nvPr/>
        </p:nvSpPr>
        <p:spPr>
          <a:xfrm>
            <a:off x="194256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0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6" name=""/>
          <p:cNvSpPr/>
          <p:nvPr/>
        </p:nvSpPr>
        <p:spPr>
          <a:xfrm>
            <a:off x="19479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7" name=""/>
          <p:cNvSpPr/>
          <p:nvPr/>
        </p:nvSpPr>
        <p:spPr>
          <a:xfrm>
            <a:off x="19533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18a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8" name=""/>
          <p:cNvSpPr/>
          <p:nvPr/>
        </p:nvSpPr>
        <p:spPr>
          <a:xfrm>
            <a:off x="19584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18a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89" name=""/>
          <p:cNvSpPr/>
          <p:nvPr/>
        </p:nvSpPr>
        <p:spPr>
          <a:xfrm>
            <a:off x="19638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28b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0" name=""/>
          <p:cNvSpPr/>
          <p:nvPr/>
        </p:nvSpPr>
        <p:spPr>
          <a:xfrm>
            <a:off x="19692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1" name=""/>
          <p:cNvSpPr/>
          <p:nvPr/>
        </p:nvSpPr>
        <p:spPr>
          <a:xfrm>
            <a:off x="19746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2" name=""/>
          <p:cNvSpPr/>
          <p:nvPr/>
        </p:nvSpPr>
        <p:spPr>
          <a:xfrm>
            <a:off x="19796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3" name=""/>
          <p:cNvSpPr/>
          <p:nvPr/>
        </p:nvSpPr>
        <p:spPr>
          <a:xfrm>
            <a:off x="19850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4" name=""/>
          <p:cNvSpPr/>
          <p:nvPr/>
        </p:nvSpPr>
        <p:spPr>
          <a:xfrm>
            <a:off x="19904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38e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5" name=""/>
          <p:cNvSpPr/>
          <p:nvPr/>
        </p:nvSpPr>
        <p:spPr>
          <a:xfrm>
            <a:off x="19954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6" name=""/>
          <p:cNvSpPr/>
          <p:nvPr/>
        </p:nvSpPr>
        <p:spPr>
          <a:xfrm>
            <a:off x="20008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7" name=""/>
          <p:cNvSpPr/>
          <p:nvPr/>
        </p:nvSpPr>
        <p:spPr>
          <a:xfrm>
            <a:off x="20062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8" name=""/>
          <p:cNvSpPr/>
          <p:nvPr/>
        </p:nvSpPr>
        <p:spPr>
          <a:xfrm>
            <a:off x="20113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399" name=""/>
          <p:cNvSpPr/>
          <p:nvPr/>
        </p:nvSpPr>
        <p:spPr>
          <a:xfrm>
            <a:off x="20167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0" name=""/>
          <p:cNvSpPr/>
          <p:nvPr/>
        </p:nvSpPr>
        <p:spPr>
          <a:xfrm>
            <a:off x="20221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1" name=""/>
          <p:cNvSpPr/>
          <p:nvPr/>
        </p:nvSpPr>
        <p:spPr>
          <a:xfrm>
            <a:off x="20275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2" name=""/>
          <p:cNvSpPr/>
          <p:nvPr/>
        </p:nvSpPr>
        <p:spPr>
          <a:xfrm>
            <a:off x="20325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692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3" name=""/>
          <p:cNvSpPr/>
          <p:nvPr/>
        </p:nvSpPr>
        <p:spPr>
          <a:xfrm>
            <a:off x="20379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4" name=""/>
          <p:cNvSpPr/>
          <p:nvPr/>
        </p:nvSpPr>
        <p:spPr>
          <a:xfrm>
            <a:off x="20433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5" name=""/>
          <p:cNvSpPr/>
          <p:nvPr/>
        </p:nvSpPr>
        <p:spPr>
          <a:xfrm>
            <a:off x="204840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6" name=""/>
          <p:cNvSpPr/>
          <p:nvPr/>
        </p:nvSpPr>
        <p:spPr>
          <a:xfrm>
            <a:off x="20538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7" name=""/>
          <p:cNvSpPr/>
          <p:nvPr/>
        </p:nvSpPr>
        <p:spPr>
          <a:xfrm>
            <a:off x="20592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8" name=""/>
          <p:cNvSpPr/>
          <p:nvPr/>
        </p:nvSpPr>
        <p:spPr>
          <a:xfrm>
            <a:off x="20642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09" name=""/>
          <p:cNvSpPr/>
          <p:nvPr/>
        </p:nvSpPr>
        <p:spPr>
          <a:xfrm>
            <a:off x="20696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0" name=""/>
          <p:cNvSpPr/>
          <p:nvPr/>
        </p:nvSpPr>
        <p:spPr>
          <a:xfrm>
            <a:off x="20750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1" name=""/>
          <p:cNvSpPr/>
          <p:nvPr/>
        </p:nvSpPr>
        <p:spPr>
          <a:xfrm>
            <a:off x="20804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2" name=""/>
          <p:cNvSpPr/>
          <p:nvPr/>
        </p:nvSpPr>
        <p:spPr>
          <a:xfrm>
            <a:off x="20854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3" name=""/>
          <p:cNvSpPr/>
          <p:nvPr/>
        </p:nvSpPr>
        <p:spPr>
          <a:xfrm>
            <a:off x="20908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4" name=""/>
          <p:cNvSpPr/>
          <p:nvPr/>
        </p:nvSpPr>
        <p:spPr>
          <a:xfrm>
            <a:off x="20962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5" name=""/>
          <p:cNvSpPr/>
          <p:nvPr/>
        </p:nvSpPr>
        <p:spPr>
          <a:xfrm>
            <a:off x="21013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6" name=""/>
          <p:cNvSpPr/>
          <p:nvPr/>
        </p:nvSpPr>
        <p:spPr>
          <a:xfrm>
            <a:off x="2106720" y="3706920"/>
            <a:ext cx="10800" cy="1599120"/>
          </a:xfrm>
          <a:custGeom>
            <a:avLst/>
            <a:gdLst/>
            <a:ahLst/>
            <a:rect l="0" t="0" r="r" b="b"/>
            <a:pathLst>
              <a:path w="30" h="4442">
                <a:moveTo>
                  <a:pt x="0" y="4442"/>
                </a:moveTo>
                <a:lnTo>
                  <a:pt x="0" y="0"/>
                </a:lnTo>
                <a:lnTo>
                  <a:pt x="30" y="0"/>
                </a:lnTo>
                <a:lnTo>
                  <a:pt x="30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7" name=""/>
          <p:cNvSpPr/>
          <p:nvPr/>
        </p:nvSpPr>
        <p:spPr>
          <a:xfrm>
            <a:off x="21171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8" name=""/>
          <p:cNvSpPr/>
          <p:nvPr/>
        </p:nvSpPr>
        <p:spPr>
          <a:xfrm>
            <a:off x="21225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19" name=""/>
          <p:cNvSpPr/>
          <p:nvPr/>
        </p:nvSpPr>
        <p:spPr>
          <a:xfrm>
            <a:off x="2127960" y="3706920"/>
            <a:ext cx="10800" cy="1599120"/>
          </a:xfrm>
          <a:custGeom>
            <a:avLst/>
            <a:gdLst/>
            <a:ahLst/>
            <a:rect l="0" t="0" r="r" b="b"/>
            <a:pathLst>
              <a:path w="30" h="4442">
                <a:moveTo>
                  <a:pt x="0" y="4442"/>
                </a:moveTo>
                <a:lnTo>
                  <a:pt x="0" y="0"/>
                </a:lnTo>
                <a:lnTo>
                  <a:pt x="30" y="0"/>
                </a:lnTo>
                <a:lnTo>
                  <a:pt x="30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0" name=""/>
          <p:cNvSpPr/>
          <p:nvPr/>
        </p:nvSpPr>
        <p:spPr>
          <a:xfrm>
            <a:off x="21384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1" name=""/>
          <p:cNvSpPr/>
          <p:nvPr/>
        </p:nvSpPr>
        <p:spPr>
          <a:xfrm>
            <a:off x="21438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2" name=""/>
          <p:cNvSpPr/>
          <p:nvPr/>
        </p:nvSpPr>
        <p:spPr>
          <a:xfrm>
            <a:off x="21492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3" name=""/>
          <p:cNvSpPr/>
          <p:nvPr/>
        </p:nvSpPr>
        <p:spPr>
          <a:xfrm>
            <a:off x="215424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4" name=""/>
          <p:cNvSpPr/>
          <p:nvPr/>
        </p:nvSpPr>
        <p:spPr>
          <a:xfrm>
            <a:off x="21596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5" name=""/>
          <p:cNvSpPr/>
          <p:nvPr/>
        </p:nvSpPr>
        <p:spPr>
          <a:xfrm>
            <a:off x="21650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6" name=""/>
          <p:cNvSpPr/>
          <p:nvPr/>
        </p:nvSpPr>
        <p:spPr>
          <a:xfrm>
            <a:off x="21700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7" name=""/>
          <p:cNvSpPr/>
          <p:nvPr/>
        </p:nvSpPr>
        <p:spPr>
          <a:xfrm>
            <a:off x="21754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8" name=""/>
          <p:cNvSpPr/>
          <p:nvPr/>
        </p:nvSpPr>
        <p:spPr>
          <a:xfrm>
            <a:off x="21808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29" name=""/>
          <p:cNvSpPr/>
          <p:nvPr/>
        </p:nvSpPr>
        <p:spPr>
          <a:xfrm>
            <a:off x="21862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0" name=""/>
          <p:cNvSpPr/>
          <p:nvPr/>
        </p:nvSpPr>
        <p:spPr>
          <a:xfrm>
            <a:off x="2191320" y="3706920"/>
            <a:ext cx="11160" cy="1599120"/>
          </a:xfrm>
          <a:custGeom>
            <a:avLst/>
            <a:gdLst/>
            <a:ahLst/>
            <a:rect l="0" t="0" r="r" b="b"/>
            <a:pathLst>
              <a:path w="31" h="4442">
                <a:moveTo>
                  <a:pt x="0" y="4442"/>
                </a:moveTo>
                <a:lnTo>
                  <a:pt x="0" y="0"/>
                </a:lnTo>
                <a:lnTo>
                  <a:pt x="31" y="0"/>
                </a:lnTo>
                <a:lnTo>
                  <a:pt x="31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1" name=""/>
          <p:cNvSpPr/>
          <p:nvPr/>
        </p:nvSpPr>
        <p:spPr>
          <a:xfrm>
            <a:off x="2202120" y="3706920"/>
            <a:ext cx="21240" cy="1599120"/>
          </a:xfrm>
          <a:custGeom>
            <a:avLst/>
            <a:gdLst/>
            <a:ahLst/>
            <a:rect l="0" t="0" r="r" b="b"/>
            <a:pathLst>
              <a:path w="59" h="4442">
                <a:moveTo>
                  <a:pt x="0" y="4442"/>
                </a:moveTo>
                <a:lnTo>
                  <a:pt x="0" y="0"/>
                </a:lnTo>
                <a:lnTo>
                  <a:pt x="59" y="0"/>
                </a:lnTo>
                <a:lnTo>
                  <a:pt x="59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2" name=""/>
          <p:cNvSpPr/>
          <p:nvPr/>
        </p:nvSpPr>
        <p:spPr>
          <a:xfrm>
            <a:off x="22230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3" name=""/>
          <p:cNvSpPr/>
          <p:nvPr/>
        </p:nvSpPr>
        <p:spPr>
          <a:xfrm>
            <a:off x="22284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4" name=""/>
          <p:cNvSpPr/>
          <p:nvPr/>
        </p:nvSpPr>
        <p:spPr>
          <a:xfrm>
            <a:off x="2233800" y="3706920"/>
            <a:ext cx="10800" cy="1599120"/>
          </a:xfrm>
          <a:custGeom>
            <a:avLst/>
            <a:gdLst/>
            <a:ahLst/>
            <a:rect l="0" t="0" r="r" b="b"/>
            <a:pathLst>
              <a:path w="30" h="4442">
                <a:moveTo>
                  <a:pt x="0" y="4442"/>
                </a:moveTo>
                <a:lnTo>
                  <a:pt x="0" y="0"/>
                </a:lnTo>
                <a:lnTo>
                  <a:pt x="30" y="0"/>
                </a:lnTo>
                <a:lnTo>
                  <a:pt x="30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5" name=""/>
          <p:cNvSpPr/>
          <p:nvPr/>
        </p:nvSpPr>
        <p:spPr>
          <a:xfrm>
            <a:off x="22442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6" name=""/>
          <p:cNvSpPr/>
          <p:nvPr/>
        </p:nvSpPr>
        <p:spPr>
          <a:xfrm>
            <a:off x="22496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7" name=""/>
          <p:cNvSpPr/>
          <p:nvPr/>
        </p:nvSpPr>
        <p:spPr>
          <a:xfrm>
            <a:off x="22550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8" name=""/>
          <p:cNvSpPr/>
          <p:nvPr/>
        </p:nvSpPr>
        <p:spPr>
          <a:xfrm>
            <a:off x="226008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39" name=""/>
          <p:cNvSpPr/>
          <p:nvPr/>
        </p:nvSpPr>
        <p:spPr>
          <a:xfrm>
            <a:off x="22654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0" name=""/>
          <p:cNvSpPr/>
          <p:nvPr/>
        </p:nvSpPr>
        <p:spPr>
          <a:xfrm>
            <a:off x="22708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1" name=""/>
          <p:cNvSpPr/>
          <p:nvPr/>
        </p:nvSpPr>
        <p:spPr>
          <a:xfrm>
            <a:off x="22759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8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2" name=""/>
          <p:cNvSpPr/>
          <p:nvPr/>
        </p:nvSpPr>
        <p:spPr>
          <a:xfrm>
            <a:off x="22813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3" name=""/>
          <p:cNvSpPr/>
          <p:nvPr/>
        </p:nvSpPr>
        <p:spPr>
          <a:xfrm>
            <a:off x="2286720" y="3706920"/>
            <a:ext cx="10800" cy="1599120"/>
          </a:xfrm>
          <a:custGeom>
            <a:avLst/>
            <a:gdLst/>
            <a:ahLst/>
            <a:rect l="0" t="0" r="r" b="b"/>
            <a:pathLst>
              <a:path w="30" h="4442">
                <a:moveTo>
                  <a:pt x="0" y="4442"/>
                </a:moveTo>
                <a:lnTo>
                  <a:pt x="0" y="0"/>
                </a:lnTo>
                <a:lnTo>
                  <a:pt x="30" y="0"/>
                </a:lnTo>
                <a:lnTo>
                  <a:pt x="30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4" name=""/>
          <p:cNvSpPr/>
          <p:nvPr/>
        </p:nvSpPr>
        <p:spPr>
          <a:xfrm>
            <a:off x="22971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5" name=""/>
          <p:cNvSpPr/>
          <p:nvPr/>
        </p:nvSpPr>
        <p:spPr>
          <a:xfrm>
            <a:off x="23025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6" name=""/>
          <p:cNvSpPr/>
          <p:nvPr/>
        </p:nvSpPr>
        <p:spPr>
          <a:xfrm>
            <a:off x="23079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9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7" name=""/>
          <p:cNvSpPr/>
          <p:nvPr/>
        </p:nvSpPr>
        <p:spPr>
          <a:xfrm>
            <a:off x="23130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8" name=""/>
          <p:cNvSpPr/>
          <p:nvPr/>
        </p:nvSpPr>
        <p:spPr>
          <a:xfrm>
            <a:off x="23184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49" name=""/>
          <p:cNvSpPr/>
          <p:nvPr/>
        </p:nvSpPr>
        <p:spPr>
          <a:xfrm>
            <a:off x="23238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0" name=""/>
          <p:cNvSpPr/>
          <p:nvPr/>
        </p:nvSpPr>
        <p:spPr>
          <a:xfrm>
            <a:off x="23288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8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1" name=""/>
          <p:cNvSpPr/>
          <p:nvPr/>
        </p:nvSpPr>
        <p:spPr>
          <a:xfrm>
            <a:off x="23342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2" name=""/>
          <p:cNvSpPr/>
          <p:nvPr/>
        </p:nvSpPr>
        <p:spPr>
          <a:xfrm>
            <a:off x="23396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3" name=""/>
          <p:cNvSpPr/>
          <p:nvPr/>
        </p:nvSpPr>
        <p:spPr>
          <a:xfrm>
            <a:off x="23450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4" name=""/>
          <p:cNvSpPr/>
          <p:nvPr/>
        </p:nvSpPr>
        <p:spPr>
          <a:xfrm>
            <a:off x="23500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4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5" name=""/>
          <p:cNvSpPr/>
          <p:nvPr/>
        </p:nvSpPr>
        <p:spPr>
          <a:xfrm>
            <a:off x="23554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6" name=""/>
          <p:cNvSpPr/>
          <p:nvPr/>
        </p:nvSpPr>
        <p:spPr>
          <a:xfrm>
            <a:off x="23608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69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7" name=""/>
          <p:cNvSpPr/>
          <p:nvPr/>
        </p:nvSpPr>
        <p:spPr>
          <a:xfrm>
            <a:off x="236592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8" name=""/>
          <p:cNvSpPr/>
          <p:nvPr/>
        </p:nvSpPr>
        <p:spPr>
          <a:xfrm>
            <a:off x="23713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59" name=""/>
          <p:cNvSpPr/>
          <p:nvPr/>
        </p:nvSpPr>
        <p:spPr>
          <a:xfrm>
            <a:off x="23767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0" name=""/>
          <p:cNvSpPr/>
          <p:nvPr/>
        </p:nvSpPr>
        <p:spPr>
          <a:xfrm>
            <a:off x="23817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1" name=""/>
          <p:cNvSpPr/>
          <p:nvPr/>
        </p:nvSpPr>
        <p:spPr>
          <a:xfrm>
            <a:off x="23871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2" name=""/>
          <p:cNvSpPr/>
          <p:nvPr/>
        </p:nvSpPr>
        <p:spPr>
          <a:xfrm>
            <a:off x="23925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4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3" name=""/>
          <p:cNvSpPr/>
          <p:nvPr/>
        </p:nvSpPr>
        <p:spPr>
          <a:xfrm>
            <a:off x="23979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4" name=""/>
          <p:cNvSpPr/>
          <p:nvPr/>
        </p:nvSpPr>
        <p:spPr>
          <a:xfrm>
            <a:off x="24030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48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5" name=""/>
          <p:cNvSpPr/>
          <p:nvPr/>
        </p:nvSpPr>
        <p:spPr>
          <a:xfrm>
            <a:off x="24084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6" name=""/>
          <p:cNvSpPr/>
          <p:nvPr/>
        </p:nvSpPr>
        <p:spPr>
          <a:xfrm>
            <a:off x="24138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7" name=""/>
          <p:cNvSpPr/>
          <p:nvPr/>
        </p:nvSpPr>
        <p:spPr>
          <a:xfrm>
            <a:off x="24188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8" name=""/>
          <p:cNvSpPr/>
          <p:nvPr/>
        </p:nvSpPr>
        <p:spPr>
          <a:xfrm>
            <a:off x="24242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28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69" name=""/>
          <p:cNvSpPr/>
          <p:nvPr/>
        </p:nvSpPr>
        <p:spPr>
          <a:xfrm>
            <a:off x="24296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0" name=""/>
          <p:cNvSpPr/>
          <p:nvPr/>
        </p:nvSpPr>
        <p:spPr>
          <a:xfrm>
            <a:off x="24350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18b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1" name=""/>
          <p:cNvSpPr/>
          <p:nvPr/>
        </p:nvSpPr>
        <p:spPr>
          <a:xfrm>
            <a:off x="24400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18a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2" name=""/>
          <p:cNvSpPr/>
          <p:nvPr/>
        </p:nvSpPr>
        <p:spPr>
          <a:xfrm>
            <a:off x="24454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089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3" name=""/>
          <p:cNvSpPr/>
          <p:nvPr/>
        </p:nvSpPr>
        <p:spPr>
          <a:xfrm>
            <a:off x="24508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4" name=""/>
          <p:cNvSpPr/>
          <p:nvPr/>
        </p:nvSpPr>
        <p:spPr>
          <a:xfrm>
            <a:off x="24559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f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5" name=""/>
          <p:cNvSpPr/>
          <p:nvPr/>
        </p:nvSpPr>
        <p:spPr>
          <a:xfrm>
            <a:off x="24613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f8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6" name=""/>
          <p:cNvSpPr/>
          <p:nvPr/>
        </p:nvSpPr>
        <p:spPr>
          <a:xfrm>
            <a:off x="24667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7" name=""/>
          <p:cNvSpPr/>
          <p:nvPr/>
        </p:nvSpPr>
        <p:spPr>
          <a:xfrm>
            <a:off x="247176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8" name=""/>
          <p:cNvSpPr/>
          <p:nvPr/>
        </p:nvSpPr>
        <p:spPr>
          <a:xfrm>
            <a:off x="24771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79" name=""/>
          <p:cNvSpPr/>
          <p:nvPr/>
        </p:nvSpPr>
        <p:spPr>
          <a:xfrm>
            <a:off x="24825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d84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0" name=""/>
          <p:cNvSpPr/>
          <p:nvPr/>
        </p:nvSpPr>
        <p:spPr>
          <a:xfrm>
            <a:off x="24879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1" name=""/>
          <p:cNvSpPr/>
          <p:nvPr/>
        </p:nvSpPr>
        <p:spPr>
          <a:xfrm>
            <a:off x="24930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c82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2" name=""/>
          <p:cNvSpPr/>
          <p:nvPr/>
        </p:nvSpPr>
        <p:spPr>
          <a:xfrm>
            <a:off x="24984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3" name=""/>
          <p:cNvSpPr/>
          <p:nvPr/>
        </p:nvSpPr>
        <p:spPr>
          <a:xfrm>
            <a:off x="25038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4" name=""/>
          <p:cNvSpPr/>
          <p:nvPr/>
        </p:nvSpPr>
        <p:spPr>
          <a:xfrm>
            <a:off x="25088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5" name=""/>
          <p:cNvSpPr/>
          <p:nvPr/>
        </p:nvSpPr>
        <p:spPr>
          <a:xfrm>
            <a:off x="25142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a7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6" name=""/>
          <p:cNvSpPr/>
          <p:nvPr/>
        </p:nvSpPr>
        <p:spPr>
          <a:xfrm>
            <a:off x="25196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7" name=""/>
          <p:cNvSpPr/>
          <p:nvPr/>
        </p:nvSpPr>
        <p:spPr>
          <a:xfrm>
            <a:off x="25246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97c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8" name=""/>
          <p:cNvSpPr/>
          <p:nvPr/>
        </p:nvSpPr>
        <p:spPr>
          <a:xfrm>
            <a:off x="25300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89" name=""/>
          <p:cNvSpPr/>
          <p:nvPr/>
        </p:nvSpPr>
        <p:spPr>
          <a:xfrm>
            <a:off x="25354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87b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0" name=""/>
          <p:cNvSpPr/>
          <p:nvPr/>
        </p:nvSpPr>
        <p:spPr>
          <a:xfrm>
            <a:off x="25408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1" name=""/>
          <p:cNvSpPr/>
          <p:nvPr/>
        </p:nvSpPr>
        <p:spPr>
          <a:xfrm>
            <a:off x="25459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7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2" name=""/>
          <p:cNvSpPr/>
          <p:nvPr/>
        </p:nvSpPr>
        <p:spPr>
          <a:xfrm>
            <a:off x="25513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3" name=""/>
          <p:cNvSpPr/>
          <p:nvPr/>
        </p:nvSpPr>
        <p:spPr>
          <a:xfrm>
            <a:off x="25567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57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4" name=""/>
          <p:cNvSpPr/>
          <p:nvPr/>
        </p:nvSpPr>
        <p:spPr>
          <a:xfrm>
            <a:off x="25617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5" name=""/>
          <p:cNvSpPr/>
          <p:nvPr/>
        </p:nvSpPr>
        <p:spPr>
          <a:xfrm>
            <a:off x="25671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474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6" name=""/>
          <p:cNvSpPr/>
          <p:nvPr/>
        </p:nvSpPr>
        <p:spPr>
          <a:xfrm>
            <a:off x="25725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7" name=""/>
          <p:cNvSpPr/>
          <p:nvPr/>
        </p:nvSpPr>
        <p:spPr>
          <a:xfrm>
            <a:off x="257760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37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8" name=""/>
          <p:cNvSpPr/>
          <p:nvPr/>
        </p:nvSpPr>
        <p:spPr>
          <a:xfrm>
            <a:off x="25830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499" name=""/>
          <p:cNvSpPr/>
          <p:nvPr/>
        </p:nvSpPr>
        <p:spPr>
          <a:xfrm>
            <a:off x="25884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270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0" name=""/>
          <p:cNvSpPr/>
          <p:nvPr/>
        </p:nvSpPr>
        <p:spPr>
          <a:xfrm>
            <a:off x="25938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1" name=""/>
          <p:cNvSpPr/>
          <p:nvPr/>
        </p:nvSpPr>
        <p:spPr>
          <a:xfrm>
            <a:off x="25988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16e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2" name=""/>
          <p:cNvSpPr/>
          <p:nvPr/>
        </p:nvSpPr>
        <p:spPr>
          <a:xfrm>
            <a:off x="26042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406d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3" name=""/>
          <p:cNvSpPr/>
          <p:nvPr/>
        </p:nvSpPr>
        <p:spPr>
          <a:xfrm>
            <a:off x="26096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f6c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4" name=""/>
          <p:cNvSpPr/>
          <p:nvPr/>
        </p:nvSpPr>
        <p:spPr>
          <a:xfrm>
            <a:off x="26146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e6b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5" name=""/>
          <p:cNvSpPr/>
          <p:nvPr/>
        </p:nvSpPr>
        <p:spPr>
          <a:xfrm>
            <a:off x="26200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e6a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6" name=""/>
          <p:cNvSpPr/>
          <p:nvPr/>
        </p:nvSpPr>
        <p:spPr>
          <a:xfrm>
            <a:off x="26254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d69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7" name=""/>
          <p:cNvSpPr/>
          <p:nvPr/>
        </p:nvSpPr>
        <p:spPr>
          <a:xfrm>
            <a:off x="26305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d6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8" name=""/>
          <p:cNvSpPr/>
          <p:nvPr/>
        </p:nvSpPr>
        <p:spPr>
          <a:xfrm>
            <a:off x="26359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c6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09" name=""/>
          <p:cNvSpPr/>
          <p:nvPr/>
        </p:nvSpPr>
        <p:spPr>
          <a:xfrm>
            <a:off x="26413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c66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0" name=""/>
          <p:cNvSpPr/>
          <p:nvPr/>
        </p:nvSpPr>
        <p:spPr>
          <a:xfrm>
            <a:off x="26467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1" name=""/>
          <p:cNvSpPr/>
          <p:nvPr/>
        </p:nvSpPr>
        <p:spPr>
          <a:xfrm>
            <a:off x="26517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a63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2" name=""/>
          <p:cNvSpPr/>
          <p:nvPr/>
        </p:nvSpPr>
        <p:spPr>
          <a:xfrm>
            <a:off x="26571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3" name=""/>
          <p:cNvSpPr/>
          <p:nvPr/>
        </p:nvSpPr>
        <p:spPr>
          <a:xfrm>
            <a:off x="26625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96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4" name=""/>
          <p:cNvSpPr/>
          <p:nvPr/>
        </p:nvSpPr>
        <p:spPr>
          <a:xfrm>
            <a:off x="26676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5" name=""/>
          <p:cNvSpPr/>
          <p:nvPr/>
        </p:nvSpPr>
        <p:spPr>
          <a:xfrm>
            <a:off x="26730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860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6" name=""/>
          <p:cNvSpPr/>
          <p:nvPr/>
        </p:nvSpPr>
        <p:spPr>
          <a:xfrm>
            <a:off x="26784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75f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7" name=""/>
          <p:cNvSpPr/>
          <p:nvPr/>
        </p:nvSpPr>
        <p:spPr>
          <a:xfrm>
            <a:off x="268344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75e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8" name=""/>
          <p:cNvSpPr/>
          <p:nvPr/>
        </p:nvSpPr>
        <p:spPr>
          <a:xfrm>
            <a:off x="26888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65d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19" name=""/>
          <p:cNvSpPr/>
          <p:nvPr/>
        </p:nvSpPr>
        <p:spPr>
          <a:xfrm>
            <a:off x="26942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65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0" name=""/>
          <p:cNvSpPr/>
          <p:nvPr/>
        </p:nvSpPr>
        <p:spPr>
          <a:xfrm>
            <a:off x="26996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5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1" name=""/>
          <p:cNvSpPr/>
          <p:nvPr/>
        </p:nvSpPr>
        <p:spPr>
          <a:xfrm>
            <a:off x="27046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2" name=""/>
          <p:cNvSpPr/>
          <p:nvPr/>
        </p:nvSpPr>
        <p:spPr>
          <a:xfrm>
            <a:off x="27100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3" name=""/>
          <p:cNvSpPr/>
          <p:nvPr/>
        </p:nvSpPr>
        <p:spPr>
          <a:xfrm>
            <a:off x="27154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4" name=""/>
          <p:cNvSpPr/>
          <p:nvPr/>
        </p:nvSpPr>
        <p:spPr>
          <a:xfrm>
            <a:off x="27205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5" name=""/>
          <p:cNvSpPr/>
          <p:nvPr/>
        </p:nvSpPr>
        <p:spPr>
          <a:xfrm>
            <a:off x="27259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25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6" name=""/>
          <p:cNvSpPr/>
          <p:nvPr/>
        </p:nvSpPr>
        <p:spPr>
          <a:xfrm>
            <a:off x="27313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7" name=""/>
          <p:cNvSpPr/>
          <p:nvPr/>
        </p:nvSpPr>
        <p:spPr>
          <a:xfrm>
            <a:off x="27363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8" name=""/>
          <p:cNvSpPr/>
          <p:nvPr/>
        </p:nvSpPr>
        <p:spPr>
          <a:xfrm>
            <a:off x="27417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1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29" name=""/>
          <p:cNvSpPr/>
          <p:nvPr/>
        </p:nvSpPr>
        <p:spPr>
          <a:xfrm>
            <a:off x="27471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0" name=""/>
          <p:cNvSpPr/>
          <p:nvPr/>
        </p:nvSpPr>
        <p:spPr>
          <a:xfrm>
            <a:off x="27525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0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1" name=""/>
          <p:cNvSpPr/>
          <p:nvPr/>
        </p:nvSpPr>
        <p:spPr>
          <a:xfrm>
            <a:off x="27576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3052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2" name=""/>
          <p:cNvSpPr/>
          <p:nvPr/>
        </p:nvSpPr>
        <p:spPr>
          <a:xfrm>
            <a:off x="27630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3" name=""/>
          <p:cNvSpPr/>
          <p:nvPr/>
        </p:nvSpPr>
        <p:spPr>
          <a:xfrm>
            <a:off x="27684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4" name=""/>
          <p:cNvSpPr/>
          <p:nvPr/>
        </p:nvSpPr>
        <p:spPr>
          <a:xfrm>
            <a:off x="27734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5" name=""/>
          <p:cNvSpPr/>
          <p:nvPr/>
        </p:nvSpPr>
        <p:spPr>
          <a:xfrm>
            <a:off x="27788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e50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6" name=""/>
          <p:cNvSpPr/>
          <p:nvPr/>
        </p:nvSpPr>
        <p:spPr>
          <a:xfrm>
            <a:off x="27842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7" name=""/>
          <p:cNvSpPr/>
          <p:nvPr/>
        </p:nvSpPr>
        <p:spPr>
          <a:xfrm>
            <a:off x="2789280" y="3706920"/>
            <a:ext cx="6120" cy="1599120"/>
          </a:xfrm>
          <a:custGeom>
            <a:avLst/>
            <a:gdLst/>
            <a:ahLst/>
            <a:rect l="0" t="0" r="r" b="b"/>
            <a:pathLst>
              <a:path w="17" h="4442">
                <a:moveTo>
                  <a:pt x="0" y="4442"/>
                </a:moveTo>
                <a:lnTo>
                  <a:pt x="0" y="0"/>
                </a:lnTo>
                <a:lnTo>
                  <a:pt x="17" y="0"/>
                </a:lnTo>
                <a:lnTo>
                  <a:pt x="17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e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8" name=""/>
          <p:cNvSpPr/>
          <p:nvPr/>
        </p:nvSpPr>
        <p:spPr>
          <a:xfrm>
            <a:off x="27946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39" name=""/>
          <p:cNvSpPr/>
          <p:nvPr/>
        </p:nvSpPr>
        <p:spPr>
          <a:xfrm>
            <a:off x="280008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0" name=""/>
          <p:cNvSpPr/>
          <p:nvPr/>
        </p:nvSpPr>
        <p:spPr>
          <a:xfrm>
            <a:off x="280548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1" name=""/>
          <p:cNvSpPr/>
          <p:nvPr/>
        </p:nvSpPr>
        <p:spPr>
          <a:xfrm>
            <a:off x="28105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2" name=""/>
          <p:cNvSpPr/>
          <p:nvPr/>
        </p:nvSpPr>
        <p:spPr>
          <a:xfrm>
            <a:off x="281592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3" name=""/>
          <p:cNvSpPr/>
          <p:nvPr/>
        </p:nvSpPr>
        <p:spPr>
          <a:xfrm>
            <a:off x="282132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4" name=""/>
          <p:cNvSpPr/>
          <p:nvPr/>
        </p:nvSpPr>
        <p:spPr>
          <a:xfrm>
            <a:off x="28263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5" name=""/>
          <p:cNvSpPr/>
          <p:nvPr/>
        </p:nvSpPr>
        <p:spPr>
          <a:xfrm>
            <a:off x="283176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6" name=""/>
          <p:cNvSpPr/>
          <p:nvPr/>
        </p:nvSpPr>
        <p:spPr>
          <a:xfrm>
            <a:off x="283716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7" name=""/>
          <p:cNvSpPr/>
          <p:nvPr/>
        </p:nvSpPr>
        <p:spPr>
          <a:xfrm>
            <a:off x="28422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8" name=""/>
          <p:cNvSpPr/>
          <p:nvPr/>
        </p:nvSpPr>
        <p:spPr>
          <a:xfrm>
            <a:off x="28476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49" name=""/>
          <p:cNvSpPr/>
          <p:nvPr/>
        </p:nvSpPr>
        <p:spPr>
          <a:xfrm>
            <a:off x="285300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50" name=""/>
          <p:cNvSpPr/>
          <p:nvPr/>
        </p:nvSpPr>
        <p:spPr>
          <a:xfrm>
            <a:off x="285840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51" name=""/>
          <p:cNvSpPr/>
          <p:nvPr/>
        </p:nvSpPr>
        <p:spPr>
          <a:xfrm>
            <a:off x="28634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52" name=""/>
          <p:cNvSpPr/>
          <p:nvPr/>
        </p:nvSpPr>
        <p:spPr>
          <a:xfrm>
            <a:off x="2868840" y="3706920"/>
            <a:ext cx="5760" cy="1599120"/>
          </a:xfrm>
          <a:custGeom>
            <a:avLst/>
            <a:gdLst/>
            <a:ahLst/>
            <a:rect l="0" t="0" r="r" b="b"/>
            <a:pathLst>
              <a:path w="16" h="4442">
                <a:moveTo>
                  <a:pt x="0" y="4442"/>
                </a:moveTo>
                <a:lnTo>
                  <a:pt x="0" y="0"/>
                </a:lnTo>
                <a:lnTo>
                  <a:pt x="16" y="0"/>
                </a:lnTo>
                <a:lnTo>
                  <a:pt x="16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53" name=""/>
          <p:cNvSpPr/>
          <p:nvPr/>
        </p:nvSpPr>
        <p:spPr>
          <a:xfrm>
            <a:off x="2874240" y="3706920"/>
            <a:ext cx="5400" cy="1599120"/>
          </a:xfrm>
          <a:custGeom>
            <a:avLst/>
            <a:gdLst/>
            <a:ahLst/>
            <a:rect l="0" t="0" r="r" b="b"/>
            <a:pathLst>
              <a:path w="15" h="4442">
                <a:moveTo>
                  <a:pt x="0" y="4442"/>
                </a:moveTo>
                <a:lnTo>
                  <a:pt x="0" y="0"/>
                </a:lnTo>
                <a:lnTo>
                  <a:pt x="15" y="0"/>
                </a:lnTo>
                <a:lnTo>
                  <a:pt x="15" y="4442"/>
                </a:lnTo>
                <a:lnTo>
                  <a:pt x="0" y="4442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54" name=""/>
          <p:cNvSpPr/>
          <p:nvPr/>
        </p:nvSpPr>
        <p:spPr>
          <a:xfrm>
            <a:off x="1524600" y="3706920"/>
            <a:ext cx="1355040" cy="1599120"/>
          </a:xfrm>
          <a:custGeom>
            <a:avLst/>
            <a:gdLst/>
            <a:ahLst/>
            <a:rect l="0" t="0" r="r" b="b"/>
            <a:pathLst>
              <a:path w="3764" h="4442">
                <a:moveTo>
                  <a:pt x="0" y="4442"/>
                </a:moveTo>
                <a:lnTo>
                  <a:pt x="3764" y="4442"/>
                </a:lnTo>
                <a:lnTo>
                  <a:pt x="3764" y="0"/>
                </a:lnTo>
                <a:lnTo>
                  <a:pt x="0" y="0"/>
                </a:lnTo>
                <a:lnTo>
                  <a:pt x="0" y="4442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555" name=""/>
          <p:cNvSpPr/>
          <p:nvPr/>
        </p:nvSpPr>
        <p:spPr>
          <a:xfrm>
            <a:off x="1524600" y="34264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56" name=""/>
          <p:cNvSpPr/>
          <p:nvPr/>
        </p:nvSpPr>
        <p:spPr>
          <a:xfrm>
            <a:off x="15350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57" name=""/>
          <p:cNvSpPr/>
          <p:nvPr/>
        </p:nvSpPr>
        <p:spPr>
          <a:xfrm>
            <a:off x="15404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5f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58" name=""/>
          <p:cNvSpPr/>
          <p:nvPr/>
        </p:nvSpPr>
        <p:spPr>
          <a:xfrm>
            <a:off x="15458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59" name=""/>
          <p:cNvSpPr/>
          <p:nvPr/>
        </p:nvSpPr>
        <p:spPr>
          <a:xfrm>
            <a:off x="15508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0" name=""/>
          <p:cNvSpPr/>
          <p:nvPr/>
        </p:nvSpPr>
        <p:spPr>
          <a:xfrm>
            <a:off x="15562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1" name=""/>
          <p:cNvSpPr/>
          <p:nvPr/>
        </p:nvSpPr>
        <p:spPr>
          <a:xfrm>
            <a:off x="15616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2" name=""/>
          <p:cNvSpPr/>
          <p:nvPr/>
        </p:nvSpPr>
        <p:spPr>
          <a:xfrm>
            <a:off x="15670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3" name=""/>
          <p:cNvSpPr/>
          <p:nvPr/>
        </p:nvSpPr>
        <p:spPr>
          <a:xfrm>
            <a:off x="15721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4" name=""/>
          <p:cNvSpPr/>
          <p:nvPr/>
        </p:nvSpPr>
        <p:spPr>
          <a:xfrm>
            <a:off x="15775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5" name=""/>
          <p:cNvSpPr/>
          <p:nvPr/>
        </p:nvSpPr>
        <p:spPr>
          <a:xfrm>
            <a:off x="15829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3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6" name=""/>
          <p:cNvSpPr/>
          <p:nvPr/>
        </p:nvSpPr>
        <p:spPr>
          <a:xfrm>
            <a:off x="15879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7" name=""/>
          <p:cNvSpPr/>
          <p:nvPr/>
        </p:nvSpPr>
        <p:spPr>
          <a:xfrm>
            <a:off x="15933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8" name=""/>
          <p:cNvSpPr/>
          <p:nvPr/>
        </p:nvSpPr>
        <p:spPr>
          <a:xfrm>
            <a:off x="15987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69" name=""/>
          <p:cNvSpPr/>
          <p:nvPr/>
        </p:nvSpPr>
        <p:spPr>
          <a:xfrm>
            <a:off x="16038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6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0" name=""/>
          <p:cNvSpPr/>
          <p:nvPr/>
        </p:nvSpPr>
        <p:spPr>
          <a:xfrm>
            <a:off x="16092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1" name=""/>
          <p:cNvSpPr/>
          <p:nvPr/>
        </p:nvSpPr>
        <p:spPr>
          <a:xfrm>
            <a:off x="16146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2" name=""/>
          <p:cNvSpPr/>
          <p:nvPr/>
        </p:nvSpPr>
        <p:spPr>
          <a:xfrm>
            <a:off x="16200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3" name=""/>
          <p:cNvSpPr/>
          <p:nvPr/>
        </p:nvSpPr>
        <p:spPr>
          <a:xfrm>
            <a:off x="162504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4" name=""/>
          <p:cNvSpPr/>
          <p:nvPr/>
        </p:nvSpPr>
        <p:spPr>
          <a:xfrm>
            <a:off x="16304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5" name=""/>
          <p:cNvSpPr/>
          <p:nvPr/>
        </p:nvSpPr>
        <p:spPr>
          <a:xfrm>
            <a:off x="16358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b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6" name=""/>
          <p:cNvSpPr/>
          <p:nvPr/>
        </p:nvSpPr>
        <p:spPr>
          <a:xfrm>
            <a:off x="16408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7" name=""/>
          <p:cNvSpPr/>
          <p:nvPr/>
        </p:nvSpPr>
        <p:spPr>
          <a:xfrm>
            <a:off x="16462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8" name=""/>
          <p:cNvSpPr/>
          <p:nvPr/>
        </p:nvSpPr>
        <p:spPr>
          <a:xfrm>
            <a:off x="16516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79" name=""/>
          <p:cNvSpPr/>
          <p:nvPr/>
        </p:nvSpPr>
        <p:spPr>
          <a:xfrm>
            <a:off x="16567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0" name=""/>
          <p:cNvSpPr/>
          <p:nvPr/>
        </p:nvSpPr>
        <p:spPr>
          <a:xfrm>
            <a:off x="16621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1" name=""/>
          <p:cNvSpPr/>
          <p:nvPr/>
        </p:nvSpPr>
        <p:spPr>
          <a:xfrm>
            <a:off x="16675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2" name=""/>
          <p:cNvSpPr/>
          <p:nvPr/>
        </p:nvSpPr>
        <p:spPr>
          <a:xfrm>
            <a:off x="16729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3" name=""/>
          <p:cNvSpPr/>
          <p:nvPr/>
        </p:nvSpPr>
        <p:spPr>
          <a:xfrm>
            <a:off x="16779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4" name=""/>
          <p:cNvSpPr/>
          <p:nvPr/>
        </p:nvSpPr>
        <p:spPr>
          <a:xfrm>
            <a:off x="16833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5" name=""/>
          <p:cNvSpPr/>
          <p:nvPr/>
        </p:nvSpPr>
        <p:spPr>
          <a:xfrm>
            <a:off x="16887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5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6" name=""/>
          <p:cNvSpPr/>
          <p:nvPr/>
        </p:nvSpPr>
        <p:spPr>
          <a:xfrm>
            <a:off x="16938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7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7" name=""/>
          <p:cNvSpPr/>
          <p:nvPr/>
        </p:nvSpPr>
        <p:spPr>
          <a:xfrm>
            <a:off x="16992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8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8" name=""/>
          <p:cNvSpPr/>
          <p:nvPr/>
        </p:nvSpPr>
        <p:spPr>
          <a:xfrm>
            <a:off x="17046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89" name=""/>
          <p:cNvSpPr/>
          <p:nvPr/>
        </p:nvSpPr>
        <p:spPr>
          <a:xfrm>
            <a:off x="17096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a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0" name=""/>
          <p:cNvSpPr/>
          <p:nvPr/>
        </p:nvSpPr>
        <p:spPr>
          <a:xfrm>
            <a:off x="17150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1" name=""/>
          <p:cNvSpPr/>
          <p:nvPr/>
        </p:nvSpPr>
        <p:spPr>
          <a:xfrm>
            <a:off x="17204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2" name=""/>
          <p:cNvSpPr/>
          <p:nvPr/>
        </p:nvSpPr>
        <p:spPr>
          <a:xfrm>
            <a:off x="17258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3" name=""/>
          <p:cNvSpPr/>
          <p:nvPr/>
        </p:nvSpPr>
        <p:spPr>
          <a:xfrm>
            <a:off x="173088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f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4" name=""/>
          <p:cNvSpPr/>
          <p:nvPr/>
        </p:nvSpPr>
        <p:spPr>
          <a:xfrm>
            <a:off x="17362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5" name=""/>
          <p:cNvSpPr/>
          <p:nvPr/>
        </p:nvSpPr>
        <p:spPr>
          <a:xfrm>
            <a:off x="17416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6" name=""/>
          <p:cNvSpPr/>
          <p:nvPr/>
        </p:nvSpPr>
        <p:spPr>
          <a:xfrm>
            <a:off x="17467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7" name=""/>
          <p:cNvSpPr/>
          <p:nvPr/>
        </p:nvSpPr>
        <p:spPr>
          <a:xfrm>
            <a:off x="17521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8" name=""/>
          <p:cNvSpPr/>
          <p:nvPr/>
        </p:nvSpPr>
        <p:spPr>
          <a:xfrm>
            <a:off x="17575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599" name=""/>
          <p:cNvSpPr/>
          <p:nvPr/>
        </p:nvSpPr>
        <p:spPr>
          <a:xfrm>
            <a:off x="17625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7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0" name=""/>
          <p:cNvSpPr/>
          <p:nvPr/>
        </p:nvSpPr>
        <p:spPr>
          <a:xfrm>
            <a:off x="17679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1" name=""/>
          <p:cNvSpPr/>
          <p:nvPr/>
        </p:nvSpPr>
        <p:spPr>
          <a:xfrm>
            <a:off x="17733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a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2" name=""/>
          <p:cNvSpPr/>
          <p:nvPr/>
        </p:nvSpPr>
        <p:spPr>
          <a:xfrm>
            <a:off x="17787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3" name=""/>
          <p:cNvSpPr/>
          <p:nvPr/>
        </p:nvSpPr>
        <p:spPr>
          <a:xfrm>
            <a:off x="17838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d6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4" name=""/>
          <p:cNvSpPr/>
          <p:nvPr/>
        </p:nvSpPr>
        <p:spPr>
          <a:xfrm>
            <a:off x="17892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5" name=""/>
          <p:cNvSpPr/>
          <p:nvPr/>
        </p:nvSpPr>
        <p:spPr>
          <a:xfrm>
            <a:off x="17946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6" name=""/>
          <p:cNvSpPr/>
          <p:nvPr/>
        </p:nvSpPr>
        <p:spPr>
          <a:xfrm>
            <a:off x="17996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7" name=""/>
          <p:cNvSpPr/>
          <p:nvPr/>
        </p:nvSpPr>
        <p:spPr>
          <a:xfrm>
            <a:off x="18050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26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8" name=""/>
          <p:cNvSpPr/>
          <p:nvPr/>
        </p:nvSpPr>
        <p:spPr>
          <a:xfrm>
            <a:off x="18104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4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09" name=""/>
          <p:cNvSpPr/>
          <p:nvPr/>
        </p:nvSpPr>
        <p:spPr>
          <a:xfrm>
            <a:off x="18158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5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0" name=""/>
          <p:cNvSpPr/>
          <p:nvPr/>
        </p:nvSpPr>
        <p:spPr>
          <a:xfrm>
            <a:off x="18208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7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1" name=""/>
          <p:cNvSpPr/>
          <p:nvPr/>
        </p:nvSpPr>
        <p:spPr>
          <a:xfrm>
            <a:off x="18262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8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2" name=""/>
          <p:cNvSpPr/>
          <p:nvPr/>
        </p:nvSpPr>
        <p:spPr>
          <a:xfrm>
            <a:off x="18316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a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3" name=""/>
          <p:cNvSpPr/>
          <p:nvPr/>
        </p:nvSpPr>
        <p:spPr>
          <a:xfrm>
            <a:off x="183672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b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4" name=""/>
          <p:cNvSpPr/>
          <p:nvPr/>
        </p:nvSpPr>
        <p:spPr>
          <a:xfrm>
            <a:off x="18421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d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5" name=""/>
          <p:cNvSpPr/>
          <p:nvPr/>
        </p:nvSpPr>
        <p:spPr>
          <a:xfrm>
            <a:off x="18475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e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6" name=""/>
          <p:cNvSpPr/>
          <p:nvPr/>
        </p:nvSpPr>
        <p:spPr>
          <a:xfrm>
            <a:off x="18525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f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7" name=""/>
          <p:cNvSpPr/>
          <p:nvPr/>
        </p:nvSpPr>
        <p:spPr>
          <a:xfrm>
            <a:off x="18579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0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8" name=""/>
          <p:cNvSpPr/>
          <p:nvPr/>
        </p:nvSpPr>
        <p:spPr>
          <a:xfrm>
            <a:off x="18633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2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19" name=""/>
          <p:cNvSpPr/>
          <p:nvPr/>
        </p:nvSpPr>
        <p:spPr>
          <a:xfrm>
            <a:off x="18687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3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0" name=""/>
          <p:cNvSpPr/>
          <p:nvPr/>
        </p:nvSpPr>
        <p:spPr>
          <a:xfrm>
            <a:off x="18738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1" name=""/>
          <p:cNvSpPr/>
          <p:nvPr/>
        </p:nvSpPr>
        <p:spPr>
          <a:xfrm>
            <a:off x="18792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2" name=""/>
          <p:cNvSpPr/>
          <p:nvPr/>
        </p:nvSpPr>
        <p:spPr>
          <a:xfrm>
            <a:off x="18846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7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3" name=""/>
          <p:cNvSpPr/>
          <p:nvPr/>
        </p:nvSpPr>
        <p:spPr>
          <a:xfrm>
            <a:off x="18896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8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4" name=""/>
          <p:cNvSpPr/>
          <p:nvPr/>
        </p:nvSpPr>
        <p:spPr>
          <a:xfrm>
            <a:off x="18950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5" name=""/>
          <p:cNvSpPr/>
          <p:nvPr/>
        </p:nvSpPr>
        <p:spPr>
          <a:xfrm>
            <a:off x="19004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6" name=""/>
          <p:cNvSpPr/>
          <p:nvPr/>
        </p:nvSpPr>
        <p:spPr>
          <a:xfrm>
            <a:off x="19054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7" name=""/>
          <p:cNvSpPr/>
          <p:nvPr/>
        </p:nvSpPr>
        <p:spPr>
          <a:xfrm>
            <a:off x="19108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8" name=""/>
          <p:cNvSpPr/>
          <p:nvPr/>
        </p:nvSpPr>
        <p:spPr>
          <a:xfrm>
            <a:off x="19162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29" name=""/>
          <p:cNvSpPr/>
          <p:nvPr/>
        </p:nvSpPr>
        <p:spPr>
          <a:xfrm>
            <a:off x="19216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f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0" name=""/>
          <p:cNvSpPr/>
          <p:nvPr/>
        </p:nvSpPr>
        <p:spPr>
          <a:xfrm>
            <a:off x="19267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1" name=""/>
          <p:cNvSpPr/>
          <p:nvPr/>
        </p:nvSpPr>
        <p:spPr>
          <a:xfrm>
            <a:off x="19321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1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2" name=""/>
          <p:cNvSpPr/>
          <p:nvPr/>
        </p:nvSpPr>
        <p:spPr>
          <a:xfrm>
            <a:off x="19375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2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3" name=""/>
          <p:cNvSpPr/>
          <p:nvPr/>
        </p:nvSpPr>
        <p:spPr>
          <a:xfrm>
            <a:off x="194256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3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4" name=""/>
          <p:cNvSpPr/>
          <p:nvPr/>
        </p:nvSpPr>
        <p:spPr>
          <a:xfrm>
            <a:off x="19479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5" name=""/>
          <p:cNvSpPr/>
          <p:nvPr/>
        </p:nvSpPr>
        <p:spPr>
          <a:xfrm>
            <a:off x="19533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5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6" name=""/>
          <p:cNvSpPr/>
          <p:nvPr/>
        </p:nvSpPr>
        <p:spPr>
          <a:xfrm>
            <a:off x="19584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6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7" name=""/>
          <p:cNvSpPr/>
          <p:nvPr/>
        </p:nvSpPr>
        <p:spPr>
          <a:xfrm>
            <a:off x="19638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7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8" name=""/>
          <p:cNvSpPr/>
          <p:nvPr/>
        </p:nvSpPr>
        <p:spPr>
          <a:xfrm>
            <a:off x="19692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39" name=""/>
          <p:cNvSpPr/>
          <p:nvPr/>
        </p:nvSpPr>
        <p:spPr>
          <a:xfrm>
            <a:off x="19746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0" name=""/>
          <p:cNvSpPr/>
          <p:nvPr/>
        </p:nvSpPr>
        <p:spPr>
          <a:xfrm>
            <a:off x="19796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a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1" name=""/>
          <p:cNvSpPr/>
          <p:nvPr/>
        </p:nvSpPr>
        <p:spPr>
          <a:xfrm>
            <a:off x="19850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2" name=""/>
          <p:cNvSpPr/>
          <p:nvPr/>
        </p:nvSpPr>
        <p:spPr>
          <a:xfrm>
            <a:off x="19904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3" name=""/>
          <p:cNvSpPr/>
          <p:nvPr/>
        </p:nvSpPr>
        <p:spPr>
          <a:xfrm>
            <a:off x="19954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4" name=""/>
          <p:cNvSpPr/>
          <p:nvPr/>
        </p:nvSpPr>
        <p:spPr>
          <a:xfrm>
            <a:off x="20008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d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5" name=""/>
          <p:cNvSpPr/>
          <p:nvPr/>
        </p:nvSpPr>
        <p:spPr>
          <a:xfrm>
            <a:off x="20062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6" name=""/>
          <p:cNvSpPr/>
          <p:nvPr/>
        </p:nvSpPr>
        <p:spPr>
          <a:xfrm>
            <a:off x="20113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e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7" name=""/>
          <p:cNvSpPr/>
          <p:nvPr/>
        </p:nvSpPr>
        <p:spPr>
          <a:xfrm>
            <a:off x="20167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8" name=""/>
          <p:cNvSpPr/>
          <p:nvPr/>
        </p:nvSpPr>
        <p:spPr>
          <a:xfrm>
            <a:off x="20221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49" name=""/>
          <p:cNvSpPr/>
          <p:nvPr/>
        </p:nvSpPr>
        <p:spPr>
          <a:xfrm>
            <a:off x="20275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0" name=""/>
          <p:cNvSpPr/>
          <p:nvPr/>
        </p:nvSpPr>
        <p:spPr>
          <a:xfrm>
            <a:off x="20325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1" name=""/>
          <p:cNvSpPr/>
          <p:nvPr/>
        </p:nvSpPr>
        <p:spPr>
          <a:xfrm>
            <a:off x="20379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2" name=""/>
          <p:cNvSpPr/>
          <p:nvPr/>
        </p:nvSpPr>
        <p:spPr>
          <a:xfrm>
            <a:off x="20433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3" name=""/>
          <p:cNvSpPr/>
          <p:nvPr/>
        </p:nvSpPr>
        <p:spPr>
          <a:xfrm>
            <a:off x="204840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4" name=""/>
          <p:cNvSpPr/>
          <p:nvPr/>
        </p:nvSpPr>
        <p:spPr>
          <a:xfrm>
            <a:off x="20538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5" name=""/>
          <p:cNvSpPr/>
          <p:nvPr/>
        </p:nvSpPr>
        <p:spPr>
          <a:xfrm>
            <a:off x="20592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6" name=""/>
          <p:cNvSpPr/>
          <p:nvPr/>
        </p:nvSpPr>
        <p:spPr>
          <a:xfrm>
            <a:off x="20642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7" name=""/>
          <p:cNvSpPr/>
          <p:nvPr/>
        </p:nvSpPr>
        <p:spPr>
          <a:xfrm>
            <a:off x="20696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8" name=""/>
          <p:cNvSpPr/>
          <p:nvPr/>
        </p:nvSpPr>
        <p:spPr>
          <a:xfrm>
            <a:off x="20750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59" name=""/>
          <p:cNvSpPr/>
          <p:nvPr/>
        </p:nvSpPr>
        <p:spPr>
          <a:xfrm>
            <a:off x="20804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0" name=""/>
          <p:cNvSpPr/>
          <p:nvPr/>
        </p:nvSpPr>
        <p:spPr>
          <a:xfrm>
            <a:off x="20854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1" name=""/>
          <p:cNvSpPr/>
          <p:nvPr/>
        </p:nvSpPr>
        <p:spPr>
          <a:xfrm>
            <a:off x="20908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2" name=""/>
          <p:cNvSpPr/>
          <p:nvPr/>
        </p:nvSpPr>
        <p:spPr>
          <a:xfrm>
            <a:off x="20962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3" name=""/>
          <p:cNvSpPr/>
          <p:nvPr/>
        </p:nvSpPr>
        <p:spPr>
          <a:xfrm>
            <a:off x="21013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4" name=""/>
          <p:cNvSpPr/>
          <p:nvPr/>
        </p:nvSpPr>
        <p:spPr>
          <a:xfrm>
            <a:off x="2106720" y="34264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5" name=""/>
          <p:cNvSpPr/>
          <p:nvPr/>
        </p:nvSpPr>
        <p:spPr>
          <a:xfrm>
            <a:off x="21171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6" name=""/>
          <p:cNvSpPr/>
          <p:nvPr/>
        </p:nvSpPr>
        <p:spPr>
          <a:xfrm>
            <a:off x="21225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7" name=""/>
          <p:cNvSpPr/>
          <p:nvPr/>
        </p:nvSpPr>
        <p:spPr>
          <a:xfrm>
            <a:off x="2127960" y="34264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8" name=""/>
          <p:cNvSpPr/>
          <p:nvPr/>
        </p:nvSpPr>
        <p:spPr>
          <a:xfrm>
            <a:off x="21384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69" name=""/>
          <p:cNvSpPr/>
          <p:nvPr/>
        </p:nvSpPr>
        <p:spPr>
          <a:xfrm>
            <a:off x="21438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0" name=""/>
          <p:cNvSpPr/>
          <p:nvPr/>
        </p:nvSpPr>
        <p:spPr>
          <a:xfrm>
            <a:off x="2149200" y="34264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1" name=""/>
          <p:cNvSpPr/>
          <p:nvPr/>
        </p:nvSpPr>
        <p:spPr>
          <a:xfrm>
            <a:off x="2159640" y="3426480"/>
            <a:ext cx="21600" cy="1584000"/>
          </a:xfrm>
          <a:custGeom>
            <a:avLst/>
            <a:gdLst/>
            <a:ahLst/>
            <a:rect l="0" t="0" r="r" b="b"/>
            <a:pathLst>
              <a:path w="60" h="4400">
                <a:moveTo>
                  <a:pt x="0" y="4400"/>
                </a:moveTo>
                <a:lnTo>
                  <a:pt x="0" y="0"/>
                </a:lnTo>
                <a:lnTo>
                  <a:pt x="60" y="0"/>
                </a:lnTo>
                <a:lnTo>
                  <a:pt x="6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2" name=""/>
          <p:cNvSpPr/>
          <p:nvPr/>
        </p:nvSpPr>
        <p:spPr>
          <a:xfrm>
            <a:off x="21808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3" name=""/>
          <p:cNvSpPr/>
          <p:nvPr/>
        </p:nvSpPr>
        <p:spPr>
          <a:xfrm>
            <a:off x="21862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4" name=""/>
          <p:cNvSpPr/>
          <p:nvPr/>
        </p:nvSpPr>
        <p:spPr>
          <a:xfrm>
            <a:off x="2191320" y="3426480"/>
            <a:ext cx="11160" cy="1584000"/>
          </a:xfrm>
          <a:custGeom>
            <a:avLst/>
            <a:gdLst/>
            <a:ahLst/>
            <a:rect l="0" t="0" r="r" b="b"/>
            <a:pathLst>
              <a:path w="31" h="4400">
                <a:moveTo>
                  <a:pt x="0" y="4400"/>
                </a:moveTo>
                <a:lnTo>
                  <a:pt x="0" y="0"/>
                </a:lnTo>
                <a:lnTo>
                  <a:pt x="31" y="0"/>
                </a:lnTo>
                <a:lnTo>
                  <a:pt x="31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5" name=""/>
          <p:cNvSpPr/>
          <p:nvPr/>
        </p:nvSpPr>
        <p:spPr>
          <a:xfrm>
            <a:off x="2202120" y="3426480"/>
            <a:ext cx="21240" cy="1584000"/>
          </a:xfrm>
          <a:custGeom>
            <a:avLst/>
            <a:gdLst/>
            <a:ahLst/>
            <a:rect l="0" t="0" r="r" b="b"/>
            <a:pathLst>
              <a:path w="59" h="4400">
                <a:moveTo>
                  <a:pt x="0" y="4400"/>
                </a:moveTo>
                <a:lnTo>
                  <a:pt x="0" y="0"/>
                </a:lnTo>
                <a:lnTo>
                  <a:pt x="59" y="0"/>
                </a:lnTo>
                <a:lnTo>
                  <a:pt x="59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6" name=""/>
          <p:cNvSpPr/>
          <p:nvPr/>
        </p:nvSpPr>
        <p:spPr>
          <a:xfrm>
            <a:off x="2223000" y="3426480"/>
            <a:ext cx="21600" cy="1584000"/>
          </a:xfrm>
          <a:custGeom>
            <a:avLst/>
            <a:gdLst/>
            <a:ahLst/>
            <a:rect l="0" t="0" r="r" b="b"/>
            <a:pathLst>
              <a:path w="60" h="4400">
                <a:moveTo>
                  <a:pt x="0" y="4400"/>
                </a:moveTo>
                <a:lnTo>
                  <a:pt x="0" y="0"/>
                </a:lnTo>
                <a:lnTo>
                  <a:pt x="60" y="0"/>
                </a:lnTo>
                <a:lnTo>
                  <a:pt x="6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7" name=""/>
          <p:cNvSpPr/>
          <p:nvPr/>
        </p:nvSpPr>
        <p:spPr>
          <a:xfrm>
            <a:off x="22442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8" name=""/>
          <p:cNvSpPr/>
          <p:nvPr/>
        </p:nvSpPr>
        <p:spPr>
          <a:xfrm>
            <a:off x="22496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79" name=""/>
          <p:cNvSpPr/>
          <p:nvPr/>
        </p:nvSpPr>
        <p:spPr>
          <a:xfrm>
            <a:off x="22550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0" name=""/>
          <p:cNvSpPr/>
          <p:nvPr/>
        </p:nvSpPr>
        <p:spPr>
          <a:xfrm>
            <a:off x="226008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1" name=""/>
          <p:cNvSpPr/>
          <p:nvPr/>
        </p:nvSpPr>
        <p:spPr>
          <a:xfrm>
            <a:off x="22654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2" name=""/>
          <p:cNvSpPr/>
          <p:nvPr/>
        </p:nvSpPr>
        <p:spPr>
          <a:xfrm>
            <a:off x="22708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3" name=""/>
          <p:cNvSpPr/>
          <p:nvPr/>
        </p:nvSpPr>
        <p:spPr>
          <a:xfrm>
            <a:off x="22759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9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4" name=""/>
          <p:cNvSpPr/>
          <p:nvPr/>
        </p:nvSpPr>
        <p:spPr>
          <a:xfrm>
            <a:off x="22813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5" name=""/>
          <p:cNvSpPr/>
          <p:nvPr/>
        </p:nvSpPr>
        <p:spPr>
          <a:xfrm>
            <a:off x="2286720" y="34264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6" name=""/>
          <p:cNvSpPr/>
          <p:nvPr/>
        </p:nvSpPr>
        <p:spPr>
          <a:xfrm>
            <a:off x="22971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7" name=""/>
          <p:cNvSpPr/>
          <p:nvPr/>
        </p:nvSpPr>
        <p:spPr>
          <a:xfrm>
            <a:off x="23025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8" name=""/>
          <p:cNvSpPr/>
          <p:nvPr/>
        </p:nvSpPr>
        <p:spPr>
          <a:xfrm>
            <a:off x="23079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89" name=""/>
          <p:cNvSpPr/>
          <p:nvPr/>
        </p:nvSpPr>
        <p:spPr>
          <a:xfrm>
            <a:off x="23130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0" name=""/>
          <p:cNvSpPr/>
          <p:nvPr/>
        </p:nvSpPr>
        <p:spPr>
          <a:xfrm>
            <a:off x="23184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1" name=""/>
          <p:cNvSpPr/>
          <p:nvPr/>
        </p:nvSpPr>
        <p:spPr>
          <a:xfrm>
            <a:off x="23238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2" name=""/>
          <p:cNvSpPr/>
          <p:nvPr/>
        </p:nvSpPr>
        <p:spPr>
          <a:xfrm>
            <a:off x="23288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5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3" name=""/>
          <p:cNvSpPr/>
          <p:nvPr/>
        </p:nvSpPr>
        <p:spPr>
          <a:xfrm>
            <a:off x="23342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4" name=""/>
          <p:cNvSpPr/>
          <p:nvPr/>
        </p:nvSpPr>
        <p:spPr>
          <a:xfrm>
            <a:off x="23396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5" name=""/>
          <p:cNvSpPr/>
          <p:nvPr/>
        </p:nvSpPr>
        <p:spPr>
          <a:xfrm>
            <a:off x="23450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6" name=""/>
          <p:cNvSpPr/>
          <p:nvPr/>
        </p:nvSpPr>
        <p:spPr>
          <a:xfrm>
            <a:off x="23500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7" name=""/>
          <p:cNvSpPr/>
          <p:nvPr/>
        </p:nvSpPr>
        <p:spPr>
          <a:xfrm>
            <a:off x="23554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8" name=""/>
          <p:cNvSpPr/>
          <p:nvPr/>
        </p:nvSpPr>
        <p:spPr>
          <a:xfrm>
            <a:off x="23608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699" name=""/>
          <p:cNvSpPr/>
          <p:nvPr/>
        </p:nvSpPr>
        <p:spPr>
          <a:xfrm>
            <a:off x="236592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0" name=""/>
          <p:cNvSpPr/>
          <p:nvPr/>
        </p:nvSpPr>
        <p:spPr>
          <a:xfrm>
            <a:off x="23713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1" name=""/>
          <p:cNvSpPr/>
          <p:nvPr/>
        </p:nvSpPr>
        <p:spPr>
          <a:xfrm>
            <a:off x="23767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2" name=""/>
          <p:cNvSpPr/>
          <p:nvPr/>
        </p:nvSpPr>
        <p:spPr>
          <a:xfrm>
            <a:off x="23817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f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3" name=""/>
          <p:cNvSpPr/>
          <p:nvPr/>
        </p:nvSpPr>
        <p:spPr>
          <a:xfrm>
            <a:off x="23871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4" name=""/>
          <p:cNvSpPr/>
          <p:nvPr/>
        </p:nvSpPr>
        <p:spPr>
          <a:xfrm>
            <a:off x="23925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d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5" name=""/>
          <p:cNvSpPr/>
          <p:nvPr/>
        </p:nvSpPr>
        <p:spPr>
          <a:xfrm>
            <a:off x="23979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6" name=""/>
          <p:cNvSpPr/>
          <p:nvPr/>
        </p:nvSpPr>
        <p:spPr>
          <a:xfrm>
            <a:off x="24030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7" name=""/>
          <p:cNvSpPr/>
          <p:nvPr/>
        </p:nvSpPr>
        <p:spPr>
          <a:xfrm>
            <a:off x="24084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8" name=""/>
          <p:cNvSpPr/>
          <p:nvPr/>
        </p:nvSpPr>
        <p:spPr>
          <a:xfrm>
            <a:off x="24138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a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09" name=""/>
          <p:cNvSpPr/>
          <p:nvPr/>
        </p:nvSpPr>
        <p:spPr>
          <a:xfrm>
            <a:off x="24188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0" name=""/>
          <p:cNvSpPr/>
          <p:nvPr/>
        </p:nvSpPr>
        <p:spPr>
          <a:xfrm>
            <a:off x="24242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1" name=""/>
          <p:cNvSpPr/>
          <p:nvPr/>
        </p:nvSpPr>
        <p:spPr>
          <a:xfrm>
            <a:off x="24296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2" name=""/>
          <p:cNvSpPr/>
          <p:nvPr/>
        </p:nvSpPr>
        <p:spPr>
          <a:xfrm>
            <a:off x="24350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7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3" name=""/>
          <p:cNvSpPr/>
          <p:nvPr/>
        </p:nvSpPr>
        <p:spPr>
          <a:xfrm>
            <a:off x="24400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6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4" name=""/>
          <p:cNvSpPr/>
          <p:nvPr/>
        </p:nvSpPr>
        <p:spPr>
          <a:xfrm>
            <a:off x="24454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5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5" name=""/>
          <p:cNvSpPr/>
          <p:nvPr/>
        </p:nvSpPr>
        <p:spPr>
          <a:xfrm>
            <a:off x="24508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6" name=""/>
          <p:cNvSpPr/>
          <p:nvPr/>
        </p:nvSpPr>
        <p:spPr>
          <a:xfrm>
            <a:off x="24559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3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7" name=""/>
          <p:cNvSpPr/>
          <p:nvPr/>
        </p:nvSpPr>
        <p:spPr>
          <a:xfrm>
            <a:off x="24613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2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8" name=""/>
          <p:cNvSpPr/>
          <p:nvPr/>
        </p:nvSpPr>
        <p:spPr>
          <a:xfrm>
            <a:off x="24667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1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19" name=""/>
          <p:cNvSpPr/>
          <p:nvPr/>
        </p:nvSpPr>
        <p:spPr>
          <a:xfrm>
            <a:off x="247176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0" name=""/>
          <p:cNvSpPr/>
          <p:nvPr/>
        </p:nvSpPr>
        <p:spPr>
          <a:xfrm>
            <a:off x="24771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1" name=""/>
          <p:cNvSpPr/>
          <p:nvPr/>
        </p:nvSpPr>
        <p:spPr>
          <a:xfrm>
            <a:off x="24825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2" name=""/>
          <p:cNvSpPr/>
          <p:nvPr/>
        </p:nvSpPr>
        <p:spPr>
          <a:xfrm>
            <a:off x="24879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3" name=""/>
          <p:cNvSpPr/>
          <p:nvPr/>
        </p:nvSpPr>
        <p:spPr>
          <a:xfrm>
            <a:off x="24930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4" name=""/>
          <p:cNvSpPr/>
          <p:nvPr/>
        </p:nvSpPr>
        <p:spPr>
          <a:xfrm>
            <a:off x="24984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5" name=""/>
          <p:cNvSpPr/>
          <p:nvPr/>
        </p:nvSpPr>
        <p:spPr>
          <a:xfrm>
            <a:off x="25038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9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6" name=""/>
          <p:cNvSpPr/>
          <p:nvPr/>
        </p:nvSpPr>
        <p:spPr>
          <a:xfrm>
            <a:off x="25088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7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7" name=""/>
          <p:cNvSpPr/>
          <p:nvPr/>
        </p:nvSpPr>
        <p:spPr>
          <a:xfrm>
            <a:off x="25142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6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8" name=""/>
          <p:cNvSpPr/>
          <p:nvPr/>
        </p:nvSpPr>
        <p:spPr>
          <a:xfrm>
            <a:off x="25196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29" name=""/>
          <p:cNvSpPr/>
          <p:nvPr/>
        </p:nvSpPr>
        <p:spPr>
          <a:xfrm>
            <a:off x="25246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0" name=""/>
          <p:cNvSpPr/>
          <p:nvPr/>
        </p:nvSpPr>
        <p:spPr>
          <a:xfrm>
            <a:off x="25300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2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1" name=""/>
          <p:cNvSpPr/>
          <p:nvPr/>
        </p:nvSpPr>
        <p:spPr>
          <a:xfrm>
            <a:off x="25354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a1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2" name=""/>
          <p:cNvSpPr/>
          <p:nvPr/>
        </p:nvSpPr>
        <p:spPr>
          <a:xfrm>
            <a:off x="25408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f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3" name=""/>
          <p:cNvSpPr/>
          <p:nvPr/>
        </p:nvSpPr>
        <p:spPr>
          <a:xfrm>
            <a:off x="25459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e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4" name=""/>
          <p:cNvSpPr/>
          <p:nvPr/>
        </p:nvSpPr>
        <p:spPr>
          <a:xfrm>
            <a:off x="25513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d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5" name=""/>
          <p:cNvSpPr/>
          <p:nvPr/>
        </p:nvSpPr>
        <p:spPr>
          <a:xfrm>
            <a:off x="25567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c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6" name=""/>
          <p:cNvSpPr/>
          <p:nvPr/>
        </p:nvSpPr>
        <p:spPr>
          <a:xfrm>
            <a:off x="25617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a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7" name=""/>
          <p:cNvSpPr/>
          <p:nvPr/>
        </p:nvSpPr>
        <p:spPr>
          <a:xfrm>
            <a:off x="25671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9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8" name=""/>
          <p:cNvSpPr/>
          <p:nvPr/>
        </p:nvSpPr>
        <p:spPr>
          <a:xfrm>
            <a:off x="25725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7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39" name=""/>
          <p:cNvSpPr/>
          <p:nvPr/>
        </p:nvSpPr>
        <p:spPr>
          <a:xfrm>
            <a:off x="257760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6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0" name=""/>
          <p:cNvSpPr/>
          <p:nvPr/>
        </p:nvSpPr>
        <p:spPr>
          <a:xfrm>
            <a:off x="25830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4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1" name=""/>
          <p:cNvSpPr/>
          <p:nvPr/>
        </p:nvSpPr>
        <p:spPr>
          <a:xfrm>
            <a:off x="25884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3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2" name=""/>
          <p:cNvSpPr/>
          <p:nvPr/>
        </p:nvSpPr>
        <p:spPr>
          <a:xfrm>
            <a:off x="25938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3" name=""/>
          <p:cNvSpPr/>
          <p:nvPr/>
        </p:nvSpPr>
        <p:spPr>
          <a:xfrm>
            <a:off x="25988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4" name=""/>
          <p:cNvSpPr/>
          <p:nvPr/>
        </p:nvSpPr>
        <p:spPr>
          <a:xfrm>
            <a:off x="26042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5" name=""/>
          <p:cNvSpPr/>
          <p:nvPr/>
        </p:nvSpPr>
        <p:spPr>
          <a:xfrm>
            <a:off x="26096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e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6" name=""/>
          <p:cNvSpPr/>
          <p:nvPr/>
        </p:nvSpPr>
        <p:spPr>
          <a:xfrm>
            <a:off x="26146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7" name=""/>
          <p:cNvSpPr/>
          <p:nvPr/>
        </p:nvSpPr>
        <p:spPr>
          <a:xfrm>
            <a:off x="26200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b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8" name=""/>
          <p:cNvSpPr/>
          <p:nvPr/>
        </p:nvSpPr>
        <p:spPr>
          <a:xfrm>
            <a:off x="26254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49" name=""/>
          <p:cNvSpPr/>
          <p:nvPr/>
        </p:nvSpPr>
        <p:spPr>
          <a:xfrm>
            <a:off x="26305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8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0" name=""/>
          <p:cNvSpPr/>
          <p:nvPr/>
        </p:nvSpPr>
        <p:spPr>
          <a:xfrm>
            <a:off x="26359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1" name=""/>
          <p:cNvSpPr/>
          <p:nvPr/>
        </p:nvSpPr>
        <p:spPr>
          <a:xfrm>
            <a:off x="26413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2" name=""/>
          <p:cNvSpPr/>
          <p:nvPr/>
        </p:nvSpPr>
        <p:spPr>
          <a:xfrm>
            <a:off x="26467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3" name=""/>
          <p:cNvSpPr/>
          <p:nvPr/>
        </p:nvSpPr>
        <p:spPr>
          <a:xfrm>
            <a:off x="26517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4" name=""/>
          <p:cNvSpPr/>
          <p:nvPr/>
        </p:nvSpPr>
        <p:spPr>
          <a:xfrm>
            <a:off x="26571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5" name=""/>
          <p:cNvSpPr/>
          <p:nvPr/>
        </p:nvSpPr>
        <p:spPr>
          <a:xfrm>
            <a:off x="26625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80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6" name=""/>
          <p:cNvSpPr/>
          <p:nvPr/>
        </p:nvSpPr>
        <p:spPr>
          <a:xfrm>
            <a:off x="26676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7" name=""/>
          <p:cNvSpPr/>
          <p:nvPr/>
        </p:nvSpPr>
        <p:spPr>
          <a:xfrm>
            <a:off x="26730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8" name=""/>
          <p:cNvSpPr/>
          <p:nvPr/>
        </p:nvSpPr>
        <p:spPr>
          <a:xfrm>
            <a:off x="26784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59" name=""/>
          <p:cNvSpPr/>
          <p:nvPr/>
        </p:nvSpPr>
        <p:spPr>
          <a:xfrm>
            <a:off x="268344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b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0" name=""/>
          <p:cNvSpPr/>
          <p:nvPr/>
        </p:nvSpPr>
        <p:spPr>
          <a:xfrm>
            <a:off x="26888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1" name=""/>
          <p:cNvSpPr/>
          <p:nvPr/>
        </p:nvSpPr>
        <p:spPr>
          <a:xfrm>
            <a:off x="26942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8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2" name=""/>
          <p:cNvSpPr/>
          <p:nvPr/>
        </p:nvSpPr>
        <p:spPr>
          <a:xfrm>
            <a:off x="26996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7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3" name=""/>
          <p:cNvSpPr/>
          <p:nvPr/>
        </p:nvSpPr>
        <p:spPr>
          <a:xfrm>
            <a:off x="27046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6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4" name=""/>
          <p:cNvSpPr/>
          <p:nvPr/>
        </p:nvSpPr>
        <p:spPr>
          <a:xfrm>
            <a:off x="27100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5" name=""/>
          <p:cNvSpPr/>
          <p:nvPr/>
        </p:nvSpPr>
        <p:spPr>
          <a:xfrm>
            <a:off x="27154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6" name=""/>
          <p:cNvSpPr/>
          <p:nvPr/>
        </p:nvSpPr>
        <p:spPr>
          <a:xfrm>
            <a:off x="27205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7" name=""/>
          <p:cNvSpPr/>
          <p:nvPr/>
        </p:nvSpPr>
        <p:spPr>
          <a:xfrm>
            <a:off x="27259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8" name=""/>
          <p:cNvSpPr/>
          <p:nvPr/>
        </p:nvSpPr>
        <p:spPr>
          <a:xfrm>
            <a:off x="27313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69" name=""/>
          <p:cNvSpPr/>
          <p:nvPr/>
        </p:nvSpPr>
        <p:spPr>
          <a:xfrm>
            <a:off x="27363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0" name=""/>
          <p:cNvSpPr/>
          <p:nvPr/>
        </p:nvSpPr>
        <p:spPr>
          <a:xfrm>
            <a:off x="27417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1" name=""/>
          <p:cNvSpPr/>
          <p:nvPr/>
        </p:nvSpPr>
        <p:spPr>
          <a:xfrm>
            <a:off x="27471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2" name=""/>
          <p:cNvSpPr/>
          <p:nvPr/>
        </p:nvSpPr>
        <p:spPr>
          <a:xfrm>
            <a:off x="27525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3" name=""/>
          <p:cNvSpPr/>
          <p:nvPr/>
        </p:nvSpPr>
        <p:spPr>
          <a:xfrm>
            <a:off x="27576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4" name=""/>
          <p:cNvSpPr/>
          <p:nvPr/>
        </p:nvSpPr>
        <p:spPr>
          <a:xfrm>
            <a:off x="27630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b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5" name=""/>
          <p:cNvSpPr/>
          <p:nvPr/>
        </p:nvSpPr>
        <p:spPr>
          <a:xfrm>
            <a:off x="27684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6" name=""/>
          <p:cNvSpPr/>
          <p:nvPr/>
        </p:nvSpPr>
        <p:spPr>
          <a:xfrm>
            <a:off x="27734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7" name=""/>
          <p:cNvSpPr/>
          <p:nvPr/>
        </p:nvSpPr>
        <p:spPr>
          <a:xfrm>
            <a:off x="27788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8" name=""/>
          <p:cNvSpPr/>
          <p:nvPr/>
        </p:nvSpPr>
        <p:spPr>
          <a:xfrm>
            <a:off x="278424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79" name=""/>
          <p:cNvSpPr/>
          <p:nvPr/>
        </p:nvSpPr>
        <p:spPr>
          <a:xfrm>
            <a:off x="2789280" y="34264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0" name=""/>
          <p:cNvSpPr/>
          <p:nvPr/>
        </p:nvSpPr>
        <p:spPr>
          <a:xfrm>
            <a:off x="27946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1" name=""/>
          <p:cNvSpPr/>
          <p:nvPr/>
        </p:nvSpPr>
        <p:spPr>
          <a:xfrm>
            <a:off x="280008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2" name=""/>
          <p:cNvSpPr/>
          <p:nvPr/>
        </p:nvSpPr>
        <p:spPr>
          <a:xfrm>
            <a:off x="280548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3" name=""/>
          <p:cNvSpPr/>
          <p:nvPr/>
        </p:nvSpPr>
        <p:spPr>
          <a:xfrm>
            <a:off x="28105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4" name=""/>
          <p:cNvSpPr/>
          <p:nvPr/>
        </p:nvSpPr>
        <p:spPr>
          <a:xfrm>
            <a:off x="281592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5" name=""/>
          <p:cNvSpPr/>
          <p:nvPr/>
        </p:nvSpPr>
        <p:spPr>
          <a:xfrm>
            <a:off x="282132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6" name=""/>
          <p:cNvSpPr/>
          <p:nvPr/>
        </p:nvSpPr>
        <p:spPr>
          <a:xfrm>
            <a:off x="28263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7" name=""/>
          <p:cNvSpPr/>
          <p:nvPr/>
        </p:nvSpPr>
        <p:spPr>
          <a:xfrm>
            <a:off x="283176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8" name=""/>
          <p:cNvSpPr/>
          <p:nvPr/>
        </p:nvSpPr>
        <p:spPr>
          <a:xfrm>
            <a:off x="283716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89" name=""/>
          <p:cNvSpPr/>
          <p:nvPr/>
        </p:nvSpPr>
        <p:spPr>
          <a:xfrm>
            <a:off x="28422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90" name=""/>
          <p:cNvSpPr/>
          <p:nvPr/>
        </p:nvSpPr>
        <p:spPr>
          <a:xfrm>
            <a:off x="28476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91" name=""/>
          <p:cNvSpPr/>
          <p:nvPr/>
        </p:nvSpPr>
        <p:spPr>
          <a:xfrm>
            <a:off x="285300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92" name=""/>
          <p:cNvSpPr/>
          <p:nvPr/>
        </p:nvSpPr>
        <p:spPr>
          <a:xfrm>
            <a:off x="2858400" y="34264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93" name=""/>
          <p:cNvSpPr/>
          <p:nvPr/>
        </p:nvSpPr>
        <p:spPr>
          <a:xfrm>
            <a:off x="2863440" y="34264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94" name=""/>
          <p:cNvSpPr/>
          <p:nvPr/>
        </p:nvSpPr>
        <p:spPr>
          <a:xfrm>
            <a:off x="2868840" y="34264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95" name=""/>
          <p:cNvSpPr/>
          <p:nvPr/>
        </p:nvSpPr>
        <p:spPr>
          <a:xfrm>
            <a:off x="1524600" y="3426480"/>
            <a:ext cx="1355040" cy="1584000"/>
          </a:xfrm>
          <a:custGeom>
            <a:avLst/>
            <a:gdLst/>
            <a:ahLst/>
            <a:rect l="0" t="0" r="r" b="b"/>
            <a:pathLst>
              <a:path w="3764" h="4400">
                <a:moveTo>
                  <a:pt x="0" y="4400"/>
                </a:moveTo>
                <a:lnTo>
                  <a:pt x="3764" y="4400"/>
                </a:lnTo>
                <a:lnTo>
                  <a:pt x="3764" y="0"/>
                </a:lnTo>
                <a:lnTo>
                  <a:pt x="0" y="0"/>
                </a:lnTo>
                <a:lnTo>
                  <a:pt x="0" y="440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4796" name=""/>
          <p:cNvSpPr/>
          <p:nvPr/>
        </p:nvSpPr>
        <p:spPr>
          <a:xfrm>
            <a:off x="15246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97" name=""/>
          <p:cNvSpPr/>
          <p:nvPr/>
        </p:nvSpPr>
        <p:spPr>
          <a:xfrm>
            <a:off x="15300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98" name=""/>
          <p:cNvSpPr/>
          <p:nvPr/>
        </p:nvSpPr>
        <p:spPr>
          <a:xfrm>
            <a:off x="15350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799" name=""/>
          <p:cNvSpPr/>
          <p:nvPr/>
        </p:nvSpPr>
        <p:spPr>
          <a:xfrm>
            <a:off x="15404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0" name=""/>
          <p:cNvSpPr/>
          <p:nvPr/>
        </p:nvSpPr>
        <p:spPr>
          <a:xfrm>
            <a:off x="15458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1" name=""/>
          <p:cNvSpPr/>
          <p:nvPr/>
        </p:nvSpPr>
        <p:spPr>
          <a:xfrm>
            <a:off x="15508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2" name=""/>
          <p:cNvSpPr/>
          <p:nvPr/>
        </p:nvSpPr>
        <p:spPr>
          <a:xfrm>
            <a:off x="15562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3" name=""/>
          <p:cNvSpPr/>
          <p:nvPr/>
        </p:nvSpPr>
        <p:spPr>
          <a:xfrm>
            <a:off x="15616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4" name=""/>
          <p:cNvSpPr/>
          <p:nvPr/>
        </p:nvSpPr>
        <p:spPr>
          <a:xfrm>
            <a:off x="15670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5" name=""/>
          <p:cNvSpPr/>
          <p:nvPr/>
        </p:nvSpPr>
        <p:spPr>
          <a:xfrm>
            <a:off x="15721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6" name=""/>
          <p:cNvSpPr/>
          <p:nvPr/>
        </p:nvSpPr>
        <p:spPr>
          <a:xfrm>
            <a:off x="15775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7" name=""/>
          <p:cNvSpPr/>
          <p:nvPr/>
        </p:nvSpPr>
        <p:spPr>
          <a:xfrm>
            <a:off x="15829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8" name=""/>
          <p:cNvSpPr/>
          <p:nvPr/>
        </p:nvSpPr>
        <p:spPr>
          <a:xfrm>
            <a:off x="15879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09" name=""/>
          <p:cNvSpPr/>
          <p:nvPr/>
        </p:nvSpPr>
        <p:spPr>
          <a:xfrm>
            <a:off x="15933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0" name=""/>
          <p:cNvSpPr/>
          <p:nvPr/>
        </p:nvSpPr>
        <p:spPr>
          <a:xfrm>
            <a:off x="15987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1" name=""/>
          <p:cNvSpPr/>
          <p:nvPr/>
        </p:nvSpPr>
        <p:spPr>
          <a:xfrm>
            <a:off x="16038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0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2" name=""/>
          <p:cNvSpPr/>
          <p:nvPr/>
        </p:nvSpPr>
        <p:spPr>
          <a:xfrm>
            <a:off x="16092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3" name=""/>
          <p:cNvSpPr/>
          <p:nvPr/>
        </p:nvSpPr>
        <p:spPr>
          <a:xfrm>
            <a:off x="16146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4" name=""/>
          <p:cNvSpPr/>
          <p:nvPr/>
        </p:nvSpPr>
        <p:spPr>
          <a:xfrm>
            <a:off x="16200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5" name=""/>
          <p:cNvSpPr/>
          <p:nvPr/>
        </p:nvSpPr>
        <p:spPr>
          <a:xfrm>
            <a:off x="162504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6" name=""/>
          <p:cNvSpPr/>
          <p:nvPr/>
        </p:nvSpPr>
        <p:spPr>
          <a:xfrm>
            <a:off x="16304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7" name=""/>
          <p:cNvSpPr/>
          <p:nvPr/>
        </p:nvSpPr>
        <p:spPr>
          <a:xfrm>
            <a:off x="16358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6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8" name=""/>
          <p:cNvSpPr/>
          <p:nvPr/>
        </p:nvSpPr>
        <p:spPr>
          <a:xfrm>
            <a:off x="16408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19" name=""/>
          <p:cNvSpPr/>
          <p:nvPr/>
        </p:nvSpPr>
        <p:spPr>
          <a:xfrm>
            <a:off x="16462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0" name=""/>
          <p:cNvSpPr/>
          <p:nvPr/>
        </p:nvSpPr>
        <p:spPr>
          <a:xfrm>
            <a:off x="16516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1" name=""/>
          <p:cNvSpPr/>
          <p:nvPr/>
        </p:nvSpPr>
        <p:spPr>
          <a:xfrm>
            <a:off x="16567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2" name=""/>
          <p:cNvSpPr/>
          <p:nvPr/>
        </p:nvSpPr>
        <p:spPr>
          <a:xfrm>
            <a:off x="16621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3" name=""/>
          <p:cNvSpPr/>
          <p:nvPr/>
        </p:nvSpPr>
        <p:spPr>
          <a:xfrm>
            <a:off x="16675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4" name=""/>
          <p:cNvSpPr/>
          <p:nvPr/>
        </p:nvSpPr>
        <p:spPr>
          <a:xfrm>
            <a:off x="16729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5" name=""/>
          <p:cNvSpPr/>
          <p:nvPr/>
        </p:nvSpPr>
        <p:spPr>
          <a:xfrm>
            <a:off x="16779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0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6" name=""/>
          <p:cNvSpPr/>
          <p:nvPr/>
        </p:nvSpPr>
        <p:spPr>
          <a:xfrm>
            <a:off x="16833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7" name=""/>
          <p:cNvSpPr/>
          <p:nvPr/>
        </p:nvSpPr>
        <p:spPr>
          <a:xfrm>
            <a:off x="16887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3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8" name=""/>
          <p:cNvSpPr/>
          <p:nvPr/>
        </p:nvSpPr>
        <p:spPr>
          <a:xfrm>
            <a:off x="16938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29" name=""/>
          <p:cNvSpPr/>
          <p:nvPr/>
        </p:nvSpPr>
        <p:spPr>
          <a:xfrm>
            <a:off x="16992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6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0" name=""/>
          <p:cNvSpPr/>
          <p:nvPr/>
        </p:nvSpPr>
        <p:spPr>
          <a:xfrm>
            <a:off x="17046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1" name=""/>
          <p:cNvSpPr/>
          <p:nvPr/>
        </p:nvSpPr>
        <p:spPr>
          <a:xfrm>
            <a:off x="17096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9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2" name=""/>
          <p:cNvSpPr/>
          <p:nvPr/>
        </p:nvSpPr>
        <p:spPr>
          <a:xfrm>
            <a:off x="17150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3" name=""/>
          <p:cNvSpPr/>
          <p:nvPr/>
        </p:nvSpPr>
        <p:spPr>
          <a:xfrm>
            <a:off x="17204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c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4" name=""/>
          <p:cNvSpPr/>
          <p:nvPr/>
        </p:nvSpPr>
        <p:spPr>
          <a:xfrm>
            <a:off x="17258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5" name=""/>
          <p:cNvSpPr/>
          <p:nvPr/>
        </p:nvSpPr>
        <p:spPr>
          <a:xfrm>
            <a:off x="173088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f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6" name=""/>
          <p:cNvSpPr/>
          <p:nvPr/>
        </p:nvSpPr>
        <p:spPr>
          <a:xfrm>
            <a:off x="17362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7" name=""/>
          <p:cNvSpPr/>
          <p:nvPr/>
        </p:nvSpPr>
        <p:spPr>
          <a:xfrm>
            <a:off x="17416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8" name=""/>
          <p:cNvSpPr/>
          <p:nvPr/>
        </p:nvSpPr>
        <p:spPr>
          <a:xfrm>
            <a:off x="17467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39" name=""/>
          <p:cNvSpPr/>
          <p:nvPr/>
        </p:nvSpPr>
        <p:spPr>
          <a:xfrm>
            <a:off x="17521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6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0" name=""/>
          <p:cNvSpPr/>
          <p:nvPr/>
        </p:nvSpPr>
        <p:spPr>
          <a:xfrm>
            <a:off x="17575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1" name=""/>
          <p:cNvSpPr/>
          <p:nvPr/>
        </p:nvSpPr>
        <p:spPr>
          <a:xfrm>
            <a:off x="17625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9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2" name=""/>
          <p:cNvSpPr/>
          <p:nvPr/>
        </p:nvSpPr>
        <p:spPr>
          <a:xfrm>
            <a:off x="17679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b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3" name=""/>
          <p:cNvSpPr/>
          <p:nvPr/>
        </p:nvSpPr>
        <p:spPr>
          <a:xfrm>
            <a:off x="17733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d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4" name=""/>
          <p:cNvSpPr/>
          <p:nvPr/>
        </p:nvSpPr>
        <p:spPr>
          <a:xfrm>
            <a:off x="17787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5" name=""/>
          <p:cNvSpPr/>
          <p:nvPr/>
        </p:nvSpPr>
        <p:spPr>
          <a:xfrm>
            <a:off x="17838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0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6" name=""/>
          <p:cNvSpPr/>
          <p:nvPr/>
        </p:nvSpPr>
        <p:spPr>
          <a:xfrm>
            <a:off x="17892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2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7" name=""/>
          <p:cNvSpPr/>
          <p:nvPr/>
        </p:nvSpPr>
        <p:spPr>
          <a:xfrm>
            <a:off x="17946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4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8" name=""/>
          <p:cNvSpPr/>
          <p:nvPr/>
        </p:nvSpPr>
        <p:spPr>
          <a:xfrm>
            <a:off x="17996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49" name=""/>
          <p:cNvSpPr/>
          <p:nvPr/>
        </p:nvSpPr>
        <p:spPr>
          <a:xfrm>
            <a:off x="18050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7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0" name=""/>
          <p:cNvSpPr/>
          <p:nvPr/>
        </p:nvSpPr>
        <p:spPr>
          <a:xfrm>
            <a:off x="18104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9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1" name=""/>
          <p:cNvSpPr/>
          <p:nvPr/>
        </p:nvSpPr>
        <p:spPr>
          <a:xfrm>
            <a:off x="18158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b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2" name=""/>
          <p:cNvSpPr/>
          <p:nvPr/>
        </p:nvSpPr>
        <p:spPr>
          <a:xfrm>
            <a:off x="18208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3" name=""/>
          <p:cNvSpPr/>
          <p:nvPr/>
        </p:nvSpPr>
        <p:spPr>
          <a:xfrm>
            <a:off x="18262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e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4" name=""/>
          <p:cNvSpPr/>
          <p:nvPr/>
        </p:nvSpPr>
        <p:spPr>
          <a:xfrm>
            <a:off x="18316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0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5" name=""/>
          <p:cNvSpPr/>
          <p:nvPr/>
        </p:nvSpPr>
        <p:spPr>
          <a:xfrm>
            <a:off x="183672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2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6" name=""/>
          <p:cNvSpPr/>
          <p:nvPr/>
        </p:nvSpPr>
        <p:spPr>
          <a:xfrm>
            <a:off x="18421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7" name=""/>
          <p:cNvSpPr/>
          <p:nvPr/>
        </p:nvSpPr>
        <p:spPr>
          <a:xfrm>
            <a:off x="18475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5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8" name=""/>
          <p:cNvSpPr/>
          <p:nvPr/>
        </p:nvSpPr>
        <p:spPr>
          <a:xfrm>
            <a:off x="18525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59" name=""/>
          <p:cNvSpPr/>
          <p:nvPr/>
        </p:nvSpPr>
        <p:spPr>
          <a:xfrm>
            <a:off x="18579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0" name=""/>
          <p:cNvSpPr/>
          <p:nvPr/>
        </p:nvSpPr>
        <p:spPr>
          <a:xfrm>
            <a:off x="18633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1" name=""/>
          <p:cNvSpPr/>
          <p:nvPr/>
        </p:nvSpPr>
        <p:spPr>
          <a:xfrm>
            <a:off x="18687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c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2" name=""/>
          <p:cNvSpPr/>
          <p:nvPr/>
        </p:nvSpPr>
        <p:spPr>
          <a:xfrm>
            <a:off x="18738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3" name=""/>
          <p:cNvSpPr/>
          <p:nvPr/>
        </p:nvSpPr>
        <p:spPr>
          <a:xfrm>
            <a:off x="18792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f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4" name=""/>
          <p:cNvSpPr/>
          <p:nvPr/>
        </p:nvSpPr>
        <p:spPr>
          <a:xfrm>
            <a:off x="18846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5" name=""/>
          <p:cNvSpPr/>
          <p:nvPr/>
        </p:nvSpPr>
        <p:spPr>
          <a:xfrm>
            <a:off x="18896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6" name=""/>
          <p:cNvSpPr/>
          <p:nvPr/>
        </p:nvSpPr>
        <p:spPr>
          <a:xfrm>
            <a:off x="18950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7" name=""/>
          <p:cNvSpPr/>
          <p:nvPr/>
        </p:nvSpPr>
        <p:spPr>
          <a:xfrm>
            <a:off x="19004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5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8" name=""/>
          <p:cNvSpPr/>
          <p:nvPr/>
        </p:nvSpPr>
        <p:spPr>
          <a:xfrm>
            <a:off x="19054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69" name=""/>
          <p:cNvSpPr/>
          <p:nvPr/>
        </p:nvSpPr>
        <p:spPr>
          <a:xfrm>
            <a:off x="19108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8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0" name=""/>
          <p:cNvSpPr/>
          <p:nvPr/>
        </p:nvSpPr>
        <p:spPr>
          <a:xfrm>
            <a:off x="19162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1" name=""/>
          <p:cNvSpPr/>
          <p:nvPr/>
        </p:nvSpPr>
        <p:spPr>
          <a:xfrm>
            <a:off x="19216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b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2" name=""/>
          <p:cNvSpPr/>
          <p:nvPr/>
        </p:nvSpPr>
        <p:spPr>
          <a:xfrm>
            <a:off x="19267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3" name=""/>
          <p:cNvSpPr/>
          <p:nvPr/>
        </p:nvSpPr>
        <p:spPr>
          <a:xfrm>
            <a:off x="19321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4" name=""/>
          <p:cNvSpPr/>
          <p:nvPr/>
        </p:nvSpPr>
        <p:spPr>
          <a:xfrm>
            <a:off x="19375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5" name=""/>
          <p:cNvSpPr/>
          <p:nvPr/>
        </p:nvSpPr>
        <p:spPr>
          <a:xfrm>
            <a:off x="194256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0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6" name=""/>
          <p:cNvSpPr/>
          <p:nvPr/>
        </p:nvSpPr>
        <p:spPr>
          <a:xfrm>
            <a:off x="19479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7" name=""/>
          <p:cNvSpPr/>
          <p:nvPr/>
        </p:nvSpPr>
        <p:spPr>
          <a:xfrm>
            <a:off x="19533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8" name=""/>
          <p:cNvSpPr/>
          <p:nvPr/>
        </p:nvSpPr>
        <p:spPr>
          <a:xfrm>
            <a:off x="19584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79" name=""/>
          <p:cNvSpPr/>
          <p:nvPr/>
        </p:nvSpPr>
        <p:spPr>
          <a:xfrm>
            <a:off x="19638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5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0" name=""/>
          <p:cNvSpPr/>
          <p:nvPr/>
        </p:nvSpPr>
        <p:spPr>
          <a:xfrm>
            <a:off x="19692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1" name=""/>
          <p:cNvSpPr/>
          <p:nvPr/>
        </p:nvSpPr>
        <p:spPr>
          <a:xfrm>
            <a:off x="19746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2" name=""/>
          <p:cNvSpPr/>
          <p:nvPr/>
        </p:nvSpPr>
        <p:spPr>
          <a:xfrm>
            <a:off x="19796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3" name=""/>
          <p:cNvSpPr/>
          <p:nvPr/>
        </p:nvSpPr>
        <p:spPr>
          <a:xfrm>
            <a:off x="19850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4" name=""/>
          <p:cNvSpPr/>
          <p:nvPr/>
        </p:nvSpPr>
        <p:spPr>
          <a:xfrm>
            <a:off x="19904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5" name=""/>
          <p:cNvSpPr/>
          <p:nvPr/>
        </p:nvSpPr>
        <p:spPr>
          <a:xfrm>
            <a:off x="19954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6" name=""/>
          <p:cNvSpPr/>
          <p:nvPr/>
        </p:nvSpPr>
        <p:spPr>
          <a:xfrm>
            <a:off x="20008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7" name=""/>
          <p:cNvSpPr/>
          <p:nvPr/>
        </p:nvSpPr>
        <p:spPr>
          <a:xfrm>
            <a:off x="20062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8" name=""/>
          <p:cNvSpPr/>
          <p:nvPr/>
        </p:nvSpPr>
        <p:spPr>
          <a:xfrm>
            <a:off x="20113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89" name=""/>
          <p:cNvSpPr/>
          <p:nvPr/>
        </p:nvSpPr>
        <p:spPr>
          <a:xfrm>
            <a:off x="20167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0" name=""/>
          <p:cNvSpPr/>
          <p:nvPr/>
        </p:nvSpPr>
        <p:spPr>
          <a:xfrm>
            <a:off x="20221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1" name=""/>
          <p:cNvSpPr/>
          <p:nvPr/>
        </p:nvSpPr>
        <p:spPr>
          <a:xfrm>
            <a:off x="20275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2" name=""/>
          <p:cNvSpPr/>
          <p:nvPr/>
        </p:nvSpPr>
        <p:spPr>
          <a:xfrm>
            <a:off x="20325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3" name=""/>
          <p:cNvSpPr/>
          <p:nvPr/>
        </p:nvSpPr>
        <p:spPr>
          <a:xfrm>
            <a:off x="20379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4" name=""/>
          <p:cNvSpPr/>
          <p:nvPr/>
        </p:nvSpPr>
        <p:spPr>
          <a:xfrm>
            <a:off x="20433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5" name=""/>
          <p:cNvSpPr/>
          <p:nvPr/>
        </p:nvSpPr>
        <p:spPr>
          <a:xfrm>
            <a:off x="204840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6" name=""/>
          <p:cNvSpPr/>
          <p:nvPr/>
        </p:nvSpPr>
        <p:spPr>
          <a:xfrm>
            <a:off x="20538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7" name=""/>
          <p:cNvSpPr/>
          <p:nvPr/>
        </p:nvSpPr>
        <p:spPr>
          <a:xfrm>
            <a:off x="20592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8" name=""/>
          <p:cNvSpPr/>
          <p:nvPr/>
        </p:nvSpPr>
        <p:spPr>
          <a:xfrm>
            <a:off x="20642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899" name=""/>
          <p:cNvSpPr/>
          <p:nvPr/>
        </p:nvSpPr>
        <p:spPr>
          <a:xfrm>
            <a:off x="20696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0" name=""/>
          <p:cNvSpPr/>
          <p:nvPr/>
        </p:nvSpPr>
        <p:spPr>
          <a:xfrm>
            <a:off x="20750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1" name=""/>
          <p:cNvSpPr/>
          <p:nvPr/>
        </p:nvSpPr>
        <p:spPr>
          <a:xfrm>
            <a:off x="20804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2" name=""/>
          <p:cNvSpPr/>
          <p:nvPr/>
        </p:nvSpPr>
        <p:spPr>
          <a:xfrm>
            <a:off x="2085480" y="3190320"/>
            <a:ext cx="11160" cy="1489320"/>
          </a:xfrm>
          <a:custGeom>
            <a:avLst/>
            <a:gdLst/>
            <a:ahLst/>
            <a:rect l="0" t="0" r="r" b="b"/>
            <a:pathLst>
              <a:path w="31" h="4137">
                <a:moveTo>
                  <a:pt x="0" y="4137"/>
                </a:moveTo>
                <a:lnTo>
                  <a:pt x="0" y="0"/>
                </a:lnTo>
                <a:lnTo>
                  <a:pt x="31" y="0"/>
                </a:lnTo>
                <a:lnTo>
                  <a:pt x="31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3" name=""/>
          <p:cNvSpPr/>
          <p:nvPr/>
        </p:nvSpPr>
        <p:spPr>
          <a:xfrm>
            <a:off x="2096280" y="3190320"/>
            <a:ext cx="10800" cy="1489320"/>
          </a:xfrm>
          <a:custGeom>
            <a:avLst/>
            <a:gdLst/>
            <a:ahLst/>
            <a:rect l="0" t="0" r="r" b="b"/>
            <a:pathLst>
              <a:path w="30" h="4137">
                <a:moveTo>
                  <a:pt x="0" y="4137"/>
                </a:moveTo>
                <a:lnTo>
                  <a:pt x="0" y="0"/>
                </a:lnTo>
                <a:lnTo>
                  <a:pt x="30" y="0"/>
                </a:lnTo>
                <a:lnTo>
                  <a:pt x="30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4" name=""/>
          <p:cNvSpPr/>
          <p:nvPr/>
        </p:nvSpPr>
        <p:spPr>
          <a:xfrm>
            <a:off x="21067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5" name=""/>
          <p:cNvSpPr/>
          <p:nvPr/>
        </p:nvSpPr>
        <p:spPr>
          <a:xfrm>
            <a:off x="21121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6" name=""/>
          <p:cNvSpPr/>
          <p:nvPr/>
        </p:nvSpPr>
        <p:spPr>
          <a:xfrm>
            <a:off x="2117160" y="3190320"/>
            <a:ext cx="11160" cy="1489320"/>
          </a:xfrm>
          <a:custGeom>
            <a:avLst/>
            <a:gdLst/>
            <a:ahLst/>
            <a:rect l="0" t="0" r="r" b="b"/>
            <a:pathLst>
              <a:path w="31" h="4137">
                <a:moveTo>
                  <a:pt x="0" y="4137"/>
                </a:moveTo>
                <a:lnTo>
                  <a:pt x="0" y="0"/>
                </a:lnTo>
                <a:lnTo>
                  <a:pt x="31" y="0"/>
                </a:lnTo>
                <a:lnTo>
                  <a:pt x="31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7" name=""/>
          <p:cNvSpPr/>
          <p:nvPr/>
        </p:nvSpPr>
        <p:spPr>
          <a:xfrm>
            <a:off x="21279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8" name=""/>
          <p:cNvSpPr/>
          <p:nvPr/>
        </p:nvSpPr>
        <p:spPr>
          <a:xfrm>
            <a:off x="21333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09" name=""/>
          <p:cNvSpPr/>
          <p:nvPr/>
        </p:nvSpPr>
        <p:spPr>
          <a:xfrm>
            <a:off x="2138400" y="3190320"/>
            <a:ext cx="11160" cy="1489320"/>
          </a:xfrm>
          <a:custGeom>
            <a:avLst/>
            <a:gdLst/>
            <a:ahLst/>
            <a:rect l="0" t="0" r="r" b="b"/>
            <a:pathLst>
              <a:path w="31" h="4137">
                <a:moveTo>
                  <a:pt x="0" y="4137"/>
                </a:moveTo>
                <a:lnTo>
                  <a:pt x="0" y="0"/>
                </a:lnTo>
                <a:lnTo>
                  <a:pt x="31" y="0"/>
                </a:lnTo>
                <a:lnTo>
                  <a:pt x="31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0" name=""/>
          <p:cNvSpPr/>
          <p:nvPr/>
        </p:nvSpPr>
        <p:spPr>
          <a:xfrm>
            <a:off x="21492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1" name=""/>
          <p:cNvSpPr/>
          <p:nvPr/>
        </p:nvSpPr>
        <p:spPr>
          <a:xfrm>
            <a:off x="215424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2" name=""/>
          <p:cNvSpPr/>
          <p:nvPr/>
        </p:nvSpPr>
        <p:spPr>
          <a:xfrm>
            <a:off x="21596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3" name=""/>
          <p:cNvSpPr/>
          <p:nvPr/>
        </p:nvSpPr>
        <p:spPr>
          <a:xfrm>
            <a:off x="21650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4" name=""/>
          <p:cNvSpPr/>
          <p:nvPr/>
        </p:nvSpPr>
        <p:spPr>
          <a:xfrm>
            <a:off x="2170080" y="3190320"/>
            <a:ext cx="11160" cy="1489320"/>
          </a:xfrm>
          <a:custGeom>
            <a:avLst/>
            <a:gdLst/>
            <a:ahLst/>
            <a:rect l="0" t="0" r="r" b="b"/>
            <a:pathLst>
              <a:path w="31" h="4137">
                <a:moveTo>
                  <a:pt x="0" y="4137"/>
                </a:moveTo>
                <a:lnTo>
                  <a:pt x="0" y="0"/>
                </a:lnTo>
                <a:lnTo>
                  <a:pt x="31" y="0"/>
                </a:lnTo>
                <a:lnTo>
                  <a:pt x="31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5" name=""/>
          <p:cNvSpPr/>
          <p:nvPr/>
        </p:nvSpPr>
        <p:spPr>
          <a:xfrm>
            <a:off x="21808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6" name=""/>
          <p:cNvSpPr/>
          <p:nvPr/>
        </p:nvSpPr>
        <p:spPr>
          <a:xfrm>
            <a:off x="21862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7" name=""/>
          <p:cNvSpPr/>
          <p:nvPr/>
        </p:nvSpPr>
        <p:spPr>
          <a:xfrm>
            <a:off x="2191320" y="3190320"/>
            <a:ext cx="11160" cy="1489320"/>
          </a:xfrm>
          <a:custGeom>
            <a:avLst/>
            <a:gdLst/>
            <a:ahLst/>
            <a:rect l="0" t="0" r="r" b="b"/>
            <a:pathLst>
              <a:path w="31" h="4137">
                <a:moveTo>
                  <a:pt x="0" y="4137"/>
                </a:moveTo>
                <a:lnTo>
                  <a:pt x="0" y="0"/>
                </a:lnTo>
                <a:lnTo>
                  <a:pt x="31" y="0"/>
                </a:lnTo>
                <a:lnTo>
                  <a:pt x="31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8" name=""/>
          <p:cNvSpPr/>
          <p:nvPr/>
        </p:nvSpPr>
        <p:spPr>
          <a:xfrm>
            <a:off x="2202120" y="3190320"/>
            <a:ext cx="10800" cy="1489320"/>
          </a:xfrm>
          <a:custGeom>
            <a:avLst/>
            <a:gdLst/>
            <a:ahLst/>
            <a:rect l="0" t="0" r="r" b="b"/>
            <a:pathLst>
              <a:path w="30" h="4137">
                <a:moveTo>
                  <a:pt x="0" y="4137"/>
                </a:moveTo>
                <a:lnTo>
                  <a:pt x="0" y="0"/>
                </a:lnTo>
                <a:lnTo>
                  <a:pt x="30" y="0"/>
                </a:lnTo>
                <a:lnTo>
                  <a:pt x="30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19" name=""/>
          <p:cNvSpPr/>
          <p:nvPr/>
        </p:nvSpPr>
        <p:spPr>
          <a:xfrm>
            <a:off x="22125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0" name=""/>
          <p:cNvSpPr/>
          <p:nvPr/>
        </p:nvSpPr>
        <p:spPr>
          <a:xfrm>
            <a:off x="22179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1" name=""/>
          <p:cNvSpPr/>
          <p:nvPr/>
        </p:nvSpPr>
        <p:spPr>
          <a:xfrm>
            <a:off x="2223000" y="3190320"/>
            <a:ext cx="11160" cy="1489320"/>
          </a:xfrm>
          <a:custGeom>
            <a:avLst/>
            <a:gdLst/>
            <a:ahLst/>
            <a:rect l="0" t="0" r="r" b="b"/>
            <a:pathLst>
              <a:path w="31" h="4137">
                <a:moveTo>
                  <a:pt x="0" y="4137"/>
                </a:moveTo>
                <a:lnTo>
                  <a:pt x="0" y="0"/>
                </a:lnTo>
                <a:lnTo>
                  <a:pt x="31" y="0"/>
                </a:lnTo>
                <a:lnTo>
                  <a:pt x="31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2" name=""/>
          <p:cNvSpPr/>
          <p:nvPr/>
        </p:nvSpPr>
        <p:spPr>
          <a:xfrm>
            <a:off x="22338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3" name=""/>
          <p:cNvSpPr/>
          <p:nvPr/>
        </p:nvSpPr>
        <p:spPr>
          <a:xfrm>
            <a:off x="22392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4" name=""/>
          <p:cNvSpPr/>
          <p:nvPr/>
        </p:nvSpPr>
        <p:spPr>
          <a:xfrm>
            <a:off x="22442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5" name=""/>
          <p:cNvSpPr/>
          <p:nvPr/>
        </p:nvSpPr>
        <p:spPr>
          <a:xfrm>
            <a:off x="22496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6" name=""/>
          <p:cNvSpPr/>
          <p:nvPr/>
        </p:nvSpPr>
        <p:spPr>
          <a:xfrm>
            <a:off x="22550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7" name=""/>
          <p:cNvSpPr/>
          <p:nvPr/>
        </p:nvSpPr>
        <p:spPr>
          <a:xfrm>
            <a:off x="226008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8" name=""/>
          <p:cNvSpPr/>
          <p:nvPr/>
        </p:nvSpPr>
        <p:spPr>
          <a:xfrm>
            <a:off x="2265480" y="3190320"/>
            <a:ext cx="10800" cy="1489320"/>
          </a:xfrm>
          <a:custGeom>
            <a:avLst/>
            <a:gdLst/>
            <a:ahLst/>
            <a:rect l="0" t="0" r="r" b="b"/>
            <a:pathLst>
              <a:path w="30" h="4137">
                <a:moveTo>
                  <a:pt x="0" y="4137"/>
                </a:moveTo>
                <a:lnTo>
                  <a:pt x="0" y="0"/>
                </a:lnTo>
                <a:lnTo>
                  <a:pt x="30" y="0"/>
                </a:lnTo>
                <a:lnTo>
                  <a:pt x="30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29" name=""/>
          <p:cNvSpPr/>
          <p:nvPr/>
        </p:nvSpPr>
        <p:spPr>
          <a:xfrm>
            <a:off x="2275920" y="3190320"/>
            <a:ext cx="11160" cy="1489320"/>
          </a:xfrm>
          <a:custGeom>
            <a:avLst/>
            <a:gdLst/>
            <a:ahLst/>
            <a:rect l="0" t="0" r="r" b="b"/>
            <a:pathLst>
              <a:path w="31" h="4137">
                <a:moveTo>
                  <a:pt x="0" y="4137"/>
                </a:moveTo>
                <a:lnTo>
                  <a:pt x="0" y="0"/>
                </a:lnTo>
                <a:lnTo>
                  <a:pt x="31" y="0"/>
                </a:lnTo>
                <a:lnTo>
                  <a:pt x="31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0" name=""/>
          <p:cNvSpPr/>
          <p:nvPr/>
        </p:nvSpPr>
        <p:spPr>
          <a:xfrm>
            <a:off x="22867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1" name=""/>
          <p:cNvSpPr/>
          <p:nvPr/>
        </p:nvSpPr>
        <p:spPr>
          <a:xfrm>
            <a:off x="22921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2" name=""/>
          <p:cNvSpPr/>
          <p:nvPr/>
        </p:nvSpPr>
        <p:spPr>
          <a:xfrm>
            <a:off x="22971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3" name=""/>
          <p:cNvSpPr/>
          <p:nvPr/>
        </p:nvSpPr>
        <p:spPr>
          <a:xfrm>
            <a:off x="23025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4" name=""/>
          <p:cNvSpPr/>
          <p:nvPr/>
        </p:nvSpPr>
        <p:spPr>
          <a:xfrm>
            <a:off x="23079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5" name=""/>
          <p:cNvSpPr/>
          <p:nvPr/>
        </p:nvSpPr>
        <p:spPr>
          <a:xfrm>
            <a:off x="23130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6" name=""/>
          <p:cNvSpPr/>
          <p:nvPr/>
        </p:nvSpPr>
        <p:spPr>
          <a:xfrm>
            <a:off x="23184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7" name=""/>
          <p:cNvSpPr/>
          <p:nvPr/>
        </p:nvSpPr>
        <p:spPr>
          <a:xfrm>
            <a:off x="23238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8" name=""/>
          <p:cNvSpPr/>
          <p:nvPr/>
        </p:nvSpPr>
        <p:spPr>
          <a:xfrm>
            <a:off x="23288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39" name=""/>
          <p:cNvSpPr/>
          <p:nvPr/>
        </p:nvSpPr>
        <p:spPr>
          <a:xfrm>
            <a:off x="23342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0" name=""/>
          <p:cNvSpPr/>
          <p:nvPr/>
        </p:nvSpPr>
        <p:spPr>
          <a:xfrm>
            <a:off x="23396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1" name=""/>
          <p:cNvSpPr/>
          <p:nvPr/>
        </p:nvSpPr>
        <p:spPr>
          <a:xfrm>
            <a:off x="23450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2" name=""/>
          <p:cNvSpPr/>
          <p:nvPr/>
        </p:nvSpPr>
        <p:spPr>
          <a:xfrm>
            <a:off x="23500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3" name=""/>
          <p:cNvSpPr/>
          <p:nvPr/>
        </p:nvSpPr>
        <p:spPr>
          <a:xfrm>
            <a:off x="23554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4" name=""/>
          <p:cNvSpPr/>
          <p:nvPr/>
        </p:nvSpPr>
        <p:spPr>
          <a:xfrm>
            <a:off x="23608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5" name=""/>
          <p:cNvSpPr/>
          <p:nvPr/>
        </p:nvSpPr>
        <p:spPr>
          <a:xfrm>
            <a:off x="236592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6" name=""/>
          <p:cNvSpPr/>
          <p:nvPr/>
        </p:nvSpPr>
        <p:spPr>
          <a:xfrm>
            <a:off x="23713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7" name=""/>
          <p:cNvSpPr/>
          <p:nvPr/>
        </p:nvSpPr>
        <p:spPr>
          <a:xfrm>
            <a:off x="23767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8" name=""/>
          <p:cNvSpPr/>
          <p:nvPr/>
        </p:nvSpPr>
        <p:spPr>
          <a:xfrm>
            <a:off x="23817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49" name=""/>
          <p:cNvSpPr/>
          <p:nvPr/>
        </p:nvSpPr>
        <p:spPr>
          <a:xfrm>
            <a:off x="23871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0" name=""/>
          <p:cNvSpPr/>
          <p:nvPr/>
        </p:nvSpPr>
        <p:spPr>
          <a:xfrm>
            <a:off x="23925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1" name=""/>
          <p:cNvSpPr/>
          <p:nvPr/>
        </p:nvSpPr>
        <p:spPr>
          <a:xfrm>
            <a:off x="23979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2" name=""/>
          <p:cNvSpPr/>
          <p:nvPr/>
        </p:nvSpPr>
        <p:spPr>
          <a:xfrm>
            <a:off x="24030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3" name=""/>
          <p:cNvSpPr/>
          <p:nvPr/>
        </p:nvSpPr>
        <p:spPr>
          <a:xfrm>
            <a:off x="24084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4" name=""/>
          <p:cNvSpPr/>
          <p:nvPr/>
        </p:nvSpPr>
        <p:spPr>
          <a:xfrm>
            <a:off x="24138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5" name=""/>
          <p:cNvSpPr/>
          <p:nvPr/>
        </p:nvSpPr>
        <p:spPr>
          <a:xfrm>
            <a:off x="24188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6" name=""/>
          <p:cNvSpPr/>
          <p:nvPr/>
        </p:nvSpPr>
        <p:spPr>
          <a:xfrm>
            <a:off x="24242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7" name=""/>
          <p:cNvSpPr/>
          <p:nvPr/>
        </p:nvSpPr>
        <p:spPr>
          <a:xfrm>
            <a:off x="24296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8" name=""/>
          <p:cNvSpPr/>
          <p:nvPr/>
        </p:nvSpPr>
        <p:spPr>
          <a:xfrm>
            <a:off x="24350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59" name=""/>
          <p:cNvSpPr/>
          <p:nvPr/>
        </p:nvSpPr>
        <p:spPr>
          <a:xfrm>
            <a:off x="24400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0" name=""/>
          <p:cNvSpPr/>
          <p:nvPr/>
        </p:nvSpPr>
        <p:spPr>
          <a:xfrm>
            <a:off x="24454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1" name=""/>
          <p:cNvSpPr/>
          <p:nvPr/>
        </p:nvSpPr>
        <p:spPr>
          <a:xfrm>
            <a:off x="24508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e1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2" name=""/>
          <p:cNvSpPr/>
          <p:nvPr/>
        </p:nvSpPr>
        <p:spPr>
          <a:xfrm>
            <a:off x="24559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3" name=""/>
          <p:cNvSpPr/>
          <p:nvPr/>
        </p:nvSpPr>
        <p:spPr>
          <a:xfrm>
            <a:off x="24613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4" name=""/>
          <p:cNvSpPr/>
          <p:nvPr/>
        </p:nvSpPr>
        <p:spPr>
          <a:xfrm>
            <a:off x="24667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5" name=""/>
          <p:cNvSpPr/>
          <p:nvPr/>
        </p:nvSpPr>
        <p:spPr>
          <a:xfrm>
            <a:off x="247176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c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6" name=""/>
          <p:cNvSpPr/>
          <p:nvPr/>
        </p:nvSpPr>
        <p:spPr>
          <a:xfrm>
            <a:off x="24771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7" name=""/>
          <p:cNvSpPr/>
          <p:nvPr/>
        </p:nvSpPr>
        <p:spPr>
          <a:xfrm>
            <a:off x="24825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9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8" name=""/>
          <p:cNvSpPr/>
          <p:nvPr/>
        </p:nvSpPr>
        <p:spPr>
          <a:xfrm>
            <a:off x="24879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69" name=""/>
          <p:cNvSpPr/>
          <p:nvPr/>
        </p:nvSpPr>
        <p:spPr>
          <a:xfrm>
            <a:off x="24930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6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0" name=""/>
          <p:cNvSpPr/>
          <p:nvPr/>
        </p:nvSpPr>
        <p:spPr>
          <a:xfrm>
            <a:off x="24984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1" name=""/>
          <p:cNvSpPr/>
          <p:nvPr/>
        </p:nvSpPr>
        <p:spPr>
          <a:xfrm>
            <a:off x="25038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3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2" name=""/>
          <p:cNvSpPr/>
          <p:nvPr/>
        </p:nvSpPr>
        <p:spPr>
          <a:xfrm>
            <a:off x="25088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3" name=""/>
          <p:cNvSpPr/>
          <p:nvPr/>
        </p:nvSpPr>
        <p:spPr>
          <a:xfrm>
            <a:off x="25142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d0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4" name=""/>
          <p:cNvSpPr/>
          <p:nvPr/>
        </p:nvSpPr>
        <p:spPr>
          <a:xfrm>
            <a:off x="25196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5" name=""/>
          <p:cNvSpPr/>
          <p:nvPr/>
        </p:nvSpPr>
        <p:spPr>
          <a:xfrm>
            <a:off x="25246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d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6" name=""/>
          <p:cNvSpPr/>
          <p:nvPr/>
        </p:nvSpPr>
        <p:spPr>
          <a:xfrm>
            <a:off x="25300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7" name=""/>
          <p:cNvSpPr/>
          <p:nvPr/>
        </p:nvSpPr>
        <p:spPr>
          <a:xfrm>
            <a:off x="25354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8" name=""/>
          <p:cNvSpPr/>
          <p:nvPr/>
        </p:nvSpPr>
        <p:spPr>
          <a:xfrm>
            <a:off x="25408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79" name=""/>
          <p:cNvSpPr/>
          <p:nvPr/>
        </p:nvSpPr>
        <p:spPr>
          <a:xfrm>
            <a:off x="25459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6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0" name=""/>
          <p:cNvSpPr/>
          <p:nvPr/>
        </p:nvSpPr>
        <p:spPr>
          <a:xfrm>
            <a:off x="25513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1" name=""/>
          <p:cNvSpPr/>
          <p:nvPr/>
        </p:nvSpPr>
        <p:spPr>
          <a:xfrm>
            <a:off x="25567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3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2" name=""/>
          <p:cNvSpPr/>
          <p:nvPr/>
        </p:nvSpPr>
        <p:spPr>
          <a:xfrm>
            <a:off x="25617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c1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3" name=""/>
          <p:cNvSpPr/>
          <p:nvPr/>
        </p:nvSpPr>
        <p:spPr>
          <a:xfrm>
            <a:off x="25671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f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4" name=""/>
          <p:cNvSpPr/>
          <p:nvPr/>
        </p:nvSpPr>
        <p:spPr>
          <a:xfrm>
            <a:off x="25725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5" name=""/>
          <p:cNvSpPr/>
          <p:nvPr/>
        </p:nvSpPr>
        <p:spPr>
          <a:xfrm>
            <a:off x="257760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c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6" name=""/>
          <p:cNvSpPr/>
          <p:nvPr/>
        </p:nvSpPr>
        <p:spPr>
          <a:xfrm>
            <a:off x="25830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7" name=""/>
          <p:cNvSpPr/>
          <p:nvPr/>
        </p:nvSpPr>
        <p:spPr>
          <a:xfrm>
            <a:off x="25884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8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8" name=""/>
          <p:cNvSpPr/>
          <p:nvPr/>
        </p:nvSpPr>
        <p:spPr>
          <a:xfrm>
            <a:off x="25938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89" name=""/>
          <p:cNvSpPr/>
          <p:nvPr/>
        </p:nvSpPr>
        <p:spPr>
          <a:xfrm>
            <a:off x="25988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5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0" name=""/>
          <p:cNvSpPr/>
          <p:nvPr/>
        </p:nvSpPr>
        <p:spPr>
          <a:xfrm>
            <a:off x="26042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3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1" name=""/>
          <p:cNvSpPr/>
          <p:nvPr/>
        </p:nvSpPr>
        <p:spPr>
          <a:xfrm>
            <a:off x="26096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b1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2" name=""/>
          <p:cNvSpPr/>
          <p:nvPr/>
        </p:nvSpPr>
        <p:spPr>
          <a:xfrm>
            <a:off x="26146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3" name=""/>
          <p:cNvSpPr/>
          <p:nvPr/>
        </p:nvSpPr>
        <p:spPr>
          <a:xfrm>
            <a:off x="26200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e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4" name=""/>
          <p:cNvSpPr/>
          <p:nvPr/>
        </p:nvSpPr>
        <p:spPr>
          <a:xfrm>
            <a:off x="26254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c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5" name=""/>
          <p:cNvSpPr/>
          <p:nvPr/>
        </p:nvSpPr>
        <p:spPr>
          <a:xfrm>
            <a:off x="26305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a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6" name=""/>
          <p:cNvSpPr/>
          <p:nvPr/>
        </p:nvSpPr>
        <p:spPr>
          <a:xfrm>
            <a:off x="26359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7" name=""/>
          <p:cNvSpPr/>
          <p:nvPr/>
        </p:nvSpPr>
        <p:spPr>
          <a:xfrm>
            <a:off x="26413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7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8" name=""/>
          <p:cNvSpPr/>
          <p:nvPr/>
        </p:nvSpPr>
        <p:spPr>
          <a:xfrm>
            <a:off x="26467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4999" name=""/>
          <p:cNvSpPr/>
          <p:nvPr/>
        </p:nvSpPr>
        <p:spPr>
          <a:xfrm>
            <a:off x="26517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0" name=""/>
          <p:cNvSpPr/>
          <p:nvPr/>
        </p:nvSpPr>
        <p:spPr>
          <a:xfrm>
            <a:off x="26571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1" name=""/>
          <p:cNvSpPr/>
          <p:nvPr/>
        </p:nvSpPr>
        <p:spPr>
          <a:xfrm>
            <a:off x="26625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a0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2" name=""/>
          <p:cNvSpPr/>
          <p:nvPr/>
        </p:nvSpPr>
        <p:spPr>
          <a:xfrm>
            <a:off x="26676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3" name=""/>
          <p:cNvSpPr/>
          <p:nvPr/>
        </p:nvSpPr>
        <p:spPr>
          <a:xfrm>
            <a:off x="26730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d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4" name=""/>
          <p:cNvSpPr/>
          <p:nvPr/>
        </p:nvSpPr>
        <p:spPr>
          <a:xfrm>
            <a:off x="26784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5" name=""/>
          <p:cNvSpPr/>
          <p:nvPr/>
        </p:nvSpPr>
        <p:spPr>
          <a:xfrm>
            <a:off x="268344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a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6" name=""/>
          <p:cNvSpPr/>
          <p:nvPr/>
        </p:nvSpPr>
        <p:spPr>
          <a:xfrm>
            <a:off x="26888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7" name=""/>
          <p:cNvSpPr/>
          <p:nvPr/>
        </p:nvSpPr>
        <p:spPr>
          <a:xfrm>
            <a:off x="26942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7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8" name=""/>
          <p:cNvSpPr/>
          <p:nvPr/>
        </p:nvSpPr>
        <p:spPr>
          <a:xfrm>
            <a:off x="26996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09" name=""/>
          <p:cNvSpPr/>
          <p:nvPr/>
        </p:nvSpPr>
        <p:spPr>
          <a:xfrm>
            <a:off x="27046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4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0" name=""/>
          <p:cNvSpPr/>
          <p:nvPr/>
        </p:nvSpPr>
        <p:spPr>
          <a:xfrm>
            <a:off x="27100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1" name=""/>
          <p:cNvSpPr/>
          <p:nvPr/>
        </p:nvSpPr>
        <p:spPr>
          <a:xfrm>
            <a:off x="27154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91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2" name=""/>
          <p:cNvSpPr/>
          <p:nvPr/>
        </p:nvSpPr>
        <p:spPr>
          <a:xfrm>
            <a:off x="27205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3" name=""/>
          <p:cNvSpPr/>
          <p:nvPr/>
        </p:nvSpPr>
        <p:spPr>
          <a:xfrm>
            <a:off x="27259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4" name=""/>
          <p:cNvSpPr/>
          <p:nvPr/>
        </p:nvSpPr>
        <p:spPr>
          <a:xfrm>
            <a:off x="27313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5" name=""/>
          <p:cNvSpPr/>
          <p:nvPr/>
        </p:nvSpPr>
        <p:spPr>
          <a:xfrm>
            <a:off x="27363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6" name=""/>
          <p:cNvSpPr/>
          <p:nvPr/>
        </p:nvSpPr>
        <p:spPr>
          <a:xfrm>
            <a:off x="27417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7" name=""/>
          <p:cNvSpPr/>
          <p:nvPr/>
        </p:nvSpPr>
        <p:spPr>
          <a:xfrm>
            <a:off x="27471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9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8" name=""/>
          <p:cNvSpPr/>
          <p:nvPr/>
        </p:nvSpPr>
        <p:spPr>
          <a:xfrm>
            <a:off x="27525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19" name=""/>
          <p:cNvSpPr/>
          <p:nvPr/>
        </p:nvSpPr>
        <p:spPr>
          <a:xfrm>
            <a:off x="27576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0" name=""/>
          <p:cNvSpPr/>
          <p:nvPr/>
        </p:nvSpPr>
        <p:spPr>
          <a:xfrm>
            <a:off x="27630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1" name=""/>
          <p:cNvSpPr/>
          <p:nvPr/>
        </p:nvSpPr>
        <p:spPr>
          <a:xfrm>
            <a:off x="27684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2" name=""/>
          <p:cNvSpPr/>
          <p:nvPr/>
        </p:nvSpPr>
        <p:spPr>
          <a:xfrm>
            <a:off x="27734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3" name=""/>
          <p:cNvSpPr/>
          <p:nvPr/>
        </p:nvSpPr>
        <p:spPr>
          <a:xfrm>
            <a:off x="27788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4" name=""/>
          <p:cNvSpPr/>
          <p:nvPr/>
        </p:nvSpPr>
        <p:spPr>
          <a:xfrm>
            <a:off x="27842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5" name=""/>
          <p:cNvSpPr/>
          <p:nvPr/>
        </p:nvSpPr>
        <p:spPr>
          <a:xfrm>
            <a:off x="2789280" y="3190320"/>
            <a:ext cx="6120" cy="1489320"/>
          </a:xfrm>
          <a:custGeom>
            <a:avLst/>
            <a:gdLst/>
            <a:ahLst/>
            <a:rect l="0" t="0" r="r" b="b"/>
            <a:pathLst>
              <a:path w="17" h="4137">
                <a:moveTo>
                  <a:pt x="0" y="4137"/>
                </a:moveTo>
                <a:lnTo>
                  <a:pt x="0" y="0"/>
                </a:lnTo>
                <a:lnTo>
                  <a:pt x="17" y="0"/>
                </a:lnTo>
                <a:lnTo>
                  <a:pt x="17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6" name=""/>
          <p:cNvSpPr/>
          <p:nvPr/>
        </p:nvSpPr>
        <p:spPr>
          <a:xfrm>
            <a:off x="27946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80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7" name=""/>
          <p:cNvSpPr/>
          <p:nvPr/>
        </p:nvSpPr>
        <p:spPr>
          <a:xfrm>
            <a:off x="280008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8" name=""/>
          <p:cNvSpPr/>
          <p:nvPr/>
        </p:nvSpPr>
        <p:spPr>
          <a:xfrm>
            <a:off x="280548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29" name=""/>
          <p:cNvSpPr/>
          <p:nvPr/>
        </p:nvSpPr>
        <p:spPr>
          <a:xfrm>
            <a:off x="28105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0" name=""/>
          <p:cNvSpPr/>
          <p:nvPr/>
        </p:nvSpPr>
        <p:spPr>
          <a:xfrm>
            <a:off x="281592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1" name=""/>
          <p:cNvSpPr/>
          <p:nvPr/>
        </p:nvSpPr>
        <p:spPr>
          <a:xfrm>
            <a:off x="282132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2" name=""/>
          <p:cNvSpPr/>
          <p:nvPr/>
        </p:nvSpPr>
        <p:spPr>
          <a:xfrm>
            <a:off x="28263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3" name=""/>
          <p:cNvSpPr/>
          <p:nvPr/>
        </p:nvSpPr>
        <p:spPr>
          <a:xfrm>
            <a:off x="283176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4" name=""/>
          <p:cNvSpPr/>
          <p:nvPr/>
        </p:nvSpPr>
        <p:spPr>
          <a:xfrm>
            <a:off x="283716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5" name=""/>
          <p:cNvSpPr/>
          <p:nvPr/>
        </p:nvSpPr>
        <p:spPr>
          <a:xfrm>
            <a:off x="28422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6" name=""/>
          <p:cNvSpPr/>
          <p:nvPr/>
        </p:nvSpPr>
        <p:spPr>
          <a:xfrm>
            <a:off x="28476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7" name=""/>
          <p:cNvSpPr/>
          <p:nvPr/>
        </p:nvSpPr>
        <p:spPr>
          <a:xfrm>
            <a:off x="285300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8" name=""/>
          <p:cNvSpPr/>
          <p:nvPr/>
        </p:nvSpPr>
        <p:spPr>
          <a:xfrm>
            <a:off x="285840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39" name=""/>
          <p:cNvSpPr/>
          <p:nvPr/>
        </p:nvSpPr>
        <p:spPr>
          <a:xfrm>
            <a:off x="28634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40" name=""/>
          <p:cNvSpPr/>
          <p:nvPr/>
        </p:nvSpPr>
        <p:spPr>
          <a:xfrm>
            <a:off x="2868840" y="3190320"/>
            <a:ext cx="5760" cy="1489320"/>
          </a:xfrm>
          <a:custGeom>
            <a:avLst/>
            <a:gdLst/>
            <a:ahLst/>
            <a:rect l="0" t="0" r="r" b="b"/>
            <a:pathLst>
              <a:path w="16" h="4137">
                <a:moveTo>
                  <a:pt x="0" y="4137"/>
                </a:moveTo>
                <a:lnTo>
                  <a:pt x="0" y="0"/>
                </a:lnTo>
                <a:lnTo>
                  <a:pt x="16" y="0"/>
                </a:lnTo>
                <a:lnTo>
                  <a:pt x="16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41" name=""/>
          <p:cNvSpPr/>
          <p:nvPr/>
        </p:nvSpPr>
        <p:spPr>
          <a:xfrm>
            <a:off x="2874240" y="3190320"/>
            <a:ext cx="5400" cy="1489320"/>
          </a:xfrm>
          <a:custGeom>
            <a:avLst/>
            <a:gdLst/>
            <a:ahLst/>
            <a:rect l="0" t="0" r="r" b="b"/>
            <a:pathLst>
              <a:path w="15" h="4137">
                <a:moveTo>
                  <a:pt x="0" y="4137"/>
                </a:moveTo>
                <a:lnTo>
                  <a:pt x="0" y="0"/>
                </a:lnTo>
                <a:lnTo>
                  <a:pt x="15" y="0"/>
                </a:lnTo>
                <a:lnTo>
                  <a:pt x="15" y="4137"/>
                </a:lnTo>
                <a:lnTo>
                  <a:pt x="0" y="4137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42" name=""/>
          <p:cNvSpPr/>
          <p:nvPr/>
        </p:nvSpPr>
        <p:spPr>
          <a:xfrm>
            <a:off x="1524600" y="3190320"/>
            <a:ext cx="1355040" cy="1489320"/>
          </a:xfrm>
          <a:custGeom>
            <a:avLst/>
            <a:gdLst/>
            <a:ahLst/>
            <a:rect l="0" t="0" r="r" b="b"/>
            <a:pathLst>
              <a:path w="3764" h="4137">
                <a:moveTo>
                  <a:pt x="0" y="4137"/>
                </a:moveTo>
                <a:lnTo>
                  <a:pt x="3764" y="4137"/>
                </a:lnTo>
                <a:lnTo>
                  <a:pt x="3764" y="0"/>
                </a:lnTo>
                <a:lnTo>
                  <a:pt x="0" y="0"/>
                </a:lnTo>
                <a:lnTo>
                  <a:pt x="0" y="4137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5043" name="" descr=""/>
          <p:cNvPicPr/>
          <p:nvPr/>
        </p:nvPicPr>
        <p:blipFill>
          <a:blip r:embed="rId2"/>
          <a:stretch/>
        </p:blipFill>
        <p:spPr>
          <a:xfrm>
            <a:off x="2892600" y="2694600"/>
            <a:ext cx="182520" cy="1541880"/>
          </a:xfrm>
          <a:prstGeom prst="rect">
            <a:avLst/>
          </a:prstGeom>
          <a:ln w="0">
            <a:noFill/>
          </a:ln>
        </p:spPr>
      </p:pic>
      <p:sp>
        <p:nvSpPr>
          <p:cNvPr id="15044" name=""/>
          <p:cNvSpPr/>
          <p:nvPr/>
        </p:nvSpPr>
        <p:spPr>
          <a:xfrm>
            <a:off x="15246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45" name=""/>
          <p:cNvSpPr/>
          <p:nvPr/>
        </p:nvSpPr>
        <p:spPr>
          <a:xfrm>
            <a:off x="15300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46" name=""/>
          <p:cNvSpPr/>
          <p:nvPr/>
        </p:nvSpPr>
        <p:spPr>
          <a:xfrm>
            <a:off x="15350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47" name=""/>
          <p:cNvSpPr/>
          <p:nvPr/>
        </p:nvSpPr>
        <p:spPr>
          <a:xfrm>
            <a:off x="15404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48" name=""/>
          <p:cNvSpPr/>
          <p:nvPr/>
        </p:nvSpPr>
        <p:spPr>
          <a:xfrm>
            <a:off x="15458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49" name=""/>
          <p:cNvSpPr/>
          <p:nvPr/>
        </p:nvSpPr>
        <p:spPr>
          <a:xfrm>
            <a:off x="15508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0" name=""/>
          <p:cNvSpPr/>
          <p:nvPr/>
        </p:nvSpPr>
        <p:spPr>
          <a:xfrm>
            <a:off x="15562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1" name=""/>
          <p:cNvSpPr/>
          <p:nvPr/>
        </p:nvSpPr>
        <p:spPr>
          <a:xfrm>
            <a:off x="15616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2" name=""/>
          <p:cNvSpPr/>
          <p:nvPr/>
        </p:nvSpPr>
        <p:spPr>
          <a:xfrm>
            <a:off x="15670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3" name=""/>
          <p:cNvSpPr/>
          <p:nvPr/>
        </p:nvSpPr>
        <p:spPr>
          <a:xfrm>
            <a:off x="15721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4" name=""/>
          <p:cNvSpPr/>
          <p:nvPr/>
        </p:nvSpPr>
        <p:spPr>
          <a:xfrm>
            <a:off x="15775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5" name=""/>
          <p:cNvSpPr/>
          <p:nvPr/>
        </p:nvSpPr>
        <p:spPr>
          <a:xfrm>
            <a:off x="15829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6" name=""/>
          <p:cNvSpPr/>
          <p:nvPr/>
        </p:nvSpPr>
        <p:spPr>
          <a:xfrm>
            <a:off x="15879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7" name=""/>
          <p:cNvSpPr/>
          <p:nvPr/>
        </p:nvSpPr>
        <p:spPr>
          <a:xfrm>
            <a:off x="15933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8" name=""/>
          <p:cNvSpPr/>
          <p:nvPr/>
        </p:nvSpPr>
        <p:spPr>
          <a:xfrm>
            <a:off x="15987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59" name=""/>
          <p:cNvSpPr/>
          <p:nvPr/>
        </p:nvSpPr>
        <p:spPr>
          <a:xfrm>
            <a:off x="16038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0" name=""/>
          <p:cNvSpPr/>
          <p:nvPr/>
        </p:nvSpPr>
        <p:spPr>
          <a:xfrm>
            <a:off x="16092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1" name=""/>
          <p:cNvSpPr/>
          <p:nvPr/>
        </p:nvSpPr>
        <p:spPr>
          <a:xfrm>
            <a:off x="16146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2" name=""/>
          <p:cNvSpPr/>
          <p:nvPr/>
        </p:nvSpPr>
        <p:spPr>
          <a:xfrm>
            <a:off x="16200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3" name=""/>
          <p:cNvSpPr/>
          <p:nvPr/>
        </p:nvSpPr>
        <p:spPr>
          <a:xfrm>
            <a:off x="162504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4" name=""/>
          <p:cNvSpPr/>
          <p:nvPr/>
        </p:nvSpPr>
        <p:spPr>
          <a:xfrm>
            <a:off x="16304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5" name=""/>
          <p:cNvSpPr/>
          <p:nvPr/>
        </p:nvSpPr>
        <p:spPr>
          <a:xfrm>
            <a:off x="16358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6" name=""/>
          <p:cNvSpPr/>
          <p:nvPr/>
        </p:nvSpPr>
        <p:spPr>
          <a:xfrm>
            <a:off x="16408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7" name=""/>
          <p:cNvSpPr/>
          <p:nvPr/>
        </p:nvSpPr>
        <p:spPr>
          <a:xfrm>
            <a:off x="16462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8" name=""/>
          <p:cNvSpPr/>
          <p:nvPr/>
        </p:nvSpPr>
        <p:spPr>
          <a:xfrm>
            <a:off x="16516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69" name=""/>
          <p:cNvSpPr/>
          <p:nvPr/>
        </p:nvSpPr>
        <p:spPr>
          <a:xfrm>
            <a:off x="16567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0" name=""/>
          <p:cNvSpPr/>
          <p:nvPr/>
        </p:nvSpPr>
        <p:spPr>
          <a:xfrm>
            <a:off x="16621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1" name=""/>
          <p:cNvSpPr/>
          <p:nvPr/>
        </p:nvSpPr>
        <p:spPr>
          <a:xfrm>
            <a:off x="16675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2" name=""/>
          <p:cNvSpPr/>
          <p:nvPr/>
        </p:nvSpPr>
        <p:spPr>
          <a:xfrm>
            <a:off x="16729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3" name=""/>
          <p:cNvSpPr/>
          <p:nvPr/>
        </p:nvSpPr>
        <p:spPr>
          <a:xfrm>
            <a:off x="16779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4" name=""/>
          <p:cNvSpPr/>
          <p:nvPr/>
        </p:nvSpPr>
        <p:spPr>
          <a:xfrm>
            <a:off x="16833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5" name=""/>
          <p:cNvSpPr/>
          <p:nvPr/>
        </p:nvSpPr>
        <p:spPr>
          <a:xfrm>
            <a:off x="16887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6" name=""/>
          <p:cNvSpPr/>
          <p:nvPr/>
        </p:nvSpPr>
        <p:spPr>
          <a:xfrm>
            <a:off x="16938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7" name=""/>
          <p:cNvSpPr/>
          <p:nvPr/>
        </p:nvSpPr>
        <p:spPr>
          <a:xfrm>
            <a:off x="16992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8" name=""/>
          <p:cNvSpPr/>
          <p:nvPr/>
        </p:nvSpPr>
        <p:spPr>
          <a:xfrm>
            <a:off x="17046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79" name=""/>
          <p:cNvSpPr/>
          <p:nvPr/>
        </p:nvSpPr>
        <p:spPr>
          <a:xfrm>
            <a:off x="17096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0" name=""/>
          <p:cNvSpPr/>
          <p:nvPr/>
        </p:nvSpPr>
        <p:spPr>
          <a:xfrm>
            <a:off x="17150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1" name=""/>
          <p:cNvSpPr/>
          <p:nvPr/>
        </p:nvSpPr>
        <p:spPr>
          <a:xfrm>
            <a:off x="17204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2" name=""/>
          <p:cNvSpPr/>
          <p:nvPr/>
        </p:nvSpPr>
        <p:spPr>
          <a:xfrm>
            <a:off x="17258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3" name=""/>
          <p:cNvSpPr/>
          <p:nvPr/>
        </p:nvSpPr>
        <p:spPr>
          <a:xfrm>
            <a:off x="173088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4" name=""/>
          <p:cNvSpPr/>
          <p:nvPr/>
        </p:nvSpPr>
        <p:spPr>
          <a:xfrm>
            <a:off x="17362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5" name=""/>
          <p:cNvSpPr/>
          <p:nvPr/>
        </p:nvSpPr>
        <p:spPr>
          <a:xfrm>
            <a:off x="17416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6" name=""/>
          <p:cNvSpPr/>
          <p:nvPr/>
        </p:nvSpPr>
        <p:spPr>
          <a:xfrm>
            <a:off x="17467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7" name=""/>
          <p:cNvSpPr/>
          <p:nvPr/>
        </p:nvSpPr>
        <p:spPr>
          <a:xfrm>
            <a:off x="17521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8" name=""/>
          <p:cNvSpPr/>
          <p:nvPr/>
        </p:nvSpPr>
        <p:spPr>
          <a:xfrm>
            <a:off x="17575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89" name=""/>
          <p:cNvSpPr/>
          <p:nvPr/>
        </p:nvSpPr>
        <p:spPr>
          <a:xfrm>
            <a:off x="17625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0" name=""/>
          <p:cNvSpPr/>
          <p:nvPr/>
        </p:nvSpPr>
        <p:spPr>
          <a:xfrm>
            <a:off x="17679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1" name=""/>
          <p:cNvSpPr/>
          <p:nvPr/>
        </p:nvSpPr>
        <p:spPr>
          <a:xfrm>
            <a:off x="17733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2" name=""/>
          <p:cNvSpPr/>
          <p:nvPr/>
        </p:nvSpPr>
        <p:spPr>
          <a:xfrm>
            <a:off x="17787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3" name=""/>
          <p:cNvSpPr/>
          <p:nvPr/>
        </p:nvSpPr>
        <p:spPr>
          <a:xfrm>
            <a:off x="17838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4" name=""/>
          <p:cNvSpPr/>
          <p:nvPr/>
        </p:nvSpPr>
        <p:spPr>
          <a:xfrm>
            <a:off x="17892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5" name=""/>
          <p:cNvSpPr/>
          <p:nvPr/>
        </p:nvSpPr>
        <p:spPr>
          <a:xfrm>
            <a:off x="17946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6" name=""/>
          <p:cNvSpPr/>
          <p:nvPr/>
        </p:nvSpPr>
        <p:spPr>
          <a:xfrm>
            <a:off x="17996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7" name=""/>
          <p:cNvSpPr/>
          <p:nvPr/>
        </p:nvSpPr>
        <p:spPr>
          <a:xfrm>
            <a:off x="18050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8" name=""/>
          <p:cNvSpPr/>
          <p:nvPr/>
        </p:nvSpPr>
        <p:spPr>
          <a:xfrm>
            <a:off x="18104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099" name=""/>
          <p:cNvSpPr/>
          <p:nvPr/>
        </p:nvSpPr>
        <p:spPr>
          <a:xfrm>
            <a:off x="18158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0" name=""/>
          <p:cNvSpPr/>
          <p:nvPr/>
        </p:nvSpPr>
        <p:spPr>
          <a:xfrm>
            <a:off x="18208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1" name=""/>
          <p:cNvSpPr/>
          <p:nvPr/>
        </p:nvSpPr>
        <p:spPr>
          <a:xfrm>
            <a:off x="18262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2" name=""/>
          <p:cNvSpPr/>
          <p:nvPr/>
        </p:nvSpPr>
        <p:spPr>
          <a:xfrm>
            <a:off x="18316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3" name=""/>
          <p:cNvSpPr/>
          <p:nvPr/>
        </p:nvSpPr>
        <p:spPr>
          <a:xfrm>
            <a:off x="183672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4" name=""/>
          <p:cNvSpPr/>
          <p:nvPr/>
        </p:nvSpPr>
        <p:spPr>
          <a:xfrm>
            <a:off x="18421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5" name=""/>
          <p:cNvSpPr/>
          <p:nvPr/>
        </p:nvSpPr>
        <p:spPr>
          <a:xfrm>
            <a:off x="18475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6" name=""/>
          <p:cNvSpPr/>
          <p:nvPr/>
        </p:nvSpPr>
        <p:spPr>
          <a:xfrm>
            <a:off x="18525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7" name=""/>
          <p:cNvSpPr/>
          <p:nvPr/>
        </p:nvSpPr>
        <p:spPr>
          <a:xfrm>
            <a:off x="18579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8" name=""/>
          <p:cNvSpPr/>
          <p:nvPr/>
        </p:nvSpPr>
        <p:spPr>
          <a:xfrm>
            <a:off x="18633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09" name=""/>
          <p:cNvSpPr/>
          <p:nvPr/>
        </p:nvSpPr>
        <p:spPr>
          <a:xfrm>
            <a:off x="18687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0" name=""/>
          <p:cNvSpPr/>
          <p:nvPr/>
        </p:nvSpPr>
        <p:spPr>
          <a:xfrm>
            <a:off x="18738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1" name=""/>
          <p:cNvSpPr/>
          <p:nvPr/>
        </p:nvSpPr>
        <p:spPr>
          <a:xfrm>
            <a:off x="18792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2" name=""/>
          <p:cNvSpPr/>
          <p:nvPr/>
        </p:nvSpPr>
        <p:spPr>
          <a:xfrm>
            <a:off x="18846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3" name=""/>
          <p:cNvSpPr/>
          <p:nvPr/>
        </p:nvSpPr>
        <p:spPr>
          <a:xfrm>
            <a:off x="18896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4" name=""/>
          <p:cNvSpPr/>
          <p:nvPr/>
        </p:nvSpPr>
        <p:spPr>
          <a:xfrm>
            <a:off x="18950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5" name=""/>
          <p:cNvSpPr/>
          <p:nvPr/>
        </p:nvSpPr>
        <p:spPr>
          <a:xfrm>
            <a:off x="19004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6" name=""/>
          <p:cNvSpPr/>
          <p:nvPr/>
        </p:nvSpPr>
        <p:spPr>
          <a:xfrm>
            <a:off x="19054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7" name=""/>
          <p:cNvSpPr/>
          <p:nvPr/>
        </p:nvSpPr>
        <p:spPr>
          <a:xfrm>
            <a:off x="19108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8" name=""/>
          <p:cNvSpPr/>
          <p:nvPr/>
        </p:nvSpPr>
        <p:spPr>
          <a:xfrm>
            <a:off x="19162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19" name=""/>
          <p:cNvSpPr/>
          <p:nvPr/>
        </p:nvSpPr>
        <p:spPr>
          <a:xfrm>
            <a:off x="19216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0" name=""/>
          <p:cNvSpPr/>
          <p:nvPr/>
        </p:nvSpPr>
        <p:spPr>
          <a:xfrm>
            <a:off x="19267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1" name=""/>
          <p:cNvSpPr/>
          <p:nvPr/>
        </p:nvSpPr>
        <p:spPr>
          <a:xfrm>
            <a:off x="19321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2" name=""/>
          <p:cNvSpPr/>
          <p:nvPr/>
        </p:nvSpPr>
        <p:spPr>
          <a:xfrm>
            <a:off x="19375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3" name=""/>
          <p:cNvSpPr/>
          <p:nvPr/>
        </p:nvSpPr>
        <p:spPr>
          <a:xfrm>
            <a:off x="194256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4" name=""/>
          <p:cNvSpPr/>
          <p:nvPr/>
        </p:nvSpPr>
        <p:spPr>
          <a:xfrm>
            <a:off x="19479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5" name=""/>
          <p:cNvSpPr/>
          <p:nvPr/>
        </p:nvSpPr>
        <p:spPr>
          <a:xfrm>
            <a:off x="19533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6" name=""/>
          <p:cNvSpPr/>
          <p:nvPr/>
        </p:nvSpPr>
        <p:spPr>
          <a:xfrm>
            <a:off x="19584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7" name=""/>
          <p:cNvSpPr/>
          <p:nvPr/>
        </p:nvSpPr>
        <p:spPr>
          <a:xfrm>
            <a:off x="19638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8" name=""/>
          <p:cNvSpPr/>
          <p:nvPr/>
        </p:nvSpPr>
        <p:spPr>
          <a:xfrm>
            <a:off x="19692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29" name=""/>
          <p:cNvSpPr/>
          <p:nvPr/>
        </p:nvSpPr>
        <p:spPr>
          <a:xfrm>
            <a:off x="19746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0" name=""/>
          <p:cNvSpPr/>
          <p:nvPr/>
        </p:nvSpPr>
        <p:spPr>
          <a:xfrm>
            <a:off x="19796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1" name=""/>
          <p:cNvSpPr/>
          <p:nvPr/>
        </p:nvSpPr>
        <p:spPr>
          <a:xfrm>
            <a:off x="19850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2" name=""/>
          <p:cNvSpPr/>
          <p:nvPr/>
        </p:nvSpPr>
        <p:spPr>
          <a:xfrm>
            <a:off x="19904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3" name=""/>
          <p:cNvSpPr/>
          <p:nvPr/>
        </p:nvSpPr>
        <p:spPr>
          <a:xfrm>
            <a:off x="19954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4" name=""/>
          <p:cNvSpPr/>
          <p:nvPr/>
        </p:nvSpPr>
        <p:spPr>
          <a:xfrm>
            <a:off x="20008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5" name=""/>
          <p:cNvSpPr/>
          <p:nvPr/>
        </p:nvSpPr>
        <p:spPr>
          <a:xfrm>
            <a:off x="20062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6" name=""/>
          <p:cNvSpPr/>
          <p:nvPr/>
        </p:nvSpPr>
        <p:spPr>
          <a:xfrm>
            <a:off x="20113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7" name=""/>
          <p:cNvSpPr/>
          <p:nvPr/>
        </p:nvSpPr>
        <p:spPr>
          <a:xfrm>
            <a:off x="20167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8" name=""/>
          <p:cNvSpPr/>
          <p:nvPr/>
        </p:nvSpPr>
        <p:spPr>
          <a:xfrm>
            <a:off x="20221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39" name=""/>
          <p:cNvSpPr/>
          <p:nvPr/>
        </p:nvSpPr>
        <p:spPr>
          <a:xfrm>
            <a:off x="20275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0" name=""/>
          <p:cNvSpPr/>
          <p:nvPr/>
        </p:nvSpPr>
        <p:spPr>
          <a:xfrm>
            <a:off x="20325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1" name=""/>
          <p:cNvSpPr/>
          <p:nvPr/>
        </p:nvSpPr>
        <p:spPr>
          <a:xfrm>
            <a:off x="20379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2" name=""/>
          <p:cNvSpPr/>
          <p:nvPr/>
        </p:nvSpPr>
        <p:spPr>
          <a:xfrm>
            <a:off x="20433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3" name=""/>
          <p:cNvSpPr/>
          <p:nvPr/>
        </p:nvSpPr>
        <p:spPr>
          <a:xfrm>
            <a:off x="204840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4" name=""/>
          <p:cNvSpPr/>
          <p:nvPr/>
        </p:nvSpPr>
        <p:spPr>
          <a:xfrm>
            <a:off x="20538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5" name=""/>
          <p:cNvSpPr/>
          <p:nvPr/>
        </p:nvSpPr>
        <p:spPr>
          <a:xfrm>
            <a:off x="20592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6" name=""/>
          <p:cNvSpPr/>
          <p:nvPr/>
        </p:nvSpPr>
        <p:spPr>
          <a:xfrm>
            <a:off x="20642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7" name=""/>
          <p:cNvSpPr/>
          <p:nvPr/>
        </p:nvSpPr>
        <p:spPr>
          <a:xfrm>
            <a:off x="20696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8" name=""/>
          <p:cNvSpPr/>
          <p:nvPr/>
        </p:nvSpPr>
        <p:spPr>
          <a:xfrm>
            <a:off x="2075040" y="27100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49" name=""/>
          <p:cNvSpPr/>
          <p:nvPr/>
        </p:nvSpPr>
        <p:spPr>
          <a:xfrm>
            <a:off x="2085480" y="2710080"/>
            <a:ext cx="11160" cy="1584000"/>
          </a:xfrm>
          <a:custGeom>
            <a:avLst/>
            <a:gdLst/>
            <a:ahLst/>
            <a:rect l="0" t="0" r="r" b="b"/>
            <a:pathLst>
              <a:path w="31" h="4400">
                <a:moveTo>
                  <a:pt x="0" y="4400"/>
                </a:moveTo>
                <a:lnTo>
                  <a:pt x="0" y="0"/>
                </a:lnTo>
                <a:lnTo>
                  <a:pt x="31" y="0"/>
                </a:lnTo>
                <a:lnTo>
                  <a:pt x="31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0" name=""/>
          <p:cNvSpPr/>
          <p:nvPr/>
        </p:nvSpPr>
        <p:spPr>
          <a:xfrm>
            <a:off x="20962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1" name=""/>
          <p:cNvSpPr/>
          <p:nvPr/>
        </p:nvSpPr>
        <p:spPr>
          <a:xfrm>
            <a:off x="21013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2" name=""/>
          <p:cNvSpPr/>
          <p:nvPr/>
        </p:nvSpPr>
        <p:spPr>
          <a:xfrm>
            <a:off x="2106720" y="27100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3" name=""/>
          <p:cNvSpPr/>
          <p:nvPr/>
        </p:nvSpPr>
        <p:spPr>
          <a:xfrm>
            <a:off x="21171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4" name=""/>
          <p:cNvSpPr/>
          <p:nvPr/>
        </p:nvSpPr>
        <p:spPr>
          <a:xfrm>
            <a:off x="21225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5" name=""/>
          <p:cNvSpPr/>
          <p:nvPr/>
        </p:nvSpPr>
        <p:spPr>
          <a:xfrm>
            <a:off x="21279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6" name=""/>
          <p:cNvSpPr/>
          <p:nvPr/>
        </p:nvSpPr>
        <p:spPr>
          <a:xfrm>
            <a:off x="21333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7" name=""/>
          <p:cNvSpPr/>
          <p:nvPr/>
        </p:nvSpPr>
        <p:spPr>
          <a:xfrm>
            <a:off x="21384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8" name=""/>
          <p:cNvSpPr/>
          <p:nvPr/>
        </p:nvSpPr>
        <p:spPr>
          <a:xfrm>
            <a:off x="21438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59" name=""/>
          <p:cNvSpPr/>
          <p:nvPr/>
        </p:nvSpPr>
        <p:spPr>
          <a:xfrm>
            <a:off x="2149200" y="27100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0" name=""/>
          <p:cNvSpPr/>
          <p:nvPr/>
        </p:nvSpPr>
        <p:spPr>
          <a:xfrm>
            <a:off x="21596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1" name=""/>
          <p:cNvSpPr/>
          <p:nvPr/>
        </p:nvSpPr>
        <p:spPr>
          <a:xfrm>
            <a:off x="21650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2" name=""/>
          <p:cNvSpPr/>
          <p:nvPr/>
        </p:nvSpPr>
        <p:spPr>
          <a:xfrm>
            <a:off x="2170080" y="2710080"/>
            <a:ext cx="11160" cy="1584000"/>
          </a:xfrm>
          <a:custGeom>
            <a:avLst/>
            <a:gdLst/>
            <a:ahLst/>
            <a:rect l="0" t="0" r="r" b="b"/>
            <a:pathLst>
              <a:path w="31" h="4400">
                <a:moveTo>
                  <a:pt x="0" y="4400"/>
                </a:moveTo>
                <a:lnTo>
                  <a:pt x="0" y="0"/>
                </a:lnTo>
                <a:lnTo>
                  <a:pt x="31" y="0"/>
                </a:lnTo>
                <a:lnTo>
                  <a:pt x="31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3" name=""/>
          <p:cNvSpPr/>
          <p:nvPr/>
        </p:nvSpPr>
        <p:spPr>
          <a:xfrm>
            <a:off x="21808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4" name=""/>
          <p:cNvSpPr/>
          <p:nvPr/>
        </p:nvSpPr>
        <p:spPr>
          <a:xfrm>
            <a:off x="21862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5" name=""/>
          <p:cNvSpPr/>
          <p:nvPr/>
        </p:nvSpPr>
        <p:spPr>
          <a:xfrm>
            <a:off x="2191320" y="2710080"/>
            <a:ext cx="11160" cy="1584000"/>
          </a:xfrm>
          <a:custGeom>
            <a:avLst/>
            <a:gdLst/>
            <a:ahLst/>
            <a:rect l="0" t="0" r="r" b="b"/>
            <a:pathLst>
              <a:path w="31" h="4400">
                <a:moveTo>
                  <a:pt x="0" y="4400"/>
                </a:moveTo>
                <a:lnTo>
                  <a:pt x="0" y="0"/>
                </a:lnTo>
                <a:lnTo>
                  <a:pt x="31" y="0"/>
                </a:lnTo>
                <a:lnTo>
                  <a:pt x="31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6" name=""/>
          <p:cNvSpPr/>
          <p:nvPr/>
        </p:nvSpPr>
        <p:spPr>
          <a:xfrm>
            <a:off x="2202120" y="27100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7" name=""/>
          <p:cNvSpPr/>
          <p:nvPr/>
        </p:nvSpPr>
        <p:spPr>
          <a:xfrm>
            <a:off x="22125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8" name=""/>
          <p:cNvSpPr/>
          <p:nvPr/>
        </p:nvSpPr>
        <p:spPr>
          <a:xfrm>
            <a:off x="22179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69" name=""/>
          <p:cNvSpPr/>
          <p:nvPr/>
        </p:nvSpPr>
        <p:spPr>
          <a:xfrm>
            <a:off x="2223000" y="2710080"/>
            <a:ext cx="11160" cy="1584000"/>
          </a:xfrm>
          <a:custGeom>
            <a:avLst/>
            <a:gdLst/>
            <a:ahLst/>
            <a:rect l="0" t="0" r="r" b="b"/>
            <a:pathLst>
              <a:path w="31" h="4400">
                <a:moveTo>
                  <a:pt x="0" y="4400"/>
                </a:moveTo>
                <a:lnTo>
                  <a:pt x="0" y="0"/>
                </a:lnTo>
                <a:lnTo>
                  <a:pt x="31" y="0"/>
                </a:lnTo>
                <a:lnTo>
                  <a:pt x="31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0" name=""/>
          <p:cNvSpPr/>
          <p:nvPr/>
        </p:nvSpPr>
        <p:spPr>
          <a:xfrm>
            <a:off x="22338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1" name=""/>
          <p:cNvSpPr/>
          <p:nvPr/>
        </p:nvSpPr>
        <p:spPr>
          <a:xfrm>
            <a:off x="22392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2" name=""/>
          <p:cNvSpPr/>
          <p:nvPr/>
        </p:nvSpPr>
        <p:spPr>
          <a:xfrm>
            <a:off x="2244240" y="2710080"/>
            <a:ext cx="11160" cy="1584000"/>
          </a:xfrm>
          <a:custGeom>
            <a:avLst/>
            <a:gdLst/>
            <a:ahLst/>
            <a:rect l="0" t="0" r="r" b="b"/>
            <a:pathLst>
              <a:path w="31" h="4400">
                <a:moveTo>
                  <a:pt x="0" y="4400"/>
                </a:moveTo>
                <a:lnTo>
                  <a:pt x="0" y="0"/>
                </a:lnTo>
                <a:lnTo>
                  <a:pt x="31" y="0"/>
                </a:lnTo>
                <a:lnTo>
                  <a:pt x="31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3" name=""/>
          <p:cNvSpPr/>
          <p:nvPr/>
        </p:nvSpPr>
        <p:spPr>
          <a:xfrm>
            <a:off x="22550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4" name=""/>
          <p:cNvSpPr/>
          <p:nvPr/>
        </p:nvSpPr>
        <p:spPr>
          <a:xfrm>
            <a:off x="226008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5" name=""/>
          <p:cNvSpPr/>
          <p:nvPr/>
        </p:nvSpPr>
        <p:spPr>
          <a:xfrm>
            <a:off x="2265480" y="2710080"/>
            <a:ext cx="10800" cy="1584000"/>
          </a:xfrm>
          <a:custGeom>
            <a:avLst/>
            <a:gdLst/>
            <a:ahLst/>
            <a:rect l="0" t="0" r="r" b="b"/>
            <a:pathLst>
              <a:path w="30" h="4400">
                <a:moveTo>
                  <a:pt x="0" y="4400"/>
                </a:moveTo>
                <a:lnTo>
                  <a:pt x="0" y="0"/>
                </a:lnTo>
                <a:lnTo>
                  <a:pt x="30" y="0"/>
                </a:lnTo>
                <a:lnTo>
                  <a:pt x="30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6" name=""/>
          <p:cNvSpPr/>
          <p:nvPr/>
        </p:nvSpPr>
        <p:spPr>
          <a:xfrm>
            <a:off x="22759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7" name=""/>
          <p:cNvSpPr/>
          <p:nvPr/>
        </p:nvSpPr>
        <p:spPr>
          <a:xfrm>
            <a:off x="22813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8" name=""/>
          <p:cNvSpPr/>
          <p:nvPr/>
        </p:nvSpPr>
        <p:spPr>
          <a:xfrm>
            <a:off x="22867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79" name=""/>
          <p:cNvSpPr/>
          <p:nvPr/>
        </p:nvSpPr>
        <p:spPr>
          <a:xfrm>
            <a:off x="22921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0" name=""/>
          <p:cNvSpPr/>
          <p:nvPr/>
        </p:nvSpPr>
        <p:spPr>
          <a:xfrm>
            <a:off x="22971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1" name=""/>
          <p:cNvSpPr/>
          <p:nvPr/>
        </p:nvSpPr>
        <p:spPr>
          <a:xfrm>
            <a:off x="23025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2" name=""/>
          <p:cNvSpPr/>
          <p:nvPr/>
        </p:nvSpPr>
        <p:spPr>
          <a:xfrm>
            <a:off x="23079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3" name=""/>
          <p:cNvSpPr/>
          <p:nvPr/>
        </p:nvSpPr>
        <p:spPr>
          <a:xfrm>
            <a:off x="23130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4" name=""/>
          <p:cNvSpPr/>
          <p:nvPr/>
        </p:nvSpPr>
        <p:spPr>
          <a:xfrm>
            <a:off x="23184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5" name=""/>
          <p:cNvSpPr/>
          <p:nvPr/>
        </p:nvSpPr>
        <p:spPr>
          <a:xfrm>
            <a:off x="23238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6" name=""/>
          <p:cNvSpPr/>
          <p:nvPr/>
        </p:nvSpPr>
        <p:spPr>
          <a:xfrm>
            <a:off x="23288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7" name=""/>
          <p:cNvSpPr/>
          <p:nvPr/>
        </p:nvSpPr>
        <p:spPr>
          <a:xfrm>
            <a:off x="23342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8" name=""/>
          <p:cNvSpPr/>
          <p:nvPr/>
        </p:nvSpPr>
        <p:spPr>
          <a:xfrm>
            <a:off x="23396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89" name=""/>
          <p:cNvSpPr/>
          <p:nvPr/>
        </p:nvSpPr>
        <p:spPr>
          <a:xfrm>
            <a:off x="23450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0" name=""/>
          <p:cNvSpPr/>
          <p:nvPr/>
        </p:nvSpPr>
        <p:spPr>
          <a:xfrm>
            <a:off x="23500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1" name=""/>
          <p:cNvSpPr/>
          <p:nvPr/>
        </p:nvSpPr>
        <p:spPr>
          <a:xfrm>
            <a:off x="23554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2" name=""/>
          <p:cNvSpPr/>
          <p:nvPr/>
        </p:nvSpPr>
        <p:spPr>
          <a:xfrm>
            <a:off x="23608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3" name=""/>
          <p:cNvSpPr/>
          <p:nvPr/>
        </p:nvSpPr>
        <p:spPr>
          <a:xfrm>
            <a:off x="236592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4" name=""/>
          <p:cNvSpPr/>
          <p:nvPr/>
        </p:nvSpPr>
        <p:spPr>
          <a:xfrm>
            <a:off x="23713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5" name=""/>
          <p:cNvSpPr/>
          <p:nvPr/>
        </p:nvSpPr>
        <p:spPr>
          <a:xfrm>
            <a:off x="23767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6" name=""/>
          <p:cNvSpPr/>
          <p:nvPr/>
        </p:nvSpPr>
        <p:spPr>
          <a:xfrm>
            <a:off x="23817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7" name=""/>
          <p:cNvSpPr/>
          <p:nvPr/>
        </p:nvSpPr>
        <p:spPr>
          <a:xfrm>
            <a:off x="23871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8" name=""/>
          <p:cNvSpPr/>
          <p:nvPr/>
        </p:nvSpPr>
        <p:spPr>
          <a:xfrm>
            <a:off x="23925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199" name=""/>
          <p:cNvSpPr/>
          <p:nvPr/>
        </p:nvSpPr>
        <p:spPr>
          <a:xfrm>
            <a:off x="23979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0" name=""/>
          <p:cNvSpPr/>
          <p:nvPr/>
        </p:nvSpPr>
        <p:spPr>
          <a:xfrm>
            <a:off x="24030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1" name=""/>
          <p:cNvSpPr/>
          <p:nvPr/>
        </p:nvSpPr>
        <p:spPr>
          <a:xfrm>
            <a:off x="24084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2" name=""/>
          <p:cNvSpPr/>
          <p:nvPr/>
        </p:nvSpPr>
        <p:spPr>
          <a:xfrm>
            <a:off x="24138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3" name=""/>
          <p:cNvSpPr/>
          <p:nvPr/>
        </p:nvSpPr>
        <p:spPr>
          <a:xfrm>
            <a:off x="24188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4" name=""/>
          <p:cNvSpPr/>
          <p:nvPr/>
        </p:nvSpPr>
        <p:spPr>
          <a:xfrm>
            <a:off x="24242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5" name=""/>
          <p:cNvSpPr/>
          <p:nvPr/>
        </p:nvSpPr>
        <p:spPr>
          <a:xfrm>
            <a:off x="24296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6" name=""/>
          <p:cNvSpPr/>
          <p:nvPr/>
        </p:nvSpPr>
        <p:spPr>
          <a:xfrm>
            <a:off x="24350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7" name=""/>
          <p:cNvSpPr/>
          <p:nvPr/>
        </p:nvSpPr>
        <p:spPr>
          <a:xfrm>
            <a:off x="24400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8" name=""/>
          <p:cNvSpPr/>
          <p:nvPr/>
        </p:nvSpPr>
        <p:spPr>
          <a:xfrm>
            <a:off x="24454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09" name=""/>
          <p:cNvSpPr/>
          <p:nvPr/>
        </p:nvSpPr>
        <p:spPr>
          <a:xfrm>
            <a:off x="24508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0" name=""/>
          <p:cNvSpPr/>
          <p:nvPr/>
        </p:nvSpPr>
        <p:spPr>
          <a:xfrm>
            <a:off x="24559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1" name=""/>
          <p:cNvSpPr/>
          <p:nvPr/>
        </p:nvSpPr>
        <p:spPr>
          <a:xfrm>
            <a:off x="24613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2" name=""/>
          <p:cNvSpPr/>
          <p:nvPr/>
        </p:nvSpPr>
        <p:spPr>
          <a:xfrm>
            <a:off x="24667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3" name=""/>
          <p:cNvSpPr/>
          <p:nvPr/>
        </p:nvSpPr>
        <p:spPr>
          <a:xfrm>
            <a:off x="247176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4" name=""/>
          <p:cNvSpPr/>
          <p:nvPr/>
        </p:nvSpPr>
        <p:spPr>
          <a:xfrm>
            <a:off x="24771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5" name=""/>
          <p:cNvSpPr/>
          <p:nvPr/>
        </p:nvSpPr>
        <p:spPr>
          <a:xfrm>
            <a:off x="24825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6" name=""/>
          <p:cNvSpPr/>
          <p:nvPr/>
        </p:nvSpPr>
        <p:spPr>
          <a:xfrm>
            <a:off x="24879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7" name=""/>
          <p:cNvSpPr/>
          <p:nvPr/>
        </p:nvSpPr>
        <p:spPr>
          <a:xfrm>
            <a:off x="24930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8" name=""/>
          <p:cNvSpPr/>
          <p:nvPr/>
        </p:nvSpPr>
        <p:spPr>
          <a:xfrm>
            <a:off x="24984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19" name=""/>
          <p:cNvSpPr/>
          <p:nvPr/>
        </p:nvSpPr>
        <p:spPr>
          <a:xfrm>
            <a:off x="25038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0" name=""/>
          <p:cNvSpPr/>
          <p:nvPr/>
        </p:nvSpPr>
        <p:spPr>
          <a:xfrm>
            <a:off x="25088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1" name=""/>
          <p:cNvSpPr/>
          <p:nvPr/>
        </p:nvSpPr>
        <p:spPr>
          <a:xfrm>
            <a:off x="25142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2" name=""/>
          <p:cNvSpPr/>
          <p:nvPr/>
        </p:nvSpPr>
        <p:spPr>
          <a:xfrm>
            <a:off x="25196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3" name=""/>
          <p:cNvSpPr/>
          <p:nvPr/>
        </p:nvSpPr>
        <p:spPr>
          <a:xfrm>
            <a:off x="25246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4" name=""/>
          <p:cNvSpPr/>
          <p:nvPr/>
        </p:nvSpPr>
        <p:spPr>
          <a:xfrm>
            <a:off x="25300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5" name=""/>
          <p:cNvSpPr/>
          <p:nvPr/>
        </p:nvSpPr>
        <p:spPr>
          <a:xfrm>
            <a:off x="25354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6" name=""/>
          <p:cNvSpPr/>
          <p:nvPr/>
        </p:nvSpPr>
        <p:spPr>
          <a:xfrm>
            <a:off x="25408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7" name=""/>
          <p:cNvSpPr/>
          <p:nvPr/>
        </p:nvSpPr>
        <p:spPr>
          <a:xfrm>
            <a:off x="25459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8" name=""/>
          <p:cNvSpPr/>
          <p:nvPr/>
        </p:nvSpPr>
        <p:spPr>
          <a:xfrm>
            <a:off x="25513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29" name=""/>
          <p:cNvSpPr/>
          <p:nvPr/>
        </p:nvSpPr>
        <p:spPr>
          <a:xfrm>
            <a:off x="25567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0" name=""/>
          <p:cNvSpPr/>
          <p:nvPr/>
        </p:nvSpPr>
        <p:spPr>
          <a:xfrm>
            <a:off x="25617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1" name=""/>
          <p:cNvSpPr/>
          <p:nvPr/>
        </p:nvSpPr>
        <p:spPr>
          <a:xfrm>
            <a:off x="25671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2" name=""/>
          <p:cNvSpPr/>
          <p:nvPr/>
        </p:nvSpPr>
        <p:spPr>
          <a:xfrm>
            <a:off x="25725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3" name=""/>
          <p:cNvSpPr/>
          <p:nvPr/>
        </p:nvSpPr>
        <p:spPr>
          <a:xfrm>
            <a:off x="257760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4" name=""/>
          <p:cNvSpPr/>
          <p:nvPr/>
        </p:nvSpPr>
        <p:spPr>
          <a:xfrm>
            <a:off x="25830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5" name=""/>
          <p:cNvSpPr/>
          <p:nvPr/>
        </p:nvSpPr>
        <p:spPr>
          <a:xfrm>
            <a:off x="25884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6" name=""/>
          <p:cNvSpPr/>
          <p:nvPr/>
        </p:nvSpPr>
        <p:spPr>
          <a:xfrm>
            <a:off x="25938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7" name=""/>
          <p:cNvSpPr/>
          <p:nvPr/>
        </p:nvSpPr>
        <p:spPr>
          <a:xfrm>
            <a:off x="25988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8" name=""/>
          <p:cNvSpPr/>
          <p:nvPr/>
        </p:nvSpPr>
        <p:spPr>
          <a:xfrm>
            <a:off x="26042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39" name=""/>
          <p:cNvSpPr/>
          <p:nvPr/>
        </p:nvSpPr>
        <p:spPr>
          <a:xfrm>
            <a:off x="26096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0" name=""/>
          <p:cNvSpPr/>
          <p:nvPr/>
        </p:nvSpPr>
        <p:spPr>
          <a:xfrm>
            <a:off x="26146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1" name=""/>
          <p:cNvSpPr/>
          <p:nvPr/>
        </p:nvSpPr>
        <p:spPr>
          <a:xfrm>
            <a:off x="26200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2" name=""/>
          <p:cNvSpPr/>
          <p:nvPr/>
        </p:nvSpPr>
        <p:spPr>
          <a:xfrm>
            <a:off x="26254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3" name=""/>
          <p:cNvSpPr/>
          <p:nvPr/>
        </p:nvSpPr>
        <p:spPr>
          <a:xfrm>
            <a:off x="26305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4" name=""/>
          <p:cNvSpPr/>
          <p:nvPr/>
        </p:nvSpPr>
        <p:spPr>
          <a:xfrm>
            <a:off x="26359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5" name=""/>
          <p:cNvSpPr/>
          <p:nvPr/>
        </p:nvSpPr>
        <p:spPr>
          <a:xfrm>
            <a:off x="26413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6" name=""/>
          <p:cNvSpPr/>
          <p:nvPr/>
        </p:nvSpPr>
        <p:spPr>
          <a:xfrm>
            <a:off x="26467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7" name=""/>
          <p:cNvSpPr/>
          <p:nvPr/>
        </p:nvSpPr>
        <p:spPr>
          <a:xfrm>
            <a:off x="26517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8" name=""/>
          <p:cNvSpPr/>
          <p:nvPr/>
        </p:nvSpPr>
        <p:spPr>
          <a:xfrm>
            <a:off x="26571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49" name=""/>
          <p:cNvSpPr/>
          <p:nvPr/>
        </p:nvSpPr>
        <p:spPr>
          <a:xfrm>
            <a:off x="26625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0" name=""/>
          <p:cNvSpPr/>
          <p:nvPr/>
        </p:nvSpPr>
        <p:spPr>
          <a:xfrm>
            <a:off x="26676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1" name=""/>
          <p:cNvSpPr/>
          <p:nvPr/>
        </p:nvSpPr>
        <p:spPr>
          <a:xfrm>
            <a:off x="26730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2" name=""/>
          <p:cNvSpPr/>
          <p:nvPr/>
        </p:nvSpPr>
        <p:spPr>
          <a:xfrm>
            <a:off x="26784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3" name=""/>
          <p:cNvSpPr/>
          <p:nvPr/>
        </p:nvSpPr>
        <p:spPr>
          <a:xfrm>
            <a:off x="268344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4" name=""/>
          <p:cNvSpPr/>
          <p:nvPr/>
        </p:nvSpPr>
        <p:spPr>
          <a:xfrm>
            <a:off x="26888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5" name=""/>
          <p:cNvSpPr/>
          <p:nvPr/>
        </p:nvSpPr>
        <p:spPr>
          <a:xfrm>
            <a:off x="26942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6" name=""/>
          <p:cNvSpPr/>
          <p:nvPr/>
        </p:nvSpPr>
        <p:spPr>
          <a:xfrm>
            <a:off x="26996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7" name=""/>
          <p:cNvSpPr/>
          <p:nvPr/>
        </p:nvSpPr>
        <p:spPr>
          <a:xfrm>
            <a:off x="27046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8" name=""/>
          <p:cNvSpPr/>
          <p:nvPr/>
        </p:nvSpPr>
        <p:spPr>
          <a:xfrm>
            <a:off x="27100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59" name=""/>
          <p:cNvSpPr/>
          <p:nvPr/>
        </p:nvSpPr>
        <p:spPr>
          <a:xfrm>
            <a:off x="27154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0" name=""/>
          <p:cNvSpPr/>
          <p:nvPr/>
        </p:nvSpPr>
        <p:spPr>
          <a:xfrm>
            <a:off x="27205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1" name=""/>
          <p:cNvSpPr/>
          <p:nvPr/>
        </p:nvSpPr>
        <p:spPr>
          <a:xfrm>
            <a:off x="27259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2" name=""/>
          <p:cNvSpPr/>
          <p:nvPr/>
        </p:nvSpPr>
        <p:spPr>
          <a:xfrm>
            <a:off x="27313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3" name=""/>
          <p:cNvSpPr/>
          <p:nvPr/>
        </p:nvSpPr>
        <p:spPr>
          <a:xfrm>
            <a:off x="27363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4" name=""/>
          <p:cNvSpPr/>
          <p:nvPr/>
        </p:nvSpPr>
        <p:spPr>
          <a:xfrm>
            <a:off x="27417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5" name=""/>
          <p:cNvSpPr/>
          <p:nvPr/>
        </p:nvSpPr>
        <p:spPr>
          <a:xfrm>
            <a:off x="27471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6" name=""/>
          <p:cNvSpPr/>
          <p:nvPr/>
        </p:nvSpPr>
        <p:spPr>
          <a:xfrm>
            <a:off x="27525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7" name=""/>
          <p:cNvSpPr/>
          <p:nvPr/>
        </p:nvSpPr>
        <p:spPr>
          <a:xfrm>
            <a:off x="27576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8" name=""/>
          <p:cNvSpPr/>
          <p:nvPr/>
        </p:nvSpPr>
        <p:spPr>
          <a:xfrm>
            <a:off x="27630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69" name=""/>
          <p:cNvSpPr/>
          <p:nvPr/>
        </p:nvSpPr>
        <p:spPr>
          <a:xfrm>
            <a:off x="27684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0" name=""/>
          <p:cNvSpPr/>
          <p:nvPr/>
        </p:nvSpPr>
        <p:spPr>
          <a:xfrm>
            <a:off x="27734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1" name=""/>
          <p:cNvSpPr/>
          <p:nvPr/>
        </p:nvSpPr>
        <p:spPr>
          <a:xfrm>
            <a:off x="27788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2" name=""/>
          <p:cNvSpPr/>
          <p:nvPr/>
        </p:nvSpPr>
        <p:spPr>
          <a:xfrm>
            <a:off x="27842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3" name=""/>
          <p:cNvSpPr/>
          <p:nvPr/>
        </p:nvSpPr>
        <p:spPr>
          <a:xfrm>
            <a:off x="2789280" y="2710080"/>
            <a:ext cx="6120" cy="1584000"/>
          </a:xfrm>
          <a:custGeom>
            <a:avLst/>
            <a:gdLst/>
            <a:ahLst/>
            <a:rect l="0" t="0" r="r" b="b"/>
            <a:pathLst>
              <a:path w="17" h="4400">
                <a:moveTo>
                  <a:pt x="0" y="4400"/>
                </a:moveTo>
                <a:lnTo>
                  <a:pt x="0" y="0"/>
                </a:lnTo>
                <a:lnTo>
                  <a:pt x="17" y="0"/>
                </a:lnTo>
                <a:lnTo>
                  <a:pt x="17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4" name=""/>
          <p:cNvSpPr/>
          <p:nvPr/>
        </p:nvSpPr>
        <p:spPr>
          <a:xfrm>
            <a:off x="27946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5" name=""/>
          <p:cNvSpPr/>
          <p:nvPr/>
        </p:nvSpPr>
        <p:spPr>
          <a:xfrm>
            <a:off x="280008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6" name=""/>
          <p:cNvSpPr/>
          <p:nvPr/>
        </p:nvSpPr>
        <p:spPr>
          <a:xfrm>
            <a:off x="280548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7" name=""/>
          <p:cNvSpPr/>
          <p:nvPr/>
        </p:nvSpPr>
        <p:spPr>
          <a:xfrm>
            <a:off x="28105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8" name=""/>
          <p:cNvSpPr/>
          <p:nvPr/>
        </p:nvSpPr>
        <p:spPr>
          <a:xfrm>
            <a:off x="281592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79" name=""/>
          <p:cNvSpPr/>
          <p:nvPr/>
        </p:nvSpPr>
        <p:spPr>
          <a:xfrm>
            <a:off x="282132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0" name=""/>
          <p:cNvSpPr/>
          <p:nvPr/>
        </p:nvSpPr>
        <p:spPr>
          <a:xfrm>
            <a:off x="28263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1" name=""/>
          <p:cNvSpPr/>
          <p:nvPr/>
        </p:nvSpPr>
        <p:spPr>
          <a:xfrm>
            <a:off x="283176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2" name=""/>
          <p:cNvSpPr/>
          <p:nvPr/>
        </p:nvSpPr>
        <p:spPr>
          <a:xfrm>
            <a:off x="283716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3" name=""/>
          <p:cNvSpPr/>
          <p:nvPr/>
        </p:nvSpPr>
        <p:spPr>
          <a:xfrm>
            <a:off x="28422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4" name=""/>
          <p:cNvSpPr/>
          <p:nvPr/>
        </p:nvSpPr>
        <p:spPr>
          <a:xfrm>
            <a:off x="28476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5" name=""/>
          <p:cNvSpPr/>
          <p:nvPr/>
        </p:nvSpPr>
        <p:spPr>
          <a:xfrm>
            <a:off x="285300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6" name=""/>
          <p:cNvSpPr/>
          <p:nvPr/>
        </p:nvSpPr>
        <p:spPr>
          <a:xfrm>
            <a:off x="285840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7" name=""/>
          <p:cNvSpPr/>
          <p:nvPr/>
        </p:nvSpPr>
        <p:spPr>
          <a:xfrm>
            <a:off x="28634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8" name=""/>
          <p:cNvSpPr/>
          <p:nvPr/>
        </p:nvSpPr>
        <p:spPr>
          <a:xfrm>
            <a:off x="2868840" y="2710080"/>
            <a:ext cx="5760" cy="1584000"/>
          </a:xfrm>
          <a:custGeom>
            <a:avLst/>
            <a:gdLst/>
            <a:ahLst/>
            <a:rect l="0" t="0" r="r" b="b"/>
            <a:pathLst>
              <a:path w="16" h="4400">
                <a:moveTo>
                  <a:pt x="0" y="4400"/>
                </a:moveTo>
                <a:lnTo>
                  <a:pt x="0" y="0"/>
                </a:lnTo>
                <a:lnTo>
                  <a:pt x="16" y="0"/>
                </a:lnTo>
                <a:lnTo>
                  <a:pt x="16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89" name=""/>
          <p:cNvSpPr/>
          <p:nvPr/>
        </p:nvSpPr>
        <p:spPr>
          <a:xfrm>
            <a:off x="2874240" y="2710080"/>
            <a:ext cx="5400" cy="1584000"/>
          </a:xfrm>
          <a:custGeom>
            <a:avLst/>
            <a:gdLst/>
            <a:ahLst/>
            <a:rect l="0" t="0" r="r" b="b"/>
            <a:pathLst>
              <a:path w="15" h="4400">
                <a:moveTo>
                  <a:pt x="0" y="4400"/>
                </a:moveTo>
                <a:lnTo>
                  <a:pt x="0" y="0"/>
                </a:lnTo>
                <a:lnTo>
                  <a:pt x="15" y="0"/>
                </a:lnTo>
                <a:lnTo>
                  <a:pt x="15" y="4400"/>
                </a:lnTo>
                <a:lnTo>
                  <a:pt x="0" y="440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290" name=""/>
          <p:cNvSpPr/>
          <p:nvPr/>
        </p:nvSpPr>
        <p:spPr>
          <a:xfrm>
            <a:off x="1524600" y="2710080"/>
            <a:ext cx="1355040" cy="1584000"/>
          </a:xfrm>
          <a:custGeom>
            <a:avLst/>
            <a:gdLst/>
            <a:ahLst/>
            <a:rect l="0" t="0" r="r" b="b"/>
            <a:pathLst>
              <a:path w="3764" h="4400">
                <a:moveTo>
                  <a:pt x="0" y="4400"/>
                </a:moveTo>
                <a:lnTo>
                  <a:pt x="3764" y="4400"/>
                </a:lnTo>
                <a:lnTo>
                  <a:pt x="3764" y="0"/>
                </a:lnTo>
                <a:lnTo>
                  <a:pt x="0" y="0"/>
                </a:lnTo>
                <a:lnTo>
                  <a:pt x="0" y="440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5291" name="" descr=""/>
          <p:cNvPicPr/>
          <p:nvPr/>
        </p:nvPicPr>
        <p:blipFill>
          <a:blip r:embed="rId3"/>
          <a:stretch/>
        </p:blipFill>
        <p:spPr>
          <a:xfrm>
            <a:off x="2904840" y="4303800"/>
            <a:ext cx="225360" cy="757080"/>
          </a:xfrm>
          <a:prstGeom prst="rect">
            <a:avLst/>
          </a:prstGeom>
          <a:ln w="0">
            <a:noFill/>
          </a:ln>
        </p:spPr>
      </p:pic>
      <p:sp>
        <p:nvSpPr>
          <p:cNvPr id="15292" name=""/>
          <p:cNvSpPr txBox="1"/>
          <p:nvPr/>
        </p:nvSpPr>
        <p:spPr>
          <a:xfrm>
            <a:off x="4961160" y="5076000"/>
            <a:ext cx="32317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People who work out frequently have more muscles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93" name=""/>
          <p:cNvSpPr txBox="1"/>
          <p:nvPr/>
        </p:nvSpPr>
        <p:spPr>
          <a:xfrm>
            <a:off x="3134160" y="4412880"/>
            <a:ext cx="180720" cy="139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c00000"/>
                </a:solidFill>
                <a:latin typeface="Calibri"/>
                <a:ea typeface="Calibri"/>
              </a:rPr>
              <a:t>Age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94" name=""/>
          <p:cNvSpPr txBox="1"/>
          <p:nvPr/>
        </p:nvSpPr>
        <p:spPr>
          <a:xfrm>
            <a:off x="3134160" y="4734000"/>
            <a:ext cx="351360" cy="139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c00000"/>
                </a:solidFill>
                <a:latin typeface="Calibri"/>
                <a:ea typeface="Calibri"/>
              </a:rPr>
              <a:t>Gender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95" name=""/>
          <p:cNvSpPr txBox="1"/>
          <p:nvPr/>
        </p:nvSpPr>
        <p:spPr>
          <a:xfrm>
            <a:off x="3134160" y="5132880"/>
            <a:ext cx="174600" cy="139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c00000"/>
                </a:solidFill>
                <a:latin typeface="Calibri"/>
                <a:ea typeface="Calibri"/>
              </a:rPr>
              <a:t>Etc.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15296" name="" descr=""/>
          <p:cNvPicPr/>
          <p:nvPr/>
        </p:nvPicPr>
        <p:blipFill>
          <a:blip r:embed="rId4"/>
          <a:stretch/>
        </p:blipFill>
        <p:spPr>
          <a:xfrm>
            <a:off x="2892600" y="5070240"/>
            <a:ext cx="208440" cy="196200"/>
          </a:xfrm>
          <a:prstGeom prst="rect">
            <a:avLst/>
          </a:prstGeom>
          <a:ln w="0">
            <a:noFill/>
          </a:ln>
        </p:spPr>
      </p:pic>
      <p:sp>
        <p:nvSpPr>
          <p:cNvPr id="15297" name=""/>
          <p:cNvSpPr txBox="1"/>
          <p:nvPr/>
        </p:nvSpPr>
        <p:spPr>
          <a:xfrm>
            <a:off x="3134160" y="3518640"/>
            <a:ext cx="120636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c00000"/>
                </a:solidFill>
                <a:latin typeface="Calibri"/>
                <a:ea typeface="Calibri"/>
              </a:rPr>
              <a:t>Impedance Portion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98" name=""/>
          <p:cNvSpPr txBox="1"/>
          <p:nvPr/>
        </p:nvSpPr>
        <p:spPr>
          <a:xfrm>
            <a:off x="4872960" y="2650320"/>
            <a:ext cx="18050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c00000"/>
                </a:solidFill>
                <a:latin typeface="Calibri"/>
                <a:ea typeface="Calibri"/>
              </a:rPr>
              <a:t>Empirical Estimations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299" name=""/>
          <p:cNvSpPr txBox="1"/>
          <p:nvPr/>
        </p:nvSpPr>
        <p:spPr>
          <a:xfrm>
            <a:off x="4872960" y="2894760"/>
            <a:ext cx="26996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: Variables based on common knowledge  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00" name=""/>
          <p:cNvSpPr txBox="1"/>
          <p:nvPr/>
        </p:nvSpPr>
        <p:spPr>
          <a:xfrm>
            <a:off x="4942800" y="3077640"/>
            <a:ext cx="21420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accumulated throughout the time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01" name=""/>
          <p:cNvSpPr txBox="1"/>
          <p:nvPr/>
        </p:nvSpPr>
        <p:spPr>
          <a:xfrm>
            <a:off x="1171080" y="1427760"/>
            <a:ext cx="1667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c00000"/>
                </a:solidFill>
                <a:latin typeface="Calibri"/>
                <a:ea typeface="Calibri"/>
              </a:rPr>
              <a:t>InBody technology 4: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02" name=""/>
          <p:cNvSpPr txBox="1"/>
          <p:nvPr/>
        </p:nvSpPr>
        <p:spPr>
          <a:xfrm>
            <a:off x="1171080" y="1656360"/>
            <a:ext cx="2414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000000"/>
                </a:solidFill>
                <a:latin typeface="Calibri"/>
                <a:ea typeface="Calibri"/>
              </a:rPr>
              <a:t>Excluding Empirical Estimation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0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30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0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0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1530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15309" name=""/>
          <p:cNvSpPr/>
          <p:nvPr/>
        </p:nvSpPr>
        <p:spPr>
          <a:xfrm>
            <a:off x="3176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0" name=""/>
          <p:cNvSpPr/>
          <p:nvPr/>
        </p:nvSpPr>
        <p:spPr>
          <a:xfrm>
            <a:off x="3178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1" name=""/>
          <p:cNvSpPr/>
          <p:nvPr/>
        </p:nvSpPr>
        <p:spPr>
          <a:xfrm>
            <a:off x="31802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2" name=""/>
          <p:cNvSpPr/>
          <p:nvPr/>
        </p:nvSpPr>
        <p:spPr>
          <a:xfrm>
            <a:off x="3182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3" name=""/>
          <p:cNvSpPr/>
          <p:nvPr/>
        </p:nvSpPr>
        <p:spPr>
          <a:xfrm>
            <a:off x="31838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4" name=""/>
          <p:cNvSpPr/>
          <p:nvPr/>
        </p:nvSpPr>
        <p:spPr>
          <a:xfrm>
            <a:off x="3185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5" name=""/>
          <p:cNvSpPr/>
          <p:nvPr/>
        </p:nvSpPr>
        <p:spPr>
          <a:xfrm>
            <a:off x="3187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6" name=""/>
          <p:cNvSpPr/>
          <p:nvPr/>
        </p:nvSpPr>
        <p:spPr>
          <a:xfrm>
            <a:off x="31892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7" name=""/>
          <p:cNvSpPr/>
          <p:nvPr/>
        </p:nvSpPr>
        <p:spPr>
          <a:xfrm>
            <a:off x="3191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8" name=""/>
          <p:cNvSpPr/>
          <p:nvPr/>
        </p:nvSpPr>
        <p:spPr>
          <a:xfrm>
            <a:off x="31928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19" name=""/>
          <p:cNvSpPr/>
          <p:nvPr/>
        </p:nvSpPr>
        <p:spPr>
          <a:xfrm>
            <a:off x="3194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0" name=""/>
          <p:cNvSpPr/>
          <p:nvPr/>
        </p:nvSpPr>
        <p:spPr>
          <a:xfrm>
            <a:off x="3196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1" name=""/>
          <p:cNvSpPr/>
          <p:nvPr/>
        </p:nvSpPr>
        <p:spPr>
          <a:xfrm>
            <a:off x="31982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2" name=""/>
          <p:cNvSpPr/>
          <p:nvPr/>
        </p:nvSpPr>
        <p:spPr>
          <a:xfrm>
            <a:off x="3200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3" name=""/>
          <p:cNvSpPr/>
          <p:nvPr/>
        </p:nvSpPr>
        <p:spPr>
          <a:xfrm>
            <a:off x="3201840" y="2303280"/>
            <a:ext cx="2520" cy="1175400"/>
          </a:xfrm>
          <a:custGeom>
            <a:avLst/>
            <a:gdLst/>
            <a:ahLst/>
            <a:rect l="0" t="0" r="r" b="b"/>
            <a:pathLst>
              <a:path w="7" h="3265">
                <a:moveTo>
                  <a:pt x="0" y="3265"/>
                </a:moveTo>
                <a:lnTo>
                  <a:pt x="0" y="0"/>
                </a:lnTo>
                <a:lnTo>
                  <a:pt x="7" y="0"/>
                </a:lnTo>
                <a:lnTo>
                  <a:pt x="7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4" name=""/>
          <p:cNvSpPr/>
          <p:nvPr/>
        </p:nvSpPr>
        <p:spPr>
          <a:xfrm>
            <a:off x="3204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5" name=""/>
          <p:cNvSpPr/>
          <p:nvPr/>
        </p:nvSpPr>
        <p:spPr>
          <a:xfrm>
            <a:off x="3205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6" name=""/>
          <p:cNvSpPr/>
          <p:nvPr/>
        </p:nvSpPr>
        <p:spPr>
          <a:xfrm>
            <a:off x="32076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7" name=""/>
          <p:cNvSpPr/>
          <p:nvPr/>
        </p:nvSpPr>
        <p:spPr>
          <a:xfrm>
            <a:off x="32094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8" name=""/>
          <p:cNvSpPr/>
          <p:nvPr/>
        </p:nvSpPr>
        <p:spPr>
          <a:xfrm>
            <a:off x="32112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29" name=""/>
          <p:cNvSpPr/>
          <p:nvPr/>
        </p:nvSpPr>
        <p:spPr>
          <a:xfrm>
            <a:off x="3213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0" name=""/>
          <p:cNvSpPr/>
          <p:nvPr/>
        </p:nvSpPr>
        <p:spPr>
          <a:xfrm>
            <a:off x="3214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1" name=""/>
          <p:cNvSpPr/>
          <p:nvPr/>
        </p:nvSpPr>
        <p:spPr>
          <a:xfrm>
            <a:off x="32166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2" name=""/>
          <p:cNvSpPr/>
          <p:nvPr/>
        </p:nvSpPr>
        <p:spPr>
          <a:xfrm>
            <a:off x="32184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3" name=""/>
          <p:cNvSpPr/>
          <p:nvPr/>
        </p:nvSpPr>
        <p:spPr>
          <a:xfrm>
            <a:off x="32202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4" name=""/>
          <p:cNvSpPr/>
          <p:nvPr/>
        </p:nvSpPr>
        <p:spPr>
          <a:xfrm>
            <a:off x="3222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5" name=""/>
          <p:cNvSpPr/>
          <p:nvPr/>
        </p:nvSpPr>
        <p:spPr>
          <a:xfrm>
            <a:off x="3223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6" name=""/>
          <p:cNvSpPr/>
          <p:nvPr/>
        </p:nvSpPr>
        <p:spPr>
          <a:xfrm>
            <a:off x="32256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7" name=""/>
          <p:cNvSpPr/>
          <p:nvPr/>
        </p:nvSpPr>
        <p:spPr>
          <a:xfrm>
            <a:off x="32274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8" name=""/>
          <p:cNvSpPr/>
          <p:nvPr/>
        </p:nvSpPr>
        <p:spPr>
          <a:xfrm>
            <a:off x="32292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39" name=""/>
          <p:cNvSpPr/>
          <p:nvPr/>
        </p:nvSpPr>
        <p:spPr>
          <a:xfrm>
            <a:off x="3231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0" name=""/>
          <p:cNvSpPr/>
          <p:nvPr/>
        </p:nvSpPr>
        <p:spPr>
          <a:xfrm>
            <a:off x="3232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1" name=""/>
          <p:cNvSpPr/>
          <p:nvPr/>
        </p:nvSpPr>
        <p:spPr>
          <a:xfrm>
            <a:off x="32346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2" name=""/>
          <p:cNvSpPr/>
          <p:nvPr/>
        </p:nvSpPr>
        <p:spPr>
          <a:xfrm>
            <a:off x="32364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3" name=""/>
          <p:cNvSpPr/>
          <p:nvPr/>
        </p:nvSpPr>
        <p:spPr>
          <a:xfrm>
            <a:off x="32382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4" name=""/>
          <p:cNvSpPr/>
          <p:nvPr/>
        </p:nvSpPr>
        <p:spPr>
          <a:xfrm>
            <a:off x="3240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5" name=""/>
          <p:cNvSpPr/>
          <p:nvPr/>
        </p:nvSpPr>
        <p:spPr>
          <a:xfrm>
            <a:off x="3241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6" name=""/>
          <p:cNvSpPr/>
          <p:nvPr/>
        </p:nvSpPr>
        <p:spPr>
          <a:xfrm>
            <a:off x="3243600" y="2303280"/>
            <a:ext cx="2520" cy="1175400"/>
          </a:xfrm>
          <a:custGeom>
            <a:avLst/>
            <a:gdLst/>
            <a:ahLst/>
            <a:rect l="0" t="0" r="r" b="b"/>
            <a:pathLst>
              <a:path w="7" h="3265">
                <a:moveTo>
                  <a:pt x="0" y="3265"/>
                </a:moveTo>
                <a:lnTo>
                  <a:pt x="0" y="0"/>
                </a:lnTo>
                <a:lnTo>
                  <a:pt x="7" y="0"/>
                </a:lnTo>
                <a:lnTo>
                  <a:pt x="7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7" name=""/>
          <p:cNvSpPr/>
          <p:nvPr/>
        </p:nvSpPr>
        <p:spPr>
          <a:xfrm>
            <a:off x="3245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8" name=""/>
          <p:cNvSpPr/>
          <p:nvPr/>
        </p:nvSpPr>
        <p:spPr>
          <a:xfrm>
            <a:off x="32475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49" name=""/>
          <p:cNvSpPr/>
          <p:nvPr/>
        </p:nvSpPr>
        <p:spPr>
          <a:xfrm>
            <a:off x="32493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0" name=""/>
          <p:cNvSpPr/>
          <p:nvPr/>
        </p:nvSpPr>
        <p:spPr>
          <a:xfrm>
            <a:off x="32511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1" name=""/>
          <p:cNvSpPr/>
          <p:nvPr/>
        </p:nvSpPr>
        <p:spPr>
          <a:xfrm>
            <a:off x="32529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2" name=""/>
          <p:cNvSpPr/>
          <p:nvPr/>
        </p:nvSpPr>
        <p:spPr>
          <a:xfrm>
            <a:off x="3254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3" name=""/>
          <p:cNvSpPr/>
          <p:nvPr/>
        </p:nvSpPr>
        <p:spPr>
          <a:xfrm>
            <a:off x="32565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4" name=""/>
          <p:cNvSpPr/>
          <p:nvPr/>
        </p:nvSpPr>
        <p:spPr>
          <a:xfrm>
            <a:off x="32583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5" name=""/>
          <p:cNvSpPr/>
          <p:nvPr/>
        </p:nvSpPr>
        <p:spPr>
          <a:xfrm>
            <a:off x="32601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6" name=""/>
          <p:cNvSpPr/>
          <p:nvPr/>
        </p:nvSpPr>
        <p:spPr>
          <a:xfrm>
            <a:off x="32619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7" name=""/>
          <p:cNvSpPr/>
          <p:nvPr/>
        </p:nvSpPr>
        <p:spPr>
          <a:xfrm>
            <a:off x="3263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8" name=""/>
          <p:cNvSpPr/>
          <p:nvPr/>
        </p:nvSpPr>
        <p:spPr>
          <a:xfrm>
            <a:off x="32655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59" name=""/>
          <p:cNvSpPr/>
          <p:nvPr/>
        </p:nvSpPr>
        <p:spPr>
          <a:xfrm>
            <a:off x="32673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0" name=""/>
          <p:cNvSpPr/>
          <p:nvPr/>
        </p:nvSpPr>
        <p:spPr>
          <a:xfrm>
            <a:off x="32691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1" name=""/>
          <p:cNvSpPr/>
          <p:nvPr/>
        </p:nvSpPr>
        <p:spPr>
          <a:xfrm>
            <a:off x="32709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2" name=""/>
          <p:cNvSpPr/>
          <p:nvPr/>
        </p:nvSpPr>
        <p:spPr>
          <a:xfrm>
            <a:off x="3272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3" name=""/>
          <p:cNvSpPr/>
          <p:nvPr/>
        </p:nvSpPr>
        <p:spPr>
          <a:xfrm>
            <a:off x="32745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4" name=""/>
          <p:cNvSpPr/>
          <p:nvPr/>
        </p:nvSpPr>
        <p:spPr>
          <a:xfrm>
            <a:off x="32763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5" name=""/>
          <p:cNvSpPr/>
          <p:nvPr/>
        </p:nvSpPr>
        <p:spPr>
          <a:xfrm>
            <a:off x="32781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6" name=""/>
          <p:cNvSpPr/>
          <p:nvPr/>
        </p:nvSpPr>
        <p:spPr>
          <a:xfrm>
            <a:off x="32799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7" name=""/>
          <p:cNvSpPr/>
          <p:nvPr/>
        </p:nvSpPr>
        <p:spPr>
          <a:xfrm>
            <a:off x="3281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8" name=""/>
          <p:cNvSpPr/>
          <p:nvPr/>
        </p:nvSpPr>
        <p:spPr>
          <a:xfrm>
            <a:off x="3283560" y="2303280"/>
            <a:ext cx="2520" cy="1175400"/>
          </a:xfrm>
          <a:custGeom>
            <a:avLst/>
            <a:gdLst/>
            <a:ahLst/>
            <a:rect l="0" t="0" r="r" b="b"/>
            <a:pathLst>
              <a:path w="7" h="3265">
                <a:moveTo>
                  <a:pt x="0" y="3265"/>
                </a:moveTo>
                <a:lnTo>
                  <a:pt x="0" y="0"/>
                </a:lnTo>
                <a:lnTo>
                  <a:pt x="7" y="0"/>
                </a:lnTo>
                <a:lnTo>
                  <a:pt x="7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69" name=""/>
          <p:cNvSpPr/>
          <p:nvPr/>
        </p:nvSpPr>
        <p:spPr>
          <a:xfrm>
            <a:off x="32857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0" name=""/>
          <p:cNvSpPr/>
          <p:nvPr/>
        </p:nvSpPr>
        <p:spPr>
          <a:xfrm>
            <a:off x="3287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1" name=""/>
          <p:cNvSpPr/>
          <p:nvPr/>
        </p:nvSpPr>
        <p:spPr>
          <a:xfrm>
            <a:off x="32893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2" name=""/>
          <p:cNvSpPr/>
          <p:nvPr/>
        </p:nvSpPr>
        <p:spPr>
          <a:xfrm>
            <a:off x="32911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3" name=""/>
          <p:cNvSpPr/>
          <p:nvPr/>
        </p:nvSpPr>
        <p:spPr>
          <a:xfrm>
            <a:off x="32929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4" name=""/>
          <p:cNvSpPr/>
          <p:nvPr/>
        </p:nvSpPr>
        <p:spPr>
          <a:xfrm>
            <a:off x="32947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5" name=""/>
          <p:cNvSpPr/>
          <p:nvPr/>
        </p:nvSpPr>
        <p:spPr>
          <a:xfrm>
            <a:off x="3296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6" name=""/>
          <p:cNvSpPr/>
          <p:nvPr/>
        </p:nvSpPr>
        <p:spPr>
          <a:xfrm>
            <a:off x="32983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7" name=""/>
          <p:cNvSpPr/>
          <p:nvPr/>
        </p:nvSpPr>
        <p:spPr>
          <a:xfrm>
            <a:off x="33001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8" name=""/>
          <p:cNvSpPr/>
          <p:nvPr/>
        </p:nvSpPr>
        <p:spPr>
          <a:xfrm>
            <a:off x="33019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79" name=""/>
          <p:cNvSpPr/>
          <p:nvPr/>
        </p:nvSpPr>
        <p:spPr>
          <a:xfrm>
            <a:off x="33037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0" name=""/>
          <p:cNvSpPr/>
          <p:nvPr/>
        </p:nvSpPr>
        <p:spPr>
          <a:xfrm>
            <a:off x="3305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1" name=""/>
          <p:cNvSpPr/>
          <p:nvPr/>
        </p:nvSpPr>
        <p:spPr>
          <a:xfrm>
            <a:off x="33073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2" name=""/>
          <p:cNvSpPr/>
          <p:nvPr/>
        </p:nvSpPr>
        <p:spPr>
          <a:xfrm>
            <a:off x="33091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3" name=""/>
          <p:cNvSpPr/>
          <p:nvPr/>
        </p:nvSpPr>
        <p:spPr>
          <a:xfrm>
            <a:off x="33109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4" name=""/>
          <p:cNvSpPr/>
          <p:nvPr/>
        </p:nvSpPr>
        <p:spPr>
          <a:xfrm>
            <a:off x="33127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5" name=""/>
          <p:cNvSpPr/>
          <p:nvPr/>
        </p:nvSpPr>
        <p:spPr>
          <a:xfrm>
            <a:off x="3314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6" name=""/>
          <p:cNvSpPr/>
          <p:nvPr/>
        </p:nvSpPr>
        <p:spPr>
          <a:xfrm>
            <a:off x="33163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7" name=""/>
          <p:cNvSpPr/>
          <p:nvPr/>
        </p:nvSpPr>
        <p:spPr>
          <a:xfrm>
            <a:off x="33181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8" name=""/>
          <p:cNvSpPr/>
          <p:nvPr/>
        </p:nvSpPr>
        <p:spPr>
          <a:xfrm>
            <a:off x="33199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89" name=""/>
          <p:cNvSpPr/>
          <p:nvPr/>
        </p:nvSpPr>
        <p:spPr>
          <a:xfrm>
            <a:off x="33217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0" name=""/>
          <p:cNvSpPr/>
          <p:nvPr/>
        </p:nvSpPr>
        <p:spPr>
          <a:xfrm>
            <a:off x="3323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1" name=""/>
          <p:cNvSpPr/>
          <p:nvPr/>
        </p:nvSpPr>
        <p:spPr>
          <a:xfrm>
            <a:off x="3325320" y="2303280"/>
            <a:ext cx="2880" cy="1175400"/>
          </a:xfrm>
          <a:custGeom>
            <a:avLst/>
            <a:gdLst/>
            <a:ahLst/>
            <a:rect l="0" t="0" r="r" b="b"/>
            <a:pathLst>
              <a:path w="8" h="3265">
                <a:moveTo>
                  <a:pt x="0" y="3265"/>
                </a:moveTo>
                <a:lnTo>
                  <a:pt x="0" y="0"/>
                </a:lnTo>
                <a:lnTo>
                  <a:pt x="8" y="0"/>
                </a:lnTo>
                <a:lnTo>
                  <a:pt x="8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2" name=""/>
          <p:cNvSpPr/>
          <p:nvPr/>
        </p:nvSpPr>
        <p:spPr>
          <a:xfrm>
            <a:off x="33274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3" name=""/>
          <p:cNvSpPr/>
          <p:nvPr/>
        </p:nvSpPr>
        <p:spPr>
          <a:xfrm>
            <a:off x="33292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4" name=""/>
          <p:cNvSpPr/>
          <p:nvPr/>
        </p:nvSpPr>
        <p:spPr>
          <a:xfrm>
            <a:off x="33310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5" name=""/>
          <p:cNvSpPr/>
          <p:nvPr/>
        </p:nvSpPr>
        <p:spPr>
          <a:xfrm>
            <a:off x="33328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6" name=""/>
          <p:cNvSpPr/>
          <p:nvPr/>
        </p:nvSpPr>
        <p:spPr>
          <a:xfrm>
            <a:off x="33346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7" name=""/>
          <p:cNvSpPr/>
          <p:nvPr/>
        </p:nvSpPr>
        <p:spPr>
          <a:xfrm>
            <a:off x="33364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8" name=""/>
          <p:cNvSpPr/>
          <p:nvPr/>
        </p:nvSpPr>
        <p:spPr>
          <a:xfrm>
            <a:off x="33382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399" name=""/>
          <p:cNvSpPr/>
          <p:nvPr/>
        </p:nvSpPr>
        <p:spPr>
          <a:xfrm>
            <a:off x="33400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0" name=""/>
          <p:cNvSpPr/>
          <p:nvPr/>
        </p:nvSpPr>
        <p:spPr>
          <a:xfrm>
            <a:off x="33418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1" name=""/>
          <p:cNvSpPr/>
          <p:nvPr/>
        </p:nvSpPr>
        <p:spPr>
          <a:xfrm>
            <a:off x="33436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2" name=""/>
          <p:cNvSpPr/>
          <p:nvPr/>
        </p:nvSpPr>
        <p:spPr>
          <a:xfrm>
            <a:off x="33454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3" name=""/>
          <p:cNvSpPr/>
          <p:nvPr/>
        </p:nvSpPr>
        <p:spPr>
          <a:xfrm>
            <a:off x="33472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4" name=""/>
          <p:cNvSpPr/>
          <p:nvPr/>
        </p:nvSpPr>
        <p:spPr>
          <a:xfrm>
            <a:off x="33490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5" name=""/>
          <p:cNvSpPr/>
          <p:nvPr/>
        </p:nvSpPr>
        <p:spPr>
          <a:xfrm>
            <a:off x="33508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6" name=""/>
          <p:cNvSpPr/>
          <p:nvPr/>
        </p:nvSpPr>
        <p:spPr>
          <a:xfrm>
            <a:off x="33526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7" name=""/>
          <p:cNvSpPr/>
          <p:nvPr/>
        </p:nvSpPr>
        <p:spPr>
          <a:xfrm>
            <a:off x="33544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8" name=""/>
          <p:cNvSpPr/>
          <p:nvPr/>
        </p:nvSpPr>
        <p:spPr>
          <a:xfrm>
            <a:off x="33562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09" name=""/>
          <p:cNvSpPr/>
          <p:nvPr/>
        </p:nvSpPr>
        <p:spPr>
          <a:xfrm>
            <a:off x="33580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0" name=""/>
          <p:cNvSpPr/>
          <p:nvPr/>
        </p:nvSpPr>
        <p:spPr>
          <a:xfrm>
            <a:off x="33598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1" name=""/>
          <p:cNvSpPr/>
          <p:nvPr/>
        </p:nvSpPr>
        <p:spPr>
          <a:xfrm>
            <a:off x="33616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2" name=""/>
          <p:cNvSpPr/>
          <p:nvPr/>
        </p:nvSpPr>
        <p:spPr>
          <a:xfrm>
            <a:off x="33634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3" name=""/>
          <p:cNvSpPr/>
          <p:nvPr/>
        </p:nvSpPr>
        <p:spPr>
          <a:xfrm>
            <a:off x="3365280" y="2303280"/>
            <a:ext cx="4320" cy="1175400"/>
          </a:xfrm>
          <a:custGeom>
            <a:avLst/>
            <a:gdLst/>
            <a:ahLst/>
            <a:rect l="0" t="0" r="r" b="b"/>
            <a:pathLst>
              <a:path w="12" h="3265">
                <a:moveTo>
                  <a:pt x="0" y="3265"/>
                </a:moveTo>
                <a:lnTo>
                  <a:pt x="0" y="0"/>
                </a:lnTo>
                <a:lnTo>
                  <a:pt x="12" y="0"/>
                </a:lnTo>
                <a:lnTo>
                  <a:pt x="12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4" name=""/>
          <p:cNvSpPr/>
          <p:nvPr/>
        </p:nvSpPr>
        <p:spPr>
          <a:xfrm>
            <a:off x="3369240" y="2303280"/>
            <a:ext cx="3960" cy="1175400"/>
          </a:xfrm>
          <a:custGeom>
            <a:avLst/>
            <a:gdLst/>
            <a:ahLst/>
            <a:rect l="0" t="0" r="r" b="b"/>
            <a:pathLst>
              <a:path w="11" h="3265">
                <a:moveTo>
                  <a:pt x="0" y="3265"/>
                </a:moveTo>
                <a:lnTo>
                  <a:pt x="0" y="0"/>
                </a:lnTo>
                <a:lnTo>
                  <a:pt x="11" y="0"/>
                </a:lnTo>
                <a:lnTo>
                  <a:pt x="11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5" name=""/>
          <p:cNvSpPr/>
          <p:nvPr/>
        </p:nvSpPr>
        <p:spPr>
          <a:xfrm>
            <a:off x="33728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6" name=""/>
          <p:cNvSpPr/>
          <p:nvPr/>
        </p:nvSpPr>
        <p:spPr>
          <a:xfrm>
            <a:off x="3374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7" name=""/>
          <p:cNvSpPr/>
          <p:nvPr/>
        </p:nvSpPr>
        <p:spPr>
          <a:xfrm>
            <a:off x="3376440" y="2303280"/>
            <a:ext cx="3960" cy="1175400"/>
          </a:xfrm>
          <a:custGeom>
            <a:avLst/>
            <a:gdLst/>
            <a:ahLst/>
            <a:rect l="0" t="0" r="r" b="b"/>
            <a:pathLst>
              <a:path w="11" h="3265">
                <a:moveTo>
                  <a:pt x="0" y="3265"/>
                </a:moveTo>
                <a:lnTo>
                  <a:pt x="0" y="0"/>
                </a:lnTo>
                <a:lnTo>
                  <a:pt x="11" y="0"/>
                </a:lnTo>
                <a:lnTo>
                  <a:pt x="11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8" name=""/>
          <p:cNvSpPr/>
          <p:nvPr/>
        </p:nvSpPr>
        <p:spPr>
          <a:xfrm>
            <a:off x="3380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19" name=""/>
          <p:cNvSpPr/>
          <p:nvPr/>
        </p:nvSpPr>
        <p:spPr>
          <a:xfrm>
            <a:off x="33818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0" name=""/>
          <p:cNvSpPr/>
          <p:nvPr/>
        </p:nvSpPr>
        <p:spPr>
          <a:xfrm>
            <a:off x="3383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1" name=""/>
          <p:cNvSpPr/>
          <p:nvPr/>
        </p:nvSpPr>
        <p:spPr>
          <a:xfrm>
            <a:off x="3385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2" name=""/>
          <p:cNvSpPr/>
          <p:nvPr/>
        </p:nvSpPr>
        <p:spPr>
          <a:xfrm>
            <a:off x="33872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3" name=""/>
          <p:cNvSpPr/>
          <p:nvPr/>
        </p:nvSpPr>
        <p:spPr>
          <a:xfrm>
            <a:off x="3389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4" name=""/>
          <p:cNvSpPr/>
          <p:nvPr/>
        </p:nvSpPr>
        <p:spPr>
          <a:xfrm>
            <a:off x="3390840" y="2303280"/>
            <a:ext cx="3960" cy="1175400"/>
          </a:xfrm>
          <a:custGeom>
            <a:avLst/>
            <a:gdLst/>
            <a:ahLst/>
            <a:rect l="0" t="0" r="r" b="b"/>
            <a:pathLst>
              <a:path w="11" h="3265">
                <a:moveTo>
                  <a:pt x="0" y="3265"/>
                </a:moveTo>
                <a:lnTo>
                  <a:pt x="0" y="0"/>
                </a:lnTo>
                <a:lnTo>
                  <a:pt x="11" y="0"/>
                </a:lnTo>
                <a:lnTo>
                  <a:pt x="11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5" name=""/>
          <p:cNvSpPr/>
          <p:nvPr/>
        </p:nvSpPr>
        <p:spPr>
          <a:xfrm>
            <a:off x="3394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6" name=""/>
          <p:cNvSpPr/>
          <p:nvPr/>
        </p:nvSpPr>
        <p:spPr>
          <a:xfrm>
            <a:off x="33962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7" name=""/>
          <p:cNvSpPr/>
          <p:nvPr/>
        </p:nvSpPr>
        <p:spPr>
          <a:xfrm>
            <a:off x="3398040" y="2303280"/>
            <a:ext cx="3960" cy="1175400"/>
          </a:xfrm>
          <a:custGeom>
            <a:avLst/>
            <a:gdLst/>
            <a:ahLst/>
            <a:rect l="0" t="0" r="r" b="b"/>
            <a:pathLst>
              <a:path w="11" h="3265">
                <a:moveTo>
                  <a:pt x="0" y="3265"/>
                </a:moveTo>
                <a:lnTo>
                  <a:pt x="0" y="0"/>
                </a:lnTo>
                <a:lnTo>
                  <a:pt x="11" y="0"/>
                </a:lnTo>
                <a:lnTo>
                  <a:pt x="11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8" name=""/>
          <p:cNvSpPr/>
          <p:nvPr/>
        </p:nvSpPr>
        <p:spPr>
          <a:xfrm>
            <a:off x="3401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29" name=""/>
          <p:cNvSpPr/>
          <p:nvPr/>
        </p:nvSpPr>
        <p:spPr>
          <a:xfrm>
            <a:off x="3403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0" name=""/>
          <p:cNvSpPr/>
          <p:nvPr/>
        </p:nvSpPr>
        <p:spPr>
          <a:xfrm>
            <a:off x="3405240" y="2303280"/>
            <a:ext cx="3960" cy="1175400"/>
          </a:xfrm>
          <a:custGeom>
            <a:avLst/>
            <a:gdLst/>
            <a:ahLst/>
            <a:rect l="0" t="0" r="r" b="b"/>
            <a:pathLst>
              <a:path w="11" h="3265">
                <a:moveTo>
                  <a:pt x="0" y="3265"/>
                </a:moveTo>
                <a:lnTo>
                  <a:pt x="0" y="0"/>
                </a:lnTo>
                <a:lnTo>
                  <a:pt x="11" y="0"/>
                </a:lnTo>
                <a:lnTo>
                  <a:pt x="11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1" name=""/>
          <p:cNvSpPr/>
          <p:nvPr/>
        </p:nvSpPr>
        <p:spPr>
          <a:xfrm>
            <a:off x="3408840" y="2303280"/>
            <a:ext cx="4320" cy="1175400"/>
          </a:xfrm>
          <a:custGeom>
            <a:avLst/>
            <a:gdLst/>
            <a:ahLst/>
            <a:rect l="0" t="0" r="r" b="b"/>
            <a:pathLst>
              <a:path w="12" h="3265">
                <a:moveTo>
                  <a:pt x="0" y="3265"/>
                </a:moveTo>
                <a:lnTo>
                  <a:pt x="0" y="0"/>
                </a:lnTo>
                <a:lnTo>
                  <a:pt x="12" y="0"/>
                </a:lnTo>
                <a:lnTo>
                  <a:pt x="12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2" name=""/>
          <p:cNvSpPr/>
          <p:nvPr/>
        </p:nvSpPr>
        <p:spPr>
          <a:xfrm>
            <a:off x="3412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3" name=""/>
          <p:cNvSpPr/>
          <p:nvPr/>
        </p:nvSpPr>
        <p:spPr>
          <a:xfrm>
            <a:off x="34146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4" name=""/>
          <p:cNvSpPr/>
          <p:nvPr/>
        </p:nvSpPr>
        <p:spPr>
          <a:xfrm>
            <a:off x="3416400" y="2303280"/>
            <a:ext cx="3960" cy="1175400"/>
          </a:xfrm>
          <a:custGeom>
            <a:avLst/>
            <a:gdLst/>
            <a:ahLst/>
            <a:rect l="0" t="0" r="r" b="b"/>
            <a:pathLst>
              <a:path w="11" h="3265">
                <a:moveTo>
                  <a:pt x="0" y="3265"/>
                </a:moveTo>
                <a:lnTo>
                  <a:pt x="0" y="0"/>
                </a:lnTo>
                <a:lnTo>
                  <a:pt x="11" y="0"/>
                </a:lnTo>
                <a:lnTo>
                  <a:pt x="11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5" name=""/>
          <p:cNvSpPr/>
          <p:nvPr/>
        </p:nvSpPr>
        <p:spPr>
          <a:xfrm>
            <a:off x="3420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6" name=""/>
          <p:cNvSpPr/>
          <p:nvPr/>
        </p:nvSpPr>
        <p:spPr>
          <a:xfrm>
            <a:off x="3421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7" name=""/>
          <p:cNvSpPr/>
          <p:nvPr/>
        </p:nvSpPr>
        <p:spPr>
          <a:xfrm>
            <a:off x="3423600" y="2303280"/>
            <a:ext cx="3960" cy="1175400"/>
          </a:xfrm>
          <a:custGeom>
            <a:avLst/>
            <a:gdLst/>
            <a:ahLst/>
            <a:rect l="0" t="0" r="r" b="b"/>
            <a:pathLst>
              <a:path w="11" h="3265">
                <a:moveTo>
                  <a:pt x="0" y="3265"/>
                </a:moveTo>
                <a:lnTo>
                  <a:pt x="0" y="0"/>
                </a:lnTo>
                <a:lnTo>
                  <a:pt x="11" y="0"/>
                </a:lnTo>
                <a:lnTo>
                  <a:pt x="11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8" name=""/>
          <p:cNvSpPr/>
          <p:nvPr/>
        </p:nvSpPr>
        <p:spPr>
          <a:xfrm>
            <a:off x="34272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39" name=""/>
          <p:cNvSpPr/>
          <p:nvPr/>
        </p:nvSpPr>
        <p:spPr>
          <a:xfrm>
            <a:off x="3429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0" name=""/>
          <p:cNvSpPr/>
          <p:nvPr/>
        </p:nvSpPr>
        <p:spPr>
          <a:xfrm>
            <a:off x="3430800" y="2303280"/>
            <a:ext cx="3960" cy="1175400"/>
          </a:xfrm>
          <a:custGeom>
            <a:avLst/>
            <a:gdLst/>
            <a:ahLst/>
            <a:rect l="0" t="0" r="r" b="b"/>
            <a:pathLst>
              <a:path w="11" h="3265">
                <a:moveTo>
                  <a:pt x="0" y="3265"/>
                </a:moveTo>
                <a:lnTo>
                  <a:pt x="0" y="0"/>
                </a:lnTo>
                <a:lnTo>
                  <a:pt x="11" y="0"/>
                </a:lnTo>
                <a:lnTo>
                  <a:pt x="11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1" name=""/>
          <p:cNvSpPr/>
          <p:nvPr/>
        </p:nvSpPr>
        <p:spPr>
          <a:xfrm>
            <a:off x="34344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2" name=""/>
          <p:cNvSpPr/>
          <p:nvPr/>
        </p:nvSpPr>
        <p:spPr>
          <a:xfrm>
            <a:off x="34362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3" name=""/>
          <p:cNvSpPr/>
          <p:nvPr/>
        </p:nvSpPr>
        <p:spPr>
          <a:xfrm>
            <a:off x="3438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4" name=""/>
          <p:cNvSpPr/>
          <p:nvPr/>
        </p:nvSpPr>
        <p:spPr>
          <a:xfrm>
            <a:off x="3439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5" name=""/>
          <p:cNvSpPr/>
          <p:nvPr/>
        </p:nvSpPr>
        <p:spPr>
          <a:xfrm>
            <a:off x="34416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6" name=""/>
          <p:cNvSpPr/>
          <p:nvPr/>
        </p:nvSpPr>
        <p:spPr>
          <a:xfrm>
            <a:off x="34434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7" name=""/>
          <p:cNvSpPr/>
          <p:nvPr/>
        </p:nvSpPr>
        <p:spPr>
          <a:xfrm>
            <a:off x="34452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8" name=""/>
          <p:cNvSpPr/>
          <p:nvPr/>
        </p:nvSpPr>
        <p:spPr>
          <a:xfrm>
            <a:off x="3447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49" name=""/>
          <p:cNvSpPr/>
          <p:nvPr/>
        </p:nvSpPr>
        <p:spPr>
          <a:xfrm>
            <a:off x="3448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0" name=""/>
          <p:cNvSpPr/>
          <p:nvPr/>
        </p:nvSpPr>
        <p:spPr>
          <a:xfrm>
            <a:off x="3450600" y="2303280"/>
            <a:ext cx="2520" cy="1175400"/>
          </a:xfrm>
          <a:custGeom>
            <a:avLst/>
            <a:gdLst/>
            <a:ahLst/>
            <a:rect l="0" t="0" r="r" b="b"/>
            <a:pathLst>
              <a:path w="7" h="3265">
                <a:moveTo>
                  <a:pt x="0" y="3265"/>
                </a:moveTo>
                <a:lnTo>
                  <a:pt x="0" y="0"/>
                </a:lnTo>
                <a:lnTo>
                  <a:pt x="7" y="0"/>
                </a:lnTo>
                <a:lnTo>
                  <a:pt x="7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1" name=""/>
          <p:cNvSpPr/>
          <p:nvPr/>
        </p:nvSpPr>
        <p:spPr>
          <a:xfrm>
            <a:off x="3452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2" name=""/>
          <p:cNvSpPr/>
          <p:nvPr/>
        </p:nvSpPr>
        <p:spPr>
          <a:xfrm>
            <a:off x="34545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3" name=""/>
          <p:cNvSpPr/>
          <p:nvPr/>
        </p:nvSpPr>
        <p:spPr>
          <a:xfrm>
            <a:off x="34563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4" name=""/>
          <p:cNvSpPr/>
          <p:nvPr/>
        </p:nvSpPr>
        <p:spPr>
          <a:xfrm>
            <a:off x="34581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5" name=""/>
          <p:cNvSpPr/>
          <p:nvPr/>
        </p:nvSpPr>
        <p:spPr>
          <a:xfrm>
            <a:off x="34599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6" name=""/>
          <p:cNvSpPr/>
          <p:nvPr/>
        </p:nvSpPr>
        <p:spPr>
          <a:xfrm>
            <a:off x="3461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7" name=""/>
          <p:cNvSpPr/>
          <p:nvPr/>
        </p:nvSpPr>
        <p:spPr>
          <a:xfrm>
            <a:off x="34635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8" name=""/>
          <p:cNvSpPr/>
          <p:nvPr/>
        </p:nvSpPr>
        <p:spPr>
          <a:xfrm>
            <a:off x="34653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59" name=""/>
          <p:cNvSpPr/>
          <p:nvPr/>
        </p:nvSpPr>
        <p:spPr>
          <a:xfrm>
            <a:off x="34671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0" name=""/>
          <p:cNvSpPr/>
          <p:nvPr/>
        </p:nvSpPr>
        <p:spPr>
          <a:xfrm>
            <a:off x="34689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1" name=""/>
          <p:cNvSpPr/>
          <p:nvPr/>
        </p:nvSpPr>
        <p:spPr>
          <a:xfrm>
            <a:off x="3470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2" name=""/>
          <p:cNvSpPr/>
          <p:nvPr/>
        </p:nvSpPr>
        <p:spPr>
          <a:xfrm>
            <a:off x="34725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3" name=""/>
          <p:cNvSpPr/>
          <p:nvPr/>
        </p:nvSpPr>
        <p:spPr>
          <a:xfrm>
            <a:off x="34743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4" name=""/>
          <p:cNvSpPr/>
          <p:nvPr/>
        </p:nvSpPr>
        <p:spPr>
          <a:xfrm>
            <a:off x="34761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5" name=""/>
          <p:cNvSpPr/>
          <p:nvPr/>
        </p:nvSpPr>
        <p:spPr>
          <a:xfrm>
            <a:off x="34779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6" name=""/>
          <p:cNvSpPr/>
          <p:nvPr/>
        </p:nvSpPr>
        <p:spPr>
          <a:xfrm>
            <a:off x="3479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7" name=""/>
          <p:cNvSpPr/>
          <p:nvPr/>
        </p:nvSpPr>
        <p:spPr>
          <a:xfrm>
            <a:off x="34815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8" name=""/>
          <p:cNvSpPr/>
          <p:nvPr/>
        </p:nvSpPr>
        <p:spPr>
          <a:xfrm>
            <a:off x="34833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69" name=""/>
          <p:cNvSpPr/>
          <p:nvPr/>
        </p:nvSpPr>
        <p:spPr>
          <a:xfrm>
            <a:off x="34851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0" name=""/>
          <p:cNvSpPr/>
          <p:nvPr/>
        </p:nvSpPr>
        <p:spPr>
          <a:xfrm>
            <a:off x="34869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1" name=""/>
          <p:cNvSpPr/>
          <p:nvPr/>
        </p:nvSpPr>
        <p:spPr>
          <a:xfrm>
            <a:off x="34887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2" name=""/>
          <p:cNvSpPr/>
          <p:nvPr/>
        </p:nvSpPr>
        <p:spPr>
          <a:xfrm>
            <a:off x="349056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3" name=""/>
          <p:cNvSpPr/>
          <p:nvPr/>
        </p:nvSpPr>
        <p:spPr>
          <a:xfrm>
            <a:off x="3492360" y="2303280"/>
            <a:ext cx="2520" cy="1175400"/>
          </a:xfrm>
          <a:custGeom>
            <a:avLst/>
            <a:gdLst/>
            <a:ahLst/>
            <a:rect l="0" t="0" r="r" b="b"/>
            <a:pathLst>
              <a:path w="7" h="3265">
                <a:moveTo>
                  <a:pt x="0" y="3265"/>
                </a:moveTo>
                <a:lnTo>
                  <a:pt x="0" y="0"/>
                </a:lnTo>
                <a:lnTo>
                  <a:pt x="7" y="0"/>
                </a:lnTo>
                <a:lnTo>
                  <a:pt x="7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4" name=""/>
          <p:cNvSpPr/>
          <p:nvPr/>
        </p:nvSpPr>
        <p:spPr>
          <a:xfrm>
            <a:off x="3494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5" name=""/>
          <p:cNvSpPr/>
          <p:nvPr/>
        </p:nvSpPr>
        <p:spPr>
          <a:xfrm>
            <a:off x="34963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6" name=""/>
          <p:cNvSpPr/>
          <p:nvPr/>
        </p:nvSpPr>
        <p:spPr>
          <a:xfrm>
            <a:off x="34981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7" name=""/>
          <p:cNvSpPr/>
          <p:nvPr/>
        </p:nvSpPr>
        <p:spPr>
          <a:xfrm>
            <a:off x="34999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8" name=""/>
          <p:cNvSpPr/>
          <p:nvPr/>
        </p:nvSpPr>
        <p:spPr>
          <a:xfrm>
            <a:off x="35017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79" name=""/>
          <p:cNvSpPr/>
          <p:nvPr/>
        </p:nvSpPr>
        <p:spPr>
          <a:xfrm>
            <a:off x="3503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0" name=""/>
          <p:cNvSpPr/>
          <p:nvPr/>
        </p:nvSpPr>
        <p:spPr>
          <a:xfrm>
            <a:off x="35053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1" name=""/>
          <p:cNvSpPr/>
          <p:nvPr/>
        </p:nvSpPr>
        <p:spPr>
          <a:xfrm>
            <a:off x="35071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2" name=""/>
          <p:cNvSpPr/>
          <p:nvPr/>
        </p:nvSpPr>
        <p:spPr>
          <a:xfrm>
            <a:off x="35089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3" name=""/>
          <p:cNvSpPr/>
          <p:nvPr/>
        </p:nvSpPr>
        <p:spPr>
          <a:xfrm>
            <a:off x="35107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4" name=""/>
          <p:cNvSpPr/>
          <p:nvPr/>
        </p:nvSpPr>
        <p:spPr>
          <a:xfrm>
            <a:off x="3512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5" name=""/>
          <p:cNvSpPr/>
          <p:nvPr/>
        </p:nvSpPr>
        <p:spPr>
          <a:xfrm>
            <a:off x="35143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6" name=""/>
          <p:cNvSpPr/>
          <p:nvPr/>
        </p:nvSpPr>
        <p:spPr>
          <a:xfrm>
            <a:off x="35161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7" name=""/>
          <p:cNvSpPr/>
          <p:nvPr/>
        </p:nvSpPr>
        <p:spPr>
          <a:xfrm>
            <a:off x="35179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8" name=""/>
          <p:cNvSpPr/>
          <p:nvPr/>
        </p:nvSpPr>
        <p:spPr>
          <a:xfrm>
            <a:off x="35197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89" name=""/>
          <p:cNvSpPr/>
          <p:nvPr/>
        </p:nvSpPr>
        <p:spPr>
          <a:xfrm>
            <a:off x="3521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0" name=""/>
          <p:cNvSpPr/>
          <p:nvPr/>
        </p:nvSpPr>
        <p:spPr>
          <a:xfrm>
            <a:off x="35233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1" name=""/>
          <p:cNvSpPr/>
          <p:nvPr/>
        </p:nvSpPr>
        <p:spPr>
          <a:xfrm>
            <a:off x="35251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2" name=""/>
          <p:cNvSpPr/>
          <p:nvPr/>
        </p:nvSpPr>
        <p:spPr>
          <a:xfrm>
            <a:off x="35269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3" name=""/>
          <p:cNvSpPr/>
          <p:nvPr/>
        </p:nvSpPr>
        <p:spPr>
          <a:xfrm>
            <a:off x="35287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4" name=""/>
          <p:cNvSpPr/>
          <p:nvPr/>
        </p:nvSpPr>
        <p:spPr>
          <a:xfrm>
            <a:off x="35305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5" name=""/>
          <p:cNvSpPr/>
          <p:nvPr/>
        </p:nvSpPr>
        <p:spPr>
          <a:xfrm>
            <a:off x="353232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6" name=""/>
          <p:cNvSpPr/>
          <p:nvPr/>
        </p:nvSpPr>
        <p:spPr>
          <a:xfrm>
            <a:off x="3534120" y="2303280"/>
            <a:ext cx="2880" cy="1175400"/>
          </a:xfrm>
          <a:custGeom>
            <a:avLst/>
            <a:gdLst/>
            <a:ahLst/>
            <a:rect l="0" t="0" r="r" b="b"/>
            <a:pathLst>
              <a:path w="8" h="3265">
                <a:moveTo>
                  <a:pt x="0" y="3265"/>
                </a:moveTo>
                <a:lnTo>
                  <a:pt x="0" y="0"/>
                </a:lnTo>
                <a:lnTo>
                  <a:pt x="8" y="0"/>
                </a:lnTo>
                <a:lnTo>
                  <a:pt x="8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7" name=""/>
          <p:cNvSpPr/>
          <p:nvPr/>
        </p:nvSpPr>
        <p:spPr>
          <a:xfrm>
            <a:off x="35362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8" name=""/>
          <p:cNvSpPr/>
          <p:nvPr/>
        </p:nvSpPr>
        <p:spPr>
          <a:xfrm>
            <a:off x="35380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499" name=""/>
          <p:cNvSpPr/>
          <p:nvPr/>
        </p:nvSpPr>
        <p:spPr>
          <a:xfrm>
            <a:off x="35398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0" name=""/>
          <p:cNvSpPr/>
          <p:nvPr/>
        </p:nvSpPr>
        <p:spPr>
          <a:xfrm>
            <a:off x="35416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1" name=""/>
          <p:cNvSpPr/>
          <p:nvPr/>
        </p:nvSpPr>
        <p:spPr>
          <a:xfrm>
            <a:off x="35434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2" name=""/>
          <p:cNvSpPr/>
          <p:nvPr/>
        </p:nvSpPr>
        <p:spPr>
          <a:xfrm>
            <a:off x="35452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3" name=""/>
          <p:cNvSpPr/>
          <p:nvPr/>
        </p:nvSpPr>
        <p:spPr>
          <a:xfrm>
            <a:off x="35470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4" name=""/>
          <p:cNvSpPr/>
          <p:nvPr/>
        </p:nvSpPr>
        <p:spPr>
          <a:xfrm>
            <a:off x="35488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5" name=""/>
          <p:cNvSpPr/>
          <p:nvPr/>
        </p:nvSpPr>
        <p:spPr>
          <a:xfrm>
            <a:off x="35506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6" name=""/>
          <p:cNvSpPr/>
          <p:nvPr/>
        </p:nvSpPr>
        <p:spPr>
          <a:xfrm>
            <a:off x="35524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7" name=""/>
          <p:cNvSpPr/>
          <p:nvPr/>
        </p:nvSpPr>
        <p:spPr>
          <a:xfrm>
            <a:off x="35542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8" name=""/>
          <p:cNvSpPr/>
          <p:nvPr/>
        </p:nvSpPr>
        <p:spPr>
          <a:xfrm>
            <a:off x="35560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09" name=""/>
          <p:cNvSpPr/>
          <p:nvPr/>
        </p:nvSpPr>
        <p:spPr>
          <a:xfrm>
            <a:off x="35578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0" name=""/>
          <p:cNvSpPr/>
          <p:nvPr/>
        </p:nvSpPr>
        <p:spPr>
          <a:xfrm>
            <a:off x="35596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1" name=""/>
          <p:cNvSpPr/>
          <p:nvPr/>
        </p:nvSpPr>
        <p:spPr>
          <a:xfrm>
            <a:off x="35614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2" name=""/>
          <p:cNvSpPr/>
          <p:nvPr/>
        </p:nvSpPr>
        <p:spPr>
          <a:xfrm>
            <a:off x="35632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3" name=""/>
          <p:cNvSpPr/>
          <p:nvPr/>
        </p:nvSpPr>
        <p:spPr>
          <a:xfrm>
            <a:off x="35650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4" name=""/>
          <p:cNvSpPr/>
          <p:nvPr/>
        </p:nvSpPr>
        <p:spPr>
          <a:xfrm>
            <a:off x="35668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5" name=""/>
          <p:cNvSpPr/>
          <p:nvPr/>
        </p:nvSpPr>
        <p:spPr>
          <a:xfrm>
            <a:off x="35686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6" name=""/>
          <p:cNvSpPr/>
          <p:nvPr/>
        </p:nvSpPr>
        <p:spPr>
          <a:xfrm>
            <a:off x="35704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7" name=""/>
          <p:cNvSpPr/>
          <p:nvPr/>
        </p:nvSpPr>
        <p:spPr>
          <a:xfrm>
            <a:off x="35722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8" name=""/>
          <p:cNvSpPr/>
          <p:nvPr/>
        </p:nvSpPr>
        <p:spPr>
          <a:xfrm>
            <a:off x="357408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19" name=""/>
          <p:cNvSpPr/>
          <p:nvPr/>
        </p:nvSpPr>
        <p:spPr>
          <a:xfrm>
            <a:off x="3575880" y="2303280"/>
            <a:ext cx="2520" cy="1175400"/>
          </a:xfrm>
          <a:custGeom>
            <a:avLst/>
            <a:gdLst/>
            <a:ahLst/>
            <a:rect l="0" t="0" r="r" b="b"/>
            <a:pathLst>
              <a:path w="7" h="3265">
                <a:moveTo>
                  <a:pt x="0" y="3265"/>
                </a:moveTo>
                <a:lnTo>
                  <a:pt x="0" y="0"/>
                </a:lnTo>
                <a:lnTo>
                  <a:pt x="7" y="0"/>
                </a:lnTo>
                <a:lnTo>
                  <a:pt x="7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0" name=""/>
          <p:cNvSpPr/>
          <p:nvPr/>
        </p:nvSpPr>
        <p:spPr>
          <a:xfrm>
            <a:off x="3578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1" name=""/>
          <p:cNvSpPr/>
          <p:nvPr/>
        </p:nvSpPr>
        <p:spPr>
          <a:xfrm>
            <a:off x="35798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2" name=""/>
          <p:cNvSpPr/>
          <p:nvPr/>
        </p:nvSpPr>
        <p:spPr>
          <a:xfrm>
            <a:off x="3581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3" name=""/>
          <p:cNvSpPr/>
          <p:nvPr/>
        </p:nvSpPr>
        <p:spPr>
          <a:xfrm>
            <a:off x="3583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4" name=""/>
          <p:cNvSpPr/>
          <p:nvPr/>
        </p:nvSpPr>
        <p:spPr>
          <a:xfrm>
            <a:off x="35852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5" name=""/>
          <p:cNvSpPr/>
          <p:nvPr/>
        </p:nvSpPr>
        <p:spPr>
          <a:xfrm>
            <a:off x="3587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6" name=""/>
          <p:cNvSpPr/>
          <p:nvPr/>
        </p:nvSpPr>
        <p:spPr>
          <a:xfrm>
            <a:off x="35888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7" name=""/>
          <p:cNvSpPr/>
          <p:nvPr/>
        </p:nvSpPr>
        <p:spPr>
          <a:xfrm>
            <a:off x="3590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8" name=""/>
          <p:cNvSpPr/>
          <p:nvPr/>
        </p:nvSpPr>
        <p:spPr>
          <a:xfrm>
            <a:off x="3592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29" name=""/>
          <p:cNvSpPr/>
          <p:nvPr/>
        </p:nvSpPr>
        <p:spPr>
          <a:xfrm>
            <a:off x="35942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0" name=""/>
          <p:cNvSpPr/>
          <p:nvPr/>
        </p:nvSpPr>
        <p:spPr>
          <a:xfrm>
            <a:off x="3596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1" name=""/>
          <p:cNvSpPr/>
          <p:nvPr/>
        </p:nvSpPr>
        <p:spPr>
          <a:xfrm>
            <a:off x="35978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2" name=""/>
          <p:cNvSpPr/>
          <p:nvPr/>
        </p:nvSpPr>
        <p:spPr>
          <a:xfrm>
            <a:off x="3599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3" name=""/>
          <p:cNvSpPr/>
          <p:nvPr/>
        </p:nvSpPr>
        <p:spPr>
          <a:xfrm>
            <a:off x="3601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4" name=""/>
          <p:cNvSpPr/>
          <p:nvPr/>
        </p:nvSpPr>
        <p:spPr>
          <a:xfrm>
            <a:off x="36032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5" name=""/>
          <p:cNvSpPr/>
          <p:nvPr/>
        </p:nvSpPr>
        <p:spPr>
          <a:xfrm>
            <a:off x="3605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6" name=""/>
          <p:cNvSpPr/>
          <p:nvPr/>
        </p:nvSpPr>
        <p:spPr>
          <a:xfrm>
            <a:off x="36068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7" name=""/>
          <p:cNvSpPr/>
          <p:nvPr/>
        </p:nvSpPr>
        <p:spPr>
          <a:xfrm>
            <a:off x="36086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8" name=""/>
          <p:cNvSpPr/>
          <p:nvPr/>
        </p:nvSpPr>
        <p:spPr>
          <a:xfrm>
            <a:off x="36104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39" name=""/>
          <p:cNvSpPr/>
          <p:nvPr/>
        </p:nvSpPr>
        <p:spPr>
          <a:xfrm>
            <a:off x="36122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0" name=""/>
          <p:cNvSpPr/>
          <p:nvPr/>
        </p:nvSpPr>
        <p:spPr>
          <a:xfrm>
            <a:off x="36140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1" name=""/>
          <p:cNvSpPr/>
          <p:nvPr/>
        </p:nvSpPr>
        <p:spPr>
          <a:xfrm>
            <a:off x="361584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2" name=""/>
          <p:cNvSpPr/>
          <p:nvPr/>
        </p:nvSpPr>
        <p:spPr>
          <a:xfrm>
            <a:off x="3617640" y="2303280"/>
            <a:ext cx="2520" cy="1175400"/>
          </a:xfrm>
          <a:custGeom>
            <a:avLst/>
            <a:gdLst/>
            <a:ahLst/>
            <a:rect l="0" t="0" r="r" b="b"/>
            <a:pathLst>
              <a:path w="7" h="3265">
                <a:moveTo>
                  <a:pt x="0" y="3265"/>
                </a:moveTo>
                <a:lnTo>
                  <a:pt x="0" y="0"/>
                </a:lnTo>
                <a:lnTo>
                  <a:pt x="7" y="0"/>
                </a:lnTo>
                <a:lnTo>
                  <a:pt x="7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3" name=""/>
          <p:cNvSpPr/>
          <p:nvPr/>
        </p:nvSpPr>
        <p:spPr>
          <a:xfrm>
            <a:off x="3619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4" name=""/>
          <p:cNvSpPr/>
          <p:nvPr/>
        </p:nvSpPr>
        <p:spPr>
          <a:xfrm>
            <a:off x="36216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5" name=""/>
          <p:cNvSpPr/>
          <p:nvPr/>
        </p:nvSpPr>
        <p:spPr>
          <a:xfrm>
            <a:off x="36234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6" name=""/>
          <p:cNvSpPr/>
          <p:nvPr/>
        </p:nvSpPr>
        <p:spPr>
          <a:xfrm>
            <a:off x="36252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7" name=""/>
          <p:cNvSpPr/>
          <p:nvPr/>
        </p:nvSpPr>
        <p:spPr>
          <a:xfrm>
            <a:off x="3627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8" name=""/>
          <p:cNvSpPr/>
          <p:nvPr/>
        </p:nvSpPr>
        <p:spPr>
          <a:xfrm>
            <a:off x="3628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49" name=""/>
          <p:cNvSpPr/>
          <p:nvPr/>
        </p:nvSpPr>
        <p:spPr>
          <a:xfrm>
            <a:off x="36306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0" name=""/>
          <p:cNvSpPr/>
          <p:nvPr/>
        </p:nvSpPr>
        <p:spPr>
          <a:xfrm>
            <a:off x="36324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1" name=""/>
          <p:cNvSpPr/>
          <p:nvPr/>
        </p:nvSpPr>
        <p:spPr>
          <a:xfrm>
            <a:off x="36342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2" name=""/>
          <p:cNvSpPr/>
          <p:nvPr/>
        </p:nvSpPr>
        <p:spPr>
          <a:xfrm>
            <a:off x="36360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3" name=""/>
          <p:cNvSpPr/>
          <p:nvPr/>
        </p:nvSpPr>
        <p:spPr>
          <a:xfrm>
            <a:off x="36378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4" name=""/>
          <p:cNvSpPr/>
          <p:nvPr/>
        </p:nvSpPr>
        <p:spPr>
          <a:xfrm>
            <a:off x="3639600" y="2303280"/>
            <a:ext cx="2160" cy="1175400"/>
          </a:xfrm>
          <a:custGeom>
            <a:avLst/>
            <a:gdLst/>
            <a:ahLst/>
            <a:rect l="0" t="0" r="r" b="b"/>
            <a:pathLst>
              <a:path w="6" h="3265">
                <a:moveTo>
                  <a:pt x="0" y="3265"/>
                </a:moveTo>
                <a:lnTo>
                  <a:pt x="0" y="0"/>
                </a:lnTo>
                <a:lnTo>
                  <a:pt x="6" y="0"/>
                </a:lnTo>
                <a:lnTo>
                  <a:pt x="6" y="3265"/>
                </a:lnTo>
                <a:lnTo>
                  <a:pt x="0" y="3265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5" name=""/>
          <p:cNvSpPr/>
          <p:nvPr/>
        </p:nvSpPr>
        <p:spPr>
          <a:xfrm>
            <a:off x="3176640" y="2303280"/>
            <a:ext cx="465120" cy="1175400"/>
          </a:xfrm>
          <a:custGeom>
            <a:avLst/>
            <a:gdLst/>
            <a:ahLst/>
            <a:rect l="0" t="0" r="r" b="b"/>
            <a:pathLst>
              <a:path w="1292" h="3265">
                <a:moveTo>
                  <a:pt x="0" y="3265"/>
                </a:moveTo>
                <a:lnTo>
                  <a:pt x="1292" y="3265"/>
                </a:lnTo>
                <a:lnTo>
                  <a:pt x="1292" y="0"/>
                </a:lnTo>
                <a:lnTo>
                  <a:pt x="0" y="0"/>
                </a:lnTo>
                <a:lnTo>
                  <a:pt x="0" y="3265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556" name=""/>
          <p:cNvSpPr/>
          <p:nvPr/>
        </p:nvSpPr>
        <p:spPr>
          <a:xfrm>
            <a:off x="41137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7" name=""/>
          <p:cNvSpPr/>
          <p:nvPr/>
        </p:nvSpPr>
        <p:spPr>
          <a:xfrm>
            <a:off x="41155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8" name=""/>
          <p:cNvSpPr/>
          <p:nvPr/>
        </p:nvSpPr>
        <p:spPr>
          <a:xfrm>
            <a:off x="4117320" y="2711880"/>
            <a:ext cx="2880" cy="775800"/>
          </a:xfrm>
          <a:custGeom>
            <a:avLst/>
            <a:gdLst/>
            <a:ahLst/>
            <a:rect l="0" t="0" r="r" b="b"/>
            <a:pathLst>
              <a:path w="8" h="2155">
                <a:moveTo>
                  <a:pt x="0" y="2155"/>
                </a:moveTo>
                <a:lnTo>
                  <a:pt x="0" y="0"/>
                </a:lnTo>
                <a:lnTo>
                  <a:pt x="8" y="0"/>
                </a:lnTo>
                <a:lnTo>
                  <a:pt x="8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59" name=""/>
          <p:cNvSpPr/>
          <p:nvPr/>
        </p:nvSpPr>
        <p:spPr>
          <a:xfrm>
            <a:off x="41194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0" name=""/>
          <p:cNvSpPr/>
          <p:nvPr/>
        </p:nvSpPr>
        <p:spPr>
          <a:xfrm>
            <a:off x="4121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1" name=""/>
          <p:cNvSpPr/>
          <p:nvPr/>
        </p:nvSpPr>
        <p:spPr>
          <a:xfrm>
            <a:off x="4123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2" name=""/>
          <p:cNvSpPr/>
          <p:nvPr/>
        </p:nvSpPr>
        <p:spPr>
          <a:xfrm>
            <a:off x="4124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3" name=""/>
          <p:cNvSpPr/>
          <p:nvPr/>
        </p:nvSpPr>
        <p:spPr>
          <a:xfrm>
            <a:off x="4126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4" name=""/>
          <p:cNvSpPr/>
          <p:nvPr/>
        </p:nvSpPr>
        <p:spPr>
          <a:xfrm>
            <a:off x="41284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5" name=""/>
          <p:cNvSpPr/>
          <p:nvPr/>
        </p:nvSpPr>
        <p:spPr>
          <a:xfrm>
            <a:off x="4130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6" name=""/>
          <p:cNvSpPr/>
          <p:nvPr/>
        </p:nvSpPr>
        <p:spPr>
          <a:xfrm>
            <a:off x="4132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7" name=""/>
          <p:cNvSpPr/>
          <p:nvPr/>
        </p:nvSpPr>
        <p:spPr>
          <a:xfrm>
            <a:off x="4133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8" name=""/>
          <p:cNvSpPr/>
          <p:nvPr/>
        </p:nvSpPr>
        <p:spPr>
          <a:xfrm>
            <a:off x="4135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69" name=""/>
          <p:cNvSpPr/>
          <p:nvPr/>
        </p:nvSpPr>
        <p:spPr>
          <a:xfrm>
            <a:off x="41374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0" name=""/>
          <p:cNvSpPr/>
          <p:nvPr/>
        </p:nvSpPr>
        <p:spPr>
          <a:xfrm>
            <a:off x="4139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1" name=""/>
          <p:cNvSpPr/>
          <p:nvPr/>
        </p:nvSpPr>
        <p:spPr>
          <a:xfrm>
            <a:off x="4141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2" name=""/>
          <p:cNvSpPr/>
          <p:nvPr/>
        </p:nvSpPr>
        <p:spPr>
          <a:xfrm>
            <a:off x="4142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3" name=""/>
          <p:cNvSpPr/>
          <p:nvPr/>
        </p:nvSpPr>
        <p:spPr>
          <a:xfrm>
            <a:off x="4144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4" name=""/>
          <p:cNvSpPr/>
          <p:nvPr/>
        </p:nvSpPr>
        <p:spPr>
          <a:xfrm>
            <a:off x="41464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5" name=""/>
          <p:cNvSpPr/>
          <p:nvPr/>
        </p:nvSpPr>
        <p:spPr>
          <a:xfrm>
            <a:off x="4148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6" name=""/>
          <p:cNvSpPr/>
          <p:nvPr/>
        </p:nvSpPr>
        <p:spPr>
          <a:xfrm>
            <a:off x="4150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7" name=""/>
          <p:cNvSpPr/>
          <p:nvPr/>
        </p:nvSpPr>
        <p:spPr>
          <a:xfrm>
            <a:off x="4151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8" name=""/>
          <p:cNvSpPr/>
          <p:nvPr/>
        </p:nvSpPr>
        <p:spPr>
          <a:xfrm>
            <a:off x="4153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79" name=""/>
          <p:cNvSpPr/>
          <p:nvPr/>
        </p:nvSpPr>
        <p:spPr>
          <a:xfrm>
            <a:off x="41554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0" name=""/>
          <p:cNvSpPr/>
          <p:nvPr/>
        </p:nvSpPr>
        <p:spPr>
          <a:xfrm>
            <a:off x="4157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1" name=""/>
          <p:cNvSpPr/>
          <p:nvPr/>
        </p:nvSpPr>
        <p:spPr>
          <a:xfrm>
            <a:off x="4159080" y="2711880"/>
            <a:ext cx="2520" cy="775800"/>
          </a:xfrm>
          <a:custGeom>
            <a:avLst/>
            <a:gdLst/>
            <a:ahLst/>
            <a:rect l="0" t="0" r="r" b="b"/>
            <a:pathLst>
              <a:path w="7" h="2155">
                <a:moveTo>
                  <a:pt x="0" y="2155"/>
                </a:moveTo>
                <a:lnTo>
                  <a:pt x="0" y="0"/>
                </a:lnTo>
                <a:lnTo>
                  <a:pt x="7" y="0"/>
                </a:lnTo>
                <a:lnTo>
                  <a:pt x="7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2" name=""/>
          <p:cNvSpPr/>
          <p:nvPr/>
        </p:nvSpPr>
        <p:spPr>
          <a:xfrm>
            <a:off x="41612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3" name=""/>
          <p:cNvSpPr/>
          <p:nvPr/>
        </p:nvSpPr>
        <p:spPr>
          <a:xfrm>
            <a:off x="4163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4" name=""/>
          <p:cNvSpPr/>
          <p:nvPr/>
        </p:nvSpPr>
        <p:spPr>
          <a:xfrm>
            <a:off x="41648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5" name=""/>
          <p:cNvSpPr/>
          <p:nvPr/>
        </p:nvSpPr>
        <p:spPr>
          <a:xfrm>
            <a:off x="41666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6" name=""/>
          <p:cNvSpPr/>
          <p:nvPr/>
        </p:nvSpPr>
        <p:spPr>
          <a:xfrm>
            <a:off x="41684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7" name=""/>
          <p:cNvSpPr/>
          <p:nvPr/>
        </p:nvSpPr>
        <p:spPr>
          <a:xfrm>
            <a:off x="41702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8" name=""/>
          <p:cNvSpPr/>
          <p:nvPr/>
        </p:nvSpPr>
        <p:spPr>
          <a:xfrm>
            <a:off x="4172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89" name=""/>
          <p:cNvSpPr/>
          <p:nvPr/>
        </p:nvSpPr>
        <p:spPr>
          <a:xfrm>
            <a:off x="41738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0" name=""/>
          <p:cNvSpPr/>
          <p:nvPr/>
        </p:nvSpPr>
        <p:spPr>
          <a:xfrm>
            <a:off x="41756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1" name=""/>
          <p:cNvSpPr/>
          <p:nvPr/>
        </p:nvSpPr>
        <p:spPr>
          <a:xfrm>
            <a:off x="41774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2" name=""/>
          <p:cNvSpPr/>
          <p:nvPr/>
        </p:nvSpPr>
        <p:spPr>
          <a:xfrm>
            <a:off x="41792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3" name=""/>
          <p:cNvSpPr/>
          <p:nvPr/>
        </p:nvSpPr>
        <p:spPr>
          <a:xfrm>
            <a:off x="4181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4" name=""/>
          <p:cNvSpPr/>
          <p:nvPr/>
        </p:nvSpPr>
        <p:spPr>
          <a:xfrm>
            <a:off x="41828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5" name=""/>
          <p:cNvSpPr/>
          <p:nvPr/>
        </p:nvSpPr>
        <p:spPr>
          <a:xfrm>
            <a:off x="41846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6" name=""/>
          <p:cNvSpPr/>
          <p:nvPr/>
        </p:nvSpPr>
        <p:spPr>
          <a:xfrm>
            <a:off x="41864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7" name=""/>
          <p:cNvSpPr/>
          <p:nvPr/>
        </p:nvSpPr>
        <p:spPr>
          <a:xfrm>
            <a:off x="41882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8" name=""/>
          <p:cNvSpPr/>
          <p:nvPr/>
        </p:nvSpPr>
        <p:spPr>
          <a:xfrm>
            <a:off x="4190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599" name=""/>
          <p:cNvSpPr/>
          <p:nvPr/>
        </p:nvSpPr>
        <p:spPr>
          <a:xfrm>
            <a:off x="41918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0" name=""/>
          <p:cNvSpPr/>
          <p:nvPr/>
        </p:nvSpPr>
        <p:spPr>
          <a:xfrm>
            <a:off x="41936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1" name=""/>
          <p:cNvSpPr/>
          <p:nvPr/>
        </p:nvSpPr>
        <p:spPr>
          <a:xfrm>
            <a:off x="41954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2" name=""/>
          <p:cNvSpPr/>
          <p:nvPr/>
        </p:nvSpPr>
        <p:spPr>
          <a:xfrm>
            <a:off x="41972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3" name=""/>
          <p:cNvSpPr/>
          <p:nvPr/>
        </p:nvSpPr>
        <p:spPr>
          <a:xfrm>
            <a:off x="4199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4" name=""/>
          <p:cNvSpPr/>
          <p:nvPr/>
        </p:nvSpPr>
        <p:spPr>
          <a:xfrm>
            <a:off x="4200840" y="2711880"/>
            <a:ext cx="2520" cy="775800"/>
          </a:xfrm>
          <a:custGeom>
            <a:avLst/>
            <a:gdLst/>
            <a:ahLst/>
            <a:rect l="0" t="0" r="r" b="b"/>
            <a:pathLst>
              <a:path w="7" h="2155">
                <a:moveTo>
                  <a:pt x="0" y="2155"/>
                </a:moveTo>
                <a:lnTo>
                  <a:pt x="0" y="0"/>
                </a:lnTo>
                <a:lnTo>
                  <a:pt x="7" y="0"/>
                </a:lnTo>
                <a:lnTo>
                  <a:pt x="7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5" name=""/>
          <p:cNvSpPr/>
          <p:nvPr/>
        </p:nvSpPr>
        <p:spPr>
          <a:xfrm>
            <a:off x="42030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6" name=""/>
          <p:cNvSpPr/>
          <p:nvPr/>
        </p:nvSpPr>
        <p:spPr>
          <a:xfrm>
            <a:off x="4204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7" name=""/>
          <p:cNvSpPr/>
          <p:nvPr/>
        </p:nvSpPr>
        <p:spPr>
          <a:xfrm>
            <a:off x="42066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8" name=""/>
          <p:cNvSpPr/>
          <p:nvPr/>
        </p:nvSpPr>
        <p:spPr>
          <a:xfrm>
            <a:off x="42084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09" name=""/>
          <p:cNvSpPr/>
          <p:nvPr/>
        </p:nvSpPr>
        <p:spPr>
          <a:xfrm>
            <a:off x="42102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0" name=""/>
          <p:cNvSpPr/>
          <p:nvPr/>
        </p:nvSpPr>
        <p:spPr>
          <a:xfrm>
            <a:off x="42120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1" name=""/>
          <p:cNvSpPr/>
          <p:nvPr/>
        </p:nvSpPr>
        <p:spPr>
          <a:xfrm>
            <a:off x="4213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2" name=""/>
          <p:cNvSpPr/>
          <p:nvPr/>
        </p:nvSpPr>
        <p:spPr>
          <a:xfrm>
            <a:off x="42156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3" name=""/>
          <p:cNvSpPr/>
          <p:nvPr/>
        </p:nvSpPr>
        <p:spPr>
          <a:xfrm>
            <a:off x="42174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4" name=""/>
          <p:cNvSpPr/>
          <p:nvPr/>
        </p:nvSpPr>
        <p:spPr>
          <a:xfrm>
            <a:off x="42192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5" name=""/>
          <p:cNvSpPr/>
          <p:nvPr/>
        </p:nvSpPr>
        <p:spPr>
          <a:xfrm>
            <a:off x="42210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6" name=""/>
          <p:cNvSpPr/>
          <p:nvPr/>
        </p:nvSpPr>
        <p:spPr>
          <a:xfrm>
            <a:off x="4222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7" name=""/>
          <p:cNvSpPr/>
          <p:nvPr/>
        </p:nvSpPr>
        <p:spPr>
          <a:xfrm>
            <a:off x="42246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8" name=""/>
          <p:cNvSpPr/>
          <p:nvPr/>
        </p:nvSpPr>
        <p:spPr>
          <a:xfrm>
            <a:off x="42264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19" name=""/>
          <p:cNvSpPr/>
          <p:nvPr/>
        </p:nvSpPr>
        <p:spPr>
          <a:xfrm>
            <a:off x="42282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0" name=""/>
          <p:cNvSpPr/>
          <p:nvPr/>
        </p:nvSpPr>
        <p:spPr>
          <a:xfrm>
            <a:off x="42300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1" name=""/>
          <p:cNvSpPr/>
          <p:nvPr/>
        </p:nvSpPr>
        <p:spPr>
          <a:xfrm>
            <a:off x="4231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2" name=""/>
          <p:cNvSpPr/>
          <p:nvPr/>
        </p:nvSpPr>
        <p:spPr>
          <a:xfrm>
            <a:off x="42336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3" name=""/>
          <p:cNvSpPr/>
          <p:nvPr/>
        </p:nvSpPr>
        <p:spPr>
          <a:xfrm>
            <a:off x="42354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4" name=""/>
          <p:cNvSpPr/>
          <p:nvPr/>
        </p:nvSpPr>
        <p:spPr>
          <a:xfrm>
            <a:off x="42372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5" name=""/>
          <p:cNvSpPr/>
          <p:nvPr/>
        </p:nvSpPr>
        <p:spPr>
          <a:xfrm>
            <a:off x="42390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6" name=""/>
          <p:cNvSpPr/>
          <p:nvPr/>
        </p:nvSpPr>
        <p:spPr>
          <a:xfrm>
            <a:off x="4240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7" name=""/>
          <p:cNvSpPr/>
          <p:nvPr/>
        </p:nvSpPr>
        <p:spPr>
          <a:xfrm>
            <a:off x="4242600" y="2711880"/>
            <a:ext cx="2520" cy="775800"/>
          </a:xfrm>
          <a:custGeom>
            <a:avLst/>
            <a:gdLst/>
            <a:ahLst/>
            <a:rect l="0" t="0" r="r" b="b"/>
            <a:pathLst>
              <a:path w="7" h="2155">
                <a:moveTo>
                  <a:pt x="0" y="2155"/>
                </a:moveTo>
                <a:lnTo>
                  <a:pt x="0" y="0"/>
                </a:lnTo>
                <a:lnTo>
                  <a:pt x="7" y="0"/>
                </a:lnTo>
                <a:lnTo>
                  <a:pt x="7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8" name=""/>
          <p:cNvSpPr/>
          <p:nvPr/>
        </p:nvSpPr>
        <p:spPr>
          <a:xfrm>
            <a:off x="42447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29" name=""/>
          <p:cNvSpPr/>
          <p:nvPr/>
        </p:nvSpPr>
        <p:spPr>
          <a:xfrm>
            <a:off x="4246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0" name=""/>
          <p:cNvSpPr/>
          <p:nvPr/>
        </p:nvSpPr>
        <p:spPr>
          <a:xfrm>
            <a:off x="42483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1" name=""/>
          <p:cNvSpPr/>
          <p:nvPr/>
        </p:nvSpPr>
        <p:spPr>
          <a:xfrm>
            <a:off x="42501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2" name=""/>
          <p:cNvSpPr/>
          <p:nvPr/>
        </p:nvSpPr>
        <p:spPr>
          <a:xfrm>
            <a:off x="42519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3" name=""/>
          <p:cNvSpPr/>
          <p:nvPr/>
        </p:nvSpPr>
        <p:spPr>
          <a:xfrm>
            <a:off x="42537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4" name=""/>
          <p:cNvSpPr/>
          <p:nvPr/>
        </p:nvSpPr>
        <p:spPr>
          <a:xfrm>
            <a:off x="4255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5" name=""/>
          <p:cNvSpPr/>
          <p:nvPr/>
        </p:nvSpPr>
        <p:spPr>
          <a:xfrm>
            <a:off x="42573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6" name=""/>
          <p:cNvSpPr/>
          <p:nvPr/>
        </p:nvSpPr>
        <p:spPr>
          <a:xfrm>
            <a:off x="42591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7" name=""/>
          <p:cNvSpPr/>
          <p:nvPr/>
        </p:nvSpPr>
        <p:spPr>
          <a:xfrm>
            <a:off x="42609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8" name=""/>
          <p:cNvSpPr/>
          <p:nvPr/>
        </p:nvSpPr>
        <p:spPr>
          <a:xfrm>
            <a:off x="42627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39" name=""/>
          <p:cNvSpPr/>
          <p:nvPr/>
        </p:nvSpPr>
        <p:spPr>
          <a:xfrm>
            <a:off x="4264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0" name=""/>
          <p:cNvSpPr/>
          <p:nvPr/>
        </p:nvSpPr>
        <p:spPr>
          <a:xfrm>
            <a:off x="42663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1" name=""/>
          <p:cNvSpPr/>
          <p:nvPr/>
        </p:nvSpPr>
        <p:spPr>
          <a:xfrm>
            <a:off x="42681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2" name=""/>
          <p:cNvSpPr/>
          <p:nvPr/>
        </p:nvSpPr>
        <p:spPr>
          <a:xfrm>
            <a:off x="42699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3" name=""/>
          <p:cNvSpPr/>
          <p:nvPr/>
        </p:nvSpPr>
        <p:spPr>
          <a:xfrm>
            <a:off x="42717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4" name=""/>
          <p:cNvSpPr/>
          <p:nvPr/>
        </p:nvSpPr>
        <p:spPr>
          <a:xfrm>
            <a:off x="4273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5" name=""/>
          <p:cNvSpPr/>
          <p:nvPr/>
        </p:nvSpPr>
        <p:spPr>
          <a:xfrm>
            <a:off x="42753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6" name=""/>
          <p:cNvSpPr/>
          <p:nvPr/>
        </p:nvSpPr>
        <p:spPr>
          <a:xfrm>
            <a:off x="42771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7" name=""/>
          <p:cNvSpPr/>
          <p:nvPr/>
        </p:nvSpPr>
        <p:spPr>
          <a:xfrm>
            <a:off x="42789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8" name=""/>
          <p:cNvSpPr/>
          <p:nvPr/>
        </p:nvSpPr>
        <p:spPr>
          <a:xfrm>
            <a:off x="42807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49" name=""/>
          <p:cNvSpPr/>
          <p:nvPr/>
        </p:nvSpPr>
        <p:spPr>
          <a:xfrm>
            <a:off x="4282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0" name=""/>
          <p:cNvSpPr/>
          <p:nvPr/>
        </p:nvSpPr>
        <p:spPr>
          <a:xfrm>
            <a:off x="4284360" y="2711880"/>
            <a:ext cx="2520" cy="775800"/>
          </a:xfrm>
          <a:custGeom>
            <a:avLst/>
            <a:gdLst/>
            <a:ahLst/>
            <a:rect l="0" t="0" r="r" b="b"/>
            <a:pathLst>
              <a:path w="7" h="2155">
                <a:moveTo>
                  <a:pt x="0" y="2155"/>
                </a:moveTo>
                <a:lnTo>
                  <a:pt x="0" y="0"/>
                </a:lnTo>
                <a:lnTo>
                  <a:pt x="7" y="0"/>
                </a:lnTo>
                <a:lnTo>
                  <a:pt x="7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1" name=""/>
          <p:cNvSpPr/>
          <p:nvPr/>
        </p:nvSpPr>
        <p:spPr>
          <a:xfrm>
            <a:off x="42865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2" name=""/>
          <p:cNvSpPr/>
          <p:nvPr/>
        </p:nvSpPr>
        <p:spPr>
          <a:xfrm>
            <a:off x="42883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3" name=""/>
          <p:cNvSpPr/>
          <p:nvPr/>
        </p:nvSpPr>
        <p:spPr>
          <a:xfrm>
            <a:off x="42901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4" name=""/>
          <p:cNvSpPr/>
          <p:nvPr/>
        </p:nvSpPr>
        <p:spPr>
          <a:xfrm>
            <a:off x="42919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5" name=""/>
          <p:cNvSpPr/>
          <p:nvPr/>
        </p:nvSpPr>
        <p:spPr>
          <a:xfrm>
            <a:off x="42937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6" name=""/>
          <p:cNvSpPr/>
          <p:nvPr/>
        </p:nvSpPr>
        <p:spPr>
          <a:xfrm>
            <a:off x="42955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7" name=""/>
          <p:cNvSpPr/>
          <p:nvPr/>
        </p:nvSpPr>
        <p:spPr>
          <a:xfrm>
            <a:off x="42973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8" name=""/>
          <p:cNvSpPr/>
          <p:nvPr/>
        </p:nvSpPr>
        <p:spPr>
          <a:xfrm>
            <a:off x="42991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59" name=""/>
          <p:cNvSpPr/>
          <p:nvPr/>
        </p:nvSpPr>
        <p:spPr>
          <a:xfrm>
            <a:off x="43009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0" name=""/>
          <p:cNvSpPr/>
          <p:nvPr/>
        </p:nvSpPr>
        <p:spPr>
          <a:xfrm>
            <a:off x="4302720" y="2711880"/>
            <a:ext cx="3960" cy="775800"/>
          </a:xfrm>
          <a:custGeom>
            <a:avLst/>
            <a:gdLst/>
            <a:ahLst/>
            <a:rect l="0" t="0" r="r" b="b"/>
            <a:pathLst>
              <a:path w="11" h="2155">
                <a:moveTo>
                  <a:pt x="0" y="2155"/>
                </a:moveTo>
                <a:lnTo>
                  <a:pt x="0" y="0"/>
                </a:lnTo>
                <a:lnTo>
                  <a:pt x="11" y="0"/>
                </a:lnTo>
                <a:lnTo>
                  <a:pt x="11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1" name=""/>
          <p:cNvSpPr/>
          <p:nvPr/>
        </p:nvSpPr>
        <p:spPr>
          <a:xfrm>
            <a:off x="4306320" y="2711880"/>
            <a:ext cx="3960" cy="775800"/>
          </a:xfrm>
          <a:custGeom>
            <a:avLst/>
            <a:gdLst/>
            <a:ahLst/>
            <a:rect l="0" t="0" r="r" b="b"/>
            <a:pathLst>
              <a:path w="11" h="2155">
                <a:moveTo>
                  <a:pt x="0" y="2155"/>
                </a:moveTo>
                <a:lnTo>
                  <a:pt x="0" y="0"/>
                </a:lnTo>
                <a:lnTo>
                  <a:pt x="11" y="0"/>
                </a:lnTo>
                <a:lnTo>
                  <a:pt x="11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2" name=""/>
          <p:cNvSpPr/>
          <p:nvPr/>
        </p:nvSpPr>
        <p:spPr>
          <a:xfrm>
            <a:off x="43099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3" name=""/>
          <p:cNvSpPr/>
          <p:nvPr/>
        </p:nvSpPr>
        <p:spPr>
          <a:xfrm>
            <a:off x="43117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4" name=""/>
          <p:cNvSpPr/>
          <p:nvPr/>
        </p:nvSpPr>
        <p:spPr>
          <a:xfrm>
            <a:off x="4313520" y="2711880"/>
            <a:ext cx="3960" cy="775800"/>
          </a:xfrm>
          <a:custGeom>
            <a:avLst/>
            <a:gdLst/>
            <a:ahLst/>
            <a:rect l="0" t="0" r="r" b="b"/>
            <a:pathLst>
              <a:path w="11" h="2155">
                <a:moveTo>
                  <a:pt x="0" y="2155"/>
                </a:moveTo>
                <a:lnTo>
                  <a:pt x="0" y="0"/>
                </a:lnTo>
                <a:lnTo>
                  <a:pt x="11" y="0"/>
                </a:lnTo>
                <a:lnTo>
                  <a:pt x="11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5" name=""/>
          <p:cNvSpPr/>
          <p:nvPr/>
        </p:nvSpPr>
        <p:spPr>
          <a:xfrm>
            <a:off x="43171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6" name=""/>
          <p:cNvSpPr/>
          <p:nvPr/>
        </p:nvSpPr>
        <p:spPr>
          <a:xfrm>
            <a:off x="43189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7" name=""/>
          <p:cNvSpPr/>
          <p:nvPr/>
        </p:nvSpPr>
        <p:spPr>
          <a:xfrm>
            <a:off x="43207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8" name=""/>
          <p:cNvSpPr/>
          <p:nvPr/>
        </p:nvSpPr>
        <p:spPr>
          <a:xfrm>
            <a:off x="43225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69" name=""/>
          <p:cNvSpPr/>
          <p:nvPr/>
        </p:nvSpPr>
        <p:spPr>
          <a:xfrm>
            <a:off x="43243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0" name=""/>
          <p:cNvSpPr/>
          <p:nvPr/>
        </p:nvSpPr>
        <p:spPr>
          <a:xfrm>
            <a:off x="4326120" y="2711880"/>
            <a:ext cx="2880" cy="775800"/>
          </a:xfrm>
          <a:custGeom>
            <a:avLst/>
            <a:gdLst/>
            <a:ahLst/>
            <a:rect l="0" t="0" r="r" b="b"/>
            <a:pathLst>
              <a:path w="8" h="2155">
                <a:moveTo>
                  <a:pt x="0" y="2155"/>
                </a:moveTo>
                <a:lnTo>
                  <a:pt x="0" y="0"/>
                </a:lnTo>
                <a:lnTo>
                  <a:pt x="8" y="0"/>
                </a:lnTo>
                <a:lnTo>
                  <a:pt x="8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1" name=""/>
          <p:cNvSpPr/>
          <p:nvPr/>
        </p:nvSpPr>
        <p:spPr>
          <a:xfrm>
            <a:off x="4328280" y="2711880"/>
            <a:ext cx="3960" cy="775800"/>
          </a:xfrm>
          <a:custGeom>
            <a:avLst/>
            <a:gdLst/>
            <a:ahLst/>
            <a:rect l="0" t="0" r="r" b="b"/>
            <a:pathLst>
              <a:path w="11" h="2155">
                <a:moveTo>
                  <a:pt x="0" y="2155"/>
                </a:moveTo>
                <a:lnTo>
                  <a:pt x="0" y="0"/>
                </a:lnTo>
                <a:lnTo>
                  <a:pt x="11" y="0"/>
                </a:lnTo>
                <a:lnTo>
                  <a:pt x="11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2" name=""/>
          <p:cNvSpPr/>
          <p:nvPr/>
        </p:nvSpPr>
        <p:spPr>
          <a:xfrm>
            <a:off x="4331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3" name=""/>
          <p:cNvSpPr/>
          <p:nvPr/>
        </p:nvSpPr>
        <p:spPr>
          <a:xfrm>
            <a:off x="4333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4" name=""/>
          <p:cNvSpPr/>
          <p:nvPr/>
        </p:nvSpPr>
        <p:spPr>
          <a:xfrm>
            <a:off x="4335480" y="2711880"/>
            <a:ext cx="3960" cy="775800"/>
          </a:xfrm>
          <a:custGeom>
            <a:avLst/>
            <a:gdLst/>
            <a:ahLst/>
            <a:rect l="0" t="0" r="r" b="b"/>
            <a:pathLst>
              <a:path w="11" h="2155">
                <a:moveTo>
                  <a:pt x="0" y="2155"/>
                </a:moveTo>
                <a:lnTo>
                  <a:pt x="0" y="0"/>
                </a:lnTo>
                <a:lnTo>
                  <a:pt x="11" y="0"/>
                </a:lnTo>
                <a:lnTo>
                  <a:pt x="11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5" name=""/>
          <p:cNvSpPr/>
          <p:nvPr/>
        </p:nvSpPr>
        <p:spPr>
          <a:xfrm>
            <a:off x="4339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6" name=""/>
          <p:cNvSpPr/>
          <p:nvPr/>
        </p:nvSpPr>
        <p:spPr>
          <a:xfrm>
            <a:off x="4340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7" name=""/>
          <p:cNvSpPr/>
          <p:nvPr/>
        </p:nvSpPr>
        <p:spPr>
          <a:xfrm>
            <a:off x="4342680" y="2711880"/>
            <a:ext cx="3960" cy="775800"/>
          </a:xfrm>
          <a:custGeom>
            <a:avLst/>
            <a:gdLst/>
            <a:ahLst/>
            <a:rect l="0" t="0" r="r" b="b"/>
            <a:pathLst>
              <a:path w="11" h="2155">
                <a:moveTo>
                  <a:pt x="0" y="2155"/>
                </a:moveTo>
                <a:lnTo>
                  <a:pt x="0" y="0"/>
                </a:lnTo>
                <a:lnTo>
                  <a:pt x="11" y="0"/>
                </a:lnTo>
                <a:lnTo>
                  <a:pt x="11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8" name=""/>
          <p:cNvSpPr/>
          <p:nvPr/>
        </p:nvSpPr>
        <p:spPr>
          <a:xfrm>
            <a:off x="4346280" y="2711880"/>
            <a:ext cx="3960" cy="775800"/>
          </a:xfrm>
          <a:custGeom>
            <a:avLst/>
            <a:gdLst/>
            <a:ahLst/>
            <a:rect l="0" t="0" r="r" b="b"/>
            <a:pathLst>
              <a:path w="11" h="2155">
                <a:moveTo>
                  <a:pt x="0" y="2155"/>
                </a:moveTo>
                <a:lnTo>
                  <a:pt x="0" y="0"/>
                </a:lnTo>
                <a:lnTo>
                  <a:pt x="11" y="0"/>
                </a:lnTo>
                <a:lnTo>
                  <a:pt x="11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79" name=""/>
          <p:cNvSpPr/>
          <p:nvPr/>
        </p:nvSpPr>
        <p:spPr>
          <a:xfrm>
            <a:off x="4349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0" name=""/>
          <p:cNvSpPr/>
          <p:nvPr/>
        </p:nvSpPr>
        <p:spPr>
          <a:xfrm>
            <a:off x="4351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1" name=""/>
          <p:cNvSpPr/>
          <p:nvPr/>
        </p:nvSpPr>
        <p:spPr>
          <a:xfrm>
            <a:off x="4353480" y="2711880"/>
            <a:ext cx="3960" cy="775800"/>
          </a:xfrm>
          <a:custGeom>
            <a:avLst/>
            <a:gdLst/>
            <a:ahLst/>
            <a:rect l="0" t="0" r="r" b="b"/>
            <a:pathLst>
              <a:path w="11" h="2155">
                <a:moveTo>
                  <a:pt x="0" y="2155"/>
                </a:moveTo>
                <a:lnTo>
                  <a:pt x="0" y="0"/>
                </a:lnTo>
                <a:lnTo>
                  <a:pt x="11" y="0"/>
                </a:lnTo>
                <a:lnTo>
                  <a:pt x="11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2" name=""/>
          <p:cNvSpPr/>
          <p:nvPr/>
        </p:nvSpPr>
        <p:spPr>
          <a:xfrm>
            <a:off x="4357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3" name=""/>
          <p:cNvSpPr/>
          <p:nvPr/>
        </p:nvSpPr>
        <p:spPr>
          <a:xfrm>
            <a:off x="4358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4" name=""/>
          <p:cNvSpPr/>
          <p:nvPr/>
        </p:nvSpPr>
        <p:spPr>
          <a:xfrm>
            <a:off x="4360680" y="2711880"/>
            <a:ext cx="3960" cy="775800"/>
          </a:xfrm>
          <a:custGeom>
            <a:avLst/>
            <a:gdLst/>
            <a:ahLst/>
            <a:rect l="0" t="0" r="r" b="b"/>
            <a:pathLst>
              <a:path w="11" h="2155">
                <a:moveTo>
                  <a:pt x="0" y="2155"/>
                </a:moveTo>
                <a:lnTo>
                  <a:pt x="0" y="0"/>
                </a:lnTo>
                <a:lnTo>
                  <a:pt x="11" y="0"/>
                </a:lnTo>
                <a:lnTo>
                  <a:pt x="11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5" name=""/>
          <p:cNvSpPr/>
          <p:nvPr/>
        </p:nvSpPr>
        <p:spPr>
          <a:xfrm>
            <a:off x="4364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6" name=""/>
          <p:cNvSpPr/>
          <p:nvPr/>
        </p:nvSpPr>
        <p:spPr>
          <a:xfrm>
            <a:off x="4366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7" name=""/>
          <p:cNvSpPr/>
          <p:nvPr/>
        </p:nvSpPr>
        <p:spPr>
          <a:xfrm>
            <a:off x="4367880" y="2711880"/>
            <a:ext cx="4320" cy="775800"/>
          </a:xfrm>
          <a:custGeom>
            <a:avLst/>
            <a:gdLst/>
            <a:ahLst/>
            <a:rect l="0" t="0" r="r" b="b"/>
            <a:pathLst>
              <a:path w="12" h="2155">
                <a:moveTo>
                  <a:pt x="0" y="2155"/>
                </a:moveTo>
                <a:lnTo>
                  <a:pt x="0" y="0"/>
                </a:lnTo>
                <a:lnTo>
                  <a:pt x="12" y="0"/>
                </a:lnTo>
                <a:lnTo>
                  <a:pt x="12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8" name=""/>
          <p:cNvSpPr/>
          <p:nvPr/>
        </p:nvSpPr>
        <p:spPr>
          <a:xfrm>
            <a:off x="43718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89" name=""/>
          <p:cNvSpPr/>
          <p:nvPr/>
        </p:nvSpPr>
        <p:spPr>
          <a:xfrm>
            <a:off x="43736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0" name=""/>
          <p:cNvSpPr/>
          <p:nvPr/>
        </p:nvSpPr>
        <p:spPr>
          <a:xfrm>
            <a:off x="43754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1" name=""/>
          <p:cNvSpPr/>
          <p:nvPr/>
        </p:nvSpPr>
        <p:spPr>
          <a:xfrm>
            <a:off x="43772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2" name=""/>
          <p:cNvSpPr/>
          <p:nvPr/>
        </p:nvSpPr>
        <p:spPr>
          <a:xfrm>
            <a:off x="4379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3" name=""/>
          <p:cNvSpPr/>
          <p:nvPr/>
        </p:nvSpPr>
        <p:spPr>
          <a:xfrm>
            <a:off x="43808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4" name=""/>
          <p:cNvSpPr/>
          <p:nvPr/>
        </p:nvSpPr>
        <p:spPr>
          <a:xfrm>
            <a:off x="43826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5" name=""/>
          <p:cNvSpPr/>
          <p:nvPr/>
        </p:nvSpPr>
        <p:spPr>
          <a:xfrm>
            <a:off x="43844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6" name=""/>
          <p:cNvSpPr/>
          <p:nvPr/>
        </p:nvSpPr>
        <p:spPr>
          <a:xfrm>
            <a:off x="43862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7" name=""/>
          <p:cNvSpPr/>
          <p:nvPr/>
        </p:nvSpPr>
        <p:spPr>
          <a:xfrm>
            <a:off x="4388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8" name=""/>
          <p:cNvSpPr/>
          <p:nvPr/>
        </p:nvSpPr>
        <p:spPr>
          <a:xfrm>
            <a:off x="43898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699" name=""/>
          <p:cNvSpPr/>
          <p:nvPr/>
        </p:nvSpPr>
        <p:spPr>
          <a:xfrm>
            <a:off x="43916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0" name=""/>
          <p:cNvSpPr/>
          <p:nvPr/>
        </p:nvSpPr>
        <p:spPr>
          <a:xfrm>
            <a:off x="43934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1" name=""/>
          <p:cNvSpPr/>
          <p:nvPr/>
        </p:nvSpPr>
        <p:spPr>
          <a:xfrm>
            <a:off x="43952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2" name=""/>
          <p:cNvSpPr/>
          <p:nvPr/>
        </p:nvSpPr>
        <p:spPr>
          <a:xfrm>
            <a:off x="4397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3" name=""/>
          <p:cNvSpPr/>
          <p:nvPr/>
        </p:nvSpPr>
        <p:spPr>
          <a:xfrm>
            <a:off x="43988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4" name=""/>
          <p:cNvSpPr/>
          <p:nvPr/>
        </p:nvSpPr>
        <p:spPr>
          <a:xfrm>
            <a:off x="44006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5" name=""/>
          <p:cNvSpPr/>
          <p:nvPr/>
        </p:nvSpPr>
        <p:spPr>
          <a:xfrm>
            <a:off x="44024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6" name=""/>
          <p:cNvSpPr/>
          <p:nvPr/>
        </p:nvSpPr>
        <p:spPr>
          <a:xfrm>
            <a:off x="44042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7" name=""/>
          <p:cNvSpPr/>
          <p:nvPr/>
        </p:nvSpPr>
        <p:spPr>
          <a:xfrm>
            <a:off x="4406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8" name=""/>
          <p:cNvSpPr/>
          <p:nvPr/>
        </p:nvSpPr>
        <p:spPr>
          <a:xfrm>
            <a:off x="44078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09" name=""/>
          <p:cNvSpPr/>
          <p:nvPr/>
        </p:nvSpPr>
        <p:spPr>
          <a:xfrm>
            <a:off x="4409640" y="2711880"/>
            <a:ext cx="2520" cy="775800"/>
          </a:xfrm>
          <a:custGeom>
            <a:avLst/>
            <a:gdLst/>
            <a:ahLst/>
            <a:rect l="0" t="0" r="r" b="b"/>
            <a:pathLst>
              <a:path w="7" h="2155">
                <a:moveTo>
                  <a:pt x="0" y="2155"/>
                </a:moveTo>
                <a:lnTo>
                  <a:pt x="0" y="0"/>
                </a:lnTo>
                <a:lnTo>
                  <a:pt x="7" y="0"/>
                </a:lnTo>
                <a:lnTo>
                  <a:pt x="7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0" name=""/>
          <p:cNvSpPr/>
          <p:nvPr/>
        </p:nvSpPr>
        <p:spPr>
          <a:xfrm>
            <a:off x="4411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1" name=""/>
          <p:cNvSpPr/>
          <p:nvPr/>
        </p:nvSpPr>
        <p:spPr>
          <a:xfrm>
            <a:off x="44136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2" name=""/>
          <p:cNvSpPr/>
          <p:nvPr/>
        </p:nvSpPr>
        <p:spPr>
          <a:xfrm>
            <a:off x="44154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3" name=""/>
          <p:cNvSpPr/>
          <p:nvPr/>
        </p:nvSpPr>
        <p:spPr>
          <a:xfrm>
            <a:off x="44172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4" name=""/>
          <p:cNvSpPr/>
          <p:nvPr/>
        </p:nvSpPr>
        <p:spPr>
          <a:xfrm>
            <a:off x="44190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5" name=""/>
          <p:cNvSpPr/>
          <p:nvPr/>
        </p:nvSpPr>
        <p:spPr>
          <a:xfrm>
            <a:off x="4420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6" name=""/>
          <p:cNvSpPr/>
          <p:nvPr/>
        </p:nvSpPr>
        <p:spPr>
          <a:xfrm>
            <a:off x="44226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7" name=""/>
          <p:cNvSpPr/>
          <p:nvPr/>
        </p:nvSpPr>
        <p:spPr>
          <a:xfrm>
            <a:off x="44244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8" name=""/>
          <p:cNvSpPr/>
          <p:nvPr/>
        </p:nvSpPr>
        <p:spPr>
          <a:xfrm>
            <a:off x="44262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19" name=""/>
          <p:cNvSpPr/>
          <p:nvPr/>
        </p:nvSpPr>
        <p:spPr>
          <a:xfrm>
            <a:off x="44280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0" name=""/>
          <p:cNvSpPr/>
          <p:nvPr/>
        </p:nvSpPr>
        <p:spPr>
          <a:xfrm>
            <a:off x="4429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1" name=""/>
          <p:cNvSpPr/>
          <p:nvPr/>
        </p:nvSpPr>
        <p:spPr>
          <a:xfrm>
            <a:off x="44316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2" name=""/>
          <p:cNvSpPr/>
          <p:nvPr/>
        </p:nvSpPr>
        <p:spPr>
          <a:xfrm>
            <a:off x="44334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3" name=""/>
          <p:cNvSpPr/>
          <p:nvPr/>
        </p:nvSpPr>
        <p:spPr>
          <a:xfrm>
            <a:off x="44352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4" name=""/>
          <p:cNvSpPr/>
          <p:nvPr/>
        </p:nvSpPr>
        <p:spPr>
          <a:xfrm>
            <a:off x="44370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5" name=""/>
          <p:cNvSpPr/>
          <p:nvPr/>
        </p:nvSpPr>
        <p:spPr>
          <a:xfrm>
            <a:off x="4438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6" name=""/>
          <p:cNvSpPr/>
          <p:nvPr/>
        </p:nvSpPr>
        <p:spPr>
          <a:xfrm>
            <a:off x="44406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7" name=""/>
          <p:cNvSpPr/>
          <p:nvPr/>
        </p:nvSpPr>
        <p:spPr>
          <a:xfrm>
            <a:off x="44424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8" name=""/>
          <p:cNvSpPr/>
          <p:nvPr/>
        </p:nvSpPr>
        <p:spPr>
          <a:xfrm>
            <a:off x="44442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29" name=""/>
          <p:cNvSpPr/>
          <p:nvPr/>
        </p:nvSpPr>
        <p:spPr>
          <a:xfrm>
            <a:off x="44460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0" name=""/>
          <p:cNvSpPr/>
          <p:nvPr/>
        </p:nvSpPr>
        <p:spPr>
          <a:xfrm>
            <a:off x="44478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1" name=""/>
          <p:cNvSpPr/>
          <p:nvPr/>
        </p:nvSpPr>
        <p:spPr>
          <a:xfrm>
            <a:off x="444960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2" name=""/>
          <p:cNvSpPr/>
          <p:nvPr/>
        </p:nvSpPr>
        <p:spPr>
          <a:xfrm>
            <a:off x="4451400" y="2711880"/>
            <a:ext cx="2520" cy="775800"/>
          </a:xfrm>
          <a:custGeom>
            <a:avLst/>
            <a:gdLst/>
            <a:ahLst/>
            <a:rect l="0" t="0" r="r" b="b"/>
            <a:pathLst>
              <a:path w="7" h="2155">
                <a:moveTo>
                  <a:pt x="0" y="2155"/>
                </a:moveTo>
                <a:lnTo>
                  <a:pt x="0" y="0"/>
                </a:lnTo>
                <a:lnTo>
                  <a:pt x="7" y="0"/>
                </a:lnTo>
                <a:lnTo>
                  <a:pt x="7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3" name=""/>
          <p:cNvSpPr/>
          <p:nvPr/>
        </p:nvSpPr>
        <p:spPr>
          <a:xfrm>
            <a:off x="4453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4" name=""/>
          <p:cNvSpPr/>
          <p:nvPr/>
        </p:nvSpPr>
        <p:spPr>
          <a:xfrm>
            <a:off x="44553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5" name=""/>
          <p:cNvSpPr/>
          <p:nvPr/>
        </p:nvSpPr>
        <p:spPr>
          <a:xfrm>
            <a:off x="44571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6" name=""/>
          <p:cNvSpPr/>
          <p:nvPr/>
        </p:nvSpPr>
        <p:spPr>
          <a:xfrm>
            <a:off x="44589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7" name=""/>
          <p:cNvSpPr/>
          <p:nvPr/>
        </p:nvSpPr>
        <p:spPr>
          <a:xfrm>
            <a:off x="44607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8" name=""/>
          <p:cNvSpPr/>
          <p:nvPr/>
        </p:nvSpPr>
        <p:spPr>
          <a:xfrm>
            <a:off x="4462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39" name=""/>
          <p:cNvSpPr/>
          <p:nvPr/>
        </p:nvSpPr>
        <p:spPr>
          <a:xfrm>
            <a:off x="44643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0" name=""/>
          <p:cNvSpPr/>
          <p:nvPr/>
        </p:nvSpPr>
        <p:spPr>
          <a:xfrm>
            <a:off x="44661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1" name=""/>
          <p:cNvSpPr/>
          <p:nvPr/>
        </p:nvSpPr>
        <p:spPr>
          <a:xfrm>
            <a:off x="44679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2" name=""/>
          <p:cNvSpPr/>
          <p:nvPr/>
        </p:nvSpPr>
        <p:spPr>
          <a:xfrm>
            <a:off x="44697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3" name=""/>
          <p:cNvSpPr/>
          <p:nvPr/>
        </p:nvSpPr>
        <p:spPr>
          <a:xfrm>
            <a:off x="4471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4" name=""/>
          <p:cNvSpPr/>
          <p:nvPr/>
        </p:nvSpPr>
        <p:spPr>
          <a:xfrm>
            <a:off x="44733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5" name=""/>
          <p:cNvSpPr/>
          <p:nvPr/>
        </p:nvSpPr>
        <p:spPr>
          <a:xfrm>
            <a:off x="44751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6" name=""/>
          <p:cNvSpPr/>
          <p:nvPr/>
        </p:nvSpPr>
        <p:spPr>
          <a:xfrm>
            <a:off x="44769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7" name=""/>
          <p:cNvSpPr/>
          <p:nvPr/>
        </p:nvSpPr>
        <p:spPr>
          <a:xfrm>
            <a:off x="44787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8" name=""/>
          <p:cNvSpPr/>
          <p:nvPr/>
        </p:nvSpPr>
        <p:spPr>
          <a:xfrm>
            <a:off x="4480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49" name=""/>
          <p:cNvSpPr/>
          <p:nvPr/>
        </p:nvSpPr>
        <p:spPr>
          <a:xfrm>
            <a:off x="44823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0" name=""/>
          <p:cNvSpPr/>
          <p:nvPr/>
        </p:nvSpPr>
        <p:spPr>
          <a:xfrm>
            <a:off x="44841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1" name=""/>
          <p:cNvSpPr/>
          <p:nvPr/>
        </p:nvSpPr>
        <p:spPr>
          <a:xfrm>
            <a:off x="44859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2" name=""/>
          <p:cNvSpPr/>
          <p:nvPr/>
        </p:nvSpPr>
        <p:spPr>
          <a:xfrm>
            <a:off x="44877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3" name=""/>
          <p:cNvSpPr/>
          <p:nvPr/>
        </p:nvSpPr>
        <p:spPr>
          <a:xfrm>
            <a:off x="44895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4" name=""/>
          <p:cNvSpPr/>
          <p:nvPr/>
        </p:nvSpPr>
        <p:spPr>
          <a:xfrm>
            <a:off x="449136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5" name=""/>
          <p:cNvSpPr/>
          <p:nvPr/>
        </p:nvSpPr>
        <p:spPr>
          <a:xfrm>
            <a:off x="4493160" y="2711880"/>
            <a:ext cx="2520" cy="775800"/>
          </a:xfrm>
          <a:custGeom>
            <a:avLst/>
            <a:gdLst/>
            <a:ahLst/>
            <a:rect l="0" t="0" r="r" b="b"/>
            <a:pathLst>
              <a:path w="7" h="2155">
                <a:moveTo>
                  <a:pt x="0" y="2155"/>
                </a:moveTo>
                <a:lnTo>
                  <a:pt x="0" y="0"/>
                </a:lnTo>
                <a:lnTo>
                  <a:pt x="7" y="0"/>
                </a:lnTo>
                <a:lnTo>
                  <a:pt x="7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6" name=""/>
          <p:cNvSpPr/>
          <p:nvPr/>
        </p:nvSpPr>
        <p:spPr>
          <a:xfrm>
            <a:off x="44953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7" name=""/>
          <p:cNvSpPr/>
          <p:nvPr/>
        </p:nvSpPr>
        <p:spPr>
          <a:xfrm>
            <a:off x="44971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8" name=""/>
          <p:cNvSpPr/>
          <p:nvPr/>
        </p:nvSpPr>
        <p:spPr>
          <a:xfrm>
            <a:off x="44989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59" name=""/>
          <p:cNvSpPr/>
          <p:nvPr/>
        </p:nvSpPr>
        <p:spPr>
          <a:xfrm>
            <a:off x="45007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0" name=""/>
          <p:cNvSpPr/>
          <p:nvPr/>
        </p:nvSpPr>
        <p:spPr>
          <a:xfrm>
            <a:off x="45025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1" name=""/>
          <p:cNvSpPr/>
          <p:nvPr/>
        </p:nvSpPr>
        <p:spPr>
          <a:xfrm>
            <a:off x="45043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2" name=""/>
          <p:cNvSpPr/>
          <p:nvPr/>
        </p:nvSpPr>
        <p:spPr>
          <a:xfrm>
            <a:off x="45061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3" name=""/>
          <p:cNvSpPr/>
          <p:nvPr/>
        </p:nvSpPr>
        <p:spPr>
          <a:xfrm>
            <a:off x="45079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4" name=""/>
          <p:cNvSpPr/>
          <p:nvPr/>
        </p:nvSpPr>
        <p:spPr>
          <a:xfrm>
            <a:off x="45097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5" name=""/>
          <p:cNvSpPr/>
          <p:nvPr/>
        </p:nvSpPr>
        <p:spPr>
          <a:xfrm>
            <a:off x="45115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6" name=""/>
          <p:cNvSpPr/>
          <p:nvPr/>
        </p:nvSpPr>
        <p:spPr>
          <a:xfrm>
            <a:off x="45133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7" name=""/>
          <p:cNvSpPr/>
          <p:nvPr/>
        </p:nvSpPr>
        <p:spPr>
          <a:xfrm>
            <a:off x="45151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8" name=""/>
          <p:cNvSpPr/>
          <p:nvPr/>
        </p:nvSpPr>
        <p:spPr>
          <a:xfrm>
            <a:off x="45169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69" name=""/>
          <p:cNvSpPr/>
          <p:nvPr/>
        </p:nvSpPr>
        <p:spPr>
          <a:xfrm>
            <a:off x="45187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0" name=""/>
          <p:cNvSpPr/>
          <p:nvPr/>
        </p:nvSpPr>
        <p:spPr>
          <a:xfrm>
            <a:off x="45205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1" name=""/>
          <p:cNvSpPr/>
          <p:nvPr/>
        </p:nvSpPr>
        <p:spPr>
          <a:xfrm>
            <a:off x="45223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2" name=""/>
          <p:cNvSpPr/>
          <p:nvPr/>
        </p:nvSpPr>
        <p:spPr>
          <a:xfrm>
            <a:off x="45241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3" name=""/>
          <p:cNvSpPr/>
          <p:nvPr/>
        </p:nvSpPr>
        <p:spPr>
          <a:xfrm>
            <a:off x="45259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4" name=""/>
          <p:cNvSpPr/>
          <p:nvPr/>
        </p:nvSpPr>
        <p:spPr>
          <a:xfrm>
            <a:off x="45277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5" name=""/>
          <p:cNvSpPr/>
          <p:nvPr/>
        </p:nvSpPr>
        <p:spPr>
          <a:xfrm>
            <a:off x="45295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6" name=""/>
          <p:cNvSpPr/>
          <p:nvPr/>
        </p:nvSpPr>
        <p:spPr>
          <a:xfrm>
            <a:off x="453132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7" name=""/>
          <p:cNvSpPr/>
          <p:nvPr/>
        </p:nvSpPr>
        <p:spPr>
          <a:xfrm>
            <a:off x="4533120" y="2711880"/>
            <a:ext cx="2880" cy="775800"/>
          </a:xfrm>
          <a:custGeom>
            <a:avLst/>
            <a:gdLst/>
            <a:ahLst/>
            <a:rect l="0" t="0" r="r" b="b"/>
            <a:pathLst>
              <a:path w="8" h="2155">
                <a:moveTo>
                  <a:pt x="0" y="2155"/>
                </a:moveTo>
                <a:lnTo>
                  <a:pt x="0" y="0"/>
                </a:lnTo>
                <a:lnTo>
                  <a:pt x="8" y="0"/>
                </a:lnTo>
                <a:lnTo>
                  <a:pt x="8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8" name=""/>
          <p:cNvSpPr/>
          <p:nvPr/>
        </p:nvSpPr>
        <p:spPr>
          <a:xfrm>
            <a:off x="4535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79" name=""/>
          <p:cNvSpPr/>
          <p:nvPr/>
        </p:nvSpPr>
        <p:spPr>
          <a:xfrm>
            <a:off x="4537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0" name=""/>
          <p:cNvSpPr/>
          <p:nvPr/>
        </p:nvSpPr>
        <p:spPr>
          <a:xfrm>
            <a:off x="4538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1" name=""/>
          <p:cNvSpPr/>
          <p:nvPr/>
        </p:nvSpPr>
        <p:spPr>
          <a:xfrm>
            <a:off x="4540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2" name=""/>
          <p:cNvSpPr/>
          <p:nvPr/>
        </p:nvSpPr>
        <p:spPr>
          <a:xfrm>
            <a:off x="45424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3" name=""/>
          <p:cNvSpPr/>
          <p:nvPr/>
        </p:nvSpPr>
        <p:spPr>
          <a:xfrm>
            <a:off x="4544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4" name=""/>
          <p:cNvSpPr/>
          <p:nvPr/>
        </p:nvSpPr>
        <p:spPr>
          <a:xfrm>
            <a:off x="4546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5" name=""/>
          <p:cNvSpPr/>
          <p:nvPr/>
        </p:nvSpPr>
        <p:spPr>
          <a:xfrm>
            <a:off x="4547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6" name=""/>
          <p:cNvSpPr/>
          <p:nvPr/>
        </p:nvSpPr>
        <p:spPr>
          <a:xfrm>
            <a:off x="4549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7" name=""/>
          <p:cNvSpPr/>
          <p:nvPr/>
        </p:nvSpPr>
        <p:spPr>
          <a:xfrm>
            <a:off x="45514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8" name=""/>
          <p:cNvSpPr/>
          <p:nvPr/>
        </p:nvSpPr>
        <p:spPr>
          <a:xfrm>
            <a:off x="4553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89" name=""/>
          <p:cNvSpPr/>
          <p:nvPr/>
        </p:nvSpPr>
        <p:spPr>
          <a:xfrm>
            <a:off x="4555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0" name=""/>
          <p:cNvSpPr/>
          <p:nvPr/>
        </p:nvSpPr>
        <p:spPr>
          <a:xfrm>
            <a:off x="4556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1" name=""/>
          <p:cNvSpPr/>
          <p:nvPr/>
        </p:nvSpPr>
        <p:spPr>
          <a:xfrm>
            <a:off x="4558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2" name=""/>
          <p:cNvSpPr/>
          <p:nvPr/>
        </p:nvSpPr>
        <p:spPr>
          <a:xfrm>
            <a:off x="45604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3" name=""/>
          <p:cNvSpPr/>
          <p:nvPr/>
        </p:nvSpPr>
        <p:spPr>
          <a:xfrm>
            <a:off x="4562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4" name=""/>
          <p:cNvSpPr/>
          <p:nvPr/>
        </p:nvSpPr>
        <p:spPr>
          <a:xfrm>
            <a:off x="4564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5" name=""/>
          <p:cNvSpPr/>
          <p:nvPr/>
        </p:nvSpPr>
        <p:spPr>
          <a:xfrm>
            <a:off x="45658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6" name=""/>
          <p:cNvSpPr/>
          <p:nvPr/>
        </p:nvSpPr>
        <p:spPr>
          <a:xfrm>
            <a:off x="45676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7" name=""/>
          <p:cNvSpPr/>
          <p:nvPr/>
        </p:nvSpPr>
        <p:spPr>
          <a:xfrm>
            <a:off x="45694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8" name=""/>
          <p:cNvSpPr/>
          <p:nvPr/>
        </p:nvSpPr>
        <p:spPr>
          <a:xfrm>
            <a:off x="45712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799" name=""/>
          <p:cNvSpPr/>
          <p:nvPr/>
        </p:nvSpPr>
        <p:spPr>
          <a:xfrm>
            <a:off x="457308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0" name=""/>
          <p:cNvSpPr/>
          <p:nvPr/>
        </p:nvSpPr>
        <p:spPr>
          <a:xfrm>
            <a:off x="4574880" y="2711880"/>
            <a:ext cx="2520" cy="775800"/>
          </a:xfrm>
          <a:custGeom>
            <a:avLst/>
            <a:gdLst/>
            <a:ahLst/>
            <a:rect l="0" t="0" r="r" b="b"/>
            <a:pathLst>
              <a:path w="7" h="2155">
                <a:moveTo>
                  <a:pt x="0" y="2155"/>
                </a:moveTo>
                <a:lnTo>
                  <a:pt x="0" y="0"/>
                </a:lnTo>
                <a:lnTo>
                  <a:pt x="7" y="0"/>
                </a:lnTo>
                <a:lnTo>
                  <a:pt x="7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1" name=""/>
          <p:cNvSpPr/>
          <p:nvPr/>
        </p:nvSpPr>
        <p:spPr>
          <a:xfrm>
            <a:off x="4577040" y="2711880"/>
            <a:ext cx="2160" cy="775800"/>
          </a:xfrm>
          <a:custGeom>
            <a:avLst/>
            <a:gdLst/>
            <a:ahLst/>
            <a:rect l="0" t="0" r="r" b="b"/>
            <a:pathLst>
              <a:path w="6" h="2155">
                <a:moveTo>
                  <a:pt x="0" y="2155"/>
                </a:moveTo>
                <a:lnTo>
                  <a:pt x="0" y="0"/>
                </a:lnTo>
                <a:lnTo>
                  <a:pt x="6" y="0"/>
                </a:lnTo>
                <a:lnTo>
                  <a:pt x="6" y="2155"/>
                </a:lnTo>
                <a:lnTo>
                  <a:pt x="0" y="2155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2" name=""/>
          <p:cNvSpPr/>
          <p:nvPr/>
        </p:nvSpPr>
        <p:spPr>
          <a:xfrm>
            <a:off x="4113720" y="2711880"/>
            <a:ext cx="465480" cy="775800"/>
          </a:xfrm>
          <a:custGeom>
            <a:avLst/>
            <a:gdLst/>
            <a:ahLst/>
            <a:rect l="0" t="0" r="r" b="b"/>
            <a:pathLst>
              <a:path w="1293" h="2155">
                <a:moveTo>
                  <a:pt x="0" y="2155"/>
                </a:moveTo>
                <a:lnTo>
                  <a:pt x="1293" y="2155"/>
                </a:lnTo>
                <a:lnTo>
                  <a:pt x="1293" y="0"/>
                </a:lnTo>
                <a:lnTo>
                  <a:pt x="0" y="0"/>
                </a:lnTo>
                <a:lnTo>
                  <a:pt x="0" y="2155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5803" name=""/>
          <p:cNvSpPr/>
          <p:nvPr/>
        </p:nvSpPr>
        <p:spPr>
          <a:xfrm>
            <a:off x="4978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4" name=""/>
          <p:cNvSpPr/>
          <p:nvPr/>
        </p:nvSpPr>
        <p:spPr>
          <a:xfrm>
            <a:off x="4979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5" name=""/>
          <p:cNvSpPr/>
          <p:nvPr/>
        </p:nvSpPr>
        <p:spPr>
          <a:xfrm>
            <a:off x="4981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6" name=""/>
          <p:cNvSpPr/>
          <p:nvPr/>
        </p:nvSpPr>
        <p:spPr>
          <a:xfrm>
            <a:off x="4983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7" name=""/>
          <p:cNvSpPr/>
          <p:nvPr/>
        </p:nvSpPr>
        <p:spPr>
          <a:xfrm>
            <a:off x="4985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8" name=""/>
          <p:cNvSpPr/>
          <p:nvPr/>
        </p:nvSpPr>
        <p:spPr>
          <a:xfrm>
            <a:off x="4987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09" name=""/>
          <p:cNvSpPr/>
          <p:nvPr/>
        </p:nvSpPr>
        <p:spPr>
          <a:xfrm>
            <a:off x="4988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0" name=""/>
          <p:cNvSpPr/>
          <p:nvPr/>
        </p:nvSpPr>
        <p:spPr>
          <a:xfrm>
            <a:off x="4990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1" name=""/>
          <p:cNvSpPr/>
          <p:nvPr/>
        </p:nvSpPr>
        <p:spPr>
          <a:xfrm>
            <a:off x="4992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2" name=""/>
          <p:cNvSpPr/>
          <p:nvPr/>
        </p:nvSpPr>
        <p:spPr>
          <a:xfrm>
            <a:off x="4994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3" name=""/>
          <p:cNvSpPr/>
          <p:nvPr/>
        </p:nvSpPr>
        <p:spPr>
          <a:xfrm>
            <a:off x="4996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4" name=""/>
          <p:cNvSpPr/>
          <p:nvPr/>
        </p:nvSpPr>
        <p:spPr>
          <a:xfrm>
            <a:off x="4997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5" name=""/>
          <p:cNvSpPr/>
          <p:nvPr/>
        </p:nvSpPr>
        <p:spPr>
          <a:xfrm>
            <a:off x="4999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6" name=""/>
          <p:cNvSpPr/>
          <p:nvPr/>
        </p:nvSpPr>
        <p:spPr>
          <a:xfrm>
            <a:off x="5001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7" name=""/>
          <p:cNvSpPr/>
          <p:nvPr/>
        </p:nvSpPr>
        <p:spPr>
          <a:xfrm>
            <a:off x="5003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8" name=""/>
          <p:cNvSpPr/>
          <p:nvPr/>
        </p:nvSpPr>
        <p:spPr>
          <a:xfrm>
            <a:off x="5005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19" name=""/>
          <p:cNvSpPr/>
          <p:nvPr/>
        </p:nvSpPr>
        <p:spPr>
          <a:xfrm>
            <a:off x="5006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0" name=""/>
          <p:cNvSpPr/>
          <p:nvPr/>
        </p:nvSpPr>
        <p:spPr>
          <a:xfrm>
            <a:off x="5008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1" name=""/>
          <p:cNvSpPr/>
          <p:nvPr/>
        </p:nvSpPr>
        <p:spPr>
          <a:xfrm>
            <a:off x="5010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2" name=""/>
          <p:cNvSpPr/>
          <p:nvPr/>
        </p:nvSpPr>
        <p:spPr>
          <a:xfrm>
            <a:off x="5012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3" name=""/>
          <p:cNvSpPr/>
          <p:nvPr/>
        </p:nvSpPr>
        <p:spPr>
          <a:xfrm>
            <a:off x="5014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4" name=""/>
          <p:cNvSpPr/>
          <p:nvPr/>
        </p:nvSpPr>
        <p:spPr>
          <a:xfrm>
            <a:off x="5015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5" name=""/>
          <p:cNvSpPr/>
          <p:nvPr/>
        </p:nvSpPr>
        <p:spPr>
          <a:xfrm>
            <a:off x="5017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6" name=""/>
          <p:cNvSpPr/>
          <p:nvPr/>
        </p:nvSpPr>
        <p:spPr>
          <a:xfrm>
            <a:off x="5019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7" name=""/>
          <p:cNvSpPr/>
          <p:nvPr/>
        </p:nvSpPr>
        <p:spPr>
          <a:xfrm>
            <a:off x="5021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8" name=""/>
          <p:cNvSpPr/>
          <p:nvPr/>
        </p:nvSpPr>
        <p:spPr>
          <a:xfrm>
            <a:off x="5023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29" name=""/>
          <p:cNvSpPr/>
          <p:nvPr/>
        </p:nvSpPr>
        <p:spPr>
          <a:xfrm>
            <a:off x="5024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0" name=""/>
          <p:cNvSpPr/>
          <p:nvPr/>
        </p:nvSpPr>
        <p:spPr>
          <a:xfrm>
            <a:off x="5026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1" name=""/>
          <p:cNvSpPr/>
          <p:nvPr/>
        </p:nvSpPr>
        <p:spPr>
          <a:xfrm>
            <a:off x="5028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2" name=""/>
          <p:cNvSpPr/>
          <p:nvPr/>
        </p:nvSpPr>
        <p:spPr>
          <a:xfrm>
            <a:off x="5030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3" name=""/>
          <p:cNvSpPr/>
          <p:nvPr/>
        </p:nvSpPr>
        <p:spPr>
          <a:xfrm>
            <a:off x="503208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4" name=""/>
          <p:cNvSpPr/>
          <p:nvPr/>
        </p:nvSpPr>
        <p:spPr>
          <a:xfrm>
            <a:off x="5034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5" name=""/>
          <p:cNvSpPr/>
          <p:nvPr/>
        </p:nvSpPr>
        <p:spPr>
          <a:xfrm>
            <a:off x="5036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6" name=""/>
          <p:cNvSpPr/>
          <p:nvPr/>
        </p:nvSpPr>
        <p:spPr>
          <a:xfrm>
            <a:off x="5037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7" name=""/>
          <p:cNvSpPr/>
          <p:nvPr/>
        </p:nvSpPr>
        <p:spPr>
          <a:xfrm>
            <a:off x="5039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8" name=""/>
          <p:cNvSpPr/>
          <p:nvPr/>
        </p:nvSpPr>
        <p:spPr>
          <a:xfrm>
            <a:off x="5041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39" name=""/>
          <p:cNvSpPr/>
          <p:nvPr/>
        </p:nvSpPr>
        <p:spPr>
          <a:xfrm>
            <a:off x="5043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0" name=""/>
          <p:cNvSpPr/>
          <p:nvPr/>
        </p:nvSpPr>
        <p:spPr>
          <a:xfrm>
            <a:off x="5045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1" name=""/>
          <p:cNvSpPr/>
          <p:nvPr/>
        </p:nvSpPr>
        <p:spPr>
          <a:xfrm>
            <a:off x="5046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2" name=""/>
          <p:cNvSpPr/>
          <p:nvPr/>
        </p:nvSpPr>
        <p:spPr>
          <a:xfrm>
            <a:off x="5048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3" name=""/>
          <p:cNvSpPr/>
          <p:nvPr/>
        </p:nvSpPr>
        <p:spPr>
          <a:xfrm>
            <a:off x="5050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4" name=""/>
          <p:cNvSpPr/>
          <p:nvPr/>
        </p:nvSpPr>
        <p:spPr>
          <a:xfrm>
            <a:off x="5052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5" name=""/>
          <p:cNvSpPr/>
          <p:nvPr/>
        </p:nvSpPr>
        <p:spPr>
          <a:xfrm>
            <a:off x="5054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6" name=""/>
          <p:cNvSpPr/>
          <p:nvPr/>
        </p:nvSpPr>
        <p:spPr>
          <a:xfrm>
            <a:off x="5055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7" name=""/>
          <p:cNvSpPr/>
          <p:nvPr/>
        </p:nvSpPr>
        <p:spPr>
          <a:xfrm>
            <a:off x="5057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8" name=""/>
          <p:cNvSpPr/>
          <p:nvPr/>
        </p:nvSpPr>
        <p:spPr>
          <a:xfrm>
            <a:off x="5059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49" name=""/>
          <p:cNvSpPr/>
          <p:nvPr/>
        </p:nvSpPr>
        <p:spPr>
          <a:xfrm>
            <a:off x="5061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0" name=""/>
          <p:cNvSpPr/>
          <p:nvPr/>
        </p:nvSpPr>
        <p:spPr>
          <a:xfrm>
            <a:off x="5063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1" name=""/>
          <p:cNvSpPr/>
          <p:nvPr/>
        </p:nvSpPr>
        <p:spPr>
          <a:xfrm>
            <a:off x="5064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2" name=""/>
          <p:cNvSpPr/>
          <p:nvPr/>
        </p:nvSpPr>
        <p:spPr>
          <a:xfrm>
            <a:off x="5066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3" name=""/>
          <p:cNvSpPr/>
          <p:nvPr/>
        </p:nvSpPr>
        <p:spPr>
          <a:xfrm>
            <a:off x="5068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4" name=""/>
          <p:cNvSpPr/>
          <p:nvPr/>
        </p:nvSpPr>
        <p:spPr>
          <a:xfrm>
            <a:off x="5070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5" name=""/>
          <p:cNvSpPr/>
          <p:nvPr/>
        </p:nvSpPr>
        <p:spPr>
          <a:xfrm>
            <a:off x="5072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6" name=""/>
          <p:cNvSpPr/>
          <p:nvPr/>
        </p:nvSpPr>
        <p:spPr>
          <a:xfrm>
            <a:off x="5073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7" name=""/>
          <p:cNvSpPr/>
          <p:nvPr/>
        </p:nvSpPr>
        <p:spPr>
          <a:xfrm>
            <a:off x="5075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8" name=""/>
          <p:cNvSpPr/>
          <p:nvPr/>
        </p:nvSpPr>
        <p:spPr>
          <a:xfrm>
            <a:off x="5077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59" name=""/>
          <p:cNvSpPr/>
          <p:nvPr/>
        </p:nvSpPr>
        <p:spPr>
          <a:xfrm>
            <a:off x="5079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0" name=""/>
          <p:cNvSpPr/>
          <p:nvPr/>
        </p:nvSpPr>
        <p:spPr>
          <a:xfrm>
            <a:off x="5081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1" name=""/>
          <p:cNvSpPr/>
          <p:nvPr/>
        </p:nvSpPr>
        <p:spPr>
          <a:xfrm>
            <a:off x="5082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2" name=""/>
          <p:cNvSpPr/>
          <p:nvPr/>
        </p:nvSpPr>
        <p:spPr>
          <a:xfrm>
            <a:off x="5084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3" name=""/>
          <p:cNvSpPr/>
          <p:nvPr/>
        </p:nvSpPr>
        <p:spPr>
          <a:xfrm>
            <a:off x="5086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4" name=""/>
          <p:cNvSpPr/>
          <p:nvPr/>
        </p:nvSpPr>
        <p:spPr>
          <a:xfrm>
            <a:off x="5088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5" name=""/>
          <p:cNvSpPr/>
          <p:nvPr/>
        </p:nvSpPr>
        <p:spPr>
          <a:xfrm>
            <a:off x="5090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6" name=""/>
          <p:cNvSpPr/>
          <p:nvPr/>
        </p:nvSpPr>
        <p:spPr>
          <a:xfrm>
            <a:off x="5091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7" name=""/>
          <p:cNvSpPr/>
          <p:nvPr/>
        </p:nvSpPr>
        <p:spPr>
          <a:xfrm>
            <a:off x="5093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8" name=""/>
          <p:cNvSpPr/>
          <p:nvPr/>
        </p:nvSpPr>
        <p:spPr>
          <a:xfrm>
            <a:off x="5095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69" name=""/>
          <p:cNvSpPr/>
          <p:nvPr/>
        </p:nvSpPr>
        <p:spPr>
          <a:xfrm>
            <a:off x="5097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0" name=""/>
          <p:cNvSpPr/>
          <p:nvPr/>
        </p:nvSpPr>
        <p:spPr>
          <a:xfrm>
            <a:off x="509904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1" name=""/>
          <p:cNvSpPr/>
          <p:nvPr/>
        </p:nvSpPr>
        <p:spPr>
          <a:xfrm>
            <a:off x="5101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2" name=""/>
          <p:cNvSpPr/>
          <p:nvPr/>
        </p:nvSpPr>
        <p:spPr>
          <a:xfrm>
            <a:off x="5103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3" name=""/>
          <p:cNvSpPr/>
          <p:nvPr/>
        </p:nvSpPr>
        <p:spPr>
          <a:xfrm>
            <a:off x="5104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4" name=""/>
          <p:cNvSpPr/>
          <p:nvPr/>
        </p:nvSpPr>
        <p:spPr>
          <a:xfrm>
            <a:off x="5106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5" name=""/>
          <p:cNvSpPr/>
          <p:nvPr/>
        </p:nvSpPr>
        <p:spPr>
          <a:xfrm>
            <a:off x="5108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6" name=""/>
          <p:cNvSpPr/>
          <p:nvPr/>
        </p:nvSpPr>
        <p:spPr>
          <a:xfrm>
            <a:off x="5110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7" name=""/>
          <p:cNvSpPr/>
          <p:nvPr/>
        </p:nvSpPr>
        <p:spPr>
          <a:xfrm>
            <a:off x="5112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8" name=""/>
          <p:cNvSpPr/>
          <p:nvPr/>
        </p:nvSpPr>
        <p:spPr>
          <a:xfrm>
            <a:off x="5113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79" name=""/>
          <p:cNvSpPr/>
          <p:nvPr/>
        </p:nvSpPr>
        <p:spPr>
          <a:xfrm>
            <a:off x="5115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0" name=""/>
          <p:cNvSpPr/>
          <p:nvPr/>
        </p:nvSpPr>
        <p:spPr>
          <a:xfrm>
            <a:off x="5117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1" name=""/>
          <p:cNvSpPr/>
          <p:nvPr/>
        </p:nvSpPr>
        <p:spPr>
          <a:xfrm>
            <a:off x="5119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2" name=""/>
          <p:cNvSpPr/>
          <p:nvPr/>
        </p:nvSpPr>
        <p:spPr>
          <a:xfrm>
            <a:off x="5121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3" name=""/>
          <p:cNvSpPr/>
          <p:nvPr/>
        </p:nvSpPr>
        <p:spPr>
          <a:xfrm>
            <a:off x="5122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4" name=""/>
          <p:cNvSpPr/>
          <p:nvPr/>
        </p:nvSpPr>
        <p:spPr>
          <a:xfrm>
            <a:off x="5124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5" name=""/>
          <p:cNvSpPr/>
          <p:nvPr/>
        </p:nvSpPr>
        <p:spPr>
          <a:xfrm>
            <a:off x="5126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6" name=""/>
          <p:cNvSpPr/>
          <p:nvPr/>
        </p:nvSpPr>
        <p:spPr>
          <a:xfrm>
            <a:off x="5128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7" name=""/>
          <p:cNvSpPr/>
          <p:nvPr/>
        </p:nvSpPr>
        <p:spPr>
          <a:xfrm>
            <a:off x="5130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8" name=""/>
          <p:cNvSpPr/>
          <p:nvPr/>
        </p:nvSpPr>
        <p:spPr>
          <a:xfrm>
            <a:off x="5131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89" name=""/>
          <p:cNvSpPr/>
          <p:nvPr/>
        </p:nvSpPr>
        <p:spPr>
          <a:xfrm>
            <a:off x="5133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0" name=""/>
          <p:cNvSpPr/>
          <p:nvPr/>
        </p:nvSpPr>
        <p:spPr>
          <a:xfrm>
            <a:off x="5135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1" name=""/>
          <p:cNvSpPr/>
          <p:nvPr/>
        </p:nvSpPr>
        <p:spPr>
          <a:xfrm>
            <a:off x="5137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2" name=""/>
          <p:cNvSpPr/>
          <p:nvPr/>
        </p:nvSpPr>
        <p:spPr>
          <a:xfrm>
            <a:off x="5139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3" name=""/>
          <p:cNvSpPr/>
          <p:nvPr/>
        </p:nvSpPr>
        <p:spPr>
          <a:xfrm>
            <a:off x="5140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4" name=""/>
          <p:cNvSpPr/>
          <p:nvPr/>
        </p:nvSpPr>
        <p:spPr>
          <a:xfrm>
            <a:off x="5142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5" name=""/>
          <p:cNvSpPr/>
          <p:nvPr/>
        </p:nvSpPr>
        <p:spPr>
          <a:xfrm>
            <a:off x="5144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6" name=""/>
          <p:cNvSpPr/>
          <p:nvPr/>
        </p:nvSpPr>
        <p:spPr>
          <a:xfrm>
            <a:off x="5146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7" name=""/>
          <p:cNvSpPr/>
          <p:nvPr/>
        </p:nvSpPr>
        <p:spPr>
          <a:xfrm>
            <a:off x="5148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8" name=""/>
          <p:cNvSpPr/>
          <p:nvPr/>
        </p:nvSpPr>
        <p:spPr>
          <a:xfrm>
            <a:off x="5149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899" name=""/>
          <p:cNvSpPr/>
          <p:nvPr/>
        </p:nvSpPr>
        <p:spPr>
          <a:xfrm>
            <a:off x="5151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0" name=""/>
          <p:cNvSpPr/>
          <p:nvPr/>
        </p:nvSpPr>
        <p:spPr>
          <a:xfrm>
            <a:off x="5153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1" name=""/>
          <p:cNvSpPr/>
          <p:nvPr/>
        </p:nvSpPr>
        <p:spPr>
          <a:xfrm>
            <a:off x="5155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2" name=""/>
          <p:cNvSpPr/>
          <p:nvPr/>
        </p:nvSpPr>
        <p:spPr>
          <a:xfrm>
            <a:off x="5157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3" name=""/>
          <p:cNvSpPr/>
          <p:nvPr/>
        </p:nvSpPr>
        <p:spPr>
          <a:xfrm>
            <a:off x="5158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4" name=""/>
          <p:cNvSpPr/>
          <p:nvPr/>
        </p:nvSpPr>
        <p:spPr>
          <a:xfrm>
            <a:off x="5160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5" name=""/>
          <p:cNvSpPr/>
          <p:nvPr/>
        </p:nvSpPr>
        <p:spPr>
          <a:xfrm>
            <a:off x="5162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6" name=""/>
          <p:cNvSpPr/>
          <p:nvPr/>
        </p:nvSpPr>
        <p:spPr>
          <a:xfrm>
            <a:off x="5164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7" name=""/>
          <p:cNvSpPr/>
          <p:nvPr/>
        </p:nvSpPr>
        <p:spPr>
          <a:xfrm>
            <a:off x="5166360" y="2512080"/>
            <a:ext cx="4320" cy="975600"/>
          </a:xfrm>
          <a:custGeom>
            <a:avLst/>
            <a:gdLst/>
            <a:ahLst/>
            <a:rect l="0" t="0" r="r" b="b"/>
            <a:pathLst>
              <a:path w="12" h="2710">
                <a:moveTo>
                  <a:pt x="0" y="2710"/>
                </a:moveTo>
                <a:lnTo>
                  <a:pt x="0" y="0"/>
                </a:lnTo>
                <a:lnTo>
                  <a:pt x="12" y="0"/>
                </a:lnTo>
                <a:lnTo>
                  <a:pt x="12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8" name=""/>
          <p:cNvSpPr/>
          <p:nvPr/>
        </p:nvSpPr>
        <p:spPr>
          <a:xfrm>
            <a:off x="516996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09" name=""/>
          <p:cNvSpPr/>
          <p:nvPr/>
        </p:nvSpPr>
        <p:spPr>
          <a:xfrm>
            <a:off x="5173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0" name=""/>
          <p:cNvSpPr/>
          <p:nvPr/>
        </p:nvSpPr>
        <p:spPr>
          <a:xfrm>
            <a:off x="5175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1" name=""/>
          <p:cNvSpPr/>
          <p:nvPr/>
        </p:nvSpPr>
        <p:spPr>
          <a:xfrm>
            <a:off x="517716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2" name=""/>
          <p:cNvSpPr/>
          <p:nvPr/>
        </p:nvSpPr>
        <p:spPr>
          <a:xfrm>
            <a:off x="5180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3" name=""/>
          <p:cNvSpPr/>
          <p:nvPr/>
        </p:nvSpPr>
        <p:spPr>
          <a:xfrm>
            <a:off x="5182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4" name=""/>
          <p:cNvSpPr/>
          <p:nvPr/>
        </p:nvSpPr>
        <p:spPr>
          <a:xfrm>
            <a:off x="5184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5" name=""/>
          <p:cNvSpPr/>
          <p:nvPr/>
        </p:nvSpPr>
        <p:spPr>
          <a:xfrm>
            <a:off x="5186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6" name=""/>
          <p:cNvSpPr/>
          <p:nvPr/>
        </p:nvSpPr>
        <p:spPr>
          <a:xfrm>
            <a:off x="5187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7" name=""/>
          <p:cNvSpPr/>
          <p:nvPr/>
        </p:nvSpPr>
        <p:spPr>
          <a:xfrm>
            <a:off x="5189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8" name=""/>
          <p:cNvSpPr/>
          <p:nvPr/>
        </p:nvSpPr>
        <p:spPr>
          <a:xfrm>
            <a:off x="519156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19" name=""/>
          <p:cNvSpPr/>
          <p:nvPr/>
        </p:nvSpPr>
        <p:spPr>
          <a:xfrm>
            <a:off x="5195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0" name=""/>
          <p:cNvSpPr/>
          <p:nvPr/>
        </p:nvSpPr>
        <p:spPr>
          <a:xfrm>
            <a:off x="5196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1" name=""/>
          <p:cNvSpPr/>
          <p:nvPr/>
        </p:nvSpPr>
        <p:spPr>
          <a:xfrm>
            <a:off x="519876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2" name=""/>
          <p:cNvSpPr/>
          <p:nvPr/>
        </p:nvSpPr>
        <p:spPr>
          <a:xfrm>
            <a:off x="5202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3" name=""/>
          <p:cNvSpPr/>
          <p:nvPr/>
        </p:nvSpPr>
        <p:spPr>
          <a:xfrm>
            <a:off x="5204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4" name=""/>
          <p:cNvSpPr/>
          <p:nvPr/>
        </p:nvSpPr>
        <p:spPr>
          <a:xfrm>
            <a:off x="520596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5" name=""/>
          <p:cNvSpPr/>
          <p:nvPr/>
        </p:nvSpPr>
        <p:spPr>
          <a:xfrm>
            <a:off x="520956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6" name=""/>
          <p:cNvSpPr/>
          <p:nvPr/>
        </p:nvSpPr>
        <p:spPr>
          <a:xfrm>
            <a:off x="5213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7" name=""/>
          <p:cNvSpPr/>
          <p:nvPr/>
        </p:nvSpPr>
        <p:spPr>
          <a:xfrm>
            <a:off x="5214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8" name=""/>
          <p:cNvSpPr/>
          <p:nvPr/>
        </p:nvSpPr>
        <p:spPr>
          <a:xfrm>
            <a:off x="521676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29" name=""/>
          <p:cNvSpPr/>
          <p:nvPr/>
        </p:nvSpPr>
        <p:spPr>
          <a:xfrm>
            <a:off x="5220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0" name=""/>
          <p:cNvSpPr/>
          <p:nvPr/>
        </p:nvSpPr>
        <p:spPr>
          <a:xfrm>
            <a:off x="5222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1" name=""/>
          <p:cNvSpPr/>
          <p:nvPr/>
        </p:nvSpPr>
        <p:spPr>
          <a:xfrm>
            <a:off x="522396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2" name=""/>
          <p:cNvSpPr/>
          <p:nvPr/>
        </p:nvSpPr>
        <p:spPr>
          <a:xfrm>
            <a:off x="5227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3" name=""/>
          <p:cNvSpPr/>
          <p:nvPr/>
        </p:nvSpPr>
        <p:spPr>
          <a:xfrm>
            <a:off x="5229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4" name=""/>
          <p:cNvSpPr/>
          <p:nvPr/>
        </p:nvSpPr>
        <p:spPr>
          <a:xfrm>
            <a:off x="5231160" y="2512080"/>
            <a:ext cx="4320" cy="975600"/>
          </a:xfrm>
          <a:custGeom>
            <a:avLst/>
            <a:gdLst/>
            <a:ahLst/>
            <a:rect l="0" t="0" r="r" b="b"/>
            <a:pathLst>
              <a:path w="12" h="2710">
                <a:moveTo>
                  <a:pt x="0" y="2710"/>
                </a:moveTo>
                <a:lnTo>
                  <a:pt x="0" y="0"/>
                </a:lnTo>
                <a:lnTo>
                  <a:pt x="12" y="0"/>
                </a:lnTo>
                <a:lnTo>
                  <a:pt x="12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5" name=""/>
          <p:cNvSpPr/>
          <p:nvPr/>
        </p:nvSpPr>
        <p:spPr>
          <a:xfrm>
            <a:off x="5235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6" name=""/>
          <p:cNvSpPr/>
          <p:nvPr/>
        </p:nvSpPr>
        <p:spPr>
          <a:xfrm>
            <a:off x="5236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7" name=""/>
          <p:cNvSpPr/>
          <p:nvPr/>
        </p:nvSpPr>
        <p:spPr>
          <a:xfrm>
            <a:off x="5238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8" name=""/>
          <p:cNvSpPr/>
          <p:nvPr/>
        </p:nvSpPr>
        <p:spPr>
          <a:xfrm>
            <a:off x="5240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39" name=""/>
          <p:cNvSpPr/>
          <p:nvPr/>
        </p:nvSpPr>
        <p:spPr>
          <a:xfrm>
            <a:off x="5242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0" name=""/>
          <p:cNvSpPr/>
          <p:nvPr/>
        </p:nvSpPr>
        <p:spPr>
          <a:xfrm>
            <a:off x="5244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1" name=""/>
          <p:cNvSpPr/>
          <p:nvPr/>
        </p:nvSpPr>
        <p:spPr>
          <a:xfrm>
            <a:off x="5245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2" name=""/>
          <p:cNvSpPr/>
          <p:nvPr/>
        </p:nvSpPr>
        <p:spPr>
          <a:xfrm>
            <a:off x="5247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3" name=""/>
          <p:cNvSpPr/>
          <p:nvPr/>
        </p:nvSpPr>
        <p:spPr>
          <a:xfrm>
            <a:off x="5249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4" name=""/>
          <p:cNvSpPr/>
          <p:nvPr/>
        </p:nvSpPr>
        <p:spPr>
          <a:xfrm>
            <a:off x="5251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5" name=""/>
          <p:cNvSpPr/>
          <p:nvPr/>
        </p:nvSpPr>
        <p:spPr>
          <a:xfrm>
            <a:off x="5253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6" name=""/>
          <p:cNvSpPr/>
          <p:nvPr/>
        </p:nvSpPr>
        <p:spPr>
          <a:xfrm>
            <a:off x="5254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7" name=""/>
          <p:cNvSpPr/>
          <p:nvPr/>
        </p:nvSpPr>
        <p:spPr>
          <a:xfrm>
            <a:off x="5256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8" name=""/>
          <p:cNvSpPr/>
          <p:nvPr/>
        </p:nvSpPr>
        <p:spPr>
          <a:xfrm>
            <a:off x="5258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49" name=""/>
          <p:cNvSpPr/>
          <p:nvPr/>
        </p:nvSpPr>
        <p:spPr>
          <a:xfrm>
            <a:off x="5260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0" name=""/>
          <p:cNvSpPr/>
          <p:nvPr/>
        </p:nvSpPr>
        <p:spPr>
          <a:xfrm>
            <a:off x="5262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1" name=""/>
          <p:cNvSpPr/>
          <p:nvPr/>
        </p:nvSpPr>
        <p:spPr>
          <a:xfrm>
            <a:off x="5263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2" name=""/>
          <p:cNvSpPr/>
          <p:nvPr/>
        </p:nvSpPr>
        <p:spPr>
          <a:xfrm>
            <a:off x="5265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3" name=""/>
          <p:cNvSpPr/>
          <p:nvPr/>
        </p:nvSpPr>
        <p:spPr>
          <a:xfrm>
            <a:off x="5267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4" name=""/>
          <p:cNvSpPr/>
          <p:nvPr/>
        </p:nvSpPr>
        <p:spPr>
          <a:xfrm>
            <a:off x="5269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5" name=""/>
          <p:cNvSpPr/>
          <p:nvPr/>
        </p:nvSpPr>
        <p:spPr>
          <a:xfrm>
            <a:off x="5271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6" name=""/>
          <p:cNvSpPr/>
          <p:nvPr/>
        </p:nvSpPr>
        <p:spPr>
          <a:xfrm>
            <a:off x="5272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7" name=""/>
          <p:cNvSpPr/>
          <p:nvPr/>
        </p:nvSpPr>
        <p:spPr>
          <a:xfrm>
            <a:off x="5274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8" name=""/>
          <p:cNvSpPr/>
          <p:nvPr/>
        </p:nvSpPr>
        <p:spPr>
          <a:xfrm>
            <a:off x="5276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59" name=""/>
          <p:cNvSpPr/>
          <p:nvPr/>
        </p:nvSpPr>
        <p:spPr>
          <a:xfrm>
            <a:off x="5278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0" name=""/>
          <p:cNvSpPr/>
          <p:nvPr/>
        </p:nvSpPr>
        <p:spPr>
          <a:xfrm>
            <a:off x="5280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1" name=""/>
          <p:cNvSpPr/>
          <p:nvPr/>
        </p:nvSpPr>
        <p:spPr>
          <a:xfrm>
            <a:off x="5281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2" name=""/>
          <p:cNvSpPr/>
          <p:nvPr/>
        </p:nvSpPr>
        <p:spPr>
          <a:xfrm>
            <a:off x="5283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3" name=""/>
          <p:cNvSpPr/>
          <p:nvPr/>
        </p:nvSpPr>
        <p:spPr>
          <a:xfrm>
            <a:off x="5285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4" name=""/>
          <p:cNvSpPr/>
          <p:nvPr/>
        </p:nvSpPr>
        <p:spPr>
          <a:xfrm>
            <a:off x="5287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5" name=""/>
          <p:cNvSpPr/>
          <p:nvPr/>
        </p:nvSpPr>
        <p:spPr>
          <a:xfrm>
            <a:off x="5289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6" name=""/>
          <p:cNvSpPr/>
          <p:nvPr/>
        </p:nvSpPr>
        <p:spPr>
          <a:xfrm>
            <a:off x="5290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7" name=""/>
          <p:cNvSpPr/>
          <p:nvPr/>
        </p:nvSpPr>
        <p:spPr>
          <a:xfrm>
            <a:off x="5292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8" name=""/>
          <p:cNvSpPr/>
          <p:nvPr/>
        </p:nvSpPr>
        <p:spPr>
          <a:xfrm>
            <a:off x="5294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69" name=""/>
          <p:cNvSpPr/>
          <p:nvPr/>
        </p:nvSpPr>
        <p:spPr>
          <a:xfrm>
            <a:off x="5296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0" name=""/>
          <p:cNvSpPr/>
          <p:nvPr/>
        </p:nvSpPr>
        <p:spPr>
          <a:xfrm>
            <a:off x="5298120" y="2512080"/>
            <a:ext cx="2880" cy="975600"/>
          </a:xfrm>
          <a:custGeom>
            <a:avLst/>
            <a:gdLst/>
            <a:ahLst/>
            <a:rect l="0" t="0" r="r" b="b"/>
            <a:pathLst>
              <a:path w="8" h="2710">
                <a:moveTo>
                  <a:pt x="0" y="2710"/>
                </a:moveTo>
                <a:lnTo>
                  <a:pt x="0" y="0"/>
                </a:lnTo>
                <a:lnTo>
                  <a:pt x="8" y="0"/>
                </a:lnTo>
                <a:lnTo>
                  <a:pt x="8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1" name=""/>
          <p:cNvSpPr/>
          <p:nvPr/>
        </p:nvSpPr>
        <p:spPr>
          <a:xfrm>
            <a:off x="5300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2" name=""/>
          <p:cNvSpPr/>
          <p:nvPr/>
        </p:nvSpPr>
        <p:spPr>
          <a:xfrm>
            <a:off x="5302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3" name=""/>
          <p:cNvSpPr/>
          <p:nvPr/>
        </p:nvSpPr>
        <p:spPr>
          <a:xfrm>
            <a:off x="5303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4" name=""/>
          <p:cNvSpPr/>
          <p:nvPr/>
        </p:nvSpPr>
        <p:spPr>
          <a:xfrm>
            <a:off x="5305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5" name=""/>
          <p:cNvSpPr/>
          <p:nvPr/>
        </p:nvSpPr>
        <p:spPr>
          <a:xfrm>
            <a:off x="5307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6" name=""/>
          <p:cNvSpPr/>
          <p:nvPr/>
        </p:nvSpPr>
        <p:spPr>
          <a:xfrm>
            <a:off x="5309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7" name=""/>
          <p:cNvSpPr/>
          <p:nvPr/>
        </p:nvSpPr>
        <p:spPr>
          <a:xfrm>
            <a:off x="5311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8" name=""/>
          <p:cNvSpPr/>
          <p:nvPr/>
        </p:nvSpPr>
        <p:spPr>
          <a:xfrm>
            <a:off x="5312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79" name=""/>
          <p:cNvSpPr/>
          <p:nvPr/>
        </p:nvSpPr>
        <p:spPr>
          <a:xfrm>
            <a:off x="5314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0" name=""/>
          <p:cNvSpPr/>
          <p:nvPr/>
        </p:nvSpPr>
        <p:spPr>
          <a:xfrm>
            <a:off x="5316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1" name=""/>
          <p:cNvSpPr/>
          <p:nvPr/>
        </p:nvSpPr>
        <p:spPr>
          <a:xfrm>
            <a:off x="5318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2" name=""/>
          <p:cNvSpPr/>
          <p:nvPr/>
        </p:nvSpPr>
        <p:spPr>
          <a:xfrm>
            <a:off x="5320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3" name=""/>
          <p:cNvSpPr/>
          <p:nvPr/>
        </p:nvSpPr>
        <p:spPr>
          <a:xfrm>
            <a:off x="5321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4" name=""/>
          <p:cNvSpPr/>
          <p:nvPr/>
        </p:nvSpPr>
        <p:spPr>
          <a:xfrm>
            <a:off x="5323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5" name=""/>
          <p:cNvSpPr/>
          <p:nvPr/>
        </p:nvSpPr>
        <p:spPr>
          <a:xfrm>
            <a:off x="5325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6" name=""/>
          <p:cNvSpPr/>
          <p:nvPr/>
        </p:nvSpPr>
        <p:spPr>
          <a:xfrm>
            <a:off x="5327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7" name=""/>
          <p:cNvSpPr/>
          <p:nvPr/>
        </p:nvSpPr>
        <p:spPr>
          <a:xfrm>
            <a:off x="5329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8" name=""/>
          <p:cNvSpPr/>
          <p:nvPr/>
        </p:nvSpPr>
        <p:spPr>
          <a:xfrm>
            <a:off x="5330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89" name=""/>
          <p:cNvSpPr/>
          <p:nvPr/>
        </p:nvSpPr>
        <p:spPr>
          <a:xfrm>
            <a:off x="5332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0" name=""/>
          <p:cNvSpPr/>
          <p:nvPr/>
        </p:nvSpPr>
        <p:spPr>
          <a:xfrm>
            <a:off x="5334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1" name=""/>
          <p:cNvSpPr/>
          <p:nvPr/>
        </p:nvSpPr>
        <p:spPr>
          <a:xfrm>
            <a:off x="5336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2" name=""/>
          <p:cNvSpPr/>
          <p:nvPr/>
        </p:nvSpPr>
        <p:spPr>
          <a:xfrm>
            <a:off x="5338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3" name=""/>
          <p:cNvSpPr/>
          <p:nvPr/>
        </p:nvSpPr>
        <p:spPr>
          <a:xfrm>
            <a:off x="5339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4" name=""/>
          <p:cNvSpPr/>
          <p:nvPr/>
        </p:nvSpPr>
        <p:spPr>
          <a:xfrm>
            <a:off x="5341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5" name=""/>
          <p:cNvSpPr/>
          <p:nvPr/>
        </p:nvSpPr>
        <p:spPr>
          <a:xfrm>
            <a:off x="5343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6" name=""/>
          <p:cNvSpPr/>
          <p:nvPr/>
        </p:nvSpPr>
        <p:spPr>
          <a:xfrm>
            <a:off x="5345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7" name=""/>
          <p:cNvSpPr/>
          <p:nvPr/>
        </p:nvSpPr>
        <p:spPr>
          <a:xfrm>
            <a:off x="5347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8" name=""/>
          <p:cNvSpPr/>
          <p:nvPr/>
        </p:nvSpPr>
        <p:spPr>
          <a:xfrm>
            <a:off x="5348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5999" name=""/>
          <p:cNvSpPr/>
          <p:nvPr/>
        </p:nvSpPr>
        <p:spPr>
          <a:xfrm>
            <a:off x="5350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0" name=""/>
          <p:cNvSpPr/>
          <p:nvPr/>
        </p:nvSpPr>
        <p:spPr>
          <a:xfrm>
            <a:off x="5352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1" name=""/>
          <p:cNvSpPr/>
          <p:nvPr/>
        </p:nvSpPr>
        <p:spPr>
          <a:xfrm>
            <a:off x="5354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2" name=""/>
          <p:cNvSpPr/>
          <p:nvPr/>
        </p:nvSpPr>
        <p:spPr>
          <a:xfrm>
            <a:off x="5356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3" name=""/>
          <p:cNvSpPr/>
          <p:nvPr/>
        </p:nvSpPr>
        <p:spPr>
          <a:xfrm>
            <a:off x="5357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4" name=""/>
          <p:cNvSpPr/>
          <p:nvPr/>
        </p:nvSpPr>
        <p:spPr>
          <a:xfrm>
            <a:off x="5359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5" name=""/>
          <p:cNvSpPr/>
          <p:nvPr/>
        </p:nvSpPr>
        <p:spPr>
          <a:xfrm>
            <a:off x="5361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6" name=""/>
          <p:cNvSpPr/>
          <p:nvPr/>
        </p:nvSpPr>
        <p:spPr>
          <a:xfrm>
            <a:off x="5363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7" name=""/>
          <p:cNvSpPr/>
          <p:nvPr/>
        </p:nvSpPr>
        <p:spPr>
          <a:xfrm>
            <a:off x="536508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8" name=""/>
          <p:cNvSpPr/>
          <p:nvPr/>
        </p:nvSpPr>
        <p:spPr>
          <a:xfrm>
            <a:off x="5367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09" name=""/>
          <p:cNvSpPr/>
          <p:nvPr/>
        </p:nvSpPr>
        <p:spPr>
          <a:xfrm>
            <a:off x="5369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0" name=""/>
          <p:cNvSpPr/>
          <p:nvPr/>
        </p:nvSpPr>
        <p:spPr>
          <a:xfrm>
            <a:off x="5370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1" name=""/>
          <p:cNvSpPr/>
          <p:nvPr/>
        </p:nvSpPr>
        <p:spPr>
          <a:xfrm>
            <a:off x="5372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2" name=""/>
          <p:cNvSpPr/>
          <p:nvPr/>
        </p:nvSpPr>
        <p:spPr>
          <a:xfrm>
            <a:off x="5374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3" name=""/>
          <p:cNvSpPr/>
          <p:nvPr/>
        </p:nvSpPr>
        <p:spPr>
          <a:xfrm>
            <a:off x="5376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4" name=""/>
          <p:cNvSpPr/>
          <p:nvPr/>
        </p:nvSpPr>
        <p:spPr>
          <a:xfrm>
            <a:off x="5378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5" name=""/>
          <p:cNvSpPr/>
          <p:nvPr/>
        </p:nvSpPr>
        <p:spPr>
          <a:xfrm>
            <a:off x="5379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6" name=""/>
          <p:cNvSpPr/>
          <p:nvPr/>
        </p:nvSpPr>
        <p:spPr>
          <a:xfrm>
            <a:off x="5381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7" name=""/>
          <p:cNvSpPr/>
          <p:nvPr/>
        </p:nvSpPr>
        <p:spPr>
          <a:xfrm>
            <a:off x="5383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8" name=""/>
          <p:cNvSpPr/>
          <p:nvPr/>
        </p:nvSpPr>
        <p:spPr>
          <a:xfrm>
            <a:off x="5385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19" name=""/>
          <p:cNvSpPr/>
          <p:nvPr/>
        </p:nvSpPr>
        <p:spPr>
          <a:xfrm>
            <a:off x="5387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0" name=""/>
          <p:cNvSpPr/>
          <p:nvPr/>
        </p:nvSpPr>
        <p:spPr>
          <a:xfrm>
            <a:off x="5388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1" name=""/>
          <p:cNvSpPr/>
          <p:nvPr/>
        </p:nvSpPr>
        <p:spPr>
          <a:xfrm>
            <a:off x="5390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2" name=""/>
          <p:cNvSpPr/>
          <p:nvPr/>
        </p:nvSpPr>
        <p:spPr>
          <a:xfrm>
            <a:off x="5392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3" name=""/>
          <p:cNvSpPr/>
          <p:nvPr/>
        </p:nvSpPr>
        <p:spPr>
          <a:xfrm>
            <a:off x="5394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4" name=""/>
          <p:cNvSpPr/>
          <p:nvPr/>
        </p:nvSpPr>
        <p:spPr>
          <a:xfrm>
            <a:off x="5396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5" name=""/>
          <p:cNvSpPr/>
          <p:nvPr/>
        </p:nvSpPr>
        <p:spPr>
          <a:xfrm>
            <a:off x="5397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6" name=""/>
          <p:cNvSpPr/>
          <p:nvPr/>
        </p:nvSpPr>
        <p:spPr>
          <a:xfrm>
            <a:off x="5399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7" name=""/>
          <p:cNvSpPr/>
          <p:nvPr/>
        </p:nvSpPr>
        <p:spPr>
          <a:xfrm>
            <a:off x="5401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8" name=""/>
          <p:cNvSpPr/>
          <p:nvPr/>
        </p:nvSpPr>
        <p:spPr>
          <a:xfrm>
            <a:off x="5403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29" name=""/>
          <p:cNvSpPr/>
          <p:nvPr/>
        </p:nvSpPr>
        <p:spPr>
          <a:xfrm>
            <a:off x="5405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0" name=""/>
          <p:cNvSpPr/>
          <p:nvPr/>
        </p:nvSpPr>
        <p:spPr>
          <a:xfrm>
            <a:off x="5406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1" name=""/>
          <p:cNvSpPr/>
          <p:nvPr/>
        </p:nvSpPr>
        <p:spPr>
          <a:xfrm>
            <a:off x="5408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2" name=""/>
          <p:cNvSpPr/>
          <p:nvPr/>
        </p:nvSpPr>
        <p:spPr>
          <a:xfrm>
            <a:off x="5410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3" name=""/>
          <p:cNvSpPr/>
          <p:nvPr/>
        </p:nvSpPr>
        <p:spPr>
          <a:xfrm>
            <a:off x="5412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4" name=""/>
          <p:cNvSpPr/>
          <p:nvPr/>
        </p:nvSpPr>
        <p:spPr>
          <a:xfrm>
            <a:off x="5414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5" name=""/>
          <p:cNvSpPr/>
          <p:nvPr/>
        </p:nvSpPr>
        <p:spPr>
          <a:xfrm>
            <a:off x="5415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6" name=""/>
          <p:cNvSpPr/>
          <p:nvPr/>
        </p:nvSpPr>
        <p:spPr>
          <a:xfrm>
            <a:off x="5417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7" name=""/>
          <p:cNvSpPr/>
          <p:nvPr/>
        </p:nvSpPr>
        <p:spPr>
          <a:xfrm>
            <a:off x="5419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8" name=""/>
          <p:cNvSpPr/>
          <p:nvPr/>
        </p:nvSpPr>
        <p:spPr>
          <a:xfrm>
            <a:off x="5421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39" name=""/>
          <p:cNvSpPr/>
          <p:nvPr/>
        </p:nvSpPr>
        <p:spPr>
          <a:xfrm>
            <a:off x="5423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0" name=""/>
          <p:cNvSpPr/>
          <p:nvPr/>
        </p:nvSpPr>
        <p:spPr>
          <a:xfrm>
            <a:off x="5424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1" name=""/>
          <p:cNvSpPr/>
          <p:nvPr/>
        </p:nvSpPr>
        <p:spPr>
          <a:xfrm>
            <a:off x="5426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2" name=""/>
          <p:cNvSpPr/>
          <p:nvPr/>
        </p:nvSpPr>
        <p:spPr>
          <a:xfrm>
            <a:off x="5428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3" name=""/>
          <p:cNvSpPr/>
          <p:nvPr/>
        </p:nvSpPr>
        <p:spPr>
          <a:xfrm>
            <a:off x="5430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4" name=""/>
          <p:cNvSpPr/>
          <p:nvPr/>
        </p:nvSpPr>
        <p:spPr>
          <a:xfrm>
            <a:off x="543204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5" name=""/>
          <p:cNvSpPr/>
          <p:nvPr/>
        </p:nvSpPr>
        <p:spPr>
          <a:xfrm>
            <a:off x="5434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6" name=""/>
          <p:cNvSpPr/>
          <p:nvPr/>
        </p:nvSpPr>
        <p:spPr>
          <a:xfrm>
            <a:off x="5436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7" name=""/>
          <p:cNvSpPr/>
          <p:nvPr/>
        </p:nvSpPr>
        <p:spPr>
          <a:xfrm>
            <a:off x="5437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8" name=""/>
          <p:cNvSpPr/>
          <p:nvPr/>
        </p:nvSpPr>
        <p:spPr>
          <a:xfrm>
            <a:off x="5439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49" name=""/>
          <p:cNvSpPr/>
          <p:nvPr/>
        </p:nvSpPr>
        <p:spPr>
          <a:xfrm>
            <a:off x="4978080" y="2512080"/>
            <a:ext cx="463680" cy="975600"/>
          </a:xfrm>
          <a:custGeom>
            <a:avLst/>
            <a:gdLst/>
            <a:ahLst/>
            <a:rect l="0" t="0" r="r" b="b"/>
            <a:pathLst>
              <a:path w="1288" h="2710">
                <a:moveTo>
                  <a:pt x="0" y="2710"/>
                </a:moveTo>
                <a:lnTo>
                  <a:pt x="1288" y="2710"/>
                </a:lnTo>
                <a:lnTo>
                  <a:pt x="1288" y="0"/>
                </a:lnTo>
                <a:lnTo>
                  <a:pt x="0" y="0"/>
                </a:lnTo>
                <a:lnTo>
                  <a:pt x="0" y="271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050" name=""/>
          <p:cNvSpPr/>
          <p:nvPr/>
        </p:nvSpPr>
        <p:spPr>
          <a:xfrm>
            <a:off x="5787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1" name=""/>
          <p:cNvSpPr/>
          <p:nvPr/>
        </p:nvSpPr>
        <p:spPr>
          <a:xfrm>
            <a:off x="5789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2" name=""/>
          <p:cNvSpPr/>
          <p:nvPr/>
        </p:nvSpPr>
        <p:spPr>
          <a:xfrm>
            <a:off x="5790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3" name=""/>
          <p:cNvSpPr/>
          <p:nvPr/>
        </p:nvSpPr>
        <p:spPr>
          <a:xfrm>
            <a:off x="57927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4" name=""/>
          <p:cNvSpPr/>
          <p:nvPr/>
        </p:nvSpPr>
        <p:spPr>
          <a:xfrm>
            <a:off x="57945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5" name=""/>
          <p:cNvSpPr/>
          <p:nvPr/>
        </p:nvSpPr>
        <p:spPr>
          <a:xfrm>
            <a:off x="5796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6" name=""/>
          <p:cNvSpPr/>
          <p:nvPr/>
        </p:nvSpPr>
        <p:spPr>
          <a:xfrm>
            <a:off x="5798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7" name=""/>
          <p:cNvSpPr/>
          <p:nvPr/>
        </p:nvSpPr>
        <p:spPr>
          <a:xfrm>
            <a:off x="5799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8" name=""/>
          <p:cNvSpPr/>
          <p:nvPr/>
        </p:nvSpPr>
        <p:spPr>
          <a:xfrm>
            <a:off x="58017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59" name=""/>
          <p:cNvSpPr/>
          <p:nvPr/>
        </p:nvSpPr>
        <p:spPr>
          <a:xfrm>
            <a:off x="58035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0" name=""/>
          <p:cNvSpPr/>
          <p:nvPr/>
        </p:nvSpPr>
        <p:spPr>
          <a:xfrm>
            <a:off x="5805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1" name=""/>
          <p:cNvSpPr/>
          <p:nvPr/>
        </p:nvSpPr>
        <p:spPr>
          <a:xfrm>
            <a:off x="5807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2" name=""/>
          <p:cNvSpPr/>
          <p:nvPr/>
        </p:nvSpPr>
        <p:spPr>
          <a:xfrm>
            <a:off x="5808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3" name=""/>
          <p:cNvSpPr/>
          <p:nvPr/>
        </p:nvSpPr>
        <p:spPr>
          <a:xfrm>
            <a:off x="58107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4" name=""/>
          <p:cNvSpPr/>
          <p:nvPr/>
        </p:nvSpPr>
        <p:spPr>
          <a:xfrm>
            <a:off x="58125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5" name=""/>
          <p:cNvSpPr/>
          <p:nvPr/>
        </p:nvSpPr>
        <p:spPr>
          <a:xfrm>
            <a:off x="5814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6" name=""/>
          <p:cNvSpPr/>
          <p:nvPr/>
        </p:nvSpPr>
        <p:spPr>
          <a:xfrm>
            <a:off x="5816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7" name=""/>
          <p:cNvSpPr/>
          <p:nvPr/>
        </p:nvSpPr>
        <p:spPr>
          <a:xfrm>
            <a:off x="5817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8" name=""/>
          <p:cNvSpPr/>
          <p:nvPr/>
        </p:nvSpPr>
        <p:spPr>
          <a:xfrm>
            <a:off x="58197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69" name=""/>
          <p:cNvSpPr/>
          <p:nvPr/>
        </p:nvSpPr>
        <p:spPr>
          <a:xfrm>
            <a:off x="58215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0" name=""/>
          <p:cNvSpPr/>
          <p:nvPr/>
        </p:nvSpPr>
        <p:spPr>
          <a:xfrm>
            <a:off x="5823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1" name=""/>
          <p:cNvSpPr/>
          <p:nvPr/>
        </p:nvSpPr>
        <p:spPr>
          <a:xfrm>
            <a:off x="5825160" y="3012120"/>
            <a:ext cx="2520" cy="475560"/>
          </a:xfrm>
          <a:custGeom>
            <a:avLst/>
            <a:gdLst/>
            <a:ahLst/>
            <a:rect l="0" t="0" r="r" b="b"/>
            <a:pathLst>
              <a:path w="7" h="1321">
                <a:moveTo>
                  <a:pt x="0" y="1321"/>
                </a:moveTo>
                <a:lnTo>
                  <a:pt x="0" y="0"/>
                </a:lnTo>
                <a:lnTo>
                  <a:pt x="7" y="0"/>
                </a:lnTo>
                <a:lnTo>
                  <a:pt x="7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2" name=""/>
          <p:cNvSpPr/>
          <p:nvPr/>
        </p:nvSpPr>
        <p:spPr>
          <a:xfrm>
            <a:off x="58273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3" name=""/>
          <p:cNvSpPr/>
          <p:nvPr/>
        </p:nvSpPr>
        <p:spPr>
          <a:xfrm>
            <a:off x="58291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4" name=""/>
          <p:cNvSpPr/>
          <p:nvPr/>
        </p:nvSpPr>
        <p:spPr>
          <a:xfrm>
            <a:off x="58309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5" name=""/>
          <p:cNvSpPr/>
          <p:nvPr/>
        </p:nvSpPr>
        <p:spPr>
          <a:xfrm>
            <a:off x="58327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6" name=""/>
          <p:cNvSpPr/>
          <p:nvPr/>
        </p:nvSpPr>
        <p:spPr>
          <a:xfrm>
            <a:off x="58345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7" name=""/>
          <p:cNvSpPr/>
          <p:nvPr/>
        </p:nvSpPr>
        <p:spPr>
          <a:xfrm>
            <a:off x="58363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8" name=""/>
          <p:cNvSpPr/>
          <p:nvPr/>
        </p:nvSpPr>
        <p:spPr>
          <a:xfrm>
            <a:off x="58381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79" name=""/>
          <p:cNvSpPr/>
          <p:nvPr/>
        </p:nvSpPr>
        <p:spPr>
          <a:xfrm>
            <a:off x="58399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0" name=""/>
          <p:cNvSpPr/>
          <p:nvPr/>
        </p:nvSpPr>
        <p:spPr>
          <a:xfrm>
            <a:off x="58417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1" name=""/>
          <p:cNvSpPr/>
          <p:nvPr/>
        </p:nvSpPr>
        <p:spPr>
          <a:xfrm>
            <a:off x="58435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2" name=""/>
          <p:cNvSpPr/>
          <p:nvPr/>
        </p:nvSpPr>
        <p:spPr>
          <a:xfrm>
            <a:off x="58453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3" name=""/>
          <p:cNvSpPr/>
          <p:nvPr/>
        </p:nvSpPr>
        <p:spPr>
          <a:xfrm>
            <a:off x="58471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4" name=""/>
          <p:cNvSpPr/>
          <p:nvPr/>
        </p:nvSpPr>
        <p:spPr>
          <a:xfrm>
            <a:off x="58489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5" name=""/>
          <p:cNvSpPr/>
          <p:nvPr/>
        </p:nvSpPr>
        <p:spPr>
          <a:xfrm>
            <a:off x="58507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6" name=""/>
          <p:cNvSpPr/>
          <p:nvPr/>
        </p:nvSpPr>
        <p:spPr>
          <a:xfrm>
            <a:off x="58525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7" name=""/>
          <p:cNvSpPr/>
          <p:nvPr/>
        </p:nvSpPr>
        <p:spPr>
          <a:xfrm>
            <a:off x="58543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8" name=""/>
          <p:cNvSpPr/>
          <p:nvPr/>
        </p:nvSpPr>
        <p:spPr>
          <a:xfrm>
            <a:off x="58561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89" name=""/>
          <p:cNvSpPr/>
          <p:nvPr/>
        </p:nvSpPr>
        <p:spPr>
          <a:xfrm>
            <a:off x="58579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0" name=""/>
          <p:cNvSpPr/>
          <p:nvPr/>
        </p:nvSpPr>
        <p:spPr>
          <a:xfrm>
            <a:off x="58597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1" name=""/>
          <p:cNvSpPr/>
          <p:nvPr/>
        </p:nvSpPr>
        <p:spPr>
          <a:xfrm>
            <a:off x="58615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2" name=""/>
          <p:cNvSpPr/>
          <p:nvPr/>
        </p:nvSpPr>
        <p:spPr>
          <a:xfrm>
            <a:off x="58633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3" name=""/>
          <p:cNvSpPr/>
          <p:nvPr/>
        </p:nvSpPr>
        <p:spPr>
          <a:xfrm>
            <a:off x="5865120" y="3012120"/>
            <a:ext cx="2880" cy="475560"/>
          </a:xfrm>
          <a:custGeom>
            <a:avLst/>
            <a:gdLst/>
            <a:ahLst/>
            <a:rect l="0" t="0" r="r" b="b"/>
            <a:pathLst>
              <a:path w="8" h="1321">
                <a:moveTo>
                  <a:pt x="0" y="1321"/>
                </a:moveTo>
                <a:lnTo>
                  <a:pt x="0" y="0"/>
                </a:lnTo>
                <a:lnTo>
                  <a:pt x="8" y="0"/>
                </a:lnTo>
                <a:lnTo>
                  <a:pt x="8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4" name=""/>
          <p:cNvSpPr/>
          <p:nvPr/>
        </p:nvSpPr>
        <p:spPr>
          <a:xfrm>
            <a:off x="58672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5" name=""/>
          <p:cNvSpPr/>
          <p:nvPr/>
        </p:nvSpPr>
        <p:spPr>
          <a:xfrm>
            <a:off x="5869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6" name=""/>
          <p:cNvSpPr/>
          <p:nvPr/>
        </p:nvSpPr>
        <p:spPr>
          <a:xfrm>
            <a:off x="58708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7" name=""/>
          <p:cNvSpPr/>
          <p:nvPr/>
        </p:nvSpPr>
        <p:spPr>
          <a:xfrm>
            <a:off x="58726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8" name=""/>
          <p:cNvSpPr/>
          <p:nvPr/>
        </p:nvSpPr>
        <p:spPr>
          <a:xfrm>
            <a:off x="58744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099" name=""/>
          <p:cNvSpPr/>
          <p:nvPr/>
        </p:nvSpPr>
        <p:spPr>
          <a:xfrm>
            <a:off x="58762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0" name=""/>
          <p:cNvSpPr/>
          <p:nvPr/>
        </p:nvSpPr>
        <p:spPr>
          <a:xfrm>
            <a:off x="5878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1" name=""/>
          <p:cNvSpPr/>
          <p:nvPr/>
        </p:nvSpPr>
        <p:spPr>
          <a:xfrm>
            <a:off x="58798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2" name=""/>
          <p:cNvSpPr/>
          <p:nvPr/>
        </p:nvSpPr>
        <p:spPr>
          <a:xfrm>
            <a:off x="58816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3" name=""/>
          <p:cNvSpPr/>
          <p:nvPr/>
        </p:nvSpPr>
        <p:spPr>
          <a:xfrm>
            <a:off x="58834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4" name=""/>
          <p:cNvSpPr/>
          <p:nvPr/>
        </p:nvSpPr>
        <p:spPr>
          <a:xfrm>
            <a:off x="58852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5" name=""/>
          <p:cNvSpPr/>
          <p:nvPr/>
        </p:nvSpPr>
        <p:spPr>
          <a:xfrm>
            <a:off x="5887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6" name=""/>
          <p:cNvSpPr/>
          <p:nvPr/>
        </p:nvSpPr>
        <p:spPr>
          <a:xfrm>
            <a:off x="58888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7" name=""/>
          <p:cNvSpPr/>
          <p:nvPr/>
        </p:nvSpPr>
        <p:spPr>
          <a:xfrm>
            <a:off x="58906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8" name=""/>
          <p:cNvSpPr/>
          <p:nvPr/>
        </p:nvSpPr>
        <p:spPr>
          <a:xfrm>
            <a:off x="58924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09" name=""/>
          <p:cNvSpPr/>
          <p:nvPr/>
        </p:nvSpPr>
        <p:spPr>
          <a:xfrm>
            <a:off x="58942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0" name=""/>
          <p:cNvSpPr/>
          <p:nvPr/>
        </p:nvSpPr>
        <p:spPr>
          <a:xfrm>
            <a:off x="5896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1" name=""/>
          <p:cNvSpPr/>
          <p:nvPr/>
        </p:nvSpPr>
        <p:spPr>
          <a:xfrm>
            <a:off x="58978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2" name=""/>
          <p:cNvSpPr/>
          <p:nvPr/>
        </p:nvSpPr>
        <p:spPr>
          <a:xfrm>
            <a:off x="58996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3" name=""/>
          <p:cNvSpPr/>
          <p:nvPr/>
        </p:nvSpPr>
        <p:spPr>
          <a:xfrm>
            <a:off x="59014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4" name=""/>
          <p:cNvSpPr/>
          <p:nvPr/>
        </p:nvSpPr>
        <p:spPr>
          <a:xfrm>
            <a:off x="59032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5" name=""/>
          <p:cNvSpPr/>
          <p:nvPr/>
        </p:nvSpPr>
        <p:spPr>
          <a:xfrm>
            <a:off x="5905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6" name=""/>
          <p:cNvSpPr/>
          <p:nvPr/>
        </p:nvSpPr>
        <p:spPr>
          <a:xfrm>
            <a:off x="5906880" y="3012120"/>
            <a:ext cx="2520" cy="475560"/>
          </a:xfrm>
          <a:custGeom>
            <a:avLst/>
            <a:gdLst/>
            <a:ahLst/>
            <a:rect l="0" t="0" r="r" b="b"/>
            <a:pathLst>
              <a:path w="7" h="1321">
                <a:moveTo>
                  <a:pt x="0" y="1321"/>
                </a:moveTo>
                <a:lnTo>
                  <a:pt x="0" y="0"/>
                </a:lnTo>
                <a:lnTo>
                  <a:pt x="7" y="0"/>
                </a:lnTo>
                <a:lnTo>
                  <a:pt x="7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7" name=""/>
          <p:cNvSpPr/>
          <p:nvPr/>
        </p:nvSpPr>
        <p:spPr>
          <a:xfrm>
            <a:off x="59090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8" name=""/>
          <p:cNvSpPr/>
          <p:nvPr/>
        </p:nvSpPr>
        <p:spPr>
          <a:xfrm>
            <a:off x="5910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19" name=""/>
          <p:cNvSpPr/>
          <p:nvPr/>
        </p:nvSpPr>
        <p:spPr>
          <a:xfrm>
            <a:off x="59126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0" name=""/>
          <p:cNvSpPr/>
          <p:nvPr/>
        </p:nvSpPr>
        <p:spPr>
          <a:xfrm>
            <a:off x="59144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1" name=""/>
          <p:cNvSpPr/>
          <p:nvPr/>
        </p:nvSpPr>
        <p:spPr>
          <a:xfrm>
            <a:off x="59162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2" name=""/>
          <p:cNvSpPr/>
          <p:nvPr/>
        </p:nvSpPr>
        <p:spPr>
          <a:xfrm>
            <a:off x="59180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3" name=""/>
          <p:cNvSpPr/>
          <p:nvPr/>
        </p:nvSpPr>
        <p:spPr>
          <a:xfrm>
            <a:off x="5919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4" name=""/>
          <p:cNvSpPr/>
          <p:nvPr/>
        </p:nvSpPr>
        <p:spPr>
          <a:xfrm>
            <a:off x="59216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5" name=""/>
          <p:cNvSpPr/>
          <p:nvPr/>
        </p:nvSpPr>
        <p:spPr>
          <a:xfrm>
            <a:off x="59234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6" name=""/>
          <p:cNvSpPr/>
          <p:nvPr/>
        </p:nvSpPr>
        <p:spPr>
          <a:xfrm>
            <a:off x="59252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7" name=""/>
          <p:cNvSpPr/>
          <p:nvPr/>
        </p:nvSpPr>
        <p:spPr>
          <a:xfrm>
            <a:off x="59270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8" name=""/>
          <p:cNvSpPr/>
          <p:nvPr/>
        </p:nvSpPr>
        <p:spPr>
          <a:xfrm>
            <a:off x="5928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29" name=""/>
          <p:cNvSpPr/>
          <p:nvPr/>
        </p:nvSpPr>
        <p:spPr>
          <a:xfrm>
            <a:off x="59306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0" name=""/>
          <p:cNvSpPr/>
          <p:nvPr/>
        </p:nvSpPr>
        <p:spPr>
          <a:xfrm>
            <a:off x="59324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1" name=""/>
          <p:cNvSpPr/>
          <p:nvPr/>
        </p:nvSpPr>
        <p:spPr>
          <a:xfrm>
            <a:off x="59342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2" name=""/>
          <p:cNvSpPr/>
          <p:nvPr/>
        </p:nvSpPr>
        <p:spPr>
          <a:xfrm>
            <a:off x="59360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3" name=""/>
          <p:cNvSpPr/>
          <p:nvPr/>
        </p:nvSpPr>
        <p:spPr>
          <a:xfrm>
            <a:off x="5937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4" name=""/>
          <p:cNvSpPr/>
          <p:nvPr/>
        </p:nvSpPr>
        <p:spPr>
          <a:xfrm>
            <a:off x="59396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5" name=""/>
          <p:cNvSpPr/>
          <p:nvPr/>
        </p:nvSpPr>
        <p:spPr>
          <a:xfrm>
            <a:off x="59414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6" name=""/>
          <p:cNvSpPr/>
          <p:nvPr/>
        </p:nvSpPr>
        <p:spPr>
          <a:xfrm>
            <a:off x="59432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7" name=""/>
          <p:cNvSpPr/>
          <p:nvPr/>
        </p:nvSpPr>
        <p:spPr>
          <a:xfrm>
            <a:off x="59450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8" name=""/>
          <p:cNvSpPr/>
          <p:nvPr/>
        </p:nvSpPr>
        <p:spPr>
          <a:xfrm>
            <a:off x="5946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39" name=""/>
          <p:cNvSpPr/>
          <p:nvPr/>
        </p:nvSpPr>
        <p:spPr>
          <a:xfrm>
            <a:off x="5948640" y="3012120"/>
            <a:ext cx="2520" cy="475560"/>
          </a:xfrm>
          <a:custGeom>
            <a:avLst/>
            <a:gdLst/>
            <a:ahLst/>
            <a:rect l="0" t="0" r="r" b="b"/>
            <a:pathLst>
              <a:path w="7" h="1321">
                <a:moveTo>
                  <a:pt x="0" y="1321"/>
                </a:moveTo>
                <a:lnTo>
                  <a:pt x="0" y="0"/>
                </a:lnTo>
                <a:lnTo>
                  <a:pt x="7" y="0"/>
                </a:lnTo>
                <a:lnTo>
                  <a:pt x="7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0" name=""/>
          <p:cNvSpPr/>
          <p:nvPr/>
        </p:nvSpPr>
        <p:spPr>
          <a:xfrm>
            <a:off x="59508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1" name=""/>
          <p:cNvSpPr/>
          <p:nvPr/>
        </p:nvSpPr>
        <p:spPr>
          <a:xfrm>
            <a:off x="59526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2" name=""/>
          <p:cNvSpPr/>
          <p:nvPr/>
        </p:nvSpPr>
        <p:spPr>
          <a:xfrm>
            <a:off x="59544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3" name=""/>
          <p:cNvSpPr/>
          <p:nvPr/>
        </p:nvSpPr>
        <p:spPr>
          <a:xfrm>
            <a:off x="59562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4" name=""/>
          <p:cNvSpPr/>
          <p:nvPr/>
        </p:nvSpPr>
        <p:spPr>
          <a:xfrm>
            <a:off x="59580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5" name=""/>
          <p:cNvSpPr/>
          <p:nvPr/>
        </p:nvSpPr>
        <p:spPr>
          <a:xfrm>
            <a:off x="59598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6" name=""/>
          <p:cNvSpPr/>
          <p:nvPr/>
        </p:nvSpPr>
        <p:spPr>
          <a:xfrm>
            <a:off x="59616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7" name=""/>
          <p:cNvSpPr/>
          <p:nvPr/>
        </p:nvSpPr>
        <p:spPr>
          <a:xfrm>
            <a:off x="59634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8" name=""/>
          <p:cNvSpPr/>
          <p:nvPr/>
        </p:nvSpPr>
        <p:spPr>
          <a:xfrm>
            <a:off x="59652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49" name=""/>
          <p:cNvSpPr/>
          <p:nvPr/>
        </p:nvSpPr>
        <p:spPr>
          <a:xfrm>
            <a:off x="59670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0" name=""/>
          <p:cNvSpPr/>
          <p:nvPr/>
        </p:nvSpPr>
        <p:spPr>
          <a:xfrm>
            <a:off x="59688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1" name=""/>
          <p:cNvSpPr/>
          <p:nvPr/>
        </p:nvSpPr>
        <p:spPr>
          <a:xfrm>
            <a:off x="59706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2" name=""/>
          <p:cNvSpPr/>
          <p:nvPr/>
        </p:nvSpPr>
        <p:spPr>
          <a:xfrm>
            <a:off x="59724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3" name=""/>
          <p:cNvSpPr/>
          <p:nvPr/>
        </p:nvSpPr>
        <p:spPr>
          <a:xfrm>
            <a:off x="59742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4" name=""/>
          <p:cNvSpPr/>
          <p:nvPr/>
        </p:nvSpPr>
        <p:spPr>
          <a:xfrm>
            <a:off x="597600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5" name=""/>
          <p:cNvSpPr/>
          <p:nvPr/>
        </p:nvSpPr>
        <p:spPr>
          <a:xfrm>
            <a:off x="597960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6" name=""/>
          <p:cNvSpPr/>
          <p:nvPr/>
        </p:nvSpPr>
        <p:spPr>
          <a:xfrm>
            <a:off x="59832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7" name=""/>
          <p:cNvSpPr/>
          <p:nvPr/>
        </p:nvSpPr>
        <p:spPr>
          <a:xfrm>
            <a:off x="59850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8" name=""/>
          <p:cNvSpPr/>
          <p:nvPr/>
        </p:nvSpPr>
        <p:spPr>
          <a:xfrm>
            <a:off x="598680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59" name=""/>
          <p:cNvSpPr/>
          <p:nvPr/>
        </p:nvSpPr>
        <p:spPr>
          <a:xfrm>
            <a:off x="5990400" y="3012120"/>
            <a:ext cx="2520" cy="475560"/>
          </a:xfrm>
          <a:custGeom>
            <a:avLst/>
            <a:gdLst/>
            <a:ahLst/>
            <a:rect l="0" t="0" r="r" b="b"/>
            <a:pathLst>
              <a:path w="7" h="1321">
                <a:moveTo>
                  <a:pt x="0" y="1321"/>
                </a:moveTo>
                <a:lnTo>
                  <a:pt x="0" y="0"/>
                </a:lnTo>
                <a:lnTo>
                  <a:pt x="7" y="0"/>
                </a:lnTo>
                <a:lnTo>
                  <a:pt x="7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0" name=""/>
          <p:cNvSpPr/>
          <p:nvPr/>
        </p:nvSpPr>
        <p:spPr>
          <a:xfrm>
            <a:off x="59925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1" name=""/>
          <p:cNvSpPr/>
          <p:nvPr/>
        </p:nvSpPr>
        <p:spPr>
          <a:xfrm>
            <a:off x="5994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2" name=""/>
          <p:cNvSpPr/>
          <p:nvPr/>
        </p:nvSpPr>
        <p:spPr>
          <a:xfrm>
            <a:off x="5996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3" name=""/>
          <p:cNvSpPr/>
          <p:nvPr/>
        </p:nvSpPr>
        <p:spPr>
          <a:xfrm>
            <a:off x="5997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4" name=""/>
          <p:cNvSpPr/>
          <p:nvPr/>
        </p:nvSpPr>
        <p:spPr>
          <a:xfrm>
            <a:off x="59997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5" name=""/>
          <p:cNvSpPr/>
          <p:nvPr/>
        </p:nvSpPr>
        <p:spPr>
          <a:xfrm>
            <a:off x="600156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6" name=""/>
          <p:cNvSpPr/>
          <p:nvPr/>
        </p:nvSpPr>
        <p:spPr>
          <a:xfrm>
            <a:off x="6005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7" name=""/>
          <p:cNvSpPr/>
          <p:nvPr/>
        </p:nvSpPr>
        <p:spPr>
          <a:xfrm>
            <a:off x="6006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8" name=""/>
          <p:cNvSpPr/>
          <p:nvPr/>
        </p:nvSpPr>
        <p:spPr>
          <a:xfrm>
            <a:off x="600876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69" name=""/>
          <p:cNvSpPr/>
          <p:nvPr/>
        </p:nvSpPr>
        <p:spPr>
          <a:xfrm>
            <a:off x="6012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0" name=""/>
          <p:cNvSpPr/>
          <p:nvPr/>
        </p:nvSpPr>
        <p:spPr>
          <a:xfrm>
            <a:off x="6014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1" name=""/>
          <p:cNvSpPr/>
          <p:nvPr/>
        </p:nvSpPr>
        <p:spPr>
          <a:xfrm>
            <a:off x="601596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2" name=""/>
          <p:cNvSpPr/>
          <p:nvPr/>
        </p:nvSpPr>
        <p:spPr>
          <a:xfrm>
            <a:off x="601956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3" name=""/>
          <p:cNvSpPr/>
          <p:nvPr/>
        </p:nvSpPr>
        <p:spPr>
          <a:xfrm>
            <a:off x="6023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4" name=""/>
          <p:cNvSpPr/>
          <p:nvPr/>
        </p:nvSpPr>
        <p:spPr>
          <a:xfrm>
            <a:off x="6024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5" name=""/>
          <p:cNvSpPr/>
          <p:nvPr/>
        </p:nvSpPr>
        <p:spPr>
          <a:xfrm>
            <a:off x="602676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6" name=""/>
          <p:cNvSpPr/>
          <p:nvPr/>
        </p:nvSpPr>
        <p:spPr>
          <a:xfrm>
            <a:off x="6030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7" name=""/>
          <p:cNvSpPr/>
          <p:nvPr/>
        </p:nvSpPr>
        <p:spPr>
          <a:xfrm>
            <a:off x="6032160" y="3012120"/>
            <a:ext cx="2520" cy="475560"/>
          </a:xfrm>
          <a:custGeom>
            <a:avLst/>
            <a:gdLst/>
            <a:ahLst/>
            <a:rect l="0" t="0" r="r" b="b"/>
            <a:pathLst>
              <a:path w="7" h="1321">
                <a:moveTo>
                  <a:pt x="0" y="1321"/>
                </a:moveTo>
                <a:lnTo>
                  <a:pt x="0" y="0"/>
                </a:lnTo>
                <a:lnTo>
                  <a:pt x="7" y="0"/>
                </a:lnTo>
                <a:lnTo>
                  <a:pt x="7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8" name=""/>
          <p:cNvSpPr/>
          <p:nvPr/>
        </p:nvSpPr>
        <p:spPr>
          <a:xfrm>
            <a:off x="603432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79" name=""/>
          <p:cNvSpPr/>
          <p:nvPr/>
        </p:nvSpPr>
        <p:spPr>
          <a:xfrm>
            <a:off x="60379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0" name=""/>
          <p:cNvSpPr/>
          <p:nvPr/>
        </p:nvSpPr>
        <p:spPr>
          <a:xfrm>
            <a:off x="60397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1" name=""/>
          <p:cNvSpPr/>
          <p:nvPr/>
        </p:nvSpPr>
        <p:spPr>
          <a:xfrm>
            <a:off x="6041520" y="3012120"/>
            <a:ext cx="3960" cy="475560"/>
          </a:xfrm>
          <a:custGeom>
            <a:avLst/>
            <a:gdLst/>
            <a:ahLst/>
            <a:rect l="0" t="0" r="r" b="b"/>
            <a:pathLst>
              <a:path w="11" h="1321">
                <a:moveTo>
                  <a:pt x="0" y="1321"/>
                </a:moveTo>
                <a:lnTo>
                  <a:pt x="0" y="0"/>
                </a:lnTo>
                <a:lnTo>
                  <a:pt x="11" y="0"/>
                </a:lnTo>
                <a:lnTo>
                  <a:pt x="11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2" name=""/>
          <p:cNvSpPr/>
          <p:nvPr/>
        </p:nvSpPr>
        <p:spPr>
          <a:xfrm>
            <a:off x="60451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3" name=""/>
          <p:cNvSpPr/>
          <p:nvPr/>
        </p:nvSpPr>
        <p:spPr>
          <a:xfrm>
            <a:off x="60469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4" name=""/>
          <p:cNvSpPr/>
          <p:nvPr/>
        </p:nvSpPr>
        <p:spPr>
          <a:xfrm>
            <a:off x="60487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5" name=""/>
          <p:cNvSpPr/>
          <p:nvPr/>
        </p:nvSpPr>
        <p:spPr>
          <a:xfrm>
            <a:off x="60505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6" name=""/>
          <p:cNvSpPr/>
          <p:nvPr/>
        </p:nvSpPr>
        <p:spPr>
          <a:xfrm>
            <a:off x="60523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7" name=""/>
          <p:cNvSpPr/>
          <p:nvPr/>
        </p:nvSpPr>
        <p:spPr>
          <a:xfrm>
            <a:off x="60541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8" name=""/>
          <p:cNvSpPr/>
          <p:nvPr/>
        </p:nvSpPr>
        <p:spPr>
          <a:xfrm>
            <a:off x="60559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89" name=""/>
          <p:cNvSpPr/>
          <p:nvPr/>
        </p:nvSpPr>
        <p:spPr>
          <a:xfrm>
            <a:off x="60577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0" name=""/>
          <p:cNvSpPr/>
          <p:nvPr/>
        </p:nvSpPr>
        <p:spPr>
          <a:xfrm>
            <a:off x="60595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1" name=""/>
          <p:cNvSpPr/>
          <p:nvPr/>
        </p:nvSpPr>
        <p:spPr>
          <a:xfrm>
            <a:off x="60613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2" name=""/>
          <p:cNvSpPr/>
          <p:nvPr/>
        </p:nvSpPr>
        <p:spPr>
          <a:xfrm>
            <a:off x="60631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3" name=""/>
          <p:cNvSpPr/>
          <p:nvPr/>
        </p:nvSpPr>
        <p:spPr>
          <a:xfrm>
            <a:off x="60649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4" name=""/>
          <p:cNvSpPr/>
          <p:nvPr/>
        </p:nvSpPr>
        <p:spPr>
          <a:xfrm>
            <a:off x="60667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5" name=""/>
          <p:cNvSpPr/>
          <p:nvPr/>
        </p:nvSpPr>
        <p:spPr>
          <a:xfrm>
            <a:off x="60685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6" name=""/>
          <p:cNvSpPr/>
          <p:nvPr/>
        </p:nvSpPr>
        <p:spPr>
          <a:xfrm>
            <a:off x="60703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7" name=""/>
          <p:cNvSpPr/>
          <p:nvPr/>
        </p:nvSpPr>
        <p:spPr>
          <a:xfrm>
            <a:off x="60721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8" name=""/>
          <p:cNvSpPr/>
          <p:nvPr/>
        </p:nvSpPr>
        <p:spPr>
          <a:xfrm>
            <a:off x="6073920" y="3012120"/>
            <a:ext cx="2880" cy="475560"/>
          </a:xfrm>
          <a:custGeom>
            <a:avLst/>
            <a:gdLst/>
            <a:ahLst/>
            <a:rect l="0" t="0" r="r" b="b"/>
            <a:pathLst>
              <a:path w="8" h="1321">
                <a:moveTo>
                  <a:pt x="0" y="1321"/>
                </a:moveTo>
                <a:lnTo>
                  <a:pt x="0" y="0"/>
                </a:lnTo>
                <a:lnTo>
                  <a:pt x="8" y="0"/>
                </a:lnTo>
                <a:lnTo>
                  <a:pt x="8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199" name=""/>
          <p:cNvSpPr/>
          <p:nvPr/>
        </p:nvSpPr>
        <p:spPr>
          <a:xfrm>
            <a:off x="6076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0" name=""/>
          <p:cNvSpPr/>
          <p:nvPr/>
        </p:nvSpPr>
        <p:spPr>
          <a:xfrm>
            <a:off x="60778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1" name=""/>
          <p:cNvSpPr/>
          <p:nvPr/>
        </p:nvSpPr>
        <p:spPr>
          <a:xfrm>
            <a:off x="60796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2" name=""/>
          <p:cNvSpPr/>
          <p:nvPr/>
        </p:nvSpPr>
        <p:spPr>
          <a:xfrm>
            <a:off x="60814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3" name=""/>
          <p:cNvSpPr/>
          <p:nvPr/>
        </p:nvSpPr>
        <p:spPr>
          <a:xfrm>
            <a:off x="60832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4" name=""/>
          <p:cNvSpPr/>
          <p:nvPr/>
        </p:nvSpPr>
        <p:spPr>
          <a:xfrm>
            <a:off x="6085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5" name=""/>
          <p:cNvSpPr/>
          <p:nvPr/>
        </p:nvSpPr>
        <p:spPr>
          <a:xfrm>
            <a:off x="60868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6" name=""/>
          <p:cNvSpPr/>
          <p:nvPr/>
        </p:nvSpPr>
        <p:spPr>
          <a:xfrm>
            <a:off x="60886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7" name=""/>
          <p:cNvSpPr/>
          <p:nvPr/>
        </p:nvSpPr>
        <p:spPr>
          <a:xfrm>
            <a:off x="60904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8" name=""/>
          <p:cNvSpPr/>
          <p:nvPr/>
        </p:nvSpPr>
        <p:spPr>
          <a:xfrm>
            <a:off x="60922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09" name=""/>
          <p:cNvSpPr/>
          <p:nvPr/>
        </p:nvSpPr>
        <p:spPr>
          <a:xfrm>
            <a:off x="6094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0" name=""/>
          <p:cNvSpPr/>
          <p:nvPr/>
        </p:nvSpPr>
        <p:spPr>
          <a:xfrm>
            <a:off x="60958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1" name=""/>
          <p:cNvSpPr/>
          <p:nvPr/>
        </p:nvSpPr>
        <p:spPr>
          <a:xfrm>
            <a:off x="60976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2" name=""/>
          <p:cNvSpPr/>
          <p:nvPr/>
        </p:nvSpPr>
        <p:spPr>
          <a:xfrm>
            <a:off x="60994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3" name=""/>
          <p:cNvSpPr/>
          <p:nvPr/>
        </p:nvSpPr>
        <p:spPr>
          <a:xfrm>
            <a:off x="61012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4" name=""/>
          <p:cNvSpPr/>
          <p:nvPr/>
        </p:nvSpPr>
        <p:spPr>
          <a:xfrm>
            <a:off x="6103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5" name=""/>
          <p:cNvSpPr/>
          <p:nvPr/>
        </p:nvSpPr>
        <p:spPr>
          <a:xfrm>
            <a:off x="61048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6" name=""/>
          <p:cNvSpPr/>
          <p:nvPr/>
        </p:nvSpPr>
        <p:spPr>
          <a:xfrm>
            <a:off x="61066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7" name=""/>
          <p:cNvSpPr/>
          <p:nvPr/>
        </p:nvSpPr>
        <p:spPr>
          <a:xfrm>
            <a:off x="61084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8" name=""/>
          <p:cNvSpPr/>
          <p:nvPr/>
        </p:nvSpPr>
        <p:spPr>
          <a:xfrm>
            <a:off x="61102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19" name=""/>
          <p:cNvSpPr/>
          <p:nvPr/>
        </p:nvSpPr>
        <p:spPr>
          <a:xfrm>
            <a:off x="61120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0" name=""/>
          <p:cNvSpPr/>
          <p:nvPr/>
        </p:nvSpPr>
        <p:spPr>
          <a:xfrm>
            <a:off x="611388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1" name=""/>
          <p:cNvSpPr/>
          <p:nvPr/>
        </p:nvSpPr>
        <p:spPr>
          <a:xfrm>
            <a:off x="6115680" y="3012120"/>
            <a:ext cx="2520" cy="475560"/>
          </a:xfrm>
          <a:custGeom>
            <a:avLst/>
            <a:gdLst/>
            <a:ahLst/>
            <a:rect l="0" t="0" r="r" b="b"/>
            <a:pathLst>
              <a:path w="7" h="1321">
                <a:moveTo>
                  <a:pt x="0" y="1321"/>
                </a:moveTo>
                <a:lnTo>
                  <a:pt x="0" y="0"/>
                </a:lnTo>
                <a:lnTo>
                  <a:pt x="7" y="0"/>
                </a:lnTo>
                <a:lnTo>
                  <a:pt x="7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2" name=""/>
          <p:cNvSpPr/>
          <p:nvPr/>
        </p:nvSpPr>
        <p:spPr>
          <a:xfrm>
            <a:off x="6117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3" name=""/>
          <p:cNvSpPr/>
          <p:nvPr/>
        </p:nvSpPr>
        <p:spPr>
          <a:xfrm>
            <a:off x="61196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4" name=""/>
          <p:cNvSpPr/>
          <p:nvPr/>
        </p:nvSpPr>
        <p:spPr>
          <a:xfrm>
            <a:off x="61214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5" name=""/>
          <p:cNvSpPr/>
          <p:nvPr/>
        </p:nvSpPr>
        <p:spPr>
          <a:xfrm>
            <a:off x="61232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6" name=""/>
          <p:cNvSpPr/>
          <p:nvPr/>
        </p:nvSpPr>
        <p:spPr>
          <a:xfrm>
            <a:off x="61250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7" name=""/>
          <p:cNvSpPr/>
          <p:nvPr/>
        </p:nvSpPr>
        <p:spPr>
          <a:xfrm>
            <a:off x="6126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8" name=""/>
          <p:cNvSpPr/>
          <p:nvPr/>
        </p:nvSpPr>
        <p:spPr>
          <a:xfrm>
            <a:off x="61286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29" name=""/>
          <p:cNvSpPr/>
          <p:nvPr/>
        </p:nvSpPr>
        <p:spPr>
          <a:xfrm>
            <a:off x="61304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0" name=""/>
          <p:cNvSpPr/>
          <p:nvPr/>
        </p:nvSpPr>
        <p:spPr>
          <a:xfrm>
            <a:off x="61322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1" name=""/>
          <p:cNvSpPr/>
          <p:nvPr/>
        </p:nvSpPr>
        <p:spPr>
          <a:xfrm>
            <a:off x="61340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2" name=""/>
          <p:cNvSpPr/>
          <p:nvPr/>
        </p:nvSpPr>
        <p:spPr>
          <a:xfrm>
            <a:off x="6135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3" name=""/>
          <p:cNvSpPr/>
          <p:nvPr/>
        </p:nvSpPr>
        <p:spPr>
          <a:xfrm>
            <a:off x="61376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4" name=""/>
          <p:cNvSpPr/>
          <p:nvPr/>
        </p:nvSpPr>
        <p:spPr>
          <a:xfrm>
            <a:off x="61394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5" name=""/>
          <p:cNvSpPr/>
          <p:nvPr/>
        </p:nvSpPr>
        <p:spPr>
          <a:xfrm>
            <a:off x="61412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6" name=""/>
          <p:cNvSpPr/>
          <p:nvPr/>
        </p:nvSpPr>
        <p:spPr>
          <a:xfrm>
            <a:off x="61430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7" name=""/>
          <p:cNvSpPr/>
          <p:nvPr/>
        </p:nvSpPr>
        <p:spPr>
          <a:xfrm>
            <a:off x="6144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8" name=""/>
          <p:cNvSpPr/>
          <p:nvPr/>
        </p:nvSpPr>
        <p:spPr>
          <a:xfrm>
            <a:off x="61466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39" name=""/>
          <p:cNvSpPr/>
          <p:nvPr/>
        </p:nvSpPr>
        <p:spPr>
          <a:xfrm>
            <a:off x="61484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0" name=""/>
          <p:cNvSpPr/>
          <p:nvPr/>
        </p:nvSpPr>
        <p:spPr>
          <a:xfrm>
            <a:off x="61502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1" name=""/>
          <p:cNvSpPr/>
          <p:nvPr/>
        </p:nvSpPr>
        <p:spPr>
          <a:xfrm>
            <a:off x="61520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2" name=""/>
          <p:cNvSpPr/>
          <p:nvPr/>
        </p:nvSpPr>
        <p:spPr>
          <a:xfrm>
            <a:off x="61538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3" name=""/>
          <p:cNvSpPr/>
          <p:nvPr/>
        </p:nvSpPr>
        <p:spPr>
          <a:xfrm>
            <a:off x="615564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4" name=""/>
          <p:cNvSpPr/>
          <p:nvPr/>
        </p:nvSpPr>
        <p:spPr>
          <a:xfrm>
            <a:off x="6157440" y="3012120"/>
            <a:ext cx="2520" cy="475560"/>
          </a:xfrm>
          <a:custGeom>
            <a:avLst/>
            <a:gdLst/>
            <a:ahLst/>
            <a:rect l="0" t="0" r="r" b="b"/>
            <a:pathLst>
              <a:path w="7" h="1321">
                <a:moveTo>
                  <a:pt x="0" y="1321"/>
                </a:moveTo>
                <a:lnTo>
                  <a:pt x="0" y="0"/>
                </a:lnTo>
                <a:lnTo>
                  <a:pt x="7" y="0"/>
                </a:lnTo>
                <a:lnTo>
                  <a:pt x="7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5" name=""/>
          <p:cNvSpPr/>
          <p:nvPr/>
        </p:nvSpPr>
        <p:spPr>
          <a:xfrm>
            <a:off x="61596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6" name=""/>
          <p:cNvSpPr/>
          <p:nvPr/>
        </p:nvSpPr>
        <p:spPr>
          <a:xfrm>
            <a:off x="61614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7" name=""/>
          <p:cNvSpPr/>
          <p:nvPr/>
        </p:nvSpPr>
        <p:spPr>
          <a:xfrm>
            <a:off x="61632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8" name=""/>
          <p:cNvSpPr/>
          <p:nvPr/>
        </p:nvSpPr>
        <p:spPr>
          <a:xfrm>
            <a:off x="61650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49" name=""/>
          <p:cNvSpPr/>
          <p:nvPr/>
        </p:nvSpPr>
        <p:spPr>
          <a:xfrm>
            <a:off x="61668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0" name=""/>
          <p:cNvSpPr/>
          <p:nvPr/>
        </p:nvSpPr>
        <p:spPr>
          <a:xfrm>
            <a:off x="61686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1" name=""/>
          <p:cNvSpPr/>
          <p:nvPr/>
        </p:nvSpPr>
        <p:spPr>
          <a:xfrm>
            <a:off x="61704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2" name=""/>
          <p:cNvSpPr/>
          <p:nvPr/>
        </p:nvSpPr>
        <p:spPr>
          <a:xfrm>
            <a:off x="61722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3" name=""/>
          <p:cNvSpPr/>
          <p:nvPr/>
        </p:nvSpPr>
        <p:spPr>
          <a:xfrm>
            <a:off x="61740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4" name=""/>
          <p:cNvSpPr/>
          <p:nvPr/>
        </p:nvSpPr>
        <p:spPr>
          <a:xfrm>
            <a:off x="61758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5" name=""/>
          <p:cNvSpPr/>
          <p:nvPr/>
        </p:nvSpPr>
        <p:spPr>
          <a:xfrm>
            <a:off x="61776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6" name=""/>
          <p:cNvSpPr/>
          <p:nvPr/>
        </p:nvSpPr>
        <p:spPr>
          <a:xfrm>
            <a:off x="61794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7" name=""/>
          <p:cNvSpPr/>
          <p:nvPr/>
        </p:nvSpPr>
        <p:spPr>
          <a:xfrm>
            <a:off x="61812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8" name=""/>
          <p:cNvSpPr/>
          <p:nvPr/>
        </p:nvSpPr>
        <p:spPr>
          <a:xfrm>
            <a:off x="61830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59" name=""/>
          <p:cNvSpPr/>
          <p:nvPr/>
        </p:nvSpPr>
        <p:spPr>
          <a:xfrm>
            <a:off x="61848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0" name=""/>
          <p:cNvSpPr/>
          <p:nvPr/>
        </p:nvSpPr>
        <p:spPr>
          <a:xfrm>
            <a:off x="61866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1" name=""/>
          <p:cNvSpPr/>
          <p:nvPr/>
        </p:nvSpPr>
        <p:spPr>
          <a:xfrm>
            <a:off x="61884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2" name=""/>
          <p:cNvSpPr/>
          <p:nvPr/>
        </p:nvSpPr>
        <p:spPr>
          <a:xfrm>
            <a:off x="61902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3" name=""/>
          <p:cNvSpPr/>
          <p:nvPr/>
        </p:nvSpPr>
        <p:spPr>
          <a:xfrm>
            <a:off x="61920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4" name=""/>
          <p:cNvSpPr/>
          <p:nvPr/>
        </p:nvSpPr>
        <p:spPr>
          <a:xfrm>
            <a:off x="61938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5" name=""/>
          <p:cNvSpPr/>
          <p:nvPr/>
        </p:nvSpPr>
        <p:spPr>
          <a:xfrm>
            <a:off x="61956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6" name=""/>
          <p:cNvSpPr/>
          <p:nvPr/>
        </p:nvSpPr>
        <p:spPr>
          <a:xfrm>
            <a:off x="619740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7" name=""/>
          <p:cNvSpPr/>
          <p:nvPr/>
        </p:nvSpPr>
        <p:spPr>
          <a:xfrm>
            <a:off x="6199200" y="3012120"/>
            <a:ext cx="2520" cy="475560"/>
          </a:xfrm>
          <a:custGeom>
            <a:avLst/>
            <a:gdLst/>
            <a:ahLst/>
            <a:rect l="0" t="0" r="r" b="b"/>
            <a:pathLst>
              <a:path w="7" h="1321">
                <a:moveTo>
                  <a:pt x="0" y="1321"/>
                </a:moveTo>
                <a:lnTo>
                  <a:pt x="0" y="0"/>
                </a:lnTo>
                <a:lnTo>
                  <a:pt x="7" y="0"/>
                </a:lnTo>
                <a:lnTo>
                  <a:pt x="7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8" name=""/>
          <p:cNvSpPr/>
          <p:nvPr/>
        </p:nvSpPr>
        <p:spPr>
          <a:xfrm>
            <a:off x="6201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69" name=""/>
          <p:cNvSpPr/>
          <p:nvPr/>
        </p:nvSpPr>
        <p:spPr>
          <a:xfrm>
            <a:off x="6203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0" name=""/>
          <p:cNvSpPr/>
          <p:nvPr/>
        </p:nvSpPr>
        <p:spPr>
          <a:xfrm>
            <a:off x="6204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1" name=""/>
          <p:cNvSpPr/>
          <p:nvPr/>
        </p:nvSpPr>
        <p:spPr>
          <a:xfrm>
            <a:off x="62067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2" name=""/>
          <p:cNvSpPr/>
          <p:nvPr/>
        </p:nvSpPr>
        <p:spPr>
          <a:xfrm>
            <a:off x="62085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3" name=""/>
          <p:cNvSpPr/>
          <p:nvPr/>
        </p:nvSpPr>
        <p:spPr>
          <a:xfrm>
            <a:off x="6210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4" name=""/>
          <p:cNvSpPr/>
          <p:nvPr/>
        </p:nvSpPr>
        <p:spPr>
          <a:xfrm>
            <a:off x="6212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5" name=""/>
          <p:cNvSpPr/>
          <p:nvPr/>
        </p:nvSpPr>
        <p:spPr>
          <a:xfrm>
            <a:off x="6213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6" name=""/>
          <p:cNvSpPr/>
          <p:nvPr/>
        </p:nvSpPr>
        <p:spPr>
          <a:xfrm>
            <a:off x="62157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7" name=""/>
          <p:cNvSpPr/>
          <p:nvPr/>
        </p:nvSpPr>
        <p:spPr>
          <a:xfrm>
            <a:off x="62175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8" name=""/>
          <p:cNvSpPr/>
          <p:nvPr/>
        </p:nvSpPr>
        <p:spPr>
          <a:xfrm>
            <a:off x="6219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79" name=""/>
          <p:cNvSpPr/>
          <p:nvPr/>
        </p:nvSpPr>
        <p:spPr>
          <a:xfrm>
            <a:off x="6221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0" name=""/>
          <p:cNvSpPr/>
          <p:nvPr/>
        </p:nvSpPr>
        <p:spPr>
          <a:xfrm>
            <a:off x="6222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1" name=""/>
          <p:cNvSpPr/>
          <p:nvPr/>
        </p:nvSpPr>
        <p:spPr>
          <a:xfrm>
            <a:off x="62247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2" name=""/>
          <p:cNvSpPr/>
          <p:nvPr/>
        </p:nvSpPr>
        <p:spPr>
          <a:xfrm>
            <a:off x="62265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3" name=""/>
          <p:cNvSpPr/>
          <p:nvPr/>
        </p:nvSpPr>
        <p:spPr>
          <a:xfrm>
            <a:off x="6228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4" name=""/>
          <p:cNvSpPr/>
          <p:nvPr/>
        </p:nvSpPr>
        <p:spPr>
          <a:xfrm>
            <a:off x="6230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5" name=""/>
          <p:cNvSpPr/>
          <p:nvPr/>
        </p:nvSpPr>
        <p:spPr>
          <a:xfrm>
            <a:off x="62319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6" name=""/>
          <p:cNvSpPr/>
          <p:nvPr/>
        </p:nvSpPr>
        <p:spPr>
          <a:xfrm>
            <a:off x="62337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7" name=""/>
          <p:cNvSpPr/>
          <p:nvPr/>
        </p:nvSpPr>
        <p:spPr>
          <a:xfrm>
            <a:off x="62355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8" name=""/>
          <p:cNvSpPr/>
          <p:nvPr/>
        </p:nvSpPr>
        <p:spPr>
          <a:xfrm>
            <a:off x="62373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89" name=""/>
          <p:cNvSpPr/>
          <p:nvPr/>
        </p:nvSpPr>
        <p:spPr>
          <a:xfrm>
            <a:off x="623916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90" name=""/>
          <p:cNvSpPr/>
          <p:nvPr/>
        </p:nvSpPr>
        <p:spPr>
          <a:xfrm>
            <a:off x="6240960" y="3012120"/>
            <a:ext cx="2520" cy="475560"/>
          </a:xfrm>
          <a:custGeom>
            <a:avLst/>
            <a:gdLst/>
            <a:ahLst/>
            <a:rect l="0" t="0" r="r" b="b"/>
            <a:pathLst>
              <a:path w="7" h="1321">
                <a:moveTo>
                  <a:pt x="0" y="1321"/>
                </a:moveTo>
                <a:lnTo>
                  <a:pt x="0" y="0"/>
                </a:lnTo>
                <a:lnTo>
                  <a:pt x="7" y="0"/>
                </a:lnTo>
                <a:lnTo>
                  <a:pt x="7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91" name=""/>
          <p:cNvSpPr/>
          <p:nvPr/>
        </p:nvSpPr>
        <p:spPr>
          <a:xfrm>
            <a:off x="62431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92" name=""/>
          <p:cNvSpPr/>
          <p:nvPr/>
        </p:nvSpPr>
        <p:spPr>
          <a:xfrm>
            <a:off x="62449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93" name=""/>
          <p:cNvSpPr/>
          <p:nvPr/>
        </p:nvSpPr>
        <p:spPr>
          <a:xfrm>
            <a:off x="62467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94" name=""/>
          <p:cNvSpPr/>
          <p:nvPr/>
        </p:nvSpPr>
        <p:spPr>
          <a:xfrm>
            <a:off x="62485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95" name=""/>
          <p:cNvSpPr/>
          <p:nvPr/>
        </p:nvSpPr>
        <p:spPr>
          <a:xfrm>
            <a:off x="6250320" y="3012120"/>
            <a:ext cx="2160" cy="475560"/>
          </a:xfrm>
          <a:custGeom>
            <a:avLst/>
            <a:gdLst/>
            <a:ahLst/>
            <a:rect l="0" t="0" r="r" b="b"/>
            <a:pathLst>
              <a:path w="6" h="1321">
                <a:moveTo>
                  <a:pt x="0" y="1321"/>
                </a:moveTo>
                <a:lnTo>
                  <a:pt x="0" y="0"/>
                </a:lnTo>
                <a:lnTo>
                  <a:pt x="6" y="0"/>
                </a:lnTo>
                <a:lnTo>
                  <a:pt x="6" y="1321"/>
                </a:lnTo>
                <a:lnTo>
                  <a:pt x="0" y="1321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96" name=""/>
          <p:cNvSpPr/>
          <p:nvPr/>
        </p:nvSpPr>
        <p:spPr>
          <a:xfrm>
            <a:off x="5787360" y="3012120"/>
            <a:ext cx="465120" cy="475560"/>
          </a:xfrm>
          <a:custGeom>
            <a:avLst/>
            <a:gdLst/>
            <a:ahLst/>
            <a:rect l="0" t="0" r="r" b="b"/>
            <a:pathLst>
              <a:path w="1292" h="1321">
                <a:moveTo>
                  <a:pt x="0" y="1321"/>
                </a:moveTo>
                <a:lnTo>
                  <a:pt x="1292" y="1321"/>
                </a:lnTo>
                <a:lnTo>
                  <a:pt x="1292" y="0"/>
                </a:lnTo>
                <a:lnTo>
                  <a:pt x="0" y="0"/>
                </a:lnTo>
                <a:lnTo>
                  <a:pt x="0" y="1321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297" name=""/>
          <p:cNvSpPr/>
          <p:nvPr/>
        </p:nvSpPr>
        <p:spPr>
          <a:xfrm>
            <a:off x="659628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98" name=""/>
          <p:cNvSpPr/>
          <p:nvPr/>
        </p:nvSpPr>
        <p:spPr>
          <a:xfrm>
            <a:off x="6598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299" name=""/>
          <p:cNvSpPr/>
          <p:nvPr/>
        </p:nvSpPr>
        <p:spPr>
          <a:xfrm>
            <a:off x="6600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0" name=""/>
          <p:cNvSpPr/>
          <p:nvPr/>
        </p:nvSpPr>
        <p:spPr>
          <a:xfrm>
            <a:off x="6602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1" name=""/>
          <p:cNvSpPr/>
          <p:nvPr/>
        </p:nvSpPr>
        <p:spPr>
          <a:xfrm>
            <a:off x="6603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2" name=""/>
          <p:cNvSpPr/>
          <p:nvPr/>
        </p:nvSpPr>
        <p:spPr>
          <a:xfrm>
            <a:off x="6605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3" name=""/>
          <p:cNvSpPr/>
          <p:nvPr/>
        </p:nvSpPr>
        <p:spPr>
          <a:xfrm>
            <a:off x="6607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4" name=""/>
          <p:cNvSpPr/>
          <p:nvPr/>
        </p:nvSpPr>
        <p:spPr>
          <a:xfrm>
            <a:off x="6609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5" name=""/>
          <p:cNvSpPr/>
          <p:nvPr/>
        </p:nvSpPr>
        <p:spPr>
          <a:xfrm>
            <a:off x="6611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6" name=""/>
          <p:cNvSpPr/>
          <p:nvPr/>
        </p:nvSpPr>
        <p:spPr>
          <a:xfrm>
            <a:off x="6612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7" name=""/>
          <p:cNvSpPr/>
          <p:nvPr/>
        </p:nvSpPr>
        <p:spPr>
          <a:xfrm>
            <a:off x="6614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8" name=""/>
          <p:cNvSpPr/>
          <p:nvPr/>
        </p:nvSpPr>
        <p:spPr>
          <a:xfrm>
            <a:off x="6616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09" name=""/>
          <p:cNvSpPr/>
          <p:nvPr/>
        </p:nvSpPr>
        <p:spPr>
          <a:xfrm>
            <a:off x="6618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0" name=""/>
          <p:cNvSpPr/>
          <p:nvPr/>
        </p:nvSpPr>
        <p:spPr>
          <a:xfrm>
            <a:off x="6620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1" name=""/>
          <p:cNvSpPr/>
          <p:nvPr/>
        </p:nvSpPr>
        <p:spPr>
          <a:xfrm>
            <a:off x="6621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2" name=""/>
          <p:cNvSpPr/>
          <p:nvPr/>
        </p:nvSpPr>
        <p:spPr>
          <a:xfrm>
            <a:off x="6623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3" name=""/>
          <p:cNvSpPr/>
          <p:nvPr/>
        </p:nvSpPr>
        <p:spPr>
          <a:xfrm>
            <a:off x="6625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4" name=""/>
          <p:cNvSpPr/>
          <p:nvPr/>
        </p:nvSpPr>
        <p:spPr>
          <a:xfrm>
            <a:off x="6627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5" name=""/>
          <p:cNvSpPr/>
          <p:nvPr/>
        </p:nvSpPr>
        <p:spPr>
          <a:xfrm>
            <a:off x="6629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6" name=""/>
          <p:cNvSpPr/>
          <p:nvPr/>
        </p:nvSpPr>
        <p:spPr>
          <a:xfrm>
            <a:off x="6630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7" name=""/>
          <p:cNvSpPr/>
          <p:nvPr/>
        </p:nvSpPr>
        <p:spPr>
          <a:xfrm>
            <a:off x="6632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8" name=""/>
          <p:cNvSpPr/>
          <p:nvPr/>
        </p:nvSpPr>
        <p:spPr>
          <a:xfrm>
            <a:off x="6634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19" name=""/>
          <p:cNvSpPr/>
          <p:nvPr/>
        </p:nvSpPr>
        <p:spPr>
          <a:xfrm>
            <a:off x="6636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0" name=""/>
          <p:cNvSpPr/>
          <p:nvPr/>
        </p:nvSpPr>
        <p:spPr>
          <a:xfrm>
            <a:off x="663804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1" name=""/>
          <p:cNvSpPr/>
          <p:nvPr/>
        </p:nvSpPr>
        <p:spPr>
          <a:xfrm>
            <a:off x="6640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2" name=""/>
          <p:cNvSpPr/>
          <p:nvPr/>
        </p:nvSpPr>
        <p:spPr>
          <a:xfrm>
            <a:off x="6642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3" name=""/>
          <p:cNvSpPr/>
          <p:nvPr/>
        </p:nvSpPr>
        <p:spPr>
          <a:xfrm>
            <a:off x="6643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4" name=""/>
          <p:cNvSpPr/>
          <p:nvPr/>
        </p:nvSpPr>
        <p:spPr>
          <a:xfrm>
            <a:off x="6645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5" name=""/>
          <p:cNvSpPr/>
          <p:nvPr/>
        </p:nvSpPr>
        <p:spPr>
          <a:xfrm>
            <a:off x="6647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6" name=""/>
          <p:cNvSpPr/>
          <p:nvPr/>
        </p:nvSpPr>
        <p:spPr>
          <a:xfrm>
            <a:off x="6649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7" name=""/>
          <p:cNvSpPr/>
          <p:nvPr/>
        </p:nvSpPr>
        <p:spPr>
          <a:xfrm>
            <a:off x="6651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8" name=""/>
          <p:cNvSpPr/>
          <p:nvPr/>
        </p:nvSpPr>
        <p:spPr>
          <a:xfrm>
            <a:off x="6652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29" name=""/>
          <p:cNvSpPr/>
          <p:nvPr/>
        </p:nvSpPr>
        <p:spPr>
          <a:xfrm>
            <a:off x="6654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0" name=""/>
          <p:cNvSpPr/>
          <p:nvPr/>
        </p:nvSpPr>
        <p:spPr>
          <a:xfrm>
            <a:off x="6656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1" name=""/>
          <p:cNvSpPr/>
          <p:nvPr/>
        </p:nvSpPr>
        <p:spPr>
          <a:xfrm>
            <a:off x="6658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2" name=""/>
          <p:cNvSpPr/>
          <p:nvPr/>
        </p:nvSpPr>
        <p:spPr>
          <a:xfrm>
            <a:off x="6660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3" name=""/>
          <p:cNvSpPr/>
          <p:nvPr/>
        </p:nvSpPr>
        <p:spPr>
          <a:xfrm>
            <a:off x="6661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4" name=""/>
          <p:cNvSpPr/>
          <p:nvPr/>
        </p:nvSpPr>
        <p:spPr>
          <a:xfrm>
            <a:off x="6663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5" name=""/>
          <p:cNvSpPr/>
          <p:nvPr/>
        </p:nvSpPr>
        <p:spPr>
          <a:xfrm>
            <a:off x="6665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6" name=""/>
          <p:cNvSpPr/>
          <p:nvPr/>
        </p:nvSpPr>
        <p:spPr>
          <a:xfrm>
            <a:off x="6667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7" name=""/>
          <p:cNvSpPr/>
          <p:nvPr/>
        </p:nvSpPr>
        <p:spPr>
          <a:xfrm>
            <a:off x="6669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8" name=""/>
          <p:cNvSpPr/>
          <p:nvPr/>
        </p:nvSpPr>
        <p:spPr>
          <a:xfrm>
            <a:off x="6670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39" name=""/>
          <p:cNvSpPr/>
          <p:nvPr/>
        </p:nvSpPr>
        <p:spPr>
          <a:xfrm>
            <a:off x="6672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0" name=""/>
          <p:cNvSpPr/>
          <p:nvPr/>
        </p:nvSpPr>
        <p:spPr>
          <a:xfrm>
            <a:off x="6674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1" name=""/>
          <p:cNvSpPr/>
          <p:nvPr/>
        </p:nvSpPr>
        <p:spPr>
          <a:xfrm>
            <a:off x="6676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2" name=""/>
          <p:cNvSpPr/>
          <p:nvPr/>
        </p:nvSpPr>
        <p:spPr>
          <a:xfrm>
            <a:off x="6678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3" name=""/>
          <p:cNvSpPr/>
          <p:nvPr/>
        </p:nvSpPr>
        <p:spPr>
          <a:xfrm>
            <a:off x="667980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4" name=""/>
          <p:cNvSpPr/>
          <p:nvPr/>
        </p:nvSpPr>
        <p:spPr>
          <a:xfrm>
            <a:off x="6681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5" name=""/>
          <p:cNvSpPr/>
          <p:nvPr/>
        </p:nvSpPr>
        <p:spPr>
          <a:xfrm>
            <a:off x="6683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6" name=""/>
          <p:cNvSpPr/>
          <p:nvPr/>
        </p:nvSpPr>
        <p:spPr>
          <a:xfrm>
            <a:off x="6685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7" name=""/>
          <p:cNvSpPr/>
          <p:nvPr/>
        </p:nvSpPr>
        <p:spPr>
          <a:xfrm>
            <a:off x="6687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8" name=""/>
          <p:cNvSpPr/>
          <p:nvPr/>
        </p:nvSpPr>
        <p:spPr>
          <a:xfrm>
            <a:off x="6689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49" name=""/>
          <p:cNvSpPr/>
          <p:nvPr/>
        </p:nvSpPr>
        <p:spPr>
          <a:xfrm>
            <a:off x="6690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0" name=""/>
          <p:cNvSpPr/>
          <p:nvPr/>
        </p:nvSpPr>
        <p:spPr>
          <a:xfrm>
            <a:off x="6692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1" name=""/>
          <p:cNvSpPr/>
          <p:nvPr/>
        </p:nvSpPr>
        <p:spPr>
          <a:xfrm>
            <a:off x="6694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2" name=""/>
          <p:cNvSpPr/>
          <p:nvPr/>
        </p:nvSpPr>
        <p:spPr>
          <a:xfrm>
            <a:off x="6696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3" name=""/>
          <p:cNvSpPr/>
          <p:nvPr/>
        </p:nvSpPr>
        <p:spPr>
          <a:xfrm>
            <a:off x="6698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4" name=""/>
          <p:cNvSpPr/>
          <p:nvPr/>
        </p:nvSpPr>
        <p:spPr>
          <a:xfrm>
            <a:off x="6699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5" name=""/>
          <p:cNvSpPr/>
          <p:nvPr/>
        </p:nvSpPr>
        <p:spPr>
          <a:xfrm>
            <a:off x="6701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6" name=""/>
          <p:cNvSpPr/>
          <p:nvPr/>
        </p:nvSpPr>
        <p:spPr>
          <a:xfrm>
            <a:off x="6703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7" name=""/>
          <p:cNvSpPr/>
          <p:nvPr/>
        </p:nvSpPr>
        <p:spPr>
          <a:xfrm>
            <a:off x="6705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8" name=""/>
          <p:cNvSpPr/>
          <p:nvPr/>
        </p:nvSpPr>
        <p:spPr>
          <a:xfrm>
            <a:off x="6707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59" name=""/>
          <p:cNvSpPr/>
          <p:nvPr/>
        </p:nvSpPr>
        <p:spPr>
          <a:xfrm>
            <a:off x="6708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0" name=""/>
          <p:cNvSpPr/>
          <p:nvPr/>
        </p:nvSpPr>
        <p:spPr>
          <a:xfrm>
            <a:off x="6710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1" name=""/>
          <p:cNvSpPr/>
          <p:nvPr/>
        </p:nvSpPr>
        <p:spPr>
          <a:xfrm>
            <a:off x="6712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2" name=""/>
          <p:cNvSpPr/>
          <p:nvPr/>
        </p:nvSpPr>
        <p:spPr>
          <a:xfrm>
            <a:off x="6714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3" name=""/>
          <p:cNvSpPr/>
          <p:nvPr/>
        </p:nvSpPr>
        <p:spPr>
          <a:xfrm>
            <a:off x="6716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4" name=""/>
          <p:cNvSpPr/>
          <p:nvPr/>
        </p:nvSpPr>
        <p:spPr>
          <a:xfrm>
            <a:off x="6717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5" name=""/>
          <p:cNvSpPr/>
          <p:nvPr/>
        </p:nvSpPr>
        <p:spPr>
          <a:xfrm>
            <a:off x="6719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6" name=""/>
          <p:cNvSpPr/>
          <p:nvPr/>
        </p:nvSpPr>
        <p:spPr>
          <a:xfrm>
            <a:off x="672156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7" name=""/>
          <p:cNvSpPr/>
          <p:nvPr/>
        </p:nvSpPr>
        <p:spPr>
          <a:xfrm>
            <a:off x="6723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8" name=""/>
          <p:cNvSpPr/>
          <p:nvPr/>
        </p:nvSpPr>
        <p:spPr>
          <a:xfrm>
            <a:off x="6725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69" name=""/>
          <p:cNvSpPr/>
          <p:nvPr/>
        </p:nvSpPr>
        <p:spPr>
          <a:xfrm>
            <a:off x="6727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0" name=""/>
          <p:cNvSpPr/>
          <p:nvPr/>
        </p:nvSpPr>
        <p:spPr>
          <a:xfrm>
            <a:off x="6729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1" name=""/>
          <p:cNvSpPr/>
          <p:nvPr/>
        </p:nvSpPr>
        <p:spPr>
          <a:xfrm>
            <a:off x="6730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2" name=""/>
          <p:cNvSpPr/>
          <p:nvPr/>
        </p:nvSpPr>
        <p:spPr>
          <a:xfrm>
            <a:off x="6732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3" name=""/>
          <p:cNvSpPr/>
          <p:nvPr/>
        </p:nvSpPr>
        <p:spPr>
          <a:xfrm>
            <a:off x="6734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4" name=""/>
          <p:cNvSpPr/>
          <p:nvPr/>
        </p:nvSpPr>
        <p:spPr>
          <a:xfrm>
            <a:off x="6736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5" name=""/>
          <p:cNvSpPr/>
          <p:nvPr/>
        </p:nvSpPr>
        <p:spPr>
          <a:xfrm>
            <a:off x="6738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6" name=""/>
          <p:cNvSpPr/>
          <p:nvPr/>
        </p:nvSpPr>
        <p:spPr>
          <a:xfrm>
            <a:off x="6739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7" name=""/>
          <p:cNvSpPr/>
          <p:nvPr/>
        </p:nvSpPr>
        <p:spPr>
          <a:xfrm>
            <a:off x="6741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8" name=""/>
          <p:cNvSpPr/>
          <p:nvPr/>
        </p:nvSpPr>
        <p:spPr>
          <a:xfrm>
            <a:off x="6743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79" name=""/>
          <p:cNvSpPr/>
          <p:nvPr/>
        </p:nvSpPr>
        <p:spPr>
          <a:xfrm>
            <a:off x="6745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0" name=""/>
          <p:cNvSpPr/>
          <p:nvPr/>
        </p:nvSpPr>
        <p:spPr>
          <a:xfrm>
            <a:off x="6747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1" name=""/>
          <p:cNvSpPr/>
          <p:nvPr/>
        </p:nvSpPr>
        <p:spPr>
          <a:xfrm>
            <a:off x="6748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2" name=""/>
          <p:cNvSpPr/>
          <p:nvPr/>
        </p:nvSpPr>
        <p:spPr>
          <a:xfrm>
            <a:off x="6750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3" name=""/>
          <p:cNvSpPr/>
          <p:nvPr/>
        </p:nvSpPr>
        <p:spPr>
          <a:xfrm>
            <a:off x="6752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4" name=""/>
          <p:cNvSpPr/>
          <p:nvPr/>
        </p:nvSpPr>
        <p:spPr>
          <a:xfrm>
            <a:off x="6754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5" name=""/>
          <p:cNvSpPr/>
          <p:nvPr/>
        </p:nvSpPr>
        <p:spPr>
          <a:xfrm>
            <a:off x="6756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6" name=""/>
          <p:cNvSpPr/>
          <p:nvPr/>
        </p:nvSpPr>
        <p:spPr>
          <a:xfrm>
            <a:off x="6757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7" name=""/>
          <p:cNvSpPr/>
          <p:nvPr/>
        </p:nvSpPr>
        <p:spPr>
          <a:xfrm>
            <a:off x="6759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8" name=""/>
          <p:cNvSpPr/>
          <p:nvPr/>
        </p:nvSpPr>
        <p:spPr>
          <a:xfrm>
            <a:off x="6761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89" name=""/>
          <p:cNvSpPr/>
          <p:nvPr/>
        </p:nvSpPr>
        <p:spPr>
          <a:xfrm>
            <a:off x="6763320" y="2512080"/>
            <a:ext cx="2880" cy="975600"/>
          </a:xfrm>
          <a:custGeom>
            <a:avLst/>
            <a:gdLst/>
            <a:ahLst/>
            <a:rect l="0" t="0" r="r" b="b"/>
            <a:pathLst>
              <a:path w="8" h="2710">
                <a:moveTo>
                  <a:pt x="0" y="2710"/>
                </a:moveTo>
                <a:lnTo>
                  <a:pt x="0" y="0"/>
                </a:lnTo>
                <a:lnTo>
                  <a:pt x="8" y="0"/>
                </a:lnTo>
                <a:lnTo>
                  <a:pt x="8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0" name=""/>
          <p:cNvSpPr/>
          <p:nvPr/>
        </p:nvSpPr>
        <p:spPr>
          <a:xfrm>
            <a:off x="6765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1" name=""/>
          <p:cNvSpPr/>
          <p:nvPr/>
        </p:nvSpPr>
        <p:spPr>
          <a:xfrm>
            <a:off x="6767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2" name=""/>
          <p:cNvSpPr/>
          <p:nvPr/>
        </p:nvSpPr>
        <p:spPr>
          <a:xfrm>
            <a:off x="6769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3" name=""/>
          <p:cNvSpPr/>
          <p:nvPr/>
        </p:nvSpPr>
        <p:spPr>
          <a:xfrm>
            <a:off x="6770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4" name=""/>
          <p:cNvSpPr/>
          <p:nvPr/>
        </p:nvSpPr>
        <p:spPr>
          <a:xfrm>
            <a:off x="6772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5" name=""/>
          <p:cNvSpPr/>
          <p:nvPr/>
        </p:nvSpPr>
        <p:spPr>
          <a:xfrm>
            <a:off x="6774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6" name=""/>
          <p:cNvSpPr/>
          <p:nvPr/>
        </p:nvSpPr>
        <p:spPr>
          <a:xfrm>
            <a:off x="6776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7" name=""/>
          <p:cNvSpPr/>
          <p:nvPr/>
        </p:nvSpPr>
        <p:spPr>
          <a:xfrm>
            <a:off x="6778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8" name=""/>
          <p:cNvSpPr/>
          <p:nvPr/>
        </p:nvSpPr>
        <p:spPr>
          <a:xfrm>
            <a:off x="6779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399" name=""/>
          <p:cNvSpPr/>
          <p:nvPr/>
        </p:nvSpPr>
        <p:spPr>
          <a:xfrm>
            <a:off x="6781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0" name=""/>
          <p:cNvSpPr/>
          <p:nvPr/>
        </p:nvSpPr>
        <p:spPr>
          <a:xfrm>
            <a:off x="6783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1" name=""/>
          <p:cNvSpPr/>
          <p:nvPr/>
        </p:nvSpPr>
        <p:spPr>
          <a:xfrm>
            <a:off x="678528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2" name=""/>
          <p:cNvSpPr/>
          <p:nvPr/>
        </p:nvSpPr>
        <p:spPr>
          <a:xfrm>
            <a:off x="678888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3" name=""/>
          <p:cNvSpPr/>
          <p:nvPr/>
        </p:nvSpPr>
        <p:spPr>
          <a:xfrm>
            <a:off x="6792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4" name=""/>
          <p:cNvSpPr/>
          <p:nvPr/>
        </p:nvSpPr>
        <p:spPr>
          <a:xfrm>
            <a:off x="6794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5" name=""/>
          <p:cNvSpPr/>
          <p:nvPr/>
        </p:nvSpPr>
        <p:spPr>
          <a:xfrm>
            <a:off x="679608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6" name=""/>
          <p:cNvSpPr/>
          <p:nvPr/>
        </p:nvSpPr>
        <p:spPr>
          <a:xfrm>
            <a:off x="6799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7" name=""/>
          <p:cNvSpPr/>
          <p:nvPr/>
        </p:nvSpPr>
        <p:spPr>
          <a:xfrm>
            <a:off x="6801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8" name=""/>
          <p:cNvSpPr/>
          <p:nvPr/>
        </p:nvSpPr>
        <p:spPr>
          <a:xfrm>
            <a:off x="6803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09" name=""/>
          <p:cNvSpPr/>
          <p:nvPr/>
        </p:nvSpPr>
        <p:spPr>
          <a:xfrm>
            <a:off x="680508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0" name=""/>
          <p:cNvSpPr/>
          <p:nvPr/>
        </p:nvSpPr>
        <p:spPr>
          <a:xfrm>
            <a:off x="6807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1" name=""/>
          <p:cNvSpPr/>
          <p:nvPr/>
        </p:nvSpPr>
        <p:spPr>
          <a:xfrm>
            <a:off x="6809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2" name=""/>
          <p:cNvSpPr/>
          <p:nvPr/>
        </p:nvSpPr>
        <p:spPr>
          <a:xfrm>
            <a:off x="681084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3" name=""/>
          <p:cNvSpPr/>
          <p:nvPr/>
        </p:nvSpPr>
        <p:spPr>
          <a:xfrm>
            <a:off x="6814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4" name=""/>
          <p:cNvSpPr/>
          <p:nvPr/>
        </p:nvSpPr>
        <p:spPr>
          <a:xfrm>
            <a:off x="6816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5" name=""/>
          <p:cNvSpPr/>
          <p:nvPr/>
        </p:nvSpPr>
        <p:spPr>
          <a:xfrm>
            <a:off x="681804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6" name=""/>
          <p:cNvSpPr/>
          <p:nvPr/>
        </p:nvSpPr>
        <p:spPr>
          <a:xfrm>
            <a:off x="6821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7" name=""/>
          <p:cNvSpPr/>
          <p:nvPr/>
        </p:nvSpPr>
        <p:spPr>
          <a:xfrm>
            <a:off x="6823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8" name=""/>
          <p:cNvSpPr/>
          <p:nvPr/>
        </p:nvSpPr>
        <p:spPr>
          <a:xfrm>
            <a:off x="682524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19" name=""/>
          <p:cNvSpPr/>
          <p:nvPr/>
        </p:nvSpPr>
        <p:spPr>
          <a:xfrm>
            <a:off x="682884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0" name=""/>
          <p:cNvSpPr/>
          <p:nvPr/>
        </p:nvSpPr>
        <p:spPr>
          <a:xfrm>
            <a:off x="6832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1" name=""/>
          <p:cNvSpPr/>
          <p:nvPr/>
        </p:nvSpPr>
        <p:spPr>
          <a:xfrm>
            <a:off x="6834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2" name=""/>
          <p:cNvSpPr/>
          <p:nvPr/>
        </p:nvSpPr>
        <p:spPr>
          <a:xfrm>
            <a:off x="683604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3" name=""/>
          <p:cNvSpPr/>
          <p:nvPr/>
        </p:nvSpPr>
        <p:spPr>
          <a:xfrm>
            <a:off x="6839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4" name=""/>
          <p:cNvSpPr/>
          <p:nvPr/>
        </p:nvSpPr>
        <p:spPr>
          <a:xfrm>
            <a:off x="6841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5" name=""/>
          <p:cNvSpPr/>
          <p:nvPr/>
        </p:nvSpPr>
        <p:spPr>
          <a:xfrm>
            <a:off x="6843240" y="2512080"/>
            <a:ext cx="4320" cy="975600"/>
          </a:xfrm>
          <a:custGeom>
            <a:avLst/>
            <a:gdLst/>
            <a:ahLst/>
            <a:rect l="0" t="0" r="r" b="b"/>
            <a:pathLst>
              <a:path w="12" h="2710">
                <a:moveTo>
                  <a:pt x="0" y="2710"/>
                </a:moveTo>
                <a:lnTo>
                  <a:pt x="0" y="0"/>
                </a:lnTo>
                <a:lnTo>
                  <a:pt x="12" y="0"/>
                </a:lnTo>
                <a:lnTo>
                  <a:pt x="12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6" name=""/>
          <p:cNvSpPr/>
          <p:nvPr/>
        </p:nvSpPr>
        <p:spPr>
          <a:xfrm>
            <a:off x="6847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7" name=""/>
          <p:cNvSpPr/>
          <p:nvPr/>
        </p:nvSpPr>
        <p:spPr>
          <a:xfrm>
            <a:off x="6849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8" name=""/>
          <p:cNvSpPr/>
          <p:nvPr/>
        </p:nvSpPr>
        <p:spPr>
          <a:xfrm>
            <a:off x="6850800" y="2512080"/>
            <a:ext cx="3960" cy="975600"/>
          </a:xfrm>
          <a:custGeom>
            <a:avLst/>
            <a:gdLst/>
            <a:ahLst/>
            <a:rect l="0" t="0" r="r" b="b"/>
            <a:pathLst>
              <a:path w="11" h="2710">
                <a:moveTo>
                  <a:pt x="0" y="2710"/>
                </a:moveTo>
                <a:lnTo>
                  <a:pt x="0" y="0"/>
                </a:lnTo>
                <a:lnTo>
                  <a:pt x="11" y="0"/>
                </a:lnTo>
                <a:lnTo>
                  <a:pt x="11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29" name=""/>
          <p:cNvSpPr/>
          <p:nvPr/>
        </p:nvSpPr>
        <p:spPr>
          <a:xfrm>
            <a:off x="6854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0" name=""/>
          <p:cNvSpPr/>
          <p:nvPr/>
        </p:nvSpPr>
        <p:spPr>
          <a:xfrm>
            <a:off x="6856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1" name=""/>
          <p:cNvSpPr/>
          <p:nvPr/>
        </p:nvSpPr>
        <p:spPr>
          <a:xfrm>
            <a:off x="6858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2" name=""/>
          <p:cNvSpPr/>
          <p:nvPr/>
        </p:nvSpPr>
        <p:spPr>
          <a:xfrm>
            <a:off x="6859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3" name=""/>
          <p:cNvSpPr/>
          <p:nvPr/>
        </p:nvSpPr>
        <p:spPr>
          <a:xfrm>
            <a:off x="6861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4" name=""/>
          <p:cNvSpPr/>
          <p:nvPr/>
        </p:nvSpPr>
        <p:spPr>
          <a:xfrm>
            <a:off x="6863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5" name=""/>
          <p:cNvSpPr/>
          <p:nvPr/>
        </p:nvSpPr>
        <p:spPr>
          <a:xfrm>
            <a:off x="6865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6" name=""/>
          <p:cNvSpPr/>
          <p:nvPr/>
        </p:nvSpPr>
        <p:spPr>
          <a:xfrm>
            <a:off x="6867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7" name=""/>
          <p:cNvSpPr/>
          <p:nvPr/>
        </p:nvSpPr>
        <p:spPr>
          <a:xfrm>
            <a:off x="6868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8" name=""/>
          <p:cNvSpPr/>
          <p:nvPr/>
        </p:nvSpPr>
        <p:spPr>
          <a:xfrm>
            <a:off x="6870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39" name=""/>
          <p:cNvSpPr/>
          <p:nvPr/>
        </p:nvSpPr>
        <p:spPr>
          <a:xfrm>
            <a:off x="6872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0" name=""/>
          <p:cNvSpPr/>
          <p:nvPr/>
        </p:nvSpPr>
        <p:spPr>
          <a:xfrm>
            <a:off x="6874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1" name=""/>
          <p:cNvSpPr/>
          <p:nvPr/>
        </p:nvSpPr>
        <p:spPr>
          <a:xfrm>
            <a:off x="6876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2" name=""/>
          <p:cNvSpPr/>
          <p:nvPr/>
        </p:nvSpPr>
        <p:spPr>
          <a:xfrm>
            <a:off x="6877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3" name=""/>
          <p:cNvSpPr/>
          <p:nvPr/>
        </p:nvSpPr>
        <p:spPr>
          <a:xfrm>
            <a:off x="6879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4" name=""/>
          <p:cNvSpPr/>
          <p:nvPr/>
        </p:nvSpPr>
        <p:spPr>
          <a:xfrm>
            <a:off x="68814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5" name=""/>
          <p:cNvSpPr/>
          <p:nvPr/>
        </p:nvSpPr>
        <p:spPr>
          <a:xfrm>
            <a:off x="68832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6" name=""/>
          <p:cNvSpPr/>
          <p:nvPr/>
        </p:nvSpPr>
        <p:spPr>
          <a:xfrm>
            <a:off x="6885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7" name=""/>
          <p:cNvSpPr/>
          <p:nvPr/>
        </p:nvSpPr>
        <p:spPr>
          <a:xfrm>
            <a:off x="688680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8" name=""/>
          <p:cNvSpPr/>
          <p:nvPr/>
        </p:nvSpPr>
        <p:spPr>
          <a:xfrm>
            <a:off x="6888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49" name=""/>
          <p:cNvSpPr/>
          <p:nvPr/>
        </p:nvSpPr>
        <p:spPr>
          <a:xfrm>
            <a:off x="6890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0" name=""/>
          <p:cNvSpPr/>
          <p:nvPr/>
        </p:nvSpPr>
        <p:spPr>
          <a:xfrm>
            <a:off x="6892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1" name=""/>
          <p:cNvSpPr/>
          <p:nvPr/>
        </p:nvSpPr>
        <p:spPr>
          <a:xfrm>
            <a:off x="6894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2" name=""/>
          <p:cNvSpPr/>
          <p:nvPr/>
        </p:nvSpPr>
        <p:spPr>
          <a:xfrm>
            <a:off x="6896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3" name=""/>
          <p:cNvSpPr/>
          <p:nvPr/>
        </p:nvSpPr>
        <p:spPr>
          <a:xfrm>
            <a:off x="6897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4" name=""/>
          <p:cNvSpPr/>
          <p:nvPr/>
        </p:nvSpPr>
        <p:spPr>
          <a:xfrm>
            <a:off x="6899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5" name=""/>
          <p:cNvSpPr/>
          <p:nvPr/>
        </p:nvSpPr>
        <p:spPr>
          <a:xfrm>
            <a:off x="6901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6" name=""/>
          <p:cNvSpPr/>
          <p:nvPr/>
        </p:nvSpPr>
        <p:spPr>
          <a:xfrm>
            <a:off x="6903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7" name=""/>
          <p:cNvSpPr/>
          <p:nvPr/>
        </p:nvSpPr>
        <p:spPr>
          <a:xfrm>
            <a:off x="6905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8" name=""/>
          <p:cNvSpPr/>
          <p:nvPr/>
        </p:nvSpPr>
        <p:spPr>
          <a:xfrm>
            <a:off x="6906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59" name=""/>
          <p:cNvSpPr/>
          <p:nvPr/>
        </p:nvSpPr>
        <p:spPr>
          <a:xfrm>
            <a:off x="6908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0" name=""/>
          <p:cNvSpPr/>
          <p:nvPr/>
        </p:nvSpPr>
        <p:spPr>
          <a:xfrm>
            <a:off x="6910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1" name=""/>
          <p:cNvSpPr/>
          <p:nvPr/>
        </p:nvSpPr>
        <p:spPr>
          <a:xfrm>
            <a:off x="6912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2" name=""/>
          <p:cNvSpPr/>
          <p:nvPr/>
        </p:nvSpPr>
        <p:spPr>
          <a:xfrm>
            <a:off x="6914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3" name=""/>
          <p:cNvSpPr/>
          <p:nvPr/>
        </p:nvSpPr>
        <p:spPr>
          <a:xfrm>
            <a:off x="6915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4" name=""/>
          <p:cNvSpPr/>
          <p:nvPr/>
        </p:nvSpPr>
        <p:spPr>
          <a:xfrm>
            <a:off x="6917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5" name=""/>
          <p:cNvSpPr/>
          <p:nvPr/>
        </p:nvSpPr>
        <p:spPr>
          <a:xfrm>
            <a:off x="69195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6" name=""/>
          <p:cNvSpPr/>
          <p:nvPr/>
        </p:nvSpPr>
        <p:spPr>
          <a:xfrm>
            <a:off x="69213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7" name=""/>
          <p:cNvSpPr/>
          <p:nvPr/>
        </p:nvSpPr>
        <p:spPr>
          <a:xfrm>
            <a:off x="69231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8" name=""/>
          <p:cNvSpPr/>
          <p:nvPr/>
        </p:nvSpPr>
        <p:spPr>
          <a:xfrm>
            <a:off x="69249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69" name=""/>
          <p:cNvSpPr/>
          <p:nvPr/>
        </p:nvSpPr>
        <p:spPr>
          <a:xfrm>
            <a:off x="692676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0" name=""/>
          <p:cNvSpPr/>
          <p:nvPr/>
        </p:nvSpPr>
        <p:spPr>
          <a:xfrm>
            <a:off x="692856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1" name=""/>
          <p:cNvSpPr/>
          <p:nvPr/>
        </p:nvSpPr>
        <p:spPr>
          <a:xfrm>
            <a:off x="6930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2" name=""/>
          <p:cNvSpPr/>
          <p:nvPr/>
        </p:nvSpPr>
        <p:spPr>
          <a:xfrm>
            <a:off x="6932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3" name=""/>
          <p:cNvSpPr/>
          <p:nvPr/>
        </p:nvSpPr>
        <p:spPr>
          <a:xfrm>
            <a:off x="6934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4" name=""/>
          <p:cNvSpPr/>
          <p:nvPr/>
        </p:nvSpPr>
        <p:spPr>
          <a:xfrm>
            <a:off x="6936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5" name=""/>
          <p:cNvSpPr/>
          <p:nvPr/>
        </p:nvSpPr>
        <p:spPr>
          <a:xfrm>
            <a:off x="6937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6" name=""/>
          <p:cNvSpPr/>
          <p:nvPr/>
        </p:nvSpPr>
        <p:spPr>
          <a:xfrm>
            <a:off x="6939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7" name=""/>
          <p:cNvSpPr/>
          <p:nvPr/>
        </p:nvSpPr>
        <p:spPr>
          <a:xfrm>
            <a:off x="6941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8" name=""/>
          <p:cNvSpPr/>
          <p:nvPr/>
        </p:nvSpPr>
        <p:spPr>
          <a:xfrm>
            <a:off x="6943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79" name=""/>
          <p:cNvSpPr/>
          <p:nvPr/>
        </p:nvSpPr>
        <p:spPr>
          <a:xfrm>
            <a:off x="6945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0" name=""/>
          <p:cNvSpPr/>
          <p:nvPr/>
        </p:nvSpPr>
        <p:spPr>
          <a:xfrm>
            <a:off x="6946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1" name=""/>
          <p:cNvSpPr/>
          <p:nvPr/>
        </p:nvSpPr>
        <p:spPr>
          <a:xfrm>
            <a:off x="6948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2" name=""/>
          <p:cNvSpPr/>
          <p:nvPr/>
        </p:nvSpPr>
        <p:spPr>
          <a:xfrm>
            <a:off x="6950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3" name=""/>
          <p:cNvSpPr/>
          <p:nvPr/>
        </p:nvSpPr>
        <p:spPr>
          <a:xfrm>
            <a:off x="6952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4" name=""/>
          <p:cNvSpPr/>
          <p:nvPr/>
        </p:nvSpPr>
        <p:spPr>
          <a:xfrm>
            <a:off x="6954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5" name=""/>
          <p:cNvSpPr/>
          <p:nvPr/>
        </p:nvSpPr>
        <p:spPr>
          <a:xfrm>
            <a:off x="6955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6" name=""/>
          <p:cNvSpPr/>
          <p:nvPr/>
        </p:nvSpPr>
        <p:spPr>
          <a:xfrm>
            <a:off x="6957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7" name=""/>
          <p:cNvSpPr/>
          <p:nvPr/>
        </p:nvSpPr>
        <p:spPr>
          <a:xfrm>
            <a:off x="6959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8" name=""/>
          <p:cNvSpPr/>
          <p:nvPr/>
        </p:nvSpPr>
        <p:spPr>
          <a:xfrm>
            <a:off x="69613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89" name=""/>
          <p:cNvSpPr/>
          <p:nvPr/>
        </p:nvSpPr>
        <p:spPr>
          <a:xfrm>
            <a:off x="69631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0" name=""/>
          <p:cNvSpPr/>
          <p:nvPr/>
        </p:nvSpPr>
        <p:spPr>
          <a:xfrm>
            <a:off x="69649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1" name=""/>
          <p:cNvSpPr/>
          <p:nvPr/>
        </p:nvSpPr>
        <p:spPr>
          <a:xfrm>
            <a:off x="69667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2" name=""/>
          <p:cNvSpPr/>
          <p:nvPr/>
        </p:nvSpPr>
        <p:spPr>
          <a:xfrm>
            <a:off x="696852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3" name=""/>
          <p:cNvSpPr/>
          <p:nvPr/>
        </p:nvSpPr>
        <p:spPr>
          <a:xfrm>
            <a:off x="6970320" y="2512080"/>
            <a:ext cx="2880" cy="975600"/>
          </a:xfrm>
          <a:custGeom>
            <a:avLst/>
            <a:gdLst/>
            <a:ahLst/>
            <a:rect l="0" t="0" r="r" b="b"/>
            <a:pathLst>
              <a:path w="8" h="2710">
                <a:moveTo>
                  <a:pt x="0" y="2710"/>
                </a:moveTo>
                <a:lnTo>
                  <a:pt x="0" y="0"/>
                </a:lnTo>
                <a:lnTo>
                  <a:pt x="8" y="0"/>
                </a:lnTo>
                <a:lnTo>
                  <a:pt x="8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4" name=""/>
          <p:cNvSpPr/>
          <p:nvPr/>
        </p:nvSpPr>
        <p:spPr>
          <a:xfrm>
            <a:off x="6972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5" name=""/>
          <p:cNvSpPr/>
          <p:nvPr/>
        </p:nvSpPr>
        <p:spPr>
          <a:xfrm>
            <a:off x="6974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6" name=""/>
          <p:cNvSpPr/>
          <p:nvPr/>
        </p:nvSpPr>
        <p:spPr>
          <a:xfrm>
            <a:off x="6976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7" name=""/>
          <p:cNvSpPr/>
          <p:nvPr/>
        </p:nvSpPr>
        <p:spPr>
          <a:xfrm>
            <a:off x="6977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8" name=""/>
          <p:cNvSpPr/>
          <p:nvPr/>
        </p:nvSpPr>
        <p:spPr>
          <a:xfrm>
            <a:off x="6979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499" name=""/>
          <p:cNvSpPr/>
          <p:nvPr/>
        </p:nvSpPr>
        <p:spPr>
          <a:xfrm>
            <a:off x="6981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0" name=""/>
          <p:cNvSpPr/>
          <p:nvPr/>
        </p:nvSpPr>
        <p:spPr>
          <a:xfrm>
            <a:off x="6983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1" name=""/>
          <p:cNvSpPr/>
          <p:nvPr/>
        </p:nvSpPr>
        <p:spPr>
          <a:xfrm>
            <a:off x="6985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2" name=""/>
          <p:cNvSpPr/>
          <p:nvPr/>
        </p:nvSpPr>
        <p:spPr>
          <a:xfrm>
            <a:off x="6986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3" name=""/>
          <p:cNvSpPr/>
          <p:nvPr/>
        </p:nvSpPr>
        <p:spPr>
          <a:xfrm>
            <a:off x="6988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4" name=""/>
          <p:cNvSpPr/>
          <p:nvPr/>
        </p:nvSpPr>
        <p:spPr>
          <a:xfrm>
            <a:off x="6990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5" name=""/>
          <p:cNvSpPr/>
          <p:nvPr/>
        </p:nvSpPr>
        <p:spPr>
          <a:xfrm>
            <a:off x="6992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6" name=""/>
          <p:cNvSpPr/>
          <p:nvPr/>
        </p:nvSpPr>
        <p:spPr>
          <a:xfrm>
            <a:off x="6994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7" name=""/>
          <p:cNvSpPr/>
          <p:nvPr/>
        </p:nvSpPr>
        <p:spPr>
          <a:xfrm>
            <a:off x="6995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8" name=""/>
          <p:cNvSpPr/>
          <p:nvPr/>
        </p:nvSpPr>
        <p:spPr>
          <a:xfrm>
            <a:off x="6997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09" name=""/>
          <p:cNvSpPr/>
          <p:nvPr/>
        </p:nvSpPr>
        <p:spPr>
          <a:xfrm>
            <a:off x="6999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0" name=""/>
          <p:cNvSpPr/>
          <p:nvPr/>
        </p:nvSpPr>
        <p:spPr>
          <a:xfrm>
            <a:off x="7001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1" name=""/>
          <p:cNvSpPr/>
          <p:nvPr/>
        </p:nvSpPr>
        <p:spPr>
          <a:xfrm>
            <a:off x="70030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2" name=""/>
          <p:cNvSpPr/>
          <p:nvPr/>
        </p:nvSpPr>
        <p:spPr>
          <a:xfrm>
            <a:off x="70048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3" name=""/>
          <p:cNvSpPr/>
          <p:nvPr/>
        </p:nvSpPr>
        <p:spPr>
          <a:xfrm>
            <a:off x="70066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4" name=""/>
          <p:cNvSpPr/>
          <p:nvPr/>
        </p:nvSpPr>
        <p:spPr>
          <a:xfrm>
            <a:off x="70084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5" name=""/>
          <p:cNvSpPr/>
          <p:nvPr/>
        </p:nvSpPr>
        <p:spPr>
          <a:xfrm>
            <a:off x="701028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6" name=""/>
          <p:cNvSpPr/>
          <p:nvPr/>
        </p:nvSpPr>
        <p:spPr>
          <a:xfrm>
            <a:off x="701208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7" name=""/>
          <p:cNvSpPr/>
          <p:nvPr/>
        </p:nvSpPr>
        <p:spPr>
          <a:xfrm>
            <a:off x="7014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8" name=""/>
          <p:cNvSpPr/>
          <p:nvPr/>
        </p:nvSpPr>
        <p:spPr>
          <a:xfrm>
            <a:off x="7016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19" name=""/>
          <p:cNvSpPr/>
          <p:nvPr/>
        </p:nvSpPr>
        <p:spPr>
          <a:xfrm>
            <a:off x="7017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0" name=""/>
          <p:cNvSpPr/>
          <p:nvPr/>
        </p:nvSpPr>
        <p:spPr>
          <a:xfrm>
            <a:off x="7019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1" name=""/>
          <p:cNvSpPr/>
          <p:nvPr/>
        </p:nvSpPr>
        <p:spPr>
          <a:xfrm>
            <a:off x="7021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2" name=""/>
          <p:cNvSpPr/>
          <p:nvPr/>
        </p:nvSpPr>
        <p:spPr>
          <a:xfrm>
            <a:off x="7023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3" name=""/>
          <p:cNvSpPr/>
          <p:nvPr/>
        </p:nvSpPr>
        <p:spPr>
          <a:xfrm>
            <a:off x="7025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4" name=""/>
          <p:cNvSpPr/>
          <p:nvPr/>
        </p:nvSpPr>
        <p:spPr>
          <a:xfrm>
            <a:off x="7026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5" name=""/>
          <p:cNvSpPr/>
          <p:nvPr/>
        </p:nvSpPr>
        <p:spPr>
          <a:xfrm>
            <a:off x="7028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6" name=""/>
          <p:cNvSpPr/>
          <p:nvPr/>
        </p:nvSpPr>
        <p:spPr>
          <a:xfrm>
            <a:off x="7030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7" name=""/>
          <p:cNvSpPr/>
          <p:nvPr/>
        </p:nvSpPr>
        <p:spPr>
          <a:xfrm>
            <a:off x="7032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8" name=""/>
          <p:cNvSpPr/>
          <p:nvPr/>
        </p:nvSpPr>
        <p:spPr>
          <a:xfrm>
            <a:off x="7034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29" name=""/>
          <p:cNvSpPr/>
          <p:nvPr/>
        </p:nvSpPr>
        <p:spPr>
          <a:xfrm>
            <a:off x="7035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0" name=""/>
          <p:cNvSpPr/>
          <p:nvPr/>
        </p:nvSpPr>
        <p:spPr>
          <a:xfrm>
            <a:off x="7037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1" name=""/>
          <p:cNvSpPr/>
          <p:nvPr/>
        </p:nvSpPr>
        <p:spPr>
          <a:xfrm>
            <a:off x="7039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2" name=""/>
          <p:cNvSpPr/>
          <p:nvPr/>
        </p:nvSpPr>
        <p:spPr>
          <a:xfrm>
            <a:off x="7041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3" name=""/>
          <p:cNvSpPr/>
          <p:nvPr/>
        </p:nvSpPr>
        <p:spPr>
          <a:xfrm>
            <a:off x="7043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4" name=""/>
          <p:cNvSpPr/>
          <p:nvPr/>
        </p:nvSpPr>
        <p:spPr>
          <a:xfrm>
            <a:off x="70448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5" name=""/>
          <p:cNvSpPr/>
          <p:nvPr/>
        </p:nvSpPr>
        <p:spPr>
          <a:xfrm>
            <a:off x="70466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6" name=""/>
          <p:cNvSpPr/>
          <p:nvPr/>
        </p:nvSpPr>
        <p:spPr>
          <a:xfrm>
            <a:off x="70484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7" name=""/>
          <p:cNvSpPr/>
          <p:nvPr/>
        </p:nvSpPr>
        <p:spPr>
          <a:xfrm>
            <a:off x="70502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8" name=""/>
          <p:cNvSpPr/>
          <p:nvPr/>
        </p:nvSpPr>
        <p:spPr>
          <a:xfrm>
            <a:off x="705204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39" name=""/>
          <p:cNvSpPr/>
          <p:nvPr/>
        </p:nvSpPr>
        <p:spPr>
          <a:xfrm>
            <a:off x="7053840" y="2512080"/>
            <a:ext cx="2520" cy="975600"/>
          </a:xfrm>
          <a:custGeom>
            <a:avLst/>
            <a:gdLst/>
            <a:ahLst/>
            <a:rect l="0" t="0" r="r" b="b"/>
            <a:pathLst>
              <a:path w="7" h="2710">
                <a:moveTo>
                  <a:pt x="0" y="2710"/>
                </a:moveTo>
                <a:lnTo>
                  <a:pt x="0" y="0"/>
                </a:lnTo>
                <a:lnTo>
                  <a:pt x="7" y="0"/>
                </a:lnTo>
                <a:lnTo>
                  <a:pt x="7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40" name=""/>
          <p:cNvSpPr/>
          <p:nvPr/>
        </p:nvSpPr>
        <p:spPr>
          <a:xfrm>
            <a:off x="70560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41" name=""/>
          <p:cNvSpPr/>
          <p:nvPr/>
        </p:nvSpPr>
        <p:spPr>
          <a:xfrm>
            <a:off x="70578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42" name=""/>
          <p:cNvSpPr/>
          <p:nvPr/>
        </p:nvSpPr>
        <p:spPr>
          <a:xfrm>
            <a:off x="7059600" y="2512080"/>
            <a:ext cx="2160" cy="975600"/>
          </a:xfrm>
          <a:custGeom>
            <a:avLst/>
            <a:gdLst/>
            <a:ahLst/>
            <a:rect l="0" t="0" r="r" b="b"/>
            <a:pathLst>
              <a:path w="6" h="2710">
                <a:moveTo>
                  <a:pt x="0" y="2710"/>
                </a:moveTo>
                <a:lnTo>
                  <a:pt x="0" y="0"/>
                </a:lnTo>
                <a:lnTo>
                  <a:pt x="6" y="0"/>
                </a:lnTo>
                <a:lnTo>
                  <a:pt x="6" y="2710"/>
                </a:lnTo>
                <a:lnTo>
                  <a:pt x="0" y="271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43" name=""/>
          <p:cNvSpPr/>
          <p:nvPr/>
        </p:nvSpPr>
        <p:spPr>
          <a:xfrm>
            <a:off x="6596280" y="2512080"/>
            <a:ext cx="465480" cy="975600"/>
          </a:xfrm>
          <a:custGeom>
            <a:avLst/>
            <a:gdLst/>
            <a:ahLst/>
            <a:rect l="0" t="0" r="r" b="b"/>
            <a:pathLst>
              <a:path w="1293" h="2710">
                <a:moveTo>
                  <a:pt x="0" y="2710"/>
                </a:moveTo>
                <a:lnTo>
                  <a:pt x="1293" y="2710"/>
                </a:lnTo>
                <a:lnTo>
                  <a:pt x="1293" y="0"/>
                </a:lnTo>
                <a:lnTo>
                  <a:pt x="0" y="0"/>
                </a:lnTo>
                <a:lnTo>
                  <a:pt x="0" y="271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44" name=""/>
          <p:cNvSpPr/>
          <p:nvPr/>
        </p:nvSpPr>
        <p:spPr>
          <a:xfrm>
            <a:off x="3652920" y="2302560"/>
            <a:ext cx="460800" cy="394920"/>
          </a:xfrm>
          <a:prstGeom prst="line">
            <a:avLst/>
          </a:prstGeom>
          <a:ln w="12600">
            <a:solidFill>
              <a:srgbClr val="ff0000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45" name=""/>
          <p:cNvSpPr/>
          <p:nvPr/>
        </p:nvSpPr>
        <p:spPr>
          <a:xfrm flipV="1">
            <a:off x="4539960" y="2538720"/>
            <a:ext cx="426600" cy="158040"/>
          </a:xfrm>
          <a:prstGeom prst="line">
            <a:avLst/>
          </a:prstGeom>
          <a:ln w="12600">
            <a:solidFill>
              <a:srgbClr val="ff0000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46" name=""/>
          <p:cNvSpPr/>
          <p:nvPr/>
        </p:nvSpPr>
        <p:spPr>
          <a:xfrm>
            <a:off x="5434560" y="2538720"/>
            <a:ext cx="340920" cy="473760"/>
          </a:xfrm>
          <a:prstGeom prst="line">
            <a:avLst/>
          </a:prstGeom>
          <a:ln w="12600">
            <a:solidFill>
              <a:srgbClr val="ff0000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47" name=""/>
          <p:cNvSpPr/>
          <p:nvPr/>
        </p:nvSpPr>
        <p:spPr>
          <a:xfrm flipV="1">
            <a:off x="6243480" y="2538720"/>
            <a:ext cx="341280" cy="473760"/>
          </a:xfrm>
          <a:prstGeom prst="line">
            <a:avLst/>
          </a:prstGeom>
          <a:ln w="12600">
            <a:solidFill>
              <a:srgbClr val="ff0000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48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49" name=""/>
          <p:cNvSpPr txBox="1"/>
          <p:nvPr/>
        </p:nvSpPr>
        <p:spPr>
          <a:xfrm>
            <a:off x="2539080" y="2873520"/>
            <a:ext cx="442800" cy="11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50" spc="-1" strike="noStrike">
                <a:solidFill>
                  <a:srgbClr val="000000"/>
                </a:solidFill>
                <a:latin typeface="Calibri"/>
                <a:ea typeface="Calibri"/>
              </a:rPr>
              <a:t>Impedance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50" name=""/>
          <p:cNvSpPr/>
          <p:nvPr/>
        </p:nvSpPr>
        <p:spPr>
          <a:xfrm>
            <a:off x="3189600" y="3462480"/>
            <a:ext cx="3855240" cy="0"/>
          </a:xfrm>
          <a:prstGeom prst="line">
            <a:avLst/>
          </a:prstGeom>
          <a:ln w="6120">
            <a:solidFill>
              <a:srgbClr val="ed7d31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51" name=""/>
          <p:cNvSpPr txBox="1"/>
          <p:nvPr/>
        </p:nvSpPr>
        <p:spPr>
          <a:xfrm>
            <a:off x="2539080" y="3044520"/>
            <a:ext cx="317880" cy="11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50" spc="-1" strike="noStrike">
                <a:solidFill>
                  <a:srgbClr val="000000"/>
                </a:solidFill>
                <a:latin typeface="Calibri"/>
                <a:ea typeface="Calibri"/>
              </a:rPr>
              <a:t>portion 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52" name=""/>
          <p:cNvSpPr txBox="1"/>
          <p:nvPr/>
        </p:nvSpPr>
        <p:spPr>
          <a:xfrm>
            <a:off x="2671920" y="4489560"/>
            <a:ext cx="174600" cy="11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50" spc="-1" strike="noStrike">
                <a:solidFill>
                  <a:srgbClr val="000000"/>
                </a:solidFill>
                <a:latin typeface="Calibri"/>
                <a:ea typeface="Calibri"/>
              </a:rPr>
              <a:t>Age 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53" name=""/>
          <p:cNvSpPr txBox="1"/>
          <p:nvPr/>
        </p:nvSpPr>
        <p:spPr>
          <a:xfrm>
            <a:off x="2641320" y="4622040"/>
            <a:ext cx="339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00" spc="-1" strike="noStrike">
                <a:solidFill>
                  <a:srgbClr val="000000"/>
                </a:solidFill>
                <a:latin typeface="Verdana"/>
                <a:ea typeface="Verdana"/>
              </a:rPr>
              <a:t>Gender 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54" name=""/>
          <p:cNvSpPr/>
          <p:nvPr/>
        </p:nvSpPr>
        <p:spPr>
          <a:xfrm>
            <a:off x="3214080" y="4820400"/>
            <a:ext cx="3886200" cy="0"/>
          </a:xfrm>
          <a:prstGeom prst="line">
            <a:avLst/>
          </a:prstGeom>
          <a:ln w="6120">
            <a:solidFill>
              <a:srgbClr val="ed7d31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555" name=""/>
          <p:cNvSpPr/>
          <p:nvPr/>
        </p:nvSpPr>
        <p:spPr>
          <a:xfrm>
            <a:off x="3201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56" name=""/>
          <p:cNvSpPr/>
          <p:nvPr/>
        </p:nvSpPr>
        <p:spPr>
          <a:xfrm>
            <a:off x="32029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57" name=""/>
          <p:cNvSpPr/>
          <p:nvPr/>
        </p:nvSpPr>
        <p:spPr>
          <a:xfrm>
            <a:off x="32047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58" name=""/>
          <p:cNvSpPr/>
          <p:nvPr/>
        </p:nvSpPr>
        <p:spPr>
          <a:xfrm>
            <a:off x="32065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59" name=""/>
          <p:cNvSpPr/>
          <p:nvPr/>
        </p:nvSpPr>
        <p:spPr>
          <a:xfrm>
            <a:off x="32083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0" name=""/>
          <p:cNvSpPr/>
          <p:nvPr/>
        </p:nvSpPr>
        <p:spPr>
          <a:xfrm>
            <a:off x="3210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1" name=""/>
          <p:cNvSpPr/>
          <p:nvPr/>
        </p:nvSpPr>
        <p:spPr>
          <a:xfrm>
            <a:off x="32119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2" name=""/>
          <p:cNvSpPr/>
          <p:nvPr/>
        </p:nvSpPr>
        <p:spPr>
          <a:xfrm>
            <a:off x="32137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3" name=""/>
          <p:cNvSpPr/>
          <p:nvPr/>
        </p:nvSpPr>
        <p:spPr>
          <a:xfrm>
            <a:off x="32155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4" name=""/>
          <p:cNvSpPr/>
          <p:nvPr/>
        </p:nvSpPr>
        <p:spPr>
          <a:xfrm>
            <a:off x="32173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5" name=""/>
          <p:cNvSpPr/>
          <p:nvPr/>
        </p:nvSpPr>
        <p:spPr>
          <a:xfrm>
            <a:off x="3219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6" name=""/>
          <p:cNvSpPr/>
          <p:nvPr/>
        </p:nvSpPr>
        <p:spPr>
          <a:xfrm>
            <a:off x="3220920" y="451008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7" name=""/>
          <p:cNvSpPr/>
          <p:nvPr/>
        </p:nvSpPr>
        <p:spPr>
          <a:xfrm>
            <a:off x="32230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8" name=""/>
          <p:cNvSpPr/>
          <p:nvPr/>
        </p:nvSpPr>
        <p:spPr>
          <a:xfrm>
            <a:off x="3224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69" name=""/>
          <p:cNvSpPr/>
          <p:nvPr/>
        </p:nvSpPr>
        <p:spPr>
          <a:xfrm>
            <a:off x="3226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0" name=""/>
          <p:cNvSpPr/>
          <p:nvPr/>
        </p:nvSpPr>
        <p:spPr>
          <a:xfrm>
            <a:off x="32284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1" name=""/>
          <p:cNvSpPr/>
          <p:nvPr/>
        </p:nvSpPr>
        <p:spPr>
          <a:xfrm>
            <a:off x="32302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2" name=""/>
          <p:cNvSpPr/>
          <p:nvPr/>
        </p:nvSpPr>
        <p:spPr>
          <a:xfrm>
            <a:off x="32320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4f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3" name=""/>
          <p:cNvSpPr/>
          <p:nvPr/>
        </p:nvSpPr>
        <p:spPr>
          <a:xfrm>
            <a:off x="3233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4" name=""/>
          <p:cNvSpPr/>
          <p:nvPr/>
        </p:nvSpPr>
        <p:spPr>
          <a:xfrm>
            <a:off x="3235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5" name=""/>
          <p:cNvSpPr/>
          <p:nvPr/>
        </p:nvSpPr>
        <p:spPr>
          <a:xfrm>
            <a:off x="32374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6" name=""/>
          <p:cNvSpPr/>
          <p:nvPr/>
        </p:nvSpPr>
        <p:spPr>
          <a:xfrm>
            <a:off x="32392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7" name=""/>
          <p:cNvSpPr/>
          <p:nvPr/>
        </p:nvSpPr>
        <p:spPr>
          <a:xfrm>
            <a:off x="32410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8" name=""/>
          <p:cNvSpPr/>
          <p:nvPr/>
        </p:nvSpPr>
        <p:spPr>
          <a:xfrm>
            <a:off x="3242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79" name=""/>
          <p:cNvSpPr/>
          <p:nvPr/>
        </p:nvSpPr>
        <p:spPr>
          <a:xfrm>
            <a:off x="324468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0" name=""/>
          <p:cNvSpPr/>
          <p:nvPr/>
        </p:nvSpPr>
        <p:spPr>
          <a:xfrm>
            <a:off x="3246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1" name=""/>
          <p:cNvSpPr/>
          <p:nvPr/>
        </p:nvSpPr>
        <p:spPr>
          <a:xfrm>
            <a:off x="3248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2" name=""/>
          <p:cNvSpPr/>
          <p:nvPr/>
        </p:nvSpPr>
        <p:spPr>
          <a:xfrm>
            <a:off x="3250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3" name=""/>
          <p:cNvSpPr/>
          <p:nvPr/>
        </p:nvSpPr>
        <p:spPr>
          <a:xfrm>
            <a:off x="32522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4" name=""/>
          <p:cNvSpPr/>
          <p:nvPr/>
        </p:nvSpPr>
        <p:spPr>
          <a:xfrm>
            <a:off x="32540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5" name=""/>
          <p:cNvSpPr/>
          <p:nvPr/>
        </p:nvSpPr>
        <p:spPr>
          <a:xfrm>
            <a:off x="3255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6" name=""/>
          <p:cNvSpPr/>
          <p:nvPr/>
        </p:nvSpPr>
        <p:spPr>
          <a:xfrm>
            <a:off x="3257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7" name=""/>
          <p:cNvSpPr/>
          <p:nvPr/>
        </p:nvSpPr>
        <p:spPr>
          <a:xfrm>
            <a:off x="3259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8" name=""/>
          <p:cNvSpPr/>
          <p:nvPr/>
        </p:nvSpPr>
        <p:spPr>
          <a:xfrm>
            <a:off x="32612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89" name=""/>
          <p:cNvSpPr/>
          <p:nvPr/>
        </p:nvSpPr>
        <p:spPr>
          <a:xfrm>
            <a:off x="32630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0" name=""/>
          <p:cNvSpPr/>
          <p:nvPr/>
        </p:nvSpPr>
        <p:spPr>
          <a:xfrm>
            <a:off x="3264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1" name=""/>
          <p:cNvSpPr/>
          <p:nvPr/>
        </p:nvSpPr>
        <p:spPr>
          <a:xfrm>
            <a:off x="3266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2" name=""/>
          <p:cNvSpPr/>
          <p:nvPr/>
        </p:nvSpPr>
        <p:spPr>
          <a:xfrm>
            <a:off x="326844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5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3" name=""/>
          <p:cNvSpPr/>
          <p:nvPr/>
        </p:nvSpPr>
        <p:spPr>
          <a:xfrm>
            <a:off x="3270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4" name=""/>
          <p:cNvSpPr/>
          <p:nvPr/>
        </p:nvSpPr>
        <p:spPr>
          <a:xfrm>
            <a:off x="3272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5" name=""/>
          <p:cNvSpPr/>
          <p:nvPr/>
        </p:nvSpPr>
        <p:spPr>
          <a:xfrm>
            <a:off x="32742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6" name=""/>
          <p:cNvSpPr/>
          <p:nvPr/>
        </p:nvSpPr>
        <p:spPr>
          <a:xfrm>
            <a:off x="32760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7" name=""/>
          <p:cNvSpPr/>
          <p:nvPr/>
        </p:nvSpPr>
        <p:spPr>
          <a:xfrm>
            <a:off x="32778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8" name=""/>
          <p:cNvSpPr/>
          <p:nvPr/>
        </p:nvSpPr>
        <p:spPr>
          <a:xfrm>
            <a:off x="3279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599" name=""/>
          <p:cNvSpPr/>
          <p:nvPr/>
        </p:nvSpPr>
        <p:spPr>
          <a:xfrm>
            <a:off x="3281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0" name=""/>
          <p:cNvSpPr/>
          <p:nvPr/>
        </p:nvSpPr>
        <p:spPr>
          <a:xfrm>
            <a:off x="32832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1" name=""/>
          <p:cNvSpPr/>
          <p:nvPr/>
        </p:nvSpPr>
        <p:spPr>
          <a:xfrm>
            <a:off x="32850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2" name=""/>
          <p:cNvSpPr/>
          <p:nvPr/>
        </p:nvSpPr>
        <p:spPr>
          <a:xfrm>
            <a:off x="32868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9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3" name=""/>
          <p:cNvSpPr/>
          <p:nvPr/>
        </p:nvSpPr>
        <p:spPr>
          <a:xfrm>
            <a:off x="3288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4" name=""/>
          <p:cNvSpPr/>
          <p:nvPr/>
        </p:nvSpPr>
        <p:spPr>
          <a:xfrm>
            <a:off x="3290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b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5" name=""/>
          <p:cNvSpPr/>
          <p:nvPr/>
        </p:nvSpPr>
        <p:spPr>
          <a:xfrm>
            <a:off x="329220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c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6" name=""/>
          <p:cNvSpPr/>
          <p:nvPr/>
        </p:nvSpPr>
        <p:spPr>
          <a:xfrm>
            <a:off x="32943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7" name=""/>
          <p:cNvSpPr/>
          <p:nvPr/>
        </p:nvSpPr>
        <p:spPr>
          <a:xfrm>
            <a:off x="32961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8" name=""/>
          <p:cNvSpPr/>
          <p:nvPr/>
        </p:nvSpPr>
        <p:spPr>
          <a:xfrm>
            <a:off x="32979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70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09" name=""/>
          <p:cNvSpPr/>
          <p:nvPr/>
        </p:nvSpPr>
        <p:spPr>
          <a:xfrm>
            <a:off x="32997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0" name=""/>
          <p:cNvSpPr/>
          <p:nvPr/>
        </p:nvSpPr>
        <p:spPr>
          <a:xfrm>
            <a:off x="33015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1" name=""/>
          <p:cNvSpPr/>
          <p:nvPr/>
        </p:nvSpPr>
        <p:spPr>
          <a:xfrm>
            <a:off x="33033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2" name=""/>
          <p:cNvSpPr/>
          <p:nvPr/>
        </p:nvSpPr>
        <p:spPr>
          <a:xfrm>
            <a:off x="33051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3" name=""/>
          <p:cNvSpPr/>
          <p:nvPr/>
        </p:nvSpPr>
        <p:spPr>
          <a:xfrm>
            <a:off x="33069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4" name=""/>
          <p:cNvSpPr/>
          <p:nvPr/>
        </p:nvSpPr>
        <p:spPr>
          <a:xfrm>
            <a:off x="33087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5" name=""/>
          <p:cNvSpPr/>
          <p:nvPr/>
        </p:nvSpPr>
        <p:spPr>
          <a:xfrm>
            <a:off x="33105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6" name=""/>
          <p:cNvSpPr/>
          <p:nvPr/>
        </p:nvSpPr>
        <p:spPr>
          <a:xfrm>
            <a:off x="33123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7" name=""/>
          <p:cNvSpPr/>
          <p:nvPr/>
        </p:nvSpPr>
        <p:spPr>
          <a:xfrm>
            <a:off x="33141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8" name=""/>
          <p:cNvSpPr/>
          <p:nvPr/>
        </p:nvSpPr>
        <p:spPr>
          <a:xfrm>
            <a:off x="331596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a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19" name=""/>
          <p:cNvSpPr/>
          <p:nvPr/>
        </p:nvSpPr>
        <p:spPr>
          <a:xfrm>
            <a:off x="3318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0" name=""/>
          <p:cNvSpPr/>
          <p:nvPr/>
        </p:nvSpPr>
        <p:spPr>
          <a:xfrm>
            <a:off x="33199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1" name=""/>
          <p:cNvSpPr/>
          <p:nvPr/>
        </p:nvSpPr>
        <p:spPr>
          <a:xfrm>
            <a:off x="33217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2" name=""/>
          <p:cNvSpPr/>
          <p:nvPr/>
        </p:nvSpPr>
        <p:spPr>
          <a:xfrm>
            <a:off x="33235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3" name=""/>
          <p:cNvSpPr/>
          <p:nvPr/>
        </p:nvSpPr>
        <p:spPr>
          <a:xfrm>
            <a:off x="33253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4" name=""/>
          <p:cNvSpPr/>
          <p:nvPr/>
        </p:nvSpPr>
        <p:spPr>
          <a:xfrm>
            <a:off x="3327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5" name=""/>
          <p:cNvSpPr/>
          <p:nvPr/>
        </p:nvSpPr>
        <p:spPr>
          <a:xfrm>
            <a:off x="33289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6" name=""/>
          <p:cNvSpPr/>
          <p:nvPr/>
        </p:nvSpPr>
        <p:spPr>
          <a:xfrm>
            <a:off x="33307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7" name=""/>
          <p:cNvSpPr/>
          <p:nvPr/>
        </p:nvSpPr>
        <p:spPr>
          <a:xfrm>
            <a:off x="33325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8" name=""/>
          <p:cNvSpPr/>
          <p:nvPr/>
        </p:nvSpPr>
        <p:spPr>
          <a:xfrm>
            <a:off x="33343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3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29" name=""/>
          <p:cNvSpPr/>
          <p:nvPr/>
        </p:nvSpPr>
        <p:spPr>
          <a:xfrm>
            <a:off x="3336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0" name=""/>
          <p:cNvSpPr/>
          <p:nvPr/>
        </p:nvSpPr>
        <p:spPr>
          <a:xfrm>
            <a:off x="33379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1" name=""/>
          <p:cNvSpPr/>
          <p:nvPr/>
        </p:nvSpPr>
        <p:spPr>
          <a:xfrm>
            <a:off x="3339720" y="451008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2" name=""/>
          <p:cNvSpPr/>
          <p:nvPr/>
        </p:nvSpPr>
        <p:spPr>
          <a:xfrm>
            <a:off x="3341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3" name=""/>
          <p:cNvSpPr/>
          <p:nvPr/>
        </p:nvSpPr>
        <p:spPr>
          <a:xfrm>
            <a:off x="3343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4" name=""/>
          <p:cNvSpPr/>
          <p:nvPr/>
        </p:nvSpPr>
        <p:spPr>
          <a:xfrm>
            <a:off x="33454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5" name=""/>
          <p:cNvSpPr/>
          <p:nvPr/>
        </p:nvSpPr>
        <p:spPr>
          <a:xfrm>
            <a:off x="33472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6" name=""/>
          <p:cNvSpPr/>
          <p:nvPr/>
        </p:nvSpPr>
        <p:spPr>
          <a:xfrm>
            <a:off x="33490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7" name=""/>
          <p:cNvSpPr/>
          <p:nvPr/>
        </p:nvSpPr>
        <p:spPr>
          <a:xfrm>
            <a:off x="3350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8" name=""/>
          <p:cNvSpPr/>
          <p:nvPr/>
        </p:nvSpPr>
        <p:spPr>
          <a:xfrm>
            <a:off x="3352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b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39" name=""/>
          <p:cNvSpPr/>
          <p:nvPr/>
        </p:nvSpPr>
        <p:spPr>
          <a:xfrm>
            <a:off x="33544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0" name=""/>
          <p:cNvSpPr/>
          <p:nvPr/>
        </p:nvSpPr>
        <p:spPr>
          <a:xfrm>
            <a:off x="33562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1" name=""/>
          <p:cNvSpPr/>
          <p:nvPr/>
        </p:nvSpPr>
        <p:spPr>
          <a:xfrm>
            <a:off x="33580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2" name=""/>
          <p:cNvSpPr/>
          <p:nvPr/>
        </p:nvSpPr>
        <p:spPr>
          <a:xfrm>
            <a:off x="3359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3" name=""/>
          <p:cNvSpPr/>
          <p:nvPr/>
        </p:nvSpPr>
        <p:spPr>
          <a:xfrm>
            <a:off x="3361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4" name=""/>
          <p:cNvSpPr/>
          <p:nvPr/>
        </p:nvSpPr>
        <p:spPr>
          <a:xfrm>
            <a:off x="336348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5" name=""/>
          <p:cNvSpPr/>
          <p:nvPr/>
        </p:nvSpPr>
        <p:spPr>
          <a:xfrm>
            <a:off x="3365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6" name=""/>
          <p:cNvSpPr/>
          <p:nvPr/>
        </p:nvSpPr>
        <p:spPr>
          <a:xfrm>
            <a:off x="3367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7" name=""/>
          <p:cNvSpPr/>
          <p:nvPr/>
        </p:nvSpPr>
        <p:spPr>
          <a:xfrm>
            <a:off x="33692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8" name=""/>
          <p:cNvSpPr/>
          <p:nvPr/>
        </p:nvSpPr>
        <p:spPr>
          <a:xfrm>
            <a:off x="33710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49" name=""/>
          <p:cNvSpPr/>
          <p:nvPr/>
        </p:nvSpPr>
        <p:spPr>
          <a:xfrm>
            <a:off x="3372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0" name=""/>
          <p:cNvSpPr/>
          <p:nvPr/>
        </p:nvSpPr>
        <p:spPr>
          <a:xfrm>
            <a:off x="3374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1" name=""/>
          <p:cNvSpPr/>
          <p:nvPr/>
        </p:nvSpPr>
        <p:spPr>
          <a:xfrm>
            <a:off x="3376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2" name=""/>
          <p:cNvSpPr/>
          <p:nvPr/>
        </p:nvSpPr>
        <p:spPr>
          <a:xfrm>
            <a:off x="33782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3" name=""/>
          <p:cNvSpPr/>
          <p:nvPr/>
        </p:nvSpPr>
        <p:spPr>
          <a:xfrm>
            <a:off x="33800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4" name=""/>
          <p:cNvSpPr/>
          <p:nvPr/>
        </p:nvSpPr>
        <p:spPr>
          <a:xfrm>
            <a:off x="3381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5" name=""/>
          <p:cNvSpPr/>
          <p:nvPr/>
        </p:nvSpPr>
        <p:spPr>
          <a:xfrm>
            <a:off x="3383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6" name=""/>
          <p:cNvSpPr/>
          <p:nvPr/>
        </p:nvSpPr>
        <p:spPr>
          <a:xfrm>
            <a:off x="3385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7" name=""/>
          <p:cNvSpPr/>
          <p:nvPr/>
        </p:nvSpPr>
        <p:spPr>
          <a:xfrm>
            <a:off x="338724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8" name=""/>
          <p:cNvSpPr/>
          <p:nvPr/>
        </p:nvSpPr>
        <p:spPr>
          <a:xfrm>
            <a:off x="3389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59" name=""/>
          <p:cNvSpPr/>
          <p:nvPr/>
        </p:nvSpPr>
        <p:spPr>
          <a:xfrm>
            <a:off x="33912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0" name=""/>
          <p:cNvSpPr/>
          <p:nvPr/>
        </p:nvSpPr>
        <p:spPr>
          <a:xfrm>
            <a:off x="33930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1" name=""/>
          <p:cNvSpPr/>
          <p:nvPr/>
        </p:nvSpPr>
        <p:spPr>
          <a:xfrm>
            <a:off x="33948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2" name=""/>
          <p:cNvSpPr/>
          <p:nvPr/>
        </p:nvSpPr>
        <p:spPr>
          <a:xfrm>
            <a:off x="3396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3" name=""/>
          <p:cNvSpPr/>
          <p:nvPr/>
        </p:nvSpPr>
        <p:spPr>
          <a:xfrm>
            <a:off x="3398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4" name=""/>
          <p:cNvSpPr/>
          <p:nvPr/>
        </p:nvSpPr>
        <p:spPr>
          <a:xfrm>
            <a:off x="34002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5" name=""/>
          <p:cNvSpPr/>
          <p:nvPr/>
        </p:nvSpPr>
        <p:spPr>
          <a:xfrm>
            <a:off x="3402000" y="451008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6" name=""/>
          <p:cNvSpPr/>
          <p:nvPr/>
        </p:nvSpPr>
        <p:spPr>
          <a:xfrm>
            <a:off x="3405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7" name=""/>
          <p:cNvSpPr/>
          <p:nvPr/>
        </p:nvSpPr>
        <p:spPr>
          <a:xfrm>
            <a:off x="3407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8" name=""/>
          <p:cNvSpPr/>
          <p:nvPr/>
        </p:nvSpPr>
        <p:spPr>
          <a:xfrm>
            <a:off x="3409200" y="4510080"/>
            <a:ext cx="4320" cy="349200"/>
          </a:xfrm>
          <a:custGeom>
            <a:avLst/>
            <a:gdLst/>
            <a:ahLst/>
            <a:rect l="0" t="0" r="r" b="b"/>
            <a:pathLst>
              <a:path w="12" h="970">
                <a:moveTo>
                  <a:pt x="0" y="970"/>
                </a:moveTo>
                <a:lnTo>
                  <a:pt x="0" y="0"/>
                </a:lnTo>
                <a:lnTo>
                  <a:pt x="12" y="0"/>
                </a:lnTo>
                <a:lnTo>
                  <a:pt x="1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69" name=""/>
          <p:cNvSpPr/>
          <p:nvPr/>
        </p:nvSpPr>
        <p:spPr>
          <a:xfrm>
            <a:off x="34131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0" name=""/>
          <p:cNvSpPr/>
          <p:nvPr/>
        </p:nvSpPr>
        <p:spPr>
          <a:xfrm>
            <a:off x="34149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1" name=""/>
          <p:cNvSpPr/>
          <p:nvPr/>
        </p:nvSpPr>
        <p:spPr>
          <a:xfrm>
            <a:off x="34167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2" name=""/>
          <p:cNvSpPr/>
          <p:nvPr/>
        </p:nvSpPr>
        <p:spPr>
          <a:xfrm>
            <a:off x="34185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3" name=""/>
          <p:cNvSpPr/>
          <p:nvPr/>
        </p:nvSpPr>
        <p:spPr>
          <a:xfrm>
            <a:off x="34203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4" name=""/>
          <p:cNvSpPr/>
          <p:nvPr/>
        </p:nvSpPr>
        <p:spPr>
          <a:xfrm>
            <a:off x="34221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5" name=""/>
          <p:cNvSpPr/>
          <p:nvPr/>
        </p:nvSpPr>
        <p:spPr>
          <a:xfrm>
            <a:off x="34239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6" name=""/>
          <p:cNvSpPr/>
          <p:nvPr/>
        </p:nvSpPr>
        <p:spPr>
          <a:xfrm>
            <a:off x="34257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7" name=""/>
          <p:cNvSpPr/>
          <p:nvPr/>
        </p:nvSpPr>
        <p:spPr>
          <a:xfrm>
            <a:off x="34275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8" name=""/>
          <p:cNvSpPr/>
          <p:nvPr/>
        </p:nvSpPr>
        <p:spPr>
          <a:xfrm>
            <a:off x="34293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79" name=""/>
          <p:cNvSpPr/>
          <p:nvPr/>
        </p:nvSpPr>
        <p:spPr>
          <a:xfrm>
            <a:off x="3431160" y="451008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0" name=""/>
          <p:cNvSpPr/>
          <p:nvPr/>
        </p:nvSpPr>
        <p:spPr>
          <a:xfrm>
            <a:off x="3434760" y="4510080"/>
            <a:ext cx="7920" cy="349200"/>
          </a:xfrm>
          <a:custGeom>
            <a:avLst/>
            <a:gdLst/>
            <a:ahLst/>
            <a:rect l="0" t="0" r="r" b="b"/>
            <a:pathLst>
              <a:path w="22" h="970">
                <a:moveTo>
                  <a:pt x="0" y="970"/>
                </a:moveTo>
                <a:lnTo>
                  <a:pt x="0" y="0"/>
                </a:lnTo>
                <a:lnTo>
                  <a:pt x="22" y="0"/>
                </a:lnTo>
                <a:lnTo>
                  <a:pt x="2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1" name=""/>
          <p:cNvSpPr/>
          <p:nvPr/>
        </p:nvSpPr>
        <p:spPr>
          <a:xfrm>
            <a:off x="34423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2" name=""/>
          <p:cNvSpPr/>
          <p:nvPr/>
        </p:nvSpPr>
        <p:spPr>
          <a:xfrm>
            <a:off x="3444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3" name=""/>
          <p:cNvSpPr/>
          <p:nvPr/>
        </p:nvSpPr>
        <p:spPr>
          <a:xfrm>
            <a:off x="3445920" y="451008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4" name=""/>
          <p:cNvSpPr/>
          <p:nvPr/>
        </p:nvSpPr>
        <p:spPr>
          <a:xfrm>
            <a:off x="34495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5" name=""/>
          <p:cNvSpPr/>
          <p:nvPr/>
        </p:nvSpPr>
        <p:spPr>
          <a:xfrm>
            <a:off x="34513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6" name=""/>
          <p:cNvSpPr/>
          <p:nvPr/>
        </p:nvSpPr>
        <p:spPr>
          <a:xfrm>
            <a:off x="3453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7" name=""/>
          <p:cNvSpPr/>
          <p:nvPr/>
        </p:nvSpPr>
        <p:spPr>
          <a:xfrm>
            <a:off x="34549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8" name=""/>
          <p:cNvSpPr/>
          <p:nvPr/>
        </p:nvSpPr>
        <p:spPr>
          <a:xfrm>
            <a:off x="34567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89" name=""/>
          <p:cNvSpPr/>
          <p:nvPr/>
        </p:nvSpPr>
        <p:spPr>
          <a:xfrm>
            <a:off x="3458520" y="451008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0" name=""/>
          <p:cNvSpPr/>
          <p:nvPr/>
        </p:nvSpPr>
        <p:spPr>
          <a:xfrm>
            <a:off x="3460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1" name=""/>
          <p:cNvSpPr/>
          <p:nvPr/>
        </p:nvSpPr>
        <p:spPr>
          <a:xfrm>
            <a:off x="34624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2" name=""/>
          <p:cNvSpPr/>
          <p:nvPr/>
        </p:nvSpPr>
        <p:spPr>
          <a:xfrm>
            <a:off x="3464280" y="451008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3" name=""/>
          <p:cNvSpPr/>
          <p:nvPr/>
        </p:nvSpPr>
        <p:spPr>
          <a:xfrm>
            <a:off x="3467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4" name=""/>
          <p:cNvSpPr/>
          <p:nvPr/>
        </p:nvSpPr>
        <p:spPr>
          <a:xfrm>
            <a:off x="3469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5" name=""/>
          <p:cNvSpPr/>
          <p:nvPr/>
        </p:nvSpPr>
        <p:spPr>
          <a:xfrm>
            <a:off x="34714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6" name=""/>
          <p:cNvSpPr/>
          <p:nvPr/>
        </p:nvSpPr>
        <p:spPr>
          <a:xfrm>
            <a:off x="34732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7" name=""/>
          <p:cNvSpPr/>
          <p:nvPr/>
        </p:nvSpPr>
        <p:spPr>
          <a:xfrm>
            <a:off x="34750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8" name=""/>
          <p:cNvSpPr/>
          <p:nvPr/>
        </p:nvSpPr>
        <p:spPr>
          <a:xfrm>
            <a:off x="3476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699" name=""/>
          <p:cNvSpPr/>
          <p:nvPr/>
        </p:nvSpPr>
        <p:spPr>
          <a:xfrm>
            <a:off x="3478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0" name=""/>
          <p:cNvSpPr/>
          <p:nvPr/>
        </p:nvSpPr>
        <p:spPr>
          <a:xfrm>
            <a:off x="34804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1" name=""/>
          <p:cNvSpPr/>
          <p:nvPr/>
        </p:nvSpPr>
        <p:spPr>
          <a:xfrm>
            <a:off x="348228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2" name=""/>
          <p:cNvSpPr/>
          <p:nvPr/>
        </p:nvSpPr>
        <p:spPr>
          <a:xfrm>
            <a:off x="3484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3" name=""/>
          <p:cNvSpPr/>
          <p:nvPr/>
        </p:nvSpPr>
        <p:spPr>
          <a:xfrm>
            <a:off x="34862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4" name=""/>
          <p:cNvSpPr/>
          <p:nvPr/>
        </p:nvSpPr>
        <p:spPr>
          <a:xfrm>
            <a:off x="34880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5" name=""/>
          <p:cNvSpPr/>
          <p:nvPr/>
        </p:nvSpPr>
        <p:spPr>
          <a:xfrm>
            <a:off x="3489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6" name=""/>
          <p:cNvSpPr/>
          <p:nvPr/>
        </p:nvSpPr>
        <p:spPr>
          <a:xfrm>
            <a:off x="3491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7" name=""/>
          <p:cNvSpPr/>
          <p:nvPr/>
        </p:nvSpPr>
        <p:spPr>
          <a:xfrm>
            <a:off x="3493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8" name=""/>
          <p:cNvSpPr/>
          <p:nvPr/>
        </p:nvSpPr>
        <p:spPr>
          <a:xfrm>
            <a:off x="34952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09" name=""/>
          <p:cNvSpPr/>
          <p:nvPr/>
        </p:nvSpPr>
        <p:spPr>
          <a:xfrm>
            <a:off x="34970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0" name=""/>
          <p:cNvSpPr/>
          <p:nvPr/>
        </p:nvSpPr>
        <p:spPr>
          <a:xfrm>
            <a:off x="3498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1" name=""/>
          <p:cNvSpPr/>
          <p:nvPr/>
        </p:nvSpPr>
        <p:spPr>
          <a:xfrm>
            <a:off x="3500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2" name=""/>
          <p:cNvSpPr/>
          <p:nvPr/>
        </p:nvSpPr>
        <p:spPr>
          <a:xfrm>
            <a:off x="3502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3" name=""/>
          <p:cNvSpPr/>
          <p:nvPr/>
        </p:nvSpPr>
        <p:spPr>
          <a:xfrm>
            <a:off x="35042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4" name=""/>
          <p:cNvSpPr/>
          <p:nvPr/>
        </p:nvSpPr>
        <p:spPr>
          <a:xfrm>
            <a:off x="350604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5" name=""/>
          <p:cNvSpPr/>
          <p:nvPr/>
        </p:nvSpPr>
        <p:spPr>
          <a:xfrm>
            <a:off x="35082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6" name=""/>
          <p:cNvSpPr/>
          <p:nvPr/>
        </p:nvSpPr>
        <p:spPr>
          <a:xfrm>
            <a:off x="35100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7" name=""/>
          <p:cNvSpPr/>
          <p:nvPr/>
        </p:nvSpPr>
        <p:spPr>
          <a:xfrm>
            <a:off x="35118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8" name=""/>
          <p:cNvSpPr/>
          <p:nvPr/>
        </p:nvSpPr>
        <p:spPr>
          <a:xfrm>
            <a:off x="3513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19" name=""/>
          <p:cNvSpPr/>
          <p:nvPr/>
        </p:nvSpPr>
        <p:spPr>
          <a:xfrm>
            <a:off x="3515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b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0" name=""/>
          <p:cNvSpPr/>
          <p:nvPr/>
        </p:nvSpPr>
        <p:spPr>
          <a:xfrm>
            <a:off x="35172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1" name=""/>
          <p:cNvSpPr/>
          <p:nvPr/>
        </p:nvSpPr>
        <p:spPr>
          <a:xfrm>
            <a:off x="35190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2" name=""/>
          <p:cNvSpPr/>
          <p:nvPr/>
        </p:nvSpPr>
        <p:spPr>
          <a:xfrm>
            <a:off x="35208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3" name=""/>
          <p:cNvSpPr/>
          <p:nvPr/>
        </p:nvSpPr>
        <p:spPr>
          <a:xfrm>
            <a:off x="3522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4" name=""/>
          <p:cNvSpPr/>
          <p:nvPr/>
        </p:nvSpPr>
        <p:spPr>
          <a:xfrm>
            <a:off x="3524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5" name=""/>
          <p:cNvSpPr/>
          <p:nvPr/>
        </p:nvSpPr>
        <p:spPr>
          <a:xfrm>
            <a:off x="35262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6" name=""/>
          <p:cNvSpPr/>
          <p:nvPr/>
        </p:nvSpPr>
        <p:spPr>
          <a:xfrm>
            <a:off x="35280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7" name=""/>
          <p:cNvSpPr/>
          <p:nvPr/>
        </p:nvSpPr>
        <p:spPr>
          <a:xfrm>
            <a:off x="35298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8" name=""/>
          <p:cNvSpPr/>
          <p:nvPr/>
        </p:nvSpPr>
        <p:spPr>
          <a:xfrm>
            <a:off x="353160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29" name=""/>
          <p:cNvSpPr/>
          <p:nvPr/>
        </p:nvSpPr>
        <p:spPr>
          <a:xfrm>
            <a:off x="35337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0" name=""/>
          <p:cNvSpPr/>
          <p:nvPr/>
        </p:nvSpPr>
        <p:spPr>
          <a:xfrm>
            <a:off x="35355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1" name=""/>
          <p:cNvSpPr/>
          <p:nvPr/>
        </p:nvSpPr>
        <p:spPr>
          <a:xfrm>
            <a:off x="35373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2" name=""/>
          <p:cNvSpPr/>
          <p:nvPr/>
        </p:nvSpPr>
        <p:spPr>
          <a:xfrm>
            <a:off x="35391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3" name=""/>
          <p:cNvSpPr/>
          <p:nvPr/>
        </p:nvSpPr>
        <p:spPr>
          <a:xfrm>
            <a:off x="35409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4" name=""/>
          <p:cNvSpPr/>
          <p:nvPr/>
        </p:nvSpPr>
        <p:spPr>
          <a:xfrm>
            <a:off x="35427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5" name=""/>
          <p:cNvSpPr/>
          <p:nvPr/>
        </p:nvSpPr>
        <p:spPr>
          <a:xfrm>
            <a:off x="35445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6" name=""/>
          <p:cNvSpPr/>
          <p:nvPr/>
        </p:nvSpPr>
        <p:spPr>
          <a:xfrm>
            <a:off x="35463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7" name=""/>
          <p:cNvSpPr/>
          <p:nvPr/>
        </p:nvSpPr>
        <p:spPr>
          <a:xfrm>
            <a:off x="35481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8" name=""/>
          <p:cNvSpPr/>
          <p:nvPr/>
        </p:nvSpPr>
        <p:spPr>
          <a:xfrm>
            <a:off x="35499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39" name=""/>
          <p:cNvSpPr/>
          <p:nvPr/>
        </p:nvSpPr>
        <p:spPr>
          <a:xfrm>
            <a:off x="35517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0" name=""/>
          <p:cNvSpPr/>
          <p:nvPr/>
        </p:nvSpPr>
        <p:spPr>
          <a:xfrm>
            <a:off x="35535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1" name=""/>
          <p:cNvSpPr/>
          <p:nvPr/>
        </p:nvSpPr>
        <p:spPr>
          <a:xfrm>
            <a:off x="355536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2" name=""/>
          <p:cNvSpPr/>
          <p:nvPr/>
        </p:nvSpPr>
        <p:spPr>
          <a:xfrm>
            <a:off x="35575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3" name=""/>
          <p:cNvSpPr/>
          <p:nvPr/>
        </p:nvSpPr>
        <p:spPr>
          <a:xfrm>
            <a:off x="35593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4" name=""/>
          <p:cNvSpPr/>
          <p:nvPr/>
        </p:nvSpPr>
        <p:spPr>
          <a:xfrm>
            <a:off x="3561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5" name=""/>
          <p:cNvSpPr/>
          <p:nvPr/>
        </p:nvSpPr>
        <p:spPr>
          <a:xfrm>
            <a:off x="35629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6" name=""/>
          <p:cNvSpPr/>
          <p:nvPr/>
        </p:nvSpPr>
        <p:spPr>
          <a:xfrm>
            <a:off x="35647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7" name=""/>
          <p:cNvSpPr/>
          <p:nvPr/>
        </p:nvSpPr>
        <p:spPr>
          <a:xfrm>
            <a:off x="35665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8" name=""/>
          <p:cNvSpPr/>
          <p:nvPr/>
        </p:nvSpPr>
        <p:spPr>
          <a:xfrm>
            <a:off x="35683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0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49" name=""/>
          <p:cNvSpPr/>
          <p:nvPr/>
        </p:nvSpPr>
        <p:spPr>
          <a:xfrm>
            <a:off x="35701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0" name=""/>
          <p:cNvSpPr/>
          <p:nvPr/>
        </p:nvSpPr>
        <p:spPr>
          <a:xfrm>
            <a:off x="35719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e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1" name=""/>
          <p:cNvSpPr/>
          <p:nvPr/>
        </p:nvSpPr>
        <p:spPr>
          <a:xfrm>
            <a:off x="35737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2" name=""/>
          <p:cNvSpPr/>
          <p:nvPr/>
        </p:nvSpPr>
        <p:spPr>
          <a:xfrm>
            <a:off x="35755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c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3" name=""/>
          <p:cNvSpPr/>
          <p:nvPr/>
        </p:nvSpPr>
        <p:spPr>
          <a:xfrm>
            <a:off x="357732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b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4" name=""/>
          <p:cNvSpPr/>
          <p:nvPr/>
        </p:nvSpPr>
        <p:spPr>
          <a:xfrm>
            <a:off x="3579120" y="451008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5" name=""/>
          <p:cNvSpPr/>
          <p:nvPr/>
        </p:nvSpPr>
        <p:spPr>
          <a:xfrm>
            <a:off x="35812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9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6" name=""/>
          <p:cNvSpPr/>
          <p:nvPr/>
        </p:nvSpPr>
        <p:spPr>
          <a:xfrm>
            <a:off x="35830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7" name=""/>
          <p:cNvSpPr/>
          <p:nvPr/>
        </p:nvSpPr>
        <p:spPr>
          <a:xfrm>
            <a:off x="3584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8" name=""/>
          <p:cNvSpPr/>
          <p:nvPr/>
        </p:nvSpPr>
        <p:spPr>
          <a:xfrm>
            <a:off x="3586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59" name=""/>
          <p:cNvSpPr/>
          <p:nvPr/>
        </p:nvSpPr>
        <p:spPr>
          <a:xfrm>
            <a:off x="35884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0" name=""/>
          <p:cNvSpPr/>
          <p:nvPr/>
        </p:nvSpPr>
        <p:spPr>
          <a:xfrm>
            <a:off x="35902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1" name=""/>
          <p:cNvSpPr/>
          <p:nvPr/>
        </p:nvSpPr>
        <p:spPr>
          <a:xfrm>
            <a:off x="35920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2" name=""/>
          <p:cNvSpPr/>
          <p:nvPr/>
        </p:nvSpPr>
        <p:spPr>
          <a:xfrm>
            <a:off x="35938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3" name=""/>
          <p:cNvSpPr/>
          <p:nvPr/>
        </p:nvSpPr>
        <p:spPr>
          <a:xfrm>
            <a:off x="35956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4" name=""/>
          <p:cNvSpPr/>
          <p:nvPr/>
        </p:nvSpPr>
        <p:spPr>
          <a:xfrm>
            <a:off x="35974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5" name=""/>
          <p:cNvSpPr/>
          <p:nvPr/>
        </p:nvSpPr>
        <p:spPr>
          <a:xfrm>
            <a:off x="35992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f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6" name=""/>
          <p:cNvSpPr/>
          <p:nvPr/>
        </p:nvSpPr>
        <p:spPr>
          <a:xfrm>
            <a:off x="360108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7" name=""/>
          <p:cNvSpPr/>
          <p:nvPr/>
        </p:nvSpPr>
        <p:spPr>
          <a:xfrm>
            <a:off x="360288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8" name=""/>
          <p:cNvSpPr/>
          <p:nvPr/>
        </p:nvSpPr>
        <p:spPr>
          <a:xfrm>
            <a:off x="36050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69" name=""/>
          <p:cNvSpPr/>
          <p:nvPr/>
        </p:nvSpPr>
        <p:spPr>
          <a:xfrm>
            <a:off x="3606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0" name=""/>
          <p:cNvSpPr/>
          <p:nvPr/>
        </p:nvSpPr>
        <p:spPr>
          <a:xfrm>
            <a:off x="3608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1" name=""/>
          <p:cNvSpPr/>
          <p:nvPr/>
        </p:nvSpPr>
        <p:spPr>
          <a:xfrm>
            <a:off x="3610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2" name=""/>
          <p:cNvSpPr/>
          <p:nvPr/>
        </p:nvSpPr>
        <p:spPr>
          <a:xfrm>
            <a:off x="36122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3" name=""/>
          <p:cNvSpPr/>
          <p:nvPr/>
        </p:nvSpPr>
        <p:spPr>
          <a:xfrm>
            <a:off x="36140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4" name=""/>
          <p:cNvSpPr/>
          <p:nvPr/>
        </p:nvSpPr>
        <p:spPr>
          <a:xfrm>
            <a:off x="3615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5" name=""/>
          <p:cNvSpPr/>
          <p:nvPr/>
        </p:nvSpPr>
        <p:spPr>
          <a:xfrm>
            <a:off x="36176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6" name=""/>
          <p:cNvSpPr/>
          <p:nvPr/>
        </p:nvSpPr>
        <p:spPr>
          <a:xfrm>
            <a:off x="36194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7" name=""/>
          <p:cNvSpPr/>
          <p:nvPr/>
        </p:nvSpPr>
        <p:spPr>
          <a:xfrm>
            <a:off x="36212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8" name=""/>
          <p:cNvSpPr/>
          <p:nvPr/>
        </p:nvSpPr>
        <p:spPr>
          <a:xfrm>
            <a:off x="36230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79" name=""/>
          <p:cNvSpPr/>
          <p:nvPr/>
        </p:nvSpPr>
        <p:spPr>
          <a:xfrm>
            <a:off x="362484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0" name=""/>
          <p:cNvSpPr/>
          <p:nvPr/>
        </p:nvSpPr>
        <p:spPr>
          <a:xfrm>
            <a:off x="362664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1" name=""/>
          <p:cNvSpPr/>
          <p:nvPr/>
        </p:nvSpPr>
        <p:spPr>
          <a:xfrm>
            <a:off x="36288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2" name=""/>
          <p:cNvSpPr/>
          <p:nvPr/>
        </p:nvSpPr>
        <p:spPr>
          <a:xfrm>
            <a:off x="3630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3" name=""/>
          <p:cNvSpPr/>
          <p:nvPr/>
        </p:nvSpPr>
        <p:spPr>
          <a:xfrm>
            <a:off x="3632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4" name=""/>
          <p:cNvSpPr/>
          <p:nvPr/>
        </p:nvSpPr>
        <p:spPr>
          <a:xfrm>
            <a:off x="36342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5" name=""/>
          <p:cNvSpPr/>
          <p:nvPr/>
        </p:nvSpPr>
        <p:spPr>
          <a:xfrm>
            <a:off x="36360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6" name=""/>
          <p:cNvSpPr/>
          <p:nvPr/>
        </p:nvSpPr>
        <p:spPr>
          <a:xfrm>
            <a:off x="36378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7" name=""/>
          <p:cNvSpPr/>
          <p:nvPr/>
        </p:nvSpPr>
        <p:spPr>
          <a:xfrm>
            <a:off x="3639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8" name=""/>
          <p:cNvSpPr/>
          <p:nvPr/>
        </p:nvSpPr>
        <p:spPr>
          <a:xfrm>
            <a:off x="36414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89" name=""/>
          <p:cNvSpPr/>
          <p:nvPr/>
        </p:nvSpPr>
        <p:spPr>
          <a:xfrm>
            <a:off x="36432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0" name=""/>
          <p:cNvSpPr/>
          <p:nvPr/>
        </p:nvSpPr>
        <p:spPr>
          <a:xfrm>
            <a:off x="36450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1" name=""/>
          <p:cNvSpPr/>
          <p:nvPr/>
        </p:nvSpPr>
        <p:spPr>
          <a:xfrm>
            <a:off x="36468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2" name=""/>
          <p:cNvSpPr/>
          <p:nvPr/>
        </p:nvSpPr>
        <p:spPr>
          <a:xfrm>
            <a:off x="364860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3" name=""/>
          <p:cNvSpPr/>
          <p:nvPr/>
        </p:nvSpPr>
        <p:spPr>
          <a:xfrm>
            <a:off x="3650400" y="451008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4" name=""/>
          <p:cNvSpPr/>
          <p:nvPr/>
        </p:nvSpPr>
        <p:spPr>
          <a:xfrm>
            <a:off x="36525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5" name=""/>
          <p:cNvSpPr/>
          <p:nvPr/>
        </p:nvSpPr>
        <p:spPr>
          <a:xfrm>
            <a:off x="36543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6" name=""/>
          <p:cNvSpPr/>
          <p:nvPr/>
        </p:nvSpPr>
        <p:spPr>
          <a:xfrm>
            <a:off x="36561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7" name=""/>
          <p:cNvSpPr/>
          <p:nvPr/>
        </p:nvSpPr>
        <p:spPr>
          <a:xfrm>
            <a:off x="36579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8" name=""/>
          <p:cNvSpPr/>
          <p:nvPr/>
        </p:nvSpPr>
        <p:spPr>
          <a:xfrm>
            <a:off x="36597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799" name=""/>
          <p:cNvSpPr/>
          <p:nvPr/>
        </p:nvSpPr>
        <p:spPr>
          <a:xfrm>
            <a:off x="36615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00" name=""/>
          <p:cNvSpPr/>
          <p:nvPr/>
        </p:nvSpPr>
        <p:spPr>
          <a:xfrm>
            <a:off x="36633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01" name=""/>
          <p:cNvSpPr/>
          <p:nvPr/>
        </p:nvSpPr>
        <p:spPr>
          <a:xfrm>
            <a:off x="36651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02" name=""/>
          <p:cNvSpPr/>
          <p:nvPr/>
        </p:nvSpPr>
        <p:spPr>
          <a:xfrm>
            <a:off x="3666960" y="451008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03" name=""/>
          <p:cNvSpPr/>
          <p:nvPr/>
        </p:nvSpPr>
        <p:spPr>
          <a:xfrm>
            <a:off x="3201120" y="4510080"/>
            <a:ext cx="468000" cy="349200"/>
          </a:xfrm>
          <a:custGeom>
            <a:avLst/>
            <a:gdLst/>
            <a:ahLst/>
            <a:rect l="0" t="0" r="r" b="b"/>
            <a:pathLst>
              <a:path w="1300" h="970">
                <a:moveTo>
                  <a:pt x="0" y="970"/>
                </a:moveTo>
                <a:lnTo>
                  <a:pt x="1300" y="970"/>
                </a:lnTo>
                <a:lnTo>
                  <a:pt x="1300" y="0"/>
                </a:lnTo>
                <a:lnTo>
                  <a:pt x="0" y="0"/>
                </a:lnTo>
                <a:lnTo>
                  <a:pt x="0" y="97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6804" name=""/>
          <p:cNvSpPr/>
          <p:nvPr/>
        </p:nvSpPr>
        <p:spPr>
          <a:xfrm>
            <a:off x="4145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05" name=""/>
          <p:cNvSpPr/>
          <p:nvPr/>
        </p:nvSpPr>
        <p:spPr>
          <a:xfrm>
            <a:off x="4147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06" name=""/>
          <p:cNvSpPr/>
          <p:nvPr/>
        </p:nvSpPr>
        <p:spPr>
          <a:xfrm>
            <a:off x="4149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07" name=""/>
          <p:cNvSpPr/>
          <p:nvPr/>
        </p:nvSpPr>
        <p:spPr>
          <a:xfrm>
            <a:off x="41511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08" name=""/>
          <p:cNvSpPr/>
          <p:nvPr/>
        </p:nvSpPr>
        <p:spPr>
          <a:xfrm>
            <a:off x="4153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09" name=""/>
          <p:cNvSpPr/>
          <p:nvPr/>
        </p:nvSpPr>
        <p:spPr>
          <a:xfrm>
            <a:off x="4155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0" name=""/>
          <p:cNvSpPr/>
          <p:nvPr/>
        </p:nvSpPr>
        <p:spPr>
          <a:xfrm>
            <a:off x="4156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1" name=""/>
          <p:cNvSpPr/>
          <p:nvPr/>
        </p:nvSpPr>
        <p:spPr>
          <a:xfrm>
            <a:off x="4158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2" name=""/>
          <p:cNvSpPr/>
          <p:nvPr/>
        </p:nvSpPr>
        <p:spPr>
          <a:xfrm>
            <a:off x="4160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3" name=""/>
          <p:cNvSpPr/>
          <p:nvPr/>
        </p:nvSpPr>
        <p:spPr>
          <a:xfrm>
            <a:off x="4162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4" name=""/>
          <p:cNvSpPr/>
          <p:nvPr/>
        </p:nvSpPr>
        <p:spPr>
          <a:xfrm>
            <a:off x="4164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5" name=""/>
          <p:cNvSpPr/>
          <p:nvPr/>
        </p:nvSpPr>
        <p:spPr>
          <a:xfrm>
            <a:off x="4165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6" name=""/>
          <p:cNvSpPr/>
          <p:nvPr/>
        </p:nvSpPr>
        <p:spPr>
          <a:xfrm>
            <a:off x="4167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7" name=""/>
          <p:cNvSpPr/>
          <p:nvPr/>
        </p:nvSpPr>
        <p:spPr>
          <a:xfrm>
            <a:off x="4169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8" name=""/>
          <p:cNvSpPr/>
          <p:nvPr/>
        </p:nvSpPr>
        <p:spPr>
          <a:xfrm>
            <a:off x="4171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19" name=""/>
          <p:cNvSpPr/>
          <p:nvPr/>
        </p:nvSpPr>
        <p:spPr>
          <a:xfrm>
            <a:off x="4173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0" name=""/>
          <p:cNvSpPr/>
          <p:nvPr/>
        </p:nvSpPr>
        <p:spPr>
          <a:xfrm>
            <a:off x="4174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1" name=""/>
          <p:cNvSpPr/>
          <p:nvPr/>
        </p:nvSpPr>
        <p:spPr>
          <a:xfrm>
            <a:off x="4176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4f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2" name=""/>
          <p:cNvSpPr/>
          <p:nvPr/>
        </p:nvSpPr>
        <p:spPr>
          <a:xfrm>
            <a:off x="4178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3" name=""/>
          <p:cNvSpPr/>
          <p:nvPr/>
        </p:nvSpPr>
        <p:spPr>
          <a:xfrm>
            <a:off x="4180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4" name=""/>
          <p:cNvSpPr/>
          <p:nvPr/>
        </p:nvSpPr>
        <p:spPr>
          <a:xfrm>
            <a:off x="41821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5" name=""/>
          <p:cNvSpPr/>
          <p:nvPr/>
        </p:nvSpPr>
        <p:spPr>
          <a:xfrm>
            <a:off x="4184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6" name=""/>
          <p:cNvSpPr/>
          <p:nvPr/>
        </p:nvSpPr>
        <p:spPr>
          <a:xfrm>
            <a:off x="4186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7" name=""/>
          <p:cNvSpPr/>
          <p:nvPr/>
        </p:nvSpPr>
        <p:spPr>
          <a:xfrm>
            <a:off x="4187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8" name=""/>
          <p:cNvSpPr/>
          <p:nvPr/>
        </p:nvSpPr>
        <p:spPr>
          <a:xfrm>
            <a:off x="4189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29" name=""/>
          <p:cNvSpPr/>
          <p:nvPr/>
        </p:nvSpPr>
        <p:spPr>
          <a:xfrm>
            <a:off x="4191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0" name=""/>
          <p:cNvSpPr/>
          <p:nvPr/>
        </p:nvSpPr>
        <p:spPr>
          <a:xfrm>
            <a:off x="4193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1" name=""/>
          <p:cNvSpPr/>
          <p:nvPr/>
        </p:nvSpPr>
        <p:spPr>
          <a:xfrm>
            <a:off x="4195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2" name=""/>
          <p:cNvSpPr/>
          <p:nvPr/>
        </p:nvSpPr>
        <p:spPr>
          <a:xfrm>
            <a:off x="4196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3" name=""/>
          <p:cNvSpPr/>
          <p:nvPr/>
        </p:nvSpPr>
        <p:spPr>
          <a:xfrm>
            <a:off x="4198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4" name=""/>
          <p:cNvSpPr/>
          <p:nvPr/>
        </p:nvSpPr>
        <p:spPr>
          <a:xfrm>
            <a:off x="4200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5" name=""/>
          <p:cNvSpPr/>
          <p:nvPr/>
        </p:nvSpPr>
        <p:spPr>
          <a:xfrm>
            <a:off x="4202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6" name=""/>
          <p:cNvSpPr/>
          <p:nvPr/>
        </p:nvSpPr>
        <p:spPr>
          <a:xfrm>
            <a:off x="4204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7" name=""/>
          <p:cNvSpPr/>
          <p:nvPr/>
        </p:nvSpPr>
        <p:spPr>
          <a:xfrm>
            <a:off x="4205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8" name=""/>
          <p:cNvSpPr/>
          <p:nvPr/>
        </p:nvSpPr>
        <p:spPr>
          <a:xfrm>
            <a:off x="4207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39" name=""/>
          <p:cNvSpPr/>
          <p:nvPr/>
        </p:nvSpPr>
        <p:spPr>
          <a:xfrm>
            <a:off x="4209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0" name=""/>
          <p:cNvSpPr/>
          <p:nvPr/>
        </p:nvSpPr>
        <p:spPr>
          <a:xfrm>
            <a:off x="42112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1" name=""/>
          <p:cNvSpPr/>
          <p:nvPr/>
        </p:nvSpPr>
        <p:spPr>
          <a:xfrm>
            <a:off x="4213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5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2" name=""/>
          <p:cNvSpPr/>
          <p:nvPr/>
        </p:nvSpPr>
        <p:spPr>
          <a:xfrm>
            <a:off x="4215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3" name=""/>
          <p:cNvSpPr/>
          <p:nvPr/>
        </p:nvSpPr>
        <p:spPr>
          <a:xfrm>
            <a:off x="4217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4" name=""/>
          <p:cNvSpPr/>
          <p:nvPr/>
        </p:nvSpPr>
        <p:spPr>
          <a:xfrm>
            <a:off x="4218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5" name=""/>
          <p:cNvSpPr/>
          <p:nvPr/>
        </p:nvSpPr>
        <p:spPr>
          <a:xfrm>
            <a:off x="4220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6" name=""/>
          <p:cNvSpPr/>
          <p:nvPr/>
        </p:nvSpPr>
        <p:spPr>
          <a:xfrm>
            <a:off x="4222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7" name=""/>
          <p:cNvSpPr/>
          <p:nvPr/>
        </p:nvSpPr>
        <p:spPr>
          <a:xfrm>
            <a:off x="4224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8" name=""/>
          <p:cNvSpPr/>
          <p:nvPr/>
        </p:nvSpPr>
        <p:spPr>
          <a:xfrm>
            <a:off x="4226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49" name=""/>
          <p:cNvSpPr/>
          <p:nvPr/>
        </p:nvSpPr>
        <p:spPr>
          <a:xfrm>
            <a:off x="4227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0" name=""/>
          <p:cNvSpPr/>
          <p:nvPr/>
        </p:nvSpPr>
        <p:spPr>
          <a:xfrm>
            <a:off x="4229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1" name=""/>
          <p:cNvSpPr/>
          <p:nvPr/>
        </p:nvSpPr>
        <p:spPr>
          <a:xfrm>
            <a:off x="4231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9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2" name=""/>
          <p:cNvSpPr/>
          <p:nvPr/>
        </p:nvSpPr>
        <p:spPr>
          <a:xfrm>
            <a:off x="4233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3" name=""/>
          <p:cNvSpPr/>
          <p:nvPr/>
        </p:nvSpPr>
        <p:spPr>
          <a:xfrm>
            <a:off x="4235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b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4" name=""/>
          <p:cNvSpPr/>
          <p:nvPr/>
        </p:nvSpPr>
        <p:spPr>
          <a:xfrm>
            <a:off x="4236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c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5" name=""/>
          <p:cNvSpPr/>
          <p:nvPr/>
        </p:nvSpPr>
        <p:spPr>
          <a:xfrm>
            <a:off x="4238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6" name=""/>
          <p:cNvSpPr/>
          <p:nvPr/>
        </p:nvSpPr>
        <p:spPr>
          <a:xfrm>
            <a:off x="4240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7" name=""/>
          <p:cNvSpPr/>
          <p:nvPr/>
        </p:nvSpPr>
        <p:spPr>
          <a:xfrm>
            <a:off x="42422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70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8" name=""/>
          <p:cNvSpPr/>
          <p:nvPr/>
        </p:nvSpPr>
        <p:spPr>
          <a:xfrm>
            <a:off x="4244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59" name=""/>
          <p:cNvSpPr/>
          <p:nvPr/>
        </p:nvSpPr>
        <p:spPr>
          <a:xfrm>
            <a:off x="4246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0" name=""/>
          <p:cNvSpPr/>
          <p:nvPr/>
        </p:nvSpPr>
        <p:spPr>
          <a:xfrm>
            <a:off x="4248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1" name=""/>
          <p:cNvSpPr/>
          <p:nvPr/>
        </p:nvSpPr>
        <p:spPr>
          <a:xfrm>
            <a:off x="4249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2" name=""/>
          <p:cNvSpPr/>
          <p:nvPr/>
        </p:nvSpPr>
        <p:spPr>
          <a:xfrm>
            <a:off x="4251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3" name=""/>
          <p:cNvSpPr/>
          <p:nvPr/>
        </p:nvSpPr>
        <p:spPr>
          <a:xfrm>
            <a:off x="4253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4" name=""/>
          <p:cNvSpPr/>
          <p:nvPr/>
        </p:nvSpPr>
        <p:spPr>
          <a:xfrm>
            <a:off x="4255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5" name=""/>
          <p:cNvSpPr/>
          <p:nvPr/>
        </p:nvSpPr>
        <p:spPr>
          <a:xfrm>
            <a:off x="4257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6" name=""/>
          <p:cNvSpPr/>
          <p:nvPr/>
        </p:nvSpPr>
        <p:spPr>
          <a:xfrm>
            <a:off x="4258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7" name=""/>
          <p:cNvSpPr/>
          <p:nvPr/>
        </p:nvSpPr>
        <p:spPr>
          <a:xfrm>
            <a:off x="4260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a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8" name=""/>
          <p:cNvSpPr/>
          <p:nvPr/>
        </p:nvSpPr>
        <p:spPr>
          <a:xfrm>
            <a:off x="4262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69" name=""/>
          <p:cNvSpPr/>
          <p:nvPr/>
        </p:nvSpPr>
        <p:spPr>
          <a:xfrm>
            <a:off x="4264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0" name=""/>
          <p:cNvSpPr/>
          <p:nvPr/>
        </p:nvSpPr>
        <p:spPr>
          <a:xfrm>
            <a:off x="4266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1" name=""/>
          <p:cNvSpPr/>
          <p:nvPr/>
        </p:nvSpPr>
        <p:spPr>
          <a:xfrm>
            <a:off x="4267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2" name=""/>
          <p:cNvSpPr/>
          <p:nvPr/>
        </p:nvSpPr>
        <p:spPr>
          <a:xfrm>
            <a:off x="4269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3" name=""/>
          <p:cNvSpPr/>
          <p:nvPr/>
        </p:nvSpPr>
        <p:spPr>
          <a:xfrm>
            <a:off x="4271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4" name=""/>
          <p:cNvSpPr/>
          <p:nvPr/>
        </p:nvSpPr>
        <p:spPr>
          <a:xfrm>
            <a:off x="42732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5" name=""/>
          <p:cNvSpPr/>
          <p:nvPr/>
        </p:nvSpPr>
        <p:spPr>
          <a:xfrm>
            <a:off x="4275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6" name=""/>
          <p:cNvSpPr/>
          <p:nvPr/>
        </p:nvSpPr>
        <p:spPr>
          <a:xfrm>
            <a:off x="4277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7" name=""/>
          <p:cNvSpPr/>
          <p:nvPr/>
        </p:nvSpPr>
        <p:spPr>
          <a:xfrm>
            <a:off x="4278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3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8" name=""/>
          <p:cNvSpPr/>
          <p:nvPr/>
        </p:nvSpPr>
        <p:spPr>
          <a:xfrm>
            <a:off x="4280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79" name=""/>
          <p:cNvSpPr/>
          <p:nvPr/>
        </p:nvSpPr>
        <p:spPr>
          <a:xfrm>
            <a:off x="4282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0" name=""/>
          <p:cNvSpPr/>
          <p:nvPr/>
        </p:nvSpPr>
        <p:spPr>
          <a:xfrm>
            <a:off x="4284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1" name=""/>
          <p:cNvSpPr/>
          <p:nvPr/>
        </p:nvSpPr>
        <p:spPr>
          <a:xfrm>
            <a:off x="4286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2" name=""/>
          <p:cNvSpPr/>
          <p:nvPr/>
        </p:nvSpPr>
        <p:spPr>
          <a:xfrm>
            <a:off x="4287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3" name=""/>
          <p:cNvSpPr/>
          <p:nvPr/>
        </p:nvSpPr>
        <p:spPr>
          <a:xfrm>
            <a:off x="4289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4" name=""/>
          <p:cNvSpPr/>
          <p:nvPr/>
        </p:nvSpPr>
        <p:spPr>
          <a:xfrm>
            <a:off x="4291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5" name=""/>
          <p:cNvSpPr/>
          <p:nvPr/>
        </p:nvSpPr>
        <p:spPr>
          <a:xfrm>
            <a:off x="4293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6" name=""/>
          <p:cNvSpPr/>
          <p:nvPr/>
        </p:nvSpPr>
        <p:spPr>
          <a:xfrm>
            <a:off x="4295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7" name=""/>
          <p:cNvSpPr/>
          <p:nvPr/>
        </p:nvSpPr>
        <p:spPr>
          <a:xfrm>
            <a:off x="4296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b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8" name=""/>
          <p:cNvSpPr/>
          <p:nvPr/>
        </p:nvSpPr>
        <p:spPr>
          <a:xfrm>
            <a:off x="4298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89" name=""/>
          <p:cNvSpPr/>
          <p:nvPr/>
        </p:nvSpPr>
        <p:spPr>
          <a:xfrm>
            <a:off x="4300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0" name=""/>
          <p:cNvSpPr/>
          <p:nvPr/>
        </p:nvSpPr>
        <p:spPr>
          <a:xfrm>
            <a:off x="43023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1" name=""/>
          <p:cNvSpPr/>
          <p:nvPr/>
        </p:nvSpPr>
        <p:spPr>
          <a:xfrm>
            <a:off x="4304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2" name=""/>
          <p:cNvSpPr/>
          <p:nvPr/>
        </p:nvSpPr>
        <p:spPr>
          <a:xfrm>
            <a:off x="4306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3" name=""/>
          <p:cNvSpPr/>
          <p:nvPr/>
        </p:nvSpPr>
        <p:spPr>
          <a:xfrm>
            <a:off x="4308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4" name=""/>
          <p:cNvSpPr/>
          <p:nvPr/>
        </p:nvSpPr>
        <p:spPr>
          <a:xfrm>
            <a:off x="4309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5" name=""/>
          <p:cNvSpPr/>
          <p:nvPr/>
        </p:nvSpPr>
        <p:spPr>
          <a:xfrm>
            <a:off x="4311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6" name=""/>
          <p:cNvSpPr/>
          <p:nvPr/>
        </p:nvSpPr>
        <p:spPr>
          <a:xfrm>
            <a:off x="4313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7" name=""/>
          <p:cNvSpPr/>
          <p:nvPr/>
        </p:nvSpPr>
        <p:spPr>
          <a:xfrm>
            <a:off x="4315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8" name=""/>
          <p:cNvSpPr/>
          <p:nvPr/>
        </p:nvSpPr>
        <p:spPr>
          <a:xfrm>
            <a:off x="4317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899" name=""/>
          <p:cNvSpPr/>
          <p:nvPr/>
        </p:nvSpPr>
        <p:spPr>
          <a:xfrm>
            <a:off x="4318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0" name=""/>
          <p:cNvSpPr/>
          <p:nvPr/>
        </p:nvSpPr>
        <p:spPr>
          <a:xfrm>
            <a:off x="4320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1" name=""/>
          <p:cNvSpPr/>
          <p:nvPr/>
        </p:nvSpPr>
        <p:spPr>
          <a:xfrm>
            <a:off x="4322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2" name=""/>
          <p:cNvSpPr/>
          <p:nvPr/>
        </p:nvSpPr>
        <p:spPr>
          <a:xfrm>
            <a:off x="4324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3" name=""/>
          <p:cNvSpPr/>
          <p:nvPr/>
        </p:nvSpPr>
        <p:spPr>
          <a:xfrm>
            <a:off x="4326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4" name=""/>
          <p:cNvSpPr/>
          <p:nvPr/>
        </p:nvSpPr>
        <p:spPr>
          <a:xfrm>
            <a:off x="4327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5" name=""/>
          <p:cNvSpPr/>
          <p:nvPr/>
        </p:nvSpPr>
        <p:spPr>
          <a:xfrm>
            <a:off x="4329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6" name=""/>
          <p:cNvSpPr/>
          <p:nvPr/>
        </p:nvSpPr>
        <p:spPr>
          <a:xfrm>
            <a:off x="4331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7" name=""/>
          <p:cNvSpPr/>
          <p:nvPr/>
        </p:nvSpPr>
        <p:spPr>
          <a:xfrm>
            <a:off x="43333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8" name=""/>
          <p:cNvSpPr/>
          <p:nvPr/>
        </p:nvSpPr>
        <p:spPr>
          <a:xfrm>
            <a:off x="4335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09" name=""/>
          <p:cNvSpPr/>
          <p:nvPr/>
        </p:nvSpPr>
        <p:spPr>
          <a:xfrm>
            <a:off x="4337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0" name=""/>
          <p:cNvSpPr/>
          <p:nvPr/>
        </p:nvSpPr>
        <p:spPr>
          <a:xfrm>
            <a:off x="4339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1" name=""/>
          <p:cNvSpPr/>
          <p:nvPr/>
        </p:nvSpPr>
        <p:spPr>
          <a:xfrm>
            <a:off x="4340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2" name=""/>
          <p:cNvSpPr/>
          <p:nvPr/>
        </p:nvSpPr>
        <p:spPr>
          <a:xfrm>
            <a:off x="4342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3" name=""/>
          <p:cNvSpPr/>
          <p:nvPr/>
        </p:nvSpPr>
        <p:spPr>
          <a:xfrm>
            <a:off x="4344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4" name=""/>
          <p:cNvSpPr/>
          <p:nvPr/>
        </p:nvSpPr>
        <p:spPr>
          <a:xfrm>
            <a:off x="434628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5" name=""/>
          <p:cNvSpPr/>
          <p:nvPr/>
        </p:nvSpPr>
        <p:spPr>
          <a:xfrm>
            <a:off x="4349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6" name=""/>
          <p:cNvSpPr/>
          <p:nvPr/>
        </p:nvSpPr>
        <p:spPr>
          <a:xfrm>
            <a:off x="4351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7" name=""/>
          <p:cNvSpPr/>
          <p:nvPr/>
        </p:nvSpPr>
        <p:spPr>
          <a:xfrm>
            <a:off x="435348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8" name=""/>
          <p:cNvSpPr/>
          <p:nvPr/>
        </p:nvSpPr>
        <p:spPr>
          <a:xfrm>
            <a:off x="4357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19" name=""/>
          <p:cNvSpPr/>
          <p:nvPr/>
        </p:nvSpPr>
        <p:spPr>
          <a:xfrm>
            <a:off x="4358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0" name=""/>
          <p:cNvSpPr/>
          <p:nvPr/>
        </p:nvSpPr>
        <p:spPr>
          <a:xfrm>
            <a:off x="4360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1" name=""/>
          <p:cNvSpPr/>
          <p:nvPr/>
        </p:nvSpPr>
        <p:spPr>
          <a:xfrm>
            <a:off x="43624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2" name=""/>
          <p:cNvSpPr/>
          <p:nvPr/>
        </p:nvSpPr>
        <p:spPr>
          <a:xfrm>
            <a:off x="4364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3" name=""/>
          <p:cNvSpPr/>
          <p:nvPr/>
        </p:nvSpPr>
        <p:spPr>
          <a:xfrm>
            <a:off x="4366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4" name=""/>
          <p:cNvSpPr/>
          <p:nvPr/>
        </p:nvSpPr>
        <p:spPr>
          <a:xfrm>
            <a:off x="4368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5" name=""/>
          <p:cNvSpPr/>
          <p:nvPr/>
        </p:nvSpPr>
        <p:spPr>
          <a:xfrm>
            <a:off x="4370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6" name=""/>
          <p:cNvSpPr/>
          <p:nvPr/>
        </p:nvSpPr>
        <p:spPr>
          <a:xfrm>
            <a:off x="4371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7" name=""/>
          <p:cNvSpPr/>
          <p:nvPr/>
        </p:nvSpPr>
        <p:spPr>
          <a:xfrm>
            <a:off x="4373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8" name=""/>
          <p:cNvSpPr/>
          <p:nvPr/>
        </p:nvSpPr>
        <p:spPr>
          <a:xfrm>
            <a:off x="437544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29" name=""/>
          <p:cNvSpPr/>
          <p:nvPr/>
        </p:nvSpPr>
        <p:spPr>
          <a:xfrm>
            <a:off x="4379040" y="4507200"/>
            <a:ext cx="7560" cy="349200"/>
          </a:xfrm>
          <a:custGeom>
            <a:avLst/>
            <a:gdLst/>
            <a:ahLst/>
            <a:rect l="0" t="0" r="r" b="b"/>
            <a:pathLst>
              <a:path w="21" h="970">
                <a:moveTo>
                  <a:pt x="0" y="970"/>
                </a:moveTo>
                <a:lnTo>
                  <a:pt x="0" y="0"/>
                </a:lnTo>
                <a:lnTo>
                  <a:pt x="21" y="0"/>
                </a:lnTo>
                <a:lnTo>
                  <a:pt x="2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0" name=""/>
          <p:cNvSpPr/>
          <p:nvPr/>
        </p:nvSpPr>
        <p:spPr>
          <a:xfrm>
            <a:off x="4386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1" name=""/>
          <p:cNvSpPr/>
          <p:nvPr/>
        </p:nvSpPr>
        <p:spPr>
          <a:xfrm>
            <a:off x="4388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2" name=""/>
          <p:cNvSpPr/>
          <p:nvPr/>
        </p:nvSpPr>
        <p:spPr>
          <a:xfrm>
            <a:off x="438984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3" name=""/>
          <p:cNvSpPr/>
          <p:nvPr/>
        </p:nvSpPr>
        <p:spPr>
          <a:xfrm>
            <a:off x="43934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4" name=""/>
          <p:cNvSpPr/>
          <p:nvPr/>
        </p:nvSpPr>
        <p:spPr>
          <a:xfrm>
            <a:off x="4395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5" name=""/>
          <p:cNvSpPr/>
          <p:nvPr/>
        </p:nvSpPr>
        <p:spPr>
          <a:xfrm>
            <a:off x="4397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6" name=""/>
          <p:cNvSpPr/>
          <p:nvPr/>
        </p:nvSpPr>
        <p:spPr>
          <a:xfrm>
            <a:off x="4399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7" name=""/>
          <p:cNvSpPr/>
          <p:nvPr/>
        </p:nvSpPr>
        <p:spPr>
          <a:xfrm>
            <a:off x="4401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8" name=""/>
          <p:cNvSpPr/>
          <p:nvPr/>
        </p:nvSpPr>
        <p:spPr>
          <a:xfrm>
            <a:off x="4402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39" name=""/>
          <p:cNvSpPr/>
          <p:nvPr/>
        </p:nvSpPr>
        <p:spPr>
          <a:xfrm>
            <a:off x="4404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0" name=""/>
          <p:cNvSpPr/>
          <p:nvPr/>
        </p:nvSpPr>
        <p:spPr>
          <a:xfrm>
            <a:off x="4406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1" name=""/>
          <p:cNvSpPr/>
          <p:nvPr/>
        </p:nvSpPr>
        <p:spPr>
          <a:xfrm>
            <a:off x="440820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2" name=""/>
          <p:cNvSpPr/>
          <p:nvPr/>
        </p:nvSpPr>
        <p:spPr>
          <a:xfrm>
            <a:off x="4411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3" name=""/>
          <p:cNvSpPr/>
          <p:nvPr/>
        </p:nvSpPr>
        <p:spPr>
          <a:xfrm>
            <a:off x="4413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4" name=""/>
          <p:cNvSpPr/>
          <p:nvPr/>
        </p:nvSpPr>
        <p:spPr>
          <a:xfrm>
            <a:off x="4415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5" name=""/>
          <p:cNvSpPr/>
          <p:nvPr/>
        </p:nvSpPr>
        <p:spPr>
          <a:xfrm>
            <a:off x="4417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6" name=""/>
          <p:cNvSpPr/>
          <p:nvPr/>
        </p:nvSpPr>
        <p:spPr>
          <a:xfrm>
            <a:off x="4419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7" name=""/>
          <p:cNvSpPr/>
          <p:nvPr/>
        </p:nvSpPr>
        <p:spPr>
          <a:xfrm>
            <a:off x="4420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8" name=""/>
          <p:cNvSpPr/>
          <p:nvPr/>
        </p:nvSpPr>
        <p:spPr>
          <a:xfrm>
            <a:off x="4422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49" name=""/>
          <p:cNvSpPr/>
          <p:nvPr/>
        </p:nvSpPr>
        <p:spPr>
          <a:xfrm>
            <a:off x="44244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0" name=""/>
          <p:cNvSpPr/>
          <p:nvPr/>
        </p:nvSpPr>
        <p:spPr>
          <a:xfrm>
            <a:off x="4426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1" name=""/>
          <p:cNvSpPr/>
          <p:nvPr/>
        </p:nvSpPr>
        <p:spPr>
          <a:xfrm>
            <a:off x="4428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2" name=""/>
          <p:cNvSpPr/>
          <p:nvPr/>
        </p:nvSpPr>
        <p:spPr>
          <a:xfrm>
            <a:off x="4430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3" name=""/>
          <p:cNvSpPr/>
          <p:nvPr/>
        </p:nvSpPr>
        <p:spPr>
          <a:xfrm>
            <a:off x="4431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4" name=""/>
          <p:cNvSpPr/>
          <p:nvPr/>
        </p:nvSpPr>
        <p:spPr>
          <a:xfrm>
            <a:off x="4433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5" name=""/>
          <p:cNvSpPr/>
          <p:nvPr/>
        </p:nvSpPr>
        <p:spPr>
          <a:xfrm>
            <a:off x="4435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6" name=""/>
          <p:cNvSpPr/>
          <p:nvPr/>
        </p:nvSpPr>
        <p:spPr>
          <a:xfrm>
            <a:off x="4437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7" name=""/>
          <p:cNvSpPr/>
          <p:nvPr/>
        </p:nvSpPr>
        <p:spPr>
          <a:xfrm>
            <a:off x="4439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8" name=""/>
          <p:cNvSpPr/>
          <p:nvPr/>
        </p:nvSpPr>
        <p:spPr>
          <a:xfrm>
            <a:off x="4440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59" name=""/>
          <p:cNvSpPr/>
          <p:nvPr/>
        </p:nvSpPr>
        <p:spPr>
          <a:xfrm>
            <a:off x="4442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0" name=""/>
          <p:cNvSpPr/>
          <p:nvPr/>
        </p:nvSpPr>
        <p:spPr>
          <a:xfrm>
            <a:off x="4444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1" name=""/>
          <p:cNvSpPr/>
          <p:nvPr/>
        </p:nvSpPr>
        <p:spPr>
          <a:xfrm>
            <a:off x="4446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2" name=""/>
          <p:cNvSpPr/>
          <p:nvPr/>
        </p:nvSpPr>
        <p:spPr>
          <a:xfrm>
            <a:off x="4448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3" name=""/>
          <p:cNvSpPr/>
          <p:nvPr/>
        </p:nvSpPr>
        <p:spPr>
          <a:xfrm>
            <a:off x="4449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4" name=""/>
          <p:cNvSpPr/>
          <p:nvPr/>
        </p:nvSpPr>
        <p:spPr>
          <a:xfrm>
            <a:off x="4451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5" name=""/>
          <p:cNvSpPr/>
          <p:nvPr/>
        </p:nvSpPr>
        <p:spPr>
          <a:xfrm>
            <a:off x="44535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6" name=""/>
          <p:cNvSpPr/>
          <p:nvPr/>
        </p:nvSpPr>
        <p:spPr>
          <a:xfrm>
            <a:off x="4455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7" name=""/>
          <p:cNvSpPr/>
          <p:nvPr/>
        </p:nvSpPr>
        <p:spPr>
          <a:xfrm>
            <a:off x="4457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8" name=""/>
          <p:cNvSpPr/>
          <p:nvPr/>
        </p:nvSpPr>
        <p:spPr>
          <a:xfrm>
            <a:off x="4459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b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69" name=""/>
          <p:cNvSpPr/>
          <p:nvPr/>
        </p:nvSpPr>
        <p:spPr>
          <a:xfrm>
            <a:off x="4461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0" name=""/>
          <p:cNvSpPr/>
          <p:nvPr/>
        </p:nvSpPr>
        <p:spPr>
          <a:xfrm>
            <a:off x="4462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1" name=""/>
          <p:cNvSpPr/>
          <p:nvPr/>
        </p:nvSpPr>
        <p:spPr>
          <a:xfrm>
            <a:off x="4464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2" name=""/>
          <p:cNvSpPr/>
          <p:nvPr/>
        </p:nvSpPr>
        <p:spPr>
          <a:xfrm>
            <a:off x="4466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3" name=""/>
          <p:cNvSpPr/>
          <p:nvPr/>
        </p:nvSpPr>
        <p:spPr>
          <a:xfrm>
            <a:off x="4468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4" name=""/>
          <p:cNvSpPr/>
          <p:nvPr/>
        </p:nvSpPr>
        <p:spPr>
          <a:xfrm>
            <a:off x="4470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5" name=""/>
          <p:cNvSpPr/>
          <p:nvPr/>
        </p:nvSpPr>
        <p:spPr>
          <a:xfrm>
            <a:off x="4471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6" name=""/>
          <p:cNvSpPr/>
          <p:nvPr/>
        </p:nvSpPr>
        <p:spPr>
          <a:xfrm>
            <a:off x="4473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7" name=""/>
          <p:cNvSpPr/>
          <p:nvPr/>
        </p:nvSpPr>
        <p:spPr>
          <a:xfrm>
            <a:off x="4475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8" name=""/>
          <p:cNvSpPr/>
          <p:nvPr/>
        </p:nvSpPr>
        <p:spPr>
          <a:xfrm>
            <a:off x="4477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79" name=""/>
          <p:cNvSpPr/>
          <p:nvPr/>
        </p:nvSpPr>
        <p:spPr>
          <a:xfrm>
            <a:off x="4479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0" name=""/>
          <p:cNvSpPr/>
          <p:nvPr/>
        </p:nvSpPr>
        <p:spPr>
          <a:xfrm>
            <a:off x="4480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1" name=""/>
          <p:cNvSpPr/>
          <p:nvPr/>
        </p:nvSpPr>
        <p:spPr>
          <a:xfrm>
            <a:off x="4482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2" name=""/>
          <p:cNvSpPr/>
          <p:nvPr/>
        </p:nvSpPr>
        <p:spPr>
          <a:xfrm>
            <a:off x="44845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3" name=""/>
          <p:cNvSpPr/>
          <p:nvPr/>
        </p:nvSpPr>
        <p:spPr>
          <a:xfrm>
            <a:off x="4486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4" name=""/>
          <p:cNvSpPr/>
          <p:nvPr/>
        </p:nvSpPr>
        <p:spPr>
          <a:xfrm>
            <a:off x="4488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5" name=""/>
          <p:cNvSpPr/>
          <p:nvPr/>
        </p:nvSpPr>
        <p:spPr>
          <a:xfrm>
            <a:off x="4490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6" name=""/>
          <p:cNvSpPr/>
          <p:nvPr/>
        </p:nvSpPr>
        <p:spPr>
          <a:xfrm>
            <a:off x="4492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7" name=""/>
          <p:cNvSpPr/>
          <p:nvPr/>
        </p:nvSpPr>
        <p:spPr>
          <a:xfrm>
            <a:off x="4493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8" name=""/>
          <p:cNvSpPr/>
          <p:nvPr/>
        </p:nvSpPr>
        <p:spPr>
          <a:xfrm>
            <a:off x="4495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89" name=""/>
          <p:cNvSpPr/>
          <p:nvPr/>
        </p:nvSpPr>
        <p:spPr>
          <a:xfrm>
            <a:off x="4497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0" name=""/>
          <p:cNvSpPr/>
          <p:nvPr/>
        </p:nvSpPr>
        <p:spPr>
          <a:xfrm>
            <a:off x="4499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1" name=""/>
          <p:cNvSpPr/>
          <p:nvPr/>
        </p:nvSpPr>
        <p:spPr>
          <a:xfrm>
            <a:off x="4501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2" name=""/>
          <p:cNvSpPr/>
          <p:nvPr/>
        </p:nvSpPr>
        <p:spPr>
          <a:xfrm>
            <a:off x="4502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3" name=""/>
          <p:cNvSpPr/>
          <p:nvPr/>
        </p:nvSpPr>
        <p:spPr>
          <a:xfrm>
            <a:off x="4504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4" name=""/>
          <p:cNvSpPr/>
          <p:nvPr/>
        </p:nvSpPr>
        <p:spPr>
          <a:xfrm>
            <a:off x="4506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5" name=""/>
          <p:cNvSpPr/>
          <p:nvPr/>
        </p:nvSpPr>
        <p:spPr>
          <a:xfrm>
            <a:off x="4508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6" name=""/>
          <p:cNvSpPr/>
          <p:nvPr/>
        </p:nvSpPr>
        <p:spPr>
          <a:xfrm>
            <a:off x="4510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7" name=""/>
          <p:cNvSpPr/>
          <p:nvPr/>
        </p:nvSpPr>
        <p:spPr>
          <a:xfrm>
            <a:off x="4511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0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8" name=""/>
          <p:cNvSpPr/>
          <p:nvPr/>
        </p:nvSpPr>
        <p:spPr>
          <a:xfrm>
            <a:off x="4513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6999" name=""/>
          <p:cNvSpPr/>
          <p:nvPr/>
        </p:nvSpPr>
        <p:spPr>
          <a:xfrm>
            <a:off x="45154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e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0" name=""/>
          <p:cNvSpPr/>
          <p:nvPr/>
        </p:nvSpPr>
        <p:spPr>
          <a:xfrm>
            <a:off x="4517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1" name=""/>
          <p:cNvSpPr/>
          <p:nvPr/>
        </p:nvSpPr>
        <p:spPr>
          <a:xfrm>
            <a:off x="4519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c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2" name=""/>
          <p:cNvSpPr/>
          <p:nvPr/>
        </p:nvSpPr>
        <p:spPr>
          <a:xfrm>
            <a:off x="4521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b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3" name=""/>
          <p:cNvSpPr/>
          <p:nvPr/>
        </p:nvSpPr>
        <p:spPr>
          <a:xfrm>
            <a:off x="4523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4" name=""/>
          <p:cNvSpPr/>
          <p:nvPr/>
        </p:nvSpPr>
        <p:spPr>
          <a:xfrm>
            <a:off x="4524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9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5" name=""/>
          <p:cNvSpPr/>
          <p:nvPr/>
        </p:nvSpPr>
        <p:spPr>
          <a:xfrm>
            <a:off x="4526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6" name=""/>
          <p:cNvSpPr/>
          <p:nvPr/>
        </p:nvSpPr>
        <p:spPr>
          <a:xfrm>
            <a:off x="4528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7" name=""/>
          <p:cNvSpPr/>
          <p:nvPr/>
        </p:nvSpPr>
        <p:spPr>
          <a:xfrm>
            <a:off x="4530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8" name=""/>
          <p:cNvSpPr/>
          <p:nvPr/>
        </p:nvSpPr>
        <p:spPr>
          <a:xfrm>
            <a:off x="4532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09" name=""/>
          <p:cNvSpPr/>
          <p:nvPr/>
        </p:nvSpPr>
        <p:spPr>
          <a:xfrm>
            <a:off x="4533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0" name=""/>
          <p:cNvSpPr/>
          <p:nvPr/>
        </p:nvSpPr>
        <p:spPr>
          <a:xfrm>
            <a:off x="4535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1" name=""/>
          <p:cNvSpPr/>
          <p:nvPr/>
        </p:nvSpPr>
        <p:spPr>
          <a:xfrm>
            <a:off x="4537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2" name=""/>
          <p:cNvSpPr/>
          <p:nvPr/>
        </p:nvSpPr>
        <p:spPr>
          <a:xfrm>
            <a:off x="4539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3" name=""/>
          <p:cNvSpPr/>
          <p:nvPr/>
        </p:nvSpPr>
        <p:spPr>
          <a:xfrm>
            <a:off x="4541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4" name=""/>
          <p:cNvSpPr/>
          <p:nvPr/>
        </p:nvSpPr>
        <p:spPr>
          <a:xfrm>
            <a:off x="4542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f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5" name=""/>
          <p:cNvSpPr/>
          <p:nvPr/>
        </p:nvSpPr>
        <p:spPr>
          <a:xfrm>
            <a:off x="45446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6" name=""/>
          <p:cNvSpPr/>
          <p:nvPr/>
        </p:nvSpPr>
        <p:spPr>
          <a:xfrm>
            <a:off x="4546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7" name=""/>
          <p:cNvSpPr/>
          <p:nvPr/>
        </p:nvSpPr>
        <p:spPr>
          <a:xfrm>
            <a:off x="4548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8" name=""/>
          <p:cNvSpPr/>
          <p:nvPr/>
        </p:nvSpPr>
        <p:spPr>
          <a:xfrm>
            <a:off x="4550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19" name=""/>
          <p:cNvSpPr/>
          <p:nvPr/>
        </p:nvSpPr>
        <p:spPr>
          <a:xfrm>
            <a:off x="4552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0" name=""/>
          <p:cNvSpPr/>
          <p:nvPr/>
        </p:nvSpPr>
        <p:spPr>
          <a:xfrm>
            <a:off x="4554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1" name=""/>
          <p:cNvSpPr/>
          <p:nvPr/>
        </p:nvSpPr>
        <p:spPr>
          <a:xfrm>
            <a:off x="4555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2" name=""/>
          <p:cNvSpPr/>
          <p:nvPr/>
        </p:nvSpPr>
        <p:spPr>
          <a:xfrm>
            <a:off x="4557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3" name=""/>
          <p:cNvSpPr/>
          <p:nvPr/>
        </p:nvSpPr>
        <p:spPr>
          <a:xfrm>
            <a:off x="4559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4" name=""/>
          <p:cNvSpPr/>
          <p:nvPr/>
        </p:nvSpPr>
        <p:spPr>
          <a:xfrm>
            <a:off x="4561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5" name=""/>
          <p:cNvSpPr/>
          <p:nvPr/>
        </p:nvSpPr>
        <p:spPr>
          <a:xfrm>
            <a:off x="4563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6" name=""/>
          <p:cNvSpPr/>
          <p:nvPr/>
        </p:nvSpPr>
        <p:spPr>
          <a:xfrm>
            <a:off x="4564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7" name=""/>
          <p:cNvSpPr/>
          <p:nvPr/>
        </p:nvSpPr>
        <p:spPr>
          <a:xfrm>
            <a:off x="4566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8" name=""/>
          <p:cNvSpPr/>
          <p:nvPr/>
        </p:nvSpPr>
        <p:spPr>
          <a:xfrm>
            <a:off x="4568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29" name=""/>
          <p:cNvSpPr/>
          <p:nvPr/>
        </p:nvSpPr>
        <p:spPr>
          <a:xfrm>
            <a:off x="4570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0" name=""/>
          <p:cNvSpPr/>
          <p:nvPr/>
        </p:nvSpPr>
        <p:spPr>
          <a:xfrm>
            <a:off x="4572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1" name=""/>
          <p:cNvSpPr/>
          <p:nvPr/>
        </p:nvSpPr>
        <p:spPr>
          <a:xfrm>
            <a:off x="4573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2" name=""/>
          <p:cNvSpPr/>
          <p:nvPr/>
        </p:nvSpPr>
        <p:spPr>
          <a:xfrm>
            <a:off x="45756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3" name=""/>
          <p:cNvSpPr/>
          <p:nvPr/>
        </p:nvSpPr>
        <p:spPr>
          <a:xfrm>
            <a:off x="4577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4" name=""/>
          <p:cNvSpPr/>
          <p:nvPr/>
        </p:nvSpPr>
        <p:spPr>
          <a:xfrm>
            <a:off x="4579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5" name=""/>
          <p:cNvSpPr/>
          <p:nvPr/>
        </p:nvSpPr>
        <p:spPr>
          <a:xfrm>
            <a:off x="4581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6" name=""/>
          <p:cNvSpPr/>
          <p:nvPr/>
        </p:nvSpPr>
        <p:spPr>
          <a:xfrm>
            <a:off x="4583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7" name=""/>
          <p:cNvSpPr/>
          <p:nvPr/>
        </p:nvSpPr>
        <p:spPr>
          <a:xfrm>
            <a:off x="4584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8" name=""/>
          <p:cNvSpPr/>
          <p:nvPr/>
        </p:nvSpPr>
        <p:spPr>
          <a:xfrm>
            <a:off x="4586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39" name=""/>
          <p:cNvSpPr/>
          <p:nvPr/>
        </p:nvSpPr>
        <p:spPr>
          <a:xfrm>
            <a:off x="4588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0" name=""/>
          <p:cNvSpPr/>
          <p:nvPr/>
        </p:nvSpPr>
        <p:spPr>
          <a:xfrm>
            <a:off x="4590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1" name=""/>
          <p:cNvSpPr/>
          <p:nvPr/>
        </p:nvSpPr>
        <p:spPr>
          <a:xfrm>
            <a:off x="4592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2" name=""/>
          <p:cNvSpPr/>
          <p:nvPr/>
        </p:nvSpPr>
        <p:spPr>
          <a:xfrm>
            <a:off x="4593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3" name=""/>
          <p:cNvSpPr/>
          <p:nvPr/>
        </p:nvSpPr>
        <p:spPr>
          <a:xfrm>
            <a:off x="4595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4" name=""/>
          <p:cNvSpPr/>
          <p:nvPr/>
        </p:nvSpPr>
        <p:spPr>
          <a:xfrm>
            <a:off x="4597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5" name=""/>
          <p:cNvSpPr/>
          <p:nvPr/>
        </p:nvSpPr>
        <p:spPr>
          <a:xfrm>
            <a:off x="4599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6" name=""/>
          <p:cNvSpPr/>
          <p:nvPr/>
        </p:nvSpPr>
        <p:spPr>
          <a:xfrm>
            <a:off x="4601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7" name=""/>
          <p:cNvSpPr/>
          <p:nvPr/>
        </p:nvSpPr>
        <p:spPr>
          <a:xfrm>
            <a:off x="4602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8" name=""/>
          <p:cNvSpPr/>
          <p:nvPr/>
        </p:nvSpPr>
        <p:spPr>
          <a:xfrm>
            <a:off x="46047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49" name=""/>
          <p:cNvSpPr/>
          <p:nvPr/>
        </p:nvSpPr>
        <p:spPr>
          <a:xfrm>
            <a:off x="4606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50" name=""/>
          <p:cNvSpPr/>
          <p:nvPr/>
        </p:nvSpPr>
        <p:spPr>
          <a:xfrm>
            <a:off x="4608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51" name=""/>
          <p:cNvSpPr/>
          <p:nvPr/>
        </p:nvSpPr>
        <p:spPr>
          <a:xfrm>
            <a:off x="4610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52" name=""/>
          <p:cNvSpPr/>
          <p:nvPr/>
        </p:nvSpPr>
        <p:spPr>
          <a:xfrm>
            <a:off x="4145760" y="4507200"/>
            <a:ext cx="466920" cy="349200"/>
          </a:xfrm>
          <a:custGeom>
            <a:avLst/>
            <a:gdLst/>
            <a:ahLst/>
            <a:rect l="0" t="0" r="r" b="b"/>
            <a:pathLst>
              <a:path w="1297" h="970">
                <a:moveTo>
                  <a:pt x="0" y="970"/>
                </a:moveTo>
                <a:lnTo>
                  <a:pt x="1297" y="970"/>
                </a:lnTo>
                <a:lnTo>
                  <a:pt x="1297" y="0"/>
                </a:lnTo>
                <a:lnTo>
                  <a:pt x="0" y="0"/>
                </a:lnTo>
                <a:lnTo>
                  <a:pt x="0" y="97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053" name=""/>
          <p:cNvSpPr/>
          <p:nvPr/>
        </p:nvSpPr>
        <p:spPr>
          <a:xfrm>
            <a:off x="5016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54" name=""/>
          <p:cNvSpPr/>
          <p:nvPr/>
        </p:nvSpPr>
        <p:spPr>
          <a:xfrm>
            <a:off x="5018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55" name=""/>
          <p:cNvSpPr/>
          <p:nvPr/>
        </p:nvSpPr>
        <p:spPr>
          <a:xfrm>
            <a:off x="5019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56" name=""/>
          <p:cNvSpPr/>
          <p:nvPr/>
        </p:nvSpPr>
        <p:spPr>
          <a:xfrm>
            <a:off x="5021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57" name=""/>
          <p:cNvSpPr/>
          <p:nvPr/>
        </p:nvSpPr>
        <p:spPr>
          <a:xfrm>
            <a:off x="5023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58" name=""/>
          <p:cNvSpPr/>
          <p:nvPr/>
        </p:nvSpPr>
        <p:spPr>
          <a:xfrm>
            <a:off x="5025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59" name=""/>
          <p:cNvSpPr/>
          <p:nvPr/>
        </p:nvSpPr>
        <p:spPr>
          <a:xfrm>
            <a:off x="5027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0" name=""/>
          <p:cNvSpPr/>
          <p:nvPr/>
        </p:nvSpPr>
        <p:spPr>
          <a:xfrm>
            <a:off x="5028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1" name=""/>
          <p:cNvSpPr/>
          <p:nvPr/>
        </p:nvSpPr>
        <p:spPr>
          <a:xfrm>
            <a:off x="5030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2" name=""/>
          <p:cNvSpPr/>
          <p:nvPr/>
        </p:nvSpPr>
        <p:spPr>
          <a:xfrm>
            <a:off x="5032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3" name=""/>
          <p:cNvSpPr/>
          <p:nvPr/>
        </p:nvSpPr>
        <p:spPr>
          <a:xfrm>
            <a:off x="5034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4" name=""/>
          <p:cNvSpPr/>
          <p:nvPr/>
        </p:nvSpPr>
        <p:spPr>
          <a:xfrm>
            <a:off x="5036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5" name=""/>
          <p:cNvSpPr/>
          <p:nvPr/>
        </p:nvSpPr>
        <p:spPr>
          <a:xfrm>
            <a:off x="50378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6" name=""/>
          <p:cNvSpPr/>
          <p:nvPr/>
        </p:nvSpPr>
        <p:spPr>
          <a:xfrm>
            <a:off x="5040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7" name=""/>
          <p:cNvSpPr/>
          <p:nvPr/>
        </p:nvSpPr>
        <p:spPr>
          <a:xfrm>
            <a:off x="5041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8" name=""/>
          <p:cNvSpPr/>
          <p:nvPr/>
        </p:nvSpPr>
        <p:spPr>
          <a:xfrm>
            <a:off x="5043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69" name=""/>
          <p:cNvSpPr/>
          <p:nvPr/>
        </p:nvSpPr>
        <p:spPr>
          <a:xfrm>
            <a:off x="5045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0" name=""/>
          <p:cNvSpPr/>
          <p:nvPr/>
        </p:nvSpPr>
        <p:spPr>
          <a:xfrm>
            <a:off x="5047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4f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1" name=""/>
          <p:cNvSpPr/>
          <p:nvPr/>
        </p:nvSpPr>
        <p:spPr>
          <a:xfrm>
            <a:off x="5049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2" name=""/>
          <p:cNvSpPr/>
          <p:nvPr/>
        </p:nvSpPr>
        <p:spPr>
          <a:xfrm>
            <a:off x="5050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3" name=""/>
          <p:cNvSpPr/>
          <p:nvPr/>
        </p:nvSpPr>
        <p:spPr>
          <a:xfrm>
            <a:off x="5052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4" name=""/>
          <p:cNvSpPr/>
          <p:nvPr/>
        </p:nvSpPr>
        <p:spPr>
          <a:xfrm>
            <a:off x="5054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5" name=""/>
          <p:cNvSpPr/>
          <p:nvPr/>
        </p:nvSpPr>
        <p:spPr>
          <a:xfrm>
            <a:off x="5056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6" name=""/>
          <p:cNvSpPr/>
          <p:nvPr/>
        </p:nvSpPr>
        <p:spPr>
          <a:xfrm>
            <a:off x="5058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7" name=""/>
          <p:cNvSpPr/>
          <p:nvPr/>
        </p:nvSpPr>
        <p:spPr>
          <a:xfrm>
            <a:off x="5059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8" name=""/>
          <p:cNvSpPr/>
          <p:nvPr/>
        </p:nvSpPr>
        <p:spPr>
          <a:xfrm>
            <a:off x="50616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79" name=""/>
          <p:cNvSpPr/>
          <p:nvPr/>
        </p:nvSpPr>
        <p:spPr>
          <a:xfrm>
            <a:off x="5063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0" name=""/>
          <p:cNvSpPr/>
          <p:nvPr/>
        </p:nvSpPr>
        <p:spPr>
          <a:xfrm>
            <a:off x="5065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1" name=""/>
          <p:cNvSpPr/>
          <p:nvPr/>
        </p:nvSpPr>
        <p:spPr>
          <a:xfrm>
            <a:off x="5067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2" name=""/>
          <p:cNvSpPr/>
          <p:nvPr/>
        </p:nvSpPr>
        <p:spPr>
          <a:xfrm>
            <a:off x="5069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3" name=""/>
          <p:cNvSpPr/>
          <p:nvPr/>
        </p:nvSpPr>
        <p:spPr>
          <a:xfrm>
            <a:off x="5070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4" name=""/>
          <p:cNvSpPr/>
          <p:nvPr/>
        </p:nvSpPr>
        <p:spPr>
          <a:xfrm>
            <a:off x="5072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5" name=""/>
          <p:cNvSpPr/>
          <p:nvPr/>
        </p:nvSpPr>
        <p:spPr>
          <a:xfrm>
            <a:off x="5074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6" name=""/>
          <p:cNvSpPr/>
          <p:nvPr/>
        </p:nvSpPr>
        <p:spPr>
          <a:xfrm>
            <a:off x="5076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7" name=""/>
          <p:cNvSpPr/>
          <p:nvPr/>
        </p:nvSpPr>
        <p:spPr>
          <a:xfrm>
            <a:off x="5078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8" name=""/>
          <p:cNvSpPr/>
          <p:nvPr/>
        </p:nvSpPr>
        <p:spPr>
          <a:xfrm>
            <a:off x="5079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89" name=""/>
          <p:cNvSpPr/>
          <p:nvPr/>
        </p:nvSpPr>
        <p:spPr>
          <a:xfrm>
            <a:off x="5081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0" name=""/>
          <p:cNvSpPr/>
          <p:nvPr/>
        </p:nvSpPr>
        <p:spPr>
          <a:xfrm>
            <a:off x="5083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5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1" name=""/>
          <p:cNvSpPr/>
          <p:nvPr/>
        </p:nvSpPr>
        <p:spPr>
          <a:xfrm>
            <a:off x="50853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2" name=""/>
          <p:cNvSpPr/>
          <p:nvPr/>
        </p:nvSpPr>
        <p:spPr>
          <a:xfrm>
            <a:off x="5087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3" name=""/>
          <p:cNvSpPr/>
          <p:nvPr/>
        </p:nvSpPr>
        <p:spPr>
          <a:xfrm>
            <a:off x="5089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4" name=""/>
          <p:cNvSpPr/>
          <p:nvPr/>
        </p:nvSpPr>
        <p:spPr>
          <a:xfrm>
            <a:off x="5091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5" name=""/>
          <p:cNvSpPr/>
          <p:nvPr/>
        </p:nvSpPr>
        <p:spPr>
          <a:xfrm>
            <a:off x="5092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6" name=""/>
          <p:cNvSpPr/>
          <p:nvPr/>
        </p:nvSpPr>
        <p:spPr>
          <a:xfrm>
            <a:off x="5094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7" name=""/>
          <p:cNvSpPr/>
          <p:nvPr/>
        </p:nvSpPr>
        <p:spPr>
          <a:xfrm>
            <a:off x="5096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8" name=""/>
          <p:cNvSpPr/>
          <p:nvPr/>
        </p:nvSpPr>
        <p:spPr>
          <a:xfrm>
            <a:off x="5098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099" name=""/>
          <p:cNvSpPr/>
          <p:nvPr/>
        </p:nvSpPr>
        <p:spPr>
          <a:xfrm>
            <a:off x="5100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0" name=""/>
          <p:cNvSpPr/>
          <p:nvPr/>
        </p:nvSpPr>
        <p:spPr>
          <a:xfrm>
            <a:off x="5101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9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1" name=""/>
          <p:cNvSpPr/>
          <p:nvPr/>
        </p:nvSpPr>
        <p:spPr>
          <a:xfrm>
            <a:off x="5103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2" name=""/>
          <p:cNvSpPr/>
          <p:nvPr/>
        </p:nvSpPr>
        <p:spPr>
          <a:xfrm>
            <a:off x="5105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b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3" name=""/>
          <p:cNvSpPr/>
          <p:nvPr/>
        </p:nvSpPr>
        <p:spPr>
          <a:xfrm>
            <a:off x="5107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c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4" name=""/>
          <p:cNvSpPr/>
          <p:nvPr/>
        </p:nvSpPr>
        <p:spPr>
          <a:xfrm>
            <a:off x="51091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5" name=""/>
          <p:cNvSpPr/>
          <p:nvPr/>
        </p:nvSpPr>
        <p:spPr>
          <a:xfrm>
            <a:off x="5111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6" name=""/>
          <p:cNvSpPr/>
          <p:nvPr/>
        </p:nvSpPr>
        <p:spPr>
          <a:xfrm>
            <a:off x="5113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70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7" name=""/>
          <p:cNvSpPr/>
          <p:nvPr/>
        </p:nvSpPr>
        <p:spPr>
          <a:xfrm>
            <a:off x="5114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8" name=""/>
          <p:cNvSpPr/>
          <p:nvPr/>
        </p:nvSpPr>
        <p:spPr>
          <a:xfrm>
            <a:off x="5116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09" name=""/>
          <p:cNvSpPr/>
          <p:nvPr/>
        </p:nvSpPr>
        <p:spPr>
          <a:xfrm>
            <a:off x="5118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0" name=""/>
          <p:cNvSpPr/>
          <p:nvPr/>
        </p:nvSpPr>
        <p:spPr>
          <a:xfrm>
            <a:off x="5120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1" name=""/>
          <p:cNvSpPr/>
          <p:nvPr/>
        </p:nvSpPr>
        <p:spPr>
          <a:xfrm>
            <a:off x="5122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2" name=""/>
          <p:cNvSpPr/>
          <p:nvPr/>
        </p:nvSpPr>
        <p:spPr>
          <a:xfrm>
            <a:off x="5123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3" name=""/>
          <p:cNvSpPr/>
          <p:nvPr/>
        </p:nvSpPr>
        <p:spPr>
          <a:xfrm>
            <a:off x="5125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4" name=""/>
          <p:cNvSpPr/>
          <p:nvPr/>
        </p:nvSpPr>
        <p:spPr>
          <a:xfrm>
            <a:off x="5127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5" name=""/>
          <p:cNvSpPr/>
          <p:nvPr/>
        </p:nvSpPr>
        <p:spPr>
          <a:xfrm>
            <a:off x="5129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6" name=""/>
          <p:cNvSpPr/>
          <p:nvPr/>
        </p:nvSpPr>
        <p:spPr>
          <a:xfrm>
            <a:off x="5131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a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7" name=""/>
          <p:cNvSpPr/>
          <p:nvPr/>
        </p:nvSpPr>
        <p:spPr>
          <a:xfrm>
            <a:off x="51328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8" name=""/>
          <p:cNvSpPr/>
          <p:nvPr/>
        </p:nvSpPr>
        <p:spPr>
          <a:xfrm>
            <a:off x="5135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19" name=""/>
          <p:cNvSpPr/>
          <p:nvPr/>
        </p:nvSpPr>
        <p:spPr>
          <a:xfrm>
            <a:off x="5136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0" name=""/>
          <p:cNvSpPr/>
          <p:nvPr/>
        </p:nvSpPr>
        <p:spPr>
          <a:xfrm>
            <a:off x="5138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1" name=""/>
          <p:cNvSpPr/>
          <p:nvPr/>
        </p:nvSpPr>
        <p:spPr>
          <a:xfrm>
            <a:off x="5140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2" name=""/>
          <p:cNvSpPr/>
          <p:nvPr/>
        </p:nvSpPr>
        <p:spPr>
          <a:xfrm>
            <a:off x="5142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3" name=""/>
          <p:cNvSpPr/>
          <p:nvPr/>
        </p:nvSpPr>
        <p:spPr>
          <a:xfrm>
            <a:off x="5144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4" name=""/>
          <p:cNvSpPr/>
          <p:nvPr/>
        </p:nvSpPr>
        <p:spPr>
          <a:xfrm>
            <a:off x="5145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5" name=""/>
          <p:cNvSpPr/>
          <p:nvPr/>
        </p:nvSpPr>
        <p:spPr>
          <a:xfrm>
            <a:off x="5147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6" name=""/>
          <p:cNvSpPr/>
          <p:nvPr/>
        </p:nvSpPr>
        <p:spPr>
          <a:xfrm>
            <a:off x="5149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3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7" name=""/>
          <p:cNvSpPr/>
          <p:nvPr/>
        </p:nvSpPr>
        <p:spPr>
          <a:xfrm>
            <a:off x="5151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8" name=""/>
          <p:cNvSpPr/>
          <p:nvPr/>
        </p:nvSpPr>
        <p:spPr>
          <a:xfrm>
            <a:off x="5153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29" name=""/>
          <p:cNvSpPr/>
          <p:nvPr/>
        </p:nvSpPr>
        <p:spPr>
          <a:xfrm>
            <a:off x="5154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0" name=""/>
          <p:cNvSpPr/>
          <p:nvPr/>
        </p:nvSpPr>
        <p:spPr>
          <a:xfrm>
            <a:off x="5156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1" name=""/>
          <p:cNvSpPr/>
          <p:nvPr/>
        </p:nvSpPr>
        <p:spPr>
          <a:xfrm>
            <a:off x="51584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2" name=""/>
          <p:cNvSpPr/>
          <p:nvPr/>
        </p:nvSpPr>
        <p:spPr>
          <a:xfrm>
            <a:off x="5160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3" name=""/>
          <p:cNvSpPr/>
          <p:nvPr/>
        </p:nvSpPr>
        <p:spPr>
          <a:xfrm>
            <a:off x="5162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4" name=""/>
          <p:cNvSpPr/>
          <p:nvPr/>
        </p:nvSpPr>
        <p:spPr>
          <a:xfrm>
            <a:off x="5164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5" name=""/>
          <p:cNvSpPr/>
          <p:nvPr/>
        </p:nvSpPr>
        <p:spPr>
          <a:xfrm>
            <a:off x="5166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6" name=""/>
          <p:cNvSpPr/>
          <p:nvPr/>
        </p:nvSpPr>
        <p:spPr>
          <a:xfrm>
            <a:off x="5167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b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7" name=""/>
          <p:cNvSpPr/>
          <p:nvPr/>
        </p:nvSpPr>
        <p:spPr>
          <a:xfrm>
            <a:off x="5169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8" name=""/>
          <p:cNvSpPr/>
          <p:nvPr/>
        </p:nvSpPr>
        <p:spPr>
          <a:xfrm>
            <a:off x="5171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39" name=""/>
          <p:cNvSpPr/>
          <p:nvPr/>
        </p:nvSpPr>
        <p:spPr>
          <a:xfrm>
            <a:off x="5173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0" name=""/>
          <p:cNvSpPr/>
          <p:nvPr/>
        </p:nvSpPr>
        <p:spPr>
          <a:xfrm>
            <a:off x="5175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1" name=""/>
          <p:cNvSpPr/>
          <p:nvPr/>
        </p:nvSpPr>
        <p:spPr>
          <a:xfrm>
            <a:off x="5176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2" name=""/>
          <p:cNvSpPr/>
          <p:nvPr/>
        </p:nvSpPr>
        <p:spPr>
          <a:xfrm>
            <a:off x="5178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3" name=""/>
          <p:cNvSpPr/>
          <p:nvPr/>
        </p:nvSpPr>
        <p:spPr>
          <a:xfrm>
            <a:off x="5180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4" name=""/>
          <p:cNvSpPr/>
          <p:nvPr/>
        </p:nvSpPr>
        <p:spPr>
          <a:xfrm>
            <a:off x="51822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5" name=""/>
          <p:cNvSpPr/>
          <p:nvPr/>
        </p:nvSpPr>
        <p:spPr>
          <a:xfrm>
            <a:off x="5184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6" name=""/>
          <p:cNvSpPr/>
          <p:nvPr/>
        </p:nvSpPr>
        <p:spPr>
          <a:xfrm>
            <a:off x="5186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7" name=""/>
          <p:cNvSpPr/>
          <p:nvPr/>
        </p:nvSpPr>
        <p:spPr>
          <a:xfrm>
            <a:off x="5187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8" name=""/>
          <p:cNvSpPr/>
          <p:nvPr/>
        </p:nvSpPr>
        <p:spPr>
          <a:xfrm>
            <a:off x="5189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49" name=""/>
          <p:cNvSpPr/>
          <p:nvPr/>
        </p:nvSpPr>
        <p:spPr>
          <a:xfrm>
            <a:off x="5191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0" name=""/>
          <p:cNvSpPr/>
          <p:nvPr/>
        </p:nvSpPr>
        <p:spPr>
          <a:xfrm>
            <a:off x="5193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1" name=""/>
          <p:cNvSpPr/>
          <p:nvPr/>
        </p:nvSpPr>
        <p:spPr>
          <a:xfrm>
            <a:off x="5195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2" name=""/>
          <p:cNvSpPr/>
          <p:nvPr/>
        </p:nvSpPr>
        <p:spPr>
          <a:xfrm>
            <a:off x="5196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3" name=""/>
          <p:cNvSpPr/>
          <p:nvPr/>
        </p:nvSpPr>
        <p:spPr>
          <a:xfrm>
            <a:off x="5198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4" name=""/>
          <p:cNvSpPr/>
          <p:nvPr/>
        </p:nvSpPr>
        <p:spPr>
          <a:xfrm>
            <a:off x="5200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5" name=""/>
          <p:cNvSpPr/>
          <p:nvPr/>
        </p:nvSpPr>
        <p:spPr>
          <a:xfrm>
            <a:off x="5202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6" name=""/>
          <p:cNvSpPr/>
          <p:nvPr/>
        </p:nvSpPr>
        <p:spPr>
          <a:xfrm>
            <a:off x="5204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7" name=""/>
          <p:cNvSpPr/>
          <p:nvPr/>
        </p:nvSpPr>
        <p:spPr>
          <a:xfrm>
            <a:off x="52059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8" name=""/>
          <p:cNvSpPr/>
          <p:nvPr/>
        </p:nvSpPr>
        <p:spPr>
          <a:xfrm>
            <a:off x="5208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59" name=""/>
          <p:cNvSpPr/>
          <p:nvPr/>
        </p:nvSpPr>
        <p:spPr>
          <a:xfrm>
            <a:off x="5209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0" name=""/>
          <p:cNvSpPr/>
          <p:nvPr/>
        </p:nvSpPr>
        <p:spPr>
          <a:xfrm>
            <a:off x="5211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1" name=""/>
          <p:cNvSpPr/>
          <p:nvPr/>
        </p:nvSpPr>
        <p:spPr>
          <a:xfrm>
            <a:off x="5213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2" name=""/>
          <p:cNvSpPr/>
          <p:nvPr/>
        </p:nvSpPr>
        <p:spPr>
          <a:xfrm>
            <a:off x="5215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3" name=""/>
          <p:cNvSpPr/>
          <p:nvPr/>
        </p:nvSpPr>
        <p:spPr>
          <a:xfrm>
            <a:off x="521712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4" name=""/>
          <p:cNvSpPr/>
          <p:nvPr/>
        </p:nvSpPr>
        <p:spPr>
          <a:xfrm>
            <a:off x="5220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5" name=""/>
          <p:cNvSpPr/>
          <p:nvPr/>
        </p:nvSpPr>
        <p:spPr>
          <a:xfrm>
            <a:off x="5222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6" name=""/>
          <p:cNvSpPr/>
          <p:nvPr/>
        </p:nvSpPr>
        <p:spPr>
          <a:xfrm>
            <a:off x="522432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7" name=""/>
          <p:cNvSpPr/>
          <p:nvPr/>
        </p:nvSpPr>
        <p:spPr>
          <a:xfrm>
            <a:off x="5227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8" name=""/>
          <p:cNvSpPr/>
          <p:nvPr/>
        </p:nvSpPr>
        <p:spPr>
          <a:xfrm>
            <a:off x="52297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69" name=""/>
          <p:cNvSpPr/>
          <p:nvPr/>
        </p:nvSpPr>
        <p:spPr>
          <a:xfrm>
            <a:off x="5231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0" name=""/>
          <p:cNvSpPr/>
          <p:nvPr/>
        </p:nvSpPr>
        <p:spPr>
          <a:xfrm>
            <a:off x="5233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1" name=""/>
          <p:cNvSpPr/>
          <p:nvPr/>
        </p:nvSpPr>
        <p:spPr>
          <a:xfrm>
            <a:off x="5235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2" name=""/>
          <p:cNvSpPr/>
          <p:nvPr/>
        </p:nvSpPr>
        <p:spPr>
          <a:xfrm>
            <a:off x="5237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3" name=""/>
          <p:cNvSpPr/>
          <p:nvPr/>
        </p:nvSpPr>
        <p:spPr>
          <a:xfrm>
            <a:off x="5239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4" name=""/>
          <p:cNvSpPr/>
          <p:nvPr/>
        </p:nvSpPr>
        <p:spPr>
          <a:xfrm>
            <a:off x="5240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5" name=""/>
          <p:cNvSpPr/>
          <p:nvPr/>
        </p:nvSpPr>
        <p:spPr>
          <a:xfrm>
            <a:off x="5242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6" name=""/>
          <p:cNvSpPr/>
          <p:nvPr/>
        </p:nvSpPr>
        <p:spPr>
          <a:xfrm>
            <a:off x="5244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7" name=""/>
          <p:cNvSpPr/>
          <p:nvPr/>
        </p:nvSpPr>
        <p:spPr>
          <a:xfrm>
            <a:off x="524628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8" name=""/>
          <p:cNvSpPr/>
          <p:nvPr/>
        </p:nvSpPr>
        <p:spPr>
          <a:xfrm>
            <a:off x="5249880" y="4507200"/>
            <a:ext cx="7920" cy="349200"/>
          </a:xfrm>
          <a:custGeom>
            <a:avLst/>
            <a:gdLst/>
            <a:ahLst/>
            <a:rect l="0" t="0" r="r" b="b"/>
            <a:pathLst>
              <a:path w="22" h="970">
                <a:moveTo>
                  <a:pt x="0" y="970"/>
                </a:moveTo>
                <a:lnTo>
                  <a:pt x="0" y="0"/>
                </a:lnTo>
                <a:lnTo>
                  <a:pt x="22" y="0"/>
                </a:lnTo>
                <a:lnTo>
                  <a:pt x="2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79" name=""/>
          <p:cNvSpPr/>
          <p:nvPr/>
        </p:nvSpPr>
        <p:spPr>
          <a:xfrm>
            <a:off x="5257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0" name=""/>
          <p:cNvSpPr/>
          <p:nvPr/>
        </p:nvSpPr>
        <p:spPr>
          <a:xfrm>
            <a:off x="5259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1" name=""/>
          <p:cNvSpPr/>
          <p:nvPr/>
        </p:nvSpPr>
        <p:spPr>
          <a:xfrm>
            <a:off x="526104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2" name=""/>
          <p:cNvSpPr/>
          <p:nvPr/>
        </p:nvSpPr>
        <p:spPr>
          <a:xfrm>
            <a:off x="5264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3" name=""/>
          <p:cNvSpPr/>
          <p:nvPr/>
        </p:nvSpPr>
        <p:spPr>
          <a:xfrm>
            <a:off x="5266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4" name=""/>
          <p:cNvSpPr/>
          <p:nvPr/>
        </p:nvSpPr>
        <p:spPr>
          <a:xfrm>
            <a:off x="5268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5" name=""/>
          <p:cNvSpPr/>
          <p:nvPr/>
        </p:nvSpPr>
        <p:spPr>
          <a:xfrm>
            <a:off x="5270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6" name=""/>
          <p:cNvSpPr/>
          <p:nvPr/>
        </p:nvSpPr>
        <p:spPr>
          <a:xfrm>
            <a:off x="5271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7" name=""/>
          <p:cNvSpPr/>
          <p:nvPr/>
        </p:nvSpPr>
        <p:spPr>
          <a:xfrm>
            <a:off x="5273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8" name=""/>
          <p:cNvSpPr/>
          <p:nvPr/>
        </p:nvSpPr>
        <p:spPr>
          <a:xfrm>
            <a:off x="5275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89" name=""/>
          <p:cNvSpPr/>
          <p:nvPr/>
        </p:nvSpPr>
        <p:spPr>
          <a:xfrm>
            <a:off x="52772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0" name=""/>
          <p:cNvSpPr/>
          <p:nvPr/>
        </p:nvSpPr>
        <p:spPr>
          <a:xfrm>
            <a:off x="527940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1" name=""/>
          <p:cNvSpPr/>
          <p:nvPr/>
        </p:nvSpPr>
        <p:spPr>
          <a:xfrm>
            <a:off x="5283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2" name=""/>
          <p:cNvSpPr/>
          <p:nvPr/>
        </p:nvSpPr>
        <p:spPr>
          <a:xfrm>
            <a:off x="5284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3" name=""/>
          <p:cNvSpPr/>
          <p:nvPr/>
        </p:nvSpPr>
        <p:spPr>
          <a:xfrm>
            <a:off x="5286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4" name=""/>
          <p:cNvSpPr/>
          <p:nvPr/>
        </p:nvSpPr>
        <p:spPr>
          <a:xfrm>
            <a:off x="5288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5" name=""/>
          <p:cNvSpPr/>
          <p:nvPr/>
        </p:nvSpPr>
        <p:spPr>
          <a:xfrm>
            <a:off x="5290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6" name=""/>
          <p:cNvSpPr/>
          <p:nvPr/>
        </p:nvSpPr>
        <p:spPr>
          <a:xfrm>
            <a:off x="5292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7" name=""/>
          <p:cNvSpPr/>
          <p:nvPr/>
        </p:nvSpPr>
        <p:spPr>
          <a:xfrm>
            <a:off x="5293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8" name=""/>
          <p:cNvSpPr/>
          <p:nvPr/>
        </p:nvSpPr>
        <p:spPr>
          <a:xfrm>
            <a:off x="5295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199" name=""/>
          <p:cNvSpPr/>
          <p:nvPr/>
        </p:nvSpPr>
        <p:spPr>
          <a:xfrm>
            <a:off x="5297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0" name=""/>
          <p:cNvSpPr/>
          <p:nvPr/>
        </p:nvSpPr>
        <p:spPr>
          <a:xfrm>
            <a:off x="5299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1" name=""/>
          <p:cNvSpPr/>
          <p:nvPr/>
        </p:nvSpPr>
        <p:spPr>
          <a:xfrm>
            <a:off x="53010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2" name=""/>
          <p:cNvSpPr/>
          <p:nvPr/>
        </p:nvSpPr>
        <p:spPr>
          <a:xfrm>
            <a:off x="5303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3" name=""/>
          <p:cNvSpPr/>
          <p:nvPr/>
        </p:nvSpPr>
        <p:spPr>
          <a:xfrm>
            <a:off x="5304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4" name=""/>
          <p:cNvSpPr/>
          <p:nvPr/>
        </p:nvSpPr>
        <p:spPr>
          <a:xfrm>
            <a:off x="5306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5" name=""/>
          <p:cNvSpPr/>
          <p:nvPr/>
        </p:nvSpPr>
        <p:spPr>
          <a:xfrm>
            <a:off x="5308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6" name=""/>
          <p:cNvSpPr/>
          <p:nvPr/>
        </p:nvSpPr>
        <p:spPr>
          <a:xfrm>
            <a:off x="5310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7" name=""/>
          <p:cNvSpPr/>
          <p:nvPr/>
        </p:nvSpPr>
        <p:spPr>
          <a:xfrm>
            <a:off x="5312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8" name=""/>
          <p:cNvSpPr/>
          <p:nvPr/>
        </p:nvSpPr>
        <p:spPr>
          <a:xfrm>
            <a:off x="5313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09" name=""/>
          <p:cNvSpPr/>
          <p:nvPr/>
        </p:nvSpPr>
        <p:spPr>
          <a:xfrm>
            <a:off x="5315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0" name=""/>
          <p:cNvSpPr/>
          <p:nvPr/>
        </p:nvSpPr>
        <p:spPr>
          <a:xfrm>
            <a:off x="5317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1" name=""/>
          <p:cNvSpPr/>
          <p:nvPr/>
        </p:nvSpPr>
        <p:spPr>
          <a:xfrm>
            <a:off x="5319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2" name=""/>
          <p:cNvSpPr/>
          <p:nvPr/>
        </p:nvSpPr>
        <p:spPr>
          <a:xfrm>
            <a:off x="5321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3" name=""/>
          <p:cNvSpPr/>
          <p:nvPr/>
        </p:nvSpPr>
        <p:spPr>
          <a:xfrm>
            <a:off x="5322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4" name=""/>
          <p:cNvSpPr/>
          <p:nvPr/>
        </p:nvSpPr>
        <p:spPr>
          <a:xfrm>
            <a:off x="53247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5" name=""/>
          <p:cNvSpPr/>
          <p:nvPr/>
        </p:nvSpPr>
        <p:spPr>
          <a:xfrm>
            <a:off x="5326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6" name=""/>
          <p:cNvSpPr/>
          <p:nvPr/>
        </p:nvSpPr>
        <p:spPr>
          <a:xfrm>
            <a:off x="5328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7" name=""/>
          <p:cNvSpPr/>
          <p:nvPr/>
        </p:nvSpPr>
        <p:spPr>
          <a:xfrm>
            <a:off x="5330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b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8" name=""/>
          <p:cNvSpPr/>
          <p:nvPr/>
        </p:nvSpPr>
        <p:spPr>
          <a:xfrm>
            <a:off x="5332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19" name=""/>
          <p:cNvSpPr/>
          <p:nvPr/>
        </p:nvSpPr>
        <p:spPr>
          <a:xfrm>
            <a:off x="5334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0" name=""/>
          <p:cNvSpPr/>
          <p:nvPr/>
        </p:nvSpPr>
        <p:spPr>
          <a:xfrm>
            <a:off x="5335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1" name=""/>
          <p:cNvSpPr/>
          <p:nvPr/>
        </p:nvSpPr>
        <p:spPr>
          <a:xfrm>
            <a:off x="5337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2" name=""/>
          <p:cNvSpPr/>
          <p:nvPr/>
        </p:nvSpPr>
        <p:spPr>
          <a:xfrm>
            <a:off x="5339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3" name=""/>
          <p:cNvSpPr/>
          <p:nvPr/>
        </p:nvSpPr>
        <p:spPr>
          <a:xfrm>
            <a:off x="5341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4" name=""/>
          <p:cNvSpPr/>
          <p:nvPr/>
        </p:nvSpPr>
        <p:spPr>
          <a:xfrm>
            <a:off x="5343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5" name=""/>
          <p:cNvSpPr/>
          <p:nvPr/>
        </p:nvSpPr>
        <p:spPr>
          <a:xfrm>
            <a:off x="5344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6" name=""/>
          <p:cNvSpPr/>
          <p:nvPr/>
        </p:nvSpPr>
        <p:spPr>
          <a:xfrm>
            <a:off x="5346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7" name=""/>
          <p:cNvSpPr/>
          <p:nvPr/>
        </p:nvSpPr>
        <p:spPr>
          <a:xfrm>
            <a:off x="53485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8" name=""/>
          <p:cNvSpPr/>
          <p:nvPr/>
        </p:nvSpPr>
        <p:spPr>
          <a:xfrm>
            <a:off x="5350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29" name=""/>
          <p:cNvSpPr/>
          <p:nvPr/>
        </p:nvSpPr>
        <p:spPr>
          <a:xfrm>
            <a:off x="5352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0" name=""/>
          <p:cNvSpPr/>
          <p:nvPr/>
        </p:nvSpPr>
        <p:spPr>
          <a:xfrm>
            <a:off x="5354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1" name=""/>
          <p:cNvSpPr/>
          <p:nvPr/>
        </p:nvSpPr>
        <p:spPr>
          <a:xfrm>
            <a:off x="5356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2" name=""/>
          <p:cNvSpPr/>
          <p:nvPr/>
        </p:nvSpPr>
        <p:spPr>
          <a:xfrm>
            <a:off x="5357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3" name=""/>
          <p:cNvSpPr/>
          <p:nvPr/>
        </p:nvSpPr>
        <p:spPr>
          <a:xfrm>
            <a:off x="5359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4" name=""/>
          <p:cNvSpPr/>
          <p:nvPr/>
        </p:nvSpPr>
        <p:spPr>
          <a:xfrm>
            <a:off x="5361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5" name=""/>
          <p:cNvSpPr/>
          <p:nvPr/>
        </p:nvSpPr>
        <p:spPr>
          <a:xfrm>
            <a:off x="5363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6" name=""/>
          <p:cNvSpPr/>
          <p:nvPr/>
        </p:nvSpPr>
        <p:spPr>
          <a:xfrm>
            <a:off x="5365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7" name=""/>
          <p:cNvSpPr/>
          <p:nvPr/>
        </p:nvSpPr>
        <p:spPr>
          <a:xfrm>
            <a:off x="5366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8" name=""/>
          <p:cNvSpPr/>
          <p:nvPr/>
        </p:nvSpPr>
        <p:spPr>
          <a:xfrm>
            <a:off x="5368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39" name=""/>
          <p:cNvSpPr/>
          <p:nvPr/>
        </p:nvSpPr>
        <p:spPr>
          <a:xfrm>
            <a:off x="5370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0" name=""/>
          <p:cNvSpPr/>
          <p:nvPr/>
        </p:nvSpPr>
        <p:spPr>
          <a:xfrm>
            <a:off x="53722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1" name=""/>
          <p:cNvSpPr/>
          <p:nvPr/>
        </p:nvSpPr>
        <p:spPr>
          <a:xfrm>
            <a:off x="5374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2" name=""/>
          <p:cNvSpPr/>
          <p:nvPr/>
        </p:nvSpPr>
        <p:spPr>
          <a:xfrm>
            <a:off x="5376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3" name=""/>
          <p:cNvSpPr/>
          <p:nvPr/>
        </p:nvSpPr>
        <p:spPr>
          <a:xfrm>
            <a:off x="5378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4" name=""/>
          <p:cNvSpPr/>
          <p:nvPr/>
        </p:nvSpPr>
        <p:spPr>
          <a:xfrm>
            <a:off x="5379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5" name=""/>
          <p:cNvSpPr/>
          <p:nvPr/>
        </p:nvSpPr>
        <p:spPr>
          <a:xfrm>
            <a:off x="5381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6" name=""/>
          <p:cNvSpPr/>
          <p:nvPr/>
        </p:nvSpPr>
        <p:spPr>
          <a:xfrm>
            <a:off x="5383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0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7" name=""/>
          <p:cNvSpPr/>
          <p:nvPr/>
        </p:nvSpPr>
        <p:spPr>
          <a:xfrm>
            <a:off x="5385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8" name=""/>
          <p:cNvSpPr/>
          <p:nvPr/>
        </p:nvSpPr>
        <p:spPr>
          <a:xfrm>
            <a:off x="5387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e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49" name=""/>
          <p:cNvSpPr/>
          <p:nvPr/>
        </p:nvSpPr>
        <p:spPr>
          <a:xfrm>
            <a:off x="5388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0" name=""/>
          <p:cNvSpPr/>
          <p:nvPr/>
        </p:nvSpPr>
        <p:spPr>
          <a:xfrm>
            <a:off x="5390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c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1" name=""/>
          <p:cNvSpPr/>
          <p:nvPr/>
        </p:nvSpPr>
        <p:spPr>
          <a:xfrm>
            <a:off x="5392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b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2" name=""/>
          <p:cNvSpPr/>
          <p:nvPr/>
        </p:nvSpPr>
        <p:spPr>
          <a:xfrm>
            <a:off x="5394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3" name=""/>
          <p:cNvSpPr/>
          <p:nvPr/>
        </p:nvSpPr>
        <p:spPr>
          <a:xfrm>
            <a:off x="53960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9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4" name=""/>
          <p:cNvSpPr/>
          <p:nvPr/>
        </p:nvSpPr>
        <p:spPr>
          <a:xfrm>
            <a:off x="5398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5" name=""/>
          <p:cNvSpPr/>
          <p:nvPr/>
        </p:nvSpPr>
        <p:spPr>
          <a:xfrm>
            <a:off x="5400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6" name=""/>
          <p:cNvSpPr/>
          <p:nvPr/>
        </p:nvSpPr>
        <p:spPr>
          <a:xfrm>
            <a:off x="5401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7" name=""/>
          <p:cNvSpPr/>
          <p:nvPr/>
        </p:nvSpPr>
        <p:spPr>
          <a:xfrm>
            <a:off x="5403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8" name=""/>
          <p:cNvSpPr/>
          <p:nvPr/>
        </p:nvSpPr>
        <p:spPr>
          <a:xfrm>
            <a:off x="5405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59" name=""/>
          <p:cNvSpPr/>
          <p:nvPr/>
        </p:nvSpPr>
        <p:spPr>
          <a:xfrm>
            <a:off x="5407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0" name=""/>
          <p:cNvSpPr/>
          <p:nvPr/>
        </p:nvSpPr>
        <p:spPr>
          <a:xfrm>
            <a:off x="5409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1" name=""/>
          <p:cNvSpPr/>
          <p:nvPr/>
        </p:nvSpPr>
        <p:spPr>
          <a:xfrm>
            <a:off x="5410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2" name=""/>
          <p:cNvSpPr/>
          <p:nvPr/>
        </p:nvSpPr>
        <p:spPr>
          <a:xfrm>
            <a:off x="5412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3" name=""/>
          <p:cNvSpPr/>
          <p:nvPr/>
        </p:nvSpPr>
        <p:spPr>
          <a:xfrm>
            <a:off x="5414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f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4" name=""/>
          <p:cNvSpPr/>
          <p:nvPr/>
        </p:nvSpPr>
        <p:spPr>
          <a:xfrm>
            <a:off x="5416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5" name=""/>
          <p:cNvSpPr/>
          <p:nvPr/>
        </p:nvSpPr>
        <p:spPr>
          <a:xfrm>
            <a:off x="5418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6" name=""/>
          <p:cNvSpPr/>
          <p:nvPr/>
        </p:nvSpPr>
        <p:spPr>
          <a:xfrm>
            <a:off x="54198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7" name=""/>
          <p:cNvSpPr/>
          <p:nvPr/>
        </p:nvSpPr>
        <p:spPr>
          <a:xfrm>
            <a:off x="5421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8" name=""/>
          <p:cNvSpPr/>
          <p:nvPr/>
        </p:nvSpPr>
        <p:spPr>
          <a:xfrm>
            <a:off x="5423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69" name=""/>
          <p:cNvSpPr/>
          <p:nvPr/>
        </p:nvSpPr>
        <p:spPr>
          <a:xfrm>
            <a:off x="5425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0" name=""/>
          <p:cNvSpPr/>
          <p:nvPr/>
        </p:nvSpPr>
        <p:spPr>
          <a:xfrm>
            <a:off x="5427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1" name=""/>
          <p:cNvSpPr/>
          <p:nvPr/>
        </p:nvSpPr>
        <p:spPr>
          <a:xfrm>
            <a:off x="5429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2" name=""/>
          <p:cNvSpPr/>
          <p:nvPr/>
        </p:nvSpPr>
        <p:spPr>
          <a:xfrm>
            <a:off x="5430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3" name=""/>
          <p:cNvSpPr/>
          <p:nvPr/>
        </p:nvSpPr>
        <p:spPr>
          <a:xfrm>
            <a:off x="5432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4" name=""/>
          <p:cNvSpPr/>
          <p:nvPr/>
        </p:nvSpPr>
        <p:spPr>
          <a:xfrm>
            <a:off x="5434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5" name=""/>
          <p:cNvSpPr/>
          <p:nvPr/>
        </p:nvSpPr>
        <p:spPr>
          <a:xfrm>
            <a:off x="5436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6" name=""/>
          <p:cNvSpPr/>
          <p:nvPr/>
        </p:nvSpPr>
        <p:spPr>
          <a:xfrm>
            <a:off x="5438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7" name=""/>
          <p:cNvSpPr/>
          <p:nvPr/>
        </p:nvSpPr>
        <p:spPr>
          <a:xfrm>
            <a:off x="5439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8" name=""/>
          <p:cNvSpPr/>
          <p:nvPr/>
        </p:nvSpPr>
        <p:spPr>
          <a:xfrm>
            <a:off x="5441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79" name=""/>
          <p:cNvSpPr/>
          <p:nvPr/>
        </p:nvSpPr>
        <p:spPr>
          <a:xfrm>
            <a:off x="54435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0" name=""/>
          <p:cNvSpPr/>
          <p:nvPr/>
        </p:nvSpPr>
        <p:spPr>
          <a:xfrm>
            <a:off x="5445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1" name=""/>
          <p:cNvSpPr/>
          <p:nvPr/>
        </p:nvSpPr>
        <p:spPr>
          <a:xfrm>
            <a:off x="5447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2" name=""/>
          <p:cNvSpPr/>
          <p:nvPr/>
        </p:nvSpPr>
        <p:spPr>
          <a:xfrm>
            <a:off x="5449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3" name=""/>
          <p:cNvSpPr/>
          <p:nvPr/>
        </p:nvSpPr>
        <p:spPr>
          <a:xfrm>
            <a:off x="5451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4" name=""/>
          <p:cNvSpPr/>
          <p:nvPr/>
        </p:nvSpPr>
        <p:spPr>
          <a:xfrm>
            <a:off x="5452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5" name=""/>
          <p:cNvSpPr/>
          <p:nvPr/>
        </p:nvSpPr>
        <p:spPr>
          <a:xfrm>
            <a:off x="5454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6" name=""/>
          <p:cNvSpPr/>
          <p:nvPr/>
        </p:nvSpPr>
        <p:spPr>
          <a:xfrm>
            <a:off x="5456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7" name=""/>
          <p:cNvSpPr/>
          <p:nvPr/>
        </p:nvSpPr>
        <p:spPr>
          <a:xfrm>
            <a:off x="5458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8" name=""/>
          <p:cNvSpPr/>
          <p:nvPr/>
        </p:nvSpPr>
        <p:spPr>
          <a:xfrm>
            <a:off x="5460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89" name=""/>
          <p:cNvSpPr/>
          <p:nvPr/>
        </p:nvSpPr>
        <p:spPr>
          <a:xfrm>
            <a:off x="5461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0" name=""/>
          <p:cNvSpPr/>
          <p:nvPr/>
        </p:nvSpPr>
        <p:spPr>
          <a:xfrm>
            <a:off x="5463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1" name=""/>
          <p:cNvSpPr/>
          <p:nvPr/>
        </p:nvSpPr>
        <p:spPr>
          <a:xfrm>
            <a:off x="5465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2" name=""/>
          <p:cNvSpPr/>
          <p:nvPr/>
        </p:nvSpPr>
        <p:spPr>
          <a:xfrm>
            <a:off x="54673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3" name=""/>
          <p:cNvSpPr/>
          <p:nvPr/>
        </p:nvSpPr>
        <p:spPr>
          <a:xfrm>
            <a:off x="5469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4" name=""/>
          <p:cNvSpPr/>
          <p:nvPr/>
        </p:nvSpPr>
        <p:spPr>
          <a:xfrm>
            <a:off x="5471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5" name=""/>
          <p:cNvSpPr/>
          <p:nvPr/>
        </p:nvSpPr>
        <p:spPr>
          <a:xfrm>
            <a:off x="5473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6" name=""/>
          <p:cNvSpPr/>
          <p:nvPr/>
        </p:nvSpPr>
        <p:spPr>
          <a:xfrm>
            <a:off x="5474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7" name=""/>
          <p:cNvSpPr/>
          <p:nvPr/>
        </p:nvSpPr>
        <p:spPr>
          <a:xfrm>
            <a:off x="5476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8" name=""/>
          <p:cNvSpPr/>
          <p:nvPr/>
        </p:nvSpPr>
        <p:spPr>
          <a:xfrm>
            <a:off x="5478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299" name=""/>
          <p:cNvSpPr/>
          <p:nvPr/>
        </p:nvSpPr>
        <p:spPr>
          <a:xfrm>
            <a:off x="5480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00" name=""/>
          <p:cNvSpPr/>
          <p:nvPr/>
        </p:nvSpPr>
        <p:spPr>
          <a:xfrm>
            <a:off x="5482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01" name=""/>
          <p:cNvSpPr/>
          <p:nvPr/>
        </p:nvSpPr>
        <p:spPr>
          <a:xfrm>
            <a:off x="5016240" y="4507200"/>
            <a:ext cx="468000" cy="349200"/>
          </a:xfrm>
          <a:custGeom>
            <a:avLst/>
            <a:gdLst/>
            <a:ahLst/>
            <a:rect l="0" t="0" r="r" b="b"/>
            <a:pathLst>
              <a:path w="1300" h="970">
                <a:moveTo>
                  <a:pt x="0" y="970"/>
                </a:moveTo>
                <a:lnTo>
                  <a:pt x="1300" y="970"/>
                </a:lnTo>
                <a:lnTo>
                  <a:pt x="1300" y="0"/>
                </a:lnTo>
                <a:lnTo>
                  <a:pt x="0" y="0"/>
                </a:lnTo>
                <a:lnTo>
                  <a:pt x="0" y="97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302" name=""/>
          <p:cNvSpPr/>
          <p:nvPr/>
        </p:nvSpPr>
        <p:spPr>
          <a:xfrm>
            <a:off x="5831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03" name=""/>
          <p:cNvSpPr/>
          <p:nvPr/>
        </p:nvSpPr>
        <p:spPr>
          <a:xfrm>
            <a:off x="58330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04" name=""/>
          <p:cNvSpPr/>
          <p:nvPr/>
        </p:nvSpPr>
        <p:spPr>
          <a:xfrm>
            <a:off x="5835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05" name=""/>
          <p:cNvSpPr/>
          <p:nvPr/>
        </p:nvSpPr>
        <p:spPr>
          <a:xfrm>
            <a:off x="5837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06" name=""/>
          <p:cNvSpPr/>
          <p:nvPr/>
        </p:nvSpPr>
        <p:spPr>
          <a:xfrm>
            <a:off x="5838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07" name=""/>
          <p:cNvSpPr/>
          <p:nvPr/>
        </p:nvSpPr>
        <p:spPr>
          <a:xfrm>
            <a:off x="5840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08" name=""/>
          <p:cNvSpPr/>
          <p:nvPr/>
        </p:nvSpPr>
        <p:spPr>
          <a:xfrm>
            <a:off x="5842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09" name=""/>
          <p:cNvSpPr/>
          <p:nvPr/>
        </p:nvSpPr>
        <p:spPr>
          <a:xfrm>
            <a:off x="5844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0" name=""/>
          <p:cNvSpPr/>
          <p:nvPr/>
        </p:nvSpPr>
        <p:spPr>
          <a:xfrm>
            <a:off x="5846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1" name=""/>
          <p:cNvSpPr/>
          <p:nvPr/>
        </p:nvSpPr>
        <p:spPr>
          <a:xfrm>
            <a:off x="5847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2" name=""/>
          <p:cNvSpPr/>
          <p:nvPr/>
        </p:nvSpPr>
        <p:spPr>
          <a:xfrm>
            <a:off x="5849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3" name=""/>
          <p:cNvSpPr/>
          <p:nvPr/>
        </p:nvSpPr>
        <p:spPr>
          <a:xfrm>
            <a:off x="5851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4" name=""/>
          <p:cNvSpPr/>
          <p:nvPr/>
        </p:nvSpPr>
        <p:spPr>
          <a:xfrm>
            <a:off x="5853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5" name=""/>
          <p:cNvSpPr/>
          <p:nvPr/>
        </p:nvSpPr>
        <p:spPr>
          <a:xfrm>
            <a:off x="5855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6" name=""/>
          <p:cNvSpPr/>
          <p:nvPr/>
        </p:nvSpPr>
        <p:spPr>
          <a:xfrm>
            <a:off x="58568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7" name=""/>
          <p:cNvSpPr/>
          <p:nvPr/>
        </p:nvSpPr>
        <p:spPr>
          <a:xfrm>
            <a:off x="5859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8" name=""/>
          <p:cNvSpPr/>
          <p:nvPr/>
        </p:nvSpPr>
        <p:spPr>
          <a:xfrm>
            <a:off x="5860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19" name=""/>
          <p:cNvSpPr/>
          <p:nvPr/>
        </p:nvSpPr>
        <p:spPr>
          <a:xfrm>
            <a:off x="5862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4f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0" name=""/>
          <p:cNvSpPr/>
          <p:nvPr/>
        </p:nvSpPr>
        <p:spPr>
          <a:xfrm>
            <a:off x="5864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1" name=""/>
          <p:cNvSpPr/>
          <p:nvPr/>
        </p:nvSpPr>
        <p:spPr>
          <a:xfrm>
            <a:off x="5866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2" name=""/>
          <p:cNvSpPr/>
          <p:nvPr/>
        </p:nvSpPr>
        <p:spPr>
          <a:xfrm>
            <a:off x="5868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3" name=""/>
          <p:cNvSpPr/>
          <p:nvPr/>
        </p:nvSpPr>
        <p:spPr>
          <a:xfrm>
            <a:off x="5869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4" name=""/>
          <p:cNvSpPr/>
          <p:nvPr/>
        </p:nvSpPr>
        <p:spPr>
          <a:xfrm>
            <a:off x="5871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5" name=""/>
          <p:cNvSpPr/>
          <p:nvPr/>
        </p:nvSpPr>
        <p:spPr>
          <a:xfrm>
            <a:off x="5873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6" name=""/>
          <p:cNvSpPr/>
          <p:nvPr/>
        </p:nvSpPr>
        <p:spPr>
          <a:xfrm>
            <a:off x="5875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7" name=""/>
          <p:cNvSpPr/>
          <p:nvPr/>
        </p:nvSpPr>
        <p:spPr>
          <a:xfrm>
            <a:off x="5877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8" name=""/>
          <p:cNvSpPr/>
          <p:nvPr/>
        </p:nvSpPr>
        <p:spPr>
          <a:xfrm>
            <a:off x="5878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29" name=""/>
          <p:cNvSpPr/>
          <p:nvPr/>
        </p:nvSpPr>
        <p:spPr>
          <a:xfrm>
            <a:off x="5880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0" name=""/>
          <p:cNvSpPr/>
          <p:nvPr/>
        </p:nvSpPr>
        <p:spPr>
          <a:xfrm>
            <a:off x="58824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1" name=""/>
          <p:cNvSpPr/>
          <p:nvPr/>
        </p:nvSpPr>
        <p:spPr>
          <a:xfrm>
            <a:off x="5884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2" name=""/>
          <p:cNvSpPr/>
          <p:nvPr/>
        </p:nvSpPr>
        <p:spPr>
          <a:xfrm>
            <a:off x="5886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3" name=""/>
          <p:cNvSpPr/>
          <p:nvPr/>
        </p:nvSpPr>
        <p:spPr>
          <a:xfrm>
            <a:off x="5888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4" name=""/>
          <p:cNvSpPr/>
          <p:nvPr/>
        </p:nvSpPr>
        <p:spPr>
          <a:xfrm>
            <a:off x="5889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5" name=""/>
          <p:cNvSpPr/>
          <p:nvPr/>
        </p:nvSpPr>
        <p:spPr>
          <a:xfrm>
            <a:off x="5891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6" name=""/>
          <p:cNvSpPr/>
          <p:nvPr/>
        </p:nvSpPr>
        <p:spPr>
          <a:xfrm>
            <a:off x="5893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7" name=""/>
          <p:cNvSpPr/>
          <p:nvPr/>
        </p:nvSpPr>
        <p:spPr>
          <a:xfrm>
            <a:off x="5895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8" name=""/>
          <p:cNvSpPr/>
          <p:nvPr/>
        </p:nvSpPr>
        <p:spPr>
          <a:xfrm>
            <a:off x="5897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39" name=""/>
          <p:cNvSpPr/>
          <p:nvPr/>
        </p:nvSpPr>
        <p:spPr>
          <a:xfrm>
            <a:off x="5898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5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0" name=""/>
          <p:cNvSpPr/>
          <p:nvPr/>
        </p:nvSpPr>
        <p:spPr>
          <a:xfrm>
            <a:off x="5900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1" name=""/>
          <p:cNvSpPr/>
          <p:nvPr/>
        </p:nvSpPr>
        <p:spPr>
          <a:xfrm>
            <a:off x="5902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2" name=""/>
          <p:cNvSpPr/>
          <p:nvPr/>
        </p:nvSpPr>
        <p:spPr>
          <a:xfrm>
            <a:off x="5904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3" name=""/>
          <p:cNvSpPr/>
          <p:nvPr/>
        </p:nvSpPr>
        <p:spPr>
          <a:xfrm>
            <a:off x="59061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4" name=""/>
          <p:cNvSpPr/>
          <p:nvPr/>
        </p:nvSpPr>
        <p:spPr>
          <a:xfrm>
            <a:off x="5908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5" name=""/>
          <p:cNvSpPr/>
          <p:nvPr/>
        </p:nvSpPr>
        <p:spPr>
          <a:xfrm>
            <a:off x="5910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6" name=""/>
          <p:cNvSpPr/>
          <p:nvPr/>
        </p:nvSpPr>
        <p:spPr>
          <a:xfrm>
            <a:off x="5911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7" name=""/>
          <p:cNvSpPr/>
          <p:nvPr/>
        </p:nvSpPr>
        <p:spPr>
          <a:xfrm>
            <a:off x="5913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8" name=""/>
          <p:cNvSpPr/>
          <p:nvPr/>
        </p:nvSpPr>
        <p:spPr>
          <a:xfrm>
            <a:off x="5915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49" name=""/>
          <p:cNvSpPr/>
          <p:nvPr/>
        </p:nvSpPr>
        <p:spPr>
          <a:xfrm>
            <a:off x="5917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9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0" name=""/>
          <p:cNvSpPr/>
          <p:nvPr/>
        </p:nvSpPr>
        <p:spPr>
          <a:xfrm>
            <a:off x="5919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1" name=""/>
          <p:cNvSpPr/>
          <p:nvPr/>
        </p:nvSpPr>
        <p:spPr>
          <a:xfrm>
            <a:off x="5920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b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2" name=""/>
          <p:cNvSpPr/>
          <p:nvPr/>
        </p:nvSpPr>
        <p:spPr>
          <a:xfrm>
            <a:off x="5922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c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3" name=""/>
          <p:cNvSpPr/>
          <p:nvPr/>
        </p:nvSpPr>
        <p:spPr>
          <a:xfrm>
            <a:off x="5924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4" name=""/>
          <p:cNvSpPr/>
          <p:nvPr/>
        </p:nvSpPr>
        <p:spPr>
          <a:xfrm>
            <a:off x="5926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5" name=""/>
          <p:cNvSpPr/>
          <p:nvPr/>
        </p:nvSpPr>
        <p:spPr>
          <a:xfrm>
            <a:off x="5928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70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6" name=""/>
          <p:cNvSpPr/>
          <p:nvPr/>
        </p:nvSpPr>
        <p:spPr>
          <a:xfrm>
            <a:off x="59299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7" name=""/>
          <p:cNvSpPr/>
          <p:nvPr/>
        </p:nvSpPr>
        <p:spPr>
          <a:xfrm>
            <a:off x="5932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8" name=""/>
          <p:cNvSpPr/>
          <p:nvPr/>
        </p:nvSpPr>
        <p:spPr>
          <a:xfrm>
            <a:off x="5933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59" name=""/>
          <p:cNvSpPr/>
          <p:nvPr/>
        </p:nvSpPr>
        <p:spPr>
          <a:xfrm>
            <a:off x="5935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0" name=""/>
          <p:cNvSpPr/>
          <p:nvPr/>
        </p:nvSpPr>
        <p:spPr>
          <a:xfrm>
            <a:off x="5937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1" name=""/>
          <p:cNvSpPr/>
          <p:nvPr/>
        </p:nvSpPr>
        <p:spPr>
          <a:xfrm>
            <a:off x="5939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2" name=""/>
          <p:cNvSpPr/>
          <p:nvPr/>
        </p:nvSpPr>
        <p:spPr>
          <a:xfrm>
            <a:off x="5941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3" name=""/>
          <p:cNvSpPr/>
          <p:nvPr/>
        </p:nvSpPr>
        <p:spPr>
          <a:xfrm>
            <a:off x="5942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4" name=""/>
          <p:cNvSpPr/>
          <p:nvPr/>
        </p:nvSpPr>
        <p:spPr>
          <a:xfrm>
            <a:off x="5944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5" name=""/>
          <p:cNvSpPr/>
          <p:nvPr/>
        </p:nvSpPr>
        <p:spPr>
          <a:xfrm>
            <a:off x="5946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a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6" name=""/>
          <p:cNvSpPr/>
          <p:nvPr/>
        </p:nvSpPr>
        <p:spPr>
          <a:xfrm>
            <a:off x="5948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7" name=""/>
          <p:cNvSpPr/>
          <p:nvPr/>
        </p:nvSpPr>
        <p:spPr>
          <a:xfrm>
            <a:off x="5950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8" name=""/>
          <p:cNvSpPr/>
          <p:nvPr/>
        </p:nvSpPr>
        <p:spPr>
          <a:xfrm>
            <a:off x="5951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69" name=""/>
          <p:cNvSpPr/>
          <p:nvPr/>
        </p:nvSpPr>
        <p:spPr>
          <a:xfrm>
            <a:off x="59536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0" name=""/>
          <p:cNvSpPr/>
          <p:nvPr/>
        </p:nvSpPr>
        <p:spPr>
          <a:xfrm>
            <a:off x="5955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1" name=""/>
          <p:cNvSpPr/>
          <p:nvPr/>
        </p:nvSpPr>
        <p:spPr>
          <a:xfrm>
            <a:off x="5957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2" name=""/>
          <p:cNvSpPr/>
          <p:nvPr/>
        </p:nvSpPr>
        <p:spPr>
          <a:xfrm>
            <a:off x="5959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3" name=""/>
          <p:cNvSpPr/>
          <p:nvPr/>
        </p:nvSpPr>
        <p:spPr>
          <a:xfrm>
            <a:off x="5961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4" name=""/>
          <p:cNvSpPr/>
          <p:nvPr/>
        </p:nvSpPr>
        <p:spPr>
          <a:xfrm>
            <a:off x="5963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5" name=""/>
          <p:cNvSpPr/>
          <p:nvPr/>
        </p:nvSpPr>
        <p:spPr>
          <a:xfrm>
            <a:off x="5964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3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6" name=""/>
          <p:cNvSpPr/>
          <p:nvPr/>
        </p:nvSpPr>
        <p:spPr>
          <a:xfrm>
            <a:off x="5966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7" name=""/>
          <p:cNvSpPr/>
          <p:nvPr/>
        </p:nvSpPr>
        <p:spPr>
          <a:xfrm>
            <a:off x="5968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8" name=""/>
          <p:cNvSpPr/>
          <p:nvPr/>
        </p:nvSpPr>
        <p:spPr>
          <a:xfrm>
            <a:off x="5970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79" name=""/>
          <p:cNvSpPr/>
          <p:nvPr/>
        </p:nvSpPr>
        <p:spPr>
          <a:xfrm>
            <a:off x="5972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0" name=""/>
          <p:cNvSpPr/>
          <p:nvPr/>
        </p:nvSpPr>
        <p:spPr>
          <a:xfrm>
            <a:off x="5973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1" name=""/>
          <p:cNvSpPr/>
          <p:nvPr/>
        </p:nvSpPr>
        <p:spPr>
          <a:xfrm>
            <a:off x="5975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2" name=""/>
          <p:cNvSpPr/>
          <p:nvPr/>
        </p:nvSpPr>
        <p:spPr>
          <a:xfrm>
            <a:off x="59774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3" name=""/>
          <p:cNvSpPr/>
          <p:nvPr/>
        </p:nvSpPr>
        <p:spPr>
          <a:xfrm>
            <a:off x="5979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4" name=""/>
          <p:cNvSpPr/>
          <p:nvPr/>
        </p:nvSpPr>
        <p:spPr>
          <a:xfrm>
            <a:off x="5981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5" name=""/>
          <p:cNvSpPr/>
          <p:nvPr/>
        </p:nvSpPr>
        <p:spPr>
          <a:xfrm>
            <a:off x="5983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b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6" name=""/>
          <p:cNvSpPr/>
          <p:nvPr/>
        </p:nvSpPr>
        <p:spPr>
          <a:xfrm>
            <a:off x="5985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7" name=""/>
          <p:cNvSpPr/>
          <p:nvPr/>
        </p:nvSpPr>
        <p:spPr>
          <a:xfrm>
            <a:off x="5986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8" name=""/>
          <p:cNvSpPr/>
          <p:nvPr/>
        </p:nvSpPr>
        <p:spPr>
          <a:xfrm>
            <a:off x="5988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89" name=""/>
          <p:cNvSpPr/>
          <p:nvPr/>
        </p:nvSpPr>
        <p:spPr>
          <a:xfrm>
            <a:off x="5990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0" name=""/>
          <p:cNvSpPr/>
          <p:nvPr/>
        </p:nvSpPr>
        <p:spPr>
          <a:xfrm>
            <a:off x="5992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1" name=""/>
          <p:cNvSpPr/>
          <p:nvPr/>
        </p:nvSpPr>
        <p:spPr>
          <a:xfrm>
            <a:off x="5994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2" name=""/>
          <p:cNvSpPr/>
          <p:nvPr/>
        </p:nvSpPr>
        <p:spPr>
          <a:xfrm>
            <a:off x="5995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3" name=""/>
          <p:cNvSpPr/>
          <p:nvPr/>
        </p:nvSpPr>
        <p:spPr>
          <a:xfrm>
            <a:off x="5997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4" name=""/>
          <p:cNvSpPr/>
          <p:nvPr/>
        </p:nvSpPr>
        <p:spPr>
          <a:xfrm>
            <a:off x="5999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5" name=""/>
          <p:cNvSpPr/>
          <p:nvPr/>
        </p:nvSpPr>
        <p:spPr>
          <a:xfrm>
            <a:off x="60012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6" name=""/>
          <p:cNvSpPr/>
          <p:nvPr/>
        </p:nvSpPr>
        <p:spPr>
          <a:xfrm>
            <a:off x="6003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7" name=""/>
          <p:cNvSpPr/>
          <p:nvPr/>
        </p:nvSpPr>
        <p:spPr>
          <a:xfrm>
            <a:off x="6005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8" name=""/>
          <p:cNvSpPr/>
          <p:nvPr/>
        </p:nvSpPr>
        <p:spPr>
          <a:xfrm>
            <a:off x="6006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399" name=""/>
          <p:cNvSpPr/>
          <p:nvPr/>
        </p:nvSpPr>
        <p:spPr>
          <a:xfrm>
            <a:off x="6008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0" name=""/>
          <p:cNvSpPr/>
          <p:nvPr/>
        </p:nvSpPr>
        <p:spPr>
          <a:xfrm>
            <a:off x="6010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1" name=""/>
          <p:cNvSpPr/>
          <p:nvPr/>
        </p:nvSpPr>
        <p:spPr>
          <a:xfrm>
            <a:off x="6012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2" name=""/>
          <p:cNvSpPr/>
          <p:nvPr/>
        </p:nvSpPr>
        <p:spPr>
          <a:xfrm>
            <a:off x="6014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3" name=""/>
          <p:cNvSpPr/>
          <p:nvPr/>
        </p:nvSpPr>
        <p:spPr>
          <a:xfrm>
            <a:off x="6015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4" name=""/>
          <p:cNvSpPr/>
          <p:nvPr/>
        </p:nvSpPr>
        <p:spPr>
          <a:xfrm>
            <a:off x="6017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5" name=""/>
          <p:cNvSpPr/>
          <p:nvPr/>
        </p:nvSpPr>
        <p:spPr>
          <a:xfrm>
            <a:off x="6019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6" name=""/>
          <p:cNvSpPr/>
          <p:nvPr/>
        </p:nvSpPr>
        <p:spPr>
          <a:xfrm>
            <a:off x="6021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7" name=""/>
          <p:cNvSpPr/>
          <p:nvPr/>
        </p:nvSpPr>
        <p:spPr>
          <a:xfrm>
            <a:off x="6023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8" name=""/>
          <p:cNvSpPr/>
          <p:nvPr/>
        </p:nvSpPr>
        <p:spPr>
          <a:xfrm>
            <a:off x="60249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09" name=""/>
          <p:cNvSpPr/>
          <p:nvPr/>
        </p:nvSpPr>
        <p:spPr>
          <a:xfrm>
            <a:off x="6027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0" name=""/>
          <p:cNvSpPr/>
          <p:nvPr/>
        </p:nvSpPr>
        <p:spPr>
          <a:xfrm>
            <a:off x="6028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1" name=""/>
          <p:cNvSpPr/>
          <p:nvPr/>
        </p:nvSpPr>
        <p:spPr>
          <a:xfrm>
            <a:off x="6030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2" name=""/>
          <p:cNvSpPr/>
          <p:nvPr/>
        </p:nvSpPr>
        <p:spPr>
          <a:xfrm>
            <a:off x="603252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3" name=""/>
          <p:cNvSpPr/>
          <p:nvPr/>
        </p:nvSpPr>
        <p:spPr>
          <a:xfrm>
            <a:off x="6036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4" name=""/>
          <p:cNvSpPr/>
          <p:nvPr/>
        </p:nvSpPr>
        <p:spPr>
          <a:xfrm>
            <a:off x="6037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5" name=""/>
          <p:cNvSpPr/>
          <p:nvPr/>
        </p:nvSpPr>
        <p:spPr>
          <a:xfrm>
            <a:off x="603972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6" name=""/>
          <p:cNvSpPr/>
          <p:nvPr/>
        </p:nvSpPr>
        <p:spPr>
          <a:xfrm>
            <a:off x="6043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7" name=""/>
          <p:cNvSpPr/>
          <p:nvPr/>
        </p:nvSpPr>
        <p:spPr>
          <a:xfrm>
            <a:off x="6045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8" name=""/>
          <p:cNvSpPr/>
          <p:nvPr/>
        </p:nvSpPr>
        <p:spPr>
          <a:xfrm>
            <a:off x="6046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19" name=""/>
          <p:cNvSpPr/>
          <p:nvPr/>
        </p:nvSpPr>
        <p:spPr>
          <a:xfrm>
            <a:off x="60487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0" name=""/>
          <p:cNvSpPr/>
          <p:nvPr/>
        </p:nvSpPr>
        <p:spPr>
          <a:xfrm>
            <a:off x="6050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1" name=""/>
          <p:cNvSpPr/>
          <p:nvPr/>
        </p:nvSpPr>
        <p:spPr>
          <a:xfrm>
            <a:off x="6052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2" name=""/>
          <p:cNvSpPr/>
          <p:nvPr/>
        </p:nvSpPr>
        <p:spPr>
          <a:xfrm>
            <a:off x="6054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3" name=""/>
          <p:cNvSpPr/>
          <p:nvPr/>
        </p:nvSpPr>
        <p:spPr>
          <a:xfrm>
            <a:off x="6056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4" name=""/>
          <p:cNvSpPr/>
          <p:nvPr/>
        </p:nvSpPr>
        <p:spPr>
          <a:xfrm>
            <a:off x="6058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5" name=""/>
          <p:cNvSpPr/>
          <p:nvPr/>
        </p:nvSpPr>
        <p:spPr>
          <a:xfrm>
            <a:off x="6059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6" name=""/>
          <p:cNvSpPr/>
          <p:nvPr/>
        </p:nvSpPr>
        <p:spPr>
          <a:xfrm>
            <a:off x="606168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7" name=""/>
          <p:cNvSpPr/>
          <p:nvPr/>
        </p:nvSpPr>
        <p:spPr>
          <a:xfrm>
            <a:off x="6065280" y="4507200"/>
            <a:ext cx="7560" cy="349200"/>
          </a:xfrm>
          <a:custGeom>
            <a:avLst/>
            <a:gdLst/>
            <a:ahLst/>
            <a:rect l="0" t="0" r="r" b="b"/>
            <a:pathLst>
              <a:path w="21" h="970">
                <a:moveTo>
                  <a:pt x="0" y="970"/>
                </a:moveTo>
                <a:lnTo>
                  <a:pt x="0" y="0"/>
                </a:lnTo>
                <a:lnTo>
                  <a:pt x="21" y="0"/>
                </a:lnTo>
                <a:lnTo>
                  <a:pt x="2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8" name=""/>
          <p:cNvSpPr/>
          <p:nvPr/>
        </p:nvSpPr>
        <p:spPr>
          <a:xfrm>
            <a:off x="60724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29" name=""/>
          <p:cNvSpPr/>
          <p:nvPr/>
        </p:nvSpPr>
        <p:spPr>
          <a:xfrm>
            <a:off x="6074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0" name=""/>
          <p:cNvSpPr/>
          <p:nvPr/>
        </p:nvSpPr>
        <p:spPr>
          <a:xfrm>
            <a:off x="607644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1" name=""/>
          <p:cNvSpPr/>
          <p:nvPr/>
        </p:nvSpPr>
        <p:spPr>
          <a:xfrm>
            <a:off x="6080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2" name=""/>
          <p:cNvSpPr/>
          <p:nvPr/>
        </p:nvSpPr>
        <p:spPr>
          <a:xfrm>
            <a:off x="6081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3" name=""/>
          <p:cNvSpPr/>
          <p:nvPr/>
        </p:nvSpPr>
        <p:spPr>
          <a:xfrm>
            <a:off x="6083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4" name=""/>
          <p:cNvSpPr/>
          <p:nvPr/>
        </p:nvSpPr>
        <p:spPr>
          <a:xfrm>
            <a:off x="6085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5" name=""/>
          <p:cNvSpPr/>
          <p:nvPr/>
        </p:nvSpPr>
        <p:spPr>
          <a:xfrm>
            <a:off x="6087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6" name=""/>
          <p:cNvSpPr/>
          <p:nvPr/>
        </p:nvSpPr>
        <p:spPr>
          <a:xfrm>
            <a:off x="6089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7" name=""/>
          <p:cNvSpPr/>
          <p:nvPr/>
        </p:nvSpPr>
        <p:spPr>
          <a:xfrm>
            <a:off x="6090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8" name=""/>
          <p:cNvSpPr/>
          <p:nvPr/>
        </p:nvSpPr>
        <p:spPr>
          <a:xfrm>
            <a:off x="6092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39" name=""/>
          <p:cNvSpPr/>
          <p:nvPr/>
        </p:nvSpPr>
        <p:spPr>
          <a:xfrm>
            <a:off x="6094440" y="4507200"/>
            <a:ext cx="4320" cy="349200"/>
          </a:xfrm>
          <a:custGeom>
            <a:avLst/>
            <a:gdLst/>
            <a:ahLst/>
            <a:rect l="0" t="0" r="r" b="b"/>
            <a:pathLst>
              <a:path w="12" h="970">
                <a:moveTo>
                  <a:pt x="0" y="970"/>
                </a:moveTo>
                <a:lnTo>
                  <a:pt x="0" y="0"/>
                </a:lnTo>
                <a:lnTo>
                  <a:pt x="12" y="0"/>
                </a:lnTo>
                <a:lnTo>
                  <a:pt x="1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0" name=""/>
          <p:cNvSpPr/>
          <p:nvPr/>
        </p:nvSpPr>
        <p:spPr>
          <a:xfrm>
            <a:off x="6098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1" name=""/>
          <p:cNvSpPr/>
          <p:nvPr/>
        </p:nvSpPr>
        <p:spPr>
          <a:xfrm>
            <a:off x="6100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2" name=""/>
          <p:cNvSpPr/>
          <p:nvPr/>
        </p:nvSpPr>
        <p:spPr>
          <a:xfrm>
            <a:off x="6102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3" name=""/>
          <p:cNvSpPr/>
          <p:nvPr/>
        </p:nvSpPr>
        <p:spPr>
          <a:xfrm>
            <a:off x="6103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4" name=""/>
          <p:cNvSpPr/>
          <p:nvPr/>
        </p:nvSpPr>
        <p:spPr>
          <a:xfrm>
            <a:off x="6105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5" name=""/>
          <p:cNvSpPr/>
          <p:nvPr/>
        </p:nvSpPr>
        <p:spPr>
          <a:xfrm>
            <a:off x="6107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6" name=""/>
          <p:cNvSpPr/>
          <p:nvPr/>
        </p:nvSpPr>
        <p:spPr>
          <a:xfrm>
            <a:off x="6109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7" name=""/>
          <p:cNvSpPr/>
          <p:nvPr/>
        </p:nvSpPr>
        <p:spPr>
          <a:xfrm>
            <a:off x="6111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8" name=""/>
          <p:cNvSpPr/>
          <p:nvPr/>
        </p:nvSpPr>
        <p:spPr>
          <a:xfrm>
            <a:off x="6112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49" name=""/>
          <p:cNvSpPr/>
          <p:nvPr/>
        </p:nvSpPr>
        <p:spPr>
          <a:xfrm>
            <a:off x="6114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0" name=""/>
          <p:cNvSpPr/>
          <p:nvPr/>
        </p:nvSpPr>
        <p:spPr>
          <a:xfrm>
            <a:off x="6116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1" name=""/>
          <p:cNvSpPr/>
          <p:nvPr/>
        </p:nvSpPr>
        <p:spPr>
          <a:xfrm>
            <a:off x="6118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2" name=""/>
          <p:cNvSpPr/>
          <p:nvPr/>
        </p:nvSpPr>
        <p:spPr>
          <a:xfrm>
            <a:off x="61200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3" name=""/>
          <p:cNvSpPr/>
          <p:nvPr/>
        </p:nvSpPr>
        <p:spPr>
          <a:xfrm>
            <a:off x="6122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4" name=""/>
          <p:cNvSpPr/>
          <p:nvPr/>
        </p:nvSpPr>
        <p:spPr>
          <a:xfrm>
            <a:off x="6123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5" name=""/>
          <p:cNvSpPr/>
          <p:nvPr/>
        </p:nvSpPr>
        <p:spPr>
          <a:xfrm>
            <a:off x="6125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6" name=""/>
          <p:cNvSpPr/>
          <p:nvPr/>
        </p:nvSpPr>
        <p:spPr>
          <a:xfrm>
            <a:off x="6127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7" name=""/>
          <p:cNvSpPr/>
          <p:nvPr/>
        </p:nvSpPr>
        <p:spPr>
          <a:xfrm>
            <a:off x="6129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8" name=""/>
          <p:cNvSpPr/>
          <p:nvPr/>
        </p:nvSpPr>
        <p:spPr>
          <a:xfrm>
            <a:off x="6131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59" name=""/>
          <p:cNvSpPr/>
          <p:nvPr/>
        </p:nvSpPr>
        <p:spPr>
          <a:xfrm>
            <a:off x="6132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0" name=""/>
          <p:cNvSpPr/>
          <p:nvPr/>
        </p:nvSpPr>
        <p:spPr>
          <a:xfrm>
            <a:off x="6134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1" name=""/>
          <p:cNvSpPr/>
          <p:nvPr/>
        </p:nvSpPr>
        <p:spPr>
          <a:xfrm>
            <a:off x="6136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2" name=""/>
          <p:cNvSpPr/>
          <p:nvPr/>
        </p:nvSpPr>
        <p:spPr>
          <a:xfrm>
            <a:off x="6138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3" name=""/>
          <p:cNvSpPr/>
          <p:nvPr/>
        </p:nvSpPr>
        <p:spPr>
          <a:xfrm>
            <a:off x="6140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4" name=""/>
          <p:cNvSpPr/>
          <p:nvPr/>
        </p:nvSpPr>
        <p:spPr>
          <a:xfrm>
            <a:off x="6141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5" name=""/>
          <p:cNvSpPr/>
          <p:nvPr/>
        </p:nvSpPr>
        <p:spPr>
          <a:xfrm>
            <a:off x="61437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6" name=""/>
          <p:cNvSpPr/>
          <p:nvPr/>
        </p:nvSpPr>
        <p:spPr>
          <a:xfrm>
            <a:off x="6145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b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7" name=""/>
          <p:cNvSpPr/>
          <p:nvPr/>
        </p:nvSpPr>
        <p:spPr>
          <a:xfrm>
            <a:off x="6147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8" name=""/>
          <p:cNvSpPr/>
          <p:nvPr/>
        </p:nvSpPr>
        <p:spPr>
          <a:xfrm>
            <a:off x="6149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69" name=""/>
          <p:cNvSpPr/>
          <p:nvPr/>
        </p:nvSpPr>
        <p:spPr>
          <a:xfrm>
            <a:off x="6151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0" name=""/>
          <p:cNvSpPr/>
          <p:nvPr/>
        </p:nvSpPr>
        <p:spPr>
          <a:xfrm>
            <a:off x="6153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1" name=""/>
          <p:cNvSpPr/>
          <p:nvPr/>
        </p:nvSpPr>
        <p:spPr>
          <a:xfrm>
            <a:off x="6154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2" name=""/>
          <p:cNvSpPr/>
          <p:nvPr/>
        </p:nvSpPr>
        <p:spPr>
          <a:xfrm>
            <a:off x="6156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3" name=""/>
          <p:cNvSpPr/>
          <p:nvPr/>
        </p:nvSpPr>
        <p:spPr>
          <a:xfrm>
            <a:off x="6158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4" name=""/>
          <p:cNvSpPr/>
          <p:nvPr/>
        </p:nvSpPr>
        <p:spPr>
          <a:xfrm>
            <a:off x="6160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5" name=""/>
          <p:cNvSpPr/>
          <p:nvPr/>
        </p:nvSpPr>
        <p:spPr>
          <a:xfrm>
            <a:off x="6162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6" name=""/>
          <p:cNvSpPr/>
          <p:nvPr/>
        </p:nvSpPr>
        <p:spPr>
          <a:xfrm>
            <a:off x="6163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7" name=""/>
          <p:cNvSpPr/>
          <p:nvPr/>
        </p:nvSpPr>
        <p:spPr>
          <a:xfrm>
            <a:off x="6165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8" name=""/>
          <p:cNvSpPr/>
          <p:nvPr/>
        </p:nvSpPr>
        <p:spPr>
          <a:xfrm>
            <a:off x="61675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79" name=""/>
          <p:cNvSpPr/>
          <p:nvPr/>
        </p:nvSpPr>
        <p:spPr>
          <a:xfrm>
            <a:off x="6169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0" name=""/>
          <p:cNvSpPr/>
          <p:nvPr/>
        </p:nvSpPr>
        <p:spPr>
          <a:xfrm>
            <a:off x="6171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1" name=""/>
          <p:cNvSpPr/>
          <p:nvPr/>
        </p:nvSpPr>
        <p:spPr>
          <a:xfrm>
            <a:off x="6173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2" name=""/>
          <p:cNvSpPr/>
          <p:nvPr/>
        </p:nvSpPr>
        <p:spPr>
          <a:xfrm>
            <a:off x="6175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3" name=""/>
          <p:cNvSpPr/>
          <p:nvPr/>
        </p:nvSpPr>
        <p:spPr>
          <a:xfrm>
            <a:off x="6176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4" name=""/>
          <p:cNvSpPr/>
          <p:nvPr/>
        </p:nvSpPr>
        <p:spPr>
          <a:xfrm>
            <a:off x="6178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5" name=""/>
          <p:cNvSpPr/>
          <p:nvPr/>
        </p:nvSpPr>
        <p:spPr>
          <a:xfrm>
            <a:off x="6180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6" name=""/>
          <p:cNvSpPr/>
          <p:nvPr/>
        </p:nvSpPr>
        <p:spPr>
          <a:xfrm>
            <a:off x="6182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7" name=""/>
          <p:cNvSpPr/>
          <p:nvPr/>
        </p:nvSpPr>
        <p:spPr>
          <a:xfrm>
            <a:off x="6184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8" name=""/>
          <p:cNvSpPr/>
          <p:nvPr/>
        </p:nvSpPr>
        <p:spPr>
          <a:xfrm>
            <a:off x="6185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89" name=""/>
          <p:cNvSpPr/>
          <p:nvPr/>
        </p:nvSpPr>
        <p:spPr>
          <a:xfrm>
            <a:off x="6187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0" name=""/>
          <p:cNvSpPr/>
          <p:nvPr/>
        </p:nvSpPr>
        <p:spPr>
          <a:xfrm>
            <a:off x="6189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1" name=""/>
          <p:cNvSpPr/>
          <p:nvPr/>
        </p:nvSpPr>
        <p:spPr>
          <a:xfrm>
            <a:off x="61912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2" name=""/>
          <p:cNvSpPr/>
          <p:nvPr/>
        </p:nvSpPr>
        <p:spPr>
          <a:xfrm>
            <a:off x="6193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3" name=""/>
          <p:cNvSpPr/>
          <p:nvPr/>
        </p:nvSpPr>
        <p:spPr>
          <a:xfrm>
            <a:off x="6195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4" name=""/>
          <p:cNvSpPr/>
          <p:nvPr/>
        </p:nvSpPr>
        <p:spPr>
          <a:xfrm>
            <a:off x="6197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5" name=""/>
          <p:cNvSpPr/>
          <p:nvPr/>
        </p:nvSpPr>
        <p:spPr>
          <a:xfrm>
            <a:off x="6198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0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6" name=""/>
          <p:cNvSpPr/>
          <p:nvPr/>
        </p:nvSpPr>
        <p:spPr>
          <a:xfrm>
            <a:off x="6200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7" name=""/>
          <p:cNvSpPr/>
          <p:nvPr/>
        </p:nvSpPr>
        <p:spPr>
          <a:xfrm>
            <a:off x="6202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e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8" name=""/>
          <p:cNvSpPr/>
          <p:nvPr/>
        </p:nvSpPr>
        <p:spPr>
          <a:xfrm>
            <a:off x="6204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499" name=""/>
          <p:cNvSpPr/>
          <p:nvPr/>
        </p:nvSpPr>
        <p:spPr>
          <a:xfrm>
            <a:off x="6206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c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0" name=""/>
          <p:cNvSpPr/>
          <p:nvPr/>
        </p:nvSpPr>
        <p:spPr>
          <a:xfrm>
            <a:off x="6207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b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1" name=""/>
          <p:cNvSpPr/>
          <p:nvPr/>
        </p:nvSpPr>
        <p:spPr>
          <a:xfrm>
            <a:off x="6209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2" name=""/>
          <p:cNvSpPr/>
          <p:nvPr/>
        </p:nvSpPr>
        <p:spPr>
          <a:xfrm>
            <a:off x="6211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9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3" name=""/>
          <p:cNvSpPr/>
          <p:nvPr/>
        </p:nvSpPr>
        <p:spPr>
          <a:xfrm>
            <a:off x="6213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4" name=""/>
          <p:cNvSpPr/>
          <p:nvPr/>
        </p:nvSpPr>
        <p:spPr>
          <a:xfrm>
            <a:off x="62150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5" name=""/>
          <p:cNvSpPr/>
          <p:nvPr/>
        </p:nvSpPr>
        <p:spPr>
          <a:xfrm>
            <a:off x="6217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6" name=""/>
          <p:cNvSpPr/>
          <p:nvPr/>
        </p:nvSpPr>
        <p:spPr>
          <a:xfrm>
            <a:off x="6219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7" name=""/>
          <p:cNvSpPr/>
          <p:nvPr/>
        </p:nvSpPr>
        <p:spPr>
          <a:xfrm>
            <a:off x="6220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8" name=""/>
          <p:cNvSpPr/>
          <p:nvPr/>
        </p:nvSpPr>
        <p:spPr>
          <a:xfrm>
            <a:off x="6222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09" name=""/>
          <p:cNvSpPr/>
          <p:nvPr/>
        </p:nvSpPr>
        <p:spPr>
          <a:xfrm>
            <a:off x="6224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0" name=""/>
          <p:cNvSpPr/>
          <p:nvPr/>
        </p:nvSpPr>
        <p:spPr>
          <a:xfrm>
            <a:off x="6226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1" name=""/>
          <p:cNvSpPr/>
          <p:nvPr/>
        </p:nvSpPr>
        <p:spPr>
          <a:xfrm>
            <a:off x="6228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2" name=""/>
          <p:cNvSpPr/>
          <p:nvPr/>
        </p:nvSpPr>
        <p:spPr>
          <a:xfrm>
            <a:off x="6229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f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3" name=""/>
          <p:cNvSpPr/>
          <p:nvPr/>
        </p:nvSpPr>
        <p:spPr>
          <a:xfrm>
            <a:off x="6231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4" name=""/>
          <p:cNvSpPr/>
          <p:nvPr/>
        </p:nvSpPr>
        <p:spPr>
          <a:xfrm>
            <a:off x="6233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5" name=""/>
          <p:cNvSpPr/>
          <p:nvPr/>
        </p:nvSpPr>
        <p:spPr>
          <a:xfrm>
            <a:off x="6235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6" name=""/>
          <p:cNvSpPr/>
          <p:nvPr/>
        </p:nvSpPr>
        <p:spPr>
          <a:xfrm>
            <a:off x="6237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7" name=""/>
          <p:cNvSpPr/>
          <p:nvPr/>
        </p:nvSpPr>
        <p:spPr>
          <a:xfrm>
            <a:off x="62388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8" name=""/>
          <p:cNvSpPr/>
          <p:nvPr/>
        </p:nvSpPr>
        <p:spPr>
          <a:xfrm>
            <a:off x="6240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19" name=""/>
          <p:cNvSpPr/>
          <p:nvPr/>
        </p:nvSpPr>
        <p:spPr>
          <a:xfrm>
            <a:off x="6242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0" name=""/>
          <p:cNvSpPr/>
          <p:nvPr/>
        </p:nvSpPr>
        <p:spPr>
          <a:xfrm>
            <a:off x="6244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1" name=""/>
          <p:cNvSpPr/>
          <p:nvPr/>
        </p:nvSpPr>
        <p:spPr>
          <a:xfrm>
            <a:off x="6246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2" name=""/>
          <p:cNvSpPr/>
          <p:nvPr/>
        </p:nvSpPr>
        <p:spPr>
          <a:xfrm>
            <a:off x="6248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3" name=""/>
          <p:cNvSpPr/>
          <p:nvPr/>
        </p:nvSpPr>
        <p:spPr>
          <a:xfrm>
            <a:off x="6249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4" name=""/>
          <p:cNvSpPr/>
          <p:nvPr/>
        </p:nvSpPr>
        <p:spPr>
          <a:xfrm>
            <a:off x="6251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5" name=""/>
          <p:cNvSpPr/>
          <p:nvPr/>
        </p:nvSpPr>
        <p:spPr>
          <a:xfrm>
            <a:off x="6253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6" name=""/>
          <p:cNvSpPr/>
          <p:nvPr/>
        </p:nvSpPr>
        <p:spPr>
          <a:xfrm>
            <a:off x="6255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7" name=""/>
          <p:cNvSpPr/>
          <p:nvPr/>
        </p:nvSpPr>
        <p:spPr>
          <a:xfrm>
            <a:off x="6257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8" name=""/>
          <p:cNvSpPr/>
          <p:nvPr/>
        </p:nvSpPr>
        <p:spPr>
          <a:xfrm>
            <a:off x="6258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29" name=""/>
          <p:cNvSpPr/>
          <p:nvPr/>
        </p:nvSpPr>
        <p:spPr>
          <a:xfrm>
            <a:off x="6260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0" name=""/>
          <p:cNvSpPr/>
          <p:nvPr/>
        </p:nvSpPr>
        <p:spPr>
          <a:xfrm>
            <a:off x="62625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1" name=""/>
          <p:cNvSpPr/>
          <p:nvPr/>
        </p:nvSpPr>
        <p:spPr>
          <a:xfrm>
            <a:off x="6264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2" name=""/>
          <p:cNvSpPr/>
          <p:nvPr/>
        </p:nvSpPr>
        <p:spPr>
          <a:xfrm>
            <a:off x="6266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3" name=""/>
          <p:cNvSpPr/>
          <p:nvPr/>
        </p:nvSpPr>
        <p:spPr>
          <a:xfrm>
            <a:off x="6268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4" name=""/>
          <p:cNvSpPr/>
          <p:nvPr/>
        </p:nvSpPr>
        <p:spPr>
          <a:xfrm>
            <a:off x="6270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5" name=""/>
          <p:cNvSpPr/>
          <p:nvPr/>
        </p:nvSpPr>
        <p:spPr>
          <a:xfrm>
            <a:off x="6271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6" name=""/>
          <p:cNvSpPr/>
          <p:nvPr/>
        </p:nvSpPr>
        <p:spPr>
          <a:xfrm>
            <a:off x="6273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7" name=""/>
          <p:cNvSpPr/>
          <p:nvPr/>
        </p:nvSpPr>
        <p:spPr>
          <a:xfrm>
            <a:off x="6275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8" name=""/>
          <p:cNvSpPr/>
          <p:nvPr/>
        </p:nvSpPr>
        <p:spPr>
          <a:xfrm>
            <a:off x="6277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39" name=""/>
          <p:cNvSpPr/>
          <p:nvPr/>
        </p:nvSpPr>
        <p:spPr>
          <a:xfrm>
            <a:off x="6279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0" name=""/>
          <p:cNvSpPr/>
          <p:nvPr/>
        </p:nvSpPr>
        <p:spPr>
          <a:xfrm>
            <a:off x="6280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1" name=""/>
          <p:cNvSpPr/>
          <p:nvPr/>
        </p:nvSpPr>
        <p:spPr>
          <a:xfrm>
            <a:off x="6282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2" name=""/>
          <p:cNvSpPr/>
          <p:nvPr/>
        </p:nvSpPr>
        <p:spPr>
          <a:xfrm>
            <a:off x="6284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3" name=""/>
          <p:cNvSpPr/>
          <p:nvPr/>
        </p:nvSpPr>
        <p:spPr>
          <a:xfrm>
            <a:off x="62863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4" name=""/>
          <p:cNvSpPr/>
          <p:nvPr/>
        </p:nvSpPr>
        <p:spPr>
          <a:xfrm>
            <a:off x="6288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5" name=""/>
          <p:cNvSpPr/>
          <p:nvPr/>
        </p:nvSpPr>
        <p:spPr>
          <a:xfrm>
            <a:off x="6290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6" name=""/>
          <p:cNvSpPr/>
          <p:nvPr/>
        </p:nvSpPr>
        <p:spPr>
          <a:xfrm>
            <a:off x="6292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7" name=""/>
          <p:cNvSpPr/>
          <p:nvPr/>
        </p:nvSpPr>
        <p:spPr>
          <a:xfrm>
            <a:off x="6293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8" name=""/>
          <p:cNvSpPr/>
          <p:nvPr/>
        </p:nvSpPr>
        <p:spPr>
          <a:xfrm>
            <a:off x="6295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49" name=""/>
          <p:cNvSpPr/>
          <p:nvPr/>
        </p:nvSpPr>
        <p:spPr>
          <a:xfrm>
            <a:off x="6297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50" name=""/>
          <p:cNvSpPr/>
          <p:nvPr/>
        </p:nvSpPr>
        <p:spPr>
          <a:xfrm>
            <a:off x="5831280" y="4507200"/>
            <a:ext cx="468360" cy="349200"/>
          </a:xfrm>
          <a:custGeom>
            <a:avLst/>
            <a:gdLst/>
            <a:ahLst/>
            <a:rect l="0" t="0" r="r" b="b"/>
            <a:pathLst>
              <a:path w="1301" h="970">
                <a:moveTo>
                  <a:pt x="0" y="970"/>
                </a:moveTo>
                <a:lnTo>
                  <a:pt x="1301" y="970"/>
                </a:lnTo>
                <a:lnTo>
                  <a:pt x="1301" y="0"/>
                </a:lnTo>
                <a:lnTo>
                  <a:pt x="0" y="0"/>
                </a:lnTo>
                <a:lnTo>
                  <a:pt x="0" y="97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551" name=""/>
          <p:cNvSpPr/>
          <p:nvPr/>
        </p:nvSpPr>
        <p:spPr>
          <a:xfrm>
            <a:off x="6648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52" name=""/>
          <p:cNvSpPr/>
          <p:nvPr/>
        </p:nvSpPr>
        <p:spPr>
          <a:xfrm>
            <a:off x="66499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53" name=""/>
          <p:cNvSpPr/>
          <p:nvPr/>
        </p:nvSpPr>
        <p:spPr>
          <a:xfrm>
            <a:off x="6652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54" name=""/>
          <p:cNvSpPr/>
          <p:nvPr/>
        </p:nvSpPr>
        <p:spPr>
          <a:xfrm>
            <a:off x="6653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55" name=""/>
          <p:cNvSpPr/>
          <p:nvPr/>
        </p:nvSpPr>
        <p:spPr>
          <a:xfrm>
            <a:off x="6655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56" name=""/>
          <p:cNvSpPr/>
          <p:nvPr/>
        </p:nvSpPr>
        <p:spPr>
          <a:xfrm>
            <a:off x="6657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57" name=""/>
          <p:cNvSpPr/>
          <p:nvPr/>
        </p:nvSpPr>
        <p:spPr>
          <a:xfrm>
            <a:off x="6659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58" name=""/>
          <p:cNvSpPr/>
          <p:nvPr/>
        </p:nvSpPr>
        <p:spPr>
          <a:xfrm>
            <a:off x="6661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59" name=""/>
          <p:cNvSpPr/>
          <p:nvPr/>
        </p:nvSpPr>
        <p:spPr>
          <a:xfrm>
            <a:off x="6662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0" name=""/>
          <p:cNvSpPr/>
          <p:nvPr/>
        </p:nvSpPr>
        <p:spPr>
          <a:xfrm>
            <a:off x="6664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1" name=""/>
          <p:cNvSpPr/>
          <p:nvPr/>
        </p:nvSpPr>
        <p:spPr>
          <a:xfrm>
            <a:off x="6666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2" name=""/>
          <p:cNvSpPr/>
          <p:nvPr/>
        </p:nvSpPr>
        <p:spPr>
          <a:xfrm>
            <a:off x="6668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3" name=""/>
          <p:cNvSpPr/>
          <p:nvPr/>
        </p:nvSpPr>
        <p:spPr>
          <a:xfrm>
            <a:off x="6670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4" name=""/>
          <p:cNvSpPr/>
          <p:nvPr/>
        </p:nvSpPr>
        <p:spPr>
          <a:xfrm>
            <a:off x="6671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5" name=""/>
          <p:cNvSpPr/>
          <p:nvPr/>
        </p:nvSpPr>
        <p:spPr>
          <a:xfrm>
            <a:off x="66736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6" name=""/>
          <p:cNvSpPr/>
          <p:nvPr/>
        </p:nvSpPr>
        <p:spPr>
          <a:xfrm>
            <a:off x="6675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7" name=""/>
          <p:cNvSpPr/>
          <p:nvPr/>
        </p:nvSpPr>
        <p:spPr>
          <a:xfrm>
            <a:off x="6677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8" name=""/>
          <p:cNvSpPr/>
          <p:nvPr/>
        </p:nvSpPr>
        <p:spPr>
          <a:xfrm>
            <a:off x="6679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4f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69" name=""/>
          <p:cNvSpPr/>
          <p:nvPr/>
        </p:nvSpPr>
        <p:spPr>
          <a:xfrm>
            <a:off x="6681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0" name=""/>
          <p:cNvSpPr/>
          <p:nvPr/>
        </p:nvSpPr>
        <p:spPr>
          <a:xfrm>
            <a:off x="6683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1" name=""/>
          <p:cNvSpPr/>
          <p:nvPr/>
        </p:nvSpPr>
        <p:spPr>
          <a:xfrm>
            <a:off x="6684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2" name=""/>
          <p:cNvSpPr/>
          <p:nvPr/>
        </p:nvSpPr>
        <p:spPr>
          <a:xfrm>
            <a:off x="6686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3" name=""/>
          <p:cNvSpPr/>
          <p:nvPr/>
        </p:nvSpPr>
        <p:spPr>
          <a:xfrm>
            <a:off x="6688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4" name=""/>
          <p:cNvSpPr/>
          <p:nvPr/>
        </p:nvSpPr>
        <p:spPr>
          <a:xfrm>
            <a:off x="6690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5" name=""/>
          <p:cNvSpPr/>
          <p:nvPr/>
        </p:nvSpPr>
        <p:spPr>
          <a:xfrm>
            <a:off x="6692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6" name=""/>
          <p:cNvSpPr/>
          <p:nvPr/>
        </p:nvSpPr>
        <p:spPr>
          <a:xfrm>
            <a:off x="6693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7" name=""/>
          <p:cNvSpPr/>
          <p:nvPr/>
        </p:nvSpPr>
        <p:spPr>
          <a:xfrm>
            <a:off x="6695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8" name=""/>
          <p:cNvSpPr/>
          <p:nvPr/>
        </p:nvSpPr>
        <p:spPr>
          <a:xfrm>
            <a:off x="66974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79" name=""/>
          <p:cNvSpPr/>
          <p:nvPr/>
        </p:nvSpPr>
        <p:spPr>
          <a:xfrm>
            <a:off x="6699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0" name=""/>
          <p:cNvSpPr/>
          <p:nvPr/>
        </p:nvSpPr>
        <p:spPr>
          <a:xfrm>
            <a:off x="6701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1" name=""/>
          <p:cNvSpPr/>
          <p:nvPr/>
        </p:nvSpPr>
        <p:spPr>
          <a:xfrm>
            <a:off x="6703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2" name=""/>
          <p:cNvSpPr/>
          <p:nvPr/>
        </p:nvSpPr>
        <p:spPr>
          <a:xfrm>
            <a:off x="6705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3" name=""/>
          <p:cNvSpPr/>
          <p:nvPr/>
        </p:nvSpPr>
        <p:spPr>
          <a:xfrm>
            <a:off x="6706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4" name=""/>
          <p:cNvSpPr/>
          <p:nvPr/>
        </p:nvSpPr>
        <p:spPr>
          <a:xfrm>
            <a:off x="6708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5" name=""/>
          <p:cNvSpPr/>
          <p:nvPr/>
        </p:nvSpPr>
        <p:spPr>
          <a:xfrm>
            <a:off x="6710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6" name=""/>
          <p:cNvSpPr/>
          <p:nvPr/>
        </p:nvSpPr>
        <p:spPr>
          <a:xfrm>
            <a:off x="6712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7" name=""/>
          <p:cNvSpPr/>
          <p:nvPr/>
        </p:nvSpPr>
        <p:spPr>
          <a:xfrm>
            <a:off x="6714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8" name=""/>
          <p:cNvSpPr/>
          <p:nvPr/>
        </p:nvSpPr>
        <p:spPr>
          <a:xfrm>
            <a:off x="6715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5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89" name=""/>
          <p:cNvSpPr/>
          <p:nvPr/>
        </p:nvSpPr>
        <p:spPr>
          <a:xfrm>
            <a:off x="6717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0" name=""/>
          <p:cNvSpPr/>
          <p:nvPr/>
        </p:nvSpPr>
        <p:spPr>
          <a:xfrm>
            <a:off x="6719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1" name=""/>
          <p:cNvSpPr/>
          <p:nvPr/>
        </p:nvSpPr>
        <p:spPr>
          <a:xfrm>
            <a:off x="67212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2" name=""/>
          <p:cNvSpPr/>
          <p:nvPr/>
        </p:nvSpPr>
        <p:spPr>
          <a:xfrm>
            <a:off x="6723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3" name=""/>
          <p:cNvSpPr/>
          <p:nvPr/>
        </p:nvSpPr>
        <p:spPr>
          <a:xfrm>
            <a:off x="6725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4" name=""/>
          <p:cNvSpPr/>
          <p:nvPr/>
        </p:nvSpPr>
        <p:spPr>
          <a:xfrm>
            <a:off x="6726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5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5" name=""/>
          <p:cNvSpPr/>
          <p:nvPr/>
        </p:nvSpPr>
        <p:spPr>
          <a:xfrm>
            <a:off x="6728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6" name=""/>
          <p:cNvSpPr/>
          <p:nvPr/>
        </p:nvSpPr>
        <p:spPr>
          <a:xfrm>
            <a:off x="6730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7" name=""/>
          <p:cNvSpPr/>
          <p:nvPr/>
        </p:nvSpPr>
        <p:spPr>
          <a:xfrm>
            <a:off x="6732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8" name=""/>
          <p:cNvSpPr/>
          <p:nvPr/>
        </p:nvSpPr>
        <p:spPr>
          <a:xfrm>
            <a:off x="6734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9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599" name=""/>
          <p:cNvSpPr/>
          <p:nvPr/>
        </p:nvSpPr>
        <p:spPr>
          <a:xfrm>
            <a:off x="6735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0" name=""/>
          <p:cNvSpPr/>
          <p:nvPr/>
        </p:nvSpPr>
        <p:spPr>
          <a:xfrm>
            <a:off x="6737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b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1" name=""/>
          <p:cNvSpPr/>
          <p:nvPr/>
        </p:nvSpPr>
        <p:spPr>
          <a:xfrm>
            <a:off x="6739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c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2" name=""/>
          <p:cNvSpPr/>
          <p:nvPr/>
        </p:nvSpPr>
        <p:spPr>
          <a:xfrm>
            <a:off x="6741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3" name=""/>
          <p:cNvSpPr/>
          <p:nvPr/>
        </p:nvSpPr>
        <p:spPr>
          <a:xfrm>
            <a:off x="6743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4" name=""/>
          <p:cNvSpPr/>
          <p:nvPr/>
        </p:nvSpPr>
        <p:spPr>
          <a:xfrm>
            <a:off x="67449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70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5" name=""/>
          <p:cNvSpPr/>
          <p:nvPr/>
        </p:nvSpPr>
        <p:spPr>
          <a:xfrm>
            <a:off x="6747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6" name=""/>
          <p:cNvSpPr/>
          <p:nvPr/>
        </p:nvSpPr>
        <p:spPr>
          <a:xfrm>
            <a:off x="6748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2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7" name=""/>
          <p:cNvSpPr/>
          <p:nvPr/>
        </p:nvSpPr>
        <p:spPr>
          <a:xfrm>
            <a:off x="6750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8" name=""/>
          <p:cNvSpPr/>
          <p:nvPr/>
        </p:nvSpPr>
        <p:spPr>
          <a:xfrm>
            <a:off x="6752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09" name=""/>
          <p:cNvSpPr/>
          <p:nvPr/>
        </p:nvSpPr>
        <p:spPr>
          <a:xfrm>
            <a:off x="6754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0" name=""/>
          <p:cNvSpPr/>
          <p:nvPr/>
        </p:nvSpPr>
        <p:spPr>
          <a:xfrm>
            <a:off x="6756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1" name=""/>
          <p:cNvSpPr/>
          <p:nvPr/>
        </p:nvSpPr>
        <p:spPr>
          <a:xfrm>
            <a:off x="6757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2" name=""/>
          <p:cNvSpPr/>
          <p:nvPr/>
        </p:nvSpPr>
        <p:spPr>
          <a:xfrm>
            <a:off x="6759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3" name=""/>
          <p:cNvSpPr/>
          <p:nvPr/>
        </p:nvSpPr>
        <p:spPr>
          <a:xfrm>
            <a:off x="6761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4" name=""/>
          <p:cNvSpPr/>
          <p:nvPr/>
        </p:nvSpPr>
        <p:spPr>
          <a:xfrm>
            <a:off x="6763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a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5" name=""/>
          <p:cNvSpPr/>
          <p:nvPr/>
        </p:nvSpPr>
        <p:spPr>
          <a:xfrm>
            <a:off x="6765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6" name=""/>
          <p:cNvSpPr/>
          <p:nvPr/>
        </p:nvSpPr>
        <p:spPr>
          <a:xfrm>
            <a:off x="6766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7" name=""/>
          <p:cNvSpPr/>
          <p:nvPr/>
        </p:nvSpPr>
        <p:spPr>
          <a:xfrm>
            <a:off x="67687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8" name=""/>
          <p:cNvSpPr/>
          <p:nvPr/>
        </p:nvSpPr>
        <p:spPr>
          <a:xfrm>
            <a:off x="6770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19" name=""/>
          <p:cNvSpPr/>
          <p:nvPr/>
        </p:nvSpPr>
        <p:spPr>
          <a:xfrm>
            <a:off x="6772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0" name=""/>
          <p:cNvSpPr/>
          <p:nvPr/>
        </p:nvSpPr>
        <p:spPr>
          <a:xfrm>
            <a:off x="6774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1" name=""/>
          <p:cNvSpPr/>
          <p:nvPr/>
        </p:nvSpPr>
        <p:spPr>
          <a:xfrm>
            <a:off x="6776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2" name=""/>
          <p:cNvSpPr/>
          <p:nvPr/>
        </p:nvSpPr>
        <p:spPr>
          <a:xfrm>
            <a:off x="6778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3" name=""/>
          <p:cNvSpPr/>
          <p:nvPr/>
        </p:nvSpPr>
        <p:spPr>
          <a:xfrm>
            <a:off x="6779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4" name=""/>
          <p:cNvSpPr/>
          <p:nvPr/>
        </p:nvSpPr>
        <p:spPr>
          <a:xfrm>
            <a:off x="6781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3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5" name=""/>
          <p:cNvSpPr/>
          <p:nvPr/>
        </p:nvSpPr>
        <p:spPr>
          <a:xfrm>
            <a:off x="6783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6" name=""/>
          <p:cNvSpPr/>
          <p:nvPr/>
        </p:nvSpPr>
        <p:spPr>
          <a:xfrm>
            <a:off x="6785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7" name=""/>
          <p:cNvSpPr/>
          <p:nvPr/>
        </p:nvSpPr>
        <p:spPr>
          <a:xfrm>
            <a:off x="6787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8" name=""/>
          <p:cNvSpPr/>
          <p:nvPr/>
        </p:nvSpPr>
        <p:spPr>
          <a:xfrm>
            <a:off x="6788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29" name=""/>
          <p:cNvSpPr/>
          <p:nvPr/>
        </p:nvSpPr>
        <p:spPr>
          <a:xfrm>
            <a:off x="6790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0" name=""/>
          <p:cNvSpPr/>
          <p:nvPr/>
        </p:nvSpPr>
        <p:spPr>
          <a:xfrm>
            <a:off x="67924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1" name=""/>
          <p:cNvSpPr/>
          <p:nvPr/>
        </p:nvSpPr>
        <p:spPr>
          <a:xfrm>
            <a:off x="6794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2" name=""/>
          <p:cNvSpPr/>
          <p:nvPr/>
        </p:nvSpPr>
        <p:spPr>
          <a:xfrm>
            <a:off x="6796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3" name=""/>
          <p:cNvSpPr/>
          <p:nvPr/>
        </p:nvSpPr>
        <p:spPr>
          <a:xfrm>
            <a:off x="6798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4" name=""/>
          <p:cNvSpPr/>
          <p:nvPr/>
        </p:nvSpPr>
        <p:spPr>
          <a:xfrm>
            <a:off x="6800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b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5" name=""/>
          <p:cNvSpPr/>
          <p:nvPr/>
        </p:nvSpPr>
        <p:spPr>
          <a:xfrm>
            <a:off x="6801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6" name=""/>
          <p:cNvSpPr/>
          <p:nvPr/>
        </p:nvSpPr>
        <p:spPr>
          <a:xfrm>
            <a:off x="6803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7" name=""/>
          <p:cNvSpPr/>
          <p:nvPr/>
        </p:nvSpPr>
        <p:spPr>
          <a:xfrm>
            <a:off x="6805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8" name=""/>
          <p:cNvSpPr/>
          <p:nvPr/>
        </p:nvSpPr>
        <p:spPr>
          <a:xfrm>
            <a:off x="6807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39" name=""/>
          <p:cNvSpPr/>
          <p:nvPr/>
        </p:nvSpPr>
        <p:spPr>
          <a:xfrm>
            <a:off x="6809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0" name=""/>
          <p:cNvSpPr/>
          <p:nvPr/>
        </p:nvSpPr>
        <p:spPr>
          <a:xfrm>
            <a:off x="6810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1" name=""/>
          <p:cNvSpPr/>
          <p:nvPr/>
        </p:nvSpPr>
        <p:spPr>
          <a:xfrm>
            <a:off x="6812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2" name=""/>
          <p:cNvSpPr/>
          <p:nvPr/>
        </p:nvSpPr>
        <p:spPr>
          <a:xfrm>
            <a:off x="6814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3" name=""/>
          <p:cNvSpPr/>
          <p:nvPr/>
        </p:nvSpPr>
        <p:spPr>
          <a:xfrm>
            <a:off x="68162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4" name=""/>
          <p:cNvSpPr/>
          <p:nvPr/>
        </p:nvSpPr>
        <p:spPr>
          <a:xfrm>
            <a:off x="6818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5" name=""/>
          <p:cNvSpPr/>
          <p:nvPr/>
        </p:nvSpPr>
        <p:spPr>
          <a:xfrm>
            <a:off x="6820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6" name=""/>
          <p:cNvSpPr/>
          <p:nvPr/>
        </p:nvSpPr>
        <p:spPr>
          <a:xfrm>
            <a:off x="6822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7" name=""/>
          <p:cNvSpPr/>
          <p:nvPr/>
        </p:nvSpPr>
        <p:spPr>
          <a:xfrm>
            <a:off x="6823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8" name=""/>
          <p:cNvSpPr/>
          <p:nvPr/>
        </p:nvSpPr>
        <p:spPr>
          <a:xfrm>
            <a:off x="6825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49" name=""/>
          <p:cNvSpPr/>
          <p:nvPr/>
        </p:nvSpPr>
        <p:spPr>
          <a:xfrm>
            <a:off x="6827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0" name=""/>
          <p:cNvSpPr/>
          <p:nvPr/>
        </p:nvSpPr>
        <p:spPr>
          <a:xfrm>
            <a:off x="6829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1" name=""/>
          <p:cNvSpPr/>
          <p:nvPr/>
        </p:nvSpPr>
        <p:spPr>
          <a:xfrm>
            <a:off x="6831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2" name=""/>
          <p:cNvSpPr/>
          <p:nvPr/>
        </p:nvSpPr>
        <p:spPr>
          <a:xfrm>
            <a:off x="6832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3" name=""/>
          <p:cNvSpPr/>
          <p:nvPr/>
        </p:nvSpPr>
        <p:spPr>
          <a:xfrm>
            <a:off x="6834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4" name=""/>
          <p:cNvSpPr/>
          <p:nvPr/>
        </p:nvSpPr>
        <p:spPr>
          <a:xfrm>
            <a:off x="6836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5" name=""/>
          <p:cNvSpPr/>
          <p:nvPr/>
        </p:nvSpPr>
        <p:spPr>
          <a:xfrm>
            <a:off x="6838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6" name=""/>
          <p:cNvSpPr/>
          <p:nvPr/>
        </p:nvSpPr>
        <p:spPr>
          <a:xfrm>
            <a:off x="68400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7" name=""/>
          <p:cNvSpPr/>
          <p:nvPr/>
        </p:nvSpPr>
        <p:spPr>
          <a:xfrm>
            <a:off x="6842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8" name=""/>
          <p:cNvSpPr/>
          <p:nvPr/>
        </p:nvSpPr>
        <p:spPr>
          <a:xfrm>
            <a:off x="6843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59" name=""/>
          <p:cNvSpPr/>
          <p:nvPr/>
        </p:nvSpPr>
        <p:spPr>
          <a:xfrm>
            <a:off x="6845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0" name=""/>
          <p:cNvSpPr/>
          <p:nvPr/>
        </p:nvSpPr>
        <p:spPr>
          <a:xfrm>
            <a:off x="6847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1" name=""/>
          <p:cNvSpPr/>
          <p:nvPr/>
        </p:nvSpPr>
        <p:spPr>
          <a:xfrm>
            <a:off x="684936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2" name=""/>
          <p:cNvSpPr/>
          <p:nvPr/>
        </p:nvSpPr>
        <p:spPr>
          <a:xfrm>
            <a:off x="6852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3" name=""/>
          <p:cNvSpPr/>
          <p:nvPr/>
        </p:nvSpPr>
        <p:spPr>
          <a:xfrm>
            <a:off x="6854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4" name=""/>
          <p:cNvSpPr/>
          <p:nvPr/>
        </p:nvSpPr>
        <p:spPr>
          <a:xfrm>
            <a:off x="685656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5" name=""/>
          <p:cNvSpPr/>
          <p:nvPr/>
        </p:nvSpPr>
        <p:spPr>
          <a:xfrm>
            <a:off x="6860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6" name=""/>
          <p:cNvSpPr/>
          <p:nvPr/>
        </p:nvSpPr>
        <p:spPr>
          <a:xfrm>
            <a:off x="6861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7" name=""/>
          <p:cNvSpPr/>
          <p:nvPr/>
        </p:nvSpPr>
        <p:spPr>
          <a:xfrm>
            <a:off x="68637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8" name=""/>
          <p:cNvSpPr/>
          <p:nvPr/>
        </p:nvSpPr>
        <p:spPr>
          <a:xfrm>
            <a:off x="6865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69" name=""/>
          <p:cNvSpPr/>
          <p:nvPr/>
        </p:nvSpPr>
        <p:spPr>
          <a:xfrm>
            <a:off x="6867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0" name=""/>
          <p:cNvSpPr/>
          <p:nvPr/>
        </p:nvSpPr>
        <p:spPr>
          <a:xfrm>
            <a:off x="6869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1" name=""/>
          <p:cNvSpPr/>
          <p:nvPr/>
        </p:nvSpPr>
        <p:spPr>
          <a:xfrm>
            <a:off x="6871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2" name=""/>
          <p:cNvSpPr/>
          <p:nvPr/>
        </p:nvSpPr>
        <p:spPr>
          <a:xfrm>
            <a:off x="6873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3" name=""/>
          <p:cNvSpPr/>
          <p:nvPr/>
        </p:nvSpPr>
        <p:spPr>
          <a:xfrm>
            <a:off x="6874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4" name=""/>
          <p:cNvSpPr/>
          <p:nvPr/>
        </p:nvSpPr>
        <p:spPr>
          <a:xfrm>
            <a:off x="6876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5" name=""/>
          <p:cNvSpPr/>
          <p:nvPr/>
        </p:nvSpPr>
        <p:spPr>
          <a:xfrm>
            <a:off x="687852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6" name=""/>
          <p:cNvSpPr/>
          <p:nvPr/>
        </p:nvSpPr>
        <p:spPr>
          <a:xfrm>
            <a:off x="6882120" y="4507200"/>
            <a:ext cx="7920" cy="349200"/>
          </a:xfrm>
          <a:custGeom>
            <a:avLst/>
            <a:gdLst/>
            <a:ahLst/>
            <a:rect l="0" t="0" r="r" b="b"/>
            <a:pathLst>
              <a:path w="22" h="970">
                <a:moveTo>
                  <a:pt x="0" y="970"/>
                </a:moveTo>
                <a:lnTo>
                  <a:pt x="0" y="0"/>
                </a:lnTo>
                <a:lnTo>
                  <a:pt x="22" y="0"/>
                </a:lnTo>
                <a:lnTo>
                  <a:pt x="2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7" name=""/>
          <p:cNvSpPr/>
          <p:nvPr/>
        </p:nvSpPr>
        <p:spPr>
          <a:xfrm>
            <a:off x="6889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8" name=""/>
          <p:cNvSpPr/>
          <p:nvPr/>
        </p:nvSpPr>
        <p:spPr>
          <a:xfrm>
            <a:off x="6891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79" name=""/>
          <p:cNvSpPr/>
          <p:nvPr/>
        </p:nvSpPr>
        <p:spPr>
          <a:xfrm>
            <a:off x="6893280" y="45072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b9a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0" name=""/>
          <p:cNvSpPr/>
          <p:nvPr/>
        </p:nvSpPr>
        <p:spPr>
          <a:xfrm>
            <a:off x="6896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1" name=""/>
          <p:cNvSpPr/>
          <p:nvPr/>
        </p:nvSpPr>
        <p:spPr>
          <a:xfrm>
            <a:off x="6898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a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2" name=""/>
          <p:cNvSpPr/>
          <p:nvPr/>
        </p:nvSpPr>
        <p:spPr>
          <a:xfrm>
            <a:off x="6900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3" name=""/>
          <p:cNvSpPr/>
          <p:nvPr/>
        </p:nvSpPr>
        <p:spPr>
          <a:xfrm>
            <a:off x="6902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4" name=""/>
          <p:cNvSpPr/>
          <p:nvPr/>
        </p:nvSpPr>
        <p:spPr>
          <a:xfrm>
            <a:off x="6904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5" name=""/>
          <p:cNvSpPr/>
          <p:nvPr/>
        </p:nvSpPr>
        <p:spPr>
          <a:xfrm>
            <a:off x="6905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a99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6" name=""/>
          <p:cNvSpPr/>
          <p:nvPr/>
        </p:nvSpPr>
        <p:spPr>
          <a:xfrm>
            <a:off x="6907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7" name=""/>
          <p:cNvSpPr/>
          <p:nvPr/>
        </p:nvSpPr>
        <p:spPr>
          <a:xfrm>
            <a:off x="6909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8" name=""/>
          <p:cNvSpPr/>
          <p:nvPr/>
        </p:nvSpPr>
        <p:spPr>
          <a:xfrm>
            <a:off x="6911280" y="4507200"/>
            <a:ext cx="4320" cy="349200"/>
          </a:xfrm>
          <a:custGeom>
            <a:avLst/>
            <a:gdLst/>
            <a:ahLst/>
            <a:rect l="0" t="0" r="r" b="b"/>
            <a:pathLst>
              <a:path w="12" h="970">
                <a:moveTo>
                  <a:pt x="0" y="970"/>
                </a:moveTo>
                <a:lnTo>
                  <a:pt x="0" y="0"/>
                </a:lnTo>
                <a:lnTo>
                  <a:pt x="12" y="0"/>
                </a:lnTo>
                <a:lnTo>
                  <a:pt x="1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8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89" name=""/>
          <p:cNvSpPr/>
          <p:nvPr/>
        </p:nvSpPr>
        <p:spPr>
          <a:xfrm>
            <a:off x="6915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0" name=""/>
          <p:cNvSpPr/>
          <p:nvPr/>
        </p:nvSpPr>
        <p:spPr>
          <a:xfrm>
            <a:off x="6917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1" name=""/>
          <p:cNvSpPr/>
          <p:nvPr/>
        </p:nvSpPr>
        <p:spPr>
          <a:xfrm>
            <a:off x="6918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9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2" name=""/>
          <p:cNvSpPr/>
          <p:nvPr/>
        </p:nvSpPr>
        <p:spPr>
          <a:xfrm>
            <a:off x="6920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7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3" name=""/>
          <p:cNvSpPr/>
          <p:nvPr/>
        </p:nvSpPr>
        <p:spPr>
          <a:xfrm>
            <a:off x="6922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4" name=""/>
          <p:cNvSpPr/>
          <p:nvPr/>
        </p:nvSpPr>
        <p:spPr>
          <a:xfrm>
            <a:off x="6924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6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5" name=""/>
          <p:cNvSpPr/>
          <p:nvPr/>
        </p:nvSpPr>
        <p:spPr>
          <a:xfrm>
            <a:off x="6926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8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6" name=""/>
          <p:cNvSpPr/>
          <p:nvPr/>
        </p:nvSpPr>
        <p:spPr>
          <a:xfrm>
            <a:off x="6927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5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7" name=""/>
          <p:cNvSpPr/>
          <p:nvPr/>
        </p:nvSpPr>
        <p:spPr>
          <a:xfrm>
            <a:off x="6929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8" name=""/>
          <p:cNvSpPr/>
          <p:nvPr/>
        </p:nvSpPr>
        <p:spPr>
          <a:xfrm>
            <a:off x="6931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699" name=""/>
          <p:cNvSpPr/>
          <p:nvPr/>
        </p:nvSpPr>
        <p:spPr>
          <a:xfrm>
            <a:off x="6933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4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0" name=""/>
          <p:cNvSpPr/>
          <p:nvPr/>
        </p:nvSpPr>
        <p:spPr>
          <a:xfrm>
            <a:off x="69350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793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1" name=""/>
          <p:cNvSpPr/>
          <p:nvPr/>
        </p:nvSpPr>
        <p:spPr>
          <a:xfrm>
            <a:off x="6937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3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2" name=""/>
          <p:cNvSpPr/>
          <p:nvPr/>
        </p:nvSpPr>
        <p:spPr>
          <a:xfrm>
            <a:off x="6939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3" name=""/>
          <p:cNvSpPr/>
          <p:nvPr/>
        </p:nvSpPr>
        <p:spPr>
          <a:xfrm>
            <a:off x="6940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692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4" name=""/>
          <p:cNvSpPr/>
          <p:nvPr/>
        </p:nvSpPr>
        <p:spPr>
          <a:xfrm>
            <a:off x="6942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2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5" name=""/>
          <p:cNvSpPr/>
          <p:nvPr/>
        </p:nvSpPr>
        <p:spPr>
          <a:xfrm>
            <a:off x="6944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1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6" name=""/>
          <p:cNvSpPr/>
          <p:nvPr/>
        </p:nvSpPr>
        <p:spPr>
          <a:xfrm>
            <a:off x="6946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5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7" name=""/>
          <p:cNvSpPr/>
          <p:nvPr/>
        </p:nvSpPr>
        <p:spPr>
          <a:xfrm>
            <a:off x="6948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90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8" name=""/>
          <p:cNvSpPr/>
          <p:nvPr/>
        </p:nvSpPr>
        <p:spPr>
          <a:xfrm>
            <a:off x="6949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09" name=""/>
          <p:cNvSpPr/>
          <p:nvPr/>
        </p:nvSpPr>
        <p:spPr>
          <a:xfrm>
            <a:off x="6951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48f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0" name=""/>
          <p:cNvSpPr/>
          <p:nvPr/>
        </p:nvSpPr>
        <p:spPr>
          <a:xfrm>
            <a:off x="6953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e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1" name=""/>
          <p:cNvSpPr/>
          <p:nvPr/>
        </p:nvSpPr>
        <p:spPr>
          <a:xfrm>
            <a:off x="6955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2" name=""/>
          <p:cNvSpPr/>
          <p:nvPr/>
        </p:nvSpPr>
        <p:spPr>
          <a:xfrm>
            <a:off x="6957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38d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3" name=""/>
          <p:cNvSpPr/>
          <p:nvPr/>
        </p:nvSpPr>
        <p:spPr>
          <a:xfrm>
            <a:off x="69588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4" name=""/>
          <p:cNvSpPr/>
          <p:nvPr/>
        </p:nvSpPr>
        <p:spPr>
          <a:xfrm>
            <a:off x="6960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28c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5" name=""/>
          <p:cNvSpPr/>
          <p:nvPr/>
        </p:nvSpPr>
        <p:spPr>
          <a:xfrm>
            <a:off x="6962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b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6" name=""/>
          <p:cNvSpPr/>
          <p:nvPr/>
        </p:nvSpPr>
        <p:spPr>
          <a:xfrm>
            <a:off x="6964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18a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7" name=""/>
          <p:cNvSpPr/>
          <p:nvPr/>
        </p:nvSpPr>
        <p:spPr>
          <a:xfrm>
            <a:off x="6966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8" name=""/>
          <p:cNvSpPr/>
          <p:nvPr/>
        </p:nvSpPr>
        <p:spPr>
          <a:xfrm>
            <a:off x="6968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089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19" name=""/>
          <p:cNvSpPr/>
          <p:nvPr/>
        </p:nvSpPr>
        <p:spPr>
          <a:xfrm>
            <a:off x="6969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8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0" name=""/>
          <p:cNvSpPr/>
          <p:nvPr/>
        </p:nvSpPr>
        <p:spPr>
          <a:xfrm>
            <a:off x="6971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f8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1" name=""/>
          <p:cNvSpPr/>
          <p:nvPr/>
        </p:nvSpPr>
        <p:spPr>
          <a:xfrm>
            <a:off x="6973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6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2" name=""/>
          <p:cNvSpPr/>
          <p:nvPr/>
        </p:nvSpPr>
        <p:spPr>
          <a:xfrm>
            <a:off x="6975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e85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3" name=""/>
          <p:cNvSpPr/>
          <p:nvPr/>
        </p:nvSpPr>
        <p:spPr>
          <a:xfrm>
            <a:off x="6977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4" name=""/>
          <p:cNvSpPr/>
          <p:nvPr/>
        </p:nvSpPr>
        <p:spPr>
          <a:xfrm>
            <a:off x="6978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d84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5" name=""/>
          <p:cNvSpPr/>
          <p:nvPr/>
        </p:nvSpPr>
        <p:spPr>
          <a:xfrm>
            <a:off x="6980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3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6" name=""/>
          <p:cNvSpPr/>
          <p:nvPr/>
        </p:nvSpPr>
        <p:spPr>
          <a:xfrm>
            <a:off x="69825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c82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7" name=""/>
          <p:cNvSpPr/>
          <p:nvPr/>
        </p:nvSpPr>
        <p:spPr>
          <a:xfrm>
            <a:off x="6984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8" name=""/>
          <p:cNvSpPr/>
          <p:nvPr/>
        </p:nvSpPr>
        <p:spPr>
          <a:xfrm>
            <a:off x="6986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b8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29" name=""/>
          <p:cNvSpPr/>
          <p:nvPr/>
        </p:nvSpPr>
        <p:spPr>
          <a:xfrm>
            <a:off x="6988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0" name=""/>
          <p:cNvSpPr/>
          <p:nvPr/>
        </p:nvSpPr>
        <p:spPr>
          <a:xfrm>
            <a:off x="6990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a7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1" name=""/>
          <p:cNvSpPr/>
          <p:nvPr/>
        </p:nvSpPr>
        <p:spPr>
          <a:xfrm>
            <a:off x="6991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d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2" name=""/>
          <p:cNvSpPr/>
          <p:nvPr/>
        </p:nvSpPr>
        <p:spPr>
          <a:xfrm>
            <a:off x="6993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97c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3" name=""/>
          <p:cNvSpPr/>
          <p:nvPr/>
        </p:nvSpPr>
        <p:spPr>
          <a:xfrm>
            <a:off x="6995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4" name=""/>
          <p:cNvSpPr/>
          <p:nvPr/>
        </p:nvSpPr>
        <p:spPr>
          <a:xfrm>
            <a:off x="6997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87b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5" name=""/>
          <p:cNvSpPr/>
          <p:nvPr/>
        </p:nvSpPr>
        <p:spPr>
          <a:xfrm>
            <a:off x="6999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9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6" name=""/>
          <p:cNvSpPr/>
          <p:nvPr/>
        </p:nvSpPr>
        <p:spPr>
          <a:xfrm>
            <a:off x="7000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778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7" name=""/>
          <p:cNvSpPr/>
          <p:nvPr/>
        </p:nvSpPr>
        <p:spPr>
          <a:xfrm>
            <a:off x="7002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677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8" name=""/>
          <p:cNvSpPr/>
          <p:nvPr/>
        </p:nvSpPr>
        <p:spPr>
          <a:xfrm>
            <a:off x="7004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576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39" name=""/>
          <p:cNvSpPr/>
          <p:nvPr/>
        </p:nvSpPr>
        <p:spPr>
          <a:xfrm>
            <a:off x="7006320" y="45072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5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0" name=""/>
          <p:cNvSpPr/>
          <p:nvPr/>
        </p:nvSpPr>
        <p:spPr>
          <a:xfrm>
            <a:off x="7008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474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1" name=""/>
          <p:cNvSpPr/>
          <p:nvPr/>
        </p:nvSpPr>
        <p:spPr>
          <a:xfrm>
            <a:off x="7010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3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2" name=""/>
          <p:cNvSpPr/>
          <p:nvPr/>
        </p:nvSpPr>
        <p:spPr>
          <a:xfrm>
            <a:off x="7012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372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3" name=""/>
          <p:cNvSpPr/>
          <p:nvPr/>
        </p:nvSpPr>
        <p:spPr>
          <a:xfrm>
            <a:off x="7013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1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4" name=""/>
          <p:cNvSpPr/>
          <p:nvPr/>
        </p:nvSpPr>
        <p:spPr>
          <a:xfrm>
            <a:off x="7015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270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5" name=""/>
          <p:cNvSpPr/>
          <p:nvPr/>
        </p:nvSpPr>
        <p:spPr>
          <a:xfrm>
            <a:off x="7017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f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6" name=""/>
          <p:cNvSpPr/>
          <p:nvPr/>
        </p:nvSpPr>
        <p:spPr>
          <a:xfrm>
            <a:off x="7019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16e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7" name=""/>
          <p:cNvSpPr/>
          <p:nvPr/>
        </p:nvSpPr>
        <p:spPr>
          <a:xfrm>
            <a:off x="70210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406d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8" name=""/>
          <p:cNvSpPr/>
          <p:nvPr/>
        </p:nvSpPr>
        <p:spPr>
          <a:xfrm>
            <a:off x="70228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f6c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49" name=""/>
          <p:cNvSpPr/>
          <p:nvPr/>
        </p:nvSpPr>
        <p:spPr>
          <a:xfrm>
            <a:off x="70246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b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0" name=""/>
          <p:cNvSpPr/>
          <p:nvPr/>
        </p:nvSpPr>
        <p:spPr>
          <a:xfrm>
            <a:off x="70264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e6a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1" name=""/>
          <p:cNvSpPr/>
          <p:nvPr/>
        </p:nvSpPr>
        <p:spPr>
          <a:xfrm>
            <a:off x="702828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9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2" name=""/>
          <p:cNvSpPr/>
          <p:nvPr/>
        </p:nvSpPr>
        <p:spPr>
          <a:xfrm>
            <a:off x="703008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d6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3" name=""/>
          <p:cNvSpPr/>
          <p:nvPr/>
        </p:nvSpPr>
        <p:spPr>
          <a:xfrm>
            <a:off x="7032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4" name=""/>
          <p:cNvSpPr/>
          <p:nvPr/>
        </p:nvSpPr>
        <p:spPr>
          <a:xfrm>
            <a:off x="7034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c66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5" name=""/>
          <p:cNvSpPr/>
          <p:nvPr/>
        </p:nvSpPr>
        <p:spPr>
          <a:xfrm>
            <a:off x="7035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b64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6" name=""/>
          <p:cNvSpPr/>
          <p:nvPr/>
        </p:nvSpPr>
        <p:spPr>
          <a:xfrm>
            <a:off x="7037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a63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7" name=""/>
          <p:cNvSpPr/>
          <p:nvPr/>
        </p:nvSpPr>
        <p:spPr>
          <a:xfrm>
            <a:off x="7039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2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8" name=""/>
          <p:cNvSpPr/>
          <p:nvPr/>
        </p:nvSpPr>
        <p:spPr>
          <a:xfrm>
            <a:off x="7041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96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59" name=""/>
          <p:cNvSpPr/>
          <p:nvPr/>
        </p:nvSpPr>
        <p:spPr>
          <a:xfrm>
            <a:off x="7043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0" name=""/>
          <p:cNvSpPr/>
          <p:nvPr/>
        </p:nvSpPr>
        <p:spPr>
          <a:xfrm>
            <a:off x="70448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860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1" name=""/>
          <p:cNvSpPr/>
          <p:nvPr/>
        </p:nvSpPr>
        <p:spPr>
          <a:xfrm>
            <a:off x="70466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f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2" name=""/>
          <p:cNvSpPr/>
          <p:nvPr/>
        </p:nvSpPr>
        <p:spPr>
          <a:xfrm>
            <a:off x="70484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75e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3" name=""/>
          <p:cNvSpPr/>
          <p:nvPr/>
        </p:nvSpPr>
        <p:spPr>
          <a:xfrm>
            <a:off x="70502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d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4" name=""/>
          <p:cNvSpPr/>
          <p:nvPr/>
        </p:nvSpPr>
        <p:spPr>
          <a:xfrm>
            <a:off x="705204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65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5" name=""/>
          <p:cNvSpPr/>
          <p:nvPr/>
        </p:nvSpPr>
        <p:spPr>
          <a:xfrm>
            <a:off x="705384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6" name=""/>
          <p:cNvSpPr/>
          <p:nvPr/>
        </p:nvSpPr>
        <p:spPr>
          <a:xfrm>
            <a:off x="7056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55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7" name=""/>
          <p:cNvSpPr/>
          <p:nvPr/>
        </p:nvSpPr>
        <p:spPr>
          <a:xfrm>
            <a:off x="7057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45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8" name=""/>
          <p:cNvSpPr/>
          <p:nvPr/>
        </p:nvSpPr>
        <p:spPr>
          <a:xfrm>
            <a:off x="7059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358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69" name=""/>
          <p:cNvSpPr/>
          <p:nvPr/>
        </p:nvSpPr>
        <p:spPr>
          <a:xfrm>
            <a:off x="7061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0" name=""/>
          <p:cNvSpPr/>
          <p:nvPr/>
        </p:nvSpPr>
        <p:spPr>
          <a:xfrm>
            <a:off x="7063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1" name=""/>
          <p:cNvSpPr/>
          <p:nvPr/>
        </p:nvSpPr>
        <p:spPr>
          <a:xfrm>
            <a:off x="7065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2" name=""/>
          <p:cNvSpPr/>
          <p:nvPr/>
        </p:nvSpPr>
        <p:spPr>
          <a:xfrm>
            <a:off x="7066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25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3" name=""/>
          <p:cNvSpPr/>
          <p:nvPr/>
        </p:nvSpPr>
        <p:spPr>
          <a:xfrm>
            <a:off x="70686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4" name=""/>
          <p:cNvSpPr/>
          <p:nvPr/>
        </p:nvSpPr>
        <p:spPr>
          <a:xfrm>
            <a:off x="70704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154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5" name=""/>
          <p:cNvSpPr/>
          <p:nvPr/>
        </p:nvSpPr>
        <p:spPr>
          <a:xfrm>
            <a:off x="70722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3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6" name=""/>
          <p:cNvSpPr/>
          <p:nvPr/>
        </p:nvSpPr>
        <p:spPr>
          <a:xfrm>
            <a:off x="70740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3052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7" name=""/>
          <p:cNvSpPr/>
          <p:nvPr/>
        </p:nvSpPr>
        <p:spPr>
          <a:xfrm>
            <a:off x="707580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8" name=""/>
          <p:cNvSpPr/>
          <p:nvPr/>
        </p:nvSpPr>
        <p:spPr>
          <a:xfrm>
            <a:off x="707760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f51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79" name=""/>
          <p:cNvSpPr/>
          <p:nvPr/>
        </p:nvSpPr>
        <p:spPr>
          <a:xfrm>
            <a:off x="7079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0" name=""/>
          <p:cNvSpPr/>
          <p:nvPr/>
        </p:nvSpPr>
        <p:spPr>
          <a:xfrm>
            <a:off x="7081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e50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1" name=""/>
          <p:cNvSpPr/>
          <p:nvPr/>
        </p:nvSpPr>
        <p:spPr>
          <a:xfrm>
            <a:off x="7083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f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2" name=""/>
          <p:cNvSpPr/>
          <p:nvPr/>
        </p:nvSpPr>
        <p:spPr>
          <a:xfrm>
            <a:off x="7085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e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3" name=""/>
          <p:cNvSpPr/>
          <p:nvPr/>
        </p:nvSpPr>
        <p:spPr>
          <a:xfrm>
            <a:off x="7086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4" name=""/>
          <p:cNvSpPr/>
          <p:nvPr/>
        </p:nvSpPr>
        <p:spPr>
          <a:xfrm>
            <a:off x="7088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5" name=""/>
          <p:cNvSpPr/>
          <p:nvPr/>
        </p:nvSpPr>
        <p:spPr>
          <a:xfrm>
            <a:off x="7090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6" name=""/>
          <p:cNvSpPr/>
          <p:nvPr/>
        </p:nvSpPr>
        <p:spPr>
          <a:xfrm>
            <a:off x="70923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d4c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7" name=""/>
          <p:cNvSpPr/>
          <p:nvPr/>
        </p:nvSpPr>
        <p:spPr>
          <a:xfrm>
            <a:off x="70941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8" name=""/>
          <p:cNvSpPr/>
          <p:nvPr/>
        </p:nvSpPr>
        <p:spPr>
          <a:xfrm>
            <a:off x="70959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89" name=""/>
          <p:cNvSpPr/>
          <p:nvPr/>
        </p:nvSpPr>
        <p:spPr>
          <a:xfrm>
            <a:off x="70977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0" name=""/>
          <p:cNvSpPr/>
          <p:nvPr/>
        </p:nvSpPr>
        <p:spPr>
          <a:xfrm>
            <a:off x="709956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c4a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1" name=""/>
          <p:cNvSpPr/>
          <p:nvPr/>
        </p:nvSpPr>
        <p:spPr>
          <a:xfrm>
            <a:off x="7101360" y="45072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2" name=""/>
          <p:cNvSpPr/>
          <p:nvPr/>
        </p:nvSpPr>
        <p:spPr>
          <a:xfrm>
            <a:off x="7103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3" name=""/>
          <p:cNvSpPr/>
          <p:nvPr/>
        </p:nvSpPr>
        <p:spPr>
          <a:xfrm>
            <a:off x="7105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4" name=""/>
          <p:cNvSpPr/>
          <p:nvPr/>
        </p:nvSpPr>
        <p:spPr>
          <a:xfrm>
            <a:off x="71071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9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5" name=""/>
          <p:cNvSpPr/>
          <p:nvPr/>
        </p:nvSpPr>
        <p:spPr>
          <a:xfrm>
            <a:off x="71089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6" name=""/>
          <p:cNvSpPr/>
          <p:nvPr/>
        </p:nvSpPr>
        <p:spPr>
          <a:xfrm>
            <a:off x="71107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b4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7" name=""/>
          <p:cNvSpPr/>
          <p:nvPr/>
        </p:nvSpPr>
        <p:spPr>
          <a:xfrm>
            <a:off x="71125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8" name=""/>
          <p:cNvSpPr/>
          <p:nvPr/>
        </p:nvSpPr>
        <p:spPr>
          <a:xfrm>
            <a:off x="7114320" y="45072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2a48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799" name=""/>
          <p:cNvSpPr/>
          <p:nvPr/>
        </p:nvSpPr>
        <p:spPr>
          <a:xfrm>
            <a:off x="6648120" y="4507200"/>
            <a:ext cx="468360" cy="349200"/>
          </a:xfrm>
          <a:custGeom>
            <a:avLst/>
            <a:gdLst/>
            <a:ahLst/>
            <a:rect l="0" t="0" r="r" b="b"/>
            <a:pathLst>
              <a:path w="1301" h="970">
                <a:moveTo>
                  <a:pt x="0" y="970"/>
                </a:moveTo>
                <a:lnTo>
                  <a:pt x="1301" y="970"/>
                </a:lnTo>
                <a:lnTo>
                  <a:pt x="1301" y="0"/>
                </a:lnTo>
                <a:lnTo>
                  <a:pt x="0" y="0"/>
                </a:lnTo>
                <a:lnTo>
                  <a:pt x="0" y="97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00" name=""/>
          <p:cNvSpPr/>
          <p:nvPr/>
        </p:nvSpPr>
        <p:spPr>
          <a:xfrm>
            <a:off x="3671280" y="4728960"/>
            <a:ext cx="2963520" cy="0"/>
          </a:xfrm>
          <a:prstGeom prst="line">
            <a:avLst/>
          </a:prstGeom>
          <a:ln w="12600">
            <a:solidFill>
              <a:srgbClr val="5b9bd5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7801" name=""/>
          <p:cNvSpPr/>
          <p:nvPr/>
        </p:nvSpPr>
        <p:spPr>
          <a:xfrm>
            <a:off x="320112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02" name=""/>
          <p:cNvSpPr/>
          <p:nvPr/>
        </p:nvSpPr>
        <p:spPr>
          <a:xfrm>
            <a:off x="3204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03" name=""/>
          <p:cNvSpPr/>
          <p:nvPr/>
        </p:nvSpPr>
        <p:spPr>
          <a:xfrm>
            <a:off x="3206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04" name=""/>
          <p:cNvSpPr/>
          <p:nvPr/>
        </p:nvSpPr>
        <p:spPr>
          <a:xfrm>
            <a:off x="3208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05" name=""/>
          <p:cNvSpPr/>
          <p:nvPr/>
        </p:nvSpPr>
        <p:spPr>
          <a:xfrm>
            <a:off x="3210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06" name=""/>
          <p:cNvSpPr/>
          <p:nvPr/>
        </p:nvSpPr>
        <p:spPr>
          <a:xfrm>
            <a:off x="3211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07" name=""/>
          <p:cNvSpPr/>
          <p:nvPr/>
        </p:nvSpPr>
        <p:spPr>
          <a:xfrm>
            <a:off x="3213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08" name=""/>
          <p:cNvSpPr/>
          <p:nvPr/>
        </p:nvSpPr>
        <p:spPr>
          <a:xfrm>
            <a:off x="3215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09" name=""/>
          <p:cNvSpPr/>
          <p:nvPr/>
        </p:nvSpPr>
        <p:spPr>
          <a:xfrm>
            <a:off x="3217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0" name=""/>
          <p:cNvSpPr/>
          <p:nvPr/>
        </p:nvSpPr>
        <p:spPr>
          <a:xfrm>
            <a:off x="3219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1" name=""/>
          <p:cNvSpPr/>
          <p:nvPr/>
        </p:nvSpPr>
        <p:spPr>
          <a:xfrm>
            <a:off x="32209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3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2" name=""/>
          <p:cNvSpPr/>
          <p:nvPr/>
        </p:nvSpPr>
        <p:spPr>
          <a:xfrm>
            <a:off x="3223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3" name=""/>
          <p:cNvSpPr/>
          <p:nvPr/>
        </p:nvSpPr>
        <p:spPr>
          <a:xfrm>
            <a:off x="3224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4" name=""/>
          <p:cNvSpPr/>
          <p:nvPr/>
        </p:nvSpPr>
        <p:spPr>
          <a:xfrm>
            <a:off x="3226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5" name=""/>
          <p:cNvSpPr/>
          <p:nvPr/>
        </p:nvSpPr>
        <p:spPr>
          <a:xfrm>
            <a:off x="3228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6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6" name=""/>
          <p:cNvSpPr/>
          <p:nvPr/>
        </p:nvSpPr>
        <p:spPr>
          <a:xfrm>
            <a:off x="3230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7" name=""/>
          <p:cNvSpPr/>
          <p:nvPr/>
        </p:nvSpPr>
        <p:spPr>
          <a:xfrm>
            <a:off x="3232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8" name=""/>
          <p:cNvSpPr/>
          <p:nvPr/>
        </p:nvSpPr>
        <p:spPr>
          <a:xfrm>
            <a:off x="3233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19" name=""/>
          <p:cNvSpPr/>
          <p:nvPr/>
        </p:nvSpPr>
        <p:spPr>
          <a:xfrm>
            <a:off x="3235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0" name=""/>
          <p:cNvSpPr/>
          <p:nvPr/>
        </p:nvSpPr>
        <p:spPr>
          <a:xfrm>
            <a:off x="3237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1" name=""/>
          <p:cNvSpPr/>
          <p:nvPr/>
        </p:nvSpPr>
        <p:spPr>
          <a:xfrm>
            <a:off x="3239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b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2" name=""/>
          <p:cNvSpPr/>
          <p:nvPr/>
        </p:nvSpPr>
        <p:spPr>
          <a:xfrm>
            <a:off x="3241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3" name=""/>
          <p:cNvSpPr/>
          <p:nvPr/>
        </p:nvSpPr>
        <p:spPr>
          <a:xfrm>
            <a:off x="3242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4" name=""/>
          <p:cNvSpPr/>
          <p:nvPr/>
        </p:nvSpPr>
        <p:spPr>
          <a:xfrm>
            <a:off x="32446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5" name=""/>
          <p:cNvSpPr/>
          <p:nvPr/>
        </p:nvSpPr>
        <p:spPr>
          <a:xfrm>
            <a:off x="3246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6" name=""/>
          <p:cNvSpPr/>
          <p:nvPr/>
        </p:nvSpPr>
        <p:spPr>
          <a:xfrm>
            <a:off x="3248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7" name=""/>
          <p:cNvSpPr/>
          <p:nvPr/>
        </p:nvSpPr>
        <p:spPr>
          <a:xfrm>
            <a:off x="3250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8" name=""/>
          <p:cNvSpPr/>
          <p:nvPr/>
        </p:nvSpPr>
        <p:spPr>
          <a:xfrm>
            <a:off x="3252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29" name=""/>
          <p:cNvSpPr/>
          <p:nvPr/>
        </p:nvSpPr>
        <p:spPr>
          <a:xfrm>
            <a:off x="3254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0" name=""/>
          <p:cNvSpPr/>
          <p:nvPr/>
        </p:nvSpPr>
        <p:spPr>
          <a:xfrm>
            <a:off x="3255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1" name=""/>
          <p:cNvSpPr/>
          <p:nvPr/>
        </p:nvSpPr>
        <p:spPr>
          <a:xfrm>
            <a:off x="3257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5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2" name=""/>
          <p:cNvSpPr/>
          <p:nvPr/>
        </p:nvSpPr>
        <p:spPr>
          <a:xfrm>
            <a:off x="3259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7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3" name=""/>
          <p:cNvSpPr/>
          <p:nvPr/>
        </p:nvSpPr>
        <p:spPr>
          <a:xfrm>
            <a:off x="3261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8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4" name=""/>
          <p:cNvSpPr/>
          <p:nvPr/>
        </p:nvSpPr>
        <p:spPr>
          <a:xfrm>
            <a:off x="3263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5" name=""/>
          <p:cNvSpPr/>
          <p:nvPr/>
        </p:nvSpPr>
        <p:spPr>
          <a:xfrm>
            <a:off x="3264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a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6" name=""/>
          <p:cNvSpPr/>
          <p:nvPr/>
        </p:nvSpPr>
        <p:spPr>
          <a:xfrm>
            <a:off x="3266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7" name=""/>
          <p:cNvSpPr/>
          <p:nvPr/>
        </p:nvSpPr>
        <p:spPr>
          <a:xfrm>
            <a:off x="32684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8" name=""/>
          <p:cNvSpPr/>
          <p:nvPr/>
        </p:nvSpPr>
        <p:spPr>
          <a:xfrm>
            <a:off x="3270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39" name=""/>
          <p:cNvSpPr/>
          <p:nvPr/>
        </p:nvSpPr>
        <p:spPr>
          <a:xfrm>
            <a:off x="3272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f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0" name=""/>
          <p:cNvSpPr/>
          <p:nvPr/>
        </p:nvSpPr>
        <p:spPr>
          <a:xfrm>
            <a:off x="3274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1" name=""/>
          <p:cNvSpPr/>
          <p:nvPr/>
        </p:nvSpPr>
        <p:spPr>
          <a:xfrm>
            <a:off x="3276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2" name=""/>
          <p:cNvSpPr/>
          <p:nvPr/>
        </p:nvSpPr>
        <p:spPr>
          <a:xfrm>
            <a:off x="3277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3" name=""/>
          <p:cNvSpPr/>
          <p:nvPr/>
        </p:nvSpPr>
        <p:spPr>
          <a:xfrm>
            <a:off x="3279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4" name=""/>
          <p:cNvSpPr/>
          <p:nvPr/>
        </p:nvSpPr>
        <p:spPr>
          <a:xfrm>
            <a:off x="3281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5" name=""/>
          <p:cNvSpPr/>
          <p:nvPr/>
        </p:nvSpPr>
        <p:spPr>
          <a:xfrm>
            <a:off x="3283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7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6" name=""/>
          <p:cNvSpPr/>
          <p:nvPr/>
        </p:nvSpPr>
        <p:spPr>
          <a:xfrm>
            <a:off x="3285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7" name=""/>
          <p:cNvSpPr/>
          <p:nvPr/>
        </p:nvSpPr>
        <p:spPr>
          <a:xfrm>
            <a:off x="3286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a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8" name=""/>
          <p:cNvSpPr/>
          <p:nvPr/>
        </p:nvSpPr>
        <p:spPr>
          <a:xfrm>
            <a:off x="3288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49" name=""/>
          <p:cNvSpPr/>
          <p:nvPr/>
        </p:nvSpPr>
        <p:spPr>
          <a:xfrm>
            <a:off x="3290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d6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0" name=""/>
          <p:cNvSpPr/>
          <p:nvPr/>
        </p:nvSpPr>
        <p:spPr>
          <a:xfrm>
            <a:off x="32922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1" name=""/>
          <p:cNvSpPr/>
          <p:nvPr/>
        </p:nvSpPr>
        <p:spPr>
          <a:xfrm>
            <a:off x="3294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2" name=""/>
          <p:cNvSpPr/>
          <p:nvPr/>
        </p:nvSpPr>
        <p:spPr>
          <a:xfrm>
            <a:off x="3296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3" name=""/>
          <p:cNvSpPr/>
          <p:nvPr/>
        </p:nvSpPr>
        <p:spPr>
          <a:xfrm>
            <a:off x="3297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26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4" name=""/>
          <p:cNvSpPr/>
          <p:nvPr/>
        </p:nvSpPr>
        <p:spPr>
          <a:xfrm>
            <a:off x="3299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4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5" name=""/>
          <p:cNvSpPr/>
          <p:nvPr/>
        </p:nvSpPr>
        <p:spPr>
          <a:xfrm>
            <a:off x="3301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5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6" name=""/>
          <p:cNvSpPr/>
          <p:nvPr/>
        </p:nvSpPr>
        <p:spPr>
          <a:xfrm>
            <a:off x="3303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7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7" name=""/>
          <p:cNvSpPr/>
          <p:nvPr/>
        </p:nvSpPr>
        <p:spPr>
          <a:xfrm>
            <a:off x="3305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8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8" name=""/>
          <p:cNvSpPr/>
          <p:nvPr/>
        </p:nvSpPr>
        <p:spPr>
          <a:xfrm>
            <a:off x="3306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a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59" name=""/>
          <p:cNvSpPr/>
          <p:nvPr/>
        </p:nvSpPr>
        <p:spPr>
          <a:xfrm>
            <a:off x="3308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b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0" name=""/>
          <p:cNvSpPr/>
          <p:nvPr/>
        </p:nvSpPr>
        <p:spPr>
          <a:xfrm>
            <a:off x="3310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d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1" name=""/>
          <p:cNvSpPr/>
          <p:nvPr/>
        </p:nvSpPr>
        <p:spPr>
          <a:xfrm>
            <a:off x="3312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e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2" name=""/>
          <p:cNvSpPr/>
          <p:nvPr/>
        </p:nvSpPr>
        <p:spPr>
          <a:xfrm>
            <a:off x="3314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f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3" name=""/>
          <p:cNvSpPr/>
          <p:nvPr/>
        </p:nvSpPr>
        <p:spPr>
          <a:xfrm>
            <a:off x="331596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0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4" name=""/>
          <p:cNvSpPr/>
          <p:nvPr/>
        </p:nvSpPr>
        <p:spPr>
          <a:xfrm>
            <a:off x="3318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2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5" name=""/>
          <p:cNvSpPr/>
          <p:nvPr/>
        </p:nvSpPr>
        <p:spPr>
          <a:xfrm>
            <a:off x="3319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3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6" name=""/>
          <p:cNvSpPr/>
          <p:nvPr/>
        </p:nvSpPr>
        <p:spPr>
          <a:xfrm>
            <a:off x="3321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7" name=""/>
          <p:cNvSpPr/>
          <p:nvPr/>
        </p:nvSpPr>
        <p:spPr>
          <a:xfrm>
            <a:off x="3323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8" name=""/>
          <p:cNvSpPr/>
          <p:nvPr/>
        </p:nvSpPr>
        <p:spPr>
          <a:xfrm>
            <a:off x="3325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7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69" name=""/>
          <p:cNvSpPr/>
          <p:nvPr/>
        </p:nvSpPr>
        <p:spPr>
          <a:xfrm>
            <a:off x="3327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8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0" name=""/>
          <p:cNvSpPr/>
          <p:nvPr/>
        </p:nvSpPr>
        <p:spPr>
          <a:xfrm>
            <a:off x="3328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1" name=""/>
          <p:cNvSpPr/>
          <p:nvPr/>
        </p:nvSpPr>
        <p:spPr>
          <a:xfrm>
            <a:off x="3330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2" name=""/>
          <p:cNvSpPr/>
          <p:nvPr/>
        </p:nvSpPr>
        <p:spPr>
          <a:xfrm>
            <a:off x="3332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3" name=""/>
          <p:cNvSpPr/>
          <p:nvPr/>
        </p:nvSpPr>
        <p:spPr>
          <a:xfrm>
            <a:off x="3334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4" name=""/>
          <p:cNvSpPr/>
          <p:nvPr/>
        </p:nvSpPr>
        <p:spPr>
          <a:xfrm>
            <a:off x="3336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5" name=""/>
          <p:cNvSpPr/>
          <p:nvPr/>
        </p:nvSpPr>
        <p:spPr>
          <a:xfrm>
            <a:off x="3337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f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6" name=""/>
          <p:cNvSpPr/>
          <p:nvPr/>
        </p:nvSpPr>
        <p:spPr>
          <a:xfrm>
            <a:off x="33397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7" name=""/>
          <p:cNvSpPr/>
          <p:nvPr/>
        </p:nvSpPr>
        <p:spPr>
          <a:xfrm>
            <a:off x="3341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1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8" name=""/>
          <p:cNvSpPr/>
          <p:nvPr/>
        </p:nvSpPr>
        <p:spPr>
          <a:xfrm>
            <a:off x="3343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2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79" name=""/>
          <p:cNvSpPr/>
          <p:nvPr/>
        </p:nvSpPr>
        <p:spPr>
          <a:xfrm>
            <a:off x="3345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3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0" name=""/>
          <p:cNvSpPr/>
          <p:nvPr/>
        </p:nvSpPr>
        <p:spPr>
          <a:xfrm>
            <a:off x="3347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1" name=""/>
          <p:cNvSpPr/>
          <p:nvPr/>
        </p:nvSpPr>
        <p:spPr>
          <a:xfrm>
            <a:off x="3349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5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2" name=""/>
          <p:cNvSpPr/>
          <p:nvPr/>
        </p:nvSpPr>
        <p:spPr>
          <a:xfrm>
            <a:off x="3350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6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3" name=""/>
          <p:cNvSpPr/>
          <p:nvPr/>
        </p:nvSpPr>
        <p:spPr>
          <a:xfrm>
            <a:off x="3352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7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4" name=""/>
          <p:cNvSpPr/>
          <p:nvPr/>
        </p:nvSpPr>
        <p:spPr>
          <a:xfrm>
            <a:off x="3354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5" name=""/>
          <p:cNvSpPr/>
          <p:nvPr/>
        </p:nvSpPr>
        <p:spPr>
          <a:xfrm>
            <a:off x="3356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6" name=""/>
          <p:cNvSpPr/>
          <p:nvPr/>
        </p:nvSpPr>
        <p:spPr>
          <a:xfrm>
            <a:off x="3358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a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7" name=""/>
          <p:cNvSpPr/>
          <p:nvPr/>
        </p:nvSpPr>
        <p:spPr>
          <a:xfrm>
            <a:off x="3359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8" name=""/>
          <p:cNvSpPr/>
          <p:nvPr/>
        </p:nvSpPr>
        <p:spPr>
          <a:xfrm>
            <a:off x="3361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89" name=""/>
          <p:cNvSpPr/>
          <p:nvPr/>
        </p:nvSpPr>
        <p:spPr>
          <a:xfrm>
            <a:off x="33634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0" name=""/>
          <p:cNvSpPr/>
          <p:nvPr/>
        </p:nvSpPr>
        <p:spPr>
          <a:xfrm>
            <a:off x="3365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d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1" name=""/>
          <p:cNvSpPr/>
          <p:nvPr/>
        </p:nvSpPr>
        <p:spPr>
          <a:xfrm>
            <a:off x="3367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2" name=""/>
          <p:cNvSpPr/>
          <p:nvPr/>
        </p:nvSpPr>
        <p:spPr>
          <a:xfrm>
            <a:off x="3369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e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3" name=""/>
          <p:cNvSpPr/>
          <p:nvPr/>
        </p:nvSpPr>
        <p:spPr>
          <a:xfrm>
            <a:off x="3371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4" name=""/>
          <p:cNvSpPr/>
          <p:nvPr/>
        </p:nvSpPr>
        <p:spPr>
          <a:xfrm>
            <a:off x="3372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5" name=""/>
          <p:cNvSpPr/>
          <p:nvPr/>
        </p:nvSpPr>
        <p:spPr>
          <a:xfrm>
            <a:off x="3374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6" name=""/>
          <p:cNvSpPr/>
          <p:nvPr/>
        </p:nvSpPr>
        <p:spPr>
          <a:xfrm>
            <a:off x="3376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7" name=""/>
          <p:cNvSpPr/>
          <p:nvPr/>
        </p:nvSpPr>
        <p:spPr>
          <a:xfrm>
            <a:off x="3378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8" name=""/>
          <p:cNvSpPr/>
          <p:nvPr/>
        </p:nvSpPr>
        <p:spPr>
          <a:xfrm>
            <a:off x="3380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899" name=""/>
          <p:cNvSpPr/>
          <p:nvPr/>
        </p:nvSpPr>
        <p:spPr>
          <a:xfrm>
            <a:off x="3381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0" name=""/>
          <p:cNvSpPr/>
          <p:nvPr/>
        </p:nvSpPr>
        <p:spPr>
          <a:xfrm>
            <a:off x="3383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1" name=""/>
          <p:cNvSpPr/>
          <p:nvPr/>
        </p:nvSpPr>
        <p:spPr>
          <a:xfrm>
            <a:off x="3385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2" name=""/>
          <p:cNvSpPr/>
          <p:nvPr/>
        </p:nvSpPr>
        <p:spPr>
          <a:xfrm>
            <a:off x="33872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3" name=""/>
          <p:cNvSpPr/>
          <p:nvPr/>
        </p:nvSpPr>
        <p:spPr>
          <a:xfrm>
            <a:off x="3389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4" name=""/>
          <p:cNvSpPr/>
          <p:nvPr/>
        </p:nvSpPr>
        <p:spPr>
          <a:xfrm>
            <a:off x="3391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5" name=""/>
          <p:cNvSpPr/>
          <p:nvPr/>
        </p:nvSpPr>
        <p:spPr>
          <a:xfrm>
            <a:off x="3393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6" name=""/>
          <p:cNvSpPr/>
          <p:nvPr/>
        </p:nvSpPr>
        <p:spPr>
          <a:xfrm>
            <a:off x="3394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7" name=""/>
          <p:cNvSpPr/>
          <p:nvPr/>
        </p:nvSpPr>
        <p:spPr>
          <a:xfrm>
            <a:off x="3396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8" name=""/>
          <p:cNvSpPr/>
          <p:nvPr/>
        </p:nvSpPr>
        <p:spPr>
          <a:xfrm>
            <a:off x="3398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09" name=""/>
          <p:cNvSpPr/>
          <p:nvPr/>
        </p:nvSpPr>
        <p:spPr>
          <a:xfrm>
            <a:off x="3400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0" name=""/>
          <p:cNvSpPr/>
          <p:nvPr/>
        </p:nvSpPr>
        <p:spPr>
          <a:xfrm>
            <a:off x="340200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1" name=""/>
          <p:cNvSpPr/>
          <p:nvPr/>
        </p:nvSpPr>
        <p:spPr>
          <a:xfrm>
            <a:off x="3405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2" name=""/>
          <p:cNvSpPr/>
          <p:nvPr/>
        </p:nvSpPr>
        <p:spPr>
          <a:xfrm>
            <a:off x="3407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3" name=""/>
          <p:cNvSpPr/>
          <p:nvPr/>
        </p:nvSpPr>
        <p:spPr>
          <a:xfrm>
            <a:off x="3409200" y="4377600"/>
            <a:ext cx="4320" cy="349200"/>
          </a:xfrm>
          <a:custGeom>
            <a:avLst/>
            <a:gdLst/>
            <a:ahLst/>
            <a:rect l="0" t="0" r="r" b="b"/>
            <a:pathLst>
              <a:path w="12" h="970">
                <a:moveTo>
                  <a:pt x="0" y="970"/>
                </a:moveTo>
                <a:lnTo>
                  <a:pt x="0" y="0"/>
                </a:lnTo>
                <a:lnTo>
                  <a:pt x="12" y="0"/>
                </a:lnTo>
                <a:lnTo>
                  <a:pt x="1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4" name=""/>
          <p:cNvSpPr/>
          <p:nvPr/>
        </p:nvSpPr>
        <p:spPr>
          <a:xfrm>
            <a:off x="3413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5" name=""/>
          <p:cNvSpPr/>
          <p:nvPr/>
        </p:nvSpPr>
        <p:spPr>
          <a:xfrm>
            <a:off x="3414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6" name=""/>
          <p:cNvSpPr/>
          <p:nvPr/>
        </p:nvSpPr>
        <p:spPr>
          <a:xfrm>
            <a:off x="341676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7" name=""/>
          <p:cNvSpPr/>
          <p:nvPr/>
        </p:nvSpPr>
        <p:spPr>
          <a:xfrm>
            <a:off x="3420360" y="4377600"/>
            <a:ext cx="7560" cy="349200"/>
          </a:xfrm>
          <a:custGeom>
            <a:avLst/>
            <a:gdLst/>
            <a:ahLst/>
            <a:rect l="0" t="0" r="r" b="b"/>
            <a:pathLst>
              <a:path w="21" h="970">
                <a:moveTo>
                  <a:pt x="0" y="970"/>
                </a:moveTo>
                <a:lnTo>
                  <a:pt x="0" y="0"/>
                </a:lnTo>
                <a:lnTo>
                  <a:pt x="21" y="0"/>
                </a:lnTo>
                <a:lnTo>
                  <a:pt x="2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8" name=""/>
          <p:cNvSpPr/>
          <p:nvPr/>
        </p:nvSpPr>
        <p:spPr>
          <a:xfrm>
            <a:off x="3427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19" name=""/>
          <p:cNvSpPr/>
          <p:nvPr/>
        </p:nvSpPr>
        <p:spPr>
          <a:xfrm>
            <a:off x="3429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0" name=""/>
          <p:cNvSpPr/>
          <p:nvPr/>
        </p:nvSpPr>
        <p:spPr>
          <a:xfrm>
            <a:off x="343116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1" name=""/>
          <p:cNvSpPr/>
          <p:nvPr/>
        </p:nvSpPr>
        <p:spPr>
          <a:xfrm>
            <a:off x="3434760" y="4377600"/>
            <a:ext cx="7920" cy="349200"/>
          </a:xfrm>
          <a:custGeom>
            <a:avLst/>
            <a:gdLst/>
            <a:ahLst/>
            <a:rect l="0" t="0" r="r" b="b"/>
            <a:pathLst>
              <a:path w="22" h="970">
                <a:moveTo>
                  <a:pt x="0" y="970"/>
                </a:moveTo>
                <a:lnTo>
                  <a:pt x="0" y="0"/>
                </a:lnTo>
                <a:lnTo>
                  <a:pt x="22" y="0"/>
                </a:lnTo>
                <a:lnTo>
                  <a:pt x="2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2" name=""/>
          <p:cNvSpPr/>
          <p:nvPr/>
        </p:nvSpPr>
        <p:spPr>
          <a:xfrm>
            <a:off x="3442320" y="4377600"/>
            <a:ext cx="7560" cy="349200"/>
          </a:xfrm>
          <a:custGeom>
            <a:avLst/>
            <a:gdLst/>
            <a:ahLst/>
            <a:rect l="0" t="0" r="r" b="b"/>
            <a:pathLst>
              <a:path w="21" h="970">
                <a:moveTo>
                  <a:pt x="0" y="970"/>
                </a:moveTo>
                <a:lnTo>
                  <a:pt x="0" y="0"/>
                </a:lnTo>
                <a:lnTo>
                  <a:pt x="21" y="0"/>
                </a:lnTo>
                <a:lnTo>
                  <a:pt x="2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3" name=""/>
          <p:cNvSpPr/>
          <p:nvPr/>
        </p:nvSpPr>
        <p:spPr>
          <a:xfrm>
            <a:off x="3449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4" name=""/>
          <p:cNvSpPr/>
          <p:nvPr/>
        </p:nvSpPr>
        <p:spPr>
          <a:xfrm>
            <a:off x="3451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5" name=""/>
          <p:cNvSpPr/>
          <p:nvPr/>
        </p:nvSpPr>
        <p:spPr>
          <a:xfrm>
            <a:off x="3453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6" name=""/>
          <p:cNvSpPr/>
          <p:nvPr/>
        </p:nvSpPr>
        <p:spPr>
          <a:xfrm>
            <a:off x="3454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7" name=""/>
          <p:cNvSpPr/>
          <p:nvPr/>
        </p:nvSpPr>
        <p:spPr>
          <a:xfrm>
            <a:off x="3456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8" name=""/>
          <p:cNvSpPr/>
          <p:nvPr/>
        </p:nvSpPr>
        <p:spPr>
          <a:xfrm>
            <a:off x="34585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29" name=""/>
          <p:cNvSpPr/>
          <p:nvPr/>
        </p:nvSpPr>
        <p:spPr>
          <a:xfrm>
            <a:off x="3460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0" name=""/>
          <p:cNvSpPr/>
          <p:nvPr/>
        </p:nvSpPr>
        <p:spPr>
          <a:xfrm>
            <a:off x="3462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1" name=""/>
          <p:cNvSpPr/>
          <p:nvPr/>
        </p:nvSpPr>
        <p:spPr>
          <a:xfrm>
            <a:off x="346428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2" name=""/>
          <p:cNvSpPr/>
          <p:nvPr/>
        </p:nvSpPr>
        <p:spPr>
          <a:xfrm>
            <a:off x="3467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3" name=""/>
          <p:cNvSpPr/>
          <p:nvPr/>
        </p:nvSpPr>
        <p:spPr>
          <a:xfrm>
            <a:off x="3469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4" name=""/>
          <p:cNvSpPr/>
          <p:nvPr/>
        </p:nvSpPr>
        <p:spPr>
          <a:xfrm>
            <a:off x="3471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5" name=""/>
          <p:cNvSpPr/>
          <p:nvPr/>
        </p:nvSpPr>
        <p:spPr>
          <a:xfrm>
            <a:off x="3473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6" name=""/>
          <p:cNvSpPr/>
          <p:nvPr/>
        </p:nvSpPr>
        <p:spPr>
          <a:xfrm>
            <a:off x="3475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7" name=""/>
          <p:cNvSpPr/>
          <p:nvPr/>
        </p:nvSpPr>
        <p:spPr>
          <a:xfrm>
            <a:off x="3476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8" name=""/>
          <p:cNvSpPr/>
          <p:nvPr/>
        </p:nvSpPr>
        <p:spPr>
          <a:xfrm>
            <a:off x="3478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39" name=""/>
          <p:cNvSpPr/>
          <p:nvPr/>
        </p:nvSpPr>
        <p:spPr>
          <a:xfrm>
            <a:off x="3480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0" name=""/>
          <p:cNvSpPr/>
          <p:nvPr/>
        </p:nvSpPr>
        <p:spPr>
          <a:xfrm>
            <a:off x="34822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1" name=""/>
          <p:cNvSpPr/>
          <p:nvPr/>
        </p:nvSpPr>
        <p:spPr>
          <a:xfrm>
            <a:off x="3484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2" name=""/>
          <p:cNvSpPr/>
          <p:nvPr/>
        </p:nvSpPr>
        <p:spPr>
          <a:xfrm>
            <a:off x="3486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3" name=""/>
          <p:cNvSpPr/>
          <p:nvPr/>
        </p:nvSpPr>
        <p:spPr>
          <a:xfrm>
            <a:off x="3488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4" name=""/>
          <p:cNvSpPr/>
          <p:nvPr/>
        </p:nvSpPr>
        <p:spPr>
          <a:xfrm>
            <a:off x="3489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5" name=""/>
          <p:cNvSpPr/>
          <p:nvPr/>
        </p:nvSpPr>
        <p:spPr>
          <a:xfrm>
            <a:off x="3491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6" name=""/>
          <p:cNvSpPr/>
          <p:nvPr/>
        </p:nvSpPr>
        <p:spPr>
          <a:xfrm>
            <a:off x="3493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7" name=""/>
          <p:cNvSpPr/>
          <p:nvPr/>
        </p:nvSpPr>
        <p:spPr>
          <a:xfrm>
            <a:off x="3495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8" name=""/>
          <p:cNvSpPr/>
          <p:nvPr/>
        </p:nvSpPr>
        <p:spPr>
          <a:xfrm>
            <a:off x="3497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f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49" name=""/>
          <p:cNvSpPr/>
          <p:nvPr/>
        </p:nvSpPr>
        <p:spPr>
          <a:xfrm>
            <a:off x="3498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0" name=""/>
          <p:cNvSpPr/>
          <p:nvPr/>
        </p:nvSpPr>
        <p:spPr>
          <a:xfrm>
            <a:off x="3500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d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1" name=""/>
          <p:cNvSpPr/>
          <p:nvPr/>
        </p:nvSpPr>
        <p:spPr>
          <a:xfrm>
            <a:off x="3502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2" name=""/>
          <p:cNvSpPr/>
          <p:nvPr/>
        </p:nvSpPr>
        <p:spPr>
          <a:xfrm>
            <a:off x="3504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3" name=""/>
          <p:cNvSpPr/>
          <p:nvPr/>
        </p:nvSpPr>
        <p:spPr>
          <a:xfrm>
            <a:off x="35060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4" name=""/>
          <p:cNvSpPr/>
          <p:nvPr/>
        </p:nvSpPr>
        <p:spPr>
          <a:xfrm>
            <a:off x="3508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a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5" name=""/>
          <p:cNvSpPr/>
          <p:nvPr/>
        </p:nvSpPr>
        <p:spPr>
          <a:xfrm>
            <a:off x="3510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6" name=""/>
          <p:cNvSpPr/>
          <p:nvPr/>
        </p:nvSpPr>
        <p:spPr>
          <a:xfrm>
            <a:off x="3511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7" name=""/>
          <p:cNvSpPr/>
          <p:nvPr/>
        </p:nvSpPr>
        <p:spPr>
          <a:xfrm>
            <a:off x="3513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8" name=""/>
          <p:cNvSpPr/>
          <p:nvPr/>
        </p:nvSpPr>
        <p:spPr>
          <a:xfrm>
            <a:off x="3515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7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59" name=""/>
          <p:cNvSpPr/>
          <p:nvPr/>
        </p:nvSpPr>
        <p:spPr>
          <a:xfrm>
            <a:off x="3517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6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0" name=""/>
          <p:cNvSpPr/>
          <p:nvPr/>
        </p:nvSpPr>
        <p:spPr>
          <a:xfrm>
            <a:off x="3519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5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1" name=""/>
          <p:cNvSpPr/>
          <p:nvPr/>
        </p:nvSpPr>
        <p:spPr>
          <a:xfrm>
            <a:off x="3520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2" name=""/>
          <p:cNvSpPr/>
          <p:nvPr/>
        </p:nvSpPr>
        <p:spPr>
          <a:xfrm>
            <a:off x="3522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3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3" name=""/>
          <p:cNvSpPr/>
          <p:nvPr/>
        </p:nvSpPr>
        <p:spPr>
          <a:xfrm>
            <a:off x="3524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2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4" name=""/>
          <p:cNvSpPr/>
          <p:nvPr/>
        </p:nvSpPr>
        <p:spPr>
          <a:xfrm>
            <a:off x="3526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1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5" name=""/>
          <p:cNvSpPr/>
          <p:nvPr/>
        </p:nvSpPr>
        <p:spPr>
          <a:xfrm>
            <a:off x="3528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6" name=""/>
          <p:cNvSpPr/>
          <p:nvPr/>
        </p:nvSpPr>
        <p:spPr>
          <a:xfrm>
            <a:off x="3529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7" name=""/>
          <p:cNvSpPr/>
          <p:nvPr/>
        </p:nvSpPr>
        <p:spPr>
          <a:xfrm>
            <a:off x="35316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8" name=""/>
          <p:cNvSpPr/>
          <p:nvPr/>
        </p:nvSpPr>
        <p:spPr>
          <a:xfrm>
            <a:off x="3533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69" name=""/>
          <p:cNvSpPr/>
          <p:nvPr/>
        </p:nvSpPr>
        <p:spPr>
          <a:xfrm>
            <a:off x="3535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0" name=""/>
          <p:cNvSpPr/>
          <p:nvPr/>
        </p:nvSpPr>
        <p:spPr>
          <a:xfrm>
            <a:off x="3537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1" name=""/>
          <p:cNvSpPr/>
          <p:nvPr/>
        </p:nvSpPr>
        <p:spPr>
          <a:xfrm>
            <a:off x="3539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9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2" name=""/>
          <p:cNvSpPr/>
          <p:nvPr/>
        </p:nvSpPr>
        <p:spPr>
          <a:xfrm>
            <a:off x="3540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7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3" name=""/>
          <p:cNvSpPr/>
          <p:nvPr/>
        </p:nvSpPr>
        <p:spPr>
          <a:xfrm>
            <a:off x="3542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6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4" name=""/>
          <p:cNvSpPr/>
          <p:nvPr/>
        </p:nvSpPr>
        <p:spPr>
          <a:xfrm>
            <a:off x="3544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5" name=""/>
          <p:cNvSpPr/>
          <p:nvPr/>
        </p:nvSpPr>
        <p:spPr>
          <a:xfrm>
            <a:off x="3546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6" name=""/>
          <p:cNvSpPr/>
          <p:nvPr/>
        </p:nvSpPr>
        <p:spPr>
          <a:xfrm>
            <a:off x="3548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2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7" name=""/>
          <p:cNvSpPr/>
          <p:nvPr/>
        </p:nvSpPr>
        <p:spPr>
          <a:xfrm>
            <a:off x="3549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1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8" name=""/>
          <p:cNvSpPr/>
          <p:nvPr/>
        </p:nvSpPr>
        <p:spPr>
          <a:xfrm>
            <a:off x="3551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f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79" name=""/>
          <p:cNvSpPr/>
          <p:nvPr/>
        </p:nvSpPr>
        <p:spPr>
          <a:xfrm>
            <a:off x="3553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e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0" name=""/>
          <p:cNvSpPr/>
          <p:nvPr/>
        </p:nvSpPr>
        <p:spPr>
          <a:xfrm>
            <a:off x="355536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d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1" name=""/>
          <p:cNvSpPr/>
          <p:nvPr/>
        </p:nvSpPr>
        <p:spPr>
          <a:xfrm>
            <a:off x="3557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c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2" name=""/>
          <p:cNvSpPr/>
          <p:nvPr/>
        </p:nvSpPr>
        <p:spPr>
          <a:xfrm>
            <a:off x="3559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a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3" name=""/>
          <p:cNvSpPr/>
          <p:nvPr/>
        </p:nvSpPr>
        <p:spPr>
          <a:xfrm>
            <a:off x="3561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9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4" name=""/>
          <p:cNvSpPr/>
          <p:nvPr/>
        </p:nvSpPr>
        <p:spPr>
          <a:xfrm>
            <a:off x="3562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7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5" name=""/>
          <p:cNvSpPr/>
          <p:nvPr/>
        </p:nvSpPr>
        <p:spPr>
          <a:xfrm>
            <a:off x="3564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6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6" name=""/>
          <p:cNvSpPr/>
          <p:nvPr/>
        </p:nvSpPr>
        <p:spPr>
          <a:xfrm>
            <a:off x="3566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4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7" name=""/>
          <p:cNvSpPr/>
          <p:nvPr/>
        </p:nvSpPr>
        <p:spPr>
          <a:xfrm>
            <a:off x="3568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3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8" name=""/>
          <p:cNvSpPr/>
          <p:nvPr/>
        </p:nvSpPr>
        <p:spPr>
          <a:xfrm>
            <a:off x="3570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89" name=""/>
          <p:cNvSpPr/>
          <p:nvPr/>
        </p:nvSpPr>
        <p:spPr>
          <a:xfrm>
            <a:off x="3571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0" name=""/>
          <p:cNvSpPr/>
          <p:nvPr/>
        </p:nvSpPr>
        <p:spPr>
          <a:xfrm>
            <a:off x="3573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1" name=""/>
          <p:cNvSpPr/>
          <p:nvPr/>
        </p:nvSpPr>
        <p:spPr>
          <a:xfrm>
            <a:off x="3575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e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2" name=""/>
          <p:cNvSpPr/>
          <p:nvPr/>
        </p:nvSpPr>
        <p:spPr>
          <a:xfrm>
            <a:off x="3577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3" name=""/>
          <p:cNvSpPr/>
          <p:nvPr/>
        </p:nvSpPr>
        <p:spPr>
          <a:xfrm>
            <a:off x="35791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b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4" name=""/>
          <p:cNvSpPr/>
          <p:nvPr/>
        </p:nvSpPr>
        <p:spPr>
          <a:xfrm>
            <a:off x="3581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5" name=""/>
          <p:cNvSpPr/>
          <p:nvPr/>
        </p:nvSpPr>
        <p:spPr>
          <a:xfrm>
            <a:off x="3583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8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6" name=""/>
          <p:cNvSpPr/>
          <p:nvPr/>
        </p:nvSpPr>
        <p:spPr>
          <a:xfrm>
            <a:off x="3584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7" name=""/>
          <p:cNvSpPr/>
          <p:nvPr/>
        </p:nvSpPr>
        <p:spPr>
          <a:xfrm>
            <a:off x="3586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8" name=""/>
          <p:cNvSpPr/>
          <p:nvPr/>
        </p:nvSpPr>
        <p:spPr>
          <a:xfrm>
            <a:off x="3588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7999" name=""/>
          <p:cNvSpPr/>
          <p:nvPr/>
        </p:nvSpPr>
        <p:spPr>
          <a:xfrm>
            <a:off x="3590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0" name=""/>
          <p:cNvSpPr/>
          <p:nvPr/>
        </p:nvSpPr>
        <p:spPr>
          <a:xfrm>
            <a:off x="3592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1" name=""/>
          <p:cNvSpPr/>
          <p:nvPr/>
        </p:nvSpPr>
        <p:spPr>
          <a:xfrm>
            <a:off x="3593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0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2" name=""/>
          <p:cNvSpPr/>
          <p:nvPr/>
        </p:nvSpPr>
        <p:spPr>
          <a:xfrm>
            <a:off x="3595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3" name=""/>
          <p:cNvSpPr/>
          <p:nvPr/>
        </p:nvSpPr>
        <p:spPr>
          <a:xfrm>
            <a:off x="3597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4" name=""/>
          <p:cNvSpPr/>
          <p:nvPr/>
        </p:nvSpPr>
        <p:spPr>
          <a:xfrm>
            <a:off x="3599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5" name=""/>
          <p:cNvSpPr/>
          <p:nvPr/>
        </p:nvSpPr>
        <p:spPr>
          <a:xfrm>
            <a:off x="3601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b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6" name=""/>
          <p:cNvSpPr/>
          <p:nvPr/>
        </p:nvSpPr>
        <p:spPr>
          <a:xfrm>
            <a:off x="36028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7" name=""/>
          <p:cNvSpPr/>
          <p:nvPr/>
        </p:nvSpPr>
        <p:spPr>
          <a:xfrm>
            <a:off x="3605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8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8" name=""/>
          <p:cNvSpPr/>
          <p:nvPr/>
        </p:nvSpPr>
        <p:spPr>
          <a:xfrm>
            <a:off x="3606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7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09" name=""/>
          <p:cNvSpPr/>
          <p:nvPr/>
        </p:nvSpPr>
        <p:spPr>
          <a:xfrm>
            <a:off x="3608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6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0" name=""/>
          <p:cNvSpPr/>
          <p:nvPr/>
        </p:nvSpPr>
        <p:spPr>
          <a:xfrm>
            <a:off x="3610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1" name=""/>
          <p:cNvSpPr/>
          <p:nvPr/>
        </p:nvSpPr>
        <p:spPr>
          <a:xfrm>
            <a:off x="3612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2" name=""/>
          <p:cNvSpPr/>
          <p:nvPr/>
        </p:nvSpPr>
        <p:spPr>
          <a:xfrm>
            <a:off x="3614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3" name=""/>
          <p:cNvSpPr/>
          <p:nvPr/>
        </p:nvSpPr>
        <p:spPr>
          <a:xfrm>
            <a:off x="3615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4" name=""/>
          <p:cNvSpPr/>
          <p:nvPr/>
        </p:nvSpPr>
        <p:spPr>
          <a:xfrm>
            <a:off x="3617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5" name=""/>
          <p:cNvSpPr/>
          <p:nvPr/>
        </p:nvSpPr>
        <p:spPr>
          <a:xfrm>
            <a:off x="3619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6" name=""/>
          <p:cNvSpPr/>
          <p:nvPr/>
        </p:nvSpPr>
        <p:spPr>
          <a:xfrm>
            <a:off x="3621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7" name=""/>
          <p:cNvSpPr/>
          <p:nvPr/>
        </p:nvSpPr>
        <p:spPr>
          <a:xfrm>
            <a:off x="3623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8" name=""/>
          <p:cNvSpPr/>
          <p:nvPr/>
        </p:nvSpPr>
        <p:spPr>
          <a:xfrm>
            <a:off x="3624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19" name=""/>
          <p:cNvSpPr/>
          <p:nvPr/>
        </p:nvSpPr>
        <p:spPr>
          <a:xfrm>
            <a:off x="36266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0" name=""/>
          <p:cNvSpPr/>
          <p:nvPr/>
        </p:nvSpPr>
        <p:spPr>
          <a:xfrm>
            <a:off x="3628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b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1" name=""/>
          <p:cNvSpPr/>
          <p:nvPr/>
        </p:nvSpPr>
        <p:spPr>
          <a:xfrm>
            <a:off x="3630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2" name=""/>
          <p:cNvSpPr/>
          <p:nvPr/>
        </p:nvSpPr>
        <p:spPr>
          <a:xfrm>
            <a:off x="3632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3" name=""/>
          <p:cNvSpPr/>
          <p:nvPr/>
        </p:nvSpPr>
        <p:spPr>
          <a:xfrm>
            <a:off x="3634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4" name=""/>
          <p:cNvSpPr/>
          <p:nvPr/>
        </p:nvSpPr>
        <p:spPr>
          <a:xfrm>
            <a:off x="3636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5" name=""/>
          <p:cNvSpPr/>
          <p:nvPr/>
        </p:nvSpPr>
        <p:spPr>
          <a:xfrm>
            <a:off x="3637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6" name=""/>
          <p:cNvSpPr/>
          <p:nvPr/>
        </p:nvSpPr>
        <p:spPr>
          <a:xfrm>
            <a:off x="3639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7" name=""/>
          <p:cNvSpPr/>
          <p:nvPr/>
        </p:nvSpPr>
        <p:spPr>
          <a:xfrm>
            <a:off x="3641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8" name=""/>
          <p:cNvSpPr/>
          <p:nvPr/>
        </p:nvSpPr>
        <p:spPr>
          <a:xfrm>
            <a:off x="3643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29" name=""/>
          <p:cNvSpPr/>
          <p:nvPr/>
        </p:nvSpPr>
        <p:spPr>
          <a:xfrm>
            <a:off x="3645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0" name=""/>
          <p:cNvSpPr/>
          <p:nvPr/>
        </p:nvSpPr>
        <p:spPr>
          <a:xfrm>
            <a:off x="3646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1" name=""/>
          <p:cNvSpPr/>
          <p:nvPr/>
        </p:nvSpPr>
        <p:spPr>
          <a:xfrm>
            <a:off x="3648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2" name=""/>
          <p:cNvSpPr/>
          <p:nvPr/>
        </p:nvSpPr>
        <p:spPr>
          <a:xfrm>
            <a:off x="36504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3" name=""/>
          <p:cNvSpPr/>
          <p:nvPr/>
        </p:nvSpPr>
        <p:spPr>
          <a:xfrm>
            <a:off x="3652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4" name=""/>
          <p:cNvSpPr/>
          <p:nvPr/>
        </p:nvSpPr>
        <p:spPr>
          <a:xfrm>
            <a:off x="3654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5" name=""/>
          <p:cNvSpPr/>
          <p:nvPr/>
        </p:nvSpPr>
        <p:spPr>
          <a:xfrm>
            <a:off x="3656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6" name=""/>
          <p:cNvSpPr/>
          <p:nvPr/>
        </p:nvSpPr>
        <p:spPr>
          <a:xfrm>
            <a:off x="3657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7" name=""/>
          <p:cNvSpPr/>
          <p:nvPr/>
        </p:nvSpPr>
        <p:spPr>
          <a:xfrm>
            <a:off x="3659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8" name=""/>
          <p:cNvSpPr/>
          <p:nvPr/>
        </p:nvSpPr>
        <p:spPr>
          <a:xfrm>
            <a:off x="3661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39" name=""/>
          <p:cNvSpPr/>
          <p:nvPr/>
        </p:nvSpPr>
        <p:spPr>
          <a:xfrm>
            <a:off x="3663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40" name=""/>
          <p:cNvSpPr/>
          <p:nvPr/>
        </p:nvSpPr>
        <p:spPr>
          <a:xfrm>
            <a:off x="366516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41" name=""/>
          <p:cNvSpPr/>
          <p:nvPr/>
        </p:nvSpPr>
        <p:spPr>
          <a:xfrm>
            <a:off x="3201120" y="4377600"/>
            <a:ext cx="468000" cy="349200"/>
          </a:xfrm>
          <a:custGeom>
            <a:avLst/>
            <a:gdLst/>
            <a:ahLst/>
            <a:rect l="0" t="0" r="r" b="b"/>
            <a:pathLst>
              <a:path w="1300" h="970">
                <a:moveTo>
                  <a:pt x="0" y="970"/>
                </a:moveTo>
                <a:lnTo>
                  <a:pt x="1300" y="970"/>
                </a:lnTo>
                <a:lnTo>
                  <a:pt x="1300" y="0"/>
                </a:lnTo>
                <a:lnTo>
                  <a:pt x="0" y="0"/>
                </a:lnTo>
                <a:lnTo>
                  <a:pt x="0" y="97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042" name=""/>
          <p:cNvSpPr/>
          <p:nvPr/>
        </p:nvSpPr>
        <p:spPr>
          <a:xfrm>
            <a:off x="414576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43" name=""/>
          <p:cNvSpPr/>
          <p:nvPr/>
        </p:nvSpPr>
        <p:spPr>
          <a:xfrm>
            <a:off x="414936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44" name=""/>
          <p:cNvSpPr/>
          <p:nvPr/>
        </p:nvSpPr>
        <p:spPr>
          <a:xfrm>
            <a:off x="4151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45" name=""/>
          <p:cNvSpPr/>
          <p:nvPr/>
        </p:nvSpPr>
        <p:spPr>
          <a:xfrm>
            <a:off x="4153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46" name=""/>
          <p:cNvSpPr/>
          <p:nvPr/>
        </p:nvSpPr>
        <p:spPr>
          <a:xfrm>
            <a:off x="4155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47" name=""/>
          <p:cNvSpPr/>
          <p:nvPr/>
        </p:nvSpPr>
        <p:spPr>
          <a:xfrm>
            <a:off x="4156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48" name=""/>
          <p:cNvSpPr/>
          <p:nvPr/>
        </p:nvSpPr>
        <p:spPr>
          <a:xfrm>
            <a:off x="4158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49" name=""/>
          <p:cNvSpPr/>
          <p:nvPr/>
        </p:nvSpPr>
        <p:spPr>
          <a:xfrm>
            <a:off x="4160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0" name=""/>
          <p:cNvSpPr/>
          <p:nvPr/>
        </p:nvSpPr>
        <p:spPr>
          <a:xfrm>
            <a:off x="4162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1" name=""/>
          <p:cNvSpPr/>
          <p:nvPr/>
        </p:nvSpPr>
        <p:spPr>
          <a:xfrm>
            <a:off x="4164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2" name=""/>
          <p:cNvSpPr/>
          <p:nvPr/>
        </p:nvSpPr>
        <p:spPr>
          <a:xfrm>
            <a:off x="4165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3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3" name=""/>
          <p:cNvSpPr/>
          <p:nvPr/>
        </p:nvSpPr>
        <p:spPr>
          <a:xfrm>
            <a:off x="4167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4" name=""/>
          <p:cNvSpPr/>
          <p:nvPr/>
        </p:nvSpPr>
        <p:spPr>
          <a:xfrm>
            <a:off x="4169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5" name=""/>
          <p:cNvSpPr/>
          <p:nvPr/>
        </p:nvSpPr>
        <p:spPr>
          <a:xfrm>
            <a:off x="4171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6" name=""/>
          <p:cNvSpPr/>
          <p:nvPr/>
        </p:nvSpPr>
        <p:spPr>
          <a:xfrm>
            <a:off x="41731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6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7" name=""/>
          <p:cNvSpPr/>
          <p:nvPr/>
        </p:nvSpPr>
        <p:spPr>
          <a:xfrm>
            <a:off x="4175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8" name=""/>
          <p:cNvSpPr/>
          <p:nvPr/>
        </p:nvSpPr>
        <p:spPr>
          <a:xfrm>
            <a:off x="4177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59" name=""/>
          <p:cNvSpPr/>
          <p:nvPr/>
        </p:nvSpPr>
        <p:spPr>
          <a:xfrm>
            <a:off x="4178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0" name=""/>
          <p:cNvSpPr/>
          <p:nvPr/>
        </p:nvSpPr>
        <p:spPr>
          <a:xfrm>
            <a:off x="4180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1" name=""/>
          <p:cNvSpPr/>
          <p:nvPr/>
        </p:nvSpPr>
        <p:spPr>
          <a:xfrm>
            <a:off x="4182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2" name=""/>
          <p:cNvSpPr/>
          <p:nvPr/>
        </p:nvSpPr>
        <p:spPr>
          <a:xfrm>
            <a:off x="4184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b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3" name=""/>
          <p:cNvSpPr/>
          <p:nvPr/>
        </p:nvSpPr>
        <p:spPr>
          <a:xfrm>
            <a:off x="4186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4" name=""/>
          <p:cNvSpPr/>
          <p:nvPr/>
        </p:nvSpPr>
        <p:spPr>
          <a:xfrm>
            <a:off x="4187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5" name=""/>
          <p:cNvSpPr/>
          <p:nvPr/>
        </p:nvSpPr>
        <p:spPr>
          <a:xfrm>
            <a:off x="4189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6" name=""/>
          <p:cNvSpPr/>
          <p:nvPr/>
        </p:nvSpPr>
        <p:spPr>
          <a:xfrm>
            <a:off x="4191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7" name=""/>
          <p:cNvSpPr/>
          <p:nvPr/>
        </p:nvSpPr>
        <p:spPr>
          <a:xfrm>
            <a:off x="4193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8" name=""/>
          <p:cNvSpPr/>
          <p:nvPr/>
        </p:nvSpPr>
        <p:spPr>
          <a:xfrm>
            <a:off x="4195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69" name=""/>
          <p:cNvSpPr/>
          <p:nvPr/>
        </p:nvSpPr>
        <p:spPr>
          <a:xfrm>
            <a:off x="41968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0" name=""/>
          <p:cNvSpPr/>
          <p:nvPr/>
        </p:nvSpPr>
        <p:spPr>
          <a:xfrm>
            <a:off x="4199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1" name=""/>
          <p:cNvSpPr/>
          <p:nvPr/>
        </p:nvSpPr>
        <p:spPr>
          <a:xfrm>
            <a:off x="4200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2" name=""/>
          <p:cNvSpPr/>
          <p:nvPr/>
        </p:nvSpPr>
        <p:spPr>
          <a:xfrm>
            <a:off x="4202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5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3" name=""/>
          <p:cNvSpPr/>
          <p:nvPr/>
        </p:nvSpPr>
        <p:spPr>
          <a:xfrm>
            <a:off x="4204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7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4" name=""/>
          <p:cNvSpPr/>
          <p:nvPr/>
        </p:nvSpPr>
        <p:spPr>
          <a:xfrm>
            <a:off x="4206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8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5" name=""/>
          <p:cNvSpPr/>
          <p:nvPr/>
        </p:nvSpPr>
        <p:spPr>
          <a:xfrm>
            <a:off x="4208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6" name=""/>
          <p:cNvSpPr/>
          <p:nvPr/>
        </p:nvSpPr>
        <p:spPr>
          <a:xfrm>
            <a:off x="4209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a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7" name=""/>
          <p:cNvSpPr/>
          <p:nvPr/>
        </p:nvSpPr>
        <p:spPr>
          <a:xfrm>
            <a:off x="4211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8" name=""/>
          <p:cNvSpPr/>
          <p:nvPr/>
        </p:nvSpPr>
        <p:spPr>
          <a:xfrm>
            <a:off x="4213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79" name=""/>
          <p:cNvSpPr/>
          <p:nvPr/>
        </p:nvSpPr>
        <p:spPr>
          <a:xfrm>
            <a:off x="4215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0" name=""/>
          <p:cNvSpPr/>
          <p:nvPr/>
        </p:nvSpPr>
        <p:spPr>
          <a:xfrm>
            <a:off x="4217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f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1" name=""/>
          <p:cNvSpPr/>
          <p:nvPr/>
        </p:nvSpPr>
        <p:spPr>
          <a:xfrm>
            <a:off x="4218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2" name=""/>
          <p:cNvSpPr/>
          <p:nvPr/>
        </p:nvSpPr>
        <p:spPr>
          <a:xfrm>
            <a:off x="42206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3" name=""/>
          <p:cNvSpPr/>
          <p:nvPr/>
        </p:nvSpPr>
        <p:spPr>
          <a:xfrm>
            <a:off x="4222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4" name=""/>
          <p:cNvSpPr/>
          <p:nvPr/>
        </p:nvSpPr>
        <p:spPr>
          <a:xfrm>
            <a:off x="4224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5" name=""/>
          <p:cNvSpPr/>
          <p:nvPr/>
        </p:nvSpPr>
        <p:spPr>
          <a:xfrm>
            <a:off x="4226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6" name=""/>
          <p:cNvSpPr/>
          <p:nvPr/>
        </p:nvSpPr>
        <p:spPr>
          <a:xfrm>
            <a:off x="4228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7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7" name=""/>
          <p:cNvSpPr/>
          <p:nvPr/>
        </p:nvSpPr>
        <p:spPr>
          <a:xfrm>
            <a:off x="4230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8" name=""/>
          <p:cNvSpPr/>
          <p:nvPr/>
        </p:nvSpPr>
        <p:spPr>
          <a:xfrm>
            <a:off x="4231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a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89" name=""/>
          <p:cNvSpPr/>
          <p:nvPr/>
        </p:nvSpPr>
        <p:spPr>
          <a:xfrm>
            <a:off x="4233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0" name=""/>
          <p:cNvSpPr/>
          <p:nvPr/>
        </p:nvSpPr>
        <p:spPr>
          <a:xfrm>
            <a:off x="4235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d6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1" name=""/>
          <p:cNvSpPr/>
          <p:nvPr/>
        </p:nvSpPr>
        <p:spPr>
          <a:xfrm>
            <a:off x="4237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2" name=""/>
          <p:cNvSpPr/>
          <p:nvPr/>
        </p:nvSpPr>
        <p:spPr>
          <a:xfrm>
            <a:off x="4239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3" name=""/>
          <p:cNvSpPr/>
          <p:nvPr/>
        </p:nvSpPr>
        <p:spPr>
          <a:xfrm>
            <a:off x="4240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4" name=""/>
          <p:cNvSpPr/>
          <p:nvPr/>
        </p:nvSpPr>
        <p:spPr>
          <a:xfrm>
            <a:off x="4242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26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5" name=""/>
          <p:cNvSpPr/>
          <p:nvPr/>
        </p:nvSpPr>
        <p:spPr>
          <a:xfrm>
            <a:off x="42444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4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6" name=""/>
          <p:cNvSpPr/>
          <p:nvPr/>
        </p:nvSpPr>
        <p:spPr>
          <a:xfrm>
            <a:off x="4246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5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7" name=""/>
          <p:cNvSpPr/>
          <p:nvPr/>
        </p:nvSpPr>
        <p:spPr>
          <a:xfrm>
            <a:off x="4248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7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8" name=""/>
          <p:cNvSpPr/>
          <p:nvPr/>
        </p:nvSpPr>
        <p:spPr>
          <a:xfrm>
            <a:off x="4250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8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099" name=""/>
          <p:cNvSpPr/>
          <p:nvPr/>
        </p:nvSpPr>
        <p:spPr>
          <a:xfrm>
            <a:off x="4251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a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0" name=""/>
          <p:cNvSpPr/>
          <p:nvPr/>
        </p:nvSpPr>
        <p:spPr>
          <a:xfrm>
            <a:off x="4253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b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1" name=""/>
          <p:cNvSpPr/>
          <p:nvPr/>
        </p:nvSpPr>
        <p:spPr>
          <a:xfrm>
            <a:off x="4255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d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2" name=""/>
          <p:cNvSpPr/>
          <p:nvPr/>
        </p:nvSpPr>
        <p:spPr>
          <a:xfrm>
            <a:off x="4257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e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3" name=""/>
          <p:cNvSpPr/>
          <p:nvPr/>
        </p:nvSpPr>
        <p:spPr>
          <a:xfrm>
            <a:off x="4259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f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4" name=""/>
          <p:cNvSpPr/>
          <p:nvPr/>
        </p:nvSpPr>
        <p:spPr>
          <a:xfrm>
            <a:off x="4260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0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5" name=""/>
          <p:cNvSpPr/>
          <p:nvPr/>
        </p:nvSpPr>
        <p:spPr>
          <a:xfrm>
            <a:off x="4262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2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6" name=""/>
          <p:cNvSpPr/>
          <p:nvPr/>
        </p:nvSpPr>
        <p:spPr>
          <a:xfrm>
            <a:off x="4264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3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7" name=""/>
          <p:cNvSpPr/>
          <p:nvPr/>
        </p:nvSpPr>
        <p:spPr>
          <a:xfrm>
            <a:off x="4266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8" name=""/>
          <p:cNvSpPr/>
          <p:nvPr/>
        </p:nvSpPr>
        <p:spPr>
          <a:xfrm>
            <a:off x="4268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09" name=""/>
          <p:cNvSpPr/>
          <p:nvPr/>
        </p:nvSpPr>
        <p:spPr>
          <a:xfrm>
            <a:off x="426996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7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0" name=""/>
          <p:cNvSpPr/>
          <p:nvPr/>
        </p:nvSpPr>
        <p:spPr>
          <a:xfrm>
            <a:off x="4272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8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1" name=""/>
          <p:cNvSpPr/>
          <p:nvPr/>
        </p:nvSpPr>
        <p:spPr>
          <a:xfrm>
            <a:off x="4273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2" name=""/>
          <p:cNvSpPr/>
          <p:nvPr/>
        </p:nvSpPr>
        <p:spPr>
          <a:xfrm>
            <a:off x="4275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3" name=""/>
          <p:cNvSpPr/>
          <p:nvPr/>
        </p:nvSpPr>
        <p:spPr>
          <a:xfrm>
            <a:off x="4277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4" name=""/>
          <p:cNvSpPr/>
          <p:nvPr/>
        </p:nvSpPr>
        <p:spPr>
          <a:xfrm>
            <a:off x="4279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5" name=""/>
          <p:cNvSpPr/>
          <p:nvPr/>
        </p:nvSpPr>
        <p:spPr>
          <a:xfrm>
            <a:off x="4281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6" name=""/>
          <p:cNvSpPr/>
          <p:nvPr/>
        </p:nvSpPr>
        <p:spPr>
          <a:xfrm>
            <a:off x="4282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f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7" name=""/>
          <p:cNvSpPr/>
          <p:nvPr/>
        </p:nvSpPr>
        <p:spPr>
          <a:xfrm>
            <a:off x="4284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8" name=""/>
          <p:cNvSpPr/>
          <p:nvPr/>
        </p:nvSpPr>
        <p:spPr>
          <a:xfrm>
            <a:off x="4286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1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19" name=""/>
          <p:cNvSpPr/>
          <p:nvPr/>
        </p:nvSpPr>
        <p:spPr>
          <a:xfrm>
            <a:off x="4288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2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0" name=""/>
          <p:cNvSpPr/>
          <p:nvPr/>
        </p:nvSpPr>
        <p:spPr>
          <a:xfrm>
            <a:off x="4290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3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1" name=""/>
          <p:cNvSpPr/>
          <p:nvPr/>
        </p:nvSpPr>
        <p:spPr>
          <a:xfrm>
            <a:off x="4291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2" name=""/>
          <p:cNvSpPr/>
          <p:nvPr/>
        </p:nvSpPr>
        <p:spPr>
          <a:xfrm>
            <a:off x="42937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5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3" name=""/>
          <p:cNvSpPr/>
          <p:nvPr/>
        </p:nvSpPr>
        <p:spPr>
          <a:xfrm>
            <a:off x="4295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6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4" name=""/>
          <p:cNvSpPr/>
          <p:nvPr/>
        </p:nvSpPr>
        <p:spPr>
          <a:xfrm>
            <a:off x="4297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7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5" name=""/>
          <p:cNvSpPr/>
          <p:nvPr/>
        </p:nvSpPr>
        <p:spPr>
          <a:xfrm>
            <a:off x="4299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6" name=""/>
          <p:cNvSpPr/>
          <p:nvPr/>
        </p:nvSpPr>
        <p:spPr>
          <a:xfrm>
            <a:off x="4301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7" name=""/>
          <p:cNvSpPr/>
          <p:nvPr/>
        </p:nvSpPr>
        <p:spPr>
          <a:xfrm>
            <a:off x="4303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a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8" name=""/>
          <p:cNvSpPr/>
          <p:nvPr/>
        </p:nvSpPr>
        <p:spPr>
          <a:xfrm>
            <a:off x="4304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29" name=""/>
          <p:cNvSpPr/>
          <p:nvPr/>
        </p:nvSpPr>
        <p:spPr>
          <a:xfrm>
            <a:off x="4306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0" name=""/>
          <p:cNvSpPr/>
          <p:nvPr/>
        </p:nvSpPr>
        <p:spPr>
          <a:xfrm>
            <a:off x="4308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1" name=""/>
          <p:cNvSpPr/>
          <p:nvPr/>
        </p:nvSpPr>
        <p:spPr>
          <a:xfrm>
            <a:off x="4310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d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2" name=""/>
          <p:cNvSpPr/>
          <p:nvPr/>
        </p:nvSpPr>
        <p:spPr>
          <a:xfrm>
            <a:off x="4312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3" name=""/>
          <p:cNvSpPr/>
          <p:nvPr/>
        </p:nvSpPr>
        <p:spPr>
          <a:xfrm>
            <a:off x="4313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e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4" name=""/>
          <p:cNvSpPr/>
          <p:nvPr/>
        </p:nvSpPr>
        <p:spPr>
          <a:xfrm>
            <a:off x="4315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5" name=""/>
          <p:cNvSpPr/>
          <p:nvPr/>
        </p:nvSpPr>
        <p:spPr>
          <a:xfrm>
            <a:off x="43174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6" name=""/>
          <p:cNvSpPr/>
          <p:nvPr/>
        </p:nvSpPr>
        <p:spPr>
          <a:xfrm>
            <a:off x="4319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7" name=""/>
          <p:cNvSpPr/>
          <p:nvPr/>
        </p:nvSpPr>
        <p:spPr>
          <a:xfrm>
            <a:off x="4321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8" name=""/>
          <p:cNvSpPr/>
          <p:nvPr/>
        </p:nvSpPr>
        <p:spPr>
          <a:xfrm>
            <a:off x="4323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39" name=""/>
          <p:cNvSpPr/>
          <p:nvPr/>
        </p:nvSpPr>
        <p:spPr>
          <a:xfrm>
            <a:off x="4325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0" name=""/>
          <p:cNvSpPr/>
          <p:nvPr/>
        </p:nvSpPr>
        <p:spPr>
          <a:xfrm>
            <a:off x="4326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1" name=""/>
          <p:cNvSpPr/>
          <p:nvPr/>
        </p:nvSpPr>
        <p:spPr>
          <a:xfrm>
            <a:off x="4328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2" name=""/>
          <p:cNvSpPr/>
          <p:nvPr/>
        </p:nvSpPr>
        <p:spPr>
          <a:xfrm>
            <a:off x="4330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3" name=""/>
          <p:cNvSpPr/>
          <p:nvPr/>
        </p:nvSpPr>
        <p:spPr>
          <a:xfrm>
            <a:off x="4332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4" name=""/>
          <p:cNvSpPr/>
          <p:nvPr/>
        </p:nvSpPr>
        <p:spPr>
          <a:xfrm>
            <a:off x="4334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5" name=""/>
          <p:cNvSpPr/>
          <p:nvPr/>
        </p:nvSpPr>
        <p:spPr>
          <a:xfrm>
            <a:off x="4335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6" name=""/>
          <p:cNvSpPr/>
          <p:nvPr/>
        </p:nvSpPr>
        <p:spPr>
          <a:xfrm>
            <a:off x="4337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7" name=""/>
          <p:cNvSpPr/>
          <p:nvPr/>
        </p:nvSpPr>
        <p:spPr>
          <a:xfrm>
            <a:off x="4339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8" name=""/>
          <p:cNvSpPr/>
          <p:nvPr/>
        </p:nvSpPr>
        <p:spPr>
          <a:xfrm>
            <a:off x="43412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49" name=""/>
          <p:cNvSpPr/>
          <p:nvPr/>
        </p:nvSpPr>
        <p:spPr>
          <a:xfrm>
            <a:off x="4343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0" name=""/>
          <p:cNvSpPr/>
          <p:nvPr/>
        </p:nvSpPr>
        <p:spPr>
          <a:xfrm>
            <a:off x="4345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1" name=""/>
          <p:cNvSpPr/>
          <p:nvPr/>
        </p:nvSpPr>
        <p:spPr>
          <a:xfrm>
            <a:off x="434700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2" name=""/>
          <p:cNvSpPr/>
          <p:nvPr/>
        </p:nvSpPr>
        <p:spPr>
          <a:xfrm>
            <a:off x="4350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3" name=""/>
          <p:cNvSpPr/>
          <p:nvPr/>
        </p:nvSpPr>
        <p:spPr>
          <a:xfrm>
            <a:off x="4352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4" name=""/>
          <p:cNvSpPr/>
          <p:nvPr/>
        </p:nvSpPr>
        <p:spPr>
          <a:xfrm>
            <a:off x="435420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5" name=""/>
          <p:cNvSpPr/>
          <p:nvPr/>
        </p:nvSpPr>
        <p:spPr>
          <a:xfrm>
            <a:off x="4357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6" name=""/>
          <p:cNvSpPr/>
          <p:nvPr/>
        </p:nvSpPr>
        <p:spPr>
          <a:xfrm>
            <a:off x="4359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7" name=""/>
          <p:cNvSpPr/>
          <p:nvPr/>
        </p:nvSpPr>
        <p:spPr>
          <a:xfrm>
            <a:off x="436140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8" name=""/>
          <p:cNvSpPr/>
          <p:nvPr/>
        </p:nvSpPr>
        <p:spPr>
          <a:xfrm>
            <a:off x="4365000" y="4377600"/>
            <a:ext cx="7920" cy="349200"/>
          </a:xfrm>
          <a:custGeom>
            <a:avLst/>
            <a:gdLst/>
            <a:ahLst/>
            <a:rect l="0" t="0" r="r" b="b"/>
            <a:pathLst>
              <a:path w="22" h="970">
                <a:moveTo>
                  <a:pt x="0" y="970"/>
                </a:moveTo>
                <a:lnTo>
                  <a:pt x="0" y="0"/>
                </a:lnTo>
                <a:lnTo>
                  <a:pt x="22" y="0"/>
                </a:lnTo>
                <a:lnTo>
                  <a:pt x="2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59" name=""/>
          <p:cNvSpPr/>
          <p:nvPr/>
        </p:nvSpPr>
        <p:spPr>
          <a:xfrm>
            <a:off x="4372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0" name=""/>
          <p:cNvSpPr/>
          <p:nvPr/>
        </p:nvSpPr>
        <p:spPr>
          <a:xfrm>
            <a:off x="4374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1" name=""/>
          <p:cNvSpPr/>
          <p:nvPr/>
        </p:nvSpPr>
        <p:spPr>
          <a:xfrm>
            <a:off x="437616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2" name=""/>
          <p:cNvSpPr/>
          <p:nvPr/>
        </p:nvSpPr>
        <p:spPr>
          <a:xfrm>
            <a:off x="4379760" y="4377600"/>
            <a:ext cx="7560" cy="349200"/>
          </a:xfrm>
          <a:custGeom>
            <a:avLst/>
            <a:gdLst/>
            <a:ahLst/>
            <a:rect l="0" t="0" r="r" b="b"/>
            <a:pathLst>
              <a:path w="21" h="970">
                <a:moveTo>
                  <a:pt x="0" y="970"/>
                </a:moveTo>
                <a:lnTo>
                  <a:pt x="0" y="0"/>
                </a:lnTo>
                <a:lnTo>
                  <a:pt x="21" y="0"/>
                </a:lnTo>
                <a:lnTo>
                  <a:pt x="2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3" name=""/>
          <p:cNvSpPr/>
          <p:nvPr/>
        </p:nvSpPr>
        <p:spPr>
          <a:xfrm>
            <a:off x="4386960" y="4377600"/>
            <a:ext cx="7920" cy="349200"/>
          </a:xfrm>
          <a:custGeom>
            <a:avLst/>
            <a:gdLst/>
            <a:ahLst/>
            <a:rect l="0" t="0" r="r" b="b"/>
            <a:pathLst>
              <a:path w="22" h="970">
                <a:moveTo>
                  <a:pt x="0" y="970"/>
                </a:moveTo>
                <a:lnTo>
                  <a:pt x="0" y="0"/>
                </a:lnTo>
                <a:lnTo>
                  <a:pt x="22" y="0"/>
                </a:lnTo>
                <a:lnTo>
                  <a:pt x="2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4" name=""/>
          <p:cNvSpPr/>
          <p:nvPr/>
        </p:nvSpPr>
        <p:spPr>
          <a:xfrm>
            <a:off x="4394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5" name=""/>
          <p:cNvSpPr/>
          <p:nvPr/>
        </p:nvSpPr>
        <p:spPr>
          <a:xfrm>
            <a:off x="4396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6" name=""/>
          <p:cNvSpPr/>
          <p:nvPr/>
        </p:nvSpPr>
        <p:spPr>
          <a:xfrm>
            <a:off x="4398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7" name=""/>
          <p:cNvSpPr/>
          <p:nvPr/>
        </p:nvSpPr>
        <p:spPr>
          <a:xfrm>
            <a:off x="4399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8" name=""/>
          <p:cNvSpPr/>
          <p:nvPr/>
        </p:nvSpPr>
        <p:spPr>
          <a:xfrm>
            <a:off x="4401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69" name=""/>
          <p:cNvSpPr/>
          <p:nvPr/>
        </p:nvSpPr>
        <p:spPr>
          <a:xfrm>
            <a:off x="4403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0" name=""/>
          <p:cNvSpPr/>
          <p:nvPr/>
        </p:nvSpPr>
        <p:spPr>
          <a:xfrm>
            <a:off x="4405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1" name=""/>
          <p:cNvSpPr/>
          <p:nvPr/>
        </p:nvSpPr>
        <p:spPr>
          <a:xfrm>
            <a:off x="4407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2" name=""/>
          <p:cNvSpPr/>
          <p:nvPr/>
        </p:nvSpPr>
        <p:spPr>
          <a:xfrm>
            <a:off x="440892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3" name=""/>
          <p:cNvSpPr/>
          <p:nvPr/>
        </p:nvSpPr>
        <p:spPr>
          <a:xfrm>
            <a:off x="44125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4" name=""/>
          <p:cNvSpPr/>
          <p:nvPr/>
        </p:nvSpPr>
        <p:spPr>
          <a:xfrm>
            <a:off x="4414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5" name=""/>
          <p:cNvSpPr/>
          <p:nvPr/>
        </p:nvSpPr>
        <p:spPr>
          <a:xfrm>
            <a:off x="4416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6" name=""/>
          <p:cNvSpPr/>
          <p:nvPr/>
        </p:nvSpPr>
        <p:spPr>
          <a:xfrm>
            <a:off x="4418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7" name=""/>
          <p:cNvSpPr/>
          <p:nvPr/>
        </p:nvSpPr>
        <p:spPr>
          <a:xfrm>
            <a:off x="4420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8" name=""/>
          <p:cNvSpPr/>
          <p:nvPr/>
        </p:nvSpPr>
        <p:spPr>
          <a:xfrm>
            <a:off x="4421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79" name=""/>
          <p:cNvSpPr/>
          <p:nvPr/>
        </p:nvSpPr>
        <p:spPr>
          <a:xfrm>
            <a:off x="4423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0" name=""/>
          <p:cNvSpPr/>
          <p:nvPr/>
        </p:nvSpPr>
        <p:spPr>
          <a:xfrm>
            <a:off x="4425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1" name=""/>
          <p:cNvSpPr/>
          <p:nvPr/>
        </p:nvSpPr>
        <p:spPr>
          <a:xfrm>
            <a:off x="4427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2" name=""/>
          <p:cNvSpPr/>
          <p:nvPr/>
        </p:nvSpPr>
        <p:spPr>
          <a:xfrm>
            <a:off x="4429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3" name=""/>
          <p:cNvSpPr/>
          <p:nvPr/>
        </p:nvSpPr>
        <p:spPr>
          <a:xfrm>
            <a:off x="4430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4" name=""/>
          <p:cNvSpPr/>
          <p:nvPr/>
        </p:nvSpPr>
        <p:spPr>
          <a:xfrm>
            <a:off x="4432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5" name=""/>
          <p:cNvSpPr/>
          <p:nvPr/>
        </p:nvSpPr>
        <p:spPr>
          <a:xfrm>
            <a:off x="4434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6" name=""/>
          <p:cNvSpPr/>
          <p:nvPr/>
        </p:nvSpPr>
        <p:spPr>
          <a:xfrm>
            <a:off x="44362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7" name=""/>
          <p:cNvSpPr/>
          <p:nvPr/>
        </p:nvSpPr>
        <p:spPr>
          <a:xfrm>
            <a:off x="4438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8" name=""/>
          <p:cNvSpPr/>
          <p:nvPr/>
        </p:nvSpPr>
        <p:spPr>
          <a:xfrm>
            <a:off x="4440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89" name=""/>
          <p:cNvSpPr/>
          <p:nvPr/>
        </p:nvSpPr>
        <p:spPr>
          <a:xfrm>
            <a:off x="4442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f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0" name=""/>
          <p:cNvSpPr/>
          <p:nvPr/>
        </p:nvSpPr>
        <p:spPr>
          <a:xfrm>
            <a:off x="4443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1" name=""/>
          <p:cNvSpPr/>
          <p:nvPr/>
        </p:nvSpPr>
        <p:spPr>
          <a:xfrm>
            <a:off x="4445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d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2" name=""/>
          <p:cNvSpPr/>
          <p:nvPr/>
        </p:nvSpPr>
        <p:spPr>
          <a:xfrm>
            <a:off x="4447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3" name=""/>
          <p:cNvSpPr/>
          <p:nvPr/>
        </p:nvSpPr>
        <p:spPr>
          <a:xfrm>
            <a:off x="4449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4" name=""/>
          <p:cNvSpPr/>
          <p:nvPr/>
        </p:nvSpPr>
        <p:spPr>
          <a:xfrm>
            <a:off x="4451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5" name=""/>
          <p:cNvSpPr/>
          <p:nvPr/>
        </p:nvSpPr>
        <p:spPr>
          <a:xfrm>
            <a:off x="4452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a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6" name=""/>
          <p:cNvSpPr/>
          <p:nvPr/>
        </p:nvSpPr>
        <p:spPr>
          <a:xfrm>
            <a:off x="4454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7" name=""/>
          <p:cNvSpPr/>
          <p:nvPr/>
        </p:nvSpPr>
        <p:spPr>
          <a:xfrm>
            <a:off x="4456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8" name=""/>
          <p:cNvSpPr/>
          <p:nvPr/>
        </p:nvSpPr>
        <p:spPr>
          <a:xfrm>
            <a:off x="4458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199" name=""/>
          <p:cNvSpPr/>
          <p:nvPr/>
        </p:nvSpPr>
        <p:spPr>
          <a:xfrm>
            <a:off x="44600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7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0" name=""/>
          <p:cNvSpPr/>
          <p:nvPr/>
        </p:nvSpPr>
        <p:spPr>
          <a:xfrm>
            <a:off x="4462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6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1" name=""/>
          <p:cNvSpPr/>
          <p:nvPr/>
        </p:nvSpPr>
        <p:spPr>
          <a:xfrm>
            <a:off x="4464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5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2" name=""/>
          <p:cNvSpPr/>
          <p:nvPr/>
        </p:nvSpPr>
        <p:spPr>
          <a:xfrm>
            <a:off x="4465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3" name=""/>
          <p:cNvSpPr/>
          <p:nvPr/>
        </p:nvSpPr>
        <p:spPr>
          <a:xfrm>
            <a:off x="4467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3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4" name=""/>
          <p:cNvSpPr/>
          <p:nvPr/>
        </p:nvSpPr>
        <p:spPr>
          <a:xfrm>
            <a:off x="4469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2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5" name=""/>
          <p:cNvSpPr/>
          <p:nvPr/>
        </p:nvSpPr>
        <p:spPr>
          <a:xfrm>
            <a:off x="4471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1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6" name=""/>
          <p:cNvSpPr/>
          <p:nvPr/>
        </p:nvSpPr>
        <p:spPr>
          <a:xfrm>
            <a:off x="4473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7" name=""/>
          <p:cNvSpPr/>
          <p:nvPr/>
        </p:nvSpPr>
        <p:spPr>
          <a:xfrm>
            <a:off x="4474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8" name=""/>
          <p:cNvSpPr/>
          <p:nvPr/>
        </p:nvSpPr>
        <p:spPr>
          <a:xfrm>
            <a:off x="4476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09" name=""/>
          <p:cNvSpPr/>
          <p:nvPr/>
        </p:nvSpPr>
        <p:spPr>
          <a:xfrm>
            <a:off x="4478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0" name=""/>
          <p:cNvSpPr/>
          <p:nvPr/>
        </p:nvSpPr>
        <p:spPr>
          <a:xfrm>
            <a:off x="4480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1" name=""/>
          <p:cNvSpPr/>
          <p:nvPr/>
        </p:nvSpPr>
        <p:spPr>
          <a:xfrm>
            <a:off x="4482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2" name=""/>
          <p:cNvSpPr/>
          <p:nvPr/>
        </p:nvSpPr>
        <p:spPr>
          <a:xfrm>
            <a:off x="44838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9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3" name=""/>
          <p:cNvSpPr/>
          <p:nvPr/>
        </p:nvSpPr>
        <p:spPr>
          <a:xfrm>
            <a:off x="4485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7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4" name=""/>
          <p:cNvSpPr/>
          <p:nvPr/>
        </p:nvSpPr>
        <p:spPr>
          <a:xfrm>
            <a:off x="4487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6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5" name=""/>
          <p:cNvSpPr/>
          <p:nvPr/>
        </p:nvSpPr>
        <p:spPr>
          <a:xfrm>
            <a:off x="4489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6" name=""/>
          <p:cNvSpPr/>
          <p:nvPr/>
        </p:nvSpPr>
        <p:spPr>
          <a:xfrm>
            <a:off x="4491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7" name=""/>
          <p:cNvSpPr/>
          <p:nvPr/>
        </p:nvSpPr>
        <p:spPr>
          <a:xfrm>
            <a:off x="4493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2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8" name=""/>
          <p:cNvSpPr/>
          <p:nvPr/>
        </p:nvSpPr>
        <p:spPr>
          <a:xfrm>
            <a:off x="4494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1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19" name=""/>
          <p:cNvSpPr/>
          <p:nvPr/>
        </p:nvSpPr>
        <p:spPr>
          <a:xfrm>
            <a:off x="4496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f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0" name=""/>
          <p:cNvSpPr/>
          <p:nvPr/>
        </p:nvSpPr>
        <p:spPr>
          <a:xfrm>
            <a:off x="4498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e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1" name=""/>
          <p:cNvSpPr/>
          <p:nvPr/>
        </p:nvSpPr>
        <p:spPr>
          <a:xfrm>
            <a:off x="4500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d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2" name=""/>
          <p:cNvSpPr/>
          <p:nvPr/>
        </p:nvSpPr>
        <p:spPr>
          <a:xfrm>
            <a:off x="4502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c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3" name=""/>
          <p:cNvSpPr/>
          <p:nvPr/>
        </p:nvSpPr>
        <p:spPr>
          <a:xfrm>
            <a:off x="4503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a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4" name=""/>
          <p:cNvSpPr/>
          <p:nvPr/>
        </p:nvSpPr>
        <p:spPr>
          <a:xfrm>
            <a:off x="4505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9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5" name=""/>
          <p:cNvSpPr/>
          <p:nvPr/>
        </p:nvSpPr>
        <p:spPr>
          <a:xfrm>
            <a:off x="450756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7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6" name=""/>
          <p:cNvSpPr/>
          <p:nvPr/>
        </p:nvSpPr>
        <p:spPr>
          <a:xfrm>
            <a:off x="4509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6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7" name=""/>
          <p:cNvSpPr/>
          <p:nvPr/>
        </p:nvSpPr>
        <p:spPr>
          <a:xfrm>
            <a:off x="4511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4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8" name=""/>
          <p:cNvSpPr/>
          <p:nvPr/>
        </p:nvSpPr>
        <p:spPr>
          <a:xfrm>
            <a:off x="4513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3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29" name=""/>
          <p:cNvSpPr/>
          <p:nvPr/>
        </p:nvSpPr>
        <p:spPr>
          <a:xfrm>
            <a:off x="4515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0" name=""/>
          <p:cNvSpPr/>
          <p:nvPr/>
        </p:nvSpPr>
        <p:spPr>
          <a:xfrm>
            <a:off x="4516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1" name=""/>
          <p:cNvSpPr/>
          <p:nvPr/>
        </p:nvSpPr>
        <p:spPr>
          <a:xfrm>
            <a:off x="4518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2" name=""/>
          <p:cNvSpPr/>
          <p:nvPr/>
        </p:nvSpPr>
        <p:spPr>
          <a:xfrm>
            <a:off x="4520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e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3" name=""/>
          <p:cNvSpPr/>
          <p:nvPr/>
        </p:nvSpPr>
        <p:spPr>
          <a:xfrm>
            <a:off x="4522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4" name=""/>
          <p:cNvSpPr/>
          <p:nvPr/>
        </p:nvSpPr>
        <p:spPr>
          <a:xfrm>
            <a:off x="4524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b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5" name=""/>
          <p:cNvSpPr/>
          <p:nvPr/>
        </p:nvSpPr>
        <p:spPr>
          <a:xfrm>
            <a:off x="4525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6" name=""/>
          <p:cNvSpPr/>
          <p:nvPr/>
        </p:nvSpPr>
        <p:spPr>
          <a:xfrm>
            <a:off x="4527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8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7" name=""/>
          <p:cNvSpPr/>
          <p:nvPr/>
        </p:nvSpPr>
        <p:spPr>
          <a:xfrm>
            <a:off x="4529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8" name=""/>
          <p:cNvSpPr/>
          <p:nvPr/>
        </p:nvSpPr>
        <p:spPr>
          <a:xfrm>
            <a:off x="45313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39" name=""/>
          <p:cNvSpPr/>
          <p:nvPr/>
        </p:nvSpPr>
        <p:spPr>
          <a:xfrm>
            <a:off x="4533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0" name=""/>
          <p:cNvSpPr/>
          <p:nvPr/>
        </p:nvSpPr>
        <p:spPr>
          <a:xfrm>
            <a:off x="4535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1" name=""/>
          <p:cNvSpPr/>
          <p:nvPr/>
        </p:nvSpPr>
        <p:spPr>
          <a:xfrm>
            <a:off x="4537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2" name=""/>
          <p:cNvSpPr/>
          <p:nvPr/>
        </p:nvSpPr>
        <p:spPr>
          <a:xfrm>
            <a:off x="4538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0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3" name=""/>
          <p:cNvSpPr/>
          <p:nvPr/>
        </p:nvSpPr>
        <p:spPr>
          <a:xfrm>
            <a:off x="4540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4" name=""/>
          <p:cNvSpPr/>
          <p:nvPr/>
        </p:nvSpPr>
        <p:spPr>
          <a:xfrm>
            <a:off x="4542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5" name=""/>
          <p:cNvSpPr/>
          <p:nvPr/>
        </p:nvSpPr>
        <p:spPr>
          <a:xfrm>
            <a:off x="4544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6" name=""/>
          <p:cNvSpPr/>
          <p:nvPr/>
        </p:nvSpPr>
        <p:spPr>
          <a:xfrm>
            <a:off x="4546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b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7" name=""/>
          <p:cNvSpPr/>
          <p:nvPr/>
        </p:nvSpPr>
        <p:spPr>
          <a:xfrm>
            <a:off x="4547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8" name=""/>
          <p:cNvSpPr/>
          <p:nvPr/>
        </p:nvSpPr>
        <p:spPr>
          <a:xfrm>
            <a:off x="4549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8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49" name=""/>
          <p:cNvSpPr/>
          <p:nvPr/>
        </p:nvSpPr>
        <p:spPr>
          <a:xfrm>
            <a:off x="4551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7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0" name=""/>
          <p:cNvSpPr/>
          <p:nvPr/>
        </p:nvSpPr>
        <p:spPr>
          <a:xfrm>
            <a:off x="4553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6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1" name=""/>
          <p:cNvSpPr/>
          <p:nvPr/>
        </p:nvSpPr>
        <p:spPr>
          <a:xfrm>
            <a:off x="45550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2" name=""/>
          <p:cNvSpPr/>
          <p:nvPr/>
        </p:nvSpPr>
        <p:spPr>
          <a:xfrm>
            <a:off x="4557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3" name=""/>
          <p:cNvSpPr/>
          <p:nvPr/>
        </p:nvSpPr>
        <p:spPr>
          <a:xfrm>
            <a:off x="4559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4" name=""/>
          <p:cNvSpPr/>
          <p:nvPr/>
        </p:nvSpPr>
        <p:spPr>
          <a:xfrm>
            <a:off x="4560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5" name=""/>
          <p:cNvSpPr/>
          <p:nvPr/>
        </p:nvSpPr>
        <p:spPr>
          <a:xfrm>
            <a:off x="4562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6" name=""/>
          <p:cNvSpPr/>
          <p:nvPr/>
        </p:nvSpPr>
        <p:spPr>
          <a:xfrm>
            <a:off x="4564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7" name=""/>
          <p:cNvSpPr/>
          <p:nvPr/>
        </p:nvSpPr>
        <p:spPr>
          <a:xfrm>
            <a:off x="4566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8" name=""/>
          <p:cNvSpPr/>
          <p:nvPr/>
        </p:nvSpPr>
        <p:spPr>
          <a:xfrm>
            <a:off x="4568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59" name=""/>
          <p:cNvSpPr/>
          <p:nvPr/>
        </p:nvSpPr>
        <p:spPr>
          <a:xfrm>
            <a:off x="4569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0" name=""/>
          <p:cNvSpPr/>
          <p:nvPr/>
        </p:nvSpPr>
        <p:spPr>
          <a:xfrm>
            <a:off x="4571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1" name=""/>
          <p:cNvSpPr/>
          <p:nvPr/>
        </p:nvSpPr>
        <p:spPr>
          <a:xfrm>
            <a:off x="4573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b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2" name=""/>
          <p:cNvSpPr/>
          <p:nvPr/>
        </p:nvSpPr>
        <p:spPr>
          <a:xfrm>
            <a:off x="4575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3" name=""/>
          <p:cNvSpPr/>
          <p:nvPr/>
        </p:nvSpPr>
        <p:spPr>
          <a:xfrm>
            <a:off x="4577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4" name=""/>
          <p:cNvSpPr/>
          <p:nvPr/>
        </p:nvSpPr>
        <p:spPr>
          <a:xfrm>
            <a:off x="45788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5" name=""/>
          <p:cNvSpPr/>
          <p:nvPr/>
        </p:nvSpPr>
        <p:spPr>
          <a:xfrm>
            <a:off x="4581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6" name=""/>
          <p:cNvSpPr/>
          <p:nvPr/>
        </p:nvSpPr>
        <p:spPr>
          <a:xfrm>
            <a:off x="4582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7" name=""/>
          <p:cNvSpPr/>
          <p:nvPr/>
        </p:nvSpPr>
        <p:spPr>
          <a:xfrm>
            <a:off x="4584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8" name=""/>
          <p:cNvSpPr/>
          <p:nvPr/>
        </p:nvSpPr>
        <p:spPr>
          <a:xfrm>
            <a:off x="4586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69" name=""/>
          <p:cNvSpPr/>
          <p:nvPr/>
        </p:nvSpPr>
        <p:spPr>
          <a:xfrm>
            <a:off x="4588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0" name=""/>
          <p:cNvSpPr/>
          <p:nvPr/>
        </p:nvSpPr>
        <p:spPr>
          <a:xfrm>
            <a:off x="4590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1" name=""/>
          <p:cNvSpPr/>
          <p:nvPr/>
        </p:nvSpPr>
        <p:spPr>
          <a:xfrm>
            <a:off x="4591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2" name=""/>
          <p:cNvSpPr/>
          <p:nvPr/>
        </p:nvSpPr>
        <p:spPr>
          <a:xfrm>
            <a:off x="4593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3" name=""/>
          <p:cNvSpPr/>
          <p:nvPr/>
        </p:nvSpPr>
        <p:spPr>
          <a:xfrm>
            <a:off x="4595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4" name=""/>
          <p:cNvSpPr/>
          <p:nvPr/>
        </p:nvSpPr>
        <p:spPr>
          <a:xfrm>
            <a:off x="4597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5" name=""/>
          <p:cNvSpPr/>
          <p:nvPr/>
        </p:nvSpPr>
        <p:spPr>
          <a:xfrm>
            <a:off x="4599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6" name=""/>
          <p:cNvSpPr/>
          <p:nvPr/>
        </p:nvSpPr>
        <p:spPr>
          <a:xfrm>
            <a:off x="4600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7" name=""/>
          <p:cNvSpPr/>
          <p:nvPr/>
        </p:nvSpPr>
        <p:spPr>
          <a:xfrm>
            <a:off x="46026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8" name=""/>
          <p:cNvSpPr/>
          <p:nvPr/>
        </p:nvSpPr>
        <p:spPr>
          <a:xfrm>
            <a:off x="4604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79" name=""/>
          <p:cNvSpPr/>
          <p:nvPr/>
        </p:nvSpPr>
        <p:spPr>
          <a:xfrm>
            <a:off x="4606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0" name=""/>
          <p:cNvSpPr/>
          <p:nvPr/>
        </p:nvSpPr>
        <p:spPr>
          <a:xfrm>
            <a:off x="4608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1" name=""/>
          <p:cNvSpPr/>
          <p:nvPr/>
        </p:nvSpPr>
        <p:spPr>
          <a:xfrm>
            <a:off x="461016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2" name=""/>
          <p:cNvSpPr/>
          <p:nvPr/>
        </p:nvSpPr>
        <p:spPr>
          <a:xfrm>
            <a:off x="4145760" y="4377600"/>
            <a:ext cx="468360" cy="349200"/>
          </a:xfrm>
          <a:custGeom>
            <a:avLst/>
            <a:gdLst/>
            <a:ahLst/>
            <a:rect l="0" t="0" r="r" b="b"/>
            <a:pathLst>
              <a:path w="1301" h="970">
                <a:moveTo>
                  <a:pt x="0" y="970"/>
                </a:moveTo>
                <a:lnTo>
                  <a:pt x="1301" y="970"/>
                </a:lnTo>
                <a:lnTo>
                  <a:pt x="1301" y="0"/>
                </a:lnTo>
                <a:lnTo>
                  <a:pt x="0" y="0"/>
                </a:lnTo>
                <a:lnTo>
                  <a:pt x="0" y="97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283" name=""/>
          <p:cNvSpPr/>
          <p:nvPr/>
        </p:nvSpPr>
        <p:spPr>
          <a:xfrm>
            <a:off x="501624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4" name=""/>
          <p:cNvSpPr/>
          <p:nvPr/>
        </p:nvSpPr>
        <p:spPr>
          <a:xfrm>
            <a:off x="5019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5" name=""/>
          <p:cNvSpPr/>
          <p:nvPr/>
        </p:nvSpPr>
        <p:spPr>
          <a:xfrm>
            <a:off x="5021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6" name=""/>
          <p:cNvSpPr/>
          <p:nvPr/>
        </p:nvSpPr>
        <p:spPr>
          <a:xfrm>
            <a:off x="5023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7" name=""/>
          <p:cNvSpPr/>
          <p:nvPr/>
        </p:nvSpPr>
        <p:spPr>
          <a:xfrm>
            <a:off x="5025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8" name=""/>
          <p:cNvSpPr/>
          <p:nvPr/>
        </p:nvSpPr>
        <p:spPr>
          <a:xfrm>
            <a:off x="5027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89" name=""/>
          <p:cNvSpPr/>
          <p:nvPr/>
        </p:nvSpPr>
        <p:spPr>
          <a:xfrm>
            <a:off x="5028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0" name=""/>
          <p:cNvSpPr/>
          <p:nvPr/>
        </p:nvSpPr>
        <p:spPr>
          <a:xfrm>
            <a:off x="5030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1" name=""/>
          <p:cNvSpPr/>
          <p:nvPr/>
        </p:nvSpPr>
        <p:spPr>
          <a:xfrm>
            <a:off x="5032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2" name=""/>
          <p:cNvSpPr/>
          <p:nvPr/>
        </p:nvSpPr>
        <p:spPr>
          <a:xfrm>
            <a:off x="5034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3" name=""/>
          <p:cNvSpPr/>
          <p:nvPr/>
        </p:nvSpPr>
        <p:spPr>
          <a:xfrm>
            <a:off x="5036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3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4" name=""/>
          <p:cNvSpPr/>
          <p:nvPr/>
        </p:nvSpPr>
        <p:spPr>
          <a:xfrm>
            <a:off x="50378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5" name=""/>
          <p:cNvSpPr/>
          <p:nvPr/>
        </p:nvSpPr>
        <p:spPr>
          <a:xfrm>
            <a:off x="5040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6" name=""/>
          <p:cNvSpPr/>
          <p:nvPr/>
        </p:nvSpPr>
        <p:spPr>
          <a:xfrm>
            <a:off x="5041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7" name=""/>
          <p:cNvSpPr/>
          <p:nvPr/>
        </p:nvSpPr>
        <p:spPr>
          <a:xfrm>
            <a:off x="5043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6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8" name=""/>
          <p:cNvSpPr/>
          <p:nvPr/>
        </p:nvSpPr>
        <p:spPr>
          <a:xfrm>
            <a:off x="5045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299" name=""/>
          <p:cNvSpPr/>
          <p:nvPr/>
        </p:nvSpPr>
        <p:spPr>
          <a:xfrm>
            <a:off x="5047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0" name=""/>
          <p:cNvSpPr/>
          <p:nvPr/>
        </p:nvSpPr>
        <p:spPr>
          <a:xfrm>
            <a:off x="5049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1" name=""/>
          <p:cNvSpPr/>
          <p:nvPr/>
        </p:nvSpPr>
        <p:spPr>
          <a:xfrm>
            <a:off x="5050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2" name=""/>
          <p:cNvSpPr/>
          <p:nvPr/>
        </p:nvSpPr>
        <p:spPr>
          <a:xfrm>
            <a:off x="5052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3" name=""/>
          <p:cNvSpPr/>
          <p:nvPr/>
        </p:nvSpPr>
        <p:spPr>
          <a:xfrm>
            <a:off x="5054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b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4" name=""/>
          <p:cNvSpPr/>
          <p:nvPr/>
        </p:nvSpPr>
        <p:spPr>
          <a:xfrm>
            <a:off x="5056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5" name=""/>
          <p:cNvSpPr/>
          <p:nvPr/>
        </p:nvSpPr>
        <p:spPr>
          <a:xfrm>
            <a:off x="5058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6" name=""/>
          <p:cNvSpPr/>
          <p:nvPr/>
        </p:nvSpPr>
        <p:spPr>
          <a:xfrm>
            <a:off x="5059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7" name=""/>
          <p:cNvSpPr/>
          <p:nvPr/>
        </p:nvSpPr>
        <p:spPr>
          <a:xfrm>
            <a:off x="50616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8" name=""/>
          <p:cNvSpPr/>
          <p:nvPr/>
        </p:nvSpPr>
        <p:spPr>
          <a:xfrm>
            <a:off x="5063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09" name=""/>
          <p:cNvSpPr/>
          <p:nvPr/>
        </p:nvSpPr>
        <p:spPr>
          <a:xfrm>
            <a:off x="5065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0" name=""/>
          <p:cNvSpPr/>
          <p:nvPr/>
        </p:nvSpPr>
        <p:spPr>
          <a:xfrm>
            <a:off x="5067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1" name=""/>
          <p:cNvSpPr/>
          <p:nvPr/>
        </p:nvSpPr>
        <p:spPr>
          <a:xfrm>
            <a:off x="5069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2" name=""/>
          <p:cNvSpPr/>
          <p:nvPr/>
        </p:nvSpPr>
        <p:spPr>
          <a:xfrm>
            <a:off x="5070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3" name=""/>
          <p:cNvSpPr/>
          <p:nvPr/>
        </p:nvSpPr>
        <p:spPr>
          <a:xfrm>
            <a:off x="5072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5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4" name=""/>
          <p:cNvSpPr/>
          <p:nvPr/>
        </p:nvSpPr>
        <p:spPr>
          <a:xfrm>
            <a:off x="5074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7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5" name=""/>
          <p:cNvSpPr/>
          <p:nvPr/>
        </p:nvSpPr>
        <p:spPr>
          <a:xfrm>
            <a:off x="5076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8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6" name=""/>
          <p:cNvSpPr/>
          <p:nvPr/>
        </p:nvSpPr>
        <p:spPr>
          <a:xfrm>
            <a:off x="5078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7" name=""/>
          <p:cNvSpPr/>
          <p:nvPr/>
        </p:nvSpPr>
        <p:spPr>
          <a:xfrm>
            <a:off x="5079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a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8" name=""/>
          <p:cNvSpPr/>
          <p:nvPr/>
        </p:nvSpPr>
        <p:spPr>
          <a:xfrm>
            <a:off x="5081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19" name=""/>
          <p:cNvSpPr/>
          <p:nvPr/>
        </p:nvSpPr>
        <p:spPr>
          <a:xfrm>
            <a:off x="5083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0" name=""/>
          <p:cNvSpPr/>
          <p:nvPr/>
        </p:nvSpPr>
        <p:spPr>
          <a:xfrm>
            <a:off x="508536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1" name=""/>
          <p:cNvSpPr/>
          <p:nvPr/>
        </p:nvSpPr>
        <p:spPr>
          <a:xfrm>
            <a:off x="5087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f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2" name=""/>
          <p:cNvSpPr/>
          <p:nvPr/>
        </p:nvSpPr>
        <p:spPr>
          <a:xfrm>
            <a:off x="5089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3" name=""/>
          <p:cNvSpPr/>
          <p:nvPr/>
        </p:nvSpPr>
        <p:spPr>
          <a:xfrm>
            <a:off x="5091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4" name=""/>
          <p:cNvSpPr/>
          <p:nvPr/>
        </p:nvSpPr>
        <p:spPr>
          <a:xfrm>
            <a:off x="5092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5" name=""/>
          <p:cNvSpPr/>
          <p:nvPr/>
        </p:nvSpPr>
        <p:spPr>
          <a:xfrm>
            <a:off x="5094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6" name=""/>
          <p:cNvSpPr/>
          <p:nvPr/>
        </p:nvSpPr>
        <p:spPr>
          <a:xfrm>
            <a:off x="5096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7" name=""/>
          <p:cNvSpPr/>
          <p:nvPr/>
        </p:nvSpPr>
        <p:spPr>
          <a:xfrm>
            <a:off x="5098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7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8" name=""/>
          <p:cNvSpPr/>
          <p:nvPr/>
        </p:nvSpPr>
        <p:spPr>
          <a:xfrm>
            <a:off x="5100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29" name=""/>
          <p:cNvSpPr/>
          <p:nvPr/>
        </p:nvSpPr>
        <p:spPr>
          <a:xfrm>
            <a:off x="5101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a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0" name=""/>
          <p:cNvSpPr/>
          <p:nvPr/>
        </p:nvSpPr>
        <p:spPr>
          <a:xfrm>
            <a:off x="5103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1" name=""/>
          <p:cNvSpPr/>
          <p:nvPr/>
        </p:nvSpPr>
        <p:spPr>
          <a:xfrm>
            <a:off x="5105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d6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2" name=""/>
          <p:cNvSpPr/>
          <p:nvPr/>
        </p:nvSpPr>
        <p:spPr>
          <a:xfrm>
            <a:off x="5107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3" name=""/>
          <p:cNvSpPr/>
          <p:nvPr/>
        </p:nvSpPr>
        <p:spPr>
          <a:xfrm>
            <a:off x="51091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4" name=""/>
          <p:cNvSpPr/>
          <p:nvPr/>
        </p:nvSpPr>
        <p:spPr>
          <a:xfrm>
            <a:off x="5111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5" name=""/>
          <p:cNvSpPr/>
          <p:nvPr/>
        </p:nvSpPr>
        <p:spPr>
          <a:xfrm>
            <a:off x="5113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26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6" name=""/>
          <p:cNvSpPr/>
          <p:nvPr/>
        </p:nvSpPr>
        <p:spPr>
          <a:xfrm>
            <a:off x="5114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4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7" name=""/>
          <p:cNvSpPr/>
          <p:nvPr/>
        </p:nvSpPr>
        <p:spPr>
          <a:xfrm>
            <a:off x="5116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5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8" name=""/>
          <p:cNvSpPr/>
          <p:nvPr/>
        </p:nvSpPr>
        <p:spPr>
          <a:xfrm>
            <a:off x="5118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7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39" name=""/>
          <p:cNvSpPr/>
          <p:nvPr/>
        </p:nvSpPr>
        <p:spPr>
          <a:xfrm>
            <a:off x="5120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8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0" name=""/>
          <p:cNvSpPr/>
          <p:nvPr/>
        </p:nvSpPr>
        <p:spPr>
          <a:xfrm>
            <a:off x="5122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a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1" name=""/>
          <p:cNvSpPr/>
          <p:nvPr/>
        </p:nvSpPr>
        <p:spPr>
          <a:xfrm>
            <a:off x="5123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b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2" name=""/>
          <p:cNvSpPr/>
          <p:nvPr/>
        </p:nvSpPr>
        <p:spPr>
          <a:xfrm>
            <a:off x="5125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d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3" name=""/>
          <p:cNvSpPr/>
          <p:nvPr/>
        </p:nvSpPr>
        <p:spPr>
          <a:xfrm>
            <a:off x="5127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e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4" name=""/>
          <p:cNvSpPr/>
          <p:nvPr/>
        </p:nvSpPr>
        <p:spPr>
          <a:xfrm>
            <a:off x="5129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f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5" name=""/>
          <p:cNvSpPr/>
          <p:nvPr/>
        </p:nvSpPr>
        <p:spPr>
          <a:xfrm>
            <a:off x="5131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0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6" name=""/>
          <p:cNvSpPr/>
          <p:nvPr/>
        </p:nvSpPr>
        <p:spPr>
          <a:xfrm>
            <a:off x="51328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2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7" name=""/>
          <p:cNvSpPr/>
          <p:nvPr/>
        </p:nvSpPr>
        <p:spPr>
          <a:xfrm>
            <a:off x="5135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3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8" name=""/>
          <p:cNvSpPr/>
          <p:nvPr/>
        </p:nvSpPr>
        <p:spPr>
          <a:xfrm>
            <a:off x="5136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49" name=""/>
          <p:cNvSpPr/>
          <p:nvPr/>
        </p:nvSpPr>
        <p:spPr>
          <a:xfrm>
            <a:off x="5138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0" name=""/>
          <p:cNvSpPr/>
          <p:nvPr/>
        </p:nvSpPr>
        <p:spPr>
          <a:xfrm>
            <a:off x="5140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7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1" name=""/>
          <p:cNvSpPr/>
          <p:nvPr/>
        </p:nvSpPr>
        <p:spPr>
          <a:xfrm>
            <a:off x="5142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8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2" name=""/>
          <p:cNvSpPr/>
          <p:nvPr/>
        </p:nvSpPr>
        <p:spPr>
          <a:xfrm>
            <a:off x="5144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3" name=""/>
          <p:cNvSpPr/>
          <p:nvPr/>
        </p:nvSpPr>
        <p:spPr>
          <a:xfrm>
            <a:off x="5145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4" name=""/>
          <p:cNvSpPr/>
          <p:nvPr/>
        </p:nvSpPr>
        <p:spPr>
          <a:xfrm>
            <a:off x="5147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5" name=""/>
          <p:cNvSpPr/>
          <p:nvPr/>
        </p:nvSpPr>
        <p:spPr>
          <a:xfrm>
            <a:off x="5149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6" name=""/>
          <p:cNvSpPr/>
          <p:nvPr/>
        </p:nvSpPr>
        <p:spPr>
          <a:xfrm>
            <a:off x="5151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7" name=""/>
          <p:cNvSpPr/>
          <p:nvPr/>
        </p:nvSpPr>
        <p:spPr>
          <a:xfrm>
            <a:off x="5153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f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8" name=""/>
          <p:cNvSpPr/>
          <p:nvPr/>
        </p:nvSpPr>
        <p:spPr>
          <a:xfrm>
            <a:off x="5154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59" name=""/>
          <p:cNvSpPr/>
          <p:nvPr/>
        </p:nvSpPr>
        <p:spPr>
          <a:xfrm>
            <a:off x="5156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1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0" name=""/>
          <p:cNvSpPr/>
          <p:nvPr/>
        </p:nvSpPr>
        <p:spPr>
          <a:xfrm>
            <a:off x="51584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2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1" name=""/>
          <p:cNvSpPr/>
          <p:nvPr/>
        </p:nvSpPr>
        <p:spPr>
          <a:xfrm>
            <a:off x="5160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3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2" name=""/>
          <p:cNvSpPr/>
          <p:nvPr/>
        </p:nvSpPr>
        <p:spPr>
          <a:xfrm>
            <a:off x="5162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3" name=""/>
          <p:cNvSpPr/>
          <p:nvPr/>
        </p:nvSpPr>
        <p:spPr>
          <a:xfrm>
            <a:off x="5164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5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4" name=""/>
          <p:cNvSpPr/>
          <p:nvPr/>
        </p:nvSpPr>
        <p:spPr>
          <a:xfrm>
            <a:off x="5166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6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5" name=""/>
          <p:cNvSpPr/>
          <p:nvPr/>
        </p:nvSpPr>
        <p:spPr>
          <a:xfrm>
            <a:off x="5167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7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6" name=""/>
          <p:cNvSpPr/>
          <p:nvPr/>
        </p:nvSpPr>
        <p:spPr>
          <a:xfrm>
            <a:off x="5169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7" name=""/>
          <p:cNvSpPr/>
          <p:nvPr/>
        </p:nvSpPr>
        <p:spPr>
          <a:xfrm>
            <a:off x="5171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8" name=""/>
          <p:cNvSpPr/>
          <p:nvPr/>
        </p:nvSpPr>
        <p:spPr>
          <a:xfrm>
            <a:off x="5173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a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69" name=""/>
          <p:cNvSpPr/>
          <p:nvPr/>
        </p:nvSpPr>
        <p:spPr>
          <a:xfrm>
            <a:off x="5175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0" name=""/>
          <p:cNvSpPr/>
          <p:nvPr/>
        </p:nvSpPr>
        <p:spPr>
          <a:xfrm>
            <a:off x="5176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1" name=""/>
          <p:cNvSpPr/>
          <p:nvPr/>
        </p:nvSpPr>
        <p:spPr>
          <a:xfrm>
            <a:off x="5178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2" name=""/>
          <p:cNvSpPr/>
          <p:nvPr/>
        </p:nvSpPr>
        <p:spPr>
          <a:xfrm>
            <a:off x="5180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d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3" name=""/>
          <p:cNvSpPr/>
          <p:nvPr/>
        </p:nvSpPr>
        <p:spPr>
          <a:xfrm>
            <a:off x="51822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4" name=""/>
          <p:cNvSpPr/>
          <p:nvPr/>
        </p:nvSpPr>
        <p:spPr>
          <a:xfrm>
            <a:off x="5184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e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5" name=""/>
          <p:cNvSpPr/>
          <p:nvPr/>
        </p:nvSpPr>
        <p:spPr>
          <a:xfrm>
            <a:off x="5186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6" name=""/>
          <p:cNvSpPr/>
          <p:nvPr/>
        </p:nvSpPr>
        <p:spPr>
          <a:xfrm>
            <a:off x="5187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7" name=""/>
          <p:cNvSpPr/>
          <p:nvPr/>
        </p:nvSpPr>
        <p:spPr>
          <a:xfrm>
            <a:off x="5189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8" name=""/>
          <p:cNvSpPr/>
          <p:nvPr/>
        </p:nvSpPr>
        <p:spPr>
          <a:xfrm>
            <a:off x="5191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79" name=""/>
          <p:cNvSpPr/>
          <p:nvPr/>
        </p:nvSpPr>
        <p:spPr>
          <a:xfrm>
            <a:off x="5193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0" name=""/>
          <p:cNvSpPr/>
          <p:nvPr/>
        </p:nvSpPr>
        <p:spPr>
          <a:xfrm>
            <a:off x="5195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1" name=""/>
          <p:cNvSpPr/>
          <p:nvPr/>
        </p:nvSpPr>
        <p:spPr>
          <a:xfrm>
            <a:off x="5196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2" name=""/>
          <p:cNvSpPr/>
          <p:nvPr/>
        </p:nvSpPr>
        <p:spPr>
          <a:xfrm>
            <a:off x="5198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3" name=""/>
          <p:cNvSpPr/>
          <p:nvPr/>
        </p:nvSpPr>
        <p:spPr>
          <a:xfrm>
            <a:off x="5200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4" name=""/>
          <p:cNvSpPr/>
          <p:nvPr/>
        </p:nvSpPr>
        <p:spPr>
          <a:xfrm>
            <a:off x="5202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5" name=""/>
          <p:cNvSpPr/>
          <p:nvPr/>
        </p:nvSpPr>
        <p:spPr>
          <a:xfrm>
            <a:off x="5204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6" name=""/>
          <p:cNvSpPr/>
          <p:nvPr/>
        </p:nvSpPr>
        <p:spPr>
          <a:xfrm>
            <a:off x="520596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7" name=""/>
          <p:cNvSpPr/>
          <p:nvPr/>
        </p:nvSpPr>
        <p:spPr>
          <a:xfrm>
            <a:off x="5208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8" name=""/>
          <p:cNvSpPr/>
          <p:nvPr/>
        </p:nvSpPr>
        <p:spPr>
          <a:xfrm>
            <a:off x="5209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89" name=""/>
          <p:cNvSpPr/>
          <p:nvPr/>
        </p:nvSpPr>
        <p:spPr>
          <a:xfrm>
            <a:off x="5211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0" name=""/>
          <p:cNvSpPr/>
          <p:nvPr/>
        </p:nvSpPr>
        <p:spPr>
          <a:xfrm>
            <a:off x="5213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1" name=""/>
          <p:cNvSpPr/>
          <p:nvPr/>
        </p:nvSpPr>
        <p:spPr>
          <a:xfrm>
            <a:off x="5215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2" name=""/>
          <p:cNvSpPr/>
          <p:nvPr/>
        </p:nvSpPr>
        <p:spPr>
          <a:xfrm>
            <a:off x="521712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3" name=""/>
          <p:cNvSpPr/>
          <p:nvPr/>
        </p:nvSpPr>
        <p:spPr>
          <a:xfrm>
            <a:off x="5220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4" name=""/>
          <p:cNvSpPr/>
          <p:nvPr/>
        </p:nvSpPr>
        <p:spPr>
          <a:xfrm>
            <a:off x="5222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5" name=""/>
          <p:cNvSpPr/>
          <p:nvPr/>
        </p:nvSpPr>
        <p:spPr>
          <a:xfrm>
            <a:off x="522432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6" name=""/>
          <p:cNvSpPr/>
          <p:nvPr/>
        </p:nvSpPr>
        <p:spPr>
          <a:xfrm>
            <a:off x="5227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7" name=""/>
          <p:cNvSpPr/>
          <p:nvPr/>
        </p:nvSpPr>
        <p:spPr>
          <a:xfrm>
            <a:off x="52297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8" name=""/>
          <p:cNvSpPr/>
          <p:nvPr/>
        </p:nvSpPr>
        <p:spPr>
          <a:xfrm>
            <a:off x="523188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399" name=""/>
          <p:cNvSpPr/>
          <p:nvPr/>
        </p:nvSpPr>
        <p:spPr>
          <a:xfrm>
            <a:off x="5235480" y="4377600"/>
            <a:ext cx="7560" cy="349200"/>
          </a:xfrm>
          <a:custGeom>
            <a:avLst/>
            <a:gdLst/>
            <a:ahLst/>
            <a:rect l="0" t="0" r="r" b="b"/>
            <a:pathLst>
              <a:path w="21" h="970">
                <a:moveTo>
                  <a:pt x="0" y="970"/>
                </a:moveTo>
                <a:lnTo>
                  <a:pt x="0" y="0"/>
                </a:lnTo>
                <a:lnTo>
                  <a:pt x="21" y="0"/>
                </a:lnTo>
                <a:lnTo>
                  <a:pt x="2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0" name=""/>
          <p:cNvSpPr/>
          <p:nvPr/>
        </p:nvSpPr>
        <p:spPr>
          <a:xfrm>
            <a:off x="5242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1" name=""/>
          <p:cNvSpPr/>
          <p:nvPr/>
        </p:nvSpPr>
        <p:spPr>
          <a:xfrm>
            <a:off x="5244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2" name=""/>
          <p:cNvSpPr/>
          <p:nvPr/>
        </p:nvSpPr>
        <p:spPr>
          <a:xfrm>
            <a:off x="524628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3" name=""/>
          <p:cNvSpPr/>
          <p:nvPr/>
        </p:nvSpPr>
        <p:spPr>
          <a:xfrm>
            <a:off x="5249880" y="4377600"/>
            <a:ext cx="7920" cy="349200"/>
          </a:xfrm>
          <a:custGeom>
            <a:avLst/>
            <a:gdLst/>
            <a:ahLst/>
            <a:rect l="0" t="0" r="r" b="b"/>
            <a:pathLst>
              <a:path w="22" h="970">
                <a:moveTo>
                  <a:pt x="0" y="970"/>
                </a:moveTo>
                <a:lnTo>
                  <a:pt x="0" y="0"/>
                </a:lnTo>
                <a:lnTo>
                  <a:pt x="22" y="0"/>
                </a:lnTo>
                <a:lnTo>
                  <a:pt x="22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4" name=""/>
          <p:cNvSpPr/>
          <p:nvPr/>
        </p:nvSpPr>
        <p:spPr>
          <a:xfrm>
            <a:off x="5257440" y="4377600"/>
            <a:ext cx="7560" cy="349200"/>
          </a:xfrm>
          <a:custGeom>
            <a:avLst/>
            <a:gdLst/>
            <a:ahLst/>
            <a:rect l="0" t="0" r="r" b="b"/>
            <a:pathLst>
              <a:path w="21" h="970">
                <a:moveTo>
                  <a:pt x="0" y="970"/>
                </a:moveTo>
                <a:lnTo>
                  <a:pt x="0" y="0"/>
                </a:lnTo>
                <a:lnTo>
                  <a:pt x="21" y="0"/>
                </a:lnTo>
                <a:lnTo>
                  <a:pt x="2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5" name=""/>
          <p:cNvSpPr/>
          <p:nvPr/>
        </p:nvSpPr>
        <p:spPr>
          <a:xfrm>
            <a:off x="5264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6" name=""/>
          <p:cNvSpPr/>
          <p:nvPr/>
        </p:nvSpPr>
        <p:spPr>
          <a:xfrm>
            <a:off x="5266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7" name=""/>
          <p:cNvSpPr/>
          <p:nvPr/>
        </p:nvSpPr>
        <p:spPr>
          <a:xfrm>
            <a:off x="5268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8" name=""/>
          <p:cNvSpPr/>
          <p:nvPr/>
        </p:nvSpPr>
        <p:spPr>
          <a:xfrm>
            <a:off x="5270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09" name=""/>
          <p:cNvSpPr/>
          <p:nvPr/>
        </p:nvSpPr>
        <p:spPr>
          <a:xfrm>
            <a:off x="5271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0" name=""/>
          <p:cNvSpPr/>
          <p:nvPr/>
        </p:nvSpPr>
        <p:spPr>
          <a:xfrm>
            <a:off x="5273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1" name=""/>
          <p:cNvSpPr/>
          <p:nvPr/>
        </p:nvSpPr>
        <p:spPr>
          <a:xfrm>
            <a:off x="5275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9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2" name=""/>
          <p:cNvSpPr/>
          <p:nvPr/>
        </p:nvSpPr>
        <p:spPr>
          <a:xfrm>
            <a:off x="52772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3" name=""/>
          <p:cNvSpPr/>
          <p:nvPr/>
        </p:nvSpPr>
        <p:spPr>
          <a:xfrm>
            <a:off x="527940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4" name=""/>
          <p:cNvSpPr/>
          <p:nvPr/>
        </p:nvSpPr>
        <p:spPr>
          <a:xfrm>
            <a:off x="5283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5" name=""/>
          <p:cNvSpPr/>
          <p:nvPr/>
        </p:nvSpPr>
        <p:spPr>
          <a:xfrm>
            <a:off x="5284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6" name=""/>
          <p:cNvSpPr/>
          <p:nvPr/>
        </p:nvSpPr>
        <p:spPr>
          <a:xfrm>
            <a:off x="5286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7" name=""/>
          <p:cNvSpPr/>
          <p:nvPr/>
        </p:nvSpPr>
        <p:spPr>
          <a:xfrm>
            <a:off x="5288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8" name=""/>
          <p:cNvSpPr/>
          <p:nvPr/>
        </p:nvSpPr>
        <p:spPr>
          <a:xfrm>
            <a:off x="5290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19" name=""/>
          <p:cNvSpPr/>
          <p:nvPr/>
        </p:nvSpPr>
        <p:spPr>
          <a:xfrm>
            <a:off x="5292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0" name=""/>
          <p:cNvSpPr/>
          <p:nvPr/>
        </p:nvSpPr>
        <p:spPr>
          <a:xfrm>
            <a:off x="5293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5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1" name=""/>
          <p:cNvSpPr/>
          <p:nvPr/>
        </p:nvSpPr>
        <p:spPr>
          <a:xfrm>
            <a:off x="5295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2" name=""/>
          <p:cNvSpPr/>
          <p:nvPr/>
        </p:nvSpPr>
        <p:spPr>
          <a:xfrm>
            <a:off x="5297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3" name=""/>
          <p:cNvSpPr/>
          <p:nvPr/>
        </p:nvSpPr>
        <p:spPr>
          <a:xfrm>
            <a:off x="5299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4" name=""/>
          <p:cNvSpPr/>
          <p:nvPr/>
        </p:nvSpPr>
        <p:spPr>
          <a:xfrm>
            <a:off x="53010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5" name=""/>
          <p:cNvSpPr/>
          <p:nvPr/>
        </p:nvSpPr>
        <p:spPr>
          <a:xfrm>
            <a:off x="5303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6" name=""/>
          <p:cNvSpPr/>
          <p:nvPr/>
        </p:nvSpPr>
        <p:spPr>
          <a:xfrm>
            <a:off x="5304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7" name=""/>
          <p:cNvSpPr/>
          <p:nvPr/>
        </p:nvSpPr>
        <p:spPr>
          <a:xfrm>
            <a:off x="5306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8" name=""/>
          <p:cNvSpPr/>
          <p:nvPr/>
        </p:nvSpPr>
        <p:spPr>
          <a:xfrm>
            <a:off x="5308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29" name=""/>
          <p:cNvSpPr/>
          <p:nvPr/>
        </p:nvSpPr>
        <p:spPr>
          <a:xfrm>
            <a:off x="5310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0" name=""/>
          <p:cNvSpPr/>
          <p:nvPr/>
        </p:nvSpPr>
        <p:spPr>
          <a:xfrm>
            <a:off x="5312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f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1" name=""/>
          <p:cNvSpPr/>
          <p:nvPr/>
        </p:nvSpPr>
        <p:spPr>
          <a:xfrm>
            <a:off x="5313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2" name=""/>
          <p:cNvSpPr/>
          <p:nvPr/>
        </p:nvSpPr>
        <p:spPr>
          <a:xfrm>
            <a:off x="5315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d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3" name=""/>
          <p:cNvSpPr/>
          <p:nvPr/>
        </p:nvSpPr>
        <p:spPr>
          <a:xfrm>
            <a:off x="5317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4" name=""/>
          <p:cNvSpPr/>
          <p:nvPr/>
        </p:nvSpPr>
        <p:spPr>
          <a:xfrm>
            <a:off x="5319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5" name=""/>
          <p:cNvSpPr/>
          <p:nvPr/>
        </p:nvSpPr>
        <p:spPr>
          <a:xfrm>
            <a:off x="5321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6" name=""/>
          <p:cNvSpPr/>
          <p:nvPr/>
        </p:nvSpPr>
        <p:spPr>
          <a:xfrm>
            <a:off x="5322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a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7" name=""/>
          <p:cNvSpPr/>
          <p:nvPr/>
        </p:nvSpPr>
        <p:spPr>
          <a:xfrm>
            <a:off x="532476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8" name=""/>
          <p:cNvSpPr/>
          <p:nvPr/>
        </p:nvSpPr>
        <p:spPr>
          <a:xfrm>
            <a:off x="5326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39" name=""/>
          <p:cNvSpPr/>
          <p:nvPr/>
        </p:nvSpPr>
        <p:spPr>
          <a:xfrm>
            <a:off x="5328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0" name=""/>
          <p:cNvSpPr/>
          <p:nvPr/>
        </p:nvSpPr>
        <p:spPr>
          <a:xfrm>
            <a:off x="5330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7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1" name=""/>
          <p:cNvSpPr/>
          <p:nvPr/>
        </p:nvSpPr>
        <p:spPr>
          <a:xfrm>
            <a:off x="5332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6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2" name=""/>
          <p:cNvSpPr/>
          <p:nvPr/>
        </p:nvSpPr>
        <p:spPr>
          <a:xfrm>
            <a:off x="5334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5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3" name=""/>
          <p:cNvSpPr/>
          <p:nvPr/>
        </p:nvSpPr>
        <p:spPr>
          <a:xfrm>
            <a:off x="5335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4" name=""/>
          <p:cNvSpPr/>
          <p:nvPr/>
        </p:nvSpPr>
        <p:spPr>
          <a:xfrm>
            <a:off x="5337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3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5" name=""/>
          <p:cNvSpPr/>
          <p:nvPr/>
        </p:nvSpPr>
        <p:spPr>
          <a:xfrm>
            <a:off x="5339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2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6" name=""/>
          <p:cNvSpPr/>
          <p:nvPr/>
        </p:nvSpPr>
        <p:spPr>
          <a:xfrm>
            <a:off x="5341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1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7" name=""/>
          <p:cNvSpPr/>
          <p:nvPr/>
        </p:nvSpPr>
        <p:spPr>
          <a:xfrm>
            <a:off x="5343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8" name=""/>
          <p:cNvSpPr/>
          <p:nvPr/>
        </p:nvSpPr>
        <p:spPr>
          <a:xfrm>
            <a:off x="5344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49" name=""/>
          <p:cNvSpPr/>
          <p:nvPr/>
        </p:nvSpPr>
        <p:spPr>
          <a:xfrm>
            <a:off x="5346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0" name=""/>
          <p:cNvSpPr/>
          <p:nvPr/>
        </p:nvSpPr>
        <p:spPr>
          <a:xfrm>
            <a:off x="53485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1" name=""/>
          <p:cNvSpPr/>
          <p:nvPr/>
        </p:nvSpPr>
        <p:spPr>
          <a:xfrm>
            <a:off x="5350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2" name=""/>
          <p:cNvSpPr/>
          <p:nvPr/>
        </p:nvSpPr>
        <p:spPr>
          <a:xfrm>
            <a:off x="5352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3" name=""/>
          <p:cNvSpPr/>
          <p:nvPr/>
        </p:nvSpPr>
        <p:spPr>
          <a:xfrm>
            <a:off x="5354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9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4" name=""/>
          <p:cNvSpPr/>
          <p:nvPr/>
        </p:nvSpPr>
        <p:spPr>
          <a:xfrm>
            <a:off x="5356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7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5" name=""/>
          <p:cNvSpPr/>
          <p:nvPr/>
        </p:nvSpPr>
        <p:spPr>
          <a:xfrm>
            <a:off x="5357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6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6" name=""/>
          <p:cNvSpPr/>
          <p:nvPr/>
        </p:nvSpPr>
        <p:spPr>
          <a:xfrm>
            <a:off x="5359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7" name=""/>
          <p:cNvSpPr/>
          <p:nvPr/>
        </p:nvSpPr>
        <p:spPr>
          <a:xfrm>
            <a:off x="5361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8" name=""/>
          <p:cNvSpPr/>
          <p:nvPr/>
        </p:nvSpPr>
        <p:spPr>
          <a:xfrm>
            <a:off x="5363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2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59" name=""/>
          <p:cNvSpPr/>
          <p:nvPr/>
        </p:nvSpPr>
        <p:spPr>
          <a:xfrm>
            <a:off x="5365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a1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0" name=""/>
          <p:cNvSpPr/>
          <p:nvPr/>
        </p:nvSpPr>
        <p:spPr>
          <a:xfrm>
            <a:off x="5366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f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1" name=""/>
          <p:cNvSpPr/>
          <p:nvPr/>
        </p:nvSpPr>
        <p:spPr>
          <a:xfrm>
            <a:off x="5368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e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2" name=""/>
          <p:cNvSpPr/>
          <p:nvPr/>
        </p:nvSpPr>
        <p:spPr>
          <a:xfrm>
            <a:off x="5370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d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3" name=""/>
          <p:cNvSpPr/>
          <p:nvPr/>
        </p:nvSpPr>
        <p:spPr>
          <a:xfrm>
            <a:off x="537228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c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4" name=""/>
          <p:cNvSpPr/>
          <p:nvPr/>
        </p:nvSpPr>
        <p:spPr>
          <a:xfrm>
            <a:off x="5374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a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5" name=""/>
          <p:cNvSpPr/>
          <p:nvPr/>
        </p:nvSpPr>
        <p:spPr>
          <a:xfrm>
            <a:off x="5376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9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6" name=""/>
          <p:cNvSpPr/>
          <p:nvPr/>
        </p:nvSpPr>
        <p:spPr>
          <a:xfrm>
            <a:off x="5378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7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7" name=""/>
          <p:cNvSpPr/>
          <p:nvPr/>
        </p:nvSpPr>
        <p:spPr>
          <a:xfrm>
            <a:off x="5379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6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8" name=""/>
          <p:cNvSpPr/>
          <p:nvPr/>
        </p:nvSpPr>
        <p:spPr>
          <a:xfrm>
            <a:off x="5381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4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69" name=""/>
          <p:cNvSpPr/>
          <p:nvPr/>
        </p:nvSpPr>
        <p:spPr>
          <a:xfrm>
            <a:off x="5383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3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0" name=""/>
          <p:cNvSpPr/>
          <p:nvPr/>
        </p:nvSpPr>
        <p:spPr>
          <a:xfrm>
            <a:off x="5385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1" name=""/>
          <p:cNvSpPr/>
          <p:nvPr/>
        </p:nvSpPr>
        <p:spPr>
          <a:xfrm>
            <a:off x="53870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2" name=""/>
          <p:cNvSpPr/>
          <p:nvPr/>
        </p:nvSpPr>
        <p:spPr>
          <a:xfrm>
            <a:off x="53888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3" name=""/>
          <p:cNvSpPr/>
          <p:nvPr/>
        </p:nvSpPr>
        <p:spPr>
          <a:xfrm>
            <a:off x="53906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e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4" name=""/>
          <p:cNvSpPr/>
          <p:nvPr/>
        </p:nvSpPr>
        <p:spPr>
          <a:xfrm>
            <a:off x="53924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5" name=""/>
          <p:cNvSpPr/>
          <p:nvPr/>
        </p:nvSpPr>
        <p:spPr>
          <a:xfrm>
            <a:off x="539424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b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6" name=""/>
          <p:cNvSpPr/>
          <p:nvPr/>
        </p:nvSpPr>
        <p:spPr>
          <a:xfrm>
            <a:off x="539604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7" name=""/>
          <p:cNvSpPr/>
          <p:nvPr/>
        </p:nvSpPr>
        <p:spPr>
          <a:xfrm>
            <a:off x="5398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8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8" name=""/>
          <p:cNvSpPr/>
          <p:nvPr/>
        </p:nvSpPr>
        <p:spPr>
          <a:xfrm>
            <a:off x="5400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79" name=""/>
          <p:cNvSpPr/>
          <p:nvPr/>
        </p:nvSpPr>
        <p:spPr>
          <a:xfrm>
            <a:off x="5401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0" name=""/>
          <p:cNvSpPr/>
          <p:nvPr/>
        </p:nvSpPr>
        <p:spPr>
          <a:xfrm>
            <a:off x="5403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1" name=""/>
          <p:cNvSpPr/>
          <p:nvPr/>
        </p:nvSpPr>
        <p:spPr>
          <a:xfrm>
            <a:off x="5405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2" name=""/>
          <p:cNvSpPr/>
          <p:nvPr/>
        </p:nvSpPr>
        <p:spPr>
          <a:xfrm>
            <a:off x="5407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3" name=""/>
          <p:cNvSpPr/>
          <p:nvPr/>
        </p:nvSpPr>
        <p:spPr>
          <a:xfrm>
            <a:off x="5409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80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4" name=""/>
          <p:cNvSpPr/>
          <p:nvPr/>
        </p:nvSpPr>
        <p:spPr>
          <a:xfrm>
            <a:off x="54108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5" name=""/>
          <p:cNvSpPr/>
          <p:nvPr/>
        </p:nvSpPr>
        <p:spPr>
          <a:xfrm>
            <a:off x="54126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6" name=""/>
          <p:cNvSpPr/>
          <p:nvPr/>
        </p:nvSpPr>
        <p:spPr>
          <a:xfrm>
            <a:off x="54144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7" name=""/>
          <p:cNvSpPr/>
          <p:nvPr/>
        </p:nvSpPr>
        <p:spPr>
          <a:xfrm>
            <a:off x="54162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b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8" name=""/>
          <p:cNvSpPr/>
          <p:nvPr/>
        </p:nvSpPr>
        <p:spPr>
          <a:xfrm>
            <a:off x="541800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89" name=""/>
          <p:cNvSpPr/>
          <p:nvPr/>
        </p:nvSpPr>
        <p:spPr>
          <a:xfrm>
            <a:off x="541980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8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0" name=""/>
          <p:cNvSpPr/>
          <p:nvPr/>
        </p:nvSpPr>
        <p:spPr>
          <a:xfrm>
            <a:off x="5421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7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1" name=""/>
          <p:cNvSpPr/>
          <p:nvPr/>
        </p:nvSpPr>
        <p:spPr>
          <a:xfrm>
            <a:off x="5423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6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2" name=""/>
          <p:cNvSpPr/>
          <p:nvPr/>
        </p:nvSpPr>
        <p:spPr>
          <a:xfrm>
            <a:off x="5425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3" name=""/>
          <p:cNvSpPr/>
          <p:nvPr/>
        </p:nvSpPr>
        <p:spPr>
          <a:xfrm>
            <a:off x="5427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4" name=""/>
          <p:cNvSpPr/>
          <p:nvPr/>
        </p:nvSpPr>
        <p:spPr>
          <a:xfrm>
            <a:off x="5429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5" name=""/>
          <p:cNvSpPr/>
          <p:nvPr/>
        </p:nvSpPr>
        <p:spPr>
          <a:xfrm>
            <a:off x="5430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6" name=""/>
          <p:cNvSpPr/>
          <p:nvPr/>
        </p:nvSpPr>
        <p:spPr>
          <a:xfrm>
            <a:off x="5432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7" name=""/>
          <p:cNvSpPr/>
          <p:nvPr/>
        </p:nvSpPr>
        <p:spPr>
          <a:xfrm>
            <a:off x="54345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8" name=""/>
          <p:cNvSpPr/>
          <p:nvPr/>
        </p:nvSpPr>
        <p:spPr>
          <a:xfrm>
            <a:off x="54363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499" name=""/>
          <p:cNvSpPr/>
          <p:nvPr/>
        </p:nvSpPr>
        <p:spPr>
          <a:xfrm>
            <a:off x="54381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0" name=""/>
          <p:cNvSpPr/>
          <p:nvPr/>
        </p:nvSpPr>
        <p:spPr>
          <a:xfrm>
            <a:off x="54399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1" name=""/>
          <p:cNvSpPr/>
          <p:nvPr/>
        </p:nvSpPr>
        <p:spPr>
          <a:xfrm>
            <a:off x="544176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2" name=""/>
          <p:cNvSpPr/>
          <p:nvPr/>
        </p:nvSpPr>
        <p:spPr>
          <a:xfrm>
            <a:off x="5443560" y="4377600"/>
            <a:ext cx="2520" cy="349200"/>
          </a:xfrm>
          <a:custGeom>
            <a:avLst/>
            <a:gdLst/>
            <a:ahLst/>
            <a:rect l="0" t="0" r="r" b="b"/>
            <a:pathLst>
              <a:path w="7" h="970">
                <a:moveTo>
                  <a:pt x="0" y="970"/>
                </a:moveTo>
                <a:lnTo>
                  <a:pt x="0" y="0"/>
                </a:lnTo>
                <a:lnTo>
                  <a:pt x="7" y="0"/>
                </a:lnTo>
                <a:lnTo>
                  <a:pt x="7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b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3" name=""/>
          <p:cNvSpPr/>
          <p:nvPr/>
        </p:nvSpPr>
        <p:spPr>
          <a:xfrm>
            <a:off x="5445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4" name=""/>
          <p:cNvSpPr/>
          <p:nvPr/>
        </p:nvSpPr>
        <p:spPr>
          <a:xfrm>
            <a:off x="5447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5" name=""/>
          <p:cNvSpPr/>
          <p:nvPr/>
        </p:nvSpPr>
        <p:spPr>
          <a:xfrm>
            <a:off x="5449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6" name=""/>
          <p:cNvSpPr/>
          <p:nvPr/>
        </p:nvSpPr>
        <p:spPr>
          <a:xfrm>
            <a:off x="5451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7" name=""/>
          <p:cNvSpPr/>
          <p:nvPr/>
        </p:nvSpPr>
        <p:spPr>
          <a:xfrm>
            <a:off x="5452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8" name=""/>
          <p:cNvSpPr/>
          <p:nvPr/>
        </p:nvSpPr>
        <p:spPr>
          <a:xfrm>
            <a:off x="5454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09" name=""/>
          <p:cNvSpPr/>
          <p:nvPr/>
        </p:nvSpPr>
        <p:spPr>
          <a:xfrm>
            <a:off x="5456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0" name=""/>
          <p:cNvSpPr/>
          <p:nvPr/>
        </p:nvSpPr>
        <p:spPr>
          <a:xfrm>
            <a:off x="54583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1" name=""/>
          <p:cNvSpPr/>
          <p:nvPr/>
        </p:nvSpPr>
        <p:spPr>
          <a:xfrm>
            <a:off x="54601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2" name=""/>
          <p:cNvSpPr/>
          <p:nvPr/>
        </p:nvSpPr>
        <p:spPr>
          <a:xfrm>
            <a:off x="54619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3" name=""/>
          <p:cNvSpPr/>
          <p:nvPr/>
        </p:nvSpPr>
        <p:spPr>
          <a:xfrm>
            <a:off x="54637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4" name=""/>
          <p:cNvSpPr/>
          <p:nvPr/>
        </p:nvSpPr>
        <p:spPr>
          <a:xfrm>
            <a:off x="546552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5" name=""/>
          <p:cNvSpPr/>
          <p:nvPr/>
        </p:nvSpPr>
        <p:spPr>
          <a:xfrm>
            <a:off x="5467320" y="4377600"/>
            <a:ext cx="2880" cy="349200"/>
          </a:xfrm>
          <a:custGeom>
            <a:avLst/>
            <a:gdLst/>
            <a:ahLst/>
            <a:rect l="0" t="0" r="r" b="b"/>
            <a:pathLst>
              <a:path w="8" h="970">
                <a:moveTo>
                  <a:pt x="0" y="970"/>
                </a:moveTo>
                <a:lnTo>
                  <a:pt x="0" y="0"/>
                </a:lnTo>
                <a:lnTo>
                  <a:pt x="8" y="0"/>
                </a:lnTo>
                <a:lnTo>
                  <a:pt x="8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6" name=""/>
          <p:cNvSpPr/>
          <p:nvPr/>
        </p:nvSpPr>
        <p:spPr>
          <a:xfrm>
            <a:off x="5469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7" name=""/>
          <p:cNvSpPr/>
          <p:nvPr/>
        </p:nvSpPr>
        <p:spPr>
          <a:xfrm>
            <a:off x="54712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8" name=""/>
          <p:cNvSpPr/>
          <p:nvPr/>
        </p:nvSpPr>
        <p:spPr>
          <a:xfrm>
            <a:off x="54730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19" name=""/>
          <p:cNvSpPr/>
          <p:nvPr/>
        </p:nvSpPr>
        <p:spPr>
          <a:xfrm>
            <a:off x="54748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20" name=""/>
          <p:cNvSpPr/>
          <p:nvPr/>
        </p:nvSpPr>
        <p:spPr>
          <a:xfrm>
            <a:off x="54766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21" name=""/>
          <p:cNvSpPr/>
          <p:nvPr/>
        </p:nvSpPr>
        <p:spPr>
          <a:xfrm>
            <a:off x="5478480" y="4377600"/>
            <a:ext cx="2160" cy="349200"/>
          </a:xfrm>
          <a:custGeom>
            <a:avLst/>
            <a:gdLst/>
            <a:ahLst/>
            <a:rect l="0" t="0" r="r" b="b"/>
            <a:pathLst>
              <a:path w="6" h="970">
                <a:moveTo>
                  <a:pt x="0" y="970"/>
                </a:moveTo>
                <a:lnTo>
                  <a:pt x="0" y="0"/>
                </a:lnTo>
                <a:lnTo>
                  <a:pt x="6" y="0"/>
                </a:lnTo>
                <a:lnTo>
                  <a:pt x="6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22" name=""/>
          <p:cNvSpPr/>
          <p:nvPr/>
        </p:nvSpPr>
        <p:spPr>
          <a:xfrm>
            <a:off x="5480280" y="4377600"/>
            <a:ext cx="3960" cy="349200"/>
          </a:xfrm>
          <a:custGeom>
            <a:avLst/>
            <a:gdLst/>
            <a:ahLst/>
            <a:rect l="0" t="0" r="r" b="b"/>
            <a:pathLst>
              <a:path w="11" h="970">
                <a:moveTo>
                  <a:pt x="0" y="970"/>
                </a:moveTo>
                <a:lnTo>
                  <a:pt x="0" y="0"/>
                </a:lnTo>
                <a:lnTo>
                  <a:pt x="11" y="0"/>
                </a:lnTo>
                <a:lnTo>
                  <a:pt x="11" y="970"/>
                </a:lnTo>
                <a:lnTo>
                  <a:pt x="0" y="970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23" name=""/>
          <p:cNvSpPr/>
          <p:nvPr/>
        </p:nvSpPr>
        <p:spPr>
          <a:xfrm>
            <a:off x="5016240" y="4377600"/>
            <a:ext cx="468000" cy="349200"/>
          </a:xfrm>
          <a:custGeom>
            <a:avLst/>
            <a:gdLst/>
            <a:ahLst/>
            <a:rect l="0" t="0" r="r" b="b"/>
            <a:pathLst>
              <a:path w="1300" h="970">
                <a:moveTo>
                  <a:pt x="0" y="970"/>
                </a:moveTo>
                <a:lnTo>
                  <a:pt x="1300" y="970"/>
                </a:lnTo>
                <a:lnTo>
                  <a:pt x="1300" y="0"/>
                </a:lnTo>
                <a:lnTo>
                  <a:pt x="0" y="0"/>
                </a:lnTo>
                <a:lnTo>
                  <a:pt x="0" y="970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524" name=""/>
          <p:cNvSpPr/>
          <p:nvPr/>
        </p:nvSpPr>
        <p:spPr>
          <a:xfrm>
            <a:off x="5831280" y="4381920"/>
            <a:ext cx="4320" cy="348120"/>
          </a:xfrm>
          <a:custGeom>
            <a:avLst/>
            <a:gdLst/>
            <a:ahLst/>
            <a:rect l="0" t="0" r="r" b="b"/>
            <a:pathLst>
              <a:path w="12" h="967">
                <a:moveTo>
                  <a:pt x="0" y="967"/>
                </a:moveTo>
                <a:lnTo>
                  <a:pt x="0" y="0"/>
                </a:lnTo>
                <a:lnTo>
                  <a:pt x="12" y="0"/>
                </a:lnTo>
                <a:lnTo>
                  <a:pt x="12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25" name=""/>
          <p:cNvSpPr/>
          <p:nvPr/>
        </p:nvSpPr>
        <p:spPr>
          <a:xfrm>
            <a:off x="5835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26" name=""/>
          <p:cNvSpPr/>
          <p:nvPr/>
        </p:nvSpPr>
        <p:spPr>
          <a:xfrm>
            <a:off x="5837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f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27" name=""/>
          <p:cNvSpPr/>
          <p:nvPr/>
        </p:nvSpPr>
        <p:spPr>
          <a:xfrm>
            <a:off x="5838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28" name=""/>
          <p:cNvSpPr/>
          <p:nvPr/>
        </p:nvSpPr>
        <p:spPr>
          <a:xfrm>
            <a:off x="5840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29" name=""/>
          <p:cNvSpPr/>
          <p:nvPr/>
        </p:nvSpPr>
        <p:spPr>
          <a:xfrm>
            <a:off x="5842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0" name=""/>
          <p:cNvSpPr/>
          <p:nvPr/>
        </p:nvSpPr>
        <p:spPr>
          <a:xfrm>
            <a:off x="5844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1" name=""/>
          <p:cNvSpPr/>
          <p:nvPr/>
        </p:nvSpPr>
        <p:spPr>
          <a:xfrm>
            <a:off x="5846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2" name=""/>
          <p:cNvSpPr/>
          <p:nvPr/>
        </p:nvSpPr>
        <p:spPr>
          <a:xfrm>
            <a:off x="5847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3" name=""/>
          <p:cNvSpPr/>
          <p:nvPr/>
        </p:nvSpPr>
        <p:spPr>
          <a:xfrm>
            <a:off x="5849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4" name=""/>
          <p:cNvSpPr/>
          <p:nvPr/>
        </p:nvSpPr>
        <p:spPr>
          <a:xfrm>
            <a:off x="5851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3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5" name=""/>
          <p:cNvSpPr/>
          <p:nvPr/>
        </p:nvSpPr>
        <p:spPr>
          <a:xfrm>
            <a:off x="5853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6" name=""/>
          <p:cNvSpPr/>
          <p:nvPr/>
        </p:nvSpPr>
        <p:spPr>
          <a:xfrm>
            <a:off x="5855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7" name=""/>
          <p:cNvSpPr/>
          <p:nvPr/>
        </p:nvSpPr>
        <p:spPr>
          <a:xfrm>
            <a:off x="585684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8" name=""/>
          <p:cNvSpPr/>
          <p:nvPr/>
        </p:nvSpPr>
        <p:spPr>
          <a:xfrm>
            <a:off x="5859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6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39" name=""/>
          <p:cNvSpPr/>
          <p:nvPr/>
        </p:nvSpPr>
        <p:spPr>
          <a:xfrm>
            <a:off x="5860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0" name=""/>
          <p:cNvSpPr/>
          <p:nvPr/>
        </p:nvSpPr>
        <p:spPr>
          <a:xfrm>
            <a:off x="5862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1" name=""/>
          <p:cNvSpPr/>
          <p:nvPr/>
        </p:nvSpPr>
        <p:spPr>
          <a:xfrm>
            <a:off x="5864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2" name=""/>
          <p:cNvSpPr/>
          <p:nvPr/>
        </p:nvSpPr>
        <p:spPr>
          <a:xfrm>
            <a:off x="5866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3" name=""/>
          <p:cNvSpPr/>
          <p:nvPr/>
        </p:nvSpPr>
        <p:spPr>
          <a:xfrm>
            <a:off x="5868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4" name=""/>
          <p:cNvSpPr/>
          <p:nvPr/>
        </p:nvSpPr>
        <p:spPr>
          <a:xfrm>
            <a:off x="5869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b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5" name=""/>
          <p:cNvSpPr/>
          <p:nvPr/>
        </p:nvSpPr>
        <p:spPr>
          <a:xfrm>
            <a:off x="5871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6" name=""/>
          <p:cNvSpPr/>
          <p:nvPr/>
        </p:nvSpPr>
        <p:spPr>
          <a:xfrm>
            <a:off x="5873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7" name=""/>
          <p:cNvSpPr/>
          <p:nvPr/>
        </p:nvSpPr>
        <p:spPr>
          <a:xfrm>
            <a:off x="5875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8" name=""/>
          <p:cNvSpPr/>
          <p:nvPr/>
        </p:nvSpPr>
        <p:spPr>
          <a:xfrm>
            <a:off x="5877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49" name=""/>
          <p:cNvSpPr/>
          <p:nvPr/>
        </p:nvSpPr>
        <p:spPr>
          <a:xfrm>
            <a:off x="5878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0" name=""/>
          <p:cNvSpPr/>
          <p:nvPr/>
        </p:nvSpPr>
        <p:spPr>
          <a:xfrm>
            <a:off x="5880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1" name=""/>
          <p:cNvSpPr/>
          <p:nvPr/>
        </p:nvSpPr>
        <p:spPr>
          <a:xfrm>
            <a:off x="588240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2" name=""/>
          <p:cNvSpPr/>
          <p:nvPr/>
        </p:nvSpPr>
        <p:spPr>
          <a:xfrm>
            <a:off x="5884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3" name=""/>
          <p:cNvSpPr/>
          <p:nvPr/>
        </p:nvSpPr>
        <p:spPr>
          <a:xfrm>
            <a:off x="5886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4" name=""/>
          <p:cNvSpPr/>
          <p:nvPr/>
        </p:nvSpPr>
        <p:spPr>
          <a:xfrm>
            <a:off x="5888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5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5" name=""/>
          <p:cNvSpPr/>
          <p:nvPr/>
        </p:nvSpPr>
        <p:spPr>
          <a:xfrm>
            <a:off x="5889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7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6" name=""/>
          <p:cNvSpPr/>
          <p:nvPr/>
        </p:nvSpPr>
        <p:spPr>
          <a:xfrm>
            <a:off x="5891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8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7" name=""/>
          <p:cNvSpPr/>
          <p:nvPr/>
        </p:nvSpPr>
        <p:spPr>
          <a:xfrm>
            <a:off x="5893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8" name=""/>
          <p:cNvSpPr/>
          <p:nvPr/>
        </p:nvSpPr>
        <p:spPr>
          <a:xfrm>
            <a:off x="5895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a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59" name=""/>
          <p:cNvSpPr/>
          <p:nvPr/>
        </p:nvSpPr>
        <p:spPr>
          <a:xfrm>
            <a:off x="5897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0" name=""/>
          <p:cNvSpPr/>
          <p:nvPr/>
        </p:nvSpPr>
        <p:spPr>
          <a:xfrm>
            <a:off x="5898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1" name=""/>
          <p:cNvSpPr/>
          <p:nvPr/>
        </p:nvSpPr>
        <p:spPr>
          <a:xfrm>
            <a:off x="5900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2" name=""/>
          <p:cNvSpPr/>
          <p:nvPr/>
        </p:nvSpPr>
        <p:spPr>
          <a:xfrm>
            <a:off x="5902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f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3" name=""/>
          <p:cNvSpPr/>
          <p:nvPr/>
        </p:nvSpPr>
        <p:spPr>
          <a:xfrm>
            <a:off x="5904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4" name=""/>
          <p:cNvSpPr/>
          <p:nvPr/>
        </p:nvSpPr>
        <p:spPr>
          <a:xfrm>
            <a:off x="590616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5" name=""/>
          <p:cNvSpPr/>
          <p:nvPr/>
        </p:nvSpPr>
        <p:spPr>
          <a:xfrm>
            <a:off x="5908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6" name=""/>
          <p:cNvSpPr/>
          <p:nvPr/>
        </p:nvSpPr>
        <p:spPr>
          <a:xfrm>
            <a:off x="5910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7" name=""/>
          <p:cNvSpPr/>
          <p:nvPr/>
        </p:nvSpPr>
        <p:spPr>
          <a:xfrm>
            <a:off x="5911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8" name=""/>
          <p:cNvSpPr/>
          <p:nvPr/>
        </p:nvSpPr>
        <p:spPr>
          <a:xfrm>
            <a:off x="5913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7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69" name=""/>
          <p:cNvSpPr/>
          <p:nvPr/>
        </p:nvSpPr>
        <p:spPr>
          <a:xfrm>
            <a:off x="5915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0" name=""/>
          <p:cNvSpPr/>
          <p:nvPr/>
        </p:nvSpPr>
        <p:spPr>
          <a:xfrm>
            <a:off x="5917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a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1" name=""/>
          <p:cNvSpPr/>
          <p:nvPr/>
        </p:nvSpPr>
        <p:spPr>
          <a:xfrm>
            <a:off x="5919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2" name=""/>
          <p:cNvSpPr/>
          <p:nvPr/>
        </p:nvSpPr>
        <p:spPr>
          <a:xfrm>
            <a:off x="5920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d6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3" name=""/>
          <p:cNvSpPr/>
          <p:nvPr/>
        </p:nvSpPr>
        <p:spPr>
          <a:xfrm>
            <a:off x="5922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4" name=""/>
          <p:cNvSpPr/>
          <p:nvPr/>
        </p:nvSpPr>
        <p:spPr>
          <a:xfrm>
            <a:off x="5924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5" name=""/>
          <p:cNvSpPr/>
          <p:nvPr/>
        </p:nvSpPr>
        <p:spPr>
          <a:xfrm>
            <a:off x="5926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6" name=""/>
          <p:cNvSpPr/>
          <p:nvPr/>
        </p:nvSpPr>
        <p:spPr>
          <a:xfrm>
            <a:off x="5928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26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7" name=""/>
          <p:cNvSpPr/>
          <p:nvPr/>
        </p:nvSpPr>
        <p:spPr>
          <a:xfrm>
            <a:off x="5929920" y="4381920"/>
            <a:ext cx="2880" cy="348120"/>
          </a:xfrm>
          <a:custGeom>
            <a:avLst/>
            <a:gdLst/>
            <a:ahLst/>
            <a:rect l="0" t="0" r="r" b="b"/>
            <a:pathLst>
              <a:path w="8" h="967">
                <a:moveTo>
                  <a:pt x="0" y="967"/>
                </a:moveTo>
                <a:lnTo>
                  <a:pt x="0" y="0"/>
                </a:lnTo>
                <a:lnTo>
                  <a:pt x="8" y="0"/>
                </a:lnTo>
                <a:lnTo>
                  <a:pt x="8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4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8" name=""/>
          <p:cNvSpPr/>
          <p:nvPr/>
        </p:nvSpPr>
        <p:spPr>
          <a:xfrm>
            <a:off x="5932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5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79" name=""/>
          <p:cNvSpPr/>
          <p:nvPr/>
        </p:nvSpPr>
        <p:spPr>
          <a:xfrm>
            <a:off x="5933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7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0" name=""/>
          <p:cNvSpPr/>
          <p:nvPr/>
        </p:nvSpPr>
        <p:spPr>
          <a:xfrm>
            <a:off x="5935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8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1" name=""/>
          <p:cNvSpPr/>
          <p:nvPr/>
        </p:nvSpPr>
        <p:spPr>
          <a:xfrm>
            <a:off x="5937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a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2" name=""/>
          <p:cNvSpPr/>
          <p:nvPr/>
        </p:nvSpPr>
        <p:spPr>
          <a:xfrm>
            <a:off x="5939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b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3" name=""/>
          <p:cNvSpPr/>
          <p:nvPr/>
        </p:nvSpPr>
        <p:spPr>
          <a:xfrm>
            <a:off x="5941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d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4" name=""/>
          <p:cNvSpPr/>
          <p:nvPr/>
        </p:nvSpPr>
        <p:spPr>
          <a:xfrm>
            <a:off x="5942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e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5" name=""/>
          <p:cNvSpPr/>
          <p:nvPr/>
        </p:nvSpPr>
        <p:spPr>
          <a:xfrm>
            <a:off x="5944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f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6" name=""/>
          <p:cNvSpPr/>
          <p:nvPr/>
        </p:nvSpPr>
        <p:spPr>
          <a:xfrm>
            <a:off x="5946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0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7" name=""/>
          <p:cNvSpPr/>
          <p:nvPr/>
        </p:nvSpPr>
        <p:spPr>
          <a:xfrm>
            <a:off x="5948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2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8" name=""/>
          <p:cNvSpPr/>
          <p:nvPr/>
        </p:nvSpPr>
        <p:spPr>
          <a:xfrm>
            <a:off x="5950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3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89" name=""/>
          <p:cNvSpPr/>
          <p:nvPr/>
        </p:nvSpPr>
        <p:spPr>
          <a:xfrm>
            <a:off x="5951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0" name=""/>
          <p:cNvSpPr/>
          <p:nvPr/>
        </p:nvSpPr>
        <p:spPr>
          <a:xfrm>
            <a:off x="595368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1" name=""/>
          <p:cNvSpPr/>
          <p:nvPr/>
        </p:nvSpPr>
        <p:spPr>
          <a:xfrm>
            <a:off x="5955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7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2" name=""/>
          <p:cNvSpPr/>
          <p:nvPr/>
        </p:nvSpPr>
        <p:spPr>
          <a:xfrm>
            <a:off x="5957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8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3" name=""/>
          <p:cNvSpPr/>
          <p:nvPr/>
        </p:nvSpPr>
        <p:spPr>
          <a:xfrm>
            <a:off x="5959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4" name=""/>
          <p:cNvSpPr/>
          <p:nvPr/>
        </p:nvSpPr>
        <p:spPr>
          <a:xfrm>
            <a:off x="5961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5" name=""/>
          <p:cNvSpPr/>
          <p:nvPr/>
        </p:nvSpPr>
        <p:spPr>
          <a:xfrm>
            <a:off x="5963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6" name=""/>
          <p:cNvSpPr/>
          <p:nvPr/>
        </p:nvSpPr>
        <p:spPr>
          <a:xfrm>
            <a:off x="5964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7" name=""/>
          <p:cNvSpPr/>
          <p:nvPr/>
        </p:nvSpPr>
        <p:spPr>
          <a:xfrm>
            <a:off x="5966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8" name=""/>
          <p:cNvSpPr/>
          <p:nvPr/>
        </p:nvSpPr>
        <p:spPr>
          <a:xfrm>
            <a:off x="5968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f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599" name=""/>
          <p:cNvSpPr/>
          <p:nvPr/>
        </p:nvSpPr>
        <p:spPr>
          <a:xfrm>
            <a:off x="5970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0" name=""/>
          <p:cNvSpPr/>
          <p:nvPr/>
        </p:nvSpPr>
        <p:spPr>
          <a:xfrm>
            <a:off x="5972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1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1" name=""/>
          <p:cNvSpPr/>
          <p:nvPr/>
        </p:nvSpPr>
        <p:spPr>
          <a:xfrm>
            <a:off x="5973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2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2" name=""/>
          <p:cNvSpPr/>
          <p:nvPr/>
        </p:nvSpPr>
        <p:spPr>
          <a:xfrm>
            <a:off x="5975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3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3" name=""/>
          <p:cNvSpPr/>
          <p:nvPr/>
        </p:nvSpPr>
        <p:spPr>
          <a:xfrm>
            <a:off x="597744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4" name=""/>
          <p:cNvSpPr/>
          <p:nvPr/>
        </p:nvSpPr>
        <p:spPr>
          <a:xfrm>
            <a:off x="5979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5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5" name=""/>
          <p:cNvSpPr/>
          <p:nvPr/>
        </p:nvSpPr>
        <p:spPr>
          <a:xfrm>
            <a:off x="5981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6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6" name=""/>
          <p:cNvSpPr/>
          <p:nvPr/>
        </p:nvSpPr>
        <p:spPr>
          <a:xfrm>
            <a:off x="5983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7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7" name=""/>
          <p:cNvSpPr/>
          <p:nvPr/>
        </p:nvSpPr>
        <p:spPr>
          <a:xfrm>
            <a:off x="5985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8" name=""/>
          <p:cNvSpPr/>
          <p:nvPr/>
        </p:nvSpPr>
        <p:spPr>
          <a:xfrm>
            <a:off x="5986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09" name=""/>
          <p:cNvSpPr/>
          <p:nvPr/>
        </p:nvSpPr>
        <p:spPr>
          <a:xfrm>
            <a:off x="5988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a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0" name=""/>
          <p:cNvSpPr/>
          <p:nvPr/>
        </p:nvSpPr>
        <p:spPr>
          <a:xfrm>
            <a:off x="5990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1" name=""/>
          <p:cNvSpPr/>
          <p:nvPr/>
        </p:nvSpPr>
        <p:spPr>
          <a:xfrm>
            <a:off x="5992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2" name=""/>
          <p:cNvSpPr/>
          <p:nvPr/>
        </p:nvSpPr>
        <p:spPr>
          <a:xfrm>
            <a:off x="5994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3" name=""/>
          <p:cNvSpPr/>
          <p:nvPr/>
        </p:nvSpPr>
        <p:spPr>
          <a:xfrm>
            <a:off x="5995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d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4" name=""/>
          <p:cNvSpPr/>
          <p:nvPr/>
        </p:nvSpPr>
        <p:spPr>
          <a:xfrm>
            <a:off x="5997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5" name=""/>
          <p:cNvSpPr/>
          <p:nvPr/>
        </p:nvSpPr>
        <p:spPr>
          <a:xfrm>
            <a:off x="5999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e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6" name=""/>
          <p:cNvSpPr/>
          <p:nvPr/>
        </p:nvSpPr>
        <p:spPr>
          <a:xfrm>
            <a:off x="600120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7" name=""/>
          <p:cNvSpPr/>
          <p:nvPr/>
        </p:nvSpPr>
        <p:spPr>
          <a:xfrm>
            <a:off x="6003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8" name=""/>
          <p:cNvSpPr/>
          <p:nvPr/>
        </p:nvSpPr>
        <p:spPr>
          <a:xfrm>
            <a:off x="6005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19" name=""/>
          <p:cNvSpPr/>
          <p:nvPr/>
        </p:nvSpPr>
        <p:spPr>
          <a:xfrm>
            <a:off x="6006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0" name=""/>
          <p:cNvSpPr/>
          <p:nvPr/>
        </p:nvSpPr>
        <p:spPr>
          <a:xfrm>
            <a:off x="6008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1" name=""/>
          <p:cNvSpPr/>
          <p:nvPr/>
        </p:nvSpPr>
        <p:spPr>
          <a:xfrm>
            <a:off x="6010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2" name=""/>
          <p:cNvSpPr/>
          <p:nvPr/>
        </p:nvSpPr>
        <p:spPr>
          <a:xfrm>
            <a:off x="6012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3" name=""/>
          <p:cNvSpPr/>
          <p:nvPr/>
        </p:nvSpPr>
        <p:spPr>
          <a:xfrm>
            <a:off x="6014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4" name=""/>
          <p:cNvSpPr/>
          <p:nvPr/>
        </p:nvSpPr>
        <p:spPr>
          <a:xfrm>
            <a:off x="6015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5" name=""/>
          <p:cNvSpPr/>
          <p:nvPr/>
        </p:nvSpPr>
        <p:spPr>
          <a:xfrm>
            <a:off x="6017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6" name=""/>
          <p:cNvSpPr/>
          <p:nvPr/>
        </p:nvSpPr>
        <p:spPr>
          <a:xfrm>
            <a:off x="6019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7" name=""/>
          <p:cNvSpPr/>
          <p:nvPr/>
        </p:nvSpPr>
        <p:spPr>
          <a:xfrm>
            <a:off x="6021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8" name=""/>
          <p:cNvSpPr/>
          <p:nvPr/>
        </p:nvSpPr>
        <p:spPr>
          <a:xfrm>
            <a:off x="6023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29" name=""/>
          <p:cNvSpPr/>
          <p:nvPr/>
        </p:nvSpPr>
        <p:spPr>
          <a:xfrm>
            <a:off x="602496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0" name=""/>
          <p:cNvSpPr/>
          <p:nvPr/>
        </p:nvSpPr>
        <p:spPr>
          <a:xfrm>
            <a:off x="6027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1" name=""/>
          <p:cNvSpPr/>
          <p:nvPr/>
        </p:nvSpPr>
        <p:spPr>
          <a:xfrm>
            <a:off x="6028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2" name=""/>
          <p:cNvSpPr/>
          <p:nvPr/>
        </p:nvSpPr>
        <p:spPr>
          <a:xfrm>
            <a:off x="6030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3" name=""/>
          <p:cNvSpPr/>
          <p:nvPr/>
        </p:nvSpPr>
        <p:spPr>
          <a:xfrm>
            <a:off x="6032520" y="4381920"/>
            <a:ext cx="3960" cy="348120"/>
          </a:xfrm>
          <a:custGeom>
            <a:avLst/>
            <a:gdLst/>
            <a:ahLst/>
            <a:rect l="0" t="0" r="r" b="b"/>
            <a:pathLst>
              <a:path w="11" h="967">
                <a:moveTo>
                  <a:pt x="0" y="967"/>
                </a:moveTo>
                <a:lnTo>
                  <a:pt x="0" y="0"/>
                </a:lnTo>
                <a:lnTo>
                  <a:pt x="11" y="0"/>
                </a:lnTo>
                <a:lnTo>
                  <a:pt x="1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4" name=""/>
          <p:cNvSpPr/>
          <p:nvPr/>
        </p:nvSpPr>
        <p:spPr>
          <a:xfrm>
            <a:off x="6036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5" name=""/>
          <p:cNvSpPr/>
          <p:nvPr/>
        </p:nvSpPr>
        <p:spPr>
          <a:xfrm>
            <a:off x="6037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6" name=""/>
          <p:cNvSpPr/>
          <p:nvPr/>
        </p:nvSpPr>
        <p:spPr>
          <a:xfrm>
            <a:off x="6039720" y="4381920"/>
            <a:ext cx="3960" cy="348120"/>
          </a:xfrm>
          <a:custGeom>
            <a:avLst/>
            <a:gdLst/>
            <a:ahLst/>
            <a:rect l="0" t="0" r="r" b="b"/>
            <a:pathLst>
              <a:path w="11" h="967">
                <a:moveTo>
                  <a:pt x="0" y="967"/>
                </a:moveTo>
                <a:lnTo>
                  <a:pt x="0" y="0"/>
                </a:lnTo>
                <a:lnTo>
                  <a:pt x="11" y="0"/>
                </a:lnTo>
                <a:lnTo>
                  <a:pt x="1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7" name=""/>
          <p:cNvSpPr/>
          <p:nvPr/>
        </p:nvSpPr>
        <p:spPr>
          <a:xfrm>
            <a:off x="6043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8" name=""/>
          <p:cNvSpPr/>
          <p:nvPr/>
        </p:nvSpPr>
        <p:spPr>
          <a:xfrm>
            <a:off x="6045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39" name=""/>
          <p:cNvSpPr/>
          <p:nvPr/>
        </p:nvSpPr>
        <p:spPr>
          <a:xfrm>
            <a:off x="6046920" y="4381920"/>
            <a:ext cx="4320" cy="348120"/>
          </a:xfrm>
          <a:custGeom>
            <a:avLst/>
            <a:gdLst/>
            <a:ahLst/>
            <a:rect l="0" t="0" r="r" b="b"/>
            <a:pathLst>
              <a:path w="12" h="967">
                <a:moveTo>
                  <a:pt x="0" y="967"/>
                </a:moveTo>
                <a:lnTo>
                  <a:pt x="0" y="0"/>
                </a:lnTo>
                <a:lnTo>
                  <a:pt x="12" y="0"/>
                </a:lnTo>
                <a:lnTo>
                  <a:pt x="12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0" name=""/>
          <p:cNvSpPr/>
          <p:nvPr/>
        </p:nvSpPr>
        <p:spPr>
          <a:xfrm>
            <a:off x="6050880" y="4381920"/>
            <a:ext cx="7560" cy="348120"/>
          </a:xfrm>
          <a:custGeom>
            <a:avLst/>
            <a:gdLst/>
            <a:ahLst/>
            <a:rect l="0" t="0" r="r" b="b"/>
            <a:pathLst>
              <a:path w="21" h="967">
                <a:moveTo>
                  <a:pt x="0" y="967"/>
                </a:moveTo>
                <a:lnTo>
                  <a:pt x="0" y="0"/>
                </a:lnTo>
                <a:lnTo>
                  <a:pt x="21" y="0"/>
                </a:lnTo>
                <a:lnTo>
                  <a:pt x="2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1" name=""/>
          <p:cNvSpPr/>
          <p:nvPr/>
        </p:nvSpPr>
        <p:spPr>
          <a:xfrm>
            <a:off x="6058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2" name=""/>
          <p:cNvSpPr/>
          <p:nvPr/>
        </p:nvSpPr>
        <p:spPr>
          <a:xfrm>
            <a:off x="6059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3" name=""/>
          <p:cNvSpPr/>
          <p:nvPr/>
        </p:nvSpPr>
        <p:spPr>
          <a:xfrm>
            <a:off x="6061680" y="4381920"/>
            <a:ext cx="3960" cy="348120"/>
          </a:xfrm>
          <a:custGeom>
            <a:avLst/>
            <a:gdLst/>
            <a:ahLst/>
            <a:rect l="0" t="0" r="r" b="b"/>
            <a:pathLst>
              <a:path w="11" h="967">
                <a:moveTo>
                  <a:pt x="0" y="967"/>
                </a:moveTo>
                <a:lnTo>
                  <a:pt x="0" y="0"/>
                </a:lnTo>
                <a:lnTo>
                  <a:pt x="11" y="0"/>
                </a:lnTo>
                <a:lnTo>
                  <a:pt x="1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4" name=""/>
          <p:cNvSpPr/>
          <p:nvPr/>
        </p:nvSpPr>
        <p:spPr>
          <a:xfrm>
            <a:off x="6065280" y="4381920"/>
            <a:ext cx="7560" cy="348120"/>
          </a:xfrm>
          <a:custGeom>
            <a:avLst/>
            <a:gdLst/>
            <a:ahLst/>
            <a:rect l="0" t="0" r="r" b="b"/>
            <a:pathLst>
              <a:path w="21" h="967">
                <a:moveTo>
                  <a:pt x="0" y="967"/>
                </a:moveTo>
                <a:lnTo>
                  <a:pt x="0" y="0"/>
                </a:lnTo>
                <a:lnTo>
                  <a:pt x="21" y="0"/>
                </a:lnTo>
                <a:lnTo>
                  <a:pt x="2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5" name=""/>
          <p:cNvSpPr/>
          <p:nvPr/>
        </p:nvSpPr>
        <p:spPr>
          <a:xfrm>
            <a:off x="6072480" y="4381920"/>
            <a:ext cx="7920" cy="348120"/>
          </a:xfrm>
          <a:custGeom>
            <a:avLst/>
            <a:gdLst/>
            <a:ahLst/>
            <a:rect l="0" t="0" r="r" b="b"/>
            <a:pathLst>
              <a:path w="22" h="967">
                <a:moveTo>
                  <a:pt x="0" y="967"/>
                </a:moveTo>
                <a:lnTo>
                  <a:pt x="0" y="0"/>
                </a:lnTo>
                <a:lnTo>
                  <a:pt x="22" y="0"/>
                </a:lnTo>
                <a:lnTo>
                  <a:pt x="22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6" name=""/>
          <p:cNvSpPr/>
          <p:nvPr/>
        </p:nvSpPr>
        <p:spPr>
          <a:xfrm>
            <a:off x="6080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7" name=""/>
          <p:cNvSpPr/>
          <p:nvPr/>
        </p:nvSpPr>
        <p:spPr>
          <a:xfrm>
            <a:off x="6081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8" name=""/>
          <p:cNvSpPr/>
          <p:nvPr/>
        </p:nvSpPr>
        <p:spPr>
          <a:xfrm>
            <a:off x="6083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49" name=""/>
          <p:cNvSpPr/>
          <p:nvPr/>
        </p:nvSpPr>
        <p:spPr>
          <a:xfrm>
            <a:off x="6085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0" name=""/>
          <p:cNvSpPr/>
          <p:nvPr/>
        </p:nvSpPr>
        <p:spPr>
          <a:xfrm>
            <a:off x="6087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1" name=""/>
          <p:cNvSpPr/>
          <p:nvPr/>
        </p:nvSpPr>
        <p:spPr>
          <a:xfrm>
            <a:off x="6089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2" name=""/>
          <p:cNvSpPr/>
          <p:nvPr/>
        </p:nvSpPr>
        <p:spPr>
          <a:xfrm>
            <a:off x="6090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3" name=""/>
          <p:cNvSpPr/>
          <p:nvPr/>
        </p:nvSpPr>
        <p:spPr>
          <a:xfrm>
            <a:off x="6092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4" name=""/>
          <p:cNvSpPr/>
          <p:nvPr/>
        </p:nvSpPr>
        <p:spPr>
          <a:xfrm>
            <a:off x="6094440" y="4381920"/>
            <a:ext cx="4320" cy="348120"/>
          </a:xfrm>
          <a:custGeom>
            <a:avLst/>
            <a:gdLst/>
            <a:ahLst/>
            <a:rect l="0" t="0" r="r" b="b"/>
            <a:pathLst>
              <a:path w="12" h="967">
                <a:moveTo>
                  <a:pt x="0" y="967"/>
                </a:moveTo>
                <a:lnTo>
                  <a:pt x="0" y="0"/>
                </a:lnTo>
                <a:lnTo>
                  <a:pt x="12" y="0"/>
                </a:lnTo>
                <a:lnTo>
                  <a:pt x="12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5" name=""/>
          <p:cNvSpPr/>
          <p:nvPr/>
        </p:nvSpPr>
        <p:spPr>
          <a:xfrm>
            <a:off x="6098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6" name=""/>
          <p:cNvSpPr/>
          <p:nvPr/>
        </p:nvSpPr>
        <p:spPr>
          <a:xfrm>
            <a:off x="6100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7" name=""/>
          <p:cNvSpPr/>
          <p:nvPr/>
        </p:nvSpPr>
        <p:spPr>
          <a:xfrm>
            <a:off x="6102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8" name=""/>
          <p:cNvSpPr/>
          <p:nvPr/>
        </p:nvSpPr>
        <p:spPr>
          <a:xfrm>
            <a:off x="6103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59" name=""/>
          <p:cNvSpPr/>
          <p:nvPr/>
        </p:nvSpPr>
        <p:spPr>
          <a:xfrm>
            <a:off x="6105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0" name=""/>
          <p:cNvSpPr/>
          <p:nvPr/>
        </p:nvSpPr>
        <p:spPr>
          <a:xfrm>
            <a:off x="6107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1" name=""/>
          <p:cNvSpPr/>
          <p:nvPr/>
        </p:nvSpPr>
        <p:spPr>
          <a:xfrm>
            <a:off x="6109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2" name=""/>
          <p:cNvSpPr/>
          <p:nvPr/>
        </p:nvSpPr>
        <p:spPr>
          <a:xfrm>
            <a:off x="6111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3" name=""/>
          <p:cNvSpPr/>
          <p:nvPr/>
        </p:nvSpPr>
        <p:spPr>
          <a:xfrm>
            <a:off x="6112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4" name=""/>
          <p:cNvSpPr/>
          <p:nvPr/>
        </p:nvSpPr>
        <p:spPr>
          <a:xfrm>
            <a:off x="6114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5" name=""/>
          <p:cNvSpPr/>
          <p:nvPr/>
        </p:nvSpPr>
        <p:spPr>
          <a:xfrm>
            <a:off x="6116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6" name=""/>
          <p:cNvSpPr/>
          <p:nvPr/>
        </p:nvSpPr>
        <p:spPr>
          <a:xfrm>
            <a:off x="6118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7" name=""/>
          <p:cNvSpPr/>
          <p:nvPr/>
        </p:nvSpPr>
        <p:spPr>
          <a:xfrm>
            <a:off x="612000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8" name=""/>
          <p:cNvSpPr/>
          <p:nvPr/>
        </p:nvSpPr>
        <p:spPr>
          <a:xfrm>
            <a:off x="6122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69" name=""/>
          <p:cNvSpPr/>
          <p:nvPr/>
        </p:nvSpPr>
        <p:spPr>
          <a:xfrm>
            <a:off x="6123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0" name=""/>
          <p:cNvSpPr/>
          <p:nvPr/>
        </p:nvSpPr>
        <p:spPr>
          <a:xfrm>
            <a:off x="6125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1" name=""/>
          <p:cNvSpPr/>
          <p:nvPr/>
        </p:nvSpPr>
        <p:spPr>
          <a:xfrm>
            <a:off x="6127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f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2" name=""/>
          <p:cNvSpPr/>
          <p:nvPr/>
        </p:nvSpPr>
        <p:spPr>
          <a:xfrm>
            <a:off x="6129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3" name=""/>
          <p:cNvSpPr/>
          <p:nvPr/>
        </p:nvSpPr>
        <p:spPr>
          <a:xfrm>
            <a:off x="6131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d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4" name=""/>
          <p:cNvSpPr/>
          <p:nvPr/>
        </p:nvSpPr>
        <p:spPr>
          <a:xfrm>
            <a:off x="6132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5" name=""/>
          <p:cNvSpPr/>
          <p:nvPr/>
        </p:nvSpPr>
        <p:spPr>
          <a:xfrm>
            <a:off x="6134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6" name=""/>
          <p:cNvSpPr/>
          <p:nvPr/>
        </p:nvSpPr>
        <p:spPr>
          <a:xfrm>
            <a:off x="6136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7" name=""/>
          <p:cNvSpPr/>
          <p:nvPr/>
        </p:nvSpPr>
        <p:spPr>
          <a:xfrm>
            <a:off x="6138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a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8" name=""/>
          <p:cNvSpPr/>
          <p:nvPr/>
        </p:nvSpPr>
        <p:spPr>
          <a:xfrm>
            <a:off x="6140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79" name=""/>
          <p:cNvSpPr/>
          <p:nvPr/>
        </p:nvSpPr>
        <p:spPr>
          <a:xfrm>
            <a:off x="6141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0" name=""/>
          <p:cNvSpPr/>
          <p:nvPr/>
        </p:nvSpPr>
        <p:spPr>
          <a:xfrm>
            <a:off x="614376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1" name=""/>
          <p:cNvSpPr/>
          <p:nvPr/>
        </p:nvSpPr>
        <p:spPr>
          <a:xfrm>
            <a:off x="6145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7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2" name=""/>
          <p:cNvSpPr/>
          <p:nvPr/>
        </p:nvSpPr>
        <p:spPr>
          <a:xfrm>
            <a:off x="6147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6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3" name=""/>
          <p:cNvSpPr/>
          <p:nvPr/>
        </p:nvSpPr>
        <p:spPr>
          <a:xfrm>
            <a:off x="6149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5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4" name=""/>
          <p:cNvSpPr/>
          <p:nvPr/>
        </p:nvSpPr>
        <p:spPr>
          <a:xfrm>
            <a:off x="6151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5" name=""/>
          <p:cNvSpPr/>
          <p:nvPr/>
        </p:nvSpPr>
        <p:spPr>
          <a:xfrm>
            <a:off x="6153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3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6" name=""/>
          <p:cNvSpPr/>
          <p:nvPr/>
        </p:nvSpPr>
        <p:spPr>
          <a:xfrm>
            <a:off x="6154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2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7" name=""/>
          <p:cNvSpPr/>
          <p:nvPr/>
        </p:nvSpPr>
        <p:spPr>
          <a:xfrm>
            <a:off x="6156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1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8" name=""/>
          <p:cNvSpPr/>
          <p:nvPr/>
        </p:nvSpPr>
        <p:spPr>
          <a:xfrm>
            <a:off x="6158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89" name=""/>
          <p:cNvSpPr/>
          <p:nvPr/>
        </p:nvSpPr>
        <p:spPr>
          <a:xfrm>
            <a:off x="6160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0" name=""/>
          <p:cNvSpPr/>
          <p:nvPr/>
        </p:nvSpPr>
        <p:spPr>
          <a:xfrm>
            <a:off x="6162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1" name=""/>
          <p:cNvSpPr/>
          <p:nvPr/>
        </p:nvSpPr>
        <p:spPr>
          <a:xfrm>
            <a:off x="6163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2" name=""/>
          <p:cNvSpPr/>
          <p:nvPr/>
        </p:nvSpPr>
        <p:spPr>
          <a:xfrm>
            <a:off x="6165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3" name=""/>
          <p:cNvSpPr/>
          <p:nvPr/>
        </p:nvSpPr>
        <p:spPr>
          <a:xfrm>
            <a:off x="6167520" y="4381920"/>
            <a:ext cx="2880" cy="348120"/>
          </a:xfrm>
          <a:custGeom>
            <a:avLst/>
            <a:gdLst/>
            <a:ahLst/>
            <a:rect l="0" t="0" r="r" b="b"/>
            <a:pathLst>
              <a:path w="8" h="967">
                <a:moveTo>
                  <a:pt x="0" y="967"/>
                </a:moveTo>
                <a:lnTo>
                  <a:pt x="0" y="0"/>
                </a:lnTo>
                <a:lnTo>
                  <a:pt x="8" y="0"/>
                </a:lnTo>
                <a:lnTo>
                  <a:pt x="8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4" name=""/>
          <p:cNvSpPr/>
          <p:nvPr/>
        </p:nvSpPr>
        <p:spPr>
          <a:xfrm>
            <a:off x="6169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9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5" name=""/>
          <p:cNvSpPr/>
          <p:nvPr/>
        </p:nvSpPr>
        <p:spPr>
          <a:xfrm>
            <a:off x="6171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7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6" name=""/>
          <p:cNvSpPr/>
          <p:nvPr/>
        </p:nvSpPr>
        <p:spPr>
          <a:xfrm>
            <a:off x="6173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6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7" name=""/>
          <p:cNvSpPr/>
          <p:nvPr/>
        </p:nvSpPr>
        <p:spPr>
          <a:xfrm>
            <a:off x="6175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8" name=""/>
          <p:cNvSpPr/>
          <p:nvPr/>
        </p:nvSpPr>
        <p:spPr>
          <a:xfrm>
            <a:off x="6176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699" name=""/>
          <p:cNvSpPr/>
          <p:nvPr/>
        </p:nvSpPr>
        <p:spPr>
          <a:xfrm>
            <a:off x="6178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2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0" name=""/>
          <p:cNvSpPr/>
          <p:nvPr/>
        </p:nvSpPr>
        <p:spPr>
          <a:xfrm>
            <a:off x="6180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1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1" name=""/>
          <p:cNvSpPr/>
          <p:nvPr/>
        </p:nvSpPr>
        <p:spPr>
          <a:xfrm>
            <a:off x="6182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f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2" name=""/>
          <p:cNvSpPr/>
          <p:nvPr/>
        </p:nvSpPr>
        <p:spPr>
          <a:xfrm>
            <a:off x="6184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e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3" name=""/>
          <p:cNvSpPr/>
          <p:nvPr/>
        </p:nvSpPr>
        <p:spPr>
          <a:xfrm>
            <a:off x="6185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d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4" name=""/>
          <p:cNvSpPr/>
          <p:nvPr/>
        </p:nvSpPr>
        <p:spPr>
          <a:xfrm>
            <a:off x="6187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c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5" name=""/>
          <p:cNvSpPr/>
          <p:nvPr/>
        </p:nvSpPr>
        <p:spPr>
          <a:xfrm>
            <a:off x="6189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a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6" name=""/>
          <p:cNvSpPr/>
          <p:nvPr/>
        </p:nvSpPr>
        <p:spPr>
          <a:xfrm>
            <a:off x="619128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9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7" name=""/>
          <p:cNvSpPr/>
          <p:nvPr/>
        </p:nvSpPr>
        <p:spPr>
          <a:xfrm>
            <a:off x="6193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7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8" name=""/>
          <p:cNvSpPr/>
          <p:nvPr/>
        </p:nvSpPr>
        <p:spPr>
          <a:xfrm>
            <a:off x="6195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6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09" name=""/>
          <p:cNvSpPr/>
          <p:nvPr/>
        </p:nvSpPr>
        <p:spPr>
          <a:xfrm>
            <a:off x="6197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4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0" name=""/>
          <p:cNvSpPr/>
          <p:nvPr/>
        </p:nvSpPr>
        <p:spPr>
          <a:xfrm>
            <a:off x="6198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3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1" name=""/>
          <p:cNvSpPr/>
          <p:nvPr/>
        </p:nvSpPr>
        <p:spPr>
          <a:xfrm>
            <a:off x="6200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2" name=""/>
          <p:cNvSpPr/>
          <p:nvPr/>
        </p:nvSpPr>
        <p:spPr>
          <a:xfrm>
            <a:off x="6202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3" name=""/>
          <p:cNvSpPr/>
          <p:nvPr/>
        </p:nvSpPr>
        <p:spPr>
          <a:xfrm>
            <a:off x="6204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4" name=""/>
          <p:cNvSpPr/>
          <p:nvPr/>
        </p:nvSpPr>
        <p:spPr>
          <a:xfrm>
            <a:off x="6206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e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5" name=""/>
          <p:cNvSpPr/>
          <p:nvPr/>
        </p:nvSpPr>
        <p:spPr>
          <a:xfrm>
            <a:off x="6207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6" name=""/>
          <p:cNvSpPr/>
          <p:nvPr/>
        </p:nvSpPr>
        <p:spPr>
          <a:xfrm>
            <a:off x="6209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b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7" name=""/>
          <p:cNvSpPr/>
          <p:nvPr/>
        </p:nvSpPr>
        <p:spPr>
          <a:xfrm>
            <a:off x="6211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8" name=""/>
          <p:cNvSpPr/>
          <p:nvPr/>
        </p:nvSpPr>
        <p:spPr>
          <a:xfrm>
            <a:off x="6213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8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19" name=""/>
          <p:cNvSpPr/>
          <p:nvPr/>
        </p:nvSpPr>
        <p:spPr>
          <a:xfrm>
            <a:off x="621504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0" name=""/>
          <p:cNvSpPr/>
          <p:nvPr/>
        </p:nvSpPr>
        <p:spPr>
          <a:xfrm>
            <a:off x="6217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1" name=""/>
          <p:cNvSpPr/>
          <p:nvPr/>
        </p:nvSpPr>
        <p:spPr>
          <a:xfrm>
            <a:off x="6219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2" name=""/>
          <p:cNvSpPr/>
          <p:nvPr/>
        </p:nvSpPr>
        <p:spPr>
          <a:xfrm>
            <a:off x="6220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3" name=""/>
          <p:cNvSpPr/>
          <p:nvPr/>
        </p:nvSpPr>
        <p:spPr>
          <a:xfrm>
            <a:off x="6222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4" name=""/>
          <p:cNvSpPr/>
          <p:nvPr/>
        </p:nvSpPr>
        <p:spPr>
          <a:xfrm>
            <a:off x="6224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0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5" name=""/>
          <p:cNvSpPr/>
          <p:nvPr/>
        </p:nvSpPr>
        <p:spPr>
          <a:xfrm>
            <a:off x="6226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6" name=""/>
          <p:cNvSpPr/>
          <p:nvPr/>
        </p:nvSpPr>
        <p:spPr>
          <a:xfrm>
            <a:off x="6228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7" name=""/>
          <p:cNvSpPr/>
          <p:nvPr/>
        </p:nvSpPr>
        <p:spPr>
          <a:xfrm>
            <a:off x="6229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8" name=""/>
          <p:cNvSpPr/>
          <p:nvPr/>
        </p:nvSpPr>
        <p:spPr>
          <a:xfrm>
            <a:off x="6231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b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29" name=""/>
          <p:cNvSpPr/>
          <p:nvPr/>
        </p:nvSpPr>
        <p:spPr>
          <a:xfrm>
            <a:off x="6233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0" name=""/>
          <p:cNvSpPr/>
          <p:nvPr/>
        </p:nvSpPr>
        <p:spPr>
          <a:xfrm>
            <a:off x="6235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8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1" name=""/>
          <p:cNvSpPr/>
          <p:nvPr/>
        </p:nvSpPr>
        <p:spPr>
          <a:xfrm>
            <a:off x="6237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7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2" name=""/>
          <p:cNvSpPr/>
          <p:nvPr/>
        </p:nvSpPr>
        <p:spPr>
          <a:xfrm>
            <a:off x="623880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6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3" name=""/>
          <p:cNvSpPr/>
          <p:nvPr/>
        </p:nvSpPr>
        <p:spPr>
          <a:xfrm>
            <a:off x="6240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4" name=""/>
          <p:cNvSpPr/>
          <p:nvPr/>
        </p:nvSpPr>
        <p:spPr>
          <a:xfrm>
            <a:off x="6242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5" name=""/>
          <p:cNvSpPr/>
          <p:nvPr/>
        </p:nvSpPr>
        <p:spPr>
          <a:xfrm>
            <a:off x="6244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6" name=""/>
          <p:cNvSpPr/>
          <p:nvPr/>
        </p:nvSpPr>
        <p:spPr>
          <a:xfrm>
            <a:off x="6246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7" name=""/>
          <p:cNvSpPr/>
          <p:nvPr/>
        </p:nvSpPr>
        <p:spPr>
          <a:xfrm>
            <a:off x="6248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8" name=""/>
          <p:cNvSpPr/>
          <p:nvPr/>
        </p:nvSpPr>
        <p:spPr>
          <a:xfrm>
            <a:off x="6249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39" name=""/>
          <p:cNvSpPr/>
          <p:nvPr/>
        </p:nvSpPr>
        <p:spPr>
          <a:xfrm>
            <a:off x="6251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0" name=""/>
          <p:cNvSpPr/>
          <p:nvPr/>
        </p:nvSpPr>
        <p:spPr>
          <a:xfrm>
            <a:off x="6253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1" name=""/>
          <p:cNvSpPr/>
          <p:nvPr/>
        </p:nvSpPr>
        <p:spPr>
          <a:xfrm>
            <a:off x="6255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2" name=""/>
          <p:cNvSpPr/>
          <p:nvPr/>
        </p:nvSpPr>
        <p:spPr>
          <a:xfrm>
            <a:off x="6257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3" name=""/>
          <p:cNvSpPr/>
          <p:nvPr/>
        </p:nvSpPr>
        <p:spPr>
          <a:xfrm>
            <a:off x="6258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b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4" name=""/>
          <p:cNvSpPr/>
          <p:nvPr/>
        </p:nvSpPr>
        <p:spPr>
          <a:xfrm>
            <a:off x="6260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5" name=""/>
          <p:cNvSpPr/>
          <p:nvPr/>
        </p:nvSpPr>
        <p:spPr>
          <a:xfrm>
            <a:off x="626256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6" name=""/>
          <p:cNvSpPr/>
          <p:nvPr/>
        </p:nvSpPr>
        <p:spPr>
          <a:xfrm>
            <a:off x="6264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7" name=""/>
          <p:cNvSpPr/>
          <p:nvPr/>
        </p:nvSpPr>
        <p:spPr>
          <a:xfrm>
            <a:off x="6266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8" name=""/>
          <p:cNvSpPr/>
          <p:nvPr/>
        </p:nvSpPr>
        <p:spPr>
          <a:xfrm>
            <a:off x="6268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49" name=""/>
          <p:cNvSpPr/>
          <p:nvPr/>
        </p:nvSpPr>
        <p:spPr>
          <a:xfrm>
            <a:off x="6270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0" name=""/>
          <p:cNvSpPr/>
          <p:nvPr/>
        </p:nvSpPr>
        <p:spPr>
          <a:xfrm>
            <a:off x="6271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1" name=""/>
          <p:cNvSpPr/>
          <p:nvPr/>
        </p:nvSpPr>
        <p:spPr>
          <a:xfrm>
            <a:off x="6273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2" name=""/>
          <p:cNvSpPr/>
          <p:nvPr/>
        </p:nvSpPr>
        <p:spPr>
          <a:xfrm>
            <a:off x="6275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3" name=""/>
          <p:cNvSpPr/>
          <p:nvPr/>
        </p:nvSpPr>
        <p:spPr>
          <a:xfrm>
            <a:off x="6277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4" name=""/>
          <p:cNvSpPr/>
          <p:nvPr/>
        </p:nvSpPr>
        <p:spPr>
          <a:xfrm>
            <a:off x="6279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5" name=""/>
          <p:cNvSpPr/>
          <p:nvPr/>
        </p:nvSpPr>
        <p:spPr>
          <a:xfrm>
            <a:off x="6280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6" name=""/>
          <p:cNvSpPr/>
          <p:nvPr/>
        </p:nvSpPr>
        <p:spPr>
          <a:xfrm>
            <a:off x="6282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7" name=""/>
          <p:cNvSpPr/>
          <p:nvPr/>
        </p:nvSpPr>
        <p:spPr>
          <a:xfrm>
            <a:off x="6284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8" name=""/>
          <p:cNvSpPr/>
          <p:nvPr/>
        </p:nvSpPr>
        <p:spPr>
          <a:xfrm>
            <a:off x="6286320" y="4381920"/>
            <a:ext cx="2880" cy="348120"/>
          </a:xfrm>
          <a:custGeom>
            <a:avLst/>
            <a:gdLst/>
            <a:ahLst/>
            <a:rect l="0" t="0" r="r" b="b"/>
            <a:pathLst>
              <a:path w="8" h="967">
                <a:moveTo>
                  <a:pt x="0" y="967"/>
                </a:moveTo>
                <a:lnTo>
                  <a:pt x="0" y="0"/>
                </a:lnTo>
                <a:lnTo>
                  <a:pt x="8" y="0"/>
                </a:lnTo>
                <a:lnTo>
                  <a:pt x="8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59" name=""/>
          <p:cNvSpPr/>
          <p:nvPr/>
        </p:nvSpPr>
        <p:spPr>
          <a:xfrm>
            <a:off x="6288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60" name=""/>
          <p:cNvSpPr/>
          <p:nvPr/>
        </p:nvSpPr>
        <p:spPr>
          <a:xfrm>
            <a:off x="6290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61" name=""/>
          <p:cNvSpPr/>
          <p:nvPr/>
        </p:nvSpPr>
        <p:spPr>
          <a:xfrm>
            <a:off x="6292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62" name=""/>
          <p:cNvSpPr/>
          <p:nvPr/>
        </p:nvSpPr>
        <p:spPr>
          <a:xfrm>
            <a:off x="6293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63" name=""/>
          <p:cNvSpPr/>
          <p:nvPr/>
        </p:nvSpPr>
        <p:spPr>
          <a:xfrm>
            <a:off x="6295680" y="4381920"/>
            <a:ext cx="3960" cy="348120"/>
          </a:xfrm>
          <a:custGeom>
            <a:avLst/>
            <a:gdLst/>
            <a:ahLst/>
            <a:rect l="0" t="0" r="r" b="b"/>
            <a:pathLst>
              <a:path w="11" h="967">
                <a:moveTo>
                  <a:pt x="0" y="967"/>
                </a:moveTo>
                <a:lnTo>
                  <a:pt x="0" y="0"/>
                </a:lnTo>
                <a:lnTo>
                  <a:pt x="11" y="0"/>
                </a:lnTo>
                <a:lnTo>
                  <a:pt x="1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64" name=""/>
          <p:cNvSpPr/>
          <p:nvPr/>
        </p:nvSpPr>
        <p:spPr>
          <a:xfrm>
            <a:off x="5831280" y="4381920"/>
            <a:ext cx="468360" cy="348120"/>
          </a:xfrm>
          <a:custGeom>
            <a:avLst/>
            <a:gdLst/>
            <a:ahLst/>
            <a:rect l="0" t="0" r="r" b="b"/>
            <a:pathLst>
              <a:path w="1301" h="967">
                <a:moveTo>
                  <a:pt x="0" y="967"/>
                </a:moveTo>
                <a:lnTo>
                  <a:pt x="1301" y="967"/>
                </a:lnTo>
                <a:lnTo>
                  <a:pt x="1301" y="0"/>
                </a:lnTo>
                <a:lnTo>
                  <a:pt x="0" y="0"/>
                </a:lnTo>
                <a:lnTo>
                  <a:pt x="0" y="967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8765" name=""/>
          <p:cNvSpPr/>
          <p:nvPr/>
        </p:nvSpPr>
        <p:spPr>
          <a:xfrm>
            <a:off x="6648120" y="4381920"/>
            <a:ext cx="4320" cy="348120"/>
          </a:xfrm>
          <a:custGeom>
            <a:avLst/>
            <a:gdLst/>
            <a:ahLst/>
            <a:rect l="0" t="0" r="r" b="b"/>
            <a:pathLst>
              <a:path w="12" h="967">
                <a:moveTo>
                  <a:pt x="0" y="967"/>
                </a:moveTo>
                <a:lnTo>
                  <a:pt x="0" y="0"/>
                </a:lnTo>
                <a:lnTo>
                  <a:pt x="12" y="0"/>
                </a:lnTo>
                <a:lnTo>
                  <a:pt x="12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66" name=""/>
          <p:cNvSpPr/>
          <p:nvPr/>
        </p:nvSpPr>
        <p:spPr>
          <a:xfrm>
            <a:off x="6652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67" name=""/>
          <p:cNvSpPr/>
          <p:nvPr/>
        </p:nvSpPr>
        <p:spPr>
          <a:xfrm>
            <a:off x="6653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f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68" name=""/>
          <p:cNvSpPr/>
          <p:nvPr/>
        </p:nvSpPr>
        <p:spPr>
          <a:xfrm>
            <a:off x="6655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69" name=""/>
          <p:cNvSpPr/>
          <p:nvPr/>
        </p:nvSpPr>
        <p:spPr>
          <a:xfrm>
            <a:off x="6657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0" name=""/>
          <p:cNvSpPr/>
          <p:nvPr/>
        </p:nvSpPr>
        <p:spPr>
          <a:xfrm>
            <a:off x="6659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1" name=""/>
          <p:cNvSpPr/>
          <p:nvPr/>
        </p:nvSpPr>
        <p:spPr>
          <a:xfrm>
            <a:off x="6661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2" name=""/>
          <p:cNvSpPr/>
          <p:nvPr/>
        </p:nvSpPr>
        <p:spPr>
          <a:xfrm>
            <a:off x="6662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3" name=""/>
          <p:cNvSpPr/>
          <p:nvPr/>
        </p:nvSpPr>
        <p:spPr>
          <a:xfrm>
            <a:off x="6664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4" name=""/>
          <p:cNvSpPr/>
          <p:nvPr/>
        </p:nvSpPr>
        <p:spPr>
          <a:xfrm>
            <a:off x="6666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5" name=""/>
          <p:cNvSpPr/>
          <p:nvPr/>
        </p:nvSpPr>
        <p:spPr>
          <a:xfrm>
            <a:off x="6668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3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6" name=""/>
          <p:cNvSpPr/>
          <p:nvPr/>
        </p:nvSpPr>
        <p:spPr>
          <a:xfrm>
            <a:off x="6670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7" name=""/>
          <p:cNvSpPr/>
          <p:nvPr/>
        </p:nvSpPr>
        <p:spPr>
          <a:xfrm>
            <a:off x="6671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8" name=""/>
          <p:cNvSpPr/>
          <p:nvPr/>
        </p:nvSpPr>
        <p:spPr>
          <a:xfrm>
            <a:off x="667368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79" name=""/>
          <p:cNvSpPr/>
          <p:nvPr/>
        </p:nvSpPr>
        <p:spPr>
          <a:xfrm>
            <a:off x="6675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6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0" name=""/>
          <p:cNvSpPr/>
          <p:nvPr/>
        </p:nvSpPr>
        <p:spPr>
          <a:xfrm>
            <a:off x="6677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1" name=""/>
          <p:cNvSpPr/>
          <p:nvPr/>
        </p:nvSpPr>
        <p:spPr>
          <a:xfrm>
            <a:off x="6679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2" name=""/>
          <p:cNvSpPr/>
          <p:nvPr/>
        </p:nvSpPr>
        <p:spPr>
          <a:xfrm>
            <a:off x="6681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3" name=""/>
          <p:cNvSpPr/>
          <p:nvPr/>
        </p:nvSpPr>
        <p:spPr>
          <a:xfrm>
            <a:off x="6683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4" name=""/>
          <p:cNvSpPr/>
          <p:nvPr/>
        </p:nvSpPr>
        <p:spPr>
          <a:xfrm>
            <a:off x="6684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5" name=""/>
          <p:cNvSpPr/>
          <p:nvPr/>
        </p:nvSpPr>
        <p:spPr>
          <a:xfrm>
            <a:off x="6686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b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6" name=""/>
          <p:cNvSpPr/>
          <p:nvPr/>
        </p:nvSpPr>
        <p:spPr>
          <a:xfrm>
            <a:off x="6688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7" name=""/>
          <p:cNvSpPr/>
          <p:nvPr/>
        </p:nvSpPr>
        <p:spPr>
          <a:xfrm>
            <a:off x="6690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8" name=""/>
          <p:cNvSpPr/>
          <p:nvPr/>
        </p:nvSpPr>
        <p:spPr>
          <a:xfrm>
            <a:off x="6692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89" name=""/>
          <p:cNvSpPr/>
          <p:nvPr/>
        </p:nvSpPr>
        <p:spPr>
          <a:xfrm>
            <a:off x="6693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0" name=""/>
          <p:cNvSpPr/>
          <p:nvPr/>
        </p:nvSpPr>
        <p:spPr>
          <a:xfrm>
            <a:off x="6695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1" name=""/>
          <p:cNvSpPr/>
          <p:nvPr/>
        </p:nvSpPr>
        <p:spPr>
          <a:xfrm>
            <a:off x="669744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2" name=""/>
          <p:cNvSpPr/>
          <p:nvPr/>
        </p:nvSpPr>
        <p:spPr>
          <a:xfrm>
            <a:off x="6699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3" name=""/>
          <p:cNvSpPr/>
          <p:nvPr/>
        </p:nvSpPr>
        <p:spPr>
          <a:xfrm>
            <a:off x="6701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4" name=""/>
          <p:cNvSpPr/>
          <p:nvPr/>
        </p:nvSpPr>
        <p:spPr>
          <a:xfrm>
            <a:off x="6703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5" name=""/>
          <p:cNvSpPr/>
          <p:nvPr/>
        </p:nvSpPr>
        <p:spPr>
          <a:xfrm>
            <a:off x="6705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5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6" name=""/>
          <p:cNvSpPr/>
          <p:nvPr/>
        </p:nvSpPr>
        <p:spPr>
          <a:xfrm>
            <a:off x="6706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7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7" name=""/>
          <p:cNvSpPr/>
          <p:nvPr/>
        </p:nvSpPr>
        <p:spPr>
          <a:xfrm>
            <a:off x="6708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8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8" name=""/>
          <p:cNvSpPr/>
          <p:nvPr/>
        </p:nvSpPr>
        <p:spPr>
          <a:xfrm>
            <a:off x="6710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799" name=""/>
          <p:cNvSpPr/>
          <p:nvPr/>
        </p:nvSpPr>
        <p:spPr>
          <a:xfrm>
            <a:off x="6712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a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0" name=""/>
          <p:cNvSpPr/>
          <p:nvPr/>
        </p:nvSpPr>
        <p:spPr>
          <a:xfrm>
            <a:off x="6714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1" name=""/>
          <p:cNvSpPr/>
          <p:nvPr/>
        </p:nvSpPr>
        <p:spPr>
          <a:xfrm>
            <a:off x="6715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2" name=""/>
          <p:cNvSpPr/>
          <p:nvPr/>
        </p:nvSpPr>
        <p:spPr>
          <a:xfrm>
            <a:off x="6717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3" name=""/>
          <p:cNvSpPr/>
          <p:nvPr/>
        </p:nvSpPr>
        <p:spPr>
          <a:xfrm>
            <a:off x="6719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f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4" name=""/>
          <p:cNvSpPr/>
          <p:nvPr/>
        </p:nvSpPr>
        <p:spPr>
          <a:xfrm>
            <a:off x="672120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5" name=""/>
          <p:cNvSpPr/>
          <p:nvPr/>
        </p:nvSpPr>
        <p:spPr>
          <a:xfrm>
            <a:off x="6723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6" name=""/>
          <p:cNvSpPr/>
          <p:nvPr/>
        </p:nvSpPr>
        <p:spPr>
          <a:xfrm>
            <a:off x="6725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7" name=""/>
          <p:cNvSpPr/>
          <p:nvPr/>
        </p:nvSpPr>
        <p:spPr>
          <a:xfrm>
            <a:off x="6726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8" name=""/>
          <p:cNvSpPr/>
          <p:nvPr/>
        </p:nvSpPr>
        <p:spPr>
          <a:xfrm>
            <a:off x="6728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09" name=""/>
          <p:cNvSpPr/>
          <p:nvPr/>
        </p:nvSpPr>
        <p:spPr>
          <a:xfrm>
            <a:off x="6730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7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0" name=""/>
          <p:cNvSpPr/>
          <p:nvPr/>
        </p:nvSpPr>
        <p:spPr>
          <a:xfrm>
            <a:off x="6732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1" name=""/>
          <p:cNvSpPr/>
          <p:nvPr/>
        </p:nvSpPr>
        <p:spPr>
          <a:xfrm>
            <a:off x="6734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a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2" name=""/>
          <p:cNvSpPr/>
          <p:nvPr/>
        </p:nvSpPr>
        <p:spPr>
          <a:xfrm>
            <a:off x="6735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3" name=""/>
          <p:cNvSpPr/>
          <p:nvPr/>
        </p:nvSpPr>
        <p:spPr>
          <a:xfrm>
            <a:off x="6737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d6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4" name=""/>
          <p:cNvSpPr/>
          <p:nvPr/>
        </p:nvSpPr>
        <p:spPr>
          <a:xfrm>
            <a:off x="6739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5" name=""/>
          <p:cNvSpPr/>
          <p:nvPr/>
        </p:nvSpPr>
        <p:spPr>
          <a:xfrm>
            <a:off x="6741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6" name=""/>
          <p:cNvSpPr/>
          <p:nvPr/>
        </p:nvSpPr>
        <p:spPr>
          <a:xfrm>
            <a:off x="6743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7" name=""/>
          <p:cNvSpPr/>
          <p:nvPr/>
        </p:nvSpPr>
        <p:spPr>
          <a:xfrm>
            <a:off x="674496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26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8" name=""/>
          <p:cNvSpPr/>
          <p:nvPr/>
        </p:nvSpPr>
        <p:spPr>
          <a:xfrm>
            <a:off x="6747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4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19" name=""/>
          <p:cNvSpPr/>
          <p:nvPr/>
        </p:nvSpPr>
        <p:spPr>
          <a:xfrm>
            <a:off x="6748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5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0" name=""/>
          <p:cNvSpPr/>
          <p:nvPr/>
        </p:nvSpPr>
        <p:spPr>
          <a:xfrm>
            <a:off x="6750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7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1" name=""/>
          <p:cNvSpPr/>
          <p:nvPr/>
        </p:nvSpPr>
        <p:spPr>
          <a:xfrm>
            <a:off x="6752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8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2" name=""/>
          <p:cNvSpPr/>
          <p:nvPr/>
        </p:nvSpPr>
        <p:spPr>
          <a:xfrm>
            <a:off x="6754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a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3" name=""/>
          <p:cNvSpPr/>
          <p:nvPr/>
        </p:nvSpPr>
        <p:spPr>
          <a:xfrm>
            <a:off x="6756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b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4" name=""/>
          <p:cNvSpPr/>
          <p:nvPr/>
        </p:nvSpPr>
        <p:spPr>
          <a:xfrm>
            <a:off x="6757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d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5" name=""/>
          <p:cNvSpPr/>
          <p:nvPr/>
        </p:nvSpPr>
        <p:spPr>
          <a:xfrm>
            <a:off x="6759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e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6" name=""/>
          <p:cNvSpPr/>
          <p:nvPr/>
        </p:nvSpPr>
        <p:spPr>
          <a:xfrm>
            <a:off x="6761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f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7" name=""/>
          <p:cNvSpPr/>
          <p:nvPr/>
        </p:nvSpPr>
        <p:spPr>
          <a:xfrm>
            <a:off x="6763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0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8" name=""/>
          <p:cNvSpPr/>
          <p:nvPr/>
        </p:nvSpPr>
        <p:spPr>
          <a:xfrm>
            <a:off x="6765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2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29" name=""/>
          <p:cNvSpPr/>
          <p:nvPr/>
        </p:nvSpPr>
        <p:spPr>
          <a:xfrm>
            <a:off x="6766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3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0" name=""/>
          <p:cNvSpPr/>
          <p:nvPr/>
        </p:nvSpPr>
        <p:spPr>
          <a:xfrm>
            <a:off x="6768720" y="4381920"/>
            <a:ext cx="2880" cy="348120"/>
          </a:xfrm>
          <a:custGeom>
            <a:avLst/>
            <a:gdLst/>
            <a:ahLst/>
            <a:rect l="0" t="0" r="r" b="b"/>
            <a:pathLst>
              <a:path w="8" h="967">
                <a:moveTo>
                  <a:pt x="0" y="967"/>
                </a:moveTo>
                <a:lnTo>
                  <a:pt x="0" y="0"/>
                </a:lnTo>
                <a:lnTo>
                  <a:pt x="8" y="0"/>
                </a:lnTo>
                <a:lnTo>
                  <a:pt x="8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1" name=""/>
          <p:cNvSpPr/>
          <p:nvPr/>
        </p:nvSpPr>
        <p:spPr>
          <a:xfrm>
            <a:off x="6770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2" name=""/>
          <p:cNvSpPr/>
          <p:nvPr/>
        </p:nvSpPr>
        <p:spPr>
          <a:xfrm>
            <a:off x="6772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7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3" name=""/>
          <p:cNvSpPr/>
          <p:nvPr/>
        </p:nvSpPr>
        <p:spPr>
          <a:xfrm>
            <a:off x="6774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8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4" name=""/>
          <p:cNvSpPr/>
          <p:nvPr/>
        </p:nvSpPr>
        <p:spPr>
          <a:xfrm>
            <a:off x="6776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5" name=""/>
          <p:cNvSpPr/>
          <p:nvPr/>
        </p:nvSpPr>
        <p:spPr>
          <a:xfrm>
            <a:off x="6778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6" name=""/>
          <p:cNvSpPr/>
          <p:nvPr/>
        </p:nvSpPr>
        <p:spPr>
          <a:xfrm>
            <a:off x="6779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7" name=""/>
          <p:cNvSpPr/>
          <p:nvPr/>
        </p:nvSpPr>
        <p:spPr>
          <a:xfrm>
            <a:off x="6781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8" name=""/>
          <p:cNvSpPr/>
          <p:nvPr/>
        </p:nvSpPr>
        <p:spPr>
          <a:xfrm>
            <a:off x="6783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39" name=""/>
          <p:cNvSpPr/>
          <p:nvPr/>
        </p:nvSpPr>
        <p:spPr>
          <a:xfrm>
            <a:off x="6785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f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0" name=""/>
          <p:cNvSpPr/>
          <p:nvPr/>
        </p:nvSpPr>
        <p:spPr>
          <a:xfrm>
            <a:off x="6787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1" name=""/>
          <p:cNvSpPr/>
          <p:nvPr/>
        </p:nvSpPr>
        <p:spPr>
          <a:xfrm>
            <a:off x="6788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1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2" name=""/>
          <p:cNvSpPr/>
          <p:nvPr/>
        </p:nvSpPr>
        <p:spPr>
          <a:xfrm>
            <a:off x="6790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2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3" name=""/>
          <p:cNvSpPr/>
          <p:nvPr/>
        </p:nvSpPr>
        <p:spPr>
          <a:xfrm>
            <a:off x="679248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3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4" name=""/>
          <p:cNvSpPr/>
          <p:nvPr/>
        </p:nvSpPr>
        <p:spPr>
          <a:xfrm>
            <a:off x="6794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5" name=""/>
          <p:cNvSpPr/>
          <p:nvPr/>
        </p:nvSpPr>
        <p:spPr>
          <a:xfrm>
            <a:off x="6796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5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6" name=""/>
          <p:cNvSpPr/>
          <p:nvPr/>
        </p:nvSpPr>
        <p:spPr>
          <a:xfrm>
            <a:off x="6798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6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7" name=""/>
          <p:cNvSpPr/>
          <p:nvPr/>
        </p:nvSpPr>
        <p:spPr>
          <a:xfrm>
            <a:off x="6800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7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8" name=""/>
          <p:cNvSpPr/>
          <p:nvPr/>
        </p:nvSpPr>
        <p:spPr>
          <a:xfrm>
            <a:off x="6801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49" name=""/>
          <p:cNvSpPr/>
          <p:nvPr/>
        </p:nvSpPr>
        <p:spPr>
          <a:xfrm>
            <a:off x="6803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0" name=""/>
          <p:cNvSpPr/>
          <p:nvPr/>
        </p:nvSpPr>
        <p:spPr>
          <a:xfrm>
            <a:off x="6805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a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1" name=""/>
          <p:cNvSpPr/>
          <p:nvPr/>
        </p:nvSpPr>
        <p:spPr>
          <a:xfrm>
            <a:off x="6807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2" name=""/>
          <p:cNvSpPr/>
          <p:nvPr/>
        </p:nvSpPr>
        <p:spPr>
          <a:xfrm>
            <a:off x="6809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3" name=""/>
          <p:cNvSpPr/>
          <p:nvPr/>
        </p:nvSpPr>
        <p:spPr>
          <a:xfrm>
            <a:off x="6810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4" name=""/>
          <p:cNvSpPr/>
          <p:nvPr/>
        </p:nvSpPr>
        <p:spPr>
          <a:xfrm>
            <a:off x="6812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d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5" name=""/>
          <p:cNvSpPr/>
          <p:nvPr/>
        </p:nvSpPr>
        <p:spPr>
          <a:xfrm>
            <a:off x="6814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6" name=""/>
          <p:cNvSpPr/>
          <p:nvPr/>
        </p:nvSpPr>
        <p:spPr>
          <a:xfrm>
            <a:off x="681624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e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7" name=""/>
          <p:cNvSpPr/>
          <p:nvPr/>
        </p:nvSpPr>
        <p:spPr>
          <a:xfrm>
            <a:off x="6818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8" name=""/>
          <p:cNvSpPr/>
          <p:nvPr/>
        </p:nvSpPr>
        <p:spPr>
          <a:xfrm>
            <a:off x="6820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59" name=""/>
          <p:cNvSpPr/>
          <p:nvPr/>
        </p:nvSpPr>
        <p:spPr>
          <a:xfrm>
            <a:off x="6822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0" name=""/>
          <p:cNvSpPr/>
          <p:nvPr/>
        </p:nvSpPr>
        <p:spPr>
          <a:xfrm>
            <a:off x="6823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1" name=""/>
          <p:cNvSpPr/>
          <p:nvPr/>
        </p:nvSpPr>
        <p:spPr>
          <a:xfrm>
            <a:off x="6825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2" name=""/>
          <p:cNvSpPr/>
          <p:nvPr/>
        </p:nvSpPr>
        <p:spPr>
          <a:xfrm>
            <a:off x="6827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3" name=""/>
          <p:cNvSpPr/>
          <p:nvPr/>
        </p:nvSpPr>
        <p:spPr>
          <a:xfrm>
            <a:off x="6829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4" name=""/>
          <p:cNvSpPr/>
          <p:nvPr/>
        </p:nvSpPr>
        <p:spPr>
          <a:xfrm>
            <a:off x="6831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5" name=""/>
          <p:cNvSpPr/>
          <p:nvPr/>
        </p:nvSpPr>
        <p:spPr>
          <a:xfrm>
            <a:off x="6832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6" name=""/>
          <p:cNvSpPr/>
          <p:nvPr/>
        </p:nvSpPr>
        <p:spPr>
          <a:xfrm>
            <a:off x="6834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7" name=""/>
          <p:cNvSpPr/>
          <p:nvPr/>
        </p:nvSpPr>
        <p:spPr>
          <a:xfrm>
            <a:off x="6836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8" name=""/>
          <p:cNvSpPr/>
          <p:nvPr/>
        </p:nvSpPr>
        <p:spPr>
          <a:xfrm>
            <a:off x="6838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69" name=""/>
          <p:cNvSpPr/>
          <p:nvPr/>
        </p:nvSpPr>
        <p:spPr>
          <a:xfrm>
            <a:off x="684000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0" name=""/>
          <p:cNvSpPr/>
          <p:nvPr/>
        </p:nvSpPr>
        <p:spPr>
          <a:xfrm>
            <a:off x="6842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1" name=""/>
          <p:cNvSpPr/>
          <p:nvPr/>
        </p:nvSpPr>
        <p:spPr>
          <a:xfrm>
            <a:off x="6843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2" name=""/>
          <p:cNvSpPr/>
          <p:nvPr/>
        </p:nvSpPr>
        <p:spPr>
          <a:xfrm>
            <a:off x="6845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3" name=""/>
          <p:cNvSpPr/>
          <p:nvPr/>
        </p:nvSpPr>
        <p:spPr>
          <a:xfrm>
            <a:off x="6847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4" name=""/>
          <p:cNvSpPr/>
          <p:nvPr/>
        </p:nvSpPr>
        <p:spPr>
          <a:xfrm>
            <a:off x="6849360" y="4381920"/>
            <a:ext cx="3960" cy="348120"/>
          </a:xfrm>
          <a:custGeom>
            <a:avLst/>
            <a:gdLst/>
            <a:ahLst/>
            <a:rect l="0" t="0" r="r" b="b"/>
            <a:pathLst>
              <a:path w="11" h="967">
                <a:moveTo>
                  <a:pt x="0" y="967"/>
                </a:moveTo>
                <a:lnTo>
                  <a:pt x="0" y="0"/>
                </a:lnTo>
                <a:lnTo>
                  <a:pt x="11" y="0"/>
                </a:lnTo>
                <a:lnTo>
                  <a:pt x="1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5" name=""/>
          <p:cNvSpPr/>
          <p:nvPr/>
        </p:nvSpPr>
        <p:spPr>
          <a:xfrm>
            <a:off x="6852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6" name=""/>
          <p:cNvSpPr/>
          <p:nvPr/>
        </p:nvSpPr>
        <p:spPr>
          <a:xfrm>
            <a:off x="6854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7" name=""/>
          <p:cNvSpPr/>
          <p:nvPr/>
        </p:nvSpPr>
        <p:spPr>
          <a:xfrm>
            <a:off x="6856560" y="4381920"/>
            <a:ext cx="3960" cy="348120"/>
          </a:xfrm>
          <a:custGeom>
            <a:avLst/>
            <a:gdLst/>
            <a:ahLst/>
            <a:rect l="0" t="0" r="r" b="b"/>
            <a:pathLst>
              <a:path w="11" h="967">
                <a:moveTo>
                  <a:pt x="0" y="967"/>
                </a:moveTo>
                <a:lnTo>
                  <a:pt x="0" y="0"/>
                </a:lnTo>
                <a:lnTo>
                  <a:pt x="11" y="0"/>
                </a:lnTo>
                <a:lnTo>
                  <a:pt x="1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8" name=""/>
          <p:cNvSpPr/>
          <p:nvPr/>
        </p:nvSpPr>
        <p:spPr>
          <a:xfrm>
            <a:off x="6860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79" name=""/>
          <p:cNvSpPr/>
          <p:nvPr/>
        </p:nvSpPr>
        <p:spPr>
          <a:xfrm>
            <a:off x="6861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0" name=""/>
          <p:cNvSpPr/>
          <p:nvPr/>
        </p:nvSpPr>
        <p:spPr>
          <a:xfrm>
            <a:off x="6863760" y="4381920"/>
            <a:ext cx="4320" cy="348120"/>
          </a:xfrm>
          <a:custGeom>
            <a:avLst/>
            <a:gdLst/>
            <a:ahLst/>
            <a:rect l="0" t="0" r="r" b="b"/>
            <a:pathLst>
              <a:path w="12" h="967">
                <a:moveTo>
                  <a:pt x="0" y="967"/>
                </a:moveTo>
                <a:lnTo>
                  <a:pt x="0" y="0"/>
                </a:lnTo>
                <a:lnTo>
                  <a:pt x="12" y="0"/>
                </a:lnTo>
                <a:lnTo>
                  <a:pt x="12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1" name=""/>
          <p:cNvSpPr/>
          <p:nvPr/>
        </p:nvSpPr>
        <p:spPr>
          <a:xfrm>
            <a:off x="6867720" y="4381920"/>
            <a:ext cx="7560" cy="348120"/>
          </a:xfrm>
          <a:custGeom>
            <a:avLst/>
            <a:gdLst/>
            <a:ahLst/>
            <a:rect l="0" t="0" r="r" b="b"/>
            <a:pathLst>
              <a:path w="21" h="967">
                <a:moveTo>
                  <a:pt x="0" y="967"/>
                </a:moveTo>
                <a:lnTo>
                  <a:pt x="0" y="0"/>
                </a:lnTo>
                <a:lnTo>
                  <a:pt x="21" y="0"/>
                </a:lnTo>
                <a:lnTo>
                  <a:pt x="2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2" name=""/>
          <p:cNvSpPr/>
          <p:nvPr/>
        </p:nvSpPr>
        <p:spPr>
          <a:xfrm>
            <a:off x="6874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3" name=""/>
          <p:cNvSpPr/>
          <p:nvPr/>
        </p:nvSpPr>
        <p:spPr>
          <a:xfrm>
            <a:off x="6876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4" name=""/>
          <p:cNvSpPr/>
          <p:nvPr/>
        </p:nvSpPr>
        <p:spPr>
          <a:xfrm>
            <a:off x="6878520" y="4381920"/>
            <a:ext cx="3960" cy="348120"/>
          </a:xfrm>
          <a:custGeom>
            <a:avLst/>
            <a:gdLst/>
            <a:ahLst/>
            <a:rect l="0" t="0" r="r" b="b"/>
            <a:pathLst>
              <a:path w="11" h="967">
                <a:moveTo>
                  <a:pt x="0" y="967"/>
                </a:moveTo>
                <a:lnTo>
                  <a:pt x="0" y="0"/>
                </a:lnTo>
                <a:lnTo>
                  <a:pt x="11" y="0"/>
                </a:lnTo>
                <a:lnTo>
                  <a:pt x="1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5" name=""/>
          <p:cNvSpPr/>
          <p:nvPr/>
        </p:nvSpPr>
        <p:spPr>
          <a:xfrm>
            <a:off x="6882120" y="4381920"/>
            <a:ext cx="7920" cy="348120"/>
          </a:xfrm>
          <a:custGeom>
            <a:avLst/>
            <a:gdLst/>
            <a:ahLst/>
            <a:rect l="0" t="0" r="r" b="b"/>
            <a:pathLst>
              <a:path w="22" h="967">
                <a:moveTo>
                  <a:pt x="0" y="967"/>
                </a:moveTo>
                <a:lnTo>
                  <a:pt x="0" y="0"/>
                </a:lnTo>
                <a:lnTo>
                  <a:pt x="22" y="0"/>
                </a:lnTo>
                <a:lnTo>
                  <a:pt x="22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c9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6" name=""/>
          <p:cNvSpPr/>
          <p:nvPr/>
        </p:nvSpPr>
        <p:spPr>
          <a:xfrm>
            <a:off x="6889680" y="4381920"/>
            <a:ext cx="7560" cy="348120"/>
          </a:xfrm>
          <a:custGeom>
            <a:avLst/>
            <a:gdLst/>
            <a:ahLst/>
            <a:rect l="0" t="0" r="r" b="b"/>
            <a:pathLst>
              <a:path w="21" h="967">
                <a:moveTo>
                  <a:pt x="0" y="967"/>
                </a:moveTo>
                <a:lnTo>
                  <a:pt x="0" y="0"/>
                </a:lnTo>
                <a:lnTo>
                  <a:pt x="21" y="0"/>
                </a:lnTo>
                <a:lnTo>
                  <a:pt x="2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b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7" name=""/>
          <p:cNvSpPr/>
          <p:nvPr/>
        </p:nvSpPr>
        <p:spPr>
          <a:xfrm>
            <a:off x="6896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8" name=""/>
          <p:cNvSpPr/>
          <p:nvPr/>
        </p:nvSpPr>
        <p:spPr>
          <a:xfrm>
            <a:off x="6898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89" name=""/>
          <p:cNvSpPr/>
          <p:nvPr/>
        </p:nvSpPr>
        <p:spPr>
          <a:xfrm>
            <a:off x="6900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0" name=""/>
          <p:cNvSpPr/>
          <p:nvPr/>
        </p:nvSpPr>
        <p:spPr>
          <a:xfrm>
            <a:off x="6902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a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1" name=""/>
          <p:cNvSpPr/>
          <p:nvPr/>
        </p:nvSpPr>
        <p:spPr>
          <a:xfrm>
            <a:off x="6904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2" name=""/>
          <p:cNvSpPr/>
          <p:nvPr/>
        </p:nvSpPr>
        <p:spPr>
          <a:xfrm>
            <a:off x="6905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3" name=""/>
          <p:cNvSpPr/>
          <p:nvPr/>
        </p:nvSpPr>
        <p:spPr>
          <a:xfrm>
            <a:off x="6907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9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4" name=""/>
          <p:cNvSpPr/>
          <p:nvPr/>
        </p:nvSpPr>
        <p:spPr>
          <a:xfrm>
            <a:off x="6909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5" name=""/>
          <p:cNvSpPr/>
          <p:nvPr/>
        </p:nvSpPr>
        <p:spPr>
          <a:xfrm>
            <a:off x="6911280" y="4381920"/>
            <a:ext cx="4320" cy="348120"/>
          </a:xfrm>
          <a:custGeom>
            <a:avLst/>
            <a:gdLst/>
            <a:ahLst/>
            <a:rect l="0" t="0" r="r" b="b"/>
            <a:pathLst>
              <a:path w="12" h="967">
                <a:moveTo>
                  <a:pt x="0" y="967"/>
                </a:moveTo>
                <a:lnTo>
                  <a:pt x="0" y="0"/>
                </a:lnTo>
                <a:lnTo>
                  <a:pt x="12" y="0"/>
                </a:lnTo>
                <a:lnTo>
                  <a:pt x="12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89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6" name=""/>
          <p:cNvSpPr/>
          <p:nvPr/>
        </p:nvSpPr>
        <p:spPr>
          <a:xfrm>
            <a:off x="6915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7" name=""/>
          <p:cNvSpPr/>
          <p:nvPr/>
        </p:nvSpPr>
        <p:spPr>
          <a:xfrm>
            <a:off x="6917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7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8" name=""/>
          <p:cNvSpPr/>
          <p:nvPr/>
        </p:nvSpPr>
        <p:spPr>
          <a:xfrm>
            <a:off x="6918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899" name=""/>
          <p:cNvSpPr/>
          <p:nvPr/>
        </p:nvSpPr>
        <p:spPr>
          <a:xfrm>
            <a:off x="6920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69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0" name=""/>
          <p:cNvSpPr/>
          <p:nvPr/>
        </p:nvSpPr>
        <p:spPr>
          <a:xfrm>
            <a:off x="6922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1" name=""/>
          <p:cNvSpPr/>
          <p:nvPr/>
        </p:nvSpPr>
        <p:spPr>
          <a:xfrm>
            <a:off x="6924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2" name=""/>
          <p:cNvSpPr/>
          <p:nvPr/>
        </p:nvSpPr>
        <p:spPr>
          <a:xfrm>
            <a:off x="6926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5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3" name=""/>
          <p:cNvSpPr/>
          <p:nvPr/>
        </p:nvSpPr>
        <p:spPr>
          <a:xfrm>
            <a:off x="6927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4" name=""/>
          <p:cNvSpPr/>
          <p:nvPr/>
        </p:nvSpPr>
        <p:spPr>
          <a:xfrm>
            <a:off x="6929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49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5" name=""/>
          <p:cNvSpPr/>
          <p:nvPr/>
        </p:nvSpPr>
        <p:spPr>
          <a:xfrm>
            <a:off x="6931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3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6" name=""/>
          <p:cNvSpPr/>
          <p:nvPr/>
        </p:nvSpPr>
        <p:spPr>
          <a:xfrm>
            <a:off x="6933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7" name=""/>
          <p:cNvSpPr/>
          <p:nvPr/>
        </p:nvSpPr>
        <p:spPr>
          <a:xfrm>
            <a:off x="693504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29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8" name=""/>
          <p:cNvSpPr/>
          <p:nvPr/>
        </p:nvSpPr>
        <p:spPr>
          <a:xfrm>
            <a:off x="6937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09" name=""/>
          <p:cNvSpPr/>
          <p:nvPr/>
        </p:nvSpPr>
        <p:spPr>
          <a:xfrm>
            <a:off x="6939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19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0" name=""/>
          <p:cNvSpPr/>
          <p:nvPr/>
        </p:nvSpPr>
        <p:spPr>
          <a:xfrm>
            <a:off x="6940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c0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1" name=""/>
          <p:cNvSpPr/>
          <p:nvPr/>
        </p:nvSpPr>
        <p:spPr>
          <a:xfrm>
            <a:off x="6942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2" name=""/>
          <p:cNvSpPr/>
          <p:nvPr/>
        </p:nvSpPr>
        <p:spPr>
          <a:xfrm>
            <a:off x="6944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f8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3" name=""/>
          <p:cNvSpPr/>
          <p:nvPr/>
        </p:nvSpPr>
        <p:spPr>
          <a:xfrm>
            <a:off x="6946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e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4" name=""/>
          <p:cNvSpPr/>
          <p:nvPr/>
        </p:nvSpPr>
        <p:spPr>
          <a:xfrm>
            <a:off x="6948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d8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5" name=""/>
          <p:cNvSpPr/>
          <p:nvPr/>
        </p:nvSpPr>
        <p:spPr>
          <a:xfrm>
            <a:off x="6949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6" name=""/>
          <p:cNvSpPr/>
          <p:nvPr/>
        </p:nvSpPr>
        <p:spPr>
          <a:xfrm>
            <a:off x="6951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c8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7" name=""/>
          <p:cNvSpPr/>
          <p:nvPr/>
        </p:nvSpPr>
        <p:spPr>
          <a:xfrm>
            <a:off x="6953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b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8" name=""/>
          <p:cNvSpPr/>
          <p:nvPr/>
        </p:nvSpPr>
        <p:spPr>
          <a:xfrm>
            <a:off x="6955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a8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19" name=""/>
          <p:cNvSpPr/>
          <p:nvPr/>
        </p:nvSpPr>
        <p:spPr>
          <a:xfrm>
            <a:off x="6957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98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0" name=""/>
          <p:cNvSpPr/>
          <p:nvPr/>
        </p:nvSpPr>
        <p:spPr>
          <a:xfrm>
            <a:off x="695880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1" name=""/>
          <p:cNvSpPr/>
          <p:nvPr/>
        </p:nvSpPr>
        <p:spPr>
          <a:xfrm>
            <a:off x="6960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88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2" name=""/>
          <p:cNvSpPr/>
          <p:nvPr/>
        </p:nvSpPr>
        <p:spPr>
          <a:xfrm>
            <a:off x="6962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78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3" name=""/>
          <p:cNvSpPr/>
          <p:nvPr/>
        </p:nvSpPr>
        <p:spPr>
          <a:xfrm>
            <a:off x="6964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68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4" name=""/>
          <p:cNvSpPr/>
          <p:nvPr/>
        </p:nvSpPr>
        <p:spPr>
          <a:xfrm>
            <a:off x="6966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5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5" name=""/>
          <p:cNvSpPr/>
          <p:nvPr/>
        </p:nvSpPr>
        <p:spPr>
          <a:xfrm>
            <a:off x="6968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48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6" name=""/>
          <p:cNvSpPr/>
          <p:nvPr/>
        </p:nvSpPr>
        <p:spPr>
          <a:xfrm>
            <a:off x="6969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38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7" name=""/>
          <p:cNvSpPr/>
          <p:nvPr/>
        </p:nvSpPr>
        <p:spPr>
          <a:xfrm>
            <a:off x="6971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28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8" name=""/>
          <p:cNvSpPr/>
          <p:nvPr/>
        </p:nvSpPr>
        <p:spPr>
          <a:xfrm>
            <a:off x="6973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1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29" name=""/>
          <p:cNvSpPr/>
          <p:nvPr/>
        </p:nvSpPr>
        <p:spPr>
          <a:xfrm>
            <a:off x="6975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b08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0" name=""/>
          <p:cNvSpPr/>
          <p:nvPr/>
        </p:nvSpPr>
        <p:spPr>
          <a:xfrm>
            <a:off x="6977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e8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1" name=""/>
          <p:cNvSpPr/>
          <p:nvPr/>
        </p:nvSpPr>
        <p:spPr>
          <a:xfrm>
            <a:off x="6978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d8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2" name=""/>
          <p:cNvSpPr/>
          <p:nvPr/>
        </p:nvSpPr>
        <p:spPr>
          <a:xfrm>
            <a:off x="6980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c8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3" name=""/>
          <p:cNvSpPr/>
          <p:nvPr/>
        </p:nvSpPr>
        <p:spPr>
          <a:xfrm>
            <a:off x="698256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b8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4" name=""/>
          <p:cNvSpPr/>
          <p:nvPr/>
        </p:nvSpPr>
        <p:spPr>
          <a:xfrm>
            <a:off x="6984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a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5" name=""/>
          <p:cNvSpPr/>
          <p:nvPr/>
        </p:nvSpPr>
        <p:spPr>
          <a:xfrm>
            <a:off x="6986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97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6" name=""/>
          <p:cNvSpPr/>
          <p:nvPr/>
        </p:nvSpPr>
        <p:spPr>
          <a:xfrm>
            <a:off x="6988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77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7" name=""/>
          <p:cNvSpPr/>
          <p:nvPr/>
        </p:nvSpPr>
        <p:spPr>
          <a:xfrm>
            <a:off x="6990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67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8" name=""/>
          <p:cNvSpPr/>
          <p:nvPr/>
        </p:nvSpPr>
        <p:spPr>
          <a:xfrm>
            <a:off x="6991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57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39" name=""/>
          <p:cNvSpPr/>
          <p:nvPr/>
        </p:nvSpPr>
        <p:spPr>
          <a:xfrm>
            <a:off x="6993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47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0" name=""/>
          <p:cNvSpPr/>
          <p:nvPr/>
        </p:nvSpPr>
        <p:spPr>
          <a:xfrm>
            <a:off x="6995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27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1" name=""/>
          <p:cNvSpPr/>
          <p:nvPr/>
        </p:nvSpPr>
        <p:spPr>
          <a:xfrm>
            <a:off x="6997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a17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2" name=""/>
          <p:cNvSpPr/>
          <p:nvPr/>
        </p:nvSpPr>
        <p:spPr>
          <a:xfrm>
            <a:off x="6999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f7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3" name=""/>
          <p:cNvSpPr/>
          <p:nvPr/>
        </p:nvSpPr>
        <p:spPr>
          <a:xfrm>
            <a:off x="7000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e7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4" name=""/>
          <p:cNvSpPr/>
          <p:nvPr/>
        </p:nvSpPr>
        <p:spPr>
          <a:xfrm>
            <a:off x="7002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d7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5" name=""/>
          <p:cNvSpPr/>
          <p:nvPr/>
        </p:nvSpPr>
        <p:spPr>
          <a:xfrm>
            <a:off x="7004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c7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6" name=""/>
          <p:cNvSpPr/>
          <p:nvPr/>
        </p:nvSpPr>
        <p:spPr>
          <a:xfrm>
            <a:off x="7006320" y="4381920"/>
            <a:ext cx="2880" cy="348120"/>
          </a:xfrm>
          <a:custGeom>
            <a:avLst/>
            <a:gdLst/>
            <a:ahLst/>
            <a:rect l="0" t="0" r="r" b="b"/>
            <a:pathLst>
              <a:path w="8" h="967">
                <a:moveTo>
                  <a:pt x="0" y="967"/>
                </a:moveTo>
                <a:lnTo>
                  <a:pt x="0" y="0"/>
                </a:lnTo>
                <a:lnTo>
                  <a:pt x="8" y="0"/>
                </a:lnTo>
                <a:lnTo>
                  <a:pt x="8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a7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7" name=""/>
          <p:cNvSpPr/>
          <p:nvPr/>
        </p:nvSpPr>
        <p:spPr>
          <a:xfrm>
            <a:off x="7008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97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8" name=""/>
          <p:cNvSpPr/>
          <p:nvPr/>
        </p:nvSpPr>
        <p:spPr>
          <a:xfrm>
            <a:off x="7010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77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49" name=""/>
          <p:cNvSpPr/>
          <p:nvPr/>
        </p:nvSpPr>
        <p:spPr>
          <a:xfrm>
            <a:off x="7012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67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0" name=""/>
          <p:cNvSpPr/>
          <p:nvPr/>
        </p:nvSpPr>
        <p:spPr>
          <a:xfrm>
            <a:off x="7013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47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1" name=""/>
          <p:cNvSpPr/>
          <p:nvPr/>
        </p:nvSpPr>
        <p:spPr>
          <a:xfrm>
            <a:off x="7015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36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2" name=""/>
          <p:cNvSpPr/>
          <p:nvPr/>
        </p:nvSpPr>
        <p:spPr>
          <a:xfrm>
            <a:off x="7017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16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3" name=""/>
          <p:cNvSpPr/>
          <p:nvPr/>
        </p:nvSpPr>
        <p:spPr>
          <a:xfrm>
            <a:off x="7019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906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4" name=""/>
          <p:cNvSpPr/>
          <p:nvPr/>
        </p:nvSpPr>
        <p:spPr>
          <a:xfrm>
            <a:off x="70210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f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5" name=""/>
          <p:cNvSpPr/>
          <p:nvPr/>
        </p:nvSpPr>
        <p:spPr>
          <a:xfrm>
            <a:off x="70228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e6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6" name=""/>
          <p:cNvSpPr/>
          <p:nvPr/>
        </p:nvSpPr>
        <p:spPr>
          <a:xfrm>
            <a:off x="70246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c6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7" name=""/>
          <p:cNvSpPr/>
          <p:nvPr/>
        </p:nvSpPr>
        <p:spPr>
          <a:xfrm>
            <a:off x="70264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b6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8" name=""/>
          <p:cNvSpPr/>
          <p:nvPr/>
        </p:nvSpPr>
        <p:spPr>
          <a:xfrm>
            <a:off x="702828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96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59" name=""/>
          <p:cNvSpPr/>
          <p:nvPr/>
        </p:nvSpPr>
        <p:spPr>
          <a:xfrm>
            <a:off x="703008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86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0" name=""/>
          <p:cNvSpPr/>
          <p:nvPr/>
        </p:nvSpPr>
        <p:spPr>
          <a:xfrm>
            <a:off x="7032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66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1" name=""/>
          <p:cNvSpPr/>
          <p:nvPr/>
        </p:nvSpPr>
        <p:spPr>
          <a:xfrm>
            <a:off x="7034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56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2" name=""/>
          <p:cNvSpPr/>
          <p:nvPr/>
        </p:nvSpPr>
        <p:spPr>
          <a:xfrm>
            <a:off x="7035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36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3" name=""/>
          <p:cNvSpPr/>
          <p:nvPr/>
        </p:nvSpPr>
        <p:spPr>
          <a:xfrm>
            <a:off x="7037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26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4" name=""/>
          <p:cNvSpPr/>
          <p:nvPr/>
        </p:nvSpPr>
        <p:spPr>
          <a:xfrm>
            <a:off x="7039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16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5" name=""/>
          <p:cNvSpPr/>
          <p:nvPr/>
        </p:nvSpPr>
        <p:spPr>
          <a:xfrm>
            <a:off x="7041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806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6" name=""/>
          <p:cNvSpPr/>
          <p:nvPr/>
        </p:nvSpPr>
        <p:spPr>
          <a:xfrm>
            <a:off x="7043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e5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7" name=""/>
          <p:cNvSpPr/>
          <p:nvPr/>
        </p:nvSpPr>
        <p:spPr>
          <a:xfrm>
            <a:off x="70448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d5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8" name=""/>
          <p:cNvSpPr/>
          <p:nvPr/>
        </p:nvSpPr>
        <p:spPr>
          <a:xfrm>
            <a:off x="70466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c5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69" name=""/>
          <p:cNvSpPr/>
          <p:nvPr/>
        </p:nvSpPr>
        <p:spPr>
          <a:xfrm>
            <a:off x="70484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b5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0" name=""/>
          <p:cNvSpPr/>
          <p:nvPr/>
        </p:nvSpPr>
        <p:spPr>
          <a:xfrm>
            <a:off x="70502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9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1" name=""/>
          <p:cNvSpPr/>
          <p:nvPr/>
        </p:nvSpPr>
        <p:spPr>
          <a:xfrm>
            <a:off x="705204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85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2" name=""/>
          <p:cNvSpPr/>
          <p:nvPr/>
        </p:nvSpPr>
        <p:spPr>
          <a:xfrm>
            <a:off x="705384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75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3" name=""/>
          <p:cNvSpPr/>
          <p:nvPr/>
        </p:nvSpPr>
        <p:spPr>
          <a:xfrm>
            <a:off x="7056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65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4" name=""/>
          <p:cNvSpPr/>
          <p:nvPr/>
        </p:nvSpPr>
        <p:spPr>
          <a:xfrm>
            <a:off x="7057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45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5" name=""/>
          <p:cNvSpPr/>
          <p:nvPr/>
        </p:nvSpPr>
        <p:spPr>
          <a:xfrm>
            <a:off x="7059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35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6" name=""/>
          <p:cNvSpPr/>
          <p:nvPr/>
        </p:nvSpPr>
        <p:spPr>
          <a:xfrm>
            <a:off x="7061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256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7" name=""/>
          <p:cNvSpPr/>
          <p:nvPr/>
        </p:nvSpPr>
        <p:spPr>
          <a:xfrm>
            <a:off x="7063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155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8" name=""/>
          <p:cNvSpPr/>
          <p:nvPr/>
        </p:nvSpPr>
        <p:spPr>
          <a:xfrm>
            <a:off x="7065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70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79" name=""/>
          <p:cNvSpPr/>
          <p:nvPr/>
        </p:nvSpPr>
        <p:spPr>
          <a:xfrm>
            <a:off x="7066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f54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0" name=""/>
          <p:cNvSpPr/>
          <p:nvPr/>
        </p:nvSpPr>
        <p:spPr>
          <a:xfrm>
            <a:off x="70686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e53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1" name=""/>
          <p:cNvSpPr/>
          <p:nvPr/>
        </p:nvSpPr>
        <p:spPr>
          <a:xfrm>
            <a:off x="70704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d52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2" name=""/>
          <p:cNvSpPr/>
          <p:nvPr/>
        </p:nvSpPr>
        <p:spPr>
          <a:xfrm>
            <a:off x="70722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3" name=""/>
          <p:cNvSpPr/>
          <p:nvPr/>
        </p:nvSpPr>
        <p:spPr>
          <a:xfrm>
            <a:off x="70740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c51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4" name=""/>
          <p:cNvSpPr/>
          <p:nvPr/>
        </p:nvSpPr>
        <p:spPr>
          <a:xfrm>
            <a:off x="707580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b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5" name=""/>
          <p:cNvSpPr/>
          <p:nvPr/>
        </p:nvSpPr>
        <p:spPr>
          <a:xfrm>
            <a:off x="707760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a5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6" name=""/>
          <p:cNvSpPr/>
          <p:nvPr/>
        </p:nvSpPr>
        <p:spPr>
          <a:xfrm>
            <a:off x="7079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94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7" name=""/>
          <p:cNvSpPr/>
          <p:nvPr/>
        </p:nvSpPr>
        <p:spPr>
          <a:xfrm>
            <a:off x="7081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84e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8" name=""/>
          <p:cNvSpPr/>
          <p:nvPr/>
        </p:nvSpPr>
        <p:spPr>
          <a:xfrm>
            <a:off x="7083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89" name=""/>
          <p:cNvSpPr/>
          <p:nvPr/>
        </p:nvSpPr>
        <p:spPr>
          <a:xfrm>
            <a:off x="7085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74d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0" name=""/>
          <p:cNvSpPr/>
          <p:nvPr/>
        </p:nvSpPr>
        <p:spPr>
          <a:xfrm>
            <a:off x="7086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6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1" name=""/>
          <p:cNvSpPr/>
          <p:nvPr/>
        </p:nvSpPr>
        <p:spPr>
          <a:xfrm>
            <a:off x="7088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54c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2" name=""/>
          <p:cNvSpPr/>
          <p:nvPr/>
        </p:nvSpPr>
        <p:spPr>
          <a:xfrm>
            <a:off x="7090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3" name=""/>
          <p:cNvSpPr/>
          <p:nvPr/>
        </p:nvSpPr>
        <p:spPr>
          <a:xfrm>
            <a:off x="70923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44b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4" name=""/>
          <p:cNvSpPr/>
          <p:nvPr/>
        </p:nvSpPr>
        <p:spPr>
          <a:xfrm>
            <a:off x="70941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3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5" name=""/>
          <p:cNvSpPr/>
          <p:nvPr/>
        </p:nvSpPr>
        <p:spPr>
          <a:xfrm>
            <a:off x="70959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24a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6" name=""/>
          <p:cNvSpPr/>
          <p:nvPr/>
        </p:nvSpPr>
        <p:spPr>
          <a:xfrm>
            <a:off x="70977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7" name=""/>
          <p:cNvSpPr/>
          <p:nvPr/>
        </p:nvSpPr>
        <p:spPr>
          <a:xfrm>
            <a:off x="709956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1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8" name=""/>
          <p:cNvSpPr/>
          <p:nvPr/>
        </p:nvSpPr>
        <p:spPr>
          <a:xfrm>
            <a:off x="7101360" y="4381920"/>
            <a:ext cx="2520" cy="348120"/>
          </a:xfrm>
          <a:custGeom>
            <a:avLst/>
            <a:gdLst/>
            <a:ahLst/>
            <a:rect l="0" t="0" r="r" b="b"/>
            <a:pathLst>
              <a:path w="7" h="967">
                <a:moveTo>
                  <a:pt x="0" y="967"/>
                </a:moveTo>
                <a:lnTo>
                  <a:pt x="0" y="0"/>
                </a:lnTo>
                <a:lnTo>
                  <a:pt x="7" y="0"/>
                </a:lnTo>
                <a:lnTo>
                  <a:pt x="7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8999" name=""/>
          <p:cNvSpPr/>
          <p:nvPr/>
        </p:nvSpPr>
        <p:spPr>
          <a:xfrm>
            <a:off x="71035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9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00" name=""/>
          <p:cNvSpPr/>
          <p:nvPr/>
        </p:nvSpPr>
        <p:spPr>
          <a:xfrm>
            <a:off x="71053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01" name=""/>
          <p:cNvSpPr/>
          <p:nvPr/>
        </p:nvSpPr>
        <p:spPr>
          <a:xfrm>
            <a:off x="71071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6048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02" name=""/>
          <p:cNvSpPr/>
          <p:nvPr/>
        </p:nvSpPr>
        <p:spPr>
          <a:xfrm>
            <a:off x="71089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03" name=""/>
          <p:cNvSpPr/>
          <p:nvPr/>
        </p:nvSpPr>
        <p:spPr>
          <a:xfrm>
            <a:off x="7110720" y="4381920"/>
            <a:ext cx="2160" cy="348120"/>
          </a:xfrm>
          <a:custGeom>
            <a:avLst/>
            <a:gdLst/>
            <a:ahLst/>
            <a:rect l="0" t="0" r="r" b="b"/>
            <a:pathLst>
              <a:path w="6" h="967">
                <a:moveTo>
                  <a:pt x="0" y="967"/>
                </a:moveTo>
                <a:lnTo>
                  <a:pt x="0" y="0"/>
                </a:lnTo>
                <a:lnTo>
                  <a:pt x="6" y="0"/>
                </a:lnTo>
                <a:lnTo>
                  <a:pt x="6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f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04" name=""/>
          <p:cNvSpPr/>
          <p:nvPr/>
        </p:nvSpPr>
        <p:spPr>
          <a:xfrm>
            <a:off x="7112520" y="4381920"/>
            <a:ext cx="3960" cy="348120"/>
          </a:xfrm>
          <a:custGeom>
            <a:avLst/>
            <a:gdLst/>
            <a:ahLst/>
            <a:rect l="0" t="0" r="r" b="b"/>
            <a:pathLst>
              <a:path w="11" h="967">
                <a:moveTo>
                  <a:pt x="0" y="967"/>
                </a:moveTo>
                <a:lnTo>
                  <a:pt x="0" y="0"/>
                </a:lnTo>
                <a:lnTo>
                  <a:pt x="11" y="0"/>
                </a:lnTo>
                <a:lnTo>
                  <a:pt x="11" y="967"/>
                </a:lnTo>
                <a:lnTo>
                  <a:pt x="0" y="967"/>
                </a:lnTo>
                <a:close/>
              </a:path>
            </a:pathLst>
          </a:custGeom>
          <a:solidFill>
            <a:srgbClr val="5e47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05" name=""/>
          <p:cNvSpPr/>
          <p:nvPr/>
        </p:nvSpPr>
        <p:spPr>
          <a:xfrm>
            <a:off x="6648120" y="4381920"/>
            <a:ext cx="468360" cy="348120"/>
          </a:xfrm>
          <a:custGeom>
            <a:avLst/>
            <a:gdLst/>
            <a:ahLst/>
            <a:rect l="0" t="0" r="r" b="b"/>
            <a:pathLst>
              <a:path w="1301" h="967">
                <a:moveTo>
                  <a:pt x="0" y="967"/>
                </a:moveTo>
                <a:lnTo>
                  <a:pt x="1301" y="967"/>
                </a:lnTo>
                <a:lnTo>
                  <a:pt x="1301" y="0"/>
                </a:lnTo>
                <a:lnTo>
                  <a:pt x="0" y="0"/>
                </a:lnTo>
                <a:lnTo>
                  <a:pt x="0" y="967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006" name=""/>
          <p:cNvSpPr/>
          <p:nvPr/>
        </p:nvSpPr>
        <p:spPr>
          <a:xfrm>
            <a:off x="32011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07" name=""/>
          <p:cNvSpPr/>
          <p:nvPr/>
        </p:nvSpPr>
        <p:spPr>
          <a:xfrm>
            <a:off x="32029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08" name=""/>
          <p:cNvSpPr/>
          <p:nvPr/>
        </p:nvSpPr>
        <p:spPr>
          <a:xfrm>
            <a:off x="32047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09" name=""/>
          <p:cNvSpPr/>
          <p:nvPr/>
        </p:nvSpPr>
        <p:spPr>
          <a:xfrm>
            <a:off x="32065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0" name=""/>
          <p:cNvSpPr/>
          <p:nvPr/>
        </p:nvSpPr>
        <p:spPr>
          <a:xfrm>
            <a:off x="32083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1" name=""/>
          <p:cNvSpPr/>
          <p:nvPr/>
        </p:nvSpPr>
        <p:spPr>
          <a:xfrm>
            <a:off x="32101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2" name=""/>
          <p:cNvSpPr/>
          <p:nvPr/>
        </p:nvSpPr>
        <p:spPr>
          <a:xfrm>
            <a:off x="32119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3" name=""/>
          <p:cNvSpPr/>
          <p:nvPr/>
        </p:nvSpPr>
        <p:spPr>
          <a:xfrm>
            <a:off x="32137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4" name=""/>
          <p:cNvSpPr/>
          <p:nvPr/>
        </p:nvSpPr>
        <p:spPr>
          <a:xfrm>
            <a:off x="32155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5" name=""/>
          <p:cNvSpPr/>
          <p:nvPr/>
        </p:nvSpPr>
        <p:spPr>
          <a:xfrm>
            <a:off x="32173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6" name=""/>
          <p:cNvSpPr/>
          <p:nvPr/>
        </p:nvSpPr>
        <p:spPr>
          <a:xfrm>
            <a:off x="32191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7" name=""/>
          <p:cNvSpPr/>
          <p:nvPr/>
        </p:nvSpPr>
        <p:spPr>
          <a:xfrm>
            <a:off x="3220920" y="424944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8" name=""/>
          <p:cNvSpPr/>
          <p:nvPr/>
        </p:nvSpPr>
        <p:spPr>
          <a:xfrm>
            <a:off x="3223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19" name=""/>
          <p:cNvSpPr/>
          <p:nvPr/>
        </p:nvSpPr>
        <p:spPr>
          <a:xfrm>
            <a:off x="3224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0" name=""/>
          <p:cNvSpPr/>
          <p:nvPr/>
        </p:nvSpPr>
        <p:spPr>
          <a:xfrm>
            <a:off x="32266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1" name=""/>
          <p:cNvSpPr/>
          <p:nvPr/>
        </p:nvSpPr>
        <p:spPr>
          <a:xfrm>
            <a:off x="32284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2" name=""/>
          <p:cNvSpPr/>
          <p:nvPr/>
        </p:nvSpPr>
        <p:spPr>
          <a:xfrm>
            <a:off x="32302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3" name=""/>
          <p:cNvSpPr/>
          <p:nvPr/>
        </p:nvSpPr>
        <p:spPr>
          <a:xfrm>
            <a:off x="3232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4" name=""/>
          <p:cNvSpPr/>
          <p:nvPr/>
        </p:nvSpPr>
        <p:spPr>
          <a:xfrm>
            <a:off x="3233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5" name=""/>
          <p:cNvSpPr/>
          <p:nvPr/>
        </p:nvSpPr>
        <p:spPr>
          <a:xfrm>
            <a:off x="32356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6" name=""/>
          <p:cNvSpPr/>
          <p:nvPr/>
        </p:nvSpPr>
        <p:spPr>
          <a:xfrm>
            <a:off x="32374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7" name=""/>
          <p:cNvSpPr/>
          <p:nvPr/>
        </p:nvSpPr>
        <p:spPr>
          <a:xfrm>
            <a:off x="32392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6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8" name=""/>
          <p:cNvSpPr/>
          <p:nvPr/>
        </p:nvSpPr>
        <p:spPr>
          <a:xfrm>
            <a:off x="3241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29" name=""/>
          <p:cNvSpPr/>
          <p:nvPr/>
        </p:nvSpPr>
        <p:spPr>
          <a:xfrm>
            <a:off x="3242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0" name=""/>
          <p:cNvSpPr/>
          <p:nvPr/>
        </p:nvSpPr>
        <p:spPr>
          <a:xfrm>
            <a:off x="324468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1" name=""/>
          <p:cNvSpPr/>
          <p:nvPr/>
        </p:nvSpPr>
        <p:spPr>
          <a:xfrm>
            <a:off x="3246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2" name=""/>
          <p:cNvSpPr/>
          <p:nvPr/>
        </p:nvSpPr>
        <p:spPr>
          <a:xfrm>
            <a:off x="3248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3" name=""/>
          <p:cNvSpPr/>
          <p:nvPr/>
        </p:nvSpPr>
        <p:spPr>
          <a:xfrm>
            <a:off x="3250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4" name=""/>
          <p:cNvSpPr/>
          <p:nvPr/>
        </p:nvSpPr>
        <p:spPr>
          <a:xfrm>
            <a:off x="32522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5" name=""/>
          <p:cNvSpPr/>
          <p:nvPr/>
        </p:nvSpPr>
        <p:spPr>
          <a:xfrm>
            <a:off x="32540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0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6" name=""/>
          <p:cNvSpPr/>
          <p:nvPr/>
        </p:nvSpPr>
        <p:spPr>
          <a:xfrm>
            <a:off x="3255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7" name=""/>
          <p:cNvSpPr/>
          <p:nvPr/>
        </p:nvSpPr>
        <p:spPr>
          <a:xfrm>
            <a:off x="3257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3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8" name=""/>
          <p:cNvSpPr/>
          <p:nvPr/>
        </p:nvSpPr>
        <p:spPr>
          <a:xfrm>
            <a:off x="3259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39" name=""/>
          <p:cNvSpPr/>
          <p:nvPr/>
        </p:nvSpPr>
        <p:spPr>
          <a:xfrm>
            <a:off x="32612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6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0" name=""/>
          <p:cNvSpPr/>
          <p:nvPr/>
        </p:nvSpPr>
        <p:spPr>
          <a:xfrm>
            <a:off x="32630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1" name=""/>
          <p:cNvSpPr/>
          <p:nvPr/>
        </p:nvSpPr>
        <p:spPr>
          <a:xfrm>
            <a:off x="3264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9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2" name=""/>
          <p:cNvSpPr/>
          <p:nvPr/>
        </p:nvSpPr>
        <p:spPr>
          <a:xfrm>
            <a:off x="3266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3" name=""/>
          <p:cNvSpPr/>
          <p:nvPr/>
        </p:nvSpPr>
        <p:spPr>
          <a:xfrm>
            <a:off x="326844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c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4" name=""/>
          <p:cNvSpPr/>
          <p:nvPr/>
        </p:nvSpPr>
        <p:spPr>
          <a:xfrm>
            <a:off x="32706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5" name=""/>
          <p:cNvSpPr/>
          <p:nvPr/>
        </p:nvSpPr>
        <p:spPr>
          <a:xfrm>
            <a:off x="32724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f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6" name=""/>
          <p:cNvSpPr/>
          <p:nvPr/>
        </p:nvSpPr>
        <p:spPr>
          <a:xfrm>
            <a:off x="32742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7" name=""/>
          <p:cNvSpPr/>
          <p:nvPr/>
        </p:nvSpPr>
        <p:spPr>
          <a:xfrm>
            <a:off x="32760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8" name=""/>
          <p:cNvSpPr/>
          <p:nvPr/>
        </p:nvSpPr>
        <p:spPr>
          <a:xfrm>
            <a:off x="32778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49" name=""/>
          <p:cNvSpPr/>
          <p:nvPr/>
        </p:nvSpPr>
        <p:spPr>
          <a:xfrm>
            <a:off x="32796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6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0" name=""/>
          <p:cNvSpPr/>
          <p:nvPr/>
        </p:nvSpPr>
        <p:spPr>
          <a:xfrm>
            <a:off x="32814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1" name=""/>
          <p:cNvSpPr/>
          <p:nvPr/>
        </p:nvSpPr>
        <p:spPr>
          <a:xfrm>
            <a:off x="32832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9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2" name=""/>
          <p:cNvSpPr/>
          <p:nvPr/>
        </p:nvSpPr>
        <p:spPr>
          <a:xfrm>
            <a:off x="32850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b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3" name=""/>
          <p:cNvSpPr/>
          <p:nvPr/>
        </p:nvSpPr>
        <p:spPr>
          <a:xfrm>
            <a:off x="32868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d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4" name=""/>
          <p:cNvSpPr/>
          <p:nvPr/>
        </p:nvSpPr>
        <p:spPr>
          <a:xfrm>
            <a:off x="32886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5" name=""/>
          <p:cNvSpPr/>
          <p:nvPr/>
        </p:nvSpPr>
        <p:spPr>
          <a:xfrm>
            <a:off x="32904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0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6" name=""/>
          <p:cNvSpPr/>
          <p:nvPr/>
        </p:nvSpPr>
        <p:spPr>
          <a:xfrm>
            <a:off x="329220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2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7" name=""/>
          <p:cNvSpPr/>
          <p:nvPr/>
        </p:nvSpPr>
        <p:spPr>
          <a:xfrm>
            <a:off x="32943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4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8" name=""/>
          <p:cNvSpPr/>
          <p:nvPr/>
        </p:nvSpPr>
        <p:spPr>
          <a:xfrm>
            <a:off x="32961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59" name=""/>
          <p:cNvSpPr/>
          <p:nvPr/>
        </p:nvSpPr>
        <p:spPr>
          <a:xfrm>
            <a:off x="32979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7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0" name=""/>
          <p:cNvSpPr/>
          <p:nvPr/>
        </p:nvSpPr>
        <p:spPr>
          <a:xfrm>
            <a:off x="32997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9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1" name=""/>
          <p:cNvSpPr/>
          <p:nvPr/>
        </p:nvSpPr>
        <p:spPr>
          <a:xfrm>
            <a:off x="33015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b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2" name=""/>
          <p:cNvSpPr/>
          <p:nvPr/>
        </p:nvSpPr>
        <p:spPr>
          <a:xfrm>
            <a:off x="33033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3" name=""/>
          <p:cNvSpPr/>
          <p:nvPr/>
        </p:nvSpPr>
        <p:spPr>
          <a:xfrm>
            <a:off x="33051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e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4" name=""/>
          <p:cNvSpPr/>
          <p:nvPr/>
        </p:nvSpPr>
        <p:spPr>
          <a:xfrm>
            <a:off x="33069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0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5" name=""/>
          <p:cNvSpPr/>
          <p:nvPr/>
        </p:nvSpPr>
        <p:spPr>
          <a:xfrm>
            <a:off x="33087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2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6" name=""/>
          <p:cNvSpPr/>
          <p:nvPr/>
        </p:nvSpPr>
        <p:spPr>
          <a:xfrm>
            <a:off x="33105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7" name=""/>
          <p:cNvSpPr/>
          <p:nvPr/>
        </p:nvSpPr>
        <p:spPr>
          <a:xfrm>
            <a:off x="33123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5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8" name=""/>
          <p:cNvSpPr/>
          <p:nvPr/>
        </p:nvSpPr>
        <p:spPr>
          <a:xfrm>
            <a:off x="33141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69" name=""/>
          <p:cNvSpPr/>
          <p:nvPr/>
        </p:nvSpPr>
        <p:spPr>
          <a:xfrm>
            <a:off x="331596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0" name=""/>
          <p:cNvSpPr/>
          <p:nvPr/>
        </p:nvSpPr>
        <p:spPr>
          <a:xfrm>
            <a:off x="33181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1" name=""/>
          <p:cNvSpPr/>
          <p:nvPr/>
        </p:nvSpPr>
        <p:spPr>
          <a:xfrm>
            <a:off x="33199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c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2" name=""/>
          <p:cNvSpPr/>
          <p:nvPr/>
        </p:nvSpPr>
        <p:spPr>
          <a:xfrm>
            <a:off x="33217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3" name=""/>
          <p:cNvSpPr/>
          <p:nvPr/>
        </p:nvSpPr>
        <p:spPr>
          <a:xfrm>
            <a:off x="33235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f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4" name=""/>
          <p:cNvSpPr/>
          <p:nvPr/>
        </p:nvSpPr>
        <p:spPr>
          <a:xfrm>
            <a:off x="33253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5" name=""/>
          <p:cNvSpPr/>
          <p:nvPr/>
        </p:nvSpPr>
        <p:spPr>
          <a:xfrm>
            <a:off x="33271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6" name=""/>
          <p:cNvSpPr/>
          <p:nvPr/>
        </p:nvSpPr>
        <p:spPr>
          <a:xfrm>
            <a:off x="33289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7" name=""/>
          <p:cNvSpPr/>
          <p:nvPr/>
        </p:nvSpPr>
        <p:spPr>
          <a:xfrm>
            <a:off x="33307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5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8" name=""/>
          <p:cNvSpPr/>
          <p:nvPr/>
        </p:nvSpPr>
        <p:spPr>
          <a:xfrm>
            <a:off x="33325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79" name=""/>
          <p:cNvSpPr/>
          <p:nvPr/>
        </p:nvSpPr>
        <p:spPr>
          <a:xfrm>
            <a:off x="33343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8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0" name=""/>
          <p:cNvSpPr/>
          <p:nvPr/>
        </p:nvSpPr>
        <p:spPr>
          <a:xfrm>
            <a:off x="33361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1" name=""/>
          <p:cNvSpPr/>
          <p:nvPr/>
        </p:nvSpPr>
        <p:spPr>
          <a:xfrm>
            <a:off x="33379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b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2" name=""/>
          <p:cNvSpPr/>
          <p:nvPr/>
        </p:nvSpPr>
        <p:spPr>
          <a:xfrm>
            <a:off x="3339720" y="424944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3" name=""/>
          <p:cNvSpPr/>
          <p:nvPr/>
        </p:nvSpPr>
        <p:spPr>
          <a:xfrm>
            <a:off x="3341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4" name=""/>
          <p:cNvSpPr/>
          <p:nvPr/>
        </p:nvSpPr>
        <p:spPr>
          <a:xfrm>
            <a:off x="33436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5" name=""/>
          <p:cNvSpPr/>
          <p:nvPr/>
        </p:nvSpPr>
        <p:spPr>
          <a:xfrm>
            <a:off x="33454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0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6" name=""/>
          <p:cNvSpPr/>
          <p:nvPr/>
        </p:nvSpPr>
        <p:spPr>
          <a:xfrm>
            <a:off x="33472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7" name=""/>
          <p:cNvSpPr/>
          <p:nvPr/>
        </p:nvSpPr>
        <p:spPr>
          <a:xfrm>
            <a:off x="3349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8" name=""/>
          <p:cNvSpPr/>
          <p:nvPr/>
        </p:nvSpPr>
        <p:spPr>
          <a:xfrm>
            <a:off x="3350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89" name=""/>
          <p:cNvSpPr/>
          <p:nvPr/>
        </p:nvSpPr>
        <p:spPr>
          <a:xfrm>
            <a:off x="33526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5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0" name=""/>
          <p:cNvSpPr/>
          <p:nvPr/>
        </p:nvSpPr>
        <p:spPr>
          <a:xfrm>
            <a:off x="33544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1" name=""/>
          <p:cNvSpPr/>
          <p:nvPr/>
        </p:nvSpPr>
        <p:spPr>
          <a:xfrm>
            <a:off x="33562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2" name=""/>
          <p:cNvSpPr/>
          <p:nvPr/>
        </p:nvSpPr>
        <p:spPr>
          <a:xfrm>
            <a:off x="3358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3" name=""/>
          <p:cNvSpPr/>
          <p:nvPr/>
        </p:nvSpPr>
        <p:spPr>
          <a:xfrm>
            <a:off x="3359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4" name=""/>
          <p:cNvSpPr/>
          <p:nvPr/>
        </p:nvSpPr>
        <p:spPr>
          <a:xfrm>
            <a:off x="33616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5" name=""/>
          <p:cNvSpPr/>
          <p:nvPr/>
        </p:nvSpPr>
        <p:spPr>
          <a:xfrm>
            <a:off x="336348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6" name=""/>
          <p:cNvSpPr/>
          <p:nvPr/>
        </p:nvSpPr>
        <p:spPr>
          <a:xfrm>
            <a:off x="3365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7" name=""/>
          <p:cNvSpPr/>
          <p:nvPr/>
        </p:nvSpPr>
        <p:spPr>
          <a:xfrm>
            <a:off x="3367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8" name=""/>
          <p:cNvSpPr/>
          <p:nvPr/>
        </p:nvSpPr>
        <p:spPr>
          <a:xfrm>
            <a:off x="33692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099" name=""/>
          <p:cNvSpPr/>
          <p:nvPr/>
        </p:nvSpPr>
        <p:spPr>
          <a:xfrm>
            <a:off x="33710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0" name=""/>
          <p:cNvSpPr/>
          <p:nvPr/>
        </p:nvSpPr>
        <p:spPr>
          <a:xfrm>
            <a:off x="3372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1" name=""/>
          <p:cNvSpPr/>
          <p:nvPr/>
        </p:nvSpPr>
        <p:spPr>
          <a:xfrm>
            <a:off x="3374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2" name=""/>
          <p:cNvSpPr/>
          <p:nvPr/>
        </p:nvSpPr>
        <p:spPr>
          <a:xfrm>
            <a:off x="3376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3" name=""/>
          <p:cNvSpPr/>
          <p:nvPr/>
        </p:nvSpPr>
        <p:spPr>
          <a:xfrm>
            <a:off x="33782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4" name=""/>
          <p:cNvSpPr/>
          <p:nvPr/>
        </p:nvSpPr>
        <p:spPr>
          <a:xfrm>
            <a:off x="33800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5" name=""/>
          <p:cNvSpPr/>
          <p:nvPr/>
        </p:nvSpPr>
        <p:spPr>
          <a:xfrm>
            <a:off x="3381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6" name=""/>
          <p:cNvSpPr/>
          <p:nvPr/>
        </p:nvSpPr>
        <p:spPr>
          <a:xfrm>
            <a:off x="3383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7" name=""/>
          <p:cNvSpPr/>
          <p:nvPr/>
        </p:nvSpPr>
        <p:spPr>
          <a:xfrm>
            <a:off x="3385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8" name=""/>
          <p:cNvSpPr/>
          <p:nvPr/>
        </p:nvSpPr>
        <p:spPr>
          <a:xfrm>
            <a:off x="338724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09" name=""/>
          <p:cNvSpPr/>
          <p:nvPr/>
        </p:nvSpPr>
        <p:spPr>
          <a:xfrm>
            <a:off x="33894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0" name=""/>
          <p:cNvSpPr/>
          <p:nvPr/>
        </p:nvSpPr>
        <p:spPr>
          <a:xfrm>
            <a:off x="33912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1" name=""/>
          <p:cNvSpPr/>
          <p:nvPr/>
        </p:nvSpPr>
        <p:spPr>
          <a:xfrm>
            <a:off x="33930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2" name=""/>
          <p:cNvSpPr/>
          <p:nvPr/>
        </p:nvSpPr>
        <p:spPr>
          <a:xfrm>
            <a:off x="3394800" y="424944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3" name=""/>
          <p:cNvSpPr/>
          <p:nvPr/>
        </p:nvSpPr>
        <p:spPr>
          <a:xfrm>
            <a:off x="3398400" y="424944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4" name=""/>
          <p:cNvSpPr/>
          <p:nvPr/>
        </p:nvSpPr>
        <p:spPr>
          <a:xfrm>
            <a:off x="34020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5" name=""/>
          <p:cNvSpPr/>
          <p:nvPr/>
        </p:nvSpPr>
        <p:spPr>
          <a:xfrm>
            <a:off x="34038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6" name=""/>
          <p:cNvSpPr/>
          <p:nvPr/>
        </p:nvSpPr>
        <p:spPr>
          <a:xfrm>
            <a:off x="3405600" y="424944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7" name=""/>
          <p:cNvSpPr/>
          <p:nvPr/>
        </p:nvSpPr>
        <p:spPr>
          <a:xfrm>
            <a:off x="34092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8" name=""/>
          <p:cNvSpPr/>
          <p:nvPr/>
        </p:nvSpPr>
        <p:spPr>
          <a:xfrm>
            <a:off x="341100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19" name=""/>
          <p:cNvSpPr/>
          <p:nvPr/>
        </p:nvSpPr>
        <p:spPr>
          <a:xfrm>
            <a:off x="3413160" y="424944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0" name=""/>
          <p:cNvSpPr/>
          <p:nvPr/>
        </p:nvSpPr>
        <p:spPr>
          <a:xfrm>
            <a:off x="34167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1" name=""/>
          <p:cNvSpPr/>
          <p:nvPr/>
        </p:nvSpPr>
        <p:spPr>
          <a:xfrm>
            <a:off x="34185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2" name=""/>
          <p:cNvSpPr/>
          <p:nvPr/>
        </p:nvSpPr>
        <p:spPr>
          <a:xfrm>
            <a:off x="34203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3" name=""/>
          <p:cNvSpPr/>
          <p:nvPr/>
        </p:nvSpPr>
        <p:spPr>
          <a:xfrm>
            <a:off x="34221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4" name=""/>
          <p:cNvSpPr/>
          <p:nvPr/>
        </p:nvSpPr>
        <p:spPr>
          <a:xfrm>
            <a:off x="3423960" y="424944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5" name=""/>
          <p:cNvSpPr/>
          <p:nvPr/>
        </p:nvSpPr>
        <p:spPr>
          <a:xfrm>
            <a:off x="34275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6" name=""/>
          <p:cNvSpPr/>
          <p:nvPr/>
        </p:nvSpPr>
        <p:spPr>
          <a:xfrm>
            <a:off x="34293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7" name=""/>
          <p:cNvSpPr/>
          <p:nvPr/>
        </p:nvSpPr>
        <p:spPr>
          <a:xfrm>
            <a:off x="3431160" y="424944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8" name=""/>
          <p:cNvSpPr/>
          <p:nvPr/>
        </p:nvSpPr>
        <p:spPr>
          <a:xfrm>
            <a:off x="3434760" y="4249440"/>
            <a:ext cx="4320" cy="349560"/>
          </a:xfrm>
          <a:custGeom>
            <a:avLst/>
            <a:gdLst/>
            <a:ahLst/>
            <a:rect l="0" t="0" r="r" b="b"/>
            <a:pathLst>
              <a:path w="12" h="971">
                <a:moveTo>
                  <a:pt x="0" y="971"/>
                </a:moveTo>
                <a:lnTo>
                  <a:pt x="0" y="0"/>
                </a:lnTo>
                <a:lnTo>
                  <a:pt x="12" y="0"/>
                </a:lnTo>
                <a:lnTo>
                  <a:pt x="12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29" name=""/>
          <p:cNvSpPr/>
          <p:nvPr/>
        </p:nvSpPr>
        <p:spPr>
          <a:xfrm>
            <a:off x="34387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0" name=""/>
          <p:cNvSpPr/>
          <p:nvPr/>
        </p:nvSpPr>
        <p:spPr>
          <a:xfrm>
            <a:off x="34405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1" name=""/>
          <p:cNvSpPr/>
          <p:nvPr/>
        </p:nvSpPr>
        <p:spPr>
          <a:xfrm>
            <a:off x="3442320" y="424944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2" name=""/>
          <p:cNvSpPr/>
          <p:nvPr/>
        </p:nvSpPr>
        <p:spPr>
          <a:xfrm>
            <a:off x="34459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3" name=""/>
          <p:cNvSpPr/>
          <p:nvPr/>
        </p:nvSpPr>
        <p:spPr>
          <a:xfrm>
            <a:off x="34477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4" name=""/>
          <p:cNvSpPr/>
          <p:nvPr/>
        </p:nvSpPr>
        <p:spPr>
          <a:xfrm>
            <a:off x="34495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5" name=""/>
          <p:cNvSpPr/>
          <p:nvPr/>
        </p:nvSpPr>
        <p:spPr>
          <a:xfrm>
            <a:off x="34513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6" name=""/>
          <p:cNvSpPr/>
          <p:nvPr/>
        </p:nvSpPr>
        <p:spPr>
          <a:xfrm>
            <a:off x="34531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7" name=""/>
          <p:cNvSpPr/>
          <p:nvPr/>
        </p:nvSpPr>
        <p:spPr>
          <a:xfrm>
            <a:off x="34549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8" name=""/>
          <p:cNvSpPr/>
          <p:nvPr/>
        </p:nvSpPr>
        <p:spPr>
          <a:xfrm>
            <a:off x="3456720" y="4249440"/>
            <a:ext cx="4320" cy="349560"/>
          </a:xfrm>
          <a:custGeom>
            <a:avLst/>
            <a:gdLst/>
            <a:ahLst/>
            <a:rect l="0" t="0" r="r" b="b"/>
            <a:pathLst>
              <a:path w="12" h="971">
                <a:moveTo>
                  <a:pt x="0" y="971"/>
                </a:moveTo>
                <a:lnTo>
                  <a:pt x="0" y="0"/>
                </a:lnTo>
                <a:lnTo>
                  <a:pt x="12" y="0"/>
                </a:lnTo>
                <a:lnTo>
                  <a:pt x="12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39" name=""/>
          <p:cNvSpPr/>
          <p:nvPr/>
        </p:nvSpPr>
        <p:spPr>
          <a:xfrm>
            <a:off x="3460680" y="424944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0" name=""/>
          <p:cNvSpPr/>
          <p:nvPr/>
        </p:nvSpPr>
        <p:spPr>
          <a:xfrm>
            <a:off x="34642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1" name=""/>
          <p:cNvSpPr/>
          <p:nvPr/>
        </p:nvSpPr>
        <p:spPr>
          <a:xfrm>
            <a:off x="3466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2" name=""/>
          <p:cNvSpPr/>
          <p:nvPr/>
        </p:nvSpPr>
        <p:spPr>
          <a:xfrm>
            <a:off x="3467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3" name=""/>
          <p:cNvSpPr/>
          <p:nvPr/>
        </p:nvSpPr>
        <p:spPr>
          <a:xfrm>
            <a:off x="34696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4" name=""/>
          <p:cNvSpPr/>
          <p:nvPr/>
        </p:nvSpPr>
        <p:spPr>
          <a:xfrm>
            <a:off x="34714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5" name=""/>
          <p:cNvSpPr/>
          <p:nvPr/>
        </p:nvSpPr>
        <p:spPr>
          <a:xfrm>
            <a:off x="34732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6" name=""/>
          <p:cNvSpPr/>
          <p:nvPr/>
        </p:nvSpPr>
        <p:spPr>
          <a:xfrm>
            <a:off x="3475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7" name=""/>
          <p:cNvSpPr/>
          <p:nvPr/>
        </p:nvSpPr>
        <p:spPr>
          <a:xfrm>
            <a:off x="3476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8" name=""/>
          <p:cNvSpPr/>
          <p:nvPr/>
        </p:nvSpPr>
        <p:spPr>
          <a:xfrm>
            <a:off x="34786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49" name=""/>
          <p:cNvSpPr/>
          <p:nvPr/>
        </p:nvSpPr>
        <p:spPr>
          <a:xfrm>
            <a:off x="34804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0" name=""/>
          <p:cNvSpPr/>
          <p:nvPr/>
        </p:nvSpPr>
        <p:spPr>
          <a:xfrm>
            <a:off x="348228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1" name=""/>
          <p:cNvSpPr/>
          <p:nvPr/>
        </p:nvSpPr>
        <p:spPr>
          <a:xfrm>
            <a:off x="3484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2" name=""/>
          <p:cNvSpPr/>
          <p:nvPr/>
        </p:nvSpPr>
        <p:spPr>
          <a:xfrm>
            <a:off x="34862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3" name=""/>
          <p:cNvSpPr/>
          <p:nvPr/>
        </p:nvSpPr>
        <p:spPr>
          <a:xfrm>
            <a:off x="34880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4" name=""/>
          <p:cNvSpPr/>
          <p:nvPr/>
        </p:nvSpPr>
        <p:spPr>
          <a:xfrm>
            <a:off x="3489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5" name=""/>
          <p:cNvSpPr/>
          <p:nvPr/>
        </p:nvSpPr>
        <p:spPr>
          <a:xfrm>
            <a:off x="3491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6" name=""/>
          <p:cNvSpPr/>
          <p:nvPr/>
        </p:nvSpPr>
        <p:spPr>
          <a:xfrm>
            <a:off x="3493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7" name=""/>
          <p:cNvSpPr/>
          <p:nvPr/>
        </p:nvSpPr>
        <p:spPr>
          <a:xfrm>
            <a:off x="34952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8" name=""/>
          <p:cNvSpPr/>
          <p:nvPr/>
        </p:nvSpPr>
        <p:spPr>
          <a:xfrm>
            <a:off x="34970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59" name=""/>
          <p:cNvSpPr/>
          <p:nvPr/>
        </p:nvSpPr>
        <p:spPr>
          <a:xfrm>
            <a:off x="3498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0" name=""/>
          <p:cNvSpPr/>
          <p:nvPr/>
        </p:nvSpPr>
        <p:spPr>
          <a:xfrm>
            <a:off x="3500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1" name=""/>
          <p:cNvSpPr/>
          <p:nvPr/>
        </p:nvSpPr>
        <p:spPr>
          <a:xfrm>
            <a:off x="3502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2" name=""/>
          <p:cNvSpPr/>
          <p:nvPr/>
        </p:nvSpPr>
        <p:spPr>
          <a:xfrm>
            <a:off x="35042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3" name=""/>
          <p:cNvSpPr/>
          <p:nvPr/>
        </p:nvSpPr>
        <p:spPr>
          <a:xfrm>
            <a:off x="350604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4" name=""/>
          <p:cNvSpPr/>
          <p:nvPr/>
        </p:nvSpPr>
        <p:spPr>
          <a:xfrm>
            <a:off x="35082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5" name=""/>
          <p:cNvSpPr/>
          <p:nvPr/>
        </p:nvSpPr>
        <p:spPr>
          <a:xfrm>
            <a:off x="35100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6" name=""/>
          <p:cNvSpPr/>
          <p:nvPr/>
        </p:nvSpPr>
        <p:spPr>
          <a:xfrm>
            <a:off x="35118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7" name=""/>
          <p:cNvSpPr/>
          <p:nvPr/>
        </p:nvSpPr>
        <p:spPr>
          <a:xfrm>
            <a:off x="35136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8" name=""/>
          <p:cNvSpPr/>
          <p:nvPr/>
        </p:nvSpPr>
        <p:spPr>
          <a:xfrm>
            <a:off x="35154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69" name=""/>
          <p:cNvSpPr/>
          <p:nvPr/>
        </p:nvSpPr>
        <p:spPr>
          <a:xfrm>
            <a:off x="35172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0" name=""/>
          <p:cNvSpPr/>
          <p:nvPr/>
        </p:nvSpPr>
        <p:spPr>
          <a:xfrm>
            <a:off x="35190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1" name=""/>
          <p:cNvSpPr/>
          <p:nvPr/>
        </p:nvSpPr>
        <p:spPr>
          <a:xfrm>
            <a:off x="35208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1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2" name=""/>
          <p:cNvSpPr/>
          <p:nvPr/>
        </p:nvSpPr>
        <p:spPr>
          <a:xfrm>
            <a:off x="35226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3" name=""/>
          <p:cNvSpPr/>
          <p:nvPr/>
        </p:nvSpPr>
        <p:spPr>
          <a:xfrm>
            <a:off x="35244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4" name=""/>
          <p:cNvSpPr/>
          <p:nvPr/>
        </p:nvSpPr>
        <p:spPr>
          <a:xfrm>
            <a:off x="35262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5" name=""/>
          <p:cNvSpPr/>
          <p:nvPr/>
        </p:nvSpPr>
        <p:spPr>
          <a:xfrm>
            <a:off x="35280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c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6" name=""/>
          <p:cNvSpPr/>
          <p:nvPr/>
        </p:nvSpPr>
        <p:spPr>
          <a:xfrm>
            <a:off x="35298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7" name=""/>
          <p:cNvSpPr/>
          <p:nvPr/>
        </p:nvSpPr>
        <p:spPr>
          <a:xfrm>
            <a:off x="353160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9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8" name=""/>
          <p:cNvSpPr/>
          <p:nvPr/>
        </p:nvSpPr>
        <p:spPr>
          <a:xfrm>
            <a:off x="35337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79" name=""/>
          <p:cNvSpPr/>
          <p:nvPr/>
        </p:nvSpPr>
        <p:spPr>
          <a:xfrm>
            <a:off x="35355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6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0" name=""/>
          <p:cNvSpPr/>
          <p:nvPr/>
        </p:nvSpPr>
        <p:spPr>
          <a:xfrm>
            <a:off x="35373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1" name=""/>
          <p:cNvSpPr/>
          <p:nvPr/>
        </p:nvSpPr>
        <p:spPr>
          <a:xfrm>
            <a:off x="35391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3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2" name=""/>
          <p:cNvSpPr/>
          <p:nvPr/>
        </p:nvSpPr>
        <p:spPr>
          <a:xfrm>
            <a:off x="35409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3" name=""/>
          <p:cNvSpPr/>
          <p:nvPr/>
        </p:nvSpPr>
        <p:spPr>
          <a:xfrm>
            <a:off x="35427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0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4" name=""/>
          <p:cNvSpPr/>
          <p:nvPr/>
        </p:nvSpPr>
        <p:spPr>
          <a:xfrm>
            <a:off x="35445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5" name=""/>
          <p:cNvSpPr/>
          <p:nvPr/>
        </p:nvSpPr>
        <p:spPr>
          <a:xfrm>
            <a:off x="35463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d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6" name=""/>
          <p:cNvSpPr/>
          <p:nvPr/>
        </p:nvSpPr>
        <p:spPr>
          <a:xfrm>
            <a:off x="35481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7" name=""/>
          <p:cNvSpPr/>
          <p:nvPr/>
        </p:nvSpPr>
        <p:spPr>
          <a:xfrm>
            <a:off x="35499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8" name=""/>
          <p:cNvSpPr/>
          <p:nvPr/>
        </p:nvSpPr>
        <p:spPr>
          <a:xfrm>
            <a:off x="35517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89" name=""/>
          <p:cNvSpPr/>
          <p:nvPr/>
        </p:nvSpPr>
        <p:spPr>
          <a:xfrm>
            <a:off x="35535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6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0" name=""/>
          <p:cNvSpPr/>
          <p:nvPr/>
        </p:nvSpPr>
        <p:spPr>
          <a:xfrm>
            <a:off x="355536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1" name=""/>
          <p:cNvSpPr/>
          <p:nvPr/>
        </p:nvSpPr>
        <p:spPr>
          <a:xfrm>
            <a:off x="35575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3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2" name=""/>
          <p:cNvSpPr/>
          <p:nvPr/>
        </p:nvSpPr>
        <p:spPr>
          <a:xfrm>
            <a:off x="35593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1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3" name=""/>
          <p:cNvSpPr/>
          <p:nvPr/>
        </p:nvSpPr>
        <p:spPr>
          <a:xfrm>
            <a:off x="35611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f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4" name=""/>
          <p:cNvSpPr/>
          <p:nvPr/>
        </p:nvSpPr>
        <p:spPr>
          <a:xfrm>
            <a:off x="35629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5" name=""/>
          <p:cNvSpPr/>
          <p:nvPr/>
        </p:nvSpPr>
        <p:spPr>
          <a:xfrm>
            <a:off x="35647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c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6" name=""/>
          <p:cNvSpPr/>
          <p:nvPr/>
        </p:nvSpPr>
        <p:spPr>
          <a:xfrm>
            <a:off x="35665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7" name=""/>
          <p:cNvSpPr/>
          <p:nvPr/>
        </p:nvSpPr>
        <p:spPr>
          <a:xfrm>
            <a:off x="35683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8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8" name=""/>
          <p:cNvSpPr/>
          <p:nvPr/>
        </p:nvSpPr>
        <p:spPr>
          <a:xfrm>
            <a:off x="35701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199" name=""/>
          <p:cNvSpPr/>
          <p:nvPr/>
        </p:nvSpPr>
        <p:spPr>
          <a:xfrm>
            <a:off x="35719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5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0" name=""/>
          <p:cNvSpPr/>
          <p:nvPr/>
        </p:nvSpPr>
        <p:spPr>
          <a:xfrm>
            <a:off x="35737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3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1" name=""/>
          <p:cNvSpPr/>
          <p:nvPr/>
        </p:nvSpPr>
        <p:spPr>
          <a:xfrm>
            <a:off x="35755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1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2" name=""/>
          <p:cNvSpPr/>
          <p:nvPr/>
        </p:nvSpPr>
        <p:spPr>
          <a:xfrm>
            <a:off x="357732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3" name=""/>
          <p:cNvSpPr/>
          <p:nvPr/>
        </p:nvSpPr>
        <p:spPr>
          <a:xfrm>
            <a:off x="3579120" y="424944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e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4" name=""/>
          <p:cNvSpPr/>
          <p:nvPr/>
        </p:nvSpPr>
        <p:spPr>
          <a:xfrm>
            <a:off x="35812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c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5" name=""/>
          <p:cNvSpPr/>
          <p:nvPr/>
        </p:nvSpPr>
        <p:spPr>
          <a:xfrm>
            <a:off x="3583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a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6" name=""/>
          <p:cNvSpPr/>
          <p:nvPr/>
        </p:nvSpPr>
        <p:spPr>
          <a:xfrm>
            <a:off x="3584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7" name=""/>
          <p:cNvSpPr/>
          <p:nvPr/>
        </p:nvSpPr>
        <p:spPr>
          <a:xfrm>
            <a:off x="35866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7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8" name=""/>
          <p:cNvSpPr/>
          <p:nvPr/>
        </p:nvSpPr>
        <p:spPr>
          <a:xfrm>
            <a:off x="35884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09" name=""/>
          <p:cNvSpPr/>
          <p:nvPr/>
        </p:nvSpPr>
        <p:spPr>
          <a:xfrm>
            <a:off x="35902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0" name=""/>
          <p:cNvSpPr/>
          <p:nvPr/>
        </p:nvSpPr>
        <p:spPr>
          <a:xfrm>
            <a:off x="3592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1" name=""/>
          <p:cNvSpPr/>
          <p:nvPr/>
        </p:nvSpPr>
        <p:spPr>
          <a:xfrm>
            <a:off x="35938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0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2" name=""/>
          <p:cNvSpPr/>
          <p:nvPr/>
        </p:nvSpPr>
        <p:spPr>
          <a:xfrm>
            <a:off x="35956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3" name=""/>
          <p:cNvSpPr/>
          <p:nvPr/>
        </p:nvSpPr>
        <p:spPr>
          <a:xfrm>
            <a:off x="35974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d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4" name=""/>
          <p:cNvSpPr/>
          <p:nvPr/>
        </p:nvSpPr>
        <p:spPr>
          <a:xfrm>
            <a:off x="35992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5" name=""/>
          <p:cNvSpPr/>
          <p:nvPr/>
        </p:nvSpPr>
        <p:spPr>
          <a:xfrm>
            <a:off x="360108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a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6" name=""/>
          <p:cNvSpPr/>
          <p:nvPr/>
        </p:nvSpPr>
        <p:spPr>
          <a:xfrm>
            <a:off x="360288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7" name=""/>
          <p:cNvSpPr/>
          <p:nvPr/>
        </p:nvSpPr>
        <p:spPr>
          <a:xfrm>
            <a:off x="36050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7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8" name=""/>
          <p:cNvSpPr/>
          <p:nvPr/>
        </p:nvSpPr>
        <p:spPr>
          <a:xfrm>
            <a:off x="3606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19" name=""/>
          <p:cNvSpPr/>
          <p:nvPr/>
        </p:nvSpPr>
        <p:spPr>
          <a:xfrm>
            <a:off x="3608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4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0" name=""/>
          <p:cNvSpPr/>
          <p:nvPr/>
        </p:nvSpPr>
        <p:spPr>
          <a:xfrm>
            <a:off x="3610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1" name=""/>
          <p:cNvSpPr/>
          <p:nvPr/>
        </p:nvSpPr>
        <p:spPr>
          <a:xfrm>
            <a:off x="36122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1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2" name=""/>
          <p:cNvSpPr/>
          <p:nvPr/>
        </p:nvSpPr>
        <p:spPr>
          <a:xfrm>
            <a:off x="36140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3" name=""/>
          <p:cNvSpPr/>
          <p:nvPr/>
        </p:nvSpPr>
        <p:spPr>
          <a:xfrm>
            <a:off x="3615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4" name=""/>
          <p:cNvSpPr/>
          <p:nvPr/>
        </p:nvSpPr>
        <p:spPr>
          <a:xfrm>
            <a:off x="36176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5" name=""/>
          <p:cNvSpPr/>
          <p:nvPr/>
        </p:nvSpPr>
        <p:spPr>
          <a:xfrm>
            <a:off x="36194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6" name=""/>
          <p:cNvSpPr/>
          <p:nvPr/>
        </p:nvSpPr>
        <p:spPr>
          <a:xfrm>
            <a:off x="36212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7" name=""/>
          <p:cNvSpPr/>
          <p:nvPr/>
        </p:nvSpPr>
        <p:spPr>
          <a:xfrm>
            <a:off x="36230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9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8" name=""/>
          <p:cNvSpPr/>
          <p:nvPr/>
        </p:nvSpPr>
        <p:spPr>
          <a:xfrm>
            <a:off x="362484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29" name=""/>
          <p:cNvSpPr/>
          <p:nvPr/>
        </p:nvSpPr>
        <p:spPr>
          <a:xfrm>
            <a:off x="362664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0" name=""/>
          <p:cNvSpPr/>
          <p:nvPr/>
        </p:nvSpPr>
        <p:spPr>
          <a:xfrm>
            <a:off x="36288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1" name=""/>
          <p:cNvSpPr/>
          <p:nvPr/>
        </p:nvSpPr>
        <p:spPr>
          <a:xfrm>
            <a:off x="36306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2" name=""/>
          <p:cNvSpPr/>
          <p:nvPr/>
        </p:nvSpPr>
        <p:spPr>
          <a:xfrm>
            <a:off x="36324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3" name=""/>
          <p:cNvSpPr/>
          <p:nvPr/>
        </p:nvSpPr>
        <p:spPr>
          <a:xfrm>
            <a:off x="36342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4" name=""/>
          <p:cNvSpPr/>
          <p:nvPr/>
        </p:nvSpPr>
        <p:spPr>
          <a:xfrm>
            <a:off x="36360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5" name=""/>
          <p:cNvSpPr/>
          <p:nvPr/>
        </p:nvSpPr>
        <p:spPr>
          <a:xfrm>
            <a:off x="36378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6" name=""/>
          <p:cNvSpPr/>
          <p:nvPr/>
        </p:nvSpPr>
        <p:spPr>
          <a:xfrm>
            <a:off x="36396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7" name=""/>
          <p:cNvSpPr/>
          <p:nvPr/>
        </p:nvSpPr>
        <p:spPr>
          <a:xfrm>
            <a:off x="36414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8" name=""/>
          <p:cNvSpPr/>
          <p:nvPr/>
        </p:nvSpPr>
        <p:spPr>
          <a:xfrm>
            <a:off x="36432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39" name=""/>
          <p:cNvSpPr/>
          <p:nvPr/>
        </p:nvSpPr>
        <p:spPr>
          <a:xfrm>
            <a:off x="36450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0" name=""/>
          <p:cNvSpPr/>
          <p:nvPr/>
        </p:nvSpPr>
        <p:spPr>
          <a:xfrm>
            <a:off x="36468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1" name=""/>
          <p:cNvSpPr/>
          <p:nvPr/>
        </p:nvSpPr>
        <p:spPr>
          <a:xfrm>
            <a:off x="364860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2" name=""/>
          <p:cNvSpPr/>
          <p:nvPr/>
        </p:nvSpPr>
        <p:spPr>
          <a:xfrm>
            <a:off x="3650400" y="424944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3" name=""/>
          <p:cNvSpPr/>
          <p:nvPr/>
        </p:nvSpPr>
        <p:spPr>
          <a:xfrm>
            <a:off x="36525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4" name=""/>
          <p:cNvSpPr/>
          <p:nvPr/>
        </p:nvSpPr>
        <p:spPr>
          <a:xfrm>
            <a:off x="36543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5" name=""/>
          <p:cNvSpPr/>
          <p:nvPr/>
        </p:nvSpPr>
        <p:spPr>
          <a:xfrm>
            <a:off x="36561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6" name=""/>
          <p:cNvSpPr/>
          <p:nvPr/>
        </p:nvSpPr>
        <p:spPr>
          <a:xfrm>
            <a:off x="36579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7" name=""/>
          <p:cNvSpPr/>
          <p:nvPr/>
        </p:nvSpPr>
        <p:spPr>
          <a:xfrm>
            <a:off x="36597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8" name=""/>
          <p:cNvSpPr/>
          <p:nvPr/>
        </p:nvSpPr>
        <p:spPr>
          <a:xfrm>
            <a:off x="36615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49" name=""/>
          <p:cNvSpPr/>
          <p:nvPr/>
        </p:nvSpPr>
        <p:spPr>
          <a:xfrm>
            <a:off x="36633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50" name=""/>
          <p:cNvSpPr/>
          <p:nvPr/>
        </p:nvSpPr>
        <p:spPr>
          <a:xfrm>
            <a:off x="36651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51" name=""/>
          <p:cNvSpPr/>
          <p:nvPr/>
        </p:nvSpPr>
        <p:spPr>
          <a:xfrm>
            <a:off x="3666960" y="424944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52" name=""/>
          <p:cNvSpPr/>
          <p:nvPr/>
        </p:nvSpPr>
        <p:spPr>
          <a:xfrm>
            <a:off x="3201120" y="4249440"/>
            <a:ext cx="468000" cy="349560"/>
          </a:xfrm>
          <a:custGeom>
            <a:avLst/>
            <a:gdLst/>
            <a:ahLst/>
            <a:rect l="0" t="0" r="r" b="b"/>
            <a:pathLst>
              <a:path w="1300" h="971">
                <a:moveTo>
                  <a:pt x="0" y="971"/>
                </a:moveTo>
                <a:lnTo>
                  <a:pt x="1300" y="971"/>
                </a:lnTo>
                <a:lnTo>
                  <a:pt x="1300" y="0"/>
                </a:lnTo>
                <a:lnTo>
                  <a:pt x="0" y="0"/>
                </a:lnTo>
                <a:lnTo>
                  <a:pt x="0" y="971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253" name=""/>
          <p:cNvSpPr/>
          <p:nvPr/>
        </p:nvSpPr>
        <p:spPr>
          <a:xfrm>
            <a:off x="4145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54" name=""/>
          <p:cNvSpPr/>
          <p:nvPr/>
        </p:nvSpPr>
        <p:spPr>
          <a:xfrm>
            <a:off x="4147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55" name=""/>
          <p:cNvSpPr/>
          <p:nvPr/>
        </p:nvSpPr>
        <p:spPr>
          <a:xfrm>
            <a:off x="41493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56" name=""/>
          <p:cNvSpPr/>
          <p:nvPr/>
        </p:nvSpPr>
        <p:spPr>
          <a:xfrm>
            <a:off x="4151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57" name=""/>
          <p:cNvSpPr/>
          <p:nvPr/>
        </p:nvSpPr>
        <p:spPr>
          <a:xfrm>
            <a:off x="4153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58" name=""/>
          <p:cNvSpPr/>
          <p:nvPr/>
        </p:nvSpPr>
        <p:spPr>
          <a:xfrm>
            <a:off x="4155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59" name=""/>
          <p:cNvSpPr/>
          <p:nvPr/>
        </p:nvSpPr>
        <p:spPr>
          <a:xfrm>
            <a:off x="4156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0" name=""/>
          <p:cNvSpPr/>
          <p:nvPr/>
        </p:nvSpPr>
        <p:spPr>
          <a:xfrm>
            <a:off x="4158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1" name=""/>
          <p:cNvSpPr/>
          <p:nvPr/>
        </p:nvSpPr>
        <p:spPr>
          <a:xfrm>
            <a:off x="4160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2" name=""/>
          <p:cNvSpPr/>
          <p:nvPr/>
        </p:nvSpPr>
        <p:spPr>
          <a:xfrm>
            <a:off x="4162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3" name=""/>
          <p:cNvSpPr/>
          <p:nvPr/>
        </p:nvSpPr>
        <p:spPr>
          <a:xfrm>
            <a:off x="4164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4" name=""/>
          <p:cNvSpPr/>
          <p:nvPr/>
        </p:nvSpPr>
        <p:spPr>
          <a:xfrm>
            <a:off x="4165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5" name=""/>
          <p:cNvSpPr/>
          <p:nvPr/>
        </p:nvSpPr>
        <p:spPr>
          <a:xfrm>
            <a:off x="4167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6" name=""/>
          <p:cNvSpPr/>
          <p:nvPr/>
        </p:nvSpPr>
        <p:spPr>
          <a:xfrm>
            <a:off x="4169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7" name=""/>
          <p:cNvSpPr/>
          <p:nvPr/>
        </p:nvSpPr>
        <p:spPr>
          <a:xfrm>
            <a:off x="4171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8" name=""/>
          <p:cNvSpPr/>
          <p:nvPr/>
        </p:nvSpPr>
        <p:spPr>
          <a:xfrm>
            <a:off x="41731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69" name=""/>
          <p:cNvSpPr/>
          <p:nvPr/>
        </p:nvSpPr>
        <p:spPr>
          <a:xfrm>
            <a:off x="4175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0" name=""/>
          <p:cNvSpPr/>
          <p:nvPr/>
        </p:nvSpPr>
        <p:spPr>
          <a:xfrm>
            <a:off x="4177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1" name=""/>
          <p:cNvSpPr/>
          <p:nvPr/>
        </p:nvSpPr>
        <p:spPr>
          <a:xfrm>
            <a:off x="4178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2" name=""/>
          <p:cNvSpPr/>
          <p:nvPr/>
        </p:nvSpPr>
        <p:spPr>
          <a:xfrm>
            <a:off x="4180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3" name=""/>
          <p:cNvSpPr/>
          <p:nvPr/>
        </p:nvSpPr>
        <p:spPr>
          <a:xfrm>
            <a:off x="4182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4" name=""/>
          <p:cNvSpPr/>
          <p:nvPr/>
        </p:nvSpPr>
        <p:spPr>
          <a:xfrm>
            <a:off x="4184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6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5" name=""/>
          <p:cNvSpPr/>
          <p:nvPr/>
        </p:nvSpPr>
        <p:spPr>
          <a:xfrm>
            <a:off x="4186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6" name=""/>
          <p:cNvSpPr/>
          <p:nvPr/>
        </p:nvSpPr>
        <p:spPr>
          <a:xfrm>
            <a:off x="4187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7" name=""/>
          <p:cNvSpPr/>
          <p:nvPr/>
        </p:nvSpPr>
        <p:spPr>
          <a:xfrm>
            <a:off x="4189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8" name=""/>
          <p:cNvSpPr/>
          <p:nvPr/>
        </p:nvSpPr>
        <p:spPr>
          <a:xfrm>
            <a:off x="4191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79" name=""/>
          <p:cNvSpPr/>
          <p:nvPr/>
        </p:nvSpPr>
        <p:spPr>
          <a:xfrm>
            <a:off x="4193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0" name=""/>
          <p:cNvSpPr/>
          <p:nvPr/>
        </p:nvSpPr>
        <p:spPr>
          <a:xfrm>
            <a:off x="4195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1" name=""/>
          <p:cNvSpPr/>
          <p:nvPr/>
        </p:nvSpPr>
        <p:spPr>
          <a:xfrm>
            <a:off x="41968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2" name=""/>
          <p:cNvSpPr/>
          <p:nvPr/>
        </p:nvSpPr>
        <p:spPr>
          <a:xfrm>
            <a:off x="4199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0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3" name=""/>
          <p:cNvSpPr/>
          <p:nvPr/>
        </p:nvSpPr>
        <p:spPr>
          <a:xfrm>
            <a:off x="4200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4" name=""/>
          <p:cNvSpPr/>
          <p:nvPr/>
        </p:nvSpPr>
        <p:spPr>
          <a:xfrm>
            <a:off x="4202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3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5" name=""/>
          <p:cNvSpPr/>
          <p:nvPr/>
        </p:nvSpPr>
        <p:spPr>
          <a:xfrm>
            <a:off x="4204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6" name=""/>
          <p:cNvSpPr/>
          <p:nvPr/>
        </p:nvSpPr>
        <p:spPr>
          <a:xfrm>
            <a:off x="4206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6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7" name=""/>
          <p:cNvSpPr/>
          <p:nvPr/>
        </p:nvSpPr>
        <p:spPr>
          <a:xfrm>
            <a:off x="4208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8" name=""/>
          <p:cNvSpPr/>
          <p:nvPr/>
        </p:nvSpPr>
        <p:spPr>
          <a:xfrm>
            <a:off x="4209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9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89" name=""/>
          <p:cNvSpPr/>
          <p:nvPr/>
        </p:nvSpPr>
        <p:spPr>
          <a:xfrm>
            <a:off x="4211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0" name=""/>
          <p:cNvSpPr/>
          <p:nvPr/>
        </p:nvSpPr>
        <p:spPr>
          <a:xfrm>
            <a:off x="4213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c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1" name=""/>
          <p:cNvSpPr/>
          <p:nvPr/>
        </p:nvSpPr>
        <p:spPr>
          <a:xfrm>
            <a:off x="4215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2" name=""/>
          <p:cNvSpPr/>
          <p:nvPr/>
        </p:nvSpPr>
        <p:spPr>
          <a:xfrm>
            <a:off x="4217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f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3" name=""/>
          <p:cNvSpPr/>
          <p:nvPr/>
        </p:nvSpPr>
        <p:spPr>
          <a:xfrm>
            <a:off x="4218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4" name=""/>
          <p:cNvSpPr/>
          <p:nvPr/>
        </p:nvSpPr>
        <p:spPr>
          <a:xfrm>
            <a:off x="42206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5" name=""/>
          <p:cNvSpPr/>
          <p:nvPr/>
        </p:nvSpPr>
        <p:spPr>
          <a:xfrm>
            <a:off x="4222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6" name=""/>
          <p:cNvSpPr/>
          <p:nvPr/>
        </p:nvSpPr>
        <p:spPr>
          <a:xfrm>
            <a:off x="4224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6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7" name=""/>
          <p:cNvSpPr/>
          <p:nvPr/>
        </p:nvSpPr>
        <p:spPr>
          <a:xfrm>
            <a:off x="4226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8" name=""/>
          <p:cNvSpPr/>
          <p:nvPr/>
        </p:nvSpPr>
        <p:spPr>
          <a:xfrm>
            <a:off x="4228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9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299" name=""/>
          <p:cNvSpPr/>
          <p:nvPr/>
        </p:nvSpPr>
        <p:spPr>
          <a:xfrm>
            <a:off x="4230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b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0" name=""/>
          <p:cNvSpPr/>
          <p:nvPr/>
        </p:nvSpPr>
        <p:spPr>
          <a:xfrm>
            <a:off x="4231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d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1" name=""/>
          <p:cNvSpPr/>
          <p:nvPr/>
        </p:nvSpPr>
        <p:spPr>
          <a:xfrm>
            <a:off x="4233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2" name=""/>
          <p:cNvSpPr/>
          <p:nvPr/>
        </p:nvSpPr>
        <p:spPr>
          <a:xfrm>
            <a:off x="4235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0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3" name=""/>
          <p:cNvSpPr/>
          <p:nvPr/>
        </p:nvSpPr>
        <p:spPr>
          <a:xfrm>
            <a:off x="4237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2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4" name=""/>
          <p:cNvSpPr/>
          <p:nvPr/>
        </p:nvSpPr>
        <p:spPr>
          <a:xfrm>
            <a:off x="4239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4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5" name=""/>
          <p:cNvSpPr/>
          <p:nvPr/>
        </p:nvSpPr>
        <p:spPr>
          <a:xfrm>
            <a:off x="4240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6" name=""/>
          <p:cNvSpPr/>
          <p:nvPr/>
        </p:nvSpPr>
        <p:spPr>
          <a:xfrm>
            <a:off x="4242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7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7" name=""/>
          <p:cNvSpPr/>
          <p:nvPr/>
        </p:nvSpPr>
        <p:spPr>
          <a:xfrm>
            <a:off x="42444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9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8" name=""/>
          <p:cNvSpPr/>
          <p:nvPr/>
        </p:nvSpPr>
        <p:spPr>
          <a:xfrm>
            <a:off x="4246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b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09" name=""/>
          <p:cNvSpPr/>
          <p:nvPr/>
        </p:nvSpPr>
        <p:spPr>
          <a:xfrm>
            <a:off x="4248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0" name=""/>
          <p:cNvSpPr/>
          <p:nvPr/>
        </p:nvSpPr>
        <p:spPr>
          <a:xfrm>
            <a:off x="4250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e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1" name=""/>
          <p:cNvSpPr/>
          <p:nvPr/>
        </p:nvSpPr>
        <p:spPr>
          <a:xfrm>
            <a:off x="4251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0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2" name=""/>
          <p:cNvSpPr/>
          <p:nvPr/>
        </p:nvSpPr>
        <p:spPr>
          <a:xfrm>
            <a:off x="4253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2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3" name=""/>
          <p:cNvSpPr/>
          <p:nvPr/>
        </p:nvSpPr>
        <p:spPr>
          <a:xfrm>
            <a:off x="4255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4" name=""/>
          <p:cNvSpPr/>
          <p:nvPr/>
        </p:nvSpPr>
        <p:spPr>
          <a:xfrm>
            <a:off x="4257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5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5" name=""/>
          <p:cNvSpPr/>
          <p:nvPr/>
        </p:nvSpPr>
        <p:spPr>
          <a:xfrm>
            <a:off x="4259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6" name=""/>
          <p:cNvSpPr/>
          <p:nvPr/>
        </p:nvSpPr>
        <p:spPr>
          <a:xfrm>
            <a:off x="4260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7" name=""/>
          <p:cNvSpPr/>
          <p:nvPr/>
        </p:nvSpPr>
        <p:spPr>
          <a:xfrm>
            <a:off x="4262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8" name=""/>
          <p:cNvSpPr/>
          <p:nvPr/>
        </p:nvSpPr>
        <p:spPr>
          <a:xfrm>
            <a:off x="4264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c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19" name=""/>
          <p:cNvSpPr/>
          <p:nvPr/>
        </p:nvSpPr>
        <p:spPr>
          <a:xfrm>
            <a:off x="4266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0" name=""/>
          <p:cNvSpPr/>
          <p:nvPr/>
        </p:nvSpPr>
        <p:spPr>
          <a:xfrm>
            <a:off x="4268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f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1" name=""/>
          <p:cNvSpPr/>
          <p:nvPr/>
        </p:nvSpPr>
        <p:spPr>
          <a:xfrm>
            <a:off x="42699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2" name=""/>
          <p:cNvSpPr/>
          <p:nvPr/>
        </p:nvSpPr>
        <p:spPr>
          <a:xfrm>
            <a:off x="4272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3" name=""/>
          <p:cNvSpPr/>
          <p:nvPr/>
        </p:nvSpPr>
        <p:spPr>
          <a:xfrm>
            <a:off x="4273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4" name=""/>
          <p:cNvSpPr/>
          <p:nvPr/>
        </p:nvSpPr>
        <p:spPr>
          <a:xfrm>
            <a:off x="4275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5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5" name=""/>
          <p:cNvSpPr/>
          <p:nvPr/>
        </p:nvSpPr>
        <p:spPr>
          <a:xfrm>
            <a:off x="4277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6" name=""/>
          <p:cNvSpPr/>
          <p:nvPr/>
        </p:nvSpPr>
        <p:spPr>
          <a:xfrm>
            <a:off x="4279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8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7" name=""/>
          <p:cNvSpPr/>
          <p:nvPr/>
        </p:nvSpPr>
        <p:spPr>
          <a:xfrm>
            <a:off x="4281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8" name=""/>
          <p:cNvSpPr/>
          <p:nvPr/>
        </p:nvSpPr>
        <p:spPr>
          <a:xfrm>
            <a:off x="4282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b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29" name=""/>
          <p:cNvSpPr/>
          <p:nvPr/>
        </p:nvSpPr>
        <p:spPr>
          <a:xfrm>
            <a:off x="4284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0" name=""/>
          <p:cNvSpPr/>
          <p:nvPr/>
        </p:nvSpPr>
        <p:spPr>
          <a:xfrm>
            <a:off x="4286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1" name=""/>
          <p:cNvSpPr/>
          <p:nvPr/>
        </p:nvSpPr>
        <p:spPr>
          <a:xfrm>
            <a:off x="4288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2" name=""/>
          <p:cNvSpPr/>
          <p:nvPr/>
        </p:nvSpPr>
        <p:spPr>
          <a:xfrm>
            <a:off x="4290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0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3" name=""/>
          <p:cNvSpPr/>
          <p:nvPr/>
        </p:nvSpPr>
        <p:spPr>
          <a:xfrm>
            <a:off x="4291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4" name=""/>
          <p:cNvSpPr/>
          <p:nvPr/>
        </p:nvSpPr>
        <p:spPr>
          <a:xfrm>
            <a:off x="42937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5" name=""/>
          <p:cNvSpPr/>
          <p:nvPr/>
        </p:nvSpPr>
        <p:spPr>
          <a:xfrm>
            <a:off x="4295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6" name=""/>
          <p:cNvSpPr/>
          <p:nvPr/>
        </p:nvSpPr>
        <p:spPr>
          <a:xfrm>
            <a:off x="4297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5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7" name=""/>
          <p:cNvSpPr/>
          <p:nvPr/>
        </p:nvSpPr>
        <p:spPr>
          <a:xfrm>
            <a:off x="4299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8" name=""/>
          <p:cNvSpPr/>
          <p:nvPr/>
        </p:nvSpPr>
        <p:spPr>
          <a:xfrm>
            <a:off x="4301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39" name=""/>
          <p:cNvSpPr/>
          <p:nvPr/>
        </p:nvSpPr>
        <p:spPr>
          <a:xfrm>
            <a:off x="4303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0" name=""/>
          <p:cNvSpPr/>
          <p:nvPr/>
        </p:nvSpPr>
        <p:spPr>
          <a:xfrm>
            <a:off x="4304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1" name=""/>
          <p:cNvSpPr/>
          <p:nvPr/>
        </p:nvSpPr>
        <p:spPr>
          <a:xfrm>
            <a:off x="4306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2" name=""/>
          <p:cNvSpPr/>
          <p:nvPr/>
        </p:nvSpPr>
        <p:spPr>
          <a:xfrm>
            <a:off x="4308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3" name=""/>
          <p:cNvSpPr/>
          <p:nvPr/>
        </p:nvSpPr>
        <p:spPr>
          <a:xfrm>
            <a:off x="4310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4" name=""/>
          <p:cNvSpPr/>
          <p:nvPr/>
        </p:nvSpPr>
        <p:spPr>
          <a:xfrm>
            <a:off x="4312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5" name=""/>
          <p:cNvSpPr/>
          <p:nvPr/>
        </p:nvSpPr>
        <p:spPr>
          <a:xfrm>
            <a:off x="4313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6" name=""/>
          <p:cNvSpPr/>
          <p:nvPr/>
        </p:nvSpPr>
        <p:spPr>
          <a:xfrm>
            <a:off x="4315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7" name=""/>
          <p:cNvSpPr/>
          <p:nvPr/>
        </p:nvSpPr>
        <p:spPr>
          <a:xfrm>
            <a:off x="43174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8" name=""/>
          <p:cNvSpPr/>
          <p:nvPr/>
        </p:nvSpPr>
        <p:spPr>
          <a:xfrm>
            <a:off x="4319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49" name=""/>
          <p:cNvSpPr/>
          <p:nvPr/>
        </p:nvSpPr>
        <p:spPr>
          <a:xfrm>
            <a:off x="4321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0" name=""/>
          <p:cNvSpPr/>
          <p:nvPr/>
        </p:nvSpPr>
        <p:spPr>
          <a:xfrm>
            <a:off x="4323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1" name=""/>
          <p:cNvSpPr/>
          <p:nvPr/>
        </p:nvSpPr>
        <p:spPr>
          <a:xfrm>
            <a:off x="4325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2" name=""/>
          <p:cNvSpPr/>
          <p:nvPr/>
        </p:nvSpPr>
        <p:spPr>
          <a:xfrm>
            <a:off x="4326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3" name=""/>
          <p:cNvSpPr/>
          <p:nvPr/>
        </p:nvSpPr>
        <p:spPr>
          <a:xfrm>
            <a:off x="4328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4" name=""/>
          <p:cNvSpPr/>
          <p:nvPr/>
        </p:nvSpPr>
        <p:spPr>
          <a:xfrm>
            <a:off x="4330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5" name=""/>
          <p:cNvSpPr/>
          <p:nvPr/>
        </p:nvSpPr>
        <p:spPr>
          <a:xfrm>
            <a:off x="4332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6" name=""/>
          <p:cNvSpPr/>
          <p:nvPr/>
        </p:nvSpPr>
        <p:spPr>
          <a:xfrm>
            <a:off x="4334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7" name=""/>
          <p:cNvSpPr/>
          <p:nvPr/>
        </p:nvSpPr>
        <p:spPr>
          <a:xfrm>
            <a:off x="4335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8" name=""/>
          <p:cNvSpPr/>
          <p:nvPr/>
        </p:nvSpPr>
        <p:spPr>
          <a:xfrm>
            <a:off x="4337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59" name=""/>
          <p:cNvSpPr/>
          <p:nvPr/>
        </p:nvSpPr>
        <p:spPr>
          <a:xfrm>
            <a:off x="4339440" y="4257000"/>
            <a:ext cx="4680" cy="349560"/>
          </a:xfrm>
          <a:custGeom>
            <a:avLst/>
            <a:gdLst/>
            <a:ahLst/>
            <a:rect l="0" t="0" r="r" b="b"/>
            <a:pathLst>
              <a:path w="13" h="971">
                <a:moveTo>
                  <a:pt x="0" y="971"/>
                </a:moveTo>
                <a:lnTo>
                  <a:pt x="0" y="0"/>
                </a:lnTo>
                <a:lnTo>
                  <a:pt x="13" y="0"/>
                </a:lnTo>
                <a:lnTo>
                  <a:pt x="13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0" name=""/>
          <p:cNvSpPr/>
          <p:nvPr/>
        </p:nvSpPr>
        <p:spPr>
          <a:xfrm>
            <a:off x="434340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1" name=""/>
          <p:cNvSpPr/>
          <p:nvPr/>
        </p:nvSpPr>
        <p:spPr>
          <a:xfrm>
            <a:off x="4347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2" name=""/>
          <p:cNvSpPr/>
          <p:nvPr/>
        </p:nvSpPr>
        <p:spPr>
          <a:xfrm>
            <a:off x="4348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3" name=""/>
          <p:cNvSpPr/>
          <p:nvPr/>
        </p:nvSpPr>
        <p:spPr>
          <a:xfrm>
            <a:off x="435060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4" name=""/>
          <p:cNvSpPr/>
          <p:nvPr/>
        </p:nvSpPr>
        <p:spPr>
          <a:xfrm>
            <a:off x="4354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5" name=""/>
          <p:cNvSpPr/>
          <p:nvPr/>
        </p:nvSpPr>
        <p:spPr>
          <a:xfrm>
            <a:off x="4356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6" name=""/>
          <p:cNvSpPr/>
          <p:nvPr/>
        </p:nvSpPr>
        <p:spPr>
          <a:xfrm>
            <a:off x="435780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7" name=""/>
          <p:cNvSpPr/>
          <p:nvPr/>
        </p:nvSpPr>
        <p:spPr>
          <a:xfrm>
            <a:off x="4361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8" name=""/>
          <p:cNvSpPr/>
          <p:nvPr/>
        </p:nvSpPr>
        <p:spPr>
          <a:xfrm>
            <a:off x="4363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69" name=""/>
          <p:cNvSpPr/>
          <p:nvPr/>
        </p:nvSpPr>
        <p:spPr>
          <a:xfrm>
            <a:off x="43650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0" name=""/>
          <p:cNvSpPr/>
          <p:nvPr/>
        </p:nvSpPr>
        <p:spPr>
          <a:xfrm>
            <a:off x="4367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1" name=""/>
          <p:cNvSpPr/>
          <p:nvPr/>
        </p:nvSpPr>
        <p:spPr>
          <a:xfrm>
            <a:off x="436896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2" name=""/>
          <p:cNvSpPr/>
          <p:nvPr/>
        </p:nvSpPr>
        <p:spPr>
          <a:xfrm>
            <a:off x="4372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3" name=""/>
          <p:cNvSpPr/>
          <p:nvPr/>
        </p:nvSpPr>
        <p:spPr>
          <a:xfrm>
            <a:off x="4374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4" name=""/>
          <p:cNvSpPr/>
          <p:nvPr/>
        </p:nvSpPr>
        <p:spPr>
          <a:xfrm>
            <a:off x="437616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5" name=""/>
          <p:cNvSpPr/>
          <p:nvPr/>
        </p:nvSpPr>
        <p:spPr>
          <a:xfrm>
            <a:off x="437976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6" name=""/>
          <p:cNvSpPr/>
          <p:nvPr/>
        </p:nvSpPr>
        <p:spPr>
          <a:xfrm>
            <a:off x="4383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7" name=""/>
          <p:cNvSpPr/>
          <p:nvPr/>
        </p:nvSpPr>
        <p:spPr>
          <a:xfrm>
            <a:off x="4385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8" name=""/>
          <p:cNvSpPr/>
          <p:nvPr/>
        </p:nvSpPr>
        <p:spPr>
          <a:xfrm>
            <a:off x="4386960" y="4257000"/>
            <a:ext cx="4320" cy="349560"/>
          </a:xfrm>
          <a:custGeom>
            <a:avLst/>
            <a:gdLst/>
            <a:ahLst/>
            <a:rect l="0" t="0" r="r" b="b"/>
            <a:pathLst>
              <a:path w="12" h="971">
                <a:moveTo>
                  <a:pt x="0" y="971"/>
                </a:moveTo>
                <a:lnTo>
                  <a:pt x="0" y="0"/>
                </a:lnTo>
                <a:lnTo>
                  <a:pt x="12" y="0"/>
                </a:lnTo>
                <a:lnTo>
                  <a:pt x="12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79" name=""/>
          <p:cNvSpPr/>
          <p:nvPr/>
        </p:nvSpPr>
        <p:spPr>
          <a:xfrm>
            <a:off x="4390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0" name=""/>
          <p:cNvSpPr/>
          <p:nvPr/>
        </p:nvSpPr>
        <p:spPr>
          <a:xfrm>
            <a:off x="4392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1" name=""/>
          <p:cNvSpPr/>
          <p:nvPr/>
        </p:nvSpPr>
        <p:spPr>
          <a:xfrm>
            <a:off x="4394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2" name=""/>
          <p:cNvSpPr/>
          <p:nvPr/>
        </p:nvSpPr>
        <p:spPr>
          <a:xfrm>
            <a:off x="4396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3" name=""/>
          <p:cNvSpPr/>
          <p:nvPr/>
        </p:nvSpPr>
        <p:spPr>
          <a:xfrm>
            <a:off x="4398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4" name=""/>
          <p:cNvSpPr/>
          <p:nvPr/>
        </p:nvSpPr>
        <p:spPr>
          <a:xfrm>
            <a:off x="4399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5" name=""/>
          <p:cNvSpPr/>
          <p:nvPr/>
        </p:nvSpPr>
        <p:spPr>
          <a:xfrm>
            <a:off x="44017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6" name=""/>
          <p:cNvSpPr/>
          <p:nvPr/>
        </p:nvSpPr>
        <p:spPr>
          <a:xfrm>
            <a:off x="44053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7" name=""/>
          <p:cNvSpPr/>
          <p:nvPr/>
        </p:nvSpPr>
        <p:spPr>
          <a:xfrm>
            <a:off x="4408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8" name=""/>
          <p:cNvSpPr/>
          <p:nvPr/>
        </p:nvSpPr>
        <p:spPr>
          <a:xfrm>
            <a:off x="4410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89" name=""/>
          <p:cNvSpPr/>
          <p:nvPr/>
        </p:nvSpPr>
        <p:spPr>
          <a:xfrm>
            <a:off x="44125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0" name=""/>
          <p:cNvSpPr/>
          <p:nvPr/>
        </p:nvSpPr>
        <p:spPr>
          <a:xfrm>
            <a:off x="4414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1" name=""/>
          <p:cNvSpPr/>
          <p:nvPr/>
        </p:nvSpPr>
        <p:spPr>
          <a:xfrm>
            <a:off x="4416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2" name=""/>
          <p:cNvSpPr/>
          <p:nvPr/>
        </p:nvSpPr>
        <p:spPr>
          <a:xfrm>
            <a:off x="4418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3" name=""/>
          <p:cNvSpPr/>
          <p:nvPr/>
        </p:nvSpPr>
        <p:spPr>
          <a:xfrm>
            <a:off x="4420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4" name=""/>
          <p:cNvSpPr/>
          <p:nvPr/>
        </p:nvSpPr>
        <p:spPr>
          <a:xfrm>
            <a:off x="4421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5" name=""/>
          <p:cNvSpPr/>
          <p:nvPr/>
        </p:nvSpPr>
        <p:spPr>
          <a:xfrm>
            <a:off x="4423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6" name=""/>
          <p:cNvSpPr/>
          <p:nvPr/>
        </p:nvSpPr>
        <p:spPr>
          <a:xfrm>
            <a:off x="4425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7" name=""/>
          <p:cNvSpPr/>
          <p:nvPr/>
        </p:nvSpPr>
        <p:spPr>
          <a:xfrm>
            <a:off x="4427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8" name=""/>
          <p:cNvSpPr/>
          <p:nvPr/>
        </p:nvSpPr>
        <p:spPr>
          <a:xfrm>
            <a:off x="4429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399" name=""/>
          <p:cNvSpPr/>
          <p:nvPr/>
        </p:nvSpPr>
        <p:spPr>
          <a:xfrm>
            <a:off x="4430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0" name=""/>
          <p:cNvSpPr/>
          <p:nvPr/>
        </p:nvSpPr>
        <p:spPr>
          <a:xfrm>
            <a:off x="4432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1" name=""/>
          <p:cNvSpPr/>
          <p:nvPr/>
        </p:nvSpPr>
        <p:spPr>
          <a:xfrm>
            <a:off x="4434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2" name=""/>
          <p:cNvSpPr/>
          <p:nvPr/>
        </p:nvSpPr>
        <p:spPr>
          <a:xfrm>
            <a:off x="44362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3" name=""/>
          <p:cNvSpPr/>
          <p:nvPr/>
        </p:nvSpPr>
        <p:spPr>
          <a:xfrm>
            <a:off x="4438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4" name=""/>
          <p:cNvSpPr/>
          <p:nvPr/>
        </p:nvSpPr>
        <p:spPr>
          <a:xfrm>
            <a:off x="4440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5" name=""/>
          <p:cNvSpPr/>
          <p:nvPr/>
        </p:nvSpPr>
        <p:spPr>
          <a:xfrm>
            <a:off x="4442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6" name=""/>
          <p:cNvSpPr/>
          <p:nvPr/>
        </p:nvSpPr>
        <p:spPr>
          <a:xfrm>
            <a:off x="4443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7" name=""/>
          <p:cNvSpPr/>
          <p:nvPr/>
        </p:nvSpPr>
        <p:spPr>
          <a:xfrm>
            <a:off x="4445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8" name=""/>
          <p:cNvSpPr/>
          <p:nvPr/>
        </p:nvSpPr>
        <p:spPr>
          <a:xfrm>
            <a:off x="4447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09" name=""/>
          <p:cNvSpPr/>
          <p:nvPr/>
        </p:nvSpPr>
        <p:spPr>
          <a:xfrm>
            <a:off x="4449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0" name=""/>
          <p:cNvSpPr/>
          <p:nvPr/>
        </p:nvSpPr>
        <p:spPr>
          <a:xfrm>
            <a:off x="4451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1" name=""/>
          <p:cNvSpPr/>
          <p:nvPr/>
        </p:nvSpPr>
        <p:spPr>
          <a:xfrm>
            <a:off x="4452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2" name=""/>
          <p:cNvSpPr/>
          <p:nvPr/>
        </p:nvSpPr>
        <p:spPr>
          <a:xfrm>
            <a:off x="4454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3" name=""/>
          <p:cNvSpPr/>
          <p:nvPr/>
        </p:nvSpPr>
        <p:spPr>
          <a:xfrm>
            <a:off x="4456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4" name=""/>
          <p:cNvSpPr/>
          <p:nvPr/>
        </p:nvSpPr>
        <p:spPr>
          <a:xfrm>
            <a:off x="4458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5" name=""/>
          <p:cNvSpPr/>
          <p:nvPr/>
        </p:nvSpPr>
        <p:spPr>
          <a:xfrm>
            <a:off x="44600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6" name=""/>
          <p:cNvSpPr/>
          <p:nvPr/>
        </p:nvSpPr>
        <p:spPr>
          <a:xfrm>
            <a:off x="4462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7" name=""/>
          <p:cNvSpPr/>
          <p:nvPr/>
        </p:nvSpPr>
        <p:spPr>
          <a:xfrm>
            <a:off x="4464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8" name=""/>
          <p:cNvSpPr/>
          <p:nvPr/>
        </p:nvSpPr>
        <p:spPr>
          <a:xfrm>
            <a:off x="4465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1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19" name=""/>
          <p:cNvSpPr/>
          <p:nvPr/>
        </p:nvSpPr>
        <p:spPr>
          <a:xfrm>
            <a:off x="4467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0" name=""/>
          <p:cNvSpPr/>
          <p:nvPr/>
        </p:nvSpPr>
        <p:spPr>
          <a:xfrm>
            <a:off x="4469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1" name=""/>
          <p:cNvSpPr/>
          <p:nvPr/>
        </p:nvSpPr>
        <p:spPr>
          <a:xfrm>
            <a:off x="4471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2" name=""/>
          <p:cNvSpPr/>
          <p:nvPr/>
        </p:nvSpPr>
        <p:spPr>
          <a:xfrm>
            <a:off x="4473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c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3" name=""/>
          <p:cNvSpPr/>
          <p:nvPr/>
        </p:nvSpPr>
        <p:spPr>
          <a:xfrm>
            <a:off x="4474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4" name=""/>
          <p:cNvSpPr/>
          <p:nvPr/>
        </p:nvSpPr>
        <p:spPr>
          <a:xfrm>
            <a:off x="4476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9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5" name=""/>
          <p:cNvSpPr/>
          <p:nvPr/>
        </p:nvSpPr>
        <p:spPr>
          <a:xfrm>
            <a:off x="4478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6" name=""/>
          <p:cNvSpPr/>
          <p:nvPr/>
        </p:nvSpPr>
        <p:spPr>
          <a:xfrm>
            <a:off x="4480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6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7" name=""/>
          <p:cNvSpPr/>
          <p:nvPr/>
        </p:nvSpPr>
        <p:spPr>
          <a:xfrm>
            <a:off x="4482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8" name=""/>
          <p:cNvSpPr/>
          <p:nvPr/>
        </p:nvSpPr>
        <p:spPr>
          <a:xfrm>
            <a:off x="44838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3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29" name=""/>
          <p:cNvSpPr/>
          <p:nvPr/>
        </p:nvSpPr>
        <p:spPr>
          <a:xfrm>
            <a:off x="4485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0" name=""/>
          <p:cNvSpPr/>
          <p:nvPr/>
        </p:nvSpPr>
        <p:spPr>
          <a:xfrm>
            <a:off x="4487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0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1" name=""/>
          <p:cNvSpPr/>
          <p:nvPr/>
        </p:nvSpPr>
        <p:spPr>
          <a:xfrm>
            <a:off x="4489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2" name=""/>
          <p:cNvSpPr/>
          <p:nvPr/>
        </p:nvSpPr>
        <p:spPr>
          <a:xfrm>
            <a:off x="4491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d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3" name=""/>
          <p:cNvSpPr/>
          <p:nvPr/>
        </p:nvSpPr>
        <p:spPr>
          <a:xfrm>
            <a:off x="4493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4" name=""/>
          <p:cNvSpPr/>
          <p:nvPr/>
        </p:nvSpPr>
        <p:spPr>
          <a:xfrm>
            <a:off x="4494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5" name=""/>
          <p:cNvSpPr/>
          <p:nvPr/>
        </p:nvSpPr>
        <p:spPr>
          <a:xfrm>
            <a:off x="4496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6" name=""/>
          <p:cNvSpPr/>
          <p:nvPr/>
        </p:nvSpPr>
        <p:spPr>
          <a:xfrm>
            <a:off x="4498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6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7" name=""/>
          <p:cNvSpPr/>
          <p:nvPr/>
        </p:nvSpPr>
        <p:spPr>
          <a:xfrm>
            <a:off x="4500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8" name=""/>
          <p:cNvSpPr/>
          <p:nvPr/>
        </p:nvSpPr>
        <p:spPr>
          <a:xfrm>
            <a:off x="4502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3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39" name=""/>
          <p:cNvSpPr/>
          <p:nvPr/>
        </p:nvSpPr>
        <p:spPr>
          <a:xfrm>
            <a:off x="4503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1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0" name=""/>
          <p:cNvSpPr/>
          <p:nvPr/>
        </p:nvSpPr>
        <p:spPr>
          <a:xfrm>
            <a:off x="4505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f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1" name=""/>
          <p:cNvSpPr/>
          <p:nvPr/>
        </p:nvSpPr>
        <p:spPr>
          <a:xfrm>
            <a:off x="45075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2" name=""/>
          <p:cNvSpPr/>
          <p:nvPr/>
        </p:nvSpPr>
        <p:spPr>
          <a:xfrm>
            <a:off x="4509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c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3" name=""/>
          <p:cNvSpPr/>
          <p:nvPr/>
        </p:nvSpPr>
        <p:spPr>
          <a:xfrm>
            <a:off x="4511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4" name=""/>
          <p:cNvSpPr/>
          <p:nvPr/>
        </p:nvSpPr>
        <p:spPr>
          <a:xfrm>
            <a:off x="4513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8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5" name=""/>
          <p:cNvSpPr/>
          <p:nvPr/>
        </p:nvSpPr>
        <p:spPr>
          <a:xfrm>
            <a:off x="4515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6" name=""/>
          <p:cNvSpPr/>
          <p:nvPr/>
        </p:nvSpPr>
        <p:spPr>
          <a:xfrm>
            <a:off x="4516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5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7" name=""/>
          <p:cNvSpPr/>
          <p:nvPr/>
        </p:nvSpPr>
        <p:spPr>
          <a:xfrm>
            <a:off x="4518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3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8" name=""/>
          <p:cNvSpPr/>
          <p:nvPr/>
        </p:nvSpPr>
        <p:spPr>
          <a:xfrm>
            <a:off x="4520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1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49" name=""/>
          <p:cNvSpPr/>
          <p:nvPr/>
        </p:nvSpPr>
        <p:spPr>
          <a:xfrm>
            <a:off x="4522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0" name=""/>
          <p:cNvSpPr/>
          <p:nvPr/>
        </p:nvSpPr>
        <p:spPr>
          <a:xfrm>
            <a:off x="4524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e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1" name=""/>
          <p:cNvSpPr/>
          <p:nvPr/>
        </p:nvSpPr>
        <p:spPr>
          <a:xfrm>
            <a:off x="4525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c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2" name=""/>
          <p:cNvSpPr/>
          <p:nvPr/>
        </p:nvSpPr>
        <p:spPr>
          <a:xfrm>
            <a:off x="4527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a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3" name=""/>
          <p:cNvSpPr/>
          <p:nvPr/>
        </p:nvSpPr>
        <p:spPr>
          <a:xfrm>
            <a:off x="4529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4" name=""/>
          <p:cNvSpPr/>
          <p:nvPr/>
        </p:nvSpPr>
        <p:spPr>
          <a:xfrm>
            <a:off x="45313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7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5" name=""/>
          <p:cNvSpPr/>
          <p:nvPr/>
        </p:nvSpPr>
        <p:spPr>
          <a:xfrm>
            <a:off x="4533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6" name=""/>
          <p:cNvSpPr/>
          <p:nvPr/>
        </p:nvSpPr>
        <p:spPr>
          <a:xfrm>
            <a:off x="4535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7" name=""/>
          <p:cNvSpPr/>
          <p:nvPr/>
        </p:nvSpPr>
        <p:spPr>
          <a:xfrm>
            <a:off x="4537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8" name=""/>
          <p:cNvSpPr/>
          <p:nvPr/>
        </p:nvSpPr>
        <p:spPr>
          <a:xfrm>
            <a:off x="4538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0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59" name=""/>
          <p:cNvSpPr/>
          <p:nvPr/>
        </p:nvSpPr>
        <p:spPr>
          <a:xfrm>
            <a:off x="4540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0" name=""/>
          <p:cNvSpPr/>
          <p:nvPr/>
        </p:nvSpPr>
        <p:spPr>
          <a:xfrm>
            <a:off x="4542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d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1" name=""/>
          <p:cNvSpPr/>
          <p:nvPr/>
        </p:nvSpPr>
        <p:spPr>
          <a:xfrm>
            <a:off x="4544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2" name=""/>
          <p:cNvSpPr/>
          <p:nvPr/>
        </p:nvSpPr>
        <p:spPr>
          <a:xfrm>
            <a:off x="4546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a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3" name=""/>
          <p:cNvSpPr/>
          <p:nvPr/>
        </p:nvSpPr>
        <p:spPr>
          <a:xfrm>
            <a:off x="4547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4" name=""/>
          <p:cNvSpPr/>
          <p:nvPr/>
        </p:nvSpPr>
        <p:spPr>
          <a:xfrm>
            <a:off x="4549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7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5" name=""/>
          <p:cNvSpPr/>
          <p:nvPr/>
        </p:nvSpPr>
        <p:spPr>
          <a:xfrm>
            <a:off x="4551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6" name=""/>
          <p:cNvSpPr/>
          <p:nvPr/>
        </p:nvSpPr>
        <p:spPr>
          <a:xfrm>
            <a:off x="4553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4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7" name=""/>
          <p:cNvSpPr/>
          <p:nvPr/>
        </p:nvSpPr>
        <p:spPr>
          <a:xfrm>
            <a:off x="45550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8" name=""/>
          <p:cNvSpPr/>
          <p:nvPr/>
        </p:nvSpPr>
        <p:spPr>
          <a:xfrm>
            <a:off x="4557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1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69" name=""/>
          <p:cNvSpPr/>
          <p:nvPr/>
        </p:nvSpPr>
        <p:spPr>
          <a:xfrm>
            <a:off x="4559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0" name=""/>
          <p:cNvSpPr/>
          <p:nvPr/>
        </p:nvSpPr>
        <p:spPr>
          <a:xfrm>
            <a:off x="4560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1" name=""/>
          <p:cNvSpPr/>
          <p:nvPr/>
        </p:nvSpPr>
        <p:spPr>
          <a:xfrm>
            <a:off x="4562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2" name=""/>
          <p:cNvSpPr/>
          <p:nvPr/>
        </p:nvSpPr>
        <p:spPr>
          <a:xfrm>
            <a:off x="4564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3" name=""/>
          <p:cNvSpPr/>
          <p:nvPr/>
        </p:nvSpPr>
        <p:spPr>
          <a:xfrm>
            <a:off x="4566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4" name=""/>
          <p:cNvSpPr/>
          <p:nvPr/>
        </p:nvSpPr>
        <p:spPr>
          <a:xfrm>
            <a:off x="4568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9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5" name=""/>
          <p:cNvSpPr/>
          <p:nvPr/>
        </p:nvSpPr>
        <p:spPr>
          <a:xfrm>
            <a:off x="4569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6" name=""/>
          <p:cNvSpPr/>
          <p:nvPr/>
        </p:nvSpPr>
        <p:spPr>
          <a:xfrm>
            <a:off x="4571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7" name=""/>
          <p:cNvSpPr/>
          <p:nvPr/>
        </p:nvSpPr>
        <p:spPr>
          <a:xfrm>
            <a:off x="4573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8" name=""/>
          <p:cNvSpPr/>
          <p:nvPr/>
        </p:nvSpPr>
        <p:spPr>
          <a:xfrm>
            <a:off x="4575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79" name=""/>
          <p:cNvSpPr/>
          <p:nvPr/>
        </p:nvSpPr>
        <p:spPr>
          <a:xfrm>
            <a:off x="4577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0" name=""/>
          <p:cNvSpPr/>
          <p:nvPr/>
        </p:nvSpPr>
        <p:spPr>
          <a:xfrm>
            <a:off x="45788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1" name=""/>
          <p:cNvSpPr/>
          <p:nvPr/>
        </p:nvSpPr>
        <p:spPr>
          <a:xfrm>
            <a:off x="4581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2" name=""/>
          <p:cNvSpPr/>
          <p:nvPr/>
        </p:nvSpPr>
        <p:spPr>
          <a:xfrm>
            <a:off x="4582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3" name=""/>
          <p:cNvSpPr/>
          <p:nvPr/>
        </p:nvSpPr>
        <p:spPr>
          <a:xfrm>
            <a:off x="4584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4" name=""/>
          <p:cNvSpPr/>
          <p:nvPr/>
        </p:nvSpPr>
        <p:spPr>
          <a:xfrm>
            <a:off x="4586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5" name=""/>
          <p:cNvSpPr/>
          <p:nvPr/>
        </p:nvSpPr>
        <p:spPr>
          <a:xfrm>
            <a:off x="4588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6" name=""/>
          <p:cNvSpPr/>
          <p:nvPr/>
        </p:nvSpPr>
        <p:spPr>
          <a:xfrm>
            <a:off x="4590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7" name=""/>
          <p:cNvSpPr/>
          <p:nvPr/>
        </p:nvSpPr>
        <p:spPr>
          <a:xfrm>
            <a:off x="4591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8" name=""/>
          <p:cNvSpPr/>
          <p:nvPr/>
        </p:nvSpPr>
        <p:spPr>
          <a:xfrm>
            <a:off x="4593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89" name=""/>
          <p:cNvSpPr/>
          <p:nvPr/>
        </p:nvSpPr>
        <p:spPr>
          <a:xfrm>
            <a:off x="4595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0" name=""/>
          <p:cNvSpPr/>
          <p:nvPr/>
        </p:nvSpPr>
        <p:spPr>
          <a:xfrm>
            <a:off x="4597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1" name=""/>
          <p:cNvSpPr/>
          <p:nvPr/>
        </p:nvSpPr>
        <p:spPr>
          <a:xfrm>
            <a:off x="4599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2" name=""/>
          <p:cNvSpPr/>
          <p:nvPr/>
        </p:nvSpPr>
        <p:spPr>
          <a:xfrm>
            <a:off x="4600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3" name=""/>
          <p:cNvSpPr/>
          <p:nvPr/>
        </p:nvSpPr>
        <p:spPr>
          <a:xfrm>
            <a:off x="46026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4" name=""/>
          <p:cNvSpPr/>
          <p:nvPr/>
        </p:nvSpPr>
        <p:spPr>
          <a:xfrm>
            <a:off x="4604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5" name=""/>
          <p:cNvSpPr/>
          <p:nvPr/>
        </p:nvSpPr>
        <p:spPr>
          <a:xfrm>
            <a:off x="4606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6" name=""/>
          <p:cNvSpPr/>
          <p:nvPr/>
        </p:nvSpPr>
        <p:spPr>
          <a:xfrm>
            <a:off x="4608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7" name=""/>
          <p:cNvSpPr/>
          <p:nvPr/>
        </p:nvSpPr>
        <p:spPr>
          <a:xfrm>
            <a:off x="4610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8" name=""/>
          <p:cNvSpPr/>
          <p:nvPr/>
        </p:nvSpPr>
        <p:spPr>
          <a:xfrm>
            <a:off x="4611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499" name=""/>
          <p:cNvSpPr/>
          <p:nvPr/>
        </p:nvSpPr>
        <p:spPr>
          <a:xfrm>
            <a:off x="4145760" y="4257000"/>
            <a:ext cx="468360" cy="349560"/>
          </a:xfrm>
          <a:custGeom>
            <a:avLst/>
            <a:gdLst/>
            <a:ahLst/>
            <a:rect l="0" t="0" r="r" b="b"/>
            <a:pathLst>
              <a:path w="1301" h="971">
                <a:moveTo>
                  <a:pt x="0" y="971"/>
                </a:moveTo>
                <a:lnTo>
                  <a:pt x="1301" y="971"/>
                </a:lnTo>
                <a:lnTo>
                  <a:pt x="1301" y="0"/>
                </a:lnTo>
                <a:lnTo>
                  <a:pt x="0" y="0"/>
                </a:lnTo>
                <a:lnTo>
                  <a:pt x="0" y="971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500" name=""/>
          <p:cNvSpPr/>
          <p:nvPr/>
        </p:nvSpPr>
        <p:spPr>
          <a:xfrm>
            <a:off x="5016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01" name=""/>
          <p:cNvSpPr/>
          <p:nvPr/>
        </p:nvSpPr>
        <p:spPr>
          <a:xfrm>
            <a:off x="5018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02" name=""/>
          <p:cNvSpPr/>
          <p:nvPr/>
        </p:nvSpPr>
        <p:spPr>
          <a:xfrm>
            <a:off x="5019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03" name=""/>
          <p:cNvSpPr/>
          <p:nvPr/>
        </p:nvSpPr>
        <p:spPr>
          <a:xfrm>
            <a:off x="5021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04" name=""/>
          <p:cNvSpPr/>
          <p:nvPr/>
        </p:nvSpPr>
        <p:spPr>
          <a:xfrm>
            <a:off x="5023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05" name=""/>
          <p:cNvSpPr/>
          <p:nvPr/>
        </p:nvSpPr>
        <p:spPr>
          <a:xfrm>
            <a:off x="5025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06" name=""/>
          <p:cNvSpPr/>
          <p:nvPr/>
        </p:nvSpPr>
        <p:spPr>
          <a:xfrm>
            <a:off x="5027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07" name=""/>
          <p:cNvSpPr/>
          <p:nvPr/>
        </p:nvSpPr>
        <p:spPr>
          <a:xfrm>
            <a:off x="5028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08" name=""/>
          <p:cNvSpPr/>
          <p:nvPr/>
        </p:nvSpPr>
        <p:spPr>
          <a:xfrm>
            <a:off x="5030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09" name=""/>
          <p:cNvSpPr/>
          <p:nvPr/>
        </p:nvSpPr>
        <p:spPr>
          <a:xfrm>
            <a:off x="5032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0" name=""/>
          <p:cNvSpPr/>
          <p:nvPr/>
        </p:nvSpPr>
        <p:spPr>
          <a:xfrm>
            <a:off x="5034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1" name=""/>
          <p:cNvSpPr/>
          <p:nvPr/>
        </p:nvSpPr>
        <p:spPr>
          <a:xfrm>
            <a:off x="5036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2" name=""/>
          <p:cNvSpPr/>
          <p:nvPr/>
        </p:nvSpPr>
        <p:spPr>
          <a:xfrm>
            <a:off x="50378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3" name=""/>
          <p:cNvSpPr/>
          <p:nvPr/>
        </p:nvSpPr>
        <p:spPr>
          <a:xfrm>
            <a:off x="5040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4" name=""/>
          <p:cNvSpPr/>
          <p:nvPr/>
        </p:nvSpPr>
        <p:spPr>
          <a:xfrm>
            <a:off x="5041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5" name=""/>
          <p:cNvSpPr/>
          <p:nvPr/>
        </p:nvSpPr>
        <p:spPr>
          <a:xfrm>
            <a:off x="5043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6" name=""/>
          <p:cNvSpPr/>
          <p:nvPr/>
        </p:nvSpPr>
        <p:spPr>
          <a:xfrm>
            <a:off x="5045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7" name=""/>
          <p:cNvSpPr/>
          <p:nvPr/>
        </p:nvSpPr>
        <p:spPr>
          <a:xfrm>
            <a:off x="5047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8" name=""/>
          <p:cNvSpPr/>
          <p:nvPr/>
        </p:nvSpPr>
        <p:spPr>
          <a:xfrm>
            <a:off x="5049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19" name=""/>
          <p:cNvSpPr/>
          <p:nvPr/>
        </p:nvSpPr>
        <p:spPr>
          <a:xfrm>
            <a:off x="5050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0" name=""/>
          <p:cNvSpPr/>
          <p:nvPr/>
        </p:nvSpPr>
        <p:spPr>
          <a:xfrm>
            <a:off x="5052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1" name=""/>
          <p:cNvSpPr/>
          <p:nvPr/>
        </p:nvSpPr>
        <p:spPr>
          <a:xfrm>
            <a:off x="5054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6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2" name=""/>
          <p:cNvSpPr/>
          <p:nvPr/>
        </p:nvSpPr>
        <p:spPr>
          <a:xfrm>
            <a:off x="5056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3" name=""/>
          <p:cNvSpPr/>
          <p:nvPr/>
        </p:nvSpPr>
        <p:spPr>
          <a:xfrm>
            <a:off x="5058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4" name=""/>
          <p:cNvSpPr/>
          <p:nvPr/>
        </p:nvSpPr>
        <p:spPr>
          <a:xfrm>
            <a:off x="5059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5" name=""/>
          <p:cNvSpPr/>
          <p:nvPr/>
        </p:nvSpPr>
        <p:spPr>
          <a:xfrm>
            <a:off x="50616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6" name=""/>
          <p:cNvSpPr/>
          <p:nvPr/>
        </p:nvSpPr>
        <p:spPr>
          <a:xfrm>
            <a:off x="5063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7" name=""/>
          <p:cNvSpPr/>
          <p:nvPr/>
        </p:nvSpPr>
        <p:spPr>
          <a:xfrm>
            <a:off x="5065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8" name=""/>
          <p:cNvSpPr/>
          <p:nvPr/>
        </p:nvSpPr>
        <p:spPr>
          <a:xfrm>
            <a:off x="5067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29" name=""/>
          <p:cNvSpPr/>
          <p:nvPr/>
        </p:nvSpPr>
        <p:spPr>
          <a:xfrm>
            <a:off x="5069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0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0" name=""/>
          <p:cNvSpPr/>
          <p:nvPr/>
        </p:nvSpPr>
        <p:spPr>
          <a:xfrm>
            <a:off x="5070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1" name=""/>
          <p:cNvSpPr/>
          <p:nvPr/>
        </p:nvSpPr>
        <p:spPr>
          <a:xfrm>
            <a:off x="5072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3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2" name=""/>
          <p:cNvSpPr/>
          <p:nvPr/>
        </p:nvSpPr>
        <p:spPr>
          <a:xfrm>
            <a:off x="5074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3" name=""/>
          <p:cNvSpPr/>
          <p:nvPr/>
        </p:nvSpPr>
        <p:spPr>
          <a:xfrm>
            <a:off x="5076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6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4" name=""/>
          <p:cNvSpPr/>
          <p:nvPr/>
        </p:nvSpPr>
        <p:spPr>
          <a:xfrm>
            <a:off x="5078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5" name=""/>
          <p:cNvSpPr/>
          <p:nvPr/>
        </p:nvSpPr>
        <p:spPr>
          <a:xfrm>
            <a:off x="5079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9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6" name=""/>
          <p:cNvSpPr/>
          <p:nvPr/>
        </p:nvSpPr>
        <p:spPr>
          <a:xfrm>
            <a:off x="5081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7" name=""/>
          <p:cNvSpPr/>
          <p:nvPr/>
        </p:nvSpPr>
        <p:spPr>
          <a:xfrm>
            <a:off x="5083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c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8" name=""/>
          <p:cNvSpPr/>
          <p:nvPr/>
        </p:nvSpPr>
        <p:spPr>
          <a:xfrm>
            <a:off x="50853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39" name=""/>
          <p:cNvSpPr/>
          <p:nvPr/>
        </p:nvSpPr>
        <p:spPr>
          <a:xfrm>
            <a:off x="5087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f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0" name=""/>
          <p:cNvSpPr/>
          <p:nvPr/>
        </p:nvSpPr>
        <p:spPr>
          <a:xfrm>
            <a:off x="5089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1" name=""/>
          <p:cNvSpPr/>
          <p:nvPr/>
        </p:nvSpPr>
        <p:spPr>
          <a:xfrm>
            <a:off x="5091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2" name=""/>
          <p:cNvSpPr/>
          <p:nvPr/>
        </p:nvSpPr>
        <p:spPr>
          <a:xfrm>
            <a:off x="5092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3" name=""/>
          <p:cNvSpPr/>
          <p:nvPr/>
        </p:nvSpPr>
        <p:spPr>
          <a:xfrm>
            <a:off x="5094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6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4" name=""/>
          <p:cNvSpPr/>
          <p:nvPr/>
        </p:nvSpPr>
        <p:spPr>
          <a:xfrm>
            <a:off x="5096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5" name=""/>
          <p:cNvSpPr/>
          <p:nvPr/>
        </p:nvSpPr>
        <p:spPr>
          <a:xfrm>
            <a:off x="5098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9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6" name=""/>
          <p:cNvSpPr/>
          <p:nvPr/>
        </p:nvSpPr>
        <p:spPr>
          <a:xfrm>
            <a:off x="5100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b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7" name=""/>
          <p:cNvSpPr/>
          <p:nvPr/>
        </p:nvSpPr>
        <p:spPr>
          <a:xfrm>
            <a:off x="5101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d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8" name=""/>
          <p:cNvSpPr/>
          <p:nvPr/>
        </p:nvSpPr>
        <p:spPr>
          <a:xfrm>
            <a:off x="5103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49" name=""/>
          <p:cNvSpPr/>
          <p:nvPr/>
        </p:nvSpPr>
        <p:spPr>
          <a:xfrm>
            <a:off x="5105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0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0" name=""/>
          <p:cNvSpPr/>
          <p:nvPr/>
        </p:nvSpPr>
        <p:spPr>
          <a:xfrm>
            <a:off x="5107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2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1" name=""/>
          <p:cNvSpPr/>
          <p:nvPr/>
        </p:nvSpPr>
        <p:spPr>
          <a:xfrm>
            <a:off x="51091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4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2" name=""/>
          <p:cNvSpPr/>
          <p:nvPr/>
        </p:nvSpPr>
        <p:spPr>
          <a:xfrm>
            <a:off x="5111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3" name=""/>
          <p:cNvSpPr/>
          <p:nvPr/>
        </p:nvSpPr>
        <p:spPr>
          <a:xfrm>
            <a:off x="5113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7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4" name=""/>
          <p:cNvSpPr/>
          <p:nvPr/>
        </p:nvSpPr>
        <p:spPr>
          <a:xfrm>
            <a:off x="5114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9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5" name=""/>
          <p:cNvSpPr/>
          <p:nvPr/>
        </p:nvSpPr>
        <p:spPr>
          <a:xfrm>
            <a:off x="5116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b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6" name=""/>
          <p:cNvSpPr/>
          <p:nvPr/>
        </p:nvSpPr>
        <p:spPr>
          <a:xfrm>
            <a:off x="5118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7" name=""/>
          <p:cNvSpPr/>
          <p:nvPr/>
        </p:nvSpPr>
        <p:spPr>
          <a:xfrm>
            <a:off x="5120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e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8" name=""/>
          <p:cNvSpPr/>
          <p:nvPr/>
        </p:nvSpPr>
        <p:spPr>
          <a:xfrm>
            <a:off x="5122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0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59" name=""/>
          <p:cNvSpPr/>
          <p:nvPr/>
        </p:nvSpPr>
        <p:spPr>
          <a:xfrm>
            <a:off x="5123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2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0" name=""/>
          <p:cNvSpPr/>
          <p:nvPr/>
        </p:nvSpPr>
        <p:spPr>
          <a:xfrm>
            <a:off x="5125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1" name=""/>
          <p:cNvSpPr/>
          <p:nvPr/>
        </p:nvSpPr>
        <p:spPr>
          <a:xfrm>
            <a:off x="5127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5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2" name=""/>
          <p:cNvSpPr/>
          <p:nvPr/>
        </p:nvSpPr>
        <p:spPr>
          <a:xfrm>
            <a:off x="5129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3" name=""/>
          <p:cNvSpPr/>
          <p:nvPr/>
        </p:nvSpPr>
        <p:spPr>
          <a:xfrm>
            <a:off x="5131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4" name=""/>
          <p:cNvSpPr/>
          <p:nvPr/>
        </p:nvSpPr>
        <p:spPr>
          <a:xfrm>
            <a:off x="51328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5" name=""/>
          <p:cNvSpPr/>
          <p:nvPr/>
        </p:nvSpPr>
        <p:spPr>
          <a:xfrm>
            <a:off x="5135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c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6" name=""/>
          <p:cNvSpPr/>
          <p:nvPr/>
        </p:nvSpPr>
        <p:spPr>
          <a:xfrm>
            <a:off x="5136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7" name=""/>
          <p:cNvSpPr/>
          <p:nvPr/>
        </p:nvSpPr>
        <p:spPr>
          <a:xfrm>
            <a:off x="5138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f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8" name=""/>
          <p:cNvSpPr/>
          <p:nvPr/>
        </p:nvSpPr>
        <p:spPr>
          <a:xfrm>
            <a:off x="5140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69" name=""/>
          <p:cNvSpPr/>
          <p:nvPr/>
        </p:nvSpPr>
        <p:spPr>
          <a:xfrm>
            <a:off x="5142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0" name=""/>
          <p:cNvSpPr/>
          <p:nvPr/>
        </p:nvSpPr>
        <p:spPr>
          <a:xfrm>
            <a:off x="5144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1" name=""/>
          <p:cNvSpPr/>
          <p:nvPr/>
        </p:nvSpPr>
        <p:spPr>
          <a:xfrm>
            <a:off x="5145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5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2" name=""/>
          <p:cNvSpPr/>
          <p:nvPr/>
        </p:nvSpPr>
        <p:spPr>
          <a:xfrm>
            <a:off x="5147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3" name=""/>
          <p:cNvSpPr/>
          <p:nvPr/>
        </p:nvSpPr>
        <p:spPr>
          <a:xfrm>
            <a:off x="5149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8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4" name=""/>
          <p:cNvSpPr/>
          <p:nvPr/>
        </p:nvSpPr>
        <p:spPr>
          <a:xfrm>
            <a:off x="5151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5" name=""/>
          <p:cNvSpPr/>
          <p:nvPr/>
        </p:nvSpPr>
        <p:spPr>
          <a:xfrm>
            <a:off x="5153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b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6" name=""/>
          <p:cNvSpPr/>
          <p:nvPr/>
        </p:nvSpPr>
        <p:spPr>
          <a:xfrm>
            <a:off x="5154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7" name=""/>
          <p:cNvSpPr/>
          <p:nvPr/>
        </p:nvSpPr>
        <p:spPr>
          <a:xfrm>
            <a:off x="5156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8" name=""/>
          <p:cNvSpPr/>
          <p:nvPr/>
        </p:nvSpPr>
        <p:spPr>
          <a:xfrm>
            <a:off x="51584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79" name=""/>
          <p:cNvSpPr/>
          <p:nvPr/>
        </p:nvSpPr>
        <p:spPr>
          <a:xfrm>
            <a:off x="5160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0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0" name=""/>
          <p:cNvSpPr/>
          <p:nvPr/>
        </p:nvSpPr>
        <p:spPr>
          <a:xfrm>
            <a:off x="5162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1" name=""/>
          <p:cNvSpPr/>
          <p:nvPr/>
        </p:nvSpPr>
        <p:spPr>
          <a:xfrm>
            <a:off x="5164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2" name=""/>
          <p:cNvSpPr/>
          <p:nvPr/>
        </p:nvSpPr>
        <p:spPr>
          <a:xfrm>
            <a:off x="5166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3" name=""/>
          <p:cNvSpPr/>
          <p:nvPr/>
        </p:nvSpPr>
        <p:spPr>
          <a:xfrm>
            <a:off x="5167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5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4" name=""/>
          <p:cNvSpPr/>
          <p:nvPr/>
        </p:nvSpPr>
        <p:spPr>
          <a:xfrm>
            <a:off x="5169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5" name=""/>
          <p:cNvSpPr/>
          <p:nvPr/>
        </p:nvSpPr>
        <p:spPr>
          <a:xfrm>
            <a:off x="5171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6" name=""/>
          <p:cNvSpPr/>
          <p:nvPr/>
        </p:nvSpPr>
        <p:spPr>
          <a:xfrm>
            <a:off x="5173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7" name=""/>
          <p:cNvSpPr/>
          <p:nvPr/>
        </p:nvSpPr>
        <p:spPr>
          <a:xfrm>
            <a:off x="5175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8" name=""/>
          <p:cNvSpPr/>
          <p:nvPr/>
        </p:nvSpPr>
        <p:spPr>
          <a:xfrm>
            <a:off x="5176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89" name=""/>
          <p:cNvSpPr/>
          <p:nvPr/>
        </p:nvSpPr>
        <p:spPr>
          <a:xfrm>
            <a:off x="5178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0" name=""/>
          <p:cNvSpPr/>
          <p:nvPr/>
        </p:nvSpPr>
        <p:spPr>
          <a:xfrm>
            <a:off x="5180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1" name=""/>
          <p:cNvSpPr/>
          <p:nvPr/>
        </p:nvSpPr>
        <p:spPr>
          <a:xfrm>
            <a:off x="51822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2" name=""/>
          <p:cNvSpPr/>
          <p:nvPr/>
        </p:nvSpPr>
        <p:spPr>
          <a:xfrm>
            <a:off x="5184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3" name=""/>
          <p:cNvSpPr/>
          <p:nvPr/>
        </p:nvSpPr>
        <p:spPr>
          <a:xfrm>
            <a:off x="5186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4" name=""/>
          <p:cNvSpPr/>
          <p:nvPr/>
        </p:nvSpPr>
        <p:spPr>
          <a:xfrm>
            <a:off x="5187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5" name=""/>
          <p:cNvSpPr/>
          <p:nvPr/>
        </p:nvSpPr>
        <p:spPr>
          <a:xfrm>
            <a:off x="5189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6" name=""/>
          <p:cNvSpPr/>
          <p:nvPr/>
        </p:nvSpPr>
        <p:spPr>
          <a:xfrm>
            <a:off x="5191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7" name=""/>
          <p:cNvSpPr/>
          <p:nvPr/>
        </p:nvSpPr>
        <p:spPr>
          <a:xfrm>
            <a:off x="5193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8" name=""/>
          <p:cNvSpPr/>
          <p:nvPr/>
        </p:nvSpPr>
        <p:spPr>
          <a:xfrm>
            <a:off x="5195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599" name=""/>
          <p:cNvSpPr/>
          <p:nvPr/>
        </p:nvSpPr>
        <p:spPr>
          <a:xfrm>
            <a:off x="5196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0" name=""/>
          <p:cNvSpPr/>
          <p:nvPr/>
        </p:nvSpPr>
        <p:spPr>
          <a:xfrm>
            <a:off x="5198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1" name=""/>
          <p:cNvSpPr/>
          <p:nvPr/>
        </p:nvSpPr>
        <p:spPr>
          <a:xfrm>
            <a:off x="5200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2" name=""/>
          <p:cNvSpPr/>
          <p:nvPr/>
        </p:nvSpPr>
        <p:spPr>
          <a:xfrm>
            <a:off x="5202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3" name=""/>
          <p:cNvSpPr/>
          <p:nvPr/>
        </p:nvSpPr>
        <p:spPr>
          <a:xfrm>
            <a:off x="5204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4" name=""/>
          <p:cNvSpPr/>
          <p:nvPr/>
        </p:nvSpPr>
        <p:spPr>
          <a:xfrm>
            <a:off x="52059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5" name=""/>
          <p:cNvSpPr/>
          <p:nvPr/>
        </p:nvSpPr>
        <p:spPr>
          <a:xfrm>
            <a:off x="5208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6" name=""/>
          <p:cNvSpPr/>
          <p:nvPr/>
        </p:nvSpPr>
        <p:spPr>
          <a:xfrm>
            <a:off x="52099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7" name=""/>
          <p:cNvSpPr/>
          <p:nvPr/>
        </p:nvSpPr>
        <p:spPr>
          <a:xfrm>
            <a:off x="52135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8" name=""/>
          <p:cNvSpPr/>
          <p:nvPr/>
        </p:nvSpPr>
        <p:spPr>
          <a:xfrm>
            <a:off x="5217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09" name=""/>
          <p:cNvSpPr/>
          <p:nvPr/>
        </p:nvSpPr>
        <p:spPr>
          <a:xfrm>
            <a:off x="5218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0" name=""/>
          <p:cNvSpPr/>
          <p:nvPr/>
        </p:nvSpPr>
        <p:spPr>
          <a:xfrm>
            <a:off x="52207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1" name=""/>
          <p:cNvSpPr/>
          <p:nvPr/>
        </p:nvSpPr>
        <p:spPr>
          <a:xfrm>
            <a:off x="5224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2" name=""/>
          <p:cNvSpPr/>
          <p:nvPr/>
        </p:nvSpPr>
        <p:spPr>
          <a:xfrm>
            <a:off x="5226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3" name=""/>
          <p:cNvSpPr/>
          <p:nvPr/>
        </p:nvSpPr>
        <p:spPr>
          <a:xfrm>
            <a:off x="5227920" y="4257000"/>
            <a:ext cx="4320" cy="349560"/>
          </a:xfrm>
          <a:custGeom>
            <a:avLst/>
            <a:gdLst/>
            <a:ahLst/>
            <a:rect l="0" t="0" r="r" b="b"/>
            <a:pathLst>
              <a:path w="12" h="971">
                <a:moveTo>
                  <a:pt x="0" y="971"/>
                </a:moveTo>
                <a:lnTo>
                  <a:pt x="0" y="0"/>
                </a:lnTo>
                <a:lnTo>
                  <a:pt x="12" y="0"/>
                </a:lnTo>
                <a:lnTo>
                  <a:pt x="12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4" name=""/>
          <p:cNvSpPr/>
          <p:nvPr/>
        </p:nvSpPr>
        <p:spPr>
          <a:xfrm>
            <a:off x="5231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5" name=""/>
          <p:cNvSpPr/>
          <p:nvPr/>
        </p:nvSpPr>
        <p:spPr>
          <a:xfrm>
            <a:off x="5233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6" name=""/>
          <p:cNvSpPr/>
          <p:nvPr/>
        </p:nvSpPr>
        <p:spPr>
          <a:xfrm>
            <a:off x="5235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7" name=""/>
          <p:cNvSpPr/>
          <p:nvPr/>
        </p:nvSpPr>
        <p:spPr>
          <a:xfrm>
            <a:off x="5237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8" name=""/>
          <p:cNvSpPr/>
          <p:nvPr/>
        </p:nvSpPr>
        <p:spPr>
          <a:xfrm>
            <a:off x="523908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19" name=""/>
          <p:cNvSpPr/>
          <p:nvPr/>
        </p:nvSpPr>
        <p:spPr>
          <a:xfrm>
            <a:off x="5242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0" name=""/>
          <p:cNvSpPr/>
          <p:nvPr/>
        </p:nvSpPr>
        <p:spPr>
          <a:xfrm>
            <a:off x="5244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1" name=""/>
          <p:cNvSpPr/>
          <p:nvPr/>
        </p:nvSpPr>
        <p:spPr>
          <a:xfrm>
            <a:off x="524628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2" name=""/>
          <p:cNvSpPr/>
          <p:nvPr/>
        </p:nvSpPr>
        <p:spPr>
          <a:xfrm>
            <a:off x="524988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3" name=""/>
          <p:cNvSpPr/>
          <p:nvPr/>
        </p:nvSpPr>
        <p:spPr>
          <a:xfrm>
            <a:off x="52534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4" name=""/>
          <p:cNvSpPr/>
          <p:nvPr/>
        </p:nvSpPr>
        <p:spPr>
          <a:xfrm>
            <a:off x="5255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5" name=""/>
          <p:cNvSpPr/>
          <p:nvPr/>
        </p:nvSpPr>
        <p:spPr>
          <a:xfrm>
            <a:off x="525744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6" name=""/>
          <p:cNvSpPr/>
          <p:nvPr/>
        </p:nvSpPr>
        <p:spPr>
          <a:xfrm>
            <a:off x="5261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7" name=""/>
          <p:cNvSpPr/>
          <p:nvPr/>
        </p:nvSpPr>
        <p:spPr>
          <a:xfrm>
            <a:off x="5262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8" name=""/>
          <p:cNvSpPr/>
          <p:nvPr/>
        </p:nvSpPr>
        <p:spPr>
          <a:xfrm>
            <a:off x="5264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29" name=""/>
          <p:cNvSpPr/>
          <p:nvPr/>
        </p:nvSpPr>
        <p:spPr>
          <a:xfrm>
            <a:off x="5266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0" name=""/>
          <p:cNvSpPr/>
          <p:nvPr/>
        </p:nvSpPr>
        <p:spPr>
          <a:xfrm>
            <a:off x="5268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1" name=""/>
          <p:cNvSpPr/>
          <p:nvPr/>
        </p:nvSpPr>
        <p:spPr>
          <a:xfrm>
            <a:off x="5270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2" name=""/>
          <p:cNvSpPr/>
          <p:nvPr/>
        </p:nvSpPr>
        <p:spPr>
          <a:xfrm>
            <a:off x="527184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3" name=""/>
          <p:cNvSpPr/>
          <p:nvPr/>
        </p:nvSpPr>
        <p:spPr>
          <a:xfrm>
            <a:off x="5275440" y="4257000"/>
            <a:ext cx="4680" cy="349560"/>
          </a:xfrm>
          <a:custGeom>
            <a:avLst/>
            <a:gdLst/>
            <a:ahLst/>
            <a:rect l="0" t="0" r="r" b="b"/>
            <a:pathLst>
              <a:path w="13" h="971">
                <a:moveTo>
                  <a:pt x="0" y="971"/>
                </a:moveTo>
                <a:lnTo>
                  <a:pt x="0" y="0"/>
                </a:lnTo>
                <a:lnTo>
                  <a:pt x="13" y="0"/>
                </a:lnTo>
                <a:lnTo>
                  <a:pt x="13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4" name=""/>
          <p:cNvSpPr/>
          <p:nvPr/>
        </p:nvSpPr>
        <p:spPr>
          <a:xfrm>
            <a:off x="5279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5" name=""/>
          <p:cNvSpPr/>
          <p:nvPr/>
        </p:nvSpPr>
        <p:spPr>
          <a:xfrm>
            <a:off x="5281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6" name=""/>
          <p:cNvSpPr/>
          <p:nvPr/>
        </p:nvSpPr>
        <p:spPr>
          <a:xfrm>
            <a:off x="5283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7" name=""/>
          <p:cNvSpPr/>
          <p:nvPr/>
        </p:nvSpPr>
        <p:spPr>
          <a:xfrm>
            <a:off x="5284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8" name=""/>
          <p:cNvSpPr/>
          <p:nvPr/>
        </p:nvSpPr>
        <p:spPr>
          <a:xfrm>
            <a:off x="5286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39" name=""/>
          <p:cNvSpPr/>
          <p:nvPr/>
        </p:nvSpPr>
        <p:spPr>
          <a:xfrm>
            <a:off x="5288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0" name=""/>
          <p:cNvSpPr/>
          <p:nvPr/>
        </p:nvSpPr>
        <p:spPr>
          <a:xfrm>
            <a:off x="5290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1" name=""/>
          <p:cNvSpPr/>
          <p:nvPr/>
        </p:nvSpPr>
        <p:spPr>
          <a:xfrm>
            <a:off x="5292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2" name=""/>
          <p:cNvSpPr/>
          <p:nvPr/>
        </p:nvSpPr>
        <p:spPr>
          <a:xfrm>
            <a:off x="5293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3" name=""/>
          <p:cNvSpPr/>
          <p:nvPr/>
        </p:nvSpPr>
        <p:spPr>
          <a:xfrm>
            <a:off x="5295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4" name=""/>
          <p:cNvSpPr/>
          <p:nvPr/>
        </p:nvSpPr>
        <p:spPr>
          <a:xfrm>
            <a:off x="5297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5" name=""/>
          <p:cNvSpPr/>
          <p:nvPr/>
        </p:nvSpPr>
        <p:spPr>
          <a:xfrm>
            <a:off x="5299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6" name=""/>
          <p:cNvSpPr/>
          <p:nvPr/>
        </p:nvSpPr>
        <p:spPr>
          <a:xfrm>
            <a:off x="53010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7" name=""/>
          <p:cNvSpPr/>
          <p:nvPr/>
        </p:nvSpPr>
        <p:spPr>
          <a:xfrm>
            <a:off x="5303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8" name=""/>
          <p:cNvSpPr/>
          <p:nvPr/>
        </p:nvSpPr>
        <p:spPr>
          <a:xfrm>
            <a:off x="5304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49" name=""/>
          <p:cNvSpPr/>
          <p:nvPr/>
        </p:nvSpPr>
        <p:spPr>
          <a:xfrm>
            <a:off x="5306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0" name=""/>
          <p:cNvSpPr/>
          <p:nvPr/>
        </p:nvSpPr>
        <p:spPr>
          <a:xfrm>
            <a:off x="5308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1" name=""/>
          <p:cNvSpPr/>
          <p:nvPr/>
        </p:nvSpPr>
        <p:spPr>
          <a:xfrm>
            <a:off x="5310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2" name=""/>
          <p:cNvSpPr/>
          <p:nvPr/>
        </p:nvSpPr>
        <p:spPr>
          <a:xfrm>
            <a:off x="5312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3" name=""/>
          <p:cNvSpPr/>
          <p:nvPr/>
        </p:nvSpPr>
        <p:spPr>
          <a:xfrm>
            <a:off x="5313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4" name=""/>
          <p:cNvSpPr/>
          <p:nvPr/>
        </p:nvSpPr>
        <p:spPr>
          <a:xfrm>
            <a:off x="5315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5" name=""/>
          <p:cNvSpPr/>
          <p:nvPr/>
        </p:nvSpPr>
        <p:spPr>
          <a:xfrm>
            <a:off x="5317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6" name=""/>
          <p:cNvSpPr/>
          <p:nvPr/>
        </p:nvSpPr>
        <p:spPr>
          <a:xfrm>
            <a:off x="5319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7" name=""/>
          <p:cNvSpPr/>
          <p:nvPr/>
        </p:nvSpPr>
        <p:spPr>
          <a:xfrm>
            <a:off x="5321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8" name=""/>
          <p:cNvSpPr/>
          <p:nvPr/>
        </p:nvSpPr>
        <p:spPr>
          <a:xfrm>
            <a:off x="5322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59" name=""/>
          <p:cNvSpPr/>
          <p:nvPr/>
        </p:nvSpPr>
        <p:spPr>
          <a:xfrm>
            <a:off x="53247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0" name=""/>
          <p:cNvSpPr/>
          <p:nvPr/>
        </p:nvSpPr>
        <p:spPr>
          <a:xfrm>
            <a:off x="5326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1" name=""/>
          <p:cNvSpPr/>
          <p:nvPr/>
        </p:nvSpPr>
        <p:spPr>
          <a:xfrm>
            <a:off x="5328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2" name=""/>
          <p:cNvSpPr/>
          <p:nvPr/>
        </p:nvSpPr>
        <p:spPr>
          <a:xfrm>
            <a:off x="5330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3" name=""/>
          <p:cNvSpPr/>
          <p:nvPr/>
        </p:nvSpPr>
        <p:spPr>
          <a:xfrm>
            <a:off x="5332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4" name=""/>
          <p:cNvSpPr/>
          <p:nvPr/>
        </p:nvSpPr>
        <p:spPr>
          <a:xfrm>
            <a:off x="5334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5" name=""/>
          <p:cNvSpPr/>
          <p:nvPr/>
        </p:nvSpPr>
        <p:spPr>
          <a:xfrm>
            <a:off x="5335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1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6" name=""/>
          <p:cNvSpPr/>
          <p:nvPr/>
        </p:nvSpPr>
        <p:spPr>
          <a:xfrm>
            <a:off x="5337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7" name=""/>
          <p:cNvSpPr/>
          <p:nvPr/>
        </p:nvSpPr>
        <p:spPr>
          <a:xfrm>
            <a:off x="5339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8" name=""/>
          <p:cNvSpPr/>
          <p:nvPr/>
        </p:nvSpPr>
        <p:spPr>
          <a:xfrm>
            <a:off x="5341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69" name=""/>
          <p:cNvSpPr/>
          <p:nvPr/>
        </p:nvSpPr>
        <p:spPr>
          <a:xfrm>
            <a:off x="5343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c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0" name=""/>
          <p:cNvSpPr/>
          <p:nvPr/>
        </p:nvSpPr>
        <p:spPr>
          <a:xfrm>
            <a:off x="5344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1" name=""/>
          <p:cNvSpPr/>
          <p:nvPr/>
        </p:nvSpPr>
        <p:spPr>
          <a:xfrm>
            <a:off x="5346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9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2" name=""/>
          <p:cNvSpPr/>
          <p:nvPr/>
        </p:nvSpPr>
        <p:spPr>
          <a:xfrm>
            <a:off x="53485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3" name=""/>
          <p:cNvSpPr/>
          <p:nvPr/>
        </p:nvSpPr>
        <p:spPr>
          <a:xfrm>
            <a:off x="5350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6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4" name=""/>
          <p:cNvSpPr/>
          <p:nvPr/>
        </p:nvSpPr>
        <p:spPr>
          <a:xfrm>
            <a:off x="5352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5" name=""/>
          <p:cNvSpPr/>
          <p:nvPr/>
        </p:nvSpPr>
        <p:spPr>
          <a:xfrm>
            <a:off x="5354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3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6" name=""/>
          <p:cNvSpPr/>
          <p:nvPr/>
        </p:nvSpPr>
        <p:spPr>
          <a:xfrm>
            <a:off x="5356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7" name=""/>
          <p:cNvSpPr/>
          <p:nvPr/>
        </p:nvSpPr>
        <p:spPr>
          <a:xfrm>
            <a:off x="5357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0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8" name=""/>
          <p:cNvSpPr/>
          <p:nvPr/>
        </p:nvSpPr>
        <p:spPr>
          <a:xfrm>
            <a:off x="5359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79" name=""/>
          <p:cNvSpPr/>
          <p:nvPr/>
        </p:nvSpPr>
        <p:spPr>
          <a:xfrm>
            <a:off x="5361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d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0" name=""/>
          <p:cNvSpPr/>
          <p:nvPr/>
        </p:nvSpPr>
        <p:spPr>
          <a:xfrm>
            <a:off x="5363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1" name=""/>
          <p:cNvSpPr/>
          <p:nvPr/>
        </p:nvSpPr>
        <p:spPr>
          <a:xfrm>
            <a:off x="5365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2" name=""/>
          <p:cNvSpPr/>
          <p:nvPr/>
        </p:nvSpPr>
        <p:spPr>
          <a:xfrm>
            <a:off x="5366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3" name=""/>
          <p:cNvSpPr/>
          <p:nvPr/>
        </p:nvSpPr>
        <p:spPr>
          <a:xfrm>
            <a:off x="5368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6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4" name=""/>
          <p:cNvSpPr/>
          <p:nvPr/>
        </p:nvSpPr>
        <p:spPr>
          <a:xfrm>
            <a:off x="5370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5" name=""/>
          <p:cNvSpPr/>
          <p:nvPr/>
        </p:nvSpPr>
        <p:spPr>
          <a:xfrm>
            <a:off x="53722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3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6" name=""/>
          <p:cNvSpPr/>
          <p:nvPr/>
        </p:nvSpPr>
        <p:spPr>
          <a:xfrm>
            <a:off x="5374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1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7" name=""/>
          <p:cNvSpPr/>
          <p:nvPr/>
        </p:nvSpPr>
        <p:spPr>
          <a:xfrm>
            <a:off x="5376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f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8" name=""/>
          <p:cNvSpPr/>
          <p:nvPr/>
        </p:nvSpPr>
        <p:spPr>
          <a:xfrm>
            <a:off x="5378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89" name=""/>
          <p:cNvSpPr/>
          <p:nvPr/>
        </p:nvSpPr>
        <p:spPr>
          <a:xfrm>
            <a:off x="5379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c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0" name=""/>
          <p:cNvSpPr/>
          <p:nvPr/>
        </p:nvSpPr>
        <p:spPr>
          <a:xfrm>
            <a:off x="5381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1" name=""/>
          <p:cNvSpPr/>
          <p:nvPr/>
        </p:nvSpPr>
        <p:spPr>
          <a:xfrm>
            <a:off x="5383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8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2" name=""/>
          <p:cNvSpPr/>
          <p:nvPr/>
        </p:nvSpPr>
        <p:spPr>
          <a:xfrm>
            <a:off x="5385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3" name=""/>
          <p:cNvSpPr/>
          <p:nvPr/>
        </p:nvSpPr>
        <p:spPr>
          <a:xfrm>
            <a:off x="5387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5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4" name=""/>
          <p:cNvSpPr/>
          <p:nvPr/>
        </p:nvSpPr>
        <p:spPr>
          <a:xfrm>
            <a:off x="5388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3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5" name=""/>
          <p:cNvSpPr/>
          <p:nvPr/>
        </p:nvSpPr>
        <p:spPr>
          <a:xfrm>
            <a:off x="5390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1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6" name=""/>
          <p:cNvSpPr/>
          <p:nvPr/>
        </p:nvSpPr>
        <p:spPr>
          <a:xfrm>
            <a:off x="5392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7" name=""/>
          <p:cNvSpPr/>
          <p:nvPr/>
        </p:nvSpPr>
        <p:spPr>
          <a:xfrm>
            <a:off x="5394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e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8" name=""/>
          <p:cNvSpPr/>
          <p:nvPr/>
        </p:nvSpPr>
        <p:spPr>
          <a:xfrm>
            <a:off x="53960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c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699" name=""/>
          <p:cNvSpPr/>
          <p:nvPr/>
        </p:nvSpPr>
        <p:spPr>
          <a:xfrm>
            <a:off x="5398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a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0" name=""/>
          <p:cNvSpPr/>
          <p:nvPr/>
        </p:nvSpPr>
        <p:spPr>
          <a:xfrm>
            <a:off x="5400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1" name=""/>
          <p:cNvSpPr/>
          <p:nvPr/>
        </p:nvSpPr>
        <p:spPr>
          <a:xfrm>
            <a:off x="5401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7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2" name=""/>
          <p:cNvSpPr/>
          <p:nvPr/>
        </p:nvSpPr>
        <p:spPr>
          <a:xfrm>
            <a:off x="5403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3" name=""/>
          <p:cNvSpPr/>
          <p:nvPr/>
        </p:nvSpPr>
        <p:spPr>
          <a:xfrm>
            <a:off x="5405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4" name=""/>
          <p:cNvSpPr/>
          <p:nvPr/>
        </p:nvSpPr>
        <p:spPr>
          <a:xfrm>
            <a:off x="5407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5" name=""/>
          <p:cNvSpPr/>
          <p:nvPr/>
        </p:nvSpPr>
        <p:spPr>
          <a:xfrm>
            <a:off x="5409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0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6" name=""/>
          <p:cNvSpPr/>
          <p:nvPr/>
        </p:nvSpPr>
        <p:spPr>
          <a:xfrm>
            <a:off x="5410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7" name=""/>
          <p:cNvSpPr/>
          <p:nvPr/>
        </p:nvSpPr>
        <p:spPr>
          <a:xfrm>
            <a:off x="5412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d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8" name=""/>
          <p:cNvSpPr/>
          <p:nvPr/>
        </p:nvSpPr>
        <p:spPr>
          <a:xfrm>
            <a:off x="5414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09" name=""/>
          <p:cNvSpPr/>
          <p:nvPr/>
        </p:nvSpPr>
        <p:spPr>
          <a:xfrm>
            <a:off x="5416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a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0" name=""/>
          <p:cNvSpPr/>
          <p:nvPr/>
        </p:nvSpPr>
        <p:spPr>
          <a:xfrm>
            <a:off x="5418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1" name=""/>
          <p:cNvSpPr/>
          <p:nvPr/>
        </p:nvSpPr>
        <p:spPr>
          <a:xfrm>
            <a:off x="54198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7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2" name=""/>
          <p:cNvSpPr/>
          <p:nvPr/>
        </p:nvSpPr>
        <p:spPr>
          <a:xfrm>
            <a:off x="5421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3" name=""/>
          <p:cNvSpPr/>
          <p:nvPr/>
        </p:nvSpPr>
        <p:spPr>
          <a:xfrm>
            <a:off x="5423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4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4" name=""/>
          <p:cNvSpPr/>
          <p:nvPr/>
        </p:nvSpPr>
        <p:spPr>
          <a:xfrm>
            <a:off x="5425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5" name=""/>
          <p:cNvSpPr/>
          <p:nvPr/>
        </p:nvSpPr>
        <p:spPr>
          <a:xfrm>
            <a:off x="5427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1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6" name=""/>
          <p:cNvSpPr/>
          <p:nvPr/>
        </p:nvSpPr>
        <p:spPr>
          <a:xfrm>
            <a:off x="5429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7" name=""/>
          <p:cNvSpPr/>
          <p:nvPr/>
        </p:nvSpPr>
        <p:spPr>
          <a:xfrm>
            <a:off x="5430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8" name=""/>
          <p:cNvSpPr/>
          <p:nvPr/>
        </p:nvSpPr>
        <p:spPr>
          <a:xfrm>
            <a:off x="5432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19" name=""/>
          <p:cNvSpPr/>
          <p:nvPr/>
        </p:nvSpPr>
        <p:spPr>
          <a:xfrm>
            <a:off x="5434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0" name=""/>
          <p:cNvSpPr/>
          <p:nvPr/>
        </p:nvSpPr>
        <p:spPr>
          <a:xfrm>
            <a:off x="5436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1" name=""/>
          <p:cNvSpPr/>
          <p:nvPr/>
        </p:nvSpPr>
        <p:spPr>
          <a:xfrm>
            <a:off x="5438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9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2" name=""/>
          <p:cNvSpPr/>
          <p:nvPr/>
        </p:nvSpPr>
        <p:spPr>
          <a:xfrm>
            <a:off x="5439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3" name=""/>
          <p:cNvSpPr/>
          <p:nvPr/>
        </p:nvSpPr>
        <p:spPr>
          <a:xfrm>
            <a:off x="5441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4" name=""/>
          <p:cNvSpPr/>
          <p:nvPr/>
        </p:nvSpPr>
        <p:spPr>
          <a:xfrm>
            <a:off x="54435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5" name=""/>
          <p:cNvSpPr/>
          <p:nvPr/>
        </p:nvSpPr>
        <p:spPr>
          <a:xfrm>
            <a:off x="5445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6" name=""/>
          <p:cNvSpPr/>
          <p:nvPr/>
        </p:nvSpPr>
        <p:spPr>
          <a:xfrm>
            <a:off x="5447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7" name=""/>
          <p:cNvSpPr/>
          <p:nvPr/>
        </p:nvSpPr>
        <p:spPr>
          <a:xfrm>
            <a:off x="5449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8" name=""/>
          <p:cNvSpPr/>
          <p:nvPr/>
        </p:nvSpPr>
        <p:spPr>
          <a:xfrm>
            <a:off x="5451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29" name=""/>
          <p:cNvSpPr/>
          <p:nvPr/>
        </p:nvSpPr>
        <p:spPr>
          <a:xfrm>
            <a:off x="5452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0" name=""/>
          <p:cNvSpPr/>
          <p:nvPr/>
        </p:nvSpPr>
        <p:spPr>
          <a:xfrm>
            <a:off x="5454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1" name=""/>
          <p:cNvSpPr/>
          <p:nvPr/>
        </p:nvSpPr>
        <p:spPr>
          <a:xfrm>
            <a:off x="5456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2" name=""/>
          <p:cNvSpPr/>
          <p:nvPr/>
        </p:nvSpPr>
        <p:spPr>
          <a:xfrm>
            <a:off x="5458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3" name=""/>
          <p:cNvSpPr/>
          <p:nvPr/>
        </p:nvSpPr>
        <p:spPr>
          <a:xfrm>
            <a:off x="5460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4" name=""/>
          <p:cNvSpPr/>
          <p:nvPr/>
        </p:nvSpPr>
        <p:spPr>
          <a:xfrm>
            <a:off x="5461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5" name=""/>
          <p:cNvSpPr/>
          <p:nvPr/>
        </p:nvSpPr>
        <p:spPr>
          <a:xfrm>
            <a:off x="5463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6" name=""/>
          <p:cNvSpPr/>
          <p:nvPr/>
        </p:nvSpPr>
        <p:spPr>
          <a:xfrm>
            <a:off x="5465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7" name=""/>
          <p:cNvSpPr/>
          <p:nvPr/>
        </p:nvSpPr>
        <p:spPr>
          <a:xfrm>
            <a:off x="54673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8" name=""/>
          <p:cNvSpPr/>
          <p:nvPr/>
        </p:nvSpPr>
        <p:spPr>
          <a:xfrm>
            <a:off x="5469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39" name=""/>
          <p:cNvSpPr/>
          <p:nvPr/>
        </p:nvSpPr>
        <p:spPr>
          <a:xfrm>
            <a:off x="5471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40" name=""/>
          <p:cNvSpPr/>
          <p:nvPr/>
        </p:nvSpPr>
        <p:spPr>
          <a:xfrm>
            <a:off x="5473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41" name=""/>
          <p:cNvSpPr/>
          <p:nvPr/>
        </p:nvSpPr>
        <p:spPr>
          <a:xfrm>
            <a:off x="5474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42" name=""/>
          <p:cNvSpPr/>
          <p:nvPr/>
        </p:nvSpPr>
        <p:spPr>
          <a:xfrm>
            <a:off x="5476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43" name=""/>
          <p:cNvSpPr/>
          <p:nvPr/>
        </p:nvSpPr>
        <p:spPr>
          <a:xfrm>
            <a:off x="5478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44" name=""/>
          <p:cNvSpPr/>
          <p:nvPr/>
        </p:nvSpPr>
        <p:spPr>
          <a:xfrm>
            <a:off x="5480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45" name=""/>
          <p:cNvSpPr/>
          <p:nvPr/>
        </p:nvSpPr>
        <p:spPr>
          <a:xfrm>
            <a:off x="5482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46" name=""/>
          <p:cNvSpPr/>
          <p:nvPr/>
        </p:nvSpPr>
        <p:spPr>
          <a:xfrm>
            <a:off x="5016240" y="4257000"/>
            <a:ext cx="468000" cy="349560"/>
          </a:xfrm>
          <a:custGeom>
            <a:avLst/>
            <a:gdLst/>
            <a:ahLst/>
            <a:rect l="0" t="0" r="r" b="b"/>
            <a:pathLst>
              <a:path w="1300" h="971">
                <a:moveTo>
                  <a:pt x="0" y="971"/>
                </a:moveTo>
                <a:lnTo>
                  <a:pt x="1300" y="971"/>
                </a:lnTo>
                <a:lnTo>
                  <a:pt x="1300" y="0"/>
                </a:lnTo>
                <a:lnTo>
                  <a:pt x="0" y="0"/>
                </a:lnTo>
                <a:lnTo>
                  <a:pt x="0" y="971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747" name=""/>
          <p:cNvSpPr/>
          <p:nvPr/>
        </p:nvSpPr>
        <p:spPr>
          <a:xfrm>
            <a:off x="5831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48" name=""/>
          <p:cNvSpPr/>
          <p:nvPr/>
        </p:nvSpPr>
        <p:spPr>
          <a:xfrm>
            <a:off x="58330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49" name=""/>
          <p:cNvSpPr/>
          <p:nvPr/>
        </p:nvSpPr>
        <p:spPr>
          <a:xfrm>
            <a:off x="5835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0" name=""/>
          <p:cNvSpPr/>
          <p:nvPr/>
        </p:nvSpPr>
        <p:spPr>
          <a:xfrm>
            <a:off x="5837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1" name=""/>
          <p:cNvSpPr/>
          <p:nvPr/>
        </p:nvSpPr>
        <p:spPr>
          <a:xfrm>
            <a:off x="5838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2" name=""/>
          <p:cNvSpPr/>
          <p:nvPr/>
        </p:nvSpPr>
        <p:spPr>
          <a:xfrm>
            <a:off x="5840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3" name=""/>
          <p:cNvSpPr/>
          <p:nvPr/>
        </p:nvSpPr>
        <p:spPr>
          <a:xfrm>
            <a:off x="5842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4" name=""/>
          <p:cNvSpPr/>
          <p:nvPr/>
        </p:nvSpPr>
        <p:spPr>
          <a:xfrm>
            <a:off x="5844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5" name=""/>
          <p:cNvSpPr/>
          <p:nvPr/>
        </p:nvSpPr>
        <p:spPr>
          <a:xfrm>
            <a:off x="5846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6" name=""/>
          <p:cNvSpPr/>
          <p:nvPr/>
        </p:nvSpPr>
        <p:spPr>
          <a:xfrm>
            <a:off x="5847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7" name=""/>
          <p:cNvSpPr/>
          <p:nvPr/>
        </p:nvSpPr>
        <p:spPr>
          <a:xfrm>
            <a:off x="5849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8" name=""/>
          <p:cNvSpPr/>
          <p:nvPr/>
        </p:nvSpPr>
        <p:spPr>
          <a:xfrm>
            <a:off x="5851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59" name=""/>
          <p:cNvSpPr/>
          <p:nvPr/>
        </p:nvSpPr>
        <p:spPr>
          <a:xfrm>
            <a:off x="5853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0" name=""/>
          <p:cNvSpPr/>
          <p:nvPr/>
        </p:nvSpPr>
        <p:spPr>
          <a:xfrm>
            <a:off x="5855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1" name=""/>
          <p:cNvSpPr/>
          <p:nvPr/>
        </p:nvSpPr>
        <p:spPr>
          <a:xfrm>
            <a:off x="58568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2" name=""/>
          <p:cNvSpPr/>
          <p:nvPr/>
        </p:nvSpPr>
        <p:spPr>
          <a:xfrm>
            <a:off x="5859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3" name=""/>
          <p:cNvSpPr/>
          <p:nvPr/>
        </p:nvSpPr>
        <p:spPr>
          <a:xfrm>
            <a:off x="5860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4" name=""/>
          <p:cNvSpPr/>
          <p:nvPr/>
        </p:nvSpPr>
        <p:spPr>
          <a:xfrm>
            <a:off x="5862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5" name=""/>
          <p:cNvSpPr/>
          <p:nvPr/>
        </p:nvSpPr>
        <p:spPr>
          <a:xfrm>
            <a:off x="5864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6" name=""/>
          <p:cNvSpPr/>
          <p:nvPr/>
        </p:nvSpPr>
        <p:spPr>
          <a:xfrm>
            <a:off x="5866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7" name=""/>
          <p:cNvSpPr/>
          <p:nvPr/>
        </p:nvSpPr>
        <p:spPr>
          <a:xfrm>
            <a:off x="5868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8" name=""/>
          <p:cNvSpPr/>
          <p:nvPr/>
        </p:nvSpPr>
        <p:spPr>
          <a:xfrm>
            <a:off x="5869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6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69" name=""/>
          <p:cNvSpPr/>
          <p:nvPr/>
        </p:nvSpPr>
        <p:spPr>
          <a:xfrm>
            <a:off x="5871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0" name=""/>
          <p:cNvSpPr/>
          <p:nvPr/>
        </p:nvSpPr>
        <p:spPr>
          <a:xfrm>
            <a:off x="5873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1" name=""/>
          <p:cNvSpPr/>
          <p:nvPr/>
        </p:nvSpPr>
        <p:spPr>
          <a:xfrm>
            <a:off x="5875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2" name=""/>
          <p:cNvSpPr/>
          <p:nvPr/>
        </p:nvSpPr>
        <p:spPr>
          <a:xfrm>
            <a:off x="5877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3" name=""/>
          <p:cNvSpPr/>
          <p:nvPr/>
        </p:nvSpPr>
        <p:spPr>
          <a:xfrm>
            <a:off x="5878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4" name=""/>
          <p:cNvSpPr/>
          <p:nvPr/>
        </p:nvSpPr>
        <p:spPr>
          <a:xfrm>
            <a:off x="5880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5" name=""/>
          <p:cNvSpPr/>
          <p:nvPr/>
        </p:nvSpPr>
        <p:spPr>
          <a:xfrm>
            <a:off x="58824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6" name=""/>
          <p:cNvSpPr/>
          <p:nvPr/>
        </p:nvSpPr>
        <p:spPr>
          <a:xfrm>
            <a:off x="5884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0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7" name=""/>
          <p:cNvSpPr/>
          <p:nvPr/>
        </p:nvSpPr>
        <p:spPr>
          <a:xfrm>
            <a:off x="5886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8" name=""/>
          <p:cNvSpPr/>
          <p:nvPr/>
        </p:nvSpPr>
        <p:spPr>
          <a:xfrm>
            <a:off x="5888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3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79" name=""/>
          <p:cNvSpPr/>
          <p:nvPr/>
        </p:nvSpPr>
        <p:spPr>
          <a:xfrm>
            <a:off x="5889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0" name=""/>
          <p:cNvSpPr/>
          <p:nvPr/>
        </p:nvSpPr>
        <p:spPr>
          <a:xfrm>
            <a:off x="5891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6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1" name=""/>
          <p:cNvSpPr/>
          <p:nvPr/>
        </p:nvSpPr>
        <p:spPr>
          <a:xfrm>
            <a:off x="5893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2" name=""/>
          <p:cNvSpPr/>
          <p:nvPr/>
        </p:nvSpPr>
        <p:spPr>
          <a:xfrm>
            <a:off x="5895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9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3" name=""/>
          <p:cNvSpPr/>
          <p:nvPr/>
        </p:nvSpPr>
        <p:spPr>
          <a:xfrm>
            <a:off x="5897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4" name=""/>
          <p:cNvSpPr/>
          <p:nvPr/>
        </p:nvSpPr>
        <p:spPr>
          <a:xfrm>
            <a:off x="5898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c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5" name=""/>
          <p:cNvSpPr/>
          <p:nvPr/>
        </p:nvSpPr>
        <p:spPr>
          <a:xfrm>
            <a:off x="5900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6" name=""/>
          <p:cNvSpPr/>
          <p:nvPr/>
        </p:nvSpPr>
        <p:spPr>
          <a:xfrm>
            <a:off x="5902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f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7" name=""/>
          <p:cNvSpPr/>
          <p:nvPr/>
        </p:nvSpPr>
        <p:spPr>
          <a:xfrm>
            <a:off x="5904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8" name=""/>
          <p:cNvSpPr/>
          <p:nvPr/>
        </p:nvSpPr>
        <p:spPr>
          <a:xfrm>
            <a:off x="59061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89" name=""/>
          <p:cNvSpPr/>
          <p:nvPr/>
        </p:nvSpPr>
        <p:spPr>
          <a:xfrm>
            <a:off x="5908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0" name=""/>
          <p:cNvSpPr/>
          <p:nvPr/>
        </p:nvSpPr>
        <p:spPr>
          <a:xfrm>
            <a:off x="5910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6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1" name=""/>
          <p:cNvSpPr/>
          <p:nvPr/>
        </p:nvSpPr>
        <p:spPr>
          <a:xfrm>
            <a:off x="5911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2" name=""/>
          <p:cNvSpPr/>
          <p:nvPr/>
        </p:nvSpPr>
        <p:spPr>
          <a:xfrm>
            <a:off x="5913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9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3" name=""/>
          <p:cNvSpPr/>
          <p:nvPr/>
        </p:nvSpPr>
        <p:spPr>
          <a:xfrm>
            <a:off x="5915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b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4" name=""/>
          <p:cNvSpPr/>
          <p:nvPr/>
        </p:nvSpPr>
        <p:spPr>
          <a:xfrm>
            <a:off x="5917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d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5" name=""/>
          <p:cNvSpPr/>
          <p:nvPr/>
        </p:nvSpPr>
        <p:spPr>
          <a:xfrm>
            <a:off x="5919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6" name=""/>
          <p:cNvSpPr/>
          <p:nvPr/>
        </p:nvSpPr>
        <p:spPr>
          <a:xfrm>
            <a:off x="5920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0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7" name=""/>
          <p:cNvSpPr/>
          <p:nvPr/>
        </p:nvSpPr>
        <p:spPr>
          <a:xfrm>
            <a:off x="5922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2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8" name=""/>
          <p:cNvSpPr/>
          <p:nvPr/>
        </p:nvSpPr>
        <p:spPr>
          <a:xfrm>
            <a:off x="5924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4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799" name=""/>
          <p:cNvSpPr/>
          <p:nvPr/>
        </p:nvSpPr>
        <p:spPr>
          <a:xfrm>
            <a:off x="5926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0" name=""/>
          <p:cNvSpPr/>
          <p:nvPr/>
        </p:nvSpPr>
        <p:spPr>
          <a:xfrm>
            <a:off x="5928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7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1" name=""/>
          <p:cNvSpPr/>
          <p:nvPr/>
        </p:nvSpPr>
        <p:spPr>
          <a:xfrm>
            <a:off x="59299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9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2" name=""/>
          <p:cNvSpPr/>
          <p:nvPr/>
        </p:nvSpPr>
        <p:spPr>
          <a:xfrm>
            <a:off x="5932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b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3" name=""/>
          <p:cNvSpPr/>
          <p:nvPr/>
        </p:nvSpPr>
        <p:spPr>
          <a:xfrm>
            <a:off x="5933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4" name=""/>
          <p:cNvSpPr/>
          <p:nvPr/>
        </p:nvSpPr>
        <p:spPr>
          <a:xfrm>
            <a:off x="5935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e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5" name=""/>
          <p:cNvSpPr/>
          <p:nvPr/>
        </p:nvSpPr>
        <p:spPr>
          <a:xfrm>
            <a:off x="5937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0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6" name=""/>
          <p:cNvSpPr/>
          <p:nvPr/>
        </p:nvSpPr>
        <p:spPr>
          <a:xfrm>
            <a:off x="5939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2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7" name=""/>
          <p:cNvSpPr/>
          <p:nvPr/>
        </p:nvSpPr>
        <p:spPr>
          <a:xfrm>
            <a:off x="5941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8" name=""/>
          <p:cNvSpPr/>
          <p:nvPr/>
        </p:nvSpPr>
        <p:spPr>
          <a:xfrm>
            <a:off x="5942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5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09" name=""/>
          <p:cNvSpPr/>
          <p:nvPr/>
        </p:nvSpPr>
        <p:spPr>
          <a:xfrm>
            <a:off x="5944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0" name=""/>
          <p:cNvSpPr/>
          <p:nvPr/>
        </p:nvSpPr>
        <p:spPr>
          <a:xfrm>
            <a:off x="5946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1" name=""/>
          <p:cNvSpPr/>
          <p:nvPr/>
        </p:nvSpPr>
        <p:spPr>
          <a:xfrm>
            <a:off x="5948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2" name=""/>
          <p:cNvSpPr/>
          <p:nvPr/>
        </p:nvSpPr>
        <p:spPr>
          <a:xfrm>
            <a:off x="5950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c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3" name=""/>
          <p:cNvSpPr/>
          <p:nvPr/>
        </p:nvSpPr>
        <p:spPr>
          <a:xfrm>
            <a:off x="5951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4" name=""/>
          <p:cNvSpPr/>
          <p:nvPr/>
        </p:nvSpPr>
        <p:spPr>
          <a:xfrm>
            <a:off x="59536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f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5" name=""/>
          <p:cNvSpPr/>
          <p:nvPr/>
        </p:nvSpPr>
        <p:spPr>
          <a:xfrm>
            <a:off x="5955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6" name=""/>
          <p:cNvSpPr/>
          <p:nvPr/>
        </p:nvSpPr>
        <p:spPr>
          <a:xfrm>
            <a:off x="5957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7" name=""/>
          <p:cNvSpPr/>
          <p:nvPr/>
        </p:nvSpPr>
        <p:spPr>
          <a:xfrm>
            <a:off x="5959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8" name=""/>
          <p:cNvSpPr/>
          <p:nvPr/>
        </p:nvSpPr>
        <p:spPr>
          <a:xfrm>
            <a:off x="5961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5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19" name=""/>
          <p:cNvSpPr/>
          <p:nvPr/>
        </p:nvSpPr>
        <p:spPr>
          <a:xfrm>
            <a:off x="5963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0" name=""/>
          <p:cNvSpPr/>
          <p:nvPr/>
        </p:nvSpPr>
        <p:spPr>
          <a:xfrm>
            <a:off x="5964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8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1" name=""/>
          <p:cNvSpPr/>
          <p:nvPr/>
        </p:nvSpPr>
        <p:spPr>
          <a:xfrm>
            <a:off x="5966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2" name=""/>
          <p:cNvSpPr/>
          <p:nvPr/>
        </p:nvSpPr>
        <p:spPr>
          <a:xfrm>
            <a:off x="5968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b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3" name=""/>
          <p:cNvSpPr/>
          <p:nvPr/>
        </p:nvSpPr>
        <p:spPr>
          <a:xfrm>
            <a:off x="5970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4" name=""/>
          <p:cNvSpPr/>
          <p:nvPr/>
        </p:nvSpPr>
        <p:spPr>
          <a:xfrm>
            <a:off x="5972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5" name=""/>
          <p:cNvSpPr/>
          <p:nvPr/>
        </p:nvSpPr>
        <p:spPr>
          <a:xfrm>
            <a:off x="5973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6" name=""/>
          <p:cNvSpPr/>
          <p:nvPr/>
        </p:nvSpPr>
        <p:spPr>
          <a:xfrm>
            <a:off x="5975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0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7" name=""/>
          <p:cNvSpPr/>
          <p:nvPr/>
        </p:nvSpPr>
        <p:spPr>
          <a:xfrm>
            <a:off x="59774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8" name=""/>
          <p:cNvSpPr/>
          <p:nvPr/>
        </p:nvSpPr>
        <p:spPr>
          <a:xfrm>
            <a:off x="5979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29" name=""/>
          <p:cNvSpPr/>
          <p:nvPr/>
        </p:nvSpPr>
        <p:spPr>
          <a:xfrm>
            <a:off x="5981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0" name=""/>
          <p:cNvSpPr/>
          <p:nvPr/>
        </p:nvSpPr>
        <p:spPr>
          <a:xfrm>
            <a:off x="5983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5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1" name=""/>
          <p:cNvSpPr/>
          <p:nvPr/>
        </p:nvSpPr>
        <p:spPr>
          <a:xfrm>
            <a:off x="5985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2" name=""/>
          <p:cNvSpPr/>
          <p:nvPr/>
        </p:nvSpPr>
        <p:spPr>
          <a:xfrm>
            <a:off x="5986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3" name=""/>
          <p:cNvSpPr/>
          <p:nvPr/>
        </p:nvSpPr>
        <p:spPr>
          <a:xfrm>
            <a:off x="5988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4" name=""/>
          <p:cNvSpPr/>
          <p:nvPr/>
        </p:nvSpPr>
        <p:spPr>
          <a:xfrm>
            <a:off x="5990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5" name=""/>
          <p:cNvSpPr/>
          <p:nvPr/>
        </p:nvSpPr>
        <p:spPr>
          <a:xfrm>
            <a:off x="5992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6" name=""/>
          <p:cNvSpPr/>
          <p:nvPr/>
        </p:nvSpPr>
        <p:spPr>
          <a:xfrm>
            <a:off x="5994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7" name=""/>
          <p:cNvSpPr/>
          <p:nvPr/>
        </p:nvSpPr>
        <p:spPr>
          <a:xfrm>
            <a:off x="5995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8" name=""/>
          <p:cNvSpPr/>
          <p:nvPr/>
        </p:nvSpPr>
        <p:spPr>
          <a:xfrm>
            <a:off x="5997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39" name=""/>
          <p:cNvSpPr/>
          <p:nvPr/>
        </p:nvSpPr>
        <p:spPr>
          <a:xfrm>
            <a:off x="5999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0" name=""/>
          <p:cNvSpPr/>
          <p:nvPr/>
        </p:nvSpPr>
        <p:spPr>
          <a:xfrm>
            <a:off x="60012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1" name=""/>
          <p:cNvSpPr/>
          <p:nvPr/>
        </p:nvSpPr>
        <p:spPr>
          <a:xfrm>
            <a:off x="6003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2" name=""/>
          <p:cNvSpPr/>
          <p:nvPr/>
        </p:nvSpPr>
        <p:spPr>
          <a:xfrm>
            <a:off x="6005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3" name=""/>
          <p:cNvSpPr/>
          <p:nvPr/>
        </p:nvSpPr>
        <p:spPr>
          <a:xfrm>
            <a:off x="6006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4" name=""/>
          <p:cNvSpPr/>
          <p:nvPr/>
        </p:nvSpPr>
        <p:spPr>
          <a:xfrm>
            <a:off x="6008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5" name=""/>
          <p:cNvSpPr/>
          <p:nvPr/>
        </p:nvSpPr>
        <p:spPr>
          <a:xfrm>
            <a:off x="6010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6" name=""/>
          <p:cNvSpPr/>
          <p:nvPr/>
        </p:nvSpPr>
        <p:spPr>
          <a:xfrm>
            <a:off x="6012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7" name=""/>
          <p:cNvSpPr/>
          <p:nvPr/>
        </p:nvSpPr>
        <p:spPr>
          <a:xfrm>
            <a:off x="6014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8" name=""/>
          <p:cNvSpPr/>
          <p:nvPr/>
        </p:nvSpPr>
        <p:spPr>
          <a:xfrm>
            <a:off x="6015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49" name=""/>
          <p:cNvSpPr/>
          <p:nvPr/>
        </p:nvSpPr>
        <p:spPr>
          <a:xfrm>
            <a:off x="6017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0" name=""/>
          <p:cNvSpPr/>
          <p:nvPr/>
        </p:nvSpPr>
        <p:spPr>
          <a:xfrm>
            <a:off x="6019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1" name=""/>
          <p:cNvSpPr/>
          <p:nvPr/>
        </p:nvSpPr>
        <p:spPr>
          <a:xfrm>
            <a:off x="6021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2" name=""/>
          <p:cNvSpPr/>
          <p:nvPr/>
        </p:nvSpPr>
        <p:spPr>
          <a:xfrm>
            <a:off x="6023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3" name=""/>
          <p:cNvSpPr/>
          <p:nvPr/>
        </p:nvSpPr>
        <p:spPr>
          <a:xfrm>
            <a:off x="6024960" y="4257000"/>
            <a:ext cx="4320" cy="349560"/>
          </a:xfrm>
          <a:custGeom>
            <a:avLst/>
            <a:gdLst/>
            <a:ahLst/>
            <a:rect l="0" t="0" r="r" b="b"/>
            <a:pathLst>
              <a:path w="12" h="971">
                <a:moveTo>
                  <a:pt x="0" y="971"/>
                </a:moveTo>
                <a:lnTo>
                  <a:pt x="0" y="0"/>
                </a:lnTo>
                <a:lnTo>
                  <a:pt x="12" y="0"/>
                </a:lnTo>
                <a:lnTo>
                  <a:pt x="12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4" name=""/>
          <p:cNvSpPr/>
          <p:nvPr/>
        </p:nvSpPr>
        <p:spPr>
          <a:xfrm>
            <a:off x="60289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5" name=""/>
          <p:cNvSpPr/>
          <p:nvPr/>
        </p:nvSpPr>
        <p:spPr>
          <a:xfrm>
            <a:off x="6032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6" name=""/>
          <p:cNvSpPr/>
          <p:nvPr/>
        </p:nvSpPr>
        <p:spPr>
          <a:xfrm>
            <a:off x="6034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7" name=""/>
          <p:cNvSpPr/>
          <p:nvPr/>
        </p:nvSpPr>
        <p:spPr>
          <a:xfrm>
            <a:off x="60361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8" name=""/>
          <p:cNvSpPr/>
          <p:nvPr/>
        </p:nvSpPr>
        <p:spPr>
          <a:xfrm>
            <a:off x="6039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59" name=""/>
          <p:cNvSpPr/>
          <p:nvPr/>
        </p:nvSpPr>
        <p:spPr>
          <a:xfrm>
            <a:off x="6041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0" name=""/>
          <p:cNvSpPr/>
          <p:nvPr/>
        </p:nvSpPr>
        <p:spPr>
          <a:xfrm>
            <a:off x="60433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1" name=""/>
          <p:cNvSpPr/>
          <p:nvPr/>
        </p:nvSpPr>
        <p:spPr>
          <a:xfrm>
            <a:off x="6046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2" name=""/>
          <p:cNvSpPr/>
          <p:nvPr/>
        </p:nvSpPr>
        <p:spPr>
          <a:xfrm>
            <a:off x="60487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3" name=""/>
          <p:cNvSpPr/>
          <p:nvPr/>
        </p:nvSpPr>
        <p:spPr>
          <a:xfrm>
            <a:off x="6050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4" name=""/>
          <p:cNvSpPr/>
          <p:nvPr/>
        </p:nvSpPr>
        <p:spPr>
          <a:xfrm>
            <a:off x="6052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5" name=""/>
          <p:cNvSpPr/>
          <p:nvPr/>
        </p:nvSpPr>
        <p:spPr>
          <a:xfrm>
            <a:off x="605448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6" name=""/>
          <p:cNvSpPr/>
          <p:nvPr/>
        </p:nvSpPr>
        <p:spPr>
          <a:xfrm>
            <a:off x="6058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7" name=""/>
          <p:cNvSpPr/>
          <p:nvPr/>
        </p:nvSpPr>
        <p:spPr>
          <a:xfrm>
            <a:off x="6059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8" name=""/>
          <p:cNvSpPr/>
          <p:nvPr/>
        </p:nvSpPr>
        <p:spPr>
          <a:xfrm>
            <a:off x="606168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69" name=""/>
          <p:cNvSpPr/>
          <p:nvPr/>
        </p:nvSpPr>
        <p:spPr>
          <a:xfrm>
            <a:off x="606528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0" name=""/>
          <p:cNvSpPr/>
          <p:nvPr/>
        </p:nvSpPr>
        <p:spPr>
          <a:xfrm>
            <a:off x="6068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1" name=""/>
          <p:cNvSpPr/>
          <p:nvPr/>
        </p:nvSpPr>
        <p:spPr>
          <a:xfrm>
            <a:off x="6070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2" name=""/>
          <p:cNvSpPr/>
          <p:nvPr/>
        </p:nvSpPr>
        <p:spPr>
          <a:xfrm>
            <a:off x="6072480" y="4257000"/>
            <a:ext cx="4320" cy="349560"/>
          </a:xfrm>
          <a:custGeom>
            <a:avLst/>
            <a:gdLst/>
            <a:ahLst/>
            <a:rect l="0" t="0" r="r" b="b"/>
            <a:pathLst>
              <a:path w="12" h="971">
                <a:moveTo>
                  <a:pt x="0" y="971"/>
                </a:moveTo>
                <a:lnTo>
                  <a:pt x="0" y="0"/>
                </a:lnTo>
                <a:lnTo>
                  <a:pt x="12" y="0"/>
                </a:lnTo>
                <a:lnTo>
                  <a:pt x="12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3" name=""/>
          <p:cNvSpPr/>
          <p:nvPr/>
        </p:nvSpPr>
        <p:spPr>
          <a:xfrm>
            <a:off x="6076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4" name=""/>
          <p:cNvSpPr/>
          <p:nvPr/>
        </p:nvSpPr>
        <p:spPr>
          <a:xfrm>
            <a:off x="6078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5" name=""/>
          <p:cNvSpPr/>
          <p:nvPr/>
        </p:nvSpPr>
        <p:spPr>
          <a:xfrm>
            <a:off x="6080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6" name=""/>
          <p:cNvSpPr/>
          <p:nvPr/>
        </p:nvSpPr>
        <p:spPr>
          <a:xfrm>
            <a:off x="6081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7" name=""/>
          <p:cNvSpPr/>
          <p:nvPr/>
        </p:nvSpPr>
        <p:spPr>
          <a:xfrm>
            <a:off x="6083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8" name=""/>
          <p:cNvSpPr/>
          <p:nvPr/>
        </p:nvSpPr>
        <p:spPr>
          <a:xfrm>
            <a:off x="6085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79" name=""/>
          <p:cNvSpPr/>
          <p:nvPr/>
        </p:nvSpPr>
        <p:spPr>
          <a:xfrm>
            <a:off x="608724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0" name=""/>
          <p:cNvSpPr/>
          <p:nvPr/>
        </p:nvSpPr>
        <p:spPr>
          <a:xfrm>
            <a:off x="609084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1" name=""/>
          <p:cNvSpPr/>
          <p:nvPr/>
        </p:nvSpPr>
        <p:spPr>
          <a:xfrm>
            <a:off x="6094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2" name=""/>
          <p:cNvSpPr/>
          <p:nvPr/>
        </p:nvSpPr>
        <p:spPr>
          <a:xfrm>
            <a:off x="60962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3" name=""/>
          <p:cNvSpPr/>
          <p:nvPr/>
        </p:nvSpPr>
        <p:spPr>
          <a:xfrm>
            <a:off x="6098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4" name=""/>
          <p:cNvSpPr/>
          <p:nvPr/>
        </p:nvSpPr>
        <p:spPr>
          <a:xfrm>
            <a:off x="6100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5" name=""/>
          <p:cNvSpPr/>
          <p:nvPr/>
        </p:nvSpPr>
        <p:spPr>
          <a:xfrm>
            <a:off x="6102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6" name=""/>
          <p:cNvSpPr/>
          <p:nvPr/>
        </p:nvSpPr>
        <p:spPr>
          <a:xfrm>
            <a:off x="6103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7" name=""/>
          <p:cNvSpPr/>
          <p:nvPr/>
        </p:nvSpPr>
        <p:spPr>
          <a:xfrm>
            <a:off x="6105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8" name=""/>
          <p:cNvSpPr/>
          <p:nvPr/>
        </p:nvSpPr>
        <p:spPr>
          <a:xfrm>
            <a:off x="6107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89" name=""/>
          <p:cNvSpPr/>
          <p:nvPr/>
        </p:nvSpPr>
        <p:spPr>
          <a:xfrm>
            <a:off x="6109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0" name=""/>
          <p:cNvSpPr/>
          <p:nvPr/>
        </p:nvSpPr>
        <p:spPr>
          <a:xfrm>
            <a:off x="6111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1" name=""/>
          <p:cNvSpPr/>
          <p:nvPr/>
        </p:nvSpPr>
        <p:spPr>
          <a:xfrm>
            <a:off x="6112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2" name=""/>
          <p:cNvSpPr/>
          <p:nvPr/>
        </p:nvSpPr>
        <p:spPr>
          <a:xfrm>
            <a:off x="6114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3" name=""/>
          <p:cNvSpPr/>
          <p:nvPr/>
        </p:nvSpPr>
        <p:spPr>
          <a:xfrm>
            <a:off x="6116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4" name=""/>
          <p:cNvSpPr/>
          <p:nvPr/>
        </p:nvSpPr>
        <p:spPr>
          <a:xfrm>
            <a:off x="6118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5" name=""/>
          <p:cNvSpPr/>
          <p:nvPr/>
        </p:nvSpPr>
        <p:spPr>
          <a:xfrm>
            <a:off x="61200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6" name=""/>
          <p:cNvSpPr/>
          <p:nvPr/>
        </p:nvSpPr>
        <p:spPr>
          <a:xfrm>
            <a:off x="6122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7" name=""/>
          <p:cNvSpPr/>
          <p:nvPr/>
        </p:nvSpPr>
        <p:spPr>
          <a:xfrm>
            <a:off x="6123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8" name=""/>
          <p:cNvSpPr/>
          <p:nvPr/>
        </p:nvSpPr>
        <p:spPr>
          <a:xfrm>
            <a:off x="6125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899" name=""/>
          <p:cNvSpPr/>
          <p:nvPr/>
        </p:nvSpPr>
        <p:spPr>
          <a:xfrm>
            <a:off x="6127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0" name=""/>
          <p:cNvSpPr/>
          <p:nvPr/>
        </p:nvSpPr>
        <p:spPr>
          <a:xfrm>
            <a:off x="6129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1" name=""/>
          <p:cNvSpPr/>
          <p:nvPr/>
        </p:nvSpPr>
        <p:spPr>
          <a:xfrm>
            <a:off x="6131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2" name=""/>
          <p:cNvSpPr/>
          <p:nvPr/>
        </p:nvSpPr>
        <p:spPr>
          <a:xfrm>
            <a:off x="6132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3" name=""/>
          <p:cNvSpPr/>
          <p:nvPr/>
        </p:nvSpPr>
        <p:spPr>
          <a:xfrm>
            <a:off x="6134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4" name=""/>
          <p:cNvSpPr/>
          <p:nvPr/>
        </p:nvSpPr>
        <p:spPr>
          <a:xfrm>
            <a:off x="6136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5" name=""/>
          <p:cNvSpPr/>
          <p:nvPr/>
        </p:nvSpPr>
        <p:spPr>
          <a:xfrm>
            <a:off x="6138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6" name=""/>
          <p:cNvSpPr/>
          <p:nvPr/>
        </p:nvSpPr>
        <p:spPr>
          <a:xfrm>
            <a:off x="6140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7" name=""/>
          <p:cNvSpPr/>
          <p:nvPr/>
        </p:nvSpPr>
        <p:spPr>
          <a:xfrm>
            <a:off x="6141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8" name=""/>
          <p:cNvSpPr/>
          <p:nvPr/>
        </p:nvSpPr>
        <p:spPr>
          <a:xfrm>
            <a:off x="61437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09" name=""/>
          <p:cNvSpPr/>
          <p:nvPr/>
        </p:nvSpPr>
        <p:spPr>
          <a:xfrm>
            <a:off x="6145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0" name=""/>
          <p:cNvSpPr/>
          <p:nvPr/>
        </p:nvSpPr>
        <p:spPr>
          <a:xfrm>
            <a:off x="6147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1" name=""/>
          <p:cNvSpPr/>
          <p:nvPr/>
        </p:nvSpPr>
        <p:spPr>
          <a:xfrm>
            <a:off x="6149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2" name=""/>
          <p:cNvSpPr/>
          <p:nvPr/>
        </p:nvSpPr>
        <p:spPr>
          <a:xfrm>
            <a:off x="6151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1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3" name=""/>
          <p:cNvSpPr/>
          <p:nvPr/>
        </p:nvSpPr>
        <p:spPr>
          <a:xfrm>
            <a:off x="6153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4" name=""/>
          <p:cNvSpPr/>
          <p:nvPr/>
        </p:nvSpPr>
        <p:spPr>
          <a:xfrm>
            <a:off x="6154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5" name=""/>
          <p:cNvSpPr/>
          <p:nvPr/>
        </p:nvSpPr>
        <p:spPr>
          <a:xfrm>
            <a:off x="6156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6" name=""/>
          <p:cNvSpPr/>
          <p:nvPr/>
        </p:nvSpPr>
        <p:spPr>
          <a:xfrm>
            <a:off x="6158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c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7" name=""/>
          <p:cNvSpPr/>
          <p:nvPr/>
        </p:nvSpPr>
        <p:spPr>
          <a:xfrm>
            <a:off x="6160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8" name=""/>
          <p:cNvSpPr/>
          <p:nvPr/>
        </p:nvSpPr>
        <p:spPr>
          <a:xfrm>
            <a:off x="6162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9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19" name=""/>
          <p:cNvSpPr/>
          <p:nvPr/>
        </p:nvSpPr>
        <p:spPr>
          <a:xfrm>
            <a:off x="6163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0" name=""/>
          <p:cNvSpPr/>
          <p:nvPr/>
        </p:nvSpPr>
        <p:spPr>
          <a:xfrm>
            <a:off x="6165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6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1" name=""/>
          <p:cNvSpPr/>
          <p:nvPr/>
        </p:nvSpPr>
        <p:spPr>
          <a:xfrm>
            <a:off x="61675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2" name=""/>
          <p:cNvSpPr/>
          <p:nvPr/>
        </p:nvSpPr>
        <p:spPr>
          <a:xfrm>
            <a:off x="6169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3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3" name=""/>
          <p:cNvSpPr/>
          <p:nvPr/>
        </p:nvSpPr>
        <p:spPr>
          <a:xfrm>
            <a:off x="6171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4" name=""/>
          <p:cNvSpPr/>
          <p:nvPr/>
        </p:nvSpPr>
        <p:spPr>
          <a:xfrm>
            <a:off x="6173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0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5" name=""/>
          <p:cNvSpPr/>
          <p:nvPr/>
        </p:nvSpPr>
        <p:spPr>
          <a:xfrm>
            <a:off x="6175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6" name=""/>
          <p:cNvSpPr/>
          <p:nvPr/>
        </p:nvSpPr>
        <p:spPr>
          <a:xfrm>
            <a:off x="6176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d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7" name=""/>
          <p:cNvSpPr/>
          <p:nvPr/>
        </p:nvSpPr>
        <p:spPr>
          <a:xfrm>
            <a:off x="6178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8" name=""/>
          <p:cNvSpPr/>
          <p:nvPr/>
        </p:nvSpPr>
        <p:spPr>
          <a:xfrm>
            <a:off x="6180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29" name=""/>
          <p:cNvSpPr/>
          <p:nvPr/>
        </p:nvSpPr>
        <p:spPr>
          <a:xfrm>
            <a:off x="6182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0" name=""/>
          <p:cNvSpPr/>
          <p:nvPr/>
        </p:nvSpPr>
        <p:spPr>
          <a:xfrm>
            <a:off x="6184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6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1" name=""/>
          <p:cNvSpPr/>
          <p:nvPr/>
        </p:nvSpPr>
        <p:spPr>
          <a:xfrm>
            <a:off x="6185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2" name=""/>
          <p:cNvSpPr/>
          <p:nvPr/>
        </p:nvSpPr>
        <p:spPr>
          <a:xfrm>
            <a:off x="6187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3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3" name=""/>
          <p:cNvSpPr/>
          <p:nvPr/>
        </p:nvSpPr>
        <p:spPr>
          <a:xfrm>
            <a:off x="6189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1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4" name=""/>
          <p:cNvSpPr/>
          <p:nvPr/>
        </p:nvSpPr>
        <p:spPr>
          <a:xfrm>
            <a:off x="61912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f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5" name=""/>
          <p:cNvSpPr/>
          <p:nvPr/>
        </p:nvSpPr>
        <p:spPr>
          <a:xfrm>
            <a:off x="6193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6" name=""/>
          <p:cNvSpPr/>
          <p:nvPr/>
        </p:nvSpPr>
        <p:spPr>
          <a:xfrm>
            <a:off x="6195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c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7" name=""/>
          <p:cNvSpPr/>
          <p:nvPr/>
        </p:nvSpPr>
        <p:spPr>
          <a:xfrm>
            <a:off x="6197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8" name=""/>
          <p:cNvSpPr/>
          <p:nvPr/>
        </p:nvSpPr>
        <p:spPr>
          <a:xfrm>
            <a:off x="6198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8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39" name=""/>
          <p:cNvSpPr/>
          <p:nvPr/>
        </p:nvSpPr>
        <p:spPr>
          <a:xfrm>
            <a:off x="6200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0" name=""/>
          <p:cNvSpPr/>
          <p:nvPr/>
        </p:nvSpPr>
        <p:spPr>
          <a:xfrm>
            <a:off x="6202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5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1" name=""/>
          <p:cNvSpPr/>
          <p:nvPr/>
        </p:nvSpPr>
        <p:spPr>
          <a:xfrm>
            <a:off x="6204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3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2" name=""/>
          <p:cNvSpPr/>
          <p:nvPr/>
        </p:nvSpPr>
        <p:spPr>
          <a:xfrm>
            <a:off x="6206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1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3" name=""/>
          <p:cNvSpPr/>
          <p:nvPr/>
        </p:nvSpPr>
        <p:spPr>
          <a:xfrm>
            <a:off x="6207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4" name=""/>
          <p:cNvSpPr/>
          <p:nvPr/>
        </p:nvSpPr>
        <p:spPr>
          <a:xfrm>
            <a:off x="6209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e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5" name=""/>
          <p:cNvSpPr/>
          <p:nvPr/>
        </p:nvSpPr>
        <p:spPr>
          <a:xfrm>
            <a:off x="6211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c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6" name=""/>
          <p:cNvSpPr/>
          <p:nvPr/>
        </p:nvSpPr>
        <p:spPr>
          <a:xfrm>
            <a:off x="6213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a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7" name=""/>
          <p:cNvSpPr/>
          <p:nvPr/>
        </p:nvSpPr>
        <p:spPr>
          <a:xfrm>
            <a:off x="62150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8" name=""/>
          <p:cNvSpPr/>
          <p:nvPr/>
        </p:nvSpPr>
        <p:spPr>
          <a:xfrm>
            <a:off x="6217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7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49" name=""/>
          <p:cNvSpPr/>
          <p:nvPr/>
        </p:nvSpPr>
        <p:spPr>
          <a:xfrm>
            <a:off x="6219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0" name=""/>
          <p:cNvSpPr/>
          <p:nvPr/>
        </p:nvSpPr>
        <p:spPr>
          <a:xfrm>
            <a:off x="6220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1" name=""/>
          <p:cNvSpPr/>
          <p:nvPr/>
        </p:nvSpPr>
        <p:spPr>
          <a:xfrm>
            <a:off x="6222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2" name=""/>
          <p:cNvSpPr/>
          <p:nvPr/>
        </p:nvSpPr>
        <p:spPr>
          <a:xfrm>
            <a:off x="6224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0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3" name=""/>
          <p:cNvSpPr/>
          <p:nvPr/>
        </p:nvSpPr>
        <p:spPr>
          <a:xfrm>
            <a:off x="6226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4" name=""/>
          <p:cNvSpPr/>
          <p:nvPr/>
        </p:nvSpPr>
        <p:spPr>
          <a:xfrm>
            <a:off x="6228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d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5" name=""/>
          <p:cNvSpPr/>
          <p:nvPr/>
        </p:nvSpPr>
        <p:spPr>
          <a:xfrm>
            <a:off x="6229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6" name=""/>
          <p:cNvSpPr/>
          <p:nvPr/>
        </p:nvSpPr>
        <p:spPr>
          <a:xfrm>
            <a:off x="6231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a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7" name=""/>
          <p:cNvSpPr/>
          <p:nvPr/>
        </p:nvSpPr>
        <p:spPr>
          <a:xfrm>
            <a:off x="6233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8" name=""/>
          <p:cNvSpPr/>
          <p:nvPr/>
        </p:nvSpPr>
        <p:spPr>
          <a:xfrm>
            <a:off x="6235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7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59" name=""/>
          <p:cNvSpPr/>
          <p:nvPr/>
        </p:nvSpPr>
        <p:spPr>
          <a:xfrm>
            <a:off x="6237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0" name=""/>
          <p:cNvSpPr/>
          <p:nvPr/>
        </p:nvSpPr>
        <p:spPr>
          <a:xfrm>
            <a:off x="62388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4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1" name=""/>
          <p:cNvSpPr/>
          <p:nvPr/>
        </p:nvSpPr>
        <p:spPr>
          <a:xfrm>
            <a:off x="6240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2" name=""/>
          <p:cNvSpPr/>
          <p:nvPr/>
        </p:nvSpPr>
        <p:spPr>
          <a:xfrm>
            <a:off x="6242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1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3" name=""/>
          <p:cNvSpPr/>
          <p:nvPr/>
        </p:nvSpPr>
        <p:spPr>
          <a:xfrm>
            <a:off x="6244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4" name=""/>
          <p:cNvSpPr/>
          <p:nvPr/>
        </p:nvSpPr>
        <p:spPr>
          <a:xfrm>
            <a:off x="6246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5" name=""/>
          <p:cNvSpPr/>
          <p:nvPr/>
        </p:nvSpPr>
        <p:spPr>
          <a:xfrm>
            <a:off x="6248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6" name=""/>
          <p:cNvSpPr/>
          <p:nvPr/>
        </p:nvSpPr>
        <p:spPr>
          <a:xfrm>
            <a:off x="6249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7" name=""/>
          <p:cNvSpPr/>
          <p:nvPr/>
        </p:nvSpPr>
        <p:spPr>
          <a:xfrm>
            <a:off x="6251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8" name=""/>
          <p:cNvSpPr/>
          <p:nvPr/>
        </p:nvSpPr>
        <p:spPr>
          <a:xfrm>
            <a:off x="6253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9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69" name=""/>
          <p:cNvSpPr/>
          <p:nvPr/>
        </p:nvSpPr>
        <p:spPr>
          <a:xfrm>
            <a:off x="6255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0" name=""/>
          <p:cNvSpPr/>
          <p:nvPr/>
        </p:nvSpPr>
        <p:spPr>
          <a:xfrm>
            <a:off x="6257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1" name=""/>
          <p:cNvSpPr/>
          <p:nvPr/>
        </p:nvSpPr>
        <p:spPr>
          <a:xfrm>
            <a:off x="6258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2" name=""/>
          <p:cNvSpPr/>
          <p:nvPr/>
        </p:nvSpPr>
        <p:spPr>
          <a:xfrm>
            <a:off x="6260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3" name=""/>
          <p:cNvSpPr/>
          <p:nvPr/>
        </p:nvSpPr>
        <p:spPr>
          <a:xfrm>
            <a:off x="62625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4" name=""/>
          <p:cNvSpPr/>
          <p:nvPr/>
        </p:nvSpPr>
        <p:spPr>
          <a:xfrm>
            <a:off x="6264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5" name=""/>
          <p:cNvSpPr/>
          <p:nvPr/>
        </p:nvSpPr>
        <p:spPr>
          <a:xfrm>
            <a:off x="6266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6" name=""/>
          <p:cNvSpPr/>
          <p:nvPr/>
        </p:nvSpPr>
        <p:spPr>
          <a:xfrm>
            <a:off x="6268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7" name=""/>
          <p:cNvSpPr/>
          <p:nvPr/>
        </p:nvSpPr>
        <p:spPr>
          <a:xfrm>
            <a:off x="6270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8" name=""/>
          <p:cNvSpPr/>
          <p:nvPr/>
        </p:nvSpPr>
        <p:spPr>
          <a:xfrm>
            <a:off x="6271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79" name=""/>
          <p:cNvSpPr/>
          <p:nvPr/>
        </p:nvSpPr>
        <p:spPr>
          <a:xfrm>
            <a:off x="6273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0" name=""/>
          <p:cNvSpPr/>
          <p:nvPr/>
        </p:nvSpPr>
        <p:spPr>
          <a:xfrm>
            <a:off x="6275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1" name=""/>
          <p:cNvSpPr/>
          <p:nvPr/>
        </p:nvSpPr>
        <p:spPr>
          <a:xfrm>
            <a:off x="6277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2" name=""/>
          <p:cNvSpPr/>
          <p:nvPr/>
        </p:nvSpPr>
        <p:spPr>
          <a:xfrm>
            <a:off x="6279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3" name=""/>
          <p:cNvSpPr/>
          <p:nvPr/>
        </p:nvSpPr>
        <p:spPr>
          <a:xfrm>
            <a:off x="6280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4" name=""/>
          <p:cNvSpPr/>
          <p:nvPr/>
        </p:nvSpPr>
        <p:spPr>
          <a:xfrm>
            <a:off x="6282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5" name=""/>
          <p:cNvSpPr/>
          <p:nvPr/>
        </p:nvSpPr>
        <p:spPr>
          <a:xfrm>
            <a:off x="6284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6" name=""/>
          <p:cNvSpPr/>
          <p:nvPr/>
        </p:nvSpPr>
        <p:spPr>
          <a:xfrm>
            <a:off x="62863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7" name=""/>
          <p:cNvSpPr/>
          <p:nvPr/>
        </p:nvSpPr>
        <p:spPr>
          <a:xfrm>
            <a:off x="6288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8" name=""/>
          <p:cNvSpPr/>
          <p:nvPr/>
        </p:nvSpPr>
        <p:spPr>
          <a:xfrm>
            <a:off x="6290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89" name=""/>
          <p:cNvSpPr/>
          <p:nvPr/>
        </p:nvSpPr>
        <p:spPr>
          <a:xfrm>
            <a:off x="6292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90" name=""/>
          <p:cNvSpPr/>
          <p:nvPr/>
        </p:nvSpPr>
        <p:spPr>
          <a:xfrm>
            <a:off x="6293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91" name=""/>
          <p:cNvSpPr/>
          <p:nvPr/>
        </p:nvSpPr>
        <p:spPr>
          <a:xfrm>
            <a:off x="6295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92" name=""/>
          <p:cNvSpPr/>
          <p:nvPr/>
        </p:nvSpPr>
        <p:spPr>
          <a:xfrm>
            <a:off x="6297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93" name=""/>
          <p:cNvSpPr/>
          <p:nvPr/>
        </p:nvSpPr>
        <p:spPr>
          <a:xfrm>
            <a:off x="5831280" y="4257000"/>
            <a:ext cx="468360" cy="349560"/>
          </a:xfrm>
          <a:custGeom>
            <a:avLst/>
            <a:gdLst/>
            <a:ahLst/>
            <a:rect l="0" t="0" r="r" b="b"/>
            <a:pathLst>
              <a:path w="1301" h="971">
                <a:moveTo>
                  <a:pt x="0" y="971"/>
                </a:moveTo>
                <a:lnTo>
                  <a:pt x="1301" y="971"/>
                </a:lnTo>
                <a:lnTo>
                  <a:pt x="1301" y="0"/>
                </a:lnTo>
                <a:lnTo>
                  <a:pt x="0" y="0"/>
                </a:lnTo>
                <a:lnTo>
                  <a:pt x="0" y="971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19994" name=""/>
          <p:cNvSpPr/>
          <p:nvPr/>
        </p:nvSpPr>
        <p:spPr>
          <a:xfrm>
            <a:off x="6648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95" name=""/>
          <p:cNvSpPr/>
          <p:nvPr/>
        </p:nvSpPr>
        <p:spPr>
          <a:xfrm>
            <a:off x="66499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96" name=""/>
          <p:cNvSpPr/>
          <p:nvPr/>
        </p:nvSpPr>
        <p:spPr>
          <a:xfrm>
            <a:off x="6652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97" name=""/>
          <p:cNvSpPr/>
          <p:nvPr/>
        </p:nvSpPr>
        <p:spPr>
          <a:xfrm>
            <a:off x="6653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98" name=""/>
          <p:cNvSpPr/>
          <p:nvPr/>
        </p:nvSpPr>
        <p:spPr>
          <a:xfrm>
            <a:off x="6655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19999" name=""/>
          <p:cNvSpPr/>
          <p:nvPr/>
        </p:nvSpPr>
        <p:spPr>
          <a:xfrm>
            <a:off x="6657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0" name=""/>
          <p:cNvSpPr/>
          <p:nvPr/>
        </p:nvSpPr>
        <p:spPr>
          <a:xfrm>
            <a:off x="6659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1" name=""/>
          <p:cNvSpPr/>
          <p:nvPr/>
        </p:nvSpPr>
        <p:spPr>
          <a:xfrm>
            <a:off x="6661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2" name=""/>
          <p:cNvSpPr/>
          <p:nvPr/>
        </p:nvSpPr>
        <p:spPr>
          <a:xfrm>
            <a:off x="6662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3" name=""/>
          <p:cNvSpPr/>
          <p:nvPr/>
        </p:nvSpPr>
        <p:spPr>
          <a:xfrm>
            <a:off x="6664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4" name=""/>
          <p:cNvSpPr/>
          <p:nvPr/>
        </p:nvSpPr>
        <p:spPr>
          <a:xfrm>
            <a:off x="6666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5" name=""/>
          <p:cNvSpPr/>
          <p:nvPr/>
        </p:nvSpPr>
        <p:spPr>
          <a:xfrm>
            <a:off x="6668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6" name=""/>
          <p:cNvSpPr/>
          <p:nvPr/>
        </p:nvSpPr>
        <p:spPr>
          <a:xfrm>
            <a:off x="6670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7" name=""/>
          <p:cNvSpPr/>
          <p:nvPr/>
        </p:nvSpPr>
        <p:spPr>
          <a:xfrm>
            <a:off x="6671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8" name=""/>
          <p:cNvSpPr/>
          <p:nvPr/>
        </p:nvSpPr>
        <p:spPr>
          <a:xfrm>
            <a:off x="66736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09" name=""/>
          <p:cNvSpPr/>
          <p:nvPr/>
        </p:nvSpPr>
        <p:spPr>
          <a:xfrm>
            <a:off x="6675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0" name=""/>
          <p:cNvSpPr/>
          <p:nvPr/>
        </p:nvSpPr>
        <p:spPr>
          <a:xfrm>
            <a:off x="6677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1" name=""/>
          <p:cNvSpPr/>
          <p:nvPr/>
        </p:nvSpPr>
        <p:spPr>
          <a:xfrm>
            <a:off x="6679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2" name=""/>
          <p:cNvSpPr/>
          <p:nvPr/>
        </p:nvSpPr>
        <p:spPr>
          <a:xfrm>
            <a:off x="6681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3" name=""/>
          <p:cNvSpPr/>
          <p:nvPr/>
        </p:nvSpPr>
        <p:spPr>
          <a:xfrm>
            <a:off x="6683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4" name=""/>
          <p:cNvSpPr/>
          <p:nvPr/>
        </p:nvSpPr>
        <p:spPr>
          <a:xfrm>
            <a:off x="6684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5" name=""/>
          <p:cNvSpPr/>
          <p:nvPr/>
        </p:nvSpPr>
        <p:spPr>
          <a:xfrm>
            <a:off x="6686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6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6" name=""/>
          <p:cNvSpPr/>
          <p:nvPr/>
        </p:nvSpPr>
        <p:spPr>
          <a:xfrm>
            <a:off x="6688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7" name=""/>
          <p:cNvSpPr/>
          <p:nvPr/>
        </p:nvSpPr>
        <p:spPr>
          <a:xfrm>
            <a:off x="6690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8" name=""/>
          <p:cNvSpPr/>
          <p:nvPr/>
        </p:nvSpPr>
        <p:spPr>
          <a:xfrm>
            <a:off x="6692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19" name=""/>
          <p:cNvSpPr/>
          <p:nvPr/>
        </p:nvSpPr>
        <p:spPr>
          <a:xfrm>
            <a:off x="6693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0" name=""/>
          <p:cNvSpPr/>
          <p:nvPr/>
        </p:nvSpPr>
        <p:spPr>
          <a:xfrm>
            <a:off x="6695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1" name=""/>
          <p:cNvSpPr/>
          <p:nvPr/>
        </p:nvSpPr>
        <p:spPr>
          <a:xfrm>
            <a:off x="66974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2" name=""/>
          <p:cNvSpPr/>
          <p:nvPr/>
        </p:nvSpPr>
        <p:spPr>
          <a:xfrm>
            <a:off x="6699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3" name=""/>
          <p:cNvSpPr/>
          <p:nvPr/>
        </p:nvSpPr>
        <p:spPr>
          <a:xfrm>
            <a:off x="6701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0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4" name=""/>
          <p:cNvSpPr/>
          <p:nvPr/>
        </p:nvSpPr>
        <p:spPr>
          <a:xfrm>
            <a:off x="6703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5" name=""/>
          <p:cNvSpPr/>
          <p:nvPr/>
        </p:nvSpPr>
        <p:spPr>
          <a:xfrm>
            <a:off x="6705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3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6" name=""/>
          <p:cNvSpPr/>
          <p:nvPr/>
        </p:nvSpPr>
        <p:spPr>
          <a:xfrm>
            <a:off x="6706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7" name=""/>
          <p:cNvSpPr/>
          <p:nvPr/>
        </p:nvSpPr>
        <p:spPr>
          <a:xfrm>
            <a:off x="6708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6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8" name=""/>
          <p:cNvSpPr/>
          <p:nvPr/>
        </p:nvSpPr>
        <p:spPr>
          <a:xfrm>
            <a:off x="6710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29" name=""/>
          <p:cNvSpPr/>
          <p:nvPr/>
        </p:nvSpPr>
        <p:spPr>
          <a:xfrm>
            <a:off x="6712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9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0" name=""/>
          <p:cNvSpPr/>
          <p:nvPr/>
        </p:nvSpPr>
        <p:spPr>
          <a:xfrm>
            <a:off x="6714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1" name=""/>
          <p:cNvSpPr/>
          <p:nvPr/>
        </p:nvSpPr>
        <p:spPr>
          <a:xfrm>
            <a:off x="6715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c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2" name=""/>
          <p:cNvSpPr/>
          <p:nvPr/>
        </p:nvSpPr>
        <p:spPr>
          <a:xfrm>
            <a:off x="6717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3" name=""/>
          <p:cNvSpPr/>
          <p:nvPr/>
        </p:nvSpPr>
        <p:spPr>
          <a:xfrm>
            <a:off x="6719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f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4" name=""/>
          <p:cNvSpPr/>
          <p:nvPr/>
        </p:nvSpPr>
        <p:spPr>
          <a:xfrm>
            <a:off x="67212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5" name=""/>
          <p:cNvSpPr/>
          <p:nvPr/>
        </p:nvSpPr>
        <p:spPr>
          <a:xfrm>
            <a:off x="6723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6" name=""/>
          <p:cNvSpPr/>
          <p:nvPr/>
        </p:nvSpPr>
        <p:spPr>
          <a:xfrm>
            <a:off x="6725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7" name=""/>
          <p:cNvSpPr/>
          <p:nvPr/>
        </p:nvSpPr>
        <p:spPr>
          <a:xfrm>
            <a:off x="6726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6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8" name=""/>
          <p:cNvSpPr/>
          <p:nvPr/>
        </p:nvSpPr>
        <p:spPr>
          <a:xfrm>
            <a:off x="6728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39" name=""/>
          <p:cNvSpPr/>
          <p:nvPr/>
        </p:nvSpPr>
        <p:spPr>
          <a:xfrm>
            <a:off x="6730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9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0" name=""/>
          <p:cNvSpPr/>
          <p:nvPr/>
        </p:nvSpPr>
        <p:spPr>
          <a:xfrm>
            <a:off x="6732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b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1" name=""/>
          <p:cNvSpPr/>
          <p:nvPr/>
        </p:nvSpPr>
        <p:spPr>
          <a:xfrm>
            <a:off x="6734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d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2" name=""/>
          <p:cNvSpPr/>
          <p:nvPr/>
        </p:nvSpPr>
        <p:spPr>
          <a:xfrm>
            <a:off x="6735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3" name=""/>
          <p:cNvSpPr/>
          <p:nvPr/>
        </p:nvSpPr>
        <p:spPr>
          <a:xfrm>
            <a:off x="6737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0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4" name=""/>
          <p:cNvSpPr/>
          <p:nvPr/>
        </p:nvSpPr>
        <p:spPr>
          <a:xfrm>
            <a:off x="6739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2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5" name=""/>
          <p:cNvSpPr/>
          <p:nvPr/>
        </p:nvSpPr>
        <p:spPr>
          <a:xfrm>
            <a:off x="6741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4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6" name=""/>
          <p:cNvSpPr/>
          <p:nvPr/>
        </p:nvSpPr>
        <p:spPr>
          <a:xfrm>
            <a:off x="6743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7" name=""/>
          <p:cNvSpPr/>
          <p:nvPr/>
        </p:nvSpPr>
        <p:spPr>
          <a:xfrm>
            <a:off x="67449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7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8" name=""/>
          <p:cNvSpPr/>
          <p:nvPr/>
        </p:nvSpPr>
        <p:spPr>
          <a:xfrm>
            <a:off x="6747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9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49" name=""/>
          <p:cNvSpPr/>
          <p:nvPr/>
        </p:nvSpPr>
        <p:spPr>
          <a:xfrm>
            <a:off x="6748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b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0" name=""/>
          <p:cNvSpPr/>
          <p:nvPr/>
        </p:nvSpPr>
        <p:spPr>
          <a:xfrm>
            <a:off x="6750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1" name=""/>
          <p:cNvSpPr/>
          <p:nvPr/>
        </p:nvSpPr>
        <p:spPr>
          <a:xfrm>
            <a:off x="6752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e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2" name=""/>
          <p:cNvSpPr/>
          <p:nvPr/>
        </p:nvSpPr>
        <p:spPr>
          <a:xfrm>
            <a:off x="6754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0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3" name=""/>
          <p:cNvSpPr/>
          <p:nvPr/>
        </p:nvSpPr>
        <p:spPr>
          <a:xfrm>
            <a:off x="6756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2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4" name=""/>
          <p:cNvSpPr/>
          <p:nvPr/>
        </p:nvSpPr>
        <p:spPr>
          <a:xfrm>
            <a:off x="6757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5" name=""/>
          <p:cNvSpPr/>
          <p:nvPr/>
        </p:nvSpPr>
        <p:spPr>
          <a:xfrm>
            <a:off x="6759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5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6" name=""/>
          <p:cNvSpPr/>
          <p:nvPr/>
        </p:nvSpPr>
        <p:spPr>
          <a:xfrm>
            <a:off x="6761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7" name=""/>
          <p:cNvSpPr/>
          <p:nvPr/>
        </p:nvSpPr>
        <p:spPr>
          <a:xfrm>
            <a:off x="6763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8" name=""/>
          <p:cNvSpPr/>
          <p:nvPr/>
        </p:nvSpPr>
        <p:spPr>
          <a:xfrm>
            <a:off x="6765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59" name=""/>
          <p:cNvSpPr/>
          <p:nvPr/>
        </p:nvSpPr>
        <p:spPr>
          <a:xfrm>
            <a:off x="6766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c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0" name=""/>
          <p:cNvSpPr/>
          <p:nvPr/>
        </p:nvSpPr>
        <p:spPr>
          <a:xfrm>
            <a:off x="67687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1" name=""/>
          <p:cNvSpPr/>
          <p:nvPr/>
        </p:nvSpPr>
        <p:spPr>
          <a:xfrm>
            <a:off x="6770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f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2" name=""/>
          <p:cNvSpPr/>
          <p:nvPr/>
        </p:nvSpPr>
        <p:spPr>
          <a:xfrm>
            <a:off x="6772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3" name=""/>
          <p:cNvSpPr/>
          <p:nvPr/>
        </p:nvSpPr>
        <p:spPr>
          <a:xfrm>
            <a:off x="6774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4" name=""/>
          <p:cNvSpPr/>
          <p:nvPr/>
        </p:nvSpPr>
        <p:spPr>
          <a:xfrm>
            <a:off x="6776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5" name=""/>
          <p:cNvSpPr/>
          <p:nvPr/>
        </p:nvSpPr>
        <p:spPr>
          <a:xfrm>
            <a:off x="6778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5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6" name=""/>
          <p:cNvSpPr/>
          <p:nvPr/>
        </p:nvSpPr>
        <p:spPr>
          <a:xfrm>
            <a:off x="6779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7" name=""/>
          <p:cNvSpPr/>
          <p:nvPr/>
        </p:nvSpPr>
        <p:spPr>
          <a:xfrm>
            <a:off x="6781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8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8" name=""/>
          <p:cNvSpPr/>
          <p:nvPr/>
        </p:nvSpPr>
        <p:spPr>
          <a:xfrm>
            <a:off x="6783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69" name=""/>
          <p:cNvSpPr/>
          <p:nvPr/>
        </p:nvSpPr>
        <p:spPr>
          <a:xfrm>
            <a:off x="6785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b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0" name=""/>
          <p:cNvSpPr/>
          <p:nvPr/>
        </p:nvSpPr>
        <p:spPr>
          <a:xfrm>
            <a:off x="6787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1" name=""/>
          <p:cNvSpPr/>
          <p:nvPr/>
        </p:nvSpPr>
        <p:spPr>
          <a:xfrm>
            <a:off x="6788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2" name=""/>
          <p:cNvSpPr/>
          <p:nvPr/>
        </p:nvSpPr>
        <p:spPr>
          <a:xfrm>
            <a:off x="6790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3" name=""/>
          <p:cNvSpPr/>
          <p:nvPr/>
        </p:nvSpPr>
        <p:spPr>
          <a:xfrm>
            <a:off x="67924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0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4" name=""/>
          <p:cNvSpPr/>
          <p:nvPr/>
        </p:nvSpPr>
        <p:spPr>
          <a:xfrm>
            <a:off x="6794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5" name=""/>
          <p:cNvSpPr/>
          <p:nvPr/>
        </p:nvSpPr>
        <p:spPr>
          <a:xfrm>
            <a:off x="6796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6" name=""/>
          <p:cNvSpPr/>
          <p:nvPr/>
        </p:nvSpPr>
        <p:spPr>
          <a:xfrm>
            <a:off x="6798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7" name=""/>
          <p:cNvSpPr/>
          <p:nvPr/>
        </p:nvSpPr>
        <p:spPr>
          <a:xfrm>
            <a:off x="6800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5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8" name=""/>
          <p:cNvSpPr/>
          <p:nvPr/>
        </p:nvSpPr>
        <p:spPr>
          <a:xfrm>
            <a:off x="6801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79" name=""/>
          <p:cNvSpPr/>
          <p:nvPr/>
        </p:nvSpPr>
        <p:spPr>
          <a:xfrm>
            <a:off x="6803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0" name=""/>
          <p:cNvSpPr/>
          <p:nvPr/>
        </p:nvSpPr>
        <p:spPr>
          <a:xfrm>
            <a:off x="6805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1" name=""/>
          <p:cNvSpPr/>
          <p:nvPr/>
        </p:nvSpPr>
        <p:spPr>
          <a:xfrm>
            <a:off x="6807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2" name=""/>
          <p:cNvSpPr/>
          <p:nvPr/>
        </p:nvSpPr>
        <p:spPr>
          <a:xfrm>
            <a:off x="6809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3" name=""/>
          <p:cNvSpPr/>
          <p:nvPr/>
        </p:nvSpPr>
        <p:spPr>
          <a:xfrm>
            <a:off x="6810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4" name=""/>
          <p:cNvSpPr/>
          <p:nvPr/>
        </p:nvSpPr>
        <p:spPr>
          <a:xfrm>
            <a:off x="6812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5" name=""/>
          <p:cNvSpPr/>
          <p:nvPr/>
        </p:nvSpPr>
        <p:spPr>
          <a:xfrm>
            <a:off x="6814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6" name=""/>
          <p:cNvSpPr/>
          <p:nvPr/>
        </p:nvSpPr>
        <p:spPr>
          <a:xfrm>
            <a:off x="68162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7" name=""/>
          <p:cNvSpPr/>
          <p:nvPr/>
        </p:nvSpPr>
        <p:spPr>
          <a:xfrm>
            <a:off x="6818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8" name=""/>
          <p:cNvSpPr/>
          <p:nvPr/>
        </p:nvSpPr>
        <p:spPr>
          <a:xfrm>
            <a:off x="6820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89" name=""/>
          <p:cNvSpPr/>
          <p:nvPr/>
        </p:nvSpPr>
        <p:spPr>
          <a:xfrm>
            <a:off x="6822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0" name=""/>
          <p:cNvSpPr/>
          <p:nvPr/>
        </p:nvSpPr>
        <p:spPr>
          <a:xfrm>
            <a:off x="6823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1" name=""/>
          <p:cNvSpPr/>
          <p:nvPr/>
        </p:nvSpPr>
        <p:spPr>
          <a:xfrm>
            <a:off x="6825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2" name=""/>
          <p:cNvSpPr/>
          <p:nvPr/>
        </p:nvSpPr>
        <p:spPr>
          <a:xfrm>
            <a:off x="6827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3" name=""/>
          <p:cNvSpPr/>
          <p:nvPr/>
        </p:nvSpPr>
        <p:spPr>
          <a:xfrm>
            <a:off x="6829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4" name=""/>
          <p:cNvSpPr/>
          <p:nvPr/>
        </p:nvSpPr>
        <p:spPr>
          <a:xfrm>
            <a:off x="6831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5" name=""/>
          <p:cNvSpPr/>
          <p:nvPr/>
        </p:nvSpPr>
        <p:spPr>
          <a:xfrm>
            <a:off x="6832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6" name=""/>
          <p:cNvSpPr/>
          <p:nvPr/>
        </p:nvSpPr>
        <p:spPr>
          <a:xfrm>
            <a:off x="6834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7" name=""/>
          <p:cNvSpPr/>
          <p:nvPr/>
        </p:nvSpPr>
        <p:spPr>
          <a:xfrm>
            <a:off x="6836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8" name=""/>
          <p:cNvSpPr/>
          <p:nvPr/>
        </p:nvSpPr>
        <p:spPr>
          <a:xfrm>
            <a:off x="6838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099" name=""/>
          <p:cNvSpPr/>
          <p:nvPr/>
        </p:nvSpPr>
        <p:spPr>
          <a:xfrm>
            <a:off x="68400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0" name=""/>
          <p:cNvSpPr/>
          <p:nvPr/>
        </p:nvSpPr>
        <p:spPr>
          <a:xfrm>
            <a:off x="684216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1" name=""/>
          <p:cNvSpPr/>
          <p:nvPr/>
        </p:nvSpPr>
        <p:spPr>
          <a:xfrm>
            <a:off x="684576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2" name=""/>
          <p:cNvSpPr/>
          <p:nvPr/>
        </p:nvSpPr>
        <p:spPr>
          <a:xfrm>
            <a:off x="6849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3" name=""/>
          <p:cNvSpPr/>
          <p:nvPr/>
        </p:nvSpPr>
        <p:spPr>
          <a:xfrm>
            <a:off x="6851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4" name=""/>
          <p:cNvSpPr/>
          <p:nvPr/>
        </p:nvSpPr>
        <p:spPr>
          <a:xfrm>
            <a:off x="685296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5" name=""/>
          <p:cNvSpPr/>
          <p:nvPr/>
        </p:nvSpPr>
        <p:spPr>
          <a:xfrm>
            <a:off x="6856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6" name=""/>
          <p:cNvSpPr/>
          <p:nvPr/>
        </p:nvSpPr>
        <p:spPr>
          <a:xfrm>
            <a:off x="6858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7" name=""/>
          <p:cNvSpPr/>
          <p:nvPr/>
        </p:nvSpPr>
        <p:spPr>
          <a:xfrm>
            <a:off x="686016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8" name=""/>
          <p:cNvSpPr/>
          <p:nvPr/>
        </p:nvSpPr>
        <p:spPr>
          <a:xfrm>
            <a:off x="68637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09" name=""/>
          <p:cNvSpPr/>
          <p:nvPr/>
        </p:nvSpPr>
        <p:spPr>
          <a:xfrm>
            <a:off x="6865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0" name=""/>
          <p:cNvSpPr/>
          <p:nvPr/>
        </p:nvSpPr>
        <p:spPr>
          <a:xfrm>
            <a:off x="6867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1" name=""/>
          <p:cNvSpPr/>
          <p:nvPr/>
        </p:nvSpPr>
        <p:spPr>
          <a:xfrm>
            <a:off x="6869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2" name=""/>
          <p:cNvSpPr/>
          <p:nvPr/>
        </p:nvSpPr>
        <p:spPr>
          <a:xfrm>
            <a:off x="68713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3" name=""/>
          <p:cNvSpPr/>
          <p:nvPr/>
        </p:nvSpPr>
        <p:spPr>
          <a:xfrm>
            <a:off x="6874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4" name=""/>
          <p:cNvSpPr/>
          <p:nvPr/>
        </p:nvSpPr>
        <p:spPr>
          <a:xfrm>
            <a:off x="6876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5" name=""/>
          <p:cNvSpPr/>
          <p:nvPr/>
        </p:nvSpPr>
        <p:spPr>
          <a:xfrm>
            <a:off x="68785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6" name=""/>
          <p:cNvSpPr/>
          <p:nvPr/>
        </p:nvSpPr>
        <p:spPr>
          <a:xfrm>
            <a:off x="688212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f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7" name=""/>
          <p:cNvSpPr/>
          <p:nvPr/>
        </p:nvSpPr>
        <p:spPr>
          <a:xfrm>
            <a:off x="6885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8" name=""/>
          <p:cNvSpPr/>
          <p:nvPr/>
        </p:nvSpPr>
        <p:spPr>
          <a:xfrm>
            <a:off x="68875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19" name=""/>
          <p:cNvSpPr/>
          <p:nvPr/>
        </p:nvSpPr>
        <p:spPr>
          <a:xfrm>
            <a:off x="688968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e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0" name=""/>
          <p:cNvSpPr/>
          <p:nvPr/>
        </p:nvSpPr>
        <p:spPr>
          <a:xfrm>
            <a:off x="6893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1" name=""/>
          <p:cNvSpPr/>
          <p:nvPr/>
        </p:nvSpPr>
        <p:spPr>
          <a:xfrm>
            <a:off x="6895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2" name=""/>
          <p:cNvSpPr/>
          <p:nvPr/>
        </p:nvSpPr>
        <p:spPr>
          <a:xfrm>
            <a:off x="6896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3" name=""/>
          <p:cNvSpPr/>
          <p:nvPr/>
        </p:nvSpPr>
        <p:spPr>
          <a:xfrm>
            <a:off x="6898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d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4" name=""/>
          <p:cNvSpPr/>
          <p:nvPr/>
        </p:nvSpPr>
        <p:spPr>
          <a:xfrm>
            <a:off x="6900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5" name=""/>
          <p:cNvSpPr/>
          <p:nvPr/>
        </p:nvSpPr>
        <p:spPr>
          <a:xfrm>
            <a:off x="6902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6" name=""/>
          <p:cNvSpPr/>
          <p:nvPr/>
        </p:nvSpPr>
        <p:spPr>
          <a:xfrm>
            <a:off x="690408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c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7" name=""/>
          <p:cNvSpPr/>
          <p:nvPr/>
        </p:nvSpPr>
        <p:spPr>
          <a:xfrm>
            <a:off x="6907680" y="4257000"/>
            <a:ext cx="3960" cy="349560"/>
          </a:xfrm>
          <a:custGeom>
            <a:avLst/>
            <a:gdLst/>
            <a:ahLst/>
            <a:rect l="0" t="0" r="r" b="b"/>
            <a:pathLst>
              <a:path w="11" h="971">
                <a:moveTo>
                  <a:pt x="0" y="971"/>
                </a:moveTo>
                <a:lnTo>
                  <a:pt x="0" y="0"/>
                </a:lnTo>
                <a:lnTo>
                  <a:pt x="11" y="0"/>
                </a:lnTo>
                <a:lnTo>
                  <a:pt x="11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b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8" name=""/>
          <p:cNvSpPr/>
          <p:nvPr/>
        </p:nvSpPr>
        <p:spPr>
          <a:xfrm>
            <a:off x="69112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29" name=""/>
          <p:cNvSpPr/>
          <p:nvPr/>
        </p:nvSpPr>
        <p:spPr>
          <a:xfrm>
            <a:off x="6913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a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0" name=""/>
          <p:cNvSpPr/>
          <p:nvPr/>
        </p:nvSpPr>
        <p:spPr>
          <a:xfrm>
            <a:off x="6915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1" name=""/>
          <p:cNvSpPr/>
          <p:nvPr/>
        </p:nvSpPr>
        <p:spPr>
          <a:xfrm>
            <a:off x="6917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9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2" name=""/>
          <p:cNvSpPr/>
          <p:nvPr/>
        </p:nvSpPr>
        <p:spPr>
          <a:xfrm>
            <a:off x="6918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3" name=""/>
          <p:cNvSpPr/>
          <p:nvPr/>
        </p:nvSpPr>
        <p:spPr>
          <a:xfrm>
            <a:off x="6920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8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4" name=""/>
          <p:cNvSpPr/>
          <p:nvPr/>
        </p:nvSpPr>
        <p:spPr>
          <a:xfrm>
            <a:off x="6922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5" name=""/>
          <p:cNvSpPr/>
          <p:nvPr/>
        </p:nvSpPr>
        <p:spPr>
          <a:xfrm>
            <a:off x="6924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7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6" name=""/>
          <p:cNvSpPr/>
          <p:nvPr/>
        </p:nvSpPr>
        <p:spPr>
          <a:xfrm>
            <a:off x="6926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6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7" name=""/>
          <p:cNvSpPr/>
          <p:nvPr/>
        </p:nvSpPr>
        <p:spPr>
          <a:xfrm>
            <a:off x="6927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8" name=""/>
          <p:cNvSpPr/>
          <p:nvPr/>
        </p:nvSpPr>
        <p:spPr>
          <a:xfrm>
            <a:off x="6929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5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39" name=""/>
          <p:cNvSpPr/>
          <p:nvPr/>
        </p:nvSpPr>
        <p:spPr>
          <a:xfrm>
            <a:off x="6931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4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0" name=""/>
          <p:cNvSpPr/>
          <p:nvPr/>
        </p:nvSpPr>
        <p:spPr>
          <a:xfrm>
            <a:off x="6933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1" name=""/>
          <p:cNvSpPr/>
          <p:nvPr/>
        </p:nvSpPr>
        <p:spPr>
          <a:xfrm>
            <a:off x="69350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3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2" name=""/>
          <p:cNvSpPr/>
          <p:nvPr/>
        </p:nvSpPr>
        <p:spPr>
          <a:xfrm>
            <a:off x="6937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2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3" name=""/>
          <p:cNvSpPr/>
          <p:nvPr/>
        </p:nvSpPr>
        <p:spPr>
          <a:xfrm>
            <a:off x="6939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1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4" name=""/>
          <p:cNvSpPr/>
          <p:nvPr/>
        </p:nvSpPr>
        <p:spPr>
          <a:xfrm>
            <a:off x="6940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f0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5" name=""/>
          <p:cNvSpPr/>
          <p:nvPr/>
        </p:nvSpPr>
        <p:spPr>
          <a:xfrm>
            <a:off x="6942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6" name=""/>
          <p:cNvSpPr/>
          <p:nvPr/>
        </p:nvSpPr>
        <p:spPr>
          <a:xfrm>
            <a:off x="6944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f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7" name=""/>
          <p:cNvSpPr/>
          <p:nvPr/>
        </p:nvSpPr>
        <p:spPr>
          <a:xfrm>
            <a:off x="6946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e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8" name=""/>
          <p:cNvSpPr/>
          <p:nvPr/>
        </p:nvSpPr>
        <p:spPr>
          <a:xfrm>
            <a:off x="6948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d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49" name=""/>
          <p:cNvSpPr/>
          <p:nvPr/>
        </p:nvSpPr>
        <p:spPr>
          <a:xfrm>
            <a:off x="6949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c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0" name=""/>
          <p:cNvSpPr/>
          <p:nvPr/>
        </p:nvSpPr>
        <p:spPr>
          <a:xfrm>
            <a:off x="6951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b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1" name=""/>
          <p:cNvSpPr/>
          <p:nvPr/>
        </p:nvSpPr>
        <p:spPr>
          <a:xfrm>
            <a:off x="6953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a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2" name=""/>
          <p:cNvSpPr/>
          <p:nvPr/>
        </p:nvSpPr>
        <p:spPr>
          <a:xfrm>
            <a:off x="6955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3" name=""/>
          <p:cNvSpPr/>
          <p:nvPr/>
        </p:nvSpPr>
        <p:spPr>
          <a:xfrm>
            <a:off x="6957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7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4" name=""/>
          <p:cNvSpPr/>
          <p:nvPr/>
        </p:nvSpPr>
        <p:spPr>
          <a:xfrm>
            <a:off x="69588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5" name=""/>
          <p:cNvSpPr/>
          <p:nvPr/>
        </p:nvSpPr>
        <p:spPr>
          <a:xfrm>
            <a:off x="6960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6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6" name=""/>
          <p:cNvSpPr/>
          <p:nvPr/>
        </p:nvSpPr>
        <p:spPr>
          <a:xfrm>
            <a:off x="6962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4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7" name=""/>
          <p:cNvSpPr/>
          <p:nvPr/>
        </p:nvSpPr>
        <p:spPr>
          <a:xfrm>
            <a:off x="6964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3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8" name=""/>
          <p:cNvSpPr/>
          <p:nvPr/>
        </p:nvSpPr>
        <p:spPr>
          <a:xfrm>
            <a:off x="6966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2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59" name=""/>
          <p:cNvSpPr/>
          <p:nvPr/>
        </p:nvSpPr>
        <p:spPr>
          <a:xfrm>
            <a:off x="6968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e1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0" name=""/>
          <p:cNvSpPr/>
          <p:nvPr/>
        </p:nvSpPr>
        <p:spPr>
          <a:xfrm>
            <a:off x="6969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f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1" name=""/>
          <p:cNvSpPr/>
          <p:nvPr/>
        </p:nvSpPr>
        <p:spPr>
          <a:xfrm>
            <a:off x="6971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e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2" name=""/>
          <p:cNvSpPr/>
          <p:nvPr/>
        </p:nvSpPr>
        <p:spPr>
          <a:xfrm>
            <a:off x="6973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d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3" name=""/>
          <p:cNvSpPr/>
          <p:nvPr/>
        </p:nvSpPr>
        <p:spPr>
          <a:xfrm>
            <a:off x="6975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c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4" name=""/>
          <p:cNvSpPr/>
          <p:nvPr/>
        </p:nvSpPr>
        <p:spPr>
          <a:xfrm>
            <a:off x="6977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a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5" name=""/>
          <p:cNvSpPr/>
          <p:nvPr/>
        </p:nvSpPr>
        <p:spPr>
          <a:xfrm>
            <a:off x="6978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9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6" name=""/>
          <p:cNvSpPr/>
          <p:nvPr/>
        </p:nvSpPr>
        <p:spPr>
          <a:xfrm>
            <a:off x="6980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7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7" name=""/>
          <p:cNvSpPr/>
          <p:nvPr/>
        </p:nvSpPr>
        <p:spPr>
          <a:xfrm>
            <a:off x="69825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6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8" name=""/>
          <p:cNvSpPr/>
          <p:nvPr/>
        </p:nvSpPr>
        <p:spPr>
          <a:xfrm>
            <a:off x="6984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4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69" name=""/>
          <p:cNvSpPr/>
          <p:nvPr/>
        </p:nvSpPr>
        <p:spPr>
          <a:xfrm>
            <a:off x="6986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3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0" name=""/>
          <p:cNvSpPr/>
          <p:nvPr/>
        </p:nvSpPr>
        <p:spPr>
          <a:xfrm>
            <a:off x="6988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1" name=""/>
          <p:cNvSpPr/>
          <p:nvPr/>
        </p:nvSpPr>
        <p:spPr>
          <a:xfrm>
            <a:off x="6990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d0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2" name=""/>
          <p:cNvSpPr/>
          <p:nvPr/>
        </p:nvSpPr>
        <p:spPr>
          <a:xfrm>
            <a:off x="6991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e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3" name=""/>
          <p:cNvSpPr/>
          <p:nvPr/>
        </p:nvSpPr>
        <p:spPr>
          <a:xfrm>
            <a:off x="6993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d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4" name=""/>
          <p:cNvSpPr/>
          <p:nvPr/>
        </p:nvSpPr>
        <p:spPr>
          <a:xfrm>
            <a:off x="6995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b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5" name=""/>
          <p:cNvSpPr/>
          <p:nvPr/>
        </p:nvSpPr>
        <p:spPr>
          <a:xfrm>
            <a:off x="6997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9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6" name=""/>
          <p:cNvSpPr/>
          <p:nvPr/>
        </p:nvSpPr>
        <p:spPr>
          <a:xfrm>
            <a:off x="6999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7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7" name=""/>
          <p:cNvSpPr/>
          <p:nvPr/>
        </p:nvSpPr>
        <p:spPr>
          <a:xfrm>
            <a:off x="7000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6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8" name=""/>
          <p:cNvSpPr/>
          <p:nvPr/>
        </p:nvSpPr>
        <p:spPr>
          <a:xfrm>
            <a:off x="7002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4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79" name=""/>
          <p:cNvSpPr/>
          <p:nvPr/>
        </p:nvSpPr>
        <p:spPr>
          <a:xfrm>
            <a:off x="7004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3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0" name=""/>
          <p:cNvSpPr/>
          <p:nvPr/>
        </p:nvSpPr>
        <p:spPr>
          <a:xfrm>
            <a:off x="7006320" y="4257000"/>
            <a:ext cx="2880" cy="349560"/>
          </a:xfrm>
          <a:custGeom>
            <a:avLst/>
            <a:gdLst/>
            <a:ahLst/>
            <a:rect l="0" t="0" r="r" b="b"/>
            <a:pathLst>
              <a:path w="8" h="971">
                <a:moveTo>
                  <a:pt x="0" y="971"/>
                </a:moveTo>
                <a:lnTo>
                  <a:pt x="0" y="0"/>
                </a:lnTo>
                <a:lnTo>
                  <a:pt x="8" y="0"/>
                </a:lnTo>
                <a:lnTo>
                  <a:pt x="8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c1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1" name=""/>
          <p:cNvSpPr/>
          <p:nvPr/>
        </p:nvSpPr>
        <p:spPr>
          <a:xfrm>
            <a:off x="7008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f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2" name=""/>
          <p:cNvSpPr/>
          <p:nvPr/>
        </p:nvSpPr>
        <p:spPr>
          <a:xfrm>
            <a:off x="7010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d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3" name=""/>
          <p:cNvSpPr/>
          <p:nvPr/>
        </p:nvSpPr>
        <p:spPr>
          <a:xfrm>
            <a:off x="7012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c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4" name=""/>
          <p:cNvSpPr/>
          <p:nvPr/>
        </p:nvSpPr>
        <p:spPr>
          <a:xfrm>
            <a:off x="7013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5" name=""/>
          <p:cNvSpPr/>
          <p:nvPr/>
        </p:nvSpPr>
        <p:spPr>
          <a:xfrm>
            <a:off x="7015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8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6" name=""/>
          <p:cNvSpPr/>
          <p:nvPr/>
        </p:nvSpPr>
        <p:spPr>
          <a:xfrm>
            <a:off x="7017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6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7" name=""/>
          <p:cNvSpPr/>
          <p:nvPr/>
        </p:nvSpPr>
        <p:spPr>
          <a:xfrm>
            <a:off x="7019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5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8" name=""/>
          <p:cNvSpPr/>
          <p:nvPr/>
        </p:nvSpPr>
        <p:spPr>
          <a:xfrm>
            <a:off x="70210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3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89" name=""/>
          <p:cNvSpPr/>
          <p:nvPr/>
        </p:nvSpPr>
        <p:spPr>
          <a:xfrm>
            <a:off x="70228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b1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0" name=""/>
          <p:cNvSpPr/>
          <p:nvPr/>
        </p:nvSpPr>
        <p:spPr>
          <a:xfrm>
            <a:off x="70246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f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1" name=""/>
          <p:cNvSpPr/>
          <p:nvPr/>
        </p:nvSpPr>
        <p:spPr>
          <a:xfrm>
            <a:off x="70264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e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2" name=""/>
          <p:cNvSpPr/>
          <p:nvPr/>
        </p:nvSpPr>
        <p:spPr>
          <a:xfrm>
            <a:off x="702828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c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3" name=""/>
          <p:cNvSpPr/>
          <p:nvPr/>
        </p:nvSpPr>
        <p:spPr>
          <a:xfrm>
            <a:off x="703008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a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4" name=""/>
          <p:cNvSpPr/>
          <p:nvPr/>
        </p:nvSpPr>
        <p:spPr>
          <a:xfrm>
            <a:off x="7032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8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5" name=""/>
          <p:cNvSpPr/>
          <p:nvPr/>
        </p:nvSpPr>
        <p:spPr>
          <a:xfrm>
            <a:off x="7034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7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6" name=""/>
          <p:cNvSpPr/>
          <p:nvPr/>
        </p:nvSpPr>
        <p:spPr>
          <a:xfrm>
            <a:off x="7035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5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7" name=""/>
          <p:cNvSpPr/>
          <p:nvPr/>
        </p:nvSpPr>
        <p:spPr>
          <a:xfrm>
            <a:off x="7037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8" name=""/>
          <p:cNvSpPr/>
          <p:nvPr/>
        </p:nvSpPr>
        <p:spPr>
          <a:xfrm>
            <a:off x="7039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1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199" name=""/>
          <p:cNvSpPr/>
          <p:nvPr/>
        </p:nvSpPr>
        <p:spPr>
          <a:xfrm>
            <a:off x="7041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a0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0" name=""/>
          <p:cNvSpPr/>
          <p:nvPr/>
        </p:nvSpPr>
        <p:spPr>
          <a:xfrm>
            <a:off x="7043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e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1" name=""/>
          <p:cNvSpPr/>
          <p:nvPr/>
        </p:nvSpPr>
        <p:spPr>
          <a:xfrm>
            <a:off x="70448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d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2" name=""/>
          <p:cNvSpPr/>
          <p:nvPr/>
        </p:nvSpPr>
        <p:spPr>
          <a:xfrm>
            <a:off x="70466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b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3" name=""/>
          <p:cNvSpPr/>
          <p:nvPr/>
        </p:nvSpPr>
        <p:spPr>
          <a:xfrm>
            <a:off x="70484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a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4" name=""/>
          <p:cNvSpPr/>
          <p:nvPr/>
        </p:nvSpPr>
        <p:spPr>
          <a:xfrm>
            <a:off x="70502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8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5" name=""/>
          <p:cNvSpPr/>
          <p:nvPr/>
        </p:nvSpPr>
        <p:spPr>
          <a:xfrm>
            <a:off x="705204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7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6" name=""/>
          <p:cNvSpPr/>
          <p:nvPr/>
        </p:nvSpPr>
        <p:spPr>
          <a:xfrm>
            <a:off x="705384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5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7" name=""/>
          <p:cNvSpPr/>
          <p:nvPr/>
        </p:nvSpPr>
        <p:spPr>
          <a:xfrm>
            <a:off x="7056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4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8" name=""/>
          <p:cNvSpPr/>
          <p:nvPr/>
        </p:nvSpPr>
        <p:spPr>
          <a:xfrm>
            <a:off x="7057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2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09" name=""/>
          <p:cNvSpPr/>
          <p:nvPr/>
        </p:nvSpPr>
        <p:spPr>
          <a:xfrm>
            <a:off x="7059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91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0" name=""/>
          <p:cNvSpPr/>
          <p:nvPr/>
        </p:nvSpPr>
        <p:spPr>
          <a:xfrm>
            <a:off x="7061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f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1" name=""/>
          <p:cNvSpPr/>
          <p:nvPr/>
        </p:nvSpPr>
        <p:spPr>
          <a:xfrm>
            <a:off x="7063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e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2" name=""/>
          <p:cNvSpPr/>
          <p:nvPr/>
        </p:nvSpPr>
        <p:spPr>
          <a:xfrm>
            <a:off x="7065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3" name=""/>
          <p:cNvSpPr/>
          <p:nvPr/>
        </p:nvSpPr>
        <p:spPr>
          <a:xfrm>
            <a:off x="7066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b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4" name=""/>
          <p:cNvSpPr/>
          <p:nvPr/>
        </p:nvSpPr>
        <p:spPr>
          <a:xfrm>
            <a:off x="70686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a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5" name=""/>
          <p:cNvSpPr/>
          <p:nvPr/>
        </p:nvSpPr>
        <p:spPr>
          <a:xfrm>
            <a:off x="70704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9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6" name=""/>
          <p:cNvSpPr/>
          <p:nvPr/>
        </p:nvSpPr>
        <p:spPr>
          <a:xfrm>
            <a:off x="70722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8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7" name=""/>
          <p:cNvSpPr/>
          <p:nvPr/>
        </p:nvSpPr>
        <p:spPr>
          <a:xfrm>
            <a:off x="70740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7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8" name=""/>
          <p:cNvSpPr/>
          <p:nvPr/>
        </p:nvSpPr>
        <p:spPr>
          <a:xfrm>
            <a:off x="707580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5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19" name=""/>
          <p:cNvSpPr/>
          <p:nvPr/>
        </p:nvSpPr>
        <p:spPr>
          <a:xfrm>
            <a:off x="707760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4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0" name=""/>
          <p:cNvSpPr/>
          <p:nvPr/>
        </p:nvSpPr>
        <p:spPr>
          <a:xfrm>
            <a:off x="7079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3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1" name=""/>
          <p:cNvSpPr/>
          <p:nvPr/>
        </p:nvSpPr>
        <p:spPr>
          <a:xfrm>
            <a:off x="7081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2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2" name=""/>
          <p:cNvSpPr/>
          <p:nvPr/>
        </p:nvSpPr>
        <p:spPr>
          <a:xfrm>
            <a:off x="7083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3" name=""/>
          <p:cNvSpPr/>
          <p:nvPr/>
        </p:nvSpPr>
        <p:spPr>
          <a:xfrm>
            <a:off x="7085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1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4" name=""/>
          <p:cNvSpPr/>
          <p:nvPr/>
        </p:nvSpPr>
        <p:spPr>
          <a:xfrm>
            <a:off x="7086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80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5" name=""/>
          <p:cNvSpPr/>
          <p:nvPr/>
        </p:nvSpPr>
        <p:spPr>
          <a:xfrm>
            <a:off x="7088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f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6" name=""/>
          <p:cNvSpPr/>
          <p:nvPr/>
        </p:nvSpPr>
        <p:spPr>
          <a:xfrm>
            <a:off x="7090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e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7" name=""/>
          <p:cNvSpPr/>
          <p:nvPr/>
        </p:nvSpPr>
        <p:spPr>
          <a:xfrm>
            <a:off x="70923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d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8" name=""/>
          <p:cNvSpPr/>
          <p:nvPr/>
        </p:nvSpPr>
        <p:spPr>
          <a:xfrm>
            <a:off x="70941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29" name=""/>
          <p:cNvSpPr/>
          <p:nvPr/>
        </p:nvSpPr>
        <p:spPr>
          <a:xfrm>
            <a:off x="70959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c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0" name=""/>
          <p:cNvSpPr/>
          <p:nvPr/>
        </p:nvSpPr>
        <p:spPr>
          <a:xfrm>
            <a:off x="70977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b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1" name=""/>
          <p:cNvSpPr/>
          <p:nvPr/>
        </p:nvSpPr>
        <p:spPr>
          <a:xfrm>
            <a:off x="709956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a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2" name=""/>
          <p:cNvSpPr/>
          <p:nvPr/>
        </p:nvSpPr>
        <p:spPr>
          <a:xfrm>
            <a:off x="7101360" y="4257000"/>
            <a:ext cx="2520" cy="349560"/>
          </a:xfrm>
          <a:custGeom>
            <a:avLst/>
            <a:gdLst/>
            <a:ahLst/>
            <a:rect l="0" t="0" r="r" b="b"/>
            <a:pathLst>
              <a:path w="7" h="971">
                <a:moveTo>
                  <a:pt x="0" y="971"/>
                </a:moveTo>
                <a:lnTo>
                  <a:pt x="0" y="0"/>
                </a:lnTo>
                <a:lnTo>
                  <a:pt x="7" y="0"/>
                </a:lnTo>
                <a:lnTo>
                  <a:pt x="7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3" name=""/>
          <p:cNvSpPr/>
          <p:nvPr/>
        </p:nvSpPr>
        <p:spPr>
          <a:xfrm>
            <a:off x="7103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9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4" name=""/>
          <p:cNvSpPr/>
          <p:nvPr/>
        </p:nvSpPr>
        <p:spPr>
          <a:xfrm>
            <a:off x="7105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5" name=""/>
          <p:cNvSpPr/>
          <p:nvPr/>
        </p:nvSpPr>
        <p:spPr>
          <a:xfrm>
            <a:off x="71071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8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6" name=""/>
          <p:cNvSpPr/>
          <p:nvPr/>
        </p:nvSpPr>
        <p:spPr>
          <a:xfrm>
            <a:off x="71089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7" name=""/>
          <p:cNvSpPr/>
          <p:nvPr/>
        </p:nvSpPr>
        <p:spPr>
          <a:xfrm>
            <a:off x="71107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7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8" name=""/>
          <p:cNvSpPr/>
          <p:nvPr/>
        </p:nvSpPr>
        <p:spPr>
          <a:xfrm>
            <a:off x="71125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39" name=""/>
          <p:cNvSpPr/>
          <p:nvPr/>
        </p:nvSpPr>
        <p:spPr>
          <a:xfrm>
            <a:off x="7114320" y="4257000"/>
            <a:ext cx="2160" cy="349560"/>
          </a:xfrm>
          <a:custGeom>
            <a:avLst/>
            <a:gdLst/>
            <a:ahLst/>
            <a:rect l="0" t="0" r="r" b="b"/>
            <a:pathLst>
              <a:path w="6" h="971">
                <a:moveTo>
                  <a:pt x="0" y="971"/>
                </a:moveTo>
                <a:lnTo>
                  <a:pt x="0" y="0"/>
                </a:lnTo>
                <a:lnTo>
                  <a:pt x="6" y="0"/>
                </a:lnTo>
                <a:lnTo>
                  <a:pt x="6" y="971"/>
                </a:lnTo>
                <a:lnTo>
                  <a:pt x="0" y="971"/>
                </a:lnTo>
                <a:close/>
              </a:path>
            </a:pathLst>
          </a:custGeom>
          <a:solidFill>
            <a:srgbClr val="76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40" name=""/>
          <p:cNvSpPr/>
          <p:nvPr/>
        </p:nvSpPr>
        <p:spPr>
          <a:xfrm>
            <a:off x="6648120" y="4257000"/>
            <a:ext cx="468360" cy="349560"/>
          </a:xfrm>
          <a:custGeom>
            <a:avLst/>
            <a:gdLst/>
            <a:ahLst/>
            <a:rect l="0" t="0" r="r" b="b"/>
            <a:pathLst>
              <a:path w="1301" h="971">
                <a:moveTo>
                  <a:pt x="0" y="971"/>
                </a:moveTo>
                <a:lnTo>
                  <a:pt x="1301" y="971"/>
                </a:lnTo>
                <a:lnTo>
                  <a:pt x="1301" y="0"/>
                </a:lnTo>
                <a:lnTo>
                  <a:pt x="0" y="0"/>
                </a:lnTo>
                <a:lnTo>
                  <a:pt x="0" y="971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241" name=""/>
          <p:cNvSpPr/>
          <p:nvPr/>
        </p:nvSpPr>
        <p:spPr>
          <a:xfrm>
            <a:off x="32011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42" name=""/>
          <p:cNvSpPr/>
          <p:nvPr/>
        </p:nvSpPr>
        <p:spPr>
          <a:xfrm>
            <a:off x="32029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43" name=""/>
          <p:cNvSpPr/>
          <p:nvPr/>
        </p:nvSpPr>
        <p:spPr>
          <a:xfrm>
            <a:off x="32047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44" name=""/>
          <p:cNvSpPr/>
          <p:nvPr/>
        </p:nvSpPr>
        <p:spPr>
          <a:xfrm>
            <a:off x="32065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45" name=""/>
          <p:cNvSpPr/>
          <p:nvPr/>
        </p:nvSpPr>
        <p:spPr>
          <a:xfrm>
            <a:off x="32083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46" name=""/>
          <p:cNvSpPr/>
          <p:nvPr/>
        </p:nvSpPr>
        <p:spPr>
          <a:xfrm>
            <a:off x="32101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47" name=""/>
          <p:cNvSpPr/>
          <p:nvPr/>
        </p:nvSpPr>
        <p:spPr>
          <a:xfrm>
            <a:off x="32119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48" name=""/>
          <p:cNvSpPr/>
          <p:nvPr/>
        </p:nvSpPr>
        <p:spPr>
          <a:xfrm>
            <a:off x="32137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49" name=""/>
          <p:cNvSpPr/>
          <p:nvPr/>
        </p:nvSpPr>
        <p:spPr>
          <a:xfrm>
            <a:off x="32155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0" name=""/>
          <p:cNvSpPr/>
          <p:nvPr/>
        </p:nvSpPr>
        <p:spPr>
          <a:xfrm>
            <a:off x="32173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1" name=""/>
          <p:cNvSpPr/>
          <p:nvPr/>
        </p:nvSpPr>
        <p:spPr>
          <a:xfrm>
            <a:off x="32191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2" name=""/>
          <p:cNvSpPr/>
          <p:nvPr/>
        </p:nvSpPr>
        <p:spPr>
          <a:xfrm>
            <a:off x="3220920" y="3723840"/>
            <a:ext cx="2880" cy="757800"/>
          </a:xfrm>
          <a:custGeom>
            <a:avLst/>
            <a:gdLst/>
            <a:ahLst/>
            <a:rect l="0" t="0" r="r" b="b"/>
            <a:pathLst>
              <a:path w="8" h="2105">
                <a:moveTo>
                  <a:pt x="0" y="2105"/>
                </a:moveTo>
                <a:lnTo>
                  <a:pt x="0" y="0"/>
                </a:lnTo>
                <a:lnTo>
                  <a:pt x="8" y="0"/>
                </a:lnTo>
                <a:lnTo>
                  <a:pt x="8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3" name=""/>
          <p:cNvSpPr/>
          <p:nvPr/>
        </p:nvSpPr>
        <p:spPr>
          <a:xfrm>
            <a:off x="3223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4" name=""/>
          <p:cNvSpPr/>
          <p:nvPr/>
        </p:nvSpPr>
        <p:spPr>
          <a:xfrm>
            <a:off x="3224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5" name=""/>
          <p:cNvSpPr/>
          <p:nvPr/>
        </p:nvSpPr>
        <p:spPr>
          <a:xfrm>
            <a:off x="3226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6" name=""/>
          <p:cNvSpPr/>
          <p:nvPr/>
        </p:nvSpPr>
        <p:spPr>
          <a:xfrm>
            <a:off x="32284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7" name=""/>
          <p:cNvSpPr/>
          <p:nvPr/>
        </p:nvSpPr>
        <p:spPr>
          <a:xfrm>
            <a:off x="32302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8" name=""/>
          <p:cNvSpPr/>
          <p:nvPr/>
        </p:nvSpPr>
        <p:spPr>
          <a:xfrm>
            <a:off x="3232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59" name=""/>
          <p:cNvSpPr/>
          <p:nvPr/>
        </p:nvSpPr>
        <p:spPr>
          <a:xfrm>
            <a:off x="3233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0" name=""/>
          <p:cNvSpPr/>
          <p:nvPr/>
        </p:nvSpPr>
        <p:spPr>
          <a:xfrm>
            <a:off x="3235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1" name=""/>
          <p:cNvSpPr/>
          <p:nvPr/>
        </p:nvSpPr>
        <p:spPr>
          <a:xfrm>
            <a:off x="32374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2" name=""/>
          <p:cNvSpPr/>
          <p:nvPr/>
        </p:nvSpPr>
        <p:spPr>
          <a:xfrm>
            <a:off x="32392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3" name=""/>
          <p:cNvSpPr/>
          <p:nvPr/>
        </p:nvSpPr>
        <p:spPr>
          <a:xfrm>
            <a:off x="3241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4" name=""/>
          <p:cNvSpPr/>
          <p:nvPr/>
        </p:nvSpPr>
        <p:spPr>
          <a:xfrm>
            <a:off x="3242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5" name=""/>
          <p:cNvSpPr/>
          <p:nvPr/>
        </p:nvSpPr>
        <p:spPr>
          <a:xfrm>
            <a:off x="324468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6" name=""/>
          <p:cNvSpPr/>
          <p:nvPr/>
        </p:nvSpPr>
        <p:spPr>
          <a:xfrm>
            <a:off x="3246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7" name=""/>
          <p:cNvSpPr/>
          <p:nvPr/>
        </p:nvSpPr>
        <p:spPr>
          <a:xfrm>
            <a:off x="3248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8" name=""/>
          <p:cNvSpPr/>
          <p:nvPr/>
        </p:nvSpPr>
        <p:spPr>
          <a:xfrm>
            <a:off x="3250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69" name=""/>
          <p:cNvSpPr/>
          <p:nvPr/>
        </p:nvSpPr>
        <p:spPr>
          <a:xfrm>
            <a:off x="32522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0" name=""/>
          <p:cNvSpPr/>
          <p:nvPr/>
        </p:nvSpPr>
        <p:spPr>
          <a:xfrm>
            <a:off x="32540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1" name=""/>
          <p:cNvSpPr/>
          <p:nvPr/>
        </p:nvSpPr>
        <p:spPr>
          <a:xfrm>
            <a:off x="3255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2" name=""/>
          <p:cNvSpPr/>
          <p:nvPr/>
        </p:nvSpPr>
        <p:spPr>
          <a:xfrm>
            <a:off x="3257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3" name=""/>
          <p:cNvSpPr/>
          <p:nvPr/>
        </p:nvSpPr>
        <p:spPr>
          <a:xfrm>
            <a:off x="3259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4" name=""/>
          <p:cNvSpPr/>
          <p:nvPr/>
        </p:nvSpPr>
        <p:spPr>
          <a:xfrm>
            <a:off x="32612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5" name=""/>
          <p:cNvSpPr/>
          <p:nvPr/>
        </p:nvSpPr>
        <p:spPr>
          <a:xfrm>
            <a:off x="32630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6" name=""/>
          <p:cNvSpPr/>
          <p:nvPr/>
        </p:nvSpPr>
        <p:spPr>
          <a:xfrm>
            <a:off x="3264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7" name=""/>
          <p:cNvSpPr/>
          <p:nvPr/>
        </p:nvSpPr>
        <p:spPr>
          <a:xfrm>
            <a:off x="3266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8" name=""/>
          <p:cNvSpPr/>
          <p:nvPr/>
        </p:nvSpPr>
        <p:spPr>
          <a:xfrm>
            <a:off x="326844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79" name=""/>
          <p:cNvSpPr/>
          <p:nvPr/>
        </p:nvSpPr>
        <p:spPr>
          <a:xfrm>
            <a:off x="32706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0" name=""/>
          <p:cNvSpPr/>
          <p:nvPr/>
        </p:nvSpPr>
        <p:spPr>
          <a:xfrm>
            <a:off x="3272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1" name=""/>
          <p:cNvSpPr/>
          <p:nvPr/>
        </p:nvSpPr>
        <p:spPr>
          <a:xfrm>
            <a:off x="32742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2" name=""/>
          <p:cNvSpPr/>
          <p:nvPr/>
        </p:nvSpPr>
        <p:spPr>
          <a:xfrm>
            <a:off x="32760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3" name=""/>
          <p:cNvSpPr/>
          <p:nvPr/>
        </p:nvSpPr>
        <p:spPr>
          <a:xfrm>
            <a:off x="32778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4" name=""/>
          <p:cNvSpPr/>
          <p:nvPr/>
        </p:nvSpPr>
        <p:spPr>
          <a:xfrm>
            <a:off x="32796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5" name=""/>
          <p:cNvSpPr/>
          <p:nvPr/>
        </p:nvSpPr>
        <p:spPr>
          <a:xfrm>
            <a:off x="3281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6" name=""/>
          <p:cNvSpPr/>
          <p:nvPr/>
        </p:nvSpPr>
        <p:spPr>
          <a:xfrm>
            <a:off x="32832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7" name=""/>
          <p:cNvSpPr/>
          <p:nvPr/>
        </p:nvSpPr>
        <p:spPr>
          <a:xfrm>
            <a:off x="32850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8" name=""/>
          <p:cNvSpPr/>
          <p:nvPr/>
        </p:nvSpPr>
        <p:spPr>
          <a:xfrm>
            <a:off x="32868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89" name=""/>
          <p:cNvSpPr/>
          <p:nvPr/>
        </p:nvSpPr>
        <p:spPr>
          <a:xfrm>
            <a:off x="32886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0" name=""/>
          <p:cNvSpPr/>
          <p:nvPr/>
        </p:nvSpPr>
        <p:spPr>
          <a:xfrm>
            <a:off x="3290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1" name=""/>
          <p:cNvSpPr/>
          <p:nvPr/>
        </p:nvSpPr>
        <p:spPr>
          <a:xfrm>
            <a:off x="329220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2" name=""/>
          <p:cNvSpPr/>
          <p:nvPr/>
        </p:nvSpPr>
        <p:spPr>
          <a:xfrm>
            <a:off x="32943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3" name=""/>
          <p:cNvSpPr/>
          <p:nvPr/>
        </p:nvSpPr>
        <p:spPr>
          <a:xfrm>
            <a:off x="32961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4" name=""/>
          <p:cNvSpPr/>
          <p:nvPr/>
        </p:nvSpPr>
        <p:spPr>
          <a:xfrm>
            <a:off x="32979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5" name=""/>
          <p:cNvSpPr/>
          <p:nvPr/>
        </p:nvSpPr>
        <p:spPr>
          <a:xfrm>
            <a:off x="32997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6" name=""/>
          <p:cNvSpPr/>
          <p:nvPr/>
        </p:nvSpPr>
        <p:spPr>
          <a:xfrm>
            <a:off x="33015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7" name=""/>
          <p:cNvSpPr/>
          <p:nvPr/>
        </p:nvSpPr>
        <p:spPr>
          <a:xfrm>
            <a:off x="33033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8" name=""/>
          <p:cNvSpPr/>
          <p:nvPr/>
        </p:nvSpPr>
        <p:spPr>
          <a:xfrm>
            <a:off x="33051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299" name=""/>
          <p:cNvSpPr/>
          <p:nvPr/>
        </p:nvSpPr>
        <p:spPr>
          <a:xfrm>
            <a:off x="33069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0" name=""/>
          <p:cNvSpPr/>
          <p:nvPr/>
        </p:nvSpPr>
        <p:spPr>
          <a:xfrm>
            <a:off x="33087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1" name=""/>
          <p:cNvSpPr/>
          <p:nvPr/>
        </p:nvSpPr>
        <p:spPr>
          <a:xfrm>
            <a:off x="33105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2" name=""/>
          <p:cNvSpPr/>
          <p:nvPr/>
        </p:nvSpPr>
        <p:spPr>
          <a:xfrm>
            <a:off x="33123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3" name=""/>
          <p:cNvSpPr/>
          <p:nvPr/>
        </p:nvSpPr>
        <p:spPr>
          <a:xfrm>
            <a:off x="33141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4" name=""/>
          <p:cNvSpPr/>
          <p:nvPr/>
        </p:nvSpPr>
        <p:spPr>
          <a:xfrm>
            <a:off x="331596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5" name=""/>
          <p:cNvSpPr/>
          <p:nvPr/>
        </p:nvSpPr>
        <p:spPr>
          <a:xfrm>
            <a:off x="33181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6" name=""/>
          <p:cNvSpPr/>
          <p:nvPr/>
        </p:nvSpPr>
        <p:spPr>
          <a:xfrm>
            <a:off x="33199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7" name=""/>
          <p:cNvSpPr/>
          <p:nvPr/>
        </p:nvSpPr>
        <p:spPr>
          <a:xfrm>
            <a:off x="33217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8" name=""/>
          <p:cNvSpPr/>
          <p:nvPr/>
        </p:nvSpPr>
        <p:spPr>
          <a:xfrm>
            <a:off x="33235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09" name=""/>
          <p:cNvSpPr/>
          <p:nvPr/>
        </p:nvSpPr>
        <p:spPr>
          <a:xfrm>
            <a:off x="33253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0" name=""/>
          <p:cNvSpPr/>
          <p:nvPr/>
        </p:nvSpPr>
        <p:spPr>
          <a:xfrm>
            <a:off x="33271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1" name=""/>
          <p:cNvSpPr/>
          <p:nvPr/>
        </p:nvSpPr>
        <p:spPr>
          <a:xfrm>
            <a:off x="33289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2" name=""/>
          <p:cNvSpPr/>
          <p:nvPr/>
        </p:nvSpPr>
        <p:spPr>
          <a:xfrm>
            <a:off x="33307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3" name=""/>
          <p:cNvSpPr/>
          <p:nvPr/>
        </p:nvSpPr>
        <p:spPr>
          <a:xfrm>
            <a:off x="33325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4" name=""/>
          <p:cNvSpPr/>
          <p:nvPr/>
        </p:nvSpPr>
        <p:spPr>
          <a:xfrm>
            <a:off x="33343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5" name=""/>
          <p:cNvSpPr/>
          <p:nvPr/>
        </p:nvSpPr>
        <p:spPr>
          <a:xfrm>
            <a:off x="33361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6" name=""/>
          <p:cNvSpPr/>
          <p:nvPr/>
        </p:nvSpPr>
        <p:spPr>
          <a:xfrm>
            <a:off x="33379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7" name=""/>
          <p:cNvSpPr/>
          <p:nvPr/>
        </p:nvSpPr>
        <p:spPr>
          <a:xfrm>
            <a:off x="3339720" y="3723840"/>
            <a:ext cx="2880" cy="757800"/>
          </a:xfrm>
          <a:custGeom>
            <a:avLst/>
            <a:gdLst/>
            <a:ahLst/>
            <a:rect l="0" t="0" r="r" b="b"/>
            <a:pathLst>
              <a:path w="8" h="2105">
                <a:moveTo>
                  <a:pt x="0" y="2105"/>
                </a:moveTo>
                <a:lnTo>
                  <a:pt x="0" y="0"/>
                </a:lnTo>
                <a:lnTo>
                  <a:pt x="8" y="0"/>
                </a:lnTo>
                <a:lnTo>
                  <a:pt x="8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8" name=""/>
          <p:cNvSpPr/>
          <p:nvPr/>
        </p:nvSpPr>
        <p:spPr>
          <a:xfrm>
            <a:off x="3341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19" name=""/>
          <p:cNvSpPr/>
          <p:nvPr/>
        </p:nvSpPr>
        <p:spPr>
          <a:xfrm>
            <a:off x="3343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0" name=""/>
          <p:cNvSpPr/>
          <p:nvPr/>
        </p:nvSpPr>
        <p:spPr>
          <a:xfrm>
            <a:off x="33454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1" name=""/>
          <p:cNvSpPr/>
          <p:nvPr/>
        </p:nvSpPr>
        <p:spPr>
          <a:xfrm>
            <a:off x="33472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2" name=""/>
          <p:cNvSpPr/>
          <p:nvPr/>
        </p:nvSpPr>
        <p:spPr>
          <a:xfrm>
            <a:off x="3349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3" name=""/>
          <p:cNvSpPr/>
          <p:nvPr/>
        </p:nvSpPr>
        <p:spPr>
          <a:xfrm>
            <a:off x="3350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4" name=""/>
          <p:cNvSpPr/>
          <p:nvPr/>
        </p:nvSpPr>
        <p:spPr>
          <a:xfrm>
            <a:off x="3352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5" name=""/>
          <p:cNvSpPr/>
          <p:nvPr/>
        </p:nvSpPr>
        <p:spPr>
          <a:xfrm>
            <a:off x="33544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6" name=""/>
          <p:cNvSpPr/>
          <p:nvPr/>
        </p:nvSpPr>
        <p:spPr>
          <a:xfrm>
            <a:off x="33562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7" name=""/>
          <p:cNvSpPr/>
          <p:nvPr/>
        </p:nvSpPr>
        <p:spPr>
          <a:xfrm>
            <a:off x="3358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8" name=""/>
          <p:cNvSpPr/>
          <p:nvPr/>
        </p:nvSpPr>
        <p:spPr>
          <a:xfrm>
            <a:off x="3359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29" name=""/>
          <p:cNvSpPr/>
          <p:nvPr/>
        </p:nvSpPr>
        <p:spPr>
          <a:xfrm>
            <a:off x="3361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0" name=""/>
          <p:cNvSpPr/>
          <p:nvPr/>
        </p:nvSpPr>
        <p:spPr>
          <a:xfrm>
            <a:off x="336348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1" name=""/>
          <p:cNvSpPr/>
          <p:nvPr/>
        </p:nvSpPr>
        <p:spPr>
          <a:xfrm>
            <a:off x="3365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2" name=""/>
          <p:cNvSpPr/>
          <p:nvPr/>
        </p:nvSpPr>
        <p:spPr>
          <a:xfrm>
            <a:off x="3367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3" name=""/>
          <p:cNvSpPr/>
          <p:nvPr/>
        </p:nvSpPr>
        <p:spPr>
          <a:xfrm>
            <a:off x="33692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4" name=""/>
          <p:cNvSpPr/>
          <p:nvPr/>
        </p:nvSpPr>
        <p:spPr>
          <a:xfrm>
            <a:off x="33710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5" name=""/>
          <p:cNvSpPr/>
          <p:nvPr/>
        </p:nvSpPr>
        <p:spPr>
          <a:xfrm>
            <a:off x="3372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6" name=""/>
          <p:cNvSpPr/>
          <p:nvPr/>
        </p:nvSpPr>
        <p:spPr>
          <a:xfrm>
            <a:off x="3374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7" name=""/>
          <p:cNvSpPr/>
          <p:nvPr/>
        </p:nvSpPr>
        <p:spPr>
          <a:xfrm>
            <a:off x="3376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8" name=""/>
          <p:cNvSpPr/>
          <p:nvPr/>
        </p:nvSpPr>
        <p:spPr>
          <a:xfrm>
            <a:off x="33782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39" name=""/>
          <p:cNvSpPr/>
          <p:nvPr/>
        </p:nvSpPr>
        <p:spPr>
          <a:xfrm>
            <a:off x="33800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0" name=""/>
          <p:cNvSpPr/>
          <p:nvPr/>
        </p:nvSpPr>
        <p:spPr>
          <a:xfrm>
            <a:off x="3381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1" name=""/>
          <p:cNvSpPr/>
          <p:nvPr/>
        </p:nvSpPr>
        <p:spPr>
          <a:xfrm>
            <a:off x="3383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2" name=""/>
          <p:cNvSpPr/>
          <p:nvPr/>
        </p:nvSpPr>
        <p:spPr>
          <a:xfrm>
            <a:off x="3385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3" name=""/>
          <p:cNvSpPr/>
          <p:nvPr/>
        </p:nvSpPr>
        <p:spPr>
          <a:xfrm>
            <a:off x="338724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4" name=""/>
          <p:cNvSpPr/>
          <p:nvPr/>
        </p:nvSpPr>
        <p:spPr>
          <a:xfrm>
            <a:off x="3389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5" name=""/>
          <p:cNvSpPr/>
          <p:nvPr/>
        </p:nvSpPr>
        <p:spPr>
          <a:xfrm>
            <a:off x="3391200" y="3723840"/>
            <a:ext cx="3960" cy="757800"/>
          </a:xfrm>
          <a:custGeom>
            <a:avLst/>
            <a:gdLst/>
            <a:ahLst/>
            <a:rect l="0" t="0" r="r" b="b"/>
            <a:pathLst>
              <a:path w="11" h="2105">
                <a:moveTo>
                  <a:pt x="0" y="2105"/>
                </a:moveTo>
                <a:lnTo>
                  <a:pt x="0" y="0"/>
                </a:lnTo>
                <a:lnTo>
                  <a:pt x="11" y="0"/>
                </a:lnTo>
                <a:lnTo>
                  <a:pt x="11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6" name=""/>
          <p:cNvSpPr/>
          <p:nvPr/>
        </p:nvSpPr>
        <p:spPr>
          <a:xfrm>
            <a:off x="3394800" y="3723840"/>
            <a:ext cx="3960" cy="757800"/>
          </a:xfrm>
          <a:custGeom>
            <a:avLst/>
            <a:gdLst/>
            <a:ahLst/>
            <a:rect l="0" t="0" r="r" b="b"/>
            <a:pathLst>
              <a:path w="11" h="2105">
                <a:moveTo>
                  <a:pt x="0" y="2105"/>
                </a:moveTo>
                <a:lnTo>
                  <a:pt x="0" y="0"/>
                </a:lnTo>
                <a:lnTo>
                  <a:pt x="11" y="0"/>
                </a:lnTo>
                <a:lnTo>
                  <a:pt x="11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7" name=""/>
          <p:cNvSpPr/>
          <p:nvPr/>
        </p:nvSpPr>
        <p:spPr>
          <a:xfrm>
            <a:off x="3398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8" name=""/>
          <p:cNvSpPr/>
          <p:nvPr/>
        </p:nvSpPr>
        <p:spPr>
          <a:xfrm>
            <a:off x="34002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49" name=""/>
          <p:cNvSpPr/>
          <p:nvPr/>
        </p:nvSpPr>
        <p:spPr>
          <a:xfrm>
            <a:off x="3402000" y="3723840"/>
            <a:ext cx="3960" cy="757800"/>
          </a:xfrm>
          <a:custGeom>
            <a:avLst/>
            <a:gdLst/>
            <a:ahLst/>
            <a:rect l="0" t="0" r="r" b="b"/>
            <a:pathLst>
              <a:path w="11" h="2105">
                <a:moveTo>
                  <a:pt x="0" y="2105"/>
                </a:moveTo>
                <a:lnTo>
                  <a:pt x="0" y="0"/>
                </a:lnTo>
                <a:lnTo>
                  <a:pt x="11" y="0"/>
                </a:lnTo>
                <a:lnTo>
                  <a:pt x="11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0" name=""/>
          <p:cNvSpPr/>
          <p:nvPr/>
        </p:nvSpPr>
        <p:spPr>
          <a:xfrm>
            <a:off x="34056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1" name=""/>
          <p:cNvSpPr/>
          <p:nvPr/>
        </p:nvSpPr>
        <p:spPr>
          <a:xfrm>
            <a:off x="3407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2" name=""/>
          <p:cNvSpPr/>
          <p:nvPr/>
        </p:nvSpPr>
        <p:spPr>
          <a:xfrm>
            <a:off x="34092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3" name=""/>
          <p:cNvSpPr/>
          <p:nvPr/>
        </p:nvSpPr>
        <p:spPr>
          <a:xfrm>
            <a:off x="341100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4" name=""/>
          <p:cNvSpPr/>
          <p:nvPr/>
        </p:nvSpPr>
        <p:spPr>
          <a:xfrm>
            <a:off x="34131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5" name=""/>
          <p:cNvSpPr/>
          <p:nvPr/>
        </p:nvSpPr>
        <p:spPr>
          <a:xfrm>
            <a:off x="34149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6" name=""/>
          <p:cNvSpPr/>
          <p:nvPr/>
        </p:nvSpPr>
        <p:spPr>
          <a:xfrm>
            <a:off x="3416760" y="3723840"/>
            <a:ext cx="3960" cy="757800"/>
          </a:xfrm>
          <a:custGeom>
            <a:avLst/>
            <a:gdLst/>
            <a:ahLst/>
            <a:rect l="0" t="0" r="r" b="b"/>
            <a:pathLst>
              <a:path w="11" h="2105">
                <a:moveTo>
                  <a:pt x="0" y="2105"/>
                </a:moveTo>
                <a:lnTo>
                  <a:pt x="0" y="0"/>
                </a:lnTo>
                <a:lnTo>
                  <a:pt x="11" y="0"/>
                </a:lnTo>
                <a:lnTo>
                  <a:pt x="11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7" name=""/>
          <p:cNvSpPr/>
          <p:nvPr/>
        </p:nvSpPr>
        <p:spPr>
          <a:xfrm>
            <a:off x="34203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8" name=""/>
          <p:cNvSpPr/>
          <p:nvPr/>
        </p:nvSpPr>
        <p:spPr>
          <a:xfrm>
            <a:off x="34221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59" name=""/>
          <p:cNvSpPr/>
          <p:nvPr/>
        </p:nvSpPr>
        <p:spPr>
          <a:xfrm>
            <a:off x="3423960" y="3723840"/>
            <a:ext cx="3960" cy="757800"/>
          </a:xfrm>
          <a:custGeom>
            <a:avLst/>
            <a:gdLst/>
            <a:ahLst/>
            <a:rect l="0" t="0" r="r" b="b"/>
            <a:pathLst>
              <a:path w="11" h="2105">
                <a:moveTo>
                  <a:pt x="0" y="2105"/>
                </a:moveTo>
                <a:lnTo>
                  <a:pt x="0" y="0"/>
                </a:lnTo>
                <a:lnTo>
                  <a:pt x="11" y="0"/>
                </a:lnTo>
                <a:lnTo>
                  <a:pt x="11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0" name=""/>
          <p:cNvSpPr/>
          <p:nvPr/>
        </p:nvSpPr>
        <p:spPr>
          <a:xfrm>
            <a:off x="34275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1" name=""/>
          <p:cNvSpPr/>
          <p:nvPr/>
        </p:nvSpPr>
        <p:spPr>
          <a:xfrm>
            <a:off x="34293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2" name=""/>
          <p:cNvSpPr/>
          <p:nvPr/>
        </p:nvSpPr>
        <p:spPr>
          <a:xfrm>
            <a:off x="3431160" y="3723840"/>
            <a:ext cx="3960" cy="757800"/>
          </a:xfrm>
          <a:custGeom>
            <a:avLst/>
            <a:gdLst/>
            <a:ahLst/>
            <a:rect l="0" t="0" r="r" b="b"/>
            <a:pathLst>
              <a:path w="11" h="2105">
                <a:moveTo>
                  <a:pt x="0" y="2105"/>
                </a:moveTo>
                <a:lnTo>
                  <a:pt x="0" y="0"/>
                </a:lnTo>
                <a:lnTo>
                  <a:pt x="11" y="0"/>
                </a:lnTo>
                <a:lnTo>
                  <a:pt x="11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3" name=""/>
          <p:cNvSpPr/>
          <p:nvPr/>
        </p:nvSpPr>
        <p:spPr>
          <a:xfrm>
            <a:off x="3434760" y="3723840"/>
            <a:ext cx="4320" cy="757800"/>
          </a:xfrm>
          <a:custGeom>
            <a:avLst/>
            <a:gdLst/>
            <a:ahLst/>
            <a:rect l="0" t="0" r="r" b="b"/>
            <a:pathLst>
              <a:path w="12" h="2105">
                <a:moveTo>
                  <a:pt x="0" y="2105"/>
                </a:moveTo>
                <a:lnTo>
                  <a:pt x="0" y="0"/>
                </a:lnTo>
                <a:lnTo>
                  <a:pt x="12" y="0"/>
                </a:lnTo>
                <a:lnTo>
                  <a:pt x="12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4" name=""/>
          <p:cNvSpPr/>
          <p:nvPr/>
        </p:nvSpPr>
        <p:spPr>
          <a:xfrm>
            <a:off x="34387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5" name=""/>
          <p:cNvSpPr/>
          <p:nvPr/>
        </p:nvSpPr>
        <p:spPr>
          <a:xfrm>
            <a:off x="34405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6" name=""/>
          <p:cNvSpPr/>
          <p:nvPr/>
        </p:nvSpPr>
        <p:spPr>
          <a:xfrm>
            <a:off x="3442320" y="3723840"/>
            <a:ext cx="3960" cy="757800"/>
          </a:xfrm>
          <a:custGeom>
            <a:avLst/>
            <a:gdLst/>
            <a:ahLst/>
            <a:rect l="0" t="0" r="r" b="b"/>
            <a:pathLst>
              <a:path w="11" h="2105">
                <a:moveTo>
                  <a:pt x="0" y="2105"/>
                </a:moveTo>
                <a:lnTo>
                  <a:pt x="0" y="0"/>
                </a:lnTo>
                <a:lnTo>
                  <a:pt x="11" y="0"/>
                </a:lnTo>
                <a:lnTo>
                  <a:pt x="11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7" name=""/>
          <p:cNvSpPr/>
          <p:nvPr/>
        </p:nvSpPr>
        <p:spPr>
          <a:xfrm>
            <a:off x="34459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8" name=""/>
          <p:cNvSpPr/>
          <p:nvPr/>
        </p:nvSpPr>
        <p:spPr>
          <a:xfrm>
            <a:off x="34477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69" name=""/>
          <p:cNvSpPr/>
          <p:nvPr/>
        </p:nvSpPr>
        <p:spPr>
          <a:xfrm>
            <a:off x="3449520" y="3723840"/>
            <a:ext cx="3960" cy="757800"/>
          </a:xfrm>
          <a:custGeom>
            <a:avLst/>
            <a:gdLst/>
            <a:ahLst/>
            <a:rect l="0" t="0" r="r" b="b"/>
            <a:pathLst>
              <a:path w="11" h="2105">
                <a:moveTo>
                  <a:pt x="0" y="2105"/>
                </a:moveTo>
                <a:lnTo>
                  <a:pt x="0" y="0"/>
                </a:lnTo>
                <a:lnTo>
                  <a:pt x="11" y="0"/>
                </a:lnTo>
                <a:lnTo>
                  <a:pt x="11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0" name=""/>
          <p:cNvSpPr/>
          <p:nvPr/>
        </p:nvSpPr>
        <p:spPr>
          <a:xfrm>
            <a:off x="34531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1" name=""/>
          <p:cNvSpPr/>
          <p:nvPr/>
        </p:nvSpPr>
        <p:spPr>
          <a:xfrm>
            <a:off x="34549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2" name=""/>
          <p:cNvSpPr/>
          <p:nvPr/>
        </p:nvSpPr>
        <p:spPr>
          <a:xfrm>
            <a:off x="3456720" y="3723840"/>
            <a:ext cx="4320" cy="757800"/>
          </a:xfrm>
          <a:custGeom>
            <a:avLst/>
            <a:gdLst/>
            <a:ahLst/>
            <a:rect l="0" t="0" r="r" b="b"/>
            <a:pathLst>
              <a:path w="12" h="2105">
                <a:moveTo>
                  <a:pt x="0" y="2105"/>
                </a:moveTo>
                <a:lnTo>
                  <a:pt x="0" y="0"/>
                </a:lnTo>
                <a:lnTo>
                  <a:pt x="12" y="0"/>
                </a:lnTo>
                <a:lnTo>
                  <a:pt x="12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3" name=""/>
          <p:cNvSpPr/>
          <p:nvPr/>
        </p:nvSpPr>
        <p:spPr>
          <a:xfrm>
            <a:off x="3460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4" name=""/>
          <p:cNvSpPr/>
          <p:nvPr/>
        </p:nvSpPr>
        <p:spPr>
          <a:xfrm>
            <a:off x="34624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5" name=""/>
          <p:cNvSpPr/>
          <p:nvPr/>
        </p:nvSpPr>
        <p:spPr>
          <a:xfrm>
            <a:off x="34642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6" name=""/>
          <p:cNvSpPr/>
          <p:nvPr/>
        </p:nvSpPr>
        <p:spPr>
          <a:xfrm>
            <a:off x="3466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7" name=""/>
          <p:cNvSpPr/>
          <p:nvPr/>
        </p:nvSpPr>
        <p:spPr>
          <a:xfrm>
            <a:off x="3467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8" name=""/>
          <p:cNvSpPr/>
          <p:nvPr/>
        </p:nvSpPr>
        <p:spPr>
          <a:xfrm>
            <a:off x="3469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79" name=""/>
          <p:cNvSpPr/>
          <p:nvPr/>
        </p:nvSpPr>
        <p:spPr>
          <a:xfrm>
            <a:off x="34714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0" name=""/>
          <p:cNvSpPr/>
          <p:nvPr/>
        </p:nvSpPr>
        <p:spPr>
          <a:xfrm>
            <a:off x="34732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1" name=""/>
          <p:cNvSpPr/>
          <p:nvPr/>
        </p:nvSpPr>
        <p:spPr>
          <a:xfrm>
            <a:off x="3475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2" name=""/>
          <p:cNvSpPr/>
          <p:nvPr/>
        </p:nvSpPr>
        <p:spPr>
          <a:xfrm>
            <a:off x="3476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3" name=""/>
          <p:cNvSpPr/>
          <p:nvPr/>
        </p:nvSpPr>
        <p:spPr>
          <a:xfrm>
            <a:off x="3478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4" name=""/>
          <p:cNvSpPr/>
          <p:nvPr/>
        </p:nvSpPr>
        <p:spPr>
          <a:xfrm>
            <a:off x="34804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5" name=""/>
          <p:cNvSpPr/>
          <p:nvPr/>
        </p:nvSpPr>
        <p:spPr>
          <a:xfrm>
            <a:off x="348228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6" name=""/>
          <p:cNvSpPr/>
          <p:nvPr/>
        </p:nvSpPr>
        <p:spPr>
          <a:xfrm>
            <a:off x="3484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7" name=""/>
          <p:cNvSpPr/>
          <p:nvPr/>
        </p:nvSpPr>
        <p:spPr>
          <a:xfrm>
            <a:off x="34862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8" name=""/>
          <p:cNvSpPr/>
          <p:nvPr/>
        </p:nvSpPr>
        <p:spPr>
          <a:xfrm>
            <a:off x="34880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89" name=""/>
          <p:cNvSpPr/>
          <p:nvPr/>
        </p:nvSpPr>
        <p:spPr>
          <a:xfrm>
            <a:off x="3489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0" name=""/>
          <p:cNvSpPr/>
          <p:nvPr/>
        </p:nvSpPr>
        <p:spPr>
          <a:xfrm>
            <a:off x="3491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1" name=""/>
          <p:cNvSpPr/>
          <p:nvPr/>
        </p:nvSpPr>
        <p:spPr>
          <a:xfrm>
            <a:off x="3493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2" name=""/>
          <p:cNvSpPr/>
          <p:nvPr/>
        </p:nvSpPr>
        <p:spPr>
          <a:xfrm>
            <a:off x="34952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3" name=""/>
          <p:cNvSpPr/>
          <p:nvPr/>
        </p:nvSpPr>
        <p:spPr>
          <a:xfrm>
            <a:off x="34970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4" name=""/>
          <p:cNvSpPr/>
          <p:nvPr/>
        </p:nvSpPr>
        <p:spPr>
          <a:xfrm>
            <a:off x="3498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5" name=""/>
          <p:cNvSpPr/>
          <p:nvPr/>
        </p:nvSpPr>
        <p:spPr>
          <a:xfrm>
            <a:off x="3500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6" name=""/>
          <p:cNvSpPr/>
          <p:nvPr/>
        </p:nvSpPr>
        <p:spPr>
          <a:xfrm>
            <a:off x="3502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7" name=""/>
          <p:cNvSpPr/>
          <p:nvPr/>
        </p:nvSpPr>
        <p:spPr>
          <a:xfrm>
            <a:off x="35042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8" name=""/>
          <p:cNvSpPr/>
          <p:nvPr/>
        </p:nvSpPr>
        <p:spPr>
          <a:xfrm>
            <a:off x="350604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399" name=""/>
          <p:cNvSpPr/>
          <p:nvPr/>
        </p:nvSpPr>
        <p:spPr>
          <a:xfrm>
            <a:off x="35082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0" name=""/>
          <p:cNvSpPr/>
          <p:nvPr/>
        </p:nvSpPr>
        <p:spPr>
          <a:xfrm>
            <a:off x="35100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1" name=""/>
          <p:cNvSpPr/>
          <p:nvPr/>
        </p:nvSpPr>
        <p:spPr>
          <a:xfrm>
            <a:off x="35118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2" name=""/>
          <p:cNvSpPr/>
          <p:nvPr/>
        </p:nvSpPr>
        <p:spPr>
          <a:xfrm>
            <a:off x="35136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3" name=""/>
          <p:cNvSpPr/>
          <p:nvPr/>
        </p:nvSpPr>
        <p:spPr>
          <a:xfrm>
            <a:off x="3515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4" name=""/>
          <p:cNvSpPr/>
          <p:nvPr/>
        </p:nvSpPr>
        <p:spPr>
          <a:xfrm>
            <a:off x="35172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5" name=""/>
          <p:cNvSpPr/>
          <p:nvPr/>
        </p:nvSpPr>
        <p:spPr>
          <a:xfrm>
            <a:off x="35190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6" name=""/>
          <p:cNvSpPr/>
          <p:nvPr/>
        </p:nvSpPr>
        <p:spPr>
          <a:xfrm>
            <a:off x="35208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7" name=""/>
          <p:cNvSpPr/>
          <p:nvPr/>
        </p:nvSpPr>
        <p:spPr>
          <a:xfrm>
            <a:off x="35226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8" name=""/>
          <p:cNvSpPr/>
          <p:nvPr/>
        </p:nvSpPr>
        <p:spPr>
          <a:xfrm>
            <a:off x="3524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09" name=""/>
          <p:cNvSpPr/>
          <p:nvPr/>
        </p:nvSpPr>
        <p:spPr>
          <a:xfrm>
            <a:off x="35262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0" name=""/>
          <p:cNvSpPr/>
          <p:nvPr/>
        </p:nvSpPr>
        <p:spPr>
          <a:xfrm>
            <a:off x="35280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1" name=""/>
          <p:cNvSpPr/>
          <p:nvPr/>
        </p:nvSpPr>
        <p:spPr>
          <a:xfrm>
            <a:off x="35298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2" name=""/>
          <p:cNvSpPr/>
          <p:nvPr/>
        </p:nvSpPr>
        <p:spPr>
          <a:xfrm>
            <a:off x="353160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3" name=""/>
          <p:cNvSpPr/>
          <p:nvPr/>
        </p:nvSpPr>
        <p:spPr>
          <a:xfrm>
            <a:off x="35337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4" name=""/>
          <p:cNvSpPr/>
          <p:nvPr/>
        </p:nvSpPr>
        <p:spPr>
          <a:xfrm>
            <a:off x="35355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5" name=""/>
          <p:cNvSpPr/>
          <p:nvPr/>
        </p:nvSpPr>
        <p:spPr>
          <a:xfrm>
            <a:off x="35373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6" name=""/>
          <p:cNvSpPr/>
          <p:nvPr/>
        </p:nvSpPr>
        <p:spPr>
          <a:xfrm>
            <a:off x="35391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7" name=""/>
          <p:cNvSpPr/>
          <p:nvPr/>
        </p:nvSpPr>
        <p:spPr>
          <a:xfrm>
            <a:off x="35409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8" name=""/>
          <p:cNvSpPr/>
          <p:nvPr/>
        </p:nvSpPr>
        <p:spPr>
          <a:xfrm>
            <a:off x="35427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19" name=""/>
          <p:cNvSpPr/>
          <p:nvPr/>
        </p:nvSpPr>
        <p:spPr>
          <a:xfrm>
            <a:off x="35445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0" name=""/>
          <p:cNvSpPr/>
          <p:nvPr/>
        </p:nvSpPr>
        <p:spPr>
          <a:xfrm>
            <a:off x="35463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1" name=""/>
          <p:cNvSpPr/>
          <p:nvPr/>
        </p:nvSpPr>
        <p:spPr>
          <a:xfrm>
            <a:off x="35481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2" name=""/>
          <p:cNvSpPr/>
          <p:nvPr/>
        </p:nvSpPr>
        <p:spPr>
          <a:xfrm>
            <a:off x="35499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3" name=""/>
          <p:cNvSpPr/>
          <p:nvPr/>
        </p:nvSpPr>
        <p:spPr>
          <a:xfrm>
            <a:off x="35517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4" name=""/>
          <p:cNvSpPr/>
          <p:nvPr/>
        </p:nvSpPr>
        <p:spPr>
          <a:xfrm>
            <a:off x="35535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5" name=""/>
          <p:cNvSpPr/>
          <p:nvPr/>
        </p:nvSpPr>
        <p:spPr>
          <a:xfrm>
            <a:off x="355536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6" name=""/>
          <p:cNvSpPr/>
          <p:nvPr/>
        </p:nvSpPr>
        <p:spPr>
          <a:xfrm>
            <a:off x="35575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7" name=""/>
          <p:cNvSpPr/>
          <p:nvPr/>
        </p:nvSpPr>
        <p:spPr>
          <a:xfrm>
            <a:off x="35593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8" name=""/>
          <p:cNvSpPr/>
          <p:nvPr/>
        </p:nvSpPr>
        <p:spPr>
          <a:xfrm>
            <a:off x="35611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29" name=""/>
          <p:cNvSpPr/>
          <p:nvPr/>
        </p:nvSpPr>
        <p:spPr>
          <a:xfrm>
            <a:off x="35629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0" name=""/>
          <p:cNvSpPr/>
          <p:nvPr/>
        </p:nvSpPr>
        <p:spPr>
          <a:xfrm>
            <a:off x="35647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1" name=""/>
          <p:cNvSpPr/>
          <p:nvPr/>
        </p:nvSpPr>
        <p:spPr>
          <a:xfrm>
            <a:off x="35665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2" name=""/>
          <p:cNvSpPr/>
          <p:nvPr/>
        </p:nvSpPr>
        <p:spPr>
          <a:xfrm>
            <a:off x="35683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3" name=""/>
          <p:cNvSpPr/>
          <p:nvPr/>
        </p:nvSpPr>
        <p:spPr>
          <a:xfrm>
            <a:off x="35701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4" name=""/>
          <p:cNvSpPr/>
          <p:nvPr/>
        </p:nvSpPr>
        <p:spPr>
          <a:xfrm>
            <a:off x="35719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5" name=""/>
          <p:cNvSpPr/>
          <p:nvPr/>
        </p:nvSpPr>
        <p:spPr>
          <a:xfrm>
            <a:off x="35737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6" name=""/>
          <p:cNvSpPr/>
          <p:nvPr/>
        </p:nvSpPr>
        <p:spPr>
          <a:xfrm>
            <a:off x="35755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7" name=""/>
          <p:cNvSpPr/>
          <p:nvPr/>
        </p:nvSpPr>
        <p:spPr>
          <a:xfrm>
            <a:off x="357732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8" name=""/>
          <p:cNvSpPr/>
          <p:nvPr/>
        </p:nvSpPr>
        <p:spPr>
          <a:xfrm>
            <a:off x="3579120" y="3723840"/>
            <a:ext cx="2880" cy="757800"/>
          </a:xfrm>
          <a:custGeom>
            <a:avLst/>
            <a:gdLst/>
            <a:ahLst/>
            <a:rect l="0" t="0" r="r" b="b"/>
            <a:pathLst>
              <a:path w="8" h="2105">
                <a:moveTo>
                  <a:pt x="0" y="2105"/>
                </a:moveTo>
                <a:lnTo>
                  <a:pt x="0" y="0"/>
                </a:lnTo>
                <a:lnTo>
                  <a:pt x="8" y="0"/>
                </a:lnTo>
                <a:lnTo>
                  <a:pt x="8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39" name=""/>
          <p:cNvSpPr/>
          <p:nvPr/>
        </p:nvSpPr>
        <p:spPr>
          <a:xfrm>
            <a:off x="35812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0" name=""/>
          <p:cNvSpPr/>
          <p:nvPr/>
        </p:nvSpPr>
        <p:spPr>
          <a:xfrm>
            <a:off x="3583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1" name=""/>
          <p:cNvSpPr/>
          <p:nvPr/>
        </p:nvSpPr>
        <p:spPr>
          <a:xfrm>
            <a:off x="3584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2" name=""/>
          <p:cNvSpPr/>
          <p:nvPr/>
        </p:nvSpPr>
        <p:spPr>
          <a:xfrm>
            <a:off x="3586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3" name=""/>
          <p:cNvSpPr/>
          <p:nvPr/>
        </p:nvSpPr>
        <p:spPr>
          <a:xfrm>
            <a:off x="35884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4" name=""/>
          <p:cNvSpPr/>
          <p:nvPr/>
        </p:nvSpPr>
        <p:spPr>
          <a:xfrm>
            <a:off x="35902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5" name=""/>
          <p:cNvSpPr/>
          <p:nvPr/>
        </p:nvSpPr>
        <p:spPr>
          <a:xfrm>
            <a:off x="3592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6" name=""/>
          <p:cNvSpPr/>
          <p:nvPr/>
        </p:nvSpPr>
        <p:spPr>
          <a:xfrm>
            <a:off x="35938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7" name=""/>
          <p:cNvSpPr/>
          <p:nvPr/>
        </p:nvSpPr>
        <p:spPr>
          <a:xfrm>
            <a:off x="35956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8" name=""/>
          <p:cNvSpPr/>
          <p:nvPr/>
        </p:nvSpPr>
        <p:spPr>
          <a:xfrm>
            <a:off x="35974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49" name=""/>
          <p:cNvSpPr/>
          <p:nvPr/>
        </p:nvSpPr>
        <p:spPr>
          <a:xfrm>
            <a:off x="35992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0" name=""/>
          <p:cNvSpPr/>
          <p:nvPr/>
        </p:nvSpPr>
        <p:spPr>
          <a:xfrm>
            <a:off x="360108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1" name=""/>
          <p:cNvSpPr/>
          <p:nvPr/>
        </p:nvSpPr>
        <p:spPr>
          <a:xfrm>
            <a:off x="360288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2" name=""/>
          <p:cNvSpPr/>
          <p:nvPr/>
        </p:nvSpPr>
        <p:spPr>
          <a:xfrm>
            <a:off x="36050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3" name=""/>
          <p:cNvSpPr/>
          <p:nvPr/>
        </p:nvSpPr>
        <p:spPr>
          <a:xfrm>
            <a:off x="3606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4" name=""/>
          <p:cNvSpPr/>
          <p:nvPr/>
        </p:nvSpPr>
        <p:spPr>
          <a:xfrm>
            <a:off x="3608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5" name=""/>
          <p:cNvSpPr/>
          <p:nvPr/>
        </p:nvSpPr>
        <p:spPr>
          <a:xfrm>
            <a:off x="3610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6" name=""/>
          <p:cNvSpPr/>
          <p:nvPr/>
        </p:nvSpPr>
        <p:spPr>
          <a:xfrm>
            <a:off x="36122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7" name=""/>
          <p:cNvSpPr/>
          <p:nvPr/>
        </p:nvSpPr>
        <p:spPr>
          <a:xfrm>
            <a:off x="36140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8" name=""/>
          <p:cNvSpPr/>
          <p:nvPr/>
        </p:nvSpPr>
        <p:spPr>
          <a:xfrm>
            <a:off x="3615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59" name=""/>
          <p:cNvSpPr/>
          <p:nvPr/>
        </p:nvSpPr>
        <p:spPr>
          <a:xfrm>
            <a:off x="36176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0" name=""/>
          <p:cNvSpPr/>
          <p:nvPr/>
        </p:nvSpPr>
        <p:spPr>
          <a:xfrm>
            <a:off x="36194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1" name=""/>
          <p:cNvSpPr/>
          <p:nvPr/>
        </p:nvSpPr>
        <p:spPr>
          <a:xfrm>
            <a:off x="36212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2" name=""/>
          <p:cNvSpPr/>
          <p:nvPr/>
        </p:nvSpPr>
        <p:spPr>
          <a:xfrm>
            <a:off x="36230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3" name=""/>
          <p:cNvSpPr/>
          <p:nvPr/>
        </p:nvSpPr>
        <p:spPr>
          <a:xfrm>
            <a:off x="362484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4" name=""/>
          <p:cNvSpPr/>
          <p:nvPr/>
        </p:nvSpPr>
        <p:spPr>
          <a:xfrm>
            <a:off x="362664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5" name=""/>
          <p:cNvSpPr/>
          <p:nvPr/>
        </p:nvSpPr>
        <p:spPr>
          <a:xfrm>
            <a:off x="36288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6" name=""/>
          <p:cNvSpPr/>
          <p:nvPr/>
        </p:nvSpPr>
        <p:spPr>
          <a:xfrm>
            <a:off x="36306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7" name=""/>
          <p:cNvSpPr/>
          <p:nvPr/>
        </p:nvSpPr>
        <p:spPr>
          <a:xfrm>
            <a:off x="3632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8" name=""/>
          <p:cNvSpPr/>
          <p:nvPr/>
        </p:nvSpPr>
        <p:spPr>
          <a:xfrm>
            <a:off x="36342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69" name=""/>
          <p:cNvSpPr/>
          <p:nvPr/>
        </p:nvSpPr>
        <p:spPr>
          <a:xfrm>
            <a:off x="36360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0" name=""/>
          <p:cNvSpPr/>
          <p:nvPr/>
        </p:nvSpPr>
        <p:spPr>
          <a:xfrm>
            <a:off x="36378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1" name=""/>
          <p:cNvSpPr/>
          <p:nvPr/>
        </p:nvSpPr>
        <p:spPr>
          <a:xfrm>
            <a:off x="36396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2" name=""/>
          <p:cNvSpPr/>
          <p:nvPr/>
        </p:nvSpPr>
        <p:spPr>
          <a:xfrm>
            <a:off x="36414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3" name=""/>
          <p:cNvSpPr/>
          <p:nvPr/>
        </p:nvSpPr>
        <p:spPr>
          <a:xfrm>
            <a:off x="36432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4" name=""/>
          <p:cNvSpPr/>
          <p:nvPr/>
        </p:nvSpPr>
        <p:spPr>
          <a:xfrm>
            <a:off x="36450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5" name=""/>
          <p:cNvSpPr/>
          <p:nvPr/>
        </p:nvSpPr>
        <p:spPr>
          <a:xfrm>
            <a:off x="36468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6" name=""/>
          <p:cNvSpPr/>
          <p:nvPr/>
        </p:nvSpPr>
        <p:spPr>
          <a:xfrm>
            <a:off x="364860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7" name=""/>
          <p:cNvSpPr/>
          <p:nvPr/>
        </p:nvSpPr>
        <p:spPr>
          <a:xfrm>
            <a:off x="3650400" y="3723840"/>
            <a:ext cx="2520" cy="757800"/>
          </a:xfrm>
          <a:custGeom>
            <a:avLst/>
            <a:gdLst/>
            <a:ahLst/>
            <a:rect l="0" t="0" r="r" b="b"/>
            <a:pathLst>
              <a:path w="7" h="2105">
                <a:moveTo>
                  <a:pt x="0" y="2105"/>
                </a:moveTo>
                <a:lnTo>
                  <a:pt x="0" y="0"/>
                </a:lnTo>
                <a:lnTo>
                  <a:pt x="7" y="0"/>
                </a:lnTo>
                <a:lnTo>
                  <a:pt x="7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8" name=""/>
          <p:cNvSpPr/>
          <p:nvPr/>
        </p:nvSpPr>
        <p:spPr>
          <a:xfrm>
            <a:off x="36525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79" name=""/>
          <p:cNvSpPr/>
          <p:nvPr/>
        </p:nvSpPr>
        <p:spPr>
          <a:xfrm>
            <a:off x="36543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0" name=""/>
          <p:cNvSpPr/>
          <p:nvPr/>
        </p:nvSpPr>
        <p:spPr>
          <a:xfrm>
            <a:off x="36561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1" name=""/>
          <p:cNvSpPr/>
          <p:nvPr/>
        </p:nvSpPr>
        <p:spPr>
          <a:xfrm>
            <a:off x="36579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2" name=""/>
          <p:cNvSpPr/>
          <p:nvPr/>
        </p:nvSpPr>
        <p:spPr>
          <a:xfrm>
            <a:off x="36597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3" name=""/>
          <p:cNvSpPr/>
          <p:nvPr/>
        </p:nvSpPr>
        <p:spPr>
          <a:xfrm>
            <a:off x="36615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4" name=""/>
          <p:cNvSpPr/>
          <p:nvPr/>
        </p:nvSpPr>
        <p:spPr>
          <a:xfrm>
            <a:off x="36633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5" name=""/>
          <p:cNvSpPr/>
          <p:nvPr/>
        </p:nvSpPr>
        <p:spPr>
          <a:xfrm>
            <a:off x="36651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6" name=""/>
          <p:cNvSpPr/>
          <p:nvPr/>
        </p:nvSpPr>
        <p:spPr>
          <a:xfrm>
            <a:off x="3666960" y="3723840"/>
            <a:ext cx="2160" cy="757800"/>
          </a:xfrm>
          <a:custGeom>
            <a:avLst/>
            <a:gdLst/>
            <a:ahLst/>
            <a:rect l="0" t="0" r="r" b="b"/>
            <a:pathLst>
              <a:path w="6" h="2105">
                <a:moveTo>
                  <a:pt x="0" y="2105"/>
                </a:moveTo>
                <a:lnTo>
                  <a:pt x="0" y="0"/>
                </a:lnTo>
                <a:lnTo>
                  <a:pt x="6" y="0"/>
                </a:lnTo>
                <a:lnTo>
                  <a:pt x="6" y="2105"/>
                </a:lnTo>
                <a:lnTo>
                  <a:pt x="0" y="2105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7" name=""/>
          <p:cNvSpPr/>
          <p:nvPr/>
        </p:nvSpPr>
        <p:spPr>
          <a:xfrm>
            <a:off x="3201120" y="3723840"/>
            <a:ext cx="468000" cy="757800"/>
          </a:xfrm>
          <a:custGeom>
            <a:avLst/>
            <a:gdLst/>
            <a:ahLst/>
            <a:rect l="0" t="0" r="r" b="b"/>
            <a:pathLst>
              <a:path w="1300" h="2105">
                <a:moveTo>
                  <a:pt x="0" y="2105"/>
                </a:moveTo>
                <a:lnTo>
                  <a:pt x="1300" y="2105"/>
                </a:lnTo>
                <a:lnTo>
                  <a:pt x="1300" y="0"/>
                </a:lnTo>
                <a:lnTo>
                  <a:pt x="0" y="0"/>
                </a:lnTo>
                <a:lnTo>
                  <a:pt x="0" y="2105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488" name=""/>
          <p:cNvSpPr/>
          <p:nvPr/>
        </p:nvSpPr>
        <p:spPr>
          <a:xfrm>
            <a:off x="41457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89" name=""/>
          <p:cNvSpPr/>
          <p:nvPr/>
        </p:nvSpPr>
        <p:spPr>
          <a:xfrm>
            <a:off x="41475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0" name=""/>
          <p:cNvSpPr/>
          <p:nvPr/>
        </p:nvSpPr>
        <p:spPr>
          <a:xfrm>
            <a:off x="414936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1" name=""/>
          <p:cNvSpPr/>
          <p:nvPr/>
        </p:nvSpPr>
        <p:spPr>
          <a:xfrm>
            <a:off x="41515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2" name=""/>
          <p:cNvSpPr/>
          <p:nvPr/>
        </p:nvSpPr>
        <p:spPr>
          <a:xfrm>
            <a:off x="41533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3" name=""/>
          <p:cNvSpPr/>
          <p:nvPr/>
        </p:nvSpPr>
        <p:spPr>
          <a:xfrm>
            <a:off x="41551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4" name=""/>
          <p:cNvSpPr/>
          <p:nvPr/>
        </p:nvSpPr>
        <p:spPr>
          <a:xfrm>
            <a:off x="4156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5" name=""/>
          <p:cNvSpPr/>
          <p:nvPr/>
        </p:nvSpPr>
        <p:spPr>
          <a:xfrm>
            <a:off x="41587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6" name=""/>
          <p:cNvSpPr/>
          <p:nvPr/>
        </p:nvSpPr>
        <p:spPr>
          <a:xfrm>
            <a:off x="41605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7" name=""/>
          <p:cNvSpPr/>
          <p:nvPr/>
        </p:nvSpPr>
        <p:spPr>
          <a:xfrm>
            <a:off x="41623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8" name=""/>
          <p:cNvSpPr/>
          <p:nvPr/>
        </p:nvSpPr>
        <p:spPr>
          <a:xfrm>
            <a:off x="41641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499" name=""/>
          <p:cNvSpPr/>
          <p:nvPr/>
        </p:nvSpPr>
        <p:spPr>
          <a:xfrm>
            <a:off x="4165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0" name=""/>
          <p:cNvSpPr/>
          <p:nvPr/>
        </p:nvSpPr>
        <p:spPr>
          <a:xfrm>
            <a:off x="41677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1" name=""/>
          <p:cNvSpPr/>
          <p:nvPr/>
        </p:nvSpPr>
        <p:spPr>
          <a:xfrm>
            <a:off x="41695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2" name=""/>
          <p:cNvSpPr/>
          <p:nvPr/>
        </p:nvSpPr>
        <p:spPr>
          <a:xfrm>
            <a:off x="41713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3" name=""/>
          <p:cNvSpPr/>
          <p:nvPr/>
        </p:nvSpPr>
        <p:spPr>
          <a:xfrm>
            <a:off x="4173120" y="3909600"/>
            <a:ext cx="2880" cy="572040"/>
          </a:xfrm>
          <a:custGeom>
            <a:avLst/>
            <a:gdLst/>
            <a:ahLst/>
            <a:rect l="0" t="0" r="r" b="b"/>
            <a:pathLst>
              <a:path w="8" h="1589">
                <a:moveTo>
                  <a:pt x="0" y="1589"/>
                </a:moveTo>
                <a:lnTo>
                  <a:pt x="0" y="0"/>
                </a:lnTo>
                <a:lnTo>
                  <a:pt x="8" y="0"/>
                </a:lnTo>
                <a:lnTo>
                  <a:pt x="8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4" name=""/>
          <p:cNvSpPr/>
          <p:nvPr/>
        </p:nvSpPr>
        <p:spPr>
          <a:xfrm>
            <a:off x="4175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5" name=""/>
          <p:cNvSpPr/>
          <p:nvPr/>
        </p:nvSpPr>
        <p:spPr>
          <a:xfrm>
            <a:off x="41770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6" name=""/>
          <p:cNvSpPr/>
          <p:nvPr/>
        </p:nvSpPr>
        <p:spPr>
          <a:xfrm>
            <a:off x="41788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7" name=""/>
          <p:cNvSpPr/>
          <p:nvPr/>
        </p:nvSpPr>
        <p:spPr>
          <a:xfrm>
            <a:off x="4180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8" name=""/>
          <p:cNvSpPr/>
          <p:nvPr/>
        </p:nvSpPr>
        <p:spPr>
          <a:xfrm>
            <a:off x="4182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09" name=""/>
          <p:cNvSpPr/>
          <p:nvPr/>
        </p:nvSpPr>
        <p:spPr>
          <a:xfrm>
            <a:off x="4184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0" name=""/>
          <p:cNvSpPr/>
          <p:nvPr/>
        </p:nvSpPr>
        <p:spPr>
          <a:xfrm>
            <a:off x="41860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1" name=""/>
          <p:cNvSpPr/>
          <p:nvPr/>
        </p:nvSpPr>
        <p:spPr>
          <a:xfrm>
            <a:off x="41878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2" name=""/>
          <p:cNvSpPr/>
          <p:nvPr/>
        </p:nvSpPr>
        <p:spPr>
          <a:xfrm>
            <a:off x="4189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3" name=""/>
          <p:cNvSpPr/>
          <p:nvPr/>
        </p:nvSpPr>
        <p:spPr>
          <a:xfrm>
            <a:off x="4191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4" name=""/>
          <p:cNvSpPr/>
          <p:nvPr/>
        </p:nvSpPr>
        <p:spPr>
          <a:xfrm>
            <a:off x="4193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5" name=""/>
          <p:cNvSpPr/>
          <p:nvPr/>
        </p:nvSpPr>
        <p:spPr>
          <a:xfrm>
            <a:off x="41950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6" name=""/>
          <p:cNvSpPr/>
          <p:nvPr/>
        </p:nvSpPr>
        <p:spPr>
          <a:xfrm>
            <a:off x="419688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7" name=""/>
          <p:cNvSpPr/>
          <p:nvPr/>
        </p:nvSpPr>
        <p:spPr>
          <a:xfrm>
            <a:off x="4199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8" name=""/>
          <p:cNvSpPr/>
          <p:nvPr/>
        </p:nvSpPr>
        <p:spPr>
          <a:xfrm>
            <a:off x="42008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19" name=""/>
          <p:cNvSpPr/>
          <p:nvPr/>
        </p:nvSpPr>
        <p:spPr>
          <a:xfrm>
            <a:off x="42026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0" name=""/>
          <p:cNvSpPr/>
          <p:nvPr/>
        </p:nvSpPr>
        <p:spPr>
          <a:xfrm>
            <a:off x="42044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1" name=""/>
          <p:cNvSpPr/>
          <p:nvPr/>
        </p:nvSpPr>
        <p:spPr>
          <a:xfrm>
            <a:off x="4206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2" name=""/>
          <p:cNvSpPr/>
          <p:nvPr/>
        </p:nvSpPr>
        <p:spPr>
          <a:xfrm>
            <a:off x="4208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3" name=""/>
          <p:cNvSpPr/>
          <p:nvPr/>
        </p:nvSpPr>
        <p:spPr>
          <a:xfrm>
            <a:off x="42098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4" name=""/>
          <p:cNvSpPr/>
          <p:nvPr/>
        </p:nvSpPr>
        <p:spPr>
          <a:xfrm>
            <a:off x="42116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5" name=""/>
          <p:cNvSpPr/>
          <p:nvPr/>
        </p:nvSpPr>
        <p:spPr>
          <a:xfrm>
            <a:off x="42134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6" name=""/>
          <p:cNvSpPr/>
          <p:nvPr/>
        </p:nvSpPr>
        <p:spPr>
          <a:xfrm>
            <a:off x="4215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7" name=""/>
          <p:cNvSpPr/>
          <p:nvPr/>
        </p:nvSpPr>
        <p:spPr>
          <a:xfrm>
            <a:off x="4217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8" name=""/>
          <p:cNvSpPr/>
          <p:nvPr/>
        </p:nvSpPr>
        <p:spPr>
          <a:xfrm>
            <a:off x="42188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29" name=""/>
          <p:cNvSpPr/>
          <p:nvPr/>
        </p:nvSpPr>
        <p:spPr>
          <a:xfrm>
            <a:off x="422064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0" name=""/>
          <p:cNvSpPr/>
          <p:nvPr/>
        </p:nvSpPr>
        <p:spPr>
          <a:xfrm>
            <a:off x="42228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1" name=""/>
          <p:cNvSpPr/>
          <p:nvPr/>
        </p:nvSpPr>
        <p:spPr>
          <a:xfrm>
            <a:off x="42246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2" name=""/>
          <p:cNvSpPr/>
          <p:nvPr/>
        </p:nvSpPr>
        <p:spPr>
          <a:xfrm>
            <a:off x="42264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3" name=""/>
          <p:cNvSpPr/>
          <p:nvPr/>
        </p:nvSpPr>
        <p:spPr>
          <a:xfrm>
            <a:off x="42282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4" name=""/>
          <p:cNvSpPr/>
          <p:nvPr/>
        </p:nvSpPr>
        <p:spPr>
          <a:xfrm>
            <a:off x="42300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5" name=""/>
          <p:cNvSpPr/>
          <p:nvPr/>
        </p:nvSpPr>
        <p:spPr>
          <a:xfrm>
            <a:off x="42318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6" name=""/>
          <p:cNvSpPr/>
          <p:nvPr/>
        </p:nvSpPr>
        <p:spPr>
          <a:xfrm>
            <a:off x="42336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7" name=""/>
          <p:cNvSpPr/>
          <p:nvPr/>
        </p:nvSpPr>
        <p:spPr>
          <a:xfrm>
            <a:off x="42354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8" name=""/>
          <p:cNvSpPr/>
          <p:nvPr/>
        </p:nvSpPr>
        <p:spPr>
          <a:xfrm>
            <a:off x="42372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39" name=""/>
          <p:cNvSpPr/>
          <p:nvPr/>
        </p:nvSpPr>
        <p:spPr>
          <a:xfrm>
            <a:off x="42390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0" name=""/>
          <p:cNvSpPr/>
          <p:nvPr/>
        </p:nvSpPr>
        <p:spPr>
          <a:xfrm>
            <a:off x="42408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1" name=""/>
          <p:cNvSpPr/>
          <p:nvPr/>
        </p:nvSpPr>
        <p:spPr>
          <a:xfrm>
            <a:off x="42426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2" name=""/>
          <p:cNvSpPr/>
          <p:nvPr/>
        </p:nvSpPr>
        <p:spPr>
          <a:xfrm>
            <a:off x="424440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3" name=""/>
          <p:cNvSpPr/>
          <p:nvPr/>
        </p:nvSpPr>
        <p:spPr>
          <a:xfrm>
            <a:off x="42465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4" name=""/>
          <p:cNvSpPr/>
          <p:nvPr/>
        </p:nvSpPr>
        <p:spPr>
          <a:xfrm>
            <a:off x="42483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5" name=""/>
          <p:cNvSpPr/>
          <p:nvPr/>
        </p:nvSpPr>
        <p:spPr>
          <a:xfrm>
            <a:off x="42501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6" name=""/>
          <p:cNvSpPr/>
          <p:nvPr/>
        </p:nvSpPr>
        <p:spPr>
          <a:xfrm>
            <a:off x="42519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7" name=""/>
          <p:cNvSpPr/>
          <p:nvPr/>
        </p:nvSpPr>
        <p:spPr>
          <a:xfrm>
            <a:off x="42537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8" name=""/>
          <p:cNvSpPr/>
          <p:nvPr/>
        </p:nvSpPr>
        <p:spPr>
          <a:xfrm>
            <a:off x="42555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49" name=""/>
          <p:cNvSpPr/>
          <p:nvPr/>
        </p:nvSpPr>
        <p:spPr>
          <a:xfrm>
            <a:off x="42573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0" name=""/>
          <p:cNvSpPr/>
          <p:nvPr/>
        </p:nvSpPr>
        <p:spPr>
          <a:xfrm>
            <a:off x="42591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1" name=""/>
          <p:cNvSpPr/>
          <p:nvPr/>
        </p:nvSpPr>
        <p:spPr>
          <a:xfrm>
            <a:off x="42609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2" name=""/>
          <p:cNvSpPr/>
          <p:nvPr/>
        </p:nvSpPr>
        <p:spPr>
          <a:xfrm>
            <a:off x="42627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3" name=""/>
          <p:cNvSpPr/>
          <p:nvPr/>
        </p:nvSpPr>
        <p:spPr>
          <a:xfrm>
            <a:off x="42645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4" name=""/>
          <p:cNvSpPr/>
          <p:nvPr/>
        </p:nvSpPr>
        <p:spPr>
          <a:xfrm>
            <a:off x="42663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5" name=""/>
          <p:cNvSpPr/>
          <p:nvPr/>
        </p:nvSpPr>
        <p:spPr>
          <a:xfrm>
            <a:off x="42681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6" name=""/>
          <p:cNvSpPr/>
          <p:nvPr/>
        </p:nvSpPr>
        <p:spPr>
          <a:xfrm>
            <a:off x="426996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7" name=""/>
          <p:cNvSpPr/>
          <p:nvPr/>
        </p:nvSpPr>
        <p:spPr>
          <a:xfrm>
            <a:off x="42721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8" name=""/>
          <p:cNvSpPr/>
          <p:nvPr/>
        </p:nvSpPr>
        <p:spPr>
          <a:xfrm>
            <a:off x="4273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59" name=""/>
          <p:cNvSpPr/>
          <p:nvPr/>
        </p:nvSpPr>
        <p:spPr>
          <a:xfrm>
            <a:off x="42757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0" name=""/>
          <p:cNvSpPr/>
          <p:nvPr/>
        </p:nvSpPr>
        <p:spPr>
          <a:xfrm>
            <a:off x="42775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1" name=""/>
          <p:cNvSpPr/>
          <p:nvPr/>
        </p:nvSpPr>
        <p:spPr>
          <a:xfrm>
            <a:off x="42793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2" name=""/>
          <p:cNvSpPr/>
          <p:nvPr/>
        </p:nvSpPr>
        <p:spPr>
          <a:xfrm>
            <a:off x="42811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3" name=""/>
          <p:cNvSpPr/>
          <p:nvPr/>
        </p:nvSpPr>
        <p:spPr>
          <a:xfrm>
            <a:off x="4282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4" name=""/>
          <p:cNvSpPr/>
          <p:nvPr/>
        </p:nvSpPr>
        <p:spPr>
          <a:xfrm>
            <a:off x="42847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5" name=""/>
          <p:cNvSpPr/>
          <p:nvPr/>
        </p:nvSpPr>
        <p:spPr>
          <a:xfrm>
            <a:off x="42865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6" name=""/>
          <p:cNvSpPr/>
          <p:nvPr/>
        </p:nvSpPr>
        <p:spPr>
          <a:xfrm>
            <a:off x="42883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7" name=""/>
          <p:cNvSpPr/>
          <p:nvPr/>
        </p:nvSpPr>
        <p:spPr>
          <a:xfrm>
            <a:off x="42901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8" name=""/>
          <p:cNvSpPr/>
          <p:nvPr/>
        </p:nvSpPr>
        <p:spPr>
          <a:xfrm>
            <a:off x="4291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69" name=""/>
          <p:cNvSpPr/>
          <p:nvPr/>
        </p:nvSpPr>
        <p:spPr>
          <a:xfrm>
            <a:off x="4293720" y="3909600"/>
            <a:ext cx="2880" cy="572040"/>
          </a:xfrm>
          <a:custGeom>
            <a:avLst/>
            <a:gdLst/>
            <a:ahLst/>
            <a:rect l="0" t="0" r="r" b="b"/>
            <a:pathLst>
              <a:path w="8" h="1589">
                <a:moveTo>
                  <a:pt x="0" y="1589"/>
                </a:moveTo>
                <a:lnTo>
                  <a:pt x="0" y="0"/>
                </a:lnTo>
                <a:lnTo>
                  <a:pt x="8" y="0"/>
                </a:lnTo>
                <a:lnTo>
                  <a:pt x="8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0" name=""/>
          <p:cNvSpPr/>
          <p:nvPr/>
        </p:nvSpPr>
        <p:spPr>
          <a:xfrm>
            <a:off x="42958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1" name=""/>
          <p:cNvSpPr/>
          <p:nvPr/>
        </p:nvSpPr>
        <p:spPr>
          <a:xfrm>
            <a:off x="4297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2" name=""/>
          <p:cNvSpPr/>
          <p:nvPr/>
        </p:nvSpPr>
        <p:spPr>
          <a:xfrm>
            <a:off x="4299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3" name=""/>
          <p:cNvSpPr/>
          <p:nvPr/>
        </p:nvSpPr>
        <p:spPr>
          <a:xfrm>
            <a:off x="4301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4" name=""/>
          <p:cNvSpPr/>
          <p:nvPr/>
        </p:nvSpPr>
        <p:spPr>
          <a:xfrm>
            <a:off x="43030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5" name=""/>
          <p:cNvSpPr/>
          <p:nvPr/>
        </p:nvSpPr>
        <p:spPr>
          <a:xfrm>
            <a:off x="43048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6" name=""/>
          <p:cNvSpPr/>
          <p:nvPr/>
        </p:nvSpPr>
        <p:spPr>
          <a:xfrm>
            <a:off x="4306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7" name=""/>
          <p:cNvSpPr/>
          <p:nvPr/>
        </p:nvSpPr>
        <p:spPr>
          <a:xfrm>
            <a:off x="4308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8" name=""/>
          <p:cNvSpPr/>
          <p:nvPr/>
        </p:nvSpPr>
        <p:spPr>
          <a:xfrm>
            <a:off x="4310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79" name=""/>
          <p:cNvSpPr/>
          <p:nvPr/>
        </p:nvSpPr>
        <p:spPr>
          <a:xfrm>
            <a:off x="43120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0" name=""/>
          <p:cNvSpPr/>
          <p:nvPr/>
        </p:nvSpPr>
        <p:spPr>
          <a:xfrm>
            <a:off x="43138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1" name=""/>
          <p:cNvSpPr/>
          <p:nvPr/>
        </p:nvSpPr>
        <p:spPr>
          <a:xfrm>
            <a:off x="4315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2" name=""/>
          <p:cNvSpPr/>
          <p:nvPr/>
        </p:nvSpPr>
        <p:spPr>
          <a:xfrm>
            <a:off x="431748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3" name=""/>
          <p:cNvSpPr/>
          <p:nvPr/>
        </p:nvSpPr>
        <p:spPr>
          <a:xfrm>
            <a:off x="43196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4" name=""/>
          <p:cNvSpPr/>
          <p:nvPr/>
        </p:nvSpPr>
        <p:spPr>
          <a:xfrm>
            <a:off x="43214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5" name=""/>
          <p:cNvSpPr/>
          <p:nvPr/>
        </p:nvSpPr>
        <p:spPr>
          <a:xfrm>
            <a:off x="4323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6" name=""/>
          <p:cNvSpPr/>
          <p:nvPr/>
        </p:nvSpPr>
        <p:spPr>
          <a:xfrm>
            <a:off x="4325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7" name=""/>
          <p:cNvSpPr/>
          <p:nvPr/>
        </p:nvSpPr>
        <p:spPr>
          <a:xfrm>
            <a:off x="43268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8" name=""/>
          <p:cNvSpPr/>
          <p:nvPr/>
        </p:nvSpPr>
        <p:spPr>
          <a:xfrm>
            <a:off x="43286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89" name=""/>
          <p:cNvSpPr/>
          <p:nvPr/>
        </p:nvSpPr>
        <p:spPr>
          <a:xfrm>
            <a:off x="43304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0" name=""/>
          <p:cNvSpPr/>
          <p:nvPr/>
        </p:nvSpPr>
        <p:spPr>
          <a:xfrm>
            <a:off x="4332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1" name=""/>
          <p:cNvSpPr/>
          <p:nvPr/>
        </p:nvSpPr>
        <p:spPr>
          <a:xfrm>
            <a:off x="4334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2" name=""/>
          <p:cNvSpPr/>
          <p:nvPr/>
        </p:nvSpPr>
        <p:spPr>
          <a:xfrm>
            <a:off x="4335840" y="3909600"/>
            <a:ext cx="3960" cy="572040"/>
          </a:xfrm>
          <a:custGeom>
            <a:avLst/>
            <a:gdLst/>
            <a:ahLst/>
            <a:rect l="0" t="0" r="r" b="b"/>
            <a:pathLst>
              <a:path w="11" h="1589">
                <a:moveTo>
                  <a:pt x="0" y="1589"/>
                </a:moveTo>
                <a:lnTo>
                  <a:pt x="0" y="0"/>
                </a:lnTo>
                <a:lnTo>
                  <a:pt x="11" y="0"/>
                </a:lnTo>
                <a:lnTo>
                  <a:pt x="11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3" name=""/>
          <p:cNvSpPr/>
          <p:nvPr/>
        </p:nvSpPr>
        <p:spPr>
          <a:xfrm>
            <a:off x="4339440" y="3909600"/>
            <a:ext cx="4680" cy="572040"/>
          </a:xfrm>
          <a:custGeom>
            <a:avLst/>
            <a:gdLst/>
            <a:ahLst/>
            <a:rect l="0" t="0" r="r" b="b"/>
            <a:pathLst>
              <a:path w="13" h="1589">
                <a:moveTo>
                  <a:pt x="0" y="1589"/>
                </a:moveTo>
                <a:lnTo>
                  <a:pt x="0" y="0"/>
                </a:lnTo>
                <a:lnTo>
                  <a:pt x="13" y="0"/>
                </a:lnTo>
                <a:lnTo>
                  <a:pt x="13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4" name=""/>
          <p:cNvSpPr/>
          <p:nvPr/>
        </p:nvSpPr>
        <p:spPr>
          <a:xfrm>
            <a:off x="43434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5" name=""/>
          <p:cNvSpPr/>
          <p:nvPr/>
        </p:nvSpPr>
        <p:spPr>
          <a:xfrm>
            <a:off x="43452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6" name=""/>
          <p:cNvSpPr/>
          <p:nvPr/>
        </p:nvSpPr>
        <p:spPr>
          <a:xfrm>
            <a:off x="4347000" y="3909600"/>
            <a:ext cx="3960" cy="572040"/>
          </a:xfrm>
          <a:custGeom>
            <a:avLst/>
            <a:gdLst/>
            <a:ahLst/>
            <a:rect l="0" t="0" r="r" b="b"/>
            <a:pathLst>
              <a:path w="11" h="1589">
                <a:moveTo>
                  <a:pt x="0" y="1589"/>
                </a:moveTo>
                <a:lnTo>
                  <a:pt x="0" y="0"/>
                </a:lnTo>
                <a:lnTo>
                  <a:pt x="11" y="0"/>
                </a:lnTo>
                <a:lnTo>
                  <a:pt x="11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7" name=""/>
          <p:cNvSpPr/>
          <p:nvPr/>
        </p:nvSpPr>
        <p:spPr>
          <a:xfrm>
            <a:off x="43506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8" name=""/>
          <p:cNvSpPr/>
          <p:nvPr/>
        </p:nvSpPr>
        <p:spPr>
          <a:xfrm>
            <a:off x="43524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599" name=""/>
          <p:cNvSpPr/>
          <p:nvPr/>
        </p:nvSpPr>
        <p:spPr>
          <a:xfrm>
            <a:off x="43542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0" name=""/>
          <p:cNvSpPr/>
          <p:nvPr/>
        </p:nvSpPr>
        <p:spPr>
          <a:xfrm>
            <a:off x="43560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1" name=""/>
          <p:cNvSpPr/>
          <p:nvPr/>
        </p:nvSpPr>
        <p:spPr>
          <a:xfrm>
            <a:off x="43578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2" name=""/>
          <p:cNvSpPr/>
          <p:nvPr/>
        </p:nvSpPr>
        <p:spPr>
          <a:xfrm>
            <a:off x="43596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3" name=""/>
          <p:cNvSpPr/>
          <p:nvPr/>
        </p:nvSpPr>
        <p:spPr>
          <a:xfrm>
            <a:off x="4361400" y="3909600"/>
            <a:ext cx="3960" cy="572040"/>
          </a:xfrm>
          <a:custGeom>
            <a:avLst/>
            <a:gdLst/>
            <a:ahLst/>
            <a:rect l="0" t="0" r="r" b="b"/>
            <a:pathLst>
              <a:path w="11" h="1589">
                <a:moveTo>
                  <a:pt x="0" y="1589"/>
                </a:moveTo>
                <a:lnTo>
                  <a:pt x="0" y="0"/>
                </a:lnTo>
                <a:lnTo>
                  <a:pt x="11" y="0"/>
                </a:lnTo>
                <a:lnTo>
                  <a:pt x="11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4" name=""/>
          <p:cNvSpPr/>
          <p:nvPr/>
        </p:nvSpPr>
        <p:spPr>
          <a:xfrm>
            <a:off x="436500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5" name=""/>
          <p:cNvSpPr/>
          <p:nvPr/>
        </p:nvSpPr>
        <p:spPr>
          <a:xfrm>
            <a:off x="43671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6" name=""/>
          <p:cNvSpPr/>
          <p:nvPr/>
        </p:nvSpPr>
        <p:spPr>
          <a:xfrm>
            <a:off x="4368960" y="3909600"/>
            <a:ext cx="3960" cy="572040"/>
          </a:xfrm>
          <a:custGeom>
            <a:avLst/>
            <a:gdLst/>
            <a:ahLst/>
            <a:rect l="0" t="0" r="r" b="b"/>
            <a:pathLst>
              <a:path w="11" h="1589">
                <a:moveTo>
                  <a:pt x="0" y="1589"/>
                </a:moveTo>
                <a:lnTo>
                  <a:pt x="0" y="0"/>
                </a:lnTo>
                <a:lnTo>
                  <a:pt x="11" y="0"/>
                </a:lnTo>
                <a:lnTo>
                  <a:pt x="11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7" name=""/>
          <p:cNvSpPr/>
          <p:nvPr/>
        </p:nvSpPr>
        <p:spPr>
          <a:xfrm>
            <a:off x="43725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8" name=""/>
          <p:cNvSpPr/>
          <p:nvPr/>
        </p:nvSpPr>
        <p:spPr>
          <a:xfrm>
            <a:off x="43743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09" name=""/>
          <p:cNvSpPr/>
          <p:nvPr/>
        </p:nvSpPr>
        <p:spPr>
          <a:xfrm>
            <a:off x="4376160" y="3909600"/>
            <a:ext cx="3960" cy="572040"/>
          </a:xfrm>
          <a:custGeom>
            <a:avLst/>
            <a:gdLst/>
            <a:ahLst/>
            <a:rect l="0" t="0" r="r" b="b"/>
            <a:pathLst>
              <a:path w="11" h="1589">
                <a:moveTo>
                  <a:pt x="0" y="1589"/>
                </a:moveTo>
                <a:lnTo>
                  <a:pt x="0" y="0"/>
                </a:lnTo>
                <a:lnTo>
                  <a:pt x="11" y="0"/>
                </a:lnTo>
                <a:lnTo>
                  <a:pt x="11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0" name=""/>
          <p:cNvSpPr/>
          <p:nvPr/>
        </p:nvSpPr>
        <p:spPr>
          <a:xfrm>
            <a:off x="4379760" y="3909600"/>
            <a:ext cx="3960" cy="572040"/>
          </a:xfrm>
          <a:custGeom>
            <a:avLst/>
            <a:gdLst/>
            <a:ahLst/>
            <a:rect l="0" t="0" r="r" b="b"/>
            <a:pathLst>
              <a:path w="11" h="1589">
                <a:moveTo>
                  <a:pt x="0" y="1589"/>
                </a:moveTo>
                <a:lnTo>
                  <a:pt x="0" y="0"/>
                </a:lnTo>
                <a:lnTo>
                  <a:pt x="11" y="0"/>
                </a:lnTo>
                <a:lnTo>
                  <a:pt x="11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1" name=""/>
          <p:cNvSpPr/>
          <p:nvPr/>
        </p:nvSpPr>
        <p:spPr>
          <a:xfrm>
            <a:off x="43833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2" name=""/>
          <p:cNvSpPr/>
          <p:nvPr/>
        </p:nvSpPr>
        <p:spPr>
          <a:xfrm>
            <a:off x="43851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3" name=""/>
          <p:cNvSpPr/>
          <p:nvPr/>
        </p:nvSpPr>
        <p:spPr>
          <a:xfrm>
            <a:off x="4386960" y="3909600"/>
            <a:ext cx="4320" cy="572040"/>
          </a:xfrm>
          <a:custGeom>
            <a:avLst/>
            <a:gdLst/>
            <a:ahLst/>
            <a:rect l="0" t="0" r="r" b="b"/>
            <a:pathLst>
              <a:path w="12" h="1589">
                <a:moveTo>
                  <a:pt x="0" y="1589"/>
                </a:moveTo>
                <a:lnTo>
                  <a:pt x="0" y="0"/>
                </a:lnTo>
                <a:lnTo>
                  <a:pt x="12" y="0"/>
                </a:lnTo>
                <a:lnTo>
                  <a:pt x="12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4" name=""/>
          <p:cNvSpPr/>
          <p:nvPr/>
        </p:nvSpPr>
        <p:spPr>
          <a:xfrm>
            <a:off x="4390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5" name=""/>
          <p:cNvSpPr/>
          <p:nvPr/>
        </p:nvSpPr>
        <p:spPr>
          <a:xfrm>
            <a:off x="43927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6" name=""/>
          <p:cNvSpPr/>
          <p:nvPr/>
        </p:nvSpPr>
        <p:spPr>
          <a:xfrm>
            <a:off x="4394520" y="3909600"/>
            <a:ext cx="3960" cy="572040"/>
          </a:xfrm>
          <a:custGeom>
            <a:avLst/>
            <a:gdLst/>
            <a:ahLst/>
            <a:rect l="0" t="0" r="r" b="b"/>
            <a:pathLst>
              <a:path w="11" h="1589">
                <a:moveTo>
                  <a:pt x="0" y="1589"/>
                </a:moveTo>
                <a:lnTo>
                  <a:pt x="0" y="0"/>
                </a:lnTo>
                <a:lnTo>
                  <a:pt x="11" y="0"/>
                </a:lnTo>
                <a:lnTo>
                  <a:pt x="11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7" name=""/>
          <p:cNvSpPr/>
          <p:nvPr/>
        </p:nvSpPr>
        <p:spPr>
          <a:xfrm>
            <a:off x="43981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8" name=""/>
          <p:cNvSpPr/>
          <p:nvPr/>
        </p:nvSpPr>
        <p:spPr>
          <a:xfrm>
            <a:off x="4399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19" name=""/>
          <p:cNvSpPr/>
          <p:nvPr/>
        </p:nvSpPr>
        <p:spPr>
          <a:xfrm>
            <a:off x="4401720" y="3909600"/>
            <a:ext cx="3960" cy="572040"/>
          </a:xfrm>
          <a:custGeom>
            <a:avLst/>
            <a:gdLst/>
            <a:ahLst/>
            <a:rect l="0" t="0" r="r" b="b"/>
            <a:pathLst>
              <a:path w="11" h="1589">
                <a:moveTo>
                  <a:pt x="0" y="1589"/>
                </a:moveTo>
                <a:lnTo>
                  <a:pt x="0" y="0"/>
                </a:lnTo>
                <a:lnTo>
                  <a:pt x="11" y="0"/>
                </a:lnTo>
                <a:lnTo>
                  <a:pt x="11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0" name=""/>
          <p:cNvSpPr/>
          <p:nvPr/>
        </p:nvSpPr>
        <p:spPr>
          <a:xfrm>
            <a:off x="44053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1" name=""/>
          <p:cNvSpPr/>
          <p:nvPr/>
        </p:nvSpPr>
        <p:spPr>
          <a:xfrm>
            <a:off x="44071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2" name=""/>
          <p:cNvSpPr/>
          <p:nvPr/>
        </p:nvSpPr>
        <p:spPr>
          <a:xfrm>
            <a:off x="4408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3" name=""/>
          <p:cNvSpPr/>
          <p:nvPr/>
        </p:nvSpPr>
        <p:spPr>
          <a:xfrm>
            <a:off x="44107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4" name=""/>
          <p:cNvSpPr/>
          <p:nvPr/>
        </p:nvSpPr>
        <p:spPr>
          <a:xfrm>
            <a:off x="4412520" y="3909600"/>
            <a:ext cx="2880" cy="572040"/>
          </a:xfrm>
          <a:custGeom>
            <a:avLst/>
            <a:gdLst/>
            <a:ahLst/>
            <a:rect l="0" t="0" r="r" b="b"/>
            <a:pathLst>
              <a:path w="8" h="1589">
                <a:moveTo>
                  <a:pt x="0" y="1589"/>
                </a:moveTo>
                <a:lnTo>
                  <a:pt x="0" y="0"/>
                </a:lnTo>
                <a:lnTo>
                  <a:pt x="8" y="0"/>
                </a:lnTo>
                <a:lnTo>
                  <a:pt x="8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5" name=""/>
          <p:cNvSpPr/>
          <p:nvPr/>
        </p:nvSpPr>
        <p:spPr>
          <a:xfrm>
            <a:off x="4414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6" name=""/>
          <p:cNvSpPr/>
          <p:nvPr/>
        </p:nvSpPr>
        <p:spPr>
          <a:xfrm>
            <a:off x="4416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7" name=""/>
          <p:cNvSpPr/>
          <p:nvPr/>
        </p:nvSpPr>
        <p:spPr>
          <a:xfrm>
            <a:off x="4418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8" name=""/>
          <p:cNvSpPr/>
          <p:nvPr/>
        </p:nvSpPr>
        <p:spPr>
          <a:xfrm>
            <a:off x="44200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29" name=""/>
          <p:cNvSpPr/>
          <p:nvPr/>
        </p:nvSpPr>
        <p:spPr>
          <a:xfrm>
            <a:off x="44218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0" name=""/>
          <p:cNvSpPr/>
          <p:nvPr/>
        </p:nvSpPr>
        <p:spPr>
          <a:xfrm>
            <a:off x="4423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1" name=""/>
          <p:cNvSpPr/>
          <p:nvPr/>
        </p:nvSpPr>
        <p:spPr>
          <a:xfrm>
            <a:off x="4425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2" name=""/>
          <p:cNvSpPr/>
          <p:nvPr/>
        </p:nvSpPr>
        <p:spPr>
          <a:xfrm>
            <a:off x="4427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3" name=""/>
          <p:cNvSpPr/>
          <p:nvPr/>
        </p:nvSpPr>
        <p:spPr>
          <a:xfrm>
            <a:off x="44290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4" name=""/>
          <p:cNvSpPr/>
          <p:nvPr/>
        </p:nvSpPr>
        <p:spPr>
          <a:xfrm>
            <a:off x="44308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5" name=""/>
          <p:cNvSpPr/>
          <p:nvPr/>
        </p:nvSpPr>
        <p:spPr>
          <a:xfrm>
            <a:off x="4432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6" name=""/>
          <p:cNvSpPr/>
          <p:nvPr/>
        </p:nvSpPr>
        <p:spPr>
          <a:xfrm>
            <a:off x="4434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7" name=""/>
          <p:cNvSpPr/>
          <p:nvPr/>
        </p:nvSpPr>
        <p:spPr>
          <a:xfrm>
            <a:off x="443628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8" name=""/>
          <p:cNvSpPr/>
          <p:nvPr/>
        </p:nvSpPr>
        <p:spPr>
          <a:xfrm>
            <a:off x="44384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39" name=""/>
          <p:cNvSpPr/>
          <p:nvPr/>
        </p:nvSpPr>
        <p:spPr>
          <a:xfrm>
            <a:off x="4440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0" name=""/>
          <p:cNvSpPr/>
          <p:nvPr/>
        </p:nvSpPr>
        <p:spPr>
          <a:xfrm>
            <a:off x="4442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1" name=""/>
          <p:cNvSpPr/>
          <p:nvPr/>
        </p:nvSpPr>
        <p:spPr>
          <a:xfrm>
            <a:off x="44438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2" name=""/>
          <p:cNvSpPr/>
          <p:nvPr/>
        </p:nvSpPr>
        <p:spPr>
          <a:xfrm>
            <a:off x="44456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3" name=""/>
          <p:cNvSpPr/>
          <p:nvPr/>
        </p:nvSpPr>
        <p:spPr>
          <a:xfrm>
            <a:off x="44474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4" name=""/>
          <p:cNvSpPr/>
          <p:nvPr/>
        </p:nvSpPr>
        <p:spPr>
          <a:xfrm>
            <a:off x="4449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5" name=""/>
          <p:cNvSpPr/>
          <p:nvPr/>
        </p:nvSpPr>
        <p:spPr>
          <a:xfrm>
            <a:off x="4451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6" name=""/>
          <p:cNvSpPr/>
          <p:nvPr/>
        </p:nvSpPr>
        <p:spPr>
          <a:xfrm>
            <a:off x="44528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7" name=""/>
          <p:cNvSpPr/>
          <p:nvPr/>
        </p:nvSpPr>
        <p:spPr>
          <a:xfrm>
            <a:off x="44546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8" name=""/>
          <p:cNvSpPr/>
          <p:nvPr/>
        </p:nvSpPr>
        <p:spPr>
          <a:xfrm>
            <a:off x="44564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49" name=""/>
          <p:cNvSpPr/>
          <p:nvPr/>
        </p:nvSpPr>
        <p:spPr>
          <a:xfrm>
            <a:off x="4458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0" name=""/>
          <p:cNvSpPr/>
          <p:nvPr/>
        </p:nvSpPr>
        <p:spPr>
          <a:xfrm>
            <a:off x="446004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1" name=""/>
          <p:cNvSpPr/>
          <p:nvPr/>
        </p:nvSpPr>
        <p:spPr>
          <a:xfrm>
            <a:off x="44622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2" name=""/>
          <p:cNvSpPr/>
          <p:nvPr/>
        </p:nvSpPr>
        <p:spPr>
          <a:xfrm>
            <a:off x="44640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3" name=""/>
          <p:cNvSpPr/>
          <p:nvPr/>
        </p:nvSpPr>
        <p:spPr>
          <a:xfrm>
            <a:off x="44658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4" name=""/>
          <p:cNvSpPr/>
          <p:nvPr/>
        </p:nvSpPr>
        <p:spPr>
          <a:xfrm>
            <a:off x="44676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5" name=""/>
          <p:cNvSpPr/>
          <p:nvPr/>
        </p:nvSpPr>
        <p:spPr>
          <a:xfrm>
            <a:off x="44694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6" name=""/>
          <p:cNvSpPr/>
          <p:nvPr/>
        </p:nvSpPr>
        <p:spPr>
          <a:xfrm>
            <a:off x="44712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7" name=""/>
          <p:cNvSpPr/>
          <p:nvPr/>
        </p:nvSpPr>
        <p:spPr>
          <a:xfrm>
            <a:off x="44730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8" name=""/>
          <p:cNvSpPr/>
          <p:nvPr/>
        </p:nvSpPr>
        <p:spPr>
          <a:xfrm>
            <a:off x="44748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59" name=""/>
          <p:cNvSpPr/>
          <p:nvPr/>
        </p:nvSpPr>
        <p:spPr>
          <a:xfrm>
            <a:off x="44766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0" name=""/>
          <p:cNvSpPr/>
          <p:nvPr/>
        </p:nvSpPr>
        <p:spPr>
          <a:xfrm>
            <a:off x="44784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1" name=""/>
          <p:cNvSpPr/>
          <p:nvPr/>
        </p:nvSpPr>
        <p:spPr>
          <a:xfrm>
            <a:off x="44802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2" name=""/>
          <p:cNvSpPr/>
          <p:nvPr/>
        </p:nvSpPr>
        <p:spPr>
          <a:xfrm>
            <a:off x="44820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3" name=""/>
          <p:cNvSpPr/>
          <p:nvPr/>
        </p:nvSpPr>
        <p:spPr>
          <a:xfrm>
            <a:off x="448380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4" name=""/>
          <p:cNvSpPr/>
          <p:nvPr/>
        </p:nvSpPr>
        <p:spPr>
          <a:xfrm>
            <a:off x="44859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5" name=""/>
          <p:cNvSpPr/>
          <p:nvPr/>
        </p:nvSpPr>
        <p:spPr>
          <a:xfrm>
            <a:off x="44877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6" name=""/>
          <p:cNvSpPr/>
          <p:nvPr/>
        </p:nvSpPr>
        <p:spPr>
          <a:xfrm>
            <a:off x="44895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7" name=""/>
          <p:cNvSpPr/>
          <p:nvPr/>
        </p:nvSpPr>
        <p:spPr>
          <a:xfrm>
            <a:off x="44913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8" name=""/>
          <p:cNvSpPr/>
          <p:nvPr/>
        </p:nvSpPr>
        <p:spPr>
          <a:xfrm>
            <a:off x="44931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69" name=""/>
          <p:cNvSpPr/>
          <p:nvPr/>
        </p:nvSpPr>
        <p:spPr>
          <a:xfrm>
            <a:off x="44949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0" name=""/>
          <p:cNvSpPr/>
          <p:nvPr/>
        </p:nvSpPr>
        <p:spPr>
          <a:xfrm>
            <a:off x="44967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1" name=""/>
          <p:cNvSpPr/>
          <p:nvPr/>
        </p:nvSpPr>
        <p:spPr>
          <a:xfrm>
            <a:off x="44985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2" name=""/>
          <p:cNvSpPr/>
          <p:nvPr/>
        </p:nvSpPr>
        <p:spPr>
          <a:xfrm>
            <a:off x="45003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3" name=""/>
          <p:cNvSpPr/>
          <p:nvPr/>
        </p:nvSpPr>
        <p:spPr>
          <a:xfrm>
            <a:off x="45021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4" name=""/>
          <p:cNvSpPr/>
          <p:nvPr/>
        </p:nvSpPr>
        <p:spPr>
          <a:xfrm>
            <a:off x="45039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5" name=""/>
          <p:cNvSpPr/>
          <p:nvPr/>
        </p:nvSpPr>
        <p:spPr>
          <a:xfrm>
            <a:off x="45057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6" name=""/>
          <p:cNvSpPr/>
          <p:nvPr/>
        </p:nvSpPr>
        <p:spPr>
          <a:xfrm>
            <a:off x="450756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7" name=""/>
          <p:cNvSpPr/>
          <p:nvPr/>
        </p:nvSpPr>
        <p:spPr>
          <a:xfrm>
            <a:off x="45097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8" name=""/>
          <p:cNvSpPr/>
          <p:nvPr/>
        </p:nvSpPr>
        <p:spPr>
          <a:xfrm>
            <a:off x="45115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79" name=""/>
          <p:cNvSpPr/>
          <p:nvPr/>
        </p:nvSpPr>
        <p:spPr>
          <a:xfrm>
            <a:off x="45133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0" name=""/>
          <p:cNvSpPr/>
          <p:nvPr/>
        </p:nvSpPr>
        <p:spPr>
          <a:xfrm>
            <a:off x="45151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1" name=""/>
          <p:cNvSpPr/>
          <p:nvPr/>
        </p:nvSpPr>
        <p:spPr>
          <a:xfrm>
            <a:off x="4516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2" name=""/>
          <p:cNvSpPr/>
          <p:nvPr/>
        </p:nvSpPr>
        <p:spPr>
          <a:xfrm>
            <a:off x="45187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3" name=""/>
          <p:cNvSpPr/>
          <p:nvPr/>
        </p:nvSpPr>
        <p:spPr>
          <a:xfrm>
            <a:off x="45205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4" name=""/>
          <p:cNvSpPr/>
          <p:nvPr/>
        </p:nvSpPr>
        <p:spPr>
          <a:xfrm>
            <a:off x="45223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5" name=""/>
          <p:cNvSpPr/>
          <p:nvPr/>
        </p:nvSpPr>
        <p:spPr>
          <a:xfrm>
            <a:off x="45241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6" name=""/>
          <p:cNvSpPr/>
          <p:nvPr/>
        </p:nvSpPr>
        <p:spPr>
          <a:xfrm>
            <a:off x="45259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7" name=""/>
          <p:cNvSpPr/>
          <p:nvPr/>
        </p:nvSpPr>
        <p:spPr>
          <a:xfrm>
            <a:off x="45277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8" name=""/>
          <p:cNvSpPr/>
          <p:nvPr/>
        </p:nvSpPr>
        <p:spPr>
          <a:xfrm>
            <a:off x="452952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89" name=""/>
          <p:cNvSpPr/>
          <p:nvPr/>
        </p:nvSpPr>
        <p:spPr>
          <a:xfrm>
            <a:off x="4531320" y="3909600"/>
            <a:ext cx="2880" cy="572040"/>
          </a:xfrm>
          <a:custGeom>
            <a:avLst/>
            <a:gdLst/>
            <a:ahLst/>
            <a:rect l="0" t="0" r="r" b="b"/>
            <a:pathLst>
              <a:path w="8" h="1589">
                <a:moveTo>
                  <a:pt x="0" y="1589"/>
                </a:moveTo>
                <a:lnTo>
                  <a:pt x="0" y="0"/>
                </a:lnTo>
                <a:lnTo>
                  <a:pt x="8" y="0"/>
                </a:lnTo>
                <a:lnTo>
                  <a:pt x="8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0" name=""/>
          <p:cNvSpPr/>
          <p:nvPr/>
        </p:nvSpPr>
        <p:spPr>
          <a:xfrm>
            <a:off x="4533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1" name=""/>
          <p:cNvSpPr/>
          <p:nvPr/>
        </p:nvSpPr>
        <p:spPr>
          <a:xfrm>
            <a:off x="4535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2" name=""/>
          <p:cNvSpPr/>
          <p:nvPr/>
        </p:nvSpPr>
        <p:spPr>
          <a:xfrm>
            <a:off x="45370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3" name=""/>
          <p:cNvSpPr/>
          <p:nvPr/>
        </p:nvSpPr>
        <p:spPr>
          <a:xfrm>
            <a:off x="45388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4" name=""/>
          <p:cNvSpPr/>
          <p:nvPr/>
        </p:nvSpPr>
        <p:spPr>
          <a:xfrm>
            <a:off x="4540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5" name=""/>
          <p:cNvSpPr/>
          <p:nvPr/>
        </p:nvSpPr>
        <p:spPr>
          <a:xfrm>
            <a:off x="4542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6" name=""/>
          <p:cNvSpPr/>
          <p:nvPr/>
        </p:nvSpPr>
        <p:spPr>
          <a:xfrm>
            <a:off x="4544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7" name=""/>
          <p:cNvSpPr/>
          <p:nvPr/>
        </p:nvSpPr>
        <p:spPr>
          <a:xfrm>
            <a:off x="45460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8" name=""/>
          <p:cNvSpPr/>
          <p:nvPr/>
        </p:nvSpPr>
        <p:spPr>
          <a:xfrm>
            <a:off x="45478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699" name=""/>
          <p:cNvSpPr/>
          <p:nvPr/>
        </p:nvSpPr>
        <p:spPr>
          <a:xfrm>
            <a:off x="45496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0" name=""/>
          <p:cNvSpPr/>
          <p:nvPr/>
        </p:nvSpPr>
        <p:spPr>
          <a:xfrm>
            <a:off x="45514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1" name=""/>
          <p:cNvSpPr/>
          <p:nvPr/>
        </p:nvSpPr>
        <p:spPr>
          <a:xfrm>
            <a:off x="455328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2" name=""/>
          <p:cNvSpPr/>
          <p:nvPr/>
        </p:nvSpPr>
        <p:spPr>
          <a:xfrm>
            <a:off x="455508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3" name=""/>
          <p:cNvSpPr/>
          <p:nvPr/>
        </p:nvSpPr>
        <p:spPr>
          <a:xfrm>
            <a:off x="4557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4" name=""/>
          <p:cNvSpPr/>
          <p:nvPr/>
        </p:nvSpPr>
        <p:spPr>
          <a:xfrm>
            <a:off x="4559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5" name=""/>
          <p:cNvSpPr/>
          <p:nvPr/>
        </p:nvSpPr>
        <p:spPr>
          <a:xfrm>
            <a:off x="45608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6" name=""/>
          <p:cNvSpPr/>
          <p:nvPr/>
        </p:nvSpPr>
        <p:spPr>
          <a:xfrm>
            <a:off x="45626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7" name=""/>
          <p:cNvSpPr/>
          <p:nvPr/>
        </p:nvSpPr>
        <p:spPr>
          <a:xfrm>
            <a:off x="45644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8" name=""/>
          <p:cNvSpPr/>
          <p:nvPr/>
        </p:nvSpPr>
        <p:spPr>
          <a:xfrm>
            <a:off x="4566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09" name=""/>
          <p:cNvSpPr/>
          <p:nvPr/>
        </p:nvSpPr>
        <p:spPr>
          <a:xfrm>
            <a:off x="4568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0" name=""/>
          <p:cNvSpPr/>
          <p:nvPr/>
        </p:nvSpPr>
        <p:spPr>
          <a:xfrm>
            <a:off x="45698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1" name=""/>
          <p:cNvSpPr/>
          <p:nvPr/>
        </p:nvSpPr>
        <p:spPr>
          <a:xfrm>
            <a:off x="45716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2" name=""/>
          <p:cNvSpPr/>
          <p:nvPr/>
        </p:nvSpPr>
        <p:spPr>
          <a:xfrm>
            <a:off x="45734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3" name=""/>
          <p:cNvSpPr/>
          <p:nvPr/>
        </p:nvSpPr>
        <p:spPr>
          <a:xfrm>
            <a:off x="45752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4" name=""/>
          <p:cNvSpPr/>
          <p:nvPr/>
        </p:nvSpPr>
        <p:spPr>
          <a:xfrm>
            <a:off x="457704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5" name=""/>
          <p:cNvSpPr/>
          <p:nvPr/>
        </p:nvSpPr>
        <p:spPr>
          <a:xfrm>
            <a:off x="457884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6" name=""/>
          <p:cNvSpPr/>
          <p:nvPr/>
        </p:nvSpPr>
        <p:spPr>
          <a:xfrm>
            <a:off x="45810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7" name=""/>
          <p:cNvSpPr/>
          <p:nvPr/>
        </p:nvSpPr>
        <p:spPr>
          <a:xfrm>
            <a:off x="45828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8" name=""/>
          <p:cNvSpPr/>
          <p:nvPr/>
        </p:nvSpPr>
        <p:spPr>
          <a:xfrm>
            <a:off x="45846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19" name=""/>
          <p:cNvSpPr/>
          <p:nvPr/>
        </p:nvSpPr>
        <p:spPr>
          <a:xfrm>
            <a:off x="45864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0" name=""/>
          <p:cNvSpPr/>
          <p:nvPr/>
        </p:nvSpPr>
        <p:spPr>
          <a:xfrm>
            <a:off x="45882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1" name=""/>
          <p:cNvSpPr/>
          <p:nvPr/>
        </p:nvSpPr>
        <p:spPr>
          <a:xfrm>
            <a:off x="45900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2" name=""/>
          <p:cNvSpPr/>
          <p:nvPr/>
        </p:nvSpPr>
        <p:spPr>
          <a:xfrm>
            <a:off x="45918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3" name=""/>
          <p:cNvSpPr/>
          <p:nvPr/>
        </p:nvSpPr>
        <p:spPr>
          <a:xfrm>
            <a:off x="45936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4" name=""/>
          <p:cNvSpPr/>
          <p:nvPr/>
        </p:nvSpPr>
        <p:spPr>
          <a:xfrm>
            <a:off x="45954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5" name=""/>
          <p:cNvSpPr/>
          <p:nvPr/>
        </p:nvSpPr>
        <p:spPr>
          <a:xfrm>
            <a:off x="45972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6" name=""/>
          <p:cNvSpPr/>
          <p:nvPr/>
        </p:nvSpPr>
        <p:spPr>
          <a:xfrm>
            <a:off x="45990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7" name=""/>
          <p:cNvSpPr/>
          <p:nvPr/>
        </p:nvSpPr>
        <p:spPr>
          <a:xfrm>
            <a:off x="460080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8" name=""/>
          <p:cNvSpPr/>
          <p:nvPr/>
        </p:nvSpPr>
        <p:spPr>
          <a:xfrm>
            <a:off x="4602600" y="3909600"/>
            <a:ext cx="2520" cy="572040"/>
          </a:xfrm>
          <a:custGeom>
            <a:avLst/>
            <a:gdLst/>
            <a:ahLst/>
            <a:rect l="0" t="0" r="r" b="b"/>
            <a:pathLst>
              <a:path w="7" h="1589">
                <a:moveTo>
                  <a:pt x="0" y="1589"/>
                </a:moveTo>
                <a:lnTo>
                  <a:pt x="0" y="0"/>
                </a:lnTo>
                <a:lnTo>
                  <a:pt x="7" y="0"/>
                </a:lnTo>
                <a:lnTo>
                  <a:pt x="7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29" name=""/>
          <p:cNvSpPr/>
          <p:nvPr/>
        </p:nvSpPr>
        <p:spPr>
          <a:xfrm>
            <a:off x="46047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30" name=""/>
          <p:cNvSpPr/>
          <p:nvPr/>
        </p:nvSpPr>
        <p:spPr>
          <a:xfrm>
            <a:off x="46065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31" name=""/>
          <p:cNvSpPr/>
          <p:nvPr/>
        </p:nvSpPr>
        <p:spPr>
          <a:xfrm>
            <a:off x="46083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32" name=""/>
          <p:cNvSpPr/>
          <p:nvPr/>
        </p:nvSpPr>
        <p:spPr>
          <a:xfrm>
            <a:off x="46101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33" name=""/>
          <p:cNvSpPr/>
          <p:nvPr/>
        </p:nvSpPr>
        <p:spPr>
          <a:xfrm>
            <a:off x="4611960" y="3909600"/>
            <a:ext cx="2160" cy="572040"/>
          </a:xfrm>
          <a:custGeom>
            <a:avLst/>
            <a:gdLst/>
            <a:ahLst/>
            <a:rect l="0" t="0" r="r" b="b"/>
            <a:pathLst>
              <a:path w="6" h="1589">
                <a:moveTo>
                  <a:pt x="0" y="1589"/>
                </a:moveTo>
                <a:lnTo>
                  <a:pt x="0" y="0"/>
                </a:lnTo>
                <a:lnTo>
                  <a:pt x="6" y="0"/>
                </a:lnTo>
                <a:lnTo>
                  <a:pt x="6" y="1589"/>
                </a:lnTo>
                <a:lnTo>
                  <a:pt x="0" y="1589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34" name=""/>
          <p:cNvSpPr/>
          <p:nvPr/>
        </p:nvSpPr>
        <p:spPr>
          <a:xfrm>
            <a:off x="4145760" y="3909600"/>
            <a:ext cx="468360" cy="572040"/>
          </a:xfrm>
          <a:custGeom>
            <a:avLst/>
            <a:gdLst/>
            <a:ahLst/>
            <a:rect l="0" t="0" r="r" b="b"/>
            <a:pathLst>
              <a:path w="1301" h="1589">
                <a:moveTo>
                  <a:pt x="0" y="1589"/>
                </a:moveTo>
                <a:lnTo>
                  <a:pt x="1301" y="1589"/>
                </a:lnTo>
                <a:lnTo>
                  <a:pt x="1301" y="0"/>
                </a:lnTo>
                <a:lnTo>
                  <a:pt x="0" y="0"/>
                </a:lnTo>
                <a:lnTo>
                  <a:pt x="0" y="1589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735" name=""/>
          <p:cNvSpPr/>
          <p:nvPr/>
        </p:nvSpPr>
        <p:spPr>
          <a:xfrm>
            <a:off x="5016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36" name=""/>
          <p:cNvSpPr/>
          <p:nvPr/>
        </p:nvSpPr>
        <p:spPr>
          <a:xfrm>
            <a:off x="5018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37" name=""/>
          <p:cNvSpPr/>
          <p:nvPr/>
        </p:nvSpPr>
        <p:spPr>
          <a:xfrm>
            <a:off x="5019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38" name=""/>
          <p:cNvSpPr/>
          <p:nvPr/>
        </p:nvSpPr>
        <p:spPr>
          <a:xfrm>
            <a:off x="5021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39" name=""/>
          <p:cNvSpPr/>
          <p:nvPr/>
        </p:nvSpPr>
        <p:spPr>
          <a:xfrm>
            <a:off x="5023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0" name=""/>
          <p:cNvSpPr/>
          <p:nvPr/>
        </p:nvSpPr>
        <p:spPr>
          <a:xfrm>
            <a:off x="5025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1" name=""/>
          <p:cNvSpPr/>
          <p:nvPr/>
        </p:nvSpPr>
        <p:spPr>
          <a:xfrm>
            <a:off x="5027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2" name=""/>
          <p:cNvSpPr/>
          <p:nvPr/>
        </p:nvSpPr>
        <p:spPr>
          <a:xfrm>
            <a:off x="5028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3" name=""/>
          <p:cNvSpPr/>
          <p:nvPr/>
        </p:nvSpPr>
        <p:spPr>
          <a:xfrm>
            <a:off x="5030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4" name=""/>
          <p:cNvSpPr/>
          <p:nvPr/>
        </p:nvSpPr>
        <p:spPr>
          <a:xfrm>
            <a:off x="5032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5" name=""/>
          <p:cNvSpPr/>
          <p:nvPr/>
        </p:nvSpPr>
        <p:spPr>
          <a:xfrm>
            <a:off x="5034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6" name=""/>
          <p:cNvSpPr/>
          <p:nvPr/>
        </p:nvSpPr>
        <p:spPr>
          <a:xfrm>
            <a:off x="5036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7" name=""/>
          <p:cNvSpPr/>
          <p:nvPr/>
        </p:nvSpPr>
        <p:spPr>
          <a:xfrm>
            <a:off x="503784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8" name=""/>
          <p:cNvSpPr/>
          <p:nvPr/>
        </p:nvSpPr>
        <p:spPr>
          <a:xfrm>
            <a:off x="5040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49" name=""/>
          <p:cNvSpPr/>
          <p:nvPr/>
        </p:nvSpPr>
        <p:spPr>
          <a:xfrm>
            <a:off x="5041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0" name=""/>
          <p:cNvSpPr/>
          <p:nvPr/>
        </p:nvSpPr>
        <p:spPr>
          <a:xfrm>
            <a:off x="5043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1" name=""/>
          <p:cNvSpPr/>
          <p:nvPr/>
        </p:nvSpPr>
        <p:spPr>
          <a:xfrm>
            <a:off x="5045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2" name=""/>
          <p:cNvSpPr/>
          <p:nvPr/>
        </p:nvSpPr>
        <p:spPr>
          <a:xfrm>
            <a:off x="5047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3" name=""/>
          <p:cNvSpPr/>
          <p:nvPr/>
        </p:nvSpPr>
        <p:spPr>
          <a:xfrm>
            <a:off x="5049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4" name=""/>
          <p:cNvSpPr/>
          <p:nvPr/>
        </p:nvSpPr>
        <p:spPr>
          <a:xfrm>
            <a:off x="5050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5" name=""/>
          <p:cNvSpPr/>
          <p:nvPr/>
        </p:nvSpPr>
        <p:spPr>
          <a:xfrm>
            <a:off x="5052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6" name=""/>
          <p:cNvSpPr/>
          <p:nvPr/>
        </p:nvSpPr>
        <p:spPr>
          <a:xfrm>
            <a:off x="5054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7" name=""/>
          <p:cNvSpPr/>
          <p:nvPr/>
        </p:nvSpPr>
        <p:spPr>
          <a:xfrm>
            <a:off x="5056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8" name=""/>
          <p:cNvSpPr/>
          <p:nvPr/>
        </p:nvSpPr>
        <p:spPr>
          <a:xfrm>
            <a:off x="5058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59" name=""/>
          <p:cNvSpPr/>
          <p:nvPr/>
        </p:nvSpPr>
        <p:spPr>
          <a:xfrm>
            <a:off x="5059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0" name=""/>
          <p:cNvSpPr/>
          <p:nvPr/>
        </p:nvSpPr>
        <p:spPr>
          <a:xfrm>
            <a:off x="506160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1" name=""/>
          <p:cNvSpPr/>
          <p:nvPr/>
        </p:nvSpPr>
        <p:spPr>
          <a:xfrm>
            <a:off x="5063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2" name=""/>
          <p:cNvSpPr/>
          <p:nvPr/>
        </p:nvSpPr>
        <p:spPr>
          <a:xfrm>
            <a:off x="5065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3" name=""/>
          <p:cNvSpPr/>
          <p:nvPr/>
        </p:nvSpPr>
        <p:spPr>
          <a:xfrm>
            <a:off x="5067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4" name=""/>
          <p:cNvSpPr/>
          <p:nvPr/>
        </p:nvSpPr>
        <p:spPr>
          <a:xfrm>
            <a:off x="5069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5" name=""/>
          <p:cNvSpPr/>
          <p:nvPr/>
        </p:nvSpPr>
        <p:spPr>
          <a:xfrm>
            <a:off x="5070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6" name=""/>
          <p:cNvSpPr/>
          <p:nvPr/>
        </p:nvSpPr>
        <p:spPr>
          <a:xfrm>
            <a:off x="5072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7" name=""/>
          <p:cNvSpPr/>
          <p:nvPr/>
        </p:nvSpPr>
        <p:spPr>
          <a:xfrm>
            <a:off x="5074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8" name=""/>
          <p:cNvSpPr/>
          <p:nvPr/>
        </p:nvSpPr>
        <p:spPr>
          <a:xfrm>
            <a:off x="5076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69" name=""/>
          <p:cNvSpPr/>
          <p:nvPr/>
        </p:nvSpPr>
        <p:spPr>
          <a:xfrm>
            <a:off x="5078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0" name=""/>
          <p:cNvSpPr/>
          <p:nvPr/>
        </p:nvSpPr>
        <p:spPr>
          <a:xfrm>
            <a:off x="5079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1" name=""/>
          <p:cNvSpPr/>
          <p:nvPr/>
        </p:nvSpPr>
        <p:spPr>
          <a:xfrm>
            <a:off x="5081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2" name=""/>
          <p:cNvSpPr/>
          <p:nvPr/>
        </p:nvSpPr>
        <p:spPr>
          <a:xfrm>
            <a:off x="5083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3" name=""/>
          <p:cNvSpPr/>
          <p:nvPr/>
        </p:nvSpPr>
        <p:spPr>
          <a:xfrm>
            <a:off x="508536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4" name=""/>
          <p:cNvSpPr/>
          <p:nvPr/>
        </p:nvSpPr>
        <p:spPr>
          <a:xfrm>
            <a:off x="5087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5" name=""/>
          <p:cNvSpPr/>
          <p:nvPr/>
        </p:nvSpPr>
        <p:spPr>
          <a:xfrm>
            <a:off x="5089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6" name=""/>
          <p:cNvSpPr/>
          <p:nvPr/>
        </p:nvSpPr>
        <p:spPr>
          <a:xfrm>
            <a:off x="5091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7" name=""/>
          <p:cNvSpPr/>
          <p:nvPr/>
        </p:nvSpPr>
        <p:spPr>
          <a:xfrm>
            <a:off x="5092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8" name=""/>
          <p:cNvSpPr/>
          <p:nvPr/>
        </p:nvSpPr>
        <p:spPr>
          <a:xfrm>
            <a:off x="5094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79" name=""/>
          <p:cNvSpPr/>
          <p:nvPr/>
        </p:nvSpPr>
        <p:spPr>
          <a:xfrm>
            <a:off x="5096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0" name=""/>
          <p:cNvSpPr/>
          <p:nvPr/>
        </p:nvSpPr>
        <p:spPr>
          <a:xfrm>
            <a:off x="5098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1" name=""/>
          <p:cNvSpPr/>
          <p:nvPr/>
        </p:nvSpPr>
        <p:spPr>
          <a:xfrm>
            <a:off x="5100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2" name=""/>
          <p:cNvSpPr/>
          <p:nvPr/>
        </p:nvSpPr>
        <p:spPr>
          <a:xfrm>
            <a:off x="5101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3" name=""/>
          <p:cNvSpPr/>
          <p:nvPr/>
        </p:nvSpPr>
        <p:spPr>
          <a:xfrm>
            <a:off x="5103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4" name=""/>
          <p:cNvSpPr/>
          <p:nvPr/>
        </p:nvSpPr>
        <p:spPr>
          <a:xfrm>
            <a:off x="5105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5" name=""/>
          <p:cNvSpPr/>
          <p:nvPr/>
        </p:nvSpPr>
        <p:spPr>
          <a:xfrm>
            <a:off x="5107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6" name=""/>
          <p:cNvSpPr/>
          <p:nvPr/>
        </p:nvSpPr>
        <p:spPr>
          <a:xfrm>
            <a:off x="5109120" y="3819600"/>
            <a:ext cx="2880" cy="662040"/>
          </a:xfrm>
          <a:custGeom>
            <a:avLst/>
            <a:gdLst/>
            <a:ahLst/>
            <a:rect l="0" t="0" r="r" b="b"/>
            <a:pathLst>
              <a:path w="8" h="1839">
                <a:moveTo>
                  <a:pt x="0" y="1839"/>
                </a:moveTo>
                <a:lnTo>
                  <a:pt x="0" y="0"/>
                </a:lnTo>
                <a:lnTo>
                  <a:pt x="8" y="0"/>
                </a:lnTo>
                <a:lnTo>
                  <a:pt x="8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7" name=""/>
          <p:cNvSpPr/>
          <p:nvPr/>
        </p:nvSpPr>
        <p:spPr>
          <a:xfrm>
            <a:off x="5111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8" name=""/>
          <p:cNvSpPr/>
          <p:nvPr/>
        </p:nvSpPr>
        <p:spPr>
          <a:xfrm>
            <a:off x="5113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89" name=""/>
          <p:cNvSpPr/>
          <p:nvPr/>
        </p:nvSpPr>
        <p:spPr>
          <a:xfrm>
            <a:off x="5114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0" name=""/>
          <p:cNvSpPr/>
          <p:nvPr/>
        </p:nvSpPr>
        <p:spPr>
          <a:xfrm>
            <a:off x="5116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1" name=""/>
          <p:cNvSpPr/>
          <p:nvPr/>
        </p:nvSpPr>
        <p:spPr>
          <a:xfrm>
            <a:off x="5118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2" name=""/>
          <p:cNvSpPr/>
          <p:nvPr/>
        </p:nvSpPr>
        <p:spPr>
          <a:xfrm>
            <a:off x="5120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3" name=""/>
          <p:cNvSpPr/>
          <p:nvPr/>
        </p:nvSpPr>
        <p:spPr>
          <a:xfrm>
            <a:off x="5122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4" name=""/>
          <p:cNvSpPr/>
          <p:nvPr/>
        </p:nvSpPr>
        <p:spPr>
          <a:xfrm>
            <a:off x="5123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5" name=""/>
          <p:cNvSpPr/>
          <p:nvPr/>
        </p:nvSpPr>
        <p:spPr>
          <a:xfrm>
            <a:off x="5125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6" name=""/>
          <p:cNvSpPr/>
          <p:nvPr/>
        </p:nvSpPr>
        <p:spPr>
          <a:xfrm>
            <a:off x="5127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7" name=""/>
          <p:cNvSpPr/>
          <p:nvPr/>
        </p:nvSpPr>
        <p:spPr>
          <a:xfrm>
            <a:off x="5129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8" name=""/>
          <p:cNvSpPr/>
          <p:nvPr/>
        </p:nvSpPr>
        <p:spPr>
          <a:xfrm>
            <a:off x="5131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799" name=""/>
          <p:cNvSpPr/>
          <p:nvPr/>
        </p:nvSpPr>
        <p:spPr>
          <a:xfrm>
            <a:off x="513288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0" name=""/>
          <p:cNvSpPr/>
          <p:nvPr/>
        </p:nvSpPr>
        <p:spPr>
          <a:xfrm>
            <a:off x="5135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1" name=""/>
          <p:cNvSpPr/>
          <p:nvPr/>
        </p:nvSpPr>
        <p:spPr>
          <a:xfrm>
            <a:off x="5136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2" name=""/>
          <p:cNvSpPr/>
          <p:nvPr/>
        </p:nvSpPr>
        <p:spPr>
          <a:xfrm>
            <a:off x="5138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3" name=""/>
          <p:cNvSpPr/>
          <p:nvPr/>
        </p:nvSpPr>
        <p:spPr>
          <a:xfrm>
            <a:off x="5140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4" name=""/>
          <p:cNvSpPr/>
          <p:nvPr/>
        </p:nvSpPr>
        <p:spPr>
          <a:xfrm>
            <a:off x="5142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5" name=""/>
          <p:cNvSpPr/>
          <p:nvPr/>
        </p:nvSpPr>
        <p:spPr>
          <a:xfrm>
            <a:off x="5144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6" name=""/>
          <p:cNvSpPr/>
          <p:nvPr/>
        </p:nvSpPr>
        <p:spPr>
          <a:xfrm>
            <a:off x="5145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7" name=""/>
          <p:cNvSpPr/>
          <p:nvPr/>
        </p:nvSpPr>
        <p:spPr>
          <a:xfrm>
            <a:off x="5147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8" name=""/>
          <p:cNvSpPr/>
          <p:nvPr/>
        </p:nvSpPr>
        <p:spPr>
          <a:xfrm>
            <a:off x="5149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09" name=""/>
          <p:cNvSpPr/>
          <p:nvPr/>
        </p:nvSpPr>
        <p:spPr>
          <a:xfrm>
            <a:off x="5151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0" name=""/>
          <p:cNvSpPr/>
          <p:nvPr/>
        </p:nvSpPr>
        <p:spPr>
          <a:xfrm>
            <a:off x="5153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1" name=""/>
          <p:cNvSpPr/>
          <p:nvPr/>
        </p:nvSpPr>
        <p:spPr>
          <a:xfrm>
            <a:off x="5154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2" name=""/>
          <p:cNvSpPr/>
          <p:nvPr/>
        </p:nvSpPr>
        <p:spPr>
          <a:xfrm>
            <a:off x="5156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3" name=""/>
          <p:cNvSpPr/>
          <p:nvPr/>
        </p:nvSpPr>
        <p:spPr>
          <a:xfrm>
            <a:off x="515844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4" name=""/>
          <p:cNvSpPr/>
          <p:nvPr/>
        </p:nvSpPr>
        <p:spPr>
          <a:xfrm>
            <a:off x="5160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5" name=""/>
          <p:cNvSpPr/>
          <p:nvPr/>
        </p:nvSpPr>
        <p:spPr>
          <a:xfrm>
            <a:off x="5162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6" name=""/>
          <p:cNvSpPr/>
          <p:nvPr/>
        </p:nvSpPr>
        <p:spPr>
          <a:xfrm>
            <a:off x="5164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7" name=""/>
          <p:cNvSpPr/>
          <p:nvPr/>
        </p:nvSpPr>
        <p:spPr>
          <a:xfrm>
            <a:off x="5166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8" name=""/>
          <p:cNvSpPr/>
          <p:nvPr/>
        </p:nvSpPr>
        <p:spPr>
          <a:xfrm>
            <a:off x="5167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19" name=""/>
          <p:cNvSpPr/>
          <p:nvPr/>
        </p:nvSpPr>
        <p:spPr>
          <a:xfrm>
            <a:off x="5169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0" name=""/>
          <p:cNvSpPr/>
          <p:nvPr/>
        </p:nvSpPr>
        <p:spPr>
          <a:xfrm>
            <a:off x="5171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1" name=""/>
          <p:cNvSpPr/>
          <p:nvPr/>
        </p:nvSpPr>
        <p:spPr>
          <a:xfrm>
            <a:off x="5173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2" name=""/>
          <p:cNvSpPr/>
          <p:nvPr/>
        </p:nvSpPr>
        <p:spPr>
          <a:xfrm>
            <a:off x="5175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3" name=""/>
          <p:cNvSpPr/>
          <p:nvPr/>
        </p:nvSpPr>
        <p:spPr>
          <a:xfrm>
            <a:off x="5176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4" name=""/>
          <p:cNvSpPr/>
          <p:nvPr/>
        </p:nvSpPr>
        <p:spPr>
          <a:xfrm>
            <a:off x="5178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5" name=""/>
          <p:cNvSpPr/>
          <p:nvPr/>
        </p:nvSpPr>
        <p:spPr>
          <a:xfrm>
            <a:off x="5180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6" name=""/>
          <p:cNvSpPr/>
          <p:nvPr/>
        </p:nvSpPr>
        <p:spPr>
          <a:xfrm>
            <a:off x="518220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7" name=""/>
          <p:cNvSpPr/>
          <p:nvPr/>
        </p:nvSpPr>
        <p:spPr>
          <a:xfrm>
            <a:off x="5184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8" name=""/>
          <p:cNvSpPr/>
          <p:nvPr/>
        </p:nvSpPr>
        <p:spPr>
          <a:xfrm>
            <a:off x="5186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29" name=""/>
          <p:cNvSpPr/>
          <p:nvPr/>
        </p:nvSpPr>
        <p:spPr>
          <a:xfrm>
            <a:off x="5187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0" name=""/>
          <p:cNvSpPr/>
          <p:nvPr/>
        </p:nvSpPr>
        <p:spPr>
          <a:xfrm>
            <a:off x="5189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1" name=""/>
          <p:cNvSpPr/>
          <p:nvPr/>
        </p:nvSpPr>
        <p:spPr>
          <a:xfrm>
            <a:off x="5191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2" name=""/>
          <p:cNvSpPr/>
          <p:nvPr/>
        </p:nvSpPr>
        <p:spPr>
          <a:xfrm>
            <a:off x="5193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3" name=""/>
          <p:cNvSpPr/>
          <p:nvPr/>
        </p:nvSpPr>
        <p:spPr>
          <a:xfrm>
            <a:off x="5195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4" name=""/>
          <p:cNvSpPr/>
          <p:nvPr/>
        </p:nvSpPr>
        <p:spPr>
          <a:xfrm>
            <a:off x="5196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5" name=""/>
          <p:cNvSpPr/>
          <p:nvPr/>
        </p:nvSpPr>
        <p:spPr>
          <a:xfrm>
            <a:off x="5198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6" name=""/>
          <p:cNvSpPr/>
          <p:nvPr/>
        </p:nvSpPr>
        <p:spPr>
          <a:xfrm>
            <a:off x="5200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7" name=""/>
          <p:cNvSpPr/>
          <p:nvPr/>
        </p:nvSpPr>
        <p:spPr>
          <a:xfrm>
            <a:off x="5202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8" name=""/>
          <p:cNvSpPr/>
          <p:nvPr/>
        </p:nvSpPr>
        <p:spPr>
          <a:xfrm>
            <a:off x="5204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39" name=""/>
          <p:cNvSpPr/>
          <p:nvPr/>
        </p:nvSpPr>
        <p:spPr>
          <a:xfrm>
            <a:off x="5205960" y="3819600"/>
            <a:ext cx="4320" cy="662040"/>
          </a:xfrm>
          <a:custGeom>
            <a:avLst/>
            <a:gdLst/>
            <a:ahLst/>
            <a:rect l="0" t="0" r="r" b="b"/>
            <a:pathLst>
              <a:path w="12" h="1839">
                <a:moveTo>
                  <a:pt x="0" y="1839"/>
                </a:moveTo>
                <a:lnTo>
                  <a:pt x="0" y="0"/>
                </a:lnTo>
                <a:lnTo>
                  <a:pt x="12" y="0"/>
                </a:lnTo>
                <a:lnTo>
                  <a:pt x="12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0" name=""/>
          <p:cNvSpPr/>
          <p:nvPr/>
        </p:nvSpPr>
        <p:spPr>
          <a:xfrm>
            <a:off x="520992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1" name=""/>
          <p:cNvSpPr/>
          <p:nvPr/>
        </p:nvSpPr>
        <p:spPr>
          <a:xfrm>
            <a:off x="5213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2" name=""/>
          <p:cNvSpPr/>
          <p:nvPr/>
        </p:nvSpPr>
        <p:spPr>
          <a:xfrm>
            <a:off x="5215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3" name=""/>
          <p:cNvSpPr/>
          <p:nvPr/>
        </p:nvSpPr>
        <p:spPr>
          <a:xfrm>
            <a:off x="521712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4" name=""/>
          <p:cNvSpPr/>
          <p:nvPr/>
        </p:nvSpPr>
        <p:spPr>
          <a:xfrm>
            <a:off x="5220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5" name=""/>
          <p:cNvSpPr/>
          <p:nvPr/>
        </p:nvSpPr>
        <p:spPr>
          <a:xfrm>
            <a:off x="5222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6" name=""/>
          <p:cNvSpPr/>
          <p:nvPr/>
        </p:nvSpPr>
        <p:spPr>
          <a:xfrm>
            <a:off x="5224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7" name=""/>
          <p:cNvSpPr/>
          <p:nvPr/>
        </p:nvSpPr>
        <p:spPr>
          <a:xfrm>
            <a:off x="5226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8" name=""/>
          <p:cNvSpPr/>
          <p:nvPr/>
        </p:nvSpPr>
        <p:spPr>
          <a:xfrm>
            <a:off x="5227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49" name=""/>
          <p:cNvSpPr/>
          <p:nvPr/>
        </p:nvSpPr>
        <p:spPr>
          <a:xfrm>
            <a:off x="5229720" y="3819600"/>
            <a:ext cx="2880" cy="662040"/>
          </a:xfrm>
          <a:custGeom>
            <a:avLst/>
            <a:gdLst/>
            <a:ahLst/>
            <a:rect l="0" t="0" r="r" b="b"/>
            <a:pathLst>
              <a:path w="8" h="1839">
                <a:moveTo>
                  <a:pt x="0" y="1839"/>
                </a:moveTo>
                <a:lnTo>
                  <a:pt x="0" y="0"/>
                </a:lnTo>
                <a:lnTo>
                  <a:pt x="8" y="0"/>
                </a:lnTo>
                <a:lnTo>
                  <a:pt x="8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0" name=""/>
          <p:cNvSpPr/>
          <p:nvPr/>
        </p:nvSpPr>
        <p:spPr>
          <a:xfrm>
            <a:off x="523188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1" name=""/>
          <p:cNvSpPr/>
          <p:nvPr/>
        </p:nvSpPr>
        <p:spPr>
          <a:xfrm>
            <a:off x="5235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2" name=""/>
          <p:cNvSpPr/>
          <p:nvPr/>
        </p:nvSpPr>
        <p:spPr>
          <a:xfrm>
            <a:off x="5237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3" name=""/>
          <p:cNvSpPr/>
          <p:nvPr/>
        </p:nvSpPr>
        <p:spPr>
          <a:xfrm>
            <a:off x="523908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4" name=""/>
          <p:cNvSpPr/>
          <p:nvPr/>
        </p:nvSpPr>
        <p:spPr>
          <a:xfrm>
            <a:off x="5242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5" name=""/>
          <p:cNvSpPr/>
          <p:nvPr/>
        </p:nvSpPr>
        <p:spPr>
          <a:xfrm>
            <a:off x="5244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6" name=""/>
          <p:cNvSpPr/>
          <p:nvPr/>
        </p:nvSpPr>
        <p:spPr>
          <a:xfrm>
            <a:off x="524628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7" name=""/>
          <p:cNvSpPr/>
          <p:nvPr/>
        </p:nvSpPr>
        <p:spPr>
          <a:xfrm>
            <a:off x="524988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8" name=""/>
          <p:cNvSpPr/>
          <p:nvPr/>
        </p:nvSpPr>
        <p:spPr>
          <a:xfrm>
            <a:off x="525348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59" name=""/>
          <p:cNvSpPr/>
          <p:nvPr/>
        </p:nvSpPr>
        <p:spPr>
          <a:xfrm>
            <a:off x="5255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0" name=""/>
          <p:cNvSpPr/>
          <p:nvPr/>
        </p:nvSpPr>
        <p:spPr>
          <a:xfrm>
            <a:off x="525744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1" name=""/>
          <p:cNvSpPr/>
          <p:nvPr/>
        </p:nvSpPr>
        <p:spPr>
          <a:xfrm>
            <a:off x="5261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2" name=""/>
          <p:cNvSpPr/>
          <p:nvPr/>
        </p:nvSpPr>
        <p:spPr>
          <a:xfrm>
            <a:off x="5262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3" name=""/>
          <p:cNvSpPr/>
          <p:nvPr/>
        </p:nvSpPr>
        <p:spPr>
          <a:xfrm>
            <a:off x="526464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4" name=""/>
          <p:cNvSpPr/>
          <p:nvPr/>
        </p:nvSpPr>
        <p:spPr>
          <a:xfrm>
            <a:off x="5268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5" name=""/>
          <p:cNvSpPr/>
          <p:nvPr/>
        </p:nvSpPr>
        <p:spPr>
          <a:xfrm>
            <a:off x="5270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6" name=""/>
          <p:cNvSpPr/>
          <p:nvPr/>
        </p:nvSpPr>
        <p:spPr>
          <a:xfrm>
            <a:off x="527184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7" name=""/>
          <p:cNvSpPr/>
          <p:nvPr/>
        </p:nvSpPr>
        <p:spPr>
          <a:xfrm>
            <a:off x="5275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8" name=""/>
          <p:cNvSpPr/>
          <p:nvPr/>
        </p:nvSpPr>
        <p:spPr>
          <a:xfrm>
            <a:off x="527724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69" name=""/>
          <p:cNvSpPr/>
          <p:nvPr/>
        </p:nvSpPr>
        <p:spPr>
          <a:xfrm>
            <a:off x="5279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0" name=""/>
          <p:cNvSpPr/>
          <p:nvPr/>
        </p:nvSpPr>
        <p:spPr>
          <a:xfrm>
            <a:off x="5281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1" name=""/>
          <p:cNvSpPr/>
          <p:nvPr/>
        </p:nvSpPr>
        <p:spPr>
          <a:xfrm>
            <a:off x="5283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2" name=""/>
          <p:cNvSpPr/>
          <p:nvPr/>
        </p:nvSpPr>
        <p:spPr>
          <a:xfrm>
            <a:off x="5284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3" name=""/>
          <p:cNvSpPr/>
          <p:nvPr/>
        </p:nvSpPr>
        <p:spPr>
          <a:xfrm>
            <a:off x="5286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4" name=""/>
          <p:cNvSpPr/>
          <p:nvPr/>
        </p:nvSpPr>
        <p:spPr>
          <a:xfrm>
            <a:off x="5288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5" name=""/>
          <p:cNvSpPr/>
          <p:nvPr/>
        </p:nvSpPr>
        <p:spPr>
          <a:xfrm>
            <a:off x="5290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6" name=""/>
          <p:cNvSpPr/>
          <p:nvPr/>
        </p:nvSpPr>
        <p:spPr>
          <a:xfrm>
            <a:off x="5292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7" name=""/>
          <p:cNvSpPr/>
          <p:nvPr/>
        </p:nvSpPr>
        <p:spPr>
          <a:xfrm>
            <a:off x="5293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8" name=""/>
          <p:cNvSpPr/>
          <p:nvPr/>
        </p:nvSpPr>
        <p:spPr>
          <a:xfrm>
            <a:off x="5295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79" name=""/>
          <p:cNvSpPr/>
          <p:nvPr/>
        </p:nvSpPr>
        <p:spPr>
          <a:xfrm>
            <a:off x="5297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0" name=""/>
          <p:cNvSpPr/>
          <p:nvPr/>
        </p:nvSpPr>
        <p:spPr>
          <a:xfrm>
            <a:off x="5299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1" name=""/>
          <p:cNvSpPr/>
          <p:nvPr/>
        </p:nvSpPr>
        <p:spPr>
          <a:xfrm>
            <a:off x="530100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2" name=""/>
          <p:cNvSpPr/>
          <p:nvPr/>
        </p:nvSpPr>
        <p:spPr>
          <a:xfrm>
            <a:off x="5303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3" name=""/>
          <p:cNvSpPr/>
          <p:nvPr/>
        </p:nvSpPr>
        <p:spPr>
          <a:xfrm>
            <a:off x="5304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4" name=""/>
          <p:cNvSpPr/>
          <p:nvPr/>
        </p:nvSpPr>
        <p:spPr>
          <a:xfrm>
            <a:off x="5306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5" name=""/>
          <p:cNvSpPr/>
          <p:nvPr/>
        </p:nvSpPr>
        <p:spPr>
          <a:xfrm>
            <a:off x="5308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6" name=""/>
          <p:cNvSpPr/>
          <p:nvPr/>
        </p:nvSpPr>
        <p:spPr>
          <a:xfrm>
            <a:off x="5310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7" name=""/>
          <p:cNvSpPr/>
          <p:nvPr/>
        </p:nvSpPr>
        <p:spPr>
          <a:xfrm>
            <a:off x="5312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8" name=""/>
          <p:cNvSpPr/>
          <p:nvPr/>
        </p:nvSpPr>
        <p:spPr>
          <a:xfrm>
            <a:off x="5313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89" name=""/>
          <p:cNvSpPr/>
          <p:nvPr/>
        </p:nvSpPr>
        <p:spPr>
          <a:xfrm>
            <a:off x="5315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0" name=""/>
          <p:cNvSpPr/>
          <p:nvPr/>
        </p:nvSpPr>
        <p:spPr>
          <a:xfrm>
            <a:off x="5317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1" name=""/>
          <p:cNvSpPr/>
          <p:nvPr/>
        </p:nvSpPr>
        <p:spPr>
          <a:xfrm>
            <a:off x="5319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2" name=""/>
          <p:cNvSpPr/>
          <p:nvPr/>
        </p:nvSpPr>
        <p:spPr>
          <a:xfrm>
            <a:off x="5321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3" name=""/>
          <p:cNvSpPr/>
          <p:nvPr/>
        </p:nvSpPr>
        <p:spPr>
          <a:xfrm>
            <a:off x="5322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4" name=""/>
          <p:cNvSpPr/>
          <p:nvPr/>
        </p:nvSpPr>
        <p:spPr>
          <a:xfrm>
            <a:off x="532476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5" name=""/>
          <p:cNvSpPr/>
          <p:nvPr/>
        </p:nvSpPr>
        <p:spPr>
          <a:xfrm>
            <a:off x="5326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6" name=""/>
          <p:cNvSpPr/>
          <p:nvPr/>
        </p:nvSpPr>
        <p:spPr>
          <a:xfrm>
            <a:off x="5328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7" name=""/>
          <p:cNvSpPr/>
          <p:nvPr/>
        </p:nvSpPr>
        <p:spPr>
          <a:xfrm>
            <a:off x="5330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8" name=""/>
          <p:cNvSpPr/>
          <p:nvPr/>
        </p:nvSpPr>
        <p:spPr>
          <a:xfrm>
            <a:off x="5332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899" name=""/>
          <p:cNvSpPr/>
          <p:nvPr/>
        </p:nvSpPr>
        <p:spPr>
          <a:xfrm>
            <a:off x="5334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0" name=""/>
          <p:cNvSpPr/>
          <p:nvPr/>
        </p:nvSpPr>
        <p:spPr>
          <a:xfrm>
            <a:off x="5335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1" name=""/>
          <p:cNvSpPr/>
          <p:nvPr/>
        </p:nvSpPr>
        <p:spPr>
          <a:xfrm>
            <a:off x="5337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2" name=""/>
          <p:cNvSpPr/>
          <p:nvPr/>
        </p:nvSpPr>
        <p:spPr>
          <a:xfrm>
            <a:off x="5339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3" name=""/>
          <p:cNvSpPr/>
          <p:nvPr/>
        </p:nvSpPr>
        <p:spPr>
          <a:xfrm>
            <a:off x="5341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4" name=""/>
          <p:cNvSpPr/>
          <p:nvPr/>
        </p:nvSpPr>
        <p:spPr>
          <a:xfrm>
            <a:off x="5343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5" name=""/>
          <p:cNvSpPr/>
          <p:nvPr/>
        </p:nvSpPr>
        <p:spPr>
          <a:xfrm>
            <a:off x="5344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6" name=""/>
          <p:cNvSpPr/>
          <p:nvPr/>
        </p:nvSpPr>
        <p:spPr>
          <a:xfrm>
            <a:off x="5346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7" name=""/>
          <p:cNvSpPr/>
          <p:nvPr/>
        </p:nvSpPr>
        <p:spPr>
          <a:xfrm>
            <a:off x="5348520" y="3819600"/>
            <a:ext cx="2880" cy="662040"/>
          </a:xfrm>
          <a:custGeom>
            <a:avLst/>
            <a:gdLst/>
            <a:ahLst/>
            <a:rect l="0" t="0" r="r" b="b"/>
            <a:pathLst>
              <a:path w="8" h="1839">
                <a:moveTo>
                  <a:pt x="0" y="1839"/>
                </a:moveTo>
                <a:lnTo>
                  <a:pt x="0" y="0"/>
                </a:lnTo>
                <a:lnTo>
                  <a:pt x="8" y="0"/>
                </a:lnTo>
                <a:lnTo>
                  <a:pt x="8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8" name=""/>
          <p:cNvSpPr/>
          <p:nvPr/>
        </p:nvSpPr>
        <p:spPr>
          <a:xfrm>
            <a:off x="5350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09" name=""/>
          <p:cNvSpPr/>
          <p:nvPr/>
        </p:nvSpPr>
        <p:spPr>
          <a:xfrm>
            <a:off x="5352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0" name=""/>
          <p:cNvSpPr/>
          <p:nvPr/>
        </p:nvSpPr>
        <p:spPr>
          <a:xfrm>
            <a:off x="5354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1" name=""/>
          <p:cNvSpPr/>
          <p:nvPr/>
        </p:nvSpPr>
        <p:spPr>
          <a:xfrm>
            <a:off x="5356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2" name=""/>
          <p:cNvSpPr/>
          <p:nvPr/>
        </p:nvSpPr>
        <p:spPr>
          <a:xfrm>
            <a:off x="5357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3" name=""/>
          <p:cNvSpPr/>
          <p:nvPr/>
        </p:nvSpPr>
        <p:spPr>
          <a:xfrm>
            <a:off x="5359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4" name=""/>
          <p:cNvSpPr/>
          <p:nvPr/>
        </p:nvSpPr>
        <p:spPr>
          <a:xfrm>
            <a:off x="5361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5" name=""/>
          <p:cNvSpPr/>
          <p:nvPr/>
        </p:nvSpPr>
        <p:spPr>
          <a:xfrm>
            <a:off x="5363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6" name=""/>
          <p:cNvSpPr/>
          <p:nvPr/>
        </p:nvSpPr>
        <p:spPr>
          <a:xfrm>
            <a:off x="5365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7" name=""/>
          <p:cNvSpPr/>
          <p:nvPr/>
        </p:nvSpPr>
        <p:spPr>
          <a:xfrm>
            <a:off x="5366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8" name=""/>
          <p:cNvSpPr/>
          <p:nvPr/>
        </p:nvSpPr>
        <p:spPr>
          <a:xfrm>
            <a:off x="5368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19" name=""/>
          <p:cNvSpPr/>
          <p:nvPr/>
        </p:nvSpPr>
        <p:spPr>
          <a:xfrm>
            <a:off x="5370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0" name=""/>
          <p:cNvSpPr/>
          <p:nvPr/>
        </p:nvSpPr>
        <p:spPr>
          <a:xfrm>
            <a:off x="537228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1" name=""/>
          <p:cNvSpPr/>
          <p:nvPr/>
        </p:nvSpPr>
        <p:spPr>
          <a:xfrm>
            <a:off x="5374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2" name=""/>
          <p:cNvSpPr/>
          <p:nvPr/>
        </p:nvSpPr>
        <p:spPr>
          <a:xfrm>
            <a:off x="5376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3" name=""/>
          <p:cNvSpPr/>
          <p:nvPr/>
        </p:nvSpPr>
        <p:spPr>
          <a:xfrm>
            <a:off x="5378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4" name=""/>
          <p:cNvSpPr/>
          <p:nvPr/>
        </p:nvSpPr>
        <p:spPr>
          <a:xfrm>
            <a:off x="5379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5" name=""/>
          <p:cNvSpPr/>
          <p:nvPr/>
        </p:nvSpPr>
        <p:spPr>
          <a:xfrm>
            <a:off x="5381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6" name=""/>
          <p:cNvSpPr/>
          <p:nvPr/>
        </p:nvSpPr>
        <p:spPr>
          <a:xfrm>
            <a:off x="5383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7" name=""/>
          <p:cNvSpPr/>
          <p:nvPr/>
        </p:nvSpPr>
        <p:spPr>
          <a:xfrm>
            <a:off x="5385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8" name=""/>
          <p:cNvSpPr/>
          <p:nvPr/>
        </p:nvSpPr>
        <p:spPr>
          <a:xfrm>
            <a:off x="5387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29" name=""/>
          <p:cNvSpPr/>
          <p:nvPr/>
        </p:nvSpPr>
        <p:spPr>
          <a:xfrm>
            <a:off x="5388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0" name=""/>
          <p:cNvSpPr/>
          <p:nvPr/>
        </p:nvSpPr>
        <p:spPr>
          <a:xfrm>
            <a:off x="5390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1" name=""/>
          <p:cNvSpPr/>
          <p:nvPr/>
        </p:nvSpPr>
        <p:spPr>
          <a:xfrm>
            <a:off x="5392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2" name=""/>
          <p:cNvSpPr/>
          <p:nvPr/>
        </p:nvSpPr>
        <p:spPr>
          <a:xfrm>
            <a:off x="5394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3" name=""/>
          <p:cNvSpPr/>
          <p:nvPr/>
        </p:nvSpPr>
        <p:spPr>
          <a:xfrm>
            <a:off x="539604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4" name=""/>
          <p:cNvSpPr/>
          <p:nvPr/>
        </p:nvSpPr>
        <p:spPr>
          <a:xfrm>
            <a:off x="5398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5" name=""/>
          <p:cNvSpPr/>
          <p:nvPr/>
        </p:nvSpPr>
        <p:spPr>
          <a:xfrm>
            <a:off x="5400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6" name=""/>
          <p:cNvSpPr/>
          <p:nvPr/>
        </p:nvSpPr>
        <p:spPr>
          <a:xfrm>
            <a:off x="5401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7" name=""/>
          <p:cNvSpPr/>
          <p:nvPr/>
        </p:nvSpPr>
        <p:spPr>
          <a:xfrm>
            <a:off x="5403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8" name=""/>
          <p:cNvSpPr/>
          <p:nvPr/>
        </p:nvSpPr>
        <p:spPr>
          <a:xfrm>
            <a:off x="5405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39" name=""/>
          <p:cNvSpPr/>
          <p:nvPr/>
        </p:nvSpPr>
        <p:spPr>
          <a:xfrm>
            <a:off x="5407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0" name=""/>
          <p:cNvSpPr/>
          <p:nvPr/>
        </p:nvSpPr>
        <p:spPr>
          <a:xfrm>
            <a:off x="5409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1" name=""/>
          <p:cNvSpPr/>
          <p:nvPr/>
        </p:nvSpPr>
        <p:spPr>
          <a:xfrm>
            <a:off x="5410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2" name=""/>
          <p:cNvSpPr/>
          <p:nvPr/>
        </p:nvSpPr>
        <p:spPr>
          <a:xfrm>
            <a:off x="5412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3" name=""/>
          <p:cNvSpPr/>
          <p:nvPr/>
        </p:nvSpPr>
        <p:spPr>
          <a:xfrm>
            <a:off x="5414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4" name=""/>
          <p:cNvSpPr/>
          <p:nvPr/>
        </p:nvSpPr>
        <p:spPr>
          <a:xfrm>
            <a:off x="5416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5" name=""/>
          <p:cNvSpPr/>
          <p:nvPr/>
        </p:nvSpPr>
        <p:spPr>
          <a:xfrm>
            <a:off x="5418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6" name=""/>
          <p:cNvSpPr/>
          <p:nvPr/>
        </p:nvSpPr>
        <p:spPr>
          <a:xfrm>
            <a:off x="541980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7" name=""/>
          <p:cNvSpPr/>
          <p:nvPr/>
        </p:nvSpPr>
        <p:spPr>
          <a:xfrm>
            <a:off x="5421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8" name=""/>
          <p:cNvSpPr/>
          <p:nvPr/>
        </p:nvSpPr>
        <p:spPr>
          <a:xfrm>
            <a:off x="5423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49" name=""/>
          <p:cNvSpPr/>
          <p:nvPr/>
        </p:nvSpPr>
        <p:spPr>
          <a:xfrm>
            <a:off x="5425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0" name=""/>
          <p:cNvSpPr/>
          <p:nvPr/>
        </p:nvSpPr>
        <p:spPr>
          <a:xfrm>
            <a:off x="5427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1" name=""/>
          <p:cNvSpPr/>
          <p:nvPr/>
        </p:nvSpPr>
        <p:spPr>
          <a:xfrm>
            <a:off x="5429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2" name=""/>
          <p:cNvSpPr/>
          <p:nvPr/>
        </p:nvSpPr>
        <p:spPr>
          <a:xfrm>
            <a:off x="5430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3" name=""/>
          <p:cNvSpPr/>
          <p:nvPr/>
        </p:nvSpPr>
        <p:spPr>
          <a:xfrm>
            <a:off x="5432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4" name=""/>
          <p:cNvSpPr/>
          <p:nvPr/>
        </p:nvSpPr>
        <p:spPr>
          <a:xfrm>
            <a:off x="5434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5" name=""/>
          <p:cNvSpPr/>
          <p:nvPr/>
        </p:nvSpPr>
        <p:spPr>
          <a:xfrm>
            <a:off x="5436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6" name=""/>
          <p:cNvSpPr/>
          <p:nvPr/>
        </p:nvSpPr>
        <p:spPr>
          <a:xfrm>
            <a:off x="5438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7" name=""/>
          <p:cNvSpPr/>
          <p:nvPr/>
        </p:nvSpPr>
        <p:spPr>
          <a:xfrm>
            <a:off x="5439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8" name=""/>
          <p:cNvSpPr/>
          <p:nvPr/>
        </p:nvSpPr>
        <p:spPr>
          <a:xfrm>
            <a:off x="5441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59" name=""/>
          <p:cNvSpPr/>
          <p:nvPr/>
        </p:nvSpPr>
        <p:spPr>
          <a:xfrm>
            <a:off x="544356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0" name=""/>
          <p:cNvSpPr/>
          <p:nvPr/>
        </p:nvSpPr>
        <p:spPr>
          <a:xfrm>
            <a:off x="5445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1" name=""/>
          <p:cNvSpPr/>
          <p:nvPr/>
        </p:nvSpPr>
        <p:spPr>
          <a:xfrm>
            <a:off x="5447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2" name=""/>
          <p:cNvSpPr/>
          <p:nvPr/>
        </p:nvSpPr>
        <p:spPr>
          <a:xfrm>
            <a:off x="5449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3" name=""/>
          <p:cNvSpPr/>
          <p:nvPr/>
        </p:nvSpPr>
        <p:spPr>
          <a:xfrm>
            <a:off x="5451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4" name=""/>
          <p:cNvSpPr/>
          <p:nvPr/>
        </p:nvSpPr>
        <p:spPr>
          <a:xfrm>
            <a:off x="5452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5" name=""/>
          <p:cNvSpPr/>
          <p:nvPr/>
        </p:nvSpPr>
        <p:spPr>
          <a:xfrm>
            <a:off x="5454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6" name=""/>
          <p:cNvSpPr/>
          <p:nvPr/>
        </p:nvSpPr>
        <p:spPr>
          <a:xfrm>
            <a:off x="5456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7" name=""/>
          <p:cNvSpPr/>
          <p:nvPr/>
        </p:nvSpPr>
        <p:spPr>
          <a:xfrm>
            <a:off x="5458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8" name=""/>
          <p:cNvSpPr/>
          <p:nvPr/>
        </p:nvSpPr>
        <p:spPr>
          <a:xfrm>
            <a:off x="5460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69" name=""/>
          <p:cNvSpPr/>
          <p:nvPr/>
        </p:nvSpPr>
        <p:spPr>
          <a:xfrm>
            <a:off x="5461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0" name=""/>
          <p:cNvSpPr/>
          <p:nvPr/>
        </p:nvSpPr>
        <p:spPr>
          <a:xfrm>
            <a:off x="5463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1" name=""/>
          <p:cNvSpPr/>
          <p:nvPr/>
        </p:nvSpPr>
        <p:spPr>
          <a:xfrm>
            <a:off x="5465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2" name=""/>
          <p:cNvSpPr/>
          <p:nvPr/>
        </p:nvSpPr>
        <p:spPr>
          <a:xfrm>
            <a:off x="5467320" y="3819600"/>
            <a:ext cx="2880" cy="662040"/>
          </a:xfrm>
          <a:custGeom>
            <a:avLst/>
            <a:gdLst/>
            <a:ahLst/>
            <a:rect l="0" t="0" r="r" b="b"/>
            <a:pathLst>
              <a:path w="8" h="1839">
                <a:moveTo>
                  <a:pt x="0" y="1839"/>
                </a:moveTo>
                <a:lnTo>
                  <a:pt x="0" y="0"/>
                </a:lnTo>
                <a:lnTo>
                  <a:pt x="8" y="0"/>
                </a:lnTo>
                <a:lnTo>
                  <a:pt x="8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3" name=""/>
          <p:cNvSpPr/>
          <p:nvPr/>
        </p:nvSpPr>
        <p:spPr>
          <a:xfrm>
            <a:off x="5469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4" name=""/>
          <p:cNvSpPr/>
          <p:nvPr/>
        </p:nvSpPr>
        <p:spPr>
          <a:xfrm>
            <a:off x="5471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5" name=""/>
          <p:cNvSpPr/>
          <p:nvPr/>
        </p:nvSpPr>
        <p:spPr>
          <a:xfrm>
            <a:off x="5473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6" name=""/>
          <p:cNvSpPr/>
          <p:nvPr/>
        </p:nvSpPr>
        <p:spPr>
          <a:xfrm>
            <a:off x="5474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7" name=""/>
          <p:cNvSpPr/>
          <p:nvPr/>
        </p:nvSpPr>
        <p:spPr>
          <a:xfrm>
            <a:off x="5476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8" name=""/>
          <p:cNvSpPr/>
          <p:nvPr/>
        </p:nvSpPr>
        <p:spPr>
          <a:xfrm>
            <a:off x="5478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79" name=""/>
          <p:cNvSpPr/>
          <p:nvPr/>
        </p:nvSpPr>
        <p:spPr>
          <a:xfrm>
            <a:off x="5480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80" name=""/>
          <p:cNvSpPr/>
          <p:nvPr/>
        </p:nvSpPr>
        <p:spPr>
          <a:xfrm>
            <a:off x="5482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81" name=""/>
          <p:cNvSpPr/>
          <p:nvPr/>
        </p:nvSpPr>
        <p:spPr>
          <a:xfrm>
            <a:off x="5016240" y="3819600"/>
            <a:ext cx="468000" cy="662040"/>
          </a:xfrm>
          <a:custGeom>
            <a:avLst/>
            <a:gdLst/>
            <a:ahLst/>
            <a:rect l="0" t="0" r="r" b="b"/>
            <a:pathLst>
              <a:path w="1300" h="1839">
                <a:moveTo>
                  <a:pt x="0" y="1839"/>
                </a:moveTo>
                <a:lnTo>
                  <a:pt x="1300" y="1839"/>
                </a:lnTo>
                <a:lnTo>
                  <a:pt x="1300" y="0"/>
                </a:lnTo>
                <a:lnTo>
                  <a:pt x="0" y="0"/>
                </a:lnTo>
                <a:lnTo>
                  <a:pt x="0" y="1839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0982" name=""/>
          <p:cNvSpPr/>
          <p:nvPr/>
        </p:nvSpPr>
        <p:spPr>
          <a:xfrm>
            <a:off x="58312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83" name=""/>
          <p:cNvSpPr/>
          <p:nvPr/>
        </p:nvSpPr>
        <p:spPr>
          <a:xfrm>
            <a:off x="583308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84" name=""/>
          <p:cNvSpPr/>
          <p:nvPr/>
        </p:nvSpPr>
        <p:spPr>
          <a:xfrm>
            <a:off x="58352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85" name=""/>
          <p:cNvSpPr/>
          <p:nvPr/>
        </p:nvSpPr>
        <p:spPr>
          <a:xfrm>
            <a:off x="58370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86" name=""/>
          <p:cNvSpPr/>
          <p:nvPr/>
        </p:nvSpPr>
        <p:spPr>
          <a:xfrm>
            <a:off x="58388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87" name=""/>
          <p:cNvSpPr/>
          <p:nvPr/>
        </p:nvSpPr>
        <p:spPr>
          <a:xfrm>
            <a:off x="58406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88" name=""/>
          <p:cNvSpPr/>
          <p:nvPr/>
        </p:nvSpPr>
        <p:spPr>
          <a:xfrm>
            <a:off x="5842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89" name=""/>
          <p:cNvSpPr/>
          <p:nvPr/>
        </p:nvSpPr>
        <p:spPr>
          <a:xfrm>
            <a:off x="58442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0" name=""/>
          <p:cNvSpPr/>
          <p:nvPr/>
        </p:nvSpPr>
        <p:spPr>
          <a:xfrm>
            <a:off x="58460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1" name=""/>
          <p:cNvSpPr/>
          <p:nvPr/>
        </p:nvSpPr>
        <p:spPr>
          <a:xfrm>
            <a:off x="58478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2" name=""/>
          <p:cNvSpPr/>
          <p:nvPr/>
        </p:nvSpPr>
        <p:spPr>
          <a:xfrm>
            <a:off x="58496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3" name=""/>
          <p:cNvSpPr/>
          <p:nvPr/>
        </p:nvSpPr>
        <p:spPr>
          <a:xfrm>
            <a:off x="5851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4" name=""/>
          <p:cNvSpPr/>
          <p:nvPr/>
        </p:nvSpPr>
        <p:spPr>
          <a:xfrm>
            <a:off x="58532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5" name=""/>
          <p:cNvSpPr/>
          <p:nvPr/>
        </p:nvSpPr>
        <p:spPr>
          <a:xfrm>
            <a:off x="58550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6" name=""/>
          <p:cNvSpPr/>
          <p:nvPr/>
        </p:nvSpPr>
        <p:spPr>
          <a:xfrm>
            <a:off x="585684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7" name=""/>
          <p:cNvSpPr/>
          <p:nvPr/>
        </p:nvSpPr>
        <p:spPr>
          <a:xfrm>
            <a:off x="5859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8" name=""/>
          <p:cNvSpPr/>
          <p:nvPr/>
        </p:nvSpPr>
        <p:spPr>
          <a:xfrm>
            <a:off x="58608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0999" name=""/>
          <p:cNvSpPr/>
          <p:nvPr/>
        </p:nvSpPr>
        <p:spPr>
          <a:xfrm>
            <a:off x="5862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0" name=""/>
          <p:cNvSpPr/>
          <p:nvPr/>
        </p:nvSpPr>
        <p:spPr>
          <a:xfrm>
            <a:off x="5864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1" name=""/>
          <p:cNvSpPr/>
          <p:nvPr/>
        </p:nvSpPr>
        <p:spPr>
          <a:xfrm>
            <a:off x="5866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2" name=""/>
          <p:cNvSpPr/>
          <p:nvPr/>
        </p:nvSpPr>
        <p:spPr>
          <a:xfrm>
            <a:off x="5868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3" name=""/>
          <p:cNvSpPr/>
          <p:nvPr/>
        </p:nvSpPr>
        <p:spPr>
          <a:xfrm>
            <a:off x="58698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4" name=""/>
          <p:cNvSpPr/>
          <p:nvPr/>
        </p:nvSpPr>
        <p:spPr>
          <a:xfrm>
            <a:off x="5871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5" name=""/>
          <p:cNvSpPr/>
          <p:nvPr/>
        </p:nvSpPr>
        <p:spPr>
          <a:xfrm>
            <a:off x="5873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6" name=""/>
          <p:cNvSpPr/>
          <p:nvPr/>
        </p:nvSpPr>
        <p:spPr>
          <a:xfrm>
            <a:off x="5875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7" name=""/>
          <p:cNvSpPr/>
          <p:nvPr/>
        </p:nvSpPr>
        <p:spPr>
          <a:xfrm>
            <a:off x="5877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8" name=""/>
          <p:cNvSpPr/>
          <p:nvPr/>
        </p:nvSpPr>
        <p:spPr>
          <a:xfrm>
            <a:off x="58788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09" name=""/>
          <p:cNvSpPr/>
          <p:nvPr/>
        </p:nvSpPr>
        <p:spPr>
          <a:xfrm>
            <a:off x="5880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0" name=""/>
          <p:cNvSpPr/>
          <p:nvPr/>
        </p:nvSpPr>
        <p:spPr>
          <a:xfrm>
            <a:off x="588240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1" name=""/>
          <p:cNvSpPr/>
          <p:nvPr/>
        </p:nvSpPr>
        <p:spPr>
          <a:xfrm>
            <a:off x="58845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2" name=""/>
          <p:cNvSpPr/>
          <p:nvPr/>
        </p:nvSpPr>
        <p:spPr>
          <a:xfrm>
            <a:off x="58863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3" name=""/>
          <p:cNvSpPr/>
          <p:nvPr/>
        </p:nvSpPr>
        <p:spPr>
          <a:xfrm>
            <a:off x="58881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4" name=""/>
          <p:cNvSpPr/>
          <p:nvPr/>
        </p:nvSpPr>
        <p:spPr>
          <a:xfrm>
            <a:off x="5889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5" name=""/>
          <p:cNvSpPr/>
          <p:nvPr/>
        </p:nvSpPr>
        <p:spPr>
          <a:xfrm>
            <a:off x="58917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6" name=""/>
          <p:cNvSpPr/>
          <p:nvPr/>
        </p:nvSpPr>
        <p:spPr>
          <a:xfrm>
            <a:off x="58935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7" name=""/>
          <p:cNvSpPr/>
          <p:nvPr/>
        </p:nvSpPr>
        <p:spPr>
          <a:xfrm>
            <a:off x="58953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8" name=""/>
          <p:cNvSpPr/>
          <p:nvPr/>
        </p:nvSpPr>
        <p:spPr>
          <a:xfrm>
            <a:off x="58971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19" name=""/>
          <p:cNvSpPr/>
          <p:nvPr/>
        </p:nvSpPr>
        <p:spPr>
          <a:xfrm>
            <a:off x="5898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0" name=""/>
          <p:cNvSpPr/>
          <p:nvPr/>
        </p:nvSpPr>
        <p:spPr>
          <a:xfrm>
            <a:off x="59007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1" name=""/>
          <p:cNvSpPr/>
          <p:nvPr/>
        </p:nvSpPr>
        <p:spPr>
          <a:xfrm>
            <a:off x="59025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2" name=""/>
          <p:cNvSpPr/>
          <p:nvPr/>
        </p:nvSpPr>
        <p:spPr>
          <a:xfrm>
            <a:off x="59043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3" name=""/>
          <p:cNvSpPr/>
          <p:nvPr/>
        </p:nvSpPr>
        <p:spPr>
          <a:xfrm>
            <a:off x="590616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4" name=""/>
          <p:cNvSpPr/>
          <p:nvPr/>
        </p:nvSpPr>
        <p:spPr>
          <a:xfrm>
            <a:off x="59083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5" name=""/>
          <p:cNvSpPr/>
          <p:nvPr/>
        </p:nvSpPr>
        <p:spPr>
          <a:xfrm>
            <a:off x="59101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6" name=""/>
          <p:cNvSpPr/>
          <p:nvPr/>
        </p:nvSpPr>
        <p:spPr>
          <a:xfrm>
            <a:off x="59119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7" name=""/>
          <p:cNvSpPr/>
          <p:nvPr/>
        </p:nvSpPr>
        <p:spPr>
          <a:xfrm>
            <a:off x="5913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8" name=""/>
          <p:cNvSpPr/>
          <p:nvPr/>
        </p:nvSpPr>
        <p:spPr>
          <a:xfrm>
            <a:off x="59155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29" name=""/>
          <p:cNvSpPr/>
          <p:nvPr/>
        </p:nvSpPr>
        <p:spPr>
          <a:xfrm>
            <a:off x="59173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0" name=""/>
          <p:cNvSpPr/>
          <p:nvPr/>
        </p:nvSpPr>
        <p:spPr>
          <a:xfrm>
            <a:off x="59191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1" name=""/>
          <p:cNvSpPr/>
          <p:nvPr/>
        </p:nvSpPr>
        <p:spPr>
          <a:xfrm>
            <a:off x="59209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2" name=""/>
          <p:cNvSpPr/>
          <p:nvPr/>
        </p:nvSpPr>
        <p:spPr>
          <a:xfrm>
            <a:off x="5922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3" name=""/>
          <p:cNvSpPr/>
          <p:nvPr/>
        </p:nvSpPr>
        <p:spPr>
          <a:xfrm>
            <a:off x="59245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4" name=""/>
          <p:cNvSpPr/>
          <p:nvPr/>
        </p:nvSpPr>
        <p:spPr>
          <a:xfrm>
            <a:off x="59263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5" name=""/>
          <p:cNvSpPr/>
          <p:nvPr/>
        </p:nvSpPr>
        <p:spPr>
          <a:xfrm>
            <a:off x="59281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6" name=""/>
          <p:cNvSpPr/>
          <p:nvPr/>
        </p:nvSpPr>
        <p:spPr>
          <a:xfrm>
            <a:off x="5929920" y="4042080"/>
            <a:ext cx="2880" cy="439560"/>
          </a:xfrm>
          <a:custGeom>
            <a:avLst/>
            <a:gdLst/>
            <a:ahLst/>
            <a:rect l="0" t="0" r="r" b="b"/>
            <a:pathLst>
              <a:path w="8" h="1221">
                <a:moveTo>
                  <a:pt x="0" y="1221"/>
                </a:moveTo>
                <a:lnTo>
                  <a:pt x="0" y="0"/>
                </a:lnTo>
                <a:lnTo>
                  <a:pt x="8" y="0"/>
                </a:lnTo>
                <a:lnTo>
                  <a:pt x="8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7" name=""/>
          <p:cNvSpPr/>
          <p:nvPr/>
        </p:nvSpPr>
        <p:spPr>
          <a:xfrm>
            <a:off x="59320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8" name=""/>
          <p:cNvSpPr/>
          <p:nvPr/>
        </p:nvSpPr>
        <p:spPr>
          <a:xfrm>
            <a:off x="59338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39" name=""/>
          <p:cNvSpPr/>
          <p:nvPr/>
        </p:nvSpPr>
        <p:spPr>
          <a:xfrm>
            <a:off x="59356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0" name=""/>
          <p:cNvSpPr/>
          <p:nvPr/>
        </p:nvSpPr>
        <p:spPr>
          <a:xfrm>
            <a:off x="59374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1" name=""/>
          <p:cNvSpPr/>
          <p:nvPr/>
        </p:nvSpPr>
        <p:spPr>
          <a:xfrm>
            <a:off x="59392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2" name=""/>
          <p:cNvSpPr/>
          <p:nvPr/>
        </p:nvSpPr>
        <p:spPr>
          <a:xfrm>
            <a:off x="59410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3" name=""/>
          <p:cNvSpPr/>
          <p:nvPr/>
        </p:nvSpPr>
        <p:spPr>
          <a:xfrm>
            <a:off x="59428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4" name=""/>
          <p:cNvSpPr/>
          <p:nvPr/>
        </p:nvSpPr>
        <p:spPr>
          <a:xfrm>
            <a:off x="59446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5" name=""/>
          <p:cNvSpPr/>
          <p:nvPr/>
        </p:nvSpPr>
        <p:spPr>
          <a:xfrm>
            <a:off x="59464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6" name=""/>
          <p:cNvSpPr/>
          <p:nvPr/>
        </p:nvSpPr>
        <p:spPr>
          <a:xfrm>
            <a:off x="59482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7" name=""/>
          <p:cNvSpPr/>
          <p:nvPr/>
        </p:nvSpPr>
        <p:spPr>
          <a:xfrm>
            <a:off x="59500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8" name=""/>
          <p:cNvSpPr/>
          <p:nvPr/>
        </p:nvSpPr>
        <p:spPr>
          <a:xfrm>
            <a:off x="59518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49" name=""/>
          <p:cNvSpPr/>
          <p:nvPr/>
        </p:nvSpPr>
        <p:spPr>
          <a:xfrm>
            <a:off x="595368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0" name=""/>
          <p:cNvSpPr/>
          <p:nvPr/>
        </p:nvSpPr>
        <p:spPr>
          <a:xfrm>
            <a:off x="59558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1" name=""/>
          <p:cNvSpPr/>
          <p:nvPr/>
        </p:nvSpPr>
        <p:spPr>
          <a:xfrm>
            <a:off x="59576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2" name=""/>
          <p:cNvSpPr/>
          <p:nvPr/>
        </p:nvSpPr>
        <p:spPr>
          <a:xfrm>
            <a:off x="5959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3" name=""/>
          <p:cNvSpPr/>
          <p:nvPr/>
        </p:nvSpPr>
        <p:spPr>
          <a:xfrm>
            <a:off x="59612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4" name=""/>
          <p:cNvSpPr/>
          <p:nvPr/>
        </p:nvSpPr>
        <p:spPr>
          <a:xfrm>
            <a:off x="59630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5" name=""/>
          <p:cNvSpPr/>
          <p:nvPr/>
        </p:nvSpPr>
        <p:spPr>
          <a:xfrm>
            <a:off x="59648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6" name=""/>
          <p:cNvSpPr/>
          <p:nvPr/>
        </p:nvSpPr>
        <p:spPr>
          <a:xfrm>
            <a:off x="59666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7" name=""/>
          <p:cNvSpPr/>
          <p:nvPr/>
        </p:nvSpPr>
        <p:spPr>
          <a:xfrm>
            <a:off x="5968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8" name=""/>
          <p:cNvSpPr/>
          <p:nvPr/>
        </p:nvSpPr>
        <p:spPr>
          <a:xfrm>
            <a:off x="59702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59" name=""/>
          <p:cNvSpPr/>
          <p:nvPr/>
        </p:nvSpPr>
        <p:spPr>
          <a:xfrm>
            <a:off x="59720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0" name=""/>
          <p:cNvSpPr/>
          <p:nvPr/>
        </p:nvSpPr>
        <p:spPr>
          <a:xfrm>
            <a:off x="59738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1" name=""/>
          <p:cNvSpPr/>
          <p:nvPr/>
        </p:nvSpPr>
        <p:spPr>
          <a:xfrm>
            <a:off x="59756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2" name=""/>
          <p:cNvSpPr/>
          <p:nvPr/>
        </p:nvSpPr>
        <p:spPr>
          <a:xfrm>
            <a:off x="597744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3" name=""/>
          <p:cNvSpPr/>
          <p:nvPr/>
        </p:nvSpPr>
        <p:spPr>
          <a:xfrm>
            <a:off x="5979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4" name=""/>
          <p:cNvSpPr/>
          <p:nvPr/>
        </p:nvSpPr>
        <p:spPr>
          <a:xfrm>
            <a:off x="5981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5" name=""/>
          <p:cNvSpPr/>
          <p:nvPr/>
        </p:nvSpPr>
        <p:spPr>
          <a:xfrm>
            <a:off x="5983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6" name=""/>
          <p:cNvSpPr/>
          <p:nvPr/>
        </p:nvSpPr>
        <p:spPr>
          <a:xfrm>
            <a:off x="5985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7" name=""/>
          <p:cNvSpPr/>
          <p:nvPr/>
        </p:nvSpPr>
        <p:spPr>
          <a:xfrm>
            <a:off x="59868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8" name=""/>
          <p:cNvSpPr/>
          <p:nvPr/>
        </p:nvSpPr>
        <p:spPr>
          <a:xfrm>
            <a:off x="5988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69" name=""/>
          <p:cNvSpPr/>
          <p:nvPr/>
        </p:nvSpPr>
        <p:spPr>
          <a:xfrm>
            <a:off x="5990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0" name=""/>
          <p:cNvSpPr/>
          <p:nvPr/>
        </p:nvSpPr>
        <p:spPr>
          <a:xfrm>
            <a:off x="5992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1" name=""/>
          <p:cNvSpPr/>
          <p:nvPr/>
        </p:nvSpPr>
        <p:spPr>
          <a:xfrm>
            <a:off x="5994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2" name=""/>
          <p:cNvSpPr/>
          <p:nvPr/>
        </p:nvSpPr>
        <p:spPr>
          <a:xfrm>
            <a:off x="59958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3" name=""/>
          <p:cNvSpPr/>
          <p:nvPr/>
        </p:nvSpPr>
        <p:spPr>
          <a:xfrm>
            <a:off x="5997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4" name=""/>
          <p:cNvSpPr/>
          <p:nvPr/>
        </p:nvSpPr>
        <p:spPr>
          <a:xfrm>
            <a:off x="5999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5" name=""/>
          <p:cNvSpPr/>
          <p:nvPr/>
        </p:nvSpPr>
        <p:spPr>
          <a:xfrm>
            <a:off x="600120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6" name=""/>
          <p:cNvSpPr/>
          <p:nvPr/>
        </p:nvSpPr>
        <p:spPr>
          <a:xfrm>
            <a:off x="60033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7" name=""/>
          <p:cNvSpPr/>
          <p:nvPr/>
        </p:nvSpPr>
        <p:spPr>
          <a:xfrm>
            <a:off x="60051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8" name=""/>
          <p:cNvSpPr/>
          <p:nvPr/>
        </p:nvSpPr>
        <p:spPr>
          <a:xfrm>
            <a:off x="6006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79" name=""/>
          <p:cNvSpPr/>
          <p:nvPr/>
        </p:nvSpPr>
        <p:spPr>
          <a:xfrm>
            <a:off x="60087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0" name=""/>
          <p:cNvSpPr/>
          <p:nvPr/>
        </p:nvSpPr>
        <p:spPr>
          <a:xfrm>
            <a:off x="60105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1" name=""/>
          <p:cNvSpPr/>
          <p:nvPr/>
        </p:nvSpPr>
        <p:spPr>
          <a:xfrm>
            <a:off x="60123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2" name=""/>
          <p:cNvSpPr/>
          <p:nvPr/>
        </p:nvSpPr>
        <p:spPr>
          <a:xfrm>
            <a:off x="60141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3" name=""/>
          <p:cNvSpPr/>
          <p:nvPr/>
        </p:nvSpPr>
        <p:spPr>
          <a:xfrm>
            <a:off x="6015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4" name=""/>
          <p:cNvSpPr/>
          <p:nvPr/>
        </p:nvSpPr>
        <p:spPr>
          <a:xfrm>
            <a:off x="60177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5" name=""/>
          <p:cNvSpPr/>
          <p:nvPr/>
        </p:nvSpPr>
        <p:spPr>
          <a:xfrm>
            <a:off x="60195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6" name=""/>
          <p:cNvSpPr/>
          <p:nvPr/>
        </p:nvSpPr>
        <p:spPr>
          <a:xfrm>
            <a:off x="6021360" y="4042080"/>
            <a:ext cx="3960" cy="439560"/>
          </a:xfrm>
          <a:custGeom>
            <a:avLst/>
            <a:gdLst/>
            <a:ahLst/>
            <a:rect l="0" t="0" r="r" b="b"/>
            <a:pathLst>
              <a:path w="11" h="1221">
                <a:moveTo>
                  <a:pt x="0" y="1221"/>
                </a:moveTo>
                <a:lnTo>
                  <a:pt x="0" y="0"/>
                </a:lnTo>
                <a:lnTo>
                  <a:pt x="11" y="0"/>
                </a:lnTo>
                <a:lnTo>
                  <a:pt x="11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7" name=""/>
          <p:cNvSpPr/>
          <p:nvPr/>
        </p:nvSpPr>
        <p:spPr>
          <a:xfrm>
            <a:off x="6024960" y="4042080"/>
            <a:ext cx="4320" cy="439560"/>
          </a:xfrm>
          <a:custGeom>
            <a:avLst/>
            <a:gdLst/>
            <a:ahLst/>
            <a:rect l="0" t="0" r="r" b="b"/>
            <a:pathLst>
              <a:path w="12" h="1221">
                <a:moveTo>
                  <a:pt x="0" y="1221"/>
                </a:moveTo>
                <a:lnTo>
                  <a:pt x="0" y="0"/>
                </a:lnTo>
                <a:lnTo>
                  <a:pt x="12" y="0"/>
                </a:lnTo>
                <a:lnTo>
                  <a:pt x="12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8" name=""/>
          <p:cNvSpPr/>
          <p:nvPr/>
        </p:nvSpPr>
        <p:spPr>
          <a:xfrm>
            <a:off x="60289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89" name=""/>
          <p:cNvSpPr/>
          <p:nvPr/>
        </p:nvSpPr>
        <p:spPr>
          <a:xfrm>
            <a:off x="6030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0" name=""/>
          <p:cNvSpPr/>
          <p:nvPr/>
        </p:nvSpPr>
        <p:spPr>
          <a:xfrm>
            <a:off x="6032520" y="4042080"/>
            <a:ext cx="3960" cy="439560"/>
          </a:xfrm>
          <a:custGeom>
            <a:avLst/>
            <a:gdLst/>
            <a:ahLst/>
            <a:rect l="0" t="0" r="r" b="b"/>
            <a:pathLst>
              <a:path w="11" h="1221">
                <a:moveTo>
                  <a:pt x="0" y="1221"/>
                </a:moveTo>
                <a:lnTo>
                  <a:pt x="0" y="0"/>
                </a:lnTo>
                <a:lnTo>
                  <a:pt x="11" y="0"/>
                </a:lnTo>
                <a:lnTo>
                  <a:pt x="11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1" name=""/>
          <p:cNvSpPr/>
          <p:nvPr/>
        </p:nvSpPr>
        <p:spPr>
          <a:xfrm>
            <a:off x="60361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2" name=""/>
          <p:cNvSpPr/>
          <p:nvPr/>
        </p:nvSpPr>
        <p:spPr>
          <a:xfrm>
            <a:off x="60379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3" name=""/>
          <p:cNvSpPr/>
          <p:nvPr/>
        </p:nvSpPr>
        <p:spPr>
          <a:xfrm>
            <a:off x="6039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4" name=""/>
          <p:cNvSpPr/>
          <p:nvPr/>
        </p:nvSpPr>
        <p:spPr>
          <a:xfrm>
            <a:off x="60415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5" name=""/>
          <p:cNvSpPr/>
          <p:nvPr/>
        </p:nvSpPr>
        <p:spPr>
          <a:xfrm>
            <a:off x="60433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6" name=""/>
          <p:cNvSpPr/>
          <p:nvPr/>
        </p:nvSpPr>
        <p:spPr>
          <a:xfrm>
            <a:off x="60451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7" name=""/>
          <p:cNvSpPr/>
          <p:nvPr/>
        </p:nvSpPr>
        <p:spPr>
          <a:xfrm>
            <a:off x="6046920" y="4042080"/>
            <a:ext cx="4320" cy="439560"/>
          </a:xfrm>
          <a:custGeom>
            <a:avLst/>
            <a:gdLst/>
            <a:ahLst/>
            <a:rect l="0" t="0" r="r" b="b"/>
            <a:pathLst>
              <a:path w="12" h="1221">
                <a:moveTo>
                  <a:pt x="0" y="1221"/>
                </a:moveTo>
                <a:lnTo>
                  <a:pt x="0" y="0"/>
                </a:lnTo>
                <a:lnTo>
                  <a:pt x="12" y="0"/>
                </a:lnTo>
                <a:lnTo>
                  <a:pt x="12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8" name=""/>
          <p:cNvSpPr/>
          <p:nvPr/>
        </p:nvSpPr>
        <p:spPr>
          <a:xfrm>
            <a:off x="60508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099" name=""/>
          <p:cNvSpPr/>
          <p:nvPr/>
        </p:nvSpPr>
        <p:spPr>
          <a:xfrm>
            <a:off x="60526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0" name=""/>
          <p:cNvSpPr/>
          <p:nvPr/>
        </p:nvSpPr>
        <p:spPr>
          <a:xfrm>
            <a:off x="6054480" y="4042080"/>
            <a:ext cx="3960" cy="439560"/>
          </a:xfrm>
          <a:custGeom>
            <a:avLst/>
            <a:gdLst/>
            <a:ahLst/>
            <a:rect l="0" t="0" r="r" b="b"/>
            <a:pathLst>
              <a:path w="11" h="1221">
                <a:moveTo>
                  <a:pt x="0" y="1221"/>
                </a:moveTo>
                <a:lnTo>
                  <a:pt x="0" y="0"/>
                </a:lnTo>
                <a:lnTo>
                  <a:pt x="11" y="0"/>
                </a:lnTo>
                <a:lnTo>
                  <a:pt x="11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1" name=""/>
          <p:cNvSpPr/>
          <p:nvPr/>
        </p:nvSpPr>
        <p:spPr>
          <a:xfrm>
            <a:off x="60580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2" name=""/>
          <p:cNvSpPr/>
          <p:nvPr/>
        </p:nvSpPr>
        <p:spPr>
          <a:xfrm>
            <a:off x="60598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3" name=""/>
          <p:cNvSpPr/>
          <p:nvPr/>
        </p:nvSpPr>
        <p:spPr>
          <a:xfrm>
            <a:off x="6061680" y="4042080"/>
            <a:ext cx="3960" cy="439560"/>
          </a:xfrm>
          <a:custGeom>
            <a:avLst/>
            <a:gdLst/>
            <a:ahLst/>
            <a:rect l="0" t="0" r="r" b="b"/>
            <a:pathLst>
              <a:path w="11" h="1221">
                <a:moveTo>
                  <a:pt x="0" y="1221"/>
                </a:moveTo>
                <a:lnTo>
                  <a:pt x="0" y="0"/>
                </a:lnTo>
                <a:lnTo>
                  <a:pt x="11" y="0"/>
                </a:lnTo>
                <a:lnTo>
                  <a:pt x="11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4" name=""/>
          <p:cNvSpPr/>
          <p:nvPr/>
        </p:nvSpPr>
        <p:spPr>
          <a:xfrm>
            <a:off x="6065280" y="4042080"/>
            <a:ext cx="3960" cy="439560"/>
          </a:xfrm>
          <a:custGeom>
            <a:avLst/>
            <a:gdLst/>
            <a:ahLst/>
            <a:rect l="0" t="0" r="r" b="b"/>
            <a:pathLst>
              <a:path w="11" h="1221">
                <a:moveTo>
                  <a:pt x="0" y="1221"/>
                </a:moveTo>
                <a:lnTo>
                  <a:pt x="0" y="0"/>
                </a:lnTo>
                <a:lnTo>
                  <a:pt x="11" y="0"/>
                </a:lnTo>
                <a:lnTo>
                  <a:pt x="11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5" name=""/>
          <p:cNvSpPr/>
          <p:nvPr/>
        </p:nvSpPr>
        <p:spPr>
          <a:xfrm>
            <a:off x="60688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6" name=""/>
          <p:cNvSpPr/>
          <p:nvPr/>
        </p:nvSpPr>
        <p:spPr>
          <a:xfrm>
            <a:off x="60706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7" name=""/>
          <p:cNvSpPr/>
          <p:nvPr/>
        </p:nvSpPr>
        <p:spPr>
          <a:xfrm>
            <a:off x="6072480" y="4042080"/>
            <a:ext cx="4320" cy="439560"/>
          </a:xfrm>
          <a:custGeom>
            <a:avLst/>
            <a:gdLst/>
            <a:ahLst/>
            <a:rect l="0" t="0" r="r" b="b"/>
            <a:pathLst>
              <a:path w="12" h="1221">
                <a:moveTo>
                  <a:pt x="0" y="1221"/>
                </a:moveTo>
                <a:lnTo>
                  <a:pt x="0" y="0"/>
                </a:lnTo>
                <a:lnTo>
                  <a:pt x="12" y="0"/>
                </a:lnTo>
                <a:lnTo>
                  <a:pt x="12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8" name=""/>
          <p:cNvSpPr/>
          <p:nvPr/>
        </p:nvSpPr>
        <p:spPr>
          <a:xfrm>
            <a:off x="6076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09" name=""/>
          <p:cNvSpPr/>
          <p:nvPr/>
        </p:nvSpPr>
        <p:spPr>
          <a:xfrm>
            <a:off x="60782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0" name=""/>
          <p:cNvSpPr/>
          <p:nvPr/>
        </p:nvSpPr>
        <p:spPr>
          <a:xfrm>
            <a:off x="6080040" y="4042080"/>
            <a:ext cx="3960" cy="439560"/>
          </a:xfrm>
          <a:custGeom>
            <a:avLst/>
            <a:gdLst/>
            <a:ahLst/>
            <a:rect l="0" t="0" r="r" b="b"/>
            <a:pathLst>
              <a:path w="11" h="1221">
                <a:moveTo>
                  <a:pt x="0" y="1221"/>
                </a:moveTo>
                <a:lnTo>
                  <a:pt x="0" y="0"/>
                </a:lnTo>
                <a:lnTo>
                  <a:pt x="11" y="0"/>
                </a:lnTo>
                <a:lnTo>
                  <a:pt x="11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1" name=""/>
          <p:cNvSpPr/>
          <p:nvPr/>
        </p:nvSpPr>
        <p:spPr>
          <a:xfrm>
            <a:off x="60836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2" name=""/>
          <p:cNvSpPr/>
          <p:nvPr/>
        </p:nvSpPr>
        <p:spPr>
          <a:xfrm>
            <a:off x="6085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3" name=""/>
          <p:cNvSpPr/>
          <p:nvPr/>
        </p:nvSpPr>
        <p:spPr>
          <a:xfrm>
            <a:off x="6087240" y="4042080"/>
            <a:ext cx="3960" cy="439560"/>
          </a:xfrm>
          <a:custGeom>
            <a:avLst/>
            <a:gdLst/>
            <a:ahLst/>
            <a:rect l="0" t="0" r="r" b="b"/>
            <a:pathLst>
              <a:path w="11" h="1221">
                <a:moveTo>
                  <a:pt x="0" y="1221"/>
                </a:moveTo>
                <a:lnTo>
                  <a:pt x="0" y="0"/>
                </a:lnTo>
                <a:lnTo>
                  <a:pt x="11" y="0"/>
                </a:lnTo>
                <a:lnTo>
                  <a:pt x="11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4" name=""/>
          <p:cNvSpPr/>
          <p:nvPr/>
        </p:nvSpPr>
        <p:spPr>
          <a:xfrm>
            <a:off x="60908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5" name=""/>
          <p:cNvSpPr/>
          <p:nvPr/>
        </p:nvSpPr>
        <p:spPr>
          <a:xfrm>
            <a:off x="60926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6" name=""/>
          <p:cNvSpPr/>
          <p:nvPr/>
        </p:nvSpPr>
        <p:spPr>
          <a:xfrm>
            <a:off x="6094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7" name=""/>
          <p:cNvSpPr/>
          <p:nvPr/>
        </p:nvSpPr>
        <p:spPr>
          <a:xfrm>
            <a:off x="609624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8" name=""/>
          <p:cNvSpPr/>
          <p:nvPr/>
        </p:nvSpPr>
        <p:spPr>
          <a:xfrm>
            <a:off x="6098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19" name=""/>
          <p:cNvSpPr/>
          <p:nvPr/>
        </p:nvSpPr>
        <p:spPr>
          <a:xfrm>
            <a:off x="6100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0" name=""/>
          <p:cNvSpPr/>
          <p:nvPr/>
        </p:nvSpPr>
        <p:spPr>
          <a:xfrm>
            <a:off x="6102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1" name=""/>
          <p:cNvSpPr/>
          <p:nvPr/>
        </p:nvSpPr>
        <p:spPr>
          <a:xfrm>
            <a:off x="61038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2" name=""/>
          <p:cNvSpPr/>
          <p:nvPr/>
        </p:nvSpPr>
        <p:spPr>
          <a:xfrm>
            <a:off x="6105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3" name=""/>
          <p:cNvSpPr/>
          <p:nvPr/>
        </p:nvSpPr>
        <p:spPr>
          <a:xfrm>
            <a:off x="6107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4" name=""/>
          <p:cNvSpPr/>
          <p:nvPr/>
        </p:nvSpPr>
        <p:spPr>
          <a:xfrm>
            <a:off x="6109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5" name=""/>
          <p:cNvSpPr/>
          <p:nvPr/>
        </p:nvSpPr>
        <p:spPr>
          <a:xfrm>
            <a:off x="6111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6" name=""/>
          <p:cNvSpPr/>
          <p:nvPr/>
        </p:nvSpPr>
        <p:spPr>
          <a:xfrm>
            <a:off x="61128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7" name=""/>
          <p:cNvSpPr/>
          <p:nvPr/>
        </p:nvSpPr>
        <p:spPr>
          <a:xfrm>
            <a:off x="6114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8" name=""/>
          <p:cNvSpPr/>
          <p:nvPr/>
        </p:nvSpPr>
        <p:spPr>
          <a:xfrm>
            <a:off x="6116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29" name=""/>
          <p:cNvSpPr/>
          <p:nvPr/>
        </p:nvSpPr>
        <p:spPr>
          <a:xfrm>
            <a:off x="6118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0" name=""/>
          <p:cNvSpPr/>
          <p:nvPr/>
        </p:nvSpPr>
        <p:spPr>
          <a:xfrm>
            <a:off x="612000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1" name=""/>
          <p:cNvSpPr/>
          <p:nvPr/>
        </p:nvSpPr>
        <p:spPr>
          <a:xfrm>
            <a:off x="61221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2" name=""/>
          <p:cNvSpPr/>
          <p:nvPr/>
        </p:nvSpPr>
        <p:spPr>
          <a:xfrm>
            <a:off x="6123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3" name=""/>
          <p:cNvSpPr/>
          <p:nvPr/>
        </p:nvSpPr>
        <p:spPr>
          <a:xfrm>
            <a:off x="61257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4" name=""/>
          <p:cNvSpPr/>
          <p:nvPr/>
        </p:nvSpPr>
        <p:spPr>
          <a:xfrm>
            <a:off x="61275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5" name=""/>
          <p:cNvSpPr/>
          <p:nvPr/>
        </p:nvSpPr>
        <p:spPr>
          <a:xfrm>
            <a:off x="61293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6" name=""/>
          <p:cNvSpPr/>
          <p:nvPr/>
        </p:nvSpPr>
        <p:spPr>
          <a:xfrm>
            <a:off x="61311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7" name=""/>
          <p:cNvSpPr/>
          <p:nvPr/>
        </p:nvSpPr>
        <p:spPr>
          <a:xfrm>
            <a:off x="6132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8" name=""/>
          <p:cNvSpPr/>
          <p:nvPr/>
        </p:nvSpPr>
        <p:spPr>
          <a:xfrm>
            <a:off x="61347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39" name=""/>
          <p:cNvSpPr/>
          <p:nvPr/>
        </p:nvSpPr>
        <p:spPr>
          <a:xfrm>
            <a:off x="61365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0" name=""/>
          <p:cNvSpPr/>
          <p:nvPr/>
        </p:nvSpPr>
        <p:spPr>
          <a:xfrm>
            <a:off x="61383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1" name=""/>
          <p:cNvSpPr/>
          <p:nvPr/>
        </p:nvSpPr>
        <p:spPr>
          <a:xfrm>
            <a:off x="61401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2" name=""/>
          <p:cNvSpPr/>
          <p:nvPr/>
        </p:nvSpPr>
        <p:spPr>
          <a:xfrm>
            <a:off x="6141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3" name=""/>
          <p:cNvSpPr/>
          <p:nvPr/>
        </p:nvSpPr>
        <p:spPr>
          <a:xfrm>
            <a:off x="614376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4" name=""/>
          <p:cNvSpPr/>
          <p:nvPr/>
        </p:nvSpPr>
        <p:spPr>
          <a:xfrm>
            <a:off x="61459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5" name=""/>
          <p:cNvSpPr/>
          <p:nvPr/>
        </p:nvSpPr>
        <p:spPr>
          <a:xfrm>
            <a:off x="6147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6" name=""/>
          <p:cNvSpPr/>
          <p:nvPr/>
        </p:nvSpPr>
        <p:spPr>
          <a:xfrm>
            <a:off x="61495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7" name=""/>
          <p:cNvSpPr/>
          <p:nvPr/>
        </p:nvSpPr>
        <p:spPr>
          <a:xfrm>
            <a:off x="61513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8" name=""/>
          <p:cNvSpPr/>
          <p:nvPr/>
        </p:nvSpPr>
        <p:spPr>
          <a:xfrm>
            <a:off x="61531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49" name=""/>
          <p:cNvSpPr/>
          <p:nvPr/>
        </p:nvSpPr>
        <p:spPr>
          <a:xfrm>
            <a:off x="61549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0" name=""/>
          <p:cNvSpPr/>
          <p:nvPr/>
        </p:nvSpPr>
        <p:spPr>
          <a:xfrm>
            <a:off x="6156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1" name=""/>
          <p:cNvSpPr/>
          <p:nvPr/>
        </p:nvSpPr>
        <p:spPr>
          <a:xfrm>
            <a:off x="61585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2" name=""/>
          <p:cNvSpPr/>
          <p:nvPr/>
        </p:nvSpPr>
        <p:spPr>
          <a:xfrm>
            <a:off x="61603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3" name=""/>
          <p:cNvSpPr/>
          <p:nvPr/>
        </p:nvSpPr>
        <p:spPr>
          <a:xfrm>
            <a:off x="61621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4" name=""/>
          <p:cNvSpPr/>
          <p:nvPr/>
        </p:nvSpPr>
        <p:spPr>
          <a:xfrm>
            <a:off x="61639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5" name=""/>
          <p:cNvSpPr/>
          <p:nvPr/>
        </p:nvSpPr>
        <p:spPr>
          <a:xfrm>
            <a:off x="6165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6" name=""/>
          <p:cNvSpPr/>
          <p:nvPr/>
        </p:nvSpPr>
        <p:spPr>
          <a:xfrm>
            <a:off x="6167520" y="4042080"/>
            <a:ext cx="2880" cy="439560"/>
          </a:xfrm>
          <a:custGeom>
            <a:avLst/>
            <a:gdLst/>
            <a:ahLst/>
            <a:rect l="0" t="0" r="r" b="b"/>
            <a:pathLst>
              <a:path w="8" h="1221">
                <a:moveTo>
                  <a:pt x="0" y="1221"/>
                </a:moveTo>
                <a:lnTo>
                  <a:pt x="0" y="0"/>
                </a:lnTo>
                <a:lnTo>
                  <a:pt x="8" y="0"/>
                </a:lnTo>
                <a:lnTo>
                  <a:pt x="8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7" name=""/>
          <p:cNvSpPr/>
          <p:nvPr/>
        </p:nvSpPr>
        <p:spPr>
          <a:xfrm>
            <a:off x="61696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8" name=""/>
          <p:cNvSpPr/>
          <p:nvPr/>
        </p:nvSpPr>
        <p:spPr>
          <a:xfrm>
            <a:off x="61714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59" name=""/>
          <p:cNvSpPr/>
          <p:nvPr/>
        </p:nvSpPr>
        <p:spPr>
          <a:xfrm>
            <a:off x="61732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0" name=""/>
          <p:cNvSpPr/>
          <p:nvPr/>
        </p:nvSpPr>
        <p:spPr>
          <a:xfrm>
            <a:off x="61750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1" name=""/>
          <p:cNvSpPr/>
          <p:nvPr/>
        </p:nvSpPr>
        <p:spPr>
          <a:xfrm>
            <a:off x="61768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2" name=""/>
          <p:cNvSpPr/>
          <p:nvPr/>
        </p:nvSpPr>
        <p:spPr>
          <a:xfrm>
            <a:off x="61786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3" name=""/>
          <p:cNvSpPr/>
          <p:nvPr/>
        </p:nvSpPr>
        <p:spPr>
          <a:xfrm>
            <a:off x="61804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4" name=""/>
          <p:cNvSpPr/>
          <p:nvPr/>
        </p:nvSpPr>
        <p:spPr>
          <a:xfrm>
            <a:off x="61822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5" name=""/>
          <p:cNvSpPr/>
          <p:nvPr/>
        </p:nvSpPr>
        <p:spPr>
          <a:xfrm>
            <a:off x="61840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6" name=""/>
          <p:cNvSpPr/>
          <p:nvPr/>
        </p:nvSpPr>
        <p:spPr>
          <a:xfrm>
            <a:off x="61858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7" name=""/>
          <p:cNvSpPr/>
          <p:nvPr/>
        </p:nvSpPr>
        <p:spPr>
          <a:xfrm>
            <a:off x="61876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8" name=""/>
          <p:cNvSpPr/>
          <p:nvPr/>
        </p:nvSpPr>
        <p:spPr>
          <a:xfrm>
            <a:off x="61894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69" name=""/>
          <p:cNvSpPr/>
          <p:nvPr/>
        </p:nvSpPr>
        <p:spPr>
          <a:xfrm>
            <a:off x="619128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0" name=""/>
          <p:cNvSpPr/>
          <p:nvPr/>
        </p:nvSpPr>
        <p:spPr>
          <a:xfrm>
            <a:off x="6193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1" name=""/>
          <p:cNvSpPr/>
          <p:nvPr/>
        </p:nvSpPr>
        <p:spPr>
          <a:xfrm>
            <a:off x="61952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2" name=""/>
          <p:cNvSpPr/>
          <p:nvPr/>
        </p:nvSpPr>
        <p:spPr>
          <a:xfrm>
            <a:off x="61970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3" name=""/>
          <p:cNvSpPr/>
          <p:nvPr/>
        </p:nvSpPr>
        <p:spPr>
          <a:xfrm>
            <a:off x="61988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4" name=""/>
          <p:cNvSpPr/>
          <p:nvPr/>
        </p:nvSpPr>
        <p:spPr>
          <a:xfrm>
            <a:off x="62006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5" name=""/>
          <p:cNvSpPr/>
          <p:nvPr/>
        </p:nvSpPr>
        <p:spPr>
          <a:xfrm>
            <a:off x="6202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6" name=""/>
          <p:cNvSpPr/>
          <p:nvPr/>
        </p:nvSpPr>
        <p:spPr>
          <a:xfrm>
            <a:off x="62042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7" name=""/>
          <p:cNvSpPr/>
          <p:nvPr/>
        </p:nvSpPr>
        <p:spPr>
          <a:xfrm>
            <a:off x="62060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8" name=""/>
          <p:cNvSpPr/>
          <p:nvPr/>
        </p:nvSpPr>
        <p:spPr>
          <a:xfrm>
            <a:off x="62078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79" name=""/>
          <p:cNvSpPr/>
          <p:nvPr/>
        </p:nvSpPr>
        <p:spPr>
          <a:xfrm>
            <a:off x="62096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0" name=""/>
          <p:cNvSpPr/>
          <p:nvPr/>
        </p:nvSpPr>
        <p:spPr>
          <a:xfrm>
            <a:off x="62114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1" name=""/>
          <p:cNvSpPr/>
          <p:nvPr/>
        </p:nvSpPr>
        <p:spPr>
          <a:xfrm>
            <a:off x="621324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2" name=""/>
          <p:cNvSpPr/>
          <p:nvPr/>
        </p:nvSpPr>
        <p:spPr>
          <a:xfrm>
            <a:off x="621504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3" name=""/>
          <p:cNvSpPr/>
          <p:nvPr/>
        </p:nvSpPr>
        <p:spPr>
          <a:xfrm>
            <a:off x="6217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4" name=""/>
          <p:cNvSpPr/>
          <p:nvPr/>
        </p:nvSpPr>
        <p:spPr>
          <a:xfrm>
            <a:off x="6219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5" name=""/>
          <p:cNvSpPr/>
          <p:nvPr/>
        </p:nvSpPr>
        <p:spPr>
          <a:xfrm>
            <a:off x="62208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6" name=""/>
          <p:cNvSpPr/>
          <p:nvPr/>
        </p:nvSpPr>
        <p:spPr>
          <a:xfrm>
            <a:off x="6222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7" name=""/>
          <p:cNvSpPr/>
          <p:nvPr/>
        </p:nvSpPr>
        <p:spPr>
          <a:xfrm>
            <a:off x="6224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8" name=""/>
          <p:cNvSpPr/>
          <p:nvPr/>
        </p:nvSpPr>
        <p:spPr>
          <a:xfrm>
            <a:off x="6226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89" name=""/>
          <p:cNvSpPr/>
          <p:nvPr/>
        </p:nvSpPr>
        <p:spPr>
          <a:xfrm>
            <a:off x="6228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0" name=""/>
          <p:cNvSpPr/>
          <p:nvPr/>
        </p:nvSpPr>
        <p:spPr>
          <a:xfrm>
            <a:off x="62298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1" name=""/>
          <p:cNvSpPr/>
          <p:nvPr/>
        </p:nvSpPr>
        <p:spPr>
          <a:xfrm>
            <a:off x="62316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2" name=""/>
          <p:cNvSpPr/>
          <p:nvPr/>
        </p:nvSpPr>
        <p:spPr>
          <a:xfrm>
            <a:off x="62334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3" name=""/>
          <p:cNvSpPr/>
          <p:nvPr/>
        </p:nvSpPr>
        <p:spPr>
          <a:xfrm>
            <a:off x="62352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4" name=""/>
          <p:cNvSpPr/>
          <p:nvPr/>
        </p:nvSpPr>
        <p:spPr>
          <a:xfrm>
            <a:off x="623700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5" name=""/>
          <p:cNvSpPr/>
          <p:nvPr/>
        </p:nvSpPr>
        <p:spPr>
          <a:xfrm>
            <a:off x="623880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6" name=""/>
          <p:cNvSpPr/>
          <p:nvPr/>
        </p:nvSpPr>
        <p:spPr>
          <a:xfrm>
            <a:off x="6240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7" name=""/>
          <p:cNvSpPr/>
          <p:nvPr/>
        </p:nvSpPr>
        <p:spPr>
          <a:xfrm>
            <a:off x="62427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8" name=""/>
          <p:cNvSpPr/>
          <p:nvPr/>
        </p:nvSpPr>
        <p:spPr>
          <a:xfrm>
            <a:off x="62445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199" name=""/>
          <p:cNvSpPr/>
          <p:nvPr/>
        </p:nvSpPr>
        <p:spPr>
          <a:xfrm>
            <a:off x="62463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0" name=""/>
          <p:cNvSpPr/>
          <p:nvPr/>
        </p:nvSpPr>
        <p:spPr>
          <a:xfrm>
            <a:off x="62481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1" name=""/>
          <p:cNvSpPr/>
          <p:nvPr/>
        </p:nvSpPr>
        <p:spPr>
          <a:xfrm>
            <a:off x="6249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2" name=""/>
          <p:cNvSpPr/>
          <p:nvPr/>
        </p:nvSpPr>
        <p:spPr>
          <a:xfrm>
            <a:off x="62517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3" name=""/>
          <p:cNvSpPr/>
          <p:nvPr/>
        </p:nvSpPr>
        <p:spPr>
          <a:xfrm>
            <a:off x="62535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4" name=""/>
          <p:cNvSpPr/>
          <p:nvPr/>
        </p:nvSpPr>
        <p:spPr>
          <a:xfrm>
            <a:off x="62553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5" name=""/>
          <p:cNvSpPr/>
          <p:nvPr/>
        </p:nvSpPr>
        <p:spPr>
          <a:xfrm>
            <a:off x="62571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6" name=""/>
          <p:cNvSpPr/>
          <p:nvPr/>
        </p:nvSpPr>
        <p:spPr>
          <a:xfrm>
            <a:off x="62589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7" name=""/>
          <p:cNvSpPr/>
          <p:nvPr/>
        </p:nvSpPr>
        <p:spPr>
          <a:xfrm>
            <a:off x="626076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8" name=""/>
          <p:cNvSpPr/>
          <p:nvPr/>
        </p:nvSpPr>
        <p:spPr>
          <a:xfrm>
            <a:off x="6262560" y="4042080"/>
            <a:ext cx="2520" cy="439560"/>
          </a:xfrm>
          <a:custGeom>
            <a:avLst/>
            <a:gdLst/>
            <a:ahLst/>
            <a:rect l="0" t="0" r="r" b="b"/>
            <a:pathLst>
              <a:path w="7" h="1221">
                <a:moveTo>
                  <a:pt x="0" y="1221"/>
                </a:moveTo>
                <a:lnTo>
                  <a:pt x="0" y="0"/>
                </a:lnTo>
                <a:lnTo>
                  <a:pt x="7" y="0"/>
                </a:lnTo>
                <a:lnTo>
                  <a:pt x="7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09" name=""/>
          <p:cNvSpPr/>
          <p:nvPr/>
        </p:nvSpPr>
        <p:spPr>
          <a:xfrm>
            <a:off x="6264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0" name=""/>
          <p:cNvSpPr/>
          <p:nvPr/>
        </p:nvSpPr>
        <p:spPr>
          <a:xfrm>
            <a:off x="62665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1" name=""/>
          <p:cNvSpPr/>
          <p:nvPr/>
        </p:nvSpPr>
        <p:spPr>
          <a:xfrm>
            <a:off x="62683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2" name=""/>
          <p:cNvSpPr/>
          <p:nvPr/>
        </p:nvSpPr>
        <p:spPr>
          <a:xfrm>
            <a:off x="62701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3" name=""/>
          <p:cNvSpPr/>
          <p:nvPr/>
        </p:nvSpPr>
        <p:spPr>
          <a:xfrm>
            <a:off x="62719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4" name=""/>
          <p:cNvSpPr/>
          <p:nvPr/>
        </p:nvSpPr>
        <p:spPr>
          <a:xfrm>
            <a:off x="6273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5" name=""/>
          <p:cNvSpPr/>
          <p:nvPr/>
        </p:nvSpPr>
        <p:spPr>
          <a:xfrm>
            <a:off x="62755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6" name=""/>
          <p:cNvSpPr/>
          <p:nvPr/>
        </p:nvSpPr>
        <p:spPr>
          <a:xfrm>
            <a:off x="62773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7" name=""/>
          <p:cNvSpPr/>
          <p:nvPr/>
        </p:nvSpPr>
        <p:spPr>
          <a:xfrm>
            <a:off x="62791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8" name=""/>
          <p:cNvSpPr/>
          <p:nvPr/>
        </p:nvSpPr>
        <p:spPr>
          <a:xfrm>
            <a:off x="62809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19" name=""/>
          <p:cNvSpPr/>
          <p:nvPr/>
        </p:nvSpPr>
        <p:spPr>
          <a:xfrm>
            <a:off x="62827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20" name=""/>
          <p:cNvSpPr/>
          <p:nvPr/>
        </p:nvSpPr>
        <p:spPr>
          <a:xfrm>
            <a:off x="628452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21" name=""/>
          <p:cNvSpPr/>
          <p:nvPr/>
        </p:nvSpPr>
        <p:spPr>
          <a:xfrm>
            <a:off x="6286320" y="4042080"/>
            <a:ext cx="2880" cy="439560"/>
          </a:xfrm>
          <a:custGeom>
            <a:avLst/>
            <a:gdLst/>
            <a:ahLst/>
            <a:rect l="0" t="0" r="r" b="b"/>
            <a:pathLst>
              <a:path w="8" h="1221">
                <a:moveTo>
                  <a:pt x="0" y="1221"/>
                </a:moveTo>
                <a:lnTo>
                  <a:pt x="0" y="0"/>
                </a:lnTo>
                <a:lnTo>
                  <a:pt x="8" y="0"/>
                </a:lnTo>
                <a:lnTo>
                  <a:pt x="8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22" name=""/>
          <p:cNvSpPr/>
          <p:nvPr/>
        </p:nvSpPr>
        <p:spPr>
          <a:xfrm>
            <a:off x="62884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23" name=""/>
          <p:cNvSpPr/>
          <p:nvPr/>
        </p:nvSpPr>
        <p:spPr>
          <a:xfrm>
            <a:off x="62902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24" name=""/>
          <p:cNvSpPr/>
          <p:nvPr/>
        </p:nvSpPr>
        <p:spPr>
          <a:xfrm>
            <a:off x="62920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25" name=""/>
          <p:cNvSpPr/>
          <p:nvPr/>
        </p:nvSpPr>
        <p:spPr>
          <a:xfrm>
            <a:off x="62938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26" name=""/>
          <p:cNvSpPr/>
          <p:nvPr/>
        </p:nvSpPr>
        <p:spPr>
          <a:xfrm>
            <a:off x="62956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27" name=""/>
          <p:cNvSpPr/>
          <p:nvPr/>
        </p:nvSpPr>
        <p:spPr>
          <a:xfrm>
            <a:off x="6297480" y="4042080"/>
            <a:ext cx="2160" cy="439560"/>
          </a:xfrm>
          <a:custGeom>
            <a:avLst/>
            <a:gdLst/>
            <a:ahLst/>
            <a:rect l="0" t="0" r="r" b="b"/>
            <a:pathLst>
              <a:path w="6" h="1221">
                <a:moveTo>
                  <a:pt x="0" y="1221"/>
                </a:moveTo>
                <a:lnTo>
                  <a:pt x="0" y="0"/>
                </a:lnTo>
                <a:lnTo>
                  <a:pt x="6" y="0"/>
                </a:lnTo>
                <a:lnTo>
                  <a:pt x="6" y="1221"/>
                </a:lnTo>
                <a:lnTo>
                  <a:pt x="0" y="1221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28" name=""/>
          <p:cNvSpPr/>
          <p:nvPr/>
        </p:nvSpPr>
        <p:spPr>
          <a:xfrm>
            <a:off x="5831280" y="4042080"/>
            <a:ext cx="468360" cy="439560"/>
          </a:xfrm>
          <a:custGeom>
            <a:avLst/>
            <a:gdLst/>
            <a:ahLst/>
            <a:rect l="0" t="0" r="r" b="b"/>
            <a:pathLst>
              <a:path w="1301" h="1221">
                <a:moveTo>
                  <a:pt x="0" y="1221"/>
                </a:moveTo>
                <a:lnTo>
                  <a:pt x="1301" y="1221"/>
                </a:lnTo>
                <a:lnTo>
                  <a:pt x="1301" y="0"/>
                </a:lnTo>
                <a:lnTo>
                  <a:pt x="0" y="0"/>
                </a:lnTo>
                <a:lnTo>
                  <a:pt x="0" y="1221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229" name=""/>
          <p:cNvSpPr/>
          <p:nvPr/>
        </p:nvSpPr>
        <p:spPr>
          <a:xfrm>
            <a:off x="6648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0" name=""/>
          <p:cNvSpPr/>
          <p:nvPr/>
        </p:nvSpPr>
        <p:spPr>
          <a:xfrm>
            <a:off x="6649920" y="3819600"/>
            <a:ext cx="2880" cy="662040"/>
          </a:xfrm>
          <a:custGeom>
            <a:avLst/>
            <a:gdLst/>
            <a:ahLst/>
            <a:rect l="0" t="0" r="r" b="b"/>
            <a:pathLst>
              <a:path w="8" h="1839">
                <a:moveTo>
                  <a:pt x="0" y="1839"/>
                </a:moveTo>
                <a:lnTo>
                  <a:pt x="0" y="0"/>
                </a:lnTo>
                <a:lnTo>
                  <a:pt x="8" y="0"/>
                </a:lnTo>
                <a:lnTo>
                  <a:pt x="8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1" name=""/>
          <p:cNvSpPr/>
          <p:nvPr/>
        </p:nvSpPr>
        <p:spPr>
          <a:xfrm>
            <a:off x="6652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2" name=""/>
          <p:cNvSpPr/>
          <p:nvPr/>
        </p:nvSpPr>
        <p:spPr>
          <a:xfrm>
            <a:off x="6653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3" name=""/>
          <p:cNvSpPr/>
          <p:nvPr/>
        </p:nvSpPr>
        <p:spPr>
          <a:xfrm>
            <a:off x="6655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4" name=""/>
          <p:cNvSpPr/>
          <p:nvPr/>
        </p:nvSpPr>
        <p:spPr>
          <a:xfrm>
            <a:off x="6657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5" name=""/>
          <p:cNvSpPr/>
          <p:nvPr/>
        </p:nvSpPr>
        <p:spPr>
          <a:xfrm>
            <a:off x="6659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6" name=""/>
          <p:cNvSpPr/>
          <p:nvPr/>
        </p:nvSpPr>
        <p:spPr>
          <a:xfrm>
            <a:off x="6661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7" name=""/>
          <p:cNvSpPr/>
          <p:nvPr/>
        </p:nvSpPr>
        <p:spPr>
          <a:xfrm>
            <a:off x="6662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8" name=""/>
          <p:cNvSpPr/>
          <p:nvPr/>
        </p:nvSpPr>
        <p:spPr>
          <a:xfrm>
            <a:off x="6664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39" name=""/>
          <p:cNvSpPr/>
          <p:nvPr/>
        </p:nvSpPr>
        <p:spPr>
          <a:xfrm>
            <a:off x="6666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0" name=""/>
          <p:cNvSpPr/>
          <p:nvPr/>
        </p:nvSpPr>
        <p:spPr>
          <a:xfrm>
            <a:off x="6668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1" name=""/>
          <p:cNvSpPr/>
          <p:nvPr/>
        </p:nvSpPr>
        <p:spPr>
          <a:xfrm>
            <a:off x="6670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2" name=""/>
          <p:cNvSpPr/>
          <p:nvPr/>
        </p:nvSpPr>
        <p:spPr>
          <a:xfrm>
            <a:off x="6671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3" name=""/>
          <p:cNvSpPr/>
          <p:nvPr/>
        </p:nvSpPr>
        <p:spPr>
          <a:xfrm>
            <a:off x="667368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4" name=""/>
          <p:cNvSpPr/>
          <p:nvPr/>
        </p:nvSpPr>
        <p:spPr>
          <a:xfrm>
            <a:off x="6675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5" name=""/>
          <p:cNvSpPr/>
          <p:nvPr/>
        </p:nvSpPr>
        <p:spPr>
          <a:xfrm>
            <a:off x="6677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6" name=""/>
          <p:cNvSpPr/>
          <p:nvPr/>
        </p:nvSpPr>
        <p:spPr>
          <a:xfrm>
            <a:off x="6679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7" name=""/>
          <p:cNvSpPr/>
          <p:nvPr/>
        </p:nvSpPr>
        <p:spPr>
          <a:xfrm>
            <a:off x="6681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8" name=""/>
          <p:cNvSpPr/>
          <p:nvPr/>
        </p:nvSpPr>
        <p:spPr>
          <a:xfrm>
            <a:off x="6683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49" name=""/>
          <p:cNvSpPr/>
          <p:nvPr/>
        </p:nvSpPr>
        <p:spPr>
          <a:xfrm>
            <a:off x="6684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0" name=""/>
          <p:cNvSpPr/>
          <p:nvPr/>
        </p:nvSpPr>
        <p:spPr>
          <a:xfrm>
            <a:off x="6686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1" name=""/>
          <p:cNvSpPr/>
          <p:nvPr/>
        </p:nvSpPr>
        <p:spPr>
          <a:xfrm>
            <a:off x="6688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2" name=""/>
          <p:cNvSpPr/>
          <p:nvPr/>
        </p:nvSpPr>
        <p:spPr>
          <a:xfrm>
            <a:off x="6690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3" name=""/>
          <p:cNvSpPr/>
          <p:nvPr/>
        </p:nvSpPr>
        <p:spPr>
          <a:xfrm>
            <a:off x="6692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4" name=""/>
          <p:cNvSpPr/>
          <p:nvPr/>
        </p:nvSpPr>
        <p:spPr>
          <a:xfrm>
            <a:off x="6693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5" name=""/>
          <p:cNvSpPr/>
          <p:nvPr/>
        </p:nvSpPr>
        <p:spPr>
          <a:xfrm>
            <a:off x="6695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6" name=""/>
          <p:cNvSpPr/>
          <p:nvPr/>
        </p:nvSpPr>
        <p:spPr>
          <a:xfrm>
            <a:off x="669744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7" name=""/>
          <p:cNvSpPr/>
          <p:nvPr/>
        </p:nvSpPr>
        <p:spPr>
          <a:xfrm>
            <a:off x="6699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8" name=""/>
          <p:cNvSpPr/>
          <p:nvPr/>
        </p:nvSpPr>
        <p:spPr>
          <a:xfrm>
            <a:off x="6701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59" name=""/>
          <p:cNvSpPr/>
          <p:nvPr/>
        </p:nvSpPr>
        <p:spPr>
          <a:xfrm>
            <a:off x="6703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0" name=""/>
          <p:cNvSpPr/>
          <p:nvPr/>
        </p:nvSpPr>
        <p:spPr>
          <a:xfrm>
            <a:off x="6705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1" name=""/>
          <p:cNvSpPr/>
          <p:nvPr/>
        </p:nvSpPr>
        <p:spPr>
          <a:xfrm>
            <a:off x="6706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2" name=""/>
          <p:cNvSpPr/>
          <p:nvPr/>
        </p:nvSpPr>
        <p:spPr>
          <a:xfrm>
            <a:off x="6708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3" name=""/>
          <p:cNvSpPr/>
          <p:nvPr/>
        </p:nvSpPr>
        <p:spPr>
          <a:xfrm>
            <a:off x="6710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4" name=""/>
          <p:cNvSpPr/>
          <p:nvPr/>
        </p:nvSpPr>
        <p:spPr>
          <a:xfrm>
            <a:off x="6712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5" name=""/>
          <p:cNvSpPr/>
          <p:nvPr/>
        </p:nvSpPr>
        <p:spPr>
          <a:xfrm>
            <a:off x="6714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6" name=""/>
          <p:cNvSpPr/>
          <p:nvPr/>
        </p:nvSpPr>
        <p:spPr>
          <a:xfrm>
            <a:off x="6715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7" name=""/>
          <p:cNvSpPr/>
          <p:nvPr/>
        </p:nvSpPr>
        <p:spPr>
          <a:xfrm>
            <a:off x="6717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8" name=""/>
          <p:cNvSpPr/>
          <p:nvPr/>
        </p:nvSpPr>
        <p:spPr>
          <a:xfrm>
            <a:off x="6719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69" name=""/>
          <p:cNvSpPr/>
          <p:nvPr/>
        </p:nvSpPr>
        <p:spPr>
          <a:xfrm>
            <a:off x="672120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0" name=""/>
          <p:cNvSpPr/>
          <p:nvPr/>
        </p:nvSpPr>
        <p:spPr>
          <a:xfrm>
            <a:off x="6723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1" name=""/>
          <p:cNvSpPr/>
          <p:nvPr/>
        </p:nvSpPr>
        <p:spPr>
          <a:xfrm>
            <a:off x="6725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2" name=""/>
          <p:cNvSpPr/>
          <p:nvPr/>
        </p:nvSpPr>
        <p:spPr>
          <a:xfrm>
            <a:off x="6726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3" name=""/>
          <p:cNvSpPr/>
          <p:nvPr/>
        </p:nvSpPr>
        <p:spPr>
          <a:xfrm>
            <a:off x="6728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4" name=""/>
          <p:cNvSpPr/>
          <p:nvPr/>
        </p:nvSpPr>
        <p:spPr>
          <a:xfrm>
            <a:off x="6730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5" name=""/>
          <p:cNvSpPr/>
          <p:nvPr/>
        </p:nvSpPr>
        <p:spPr>
          <a:xfrm>
            <a:off x="6732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6" name=""/>
          <p:cNvSpPr/>
          <p:nvPr/>
        </p:nvSpPr>
        <p:spPr>
          <a:xfrm>
            <a:off x="6734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7" name=""/>
          <p:cNvSpPr/>
          <p:nvPr/>
        </p:nvSpPr>
        <p:spPr>
          <a:xfrm>
            <a:off x="6735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8" name=""/>
          <p:cNvSpPr/>
          <p:nvPr/>
        </p:nvSpPr>
        <p:spPr>
          <a:xfrm>
            <a:off x="6737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79" name=""/>
          <p:cNvSpPr/>
          <p:nvPr/>
        </p:nvSpPr>
        <p:spPr>
          <a:xfrm>
            <a:off x="6739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0" name=""/>
          <p:cNvSpPr/>
          <p:nvPr/>
        </p:nvSpPr>
        <p:spPr>
          <a:xfrm>
            <a:off x="6741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1" name=""/>
          <p:cNvSpPr/>
          <p:nvPr/>
        </p:nvSpPr>
        <p:spPr>
          <a:xfrm>
            <a:off x="6743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2" name=""/>
          <p:cNvSpPr/>
          <p:nvPr/>
        </p:nvSpPr>
        <p:spPr>
          <a:xfrm>
            <a:off x="674496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3" name=""/>
          <p:cNvSpPr/>
          <p:nvPr/>
        </p:nvSpPr>
        <p:spPr>
          <a:xfrm>
            <a:off x="6747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4" name=""/>
          <p:cNvSpPr/>
          <p:nvPr/>
        </p:nvSpPr>
        <p:spPr>
          <a:xfrm>
            <a:off x="6748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5" name=""/>
          <p:cNvSpPr/>
          <p:nvPr/>
        </p:nvSpPr>
        <p:spPr>
          <a:xfrm>
            <a:off x="6750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6" name=""/>
          <p:cNvSpPr/>
          <p:nvPr/>
        </p:nvSpPr>
        <p:spPr>
          <a:xfrm>
            <a:off x="6752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7" name=""/>
          <p:cNvSpPr/>
          <p:nvPr/>
        </p:nvSpPr>
        <p:spPr>
          <a:xfrm>
            <a:off x="6754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8" name=""/>
          <p:cNvSpPr/>
          <p:nvPr/>
        </p:nvSpPr>
        <p:spPr>
          <a:xfrm>
            <a:off x="6756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89" name=""/>
          <p:cNvSpPr/>
          <p:nvPr/>
        </p:nvSpPr>
        <p:spPr>
          <a:xfrm>
            <a:off x="6757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0" name=""/>
          <p:cNvSpPr/>
          <p:nvPr/>
        </p:nvSpPr>
        <p:spPr>
          <a:xfrm>
            <a:off x="6759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1" name=""/>
          <p:cNvSpPr/>
          <p:nvPr/>
        </p:nvSpPr>
        <p:spPr>
          <a:xfrm>
            <a:off x="6761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2" name=""/>
          <p:cNvSpPr/>
          <p:nvPr/>
        </p:nvSpPr>
        <p:spPr>
          <a:xfrm>
            <a:off x="6763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3" name=""/>
          <p:cNvSpPr/>
          <p:nvPr/>
        </p:nvSpPr>
        <p:spPr>
          <a:xfrm>
            <a:off x="6765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4" name=""/>
          <p:cNvSpPr/>
          <p:nvPr/>
        </p:nvSpPr>
        <p:spPr>
          <a:xfrm>
            <a:off x="6766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5" name=""/>
          <p:cNvSpPr/>
          <p:nvPr/>
        </p:nvSpPr>
        <p:spPr>
          <a:xfrm>
            <a:off x="6768720" y="3819600"/>
            <a:ext cx="2880" cy="662040"/>
          </a:xfrm>
          <a:custGeom>
            <a:avLst/>
            <a:gdLst/>
            <a:ahLst/>
            <a:rect l="0" t="0" r="r" b="b"/>
            <a:pathLst>
              <a:path w="8" h="1839">
                <a:moveTo>
                  <a:pt x="0" y="1839"/>
                </a:moveTo>
                <a:lnTo>
                  <a:pt x="0" y="0"/>
                </a:lnTo>
                <a:lnTo>
                  <a:pt x="8" y="0"/>
                </a:lnTo>
                <a:lnTo>
                  <a:pt x="8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6" name=""/>
          <p:cNvSpPr/>
          <p:nvPr/>
        </p:nvSpPr>
        <p:spPr>
          <a:xfrm>
            <a:off x="6770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7" name=""/>
          <p:cNvSpPr/>
          <p:nvPr/>
        </p:nvSpPr>
        <p:spPr>
          <a:xfrm>
            <a:off x="6772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8" name=""/>
          <p:cNvSpPr/>
          <p:nvPr/>
        </p:nvSpPr>
        <p:spPr>
          <a:xfrm>
            <a:off x="6774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299" name=""/>
          <p:cNvSpPr/>
          <p:nvPr/>
        </p:nvSpPr>
        <p:spPr>
          <a:xfrm>
            <a:off x="6776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0" name=""/>
          <p:cNvSpPr/>
          <p:nvPr/>
        </p:nvSpPr>
        <p:spPr>
          <a:xfrm>
            <a:off x="6778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1" name=""/>
          <p:cNvSpPr/>
          <p:nvPr/>
        </p:nvSpPr>
        <p:spPr>
          <a:xfrm>
            <a:off x="6779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2" name=""/>
          <p:cNvSpPr/>
          <p:nvPr/>
        </p:nvSpPr>
        <p:spPr>
          <a:xfrm>
            <a:off x="6781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3" name=""/>
          <p:cNvSpPr/>
          <p:nvPr/>
        </p:nvSpPr>
        <p:spPr>
          <a:xfrm>
            <a:off x="6783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4" name=""/>
          <p:cNvSpPr/>
          <p:nvPr/>
        </p:nvSpPr>
        <p:spPr>
          <a:xfrm>
            <a:off x="6785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5" name=""/>
          <p:cNvSpPr/>
          <p:nvPr/>
        </p:nvSpPr>
        <p:spPr>
          <a:xfrm>
            <a:off x="6787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6" name=""/>
          <p:cNvSpPr/>
          <p:nvPr/>
        </p:nvSpPr>
        <p:spPr>
          <a:xfrm>
            <a:off x="6788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7" name=""/>
          <p:cNvSpPr/>
          <p:nvPr/>
        </p:nvSpPr>
        <p:spPr>
          <a:xfrm>
            <a:off x="6790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8" name=""/>
          <p:cNvSpPr/>
          <p:nvPr/>
        </p:nvSpPr>
        <p:spPr>
          <a:xfrm>
            <a:off x="679248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09" name=""/>
          <p:cNvSpPr/>
          <p:nvPr/>
        </p:nvSpPr>
        <p:spPr>
          <a:xfrm>
            <a:off x="6794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0" name=""/>
          <p:cNvSpPr/>
          <p:nvPr/>
        </p:nvSpPr>
        <p:spPr>
          <a:xfrm>
            <a:off x="6796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1" name=""/>
          <p:cNvSpPr/>
          <p:nvPr/>
        </p:nvSpPr>
        <p:spPr>
          <a:xfrm>
            <a:off x="6798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2" name=""/>
          <p:cNvSpPr/>
          <p:nvPr/>
        </p:nvSpPr>
        <p:spPr>
          <a:xfrm>
            <a:off x="6800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3" name=""/>
          <p:cNvSpPr/>
          <p:nvPr/>
        </p:nvSpPr>
        <p:spPr>
          <a:xfrm>
            <a:off x="6801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4" name=""/>
          <p:cNvSpPr/>
          <p:nvPr/>
        </p:nvSpPr>
        <p:spPr>
          <a:xfrm>
            <a:off x="6803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5" name=""/>
          <p:cNvSpPr/>
          <p:nvPr/>
        </p:nvSpPr>
        <p:spPr>
          <a:xfrm>
            <a:off x="6805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6" name=""/>
          <p:cNvSpPr/>
          <p:nvPr/>
        </p:nvSpPr>
        <p:spPr>
          <a:xfrm>
            <a:off x="6807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7" name=""/>
          <p:cNvSpPr/>
          <p:nvPr/>
        </p:nvSpPr>
        <p:spPr>
          <a:xfrm>
            <a:off x="6809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8" name=""/>
          <p:cNvSpPr/>
          <p:nvPr/>
        </p:nvSpPr>
        <p:spPr>
          <a:xfrm>
            <a:off x="6810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19" name=""/>
          <p:cNvSpPr/>
          <p:nvPr/>
        </p:nvSpPr>
        <p:spPr>
          <a:xfrm>
            <a:off x="6812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0" name=""/>
          <p:cNvSpPr/>
          <p:nvPr/>
        </p:nvSpPr>
        <p:spPr>
          <a:xfrm>
            <a:off x="6814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1" name=""/>
          <p:cNvSpPr/>
          <p:nvPr/>
        </p:nvSpPr>
        <p:spPr>
          <a:xfrm>
            <a:off x="681624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2" name=""/>
          <p:cNvSpPr/>
          <p:nvPr/>
        </p:nvSpPr>
        <p:spPr>
          <a:xfrm>
            <a:off x="6818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3" name=""/>
          <p:cNvSpPr/>
          <p:nvPr/>
        </p:nvSpPr>
        <p:spPr>
          <a:xfrm>
            <a:off x="6820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4" name=""/>
          <p:cNvSpPr/>
          <p:nvPr/>
        </p:nvSpPr>
        <p:spPr>
          <a:xfrm>
            <a:off x="6822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5" name=""/>
          <p:cNvSpPr/>
          <p:nvPr/>
        </p:nvSpPr>
        <p:spPr>
          <a:xfrm>
            <a:off x="6823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6" name=""/>
          <p:cNvSpPr/>
          <p:nvPr/>
        </p:nvSpPr>
        <p:spPr>
          <a:xfrm>
            <a:off x="6825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7" name=""/>
          <p:cNvSpPr/>
          <p:nvPr/>
        </p:nvSpPr>
        <p:spPr>
          <a:xfrm>
            <a:off x="6827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8" name=""/>
          <p:cNvSpPr/>
          <p:nvPr/>
        </p:nvSpPr>
        <p:spPr>
          <a:xfrm>
            <a:off x="6829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29" name=""/>
          <p:cNvSpPr/>
          <p:nvPr/>
        </p:nvSpPr>
        <p:spPr>
          <a:xfrm>
            <a:off x="6831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0" name=""/>
          <p:cNvSpPr/>
          <p:nvPr/>
        </p:nvSpPr>
        <p:spPr>
          <a:xfrm>
            <a:off x="6832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1" name=""/>
          <p:cNvSpPr/>
          <p:nvPr/>
        </p:nvSpPr>
        <p:spPr>
          <a:xfrm>
            <a:off x="6834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2" name=""/>
          <p:cNvSpPr/>
          <p:nvPr/>
        </p:nvSpPr>
        <p:spPr>
          <a:xfrm>
            <a:off x="6836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3" name=""/>
          <p:cNvSpPr/>
          <p:nvPr/>
        </p:nvSpPr>
        <p:spPr>
          <a:xfrm>
            <a:off x="6838200" y="3819600"/>
            <a:ext cx="4320" cy="662040"/>
          </a:xfrm>
          <a:custGeom>
            <a:avLst/>
            <a:gdLst/>
            <a:ahLst/>
            <a:rect l="0" t="0" r="r" b="b"/>
            <a:pathLst>
              <a:path w="12" h="1839">
                <a:moveTo>
                  <a:pt x="0" y="1839"/>
                </a:moveTo>
                <a:lnTo>
                  <a:pt x="0" y="0"/>
                </a:lnTo>
                <a:lnTo>
                  <a:pt x="12" y="0"/>
                </a:lnTo>
                <a:lnTo>
                  <a:pt x="12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4" name=""/>
          <p:cNvSpPr/>
          <p:nvPr/>
        </p:nvSpPr>
        <p:spPr>
          <a:xfrm>
            <a:off x="684216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5" name=""/>
          <p:cNvSpPr/>
          <p:nvPr/>
        </p:nvSpPr>
        <p:spPr>
          <a:xfrm>
            <a:off x="6845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6" name=""/>
          <p:cNvSpPr/>
          <p:nvPr/>
        </p:nvSpPr>
        <p:spPr>
          <a:xfrm>
            <a:off x="6847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7" name=""/>
          <p:cNvSpPr/>
          <p:nvPr/>
        </p:nvSpPr>
        <p:spPr>
          <a:xfrm>
            <a:off x="684936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8" name=""/>
          <p:cNvSpPr/>
          <p:nvPr/>
        </p:nvSpPr>
        <p:spPr>
          <a:xfrm>
            <a:off x="6852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39" name=""/>
          <p:cNvSpPr/>
          <p:nvPr/>
        </p:nvSpPr>
        <p:spPr>
          <a:xfrm>
            <a:off x="6854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0" name=""/>
          <p:cNvSpPr/>
          <p:nvPr/>
        </p:nvSpPr>
        <p:spPr>
          <a:xfrm>
            <a:off x="6856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1" name=""/>
          <p:cNvSpPr/>
          <p:nvPr/>
        </p:nvSpPr>
        <p:spPr>
          <a:xfrm>
            <a:off x="6858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2" name=""/>
          <p:cNvSpPr/>
          <p:nvPr/>
        </p:nvSpPr>
        <p:spPr>
          <a:xfrm>
            <a:off x="6860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3" name=""/>
          <p:cNvSpPr/>
          <p:nvPr/>
        </p:nvSpPr>
        <p:spPr>
          <a:xfrm>
            <a:off x="6861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4" name=""/>
          <p:cNvSpPr/>
          <p:nvPr/>
        </p:nvSpPr>
        <p:spPr>
          <a:xfrm>
            <a:off x="6863760" y="3819600"/>
            <a:ext cx="4320" cy="662040"/>
          </a:xfrm>
          <a:custGeom>
            <a:avLst/>
            <a:gdLst/>
            <a:ahLst/>
            <a:rect l="0" t="0" r="r" b="b"/>
            <a:pathLst>
              <a:path w="12" h="1839">
                <a:moveTo>
                  <a:pt x="0" y="1839"/>
                </a:moveTo>
                <a:lnTo>
                  <a:pt x="0" y="0"/>
                </a:lnTo>
                <a:lnTo>
                  <a:pt x="12" y="0"/>
                </a:lnTo>
                <a:lnTo>
                  <a:pt x="12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5" name=""/>
          <p:cNvSpPr/>
          <p:nvPr/>
        </p:nvSpPr>
        <p:spPr>
          <a:xfrm>
            <a:off x="6867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6" name=""/>
          <p:cNvSpPr/>
          <p:nvPr/>
        </p:nvSpPr>
        <p:spPr>
          <a:xfrm>
            <a:off x="6869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7" name=""/>
          <p:cNvSpPr/>
          <p:nvPr/>
        </p:nvSpPr>
        <p:spPr>
          <a:xfrm>
            <a:off x="687132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8" name=""/>
          <p:cNvSpPr/>
          <p:nvPr/>
        </p:nvSpPr>
        <p:spPr>
          <a:xfrm>
            <a:off x="6874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49" name=""/>
          <p:cNvSpPr/>
          <p:nvPr/>
        </p:nvSpPr>
        <p:spPr>
          <a:xfrm>
            <a:off x="6876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0" name=""/>
          <p:cNvSpPr/>
          <p:nvPr/>
        </p:nvSpPr>
        <p:spPr>
          <a:xfrm>
            <a:off x="687852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1" name=""/>
          <p:cNvSpPr/>
          <p:nvPr/>
        </p:nvSpPr>
        <p:spPr>
          <a:xfrm>
            <a:off x="688212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2" name=""/>
          <p:cNvSpPr/>
          <p:nvPr/>
        </p:nvSpPr>
        <p:spPr>
          <a:xfrm>
            <a:off x="6885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3" name=""/>
          <p:cNvSpPr/>
          <p:nvPr/>
        </p:nvSpPr>
        <p:spPr>
          <a:xfrm>
            <a:off x="6887520" y="3819600"/>
            <a:ext cx="2880" cy="662040"/>
          </a:xfrm>
          <a:custGeom>
            <a:avLst/>
            <a:gdLst/>
            <a:ahLst/>
            <a:rect l="0" t="0" r="r" b="b"/>
            <a:pathLst>
              <a:path w="8" h="1839">
                <a:moveTo>
                  <a:pt x="0" y="1839"/>
                </a:moveTo>
                <a:lnTo>
                  <a:pt x="0" y="0"/>
                </a:lnTo>
                <a:lnTo>
                  <a:pt x="8" y="0"/>
                </a:lnTo>
                <a:lnTo>
                  <a:pt x="8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4" name=""/>
          <p:cNvSpPr/>
          <p:nvPr/>
        </p:nvSpPr>
        <p:spPr>
          <a:xfrm>
            <a:off x="688968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5" name=""/>
          <p:cNvSpPr/>
          <p:nvPr/>
        </p:nvSpPr>
        <p:spPr>
          <a:xfrm>
            <a:off x="6893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6" name=""/>
          <p:cNvSpPr/>
          <p:nvPr/>
        </p:nvSpPr>
        <p:spPr>
          <a:xfrm>
            <a:off x="6895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7" name=""/>
          <p:cNvSpPr/>
          <p:nvPr/>
        </p:nvSpPr>
        <p:spPr>
          <a:xfrm>
            <a:off x="689688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8" name=""/>
          <p:cNvSpPr/>
          <p:nvPr/>
        </p:nvSpPr>
        <p:spPr>
          <a:xfrm>
            <a:off x="6900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59" name=""/>
          <p:cNvSpPr/>
          <p:nvPr/>
        </p:nvSpPr>
        <p:spPr>
          <a:xfrm>
            <a:off x="6902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0" name=""/>
          <p:cNvSpPr/>
          <p:nvPr/>
        </p:nvSpPr>
        <p:spPr>
          <a:xfrm>
            <a:off x="6904080" y="3819600"/>
            <a:ext cx="3960" cy="662040"/>
          </a:xfrm>
          <a:custGeom>
            <a:avLst/>
            <a:gdLst/>
            <a:ahLst/>
            <a:rect l="0" t="0" r="r" b="b"/>
            <a:pathLst>
              <a:path w="11" h="1839">
                <a:moveTo>
                  <a:pt x="0" y="1839"/>
                </a:moveTo>
                <a:lnTo>
                  <a:pt x="0" y="0"/>
                </a:lnTo>
                <a:lnTo>
                  <a:pt x="11" y="0"/>
                </a:lnTo>
                <a:lnTo>
                  <a:pt x="11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1" name=""/>
          <p:cNvSpPr/>
          <p:nvPr/>
        </p:nvSpPr>
        <p:spPr>
          <a:xfrm>
            <a:off x="6907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2" name=""/>
          <p:cNvSpPr/>
          <p:nvPr/>
        </p:nvSpPr>
        <p:spPr>
          <a:xfrm>
            <a:off x="6909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3" name=""/>
          <p:cNvSpPr/>
          <p:nvPr/>
        </p:nvSpPr>
        <p:spPr>
          <a:xfrm>
            <a:off x="691128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4" name=""/>
          <p:cNvSpPr/>
          <p:nvPr/>
        </p:nvSpPr>
        <p:spPr>
          <a:xfrm>
            <a:off x="6913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5" name=""/>
          <p:cNvSpPr/>
          <p:nvPr/>
        </p:nvSpPr>
        <p:spPr>
          <a:xfrm>
            <a:off x="6915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6" name=""/>
          <p:cNvSpPr/>
          <p:nvPr/>
        </p:nvSpPr>
        <p:spPr>
          <a:xfrm>
            <a:off x="6917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7" name=""/>
          <p:cNvSpPr/>
          <p:nvPr/>
        </p:nvSpPr>
        <p:spPr>
          <a:xfrm>
            <a:off x="6918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8" name=""/>
          <p:cNvSpPr/>
          <p:nvPr/>
        </p:nvSpPr>
        <p:spPr>
          <a:xfrm>
            <a:off x="6920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69" name=""/>
          <p:cNvSpPr/>
          <p:nvPr/>
        </p:nvSpPr>
        <p:spPr>
          <a:xfrm>
            <a:off x="6922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0" name=""/>
          <p:cNvSpPr/>
          <p:nvPr/>
        </p:nvSpPr>
        <p:spPr>
          <a:xfrm>
            <a:off x="6924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1" name=""/>
          <p:cNvSpPr/>
          <p:nvPr/>
        </p:nvSpPr>
        <p:spPr>
          <a:xfrm>
            <a:off x="6926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2" name=""/>
          <p:cNvSpPr/>
          <p:nvPr/>
        </p:nvSpPr>
        <p:spPr>
          <a:xfrm>
            <a:off x="6927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3" name=""/>
          <p:cNvSpPr/>
          <p:nvPr/>
        </p:nvSpPr>
        <p:spPr>
          <a:xfrm>
            <a:off x="6929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4" name=""/>
          <p:cNvSpPr/>
          <p:nvPr/>
        </p:nvSpPr>
        <p:spPr>
          <a:xfrm>
            <a:off x="6931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5" name=""/>
          <p:cNvSpPr/>
          <p:nvPr/>
        </p:nvSpPr>
        <p:spPr>
          <a:xfrm>
            <a:off x="6933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6" name=""/>
          <p:cNvSpPr/>
          <p:nvPr/>
        </p:nvSpPr>
        <p:spPr>
          <a:xfrm>
            <a:off x="693504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7" name=""/>
          <p:cNvSpPr/>
          <p:nvPr/>
        </p:nvSpPr>
        <p:spPr>
          <a:xfrm>
            <a:off x="6937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8" name=""/>
          <p:cNvSpPr/>
          <p:nvPr/>
        </p:nvSpPr>
        <p:spPr>
          <a:xfrm>
            <a:off x="6939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79" name=""/>
          <p:cNvSpPr/>
          <p:nvPr/>
        </p:nvSpPr>
        <p:spPr>
          <a:xfrm>
            <a:off x="6940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0" name=""/>
          <p:cNvSpPr/>
          <p:nvPr/>
        </p:nvSpPr>
        <p:spPr>
          <a:xfrm>
            <a:off x="6942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1" name=""/>
          <p:cNvSpPr/>
          <p:nvPr/>
        </p:nvSpPr>
        <p:spPr>
          <a:xfrm>
            <a:off x="6944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2" name=""/>
          <p:cNvSpPr/>
          <p:nvPr/>
        </p:nvSpPr>
        <p:spPr>
          <a:xfrm>
            <a:off x="6946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3" name=""/>
          <p:cNvSpPr/>
          <p:nvPr/>
        </p:nvSpPr>
        <p:spPr>
          <a:xfrm>
            <a:off x="6948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4" name=""/>
          <p:cNvSpPr/>
          <p:nvPr/>
        </p:nvSpPr>
        <p:spPr>
          <a:xfrm>
            <a:off x="6949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5" name=""/>
          <p:cNvSpPr/>
          <p:nvPr/>
        </p:nvSpPr>
        <p:spPr>
          <a:xfrm>
            <a:off x="6951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6" name=""/>
          <p:cNvSpPr/>
          <p:nvPr/>
        </p:nvSpPr>
        <p:spPr>
          <a:xfrm>
            <a:off x="6953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7" name=""/>
          <p:cNvSpPr/>
          <p:nvPr/>
        </p:nvSpPr>
        <p:spPr>
          <a:xfrm>
            <a:off x="6955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8" name=""/>
          <p:cNvSpPr/>
          <p:nvPr/>
        </p:nvSpPr>
        <p:spPr>
          <a:xfrm>
            <a:off x="6957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89" name=""/>
          <p:cNvSpPr/>
          <p:nvPr/>
        </p:nvSpPr>
        <p:spPr>
          <a:xfrm>
            <a:off x="695880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0" name=""/>
          <p:cNvSpPr/>
          <p:nvPr/>
        </p:nvSpPr>
        <p:spPr>
          <a:xfrm>
            <a:off x="6960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1" name=""/>
          <p:cNvSpPr/>
          <p:nvPr/>
        </p:nvSpPr>
        <p:spPr>
          <a:xfrm>
            <a:off x="6962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2" name=""/>
          <p:cNvSpPr/>
          <p:nvPr/>
        </p:nvSpPr>
        <p:spPr>
          <a:xfrm>
            <a:off x="6964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3" name=""/>
          <p:cNvSpPr/>
          <p:nvPr/>
        </p:nvSpPr>
        <p:spPr>
          <a:xfrm>
            <a:off x="6966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4" name=""/>
          <p:cNvSpPr/>
          <p:nvPr/>
        </p:nvSpPr>
        <p:spPr>
          <a:xfrm>
            <a:off x="6968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5" name=""/>
          <p:cNvSpPr/>
          <p:nvPr/>
        </p:nvSpPr>
        <p:spPr>
          <a:xfrm>
            <a:off x="6969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6" name=""/>
          <p:cNvSpPr/>
          <p:nvPr/>
        </p:nvSpPr>
        <p:spPr>
          <a:xfrm>
            <a:off x="6971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7" name=""/>
          <p:cNvSpPr/>
          <p:nvPr/>
        </p:nvSpPr>
        <p:spPr>
          <a:xfrm>
            <a:off x="6973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8" name=""/>
          <p:cNvSpPr/>
          <p:nvPr/>
        </p:nvSpPr>
        <p:spPr>
          <a:xfrm>
            <a:off x="6975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399" name=""/>
          <p:cNvSpPr/>
          <p:nvPr/>
        </p:nvSpPr>
        <p:spPr>
          <a:xfrm>
            <a:off x="6977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0" name=""/>
          <p:cNvSpPr/>
          <p:nvPr/>
        </p:nvSpPr>
        <p:spPr>
          <a:xfrm>
            <a:off x="6978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1" name=""/>
          <p:cNvSpPr/>
          <p:nvPr/>
        </p:nvSpPr>
        <p:spPr>
          <a:xfrm>
            <a:off x="6980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2" name=""/>
          <p:cNvSpPr/>
          <p:nvPr/>
        </p:nvSpPr>
        <p:spPr>
          <a:xfrm>
            <a:off x="698256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3" name=""/>
          <p:cNvSpPr/>
          <p:nvPr/>
        </p:nvSpPr>
        <p:spPr>
          <a:xfrm>
            <a:off x="6984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4" name=""/>
          <p:cNvSpPr/>
          <p:nvPr/>
        </p:nvSpPr>
        <p:spPr>
          <a:xfrm>
            <a:off x="6986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5" name=""/>
          <p:cNvSpPr/>
          <p:nvPr/>
        </p:nvSpPr>
        <p:spPr>
          <a:xfrm>
            <a:off x="6988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6" name=""/>
          <p:cNvSpPr/>
          <p:nvPr/>
        </p:nvSpPr>
        <p:spPr>
          <a:xfrm>
            <a:off x="6990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7" name=""/>
          <p:cNvSpPr/>
          <p:nvPr/>
        </p:nvSpPr>
        <p:spPr>
          <a:xfrm>
            <a:off x="6991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8" name=""/>
          <p:cNvSpPr/>
          <p:nvPr/>
        </p:nvSpPr>
        <p:spPr>
          <a:xfrm>
            <a:off x="6993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09" name=""/>
          <p:cNvSpPr/>
          <p:nvPr/>
        </p:nvSpPr>
        <p:spPr>
          <a:xfrm>
            <a:off x="6995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0" name=""/>
          <p:cNvSpPr/>
          <p:nvPr/>
        </p:nvSpPr>
        <p:spPr>
          <a:xfrm>
            <a:off x="6997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1" name=""/>
          <p:cNvSpPr/>
          <p:nvPr/>
        </p:nvSpPr>
        <p:spPr>
          <a:xfrm>
            <a:off x="6999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2" name=""/>
          <p:cNvSpPr/>
          <p:nvPr/>
        </p:nvSpPr>
        <p:spPr>
          <a:xfrm>
            <a:off x="7000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3" name=""/>
          <p:cNvSpPr/>
          <p:nvPr/>
        </p:nvSpPr>
        <p:spPr>
          <a:xfrm>
            <a:off x="7002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4" name=""/>
          <p:cNvSpPr/>
          <p:nvPr/>
        </p:nvSpPr>
        <p:spPr>
          <a:xfrm>
            <a:off x="7004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5" name=""/>
          <p:cNvSpPr/>
          <p:nvPr/>
        </p:nvSpPr>
        <p:spPr>
          <a:xfrm>
            <a:off x="7006320" y="3819600"/>
            <a:ext cx="2880" cy="662040"/>
          </a:xfrm>
          <a:custGeom>
            <a:avLst/>
            <a:gdLst/>
            <a:ahLst/>
            <a:rect l="0" t="0" r="r" b="b"/>
            <a:pathLst>
              <a:path w="8" h="1839">
                <a:moveTo>
                  <a:pt x="0" y="1839"/>
                </a:moveTo>
                <a:lnTo>
                  <a:pt x="0" y="0"/>
                </a:lnTo>
                <a:lnTo>
                  <a:pt x="8" y="0"/>
                </a:lnTo>
                <a:lnTo>
                  <a:pt x="8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6" name=""/>
          <p:cNvSpPr/>
          <p:nvPr/>
        </p:nvSpPr>
        <p:spPr>
          <a:xfrm>
            <a:off x="7008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7" name=""/>
          <p:cNvSpPr/>
          <p:nvPr/>
        </p:nvSpPr>
        <p:spPr>
          <a:xfrm>
            <a:off x="7010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8" name=""/>
          <p:cNvSpPr/>
          <p:nvPr/>
        </p:nvSpPr>
        <p:spPr>
          <a:xfrm>
            <a:off x="7012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19" name=""/>
          <p:cNvSpPr/>
          <p:nvPr/>
        </p:nvSpPr>
        <p:spPr>
          <a:xfrm>
            <a:off x="7013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0" name=""/>
          <p:cNvSpPr/>
          <p:nvPr/>
        </p:nvSpPr>
        <p:spPr>
          <a:xfrm>
            <a:off x="7015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1" name=""/>
          <p:cNvSpPr/>
          <p:nvPr/>
        </p:nvSpPr>
        <p:spPr>
          <a:xfrm>
            <a:off x="7017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2" name=""/>
          <p:cNvSpPr/>
          <p:nvPr/>
        </p:nvSpPr>
        <p:spPr>
          <a:xfrm>
            <a:off x="7019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3" name=""/>
          <p:cNvSpPr/>
          <p:nvPr/>
        </p:nvSpPr>
        <p:spPr>
          <a:xfrm>
            <a:off x="70210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4" name=""/>
          <p:cNvSpPr/>
          <p:nvPr/>
        </p:nvSpPr>
        <p:spPr>
          <a:xfrm>
            <a:off x="70228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5" name=""/>
          <p:cNvSpPr/>
          <p:nvPr/>
        </p:nvSpPr>
        <p:spPr>
          <a:xfrm>
            <a:off x="70246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6" name=""/>
          <p:cNvSpPr/>
          <p:nvPr/>
        </p:nvSpPr>
        <p:spPr>
          <a:xfrm>
            <a:off x="70264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7" name=""/>
          <p:cNvSpPr/>
          <p:nvPr/>
        </p:nvSpPr>
        <p:spPr>
          <a:xfrm>
            <a:off x="702828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8" name=""/>
          <p:cNvSpPr/>
          <p:nvPr/>
        </p:nvSpPr>
        <p:spPr>
          <a:xfrm>
            <a:off x="703008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29" name=""/>
          <p:cNvSpPr/>
          <p:nvPr/>
        </p:nvSpPr>
        <p:spPr>
          <a:xfrm>
            <a:off x="7032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0" name=""/>
          <p:cNvSpPr/>
          <p:nvPr/>
        </p:nvSpPr>
        <p:spPr>
          <a:xfrm>
            <a:off x="7034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1" name=""/>
          <p:cNvSpPr/>
          <p:nvPr/>
        </p:nvSpPr>
        <p:spPr>
          <a:xfrm>
            <a:off x="7035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2" name=""/>
          <p:cNvSpPr/>
          <p:nvPr/>
        </p:nvSpPr>
        <p:spPr>
          <a:xfrm>
            <a:off x="7037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3" name=""/>
          <p:cNvSpPr/>
          <p:nvPr/>
        </p:nvSpPr>
        <p:spPr>
          <a:xfrm>
            <a:off x="7039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4" name=""/>
          <p:cNvSpPr/>
          <p:nvPr/>
        </p:nvSpPr>
        <p:spPr>
          <a:xfrm>
            <a:off x="7041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5" name=""/>
          <p:cNvSpPr/>
          <p:nvPr/>
        </p:nvSpPr>
        <p:spPr>
          <a:xfrm>
            <a:off x="7043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6" name=""/>
          <p:cNvSpPr/>
          <p:nvPr/>
        </p:nvSpPr>
        <p:spPr>
          <a:xfrm>
            <a:off x="70448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7" name=""/>
          <p:cNvSpPr/>
          <p:nvPr/>
        </p:nvSpPr>
        <p:spPr>
          <a:xfrm>
            <a:off x="70466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8" name=""/>
          <p:cNvSpPr/>
          <p:nvPr/>
        </p:nvSpPr>
        <p:spPr>
          <a:xfrm>
            <a:off x="70484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39" name=""/>
          <p:cNvSpPr/>
          <p:nvPr/>
        </p:nvSpPr>
        <p:spPr>
          <a:xfrm>
            <a:off x="70502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0" name=""/>
          <p:cNvSpPr/>
          <p:nvPr/>
        </p:nvSpPr>
        <p:spPr>
          <a:xfrm>
            <a:off x="705204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1" name=""/>
          <p:cNvSpPr/>
          <p:nvPr/>
        </p:nvSpPr>
        <p:spPr>
          <a:xfrm>
            <a:off x="705384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2" name=""/>
          <p:cNvSpPr/>
          <p:nvPr/>
        </p:nvSpPr>
        <p:spPr>
          <a:xfrm>
            <a:off x="7056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3" name=""/>
          <p:cNvSpPr/>
          <p:nvPr/>
        </p:nvSpPr>
        <p:spPr>
          <a:xfrm>
            <a:off x="7057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4" name=""/>
          <p:cNvSpPr/>
          <p:nvPr/>
        </p:nvSpPr>
        <p:spPr>
          <a:xfrm>
            <a:off x="7059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5" name=""/>
          <p:cNvSpPr/>
          <p:nvPr/>
        </p:nvSpPr>
        <p:spPr>
          <a:xfrm>
            <a:off x="7061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6" name=""/>
          <p:cNvSpPr/>
          <p:nvPr/>
        </p:nvSpPr>
        <p:spPr>
          <a:xfrm>
            <a:off x="7063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7" name=""/>
          <p:cNvSpPr/>
          <p:nvPr/>
        </p:nvSpPr>
        <p:spPr>
          <a:xfrm>
            <a:off x="7065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8" name=""/>
          <p:cNvSpPr/>
          <p:nvPr/>
        </p:nvSpPr>
        <p:spPr>
          <a:xfrm>
            <a:off x="7066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49" name=""/>
          <p:cNvSpPr/>
          <p:nvPr/>
        </p:nvSpPr>
        <p:spPr>
          <a:xfrm>
            <a:off x="70686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0" name=""/>
          <p:cNvSpPr/>
          <p:nvPr/>
        </p:nvSpPr>
        <p:spPr>
          <a:xfrm>
            <a:off x="70704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1" name=""/>
          <p:cNvSpPr/>
          <p:nvPr/>
        </p:nvSpPr>
        <p:spPr>
          <a:xfrm>
            <a:off x="70722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2" name=""/>
          <p:cNvSpPr/>
          <p:nvPr/>
        </p:nvSpPr>
        <p:spPr>
          <a:xfrm>
            <a:off x="70740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3" name=""/>
          <p:cNvSpPr/>
          <p:nvPr/>
        </p:nvSpPr>
        <p:spPr>
          <a:xfrm>
            <a:off x="707580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4" name=""/>
          <p:cNvSpPr/>
          <p:nvPr/>
        </p:nvSpPr>
        <p:spPr>
          <a:xfrm>
            <a:off x="707760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5" name=""/>
          <p:cNvSpPr/>
          <p:nvPr/>
        </p:nvSpPr>
        <p:spPr>
          <a:xfrm>
            <a:off x="7079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6" name=""/>
          <p:cNvSpPr/>
          <p:nvPr/>
        </p:nvSpPr>
        <p:spPr>
          <a:xfrm>
            <a:off x="7081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7" name=""/>
          <p:cNvSpPr/>
          <p:nvPr/>
        </p:nvSpPr>
        <p:spPr>
          <a:xfrm>
            <a:off x="7083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8" name=""/>
          <p:cNvSpPr/>
          <p:nvPr/>
        </p:nvSpPr>
        <p:spPr>
          <a:xfrm>
            <a:off x="7085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59" name=""/>
          <p:cNvSpPr/>
          <p:nvPr/>
        </p:nvSpPr>
        <p:spPr>
          <a:xfrm>
            <a:off x="7086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0" name=""/>
          <p:cNvSpPr/>
          <p:nvPr/>
        </p:nvSpPr>
        <p:spPr>
          <a:xfrm>
            <a:off x="7088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1" name=""/>
          <p:cNvSpPr/>
          <p:nvPr/>
        </p:nvSpPr>
        <p:spPr>
          <a:xfrm>
            <a:off x="7090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2" name=""/>
          <p:cNvSpPr/>
          <p:nvPr/>
        </p:nvSpPr>
        <p:spPr>
          <a:xfrm>
            <a:off x="70923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3" name=""/>
          <p:cNvSpPr/>
          <p:nvPr/>
        </p:nvSpPr>
        <p:spPr>
          <a:xfrm>
            <a:off x="70941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4" name=""/>
          <p:cNvSpPr/>
          <p:nvPr/>
        </p:nvSpPr>
        <p:spPr>
          <a:xfrm>
            <a:off x="70959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5" name=""/>
          <p:cNvSpPr/>
          <p:nvPr/>
        </p:nvSpPr>
        <p:spPr>
          <a:xfrm>
            <a:off x="70977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6" name=""/>
          <p:cNvSpPr/>
          <p:nvPr/>
        </p:nvSpPr>
        <p:spPr>
          <a:xfrm>
            <a:off x="709956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7" name=""/>
          <p:cNvSpPr/>
          <p:nvPr/>
        </p:nvSpPr>
        <p:spPr>
          <a:xfrm>
            <a:off x="7101360" y="3819600"/>
            <a:ext cx="2520" cy="662040"/>
          </a:xfrm>
          <a:custGeom>
            <a:avLst/>
            <a:gdLst/>
            <a:ahLst/>
            <a:rect l="0" t="0" r="r" b="b"/>
            <a:pathLst>
              <a:path w="7" h="1839">
                <a:moveTo>
                  <a:pt x="0" y="1839"/>
                </a:moveTo>
                <a:lnTo>
                  <a:pt x="0" y="0"/>
                </a:lnTo>
                <a:lnTo>
                  <a:pt x="7" y="0"/>
                </a:lnTo>
                <a:lnTo>
                  <a:pt x="7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8" name=""/>
          <p:cNvSpPr/>
          <p:nvPr/>
        </p:nvSpPr>
        <p:spPr>
          <a:xfrm>
            <a:off x="7103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69" name=""/>
          <p:cNvSpPr/>
          <p:nvPr/>
        </p:nvSpPr>
        <p:spPr>
          <a:xfrm>
            <a:off x="7105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70" name=""/>
          <p:cNvSpPr/>
          <p:nvPr/>
        </p:nvSpPr>
        <p:spPr>
          <a:xfrm>
            <a:off x="71071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71" name=""/>
          <p:cNvSpPr/>
          <p:nvPr/>
        </p:nvSpPr>
        <p:spPr>
          <a:xfrm>
            <a:off x="71089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72" name=""/>
          <p:cNvSpPr/>
          <p:nvPr/>
        </p:nvSpPr>
        <p:spPr>
          <a:xfrm>
            <a:off x="71107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73" name=""/>
          <p:cNvSpPr/>
          <p:nvPr/>
        </p:nvSpPr>
        <p:spPr>
          <a:xfrm>
            <a:off x="71125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74" name=""/>
          <p:cNvSpPr/>
          <p:nvPr/>
        </p:nvSpPr>
        <p:spPr>
          <a:xfrm>
            <a:off x="7114320" y="3819600"/>
            <a:ext cx="2160" cy="662040"/>
          </a:xfrm>
          <a:custGeom>
            <a:avLst/>
            <a:gdLst/>
            <a:ahLst/>
            <a:rect l="0" t="0" r="r" b="b"/>
            <a:pathLst>
              <a:path w="6" h="1839">
                <a:moveTo>
                  <a:pt x="0" y="1839"/>
                </a:moveTo>
                <a:lnTo>
                  <a:pt x="0" y="0"/>
                </a:lnTo>
                <a:lnTo>
                  <a:pt x="6" y="0"/>
                </a:lnTo>
                <a:lnTo>
                  <a:pt x="6" y="1839"/>
                </a:lnTo>
                <a:lnTo>
                  <a:pt x="0" y="1839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75" name=""/>
          <p:cNvSpPr/>
          <p:nvPr/>
        </p:nvSpPr>
        <p:spPr>
          <a:xfrm>
            <a:off x="6648120" y="3819600"/>
            <a:ext cx="468360" cy="662040"/>
          </a:xfrm>
          <a:custGeom>
            <a:avLst/>
            <a:gdLst/>
            <a:ahLst/>
            <a:rect l="0" t="0" r="r" b="b"/>
            <a:pathLst>
              <a:path w="1301" h="1839">
                <a:moveTo>
                  <a:pt x="0" y="1839"/>
                </a:moveTo>
                <a:lnTo>
                  <a:pt x="1301" y="1839"/>
                </a:lnTo>
                <a:lnTo>
                  <a:pt x="1301" y="0"/>
                </a:lnTo>
                <a:lnTo>
                  <a:pt x="0" y="0"/>
                </a:lnTo>
                <a:lnTo>
                  <a:pt x="0" y="1839"/>
                </a:lnTo>
                <a:close/>
              </a:path>
            </a:pathLst>
          </a:custGeom>
          <a:noFill/>
          <a:ln w="28440">
            <a:solidFill>
              <a:srgbClr val="e7e6e6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76" name=""/>
          <p:cNvSpPr/>
          <p:nvPr/>
        </p:nvSpPr>
        <p:spPr>
          <a:xfrm>
            <a:off x="3637440" y="3723120"/>
            <a:ext cx="507960" cy="176760"/>
          </a:xfrm>
          <a:prstGeom prst="line">
            <a:avLst/>
          </a:prstGeom>
          <a:ln w="12600">
            <a:solidFill>
              <a:srgbClr val="ff0000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77" name=""/>
          <p:cNvSpPr/>
          <p:nvPr/>
        </p:nvSpPr>
        <p:spPr>
          <a:xfrm flipV="1">
            <a:off x="4617720" y="3822120"/>
            <a:ext cx="429480" cy="77040"/>
          </a:xfrm>
          <a:prstGeom prst="line">
            <a:avLst/>
          </a:prstGeom>
          <a:ln w="12600">
            <a:solidFill>
              <a:srgbClr val="ff0000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78" name=""/>
          <p:cNvSpPr/>
          <p:nvPr/>
        </p:nvSpPr>
        <p:spPr>
          <a:xfrm>
            <a:off x="5475600" y="3822120"/>
            <a:ext cx="343800" cy="192240"/>
          </a:xfrm>
          <a:prstGeom prst="line">
            <a:avLst/>
          </a:prstGeom>
          <a:ln w="12600">
            <a:solidFill>
              <a:srgbClr val="ff0000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79" name=""/>
          <p:cNvSpPr/>
          <p:nvPr/>
        </p:nvSpPr>
        <p:spPr>
          <a:xfrm flipV="1">
            <a:off x="6292440" y="3822120"/>
            <a:ext cx="344160" cy="230400"/>
          </a:xfrm>
          <a:prstGeom prst="line">
            <a:avLst/>
          </a:prstGeom>
          <a:ln w="12600">
            <a:solidFill>
              <a:srgbClr val="ff0000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0" name=""/>
          <p:cNvSpPr/>
          <p:nvPr/>
        </p:nvSpPr>
        <p:spPr>
          <a:xfrm>
            <a:off x="3671280" y="4605480"/>
            <a:ext cx="2963520" cy="0"/>
          </a:xfrm>
          <a:prstGeom prst="line">
            <a:avLst/>
          </a:prstGeom>
          <a:ln w="12600">
            <a:solidFill>
              <a:srgbClr val="5b9bd5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1" name=""/>
          <p:cNvSpPr/>
          <p:nvPr/>
        </p:nvSpPr>
        <p:spPr>
          <a:xfrm>
            <a:off x="3671280" y="4480560"/>
            <a:ext cx="2963520" cy="0"/>
          </a:xfrm>
          <a:prstGeom prst="line">
            <a:avLst/>
          </a:prstGeom>
          <a:ln w="12600">
            <a:solidFill>
              <a:srgbClr val="5b9bd5"/>
            </a:solidFill>
            <a:custDash>
              <a:ds d="300000" sp="100000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2" name=""/>
          <p:cNvSpPr txBox="1"/>
          <p:nvPr/>
        </p:nvSpPr>
        <p:spPr>
          <a:xfrm>
            <a:off x="2640960" y="4741200"/>
            <a:ext cx="270360" cy="11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50" spc="-1" strike="noStrike">
                <a:solidFill>
                  <a:srgbClr val="000000"/>
                </a:solidFill>
                <a:latin typeface="Calibri"/>
                <a:ea typeface="Calibri"/>
              </a:rPr>
              <a:t>Others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3" name=""/>
          <p:cNvSpPr txBox="1"/>
          <p:nvPr/>
        </p:nvSpPr>
        <p:spPr>
          <a:xfrm>
            <a:off x="2608200" y="3945960"/>
            <a:ext cx="442800" cy="11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50" spc="-1" strike="noStrike">
                <a:solidFill>
                  <a:srgbClr val="000000"/>
                </a:solidFill>
                <a:latin typeface="Calibri"/>
                <a:ea typeface="Calibri"/>
              </a:rPr>
              <a:t>Impedance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4" name=""/>
          <p:cNvSpPr txBox="1"/>
          <p:nvPr/>
        </p:nvSpPr>
        <p:spPr>
          <a:xfrm>
            <a:off x="2630880" y="4116600"/>
            <a:ext cx="317880" cy="11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50" spc="-1" strike="noStrike">
                <a:solidFill>
                  <a:srgbClr val="000000"/>
                </a:solidFill>
                <a:latin typeface="Calibri"/>
                <a:ea typeface="Calibri"/>
              </a:rPr>
              <a:t>portion 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5" name=""/>
          <p:cNvSpPr txBox="1"/>
          <p:nvPr/>
        </p:nvSpPr>
        <p:spPr>
          <a:xfrm>
            <a:off x="2026080" y="5580720"/>
            <a:ext cx="719388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If empirical estimations already accounted for some portions of result,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6" name=""/>
          <p:cNvSpPr txBox="1"/>
          <p:nvPr/>
        </p:nvSpPr>
        <p:spPr>
          <a:xfrm>
            <a:off x="2661480" y="5900760"/>
            <a:ext cx="568980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Malgun Gothic"/>
                <a:ea typeface="Malgun Gothic"/>
              </a:rPr>
              <a:t>The responsiveness of the measurement will be smaller.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7" name=""/>
          <p:cNvSpPr txBox="1"/>
          <p:nvPr/>
        </p:nvSpPr>
        <p:spPr>
          <a:xfrm>
            <a:off x="954360" y="6220440"/>
            <a:ext cx="95882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c00000"/>
                </a:solidFill>
                <a:latin typeface="Malgun Gothic"/>
                <a:ea typeface="Malgun Gothic"/>
              </a:rPr>
              <a:t>In other words, change of the body is shown smaller than the actual body composition change.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8" name=""/>
          <p:cNvSpPr txBox="1"/>
          <p:nvPr/>
        </p:nvSpPr>
        <p:spPr>
          <a:xfrm>
            <a:off x="1130040" y="1414080"/>
            <a:ext cx="1667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c00000"/>
                </a:solidFill>
                <a:latin typeface="Calibri"/>
                <a:ea typeface="Calibri"/>
              </a:rPr>
              <a:t>InBody technology 4: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89" name=""/>
          <p:cNvSpPr txBox="1"/>
          <p:nvPr/>
        </p:nvSpPr>
        <p:spPr>
          <a:xfrm>
            <a:off x="1130040" y="1643040"/>
            <a:ext cx="2414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000000"/>
                </a:solidFill>
                <a:latin typeface="Calibri"/>
                <a:ea typeface="Calibri"/>
              </a:rPr>
              <a:t>Excluding Empirical Estimation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9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9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92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93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494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149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21496" name="" descr=""/>
          <p:cNvPicPr/>
          <p:nvPr/>
        </p:nvPicPr>
        <p:blipFill>
          <a:blip r:embed="rId2"/>
          <a:stretch/>
        </p:blipFill>
        <p:spPr>
          <a:xfrm>
            <a:off x="2898720" y="3701880"/>
            <a:ext cx="5376240" cy="3029400"/>
          </a:xfrm>
          <a:prstGeom prst="rect">
            <a:avLst/>
          </a:prstGeom>
          <a:ln w="0">
            <a:noFill/>
          </a:ln>
        </p:spPr>
      </p:pic>
      <p:pic>
        <p:nvPicPr>
          <p:cNvPr id="21497" name="" descr=""/>
          <p:cNvPicPr/>
          <p:nvPr/>
        </p:nvPicPr>
        <p:blipFill>
          <a:blip r:embed="rId3"/>
          <a:stretch/>
        </p:blipFill>
        <p:spPr>
          <a:xfrm>
            <a:off x="3093840" y="3897000"/>
            <a:ext cx="4806360" cy="2459520"/>
          </a:xfrm>
          <a:prstGeom prst="rect">
            <a:avLst/>
          </a:prstGeom>
          <a:ln w="0">
            <a:noFill/>
          </a:ln>
        </p:spPr>
      </p:pic>
      <p:sp>
        <p:nvSpPr>
          <p:cNvPr id="21498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499" name=""/>
          <p:cNvSpPr txBox="1"/>
          <p:nvPr/>
        </p:nvSpPr>
        <p:spPr>
          <a:xfrm>
            <a:off x="3677400" y="3587400"/>
            <a:ext cx="1075320" cy="157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0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BIA vs. DEXA, 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0" name=""/>
          <p:cNvSpPr/>
          <p:nvPr/>
        </p:nvSpPr>
        <p:spPr>
          <a:xfrm>
            <a:off x="2474640" y="5079240"/>
            <a:ext cx="5616360" cy="1404000"/>
          </a:xfrm>
          <a:custGeom>
            <a:avLst/>
            <a:gdLst/>
            <a:ahLst/>
            <a:rect l="0" t="0" r="r" b="b"/>
            <a:pathLst>
              <a:path w="15601" h="3900">
                <a:moveTo>
                  <a:pt x="0" y="3900"/>
                </a:moveTo>
                <a:lnTo>
                  <a:pt x="15601" y="3900"/>
                </a:lnTo>
                <a:lnTo>
                  <a:pt x="15601" y="0"/>
                </a:lnTo>
                <a:lnTo>
                  <a:pt x="0" y="0"/>
                </a:lnTo>
                <a:lnTo>
                  <a:pt x="0" y="3900"/>
                </a:lnTo>
                <a:close/>
              </a:path>
            </a:pathLst>
          </a:custGeom>
          <a:solidFill>
            <a:srgbClr val="d9d9d9"/>
          </a:solidFill>
          <a:ln w="12600">
            <a:solidFill>
              <a:srgbClr val="7f7f7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1" name=""/>
          <p:cNvSpPr/>
          <p:nvPr/>
        </p:nvSpPr>
        <p:spPr>
          <a:xfrm>
            <a:off x="315468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2" name=""/>
          <p:cNvSpPr/>
          <p:nvPr/>
        </p:nvSpPr>
        <p:spPr>
          <a:xfrm>
            <a:off x="375840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3" name=""/>
          <p:cNvSpPr/>
          <p:nvPr/>
        </p:nvSpPr>
        <p:spPr>
          <a:xfrm>
            <a:off x="436212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4" name=""/>
          <p:cNvSpPr/>
          <p:nvPr/>
        </p:nvSpPr>
        <p:spPr>
          <a:xfrm>
            <a:off x="496548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5" name=""/>
          <p:cNvSpPr/>
          <p:nvPr/>
        </p:nvSpPr>
        <p:spPr>
          <a:xfrm>
            <a:off x="556812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6" name=""/>
          <p:cNvSpPr/>
          <p:nvPr/>
        </p:nvSpPr>
        <p:spPr>
          <a:xfrm>
            <a:off x="617184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7" name=""/>
          <p:cNvSpPr/>
          <p:nvPr/>
        </p:nvSpPr>
        <p:spPr>
          <a:xfrm>
            <a:off x="677556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8" name=""/>
          <p:cNvSpPr/>
          <p:nvPr/>
        </p:nvSpPr>
        <p:spPr>
          <a:xfrm>
            <a:off x="737892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09" name=""/>
          <p:cNvSpPr/>
          <p:nvPr/>
        </p:nvSpPr>
        <p:spPr>
          <a:xfrm>
            <a:off x="255096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0" name=""/>
          <p:cNvSpPr/>
          <p:nvPr/>
        </p:nvSpPr>
        <p:spPr>
          <a:xfrm>
            <a:off x="7982640" y="5126040"/>
            <a:ext cx="0" cy="22284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1" name=""/>
          <p:cNvSpPr/>
          <p:nvPr/>
        </p:nvSpPr>
        <p:spPr>
          <a:xfrm>
            <a:off x="2544840" y="5132160"/>
            <a:ext cx="544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2" name=""/>
          <p:cNvSpPr txBox="1"/>
          <p:nvPr/>
        </p:nvSpPr>
        <p:spPr>
          <a:xfrm>
            <a:off x="4596480" y="3590280"/>
            <a:ext cx="20491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050" spc="-1" strike="noStrike">
                <a:solidFill>
                  <a:srgbClr val="000000"/>
                </a:solidFill>
                <a:latin typeface="Arial"/>
                <a:ea typeface="Arial"/>
              </a:rPr>
              <a:t>Attributed from Barry University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3" name=""/>
          <p:cNvSpPr txBox="1"/>
          <p:nvPr/>
        </p:nvSpPr>
        <p:spPr>
          <a:xfrm>
            <a:off x="2514240" y="5400360"/>
            <a:ext cx="13968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4" name=""/>
          <p:cNvSpPr txBox="1"/>
          <p:nvPr/>
        </p:nvSpPr>
        <p:spPr>
          <a:xfrm>
            <a:off x="3110760" y="540036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10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5" name=""/>
          <p:cNvSpPr txBox="1"/>
          <p:nvPr/>
        </p:nvSpPr>
        <p:spPr>
          <a:xfrm>
            <a:off x="3708720" y="540036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15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6" name=""/>
          <p:cNvSpPr txBox="1"/>
          <p:nvPr/>
        </p:nvSpPr>
        <p:spPr>
          <a:xfrm>
            <a:off x="4305240" y="540036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7" name=""/>
          <p:cNvSpPr txBox="1"/>
          <p:nvPr/>
        </p:nvSpPr>
        <p:spPr>
          <a:xfrm>
            <a:off x="4902840" y="540036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25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8" name=""/>
          <p:cNvSpPr txBox="1"/>
          <p:nvPr/>
        </p:nvSpPr>
        <p:spPr>
          <a:xfrm>
            <a:off x="5499720" y="540036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30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19" name=""/>
          <p:cNvSpPr txBox="1"/>
          <p:nvPr/>
        </p:nvSpPr>
        <p:spPr>
          <a:xfrm>
            <a:off x="6097680" y="540036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35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0" name=""/>
          <p:cNvSpPr txBox="1"/>
          <p:nvPr/>
        </p:nvSpPr>
        <p:spPr>
          <a:xfrm>
            <a:off x="6694200" y="540036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40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1" name=""/>
          <p:cNvSpPr txBox="1"/>
          <p:nvPr/>
        </p:nvSpPr>
        <p:spPr>
          <a:xfrm>
            <a:off x="7292160" y="540036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45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2" name=""/>
          <p:cNvSpPr/>
          <p:nvPr/>
        </p:nvSpPr>
        <p:spPr>
          <a:xfrm>
            <a:off x="2712600" y="5573160"/>
            <a:ext cx="4569120" cy="209160"/>
          </a:xfrm>
          <a:custGeom>
            <a:avLst/>
            <a:gdLst/>
            <a:ahLst/>
            <a:rect l="0" t="0" r="r" b="b"/>
            <a:pathLst>
              <a:path w="12692" h="581">
                <a:moveTo>
                  <a:pt x="0" y="581"/>
                </a:moveTo>
                <a:lnTo>
                  <a:pt x="12692" y="581"/>
                </a:lnTo>
                <a:lnTo>
                  <a:pt x="12692" y="0"/>
                </a:lnTo>
                <a:lnTo>
                  <a:pt x="0" y="0"/>
                </a:lnTo>
                <a:lnTo>
                  <a:pt x="0" y="581"/>
                </a:lnTo>
                <a:close/>
              </a:path>
            </a:pathLst>
          </a:custGeom>
          <a:solidFill>
            <a:srgbClr val="ffccff"/>
          </a:solidFill>
          <a:ln w="2880">
            <a:solidFill>
              <a:srgbClr val="a5a5a5"/>
            </a:solidFill>
            <a:miter/>
          </a:ln>
        </p:spPr>
        <p:txBody>
          <a:bodyPr lIns="1440" rIns="1440" tIns="1440" bIns="1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3" name=""/>
          <p:cNvSpPr txBox="1"/>
          <p:nvPr/>
        </p:nvSpPr>
        <p:spPr>
          <a:xfrm>
            <a:off x="7888320" y="5400360"/>
            <a:ext cx="1958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Gulim"/>
                <a:ea typeface="Gulim"/>
              </a:rPr>
              <a:t>50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4" name=""/>
          <p:cNvSpPr/>
          <p:nvPr/>
        </p:nvSpPr>
        <p:spPr>
          <a:xfrm>
            <a:off x="2819160" y="5894640"/>
            <a:ext cx="4356000" cy="210600"/>
          </a:xfrm>
          <a:custGeom>
            <a:avLst/>
            <a:gdLst/>
            <a:ahLst/>
            <a:rect l="0" t="0" r="r" b="b"/>
            <a:pathLst>
              <a:path w="12100" h="585">
                <a:moveTo>
                  <a:pt x="0" y="585"/>
                </a:moveTo>
                <a:lnTo>
                  <a:pt x="12100" y="585"/>
                </a:lnTo>
                <a:lnTo>
                  <a:pt x="12100" y="0"/>
                </a:lnTo>
                <a:lnTo>
                  <a:pt x="0" y="0"/>
                </a:lnTo>
                <a:lnTo>
                  <a:pt x="0" y="585"/>
                </a:lnTo>
                <a:close/>
              </a:path>
            </a:pathLst>
          </a:custGeom>
          <a:solidFill>
            <a:srgbClr val="99ccff"/>
          </a:solidFill>
          <a:ln w="2880">
            <a:solidFill>
              <a:srgbClr val="4472c4"/>
            </a:solidFill>
            <a:miter/>
          </a:ln>
        </p:spPr>
        <p:txBody>
          <a:bodyPr lIns="1440" rIns="1440" tIns="1440" bIns="1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5" name=""/>
          <p:cNvSpPr txBox="1"/>
          <p:nvPr/>
        </p:nvSpPr>
        <p:spPr>
          <a:xfrm>
            <a:off x="4433400" y="5571720"/>
            <a:ext cx="1131480" cy="210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50" spc="-1" strike="noStrike">
                <a:solidFill>
                  <a:srgbClr val="000000"/>
                </a:solidFill>
                <a:latin typeface="Calibri"/>
                <a:ea typeface="Calibri"/>
              </a:rPr>
              <a:t>DEXA (6.1~44.3)</a:t>
            </a:r>
            <a:endParaRPr b="0" lang="en-US" sz="13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6" name=""/>
          <p:cNvSpPr/>
          <p:nvPr/>
        </p:nvSpPr>
        <p:spPr>
          <a:xfrm>
            <a:off x="2657520" y="6216120"/>
            <a:ext cx="3489120" cy="213840"/>
          </a:xfrm>
          <a:custGeom>
            <a:avLst/>
            <a:gdLst/>
            <a:ahLst/>
            <a:rect l="0" t="0" r="r" b="b"/>
            <a:pathLst>
              <a:path w="9692" h="594">
                <a:moveTo>
                  <a:pt x="0" y="594"/>
                </a:moveTo>
                <a:lnTo>
                  <a:pt x="9692" y="594"/>
                </a:lnTo>
                <a:lnTo>
                  <a:pt x="9692" y="0"/>
                </a:lnTo>
                <a:lnTo>
                  <a:pt x="0" y="0"/>
                </a:lnTo>
                <a:lnTo>
                  <a:pt x="0" y="594"/>
                </a:lnTo>
                <a:close/>
              </a:path>
            </a:pathLst>
          </a:custGeom>
          <a:solidFill>
            <a:srgbClr val="f8cbad"/>
          </a:solidFill>
          <a:ln w="2880">
            <a:solidFill>
              <a:srgbClr val="ed7d31"/>
            </a:solidFill>
            <a:miter/>
          </a:ln>
        </p:spPr>
        <p:txBody>
          <a:bodyPr lIns="1440" rIns="1440" tIns="1440" bIns="1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7" name=""/>
          <p:cNvSpPr txBox="1"/>
          <p:nvPr/>
        </p:nvSpPr>
        <p:spPr>
          <a:xfrm>
            <a:off x="4229640" y="5894640"/>
            <a:ext cx="1540080" cy="210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50" spc="-1" strike="noStrike">
                <a:solidFill>
                  <a:srgbClr val="000000"/>
                </a:solidFill>
                <a:latin typeface="Calibri"/>
                <a:ea typeface="Calibri"/>
              </a:rPr>
              <a:t>InBody720  (7.4~43.2)</a:t>
            </a:r>
            <a:endParaRPr b="0" lang="en-US" sz="13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8" name=""/>
          <p:cNvSpPr txBox="1"/>
          <p:nvPr/>
        </p:nvSpPr>
        <p:spPr>
          <a:xfrm>
            <a:off x="3611520" y="6216840"/>
            <a:ext cx="1591920" cy="210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60" spc="-1" strike="noStrike">
                <a:solidFill>
                  <a:srgbClr val="000000"/>
                </a:solidFill>
                <a:latin typeface="Calibri"/>
                <a:ea typeface="Calibri"/>
              </a:rPr>
              <a:t>Company A  (5.8~34.7)</a:t>
            </a:r>
            <a:endParaRPr b="0" lang="en-US" sz="13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29" name=""/>
          <p:cNvSpPr/>
          <p:nvPr/>
        </p:nvSpPr>
        <p:spPr>
          <a:xfrm>
            <a:off x="3179520" y="1814040"/>
            <a:ext cx="795960" cy="81000"/>
          </a:xfrm>
          <a:custGeom>
            <a:avLst/>
            <a:gdLst/>
            <a:ahLst/>
            <a:rect l="0" t="0" r="r" b="b"/>
            <a:pathLst>
              <a:path w="2211" h="225">
                <a:moveTo>
                  <a:pt x="0" y="0"/>
                </a:moveTo>
                <a:lnTo>
                  <a:pt x="2211" y="0"/>
                </a:lnTo>
                <a:lnTo>
                  <a:pt x="2211" y="225"/>
                </a:lnTo>
                <a:lnTo>
                  <a:pt x="0" y="22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0" name=""/>
          <p:cNvSpPr/>
          <p:nvPr/>
        </p:nvSpPr>
        <p:spPr>
          <a:xfrm>
            <a:off x="3179520" y="1894680"/>
            <a:ext cx="795960" cy="80640"/>
          </a:xfrm>
          <a:custGeom>
            <a:avLst/>
            <a:gdLst/>
            <a:ahLst/>
            <a:rect l="0" t="0" r="r" b="b"/>
            <a:pathLst>
              <a:path w="2211" h="224">
                <a:moveTo>
                  <a:pt x="0" y="0"/>
                </a:moveTo>
                <a:lnTo>
                  <a:pt x="2211" y="0"/>
                </a:lnTo>
                <a:lnTo>
                  <a:pt x="2211" y="224"/>
                </a:lnTo>
                <a:lnTo>
                  <a:pt x="0" y="224"/>
                </a:lnTo>
                <a:lnTo>
                  <a:pt x="0" y="0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1" name=""/>
          <p:cNvSpPr/>
          <p:nvPr/>
        </p:nvSpPr>
        <p:spPr>
          <a:xfrm>
            <a:off x="3179520" y="1974960"/>
            <a:ext cx="795960" cy="81000"/>
          </a:xfrm>
          <a:custGeom>
            <a:avLst/>
            <a:gdLst/>
            <a:ahLst/>
            <a:rect l="0" t="0" r="r" b="b"/>
            <a:pathLst>
              <a:path w="2211" h="225">
                <a:moveTo>
                  <a:pt x="0" y="0"/>
                </a:moveTo>
                <a:lnTo>
                  <a:pt x="2211" y="0"/>
                </a:lnTo>
                <a:lnTo>
                  <a:pt x="2211" y="225"/>
                </a:lnTo>
                <a:lnTo>
                  <a:pt x="0" y="225"/>
                </a:lnTo>
                <a:lnTo>
                  <a:pt x="0" y="0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2" name=""/>
          <p:cNvSpPr/>
          <p:nvPr/>
        </p:nvSpPr>
        <p:spPr>
          <a:xfrm>
            <a:off x="3179520" y="2055600"/>
            <a:ext cx="795960" cy="81000"/>
          </a:xfrm>
          <a:custGeom>
            <a:avLst/>
            <a:gdLst/>
            <a:ahLst/>
            <a:rect l="0" t="0" r="r" b="b"/>
            <a:pathLst>
              <a:path w="2211" h="225">
                <a:moveTo>
                  <a:pt x="0" y="0"/>
                </a:moveTo>
                <a:lnTo>
                  <a:pt x="2211" y="0"/>
                </a:lnTo>
                <a:lnTo>
                  <a:pt x="2211" y="225"/>
                </a:lnTo>
                <a:lnTo>
                  <a:pt x="0" y="225"/>
                </a:lnTo>
                <a:lnTo>
                  <a:pt x="0" y="0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3" name=""/>
          <p:cNvSpPr/>
          <p:nvPr/>
        </p:nvSpPr>
        <p:spPr>
          <a:xfrm>
            <a:off x="3179520" y="2136240"/>
            <a:ext cx="795960" cy="80640"/>
          </a:xfrm>
          <a:custGeom>
            <a:avLst/>
            <a:gdLst/>
            <a:ahLst/>
            <a:rect l="0" t="0" r="r" b="b"/>
            <a:pathLst>
              <a:path w="2211" h="224">
                <a:moveTo>
                  <a:pt x="0" y="0"/>
                </a:moveTo>
                <a:lnTo>
                  <a:pt x="2211" y="0"/>
                </a:lnTo>
                <a:lnTo>
                  <a:pt x="2211" y="224"/>
                </a:lnTo>
                <a:lnTo>
                  <a:pt x="0" y="224"/>
                </a:lnTo>
                <a:lnTo>
                  <a:pt x="0" y="0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4" name=""/>
          <p:cNvSpPr/>
          <p:nvPr/>
        </p:nvSpPr>
        <p:spPr>
          <a:xfrm>
            <a:off x="3179520" y="2216520"/>
            <a:ext cx="795960" cy="81000"/>
          </a:xfrm>
          <a:custGeom>
            <a:avLst/>
            <a:gdLst/>
            <a:ahLst/>
            <a:rect l="0" t="0" r="r" b="b"/>
            <a:pathLst>
              <a:path w="2211" h="225">
                <a:moveTo>
                  <a:pt x="0" y="0"/>
                </a:moveTo>
                <a:lnTo>
                  <a:pt x="2211" y="0"/>
                </a:lnTo>
                <a:lnTo>
                  <a:pt x="2211" y="225"/>
                </a:lnTo>
                <a:lnTo>
                  <a:pt x="0" y="225"/>
                </a:lnTo>
                <a:lnTo>
                  <a:pt x="0" y="0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5" name=""/>
          <p:cNvSpPr/>
          <p:nvPr/>
        </p:nvSpPr>
        <p:spPr>
          <a:xfrm>
            <a:off x="3179520" y="2297160"/>
            <a:ext cx="795960" cy="80640"/>
          </a:xfrm>
          <a:custGeom>
            <a:avLst/>
            <a:gdLst/>
            <a:ahLst/>
            <a:rect l="0" t="0" r="r" b="b"/>
            <a:pathLst>
              <a:path w="2211" h="224">
                <a:moveTo>
                  <a:pt x="0" y="0"/>
                </a:moveTo>
                <a:lnTo>
                  <a:pt x="2211" y="0"/>
                </a:lnTo>
                <a:lnTo>
                  <a:pt x="2211" y="224"/>
                </a:lnTo>
                <a:lnTo>
                  <a:pt x="0" y="224"/>
                </a:lnTo>
                <a:lnTo>
                  <a:pt x="0" y="0"/>
                </a:lnTo>
                <a:close/>
              </a:path>
            </a:pathLst>
          </a:custGeom>
          <a:solidFill>
            <a:srgbClr val="fc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6" name=""/>
          <p:cNvSpPr/>
          <p:nvPr/>
        </p:nvSpPr>
        <p:spPr>
          <a:xfrm>
            <a:off x="3179520" y="2377440"/>
            <a:ext cx="795960" cy="81000"/>
          </a:xfrm>
          <a:custGeom>
            <a:avLst/>
            <a:gdLst/>
            <a:ahLst/>
            <a:rect l="0" t="0" r="r" b="b"/>
            <a:pathLst>
              <a:path w="2211" h="225">
                <a:moveTo>
                  <a:pt x="0" y="0"/>
                </a:moveTo>
                <a:lnTo>
                  <a:pt x="2211" y="0"/>
                </a:lnTo>
                <a:lnTo>
                  <a:pt x="2211" y="225"/>
                </a:lnTo>
                <a:lnTo>
                  <a:pt x="0" y="225"/>
                </a:lnTo>
                <a:lnTo>
                  <a:pt x="0" y="0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7" name=""/>
          <p:cNvSpPr/>
          <p:nvPr/>
        </p:nvSpPr>
        <p:spPr>
          <a:xfrm>
            <a:off x="3179520" y="24580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b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8" name=""/>
          <p:cNvSpPr/>
          <p:nvPr/>
        </p:nvSpPr>
        <p:spPr>
          <a:xfrm>
            <a:off x="3179520" y="24681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39" name=""/>
          <p:cNvSpPr/>
          <p:nvPr/>
        </p:nvSpPr>
        <p:spPr>
          <a:xfrm>
            <a:off x="3179520" y="24782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0" name=""/>
          <p:cNvSpPr/>
          <p:nvPr/>
        </p:nvSpPr>
        <p:spPr>
          <a:xfrm>
            <a:off x="3179520" y="24883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1" name=""/>
          <p:cNvSpPr/>
          <p:nvPr/>
        </p:nvSpPr>
        <p:spPr>
          <a:xfrm>
            <a:off x="3179520" y="24984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2" name=""/>
          <p:cNvSpPr/>
          <p:nvPr/>
        </p:nvSpPr>
        <p:spPr>
          <a:xfrm>
            <a:off x="3179520" y="25084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3" name=""/>
          <p:cNvSpPr/>
          <p:nvPr/>
        </p:nvSpPr>
        <p:spPr>
          <a:xfrm>
            <a:off x="3179520" y="2518560"/>
            <a:ext cx="795960" cy="10080"/>
          </a:xfrm>
          <a:custGeom>
            <a:avLst/>
            <a:gdLst/>
            <a:ahLst/>
            <a:rect l="0" t="0" r="r" b="b"/>
            <a:pathLst>
              <a:path w="2211" h="28">
                <a:moveTo>
                  <a:pt x="0" y="0"/>
                </a:moveTo>
                <a:lnTo>
                  <a:pt x="2211" y="0"/>
                </a:lnTo>
                <a:lnTo>
                  <a:pt x="2211" y="28"/>
                </a:lnTo>
                <a:lnTo>
                  <a:pt x="0" y="28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4" name=""/>
          <p:cNvSpPr/>
          <p:nvPr/>
        </p:nvSpPr>
        <p:spPr>
          <a:xfrm>
            <a:off x="3179520" y="25282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5" name=""/>
          <p:cNvSpPr/>
          <p:nvPr/>
        </p:nvSpPr>
        <p:spPr>
          <a:xfrm>
            <a:off x="3179520" y="25383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6" name=""/>
          <p:cNvSpPr/>
          <p:nvPr/>
        </p:nvSpPr>
        <p:spPr>
          <a:xfrm>
            <a:off x="3179520" y="25484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7" name=""/>
          <p:cNvSpPr/>
          <p:nvPr/>
        </p:nvSpPr>
        <p:spPr>
          <a:xfrm>
            <a:off x="3179520" y="25585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8" name=""/>
          <p:cNvSpPr/>
          <p:nvPr/>
        </p:nvSpPr>
        <p:spPr>
          <a:xfrm>
            <a:off x="3179520" y="25686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49" name=""/>
          <p:cNvSpPr/>
          <p:nvPr/>
        </p:nvSpPr>
        <p:spPr>
          <a:xfrm>
            <a:off x="3179520" y="25786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0" name=""/>
          <p:cNvSpPr/>
          <p:nvPr/>
        </p:nvSpPr>
        <p:spPr>
          <a:xfrm>
            <a:off x="3179520" y="25887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1" name=""/>
          <p:cNvSpPr/>
          <p:nvPr/>
        </p:nvSpPr>
        <p:spPr>
          <a:xfrm>
            <a:off x="3179520" y="25988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2" name=""/>
          <p:cNvSpPr/>
          <p:nvPr/>
        </p:nvSpPr>
        <p:spPr>
          <a:xfrm>
            <a:off x="3179520" y="26089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3" name=""/>
          <p:cNvSpPr/>
          <p:nvPr/>
        </p:nvSpPr>
        <p:spPr>
          <a:xfrm>
            <a:off x="3179520" y="26190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0f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4" name=""/>
          <p:cNvSpPr/>
          <p:nvPr/>
        </p:nvSpPr>
        <p:spPr>
          <a:xfrm>
            <a:off x="3179520" y="2629080"/>
            <a:ext cx="795960" cy="10800"/>
          </a:xfrm>
          <a:custGeom>
            <a:avLst/>
            <a:gdLst/>
            <a:ahLst/>
            <a:rect l="0" t="0" r="r" b="b"/>
            <a:pathLst>
              <a:path w="2211" h="30">
                <a:moveTo>
                  <a:pt x="0" y="0"/>
                </a:moveTo>
                <a:lnTo>
                  <a:pt x="2211" y="0"/>
                </a:lnTo>
                <a:lnTo>
                  <a:pt x="2211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5" name=""/>
          <p:cNvSpPr/>
          <p:nvPr/>
        </p:nvSpPr>
        <p:spPr>
          <a:xfrm>
            <a:off x="3179520" y="26391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6" name=""/>
          <p:cNvSpPr/>
          <p:nvPr/>
        </p:nvSpPr>
        <p:spPr>
          <a:xfrm>
            <a:off x="3179520" y="26492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7" name=""/>
          <p:cNvSpPr/>
          <p:nvPr/>
        </p:nvSpPr>
        <p:spPr>
          <a:xfrm>
            <a:off x="3179520" y="26593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8" name=""/>
          <p:cNvSpPr/>
          <p:nvPr/>
        </p:nvSpPr>
        <p:spPr>
          <a:xfrm>
            <a:off x="3179520" y="26694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de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59" name=""/>
          <p:cNvSpPr/>
          <p:nvPr/>
        </p:nvSpPr>
        <p:spPr>
          <a:xfrm>
            <a:off x="3179520" y="26794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0" name=""/>
          <p:cNvSpPr/>
          <p:nvPr/>
        </p:nvSpPr>
        <p:spPr>
          <a:xfrm>
            <a:off x="3179520" y="26895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1" name=""/>
          <p:cNvSpPr/>
          <p:nvPr/>
        </p:nvSpPr>
        <p:spPr>
          <a:xfrm>
            <a:off x="3179520" y="26996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2" name=""/>
          <p:cNvSpPr/>
          <p:nvPr/>
        </p:nvSpPr>
        <p:spPr>
          <a:xfrm>
            <a:off x="3179520" y="2709720"/>
            <a:ext cx="795960" cy="10080"/>
          </a:xfrm>
          <a:custGeom>
            <a:avLst/>
            <a:gdLst/>
            <a:ahLst/>
            <a:rect l="0" t="0" r="r" b="b"/>
            <a:pathLst>
              <a:path w="2211" h="28">
                <a:moveTo>
                  <a:pt x="0" y="0"/>
                </a:moveTo>
                <a:lnTo>
                  <a:pt x="2211" y="0"/>
                </a:lnTo>
                <a:lnTo>
                  <a:pt x="2211" y="28"/>
                </a:lnTo>
                <a:lnTo>
                  <a:pt x="0" y="28"/>
                </a:lnTo>
                <a:lnTo>
                  <a:pt x="0" y="0"/>
                </a:lnTo>
                <a:close/>
              </a:path>
            </a:pathLst>
          </a:custGeom>
          <a:solidFill>
            <a:srgbClr val="eaea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3" name=""/>
          <p:cNvSpPr/>
          <p:nvPr/>
        </p:nvSpPr>
        <p:spPr>
          <a:xfrm>
            <a:off x="3179520" y="27194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4" name=""/>
          <p:cNvSpPr/>
          <p:nvPr/>
        </p:nvSpPr>
        <p:spPr>
          <a:xfrm>
            <a:off x="3179520" y="27295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5" name=""/>
          <p:cNvSpPr/>
          <p:nvPr/>
        </p:nvSpPr>
        <p:spPr>
          <a:xfrm>
            <a:off x="3179520" y="27396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8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6" name=""/>
          <p:cNvSpPr/>
          <p:nvPr/>
        </p:nvSpPr>
        <p:spPr>
          <a:xfrm>
            <a:off x="3179520" y="27496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7" name=""/>
          <p:cNvSpPr/>
          <p:nvPr/>
        </p:nvSpPr>
        <p:spPr>
          <a:xfrm>
            <a:off x="3179520" y="27597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8" name=""/>
          <p:cNvSpPr/>
          <p:nvPr/>
        </p:nvSpPr>
        <p:spPr>
          <a:xfrm>
            <a:off x="3179520" y="27698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6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69" name=""/>
          <p:cNvSpPr/>
          <p:nvPr/>
        </p:nvSpPr>
        <p:spPr>
          <a:xfrm>
            <a:off x="3179520" y="27799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0" name=""/>
          <p:cNvSpPr/>
          <p:nvPr/>
        </p:nvSpPr>
        <p:spPr>
          <a:xfrm>
            <a:off x="3179520" y="27900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1" name=""/>
          <p:cNvSpPr/>
          <p:nvPr/>
        </p:nvSpPr>
        <p:spPr>
          <a:xfrm>
            <a:off x="3179520" y="28000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4e4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2" name=""/>
          <p:cNvSpPr/>
          <p:nvPr/>
        </p:nvSpPr>
        <p:spPr>
          <a:xfrm>
            <a:off x="3179520" y="28101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3e3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3" name=""/>
          <p:cNvSpPr/>
          <p:nvPr/>
        </p:nvSpPr>
        <p:spPr>
          <a:xfrm>
            <a:off x="3179520" y="28202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4" name=""/>
          <p:cNvSpPr/>
          <p:nvPr/>
        </p:nvSpPr>
        <p:spPr>
          <a:xfrm>
            <a:off x="3179520" y="28303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5" name=""/>
          <p:cNvSpPr/>
          <p:nvPr/>
        </p:nvSpPr>
        <p:spPr>
          <a:xfrm>
            <a:off x="3179520" y="28404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1e1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6" name=""/>
          <p:cNvSpPr/>
          <p:nvPr/>
        </p:nvSpPr>
        <p:spPr>
          <a:xfrm>
            <a:off x="3179520" y="28504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7" name=""/>
          <p:cNvSpPr/>
          <p:nvPr/>
        </p:nvSpPr>
        <p:spPr>
          <a:xfrm>
            <a:off x="3179520" y="28605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8" name=""/>
          <p:cNvSpPr/>
          <p:nvPr/>
        </p:nvSpPr>
        <p:spPr>
          <a:xfrm>
            <a:off x="3179520" y="28706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fdf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79" name=""/>
          <p:cNvSpPr/>
          <p:nvPr/>
        </p:nvSpPr>
        <p:spPr>
          <a:xfrm>
            <a:off x="3179520" y="28807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0" name=""/>
          <p:cNvSpPr/>
          <p:nvPr/>
        </p:nvSpPr>
        <p:spPr>
          <a:xfrm>
            <a:off x="3179520" y="28908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1" name=""/>
          <p:cNvSpPr/>
          <p:nvPr/>
        </p:nvSpPr>
        <p:spPr>
          <a:xfrm>
            <a:off x="3179520" y="2900880"/>
            <a:ext cx="795960" cy="10080"/>
          </a:xfrm>
          <a:custGeom>
            <a:avLst/>
            <a:gdLst/>
            <a:ahLst/>
            <a:rect l="0" t="0" r="r" b="b"/>
            <a:pathLst>
              <a:path w="2211" h="28">
                <a:moveTo>
                  <a:pt x="0" y="0"/>
                </a:moveTo>
                <a:lnTo>
                  <a:pt x="2211" y="0"/>
                </a:lnTo>
                <a:lnTo>
                  <a:pt x="2211" y="28"/>
                </a:lnTo>
                <a:lnTo>
                  <a:pt x="0" y="28"/>
                </a:lnTo>
                <a:lnTo>
                  <a:pt x="0" y="0"/>
                </a:lnTo>
                <a:close/>
              </a:path>
            </a:pathLst>
          </a:custGeom>
          <a:solidFill>
            <a:srgbClr val="dddd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2" name=""/>
          <p:cNvSpPr/>
          <p:nvPr/>
        </p:nvSpPr>
        <p:spPr>
          <a:xfrm>
            <a:off x="3179520" y="29106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c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3" name=""/>
          <p:cNvSpPr/>
          <p:nvPr/>
        </p:nvSpPr>
        <p:spPr>
          <a:xfrm>
            <a:off x="3179520" y="2920680"/>
            <a:ext cx="795960" cy="10800"/>
          </a:xfrm>
          <a:custGeom>
            <a:avLst/>
            <a:gdLst/>
            <a:ahLst/>
            <a:rect l="0" t="0" r="r" b="b"/>
            <a:pathLst>
              <a:path w="2211" h="30">
                <a:moveTo>
                  <a:pt x="0" y="0"/>
                </a:moveTo>
                <a:lnTo>
                  <a:pt x="2211" y="0"/>
                </a:lnTo>
                <a:lnTo>
                  <a:pt x="2211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cdc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4" name=""/>
          <p:cNvSpPr/>
          <p:nvPr/>
        </p:nvSpPr>
        <p:spPr>
          <a:xfrm>
            <a:off x="3179520" y="29307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bdb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5" name=""/>
          <p:cNvSpPr/>
          <p:nvPr/>
        </p:nvSpPr>
        <p:spPr>
          <a:xfrm>
            <a:off x="3179520" y="29408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6" name=""/>
          <p:cNvSpPr/>
          <p:nvPr/>
        </p:nvSpPr>
        <p:spPr>
          <a:xfrm>
            <a:off x="3179520" y="29509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7" name=""/>
          <p:cNvSpPr/>
          <p:nvPr/>
        </p:nvSpPr>
        <p:spPr>
          <a:xfrm>
            <a:off x="3179520" y="29610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8" name=""/>
          <p:cNvSpPr/>
          <p:nvPr/>
        </p:nvSpPr>
        <p:spPr>
          <a:xfrm>
            <a:off x="3179520" y="29710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89" name=""/>
          <p:cNvSpPr/>
          <p:nvPr/>
        </p:nvSpPr>
        <p:spPr>
          <a:xfrm>
            <a:off x="3179520" y="29811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0" name=""/>
          <p:cNvSpPr/>
          <p:nvPr/>
        </p:nvSpPr>
        <p:spPr>
          <a:xfrm>
            <a:off x="3179520" y="29912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1" name=""/>
          <p:cNvSpPr/>
          <p:nvPr/>
        </p:nvSpPr>
        <p:spPr>
          <a:xfrm>
            <a:off x="3179520" y="30013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2" name=""/>
          <p:cNvSpPr/>
          <p:nvPr/>
        </p:nvSpPr>
        <p:spPr>
          <a:xfrm>
            <a:off x="3179520" y="30114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3" name=""/>
          <p:cNvSpPr/>
          <p:nvPr/>
        </p:nvSpPr>
        <p:spPr>
          <a:xfrm>
            <a:off x="3179520" y="30214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4" name=""/>
          <p:cNvSpPr/>
          <p:nvPr/>
        </p:nvSpPr>
        <p:spPr>
          <a:xfrm>
            <a:off x="3179520" y="30315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5" name=""/>
          <p:cNvSpPr/>
          <p:nvPr/>
        </p:nvSpPr>
        <p:spPr>
          <a:xfrm>
            <a:off x="3179520" y="304164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6" name=""/>
          <p:cNvSpPr/>
          <p:nvPr/>
        </p:nvSpPr>
        <p:spPr>
          <a:xfrm>
            <a:off x="3179520" y="305172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7" name=""/>
          <p:cNvSpPr/>
          <p:nvPr/>
        </p:nvSpPr>
        <p:spPr>
          <a:xfrm>
            <a:off x="3179520" y="306180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8" name=""/>
          <p:cNvSpPr/>
          <p:nvPr/>
        </p:nvSpPr>
        <p:spPr>
          <a:xfrm>
            <a:off x="3179520" y="307188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599" name=""/>
          <p:cNvSpPr/>
          <p:nvPr/>
        </p:nvSpPr>
        <p:spPr>
          <a:xfrm>
            <a:off x="3179520" y="3081960"/>
            <a:ext cx="795960" cy="10440"/>
          </a:xfrm>
          <a:custGeom>
            <a:avLst/>
            <a:gdLst/>
            <a:ahLst/>
            <a:rect l="0" t="0" r="r" b="b"/>
            <a:pathLst>
              <a:path w="2211" h="29">
                <a:moveTo>
                  <a:pt x="0" y="0"/>
                </a:moveTo>
                <a:lnTo>
                  <a:pt x="2211" y="0"/>
                </a:lnTo>
                <a:lnTo>
                  <a:pt x="2211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00" name=""/>
          <p:cNvSpPr/>
          <p:nvPr/>
        </p:nvSpPr>
        <p:spPr>
          <a:xfrm>
            <a:off x="3179520" y="3092040"/>
            <a:ext cx="795960" cy="10080"/>
          </a:xfrm>
          <a:custGeom>
            <a:avLst/>
            <a:gdLst/>
            <a:ahLst/>
            <a:rect l="0" t="0" r="r" b="b"/>
            <a:pathLst>
              <a:path w="2211" h="28">
                <a:moveTo>
                  <a:pt x="0" y="0"/>
                </a:moveTo>
                <a:lnTo>
                  <a:pt x="2211" y="0"/>
                </a:lnTo>
                <a:lnTo>
                  <a:pt x="2211" y="28"/>
                </a:lnTo>
                <a:lnTo>
                  <a:pt x="0" y="28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01" name=""/>
          <p:cNvSpPr/>
          <p:nvPr/>
        </p:nvSpPr>
        <p:spPr>
          <a:xfrm>
            <a:off x="3179520" y="1814040"/>
            <a:ext cx="795960" cy="1288080"/>
          </a:xfrm>
          <a:custGeom>
            <a:avLst/>
            <a:gdLst/>
            <a:ahLst/>
            <a:rect l="0" t="0" r="r" b="b"/>
            <a:pathLst>
              <a:path w="2211" h="3578">
                <a:moveTo>
                  <a:pt x="0" y="3578"/>
                </a:moveTo>
                <a:lnTo>
                  <a:pt x="2211" y="3578"/>
                </a:lnTo>
                <a:lnTo>
                  <a:pt x="2211" y="0"/>
                </a:lnTo>
                <a:lnTo>
                  <a:pt x="0" y="0"/>
                </a:lnTo>
                <a:lnTo>
                  <a:pt x="0" y="3578"/>
                </a:lnTo>
                <a:close/>
              </a:path>
            </a:pathLst>
          </a:custGeom>
          <a:noFill/>
          <a:ln w="28440">
            <a:solidFill>
              <a:srgbClr val="ffffff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602" name=""/>
          <p:cNvSpPr/>
          <p:nvPr/>
        </p:nvSpPr>
        <p:spPr>
          <a:xfrm>
            <a:off x="60631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03" name=""/>
          <p:cNvSpPr/>
          <p:nvPr/>
        </p:nvSpPr>
        <p:spPr>
          <a:xfrm>
            <a:off x="60660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04" name=""/>
          <p:cNvSpPr/>
          <p:nvPr/>
        </p:nvSpPr>
        <p:spPr>
          <a:xfrm>
            <a:off x="606924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05" name=""/>
          <p:cNvSpPr/>
          <p:nvPr/>
        </p:nvSpPr>
        <p:spPr>
          <a:xfrm>
            <a:off x="60724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06" name=""/>
          <p:cNvSpPr/>
          <p:nvPr/>
        </p:nvSpPr>
        <p:spPr>
          <a:xfrm>
            <a:off x="60753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07" name=""/>
          <p:cNvSpPr/>
          <p:nvPr/>
        </p:nvSpPr>
        <p:spPr>
          <a:xfrm>
            <a:off x="60786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08" name=""/>
          <p:cNvSpPr/>
          <p:nvPr/>
        </p:nvSpPr>
        <p:spPr>
          <a:xfrm>
            <a:off x="60818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09" name=""/>
          <p:cNvSpPr/>
          <p:nvPr/>
        </p:nvSpPr>
        <p:spPr>
          <a:xfrm>
            <a:off x="60847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0" name=""/>
          <p:cNvSpPr/>
          <p:nvPr/>
        </p:nvSpPr>
        <p:spPr>
          <a:xfrm>
            <a:off x="60879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1" name=""/>
          <p:cNvSpPr/>
          <p:nvPr/>
        </p:nvSpPr>
        <p:spPr>
          <a:xfrm>
            <a:off x="60912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2" name=""/>
          <p:cNvSpPr/>
          <p:nvPr/>
        </p:nvSpPr>
        <p:spPr>
          <a:xfrm>
            <a:off x="60940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3" name=""/>
          <p:cNvSpPr/>
          <p:nvPr/>
        </p:nvSpPr>
        <p:spPr>
          <a:xfrm>
            <a:off x="60973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4" name=""/>
          <p:cNvSpPr/>
          <p:nvPr/>
        </p:nvSpPr>
        <p:spPr>
          <a:xfrm>
            <a:off x="61002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5" name=""/>
          <p:cNvSpPr/>
          <p:nvPr/>
        </p:nvSpPr>
        <p:spPr>
          <a:xfrm>
            <a:off x="61034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6" name=""/>
          <p:cNvSpPr/>
          <p:nvPr/>
        </p:nvSpPr>
        <p:spPr>
          <a:xfrm>
            <a:off x="61066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7" name=""/>
          <p:cNvSpPr/>
          <p:nvPr/>
        </p:nvSpPr>
        <p:spPr>
          <a:xfrm>
            <a:off x="610956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8" name=""/>
          <p:cNvSpPr/>
          <p:nvPr/>
        </p:nvSpPr>
        <p:spPr>
          <a:xfrm>
            <a:off x="61128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19" name=""/>
          <p:cNvSpPr/>
          <p:nvPr/>
        </p:nvSpPr>
        <p:spPr>
          <a:xfrm>
            <a:off x="61160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0" name=""/>
          <p:cNvSpPr/>
          <p:nvPr/>
        </p:nvSpPr>
        <p:spPr>
          <a:xfrm>
            <a:off x="61189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1" name=""/>
          <p:cNvSpPr/>
          <p:nvPr/>
        </p:nvSpPr>
        <p:spPr>
          <a:xfrm>
            <a:off x="61221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2" name=""/>
          <p:cNvSpPr/>
          <p:nvPr/>
        </p:nvSpPr>
        <p:spPr>
          <a:xfrm>
            <a:off x="61250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3" name=""/>
          <p:cNvSpPr/>
          <p:nvPr/>
        </p:nvSpPr>
        <p:spPr>
          <a:xfrm>
            <a:off x="61282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4" name=""/>
          <p:cNvSpPr/>
          <p:nvPr/>
        </p:nvSpPr>
        <p:spPr>
          <a:xfrm>
            <a:off x="61315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5" name=""/>
          <p:cNvSpPr/>
          <p:nvPr/>
        </p:nvSpPr>
        <p:spPr>
          <a:xfrm>
            <a:off x="61344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6" name=""/>
          <p:cNvSpPr/>
          <p:nvPr/>
        </p:nvSpPr>
        <p:spPr>
          <a:xfrm>
            <a:off x="61376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7" name=""/>
          <p:cNvSpPr/>
          <p:nvPr/>
        </p:nvSpPr>
        <p:spPr>
          <a:xfrm>
            <a:off x="61408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8" name=""/>
          <p:cNvSpPr/>
          <p:nvPr/>
        </p:nvSpPr>
        <p:spPr>
          <a:xfrm>
            <a:off x="61437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29" name=""/>
          <p:cNvSpPr/>
          <p:nvPr/>
        </p:nvSpPr>
        <p:spPr>
          <a:xfrm>
            <a:off x="614700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0" name=""/>
          <p:cNvSpPr/>
          <p:nvPr/>
        </p:nvSpPr>
        <p:spPr>
          <a:xfrm>
            <a:off x="61502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1" name=""/>
          <p:cNvSpPr/>
          <p:nvPr/>
        </p:nvSpPr>
        <p:spPr>
          <a:xfrm>
            <a:off x="61531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2" name=""/>
          <p:cNvSpPr/>
          <p:nvPr/>
        </p:nvSpPr>
        <p:spPr>
          <a:xfrm>
            <a:off x="61563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3" name=""/>
          <p:cNvSpPr/>
          <p:nvPr/>
        </p:nvSpPr>
        <p:spPr>
          <a:xfrm>
            <a:off x="61592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4" name=""/>
          <p:cNvSpPr/>
          <p:nvPr/>
        </p:nvSpPr>
        <p:spPr>
          <a:xfrm>
            <a:off x="61624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5" name=""/>
          <p:cNvSpPr/>
          <p:nvPr/>
        </p:nvSpPr>
        <p:spPr>
          <a:xfrm>
            <a:off x="61657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6" name=""/>
          <p:cNvSpPr/>
          <p:nvPr/>
        </p:nvSpPr>
        <p:spPr>
          <a:xfrm>
            <a:off x="61686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7" name=""/>
          <p:cNvSpPr/>
          <p:nvPr/>
        </p:nvSpPr>
        <p:spPr>
          <a:xfrm>
            <a:off x="61718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8" name=""/>
          <p:cNvSpPr/>
          <p:nvPr/>
        </p:nvSpPr>
        <p:spPr>
          <a:xfrm>
            <a:off x="61750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39" name=""/>
          <p:cNvSpPr/>
          <p:nvPr/>
        </p:nvSpPr>
        <p:spPr>
          <a:xfrm>
            <a:off x="61779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0" name=""/>
          <p:cNvSpPr/>
          <p:nvPr/>
        </p:nvSpPr>
        <p:spPr>
          <a:xfrm>
            <a:off x="61812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1" name=""/>
          <p:cNvSpPr/>
          <p:nvPr/>
        </p:nvSpPr>
        <p:spPr>
          <a:xfrm>
            <a:off x="61840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2" name=""/>
          <p:cNvSpPr/>
          <p:nvPr/>
        </p:nvSpPr>
        <p:spPr>
          <a:xfrm>
            <a:off x="618732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3" name=""/>
          <p:cNvSpPr/>
          <p:nvPr/>
        </p:nvSpPr>
        <p:spPr>
          <a:xfrm>
            <a:off x="61905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4" name=""/>
          <p:cNvSpPr/>
          <p:nvPr/>
        </p:nvSpPr>
        <p:spPr>
          <a:xfrm>
            <a:off x="61934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5" name=""/>
          <p:cNvSpPr/>
          <p:nvPr/>
        </p:nvSpPr>
        <p:spPr>
          <a:xfrm>
            <a:off x="61966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6" name=""/>
          <p:cNvSpPr/>
          <p:nvPr/>
        </p:nvSpPr>
        <p:spPr>
          <a:xfrm>
            <a:off x="61999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7" name=""/>
          <p:cNvSpPr/>
          <p:nvPr/>
        </p:nvSpPr>
        <p:spPr>
          <a:xfrm>
            <a:off x="62028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8" name=""/>
          <p:cNvSpPr/>
          <p:nvPr/>
        </p:nvSpPr>
        <p:spPr>
          <a:xfrm>
            <a:off x="62060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49" name=""/>
          <p:cNvSpPr/>
          <p:nvPr/>
        </p:nvSpPr>
        <p:spPr>
          <a:xfrm>
            <a:off x="62092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0" name=""/>
          <p:cNvSpPr/>
          <p:nvPr/>
        </p:nvSpPr>
        <p:spPr>
          <a:xfrm>
            <a:off x="62121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1" name=""/>
          <p:cNvSpPr/>
          <p:nvPr/>
        </p:nvSpPr>
        <p:spPr>
          <a:xfrm>
            <a:off x="62154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2" name=""/>
          <p:cNvSpPr/>
          <p:nvPr/>
        </p:nvSpPr>
        <p:spPr>
          <a:xfrm>
            <a:off x="62182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3" name=""/>
          <p:cNvSpPr/>
          <p:nvPr/>
        </p:nvSpPr>
        <p:spPr>
          <a:xfrm>
            <a:off x="62215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4" name=""/>
          <p:cNvSpPr/>
          <p:nvPr/>
        </p:nvSpPr>
        <p:spPr>
          <a:xfrm>
            <a:off x="62247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5" name=""/>
          <p:cNvSpPr/>
          <p:nvPr/>
        </p:nvSpPr>
        <p:spPr>
          <a:xfrm>
            <a:off x="622764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6" name=""/>
          <p:cNvSpPr/>
          <p:nvPr/>
        </p:nvSpPr>
        <p:spPr>
          <a:xfrm>
            <a:off x="62308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7" name=""/>
          <p:cNvSpPr/>
          <p:nvPr/>
        </p:nvSpPr>
        <p:spPr>
          <a:xfrm>
            <a:off x="62341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8" name=""/>
          <p:cNvSpPr/>
          <p:nvPr/>
        </p:nvSpPr>
        <p:spPr>
          <a:xfrm>
            <a:off x="62370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59" name=""/>
          <p:cNvSpPr/>
          <p:nvPr/>
        </p:nvSpPr>
        <p:spPr>
          <a:xfrm>
            <a:off x="62402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0" name=""/>
          <p:cNvSpPr/>
          <p:nvPr/>
        </p:nvSpPr>
        <p:spPr>
          <a:xfrm>
            <a:off x="62431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1" name=""/>
          <p:cNvSpPr/>
          <p:nvPr/>
        </p:nvSpPr>
        <p:spPr>
          <a:xfrm>
            <a:off x="62463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2" name=""/>
          <p:cNvSpPr/>
          <p:nvPr/>
        </p:nvSpPr>
        <p:spPr>
          <a:xfrm>
            <a:off x="62496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3" name=""/>
          <p:cNvSpPr/>
          <p:nvPr/>
        </p:nvSpPr>
        <p:spPr>
          <a:xfrm>
            <a:off x="62524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4" name=""/>
          <p:cNvSpPr/>
          <p:nvPr/>
        </p:nvSpPr>
        <p:spPr>
          <a:xfrm>
            <a:off x="62557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5" name=""/>
          <p:cNvSpPr/>
          <p:nvPr/>
        </p:nvSpPr>
        <p:spPr>
          <a:xfrm>
            <a:off x="62589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6" name=""/>
          <p:cNvSpPr/>
          <p:nvPr/>
        </p:nvSpPr>
        <p:spPr>
          <a:xfrm>
            <a:off x="62618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7" name=""/>
          <p:cNvSpPr/>
          <p:nvPr/>
        </p:nvSpPr>
        <p:spPr>
          <a:xfrm>
            <a:off x="626508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8" name=""/>
          <p:cNvSpPr/>
          <p:nvPr/>
        </p:nvSpPr>
        <p:spPr>
          <a:xfrm>
            <a:off x="62683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69" name=""/>
          <p:cNvSpPr/>
          <p:nvPr/>
        </p:nvSpPr>
        <p:spPr>
          <a:xfrm>
            <a:off x="62712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0" name=""/>
          <p:cNvSpPr/>
          <p:nvPr/>
        </p:nvSpPr>
        <p:spPr>
          <a:xfrm>
            <a:off x="62744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1" name=""/>
          <p:cNvSpPr/>
          <p:nvPr/>
        </p:nvSpPr>
        <p:spPr>
          <a:xfrm>
            <a:off x="62773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2" name=""/>
          <p:cNvSpPr/>
          <p:nvPr/>
        </p:nvSpPr>
        <p:spPr>
          <a:xfrm>
            <a:off x="62805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3" name=""/>
          <p:cNvSpPr/>
          <p:nvPr/>
        </p:nvSpPr>
        <p:spPr>
          <a:xfrm>
            <a:off x="62838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4" name=""/>
          <p:cNvSpPr/>
          <p:nvPr/>
        </p:nvSpPr>
        <p:spPr>
          <a:xfrm>
            <a:off x="62866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5" name=""/>
          <p:cNvSpPr/>
          <p:nvPr/>
        </p:nvSpPr>
        <p:spPr>
          <a:xfrm>
            <a:off x="62899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6" name=""/>
          <p:cNvSpPr/>
          <p:nvPr/>
        </p:nvSpPr>
        <p:spPr>
          <a:xfrm>
            <a:off x="62931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7" name=""/>
          <p:cNvSpPr/>
          <p:nvPr/>
        </p:nvSpPr>
        <p:spPr>
          <a:xfrm>
            <a:off x="62960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8" name=""/>
          <p:cNvSpPr/>
          <p:nvPr/>
        </p:nvSpPr>
        <p:spPr>
          <a:xfrm>
            <a:off x="62992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79" name=""/>
          <p:cNvSpPr/>
          <p:nvPr/>
        </p:nvSpPr>
        <p:spPr>
          <a:xfrm>
            <a:off x="63021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0" name=""/>
          <p:cNvSpPr/>
          <p:nvPr/>
        </p:nvSpPr>
        <p:spPr>
          <a:xfrm>
            <a:off x="630540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1" name=""/>
          <p:cNvSpPr/>
          <p:nvPr/>
        </p:nvSpPr>
        <p:spPr>
          <a:xfrm>
            <a:off x="63086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2" name=""/>
          <p:cNvSpPr/>
          <p:nvPr/>
        </p:nvSpPr>
        <p:spPr>
          <a:xfrm>
            <a:off x="63115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3" name=""/>
          <p:cNvSpPr/>
          <p:nvPr/>
        </p:nvSpPr>
        <p:spPr>
          <a:xfrm>
            <a:off x="63147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4" name=""/>
          <p:cNvSpPr/>
          <p:nvPr/>
        </p:nvSpPr>
        <p:spPr>
          <a:xfrm>
            <a:off x="63180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5" name=""/>
          <p:cNvSpPr/>
          <p:nvPr/>
        </p:nvSpPr>
        <p:spPr>
          <a:xfrm>
            <a:off x="63208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6" name=""/>
          <p:cNvSpPr/>
          <p:nvPr/>
        </p:nvSpPr>
        <p:spPr>
          <a:xfrm>
            <a:off x="63241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7" name=""/>
          <p:cNvSpPr/>
          <p:nvPr/>
        </p:nvSpPr>
        <p:spPr>
          <a:xfrm>
            <a:off x="63273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8" name=""/>
          <p:cNvSpPr/>
          <p:nvPr/>
        </p:nvSpPr>
        <p:spPr>
          <a:xfrm>
            <a:off x="63302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89" name=""/>
          <p:cNvSpPr/>
          <p:nvPr/>
        </p:nvSpPr>
        <p:spPr>
          <a:xfrm>
            <a:off x="63334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0" name=""/>
          <p:cNvSpPr/>
          <p:nvPr/>
        </p:nvSpPr>
        <p:spPr>
          <a:xfrm>
            <a:off x="63363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1" name=""/>
          <p:cNvSpPr/>
          <p:nvPr/>
        </p:nvSpPr>
        <p:spPr>
          <a:xfrm>
            <a:off x="63396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2" name=""/>
          <p:cNvSpPr/>
          <p:nvPr/>
        </p:nvSpPr>
        <p:spPr>
          <a:xfrm>
            <a:off x="63428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3" name=""/>
          <p:cNvSpPr/>
          <p:nvPr/>
        </p:nvSpPr>
        <p:spPr>
          <a:xfrm>
            <a:off x="634572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4" name=""/>
          <p:cNvSpPr/>
          <p:nvPr/>
        </p:nvSpPr>
        <p:spPr>
          <a:xfrm>
            <a:off x="63489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5" name=""/>
          <p:cNvSpPr/>
          <p:nvPr/>
        </p:nvSpPr>
        <p:spPr>
          <a:xfrm>
            <a:off x="63522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6" name=""/>
          <p:cNvSpPr/>
          <p:nvPr/>
        </p:nvSpPr>
        <p:spPr>
          <a:xfrm>
            <a:off x="63550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7" name=""/>
          <p:cNvSpPr/>
          <p:nvPr/>
        </p:nvSpPr>
        <p:spPr>
          <a:xfrm>
            <a:off x="63583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8" name=""/>
          <p:cNvSpPr/>
          <p:nvPr/>
        </p:nvSpPr>
        <p:spPr>
          <a:xfrm>
            <a:off x="63612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699" name=""/>
          <p:cNvSpPr/>
          <p:nvPr/>
        </p:nvSpPr>
        <p:spPr>
          <a:xfrm>
            <a:off x="63644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0" name=""/>
          <p:cNvSpPr/>
          <p:nvPr/>
        </p:nvSpPr>
        <p:spPr>
          <a:xfrm>
            <a:off x="63676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1" name=""/>
          <p:cNvSpPr/>
          <p:nvPr/>
        </p:nvSpPr>
        <p:spPr>
          <a:xfrm>
            <a:off x="63705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2" name=""/>
          <p:cNvSpPr/>
          <p:nvPr/>
        </p:nvSpPr>
        <p:spPr>
          <a:xfrm>
            <a:off x="63738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3" name=""/>
          <p:cNvSpPr/>
          <p:nvPr/>
        </p:nvSpPr>
        <p:spPr>
          <a:xfrm>
            <a:off x="63770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4" name=""/>
          <p:cNvSpPr/>
          <p:nvPr/>
        </p:nvSpPr>
        <p:spPr>
          <a:xfrm>
            <a:off x="63799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5" name=""/>
          <p:cNvSpPr/>
          <p:nvPr/>
        </p:nvSpPr>
        <p:spPr>
          <a:xfrm>
            <a:off x="638316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6" name=""/>
          <p:cNvSpPr/>
          <p:nvPr/>
        </p:nvSpPr>
        <p:spPr>
          <a:xfrm>
            <a:off x="6386400" y="1838520"/>
            <a:ext cx="6480" cy="1288080"/>
          </a:xfrm>
          <a:custGeom>
            <a:avLst/>
            <a:gdLst/>
            <a:ahLst/>
            <a:rect l="0" t="0" r="r" b="b"/>
            <a:pathLst>
              <a:path w="18" h="3578">
                <a:moveTo>
                  <a:pt x="0" y="3578"/>
                </a:moveTo>
                <a:lnTo>
                  <a:pt x="0" y="0"/>
                </a:lnTo>
                <a:lnTo>
                  <a:pt x="18" y="0"/>
                </a:lnTo>
                <a:lnTo>
                  <a:pt x="18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7" name=""/>
          <p:cNvSpPr/>
          <p:nvPr/>
        </p:nvSpPr>
        <p:spPr>
          <a:xfrm>
            <a:off x="6392520" y="1838520"/>
            <a:ext cx="6480" cy="1288080"/>
          </a:xfrm>
          <a:custGeom>
            <a:avLst/>
            <a:gdLst/>
            <a:ahLst/>
            <a:rect l="0" t="0" r="r" b="b"/>
            <a:pathLst>
              <a:path w="18" h="3578">
                <a:moveTo>
                  <a:pt x="0" y="3578"/>
                </a:moveTo>
                <a:lnTo>
                  <a:pt x="0" y="0"/>
                </a:lnTo>
                <a:lnTo>
                  <a:pt x="18" y="0"/>
                </a:lnTo>
                <a:lnTo>
                  <a:pt x="18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8" name=""/>
          <p:cNvSpPr/>
          <p:nvPr/>
        </p:nvSpPr>
        <p:spPr>
          <a:xfrm>
            <a:off x="63986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09" name=""/>
          <p:cNvSpPr/>
          <p:nvPr/>
        </p:nvSpPr>
        <p:spPr>
          <a:xfrm>
            <a:off x="64018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0" name=""/>
          <p:cNvSpPr/>
          <p:nvPr/>
        </p:nvSpPr>
        <p:spPr>
          <a:xfrm>
            <a:off x="6404760" y="1838520"/>
            <a:ext cx="6840" cy="1288080"/>
          </a:xfrm>
          <a:custGeom>
            <a:avLst/>
            <a:gdLst/>
            <a:ahLst/>
            <a:rect l="0" t="0" r="r" b="b"/>
            <a:pathLst>
              <a:path w="19" h="3578">
                <a:moveTo>
                  <a:pt x="0" y="3578"/>
                </a:moveTo>
                <a:lnTo>
                  <a:pt x="0" y="0"/>
                </a:lnTo>
                <a:lnTo>
                  <a:pt x="19" y="0"/>
                </a:lnTo>
                <a:lnTo>
                  <a:pt x="1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1" name=""/>
          <p:cNvSpPr/>
          <p:nvPr/>
        </p:nvSpPr>
        <p:spPr>
          <a:xfrm>
            <a:off x="64112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2" name=""/>
          <p:cNvSpPr/>
          <p:nvPr/>
        </p:nvSpPr>
        <p:spPr>
          <a:xfrm>
            <a:off x="64141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3" name=""/>
          <p:cNvSpPr/>
          <p:nvPr/>
        </p:nvSpPr>
        <p:spPr>
          <a:xfrm>
            <a:off x="64173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4" name=""/>
          <p:cNvSpPr/>
          <p:nvPr/>
        </p:nvSpPr>
        <p:spPr>
          <a:xfrm>
            <a:off x="64206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5" name=""/>
          <p:cNvSpPr/>
          <p:nvPr/>
        </p:nvSpPr>
        <p:spPr>
          <a:xfrm>
            <a:off x="642348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6" name=""/>
          <p:cNvSpPr/>
          <p:nvPr/>
        </p:nvSpPr>
        <p:spPr>
          <a:xfrm>
            <a:off x="64267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7" name=""/>
          <p:cNvSpPr/>
          <p:nvPr/>
        </p:nvSpPr>
        <p:spPr>
          <a:xfrm>
            <a:off x="6429600" y="1838520"/>
            <a:ext cx="6840" cy="1288080"/>
          </a:xfrm>
          <a:custGeom>
            <a:avLst/>
            <a:gdLst/>
            <a:ahLst/>
            <a:rect l="0" t="0" r="r" b="b"/>
            <a:pathLst>
              <a:path w="19" h="3578">
                <a:moveTo>
                  <a:pt x="0" y="3578"/>
                </a:moveTo>
                <a:lnTo>
                  <a:pt x="0" y="0"/>
                </a:lnTo>
                <a:lnTo>
                  <a:pt x="19" y="0"/>
                </a:lnTo>
                <a:lnTo>
                  <a:pt x="1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8" name=""/>
          <p:cNvSpPr/>
          <p:nvPr/>
        </p:nvSpPr>
        <p:spPr>
          <a:xfrm>
            <a:off x="64360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19" name=""/>
          <p:cNvSpPr/>
          <p:nvPr/>
        </p:nvSpPr>
        <p:spPr>
          <a:xfrm>
            <a:off x="64389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0" name=""/>
          <p:cNvSpPr/>
          <p:nvPr/>
        </p:nvSpPr>
        <p:spPr>
          <a:xfrm>
            <a:off x="6442200" y="1838520"/>
            <a:ext cx="6480" cy="1288080"/>
          </a:xfrm>
          <a:custGeom>
            <a:avLst/>
            <a:gdLst/>
            <a:ahLst/>
            <a:rect l="0" t="0" r="r" b="b"/>
            <a:pathLst>
              <a:path w="18" h="3578">
                <a:moveTo>
                  <a:pt x="0" y="3578"/>
                </a:moveTo>
                <a:lnTo>
                  <a:pt x="0" y="0"/>
                </a:lnTo>
                <a:lnTo>
                  <a:pt x="18" y="0"/>
                </a:lnTo>
                <a:lnTo>
                  <a:pt x="18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1" name=""/>
          <p:cNvSpPr/>
          <p:nvPr/>
        </p:nvSpPr>
        <p:spPr>
          <a:xfrm>
            <a:off x="64483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2" name=""/>
          <p:cNvSpPr/>
          <p:nvPr/>
        </p:nvSpPr>
        <p:spPr>
          <a:xfrm>
            <a:off x="64515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3" name=""/>
          <p:cNvSpPr/>
          <p:nvPr/>
        </p:nvSpPr>
        <p:spPr>
          <a:xfrm>
            <a:off x="6454440" y="1838520"/>
            <a:ext cx="6840" cy="1288080"/>
          </a:xfrm>
          <a:custGeom>
            <a:avLst/>
            <a:gdLst/>
            <a:ahLst/>
            <a:rect l="0" t="0" r="r" b="b"/>
            <a:pathLst>
              <a:path w="19" h="3578">
                <a:moveTo>
                  <a:pt x="0" y="3578"/>
                </a:moveTo>
                <a:lnTo>
                  <a:pt x="0" y="0"/>
                </a:lnTo>
                <a:lnTo>
                  <a:pt x="19" y="0"/>
                </a:lnTo>
                <a:lnTo>
                  <a:pt x="1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4" name=""/>
          <p:cNvSpPr/>
          <p:nvPr/>
        </p:nvSpPr>
        <p:spPr>
          <a:xfrm>
            <a:off x="6460920" y="1838520"/>
            <a:ext cx="6480" cy="1288080"/>
          </a:xfrm>
          <a:custGeom>
            <a:avLst/>
            <a:gdLst/>
            <a:ahLst/>
            <a:rect l="0" t="0" r="r" b="b"/>
            <a:pathLst>
              <a:path w="18" h="3578">
                <a:moveTo>
                  <a:pt x="0" y="3578"/>
                </a:moveTo>
                <a:lnTo>
                  <a:pt x="0" y="0"/>
                </a:lnTo>
                <a:lnTo>
                  <a:pt x="18" y="0"/>
                </a:lnTo>
                <a:lnTo>
                  <a:pt x="18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5" name=""/>
          <p:cNvSpPr/>
          <p:nvPr/>
        </p:nvSpPr>
        <p:spPr>
          <a:xfrm>
            <a:off x="64670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6" name=""/>
          <p:cNvSpPr/>
          <p:nvPr/>
        </p:nvSpPr>
        <p:spPr>
          <a:xfrm>
            <a:off x="64702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7" name=""/>
          <p:cNvSpPr/>
          <p:nvPr/>
        </p:nvSpPr>
        <p:spPr>
          <a:xfrm>
            <a:off x="6473160" y="1838520"/>
            <a:ext cx="6840" cy="1288080"/>
          </a:xfrm>
          <a:custGeom>
            <a:avLst/>
            <a:gdLst/>
            <a:ahLst/>
            <a:rect l="0" t="0" r="r" b="b"/>
            <a:pathLst>
              <a:path w="19" h="3578">
                <a:moveTo>
                  <a:pt x="0" y="3578"/>
                </a:moveTo>
                <a:lnTo>
                  <a:pt x="0" y="0"/>
                </a:lnTo>
                <a:lnTo>
                  <a:pt x="19" y="0"/>
                </a:lnTo>
                <a:lnTo>
                  <a:pt x="1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8" name=""/>
          <p:cNvSpPr/>
          <p:nvPr/>
        </p:nvSpPr>
        <p:spPr>
          <a:xfrm>
            <a:off x="64796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29" name=""/>
          <p:cNvSpPr/>
          <p:nvPr/>
        </p:nvSpPr>
        <p:spPr>
          <a:xfrm>
            <a:off x="64825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0" name=""/>
          <p:cNvSpPr/>
          <p:nvPr/>
        </p:nvSpPr>
        <p:spPr>
          <a:xfrm>
            <a:off x="6485760" y="1838520"/>
            <a:ext cx="6480" cy="1288080"/>
          </a:xfrm>
          <a:custGeom>
            <a:avLst/>
            <a:gdLst/>
            <a:ahLst/>
            <a:rect l="0" t="0" r="r" b="b"/>
            <a:pathLst>
              <a:path w="18" h="3578">
                <a:moveTo>
                  <a:pt x="0" y="3578"/>
                </a:moveTo>
                <a:lnTo>
                  <a:pt x="0" y="0"/>
                </a:lnTo>
                <a:lnTo>
                  <a:pt x="18" y="0"/>
                </a:lnTo>
                <a:lnTo>
                  <a:pt x="18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1" name=""/>
          <p:cNvSpPr/>
          <p:nvPr/>
        </p:nvSpPr>
        <p:spPr>
          <a:xfrm>
            <a:off x="64918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2" name=""/>
          <p:cNvSpPr/>
          <p:nvPr/>
        </p:nvSpPr>
        <p:spPr>
          <a:xfrm>
            <a:off x="64951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3" name=""/>
          <p:cNvSpPr/>
          <p:nvPr/>
        </p:nvSpPr>
        <p:spPr>
          <a:xfrm>
            <a:off x="6498000" y="1838520"/>
            <a:ext cx="6840" cy="1288080"/>
          </a:xfrm>
          <a:custGeom>
            <a:avLst/>
            <a:gdLst/>
            <a:ahLst/>
            <a:rect l="0" t="0" r="r" b="b"/>
            <a:pathLst>
              <a:path w="19" h="3578">
                <a:moveTo>
                  <a:pt x="0" y="3578"/>
                </a:moveTo>
                <a:lnTo>
                  <a:pt x="0" y="0"/>
                </a:lnTo>
                <a:lnTo>
                  <a:pt x="19" y="0"/>
                </a:lnTo>
                <a:lnTo>
                  <a:pt x="1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4" name=""/>
          <p:cNvSpPr/>
          <p:nvPr/>
        </p:nvSpPr>
        <p:spPr>
          <a:xfrm>
            <a:off x="65044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5" name=""/>
          <p:cNvSpPr/>
          <p:nvPr/>
        </p:nvSpPr>
        <p:spPr>
          <a:xfrm>
            <a:off x="65073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6" name=""/>
          <p:cNvSpPr/>
          <p:nvPr/>
        </p:nvSpPr>
        <p:spPr>
          <a:xfrm>
            <a:off x="65106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7" name=""/>
          <p:cNvSpPr/>
          <p:nvPr/>
        </p:nvSpPr>
        <p:spPr>
          <a:xfrm>
            <a:off x="65134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8" name=""/>
          <p:cNvSpPr/>
          <p:nvPr/>
        </p:nvSpPr>
        <p:spPr>
          <a:xfrm>
            <a:off x="65167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39" name=""/>
          <p:cNvSpPr/>
          <p:nvPr/>
        </p:nvSpPr>
        <p:spPr>
          <a:xfrm>
            <a:off x="65199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0" name=""/>
          <p:cNvSpPr/>
          <p:nvPr/>
        </p:nvSpPr>
        <p:spPr>
          <a:xfrm>
            <a:off x="65228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1" name=""/>
          <p:cNvSpPr/>
          <p:nvPr/>
        </p:nvSpPr>
        <p:spPr>
          <a:xfrm>
            <a:off x="65260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2" name=""/>
          <p:cNvSpPr/>
          <p:nvPr/>
        </p:nvSpPr>
        <p:spPr>
          <a:xfrm>
            <a:off x="65293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3" name=""/>
          <p:cNvSpPr/>
          <p:nvPr/>
        </p:nvSpPr>
        <p:spPr>
          <a:xfrm>
            <a:off x="65322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4" name=""/>
          <p:cNvSpPr/>
          <p:nvPr/>
        </p:nvSpPr>
        <p:spPr>
          <a:xfrm>
            <a:off x="65354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5" name=""/>
          <p:cNvSpPr/>
          <p:nvPr/>
        </p:nvSpPr>
        <p:spPr>
          <a:xfrm>
            <a:off x="65386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6" name=""/>
          <p:cNvSpPr/>
          <p:nvPr/>
        </p:nvSpPr>
        <p:spPr>
          <a:xfrm>
            <a:off x="654156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7" name=""/>
          <p:cNvSpPr/>
          <p:nvPr/>
        </p:nvSpPr>
        <p:spPr>
          <a:xfrm>
            <a:off x="65448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8" name=""/>
          <p:cNvSpPr/>
          <p:nvPr/>
        </p:nvSpPr>
        <p:spPr>
          <a:xfrm>
            <a:off x="65476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49" name=""/>
          <p:cNvSpPr/>
          <p:nvPr/>
        </p:nvSpPr>
        <p:spPr>
          <a:xfrm>
            <a:off x="65509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0" name=""/>
          <p:cNvSpPr/>
          <p:nvPr/>
        </p:nvSpPr>
        <p:spPr>
          <a:xfrm>
            <a:off x="65541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1" name=""/>
          <p:cNvSpPr/>
          <p:nvPr/>
        </p:nvSpPr>
        <p:spPr>
          <a:xfrm>
            <a:off x="65570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2" name=""/>
          <p:cNvSpPr/>
          <p:nvPr/>
        </p:nvSpPr>
        <p:spPr>
          <a:xfrm>
            <a:off x="65602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3" name=""/>
          <p:cNvSpPr/>
          <p:nvPr/>
        </p:nvSpPr>
        <p:spPr>
          <a:xfrm>
            <a:off x="65635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4" name=""/>
          <p:cNvSpPr/>
          <p:nvPr/>
        </p:nvSpPr>
        <p:spPr>
          <a:xfrm>
            <a:off x="65664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5" name=""/>
          <p:cNvSpPr/>
          <p:nvPr/>
        </p:nvSpPr>
        <p:spPr>
          <a:xfrm>
            <a:off x="65696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6" name=""/>
          <p:cNvSpPr/>
          <p:nvPr/>
        </p:nvSpPr>
        <p:spPr>
          <a:xfrm>
            <a:off x="65725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7" name=""/>
          <p:cNvSpPr/>
          <p:nvPr/>
        </p:nvSpPr>
        <p:spPr>
          <a:xfrm>
            <a:off x="65757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8" name=""/>
          <p:cNvSpPr/>
          <p:nvPr/>
        </p:nvSpPr>
        <p:spPr>
          <a:xfrm>
            <a:off x="65790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59" name=""/>
          <p:cNvSpPr/>
          <p:nvPr/>
        </p:nvSpPr>
        <p:spPr>
          <a:xfrm>
            <a:off x="658188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0" name=""/>
          <p:cNvSpPr/>
          <p:nvPr/>
        </p:nvSpPr>
        <p:spPr>
          <a:xfrm>
            <a:off x="65851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1" name=""/>
          <p:cNvSpPr/>
          <p:nvPr/>
        </p:nvSpPr>
        <p:spPr>
          <a:xfrm>
            <a:off x="65883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2" name=""/>
          <p:cNvSpPr/>
          <p:nvPr/>
        </p:nvSpPr>
        <p:spPr>
          <a:xfrm>
            <a:off x="65912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3" name=""/>
          <p:cNvSpPr/>
          <p:nvPr/>
        </p:nvSpPr>
        <p:spPr>
          <a:xfrm>
            <a:off x="65944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4" name=""/>
          <p:cNvSpPr/>
          <p:nvPr/>
        </p:nvSpPr>
        <p:spPr>
          <a:xfrm>
            <a:off x="65977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5" name=""/>
          <p:cNvSpPr/>
          <p:nvPr/>
        </p:nvSpPr>
        <p:spPr>
          <a:xfrm>
            <a:off x="66006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6" name=""/>
          <p:cNvSpPr/>
          <p:nvPr/>
        </p:nvSpPr>
        <p:spPr>
          <a:xfrm>
            <a:off x="66038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7" name=""/>
          <p:cNvSpPr/>
          <p:nvPr/>
        </p:nvSpPr>
        <p:spPr>
          <a:xfrm>
            <a:off x="66067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8" name=""/>
          <p:cNvSpPr/>
          <p:nvPr/>
        </p:nvSpPr>
        <p:spPr>
          <a:xfrm>
            <a:off x="66099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69" name=""/>
          <p:cNvSpPr/>
          <p:nvPr/>
        </p:nvSpPr>
        <p:spPr>
          <a:xfrm>
            <a:off x="66132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0" name=""/>
          <p:cNvSpPr/>
          <p:nvPr/>
        </p:nvSpPr>
        <p:spPr>
          <a:xfrm>
            <a:off x="66160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1" name=""/>
          <p:cNvSpPr/>
          <p:nvPr/>
        </p:nvSpPr>
        <p:spPr>
          <a:xfrm>
            <a:off x="661932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2" name=""/>
          <p:cNvSpPr/>
          <p:nvPr/>
        </p:nvSpPr>
        <p:spPr>
          <a:xfrm>
            <a:off x="66225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3" name=""/>
          <p:cNvSpPr/>
          <p:nvPr/>
        </p:nvSpPr>
        <p:spPr>
          <a:xfrm>
            <a:off x="66254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4" name=""/>
          <p:cNvSpPr/>
          <p:nvPr/>
        </p:nvSpPr>
        <p:spPr>
          <a:xfrm>
            <a:off x="66286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5" name=""/>
          <p:cNvSpPr/>
          <p:nvPr/>
        </p:nvSpPr>
        <p:spPr>
          <a:xfrm>
            <a:off x="66315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6" name=""/>
          <p:cNvSpPr/>
          <p:nvPr/>
        </p:nvSpPr>
        <p:spPr>
          <a:xfrm>
            <a:off x="66348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7" name=""/>
          <p:cNvSpPr/>
          <p:nvPr/>
        </p:nvSpPr>
        <p:spPr>
          <a:xfrm>
            <a:off x="66380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8" name=""/>
          <p:cNvSpPr/>
          <p:nvPr/>
        </p:nvSpPr>
        <p:spPr>
          <a:xfrm>
            <a:off x="66409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79" name=""/>
          <p:cNvSpPr/>
          <p:nvPr/>
        </p:nvSpPr>
        <p:spPr>
          <a:xfrm>
            <a:off x="66441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0" name=""/>
          <p:cNvSpPr/>
          <p:nvPr/>
        </p:nvSpPr>
        <p:spPr>
          <a:xfrm>
            <a:off x="66474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1" name=""/>
          <p:cNvSpPr/>
          <p:nvPr/>
        </p:nvSpPr>
        <p:spPr>
          <a:xfrm>
            <a:off x="66502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2" name=""/>
          <p:cNvSpPr/>
          <p:nvPr/>
        </p:nvSpPr>
        <p:spPr>
          <a:xfrm>
            <a:off x="66535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3" name=""/>
          <p:cNvSpPr/>
          <p:nvPr/>
        </p:nvSpPr>
        <p:spPr>
          <a:xfrm>
            <a:off x="66567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4" name=""/>
          <p:cNvSpPr/>
          <p:nvPr/>
        </p:nvSpPr>
        <p:spPr>
          <a:xfrm>
            <a:off x="665964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5" name=""/>
          <p:cNvSpPr/>
          <p:nvPr/>
        </p:nvSpPr>
        <p:spPr>
          <a:xfrm>
            <a:off x="66628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6" name=""/>
          <p:cNvSpPr/>
          <p:nvPr/>
        </p:nvSpPr>
        <p:spPr>
          <a:xfrm>
            <a:off x="66657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7" name=""/>
          <p:cNvSpPr/>
          <p:nvPr/>
        </p:nvSpPr>
        <p:spPr>
          <a:xfrm>
            <a:off x="66690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8" name=""/>
          <p:cNvSpPr/>
          <p:nvPr/>
        </p:nvSpPr>
        <p:spPr>
          <a:xfrm>
            <a:off x="66722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89" name=""/>
          <p:cNvSpPr/>
          <p:nvPr/>
        </p:nvSpPr>
        <p:spPr>
          <a:xfrm>
            <a:off x="66751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0" name=""/>
          <p:cNvSpPr/>
          <p:nvPr/>
        </p:nvSpPr>
        <p:spPr>
          <a:xfrm>
            <a:off x="66783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1" name=""/>
          <p:cNvSpPr/>
          <p:nvPr/>
        </p:nvSpPr>
        <p:spPr>
          <a:xfrm>
            <a:off x="66816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2" name=""/>
          <p:cNvSpPr/>
          <p:nvPr/>
        </p:nvSpPr>
        <p:spPr>
          <a:xfrm>
            <a:off x="66844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3" name=""/>
          <p:cNvSpPr/>
          <p:nvPr/>
        </p:nvSpPr>
        <p:spPr>
          <a:xfrm>
            <a:off x="66877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4" name=""/>
          <p:cNvSpPr/>
          <p:nvPr/>
        </p:nvSpPr>
        <p:spPr>
          <a:xfrm>
            <a:off x="66906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5" name=""/>
          <p:cNvSpPr/>
          <p:nvPr/>
        </p:nvSpPr>
        <p:spPr>
          <a:xfrm>
            <a:off x="66938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6" name=""/>
          <p:cNvSpPr/>
          <p:nvPr/>
        </p:nvSpPr>
        <p:spPr>
          <a:xfrm>
            <a:off x="66970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7" name=""/>
          <p:cNvSpPr/>
          <p:nvPr/>
        </p:nvSpPr>
        <p:spPr>
          <a:xfrm>
            <a:off x="669996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8" name=""/>
          <p:cNvSpPr/>
          <p:nvPr/>
        </p:nvSpPr>
        <p:spPr>
          <a:xfrm>
            <a:off x="67032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799" name=""/>
          <p:cNvSpPr/>
          <p:nvPr/>
        </p:nvSpPr>
        <p:spPr>
          <a:xfrm>
            <a:off x="67064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0" name=""/>
          <p:cNvSpPr/>
          <p:nvPr/>
        </p:nvSpPr>
        <p:spPr>
          <a:xfrm>
            <a:off x="67093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1" name=""/>
          <p:cNvSpPr/>
          <p:nvPr/>
        </p:nvSpPr>
        <p:spPr>
          <a:xfrm>
            <a:off x="67125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2" name=""/>
          <p:cNvSpPr/>
          <p:nvPr/>
        </p:nvSpPr>
        <p:spPr>
          <a:xfrm>
            <a:off x="67158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3" name=""/>
          <p:cNvSpPr/>
          <p:nvPr/>
        </p:nvSpPr>
        <p:spPr>
          <a:xfrm>
            <a:off x="67186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4" name=""/>
          <p:cNvSpPr/>
          <p:nvPr/>
        </p:nvSpPr>
        <p:spPr>
          <a:xfrm>
            <a:off x="67219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5" name=""/>
          <p:cNvSpPr/>
          <p:nvPr/>
        </p:nvSpPr>
        <p:spPr>
          <a:xfrm>
            <a:off x="67248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6" name=""/>
          <p:cNvSpPr/>
          <p:nvPr/>
        </p:nvSpPr>
        <p:spPr>
          <a:xfrm>
            <a:off x="67280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7" name=""/>
          <p:cNvSpPr/>
          <p:nvPr/>
        </p:nvSpPr>
        <p:spPr>
          <a:xfrm>
            <a:off x="67312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8" name=""/>
          <p:cNvSpPr/>
          <p:nvPr/>
        </p:nvSpPr>
        <p:spPr>
          <a:xfrm>
            <a:off x="67341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09" name=""/>
          <p:cNvSpPr/>
          <p:nvPr/>
        </p:nvSpPr>
        <p:spPr>
          <a:xfrm>
            <a:off x="673740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0" name=""/>
          <p:cNvSpPr/>
          <p:nvPr/>
        </p:nvSpPr>
        <p:spPr>
          <a:xfrm>
            <a:off x="67406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1" name=""/>
          <p:cNvSpPr/>
          <p:nvPr/>
        </p:nvSpPr>
        <p:spPr>
          <a:xfrm>
            <a:off x="67435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2" name=""/>
          <p:cNvSpPr/>
          <p:nvPr/>
        </p:nvSpPr>
        <p:spPr>
          <a:xfrm>
            <a:off x="67467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3" name=""/>
          <p:cNvSpPr/>
          <p:nvPr/>
        </p:nvSpPr>
        <p:spPr>
          <a:xfrm>
            <a:off x="67496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4" name=""/>
          <p:cNvSpPr/>
          <p:nvPr/>
        </p:nvSpPr>
        <p:spPr>
          <a:xfrm>
            <a:off x="67528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5" name=""/>
          <p:cNvSpPr/>
          <p:nvPr/>
        </p:nvSpPr>
        <p:spPr>
          <a:xfrm>
            <a:off x="67561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6" name=""/>
          <p:cNvSpPr/>
          <p:nvPr/>
        </p:nvSpPr>
        <p:spPr>
          <a:xfrm>
            <a:off x="67590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7" name=""/>
          <p:cNvSpPr/>
          <p:nvPr/>
        </p:nvSpPr>
        <p:spPr>
          <a:xfrm>
            <a:off x="67622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8" name=""/>
          <p:cNvSpPr/>
          <p:nvPr/>
        </p:nvSpPr>
        <p:spPr>
          <a:xfrm>
            <a:off x="67654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19" name=""/>
          <p:cNvSpPr/>
          <p:nvPr/>
        </p:nvSpPr>
        <p:spPr>
          <a:xfrm>
            <a:off x="67683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0" name=""/>
          <p:cNvSpPr/>
          <p:nvPr/>
        </p:nvSpPr>
        <p:spPr>
          <a:xfrm>
            <a:off x="67716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1" name=""/>
          <p:cNvSpPr/>
          <p:nvPr/>
        </p:nvSpPr>
        <p:spPr>
          <a:xfrm>
            <a:off x="67748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2" name=""/>
          <p:cNvSpPr/>
          <p:nvPr/>
        </p:nvSpPr>
        <p:spPr>
          <a:xfrm>
            <a:off x="677772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3" name=""/>
          <p:cNvSpPr/>
          <p:nvPr/>
        </p:nvSpPr>
        <p:spPr>
          <a:xfrm>
            <a:off x="67809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4" name=""/>
          <p:cNvSpPr/>
          <p:nvPr/>
        </p:nvSpPr>
        <p:spPr>
          <a:xfrm>
            <a:off x="67838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5" name=""/>
          <p:cNvSpPr/>
          <p:nvPr/>
        </p:nvSpPr>
        <p:spPr>
          <a:xfrm>
            <a:off x="67870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6" name=""/>
          <p:cNvSpPr/>
          <p:nvPr/>
        </p:nvSpPr>
        <p:spPr>
          <a:xfrm>
            <a:off x="67903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7" name=""/>
          <p:cNvSpPr/>
          <p:nvPr/>
        </p:nvSpPr>
        <p:spPr>
          <a:xfrm>
            <a:off x="67932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8" name=""/>
          <p:cNvSpPr/>
          <p:nvPr/>
        </p:nvSpPr>
        <p:spPr>
          <a:xfrm>
            <a:off x="67964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29" name=""/>
          <p:cNvSpPr/>
          <p:nvPr/>
        </p:nvSpPr>
        <p:spPr>
          <a:xfrm>
            <a:off x="67996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0" name=""/>
          <p:cNvSpPr/>
          <p:nvPr/>
        </p:nvSpPr>
        <p:spPr>
          <a:xfrm>
            <a:off x="68025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1" name=""/>
          <p:cNvSpPr/>
          <p:nvPr/>
        </p:nvSpPr>
        <p:spPr>
          <a:xfrm>
            <a:off x="68058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2" name=""/>
          <p:cNvSpPr/>
          <p:nvPr/>
        </p:nvSpPr>
        <p:spPr>
          <a:xfrm>
            <a:off x="680904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3" name=""/>
          <p:cNvSpPr/>
          <p:nvPr/>
        </p:nvSpPr>
        <p:spPr>
          <a:xfrm>
            <a:off x="68119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4" name=""/>
          <p:cNvSpPr/>
          <p:nvPr/>
        </p:nvSpPr>
        <p:spPr>
          <a:xfrm>
            <a:off x="68151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5" name=""/>
          <p:cNvSpPr/>
          <p:nvPr/>
        </p:nvSpPr>
        <p:spPr>
          <a:xfrm>
            <a:off x="681804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6" name=""/>
          <p:cNvSpPr/>
          <p:nvPr/>
        </p:nvSpPr>
        <p:spPr>
          <a:xfrm>
            <a:off x="68212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7" name=""/>
          <p:cNvSpPr/>
          <p:nvPr/>
        </p:nvSpPr>
        <p:spPr>
          <a:xfrm>
            <a:off x="682452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8" name=""/>
          <p:cNvSpPr/>
          <p:nvPr/>
        </p:nvSpPr>
        <p:spPr>
          <a:xfrm>
            <a:off x="682740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39" name=""/>
          <p:cNvSpPr/>
          <p:nvPr/>
        </p:nvSpPr>
        <p:spPr>
          <a:xfrm>
            <a:off x="68306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40" name=""/>
          <p:cNvSpPr/>
          <p:nvPr/>
        </p:nvSpPr>
        <p:spPr>
          <a:xfrm>
            <a:off x="683388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41" name=""/>
          <p:cNvSpPr/>
          <p:nvPr/>
        </p:nvSpPr>
        <p:spPr>
          <a:xfrm>
            <a:off x="683676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42" name=""/>
          <p:cNvSpPr/>
          <p:nvPr/>
        </p:nvSpPr>
        <p:spPr>
          <a:xfrm>
            <a:off x="684000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43" name=""/>
          <p:cNvSpPr/>
          <p:nvPr/>
        </p:nvSpPr>
        <p:spPr>
          <a:xfrm>
            <a:off x="684288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44" name=""/>
          <p:cNvSpPr/>
          <p:nvPr/>
        </p:nvSpPr>
        <p:spPr>
          <a:xfrm>
            <a:off x="684612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45" name=""/>
          <p:cNvSpPr/>
          <p:nvPr/>
        </p:nvSpPr>
        <p:spPr>
          <a:xfrm>
            <a:off x="6849360" y="1838520"/>
            <a:ext cx="3240" cy="1288080"/>
          </a:xfrm>
          <a:custGeom>
            <a:avLst/>
            <a:gdLst/>
            <a:ahLst/>
            <a:rect l="0" t="0" r="r" b="b"/>
            <a:pathLst>
              <a:path w="9" h="3578">
                <a:moveTo>
                  <a:pt x="0" y="3578"/>
                </a:moveTo>
                <a:lnTo>
                  <a:pt x="0" y="0"/>
                </a:lnTo>
                <a:lnTo>
                  <a:pt x="9" y="0"/>
                </a:lnTo>
                <a:lnTo>
                  <a:pt x="9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46" name=""/>
          <p:cNvSpPr/>
          <p:nvPr/>
        </p:nvSpPr>
        <p:spPr>
          <a:xfrm>
            <a:off x="6852240" y="1838520"/>
            <a:ext cx="3600" cy="1288080"/>
          </a:xfrm>
          <a:custGeom>
            <a:avLst/>
            <a:gdLst/>
            <a:ahLst/>
            <a:rect l="0" t="0" r="r" b="b"/>
            <a:pathLst>
              <a:path w="10" h="3578">
                <a:moveTo>
                  <a:pt x="0" y="3578"/>
                </a:moveTo>
                <a:lnTo>
                  <a:pt x="0" y="0"/>
                </a:lnTo>
                <a:lnTo>
                  <a:pt x="10" y="0"/>
                </a:lnTo>
                <a:lnTo>
                  <a:pt x="10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47" name=""/>
          <p:cNvSpPr/>
          <p:nvPr/>
        </p:nvSpPr>
        <p:spPr>
          <a:xfrm>
            <a:off x="6855480" y="1838520"/>
            <a:ext cx="3960" cy="1288080"/>
          </a:xfrm>
          <a:custGeom>
            <a:avLst/>
            <a:gdLst/>
            <a:ahLst/>
            <a:rect l="0" t="0" r="r" b="b"/>
            <a:pathLst>
              <a:path w="11" h="3578">
                <a:moveTo>
                  <a:pt x="0" y="3578"/>
                </a:moveTo>
                <a:lnTo>
                  <a:pt x="0" y="0"/>
                </a:lnTo>
                <a:lnTo>
                  <a:pt x="11" y="0"/>
                </a:lnTo>
                <a:lnTo>
                  <a:pt x="11" y="3578"/>
                </a:lnTo>
                <a:lnTo>
                  <a:pt x="0" y="3578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48" name=""/>
          <p:cNvSpPr/>
          <p:nvPr/>
        </p:nvSpPr>
        <p:spPr>
          <a:xfrm>
            <a:off x="6063120" y="1838520"/>
            <a:ext cx="795960" cy="1288080"/>
          </a:xfrm>
          <a:custGeom>
            <a:avLst/>
            <a:gdLst/>
            <a:ahLst/>
            <a:rect l="0" t="0" r="r" b="b"/>
            <a:pathLst>
              <a:path w="2211" h="3578">
                <a:moveTo>
                  <a:pt x="0" y="3578"/>
                </a:moveTo>
                <a:lnTo>
                  <a:pt x="2211" y="3578"/>
                </a:lnTo>
                <a:lnTo>
                  <a:pt x="2211" y="0"/>
                </a:lnTo>
                <a:lnTo>
                  <a:pt x="0" y="0"/>
                </a:lnTo>
                <a:lnTo>
                  <a:pt x="0" y="3578"/>
                </a:lnTo>
                <a:close/>
              </a:path>
            </a:pathLst>
          </a:custGeom>
          <a:noFill/>
          <a:ln w="28440">
            <a:solidFill>
              <a:srgbClr val="ffffff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49" name=""/>
          <p:cNvSpPr/>
          <p:nvPr/>
        </p:nvSpPr>
        <p:spPr>
          <a:xfrm>
            <a:off x="2851920" y="1814040"/>
            <a:ext cx="4215960" cy="1440"/>
          </a:xfrm>
          <a:prstGeom prst="line">
            <a:avLst/>
          </a:prstGeom>
          <a:ln w="28440">
            <a:solidFill>
              <a:srgbClr val="000000"/>
            </a:solidFill>
            <a:custDash>
              <a:ds d="401266" sp="301266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2600" bIns="-1260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50" name=""/>
          <p:cNvSpPr/>
          <p:nvPr/>
        </p:nvSpPr>
        <p:spPr>
          <a:xfrm>
            <a:off x="2851920" y="3101760"/>
            <a:ext cx="4215960" cy="1800"/>
          </a:xfrm>
          <a:prstGeom prst="line">
            <a:avLst/>
          </a:prstGeom>
          <a:ln w="28440">
            <a:solidFill>
              <a:srgbClr val="000000"/>
            </a:solidFill>
            <a:custDash>
              <a:ds d="401266" sp="301266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2240" bIns="-122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1851" name=""/>
          <p:cNvSpPr/>
          <p:nvPr/>
        </p:nvSpPr>
        <p:spPr>
          <a:xfrm>
            <a:off x="31795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52" name=""/>
          <p:cNvSpPr/>
          <p:nvPr/>
        </p:nvSpPr>
        <p:spPr>
          <a:xfrm>
            <a:off x="31827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53" name=""/>
          <p:cNvSpPr/>
          <p:nvPr/>
        </p:nvSpPr>
        <p:spPr>
          <a:xfrm>
            <a:off x="31860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54" name=""/>
          <p:cNvSpPr/>
          <p:nvPr/>
        </p:nvSpPr>
        <p:spPr>
          <a:xfrm>
            <a:off x="31888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55" name=""/>
          <p:cNvSpPr/>
          <p:nvPr/>
        </p:nvSpPr>
        <p:spPr>
          <a:xfrm>
            <a:off x="319212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56" name=""/>
          <p:cNvSpPr/>
          <p:nvPr/>
        </p:nvSpPr>
        <p:spPr>
          <a:xfrm>
            <a:off x="31953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57" name=""/>
          <p:cNvSpPr/>
          <p:nvPr/>
        </p:nvSpPr>
        <p:spPr>
          <a:xfrm>
            <a:off x="31982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58" name=""/>
          <p:cNvSpPr/>
          <p:nvPr/>
        </p:nvSpPr>
        <p:spPr>
          <a:xfrm>
            <a:off x="32014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59" name=""/>
          <p:cNvSpPr/>
          <p:nvPr/>
        </p:nvSpPr>
        <p:spPr>
          <a:xfrm>
            <a:off x="32043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0" name=""/>
          <p:cNvSpPr/>
          <p:nvPr/>
        </p:nvSpPr>
        <p:spPr>
          <a:xfrm>
            <a:off x="32076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a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1" name=""/>
          <p:cNvSpPr/>
          <p:nvPr/>
        </p:nvSpPr>
        <p:spPr>
          <a:xfrm>
            <a:off x="32108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2" name=""/>
          <p:cNvSpPr/>
          <p:nvPr/>
        </p:nvSpPr>
        <p:spPr>
          <a:xfrm>
            <a:off x="32137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3" name=""/>
          <p:cNvSpPr/>
          <p:nvPr/>
        </p:nvSpPr>
        <p:spPr>
          <a:xfrm>
            <a:off x="32169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4" name=""/>
          <p:cNvSpPr/>
          <p:nvPr/>
        </p:nvSpPr>
        <p:spPr>
          <a:xfrm>
            <a:off x="32202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c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5" name=""/>
          <p:cNvSpPr/>
          <p:nvPr/>
        </p:nvSpPr>
        <p:spPr>
          <a:xfrm>
            <a:off x="32230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6" name=""/>
          <p:cNvSpPr/>
          <p:nvPr/>
        </p:nvSpPr>
        <p:spPr>
          <a:xfrm>
            <a:off x="32263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d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7" name=""/>
          <p:cNvSpPr/>
          <p:nvPr/>
        </p:nvSpPr>
        <p:spPr>
          <a:xfrm>
            <a:off x="32292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8" name=""/>
          <p:cNvSpPr/>
          <p:nvPr/>
        </p:nvSpPr>
        <p:spPr>
          <a:xfrm>
            <a:off x="323244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69" name=""/>
          <p:cNvSpPr/>
          <p:nvPr/>
        </p:nvSpPr>
        <p:spPr>
          <a:xfrm>
            <a:off x="32356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0" name=""/>
          <p:cNvSpPr/>
          <p:nvPr/>
        </p:nvSpPr>
        <p:spPr>
          <a:xfrm>
            <a:off x="32385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f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1" name=""/>
          <p:cNvSpPr/>
          <p:nvPr/>
        </p:nvSpPr>
        <p:spPr>
          <a:xfrm>
            <a:off x="32418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2" name=""/>
          <p:cNvSpPr/>
          <p:nvPr/>
        </p:nvSpPr>
        <p:spPr>
          <a:xfrm>
            <a:off x="32450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1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3" name=""/>
          <p:cNvSpPr/>
          <p:nvPr/>
        </p:nvSpPr>
        <p:spPr>
          <a:xfrm>
            <a:off x="32479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4" name=""/>
          <p:cNvSpPr/>
          <p:nvPr/>
        </p:nvSpPr>
        <p:spPr>
          <a:xfrm>
            <a:off x="32511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2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5" name=""/>
          <p:cNvSpPr/>
          <p:nvPr/>
        </p:nvSpPr>
        <p:spPr>
          <a:xfrm>
            <a:off x="32544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6" name=""/>
          <p:cNvSpPr/>
          <p:nvPr/>
        </p:nvSpPr>
        <p:spPr>
          <a:xfrm>
            <a:off x="32572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7" name=""/>
          <p:cNvSpPr/>
          <p:nvPr/>
        </p:nvSpPr>
        <p:spPr>
          <a:xfrm>
            <a:off x="32605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8" name=""/>
          <p:cNvSpPr/>
          <p:nvPr/>
        </p:nvSpPr>
        <p:spPr>
          <a:xfrm>
            <a:off x="32634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79" name=""/>
          <p:cNvSpPr/>
          <p:nvPr/>
        </p:nvSpPr>
        <p:spPr>
          <a:xfrm>
            <a:off x="32666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0" name=""/>
          <p:cNvSpPr/>
          <p:nvPr/>
        </p:nvSpPr>
        <p:spPr>
          <a:xfrm>
            <a:off x="32698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7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1" name=""/>
          <p:cNvSpPr/>
          <p:nvPr/>
        </p:nvSpPr>
        <p:spPr>
          <a:xfrm>
            <a:off x="327276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2" name=""/>
          <p:cNvSpPr/>
          <p:nvPr/>
        </p:nvSpPr>
        <p:spPr>
          <a:xfrm>
            <a:off x="32760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8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3" name=""/>
          <p:cNvSpPr/>
          <p:nvPr/>
        </p:nvSpPr>
        <p:spPr>
          <a:xfrm>
            <a:off x="32792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9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4" name=""/>
          <p:cNvSpPr/>
          <p:nvPr/>
        </p:nvSpPr>
        <p:spPr>
          <a:xfrm>
            <a:off x="32821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a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5" name=""/>
          <p:cNvSpPr/>
          <p:nvPr/>
        </p:nvSpPr>
        <p:spPr>
          <a:xfrm>
            <a:off x="32853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6" name=""/>
          <p:cNvSpPr/>
          <p:nvPr/>
        </p:nvSpPr>
        <p:spPr>
          <a:xfrm>
            <a:off x="32882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c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7" name=""/>
          <p:cNvSpPr/>
          <p:nvPr/>
        </p:nvSpPr>
        <p:spPr>
          <a:xfrm>
            <a:off x="32914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8" name=""/>
          <p:cNvSpPr/>
          <p:nvPr/>
        </p:nvSpPr>
        <p:spPr>
          <a:xfrm>
            <a:off x="32947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e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89" name=""/>
          <p:cNvSpPr/>
          <p:nvPr/>
        </p:nvSpPr>
        <p:spPr>
          <a:xfrm>
            <a:off x="32976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0" name=""/>
          <p:cNvSpPr/>
          <p:nvPr/>
        </p:nvSpPr>
        <p:spPr>
          <a:xfrm>
            <a:off x="33008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0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1" name=""/>
          <p:cNvSpPr/>
          <p:nvPr/>
        </p:nvSpPr>
        <p:spPr>
          <a:xfrm>
            <a:off x="33040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2" name=""/>
          <p:cNvSpPr/>
          <p:nvPr/>
        </p:nvSpPr>
        <p:spPr>
          <a:xfrm>
            <a:off x="33069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3" name=""/>
          <p:cNvSpPr/>
          <p:nvPr/>
        </p:nvSpPr>
        <p:spPr>
          <a:xfrm>
            <a:off x="331020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4" name=""/>
          <p:cNvSpPr/>
          <p:nvPr/>
        </p:nvSpPr>
        <p:spPr>
          <a:xfrm>
            <a:off x="33134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4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5" name=""/>
          <p:cNvSpPr/>
          <p:nvPr/>
        </p:nvSpPr>
        <p:spPr>
          <a:xfrm>
            <a:off x="33163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6" name=""/>
          <p:cNvSpPr/>
          <p:nvPr/>
        </p:nvSpPr>
        <p:spPr>
          <a:xfrm>
            <a:off x="33195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6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7" name=""/>
          <p:cNvSpPr/>
          <p:nvPr/>
        </p:nvSpPr>
        <p:spPr>
          <a:xfrm>
            <a:off x="33224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8" name=""/>
          <p:cNvSpPr/>
          <p:nvPr/>
        </p:nvSpPr>
        <p:spPr>
          <a:xfrm>
            <a:off x="33256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8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899" name=""/>
          <p:cNvSpPr/>
          <p:nvPr/>
        </p:nvSpPr>
        <p:spPr>
          <a:xfrm>
            <a:off x="33289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0" name=""/>
          <p:cNvSpPr/>
          <p:nvPr/>
        </p:nvSpPr>
        <p:spPr>
          <a:xfrm>
            <a:off x="33318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a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1" name=""/>
          <p:cNvSpPr/>
          <p:nvPr/>
        </p:nvSpPr>
        <p:spPr>
          <a:xfrm>
            <a:off x="33350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b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2" name=""/>
          <p:cNvSpPr/>
          <p:nvPr/>
        </p:nvSpPr>
        <p:spPr>
          <a:xfrm>
            <a:off x="33382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c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3" name=""/>
          <p:cNvSpPr/>
          <p:nvPr/>
        </p:nvSpPr>
        <p:spPr>
          <a:xfrm>
            <a:off x="33411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4" name=""/>
          <p:cNvSpPr/>
          <p:nvPr/>
        </p:nvSpPr>
        <p:spPr>
          <a:xfrm>
            <a:off x="33444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e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5" name=""/>
          <p:cNvSpPr/>
          <p:nvPr/>
        </p:nvSpPr>
        <p:spPr>
          <a:xfrm>
            <a:off x="33472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f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6" name=""/>
          <p:cNvSpPr/>
          <p:nvPr/>
        </p:nvSpPr>
        <p:spPr>
          <a:xfrm>
            <a:off x="335052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0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7" name=""/>
          <p:cNvSpPr/>
          <p:nvPr/>
        </p:nvSpPr>
        <p:spPr>
          <a:xfrm>
            <a:off x="33537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1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8" name=""/>
          <p:cNvSpPr/>
          <p:nvPr/>
        </p:nvSpPr>
        <p:spPr>
          <a:xfrm>
            <a:off x="33566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2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09" name=""/>
          <p:cNvSpPr/>
          <p:nvPr/>
        </p:nvSpPr>
        <p:spPr>
          <a:xfrm>
            <a:off x="33598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0" name=""/>
          <p:cNvSpPr/>
          <p:nvPr/>
        </p:nvSpPr>
        <p:spPr>
          <a:xfrm>
            <a:off x="33631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4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1" name=""/>
          <p:cNvSpPr/>
          <p:nvPr/>
        </p:nvSpPr>
        <p:spPr>
          <a:xfrm>
            <a:off x="33660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5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2" name=""/>
          <p:cNvSpPr/>
          <p:nvPr/>
        </p:nvSpPr>
        <p:spPr>
          <a:xfrm>
            <a:off x="33692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6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3" name=""/>
          <p:cNvSpPr/>
          <p:nvPr/>
        </p:nvSpPr>
        <p:spPr>
          <a:xfrm>
            <a:off x="33724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4" name=""/>
          <p:cNvSpPr/>
          <p:nvPr/>
        </p:nvSpPr>
        <p:spPr>
          <a:xfrm>
            <a:off x="33753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8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5" name=""/>
          <p:cNvSpPr/>
          <p:nvPr/>
        </p:nvSpPr>
        <p:spPr>
          <a:xfrm>
            <a:off x="33786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6" name=""/>
          <p:cNvSpPr/>
          <p:nvPr/>
        </p:nvSpPr>
        <p:spPr>
          <a:xfrm>
            <a:off x="33814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7" name=""/>
          <p:cNvSpPr/>
          <p:nvPr/>
        </p:nvSpPr>
        <p:spPr>
          <a:xfrm>
            <a:off x="33847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b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8" name=""/>
          <p:cNvSpPr/>
          <p:nvPr/>
        </p:nvSpPr>
        <p:spPr>
          <a:xfrm>
            <a:off x="33879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c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19" name=""/>
          <p:cNvSpPr/>
          <p:nvPr/>
        </p:nvSpPr>
        <p:spPr>
          <a:xfrm>
            <a:off x="339084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d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0" name=""/>
          <p:cNvSpPr/>
          <p:nvPr/>
        </p:nvSpPr>
        <p:spPr>
          <a:xfrm>
            <a:off x="33940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e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1" name=""/>
          <p:cNvSpPr/>
          <p:nvPr/>
        </p:nvSpPr>
        <p:spPr>
          <a:xfrm>
            <a:off x="33973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2" name=""/>
          <p:cNvSpPr/>
          <p:nvPr/>
        </p:nvSpPr>
        <p:spPr>
          <a:xfrm>
            <a:off x="34002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0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3" name=""/>
          <p:cNvSpPr/>
          <p:nvPr/>
        </p:nvSpPr>
        <p:spPr>
          <a:xfrm>
            <a:off x="34034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4" name=""/>
          <p:cNvSpPr/>
          <p:nvPr/>
        </p:nvSpPr>
        <p:spPr>
          <a:xfrm>
            <a:off x="34063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2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5" name=""/>
          <p:cNvSpPr/>
          <p:nvPr/>
        </p:nvSpPr>
        <p:spPr>
          <a:xfrm>
            <a:off x="34095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6" name=""/>
          <p:cNvSpPr/>
          <p:nvPr/>
        </p:nvSpPr>
        <p:spPr>
          <a:xfrm>
            <a:off x="34128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3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7" name=""/>
          <p:cNvSpPr/>
          <p:nvPr/>
        </p:nvSpPr>
        <p:spPr>
          <a:xfrm>
            <a:off x="34156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8" name=""/>
          <p:cNvSpPr/>
          <p:nvPr/>
        </p:nvSpPr>
        <p:spPr>
          <a:xfrm>
            <a:off x="34189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29" name=""/>
          <p:cNvSpPr/>
          <p:nvPr/>
        </p:nvSpPr>
        <p:spPr>
          <a:xfrm>
            <a:off x="34221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0" name=""/>
          <p:cNvSpPr/>
          <p:nvPr/>
        </p:nvSpPr>
        <p:spPr>
          <a:xfrm>
            <a:off x="34250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7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1" name=""/>
          <p:cNvSpPr/>
          <p:nvPr/>
        </p:nvSpPr>
        <p:spPr>
          <a:xfrm>
            <a:off x="342828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2" name=""/>
          <p:cNvSpPr/>
          <p:nvPr/>
        </p:nvSpPr>
        <p:spPr>
          <a:xfrm>
            <a:off x="34315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3" name=""/>
          <p:cNvSpPr/>
          <p:nvPr/>
        </p:nvSpPr>
        <p:spPr>
          <a:xfrm>
            <a:off x="34344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4" name=""/>
          <p:cNvSpPr/>
          <p:nvPr/>
        </p:nvSpPr>
        <p:spPr>
          <a:xfrm>
            <a:off x="34376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a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5" name=""/>
          <p:cNvSpPr/>
          <p:nvPr/>
        </p:nvSpPr>
        <p:spPr>
          <a:xfrm>
            <a:off x="34405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6" name=""/>
          <p:cNvSpPr/>
          <p:nvPr/>
        </p:nvSpPr>
        <p:spPr>
          <a:xfrm>
            <a:off x="34437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7" name=""/>
          <p:cNvSpPr/>
          <p:nvPr/>
        </p:nvSpPr>
        <p:spPr>
          <a:xfrm>
            <a:off x="34470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b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8" name=""/>
          <p:cNvSpPr/>
          <p:nvPr/>
        </p:nvSpPr>
        <p:spPr>
          <a:xfrm>
            <a:off x="34498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39" name=""/>
          <p:cNvSpPr/>
          <p:nvPr/>
        </p:nvSpPr>
        <p:spPr>
          <a:xfrm>
            <a:off x="34531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c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0" name=""/>
          <p:cNvSpPr/>
          <p:nvPr/>
        </p:nvSpPr>
        <p:spPr>
          <a:xfrm>
            <a:off x="34563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1" name=""/>
          <p:cNvSpPr/>
          <p:nvPr/>
        </p:nvSpPr>
        <p:spPr>
          <a:xfrm>
            <a:off x="34592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d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2" name=""/>
          <p:cNvSpPr/>
          <p:nvPr/>
        </p:nvSpPr>
        <p:spPr>
          <a:xfrm>
            <a:off x="34624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3" name=""/>
          <p:cNvSpPr/>
          <p:nvPr/>
        </p:nvSpPr>
        <p:spPr>
          <a:xfrm>
            <a:off x="34653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f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4" name=""/>
          <p:cNvSpPr/>
          <p:nvPr/>
        </p:nvSpPr>
        <p:spPr>
          <a:xfrm>
            <a:off x="346860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5" name=""/>
          <p:cNvSpPr/>
          <p:nvPr/>
        </p:nvSpPr>
        <p:spPr>
          <a:xfrm>
            <a:off x="34718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6" name=""/>
          <p:cNvSpPr/>
          <p:nvPr/>
        </p:nvSpPr>
        <p:spPr>
          <a:xfrm>
            <a:off x="34747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7" name=""/>
          <p:cNvSpPr/>
          <p:nvPr/>
        </p:nvSpPr>
        <p:spPr>
          <a:xfrm>
            <a:off x="34779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8" name=""/>
          <p:cNvSpPr/>
          <p:nvPr/>
        </p:nvSpPr>
        <p:spPr>
          <a:xfrm>
            <a:off x="34812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49" name=""/>
          <p:cNvSpPr/>
          <p:nvPr/>
        </p:nvSpPr>
        <p:spPr>
          <a:xfrm>
            <a:off x="34840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0" name=""/>
          <p:cNvSpPr/>
          <p:nvPr/>
        </p:nvSpPr>
        <p:spPr>
          <a:xfrm>
            <a:off x="34873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1" name=""/>
          <p:cNvSpPr/>
          <p:nvPr/>
        </p:nvSpPr>
        <p:spPr>
          <a:xfrm>
            <a:off x="34905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2" name=""/>
          <p:cNvSpPr/>
          <p:nvPr/>
        </p:nvSpPr>
        <p:spPr>
          <a:xfrm>
            <a:off x="34934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3" name=""/>
          <p:cNvSpPr/>
          <p:nvPr/>
        </p:nvSpPr>
        <p:spPr>
          <a:xfrm>
            <a:off x="34966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4" name=""/>
          <p:cNvSpPr/>
          <p:nvPr/>
        </p:nvSpPr>
        <p:spPr>
          <a:xfrm>
            <a:off x="34995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5" name=""/>
          <p:cNvSpPr/>
          <p:nvPr/>
        </p:nvSpPr>
        <p:spPr>
          <a:xfrm>
            <a:off x="3502800" y="2187360"/>
            <a:ext cx="6480" cy="540000"/>
          </a:xfrm>
          <a:custGeom>
            <a:avLst/>
            <a:gdLst/>
            <a:ahLst/>
            <a:rect l="0" t="0" r="r" b="b"/>
            <a:pathLst>
              <a:path w="18" h="1500">
                <a:moveTo>
                  <a:pt x="0" y="1500"/>
                </a:moveTo>
                <a:lnTo>
                  <a:pt x="0" y="0"/>
                </a:lnTo>
                <a:lnTo>
                  <a:pt x="18" y="0"/>
                </a:lnTo>
                <a:lnTo>
                  <a:pt x="18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6" name=""/>
          <p:cNvSpPr/>
          <p:nvPr/>
        </p:nvSpPr>
        <p:spPr>
          <a:xfrm>
            <a:off x="3508920" y="2187360"/>
            <a:ext cx="6840" cy="540000"/>
          </a:xfrm>
          <a:custGeom>
            <a:avLst/>
            <a:gdLst/>
            <a:ahLst/>
            <a:rect l="0" t="0" r="r" b="b"/>
            <a:pathLst>
              <a:path w="19" h="1500">
                <a:moveTo>
                  <a:pt x="0" y="1500"/>
                </a:moveTo>
                <a:lnTo>
                  <a:pt x="0" y="0"/>
                </a:lnTo>
                <a:lnTo>
                  <a:pt x="19" y="0"/>
                </a:lnTo>
                <a:lnTo>
                  <a:pt x="1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7" name=""/>
          <p:cNvSpPr/>
          <p:nvPr/>
        </p:nvSpPr>
        <p:spPr>
          <a:xfrm>
            <a:off x="35154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8" name=""/>
          <p:cNvSpPr/>
          <p:nvPr/>
        </p:nvSpPr>
        <p:spPr>
          <a:xfrm>
            <a:off x="35182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59" name=""/>
          <p:cNvSpPr/>
          <p:nvPr/>
        </p:nvSpPr>
        <p:spPr>
          <a:xfrm>
            <a:off x="3521520" y="2187360"/>
            <a:ext cx="6480" cy="540000"/>
          </a:xfrm>
          <a:custGeom>
            <a:avLst/>
            <a:gdLst/>
            <a:ahLst/>
            <a:rect l="0" t="0" r="r" b="b"/>
            <a:pathLst>
              <a:path w="18" h="1500">
                <a:moveTo>
                  <a:pt x="0" y="1500"/>
                </a:moveTo>
                <a:lnTo>
                  <a:pt x="0" y="0"/>
                </a:lnTo>
                <a:lnTo>
                  <a:pt x="18" y="0"/>
                </a:lnTo>
                <a:lnTo>
                  <a:pt x="18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0" name=""/>
          <p:cNvSpPr/>
          <p:nvPr/>
        </p:nvSpPr>
        <p:spPr>
          <a:xfrm>
            <a:off x="35276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1" name=""/>
          <p:cNvSpPr/>
          <p:nvPr/>
        </p:nvSpPr>
        <p:spPr>
          <a:xfrm>
            <a:off x="35308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2" name=""/>
          <p:cNvSpPr/>
          <p:nvPr/>
        </p:nvSpPr>
        <p:spPr>
          <a:xfrm>
            <a:off x="35337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7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3" name=""/>
          <p:cNvSpPr/>
          <p:nvPr/>
        </p:nvSpPr>
        <p:spPr>
          <a:xfrm>
            <a:off x="35370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4" name=""/>
          <p:cNvSpPr/>
          <p:nvPr/>
        </p:nvSpPr>
        <p:spPr>
          <a:xfrm>
            <a:off x="35402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5" name=""/>
          <p:cNvSpPr/>
          <p:nvPr/>
        </p:nvSpPr>
        <p:spPr>
          <a:xfrm>
            <a:off x="35431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6" name=""/>
          <p:cNvSpPr/>
          <p:nvPr/>
        </p:nvSpPr>
        <p:spPr>
          <a:xfrm>
            <a:off x="3546360" y="2187360"/>
            <a:ext cx="6480" cy="540000"/>
          </a:xfrm>
          <a:custGeom>
            <a:avLst/>
            <a:gdLst/>
            <a:ahLst/>
            <a:rect l="0" t="0" r="r" b="b"/>
            <a:pathLst>
              <a:path w="18" h="1500">
                <a:moveTo>
                  <a:pt x="0" y="1500"/>
                </a:moveTo>
                <a:lnTo>
                  <a:pt x="0" y="0"/>
                </a:lnTo>
                <a:lnTo>
                  <a:pt x="18" y="0"/>
                </a:lnTo>
                <a:lnTo>
                  <a:pt x="18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7" name=""/>
          <p:cNvSpPr/>
          <p:nvPr/>
        </p:nvSpPr>
        <p:spPr>
          <a:xfrm>
            <a:off x="35524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8" name=""/>
          <p:cNvSpPr/>
          <p:nvPr/>
        </p:nvSpPr>
        <p:spPr>
          <a:xfrm>
            <a:off x="35557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69" name=""/>
          <p:cNvSpPr/>
          <p:nvPr/>
        </p:nvSpPr>
        <p:spPr>
          <a:xfrm>
            <a:off x="3558600" y="2187360"/>
            <a:ext cx="7200" cy="540000"/>
          </a:xfrm>
          <a:custGeom>
            <a:avLst/>
            <a:gdLst/>
            <a:ahLst/>
            <a:rect l="0" t="0" r="r" b="b"/>
            <a:pathLst>
              <a:path w="20" h="1500">
                <a:moveTo>
                  <a:pt x="0" y="1500"/>
                </a:moveTo>
                <a:lnTo>
                  <a:pt x="0" y="0"/>
                </a:lnTo>
                <a:lnTo>
                  <a:pt x="20" y="0"/>
                </a:lnTo>
                <a:lnTo>
                  <a:pt x="2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0" name=""/>
          <p:cNvSpPr/>
          <p:nvPr/>
        </p:nvSpPr>
        <p:spPr>
          <a:xfrm>
            <a:off x="35650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1" name=""/>
          <p:cNvSpPr/>
          <p:nvPr/>
        </p:nvSpPr>
        <p:spPr>
          <a:xfrm>
            <a:off x="35679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2" name=""/>
          <p:cNvSpPr/>
          <p:nvPr/>
        </p:nvSpPr>
        <p:spPr>
          <a:xfrm>
            <a:off x="3571200" y="2187360"/>
            <a:ext cx="6480" cy="540000"/>
          </a:xfrm>
          <a:custGeom>
            <a:avLst/>
            <a:gdLst/>
            <a:ahLst/>
            <a:rect l="0" t="0" r="r" b="b"/>
            <a:pathLst>
              <a:path w="18" h="1500">
                <a:moveTo>
                  <a:pt x="0" y="1500"/>
                </a:moveTo>
                <a:lnTo>
                  <a:pt x="0" y="0"/>
                </a:lnTo>
                <a:lnTo>
                  <a:pt x="18" y="0"/>
                </a:lnTo>
                <a:lnTo>
                  <a:pt x="18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3" name=""/>
          <p:cNvSpPr/>
          <p:nvPr/>
        </p:nvSpPr>
        <p:spPr>
          <a:xfrm>
            <a:off x="3577320" y="2187360"/>
            <a:ext cx="6840" cy="540000"/>
          </a:xfrm>
          <a:custGeom>
            <a:avLst/>
            <a:gdLst/>
            <a:ahLst/>
            <a:rect l="0" t="0" r="r" b="b"/>
            <a:pathLst>
              <a:path w="19" h="1500">
                <a:moveTo>
                  <a:pt x="0" y="1500"/>
                </a:moveTo>
                <a:lnTo>
                  <a:pt x="0" y="0"/>
                </a:lnTo>
                <a:lnTo>
                  <a:pt x="19" y="0"/>
                </a:lnTo>
                <a:lnTo>
                  <a:pt x="1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9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4" name=""/>
          <p:cNvSpPr/>
          <p:nvPr/>
        </p:nvSpPr>
        <p:spPr>
          <a:xfrm>
            <a:off x="35838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9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5" name=""/>
          <p:cNvSpPr/>
          <p:nvPr/>
        </p:nvSpPr>
        <p:spPr>
          <a:xfrm>
            <a:off x="358668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6" name=""/>
          <p:cNvSpPr/>
          <p:nvPr/>
        </p:nvSpPr>
        <p:spPr>
          <a:xfrm>
            <a:off x="3589920" y="2187360"/>
            <a:ext cx="6480" cy="540000"/>
          </a:xfrm>
          <a:custGeom>
            <a:avLst/>
            <a:gdLst/>
            <a:ahLst/>
            <a:rect l="0" t="0" r="r" b="b"/>
            <a:pathLst>
              <a:path w="18" h="1500">
                <a:moveTo>
                  <a:pt x="0" y="1500"/>
                </a:moveTo>
                <a:lnTo>
                  <a:pt x="0" y="0"/>
                </a:lnTo>
                <a:lnTo>
                  <a:pt x="18" y="0"/>
                </a:lnTo>
                <a:lnTo>
                  <a:pt x="18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7" name=""/>
          <p:cNvSpPr/>
          <p:nvPr/>
        </p:nvSpPr>
        <p:spPr>
          <a:xfrm>
            <a:off x="35960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8" name=""/>
          <p:cNvSpPr/>
          <p:nvPr/>
        </p:nvSpPr>
        <p:spPr>
          <a:xfrm>
            <a:off x="35992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79" name=""/>
          <p:cNvSpPr/>
          <p:nvPr/>
        </p:nvSpPr>
        <p:spPr>
          <a:xfrm>
            <a:off x="3602160" y="2187360"/>
            <a:ext cx="6840" cy="540000"/>
          </a:xfrm>
          <a:custGeom>
            <a:avLst/>
            <a:gdLst/>
            <a:ahLst/>
            <a:rect l="0" t="0" r="r" b="b"/>
            <a:pathLst>
              <a:path w="19" h="1500">
                <a:moveTo>
                  <a:pt x="0" y="1500"/>
                </a:moveTo>
                <a:lnTo>
                  <a:pt x="0" y="0"/>
                </a:lnTo>
                <a:lnTo>
                  <a:pt x="19" y="0"/>
                </a:lnTo>
                <a:lnTo>
                  <a:pt x="1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8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0" name=""/>
          <p:cNvSpPr/>
          <p:nvPr/>
        </p:nvSpPr>
        <p:spPr>
          <a:xfrm>
            <a:off x="36086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1" name=""/>
          <p:cNvSpPr/>
          <p:nvPr/>
        </p:nvSpPr>
        <p:spPr>
          <a:xfrm>
            <a:off x="36115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2" name=""/>
          <p:cNvSpPr/>
          <p:nvPr/>
        </p:nvSpPr>
        <p:spPr>
          <a:xfrm>
            <a:off x="3614760" y="2187360"/>
            <a:ext cx="6480" cy="540000"/>
          </a:xfrm>
          <a:custGeom>
            <a:avLst/>
            <a:gdLst/>
            <a:ahLst/>
            <a:rect l="0" t="0" r="r" b="b"/>
            <a:pathLst>
              <a:path w="18" h="1500">
                <a:moveTo>
                  <a:pt x="0" y="1500"/>
                </a:moveTo>
                <a:lnTo>
                  <a:pt x="0" y="0"/>
                </a:lnTo>
                <a:lnTo>
                  <a:pt x="18" y="0"/>
                </a:lnTo>
                <a:lnTo>
                  <a:pt x="18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7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3" name=""/>
          <p:cNvSpPr/>
          <p:nvPr/>
        </p:nvSpPr>
        <p:spPr>
          <a:xfrm>
            <a:off x="36208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4" name=""/>
          <p:cNvSpPr/>
          <p:nvPr/>
        </p:nvSpPr>
        <p:spPr>
          <a:xfrm>
            <a:off x="36241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6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5" name=""/>
          <p:cNvSpPr/>
          <p:nvPr/>
        </p:nvSpPr>
        <p:spPr>
          <a:xfrm>
            <a:off x="362700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6" name=""/>
          <p:cNvSpPr/>
          <p:nvPr/>
        </p:nvSpPr>
        <p:spPr>
          <a:xfrm>
            <a:off x="36302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6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7" name=""/>
          <p:cNvSpPr/>
          <p:nvPr/>
        </p:nvSpPr>
        <p:spPr>
          <a:xfrm>
            <a:off x="36334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8" name=""/>
          <p:cNvSpPr/>
          <p:nvPr/>
        </p:nvSpPr>
        <p:spPr>
          <a:xfrm>
            <a:off x="36363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5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89" name=""/>
          <p:cNvSpPr/>
          <p:nvPr/>
        </p:nvSpPr>
        <p:spPr>
          <a:xfrm>
            <a:off x="36396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0" name=""/>
          <p:cNvSpPr/>
          <p:nvPr/>
        </p:nvSpPr>
        <p:spPr>
          <a:xfrm>
            <a:off x="36428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5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1" name=""/>
          <p:cNvSpPr/>
          <p:nvPr/>
        </p:nvSpPr>
        <p:spPr>
          <a:xfrm>
            <a:off x="36457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2" name=""/>
          <p:cNvSpPr/>
          <p:nvPr/>
        </p:nvSpPr>
        <p:spPr>
          <a:xfrm>
            <a:off x="36489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4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3" name=""/>
          <p:cNvSpPr/>
          <p:nvPr/>
        </p:nvSpPr>
        <p:spPr>
          <a:xfrm>
            <a:off x="36518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3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4" name=""/>
          <p:cNvSpPr/>
          <p:nvPr/>
        </p:nvSpPr>
        <p:spPr>
          <a:xfrm>
            <a:off x="36550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5" name=""/>
          <p:cNvSpPr/>
          <p:nvPr/>
        </p:nvSpPr>
        <p:spPr>
          <a:xfrm>
            <a:off x="36583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3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6" name=""/>
          <p:cNvSpPr/>
          <p:nvPr/>
        </p:nvSpPr>
        <p:spPr>
          <a:xfrm>
            <a:off x="36612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2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7" name=""/>
          <p:cNvSpPr/>
          <p:nvPr/>
        </p:nvSpPr>
        <p:spPr>
          <a:xfrm>
            <a:off x="366444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8" name=""/>
          <p:cNvSpPr/>
          <p:nvPr/>
        </p:nvSpPr>
        <p:spPr>
          <a:xfrm>
            <a:off x="36676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2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1999" name=""/>
          <p:cNvSpPr/>
          <p:nvPr/>
        </p:nvSpPr>
        <p:spPr>
          <a:xfrm>
            <a:off x="36705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0" name=""/>
          <p:cNvSpPr/>
          <p:nvPr/>
        </p:nvSpPr>
        <p:spPr>
          <a:xfrm>
            <a:off x="36738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1" name=""/>
          <p:cNvSpPr/>
          <p:nvPr/>
        </p:nvSpPr>
        <p:spPr>
          <a:xfrm>
            <a:off x="36766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0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2" name=""/>
          <p:cNvSpPr/>
          <p:nvPr/>
        </p:nvSpPr>
        <p:spPr>
          <a:xfrm>
            <a:off x="36799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90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3" name=""/>
          <p:cNvSpPr/>
          <p:nvPr/>
        </p:nvSpPr>
        <p:spPr>
          <a:xfrm>
            <a:off x="36831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f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4" name=""/>
          <p:cNvSpPr/>
          <p:nvPr/>
        </p:nvSpPr>
        <p:spPr>
          <a:xfrm>
            <a:off x="36860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5" name=""/>
          <p:cNvSpPr/>
          <p:nvPr/>
        </p:nvSpPr>
        <p:spPr>
          <a:xfrm>
            <a:off x="36892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e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6" name=""/>
          <p:cNvSpPr/>
          <p:nvPr/>
        </p:nvSpPr>
        <p:spPr>
          <a:xfrm>
            <a:off x="36925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d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7" name=""/>
          <p:cNvSpPr/>
          <p:nvPr/>
        </p:nvSpPr>
        <p:spPr>
          <a:xfrm>
            <a:off x="36954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d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8" name=""/>
          <p:cNvSpPr/>
          <p:nvPr/>
        </p:nvSpPr>
        <p:spPr>
          <a:xfrm>
            <a:off x="36986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c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09" name=""/>
          <p:cNvSpPr/>
          <p:nvPr/>
        </p:nvSpPr>
        <p:spPr>
          <a:xfrm>
            <a:off x="37018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c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0" name=""/>
          <p:cNvSpPr/>
          <p:nvPr/>
        </p:nvSpPr>
        <p:spPr>
          <a:xfrm>
            <a:off x="370476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b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1" name=""/>
          <p:cNvSpPr/>
          <p:nvPr/>
        </p:nvSpPr>
        <p:spPr>
          <a:xfrm>
            <a:off x="37080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2" name=""/>
          <p:cNvSpPr/>
          <p:nvPr/>
        </p:nvSpPr>
        <p:spPr>
          <a:xfrm>
            <a:off x="37108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a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3" name=""/>
          <p:cNvSpPr/>
          <p:nvPr/>
        </p:nvSpPr>
        <p:spPr>
          <a:xfrm>
            <a:off x="37141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9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4" name=""/>
          <p:cNvSpPr/>
          <p:nvPr/>
        </p:nvSpPr>
        <p:spPr>
          <a:xfrm>
            <a:off x="37173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8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5" name=""/>
          <p:cNvSpPr/>
          <p:nvPr/>
        </p:nvSpPr>
        <p:spPr>
          <a:xfrm>
            <a:off x="37202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7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6" name=""/>
          <p:cNvSpPr/>
          <p:nvPr/>
        </p:nvSpPr>
        <p:spPr>
          <a:xfrm>
            <a:off x="37234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7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7" name=""/>
          <p:cNvSpPr/>
          <p:nvPr/>
        </p:nvSpPr>
        <p:spPr>
          <a:xfrm>
            <a:off x="37267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6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8" name=""/>
          <p:cNvSpPr/>
          <p:nvPr/>
        </p:nvSpPr>
        <p:spPr>
          <a:xfrm>
            <a:off x="37296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5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19" name=""/>
          <p:cNvSpPr/>
          <p:nvPr/>
        </p:nvSpPr>
        <p:spPr>
          <a:xfrm>
            <a:off x="37328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4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0" name=""/>
          <p:cNvSpPr/>
          <p:nvPr/>
        </p:nvSpPr>
        <p:spPr>
          <a:xfrm>
            <a:off x="37357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4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1" name=""/>
          <p:cNvSpPr/>
          <p:nvPr/>
        </p:nvSpPr>
        <p:spPr>
          <a:xfrm>
            <a:off x="37389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3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2" name=""/>
          <p:cNvSpPr/>
          <p:nvPr/>
        </p:nvSpPr>
        <p:spPr>
          <a:xfrm>
            <a:off x="37422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2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3" name=""/>
          <p:cNvSpPr/>
          <p:nvPr/>
        </p:nvSpPr>
        <p:spPr>
          <a:xfrm>
            <a:off x="374508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1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4" name=""/>
          <p:cNvSpPr/>
          <p:nvPr/>
        </p:nvSpPr>
        <p:spPr>
          <a:xfrm>
            <a:off x="37483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80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5" name=""/>
          <p:cNvSpPr/>
          <p:nvPr/>
        </p:nvSpPr>
        <p:spPr>
          <a:xfrm>
            <a:off x="37515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f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6" name=""/>
          <p:cNvSpPr/>
          <p:nvPr/>
        </p:nvSpPr>
        <p:spPr>
          <a:xfrm>
            <a:off x="37544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f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7" name=""/>
          <p:cNvSpPr/>
          <p:nvPr/>
        </p:nvSpPr>
        <p:spPr>
          <a:xfrm>
            <a:off x="37576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e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8" name=""/>
          <p:cNvSpPr/>
          <p:nvPr/>
        </p:nvSpPr>
        <p:spPr>
          <a:xfrm>
            <a:off x="37609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d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29" name=""/>
          <p:cNvSpPr/>
          <p:nvPr/>
        </p:nvSpPr>
        <p:spPr>
          <a:xfrm>
            <a:off x="37638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0" name=""/>
          <p:cNvSpPr/>
          <p:nvPr/>
        </p:nvSpPr>
        <p:spPr>
          <a:xfrm>
            <a:off x="37670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1" name=""/>
          <p:cNvSpPr/>
          <p:nvPr/>
        </p:nvSpPr>
        <p:spPr>
          <a:xfrm>
            <a:off x="37699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a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2" name=""/>
          <p:cNvSpPr/>
          <p:nvPr/>
        </p:nvSpPr>
        <p:spPr>
          <a:xfrm>
            <a:off x="37731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3" name=""/>
          <p:cNvSpPr/>
          <p:nvPr/>
        </p:nvSpPr>
        <p:spPr>
          <a:xfrm>
            <a:off x="37764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8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4" name=""/>
          <p:cNvSpPr/>
          <p:nvPr/>
        </p:nvSpPr>
        <p:spPr>
          <a:xfrm>
            <a:off x="37792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7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5" name=""/>
          <p:cNvSpPr/>
          <p:nvPr/>
        </p:nvSpPr>
        <p:spPr>
          <a:xfrm>
            <a:off x="378252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6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6" name=""/>
          <p:cNvSpPr/>
          <p:nvPr/>
        </p:nvSpPr>
        <p:spPr>
          <a:xfrm>
            <a:off x="37857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5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7" name=""/>
          <p:cNvSpPr/>
          <p:nvPr/>
        </p:nvSpPr>
        <p:spPr>
          <a:xfrm>
            <a:off x="37886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4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8" name=""/>
          <p:cNvSpPr/>
          <p:nvPr/>
        </p:nvSpPr>
        <p:spPr>
          <a:xfrm>
            <a:off x="37918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3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39" name=""/>
          <p:cNvSpPr/>
          <p:nvPr/>
        </p:nvSpPr>
        <p:spPr>
          <a:xfrm>
            <a:off x="37947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2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0" name=""/>
          <p:cNvSpPr/>
          <p:nvPr/>
        </p:nvSpPr>
        <p:spPr>
          <a:xfrm>
            <a:off x="37980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1" name=""/>
          <p:cNvSpPr/>
          <p:nvPr/>
        </p:nvSpPr>
        <p:spPr>
          <a:xfrm>
            <a:off x="38012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70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2" name=""/>
          <p:cNvSpPr/>
          <p:nvPr/>
        </p:nvSpPr>
        <p:spPr>
          <a:xfrm>
            <a:off x="38041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f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3" name=""/>
          <p:cNvSpPr/>
          <p:nvPr/>
        </p:nvSpPr>
        <p:spPr>
          <a:xfrm>
            <a:off x="38073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d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4" name=""/>
          <p:cNvSpPr/>
          <p:nvPr/>
        </p:nvSpPr>
        <p:spPr>
          <a:xfrm>
            <a:off x="38106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c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5" name=""/>
          <p:cNvSpPr/>
          <p:nvPr/>
        </p:nvSpPr>
        <p:spPr>
          <a:xfrm>
            <a:off x="38134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b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6" name=""/>
          <p:cNvSpPr/>
          <p:nvPr/>
        </p:nvSpPr>
        <p:spPr>
          <a:xfrm>
            <a:off x="38167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b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7" name=""/>
          <p:cNvSpPr/>
          <p:nvPr/>
        </p:nvSpPr>
        <p:spPr>
          <a:xfrm>
            <a:off x="38199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9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8" name=""/>
          <p:cNvSpPr/>
          <p:nvPr/>
        </p:nvSpPr>
        <p:spPr>
          <a:xfrm>
            <a:off x="382284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8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49" name=""/>
          <p:cNvSpPr/>
          <p:nvPr/>
        </p:nvSpPr>
        <p:spPr>
          <a:xfrm>
            <a:off x="38260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7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0" name=""/>
          <p:cNvSpPr/>
          <p:nvPr/>
        </p:nvSpPr>
        <p:spPr>
          <a:xfrm>
            <a:off x="38289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1" name=""/>
          <p:cNvSpPr/>
          <p:nvPr/>
        </p:nvSpPr>
        <p:spPr>
          <a:xfrm>
            <a:off x="38322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5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2" name=""/>
          <p:cNvSpPr/>
          <p:nvPr/>
        </p:nvSpPr>
        <p:spPr>
          <a:xfrm>
            <a:off x="38354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4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3" name=""/>
          <p:cNvSpPr/>
          <p:nvPr/>
        </p:nvSpPr>
        <p:spPr>
          <a:xfrm>
            <a:off x="38383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3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4" name=""/>
          <p:cNvSpPr/>
          <p:nvPr/>
        </p:nvSpPr>
        <p:spPr>
          <a:xfrm>
            <a:off x="38415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2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5" name=""/>
          <p:cNvSpPr/>
          <p:nvPr/>
        </p:nvSpPr>
        <p:spPr>
          <a:xfrm>
            <a:off x="38448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6" name=""/>
          <p:cNvSpPr/>
          <p:nvPr/>
        </p:nvSpPr>
        <p:spPr>
          <a:xfrm>
            <a:off x="38476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6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7" name=""/>
          <p:cNvSpPr/>
          <p:nvPr/>
        </p:nvSpPr>
        <p:spPr>
          <a:xfrm>
            <a:off x="38509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f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8" name=""/>
          <p:cNvSpPr/>
          <p:nvPr/>
        </p:nvSpPr>
        <p:spPr>
          <a:xfrm>
            <a:off x="38541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e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59" name=""/>
          <p:cNvSpPr/>
          <p:nvPr/>
        </p:nvSpPr>
        <p:spPr>
          <a:xfrm>
            <a:off x="38570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d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0" name=""/>
          <p:cNvSpPr/>
          <p:nvPr/>
        </p:nvSpPr>
        <p:spPr>
          <a:xfrm>
            <a:off x="38602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c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1" name=""/>
          <p:cNvSpPr/>
          <p:nvPr/>
        </p:nvSpPr>
        <p:spPr>
          <a:xfrm>
            <a:off x="386316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b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2" name=""/>
          <p:cNvSpPr/>
          <p:nvPr/>
        </p:nvSpPr>
        <p:spPr>
          <a:xfrm>
            <a:off x="38664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b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3" name=""/>
          <p:cNvSpPr/>
          <p:nvPr/>
        </p:nvSpPr>
        <p:spPr>
          <a:xfrm>
            <a:off x="38696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a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4" name=""/>
          <p:cNvSpPr/>
          <p:nvPr/>
        </p:nvSpPr>
        <p:spPr>
          <a:xfrm>
            <a:off x="38725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9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5" name=""/>
          <p:cNvSpPr/>
          <p:nvPr/>
        </p:nvSpPr>
        <p:spPr>
          <a:xfrm>
            <a:off x="38757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8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6" name=""/>
          <p:cNvSpPr/>
          <p:nvPr/>
        </p:nvSpPr>
        <p:spPr>
          <a:xfrm>
            <a:off x="38790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7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7" name=""/>
          <p:cNvSpPr/>
          <p:nvPr/>
        </p:nvSpPr>
        <p:spPr>
          <a:xfrm>
            <a:off x="38818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6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8" name=""/>
          <p:cNvSpPr/>
          <p:nvPr/>
        </p:nvSpPr>
        <p:spPr>
          <a:xfrm>
            <a:off x="38851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5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69" name=""/>
          <p:cNvSpPr/>
          <p:nvPr/>
        </p:nvSpPr>
        <p:spPr>
          <a:xfrm>
            <a:off x="38880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4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0" name=""/>
          <p:cNvSpPr/>
          <p:nvPr/>
        </p:nvSpPr>
        <p:spPr>
          <a:xfrm>
            <a:off x="38912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1" name=""/>
          <p:cNvSpPr/>
          <p:nvPr/>
        </p:nvSpPr>
        <p:spPr>
          <a:xfrm>
            <a:off x="38944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2" name=""/>
          <p:cNvSpPr/>
          <p:nvPr/>
        </p:nvSpPr>
        <p:spPr>
          <a:xfrm>
            <a:off x="38973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3" name=""/>
          <p:cNvSpPr/>
          <p:nvPr/>
        </p:nvSpPr>
        <p:spPr>
          <a:xfrm>
            <a:off x="390060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1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4" name=""/>
          <p:cNvSpPr/>
          <p:nvPr/>
        </p:nvSpPr>
        <p:spPr>
          <a:xfrm>
            <a:off x="39038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1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5" name=""/>
          <p:cNvSpPr/>
          <p:nvPr/>
        </p:nvSpPr>
        <p:spPr>
          <a:xfrm>
            <a:off x="390672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0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6" name=""/>
          <p:cNvSpPr/>
          <p:nvPr/>
        </p:nvSpPr>
        <p:spPr>
          <a:xfrm>
            <a:off x="39099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50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7" name=""/>
          <p:cNvSpPr/>
          <p:nvPr/>
        </p:nvSpPr>
        <p:spPr>
          <a:xfrm>
            <a:off x="391320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f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8" name=""/>
          <p:cNvSpPr/>
          <p:nvPr/>
        </p:nvSpPr>
        <p:spPr>
          <a:xfrm>
            <a:off x="39160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e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79" name=""/>
          <p:cNvSpPr/>
          <p:nvPr/>
        </p:nvSpPr>
        <p:spPr>
          <a:xfrm>
            <a:off x="39193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0" name=""/>
          <p:cNvSpPr/>
          <p:nvPr/>
        </p:nvSpPr>
        <p:spPr>
          <a:xfrm>
            <a:off x="39222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d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1" name=""/>
          <p:cNvSpPr/>
          <p:nvPr/>
        </p:nvSpPr>
        <p:spPr>
          <a:xfrm>
            <a:off x="39254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c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2" name=""/>
          <p:cNvSpPr/>
          <p:nvPr/>
        </p:nvSpPr>
        <p:spPr>
          <a:xfrm>
            <a:off x="39286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c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3" name=""/>
          <p:cNvSpPr/>
          <p:nvPr/>
        </p:nvSpPr>
        <p:spPr>
          <a:xfrm>
            <a:off x="39315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b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4" name=""/>
          <p:cNvSpPr/>
          <p:nvPr/>
        </p:nvSpPr>
        <p:spPr>
          <a:xfrm>
            <a:off x="39348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b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5" name=""/>
          <p:cNvSpPr/>
          <p:nvPr/>
        </p:nvSpPr>
        <p:spPr>
          <a:xfrm>
            <a:off x="39380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6" name=""/>
          <p:cNvSpPr/>
          <p:nvPr/>
        </p:nvSpPr>
        <p:spPr>
          <a:xfrm>
            <a:off x="3940920" y="2187360"/>
            <a:ext cx="3960" cy="540000"/>
          </a:xfrm>
          <a:custGeom>
            <a:avLst/>
            <a:gdLst/>
            <a:ahLst/>
            <a:rect l="0" t="0" r="r" b="b"/>
            <a:pathLst>
              <a:path w="11" h="1500">
                <a:moveTo>
                  <a:pt x="0" y="1500"/>
                </a:moveTo>
                <a:lnTo>
                  <a:pt x="0" y="0"/>
                </a:lnTo>
                <a:lnTo>
                  <a:pt x="11" y="0"/>
                </a:lnTo>
                <a:lnTo>
                  <a:pt x="11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a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7" name=""/>
          <p:cNvSpPr/>
          <p:nvPr/>
        </p:nvSpPr>
        <p:spPr>
          <a:xfrm>
            <a:off x="394416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9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8" name=""/>
          <p:cNvSpPr/>
          <p:nvPr/>
        </p:nvSpPr>
        <p:spPr>
          <a:xfrm>
            <a:off x="39470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9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89" name=""/>
          <p:cNvSpPr/>
          <p:nvPr/>
        </p:nvSpPr>
        <p:spPr>
          <a:xfrm>
            <a:off x="395028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90" name=""/>
          <p:cNvSpPr/>
          <p:nvPr/>
        </p:nvSpPr>
        <p:spPr>
          <a:xfrm>
            <a:off x="395352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91" name=""/>
          <p:cNvSpPr/>
          <p:nvPr/>
        </p:nvSpPr>
        <p:spPr>
          <a:xfrm>
            <a:off x="39564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92" name=""/>
          <p:cNvSpPr/>
          <p:nvPr/>
        </p:nvSpPr>
        <p:spPr>
          <a:xfrm>
            <a:off x="395964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93" name=""/>
          <p:cNvSpPr/>
          <p:nvPr/>
        </p:nvSpPr>
        <p:spPr>
          <a:xfrm>
            <a:off x="396288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94" name=""/>
          <p:cNvSpPr/>
          <p:nvPr/>
        </p:nvSpPr>
        <p:spPr>
          <a:xfrm>
            <a:off x="396576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95" name=""/>
          <p:cNvSpPr/>
          <p:nvPr/>
        </p:nvSpPr>
        <p:spPr>
          <a:xfrm>
            <a:off x="3969000" y="2187360"/>
            <a:ext cx="3600" cy="540000"/>
          </a:xfrm>
          <a:custGeom>
            <a:avLst/>
            <a:gdLst/>
            <a:ahLst/>
            <a:rect l="0" t="0" r="r" b="b"/>
            <a:pathLst>
              <a:path w="10" h="1500">
                <a:moveTo>
                  <a:pt x="0" y="1500"/>
                </a:moveTo>
                <a:lnTo>
                  <a:pt x="0" y="0"/>
                </a:lnTo>
                <a:lnTo>
                  <a:pt x="10" y="0"/>
                </a:lnTo>
                <a:lnTo>
                  <a:pt x="10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96" name=""/>
          <p:cNvSpPr/>
          <p:nvPr/>
        </p:nvSpPr>
        <p:spPr>
          <a:xfrm>
            <a:off x="3972240" y="2187360"/>
            <a:ext cx="3240" cy="540000"/>
          </a:xfrm>
          <a:custGeom>
            <a:avLst/>
            <a:gdLst/>
            <a:ahLst/>
            <a:rect l="0" t="0" r="r" b="b"/>
            <a:pathLst>
              <a:path w="9" h="1500">
                <a:moveTo>
                  <a:pt x="0" y="1500"/>
                </a:moveTo>
                <a:lnTo>
                  <a:pt x="0" y="0"/>
                </a:lnTo>
                <a:lnTo>
                  <a:pt x="9" y="0"/>
                </a:lnTo>
                <a:lnTo>
                  <a:pt x="9" y="1500"/>
                </a:lnTo>
                <a:lnTo>
                  <a:pt x="0" y="1500"/>
                </a:lnTo>
                <a:close/>
              </a:path>
            </a:pathLst>
          </a:custGeom>
          <a:solidFill>
            <a:srgbClr val="0047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097" name=""/>
          <p:cNvSpPr/>
          <p:nvPr/>
        </p:nvSpPr>
        <p:spPr>
          <a:xfrm>
            <a:off x="3179520" y="2187360"/>
            <a:ext cx="795960" cy="540000"/>
          </a:xfrm>
          <a:custGeom>
            <a:avLst/>
            <a:gdLst/>
            <a:ahLst/>
            <a:rect l="0" t="0" r="r" b="b"/>
            <a:pathLst>
              <a:path w="2211" h="1500">
                <a:moveTo>
                  <a:pt x="0" y="1500"/>
                </a:moveTo>
                <a:lnTo>
                  <a:pt x="2211" y="1500"/>
                </a:lnTo>
                <a:lnTo>
                  <a:pt x="2211" y="0"/>
                </a:lnTo>
                <a:lnTo>
                  <a:pt x="0" y="0"/>
                </a:lnTo>
                <a:lnTo>
                  <a:pt x="0" y="1500"/>
                </a:lnTo>
                <a:close/>
              </a:path>
            </a:pathLst>
          </a:custGeom>
          <a:noFill/>
          <a:ln w="28440">
            <a:solidFill>
              <a:srgbClr val="ffffff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98" name=""/>
          <p:cNvSpPr/>
          <p:nvPr/>
        </p:nvSpPr>
        <p:spPr>
          <a:xfrm>
            <a:off x="2851920" y="2727000"/>
            <a:ext cx="1265040" cy="1440"/>
          </a:xfrm>
          <a:prstGeom prst="line">
            <a:avLst/>
          </a:prstGeom>
          <a:ln w="28440">
            <a:solidFill>
              <a:srgbClr val="ff0000"/>
            </a:solidFill>
            <a:custDash>
              <a:ds d="401266" sp="301266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2600" bIns="-1260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099" name=""/>
          <p:cNvSpPr/>
          <p:nvPr/>
        </p:nvSpPr>
        <p:spPr>
          <a:xfrm flipV="1">
            <a:off x="2851920" y="1839960"/>
            <a:ext cx="4262400" cy="347760"/>
          </a:xfrm>
          <a:prstGeom prst="line">
            <a:avLst/>
          </a:prstGeom>
          <a:ln w="28440">
            <a:solidFill>
              <a:srgbClr val="ff0000"/>
            </a:solidFill>
            <a:custDash>
              <a:ds d="401266" sp="301266"/>
            </a:custDash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00" name=""/>
          <p:cNvSpPr/>
          <p:nvPr/>
        </p:nvSpPr>
        <p:spPr>
          <a:xfrm>
            <a:off x="3492000" y="2187360"/>
            <a:ext cx="172440" cy="540720"/>
          </a:xfrm>
          <a:custGeom>
            <a:avLst/>
            <a:gdLst/>
            <a:ahLst/>
            <a:rect l="0" t="0" r="r" b="b"/>
            <a:pathLst>
              <a:path w="479" h="1502">
                <a:moveTo>
                  <a:pt x="186" y="105"/>
                </a:moveTo>
                <a:lnTo>
                  <a:pt x="188" y="1397"/>
                </a:lnTo>
                <a:lnTo>
                  <a:pt x="294" y="1397"/>
                </a:lnTo>
                <a:lnTo>
                  <a:pt x="292" y="105"/>
                </a:lnTo>
                <a:lnTo>
                  <a:pt x="186" y="105"/>
                </a:lnTo>
                <a:moveTo>
                  <a:pt x="470" y="396"/>
                </a:moveTo>
                <a:lnTo>
                  <a:pt x="238" y="0"/>
                </a:lnTo>
                <a:lnTo>
                  <a:pt x="7" y="397"/>
                </a:lnTo>
                <a:cubicBezTo>
                  <a:pt x="-8" y="422"/>
                  <a:pt x="1" y="454"/>
                  <a:pt x="26" y="469"/>
                </a:cubicBezTo>
                <a:cubicBezTo>
                  <a:pt x="52" y="483"/>
                  <a:pt x="85" y="475"/>
                  <a:pt x="100" y="450"/>
                </a:cubicBezTo>
                <a:lnTo>
                  <a:pt x="284" y="132"/>
                </a:lnTo>
                <a:lnTo>
                  <a:pt x="193" y="132"/>
                </a:lnTo>
                <a:lnTo>
                  <a:pt x="379" y="449"/>
                </a:lnTo>
                <a:cubicBezTo>
                  <a:pt x="393" y="474"/>
                  <a:pt x="426" y="483"/>
                  <a:pt x="451" y="468"/>
                </a:cubicBezTo>
                <a:cubicBezTo>
                  <a:pt x="476" y="453"/>
                  <a:pt x="485" y="421"/>
                  <a:pt x="470" y="396"/>
                </a:cubicBezTo>
                <a:moveTo>
                  <a:pt x="8" y="1107"/>
                </a:moveTo>
                <a:lnTo>
                  <a:pt x="241" y="1502"/>
                </a:lnTo>
                <a:lnTo>
                  <a:pt x="471" y="1106"/>
                </a:lnTo>
                <a:cubicBezTo>
                  <a:pt x="486" y="1081"/>
                  <a:pt x="477" y="1048"/>
                  <a:pt x="452" y="1034"/>
                </a:cubicBezTo>
                <a:cubicBezTo>
                  <a:pt x="427" y="1019"/>
                  <a:pt x="395" y="1028"/>
                  <a:pt x="380" y="1053"/>
                </a:cubicBezTo>
                <a:lnTo>
                  <a:pt x="195" y="1371"/>
                </a:lnTo>
                <a:lnTo>
                  <a:pt x="287" y="1371"/>
                </a:lnTo>
                <a:lnTo>
                  <a:pt x="101" y="1053"/>
                </a:lnTo>
                <a:cubicBezTo>
                  <a:pt x="86" y="1028"/>
                  <a:pt x="53" y="1020"/>
                  <a:pt x="27" y="1034"/>
                </a:cubicBezTo>
                <a:cubicBezTo>
                  <a:pt x="2" y="1049"/>
                  <a:pt x="-6" y="1082"/>
                  <a:pt x="8" y="1107"/>
                </a:cubicBezTo>
                <a:close/>
              </a:path>
            </a:pathLst>
          </a:custGeom>
          <a:solidFill>
            <a:srgbClr val="70ad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101" name=""/>
          <p:cNvSpPr/>
          <p:nvPr/>
        </p:nvSpPr>
        <p:spPr>
          <a:xfrm>
            <a:off x="2859480" y="1814040"/>
            <a:ext cx="172800" cy="1288800"/>
          </a:xfrm>
          <a:custGeom>
            <a:avLst/>
            <a:gdLst/>
            <a:ahLst/>
            <a:rect l="0" t="0" r="r" b="b"/>
            <a:pathLst>
              <a:path w="480" h="3580">
                <a:moveTo>
                  <a:pt x="293" y="105"/>
                </a:moveTo>
                <a:lnTo>
                  <a:pt x="290" y="3475"/>
                </a:lnTo>
                <a:lnTo>
                  <a:pt x="184" y="3475"/>
                </a:lnTo>
                <a:lnTo>
                  <a:pt x="187" y="105"/>
                </a:lnTo>
                <a:lnTo>
                  <a:pt x="293" y="105"/>
                </a:lnTo>
                <a:moveTo>
                  <a:pt x="9" y="397"/>
                </a:moveTo>
                <a:lnTo>
                  <a:pt x="240" y="0"/>
                </a:lnTo>
                <a:lnTo>
                  <a:pt x="472" y="397"/>
                </a:lnTo>
                <a:cubicBezTo>
                  <a:pt x="487" y="423"/>
                  <a:pt x="478" y="455"/>
                  <a:pt x="453" y="469"/>
                </a:cubicBezTo>
                <a:cubicBezTo>
                  <a:pt x="428" y="484"/>
                  <a:pt x="394" y="475"/>
                  <a:pt x="380" y="450"/>
                </a:cubicBezTo>
                <a:lnTo>
                  <a:pt x="194" y="132"/>
                </a:lnTo>
                <a:lnTo>
                  <a:pt x="286" y="132"/>
                </a:lnTo>
                <a:lnTo>
                  <a:pt x="101" y="450"/>
                </a:lnTo>
                <a:cubicBezTo>
                  <a:pt x="86" y="475"/>
                  <a:pt x="53" y="484"/>
                  <a:pt x="28" y="469"/>
                </a:cubicBezTo>
                <a:cubicBezTo>
                  <a:pt x="3" y="454"/>
                  <a:pt x="-6" y="422"/>
                  <a:pt x="9" y="397"/>
                </a:cubicBezTo>
                <a:moveTo>
                  <a:pt x="469" y="3184"/>
                </a:moveTo>
                <a:lnTo>
                  <a:pt x="237" y="3580"/>
                </a:lnTo>
                <a:lnTo>
                  <a:pt x="7" y="3184"/>
                </a:lnTo>
                <a:cubicBezTo>
                  <a:pt x="-8" y="3158"/>
                  <a:pt x="1" y="3126"/>
                  <a:pt x="26" y="3111"/>
                </a:cubicBezTo>
                <a:cubicBezTo>
                  <a:pt x="51" y="3097"/>
                  <a:pt x="84" y="3105"/>
                  <a:pt x="98" y="3130"/>
                </a:cubicBezTo>
                <a:lnTo>
                  <a:pt x="283" y="3448"/>
                </a:lnTo>
                <a:lnTo>
                  <a:pt x="192" y="3448"/>
                </a:lnTo>
                <a:lnTo>
                  <a:pt x="377" y="3131"/>
                </a:lnTo>
                <a:cubicBezTo>
                  <a:pt x="392" y="3105"/>
                  <a:pt x="425" y="3097"/>
                  <a:pt x="451" y="3112"/>
                </a:cubicBezTo>
                <a:cubicBezTo>
                  <a:pt x="476" y="3127"/>
                  <a:pt x="484" y="3159"/>
                  <a:pt x="469" y="3184"/>
                </a:cubicBezTo>
                <a:close/>
              </a:path>
            </a:pathLst>
          </a:custGeom>
          <a:solidFill>
            <a:srgbClr val="5b9b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102" name=""/>
          <p:cNvSpPr txBox="1"/>
          <p:nvPr/>
        </p:nvSpPr>
        <p:spPr>
          <a:xfrm>
            <a:off x="2386440" y="3189600"/>
            <a:ext cx="2335320" cy="157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050" spc="-1" strike="noStrike">
                <a:solidFill>
                  <a:srgbClr val="006666"/>
                </a:solidFill>
                <a:latin typeface="Arial Black"/>
                <a:ea typeface="Arial Black"/>
              </a:rPr>
              <a:t>&lt;Using Empirical Estimations&gt;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03" name=""/>
          <p:cNvSpPr txBox="1"/>
          <p:nvPr/>
        </p:nvSpPr>
        <p:spPr>
          <a:xfrm>
            <a:off x="7205760" y="1775520"/>
            <a:ext cx="267480" cy="122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30" spc="-1" strike="noStrike">
                <a:solidFill>
                  <a:srgbClr val="000000"/>
                </a:solidFill>
                <a:latin typeface="Arial Black"/>
                <a:ea typeface="Arial Black"/>
              </a:rPr>
              <a:t>MAX</a:t>
            </a:r>
            <a:endParaRPr b="0" lang="en-US" sz="8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04" name=""/>
          <p:cNvSpPr txBox="1"/>
          <p:nvPr/>
        </p:nvSpPr>
        <p:spPr>
          <a:xfrm>
            <a:off x="4207680" y="2149920"/>
            <a:ext cx="267480" cy="122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30" spc="-1" strike="noStrike">
                <a:solidFill>
                  <a:srgbClr val="000000"/>
                </a:solidFill>
                <a:latin typeface="Arial Black"/>
                <a:ea typeface="Arial Black"/>
              </a:rPr>
              <a:t>MAX</a:t>
            </a:r>
            <a:endParaRPr b="0" lang="en-US" sz="8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05" name=""/>
          <p:cNvSpPr txBox="1"/>
          <p:nvPr/>
        </p:nvSpPr>
        <p:spPr>
          <a:xfrm>
            <a:off x="4207680" y="2648520"/>
            <a:ext cx="232200" cy="122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30" spc="-1" strike="noStrike">
                <a:solidFill>
                  <a:srgbClr val="000000"/>
                </a:solidFill>
                <a:latin typeface="Arial Black"/>
                <a:ea typeface="Arial Black"/>
              </a:rPr>
              <a:t>MIN</a:t>
            </a:r>
            <a:endParaRPr b="0" lang="en-US" sz="8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06" name=""/>
          <p:cNvSpPr/>
          <p:nvPr/>
        </p:nvSpPr>
        <p:spPr>
          <a:xfrm>
            <a:off x="2476440" y="2269080"/>
            <a:ext cx="649440" cy="347760"/>
          </a:xfrm>
          <a:custGeom>
            <a:avLst/>
            <a:gdLst/>
            <a:ahLst/>
            <a:rect l="0" t="0" r="r" b="b"/>
            <a:pathLst>
              <a:path w="1804" h="966">
                <a:moveTo>
                  <a:pt x="0" y="966"/>
                </a:moveTo>
                <a:lnTo>
                  <a:pt x="1804" y="966"/>
                </a:lnTo>
                <a:lnTo>
                  <a:pt x="1804" y="0"/>
                </a:lnTo>
                <a:lnTo>
                  <a:pt x="0" y="0"/>
                </a:lnTo>
                <a:lnTo>
                  <a:pt x="0" y="96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07" name=""/>
          <p:cNvSpPr txBox="1"/>
          <p:nvPr/>
        </p:nvSpPr>
        <p:spPr>
          <a:xfrm>
            <a:off x="7252560" y="3022560"/>
            <a:ext cx="232200" cy="122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30" spc="-1" strike="noStrike">
                <a:solidFill>
                  <a:srgbClr val="000000"/>
                </a:solidFill>
                <a:latin typeface="Arial Black"/>
                <a:ea typeface="Arial Black"/>
              </a:rPr>
              <a:t>MIN</a:t>
            </a:r>
            <a:endParaRPr b="0" lang="en-US" sz="8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08" name=""/>
          <p:cNvSpPr txBox="1"/>
          <p:nvPr/>
        </p:nvSpPr>
        <p:spPr>
          <a:xfrm>
            <a:off x="2568240" y="2316240"/>
            <a:ext cx="412200" cy="122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30" spc="-1" strike="noStrike">
                <a:solidFill>
                  <a:srgbClr val="000000"/>
                </a:solidFill>
                <a:latin typeface="Arial Black"/>
                <a:ea typeface="Arial Black"/>
              </a:rPr>
              <a:t>Actual </a:t>
            </a:r>
            <a:endParaRPr b="0" lang="en-US" sz="8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09" name=""/>
          <p:cNvSpPr txBox="1"/>
          <p:nvPr/>
        </p:nvSpPr>
        <p:spPr>
          <a:xfrm>
            <a:off x="2568240" y="2442600"/>
            <a:ext cx="374040" cy="122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30" spc="-1" strike="noStrike">
                <a:solidFill>
                  <a:srgbClr val="000000"/>
                </a:solidFill>
                <a:latin typeface="Arial Black"/>
                <a:ea typeface="Arial Black"/>
              </a:rPr>
              <a:t>Range</a:t>
            </a:r>
            <a:endParaRPr b="0" lang="en-US" sz="8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10" name=""/>
          <p:cNvSpPr/>
          <p:nvPr/>
        </p:nvSpPr>
        <p:spPr>
          <a:xfrm>
            <a:off x="3575160" y="3968280"/>
            <a:ext cx="1577520" cy="232200"/>
          </a:xfrm>
          <a:custGeom>
            <a:avLst/>
            <a:gdLst/>
            <a:ahLst/>
            <a:rect l="0" t="0" r="r" b="b"/>
            <a:pathLst>
              <a:path w="4382" h="645">
                <a:moveTo>
                  <a:pt x="0" y="645"/>
                </a:moveTo>
                <a:lnTo>
                  <a:pt x="4382" y="645"/>
                </a:lnTo>
                <a:lnTo>
                  <a:pt x="4382" y="0"/>
                </a:lnTo>
                <a:lnTo>
                  <a:pt x="0" y="0"/>
                </a:lnTo>
                <a:lnTo>
                  <a:pt x="0" y="64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11" name=""/>
          <p:cNvSpPr txBox="1"/>
          <p:nvPr/>
        </p:nvSpPr>
        <p:spPr>
          <a:xfrm>
            <a:off x="5302080" y="3189600"/>
            <a:ext cx="2818440" cy="157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050" spc="-1" strike="noStrike">
                <a:solidFill>
                  <a:srgbClr val="006666"/>
                </a:solidFill>
                <a:latin typeface="Arial Black"/>
                <a:ea typeface="Arial Black"/>
              </a:rPr>
              <a:t>&lt;Exclusion of Empirical Estimations&gt;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12" name=""/>
          <p:cNvSpPr txBox="1"/>
          <p:nvPr/>
        </p:nvSpPr>
        <p:spPr>
          <a:xfrm>
            <a:off x="3667320" y="4013280"/>
            <a:ext cx="1357200" cy="139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"/>
                <a:ea typeface="Calibri"/>
              </a:rPr>
              <a:t>Company A vs DEXA (N=148)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13" name=""/>
          <p:cNvSpPr txBox="1"/>
          <p:nvPr/>
        </p:nvSpPr>
        <p:spPr>
          <a:xfrm>
            <a:off x="1430280" y="1173240"/>
            <a:ext cx="1667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c00000"/>
                </a:solidFill>
                <a:latin typeface="Calibri"/>
                <a:ea typeface="Calibri"/>
              </a:rPr>
              <a:t>InBody technology 4: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14" name=""/>
          <p:cNvSpPr txBox="1"/>
          <p:nvPr/>
        </p:nvSpPr>
        <p:spPr>
          <a:xfrm>
            <a:off x="1430280" y="1402200"/>
            <a:ext cx="2414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000000"/>
                </a:solidFill>
                <a:latin typeface="Calibri"/>
                <a:ea typeface="Calibri"/>
              </a:rPr>
              <a:t>Excluding Empirical Estimation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15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1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11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11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212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22121" name="" descr=""/>
          <p:cNvPicPr/>
          <p:nvPr/>
        </p:nvPicPr>
        <p:blipFill>
          <a:blip r:embed="rId2"/>
          <a:stretch/>
        </p:blipFill>
        <p:spPr>
          <a:xfrm>
            <a:off x="1615320" y="2450520"/>
            <a:ext cx="2716920" cy="2738160"/>
          </a:xfrm>
          <a:prstGeom prst="rect">
            <a:avLst/>
          </a:prstGeom>
          <a:ln w="0">
            <a:noFill/>
          </a:ln>
        </p:spPr>
      </p:pic>
      <p:sp>
        <p:nvSpPr>
          <p:cNvPr id="22122" name=""/>
          <p:cNvSpPr/>
          <p:nvPr/>
        </p:nvSpPr>
        <p:spPr>
          <a:xfrm>
            <a:off x="1839960" y="3358080"/>
            <a:ext cx="2252880" cy="178560"/>
          </a:xfrm>
          <a:custGeom>
            <a:avLst/>
            <a:gdLst/>
            <a:ahLst/>
            <a:rect l="0" t="0" r="r" b="b"/>
            <a:pathLst>
              <a:path w="6258" h="496">
                <a:moveTo>
                  <a:pt x="0" y="496"/>
                </a:moveTo>
                <a:lnTo>
                  <a:pt x="6258" y="496"/>
                </a:lnTo>
                <a:lnTo>
                  <a:pt x="6258" y="0"/>
                </a:lnTo>
                <a:lnTo>
                  <a:pt x="0" y="0"/>
                </a:lnTo>
                <a:lnTo>
                  <a:pt x="0" y="496"/>
                </a:lnTo>
                <a:close/>
              </a:path>
            </a:pathLst>
          </a:custGeom>
          <a:noFill/>
          <a:ln w="37800">
            <a:solidFill>
              <a:srgbClr val="cc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23" name=""/>
          <p:cNvSpPr/>
          <p:nvPr/>
        </p:nvSpPr>
        <p:spPr>
          <a:xfrm>
            <a:off x="1839960" y="4223520"/>
            <a:ext cx="2252880" cy="297720"/>
          </a:xfrm>
          <a:custGeom>
            <a:avLst/>
            <a:gdLst/>
            <a:ahLst/>
            <a:rect l="0" t="0" r="r" b="b"/>
            <a:pathLst>
              <a:path w="6258" h="827">
                <a:moveTo>
                  <a:pt x="0" y="827"/>
                </a:moveTo>
                <a:lnTo>
                  <a:pt x="6258" y="827"/>
                </a:lnTo>
                <a:lnTo>
                  <a:pt x="6258" y="0"/>
                </a:lnTo>
                <a:lnTo>
                  <a:pt x="0" y="0"/>
                </a:lnTo>
                <a:lnTo>
                  <a:pt x="0" y="827"/>
                </a:lnTo>
                <a:close/>
              </a:path>
            </a:pathLst>
          </a:custGeom>
          <a:noFill/>
          <a:ln w="37800">
            <a:solidFill>
              <a:srgbClr val="cc00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124" name="" descr=""/>
          <p:cNvPicPr/>
          <p:nvPr/>
        </p:nvPicPr>
        <p:blipFill>
          <a:blip r:embed="rId3"/>
          <a:stretch/>
        </p:blipFill>
        <p:spPr>
          <a:xfrm>
            <a:off x="5271480" y="2686680"/>
            <a:ext cx="3320280" cy="1133640"/>
          </a:xfrm>
          <a:prstGeom prst="rect">
            <a:avLst/>
          </a:prstGeom>
          <a:ln w="0">
            <a:noFill/>
          </a:ln>
        </p:spPr>
      </p:pic>
      <p:sp>
        <p:nvSpPr>
          <p:cNvPr id="22125" name=""/>
          <p:cNvSpPr/>
          <p:nvPr/>
        </p:nvSpPr>
        <p:spPr>
          <a:xfrm>
            <a:off x="5266440" y="2681640"/>
            <a:ext cx="3330720" cy="1144080"/>
          </a:xfrm>
          <a:custGeom>
            <a:avLst/>
            <a:gdLst/>
            <a:ahLst/>
            <a:rect l="0" t="0" r="r" b="b"/>
            <a:pathLst>
              <a:path w="9252" h="3178">
                <a:moveTo>
                  <a:pt x="0" y="3178"/>
                </a:moveTo>
                <a:lnTo>
                  <a:pt x="9252" y="3178"/>
                </a:lnTo>
                <a:lnTo>
                  <a:pt x="9252" y="0"/>
                </a:lnTo>
                <a:lnTo>
                  <a:pt x="0" y="0"/>
                </a:lnTo>
                <a:lnTo>
                  <a:pt x="0" y="3178"/>
                </a:lnTo>
                <a:close/>
              </a:path>
            </a:pathLst>
          </a:custGeom>
          <a:noFill/>
          <a:ln w="9360">
            <a:solidFill>
              <a:srgbClr val="d9d9d9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26" name=""/>
          <p:cNvSpPr/>
          <p:nvPr/>
        </p:nvSpPr>
        <p:spPr>
          <a:xfrm>
            <a:off x="5271480" y="2427480"/>
            <a:ext cx="812520" cy="276120"/>
          </a:xfrm>
          <a:custGeom>
            <a:avLst/>
            <a:gdLst/>
            <a:ahLst/>
            <a:rect l="0" t="0" r="r" b="b"/>
            <a:pathLst>
              <a:path w="2257" h="767">
                <a:moveTo>
                  <a:pt x="0" y="767"/>
                </a:moveTo>
                <a:lnTo>
                  <a:pt x="2257" y="767"/>
                </a:lnTo>
                <a:lnTo>
                  <a:pt x="2257" y="0"/>
                </a:lnTo>
                <a:lnTo>
                  <a:pt x="0" y="0"/>
                </a:lnTo>
                <a:lnTo>
                  <a:pt x="0" y="767"/>
                </a:lnTo>
                <a:close/>
              </a:path>
            </a:pathLst>
          </a:custGeom>
          <a:noFill/>
          <a:ln w="9360">
            <a:solidFill>
              <a:srgbClr val="d9d9d9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27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128" name="" descr=""/>
          <p:cNvPicPr/>
          <p:nvPr/>
        </p:nvPicPr>
        <p:blipFill>
          <a:blip r:embed="rId4"/>
          <a:stretch/>
        </p:blipFill>
        <p:spPr>
          <a:xfrm>
            <a:off x="5271480" y="4142160"/>
            <a:ext cx="3320280" cy="1154880"/>
          </a:xfrm>
          <a:prstGeom prst="rect">
            <a:avLst/>
          </a:prstGeom>
          <a:ln w="0">
            <a:noFill/>
          </a:ln>
        </p:spPr>
      </p:pic>
      <p:sp>
        <p:nvSpPr>
          <p:cNvPr id="22129" name=""/>
          <p:cNvSpPr/>
          <p:nvPr/>
        </p:nvSpPr>
        <p:spPr>
          <a:xfrm>
            <a:off x="5266440" y="4137120"/>
            <a:ext cx="3330720" cy="1165320"/>
          </a:xfrm>
          <a:custGeom>
            <a:avLst/>
            <a:gdLst/>
            <a:ahLst/>
            <a:rect l="0" t="0" r="r" b="b"/>
            <a:pathLst>
              <a:path w="9252" h="3237">
                <a:moveTo>
                  <a:pt x="0" y="3237"/>
                </a:moveTo>
                <a:lnTo>
                  <a:pt x="9252" y="3237"/>
                </a:lnTo>
                <a:lnTo>
                  <a:pt x="9252" y="0"/>
                </a:lnTo>
                <a:lnTo>
                  <a:pt x="0" y="0"/>
                </a:lnTo>
                <a:lnTo>
                  <a:pt x="0" y="3237"/>
                </a:lnTo>
                <a:close/>
              </a:path>
            </a:pathLst>
          </a:custGeom>
          <a:noFill/>
          <a:ln w="9360">
            <a:solidFill>
              <a:srgbClr val="d9d9d9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30" name=""/>
          <p:cNvSpPr/>
          <p:nvPr/>
        </p:nvSpPr>
        <p:spPr>
          <a:xfrm>
            <a:off x="5271480" y="3887640"/>
            <a:ext cx="812520" cy="277560"/>
          </a:xfrm>
          <a:custGeom>
            <a:avLst/>
            <a:gdLst/>
            <a:ahLst/>
            <a:rect l="0" t="0" r="r" b="b"/>
            <a:pathLst>
              <a:path w="2257" h="771">
                <a:moveTo>
                  <a:pt x="0" y="771"/>
                </a:moveTo>
                <a:lnTo>
                  <a:pt x="2257" y="771"/>
                </a:lnTo>
                <a:lnTo>
                  <a:pt x="2257" y="0"/>
                </a:lnTo>
                <a:lnTo>
                  <a:pt x="0" y="0"/>
                </a:lnTo>
                <a:lnTo>
                  <a:pt x="0" y="771"/>
                </a:lnTo>
                <a:close/>
              </a:path>
            </a:pathLst>
          </a:custGeom>
          <a:noFill/>
          <a:ln w="9360">
            <a:solidFill>
              <a:srgbClr val="d9d9d9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31" name=""/>
          <p:cNvSpPr txBox="1"/>
          <p:nvPr/>
        </p:nvSpPr>
        <p:spPr>
          <a:xfrm>
            <a:off x="5505480" y="2481120"/>
            <a:ext cx="4168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male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32" name=""/>
          <p:cNvSpPr txBox="1"/>
          <p:nvPr/>
        </p:nvSpPr>
        <p:spPr>
          <a:xfrm>
            <a:off x="5435280" y="3942720"/>
            <a:ext cx="5875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female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33" name=""/>
          <p:cNvSpPr txBox="1"/>
          <p:nvPr/>
        </p:nvSpPr>
        <p:spPr>
          <a:xfrm>
            <a:off x="1375920" y="1495800"/>
            <a:ext cx="1667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c00000"/>
                </a:solidFill>
                <a:latin typeface="Calibri"/>
                <a:ea typeface="Calibri"/>
              </a:rPr>
              <a:t>InBody technology 4: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34" name=""/>
          <p:cNvSpPr txBox="1"/>
          <p:nvPr/>
        </p:nvSpPr>
        <p:spPr>
          <a:xfrm>
            <a:off x="1375920" y="1724400"/>
            <a:ext cx="2414880" cy="23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500" spc="-1" strike="noStrike">
                <a:solidFill>
                  <a:srgbClr val="000000"/>
                </a:solidFill>
                <a:latin typeface="Calibri"/>
                <a:ea typeface="Calibri"/>
              </a:rPr>
              <a:t>Excluding Empirical Estimation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35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69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3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3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13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13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214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22141" name="" descr=""/>
          <p:cNvPicPr/>
          <p:nvPr/>
        </p:nvPicPr>
        <p:blipFill>
          <a:blip r:embed="rId2"/>
          <a:stretch/>
        </p:blipFill>
        <p:spPr>
          <a:xfrm>
            <a:off x="728640" y="1578960"/>
            <a:ext cx="4224240" cy="4670640"/>
          </a:xfrm>
          <a:prstGeom prst="rect">
            <a:avLst/>
          </a:prstGeom>
          <a:ln w="0">
            <a:noFill/>
          </a:ln>
        </p:spPr>
      </p:pic>
      <p:pic>
        <p:nvPicPr>
          <p:cNvPr id="22142" name="" descr=""/>
          <p:cNvPicPr/>
          <p:nvPr/>
        </p:nvPicPr>
        <p:blipFill>
          <a:blip r:embed="rId3"/>
          <a:stretch/>
        </p:blipFill>
        <p:spPr>
          <a:xfrm>
            <a:off x="5064120" y="1578960"/>
            <a:ext cx="4320360" cy="4670640"/>
          </a:xfrm>
          <a:prstGeom prst="rect">
            <a:avLst/>
          </a:prstGeom>
          <a:ln w="0">
            <a:noFill/>
          </a:ln>
        </p:spPr>
      </p:pic>
      <p:sp>
        <p:nvSpPr>
          <p:cNvPr id="22143" name=""/>
          <p:cNvSpPr/>
          <p:nvPr/>
        </p:nvSpPr>
        <p:spPr>
          <a:xfrm>
            <a:off x="3197160" y="2144160"/>
            <a:ext cx="503640" cy="433080"/>
          </a:xfrm>
          <a:custGeom>
            <a:avLst/>
            <a:gdLst/>
            <a:ahLst/>
            <a:rect l="0" t="0" r="r" b="b"/>
            <a:pathLst>
              <a:path w="1399" h="1203">
                <a:moveTo>
                  <a:pt x="0" y="601"/>
                </a:moveTo>
                <a:cubicBezTo>
                  <a:pt x="0" y="269"/>
                  <a:pt x="313" y="0"/>
                  <a:pt x="700" y="0"/>
                </a:cubicBezTo>
                <a:cubicBezTo>
                  <a:pt x="1085" y="0"/>
                  <a:pt x="1399" y="269"/>
                  <a:pt x="1399" y="601"/>
                </a:cubicBezTo>
                <a:cubicBezTo>
                  <a:pt x="1399" y="934"/>
                  <a:pt x="1085" y="1203"/>
                  <a:pt x="700" y="1203"/>
                </a:cubicBezTo>
                <a:cubicBezTo>
                  <a:pt x="313" y="1203"/>
                  <a:pt x="0" y="934"/>
                  <a:pt x="0" y="601"/>
                </a:cubicBezTo>
                <a:close/>
              </a:path>
            </a:pathLst>
          </a:custGeom>
          <a:noFill/>
          <a:ln w="56880">
            <a:solidFill>
              <a:srgbClr val="c0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44" name=""/>
          <p:cNvSpPr/>
          <p:nvPr/>
        </p:nvSpPr>
        <p:spPr>
          <a:xfrm>
            <a:off x="7729560" y="2220120"/>
            <a:ext cx="504720" cy="431640"/>
          </a:xfrm>
          <a:custGeom>
            <a:avLst/>
            <a:gdLst/>
            <a:ahLst/>
            <a:rect l="0" t="0" r="r" b="b"/>
            <a:pathLst>
              <a:path w="1402" h="1199">
                <a:moveTo>
                  <a:pt x="0" y="600"/>
                </a:moveTo>
                <a:cubicBezTo>
                  <a:pt x="0" y="269"/>
                  <a:pt x="315" y="0"/>
                  <a:pt x="702" y="0"/>
                </a:cubicBezTo>
                <a:cubicBezTo>
                  <a:pt x="1089" y="0"/>
                  <a:pt x="1402" y="269"/>
                  <a:pt x="1402" y="600"/>
                </a:cubicBezTo>
                <a:cubicBezTo>
                  <a:pt x="1402" y="931"/>
                  <a:pt x="1089" y="1199"/>
                  <a:pt x="702" y="1199"/>
                </a:cubicBezTo>
                <a:cubicBezTo>
                  <a:pt x="315" y="1199"/>
                  <a:pt x="0" y="931"/>
                  <a:pt x="0" y="600"/>
                </a:cubicBezTo>
                <a:close/>
              </a:path>
            </a:pathLst>
          </a:custGeom>
          <a:noFill/>
          <a:ln w="56880">
            <a:solidFill>
              <a:srgbClr val="c0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45" name=""/>
          <p:cNvSpPr/>
          <p:nvPr/>
        </p:nvSpPr>
        <p:spPr>
          <a:xfrm>
            <a:off x="816840" y="4635720"/>
            <a:ext cx="4063320" cy="1539720"/>
          </a:xfrm>
          <a:custGeom>
            <a:avLst/>
            <a:gdLst/>
            <a:ahLst/>
            <a:rect l="0" t="0" r="r" b="b"/>
            <a:pathLst>
              <a:path w="11287" h="4277">
                <a:moveTo>
                  <a:pt x="0" y="4277"/>
                </a:moveTo>
                <a:lnTo>
                  <a:pt x="11287" y="4277"/>
                </a:lnTo>
                <a:lnTo>
                  <a:pt x="11287" y="0"/>
                </a:lnTo>
                <a:lnTo>
                  <a:pt x="0" y="0"/>
                </a:lnTo>
                <a:lnTo>
                  <a:pt x="0" y="4277"/>
                </a:lnTo>
                <a:close/>
              </a:path>
            </a:pathLst>
          </a:custGeom>
          <a:noFill/>
          <a:ln w="56880">
            <a:solidFill>
              <a:srgbClr val="c0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46" name=""/>
          <p:cNvSpPr/>
          <p:nvPr/>
        </p:nvSpPr>
        <p:spPr>
          <a:xfrm>
            <a:off x="5223960" y="4645080"/>
            <a:ext cx="4087800" cy="1541160"/>
          </a:xfrm>
          <a:custGeom>
            <a:avLst/>
            <a:gdLst/>
            <a:ahLst/>
            <a:rect l="0" t="0" r="r" b="b"/>
            <a:pathLst>
              <a:path w="11355" h="4281">
                <a:moveTo>
                  <a:pt x="0" y="4281"/>
                </a:moveTo>
                <a:lnTo>
                  <a:pt x="11355" y="4281"/>
                </a:lnTo>
                <a:lnTo>
                  <a:pt x="11355" y="0"/>
                </a:lnTo>
                <a:lnTo>
                  <a:pt x="0" y="0"/>
                </a:lnTo>
                <a:lnTo>
                  <a:pt x="0" y="4281"/>
                </a:lnTo>
                <a:close/>
              </a:path>
            </a:pathLst>
          </a:custGeom>
          <a:noFill/>
          <a:ln w="56880">
            <a:solidFill>
              <a:srgbClr val="c0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47" name=""/>
          <p:cNvSpPr txBox="1"/>
          <p:nvPr/>
        </p:nvSpPr>
        <p:spPr>
          <a:xfrm>
            <a:off x="436320" y="423360"/>
            <a:ext cx="3452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InBodyTechnologies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48" name=""/>
          <p:cNvSpPr txBox="1"/>
          <p:nvPr/>
        </p:nvSpPr>
        <p:spPr>
          <a:xfrm>
            <a:off x="2443680" y="1251000"/>
            <a:ext cx="677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Female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49" name=""/>
          <p:cNvSpPr txBox="1"/>
          <p:nvPr/>
        </p:nvSpPr>
        <p:spPr>
          <a:xfrm>
            <a:off x="6987600" y="1251000"/>
            <a:ext cx="4716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Male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5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5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52" name=""/>
          <p:cNvSpPr txBox="1"/>
          <p:nvPr/>
        </p:nvSpPr>
        <p:spPr>
          <a:xfrm>
            <a:off x="1367280" y="2523240"/>
            <a:ext cx="1436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50938"/>
                </a:solidFill>
                <a:latin typeface="Calibri Light"/>
                <a:ea typeface="Calibri Light"/>
              </a:rPr>
              <a:t>Activity: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53" name=""/>
          <p:cNvSpPr txBox="1"/>
          <p:nvPr/>
        </p:nvSpPr>
        <p:spPr>
          <a:xfrm>
            <a:off x="1367280" y="3035520"/>
            <a:ext cx="101703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50938"/>
                </a:solidFill>
                <a:latin typeface="Calibri Light"/>
                <a:ea typeface="Calibri Light"/>
              </a:rPr>
              <a:t>Prepare for 5 mins pitch how InBody technology has made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54" name=""/>
          <p:cNvSpPr txBox="1"/>
          <p:nvPr/>
        </p:nvSpPr>
        <p:spPr>
          <a:xfrm>
            <a:off x="1367280" y="3291480"/>
            <a:ext cx="328644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50938"/>
                </a:solidFill>
                <a:latin typeface="Calibri Light"/>
                <a:ea typeface="Calibri Light"/>
              </a:rPr>
              <a:t>the BIA innovative.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55" name=""/>
          <p:cNvSpPr txBox="1"/>
          <p:nvPr/>
        </p:nvSpPr>
        <p:spPr>
          <a:xfrm>
            <a:off x="1367280" y="3803760"/>
            <a:ext cx="86677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50938"/>
                </a:solidFill>
                <a:latin typeface="Calibri Light"/>
                <a:ea typeface="Calibri Light"/>
              </a:rPr>
              <a:t>(From limitations of Old BIA to Current times BIA) 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56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5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58" name=""/>
          <p:cNvSpPr/>
          <p:nvPr/>
        </p:nvSpPr>
        <p:spPr>
          <a:xfrm>
            <a:off x="0" y="626040"/>
            <a:ext cx="1641600" cy="5616360"/>
          </a:xfrm>
          <a:custGeom>
            <a:avLst/>
            <a:gdLst/>
            <a:ahLst/>
            <a:rect l="0" t="0" r="r" b="b"/>
            <a:pathLst>
              <a:path w="4560" h="15601">
                <a:moveTo>
                  <a:pt x="0" y="15601"/>
                </a:moveTo>
                <a:lnTo>
                  <a:pt x="0" y="0"/>
                </a:lnTo>
                <a:lnTo>
                  <a:pt x="4560" y="15601"/>
                </a:lnTo>
                <a:lnTo>
                  <a:pt x="0" y="15601"/>
                </a:lnTo>
                <a:close/>
              </a:path>
            </a:pathLst>
          </a:custGeom>
          <a:solidFill>
            <a:srgbClr val="d0cece">
              <a:alpha val="34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59" name=""/>
          <p:cNvSpPr/>
          <p:nvPr/>
        </p:nvSpPr>
        <p:spPr>
          <a:xfrm>
            <a:off x="-360" y="633960"/>
            <a:ext cx="5616360" cy="1641600"/>
          </a:xfrm>
          <a:custGeom>
            <a:avLst/>
            <a:gdLst/>
            <a:ahLst/>
            <a:rect l="0" t="0" r="r" b="b"/>
            <a:pathLst>
              <a:path w="15601" h="4560">
                <a:moveTo>
                  <a:pt x="0" y="0"/>
                </a:moveTo>
                <a:lnTo>
                  <a:pt x="15601" y="0"/>
                </a:lnTo>
                <a:lnTo>
                  <a:pt x="0" y="4560"/>
                </a:lnTo>
                <a:lnTo>
                  <a:pt x="0" y="0"/>
                </a:lnTo>
                <a:close/>
              </a:path>
            </a:pathLst>
          </a:custGeom>
          <a:solidFill>
            <a:srgbClr val="f2f2f2">
              <a:alpha val="6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0" name=""/>
          <p:cNvSpPr/>
          <p:nvPr/>
        </p:nvSpPr>
        <p:spPr>
          <a:xfrm>
            <a:off x="-20160" y="633960"/>
            <a:ext cx="1640520" cy="5616000"/>
          </a:xfrm>
          <a:custGeom>
            <a:avLst/>
            <a:gdLst/>
            <a:ahLst/>
            <a:rect l="0" t="0" r="r" b="b"/>
            <a:pathLst>
              <a:path w="4557" h="15600">
                <a:moveTo>
                  <a:pt x="0" y="0"/>
                </a:moveTo>
                <a:lnTo>
                  <a:pt x="0" y="15600"/>
                </a:lnTo>
                <a:lnTo>
                  <a:pt x="455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9d9">
              <a:alpha val="34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1" name=""/>
          <p:cNvSpPr/>
          <p:nvPr/>
        </p:nvSpPr>
        <p:spPr>
          <a:xfrm>
            <a:off x="-360" y="4617720"/>
            <a:ext cx="5616360" cy="1641960"/>
          </a:xfrm>
          <a:custGeom>
            <a:avLst/>
            <a:gdLst/>
            <a:ahLst/>
            <a:rect l="0" t="0" r="r" b="b"/>
            <a:pathLst>
              <a:path w="15601" h="4561">
                <a:moveTo>
                  <a:pt x="0" y="4561"/>
                </a:moveTo>
                <a:lnTo>
                  <a:pt x="15601" y="4561"/>
                </a:lnTo>
                <a:lnTo>
                  <a:pt x="0" y="0"/>
                </a:lnTo>
                <a:lnTo>
                  <a:pt x="0" y="4561"/>
                </a:lnTo>
                <a:close/>
              </a:path>
            </a:pathLst>
          </a:custGeom>
          <a:solidFill>
            <a:srgbClr val="d0cece">
              <a:alpha val="34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2" name=""/>
          <p:cNvSpPr txBox="1"/>
          <p:nvPr/>
        </p:nvSpPr>
        <p:spPr>
          <a:xfrm>
            <a:off x="2089800" y="3881520"/>
            <a:ext cx="49568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7a7c7f"/>
                </a:solidFill>
                <a:latin typeface="Calibri"/>
                <a:ea typeface="Calibri"/>
              </a:rPr>
              <a:t>Everything you need to know to interpret InBody Results and to provide a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3" name=""/>
          <p:cNvSpPr txBox="1"/>
          <p:nvPr/>
        </p:nvSpPr>
        <p:spPr>
          <a:xfrm>
            <a:off x="2089800" y="4079880"/>
            <a:ext cx="29206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7a7c7f"/>
                </a:solidFill>
                <a:latin typeface="Calibri"/>
                <a:ea typeface="Calibri"/>
              </a:rPr>
              <a:t>meaningful consultation to your customers.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4" name=""/>
          <p:cNvSpPr txBox="1"/>
          <p:nvPr/>
        </p:nvSpPr>
        <p:spPr>
          <a:xfrm>
            <a:off x="2089800" y="2818800"/>
            <a:ext cx="2128320" cy="504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250" spc="-1" strike="noStrike">
                <a:solidFill>
                  <a:srgbClr val="b50938"/>
                </a:solidFill>
                <a:latin typeface="Calibri"/>
                <a:ea typeface="Calibri"/>
              </a:rPr>
              <a:t>THE INBODY</a:t>
            </a:r>
            <a:endParaRPr b="0" lang="en-US" sz="32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5" name=""/>
          <p:cNvSpPr txBox="1"/>
          <p:nvPr/>
        </p:nvSpPr>
        <p:spPr>
          <a:xfrm>
            <a:off x="2089800" y="3314880"/>
            <a:ext cx="2434680" cy="504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250" spc="-1" strike="noStrike">
                <a:solidFill>
                  <a:srgbClr val="b50938"/>
                </a:solidFill>
                <a:latin typeface="Calibri"/>
                <a:ea typeface="Calibri"/>
              </a:rPr>
              <a:t>RESULT SHEET</a:t>
            </a:r>
            <a:endParaRPr b="0" lang="en-US" sz="32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6" name=""/>
          <p:cNvSpPr txBox="1"/>
          <p:nvPr/>
        </p:nvSpPr>
        <p:spPr>
          <a:xfrm>
            <a:off x="2089800" y="2589840"/>
            <a:ext cx="16254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7a7c7f"/>
                </a:solidFill>
                <a:latin typeface="Calibri"/>
                <a:ea typeface="Calibri"/>
              </a:rPr>
              <a:t>THE PROFESSIONAL’S GUIDE TO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7" name=""/>
          <p:cNvSpPr txBox="1"/>
          <p:nvPr/>
        </p:nvSpPr>
        <p:spPr>
          <a:xfrm>
            <a:off x="7221240" y="5179320"/>
            <a:ext cx="16815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Austin Lee, InBody HQ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6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6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170" name="" descr=""/>
          <p:cNvPicPr/>
          <p:nvPr/>
        </p:nvPicPr>
        <p:blipFill>
          <a:blip r:embed="rId1"/>
          <a:stretch/>
        </p:blipFill>
        <p:spPr>
          <a:xfrm>
            <a:off x="2997720" y="642960"/>
            <a:ext cx="3910320" cy="5537880"/>
          </a:xfrm>
          <a:prstGeom prst="rect">
            <a:avLst/>
          </a:prstGeom>
          <a:ln w="0">
            <a:noFill/>
          </a:ln>
        </p:spPr>
      </p:pic>
      <p:sp>
        <p:nvSpPr>
          <p:cNvPr id="22171" name=""/>
          <p:cNvSpPr/>
          <p:nvPr/>
        </p:nvSpPr>
        <p:spPr>
          <a:xfrm>
            <a:off x="5676840" y="1147320"/>
            <a:ext cx="989280" cy="108720"/>
          </a:xfrm>
          <a:custGeom>
            <a:avLst/>
            <a:gdLst/>
            <a:ahLst/>
            <a:rect l="0" t="0" r="r" b="b"/>
            <a:pathLst>
              <a:path w="2748" h="302">
                <a:moveTo>
                  <a:pt x="0" y="302"/>
                </a:moveTo>
                <a:lnTo>
                  <a:pt x="2748" y="302"/>
                </a:lnTo>
                <a:lnTo>
                  <a:pt x="2748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172" name="" descr=""/>
          <p:cNvPicPr/>
          <p:nvPr/>
        </p:nvPicPr>
        <p:blipFill>
          <a:blip r:embed="rId2"/>
          <a:stretch/>
        </p:blipFill>
        <p:spPr>
          <a:xfrm>
            <a:off x="6964560" y="2386440"/>
            <a:ext cx="2450160" cy="2084400"/>
          </a:xfrm>
          <a:prstGeom prst="rect">
            <a:avLst/>
          </a:prstGeom>
          <a:ln w="0">
            <a:noFill/>
          </a:ln>
        </p:spPr>
      </p:pic>
      <p:pic>
        <p:nvPicPr>
          <p:cNvPr id="22173" name="" descr=""/>
          <p:cNvPicPr/>
          <p:nvPr/>
        </p:nvPicPr>
        <p:blipFill>
          <a:blip r:embed="rId3"/>
          <a:stretch/>
        </p:blipFill>
        <p:spPr>
          <a:xfrm>
            <a:off x="6964560" y="2386440"/>
            <a:ext cx="2450160" cy="2084400"/>
          </a:xfrm>
          <a:prstGeom prst="rect">
            <a:avLst/>
          </a:prstGeom>
          <a:ln w="0">
            <a:noFill/>
          </a:ln>
        </p:spPr>
      </p:pic>
      <p:pic>
        <p:nvPicPr>
          <p:cNvPr id="22174" name="" descr=""/>
          <p:cNvPicPr/>
          <p:nvPr/>
        </p:nvPicPr>
        <p:blipFill>
          <a:blip r:embed="rId4"/>
          <a:stretch/>
        </p:blipFill>
        <p:spPr>
          <a:xfrm>
            <a:off x="6964560" y="2386440"/>
            <a:ext cx="2450160" cy="2084400"/>
          </a:xfrm>
          <a:prstGeom prst="rect">
            <a:avLst/>
          </a:prstGeom>
          <a:ln w="0">
            <a:noFill/>
          </a:ln>
        </p:spPr>
      </p:pic>
      <p:sp>
        <p:nvSpPr>
          <p:cNvPr id="22175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7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77" name=""/>
          <p:cNvSpPr/>
          <p:nvPr/>
        </p:nvSpPr>
        <p:spPr>
          <a:xfrm>
            <a:off x="0" y="642960"/>
            <a:ext cx="1246680" cy="221400"/>
          </a:xfrm>
          <a:custGeom>
            <a:avLst/>
            <a:gdLst/>
            <a:ahLst/>
            <a:rect l="0" t="0" r="r" b="b"/>
            <a:pathLst>
              <a:path w="3463" h="615">
                <a:moveTo>
                  <a:pt x="0" y="615"/>
                </a:moveTo>
                <a:lnTo>
                  <a:pt x="3463" y="615"/>
                </a:lnTo>
                <a:lnTo>
                  <a:pt x="3463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2178" name="" descr=""/>
          <p:cNvPicPr/>
          <p:nvPr/>
        </p:nvPicPr>
        <p:blipFill>
          <a:blip r:embed="rId1"/>
          <a:stretch/>
        </p:blipFill>
        <p:spPr>
          <a:xfrm>
            <a:off x="1412640" y="676800"/>
            <a:ext cx="3908880" cy="5537880"/>
          </a:xfrm>
          <a:prstGeom prst="rect">
            <a:avLst/>
          </a:prstGeom>
          <a:ln w="0">
            <a:noFill/>
          </a:ln>
        </p:spPr>
      </p:pic>
      <p:sp>
        <p:nvSpPr>
          <p:cNvPr id="22179" name=""/>
          <p:cNvSpPr/>
          <p:nvPr/>
        </p:nvSpPr>
        <p:spPr>
          <a:xfrm>
            <a:off x="4091760" y="1182600"/>
            <a:ext cx="989280" cy="108360"/>
          </a:xfrm>
          <a:custGeom>
            <a:avLst/>
            <a:gdLst/>
            <a:ahLst/>
            <a:rect l="0" t="0" r="r" b="b"/>
            <a:pathLst>
              <a:path w="2748" h="301">
                <a:moveTo>
                  <a:pt x="0" y="301"/>
                </a:moveTo>
                <a:lnTo>
                  <a:pt x="2748" y="301"/>
                </a:lnTo>
                <a:lnTo>
                  <a:pt x="2748" y="0"/>
                </a:lnTo>
                <a:lnTo>
                  <a:pt x="0" y="0"/>
                </a:lnTo>
                <a:lnTo>
                  <a:pt x="0" y="30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0" name=""/>
          <p:cNvSpPr/>
          <p:nvPr/>
        </p:nvSpPr>
        <p:spPr>
          <a:xfrm>
            <a:off x="1590840" y="1097280"/>
            <a:ext cx="2260440" cy="218520"/>
          </a:xfrm>
          <a:custGeom>
            <a:avLst/>
            <a:gdLst/>
            <a:ahLst/>
            <a:rect l="0" t="0" r="r" b="b"/>
            <a:pathLst>
              <a:path w="6279" h="607">
                <a:moveTo>
                  <a:pt x="0" y="607"/>
                </a:moveTo>
                <a:lnTo>
                  <a:pt x="6279" y="607"/>
                </a:lnTo>
                <a:lnTo>
                  <a:pt x="6279" y="0"/>
                </a:lnTo>
                <a:lnTo>
                  <a:pt x="0" y="0"/>
                </a:lnTo>
                <a:lnTo>
                  <a:pt x="0" y="607"/>
                </a:lnTo>
                <a:close/>
              </a:path>
            </a:pathLst>
          </a:custGeom>
          <a:noFill/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1" name=""/>
          <p:cNvSpPr/>
          <p:nvPr/>
        </p:nvSpPr>
        <p:spPr>
          <a:xfrm>
            <a:off x="3849480" y="1177920"/>
            <a:ext cx="1753920" cy="76680"/>
          </a:xfrm>
          <a:custGeom>
            <a:avLst/>
            <a:gdLst/>
            <a:ahLst/>
            <a:rect l="0" t="0" r="r" b="b"/>
            <a:pathLst>
              <a:path w="4872" h="213">
                <a:moveTo>
                  <a:pt x="0" y="88"/>
                </a:moveTo>
                <a:lnTo>
                  <a:pt x="4766" y="88"/>
                </a:lnTo>
                <a:lnTo>
                  <a:pt x="4766" y="123"/>
                </a:lnTo>
                <a:lnTo>
                  <a:pt x="0" y="123"/>
                </a:lnTo>
                <a:lnTo>
                  <a:pt x="0" y="88"/>
                </a:lnTo>
                <a:moveTo>
                  <a:pt x="4766" y="0"/>
                </a:moveTo>
                <a:cubicBezTo>
                  <a:pt x="4825" y="0"/>
                  <a:pt x="4872" y="47"/>
                  <a:pt x="4872" y="106"/>
                </a:cubicBezTo>
                <a:cubicBezTo>
                  <a:pt x="4872" y="164"/>
                  <a:pt x="4825" y="213"/>
                  <a:pt x="4766" y="213"/>
                </a:cubicBezTo>
                <a:cubicBezTo>
                  <a:pt x="4708" y="213"/>
                  <a:pt x="4660" y="164"/>
                  <a:pt x="4660" y="106"/>
                </a:cubicBezTo>
                <a:cubicBezTo>
                  <a:pt x="4660" y="47"/>
                  <a:pt x="4708" y="0"/>
                  <a:pt x="4766" y="0"/>
                </a:cubicBez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182" name=""/>
          <p:cNvSpPr txBox="1"/>
          <p:nvPr/>
        </p:nvSpPr>
        <p:spPr>
          <a:xfrm>
            <a:off x="154080" y="639360"/>
            <a:ext cx="9424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Introduction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3" name=""/>
          <p:cNvSpPr txBox="1"/>
          <p:nvPr/>
        </p:nvSpPr>
        <p:spPr>
          <a:xfrm>
            <a:off x="5712480" y="1134720"/>
            <a:ext cx="15184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Customer Information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4" name=""/>
          <p:cNvSpPr txBox="1"/>
          <p:nvPr/>
        </p:nvSpPr>
        <p:spPr>
          <a:xfrm>
            <a:off x="5712480" y="360576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5" name=""/>
          <p:cNvSpPr txBox="1"/>
          <p:nvPr/>
        </p:nvSpPr>
        <p:spPr>
          <a:xfrm>
            <a:off x="5946120" y="3598920"/>
            <a:ext cx="1576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ID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6" name=""/>
          <p:cNvSpPr txBox="1"/>
          <p:nvPr/>
        </p:nvSpPr>
        <p:spPr>
          <a:xfrm>
            <a:off x="5946120" y="3772800"/>
            <a:ext cx="12200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Use unique numbers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7" name=""/>
          <p:cNvSpPr txBox="1"/>
          <p:nvPr/>
        </p:nvSpPr>
        <p:spPr>
          <a:xfrm>
            <a:off x="5712480" y="40446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8" name=""/>
          <p:cNvSpPr txBox="1"/>
          <p:nvPr/>
        </p:nvSpPr>
        <p:spPr>
          <a:xfrm>
            <a:off x="5946120" y="4037760"/>
            <a:ext cx="3877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Height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89" name=""/>
          <p:cNvSpPr txBox="1"/>
          <p:nvPr/>
        </p:nvSpPr>
        <p:spPr>
          <a:xfrm>
            <a:off x="5946120" y="4211640"/>
            <a:ext cx="11772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Enter correct height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90" name=""/>
          <p:cNvSpPr txBox="1"/>
          <p:nvPr/>
        </p:nvSpPr>
        <p:spPr>
          <a:xfrm>
            <a:off x="5712480" y="446976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91" name=""/>
          <p:cNvSpPr txBox="1"/>
          <p:nvPr/>
        </p:nvSpPr>
        <p:spPr>
          <a:xfrm>
            <a:off x="5946120" y="4463280"/>
            <a:ext cx="7840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Age / Gender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92" name=""/>
          <p:cNvSpPr txBox="1"/>
          <p:nvPr/>
        </p:nvSpPr>
        <p:spPr>
          <a:xfrm>
            <a:off x="5946120" y="4636800"/>
            <a:ext cx="22348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Age and Gender does not affect result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93" name=""/>
          <p:cNvSpPr txBox="1"/>
          <p:nvPr/>
        </p:nvSpPr>
        <p:spPr>
          <a:xfrm>
            <a:off x="5946120" y="4809240"/>
            <a:ext cx="16909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Used for the standard range.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94" name=""/>
          <p:cNvSpPr txBox="1"/>
          <p:nvPr/>
        </p:nvSpPr>
        <p:spPr>
          <a:xfrm>
            <a:off x="5712480" y="507024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95" name=""/>
          <p:cNvSpPr txBox="1"/>
          <p:nvPr/>
        </p:nvSpPr>
        <p:spPr>
          <a:xfrm>
            <a:off x="5946120" y="5063760"/>
            <a:ext cx="9716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Test Date / Time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96" name=""/>
          <p:cNvSpPr txBox="1"/>
          <p:nvPr/>
        </p:nvSpPr>
        <p:spPr>
          <a:xfrm>
            <a:off x="5946120" y="5237280"/>
            <a:ext cx="17366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Data can be searched by date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197" name=""/>
          <p:cNvSpPr txBox="1"/>
          <p:nvPr/>
        </p:nvSpPr>
        <p:spPr>
          <a:xfrm>
            <a:off x="5946120" y="5409360"/>
            <a:ext cx="34725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Once measure under same ID, data is stored and shown as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198" name="" descr=""/>
          <p:cNvPicPr/>
          <p:nvPr/>
        </p:nvPicPr>
        <p:blipFill>
          <a:blip r:embed="rId2"/>
          <a:stretch/>
        </p:blipFill>
        <p:spPr>
          <a:xfrm>
            <a:off x="7417440" y="1339560"/>
            <a:ext cx="1537200" cy="2214000"/>
          </a:xfrm>
          <a:prstGeom prst="rect">
            <a:avLst/>
          </a:prstGeom>
          <a:ln w="0">
            <a:noFill/>
          </a:ln>
        </p:spPr>
      </p:pic>
      <p:pic>
        <p:nvPicPr>
          <p:cNvPr id="22199" name="" descr=""/>
          <p:cNvPicPr/>
          <p:nvPr/>
        </p:nvPicPr>
        <p:blipFill>
          <a:blip r:embed="rId3"/>
          <a:stretch/>
        </p:blipFill>
        <p:spPr>
          <a:xfrm>
            <a:off x="5812560" y="1411200"/>
            <a:ext cx="1432080" cy="2064600"/>
          </a:xfrm>
          <a:prstGeom prst="rect">
            <a:avLst/>
          </a:prstGeom>
          <a:ln w="0">
            <a:noFill/>
          </a:ln>
        </p:spPr>
      </p:pic>
      <p:pic>
        <p:nvPicPr>
          <p:cNvPr id="22200" name="" descr=""/>
          <p:cNvPicPr/>
          <p:nvPr/>
        </p:nvPicPr>
        <p:blipFill>
          <a:blip r:embed="rId4"/>
          <a:stretch/>
        </p:blipFill>
        <p:spPr>
          <a:xfrm>
            <a:off x="5811120" y="1409760"/>
            <a:ext cx="1432800" cy="2065320"/>
          </a:xfrm>
          <a:prstGeom prst="rect">
            <a:avLst/>
          </a:prstGeom>
          <a:ln w="0">
            <a:noFill/>
          </a:ln>
        </p:spPr>
      </p:pic>
      <p:sp>
        <p:nvSpPr>
          <p:cNvPr id="22201" name=""/>
          <p:cNvSpPr/>
          <p:nvPr/>
        </p:nvSpPr>
        <p:spPr>
          <a:xfrm>
            <a:off x="5736240" y="1334880"/>
            <a:ext cx="1585080" cy="2217600"/>
          </a:xfrm>
          <a:custGeom>
            <a:avLst/>
            <a:gdLst/>
            <a:ahLst/>
            <a:rect l="0" t="0" r="r" b="b"/>
            <a:pathLst>
              <a:path w="4403" h="6160">
                <a:moveTo>
                  <a:pt x="0" y="0"/>
                </a:moveTo>
                <a:lnTo>
                  <a:pt x="4403" y="0"/>
                </a:lnTo>
                <a:lnTo>
                  <a:pt x="4403" y="6160"/>
                </a:lnTo>
                <a:lnTo>
                  <a:pt x="0" y="6160"/>
                </a:lnTo>
                <a:lnTo>
                  <a:pt x="0" y="0"/>
                </a:lnTo>
                <a:moveTo>
                  <a:pt x="127" y="6033"/>
                </a:moveTo>
                <a:lnTo>
                  <a:pt x="4276" y="6033"/>
                </a:lnTo>
                <a:lnTo>
                  <a:pt x="4276" y="127"/>
                </a:lnTo>
                <a:lnTo>
                  <a:pt x="127" y="127"/>
                </a:lnTo>
                <a:lnTo>
                  <a:pt x="127" y="6033"/>
                </a:lnTo>
                <a:moveTo>
                  <a:pt x="169" y="169"/>
                </a:moveTo>
                <a:lnTo>
                  <a:pt x="4234" y="169"/>
                </a:lnTo>
                <a:lnTo>
                  <a:pt x="4234" y="5991"/>
                </a:lnTo>
                <a:lnTo>
                  <a:pt x="169" y="5991"/>
                </a:lnTo>
                <a:lnTo>
                  <a:pt x="169" y="169"/>
                </a:lnTo>
                <a:moveTo>
                  <a:pt x="211" y="5949"/>
                </a:moveTo>
                <a:lnTo>
                  <a:pt x="4192" y="5949"/>
                </a:lnTo>
                <a:lnTo>
                  <a:pt x="4192" y="212"/>
                </a:lnTo>
                <a:lnTo>
                  <a:pt x="211" y="212"/>
                </a:lnTo>
                <a:lnTo>
                  <a:pt x="211" y="5949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02" name=""/>
          <p:cNvSpPr txBox="1"/>
          <p:nvPr/>
        </p:nvSpPr>
        <p:spPr>
          <a:xfrm>
            <a:off x="5946120" y="5583240"/>
            <a:ext cx="10584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cumulative graph.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0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05" name="" descr=""/>
          <p:cNvPicPr/>
          <p:nvPr/>
        </p:nvPicPr>
        <p:blipFill>
          <a:blip r:embed="rId1"/>
          <a:stretch/>
        </p:blipFill>
        <p:spPr>
          <a:xfrm>
            <a:off x="1412640" y="676800"/>
            <a:ext cx="3908880" cy="5537880"/>
          </a:xfrm>
          <a:prstGeom prst="rect">
            <a:avLst/>
          </a:prstGeom>
          <a:ln w="0">
            <a:noFill/>
          </a:ln>
        </p:spPr>
      </p:pic>
      <p:sp>
        <p:nvSpPr>
          <p:cNvPr id="22206" name=""/>
          <p:cNvSpPr/>
          <p:nvPr/>
        </p:nvSpPr>
        <p:spPr>
          <a:xfrm>
            <a:off x="4091760" y="1182600"/>
            <a:ext cx="989280" cy="108360"/>
          </a:xfrm>
          <a:custGeom>
            <a:avLst/>
            <a:gdLst/>
            <a:ahLst/>
            <a:rect l="0" t="0" r="r" b="b"/>
            <a:pathLst>
              <a:path w="2748" h="301">
                <a:moveTo>
                  <a:pt x="0" y="301"/>
                </a:moveTo>
                <a:lnTo>
                  <a:pt x="2748" y="301"/>
                </a:lnTo>
                <a:lnTo>
                  <a:pt x="2748" y="0"/>
                </a:lnTo>
                <a:lnTo>
                  <a:pt x="0" y="0"/>
                </a:lnTo>
                <a:lnTo>
                  <a:pt x="0" y="30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07" name=""/>
          <p:cNvSpPr/>
          <p:nvPr/>
        </p:nvSpPr>
        <p:spPr>
          <a:xfrm>
            <a:off x="1594800" y="1317240"/>
            <a:ext cx="2260440" cy="878400"/>
          </a:xfrm>
          <a:custGeom>
            <a:avLst/>
            <a:gdLst/>
            <a:ahLst/>
            <a:rect l="0" t="0" r="r" b="b"/>
            <a:pathLst>
              <a:path w="6279" h="2440">
                <a:moveTo>
                  <a:pt x="0" y="2440"/>
                </a:moveTo>
                <a:lnTo>
                  <a:pt x="6279" y="2440"/>
                </a:lnTo>
                <a:lnTo>
                  <a:pt x="6279" y="0"/>
                </a:lnTo>
                <a:lnTo>
                  <a:pt x="0" y="0"/>
                </a:lnTo>
                <a:lnTo>
                  <a:pt x="0" y="2440"/>
                </a:lnTo>
                <a:close/>
              </a:path>
            </a:pathLst>
          </a:custGeom>
          <a:noFill/>
          <a:ln w="37800">
            <a:solidFill>
              <a:srgbClr val="8b0024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08" name=""/>
          <p:cNvSpPr/>
          <p:nvPr/>
        </p:nvSpPr>
        <p:spPr>
          <a:xfrm>
            <a:off x="0" y="642960"/>
            <a:ext cx="1246680" cy="221400"/>
          </a:xfrm>
          <a:custGeom>
            <a:avLst/>
            <a:gdLst/>
            <a:ahLst/>
            <a:rect l="0" t="0" r="r" b="b"/>
            <a:pathLst>
              <a:path w="3463" h="615">
                <a:moveTo>
                  <a:pt x="0" y="615"/>
                </a:moveTo>
                <a:lnTo>
                  <a:pt x="3463" y="615"/>
                </a:lnTo>
                <a:lnTo>
                  <a:pt x="3463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09" name=""/>
          <p:cNvSpPr txBox="1"/>
          <p:nvPr/>
        </p:nvSpPr>
        <p:spPr>
          <a:xfrm>
            <a:off x="154080" y="639360"/>
            <a:ext cx="9424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Introduction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1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1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12" name="" descr=""/>
          <p:cNvPicPr/>
          <p:nvPr/>
        </p:nvPicPr>
        <p:blipFill>
          <a:blip r:embed="rId1"/>
          <a:stretch/>
        </p:blipFill>
        <p:spPr>
          <a:xfrm>
            <a:off x="4185000" y="1589400"/>
            <a:ext cx="4513680" cy="1765800"/>
          </a:xfrm>
          <a:prstGeom prst="rect">
            <a:avLst/>
          </a:prstGeom>
          <a:ln w="0">
            <a:noFill/>
          </a:ln>
        </p:spPr>
      </p:pic>
      <p:sp>
        <p:nvSpPr>
          <p:cNvPr id="22213" name=""/>
          <p:cNvSpPr/>
          <p:nvPr/>
        </p:nvSpPr>
        <p:spPr>
          <a:xfrm>
            <a:off x="4207680" y="1848600"/>
            <a:ext cx="2328840" cy="489240"/>
          </a:xfrm>
          <a:custGeom>
            <a:avLst/>
            <a:gdLst/>
            <a:ahLst/>
            <a:rect l="0" t="0" r="r" b="b"/>
            <a:pathLst>
              <a:path w="6469" h="1359">
                <a:moveTo>
                  <a:pt x="4493" y="0"/>
                </a:moveTo>
                <a:lnTo>
                  <a:pt x="4493" y="427"/>
                </a:lnTo>
                <a:lnTo>
                  <a:pt x="0" y="427"/>
                </a:lnTo>
                <a:lnTo>
                  <a:pt x="0" y="1359"/>
                </a:lnTo>
                <a:lnTo>
                  <a:pt x="6469" y="1359"/>
                </a:lnTo>
                <a:lnTo>
                  <a:pt x="6469" y="0"/>
                </a:lnTo>
                <a:lnTo>
                  <a:pt x="4493" y="0"/>
                </a:lnTo>
                <a:close/>
              </a:path>
            </a:pathLst>
          </a:custGeom>
          <a:solidFill>
            <a:srgbClr val="00b0f0">
              <a:alpha val="16000"/>
            </a:srgbClr>
          </a:solidFill>
          <a:ln w="12600">
            <a:solidFill>
              <a:srgbClr val="00b0f0">
                <a:alpha val="16000"/>
              </a:srgbClr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14" name=""/>
          <p:cNvSpPr/>
          <p:nvPr/>
        </p:nvSpPr>
        <p:spPr>
          <a:xfrm>
            <a:off x="3117960" y="1825560"/>
            <a:ext cx="146520" cy="834120"/>
          </a:xfrm>
          <a:custGeom>
            <a:avLst/>
            <a:gdLst/>
            <a:ahLst/>
            <a:rect l="0" t="0" r="r" b="b"/>
            <a:pathLst>
              <a:path fill="none" w="407" h="2317">
                <a:moveTo>
                  <a:pt x="0" y="0"/>
                </a:moveTo>
                <a:cubicBezTo>
                  <a:pt x="113" y="0"/>
                  <a:pt x="204" y="0"/>
                  <a:pt x="204" y="0"/>
                </a:cubicBezTo>
                <a:lnTo>
                  <a:pt x="204" y="1159"/>
                </a:lnTo>
                <a:cubicBezTo>
                  <a:pt x="204" y="1159"/>
                  <a:pt x="295" y="1159"/>
                  <a:pt x="407" y="1159"/>
                </a:cubicBezTo>
                <a:cubicBezTo>
                  <a:pt x="295" y="1159"/>
                  <a:pt x="204" y="1159"/>
                  <a:pt x="204" y="1159"/>
                </a:cubicBezTo>
                <a:lnTo>
                  <a:pt x="204" y="2317"/>
                </a:lnTo>
                <a:cubicBezTo>
                  <a:pt x="204" y="2317"/>
                  <a:pt x="113" y="2317"/>
                  <a:pt x="0" y="2317"/>
                </a:cubicBezTo>
              </a:path>
            </a:pathLst>
          </a:custGeom>
          <a:ln w="6120">
            <a:solidFill>
              <a:srgbClr val="5b9bd5">
                <a:alpha val="16000"/>
              </a:srgbClr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15" name="" descr=""/>
          <p:cNvPicPr/>
          <p:nvPr/>
        </p:nvPicPr>
        <p:blipFill>
          <a:blip r:embed="rId2"/>
          <a:stretch/>
        </p:blipFill>
        <p:spPr>
          <a:xfrm>
            <a:off x="3534120" y="1900440"/>
            <a:ext cx="552960" cy="552960"/>
          </a:xfrm>
          <a:prstGeom prst="rect">
            <a:avLst/>
          </a:prstGeom>
          <a:ln w="0">
            <a:noFill/>
          </a:ln>
        </p:spPr>
      </p:pic>
      <p:sp>
        <p:nvSpPr>
          <p:cNvPr id="22216" name=""/>
          <p:cNvSpPr txBox="1"/>
          <p:nvPr/>
        </p:nvSpPr>
        <p:spPr>
          <a:xfrm>
            <a:off x="3535920" y="2089080"/>
            <a:ext cx="57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Total Body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17" name=""/>
          <p:cNvSpPr/>
          <p:nvPr/>
        </p:nvSpPr>
        <p:spPr>
          <a:xfrm>
            <a:off x="0" y="642960"/>
            <a:ext cx="1246680" cy="221400"/>
          </a:xfrm>
          <a:custGeom>
            <a:avLst/>
            <a:gdLst/>
            <a:ahLst/>
            <a:rect l="0" t="0" r="r" b="b"/>
            <a:pathLst>
              <a:path w="3463" h="615">
                <a:moveTo>
                  <a:pt x="0" y="615"/>
                </a:moveTo>
                <a:lnTo>
                  <a:pt x="3463" y="615"/>
                </a:lnTo>
                <a:lnTo>
                  <a:pt x="3463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18" name=""/>
          <p:cNvSpPr txBox="1"/>
          <p:nvPr/>
        </p:nvSpPr>
        <p:spPr>
          <a:xfrm>
            <a:off x="3650400" y="22384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19" name=""/>
          <p:cNvSpPr/>
          <p:nvPr/>
        </p:nvSpPr>
        <p:spPr>
          <a:xfrm>
            <a:off x="295560" y="3081240"/>
            <a:ext cx="1836720" cy="139320"/>
          </a:xfrm>
          <a:custGeom>
            <a:avLst/>
            <a:gdLst/>
            <a:ahLst/>
            <a:rect l="0" t="0" r="r" b="b"/>
            <a:pathLst>
              <a:path fill="none" w="5102" h="387">
                <a:moveTo>
                  <a:pt x="5102" y="0"/>
                </a:moveTo>
                <a:cubicBezTo>
                  <a:pt x="5102" y="108"/>
                  <a:pt x="5074" y="194"/>
                  <a:pt x="5039" y="194"/>
                </a:cubicBezTo>
                <a:lnTo>
                  <a:pt x="2614" y="194"/>
                </a:lnTo>
                <a:cubicBezTo>
                  <a:pt x="2579" y="194"/>
                  <a:pt x="2551" y="280"/>
                  <a:pt x="2551" y="387"/>
                </a:cubicBezTo>
                <a:cubicBezTo>
                  <a:pt x="2551" y="280"/>
                  <a:pt x="2523" y="194"/>
                  <a:pt x="2489" y="194"/>
                </a:cubicBezTo>
                <a:lnTo>
                  <a:pt x="62" y="194"/>
                </a:lnTo>
                <a:cubicBezTo>
                  <a:pt x="28" y="194"/>
                  <a:pt x="0" y="108"/>
                  <a:pt x="0" y="0"/>
                </a:cubicBezTo>
              </a:path>
            </a:pathLst>
          </a:custGeom>
          <a:ln w="6120">
            <a:solidFill>
              <a:srgbClr val="dd8b88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0" name=""/>
          <p:cNvSpPr/>
          <p:nvPr/>
        </p:nvSpPr>
        <p:spPr>
          <a:xfrm>
            <a:off x="2157840" y="3081240"/>
            <a:ext cx="1041120" cy="139320"/>
          </a:xfrm>
          <a:custGeom>
            <a:avLst/>
            <a:gdLst/>
            <a:ahLst/>
            <a:rect l="0" t="0" r="r" b="b"/>
            <a:pathLst>
              <a:path fill="none" w="2892" h="387">
                <a:moveTo>
                  <a:pt x="2892" y="0"/>
                </a:moveTo>
                <a:cubicBezTo>
                  <a:pt x="2892" y="108"/>
                  <a:pt x="2864" y="194"/>
                  <a:pt x="2830" y="194"/>
                </a:cubicBezTo>
                <a:lnTo>
                  <a:pt x="1509" y="194"/>
                </a:lnTo>
                <a:cubicBezTo>
                  <a:pt x="1474" y="194"/>
                  <a:pt x="1447" y="280"/>
                  <a:pt x="1447" y="387"/>
                </a:cubicBezTo>
                <a:cubicBezTo>
                  <a:pt x="1447" y="280"/>
                  <a:pt x="1419" y="194"/>
                  <a:pt x="1384" y="194"/>
                </a:cubicBezTo>
                <a:lnTo>
                  <a:pt x="62" y="194"/>
                </a:lnTo>
                <a:cubicBezTo>
                  <a:pt x="28" y="194"/>
                  <a:pt x="0" y="108"/>
                  <a:pt x="0" y="0"/>
                </a:cubicBezTo>
              </a:path>
            </a:pathLst>
          </a:custGeom>
          <a:ln w="6120">
            <a:solidFill>
              <a:srgbClr val="875a53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1" name=""/>
          <p:cNvSpPr txBox="1"/>
          <p:nvPr/>
        </p:nvSpPr>
        <p:spPr>
          <a:xfrm>
            <a:off x="154080" y="639360"/>
            <a:ext cx="9424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Introduction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2" name=""/>
          <p:cNvSpPr txBox="1"/>
          <p:nvPr/>
        </p:nvSpPr>
        <p:spPr>
          <a:xfrm>
            <a:off x="929160" y="3251880"/>
            <a:ext cx="649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Intracellular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3" name=""/>
          <p:cNvSpPr txBox="1"/>
          <p:nvPr/>
        </p:nvSpPr>
        <p:spPr>
          <a:xfrm>
            <a:off x="1080360" y="34012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0" spc="-1" strike="noStrike">
                <a:solidFill>
                  <a:srgbClr val="dd8b88"/>
                </a:solidFill>
                <a:latin typeface="Calibri"/>
                <a:ea typeface="Calibri"/>
              </a:rPr>
              <a:t>Water</a:t>
            </a:r>
            <a:endParaRPr b="0" lang="en-US" sz="9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4" name=""/>
          <p:cNvSpPr txBox="1"/>
          <p:nvPr/>
        </p:nvSpPr>
        <p:spPr>
          <a:xfrm>
            <a:off x="2366280" y="3258720"/>
            <a:ext cx="66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Extracellular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5" name=""/>
          <p:cNvSpPr txBox="1"/>
          <p:nvPr/>
        </p:nvSpPr>
        <p:spPr>
          <a:xfrm>
            <a:off x="2526120" y="340812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6" name=""/>
          <p:cNvSpPr txBox="1"/>
          <p:nvPr/>
        </p:nvSpPr>
        <p:spPr>
          <a:xfrm>
            <a:off x="1177920" y="357588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62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7" name=""/>
          <p:cNvSpPr/>
          <p:nvPr/>
        </p:nvSpPr>
        <p:spPr>
          <a:xfrm>
            <a:off x="286200" y="1825560"/>
            <a:ext cx="1864440" cy="1086840"/>
          </a:xfrm>
          <a:custGeom>
            <a:avLst/>
            <a:gdLst/>
            <a:ahLst/>
            <a:rect l="0" t="0" r="r" b="b"/>
            <a:pathLst>
              <a:path w="5179" h="3019">
                <a:moveTo>
                  <a:pt x="0" y="3019"/>
                </a:moveTo>
                <a:lnTo>
                  <a:pt x="5179" y="3019"/>
                </a:lnTo>
                <a:lnTo>
                  <a:pt x="5179" y="0"/>
                </a:lnTo>
                <a:lnTo>
                  <a:pt x="0" y="0"/>
                </a:lnTo>
                <a:lnTo>
                  <a:pt x="0" y="3019"/>
                </a:lnTo>
                <a:close/>
              </a:path>
            </a:pathLst>
          </a:custGeom>
          <a:solidFill>
            <a:srgbClr val="dd8b88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28" name=""/>
          <p:cNvSpPr/>
          <p:nvPr/>
        </p:nvSpPr>
        <p:spPr>
          <a:xfrm>
            <a:off x="2157840" y="1825560"/>
            <a:ext cx="629640" cy="1086840"/>
          </a:xfrm>
          <a:custGeom>
            <a:avLst/>
            <a:gdLst/>
            <a:ahLst/>
            <a:rect l="0" t="0" r="r" b="b"/>
            <a:pathLst>
              <a:path w="1749" h="3019">
                <a:moveTo>
                  <a:pt x="0" y="3019"/>
                </a:moveTo>
                <a:lnTo>
                  <a:pt x="1749" y="3019"/>
                </a:lnTo>
                <a:lnTo>
                  <a:pt x="1749" y="0"/>
                </a:lnTo>
                <a:lnTo>
                  <a:pt x="0" y="0"/>
                </a:lnTo>
                <a:lnTo>
                  <a:pt x="0" y="3019"/>
                </a:lnTo>
                <a:close/>
              </a:path>
            </a:pathLst>
          </a:custGeom>
          <a:solidFill>
            <a:srgbClr val="bf9000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29" name=""/>
          <p:cNvSpPr/>
          <p:nvPr/>
        </p:nvSpPr>
        <p:spPr>
          <a:xfrm>
            <a:off x="2800800" y="1825560"/>
            <a:ext cx="398160" cy="1086840"/>
          </a:xfrm>
          <a:custGeom>
            <a:avLst/>
            <a:gdLst/>
            <a:ahLst/>
            <a:rect l="0" t="0" r="r" b="b"/>
            <a:pathLst>
              <a:path w="1106" h="3019">
                <a:moveTo>
                  <a:pt x="0" y="3019"/>
                </a:moveTo>
                <a:lnTo>
                  <a:pt x="1106" y="3019"/>
                </a:lnTo>
                <a:lnTo>
                  <a:pt x="1106" y="0"/>
                </a:lnTo>
                <a:lnTo>
                  <a:pt x="0" y="0"/>
                </a:lnTo>
                <a:lnTo>
                  <a:pt x="0" y="3019"/>
                </a:lnTo>
                <a:close/>
              </a:path>
            </a:pathLst>
          </a:custGeom>
          <a:solidFill>
            <a:srgbClr val="bf9000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30" name=""/>
          <p:cNvSpPr txBox="1"/>
          <p:nvPr/>
        </p:nvSpPr>
        <p:spPr>
          <a:xfrm>
            <a:off x="2623680" y="358272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38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31" name=""/>
          <p:cNvSpPr txBox="1"/>
          <p:nvPr/>
        </p:nvSpPr>
        <p:spPr>
          <a:xfrm>
            <a:off x="761400" y="2245680"/>
            <a:ext cx="8906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Water inside the cell 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32" name=""/>
          <p:cNvSpPr txBox="1"/>
          <p:nvPr/>
        </p:nvSpPr>
        <p:spPr>
          <a:xfrm>
            <a:off x="964080" y="2370600"/>
            <a:ext cx="4640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membrane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33" name=""/>
          <p:cNvSpPr txBox="1"/>
          <p:nvPr/>
        </p:nvSpPr>
        <p:spPr>
          <a:xfrm>
            <a:off x="2255760" y="2245680"/>
            <a:ext cx="40932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Interstital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34" name="" descr=""/>
          <p:cNvPicPr/>
          <p:nvPr/>
        </p:nvPicPr>
        <p:blipFill>
          <a:blip r:embed="rId3"/>
          <a:stretch/>
        </p:blipFill>
        <p:spPr>
          <a:xfrm>
            <a:off x="223920" y="1780200"/>
            <a:ext cx="3290040" cy="1479600"/>
          </a:xfrm>
          <a:prstGeom prst="rect">
            <a:avLst/>
          </a:prstGeom>
          <a:ln w="0">
            <a:noFill/>
          </a:ln>
        </p:spPr>
      </p:pic>
      <p:sp>
        <p:nvSpPr>
          <p:cNvPr id="22235" name=""/>
          <p:cNvSpPr txBox="1"/>
          <p:nvPr/>
        </p:nvSpPr>
        <p:spPr>
          <a:xfrm>
            <a:off x="2367000" y="2370600"/>
            <a:ext cx="18828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fluid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36" name=""/>
          <p:cNvSpPr txBox="1"/>
          <p:nvPr/>
        </p:nvSpPr>
        <p:spPr>
          <a:xfrm>
            <a:off x="2873520" y="2245680"/>
            <a:ext cx="2444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Blood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37" name=""/>
          <p:cNvSpPr txBox="1"/>
          <p:nvPr/>
        </p:nvSpPr>
        <p:spPr>
          <a:xfrm>
            <a:off x="2845800" y="2370600"/>
            <a:ext cx="29952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Plasma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3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3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40" name="" descr=""/>
          <p:cNvPicPr/>
          <p:nvPr/>
        </p:nvPicPr>
        <p:blipFill>
          <a:blip r:embed="rId1"/>
          <a:stretch/>
        </p:blipFill>
        <p:spPr>
          <a:xfrm>
            <a:off x="2577240" y="1920240"/>
            <a:ext cx="552960" cy="552960"/>
          </a:xfrm>
          <a:prstGeom prst="rect">
            <a:avLst/>
          </a:prstGeom>
          <a:ln w="0">
            <a:noFill/>
          </a:ln>
        </p:spPr>
      </p:pic>
      <p:sp>
        <p:nvSpPr>
          <p:cNvPr id="22241" name=""/>
          <p:cNvSpPr txBox="1"/>
          <p:nvPr/>
        </p:nvSpPr>
        <p:spPr>
          <a:xfrm>
            <a:off x="2664720" y="2847960"/>
            <a:ext cx="3772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Protein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42" name=""/>
          <p:cNvSpPr txBox="1"/>
          <p:nvPr/>
        </p:nvSpPr>
        <p:spPr>
          <a:xfrm>
            <a:off x="2578680" y="2108880"/>
            <a:ext cx="57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Total Body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43" name=""/>
          <p:cNvSpPr/>
          <p:nvPr/>
        </p:nvSpPr>
        <p:spPr>
          <a:xfrm>
            <a:off x="2246040" y="1845360"/>
            <a:ext cx="146880" cy="834120"/>
          </a:xfrm>
          <a:custGeom>
            <a:avLst/>
            <a:gdLst/>
            <a:ahLst/>
            <a:rect l="0" t="0" r="r" b="b"/>
            <a:pathLst>
              <a:path fill="none" w="408" h="2317">
                <a:moveTo>
                  <a:pt x="0" y="0"/>
                </a:moveTo>
                <a:cubicBezTo>
                  <a:pt x="114" y="0"/>
                  <a:pt x="205" y="0"/>
                  <a:pt x="205" y="0"/>
                </a:cubicBezTo>
                <a:lnTo>
                  <a:pt x="205" y="1159"/>
                </a:lnTo>
                <a:cubicBezTo>
                  <a:pt x="205" y="1159"/>
                  <a:pt x="296" y="1159"/>
                  <a:pt x="408" y="1159"/>
                </a:cubicBezTo>
                <a:cubicBezTo>
                  <a:pt x="296" y="1159"/>
                  <a:pt x="205" y="1159"/>
                  <a:pt x="205" y="1159"/>
                </a:cubicBezTo>
                <a:lnTo>
                  <a:pt x="205" y="2317"/>
                </a:lnTo>
                <a:cubicBezTo>
                  <a:pt x="205" y="2317"/>
                  <a:pt x="114" y="2317"/>
                  <a:pt x="0" y="2317"/>
                </a:cubicBezTo>
              </a:path>
            </a:pathLst>
          </a:custGeom>
          <a:ln w="6120">
            <a:solidFill>
              <a:srgbClr val="5b9bd5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44" name=""/>
          <p:cNvSpPr/>
          <p:nvPr/>
        </p:nvSpPr>
        <p:spPr>
          <a:xfrm>
            <a:off x="0" y="642960"/>
            <a:ext cx="1246680" cy="221400"/>
          </a:xfrm>
          <a:custGeom>
            <a:avLst/>
            <a:gdLst/>
            <a:ahLst/>
            <a:rect l="0" t="0" r="r" b="b"/>
            <a:pathLst>
              <a:path w="3463" h="615">
                <a:moveTo>
                  <a:pt x="0" y="615"/>
                </a:moveTo>
                <a:lnTo>
                  <a:pt x="3463" y="615"/>
                </a:lnTo>
                <a:lnTo>
                  <a:pt x="3463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45" name=""/>
          <p:cNvSpPr txBox="1"/>
          <p:nvPr/>
        </p:nvSpPr>
        <p:spPr>
          <a:xfrm>
            <a:off x="2692800" y="22582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46" name="" descr=""/>
          <p:cNvPicPr/>
          <p:nvPr/>
        </p:nvPicPr>
        <p:blipFill>
          <a:blip r:embed="rId2"/>
          <a:stretch/>
        </p:blipFill>
        <p:spPr>
          <a:xfrm>
            <a:off x="3594960" y="2334600"/>
            <a:ext cx="693000" cy="406440"/>
          </a:xfrm>
          <a:prstGeom prst="rect">
            <a:avLst/>
          </a:prstGeom>
          <a:ln w="0">
            <a:noFill/>
          </a:ln>
        </p:spPr>
      </p:pic>
      <p:sp>
        <p:nvSpPr>
          <p:cNvPr id="22247" name=""/>
          <p:cNvSpPr txBox="1"/>
          <p:nvPr/>
        </p:nvSpPr>
        <p:spPr>
          <a:xfrm>
            <a:off x="154080" y="639360"/>
            <a:ext cx="9424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Introduction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48" name=""/>
          <p:cNvSpPr txBox="1"/>
          <p:nvPr/>
        </p:nvSpPr>
        <p:spPr>
          <a:xfrm>
            <a:off x="3555360" y="2395440"/>
            <a:ext cx="767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Soft Lean Mass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49" name=""/>
          <p:cNvSpPr/>
          <p:nvPr/>
        </p:nvSpPr>
        <p:spPr>
          <a:xfrm>
            <a:off x="3220200" y="2122920"/>
            <a:ext cx="146520" cy="849240"/>
          </a:xfrm>
          <a:custGeom>
            <a:avLst/>
            <a:gdLst/>
            <a:ahLst/>
            <a:rect l="0" t="0" r="r" b="b"/>
            <a:pathLst>
              <a:path fill="none" w="407" h="2359">
                <a:moveTo>
                  <a:pt x="0" y="0"/>
                </a:moveTo>
                <a:cubicBezTo>
                  <a:pt x="112" y="0"/>
                  <a:pt x="204" y="0"/>
                  <a:pt x="204" y="0"/>
                </a:cubicBezTo>
                <a:lnTo>
                  <a:pt x="204" y="1179"/>
                </a:lnTo>
                <a:cubicBezTo>
                  <a:pt x="204" y="1179"/>
                  <a:pt x="295" y="1179"/>
                  <a:pt x="407" y="1179"/>
                </a:cubicBezTo>
                <a:cubicBezTo>
                  <a:pt x="295" y="1179"/>
                  <a:pt x="204" y="1179"/>
                  <a:pt x="204" y="1179"/>
                </a:cubicBezTo>
                <a:lnTo>
                  <a:pt x="204" y="2359"/>
                </a:lnTo>
                <a:cubicBezTo>
                  <a:pt x="204" y="2359"/>
                  <a:pt x="112" y="2359"/>
                  <a:pt x="0" y="2359"/>
                </a:cubicBezTo>
              </a:path>
            </a:pathLst>
          </a:custGeom>
          <a:ln w="6120">
            <a:solidFill>
              <a:srgbClr val="b50938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50" name="" descr=""/>
          <p:cNvPicPr/>
          <p:nvPr/>
        </p:nvPicPr>
        <p:blipFill>
          <a:blip r:embed="rId3"/>
          <a:stretch/>
        </p:blipFill>
        <p:spPr>
          <a:xfrm>
            <a:off x="4553640" y="1664280"/>
            <a:ext cx="4120560" cy="1612080"/>
          </a:xfrm>
          <a:prstGeom prst="rect">
            <a:avLst/>
          </a:prstGeom>
          <a:ln w="0">
            <a:noFill/>
          </a:ln>
        </p:spPr>
      </p:pic>
      <p:sp>
        <p:nvSpPr>
          <p:cNvPr id="22251" name=""/>
          <p:cNvSpPr/>
          <p:nvPr/>
        </p:nvSpPr>
        <p:spPr>
          <a:xfrm>
            <a:off x="4561200" y="1900080"/>
            <a:ext cx="2779920" cy="826560"/>
          </a:xfrm>
          <a:custGeom>
            <a:avLst/>
            <a:gdLst/>
            <a:ahLst/>
            <a:rect l="0" t="0" r="r" b="b"/>
            <a:pathLst>
              <a:path w="7722" h="2296">
                <a:moveTo>
                  <a:pt x="5917" y="0"/>
                </a:moveTo>
                <a:lnTo>
                  <a:pt x="5917" y="450"/>
                </a:lnTo>
                <a:lnTo>
                  <a:pt x="0" y="450"/>
                </a:lnTo>
                <a:lnTo>
                  <a:pt x="0" y="2296"/>
                </a:lnTo>
                <a:lnTo>
                  <a:pt x="7722" y="2296"/>
                </a:lnTo>
                <a:lnTo>
                  <a:pt x="7722" y="38"/>
                </a:lnTo>
                <a:lnTo>
                  <a:pt x="5917" y="0"/>
                </a:lnTo>
                <a:close/>
              </a:path>
            </a:pathLst>
          </a:custGeom>
          <a:solidFill>
            <a:srgbClr val="b50938">
              <a:alpha val="24000"/>
            </a:srgbClr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52" name=""/>
          <p:cNvSpPr/>
          <p:nvPr/>
        </p:nvSpPr>
        <p:spPr>
          <a:xfrm>
            <a:off x="4573440" y="1900080"/>
            <a:ext cx="2126160" cy="447120"/>
          </a:xfrm>
          <a:custGeom>
            <a:avLst/>
            <a:gdLst/>
            <a:ahLst/>
            <a:rect l="0" t="0" r="r" b="b"/>
            <a:pathLst>
              <a:path w="5906" h="1242">
                <a:moveTo>
                  <a:pt x="4102" y="0"/>
                </a:moveTo>
                <a:lnTo>
                  <a:pt x="4102" y="392"/>
                </a:lnTo>
                <a:lnTo>
                  <a:pt x="0" y="392"/>
                </a:lnTo>
                <a:lnTo>
                  <a:pt x="0" y="1242"/>
                </a:lnTo>
                <a:lnTo>
                  <a:pt x="5906" y="1242"/>
                </a:lnTo>
                <a:lnTo>
                  <a:pt x="5906" y="0"/>
                </a:lnTo>
                <a:lnTo>
                  <a:pt x="4102" y="0"/>
                </a:lnTo>
                <a:close/>
              </a:path>
            </a:pathLst>
          </a:custGeom>
          <a:noFill/>
          <a:ln w="12600">
            <a:solidFill>
              <a:srgbClr val="00b0f0">
                <a:alpha val="24000"/>
              </a:srgbClr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53" name=""/>
          <p:cNvSpPr/>
          <p:nvPr/>
        </p:nvSpPr>
        <p:spPr>
          <a:xfrm>
            <a:off x="74520" y="2649960"/>
            <a:ext cx="1187640" cy="110160"/>
          </a:xfrm>
          <a:custGeom>
            <a:avLst/>
            <a:gdLst/>
            <a:ahLst/>
            <a:rect l="0" t="0" r="r" b="b"/>
            <a:pathLst>
              <a:path fill="none" w="3299" h="306">
                <a:moveTo>
                  <a:pt x="3299" y="0"/>
                </a:moveTo>
                <a:cubicBezTo>
                  <a:pt x="3299" y="85"/>
                  <a:pt x="3277" y="154"/>
                  <a:pt x="3249" y="154"/>
                </a:cubicBezTo>
                <a:lnTo>
                  <a:pt x="1699" y="154"/>
                </a:lnTo>
                <a:cubicBezTo>
                  <a:pt x="1672" y="154"/>
                  <a:pt x="1650" y="222"/>
                  <a:pt x="1650" y="306"/>
                </a:cubicBezTo>
                <a:cubicBezTo>
                  <a:pt x="1650" y="222"/>
                  <a:pt x="1628" y="154"/>
                  <a:pt x="1600" y="154"/>
                </a:cubicBezTo>
                <a:lnTo>
                  <a:pt x="49" y="154"/>
                </a:lnTo>
                <a:cubicBezTo>
                  <a:pt x="22" y="154"/>
                  <a:pt x="0" y="85"/>
                  <a:pt x="0" y="0"/>
                </a:cubicBezTo>
              </a:path>
            </a:pathLst>
          </a:custGeom>
          <a:ln w="6120">
            <a:solidFill>
              <a:srgbClr val="dd8b88">
                <a:alpha val="24000"/>
              </a:srgbClr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54" name=""/>
          <p:cNvSpPr/>
          <p:nvPr/>
        </p:nvSpPr>
        <p:spPr>
          <a:xfrm>
            <a:off x="1272240" y="2648520"/>
            <a:ext cx="788400" cy="117720"/>
          </a:xfrm>
          <a:custGeom>
            <a:avLst/>
            <a:gdLst/>
            <a:ahLst/>
            <a:rect l="0" t="0" r="r" b="b"/>
            <a:pathLst>
              <a:path fill="none" w="2190" h="327">
                <a:moveTo>
                  <a:pt x="2190" y="0"/>
                </a:moveTo>
                <a:cubicBezTo>
                  <a:pt x="2190" y="90"/>
                  <a:pt x="2166" y="163"/>
                  <a:pt x="2137" y="163"/>
                </a:cubicBezTo>
                <a:lnTo>
                  <a:pt x="1148" y="163"/>
                </a:lnTo>
                <a:cubicBezTo>
                  <a:pt x="1118" y="163"/>
                  <a:pt x="1095" y="236"/>
                  <a:pt x="1095" y="327"/>
                </a:cubicBezTo>
                <a:cubicBezTo>
                  <a:pt x="1095" y="236"/>
                  <a:pt x="1071" y="163"/>
                  <a:pt x="1042" y="163"/>
                </a:cubicBezTo>
                <a:lnTo>
                  <a:pt x="53" y="163"/>
                </a:lnTo>
                <a:cubicBezTo>
                  <a:pt x="24" y="163"/>
                  <a:pt x="0" y="90"/>
                  <a:pt x="0" y="0"/>
                </a:cubicBezTo>
              </a:path>
            </a:pathLst>
          </a:custGeom>
          <a:ln w="6120">
            <a:solidFill>
              <a:srgbClr val="875a53">
                <a:alpha val="24000"/>
              </a:srgbClr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55" name=""/>
          <p:cNvSpPr txBox="1"/>
          <p:nvPr/>
        </p:nvSpPr>
        <p:spPr>
          <a:xfrm>
            <a:off x="3719880" y="2544840"/>
            <a:ext cx="444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(Muscle)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56" name=""/>
          <p:cNvSpPr txBox="1"/>
          <p:nvPr/>
        </p:nvSpPr>
        <p:spPr>
          <a:xfrm>
            <a:off x="396720" y="2761560"/>
            <a:ext cx="649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Intracellular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57" name=""/>
          <p:cNvSpPr txBox="1"/>
          <p:nvPr/>
        </p:nvSpPr>
        <p:spPr>
          <a:xfrm>
            <a:off x="547560" y="291096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58" name=""/>
          <p:cNvSpPr txBox="1"/>
          <p:nvPr/>
        </p:nvSpPr>
        <p:spPr>
          <a:xfrm>
            <a:off x="1344960" y="2799000"/>
            <a:ext cx="66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Extracellular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59" name=""/>
          <p:cNvSpPr txBox="1"/>
          <p:nvPr/>
        </p:nvSpPr>
        <p:spPr>
          <a:xfrm>
            <a:off x="1504800" y="294840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60" name=""/>
          <p:cNvSpPr txBox="1"/>
          <p:nvPr/>
        </p:nvSpPr>
        <p:spPr>
          <a:xfrm>
            <a:off x="624600" y="309240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62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61" name=""/>
          <p:cNvSpPr/>
          <p:nvPr/>
        </p:nvSpPr>
        <p:spPr>
          <a:xfrm>
            <a:off x="68400" y="1909440"/>
            <a:ext cx="1207440" cy="733320"/>
          </a:xfrm>
          <a:custGeom>
            <a:avLst/>
            <a:gdLst/>
            <a:ahLst/>
            <a:rect l="0" t="0" r="r" b="b"/>
            <a:pathLst>
              <a:path w="3354" h="2037">
                <a:moveTo>
                  <a:pt x="0" y="2037"/>
                </a:moveTo>
                <a:lnTo>
                  <a:pt x="3354" y="2037"/>
                </a:lnTo>
                <a:lnTo>
                  <a:pt x="3354" y="0"/>
                </a:lnTo>
                <a:lnTo>
                  <a:pt x="0" y="0"/>
                </a:lnTo>
                <a:lnTo>
                  <a:pt x="0" y="2037"/>
                </a:lnTo>
                <a:close/>
              </a:path>
            </a:pathLst>
          </a:custGeom>
          <a:solidFill>
            <a:srgbClr val="dd8b88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62" name=""/>
          <p:cNvSpPr/>
          <p:nvPr/>
        </p:nvSpPr>
        <p:spPr>
          <a:xfrm>
            <a:off x="1272240" y="1908000"/>
            <a:ext cx="442440" cy="733320"/>
          </a:xfrm>
          <a:custGeom>
            <a:avLst/>
            <a:gdLst/>
            <a:ahLst/>
            <a:rect l="0" t="0" r="r" b="b"/>
            <a:pathLst>
              <a:path w="1229" h="2037">
                <a:moveTo>
                  <a:pt x="0" y="2037"/>
                </a:moveTo>
                <a:lnTo>
                  <a:pt x="1229" y="2037"/>
                </a:lnTo>
                <a:lnTo>
                  <a:pt x="1229" y="0"/>
                </a:lnTo>
                <a:lnTo>
                  <a:pt x="0" y="0"/>
                </a:lnTo>
                <a:lnTo>
                  <a:pt x="0" y="2037"/>
                </a:lnTo>
                <a:close/>
              </a:path>
            </a:pathLst>
          </a:custGeom>
          <a:solidFill>
            <a:srgbClr val="bf9000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63" name=""/>
          <p:cNvSpPr/>
          <p:nvPr/>
        </p:nvSpPr>
        <p:spPr>
          <a:xfrm>
            <a:off x="1683720" y="1910880"/>
            <a:ext cx="376920" cy="732240"/>
          </a:xfrm>
          <a:custGeom>
            <a:avLst/>
            <a:gdLst/>
            <a:ahLst/>
            <a:rect l="0" t="0" r="r" b="b"/>
            <a:pathLst>
              <a:path w="1047" h="2034">
                <a:moveTo>
                  <a:pt x="0" y="2034"/>
                </a:moveTo>
                <a:lnTo>
                  <a:pt x="1047" y="2034"/>
                </a:lnTo>
                <a:lnTo>
                  <a:pt x="1047" y="0"/>
                </a:lnTo>
                <a:lnTo>
                  <a:pt x="0" y="0"/>
                </a:lnTo>
                <a:lnTo>
                  <a:pt x="0" y="2034"/>
                </a:lnTo>
                <a:close/>
              </a:path>
            </a:pathLst>
          </a:custGeom>
          <a:solidFill>
            <a:srgbClr val="bf9000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64" name=""/>
          <p:cNvSpPr txBox="1"/>
          <p:nvPr/>
        </p:nvSpPr>
        <p:spPr>
          <a:xfrm>
            <a:off x="1576800" y="309420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38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65" name=""/>
          <p:cNvSpPr txBox="1"/>
          <p:nvPr/>
        </p:nvSpPr>
        <p:spPr>
          <a:xfrm>
            <a:off x="219240" y="2194200"/>
            <a:ext cx="8906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Water inside the cell 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66" name=""/>
          <p:cNvSpPr txBox="1"/>
          <p:nvPr/>
        </p:nvSpPr>
        <p:spPr>
          <a:xfrm>
            <a:off x="421920" y="2319120"/>
            <a:ext cx="4640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membrane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67" name=""/>
          <p:cNvSpPr txBox="1"/>
          <p:nvPr/>
        </p:nvSpPr>
        <p:spPr>
          <a:xfrm>
            <a:off x="1285920" y="2175840"/>
            <a:ext cx="4093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ffffff"/>
                </a:solidFill>
                <a:latin typeface="Calibri"/>
                <a:ea typeface="Calibri"/>
              </a:rPr>
              <a:t>Interstitial 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68" name=""/>
          <p:cNvSpPr txBox="1"/>
          <p:nvPr/>
        </p:nvSpPr>
        <p:spPr>
          <a:xfrm>
            <a:off x="1394280" y="2287080"/>
            <a:ext cx="16848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ffffff"/>
                </a:solidFill>
                <a:latin typeface="Calibri"/>
                <a:ea typeface="Calibri"/>
              </a:rPr>
              <a:t>fluid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69" name=""/>
          <p:cNvSpPr txBox="1"/>
          <p:nvPr/>
        </p:nvSpPr>
        <p:spPr>
          <a:xfrm>
            <a:off x="1746360" y="2162160"/>
            <a:ext cx="2444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Blood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70" name=""/>
          <p:cNvSpPr txBox="1"/>
          <p:nvPr/>
        </p:nvSpPr>
        <p:spPr>
          <a:xfrm>
            <a:off x="1717560" y="2287440"/>
            <a:ext cx="29952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Plasma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7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7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73" name="" descr=""/>
          <p:cNvPicPr/>
          <p:nvPr/>
        </p:nvPicPr>
        <p:blipFill>
          <a:blip r:embed="rId1"/>
          <a:stretch/>
        </p:blipFill>
        <p:spPr>
          <a:xfrm>
            <a:off x="2351520" y="1914120"/>
            <a:ext cx="552960" cy="552960"/>
          </a:xfrm>
          <a:prstGeom prst="rect">
            <a:avLst/>
          </a:prstGeom>
          <a:ln w="0">
            <a:noFill/>
          </a:ln>
        </p:spPr>
      </p:pic>
      <p:sp>
        <p:nvSpPr>
          <p:cNvPr id="22274" name=""/>
          <p:cNvSpPr txBox="1"/>
          <p:nvPr/>
        </p:nvSpPr>
        <p:spPr>
          <a:xfrm>
            <a:off x="2439360" y="2841120"/>
            <a:ext cx="3772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Protein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75" name=""/>
          <p:cNvSpPr txBox="1"/>
          <p:nvPr/>
        </p:nvSpPr>
        <p:spPr>
          <a:xfrm>
            <a:off x="2352960" y="2102400"/>
            <a:ext cx="57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Total Body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76" name=""/>
          <p:cNvSpPr/>
          <p:nvPr/>
        </p:nvSpPr>
        <p:spPr>
          <a:xfrm>
            <a:off x="2020680" y="1839240"/>
            <a:ext cx="146520" cy="832680"/>
          </a:xfrm>
          <a:custGeom>
            <a:avLst/>
            <a:gdLst/>
            <a:ahLst/>
            <a:rect l="0" t="0" r="r" b="b"/>
            <a:pathLst>
              <a:path fill="none" w="407" h="2313">
                <a:moveTo>
                  <a:pt x="0" y="0"/>
                </a:moveTo>
                <a:cubicBezTo>
                  <a:pt x="112" y="0"/>
                  <a:pt x="203" y="0"/>
                  <a:pt x="203" y="0"/>
                </a:cubicBezTo>
                <a:lnTo>
                  <a:pt x="203" y="1157"/>
                </a:lnTo>
                <a:cubicBezTo>
                  <a:pt x="203" y="1157"/>
                  <a:pt x="295" y="1157"/>
                  <a:pt x="407" y="1157"/>
                </a:cubicBezTo>
                <a:cubicBezTo>
                  <a:pt x="295" y="1157"/>
                  <a:pt x="203" y="1157"/>
                  <a:pt x="203" y="1157"/>
                </a:cubicBezTo>
                <a:lnTo>
                  <a:pt x="203" y="2313"/>
                </a:lnTo>
                <a:cubicBezTo>
                  <a:pt x="203" y="2313"/>
                  <a:pt x="112" y="2313"/>
                  <a:pt x="0" y="2313"/>
                </a:cubicBezTo>
              </a:path>
            </a:pathLst>
          </a:custGeom>
          <a:ln w="6120">
            <a:solidFill>
              <a:srgbClr val="5b9bd5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77" name="" descr=""/>
          <p:cNvPicPr/>
          <p:nvPr/>
        </p:nvPicPr>
        <p:blipFill>
          <a:blip r:embed="rId2"/>
          <a:stretch/>
        </p:blipFill>
        <p:spPr>
          <a:xfrm>
            <a:off x="3369600" y="2328840"/>
            <a:ext cx="693000" cy="406440"/>
          </a:xfrm>
          <a:prstGeom prst="rect">
            <a:avLst/>
          </a:prstGeom>
          <a:ln w="0">
            <a:noFill/>
          </a:ln>
        </p:spPr>
      </p:pic>
      <p:sp>
        <p:nvSpPr>
          <p:cNvPr id="22278" name=""/>
          <p:cNvSpPr txBox="1"/>
          <p:nvPr/>
        </p:nvSpPr>
        <p:spPr>
          <a:xfrm>
            <a:off x="2467440" y="225180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79" name=""/>
          <p:cNvSpPr txBox="1"/>
          <p:nvPr/>
        </p:nvSpPr>
        <p:spPr>
          <a:xfrm>
            <a:off x="3329640" y="2388960"/>
            <a:ext cx="767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Soft Lean Mass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80" name=""/>
          <p:cNvSpPr/>
          <p:nvPr/>
        </p:nvSpPr>
        <p:spPr>
          <a:xfrm>
            <a:off x="2994480" y="2116800"/>
            <a:ext cx="146520" cy="849240"/>
          </a:xfrm>
          <a:custGeom>
            <a:avLst/>
            <a:gdLst/>
            <a:ahLst/>
            <a:rect l="0" t="0" r="r" b="b"/>
            <a:pathLst>
              <a:path fill="none" w="407" h="2359">
                <a:moveTo>
                  <a:pt x="0" y="0"/>
                </a:moveTo>
                <a:cubicBezTo>
                  <a:pt x="113" y="0"/>
                  <a:pt x="204" y="0"/>
                  <a:pt x="204" y="0"/>
                </a:cubicBezTo>
                <a:lnTo>
                  <a:pt x="204" y="1180"/>
                </a:lnTo>
                <a:cubicBezTo>
                  <a:pt x="204" y="1180"/>
                  <a:pt x="295" y="1180"/>
                  <a:pt x="407" y="1180"/>
                </a:cubicBezTo>
                <a:cubicBezTo>
                  <a:pt x="295" y="1180"/>
                  <a:pt x="204" y="1180"/>
                  <a:pt x="204" y="1180"/>
                </a:cubicBezTo>
                <a:lnTo>
                  <a:pt x="204" y="2359"/>
                </a:lnTo>
                <a:cubicBezTo>
                  <a:pt x="204" y="2359"/>
                  <a:pt x="113" y="2359"/>
                  <a:pt x="0" y="2359"/>
                </a:cubicBezTo>
              </a:path>
            </a:pathLst>
          </a:custGeom>
          <a:ln w="6120">
            <a:solidFill>
              <a:srgbClr val="b50938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81" name="" descr=""/>
          <p:cNvPicPr/>
          <p:nvPr/>
        </p:nvPicPr>
        <p:blipFill>
          <a:blip r:embed="rId3"/>
          <a:stretch/>
        </p:blipFill>
        <p:spPr>
          <a:xfrm rot="13480800">
            <a:off x="2148840" y="3330720"/>
            <a:ext cx="958680" cy="770400"/>
          </a:xfrm>
          <a:prstGeom prst="rect">
            <a:avLst/>
          </a:prstGeom>
          <a:ln w="0">
            <a:noFill/>
          </a:ln>
        </p:spPr>
      </p:pic>
      <p:sp>
        <p:nvSpPr>
          <p:cNvPr id="22282" name=""/>
          <p:cNvSpPr txBox="1"/>
          <p:nvPr/>
        </p:nvSpPr>
        <p:spPr>
          <a:xfrm>
            <a:off x="3494160" y="2538720"/>
            <a:ext cx="444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(Muscle)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83" name=""/>
          <p:cNvSpPr/>
          <p:nvPr/>
        </p:nvSpPr>
        <p:spPr>
          <a:xfrm>
            <a:off x="0" y="642960"/>
            <a:ext cx="1246680" cy="221400"/>
          </a:xfrm>
          <a:custGeom>
            <a:avLst/>
            <a:gdLst/>
            <a:ahLst/>
            <a:rect l="0" t="0" r="r" b="b"/>
            <a:pathLst>
              <a:path w="3463" h="615">
                <a:moveTo>
                  <a:pt x="0" y="615"/>
                </a:moveTo>
                <a:lnTo>
                  <a:pt x="3463" y="615"/>
                </a:lnTo>
                <a:lnTo>
                  <a:pt x="3463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84" name=""/>
          <p:cNvSpPr txBox="1"/>
          <p:nvPr/>
        </p:nvSpPr>
        <p:spPr>
          <a:xfrm>
            <a:off x="2427480" y="3648240"/>
            <a:ext cx="4014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767171"/>
                </a:solidFill>
                <a:latin typeface="Calibri"/>
                <a:ea typeface="Calibri"/>
              </a:rPr>
              <a:t>Mineral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85" name=""/>
          <p:cNvSpPr txBox="1"/>
          <p:nvPr/>
        </p:nvSpPr>
        <p:spPr>
          <a:xfrm>
            <a:off x="154080" y="639360"/>
            <a:ext cx="9424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Introduction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86" name=""/>
          <p:cNvSpPr/>
          <p:nvPr/>
        </p:nvSpPr>
        <p:spPr>
          <a:xfrm>
            <a:off x="2860200" y="2532600"/>
            <a:ext cx="1459080" cy="1199880"/>
          </a:xfrm>
          <a:custGeom>
            <a:avLst/>
            <a:gdLst/>
            <a:ahLst/>
            <a:rect l="0" t="0" r="r" b="b"/>
            <a:pathLst>
              <a:path fill="none" w="4053" h="3333">
                <a:moveTo>
                  <a:pt x="3839" y="0"/>
                </a:moveTo>
                <a:lnTo>
                  <a:pt x="4053" y="0"/>
                </a:lnTo>
                <a:lnTo>
                  <a:pt x="4053" y="3321"/>
                </a:lnTo>
                <a:lnTo>
                  <a:pt x="3902" y="3333"/>
                </a:lnTo>
                <a:lnTo>
                  <a:pt x="0" y="3333"/>
                </a:lnTo>
              </a:path>
            </a:pathLst>
          </a:custGeom>
          <a:ln w="6120">
            <a:solidFill>
              <a:srgbClr val="44546a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87" name=""/>
          <p:cNvSpPr/>
          <p:nvPr/>
        </p:nvSpPr>
        <p:spPr>
          <a:xfrm>
            <a:off x="4314240" y="3104280"/>
            <a:ext cx="90360" cy="0"/>
          </a:xfrm>
          <a:prstGeom prst="line">
            <a:avLst/>
          </a:prstGeom>
          <a:ln w="6120">
            <a:solidFill>
              <a:srgbClr val="44546a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288" name="" descr=""/>
          <p:cNvPicPr/>
          <p:nvPr/>
        </p:nvPicPr>
        <p:blipFill>
          <a:blip r:embed="rId4"/>
          <a:stretch/>
        </p:blipFill>
        <p:spPr>
          <a:xfrm>
            <a:off x="5478840" y="2343960"/>
            <a:ext cx="3625200" cy="1419840"/>
          </a:xfrm>
          <a:prstGeom prst="rect">
            <a:avLst/>
          </a:prstGeom>
          <a:ln w="0">
            <a:noFill/>
          </a:ln>
        </p:spPr>
      </p:pic>
      <p:sp>
        <p:nvSpPr>
          <p:cNvPr id="22289" name=""/>
          <p:cNvSpPr/>
          <p:nvPr/>
        </p:nvSpPr>
        <p:spPr>
          <a:xfrm>
            <a:off x="5489280" y="2550960"/>
            <a:ext cx="3020760" cy="922320"/>
          </a:xfrm>
          <a:custGeom>
            <a:avLst/>
            <a:gdLst/>
            <a:ahLst/>
            <a:rect l="0" t="0" r="r" b="b"/>
            <a:pathLst>
              <a:path w="8391" h="2562">
                <a:moveTo>
                  <a:pt x="8391" y="0"/>
                </a:moveTo>
                <a:lnTo>
                  <a:pt x="6784" y="0"/>
                </a:lnTo>
                <a:lnTo>
                  <a:pt x="6784" y="314"/>
                </a:lnTo>
                <a:lnTo>
                  <a:pt x="0" y="314"/>
                </a:lnTo>
                <a:lnTo>
                  <a:pt x="0" y="2562"/>
                </a:lnTo>
                <a:lnTo>
                  <a:pt x="8391" y="2562"/>
                </a:lnTo>
                <a:lnTo>
                  <a:pt x="8391" y="0"/>
                </a:lnTo>
                <a:close/>
              </a:path>
            </a:pathLst>
          </a:custGeom>
          <a:solidFill>
            <a:srgbClr val="44546a">
              <a:alpha val="19000"/>
            </a:srgbClr>
          </a:solidFill>
          <a:ln w="12600">
            <a:solidFill>
              <a:srgbClr val="44546a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290" name=""/>
          <p:cNvSpPr/>
          <p:nvPr/>
        </p:nvSpPr>
        <p:spPr>
          <a:xfrm>
            <a:off x="34920" y="2596680"/>
            <a:ext cx="1187640" cy="111600"/>
          </a:xfrm>
          <a:custGeom>
            <a:avLst/>
            <a:gdLst/>
            <a:ahLst/>
            <a:rect l="0" t="0" r="r" b="b"/>
            <a:pathLst>
              <a:path fill="none" w="3299" h="310">
                <a:moveTo>
                  <a:pt x="3299" y="0"/>
                </a:moveTo>
                <a:cubicBezTo>
                  <a:pt x="3299" y="86"/>
                  <a:pt x="3276" y="156"/>
                  <a:pt x="3248" y="156"/>
                </a:cubicBezTo>
                <a:lnTo>
                  <a:pt x="1700" y="156"/>
                </a:lnTo>
                <a:cubicBezTo>
                  <a:pt x="1672" y="156"/>
                  <a:pt x="1650" y="225"/>
                  <a:pt x="1650" y="310"/>
                </a:cubicBezTo>
                <a:cubicBezTo>
                  <a:pt x="1650" y="225"/>
                  <a:pt x="1627" y="156"/>
                  <a:pt x="1600" y="156"/>
                </a:cubicBezTo>
                <a:lnTo>
                  <a:pt x="50" y="156"/>
                </a:lnTo>
                <a:cubicBezTo>
                  <a:pt x="22" y="156"/>
                  <a:pt x="0" y="86"/>
                  <a:pt x="0" y="0"/>
                </a:cubicBezTo>
              </a:path>
            </a:pathLst>
          </a:custGeom>
          <a:ln w="6120">
            <a:solidFill>
              <a:srgbClr val="dd8b88">
                <a:alpha val="19000"/>
              </a:srgbClr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1" name=""/>
          <p:cNvSpPr/>
          <p:nvPr/>
        </p:nvSpPr>
        <p:spPr>
          <a:xfrm>
            <a:off x="1205280" y="2595240"/>
            <a:ext cx="788400" cy="117720"/>
          </a:xfrm>
          <a:custGeom>
            <a:avLst/>
            <a:gdLst/>
            <a:ahLst/>
            <a:rect l="0" t="0" r="r" b="b"/>
            <a:pathLst>
              <a:path fill="none" w="2190" h="327">
                <a:moveTo>
                  <a:pt x="2190" y="0"/>
                </a:moveTo>
                <a:cubicBezTo>
                  <a:pt x="2190" y="90"/>
                  <a:pt x="2166" y="164"/>
                  <a:pt x="2137" y="164"/>
                </a:cubicBezTo>
                <a:lnTo>
                  <a:pt x="1147" y="164"/>
                </a:lnTo>
                <a:cubicBezTo>
                  <a:pt x="1118" y="164"/>
                  <a:pt x="1094" y="237"/>
                  <a:pt x="1094" y="327"/>
                </a:cubicBezTo>
                <a:cubicBezTo>
                  <a:pt x="1094" y="237"/>
                  <a:pt x="1071" y="164"/>
                  <a:pt x="1041" y="164"/>
                </a:cubicBezTo>
                <a:lnTo>
                  <a:pt x="53" y="164"/>
                </a:lnTo>
                <a:cubicBezTo>
                  <a:pt x="24" y="164"/>
                  <a:pt x="0" y="90"/>
                  <a:pt x="0" y="0"/>
                </a:cubicBezTo>
              </a:path>
            </a:pathLst>
          </a:custGeom>
          <a:ln w="6120">
            <a:solidFill>
              <a:srgbClr val="875a53">
                <a:alpha val="19000"/>
              </a:srgbClr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2" name=""/>
          <p:cNvSpPr txBox="1"/>
          <p:nvPr/>
        </p:nvSpPr>
        <p:spPr>
          <a:xfrm>
            <a:off x="4533120" y="3036960"/>
            <a:ext cx="7077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44546a"/>
                </a:solidFill>
                <a:latin typeface="Calibri"/>
                <a:ea typeface="Calibri"/>
              </a:rPr>
              <a:t>Fat Free Mass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3" name=""/>
          <p:cNvSpPr txBox="1"/>
          <p:nvPr/>
        </p:nvSpPr>
        <p:spPr>
          <a:xfrm>
            <a:off x="356760" y="2707920"/>
            <a:ext cx="649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0" spc="-1" strike="noStrike">
                <a:solidFill>
                  <a:srgbClr val="dd8b88"/>
                </a:solidFill>
                <a:latin typeface="Calibri"/>
                <a:ea typeface="Calibri"/>
              </a:rPr>
              <a:t>Intracellular </a:t>
            </a:r>
            <a:endParaRPr b="0" lang="en-US" sz="9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4" name=""/>
          <p:cNvSpPr txBox="1"/>
          <p:nvPr/>
        </p:nvSpPr>
        <p:spPr>
          <a:xfrm>
            <a:off x="507960" y="285804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5" name=""/>
          <p:cNvSpPr txBox="1"/>
          <p:nvPr/>
        </p:nvSpPr>
        <p:spPr>
          <a:xfrm>
            <a:off x="1304640" y="2746080"/>
            <a:ext cx="66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Extracellular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6" name=""/>
          <p:cNvSpPr txBox="1"/>
          <p:nvPr/>
        </p:nvSpPr>
        <p:spPr>
          <a:xfrm>
            <a:off x="1464840" y="28954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7" name=""/>
          <p:cNvSpPr txBox="1"/>
          <p:nvPr/>
        </p:nvSpPr>
        <p:spPr>
          <a:xfrm>
            <a:off x="584640" y="303948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62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8" name=""/>
          <p:cNvSpPr/>
          <p:nvPr/>
        </p:nvSpPr>
        <p:spPr>
          <a:xfrm>
            <a:off x="28800" y="1856160"/>
            <a:ext cx="1207440" cy="733320"/>
          </a:xfrm>
          <a:custGeom>
            <a:avLst/>
            <a:gdLst/>
            <a:ahLst/>
            <a:rect l="0" t="0" r="r" b="b"/>
            <a:pathLst>
              <a:path w="3354" h="2037">
                <a:moveTo>
                  <a:pt x="0" y="2037"/>
                </a:moveTo>
                <a:lnTo>
                  <a:pt x="3354" y="2037"/>
                </a:lnTo>
                <a:lnTo>
                  <a:pt x="3354" y="0"/>
                </a:lnTo>
                <a:lnTo>
                  <a:pt x="0" y="0"/>
                </a:lnTo>
                <a:lnTo>
                  <a:pt x="0" y="2037"/>
                </a:lnTo>
                <a:close/>
              </a:path>
            </a:pathLst>
          </a:custGeom>
          <a:solidFill>
            <a:srgbClr val="dd8b88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299" name=""/>
          <p:cNvSpPr/>
          <p:nvPr/>
        </p:nvSpPr>
        <p:spPr>
          <a:xfrm>
            <a:off x="1232640" y="1854360"/>
            <a:ext cx="442440" cy="733680"/>
          </a:xfrm>
          <a:custGeom>
            <a:avLst/>
            <a:gdLst/>
            <a:ahLst/>
            <a:rect l="0" t="0" r="r" b="b"/>
            <a:pathLst>
              <a:path w="1229" h="2038">
                <a:moveTo>
                  <a:pt x="0" y="2038"/>
                </a:moveTo>
                <a:lnTo>
                  <a:pt x="1229" y="2038"/>
                </a:lnTo>
                <a:lnTo>
                  <a:pt x="1229" y="0"/>
                </a:lnTo>
                <a:lnTo>
                  <a:pt x="0" y="0"/>
                </a:lnTo>
                <a:lnTo>
                  <a:pt x="0" y="2038"/>
                </a:lnTo>
                <a:close/>
              </a:path>
            </a:pathLst>
          </a:custGeom>
          <a:solidFill>
            <a:srgbClr val="bf9000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300" name=""/>
          <p:cNvSpPr/>
          <p:nvPr/>
        </p:nvSpPr>
        <p:spPr>
          <a:xfrm>
            <a:off x="1644120" y="1857600"/>
            <a:ext cx="376920" cy="733320"/>
          </a:xfrm>
          <a:custGeom>
            <a:avLst/>
            <a:gdLst/>
            <a:ahLst/>
            <a:rect l="0" t="0" r="r" b="b"/>
            <a:pathLst>
              <a:path w="1047" h="2037">
                <a:moveTo>
                  <a:pt x="0" y="2037"/>
                </a:moveTo>
                <a:lnTo>
                  <a:pt x="1047" y="2037"/>
                </a:lnTo>
                <a:lnTo>
                  <a:pt x="1047" y="0"/>
                </a:lnTo>
                <a:lnTo>
                  <a:pt x="0" y="0"/>
                </a:lnTo>
                <a:lnTo>
                  <a:pt x="0" y="2037"/>
                </a:lnTo>
                <a:close/>
              </a:path>
            </a:pathLst>
          </a:custGeom>
          <a:solidFill>
            <a:srgbClr val="bf9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301" name=""/>
          <p:cNvSpPr/>
          <p:nvPr/>
        </p:nvSpPr>
        <p:spPr>
          <a:xfrm>
            <a:off x="1644120" y="1857600"/>
            <a:ext cx="376920" cy="733320"/>
          </a:xfrm>
          <a:custGeom>
            <a:avLst/>
            <a:gdLst/>
            <a:ahLst/>
            <a:rect l="0" t="0" r="r" b="b"/>
            <a:pathLst>
              <a:path w="1047" h="2037">
                <a:moveTo>
                  <a:pt x="0" y="2037"/>
                </a:moveTo>
                <a:lnTo>
                  <a:pt x="1047" y="2037"/>
                </a:lnTo>
                <a:lnTo>
                  <a:pt x="1047" y="0"/>
                </a:lnTo>
                <a:lnTo>
                  <a:pt x="0" y="0"/>
                </a:lnTo>
                <a:lnTo>
                  <a:pt x="0" y="2037"/>
                </a:lnTo>
                <a:close/>
              </a:path>
            </a:pathLst>
          </a:custGeom>
          <a:noFill/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02" name=""/>
          <p:cNvSpPr txBox="1"/>
          <p:nvPr/>
        </p:nvSpPr>
        <p:spPr>
          <a:xfrm>
            <a:off x="1536840" y="304092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38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03" name=""/>
          <p:cNvSpPr txBox="1"/>
          <p:nvPr/>
        </p:nvSpPr>
        <p:spPr>
          <a:xfrm>
            <a:off x="179640" y="2140920"/>
            <a:ext cx="8906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Water inside the cell 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04" name=""/>
          <p:cNvSpPr txBox="1"/>
          <p:nvPr/>
        </p:nvSpPr>
        <p:spPr>
          <a:xfrm>
            <a:off x="382320" y="2265840"/>
            <a:ext cx="4640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membrane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05" name=""/>
          <p:cNvSpPr txBox="1"/>
          <p:nvPr/>
        </p:nvSpPr>
        <p:spPr>
          <a:xfrm>
            <a:off x="1245960" y="2122920"/>
            <a:ext cx="4093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ffffff"/>
                </a:solidFill>
                <a:latin typeface="Calibri"/>
                <a:ea typeface="Calibri"/>
              </a:rPr>
              <a:t>Interstitial 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06" name=""/>
          <p:cNvSpPr txBox="1"/>
          <p:nvPr/>
        </p:nvSpPr>
        <p:spPr>
          <a:xfrm>
            <a:off x="1354320" y="2234160"/>
            <a:ext cx="16848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ffffff"/>
                </a:solidFill>
                <a:latin typeface="Calibri"/>
                <a:ea typeface="Calibri"/>
              </a:rPr>
              <a:t>fluid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07" name=""/>
          <p:cNvSpPr txBox="1"/>
          <p:nvPr/>
        </p:nvSpPr>
        <p:spPr>
          <a:xfrm>
            <a:off x="1706760" y="2129040"/>
            <a:ext cx="2444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Blood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08" name=""/>
          <p:cNvSpPr txBox="1"/>
          <p:nvPr/>
        </p:nvSpPr>
        <p:spPr>
          <a:xfrm>
            <a:off x="1677600" y="2254320"/>
            <a:ext cx="29952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Plasma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09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1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11" name="" descr=""/>
          <p:cNvPicPr/>
          <p:nvPr/>
        </p:nvPicPr>
        <p:blipFill>
          <a:blip r:embed="rId1"/>
          <a:stretch/>
        </p:blipFill>
        <p:spPr>
          <a:xfrm>
            <a:off x="2305800" y="1900440"/>
            <a:ext cx="551160" cy="552960"/>
          </a:xfrm>
          <a:prstGeom prst="rect">
            <a:avLst/>
          </a:prstGeom>
          <a:ln w="0">
            <a:noFill/>
          </a:ln>
        </p:spPr>
      </p:pic>
      <p:sp>
        <p:nvSpPr>
          <p:cNvPr id="22312" name=""/>
          <p:cNvSpPr/>
          <p:nvPr/>
        </p:nvSpPr>
        <p:spPr>
          <a:xfrm>
            <a:off x="0" y="642960"/>
            <a:ext cx="1246680" cy="221400"/>
          </a:xfrm>
          <a:custGeom>
            <a:avLst/>
            <a:gdLst/>
            <a:ahLst/>
            <a:rect l="0" t="0" r="r" b="b"/>
            <a:pathLst>
              <a:path w="3463" h="615">
                <a:moveTo>
                  <a:pt x="0" y="615"/>
                </a:moveTo>
                <a:lnTo>
                  <a:pt x="3463" y="615"/>
                </a:lnTo>
                <a:lnTo>
                  <a:pt x="3463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313" name=""/>
          <p:cNvSpPr txBox="1"/>
          <p:nvPr/>
        </p:nvSpPr>
        <p:spPr>
          <a:xfrm>
            <a:off x="2392920" y="2827800"/>
            <a:ext cx="3772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Protein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14" name=""/>
          <p:cNvSpPr txBox="1"/>
          <p:nvPr/>
        </p:nvSpPr>
        <p:spPr>
          <a:xfrm>
            <a:off x="154080" y="639360"/>
            <a:ext cx="9424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Introduction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15" name=""/>
          <p:cNvSpPr txBox="1"/>
          <p:nvPr/>
        </p:nvSpPr>
        <p:spPr>
          <a:xfrm>
            <a:off x="2306880" y="2089080"/>
            <a:ext cx="57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Total Body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16" name="" descr=""/>
          <p:cNvPicPr/>
          <p:nvPr/>
        </p:nvPicPr>
        <p:blipFill>
          <a:blip r:embed="rId2"/>
          <a:stretch/>
        </p:blipFill>
        <p:spPr>
          <a:xfrm>
            <a:off x="3322440" y="2314800"/>
            <a:ext cx="694440" cy="406440"/>
          </a:xfrm>
          <a:prstGeom prst="rect">
            <a:avLst/>
          </a:prstGeom>
          <a:ln w="0">
            <a:noFill/>
          </a:ln>
        </p:spPr>
      </p:pic>
      <p:sp>
        <p:nvSpPr>
          <p:cNvPr id="22317" name=""/>
          <p:cNvSpPr txBox="1"/>
          <p:nvPr/>
        </p:nvSpPr>
        <p:spPr>
          <a:xfrm>
            <a:off x="2421000" y="22384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18" name=""/>
          <p:cNvSpPr txBox="1"/>
          <p:nvPr/>
        </p:nvSpPr>
        <p:spPr>
          <a:xfrm>
            <a:off x="3283200" y="2375640"/>
            <a:ext cx="767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Soft Lean Mass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19" name=""/>
          <p:cNvSpPr/>
          <p:nvPr/>
        </p:nvSpPr>
        <p:spPr>
          <a:xfrm>
            <a:off x="2948760" y="2103120"/>
            <a:ext cx="146520" cy="849240"/>
          </a:xfrm>
          <a:custGeom>
            <a:avLst/>
            <a:gdLst/>
            <a:ahLst/>
            <a:rect l="0" t="0" r="r" b="b"/>
            <a:pathLst>
              <a:path fill="none" w="407" h="2359">
                <a:moveTo>
                  <a:pt x="0" y="0"/>
                </a:moveTo>
                <a:cubicBezTo>
                  <a:pt x="112" y="0"/>
                  <a:pt x="204" y="0"/>
                  <a:pt x="204" y="0"/>
                </a:cubicBezTo>
                <a:lnTo>
                  <a:pt x="204" y="1180"/>
                </a:lnTo>
                <a:cubicBezTo>
                  <a:pt x="204" y="1180"/>
                  <a:pt x="295" y="1180"/>
                  <a:pt x="407" y="1180"/>
                </a:cubicBezTo>
                <a:cubicBezTo>
                  <a:pt x="295" y="1180"/>
                  <a:pt x="204" y="1180"/>
                  <a:pt x="204" y="1180"/>
                </a:cubicBezTo>
                <a:lnTo>
                  <a:pt x="204" y="2359"/>
                </a:lnTo>
                <a:cubicBezTo>
                  <a:pt x="204" y="2359"/>
                  <a:pt x="112" y="2359"/>
                  <a:pt x="0" y="2359"/>
                </a:cubicBezTo>
              </a:path>
            </a:pathLst>
          </a:custGeom>
          <a:ln w="6120">
            <a:solidFill>
              <a:srgbClr val="b50938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20" name="" descr=""/>
          <p:cNvPicPr/>
          <p:nvPr/>
        </p:nvPicPr>
        <p:blipFill>
          <a:blip r:embed="rId3"/>
          <a:stretch/>
        </p:blipFill>
        <p:spPr>
          <a:xfrm rot="13480800">
            <a:off x="2102400" y="3317400"/>
            <a:ext cx="958680" cy="770400"/>
          </a:xfrm>
          <a:prstGeom prst="rect">
            <a:avLst/>
          </a:prstGeom>
          <a:ln w="0">
            <a:noFill/>
          </a:ln>
        </p:spPr>
      </p:pic>
      <p:sp>
        <p:nvSpPr>
          <p:cNvPr id="22321" name=""/>
          <p:cNvSpPr txBox="1"/>
          <p:nvPr/>
        </p:nvSpPr>
        <p:spPr>
          <a:xfrm>
            <a:off x="3448080" y="2525040"/>
            <a:ext cx="444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(Muscle)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22" name=""/>
          <p:cNvSpPr txBox="1"/>
          <p:nvPr/>
        </p:nvSpPr>
        <p:spPr>
          <a:xfrm>
            <a:off x="2380680" y="3634920"/>
            <a:ext cx="4014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767171"/>
                </a:solidFill>
                <a:latin typeface="Calibri"/>
                <a:ea typeface="Calibri"/>
              </a:rPr>
              <a:t>Mineral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23" name=""/>
          <p:cNvSpPr/>
          <p:nvPr/>
        </p:nvSpPr>
        <p:spPr>
          <a:xfrm>
            <a:off x="2813040" y="2518920"/>
            <a:ext cx="1459080" cy="1201320"/>
          </a:xfrm>
          <a:custGeom>
            <a:avLst/>
            <a:gdLst/>
            <a:ahLst/>
            <a:rect l="0" t="0" r="r" b="b"/>
            <a:pathLst>
              <a:path fill="none" w="4053" h="3337">
                <a:moveTo>
                  <a:pt x="3839" y="0"/>
                </a:moveTo>
                <a:lnTo>
                  <a:pt x="4053" y="0"/>
                </a:lnTo>
                <a:lnTo>
                  <a:pt x="4053" y="3325"/>
                </a:lnTo>
                <a:lnTo>
                  <a:pt x="3902" y="3337"/>
                </a:lnTo>
                <a:lnTo>
                  <a:pt x="0" y="3337"/>
                </a:lnTo>
              </a:path>
            </a:pathLst>
          </a:custGeom>
          <a:ln w="6120">
            <a:solidFill>
              <a:srgbClr val="44546a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24" name=""/>
          <p:cNvSpPr/>
          <p:nvPr/>
        </p:nvSpPr>
        <p:spPr>
          <a:xfrm>
            <a:off x="4267080" y="3090600"/>
            <a:ext cx="90360" cy="0"/>
          </a:xfrm>
          <a:prstGeom prst="line">
            <a:avLst/>
          </a:prstGeom>
          <a:ln w="6120">
            <a:solidFill>
              <a:srgbClr val="44546a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25" name="" descr=""/>
          <p:cNvPicPr/>
          <p:nvPr/>
        </p:nvPicPr>
        <p:blipFill>
          <a:blip r:embed="rId4"/>
          <a:stretch/>
        </p:blipFill>
        <p:spPr>
          <a:xfrm>
            <a:off x="2244960" y="4486680"/>
            <a:ext cx="673200" cy="481320"/>
          </a:xfrm>
          <a:prstGeom prst="rect">
            <a:avLst/>
          </a:prstGeom>
          <a:ln w="0">
            <a:noFill/>
          </a:ln>
        </p:spPr>
      </p:pic>
      <p:sp>
        <p:nvSpPr>
          <p:cNvPr id="22326" name=""/>
          <p:cNvSpPr txBox="1"/>
          <p:nvPr/>
        </p:nvSpPr>
        <p:spPr>
          <a:xfrm>
            <a:off x="4486680" y="3023280"/>
            <a:ext cx="7077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44546a"/>
                </a:solidFill>
                <a:latin typeface="Calibri"/>
                <a:ea typeface="Calibri"/>
              </a:rPr>
              <a:t>Fat Free Mass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27" name=""/>
          <p:cNvSpPr/>
          <p:nvPr/>
        </p:nvSpPr>
        <p:spPr>
          <a:xfrm>
            <a:off x="2935080" y="3093480"/>
            <a:ext cx="2434320" cy="1640160"/>
          </a:xfrm>
          <a:custGeom>
            <a:avLst/>
            <a:gdLst/>
            <a:ahLst/>
            <a:rect l="0" t="0" r="r" b="b"/>
            <a:pathLst>
              <a:path fill="none" w="6762" h="4556">
                <a:moveTo>
                  <a:pt x="6535" y="0"/>
                </a:moveTo>
                <a:lnTo>
                  <a:pt x="6762" y="0"/>
                </a:lnTo>
                <a:lnTo>
                  <a:pt x="6762" y="4556"/>
                </a:lnTo>
                <a:lnTo>
                  <a:pt x="6220" y="4556"/>
                </a:lnTo>
                <a:lnTo>
                  <a:pt x="0" y="4556"/>
                </a:lnTo>
              </a:path>
            </a:pathLst>
          </a:custGeom>
          <a:ln w="6120">
            <a:solidFill>
              <a:srgbClr val="996633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28" name=""/>
          <p:cNvSpPr/>
          <p:nvPr/>
        </p:nvSpPr>
        <p:spPr>
          <a:xfrm>
            <a:off x="5367240" y="3911760"/>
            <a:ext cx="90360" cy="0"/>
          </a:xfrm>
          <a:prstGeom prst="line">
            <a:avLst/>
          </a:prstGeom>
          <a:ln w="6120">
            <a:solidFill>
              <a:srgbClr val="996633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29" name=""/>
          <p:cNvSpPr txBox="1"/>
          <p:nvPr/>
        </p:nvSpPr>
        <p:spPr>
          <a:xfrm>
            <a:off x="2352960" y="4660200"/>
            <a:ext cx="4550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996633"/>
                </a:solidFill>
                <a:latin typeface="Calibri"/>
                <a:ea typeface="Calibri"/>
              </a:rPr>
              <a:t>Fat Mass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30" name="" descr=""/>
          <p:cNvPicPr/>
          <p:nvPr/>
        </p:nvPicPr>
        <p:blipFill>
          <a:blip r:embed="rId5"/>
          <a:stretch/>
        </p:blipFill>
        <p:spPr>
          <a:xfrm>
            <a:off x="6026040" y="3195720"/>
            <a:ext cx="3579480" cy="1400040"/>
          </a:xfrm>
          <a:prstGeom prst="rect">
            <a:avLst/>
          </a:prstGeom>
          <a:ln w="0">
            <a:noFill/>
          </a:ln>
        </p:spPr>
      </p:pic>
      <p:sp>
        <p:nvSpPr>
          <p:cNvPr id="22331" name=""/>
          <p:cNvSpPr/>
          <p:nvPr/>
        </p:nvSpPr>
        <p:spPr>
          <a:xfrm>
            <a:off x="6025680" y="3399840"/>
            <a:ext cx="3560400" cy="1164600"/>
          </a:xfrm>
          <a:custGeom>
            <a:avLst/>
            <a:gdLst/>
            <a:ahLst/>
            <a:rect l="0" t="0" r="r" b="b"/>
            <a:pathLst>
              <a:path w="9890" h="3235">
                <a:moveTo>
                  <a:pt x="8303" y="0"/>
                </a:moveTo>
                <a:lnTo>
                  <a:pt x="9890" y="0"/>
                </a:lnTo>
                <a:lnTo>
                  <a:pt x="9890" y="3235"/>
                </a:lnTo>
                <a:lnTo>
                  <a:pt x="0" y="3235"/>
                </a:lnTo>
                <a:lnTo>
                  <a:pt x="0" y="2517"/>
                </a:lnTo>
                <a:lnTo>
                  <a:pt x="0" y="349"/>
                </a:lnTo>
                <a:lnTo>
                  <a:pt x="8314" y="349"/>
                </a:lnTo>
                <a:lnTo>
                  <a:pt x="8303" y="0"/>
                </a:lnTo>
                <a:close/>
              </a:path>
            </a:pathLst>
          </a:custGeom>
          <a:solidFill>
            <a:srgbClr val="ffc000">
              <a:alpha val="13000"/>
            </a:srgbClr>
          </a:solidFill>
          <a:ln w="12600">
            <a:solidFill>
              <a:srgbClr val="ffc000">
                <a:alpha val="13000"/>
              </a:srgbClr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32" name=""/>
          <p:cNvSpPr/>
          <p:nvPr/>
        </p:nvSpPr>
        <p:spPr>
          <a:xfrm>
            <a:off x="2020680" y="1839240"/>
            <a:ext cx="146520" cy="832680"/>
          </a:xfrm>
          <a:custGeom>
            <a:avLst/>
            <a:gdLst/>
            <a:ahLst/>
            <a:rect l="0" t="0" r="r" b="b"/>
            <a:pathLst>
              <a:path fill="none" w="407" h="2313">
                <a:moveTo>
                  <a:pt x="0" y="0"/>
                </a:moveTo>
                <a:cubicBezTo>
                  <a:pt x="112" y="0"/>
                  <a:pt x="203" y="0"/>
                  <a:pt x="203" y="0"/>
                </a:cubicBezTo>
                <a:lnTo>
                  <a:pt x="203" y="1157"/>
                </a:lnTo>
                <a:cubicBezTo>
                  <a:pt x="203" y="1157"/>
                  <a:pt x="295" y="1157"/>
                  <a:pt x="407" y="1157"/>
                </a:cubicBezTo>
                <a:cubicBezTo>
                  <a:pt x="295" y="1157"/>
                  <a:pt x="203" y="1157"/>
                  <a:pt x="203" y="1157"/>
                </a:cubicBezTo>
                <a:lnTo>
                  <a:pt x="203" y="2313"/>
                </a:lnTo>
                <a:cubicBezTo>
                  <a:pt x="203" y="2313"/>
                  <a:pt x="112" y="2313"/>
                  <a:pt x="0" y="2313"/>
                </a:cubicBezTo>
              </a:path>
            </a:pathLst>
          </a:custGeom>
          <a:ln w="6120">
            <a:solidFill>
              <a:srgbClr val="5b9bd5">
                <a:alpha val="13000"/>
              </a:srgbClr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33" name=""/>
          <p:cNvSpPr/>
          <p:nvPr/>
        </p:nvSpPr>
        <p:spPr>
          <a:xfrm>
            <a:off x="34920" y="2596680"/>
            <a:ext cx="1187640" cy="111600"/>
          </a:xfrm>
          <a:custGeom>
            <a:avLst/>
            <a:gdLst/>
            <a:ahLst/>
            <a:rect l="0" t="0" r="r" b="b"/>
            <a:pathLst>
              <a:path fill="none" w="3299" h="310">
                <a:moveTo>
                  <a:pt x="3299" y="0"/>
                </a:moveTo>
                <a:cubicBezTo>
                  <a:pt x="3299" y="86"/>
                  <a:pt x="3276" y="156"/>
                  <a:pt x="3248" y="156"/>
                </a:cubicBezTo>
                <a:lnTo>
                  <a:pt x="1700" y="156"/>
                </a:lnTo>
                <a:cubicBezTo>
                  <a:pt x="1672" y="156"/>
                  <a:pt x="1650" y="225"/>
                  <a:pt x="1650" y="310"/>
                </a:cubicBezTo>
                <a:cubicBezTo>
                  <a:pt x="1650" y="225"/>
                  <a:pt x="1627" y="156"/>
                  <a:pt x="1600" y="156"/>
                </a:cubicBezTo>
                <a:lnTo>
                  <a:pt x="50" y="156"/>
                </a:lnTo>
                <a:cubicBezTo>
                  <a:pt x="22" y="156"/>
                  <a:pt x="0" y="86"/>
                  <a:pt x="0" y="0"/>
                </a:cubicBezTo>
              </a:path>
            </a:pathLst>
          </a:custGeom>
          <a:ln w="6120">
            <a:solidFill>
              <a:srgbClr val="dd8b88">
                <a:alpha val="13000"/>
              </a:srgbClr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34" name=""/>
          <p:cNvSpPr/>
          <p:nvPr/>
        </p:nvSpPr>
        <p:spPr>
          <a:xfrm>
            <a:off x="1205280" y="2595240"/>
            <a:ext cx="788400" cy="117720"/>
          </a:xfrm>
          <a:custGeom>
            <a:avLst/>
            <a:gdLst/>
            <a:ahLst/>
            <a:rect l="0" t="0" r="r" b="b"/>
            <a:pathLst>
              <a:path fill="none" w="2190" h="327">
                <a:moveTo>
                  <a:pt x="2190" y="0"/>
                </a:moveTo>
                <a:cubicBezTo>
                  <a:pt x="2190" y="90"/>
                  <a:pt x="2166" y="164"/>
                  <a:pt x="2137" y="164"/>
                </a:cubicBezTo>
                <a:lnTo>
                  <a:pt x="1147" y="164"/>
                </a:lnTo>
                <a:cubicBezTo>
                  <a:pt x="1118" y="164"/>
                  <a:pt x="1094" y="237"/>
                  <a:pt x="1094" y="327"/>
                </a:cubicBezTo>
                <a:cubicBezTo>
                  <a:pt x="1094" y="237"/>
                  <a:pt x="1071" y="164"/>
                  <a:pt x="1041" y="164"/>
                </a:cubicBezTo>
                <a:lnTo>
                  <a:pt x="53" y="164"/>
                </a:lnTo>
                <a:cubicBezTo>
                  <a:pt x="24" y="164"/>
                  <a:pt x="0" y="90"/>
                  <a:pt x="0" y="0"/>
                </a:cubicBezTo>
              </a:path>
            </a:pathLst>
          </a:custGeom>
          <a:ln w="6120">
            <a:solidFill>
              <a:srgbClr val="875a53">
                <a:alpha val="13000"/>
              </a:srgbClr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35" name=""/>
          <p:cNvSpPr txBox="1"/>
          <p:nvPr/>
        </p:nvSpPr>
        <p:spPr>
          <a:xfrm>
            <a:off x="5556600" y="3846240"/>
            <a:ext cx="3726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996633"/>
                </a:solidFill>
                <a:latin typeface="Calibri"/>
                <a:ea typeface="Calibri"/>
              </a:rPr>
              <a:t>Weight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36" name=""/>
          <p:cNvSpPr txBox="1"/>
          <p:nvPr/>
        </p:nvSpPr>
        <p:spPr>
          <a:xfrm>
            <a:off x="356760" y="2707920"/>
            <a:ext cx="649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0" spc="-1" strike="noStrike">
                <a:solidFill>
                  <a:srgbClr val="dd8b88"/>
                </a:solidFill>
                <a:latin typeface="Calibri"/>
                <a:ea typeface="Calibri"/>
              </a:rPr>
              <a:t>Intracellular </a:t>
            </a:r>
            <a:endParaRPr b="0" lang="en-US" sz="9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37" name=""/>
          <p:cNvSpPr txBox="1"/>
          <p:nvPr/>
        </p:nvSpPr>
        <p:spPr>
          <a:xfrm>
            <a:off x="507960" y="285804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38" name=""/>
          <p:cNvSpPr txBox="1"/>
          <p:nvPr/>
        </p:nvSpPr>
        <p:spPr>
          <a:xfrm>
            <a:off x="1304640" y="2746080"/>
            <a:ext cx="66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Extracellular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39" name=""/>
          <p:cNvSpPr txBox="1"/>
          <p:nvPr/>
        </p:nvSpPr>
        <p:spPr>
          <a:xfrm>
            <a:off x="1464840" y="28954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40" name=""/>
          <p:cNvSpPr txBox="1"/>
          <p:nvPr/>
        </p:nvSpPr>
        <p:spPr>
          <a:xfrm>
            <a:off x="584640" y="303948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62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41" name=""/>
          <p:cNvSpPr/>
          <p:nvPr/>
        </p:nvSpPr>
        <p:spPr>
          <a:xfrm>
            <a:off x="28800" y="1856160"/>
            <a:ext cx="1207440" cy="733320"/>
          </a:xfrm>
          <a:custGeom>
            <a:avLst/>
            <a:gdLst/>
            <a:ahLst/>
            <a:rect l="0" t="0" r="r" b="b"/>
            <a:pathLst>
              <a:path w="3354" h="2037">
                <a:moveTo>
                  <a:pt x="0" y="2037"/>
                </a:moveTo>
                <a:lnTo>
                  <a:pt x="3354" y="2037"/>
                </a:lnTo>
                <a:lnTo>
                  <a:pt x="3354" y="0"/>
                </a:lnTo>
                <a:lnTo>
                  <a:pt x="0" y="0"/>
                </a:lnTo>
                <a:lnTo>
                  <a:pt x="0" y="2037"/>
                </a:lnTo>
                <a:close/>
              </a:path>
            </a:pathLst>
          </a:custGeom>
          <a:solidFill>
            <a:srgbClr val="dd8b88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42" name=""/>
          <p:cNvSpPr/>
          <p:nvPr/>
        </p:nvSpPr>
        <p:spPr>
          <a:xfrm>
            <a:off x="1232640" y="1854360"/>
            <a:ext cx="442440" cy="733680"/>
          </a:xfrm>
          <a:custGeom>
            <a:avLst/>
            <a:gdLst/>
            <a:ahLst/>
            <a:rect l="0" t="0" r="r" b="b"/>
            <a:pathLst>
              <a:path w="1229" h="2038">
                <a:moveTo>
                  <a:pt x="0" y="2038"/>
                </a:moveTo>
                <a:lnTo>
                  <a:pt x="1229" y="2038"/>
                </a:lnTo>
                <a:lnTo>
                  <a:pt x="1229" y="0"/>
                </a:lnTo>
                <a:lnTo>
                  <a:pt x="0" y="0"/>
                </a:lnTo>
                <a:lnTo>
                  <a:pt x="0" y="2038"/>
                </a:lnTo>
                <a:close/>
              </a:path>
            </a:pathLst>
          </a:custGeom>
          <a:solidFill>
            <a:srgbClr val="bf9000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343" name=""/>
          <p:cNvSpPr/>
          <p:nvPr/>
        </p:nvSpPr>
        <p:spPr>
          <a:xfrm>
            <a:off x="1644120" y="1857600"/>
            <a:ext cx="376920" cy="733320"/>
          </a:xfrm>
          <a:custGeom>
            <a:avLst/>
            <a:gdLst/>
            <a:ahLst/>
            <a:rect l="0" t="0" r="r" b="b"/>
            <a:pathLst>
              <a:path w="1047" h="2037">
                <a:moveTo>
                  <a:pt x="0" y="2037"/>
                </a:moveTo>
                <a:lnTo>
                  <a:pt x="1047" y="2037"/>
                </a:lnTo>
                <a:lnTo>
                  <a:pt x="1047" y="0"/>
                </a:lnTo>
                <a:lnTo>
                  <a:pt x="0" y="0"/>
                </a:lnTo>
                <a:lnTo>
                  <a:pt x="0" y="2037"/>
                </a:lnTo>
                <a:close/>
              </a:path>
            </a:pathLst>
          </a:custGeom>
          <a:solidFill>
            <a:srgbClr val="bf9000"/>
          </a:solidFill>
          <a:ln w="12600">
            <a:solidFill>
              <a:srgbClr val="ffe69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344" name=""/>
          <p:cNvSpPr txBox="1"/>
          <p:nvPr/>
        </p:nvSpPr>
        <p:spPr>
          <a:xfrm>
            <a:off x="1536840" y="304092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38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45" name=""/>
          <p:cNvSpPr txBox="1"/>
          <p:nvPr/>
        </p:nvSpPr>
        <p:spPr>
          <a:xfrm>
            <a:off x="179640" y="2140920"/>
            <a:ext cx="8906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Water inside the cell 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46" name=""/>
          <p:cNvSpPr txBox="1"/>
          <p:nvPr/>
        </p:nvSpPr>
        <p:spPr>
          <a:xfrm>
            <a:off x="382320" y="2265840"/>
            <a:ext cx="4640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membrane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47" name=""/>
          <p:cNvSpPr txBox="1"/>
          <p:nvPr/>
        </p:nvSpPr>
        <p:spPr>
          <a:xfrm>
            <a:off x="1245960" y="2122920"/>
            <a:ext cx="4093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ffffff"/>
                </a:solidFill>
                <a:latin typeface="Calibri"/>
                <a:ea typeface="Calibri"/>
              </a:rPr>
              <a:t>Interstitial 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48" name=""/>
          <p:cNvSpPr txBox="1"/>
          <p:nvPr/>
        </p:nvSpPr>
        <p:spPr>
          <a:xfrm>
            <a:off x="1354320" y="2234160"/>
            <a:ext cx="16848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ffffff"/>
                </a:solidFill>
                <a:latin typeface="Calibri"/>
                <a:ea typeface="Calibri"/>
              </a:rPr>
              <a:t>fluid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49" name=""/>
          <p:cNvSpPr txBox="1"/>
          <p:nvPr/>
        </p:nvSpPr>
        <p:spPr>
          <a:xfrm>
            <a:off x="1706760" y="2129040"/>
            <a:ext cx="2444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Blood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50" name=""/>
          <p:cNvSpPr txBox="1"/>
          <p:nvPr/>
        </p:nvSpPr>
        <p:spPr>
          <a:xfrm>
            <a:off x="1677600" y="2254320"/>
            <a:ext cx="29952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20" spc="-1" strike="noStrike">
                <a:solidFill>
                  <a:srgbClr val="ffffff"/>
                </a:solidFill>
                <a:latin typeface="Calibri"/>
                <a:ea typeface="Calibri"/>
              </a:rPr>
              <a:t>Plasma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5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79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5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53" name=""/>
          <p:cNvSpPr/>
          <p:nvPr/>
        </p:nvSpPr>
        <p:spPr>
          <a:xfrm>
            <a:off x="0" y="642960"/>
            <a:ext cx="1246680" cy="221400"/>
          </a:xfrm>
          <a:custGeom>
            <a:avLst/>
            <a:gdLst/>
            <a:ahLst/>
            <a:rect l="0" t="0" r="r" b="b"/>
            <a:pathLst>
              <a:path w="3463" h="615">
                <a:moveTo>
                  <a:pt x="0" y="615"/>
                </a:moveTo>
                <a:lnTo>
                  <a:pt x="3463" y="615"/>
                </a:lnTo>
                <a:lnTo>
                  <a:pt x="3463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2354" name="" descr=""/>
          <p:cNvPicPr/>
          <p:nvPr/>
        </p:nvPicPr>
        <p:blipFill>
          <a:blip r:embed="rId1"/>
          <a:stretch/>
        </p:blipFill>
        <p:spPr>
          <a:xfrm>
            <a:off x="2305800" y="1900440"/>
            <a:ext cx="551160" cy="552960"/>
          </a:xfrm>
          <a:prstGeom prst="rect">
            <a:avLst/>
          </a:prstGeom>
          <a:ln w="0">
            <a:noFill/>
          </a:ln>
        </p:spPr>
      </p:pic>
      <p:sp>
        <p:nvSpPr>
          <p:cNvPr id="22355" name=""/>
          <p:cNvSpPr txBox="1"/>
          <p:nvPr/>
        </p:nvSpPr>
        <p:spPr>
          <a:xfrm>
            <a:off x="154080" y="639360"/>
            <a:ext cx="9424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Introduction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56" name=""/>
          <p:cNvSpPr txBox="1"/>
          <p:nvPr/>
        </p:nvSpPr>
        <p:spPr>
          <a:xfrm>
            <a:off x="2306880" y="2089080"/>
            <a:ext cx="57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Total Body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57" name="" descr=""/>
          <p:cNvPicPr/>
          <p:nvPr/>
        </p:nvPicPr>
        <p:blipFill>
          <a:blip r:embed="rId2"/>
          <a:stretch/>
        </p:blipFill>
        <p:spPr>
          <a:xfrm>
            <a:off x="3322440" y="2314800"/>
            <a:ext cx="694440" cy="406440"/>
          </a:xfrm>
          <a:prstGeom prst="rect">
            <a:avLst/>
          </a:prstGeom>
          <a:ln w="0">
            <a:noFill/>
          </a:ln>
        </p:spPr>
      </p:pic>
      <p:sp>
        <p:nvSpPr>
          <p:cNvPr id="22358" name=""/>
          <p:cNvSpPr txBox="1"/>
          <p:nvPr/>
        </p:nvSpPr>
        <p:spPr>
          <a:xfrm>
            <a:off x="2421000" y="22384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b0f0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59" name=""/>
          <p:cNvSpPr txBox="1"/>
          <p:nvPr/>
        </p:nvSpPr>
        <p:spPr>
          <a:xfrm>
            <a:off x="3283200" y="2375640"/>
            <a:ext cx="767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Soft Lean Mass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60" name="" descr=""/>
          <p:cNvPicPr/>
          <p:nvPr/>
        </p:nvPicPr>
        <p:blipFill>
          <a:blip r:embed="rId3"/>
          <a:stretch/>
        </p:blipFill>
        <p:spPr>
          <a:xfrm rot="13480800">
            <a:off x="2102400" y="3317400"/>
            <a:ext cx="958680" cy="770400"/>
          </a:xfrm>
          <a:prstGeom prst="rect">
            <a:avLst/>
          </a:prstGeom>
          <a:ln w="0">
            <a:noFill/>
          </a:ln>
        </p:spPr>
      </p:pic>
      <p:sp>
        <p:nvSpPr>
          <p:cNvPr id="22361" name=""/>
          <p:cNvSpPr txBox="1"/>
          <p:nvPr/>
        </p:nvSpPr>
        <p:spPr>
          <a:xfrm>
            <a:off x="3448080" y="2525040"/>
            <a:ext cx="444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b50938"/>
                </a:solidFill>
                <a:latin typeface="Calibri"/>
                <a:ea typeface="Calibri"/>
              </a:rPr>
              <a:t>(Muscle)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62" name="" descr=""/>
          <p:cNvPicPr/>
          <p:nvPr/>
        </p:nvPicPr>
        <p:blipFill>
          <a:blip r:embed="rId4"/>
          <a:stretch/>
        </p:blipFill>
        <p:spPr>
          <a:xfrm>
            <a:off x="2244960" y="4486680"/>
            <a:ext cx="673200" cy="481320"/>
          </a:xfrm>
          <a:prstGeom prst="rect">
            <a:avLst/>
          </a:prstGeom>
          <a:ln w="0">
            <a:noFill/>
          </a:ln>
        </p:spPr>
      </p:pic>
      <p:sp>
        <p:nvSpPr>
          <p:cNvPr id="22363" name=""/>
          <p:cNvSpPr txBox="1"/>
          <p:nvPr/>
        </p:nvSpPr>
        <p:spPr>
          <a:xfrm>
            <a:off x="2380680" y="3634920"/>
            <a:ext cx="4014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767171"/>
                </a:solidFill>
                <a:latin typeface="Calibri"/>
                <a:ea typeface="Calibri"/>
              </a:rPr>
              <a:t>Mineral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64" name=""/>
          <p:cNvSpPr txBox="1"/>
          <p:nvPr/>
        </p:nvSpPr>
        <p:spPr>
          <a:xfrm>
            <a:off x="2352960" y="4660200"/>
            <a:ext cx="4550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996633"/>
                </a:solidFill>
                <a:latin typeface="Calibri"/>
                <a:ea typeface="Calibri"/>
              </a:rPr>
              <a:t>Fat Mass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65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6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67" name="" descr=""/>
          <p:cNvPicPr/>
          <p:nvPr/>
        </p:nvPicPr>
        <p:blipFill>
          <a:blip r:embed="rId1"/>
          <a:stretch/>
        </p:blipFill>
        <p:spPr>
          <a:xfrm>
            <a:off x="333720" y="676800"/>
            <a:ext cx="3910320" cy="5537880"/>
          </a:xfrm>
          <a:prstGeom prst="rect">
            <a:avLst/>
          </a:prstGeom>
          <a:ln w="0">
            <a:noFill/>
          </a:ln>
        </p:spPr>
      </p:pic>
      <p:sp>
        <p:nvSpPr>
          <p:cNvPr id="22368" name=""/>
          <p:cNvSpPr/>
          <p:nvPr/>
        </p:nvSpPr>
        <p:spPr>
          <a:xfrm>
            <a:off x="3014280" y="1182600"/>
            <a:ext cx="987840" cy="108360"/>
          </a:xfrm>
          <a:custGeom>
            <a:avLst/>
            <a:gdLst/>
            <a:ahLst/>
            <a:rect l="0" t="0" r="r" b="b"/>
            <a:pathLst>
              <a:path w="2744" h="301">
                <a:moveTo>
                  <a:pt x="0" y="301"/>
                </a:moveTo>
                <a:lnTo>
                  <a:pt x="2744" y="301"/>
                </a:lnTo>
                <a:lnTo>
                  <a:pt x="2744" y="0"/>
                </a:lnTo>
                <a:lnTo>
                  <a:pt x="0" y="0"/>
                </a:lnTo>
                <a:lnTo>
                  <a:pt x="0" y="30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69" name="" descr=""/>
          <p:cNvPicPr/>
          <p:nvPr/>
        </p:nvPicPr>
        <p:blipFill>
          <a:blip r:embed="rId2"/>
          <a:stretch/>
        </p:blipFill>
        <p:spPr>
          <a:xfrm>
            <a:off x="4861440" y="3540240"/>
            <a:ext cx="732600" cy="732600"/>
          </a:xfrm>
          <a:prstGeom prst="rect">
            <a:avLst/>
          </a:prstGeom>
          <a:ln w="0">
            <a:noFill/>
          </a:ln>
        </p:spPr>
      </p:pic>
      <p:pic>
        <p:nvPicPr>
          <p:cNvPr id="22370" name="" descr=""/>
          <p:cNvPicPr/>
          <p:nvPr/>
        </p:nvPicPr>
        <p:blipFill>
          <a:blip r:embed="rId3"/>
          <a:stretch/>
        </p:blipFill>
        <p:spPr>
          <a:xfrm rot="19205400">
            <a:off x="4785480" y="2598840"/>
            <a:ext cx="883440" cy="516960"/>
          </a:xfrm>
          <a:prstGeom prst="rect">
            <a:avLst/>
          </a:prstGeom>
          <a:ln w="0">
            <a:noFill/>
          </a:ln>
        </p:spPr>
      </p:pic>
      <p:pic>
        <p:nvPicPr>
          <p:cNvPr id="22371" name="" descr=""/>
          <p:cNvPicPr/>
          <p:nvPr/>
        </p:nvPicPr>
        <p:blipFill>
          <a:blip r:embed="rId4"/>
          <a:stretch/>
        </p:blipFill>
        <p:spPr>
          <a:xfrm>
            <a:off x="4857120" y="1594080"/>
            <a:ext cx="740160" cy="529920"/>
          </a:xfrm>
          <a:prstGeom prst="rect">
            <a:avLst/>
          </a:prstGeom>
          <a:ln w="0">
            <a:noFill/>
          </a:ln>
        </p:spPr>
      </p:pic>
      <p:sp>
        <p:nvSpPr>
          <p:cNvPr id="22372" name=""/>
          <p:cNvSpPr txBox="1"/>
          <p:nvPr/>
        </p:nvSpPr>
        <p:spPr>
          <a:xfrm>
            <a:off x="5320080" y="3855600"/>
            <a:ext cx="14760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3 - Water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73" name=""/>
          <p:cNvSpPr txBox="1"/>
          <p:nvPr/>
        </p:nvSpPr>
        <p:spPr>
          <a:xfrm>
            <a:off x="5320080" y="1805040"/>
            <a:ext cx="12337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1 - Fat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74" name="" descr=""/>
          <p:cNvPicPr/>
          <p:nvPr/>
        </p:nvPicPr>
        <p:blipFill>
          <a:blip r:embed="rId5"/>
          <a:stretch/>
        </p:blipFill>
        <p:spPr>
          <a:xfrm>
            <a:off x="4791600" y="4700160"/>
            <a:ext cx="871200" cy="596880"/>
          </a:xfrm>
          <a:prstGeom prst="rect">
            <a:avLst/>
          </a:prstGeom>
          <a:ln w="0">
            <a:noFill/>
          </a:ln>
        </p:spPr>
      </p:pic>
      <p:sp>
        <p:nvSpPr>
          <p:cNvPr id="22375" name=""/>
          <p:cNvSpPr txBox="1"/>
          <p:nvPr/>
        </p:nvSpPr>
        <p:spPr>
          <a:xfrm>
            <a:off x="5320080" y="2830680"/>
            <a:ext cx="15462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2 - Muscle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76" name=""/>
          <p:cNvSpPr txBox="1"/>
          <p:nvPr/>
        </p:nvSpPr>
        <p:spPr>
          <a:xfrm>
            <a:off x="5320080" y="4905000"/>
            <a:ext cx="2411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4 – Other Parameters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77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7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79" name="" descr=""/>
          <p:cNvPicPr/>
          <p:nvPr/>
        </p:nvPicPr>
        <p:blipFill>
          <a:blip r:embed="rId1"/>
          <a:stretch/>
        </p:blipFill>
        <p:spPr>
          <a:xfrm>
            <a:off x="442080" y="642960"/>
            <a:ext cx="3934440" cy="5571360"/>
          </a:xfrm>
          <a:prstGeom prst="rect">
            <a:avLst/>
          </a:prstGeom>
          <a:ln w="0">
            <a:noFill/>
          </a:ln>
        </p:spPr>
      </p:pic>
      <p:sp>
        <p:nvSpPr>
          <p:cNvPr id="22380" name=""/>
          <p:cNvSpPr/>
          <p:nvPr/>
        </p:nvSpPr>
        <p:spPr>
          <a:xfrm>
            <a:off x="3105720" y="1150560"/>
            <a:ext cx="995400" cy="109800"/>
          </a:xfrm>
          <a:custGeom>
            <a:avLst/>
            <a:gdLst/>
            <a:ahLst/>
            <a:rect l="0" t="0" r="r" b="b"/>
            <a:pathLst>
              <a:path w="2765" h="305">
                <a:moveTo>
                  <a:pt x="0" y="305"/>
                </a:moveTo>
                <a:lnTo>
                  <a:pt x="2765" y="305"/>
                </a:lnTo>
                <a:lnTo>
                  <a:pt x="2765" y="0"/>
                </a:lnTo>
                <a:lnTo>
                  <a:pt x="0" y="0"/>
                </a:lnTo>
                <a:lnTo>
                  <a:pt x="0" y="3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81" name=""/>
          <p:cNvSpPr/>
          <p:nvPr/>
        </p:nvSpPr>
        <p:spPr>
          <a:xfrm>
            <a:off x="441720" y="642960"/>
            <a:ext cx="3935520" cy="5572080"/>
          </a:xfrm>
          <a:custGeom>
            <a:avLst/>
            <a:gdLst/>
            <a:ahLst/>
            <a:rect l="0" t="0" r="r" b="b"/>
            <a:pathLst>
              <a:path w="10932" h="15478">
                <a:moveTo>
                  <a:pt x="0" y="15478"/>
                </a:moveTo>
                <a:lnTo>
                  <a:pt x="10932" y="15478"/>
                </a:lnTo>
                <a:lnTo>
                  <a:pt x="10932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000000">
              <a:alpha val="7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2382" name="" descr=""/>
          <p:cNvPicPr/>
          <p:nvPr/>
        </p:nvPicPr>
        <p:blipFill>
          <a:blip r:embed="rId2"/>
          <a:stretch/>
        </p:blipFill>
        <p:spPr>
          <a:xfrm>
            <a:off x="611280" y="2228040"/>
            <a:ext cx="2337480" cy="1247760"/>
          </a:xfrm>
          <a:prstGeom prst="rect">
            <a:avLst/>
          </a:prstGeom>
          <a:ln w="0">
            <a:noFill/>
          </a:ln>
        </p:spPr>
      </p:pic>
      <p:pic>
        <p:nvPicPr>
          <p:cNvPr id="22383" name="" descr=""/>
          <p:cNvPicPr/>
          <p:nvPr/>
        </p:nvPicPr>
        <p:blipFill>
          <a:blip r:embed="rId3"/>
          <a:stretch/>
        </p:blipFill>
        <p:spPr>
          <a:xfrm>
            <a:off x="3016080" y="3421440"/>
            <a:ext cx="1189800" cy="633600"/>
          </a:xfrm>
          <a:prstGeom prst="rect">
            <a:avLst/>
          </a:prstGeom>
          <a:ln w="0">
            <a:noFill/>
          </a:ln>
        </p:spPr>
      </p:pic>
      <p:pic>
        <p:nvPicPr>
          <p:cNvPr id="22384" name="" descr=""/>
          <p:cNvPicPr/>
          <p:nvPr/>
        </p:nvPicPr>
        <p:blipFill>
          <a:blip r:embed="rId4"/>
          <a:stretch/>
        </p:blipFill>
        <p:spPr>
          <a:xfrm>
            <a:off x="2984040" y="1955160"/>
            <a:ext cx="1221840" cy="978120"/>
          </a:xfrm>
          <a:prstGeom prst="rect">
            <a:avLst/>
          </a:prstGeom>
          <a:ln w="0">
            <a:noFill/>
          </a:ln>
        </p:spPr>
      </p:pic>
      <p:pic>
        <p:nvPicPr>
          <p:cNvPr id="22385" name="" descr=""/>
          <p:cNvPicPr/>
          <p:nvPr/>
        </p:nvPicPr>
        <p:blipFill>
          <a:blip r:embed="rId5"/>
          <a:stretch/>
        </p:blipFill>
        <p:spPr>
          <a:xfrm>
            <a:off x="3016080" y="4369320"/>
            <a:ext cx="1189800" cy="106200"/>
          </a:xfrm>
          <a:prstGeom prst="rect">
            <a:avLst/>
          </a:prstGeom>
          <a:ln w="0">
            <a:noFill/>
          </a:ln>
        </p:spPr>
      </p:pic>
      <p:pic>
        <p:nvPicPr>
          <p:cNvPr id="22386" name="" descr=""/>
          <p:cNvPicPr/>
          <p:nvPr/>
        </p:nvPicPr>
        <p:blipFill>
          <a:blip r:embed="rId6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2387" name="" descr=""/>
          <p:cNvPicPr/>
          <p:nvPr/>
        </p:nvPicPr>
        <p:blipFill>
          <a:blip r:embed="rId7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2388" name="" descr=""/>
          <p:cNvPicPr/>
          <p:nvPr/>
        </p:nvPicPr>
        <p:blipFill>
          <a:blip r:embed="rId8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2389" name="" descr=""/>
          <p:cNvPicPr/>
          <p:nvPr/>
        </p:nvPicPr>
        <p:blipFill>
          <a:blip r:embed="rId9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2390" name="" descr=""/>
          <p:cNvPicPr/>
          <p:nvPr/>
        </p:nvPicPr>
        <p:blipFill>
          <a:blip r:embed="rId10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pic>
        <p:nvPicPr>
          <p:cNvPr id="22391" name="" descr=""/>
          <p:cNvPicPr/>
          <p:nvPr/>
        </p:nvPicPr>
        <p:blipFill>
          <a:blip r:embed="rId11"/>
          <a:stretch/>
        </p:blipFill>
        <p:spPr>
          <a:xfrm>
            <a:off x="4861440" y="3540240"/>
            <a:ext cx="732600" cy="732600"/>
          </a:xfrm>
          <a:prstGeom prst="rect">
            <a:avLst/>
          </a:prstGeom>
          <a:ln w="0">
            <a:noFill/>
          </a:ln>
        </p:spPr>
      </p:pic>
      <p:pic>
        <p:nvPicPr>
          <p:cNvPr id="22392" name="" descr=""/>
          <p:cNvPicPr/>
          <p:nvPr/>
        </p:nvPicPr>
        <p:blipFill>
          <a:blip r:embed="rId12"/>
          <a:stretch/>
        </p:blipFill>
        <p:spPr>
          <a:xfrm rot="19205400">
            <a:off x="4785480" y="2598840"/>
            <a:ext cx="883440" cy="516960"/>
          </a:xfrm>
          <a:prstGeom prst="rect">
            <a:avLst/>
          </a:prstGeom>
          <a:ln w="0">
            <a:noFill/>
          </a:ln>
        </p:spPr>
      </p:pic>
      <p:pic>
        <p:nvPicPr>
          <p:cNvPr id="22393" name="" descr=""/>
          <p:cNvPicPr/>
          <p:nvPr/>
        </p:nvPicPr>
        <p:blipFill>
          <a:blip r:embed="rId13"/>
          <a:stretch/>
        </p:blipFill>
        <p:spPr>
          <a:xfrm>
            <a:off x="4857120" y="1594080"/>
            <a:ext cx="740160" cy="529920"/>
          </a:xfrm>
          <a:prstGeom prst="rect">
            <a:avLst/>
          </a:prstGeom>
          <a:ln w="0">
            <a:noFill/>
          </a:ln>
        </p:spPr>
      </p:pic>
      <p:sp>
        <p:nvSpPr>
          <p:cNvPr id="22394" name=""/>
          <p:cNvSpPr txBox="1"/>
          <p:nvPr/>
        </p:nvSpPr>
        <p:spPr>
          <a:xfrm>
            <a:off x="5320080" y="3855600"/>
            <a:ext cx="14760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3 - Water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95" name=""/>
          <p:cNvSpPr txBox="1"/>
          <p:nvPr/>
        </p:nvSpPr>
        <p:spPr>
          <a:xfrm>
            <a:off x="5320080" y="1805040"/>
            <a:ext cx="12337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1 - Fat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396" name="" descr=""/>
          <p:cNvPicPr/>
          <p:nvPr/>
        </p:nvPicPr>
        <p:blipFill>
          <a:blip r:embed="rId14"/>
          <a:stretch/>
        </p:blipFill>
        <p:spPr>
          <a:xfrm>
            <a:off x="4791600" y="4700160"/>
            <a:ext cx="871200" cy="596880"/>
          </a:xfrm>
          <a:prstGeom prst="rect">
            <a:avLst/>
          </a:prstGeom>
          <a:ln w="0">
            <a:noFill/>
          </a:ln>
        </p:spPr>
      </p:pic>
      <p:sp>
        <p:nvSpPr>
          <p:cNvPr id="22397" name=""/>
          <p:cNvSpPr txBox="1"/>
          <p:nvPr/>
        </p:nvSpPr>
        <p:spPr>
          <a:xfrm>
            <a:off x="5320080" y="2830680"/>
            <a:ext cx="15462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2 - Muscle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98" name=""/>
          <p:cNvSpPr/>
          <p:nvPr/>
        </p:nvSpPr>
        <p:spPr>
          <a:xfrm>
            <a:off x="4722840" y="2467080"/>
            <a:ext cx="4127040" cy="3146040"/>
          </a:xfrm>
          <a:custGeom>
            <a:avLst/>
            <a:gdLst/>
            <a:ahLst/>
            <a:rect l="0" t="0" r="r" b="b"/>
            <a:pathLst>
              <a:path w="11464" h="8739">
                <a:moveTo>
                  <a:pt x="0" y="8739"/>
                </a:moveTo>
                <a:lnTo>
                  <a:pt x="11464" y="8739"/>
                </a:lnTo>
                <a:lnTo>
                  <a:pt x="11464" y="0"/>
                </a:lnTo>
                <a:lnTo>
                  <a:pt x="0" y="0"/>
                </a:lnTo>
                <a:lnTo>
                  <a:pt x="0" y="8739"/>
                </a:lnTo>
                <a:close/>
              </a:path>
            </a:pathLst>
          </a:custGeom>
          <a:solidFill>
            <a:srgbClr val="ffffff">
              <a:alpha val="84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399" name=""/>
          <p:cNvSpPr txBox="1"/>
          <p:nvPr/>
        </p:nvSpPr>
        <p:spPr>
          <a:xfrm>
            <a:off x="5320080" y="4905000"/>
            <a:ext cx="2411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4 – Other Parameters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0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0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402" name="" descr=""/>
          <p:cNvPicPr/>
          <p:nvPr/>
        </p:nvPicPr>
        <p:blipFill>
          <a:blip r:embed="rId1"/>
          <a:stretch/>
        </p:blipFill>
        <p:spPr>
          <a:xfrm>
            <a:off x="830520" y="2584800"/>
            <a:ext cx="2064600" cy="1103040"/>
          </a:xfrm>
          <a:prstGeom prst="rect">
            <a:avLst/>
          </a:prstGeom>
          <a:ln w="0">
            <a:noFill/>
          </a:ln>
        </p:spPr>
      </p:pic>
      <p:pic>
        <p:nvPicPr>
          <p:cNvPr id="22403" name="" descr=""/>
          <p:cNvPicPr/>
          <p:nvPr/>
        </p:nvPicPr>
        <p:blipFill>
          <a:blip r:embed="rId2"/>
          <a:stretch/>
        </p:blipFill>
        <p:spPr>
          <a:xfrm>
            <a:off x="3336120" y="3137760"/>
            <a:ext cx="3183120" cy="933840"/>
          </a:xfrm>
          <a:prstGeom prst="rect">
            <a:avLst/>
          </a:prstGeom>
          <a:ln w="0">
            <a:noFill/>
          </a:ln>
        </p:spPr>
      </p:pic>
      <p:sp>
        <p:nvSpPr>
          <p:cNvPr id="22404" name=""/>
          <p:cNvSpPr/>
          <p:nvPr/>
        </p:nvSpPr>
        <p:spPr>
          <a:xfrm>
            <a:off x="4763880" y="3447360"/>
            <a:ext cx="69840" cy="527040"/>
          </a:xfrm>
          <a:custGeom>
            <a:avLst/>
            <a:gdLst/>
            <a:ahLst/>
            <a:rect l="0" t="0" r="r" b="b"/>
            <a:pathLst>
              <a:path w="194" h="1464">
                <a:moveTo>
                  <a:pt x="194" y="1429"/>
                </a:moveTo>
                <a:cubicBezTo>
                  <a:pt x="194" y="1435"/>
                  <a:pt x="192" y="1440"/>
                  <a:pt x="189" y="1444"/>
                </a:cubicBezTo>
                <a:cubicBezTo>
                  <a:pt x="186" y="1449"/>
                  <a:pt x="181" y="1452"/>
                  <a:pt x="173" y="1455"/>
                </a:cubicBezTo>
                <a:cubicBezTo>
                  <a:pt x="166" y="1458"/>
                  <a:pt x="156" y="1460"/>
                  <a:pt x="143" y="1462"/>
                </a:cubicBezTo>
                <a:cubicBezTo>
                  <a:pt x="131" y="1464"/>
                  <a:pt x="116" y="1464"/>
                  <a:pt x="96" y="1464"/>
                </a:cubicBezTo>
                <a:cubicBezTo>
                  <a:pt x="78" y="1464"/>
                  <a:pt x="63" y="1464"/>
                  <a:pt x="50" y="1462"/>
                </a:cubicBezTo>
                <a:cubicBezTo>
                  <a:pt x="37" y="1460"/>
                  <a:pt x="27" y="1458"/>
                  <a:pt x="20" y="1455"/>
                </a:cubicBezTo>
                <a:cubicBezTo>
                  <a:pt x="12" y="1452"/>
                  <a:pt x="7" y="1449"/>
                  <a:pt x="4" y="1444"/>
                </a:cubicBezTo>
                <a:cubicBezTo>
                  <a:pt x="1" y="1440"/>
                  <a:pt x="0" y="1435"/>
                  <a:pt x="0" y="1429"/>
                </a:cubicBezTo>
                <a:lnTo>
                  <a:pt x="0" y="36"/>
                </a:lnTo>
                <a:cubicBezTo>
                  <a:pt x="0" y="30"/>
                  <a:pt x="1" y="25"/>
                  <a:pt x="5" y="20"/>
                </a:cubicBezTo>
                <a:cubicBezTo>
                  <a:pt x="8" y="16"/>
                  <a:pt x="14" y="12"/>
                  <a:pt x="21" y="10"/>
                </a:cubicBezTo>
                <a:cubicBezTo>
                  <a:pt x="29" y="7"/>
                  <a:pt x="39" y="5"/>
                  <a:pt x="52" y="3"/>
                </a:cubicBezTo>
                <a:cubicBezTo>
                  <a:pt x="64" y="1"/>
                  <a:pt x="79" y="0"/>
                  <a:pt x="96" y="0"/>
                </a:cubicBezTo>
                <a:cubicBezTo>
                  <a:pt x="116" y="0"/>
                  <a:pt x="131" y="1"/>
                  <a:pt x="143" y="3"/>
                </a:cubicBezTo>
                <a:cubicBezTo>
                  <a:pt x="156" y="5"/>
                  <a:pt x="166" y="7"/>
                  <a:pt x="173" y="10"/>
                </a:cubicBezTo>
                <a:cubicBezTo>
                  <a:pt x="181" y="12"/>
                  <a:pt x="186" y="16"/>
                  <a:pt x="189" y="20"/>
                </a:cubicBezTo>
                <a:cubicBezTo>
                  <a:pt x="192" y="25"/>
                  <a:pt x="194" y="30"/>
                  <a:pt x="194" y="36"/>
                </a:cubicBezTo>
                <a:lnTo>
                  <a:pt x="194" y="1429"/>
                </a:lnTo>
                <a:close/>
              </a:path>
            </a:pathLst>
          </a:custGeom>
          <a:solidFill>
            <a:srgbClr val="8b0024">
              <a:alpha val="6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2405" name="" descr=""/>
          <p:cNvPicPr/>
          <p:nvPr/>
        </p:nvPicPr>
        <p:blipFill>
          <a:blip r:embed="rId3"/>
          <a:stretch/>
        </p:blipFill>
        <p:spPr>
          <a:xfrm>
            <a:off x="6577560" y="3115080"/>
            <a:ext cx="3181680" cy="979560"/>
          </a:xfrm>
          <a:prstGeom prst="rect">
            <a:avLst/>
          </a:prstGeom>
          <a:ln w="0">
            <a:noFill/>
          </a:ln>
        </p:spPr>
      </p:pic>
      <p:sp>
        <p:nvSpPr>
          <p:cNvPr id="22406" name=""/>
          <p:cNvSpPr/>
          <p:nvPr/>
        </p:nvSpPr>
        <p:spPr>
          <a:xfrm>
            <a:off x="7828560" y="3449880"/>
            <a:ext cx="401760" cy="522360"/>
          </a:xfrm>
          <a:custGeom>
            <a:avLst/>
            <a:gdLst/>
            <a:ahLst/>
            <a:rect l="0" t="0" r="r" b="b"/>
            <a:pathLst>
              <a:path w="1116" h="1451">
                <a:moveTo>
                  <a:pt x="1116" y="703"/>
                </a:moveTo>
                <a:cubicBezTo>
                  <a:pt x="1116" y="829"/>
                  <a:pt x="1100" y="938"/>
                  <a:pt x="1067" y="1032"/>
                </a:cubicBezTo>
                <a:cubicBezTo>
                  <a:pt x="1035" y="1126"/>
                  <a:pt x="988" y="1204"/>
                  <a:pt x="926" y="1265"/>
                </a:cubicBezTo>
                <a:cubicBezTo>
                  <a:pt x="864" y="1328"/>
                  <a:pt x="789" y="1374"/>
                  <a:pt x="699" y="1405"/>
                </a:cubicBezTo>
                <a:cubicBezTo>
                  <a:pt x="610" y="1435"/>
                  <a:pt x="503" y="1451"/>
                  <a:pt x="379" y="1451"/>
                </a:cubicBezTo>
                <a:lnTo>
                  <a:pt x="72" y="1451"/>
                </a:lnTo>
                <a:cubicBezTo>
                  <a:pt x="55" y="1451"/>
                  <a:pt x="39" y="1445"/>
                  <a:pt x="23" y="1433"/>
                </a:cubicBezTo>
                <a:cubicBezTo>
                  <a:pt x="8" y="1422"/>
                  <a:pt x="0" y="1401"/>
                  <a:pt x="0" y="1372"/>
                </a:cubicBezTo>
                <a:lnTo>
                  <a:pt x="0" y="78"/>
                </a:lnTo>
                <a:cubicBezTo>
                  <a:pt x="0" y="49"/>
                  <a:pt x="8" y="29"/>
                  <a:pt x="23" y="17"/>
                </a:cubicBezTo>
                <a:cubicBezTo>
                  <a:pt x="39" y="6"/>
                  <a:pt x="55" y="0"/>
                  <a:pt x="72" y="0"/>
                </a:cubicBezTo>
                <a:lnTo>
                  <a:pt x="400" y="0"/>
                </a:lnTo>
                <a:cubicBezTo>
                  <a:pt x="526" y="0"/>
                  <a:pt x="632" y="16"/>
                  <a:pt x="718" y="49"/>
                </a:cubicBezTo>
                <a:cubicBezTo>
                  <a:pt x="805" y="81"/>
                  <a:pt x="877" y="128"/>
                  <a:pt x="936" y="189"/>
                </a:cubicBezTo>
                <a:cubicBezTo>
                  <a:pt x="995" y="249"/>
                  <a:pt x="1039" y="323"/>
                  <a:pt x="1070" y="410"/>
                </a:cubicBezTo>
                <a:cubicBezTo>
                  <a:pt x="1101" y="497"/>
                  <a:pt x="1116" y="594"/>
                  <a:pt x="1116" y="703"/>
                </a:cubicBezTo>
                <a:moveTo>
                  <a:pt x="912" y="711"/>
                </a:moveTo>
                <a:cubicBezTo>
                  <a:pt x="912" y="633"/>
                  <a:pt x="903" y="560"/>
                  <a:pt x="883" y="492"/>
                </a:cubicBezTo>
                <a:cubicBezTo>
                  <a:pt x="864" y="425"/>
                  <a:pt x="833" y="366"/>
                  <a:pt x="792" y="317"/>
                </a:cubicBezTo>
                <a:cubicBezTo>
                  <a:pt x="750" y="268"/>
                  <a:pt x="698" y="229"/>
                  <a:pt x="634" y="201"/>
                </a:cubicBezTo>
                <a:cubicBezTo>
                  <a:pt x="571" y="174"/>
                  <a:pt x="489" y="160"/>
                  <a:pt x="389" y="160"/>
                </a:cubicBezTo>
                <a:lnTo>
                  <a:pt x="193" y="160"/>
                </a:lnTo>
                <a:lnTo>
                  <a:pt x="193" y="1289"/>
                </a:lnTo>
                <a:lnTo>
                  <a:pt x="391" y="1289"/>
                </a:lnTo>
                <a:cubicBezTo>
                  <a:pt x="484" y="1289"/>
                  <a:pt x="562" y="1277"/>
                  <a:pt x="625" y="1253"/>
                </a:cubicBezTo>
                <a:cubicBezTo>
                  <a:pt x="689" y="1231"/>
                  <a:pt x="742" y="1195"/>
                  <a:pt x="784" y="1147"/>
                </a:cubicBezTo>
                <a:cubicBezTo>
                  <a:pt x="827" y="1099"/>
                  <a:pt x="859" y="1039"/>
                  <a:pt x="880" y="967"/>
                </a:cubicBezTo>
                <a:cubicBezTo>
                  <a:pt x="901" y="895"/>
                  <a:pt x="912" y="810"/>
                  <a:pt x="912" y="711"/>
                </a:cubicBezTo>
                <a:close/>
              </a:path>
            </a:pathLst>
          </a:custGeom>
          <a:solidFill>
            <a:srgbClr val="8b0024">
              <a:alpha val="6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407" name=""/>
          <p:cNvSpPr txBox="1"/>
          <p:nvPr/>
        </p:nvSpPr>
        <p:spPr>
          <a:xfrm>
            <a:off x="3370320" y="2889360"/>
            <a:ext cx="3650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I</a:t>
            </a:r>
            <a:r>
              <a:rPr b="0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deal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08" name=""/>
          <p:cNvSpPr txBox="1"/>
          <p:nvPr/>
        </p:nvSpPr>
        <p:spPr>
          <a:xfrm>
            <a:off x="6657480" y="2889360"/>
            <a:ext cx="7218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D</a:t>
            </a:r>
            <a:r>
              <a:rPr b="0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eveloped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09" name=""/>
          <p:cNvSpPr txBox="1"/>
          <p:nvPr/>
        </p:nvSpPr>
        <p:spPr>
          <a:xfrm>
            <a:off x="3602880" y="450252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0" name=""/>
          <p:cNvSpPr txBox="1"/>
          <p:nvPr/>
        </p:nvSpPr>
        <p:spPr>
          <a:xfrm>
            <a:off x="3835800" y="4502520"/>
            <a:ext cx="16923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Balanced Muslce &amp; Fat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1" name=""/>
          <p:cNvSpPr txBox="1"/>
          <p:nvPr/>
        </p:nvSpPr>
        <p:spPr>
          <a:xfrm>
            <a:off x="3602880" y="479988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2" name=""/>
          <p:cNvSpPr txBox="1"/>
          <p:nvPr/>
        </p:nvSpPr>
        <p:spPr>
          <a:xfrm>
            <a:off x="3835800" y="4799880"/>
            <a:ext cx="14547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Normal and Healthy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3" name=""/>
          <p:cNvSpPr txBox="1"/>
          <p:nvPr/>
        </p:nvSpPr>
        <p:spPr>
          <a:xfrm>
            <a:off x="255960" y="450252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4" name=""/>
          <p:cNvSpPr txBox="1"/>
          <p:nvPr/>
        </p:nvSpPr>
        <p:spPr>
          <a:xfrm>
            <a:off x="489240" y="4502520"/>
            <a:ext cx="947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Muscle &lt; Fat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5" name=""/>
          <p:cNvSpPr txBox="1"/>
          <p:nvPr/>
        </p:nvSpPr>
        <p:spPr>
          <a:xfrm>
            <a:off x="255960" y="479988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6" name=""/>
          <p:cNvSpPr txBox="1"/>
          <p:nvPr/>
        </p:nvSpPr>
        <p:spPr>
          <a:xfrm>
            <a:off x="489240" y="4799880"/>
            <a:ext cx="23155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Sarcopenia, Skinny obese body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7" name=""/>
          <p:cNvSpPr txBox="1"/>
          <p:nvPr/>
        </p:nvSpPr>
        <p:spPr>
          <a:xfrm>
            <a:off x="6657480" y="450252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8" name=""/>
          <p:cNvSpPr txBox="1"/>
          <p:nvPr/>
        </p:nvSpPr>
        <p:spPr>
          <a:xfrm>
            <a:off x="6890760" y="4502520"/>
            <a:ext cx="99288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Muscle &gt; Fat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19" name=""/>
          <p:cNvSpPr txBox="1"/>
          <p:nvPr/>
        </p:nvSpPr>
        <p:spPr>
          <a:xfrm>
            <a:off x="6657480" y="479988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420" name="" descr=""/>
          <p:cNvPicPr/>
          <p:nvPr/>
        </p:nvPicPr>
        <p:blipFill>
          <a:blip r:embed="rId4"/>
          <a:stretch/>
        </p:blipFill>
        <p:spPr>
          <a:xfrm>
            <a:off x="90000" y="3119760"/>
            <a:ext cx="3209040" cy="933840"/>
          </a:xfrm>
          <a:prstGeom prst="rect">
            <a:avLst/>
          </a:prstGeom>
          <a:ln w="0">
            <a:noFill/>
          </a:ln>
        </p:spPr>
      </p:pic>
      <p:sp>
        <p:nvSpPr>
          <p:cNvPr id="22421" name=""/>
          <p:cNvSpPr/>
          <p:nvPr/>
        </p:nvSpPr>
        <p:spPr>
          <a:xfrm>
            <a:off x="1306800" y="3425040"/>
            <a:ext cx="379080" cy="534960"/>
          </a:xfrm>
          <a:custGeom>
            <a:avLst/>
            <a:gdLst/>
            <a:ahLst/>
            <a:rect l="0" t="0" r="r" b="b"/>
            <a:pathLst>
              <a:path w="1053" h="1486">
                <a:moveTo>
                  <a:pt x="1053" y="1263"/>
                </a:moveTo>
                <a:cubicBezTo>
                  <a:pt x="1053" y="1275"/>
                  <a:pt x="1053" y="1285"/>
                  <a:pt x="1052" y="1295"/>
                </a:cubicBezTo>
                <a:cubicBezTo>
                  <a:pt x="1051" y="1303"/>
                  <a:pt x="1050" y="1311"/>
                  <a:pt x="1048" y="1318"/>
                </a:cubicBezTo>
                <a:cubicBezTo>
                  <a:pt x="1046" y="1325"/>
                  <a:pt x="1044" y="1331"/>
                  <a:pt x="1041" y="1336"/>
                </a:cubicBezTo>
                <a:cubicBezTo>
                  <a:pt x="1038" y="1341"/>
                  <a:pt x="1032" y="1347"/>
                  <a:pt x="1025" y="1355"/>
                </a:cubicBezTo>
                <a:cubicBezTo>
                  <a:pt x="1017" y="1363"/>
                  <a:pt x="1002" y="1374"/>
                  <a:pt x="978" y="1389"/>
                </a:cubicBezTo>
                <a:cubicBezTo>
                  <a:pt x="954" y="1405"/>
                  <a:pt x="924" y="1419"/>
                  <a:pt x="889" y="1434"/>
                </a:cubicBezTo>
                <a:cubicBezTo>
                  <a:pt x="853" y="1449"/>
                  <a:pt x="813" y="1461"/>
                  <a:pt x="767" y="1471"/>
                </a:cubicBezTo>
                <a:cubicBezTo>
                  <a:pt x="721" y="1481"/>
                  <a:pt x="671" y="1486"/>
                  <a:pt x="616" y="1486"/>
                </a:cubicBezTo>
                <a:cubicBezTo>
                  <a:pt x="522" y="1486"/>
                  <a:pt x="437" y="1470"/>
                  <a:pt x="361" y="1439"/>
                </a:cubicBezTo>
                <a:cubicBezTo>
                  <a:pt x="285" y="1408"/>
                  <a:pt x="221" y="1361"/>
                  <a:pt x="167" y="1300"/>
                </a:cubicBezTo>
                <a:cubicBezTo>
                  <a:pt x="114" y="1239"/>
                  <a:pt x="73" y="1163"/>
                  <a:pt x="43" y="1073"/>
                </a:cubicBezTo>
                <a:cubicBezTo>
                  <a:pt x="14" y="983"/>
                  <a:pt x="0" y="880"/>
                  <a:pt x="0" y="762"/>
                </a:cubicBezTo>
                <a:cubicBezTo>
                  <a:pt x="0" y="642"/>
                  <a:pt x="15" y="535"/>
                  <a:pt x="47" y="441"/>
                </a:cubicBezTo>
                <a:cubicBezTo>
                  <a:pt x="79" y="347"/>
                  <a:pt x="122" y="267"/>
                  <a:pt x="178" y="202"/>
                </a:cubicBezTo>
                <a:cubicBezTo>
                  <a:pt x="234" y="135"/>
                  <a:pt x="301" y="85"/>
                  <a:pt x="379" y="51"/>
                </a:cubicBezTo>
                <a:cubicBezTo>
                  <a:pt x="457" y="17"/>
                  <a:pt x="544" y="0"/>
                  <a:pt x="638" y="0"/>
                </a:cubicBezTo>
                <a:cubicBezTo>
                  <a:pt x="680" y="0"/>
                  <a:pt x="721" y="3"/>
                  <a:pt x="760" y="11"/>
                </a:cubicBezTo>
                <a:cubicBezTo>
                  <a:pt x="800" y="19"/>
                  <a:pt x="837" y="29"/>
                  <a:pt x="870" y="41"/>
                </a:cubicBezTo>
                <a:cubicBezTo>
                  <a:pt x="904" y="53"/>
                  <a:pt x="934" y="67"/>
                  <a:pt x="960" y="82"/>
                </a:cubicBezTo>
                <a:cubicBezTo>
                  <a:pt x="986" y="98"/>
                  <a:pt x="1004" y="111"/>
                  <a:pt x="1014" y="121"/>
                </a:cubicBezTo>
                <a:cubicBezTo>
                  <a:pt x="1024" y="131"/>
                  <a:pt x="1031" y="140"/>
                  <a:pt x="1034" y="145"/>
                </a:cubicBezTo>
                <a:cubicBezTo>
                  <a:pt x="1037" y="150"/>
                  <a:pt x="1039" y="156"/>
                  <a:pt x="1041" y="164"/>
                </a:cubicBezTo>
                <a:cubicBezTo>
                  <a:pt x="1043" y="171"/>
                  <a:pt x="1044" y="179"/>
                  <a:pt x="1046" y="189"/>
                </a:cubicBezTo>
                <a:cubicBezTo>
                  <a:pt x="1047" y="198"/>
                  <a:pt x="1047" y="210"/>
                  <a:pt x="1047" y="224"/>
                </a:cubicBezTo>
                <a:cubicBezTo>
                  <a:pt x="1047" y="238"/>
                  <a:pt x="1047" y="251"/>
                  <a:pt x="1045" y="262"/>
                </a:cubicBezTo>
                <a:cubicBezTo>
                  <a:pt x="1043" y="272"/>
                  <a:pt x="1041" y="281"/>
                  <a:pt x="1038" y="288"/>
                </a:cubicBezTo>
                <a:cubicBezTo>
                  <a:pt x="1035" y="295"/>
                  <a:pt x="1032" y="300"/>
                  <a:pt x="1028" y="304"/>
                </a:cubicBezTo>
                <a:cubicBezTo>
                  <a:pt x="1024" y="307"/>
                  <a:pt x="1018" y="309"/>
                  <a:pt x="1012" y="309"/>
                </a:cubicBezTo>
                <a:cubicBezTo>
                  <a:pt x="1002" y="309"/>
                  <a:pt x="987" y="301"/>
                  <a:pt x="969" y="287"/>
                </a:cubicBezTo>
                <a:cubicBezTo>
                  <a:pt x="950" y="272"/>
                  <a:pt x="926" y="256"/>
                  <a:pt x="896" y="239"/>
                </a:cubicBezTo>
                <a:cubicBezTo>
                  <a:pt x="866" y="221"/>
                  <a:pt x="830" y="205"/>
                  <a:pt x="788" y="190"/>
                </a:cubicBezTo>
                <a:cubicBezTo>
                  <a:pt x="745" y="176"/>
                  <a:pt x="694" y="168"/>
                  <a:pt x="635" y="168"/>
                </a:cubicBezTo>
                <a:cubicBezTo>
                  <a:pt x="570" y="168"/>
                  <a:pt x="512" y="182"/>
                  <a:pt x="459" y="207"/>
                </a:cubicBezTo>
                <a:cubicBezTo>
                  <a:pt x="406" y="233"/>
                  <a:pt x="361" y="271"/>
                  <a:pt x="323" y="321"/>
                </a:cubicBezTo>
                <a:cubicBezTo>
                  <a:pt x="286" y="371"/>
                  <a:pt x="256" y="432"/>
                  <a:pt x="236" y="504"/>
                </a:cubicBezTo>
                <a:cubicBezTo>
                  <a:pt x="215" y="576"/>
                  <a:pt x="205" y="658"/>
                  <a:pt x="205" y="751"/>
                </a:cubicBezTo>
                <a:cubicBezTo>
                  <a:pt x="205" y="843"/>
                  <a:pt x="215" y="924"/>
                  <a:pt x="235" y="995"/>
                </a:cubicBezTo>
                <a:cubicBezTo>
                  <a:pt x="255" y="1065"/>
                  <a:pt x="283" y="1125"/>
                  <a:pt x="320" y="1172"/>
                </a:cubicBezTo>
                <a:cubicBezTo>
                  <a:pt x="358" y="1219"/>
                  <a:pt x="403" y="1255"/>
                  <a:pt x="457" y="1279"/>
                </a:cubicBezTo>
                <a:cubicBezTo>
                  <a:pt x="511" y="1304"/>
                  <a:pt x="572" y="1316"/>
                  <a:pt x="641" y="1316"/>
                </a:cubicBezTo>
                <a:cubicBezTo>
                  <a:pt x="698" y="1316"/>
                  <a:pt x="749" y="1309"/>
                  <a:pt x="792" y="1295"/>
                </a:cubicBezTo>
                <a:cubicBezTo>
                  <a:pt x="835" y="1280"/>
                  <a:pt x="872" y="1265"/>
                  <a:pt x="903" y="1247"/>
                </a:cubicBezTo>
                <a:cubicBezTo>
                  <a:pt x="933" y="1229"/>
                  <a:pt x="958" y="1213"/>
                  <a:pt x="977" y="1199"/>
                </a:cubicBezTo>
                <a:cubicBezTo>
                  <a:pt x="997" y="1185"/>
                  <a:pt x="1012" y="1178"/>
                  <a:pt x="1024" y="1178"/>
                </a:cubicBezTo>
                <a:cubicBezTo>
                  <a:pt x="1029" y="1178"/>
                  <a:pt x="1034" y="1179"/>
                  <a:pt x="1037" y="1181"/>
                </a:cubicBezTo>
                <a:cubicBezTo>
                  <a:pt x="1041" y="1183"/>
                  <a:pt x="1044" y="1188"/>
                  <a:pt x="1046" y="1194"/>
                </a:cubicBezTo>
                <a:cubicBezTo>
                  <a:pt x="1048" y="1201"/>
                  <a:pt x="1050" y="1210"/>
                  <a:pt x="1051" y="1220"/>
                </a:cubicBezTo>
                <a:cubicBezTo>
                  <a:pt x="1052" y="1232"/>
                  <a:pt x="1053" y="1246"/>
                  <a:pt x="1053" y="1263"/>
                </a:cubicBezTo>
                <a:close/>
              </a:path>
            </a:pathLst>
          </a:custGeom>
          <a:solidFill>
            <a:srgbClr val="8b0024">
              <a:alpha val="6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422" name=""/>
          <p:cNvSpPr txBox="1"/>
          <p:nvPr/>
        </p:nvSpPr>
        <p:spPr>
          <a:xfrm>
            <a:off x="6890760" y="4799880"/>
            <a:ext cx="18205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Muscular, athletic people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23" name=""/>
          <p:cNvSpPr txBox="1"/>
          <p:nvPr/>
        </p:nvSpPr>
        <p:spPr>
          <a:xfrm>
            <a:off x="132120" y="2871000"/>
            <a:ext cx="581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C</a:t>
            </a:r>
            <a:r>
              <a:rPr b="0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autious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24" name=""/>
          <p:cNvSpPr txBox="1"/>
          <p:nvPr/>
        </p:nvSpPr>
        <p:spPr>
          <a:xfrm>
            <a:off x="3428280" y="13723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25" name=""/>
          <p:cNvSpPr txBox="1"/>
          <p:nvPr/>
        </p:nvSpPr>
        <p:spPr>
          <a:xfrm>
            <a:off x="3661200" y="1365480"/>
            <a:ext cx="17625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Check body balance with </a:t>
            </a:r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C D I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26" name=""/>
          <p:cNvSpPr txBox="1"/>
          <p:nvPr/>
        </p:nvSpPr>
        <p:spPr>
          <a:xfrm>
            <a:off x="3428280" y="154584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27" name=""/>
          <p:cNvSpPr txBox="1"/>
          <p:nvPr/>
        </p:nvSpPr>
        <p:spPr>
          <a:xfrm>
            <a:off x="3661200" y="1539360"/>
            <a:ext cx="27363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Muscle </a:t>
            </a:r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should be at least </a:t>
            </a:r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90%</a:t>
            </a:r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, Fat should be…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28" name=""/>
          <p:cNvSpPr txBox="1"/>
          <p:nvPr/>
        </p:nvSpPr>
        <p:spPr>
          <a:xfrm>
            <a:off x="3428280" y="17197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29" name=""/>
          <p:cNvSpPr txBox="1"/>
          <p:nvPr/>
        </p:nvSpPr>
        <p:spPr>
          <a:xfrm>
            <a:off x="3661200" y="1712880"/>
            <a:ext cx="4564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Muscle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30" name=""/>
          <p:cNvSpPr txBox="1"/>
          <p:nvPr/>
        </p:nvSpPr>
        <p:spPr>
          <a:xfrm>
            <a:off x="4117320" y="1716480"/>
            <a:ext cx="1443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Wingdings"/>
                <a:ea typeface="Wingdings"/>
              </a:rPr>
              <a:t>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31" name=""/>
          <p:cNvSpPr txBox="1"/>
          <p:nvPr/>
        </p:nvSpPr>
        <p:spPr>
          <a:xfrm>
            <a:off x="4278600" y="1712880"/>
            <a:ext cx="9500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= Target weight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32" name=""/>
          <p:cNvSpPr txBox="1"/>
          <p:nvPr/>
        </p:nvSpPr>
        <p:spPr>
          <a:xfrm>
            <a:off x="5228280" y="1716480"/>
            <a:ext cx="1443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Wingdings"/>
                <a:ea typeface="Wingdings"/>
              </a:rPr>
              <a:t>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33" name=""/>
          <p:cNvSpPr txBox="1"/>
          <p:nvPr/>
        </p:nvSpPr>
        <p:spPr>
          <a:xfrm>
            <a:off x="5357880" y="1712880"/>
            <a:ext cx="8694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, InBody Score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434" name="" descr=""/>
          <p:cNvPicPr/>
          <p:nvPr/>
        </p:nvPicPr>
        <p:blipFill>
          <a:blip r:embed="rId5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2435" name="" descr=""/>
          <p:cNvPicPr/>
          <p:nvPr/>
        </p:nvPicPr>
        <p:blipFill>
          <a:blip r:embed="rId6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2436" name="" descr=""/>
          <p:cNvPicPr/>
          <p:nvPr/>
        </p:nvPicPr>
        <p:blipFill>
          <a:blip r:embed="rId7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2437" name="" descr=""/>
          <p:cNvPicPr/>
          <p:nvPr/>
        </p:nvPicPr>
        <p:blipFill>
          <a:blip r:embed="rId8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2438" name="" descr=""/>
          <p:cNvPicPr/>
          <p:nvPr/>
        </p:nvPicPr>
        <p:blipFill>
          <a:blip r:embed="rId9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sp>
        <p:nvSpPr>
          <p:cNvPr id="22439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40" name=""/>
          <p:cNvSpPr txBox="1"/>
          <p:nvPr/>
        </p:nvSpPr>
        <p:spPr>
          <a:xfrm>
            <a:off x="6228360" y="1716480"/>
            <a:ext cx="1443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Wingdings"/>
                <a:ea typeface="Wingdings"/>
              </a:rPr>
              <a:t>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41" name=""/>
          <p:cNvSpPr txBox="1"/>
          <p:nvPr/>
        </p:nvSpPr>
        <p:spPr>
          <a:xfrm>
            <a:off x="132120" y="741600"/>
            <a:ext cx="2055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1. Check Body Type - Muscle-Fat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42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4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44" name=""/>
          <p:cNvSpPr/>
          <p:nvPr/>
        </p:nvSpPr>
        <p:spPr>
          <a:xfrm>
            <a:off x="3105720" y="1150560"/>
            <a:ext cx="995400" cy="109800"/>
          </a:xfrm>
          <a:custGeom>
            <a:avLst/>
            <a:gdLst/>
            <a:ahLst/>
            <a:rect l="0" t="0" r="r" b="b"/>
            <a:pathLst>
              <a:path w="2765" h="305">
                <a:moveTo>
                  <a:pt x="0" y="305"/>
                </a:moveTo>
                <a:lnTo>
                  <a:pt x="2765" y="305"/>
                </a:lnTo>
                <a:lnTo>
                  <a:pt x="2765" y="0"/>
                </a:lnTo>
                <a:lnTo>
                  <a:pt x="0" y="0"/>
                </a:lnTo>
                <a:lnTo>
                  <a:pt x="0" y="3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445" name="" descr=""/>
          <p:cNvPicPr/>
          <p:nvPr/>
        </p:nvPicPr>
        <p:blipFill>
          <a:blip r:embed="rId1"/>
          <a:stretch/>
        </p:blipFill>
        <p:spPr>
          <a:xfrm>
            <a:off x="478440" y="2202120"/>
            <a:ext cx="612360" cy="2684880"/>
          </a:xfrm>
          <a:prstGeom prst="rect">
            <a:avLst/>
          </a:prstGeom>
          <a:ln w="0">
            <a:noFill/>
          </a:ln>
        </p:spPr>
      </p:pic>
      <p:pic>
        <p:nvPicPr>
          <p:cNvPr id="22446" name="" descr=""/>
          <p:cNvPicPr/>
          <p:nvPr/>
        </p:nvPicPr>
        <p:blipFill>
          <a:blip r:embed="rId2"/>
          <a:stretch/>
        </p:blipFill>
        <p:spPr>
          <a:xfrm>
            <a:off x="1886760" y="4608720"/>
            <a:ext cx="1278360" cy="874440"/>
          </a:xfrm>
          <a:prstGeom prst="rect">
            <a:avLst/>
          </a:prstGeom>
          <a:ln w="0">
            <a:noFill/>
          </a:ln>
        </p:spPr>
      </p:pic>
      <p:pic>
        <p:nvPicPr>
          <p:cNvPr id="22447" name="" descr=""/>
          <p:cNvPicPr/>
          <p:nvPr/>
        </p:nvPicPr>
        <p:blipFill>
          <a:blip r:embed="rId3"/>
          <a:stretch/>
        </p:blipFill>
        <p:spPr>
          <a:xfrm>
            <a:off x="1877400" y="3177720"/>
            <a:ext cx="1322640" cy="889560"/>
          </a:xfrm>
          <a:prstGeom prst="rect">
            <a:avLst/>
          </a:prstGeom>
          <a:ln w="0">
            <a:noFill/>
          </a:ln>
        </p:spPr>
      </p:pic>
      <p:pic>
        <p:nvPicPr>
          <p:cNvPr id="22448" name="" descr=""/>
          <p:cNvPicPr/>
          <p:nvPr/>
        </p:nvPicPr>
        <p:blipFill>
          <a:blip r:embed="rId4"/>
          <a:stretch/>
        </p:blipFill>
        <p:spPr>
          <a:xfrm>
            <a:off x="1874520" y="1749600"/>
            <a:ext cx="1356120" cy="875880"/>
          </a:xfrm>
          <a:prstGeom prst="rect">
            <a:avLst/>
          </a:prstGeom>
          <a:ln w="0">
            <a:noFill/>
          </a:ln>
        </p:spPr>
      </p:pic>
      <p:sp>
        <p:nvSpPr>
          <p:cNvPr id="22449" name=""/>
          <p:cNvSpPr txBox="1"/>
          <p:nvPr/>
        </p:nvSpPr>
        <p:spPr>
          <a:xfrm>
            <a:off x="1391040" y="1947240"/>
            <a:ext cx="33300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Calibri"/>
                <a:ea typeface="Calibri"/>
              </a:rPr>
              <a:t>Weight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0" name=""/>
          <p:cNvSpPr txBox="1"/>
          <p:nvPr/>
        </p:nvSpPr>
        <p:spPr>
          <a:xfrm>
            <a:off x="1391040" y="2147040"/>
            <a:ext cx="24444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Calibri"/>
                <a:ea typeface="Calibri"/>
              </a:rPr>
              <a:t>SMM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1" name=""/>
          <p:cNvSpPr txBox="1"/>
          <p:nvPr/>
        </p:nvSpPr>
        <p:spPr>
          <a:xfrm>
            <a:off x="1391040" y="2346480"/>
            <a:ext cx="39996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Calibri"/>
                <a:ea typeface="Calibri"/>
              </a:rPr>
              <a:t>Body Fat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2" name=""/>
          <p:cNvSpPr txBox="1"/>
          <p:nvPr/>
        </p:nvSpPr>
        <p:spPr>
          <a:xfrm>
            <a:off x="2035800" y="158076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MalgunGothic"/>
                <a:ea typeface="MalgunGothic"/>
              </a:rPr>
              <a:t>▼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3" name=""/>
          <p:cNvSpPr txBox="1"/>
          <p:nvPr/>
        </p:nvSpPr>
        <p:spPr>
          <a:xfrm>
            <a:off x="2464920" y="158256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바탕"/>
                <a:ea typeface="바탕"/>
              </a:rPr>
              <a:t>▬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4" name=""/>
          <p:cNvSpPr txBox="1"/>
          <p:nvPr/>
        </p:nvSpPr>
        <p:spPr>
          <a:xfrm>
            <a:off x="2919600" y="158076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MalgunGothic"/>
                <a:ea typeface="MalgunGothic"/>
              </a:rPr>
              <a:t>▲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5" name=""/>
          <p:cNvSpPr txBox="1"/>
          <p:nvPr/>
        </p:nvSpPr>
        <p:spPr>
          <a:xfrm>
            <a:off x="2023920" y="2684160"/>
            <a:ext cx="11649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0" spc="-1" strike="noStrike">
                <a:solidFill>
                  <a:srgbClr val="000000"/>
                </a:solidFill>
                <a:latin typeface="Calibri"/>
                <a:ea typeface="Calibri"/>
              </a:rPr>
              <a:t>Underweight and weak</a:t>
            </a:r>
            <a:endParaRPr b="0" lang="en-US" sz="9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6" name=""/>
          <p:cNvSpPr txBox="1"/>
          <p:nvPr/>
        </p:nvSpPr>
        <p:spPr>
          <a:xfrm>
            <a:off x="1394640" y="3376800"/>
            <a:ext cx="33300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Calibri"/>
                <a:ea typeface="Calibri"/>
              </a:rPr>
              <a:t>Weight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7" name=""/>
          <p:cNvSpPr txBox="1"/>
          <p:nvPr/>
        </p:nvSpPr>
        <p:spPr>
          <a:xfrm>
            <a:off x="1394640" y="3576240"/>
            <a:ext cx="24444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Calibri"/>
                <a:ea typeface="Calibri"/>
              </a:rPr>
              <a:t>SMM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8" name=""/>
          <p:cNvSpPr txBox="1"/>
          <p:nvPr/>
        </p:nvSpPr>
        <p:spPr>
          <a:xfrm>
            <a:off x="1394640" y="3776040"/>
            <a:ext cx="39996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Calibri"/>
                <a:ea typeface="Calibri"/>
              </a:rPr>
              <a:t>Body Fat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59" name=""/>
          <p:cNvSpPr txBox="1"/>
          <p:nvPr/>
        </p:nvSpPr>
        <p:spPr>
          <a:xfrm>
            <a:off x="1934280" y="4114440"/>
            <a:ext cx="1315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Standard weight but weak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60" name=""/>
          <p:cNvSpPr txBox="1"/>
          <p:nvPr/>
        </p:nvSpPr>
        <p:spPr>
          <a:xfrm>
            <a:off x="1394640" y="4806360"/>
            <a:ext cx="33300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Calibri"/>
                <a:ea typeface="Calibri"/>
              </a:rPr>
              <a:t>Weight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61" name=""/>
          <p:cNvSpPr txBox="1"/>
          <p:nvPr/>
        </p:nvSpPr>
        <p:spPr>
          <a:xfrm>
            <a:off x="1394640" y="5005800"/>
            <a:ext cx="24444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Calibri"/>
                <a:ea typeface="Calibri"/>
              </a:rPr>
              <a:t>SMM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62" name=""/>
          <p:cNvSpPr txBox="1"/>
          <p:nvPr/>
        </p:nvSpPr>
        <p:spPr>
          <a:xfrm>
            <a:off x="1394640" y="5205600"/>
            <a:ext cx="39996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Calibri"/>
                <a:ea typeface="Calibri"/>
              </a:rPr>
              <a:t>Body Fat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63" name=""/>
          <p:cNvSpPr/>
          <p:nvPr/>
        </p:nvSpPr>
        <p:spPr>
          <a:xfrm>
            <a:off x="2180880" y="2008080"/>
            <a:ext cx="52200" cy="394920"/>
          </a:xfrm>
          <a:custGeom>
            <a:avLst/>
            <a:gdLst/>
            <a:ahLst/>
            <a:rect l="0" t="0" r="r" b="b"/>
            <a:pathLst>
              <a:path w="145" h="1097">
                <a:moveTo>
                  <a:pt x="145" y="1070"/>
                </a:moveTo>
                <a:cubicBezTo>
                  <a:pt x="145" y="1074"/>
                  <a:pt x="144" y="1078"/>
                  <a:pt x="142" y="1082"/>
                </a:cubicBezTo>
                <a:cubicBezTo>
                  <a:pt x="140" y="1085"/>
                  <a:pt x="136" y="1088"/>
                  <a:pt x="130" y="1090"/>
                </a:cubicBezTo>
                <a:cubicBezTo>
                  <a:pt x="125" y="1091"/>
                  <a:pt x="117" y="1093"/>
                  <a:pt x="108" y="1095"/>
                </a:cubicBezTo>
                <a:cubicBezTo>
                  <a:pt x="99" y="1096"/>
                  <a:pt x="87" y="1097"/>
                  <a:pt x="73" y="1097"/>
                </a:cubicBezTo>
                <a:cubicBezTo>
                  <a:pt x="59" y="1097"/>
                  <a:pt x="47" y="1096"/>
                  <a:pt x="37" y="1095"/>
                </a:cubicBezTo>
                <a:cubicBezTo>
                  <a:pt x="28" y="1093"/>
                  <a:pt x="21" y="1091"/>
                  <a:pt x="15" y="1090"/>
                </a:cubicBezTo>
                <a:cubicBezTo>
                  <a:pt x="9" y="1088"/>
                  <a:pt x="5" y="1085"/>
                  <a:pt x="3" y="1082"/>
                </a:cubicBezTo>
                <a:cubicBezTo>
                  <a:pt x="1" y="1078"/>
                  <a:pt x="0" y="1074"/>
                  <a:pt x="0" y="1070"/>
                </a:cubicBezTo>
                <a:lnTo>
                  <a:pt x="0" y="26"/>
                </a:lnTo>
                <a:cubicBezTo>
                  <a:pt x="0" y="22"/>
                  <a:pt x="1" y="18"/>
                  <a:pt x="4" y="15"/>
                </a:cubicBezTo>
                <a:cubicBezTo>
                  <a:pt x="6" y="11"/>
                  <a:pt x="10" y="9"/>
                  <a:pt x="16" y="7"/>
                </a:cubicBezTo>
                <a:cubicBezTo>
                  <a:pt x="22" y="5"/>
                  <a:pt x="30" y="3"/>
                  <a:pt x="39" y="2"/>
                </a:cubicBezTo>
                <a:cubicBezTo>
                  <a:pt x="48" y="0"/>
                  <a:pt x="59" y="0"/>
                  <a:pt x="73" y="0"/>
                </a:cubicBezTo>
                <a:cubicBezTo>
                  <a:pt x="87" y="0"/>
                  <a:pt x="99" y="0"/>
                  <a:pt x="108" y="2"/>
                </a:cubicBezTo>
                <a:cubicBezTo>
                  <a:pt x="117" y="3"/>
                  <a:pt x="125" y="5"/>
                  <a:pt x="130" y="7"/>
                </a:cubicBezTo>
                <a:cubicBezTo>
                  <a:pt x="136" y="9"/>
                  <a:pt x="140" y="11"/>
                  <a:pt x="142" y="15"/>
                </a:cubicBezTo>
                <a:cubicBezTo>
                  <a:pt x="144" y="18"/>
                  <a:pt x="145" y="22"/>
                  <a:pt x="145" y="26"/>
                </a:cubicBezTo>
                <a:lnTo>
                  <a:pt x="145" y="1070"/>
                </a:lnTo>
                <a:close/>
              </a:path>
            </a:pathLst>
          </a:custGeom>
          <a:solidFill>
            <a:srgbClr val="8b0024">
              <a:alpha val="6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464" name=""/>
          <p:cNvSpPr/>
          <p:nvPr/>
        </p:nvSpPr>
        <p:spPr>
          <a:xfrm>
            <a:off x="2188800" y="3455280"/>
            <a:ext cx="284040" cy="401040"/>
          </a:xfrm>
          <a:custGeom>
            <a:avLst/>
            <a:gdLst/>
            <a:ahLst/>
            <a:rect l="0" t="0" r="r" b="b"/>
            <a:pathLst>
              <a:path w="789" h="1114">
                <a:moveTo>
                  <a:pt x="789" y="946"/>
                </a:moveTo>
                <a:cubicBezTo>
                  <a:pt x="789" y="955"/>
                  <a:pt x="789" y="963"/>
                  <a:pt x="788" y="969"/>
                </a:cubicBezTo>
                <a:cubicBezTo>
                  <a:pt x="788" y="977"/>
                  <a:pt x="787" y="983"/>
                  <a:pt x="786" y="988"/>
                </a:cubicBezTo>
                <a:cubicBezTo>
                  <a:pt x="784" y="993"/>
                  <a:pt x="782" y="997"/>
                  <a:pt x="780" y="1001"/>
                </a:cubicBezTo>
                <a:cubicBezTo>
                  <a:pt x="778" y="1005"/>
                  <a:pt x="774" y="1010"/>
                  <a:pt x="768" y="1016"/>
                </a:cubicBezTo>
                <a:cubicBezTo>
                  <a:pt x="763" y="1021"/>
                  <a:pt x="751" y="1030"/>
                  <a:pt x="733" y="1041"/>
                </a:cubicBezTo>
                <a:cubicBezTo>
                  <a:pt x="715" y="1053"/>
                  <a:pt x="693" y="1064"/>
                  <a:pt x="666" y="1075"/>
                </a:cubicBezTo>
                <a:cubicBezTo>
                  <a:pt x="640" y="1086"/>
                  <a:pt x="608" y="1095"/>
                  <a:pt x="574" y="1103"/>
                </a:cubicBezTo>
                <a:cubicBezTo>
                  <a:pt x="539" y="1110"/>
                  <a:pt x="502" y="1114"/>
                  <a:pt x="461" y="1114"/>
                </a:cubicBezTo>
                <a:cubicBezTo>
                  <a:pt x="391" y="1114"/>
                  <a:pt x="327" y="1102"/>
                  <a:pt x="270" y="1079"/>
                </a:cubicBezTo>
                <a:cubicBezTo>
                  <a:pt x="213" y="1055"/>
                  <a:pt x="165" y="1020"/>
                  <a:pt x="125" y="974"/>
                </a:cubicBezTo>
                <a:cubicBezTo>
                  <a:pt x="85" y="928"/>
                  <a:pt x="54" y="871"/>
                  <a:pt x="32" y="804"/>
                </a:cubicBezTo>
                <a:cubicBezTo>
                  <a:pt x="11" y="736"/>
                  <a:pt x="0" y="659"/>
                  <a:pt x="0" y="571"/>
                </a:cubicBezTo>
                <a:cubicBezTo>
                  <a:pt x="0" y="481"/>
                  <a:pt x="12" y="400"/>
                  <a:pt x="35" y="330"/>
                </a:cubicBezTo>
                <a:cubicBezTo>
                  <a:pt x="58" y="260"/>
                  <a:pt x="91" y="200"/>
                  <a:pt x="133" y="151"/>
                </a:cubicBezTo>
                <a:cubicBezTo>
                  <a:pt x="175" y="102"/>
                  <a:pt x="225" y="64"/>
                  <a:pt x="283" y="39"/>
                </a:cubicBezTo>
                <a:cubicBezTo>
                  <a:pt x="342" y="13"/>
                  <a:pt x="407" y="0"/>
                  <a:pt x="478" y="0"/>
                </a:cubicBezTo>
                <a:cubicBezTo>
                  <a:pt x="509" y="0"/>
                  <a:pt x="539" y="3"/>
                  <a:pt x="569" y="9"/>
                </a:cubicBezTo>
                <a:cubicBezTo>
                  <a:pt x="599" y="15"/>
                  <a:pt x="627" y="22"/>
                  <a:pt x="653" y="31"/>
                </a:cubicBezTo>
                <a:cubicBezTo>
                  <a:pt x="678" y="40"/>
                  <a:pt x="700" y="50"/>
                  <a:pt x="720" y="62"/>
                </a:cubicBezTo>
                <a:cubicBezTo>
                  <a:pt x="739" y="74"/>
                  <a:pt x="753" y="83"/>
                  <a:pt x="760" y="91"/>
                </a:cubicBezTo>
                <a:cubicBezTo>
                  <a:pt x="768" y="99"/>
                  <a:pt x="773" y="104"/>
                  <a:pt x="775" y="108"/>
                </a:cubicBezTo>
                <a:cubicBezTo>
                  <a:pt x="777" y="112"/>
                  <a:pt x="779" y="117"/>
                  <a:pt x="780" y="122"/>
                </a:cubicBezTo>
                <a:cubicBezTo>
                  <a:pt x="782" y="128"/>
                  <a:pt x="783" y="134"/>
                  <a:pt x="784" y="141"/>
                </a:cubicBezTo>
                <a:cubicBezTo>
                  <a:pt x="784" y="148"/>
                  <a:pt x="785" y="157"/>
                  <a:pt x="785" y="167"/>
                </a:cubicBezTo>
                <a:cubicBezTo>
                  <a:pt x="785" y="178"/>
                  <a:pt x="784" y="188"/>
                  <a:pt x="783" y="196"/>
                </a:cubicBezTo>
                <a:cubicBezTo>
                  <a:pt x="782" y="203"/>
                  <a:pt x="781" y="210"/>
                  <a:pt x="778" y="215"/>
                </a:cubicBezTo>
                <a:cubicBezTo>
                  <a:pt x="776" y="221"/>
                  <a:pt x="773" y="225"/>
                  <a:pt x="770" y="227"/>
                </a:cubicBezTo>
                <a:cubicBezTo>
                  <a:pt x="767" y="230"/>
                  <a:pt x="763" y="231"/>
                  <a:pt x="759" y="231"/>
                </a:cubicBezTo>
                <a:cubicBezTo>
                  <a:pt x="751" y="231"/>
                  <a:pt x="740" y="225"/>
                  <a:pt x="726" y="214"/>
                </a:cubicBezTo>
                <a:cubicBezTo>
                  <a:pt x="712" y="203"/>
                  <a:pt x="694" y="191"/>
                  <a:pt x="672" y="178"/>
                </a:cubicBezTo>
                <a:cubicBezTo>
                  <a:pt x="649" y="165"/>
                  <a:pt x="622" y="153"/>
                  <a:pt x="589" y="142"/>
                </a:cubicBezTo>
                <a:cubicBezTo>
                  <a:pt x="558" y="131"/>
                  <a:pt x="520" y="126"/>
                  <a:pt x="475" y="126"/>
                </a:cubicBezTo>
                <a:cubicBezTo>
                  <a:pt x="427" y="126"/>
                  <a:pt x="383" y="136"/>
                  <a:pt x="343" y="155"/>
                </a:cubicBezTo>
                <a:cubicBezTo>
                  <a:pt x="303" y="174"/>
                  <a:pt x="269" y="203"/>
                  <a:pt x="242" y="240"/>
                </a:cubicBezTo>
                <a:cubicBezTo>
                  <a:pt x="213" y="278"/>
                  <a:pt x="192" y="323"/>
                  <a:pt x="176" y="377"/>
                </a:cubicBezTo>
                <a:cubicBezTo>
                  <a:pt x="160" y="431"/>
                  <a:pt x="153" y="493"/>
                  <a:pt x="153" y="562"/>
                </a:cubicBezTo>
                <a:cubicBezTo>
                  <a:pt x="153" y="631"/>
                  <a:pt x="160" y="692"/>
                  <a:pt x="175" y="745"/>
                </a:cubicBezTo>
                <a:cubicBezTo>
                  <a:pt x="190" y="798"/>
                  <a:pt x="212" y="842"/>
                  <a:pt x="240" y="878"/>
                </a:cubicBezTo>
                <a:cubicBezTo>
                  <a:pt x="267" y="913"/>
                  <a:pt x="301" y="940"/>
                  <a:pt x="342" y="958"/>
                </a:cubicBezTo>
                <a:cubicBezTo>
                  <a:pt x="382" y="977"/>
                  <a:pt x="428" y="986"/>
                  <a:pt x="479" y="986"/>
                </a:cubicBezTo>
                <a:cubicBezTo>
                  <a:pt x="523" y="986"/>
                  <a:pt x="561" y="981"/>
                  <a:pt x="593" y="969"/>
                </a:cubicBezTo>
                <a:cubicBezTo>
                  <a:pt x="626" y="959"/>
                  <a:pt x="654" y="947"/>
                  <a:pt x="677" y="934"/>
                </a:cubicBezTo>
                <a:cubicBezTo>
                  <a:pt x="699" y="921"/>
                  <a:pt x="718" y="909"/>
                  <a:pt x="733" y="898"/>
                </a:cubicBezTo>
                <a:cubicBezTo>
                  <a:pt x="747" y="887"/>
                  <a:pt x="759" y="882"/>
                  <a:pt x="767" y="882"/>
                </a:cubicBezTo>
                <a:cubicBezTo>
                  <a:pt x="771" y="882"/>
                  <a:pt x="775" y="883"/>
                  <a:pt x="777" y="885"/>
                </a:cubicBezTo>
                <a:cubicBezTo>
                  <a:pt x="780" y="886"/>
                  <a:pt x="782" y="890"/>
                  <a:pt x="784" y="894"/>
                </a:cubicBezTo>
                <a:cubicBezTo>
                  <a:pt x="786" y="899"/>
                  <a:pt x="787" y="905"/>
                  <a:pt x="788" y="914"/>
                </a:cubicBezTo>
                <a:cubicBezTo>
                  <a:pt x="789" y="922"/>
                  <a:pt x="789" y="933"/>
                  <a:pt x="789" y="946"/>
                </a:cubicBezTo>
                <a:close/>
              </a:path>
            </a:pathLst>
          </a:custGeom>
          <a:solidFill>
            <a:srgbClr val="8b0024">
              <a:alpha val="6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465" name=""/>
          <p:cNvSpPr/>
          <p:nvPr/>
        </p:nvSpPr>
        <p:spPr>
          <a:xfrm>
            <a:off x="2184120" y="4882680"/>
            <a:ext cx="300960" cy="391320"/>
          </a:xfrm>
          <a:custGeom>
            <a:avLst/>
            <a:gdLst/>
            <a:ahLst/>
            <a:rect l="0" t="0" r="r" b="b"/>
            <a:pathLst>
              <a:path w="836" h="1087">
                <a:moveTo>
                  <a:pt x="836" y="528"/>
                </a:moveTo>
                <a:cubicBezTo>
                  <a:pt x="836" y="622"/>
                  <a:pt x="824" y="704"/>
                  <a:pt x="799" y="774"/>
                </a:cubicBezTo>
                <a:cubicBezTo>
                  <a:pt x="775" y="845"/>
                  <a:pt x="740" y="903"/>
                  <a:pt x="694" y="949"/>
                </a:cubicBezTo>
                <a:cubicBezTo>
                  <a:pt x="648" y="995"/>
                  <a:pt x="591" y="1029"/>
                  <a:pt x="524" y="1052"/>
                </a:cubicBezTo>
                <a:cubicBezTo>
                  <a:pt x="457" y="1075"/>
                  <a:pt x="377" y="1087"/>
                  <a:pt x="284" y="1087"/>
                </a:cubicBezTo>
                <a:lnTo>
                  <a:pt x="53" y="1087"/>
                </a:lnTo>
                <a:cubicBezTo>
                  <a:pt x="40" y="1087"/>
                  <a:pt x="28" y="1082"/>
                  <a:pt x="17" y="1074"/>
                </a:cubicBezTo>
                <a:cubicBezTo>
                  <a:pt x="5" y="1065"/>
                  <a:pt x="0" y="1050"/>
                  <a:pt x="0" y="1028"/>
                </a:cubicBezTo>
                <a:lnTo>
                  <a:pt x="0" y="60"/>
                </a:lnTo>
                <a:cubicBezTo>
                  <a:pt x="0" y="38"/>
                  <a:pt x="5" y="23"/>
                  <a:pt x="17" y="14"/>
                </a:cubicBezTo>
                <a:cubicBezTo>
                  <a:pt x="28" y="4"/>
                  <a:pt x="40" y="0"/>
                  <a:pt x="53" y="0"/>
                </a:cubicBezTo>
                <a:lnTo>
                  <a:pt x="300" y="0"/>
                </a:lnTo>
                <a:cubicBezTo>
                  <a:pt x="394" y="0"/>
                  <a:pt x="474" y="13"/>
                  <a:pt x="539" y="37"/>
                </a:cubicBezTo>
                <a:cubicBezTo>
                  <a:pt x="603" y="62"/>
                  <a:pt x="658" y="97"/>
                  <a:pt x="702" y="142"/>
                </a:cubicBezTo>
                <a:cubicBezTo>
                  <a:pt x="746" y="188"/>
                  <a:pt x="779" y="243"/>
                  <a:pt x="801" y="308"/>
                </a:cubicBezTo>
                <a:cubicBezTo>
                  <a:pt x="824" y="373"/>
                  <a:pt x="836" y="446"/>
                  <a:pt x="836" y="528"/>
                </a:cubicBezTo>
                <a:moveTo>
                  <a:pt x="684" y="534"/>
                </a:moveTo>
                <a:cubicBezTo>
                  <a:pt x="684" y="475"/>
                  <a:pt x="676" y="421"/>
                  <a:pt x="662" y="370"/>
                </a:cubicBezTo>
                <a:cubicBezTo>
                  <a:pt x="647" y="319"/>
                  <a:pt x="624" y="275"/>
                  <a:pt x="593" y="239"/>
                </a:cubicBezTo>
                <a:cubicBezTo>
                  <a:pt x="562" y="201"/>
                  <a:pt x="523" y="173"/>
                  <a:pt x="475" y="152"/>
                </a:cubicBezTo>
                <a:cubicBezTo>
                  <a:pt x="428" y="131"/>
                  <a:pt x="367" y="121"/>
                  <a:pt x="292" y="121"/>
                </a:cubicBezTo>
                <a:lnTo>
                  <a:pt x="144" y="121"/>
                </a:lnTo>
                <a:lnTo>
                  <a:pt x="144" y="966"/>
                </a:lnTo>
                <a:lnTo>
                  <a:pt x="293" y="966"/>
                </a:lnTo>
                <a:cubicBezTo>
                  <a:pt x="363" y="966"/>
                  <a:pt x="421" y="957"/>
                  <a:pt x="469" y="940"/>
                </a:cubicBezTo>
                <a:cubicBezTo>
                  <a:pt x="516" y="923"/>
                  <a:pt x="556" y="896"/>
                  <a:pt x="588" y="860"/>
                </a:cubicBezTo>
                <a:cubicBezTo>
                  <a:pt x="620" y="824"/>
                  <a:pt x="644" y="780"/>
                  <a:pt x="660" y="726"/>
                </a:cubicBezTo>
                <a:cubicBezTo>
                  <a:pt x="675" y="672"/>
                  <a:pt x="684" y="608"/>
                  <a:pt x="684" y="534"/>
                </a:cubicBezTo>
                <a:close/>
              </a:path>
            </a:pathLst>
          </a:custGeom>
          <a:solidFill>
            <a:srgbClr val="8b0024">
              <a:alpha val="60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2466" name="" descr=""/>
          <p:cNvPicPr/>
          <p:nvPr/>
        </p:nvPicPr>
        <p:blipFill>
          <a:blip r:embed="rId5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2467" name="" descr=""/>
          <p:cNvPicPr/>
          <p:nvPr/>
        </p:nvPicPr>
        <p:blipFill>
          <a:blip r:embed="rId6"/>
          <a:stretch/>
        </p:blipFill>
        <p:spPr>
          <a:xfrm rot="18660000">
            <a:off x="8707320" y="70272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2468" name="" descr=""/>
          <p:cNvPicPr/>
          <p:nvPr/>
        </p:nvPicPr>
        <p:blipFill>
          <a:blip r:embed="rId7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2469" name="" descr=""/>
          <p:cNvPicPr/>
          <p:nvPr/>
        </p:nvPicPr>
        <p:blipFill>
          <a:blip r:embed="rId8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2470" name="" descr=""/>
          <p:cNvPicPr/>
          <p:nvPr/>
        </p:nvPicPr>
        <p:blipFill>
          <a:blip r:embed="rId9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sp>
        <p:nvSpPr>
          <p:cNvPr id="22471" name=""/>
          <p:cNvSpPr/>
          <p:nvPr/>
        </p:nvSpPr>
        <p:spPr>
          <a:xfrm>
            <a:off x="325800" y="1074240"/>
            <a:ext cx="39960" cy="299160"/>
          </a:xfrm>
          <a:custGeom>
            <a:avLst/>
            <a:gdLst/>
            <a:ahLst/>
            <a:rect l="0" t="0" r="r" b="b"/>
            <a:pathLst>
              <a:path w="111" h="831">
                <a:moveTo>
                  <a:pt x="0" y="831"/>
                </a:moveTo>
                <a:lnTo>
                  <a:pt x="111" y="831"/>
                </a:lnTo>
                <a:lnTo>
                  <a:pt x="111" y="0"/>
                </a:lnTo>
                <a:lnTo>
                  <a:pt x="0" y="0"/>
                </a:lnTo>
                <a:lnTo>
                  <a:pt x="0" y="831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472" name=""/>
          <p:cNvSpPr txBox="1"/>
          <p:nvPr/>
        </p:nvSpPr>
        <p:spPr>
          <a:xfrm>
            <a:off x="1955880" y="5535360"/>
            <a:ext cx="12031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Underweight but strong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473" name="" descr=""/>
          <p:cNvPicPr/>
          <p:nvPr/>
        </p:nvPicPr>
        <p:blipFill>
          <a:blip r:embed="rId10"/>
          <a:stretch/>
        </p:blipFill>
        <p:spPr>
          <a:xfrm>
            <a:off x="3488400" y="2214360"/>
            <a:ext cx="821160" cy="2672640"/>
          </a:xfrm>
          <a:prstGeom prst="rect">
            <a:avLst/>
          </a:prstGeom>
          <a:ln w="0">
            <a:noFill/>
          </a:ln>
        </p:spPr>
      </p:pic>
      <p:pic>
        <p:nvPicPr>
          <p:cNvPr id="22474" name="" descr=""/>
          <p:cNvPicPr/>
          <p:nvPr/>
        </p:nvPicPr>
        <p:blipFill>
          <a:blip r:embed="rId11"/>
          <a:stretch/>
        </p:blipFill>
        <p:spPr>
          <a:xfrm>
            <a:off x="6208920" y="2249280"/>
            <a:ext cx="1118160" cy="2652840"/>
          </a:xfrm>
          <a:prstGeom prst="rect">
            <a:avLst/>
          </a:prstGeom>
          <a:ln w="0">
            <a:noFill/>
          </a:ln>
        </p:spPr>
      </p:pic>
      <p:sp>
        <p:nvSpPr>
          <p:cNvPr id="22475" name=""/>
          <p:cNvSpPr/>
          <p:nvPr/>
        </p:nvSpPr>
        <p:spPr>
          <a:xfrm>
            <a:off x="313920" y="4736520"/>
            <a:ext cx="942120" cy="297360"/>
          </a:xfrm>
          <a:custGeom>
            <a:avLst/>
            <a:gdLst/>
            <a:ahLst/>
            <a:rect l="0" t="0" r="r" b="b"/>
            <a:pathLst>
              <a:path w="2617" h="826">
                <a:moveTo>
                  <a:pt x="0" y="137"/>
                </a:moveTo>
                <a:cubicBezTo>
                  <a:pt x="0" y="61"/>
                  <a:pt x="61" y="0"/>
                  <a:pt x="137" y="0"/>
                </a:cubicBezTo>
                <a:lnTo>
                  <a:pt x="2479" y="0"/>
                </a:lnTo>
                <a:cubicBezTo>
                  <a:pt x="2555" y="0"/>
                  <a:pt x="2617" y="61"/>
                  <a:pt x="2617" y="137"/>
                </a:cubicBezTo>
                <a:lnTo>
                  <a:pt x="2617" y="689"/>
                </a:lnTo>
                <a:cubicBezTo>
                  <a:pt x="2617" y="764"/>
                  <a:pt x="2555" y="826"/>
                  <a:pt x="2479" y="826"/>
                </a:cubicBezTo>
                <a:lnTo>
                  <a:pt x="137" y="826"/>
                </a:lnTo>
                <a:cubicBezTo>
                  <a:pt x="61" y="826"/>
                  <a:pt x="0" y="764"/>
                  <a:pt x="0" y="689"/>
                </a:cubicBezTo>
                <a:lnTo>
                  <a:pt x="0" y="137"/>
                </a:lnTo>
                <a:close/>
              </a:path>
            </a:pathLst>
          </a:custGeom>
          <a:solidFill>
            <a:srgbClr val="e7e6e6">
              <a:alpha val="42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76" name=""/>
          <p:cNvSpPr txBox="1"/>
          <p:nvPr/>
        </p:nvSpPr>
        <p:spPr>
          <a:xfrm>
            <a:off x="457920" y="1138320"/>
            <a:ext cx="1811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9 types of Body Shape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77" name=""/>
          <p:cNvSpPr/>
          <p:nvPr/>
        </p:nvSpPr>
        <p:spPr>
          <a:xfrm>
            <a:off x="3427200" y="4736520"/>
            <a:ext cx="943920" cy="297360"/>
          </a:xfrm>
          <a:custGeom>
            <a:avLst/>
            <a:gdLst/>
            <a:ahLst/>
            <a:rect l="0" t="0" r="r" b="b"/>
            <a:pathLst>
              <a:path w="2622" h="826">
                <a:moveTo>
                  <a:pt x="0" y="137"/>
                </a:moveTo>
                <a:cubicBezTo>
                  <a:pt x="0" y="61"/>
                  <a:pt x="62" y="0"/>
                  <a:pt x="138" y="0"/>
                </a:cubicBezTo>
                <a:lnTo>
                  <a:pt x="2484" y="0"/>
                </a:lnTo>
                <a:cubicBezTo>
                  <a:pt x="2560" y="0"/>
                  <a:pt x="2622" y="61"/>
                  <a:pt x="2622" y="137"/>
                </a:cubicBezTo>
                <a:lnTo>
                  <a:pt x="2622" y="689"/>
                </a:lnTo>
                <a:cubicBezTo>
                  <a:pt x="2622" y="764"/>
                  <a:pt x="2560" y="826"/>
                  <a:pt x="2484" y="826"/>
                </a:cubicBezTo>
                <a:lnTo>
                  <a:pt x="138" y="826"/>
                </a:lnTo>
                <a:cubicBezTo>
                  <a:pt x="62" y="826"/>
                  <a:pt x="0" y="764"/>
                  <a:pt x="0" y="689"/>
                </a:cubicBezTo>
                <a:lnTo>
                  <a:pt x="0" y="137"/>
                </a:lnTo>
                <a:close/>
              </a:path>
            </a:pathLst>
          </a:custGeom>
          <a:solidFill>
            <a:srgbClr val="e7e6e6">
              <a:alpha val="42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78" name=""/>
          <p:cNvSpPr txBox="1"/>
          <p:nvPr/>
        </p:nvSpPr>
        <p:spPr>
          <a:xfrm>
            <a:off x="592200" y="4796280"/>
            <a:ext cx="3834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Skinny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79" name=""/>
          <p:cNvSpPr/>
          <p:nvPr/>
        </p:nvSpPr>
        <p:spPr>
          <a:xfrm>
            <a:off x="6269400" y="4751640"/>
            <a:ext cx="942480" cy="295920"/>
          </a:xfrm>
          <a:custGeom>
            <a:avLst/>
            <a:gdLst/>
            <a:ahLst/>
            <a:rect l="0" t="0" r="r" b="b"/>
            <a:pathLst>
              <a:path w="2618" h="822">
                <a:moveTo>
                  <a:pt x="0" y="137"/>
                </a:moveTo>
                <a:cubicBezTo>
                  <a:pt x="0" y="61"/>
                  <a:pt x="62" y="0"/>
                  <a:pt x="137" y="0"/>
                </a:cubicBezTo>
                <a:lnTo>
                  <a:pt x="2481" y="0"/>
                </a:lnTo>
                <a:cubicBezTo>
                  <a:pt x="2556" y="0"/>
                  <a:pt x="2618" y="61"/>
                  <a:pt x="2618" y="137"/>
                </a:cubicBezTo>
                <a:lnTo>
                  <a:pt x="2618" y="685"/>
                </a:lnTo>
                <a:cubicBezTo>
                  <a:pt x="2618" y="761"/>
                  <a:pt x="2556" y="822"/>
                  <a:pt x="2481" y="822"/>
                </a:cubicBezTo>
                <a:lnTo>
                  <a:pt x="137" y="822"/>
                </a:lnTo>
                <a:cubicBezTo>
                  <a:pt x="62" y="822"/>
                  <a:pt x="0" y="761"/>
                  <a:pt x="0" y="685"/>
                </a:cubicBezTo>
                <a:lnTo>
                  <a:pt x="0" y="137"/>
                </a:lnTo>
                <a:close/>
              </a:path>
            </a:pathLst>
          </a:custGeom>
          <a:solidFill>
            <a:srgbClr val="e7e6e6">
              <a:alpha val="42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80" name=""/>
          <p:cNvSpPr txBox="1"/>
          <p:nvPr/>
        </p:nvSpPr>
        <p:spPr>
          <a:xfrm>
            <a:off x="3632040" y="4796280"/>
            <a:ext cx="5324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Standard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481" name="" descr=""/>
          <p:cNvPicPr/>
          <p:nvPr/>
        </p:nvPicPr>
        <p:blipFill>
          <a:blip r:embed="rId12"/>
          <a:stretch/>
        </p:blipFill>
        <p:spPr>
          <a:xfrm>
            <a:off x="4622400" y="4605480"/>
            <a:ext cx="1316520" cy="830160"/>
          </a:xfrm>
          <a:prstGeom prst="rect">
            <a:avLst/>
          </a:prstGeom>
          <a:ln w="0">
            <a:noFill/>
          </a:ln>
        </p:spPr>
      </p:pic>
      <p:pic>
        <p:nvPicPr>
          <p:cNvPr id="22482" name="" descr=""/>
          <p:cNvPicPr/>
          <p:nvPr/>
        </p:nvPicPr>
        <p:blipFill>
          <a:blip r:embed="rId13"/>
          <a:stretch/>
        </p:blipFill>
        <p:spPr>
          <a:xfrm>
            <a:off x="4605480" y="3162240"/>
            <a:ext cx="1326960" cy="834840"/>
          </a:xfrm>
          <a:prstGeom prst="rect">
            <a:avLst/>
          </a:prstGeom>
          <a:ln w="0">
            <a:noFill/>
          </a:ln>
        </p:spPr>
      </p:pic>
      <p:pic>
        <p:nvPicPr>
          <p:cNvPr id="22483" name="" descr=""/>
          <p:cNvPicPr/>
          <p:nvPr/>
        </p:nvPicPr>
        <p:blipFill>
          <a:blip r:embed="rId14"/>
          <a:stretch/>
        </p:blipFill>
        <p:spPr>
          <a:xfrm>
            <a:off x="4602600" y="1743480"/>
            <a:ext cx="1336320" cy="842400"/>
          </a:xfrm>
          <a:prstGeom prst="rect">
            <a:avLst/>
          </a:prstGeom>
          <a:ln w="0">
            <a:noFill/>
          </a:ln>
        </p:spPr>
      </p:pic>
      <p:sp>
        <p:nvSpPr>
          <p:cNvPr id="22484" name=""/>
          <p:cNvSpPr txBox="1"/>
          <p:nvPr/>
        </p:nvSpPr>
        <p:spPr>
          <a:xfrm>
            <a:off x="6398280" y="4811400"/>
            <a:ext cx="6850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Overweight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85" name=""/>
          <p:cNvSpPr txBox="1"/>
          <p:nvPr/>
        </p:nvSpPr>
        <p:spPr>
          <a:xfrm>
            <a:off x="5110920" y="2637720"/>
            <a:ext cx="3877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Healthy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86" name=""/>
          <p:cNvSpPr txBox="1"/>
          <p:nvPr/>
        </p:nvSpPr>
        <p:spPr>
          <a:xfrm>
            <a:off x="4879080" y="4067280"/>
            <a:ext cx="84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Obese and Weak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87" name=""/>
          <p:cNvSpPr txBox="1"/>
          <p:nvPr/>
        </p:nvSpPr>
        <p:spPr>
          <a:xfrm>
            <a:off x="5140440" y="5496840"/>
            <a:ext cx="3283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Strong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88" name=""/>
          <p:cNvSpPr txBox="1"/>
          <p:nvPr/>
        </p:nvSpPr>
        <p:spPr>
          <a:xfrm>
            <a:off x="4776840" y="158076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MalgunGothic"/>
                <a:ea typeface="MalgunGothic"/>
              </a:rPr>
              <a:t>▼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89" name=""/>
          <p:cNvSpPr txBox="1"/>
          <p:nvPr/>
        </p:nvSpPr>
        <p:spPr>
          <a:xfrm>
            <a:off x="5193000" y="158256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바탕"/>
                <a:ea typeface="바탕"/>
              </a:rPr>
              <a:t>▬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490" name="" descr=""/>
          <p:cNvPicPr/>
          <p:nvPr/>
        </p:nvPicPr>
        <p:blipFill>
          <a:blip r:embed="rId15"/>
          <a:stretch/>
        </p:blipFill>
        <p:spPr>
          <a:xfrm>
            <a:off x="7412760" y="4616280"/>
            <a:ext cx="1438200" cy="822600"/>
          </a:xfrm>
          <a:prstGeom prst="rect">
            <a:avLst/>
          </a:prstGeom>
          <a:ln w="0">
            <a:noFill/>
          </a:ln>
        </p:spPr>
      </p:pic>
      <p:pic>
        <p:nvPicPr>
          <p:cNvPr id="22491" name="" descr=""/>
          <p:cNvPicPr/>
          <p:nvPr/>
        </p:nvPicPr>
        <p:blipFill>
          <a:blip r:embed="rId16"/>
          <a:stretch/>
        </p:blipFill>
        <p:spPr>
          <a:xfrm>
            <a:off x="7415640" y="3174480"/>
            <a:ext cx="1449000" cy="824040"/>
          </a:xfrm>
          <a:prstGeom prst="rect">
            <a:avLst/>
          </a:prstGeom>
          <a:ln w="0">
            <a:noFill/>
          </a:ln>
        </p:spPr>
      </p:pic>
      <p:pic>
        <p:nvPicPr>
          <p:cNvPr id="22492" name="" descr=""/>
          <p:cNvPicPr/>
          <p:nvPr/>
        </p:nvPicPr>
        <p:blipFill>
          <a:blip r:embed="rId17"/>
          <a:stretch/>
        </p:blipFill>
        <p:spPr>
          <a:xfrm>
            <a:off x="7412760" y="1744920"/>
            <a:ext cx="1455120" cy="830160"/>
          </a:xfrm>
          <a:prstGeom prst="rect">
            <a:avLst/>
          </a:prstGeom>
          <a:ln w="0">
            <a:noFill/>
          </a:ln>
        </p:spPr>
      </p:pic>
      <p:sp>
        <p:nvSpPr>
          <p:cNvPr id="22493" name=""/>
          <p:cNvSpPr txBox="1"/>
          <p:nvPr/>
        </p:nvSpPr>
        <p:spPr>
          <a:xfrm>
            <a:off x="5665680" y="158076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MalgunGothic"/>
                <a:ea typeface="MalgunGothic"/>
              </a:rPr>
              <a:t>▲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94" name=""/>
          <p:cNvSpPr txBox="1"/>
          <p:nvPr/>
        </p:nvSpPr>
        <p:spPr>
          <a:xfrm>
            <a:off x="7702200" y="2640240"/>
            <a:ext cx="890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Strong and Obese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95" name=""/>
          <p:cNvSpPr txBox="1"/>
          <p:nvPr/>
        </p:nvSpPr>
        <p:spPr>
          <a:xfrm>
            <a:off x="7725240" y="4069800"/>
            <a:ext cx="84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Weak and Obese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96" name=""/>
          <p:cNvSpPr txBox="1"/>
          <p:nvPr/>
        </p:nvSpPr>
        <p:spPr>
          <a:xfrm>
            <a:off x="7985880" y="5499360"/>
            <a:ext cx="3283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Strong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97" name=""/>
          <p:cNvSpPr txBox="1"/>
          <p:nvPr/>
        </p:nvSpPr>
        <p:spPr>
          <a:xfrm>
            <a:off x="7570080" y="158076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MalgunGothic"/>
                <a:ea typeface="MalgunGothic"/>
              </a:rPr>
              <a:t>▼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98" name=""/>
          <p:cNvSpPr txBox="1"/>
          <p:nvPr/>
        </p:nvSpPr>
        <p:spPr>
          <a:xfrm>
            <a:off x="7996680" y="158256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바탕"/>
                <a:ea typeface="바탕"/>
              </a:rPr>
              <a:t>▬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499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00" name=""/>
          <p:cNvSpPr txBox="1"/>
          <p:nvPr/>
        </p:nvSpPr>
        <p:spPr>
          <a:xfrm>
            <a:off x="8519760" y="158076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MalgunGothic"/>
                <a:ea typeface="MalgunGothic"/>
              </a:rPr>
              <a:t>▲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01" name=""/>
          <p:cNvSpPr txBox="1"/>
          <p:nvPr/>
        </p:nvSpPr>
        <p:spPr>
          <a:xfrm>
            <a:off x="132120" y="741600"/>
            <a:ext cx="2055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1. Check Body Type - Muscle-Fat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02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0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504" name="" descr=""/>
          <p:cNvPicPr/>
          <p:nvPr/>
        </p:nvPicPr>
        <p:blipFill>
          <a:blip r:embed="rId1"/>
          <a:stretch/>
        </p:blipFill>
        <p:spPr>
          <a:xfrm>
            <a:off x="0" y="642960"/>
            <a:ext cx="9905760" cy="5571360"/>
          </a:xfrm>
          <a:prstGeom prst="rect">
            <a:avLst/>
          </a:prstGeom>
          <a:ln w="0">
            <a:noFill/>
          </a:ln>
        </p:spPr>
      </p:pic>
      <p:sp>
        <p:nvSpPr>
          <p:cNvPr id="22505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0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507" name="" descr=""/>
          <p:cNvPicPr/>
          <p:nvPr/>
        </p:nvPicPr>
        <p:blipFill>
          <a:blip r:embed="rId1"/>
          <a:stretch/>
        </p:blipFill>
        <p:spPr>
          <a:xfrm>
            <a:off x="0" y="642960"/>
            <a:ext cx="9905760" cy="5571360"/>
          </a:xfrm>
          <a:prstGeom prst="rect">
            <a:avLst/>
          </a:prstGeom>
          <a:ln w="0">
            <a:noFill/>
          </a:ln>
        </p:spPr>
      </p:pic>
      <p:sp>
        <p:nvSpPr>
          <p:cNvPr id="2250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0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510" name="" descr=""/>
          <p:cNvPicPr/>
          <p:nvPr/>
        </p:nvPicPr>
        <p:blipFill>
          <a:blip r:embed="rId1"/>
          <a:stretch/>
        </p:blipFill>
        <p:spPr>
          <a:xfrm>
            <a:off x="0" y="642960"/>
            <a:ext cx="9905760" cy="5571360"/>
          </a:xfrm>
          <a:prstGeom prst="rect">
            <a:avLst/>
          </a:prstGeom>
          <a:ln w="0">
            <a:noFill/>
          </a:ln>
        </p:spPr>
      </p:pic>
      <p:sp>
        <p:nvSpPr>
          <p:cNvPr id="22511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1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13" name=""/>
          <p:cNvSpPr/>
          <p:nvPr/>
        </p:nvSpPr>
        <p:spPr>
          <a:xfrm>
            <a:off x="2727720" y="1283040"/>
            <a:ext cx="995760" cy="110160"/>
          </a:xfrm>
          <a:custGeom>
            <a:avLst/>
            <a:gdLst/>
            <a:ahLst/>
            <a:rect l="0" t="0" r="r" b="b"/>
            <a:pathLst>
              <a:path w="2766" h="306">
                <a:moveTo>
                  <a:pt x="0" y="306"/>
                </a:moveTo>
                <a:lnTo>
                  <a:pt x="2766" y="306"/>
                </a:lnTo>
                <a:lnTo>
                  <a:pt x="2766" y="0"/>
                </a:lnTo>
                <a:lnTo>
                  <a:pt x="0" y="0"/>
                </a:lnTo>
                <a:lnTo>
                  <a:pt x="0" y="30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2514" name="" descr=""/>
          <p:cNvPicPr/>
          <p:nvPr/>
        </p:nvPicPr>
        <p:blipFill>
          <a:blip r:embed="rId1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2515" name="" descr=""/>
          <p:cNvPicPr/>
          <p:nvPr/>
        </p:nvPicPr>
        <p:blipFill>
          <a:blip r:embed="rId2"/>
          <a:stretch/>
        </p:blipFill>
        <p:spPr>
          <a:xfrm rot="18660000">
            <a:off x="8707320" y="70272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2516" name="" descr=""/>
          <p:cNvPicPr/>
          <p:nvPr/>
        </p:nvPicPr>
        <p:blipFill>
          <a:blip r:embed="rId3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2517" name="" descr=""/>
          <p:cNvPicPr/>
          <p:nvPr/>
        </p:nvPicPr>
        <p:blipFill>
          <a:blip r:embed="rId4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2518" name="" descr=""/>
          <p:cNvPicPr/>
          <p:nvPr/>
        </p:nvPicPr>
        <p:blipFill>
          <a:blip r:embed="rId5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sp>
        <p:nvSpPr>
          <p:cNvPr id="22519" name=""/>
          <p:cNvSpPr/>
          <p:nvPr/>
        </p:nvSpPr>
        <p:spPr>
          <a:xfrm>
            <a:off x="325800" y="1074240"/>
            <a:ext cx="39960" cy="299160"/>
          </a:xfrm>
          <a:custGeom>
            <a:avLst/>
            <a:gdLst/>
            <a:ahLst/>
            <a:rect l="0" t="0" r="r" b="b"/>
            <a:pathLst>
              <a:path w="111" h="831">
                <a:moveTo>
                  <a:pt x="0" y="831"/>
                </a:moveTo>
                <a:lnTo>
                  <a:pt x="111" y="831"/>
                </a:lnTo>
                <a:lnTo>
                  <a:pt x="111" y="0"/>
                </a:lnTo>
                <a:lnTo>
                  <a:pt x="0" y="0"/>
                </a:lnTo>
                <a:lnTo>
                  <a:pt x="0" y="831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520" name=""/>
          <p:cNvSpPr/>
          <p:nvPr/>
        </p:nvSpPr>
        <p:spPr>
          <a:xfrm>
            <a:off x="6489000" y="4355280"/>
            <a:ext cx="920880" cy="12960"/>
          </a:xfrm>
          <a:custGeom>
            <a:avLst/>
            <a:gdLst/>
            <a:ahLst/>
            <a:rect l="0" t="0" r="r" b="b"/>
            <a:pathLst>
              <a:path w="2558" h="36">
                <a:moveTo>
                  <a:pt x="0" y="0"/>
                </a:moveTo>
                <a:lnTo>
                  <a:pt x="2558" y="0"/>
                </a:lnTo>
                <a:lnTo>
                  <a:pt x="2558" y="36"/>
                </a:lnTo>
                <a:lnTo>
                  <a:pt x="0" y="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1" name=""/>
          <p:cNvSpPr/>
          <p:nvPr/>
        </p:nvSpPr>
        <p:spPr>
          <a:xfrm>
            <a:off x="6489000" y="4367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2" name=""/>
          <p:cNvSpPr/>
          <p:nvPr/>
        </p:nvSpPr>
        <p:spPr>
          <a:xfrm>
            <a:off x="6489000" y="43711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3" name=""/>
          <p:cNvSpPr/>
          <p:nvPr/>
        </p:nvSpPr>
        <p:spPr>
          <a:xfrm>
            <a:off x="6489000" y="437400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4" name=""/>
          <p:cNvSpPr/>
          <p:nvPr/>
        </p:nvSpPr>
        <p:spPr>
          <a:xfrm>
            <a:off x="6489000" y="43804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5" name=""/>
          <p:cNvSpPr/>
          <p:nvPr/>
        </p:nvSpPr>
        <p:spPr>
          <a:xfrm>
            <a:off x="6489000" y="4383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6" name=""/>
          <p:cNvSpPr/>
          <p:nvPr/>
        </p:nvSpPr>
        <p:spPr>
          <a:xfrm>
            <a:off x="6489000" y="438660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7" name=""/>
          <p:cNvSpPr/>
          <p:nvPr/>
        </p:nvSpPr>
        <p:spPr>
          <a:xfrm>
            <a:off x="6489000" y="4392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8" name=""/>
          <p:cNvSpPr/>
          <p:nvPr/>
        </p:nvSpPr>
        <p:spPr>
          <a:xfrm>
            <a:off x="6489000" y="4395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29" name=""/>
          <p:cNvSpPr/>
          <p:nvPr/>
        </p:nvSpPr>
        <p:spPr>
          <a:xfrm>
            <a:off x="6489000" y="439884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0" name=""/>
          <p:cNvSpPr/>
          <p:nvPr/>
        </p:nvSpPr>
        <p:spPr>
          <a:xfrm>
            <a:off x="6489000" y="440532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1" name=""/>
          <p:cNvSpPr/>
          <p:nvPr/>
        </p:nvSpPr>
        <p:spPr>
          <a:xfrm>
            <a:off x="6489000" y="4411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2" name=""/>
          <p:cNvSpPr/>
          <p:nvPr/>
        </p:nvSpPr>
        <p:spPr>
          <a:xfrm>
            <a:off x="6489000" y="44146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3" name=""/>
          <p:cNvSpPr/>
          <p:nvPr/>
        </p:nvSpPr>
        <p:spPr>
          <a:xfrm>
            <a:off x="6489000" y="4417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4" name=""/>
          <p:cNvSpPr/>
          <p:nvPr/>
        </p:nvSpPr>
        <p:spPr>
          <a:xfrm>
            <a:off x="6489000" y="4420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5" name=""/>
          <p:cNvSpPr/>
          <p:nvPr/>
        </p:nvSpPr>
        <p:spPr>
          <a:xfrm>
            <a:off x="6489000" y="442404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6" name=""/>
          <p:cNvSpPr/>
          <p:nvPr/>
        </p:nvSpPr>
        <p:spPr>
          <a:xfrm>
            <a:off x="6489000" y="4430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7" name=""/>
          <p:cNvSpPr/>
          <p:nvPr/>
        </p:nvSpPr>
        <p:spPr>
          <a:xfrm>
            <a:off x="6489000" y="44334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8" name=""/>
          <p:cNvSpPr/>
          <p:nvPr/>
        </p:nvSpPr>
        <p:spPr>
          <a:xfrm>
            <a:off x="6489000" y="443628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39" name=""/>
          <p:cNvSpPr/>
          <p:nvPr/>
        </p:nvSpPr>
        <p:spPr>
          <a:xfrm>
            <a:off x="6489000" y="44427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0" name=""/>
          <p:cNvSpPr/>
          <p:nvPr/>
        </p:nvSpPr>
        <p:spPr>
          <a:xfrm>
            <a:off x="6489000" y="4445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1" name=""/>
          <p:cNvSpPr/>
          <p:nvPr/>
        </p:nvSpPr>
        <p:spPr>
          <a:xfrm>
            <a:off x="6489000" y="444888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2" name=""/>
          <p:cNvSpPr/>
          <p:nvPr/>
        </p:nvSpPr>
        <p:spPr>
          <a:xfrm>
            <a:off x="6489000" y="4455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3" name=""/>
          <p:cNvSpPr/>
          <p:nvPr/>
        </p:nvSpPr>
        <p:spPr>
          <a:xfrm>
            <a:off x="6489000" y="44582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4" name=""/>
          <p:cNvSpPr/>
          <p:nvPr/>
        </p:nvSpPr>
        <p:spPr>
          <a:xfrm>
            <a:off x="6489000" y="446112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5" name=""/>
          <p:cNvSpPr/>
          <p:nvPr/>
        </p:nvSpPr>
        <p:spPr>
          <a:xfrm>
            <a:off x="6489000" y="4467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6" name=""/>
          <p:cNvSpPr/>
          <p:nvPr/>
        </p:nvSpPr>
        <p:spPr>
          <a:xfrm>
            <a:off x="6489000" y="4470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7" name=""/>
          <p:cNvSpPr/>
          <p:nvPr/>
        </p:nvSpPr>
        <p:spPr>
          <a:xfrm>
            <a:off x="6489000" y="447372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8" name=""/>
          <p:cNvSpPr/>
          <p:nvPr/>
        </p:nvSpPr>
        <p:spPr>
          <a:xfrm>
            <a:off x="6489000" y="4479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49" name=""/>
          <p:cNvSpPr/>
          <p:nvPr/>
        </p:nvSpPr>
        <p:spPr>
          <a:xfrm>
            <a:off x="6489000" y="4483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0" name=""/>
          <p:cNvSpPr/>
          <p:nvPr/>
        </p:nvSpPr>
        <p:spPr>
          <a:xfrm>
            <a:off x="6489000" y="44863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1" name=""/>
          <p:cNvSpPr/>
          <p:nvPr/>
        </p:nvSpPr>
        <p:spPr>
          <a:xfrm>
            <a:off x="6489000" y="4489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2" name=""/>
          <p:cNvSpPr/>
          <p:nvPr/>
        </p:nvSpPr>
        <p:spPr>
          <a:xfrm>
            <a:off x="6489000" y="449244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a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3" name=""/>
          <p:cNvSpPr/>
          <p:nvPr/>
        </p:nvSpPr>
        <p:spPr>
          <a:xfrm>
            <a:off x="6489000" y="4498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4" name=""/>
          <p:cNvSpPr/>
          <p:nvPr/>
        </p:nvSpPr>
        <p:spPr>
          <a:xfrm>
            <a:off x="6489000" y="45018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5" name=""/>
          <p:cNvSpPr/>
          <p:nvPr/>
        </p:nvSpPr>
        <p:spPr>
          <a:xfrm>
            <a:off x="6489000" y="45046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6" name=""/>
          <p:cNvSpPr/>
          <p:nvPr/>
        </p:nvSpPr>
        <p:spPr>
          <a:xfrm>
            <a:off x="6489000" y="4507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7" name=""/>
          <p:cNvSpPr/>
          <p:nvPr/>
        </p:nvSpPr>
        <p:spPr>
          <a:xfrm>
            <a:off x="6489000" y="45111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8" name=""/>
          <p:cNvSpPr/>
          <p:nvPr/>
        </p:nvSpPr>
        <p:spPr>
          <a:xfrm>
            <a:off x="6489000" y="45140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59" name=""/>
          <p:cNvSpPr/>
          <p:nvPr/>
        </p:nvSpPr>
        <p:spPr>
          <a:xfrm>
            <a:off x="6489000" y="451728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9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0" name=""/>
          <p:cNvSpPr/>
          <p:nvPr/>
        </p:nvSpPr>
        <p:spPr>
          <a:xfrm>
            <a:off x="6489000" y="45234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1" name=""/>
          <p:cNvSpPr/>
          <p:nvPr/>
        </p:nvSpPr>
        <p:spPr>
          <a:xfrm>
            <a:off x="6489000" y="4526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2" name=""/>
          <p:cNvSpPr/>
          <p:nvPr/>
        </p:nvSpPr>
        <p:spPr>
          <a:xfrm>
            <a:off x="6489000" y="452988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8f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3" name=""/>
          <p:cNvSpPr/>
          <p:nvPr/>
        </p:nvSpPr>
        <p:spPr>
          <a:xfrm>
            <a:off x="6489000" y="4536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4" name=""/>
          <p:cNvSpPr/>
          <p:nvPr/>
        </p:nvSpPr>
        <p:spPr>
          <a:xfrm>
            <a:off x="6489000" y="45392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5" name=""/>
          <p:cNvSpPr/>
          <p:nvPr/>
        </p:nvSpPr>
        <p:spPr>
          <a:xfrm>
            <a:off x="6489000" y="45421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6" name=""/>
          <p:cNvSpPr/>
          <p:nvPr/>
        </p:nvSpPr>
        <p:spPr>
          <a:xfrm>
            <a:off x="6489000" y="4545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7" name=""/>
          <p:cNvSpPr/>
          <p:nvPr/>
        </p:nvSpPr>
        <p:spPr>
          <a:xfrm>
            <a:off x="6489000" y="4548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8" name=""/>
          <p:cNvSpPr/>
          <p:nvPr/>
        </p:nvSpPr>
        <p:spPr>
          <a:xfrm>
            <a:off x="6489000" y="45514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69" name=""/>
          <p:cNvSpPr/>
          <p:nvPr/>
        </p:nvSpPr>
        <p:spPr>
          <a:xfrm>
            <a:off x="6489000" y="4554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0" name=""/>
          <p:cNvSpPr/>
          <p:nvPr/>
        </p:nvSpPr>
        <p:spPr>
          <a:xfrm>
            <a:off x="6489000" y="4557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1" name=""/>
          <p:cNvSpPr/>
          <p:nvPr/>
        </p:nvSpPr>
        <p:spPr>
          <a:xfrm>
            <a:off x="6489000" y="4560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2" name=""/>
          <p:cNvSpPr/>
          <p:nvPr/>
        </p:nvSpPr>
        <p:spPr>
          <a:xfrm>
            <a:off x="6489000" y="45640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3" name=""/>
          <p:cNvSpPr/>
          <p:nvPr/>
        </p:nvSpPr>
        <p:spPr>
          <a:xfrm>
            <a:off x="6489000" y="4566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4" name=""/>
          <p:cNvSpPr/>
          <p:nvPr/>
        </p:nvSpPr>
        <p:spPr>
          <a:xfrm>
            <a:off x="6489000" y="4570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5" name=""/>
          <p:cNvSpPr/>
          <p:nvPr/>
        </p:nvSpPr>
        <p:spPr>
          <a:xfrm>
            <a:off x="6489000" y="45734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6" name=""/>
          <p:cNvSpPr/>
          <p:nvPr/>
        </p:nvSpPr>
        <p:spPr>
          <a:xfrm>
            <a:off x="6489000" y="45763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7" name=""/>
          <p:cNvSpPr/>
          <p:nvPr/>
        </p:nvSpPr>
        <p:spPr>
          <a:xfrm>
            <a:off x="6489000" y="4579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8" name=""/>
          <p:cNvSpPr/>
          <p:nvPr/>
        </p:nvSpPr>
        <p:spPr>
          <a:xfrm>
            <a:off x="6489000" y="45828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79" name=""/>
          <p:cNvSpPr/>
          <p:nvPr/>
        </p:nvSpPr>
        <p:spPr>
          <a:xfrm>
            <a:off x="6489000" y="458568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3e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0" name=""/>
          <p:cNvSpPr/>
          <p:nvPr/>
        </p:nvSpPr>
        <p:spPr>
          <a:xfrm>
            <a:off x="6489000" y="45921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2e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1" name=""/>
          <p:cNvSpPr/>
          <p:nvPr/>
        </p:nvSpPr>
        <p:spPr>
          <a:xfrm>
            <a:off x="6489000" y="45950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2e6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2" name=""/>
          <p:cNvSpPr/>
          <p:nvPr/>
        </p:nvSpPr>
        <p:spPr>
          <a:xfrm>
            <a:off x="6489000" y="45982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3" name=""/>
          <p:cNvSpPr/>
          <p:nvPr/>
        </p:nvSpPr>
        <p:spPr>
          <a:xfrm>
            <a:off x="6489000" y="46015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4" name=""/>
          <p:cNvSpPr/>
          <p:nvPr/>
        </p:nvSpPr>
        <p:spPr>
          <a:xfrm>
            <a:off x="6489000" y="460440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1e4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5" name=""/>
          <p:cNvSpPr/>
          <p:nvPr/>
        </p:nvSpPr>
        <p:spPr>
          <a:xfrm>
            <a:off x="6489000" y="46108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0e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6" name=""/>
          <p:cNvSpPr/>
          <p:nvPr/>
        </p:nvSpPr>
        <p:spPr>
          <a:xfrm>
            <a:off x="6489000" y="4613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0e2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7" name=""/>
          <p:cNvSpPr/>
          <p:nvPr/>
        </p:nvSpPr>
        <p:spPr>
          <a:xfrm>
            <a:off x="6489000" y="46170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0e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8" name=""/>
          <p:cNvSpPr/>
          <p:nvPr/>
        </p:nvSpPr>
        <p:spPr>
          <a:xfrm>
            <a:off x="6489000" y="4619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0e1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89" name=""/>
          <p:cNvSpPr/>
          <p:nvPr/>
        </p:nvSpPr>
        <p:spPr>
          <a:xfrm>
            <a:off x="6489000" y="462312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efe0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0" name=""/>
          <p:cNvSpPr/>
          <p:nvPr/>
        </p:nvSpPr>
        <p:spPr>
          <a:xfrm>
            <a:off x="6489000" y="46292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eedf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1" name=""/>
          <p:cNvSpPr/>
          <p:nvPr/>
        </p:nvSpPr>
        <p:spPr>
          <a:xfrm>
            <a:off x="6489000" y="4632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ede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2" name=""/>
          <p:cNvSpPr/>
          <p:nvPr/>
        </p:nvSpPr>
        <p:spPr>
          <a:xfrm>
            <a:off x="6489000" y="46357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3" name=""/>
          <p:cNvSpPr/>
          <p:nvPr/>
        </p:nvSpPr>
        <p:spPr>
          <a:xfrm>
            <a:off x="6489000" y="46386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4" name=""/>
          <p:cNvSpPr/>
          <p:nvPr/>
        </p:nvSpPr>
        <p:spPr>
          <a:xfrm>
            <a:off x="6489000" y="4641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ddc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5" name=""/>
          <p:cNvSpPr/>
          <p:nvPr/>
        </p:nvSpPr>
        <p:spPr>
          <a:xfrm>
            <a:off x="6489000" y="46450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ddb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6" name=""/>
          <p:cNvSpPr/>
          <p:nvPr/>
        </p:nvSpPr>
        <p:spPr>
          <a:xfrm>
            <a:off x="6489000" y="4647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7" name=""/>
          <p:cNvSpPr/>
          <p:nvPr/>
        </p:nvSpPr>
        <p:spPr>
          <a:xfrm>
            <a:off x="6489000" y="4651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8" name=""/>
          <p:cNvSpPr/>
          <p:nvPr/>
        </p:nvSpPr>
        <p:spPr>
          <a:xfrm>
            <a:off x="6489000" y="46544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b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599" name=""/>
          <p:cNvSpPr/>
          <p:nvPr/>
        </p:nvSpPr>
        <p:spPr>
          <a:xfrm>
            <a:off x="6489000" y="46573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bd8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0" name=""/>
          <p:cNvSpPr/>
          <p:nvPr/>
        </p:nvSpPr>
        <p:spPr>
          <a:xfrm>
            <a:off x="6489000" y="4660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ad7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1" name=""/>
          <p:cNvSpPr/>
          <p:nvPr/>
        </p:nvSpPr>
        <p:spPr>
          <a:xfrm>
            <a:off x="6489000" y="46638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ad6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2" name=""/>
          <p:cNvSpPr/>
          <p:nvPr/>
        </p:nvSpPr>
        <p:spPr>
          <a:xfrm>
            <a:off x="6489000" y="46666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ead5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3" name=""/>
          <p:cNvSpPr/>
          <p:nvPr/>
        </p:nvSpPr>
        <p:spPr>
          <a:xfrm>
            <a:off x="6489000" y="4669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ad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4" name=""/>
          <p:cNvSpPr/>
          <p:nvPr/>
        </p:nvSpPr>
        <p:spPr>
          <a:xfrm>
            <a:off x="6489000" y="46731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9d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5" name=""/>
          <p:cNvSpPr/>
          <p:nvPr/>
        </p:nvSpPr>
        <p:spPr>
          <a:xfrm>
            <a:off x="6489000" y="46760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9d3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6" name=""/>
          <p:cNvSpPr/>
          <p:nvPr/>
        </p:nvSpPr>
        <p:spPr>
          <a:xfrm>
            <a:off x="6489000" y="46792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8d2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7" name=""/>
          <p:cNvSpPr/>
          <p:nvPr/>
        </p:nvSpPr>
        <p:spPr>
          <a:xfrm>
            <a:off x="6489000" y="4682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8d1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8" name=""/>
          <p:cNvSpPr/>
          <p:nvPr/>
        </p:nvSpPr>
        <p:spPr>
          <a:xfrm>
            <a:off x="6489000" y="46854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7d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09" name=""/>
          <p:cNvSpPr/>
          <p:nvPr/>
        </p:nvSpPr>
        <p:spPr>
          <a:xfrm>
            <a:off x="6489000" y="46886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7c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0" name=""/>
          <p:cNvSpPr/>
          <p:nvPr/>
        </p:nvSpPr>
        <p:spPr>
          <a:xfrm>
            <a:off x="6489000" y="46915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6ce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1" name=""/>
          <p:cNvSpPr/>
          <p:nvPr/>
        </p:nvSpPr>
        <p:spPr>
          <a:xfrm>
            <a:off x="6489000" y="4694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6cd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2" name=""/>
          <p:cNvSpPr/>
          <p:nvPr/>
        </p:nvSpPr>
        <p:spPr>
          <a:xfrm>
            <a:off x="6489000" y="46980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5c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3" name=""/>
          <p:cNvSpPr/>
          <p:nvPr/>
        </p:nvSpPr>
        <p:spPr>
          <a:xfrm>
            <a:off x="6489000" y="4700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5c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4" name=""/>
          <p:cNvSpPr/>
          <p:nvPr/>
        </p:nvSpPr>
        <p:spPr>
          <a:xfrm>
            <a:off x="6489000" y="470412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e4c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5" name=""/>
          <p:cNvSpPr/>
          <p:nvPr/>
        </p:nvSpPr>
        <p:spPr>
          <a:xfrm>
            <a:off x="6489000" y="47073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4c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6" name=""/>
          <p:cNvSpPr/>
          <p:nvPr/>
        </p:nvSpPr>
        <p:spPr>
          <a:xfrm>
            <a:off x="6489000" y="47102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4c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7" name=""/>
          <p:cNvSpPr/>
          <p:nvPr/>
        </p:nvSpPr>
        <p:spPr>
          <a:xfrm>
            <a:off x="6489000" y="4713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4c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8" name=""/>
          <p:cNvSpPr/>
          <p:nvPr/>
        </p:nvSpPr>
        <p:spPr>
          <a:xfrm>
            <a:off x="6489000" y="47167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3c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19" name=""/>
          <p:cNvSpPr/>
          <p:nvPr/>
        </p:nvSpPr>
        <p:spPr>
          <a:xfrm>
            <a:off x="6489000" y="47196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3c5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0" name=""/>
          <p:cNvSpPr/>
          <p:nvPr/>
        </p:nvSpPr>
        <p:spPr>
          <a:xfrm>
            <a:off x="6489000" y="4722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2c4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1" name=""/>
          <p:cNvSpPr/>
          <p:nvPr/>
        </p:nvSpPr>
        <p:spPr>
          <a:xfrm>
            <a:off x="6489000" y="47260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2c3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2" name=""/>
          <p:cNvSpPr/>
          <p:nvPr/>
        </p:nvSpPr>
        <p:spPr>
          <a:xfrm>
            <a:off x="6489000" y="4728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1c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3" name=""/>
          <p:cNvSpPr/>
          <p:nvPr/>
        </p:nvSpPr>
        <p:spPr>
          <a:xfrm>
            <a:off x="6489000" y="47322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1c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4" name=""/>
          <p:cNvSpPr/>
          <p:nvPr/>
        </p:nvSpPr>
        <p:spPr>
          <a:xfrm>
            <a:off x="6489000" y="4735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0c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5" name=""/>
          <p:cNvSpPr/>
          <p:nvPr/>
        </p:nvSpPr>
        <p:spPr>
          <a:xfrm>
            <a:off x="6489000" y="47383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0b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6" name=""/>
          <p:cNvSpPr/>
          <p:nvPr/>
        </p:nvSpPr>
        <p:spPr>
          <a:xfrm>
            <a:off x="6489000" y="47415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fb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7" name=""/>
          <p:cNvSpPr/>
          <p:nvPr/>
        </p:nvSpPr>
        <p:spPr>
          <a:xfrm>
            <a:off x="6489000" y="47444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dfb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8" name=""/>
          <p:cNvSpPr/>
          <p:nvPr/>
        </p:nvSpPr>
        <p:spPr>
          <a:xfrm>
            <a:off x="6489000" y="47476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ebc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29" name=""/>
          <p:cNvSpPr/>
          <p:nvPr/>
        </p:nvSpPr>
        <p:spPr>
          <a:xfrm>
            <a:off x="6489000" y="47509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ebb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0" name=""/>
          <p:cNvSpPr/>
          <p:nvPr/>
        </p:nvSpPr>
        <p:spPr>
          <a:xfrm>
            <a:off x="6489000" y="4753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dba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1" name=""/>
          <p:cNvSpPr/>
          <p:nvPr/>
        </p:nvSpPr>
        <p:spPr>
          <a:xfrm>
            <a:off x="6489000" y="47570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db9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2" name=""/>
          <p:cNvSpPr/>
          <p:nvPr/>
        </p:nvSpPr>
        <p:spPr>
          <a:xfrm>
            <a:off x="6489000" y="47602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cb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3" name=""/>
          <p:cNvSpPr/>
          <p:nvPr/>
        </p:nvSpPr>
        <p:spPr>
          <a:xfrm>
            <a:off x="6489000" y="4763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cb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4" name=""/>
          <p:cNvSpPr/>
          <p:nvPr/>
        </p:nvSpPr>
        <p:spPr>
          <a:xfrm>
            <a:off x="6489000" y="47664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bb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5" name=""/>
          <p:cNvSpPr/>
          <p:nvPr/>
        </p:nvSpPr>
        <p:spPr>
          <a:xfrm>
            <a:off x="6489000" y="47696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bb4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6" name=""/>
          <p:cNvSpPr/>
          <p:nvPr/>
        </p:nvSpPr>
        <p:spPr>
          <a:xfrm>
            <a:off x="6489000" y="47725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ab3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7" name=""/>
          <p:cNvSpPr/>
          <p:nvPr/>
        </p:nvSpPr>
        <p:spPr>
          <a:xfrm>
            <a:off x="6489000" y="4775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ab2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8" name=""/>
          <p:cNvSpPr/>
          <p:nvPr/>
        </p:nvSpPr>
        <p:spPr>
          <a:xfrm>
            <a:off x="6489000" y="47790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9b0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39" name=""/>
          <p:cNvSpPr/>
          <p:nvPr/>
        </p:nvSpPr>
        <p:spPr>
          <a:xfrm>
            <a:off x="6489000" y="47818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d9af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0" name=""/>
          <p:cNvSpPr/>
          <p:nvPr/>
        </p:nvSpPr>
        <p:spPr>
          <a:xfrm>
            <a:off x="6489000" y="47851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8ae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1" name=""/>
          <p:cNvSpPr/>
          <p:nvPr/>
        </p:nvSpPr>
        <p:spPr>
          <a:xfrm>
            <a:off x="6489000" y="47883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8a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2" name=""/>
          <p:cNvSpPr/>
          <p:nvPr/>
        </p:nvSpPr>
        <p:spPr>
          <a:xfrm>
            <a:off x="6489000" y="47912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7a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3" name=""/>
          <p:cNvSpPr/>
          <p:nvPr/>
        </p:nvSpPr>
        <p:spPr>
          <a:xfrm>
            <a:off x="6489000" y="47944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7a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4" name=""/>
          <p:cNvSpPr/>
          <p:nvPr/>
        </p:nvSpPr>
        <p:spPr>
          <a:xfrm>
            <a:off x="6489000" y="4797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6a9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5" name=""/>
          <p:cNvSpPr/>
          <p:nvPr/>
        </p:nvSpPr>
        <p:spPr>
          <a:xfrm>
            <a:off x="6489000" y="48006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6a8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6" name=""/>
          <p:cNvSpPr/>
          <p:nvPr/>
        </p:nvSpPr>
        <p:spPr>
          <a:xfrm>
            <a:off x="6489000" y="48038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5a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7" name=""/>
          <p:cNvSpPr/>
          <p:nvPr/>
        </p:nvSpPr>
        <p:spPr>
          <a:xfrm>
            <a:off x="6489000" y="4806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5a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8" name=""/>
          <p:cNvSpPr/>
          <p:nvPr/>
        </p:nvSpPr>
        <p:spPr>
          <a:xfrm>
            <a:off x="6489000" y="4809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4a4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49" name=""/>
          <p:cNvSpPr/>
          <p:nvPr/>
        </p:nvSpPr>
        <p:spPr>
          <a:xfrm>
            <a:off x="6489000" y="48132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4a3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0" name=""/>
          <p:cNvSpPr/>
          <p:nvPr/>
        </p:nvSpPr>
        <p:spPr>
          <a:xfrm>
            <a:off x="6489000" y="4816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3a2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1" name=""/>
          <p:cNvSpPr/>
          <p:nvPr/>
        </p:nvSpPr>
        <p:spPr>
          <a:xfrm>
            <a:off x="6489000" y="481932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d3a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2" name=""/>
          <p:cNvSpPr/>
          <p:nvPr/>
        </p:nvSpPr>
        <p:spPr>
          <a:xfrm>
            <a:off x="6489000" y="48225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39f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3" name=""/>
          <p:cNvSpPr/>
          <p:nvPr/>
        </p:nvSpPr>
        <p:spPr>
          <a:xfrm>
            <a:off x="6489000" y="4825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39e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4" name=""/>
          <p:cNvSpPr/>
          <p:nvPr/>
        </p:nvSpPr>
        <p:spPr>
          <a:xfrm>
            <a:off x="6489000" y="48286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29d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5" name=""/>
          <p:cNvSpPr/>
          <p:nvPr/>
        </p:nvSpPr>
        <p:spPr>
          <a:xfrm>
            <a:off x="6489000" y="48319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29c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6" name=""/>
          <p:cNvSpPr/>
          <p:nvPr/>
        </p:nvSpPr>
        <p:spPr>
          <a:xfrm>
            <a:off x="6489000" y="4834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19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7" name=""/>
          <p:cNvSpPr/>
          <p:nvPr/>
        </p:nvSpPr>
        <p:spPr>
          <a:xfrm>
            <a:off x="6489000" y="48380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19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8" name=""/>
          <p:cNvSpPr/>
          <p:nvPr/>
        </p:nvSpPr>
        <p:spPr>
          <a:xfrm>
            <a:off x="6489000" y="48412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09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59" name=""/>
          <p:cNvSpPr/>
          <p:nvPr/>
        </p:nvSpPr>
        <p:spPr>
          <a:xfrm>
            <a:off x="6489000" y="4844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09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0" name=""/>
          <p:cNvSpPr/>
          <p:nvPr/>
        </p:nvSpPr>
        <p:spPr>
          <a:xfrm>
            <a:off x="6489000" y="48474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f95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1" name=""/>
          <p:cNvSpPr/>
          <p:nvPr/>
        </p:nvSpPr>
        <p:spPr>
          <a:xfrm>
            <a:off x="6489000" y="48502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f94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2" name=""/>
          <p:cNvSpPr/>
          <p:nvPr/>
        </p:nvSpPr>
        <p:spPr>
          <a:xfrm>
            <a:off x="6489000" y="48535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e92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3" name=""/>
          <p:cNvSpPr/>
          <p:nvPr/>
        </p:nvSpPr>
        <p:spPr>
          <a:xfrm>
            <a:off x="6489000" y="48567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e91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4" name=""/>
          <p:cNvSpPr/>
          <p:nvPr/>
        </p:nvSpPr>
        <p:spPr>
          <a:xfrm>
            <a:off x="6489000" y="48596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cd90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5" name=""/>
          <p:cNvSpPr/>
          <p:nvPr/>
        </p:nvSpPr>
        <p:spPr>
          <a:xfrm>
            <a:off x="6489000" y="4862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d8f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6" name=""/>
          <p:cNvSpPr/>
          <p:nvPr/>
        </p:nvSpPr>
        <p:spPr>
          <a:xfrm>
            <a:off x="6489000" y="48661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c8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7" name=""/>
          <p:cNvSpPr/>
          <p:nvPr/>
        </p:nvSpPr>
        <p:spPr>
          <a:xfrm>
            <a:off x="6489000" y="4869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c8c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8" name=""/>
          <p:cNvSpPr/>
          <p:nvPr/>
        </p:nvSpPr>
        <p:spPr>
          <a:xfrm>
            <a:off x="6489000" y="48722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b8b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69" name=""/>
          <p:cNvSpPr/>
          <p:nvPr/>
        </p:nvSpPr>
        <p:spPr>
          <a:xfrm>
            <a:off x="6489000" y="48754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b8a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670" name=""/>
          <p:cNvSpPr/>
          <p:nvPr/>
        </p:nvSpPr>
        <p:spPr>
          <a:xfrm>
            <a:off x="6489000" y="4878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a8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71" name=""/>
          <p:cNvSpPr/>
          <p:nvPr/>
        </p:nvSpPr>
        <p:spPr>
          <a:xfrm>
            <a:off x="6489000" y="48816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a8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72" name=""/>
          <p:cNvSpPr/>
          <p:nvPr/>
        </p:nvSpPr>
        <p:spPr>
          <a:xfrm>
            <a:off x="6489000" y="48848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98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73" name=""/>
          <p:cNvSpPr/>
          <p:nvPr/>
        </p:nvSpPr>
        <p:spPr>
          <a:xfrm>
            <a:off x="6489000" y="4887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98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74" name=""/>
          <p:cNvSpPr/>
          <p:nvPr/>
        </p:nvSpPr>
        <p:spPr>
          <a:xfrm>
            <a:off x="6489000" y="4890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98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75" name=""/>
          <p:cNvSpPr/>
          <p:nvPr/>
        </p:nvSpPr>
        <p:spPr>
          <a:xfrm>
            <a:off x="6489000" y="48942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98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76" name=""/>
          <p:cNvSpPr/>
          <p:nvPr/>
        </p:nvSpPr>
        <p:spPr>
          <a:xfrm>
            <a:off x="6489000" y="48970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c880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77" name=""/>
          <p:cNvSpPr/>
          <p:nvPr/>
        </p:nvSpPr>
        <p:spPr>
          <a:xfrm>
            <a:off x="6489000" y="49003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87f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78" name=""/>
          <p:cNvSpPr/>
          <p:nvPr/>
        </p:nvSpPr>
        <p:spPr>
          <a:xfrm>
            <a:off x="6489000" y="49035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77d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79" name=""/>
          <p:cNvSpPr/>
          <p:nvPr/>
        </p:nvSpPr>
        <p:spPr>
          <a:xfrm>
            <a:off x="6489000" y="4906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77c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0" name=""/>
          <p:cNvSpPr/>
          <p:nvPr/>
        </p:nvSpPr>
        <p:spPr>
          <a:xfrm>
            <a:off x="6489000" y="49096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67b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1" name=""/>
          <p:cNvSpPr/>
          <p:nvPr/>
        </p:nvSpPr>
        <p:spPr>
          <a:xfrm>
            <a:off x="6489000" y="4912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67a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2" name=""/>
          <p:cNvSpPr/>
          <p:nvPr/>
        </p:nvSpPr>
        <p:spPr>
          <a:xfrm>
            <a:off x="6489000" y="4915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578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3" name=""/>
          <p:cNvSpPr/>
          <p:nvPr/>
        </p:nvSpPr>
        <p:spPr>
          <a:xfrm>
            <a:off x="6489000" y="49190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577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4" name=""/>
          <p:cNvSpPr/>
          <p:nvPr/>
        </p:nvSpPr>
        <p:spPr>
          <a:xfrm>
            <a:off x="6489000" y="4921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57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5" name=""/>
          <p:cNvSpPr/>
          <p:nvPr/>
        </p:nvSpPr>
        <p:spPr>
          <a:xfrm>
            <a:off x="6489000" y="4925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57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6" name=""/>
          <p:cNvSpPr/>
          <p:nvPr/>
        </p:nvSpPr>
        <p:spPr>
          <a:xfrm>
            <a:off x="6489000" y="49284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47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7" name=""/>
          <p:cNvSpPr/>
          <p:nvPr/>
        </p:nvSpPr>
        <p:spPr>
          <a:xfrm>
            <a:off x="6489000" y="49312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47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8" name=""/>
          <p:cNvSpPr/>
          <p:nvPr/>
        </p:nvSpPr>
        <p:spPr>
          <a:xfrm>
            <a:off x="6489000" y="493452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c370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89" name=""/>
          <p:cNvSpPr/>
          <p:nvPr/>
        </p:nvSpPr>
        <p:spPr>
          <a:xfrm>
            <a:off x="6489000" y="49377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36f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0" name=""/>
          <p:cNvSpPr/>
          <p:nvPr/>
        </p:nvSpPr>
        <p:spPr>
          <a:xfrm>
            <a:off x="6489000" y="4940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26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1" name=""/>
          <p:cNvSpPr/>
          <p:nvPr/>
        </p:nvSpPr>
        <p:spPr>
          <a:xfrm>
            <a:off x="6489000" y="4943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26c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2" name=""/>
          <p:cNvSpPr/>
          <p:nvPr/>
        </p:nvSpPr>
        <p:spPr>
          <a:xfrm>
            <a:off x="6489000" y="49471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26b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3" name=""/>
          <p:cNvSpPr/>
          <p:nvPr/>
        </p:nvSpPr>
        <p:spPr>
          <a:xfrm>
            <a:off x="6489000" y="4950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26a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4" name=""/>
          <p:cNvSpPr/>
          <p:nvPr/>
        </p:nvSpPr>
        <p:spPr>
          <a:xfrm>
            <a:off x="6489000" y="49532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168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5" name=""/>
          <p:cNvSpPr/>
          <p:nvPr/>
        </p:nvSpPr>
        <p:spPr>
          <a:xfrm>
            <a:off x="6489000" y="49564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167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6" name=""/>
          <p:cNvSpPr/>
          <p:nvPr/>
        </p:nvSpPr>
        <p:spPr>
          <a:xfrm>
            <a:off x="6489000" y="4959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065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7" name=""/>
          <p:cNvSpPr/>
          <p:nvPr/>
        </p:nvSpPr>
        <p:spPr>
          <a:xfrm>
            <a:off x="6489000" y="4962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064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8" name=""/>
          <p:cNvSpPr/>
          <p:nvPr/>
        </p:nvSpPr>
        <p:spPr>
          <a:xfrm>
            <a:off x="6489000" y="4965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063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699" name=""/>
          <p:cNvSpPr/>
          <p:nvPr/>
        </p:nvSpPr>
        <p:spPr>
          <a:xfrm>
            <a:off x="6489000" y="4968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062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0" name=""/>
          <p:cNvSpPr/>
          <p:nvPr/>
        </p:nvSpPr>
        <p:spPr>
          <a:xfrm>
            <a:off x="6489000" y="4971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f60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1" name=""/>
          <p:cNvSpPr/>
          <p:nvPr/>
        </p:nvSpPr>
        <p:spPr>
          <a:xfrm>
            <a:off x="6489000" y="49748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f5f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2" name=""/>
          <p:cNvSpPr/>
          <p:nvPr/>
        </p:nvSpPr>
        <p:spPr>
          <a:xfrm>
            <a:off x="6489000" y="4978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f5e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3" name=""/>
          <p:cNvSpPr/>
          <p:nvPr/>
        </p:nvSpPr>
        <p:spPr>
          <a:xfrm>
            <a:off x="6489000" y="49813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f5d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4" name=""/>
          <p:cNvSpPr/>
          <p:nvPr/>
        </p:nvSpPr>
        <p:spPr>
          <a:xfrm>
            <a:off x="6489000" y="4984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e5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5" name=""/>
          <p:cNvSpPr/>
          <p:nvPr/>
        </p:nvSpPr>
        <p:spPr>
          <a:xfrm>
            <a:off x="6489000" y="4987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e5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6" name=""/>
          <p:cNvSpPr/>
          <p:nvPr/>
        </p:nvSpPr>
        <p:spPr>
          <a:xfrm>
            <a:off x="6489000" y="49906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d5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7" name=""/>
          <p:cNvSpPr/>
          <p:nvPr/>
        </p:nvSpPr>
        <p:spPr>
          <a:xfrm>
            <a:off x="6489000" y="4993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d5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8" name=""/>
          <p:cNvSpPr/>
          <p:nvPr/>
        </p:nvSpPr>
        <p:spPr>
          <a:xfrm>
            <a:off x="6489000" y="4996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d55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09" name=""/>
          <p:cNvSpPr/>
          <p:nvPr/>
        </p:nvSpPr>
        <p:spPr>
          <a:xfrm>
            <a:off x="6489000" y="50000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d54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0" name=""/>
          <p:cNvSpPr/>
          <p:nvPr/>
        </p:nvSpPr>
        <p:spPr>
          <a:xfrm>
            <a:off x="6489000" y="5002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c53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1" name=""/>
          <p:cNvSpPr/>
          <p:nvPr/>
        </p:nvSpPr>
        <p:spPr>
          <a:xfrm>
            <a:off x="6489000" y="5006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c52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2" name=""/>
          <p:cNvSpPr/>
          <p:nvPr/>
        </p:nvSpPr>
        <p:spPr>
          <a:xfrm>
            <a:off x="6489000" y="50094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c50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3" name=""/>
          <p:cNvSpPr/>
          <p:nvPr/>
        </p:nvSpPr>
        <p:spPr>
          <a:xfrm>
            <a:off x="6489000" y="50122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c4f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4" name=""/>
          <p:cNvSpPr/>
          <p:nvPr/>
        </p:nvSpPr>
        <p:spPr>
          <a:xfrm>
            <a:off x="6489000" y="50155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b4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5" name=""/>
          <p:cNvSpPr/>
          <p:nvPr/>
        </p:nvSpPr>
        <p:spPr>
          <a:xfrm>
            <a:off x="6489000" y="50187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b4d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6" name=""/>
          <p:cNvSpPr/>
          <p:nvPr/>
        </p:nvSpPr>
        <p:spPr>
          <a:xfrm>
            <a:off x="6489000" y="5021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b4b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7" name=""/>
          <p:cNvSpPr/>
          <p:nvPr/>
        </p:nvSpPr>
        <p:spPr>
          <a:xfrm>
            <a:off x="6489000" y="50248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b4a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8" name=""/>
          <p:cNvSpPr/>
          <p:nvPr/>
        </p:nvSpPr>
        <p:spPr>
          <a:xfrm>
            <a:off x="6489000" y="5027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a4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19" name=""/>
          <p:cNvSpPr/>
          <p:nvPr/>
        </p:nvSpPr>
        <p:spPr>
          <a:xfrm>
            <a:off x="6489000" y="5031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a4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0" name=""/>
          <p:cNvSpPr/>
          <p:nvPr/>
        </p:nvSpPr>
        <p:spPr>
          <a:xfrm>
            <a:off x="6489000" y="50342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a4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1" name=""/>
          <p:cNvSpPr/>
          <p:nvPr/>
        </p:nvSpPr>
        <p:spPr>
          <a:xfrm>
            <a:off x="6489000" y="50371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a4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2" name=""/>
          <p:cNvSpPr/>
          <p:nvPr/>
        </p:nvSpPr>
        <p:spPr>
          <a:xfrm>
            <a:off x="6489000" y="5040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a4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3" name=""/>
          <p:cNvSpPr/>
          <p:nvPr/>
        </p:nvSpPr>
        <p:spPr>
          <a:xfrm>
            <a:off x="6489000" y="5043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a4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4" name=""/>
          <p:cNvSpPr/>
          <p:nvPr/>
        </p:nvSpPr>
        <p:spPr>
          <a:xfrm>
            <a:off x="6489000" y="5046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940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5" name=""/>
          <p:cNvSpPr/>
          <p:nvPr/>
        </p:nvSpPr>
        <p:spPr>
          <a:xfrm>
            <a:off x="6489000" y="504972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93f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6" name=""/>
          <p:cNvSpPr/>
          <p:nvPr/>
        </p:nvSpPr>
        <p:spPr>
          <a:xfrm>
            <a:off x="6489000" y="5052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93e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7" name=""/>
          <p:cNvSpPr/>
          <p:nvPr/>
        </p:nvSpPr>
        <p:spPr>
          <a:xfrm>
            <a:off x="6489000" y="5055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93d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8" name=""/>
          <p:cNvSpPr/>
          <p:nvPr/>
        </p:nvSpPr>
        <p:spPr>
          <a:xfrm>
            <a:off x="6489000" y="5059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93b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29" name=""/>
          <p:cNvSpPr/>
          <p:nvPr/>
        </p:nvSpPr>
        <p:spPr>
          <a:xfrm>
            <a:off x="6489000" y="50623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93a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0" name=""/>
          <p:cNvSpPr/>
          <p:nvPr/>
        </p:nvSpPr>
        <p:spPr>
          <a:xfrm>
            <a:off x="6489000" y="5065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839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1" name=""/>
          <p:cNvSpPr/>
          <p:nvPr/>
        </p:nvSpPr>
        <p:spPr>
          <a:xfrm>
            <a:off x="6489000" y="5068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838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2" name=""/>
          <p:cNvSpPr/>
          <p:nvPr/>
        </p:nvSpPr>
        <p:spPr>
          <a:xfrm>
            <a:off x="6489000" y="50716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836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3" name=""/>
          <p:cNvSpPr/>
          <p:nvPr/>
        </p:nvSpPr>
        <p:spPr>
          <a:xfrm>
            <a:off x="6489000" y="5074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835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4" name=""/>
          <p:cNvSpPr/>
          <p:nvPr/>
        </p:nvSpPr>
        <p:spPr>
          <a:xfrm>
            <a:off x="6489000" y="50778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733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5" name=""/>
          <p:cNvSpPr/>
          <p:nvPr/>
        </p:nvSpPr>
        <p:spPr>
          <a:xfrm>
            <a:off x="6489000" y="50806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732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6" name=""/>
          <p:cNvSpPr/>
          <p:nvPr/>
        </p:nvSpPr>
        <p:spPr>
          <a:xfrm>
            <a:off x="6489000" y="5083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73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7" name=""/>
          <p:cNvSpPr/>
          <p:nvPr/>
        </p:nvSpPr>
        <p:spPr>
          <a:xfrm>
            <a:off x="6489000" y="50871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72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8" name=""/>
          <p:cNvSpPr/>
          <p:nvPr/>
        </p:nvSpPr>
        <p:spPr>
          <a:xfrm>
            <a:off x="6489000" y="50900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72e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39" name=""/>
          <p:cNvSpPr/>
          <p:nvPr/>
        </p:nvSpPr>
        <p:spPr>
          <a:xfrm>
            <a:off x="6489000" y="50932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72d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0" name=""/>
          <p:cNvSpPr/>
          <p:nvPr/>
        </p:nvSpPr>
        <p:spPr>
          <a:xfrm>
            <a:off x="6489000" y="50965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72b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1" name=""/>
          <p:cNvSpPr/>
          <p:nvPr/>
        </p:nvSpPr>
        <p:spPr>
          <a:xfrm>
            <a:off x="6489000" y="50994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72a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2" name=""/>
          <p:cNvSpPr/>
          <p:nvPr/>
        </p:nvSpPr>
        <p:spPr>
          <a:xfrm>
            <a:off x="6489000" y="5102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28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3" name=""/>
          <p:cNvSpPr/>
          <p:nvPr/>
        </p:nvSpPr>
        <p:spPr>
          <a:xfrm>
            <a:off x="6489000" y="51058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627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4" name=""/>
          <p:cNvSpPr/>
          <p:nvPr/>
        </p:nvSpPr>
        <p:spPr>
          <a:xfrm>
            <a:off x="6489000" y="5108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25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5" name=""/>
          <p:cNvSpPr/>
          <p:nvPr/>
        </p:nvSpPr>
        <p:spPr>
          <a:xfrm>
            <a:off x="6489000" y="5112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24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6" name=""/>
          <p:cNvSpPr/>
          <p:nvPr/>
        </p:nvSpPr>
        <p:spPr>
          <a:xfrm>
            <a:off x="6489000" y="51152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622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7" name=""/>
          <p:cNvSpPr/>
          <p:nvPr/>
        </p:nvSpPr>
        <p:spPr>
          <a:xfrm>
            <a:off x="6489000" y="51181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20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8" name=""/>
          <p:cNvSpPr/>
          <p:nvPr/>
        </p:nvSpPr>
        <p:spPr>
          <a:xfrm>
            <a:off x="6489000" y="5121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1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49" name=""/>
          <p:cNvSpPr/>
          <p:nvPr/>
        </p:nvSpPr>
        <p:spPr>
          <a:xfrm>
            <a:off x="6489000" y="5124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6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0" name=""/>
          <p:cNvSpPr/>
          <p:nvPr/>
        </p:nvSpPr>
        <p:spPr>
          <a:xfrm>
            <a:off x="6489000" y="51274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51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1" name=""/>
          <p:cNvSpPr/>
          <p:nvPr/>
        </p:nvSpPr>
        <p:spPr>
          <a:xfrm>
            <a:off x="6489000" y="5130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51a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2" name=""/>
          <p:cNvSpPr/>
          <p:nvPr/>
        </p:nvSpPr>
        <p:spPr>
          <a:xfrm>
            <a:off x="6489000" y="5133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518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3" name=""/>
          <p:cNvSpPr/>
          <p:nvPr/>
        </p:nvSpPr>
        <p:spPr>
          <a:xfrm>
            <a:off x="6489000" y="5136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517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4" name=""/>
          <p:cNvSpPr/>
          <p:nvPr/>
        </p:nvSpPr>
        <p:spPr>
          <a:xfrm>
            <a:off x="6489000" y="51400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514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5" name=""/>
          <p:cNvSpPr/>
          <p:nvPr/>
        </p:nvSpPr>
        <p:spPr>
          <a:xfrm>
            <a:off x="6489000" y="5142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512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6" name=""/>
          <p:cNvSpPr/>
          <p:nvPr/>
        </p:nvSpPr>
        <p:spPr>
          <a:xfrm>
            <a:off x="6489000" y="5146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50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7" name=""/>
          <p:cNvSpPr/>
          <p:nvPr/>
        </p:nvSpPr>
        <p:spPr>
          <a:xfrm>
            <a:off x="6489000" y="51494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50b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758" name=""/>
          <p:cNvSpPr/>
          <p:nvPr/>
        </p:nvSpPr>
        <p:spPr>
          <a:xfrm>
            <a:off x="2627280" y="4355280"/>
            <a:ext cx="920880" cy="12960"/>
          </a:xfrm>
          <a:custGeom>
            <a:avLst/>
            <a:gdLst/>
            <a:ahLst/>
            <a:rect l="0" t="0" r="r" b="b"/>
            <a:pathLst>
              <a:path w="2558" h="36">
                <a:moveTo>
                  <a:pt x="0" y="0"/>
                </a:moveTo>
                <a:lnTo>
                  <a:pt x="2558" y="0"/>
                </a:lnTo>
                <a:lnTo>
                  <a:pt x="2558" y="36"/>
                </a:lnTo>
                <a:lnTo>
                  <a:pt x="0" y="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59" name=""/>
          <p:cNvSpPr/>
          <p:nvPr/>
        </p:nvSpPr>
        <p:spPr>
          <a:xfrm>
            <a:off x="2627280" y="4367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0" name=""/>
          <p:cNvSpPr/>
          <p:nvPr/>
        </p:nvSpPr>
        <p:spPr>
          <a:xfrm>
            <a:off x="2627280" y="43711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1" name=""/>
          <p:cNvSpPr/>
          <p:nvPr/>
        </p:nvSpPr>
        <p:spPr>
          <a:xfrm>
            <a:off x="2627280" y="437400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2" name=""/>
          <p:cNvSpPr/>
          <p:nvPr/>
        </p:nvSpPr>
        <p:spPr>
          <a:xfrm>
            <a:off x="2627280" y="43804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3" name=""/>
          <p:cNvSpPr/>
          <p:nvPr/>
        </p:nvSpPr>
        <p:spPr>
          <a:xfrm>
            <a:off x="2627280" y="4383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4" name=""/>
          <p:cNvSpPr/>
          <p:nvPr/>
        </p:nvSpPr>
        <p:spPr>
          <a:xfrm>
            <a:off x="2627280" y="438660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5" name=""/>
          <p:cNvSpPr/>
          <p:nvPr/>
        </p:nvSpPr>
        <p:spPr>
          <a:xfrm>
            <a:off x="2627280" y="4392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6" name=""/>
          <p:cNvSpPr/>
          <p:nvPr/>
        </p:nvSpPr>
        <p:spPr>
          <a:xfrm>
            <a:off x="2627280" y="4395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7" name=""/>
          <p:cNvSpPr/>
          <p:nvPr/>
        </p:nvSpPr>
        <p:spPr>
          <a:xfrm>
            <a:off x="2627280" y="439884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8" name=""/>
          <p:cNvSpPr/>
          <p:nvPr/>
        </p:nvSpPr>
        <p:spPr>
          <a:xfrm>
            <a:off x="2627280" y="440532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69" name=""/>
          <p:cNvSpPr/>
          <p:nvPr/>
        </p:nvSpPr>
        <p:spPr>
          <a:xfrm>
            <a:off x="2627280" y="4411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0" name=""/>
          <p:cNvSpPr/>
          <p:nvPr/>
        </p:nvSpPr>
        <p:spPr>
          <a:xfrm>
            <a:off x="2627280" y="44146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1" name=""/>
          <p:cNvSpPr/>
          <p:nvPr/>
        </p:nvSpPr>
        <p:spPr>
          <a:xfrm>
            <a:off x="2627280" y="4417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2" name=""/>
          <p:cNvSpPr/>
          <p:nvPr/>
        </p:nvSpPr>
        <p:spPr>
          <a:xfrm>
            <a:off x="2627280" y="4420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3" name=""/>
          <p:cNvSpPr/>
          <p:nvPr/>
        </p:nvSpPr>
        <p:spPr>
          <a:xfrm>
            <a:off x="2627280" y="442404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4" name=""/>
          <p:cNvSpPr/>
          <p:nvPr/>
        </p:nvSpPr>
        <p:spPr>
          <a:xfrm>
            <a:off x="2627280" y="4430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5" name=""/>
          <p:cNvSpPr/>
          <p:nvPr/>
        </p:nvSpPr>
        <p:spPr>
          <a:xfrm>
            <a:off x="2627280" y="44334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6" name=""/>
          <p:cNvSpPr/>
          <p:nvPr/>
        </p:nvSpPr>
        <p:spPr>
          <a:xfrm>
            <a:off x="2627280" y="443628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7" name=""/>
          <p:cNvSpPr/>
          <p:nvPr/>
        </p:nvSpPr>
        <p:spPr>
          <a:xfrm>
            <a:off x="2627280" y="44427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8" name=""/>
          <p:cNvSpPr/>
          <p:nvPr/>
        </p:nvSpPr>
        <p:spPr>
          <a:xfrm>
            <a:off x="2627280" y="4445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79" name=""/>
          <p:cNvSpPr/>
          <p:nvPr/>
        </p:nvSpPr>
        <p:spPr>
          <a:xfrm>
            <a:off x="2627280" y="444888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0" name=""/>
          <p:cNvSpPr/>
          <p:nvPr/>
        </p:nvSpPr>
        <p:spPr>
          <a:xfrm>
            <a:off x="2627280" y="4455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1" name=""/>
          <p:cNvSpPr/>
          <p:nvPr/>
        </p:nvSpPr>
        <p:spPr>
          <a:xfrm>
            <a:off x="2627280" y="44582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2" name=""/>
          <p:cNvSpPr/>
          <p:nvPr/>
        </p:nvSpPr>
        <p:spPr>
          <a:xfrm>
            <a:off x="2627280" y="446112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3" name=""/>
          <p:cNvSpPr/>
          <p:nvPr/>
        </p:nvSpPr>
        <p:spPr>
          <a:xfrm>
            <a:off x="2627280" y="4467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4" name=""/>
          <p:cNvSpPr/>
          <p:nvPr/>
        </p:nvSpPr>
        <p:spPr>
          <a:xfrm>
            <a:off x="2627280" y="4470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5" name=""/>
          <p:cNvSpPr/>
          <p:nvPr/>
        </p:nvSpPr>
        <p:spPr>
          <a:xfrm>
            <a:off x="2627280" y="447372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6" name=""/>
          <p:cNvSpPr/>
          <p:nvPr/>
        </p:nvSpPr>
        <p:spPr>
          <a:xfrm>
            <a:off x="2627280" y="4479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7" name=""/>
          <p:cNvSpPr/>
          <p:nvPr/>
        </p:nvSpPr>
        <p:spPr>
          <a:xfrm>
            <a:off x="2627280" y="4483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8" name=""/>
          <p:cNvSpPr/>
          <p:nvPr/>
        </p:nvSpPr>
        <p:spPr>
          <a:xfrm>
            <a:off x="2627280" y="44863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89" name=""/>
          <p:cNvSpPr/>
          <p:nvPr/>
        </p:nvSpPr>
        <p:spPr>
          <a:xfrm>
            <a:off x="2627280" y="4489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0" name=""/>
          <p:cNvSpPr/>
          <p:nvPr/>
        </p:nvSpPr>
        <p:spPr>
          <a:xfrm>
            <a:off x="2627280" y="449244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a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1" name=""/>
          <p:cNvSpPr/>
          <p:nvPr/>
        </p:nvSpPr>
        <p:spPr>
          <a:xfrm>
            <a:off x="2627280" y="4498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2" name=""/>
          <p:cNvSpPr/>
          <p:nvPr/>
        </p:nvSpPr>
        <p:spPr>
          <a:xfrm>
            <a:off x="2627280" y="45018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3" name=""/>
          <p:cNvSpPr/>
          <p:nvPr/>
        </p:nvSpPr>
        <p:spPr>
          <a:xfrm>
            <a:off x="2627280" y="45046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4" name=""/>
          <p:cNvSpPr/>
          <p:nvPr/>
        </p:nvSpPr>
        <p:spPr>
          <a:xfrm>
            <a:off x="2627280" y="4507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5" name=""/>
          <p:cNvSpPr/>
          <p:nvPr/>
        </p:nvSpPr>
        <p:spPr>
          <a:xfrm>
            <a:off x="2627280" y="45111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6" name=""/>
          <p:cNvSpPr/>
          <p:nvPr/>
        </p:nvSpPr>
        <p:spPr>
          <a:xfrm>
            <a:off x="2627280" y="45140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7" name=""/>
          <p:cNvSpPr/>
          <p:nvPr/>
        </p:nvSpPr>
        <p:spPr>
          <a:xfrm>
            <a:off x="2627280" y="451728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9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8" name=""/>
          <p:cNvSpPr/>
          <p:nvPr/>
        </p:nvSpPr>
        <p:spPr>
          <a:xfrm>
            <a:off x="2627280" y="45234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799" name=""/>
          <p:cNvSpPr/>
          <p:nvPr/>
        </p:nvSpPr>
        <p:spPr>
          <a:xfrm>
            <a:off x="2627280" y="4526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0" name=""/>
          <p:cNvSpPr/>
          <p:nvPr/>
        </p:nvSpPr>
        <p:spPr>
          <a:xfrm>
            <a:off x="2627280" y="452988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f8f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1" name=""/>
          <p:cNvSpPr/>
          <p:nvPr/>
        </p:nvSpPr>
        <p:spPr>
          <a:xfrm>
            <a:off x="2627280" y="4536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2" name=""/>
          <p:cNvSpPr/>
          <p:nvPr/>
        </p:nvSpPr>
        <p:spPr>
          <a:xfrm>
            <a:off x="2627280" y="45392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3" name=""/>
          <p:cNvSpPr/>
          <p:nvPr/>
        </p:nvSpPr>
        <p:spPr>
          <a:xfrm>
            <a:off x="2627280" y="45421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4" name=""/>
          <p:cNvSpPr/>
          <p:nvPr/>
        </p:nvSpPr>
        <p:spPr>
          <a:xfrm>
            <a:off x="2627280" y="4545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5" name=""/>
          <p:cNvSpPr/>
          <p:nvPr/>
        </p:nvSpPr>
        <p:spPr>
          <a:xfrm>
            <a:off x="2627280" y="4548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6" name=""/>
          <p:cNvSpPr/>
          <p:nvPr/>
        </p:nvSpPr>
        <p:spPr>
          <a:xfrm>
            <a:off x="2627280" y="45514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7" name=""/>
          <p:cNvSpPr/>
          <p:nvPr/>
        </p:nvSpPr>
        <p:spPr>
          <a:xfrm>
            <a:off x="2627280" y="4554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8" name=""/>
          <p:cNvSpPr/>
          <p:nvPr/>
        </p:nvSpPr>
        <p:spPr>
          <a:xfrm>
            <a:off x="2627280" y="4557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09" name=""/>
          <p:cNvSpPr/>
          <p:nvPr/>
        </p:nvSpPr>
        <p:spPr>
          <a:xfrm>
            <a:off x="2627280" y="4560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0" name=""/>
          <p:cNvSpPr/>
          <p:nvPr/>
        </p:nvSpPr>
        <p:spPr>
          <a:xfrm>
            <a:off x="2627280" y="45640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1" name=""/>
          <p:cNvSpPr/>
          <p:nvPr/>
        </p:nvSpPr>
        <p:spPr>
          <a:xfrm>
            <a:off x="2627280" y="4566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2" name=""/>
          <p:cNvSpPr/>
          <p:nvPr/>
        </p:nvSpPr>
        <p:spPr>
          <a:xfrm>
            <a:off x="2627280" y="4570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3" name=""/>
          <p:cNvSpPr/>
          <p:nvPr/>
        </p:nvSpPr>
        <p:spPr>
          <a:xfrm>
            <a:off x="2627280" y="45734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4" name=""/>
          <p:cNvSpPr/>
          <p:nvPr/>
        </p:nvSpPr>
        <p:spPr>
          <a:xfrm>
            <a:off x="2627280" y="45763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5" name=""/>
          <p:cNvSpPr/>
          <p:nvPr/>
        </p:nvSpPr>
        <p:spPr>
          <a:xfrm>
            <a:off x="2627280" y="4579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6" name=""/>
          <p:cNvSpPr/>
          <p:nvPr/>
        </p:nvSpPr>
        <p:spPr>
          <a:xfrm>
            <a:off x="2627280" y="45828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7" name=""/>
          <p:cNvSpPr/>
          <p:nvPr/>
        </p:nvSpPr>
        <p:spPr>
          <a:xfrm>
            <a:off x="2627280" y="458568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3e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8" name=""/>
          <p:cNvSpPr/>
          <p:nvPr/>
        </p:nvSpPr>
        <p:spPr>
          <a:xfrm>
            <a:off x="2627280" y="45921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2e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19" name=""/>
          <p:cNvSpPr/>
          <p:nvPr/>
        </p:nvSpPr>
        <p:spPr>
          <a:xfrm>
            <a:off x="2627280" y="45950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2e6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0" name=""/>
          <p:cNvSpPr/>
          <p:nvPr/>
        </p:nvSpPr>
        <p:spPr>
          <a:xfrm>
            <a:off x="2627280" y="45982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1" name=""/>
          <p:cNvSpPr/>
          <p:nvPr/>
        </p:nvSpPr>
        <p:spPr>
          <a:xfrm>
            <a:off x="2627280" y="46015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2" name=""/>
          <p:cNvSpPr/>
          <p:nvPr/>
        </p:nvSpPr>
        <p:spPr>
          <a:xfrm>
            <a:off x="2627280" y="4604400"/>
            <a:ext cx="920880" cy="6840"/>
          </a:xfrm>
          <a:custGeom>
            <a:avLst/>
            <a:gdLst/>
            <a:ahLst/>
            <a:rect l="0" t="0" r="r" b="b"/>
            <a:pathLst>
              <a:path w="2558" h="19">
                <a:moveTo>
                  <a:pt x="0" y="0"/>
                </a:moveTo>
                <a:lnTo>
                  <a:pt x="2558" y="0"/>
                </a:lnTo>
                <a:lnTo>
                  <a:pt x="2558" y="19"/>
                </a:lnTo>
                <a:lnTo>
                  <a:pt x="0" y="19"/>
                </a:lnTo>
                <a:lnTo>
                  <a:pt x="0" y="0"/>
                </a:lnTo>
                <a:close/>
              </a:path>
            </a:pathLst>
          </a:custGeom>
          <a:solidFill>
            <a:srgbClr val="f1e4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3" name=""/>
          <p:cNvSpPr/>
          <p:nvPr/>
        </p:nvSpPr>
        <p:spPr>
          <a:xfrm>
            <a:off x="2627280" y="46108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0e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4" name=""/>
          <p:cNvSpPr/>
          <p:nvPr/>
        </p:nvSpPr>
        <p:spPr>
          <a:xfrm>
            <a:off x="2627280" y="4613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0e2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5" name=""/>
          <p:cNvSpPr/>
          <p:nvPr/>
        </p:nvSpPr>
        <p:spPr>
          <a:xfrm>
            <a:off x="2627280" y="46170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f0e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6" name=""/>
          <p:cNvSpPr/>
          <p:nvPr/>
        </p:nvSpPr>
        <p:spPr>
          <a:xfrm>
            <a:off x="2627280" y="4619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f0e1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7" name=""/>
          <p:cNvSpPr/>
          <p:nvPr/>
        </p:nvSpPr>
        <p:spPr>
          <a:xfrm>
            <a:off x="2627280" y="4623120"/>
            <a:ext cx="920880" cy="6480"/>
          </a:xfrm>
          <a:custGeom>
            <a:avLst/>
            <a:gdLst/>
            <a:ahLst/>
            <a:rect l="0" t="0" r="r" b="b"/>
            <a:pathLst>
              <a:path w="2558" h="18">
                <a:moveTo>
                  <a:pt x="0" y="0"/>
                </a:moveTo>
                <a:lnTo>
                  <a:pt x="2558" y="0"/>
                </a:lnTo>
                <a:lnTo>
                  <a:pt x="2558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efe0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8" name=""/>
          <p:cNvSpPr/>
          <p:nvPr/>
        </p:nvSpPr>
        <p:spPr>
          <a:xfrm>
            <a:off x="2627280" y="46292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eedf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29" name=""/>
          <p:cNvSpPr/>
          <p:nvPr/>
        </p:nvSpPr>
        <p:spPr>
          <a:xfrm>
            <a:off x="2627280" y="4632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ede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0" name=""/>
          <p:cNvSpPr/>
          <p:nvPr/>
        </p:nvSpPr>
        <p:spPr>
          <a:xfrm>
            <a:off x="2627280" y="46357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1" name=""/>
          <p:cNvSpPr/>
          <p:nvPr/>
        </p:nvSpPr>
        <p:spPr>
          <a:xfrm>
            <a:off x="2627280" y="46386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2" name=""/>
          <p:cNvSpPr/>
          <p:nvPr/>
        </p:nvSpPr>
        <p:spPr>
          <a:xfrm>
            <a:off x="2627280" y="4641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ddc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3" name=""/>
          <p:cNvSpPr/>
          <p:nvPr/>
        </p:nvSpPr>
        <p:spPr>
          <a:xfrm>
            <a:off x="2627280" y="46450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ddb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4" name=""/>
          <p:cNvSpPr/>
          <p:nvPr/>
        </p:nvSpPr>
        <p:spPr>
          <a:xfrm>
            <a:off x="2627280" y="4647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5" name=""/>
          <p:cNvSpPr/>
          <p:nvPr/>
        </p:nvSpPr>
        <p:spPr>
          <a:xfrm>
            <a:off x="2627280" y="4651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6" name=""/>
          <p:cNvSpPr/>
          <p:nvPr/>
        </p:nvSpPr>
        <p:spPr>
          <a:xfrm>
            <a:off x="2627280" y="46544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b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7" name=""/>
          <p:cNvSpPr/>
          <p:nvPr/>
        </p:nvSpPr>
        <p:spPr>
          <a:xfrm>
            <a:off x="2627280" y="46573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bd8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8" name=""/>
          <p:cNvSpPr/>
          <p:nvPr/>
        </p:nvSpPr>
        <p:spPr>
          <a:xfrm>
            <a:off x="2627280" y="4660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ad7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39" name=""/>
          <p:cNvSpPr/>
          <p:nvPr/>
        </p:nvSpPr>
        <p:spPr>
          <a:xfrm>
            <a:off x="2627280" y="46638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ad6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0" name=""/>
          <p:cNvSpPr/>
          <p:nvPr/>
        </p:nvSpPr>
        <p:spPr>
          <a:xfrm>
            <a:off x="2627280" y="46666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ead5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1" name=""/>
          <p:cNvSpPr/>
          <p:nvPr/>
        </p:nvSpPr>
        <p:spPr>
          <a:xfrm>
            <a:off x="2627280" y="4669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ad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2" name=""/>
          <p:cNvSpPr/>
          <p:nvPr/>
        </p:nvSpPr>
        <p:spPr>
          <a:xfrm>
            <a:off x="2627280" y="46731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9d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3" name=""/>
          <p:cNvSpPr/>
          <p:nvPr/>
        </p:nvSpPr>
        <p:spPr>
          <a:xfrm>
            <a:off x="2627280" y="46760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9d3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4" name=""/>
          <p:cNvSpPr/>
          <p:nvPr/>
        </p:nvSpPr>
        <p:spPr>
          <a:xfrm>
            <a:off x="2627280" y="46792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8d2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5" name=""/>
          <p:cNvSpPr/>
          <p:nvPr/>
        </p:nvSpPr>
        <p:spPr>
          <a:xfrm>
            <a:off x="2627280" y="4682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8d1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6" name=""/>
          <p:cNvSpPr/>
          <p:nvPr/>
        </p:nvSpPr>
        <p:spPr>
          <a:xfrm>
            <a:off x="2627280" y="46854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7d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7" name=""/>
          <p:cNvSpPr/>
          <p:nvPr/>
        </p:nvSpPr>
        <p:spPr>
          <a:xfrm>
            <a:off x="2627280" y="46886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7c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8" name=""/>
          <p:cNvSpPr/>
          <p:nvPr/>
        </p:nvSpPr>
        <p:spPr>
          <a:xfrm>
            <a:off x="2627280" y="46915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6ce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49" name=""/>
          <p:cNvSpPr/>
          <p:nvPr/>
        </p:nvSpPr>
        <p:spPr>
          <a:xfrm>
            <a:off x="2627280" y="4694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6cd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0" name=""/>
          <p:cNvSpPr/>
          <p:nvPr/>
        </p:nvSpPr>
        <p:spPr>
          <a:xfrm>
            <a:off x="2627280" y="46980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5c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1" name=""/>
          <p:cNvSpPr/>
          <p:nvPr/>
        </p:nvSpPr>
        <p:spPr>
          <a:xfrm>
            <a:off x="2627280" y="4700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5c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2" name=""/>
          <p:cNvSpPr/>
          <p:nvPr/>
        </p:nvSpPr>
        <p:spPr>
          <a:xfrm>
            <a:off x="2627280" y="470412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e4c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3" name=""/>
          <p:cNvSpPr/>
          <p:nvPr/>
        </p:nvSpPr>
        <p:spPr>
          <a:xfrm>
            <a:off x="2627280" y="47073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4c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4" name=""/>
          <p:cNvSpPr/>
          <p:nvPr/>
        </p:nvSpPr>
        <p:spPr>
          <a:xfrm>
            <a:off x="2627280" y="47102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4c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5" name=""/>
          <p:cNvSpPr/>
          <p:nvPr/>
        </p:nvSpPr>
        <p:spPr>
          <a:xfrm>
            <a:off x="2627280" y="4713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4c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6" name=""/>
          <p:cNvSpPr/>
          <p:nvPr/>
        </p:nvSpPr>
        <p:spPr>
          <a:xfrm>
            <a:off x="2627280" y="47167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3c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7" name=""/>
          <p:cNvSpPr/>
          <p:nvPr/>
        </p:nvSpPr>
        <p:spPr>
          <a:xfrm>
            <a:off x="2627280" y="47196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3c5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8" name=""/>
          <p:cNvSpPr/>
          <p:nvPr/>
        </p:nvSpPr>
        <p:spPr>
          <a:xfrm>
            <a:off x="2627280" y="4722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2c4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59" name=""/>
          <p:cNvSpPr/>
          <p:nvPr/>
        </p:nvSpPr>
        <p:spPr>
          <a:xfrm>
            <a:off x="2627280" y="47260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2c3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0" name=""/>
          <p:cNvSpPr/>
          <p:nvPr/>
        </p:nvSpPr>
        <p:spPr>
          <a:xfrm>
            <a:off x="2627280" y="4728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1c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1" name=""/>
          <p:cNvSpPr/>
          <p:nvPr/>
        </p:nvSpPr>
        <p:spPr>
          <a:xfrm>
            <a:off x="2627280" y="47322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e1c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2" name=""/>
          <p:cNvSpPr/>
          <p:nvPr/>
        </p:nvSpPr>
        <p:spPr>
          <a:xfrm>
            <a:off x="2627280" y="4735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0c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3" name=""/>
          <p:cNvSpPr/>
          <p:nvPr/>
        </p:nvSpPr>
        <p:spPr>
          <a:xfrm>
            <a:off x="2627280" y="47383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e0b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4" name=""/>
          <p:cNvSpPr/>
          <p:nvPr/>
        </p:nvSpPr>
        <p:spPr>
          <a:xfrm>
            <a:off x="2627280" y="47415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fb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5" name=""/>
          <p:cNvSpPr/>
          <p:nvPr/>
        </p:nvSpPr>
        <p:spPr>
          <a:xfrm>
            <a:off x="2627280" y="47444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dfb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6" name=""/>
          <p:cNvSpPr/>
          <p:nvPr/>
        </p:nvSpPr>
        <p:spPr>
          <a:xfrm>
            <a:off x="2627280" y="47476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ebc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7" name=""/>
          <p:cNvSpPr/>
          <p:nvPr/>
        </p:nvSpPr>
        <p:spPr>
          <a:xfrm>
            <a:off x="2627280" y="47509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ebb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8" name=""/>
          <p:cNvSpPr/>
          <p:nvPr/>
        </p:nvSpPr>
        <p:spPr>
          <a:xfrm>
            <a:off x="2627280" y="4753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dba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69" name=""/>
          <p:cNvSpPr/>
          <p:nvPr/>
        </p:nvSpPr>
        <p:spPr>
          <a:xfrm>
            <a:off x="2627280" y="47570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db9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0" name=""/>
          <p:cNvSpPr/>
          <p:nvPr/>
        </p:nvSpPr>
        <p:spPr>
          <a:xfrm>
            <a:off x="2627280" y="47602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cb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1" name=""/>
          <p:cNvSpPr/>
          <p:nvPr/>
        </p:nvSpPr>
        <p:spPr>
          <a:xfrm>
            <a:off x="2627280" y="4763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cb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2" name=""/>
          <p:cNvSpPr/>
          <p:nvPr/>
        </p:nvSpPr>
        <p:spPr>
          <a:xfrm>
            <a:off x="2627280" y="47664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bb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3" name=""/>
          <p:cNvSpPr/>
          <p:nvPr/>
        </p:nvSpPr>
        <p:spPr>
          <a:xfrm>
            <a:off x="2627280" y="47696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bb4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4" name=""/>
          <p:cNvSpPr/>
          <p:nvPr/>
        </p:nvSpPr>
        <p:spPr>
          <a:xfrm>
            <a:off x="2627280" y="47725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ab3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5" name=""/>
          <p:cNvSpPr/>
          <p:nvPr/>
        </p:nvSpPr>
        <p:spPr>
          <a:xfrm>
            <a:off x="2627280" y="4775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ab2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6" name=""/>
          <p:cNvSpPr/>
          <p:nvPr/>
        </p:nvSpPr>
        <p:spPr>
          <a:xfrm>
            <a:off x="2627280" y="47790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9b0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7" name=""/>
          <p:cNvSpPr/>
          <p:nvPr/>
        </p:nvSpPr>
        <p:spPr>
          <a:xfrm>
            <a:off x="2627280" y="47818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d9af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8" name=""/>
          <p:cNvSpPr/>
          <p:nvPr/>
        </p:nvSpPr>
        <p:spPr>
          <a:xfrm>
            <a:off x="2627280" y="47851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8ae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79" name=""/>
          <p:cNvSpPr/>
          <p:nvPr/>
        </p:nvSpPr>
        <p:spPr>
          <a:xfrm>
            <a:off x="2627280" y="47883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8a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0" name=""/>
          <p:cNvSpPr/>
          <p:nvPr/>
        </p:nvSpPr>
        <p:spPr>
          <a:xfrm>
            <a:off x="2627280" y="47912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7a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1" name=""/>
          <p:cNvSpPr/>
          <p:nvPr/>
        </p:nvSpPr>
        <p:spPr>
          <a:xfrm>
            <a:off x="2627280" y="47944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7a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2" name=""/>
          <p:cNvSpPr/>
          <p:nvPr/>
        </p:nvSpPr>
        <p:spPr>
          <a:xfrm>
            <a:off x="2627280" y="4797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6a9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3" name=""/>
          <p:cNvSpPr/>
          <p:nvPr/>
        </p:nvSpPr>
        <p:spPr>
          <a:xfrm>
            <a:off x="2627280" y="48006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6a8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4" name=""/>
          <p:cNvSpPr/>
          <p:nvPr/>
        </p:nvSpPr>
        <p:spPr>
          <a:xfrm>
            <a:off x="2627280" y="48038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5a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5" name=""/>
          <p:cNvSpPr/>
          <p:nvPr/>
        </p:nvSpPr>
        <p:spPr>
          <a:xfrm>
            <a:off x="2627280" y="4806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5a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6" name=""/>
          <p:cNvSpPr/>
          <p:nvPr/>
        </p:nvSpPr>
        <p:spPr>
          <a:xfrm>
            <a:off x="2627280" y="4809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4a4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7" name=""/>
          <p:cNvSpPr/>
          <p:nvPr/>
        </p:nvSpPr>
        <p:spPr>
          <a:xfrm>
            <a:off x="2627280" y="48132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4a3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8" name=""/>
          <p:cNvSpPr/>
          <p:nvPr/>
        </p:nvSpPr>
        <p:spPr>
          <a:xfrm>
            <a:off x="2627280" y="4816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3a2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89" name=""/>
          <p:cNvSpPr/>
          <p:nvPr/>
        </p:nvSpPr>
        <p:spPr>
          <a:xfrm>
            <a:off x="2627280" y="481932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d3a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0" name=""/>
          <p:cNvSpPr/>
          <p:nvPr/>
        </p:nvSpPr>
        <p:spPr>
          <a:xfrm>
            <a:off x="2627280" y="48225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39f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1" name=""/>
          <p:cNvSpPr/>
          <p:nvPr/>
        </p:nvSpPr>
        <p:spPr>
          <a:xfrm>
            <a:off x="2627280" y="4825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39e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2" name=""/>
          <p:cNvSpPr/>
          <p:nvPr/>
        </p:nvSpPr>
        <p:spPr>
          <a:xfrm>
            <a:off x="2627280" y="48286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29d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3" name=""/>
          <p:cNvSpPr/>
          <p:nvPr/>
        </p:nvSpPr>
        <p:spPr>
          <a:xfrm>
            <a:off x="2627280" y="48319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29c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4" name=""/>
          <p:cNvSpPr/>
          <p:nvPr/>
        </p:nvSpPr>
        <p:spPr>
          <a:xfrm>
            <a:off x="2627280" y="4834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19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5" name=""/>
          <p:cNvSpPr/>
          <p:nvPr/>
        </p:nvSpPr>
        <p:spPr>
          <a:xfrm>
            <a:off x="2627280" y="48380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19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6" name=""/>
          <p:cNvSpPr/>
          <p:nvPr/>
        </p:nvSpPr>
        <p:spPr>
          <a:xfrm>
            <a:off x="2627280" y="48412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d09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7" name=""/>
          <p:cNvSpPr/>
          <p:nvPr/>
        </p:nvSpPr>
        <p:spPr>
          <a:xfrm>
            <a:off x="2627280" y="4844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d09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8" name=""/>
          <p:cNvSpPr/>
          <p:nvPr/>
        </p:nvSpPr>
        <p:spPr>
          <a:xfrm>
            <a:off x="2627280" y="48474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f95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899" name=""/>
          <p:cNvSpPr/>
          <p:nvPr/>
        </p:nvSpPr>
        <p:spPr>
          <a:xfrm>
            <a:off x="2627280" y="48502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f94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0" name=""/>
          <p:cNvSpPr/>
          <p:nvPr/>
        </p:nvSpPr>
        <p:spPr>
          <a:xfrm>
            <a:off x="2627280" y="48535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e92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1" name=""/>
          <p:cNvSpPr/>
          <p:nvPr/>
        </p:nvSpPr>
        <p:spPr>
          <a:xfrm>
            <a:off x="2627280" y="48567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e91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2" name=""/>
          <p:cNvSpPr/>
          <p:nvPr/>
        </p:nvSpPr>
        <p:spPr>
          <a:xfrm>
            <a:off x="2627280" y="48596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cd90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3" name=""/>
          <p:cNvSpPr/>
          <p:nvPr/>
        </p:nvSpPr>
        <p:spPr>
          <a:xfrm>
            <a:off x="2627280" y="4862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d8f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4" name=""/>
          <p:cNvSpPr/>
          <p:nvPr/>
        </p:nvSpPr>
        <p:spPr>
          <a:xfrm>
            <a:off x="2627280" y="48661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c8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5" name=""/>
          <p:cNvSpPr/>
          <p:nvPr/>
        </p:nvSpPr>
        <p:spPr>
          <a:xfrm>
            <a:off x="2627280" y="4869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c8c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6" name=""/>
          <p:cNvSpPr/>
          <p:nvPr/>
        </p:nvSpPr>
        <p:spPr>
          <a:xfrm>
            <a:off x="2627280" y="48722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b8b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7" name=""/>
          <p:cNvSpPr/>
          <p:nvPr/>
        </p:nvSpPr>
        <p:spPr>
          <a:xfrm>
            <a:off x="2627280" y="48754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b8a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2908" name=""/>
          <p:cNvSpPr/>
          <p:nvPr/>
        </p:nvSpPr>
        <p:spPr>
          <a:xfrm>
            <a:off x="2627280" y="4878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a8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09" name=""/>
          <p:cNvSpPr/>
          <p:nvPr/>
        </p:nvSpPr>
        <p:spPr>
          <a:xfrm>
            <a:off x="2627280" y="48816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a8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0" name=""/>
          <p:cNvSpPr/>
          <p:nvPr/>
        </p:nvSpPr>
        <p:spPr>
          <a:xfrm>
            <a:off x="2627280" y="48848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98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1" name=""/>
          <p:cNvSpPr/>
          <p:nvPr/>
        </p:nvSpPr>
        <p:spPr>
          <a:xfrm>
            <a:off x="2627280" y="4887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98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2" name=""/>
          <p:cNvSpPr/>
          <p:nvPr/>
        </p:nvSpPr>
        <p:spPr>
          <a:xfrm>
            <a:off x="2627280" y="4890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98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3" name=""/>
          <p:cNvSpPr/>
          <p:nvPr/>
        </p:nvSpPr>
        <p:spPr>
          <a:xfrm>
            <a:off x="2627280" y="48942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98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4" name=""/>
          <p:cNvSpPr/>
          <p:nvPr/>
        </p:nvSpPr>
        <p:spPr>
          <a:xfrm>
            <a:off x="2627280" y="48970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c880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5" name=""/>
          <p:cNvSpPr/>
          <p:nvPr/>
        </p:nvSpPr>
        <p:spPr>
          <a:xfrm>
            <a:off x="2627280" y="49003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87f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6" name=""/>
          <p:cNvSpPr/>
          <p:nvPr/>
        </p:nvSpPr>
        <p:spPr>
          <a:xfrm>
            <a:off x="2627280" y="49035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77d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7" name=""/>
          <p:cNvSpPr/>
          <p:nvPr/>
        </p:nvSpPr>
        <p:spPr>
          <a:xfrm>
            <a:off x="2627280" y="4906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77c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8" name=""/>
          <p:cNvSpPr/>
          <p:nvPr/>
        </p:nvSpPr>
        <p:spPr>
          <a:xfrm>
            <a:off x="2627280" y="49096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67b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19" name=""/>
          <p:cNvSpPr/>
          <p:nvPr/>
        </p:nvSpPr>
        <p:spPr>
          <a:xfrm>
            <a:off x="2627280" y="4912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67a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0" name=""/>
          <p:cNvSpPr/>
          <p:nvPr/>
        </p:nvSpPr>
        <p:spPr>
          <a:xfrm>
            <a:off x="2627280" y="4915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578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1" name=""/>
          <p:cNvSpPr/>
          <p:nvPr/>
        </p:nvSpPr>
        <p:spPr>
          <a:xfrm>
            <a:off x="2627280" y="49190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577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2" name=""/>
          <p:cNvSpPr/>
          <p:nvPr/>
        </p:nvSpPr>
        <p:spPr>
          <a:xfrm>
            <a:off x="2627280" y="4921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57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3" name=""/>
          <p:cNvSpPr/>
          <p:nvPr/>
        </p:nvSpPr>
        <p:spPr>
          <a:xfrm>
            <a:off x="2627280" y="4925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57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4" name=""/>
          <p:cNvSpPr/>
          <p:nvPr/>
        </p:nvSpPr>
        <p:spPr>
          <a:xfrm>
            <a:off x="2627280" y="49284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47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5" name=""/>
          <p:cNvSpPr/>
          <p:nvPr/>
        </p:nvSpPr>
        <p:spPr>
          <a:xfrm>
            <a:off x="2627280" y="49312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47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6" name=""/>
          <p:cNvSpPr/>
          <p:nvPr/>
        </p:nvSpPr>
        <p:spPr>
          <a:xfrm>
            <a:off x="2627280" y="493452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c370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7" name=""/>
          <p:cNvSpPr/>
          <p:nvPr/>
        </p:nvSpPr>
        <p:spPr>
          <a:xfrm>
            <a:off x="2627280" y="49377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36f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8" name=""/>
          <p:cNvSpPr/>
          <p:nvPr/>
        </p:nvSpPr>
        <p:spPr>
          <a:xfrm>
            <a:off x="2627280" y="4940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26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29" name=""/>
          <p:cNvSpPr/>
          <p:nvPr/>
        </p:nvSpPr>
        <p:spPr>
          <a:xfrm>
            <a:off x="2627280" y="49438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26c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0" name=""/>
          <p:cNvSpPr/>
          <p:nvPr/>
        </p:nvSpPr>
        <p:spPr>
          <a:xfrm>
            <a:off x="2627280" y="49471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26b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1" name=""/>
          <p:cNvSpPr/>
          <p:nvPr/>
        </p:nvSpPr>
        <p:spPr>
          <a:xfrm>
            <a:off x="2627280" y="4950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26a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2" name=""/>
          <p:cNvSpPr/>
          <p:nvPr/>
        </p:nvSpPr>
        <p:spPr>
          <a:xfrm>
            <a:off x="2627280" y="49532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168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3" name=""/>
          <p:cNvSpPr/>
          <p:nvPr/>
        </p:nvSpPr>
        <p:spPr>
          <a:xfrm>
            <a:off x="2627280" y="49564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167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4" name=""/>
          <p:cNvSpPr/>
          <p:nvPr/>
        </p:nvSpPr>
        <p:spPr>
          <a:xfrm>
            <a:off x="2627280" y="4959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065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5" name=""/>
          <p:cNvSpPr/>
          <p:nvPr/>
        </p:nvSpPr>
        <p:spPr>
          <a:xfrm>
            <a:off x="2627280" y="4962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c064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6" name=""/>
          <p:cNvSpPr/>
          <p:nvPr/>
        </p:nvSpPr>
        <p:spPr>
          <a:xfrm>
            <a:off x="2627280" y="4965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063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7" name=""/>
          <p:cNvSpPr/>
          <p:nvPr/>
        </p:nvSpPr>
        <p:spPr>
          <a:xfrm>
            <a:off x="2627280" y="4968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c062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8" name=""/>
          <p:cNvSpPr/>
          <p:nvPr/>
        </p:nvSpPr>
        <p:spPr>
          <a:xfrm>
            <a:off x="2627280" y="4971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f60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39" name=""/>
          <p:cNvSpPr/>
          <p:nvPr/>
        </p:nvSpPr>
        <p:spPr>
          <a:xfrm>
            <a:off x="2627280" y="49748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f5f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0" name=""/>
          <p:cNvSpPr/>
          <p:nvPr/>
        </p:nvSpPr>
        <p:spPr>
          <a:xfrm>
            <a:off x="2627280" y="4978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f5e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1" name=""/>
          <p:cNvSpPr/>
          <p:nvPr/>
        </p:nvSpPr>
        <p:spPr>
          <a:xfrm>
            <a:off x="2627280" y="49813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f5d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2" name=""/>
          <p:cNvSpPr/>
          <p:nvPr/>
        </p:nvSpPr>
        <p:spPr>
          <a:xfrm>
            <a:off x="2627280" y="4984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e5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3" name=""/>
          <p:cNvSpPr/>
          <p:nvPr/>
        </p:nvSpPr>
        <p:spPr>
          <a:xfrm>
            <a:off x="2627280" y="4987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e5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4" name=""/>
          <p:cNvSpPr/>
          <p:nvPr/>
        </p:nvSpPr>
        <p:spPr>
          <a:xfrm>
            <a:off x="2627280" y="49906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d5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5" name=""/>
          <p:cNvSpPr/>
          <p:nvPr/>
        </p:nvSpPr>
        <p:spPr>
          <a:xfrm>
            <a:off x="2627280" y="4993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d5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6" name=""/>
          <p:cNvSpPr/>
          <p:nvPr/>
        </p:nvSpPr>
        <p:spPr>
          <a:xfrm>
            <a:off x="2627280" y="49968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d55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7" name=""/>
          <p:cNvSpPr/>
          <p:nvPr/>
        </p:nvSpPr>
        <p:spPr>
          <a:xfrm>
            <a:off x="2627280" y="50000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d54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8" name=""/>
          <p:cNvSpPr/>
          <p:nvPr/>
        </p:nvSpPr>
        <p:spPr>
          <a:xfrm>
            <a:off x="2627280" y="5002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c53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49" name=""/>
          <p:cNvSpPr/>
          <p:nvPr/>
        </p:nvSpPr>
        <p:spPr>
          <a:xfrm>
            <a:off x="2627280" y="50061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c52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0" name=""/>
          <p:cNvSpPr/>
          <p:nvPr/>
        </p:nvSpPr>
        <p:spPr>
          <a:xfrm>
            <a:off x="2627280" y="50094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c50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1" name=""/>
          <p:cNvSpPr/>
          <p:nvPr/>
        </p:nvSpPr>
        <p:spPr>
          <a:xfrm>
            <a:off x="2627280" y="50122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c4f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2" name=""/>
          <p:cNvSpPr/>
          <p:nvPr/>
        </p:nvSpPr>
        <p:spPr>
          <a:xfrm>
            <a:off x="2627280" y="50155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b4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3" name=""/>
          <p:cNvSpPr/>
          <p:nvPr/>
        </p:nvSpPr>
        <p:spPr>
          <a:xfrm>
            <a:off x="2627280" y="50187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b4d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4" name=""/>
          <p:cNvSpPr/>
          <p:nvPr/>
        </p:nvSpPr>
        <p:spPr>
          <a:xfrm>
            <a:off x="2627280" y="5021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b4b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5" name=""/>
          <p:cNvSpPr/>
          <p:nvPr/>
        </p:nvSpPr>
        <p:spPr>
          <a:xfrm>
            <a:off x="2627280" y="50248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b4a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6" name=""/>
          <p:cNvSpPr/>
          <p:nvPr/>
        </p:nvSpPr>
        <p:spPr>
          <a:xfrm>
            <a:off x="2627280" y="5027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a4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7" name=""/>
          <p:cNvSpPr/>
          <p:nvPr/>
        </p:nvSpPr>
        <p:spPr>
          <a:xfrm>
            <a:off x="2627280" y="5031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a4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8" name=""/>
          <p:cNvSpPr/>
          <p:nvPr/>
        </p:nvSpPr>
        <p:spPr>
          <a:xfrm>
            <a:off x="2627280" y="50342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a4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59" name=""/>
          <p:cNvSpPr/>
          <p:nvPr/>
        </p:nvSpPr>
        <p:spPr>
          <a:xfrm>
            <a:off x="2627280" y="50371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a4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0" name=""/>
          <p:cNvSpPr/>
          <p:nvPr/>
        </p:nvSpPr>
        <p:spPr>
          <a:xfrm>
            <a:off x="2627280" y="5040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a4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1" name=""/>
          <p:cNvSpPr/>
          <p:nvPr/>
        </p:nvSpPr>
        <p:spPr>
          <a:xfrm>
            <a:off x="2627280" y="5043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a4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2" name=""/>
          <p:cNvSpPr/>
          <p:nvPr/>
        </p:nvSpPr>
        <p:spPr>
          <a:xfrm>
            <a:off x="2627280" y="50464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940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3" name=""/>
          <p:cNvSpPr/>
          <p:nvPr/>
        </p:nvSpPr>
        <p:spPr>
          <a:xfrm>
            <a:off x="2627280" y="504972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93f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4" name=""/>
          <p:cNvSpPr/>
          <p:nvPr/>
        </p:nvSpPr>
        <p:spPr>
          <a:xfrm>
            <a:off x="2627280" y="5052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93e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5" name=""/>
          <p:cNvSpPr/>
          <p:nvPr/>
        </p:nvSpPr>
        <p:spPr>
          <a:xfrm>
            <a:off x="2627280" y="5055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93d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6" name=""/>
          <p:cNvSpPr/>
          <p:nvPr/>
        </p:nvSpPr>
        <p:spPr>
          <a:xfrm>
            <a:off x="2627280" y="50590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93b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7" name=""/>
          <p:cNvSpPr/>
          <p:nvPr/>
        </p:nvSpPr>
        <p:spPr>
          <a:xfrm>
            <a:off x="2627280" y="50623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93a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8" name=""/>
          <p:cNvSpPr/>
          <p:nvPr/>
        </p:nvSpPr>
        <p:spPr>
          <a:xfrm>
            <a:off x="2627280" y="5065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839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69" name=""/>
          <p:cNvSpPr/>
          <p:nvPr/>
        </p:nvSpPr>
        <p:spPr>
          <a:xfrm>
            <a:off x="2627280" y="50684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838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0" name=""/>
          <p:cNvSpPr/>
          <p:nvPr/>
        </p:nvSpPr>
        <p:spPr>
          <a:xfrm>
            <a:off x="2627280" y="50716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836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1" name=""/>
          <p:cNvSpPr/>
          <p:nvPr/>
        </p:nvSpPr>
        <p:spPr>
          <a:xfrm>
            <a:off x="2627280" y="50745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835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2" name=""/>
          <p:cNvSpPr/>
          <p:nvPr/>
        </p:nvSpPr>
        <p:spPr>
          <a:xfrm>
            <a:off x="2627280" y="50778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733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3" name=""/>
          <p:cNvSpPr/>
          <p:nvPr/>
        </p:nvSpPr>
        <p:spPr>
          <a:xfrm>
            <a:off x="2627280" y="50806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732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4" name=""/>
          <p:cNvSpPr/>
          <p:nvPr/>
        </p:nvSpPr>
        <p:spPr>
          <a:xfrm>
            <a:off x="2627280" y="50839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73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5" name=""/>
          <p:cNvSpPr/>
          <p:nvPr/>
        </p:nvSpPr>
        <p:spPr>
          <a:xfrm>
            <a:off x="2627280" y="50871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72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6" name=""/>
          <p:cNvSpPr/>
          <p:nvPr/>
        </p:nvSpPr>
        <p:spPr>
          <a:xfrm>
            <a:off x="2627280" y="509004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72e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7" name=""/>
          <p:cNvSpPr/>
          <p:nvPr/>
        </p:nvSpPr>
        <p:spPr>
          <a:xfrm>
            <a:off x="2627280" y="509328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72d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8" name=""/>
          <p:cNvSpPr/>
          <p:nvPr/>
        </p:nvSpPr>
        <p:spPr>
          <a:xfrm>
            <a:off x="2627280" y="509652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72b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79" name=""/>
          <p:cNvSpPr/>
          <p:nvPr/>
        </p:nvSpPr>
        <p:spPr>
          <a:xfrm>
            <a:off x="2627280" y="50994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72a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0" name=""/>
          <p:cNvSpPr/>
          <p:nvPr/>
        </p:nvSpPr>
        <p:spPr>
          <a:xfrm>
            <a:off x="2627280" y="51026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28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1" name=""/>
          <p:cNvSpPr/>
          <p:nvPr/>
        </p:nvSpPr>
        <p:spPr>
          <a:xfrm>
            <a:off x="2627280" y="51058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627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2" name=""/>
          <p:cNvSpPr/>
          <p:nvPr/>
        </p:nvSpPr>
        <p:spPr>
          <a:xfrm>
            <a:off x="2627280" y="51087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25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3" name=""/>
          <p:cNvSpPr/>
          <p:nvPr/>
        </p:nvSpPr>
        <p:spPr>
          <a:xfrm>
            <a:off x="2627280" y="51120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24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4" name=""/>
          <p:cNvSpPr/>
          <p:nvPr/>
        </p:nvSpPr>
        <p:spPr>
          <a:xfrm>
            <a:off x="2627280" y="51152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622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5" name=""/>
          <p:cNvSpPr/>
          <p:nvPr/>
        </p:nvSpPr>
        <p:spPr>
          <a:xfrm>
            <a:off x="2627280" y="51181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20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6" name=""/>
          <p:cNvSpPr/>
          <p:nvPr/>
        </p:nvSpPr>
        <p:spPr>
          <a:xfrm>
            <a:off x="2627280" y="51213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61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7" name=""/>
          <p:cNvSpPr/>
          <p:nvPr/>
        </p:nvSpPr>
        <p:spPr>
          <a:xfrm>
            <a:off x="2627280" y="512460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6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8" name=""/>
          <p:cNvSpPr/>
          <p:nvPr/>
        </p:nvSpPr>
        <p:spPr>
          <a:xfrm>
            <a:off x="2627280" y="5127480"/>
            <a:ext cx="920880" cy="3960"/>
          </a:xfrm>
          <a:custGeom>
            <a:avLst/>
            <a:gdLst/>
            <a:ahLst/>
            <a:rect l="0" t="0" r="r" b="b"/>
            <a:pathLst>
              <a:path w="2558" h="11">
                <a:moveTo>
                  <a:pt x="0" y="0"/>
                </a:moveTo>
                <a:lnTo>
                  <a:pt x="2558" y="0"/>
                </a:lnTo>
                <a:lnTo>
                  <a:pt x="2558" y="11"/>
                </a:lnTo>
                <a:lnTo>
                  <a:pt x="0" y="11"/>
                </a:lnTo>
                <a:lnTo>
                  <a:pt x="0" y="0"/>
                </a:lnTo>
                <a:close/>
              </a:path>
            </a:pathLst>
          </a:custGeom>
          <a:solidFill>
            <a:srgbClr val="b51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89" name=""/>
          <p:cNvSpPr/>
          <p:nvPr/>
        </p:nvSpPr>
        <p:spPr>
          <a:xfrm>
            <a:off x="2627280" y="513072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51a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90" name=""/>
          <p:cNvSpPr/>
          <p:nvPr/>
        </p:nvSpPr>
        <p:spPr>
          <a:xfrm>
            <a:off x="2627280" y="513396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518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91" name=""/>
          <p:cNvSpPr/>
          <p:nvPr/>
        </p:nvSpPr>
        <p:spPr>
          <a:xfrm>
            <a:off x="2627280" y="513684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517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92" name=""/>
          <p:cNvSpPr/>
          <p:nvPr/>
        </p:nvSpPr>
        <p:spPr>
          <a:xfrm>
            <a:off x="2627280" y="514008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514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93" name=""/>
          <p:cNvSpPr/>
          <p:nvPr/>
        </p:nvSpPr>
        <p:spPr>
          <a:xfrm>
            <a:off x="2627280" y="514296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512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94" name=""/>
          <p:cNvSpPr/>
          <p:nvPr/>
        </p:nvSpPr>
        <p:spPr>
          <a:xfrm>
            <a:off x="2627280" y="5146200"/>
            <a:ext cx="920880" cy="3600"/>
          </a:xfrm>
          <a:custGeom>
            <a:avLst/>
            <a:gdLst/>
            <a:ahLst/>
            <a:rect l="0" t="0" r="r" b="b"/>
            <a:pathLst>
              <a:path w="2558" h="10">
                <a:moveTo>
                  <a:pt x="0" y="0"/>
                </a:moveTo>
                <a:lnTo>
                  <a:pt x="2558" y="0"/>
                </a:lnTo>
                <a:lnTo>
                  <a:pt x="2558" y="10"/>
                </a:lnTo>
                <a:lnTo>
                  <a:pt x="0" y="10"/>
                </a:lnTo>
                <a:lnTo>
                  <a:pt x="0" y="0"/>
                </a:lnTo>
                <a:close/>
              </a:path>
            </a:pathLst>
          </a:custGeom>
          <a:solidFill>
            <a:srgbClr val="b50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2995" name=""/>
          <p:cNvSpPr/>
          <p:nvPr/>
        </p:nvSpPr>
        <p:spPr>
          <a:xfrm>
            <a:off x="2627280" y="5149440"/>
            <a:ext cx="920880" cy="3240"/>
          </a:xfrm>
          <a:custGeom>
            <a:avLst/>
            <a:gdLst/>
            <a:ahLst/>
            <a:rect l="0" t="0" r="r" b="b"/>
            <a:pathLst>
              <a:path w="2558" h="9">
                <a:moveTo>
                  <a:pt x="0" y="0"/>
                </a:moveTo>
                <a:lnTo>
                  <a:pt x="2558" y="0"/>
                </a:lnTo>
                <a:lnTo>
                  <a:pt x="2558" y="9"/>
                </a:ln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b50b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2996" name="" descr=""/>
          <p:cNvPicPr/>
          <p:nvPr/>
        </p:nvPicPr>
        <p:blipFill>
          <a:blip r:embed="rId6"/>
          <a:stretch/>
        </p:blipFill>
        <p:spPr>
          <a:xfrm>
            <a:off x="1527120" y="2834640"/>
            <a:ext cx="3171240" cy="1781280"/>
          </a:xfrm>
          <a:prstGeom prst="rect">
            <a:avLst/>
          </a:prstGeom>
          <a:ln w="0">
            <a:noFill/>
          </a:ln>
        </p:spPr>
      </p:pic>
      <p:sp>
        <p:nvSpPr>
          <p:cNvPr id="22997" name=""/>
          <p:cNvSpPr/>
          <p:nvPr/>
        </p:nvSpPr>
        <p:spPr>
          <a:xfrm>
            <a:off x="1552680" y="2860200"/>
            <a:ext cx="3069720" cy="1680120"/>
          </a:xfrm>
          <a:custGeom>
            <a:avLst/>
            <a:gdLst/>
            <a:ahLst/>
            <a:rect l="0" t="0" r="r" b="b"/>
            <a:pathLst>
              <a:path w="8527" h="4667">
                <a:moveTo>
                  <a:pt x="0" y="4667"/>
                </a:moveTo>
                <a:lnTo>
                  <a:pt x="8527" y="4667"/>
                </a:lnTo>
                <a:lnTo>
                  <a:pt x="8527" y="0"/>
                </a:lnTo>
                <a:lnTo>
                  <a:pt x="0" y="0"/>
                </a:lnTo>
                <a:lnTo>
                  <a:pt x="0" y="4667"/>
                </a:lnTo>
                <a:close/>
              </a:path>
            </a:pathLst>
          </a:custGeom>
          <a:solidFill>
            <a:srgbClr val="b50938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2998" name="" descr=""/>
          <p:cNvPicPr/>
          <p:nvPr/>
        </p:nvPicPr>
        <p:blipFill>
          <a:blip r:embed="rId7"/>
          <a:stretch/>
        </p:blipFill>
        <p:spPr>
          <a:xfrm>
            <a:off x="1553040" y="2860560"/>
            <a:ext cx="3069000" cy="1679040"/>
          </a:xfrm>
          <a:prstGeom prst="rect">
            <a:avLst/>
          </a:prstGeom>
          <a:ln w="0">
            <a:noFill/>
          </a:ln>
        </p:spPr>
      </p:pic>
      <p:sp>
        <p:nvSpPr>
          <p:cNvPr id="22999" name=""/>
          <p:cNvSpPr/>
          <p:nvPr/>
        </p:nvSpPr>
        <p:spPr>
          <a:xfrm>
            <a:off x="1583280" y="4090320"/>
            <a:ext cx="3008880" cy="192240"/>
          </a:xfrm>
          <a:custGeom>
            <a:avLst/>
            <a:gdLst/>
            <a:ahLst/>
            <a:rect l="0" t="0" r="r" b="b"/>
            <a:pathLst>
              <a:path w="8358" h="534">
                <a:moveTo>
                  <a:pt x="0" y="534"/>
                </a:moveTo>
                <a:lnTo>
                  <a:pt x="8358" y="534"/>
                </a:lnTo>
                <a:lnTo>
                  <a:pt x="8358" y="0"/>
                </a:lnTo>
                <a:lnTo>
                  <a:pt x="0" y="0"/>
                </a:lnTo>
                <a:lnTo>
                  <a:pt x="0" y="534"/>
                </a:lnTo>
                <a:close/>
              </a:path>
            </a:pathLst>
          </a:custGeom>
          <a:solidFill>
            <a:srgbClr val="00b0f0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000" name=""/>
          <p:cNvSpPr/>
          <p:nvPr/>
        </p:nvSpPr>
        <p:spPr>
          <a:xfrm>
            <a:off x="1583280" y="4293000"/>
            <a:ext cx="3008880" cy="193680"/>
          </a:xfrm>
          <a:custGeom>
            <a:avLst/>
            <a:gdLst/>
            <a:ahLst/>
            <a:rect l="0" t="0" r="r" b="b"/>
            <a:pathLst>
              <a:path w="8358" h="538">
                <a:moveTo>
                  <a:pt x="0" y="538"/>
                </a:moveTo>
                <a:lnTo>
                  <a:pt x="8358" y="538"/>
                </a:lnTo>
                <a:lnTo>
                  <a:pt x="8358" y="0"/>
                </a:lnTo>
                <a:lnTo>
                  <a:pt x="0" y="0"/>
                </a:lnTo>
                <a:lnTo>
                  <a:pt x="0" y="538"/>
                </a:lnTo>
                <a:close/>
              </a:path>
            </a:pathLst>
          </a:custGeom>
          <a:solidFill>
            <a:srgbClr val="b50938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001" name="" descr=""/>
          <p:cNvPicPr/>
          <p:nvPr/>
        </p:nvPicPr>
        <p:blipFill>
          <a:blip r:embed="rId8"/>
          <a:stretch/>
        </p:blipFill>
        <p:spPr>
          <a:xfrm>
            <a:off x="5350680" y="2831760"/>
            <a:ext cx="3241080" cy="1782720"/>
          </a:xfrm>
          <a:prstGeom prst="rect">
            <a:avLst/>
          </a:prstGeom>
          <a:ln w="0">
            <a:noFill/>
          </a:ln>
        </p:spPr>
      </p:pic>
      <p:sp>
        <p:nvSpPr>
          <p:cNvPr id="23002" name=""/>
          <p:cNvSpPr/>
          <p:nvPr/>
        </p:nvSpPr>
        <p:spPr>
          <a:xfrm>
            <a:off x="5376600" y="2857320"/>
            <a:ext cx="3139560" cy="1681200"/>
          </a:xfrm>
          <a:custGeom>
            <a:avLst/>
            <a:gdLst/>
            <a:ahLst/>
            <a:rect l="0" t="0" r="r" b="b"/>
            <a:pathLst>
              <a:path w="8721" h="4670">
                <a:moveTo>
                  <a:pt x="0" y="4670"/>
                </a:moveTo>
                <a:lnTo>
                  <a:pt x="8721" y="4670"/>
                </a:lnTo>
                <a:lnTo>
                  <a:pt x="8721" y="0"/>
                </a:lnTo>
                <a:lnTo>
                  <a:pt x="0" y="0"/>
                </a:lnTo>
                <a:lnTo>
                  <a:pt x="0" y="4670"/>
                </a:lnTo>
                <a:close/>
              </a:path>
            </a:pathLst>
          </a:custGeom>
          <a:solidFill>
            <a:srgbClr val="b50938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003" name="" descr=""/>
          <p:cNvPicPr/>
          <p:nvPr/>
        </p:nvPicPr>
        <p:blipFill>
          <a:blip r:embed="rId9"/>
          <a:stretch/>
        </p:blipFill>
        <p:spPr>
          <a:xfrm>
            <a:off x="5376600" y="2857680"/>
            <a:ext cx="3139200" cy="1680480"/>
          </a:xfrm>
          <a:prstGeom prst="rect">
            <a:avLst/>
          </a:prstGeom>
          <a:ln w="0">
            <a:noFill/>
          </a:ln>
        </p:spPr>
      </p:pic>
      <p:sp>
        <p:nvSpPr>
          <p:cNvPr id="23004" name=""/>
          <p:cNvSpPr/>
          <p:nvPr/>
        </p:nvSpPr>
        <p:spPr>
          <a:xfrm>
            <a:off x="5405400" y="4090320"/>
            <a:ext cx="3080520" cy="219600"/>
          </a:xfrm>
          <a:custGeom>
            <a:avLst/>
            <a:gdLst/>
            <a:ahLst/>
            <a:rect l="0" t="0" r="r" b="b"/>
            <a:pathLst>
              <a:path w="8557" h="610">
                <a:moveTo>
                  <a:pt x="0" y="610"/>
                </a:moveTo>
                <a:lnTo>
                  <a:pt x="8557" y="610"/>
                </a:lnTo>
                <a:lnTo>
                  <a:pt x="8557" y="0"/>
                </a:lnTo>
                <a:lnTo>
                  <a:pt x="0" y="0"/>
                </a:lnTo>
                <a:lnTo>
                  <a:pt x="0" y="610"/>
                </a:lnTo>
                <a:close/>
              </a:path>
            </a:pathLst>
          </a:custGeom>
          <a:solidFill>
            <a:srgbClr val="b50938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005" name=""/>
          <p:cNvSpPr/>
          <p:nvPr/>
        </p:nvSpPr>
        <p:spPr>
          <a:xfrm>
            <a:off x="5405400" y="4315680"/>
            <a:ext cx="3080520" cy="224640"/>
          </a:xfrm>
          <a:custGeom>
            <a:avLst/>
            <a:gdLst/>
            <a:ahLst/>
            <a:rect l="0" t="0" r="r" b="b"/>
            <a:pathLst>
              <a:path w="8557" h="624">
                <a:moveTo>
                  <a:pt x="0" y="624"/>
                </a:moveTo>
                <a:lnTo>
                  <a:pt x="8557" y="624"/>
                </a:lnTo>
                <a:lnTo>
                  <a:pt x="8557" y="0"/>
                </a:lnTo>
                <a:lnTo>
                  <a:pt x="0" y="0"/>
                </a:lnTo>
                <a:lnTo>
                  <a:pt x="0" y="624"/>
                </a:lnTo>
                <a:close/>
              </a:path>
            </a:pathLst>
          </a:custGeom>
          <a:solidFill>
            <a:srgbClr val="00b0f0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006" name=""/>
          <p:cNvSpPr txBox="1"/>
          <p:nvPr/>
        </p:nvSpPr>
        <p:spPr>
          <a:xfrm>
            <a:off x="457920" y="1138320"/>
            <a:ext cx="9061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BMI vs PBF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07" name=""/>
          <p:cNvSpPr txBox="1"/>
          <p:nvPr/>
        </p:nvSpPr>
        <p:spPr>
          <a:xfrm>
            <a:off x="2549520" y="5294520"/>
            <a:ext cx="11286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Looks normal,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08" name=""/>
          <p:cNvSpPr txBox="1"/>
          <p:nvPr/>
        </p:nvSpPr>
        <p:spPr>
          <a:xfrm>
            <a:off x="2575440" y="5517000"/>
            <a:ext cx="10353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In fact, obese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09" name=""/>
          <p:cNvSpPr txBox="1"/>
          <p:nvPr/>
        </p:nvSpPr>
        <p:spPr>
          <a:xfrm>
            <a:off x="6454440" y="5294520"/>
            <a:ext cx="9928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Looks obese,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010" name="" descr=""/>
          <p:cNvPicPr/>
          <p:nvPr/>
        </p:nvPicPr>
        <p:blipFill>
          <a:blip r:embed="rId10"/>
          <a:stretch/>
        </p:blipFill>
        <p:spPr>
          <a:xfrm>
            <a:off x="519840" y="1595520"/>
            <a:ext cx="3777480" cy="915480"/>
          </a:xfrm>
          <a:prstGeom prst="rect">
            <a:avLst/>
          </a:prstGeom>
          <a:ln w="0">
            <a:noFill/>
          </a:ln>
        </p:spPr>
      </p:pic>
      <p:sp>
        <p:nvSpPr>
          <p:cNvPr id="23011" name=""/>
          <p:cNvSpPr txBox="1"/>
          <p:nvPr/>
        </p:nvSpPr>
        <p:spPr>
          <a:xfrm>
            <a:off x="6312600" y="5517000"/>
            <a:ext cx="12808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In fact, muscular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12" name=""/>
          <p:cNvSpPr txBox="1"/>
          <p:nvPr/>
        </p:nvSpPr>
        <p:spPr>
          <a:xfrm>
            <a:off x="4512240" y="2013480"/>
            <a:ext cx="7063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Appearance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013" name="" descr=""/>
          <p:cNvPicPr/>
          <p:nvPr/>
        </p:nvPicPr>
        <p:blipFill>
          <a:blip r:embed="rId11"/>
          <a:stretch/>
        </p:blipFill>
        <p:spPr>
          <a:xfrm>
            <a:off x="4076640" y="2048400"/>
            <a:ext cx="342720" cy="130680"/>
          </a:xfrm>
          <a:prstGeom prst="rect">
            <a:avLst/>
          </a:prstGeom>
          <a:ln w="0">
            <a:noFill/>
          </a:ln>
        </p:spPr>
      </p:pic>
      <p:pic>
        <p:nvPicPr>
          <p:cNvPr id="23014" name="" descr=""/>
          <p:cNvPicPr/>
          <p:nvPr/>
        </p:nvPicPr>
        <p:blipFill>
          <a:blip r:embed="rId12"/>
          <a:stretch/>
        </p:blipFill>
        <p:spPr>
          <a:xfrm>
            <a:off x="4076640" y="2342520"/>
            <a:ext cx="342720" cy="130680"/>
          </a:xfrm>
          <a:prstGeom prst="rect">
            <a:avLst/>
          </a:prstGeom>
          <a:ln w="0">
            <a:noFill/>
          </a:ln>
        </p:spPr>
      </p:pic>
      <p:sp>
        <p:nvSpPr>
          <p:cNvPr id="23015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16" name=""/>
          <p:cNvSpPr txBox="1"/>
          <p:nvPr/>
        </p:nvSpPr>
        <p:spPr>
          <a:xfrm>
            <a:off x="4512240" y="2322000"/>
            <a:ext cx="4701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Real Fat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17" name=""/>
          <p:cNvSpPr txBox="1"/>
          <p:nvPr/>
        </p:nvSpPr>
        <p:spPr>
          <a:xfrm>
            <a:off x="132120" y="741600"/>
            <a:ext cx="18036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2. Check Obesity – Percent Body Fat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18" name=""/>
          <p:cNvSpPr txBox="1"/>
          <p:nvPr/>
        </p:nvSpPr>
        <p:spPr>
          <a:xfrm>
            <a:off x="3959280" y="5423400"/>
            <a:ext cx="76428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00000"/>
                </a:solidFill>
                <a:latin typeface="Arial"/>
                <a:ea typeface="Arial"/>
              </a:rPr>
              <a:t>(Female)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19" name=""/>
          <p:cNvSpPr txBox="1"/>
          <p:nvPr/>
        </p:nvSpPr>
        <p:spPr>
          <a:xfrm>
            <a:off x="7981560" y="5423400"/>
            <a:ext cx="53712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00000"/>
                </a:solidFill>
                <a:latin typeface="Arial"/>
                <a:ea typeface="Arial"/>
              </a:rPr>
              <a:t>(Male)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2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2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22" name=""/>
          <p:cNvSpPr/>
          <p:nvPr/>
        </p:nvSpPr>
        <p:spPr>
          <a:xfrm>
            <a:off x="2727720" y="1283040"/>
            <a:ext cx="995760" cy="110160"/>
          </a:xfrm>
          <a:custGeom>
            <a:avLst/>
            <a:gdLst/>
            <a:ahLst/>
            <a:rect l="0" t="0" r="r" b="b"/>
            <a:pathLst>
              <a:path w="2766" h="306">
                <a:moveTo>
                  <a:pt x="0" y="306"/>
                </a:moveTo>
                <a:lnTo>
                  <a:pt x="2766" y="306"/>
                </a:lnTo>
                <a:lnTo>
                  <a:pt x="2766" y="0"/>
                </a:lnTo>
                <a:lnTo>
                  <a:pt x="0" y="0"/>
                </a:lnTo>
                <a:lnTo>
                  <a:pt x="0" y="30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023" name="" descr=""/>
          <p:cNvPicPr/>
          <p:nvPr/>
        </p:nvPicPr>
        <p:blipFill>
          <a:blip r:embed="rId1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024" name="" descr=""/>
          <p:cNvPicPr/>
          <p:nvPr/>
        </p:nvPicPr>
        <p:blipFill>
          <a:blip r:embed="rId2"/>
          <a:stretch/>
        </p:blipFill>
        <p:spPr>
          <a:xfrm rot="18660000">
            <a:off x="8707320" y="70272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025" name="" descr=""/>
          <p:cNvPicPr/>
          <p:nvPr/>
        </p:nvPicPr>
        <p:blipFill>
          <a:blip r:embed="rId3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026" name="" descr=""/>
          <p:cNvPicPr/>
          <p:nvPr/>
        </p:nvPicPr>
        <p:blipFill>
          <a:blip r:embed="rId4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3027" name="" descr=""/>
          <p:cNvPicPr/>
          <p:nvPr/>
        </p:nvPicPr>
        <p:blipFill>
          <a:blip r:embed="rId5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sp>
        <p:nvSpPr>
          <p:cNvPr id="23028" name=""/>
          <p:cNvSpPr/>
          <p:nvPr/>
        </p:nvSpPr>
        <p:spPr>
          <a:xfrm>
            <a:off x="325800" y="1074240"/>
            <a:ext cx="39960" cy="299160"/>
          </a:xfrm>
          <a:custGeom>
            <a:avLst/>
            <a:gdLst/>
            <a:ahLst/>
            <a:rect l="0" t="0" r="r" b="b"/>
            <a:pathLst>
              <a:path w="111" h="831">
                <a:moveTo>
                  <a:pt x="0" y="831"/>
                </a:moveTo>
                <a:lnTo>
                  <a:pt x="111" y="831"/>
                </a:lnTo>
                <a:lnTo>
                  <a:pt x="111" y="0"/>
                </a:lnTo>
                <a:lnTo>
                  <a:pt x="0" y="0"/>
                </a:lnTo>
                <a:lnTo>
                  <a:pt x="0" y="831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029" name=""/>
          <p:cNvSpPr txBox="1"/>
          <p:nvPr/>
        </p:nvSpPr>
        <p:spPr>
          <a:xfrm>
            <a:off x="457920" y="1138320"/>
            <a:ext cx="9061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BMI vs PBF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30" name=""/>
          <p:cNvSpPr txBox="1"/>
          <p:nvPr/>
        </p:nvSpPr>
        <p:spPr>
          <a:xfrm>
            <a:off x="1003680" y="2530080"/>
            <a:ext cx="29286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For women, the healthy range is between </a:t>
            </a:r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18-28%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31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32" name=""/>
          <p:cNvSpPr txBox="1"/>
          <p:nvPr/>
        </p:nvSpPr>
        <p:spPr>
          <a:xfrm>
            <a:off x="5893920" y="2530080"/>
            <a:ext cx="27486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For men, the healthy range is between </a:t>
            </a:r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10-20%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033" name="" descr=""/>
          <p:cNvPicPr/>
          <p:nvPr/>
        </p:nvPicPr>
        <p:blipFill>
          <a:blip r:embed="rId6"/>
          <a:stretch/>
        </p:blipFill>
        <p:spPr>
          <a:xfrm>
            <a:off x="885600" y="2895480"/>
            <a:ext cx="3736440" cy="2091960"/>
          </a:xfrm>
          <a:prstGeom prst="rect">
            <a:avLst/>
          </a:prstGeom>
          <a:ln w="0">
            <a:noFill/>
          </a:ln>
        </p:spPr>
      </p:pic>
      <p:sp>
        <p:nvSpPr>
          <p:cNvPr id="23034" name=""/>
          <p:cNvSpPr/>
          <p:nvPr/>
        </p:nvSpPr>
        <p:spPr>
          <a:xfrm>
            <a:off x="911160" y="2921400"/>
            <a:ext cx="3635280" cy="1990800"/>
          </a:xfrm>
          <a:custGeom>
            <a:avLst/>
            <a:gdLst/>
            <a:ahLst/>
            <a:rect l="0" t="0" r="r" b="b"/>
            <a:pathLst>
              <a:path w="10098" h="5530">
                <a:moveTo>
                  <a:pt x="0" y="5530"/>
                </a:moveTo>
                <a:lnTo>
                  <a:pt x="10098" y="5530"/>
                </a:lnTo>
                <a:lnTo>
                  <a:pt x="10098" y="0"/>
                </a:lnTo>
                <a:lnTo>
                  <a:pt x="0" y="0"/>
                </a:lnTo>
                <a:lnTo>
                  <a:pt x="0" y="5530"/>
                </a:lnTo>
                <a:close/>
              </a:path>
            </a:pathLst>
          </a:custGeom>
          <a:solidFill>
            <a:srgbClr val="b50938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035" name="" descr=""/>
          <p:cNvPicPr/>
          <p:nvPr/>
        </p:nvPicPr>
        <p:blipFill>
          <a:blip r:embed="rId7"/>
          <a:stretch/>
        </p:blipFill>
        <p:spPr>
          <a:xfrm>
            <a:off x="911520" y="2921400"/>
            <a:ext cx="3634560" cy="1990080"/>
          </a:xfrm>
          <a:prstGeom prst="rect">
            <a:avLst/>
          </a:prstGeom>
          <a:ln w="0">
            <a:noFill/>
          </a:ln>
        </p:spPr>
      </p:pic>
      <p:sp>
        <p:nvSpPr>
          <p:cNvPr id="23036" name=""/>
          <p:cNvSpPr/>
          <p:nvPr/>
        </p:nvSpPr>
        <p:spPr>
          <a:xfrm>
            <a:off x="941760" y="4381200"/>
            <a:ext cx="3307320" cy="229320"/>
          </a:xfrm>
          <a:custGeom>
            <a:avLst/>
            <a:gdLst/>
            <a:ahLst/>
            <a:rect l="0" t="0" r="r" b="b"/>
            <a:pathLst>
              <a:path w="9187" h="637">
                <a:moveTo>
                  <a:pt x="0" y="637"/>
                </a:moveTo>
                <a:lnTo>
                  <a:pt x="9187" y="637"/>
                </a:lnTo>
                <a:lnTo>
                  <a:pt x="9187" y="0"/>
                </a:lnTo>
                <a:lnTo>
                  <a:pt x="0" y="0"/>
                </a:lnTo>
                <a:lnTo>
                  <a:pt x="0" y="637"/>
                </a:lnTo>
                <a:close/>
              </a:path>
            </a:pathLst>
          </a:custGeom>
          <a:solidFill>
            <a:srgbClr val="00b0f0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037" name=""/>
          <p:cNvSpPr/>
          <p:nvPr/>
        </p:nvSpPr>
        <p:spPr>
          <a:xfrm>
            <a:off x="941760" y="4628160"/>
            <a:ext cx="3307320" cy="229320"/>
          </a:xfrm>
          <a:custGeom>
            <a:avLst/>
            <a:gdLst/>
            <a:ahLst/>
            <a:rect l="0" t="0" r="r" b="b"/>
            <a:pathLst>
              <a:path w="9187" h="637">
                <a:moveTo>
                  <a:pt x="0" y="637"/>
                </a:moveTo>
                <a:lnTo>
                  <a:pt x="9187" y="637"/>
                </a:lnTo>
                <a:lnTo>
                  <a:pt x="9187" y="0"/>
                </a:lnTo>
                <a:lnTo>
                  <a:pt x="0" y="0"/>
                </a:lnTo>
                <a:lnTo>
                  <a:pt x="0" y="637"/>
                </a:lnTo>
                <a:close/>
              </a:path>
            </a:pathLst>
          </a:custGeom>
          <a:solidFill>
            <a:srgbClr val="b50938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038" name="" descr=""/>
          <p:cNvPicPr/>
          <p:nvPr/>
        </p:nvPicPr>
        <p:blipFill>
          <a:blip r:embed="rId8"/>
          <a:stretch/>
        </p:blipFill>
        <p:spPr>
          <a:xfrm>
            <a:off x="5775840" y="2895480"/>
            <a:ext cx="3683160" cy="2091960"/>
          </a:xfrm>
          <a:prstGeom prst="rect">
            <a:avLst/>
          </a:prstGeom>
          <a:ln w="0">
            <a:noFill/>
          </a:ln>
        </p:spPr>
      </p:pic>
      <p:sp>
        <p:nvSpPr>
          <p:cNvPr id="23039" name=""/>
          <p:cNvSpPr/>
          <p:nvPr/>
        </p:nvSpPr>
        <p:spPr>
          <a:xfrm>
            <a:off x="5801760" y="2921400"/>
            <a:ext cx="3581640" cy="1990800"/>
          </a:xfrm>
          <a:custGeom>
            <a:avLst/>
            <a:gdLst/>
            <a:ahLst/>
            <a:rect l="0" t="0" r="r" b="b"/>
            <a:pathLst>
              <a:path w="9949" h="5530">
                <a:moveTo>
                  <a:pt x="0" y="5530"/>
                </a:moveTo>
                <a:lnTo>
                  <a:pt x="9949" y="5530"/>
                </a:lnTo>
                <a:lnTo>
                  <a:pt x="9949" y="0"/>
                </a:lnTo>
                <a:lnTo>
                  <a:pt x="0" y="0"/>
                </a:lnTo>
                <a:lnTo>
                  <a:pt x="0" y="5530"/>
                </a:lnTo>
                <a:close/>
              </a:path>
            </a:pathLst>
          </a:custGeom>
          <a:solidFill>
            <a:srgbClr val="b50938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040" name="" descr=""/>
          <p:cNvPicPr/>
          <p:nvPr/>
        </p:nvPicPr>
        <p:blipFill>
          <a:blip r:embed="rId9"/>
          <a:stretch/>
        </p:blipFill>
        <p:spPr>
          <a:xfrm>
            <a:off x="5801760" y="2921400"/>
            <a:ext cx="3580920" cy="1990080"/>
          </a:xfrm>
          <a:prstGeom prst="rect">
            <a:avLst/>
          </a:prstGeom>
          <a:ln w="0">
            <a:noFill/>
          </a:ln>
        </p:spPr>
      </p:pic>
      <p:sp>
        <p:nvSpPr>
          <p:cNvPr id="23041" name=""/>
          <p:cNvSpPr/>
          <p:nvPr/>
        </p:nvSpPr>
        <p:spPr>
          <a:xfrm>
            <a:off x="5830560" y="4387320"/>
            <a:ext cx="3247920" cy="259560"/>
          </a:xfrm>
          <a:custGeom>
            <a:avLst/>
            <a:gdLst/>
            <a:ahLst/>
            <a:rect l="0" t="0" r="r" b="b"/>
            <a:pathLst>
              <a:path w="9022" h="721">
                <a:moveTo>
                  <a:pt x="0" y="721"/>
                </a:moveTo>
                <a:lnTo>
                  <a:pt x="9022" y="721"/>
                </a:lnTo>
                <a:lnTo>
                  <a:pt x="9022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b50938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042" name=""/>
          <p:cNvSpPr/>
          <p:nvPr/>
        </p:nvSpPr>
        <p:spPr>
          <a:xfrm>
            <a:off x="5830560" y="4628160"/>
            <a:ext cx="3247920" cy="267120"/>
          </a:xfrm>
          <a:custGeom>
            <a:avLst/>
            <a:gdLst/>
            <a:ahLst/>
            <a:rect l="0" t="0" r="r" b="b"/>
            <a:pathLst>
              <a:path w="9022" h="742">
                <a:moveTo>
                  <a:pt x="0" y="742"/>
                </a:moveTo>
                <a:lnTo>
                  <a:pt x="9022" y="742"/>
                </a:lnTo>
                <a:lnTo>
                  <a:pt x="9022" y="0"/>
                </a:lnTo>
                <a:lnTo>
                  <a:pt x="0" y="0"/>
                </a:lnTo>
                <a:lnTo>
                  <a:pt x="0" y="742"/>
                </a:lnTo>
                <a:close/>
              </a:path>
            </a:pathLst>
          </a:custGeom>
          <a:solidFill>
            <a:srgbClr val="00b0f0">
              <a:alpha val="2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043" name=""/>
          <p:cNvSpPr/>
          <p:nvPr/>
        </p:nvSpPr>
        <p:spPr>
          <a:xfrm>
            <a:off x="2192760" y="4551840"/>
            <a:ext cx="248760" cy="256680"/>
          </a:xfrm>
          <a:custGeom>
            <a:avLst/>
            <a:gdLst/>
            <a:ahLst/>
            <a:rect l="0" t="0" r="r" b="b"/>
            <a:pathLst>
              <a:path w="691" h="713">
                <a:moveTo>
                  <a:pt x="0" y="356"/>
                </a:moveTo>
                <a:cubicBezTo>
                  <a:pt x="0" y="160"/>
                  <a:pt x="155" y="0"/>
                  <a:pt x="345" y="0"/>
                </a:cubicBezTo>
                <a:cubicBezTo>
                  <a:pt x="537" y="0"/>
                  <a:pt x="691" y="160"/>
                  <a:pt x="691" y="356"/>
                </a:cubicBezTo>
                <a:cubicBezTo>
                  <a:pt x="691" y="554"/>
                  <a:pt x="537" y="713"/>
                  <a:pt x="345" y="713"/>
                </a:cubicBezTo>
                <a:cubicBezTo>
                  <a:pt x="155" y="713"/>
                  <a:pt x="0" y="554"/>
                  <a:pt x="0" y="356"/>
                </a:cubicBezTo>
                <a:close/>
              </a:path>
            </a:pathLst>
          </a:custGeom>
          <a:noFill/>
          <a:ln w="56880">
            <a:solidFill>
              <a:srgbClr val="ff0000">
                <a:alpha val="23000"/>
              </a:srgbClr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44" name=""/>
          <p:cNvSpPr/>
          <p:nvPr/>
        </p:nvSpPr>
        <p:spPr>
          <a:xfrm>
            <a:off x="2665440" y="4553640"/>
            <a:ext cx="248760" cy="257760"/>
          </a:xfrm>
          <a:custGeom>
            <a:avLst/>
            <a:gdLst/>
            <a:ahLst/>
            <a:rect l="0" t="0" r="r" b="b"/>
            <a:pathLst>
              <a:path w="691" h="716">
                <a:moveTo>
                  <a:pt x="0" y="357"/>
                </a:moveTo>
                <a:cubicBezTo>
                  <a:pt x="0" y="160"/>
                  <a:pt x="154" y="0"/>
                  <a:pt x="345" y="0"/>
                </a:cubicBezTo>
                <a:cubicBezTo>
                  <a:pt x="536" y="0"/>
                  <a:pt x="691" y="160"/>
                  <a:pt x="691" y="357"/>
                </a:cubicBezTo>
                <a:cubicBezTo>
                  <a:pt x="691" y="555"/>
                  <a:pt x="536" y="716"/>
                  <a:pt x="345" y="716"/>
                </a:cubicBezTo>
                <a:cubicBezTo>
                  <a:pt x="154" y="716"/>
                  <a:pt x="0" y="555"/>
                  <a:pt x="0" y="357"/>
                </a:cubicBezTo>
                <a:close/>
              </a:path>
            </a:pathLst>
          </a:custGeom>
          <a:noFill/>
          <a:ln w="56880">
            <a:solidFill>
              <a:srgbClr val="ff0000">
                <a:alpha val="23000"/>
              </a:srgbClr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45" name=""/>
          <p:cNvSpPr/>
          <p:nvPr/>
        </p:nvSpPr>
        <p:spPr>
          <a:xfrm>
            <a:off x="7066440" y="4553640"/>
            <a:ext cx="248760" cy="256320"/>
          </a:xfrm>
          <a:custGeom>
            <a:avLst/>
            <a:gdLst/>
            <a:ahLst/>
            <a:rect l="0" t="0" r="r" b="b"/>
            <a:pathLst>
              <a:path w="691" h="712">
                <a:moveTo>
                  <a:pt x="0" y="355"/>
                </a:moveTo>
                <a:cubicBezTo>
                  <a:pt x="0" y="159"/>
                  <a:pt x="156" y="0"/>
                  <a:pt x="346" y="0"/>
                </a:cubicBezTo>
                <a:cubicBezTo>
                  <a:pt x="537" y="0"/>
                  <a:pt x="691" y="159"/>
                  <a:pt x="691" y="355"/>
                </a:cubicBezTo>
                <a:cubicBezTo>
                  <a:pt x="691" y="553"/>
                  <a:pt x="537" y="712"/>
                  <a:pt x="346" y="712"/>
                </a:cubicBezTo>
                <a:cubicBezTo>
                  <a:pt x="156" y="712"/>
                  <a:pt x="0" y="553"/>
                  <a:pt x="0" y="355"/>
                </a:cubicBezTo>
                <a:close/>
              </a:path>
            </a:pathLst>
          </a:custGeom>
          <a:noFill/>
          <a:ln w="56880">
            <a:solidFill>
              <a:srgbClr val="ff0000">
                <a:alpha val="23000"/>
              </a:srgbClr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46" name=""/>
          <p:cNvSpPr/>
          <p:nvPr/>
        </p:nvSpPr>
        <p:spPr>
          <a:xfrm>
            <a:off x="7548120" y="4564080"/>
            <a:ext cx="247320" cy="256680"/>
          </a:xfrm>
          <a:custGeom>
            <a:avLst/>
            <a:gdLst/>
            <a:ahLst/>
            <a:rect l="0" t="0" r="r" b="b"/>
            <a:pathLst>
              <a:path w="687" h="713">
                <a:moveTo>
                  <a:pt x="0" y="356"/>
                </a:moveTo>
                <a:cubicBezTo>
                  <a:pt x="0" y="159"/>
                  <a:pt x="154" y="0"/>
                  <a:pt x="343" y="0"/>
                </a:cubicBezTo>
                <a:cubicBezTo>
                  <a:pt x="533" y="0"/>
                  <a:pt x="687" y="159"/>
                  <a:pt x="687" y="356"/>
                </a:cubicBezTo>
                <a:cubicBezTo>
                  <a:pt x="687" y="553"/>
                  <a:pt x="533" y="713"/>
                  <a:pt x="343" y="713"/>
                </a:cubicBezTo>
                <a:cubicBezTo>
                  <a:pt x="154" y="713"/>
                  <a:pt x="0" y="553"/>
                  <a:pt x="0" y="356"/>
                </a:cubicBezTo>
                <a:close/>
              </a:path>
            </a:pathLst>
          </a:custGeom>
          <a:noFill/>
          <a:ln w="56880">
            <a:solidFill>
              <a:srgbClr val="ff0000">
                <a:alpha val="23000"/>
              </a:srgbClr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47" name=""/>
          <p:cNvSpPr txBox="1"/>
          <p:nvPr/>
        </p:nvSpPr>
        <p:spPr>
          <a:xfrm>
            <a:off x="132120" y="741600"/>
            <a:ext cx="18036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2. Check Obesity – Percent Body Fat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4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89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050" name="" descr=""/>
          <p:cNvPicPr/>
          <p:nvPr/>
        </p:nvPicPr>
        <p:blipFill>
          <a:blip r:embed="rId1"/>
          <a:stretch/>
        </p:blipFill>
        <p:spPr>
          <a:xfrm>
            <a:off x="2572560" y="1626120"/>
            <a:ext cx="1721880" cy="1377360"/>
          </a:xfrm>
          <a:prstGeom prst="rect">
            <a:avLst/>
          </a:prstGeom>
          <a:ln w="0">
            <a:noFill/>
          </a:ln>
        </p:spPr>
      </p:pic>
      <p:pic>
        <p:nvPicPr>
          <p:cNvPr id="23051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052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053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054" name="" descr=""/>
          <p:cNvPicPr/>
          <p:nvPr/>
        </p:nvPicPr>
        <p:blipFill>
          <a:blip r:embed="rId5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3055" name="" descr=""/>
          <p:cNvPicPr/>
          <p:nvPr/>
        </p:nvPicPr>
        <p:blipFill>
          <a:blip r:embed="rId6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pic>
        <p:nvPicPr>
          <p:cNvPr id="23056" name="" descr=""/>
          <p:cNvPicPr/>
          <p:nvPr/>
        </p:nvPicPr>
        <p:blipFill>
          <a:blip r:embed="rId7"/>
          <a:stretch/>
        </p:blipFill>
        <p:spPr>
          <a:xfrm>
            <a:off x="4680" y="3272040"/>
            <a:ext cx="2793240" cy="2942640"/>
          </a:xfrm>
          <a:prstGeom prst="rect">
            <a:avLst/>
          </a:prstGeom>
          <a:ln w="0">
            <a:noFill/>
          </a:ln>
        </p:spPr>
      </p:pic>
      <p:sp>
        <p:nvSpPr>
          <p:cNvPr id="23057" name=""/>
          <p:cNvSpPr/>
          <p:nvPr/>
        </p:nvSpPr>
        <p:spPr>
          <a:xfrm>
            <a:off x="494280" y="1213560"/>
            <a:ext cx="559800" cy="133200"/>
          </a:xfrm>
          <a:custGeom>
            <a:avLst/>
            <a:gdLst/>
            <a:ahLst/>
            <a:rect l="0" t="0" r="r" b="b"/>
            <a:pathLst>
              <a:path w="1555" h="370">
                <a:moveTo>
                  <a:pt x="0" y="370"/>
                </a:moveTo>
                <a:lnTo>
                  <a:pt x="1555" y="370"/>
                </a:lnTo>
                <a:lnTo>
                  <a:pt x="155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noFill/>
          <a:ln w="25200">
            <a:solidFill>
              <a:srgbClr val="8b0024"/>
            </a:solidFill>
            <a:miter/>
          </a:ln>
        </p:spPr>
        <p:txBody>
          <a:bodyPr lIns="12600" rIns="12600" tIns="12600" bIns="1260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58" name=""/>
          <p:cNvSpPr/>
          <p:nvPr/>
        </p:nvSpPr>
        <p:spPr>
          <a:xfrm>
            <a:off x="2222640" y="3639240"/>
            <a:ext cx="671760" cy="954360"/>
          </a:xfrm>
          <a:custGeom>
            <a:avLst/>
            <a:gdLst/>
            <a:ahLst/>
            <a:rect l="0" t="0" r="r" b="b"/>
            <a:pathLst>
              <a:path w="1866" h="2651">
                <a:moveTo>
                  <a:pt x="128" y="2560"/>
                </a:moveTo>
                <a:lnTo>
                  <a:pt x="1866" y="29"/>
                </a:lnTo>
                <a:lnTo>
                  <a:pt x="1823" y="0"/>
                </a:lnTo>
                <a:lnTo>
                  <a:pt x="84" y="2530"/>
                </a:lnTo>
                <a:lnTo>
                  <a:pt x="128" y="2560"/>
                </a:lnTo>
                <a:moveTo>
                  <a:pt x="19" y="2485"/>
                </a:moveTo>
                <a:cubicBezTo>
                  <a:pt x="-15" y="2533"/>
                  <a:pt x="-2" y="2599"/>
                  <a:pt x="46" y="2632"/>
                </a:cubicBezTo>
                <a:cubicBezTo>
                  <a:pt x="94" y="2665"/>
                  <a:pt x="160" y="2653"/>
                  <a:pt x="193" y="2605"/>
                </a:cubicBezTo>
                <a:cubicBezTo>
                  <a:pt x="226" y="2557"/>
                  <a:pt x="214" y="2491"/>
                  <a:pt x="166" y="2458"/>
                </a:cubicBezTo>
                <a:cubicBezTo>
                  <a:pt x="117" y="2425"/>
                  <a:pt x="52" y="2437"/>
                  <a:pt x="19" y="2485"/>
                </a:cubicBez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059" name=""/>
          <p:cNvSpPr txBox="1"/>
          <p:nvPr/>
        </p:nvSpPr>
        <p:spPr>
          <a:xfrm>
            <a:off x="2976840" y="3453480"/>
            <a:ext cx="7869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Visceral Fat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60" name=""/>
          <p:cNvSpPr/>
          <p:nvPr/>
        </p:nvSpPr>
        <p:spPr>
          <a:xfrm>
            <a:off x="2548800" y="4654800"/>
            <a:ext cx="356040" cy="651600"/>
          </a:xfrm>
          <a:custGeom>
            <a:avLst/>
            <a:gdLst/>
            <a:ahLst/>
            <a:rect l="0" t="0" r="r" b="b"/>
            <a:pathLst>
              <a:path w="989" h="1810">
                <a:moveTo>
                  <a:pt x="129" y="94"/>
                </a:moveTo>
                <a:lnTo>
                  <a:pt x="989" y="1786"/>
                </a:lnTo>
                <a:lnTo>
                  <a:pt x="942" y="1810"/>
                </a:lnTo>
                <a:lnTo>
                  <a:pt x="82" y="118"/>
                </a:lnTo>
                <a:lnTo>
                  <a:pt x="129" y="94"/>
                </a:lnTo>
                <a:moveTo>
                  <a:pt x="11" y="154"/>
                </a:moveTo>
                <a:cubicBezTo>
                  <a:pt x="-15" y="102"/>
                  <a:pt x="5" y="38"/>
                  <a:pt x="58" y="12"/>
                </a:cubicBezTo>
                <a:cubicBezTo>
                  <a:pt x="110" y="-15"/>
                  <a:pt x="173" y="6"/>
                  <a:pt x="200" y="58"/>
                </a:cubicBezTo>
                <a:cubicBezTo>
                  <a:pt x="227" y="110"/>
                  <a:pt x="206" y="174"/>
                  <a:pt x="154" y="200"/>
                </a:cubicBezTo>
                <a:cubicBezTo>
                  <a:pt x="101" y="227"/>
                  <a:pt x="38" y="206"/>
                  <a:pt x="11" y="154"/>
                </a:cubicBez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061" name=""/>
          <p:cNvSpPr txBox="1"/>
          <p:nvPr/>
        </p:nvSpPr>
        <p:spPr>
          <a:xfrm>
            <a:off x="2976840" y="3652200"/>
            <a:ext cx="14684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: Fat between the organs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62" name=""/>
          <p:cNvSpPr txBox="1"/>
          <p:nvPr/>
        </p:nvSpPr>
        <p:spPr>
          <a:xfrm>
            <a:off x="2976840" y="5126760"/>
            <a:ext cx="12153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Subcutaneous Fat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63" name=""/>
          <p:cNvSpPr/>
          <p:nvPr/>
        </p:nvSpPr>
        <p:spPr>
          <a:xfrm>
            <a:off x="3938760" y="3500640"/>
            <a:ext cx="2193480" cy="108360"/>
          </a:xfrm>
          <a:custGeom>
            <a:avLst/>
            <a:gdLst/>
            <a:ahLst/>
            <a:rect l="0" t="0" r="r" b="b"/>
            <a:pathLst>
              <a:path w="6093" h="301">
                <a:moveTo>
                  <a:pt x="0" y="124"/>
                </a:moveTo>
                <a:lnTo>
                  <a:pt x="6040" y="124"/>
                </a:lnTo>
                <a:lnTo>
                  <a:pt x="6040" y="177"/>
                </a:lnTo>
                <a:lnTo>
                  <a:pt x="0" y="177"/>
                </a:lnTo>
                <a:lnTo>
                  <a:pt x="0" y="124"/>
                </a:lnTo>
                <a:moveTo>
                  <a:pt x="5842" y="3"/>
                </a:moveTo>
                <a:lnTo>
                  <a:pt x="6093" y="151"/>
                </a:lnTo>
                <a:lnTo>
                  <a:pt x="5842" y="297"/>
                </a:lnTo>
                <a:cubicBezTo>
                  <a:pt x="5829" y="305"/>
                  <a:pt x="5813" y="300"/>
                  <a:pt x="5806" y="288"/>
                </a:cubicBezTo>
                <a:cubicBezTo>
                  <a:pt x="5798" y="275"/>
                  <a:pt x="5803" y="259"/>
                  <a:pt x="5815" y="251"/>
                </a:cubicBezTo>
                <a:lnTo>
                  <a:pt x="6027" y="128"/>
                </a:lnTo>
                <a:lnTo>
                  <a:pt x="6027" y="174"/>
                </a:lnTo>
                <a:lnTo>
                  <a:pt x="5815" y="50"/>
                </a:lnTo>
                <a:cubicBezTo>
                  <a:pt x="5803" y="43"/>
                  <a:pt x="5798" y="27"/>
                  <a:pt x="5806" y="13"/>
                </a:cubicBezTo>
                <a:cubicBezTo>
                  <a:pt x="5813" y="0"/>
                  <a:pt x="5829" y="-4"/>
                  <a:pt x="5842" y="3"/>
                </a:cubicBez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064" name="" descr=""/>
          <p:cNvPicPr/>
          <p:nvPr/>
        </p:nvPicPr>
        <p:blipFill>
          <a:blip r:embed="rId8"/>
          <a:stretch/>
        </p:blipFill>
        <p:spPr>
          <a:xfrm>
            <a:off x="6420600" y="2883240"/>
            <a:ext cx="1266120" cy="1150200"/>
          </a:xfrm>
          <a:prstGeom prst="rect">
            <a:avLst/>
          </a:prstGeom>
          <a:ln w="0">
            <a:noFill/>
          </a:ln>
        </p:spPr>
      </p:pic>
      <p:sp>
        <p:nvSpPr>
          <p:cNvPr id="23065" name=""/>
          <p:cNvSpPr txBox="1"/>
          <p:nvPr/>
        </p:nvSpPr>
        <p:spPr>
          <a:xfrm>
            <a:off x="2976840" y="5325480"/>
            <a:ext cx="12718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: Fat beneath the skin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66" name=""/>
          <p:cNvSpPr txBox="1"/>
          <p:nvPr/>
        </p:nvSpPr>
        <p:spPr>
          <a:xfrm>
            <a:off x="6684480" y="3792240"/>
            <a:ext cx="8236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Visceral Fat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67" name=""/>
          <p:cNvSpPr/>
          <p:nvPr/>
        </p:nvSpPr>
        <p:spPr>
          <a:xfrm>
            <a:off x="4545000" y="5189040"/>
            <a:ext cx="1587960" cy="108360"/>
          </a:xfrm>
          <a:custGeom>
            <a:avLst/>
            <a:gdLst/>
            <a:ahLst/>
            <a:rect l="0" t="0" r="r" b="b"/>
            <a:pathLst>
              <a:path w="4411" h="301">
                <a:moveTo>
                  <a:pt x="0" y="124"/>
                </a:moveTo>
                <a:lnTo>
                  <a:pt x="4358" y="124"/>
                </a:lnTo>
                <a:lnTo>
                  <a:pt x="4358" y="178"/>
                </a:lnTo>
                <a:lnTo>
                  <a:pt x="0" y="178"/>
                </a:lnTo>
                <a:lnTo>
                  <a:pt x="0" y="124"/>
                </a:lnTo>
                <a:moveTo>
                  <a:pt x="4160" y="4"/>
                </a:moveTo>
                <a:lnTo>
                  <a:pt x="4411" y="151"/>
                </a:lnTo>
                <a:lnTo>
                  <a:pt x="4160" y="298"/>
                </a:lnTo>
                <a:cubicBezTo>
                  <a:pt x="4147" y="305"/>
                  <a:pt x="4131" y="301"/>
                  <a:pt x="4124" y="288"/>
                </a:cubicBezTo>
                <a:cubicBezTo>
                  <a:pt x="4116" y="275"/>
                  <a:pt x="4120" y="259"/>
                  <a:pt x="4133" y="252"/>
                </a:cubicBezTo>
                <a:lnTo>
                  <a:pt x="4345" y="127"/>
                </a:lnTo>
                <a:lnTo>
                  <a:pt x="4345" y="174"/>
                </a:lnTo>
                <a:lnTo>
                  <a:pt x="4133" y="50"/>
                </a:lnTo>
                <a:cubicBezTo>
                  <a:pt x="4120" y="42"/>
                  <a:pt x="4116" y="26"/>
                  <a:pt x="4124" y="13"/>
                </a:cubicBezTo>
                <a:cubicBezTo>
                  <a:pt x="4131" y="1"/>
                  <a:pt x="4147" y="-4"/>
                  <a:pt x="4160" y="4"/>
                </a:cubicBez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068" name="" descr=""/>
          <p:cNvPicPr/>
          <p:nvPr/>
        </p:nvPicPr>
        <p:blipFill>
          <a:blip r:embed="rId9"/>
          <a:stretch/>
        </p:blipFill>
        <p:spPr>
          <a:xfrm>
            <a:off x="6342840" y="4550760"/>
            <a:ext cx="1423080" cy="1191240"/>
          </a:xfrm>
          <a:prstGeom prst="rect">
            <a:avLst/>
          </a:prstGeom>
          <a:ln w="0">
            <a:noFill/>
          </a:ln>
        </p:spPr>
      </p:pic>
      <p:sp>
        <p:nvSpPr>
          <p:cNvPr id="23069" name=""/>
          <p:cNvSpPr txBox="1"/>
          <p:nvPr/>
        </p:nvSpPr>
        <p:spPr>
          <a:xfrm>
            <a:off x="6812640" y="3990240"/>
            <a:ext cx="5234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Obesity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70" name=""/>
          <p:cNvSpPr txBox="1"/>
          <p:nvPr/>
        </p:nvSpPr>
        <p:spPr>
          <a:xfrm>
            <a:off x="6450120" y="5505480"/>
            <a:ext cx="12520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Subcutaneous Fat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71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72" name=""/>
          <p:cNvSpPr txBox="1"/>
          <p:nvPr/>
        </p:nvSpPr>
        <p:spPr>
          <a:xfrm>
            <a:off x="6793200" y="5703840"/>
            <a:ext cx="5234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Obesity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73" name=""/>
          <p:cNvSpPr txBox="1"/>
          <p:nvPr/>
        </p:nvSpPr>
        <p:spPr>
          <a:xfrm>
            <a:off x="132120" y="741600"/>
            <a:ext cx="28443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3. Evaluate Abdominal Fat – Visceral Fat, Waist-Hip Ratio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74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7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076" name="" descr=""/>
          <p:cNvPicPr/>
          <p:nvPr/>
        </p:nvPicPr>
        <p:blipFill>
          <a:blip r:embed="rId1"/>
          <a:stretch/>
        </p:blipFill>
        <p:spPr>
          <a:xfrm>
            <a:off x="442080" y="642960"/>
            <a:ext cx="3934440" cy="5571360"/>
          </a:xfrm>
          <a:prstGeom prst="rect">
            <a:avLst/>
          </a:prstGeom>
          <a:ln w="0">
            <a:noFill/>
          </a:ln>
        </p:spPr>
      </p:pic>
      <p:sp>
        <p:nvSpPr>
          <p:cNvPr id="23077" name=""/>
          <p:cNvSpPr/>
          <p:nvPr/>
        </p:nvSpPr>
        <p:spPr>
          <a:xfrm>
            <a:off x="3105720" y="1150560"/>
            <a:ext cx="995400" cy="109800"/>
          </a:xfrm>
          <a:custGeom>
            <a:avLst/>
            <a:gdLst/>
            <a:ahLst/>
            <a:rect l="0" t="0" r="r" b="b"/>
            <a:pathLst>
              <a:path w="2765" h="305">
                <a:moveTo>
                  <a:pt x="0" y="305"/>
                </a:moveTo>
                <a:lnTo>
                  <a:pt x="2765" y="305"/>
                </a:lnTo>
                <a:lnTo>
                  <a:pt x="2765" y="0"/>
                </a:lnTo>
                <a:lnTo>
                  <a:pt x="0" y="0"/>
                </a:lnTo>
                <a:lnTo>
                  <a:pt x="0" y="3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78" name=""/>
          <p:cNvSpPr/>
          <p:nvPr/>
        </p:nvSpPr>
        <p:spPr>
          <a:xfrm>
            <a:off x="441720" y="642960"/>
            <a:ext cx="3935520" cy="5572080"/>
          </a:xfrm>
          <a:custGeom>
            <a:avLst/>
            <a:gdLst/>
            <a:ahLst/>
            <a:rect l="0" t="0" r="r" b="b"/>
            <a:pathLst>
              <a:path w="10932" h="15478">
                <a:moveTo>
                  <a:pt x="0" y="15478"/>
                </a:moveTo>
                <a:lnTo>
                  <a:pt x="10932" y="15478"/>
                </a:lnTo>
                <a:lnTo>
                  <a:pt x="10932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000000">
              <a:alpha val="7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079" name="" descr=""/>
          <p:cNvPicPr/>
          <p:nvPr/>
        </p:nvPicPr>
        <p:blipFill>
          <a:blip r:embed="rId2"/>
          <a:stretch/>
        </p:blipFill>
        <p:spPr>
          <a:xfrm>
            <a:off x="611280" y="2228040"/>
            <a:ext cx="2337480" cy="1247760"/>
          </a:xfrm>
          <a:prstGeom prst="rect">
            <a:avLst/>
          </a:prstGeom>
          <a:ln w="0">
            <a:noFill/>
          </a:ln>
        </p:spPr>
      </p:pic>
      <p:pic>
        <p:nvPicPr>
          <p:cNvPr id="23080" name="" descr=""/>
          <p:cNvPicPr/>
          <p:nvPr/>
        </p:nvPicPr>
        <p:blipFill>
          <a:blip r:embed="rId3"/>
          <a:stretch/>
        </p:blipFill>
        <p:spPr>
          <a:xfrm>
            <a:off x="3016080" y="3421440"/>
            <a:ext cx="1189800" cy="633600"/>
          </a:xfrm>
          <a:prstGeom prst="rect">
            <a:avLst/>
          </a:prstGeom>
          <a:ln w="0">
            <a:noFill/>
          </a:ln>
        </p:spPr>
      </p:pic>
      <p:pic>
        <p:nvPicPr>
          <p:cNvPr id="23081" name="" descr=""/>
          <p:cNvPicPr/>
          <p:nvPr/>
        </p:nvPicPr>
        <p:blipFill>
          <a:blip r:embed="rId4"/>
          <a:stretch/>
        </p:blipFill>
        <p:spPr>
          <a:xfrm>
            <a:off x="2984040" y="1955160"/>
            <a:ext cx="1221840" cy="978120"/>
          </a:xfrm>
          <a:prstGeom prst="rect">
            <a:avLst/>
          </a:prstGeom>
          <a:ln w="0">
            <a:noFill/>
          </a:ln>
        </p:spPr>
      </p:pic>
      <p:pic>
        <p:nvPicPr>
          <p:cNvPr id="23082" name="" descr=""/>
          <p:cNvPicPr/>
          <p:nvPr/>
        </p:nvPicPr>
        <p:blipFill>
          <a:blip r:embed="rId5"/>
          <a:stretch/>
        </p:blipFill>
        <p:spPr>
          <a:xfrm>
            <a:off x="3016080" y="4369320"/>
            <a:ext cx="1189800" cy="106200"/>
          </a:xfrm>
          <a:prstGeom prst="rect">
            <a:avLst/>
          </a:prstGeom>
          <a:ln w="0">
            <a:noFill/>
          </a:ln>
        </p:spPr>
      </p:pic>
      <p:pic>
        <p:nvPicPr>
          <p:cNvPr id="23083" name="" descr=""/>
          <p:cNvPicPr/>
          <p:nvPr/>
        </p:nvPicPr>
        <p:blipFill>
          <a:blip r:embed="rId6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084" name="" descr=""/>
          <p:cNvPicPr/>
          <p:nvPr/>
        </p:nvPicPr>
        <p:blipFill>
          <a:blip r:embed="rId7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085" name="" descr=""/>
          <p:cNvPicPr/>
          <p:nvPr/>
        </p:nvPicPr>
        <p:blipFill>
          <a:blip r:embed="rId8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086" name="" descr=""/>
          <p:cNvPicPr/>
          <p:nvPr/>
        </p:nvPicPr>
        <p:blipFill>
          <a:blip r:embed="rId9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3087" name="" descr=""/>
          <p:cNvPicPr/>
          <p:nvPr/>
        </p:nvPicPr>
        <p:blipFill>
          <a:blip r:embed="rId10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sp>
        <p:nvSpPr>
          <p:cNvPr id="2308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8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090" name="" descr=""/>
          <p:cNvPicPr/>
          <p:nvPr/>
        </p:nvPicPr>
        <p:blipFill>
          <a:blip r:embed="rId1"/>
          <a:stretch/>
        </p:blipFill>
        <p:spPr>
          <a:xfrm>
            <a:off x="493920" y="1213200"/>
            <a:ext cx="1720080" cy="1377360"/>
          </a:xfrm>
          <a:prstGeom prst="rect">
            <a:avLst/>
          </a:prstGeom>
          <a:ln w="0">
            <a:noFill/>
          </a:ln>
        </p:spPr>
      </p:pic>
      <p:pic>
        <p:nvPicPr>
          <p:cNvPr id="23091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092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093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094" name="" descr=""/>
          <p:cNvPicPr/>
          <p:nvPr/>
        </p:nvPicPr>
        <p:blipFill>
          <a:blip r:embed="rId5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3095" name="" descr=""/>
          <p:cNvPicPr/>
          <p:nvPr/>
        </p:nvPicPr>
        <p:blipFill>
          <a:blip r:embed="rId6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sp>
        <p:nvSpPr>
          <p:cNvPr id="23096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97" name=""/>
          <p:cNvSpPr txBox="1"/>
          <p:nvPr/>
        </p:nvSpPr>
        <p:spPr>
          <a:xfrm>
            <a:off x="132120" y="741600"/>
            <a:ext cx="28443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3. Evaluate Abdominal Fat – Visceral Fat, Waist-Hip Ratio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98" name=""/>
          <p:cNvSpPr txBox="1"/>
          <p:nvPr/>
        </p:nvSpPr>
        <p:spPr>
          <a:xfrm>
            <a:off x="2662200" y="17611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099" name=""/>
          <p:cNvSpPr txBox="1"/>
          <p:nvPr/>
        </p:nvSpPr>
        <p:spPr>
          <a:xfrm>
            <a:off x="2895480" y="1754280"/>
            <a:ext cx="37742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Visceral Fat Area (VFA) is the cross-sectional area of visceral fat 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00" name=""/>
          <p:cNvSpPr txBox="1"/>
          <p:nvPr/>
        </p:nvSpPr>
        <p:spPr>
          <a:xfrm>
            <a:off x="2662200" y="19350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01" name=""/>
          <p:cNvSpPr txBox="1"/>
          <p:nvPr/>
        </p:nvSpPr>
        <p:spPr>
          <a:xfrm>
            <a:off x="3027960" y="1928160"/>
            <a:ext cx="9792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shows your level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02" name=""/>
          <p:cNvSpPr txBox="1"/>
          <p:nvPr/>
        </p:nvSpPr>
        <p:spPr>
          <a:xfrm>
            <a:off x="2895480" y="2100240"/>
            <a:ext cx="2388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Compare it with </a:t>
            </a:r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1) cut off value – 100cm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03" name=""/>
          <p:cNvSpPr txBox="1"/>
          <p:nvPr/>
        </p:nvSpPr>
        <p:spPr>
          <a:xfrm>
            <a:off x="5292720" y="2104200"/>
            <a:ext cx="95760" cy="11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50" spc="-1" strike="noStrike">
                <a:solidFill>
                  <a:srgbClr val="8b0024"/>
                </a:solidFill>
                <a:latin typeface="Calibri"/>
                <a:ea typeface="Calibri"/>
              </a:rPr>
              <a:t>2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104" name="" descr=""/>
          <p:cNvPicPr/>
          <p:nvPr/>
        </p:nvPicPr>
        <p:blipFill>
          <a:blip r:embed="rId7"/>
          <a:stretch/>
        </p:blipFill>
        <p:spPr>
          <a:xfrm>
            <a:off x="2816280" y="1940040"/>
            <a:ext cx="158040" cy="150480"/>
          </a:xfrm>
          <a:prstGeom prst="rect">
            <a:avLst/>
          </a:prstGeom>
          <a:ln w="0">
            <a:noFill/>
          </a:ln>
        </p:spPr>
      </p:pic>
      <p:sp>
        <p:nvSpPr>
          <p:cNvPr id="23105" name=""/>
          <p:cNvSpPr/>
          <p:nvPr/>
        </p:nvSpPr>
        <p:spPr>
          <a:xfrm>
            <a:off x="1374480" y="1901880"/>
            <a:ext cx="76680" cy="817920"/>
          </a:xfrm>
          <a:custGeom>
            <a:avLst/>
            <a:gdLst/>
            <a:ahLst/>
            <a:rect l="0" t="0" r="r" b="b"/>
            <a:pathLst>
              <a:path w="213" h="2272">
                <a:moveTo>
                  <a:pt x="124" y="0"/>
                </a:moveTo>
                <a:lnTo>
                  <a:pt x="124" y="2095"/>
                </a:lnTo>
                <a:lnTo>
                  <a:pt x="89" y="2095"/>
                </a:lnTo>
                <a:lnTo>
                  <a:pt x="89" y="0"/>
                </a:lnTo>
                <a:lnTo>
                  <a:pt x="124" y="0"/>
                </a:lnTo>
                <a:moveTo>
                  <a:pt x="213" y="2060"/>
                </a:moveTo>
                <a:lnTo>
                  <a:pt x="107" y="2272"/>
                </a:lnTo>
                <a:lnTo>
                  <a:pt x="0" y="2060"/>
                </a:lnTo>
                <a:lnTo>
                  <a:pt x="213" y="2060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06" name=""/>
          <p:cNvSpPr txBox="1"/>
          <p:nvPr/>
        </p:nvSpPr>
        <p:spPr>
          <a:xfrm>
            <a:off x="5373720" y="2100240"/>
            <a:ext cx="13327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and  2) Your age group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07" name=""/>
          <p:cNvSpPr/>
          <p:nvPr/>
        </p:nvSpPr>
        <p:spPr>
          <a:xfrm>
            <a:off x="414360" y="1839960"/>
            <a:ext cx="986400" cy="76680"/>
          </a:xfrm>
          <a:custGeom>
            <a:avLst/>
            <a:gdLst/>
            <a:ahLst/>
            <a:rect l="0" t="0" r="r" b="b"/>
            <a:pathLst>
              <a:path w="2740" h="213">
                <a:moveTo>
                  <a:pt x="2563" y="89"/>
                </a:moveTo>
                <a:lnTo>
                  <a:pt x="0" y="110"/>
                </a:lnTo>
                <a:lnTo>
                  <a:pt x="0" y="145"/>
                </a:lnTo>
                <a:lnTo>
                  <a:pt x="2564" y="124"/>
                </a:lnTo>
                <a:lnTo>
                  <a:pt x="2563" y="89"/>
                </a:lnTo>
                <a:moveTo>
                  <a:pt x="2529" y="213"/>
                </a:moveTo>
                <a:lnTo>
                  <a:pt x="2740" y="105"/>
                </a:lnTo>
                <a:lnTo>
                  <a:pt x="2527" y="0"/>
                </a:lnTo>
                <a:lnTo>
                  <a:pt x="2529" y="213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08" name=""/>
          <p:cNvSpPr txBox="1"/>
          <p:nvPr/>
        </p:nvSpPr>
        <p:spPr>
          <a:xfrm>
            <a:off x="1227600" y="2761200"/>
            <a:ext cx="3679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0" spc="-1" strike="noStrike">
                <a:solidFill>
                  <a:srgbClr val="8b0024"/>
                </a:solidFill>
                <a:latin typeface="Calibri"/>
                <a:ea typeface="Calibri"/>
              </a:rPr>
              <a:t>My age</a:t>
            </a:r>
            <a:endParaRPr b="0" lang="en-US" sz="9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09" name=""/>
          <p:cNvSpPr txBox="1"/>
          <p:nvPr/>
        </p:nvSpPr>
        <p:spPr>
          <a:xfrm>
            <a:off x="168120" y="1796760"/>
            <a:ext cx="17280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8b0024"/>
                </a:solidFill>
                <a:latin typeface="Calibri"/>
                <a:ea typeface="Calibri"/>
              </a:rPr>
              <a:t>My 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10" name=""/>
          <p:cNvSpPr/>
          <p:nvPr/>
        </p:nvSpPr>
        <p:spPr>
          <a:xfrm>
            <a:off x="1481040" y="1799640"/>
            <a:ext cx="259560" cy="162000"/>
          </a:xfrm>
          <a:custGeom>
            <a:avLst/>
            <a:gdLst/>
            <a:ahLst/>
            <a:rect l="0" t="0" r="r" b="b"/>
            <a:pathLst>
              <a:path w="721" h="450">
                <a:moveTo>
                  <a:pt x="0" y="450"/>
                </a:moveTo>
                <a:lnTo>
                  <a:pt x="721" y="450"/>
                </a:lnTo>
                <a:lnTo>
                  <a:pt x="721" y="0"/>
                </a:lnTo>
                <a:lnTo>
                  <a:pt x="0" y="0"/>
                </a:lnTo>
                <a:lnTo>
                  <a:pt x="0" y="450"/>
                </a:lnTo>
                <a:close/>
              </a:path>
            </a:pathLst>
          </a:custGeom>
          <a:noFill/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11" name=""/>
          <p:cNvSpPr/>
          <p:nvPr/>
        </p:nvSpPr>
        <p:spPr>
          <a:xfrm>
            <a:off x="885240" y="1685520"/>
            <a:ext cx="974160" cy="735120"/>
          </a:xfrm>
          <a:custGeom>
            <a:avLst/>
            <a:gdLst/>
            <a:ahLst/>
            <a:rect l="0" t="0" r="r" b="b"/>
            <a:pathLst>
              <a:path w="2706" h="2042">
                <a:moveTo>
                  <a:pt x="1258" y="520"/>
                </a:moveTo>
                <a:cubicBezTo>
                  <a:pt x="1616" y="329"/>
                  <a:pt x="2123" y="102"/>
                  <a:pt x="2365" y="40"/>
                </a:cubicBezTo>
                <a:cubicBezTo>
                  <a:pt x="2606" y="-21"/>
                  <a:pt x="2702" y="-33"/>
                  <a:pt x="2706" y="149"/>
                </a:cubicBezTo>
                <a:cubicBezTo>
                  <a:pt x="2711" y="332"/>
                  <a:pt x="2524" y="905"/>
                  <a:pt x="2392" y="1135"/>
                </a:cubicBezTo>
                <a:cubicBezTo>
                  <a:pt x="2260" y="1365"/>
                  <a:pt x="2235" y="1394"/>
                  <a:pt x="1914" y="1531"/>
                </a:cubicBezTo>
                <a:cubicBezTo>
                  <a:pt x="1592" y="1668"/>
                  <a:pt x="782" y="1882"/>
                  <a:pt x="466" y="1955"/>
                </a:cubicBezTo>
                <a:cubicBezTo>
                  <a:pt x="149" y="2028"/>
                  <a:pt x="56" y="2099"/>
                  <a:pt x="15" y="1969"/>
                </a:cubicBezTo>
                <a:cubicBezTo>
                  <a:pt x="-26" y="1839"/>
                  <a:pt x="8" y="1411"/>
                  <a:pt x="220" y="1176"/>
                </a:cubicBezTo>
                <a:cubicBezTo>
                  <a:pt x="432" y="941"/>
                  <a:pt x="900" y="709"/>
                  <a:pt x="1258" y="520"/>
                </a:cubicBezTo>
                <a:close/>
              </a:path>
            </a:pathLst>
          </a:custGeom>
          <a:noFill/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12" name=""/>
          <p:cNvSpPr/>
          <p:nvPr/>
        </p:nvSpPr>
        <p:spPr>
          <a:xfrm>
            <a:off x="1374480" y="1837800"/>
            <a:ext cx="76680" cy="472320"/>
          </a:xfrm>
          <a:custGeom>
            <a:avLst/>
            <a:gdLst/>
            <a:ahLst/>
            <a:rect l="0" t="0" r="r" b="b"/>
            <a:pathLst>
              <a:path w="213" h="1312">
                <a:moveTo>
                  <a:pt x="124" y="1135"/>
                </a:moveTo>
                <a:lnTo>
                  <a:pt x="124" y="176"/>
                </a:lnTo>
                <a:lnTo>
                  <a:pt x="89" y="176"/>
                </a:lnTo>
                <a:lnTo>
                  <a:pt x="89" y="1135"/>
                </a:lnTo>
                <a:lnTo>
                  <a:pt x="124" y="1135"/>
                </a:lnTo>
                <a:moveTo>
                  <a:pt x="0" y="1100"/>
                </a:moveTo>
                <a:lnTo>
                  <a:pt x="107" y="1312"/>
                </a:lnTo>
                <a:lnTo>
                  <a:pt x="213" y="1100"/>
                </a:lnTo>
                <a:lnTo>
                  <a:pt x="0" y="1100"/>
                </a:lnTo>
                <a:moveTo>
                  <a:pt x="213" y="212"/>
                </a:moveTo>
                <a:lnTo>
                  <a:pt x="107" y="0"/>
                </a:lnTo>
                <a:lnTo>
                  <a:pt x="0" y="212"/>
                </a:lnTo>
                <a:lnTo>
                  <a:pt x="213" y="212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13" name=""/>
          <p:cNvSpPr/>
          <p:nvPr/>
        </p:nvSpPr>
        <p:spPr>
          <a:xfrm>
            <a:off x="1375920" y="2073960"/>
            <a:ext cx="80280" cy="0"/>
          </a:xfrm>
          <a:prstGeom prst="line">
            <a:avLst/>
          </a:prstGeom>
          <a:ln w="6120">
            <a:solidFill>
              <a:srgbClr val="8b0024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14" name=""/>
          <p:cNvSpPr txBox="1"/>
          <p:nvPr/>
        </p:nvSpPr>
        <p:spPr>
          <a:xfrm>
            <a:off x="151200" y="1932480"/>
            <a:ext cx="18072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8b0024"/>
                </a:solidFill>
                <a:latin typeface="Calibri"/>
                <a:ea typeface="Calibri"/>
              </a:rPr>
              <a:t>VFA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115" name="" descr=""/>
          <p:cNvPicPr/>
          <p:nvPr/>
        </p:nvPicPr>
        <p:blipFill>
          <a:blip r:embed="rId8"/>
          <a:stretch/>
        </p:blipFill>
        <p:spPr>
          <a:xfrm>
            <a:off x="2569320" y="2590920"/>
            <a:ext cx="6154920" cy="3282480"/>
          </a:xfrm>
          <a:prstGeom prst="rect">
            <a:avLst/>
          </a:prstGeom>
          <a:ln w="0">
            <a:noFill/>
          </a:ln>
        </p:spPr>
      </p:pic>
      <p:sp>
        <p:nvSpPr>
          <p:cNvPr id="23116" name=""/>
          <p:cNvSpPr txBox="1"/>
          <p:nvPr/>
        </p:nvSpPr>
        <p:spPr>
          <a:xfrm>
            <a:off x="1523160" y="1994760"/>
            <a:ext cx="4107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Average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17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1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119" name="" descr=""/>
          <p:cNvPicPr/>
          <p:nvPr/>
        </p:nvPicPr>
        <p:blipFill>
          <a:blip r:embed="rId1"/>
          <a:stretch/>
        </p:blipFill>
        <p:spPr>
          <a:xfrm>
            <a:off x="493920" y="1213200"/>
            <a:ext cx="1720080" cy="1377360"/>
          </a:xfrm>
          <a:prstGeom prst="rect">
            <a:avLst/>
          </a:prstGeom>
          <a:ln w="0">
            <a:noFill/>
          </a:ln>
        </p:spPr>
      </p:pic>
      <p:pic>
        <p:nvPicPr>
          <p:cNvPr id="23120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121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122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123" name="" descr=""/>
          <p:cNvPicPr/>
          <p:nvPr/>
        </p:nvPicPr>
        <p:blipFill>
          <a:blip r:embed="rId5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3124" name="" descr=""/>
          <p:cNvPicPr/>
          <p:nvPr/>
        </p:nvPicPr>
        <p:blipFill>
          <a:blip r:embed="rId6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sp>
        <p:nvSpPr>
          <p:cNvPr id="23125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26" name=""/>
          <p:cNvSpPr/>
          <p:nvPr/>
        </p:nvSpPr>
        <p:spPr>
          <a:xfrm>
            <a:off x="987480" y="1760040"/>
            <a:ext cx="764280" cy="422640"/>
          </a:xfrm>
          <a:custGeom>
            <a:avLst/>
            <a:gdLst/>
            <a:ahLst/>
            <a:rect l="0" t="0" r="r" b="b"/>
            <a:pathLst>
              <a:path w="2123" h="1174">
                <a:moveTo>
                  <a:pt x="17" y="1174"/>
                </a:moveTo>
                <a:lnTo>
                  <a:pt x="1977" y="100"/>
                </a:lnTo>
                <a:lnTo>
                  <a:pt x="1960" y="69"/>
                </a:lnTo>
                <a:lnTo>
                  <a:pt x="0" y="1143"/>
                </a:lnTo>
                <a:lnTo>
                  <a:pt x="17" y="1174"/>
                </a:lnTo>
                <a:moveTo>
                  <a:pt x="1988" y="194"/>
                </a:moveTo>
                <a:lnTo>
                  <a:pt x="2123" y="0"/>
                </a:lnTo>
                <a:lnTo>
                  <a:pt x="1887" y="9"/>
                </a:lnTo>
                <a:lnTo>
                  <a:pt x="1988" y="194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27" name=""/>
          <p:cNvSpPr txBox="1"/>
          <p:nvPr/>
        </p:nvSpPr>
        <p:spPr>
          <a:xfrm>
            <a:off x="132120" y="741600"/>
            <a:ext cx="28443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3. Evaluate Abdominal Fat – Visceral Fat, Waist-Hip Ratio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28" name=""/>
          <p:cNvSpPr txBox="1"/>
          <p:nvPr/>
        </p:nvSpPr>
        <p:spPr>
          <a:xfrm>
            <a:off x="2662200" y="17611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29" name=""/>
          <p:cNvSpPr txBox="1"/>
          <p:nvPr/>
        </p:nvSpPr>
        <p:spPr>
          <a:xfrm>
            <a:off x="2895480" y="1754280"/>
            <a:ext cx="37742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Visceral Fat Area (VFA) is the cross-sectional area of visceral fat 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30" name=""/>
          <p:cNvSpPr txBox="1"/>
          <p:nvPr/>
        </p:nvSpPr>
        <p:spPr>
          <a:xfrm>
            <a:off x="2662200" y="19350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31" name=""/>
          <p:cNvSpPr txBox="1"/>
          <p:nvPr/>
        </p:nvSpPr>
        <p:spPr>
          <a:xfrm>
            <a:off x="3027960" y="1928160"/>
            <a:ext cx="9792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shows your level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32" name=""/>
          <p:cNvSpPr txBox="1"/>
          <p:nvPr/>
        </p:nvSpPr>
        <p:spPr>
          <a:xfrm>
            <a:off x="2895480" y="2100240"/>
            <a:ext cx="2388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Compare it with </a:t>
            </a:r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1) cut off value – 100cm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33" name=""/>
          <p:cNvSpPr txBox="1"/>
          <p:nvPr/>
        </p:nvSpPr>
        <p:spPr>
          <a:xfrm>
            <a:off x="5292720" y="2104200"/>
            <a:ext cx="95760" cy="11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50" spc="-1" strike="noStrike">
                <a:solidFill>
                  <a:srgbClr val="8b0024"/>
                </a:solidFill>
                <a:latin typeface="Calibri"/>
                <a:ea typeface="Calibri"/>
              </a:rPr>
              <a:t>2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134" name="" descr=""/>
          <p:cNvPicPr/>
          <p:nvPr/>
        </p:nvPicPr>
        <p:blipFill>
          <a:blip r:embed="rId7"/>
          <a:stretch/>
        </p:blipFill>
        <p:spPr>
          <a:xfrm>
            <a:off x="2816280" y="1940040"/>
            <a:ext cx="158040" cy="150480"/>
          </a:xfrm>
          <a:prstGeom prst="rect">
            <a:avLst/>
          </a:prstGeom>
          <a:ln w="0">
            <a:noFill/>
          </a:ln>
        </p:spPr>
      </p:pic>
      <p:pic>
        <p:nvPicPr>
          <p:cNvPr id="23135" name="" descr=""/>
          <p:cNvPicPr/>
          <p:nvPr/>
        </p:nvPicPr>
        <p:blipFill>
          <a:blip r:embed="rId8"/>
          <a:stretch/>
        </p:blipFill>
        <p:spPr>
          <a:xfrm>
            <a:off x="3563280" y="3048120"/>
            <a:ext cx="4419360" cy="2878560"/>
          </a:xfrm>
          <a:prstGeom prst="rect">
            <a:avLst/>
          </a:prstGeom>
          <a:ln w="0">
            <a:noFill/>
          </a:ln>
        </p:spPr>
      </p:pic>
      <p:pic>
        <p:nvPicPr>
          <p:cNvPr id="23136" name="" descr=""/>
          <p:cNvPicPr/>
          <p:nvPr/>
        </p:nvPicPr>
        <p:blipFill>
          <a:blip r:embed="rId9"/>
          <a:stretch/>
        </p:blipFill>
        <p:spPr>
          <a:xfrm>
            <a:off x="6550200" y="4884480"/>
            <a:ext cx="1352880" cy="961200"/>
          </a:xfrm>
          <a:prstGeom prst="rect">
            <a:avLst/>
          </a:prstGeom>
          <a:ln w="0">
            <a:noFill/>
          </a:ln>
        </p:spPr>
      </p:pic>
      <p:pic>
        <p:nvPicPr>
          <p:cNvPr id="23137" name="" descr=""/>
          <p:cNvPicPr/>
          <p:nvPr/>
        </p:nvPicPr>
        <p:blipFill>
          <a:blip r:embed="rId10"/>
          <a:stretch/>
        </p:blipFill>
        <p:spPr>
          <a:xfrm>
            <a:off x="3609000" y="4884480"/>
            <a:ext cx="1317960" cy="961200"/>
          </a:xfrm>
          <a:prstGeom prst="rect">
            <a:avLst/>
          </a:prstGeom>
          <a:ln w="0">
            <a:noFill/>
          </a:ln>
        </p:spPr>
      </p:pic>
      <p:pic>
        <p:nvPicPr>
          <p:cNvPr id="23138" name="" descr=""/>
          <p:cNvPicPr/>
          <p:nvPr/>
        </p:nvPicPr>
        <p:blipFill>
          <a:blip r:embed="rId11"/>
          <a:stretch/>
        </p:blipFill>
        <p:spPr>
          <a:xfrm>
            <a:off x="1940040" y="4358520"/>
            <a:ext cx="1548000" cy="1546560"/>
          </a:xfrm>
          <a:prstGeom prst="rect">
            <a:avLst/>
          </a:prstGeom>
          <a:ln w="0">
            <a:noFill/>
          </a:ln>
        </p:spPr>
      </p:pic>
      <p:sp>
        <p:nvSpPr>
          <p:cNvPr id="23139" name=""/>
          <p:cNvSpPr txBox="1"/>
          <p:nvPr/>
        </p:nvSpPr>
        <p:spPr>
          <a:xfrm>
            <a:off x="5373720" y="2100240"/>
            <a:ext cx="13327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and  2) Your age group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40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142" name="" descr=""/>
          <p:cNvPicPr/>
          <p:nvPr/>
        </p:nvPicPr>
        <p:blipFill>
          <a:blip r:embed="rId1"/>
          <a:stretch/>
        </p:blipFill>
        <p:spPr>
          <a:xfrm>
            <a:off x="493920" y="1213200"/>
            <a:ext cx="1720080" cy="1377360"/>
          </a:xfrm>
          <a:prstGeom prst="rect">
            <a:avLst/>
          </a:prstGeom>
          <a:ln w="0">
            <a:noFill/>
          </a:ln>
        </p:spPr>
      </p:pic>
      <p:pic>
        <p:nvPicPr>
          <p:cNvPr id="23143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144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145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146" name="" descr=""/>
          <p:cNvPicPr/>
          <p:nvPr/>
        </p:nvPicPr>
        <p:blipFill>
          <a:blip r:embed="rId5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3147" name="" descr=""/>
          <p:cNvPicPr/>
          <p:nvPr/>
        </p:nvPicPr>
        <p:blipFill>
          <a:blip r:embed="rId6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sp>
        <p:nvSpPr>
          <p:cNvPr id="23148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149" name="" descr=""/>
          <p:cNvPicPr/>
          <p:nvPr/>
        </p:nvPicPr>
        <p:blipFill>
          <a:blip r:embed="rId7"/>
          <a:stretch/>
        </p:blipFill>
        <p:spPr>
          <a:xfrm>
            <a:off x="131040" y="3244680"/>
            <a:ext cx="2261160" cy="456840"/>
          </a:xfrm>
          <a:prstGeom prst="rect">
            <a:avLst/>
          </a:prstGeom>
          <a:ln w="0">
            <a:noFill/>
          </a:ln>
        </p:spPr>
      </p:pic>
      <p:sp>
        <p:nvSpPr>
          <p:cNvPr id="23150" name=""/>
          <p:cNvSpPr/>
          <p:nvPr/>
        </p:nvSpPr>
        <p:spPr>
          <a:xfrm>
            <a:off x="73440" y="3821400"/>
            <a:ext cx="531360" cy="259560"/>
          </a:xfrm>
          <a:custGeom>
            <a:avLst/>
            <a:gdLst/>
            <a:ahLst/>
            <a:rect l="0" t="0" r="r" b="b"/>
            <a:pathLst>
              <a:path w="1476" h="721">
                <a:moveTo>
                  <a:pt x="0" y="721"/>
                </a:moveTo>
                <a:lnTo>
                  <a:pt x="1476" y="721"/>
                </a:lnTo>
                <a:lnTo>
                  <a:pt x="1476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51" name=""/>
          <p:cNvSpPr/>
          <p:nvPr/>
        </p:nvSpPr>
        <p:spPr>
          <a:xfrm>
            <a:off x="60444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52" name=""/>
          <p:cNvSpPr/>
          <p:nvPr/>
        </p:nvSpPr>
        <p:spPr>
          <a:xfrm>
            <a:off x="106488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53" name=""/>
          <p:cNvSpPr/>
          <p:nvPr/>
        </p:nvSpPr>
        <p:spPr>
          <a:xfrm>
            <a:off x="152532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54" name=""/>
          <p:cNvSpPr/>
          <p:nvPr/>
        </p:nvSpPr>
        <p:spPr>
          <a:xfrm>
            <a:off x="198576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55" name=""/>
          <p:cNvSpPr/>
          <p:nvPr/>
        </p:nvSpPr>
        <p:spPr>
          <a:xfrm>
            <a:off x="244620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56" name=""/>
          <p:cNvSpPr/>
          <p:nvPr/>
        </p:nvSpPr>
        <p:spPr>
          <a:xfrm>
            <a:off x="290664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57" name=""/>
          <p:cNvSpPr/>
          <p:nvPr/>
        </p:nvSpPr>
        <p:spPr>
          <a:xfrm>
            <a:off x="336708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58" name=""/>
          <p:cNvSpPr/>
          <p:nvPr/>
        </p:nvSpPr>
        <p:spPr>
          <a:xfrm>
            <a:off x="382752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59" name=""/>
          <p:cNvSpPr/>
          <p:nvPr/>
        </p:nvSpPr>
        <p:spPr>
          <a:xfrm>
            <a:off x="428796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0" name=""/>
          <p:cNvSpPr/>
          <p:nvPr/>
        </p:nvSpPr>
        <p:spPr>
          <a:xfrm>
            <a:off x="474840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1" name=""/>
          <p:cNvSpPr/>
          <p:nvPr/>
        </p:nvSpPr>
        <p:spPr>
          <a:xfrm>
            <a:off x="520884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2" name=""/>
          <p:cNvSpPr/>
          <p:nvPr/>
        </p:nvSpPr>
        <p:spPr>
          <a:xfrm>
            <a:off x="566964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3" name=""/>
          <p:cNvSpPr/>
          <p:nvPr/>
        </p:nvSpPr>
        <p:spPr>
          <a:xfrm>
            <a:off x="612972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4" name=""/>
          <p:cNvSpPr/>
          <p:nvPr/>
        </p:nvSpPr>
        <p:spPr>
          <a:xfrm>
            <a:off x="659052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5" name=""/>
          <p:cNvSpPr/>
          <p:nvPr/>
        </p:nvSpPr>
        <p:spPr>
          <a:xfrm>
            <a:off x="705096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6" name=""/>
          <p:cNvSpPr/>
          <p:nvPr/>
        </p:nvSpPr>
        <p:spPr>
          <a:xfrm>
            <a:off x="751140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7" name=""/>
          <p:cNvSpPr/>
          <p:nvPr/>
        </p:nvSpPr>
        <p:spPr>
          <a:xfrm>
            <a:off x="797184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8" name=""/>
          <p:cNvSpPr/>
          <p:nvPr/>
        </p:nvSpPr>
        <p:spPr>
          <a:xfrm>
            <a:off x="843228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69" name=""/>
          <p:cNvSpPr/>
          <p:nvPr/>
        </p:nvSpPr>
        <p:spPr>
          <a:xfrm>
            <a:off x="889272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70" name=""/>
          <p:cNvSpPr/>
          <p:nvPr/>
        </p:nvSpPr>
        <p:spPr>
          <a:xfrm>
            <a:off x="9353160" y="382140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171" name=""/>
          <p:cNvSpPr/>
          <p:nvPr/>
        </p:nvSpPr>
        <p:spPr>
          <a:xfrm>
            <a:off x="73440" y="4080240"/>
            <a:ext cx="531360" cy="259560"/>
          </a:xfrm>
          <a:custGeom>
            <a:avLst/>
            <a:gdLst/>
            <a:ahLst/>
            <a:rect l="0" t="0" r="r" b="b"/>
            <a:pathLst>
              <a:path w="1476" h="721">
                <a:moveTo>
                  <a:pt x="0" y="721"/>
                </a:moveTo>
                <a:lnTo>
                  <a:pt x="1476" y="721"/>
                </a:lnTo>
                <a:lnTo>
                  <a:pt x="1476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72" name=""/>
          <p:cNvSpPr/>
          <p:nvPr/>
        </p:nvSpPr>
        <p:spPr>
          <a:xfrm>
            <a:off x="60444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73" name=""/>
          <p:cNvSpPr/>
          <p:nvPr/>
        </p:nvSpPr>
        <p:spPr>
          <a:xfrm>
            <a:off x="106488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74" name=""/>
          <p:cNvSpPr/>
          <p:nvPr/>
        </p:nvSpPr>
        <p:spPr>
          <a:xfrm>
            <a:off x="152532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75" name=""/>
          <p:cNvSpPr/>
          <p:nvPr/>
        </p:nvSpPr>
        <p:spPr>
          <a:xfrm>
            <a:off x="198576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76" name=""/>
          <p:cNvSpPr/>
          <p:nvPr/>
        </p:nvSpPr>
        <p:spPr>
          <a:xfrm>
            <a:off x="244620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77" name=""/>
          <p:cNvSpPr/>
          <p:nvPr/>
        </p:nvSpPr>
        <p:spPr>
          <a:xfrm>
            <a:off x="290664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78" name=""/>
          <p:cNvSpPr/>
          <p:nvPr/>
        </p:nvSpPr>
        <p:spPr>
          <a:xfrm>
            <a:off x="336708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79" name=""/>
          <p:cNvSpPr/>
          <p:nvPr/>
        </p:nvSpPr>
        <p:spPr>
          <a:xfrm>
            <a:off x="382752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0" name=""/>
          <p:cNvSpPr/>
          <p:nvPr/>
        </p:nvSpPr>
        <p:spPr>
          <a:xfrm>
            <a:off x="428796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1" name=""/>
          <p:cNvSpPr/>
          <p:nvPr/>
        </p:nvSpPr>
        <p:spPr>
          <a:xfrm>
            <a:off x="474840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2" name=""/>
          <p:cNvSpPr/>
          <p:nvPr/>
        </p:nvSpPr>
        <p:spPr>
          <a:xfrm>
            <a:off x="520884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3" name=""/>
          <p:cNvSpPr/>
          <p:nvPr/>
        </p:nvSpPr>
        <p:spPr>
          <a:xfrm>
            <a:off x="566964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4" name=""/>
          <p:cNvSpPr/>
          <p:nvPr/>
        </p:nvSpPr>
        <p:spPr>
          <a:xfrm>
            <a:off x="612972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5" name=""/>
          <p:cNvSpPr/>
          <p:nvPr/>
        </p:nvSpPr>
        <p:spPr>
          <a:xfrm>
            <a:off x="659052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6" name=""/>
          <p:cNvSpPr/>
          <p:nvPr/>
        </p:nvSpPr>
        <p:spPr>
          <a:xfrm>
            <a:off x="705096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7" name=""/>
          <p:cNvSpPr/>
          <p:nvPr/>
        </p:nvSpPr>
        <p:spPr>
          <a:xfrm>
            <a:off x="751140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8" name=""/>
          <p:cNvSpPr/>
          <p:nvPr/>
        </p:nvSpPr>
        <p:spPr>
          <a:xfrm>
            <a:off x="797184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89" name=""/>
          <p:cNvSpPr/>
          <p:nvPr/>
        </p:nvSpPr>
        <p:spPr>
          <a:xfrm>
            <a:off x="843228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0" name=""/>
          <p:cNvSpPr/>
          <p:nvPr/>
        </p:nvSpPr>
        <p:spPr>
          <a:xfrm>
            <a:off x="889272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1" name=""/>
          <p:cNvSpPr/>
          <p:nvPr/>
        </p:nvSpPr>
        <p:spPr>
          <a:xfrm>
            <a:off x="9353160" y="4080240"/>
            <a:ext cx="460800" cy="259560"/>
          </a:xfrm>
          <a:custGeom>
            <a:avLst/>
            <a:gdLst/>
            <a:ahLst/>
            <a:rect l="0" t="0" r="r" b="b"/>
            <a:pathLst>
              <a:path w="1280" h="721">
                <a:moveTo>
                  <a:pt x="0" y="721"/>
                </a:moveTo>
                <a:lnTo>
                  <a:pt x="1280" y="721"/>
                </a:lnTo>
                <a:lnTo>
                  <a:pt x="1280" y="0"/>
                </a:lnTo>
                <a:lnTo>
                  <a:pt x="0" y="0"/>
                </a:lnTo>
                <a:lnTo>
                  <a:pt x="0" y="721"/>
                </a:lnTo>
                <a:close/>
              </a:path>
            </a:pathLst>
          </a:custGeom>
          <a:solidFill>
            <a:srgbClr val="e7e6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2" name=""/>
          <p:cNvSpPr/>
          <p:nvPr/>
        </p:nvSpPr>
        <p:spPr>
          <a:xfrm>
            <a:off x="60444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3" name=""/>
          <p:cNvSpPr/>
          <p:nvPr/>
        </p:nvSpPr>
        <p:spPr>
          <a:xfrm>
            <a:off x="106488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4" name=""/>
          <p:cNvSpPr/>
          <p:nvPr/>
        </p:nvSpPr>
        <p:spPr>
          <a:xfrm>
            <a:off x="152532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5" name=""/>
          <p:cNvSpPr/>
          <p:nvPr/>
        </p:nvSpPr>
        <p:spPr>
          <a:xfrm>
            <a:off x="198576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6" name=""/>
          <p:cNvSpPr/>
          <p:nvPr/>
        </p:nvSpPr>
        <p:spPr>
          <a:xfrm>
            <a:off x="244620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7" name=""/>
          <p:cNvSpPr/>
          <p:nvPr/>
        </p:nvSpPr>
        <p:spPr>
          <a:xfrm>
            <a:off x="290664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8" name=""/>
          <p:cNvSpPr/>
          <p:nvPr/>
        </p:nvSpPr>
        <p:spPr>
          <a:xfrm>
            <a:off x="336708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199" name=""/>
          <p:cNvSpPr/>
          <p:nvPr/>
        </p:nvSpPr>
        <p:spPr>
          <a:xfrm>
            <a:off x="382752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0" name=""/>
          <p:cNvSpPr/>
          <p:nvPr/>
        </p:nvSpPr>
        <p:spPr>
          <a:xfrm>
            <a:off x="428796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1" name=""/>
          <p:cNvSpPr/>
          <p:nvPr/>
        </p:nvSpPr>
        <p:spPr>
          <a:xfrm>
            <a:off x="474840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2" name=""/>
          <p:cNvSpPr/>
          <p:nvPr/>
        </p:nvSpPr>
        <p:spPr>
          <a:xfrm>
            <a:off x="520884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3" name=""/>
          <p:cNvSpPr/>
          <p:nvPr/>
        </p:nvSpPr>
        <p:spPr>
          <a:xfrm>
            <a:off x="566964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4" name=""/>
          <p:cNvSpPr/>
          <p:nvPr/>
        </p:nvSpPr>
        <p:spPr>
          <a:xfrm>
            <a:off x="612972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5" name=""/>
          <p:cNvSpPr/>
          <p:nvPr/>
        </p:nvSpPr>
        <p:spPr>
          <a:xfrm>
            <a:off x="659052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6" name=""/>
          <p:cNvSpPr/>
          <p:nvPr/>
        </p:nvSpPr>
        <p:spPr>
          <a:xfrm>
            <a:off x="705096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7" name=""/>
          <p:cNvSpPr/>
          <p:nvPr/>
        </p:nvSpPr>
        <p:spPr>
          <a:xfrm>
            <a:off x="751140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8" name=""/>
          <p:cNvSpPr/>
          <p:nvPr/>
        </p:nvSpPr>
        <p:spPr>
          <a:xfrm>
            <a:off x="797184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09" name=""/>
          <p:cNvSpPr/>
          <p:nvPr/>
        </p:nvSpPr>
        <p:spPr>
          <a:xfrm>
            <a:off x="843228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0" name=""/>
          <p:cNvSpPr/>
          <p:nvPr/>
        </p:nvSpPr>
        <p:spPr>
          <a:xfrm>
            <a:off x="889272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1" name=""/>
          <p:cNvSpPr/>
          <p:nvPr/>
        </p:nvSpPr>
        <p:spPr>
          <a:xfrm>
            <a:off x="935316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2" name=""/>
          <p:cNvSpPr/>
          <p:nvPr/>
        </p:nvSpPr>
        <p:spPr>
          <a:xfrm>
            <a:off x="67320" y="4080600"/>
            <a:ext cx="9752760" cy="0"/>
          </a:xfrm>
          <a:prstGeom prst="line">
            <a:avLst/>
          </a:prstGeom>
          <a:ln w="378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18720" rIns="18720" tIns="-18720" bIns="-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3" name=""/>
          <p:cNvSpPr/>
          <p:nvPr/>
        </p:nvSpPr>
        <p:spPr>
          <a:xfrm>
            <a:off x="7344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4" name=""/>
          <p:cNvSpPr/>
          <p:nvPr/>
        </p:nvSpPr>
        <p:spPr>
          <a:xfrm>
            <a:off x="9813600" y="3814920"/>
            <a:ext cx="0" cy="53100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5" name=""/>
          <p:cNvSpPr/>
          <p:nvPr/>
        </p:nvSpPr>
        <p:spPr>
          <a:xfrm>
            <a:off x="67320" y="3821400"/>
            <a:ext cx="9752760" cy="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6" name=""/>
          <p:cNvSpPr/>
          <p:nvPr/>
        </p:nvSpPr>
        <p:spPr>
          <a:xfrm>
            <a:off x="67320" y="4339440"/>
            <a:ext cx="9752760" cy="0"/>
          </a:xfrm>
          <a:prstGeom prst="line">
            <a:avLst/>
          </a:prstGeom>
          <a:ln w="1260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7" name=""/>
          <p:cNvSpPr txBox="1"/>
          <p:nvPr/>
        </p:nvSpPr>
        <p:spPr>
          <a:xfrm>
            <a:off x="132120" y="741600"/>
            <a:ext cx="28443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3. Evaluate Abdominal Fat – Visceral Fat, Waist-Hip Ratio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8" name=""/>
          <p:cNvSpPr txBox="1"/>
          <p:nvPr/>
        </p:nvSpPr>
        <p:spPr>
          <a:xfrm>
            <a:off x="266040" y="3898440"/>
            <a:ext cx="1468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VFA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19" name=""/>
          <p:cNvSpPr txBox="1"/>
          <p:nvPr/>
        </p:nvSpPr>
        <p:spPr>
          <a:xfrm>
            <a:off x="767880" y="3898440"/>
            <a:ext cx="133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~19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0" name=""/>
          <p:cNvSpPr txBox="1"/>
          <p:nvPr/>
        </p:nvSpPr>
        <p:spPr>
          <a:xfrm>
            <a:off x="1193400" y="3898440"/>
            <a:ext cx="206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20-29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1" name=""/>
          <p:cNvSpPr txBox="1"/>
          <p:nvPr/>
        </p:nvSpPr>
        <p:spPr>
          <a:xfrm>
            <a:off x="1653840" y="3898440"/>
            <a:ext cx="206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30-39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2" name=""/>
          <p:cNvSpPr txBox="1"/>
          <p:nvPr/>
        </p:nvSpPr>
        <p:spPr>
          <a:xfrm>
            <a:off x="2114280" y="3898440"/>
            <a:ext cx="206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40-49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3" name=""/>
          <p:cNvSpPr txBox="1"/>
          <p:nvPr/>
        </p:nvSpPr>
        <p:spPr>
          <a:xfrm>
            <a:off x="2575080" y="3898440"/>
            <a:ext cx="206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50-59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4" name=""/>
          <p:cNvSpPr txBox="1"/>
          <p:nvPr/>
        </p:nvSpPr>
        <p:spPr>
          <a:xfrm>
            <a:off x="3035520" y="3898440"/>
            <a:ext cx="206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60-69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5" name=""/>
          <p:cNvSpPr txBox="1"/>
          <p:nvPr/>
        </p:nvSpPr>
        <p:spPr>
          <a:xfrm>
            <a:off x="3495960" y="3898440"/>
            <a:ext cx="206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70-79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6" name=""/>
          <p:cNvSpPr txBox="1"/>
          <p:nvPr/>
        </p:nvSpPr>
        <p:spPr>
          <a:xfrm>
            <a:off x="3956400" y="3898440"/>
            <a:ext cx="206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80-89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7" name=""/>
          <p:cNvSpPr txBox="1"/>
          <p:nvPr/>
        </p:nvSpPr>
        <p:spPr>
          <a:xfrm>
            <a:off x="4416840" y="3898440"/>
            <a:ext cx="206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90-99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8" name=""/>
          <p:cNvSpPr txBox="1"/>
          <p:nvPr/>
        </p:nvSpPr>
        <p:spPr>
          <a:xfrm>
            <a:off x="483336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100-109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29" name=""/>
          <p:cNvSpPr txBox="1"/>
          <p:nvPr/>
        </p:nvSpPr>
        <p:spPr>
          <a:xfrm>
            <a:off x="529380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110-119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0" name=""/>
          <p:cNvSpPr txBox="1"/>
          <p:nvPr/>
        </p:nvSpPr>
        <p:spPr>
          <a:xfrm>
            <a:off x="575424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120-129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1" name=""/>
          <p:cNvSpPr txBox="1"/>
          <p:nvPr/>
        </p:nvSpPr>
        <p:spPr>
          <a:xfrm>
            <a:off x="621504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130-139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2" name=""/>
          <p:cNvSpPr txBox="1"/>
          <p:nvPr/>
        </p:nvSpPr>
        <p:spPr>
          <a:xfrm>
            <a:off x="667548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140-149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3" name=""/>
          <p:cNvSpPr txBox="1"/>
          <p:nvPr/>
        </p:nvSpPr>
        <p:spPr>
          <a:xfrm>
            <a:off x="713592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150-159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4" name=""/>
          <p:cNvSpPr txBox="1"/>
          <p:nvPr/>
        </p:nvSpPr>
        <p:spPr>
          <a:xfrm>
            <a:off x="759636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160-169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5" name=""/>
          <p:cNvSpPr txBox="1"/>
          <p:nvPr/>
        </p:nvSpPr>
        <p:spPr>
          <a:xfrm>
            <a:off x="805716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170-179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6" name=""/>
          <p:cNvSpPr txBox="1"/>
          <p:nvPr/>
        </p:nvSpPr>
        <p:spPr>
          <a:xfrm>
            <a:off x="851760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180-189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7" name=""/>
          <p:cNvSpPr txBox="1"/>
          <p:nvPr/>
        </p:nvSpPr>
        <p:spPr>
          <a:xfrm>
            <a:off x="8978040" y="3898440"/>
            <a:ext cx="296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190-199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8" name=""/>
          <p:cNvSpPr txBox="1"/>
          <p:nvPr/>
        </p:nvSpPr>
        <p:spPr>
          <a:xfrm>
            <a:off x="9496800" y="3898440"/>
            <a:ext cx="17892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ffffff"/>
                </a:solidFill>
                <a:latin typeface="Calibri"/>
                <a:ea typeface="Calibri"/>
              </a:rPr>
              <a:t>200~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39" name=""/>
          <p:cNvSpPr txBox="1"/>
          <p:nvPr/>
        </p:nvSpPr>
        <p:spPr>
          <a:xfrm>
            <a:off x="273600" y="4157280"/>
            <a:ext cx="13032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VFL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0" name=""/>
          <p:cNvSpPr txBox="1"/>
          <p:nvPr/>
        </p:nvSpPr>
        <p:spPr>
          <a:xfrm>
            <a:off x="812160" y="4157280"/>
            <a:ext cx="88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1" name=""/>
          <p:cNvSpPr txBox="1"/>
          <p:nvPr/>
        </p:nvSpPr>
        <p:spPr>
          <a:xfrm>
            <a:off x="1272600" y="4157280"/>
            <a:ext cx="88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2" name=""/>
          <p:cNvSpPr txBox="1"/>
          <p:nvPr/>
        </p:nvSpPr>
        <p:spPr>
          <a:xfrm>
            <a:off x="1733040" y="4157280"/>
            <a:ext cx="88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3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3" name=""/>
          <p:cNvSpPr txBox="1"/>
          <p:nvPr/>
        </p:nvSpPr>
        <p:spPr>
          <a:xfrm>
            <a:off x="2193120" y="4157280"/>
            <a:ext cx="88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4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4" name=""/>
          <p:cNvSpPr txBox="1"/>
          <p:nvPr/>
        </p:nvSpPr>
        <p:spPr>
          <a:xfrm>
            <a:off x="2653920" y="4157280"/>
            <a:ext cx="88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5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5" name=""/>
          <p:cNvSpPr txBox="1"/>
          <p:nvPr/>
        </p:nvSpPr>
        <p:spPr>
          <a:xfrm>
            <a:off x="3114360" y="4157280"/>
            <a:ext cx="88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6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6" name=""/>
          <p:cNvSpPr txBox="1"/>
          <p:nvPr/>
        </p:nvSpPr>
        <p:spPr>
          <a:xfrm>
            <a:off x="3575160" y="4157280"/>
            <a:ext cx="88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7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7" name=""/>
          <p:cNvSpPr txBox="1"/>
          <p:nvPr/>
        </p:nvSpPr>
        <p:spPr>
          <a:xfrm>
            <a:off x="4035600" y="4157280"/>
            <a:ext cx="88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8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8" name=""/>
          <p:cNvSpPr txBox="1"/>
          <p:nvPr/>
        </p:nvSpPr>
        <p:spPr>
          <a:xfrm>
            <a:off x="4496040" y="4157280"/>
            <a:ext cx="8820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49" name=""/>
          <p:cNvSpPr txBox="1"/>
          <p:nvPr/>
        </p:nvSpPr>
        <p:spPr>
          <a:xfrm>
            <a:off x="493524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10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0" name=""/>
          <p:cNvSpPr txBox="1"/>
          <p:nvPr/>
        </p:nvSpPr>
        <p:spPr>
          <a:xfrm>
            <a:off x="539568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11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1" name=""/>
          <p:cNvSpPr txBox="1"/>
          <p:nvPr/>
        </p:nvSpPr>
        <p:spPr>
          <a:xfrm>
            <a:off x="585648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12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2" name=""/>
          <p:cNvSpPr txBox="1"/>
          <p:nvPr/>
        </p:nvSpPr>
        <p:spPr>
          <a:xfrm>
            <a:off x="631692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13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3" name=""/>
          <p:cNvSpPr txBox="1"/>
          <p:nvPr/>
        </p:nvSpPr>
        <p:spPr>
          <a:xfrm>
            <a:off x="677736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14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4" name=""/>
          <p:cNvSpPr txBox="1"/>
          <p:nvPr/>
        </p:nvSpPr>
        <p:spPr>
          <a:xfrm>
            <a:off x="723816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15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5" name=""/>
          <p:cNvSpPr txBox="1"/>
          <p:nvPr/>
        </p:nvSpPr>
        <p:spPr>
          <a:xfrm>
            <a:off x="769860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16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6" name=""/>
          <p:cNvSpPr txBox="1"/>
          <p:nvPr/>
        </p:nvSpPr>
        <p:spPr>
          <a:xfrm>
            <a:off x="815940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17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7" name=""/>
          <p:cNvSpPr txBox="1"/>
          <p:nvPr/>
        </p:nvSpPr>
        <p:spPr>
          <a:xfrm>
            <a:off x="861984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18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8" name=""/>
          <p:cNvSpPr txBox="1"/>
          <p:nvPr/>
        </p:nvSpPr>
        <p:spPr>
          <a:xfrm>
            <a:off x="908028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19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59" name=""/>
          <p:cNvSpPr/>
          <p:nvPr/>
        </p:nvSpPr>
        <p:spPr>
          <a:xfrm>
            <a:off x="5648400" y="3793680"/>
            <a:ext cx="473040" cy="552240"/>
          </a:xfrm>
          <a:custGeom>
            <a:avLst/>
            <a:gdLst/>
            <a:ahLst/>
            <a:rect l="0" t="0" r="r" b="b"/>
            <a:pathLst>
              <a:path w="1314" h="1534">
                <a:moveTo>
                  <a:pt x="0" y="1534"/>
                </a:moveTo>
                <a:lnTo>
                  <a:pt x="1314" y="1534"/>
                </a:lnTo>
                <a:lnTo>
                  <a:pt x="1314" y="0"/>
                </a:lnTo>
                <a:lnTo>
                  <a:pt x="0" y="0"/>
                </a:lnTo>
                <a:lnTo>
                  <a:pt x="0" y="1534"/>
                </a:lnTo>
                <a:close/>
              </a:path>
            </a:pathLst>
          </a:custGeom>
          <a:noFill/>
          <a:ln w="37800">
            <a:solidFill>
              <a:srgbClr val="ffff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60" name=""/>
          <p:cNvSpPr txBox="1"/>
          <p:nvPr/>
        </p:nvSpPr>
        <p:spPr>
          <a:xfrm>
            <a:off x="9540720" y="4157280"/>
            <a:ext cx="892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20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61" name=""/>
          <p:cNvSpPr txBox="1"/>
          <p:nvPr/>
        </p:nvSpPr>
        <p:spPr>
          <a:xfrm>
            <a:off x="2694240" y="339948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262" name="" descr=""/>
          <p:cNvPicPr/>
          <p:nvPr/>
        </p:nvPicPr>
        <p:blipFill>
          <a:blip r:embed="rId8"/>
          <a:stretch/>
        </p:blipFill>
        <p:spPr>
          <a:xfrm>
            <a:off x="99000" y="4599360"/>
            <a:ext cx="2115000" cy="450720"/>
          </a:xfrm>
          <a:prstGeom prst="rect">
            <a:avLst/>
          </a:prstGeom>
          <a:ln w="0">
            <a:noFill/>
          </a:ln>
        </p:spPr>
      </p:pic>
      <p:sp>
        <p:nvSpPr>
          <p:cNvPr id="23263" name=""/>
          <p:cNvSpPr txBox="1"/>
          <p:nvPr/>
        </p:nvSpPr>
        <p:spPr>
          <a:xfrm>
            <a:off x="2927520" y="3392640"/>
            <a:ext cx="8784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Converted VFA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64" name=""/>
          <p:cNvSpPr txBox="1"/>
          <p:nvPr/>
        </p:nvSpPr>
        <p:spPr>
          <a:xfrm>
            <a:off x="2516400" y="492048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65" name=""/>
          <p:cNvSpPr txBox="1"/>
          <p:nvPr/>
        </p:nvSpPr>
        <p:spPr>
          <a:xfrm>
            <a:off x="2750040" y="4913640"/>
            <a:ext cx="35866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The Ratio between waist circumference to hip circumference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66" name=""/>
          <p:cNvSpPr txBox="1"/>
          <p:nvPr/>
        </p:nvSpPr>
        <p:spPr>
          <a:xfrm>
            <a:off x="2516400" y="50940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267" name="" descr=""/>
          <p:cNvPicPr/>
          <p:nvPr/>
        </p:nvPicPr>
        <p:blipFill>
          <a:blip r:embed="rId9"/>
          <a:stretch/>
        </p:blipFill>
        <p:spPr>
          <a:xfrm>
            <a:off x="73080" y="5224320"/>
            <a:ext cx="2140920" cy="213120"/>
          </a:xfrm>
          <a:prstGeom prst="rect">
            <a:avLst/>
          </a:prstGeom>
          <a:ln w="0">
            <a:noFill/>
          </a:ln>
        </p:spPr>
      </p:pic>
      <p:sp>
        <p:nvSpPr>
          <p:cNvPr id="23268" name=""/>
          <p:cNvSpPr txBox="1"/>
          <p:nvPr/>
        </p:nvSpPr>
        <p:spPr>
          <a:xfrm>
            <a:off x="2750040" y="5087160"/>
            <a:ext cx="27986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Cut off value for men is 0.90 and women is 0.85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69" name=""/>
          <p:cNvSpPr txBox="1"/>
          <p:nvPr/>
        </p:nvSpPr>
        <p:spPr>
          <a:xfrm>
            <a:off x="2662200" y="17611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70" name=""/>
          <p:cNvSpPr txBox="1"/>
          <p:nvPr/>
        </p:nvSpPr>
        <p:spPr>
          <a:xfrm>
            <a:off x="2895480" y="1754280"/>
            <a:ext cx="37742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Visceral Fat Area (VFA) is the cross-sectional area of visceral fat 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71" name=""/>
          <p:cNvSpPr txBox="1"/>
          <p:nvPr/>
        </p:nvSpPr>
        <p:spPr>
          <a:xfrm>
            <a:off x="2662200" y="19350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72" name=""/>
          <p:cNvSpPr txBox="1"/>
          <p:nvPr/>
        </p:nvSpPr>
        <p:spPr>
          <a:xfrm>
            <a:off x="3027960" y="1928160"/>
            <a:ext cx="9792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shows your level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73" name=""/>
          <p:cNvSpPr txBox="1"/>
          <p:nvPr/>
        </p:nvSpPr>
        <p:spPr>
          <a:xfrm>
            <a:off x="2895480" y="2100240"/>
            <a:ext cx="2388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Compare it with </a:t>
            </a:r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1) cut off value – 100cm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74" name=""/>
          <p:cNvSpPr txBox="1"/>
          <p:nvPr/>
        </p:nvSpPr>
        <p:spPr>
          <a:xfrm>
            <a:off x="5292720" y="2104200"/>
            <a:ext cx="95760" cy="11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50" spc="-1" strike="noStrike">
                <a:solidFill>
                  <a:srgbClr val="8b0024"/>
                </a:solidFill>
                <a:latin typeface="Calibri"/>
                <a:ea typeface="Calibri"/>
              </a:rPr>
              <a:t>2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275" name="" descr=""/>
          <p:cNvPicPr/>
          <p:nvPr/>
        </p:nvPicPr>
        <p:blipFill>
          <a:blip r:embed="rId10"/>
          <a:stretch/>
        </p:blipFill>
        <p:spPr>
          <a:xfrm>
            <a:off x="2816280" y="1940040"/>
            <a:ext cx="158040" cy="150480"/>
          </a:xfrm>
          <a:prstGeom prst="rect">
            <a:avLst/>
          </a:prstGeom>
          <a:ln w="0">
            <a:noFill/>
          </a:ln>
        </p:spPr>
      </p:pic>
      <p:pic>
        <p:nvPicPr>
          <p:cNvPr id="23276" name="" descr=""/>
          <p:cNvPicPr/>
          <p:nvPr/>
        </p:nvPicPr>
        <p:blipFill>
          <a:blip r:embed="rId11"/>
          <a:stretch/>
        </p:blipFill>
        <p:spPr>
          <a:xfrm>
            <a:off x="6774120" y="3826800"/>
            <a:ext cx="2117880" cy="2189520"/>
          </a:xfrm>
          <a:prstGeom prst="rect">
            <a:avLst/>
          </a:prstGeom>
          <a:ln w="0">
            <a:noFill/>
          </a:ln>
        </p:spPr>
      </p:pic>
      <p:sp>
        <p:nvSpPr>
          <p:cNvPr id="23277" name=""/>
          <p:cNvSpPr/>
          <p:nvPr/>
        </p:nvSpPr>
        <p:spPr>
          <a:xfrm>
            <a:off x="6764400" y="3817080"/>
            <a:ext cx="2137680" cy="2209320"/>
          </a:xfrm>
          <a:custGeom>
            <a:avLst/>
            <a:gdLst/>
            <a:ahLst/>
            <a:rect l="0" t="0" r="r" b="b"/>
            <a:pathLst>
              <a:path w="5938" h="6137">
                <a:moveTo>
                  <a:pt x="0" y="6137"/>
                </a:moveTo>
                <a:lnTo>
                  <a:pt x="5938" y="6137"/>
                </a:lnTo>
                <a:lnTo>
                  <a:pt x="5938" y="0"/>
                </a:lnTo>
                <a:lnTo>
                  <a:pt x="0" y="0"/>
                </a:lnTo>
                <a:lnTo>
                  <a:pt x="0" y="6137"/>
                </a:lnTo>
                <a:close/>
              </a:path>
            </a:pathLst>
          </a:custGeom>
          <a:noFill/>
          <a:ln w="18720">
            <a:solidFill>
              <a:srgbClr val="000000"/>
            </a:solidFill>
            <a:round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78" name=""/>
          <p:cNvSpPr txBox="1"/>
          <p:nvPr/>
        </p:nvSpPr>
        <p:spPr>
          <a:xfrm>
            <a:off x="5373720" y="2100240"/>
            <a:ext cx="13327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and  2) Your age group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79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8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281" name="" descr=""/>
          <p:cNvPicPr/>
          <p:nvPr/>
        </p:nvPicPr>
        <p:blipFill>
          <a:blip r:embed="rId1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282" name="" descr=""/>
          <p:cNvPicPr/>
          <p:nvPr/>
        </p:nvPicPr>
        <p:blipFill>
          <a:blip r:embed="rId2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283" name="" descr=""/>
          <p:cNvPicPr/>
          <p:nvPr/>
        </p:nvPicPr>
        <p:blipFill>
          <a:blip r:embed="rId3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284" name="" descr=""/>
          <p:cNvPicPr/>
          <p:nvPr/>
        </p:nvPicPr>
        <p:blipFill>
          <a:blip r:embed="rId4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3285" name="" descr=""/>
          <p:cNvPicPr/>
          <p:nvPr/>
        </p:nvPicPr>
        <p:blipFill>
          <a:blip r:embed="rId5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sp>
        <p:nvSpPr>
          <p:cNvPr id="23286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287" name="" descr=""/>
          <p:cNvPicPr/>
          <p:nvPr/>
        </p:nvPicPr>
        <p:blipFill>
          <a:blip r:embed="rId6"/>
          <a:stretch/>
        </p:blipFill>
        <p:spPr>
          <a:xfrm>
            <a:off x="798480" y="1636920"/>
            <a:ext cx="8047800" cy="3785400"/>
          </a:xfrm>
          <a:prstGeom prst="rect">
            <a:avLst/>
          </a:prstGeom>
          <a:ln w="0">
            <a:noFill/>
          </a:ln>
        </p:spPr>
      </p:pic>
      <p:sp>
        <p:nvSpPr>
          <p:cNvPr id="23288" name=""/>
          <p:cNvSpPr/>
          <p:nvPr/>
        </p:nvSpPr>
        <p:spPr>
          <a:xfrm>
            <a:off x="1025640" y="5502960"/>
            <a:ext cx="2380680" cy="297720"/>
          </a:xfrm>
          <a:custGeom>
            <a:avLst/>
            <a:gdLst/>
            <a:ahLst/>
            <a:rect l="0" t="0" r="r" b="b"/>
            <a:pathLst>
              <a:path w="6613" h="827">
                <a:moveTo>
                  <a:pt x="0" y="138"/>
                </a:moveTo>
                <a:cubicBezTo>
                  <a:pt x="0" y="62"/>
                  <a:pt x="61" y="0"/>
                  <a:pt x="137" y="0"/>
                </a:cubicBezTo>
                <a:lnTo>
                  <a:pt x="6475" y="0"/>
                </a:lnTo>
                <a:cubicBezTo>
                  <a:pt x="6551" y="0"/>
                  <a:pt x="6613" y="62"/>
                  <a:pt x="6613" y="138"/>
                </a:cubicBezTo>
                <a:lnTo>
                  <a:pt x="6613" y="688"/>
                </a:lnTo>
                <a:cubicBezTo>
                  <a:pt x="6613" y="764"/>
                  <a:pt x="6551" y="827"/>
                  <a:pt x="6475" y="827"/>
                </a:cubicBezTo>
                <a:lnTo>
                  <a:pt x="137" y="827"/>
                </a:lnTo>
                <a:cubicBezTo>
                  <a:pt x="61" y="827"/>
                  <a:pt x="0" y="764"/>
                  <a:pt x="0" y="688"/>
                </a:cubicBezTo>
                <a:lnTo>
                  <a:pt x="0" y="138"/>
                </a:lnTo>
                <a:close/>
              </a:path>
            </a:pathLst>
          </a:custGeom>
          <a:solidFill>
            <a:srgbClr val="e7e6e6">
              <a:alpha val="42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89" name=""/>
          <p:cNvSpPr txBox="1"/>
          <p:nvPr/>
        </p:nvSpPr>
        <p:spPr>
          <a:xfrm>
            <a:off x="132120" y="741600"/>
            <a:ext cx="28443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3. Evaluate Abdominal Fat – Visceral Fat, Waist-Hip Ratio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90" name=""/>
          <p:cNvSpPr/>
          <p:nvPr/>
        </p:nvSpPr>
        <p:spPr>
          <a:xfrm>
            <a:off x="3893760" y="5502960"/>
            <a:ext cx="2244960" cy="297720"/>
          </a:xfrm>
          <a:custGeom>
            <a:avLst/>
            <a:gdLst/>
            <a:ahLst/>
            <a:rect l="0" t="0" r="r" b="b"/>
            <a:pathLst>
              <a:path w="6236" h="827">
                <a:moveTo>
                  <a:pt x="0" y="138"/>
                </a:moveTo>
                <a:cubicBezTo>
                  <a:pt x="0" y="62"/>
                  <a:pt x="61" y="0"/>
                  <a:pt x="137" y="0"/>
                </a:cubicBezTo>
                <a:lnTo>
                  <a:pt x="6099" y="0"/>
                </a:lnTo>
                <a:cubicBezTo>
                  <a:pt x="6175" y="0"/>
                  <a:pt x="6236" y="62"/>
                  <a:pt x="6236" y="138"/>
                </a:cubicBezTo>
                <a:lnTo>
                  <a:pt x="6236" y="688"/>
                </a:lnTo>
                <a:cubicBezTo>
                  <a:pt x="6236" y="764"/>
                  <a:pt x="6175" y="827"/>
                  <a:pt x="6099" y="827"/>
                </a:cubicBezTo>
                <a:lnTo>
                  <a:pt x="137" y="827"/>
                </a:lnTo>
                <a:cubicBezTo>
                  <a:pt x="61" y="827"/>
                  <a:pt x="0" y="764"/>
                  <a:pt x="0" y="688"/>
                </a:cubicBezTo>
                <a:lnTo>
                  <a:pt x="0" y="138"/>
                </a:lnTo>
                <a:close/>
              </a:path>
            </a:pathLst>
          </a:custGeom>
          <a:solidFill>
            <a:srgbClr val="e7e6e6">
              <a:alpha val="42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91" name=""/>
          <p:cNvSpPr txBox="1"/>
          <p:nvPr/>
        </p:nvSpPr>
        <p:spPr>
          <a:xfrm>
            <a:off x="1243080" y="5563080"/>
            <a:ext cx="19440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Low Subcutaneous &amp; Visceral Fat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92" name=""/>
          <p:cNvSpPr/>
          <p:nvPr/>
        </p:nvSpPr>
        <p:spPr>
          <a:xfrm>
            <a:off x="6931080" y="5502960"/>
            <a:ext cx="1694880" cy="297720"/>
          </a:xfrm>
          <a:custGeom>
            <a:avLst/>
            <a:gdLst/>
            <a:ahLst/>
            <a:rect l="0" t="0" r="r" b="b"/>
            <a:pathLst>
              <a:path w="4708" h="827">
                <a:moveTo>
                  <a:pt x="0" y="138"/>
                </a:moveTo>
                <a:cubicBezTo>
                  <a:pt x="0" y="62"/>
                  <a:pt x="61" y="0"/>
                  <a:pt x="137" y="0"/>
                </a:cubicBezTo>
                <a:lnTo>
                  <a:pt x="4571" y="0"/>
                </a:lnTo>
                <a:cubicBezTo>
                  <a:pt x="4646" y="0"/>
                  <a:pt x="4708" y="62"/>
                  <a:pt x="4708" y="138"/>
                </a:cubicBezTo>
                <a:lnTo>
                  <a:pt x="4708" y="688"/>
                </a:lnTo>
                <a:cubicBezTo>
                  <a:pt x="4708" y="764"/>
                  <a:pt x="4646" y="827"/>
                  <a:pt x="4571" y="827"/>
                </a:cubicBezTo>
                <a:lnTo>
                  <a:pt x="137" y="827"/>
                </a:lnTo>
                <a:cubicBezTo>
                  <a:pt x="61" y="827"/>
                  <a:pt x="0" y="764"/>
                  <a:pt x="0" y="688"/>
                </a:cubicBezTo>
                <a:lnTo>
                  <a:pt x="0" y="138"/>
                </a:lnTo>
                <a:close/>
              </a:path>
            </a:pathLst>
          </a:custGeom>
          <a:solidFill>
            <a:srgbClr val="e7e6e6">
              <a:alpha val="42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293" name=""/>
          <p:cNvSpPr txBox="1"/>
          <p:nvPr/>
        </p:nvSpPr>
        <p:spPr>
          <a:xfrm>
            <a:off x="4214160" y="5563080"/>
            <a:ext cx="16056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Subcutaneoous Fat Obesity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294" name="" descr=""/>
          <p:cNvPicPr/>
          <p:nvPr/>
        </p:nvPicPr>
        <p:blipFill>
          <a:blip r:embed="rId7"/>
          <a:stretch/>
        </p:blipFill>
        <p:spPr>
          <a:xfrm>
            <a:off x="1080360" y="1703880"/>
            <a:ext cx="1419840" cy="197640"/>
          </a:xfrm>
          <a:prstGeom prst="rect">
            <a:avLst/>
          </a:prstGeom>
          <a:ln w="0">
            <a:noFill/>
          </a:ln>
        </p:spPr>
      </p:pic>
      <p:pic>
        <p:nvPicPr>
          <p:cNvPr id="23295" name="" descr=""/>
          <p:cNvPicPr/>
          <p:nvPr/>
        </p:nvPicPr>
        <p:blipFill>
          <a:blip r:embed="rId8"/>
          <a:stretch/>
        </p:blipFill>
        <p:spPr>
          <a:xfrm>
            <a:off x="3799440" y="1703880"/>
            <a:ext cx="1419840" cy="197640"/>
          </a:xfrm>
          <a:prstGeom prst="rect">
            <a:avLst/>
          </a:prstGeom>
          <a:ln w="0">
            <a:noFill/>
          </a:ln>
        </p:spPr>
      </p:pic>
      <p:pic>
        <p:nvPicPr>
          <p:cNvPr id="23296" name="" descr=""/>
          <p:cNvPicPr/>
          <p:nvPr/>
        </p:nvPicPr>
        <p:blipFill>
          <a:blip r:embed="rId9"/>
          <a:stretch/>
        </p:blipFill>
        <p:spPr>
          <a:xfrm>
            <a:off x="6437520" y="1780200"/>
            <a:ext cx="1418400" cy="197640"/>
          </a:xfrm>
          <a:prstGeom prst="rect">
            <a:avLst/>
          </a:prstGeom>
          <a:ln w="0">
            <a:noFill/>
          </a:ln>
        </p:spPr>
      </p:pic>
      <p:pic>
        <p:nvPicPr>
          <p:cNvPr id="23297" name="" descr=""/>
          <p:cNvPicPr/>
          <p:nvPr/>
        </p:nvPicPr>
        <p:blipFill>
          <a:blip r:embed="rId10"/>
          <a:stretch/>
        </p:blipFill>
        <p:spPr>
          <a:xfrm>
            <a:off x="3406320" y="1144440"/>
            <a:ext cx="2218680" cy="517680"/>
          </a:xfrm>
          <a:prstGeom prst="rect">
            <a:avLst/>
          </a:prstGeom>
          <a:ln w="0">
            <a:noFill/>
          </a:ln>
        </p:spPr>
      </p:pic>
      <p:pic>
        <p:nvPicPr>
          <p:cNvPr id="23298" name="" descr=""/>
          <p:cNvPicPr/>
          <p:nvPr/>
        </p:nvPicPr>
        <p:blipFill>
          <a:blip r:embed="rId11"/>
          <a:stretch/>
        </p:blipFill>
        <p:spPr>
          <a:xfrm>
            <a:off x="6138720" y="1117080"/>
            <a:ext cx="2218680" cy="516240"/>
          </a:xfrm>
          <a:prstGeom prst="rect">
            <a:avLst/>
          </a:prstGeom>
          <a:ln w="0">
            <a:noFill/>
          </a:ln>
        </p:spPr>
      </p:pic>
      <p:pic>
        <p:nvPicPr>
          <p:cNvPr id="23299" name="" descr=""/>
          <p:cNvPicPr/>
          <p:nvPr/>
        </p:nvPicPr>
        <p:blipFill>
          <a:blip r:embed="rId12"/>
          <a:stretch/>
        </p:blipFill>
        <p:spPr>
          <a:xfrm>
            <a:off x="740520" y="1150560"/>
            <a:ext cx="2221560" cy="519480"/>
          </a:xfrm>
          <a:prstGeom prst="rect">
            <a:avLst/>
          </a:prstGeom>
          <a:ln w="0">
            <a:noFill/>
          </a:ln>
        </p:spPr>
      </p:pic>
      <p:sp>
        <p:nvSpPr>
          <p:cNvPr id="23300" name=""/>
          <p:cNvSpPr txBox="1"/>
          <p:nvPr/>
        </p:nvSpPr>
        <p:spPr>
          <a:xfrm>
            <a:off x="7201080" y="5563080"/>
            <a:ext cx="1155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Visceral Fat Obesity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01" name=""/>
          <p:cNvSpPr txBox="1"/>
          <p:nvPr/>
        </p:nvSpPr>
        <p:spPr>
          <a:xfrm>
            <a:off x="285120" y="1114560"/>
            <a:ext cx="371880" cy="43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930" spc="-1" strike="noStrike">
                <a:solidFill>
                  <a:srgbClr val="8b0024"/>
                </a:solidFill>
                <a:latin typeface="MalgunGothic"/>
                <a:ea typeface="MalgunGothic"/>
              </a:rPr>
              <a:t>①</a:t>
            </a:r>
            <a:endParaRPr b="0" lang="en-US" sz="29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02" name=""/>
          <p:cNvSpPr txBox="1"/>
          <p:nvPr/>
        </p:nvSpPr>
        <p:spPr>
          <a:xfrm>
            <a:off x="285120" y="2086560"/>
            <a:ext cx="371520" cy="43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930" spc="-1" strike="noStrike">
                <a:solidFill>
                  <a:srgbClr val="8b0024"/>
                </a:solidFill>
                <a:latin typeface="MalgunGothic"/>
                <a:ea typeface="MalgunGothic"/>
              </a:rPr>
              <a:t>②</a:t>
            </a:r>
            <a:endParaRPr b="0" lang="en-US" sz="29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03" name=""/>
          <p:cNvSpPr txBox="1"/>
          <p:nvPr/>
        </p:nvSpPr>
        <p:spPr>
          <a:xfrm>
            <a:off x="285120" y="3057840"/>
            <a:ext cx="371880" cy="43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930" spc="-1" strike="noStrike">
                <a:solidFill>
                  <a:srgbClr val="8b0024"/>
                </a:solidFill>
                <a:latin typeface="MalgunGothic"/>
                <a:ea typeface="MalgunGothic"/>
              </a:rPr>
              <a:t>③</a:t>
            </a:r>
            <a:endParaRPr b="0" lang="en-US" sz="29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04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0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06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307" name="" descr=""/>
          <p:cNvPicPr/>
          <p:nvPr/>
        </p:nvPicPr>
        <p:blipFill>
          <a:blip r:embed="rId2"/>
          <a:stretch/>
        </p:blipFill>
        <p:spPr>
          <a:xfrm>
            <a:off x="732960" y="650880"/>
            <a:ext cx="3933000" cy="5572800"/>
          </a:xfrm>
          <a:prstGeom prst="rect">
            <a:avLst/>
          </a:prstGeom>
          <a:ln w="0">
            <a:noFill/>
          </a:ln>
        </p:spPr>
      </p:pic>
      <p:sp>
        <p:nvSpPr>
          <p:cNvPr id="23308" name=""/>
          <p:cNvSpPr/>
          <p:nvPr/>
        </p:nvSpPr>
        <p:spPr>
          <a:xfrm>
            <a:off x="3395160" y="1159560"/>
            <a:ext cx="995760" cy="108720"/>
          </a:xfrm>
          <a:custGeom>
            <a:avLst/>
            <a:gdLst/>
            <a:ahLst/>
            <a:rect l="0" t="0" r="r" b="b"/>
            <a:pathLst>
              <a:path w="2766" h="302">
                <a:moveTo>
                  <a:pt x="0" y="302"/>
                </a:moveTo>
                <a:lnTo>
                  <a:pt x="2766" y="302"/>
                </a:lnTo>
                <a:lnTo>
                  <a:pt x="2766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09" name=""/>
          <p:cNvSpPr/>
          <p:nvPr/>
        </p:nvSpPr>
        <p:spPr>
          <a:xfrm>
            <a:off x="732960" y="650520"/>
            <a:ext cx="3933720" cy="5573520"/>
          </a:xfrm>
          <a:custGeom>
            <a:avLst/>
            <a:gdLst/>
            <a:ahLst/>
            <a:rect l="0" t="0" r="r" b="b"/>
            <a:pathLst>
              <a:path w="10927" h="15482">
                <a:moveTo>
                  <a:pt x="0" y="15482"/>
                </a:moveTo>
                <a:lnTo>
                  <a:pt x="10927" y="15482"/>
                </a:lnTo>
                <a:lnTo>
                  <a:pt x="10927" y="0"/>
                </a:lnTo>
                <a:lnTo>
                  <a:pt x="0" y="0"/>
                </a:lnTo>
                <a:lnTo>
                  <a:pt x="0" y="15482"/>
                </a:lnTo>
                <a:close/>
              </a:path>
            </a:pathLst>
          </a:custGeom>
          <a:solidFill>
            <a:srgbClr val="000000">
              <a:alpha val="7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310" name="" descr=""/>
          <p:cNvPicPr/>
          <p:nvPr/>
        </p:nvPicPr>
        <p:blipFill>
          <a:blip r:embed="rId3"/>
          <a:stretch/>
        </p:blipFill>
        <p:spPr>
          <a:xfrm>
            <a:off x="900720" y="2721960"/>
            <a:ext cx="2337480" cy="763200"/>
          </a:xfrm>
          <a:prstGeom prst="rect">
            <a:avLst/>
          </a:prstGeom>
          <a:ln w="0">
            <a:noFill/>
          </a:ln>
        </p:spPr>
      </p:pic>
      <p:pic>
        <p:nvPicPr>
          <p:cNvPr id="23311" name="" descr=""/>
          <p:cNvPicPr/>
          <p:nvPr/>
        </p:nvPicPr>
        <p:blipFill>
          <a:blip r:embed="rId4"/>
          <a:stretch/>
        </p:blipFill>
        <p:spPr>
          <a:xfrm>
            <a:off x="3305520" y="3430440"/>
            <a:ext cx="1189800" cy="632160"/>
          </a:xfrm>
          <a:prstGeom prst="rect">
            <a:avLst/>
          </a:prstGeom>
          <a:ln w="0">
            <a:noFill/>
          </a:ln>
        </p:spPr>
      </p:pic>
      <p:pic>
        <p:nvPicPr>
          <p:cNvPr id="23312" name="" descr=""/>
          <p:cNvPicPr/>
          <p:nvPr/>
        </p:nvPicPr>
        <p:blipFill>
          <a:blip r:embed="rId5"/>
          <a:stretch/>
        </p:blipFill>
        <p:spPr>
          <a:xfrm>
            <a:off x="3273480" y="1963080"/>
            <a:ext cx="1221840" cy="979560"/>
          </a:xfrm>
          <a:prstGeom prst="rect">
            <a:avLst/>
          </a:prstGeom>
          <a:ln w="0">
            <a:noFill/>
          </a:ln>
        </p:spPr>
      </p:pic>
      <p:pic>
        <p:nvPicPr>
          <p:cNvPr id="23313" name="" descr=""/>
          <p:cNvPicPr/>
          <p:nvPr/>
        </p:nvPicPr>
        <p:blipFill>
          <a:blip r:embed="rId6"/>
          <a:stretch/>
        </p:blipFill>
        <p:spPr>
          <a:xfrm>
            <a:off x="3305520" y="4376880"/>
            <a:ext cx="1189800" cy="106200"/>
          </a:xfrm>
          <a:prstGeom prst="rect">
            <a:avLst/>
          </a:prstGeom>
          <a:ln w="0">
            <a:noFill/>
          </a:ln>
        </p:spPr>
      </p:pic>
      <p:pic>
        <p:nvPicPr>
          <p:cNvPr id="23314" name="" descr=""/>
          <p:cNvPicPr/>
          <p:nvPr/>
        </p:nvPicPr>
        <p:blipFill>
          <a:blip r:embed="rId7"/>
          <a:stretch/>
        </p:blipFill>
        <p:spPr>
          <a:xfrm>
            <a:off x="899280" y="2531520"/>
            <a:ext cx="2338920" cy="176400"/>
          </a:xfrm>
          <a:prstGeom prst="rect">
            <a:avLst/>
          </a:prstGeom>
          <a:ln w="0">
            <a:noFill/>
          </a:ln>
        </p:spPr>
      </p:pic>
      <p:pic>
        <p:nvPicPr>
          <p:cNvPr id="23315" name="" descr=""/>
          <p:cNvPicPr/>
          <p:nvPr/>
        </p:nvPicPr>
        <p:blipFill>
          <a:blip r:embed="rId8"/>
          <a:stretch/>
        </p:blipFill>
        <p:spPr>
          <a:xfrm>
            <a:off x="905400" y="3538800"/>
            <a:ext cx="1979280" cy="1107720"/>
          </a:xfrm>
          <a:prstGeom prst="rect">
            <a:avLst/>
          </a:prstGeom>
          <a:ln w="0">
            <a:noFill/>
          </a:ln>
        </p:spPr>
      </p:pic>
      <p:sp>
        <p:nvSpPr>
          <p:cNvPr id="23316" name=""/>
          <p:cNvSpPr/>
          <p:nvPr/>
        </p:nvSpPr>
        <p:spPr>
          <a:xfrm>
            <a:off x="898920" y="2721600"/>
            <a:ext cx="2339640" cy="763920"/>
          </a:xfrm>
          <a:custGeom>
            <a:avLst/>
            <a:gdLst/>
            <a:ahLst/>
            <a:rect l="0" t="0" r="r" b="b"/>
            <a:pathLst>
              <a:path w="6499" h="2122">
                <a:moveTo>
                  <a:pt x="0" y="2122"/>
                </a:moveTo>
                <a:lnTo>
                  <a:pt x="6499" y="2122"/>
                </a:lnTo>
                <a:lnTo>
                  <a:pt x="6499" y="0"/>
                </a:lnTo>
                <a:lnTo>
                  <a:pt x="0" y="0"/>
                </a:lnTo>
                <a:lnTo>
                  <a:pt x="0" y="2122"/>
                </a:lnTo>
                <a:close/>
              </a:path>
            </a:pathLst>
          </a:custGeom>
          <a:solidFill>
            <a:srgbClr val="000000">
              <a:alpha val="6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317" name=""/>
          <p:cNvSpPr/>
          <p:nvPr/>
        </p:nvSpPr>
        <p:spPr>
          <a:xfrm>
            <a:off x="3273480" y="1962720"/>
            <a:ext cx="1222560" cy="980280"/>
          </a:xfrm>
          <a:custGeom>
            <a:avLst/>
            <a:gdLst/>
            <a:ahLst/>
            <a:rect l="0" t="0" r="r" b="b"/>
            <a:pathLst>
              <a:path w="3396" h="2723">
                <a:moveTo>
                  <a:pt x="0" y="2723"/>
                </a:moveTo>
                <a:lnTo>
                  <a:pt x="3396" y="2723"/>
                </a:lnTo>
                <a:lnTo>
                  <a:pt x="3396" y="0"/>
                </a:lnTo>
                <a:lnTo>
                  <a:pt x="0" y="0"/>
                </a:lnTo>
                <a:lnTo>
                  <a:pt x="0" y="2723"/>
                </a:lnTo>
                <a:close/>
              </a:path>
            </a:pathLst>
          </a:custGeom>
          <a:solidFill>
            <a:srgbClr val="000000">
              <a:alpha val="6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318" name=""/>
          <p:cNvSpPr/>
          <p:nvPr/>
        </p:nvSpPr>
        <p:spPr>
          <a:xfrm>
            <a:off x="3305520" y="3430440"/>
            <a:ext cx="1190520" cy="632880"/>
          </a:xfrm>
          <a:custGeom>
            <a:avLst/>
            <a:gdLst/>
            <a:ahLst/>
            <a:rect l="0" t="0" r="r" b="b"/>
            <a:pathLst>
              <a:path w="3307" h="1758">
                <a:moveTo>
                  <a:pt x="0" y="1758"/>
                </a:moveTo>
                <a:lnTo>
                  <a:pt x="3307" y="1758"/>
                </a:lnTo>
                <a:lnTo>
                  <a:pt x="3307" y="0"/>
                </a:lnTo>
                <a:lnTo>
                  <a:pt x="0" y="0"/>
                </a:lnTo>
                <a:lnTo>
                  <a:pt x="0" y="1758"/>
                </a:lnTo>
                <a:close/>
              </a:path>
            </a:pathLst>
          </a:custGeom>
          <a:solidFill>
            <a:srgbClr val="000000">
              <a:alpha val="6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319" name=""/>
          <p:cNvSpPr/>
          <p:nvPr/>
        </p:nvSpPr>
        <p:spPr>
          <a:xfrm>
            <a:off x="3305520" y="4376880"/>
            <a:ext cx="1190520" cy="106920"/>
          </a:xfrm>
          <a:custGeom>
            <a:avLst/>
            <a:gdLst/>
            <a:ahLst/>
            <a:rect l="0" t="0" r="r" b="b"/>
            <a:pathLst>
              <a:path w="3307" h="297">
                <a:moveTo>
                  <a:pt x="0" y="297"/>
                </a:moveTo>
                <a:lnTo>
                  <a:pt x="3307" y="297"/>
                </a:lnTo>
                <a:lnTo>
                  <a:pt x="3307" y="0"/>
                </a:lnTo>
                <a:lnTo>
                  <a:pt x="0" y="0"/>
                </a:lnTo>
                <a:lnTo>
                  <a:pt x="0" y="297"/>
                </a:lnTo>
                <a:close/>
              </a:path>
            </a:pathLst>
          </a:custGeom>
          <a:solidFill>
            <a:srgbClr val="000000">
              <a:alpha val="6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320" name="" descr=""/>
          <p:cNvPicPr/>
          <p:nvPr/>
        </p:nvPicPr>
        <p:blipFill>
          <a:blip r:embed="rId9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321" name="" descr=""/>
          <p:cNvPicPr/>
          <p:nvPr/>
        </p:nvPicPr>
        <p:blipFill>
          <a:blip r:embed="rId10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322" name="" descr=""/>
          <p:cNvPicPr/>
          <p:nvPr/>
        </p:nvPicPr>
        <p:blipFill>
          <a:blip r:embed="rId11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323" name="" descr=""/>
          <p:cNvPicPr/>
          <p:nvPr/>
        </p:nvPicPr>
        <p:blipFill>
          <a:blip r:embed="rId12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324" name="" descr=""/>
          <p:cNvPicPr/>
          <p:nvPr/>
        </p:nvPicPr>
        <p:blipFill>
          <a:blip r:embed="rId13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pic>
        <p:nvPicPr>
          <p:cNvPr id="23325" name="" descr=""/>
          <p:cNvPicPr/>
          <p:nvPr/>
        </p:nvPicPr>
        <p:blipFill>
          <a:blip r:embed="rId14"/>
          <a:stretch/>
        </p:blipFill>
        <p:spPr>
          <a:xfrm>
            <a:off x="8296560" y="655200"/>
            <a:ext cx="339480" cy="340920"/>
          </a:xfrm>
          <a:prstGeom prst="rect">
            <a:avLst/>
          </a:prstGeom>
          <a:ln w="0">
            <a:noFill/>
          </a:ln>
        </p:spPr>
      </p:pic>
      <p:pic>
        <p:nvPicPr>
          <p:cNvPr id="23326" name="" descr=""/>
          <p:cNvPicPr/>
          <p:nvPr/>
        </p:nvPicPr>
        <p:blipFill>
          <a:blip r:embed="rId15"/>
          <a:stretch/>
        </p:blipFill>
        <p:spPr>
          <a:xfrm>
            <a:off x="8322480" y="681120"/>
            <a:ext cx="237240" cy="239040"/>
          </a:xfrm>
          <a:prstGeom prst="rect">
            <a:avLst/>
          </a:prstGeom>
          <a:ln w="0">
            <a:noFill/>
          </a:ln>
        </p:spPr>
      </p:pic>
      <p:pic>
        <p:nvPicPr>
          <p:cNvPr id="23327" name="" descr=""/>
          <p:cNvPicPr/>
          <p:nvPr/>
        </p:nvPicPr>
        <p:blipFill>
          <a:blip r:embed="rId16"/>
          <a:stretch/>
        </p:blipFill>
        <p:spPr>
          <a:xfrm>
            <a:off x="4861440" y="3540240"/>
            <a:ext cx="732600" cy="732600"/>
          </a:xfrm>
          <a:prstGeom prst="rect">
            <a:avLst/>
          </a:prstGeom>
          <a:ln w="0">
            <a:noFill/>
          </a:ln>
        </p:spPr>
      </p:pic>
      <p:pic>
        <p:nvPicPr>
          <p:cNvPr id="23328" name="" descr=""/>
          <p:cNvPicPr/>
          <p:nvPr/>
        </p:nvPicPr>
        <p:blipFill>
          <a:blip r:embed="rId17"/>
          <a:stretch/>
        </p:blipFill>
        <p:spPr>
          <a:xfrm rot="19205400">
            <a:off x="4785480" y="2598840"/>
            <a:ext cx="883440" cy="516960"/>
          </a:xfrm>
          <a:prstGeom prst="rect">
            <a:avLst/>
          </a:prstGeom>
          <a:ln w="0">
            <a:noFill/>
          </a:ln>
        </p:spPr>
      </p:pic>
      <p:pic>
        <p:nvPicPr>
          <p:cNvPr id="23329" name="" descr=""/>
          <p:cNvPicPr/>
          <p:nvPr/>
        </p:nvPicPr>
        <p:blipFill>
          <a:blip r:embed="rId18"/>
          <a:stretch/>
        </p:blipFill>
        <p:spPr>
          <a:xfrm>
            <a:off x="4857120" y="1594080"/>
            <a:ext cx="740160" cy="529920"/>
          </a:xfrm>
          <a:prstGeom prst="rect">
            <a:avLst/>
          </a:prstGeom>
          <a:ln w="0">
            <a:noFill/>
          </a:ln>
        </p:spPr>
      </p:pic>
      <p:sp>
        <p:nvSpPr>
          <p:cNvPr id="23330" name=""/>
          <p:cNvSpPr txBox="1"/>
          <p:nvPr/>
        </p:nvSpPr>
        <p:spPr>
          <a:xfrm>
            <a:off x="5320080" y="3855600"/>
            <a:ext cx="14760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3 - Water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31" name=""/>
          <p:cNvSpPr txBox="1"/>
          <p:nvPr/>
        </p:nvSpPr>
        <p:spPr>
          <a:xfrm>
            <a:off x="5320080" y="1805040"/>
            <a:ext cx="12337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1 - Fat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32" name="" descr=""/>
          <p:cNvPicPr/>
          <p:nvPr/>
        </p:nvPicPr>
        <p:blipFill>
          <a:blip r:embed="rId19"/>
          <a:stretch/>
        </p:blipFill>
        <p:spPr>
          <a:xfrm>
            <a:off x="4791600" y="4700160"/>
            <a:ext cx="871200" cy="596880"/>
          </a:xfrm>
          <a:prstGeom prst="rect">
            <a:avLst/>
          </a:prstGeom>
          <a:ln w="0">
            <a:noFill/>
          </a:ln>
        </p:spPr>
      </p:pic>
      <p:sp>
        <p:nvSpPr>
          <p:cNvPr id="23333" name=""/>
          <p:cNvSpPr txBox="1"/>
          <p:nvPr/>
        </p:nvSpPr>
        <p:spPr>
          <a:xfrm>
            <a:off x="5320080" y="2830680"/>
            <a:ext cx="15462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2 - Muscle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34" name=""/>
          <p:cNvSpPr/>
          <p:nvPr/>
        </p:nvSpPr>
        <p:spPr>
          <a:xfrm>
            <a:off x="4722840" y="1442880"/>
            <a:ext cx="4127040" cy="795960"/>
          </a:xfrm>
          <a:custGeom>
            <a:avLst/>
            <a:gdLst/>
            <a:ahLst/>
            <a:rect l="0" t="0" r="r" b="b"/>
            <a:pathLst>
              <a:path w="11464" h="2211">
                <a:moveTo>
                  <a:pt x="0" y="2211"/>
                </a:moveTo>
                <a:lnTo>
                  <a:pt x="11464" y="2211"/>
                </a:lnTo>
                <a:lnTo>
                  <a:pt x="11464" y="0"/>
                </a:lnTo>
                <a:lnTo>
                  <a:pt x="0" y="0"/>
                </a:lnTo>
                <a:lnTo>
                  <a:pt x="0" y="2211"/>
                </a:lnTo>
                <a:close/>
              </a:path>
            </a:pathLst>
          </a:custGeom>
          <a:solidFill>
            <a:srgbClr val="ffffff">
              <a:alpha val="84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35" name=""/>
          <p:cNvSpPr/>
          <p:nvPr/>
        </p:nvSpPr>
        <p:spPr>
          <a:xfrm>
            <a:off x="4722840" y="3315960"/>
            <a:ext cx="4127040" cy="2387160"/>
          </a:xfrm>
          <a:custGeom>
            <a:avLst/>
            <a:gdLst/>
            <a:ahLst/>
            <a:rect l="0" t="0" r="r" b="b"/>
            <a:pathLst>
              <a:path w="11464" h="6631">
                <a:moveTo>
                  <a:pt x="0" y="6631"/>
                </a:moveTo>
                <a:lnTo>
                  <a:pt x="11464" y="6631"/>
                </a:lnTo>
                <a:lnTo>
                  <a:pt x="11464" y="0"/>
                </a:lnTo>
                <a:lnTo>
                  <a:pt x="0" y="0"/>
                </a:lnTo>
                <a:lnTo>
                  <a:pt x="0" y="6631"/>
                </a:lnTo>
                <a:close/>
              </a:path>
            </a:pathLst>
          </a:custGeom>
          <a:solidFill>
            <a:srgbClr val="ffffff">
              <a:alpha val="84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36" name=""/>
          <p:cNvSpPr txBox="1"/>
          <p:nvPr/>
        </p:nvSpPr>
        <p:spPr>
          <a:xfrm>
            <a:off x="5320080" y="4905000"/>
            <a:ext cx="2411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4 – Other Parameters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37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3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39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340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341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342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343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344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345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46" name="" descr=""/>
          <p:cNvPicPr/>
          <p:nvPr/>
        </p:nvPicPr>
        <p:blipFill>
          <a:blip r:embed="rId7"/>
          <a:stretch/>
        </p:blipFill>
        <p:spPr>
          <a:xfrm>
            <a:off x="2442960" y="2144160"/>
            <a:ext cx="4704120" cy="1406160"/>
          </a:xfrm>
          <a:prstGeom prst="rect">
            <a:avLst/>
          </a:prstGeom>
          <a:ln w="0">
            <a:noFill/>
          </a:ln>
        </p:spPr>
      </p:pic>
      <p:sp>
        <p:nvSpPr>
          <p:cNvPr id="23347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348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49" name=""/>
          <p:cNvSpPr txBox="1"/>
          <p:nvPr/>
        </p:nvSpPr>
        <p:spPr>
          <a:xfrm>
            <a:off x="599760" y="1446840"/>
            <a:ext cx="173808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Types of Muscle Mass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50" name=""/>
          <p:cNvSpPr txBox="1"/>
          <p:nvPr/>
        </p:nvSpPr>
        <p:spPr>
          <a:xfrm>
            <a:off x="2451240" y="3595320"/>
            <a:ext cx="1061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Smooth Muscle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51" name=""/>
          <p:cNvSpPr txBox="1"/>
          <p:nvPr/>
        </p:nvSpPr>
        <p:spPr>
          <a:xfrm>
            <a:off x="4278240" y="3593160"/>
            <a:ext cx="10324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Cardiac Muscle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52" name="" descr=""/>
          <p:cNvPicPr/>
          <p:nvPr/>
        </p:nvPicPr>
        <p:blipFill>
          <a:blip r:embed="rId8"/>
          <a:stretch/>
        </p:blipFill>
        <p:spPr>
          <a:xfrm>
            <a:off x="672120" y="4088880"/>
            <a:ext cx="3244320" cy="981000"/>
          </a:xfrm>
          <a:prstGeom prst="rect">
            <a:avLst/>
          </a:prstGeom>
          <a:ln w="0">
            <a:noFill/>
          </a:ln>
        </p:spPr>
      </p:pic>
      <p:sp>
        <p:nvSpPr>
          <p:cNvPr id="23353" name=""/>
          <p:cNvSpPr/>
          <p:nvPr/>
        </p:nvSpPr>
        <p:spPr>
          <a:xfrm>
            <a:off x="3972960" y="3846240"/>
            <a:ext cx="2746800" cy="889560"/>
          </a:xfrm>
          <a:custGeom>
            <a:avLst/>
            <a:gdLst/>
            <a:ahLst/>
            <a:rect l="0" t="0" r="r" b="b"/>
            <a:pathLst>
              <a:path w="7630" h="2471">
                <a:moveTo>
                  <a:pt x="7630" y="0"/>
                </a:moveTo>
                <a:lnTo>
                  <a:pt x="7630" y="2347"/>
                </a:lnTo>
                <a:lnTo>
                  <a:pt x="35" y="2347"/>
                </a:lnTo>
                <a:lnTo>
                  <a:pt x="35" y="2312"/>
                </a:lnTo>
                <a:lnTo>
                  <a:pt x="7612" y="2312"/>
                </a:lnTo>
                <a:lnTo>
                  <a:pt x="7595" y="2330"/>
                </a:lnTo>
                <a:lnTo>
                  <a:pt x="7595" y="0"/>
                </a:lnTo>
                <a:lnTo>
                  <a:pt x="7630" y="0"/>
                </a:lnTo>
                <a:moveTo>
                  <a:pt x="238" y="2468"/>
                </a:moveTo>
                <a:lnTo>
                  <a:pt x="0" y="2330"/>
                </a:lnTo>
                <a:lnTo>
                  <a:pt x="238" y="2191"/>
                </a:lnTo>
                <a:cubicBezTo>
                  <a:pt x="246" y="2186"/>
                  <a:pt x="257" y="2189"/>
                  <a:pt x="262" y="2197"/>
                </a:cubicBezTo>
                <a:cubicBezTo>
                  <a:pt x="266" y="2206"/>
                  <a:pt x="264" y="2217"/>
                  <a:pt x="255" y="2221"/>
                </a:cubicBezTo>
                <a:lnTo>
                  <a:pt x="44" y="2345"/>
                </a:lnTo>
                <a:lnTo>
                  <a:pt x="44" y="2315"/>
                </a:lnTo>
                <a:lnTo>
                  <a:pt x="255" y="2438"/>
                </a:lnTo>
                <a:cubicBezTo>
                  <a:pt x="264" y="2443"/>
                  <a:pt x="266" y="2454"/>
                  <a:pt x="262" y="2462"/>
                </a:cubicBezTo>
                <a:cubicBezTo>
                  <a:pt x="257" y="2471"/>
                  <a:pt x="246" y="2473"/>
                  <a:pt x="238" y="2468"/>
                </a:cubicBez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3354" name="" descr=""/>
          <p:cNvPicPr/>
          <p:nvPr/>
        </p:nvPicPr>
        <p:blipFill>
          <a:blip r:embed="rId9"/>
          <a:stretch/>
        </p:blipFill>
        <p:spPr>
          <a:xfrm>
            <a:off x="672120" y="4116240"/>
            <a:ext cx="3244320" cy="1814760"/>
          </a:xfrm>
          <a:prstGeom prst="rect">
            <a:avLst/>
          </a:prstGeom>
          <a:ln w="0">
            <a:noFill/>
          </a:ln>
        </p:spPr>
      </p:pic>
      <p:sp>
        <p:nvSpPr>
          <p:cNvPr id="23355" name=""/>
          <p:cNvSpPr/>
          <p:nvPr/>
        </p:nvSpPr>
        <p:spPr>
          <a:xfrm>
            <a:off x="2918160" y="3803760"/>
            <a:ext cx="3795480" cy="158760"/>
          </a:xfrm>
          <a:custGeom>
            <a:avLst/>
            <a:gdLst/>
            <a:ahLst/>
            <a:rect l="0" t="0" r="r" b="b"/>
            <a:pathLst>
              <a:path fill="none" w="10543" h="441">
                <a:moveTo>
                  <a:pt x="0" y="0"/>
                </a:moveTo>
                <a:lnTo>
                  <a:pt x="0" y="441"/>
                </a:lnTo>
                <a:lnTo>
                  <a:pt x="10543" y="441"/>
                </a:lnTo>
                <a:lnTo>
                  <a:pt x="10543" y="15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56" name=""/>
          <p:cNvSpPr/>
          <p:nvPr/>
        </p:nvSpPr>
        <p:spPr>
          <a:xfrm>
            <a:off x="3940920" y="3809880"/>
            <a:ext cx="881280" cy="1462320"/>
          </a:xfrm>
          <a:custGeom>
            <a:avLst/>
            <a:gdLst/>
            <a:ahLst/>
            <a:rect l="0" t="0" r="r" b="b"/>
            <a:pathLst>
              <a:path w="2448" h="4062">
                <a:moveTo>
                  <a:pt x="2448" y="0"/>
                </a:moveTo>
                <a:lnTo>
                  <a:pt x="2448" y="3939"/>
                </a:lnTo>
                <a:lnTo>
                  <a:pt x="35" y="3939"/>
                </a:lnTo>
                <a:lnTo>
                  <a:pt x="35" y="3903"/>
                </a:lnTo>
                <a:lnTo>
                  <a:pt x="2431" y="3903"/>
                </a:lnTo>
                <a:lnTo>
                  <a:pt x="2413" y="3921"/>
                </a:lnTo>
                <a:lnTo>
                  <a:pt x="2413" y="0"/>
                </a:lnTo>
                <a:lnTo>
                  <a:pt x="2448" y="0"/>
                </a:lnTo>
                <a:moveTo>
                  <a:pt x="239" y="4060"/>
                </a:moveTo>
                <a:lnTo>
                  <a:pt x="0" y="3921"/>
                </a:lnTo>
                <a:lnTo>
                  <a:pt x="239" y="3782"/>
                </a:lnTo>
                <a:cubicBezTo>
                  <a:pt x="247" y="3777"/>
                  <a:pt x="258" y="3780"/>
                  <a:pt x="263" y="3789"/>
                </a:cubicBezTo>
                <a:cubicBezTo>
                  <a:pt x="268" y="3797"/>
                  <a:pt x="265" y="3808"/>
                  <a:pt x="256" y="3813"/>
                </a:cubicBezTo>
                <a:lnTo>
                  <a:pt x="44" y="3936"/>
                </a:lnTo>
                <a:lnTo>
                  <a:pt x="44" y="3906"/>
                </a:lnTo>
                <a:lnTo>
                  <a:pt x="256" y="4029"/>
                </a:lnTo>
                <a:cubicBezTo>
                  <a:pt x="265" y="4034"/>
                  <a:pt x="268" y="4045"/>
                  <a:pt x="263" y="4053"/>
                </a:cubicBezTo>
                <a:cubicBezTo>
                  <a:pt x="258" y="4062"/>
                  <a:pt x="247" y="4064"/>
                  <a:pt x="239" y="4060"/>
                </a:cubicBez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357" name=""/>
          <p:cNvSpPr txBox="1"/>
          <p:nvPr/>
        </p:nvSpPr>
        <p:spPr>
          <a:xfrm>
            <a:off x="6167520" y="3595320"/>
            <a:ext cx="10692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Skeletal Muscle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58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5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60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361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362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363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364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365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366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67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368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69" name="" descr=""/>
          <p:cNvPicPr/>
          <p:nvPr/>
        </p:nvPicPr>
        <p:blipFill>
          <a:blip r:embed="rId7"/>
          <a:stretch/>
        </p:blipFill>
        <p:spPr>
          <a:xfrm>
            <a:off x="530280" y="2810160"/>
            <a:ext cx="3509280" cy="1964160"/>
          </a:xfrm>
          <a:prstGeom prst="rect">
            <a:avLst/>
          </a:prstGeom>
          <a:ln w="0">
            <a:noFill/>
          </a:ln>
        </p:spPr>
      </p:pic>
      <p:pic>
        <p:nvPicPr>
          <p:cNvPr id="23370" name="" descr=""/>
          <p:cNvPicPr/>
          <p:nvPr/>
        </p:nvPicPr>
        <p:blipFill>
          <a:blip r:embed="rId8"/>
          <a:stretch/>
        </p:blipFill>
        <p:spPr>
          <a:xfrm>
            <a:off x="5119200" y="2627280"/>
            <a:ext cx="3428640" cy="2147040"/>
          </a:xfrm>
          <a:prstGeom prst="rect">
            <a:avLst/>
          </a:prstGeom>
          <a:ln w="0">
            <a:noFill/>
          </a:ln>
        </p:spPr>
      </p:pic>
      <p:sp>
        <p:nvSpPr>
          <p:cNvPr id="23371" name=""/>
          <p:cNvSpPr txBox="1"/>
          <p:nvPr/>
        </p:nvSpPr>
        <p:spPr>
          <a:xfrm>
            <a:off x="599760" y="1446840"/>
            <a:ext cx="19850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Segmental Lean Analysis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72" name=""/>
          <p:cNvSpPr txBox="1"/>
          <p:nvPr/>
        </p:nvSpPr>
        <p:spPr>
          <a:xfrm>
            <a:off x="5139720" y="2342160"/>
            <a:ext cx="13082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InBody270, 370S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73" name=""/>
          <p:cNvSpPr txBox="1"/>
          <p:nvPr/>
        </p:nvSpPr>
        <p:spPr>
          <a:xfrm>
            <a:off x="559440" y="2342160"/>
            <a:ext cx="11984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InBody770, 570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74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7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76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377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378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379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380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381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382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83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384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85" name="" descr=""/>
          <p:cNvPicPr/>
          <p:nvPr/>
        </p:nvPicPr>
        <p:blipFill>
          <a:blip r:embed="rId7"/>
          <a:stretch/>
        </p:blipFill>
        <p:spPr>
          <a:xfrm>
            <a:off x="530280" y="2810160"/>
            <a:ext cx="3509280" cy="1964160"/>
          </a:xfrm>
          <a:prstGeom prst="rect">
            <a:avLst/>
          </a:prstGeom>
          <a:ln w="0">
            <a:noFill/>
          </a:ln>
        </p:spPr>
      </p:pic>
      <p:pic>
        <p:nvPicPr>
          <p:cNvPr id="23386" name="" descr=""/>
          <p:cNvPicPr/>
          <p:nvPr/>
        </p:nvPicPr>
        <p:blipFill>
          <a:blip r:embed="rId8"/>
          <a:stretch/>
        </p:blipFill>
        <p:spPr>
          <a:xfrm>
            <a:off x="5119200" y="2627280"/>
            <a:ext cx="3428640" cy="2147040"/>
          </a:xfrm>
          <a:prstGeom prst="rect">
            <a:avLst/>
          </a:prstGeom>
          <a:ln w="0">
            <a:noFill/>
          </a:ln>
        </p:spPr>
      </p:pic>
      <p:sp>
        <p:nvSpPr>
          <p:cNvPr id="23387" name=""/>
          <p:cNvSpPr txBox="1"/>
          <p:nvPr/>
        </p:nvSpPr>
        <p:spPr>
          <a:xfrm>
            <a:off x="599760" y="1446840"/>
            <a:ext cx="19850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Segmental Lean Analysis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88" name=""/>
          <p:cNvSpPr txBox="1"/>
          <p:nvPr/>
        </p:nvSpPr>
        <p:spPr>
          <a:xfrm>
            <a:off x="5139720" y="2342160"/>
            <a:ext cx="13082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InBody270, 370S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89" name=""/>
          <p:cNvSpPr/>
          <p:nvPr/>
        </p:nvSpPr>
        <p:spPr>
          <a:xfrm>
            <a:off x="6168960" y="3104280"/>
            <a:ext cx="372240" cy="192240"/>
          </a:xfrm>
          <a:custGeom>
            <a:avLst/>
            <a:gdLst/>
            <a:ahLst/>
            <a:rect l="0" t="0" r="r" b="b"/>
            <a:pathLst>
              <a:path w="1034" h="534">
                <a:moveTo>
                  <a:pt x="0" y="534"/>
                </a:moveTo>
                <a:lnTo>
                  <a:pt x="1034" y="534"/>
                </a:lnTo>
                <a:lnTo>
                  <a:pt x="1034" y="0"/>
                </a:lnTo>
                <a:lnTo>
                  <a:pt x="0" y="0"/>
                </a:lnTo>
                <a:lnTo>
                  <a:pt x="0" y="534"/>
                </a:lnTo>
                <a:close/>
              </a:path>
            </a:pathLst>
          </a:custGeom>
          <a:noFill/>
          <a:ln w="56880">
            <a:solidFill>
              <a:srgbClr val="ff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90" name=""/>
          <p:cNvSpPr/>
          <p:nvPr/>
        </p:nvSpPr>
        <p:spPr>
          <a:xfrm>
            <a:off x="2458080" y="3229200"/>
            <a:ext cx="275040" cy="180000"/>
          </a:xfrm>
          <a:custGeom>
            <a:avLst/>
            <a:gdLst/>
            <a:ahLst/>
            <a:rect l="0" t="0" r="r" b="b"/>
            <a:pathLst>
              <a:path w="764" h="500">
                <a:moveTo>
                  <a:pt x="0" y="500"/>
                </a:moveTo>
                <a:lnTo>
                  <a:pt x="764" y="500"/>
                </a:lnTo>
                <a:lnTo>
                  <a:pt x="764" y="0"/>
                </a:lnTo>
                <a:lnTo>
                  <a:pt x="0" y="0"/>
                </a:lnTo>
                <a:lnTo>
                  <a:pt x="0" y="500"/>
                </a:lnTo>
                <a:close/>
              </a:path>
            </a:pathLst>
          </a:custGeom>
          <a:noFill/>
          <a:ln w="56880">
            <a:solidFill>
              <a:srgbClr val="ff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91" name=""/>
          <p:cNvSpPr txBox="1"/>
          <p:nvPr/>
        </p:nvSpPr>
        <p:spPr>
          <a:xfrm>
            <a:off x="559440" y="2342160"/>
            <a:ext cx="11984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InBody770, 570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92" name=""/>
          <p:cNvSpPr txBox="1"/>
          <p:nvPr/>
        </p:nvSpPr>
        <p:spPr>
          <a:xfrm>
            <a:off x="3014640" y="5190120"/>
            <a:ext cx="34783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"/>
                <a:ea typeface="Arial"/>
              </a:rPr>
              <a:t>How much muscle you have?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393" name=""/>
          <p:cNvSpPr txBox="1"/>
          <p:nvPr/>
        </p:nvSpPr>
        <p:spPr>
          <a:xfrm>
            <a:off x="8978760" y="6447240"/>
            <a:ext cx="1548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99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9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395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396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397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398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399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400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401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02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403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04" name="" descr=""/>
          <p:cNvPicPr/>
          <p:nvPr/>
        </p:nvPicPr>
        <p:blipFill>
          <a:blip r:embed="rId7"/>
          <a:stretch/>
        </p:blipFill>
        <p:spPr>
          <a:xfrm>
            <a:off x="530280" y="2810160"/>
            <a:ext cx="3509280" cy="1964160"/>
          </a:xfrm>
          <a:prstGeom prst="rect">
            <a:avLst/>
          </a:prstGeom>
          <a:ln w="0">
            <a:noFill/>
          </a:ln>
        </p:spPr>
      </p:pic>
      <p:pic>
        <p:nvPicPr>
          <p:cNvPr id="23405" name="" descr=""/>
          <p:cNvPicPr/>
          <p:nvPr/>
        </p:nvPicPr>
        <p:blipFill>
          <a:blip r:embed="rId8"/>
          <a:stretch/>
        </p:blipFill>
        <p:spPr>
          <a:xfrm>
            <a:off x="5119200" y="2627280"/>
            <a:ext cx="3428640" cy="2147040"/>
          </a:xfrm>
          <a:prstGeom prst="rect">
            <a:avLst/>
          </a:prstGeom>
          <a:ln w="0">
            <a:noFill/>
          </a:ln>
        </p:spPr>
      </p:pic>
      <p:sp>
        <p:nvSpPr>
          <p:cNvPr id="23406" name=""/>
          <p:cNvSpPr txBox="1"/>
          <p:nvPr/>
        </p:nvSpPr>
        <p:spPr>
          <a:xfrm>
            <a:off x="599760" y="1446840"/>
            <a:ext cx="19850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Segmental Lean Analysis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07" name=""/>
          <p:cNvSpPr txBox="1"/>
          <p:nvPr/>
        </p:nvSpPr>
        <p:spPr>
          <a:xfrm>
            <a:off x="5139720" y="2342160"/>
            <a:ext cx="13082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InBody270, 370S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08" name=""/>
          <p:cNvSpPr/>
          <p:nvPr/>
        </p:nvSpPr>
        <p:spPr>
          <a:xfrm>
            <a:off x="6135480" y="3242880"/>
            <a:ext cx="439200" cy="166320"/>
          </a:xfrm>
          <a:custGeom>
            <a:avLst/>
            <a:gdLst/>
            <a:ahLst/>
            <a:rect l="0" t="0" r="r" b="b"/>
            <a:pathLst>
              <a:path w="1220" h="462">
                <a:moveTo>
                  <a:pt x="0" y="462"/>
                </a:moveTo>
                <a:lnTo>
                  <a:pt x="1220" y="462"/>
                </a:lnTo>
                <a:lnTo>
                  <a:pt x="1220" y="0"/>
                </a:lnTo>
                <a:lnTo>
                  <a:pt x="0" y="0"/>
                </a:lnTo>
                <a:lnTo>
                  <a:pt x="0" y="462"/>
                </a:lnTo>
                <a:close/>
              </a:path>
            </a:pathLst>
          </a:custGeom>
          <a:noFill/>
          <a:ln w="56880">
            <a:solidFill>
              <a:srgbClr val="ff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09" name=""/>
          <p:cNvSpPr/>
          <p:nvPr/>
        </p:nvSpPr>
        <p:spPr>
          <a:xfrm>
            <a:off x="1153440" y="3341880"/>
            <a:ext cx="1573200" cy="153000"/>
          </a:xfrm>
          <a:custGeom>
            <a:avLst/>
            <a:gdLst/>
            <a:ahLst/>
            <a:rect l="0" t="0" r="r" b="b"/>
            <a:pathLst>
              <a:path w="4370" h="425">
                <a:moveTo>
                  <a:pt x="0" y="425"/>
                </a:moveTo>
                <a:lnTo>
                  <a:pt x="4370" y="425"/>
                </a:lnTo>
                <a:lnTo>
                  <a:pt x="4370" y="0"/>
                </a:lnTo>
                <a:lnTo>
                  <a:pt x="0" y="0"/>
                </a:lnTo>
                <a:lnTo>
                  <a:pt x="0" y="425"/>
                </a:lnTo>
                <a:close/>
              </a:path>
            </a:pathLst>
          </a:custGeom>
          <a:noFill/>
          <a:ln w="56880">
            <a:solidFill>
              <a:srgbClr val="ff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10" name=""/>
          <p:cNvSpPr txBox="1"/>
          <p:nvPr/>
        </p:nvSpPr>
        <p:spPr>
          <a:xfrm>
            <a:off x="559440" y="2342160"/>
            <a:ext cx="11984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InBody770, 570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11" name=""/>
          <p:cNvSpPr txBox="1"/>
          <p:nvPr/>
        </p:nvSpPr>
        <p:spPr>
          <a:xfrm>
            <a:off x="3903480" y="5177160"/>
            <a:ext cx="15462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"/>
                <a:ea typeface="Arial"/>
              </a:rPr>
              <a:t>Is it enough?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1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1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14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415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416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417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418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419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420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21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422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23" name="" descr=""/>
          <p:cNvPicPr/>
          <p:nvPr/>
        </p:nvPicPr>
        <p:blipFill>
          <a:blip r:embed="rId7"/>
          <a:stretch/>
        </p:blipFill>
        <p:spPr>
          <a:xfrm>
            <a:off x="530280" y="2810160"/>
            <a:ext cx="3509280" cy="1964160"/>
          </a:xfrm>
          <a:prstGeom prst="rect">
            <a:avLst/>
          </a:prstGeom>
          <a:ln w="0">
            <a:noFill/>
          </a:ln>
        </p:spPr>
      </p:pic>
      <p:pic>
        <p:nvPicPr>
          <p:cNvPr id="23424" name="" descr=""/>
          <p:cNvPicPr/>
          <p:nvPr/>
        </p:nvPicPr>
        <p:blipFill>
          <a:blip r:embed="rId8"/>
          <a:stretch/>
        </p:blipFill>
        <p:spPr>
          <a:xfrm>
            <a:off x="5119200" y="2627280"/>
            <a:ext cx="3428640" cy="2147040"/>
          </a:xfrm>
          <a:prstGeom prst="rect">
            <a:avLst/>
          </a:prstGeom>
          <a:ln w="0">
            <a:noFill/>
          </a:ln>
        </p:spPr>
      </p:pic>
      <p:sp>
        <p:nvSpPr>
          <p:cNvPr id="23425" name=""/>
          <p:cNvSpPr txBox="1"/>
          <p:nvPr/>
        </p:nvSpPr>
        <p:spPr>
          <a:xfrm>
            <a:off x="599760" y="1446840"/>
            <a:ext cx="19850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Segmental Lean Analysis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26" name=""/>
          <p:cNvSpPr txBox="1"/>
          <p:nvPr/>
        </p:nvSpPr>
        <p:spPr>
          <a:xfrm>
            <a:off x="5139720" y="2342160"/>
            <a:ext cx="13082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InBody270, 370S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27" name=""/>
          <p:cNvSpPr/>
          <p:nvPr/>
        </p:nvSpPr>
        <p:spPr>
          <a:xfrm>
            <a:off x="5346000" y="3395160"/>
            <a:ext cx="1294200" cy="168120"/>
          </a:xfrm>
          <a:custGeom>
            <a:avLst/>
            <a:gdLst/>
            <a:ahLst/>
            <a:rect l="0" t="0" r="r" b="b"/>
            <a:pathLst>
              <a:path w="3595" h="467">
                <a:moveTo>
                  <a:pt x="0" y="467"/>
                </a:moveTo>
                <a:lnTo>
                  <a:pt x="3595" y="467"/>
                </a:lnTo>
                <a:lnTo>
                  <a:pt x="3595" y="0"/>
                </a:lnTo>
                <a:lnTo>
                  <a:pt x="0" y="0"/>
                </a:lnTo>
                <a:lnTo>
                  <a:pt x="0" y="467"/>
                </a:lnTo>
                <a:close/>
              </a:path>
            </a:pathLst>
          </a:custGeom>
          <a:noFill/>
          <a:ln w="56880">
            <a:solidFill>
              <a:srgbClr val="ff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28" name=""/>
          <p:cNvSpPr/>
          <p:nvPr/>
        </p:nvSpPr>
        <p:spPr>
          <a:xfrm>
            <a:off x="2023560" y="2983680"/>
            <a:ext cx="722880" cy="1731600"/>
          </a:xfrm>
          <a:custGeom>
            <a:avLst/>
            <a:gdLst/>
            <a:ahLst/>
            <a:rect l="0" t="0" r="r" b="b"/>
            <a:pathLst>
              <a:path w="2008" h="4810">
                <a:moveTo>
                  <a:pt x="0" y="4810"/>
                </a:moveTo>
                <a:lnTo>
                  <a:pt x="2008" y="4810"/>
                </a:lnTo>
                <a:lnTo>
                  <a:pt x="2008" y="0"/>
                </a:lnTo>
                <a:lnTo>
                  <a:pt x="0" y="0"/>
                </a:lnTo>
                <a:lnTo>
                  <a:pt x="0" y="4810"/>
                </a:lnTo>
                <a:close/>
              </a:path>
            </a:pathLst>
          </a:custGeom>
          <a:noFill/>
          <a:ln w="56880">
            <a:solidFill>
              <a:srgbClr val="ff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29" name=""/>
          <p:cNvSpPr txBox="1"/>
          <p:nvPr/>
        </p:nvSpPr>
        <p:spPr>
          <a:xfrm>
            <a:off x="559440" y="2342160"/>
            <a:ext cx="11984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InBody770, 570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30" name=""/>
          <p:cNvSpPr txBox="1"/>
          <p:nvPr/>
        </p:nvSpPr>
        <p:spPr>
          <a:xfrm>
            <a:off x="3159720" y="4904640"/>
            <a:ext cx="30502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"/>
                <a:ea typeface="Arial"/>
              </a:rPr>
              <a:t>What’s the normal range?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31" name=""/>
          <p:cNvSpPr txBox="1"/>
          <p:nvPr/>
        </p:nvSpPr>
        <p:spPr>
          <a:xfrm>
            <a:off x="3159720" y="5259960"/>
            <a:ext cx="149256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- Arms: 80~120%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32" name=""/>
          <p:cNvSpPr txBox="1"/>
          <p:nvPr/>
        </p:nvSpPr>
        <p:spPr>
          <a:xfrm>
            <a:off x="3159720" y="5482440"/>
            <a:ext cx="220608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- Legs &amp; Trunk: 90~110%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3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3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35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436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437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438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439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440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441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42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443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44" name="" descr=""/>
          <p:cNvPicPr/>
          <p:nvPr/>
        </p:nvPicPr>
        <p:blipFill>
          <a:blip r:embed="rId7"/>
          <a:stretch/>
        </p:blipFill>
        <p:spPr>
          <a:xfrm>
            <a:off x="4530960" y="2747880"/>
            <a:ext cx="3522960" cy="2352600"/>
          </a:xfrm>
          <a:prstGeom prst="rect">
            <a:avLst/>
          </a:prstGeom>
          <a:ln w="0">
            <a:noFill/>
          </a:ln>
        </p:spPr>
      </p:pic>
      <p:pic>
        <p:nvPicPr>
          <p:cNvPr id="23445" name="" descr=""/>
          <p:cNvPicPr/>
          <p:nvPr/>
        </p:nvPicPr>
        <p:blipFill>
          <a:blip r:embed="rId8"/>
          <a:stretch/>
        </p:blipFill>
        <p:spPr>
          <a:xfrm>
            <a:off x="659880" y="2747880"/>
            <a:ext cx="4702680" cy="2352600"/>
          </a:xfrm>
          <a:prstGeom prst="rect">
            <a:avLst/>
          </a:prstGeom>
          <a:ln w="0">
            <a:noFill/>
          </a:ln>
        </p:spPr>
      </p:pic>
      <p:sp>
        <p:nvSpPr>
          <p:cNvPr id="23446" name=""/>
          <p:cNvSpPr txBox="1"/>
          <p:nvPr/>
        </p:nvSpPr>
        <p:spPr>
          <a:xfrm>
            <a:off x="599760" y="1446840"/>
            <a:ext cx="19850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Segmental Lean Analysis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4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49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450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451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452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453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454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455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56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457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58" name="" descr=""/>
          <p:cNvPicPr/>
          <p:nvPr/>
        </p:nvPicPr>
        <p:blipFill>
          <a:blip r:embed="rId7"/>
          <a:stretch/>
        </p:blipFill>
        <p:spPr>
          <a:xfrm>
            <a:off x="6121800" y="2366640"/>
            <a:ext cx="2235240" cy="2707920"/>
          </a:xfrm>
          <a:prstGeom prst="rect">
            <a:avLst/>
          </a:prstGeom>
          <a:ln w="0">
            <a:noFill/>
          </a:ln>
        </p:spPr>
      </p:pic>
      <p:pic>
        <p:nvPicPr>
          <p:cNvPr id="23459" name="" descr=""/>
          <p:cNvPicPr/>
          <p:nvPr/>
        </p:nvPicPr>
        <p:blipFill>
          <a:blip r:embed="rId8"/>
          <a:stretch/>
        </p:blipFill>
        <p:spPr>
          <a:xfrm>
            <a:off x="719280" y="2752200"/>
            <a:ext cx="4733280" cy="2322360"/>
          </a:xfrm>
          <a:prstGeom prst="rect">
            <a:avLst/>
          </a:prstGeom>
          <a:ln w="0">
            <a:noFill/>
          </a:ln>
        </p:spPr>
      </p:pic>
      <p:sp>
        <p:nvSpPr>
          <p:cNvPr id="23460" name=""/>
          <p:cNvSpPr txBox="1"/>
          <p:nvPr/>
        </p:nvSpPr>
        <p:spPr>
          <a:xfrm>
            <a:off x="599760" y="1446840"/>
            <a:ext cx="19850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Segmental Lean Analysis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6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6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63" name="" descr=""/>
          <p:cNvPicPr/>
          <p:nvPr/>
        </p:nvPicPr>
        <p:blipFill>
          <a:blip r:embed="rId1"/>
          <a:stretch/>
        </p:blipFill>
        <p:spPr>
          <a:xfrm>
            <a:off x="6201000" y="2316600"/>
            <a:ext cx="2832840" cy="2593440"/>
          </a:xfrm>
          <a:prstGeom prst="rect">
            <a:avLst/>
          </a:prstGeom>
          <a:ln w="0">
            <a:noFill/>
          </a:ln>
        </p:spPr>
      </p:pic>
      <p:pic>
        <p:nvPicPr>
          <p:cNvPr id="23464" name="" descr=""/>
          <p:cNvPicPr/>
          <p:nvPr/>
        </p:nvPicPr>
        <p:blipFill>
          <a:blip r:embed="rId2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465" name="" descr=""/>
          <p:cNvPicPr/>
          <p:nvPr/>
        </p:nvPicPr>
        <p:blipFill>
          <a:blip r:embed="rId3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466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467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468" name="" descr=""/>
          <p:cNvPicPr/>
          <p:nvPr/>
        </p:nvPicPr>
        <p:blipFill>
          <a:blip r:embed="rId6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469" name="" descr=""/>
          <p:cNvPicPr/>
          <p:nvPr/>
        </p:nvPicPr>
        <p:blipFill>
          <a:blip r:embed="rId7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470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71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472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73" name="" descr=""/>
          <p:cNvPicPr/>
          <p:nvPr/>
        </p:nvPicPr>
        <p:blipFill>
          <a:blip r:embed="rId8"/>
          <a:stretch/>
        </p:blipFill>
        <p:spPr>
          <a:xfrm>
            <a:off x="509040" y="2447640"/>
            <a:ext cx="4559400" cy="2509560"/>
          </a:xfrm>
          <a:prstGeom prst="rect">
            <a:avLst/>
          </a:prstGeom>
          <a:ln w="0">
            <a:noFill/>
          </a:ln>
        </p:spPr>
      </p:pic>
      <p:sp>
        <p:nvSpPr>
          <p:cNvPr id="23474" name=""/>
          <p:cNvSpPr/>
          <p:nvPr/>
        </p:nvSpPr>
        <p:spPr>
          <a:xfrm>
            <a:off x="5835240" y="2790360"/>
            <a:ext cx="1138680" cy="443880"/>
          </a:xfrm>
          <a:custGeom>
            <a:avLst/>
            <a:gdLst/>
            <a:ahLst/>
            <a:rect l="0" t="0" r="r" b="b"/>
            <a:pathLst>
              <a:path w="3163" h="1233">
                <a:moveTo>
                  <a:pt x="0" y="1233"/>
                </a:moveTo>
                <a:lnTo>
                  <a:pt x="3163" y="1233"/>
                </a:lnTo>
                <a:lnTo>
                  <a:pt x="3163" y="0"/>
                </a:lnTo>
                <a:lnTo>
                  <a:pt x="0" y="0"/>
                </a:lnTo>
                <a:lnTo>
                  <a:pt x="0" y="1233"/>
                </a:lnTo>
                <a:close/>
              </a:path>
            </a:pathLst>
          </a:custGeom>
          <a:solidFill>
            <a:srgbClr val="ffffff">
              <a:alpha val="75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75" name=""/>
          <p:cNvSpPr txBox="1"/>
          <p:nvPr/>
        </p:nvSpPr>
        <p:spPr>
          <a:xfrm>
            <a:off x="599760" y="1446840"/>
            <a:ext cx="19850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Segmental Lean Analysis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76" name=""/>
          <p:cNvSpPr txBox="1"/>
          <p:nvPr/>
        </p:nvSpPr>
        <p:spPr>
          <a:xfrm>
            <a:off x="5928120" y="2835000"/>
            <a:ext cx="8175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Height 177cm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77" name=""/>
          <p:cNvSpPr txBox="1"/>
          <p:nvPr/>
        </p:nvSpPr>
        <p:spPr>
          <a:xfrm>
            <a:off x="5928120" y="3008520"/>
            <a:ext cx="4032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Age 25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7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80" name="" descr=""/>
          <p:cNvPicPr/>
          <p:nvPr/>
        </p:nvPicPr>
        <p:blipFill>
          <a:blip r:embed="rId1"/>
          <a:stretch/>
        </p:blipFill>
        <p:spPr>
          <a:xfrm>
            <a:off x="6175080" y="1989000"/>
            <a:ext cx="2913480" cy="2698560"/>
          </a:xfrm>
          <a:prstGeom prst="rect">
            <a:avLst/>
          </a:prstGeom>
          <a:ln w="0">
            <a:noFill/>
          </a:ln>
        </p:spPr>
      </p:pic>
      <p:pic>
        <p:nvPicPr>
          <p:cNvPr id="23481" name="" descr=""/>
          <p:cNvPicPr/>
          <p:nvPr/>
        </p:nvPicPr>
        <p:blipFill>
          <a:blip r:embed="rId2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482" name="" descr=""/>
          <p:cNvPicPr/>
          <p:nvPr/>
        </p:nvPicPr>
        <p:blipFill>
          <a:blip r:embed="rId3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483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484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485" name="" descr=""/>
          <p:cNvPicPr/>
          <p:nvPr/>
        </p:nvPicPr>
        <p:blipFill>
          <a:blip r:embed="rId6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486" name="" descr=""/>
          <p:cNvPicPr/>
          <p:nvPr/>
        </p:nvPicPr>
        <p:blipFill>
          <a:blip r:embed="rId7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487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88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489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90" name="" descr=""/>
          <p:cNvPicPr/>
          <p:nvPr/>
        </p:nvPicPr>
        <p:blipFill>
          <a:blip r:embed="rId8"/>
          <a:stretch/>
        </p:blipFill>
        <p:spPr>
          <a:xfrm>
            <a:off x="644760" y="2482560"/>
            <a:ext cx="4682880" cy="2268720"/>
          </a:xfrm>
          <a:prstGeom prst="rect">
            <a:avLst/>
          </a:prstGeom>
          <a:ln w="0">
            <a:noFill/>
          </a:ln>
        </p:spPr>
      </p:pic>
      <p:sp>
        <p:nvSpPr>
          <p:cNvPr id="23491" name=""/>
          <p:cNvSpPr/>
          <p:nvPr/>
        </p:nvSpPr>
        <p:spPr>
          <a:xfrm>
            <a:off x="7924680" y="2182320"/>
            <a:ext cx="1137240" cy="442080"/>
          </a:xfrm>
          <a:custGeom>
            <a:avLst/>
            <a:gdLst/>
            <a:ahLst/>
            <a:rect l="0" t="0" r="r" b="b"/>
            <a:pathLst>
              <a:path w="3159" h="1228">
                <a:moveTo>
                  <a:pt x="0" y="1228"/>
                </a:moveTo>
                <a:lnTo>
                  <a:pt x="3159" y="1228"/>
                </a:lnTo>
                <a:lnTo>
                  <a:pt x="3159" y="0"/>
                </a:lnTo>
                <a:lnTo>
                  <a:pt x="0" y="0"/>
                </a:lnTo>
                <a:lnTo>
                  <a:pt x="0" y="1228"/>
                </a:lnTo>
                <a:close/>
              </a:path>
            </a:pathLst>
          </a:custGeom>
          <a:solidFill>
            <a:srgbClr val="ffffff">
              <a:alpha val="75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92" name=""/>
          <p:cNvSpPr txBox="1"/>
          <p:nvPr/>
        </p:nvSpPr>
        <p:spPr>
          <a:xfrm>
            <a:off x="599760" y="1446840"/>
            <a:ext cx="19850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Segmental Lean Analysis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93" name=""/>
          <p:cNvSpPr txBox="1"/>
          <p:nvPr/>
        </p:nvSpPr>
        <p:spPr>
          <a:xfrm>
            <a:off x="8016840" y="2226240"/>
            <a:ext cx="8175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Height 168cm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94" name="" descr=""/>
          <p:cNvPicPr/>
          <p:nvPr/>
        </p:nvPicPr>
        <p:blipFill>
          <a:blip r:embed="rId9"/>
          <a:stretch/>
        </p:blipFill>
        <p:spPr>
          <a:xfrm>
            <a:off x="4378320" y="2482560"/>
            <a:ext cx="1118160" cy="2652840"/>
          </a:xfrm>
          <a:prstGeom prst="rect">
            <a:avLst/>
          </a:prstGeom>
          <a:ln w="0">
            <a:noFill/>
          </a:ln>
        </p:spPr>
      </p:pic>
      <p:sp>
        <p:nvSpPr>
          <p:cNvPr id="23495" name=""/>
          <p:cNvSpPr/>
          <p:nvPr/>
        </p:nvSpPr>
        <p:spPr>
          <a:xfrm>
            <a:off x="4439160" y="4984920"/>
            <a:ext cx="942120" cy="295920"/>
          </a:xfrm>
          <a:custGeom>
            <a:avLst/>
            <a:gdLst/>
            <a:ahLst/>
            <a:rect l="0" t="0" r="r" b="b"/>
            <a:pathLst>
              <a:path w="2617" h="822">
                <a:moveTo>
                  <a:pt x="0" y="137"/>
                </a:moveTo>
                <a:cubicBezTo>
                  <a:pt x="0" y="61"/>
                  <a:pt x="62" y="0"/>
                  <a:pt x="137" y="0"/>
                </a:cubicBezTo>
                <a:lnTo>
                  <a:pt x="2481" y="0"/>
                </a:lnTo>
                <a:cubicBezTo>
                  <a:pt x="2556" y="0"/>
                  <a:pt x="2617" y="61"/>
                  <a:pt x="2617" y="137"/>
                </a:cubicBezTo>
                <a:lnTo>
                  <a:pt x="2617" y="685"/>
                </a:lnTo>
                <a:cubicBezTo>
                  <a:pt x="2617" y="761"/>
                  <a:pt x="2556" y="822"/>
                  <a:pt x="2481" y="822"/>
                </a:cubicBezTo>
                <a:lnTo>
                  <a:pt x="137" y="822"/>
                </a:lnTo>
                <a:cubicBezTo>
                  <a:pt x="62" y="822"/>
                  <a:pt x="0" y="761"/>
                  <a:pt x="0" y="685"/>
                </a:cubicBezTo>
                <a:lnTo>
                  <a:pt x="0" y="137"/>
                </a:lnTo>
                <a:close/>
              </a:path>
            </a:pathLst>
          </a:custGeom>
          <a:solidFill>
            <a:srgbClr val="e7e6e6">
              <a:alpha val="42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496" name=""/>
          <p:cNvSpPr txBox="1"/>
          <p:nvPr/>
        </p:nvSpPr>
        <p:spPr>
          <a:xfrm>
            <a:off x="8016840" y="2399760"/>
            <a:ext cx="4032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Age 26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497" name="" descr=""/>
          <p:cNvPicPr/>
          <p:nvPr/>
        </p:nvPicPr>
        <p:blipFill>
          <a:blip r:embed="rId10"/>
          <a:stretch/>
        </p:blipFill>
        <p:spPr>
          <a:xfrm>
            <a:off x="5582520" y="4849200"/>
            <a:ext cx="1438200" cy="822600"/>
          </a:xfrm>
          <a:prstGeom prst="rect">
            <a:avLst/>
          </a:prstGeom>
          <a:ln w="0">
            <a:noFill/>
          </a:ln>
        </p:spPr>
      </p:pic>
      <p:pic>
        <p:nvPicPr>
          <p:cNvPr id="23498" name="" descr=""/>
          <p:cNvPicPr/>
          <p:nvPr/>
        </p:nvPicPr>
        <p:blipFill>
          <a:blip r:embed="rId11"/>
          <a:stretch/>
        </p:blipFill>
        <p:spPr>
          <a:xfrm>
            <a:off x="5585400" y="3407760"/>
            <a:ext cx="1449000" cy="824040"/>
          </a:xfrm>
          <a:prstGeom prst="rect">
            <a:avLst/>
          </a:prstGeom>
          <a:ln w="0">
            <a:noFill/>
          </a:ln>
        </p:spPr>
      </p:pic>
      <p:pic>
        <p:nvPicPr>
          <p:cNvPr id="23499" name="" descr=""/>
          <p:cNvPicPr/>
          <p:nvPr/>
        </p:nvPicPr>
        <p:blipFill>
          <a:blip r:embed="rId12"/>
          <a:stretch/>
        </p:blipFill>
        <p:spPr>
          <a:xfrm>
            <a:off x="5582520" y="1978200"/>
            <a:ext cx="1455120" cy="830160"/>
          </a:xfrm>
          <a:prstGeom prst="rect">
            <a:avLst/>
          </a:prstGeom>
          <a:ln w="0">
            <a:noFill/>
          </a:ln>
        </p:spPr>
      </p:pic>
      <p:sp>
        <p:nvSpPr>
          <p:cNvPr id="23500" name=""/>
          <p:cNvSpPr txBox="1"/>
          <p:nvPr/>
        </p:nvSpPr>
        <p:spPr>
          <a:xfrm>
            <a:off x="4567320" y="5043960"/>
            <a:ext cx="6850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Overweight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01" name=""/>
          <p:cNvSpPr txBox="1"/>
          <p:nvPr/>
        </p:nvSpPr>
        <p:spPr>
          <a:xfrm>
            <a:off x="5871240" y="2873520"/>
            <a:ext cx="890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Strong and Obese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02" name=""/>
          <p:cNvSpPr txBox="1"/>
          <p:nvPr/>
        </p:nvSpPr>
        <p:spPr>
          <a:xfrm>
            <a:off x="5894280" y="4303080"/>
            <a:ext cx="84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Weak and Obese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03" name=""/>
          <p:cNvSpPr txBox="1"/>
          <p:nvPr/>
        </p:nvSpPr>
        <p:spPr>
          <a:xfrm>
            <a:off x="6155280" y="5732640"/>
            <a:ext cx="3283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Strong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04" name=""/>
          <p:cNvSpPr txBox="1"/>
          <p:nvPr/>
        </p:nvSpPr>
        <p:spPr>
          <a:xfrm>
            <a:off x="5739120" y="181404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MalgunGothic"/>
                <a:ea typeface="MalgunGothic"/>
              </a:rPr>
              <a:t>▼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05" name=""/>
          <p:cNvSpPr txBox="1"/>
          <p:nvPr/>
        </p:nvSpPr>
        <p:spPr>
          <a:xfrm>
            <a:off x="6166080" y="181548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바탕"/>
                <a:ea typeface="바탕"/>
              </a:rPr>
              <a:t>▬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06" name=""/>
          <p:cNvSpPr txBox="1"/>
          <p:nvPr/>
        </p:nvSpPr>
        <p:spPr>
          <a:xfrm>
            <a:off x="6688800" y="1814040"/>
            <a:ext cx="112320" cy="13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89" spc="-1" strike="noStrike">
                <a:solidFill>
                  <a:srgbClr val="a9aeb0"/>
                </a:solidFill>
                <a:latin typeface="MalgunGothic"/>
                <a:ea typeface="MalgunGothic"/>
              </a:rPr>
              <a:t>▲</a:t>
            </a:r>
            <a:endParaRPr b="0" lang="en-US" sz="8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0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0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509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510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511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512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513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514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515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16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517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518" name="" descr=""/>
          <p:cNvPicPr/>
          <p:nvPr/>
        </p:nvPicPr>
        <p:blipFill>
          <a:blip r:embed="rId7"/>
          <a:stretch/>
        </p:blipFill>
        <p:spPr>
          <a:xfrm>
            <a:off x="509040" y="2337840"/>
            <a:ext cx="3507840" cy="1964160"/>
          </a:xfrm>
          <a:prstGeom prst="rect">
            <a:avLst/>
          </a:prstGeom>
          <a:ln w="0">
            <a:noFill/>
          </a:ln>
        </p:spPr>
      </p:pic>
      <p:pic>
        <p:nvPicPr>
          <p:cNvPr id="23519" name="" descr=""/>
          <p:cNvPicPr/>
          <p:nvPr/>
        </p:nvPicPr>
        <p:blipFill>
          <a:blip r:embed="rId8"/>
          <a:stretch/>
        </p:blipFill>
        <p:spPr>
          <a:xfrm>
            <a:off x="5239440" y="2209680"/>
            <a:ext cx="1698840" cy="2147040"/>
          </a:xfrm>
          <a:prstGeom prst="rect">
            <a:avLst/>
          </a:prstGeom>
          <a:ln w="0">
            <a:noFill/>
          </a:ln>
        </p:spPr>
      </p:pic>
      <p:sp>
        <p:nvSpPr>
          <p:cNvPr id="23520" name=""/>
          <p:cNvSpPr txBox="1"/>
          <p:nvPr/>
        </p:nvSpPr>
        <p:spPr>
          <a:xfrm>
            <a:off x="599760" y="1446840"/>
            <a:ext cx="19850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Segmental Lean Analysis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21" name=""/>
          <p:cNvSpPr txBox="1"/>
          <p:nvPr/>
        </p:nvSpPr>
        <p:spPr>
          <a:xfrm>
            <a:off x="5332320" y="2050200"/>
            <a:ext cx="13082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InBody270, 370S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22" name=""/>
          <p:cNvSpPr txBox="1"/>
          <p:nvPr/>
        </p:nvSpPr>
        <p:spPr>
          <a:xfrm>
            <a:off x="559440" y="2050200"/>
            <a:ext cx="11984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InBody770, 570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23" name=""/>
          <p:cNvSpPr txBox="1"/>
          <p:nvPr/>
        </p:nvSpPr>
        <p:spPr>
          <a:xfrm>
            <a:off x="2971440" y="5040000"/>
            <a:ext cx="10400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Bottom Bar (%)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24" name=""/>
          <p:cNvSpPr txBox="1"/>
          <p:nvPr/>
        </p:nvSpPr>
        <p:spPr>
          <a:xfrm>
            <a:off x="2971440" y="5245200"/>
            <a:ext cx="14472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25" name=""/>
          <p:cNvSpPr/>
          <p:nvPr/>
        </p:nvSpPr>
        <p:spPr>
          <a:xfrm>
            <a:off x="3845520" y="5390640"/>
            <a:ext cx="1899360" cy="7920"/>
          </a:xfrm>
          <a:custGeom>
            <a:avLst/>
            <a:gdLst/>
            <a:ahLst/>
            <a:rect l="0" t="0" r="r" b="b"/>
            <a:pathLst>
              <a:path w="5276" h="22">
                <a:moveTo>
                  <a:pt x="0" y="0"/>
                </a:moveTo>
                <a:lnTo>
                  <a:pt x="2638" y="0"/>
                </a:lnTo>
                <a:lnTo>
                  <a:pt x="5276" y="0"/>
                </a:lnTo>
                <a:lnTo>
                  <a:pt x="5276" y="22"/>
                </a:lnTo>
                <a:lnTo>
                  <a:pt x="2638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526" name=""/>
          <p:cNvSpPr txBox="1"/>
          <p:nvPr/>
        </p:nvSpPr>
        <p:spPr>
          <a:xfrm>
            <a:off x="3204720" y="5238720"/>
            <a:ext cx="25732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Shows the </a:t>
            </a:r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development of the Muscle in %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27" name=""/>
          <p:cNvSpPr txBox="1"/>
          <p:nvPr/>
        </p:nvSpPr>
        <p:spPr>
          <a:xfrm>
            <a:off x="2971440" y="54198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28" name=""/>
          <p:cNvSpPr txBox="1"/>
          <p:nvPr/>
        </p:nvSpPr>
        <p:spPr>
          <a:xfrm>
            <a:off x="3204720" y="5412960"/>
            <a:ext cx="31860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(Over 100%) enough muscle to endure </a:t>
            </a:r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current weight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29" name=""/>
          <p:cNvSpPr txBox="1"/>
          <p:nvPr/>
        </p:nvSpPr>
        <p:spPr>
          <a:xfrm>
            <a:off x="2971440" y="559188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30" name=""/>
          <p:cNvSpPr txBox="1"/>
          <p:nvPr/>
        </p:nvSpPr>
        <p:spPr>
          <a:xfrm>
            <a:off x="3204720" y="5585040"/>
            <a:ext cx="37162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(Below 100%) need to develop more muscle for </a:t>
            </a:r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current weight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31" name=""/>
          <p:cNvSpPr txBox="1"/>
          <p:nvPr/>
        </p:nvSpPr>
        <p:spPr>
          <a:xfrm>
            <a:off x="2971440" y="4503600"/>
            <a:ext cx="9914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Upper Bar (kg)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32" name=""/>
          <p:cNvSpPr txBox="1"/>
          <p:nvPr/>
        </p:nvSpPr>
        <p:spPr>
          <a:xfrm>
            <a:off x="2971440" y="470916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33" name=""/>
          <p:cNvSpPr/>
          <p:nvPr/>
        </p:nvSpPr>
        <p:spPr>
          <a:xfrm>
            <a:off x="3845520" y="4854240"/>
            <a:ext cx="1382760" cy="7920"/>
          </a:xfrm>
          <a:custGeom>
            <a:avLst/>
            <a:gdLst/>
            <a:ahLst/>
            <a:rect l="0" t="0" r="r" b="b"/>
            <a:pathLst>
              <a:path w="3841" h="22">
                <a:moveTo>
                  <a:pt x="0" y="0"/>
                </a:moveTo>
                <a:lnTo>
                  <a:pt x="1920" y="0"/>
                </a:lnTo>
                <a:lnTo>
                  <a:pt x="3841" y="0"/>
                </a:lnTo>
                <a:lnTo>
                  <a:pt x="3841" y="22"/>
                </a:lnTo>
                <a:lnTo>
                  <a:pt x="1920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534" name=""/>
          <p:cNvSpPr txBox="1"/>
          <p:nvPr/>
        </p:nvSpPr>
        <p:spPr>
          <a:xfrm>
            <a:off x="3204720" y="4702320"/>
            <a:ext cx="2019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Shows the </a:t>
            </a:r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amount of Muscle in kg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3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3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3537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3538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3539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3540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3541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3542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3543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44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45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①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46" name=""/>
          <p:cNvSpPr/>
          <p:nvPr/>
        </p:nvSpPr>
        <p:spPr>
          <a:xfrm>
            <a:off x="4574880" y="3081240"/>
            <a:ext cx="12960" cy="920880"/>
          </a:xfrm>
          <a:custGeom>
            <a:avLst/>
            <a:gdLst/>
            <a:ahLst/>
            <a:rect l="0" t="0" r="r" b="b"/>
            <a:pathLst>
              <a:path w="36" h="2558">
                <a:moveTo>
                  <a:pt x="0" y="2558"/>
                </a:moveTo>
                <a:lnTo>
                  <a:pt x="0" y="0"/>
                </a:lnTo>
                <a:lnTo>
                  <a:pt x="36" y="0"/>
                </a:lnTo>
                <a:lnTo>
                  <a:pt x="36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47" name=""/>
          <p:cNvSpPr/>
          <p:nvPr/>
        </p:nvSpPr>
        <p:spPr>
          <a:xfrm>
            <a:off x="4587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48" name=""/>
          <p:cNvSpPr/>
          <p:nvPr/>
        </p:nvSpPr>
        <p:spPr>
          <a:xfrm>
            <a:off x="4590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49" name=""/>
          <p:cNvSpPr/>
          <p:nvPr/>
        </p:nvSpPr>
        <p:spPr>
          <a:xfrm>
            <a:off x="459360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0" name=""/>
          <p:cNvSpPr/>
          <p:nvPr/>
        </p:nvSpPr>
        <p:spPr>
          <a:xfrm>
            <a:off x="4599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1" name=""/>
          <p:cNvSpPr/>
          <p:nvPr/>
        </p:nvSpPr>
        <p:spPr>
          <a:xfrm>
            <a:off x="4602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2" name=""/>
          <p:cNvSpPr/>
          <p:nvPr/>
        </p:nvSpPr>
        <p:spPr>
          <a:xfrm>
            <a:off x="460620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3" name=""/>
          <p:cNvSpPr/>
          <p:nvPr/>
        </p:nvSpPr>
        <p:spPr>
          <a:xfrm>
            <a:off x="4612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4" name=""/>
          <p:cNvSpPr/>
          <p:nvPr/>
        </p:nvSpPr>
        <p:spPr>
          <a:xfrm>
            <a:off x="46155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5" name=""/>
          <p:cNvSpPr/>
          <p:nvPr/>
        </p:nvSpPr>
        <p:spPr>
          <a:xfrm>
            <a:off x="461844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6" name=""/>
          <p:cNvSpPr/>
          <p:nvPr/>
        </p:nvSpPr>
        <p:spPr>
          <a:xfrm>
            <a:off x="462492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7" name=""/>
          <p:cNvSpPr/>
          <p:nvPr/>
        </p:nvSpPr>
        <p:spPr>
          <a:xfrm>
            <a:off x="46310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8" name=""/>
          <p:cNvSpPr/>
          <p:nvPr/>
        </p:nvSpPr>
        <p:spPr>
          <a:xfrm>
            <a:off x="46342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59" name=""/>
          <p:cNvSpPr/>
          <p:nvPr/>
        </p:nvSpPr>
        <p:spPr>
          <a:xfrm>
            <a:off x="4637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0" name=""/>
          <p:cNvSpPr/>
          <p:nvPr/>
        </p:nvSpPr>
        <p:spPr>
          <a:xfrm>
            <a:off x="4640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1" name=""/>
          <p:cNvSpPr/>
          <p:nvPr/>
        </p:nvSpPr>
        <p:spPr>
          <a:xfrm>
            <a:off x="464364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2" name=""/>
          <p:cNvSpPr/>
          <p:nvPr/>
        </p:nvSpPr>
        <p:spPr>
          <a:xfrm>
            <a:off x="4649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3" name=""/>
          <p:cNvSpPr/>
          <p:nvPr/>
        </p:nvSpPr>
        <p:spPr>
          <a:xfrm>
            <a:off x="46530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4" name=""/>
          <p:cNvSpPr/>
          <p:nvPr/>
        </p:nvSpPr>
        <p:spPr>
          <a:xfrm>
            <a:off x="465588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5" name=""/>
          <p:cNvSpPr/>
          <p:nvPr/>
        </p:nvSpPr>
        <p:spPr>
          <a:xfrm>
            <a:off x="46623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6" name=""/>
          <p:cNvSpPr/>
          <p:nvPr/>
        </p:nvSpPr>
        <p:spPr>
          <a:xfrm>
            <a:off x="4665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7" name=""/>
          <p:cNvSpPr/>
          <p:nvPr/>
        </p:nvSpPr>
        <p:spPr>
          <a:xfrm>
            <a:off x="466848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8" name=""/>
          <p:cNvSpPr/>
          <p:nvPr/>
        </p:nvSpPr>
        <p:spPr>
          <a:xfrm>
            <a:off x="46746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69" name=""/>
          <p:cNvSpPr/>
          <p:nvPr/>
        </p:nvSpPr>
        <p:spPr>
          <a:xfrm>
            <a:off x="4677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0" name=""/>
          <p:cNvSpPr/>
          <p:nvPr/>
        </p:nvSpPr>
        <p:spPr>
          <a:xfrm>
            <a:off x="468108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1" name=""/>
          <p:cNvSpPr/>
          <p:nvPr/>
        </p:nvSpPr>
        <p:spPr>
          <a:xfrm>
            <a:off x="4687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2" name=""/>
          <p:cNvSpPr/>
          <p:nvPr/>
        </p:nvSpPr>
        <p:spPr>
          <a:xfrm>
            <a:off x="46904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3" name=""/>
          <p:cNvSpPr/>
          <p:nvPr/>
        </p:nvSpPr>
        <p:spPr>
          <a:xfrm>
            <a:off x="469332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4" name=""/>
          <p:cNvSpPr/>
          <p:nvPr/>
        </p:nvSpPr>
        <p:spPr>
          <a:xfrm>
            <a:off x="46998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5" name=""/>
          <p:cNvSpPr/>
          <p:nvPr/>
        </p:nvSpPr>
        <p:spPr>
          <a:xfrm>
            <a:off x="47026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6" name=""/>
          <p:cNvSpPr/>
          <p:nvPr/>
        </p:nvSpPr>
        <p:spPr>
          <a:xfrm>
            <a:off x="4705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7" name=""/>
          <p:cNvSpPr/>
          <p:nvPr/>
        </p:nvSpPr>
        <p:spPr>
          <a:xfrm>
            <a:off x="47091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8" name=""/>
          <p:cNvSpPr/>
          <p:nvPr/>
        </p:nvSpPr>
        <p:spPr>
          <a:xfrm>
            <a:off x="471204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79" name=""/>
          <p:cNvSpPr/>
          <p:nvPr/>
        </p:nvSpPr>
        <p:spPr>
          <a:xfrm>
            <a:off x="47185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0" name=""/>
          <p:cNvSpPr/>
          <p:nvPr/>
        </p:nvSpPr>
        <p:spPr>
          <a:xfrm>
            <a:off x="472140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1" name=""/>
          <p:cNvSpPr/>
          <p:nvPr/>
        </p:nvSpPr>
        <p:spPr>
          <a:xfrm>
            <a:off x="4724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2" name=""/>
          <p:cNvSpPr/>
          <p:nvPr/>
        </p:nvSpPr>
        <p:spPr>
          <a:xfrm>
            <a:off x="47278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3" name=""/>
          <p:cNvSpPr/>
          <p:nvPr/>
        </p:nvSpPr>
        <p:spPr>
          <a:xfrm>
            <a:off x="4730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4" name=""/>
          <p:cNvSpPr/>
          <p:nvPr/>
        </p:nvSpPr>
        <p:spPr>
          <a:xfrm>
            <a:off x="4734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5" name=""/>
          <p:cNvSpPr/>
          <p:nvPr/>
        </p:nvSpPr>
        <p:spPr>
          <a:xfrm>
            <a:off x="473724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6" name=""/>
          <p:cNvSpPr/>
          <p:nvPr/>
        </p:nvSpPr>
        <p:spPr>
          <a:xfrm>
            <a:off x="4743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7" name=""/>
          <p:cNvSpPr/>
          <p:nvPr/>
        </p:nvSpPr>
        <p:spPr>
          <a:xfrm>
            <a:off x="47466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8" name=""/>
          <p:cNvSpPr/>
          <p:nvPr/>
        </p:nvSpPr>
        <p:spPr>
          <a:xfrm>
            <a:off x="474948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89" name=""/>
          <p:cNvSpPr/>
          <p:nvPr/>
        </p:nvSpPr>
        <p:spPr>
          <a:xfrm>
            <a:off x="47559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0" name=""/>
          <p:cNvSpPr/>
          <p:nvPr/>
        </p:nvSpPr>
        <p:spPr>
          <a:xfrm>
            <a:off x="475884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1" name=""/>
          <p:cNvSpPr/>
          <p:nvPr/>
        </p:nvSpPr>
        <p:spPr>
          <a:xfrm>
            <a:off x="4762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2" name=""/>
          <p:cNvSpPr/>
          <p:nvPr/>
        </p:nvSpPr>
        <p:spPr>
          <a:xfrm>
            <a:off x="47653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3" name=""/>
          <p:cNvSpPr/>
          <p:nvPr/>
        </p:nvSpPr>
        <p:spPr>
          <a:xfrm>
            <a:off x="4768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4" name=""/>
          <p:cNvSpPr/>
          <p:nvPr/>
        </p:nvSpPr>
        <p:spPr>
          <a:xfrm>
            <a:off x="4771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5" name=""/>
          <p:cNvSpPr/>
          <p:nvPr/>
        </p:nvSpPr>
        <p:spPr>
          <a:xfrm>
            <a:off x="47746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6" name=""/>
          <p:cNvSpPr/>
          <p:nvPr/>
        </p:nvSpPr>
        <p:spPr>
          <a:xfrm>
            <a:off x="4777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7" name=""/>
          <p:cNvSpPr/>
          <p:nvPr/>
        </p:nvSpPr>
        <p:spPr>
          <a:xfrm>
            <a:off x="4780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8" name=""/>
          <p:cNvSpPr/>
          <p:nvPr/>
        </p:nvSpPr>
        <p:spPr>
          <a:xfrm>
            <a:off x="47840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599" name=""/>
          <p:cNvSpPr/>
          <p:nvPr/>
        </p:nvSpPr>
        <p:spPr>
          <a:xfrm>
            <a:off x="4786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0" name=""/>
          <p:cNvSpPr/>
          <p:nvPr/>
        </p:nvSpPr>
        <p:spPr>
          <a:xfrm>
            <a:off x="4790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1" name=""/>
          <p:cNvSpPr/>
          <p:nvPr/>
        </p:nvSpPr>
        <p:spPr>
          <a:xfrm>
            <a:off x="47934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2" name=""/>
          <p:cNvSpPr/>
          <p:nvPr/>
        </p:nvSpPr>
        <p:spPr>
          <a:xfrm>
            <a:off x="479628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3" name=""/>
          <p:cNvSpPr/>
          <p:nvPr/>
        </p:nvSpPr>
        <p:spPr>
          <a:xfrm>
            <a:off x="4799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4" name=""/>
          <p:cNvSpPr/>
          <p:nvPr/>
        </p:nvSpPr>
        <p:spPr>
          <a:xfrm>
            <a:off x="48027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5" name=""/>
          <p:cNvSpPr/>
          <p:nvPr/>
        </p:nvSpPr>
        <p:spPr>
          <a:xfrm>
            <a:off x="480564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6" name=""/>
          <p:cNvSpPr/>
          <p:nvPr/>
        </p:nvSpPr>
        <p:spPr>
          <a:xfrm>
            <a:off x="48121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7" name=""/>
          <p:cNvSpPr/>
          <p:nvPr/>
        </p:nvSpPr>
        <p:spPr>
          <a:xfrm>
            <a:off x="4815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6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8" name=""/>
          <p:cNvSpPr/>
          <p:nvPr/>
        </p:nvSpPr>
        <p:spPr>
          <a:xfrm>
            <a:off x="4818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09" name=""/>
          <p:cNvSpPr/>
          <p:nvPr/>
        </p:nvSpPr>
        <p:spPr>
          <a:xfrm>
            <a:off x="4821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0" name=""/>
          <p:cNvSpPr/>
          <p:nvPr/>
        </p:nvSpPr>
        <p:spPr>
          <a:xfrm>
            <a:off x="482436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1e4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1" name=""/>
          <p:cNvSpPr/>
          <p:nvPr/>
        </p:nvSpPr>
        <p:spPr>
          <a:xfrm>
            <a:off x="48308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2" name=""/>
          <p:cNvSpPr/>
          <p:nvPr/>
        </p:nvSpPr>
        <p:spPr>
          <a:xfrm>
            <a:off x="483372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2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3" name=""/>
          <p:cNvSpPr/>
          <p:nvPr/>
        </p:nvSpPr>
        <p:spPr>
          <a:xfrm>
            <a:off x="4836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4" name=""/>
          <p:cNvSpPr/>
          <p:nvPr/>
        </p:nvSpPr>
        <p:spPr>
          <a:xfrm>
            <a:off x="48402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1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5" name=""/>
          <p:cNvSpPr/>
          <p:nvPr/>
        </p:nvSpPr>
        <p:spPr>
          <a:xfrm>
            <a:off x="484308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fe0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6" name=""/>
          <p:cNvSpPr/>
          <p:nvPr/>
        </p:nvSpPr>
        <p:spPr>
          <a:xfrm>
            <a:off x="4849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f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7" name=""/>
          <p:cNvSpPr/>
          <p:nvPr/>
        </p:nvSpPr>
        <p:spPr>
          <a:xfrm>
            <a:off x="4852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e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8" name=""/>
          <p:cNvSpPr/>
          <p:nvPr/>
        </p:nvSpPr>
        <p:spPr>
          <a:xfrm>
            <a:off x="48556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19" name=""/>
          <p:cNvSpPr/>
          <p:nvPr/>
        </p:nvSpPr>
        <p:spPr>
          <a:xfrm>
            <a:off x="4858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0" name=""/>
          <p:cNvSpPr/>
          <p:nvPr/>
        </p:nvSpPr>
        <p:spPr>
          <a:xfrm>
            <a:off x="4861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ddc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1" name=""/>
          <p:cNvSpPr/>
          <p:nvPr/>
        </p:nvSpPr>
        <p:spPr>
          <a:xfrm>
            <a:off x="48650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ddb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2" name=""/>
          <p:cNvSpPr/>
          <p:nvPr/>
        </p:nvSpPr>
        <p:spPr>
          <a:xfrm>
            <a:off x="4867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3" name=""/>
          <p:cNvSpPr/>
          <p:nvPr/>
        </p:nvSpPr>
        <p:spPr>
          <a:xfrm>
            <a:off x="487116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4" name=""/>
          <p:cNvSpPr/>
          <p:nvPr/>
        </p:nvSpPr>
        <p:spPr>
          <a:xfrm>
            <a:off x="48744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b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5" name=""/>
          <p:cNvSpPr/>
          <p:nvPr/>
        </p:nvSpPr>
        <p:spPr>
          <a:xfrm>
            <a:off x="4877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bd8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6" name=""/>
          <p:cNvSpPr/>
          <p:nvPr/>
        </p:nvSpPr>
        <p:spPr>
          <a:xfrm>
            <a:off x="4880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7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7" name=""/>
          <p:cNvSpPr/>
          <p:nvPr/>
        </p:nvSpPr>
        <p:spPr>
          <a:xfrm>
            <a:off x="48837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6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8" name=""/>
          <p:cNvSpPr/>
          <p:nvPr/>
        </p:nvSpPr>
        <p:spPr>
          <a:xfrm>
            <a:off x="4886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5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29" name=""/>
          <p:cNvSpPr/>
          <p:nvPr/>
        </p:nvSpPr>
        <p:spPr>
          <a:xfrm>
            <a:off x="48898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0" name=""/>
          <p:cNvSpPr/>
          <p:nvPr/>
        </p:nvSpPr>
        <p:spPr>
          <a:xfrm>
            <a:off x="48931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9d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1" name=""/>
          <p:cNvSpPr/>
          <p:nvPr/>
        </p:nvSpPr>
        <p:spPr>
          <a:xfrm>
            <a:off x="4896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9d3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2" name=""/>
          <p:cNvSpPr/>
          <p:nvPr/>
        </p:nvSpPr>
        <p:spPr>
          <a:xfrm>
            <a:off x="4899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8d2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3" name=""/>
          <p:cNvSpPr/>
          <p:nvPr/>
        </p:nvSpPr>
        <p:spPr>
          <a:xfrm>
            <a:off x="4902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8d1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4" name=""/>
          <p:cNvSpPr/>
          <p:nvPr/>
        </p:nvSpPr>
        <p:spPr>
          <a:xfrm>
            <a:off x="4905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7d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5" name=""/>
          <p:cNvSpPr/>
          <p:nvPr/>
        </p:nvSpPr>
        <p:spPr>
          <a:xfrm>
            <a:off x="490860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7c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6" name=""/>
          <p:cNvSpPr/>
          <p:nvPr/>
        </p:nvSpPr>
        <p:spPr>
          <a:xfrm>
            <a:off x="49118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6ce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7" name=""/>
          <p:cNvSpPr/>
          <p:nvPr/>
        </p:nvSpPr>
        <p:spPr>
          <a:xfrm>
            <a:off x="4914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6cd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8" name=""/>
          <p:cNvSpPr/>
          <p:nvPr/>
        </p:nvSpPr>
        <p:spPr>
          <a:xfrm>
            <a:off x="4917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5c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39" name=""/>
          <p:cNvSpPr/>
          <p:nvPr/>
        </p:nvSpPr>
        <p:spPr>
          <a:xfrm>
            <a:off x="49212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5c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0" name=""/>
          <p:cNvSpPr/>
          <p:nvPr/>
        </p:nvSpPr>
        <p:spPr>
          <a:xfrm>
            <a:off x="4924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1" name=""/>
          <p:cNvSpPr/>
          <p:nvPr/>
        </p:nvSpPr>
        <p:spPr>
          <a:xfrm>
            <a:off x="4927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2" name=""/>
          <p:cNvSpPr/>
          <p:nvPr/>
        </p:nvSpPr>
        <p:spPr>
          <a:xfrm>
            <a:off x="49305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3" name=""/>
          <p:cNvSpPr/>
          <p:nvPr/>
        </p:nvSpPr>
        <p:spPr>
          <a:xfrm>
            <a:off x="4933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4" name=""/>
          <p:cNvSpPr/>
          <p:nvPr/>
        </p:nvSpPr>
        <p:spPr>
          <a:xfrm>
            <a:off x="49366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3c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5" name=""/>
          <p:cNvSpPr/>
          <p:nvPr/>
        </p:nvSpPr>
        <p:spPr>
          <a:xfrm>
            <a:off x="49399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3c5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6" name=""/>
          <p:cNvSpPr/>
          <p:nvPr/>
        </p:nvSpPr>
        <p:spPr>
          <a:xfrm>
            <a:off x="4942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2c4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7" name=""/>
          <p:cNvSpPr/>
          <p:nvPr/>
        </p:nvSpPr>
        <p:spPr>
          <a:xfrm>
            <a:off x="494604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2c3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8" name=""/>
          <p:cNvSpPr/>
          <p:nvPr/>
        </p:nvSpPr>
        <p:spPr>
          <a:xfrm>
            <a:off x="49492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1c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49" name=""/>
          <p:cNvSpPr/>
          <p:nvPr/>
        </p:nvSpPr>
        <p:spPr>
          <a:xfrm>
            <a:off x="4952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1c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0" name=""/>
          <p:cNvSpPr/>
          <p:nvPr/>
        </p:nvSpPr>
        <p:spPr>
          <a:xfrm>
            <a:off x="4955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0c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1" name=""/>
          <p:cNvSpPr/>
          <p:nvPr/>
        </p:nvSpPr>
        <p:spPr>
          <a:xfrm>
            <a:off x="49586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0b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2" name=""/>
          <p:cNvSpPr/>
          <p:nvPr/>
        </p:nvSpPr>
        <p:spPr>
          <a:xfrm>
            <a:off x="4961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fb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3" name=""/>
          <p:cNvSpPr/>
          <p:nvPr/>
        </p:nvSpPr>
        <p:spPr>
          <a:xfrm>
            <a:off x="4964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fb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4" name=""/>
          <p:cNvSpPr/>
          <p:nvPr/>
        </p:nvSpPr>
        <p:spPr>
          <a:xfrm>
            <a:off x="49680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ebc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5" name=""/>
          <p:cNvSpPr/>
          <p:nvPr/>
        </p:nvSpPr>
        <p:spPr>
          <a:xfrm>
            <a:off x="49708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ebb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6" name=""/>
          <p:cNvSpPr/>
          <p:nvPr/>
        </p:nvSpPr>
        <p:spPr>
          <a:xfrm>
            <a:off x="49741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dba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7" name=""/>
          <p:cNvSpPr/>
          <p:nvPr/>
        </p:nvSpPr>
        <p:spPr>
          <a:xfrm>
            <a:off x="49773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db9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8" name=""/>
          <p:cNvSpPr/>
          <p:nvPr/>
        </p:nvSpPr>
        <p:spPr>
          <a:xfrm>
            <a:off x="4980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cb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59" name=""/>
          <p:cNvSpPr/>
          <p:nvPr/>
        </p:nvSpPr>
        <p:spPr>
          <a:xfrm>
            <a:off x="498348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cb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0" name=""/>
          <p:cNvSpPr/>
          <p:nvPr/>
        </p:nvSpPr>
        <p:spPr>
          <a:xfrm>
            <a:off x="49867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bb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1" name=""/>
          <p:cNvSpPr/>
          <p:nvPr/>
        </p:nvSpPr>
        <p:spPr>
          <a:xfrm>
            <a:off x="49896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bb4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2" name=""/>
          <p:cNvSpPr/>
          <p:nvPr/>
        </p:nvSpPr>
        <p:spPr>
          <a:xfrm>
            <a:off x="4992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ab3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3" name=""/>
          <p:cNvSpPr/>
          <p:nvPr/>
        </p:nvSpPr>
        <p:spPr>
          <a:xfrm>
            <a:off x="49960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ab2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4" name=""/>
          <p:cNvSpPr/>
          <p:nvPr/>
        </p:nvSpPr>
        <p:spPr>
          <a:xfrm>
            <a:off x="4998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9b0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5" name=""/>
          <p:cNvSpPr/>
          <p:nvPr/>
        </p:nvSpPr>
        <p:spPr>
          <a:xfrm>
            <a:off x="5002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9af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6" name=""/>
          <p:cNvSpPr/>
          <p:nvPr/>
        </p:nvSpPr>
        <p:spPr>
          <a:xfrm>
            <a:off x="50054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8ae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7" name=""/>
          <p:cNvSpPr/>
          <p:nvPr/>
        </p:nvSpPr>
        <p:spPr>
          <a:xfrm>
            <a:off x="5008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8a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8" name=""/>
          <p:cNvSpPr/>
          <p:nvPr/>
        </p:nvSpPr>
        <p:spPr>
          <a:xfrm>
            <a:off x="5011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7a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69" name=""/>
          <p:cNvSpPr/>
          <p:nvPr/>
        </p:nvSpPr>
        <p:spPr>
          <a:xfrm>
            <a:off x="50148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7a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0" name=""/>
          <p:cNvSpPr/>
          <p:nvPr/>
        </p:nvSpPr>
        <p:spPr>
          <a:xfrm>
            <a:off x="50176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6a9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1" name=""/>
          <p:cNvSpPr/>
          <p:nvPr/>
        </p:nvSpPr>
        <p:spPr>
          <a:xfrm>
            <a:off x="502092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6a8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2" name=""/>
          <p:cNvSpPr/>
          <p:nvPr/>
        </p:nvSpPr>
        <p:spPr>
          <a:xfrm>
            <a:off x="50241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5a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3" name=""/>
          <p:cNvSpPr/>
          <p:nvPr/>
        </p:nvSpPr>
        <p:spPr>
          <a:xfrm>
            <a:off x="50270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5a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4" name=""/>
          <p:cNvSpPr/>
          <p:nvPr/>
        </p:nvSpPr>
        <p:spPr>
          <a:xfrm>
            <a:off x="5030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4a4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5" name=""/>
          <p:cNvSpPr/>
          <p:nvPr/>
        </p:nvSpPr>
        <p:spPr>
          <a:xfrm>
            <a:off x="50335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4a3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6" name=""/>
          <p:cNvSpPr/>
          <p:nvPr/>
        </p:nvSpPr>
        <p:spPr>
          <a:xfrm>
            <a:off x="5036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a2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7" name=""/>
          <p:cNvSpPr/>
          <p:nvPr/>
        </p:nvSpPr>
        <p:spPr>
          <a:xfrm>
            <a:off x="5039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a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8" name=""/>
          <p:cNvSpPr/>
          <p:nvPr/>
        </p:nvSpPr>
        <p:spPr>
          <a:xfrm>
            <a:off x="50428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9f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79" name=""/>
          <p:cNvSpPr/>
          <p:nvPr/>
        </p:nvSpPr>
        <p:spPr>
          <a:xfrm>
            <a:off x="5045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9e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0" name=""/>
          <p:cNvSpPr/>
          <p:nvPr/>
        </p:nvSpPr>
        <p:spPr>
          <a:xfrm>
            <a:off x="5049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29d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1" name=""/>
          <p:cNvSpPr/>
          <p:nvPr/>
        </p:nvSpPr>
        <p:spPr>
          <a:xfrm>
            <a:off x="50522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29c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2" name=""/>
          <p:cNvSpPr/>
          <p:nvPr/>
        </p:nvSpPr>
        <p:spPr>
          <a:xfrm>
            <a:off x="50551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19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3" name=""/>
          <p:cNvSpPr/>
          <p:nvPr/>
        </p:nvSpPr>
        <p:spPr>
          <a:xfrm>
            <a:off x="505836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19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4" name=""/>
          <p:cNvSpPr/>
          <p:nvPr/>
        </p:nvSpPr>
        <p:spPr>
          <a:xfrm>
            <a:off x="50616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09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5" name=""/>
          <p:cNvSpPr/>
          <p:nvPr/>
        </p:nvSpPr>
        <p:spPr>
          <a:xfrm>
            <a:off x="50644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09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6" name=""/>
          <p:cNvSpPr/>
          <p:nvPr/>
        </p:nvSpPr>
        <p:spPr>
          <a:xfrm>
            <a:off x="5067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f95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7" name=""/>
          <p:cNvSpPr/>
          <p:nvPr/>
        </p:nvSpPr>
        <p:spPr>
          <a:xfrm>
            <a:off x="50709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f94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8" name=""/>
          <p:cNvSpPr/>
          <p:nvPr/>
        </p:nvSpPr>
        <p:spPr>
          <a:xfrm>
            <a:off x="5073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e92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89" name=""/>
          <p:cNvSpPr/>
          <p:nvPr/>
        </p:nvSpPr>
        <p:spPr>
          <a:xfrm>
            <a:off x="5077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e91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90" name=""/>
          <p:cNvSpPr/>
          <p:nvPr/>
        </p:nvSpPr>
        <p:spPr>
          <a:xfrm>
            <a:off x="50803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d90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91" name=""/>
          <p:cNvSpPr/>
          <p:nvPr/>
        </p:nvSpPr>
        <p:spPr>
          <a:xfrm>
            <a:off x="5083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d8f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92" name=""/>
          <p:cNvSpPr/>
          <p:nvPr/>
        </p:nvSpPr>
        <p:spPr>
          <a:xfrm>
            <a:off x="5086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c8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93" name=""/>
          <p:cNvSpPr/>
          <p:nvPr/>
        </p:nvSpPr>
        <p:spPr>
          <a:xfrm>
            <a:off x="50896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c8c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94" name=""/>
          <p:cNvSpPr/>
          <p:nvPr/>
        </p:nvSpPr>
        <p:spPr>
          <a:xfrm>
            <a:off x="5092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b8b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95" name=""/>
          <p:cNvSpPr/>
          <p:nvPr/>
        </p:nvSpPr>
        <p:spPr>
          <a:xfrm>
            <a:off x="509580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b8a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696" name=""/>
          <p:cNvSpPr/>
          <p:nvPr/>
        </p:nvSpPr>
        <p:spPr>
          <a:xfrm>
            <a:off x="50990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a8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697" name=""/>
          <p:cNvSpPr/>
          <p:nvPr/>
        </p:nvSpPr>
        <p:spPr>
          <a:xfrm>
            <a:off x="5101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a8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698" name=""/>
          <p:cNvSpPr/>
          <p:nvPr/>
        </p:nvSpPr>
        <p:spPr>
          <a:xfrm>
            <a:off x="5105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699" name=""/>
          <p:cNvSpPr/>
          <p:nvPr/>
        </p:nvSpPr>
        <p:spPr>
          <a:xfrm>
            <a:off x="51084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0" name=""/>
          <p:cNvSpPr/>
          <p:nvPr/>
        </p:nvSpPr>
        <p:spPr>
          <a:xfrm>
            <a:off x="5111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1" name=""/>
          <p:cNvSpPr/>
          <p:nvPr/>
        </p:nvSpPr>
        <p:spPr>
          <a:xfrm>
            <a:off x="5114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2" name=""/>
          <p:cNvSpPr/>
          <p:nvPr/>
        </p:nvSpPr>
        <p:spPr>
          <a:xfrm>
            <a:off x="51177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880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3" name=""/>
          <p:cNvSpPr/>
          <p:nvPr/>
        </p:nvSpPr>
        <p:spPr>
          <a:xfrm>
            <a:off x="5120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87f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4" name=""/>
          <p:cNvSpPr/>
          <p:nvPr/>
        </p:nvSpPr>
        <p:spPr>
          <a:xfrm>
            <a:off x="51238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77d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5" name=""/>
          <p:cNvSpPr/>
          <p:nvPr/>
        </p:nvSpPr>
        <p:spPr>
          <a:xfrm>
            <a:off x="51271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77c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6" name=""/>
          <p:cNvSpPr/>
          <p:nvPr/>
        </p:nvSpPr>
        <p:spPr>
          <a:xfrm>
            <a:off x="5130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67b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7" name=""/>
          <p:cNvSpPr/>
          <p:nvPr/>
        </p:nvSpPr>
        <p:spPr>
          <a:xfrm>
            <a:off x="513324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67a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8" name=""/>
          <p:cNvSpPr/>
          <p:nvPr/>
        </p:nvSpPr>
        <p:spPr>
          <a:xfrm>
            <a:off x="5136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8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09" name=""/>
          <p:cNvSpPr/>
          <p:nvPr/>
        </p:nvSpPr>
        <p:spPr>
          <a:xfrm>
            <a:off x="5139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7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0" name=""/>
          <p:cNvSpPr/>
          <p:nvPr/>
        </p:nvSpPr>
        <p:spPr>
          <a:xfrm>
            <a:off x="51426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1" name=""/>
          <p:cNvSpPr/>
          <p:nvPr/>
        </p:nvSpPr>
        <p:spPr>
          <a:xfrm>
            <a:off x="51458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2" name=""/>
          <p:cNvSpPr/>
          <p:nvPr/>
        </p:nvSpPr>
        <p:spPr>
          <a:xfrm>
            <a:off x="5148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47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3" name=""/>
          <p:cNvSpPr/>
          <p:nvPr/>
        </p:nvSpPr>
        <p:spPr>
          <a:xfrm>
            <a:off x="5151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47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4" name=""/>
          <p:cNvSpPr/>
          <p:nvPr/>
        </p:nvSpPr>
        <p:spPr>
          <a:xfrm>
            <a:off x="51552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370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5" name=""/>
          <p:cNvSpPr/>
          <p:nvPr/>
        </p:nvSpPr>
        <p:spPr>
          <a:xfrm>
            <a:off x="5158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36f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6" name=""/>
          <p:cNvSpPr/>
          <p:nvPr/>
        </p:nvSpPr>
        <p:spPr>
          <a:xfrm>
            <a:off x="5161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7" name=""/>
          <p:cNvSpPr/>
          <p:nvPr/>
        </p:nvSpPr>
        <p:spPr>
          <a:xfrm>
            <a:off x="51645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c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8" name=""/>
          <p:cNvSpPr/>
          <p:nvPr/>
        </p:nvSpPr>
        <p:spPr>
          <a:xfrm>
            <a:off x="5167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b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19" name=""/>
          <p:cNvSpPr/>
          <p:nvPr/>
        </p:nvSpPr>
        <p:spPr>
          <a:xfrm>
            <a:off x="517068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a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0" name=""/>
          <p:cNvSpPr/>
          <p:nvPr/>
        </p:nvSpPr>
        <p:spPr>
          <a:xfrm>
            <a:off x="51739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168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1" name=""/>
          <p:cNvSpPr/>
          <p:nvPr/>
        </p:nvSpPr>
        <p:spPr>
          <a:xfrm>
            <a:off x="5176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167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2" name=""/>
          <p:cNvSpPr/>
          <p:nvPr/>
        </p:nvSpPr>
        <p:spPr>
          <a:xfrm>
            <a:off x="51800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5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3" name=""/>
          <p:cNvSpPr/>
          <p:nvPr/>
        </p:nvSpPr>
        <p:spPr>
          <a:xfrm>
            <a:off x="51832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4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4" name=""/>
          <p:cNvSpPr/>
          <p:nvPr/>
        </p:nvSpPr>
        <p:spPr>
          <a:xfrm>
            <a:off x="5186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3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5" name=""/>
          <p:cNvSpPr/>
          <p:nvPr/>
        </p:nvSpPr>
        <p:spPr>
          <a:xfrm>
            <a:off x="5189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2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6" name=""/>
          <p:cNvSpPr/>
          <p:nvPr/>
        </p:nvSpPr>
        <p:spPr>
          <a:xfrm>
            <a:off x="51926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60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7" name=""/>
          <p:cNvSpPr/>
          <p:nvPr/>
        </p:nvSpPr>
        <p:spPr>
          <a:xfrm>
            <a:off x="5195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f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8" name=""/>
          <p:cNvSpPr/>
          <p:nvPr/>
        </p:nvSpPr>
        <p:spPr>
          <a:xfrm>
            <a:off x="5198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e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29" name=""/>
          <p:cNvSpPr/>
          <p:nvPr/>
        </p:nvSpPr>
        <p:spPr>
          <a:xfrm>
            <a:off x="52020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d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0" name=""/>
          <p:cNvSpPr/>
          <p:nvPr/>
        </p:nvSpPr>
        <p:spPr>
          <a:xfrm>
            <a:off x="52048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e5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1" name=""/>
          <p:cNvSpPr/>
          <p:nvPr/>
        </p:nvSpPr>
        <p:spPr>
          <a:xfrm>
            <a:off x="520812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e5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2" name=""/>
          <p:cNvSpPr/>
          <p:nvPr/>
        </p:nvSpPr>
        <p:spPr>
          <a:xfrm>
            <a:off x="52113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3" name=""/>
          <p:cNvSpPr/>
          <p:nvPr/>
        </p:nvSpPr>
        <p:spPr>
          <a:xfrm>
            <a:off x="5214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4" name=""/>
          <p:cNvSpPr/>
          <p:nvPr/>
        </p:nvSpPr>
        <p:spPr>
          <a:xfrm>
            <a:off x="52174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5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5" name=""/>
          <p:cNvSpPr/>
          <p:nvPr/>
        </p:nvSpPr>
        <p:spPr>
          <a:xfrm>
            <a:off x="52207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4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6" name=""/>
          <p:cNvSpPr/>
          <p:nvPr/>
        </p:nvSpPr>
        <p:spPr>
          <a:xfrm>
            <a:off x="52236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3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7" name=""/>
          <p:cNvSpPr/>
          <p:nvPr/>
        </p:nvSpPr>
        <p:spPr>
          <a:xfrm>
            <a:off x="5226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2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8" name=""/>
          <p:cNvSpPr/>
          <p:nvPr/>
        </p:nvSpPr>
        <p:spPr>
          <a:xfrm>
            <a:off x="52300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0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39" name=""/>
          <p:cNvSpPr/>
          <p:nvPr/>
        </p:nvSpPr>
        <p:spPr>
          <a:xfrm>
            <a:off x="5232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4f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0" name=""/>
          <p:cNvSpPr/>
          <p:nvPr/>
        </p:nvSpPr>
        <p:spPr>
          <a:xfrm>
            <a:off x="5236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1" name=""/>
          <p:cNvSpPr/>
          <p:nvPr/>
        </p:nvSpPr>
        <p:spPr>
          <a:xfrm>
            <a:off x="52394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d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2" name=""/>
          <p:cNvSpPr/>
          <p:nvPr/>
        </p:nvSpPr>
        <p:spPr>
          <a:xfrm>
            <a:off x="5242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b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3" name=""/>
          <p:cNvSpPr/>
          <p:nvPr/>
        </p:nvSpPr>
        <p:spPr>
          <a:xfrm>
            <a:off x="524556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a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4" name=""/>
          <p:cNvSpPr/>
          <p:nvPr/>
        </p:nvSpPr>
        <p:spPr>
          <a:xfrm>
            <a:off x="52488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5" name=""/>
          <p:cNvSpPr/>
          <p:nvPr/>
        </p:nvSpPr>
        <p:spPr>
          <a:xfrm>
            <a:off x="52516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6" name=""/>
          <p:cNvSpPr/>
          <p:nvPr/>
        </p:nvSpPr>
        <p:spPr>
          <a:xfrm>
            <a:off x="5254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7" name=""/>
          <p:cNvSpPr/>
          <p:nvPr/>
        </p:nvSpPr>
        <p:spPr>
          <a:xfrm>
            <a:off x="52581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8" name=""/>
          <p:cNvSpPr/>
          <p:nvPr/>
        </p:nvSpPr>
        <p:spPr>
          <a:xfrm>
            <a:off x="52610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49" name=""/>
          <p:cNvSpPr/>
          <p:nvPr/>
        </p:nvSpPr>
        <p:spPr>
          <a:xfrm>
            <a:off x="5264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0" name=""/>
          <p:cNvSpPr/>
          <p:nvPr/>
        </p:nvSpPr>
        <p:spPr>
          <a:xfrm>
            <a:off x="52675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40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1" name=""/>
          <p:cNvSpPr/>
          <p:nvPr/>
        </p:nvSpPr>
        <p:spPr>
          <a:xfrm>
            <a:off x="5270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f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2" name=""/>
          <p:cNvSpPr/>
          <p:nvPr/>
        </p:nvSpPr>
        <p:spPr>
          <a:xfrm>
            <a:off x="5273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e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3" name=""/>
          <p:cNvSpPr/>
          <p:nvPr/>
        </p:nvSpPr>
        <p:spPr>
          <a:xfrm>
            <a:off x="52768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d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4" name=""/>
          <p:cNvSpPr/>
          <p:nvPr/>
        </p:nvSpPr>
        <p:spPr>
          <a:xfrm>
            <a:off x="5279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b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5" name=""/>
          <p:cNvSpPr/>
          <p:nvPr/>
        </p:nvSpPr>
        <p:spPr>
          <a:xfrm>
            <a:off x="528300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a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6" name=""/>
          <p:cNvSpPr/>
          <p:nvPr/>
        </p:nvSpPr>
        <p:spPr>
          <a:xfrm>
            <a:off x="52862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9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7" name=""/>
          <p:cNvSpPr/>
          <p:nvPr/>
        </p:nvSpPr>
        <p:spPr>
          <a:xfrm>
            <a:off x="52891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8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8" name=""/>
          <p:cNvSpPr/>
          <p:nvPr/>
        </p:nvSpPr>
        <p:spPr>
          <a:xfrm>
            <a:off x="5292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6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59" name=""/>
          <p:cNvSpPr/>
          <p:nvPr/>
        </p:nvSpPr>
        <p:spPr>
          <a:xfrm>
            <a:off x="52956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5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0" name=""/>
          <p:cNvSpPr/>
          <p:nvPr/>
        </p:nvSpPr>
        <p:spPr>
          <a:xfrm>
            <a:off x="52984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3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1" name=""/>
          <p:cNvSpPr/>
          <p:nvPr/>
        </p:nvSpPr>
        <p:spPr>
          <a:xfrm>
            <a:off x="5301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2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2" name=""/>
          <p:cNvSpPr/>
          <p:nvPr/>
        </p:nvSpPr>
        <p:spPr>
          <a:xfrm>
            <a:off x="53049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3" name=""/>
          <p:cNvSpPr/>
          <p:nvPr/>
        </p:nvSpPr>
        <p:spPr>
          <a:xfrm>
            <a:off x="5307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4" name=""/>
          <p:cNvSpPr/>
          <p:nvPr/>
        </p:nvSpPr>
        <p:spPr>
          <a:xfrm>
            <a:off x="5311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e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5" name=""/>
          <p:cNvSpPr/>
          <p:nvPr/>
        </p:nvSpPr>
        <p:spPr>
          <a:xfrm>
            <a:off x="53143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d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6" name=""/>
          <p:cNvSpPr/>
          <p:nvPr/>
        </p:nvSpPr>
        <p:spPr>
          <a:xfrm>
            <a:off x="5317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b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7" name=""/>
          <p:cNvSpPr/>
          <p:nvPr/>
        </p:nvSpPr>
        <p:spPr>
          <a:xfrm>
            <a:off x="532044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a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8" name=""/>
          <p:cNvSpPr/>
          <p:nvPr/>
        </p:nvSpPr>
        <p:spPr>
          <a:xfrm>
            <a:off x="53236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8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69" name=""/>
          <p:cNvSpPr/>
          <p:nvPr/>
        </p:nvSpPr>
        <p:spPr>
          <a:xfrm>
            <a:off x="5326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7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0" name=""/>
          <p:cNvSpPr/>
          <p:nvPr/>
        </p:nvSpPr>
        <p:spPr>
          <a:xfrm>
            <a:off x="5329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5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1" name=""/>
          <p:cNvSpPr/>
          <p:nvPr/>
        </p:nvSpPr>
        <p:spPr>
          <a:xfrm>
            <a:off x="53330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4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2" name=""/>
          <p:cNvSpPr/>
          <p:nvPr/>
        </p:nvSpPr>
        <p:spPr>
          <a:xfrm>
            <a:off x="5335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2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3" name=""/>
          <p:cNvSpPr/>
          <p:nvPr/>
        </p:nvSpPr>
        <p:spPr>
          <a:xfrm>
            <a:off x="5339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0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4" name=""/>
          <p:cNvSpPr/>
          <p:nvPr/>
        </p:nvSpPr>
        <p:spPr>
          <a:xfrm>
            <a:off x="53424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1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5" name=""/>
          <p:cNvSpPr/>
          <p:nvPr/>
        </p:nvSpPr>
        <p:spPr>
          <a:xfrm>
            <a:off x="5345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6" name=""/>
          <p:cNvSpPr/>
          <p:nvPr/>
        </p:nvSpPr>
        <p:spPr>
          <a:xfrm>
            <a:off x="5348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7" name=""/>
          <p:cNvSpPr/>
          <p:nvPr/>
        </p:nvSpPr>
        <p:spPr>
          <a:xfrm>
            <a:off x="53517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a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8" name=""/>
          <p:cNvSpPr/>
          <p:nvPr/>
        </p:nvSpPr>
        <p:spPr>
          <a:xfrm>
            <a:off x="5354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8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79" name=""/>
          <p:cNvSpPr/>
          <p:nvPr/>
        </p:nvSpPr>
        <p:spPr>
          <a:xfrm>
            <a:off x="535788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7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80" name=""/>
          <p:cNvSpPr/>
          <p:nvPr/>
        </p:nvSpPr>
        <p:spPr>
          <a:xfrm>
            <a:off x="53611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4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81" name=""/>
          <p:cNvSpPr/>
          <p:nvPr/>
        </p:nvSpPr>
        <p:spPr>
          <a:xfrm>
            <a:off x="5364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2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82" name=""/>
          <p:cNvSpPr/>
          <p:nvPr/>
        </p:nvSpPr>
        <p:spPr>
          <a:xfrm>
            <a:off x="5367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0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83" name=""/>
          <p:cNvSpPr/>
          <p:nvPr/>
        </p:nvSpPr>
        <p:spPr>
          <a:xfrm>
            <a:off x="5370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0b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784" name=""/>
          <p:cNvSpPr/>
          <p:nvPr/>
        </p:nvSpPr>
        <p:spPr>
          <a:xfrm>
            <a:off x="4574880" y="1444680"/>
            <a:ext cx="12960" cy="922320"/>
          </a:xfrm>
          <a:custGeom>
            <a:avLst/>
            <a:gdLst/>
            <a:ahLst/>
            <a:rect l="0" t="0" r="r" b="b"/>
            <a:pathLst>
              <a:path w="36" h="2562">
                <a:moveTo>
                  <a:pt x="0" y="2562"/>
                </a:moveTo>
                <a:lnTo>
                  <a:pt x="0" y="0"/>
                </a:lnTo>
                <a:lnTo>
                  <a:pt x="36" y="0"/>
                </a:lnTo>
                <a:lnTo>
                  <a:pt x="36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85" name=""/>
          <p:cNvSpPr/>
          <p:nvPr/>
        </p:nvSpPr>
        <p:spPr>
          <a:xfrm>
            <a:off x="4587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86" name=""/>
          <p:cNvSpPr/>
          <p:nvPr/>
        </p:nvSpPr>
        <p:spPr>
          <a:xfrm>
            <a:off x="4590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87" name=""/>
          <p:cNvSpPr/>
          <p:nvPr/>
        </p:nvSpPr>
        <p:spPr>
          <a:xfrm>
            <a:off x="459360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88" name=""/>
          <p:cNvSpPr/>
          <p:nvPr/>
        </p:nvSpPr>
        <p:spPr>
          <a:xfrm>
            <a:off x="4599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89" name=""/>
          <p:cNvSpPr/>
          <p:nvPr/>
        </p:nvSpPr>
        <p:spPr>
          <a:xfrm>
            <a:off x="4602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0" name=""/>
          <p:cNvSpPr/>
          <p:nvPr/>
        </p:nvSpPr>
        <p:spPr>
          <a:xfrm>
            <a:off x="460620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1" name=""/>
          <p:cNvSpPr/>
          <p:nvPr/>
        </p:nvSpPr>
        <p:spPr>
          <a:xfrm>
            <a:off x="4612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2" name=""/>
          <p:cNvSpPr/>
          <p:nvPr/>
        </p:nvSpPr>
        <p:spPr>
          <a:xfrm>
            <a:off x="46155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3" name=""/>
          <p:cNvSpPr/>
          <p:nvPr/>
        </p:nvSpPr>
        <p:spPr>
          <a:xfrm>
            <a:off x="461844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4" name=""/>
          <p:cNvSpPr/>
          <p:nvPr/>
        </p:nvSpPr>
        <p:spPr>
          <a:xfrm>
            <a:off x="462492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5" name=""/>
          <p:cNvSpPr/>
          <p:nvPr/>
        </p:nvSpPr>
        <p:spPr>
          <a:xfrm>
            <a:off x="46310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6" name=""/>
          <p:cNvSpPr/>
          <p:nvPr/>
        </p:nvSpPr>
        <p:spPr>
          <a:xfrm>
            <a:off x="46342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7" name=""/>
          <p:cNvSpPr/>
          <p:nvPr/>
        </p:nvSpPr>
        <p:spPr>
          <a:xfrm>
            <a:off x="4637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8" name=""/>
          <p:cNvSpPr/>
          <p:nvPr/>
        </p:nvSpPr>
        <p:spPr>
          <a:xfrm>
            <a:off x="4640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799" name=""/>
          <p:cNvSpPr/>
          <p:nvPr/>
        </p:nvSpPr>
        <p:spPr>
          <a:xfrm>
            <a:off x="464364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0" name=""/>
          <p:cNvSpPr/>
          <p:nvPr/>
        </p:nvSpPr>
        <p:spPr>
          <a:xfrm>
            <a:off x="4649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1" name=""/>
          <p:cNvSpPr/>
          <p:nvPr/>
        </p:nvSpPr>
        <p:spPr>
          <a:xfrm>
            <a:off x="46530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2" name=""/>
          <p:cNvSpPr/>
          <p:nvPr/>
        </p:nvSpPr>
        <p:spPr>
          <a:xfrm>
            <a:off x="465588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3" name=""/>
          <p:cNvSpPr/>
          <p:nvPr/>
        </p:nvSpPr>
        <p:spPr>
          <a:xfrm>
            <a:off x="46623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4" name=""/>
          <p:cNvSpPr/>
          <p:nvPr/>
        </p:nvSpPr>
        <p:spPr>
          <a:xfrm>
            <a:off x="4665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5" name=""/>
          <p:cNvSpPr/>
          <p:nvPr/>
        </p:nvSpPr>
        <p:spPr>
          <a:xfrm>
            <a:off x="466848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6" name=""/>
          <p:cNvSpPr/>
          <p:nvPr/>
        </p:nvSpPr>
        <p:spPr>
          <a:xfrm>
            <a:off x="46746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7" name=""/>
          <p:cNvSpPr/>
          <p:nvPr/>
        </p:nvSpPr>
        <p:spPr>
          <a:xfrm>
            <a:off x="4677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8" name=""/>
          <p:cNvSpPr/>
          <p:nvPr/>
        </p:nvSpPr>
        <p:spPr>
          <a:xfrm>
            <a:off x="468108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09" name=""/>
          <p:cNvSpPr/>
          <p:nvPr/>
        </p:nvSpPr>
        <p:spPr>
          <a:xfrm>
            <a:off x="4687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0" name=""/>
          <p:cNvSpPr/>
          <p:nvPr/>
        </p:nvSpPr>
        <p:spPr>
          <a:xfrm>
            <a:off x="46904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1" name=""/>
          <p:cNvSpPr/>
          <p:nvPr/>
        </p:nvSpPr>
        <p:spPr>
          <a:xfrm>
            <a:off x="469332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2" name=""/>
          <p:cNvSpPr/>
          <p:nvPr/>
        </p:nvSpPr>
        <p:spPr>
          <a:xfrm>
            <a:off x="46998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3" name=""/>
          <p:cNvSpPr/>
          <p:nvPr/>
        </p:nvSpPr>
        <p:spPr>
          <a:xfrm>
            <a:off x="47026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4" name=""/>
          <p:cNvSpPr/>
          <p:nvPr/>
        </p:nvSpPr>
        <p:spPr>
          <a:xfrm>
            <a:off x="4705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5" name=""/>
          <p:cNvSpPr/>
          <p:nvPr/>
        </p:nvSpPr>
        <p:spPr>
          <a:xfrm>
            <a:off x="47091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6" name=""/>
          <p:cNvSpPr/>
          <p:nvPr/>
        </p:nvSpPr>
        <p:spPr>
          <a:xfrm>
            <a:off x="471204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7" name=""/>
          <p:cNvSpPr/>
          <p:nvPr/>
        </p:nvSpPr>
        <p:spPr>
          <a:xfrm>
            <a:off x="47185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8" name=""/>
          <p:cNvSpPr/>
          <p:nvPr/>
        </p:nvSpPr>
        <p:spPr>
          <a:xfrm>
            <a:off x="472140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19" name=""/>
          <p:cNvSpPr/>
          <p:nvPr/>
        </p:nvSpPr>
        <p:spPr>
          <a:xfrm>
            <a:off x="4724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0" name=""/>
          <p:cNvSpPr/>
          <p:nvPr/>
        </p:nvSpPr>
        <p:spPr>
          <a:xfrm>
            <a:off x="47278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1" name=""/>
          <p:cNvSpPr/>
          <p:nvPr/>
        </p:nvSpPr>
        <p:spPr>
          <a:xfrm>
            <a:off x="4730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2" name=""/>
          <p:cNvSpPr/>
          <p:nvPr/>
        </p:nvSpPr>
        <p:spPr>
          <a:xfrm>
            <a:off x="4734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3" name=""/>
          <p:cNvSpPr/>
          <p:nvPr/>
        </p:nvSpPr>
        <p:spPr>
          <a:xfrm>
            <a:off x="473724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4" name=""/>
          <p:cNvSpPr/>
          <p:nvPr/>
        </p:nvSpPr>
        <p:spPr>
          <a:xfrm>
            <a:off x="4743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5" name=""/>
          <p:cNvSpPr/>
          <p:nvPr/>
        </p:nvSpPr>
        <p:spPr>
          <a:xfrm>
            <a:off x="47466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6" name=""/>
          <p:cNvSpPr/>
          <p:nvPr/>
        </p:nvSpPr>
        <p:spPr>
          <a:xfrm>
            <a:off x="474948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8f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7" name=""/>
          <p:cNvSpPr/>
          <p:nvPr/>
        </p:nvSpPr>
        <p:spPr>
          <a:xfrm>
            <a:off x="47559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8" name=""/>
          <p:cNvSpPr/>
          <p:nvPr/>
        </p:nvSpPr>
        <p:spPr>
          <a:xfrm>
            <a:off x="475884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29" name=""/>
          <p:cNvSpPr/>
          <p:nvPr/>
        </p:nvSpPr>
        <p:spPr>
          <a:xfrm>
            <a:off x="4762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0" name=""/>
          <p:cNvSpPr/>
          <p:nvPr/>
        </p:nvSpPr>
        <p:spPr>
          <a:xfrm>
            <a:off x="47653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1" name=""/>
          <p:cNvSpPr/>
          <p:nvPr/>
        </p:nvSpPr>
        <p:spPr>
          <a:xfrm>
            <a:off x="4768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2" name=""/>
          <p:cNvSpPr/>
          <p:nvPr/>
        </p:nvSpPr>
        <p:spPr>
          <a:xfrm>
            <a:off x="4771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3" name=""/>
          <p:cNvSpPr/>
          <p:nvPr/>
        </p:nvSpPr>
        <p:spPr>
          <a:xfrm>
            <a:off x="47746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4" name=""/>
          <p:cNvSpPr/>
          <p:nvPr/>
        </p:nvSpPr>
        <p:spPr>
          <a:xfrm>
            <a:off x="4777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5" name=""/>
          <p:cNvSpPr/>
          <p:nvPr/>
        </p:nvSpPr>
        <p:spPr>
          <a:xfrm>
            <a:off x="4780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6" name=""/>
          <p:cNvSpPr/>
          <p:nvPr/>
        </p:nvSpPr>
        <p:spPr>
          <a:xfrm>
            <a:off x="47840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7" name=""/>
          <p:cNvSpPr/>
          <p:nvPr/>
        </p:nvSpPr>
        <p:spPr>
          <a:xfrm>
            <a:off x="4786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8" name=""/>
          <p:cNvSpPr/>
          <p:nvPr/>
        </p:nvSpPr>
        <p:spPr>
          <a:xfrm>
            <a:off x="4790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39" name=""/>
          <p:cNvSpPr/>
          <p:nvPr/>
        </p:nvSpPr>
        <p:spPr>
          <a:xfrm>
            <a:off x="47934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0" name=""/>
          <p:cNvSpPr/>
          <p:nvPr/>
        </p:nvSpPr>
        <p:spPr>
          <a:xfrm>
            <a:off x="479628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1" name=""/>
          <p:cNvSpPr/>
          <p:nvPr/>
        </p:nvSpPr>
        <p:spPr>
          <a:xfrm>
            <a:off x="4799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2" name=""/>
          <p:cNvSpPr/>
          <p:nvPr/>
        </p:nvSpPr>
        <p:spPr>
          <a:xfrm>
            <a:off x="48027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3" name=""/>
          <p:cNvSpPr/>
          <p:nvPr/>
        </p:nvSpPr>
        <p:spPr>
          <a:xfrm>
            <a:off x="480564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3e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4" name=""/>
          <p:cNvSpPr/>
          <p:nvPr/>
        </p:nvSpPr>
        <p:spPr>
          <a:xfrm>
            <a:off x="48121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2e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5" name=""/>
          <p:cNvSpPr/>
          <p:nvPr/>
        </p:nvSpPr>
        <p:spPr>
          <a:xfrm>
            <a:off x="4815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2e6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6" name=""/>
          <p:cNvSpPr/>
          <p:nvPr/>
        </p:nvSpPr>
        <p:spPr>
          <a:xfrm>
            <a:off x="4818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7" name=""/>
          <p:cNvSpPr/>
          <p:nvPr/>
        </p:nvSpPr>
        <p:spPr>
          <a:xfrm>
            <a:off x="4821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8" name=""/>
          <p:cNvSpPr/>
          <p:nvPr/>
        </p:nvSpPr>
        <p:spPr>
          <a:xfrm>
            <a:off x="482436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1e4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49" name=""/>
          <p:cNvSpPr/>
          <p:nvPr/>
        </p:nvSpPr>
        <p:spPr>
          <a:xfrm>
            <a:off x="48308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0e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0" name=""/>
          <p:cNvSpPr/>
          <p:nvPr/>
        </p:nvSpPr>
        <p:spPr>
          <a:xfrm>
            <a:off x="483372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0e2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1" name=""/>
          <p:cNvSpPr/>
          <p:nvPr/>
        </p:nvSpPr>
        <p:spPr>
          <a:xfrm>
            <a:off x="4836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0e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2" name=""/>
          <p:cNvSpPr/>
          <p:nvPr/>
        </p:nvSpPr>
        <p:spPr>
          <a:xfrm>
            <a:off x="48402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0e1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3" name=""/>
          <p:cNvSpPr/>
          <p:nvPr/>
        </p:nvSpPr>
        <p:spPr>
          <a:xfrm>
            <a:off x="484308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fe0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4" name=""/>
          <p:cNvSpPr/>
          <p:nvPr/>
        </p:nvSpPr>
        <p:spPr>
          <a:xfrm>
            <a:off x="4849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edf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5" name=""/>
          <p:cNvSpPr/>
          <p:nvPr/>
        </p:nvSpPr>
        <p:spPr>
          <a:xfrm>
            <a:off x="4852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ede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6" name=""/>
          <p:cNvSpPr/>
          <p:nvPr/>
        </p:nvSpPr>
        <p:spPr>
          <a:xfrm>
            <a:off x="48556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7" name=""/>
          <p:cNvSpPr/>
          <p:nvPr/>
        </p:nvSpPr>
        <p:spPr>
          <a:xfrm>
            <a:off x="4858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8" name=""/>
          <p:cNvSpPr/>
          <p:nvPr/>
        </p:nvSpPr>
        <p:spPr>
          <a:xfrm>
            <a:off x="4861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ddc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59" name=""/>
          <p:cNvSpPr/>
          <p:nvPr/>
        </p:nvSpPr>
        <p:spPr>
          <a:xfrm>
            <a:off x="48650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ddb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0" name=""/>
          <p:cNvSpPr/>
          <p:nvPr/>
        </p:nvSpPr>
        <p:spPr>
          <a:xfrm>
            <a:off x="4867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1" name=""/>
          <p:cNvSpPr/>
          <p:nvPr/>
        </p:nvSpPr>
        <p:spPr>
          <a:xfrm>
            <a:off x="487116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2" name=""/>
          <p:cNvSpPr/>
          <p:nvPr/>
        </p:nvSpPr>
        <p:spPr>
          <a:xfrm>
            <a:off x="48744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b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3" name=""/>
          <p:cNvSpPr/>
          <p:nvPr/>
        </p:nvSpPr>
        <p:spPr>
          <a:xfrm>
            <a:off x="4877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bd8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4" name=""/>
          <p:cNvSpPr/>
          <p:nvPr/>
        </p:nvSpPr>
        <p:spPr>
          <a:xfrm>
            <a:off x="4880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ad7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5" name=""/>
          <p:cNvSpPr/>
          <p:nvPr/>
        </p:nvSpPr>
        <p:spPr>
          <a:xfrm>
            <a:off x="48837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ad6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6" name=""/>
          <p:cNvSpPr/>
          <p:nvPr/>
        </p:nvSpPr>
        <p:spPr>
          <a:xfrm>
            <a:off x="4886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ad5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7" name=""/>
          <p:cNvSpPr/>
          <p:nvPr/>
        </p:nvSpPr>
        <p:spPr>
          <a:xfrm>
            <a:off x="48898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ad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8" name=""/>
          <p:cNvSpPr/>
          <p:nvPr/>
        </p:nvSpPr>
        <p:spPr>
          <a:xfrm>
            <a:off x="48931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9d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69" name=""/>
          <p:cNvSpPr/>
          <p:nvPr/>
        </p:nvSpPr>
        <p:spPr>
          <a:xfrm>
            <a:off x="4896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9d3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0" name=""/>
          <p:cNvSpPr/>
          <p:nvPr/>
        </p:nvSpPr>
        <p:spPr>
          <a:xfrm>
            <a:off x="4899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8d2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1" name=""/>
          <p:cNvSpPr/>
          <p:nvPr/>
        </p:nvSpPr>
        <p:spPr>
          <a:xfrm>
            <a:off x="4902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8d1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2" name=""/>
          <p:cNvSpPr/>
          <p:nvPr/>
        </p:nvSpPr>
        <p:spPr>
          <a:xfrm>
            <a:off x="4905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7d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3" name=""/>
          <p:cNvSpPr/>
          <p:nvPr/>
        </p:nvSpPr>
        <p:spPr>
          <a:xfrm>
            <a:off x="490860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7c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4" name=""/>
          <p:cNvSpPr/>
          <p:nvPr/>
        </p:nvSpPr>
        <p:spPr>
          <a:xfrm>
            <a:off x="49118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6ce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5" name=""/>
          <p:cNvSpPr/>
          <p:nvPr/>
        </p:nvSpPr>
        <p:spPr>
          <a:xfrm>
            <a:off x="4914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6cd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6" name=""/>
          <p:cNvSpPr/>
          <p:nvPr/>
        </p:nvSpPr>
        <p:spPr>
          <a:xfrm>
            <a:off x="4917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5c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7" name=""/>
          <p:cNvSpPr/>
          <p:nvPr/>
        </p:nvSpPr>
        <p:spPr>
          <a:xfrm>
            <a:off x="49212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5c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8" name=""/>
          <p:cNvSpPr/>
          <p:nvPr/>
        </p:nvSpPr>
        <p:spPr>
          <a:xfrm>
            <a:off x="4924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4c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79" name=""/>
          <p:cNvSpPr/>
          <p:nvPr/>
        </p:nvSpPr>
        <p:spPr>
          <a:xfrm>
            <a:off x="4927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4c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0" name=""/>
          <p:cNvSpPr/>
          <p:nvPr/>
        </p:nvSpPr>
        <p:spPr>
          <a:xfrm>
            <a:off x="49305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4c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1" name=""/>
          <p:cNvSpPr/>
          <p:nvPr/>
        </p:nvSpPr>
        <p:spPr>
          <a:xfrm>
            <a:off x="4933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4c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2" name=""/>
          <p:cNvSpPr/>
          <p:nvPr/>
        </p:nvSpPr>
        <p:spPr>
          <a:xfrm>
            <a:off x="49366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3c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3" name=""/>
          <p:cNvSpPr/>
          <p:nvPr/>
        </p:nvSpPr>
        <p:spPr>
          <a:xfrm>
            <a:off x="49399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3c5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4" name=""/>
          <p:cNvSpPr/>
          <p:nvPr/>
        </p:nvSpPr>
        <p:spPr>
          <a:xfrm>
            <a:off x="4942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2c4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5" name=""/>
          <p:cNvSpPr/>
          <p:nvPr/>
        </p:nvSpPr>
        <p:spPr>
          <a:xfrm>
            <a:off x="494604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2c3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6" name=""/>
          <p:cNvSpPr/>
          <p:nvPr/>
        </p:nvSpPr>
        <p:spPr>
          <a:xfrm>
            <a:off x="49492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1c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7" name=""/>
          <p:cNvSpPr/>
          <p:nvPr/>
        </p:nvSpPr>
        <p:spPr>
          <a:xfrm>
            <a:off x="4952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1c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8" name=""/>
          <p:cNvSpPr/>
          <p:nvPr/>
        </p:nvSpPr>
        <p:spPr>
          <a:xfrm>
            <a:off x="4955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0c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89" name=""/>
          <p:cNvSpPr/>
          <p:nvPr/>
        </p:nvSpPr>
        <p:spPr>
          <a:xfrm>
            <a:off x="49586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0b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0" name=""/>
          <p:cNvSpPr/>
          <p:nvPr/>
        </p:nvSpPr>
        <p:spPr>
          <a:xfrm>
            <a:off x="4961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fb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1" name=""/>
          <p:cNvSpPr/>
          <p:nvPr/>
        </p:nvSpPr>
        <p:spPr>
          <a:xfrm>
            <a:off x="4964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fb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2" name=""/>
          <p:cNvSpPr/>
          <p:nvPr/>
        </p:nvSpPr>
        <p:spPr>
          <a:xfrm>
            <a:off x="49680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ebc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3" name=""/>
          <p:cNvSpPr/>
          <p:nvPr/>
        </p:nvSpPr>
        <p:spPr>
          <a:xfrm>
            <a:off x="49708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ebb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4" name=""/>
          <p:cNvSpPr/>
          <p:nvPr/>
        </p:nvSpPr>
        <p:spPr>
          <a:xfrm>
            <a:off x="49741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dba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5" name=""/>
          <p:cNvSpPr/>
          <p:nvPr/>
        </p:nvSpPr>
        <p:spPr>
          <a:xfrm>
            <a:off x="49773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db9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6" name=""/>
          <p:cNvSpPr/>
          <p:nvPr/>
        </p:nvSpPr>
        <p:spPr>
          <a:xfrm>
            <a:off x="4980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cb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7" name=""/>
          <p:cNvSpPr/>
          <p:nvPr/>
        </p:nvSpPr>
        <p:spPr>
          <a:xfrm>
            <a:off x="498348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cb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8" name=""/>
          <p:cNvSpPr/>
          <p:nvPr/>
        </p:nvSpPr>
        <p:spPr>
          <a:xfrm>
            <a:off x="49867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bb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899" name=""/>
          <p:cNvSpPr/>
          <p:nvPr/>
        </p:nvSpPr>
        <p:spPr>
          <a:xfrm>
            <a:off x="49896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bb4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0" name=""/>
          <p:cNvSpPr/>
          <p:nvPr/>
        </p:nvSpPr>
        <p:spPr>
          <a:xfrm>
            <a:off x="4992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ab3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1" name=""/>
          <p:cNvSpPr/>
          <p:nvPr/>
        </p:nvSpPr>
        <p:spPr>
          <a:xfrm>
            <a:off x="49960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ab2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2" name=""/>
          <p:cNvSpPr/>
          <p:nvPr/>
        </p:nvSpPr>
        <p:spPr>
          <a:xfrm>
            <a:off x="4998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9b0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3" name=""/>
          <p:cNvSpPr/>
          <p:nvPr/>
        </p:nvSpPr>
        <p:spPr>
          <a:xfrm>
            <a:off x="5002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9af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4" name=""/>
          <p:cNvSpPr/>
          <p:nvPr/>
        </p:nvSpPr>
        <p:spPr>
          <a:xfrm>
            <a:off x="50054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8ae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5" name=""/>
          <p:cNvSpPr/>
          <p:nvPr/>
        </p:nvSpPr>
        <p:spPr>
          <a:xfrm>
            <a:off x="5008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8a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6" name=""/>
          <p:cNvSpPr/>
          <p:nvPr/>
        </p:nvSpPr>
        <p:spPr>
          <a:xfrm>
            <a:off x="5011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7a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7" name=""/>
          <p:cNvSpPr/>
          <p:nvPr/>
        </p:nvSpPr>
        <p:spPr>
          <a:xfrm>
            <a:off x="50148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7a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8" name=""/>
          <p:cNvSpPr/>
          <p:nvPr/>
        </p:nvSpPr>
        <p:spPr>
          <a:xfrm>
            <a:off x="50176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6a9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09" name=""/>
          <p:cNvSpPr/>
          <p:nvPr/>
        </p:nvSpPr>
        <p:spPr>
          <a:xfrm>
            <a:off x="502092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6a8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0" name=""/>
          <p:cNvSpPr/>
          <p:nvPr/>
        </p:nvSpPr>
        <p:spPr>
          <a:xfrm>
            <a:off x="50241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5a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1" name=""/>
          <p:cNvSpPr/>
          <p:nvPr/>
        </p:nvSpPr>
        <p:spPr>
          <a:xfrm>
            <a:off x="50270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5a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2" name=""/>
          <p:cNvSpPr/>
          <p:nvPr/>
        </p:nvSpPr>
        <p:spPr>
          <a:xfrm>
            <a:off x="5030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4a4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3" name=""/>
          <p:cNvSpPr/>
          <p:nvPr/>
        </p:nvSpPr>
        <p:spPr>
          <a:xfrm>
            <a:off x="50335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4a3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4" name=""/>
          <p:cNvSpPr/>
          <p:nvPr/>
        </p:nvSpPr>
        <p:spPr>
          <a:xfrm>
            <a:off x="5036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3a2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5" name=""/>
          <p:cNvSpPr/>
          <p:nvPr/>
        </p:nvSpPr>
        <p:spPr>
          <a:xfrm>
            <a:off x="5039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3a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6" name=""/>
          <p:cNvSpPr/>
          <p:nvPr/>
        </p:nvSpPr>
        <p:spPr>
          <a:xfrm>
            <a:off x="50428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39f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7" name=""/>
          <p:cNvSpPr/>
          <p:nvPr/>
        </p:nvSpPr>
        <p:spPr>
          <a:xfrm>
            <a:off x="5045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39e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8" name=""/>
          <p:cNvSpPr/>
          <p:nvPr/>
        </p:nvSpPr>
        <p:spPr>
          <a:xfrm>
            <a:off x="5049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29d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19" name=""/>
          <p:cNvSpPr/>
          <p:nvPr/>
        </p:nvSpPr>
        <p:spPr>
          <a:xfrm>
            <a:off x="50522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29c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0" name=""/>
          <p:cNvSpPr/>
          <p:nvPr/>
        </p:nvSpPr>
        <p:spPr>
          <a:xfrm>
            <a:off x="50551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19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1" name=""/>
          <p:cNvSpPr/>
          <p:nvPr/>
        </p:nvSpPr>
        <p:spPr>
          <a:xfrm>
            <a:off x="505836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19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2" name=""/>
          <p:cNvSpPr/>
          <p:nvPr/>
        </p:nvSpPr>
        <p:spPr>
          <a:xfrm>
            <a:off x="50616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09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3" name=""/>
          <p:cNvSpPr/>
          <p:nvPr/>
        </p:nvSpPr>
        <p:spPr>
          <a:xfrm>
            <a:off x="50644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09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4" name=""/>
          <p:cNvSpPr/>
          <p:nvPr/>
        </p:nvSpPr>
        <p:spPr>
          <a:xfrm>
            <a:off x="5067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f95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5" name=""/>
          <p:cNvSpPr/>
          <p:nvPr/>
        </p:nvSpPr>
        <p:spPr>
          <a:xfrm>
            <a:off x="50709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f94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6" name=""/>
          <p:cNvSpPr/>
          <p:nvPr/>
        </p:nvSpPr>
        <p:spPr>
          <a:xfrm>
            <a:off x="5073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e92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7" name=""/>
          <p:cNvSpPr/>
          <p:nvPr/>
        </p:nvSpPr>
        <p:spPr>
          <a:xfrm>
            <a:off x="5077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e91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8" name=""/>
          <p:cNvSpPr/>
          <p:nvPr/>
        </p:nvSpPr>
        <p:spPr>
          <a:xfrm>
            <a:off x="50803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d90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29" name=""/>
          <p:cNvSpPr/>
          <p:nvPr/>
        </p:nvSpPr>
        <p:spPr>
          <a:xfrm>
            <a:off x="5083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d8f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30" name=""/>
          <p:cNvSpPr/>
          <p:nvPr/>
        </p:nvSpPr>
        <p:spPr>
          <a:xfrm>
            <a:off x="5086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c8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31" name=""/>
          <p:cNvSpPr/>
          <p:nvPr/>
        </p:nvSpPr>
        <p:spPr>
          <a:xfrm>
            <a:off x="50896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c8c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32" name=""/>
          <p:cNvSpPr/>
          <p:nvPr/>
        </p:nvSpPr>
        <p:spPr>
          <a:xfrm>
            <a:off x="5092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b8b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33" name=""/>
          <p:cNvSpPr/>
          <p:nvPr/>
        </p:nvSpPr>
        <p:spPr>
          <a:xfrm>
            <a:off x="509580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b8a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3934" name=""/>
          <p:cNvSpPr/>
          <p:nvPr/>
        </p:nvSpPr>
        <p:spPr>
          <a:xfrm>
            <a:off x="50990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a8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35" name=""/>
          <p:cNvSpPr/>
          <p:nvPr/>
        </p:nvSpPr>
        <p:spPr>
          <a:xfrm>
            <a:off x="5101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a8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36" name=""/>
          <p:cNvSpPr/>
          <p:nvPr/>
        </p:nvSpPr>
        <p:spPr>
          <a:xfrm>
            <a:off x="5105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98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37" name=""/>
          <p:cNvSpPr/>
          <p:nvPr/>
        </p:nvSpPr>
        <p:spPr>
          <a:xfrm>
            <a:off x="51084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98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38" name=""/>
          <p:cNvSpPr/>
          <p:nvPr/>
        </p:nvSpPr>
        <p:spPr>
          <a:xfrm>
            <a:off x="5111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98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39" name=""/>
          <p:cNvSpPr/>
          <p:nvPr/>
        </p:nvSpPr>
        <p:spPr>
          <a:xfrm>
            <a:off x="5114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98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0" name=""/>
          <p:cNvSpPr/>
          <p:nvPr/>
        </p:nvSpPr>
        <p:spPr>
          <a:xfrm>
            <a:off x="51177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880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1" name=""/>
          <p:cNvSpPr/>
          <p:nvPr/>
        </p:nvSpPr>
        <p:spPr>
          <a:xfrm>
            <a:off x="5120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87f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2" name=""/>
          <p:cNvSpPr/>
          <p:nvPr/>
        </p:nvSpPr>
        <p:spPr>
          <a:xfrm>
            <a:off x="51238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77d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3" name=""/>
          <p:cNvSpPr/>
          <p:nvPr/>
        </p:nvSpPr>
        <p:spPr>
          <a:xfrm>
            <a:off x="51271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77c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4" name=""/>
          <p:cNvSpPr/>
          <p:nvPr/>
        </p:nvSpPr>
        <p:spPr>
          <a:xfrm>
            <a:off x="5130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67b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5" name=""/>
          <p:cNvSpPr/>
          <p:nvPr/>
        </p:nvSpPr>
        <p:spPr>
          <a:xfrm>
            <a:off x="513324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67a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6" name=""/>
          <p:cNvSpPr/>
          <p:nvPr/>
        </p:nvSpPr>
        <p:spPr>
          <a:xfrm>
            <a:off x="5136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578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7" name=""/>
          <p:cNvSpPr/>
          <p:nvPr/>
        </p:nvSpPr>
        <p:spPr>
          <a:xfrm>
            <a:off x="5139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577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8" name=""/>
          <p:cNvSpPr/>
          <p:nvPr/>
        </p:nvSpPr>
        <p:spPr>
          <a:xfrm>
            <a:off x="51426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57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49" name=""/>
          <p:cNvSpPr/>
          <p:nvPr/>
        </p:nvSpPr>
        <p:spPr>
          <a:xfrm>
            <a:off x="51458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57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0" name=""/>
          <p:cNvSpPr/>
          <p:nvPr/>
        </p:nvSpPr>
        <p:spPr>
          <a:xfrm>
            <a:off x="5148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47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1" name=""/>
          <p:cNvSpPr/>
          <p:nvPr/>
        </p:nvSpPr>
        <p:spPr>
          <a:xfrm>
            <a:off x="5151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47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2" name=""/>
          <p:cNvSpPr/>
          <p:nvPr/>
        </p:nvSpPr>
        <p:spPr>
          <a:xfrm>
            <a:off x="51552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370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3" name=""/>
          <p:cNvSpPr/>
          <p:nvPr/>
        </p:nvSpPr>
        <p:spPr>
          <a:xfrm>
            <a:off x="5158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36f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4" name=""/>
          <p:cNvSpPr/>
          <p:nvPr/>
        </p:nvSpPr>
        <p:spPr>
          <a:xfrm>
            <a:off x="5161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26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5" name=""/>
          <p:cNvSpPr/>
          <p:nvPr/>
        </p:nvSpPr>
        <p:spPr>
          <a:xfrm>
            <a:off x="51645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26c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6" name=""/>
          <p:cNvSpPr/>
          <p:nvPr/>
        </p:nvSpPr>
        <p:spPr>
          <a:xfrm>
            <a:off x="5167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26b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7" name=""/>
          <p:cNvSpPr/>
          <p:nvPr/>
        </p:nvSpPr>
        <p:spPr>
          <a:xfrm>
            <a:off x="517068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26a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8" name=""/>
          <p:cNvSpPr/>
          <p:nvPr/>
        </p:nvSpPr>
        <p:spPr>
          <a:xfrm>
            <a:off x="51739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168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59" name=""/>
          <p:cNvSpPr/>
          <p:nvPr/>
        </p:nvSpPr>
        <p:spPr>
          <a:xfrm>
            <a:off x="5176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167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0" name=""/>
          <p:cNvSpPr/>
          <p:nvPr/>
        </p:nvSpPr>
        <p:spPr>
          <a:xfrm>
            <a:off x="51800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065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1" name=""/>
          <p:cNvSpPr/>
          <p:nvPr/>
        </p:nvSpPr>
        <p:spPr>
          <a:xfrm>
            <a:off x="51832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064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2" name=""/>
          <p:cNvSpPr/>
          <p:nvPr/>
        </p:nvSpPr>
        <p:spPr>
          <a:xfrm>
            <a:off x="5186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063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3" name=""/>
          <p:cNvSpPr/>
          <p:nvPr/>
        </p:nvSpPr>
        <p:spPr>
          <a:xfrm>
            <a:off x="5189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062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4" name=""/>
          <p:cNvSpPr/>
          <p:nvPr/>
        </p:nvSpPr>
        <p:spPr>
          <a:xfrm>
            <a:off x="51926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f60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5" name=""/>
          <p:cNvSpPr/>
          <p:nvPr/>
        </p:nvSpPr>
        <p:spPr>
          <a:xfrm>
            <a:off x="5195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f5f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6" name=""/>
          <p:cNvSpPr/>
          <p:nvPr/>
        </p:nvSpPr>
        <p:spPr>
          <a:xfrm>
            <a:off x="5198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f5e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7" name=""/>
          <p:cNvSpPr/>
          <p:nvPr/>
        </p:nvSpPr>
        <p:spPr>
          <a:xfrm>
            <a:off x="52020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f5d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8" name=""/>
          <p:cNvSpPr/>
          <p:nvPr/>
        </p:nvSpPr>
        <p:spPr>
          <a:xfrm>
            <a:off x="52048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e5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69" name=""/>
          <p:cNvSpPr/>
          <p:nvPr/>
        </p:nvSpPr>
        <p:spPr>
          <a:xfrm>
            <a:off x="520812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e5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0" name=""/>
          <p:cNvSpPr/>
          <p:nvPr/>
        </p:nvSpPr>
        <p:spPr>
          <a:xfrm>
            <a:off x="52113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d5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1" name=""/>
          <p:cNvSpPr/>
          <p:nvPr/>
        </p:nvSpPr>
        <p:spPr>
          <a:xfrm>
            <a:off x="5214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d5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2" name=""/>
          <p:cNvSpPr/>
          <p:nvPr/>
        </p:nvSpPr>
        <p:spPr>
          <a:xfrm>
            <a:off x="52174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d55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3" name=""/>
          <p:cNvSpPr/>
          <p:nvPr/>
        </p:nvSpPr>
        <p:spPr>
          <a:xfrm>
            <a:off x="52207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d54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4" name=""/>
          <p:cNvSpPr/>
          <p:nvPr/>
        </p:nvSpPr>
        <p:spPr>
          <a:xfrm>
            <a:off x="52236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c53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5" name=""/>
          <p:cNvSpPr/>
          <p:nvPr/>
        </p:nvSpPr>
        <p:spPr>
          <a:xfrm>
            <a:off x="5226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c52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6" name=""/>
          <p:cNvSpPr/>
          <p:nvPr/>
        </p:nvSpPr>
        <p:spPr>
          <a:xfrm>
            <a:off x="52300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c50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7" name=""/>
          <p:cNvSpPr/>
          <p:nvPr/>
        </p:nvSpPr>
        <p:spPr>
          <a:xfrm>
            <a:off x="5232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c4f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8" name=""/>
          <p:cNvSpPr/>
          <p:nvPr/>
        </p:nvSpPr>
        <p:spPr>
          <a:xfrm>
            <a:off x="5236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b4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79" name=""/>
          <p:cNvSpPr/>
          <p:nvPr/>
        </p:nvSpPr>
        <p:spPr>
          <a:xfrm>
            <a:off x="52394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b4d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0" name=""/>
          <p:cNvSpPr/>
          <p:nvPr/>
        </p:nvSpPr>
        <p:spPr>
          <a:xfrm>
            <a:off x="5242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b4b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1" name=""/>
          <p:cNvSpPr/>
          <p:nvPr/>
        </p:nvSpPr>
        <p:spPr>
          <a:xfrm>
            <a:off x="524556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b4a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2" name=""/>
          <p:cNvSpPr/>
          <p:nvPr/>
        </p:nvSpPr>
        <p:spPr>
          <a:xfrm>
            <a:off x="52488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3" name=""/>
          <p:cNvSpPr/>
          <p:nvPr/>
        </p:nvSpPr>
        <p:spPr>
          <a:xfrm>
            <a:off x="52516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4" name=""/>
          <p:cNvSpPr/>
          <p:nvPr/>
        </p:nvSpPr>
        <p:spPr>
          <a:xfrm>
            <a:off x="5254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5" name=""/>
          <p:cNvSpPr/>
          <p:nvPr/>
        </p:nvSpPr>
        <p:spPr>
          <a:xfrm>
            <a:off x="52581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6" name=""/>
          <p:cNvSpPr/>
          <p:nvPr/>
        </p:nvSpPr>
        <p:spPr>
          <a:xfrm>
            <a:off x="52610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7" name=""/>
          <p:cNvSpPr/>
          <p:nvPr/>
        </p:nvSpPr>
        <p:spPr>
          <a:xfrm>
            <a:off x="5264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8" name=""/>
          <p:cNvSpPr/>
          <p:nvPr/>
        </p:nvSpPr>
        <p:spPr>
          <a:xfrm>
            <a:off x="52675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40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89" name=""/>
          <p:cNvSpPr/>
          <p:nvPr/>
        </p:nvSpPr>
        <p:spPr>
          <a:xfrm>
            <a:off x="5270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f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0" name=""/>
          <p:cNvSpPr/>
          <p:nvPr/>
        </p:nvSpPr>
        <p:spPr>
          <a:xfrm>
            <a:off x="5273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e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1" name=""/>
          <p:cNvSpPr/>
          <p:nvPr/>
        </p:nvSpPr>
        <p:spPr>
          <a:xfrm>
            <a:off x="52768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d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2" name=""/>
          <p:cNvSpPr/>
          <p:nvPr/>
        </p:nvSpPr>
        <p:spPr>
          <a:xfrm>
            <a:off x="5279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b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3" name=""/>
          <p:cNvSpPr/>
          <p:nvPr/>
        </p:nvSpPr>
        <p:spPr>
          <a:xfrm>
            <a:off x="528300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a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4" name=""/>
          <p:cNvSpPr/>
          <p:nvPr/>
        </p:nvSpPr>
        <p:spPr>
          <a:xfrm>
            <a:off x="52862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839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5" name=""/>
          <p:cNvSpPr/>
          <p:nvPr/>
        </p:nvSpPr>
        <p:spPr>
          <a:xfrm>
            <a:off x="52891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838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6" name=""/>
          <p:cNvSpPr/>
          <p:nvPr/>
        </p:nvSpPr>
        <p:spPr>
          <a:xfrm>
            <a:off x="5292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836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7" name=""/>
          <p:cNvSpPr/>
          <p:nvPr/>
        </p:nvSpPr>
        <p:spPr>
          <a:xfrm>
            <a:off x="52956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835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8" name=""/>
          <p:cNvSpPr/>
          <p:nvPr/>
        </p:nvSpPr>
        <p:spPr>
          <a:xfrm>
            <a:off x="52984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33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3999" name=""/>
          <p:cNvSpPr/>
          <p:nvPr/>
        </p:nvSpPr>
        <p:spPr>
          <a:xfrm>
            <a:off x="5301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32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0" name=""/>
          <p:cNvSpPr/>
          <p:nvPr/>
        </p:nvSpPr>
        <p:spPr>
          <a:xfrm>
            <a:off x="53049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3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1" name=""/>
          <p:cNvSpPr/>
          <p:nvPr/>
        </p:nvSpPr>
        <p:spPr>
          <a:xfrm>
            <a:off x="5307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2" name=""/>
          <p:cNvSpPr/>
          <p:nvPr/>
        </p:nvSpPr>
        <p:spPr>
          <a:xfrm>
            <a:off x="5311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e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3" name=""/>
          <p:cNvSpPr/>
          <p:nvPr/>
        </p:nvSpPr>
        <p:spPr>
          <a:xfrm>
            <a:off x="53143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d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4" name=""/>
          <p:cNvSpPr/>
          <p:nvPr/>
        </p:nvSpPr>
        <p:spPr>
          <a:xfrm>
            <a:off x="5317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b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5" name=""/>
          <p:cNvSpPr/>
          <p:nvPr/>
        </p:nvSpPr>
        <p:spPr>
          <a:xfrm>
            <a:off x="532044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a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6" name=""/>
          <p:cNvSpPr/>
          <p:nvPr/>
        </p:nvSpPr>
        <p:spPr>
          <a:xfrm>
            <a:off x="53236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8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7" name=""/>
          <p:cNvSpPr/>
          <p:nvPr/>
        </p:nvSpPr>
        <p:spPr>
          <a:xfrm>
            <a:off x="5326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7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8" name=""/>
          <p:cNvSpPr/>
          <p:nvPr/>
        </p:nvSpPr>
        <p:spPr>
          <a:xfrm>
            <a:off x="5329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5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09" name=""/>
          <p:cNvSpPr/>
          <p:nvPr/>
        </p:nvSpPr>
        <p:spPr>
          <a:xfrm>
            <a:off x="53330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4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0" name=""/>
          <p:cNvSpPr/>
          <p:nvPr/>
        </p:nvSpPr>
        <p:spPr>
          <a:xfrm>
            <a:off x="5335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2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1" name=""/>
          <p:cNvSpPr/>
          <p:nvPr/>
        </p:nvSpPr>
        <p:spPr>
          <a:xfrm>
            <a:off x="5339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0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2" name=""/>
          <p:cNvSpPr/>
          <p:nvPr/>
        </p:nvSpPr>
        <p:spPr>
          <a:xfrm>
            <a:off x="53424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1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3" name=""/>
          <p:cNvSpPr/>
          <p:nvPr/>
        </p:nvSpPr>
        <p:spPr>
          <a:xfrm>
            <a:off x="5345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4" name=""/>
          <p:cNvSpPr/>
          <p:nvPr/>
        </p:nvSpPr>
        <p:spPr>
          <a:xfrm>
            <a:off x="5348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5" name=""/>
          <p:cNvSpPr/>
          <p:nvPr/>
        </p:nvSpPr>
        <p:spPr>
          <a:xfrm>
            <a:off x="53517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a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6" name=""/>
          <p:cNvSpPr/>
          <p:nvPr/>
        </p:nvSpPr>
        <p:spPr>
          <a:xfrm>
            <a:off x="5354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8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7" name=""/>
          <p:cNvSpPr/>
          <p:nvPr/>
        </p:nvSpPr>
        <p:spPr>
          <a:xfrm>
            <a:off x="535788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7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8" name=""/>
          <p:cNvSpPr/>
          <p:nvPr/>
        </p:nvSpPr>
        <p:spPr>
          <a:xfrm>
            <a:off x="53611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4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19" name=""/>
          <p:cNvSpPr/>
          <p:nvPr/>
        </p:nvSpPr>
        <p:spPr>
          <a:xfrm>
            <a:off x="5364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2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20" name=""/>
          <p:cNvSpPr/>
          <p:nvPr/>
        </p:nvSpPr>
        <p:spPr>
          <a:xfrm>
            <a:off x="5367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0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21" name=""/>
          <p:cNvSpPr/>
          <p:nvPr/>
        </p:nvSpPr>
        <p:spPr>
          <a:xfrm>
            <a:off x="5370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0b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022" name=""/>
          <p:cNvSpPr/>
          <p:nvPr/>
        </p:nvSpPr>
        <p:spPr>
          <a:xfrm>
            <a:off x="4574880" y="4776120"/>
            <a:ext cx="12960" cy="920880"/>
          </a:xfrm>
          <a:custGeom>
            <a:avLst/>
            <a:gdLst/>
            <a:ahLst/>
            <a:rect l="0" t="0" r="r" b="b"/>
            <a:pathLst>
              <a:path w="36" h="2558">
                <a:moveTo>
                  <a:pt x="0" y="2558"/>
                </a:moveTo>
                <a:lnTo>
                  <a:pt x="0" y="0"/>
                </a:lnTo>
                <a:lnTo>
                  <a:pt x="36" y="0"/>
                </a:lnTo>
                <a:lnTo>
                  <a:pt x="36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23" name=""/>
          <p:cNvSpPr/>
          <p:nvPr/>
        </p:nvSpPr>
        <p:spPr>
          <a:xfrm>
            <a:off x="4587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24" name=""/>
          <p:cNvSpPr/>
          <p:nvPr/>
        </p:nvSpPr>
        <p:spPr>
          <a:xfrm>
            <a:off x="4590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25" name=""/>
          <p:cNvSpPr/>
          <p:nvPr/>
        </p:nvSpPr>
        <p:spPr>
          <a:xfrm>
            <a:off x="459360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26" name=""/>
          <p:cNvSpPr/>
          <p:nvPr/>
        </p:nvSpPr>
        <p:spPr>
          <a:xfrm>
            <a:off x="4599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27" name=""/>
          <p:cNvSpPr/>
          <p:nvPr/>
        </p:nvSpPr>
        <p:spPr>
          <a:xfrm>
            <a:off x="4602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28" name=""/>
          <p:cNvSpPr/>
          <p:nvPr/>
        </p:nvSpPr>
        <p:spPr>
          <a:xfrm>
            <a:off x="460620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29" name=""/>
          <p:cNvSpPr/>
          <p:nvPr/>
        </p:nvSpPr>
        <p:spPr>
          <a:xfrm>
            <a:off x="4612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0" name=""/>
          <p:cNvSpPr/>
          <p:nvPr/>
        </p:nvSpPr>
        <p:spPr>
          <a:xfrm>
            <a:off x="46155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1" name=""/>
          <p:cNvSpPr/>
          <p:nvPr/>
        </p:nvSpPr>
        <p:spPr>
          <a:xfrm>
            <a:off x="461844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2" name=""/>
          <p:cNvSpPr/>
          <p:nvPr/>
        </p:nvSpPr>
        <p:spPr>
          <a:xfrm>
            <a:off x="462492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3" name=""/>
          <p:cNvSpPr/>
          <p:nvPr/>
        </p:nvSpPr>
        <p:spPr>
          <a:xfrm>
            <a:off x="46310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4" name=""/>
          <p:cNvSpPr/>
          <p:nvPr/>
        </p:nvSpPr>
        <p:spPr>
          <a:xfrm>
            <a:off x="46342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5" name=""/>
          <p:cNvSpPr/>
          <p:nvPr/>
        </p:nvSpPr>
        <p:spPr>
          <a:xfrm>
            <a:off x="4637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6" name=""/>
          <p:cNvSpPr/>
          <p:nvPr/>
        </p:nvSpPr>
        <p:spPr>
          <a:xfrm>
            <a:off x="4640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7" name=""/>
          <p:cNvSpPr/>
          <p:nvPr/>
        </p:nvSpPr>
        <p:spPr>
          <a:xfrm>
            <a:off x="464364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8" name=""/>
          <p:cNvSpPr/>
          <p:nvPr/>
        </p:nvSpPr>
        <p:spPr>
          <a:xfrm>
            <a:off x="4649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39" name=""/>
          <p:cNvSpPr/>
          <p:nvPr/>
        </p:nvSpPr>
        <p:spPr>
          <a:xfrm>
            <a:off x="46530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0" name=""/>
          <p:cNvSpPr/>
          <p:nvPr/>
        </p:nvSpPr>
        <p:spPr>
          <a:xfrm>
            <a:off x="465588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1" name=""/>
          <p:cNvSpPr/>
          <p:nvPr/>
        </p:nvSpPr>
        <p:spPr>
          <a:xfrm>
            <a:off x="46623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2" name=""/>
          <p:cNvSpPr/>
          <p:nvPr/>
        </p:nvSpPr>
        <p:spPr>
          <a:xfrm>
            <a:off x="4665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3" name=""/>
          <p:cNvSpPr/>
          <p:nvPr/>
        </p:nvSpPr>
        <p:spPr>
          <a:xfrm>
            <a:off x="466848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4" name=""/>
          <p:cNvSpPr/>
          <p:nvPr/>
        </p:nvSpPr>
        <p:spPr>
          <a:xfrm>
            <a:off x="46746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5" name=""/>
          <p:cNvSpPr/>
          <p:nvPr/>
        </p:nvSpPr>
        <p:spPr>
          <a:xfrm>
            <a:off x="4677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6" name=""/>
          <p:cNvSpPr/>
          <p:nvPr/>
        </p:nvSpPr>
        <p:spPr>
          <a:xfrm>
            <a:off x="468108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7" name=""/>
          <p:cNvSpPr/>
          <p:nvPr/>
        </p:nvSpPr>
        <p:spPr>
          <a:xfrm>
            <a:off x="4687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8" name=""/>
          <p:cNvSpPr/>
          <p:nvPr/>
        </p:nvSpPr>
        <p:spPr>
          <a:xfrm>
            <a:off x="46904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49" name=""/>
          <p:cNvSpPr/>
          <p:nvPr/>
        </p:nvSpPr>
        <p:spPr>
          <a:xfrm>
            <a:off x="469332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0" name=""/>
          <p:cNvSpPr/>
          <p:nvPr/>
        </p:nvSpPr>
        <p:spPr>
          <a:xfrm>
            <a:off x="46998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1" name=""/>
          <p:cNvSpPr/>
          <p:nvPr/>
        </p:nvSpPr>
        <p:spPr>
          <a:xfrm>
            <a:off x="47026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2" name=""/>
          <p:cNvSpPr/>
          <p:nvPr/>
        </p:nvSpPr>
        <p:spPr>
          <a:xfrm>
            <a:off x="4705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3" name=""/>
          <p:cNvSpPr/>
          <p:nvPr/>
        </p:nvSpPr>
        <p:spPr>
          <a:xfrm>
            <a:off x="47091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4" name=""/>
          <p:cNvSpPr/>
          <p:nvPr/>
        </p:nvSpPr>
        <p:spPr>
          <a:xfrm>
            <a:off x="471204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5" name=""/>
          <p:cNvSpPr/>
          <p:nvPr/>
        </p:nvSpPr>
        <p:spPr>
          <a:xfrm>
            <a:off x="47185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6" name=""/>
          <p:cNvSpPr/>
          <p:nvPr/>
        </p:nvSpPr>
        <p:spPr>
          <a:xfrm>
            <a:off x="472140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7" name=""/>
          <p:cNvSpPr/>
          <p:nvPr/>
        </p:nvSpPr>
        <p:spPr>
          <a:xfrm>
            <a:off x="4724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8" name=""/>
          <p:cNvSpPr/>
          <p:nvPr/>
        </p:nvSpPr>
        <p:spPr>
          <a:xfrm>
            <a:off x="47278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59" name=""/>
          <p:cNvSpPr/>
          <p:nvPr/>
        </p:nvSpPr>
        <p:spPr>
          <a:xfrm>
            <a:off x="4730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0" name=""/>
          <p:cNvSpPr/>
          <p:nvPr/>
        </p:nvSpPr>
        <p:spPr>
          <a:xfrm>
            <a:off x="4734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1" name=""/>
          <p:cNvSpPr/>
          <p:nvPr/>
        </p:nvSpPr>
        <p:spPr>
          <a:xfrm>
            <a:off x="473724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2" name=""/>
          <p:cNvSpPr/>
          <p:nvPr/>
        </p:nvSpPr>
        <p:spPr>
          <a:xfrm>
            <a:off x="4743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3" name=""/>
          <p:cNvSpPr/>
          <p:nvPr/>
        </p:nvSpPr>
        <p:spPr>
          <a:xfrm>
            <a:off x="47466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4" name=""/>
          <p:cNvSpPr/>
          <p:nvPr/>
        </p:nvSpPr>
        <p:spPr>
          <a:xfrm>
            <a:off x="474948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5" name=""/>
          <p:cNvSpPr/>
          <p:nvPr/>
        </p:nvSpPr>
        <p:spPr>
          <a:xfrm>
            <a:off x="47559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6" name=""/>
          <p:cNvSpPr/>
          <p:nvPr/>
        </p:nvSpPr>
        <p:spPr>
          <a:xfrm>
            <a:off x="475884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7" name=""/>
          <p:cNvSpPr/>
          <p:nvPr/>
        </p:nvSpPr>
        <p:spPr>
          <a:xfrm>
            <a:off x="4762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8" name=""/>
          <p:cNvSpPr/>
          <p:nvPr/>
        </p:nvSpPr>
        <p:spPr>
          <a:xfrm>
            <a:off x="47653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69" name=""/>
          <p:cNvSpPr/>
          <p:nvPr/>
        </p:nvSpPr>
        <p:spPr>
          <a:xfrm>
            <a:off x="4768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0" name=""/>
          <p:cNvSpPr/>
          <p:nvPr/>
        </p:nvSpPr>
        <p:spPr>
          <a:xfrm>
            <a:off x="4771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1" name=""/>
          <p:cNvSpPr/>
          <p:nvPr/>
        </p:nvSpPr>
        <p:spPr>
          <a:xfrm>
            <a:off x="47746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2" name=""/>
          <p:cNvSpPr/>
          <p:nvPr/>
        </p:nvSpPr>
        <p:spPr>
          <a:xfrm>
            <a:off x="4777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3" name=""/>
          <p:cNvSpPr/>
          <p:nvPr/>
        </p:nvSpPr>
        <p:spPr>
          <a:xfrm>
            <a:off x="4780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4" name=""/>
          <p:cNvSpPr/>
          <p:nvPr/>
        </p:nvSpPr>
        <p:spPr>
          <a:xfrm>
            <a:off x="47840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5" name=""/>
          <p:cNvSpPr/>
          <p:nvPr/>
        </p:nvSpPr>
        <p:spPr>
          <a:xfrm>
            <a:off x="4786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6" name=""/>
          <p:cNvSpPr/>
          <p:nvPr/>
        </p:nvSpPr>
        <p:spPr>
          <a:xfrm>
            <a:off x="4790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7" name=""/>
          <p:cNvSpPr/>
          <p:nvPr/>
        </p:nvSpPr>
        <p:spPr>
          <a:xfrm>
            <a:off x="47934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8" name=""/>
          <p:cNvSpPr/>
          <p:nvPr/>
        </p:nvSpPr>
        <p:spPr>
          <a:xfrm>
            <a:off x="479628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79" name=""/>
          <p:cNvSpPr/>
          <p:nvPr/>
        </p:nvSpPr>
        <p:spPr>
          <a:xfrm>
            <a:off x="4799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0" name=""/>
          <p:cNvSpPr/>
          <p:nvPr/>
        </p:nvSpPr>
        <p:spPr>
          <a:xfrm>
            <a:off x="48027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1" name=""/>
          <p:cNvSpPr/>
          <p:nvPr/>
        </p:nvSpPr>
        <p:spPr>
          <a:xfrm>
            <a:off x="480564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2" name=""/>
          <p:cNvSpPr/>
          <p:nvPr/>
        </p:nvSpPr>
        <p:spPr>
          <a:xfrm>
            <a:off x="48121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3" name=""/>
          <p:cNvSpPr/>
          <p:nvPr/>
        </p:nvSpPr>
        <p:spPr>
          <a:xfrm>
            <a:off x="4815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6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4" name=""/>
          <p:cNvSpPr/>
          <p:nvPr/>
        </p:nvSpPr>
        <p:spPr>
          <a:xfrm>
            <a:off x="4818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5" name=""/>
          <p:cNvSpPr/>
          <p:nvPr/>
        </p:nvSpPr>
        <p:spPr>
          <a:xfrm>
            <a:off x="4821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6" name=""/>
          <p:cNvSpPr/>
          <p:nvPr/>
        </p:nvSpPr>
        <p:spPr>
          <a:xfrm>
            <a:off x="482436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1e4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7" name=""/>
          <p:cNvSpPr/>
          <p:nvPr/>
        </p:nvSpPr>
        <p:spPr>
          <a:xfrm>
            <a:off x="48308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8" name=""/>
          <p:cNvSpPr/>
          <p:nvPr/>
        </p:nvSpPr>
        <p:spPr>
          <a:xfrm>
            <a:off x="483372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2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89" name=""/>
          <p:cNvSpPr/>
          <p:nvPr/>
        </p:nvSpPr>
        <p:spPr>
          <a:xfrm>
            <a:off x="4836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0" name=""/>
          <p:cNvSpPr/>
          <p:nvPr/>
        </p:nvSpPr>
        <p:spPr>
          <a:xfrm>
            <a:off x="48402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1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1" name=""/>
          <p:cNvSpPr/>
          <p:nvPr/>
        </p:nvSpPr>
        <p:spPr>
          <a:xfrm>
            <a:off x="484308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fe0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2" name=""/>
          <p:cNvSpPr/>
          <p:nvPr/>
        </p:nvSpPr>
        <p:spPr>
          <a:xfrm>
            <a:off x="4849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f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3" name=""/>
          <p:cNvSpPr/>
          <p:nvPr/>
        </p:nvSpPr>
        <p:spPr>
          <a:xfrm>
            <a:off x="4852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e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4" name=""/>
          <p:cNvSpPr/>
          <p:nvPr/>
        </p:nvSpPr>
        <p:spPr>
          <a:xfrm>
            <a:off x="48556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5" name=""/>
          <p:cNvSpPr/>
          <p:nvPr/>
        </p:nvSpPr>
        <p:spPr>
          <a:xfrm>
            <a:off x="4858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6" name=""/>
          <p:cNvSpPr/>
          <p:nvPr/>
        </p:nvSpPr>
        <p:spPr>
          <a:xfrm>
            <a:off x="4861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ddc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7" name=""/>
          <p:cNvSpPr/>
          <p:nvPr/>
        </p:nvSpPr>
        <p:spPr>
          <a:xfrm>
            <a:off x="48650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ddb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8" name=""/>
          <p:cNvSpPr/>
          <p:nvPr/>
        </p:nvSpPr>
        <p:spPr>
          <a:xfrm>
            <a:off x="4867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099" name=""/>
          <p:cNvSpPr/>
          <p:nvPr/>
        </p:nvSpPr>
        <p:spPr>
          <a:xfrm>
            <a:off x="487116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0" name=""/>
          <p:cNvSpPr/>
          <p:nvPr/>
        </p:nvSpPr>
        <p:spPr>
          <a:xfrm>
            <a:off x="48744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b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1" name=""/>
          <p:cNvSpPr/>
          <p:nvPr/>
        </p:nvSpPr>
        <p:spPr>
          <a:xfrm>
            <a:off x="4877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bd8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2" name=""/>
          <p:cNvSpPr/>
          <p:nvPr/>
        </p:nvSpPr>
        <p:spPr>
          <a:xfrm>
            <a:off x="4880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7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3" name=""/>
          <p:cNvSpPr/>
          <p:nvPr/>
        </p:nvSpPr>
        <p:spPr>
          <a:xfrm>
            <a:off x="48837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6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4" name=""/>
          <p:cNvSpPr/>
          <p:nvPr/>
        </p:nvSpPr>
        <p:spPr>
          <a:xfrm>
            <a:off x="4886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5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5" name=""/>
          <p:cNvSpPr/>
          <p:nvPr/>
        </p:nvSpPr>
        <p:spPr>
          <a:xfrm>
            <a:off x="48898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6" name=""/>
          <p:cNvSpPr/>
          <p:nvPr/>
        </p:nvSpPr>
        <p:spPr>
          <a:xfrm>
            <a:off x="48931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9d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7" name=""/>
          <p:cNvSpPr/>
          <p:nvPr/>
        </p:nvSpPr>
        <p:spPr>
          <a:xfrm>
            <a:off x="4896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9d3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8" name=""/>
          <p:cNvSpPr/>
          <p:nvPr/>
        </p:nvSpPr>
        <p:spPr>
          <a:xfrm>
            <a:off x="4899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8d2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09" name=""/>
          <p:cNvSpPr/>
          <p:nvPr/>
        </p:nvSpPr>
        <p:spPr>
          <a:xfrm>
            <a:off x="4902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8d1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0" name=""/>
          <p:cNvSpPr/>
          <p:nvPr/>
        </p:nvSpPr>
        <p:spPr>
          <a:xfrm>
            <a:off x="4905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7d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1" name=""/>
          <p:cNvSpPr/>
          <p:nvPr/>
        </p:nvSpPr>
        <p:spPr>
          <a:xfrm>
            <a:off x="490860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7c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2" name=""/>
          <p:cNvSpPr/>
          <p:nvPr/>
        </p:nvSpPr>
        <p:spPr>
          <a:xfrm>
            <a:off x="49118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6ce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3" name=""/>
          <p:cNvSpPr/>
          <p:nvPr/>
        </p:nvSpPr>
        <p:spPr>
          <a:xfrm>
            <a:off x="4914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6cd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4" name=""/>
          <p:cNvSpPr/>
          <p:nvPr/>
        </p:nvSpPr>
        <p:spPr>
          <a:xfrm>
            <a:off x="4917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5c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5" name=""/>
          <p:cNvSpPr/>
          <p:nvPr/>
        </p:nvSpPr>
        <p:spPr>
          <a:xfrm>
            <a:off x="49212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5c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6" name=""/>
          <p:cNvSpPr/>
          <p:nvPr/>
        </p:nvSpPr>
        <p:spPr>
          <a:xfrm>
            <a:off x="4924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7" name=""/>
          <p:cNvSpPr/>
          <p:nvPr/>
        </p:nvSpPr>
        <p:spPr>
          <a:xfrm>
            <a:off x="4927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8" name=""/>
          <p:cNvSpPr/>
          <p:nvPr/>
        </p:nvSpPr>
        <p:spPr>
          <a:xfrm>
            <a:off x="49305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19" name=""/>
          <p:cNvSpPr/>
          <p:nvPr/>
        </p:nvSpPr>
        <p:spPr>
          <a:xfrm>
            <a:off x="4933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0" name=""/>
          <p:cNvSpPr/>
          <p:nvPr/>
        </p:nvSpPr>
        <p:spPr>
          <a:xfrm>
            <a:off x="49366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3c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1" name=""/>
          <p:cNvSpPr/>
          <p:nvPr/>
        </p:nvSpPr>
        <p:spPr>
          <a:xfrm>
            <a:off x="49399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3c5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2" name=""/>
          <p:cNvSpPr/>
          <p:nvPr/>
        </p:nvSpPr>
        <p:spPr>
          <a:xfrm>
            <a:off x="4942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2c4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3" name=""/>
          <p:cNvSpPr/>
          <p:nvPr/>
        </p:nvSpPr>
        <p:spPr>
          <a:xfrm>
            <a:off x="494604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2c3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4" name=""/>
          <p:cNvSpPr/>
          <p:nvPr/>
        </p:nvSpPr>
        <p:spPr>
          <a:xfrm>
            <a:off x="49492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1c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5" name=""/>
          <p:cNvSpPr/>
          <p:nvPr/>
        </p:nvSpPr>
        <p:spPr>
          <a:xfrm>
            <a:off x="4952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1c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6" name=""/>
          <p:cNvSpPr/>
          <p:nvPr/>
        </p:nvSpPr>
        <p:spPr>
          <a:xfrm>
            <a:off x="4955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0c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7" name=""/>
          <p:cNvSpPr/>
          <p:nvPr/>
        </p:nvSpPr>
        <p:spPr>
          <a:xfrm>
            <a:off x="49586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0b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8" name=""/>
          <p:cNvSpPr/>
          <p:nvPr/>
        </p:nvSpPr>
        <p:spPr>
          <a:xfrm>
            <a:off x="4961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fb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29" name=""/>
          <p:cNvSpPr/>
          <p:nvPr/>
        </p:nvSpPr>
        <p:spPr>
          <a:xfrm>
            <a:off x="4964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fb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0" name=""/>
          <p:cNvSpPr/>
          <p:nvPr/>
        </p:nvSpPr>
        <p:spPr>
          <a:xfrm>
            <a:off x="49680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ebc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1" name=""/>
          <p:cNvSpPr/>
          <p:nvPr/>
        </p:nvSpPr>
        <p:spPr>
          <a:xfrm>
            <a:off x="49708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ebb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2" name=""/>
          <p:cNvSpPr/>
          <p:nvPr/>
        </p:nvSpPr>
        <p:spPr>
          <a:xfrm>
            <a:off x="49741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dba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3" name=""/>
          <p:cNvSpPr/>
          <p:nvPr/>
        </p:nvSpPr>
        <p:spPr>
          <a:xfrm>
            <a:off x="49773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db9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4" name=""/>
          <p:cNvSpPr/>
          <p:nvPr/>
        </p:nvSpPr>
        <p:spPr>
          <a:xfrm>
            <a:off x="4980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cb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5" name=""/>
          <p:cNvSpPr/>
          <p:nvPr/>
        </p:nvSpPr>
        <p:spPr>
          <a:xfrm>
            <a:off x="498348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cb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6" name=""/>
          <p:cNvSpPr/>
          <p:nvPr/>
        </p:nvSpPr>
        <p:spPr>
          <a:xfrm>
            <a:off x="49867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bb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7" name=""/>
          <p:cNvSpPr/>
          <p:nvPr/>
        </p:nvSpPr>
        <p:spPr>
          <a:xfrm>
            <a:off x="49896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bb4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8" name=""/>
          <p:cNvSpPr/>
          <p:nvPr/>
        </p:nvSpPr>
        <p:spPr>
          <a:xfrm>
            <a:off x="4992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ab3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39" name=""/>
          <p:cNvSpPr/>
          <p:nvPr/>
        </p:nvSpPr>
        <p:spPr>
          <a:xfrm>
            <a:off x="49960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ab2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0" name=""/>
          <p:cNvSpPr/>
          <p:nvPr/>
        </p:nvSpPr>
        <p:spPr>
          <a:xfrm>
            <a:off x="4998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9b0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1" name=""/>
          <p:cNvSpPr/>
          <p:nvPr/>
        </p:nvSpPr>
        <p:spPr>
          <a:xfrm>
            <a:off x="5002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9af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2" name=""/>
          <p:cNvSpPr/>
          <p:nvPr/>
        </p:nvSpPr>
        <p:spPr>
          <a:xfrm>
            <a:off x="50054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8ae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3" name=""/>
          <p:cNvSpPr/>
          <p:nvPr/>
        </p:nvSpPr>
        <p:spPr>
          <a:xfrm>
            <a:off x="5008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8a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4" name=""/>
          <p:cNvSpPr/>
          <p:nvPr/>
        </p:nvSpPr>
        <p:spPr>
          <a:xfrm>
            <a:off x="5011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7a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5" name=""/>
          <p:cNvSpPr/>
          <p:nvPr/>
        </p:nvSpPr>
        <p:spPr>
          <a:xfrm>
            <a:off x="50148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7a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6" name=""/>
          <p:cNvSpPr/>
          <p:nvPr/>
        </p:nvSpPr>
        <p:spPr>
          <a:xfrm>
            <a:off x="50176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6a9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7" name=""/>
          <p:cNvSpPr/>
          <p:nvPr/>
        </p:nvSpPr>
        <p:spPr>
          <a:xfrm>
            <a:off x="502092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6a8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8" name=""/>
          <p:cNvSpPr/>
          <p:nvPr/>
        </p:nvSpPr>
        <p:spPr>
          <a:xfrm>
            <a:off x="50241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5a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49" name=""/>
          <p:cNvSpPr/>
          <p:nvPr/>
        </p:nvSpPr>
        <p:spPr>
          <a:xfrm>
            <a:off x="50270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5a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0" name=""/>
          <p:cNvSpPr/>
          <p:nvPr/>
        </p:nvSpPr>
        <p:spPr>
          <a:xfrm>
            <a:off x="5030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4a4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1" name=""/>
          <p:cNvSpPr/>
          <p:nvPr/>
        </p:nvSpPr>
        <p:spPr>
          <a:xfrm>
            <a:off x="50335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4a3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2" name=""/>
          <p:cNvSpPr/>
          <p:nvPr/>
        </p:nvSpPr>
        <p:spPr>
          <a:xfrm>
            <a:off x="5036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a2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3" name=""/>
          <p:cNvSpPr/>
          <p:nvPr/>
        </p:nvSpPr>
        <p:spPr>
          <a:xfrm>
            <a:off x="5039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a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4" name=""/>
          <p:cNvSpPr/>
          <p:nvPr/>
        </p:nvSpPr>
        <p:spPr>
          <a:xfrm>
            <a:off x="50428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9f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5" name=""/>
          <p:cNvSpPr/>
          <p:nvPr/>
        </p:nvSpPr>
        <p:spPr>
          <a:xfrm>
            <a:off x="5045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9e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6" name=""/>
          <p:cNvSpPr/>
          <p:nvPr/>
        </p:nvSpPr>
        <p:spPr>
          <a:xfrm>
            <a:off x="5049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29d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7" name=""/>
          <p:cNvSpPr/>
          <p:nvPr/>
        </p:nvSpPr>
        <p:spPr>
          <a:xfrm>
            <a:off x="50522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29c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8" name=""/>
          <p:cNvSpPr/>
          <p:nvPr/>
        </p:nvSpPr>
        <p:spPr>
          <a:xfrm>
            <a:off x="50551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19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59" name=""/>
          <p:cNvSpPr/>
          <p:nvPr/>
        </p:nvSpPr>
        <p:spPr>
          <a:xfrm>
            <a:off x="505836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19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0" name=""/>
          <p:cNvSpPr/>
          <p:nvPr/>
        </p:nvSpPr>
        <p:spPr>
          <a:xfrm>
            <a:off x="50616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09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1" name=""/>
          <p:cNvSpPr/>
          <p:nvPr/>
        </p:nvSpPr>
        <p:spPr>
          <a:xfrm>
            <a:off x="50644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09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2" name=""/>
          <p:cNvSpPr/>
          <p:nvPr/>
        </p:nvSpPr>
        <p:spPr>
          <a:xfrm>
            <a:off x="5067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f95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3" name=""/>
          <p:cNvSpPr/>
          <p:nvPr/>
        </p:nvSpPr>
        <p:spPr>
          <a:xfrm>
            <a:off x="50709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f94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4" name=""/>
          <p:cNvSpPr/>
          <p:nvPr/>
        </p:nvSpPr>
        <p:spPr>
          <a:xfrm>
            <a:off x="5073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e92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5" name=""/>
          <p:cNvSpPr/>
          <p:nvPr/>
        </p:nvSpPr>
        <p:spPr>
          <a:xfrm>
            <a:off x="5077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e91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6" name=""/>
          <p:cNvSpPr/>
          <p:nvPr/>
        </p:nvSpPr>
        <p:spPr>
          <a:xfrm>
            <a:off x="50803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d90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7" name=""/>
          <p:cNvSpPr/>
          <p:nvPr/>
        </p:nvSpPr>
        <p:spPr>
          <a:xfrm>
            <a:off x="5083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d8f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8" name=""/>
          <p:cNvSpPr/>
          <p:nvPr/>
        </p:nvSpPr>
        <p:spPr>
          <a:xfrm>
            <a:off x="5086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c8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69" name=""/>
          <p:cNvSpPr/>
          <p:nvPr/>
        </p:nvSpPr>
        <p:spPr>
          <a:xfrm>
            <a:off x="50896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c8c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70" name=""/>
          <p:cNvSpPr/>
          <p:nvPr/>
        </p:nvSpPr>
        <p:spPr>
          <a:xfrm>
            <a:off x="5092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b8b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71" name=""/>
          <p:cNvSpPr/>
          <p:nvPr/>
        </p:nvSpPr>
        <p:spPr>
          <a:xfrm>
            <a:off x="509580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b8a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172" name=""/>
          <p:cNvSpPr/>
          <p:nvPr/>
        </p:nvSpPr>
        <p:spPr>
          <a:xfrm>
            <a:off x="50990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a8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73" name=""/>
          <p:cNvSpPr/>
          <p:nvPr/>
        </p:nvSpPr>
        <p:spPr>
          <a:xfrm>
            <a:off x="5101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a8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74" name=""/>
          <p:cNvSpPr/>
          <p:nvPr/>
        </p:nvSpPr>
        <p:spPr>
          <a:xfrm>
            <a:off x="5105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75" name=""/>
          <p:cNvSpPr/>
          <p:nvPr/>
        </p:nvSpPr>
        <p:spPr>
          <a:xfrm>
            <a:off x="51084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76" name=""/>
          <p:cNvSpPr/>
          <p:nvPr/>
        </p:nvSpPr>
        <p:spPr>
          <a:xfrm>
            <a:off x="5111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77" name=""/>
          <p:cNvSpPr/>
          <p:nvPr/>
        </p:nvSpPr>
        <p:spPr>
          <a:xfrm>
            <a:off x="5114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78" name=""/>
          <p:cNvSpPr/>
          <p:nvPr/>
        </p:nvSpPr>
        <p:spPr>
          <a:xfrm>
            <a:off x="51177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880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79" name=""/>
          <p:cNvSpPr/>
          <p:nvPr/>
        </p:nvSpPr>
        <p:spPr>
          <a:xfrm>
            <a:off x="5120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87f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0" name=""/>
          <p:cNvSpPr/>
          <p:nvPr/>
        </p:nvSpPr>
        <p:spPr>
          <a:xfrm>
            <a:off x="51238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77d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1" name=""/>
          <p:cNvSpPr/>
          <p:nvPr/>
        </p:nvSpPr>
        <p:spPr>
          <a:xfrm>
            <a:off x="51271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77c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2" name=""/>
          <p:cNvSpPr/>
          <p:nvPr/>
        </p:nvSpPr>
        <p:spPr>
          <a:xfrm>
            <a:off x="5130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67b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3" name=""/>
          <p:cNvSpPr/>
          <p:nvPr/>
        </p:nvSpPr>
        <p:spPr>
          <a:xfrm>
            <a:off x="513324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67a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4" name=""/>
          <p:cNvSpPr/>
          <p:nvPr/>
        </p:nvSpPr>
        <p:spPr>
          <a:xfrm>
            <a:off x="5136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8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5" name=""/>
          <p:cNvSpPr/>
          <p:nvPr/>
        </p:nvSpPr>
        <p:spPr>
          <a:xfrm>
            <a:off x="5139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7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6" name=""/>
          <p:cNvSpPr/>
          <p:nvPr/>
        </p:nvSpPr>
        <p:spPr>
          <a:xfrm>
            <a:off x="51426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7" name=""/>
          <p:cNvSpPr/>
          <p:nvPr/>
        </p:nvSpPr>
        <p:spPr>
          <a:xfrm>
            <a:off x="51458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8" name=""/>
          <p:cNvSpPr/>
          <p:nvPr/>
        </p:nvSpPr>
        <p:spPr>
          <a:xfrm>
            <a:off x="5148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47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89" name=""/>
          <p:cNvSpPr/>
          <p:nvPr/>
        </p:nvSpPr>
        <p:spPr>
          <a:xfrm>
            <a:off x="5151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47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0" name=""/>
          <p:cNvSpPr/>
          <p:nvPr/>
        </p:nvSpPr>
        <p:spPr>
          <a:xfrm>
            <a:off x="51552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370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1" name=""/>
          <p:cNvSpPr/>
          <p:nvPr/>
        </p:nvSpPr>
        <p:spPr>
          <a:xfrm>
            <a:off x="5158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36f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2" name=""/>
          <p:cNvSpPr/>
          <p:nvPr/>
        </p:nvSpPr>
        <p:spPr>
          <a:xfrm>
            <a:off x="5161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3" name=""/>
          <p:cNvSpPr/>
          <p:nvPr/>
        </p:nvSpPr>
        <p:spPr>
          <a:xfrm>
            <a:off x="51645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c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4" name=""/>
          <p:cNvSpPr/>
          <p:nvPr/>
        </p:nvSpPr>
        <p:spPr>
          <a:xfrm>
            <a:off x="5167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b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5" name=""/>
          <p:cNvSpPr/>
          <p:nvPr/>
        </p:nvSpPr>
        <p:spPr>
          <a:xfrm>
            <a:off x="517068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a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6" name=""/>
          <p:cNvSpPr/>
          <p:nvPr/>
        </p:nvSpPr>
        <p:spPr>
          <a:xfrm>
            <a:off x="51739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168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7" name=""/>
          <p:cNvSpPr/>
          <p:nvPr/>
        </p:nvSpPr>
        <p:spPr>
          <a:xfrm>
            <a:off x="5176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167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8" name=""/>
          <p:cNvSpPr/>
          <p:nvPr/>
        </p:nvSpPr>
        <p:spPr>
          <a:xfrm>
            <a:off x="51800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5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199" name=""/>
          <p:cNvSpPr/>
          <p:nvPr/>
        </p:nvSpPr>
        <p:spPr>
          <a:xfrm>
            <a:off x="51832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4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0" name=""/>
          <p:cNvSpPr/>
          <p:nvPr/>
        </p:nvSpPr>
        <p:spPr>
          <a:xfrm>
            <a:off x="5186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3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1" name=""/>
          <p:cNvSpPr/>
          <p:nvPr/>
        </p:nvSpPr>
        <p:spPr>
          <a:xfrm>
            <a:off x="5189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2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2" name=""/>
          <p:cNvSpPr/>
          <p:nvPr/>
        </p:nvSpPr>
        <p:spPr>
          <a:xfrm>
            <a:off x="51926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60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3" name=""/>
          <p:cNvSpPr/>
          <p:nvPr/>
        </p:nvSpPr>
        <p:spPr>
          <a:xfrm>
            <a:off x="5195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f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4" name=""/>
          <p:cNvSpPr/>
          <p:nvPr/>
        </p:nvSpPr>
        <p:spPr>
          <a:xfrm>
            <a:off x="5198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e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5" name=""/>
          <p:cNvSpPr/>
          <p:nvPr/>
        </p:nvSpPr>
        <p:spPr>
          <a:xfrm>
            <a:off x="52020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d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6" name=""/>
          <p:cNvSpPr/>
          <p:nvPr/>
        </p:nvSpPr>
        <p:spPr>
          <a:xfrm>
            <a:off x="52048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e5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7" name=""/>
          <p:cNvSpPr/>
          <p:nvPr/>
        </p:nvSpPr>
        <p:spPr>
          <a:xfrm>
            <a:off x="520812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e5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8" name=""/>
          <p:cNvSpPr/>
          <p:nvPr/>
        </p:nvSpPr>
        <p:spPr>
          <a:xfrm>
            <a:off x="52113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09" name=""/>
          <p:cNvSpPr/>
          <p:nvPr/>
        </p:nvSpPr>
        <p:spPr>
          <a:xfrm>
            <a:off x="5214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0" name=""/>
          <p:cNvSpPr/>
          <p:nvPr/>
        </p:nvSpPr>
        <p:spPr>
          <a:xfrm>
            <a:off x="52174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5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1" name=""/>
          <p:cNvSpPr/>
          <p:nvPr/>
        </p:nvSpPr>
        <p:spPr>
          <a:xfrm>
            <a:off x="52207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4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2" name=""/>
          <p:cNvSpPr/>
          <p:nvPr/>
        </p:nvSpPr>
        <p:spPr>
          <a:xfrm>
            <a:off x="52236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3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3" name=""/>
          <p:cNvSpPr/>
          <p:nvPr/>
        </p:nvSpPr>
        <p:spPr>
          <a:xfrm>
            <a:off x="5226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2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4" name=""/>
          <p:cNvSpPr/>
          <p:nvPr/>
        </p:nvSpPr>
        <p:spPr>
          <a:xfrm>
            <a:off x="52300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0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5" name=""/>
          <p:cNvSpPr/>
          <p:nvPr/>
        </p:nvSpPr>
        <p:spPr>
          <a:xfrm>
            <a:off x="5232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4f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6" name=""/>
          <p:cNvSpPr/>
          <p:nvPr/>
        </p:nvSpPr>
        <p:spPr>
          <a:xfrm>
            <a:off x="5236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7" name=""/>
          <p:cNvSpPr/>
          <p:nvPr/>
        </p:nvSpPr>
        <p:spPr>
          <a:xfrm>
            <a:off x="52394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d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8" name=""/>
          <p:cNvSpPr/>
          <p:nvPr/>
        </p:nvSpPr>
        <p:spPr>
          <a:xfrm>
            <a:off x="5242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b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19" name=""/>
          <p:cNvSpPr/>
          <p:nvPr/>
        </p:nvSpPr>
        <p:spPr>
          <a:xfrm>
            <a:off x="524556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a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0" name=""/>
          <p:cNvSpPr/>
          <p:nvPr/>
        </p:nvSpPr>
        <p:spPr>
          <a:xfrm>
            <a:off x="52488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1" name=""/>
          <p:cNvSpPr/>
          <p:nvPr/>
        </p:nvSpPr>
        <p:spPr>
          <a:xfrm>
            <a:off x="52516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2" name=""/>
          <p:cNvSpPr/>
          <p:nvPr/>
        </p:nvSpPr>
        <p:spPr>
          <a:xfrm>
            <a:off x="5254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3" name=""/>
          <p:cNvSpPr/>
          <p:nvPr/>
        </p:nvSpPr>
        <p:spPr>
          <a:xfrm>
            <a:off x="52581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4" name=""/>
          <p:cNvSpPr/>
          <p:nvPr/>
        </p:nvSpPr>
        <p:spPr>
          <a:xfrm>
            <a:off x="52610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5" name=""/>
          <p:cNvSpPr/>
          <p:nvPr/>
        </p:nvSpPr>
        <p:spPr>
          <a:xfrm>
            <a:off x="5264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6" name=""/>
          <p:cNvSpPr/>
          <p:nvPr/>
        </p:nvSpPr>
        <p:spPr>
          <a:xfrm>
            <a:off x="52675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40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7" name=""/>
          <p:cNvSpPr/>
          <p:nvPr/>
        </p:nvSpPr>
        <p:spPr>
          <a:xfrm>
            <a:off x="5270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f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8" name=""/>
          <p:cNvSpPr/>
          <p:nvPr/>
        </p:nvSpPr>
        <p:spPr>
          <a:xfrm>
            <a:off x="5273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e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29" name=""/>
          <p:cNvSpPr/>
          <p:nvPr/>
        </p:nvSpPr>
        <p:spPr>
          <a:xfrm>
            <a:off x="52768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d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0" name=""/>
          <p:cNvSpPr/>
          <p:nvPr/>
        </p:nvSpPr>
        <p:spPr>
          <a:xfrm>
            <a:off x="5279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b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1" name=""/>
          <p:cNvSpPr/>
          <p:nvPr/>
        </p:nvSpPr>
        <p:spPr>
          <a:xfrm>
            <a:off x="528300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a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2" name=""/>
          <p:cNvSpPr/>
          <p:nvPr/>
        </p:nvSpPr>
        <p:spPr>
          <a:xfrm>
            <a:off x="52862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9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3" name=""/>
          <p:cNvSpPr/>
          <p:nvPr/>
        </p:nvSpPr>
        <p:spPr>
          <a:xfrm>
            <a:off x="52891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8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4" name=""/>
          <p:cNvSpPr/>
          <p:nvPr/>
        </p:nvSpPr>
        <p:spPr>
          <a:xfrm>
            <a:off x="5292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6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5" name=""/>
          <p:cNvSpPr/>
          <p:nvPr/>
        </p:nvSpPr>
        <p:spPr>
          <a:xfrm>
            <a:off x="52956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5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6" name=""/>
          <p:cNvSpPr/>
          <p:nvPr/>
        </p:nvSpPr>
        <p:spPr>
          <a:xfrm>
            <a:off x="52984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3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7" name=""/>
          <p:cNvSpPr/>
          <p:nvPr/>
        </p:nvSpPr>
        <p:spPr>
          <a:xfrm>
            <a:off x="5301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2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8" name=""/>
          <p:cNvSpPr/>
          <p:nvPr/>
        </p:nvSpPr>
        <p:spPr>
          <a:xfrm>
            <a:off x="53049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39" name=""/>
          <p:cNvSpPr/>
          <p:nvPr/>
        </p:nvSpPr>
        <p:spPr>
          <a:xfrm>
            <a:off x="5307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0" name=""/>
          <p:cNvSpPr/>
          <p:nvPr/>
        </p:nvSpPr>
        <p:spPr>
          <a:xfrm>
            <a:off x="5311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e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1" name=""/>
          <p:cNvSpPr/>
          <p:nvPr/>
        </p:nvSpPr>
        <p:spPr>
          <a:xfrm>
            <a:off x="53143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d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2" name=""/>
          <p:cNvSpPr/>
          <p:nvPr/>
        </p:nvSpPr>
        <p:spPr>
          <a:xfrm>
            <a:off x="5317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b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3" name=""/>
          <p:cNvSpPr/>
          <p:nvPr/>
        </p:nvSpPr>
        <p:spPr>
          <a:xfrm>
            <a:off x="532044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a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4" name=""/>
          <p:cNvSpPr/>
          <p:nvPr/>
        </p:nvSpPr>
        <p:spPr>
          <a:xfrm>
            <a:off x="53236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8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5" name=""/>
          <p:cNvSpPr/>
          <p:nvPr/>
        </p:nvSpPr>
        <p:spPr>
          <a:xfrm>
            <a:off x="5326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7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6" name=""/>
          <p:cNvSpPr/>
          <p:nvPr/>
        </p:nvSpPr>
        <p:spPr>
          <a:xfrm>
            <a:off x="5329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5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7" name=""/>
          <p:cNvSpPr/>
          <p:nvPr/>
        </p:nvSpPr>
        <p:spPr>
          <a:xfrm>
            <a:off x="53330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4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8" name=""/>
          <p:cNvSpPr/>
          <p:nvPr/>
        </p:nvSpPr>
        <p:spPr>
          <a:xfrm>
            <a:off x="5335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2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49" name=""/>
          <p:cNvSpPr/>
          <p:nvPr/>
        </p:nvSpPr>
        <p:spPr>
          <a:xfrm>
            <a:off x="5339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0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0" name=""/>
          <p:cNvSpPr/>
          <p:nvPr/>
        </p:nvSpPr>
        <p:spPr>
          <a:xfrm>
            <a:off x="53424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1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1" name=""/>
          <p:cNvSpPr/>
          <p:nvPr/>
        </p:nvSpPr>
        <p:spPr>
          <a:xfrm>
            <a:off x="5345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2" name=""/>
          <p:cNvSpPr/>
          <p:nvPr/>
        </p:nvSpPr>
        <p:spPr>
          <a:xfrm>
            <a:off x="5348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3" name=""/>
          <p:cNvSpPr/>
          <p:nvPr/>
        </p:nvSpPr>
        <p:spPr>
          <a:xfrm>
            <a:off x="53517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a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4" name=""/>
          <p:cNvSpPr/>
          <p:nvPr/>
        </p:nvSpPr>
        <p:spPr>
          <a:xfrm>
            <a:off x="5354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8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5" name=""/>
          <p:cNvSpPr/>
          <p:nvPr/>
        </p:nvSpPr>
        <p:spPr>
          <a:xfrm>
            <a:off x="535788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7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6" name=""/>
          <p:cNvSpPr/>
          <p:nvPr/>
        </p:nvSpPr>
        <p:spPr>
          <a:xfrm>
            <a:off x="53611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4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7" name=""/>
          <p:cNvSpPr/>
          <p:nvPr/>
        </p:nvSpPr>
        <p:spPr>
          <a:xfrm>
            <a:off x="5364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2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8" name=""/>
          <p:cNvSpPr/>
          <p:nvPr/>
        </p:nvSpPr>
        <p:spPr>
          <a:xfrm>
            <a:off x="5367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0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59" name=""/>
          <p:cNvSpPr/>
          <p:nvPr/>
        </p:nvSpPr>
        <p:spPr>
          <a:xfrm>
            <a:off x="5370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0b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4260" name="" descr=""/>
          <p:cNvPicPr/>
          <p:nvPr/>
        </p:nvPicPr>
        <p:blipFill>
          <a:blip r:embed="rId7"/>
          <a:stretch/>
        </p:blipFill>
        <p:spPr>
          <a:xfrm>
            <a:off x="792360" y="1164240"/>
            <a:ext cx="3401280" cy="1711080"/>
          </a:xfrm>
          <a:prstGeom prst="rect">
            <a:avLst/>
          </a:prstGeom>
          <a:ln w="0">
            <a:noFill/>
          </a:ln>
        </p:spPr>
      </p:pic>
      <p:pic>
        <p:nvPicPr>
          <p:cNvPr id="24261" name="" descr=""/>
          <p:cNvPicPr/>
          <p:nvPr/>
        </p:nvPicPr>
        <p:blipFill>
          <a:blip r:embed="rId8"/>
          <a:stretch/>
        </p:blipFill>
        <p:spPr>
          <a:xfrm>
            <a:off x="829080" y="1200960"/>
            <a:ext cx="3279240" cy="1589040"/>
          </a:xfrm>
          <a:prstGeom prst="rect">
            <a:avLst/>
          </a:prstGeom>
          <a:ln w="0">
            <a:noFill/>
          </a:ln>
        </p:spPr>
      </p:pic>
      <p:sp>
        <p:nvSpPr>
          <p:cNvPr id="24262" name=""/>
          <p:cNvSpPr/>
          <p:nvPr/>
        </p:nvSpPr>
        <p:spPr>
          <a:xfrm>
            <a:off x="824040" y="1195920"/>
            <a:ext cx="3289680" cy="1599480"/>
          </a:xfrm>
          <a:custGeom>
            <a:avLst/>
            <a:gdLst/>
            <a:ahLst/>
            <a:rect l="0" t="0" r="r" b="b"/>
            <a:pathLst>
              <a:path w="9138" h="4443">
                <a:moveTo>
                  <a:pt x="0" y="4443"/>
                </a:moveTo>
                <a:lnTo>
                  <a:pt x="9138" y="4443"/>
                </a:lnTo>
                <a:lnTo>
                  <a:pt x="9138" y="0"/>
                </a:lnTo>
                <a:lnTo>
                  <a:pt x="0" y="0"/>
                </a:lnTo>
                <a:lnTo>
                  <a:pt x="0" y="4443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63" name=""/>
          <p:cNvSpPr/>
          <p:nvPr/>
        </p:nvSpPr>
        <p:spPr>
          <a:xfrm flipH="1">
            <a:off x="1998720" y="1503360"/>
            <a:ext cx="320040" cy="1216800"/>
          </a:xfrm>
          <a:prstGeom prst="line">
            <a:avLst/>
          </a:prstGeom>
          <a:ln w="28440">
            <a:solidFill>
              <a:srgbClr val="b50938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64" name=""/>
          <p:cNvSpPr/>
          <p:nvPr/>
        </p:nvSpPr>
        <p:spPr>
          <a:xfrm>
            <a:off x="5373360" y="1703520"/>
            <a:ext cx="3623040" cy="343440"/>
          </a:xfrm>
          <a:custGeom>
            <a:avLst/>
            <a:gdLst/>
            <a:ahLst/>
            <a:rect l="0" t="0" r="r" b="b"/>
            <a:pathLst>
              <a:path w="10064" h="954">
                <a:moveTo>
                  <a:pt x="0" y="954"/>
                </a:moveTo>
                <a:lnTo>
                  <a:pt x="10064" y="954"/>
                </a:lnTo>
                <a:lnTo>
                  <a:pt x="10064" y="0"/>
                </a:lnTo>
                <a:lnTo>
                  <a:pt x="0" y="0"/>
                </a:lnTo>
                <a:lnTo>
                  <a:pt x="0" y="95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65" name=""/>
          <p:cNvSpPr txBox="1"/>
          <p:nvPr/>
        </p:nvSpPr>
        <p:spPr>
          <a:xfrm>
            <a:off x="2296440" y="744840"/>
            <a:ext cx="1863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Evaluating development of the body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4266" name="" descr=""/>
          <p:cNvPicPr/>
          <p:nvPr/>
        </p:nvPicPr>
        <p:blipFill>
          <a:blip r:embed="rId9"/>
          <a:stretch/>
        </p:blipFill>
        <p:spPr>
          <a:xfrm>
            <a:off x="792360" y="2862000"/>
            <a:ext cx="3401280" cy="1718640"/>
          </a:xfrm>
          <a:prstGeom prst="rect">
            <a:avLst/>
          </a:prstGeom>
          <a:ln w="0">
            <a:noFill/>
          </a:ln>
        </p:spPr>
      </p:pic>
      <p:pic>
        <p:nvPicPr>
          <p:cNvPr id="24267" name="" descr=""/>
          <p:cNvPicPr/>
          <p:nvPr/>
        </p:nvPicPr>
        <p:blipFill>
          <a:blip r:embed="rId10"/>
          <a:stretch/>
        </p:blipFill>
        <p:spPr>
          <a:xfrm>
            <a:off x="829080" y="2898720"/>
            <a:ext cx="3279240" cy="1596960"/>
          </a:xfrm>
          <a:prstGeom prst="rect">
            <a:avLst/>
          </a:prstGeom>
          <a:ln w="0">
            <a:noFill/>
          </a:ln>
        </p:spPr>
      </p:pic>
      <p:sp>
        <p:nvSpPr>
          <p:cNvPr id="24268" name=""/>
          <p:cNvSpPr/>
          <p:nvPr/>
        </p:nvSpPr>
        <p:spPr>
          <a:xfrm>
            <a:off x="824040" y="2893680"/>
            <a:ext cx="3289680" cy="1607040"/>
          </a:xfrm>
          <a:custGeom>
            <a:avLst/>
            <a:gdLst/>
            <a:ahLst/>
            <a:rect l="0" t="0" r="r" b="b"/>
            <a:pathLst>
              <a:path w="9138" h="4464">
                <a:moveTo>
                  <a:pt x="0" y="4464"/>
                </a:moveTo>
                <a:lnTo>
                  <a:pt x="9138" y="4464"/>
                </a:lnTo>
                <a:lnTo>
                  <a:pt x="9138" y="0"/>
                </a:lnTo>
                <a:lnTo>
                  <a:pt x="0" y="0"/>
                </a:lnTo>
                <a:lnTo>
                  <a:pt x="0" y="44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69" name=""/>
          <p:cNvSpPr/>
          <p:nvPr/>
        </p:nvSpPr>
        <p:spPr>
          <a:xfrm>
            <a:off x="2219400" y="3278880"/>
            <a:ext cx="484920" cy="1128600"/>
          </a:xfrm>
          <a:prstGeom prst="line">
            <a:avLst/>
          </a:prstGeom>
          <a:ln w="28440">
            <a:solidFill>
              <a:srgbClr val="b50938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70" name=""/>
          <p:cNvSpPr/>
          <p:nvPr/>
        </p:nvSpPr>
        <p:spPr>
          <a:xfrm>
            <a:off x="5373360" y="3378600"/>
            <a:ext cx="3623040" cy="343080"/>
          </a:xfrm>
          <a:custGeom>
            <a:avLst/>
            <a:gdLst/>
            <a:ahLst/>
            <a:rect l="0" t="0" r="r" b="b"/>
            <a:pathLst>
              <a:path w="10064" h="953">
                <a:moveTo>
                  <a:pt x="0" y="953"/>
                </a:moveTo>
                <a:lnTo>
                  <a:pt x="10064" y="953"/>
                </a:lnTo>
                <a:lnTo>
                  <a:pt x="10064" y="0"/>
                </a:lnTo>
                <a:lnTo>
                  <a:pt x="0" y="0"/>
                </a:lnTo>
                <a:lnTo>
                  <a:pt x="0" y="95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71" name=""/>
          <p:cNvSpPr txBox="1"/>
          <p:nvPr/>
        </p:nvSpPr>
        <p:spPr>
          <a:xfrm>
            <a:off x="6417360" y="1747440"/>
            <a:ext cx="1544400" cy="25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b50938"/>
                </a:solidFill>
                <a:latin typeface="Calibri"/>
                <a:ea typeface="Calibri"/>
              </a:rPr>
              <a:t>Weak Lower Body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4272" name="" descr=""/>
          <p:cNvPicPr/>
          <p:nvPr/>
        </p:nvPicPr>
        <p:blipFill>
          <a:blip r:embed="rId11"/>
          <a:stretch/>
        </p:blipFill>
        <p:spPr>
          <a:xfrm>
            <a:off x="792360" y="4546080"/>
            <a:ext cx="3380040" cy="1718640"/>
          </a:xfrm>
          <a:prstGeom prst="rect">
            <a:avLst/>
          </a:prstGeom>
          <a:ln w="0">
            <a:noFill/>
          </a:ln>
        </p:spPr>
      </p:pic>
      <p:pic>
        <p:nvPicPr>
          <p:cNvPr id="24273" name="" descr=""/>
          <p:cNvPicPr/>
          <p:nvPr/>
        </p:nvPicPr>
        <p:blipFill>
          <a:blip r:embed="rId12"/>
          <a:stretch/>
        </p:blipFill>
        <p:spPr>
          <a:xfrm>
            <a:off x="829080" y="4582800"/>
            <a:ext cx="3258000" cy="1596960"/>
          </a:xfrm>
          <a:prstGeom prst="rect">
            <a:avLst/>
          </a:prstGeom>
          <a:ln w="0">
            <a:noFill/>
          </a:ln>
        </p:spPr>
      </p:pic>
      <p:sp>
        <p:nvSpPr>
          <p:cNvPr id="24274" name=""/>
          <p:cNvSpPr/>
          <p:nvPr/>
        </p:nvSpPr>
        <p:spPr>
          <a:xfrm>
            <a:off x="824040" y="4577760"/>
            <a:ext cx="3268440" cy="1607040"/>
          </a:xfrm>
          <a:custGeom>
            <a:avLst/>
            <a:gdLst/>
            <a:ahLst/>
            <a:rect l="0" t="0" r="r" b="b"/>
            <a:pathLst>
              <a:path w="9079" h="4464">
                <a:moveTo>
                  <a:pt x="0" y="4464"/>
                </a:moveTo>
                <a:lnTo>
                  <a:pt x="9079" y="4464"/>
                </a:lnTo>
                <a:lnTo>
                  <a:pt x="9079" y="0"/>
                </a:lnTo>
                <a:lnTo>
                  <a:pt x="0" y="0"/>
                </a:lnTo>
                <a:lnTo>
                  <a:pt x="0" y="4464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75" name=""/>
          <p:cNvSpPr/>
          <p:nvPr/>
        </p:nvSpPr>
        <p:spPr>
          <a:xfrm>
            <a:off x="899640" y="5345280"/>
            <a:ext cx="2694960" cy="295920"/>
          </a:xfrm>
          <a:custGeom>
            <a:avLst/>
            <a:gdLst/>
            <a:ahLst/>
            <a:rect l="0" t="0" r="r" b="b"/>
            <a:pathLst>
              <a:path w="7486" h="822">
                <a:moveTo>
                  <a:pt x="0" y="822"/>
                </a:moveTo>
                <a:lnTo>
                  <a:pt x="7486" y="822"/>
                </a:lnTo>
                <a:lnTo>
                  <a:pt x="7486" y="0"/>
                </a:lnTo>
                <a:lnTo>
                  <a:pt x="0" y="0"/>
                </a:lnTo>
                <a:lnTo>
                  <a:pt x="0" y="822"/>
                </a:lnTo>
                <a:close/>
              </a:path>
            </a:pathLst>
          </a:custGeom>
          <a:noFill/>
          <a:ln w="28440">
            <a:solidFill>
              <a:srgbClr val="b50938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76" name=""/>
          <p:cNvSpPr/>
          <p:nvPr/>
        </p:nvSpPr>
        <p:spPr>
          <a:xfrm>
            <a:off x="5388840" y="5053320"/>
            <a:ext cx="3622680" cy="318960"/>
          </a:xfrm>
          <a:custGeom>
            <a:avLst/>
            <a:gdLst/>
            <a:ahLst/>
            <a:rect l="0" t="0" r="r" b="b"/>
            <a:pathLst>
              <a:path w="10063" h="886">
                <a:moveTo>
                  <a:pt x="0" y="886"/>
                </a:moveTo>
                <a:lnTo>
                  <a:pt x="10063" y="886"/>
                </a:lnTo>
                <a:lnTo>
                  <a:pt x="10063" y="0"/>
                </a:lnTo>
                <a:lnTo>
                  <a:pt x="0" y="0"/>
                </a:lnTo>
                <a:lnTo>
                  <a:pt x="0" y="88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77" name=""/>
          <p:cNvSpPr txBox="1"/>
          <p:nvPr/>
        </p:nvSpPr>
        <p:spPr>
          <a:xfrm>
            <a:off x="6199200" y="3422880"/>
            <a:ext cx="1974240" cy="25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b50938"/>
                </a:solidFill>
                <a:latin typeface="Calibri"/>
                <a:ea typeface="Calibri"/>
              </a:rPr>
              <a:t>Developed Lower Body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78" name=""/>
          <p:cNvSpPr txBox="1"/>
          <p:nvPr/>
        </p:nvSpPr>
        <p:spPr>
          <a:xfrm>
            <a:off x="6743520" y="5097960"/>
            <a:ext cx="9320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b50938"/>
                </a:solidFill>
                <a:latin typeface="Calibri"/>
                <a:ea typeface="Calibri"/>
              </a:rPr>
              <a:t>Weak Trunk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7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4281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4282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4283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4284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4285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4286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4287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88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89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①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4290" name="" descr=""/>
          <p:cNvPicPr/>
          <p:nvPr/>
        </p:nvPicPr>
        <p:blipFill>
          <a:blip r:embed="rId7"/>
          <a:stretch/>
        </p:blipFill>
        <p:spPr>
          <a:xfrm>
            <a:off x="317160" y="1074600"/>
            <a:ext cx="3822480" cy="4985280"/>
          </a:xfrm>
          <a:prstGeom prst="rect">
            <a:avLst/>
          </a:prstGeom>
          <a:ln w="0">
            <a:noFill/>
          </a:ln>
        </p:spPr>
      </p:pic>
      <p:pic>
        <p:nvPicPr>
          <p:cNvPr id="24291" name="" descr=""/>
          <p:cNvPicPr/>
          <p:nvPr/>
        </p:nvPicPr>
        <p:blipFill>
          <a:blip r:embed="rId8"/>
          <a:stretch/>
        </p:blipFill>
        <p:spPr>
          <a:xfrm>
            <a:off x="4427280" y="880920"/>
            <a:ext cx="4452840" cy="2629800"/>
          </a:xfrm>
          <a:prstGeom prst="rect">
            <a:avLst/>
          </a:prstGeom>
          <a:ln w="0">
            <a:noFill/>
          </a:ln>
        </p:spPr>
      </p:pic>
      <p:pic>
        <p:nvPicPr>
          <p:cNvPr id="24292" name="" descr=""/>
          <p:cNvPicPr/>
          <p:nvPr/>
        </p:nvPicPr>
        <p:blipFill>
          <a:blip r:embed="rId9"/>
          <a:stretch/>
        </p:blipFill>
        <p:spPr>
          <a:xfrm>
            <a:off x="4622400" y="1076040"/>
            <a:ext cx="3882960" cy="2059920"/>
          </a:xfrm>
          <a:prstGeom prst="rect">
            <a:avLst/>
          </a:prstGeom>
          <a:ln w="0">
            <a:noFill/>
          </a:ln>
        </p:spPr>
      </p:pic>
      <p:sp>
        <p:nvSpPr>
          <p:cNvPr id="24293" name=""/>
          <p:cNvSpPr txBox="1"/>
          <p:nvPr/>
        </p:nvSpPr>
        <p:spPr>
          <a:xfrm>
            <a:off x="2296440" y="744840"/>
            <a:ext cx="1863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Evaluating development of the body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94" name=""/>
          <p:cNvSpPr txBox="1"/>
          <p:nvPr/>
        </p:nvSpPr>
        <p:spPr>
          <a:xfrm>
            <a:off x="5511240" y="4177080"/>
            <a:ext cx="25092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c0000"/>
                </a:solidFill>
                <a:latin typeface="Malgun Gothic"/>
                <a:ea typeface="Malgun Gothic"/>
              </a:rPr>
              <a:t>Obese male in 20s with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95" name=""/>
          <p:cNvSpPr txBox="1"/>
          <p:nvPr/>
        </p:nvSpPr>
        <p:spPr>
          <a:xfrm>
            <a:off x="5511240" y="4510440"/>
            <a:ext cx="17121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c0000"/>
                </a:solidFill>
                <a:latin typeface="Malgun Gothic"/>
                <a:ea typeface="Malgun Gothic"/>
              </a:rPr>
              <a:t>weak lower limb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96" name=""/>
          <p:cNvSpPr txBox="1"/>
          <p:nvPr/>
        </p:nvSpPr>
        <p:spPr>
          <a:xfrm>
            <a:off x="5511240" y="3350160"/>
            <a:ext cx="8892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C Shape,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97" name=""/>
          <p:cNvSpPr txBox="1"/>
          <p:nvPr/>
        </p:nvSpPr>
        <p:spPr>
          <a:xfrm>
            <a:off x="5511240" y="3572640"/>
            <a:ext cx="17121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Weak Lower Limb,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298" name=""/>
          <p:cNvSpPr/>
          <p:nvPr/>
        </p:nvSpPr>
        <p:spPr>
          <a:xfrm>
            <a:off x="2732400" y="1085040"/>
            <a:ext cx="1890000" cy="1778040"/>
          </a:xfrm>
          <a:custGeom>
            <a:avLst/>
            <a:gdLst/>
            <a:ahLst/>
            <a:rect l="0" t="0" r="r" b="b"/>
            <a:pathLst>
              <a:path w="5250" h="4939">
                <a:moveTo>
                  <a:pt x="0" y="0"/>
                </a:moveTo>
                <a:lnTo>
                  <a:pt x="5250" y="0"/>
                </a:lnTo>
                <a:lnTo>
                  <a:pt x="5250" y="4939"/>
                </a:lnTo>
                <a:lnTo>
                  <a:pt x="0" y="4939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299" name=""/>
          <p:cNvSpPr/>
          <p:nvPr/>
        </p:nvSpPr>
        <p:spPr>
          <a:xfrm>
            <a:off x="2732400" y="2862720"/>
            <a:ext cx="1890000" cy="444600"/>
          </a:xfrm>
          <a:custGeom>
            <a:avLst/>
            <a:gdLst/>
            <a:ahLst/>
            <a:rect l="0" t="0" r="r" b="b"/>
            <a:pathLst>
              <a:path w="5250" h="1235">
                <a:moveTo>
                  <a:pt x="0" y="0"/>
                </a:moveTo>
                <a:lnTo>
                  <a:pt x="5250" y="0"/>
                </a:lnTo>
                <a:lnTo>
                  <a:pt x="5250" y="1235"/>
                </a:lnTo>
                <a:lnTo>
                  <a:pt x="0" y="1235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0" name=""/>
          <p:cNvSpPr/>
          <p:nvPr/>
        </p:nvSpPr>
        <p:spPr>
          <a:xfrm>
            <a:off x="2732400" y="3306960"/>
            <a:ext cx="1890000" cy="111600"/>
          </a:xfrm>
          <a:custGeom>
            <a:avLst/>
            <a:gdLst/>
            <a:ahLst/>
            <a:rect l="0" t="0" r="r" b="b"/>
            <a:pathLst>
              <a:path w="5250" h="310">
                <a:moveTo>
                  <a:pt x="0" y="0"/>
                </a:moveTo>
                <a:lnTo>
                  <a:pt x="5250" y="0"/>
                </a:lnTo>
                <a:lnTo>
                  <a:pt x="5250" y="310"/>
                </a:lnTo>
                <a:lnTo>
                  <a:pt x="0" y="310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1" name=""/>
          <p:cNvSpPr/>
          <p:nvPr/>
        </p:nvSpPr>
        <p:spPr>
          <a:xfrm>
            <a:off x="2732400" y="3418200"/>
            <a:ext cx="1890000" cy="28080"/>
          </a:xfrm>
          <a:custGeom>
            <a:avLst/>
            <a:gdLst/>
            <a:ahLst/>
            <a:rect l="0" t="0" r="r" b="b"/>
            <a:pathLst>
              <a:path w="5250" h="78">
                <a:moveTo>
                  <a:pt x="0" y="0"/>
                </a:moveTo>
                <a:lnTo>
                  <a:pt x="5250" y="0"/>
                </a:lnTo>
                <a:lnTo>
                  <a:pt x="5250" y="78"/>
                </a:lnTo>
                <a:lnTo>
                  <a:pt x="0" y="78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2" name=""/>
          <p:cNvSpPr/>
          <p:nvPr/>
        </p:nvSpPr>
        <p:spPr>
          <a:xfrm>
            <a:off x="2732400" y="34459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35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3" name=""/>
          <p:cNvSpPr/>
          <p:nvPr/>
        </p:nvSpPr>
        <p:spPr>
          <a:xfrm>
            <a:off x="2732400" y="34599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36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4" name=""/>
          <p:cNvSpPr/>
          <p:nvPr/>
        </p:nvSpPr>
        <p:spPr>
          <a:xfrm>
            <a:off x="2732400" y="34736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39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5" name=""/>
          <p:cNvSpPr/>
          <p:nvPr/>
        </p:nvSpPr>
        <p:spPr>
          <a:xfrm>
            <a:off x="2732400" y="34876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3b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6" name=""/>
          <p:cNvSpPr/>
          <p:nvPr/>
        </p:nvSpPr>
        <p:spPr>
          <a:xfrm>
            <a:off x="2732400" y="35013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3d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7" name=""/>
          <p:cNvSpPr/>
          <p:nvPr/>
        </p:nvSpPr>
        <p:spPr>
          <a:xfrm>
            <a:off x="2732400" y="35154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8" name=""/>
          <p:cNvSpPr/>
          <p:nvPr/>
        </p:nvSpPr>
        <p:spPr>
          <a:xfrm>
            <a:off x="2732400" y="35294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4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09" name=""/>
          <p:cNvSpPr/>
          <p:nvPr/>
        </p:nvSpPr>
        <p:spPr>
          <a:xfrm>
            <a:off x="2732400" y="35431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5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0" name=""/>
          <p:cNvSpPr/>
          <p:nvPr/>
        </p:nvSpPr>
        <p:spPr>
          <a:xfrm>
            <a:off x="2732400" y="35571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47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1" name=""/>
          <p:cNvSpPr/>
          <p:nvPr/>
        </p:nvSpPr>
        <p:spPr>
          <a:xfrm>
            <a:off x="2732400" y="35708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2" name=""/>
          <p:cNvSpPr/>
          <p:nvPr/>
        </p:nvSpPr>
        <p:spPr>
          <a:xfrm>
            <a:off x="2732400" y="35848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3" name=""/>
          <p:cNvSpPr/>
          <p:nvPr/>
        </p:nvSpPr>
        <p:spPr>
          <a:xfrm>
            <a:off x="2732400" y="35989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4e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4" name=""/>
          <p:cNvSpPr/>
          <p:nvPr/>
        </p:nvSpPr>
        <p:spPr>
          <a:xfrm>
            <a:off x="2732400" y="36126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50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5" name=""/>
          <p:cNvSpPr/>
          <p:nvPr/>
        </p:nvSpPr>
        <p:spPr>
          <a:xfrm>
            <a:off x="2732400" y="36266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5353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6" name=""/>
          <p:cNvSpPr/>
          <p:nvPr/>
        </p:nvSpPr>
        <p:spPr>
          <a:xfrm>
            <a:off x="2732400" y="36403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555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7" name=""/>
          <p:cNvSpPr/>
          <p:nvPr/>
        </p:nvSpPr>
        <p:spPr>
          <a:xfrm>
            <a:off x="2732400" y="36543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8" name=""/>
          <p:cNvSpPr/>
          <p:nvPr/>
        </p:nvSpPr>
        <p:spPr>
          <a:xfrm>
            <a:off x="2732400" y="36680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5a5a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19" name=""/>
          <p:cNvSpPr/>
          <p:nvPr/>
        </p:nvSpPr>
        <p:spPr>
          <a:xfrm>
            <a:off x="2732400" y="36820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5c5c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0" name=""/>
          <p:cNvSpPr/>
          <p:nvPr/>
        </p:nvSpPr>
        <p:spPr>
          <a:xfrm>
            <a:off x="2732400" y="36961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1" name=""/>
          <p:cNvSpPr/>
          <p:nvPr/>
        </p:nvSpPr>
        <p:spPr>
          <a:xfrm>
            <a:off x="2732400" y="37098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2" name=""/>
          <p:cNvSpPr/>
          <p:nvPr/>
        </p:nvSpPr>
        <p:spPr>
          <a:xfrm>
            <a:off x="2732400" y="37238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3" name=""/>
          <p:cNvSpPr/>
          <p:nvPr/>
        </p:nvSpPr>
        <p:spPr>
          <a:xfrm>
            <a:off x="2732400" y="37375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4" name=""/>
          <p:cNvSpPr/>
          <p:nvPr/>
        </p:nvSpPr>
        <p:spPr>
          <a:xfrm>
            <a:off x="2732400" y="37515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5" name=""/>
          <p:cNvSpPr/>
          <p:nvPr/>
        </p:nvSpPr>
        <p:spPr>
          <a:xfrm>
            <a:off x="2732400" y="37652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6" name=""/>
          <p:cNvSpPr/>
          <p:nvPr/>
        </p:nvSpPr>
        <p:spPr>
          <a:xfrm>
            <a:off x="2732400" y="37792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7" name=""/>
          <p:cNvSpPr/>
          <p:nvPr/>
        </p:nvSpPr>
        <p:spPr>
          <a:xfrm>
            <a:off x="2732400" y="37933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8" name=""/>
          <p:cNvSpPr/>
          <p:nvPr/>
        </p:nvSpPr>
        <p:spPr>
          <a:xfrm>
            <a:off x="2732400" y="38070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29" name=""/>
          <p:cNvSpPr/>
          <p:nvPr/>
        </p:nvSpPr>
        <p:spPr>
          <a:xfrm>
            <a:off x="2732400" y="38210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0" name=""/>
          <p:cNvSpPr/>
          <p:nvPr/>
        </p:nvSpPr>
        <p:spPr>
          <a:xfrm>
            <a:off x="2732400" y="38347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1" name=""/>
          <p:cNvSpPr/>
          <p:nvPr/>
        </p:nvSpPr>
        <p:spPr>
          <a:xfrm>
            <a:off x="2732400" y="38487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2" name=""/>
          <p:cNvSpPr/>
          <p:nvPr/>
        </p:nvSpPr>
        <p:spPr>
          <a:xfrm>
            <a:off x="2732400" y="38628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3" name=""/>
          <p:cNvSpPr/>
          <p:nvPr/>
        </p:nvSpPr>
        <p:spPr>
          <a:xfrm>
            <a:off x="2732400" y="38764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4" name=""/>
          <p:cNvSpPr/>
          <p:nvPr/>
        </p:nvSpPr>
        <p:spPr>
          <a:xfrm>
            <a:off x="2732400" y="38905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5" name=""/>
          <p:cNvSpPr/>
          <p:nvPr/>
        </p:nvSpPr>
        <p:spPr>
          <a:xfrm>
            <a:off x="2732400" y="39042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6" name=""/>
          <p:cNvSpPr/>
          <p:nvPr/>
        </p:nvSpPr>
        <p:spPr>
          <a:xfrm>
            <a:off x="2732400" y="39182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7" name=""/>
          <p:cNvSpPr/>
          <p:nvPr/>
        </p:nvSpPr>
        <p:spPr>
          <a:xfrm>
            <a:off x="2732400" y="39319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8" name=""/>
          <p:cNvSpPr/>
          <p:nvPr/>
        </p:nvSpPr>
        <p:spPr>
          <a:xfrm>
            <a:off x="2732400" y="39459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39" name=""/>
          <p:cNvSpPr/>
          <p:nvPr/>
        </p:nvSpPr>
        <p:spPr>
          <a:xfrm>
            <a:off x="2732400" y="39600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40" name=""/>
          <p:cNvSpPr/>
          <p:nvPr/>
        </p:nvSpPr>
        <p:spPr>
          <a:xfrm>
            <a:off x="2732400" y="3973680"/>
            <a:ext cx="1890000" cy="14760"/>
          </a:xfrm>
          <a:custGeom>
            <a:avLst/>
            <a:gdLst/>
            <a:ahLst/>
            <a:rect l="0" t="0" r="r" b="b"/>
            <a:pathLst>
              <a:path w="5250" h="41">
                <a:moveTo>
                  <a:pt x="0" y="0"/>
                </a:moveTo>
                <a:lnTo>
                  <a:pt x="5250" y="0"/>
                </a:lnTo>
                <a:lnTo>
                  <a:pt x="5250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41" name=""/>
          <p:cNvSpPr/>
          <p:nvPr/>
        </p:nvSpPr>
        <p:spPr>
          <a:xfrm>
            <a:off x="2732400" y="39877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42" name=""/>
          <p:cNvSpPr/>
          <p:nvPr/>
        </p:nvSpPr>
        <p:spPr>
          <a:xfrm>
            <a:off x="2732400" y="40014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43" name=""/>
          <p:cNvSpPr/>
          <p:nvPr/>
        </p:nvSpPr>
        <p:spPr>
          <a:xfrm>
            <a:off x="2732400" y="40154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44" name=""/>
          <p:cNvSpPr/>
          <p:nvPr/>
        </p:nvSpPr>
        <p:spPr>
          <a:xfrm>
            <a:off x="2732400" y="40291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45" name=""/>
          <p:cNvSpPr/>
          <p:nvPr/>
        </p:nvSpPr>
        <p:spPr>
          <a:xfrm>
            <a:off x="2732400" y="40431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46" name=""/>
          <p:cNvSpPr/>
          <p:nvPr/>
        </p:nvSpPr>
        <p:spPr>
          <a:xfrm>
            <a:off x="2732400" y="40572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47" name=""/>
          <p:cNvSpPr/>
          <p:nvPr/>
        </p:nvSpPr>
        <p:spPr>
          <a:xfrm>
            <a:off x="2732400" y="40708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48" name=""/>
          <p:cNvSpPr/>
          <p:nvPr/>
        </p:nvSpPr>
        <p:spPr>
          <a:xfrm>
            <a:off x="2732400" y="40849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49" name=""/>
          <p:cNvSpPr/>
          <p:nvPr/>
        </p:nvSpPr>
        <p:spPr>
          <a:xfrm>
            <a:off x="2732400" y="40986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0" name=""/>
          <p:cNvSpPr/>
          <p:nvPr/>
        </p:nvSpPr>
        <p:spPr>
          <a:xfrm>
            <a:off x="2732400" y="41126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1" name=""/>
          <p:cNvSpPr/>
          <p:nvPr/>
        </p:nvSpPr>
        <p:spPr>
          <a:xfrm>
            <a:off x="2732400" y="41266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2" name=""/>
          <p:cNvSpPr/>
          <p:nvPr/>
        </p:nvSpPr>
        <p:spPr>
          <a:xfrm>
            <a:off x="2732400" y="41403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3" name=""/>
          <p:cNvSpPr/>
          <p:nvPr/>
        </p:nvSpPr>
        <p:spPr>
          <a:xfrm>
            <a:off x="2732400" y="41544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4" name=""/>
          <p:cNvSpPr/>
          <p:nvPr/>
        </p:nvSpPr>
        <p:spPr>
          <a:xfrm>
            <a:off x="2732400" y="41680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5" name=""/>
          <p:cNvSpPr/>
          <p:nvPr/>
        </p:nvSpPr>
        <p:spPr>
          <a:xfrm>
            <a:off x="2732400" y="41821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6" name=""/>
          <p:cNvSpPr/>
          <p:nvPr/>
        </p:nvSpPr>
        <p:spPr>
          <a:xfrm>
            <a:off x="2732400" y="41958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7" name=""/>
          <p:cNvSpPr/>
          <p:nvPr/>
        </p:nvSpPr>
        <p:spPr>
          <a:xfrm>
            <a:off x="2732400" y="42098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8" name=""/>
          <p:cNvSpPr/>
          <p:nvPr/>
        </p:nvSpPr>
        <p:spPr>
          <a:xfrm>
            <a:off x="2732400" y="42238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59" name=""/>
          <p:cNvSpPr/>
          <p:nvPr/>
        </p:nvSpPr>
        <p:spPr>
          <a:xfrm>
            <a:off x="2732400" y="42375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0" name=""/>
          <p:cNvSpPr/>
          <p:nvPr/>
        </p:nvSpPr>
        <p:spPr>
          <a:xfrm>
            <a:off x="2732400" y="42516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1" name=""/>
          <p:cNvSpPr/>
          <p:nvPr/>
        </p:nvSpPr>
        <p:spPr>
          <a:xfrm>
            <a:off x="2732400" y="42652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2" name=""/>
          <p:cNvSpPr/>
          <p:nvPr/>
        </p:nvSpPr>
        <p:spPr>
          <a:xfrm>
            <a:off x="2732400" y="42793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3" name=""/>
          <p:cNvSpPr/>
          <p:nvPr/>
        </p:nvSpPr>
        <p:spPr>
          <a:xfrm>
            <a:off x="2732400" y="42933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4" name=""/>
          <p:cNvSpPr/>
          <p:nvPr/>
        </p:nvSpPr>
        <p:spPr>
          <a:xfrm>
            <a:off x="2732400" y="43070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5" name=""/>
          <p:cNvSpPr/>
          <p:nvPr/>
        </p:nvSpPr>
        <p:spPr>
          <a:xfrm>
            <a:off x="2732400" y="43210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6" name=""/>
          <p:cNvSpPr/>
          <p:nvPr/>
        </p:nvSpPr>
        <p:spPr>
          <a:xfrm>
            <a:off x="2732400" y="43347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7" name=""/>
          <p:cNvSpPr/>
          <p:nvPr/>
        </p:nvSpPr>
        <p:spPr>
          <a:xfrm>
            <a:off x="2732400" y="43488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8" name=""/>
          <p:cNvSpPr/>
          <p:nvPr/>
        </p:nvSpPr>
        <p:spPr>
          <a:xfrm>
            <a:off x="2732400" y="43624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69" name=""/>
          <p:cNvSpPr/>
          <p:nvPr/>
        </p:nvSpPr>
        <p:spPr>
          <a:xfrm>
            <a:off x="2732400" y="43765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0" name=""/>
          <p:cNvSpPr/>
          <p:nvPr/>
        </p:nvSpPr>
        <p:spPr>
          <a:xfrm>
            <a:off x="2732400" y="43905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1" name=""/>
          <p:cNvSpPr/>
          <p:nvPr/>
        </p:nvSpPr>
        <p:spPr>
          <a:xfrm>
            <a:off x="2732400" y="44042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2" name=""/>
          <p:cNvSpPr/>
          <p:nvPr/>
        </p:nvSpPr>
        <p:spPr>
          <a:xfrm>
            <a:off x="2732400" y="44182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dbdb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3" name=""/>
          <p:cNvSpPr/>
          <p:nvPr/>
        </p:nvSpPr>
        <p:spPr>
          <a:xfrm>
            <a:off x="2732400" y="44319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4" name=""/>
          <p:cNvSpPr/>
          <p:nvPr/>
        </p:nvSpPr>
        <p:spPr>
          <a:xfrm>
            <a:off x="2732400" y="44460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5" name=""/>
          <p:cNvSpPr/>
          <p:nvPr/>
        </p:nvSpPr>
        <p:spPr>
          <a:xfrm>
            <a:off x="2732400" y="44596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6" name=""/>
          <p:cNvSpPr/>
          <p:nvPr/>
        </p:nvSpPr>
        <p:spPr>
          <a:xfrm>
            <a:off x="2732400" y="44737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7" name=""/>
          <p:cNvSpPr/>
          <p:nvPr/>
        </p:nvSpPr>
        <p:spPr>
          <a:xfrm>
            <a:off x="2732400" y="44877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8" name=""/>
          <p:cNvSpPr/>
          <p:nvPr/>
        </p:nvSpPr>
        <p:spPr>
          <a:xfrm>
            <a:off x="2732400" y="45014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79" name=""/>
          <p:cNvSpPr/>
          <p:nvPr/>
        </p:nvSpPr>
        <p:spPr>
          <a:xfrm>
            <a:off x="2732400" y="45154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0" name=""/>
          <p:cNvSpPr/>
          <p:nvPr/>
        </p:nvSpPr>
        <p:spPr>
          <a:xfrm>
            <a:off x="2732400" y="45291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1" name=""/>
          <p:cNvSpPr/>
          <p:nvPr/>
        </p:nvSpPr>
        <p:spPr>
          <a:xfrm>
            <a:off x="2732400" y="45432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2" name=""/>
          <p:cNvSpPr/>
          <p:nvPr/>
        </p:nvSpPr>
        <p:spPr>
          <a:xfrm>
            <a:off x="2732400" y="45572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3" name=""/>
          <p:cNvSpPr/>
          <p:nvPr/>
        </p:nvSpPr>
        <p:spPr>
          <a:xfrm>
            <a:off x="2732400" y="45709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4" name=""/>
          <p:cNvSpPr/>
          <p:nvPr/>
        </p:nvSpPr>
        <p:spPr>
          <a:xfrm>
            <a:off x="2732400" y="45849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5" name=""/>
          <p:cNvSpPr/>
          <p:nvPr/>
        </p:nvSpPr>
        <p:spPr>
          <a:xfrm>
            <a:off x="2732400" y="45986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6" name=""/>
          <p:cNvSpPr/>
          <p:nvPr/>
        </p:nvSpPr>
        <p:spPr>
          <a:xfrm>
            <a:off x="2732400" y="46126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7" name=""/>
          <p:cNvSpPr/>
          <p:nvPr/>
        </p:nvSpPr>
        <p:spPr>
          <a:xfrm>
            <a:off x="2732400" y="46263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388" name=""/>
          <p:cNvSpPr/>
          <p:nvPr/>
        </p:nvSpPr>
        <p:spPr>
          <a:xfrm>
            <a:off x="2732400" y="1085040"/>
            <a:ext cx="1890000" cy="1778040"/>
          </a:xfrm>
          <a:custGeom>
            <a:avLst/>
            <a:gdLst/>
            <a:ahLst/>
            <a:rect l="0" t="0" r="r" b="b"/>
            <a:pathLst>
              <a:path w="5250" h="4939">
                <a:moveTo>
                  <a:pt x="0" y="0"/>
                </a:moveTo>
                <a:lnTo>
                  <a:pt x="5250" y="0"/>
                </a:lnTo>
                <a:lnTo>
                  <a:pt x="5250" y="4939"/>
                </a:lnTo>
                <a:lnTo>
                  <a:pt x="0" y="4939"/>
                </a:lnTo>
                <a:lnTo>
                  <a:pt x="0" y="0"/>
                </a:lnTo>
                <a:close/>
              </a:path>
            </a:pathLst>
          </a:custGeom>
          <a:solidFill>
            <a:srgbClr val="78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89" name=""/>
          <p:cNvSpPr/>
          <p:nvPr/>
        </p:nvSpPr>
        <p:spPr>
          <a:xfrm>
            <a:off x="2732400" y="2862720"/>
            <a:ext cx="1890000" cy="444600"/>
          </a:xfrm>
          <a:custGeom>
            <a:avLst/>
            <a:gdLst/>
            <a:ahLst/>
            <a:rect l="0" t="0" r="r" b="b"/>
            <a:pathLst>
              <a:path w="5250" h="1235">
                <a:moveTo>
                  <a:pt x="0" y="0"/>
                </a:moveTo>
                <a:lnTo>
                  <a:pt x="5250" y="0"/>
                </a:lnTo>
                <a:lnTo>
                  <a:pt x="5250" y="1235"/>
                </a:lnTo>
                <a:lnTo>
                  <a:pt x="0" y="1235"/>
                </a:lnTo>
                <a:lnTo>
                  <a:pt x="0" y="0"/>
                </a:lnTo>
                <a:close/>
              </a:path>
            </a:pathLst>
          </a:custGeom>
          <a:solidFill>
            <a:srgbClr val="78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0" name=""/>
          <p:cNvSpPr/>
          <p:nvPr/>
        </p:nvSpPr>
        <p:spPr>
          <a:xfrm>
            <a:off x="2732400" y="3306960"/>
            <a:ext cx="1890000" cy="111600"/>
          </a:xfrm>
          <a:custGeom>
            <a:avLst/>
            <a:gdLst/>
            <a:ahLst/>
            <a:rect l="0" t="0" r="r" b="b"/>
            <a:pathLst>
              <a:path w="5250" h="310">
                <a:moveTo>
                  <a:pt x="0" y="0"/>
                </a:moveTo>
                <a:lnTo>
                  <a:pt x="5250" y="0"/>
                </a:lnTo>
                <a:lnTo>
                  <a:pt x="5250" y="310"/>
                </a:lnTo>
                <a:lnTo>
                  <a:pt x="0" y="310"/>
                </a:lnTo>
                <a:lnTo>
                  <a:pt x="0" y="0"/>
                </a:lnTo>
                <a:close/>
              </a:path>
            </a:pathLst>
          </a:custGeom>
          <a:solidFill>
            <a:srgbClr val="78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1" name=""/>
          <p:cNvSpPr/>
          <p:nvPr/>
        </p:nvSpPr>
        <p:spPr>
          <a:xfrm>
            <a:off x="2732400" y="3418200"/>
            <a:ext cx="1890000" cy="28080"/>
          </a:xfrm>
          <a:custGeom>
            <a:avLst/>
            <a:gdLst/>
            <a:ahLst/>
            <a:rect l="0" t="0" r="r" b="b"/>
            <a:pathLst>
              <a:path w="5250" h="78">
                <a:moveTo>
                  <a:pt x="0" y="0"/>
                </a:moveTo>
                <a:lnTo>
                  <a:pt x="5250" y="0"/>
                </a:lnTo>
                <a:lnTo>
                  <a:pt x="5250" y="78"/>
                </a:lnTo>
                <a:lnTo>
                  <a:pt x="0" y="78"/>
                </a:lnTo>
                <a:lnTo>
                  <a:pt x="0" y="0"/>
                </a:lnTo>
                <a:close/>
              </a:path>
            </a:pathLst>
          </a:custGeom>
          <a:solidFill>
            <a:srgbClr val="78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2" name=""/>
          <p:cNvSpPr/>
          <p:nvPr/>
        </p:nvSpPr>
        <p:spPr>
          <a:xfrm>
            <a:off x="2732400" y="34459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802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3" name=""/>
          <p:cNvSpPr/>
          <p:nvPr/>
        </p:nvSpPr>
        <p:spPr>
          <a:xfrm>
            <a:off x="2732400" y="34599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903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4" name=""/>
          <p:cNvSpPr/>
          <p:nvPr/>
        </p:nvSpPr>
        <p:spPr>
          <a:xfrm>
            <a:off x="2732400" y="34736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a06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5" name=""/>
          <p:cNvSpPr/>
          <p:nvPr/>
        </p:nvSpPr>
        <p:spPr>
          <a:xfrm>
            <a:off x="2732400" y="34876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a08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6" name=""/>
          <p:cNvSpPr/>
          <p:nvPr/>
        </p:nvSpPr>
        <p:spPr>
          <a:xfrm>
            <a:off x="2732400" y="35013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b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7" name=""/>
          <p:cNvSpPr/>
          <p:nvPr/>
        </p:nvSpPr>
        <p:spPr>
          <a:xfrm>
            <a:off x="2732400" y="35154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c0d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8" name=""/>
          <p:cNvSpPr/>
          <p:nvPr/>
        </p:nvSpPr>
        <p:spPr>
          <a:xfrm>
            <a:off x="2732400" y="35294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d10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399" name=""/>
          <p:cNvSpPr/>
          <p:nvPr/>
        </p:nvSpPr>
        <p:spPr>
          <a:xfrm>
            <a:off x="2732400" y="35431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d12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0" name=""/>
          <p:cNvSpPr/>
          <p:nvPr/>
        </p:nvSpPr>
        <p:spPr>
          <a:xfrm>
            <a:off x="2732400" y="35571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e15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1" name=""/>
          <p:cNvSpPr/>
          <p:nvPr/>
        </p:nvSpPr>
        <p:spPr>
          <a:xfrm>
            <a:off x="2732400" y="35708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f17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2" name=""/>
          <p:cNvSpPr/>
          <p:nvPr/>
        </p:nvSpPr>
        <p:spPr>
          <a:xfrm>
            <a:off x="2732400" y="35848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f1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3" name=""/>
          <p:cNvSpPr/>
          <p:nvPr/>
        </p:nvSpPr>
        <p:spPr>
          <a:xfrm>
            <a:off x="2732400" y="35989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01c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4" name=""/>
          <p:cNvSpPr/>
          <p:nvPr/>
        </p:nvSpPr>
        <p:spPr>
          <a:xfrm>
            <a:off x="2732400" y="36126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1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5" name=""/>
          <p:cNvSpPr/>
          <p:nvPr/>
        </p:nvSpPr>
        <p:spPr>
          <a:xfrm>
            <a:off x="2732400" y="36266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221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6" name=""/>
          <p:cNvSpPr/>
          <p:nvPr/>
        </p:nvSpPr>
        <p:spPr>
          <a:xfrm>
            <a:off x="2732400" y="36403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223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7" name=""/>
          <p:cNvSpPr/>
          <p:nvPr/>
        </p:nvSpPr>
        <p:spPr>
          <a:xfrm>
            <a:off x="2732400" y="36543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326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8" name=""/>
          <p:cNvSpPr/>
          <p:nvPr/>
        </p:nvSpPr>
        <p:spPr>
          <a:xfrm>
            <a:off x="2732400" y="36680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428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09" name=""/>
          <p:cNvSpPr/>
          <p:nvPr/>
        </p:nvSpPr>
        <p:spPr>
          <a:xfrm>
            <a:off x="2732400" y="36820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42b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0" name=""/>
          <p:cNvSpPr/>
          <p:nvPr/>
        </p:nvSpPr>
        <p:spPr>
          <a:xfrm>
            <a:off x="2732400" y="36961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52d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1" name=""/>
          <p:cNvSpPr/>
          <p:nvPr/>
        </p:nvSpPr>
        <p:spPr>
          <a:xfrm>
            <a:off x="2732400" y="37098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630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2" name=""/>
          <p:cNvSpPr/>
          <p:nvPr/>
        </p:nvSpPr>
        <p:spPr>
          <a:xfrm>
            <a:off x="2732400" y="37238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73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3" name=""/>
          <p:cNvSpPr/>
          <p:nvPr/>
        </p:nvSpPr>
        <p:spPr>
          <a:xfrm>
            <a:off x="2732400" y="37375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735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4" name=""/>
          <p:cNvSpPr/>
          <p:nvPr/>
        </p:nvSpPr>
        <p:spPr>
          <a:xfrm>
            <a:off x="2732400" y="37515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837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5" name=""/>
          <p:cNvSpPr/>
          <p:nvPr/>
        </p:nvSpPr>
        <p:spPr>
          <a:xfrm>
            <a:off x="2732400" y="37652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939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6" name=""/>
          <p:cNvSpPr/>
          <p:nvPr/>
        </p:nvSpPr>
        <p:spPr>
          <a:xfrm>
            <a:off x="2732400" y="37792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93c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7" name=""/>
          <p:cNvSpPr/>
          <p:nvPr/>
        </p:nvSpPr>
        <p:spPr>
          <a:xfrm>
            <a:off x="2732400" y="37933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a3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8" name=""/>
          <p:cNvSpPr/>
          <p:nvPr/>
        </p:nvSpPr>
        <p:spPr>
          <a:xfrm>
            <a:off x="2732400" y="38070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b41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19" name=""/>
          <p:cNvSpPr/>
          <p:nvPr/>
        </p:nvSpPr>
        <p:spPr>
          <a:xfrm>
            <a:off x="2732400" y="38210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c43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0" name=""/>
          <p:cNvSpPr/>
          <p:nvPr/>
        </p:nvSpPr>
        <p:spPr>
          <a:xfrm>
            <a:off x="2732400" y="38347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c46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1" name=""/>
          <p:cNvSpPr/>
          <p:nvPr/>
        </p:nvSpPr>
        <p:spPr>
          <a:xfrm>
            <a:off x="2732400" y="38487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d4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2" name=""/>
          <p:cNvSpPr/>
          <p:nvPr/>
        </p:nvSpPr>
        <p:spPr>
          <a:xfrm>
            <a:off x="2732400" y="38628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e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3" name=""/>
          <p:cNvSpPr/>
          <p:nvPr/>
        </p:nvSpPr>
        <p:spPr>
          <a:xfrm>
            <a:off x="2732400" y="38764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e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4" name=""/>
          <p:cNvSpPr/>
          <p:nvPr/>
        </p:nvSpPr>
        <p:spPr>
          <a:xfrm>
            <a:off x="2732400" y="38905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f50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5" name=""/>
          <p:cNvSpPr/>
          <p:nvPr/>
        </p:nvSpPr>
        <p:spPr>
          <a:xfrm>
            <a:off x="2732400" y="39042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052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6" name=""/>
          <p:cNvSpPr/>
          <p:nvPr/>
        </p:nvSpPr>
        <p:spPr>
          <a:xfrm>
            <a:off x="2732400" y="39182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154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7" name=""/>
          <p:cNvSpPr/>
          <p:nvPr/>
        </p:nvSpPr>
        <p:spPr>
          <a:xfrm>
            <a:off x="2732400" y="39319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157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8" name=""/>
          <p:cNvSpPr/>
          <p:nvPr/>
        </p:nvSpPr>
        <p:spPr>
          <a:xfrm>
            <a:off x="2732400" y="39459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259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29" name=""/>
          <p:cNvSpPr/>
          <p:nvPr/>
        </p:nvSpPr>
        <p:spPr>
          <a:xfrm>
            <a:off x="2732400" y="39600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35c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0" name=""/>
          <p:cNvSpPr/>
          <p:nvPr/>
        </p:nvSpPr>
        <p:spPr>
          <a:xfrm>
            <a:off x="2732400" y="3973680"/>
            <a:ext cx="1890000" cy="14760"/>
          </a:xfrm>
          <a:custGeom>
            <a:avLst/>
            <a:gdLst/>
            <a:ahLst/>
            <a:rect l="0" t="0" r="r" b="b"/>
            <a:pathLst>
              <a:path w="5250" h="41">
                <a:moveTo>
                  <a:pt x="0" y="0"/>
                </a:moveTo>
                <a:lnTo>
                  <a:pt x="5250" y="0"/>
                </a:lnTo>
                <a:lnTo>
                  <a:pt x="5250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35e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1" name=""/>
          <p:cNvSpPr/>
          <p:nvPr/>
        </p:nvSpPr>
        <p:spPr>
          <a:xfrm>
            <a:off x="2732400" y="39877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461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2" name=""/>
          <p:cNvSpPr/>
          <p:nvPr/>
        </p:nvSpPr>
        <p:spPr>
          <a:xfrm>
            <a:off x="2732400" y="40014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563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3" name=""/>
          <p:cNvSpPr/>
          <p:nvPr/>
        </p:nvSpPr>
        <p:spPr>
          <a:xfrm>
            <a:off x="2732400" y="40154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66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4" name=""/>
          <p:cNvSpPr/>
          <p:nvPr/>
        </p:nvSpPr>
        <p:spPr>
          <a:xfrm>
            <a:off x="2732400" y="40291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668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5" name=""/>
          <p:cNvSpPr/>
          <p:nvPr/>
        </p:nvSpPr>
        <p:spPr>
          <a:xfrm>
            <a:off x="2732400" y="40431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76b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6" name=""/>
          <p:cNvSpPr/>
          <p:nvPr/>
        </p:nvSpPr>
        <p:spPr>
          <a:xfrm>
            <a:off x="2732400" y="40572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86d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7" name=""/>
          <p:cNvSpPr/>
          <p:nvPr/>
        </p:nvSpPr>
        <p:spPr>
          <a:xfrm>
            <a:off x="2732400" y="40708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870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8" name=""/>
          <p:cNvSpPr/>
          <p:nvPr/>
        </p:nvSpPr>
        <p:spPr>
          <a:xfrm>
            <a:off x="2732400" y="40849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972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39" name=""/>
          <p:cNvSpPr/>
          <p:nvPr/>
        </p:nvSpPr>
        <p:spPr>
          <a:xfrm>
            <a:off x="2732400" y="40986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a74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0" name=""/>
          <p:cNvSpPr/>
          <p:nvPr/>
        </p:nvSpPr>
        <p:spPr>
          <a:xfrm>
            <a:off x="2732400" y="41126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b77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1" name=""/>
          <p:cNvSpPr/>
          <p:nvPr/>
        </p:nvSpPr>
        <p:spPr>
          <a:xfrm>
            <a:off x="2732400" y="41266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b79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2" name=""/>
          <p:cNvSpPr/>
          <p:nvPr/>
        </p:nvSpPr>
        <p:spPr>
          <a:xfrm>
            <a:off x="2732400" y="41403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c7c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3" name=""/>
          <p:cNvSpPr/>
          <p:nvPr/>
        </p:nvSpPr>
        <p:spPr>
          <a:xfrm>
            <a:off x="2732400" y="41544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d7e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4" name=""/>
          <p:cNvSpPr/>
          <p:nvPr/>
        </p:nvSpPr>
        <p:spPr>
          <a:xfrm>
            <a:off x="2732400" y="41680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d81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5" name=""/>
          <p:cNvSpPr/>
          <p:nvPr/>
        </p:nvSpPr>
        <p:spPr>
          <a:xfrm>
            <a:off x="2732400" y="418212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e8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6" name=""/>
          <p:cNvSpPr/>
          <p:nvPr/>
        </p:nvSpPr>
        <p:spPr>
          <a:xfrm>
            <a:off x="2732400" y="41958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f86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7" name=""/>
          <p:cNvSpPr/>
          <p:nvPr/>
        </p:nvSpPr>
        <p:spPr>
          <a:xfrm>
            <a:off x="2732400" y="42098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088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8" name=""/>
          <p:cNvSpPr/>
          <p:nvPr/>
        </p:nvSpPr>
        <p:spPr>
          <a:xfrm>
            <a:off x="2732400" y="42238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08b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49" name=""/>
          <p:cNvSpPr/>
          <p:nvPr/>
        </p:nvSpPr>
        <p:spPr>
          <a:xfrm>
            <a:off x="2732400" y="42375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18d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50" name=""/>
          <p:cNvSpPr/>
          <p:nvPr/>
        </p:nvSpPr>
        <p:spPr>
          <a:xfrm>
            <a:off x="2732400" y="42516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290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51" name=""/>
          <p:cNvSpPr/>
          <p:nvPr/>
        </p:nvSpPr>
        <p:spPr>
          <a:xfrm>
            <a:off x="2732400" y="42652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292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52" name=""/>
          <p:cNvSpPr/>
          <p:nvPr/>
        </p:nvSpPr>
        <p:spPr>
          <a:xfrm>
            <a:off x="2732400" y="42793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394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53" name=""/>
          <p:cNvSpPr/>
          <p:nvPr/>
        </p:nvSpPr>
        <p:spPr>
          <a:xfrm>
            <a:off x="2732400" y="42933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497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54" name=""/>
          <p:cNvSpPr/>
          <p:nvPr/>
        </p:nvSpPr>
        <p:spPr>
          <a:xfrm>
            <a:off x="2732400" y="43070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599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55" name=""/>
          <p:cNvSpPr/>
          <p:nvPr/>
        </p:nvSpPr>
        <p:spPr>
          <a:xfrm>
            <a:off x="2732400" y="43210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59c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56" name=""/>
          <p:cNvSpPr/>
          <p:nvPr/>
        </p:nvSpPr>
        <p:spPr>
          <a:xfrm>
            <a:off x="2732400" y="43347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69e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57" name=""/>
          <p:cNvSpPr/>
          <p:nvPr/>
        </p:nvSpPr>
        <p:spPr>
          <a:xfrm>
            <a:off x="2732400" y="43488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7a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58" name=""/>
          <p:cNvSpPr/>
          <p:nvPr/>
        </p:nvSpPr>
        <p:spPr>
          <a:xfrm>
            <a:off x="2732400" y="43624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7a3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59" name=""/>
          <p:cNvSpPr/>
          <p:nvPr/>
        </p:nvSpPr>
        <p:spPr>
          <a:xfrm>
            <a:off x="2732400" y="43765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8a6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0" name=""/>
          <p:cNvSpPr/>
          <p:nvPr/>
        </p:nvSpPr>
        <p:spPr>
          <a:xfrm>
            <a:off x="2732400" y="43905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9a8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1" name=""/>
          <p:cNvSpPr/>
          <p:nvPr/>
        </p:nvSpPr>
        <p:spPr>
          <a:xfrm>
            <a:off x="2732400" y="44042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aab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2" name=""/>
          <p:cNvSpPr/>
          <p:nvPr/>
        </p:nvSpPr>
        <p:spPr>
          <a:xfrm>
            <a:off x="2732400" y="44182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aad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3" name=""/>
          <p:cNvSpPr/>
          <p:nvPr/>
        </p:nvSpPr>
        <p:spPr>
          <a:xfrm>
            <a:off x="2732400" y="44319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bb0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4" name=""/>
          <p:cNvSpPr/>
          <p:nvPr/>
        </p:nvSpPr>
        <p:spPr>
          <a:xfrm>
            <a:off x="2732400" y="444600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cb2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5" name=""/>
          <p:cNvSpPr/>
          <p:nvPr/>
        </p:nvSpPr>
        <p:spPr>
          <a:xfrm>
            <a:off x="2732400" y="445968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cb4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6" name=""/>
          <p:cNvSpPr/>
          <p:nvPr/>
        </p:nvSpPr>
        <p:spPr>
          <a:xfrm>
            <a:off x="2732400" y="44737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db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7" name=""/>
          <p:cNvSpPr/>
          <p:nvPr/>
        </p:nvSpPr>
        <p:spPr>
          <a:xfrm>
            <a:off x="2732400" y="44877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eb9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8" name=""/>
          <p:cNvSpPr/>
          <p:nvPr/>
        </p:nvSpPr>
        <p:spPr>
          <a:xfrm>
            <a:off x="2732400" y="45014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fbc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69" name=""/>
          <p:cNvSpPr/>
          <p:nvPr/>
        </p:nvSpPr>
        <p:spPr>
          <a:xfrm>
            <a:off x="2732400" y="45154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fbe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0" name=""/>
          <p:cNvSpPr/>
          <p:nvPr/>
        </p:nvSpPr>
        <p:spPr>
          <a:xfrm>
            <a:off x="2732400" y="45291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0c1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1" name=""/>
          <p:cNvSpPr/>
          <p:nvPr/>
        </p:nvSpPr>
        <p:spPr>
          <a:xfrm>
            <a:off x="2732400" y="454320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1c3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2" name=""/>
          <p:cNvSpPr/>
          <p:nvPr/>
        </p:nvSpPr>
        <p:spPr>
          <a:xfrm>
            <a:off x="2732400" y="455724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1c6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3" name=""/>
          <p:cNvSpPr/>
          <p:nvPr/>
        </p:nvSpPr>
        <p:spPr>
          <a:xfrm>
            <a:off x="2732400" y="457092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2c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4" name=""/>
          <p:cNvSpPr/>
          <p:nvPr/>
        </p:nvSpPr>
        <p:spPr>
          <a:xfrm>
            <a:off x="2732400" y="458496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3cb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5" name=""/>
          <p:cNvSpPr/>
          <p:nvPr/>
        </p:nvSpPr>
        <p:spPr>
          <a:xfrm>
            <a:off x="2732400" y="459864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4c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6" name=""/>
          <p:cNvSpPr/>
          <p:nvPr/>
        </p:nvSpPr>
        <p:spPr>
          <a:xfrm>
            <a:off x="2732400" y="4612680"/>
            <a:ext cx="1890000" cy="14040"/>
          </a:xfrm>
          <a:custGeom>
            <a:avLst/>
            <a:gdLst/>
            <a:ahLst/>
            <a:rect l="0" t="0" r="r" b="b"/>
            <a:pathLst>
              <a:path w="5250" h="39">
                <a:moveTo>
                  <a:pt x="0" y="0"/>
                </a:moveTo>
                <a:lnTo>
                  <a:pt x="5250" y="0"/>
                </a:lnTo>
                <a:lnTo>
                  <a:pt x="5250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4d0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7" name=""/>
          <p:cNvSpPr/>
          <p:nvPr/>
        </p:nvSpPr>
        <p:spPr>
          <a:xfrm>
            <a:off x="2732400" y="4626360"/>
            <a:ext cx="1890000" cy="14400"/>
          </a:xfrm>
          <a:custGeom>
            <a:avLst/>
            <a:gdLst/>
            <a:ahLst/>
            <a:rect l="0" t="0" r="r" b="b"/>
            <a:pathLst>
              <a:path w="5250" h="40">
                <a:moveTo>
                  <a:pt x="0" y="0"/>
                </a:moveTo>
                <a:lnTo>
                  <a:pt x="5250" y="0"/>
                </a:lnTo>
                <a:lnTo>
                  <a:pt x="5250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5d2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78" name=""/>
          <p:cNvSpPr/>
          <p:nvPr/>
        </p:nvSpPr>
        <p:spPr>
          <a:xfrm>
            <a:off x="6287760" y="4896360"/>
            <a:ext cx="399600" cy="318960"/>
          </a:xfrm>
          <a:custGeom>
            <a:avLst/>
            <a:gdLst/>
            <a:ahLst/>
            <a:rect l="0" t="0" r="r" b="b"/>
            <a:pathLst>
              <a:path w="1110" h="886">
                <a:moveTo>
                  <a:pt x="0" y="444"/>
                </a:moveTo>
                <a:lnTo>
                  <a:pt x="278" y="444"/>
                </a:lnTo>
                <a:lnTo>
                  <a:pt x="278" y="0"/>
                </a:lnTo>
                <a:lnTo>
                  <a:pt x="832" y="0"/>
                </a:lnTo>
                <a:lnTo>
                  <a:pt x="832" y="444"/>
                </a:lnTo>
                <a:lnTo>
                  <a:pt x="1110" y="444"/>
                </a:lnTo>
                <a:lnTo>
                  <a:pt x="555" y="886"/>
                </a:lnTo>
                <a:lnTo>
                  <a:pt x="0" y="444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479" name=""/>
          <p:cNvSpPr txBox="1"/>
          <p:nvPr/>
        </p:nvSpPr>
        <p:spPr>
          <a:xfrm>
            <a:off x="5511240" y="3795840"/>
            <a:ext cx="20368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Right/Left Balance OK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80" name=""/>
          <p:cNvSpPr txBox="1"/>
          <p:nvPr/>
        </p:nvSpPr>
        <p:spPr>
          <a:xfrm>
            <a:off x="5523120" y="5341680"/>
            <a:ext cx="31600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c0000"/>
                </a:solidFill>
                <a:latin typeface="Malgun Gothic"/>
                <a:ea typeface="Malgun Gothic"/>
              </a:rPr>
              <a:t>High risk of knee/ankle injury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81" name=""/>
          <p:cNvSpPr txBox="1"/>
          <p:nvPr/>
        </p:nvSpPr>
        <p:spPr>
          <a:xfrm>
            <a:off x="5523120" y="5675400"/>
            <a:ext cx="17762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c0000"/>
                </a:solidFill>
                <a:latin typeface="Malgun Gothic"/>
                <a:ea typeface="Malgun Gothic"/>
              </a:rPr>
              <a:t>when exercising.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82" name=""/>
          <p:cNvSpPr txBox="1"/>
          <p:nvPr/>
        </p:nvSpPr>
        <p:spPr>
          <a:xfrm>
            <a:off x="4998600" y="1508760"/>
            <a:ext cx="1850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RA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83" name=""/>
          <p:cNvSpPr txBox="1"/>
          <p:nvPr/>
        </p:nvSpPr>
        <p:spPr>
          <a:xfrm>
            <a:off x="4998600" y="1800000"/>
            <a:ext cx="1641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LA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84" name=""/>
          <p:cNvSpPr txBox="1"/>
          <p:nvPr/>
        </p:nvSpPr>
        <p:spPr>
          <a:xfrm>
            <a:off x="4998600" y="2159280"/>
            <a:ext cx="1699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TR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85" name=""/>
          <p:cNvSpPr txBox="1"/>
          <p:nvPr/>
        </p:nvSpPr>
        <p:spPr>
          <a:xfrm>
            <a:off x="5025240" y="2468880"/>
            <a:ext cx="1641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RL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86" name=""/>
          <p:cNvSpPr txBox="1"/>
          <p:nvPr/>
        </p:nvSpPr>
        <p:spPr>
          <a:xfrm>
            <a:off x="5018400" y="2775960"/>
            <a:ext cx="1641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LL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8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8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4489" name="" descr=""/>
          <p:cNvPicPr/>
          <p:nvPr/>
        </p:nvPicPr>
        <p:blipFill>
          <a:blip r:embed="rId1"/>
          <a:stretch/>
        </p:blipFill>
        <p:spPr>
          <a:xfrm>
            <a:off x="368640" y="1117080"/>
            <a:ext cx="3529080" cy="5097600"/>
          </a:xfrm>
          <a:prstGeom prst="rect">
            <a:avLst/>
          </a:prstGeom>
          <a:ln w="0">
            <a:noFill/>
          </a:ln>
        </p:spPr>
      </p:pic>
      <p:pic>
        <p:nvPicPr>
          <p:cNvPr id="24490" name="" descr=""/>
          <p:cNvPicPr/>
          <p:nvPr/>
        </p:nvPicPr>
        <p:blipFill>
          <a:blip r:embed="rId2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4491" name="" descr=""/>
          <p:cNvPicPr/>
          <p:nvPr/>
        </p:nvPicPr>
        <p:blipFill>
          <a:blip r:embed="rId3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4492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4493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4494" name="" descr=""/>
          <p:cNvPicPr/>
          <p:nvPr/>
        </p:nvPicPr>
        <p:blipFill>
          <a:blip r:embed="rId6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4495" name="" descr=""/>
          <p:cNvPicPr/>
          <p:nvPr/>
        </p:nvPicPr>
        <p:blipFill>
          <a:blip r:embed="rId7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4496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97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98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①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499" name=""/>
          <p:cNvSpPr txBox="1"/>
          <p:nvPr/>
        </p:nvSpPr>
        <p:spPr>
          <a:xfrm>
            <a:off x="2296440" y="744840"/>
            <a:ext cx="1863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Evaluating development of the body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00" name=""/>
          <p:cNvSpPr txBox="1"/>
          <p:nvPr/>
        </p:nvSpPr>
        <p:spPr>
          <a:xfrm>
            <a:off x="5511240" y="4222440"/>
            <a:ext cx="36097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c0000"/>
                </a:solidFill>
                <a:latin typeface="Malgun Gothic"/>
                <a:ea typeface="Malgun Gothic"/>
              </a:rPr>
              <a:t>Underweight female at the age of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01" name=""/>
          <p:cNvSpPr txBox="1"/>
          <p:nvPr/>
        </p:nvSpPr>
        <p:spPr>
          <a:xfrm>
            <a:off x="5511240" y="4556160"/>
            <a:ext cx="16588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c0000"/>
                </a:solidFill>
                <a:latin typeface="Malgun Gothic"/>
                <a:ea typeface="Malgun Gothic"/>
              </a:rPr>
              <a:t>19, lack of SMM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02" name=""/>
          <p:cNvSpPr txBox="1"/>
          <p:nvPr/>
        </p:nvSpPr>
        <p:spPr>
          <a:xfrm>
            <a:off x="5511240" y="3439080"/>
            <a:ext cx="11894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Underweight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03" name=""/>
          <p:cNvSpPr txBox="1"/>
          <p:nvPr/>
        </p:nvSpPr>
        <p:spPr>
          <a:xfrm>
            <a:off x="5511240" y="3661560"/>
            <a:ext cx="9608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Strong leg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04" name=""/>
          <p:cNvSpPr/>
          <p:nvPr/>
        </p:nvSpPr>
        <p:spPr>
          <a:xfrm>
            <a:off x="2546280" y="1085040"/>
            <a:ext cx="2076120" cy="1778040"/>
          </a:xfrm>
          <a:custGeom>
            <a:avLst/>
            <a:gdLst/>
            <a:ahLst/>
            <a:rect l="0" t="0" r="r" b="b"/>
            <a:pathLst>
              <a:path w="5767" h="4939">
                <a:moveTo>
                  <a:pt x="0" y="0"/>
                </a:moveTo>
                <a:lnTo>
                  <a:pt x="5767" y="0"/>
                </a:lnTo>
                <a:lnTo>
                  <a:pt x="5767" y="4939"/>
                </a:lnTo>
                <a:lnTo>
                  <a:pt x="0" y="4939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05" name=""/>
          <p:cNvSpPr/>
          <p:nvPr/>
        </p:nvSpPr>
        <p:spPr>
          <a:xfrm>
            <a:off x="2546280" y="2862720"/>
            <a:ext cx="2076120" cy="444600"/>
          </a:xfrm>
          <a:custGeom>
            <a:avLst/>
            <a:gdLst/>
            <a:ahLst/>
            <a:rect l="0" t="0" r="r" b="b"/>
            <a:pathLst>
              <a:path w="5767" h="1235">
                <a:moveTo>
                  <a:pt x="0" y="0"/>
                </a:moveTo>
                <a:lnTo>
                  <a:pt x="5767" y="0"/>
                </a:lnTo>
                <a:lnTo>
                  <a:pt x="5767" y="1235"/>
                </a:lnTo>
                <a:lnTo>
                  <a:pt x="0" y="1235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06" name=""/>
          <p:cNvSpPr/>
          <p:nvPr/>
        </p:nvSpPr>
        <p:spPr>
          <a:xfrm>
            <a:off x="2546280" y="3306960"/>
            <a:ext cx="2076120" cy="111600"/>
          </a:xfrm>
          <a:custGeom>
            <a:avLst/>
            <a:gdLst/>
            <a:ahLst/>
            <a:rect l="0" t="0" r="r" b="b"/>
            <a:pathLst>
              <a:path w="5767" h="310">
                <a:moveTo>
                  <a:pt x="0" y="0"/>
                </a:moveTo>
                <a:lnTo>
                  <a:pt x="5767" y="0"/>
                </a:lnTo>
                <a:lnTo>
                  <a:pt x="5767" y="310"/>
                </a:lnTo>
                <a:lnTo>
                  <a:pt x="0" y="310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07" name=""/>
          <p:cNvSpPr/>
          <p:nvPr/>
        </p:nvSpPr>
        <p:spPr>
          <a:xfrm>
            <a:off x="2546280" y="3418200"/>
            <a:ext cx="2076120" cy="28080"/>
          </a:xfrm>
          <a:custGeom>
            <a:avLst/>
            <a:gdLst/>
            <a:ahLst/>
            <a:rect l="0" t="0" r="r" b="b"/>
            <a:pathLst>
              <a:path w="5767" h="78">
                <a:moveTo>
                  <a:pt x="0" y="0"/>
                </a:moveTo>
                <a:lnTo>
                  <a:pt x="5767" y="0"/>
                </a:lnTo>
                <a:lnTo>
                  <a:pt x="5767" y="78"/>
                </a:lnTo>
                <a:lnTo>
                  <a:pt x="0" y="78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08" name=""/>
          <p:cNvSpPr/>
          <p:nvPr/>
        </p:nvSpPr>
        <p:spPr>
          <a:xfrm>
            <a:off x="2546280" y="34459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35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09" name=""/>
          <p:cNvSpPr/>
          <p:nvPr/>
        </p:nvSpPr>
        <p:spPr>
          <a:xfrm>
            <a:off x="2546280" y="34599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36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0" name=""/>
          <p:cNvSpPr/>
          <p:nvPr/>
        </p:nvSpPr>
        <p:spPr>
          <a:xfrm>
            <a:off x="2546280" y="34736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39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1" name=""/>
          <p:cNvSpPr/>
          <p:nvPr/>
        </p:nvSpPr>
        <p:spPr>
          <a:xfrm>
            <a:off x="2546280" y="34876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3b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2" name=""/>
          <p:cNvSpPr/>
          <p:nvPr/>
        </p:nvSpPr>
        <p:spPr>
          <a:xfrm>
            <a:off x="2546280" y="35013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3d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3" name=""/>
          <p:cNvSpPr/>
          <p:nvPr/>
        </p:nvSpPr>
        <p:spPr>
          <a:xfrm>
            <a:off x="2546280" y="35154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4" name=""/>
          <p:cNvSpPr/>
          <p:nvPr/>
        </p:nvSpPr>
        <p:spPr>
          <a:xfrm>
            <a:off x="2546280" y="35294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4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5" name=""/>
          <p:cNvSpPr/>
          <p:nvPr/>
        </p:nvSpPr>
        <p:spPr>
          <a:xfrm>
            <a:off x="2546280" y="35431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5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6" name=""/>
          <p:cNvSpPr/>
          <p:nvPr/>
        </p:nvSpPr>
        <p:spPr>
          <a:xfrm>
            <a:off x="2546280" y="35571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47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7" name=""/>
          <p:cNvSpPr/>
          <p:nvPr/>
        </p:nvSpPr>
        <p:spPr>
          <a:xfrm>
            <a:off x="2546280" y="35708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8" name=""/>
          <p:cNvSpPr/>
          <p:nvPr/>
        </p:nvSpPr>
        <p:spPr>
          <a:xfrm>
            <a:off x="2546280" y="35848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19" name=""/>
          <p:cNvSpPr/>
          <p:nvPr/>
        </p:nvSpPr>
        <p:spPr>
          <a:xfrm>
            <a:off x="2546280" y="35989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4e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0" name=""/>
          <p:cNvSpPr/>
          <p:nvPr/>
        </p:nvSpPr>
        <p:spPr>
          <a:xfrm>
            <a:off x="2546280" y="36126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50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1" name=""/>
          <p:cNvSpPr/>
          <p:nvPr/>
        </p:nvSpPr>
        <p:spPr>
          <a:xfrm>
            <a:off x="2546280" y="36266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5353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2" name=""/>
          <p:cNvSpPr/>
          <p:nvPr/>
        </p:nvSpPr>
        <p:spPr>
          <a:xfrm>
            <a:off x="2546280" y="36403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555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3" name=""/>
          <p:cNvSpPr/>
          <p:nvPr/>
        </p:nvSpPr>
        <p:spPr>
          <a:xfrm>
            <a:off x="2546280" y="36543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4" name=""/>
          <p:cNvSpPr/>
          <p:nvPr/>
        </p:nvSpPr>
        <p:spPr>
          <a:xfrm>
            <a:off x="2546280" y="36680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5a5a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5" name=""/>
          <p:cNvSpPr/>
          <p:nvPr/>
        </p:nvSpPr>
        <p:spPr>
          <a:xfrm>
            <a:off x="2546280" y="36820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5c5c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6" name=""/>
          <p:cNvSpPr/>
          <p:nvPr/>
        </p:nvSpPr>
        <p:spPr>
          <a:xfrm>
            <a:off x="2546280" y="36961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7" name=""/>
          <p:cNvSpPr/>
          <p:nvPr/>
        </p:nvSpPr>
        <p:spPr>
          <a:xfrm>
            <a:off x="2546280" y="37098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8" name=""/>
          <p:cNvSpPr/>
          <p:nvPr/>
        </p:nvSpPr>
        <p:spPr>
          <a:xfrm>
            <a:off x="2546280" y="37238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29" name=""/>
          <p:cNvSpPr/>
          <p:nvPr/>
        </p:nvSpPr>
        <p:spPr>
          <a:xfrm>
            <a:off x="2546280" y="37375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0" name=""/>
          <p:cNvSpPr/>
          <p:nvPr/>
        </p:nvSpPr>
        <p:spPr>
          <a:xfrm>
            <a:off x="2546280" y="37515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1" name=""/>
          <p:cNvSpPr/>
          <p:nvPr/>
        </p:nvSpPr>
        <p:spPr>
          <a:xfrm>
            <a:off x="2546280" y="37652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2" name=""/>
          <p:cNvSpPr/>
          <p:nvPr/>
        </p:nvSpPr>
        <p:spPr>
          <a:xfrm>
            <a:off x="2546280" y="37792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3" name=""/>
          <p:cNvSpPr/>
          <p:nvPr/>
        </p:nvSpPr>
        <p:spPr>
          <a:xfrm>
            <a:off x="2546280" y="37933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4" name=""/>
          <p:cNvSpPr/>
          <p:nvPr/>
        </p:nvSpPr>
        <p:spPr>
          <a:xfrm>
            <a:off x="2546280" y="38070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5" name=""/>
          <p:cNvSpPr/>
          <p:nvPr/>
        </p:nvSpPr>
        <p:spPr>
          <a:xfrm>
            <a:off x="2546280" y="38210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6" name=""/>
          <p:cNvSpPr/>
          <p:nvPr/>
        </p:nvSpPr>
        <p:spPr>
          <a:xfrm>
            <a:off x="2546280" y="38347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7" name=""/>
          <p:cNvSpPr/>
          <p:nvPr/>
        </p:nvSpPr>
        <p:spPr>
          <a:xfrm>
            <a:off x="2546280" y="38487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8" name=""/>
          <p:cNvSpPr/>
          <p:nvPr/>
        </p:nvSpPr>
        <p:spPr>
          <a:xfrm>
            <a:off x="2546280" y="38628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39" name=""/>
          <p:cNvSpPr/>
          <p:nvPr/>
        </p:nvSpPr>
        <p:spPr>
          <a:xfrm>
            <a:off x="2546280" y="38764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0" name=""/>
          <p:cNvSpPr/>
          <p:nvPr/>
        </p:nvSpPr>
        <p:spPr>
          <a:xfrm>
            <a:off x="2546280" y="38905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1" name=""/>
          <p:cNvSpPr/>
          <p:nvPr/>
        </p:nvSpPr>
        <p:spPr>
          <a:xfrm>
            <a:off x="2546280" y="39042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2" name=""/>
          <p:cNvSpPr/>
          <p:nvPr/>
        </p:nvSpPr>
        <p:spPr>
          <a:xfrm>
            <a:off x="2546280" y="39182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3" name=""/>
          <p:cNvSpPr/>
          <p:nvPr/>
        </p:nvSpPr>
        <p:spPr>
          <a:xfrm>
            <a:off x="2546280" y="39319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4" name=""/>
          <p:cNvSpPr/>
          <p:nvPr/>
        </p:nvSpPr>
        <p:spPr>
          <a:xfrm>
            <a:off x="2546280" y="39459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5" name=""/>
          <p:cNvSpPr/>
          <p:nvPr/>
        </p:nvSpPr>
        <p:spPr>
          <a:xfrm>
            <a:off x="2546280" y="39600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6" name=""/>
          <p:cNvSpPr/>
          <p:nvPr/>
        </p:nvSpPr>
        <p:spPr>
          <a:xfrm>
            <a:off x="2546280" y="3973680"/>
            <a:ext cx="2076120" cy="14760"/>
          </a:xfrm>
          <a:custGeom>
            <a:avLst/>
            <a:gdLst/>
            <a:ahLst/>
            <a:rect l="0" t="0" r="r" b="b"/>
            <a:pathLst>
              <a:path w="5767" h="41">
                <a:moveTo>
                  <a:pt x="0" y="0"/>
                </a:moveTo>
                <a:lnTo>
                  <a:pt x="5767" y="0"/>
                </a:lnTo>
                <a:lnTo>
                  <a:pt x="57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7" name=""/>
          <p:cNvSpPr/>
          <p:nvPr/>
        </p:nvSpPr>
        <p:spPr>
          <a:xfrm>
            <a:off x="2546280" y="39877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8" name=""/>
          <p:cNvSpPr/>
          <p:nvPr/>
        </p:nvSpPr>
        <p:spPr>
          <a:xfrm>
            <a:off x="2546280" y="40014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49" name=""/>
          <p:cNvSpPr/>
          <p:nvPr/>
        </p:nvSpPr>
        <p:spPr>
          <a:xfrm>
            <a:off x="2546280" y="40154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50" name=""/>
          <p:cNvSpPr/>
          <p:nvPr/>
        </p:nvSpPr>
        <p:spPr>
          <a:xfrm>
            <a:off x="2546280" y="40291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51" name=""/>
          <p:cNvSpPr/>
          <p:nvPr/>
        </p:nvSpPr>
        <p:spPr>
          <a:xfrm>
            <a:off x="2546280" y="40431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52" name=""/>
          <p:cNvSpPr/>
          <p:nvPr/>
        </p:nvSpPr>
        <p:spPr>
          <a:xfrm>
            <a:off x="2546280" y="40572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53" name=""/>
          <p:cNvSpPr/>
          <p:nvPr/>
        </p:nvSpPr>
        <p:spPr>
          <a:xfrm>
            <a:off x="2546280" y="40708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54" name=""/>
          <p:cNvSpPr/>
          <p:nvPr/>
        </p:nvSpPr>
        <p:spPr>
          <a:xfrm>
            <a:off x="2546280" y="40849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55" name=""/>
          <p:cNvSpPr/>
          <p:nvPr/>
        </p:nvSpPr>
        <p:spPr>
          <a:xfrm>
            <a:off x="2546280" y="40986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56" name=""/>
          <p:cNvSpPr/>
          <p:nvPr/>
        </p:nvSpPr>
        <p:spPr>
          <a:xfrm>
            <a:off x="2546280" y="41126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57" name=""/>
          <p:cNvSpPr/>
          <p:nvPr/>
        </p:nvSpPr>
        <p:spPr>
          <a:xfrm>
            <a:off x="2546280" y="41266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58" name=""/>
          <p:cNvSpPr/>
          <p:nvPr/>
        </p:nvSpPr>
        <p:spPr>
          <a:xfrm>
            <a:off x="2546280" y="41403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59" name=""/>
          <p:cNvSpPr/>
          <p:nvPr/>
        </p:nvSpPr>
        <p:spPr>
          <a:xfrm>
            <a:off x="2546280" y="41544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0" name=""/>
          <p:cNvSpPr/>
          <p:nvPr/>
        </p:nvSpPr>
        <p:spPr>
          <a:xfrm>
            <a:off x="2546280" y="41680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1" name=""/>
          <p:cNvSpPr/>
          <p:nvPr/>
        </p:nvSpPr>
        <p:spPr>
          <a:xfrm>
            <a:off x="2546280" y="41821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2" name=""/>
          <p:cNvSpPr/>
          <p:nvPr/>
        </p:nvSpPr>
        <p:spPr>
          <a:xfrm>
            <a:off x="2546280" y="41958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3" name=""/>
          <p:cNvSpPr/>
          <p:nvPr/>
        </p:nvSpPr>
        <p:spPr>
          <a:xfrm>
            <a:off x="2546280" y="42098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4" name=""/>
          <p:cNvSpPr/>
          <p:nvPr/>
        </p:nvSpPr>
        <p:spPr>
          <a:xfrm>
            <a:off x="2546280" y="42238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5" name=""/>
          <p:cNvSpPr/>
          <p:nvPr/>
        </p:nvSpPr>
        <p:spPr>
          <a:xfrm>
            <a:off x="2546280" y="42375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6" name=""/>
          <p:cNvSpPr/>
          <p:nvPr/>
        </p:nvSpPr>
        <p:spPr>
          <a:xfrm>
            <a:off x="2546280" y="42516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7" name=""/>
          <p:cNvSpPr/>
          <p:nvPr/>
        </p:nvSpPr>
        <p:spPr>
          <a:xfrm>
            <a:off x="2546280" y="42652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8" name=""/>
          <p:cNvSpPr/>
          <p:nvPr/>
        </p:nvSpPr>
        <p:spPr>
          <a:xfrm>
            <a:off x="2546280" y="42793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69" name=""/>
          <p:cNvSpPr/>
          <p:nvPr/>
        </p:nvSpPr>
        <p:spPr>
          <a:xfrm>
            <a:off x="2546280" y="42933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0" name=""/>
          <p:cNvSpPr/>
          <p:nvPr/>
        </p:nvSpPr>
        <p:spPr>
          <a:xfrm>
            <a:off x="2546280" y="43070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1" name=""/>
          <p:cNvSpPr/>
          <p:nvPr/>
        </p:nvSpPr>
        <p:spPr>
          <a:xfrm>
            <a:off x="2546280" y="43210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2" name=""/>
          <p:cNvSpPr/>
          <p:nvPr/>
        </p:nvSpPr>
        <p:spPr>
          <a:xfrm>
            <a:off x="2546280" y="43347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3" name=""/>
          <p:cNvSpPr/>
          <p:nvPr/>
        </p:nvSpPr>
        <p:spPr>
          <a:xfrm>
            <a:off x="2546280" y="43488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4" name=""/>
          <p:cNvSpPr/>
          <p:nvPr/>
        </p:nvSpPr>
        <p:spPr>
          <a:xfrm>
            <a:off x="2546280" y="43624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5" name=""/>
          <p:cNvSpPr/>
          <p:nvPr/>
        </p:nvSpPr>
        <p:spPr>
          <a:xfrm>
            <a:off x="2546280" y="43765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6" name=""/>
          <p:cNvSpPr/>
          <p:nvPr/>
        </p:nvSpPr>
        <p:spPr>
          <a:xfrm>
            <a:off x="2546280" y="43905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7" name=""/>
          <p:cNvSpPr/>
          <p:nvPr/>
        </p:nvSpPr>
        <p:spPr>
          <a:xfrm>
            <a:off x="2546280" y="44042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8" name=""/>
          <p:cNvSpPr/>
          <p:nvPr/>
        </p:nvSpPr>
        <p:spPr>
          <a:xfrm>
            <a:off x="2546280" y="44182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dbdb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79" name=""/>
          <p:cNvSpPr/>
          <p:nvPr/>
        </p:nvSpPr>
        <p:spPr>
          <a:xfrm>
            <a:off x="2546280" y="44319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dede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0" name=""/>
          <p:cNvSpPr/>
          <p:nvPr/>
        </p:nvSpPr>
        <p:spPr>
          <a:xfrm>
            <a:off x="2546280" y="44460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e0e0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1" name=""/>
          <p:cNvSpPr/>
          <p:nvPr/>
        </p:nvSpPr>
        <p:spPr>
          <a:xfrm>
            <a:off x="2546280" y="44596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e2e2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2" name=""/>
          <p:cNvSpPr/>
          <p:nvPr/>
        </p:nvSpPr>
        <p:spPr>
          <a:xfrm>
            <a:off x="2546280" y="44737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e5e5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3" name=""/>
          <p:cNvSpPr/>
          <p:nvPr/>
        </p:nvSpPr>
        <p:spPr>
          <a:xfrm>
            <a:off x="2546280" y="44877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e7e7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4" name=""/>
          <p:cNvSpPr/>
          <p:nvPr/>
        </p:nvSpPr>
        <p:spPr>
          <a:xfrm>
            <a:off x="2546280" y="45014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e9e9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5" name=""/>
          <p:cNvSpPr/>
          <p:nvPr/>
        </p:nvSpPr>
        <p:spPr>
          <a:xfrm>
            <a:off x="2546280" y="45154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ecec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6" name=""/>
          <p:cNvSpPr/>
          <p:nvPr/>
        </p:nvSpPr>
        <p:spPr>
          <a:xfrm>
            <a:off x="2546280" y="45291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eeee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7" name=""/>
          <p:cNvSpPr/>
          <p:nvPr/>
        </p:nvSpPr>
        <p:spPr>
          <a:xfrm>
            <a:off x="2546280" y="45432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8" name=""/>
          <p:cNvSpPr/>
          <p:nvPr/>
        </p:nvSpPr>
        <p:spPr>
          <a:xfrm>
            <a:off x="2546280" y="45572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f3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89" name=""/>
          <p:cNvSpPr/>
          <p:nvPr/>
        </p:nvSpPr>
        <p:spPr>
          <a:xfrm>
            <a:off x="2546280" y="45709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90" name=""/>
          <p:cNvSpPr/>
          <p:nvPr/>
        </p:nvSpPr>
        <p:spPr>
          <a:xfrm>
            <a:off x="2546280" y="45849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91" name=""/>
          <p:cNvSpPr/>
          <p:nvPr/>
        </p:nvSpPr>
        <p:spPr>
          <a:xfrm>
            <a:off x="2546280" y="45986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92" name=""/>
          <p:cNvSpPr/>
          <p:nvPr/>
        </p:nvSpPr>
        <p:spPr>
          <a:xfrm>
            <a:off x="2546280" y="46126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fd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93" name=""/>
          <p:cNvSpPr/>
          <p:nvPr/>
        </p:nvSpPr>
        <p:spPr>
          <a:xfrm>
            <a:off x="2546280" y="46263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594" name=""/>
          <p:cNvSpPr/>
          <p:nvPr/>
        </p:nvSpPr>
        <p:spPr>
          <a:xfrm>
            <a:off x="2546280" y="1085040"/>
            <a:ext cx="2076120" cy="1778040"/>
          </a:xfrm>
          <a:custGeom>
            <a:avLst/>
            <a:gdLst/>
            <a:ahLst/>
            <a:rect l="0" t="0" r="r" b="b"/>
            <a:pathLst>
              <a:path w="5767" h="4939">
                <a:moveTo>
                  <a:pt x="0" y="0"/>
                </a:moveTo>
                <a:lnTo>
                  <a:pt x="5767" y="0"/>
                </a:lnTo>
                <a:lnTo>
                  <a:pt x="5767" y="4939"/>
                </a:lnTo>
                <a:lnTo>
                  <a:pt x="0" y="4939"/>
                </a:lnTo>
                <a:lnTo>
                  <a:pt x="0" y="0"/>
                </a:lnTo>
                <a:close/>
              </a:path>
            </a:pathLst>
          </a:custGeom>
          <a:solidFill>
            <a:srgbClr val="78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95" name=""/>
          <p:cNvSpPr/>
          <p:nvPr/>
        </p:nvSpPr>
        <p:spPr>
          <a:xfrm>
            <a:off x="2546280" y="2862720"/>
            <a:ext cx="2076120" cy="444600"/>
          </a:xfrm>
          <a:custGeom>
            <a:avLst/>
            <a:gdLst/>
            <a:ahLst/>
            <a:rect l="0" t="0" r="r" b="b"/>
            <a:pathLst>
              <a:path w="5767" h="1235">
                <a:moveTo>
                  <a:pt x="0" y="0"/>
                </a:moveTo>
                <a:lnTo>
                  <a:pt x="5767" y="0"/>
                </a:lnTo>
                <a:lnTo>
                  <a:pt x="5767" y="1235"/>
                </a:lnTo>
                <a:lnTo>
                  <a:pt x="0" y="1235"/>
                </a:lnTo>
                <a:lnTo>
                  <a:pt x="0" y="0"/>
                </a:lnTo>
                <a:close/>
              </a:path>
            </a:pathLst>
          </a:custGeom>
          <a:solidFill>
            <a:srgbClr val="78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96" name=""/>
          <p:cNvSpPr/>
          <p:nvPr/>
        </p:nvSpPr>
        <p:spPr>
          <a:xfrm>
            <a:off x="2546280" y="3306960"/>
            <a:ext cx="2076120" cy="111600"/>
          </a:xfrm>
          <a:custGeom>
            <a:avLst/>
            <a:gdLst/>
            <a:ahLst/>
            <a:rect l="0" t="0" r="r" b="b"/>
            <a:pathLst>
              <a:path w="5767" h="310">
                <a:moveTo>
                  <a:pt x="0" y="0"/>
                </a:moveTo>
                <a:lnTo>
                  <a:pt x="5767" y="0"/>
                </a:lnTo>
                <a:lnTo>
                  <a:pt x="5767" y="310"/>
                </a:lnTo>
                <a:lnTo>
                  <a:pt x="0" y="310"/>
                </a:lnTo>
                <a:lnTo>
                  <a:pt x="0" y="0"/>
                </a:lnTo>
                <a:close/>
              </a:path>
            </a:pathLst>
          </a:custGeom>
          <a:solidFill>
            <a:srgbClr val="78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97" name=""/>
          <p:cNvSpPr/>
          <p:nvPr/>
        </p:nvSpPr>
        <p:spPr>
          <a:xfrm>
            <a:off x="2546280" y="3418200"/>
            <a:ext cx="2076120" cy="28080"/>
          </a:xfrm>
          <a:custGeom>
            <a:avLst/>
            <a:gdLst/>
            <a:ahLst/>
            <a:rect l="0" t="0" r="r" b="b"/>
            <a:pathLst>
              <a:path w="5767" h="78">
                <a:moveTo>
                  <a:pt x="0" y="0"/>
                </a:moveTo>
                <a:lnTo>
                  <a:pt x="5767" y="0"/>
                </a:lnTo>
                <a:lnTo>
                  <a:pt x="5767" y="78"/>
                </a:lnTo>
                <a:lnTo>
                  <a:pt x="0" y="78"/>
                </a:lnTo>
                <a:lnTo>
                  <a:pt x="0" y="0"/>
                </a:lnTo>
                <a:close/>
              </a:path>
            </a:pathLst>
          </a:custGeom>
          <a:solidFill>
            <a:srgbClr val="78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98" name=""/>
          <p:cNvSpPr/>
          <p:nvPr/>
        </p:nvSpPr>
        <p:spPr>
          <a:xfrm>
            <a:off x="2546280" y="34459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802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599" name=""/>
          <p:cNvSpPr/>
          <p:nvPr/>
        </p:nvSpPr>
        <p:spPr>
          <a:xfrm>
            <a:off x="2546280" y="34599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903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0" name=""/>
          <p:cNvSpPr/>
          <p:nvPr/>
        </p:nvSpPr>
        <p:spPr>
          <a:xfrm>
            <a:off x="2546280" y="34736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a06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1" name=""/>
          <p:cNvSpPr/>
          <p:nvPr/>
        </p:nvSpPr>
        <p:spPr>
          <a:xfrm>
            <a:off x="2546280" y="34876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a08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2" name=""/>
          <p:cNvSpPr/>
          <p:nvPr/>
        </p:nvSpPr>
        <p:spPr>
          <a:xfrm>
            <a:off x="2546280" y="35013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b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3" name=""/>
          <p:cNvSpPr/>
          <p:nvPr/>
        </p:nvSpPr>
        <p:spPr>
          <a:xfrm>
            <a:off x="2546280" y="35154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c0d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4" name=""/>
          <p:cNvSpPr/>
          <p:nvPr/>
        </p:nvSpPr>
        <p:spPr>
          <a:xfrm>
            <a:off x="2546280" y="35294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d10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5" name=""/>
          <p:cNvSpPr/>
          <p:nvPr/>
        </p:nvSpPr>
        <p:spPr>
          <a:xfrm>
            <a:off x="2546280" y="35431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d12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6" name=""/>
          <p:cNvSpPr/>
          <p:nvPr/>
        </p:nvSpPr>
        <p:spPr>
          <a:xfrm>
            <a:off x="2546280" y="35571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7e15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7" name=""/>
          <p:cNvSpPr/>
          <p:nvPr/>
        </p:nvSpPr>
        <p:spPr>
          <a:xfrm>
            <a:off x="2546280" y="35708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f17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8" name=""/>
          <p:cNvSpPr/>
          <p:nvPr/>
        </p:nvSpPr>
        <p:spPr>
          <a:xfrm>
            <a:off x="2546280" y="35848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7f1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09" name=""/>
          <p:cNvSpPr/>
          <p:nvPr/>
        </p:nvSpPr>
        <p:spPr>
          <a:xfrm>
            <a:off x="2546280" y="35989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01c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0" name=""/>
          <p:cNvSpPr/>
          <p:nvPr/>
        </p:nvSpPr>
        <p:spPr>
          <a:xfrm>
            <a:off x="2546280" y="36126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1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1" name=""/>
          <p:cNvSpPr/>
          <p:nvPr/>
        </p:nvSpPr>
        <p:spPr>
          <a:xfrm>
            <a:off x="2546280" y="36266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221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2" name=""/>
          <p:cNvSpPr/>
          <p:nvPr/>
        </p:nvSpPr>
        <p:spPr>
          <a:xfrm>
            <a:off x="2546280" y="36403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223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3" name=""/>
          <p:cNvSpPr/>
          <p:nvPr/>
        </p:nvSpPr>
        <p:spPr>
          <a:xfrm>
            <a:off x="2546280" y="36543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326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4" name=""/>
          <p:cNvSpPr/>
          <p:nvPr/>
        </p:nvSpPr>
        <p:spPr>
          <a:xfrm>
            <a:off x="2546280" y="36680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428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5" name=""/>
          <p:cNvSpPr/>
          <p:nvPr/>
        </p:nvSpPr>
        <p:spPr>
          <a:xfrm>
            <a:off x="2546280" y="36820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42b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6" name=""/>
          <p:cNvSpPr/>
          <p:nvPr/>
        </p:nvSpPr>
        <p:spPr>
          <a:xfrm>
            <a:off x="2546280" y="36961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52d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7" name=""/>
          <p:cNvSpPr/>
          <p:nvPr/>
        </p:nvSpPr>
        <p:spPr>
          <a:xfrm>
            <a:off x="2546280" y="37098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630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8" name=""/>
          <p:cNvSpPr/>
          <p:nvPr/>
        </p:nvSpPr>
        <p:spPr>
          <a:xfrm>
            <a:off x="2546280" y="37238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732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19" name=""/>
          <p:cNvSpPr/>
          <p:nvPr/>
        </p:nvSpPr>
        <p:spPr>
          <a:xfrm>
            <a:off x="2546280" y="37375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735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0" name=""/>
          <p:cNvSpPr/>
          <p:nvPr/>
        </p:nvSpPr>
        <p:spPr>
          <a:xfrm>
            <a:off x="2546280" y="37515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837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1" name=""/>
          <p:cNvSpPr/>
          <p:nvPr/>
        </p:nvSpPr>
        <p:spPr>
          <a:xfrm>
            <a:off x="2546280" y="37652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939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2" name=""/>
          <p:cNvSpPr/>
          <p:nvPr/>
        </p:nvSpPr>
        <p:spPr>
          <a:xfrm>
            <a:off x="2546280" y="37792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93c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3" name=""/>
          <p:cNvSpPr/>
          <p:nvPr/>
        </p:nvSpPr>
        <p:spPr>
          <a:xfrm>
            <a:off x="2546280" y="37933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a3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4" name=""/>
          <p:cNvSpPr/>
          <p:nvPr/>
        </p:nvSpPr>
        <p:spPr>
          <a:xfrm>
            <a:off x="2546280" y="38070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b41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5" name=""/>
          <p:cNvSpPr/>
          <p:nvPr/>
        </p:nvSpPr>
        <p:spPr>
          <a:xfrm>
            <a:off x="2546280" y="38210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c43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6" name=""/>
          <p:cNvSpPr/>
          <p:nvPr/>
        </p:nvSpPr>
        <p:spPr>
          <a:xfrm>
            <a:off x="2546280" y="38347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c46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7" name=""/>
          <p:cNvSpPr/>
          <p:nvPr/>
        </p:nvSpPr>
        <p:spPr>
          <a:xfrm>
            <a:off x="2546280" y="38487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d48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8" name=""/>
          <p:cNvSpPr/>
          <p:nvPr/>
        </p:nvSpPr>
        <p:spPr>
          <a:xfrm>
            <a:off x="2546280" y="38628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e4b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29" name=""/>
          <p:cNvSpPr/>
          <p:nvPr/>
        </p:nvSpPr>
        <p:spPr>
          <a:xfrm>
            <a:off x="2546280" y="38764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e4d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0" name=""/>
          <p:cNvSpPr/>
          <p:nvPr/>
        </p:nvSpPr>
        <p:spPr>
          <a:xfrm>
            <a:off x="2546280" y="38905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8f50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1" name=""/>
          <p:cNvSpPr/>
          <p:nvPr/>
        </p:nvSpPr>
        <p:spPr>
          <a:xfrm>
            <a:off x="2546280" y="39042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052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2" name=""/>
          <p:cNvSpPr/>
          <p:nvPr/>
        </p:nvSpPr>
        <p:spPr>
          <a:xfrm>
            <a:off x="2546280" y="39182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154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3" name=""/>
          <p:cNvSpPr/>
          <p:nvPr/>
        </p:nvSpPr>
        <p:spPr>
          <a:xfrm>
            <a:off x="2546280" y="39319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157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4" name=""/>
          <p:cNvSpPr/>
          <p:nvPr/>
        </p:nvSpPr>
        <p:spPr>
          <a:xfrm>
            <a:off x="2546280" y="39459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259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5" name=""/>
          <p:cNvSpPr/>
          <p:nvPr/>
        </p:nvSpPr>
        <p:spPr>
          <a:xfrm>
            <a:off x="2546280" y="39600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35c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6" name=""/>
          <p:cNvSpPr/>
          <p:nvPr/>
        </p:nvSpPr>
        <p:spPr>
          <a:xfrm>
            <a:off x="2546280" y="3973680"/>
            <a:ext cx="2076120" cy="14760"/>
          </a:xfrm>
          <a:custGeom>
            <a:avLst/>
            <a:gdLst/>
            <a:ahLst/>
            <a:rect l="0" t="0" r="r" b="b"/>
            <a:pathLst>
              <a:path w="5767" h="41">
                <a:moveTo>
                  <a:pt x="0" y="0"/>
                </a:moveTo>
                <a:lnTo>
                  <a:pt x="5767" y="0"/>
                </a:lnTo>
                <a:lnTo>
                  <a:pt x="5767" y="41"/>
                </a:lnTo>
                <a:lnTo>
                  <a:pt x="0" y="41"/>
                </a:lnTo>
                <a:lnTo>
                  <a:pt x="0" y="0"/>
                </a:lnTo>
                <a:close/>
              </a:path>
            </a:pathLst>
          </a:custGeom>
          <a:solidFill>
            <a:srgbClr val="935e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7" name=""/>
          <p:cNvSpPr/>
          <p:nvPr/>
        </p:nvSpPr>
        <p:spPr>
          <a:xfrm>
            <a:off x="2546280" y="39877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461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8" name=""/>
          <p:cNvSpPr/>
          <p:nvPr/>
        </p:nvSpPr>
        <p:spPr>
          <a:xfrm>
            <a:off x="2546280" y="40014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563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39" name=""/>
          <p:cNvSpPr/>
          <p:nvPr/>
        </p:nvSpPr>
        <p:spPr>
          <a:xfrm>
            <a:off x="2546280" y="40154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666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0" name=""/>
          <p:cNvSpPr/>
          <p:nvPr/>
        </p:nvSpPr>
        <p:spPr>
          <a:xfrm>
            <a:off x="2546280" y="40291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668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1" name=""/>
          <p:cNvSpPr/>
          <p:nvPr/>
        </p:nvSpPr>
        <p:spPr>
          <a:xfrm>
            <a:off x="2546280" y="40431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76b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2" name=""/>
          <p:cNvSpPr/>
          <p:nvPr/>
        </p:nvSpPr>
        <p:spPr>
          <a:xfrm>
            <a:off x="2546280" y="40572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86d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3" name=""/>
          <p:cNvSpPr/>
          <p:nvPr/>
        </p:nvSpPr>
        <p:spPr>
          <a:xfrm>
            <a:off x="2546280" y="40708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870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4" name=""/>
          <p:cNvSpPr/>
          <p:nvPr/>
        </p:nvSpPr>
        <p:spPr>
          <a:xfrm>
            <a:off x="2546280" y="40849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972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5" name=""/>
          <p:cNvSpPr/>
          <p:nvPr/>
        </p:nvSpPr>
        <p:spPr>
          <a:xfrm>
            <a:off x="2546280" y="40986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a74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6" name=""/>
          <p:cNvSpPr/>
          <p:nvPr/>
        </p:nvSpPr>
        <p:spPr>
          <a:xfrm>
            <a:off x="2546280" y="41126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b77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7" name=""/>
          <p:cNvSpPr/>
          <p:nvPr/>
        </p:nvSpPr>
        <p:spPr>
          <a:xfrm>
            <a:off x="2546280" y="41266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b79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8" name=""/>
          <p:cNvSpPr/>
          <p:nvPr/>
        </p:nvSpPr>
        <p:spPr>
          <a:xfrm>
            <a:off x="2546280" y="41403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c7c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49" name=""/>
          <p:cNvSpPr/>
          <p:nvPr/>
        </p:nvSpPr>
        <p:spPr>
          <a:xfrm>
            <a:off x="2546280" y="41544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d7e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0" name=""/>
          <p:cNvSpPr/>
          <p:nvPr/>
        </p:nvSpPr>
        <p:spPr>
          <a:xfrm>
            <a:off x="2546280" y="41680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d81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1" name=""/>
          <p:cNvSpPr/>
          <p:nvPr/>
        </p:nvSpPr>
        <p:spPr>
          <a:xfrm>
            <a:off x="2546280" y="418212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9e83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2" name=""/>
          <p:cNvSpPr/>
          <p:nvPr/>
        </p:nvSpPr>
        <p:spPr>
          <a:xfrm>
            <a:off x="2546280" y="41958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9f86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3" name=""/>
          <p:cNvSpPr/>
          <p:nvPr/>
        </p:nvSpPr>
        <p:spPr>
          <a:xfrm>
            <a:off x="2546280" y="42098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088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4" name=""/>
          <p:cNvSpPr/>
          <p:nvPr/>
        </p:nvSpPr>
        <p:spPr>
          <a:xfrm>
            <a:off x="2546280" y="42238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08b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5" name=""/>
          <p:cNvSpPr/>
          <p:nvPr/>
        </p:nvSpPr>
        <p:spPr>
          <a:xfrm>
            <a:off x="2546280" y="42375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18d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6" name=""/>
          <p:cNvSpPr/>
          <p:nvPr/>
        </p:nvSpPr>
        <p:spPr>
          <a:xfrm>
            <a:off x="2546280" y="42516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290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7" name=""/>
          <p:cNvSpPr/>
          <p:nvPr/>
        </p:nvSpPr>
        <p:spPr>
          <a:xfrm>
            <a:off x="2546280" y="42652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292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8" name=""/>
          <p:cNvSpPr/>
          <p:nvPr/>
        </p:nvSpPr>
        <p:spPr>
          <a:xfrm>
            <a:off x="2546280" y="42793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394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59" name=""/>
          <p:cNvSpPr/>
          <p:nvPr/>
        </p:nvSpPr>
        <p:spPr>
          <a:xfrm>
            <a:off x="2546280" y="42933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497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0" name=""/>
          <p:cNvSpPr/>
          <p:nvPr/>
        </p:nvSpPr>
        <p:spPr>
          <a:xfrm>
            <a:off x="2546280" y="43070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599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1" name=""/>
          <p:cNvSpPr/>
          <p:nvPr/>
        </p:nvSpPr>
        <p:spPr>
          <a:xfrm>
            <a:off x="2546280" y="43210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59c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2" name=""/>
          <p:cNvSpPr/>
          <p:nvPr/>
        </p:nvSpPr>
        <p:spPr>
          <a:xfrm>
            <a:off x="2546280" y="43347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69e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3" name=""/>
          <p:cNvSpPr/>
          <p:nvPr/>
        </p:nvSpPr>
        <p:spPr>
          <a:xfrm>
            <a:off x="2546280" y="43488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7a1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4" name=""/>
          <p:cNvSpPr/>
          <p:nvPr/>
        </p:nvSpPr>
        <p:spPr>
          <a:xfrm>
            <a:off x="2546280" y="43624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7a3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5" name=""/>
          <p:cNvSpPr/>
          <p:nvPr/>
        </p:nvSpPr>
        <p:spPr>
          <a:xfrm>
            <a:off x="2546280" y="43765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8a6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6" name=""/>
          <p:cNvSpPr/>
          <p:nvPr/>
        </p:nvSpPr>
        <p:spPr>
          <a:xfrm>
            <a:off x="2546280" y="43905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9a8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7" name=""/>
          <p:cNvSpPr/>
          <p:nvPr/>
        </p:nvSpPr>
        <p:spPr>
          <a:xfrm>
            <a:off x="2546280" y="44042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aab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8" name=""/>
          <p:cNvSpPr/>
          <p:nvPr/>
        </p:nvSpPr>
        <p:spPr>
          <a:xfrm>
            <a:off x="2546280" y="44182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aad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69" name=""/>
          <p:cNvSpPr/>
          <p:nvPr/>
        </p:nvSpPr>
        <p:spPr>
          <a:xfrm>
            <a:off x="2546280" y="44319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bb0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0" name=""/>
          <p:cNvSpPr/>
          <p:nvPr/>
        </p:nvSpPr>
        <p:spPr>
          <a:xfrm>
            <a:off x="2546280" y="444600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cb2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1" name=""/>
          <p:cNvSpPr/>
          <p:nvPr/>
        </p:nvSpPr>
        <p:spPr>
          <a:xfrm>
            <a:off x="2546280" y="445968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cb4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2" name=""/>
          <p:cNvSpPr/>
          <p:nvPr/>
        </p:nvSpPr>
        <p:spPr>
          <a:xfrm>
            <a:off x="2546280" y="44737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db7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3" name=""/>
          <p:cNvSpPr/>
          <p:nvPr/>
        </p:nvSpPr>
        <p:spPr>
          <a:xfrm>
            <a:off x="2546280" y="44877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eb9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4" name=""/>
          <p:cNvSpPr/>
          <p:nvPr/>
        </p:nvSpPr>
        <p:spPr>
          <a:xfrm>
            <a:off x="2546280" y="45014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fbc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5" name=""/>
          <p:cNvSpPr/>
          <p:nvPr/>
        </p:nvSpPr>
        <p:spPr>
          <a:xfrm>
            <a:off x="2546280" y="45154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afbe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6" name=""/>
          <p:cNvSpPr/>
          <p:nvPr/>
        </p:nvSpPr>
        <p:spPr>
          <a:xfrm>
            <a:off x="2546280" y="45291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0c1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7" name=""/>
          <p:cNvSpPr/>
          <p:nvPr/>
        </p:nvSpPr>
        <p:spPr>
          <a:xfrm>
            <a:off x="2546280" y="454320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1c3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8" name=""/>
          <p:cNvSpPr/>
          <p:nvPr/>
        </p:nvSpPr>
        <p:spPr>
          <a:xfrm>
            <a:off x="2546280" y="455724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1c6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79" name=""/>
          <p:cNvSpPr/>
          <p:nvPr/>
        </p:nvSpPr>
        <p:spPr>
          <a:xfrm>
            <a:off x="2546280" y="457092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2c8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80" name=""/>
          <p:cNvSpPr/>
          <p:nvPr/>
        </p:nvSpPr>
        <p:spPr>
          <a:xfrm>
            <a:off x="2546280" y="458496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3cb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81" name=""/>
          <p:cNvSpPr/>
          <p:nvPr/>
        </p:nvSpPr>
        <p:spPr>
          <a:xfrm>
            <a:off x="2546280" y="459864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4cd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82" name=""/>
          <p:cNvSpPr/>
          <p:nvPr/>
        </p:nvSpPr>
        <p:spPr>
          <a:xfrm>
            <a:off x="2546280" y="4612680"/>
            <a:ext cx="2076120" cy="14040"/>
          </a:xfrm>
          <a:custGeom>
            <a:avLst/>
            <a:gdLst/>
            <a:ahLst/>
            <a:rect l="0" t="0" r="r" b="b"/>
            <a:pathLst>
              <a:path w="5767" h="39">
                <a:moveTo>
                  <a:pt x="0" y="0"/>
                </a:moveTo>
                <a:lnTo>
                  <a:pt x="5767" y="0"/>
                </a:lnTo>
                <a:lnTo>
                  <a:pt x="5767" y="39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4d0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83" name=""/>
          <p:cNvSpPr/>
          <p:nvPr/>
        </p:nvSpPr>
        <p:spPr>
          <a:xfrm>
            <a:off x="2546280" y="4626360"/>
            <a:ext cx="2076120" cy="14400"/>
          </a:xfrm>
          <a:custGeom>
            <a:avLst/>
            <a:gdLst/>
            <a:ahLst/>
            <a:rect l="0" t="0" r="r" b="b"/>
            <a:pathLst>
              <a:path w="5767" h="40">
                <a:moveTo>
                  <a:pt x="0" y="0"/>
                </a:moveTo>
                <a:lnTo>
                  <a:pt x="5767" y="0"/>
                </a:lnTo>
                <a:lnTo>
                  <a:pt x="5767" y="40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b5d2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84" name=""/>
          <p:cNvSpPr/>
          <p:nvPr/>
        </p:nvSpPr>
        <p:spPr>
          <a:xfrm>
            <a:off x="6287760" y="4896360"/>
            <a:ext cx="399600" cy="318960"/>
          </a:xfrm>
          <a:custGeom>
            <a:avLst/>
            <a:gdLst/>
            <a:ahLst/>
            <a:rect l="0" t="0" r="r" b="b"/>
            <a:pathLst>
              <a:path w="1110" h="886">
                <a:moveTo>
                  <a:pt x="0" y="444"/>
                </a:moveTo>
                <a:lnTo>
                  <a:pt x="278" y="444"/>
                </a:lnTo>
                <a:lnTo>
                  <a:pt x="278" y="0"/>
                </a:lnTo>
                <a:lnTo>
                  <a:pt x="832" y="0"/>
                </a:lnTo>
                <a:lnTo>
                  <a:pt x="832" y="444"/>
                </a:lnTo>
                <a:lnTo>
                  <a:pt x="1110" y="444"/>
                </a:lnTo>
                <a:lnTo>
                  <a:pt x="555" y="886"/>
                </a:lnTo>
                <a:lnTo>
                  <a:pt x="0" y="444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685" name=""/>
          <p:cNvSpPr txBox="1"/>
          <p:nvPr/>
        </p:nvSpPr>
        <p:spPr>
          <a:xfrm>
            <a:off x="5511240" y="3883680"/>
            <a:ext cx="20368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Right/Left Balance OK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86" name=""/>
          <p:cNvSpPr txBox="1"/>
          <p:nvPr/>
        </p:nvSpPr>
        <p:spPr>
          <a:xfrm>
            <a:off x="5523120" y="5341680"/>
            <a:ext cx="31798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c0000"/>
                </a:solidFill>
                <a:latin typeface="Malgun Gothic"/>
                <a:ea typeface="Malgun Gothic"/>
              </a:rPr>
              <a:t>Lower body is relatively more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4687" name="" descr=""/>
          <p:cNvPicPr/>
          <p:nvPr/>
        </p:nvPicPr>
        <p:blipFill>
          <a:blip r:embed="rId8"/>
          <a:stretch/>
        </p:blipFill>
        <p:spPr>
          <a:xfrm>
            <a:off x="4622400" y="977040"/>
            <a:ext cx="4899240" cy="2485440"/>
          </a:xfrm>
          <a:prstGeom prst="rect">
            <a:avLst/>
          </a:prstGeom>
          <a:ln w="0">
            <a:noFill/>
          </a:ln>
        </p:spPr>
      </p:pic>
      <p:sp>
        <p:nvSpPr>
          <p:cNvPr id="24688" name=""/>
          <p:cNvSpPr txBox="1"/>
          <p:nvPr/>
        </p:nvSpPr>
        <p:spPr>
          <a:xfrm>
            <a:off x="5523120" y="5675400"/>
            <a:ext cx="303048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c0000"/>
                </a:solidFill>
                <a:latin typeface="Malgun Gothic"/>
                <a:ea typeface="Malgun Gothic"/>
              </a:rPr>
              <a:t>developed than upper body.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8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109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9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4691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4692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4693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4694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4695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4696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4697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98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699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②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0" name=""/>
          <p:cNvSpPr/>
          <p:nvPr/>
        </p:nvSpPr>
        <p:spPr>
          <a:xfrm>
            <a:off x="4574880" y="3081240"/>
            <a:ext cx="12960" cy="920880"/>
          </a:xfrm>
          <a:custGeom>
            <a:avLst/>
            <a:gdLst/>
            <a:ahLst/>
            <a:rect l="0" t="0" r="r" b="b"/>
            <a:pathLst>
              <a:path w="36" h="2558">
                <a:moveTo>
                  <a:pt x="0" y="2558"/>
                </a:moveTo>
                <a:lnTo>
                  <a:pt x="0" y="0"/>
                </a:lnTo>
                <a:lnTo>
                  <a:pt x="36" y="0"/>
                </a:lnTo>
                <a:lnTo>
                  <a:pt x="36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1" name=""/>
          <p:cNvSpPr/>
          <p:nvPr/>
        </p:nvSpPr>
        <p:spPr>
          <a:xfrm>
            <a:off x="4587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2" name=""/>
          <p:cNvSpPr/>
          <p:nvPr/>
        </p:nvSpPr>
        <p:spPr>
          <a:xfrm>
            <a:off x="4590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3" name=""/>
          <p:cNvSpPr/>
          <p:nvPr/>
        </p:nvSpPr>
        <p:spPr>
          <a:xfrm>
            <a:off x="459360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4" name=""/>
          <p:cNvSpPr/>
          <p:nvPr/>
        </p:nvSpPr>
        <p:spPr>
          <a:xfrm>
            <a:off x="4599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5" name=""/>
          <p:cNvSpPr/>
          <p:nvPr/>
        </p:nvSpPr>
        <p:spPr>
          <a:xfrm>
            <a:off x="4602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6" name=""/>
          <p:cNvSpPr/>
          <p:nvPr/>
        </p:nvSpPr>
        <p:spPr>
          <a:xfrm>
            <a:off x="460620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7" name=""/>
          <p:cNvSpPr/>
          <p:nvPr/>
        </p:nvSpPr>
        <p:spPr>
          <a:xfrm>
            <a:off x="4612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8" name=""/>
          <p:cNvSpPr/>
          <p:nvPr/>
        </p:nvSpPr>
        <p:spPr>
          <a:xfrm>
            <a:off x="46155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09" name=""/>
          <p:cNvSpPr/>
          <p:nvPr/>
        </p:nvSpPr>
        <p:spPr>
          <a:xfrm>
            <a:off x="461844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0" name=""/>
          <p:cNvSpPr/>
          <p:nvPr/>
        </p:nvSpPr>
        <p:spPr>
          <a:xfrm>
            <a:off x="462492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1" name=""/>
          <p:cNvSpPr/>
          <p:nvPr/>
        </p:nvSpPr>
        <p:spPr>
          <a:xfrm>
            <a:off x="46310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2" name=""/>
          <p:cNvSpPr/>
          <p:nvPr/>
        </p:nvSpPr>
        <p:spPr>
          <a:xfrm>
            <a:off x="46342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3" name=""/>
          <p:cNvSpPr/>
          <p:nvPr/>
        </p:nvSpPr>
        <p:spPr>
          <a:xfrm>
            <a:off x="4637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4" name=""/>
          <p:cNvSpPr/>
          <p:nvPr/>
        </p:nvSpPr>
        <p:spPr>
          <a:xfrm>
            <a:off x="4640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5" name=""/>
          <p:cNvSpPr/>
          <p:nvPr/>
        </p:nvSpPr>
        <p:spPr>
          <a:xfrm>
            <a:off x="464364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6" name=""/>
          <p:cNvSpPr/>
          <p:nvPr/>
        </p:nvSpPr>
        <p:spPr>
          <a:xfrm>
            <a:off x="4649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7" name=""/>
          <p:cNvSpPr/>
          <p:nvPr/>
        </p:nvSpPr>
        <p:spPr>
          <a:xfrm>
            <a:off x="46530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8" name=""/>
          <p:cNvSpPr/>
          <p:nvPr/>
        </p:nvSpPr>
        <p:spPr>
          <a:xfrm>
            <a:off x="465588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19" name=""/>
          <p:cNvSpPr/>
          <p:nvPr/>
        </p:nvSpPr>
        <p:spPr>
          <a:xfrm>
            <a:off x="46623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0" name=""/>
          <p:cNvSpPr/>
          <p:nvPr/>
        </p:nvSpPr>
        <p:spPr>
          <a:xfrm>
            <a:off x="4665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1" name=""/>
          <p:cNvSpPr/>
          <p:nvPr/>
        </p:nvSpPr>
        <p:spPr>
          <a:xfrm>
            <a:off x="466848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2" name=""/>
          <p:cNvSpPr/>
          <p:nvPr/>
        </p:nvSpPr>
        <p:spPr>
          <a:xfrm>
            <a:off x="46746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3" name=""/>
          <p:cNvSpPr/>
          <p:nvPr/>
        </p:nvSpPr>
        <p:spPr>
          <a:xfrm>
            <a:off x="4677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4" name=""/>
          <p:cNvSpPr/>
          <p:nvPr/>
        </p:nvSpPr>
        <p:spPr>
          <a:xfrm>
            <a:off x="468108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5" name=""/>
          <p:cNvSpPr/>
          <p:nvPr/>
        </p:nvSpPr>
        <p:spPr>
          <a:xfrm>
            <a:off x="4687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6" name=""/>
          <p:cNvSpPr/>
          <p:nvPr/>
        </p:nvSpPr>
        <p:spPr>
          <a:xfrm>
            <a:off x="46904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7" name=""/>
          <p:cNvSpPr/>
          <p:nvPr/>
        </p:nvSpPr>
        <p:spPr>
          <a:xfrm>
            <a:off x="469332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8" name=""/>
          <p:cNvSpPr/>
          <p:nvPr/>
        </p:nvSpPr>
        <p:spPr>
          <a:xfrm>
            <a:off x="46998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29" name=""/>
          <p:cNvSpPr/>
          <p:nvPr/>
        </p:nvSpPr>
        <p:spPr>
          <a:xfrm>
            <a:off x="47026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0" name=""/>
          <p:cNvSpPr/>
          <p:nvPr/>
        </p:nvSpPr>
        <p:spPr>
          <a:xfrm>
            <a:off x="4705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1" name=""/>
          <p:cNvSpPr/>
          <p:nvPr/>
        </p:nvSpPr>
        <p:spPr>
          <a:xfrm>
            <a:off x="47091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2" name=""/>
          <p:cNvSpPr/>
          <p:nvPr/>
        </p:nvSpPr>
        <p:spPr>
          <a:xfrm>
            <a:off x="471204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3" name=""/>
          <p:cNvSpPr/>
          <p:nvPr/>
        </p:nvSpPr>
        <p:spPr>
          <a:xfrm>
            <a:off x="47185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4" name=""/>
          <p:cNvSpPr/>
          <p:nvPr/>
        </p:nvSpPr>
        <p:spPr>
          <a:xfrm>
            <a:off x="472140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5" name=""/>
          <p:cNvSpPr/>
          <p:nvPr/>
        </p:nvSpPr>
        <p:spPr>
          <a:xfrm>
            <a:off x="4724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6" name=""/>
          <p:cNvSpPr/>
          <p:nvPr/>
        </p:nvSpPr>
        <p:spPr>
          <a:xfrm>
            <a:off x="47278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7" name=""/>
          <p:cNvSpPr/>
          <p:nvPr/>
        </p:nvSpPr>
        <p:spPr>
          <a:xfrm>
            <a:off x="4730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8" name=""/>
          <p:cNvSpPr/>
          <p:nvPr/>
        </p:nvSpPr>
        <p:spPr>
          <a:xfrm>
            <a:off x="4734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39" name=""/>
          <p:cNvSpPr/>
          <p:nvPr/>
        </p:nvSpPr>
        <p:spPr>
          <a:xfrm>
            <a:off x="473724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0" name=""/>
          <p:cNvSpPr/>
          <p:nvPr/>
        </p:nvSpPr>
        <p:spPr>
          <a:xfrm>
            <a:off x="4743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1" name=""/>
          <p:cNvSpPr/>
          <p:nvPr/>
        </p:nvSpPr>
        <p:spPr>
          <a:xfrm>
            <a:off x="47466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2" name=""/>
          <p:cNvSpPr/>
          <p:nvPr/>
        </p:nvSpPr>
        <p:spPr>
          <a:xfrm>
            <a:off x="474948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3" name=""/>
          <p:cNvSpPr/>
          <p:nvPr/>
        </p:nvSpPr>
        <p:spPr>
          <a:xfrm>
            <a:off x="47559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4" name=""/>
          <p:cNvSpPr/>
          <p:nvPr/>
        </p:nvSpPr>
        <p:spPr>
          <a:xfrm>
            <a:off x="475884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5" name=""/>
          <p:cNvSpPr/>
          <p:nvPr/>
        </p:nvSpPr>
        <p:spPr>
          <a:xfrm>
            <a:off x="4762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6" name=""/>
          <p:cNvSpPr/>
          <p:nvPr/>
        </p:nvSpPr>
        <p:spPr>
          <a:xfrm>
            <a:off x="47653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7" name=""/>
          <p:cNvSpPr/>
          <p:nvPr/>
        </p:nvSpPr>
        <p:spPr>
          <a:xfrm>
            <a:off x="4768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8" name=""/>
          <p:cNvSpPr/>
          <p:nvPr/>
        </p:nvSpPr>
        <p:spPr>
          <a:xfrm>
            <a:off x="4771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49" name=""/>
          <p:cNvSpPr/>
          <p:nvPr/>
        </p:nvSpPr>
        <p:spPr>
          <a:xfrm>
            <a:off x="47746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0" name=""/>
          <p:cNvSpPr/>
          <p:nvPr/>
        </p:nvSpPr>
        <p:spPr>
          <a:xfrm>
            <a:off x="4777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1" name=""/>
          <p:cNvSpPr/>
          <p:nvPr/>
        </p:nvSpPr>
        <p:spPr>
          <a:xfrm>
            <a:off x="4780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2" name=""/>
          <p:cNvSpPr/>
          <p:nvPr/>
        </p:nvSpPr>
        <p:spPr>
          <a:xfrm>
            <a:off x="47840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3" name=""/>
          <p:cNvSpPr/>
          <p:nvPr/>
        </p:nvSpPr>
        <p:spPr>
          <a:xfrm>
            <a:off x="4786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4" name=""/>
          <p:cNvSpPr/>
          <p:nvPr/>
        </p:nvSpPr>
        <p:spPr>
          <a:xfrm>
            <a:off x="4790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5" name=""/>
          <p:cNvSpPr/>
          <p:nvPr/>
        </p:nvSpPr>
        <p:spPr>
          <a:xfrm>
            <a:off x="47934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6" name=""/>
          <p:cNvSpPr/>
          <p:nvPr/>
        </p:nvSpPr>
        <p:spPr>
          <a:xfrm>
            <a:off x="479628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7" name=""/>
          <p:cNvSpPr/>
          <p:nvPr/>
        </p:nvSpPr>
        <p:spPr>
          <a:xfrm>
            <a:off x="4799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8" name=""/>
          <p:cNvSpPr/>
          <p:nvPr/>
        </p:nvSpPr>
        <p:spPr>
          <a:xfrm>
            <a:off x="48027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59" name=""/>
          <p:cNvSpPr/>
          <p:nvPr/>
        </p:nvSpPr>
        <p:spPr>
          <a:xfrm>
            <a:off x="480564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0" name=""/>
          <p:cNvSpPr/>
          <p:nvPr/>
        </p:nvSpPr>
        <p:spPr>
          <a:xfrm>
            <a:off x="48121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1" name=""/>
          <p:cNvSpPr/>
          <p:nvPr/>
        </p:nvSpPr>
        <p:spPr>
          <a:xfrm>
            <a:off x="4815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6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2" name=""/>
          <p:cNvSpPr/>
          <p:nvPr/>
        </p:nvSpPr>
        <p:spPr>
          <a:xfrm>
            <a:off x="4818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3" name=""/>
          <p:cNvSpPr/>
          <p:nvPr/>
        </p:nvSpPr>
        <p:spPr>
          <a:xfrm>
            <a:off x="4821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4" name=""/>
          <p:cNvSpPr/>
          <p:nvPr/>
        </p:nvSpPr>
        <p:spPr>
          <a:xfrm>
            <a:off x="4824360" y="308124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1e4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5" name=""/>
          <p:cNvSpPr/>
          <p:nvPr/>
        </p:nvSpPr>
        <p:spPr>
          <a:xfrm>
            <a:off x="48308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6" name=""/>
          <p:cNvSpPr/>
          <p:nvPr/>
        </p:nvSpPr>
        <p:spPr>
          <a:xfrm>
            <a:off x="483372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2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7" name=""/>
          <p:cNvSpPr/>
          <p:nvPr/>
        </p:nvSpPr>
        <p:spPr>
          <a:xfrm>
            <a:off x="4836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8" name=""/>
          <p:cNvSpPr/>
          <p:nvPr/>
        </p:nvSpPr>
        <p:spPr>
          <a:xfrm>
            <a:off x="48402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1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69" name=""/>
          <p:cNvSpPr/>
          <p:nvPr/>
        </p:nvSpPr>
        <p:spPr>
          <a:xfrm>
            <a:off x="4843080" y="308124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fe0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0" name=""/>
          <p:cNvSpPr/>
          <p:nvPr/>
        </p:nvSpPr>
        <p:spPr>
          <a:xfrm>
            <a:off x="4849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f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1" name=""/>
          <p:cNvSpPr/>
          <p:nvPr/>
        </p:nvSpPr>
        <p:spPr>
          <a:xfrm>
            <a:off x="4852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e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2" name=""/>
          <p:cNvSpPr/>
          <p:nvPr/>
        </p:nvSpPr>
        <p:spPr>
          <a:xfrm>
            <a:off x="48556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3" name=""/>
          <p:cNvSpPr/>
          <p:nvPr/>
        </p:nvSpPr>
        <p:spPr>
          <a:xfrm>
            <a:off x="4858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4" name=""/>
          <p:cNvSpPr/>
          <p:nvPr/>
        </p:nvSpPr>
        <p:spPr>
          <a:xfrm>
            <a:off x="4861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ddc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5" name=""/>
          <p:cNvSpPr/>
          <p:nvPr/>
        </p:nvSpPr>
        <p:spPr>
          <a:xfrm>
            <a:off x="48650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ddb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6" name=""/>
          <p:cNvSpPr/>
          <p:nvPr/>
        </p:nvSpPr>
        <p:spPr>
          <a:xfrm>
            <a:off x="4867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7" name=""/>
          <p:cNvSpPr/>
          <p:nvPr/>
        </p:nvSpPr>
        <p:spPr>
          <a:xfrm>
            <a:off x="487116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8" name=""/>
          <p:cNvSpPr/>
          <p:nvPr/>
        </p:nvSpPr>
        <p:spPr>
          <a:xfrm>
            <a:off x="48744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b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79" name=""/>
          <p:cNvSpPr/>
          <p:nvPr/>
        </p:nvSpPr>
        <p:spPr>
          <a:xfrm>
            <a:off x="4877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bd8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0" name=""/>
          <p:cNvSpPr/>
          <p:nvPr/>
        </p:nvSpPr>
        <p:spPr>
          <a:xfrm>
            <a:off x="4880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7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1" name=""/>
          <p:cNvSpPr/>
          <p:nvPr/>
        </p:nvSpPr>
        <p:spPr>
          <a:xfrm>
            <a:off x="48837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6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2" name=""/>
          <p:cNvSpPr/>
          <p:nvPr/>
        </p:nvSpPr>
        <p:spPr>
          <a:xfrm>
            <a:off x="4886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5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3" name=""/>
          <p:cNvSpPr/>
          <p:nvPr/>
        </p:nvSpPr>
        <p:spPr>
          <a:xfrm>
            <a:off x="48898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4" name=""/>
          <p:cNvSpPr/>
          <p:nvPr/>
        </p:nvSpPr>
        <p:spPr>
          <a:xfrm>
            <a:off x="48931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9d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5" name=""/>
          <p:cNvSpPr/>
          <p:nvPr/>
        </p:nvSpPr>
        <p:spPr>
          <a:xfrm>
            <a:off x="4896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9d3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6" name=""/>
          <p:cNvSpPr/>
          <p:nvPr/>
        </p:nvSpPr>
        <p:spPr>
          <a:xfrm>
            <a:off x="4899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8d2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7" name=""/>
          <p:cNvSpPr/>
          <p:nvPr/>
        </p:nvSpPr>
        <p:spPr>
          <a:xfrm>
            <a:off x="4902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8d1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8" name=""/>
          <p:cNvSpPr/>
          <p:nvPr/>
        </p:nvSpPr>
        <p:spPr>
          <a:xfrm>
            <a:off x="4905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7d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89" name=""/>
          <p:cNvSpPr/>
          <p:nvPr/>
        </p:nvSpPr>
        <p:spPr>
          <a:xfrm>
            <a:off x="490860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7c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0" name=""/>
          <p:cNvSpPr/>
          <p:nvPr/>
        </p:nvSpPr>
        <p:spPr>
          <a:xfrm>
            <a:off x="49118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6ce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1" name=""/>
          <p:cNvSpPr/>
          <p:nvPr/>
        </p:nvSpPr>
        <p:spPr>
          <a:xfrm>
            <a:off x="4914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6cd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2" name=""/>
          <p:cNvSpPr/>
          <p:nvPr/>
        </p:nvSpPr>
        <p:spPr>
          <a:xfrm>
            <a:off x="4917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5c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3" name=""/>
          <p:cNvSpPr/>
          <p:nvPr/>
        </p:nvSpPr>
        <p:spPr>
          <a:xfrm>
            <a:off x="49212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5c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4" name=""/>
          <p:cNvSpPr/>
          <p:nvPr/>
        </p:nvSpPr>
        <p:spPr>
          <a:xfrm>
            <a:off x="4924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5" name=""/>
          <p:cNvSpPr/>
          <p:nvPr/>
        </p:nvSpPr>
        <p:spPr>
          <a:xfrm>
            <a:off x="4927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6" name=""/>
          <p:cNvSpPr/>
          <p:nvPr/>
        </p:nvSpPr>
        <p:spPr>
          <a:xfrm>
            <a:off x="49305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7" name=""/>
          <p:cNvSpPr/>
          <p:nvPr/>
        </p:nvSpPr>
        <p:spPr>
          <a:xfrm>
            <a:off x="4933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8" name=""/>
          <p:cNvSpPr/>
          <p:nvPr/>
        </p:nvSpPr>
        <p:spPr>
          <a:xfrm>
            <a:off x="49366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3c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799" name=""/>
          <p:cNvSpPr/>
          <p:nvPr/>
        </p:nvSpPr>
        <p:spPr>
          <a:xfrm>
            <a:off x="49399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3c5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0" name=""/>
          <p:cNvSpPr/>
          <p:nvPr/>
        </p:nvSpPr>
        <p:spPr>
          <a:xfrm>
            <a:off x="4942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2c4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1" name=""/>
          <p:cNvSpPr/>
          <p:nvPr/>
        </p:nvSpPr>
        <p:spPr>
          <a:xfrm>
            <a:off x="494604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2c3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2" name=""/>
          <p:cNvSpPr/>
          <p:nvPr/>
        </p:nvSpPr>
        <p:spPr>
          <a:xfrm>
            <a:off x="49492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1c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3" name=""/>
          <p:cNvSpPr/>
          <p:nvPr/>
        </p:nvSpPr>
        <p:spPr>
          <a:xfrm>
            <a:off x="4952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1c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4" name=""/>
          <p:cNvSpPr/>
          <p:nvPr/>
        </p:nvSpPr>
        <p:spPr>
          <a:xfrm>
            <a:off x="4955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0c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5" name=""/>
          <p:cNvSpPr/>
          <p:nvPr/>
        </p:nvSpPr>
        <p:spPr>
          <a:xfrm>
            <a:off x="49586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0b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6" name=""/>
          <p:cNvSpPr/>
          <p:nvPr/>
        </p:nvSpPr>
        <p:spPr>
          <a:xfrm>
            <a:off x="4961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fb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7" name=""/>
          <p:cNvSpPr/>
          <p:nvPr/>
        </p:nvSpPr>
        <p:spPr>
          <a:xfrm>
            <a:off x="4964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fb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8" name=""/>
          <p:cNvSpPr/>
          <p:nvPr/>
        </p:nvSpPr>
        <p:spPr>
          <a:xfrm>
            <a:off x="49680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ebc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09" name=""/>
          <p:cNvSpPr/>
          <p:nvPr/>
        </p:nvSpPr>
        <p:spPr>
          <a:xfrm>
            <a:off x="49708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ebb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0" name=""/>
          <p:cNvSpPr/>
          <p:nvPr/>
        </p:nvSpPr>
        <p:spPr>
          <a:xfrm>
            <a:off x="49741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dba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1" name=""/>
          <p:cNvSpPr/>
          <p:nvPr/>
        </p:nvSpPr>
        <p:spPr>
          <a:xfrm>
            <a:off x="49773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db9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2" name=""/>
          <p:cNvSpPr/>
          <p:nvPr/>
        </p:nvSpPr>
        <p:spPr>
          <a:xfrm>
            <a:off x="4980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cb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3" name=""/>
          <p:cNvSpPr/>
          <p:nvPr/>
        </p:nvSpPr>
        <p:spPr>
          <a:xfrm>
            <a:off x="498348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cb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4" name=""/>
          <p:cNvSpPr/>
          <p:nvPr/>
        </p:nvSpPr>
        <p:spPr>
          <a:xfrm>
            <a:off x="49867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bb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5" name=""/>
          <p:cNvSpPr/>
          <p:nvPr/>
        </p:nvSpPr>
        <p:spPr>
          <a:xfrm>
            <a:off x="49896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bb4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6" name=""/>
          <p:cNvSpPr/>
          <p:nvPr/>
        </p:nvSpPr>
        <p:spPr>
          <a:xfrm>
            <a:off x="4992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ab3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7" name=""/>
          <p:cNvSpPr/>
          <p:nvPr/>
        </p:nvSpPr>
        <p:spPr>
          <a:xfrm>
            <a:off x="49960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ab2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8" name=""/>
          <p:cNvSpPr/>
          <p:nvPr/>
        </p:nvSpPr>
        <p:spPr>
          <a:xfrm>
            <a:off x="4998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9b0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19" name=""/>
          <p:cNvSpPr/>
          <p:nvPr/>
        </p:nvSpPr>
        <p:spPr>
          <a:xfrm>
            <a:off x="5002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9af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0" name=""/>
          <p:cNvSpPr/>
          <p:nvPr/>
        </p:nvSpPr>
        <p:spPr>
          <a:xfrm>
            <a:off x="50054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8ae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1" name=""/>
          <p:cNvSpPr/>
          <p:nvPr/>
        </p:nvSpPr>
        <p:spPr>
          <a:xfrm>
            <a:off x="5008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8a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2" name=""/>
          <p:cNvSpPr/>
          <p:nvPr/>
        </p:nvSpPr>
        <p:spPr>
          <a:xfrm>
            <a:off x="5011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7a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3" name=""/>
          <p:cNvSpPr/>
          <p:nvPr/>
        </p:nvSpPr>
        <p:spPr>
          <a:xfrm>
            <a:off x="50148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7a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4" name=""/>
          <p:cNvSpPr/>
          <p:nvPr/>
        </p:nvSpPr>
        <p:spPr>
          <a:xfrm>
            <a:off x="50176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6a9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5" name=""/>
          <p:cNvSpPr/>
          <p:nvPr/>
        </p:nvSpPr>
        <p:spPr>
          <a:xfrm>
            <a:off x="502092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6a8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6" name=""/>
          <p:cNvSpPr/>
          <p:nvPr/>
        </p:nvSpPr>
        <p:spPr>
          <a:xfrm>
            <a:off x="50241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5a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7" name=""/>
          <p:cNvSpPr/>
          <p:nvPr/>
        </p:nvSpPr>
        <p:spPr>
          <a:xfrm>
            <a:off x="50270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5a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8" name=""/>
          <p:cNvSpPr/>
          <p:nvPr/>
        </p:nvSpPr>
        <p:spPr>
          <a:xfrm>
            <a:off x="5030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4a4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29" name=""/>
          <p:cNvSpPr/>
          <p:nvPr/>
        </p:nvSpPr>
        <p:spPr>
          <a:xfrm>
            <a:off x="50335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4a3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0" name=""/>
          <p:cNvSpPr/>
          <p:nvPr/>
        </p:nvSpPr>
        <p:spPr>
          <a:xfrm>
            <a:off x="5036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a2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1" name=""/>
          <p:cNvSpPr/>
          <p:nvPr/>
        </p:nvSpPr>
        <p:spPr>
          <a:xfrm>
            <a:off x="5039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a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2" name=""/>
          <p:cNvSpPr/>
          <p:nvPr/>
        </p:nvSpPr>
        <p:spPr>
          <a:xfrm>
            <a:off x="50428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9f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3" name=""/>
          <p:cNvSpPr/>
          <p:nvPr/>
        </p:nvSpPr>
        <p:spPr>
          <a:xfrm>
            <a:off x="5045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9e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4" name=""/>
          <p:cNvSpPr/>
          <p:nvPr/>
        </p:nvSpPr>
        <p:spPr>
          <a:xfrm>
            <a:off x="5049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29d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5" name=""/>
          <p:cNvSpPr/>
          <p:nvPr/>
        </p:nvSpPr>
        <p:spPr>
          <a:xfrm>
            <a:off x="50522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29c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6" name=""/>
          <p:cNvSpPr/>
          <p:nvPr/>
        </p:nvSpPr>
        <p:spPr>
          <a:xfrm>
            <a:off x="50551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19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7" name=""/>
          <p:cNvSpPr/>
          <p:nvPr/>
        </p:nvSpPr>
        <p:spPr>
          <a:xfrm>
            <a:off x="505836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19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8" name=""/>
          <p:cNvSpPr/>
          <p:nvPr/>
        </p:nvSpPr>
        <p:spPr>
          <a:xfrm>
            <a:off x="50616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09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39" name=""/>
          <p:cNvSpPr/>
          <p:nvPr/>
        </p:nvSpPr>
        <p:spPr>
          <a:xfrm>
            <a:off x="50644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09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0" name=""/>
          <p:cNvSpPr/>
          <p:nvPr/>
        </p:nvSpPr>
        <p:spPr>
          <a:xfrm>
            <a:off x="5067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f95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1" name=""/>
          <p:cNvSpPr/>
          <p:nvPr/>
        </p:nvSpPr>
        <p:spPr>
          <a:xfrm>
            <a:off x="50709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f94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2" name=""/>
          <p:cNvSpPr/>
          <p:nvPr/>
        </p:nvSpPr>
        <p:spPr>
          <a:xfrm>
            <a:off x="5073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e92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3" name=""/>
          <p:cNvSpPr/>
          <p:nvPr/>
        </p:nvSpPr>
        <p:spPr>
          <a:xfrm>
            <a:off x="5077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e91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4" name=""/>
          <p:cNvSpPr/>
          <p:nvPr/>
        </p:nvSpPr>
        <p:spPr>
          <a:xfrm>
            <a:off x="50803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d90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5" name=""/>
          <p:cNvSpPr/>
          <p:nvPr/>
        </p:nvSpPr>
        <p:spPr>
          <a:xfrm>
            <a:off x="5083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d8f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6" name=""/>
          <p:cNvSpPr/>
          <p:nvPr/>
        </p:nvSpPr>
        <p:spPr>
          <a:xfrm>
            <a:off x="5086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c8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7" name=""/>
          <p:cNvSpPr/>
          <p:nvPr/>
        </p:nvSpPr>
        <p:spPr>
          <a:xfrm>
            <a:off x="50896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c8c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8" name=""/>
          <p:cNvSpPr/>
          <p:nvPr/>
        </p:nvSpPr>
        <p:spPr>
          <a:xfrm>
            <a:off x="5092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b8b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49" name=""/>
          <p:cNvSpPr/>
          <p:nvPr/>
        </p:nvSpPr>
        <p:spPr>
          <a:xfrm>
            <a:off x="509580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b8a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850" name=""/>
          <p:cNvSpPr/>
          <p:nvPr/>
        </p:nvSpPr>
        <p:spPr>
          <a:xfrm>
            <a:off x="50990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a8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51" name=""/>
          <p:cNvSpPr/>
          <p:nvPr/>
        </p:nvSpPr>
        <p:spPr>
          <a:xfrm>
            <a:off x="5101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a8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52" name=""/>
          <p:cNvSpPr/>
          <p:nvPr/>
        </p:nvSpPr>
        <p:spPr>
          <a:xfrm>
            <a:off x="5105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53" name=""/>
          <p:cNvSpPr/>
          <p:nvPr/>
        </p:nvSpPr>
        <p:spPr>
          <a:xfrm>
            <a:off x="51084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54" name=""/>
          <p:cNvSpPr/>
          <p:nvPr/>
        </p:nvSpPr>
        <p:spPr>
          <a:xfrm>
            <a:off x="5111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55" name=""/>
          <p:cNvSpPr/>
          <p:nvPr/>
        </p:nvSpPr>
        <p:spPr>
          <a:xfrm>
            <a:off x="5114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56" name=""/>
          <p:cNvSpPr/>
          <p:nvPr/>
        </p:nvSpPr>
        <p:spPr>
          <a:xfrm>
            <a:off x="51177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880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57" name=""/>
          <p:cNvSpPr/>
          <p:nvPr/>
        </p:nvSpPr>
        <p:spPr>
          <a:xfrm>
            <a:off x="5120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87f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58" name=""/>
          <p:cNvSpPr/>
          <p:nvPr/>
        </p:nvSpPr>
        <p:spPr>
          <a:xfrm>
            <a:off x="51238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77d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59" name=""/>
          <p:cNvSpPr/>
          <p:nvPr/>
        </p:nvSpPr>
        <p:spPr>
          <a:xfrm>
            <a:off x="51271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77c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0" name=""/>
          <p:cNvSpPr/>
          <p:nvPr/>
        </p:nvSpPr>
        <p:spPr>
          <a:xfrm>
            <a:off x="5130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67b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1" name=""/>
          <p:cNvSpPr/>
          <p:nvPr/>
        </p:nvSpPr>
        <p:spPr>
          <a:xfrm>
            <a:off x="513324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67a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2" name=""/>
          <p:cNvSpPr/>
          <p:nvPr/>
        </p:nvSpPr>
        <p:spPr>
          <a:xfrm>
            <a:off x="5136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8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3" name=""/>
          <p:cNvSpPr/>
          <p:nvPr/>
        </p:nvSpPr>
        <p:spPr>
          <a:xfrm>
            <a:off x="5139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7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4" name=""/>
          <p:cNvSpPr/>
          <p:nvPr/>
        </p:nvSpPr>
        <p:spPr>
          <a:xfrm>
            <a:off x="51426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5" name=""/>
          <p:cNvSpPr/>
          <p:nvPr/>
        </p:nvSpPr>
        <p:spPr>
          <a:xfrm>
            <a:off x="51458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6" name=""/>
          <p:cNvSpPr/>
          <p:nvPr/>
        </p:nvSpPr>
        <p:spPr>
          <a:xfrm>
            <a:off x="5148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47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7" name=""/>
          <p:cNvSpPr/>
          <p:nvPr/>
        </p:nvSpPr>
        <p:spPr>
          <a:xfrm>
            <a:off x="5151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47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8" name=""/>
          <p:cNvSpPr/>
          <p:nvPr/>
        </p:nvSpPr>
        <p:spPr>
          <a:xfrm>
            <a:off x="51552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370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69" name=""/>
          <p:cNvSpPr/>
          <p:nvPr/>
        </p:nvSpPr>
        <p:spPr>
          <a:xfrm>
            <a:off x="5158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36f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0" name=""/>
          <p:cNvSpPr/>
          <p:nvPr/>
        </p:nvSpPr>
        <p:spPr>
          <a:xfrm>
            <a:off x="5161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1" name=""/>
          <p:cNvSpPr/>
          <p:nvPr/>
        </p:nvSpPr>
        <p:spPr>
          <a:xfrm>
            <a:off x="51645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c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2" name=""/>
          <p:cNvSpPr/>
          <p:nvPr/>
        </p:nvSpPr>
        <p:spPr>
          <a:xfrm>
            <a:off x="51674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b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3" name=""/>
          <p:cNvSpPr/>
          <p:nvPr/>
        </p:nvSpPr>
        <p:spPr>
          <a:xfrm>
            <a:off x="517068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a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4" name=""/>
          <p:cNvSpPr/>
          <p:nvPr/>
        </p:nvSpPr>
        <p:spPr>
          <a:xfrm>
            <a:off x="51739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168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5" name=""/>
          <p:cNvSpPr/>
          <p:nvPr/>
        </p:nvSpPr>
        <p:spPr>
          <a:xfrm>
            <a:off x="5176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167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6" name=""/>
          <p:cNvSpPr/>
          <p:nvPr/>
        </p:nvSpPr>
        <p:spPr>
          <a:xfrm>
            <a:off x="51800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5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7" name=""/>
          <p:cNvSpPr/>
          <p:nvPr/>
        </p:nvSpPr>
        <p:spPr>
          <a:xfrm>
            <a:off x="51832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4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8" name=""/>
          <p:cNvSpPr/>
          <p:nvPr/>
        </p:nvSpPr>
        <p:spPr>
          <a:xfrm>
            <a:off x="5186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3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79" name=""/>
          <p:cNvSpPr/>
          <p:nvPr/>
        </p:nvSpPr>
        <p:spPr>
          <a:xfrm>
            <a:off x="5189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2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0" name=""/>
          <p:cNvSpPr/>
          <p:nvPr/>
        </p:nvSpPr>
        <p:spPr>
          <a:xfrm>
            <a:off x="51926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60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1" name=""/>
          <p:cNvSpPr/>
          <p:nvPr/>
        </p:nvSpPr>
        <p:spPr>
          <a:xfrm>
            <a:off x="5195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f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2" name=""/>
          <p:cNvSpPr/>
          <p:nvPr/>
        </p:nvSpPr>
        <p:spPr>
          <a:xfrm>
            <a:off x="5198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e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3" name=""/>
          <p:cNvSpPr/>
          <p:nvPr/>
        </p:nvSpPr>
        <p:spPr>
          <a:xfrm>
            <a:off x="52020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d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4" name=""/>
          <p:cNvSpPr/>
          <p:nvPr/>
        </p:nvSpPr>
        <p:spPr>
          <a:xfrm>
            <a:off x="52048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e5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5" name=""/>
          <p:cNvSpPr/>
          <p:nvPr/>
        </p:nvSpPr>
        <p:spPr>
          <a:xfrm>
            <a:off x="520812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e5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6" name=""/>
          <p:cNvSpPr/>
          <p:nvPr/>
        </p:nvSpPr>
        <p:spPr>
          <a:xfrm>
            <a:off x="52113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7" name=""/>
          <p:cNvSpPr/>
          <p:nvPr/>
        </p:nvSpPr>
        <p:spPr>
          <a:xfrm>
            <a:off x="5214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8" name=""/>
          <p:cNvSpPr/>
          <p:nvPr/>
        </p:nvSpPr>
        <p:spPr>
          <a:xfrm>
            <a:off x="52174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5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89" name=""/>
          <p:cNvSpPr/>
          <p:nvPr/>
        </p:nvSpPr>
        <p:spPr>
          <a:xfrm>
            <a:off x="52207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4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0" name=""/>
          <p:cNvSpPr/>
          <p:nvPr/>
        </p:nvSpPr>
        <p:spPr>
          <a:xfrm>
            <a:off x="52236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3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1" name=""/>
          <p:cNvSpPr/>
          <p:nvPr/>
        </p:nvSpPr>
        <p:spPr>
          <a:xfrm>
            <a:off x="5226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2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2" name=""/>
          <p:cNvSpPr/>
          <p:nvPr/>
        </p:nvSpPr>
        <p:spPr>
          <a:xfrm>
            <a:off x="52300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0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3" name=""/>
          <p:cNvSpPr/>
          <p:nvPr/>
        </p:nvSpPr>
        <p:spPr>
          <a:xfrm>
            <a:off x="52329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4f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4" name=""/>
          <p:cNvSpPr/>
          <p:nvPr/>
        </p:nvSpPr>
        <p:spPr>
          <a:xfrm>
            <a:off x="5236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5" name=""/>
          <p:cNvSpPr/>
          <p:nvPr/>
        </p:nvSpPr>
        <p:spPr>
          <a:xfrm>
            <a:off x="52394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d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6" name=""/>
          <p:cNvSpPr/>
          <p:nvPr/>
        </p:nvSpPr>
        <p:spPr>
          <a:xfrm>
            <a:off x="52423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b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7" name=""/>
          <p:cNvSpPr/>
          <p:nvPr/>
        </p:nvSpPr>
        <p:spPr>
          <a:xfrm>
            <a:off x="524556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a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8" name=""/>
          <p:cNvSpPr/>
          <p:nvPr/>
        </p:nvSpPr>
        <p:spPr>
          <a:xfrm>
            <a:off x="52488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899" name=""/>
          <p:cNvSpPr/>
          <p:nvPr/>
        </p:nvSpPr>
        <p:spPr>
          <a:xfrm>
            <a:off x="52516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0" name=""/>
          <p:cNvSpPr/>
          <p:nvPr/>
        </p:nvSpPr>
        <p:spPr>
          <a:xfrm>
            <a:off x="5254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1" name=""/>
          <p:cNvSpPr/>
          <p:nvPr/>
        </p:nvSpPr>
        <p:spPr>
          <a:xfrm>
            <a:off x="52581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2" name=""/>
          <p:cNvSpPr/>
          <p:nvPr/>
        </p:nvSpPr>
        <p:spPr>
          <a:xfrm>
            <a:off x="52610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3" name=""/>
          <p:cNvSpPr/>
          <p:nvPr/>
        </p:nvSpPr>
        <p:spPr>
          <a:xfrm>
            <a:off x="5264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4" name=""/>
          <p:cNvSpPr/>
          <p:nvPr/>
        </p:nvSpPr>
        <p:spPr>
          <a:xfrm>
            <a:off x="52675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40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5" name=""/>
          <p:cNvSpPr/>
          <p:nvPr/>
        </p:nvSpPr>
        <p:spPr>
          <a:xfrm>
            <a:off x="52704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f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6" name=""/>
          <p:cNvSpPr/>
          <p:nvPr/>
        </p:nvSpPr>
        <p:spPr>
          <a:xfrm>
            <a:off x="5273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e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7" name=""/>
          <p:cNvSpPr/>
          <p:nvPr/>
        </p:nvSpPr>
        <p:spPr>
          <a:xfrm>
            <a:off x="52768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d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8" name=""/>
          <p:cNvSpPr/>
          <p:nvPr/>
        </p:nvSpPr>
        <p:spPr>
          <a:xfrm>
            <a:off x="52797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b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09" name=""/>
          <p:cNvSpPr/>
          <p:nvPr/>
        </p:nvSpPr>
        <p:spPr>
          <a:xfrm>
            <a:off x="528300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a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0" name=""/>
          <p:cNvSpPr/>
          <p:nvPr/>
        </p:nvSpPr>
        <p:spPr>
          <a:xfrm>
            <a:off x="52862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9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1" name=""/>
          <p:cNvSpPr/>
          <p:nvPr/>
        </p:nvSpPr>
        <p:spPr>
          <a:xfrm>
            <a:off x="52891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8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2" name=""/>
          <p:cNvSpPr/>
          <p:nvPr/>
        </p:nvSpPr>
        <p:spPr>
          <a:xfrm>
            <a:off x="52923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6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3" name=""/>
          <p:cNvSpPr/>
          <p:nvPr/>
        </p:nvSpPr>
        <p:spPr>
          <a:xfrm>
            <a:off x="52956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5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4" name=""/>
          <p:cNvSpPr/>
          <p:nvPr/>
        </p:nvSpPr>
        <p:spPr>
          <a:xfrm>
            <a:off x="52984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3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5" name=""/>
          <p:cNvSpPr/>
          <p:nvPr/>
        </p:nvSpPr>
        <p:spPr>
          <a:xfrm>
            <a:off x="53017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2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6" name=""/>
          <p:cNvSpPr/>
          <p:nvPr/>
        </p:nvSpPr>
        <p:spPr>
          <a:xfrm>
            <a:off x="53049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7" name=""/>
          <p:cNvSpPr/>
          <p:nvPr/>
        </p:nvSpPr>
        <p:spPr>
          <a:xfrm>
            <a:off x="53078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8" name=""/>
          <p:cNvSpPr/>
          <p:nvPr/>
        </p:nvSpPr>
        <p:spPr>
          <a:xfrm>
            <a:off x="53110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e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19" name=""/>
          <p:cNvSpPr/>
          <p:nvPr/>
        </p:nvSpPr>
        <p:spPr>
          <a:xfrm>
            <a:off x="53143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d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0" name=""/>
          <p:cNvSpPr/>
          <p:nvPr/>
        </p:nvSpPr>
        <p:spPr>
          <a:xfrm>
            <a:off x="53172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b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1" name=""/>
          <p:cNvSpPr/>
          <p:nvPr/>
        </p:nvSpPr>
        <p:spPr>
          <a:xfrm>
            <a:off x="532044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a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2" name=""/>
          <p:cNvSpPr/>
          <p:nvPr/>
        </p:nvSpPr>
        <p:spPr>
          <a:xfrm>
            <a:off x="53236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8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3" name=""/>
          <p:cNvSpPr/>
          <p:nvPr/>
        </p:nvSpPr>
        <p:spPr>
          <a:xfrm>
            <a:off x="53265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7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4" name=""/>
          <p:cNvSpPr/>
          <p:nvPr/>
        </p:nvSpPr>
        <p:spPr>
          <a:xfrm>
            <a:off x="53298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5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5" name=""/>
          <p:cNvSpPr/>
          <p:nvPr/>
        </p:nvSpPr>
        <p:spPr>
          <a:xfrm>
            <a:off x="533304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4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6" name=""/>
          <p:cNvSpPr/>
          <p:nvPr/>
        </p:nvSpPr>
        <p:spPr>
          <a:xfrm>
            <a:off x="53359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2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7" name=""/>
          <p:cNvSpPr/>
          <p:nvPr/>
        </p:nvSpPr>
        <p:spPr>
          <a:xfrm>
            <a:off x="533916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0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8" name=""/>
          <p:cNvSpPr/>
          <p:nvPr/>
        </p:nvSpPr>
        <p:spPr>
          <a:xfrm>
            <a:off x="534240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1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29" name=""/>
          <p:cNvSpPr/>
          <p:nvPr/>
        </p:nvSpPr>
        <p:spPr>
          <a:xfrm>
            <a:off x="534528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0" name=""/>
          <p:cNvSpPr/>
          <p:nvPr/>
        </p:nvSpPr>
        <p:spPr>
          <a:xfrm>
            <a:off x="534852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1" name=""/>
          <p:cNvSpPr/>
          <p:nvPr/>
        </p:nvSpPr>
        <p:spPr>
          <a:xfrm>
            <a:off x="535176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a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2" name=""/>
          <p:cNvSpPr/>
          <p:nvPr/>
        </p:nvSpPr>
        <p:spPr>
          <a:xfrm>
            <a:off x="53546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8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3" name=""/>
          <p:cNvSpPr/>
          <p:nvPr/>
        </p:nvSpPr>
        <p:spPr>
          <a:xfrm>
            <a:off x="5357880" y="308124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7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4" name=""/>
          <p:cNvSpPr/>
          <p:nvPr/>
        </p:nvSpPr>
        <p:spPr>
          <a:xfrm>
            <a:off x="536112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4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5" name=""/>
          <p:cNvSpPr/>
          <p:nvPr/>
        </p:nvSpPr>
        <p:spPr>
          <a:xfrm>
            <a:off x="536400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2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6" name=""/>
          <p:cNvSpPr/>
          <p:nvPr/>
        </p:nvSpPr>
        <p:spPr>
          <a:xfrm>
            <a:off x="5367240" y="308124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0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7" name=""/>
          <p:cNvSpPr/>
          <p:nvPr/>
        </p:nvSpPr>
        <p:spPr>
          <a:xfrm>
            <a:off x="5370480" y="308124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0b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4938" name=""/>
          <p:cNvSpPr/>
          <p:nvPr/>
        </p:nvSpPr>
        <p:spPr>
          <a:xfrm>
            <a:off x="4574880" y="1444680"/>
            <a:ext cx="12960" cy="922320"/>
          </a:xfrm>
          <a:custGeom>
            <a:avLst/>
            <a:gdLst/>
            <a:ahLst/>
            <a:rect l="0" t="0" r="r" b="b"/>
            <a:pathLst>
              <a:path w="36" h="2562">
                <a:moveTo>
                  <a:pt x="0" y="2562"/>
                </a:moveTo>
                <a:lnTo>
                  <a:pt x="0" y="0"/>
                </a:lnTo>
                <a:lnTo>
                  <a:pt x="36" y="0"/>
                </a:lnTo>
                <a:lnTo>
                  <a:pt x="36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39" name=""/>
          <p:cNvSpPr/>
          <p:nvPr/>
        </p:nvSpPr>
        <p:spPr>
          <a:xfrm>
            <a:off x="4587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0" name=""/>
          <p:cNvSpPr/>
          <p:nvPr/>
        </p:nvSpPr>
        <p:spPr>
          <a:xfrm>
            <a:off x="4590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1" name=""/>
          <p:cNvSpPr/>
          <p:nvPr/>
        </p:nvSpPr>
        <p:spPr>
          <a:xfrm>
            <a:off x="459360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2" name=""/>
          <p:cNvSpPr/>
          <p:nvPr/>
        </p:nvSpPr>
        <p:spPr>
          <a:xfrm>
            <a:off x="4599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3" name=""/>
          <p:cNvSpPr/>
          <p:nvPr/>
        </p:nvSpPr>
        <p:spPr>
          <a:xfrm>
            <a:off x="4602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4" name=""/>
          <p:cNvSpPr/>
          <p:nvPr/>
        </p:nvSpPr>
        <p:spPr>
          <a:xfrm>
            <a:off x="460620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5" name=""/>
          <p:cNvSpPr/>
          <p:nvPr/>
        </p:nvSpPr>
        <p:spPr>
          <a:xfrm>
            <a:off x="4612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6" name=""/>
          <p:cNvSpPr/>
          <p:nvPr/>
        </p:nvSpPr>
        <p:spPr>
          <a:xfrm>
            <a:off x="46155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7" name=""/>
          <p:cNvSpPr/>
          <p:nvPr/>
        </p:nvSpPr>
        <p:spPr>
          <a:xfrm>
            <a:off x="461844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8" name=""/>
          <p:cNvSpPr/>
          <p:nvPr/>
        </p:nvSpPr>
        <p:spPr>
          <a:xfrm>
            <a:off x="462492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49" name=""/>
          <p:cNvSpPr/>
          <p:nvPr/>
        </p:nvSpPr>
        <p:spPr>
          <a:xfrm>
            <a:off x="46310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0" name=""/>
          <p:cNvSpPr/>
          <p:nvPr/>
        </p:nvSpPr>
        <p:spPr>
          <a:xfrm>
            <a:off x="46342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1" name=""/>
          <p:cNvSpPr/>
          <p:nvPr/>
        </p:nvSpPr>
        <p:spPr>
          <a:xfrm>
            <a:off x="4637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2" name=""/>
          <p:cNvSpPr/>
          <p:nvPr/>
        </p:nvSpPr>
        <p:spPr>
          <a:xfrm>
            <a:off x="4640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3" name=""/>
          <p:cNvSpPr/>
          <p:nvPr/>
        </p:nvSpPr>
        <p:spPr>
          <a:xfrm>
            <a:off x="464364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4" name=""/>
          <p:cNvSpPr/>
          <p:nvPr/>
        </p:nvSpPr>
        <p:spPr>
          <a:xfrm>
            <a:off x="4649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5" name=""/>
          <p:cNvSpPr/>
          <p:nvPr/>
        </p:nvSpPr>
        <p:spPr>
          <a:xfrm>
            <a:off x="46530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6" name=""/>
          <p:cNvSpPr/>
          <p:nvPr/>
        </p:nvSpPr>
        <p:spPr>
          <a:xfrm>
            <a:off x="465588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7" name=""/>
          <p:cNvSpPr/>
          <p:nvPr/>
        </p:nvSpPr>
        <p:spPr>
          <a:xfrm>
            <a:off x="46623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8" name=""/>
          <p:cNvSpPr/>
          <p:nvPr/>
        </p:nvSpPr>
        <p:spPr>
          <a:xfrm>
            <a:off x="4665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59" name=""/>
          <p:cNvSpPr/>
          <p:nvPr/>
        </p:nvSpPr>
        <p:spPr>
          <a:xfrm>
            <a:off x="466848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0" name=""/>
          <p:cNvSpPr/>
          <p:nvPr/>
        </p:nvSpPr>
        <p:spPr>
          <a:xfrm>
            <a:off x="46746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1" name=""/>
          <p:cNvSpPr/>
          <p:nvPr/>
        </p:nvSpPr>
        <p:spPr>
          <a:xfrm>
            <a:off x="4677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2" name=""/>
          <p:cNvSpPr/>
          <p:nvPr/>
        </p:nvSpPr>
        <p:spPr>
          <a:xfrm>
            <a:off x="468108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3" name=""/>
          <p:cNvSpPr/>
          <p:nvPr/>
        </p:nvSpPr>
        <p:spPr>
          <a:xfrm>
            <a:off x="4687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4" name=""/>
          <p:cNvSpPr/>
          <p:nvPr/>
        </p:nvSpPr>
        <p:spPr>
          <a:xfrm>
            <a:off x="46904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5" name=""/>
          <p:cNvSpPr/>
          <p:nvPr/>
        </p:nvSpPr>
        <p:spPr>
          <a:xfrm>
            <a:off x="469332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6" name=""/>
          <p:cNvSpPr/>
          <p:nvPr/>
        </p:nvSpPr>
        <p:spPr>
          <a:xfrm>
            <a:off x="46998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7" name=""/>
          <p:cNvSpPr/>
          <p:nvPr/>
        </p:nvSpPr>
        <p:spPr>
          <a:xfrm>
            <a:off x="47026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8" name=""/>
          <p:cNvSpPr/>
          <p:nvPr/>
        </p:nvSpPr>
        <p:spPr>
          <a:xfrm>
            <a:off x="4705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69" name=""/>
          <p:cNvSpPr/>
          <p:nvPr/>
        </p:nvSpPr>
        <p:spPr>
          <a:xfrm>
            <a:off x="47091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0" name=""/>
          <p:cNvSpPr/>
          <p:nvPr/>
        </p:nvSpPr>
        <p:spPr>
          <a:xfrm>
            <a:off x="471204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1" name=""/>
          <p:cNvSpPr/>
          <p:nvPr/>
        </p:nvSpPr>
        <p:spPr>
          <a:xfrm>
            <a:off x="47185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2" name=""/>
          <p:cNvSpPr/>
          <p:nvPr/>
        </p:nvSpPr>
        <p:spPr>
          <a:xfrm>
            <a:off x="472140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3" name=""/>
          <p:cNvSpPr/>
          <p:nvPr/>
        </p:nvSpPr>
        <p:spPr>
          <a:xfrm>
            <a:off x="4724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4" name=""/>
          <p:cNvSpPr/>
          <p:nvPr/>
        </p:nvSpPr>
        <p:spPr>
          <a:xfrm>
            <a:off x="47278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5" name=""/>
          <p:cNvSpPr/>
          <p:nvPr/>
        </p:nvSpPr>
        <p:spPr>
          <a:xfrm>
            <a:off x="4730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6" name=""/>
          <p:cNvSpPr/>
          <p:nvPr/>
        </p:nvSpPr>
        <p:spPr>
          <a:xfrm>
            <a:off x="4734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7" name=""/>
          <p:cNvSpPr/>
          <p:nvPr/>
        </p:nvSpPr>
        <p:spPr>
          <a:xfrm>
            <a:off x="473724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9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8" name=""/>
          <p:cNvSpPr/>
          <p:nvPr/>
        </p:nvSpPr>
        <p:spPr>
          <a:xfrm>
            <a:off x="4743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79" name=""/>
          <p:cNvSpPr/>
          <p:nvPr/>
        </p:nvSpPr>
        <p:spPr>
          <a:xfrm>
            <a:off x="47466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0" name=""/>
          <p:cNvSpPr/>
          <p:nvPr/>
        </p:nvSpPr>
        <p:spPr>
          <a:xfrm>
            <a:off x="474948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8f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1" name=""/>
          <p:cNvSpPr/>
          <p:nvPr/>
        </p:nvSpPr>
        <p:spPr>
          <a:xfrm>
            <a:off x="47559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2" name=""/>
          <p:cNvSpPr/>
          <p:nvPr/>
        </p:nvSpPr>
        <p:spPr>
          <a:xfrm>
            <a:off x="475884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3" name=""/>
          <p:cNvSpPr/>
          <p:nvPr/>
        </p:nvSpPr>
        <p:spPr>
          <a:xfrm>
            <a:off x="4762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4" name=""/>
          <p:cNvSpPr/>
          <p:nvPr/>
        </p:nvSpPr>
        <p:spPr>
          <a:xfrm>
            <a:off x="47653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5" name=""/>
          <p:cNvSpPr/>
          <p:nvPr/>
        </p:nvSpPr>
        <p:spPr>
          <a:xfrm>
            <a:off x="4768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6" name=""/>
          <p:cNvSpPr/>
          <p:nvPr/>
        </p:nvSpPr>
        <p:spPr>
          <a:xfrm>
            <a:off x="4771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7" name=""/>
          <p:cNvSpPr/>
          <p:nvPr/>
        </p:nvSpPr>
        <p:spPr>
          <a:xfrm>
            <a:off x="47746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8" name=""/>
          <p:cNvSpPr/>
          <p:nvPr/>
        </p:nvSpPr>
        <p:spPr>
          <a:xfrm>
            <a:off x="4777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89" name=""/>
          <p:cNvSpPr/>
          <p:nvPr/>
        </p:nvSpPr>
        <p:spPr>
          <a:xfrm>
            <a:off x="4780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0" name=""/>
          <p:cNvSpPr/>
          <p:nvPr/>
        </p:nvSpPr>
        <p:spPr>
          <a:xfrm>
            <a:off x="47840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1" name=""/>
          <p:cNvSpPr/>
          <p:nvPr/>
        </p:nvSpPr>
        <p:spPr>
          <a:xfrm>
            <a:off x="4786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2" name=""/>
          <p:cNvSpPr/>
          <p:nvPr/>
        </p:nvSpPr>
        <p:spPr>
          <a:xfrm>
            <a:off x="4790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3" name=""/>
          <p:cNvSpPr/>
          <p:nvPr/>
        </p:nvSpPr>
        <p:spPr>
          <a:xfrm>
            <a:off x="47934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4" name=""/>
          <p:cNvSpPr/>
          <p:nvPr/>
        </p:nvSpPr>
        <p:spPr>
          <a:xfrm>
            <a:off x="479628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5" name=""/>
          <p:cNvSpPr/>
          <p:nvPr/>
        </p:nvSpPr>
        <p:spPr>
          <a:xfrm>
            <a:off x="4799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6" name=""/>
          <p:cNvSpPr/>
          <p:nvPr/>
        </p:nvSpPr>
        <p:spPr>
          <a:xfrm>
            <a:off x="48027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7" name=""/>
          <p:cNvSpPr/>
          <p:nvPr/>
        </p:nvSpPr>
        <p:spPr>
          <a:xfrm>
            <a:off x="480564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3e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8" name=""/>
          <p:cNvSpPr/>
          <p:nvPr/>
        </p:nvSpPr>
        <p:spPr>
          <a:xfrm>
            <a:off x="48121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2e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4999" name=""/>
          <p:cNvSpPr/>
          <p:nvPr/>
        </p:nvSpPr>
        <p:spPr>
          <a:xfrm>
            <a:off x="4815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2e6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0" name=""/>
          <p:cNvSpPr/>
          <p:nvPr/>
        </p:nvSpPr>
        <p:spPr>
          <a:xfrm>
            <a:off x="4818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1" name=""/>
          <p:cNvSpPr/>
          <p:nvPr/>
        </p:nvSpPr>
        <p:spPr>
          <a:xfrm>
            <a:off x="4821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2" name=""/>
          <p:cNvSpPr/>
          <p:nvPr/>
        </p:nvSpPr>
        <p:spPr>
          <a:xfrm>
            <a:off x="4824360" y="1444680"/>
            <a:ext cx="6840" cy="922320"/>
          </a:xfrm>
          <a:custGeom>
            <a:avLst/>
            <a:gdLst/>
            <a:ahLst/>
            <a:rect l="0" t="0" r="r" b="b"/>
            <a:pathLst>
              <a:path w="19" h="2562">
                <a:moveTo>
                  <a:pt x="0" y="2562"/>
                </a:moveTo>
                <a:lnTo>
                  <a:pt x="0" y="0"/>
                </a:lnTo>
                <a:lnTo>
                  <a:pt x="19" y="0"/>
                </a:lnTo>
                <a:lnTo>
                  <a:pt x="1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1e4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3" name=""/>
          <p:cNvSpPr/>
          <p:nvPr/>
        </p:nvSpPr>
        <p:spPr>
          <a:xfrm>
            <a:off x="48308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0e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4" name=""/>
          <p:cNvSpPr/>
          <p:nvPr/>
        </p:nvSpPr>
        <p:spPr>
          <a:xfrm>
            <a:off x="483372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0e2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5" name=""/>
          <p:cNvSpPr/>
          <p:nvPr/>
        </p:nvSpPr>
        <p:spPr>
          <a:xfrm>
            <a:off x="4836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0e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6" name=""/>
          <p:cNvSpPr/>
          <p:nvPr/>
        </p:nvSpPr>
        <p:spPr>
          <a:xfrm>
            <a:off x="48402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f0e1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7" name=""/>
          <p:cNvSpPr/>
          <p:nvPr/>
        </p:nvSpPr>
        <p:spPr>
          <a:xfrm>
            <a:off x="4843080" y="1444680"/>
            <a:ext cx="6480" cy="922320"/>
          </a:xfrm>
          <a:custGeom>
            <a:avLst/>
            <a:gdLst/>
            <a:ahLst/>
            <a:rect l="0" t="0" r="r" b="b"/>
            <a:pathLst>
              <a:path w="18" h="2562">
                <a:moveTo>
                  <a:pt x="0" y="2562"/>
                </a:moveTo>
                <a:lnTo>
                  <a:pt x="0" y="0"/>
                </a:lnTo>
                <a:lnTo>
                  <a:pt x="18" y="0"/>
                </a:lnTo>
                <a:lnTo>
                  <a:pt x="18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fe0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8" name=""/>
          <p:cNvSpPr/>
          <p:nvPr/>
        </p:nvSpPr>
        <p:spPr>
          <a:xfrm>
            <a:off x="4849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edf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09" name=""/>
          <p:cNvSpPr/>
          <p:nvPr/>
        </p:nvSpPr>
        <p:spPr>
          <a:xfrm>
            <a:off x="4852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ede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0" name=""/>
          <p:cNvSpPr/>
          <p:nvPr/>
        </p:nvSpPr>
        <p:spPr>
          <a:xfrm>
            <a:off x="48556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1" name=""/>
          <p:cNvSpPr/>
          <p:nvPr/>
        </p:nvSpPr>
        <p:spPr>
          <a:xfrm>
            <a:off x="4858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2" name=""/>
          <p:cNvSpPr/>
          <p:nvPr/>
        </p:nvSpPr>
        <p:spPr>
          <a:xfrm>
            <a:off x="4861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ddc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3" name=""/>
          <p:cNvSpPr/>
          <p:nvPr/>
        </p:nvSpPr>
        <p:spPr>
          <a:xfrm>
            <a:off x="48650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ddb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4" name=""/>
          <p:cNvSpPr/>
          <p:nvPr/>
        </p:nvSpPr>
        <p:spPr>
          <a:xfrm>
            <a:off x="4867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5" name=""/>
          <p:cNvSpPr/>
          <p:nvPr/>
        </p:nvSpPr>
        <p:spPr>
          <a:xfrm>
            <a:off x="487116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6" name=""/>
          <p:cNvSpPr/>
          <p:nvPr/>
        </p:nvSpPr>
        <p:spPr>
          <a:xfrm>
            <a:off x="48744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b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7" name=""/>
          <p:cNvSpPr/>
          <p:nvPr/>
        </p:nvSpPr>
        <p:spPr>
          <a:xfrm>
            <a:off x="4877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bd8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8" name=""/>
          <p:cNvSpPr/>
          <p:nvPr/>
        </p:nvSpPr>
        <p:spPr>
          <a:xfrm>
            <a:off x="4880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ad7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19" name=""/>
          <p:cNvSpPr/>
          <p:nvPr/>
        </p:nvSpPr>
        <p:spPr>
          <a:xfrm>
            <a:off x="48837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ad6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0" name=""/>
          <p:cNvSpPr/>
          <p:nvPr/>
        </p:nvSpPr>
        <p:spPr>
          <a:xfrm>
            <a:off x="4886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ad5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1" name=""/>
          <p:cNvSpPr/>
          <p:nvPr/>
        </p:nvSpPr>
        <p:spPr>
          <a:xfrm>
            <a:off x="48898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ad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2" name=""/>
          <p:cNvSpPr/>
          <p:nvPr/>
        </p:nvSpPr>
        <p:spPr>
          <a:xfrm>
            <a:off x="48931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9d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3" name=""/>
          <p:cNvSpPr/>
          <p:nvPr/>
        </p:nvSpPr>
        <p:spPr>
          <a:xfrm>
            <a:off x="4896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9d3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4" name=""/>
          <p:cNvSpPr/>
          <p:nvPr/>
        </p:nvSpPr>
        <p:spPr>
          <a:xfrm>
            <a:off x="4899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8d2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5" name=""/>
          <p:cNvSpPr/>
          <p:nvPr/>
        </p:nvSpPr>
        <p:spPr>
          <a:xfrm>
            <a:off x="4902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8d1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6" name=""/>
          <p:cNvSpPr/>
          <p:nvPr/>
        </p:nvSpPr>
        <p:spPr>
          <a:xfrm>
            <a:off x="4905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7d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7" name=""/>
          <p:cNvSpPr/>
          <p:nvPr/>
        </p:nvSpPr>
        <p:spPr>
          <a:xfrm>
            <a:off x="490860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7c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8" name=""/>
          <p:cNvSpPr/>
          <p:nvPr/>
        </p:nvSpPr>
        <p:spPr>
          <a:xfrm>
            <a:off x="49118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6ce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29" name=""/>
          <p:cNvSpPr/>
          <p:nvPr/>
        </p:nvSpPr>
        <p:spPr>
          <a:xfrm>
            <a:off x="4914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6cd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0" name=""/>
          <p:cNvSpPr/>
          <p:nvPr/>
        </p:nvSpPr>
        <p:spPr>
          <a:xfrm>
            <a:off x="4917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5c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1" name=""/>
          <p:cNvSpPr/>
          <p:nvPr/>
        </p:nvSpPr>
        <p:spPr>
          <a:xfrm>
            <a:off x="49212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5c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2" name=""/>
          <p:cNvSpPr/>
          <p:nvPr/>
        </p:nvSpPr>
        <p:spPr>
          <a:xfrm>
            <a:off x="4924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4c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3" name=""/>
          <p:cNvSpPr/>
          <p:nvPr/>
        </p:nvSpPr>
        <p:spPr>
          <a:xfrm>
            <a:off x="4927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4c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4" name=""/>
          <p:cNvSpPr/>
          <p:nvPr/>
        </p:nvSpPr>
        <p:spPr>
          <a:xfrm>
            <a:off x="49305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4c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5" name=""/>
          <p:cNvSpPr/>
          <p:nvPr/>
        </p:nvSpPr>
        <p:spPr>
          <a:xfrm>
            <a:off x="4933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4c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6" name=""/>
          <p:cNvSpPr/>
          <p:nvPr/>
        </p:nvSpPr>
        <p:spPr>
          <a:xfrm>
            <a:off x="49366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3c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7" name=""/>
          <p:cNvSpPr/>
          <p:nvPr/>
        </p:nvSpPr>
        <p:spPr>
          <a:xfrm>
            <a:off x="49399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3c5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8" name=""/>
          <p:cNvSpPr/>
          <p:nvPr/>
        </p:nvSpPr>
        <p:spPr>
          <a:xfrm>
            <a:off x="4942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2c4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39" name=""/>
          <p:cNvSpPr/>
          <p:nvPr/>
        </p:nvSpPr>
        <p:spPr>
          <a:xfrm>
            <a:off x="494604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2c3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0" name=""/>
          <p:cNvSpPr/>
          <p:nvPr/>
        </p:nvSpPr>
        <p:spPr>
          <a:xfrm>
            <a:off x="49492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1c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1" name=""/>
          <p:cNvSpPr/>
          <p:nvPr/>
        </p:nvSpPr>
        <p:spPr>
          <a:xfrm>
            <a:off x="4952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1c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2" name=""/>
          <p:cNvSpPr/>
          <p:nvPr/>
        </p:nvSpPr>
        <p:spPr>
          <a:xfrm>
            <a:off x="4955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0c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3" name=""/>
          <p:cNvSpPr/>
          <p:nvPr/>
        </p:nvSpPr>
        <p:spPr>
          <a:xfrm>
            <a:off x="49586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e0b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4" name=""/>
          <p:cNvSpPr/>
          <p:nvPr/>
        </p:nvSpPr>
        <p:spPr>
          <a:xfrm>
            <a:off x="4961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fb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5" name=""/>
          <p:cNvSpPr/>
          <p:nvPr/>
        </p:nvSpPr>
        <p:spPr>
          <a:xfrm>
            <a:off x="4964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fb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6" name=""/>
          <p:cNvSpPr/>
          <p:nvPr/>
        </p:nvSpPr>
        <p:spPr>
          <a:xfrm>
            <a:off x="49680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ebc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7" name=""/>
          <p:cNvSpPr/>
          <p:nvPr/>
        </p:nvSpPr>
        <p:spPr>
          <a:xfrm>
            <a:off x="49708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ebb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8" name=""/>
          <p:cNvSpPr/>
          <p:nvPr/>
        </p:nvSpPr>
        <p:spPr>
          <a:xfrm>
            <a:off x="49741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dba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49" name=""/>
          <p:cNvSpPr/>
          <p:nvPr/>
        </p:nvSpPr>
        <p:spPr>
          <a:xfrm>
            <a:off x="49773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db9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0" name=""/>
          <p:cNvSpPr/>
          <p:nvPr/>
        </p:nvSpPr>
        <p:spPr>
          <a:xfrm>
            <a:off x="4980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cb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1" name=""/>
          <p:cNvSpPr/>
          <p:nvPr/>
        </p:nvSpPr>
        <p:spPr>
          <a:xfrm>
            <a:off x="498348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cb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2" name=""/>
          <p:cNvSpPr/>
          <p:nvPr/>
        </p:nvSpPr>
        <p:spPr>
          <a:xfrm>
            <a:off x="49867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bb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3" name=""/>
          <p:cNvSpPr/>
          <p:nvPr/>
        </p:nvSpPr>
        <p:spPr>
          <a:xfrm>
            <a:off x="49896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bb4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4" name=""/>
          <p:cNvSpPr/>
          <p:nvPr/>
        </p:nvSpPr>
        <p:spPr>
          <a:xfrm>
            <a:off x="4992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ab3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5" name=""/>
          <p:cNvSpPr/>
          <p:nvPr/>
        </p:nvSpPr>
        <p:spPr>
          <a:xfrm>
            <a:off x="49960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ab2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6" name=""/>
          <p:cNvSpPr/>
          <p:nvPr/>
        </p:nvSpPr>
        <p:spPr>
          <a:xfrm>
            <a:off x="4998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9b0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7" name=""/>
          <p:cNvSpPr/>
          <p:nvPr/>
        </p:nvSpPr>
        <p:spPr>
          <a:xfrm>
            <a:off x="5002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9af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8" name=""/>
          <p:cNvSpPr/>
          <p:nvPr/>
        </p:nvSpPr>
        <p:spPr>
          <a:xfrm>
            <a:off x="50054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8ae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59" name=""/>
          <p:cNvSpPr/>
          <p:nvPr/>
        </p:nvSpPr>
        <p:spPr>
          <a:xfrm>
            <a:off x="5008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8a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0" name=""/>
          <p:cNvSpPr/>
          <p:nvPr/>
        </p:nvSpPr>
        <p:spPr>
          <a:xfrm>
            <a:off x="5011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7a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1" name=""/>
          <p:cNvSpPr/>
          <p:nvPr/>
        </p:nvSpPr>
        <p:spPr>
          <a:xfrm>
            <a:off x="50148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7a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2" name=""/>
          <p:cNvSpPr/>
          <p:nvPr/>
        </p:nvSpPr>
        <p:spPr>
          <a:xfrm>
            <a:off x="50176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6a9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3" name=""/>
          <p:cNvSpPr/>
          <p:nvPr/>
        </p:nvSpPr>
        <p:spPr>
          <a:xfrm>
            <a:off x="502092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6a8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4" name=""/>
          <p:cNvSpPr/>
          <p:nvPr/>
        </p:nvSpPr>
        <p:spPr>
          <a:xfrm>
            <a:off x="50241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5a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5" name=""/>
          <p:cNvSpPr/>
          <p:nvPr/>
        </p:nvSpPr>
        <p:spPr>
          <a:xfrm>
            <a:off x="50270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5a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6" name=""/>
          <p:cNvSpPr/>
          <p:nvPr/>
        </p:nvSpPr>
        <p:spPr>
          <a:xfrm>
            <a:off x="5030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4a4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7" name=""/>
          <p:cNvSpPr/>
          <p:nvPr/>
        </p:nvSpPr>
        <p:spPr>
          <a:xfrm>
            <a:off x="50335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4a3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8" name=""/>
          <p:cNvSpPr/>
          <p:nvPr/>
        </p:nvSpPr>
        <p:spPr>
          <a:xfrm>
            <a:off x="5036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3a2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69" name=""/>
          <p:cNvSpPr/>
          <p:nvPr/>
        </p:nvSpPr>
        <p:spPr>
          <a:xfrm>
            <a:off x="5039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3a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0" name=""/>
          <p:cNvSpPr/>
          <p:nvPr/>
        </p:nvSpPr>
        <p:spPr>
          <a:xfrm>
            <a:off x="50428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39f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1" name=""/>
          <p:cNvSpPr/>
          <p:nvPr/>
        </p:nvSpPr>
        <p:spPr>
          <a:xfrm>
            <a:off x="5045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39e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2" name=""/>
          <p:cNvSpPr/>
          <p:nvPr/>
        </p:nvSpPr>
        <p:spPr>
          <a:xfrm>
            <a:off x="5049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29d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3" name=""/>
          <p:cNvSpPr/>
          <p:nvPr/>
        </p:nvSpPr>
        <p:spPr>
          <a:xfrm>
            <a:off x="50522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29c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4" name=""/>
          <p:cNvSpPr/>
          <p:nvPr/>
        </p:nvSpPr>
        <p:spPr>
          <a:xfrm>
            <a:off x="50551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19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5" name=""/>
          <p:cNvSpPr/>
          <p:nvPr/>
        </p:nvSpPr>
        <p:spPr>
          <a:xfrm>
            <a:off x="505836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19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6" name=""/>
          <p:cNvSpPr/>
          <p:nvPr/>
        </p:nvSpPr>
        <p:spPr>
          <a:xfrm>
            <a:off x="50616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09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7" name=""/>
          <p:cNvSpPr/>
          <p:nvPr/>
        </p:nvSpPr>
        <p:spPr>
          <a:xfrm>
            <a:off x="50644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d09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8" name=""/>
          <p:cNvSpPr/>
          <p:nvPr/>
        </p:nvSpPr>
        <p:spPr>
          <a:xfrm>
            <a:off x="5067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f95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79" name=""/>
          <p:cNvSpPr/>
          <p:nvPr/>
        </p:nvSpPr>
        <p:spPr>
          <a:xfrm>
            <a:off x="50709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f94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80" name=""/>
          <p:cNvSpPr/>
          <p:nvPr/>
        </p:nvSpPr>
        <p:spPr>
          <a:xfrm>
            <a:off x="5073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e92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81" name=""/>
          <p:cNvSpPr/>
          <p:nvPr/>
        </p:nvSpPr>
        <p:spPr>
          <a:xfrm>
            <a:off x="5077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e91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82" name=""/>
          <p:cNvSpPr/>
          <p:nvPr/>
        </p:nvSpPr>
        <p:spPr>
          <a:xfrm>
            <a:off x="50803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d90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83" name=""/>
          <p:cNvSpPr/>
          <p:nvPr/>
        </p:nvSpPr>
        <p:spPr>
          <a:xfrm>
            <a:off x="5083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d8f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84" name=""/>
          <p:cNvSpPr/>
          <p:nvPr/>
        </p:nvSpPr>
        <p:spPr>
          <a:xfrm>
            <a:off x="5086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c8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85" name=""/>
          <p:cNvSpPr/>
          <p:nvPr/>
        </p:nvSpPr>
        <p:spPr>
          <a:xfrm>
            <a:off x="50896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c8c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86" name=""/>
          <p:cNvSpPr/>
          <p:nvPr/>
        </p:nvSpPr>
        <p:spPr>
          <a:xfrm>
            <a:off x="5092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b8b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87" name=""/>
          <p:cNvSpPr/>
          <p:nvPr/>
        </p:nvSpPr>
        <p:spPr>
          <a:xfrm>
            <a:off x="509580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b8a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088" name=""/>
          <p:cNvSpPr/>
          <p:nvPr/>
        </p:nvSpPr>
        <p:spPr>
          <a:xfrm>
            <a:off x="50990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a8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89" name=""/>
          <p:cNvSpPr/>
          <p:nvPr/>
        </p:nvSpPr>
        <p:spPr>
          <a:xfrm>
            <a:off x="5101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a8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0" name=""/>
          <p:cNvSpPr/>
          <p:nvPr/>
        </p:nvSpPr>
        <p:spPr>
          <a:xfrm>
            <a:off x="5105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98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1" name=""/>
          <p:cNvSpPr/>
          <p:nvPr/>
        </p:nvSpPr>
        <p:spPr>
          <a:xfrm>
            <a:off x="51084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98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2" name=""/>
          <p:cNvSpPr/>
          <p:nvPr/>
        </p:nvSpPr>
        <p:spPr>
          <a:xfrm>
            <a:off x="5111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98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3" name=""/>
          <p:cNvSpPr/>
          <p:nvPr/>
        </p:nvSpPr>
        <p:spPr>
          <a:xfrm>
            <a:off x="5114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98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4" name=""/>
          <p:cNvSpPr/>
          <p:nvPr/>
        </p:nvSpPr>
        <p:spPr>
          <a:xfrm>
            <a:off x="51177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880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5" name=""/>
          <p:cNvSpPr/>
          <p:nvPr/>
        </p:nvSpPr>
        <p:spPr>
          <a:xfrm>
            <a:off x="5120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87f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6" name=""/>
          <p:cNvSpPr/>
          <p:nvPr/>
        </p:nvSpPr>
        <p:spPr>
          <a:xfrm>
            <a:off x="51238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77d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7" name=""/>
          <p:cNvSpPr/>
          <p:nvPr/>
        </p:nvSpPr>
        <p:spPr>
          <a:xfrm>
            <a:off x="51271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77c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8" name=""/>
          <p:cNvSpPr/>
          <p:nvPr/>
        </p:nvSpPr>
        <p:spPr>
          <a:xfrm>
            <a:off x="5130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67b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099" name=""/>
          <p:cNvSpPr/>
          <p:nvPr/>
        </p:nvSpPr>
        <p:spPr>
          <a:xfrm>
            <a:off x="513324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67a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0" name=""/>
          <p:cNvSpPr/>
          <p:nvPr/>
        </p:nvSpPr>
        <p:spPr>
          <a:xfrm>
            <a:off x="5136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578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1" name=""/>
          <p:cNvSpPr/>
          <p:nvPr/>
        </p:nvSpPr>
        <p:spPr>
          <a:xfrm>
            <a:off x="5139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577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2" name=""/>
          <p:cNvSpPr/>
          <p:nvPr/>
        </p:nvSpPr>
        <p:spPr>
          <a:xfrm>
            <a:off x="51426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57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3" name=""/>
          <p:cNvSpPr/>
          <p:nvPr/>
        </p:nvSpPr>
        <p:spPr>
          <a:xfrm>
            <a:off x="51458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57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4" name=""/>
          <p:cNvSpPr/>
          <p:nvPr/>
        </p:nvSpPr>
        <p:spPr>
          <a:xfrm>
            <a:off x="5148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47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5" name=""/>
          <p:cNvSpPr/>
          <p:nvPr/>
        </p:nvSpPr>
        <p:spPr>
          <a:xfrm>
            <a:off x="5151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47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6" name=""/>
          <p:cNvSpPr/>
          <p:nvPr/>
        </p:nvSpPr>
        <p:spPr>
          <a:xfrm>
            <a:off x="51552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370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7" name=""/>
          <p:cNvSpPr/>
          <p:nvPr/>
        </p:nvSpPr>
        <p:spPr>
          <a:xfrm>
            <a:off x="5158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36f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8" name=""/>
          <p:cNvSpPr/>
          <p:nvPr/>
        </p:nvSpPr>
        <p:spPr>
          <a:xfrm>
            <a:off x="5161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26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09" name=""/>
          <p:cNvSpPr/>
          <p:nvPr/>
        </p:nvSpPr>
        <p:spPr>
          <a:xfrm>
            <a:off x="51645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26c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0" name=""/>
          <p:cNvSpPr/>
          <p:nvPr/>
        </p:nvSpPr>
        <p:spPr>
          <a:xfrm>
            <a:off x="51674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26b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1" name=""/>
          <p:cNvSpPr/>
          <p:nvPr/>
        </p:nvSpPr>
        <p:spPr>
          <a:xfrm>
            <a:off x="517068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26a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2" name=""/>
          <p:cNvSpPr/>
          <p:nvPr/>
        </p:nvSpPr>
        <p:spPr>
          <a:xfrm>
            <a:off x="51739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168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3" name=""/>
          <p:cNvSpPr/>
          <p:nvPr/>
        </p:nvSpPr>
        <p:spPr>
          <a:xfrm>
            <a:off x="5176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167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4" name=""/>
          <p:cNvSpPr/>
          <p:nvPr/>
        </p:nvSpPr>
        <p:spPr>
          <a:xfrm>
            <a:off x="51800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065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5" name=""/>
          <p:cNvSpPr/>
          <p:nvPr/>
        </p:nvSpPr>
        <p:spPr>
          <a:xfrm>
            <a:off x="51832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064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6" name=""/>
          <p:cNvSpPr/>
          <p:nvPr/>
        </p:nvSpPr>
        <p:spPr>
          <a:xfrm>
            <a:off x="5186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063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7" name=""/>
          <p:cNvSpPr/>
          <p:nvPr/>
        </p:nvSpPr>
        <p:spPr>
          <a:xfrm>
            <a:off x="5189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c062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8" name=""/>
          <p:cNvSpPr/>
          <p:nvPr/>
        </p:nvSpPr>
        <p:spPr>
          <a:xfrm>
            <a:off x="51926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f60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19" name=""/>
          <p:cNvSpPr/>
          <p:nvPr/>
        </p:nvSpPr>
        <p:spPr>
          <a:xfrm>
            <a:off x="5195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f5f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0" name=""/>
          <p:cNvSpPr/>
          <p:nvPr/>
        </p:nvSpPr>
        <p:spPr>
          <a:xfrm>
            <a:off x="5198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f5e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1" name=""/>
          <p:cNvSpPr/>
          <p:nvPr/>
        </p:nvSpPr>
        <p:spPr>
          <a:xfrm>
            <a:off x="52020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f5d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2" name=""/>
          <p:cNvSpPr/>
          <p:nvPr/>
        </p:nvSpPr>
        <p:spPr>
          <a:xfrm>
            <a:off x="52048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e5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3" name=""/>
          <p:cNvSpPr/>
          <p:nvPr/>
        </p:nvSpPr>
        <p:spPr>
          <a:xfrm>
            <a:off x="520812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e5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4" name=""/>
          <p:cNvSpPr/>
          <p:nvPr/>
        </p:nvSpPr>
        <p:spPr>
          <a:xfrm>
            <a:off x="52113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d5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5" name=""/>
          <p:cNvSpPr/>
          <p:nvPr/>
        </p:nvSpPr>
        <p:spPr>
          <a:xfrm>
            <a:off x="5214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d5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6" name=""/>
          <p:cNvSpPr/>
          <p:nvPr/>
        </p:nvSpPr>
        <p:spPr>
          <a:xfrm>
            <a:off x="52174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d55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7" name=""/>
          <p:cNvSpPr/>
          <p:nvPr/>
        </p:nvSpPr>
        <p:spPr>
          <a:xfrm>
            <a:off x="52207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d54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8" name=""/>
          <p:cNvSpPr/>
          <p:nvPr/>
        </p:nvSpPr>
        <p:spPr>
          <a:xfrm>
            <a:off x="52236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c53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29" name=""/>
          <p:cNvSpPr/>
          <p:nvPr/>
        </p:nvSpPr>
        <p:spPr>
          <a:xfrm>
            <a:off x="5226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c52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0" name=""/>
          <p:cNvSpPr/>
          <p:nvPr/>
        </p:nvSpPr>
        <p:spPr>
          <a:xfrm>
            <a:off x="52300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c50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1" name=""/>
          <p:cNvSpPr/>
          <p:nvPr/>
        </p:nvSpPr>
        <p:spPr>
          <a:xfrm>
            <a:off x="52329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c4f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2" name=""/>
          <p:cNvSpPr/>
          <p:nvPr/>
        </p:nvSpPr>
        <p:spPr>
          <a:xfrm>
            <a:off x="5236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b4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3" name=""/>
          <p:cNvSpPr/>
          <p:nvPr/>
        </p:nvSpPr>
        <p:spPr>
          <a:xfrm>
            <a:off x="52394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b4d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4" name=""/>
          <p:cNvSpPr/>
          <p:nvPr/>
        </p:nvSpPr>
        <p:spPr>
          <a:xfrm>
            <a:off x="52423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b4b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5" name=""/>
          <p:cNvSpPr/>
          <p:nvPr/>
        </p:nvSpPr>
        <p:spPr>
          <a:xfrm>
            <a:off x="524556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b4a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6" name=""/>
          <p:cNvSpPr/>
          <p:nvPr/>
        </p:nvSpPr>
        <p:spPr>
          <a:xfrm>
            <a:off x="52488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7" name=""/>
          <p:cNvSpPr/>
          <p:nvPr/>
        </p:nvSpPr>
        <p:spPr>
          <a:xfrm>
            <a:off x="52516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8" name=""/>
          <p:cNvSpPr/>
          <p:nvPr/>
        </p:nvSpPr>
        <p:spPr>
          <a:xfrm>
            <a:off x="5254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39" name=""/>
          <p:cNvSpPr/>
          <p:nvPr/>
        </p:nvSpPr>
        <p:spPr>
          <a:xfrm>
            <a:off x="52581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0" name=""/>
          <p:cNvSpPr/>
          <p:nvPr/>
        </p:nvSpPr>
        <p:spPr>
          <a:xfrm>
            <a:off x="52610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1" name=""/>
          <p:cNvSpPr/>
          <p:nvPr/>
        </p:nvSpPr>
        <p:spPr>
          <a:xfrm>
            <a:off x="5264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a4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2" name=""/>
          <p:cNvSpPr/>
          <p:nvPr/>
        </p:nvSpPr>
        <p:spPr>
          <a:xfrm>
            <a:off x="52675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40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3" name=""/>
          <p:cNvSpPr/>
          <p:nvPr/>
        </p:nvSpPr>
        <p:spPr>
          <a:xfrm>
            <a:off x="52704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f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4" name=""/>
          <p:cNvSpPr/>
          <p:nvPr/>
        </p:nvSpPr>
        <p:spPr>
          <a:xfrm>
            <a:off x="5273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e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5" name=""/>
          <p:cNvSpPr/>
          <p:nvPr/>
        </p:nvSpPr>
        <p:spPr>
          <a:xfrm>
            <a:off x="52768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d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6" name=""/>
          <p:cNvSpPr/>
          <p:nvPr/>
        </p:nvSpPr>
        <p:spPr>
          <a:xfrm>
            <a:off x="52797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b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7" name=""/>
          <p:cNvSpPr/>
          <p:nvPr/>
        </p:nvSpPr>
        <p:spPr>
          <a:xfrm>
            <a:off x="528300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93a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8" name=""/>
          <p:cNvSpPr/>
          <p:nvPr/>
        </p:nvSpPr>
        <p:spPr>
          <a:xfrm>
            <a:off x="52862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839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49" name=""/>
          <p:cNvSpPr/>
          <p:nvPr/>
        </p:nvSpPr>
        <p:spPr>
          <a:xfrm>
            <a:off x="52891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838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0" name=""/>
          <p:cNvSpPr/>
          <p:nvPr/>
        </p:nvSpPr>
        <p:spPr>
          <a:xfrm>
            <a:off x="52923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836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1" name=""/>
          <p:cNvSpPr/>
          <p:nvPr/>
        </p:nvSpPr>
        <p:spPr>
          <a:xfrm>
            <a:off x="52956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835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2" name=""/>
          <p:cNvSpPr/>
          <p:nvPr/>
        </p:nvSpPr>
        <p:spPr>
          <a:xfrm>
            <a:off x="52984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33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3" name=""/>
          <p:cNvSpPr/>
          <p:nvPr/>
        </p:nvSpPr>
        <p:spPr>
          <a:xfrm>
            <a:off x="53017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32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4" name=""/>
          <p:cNvSpPr/>
          <p:nvPr/>
        </p:nvSpPr>
        <p:spPr>
          <a:xfrm>
            <a:off x="53049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3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5" name=""/>
          <p:cNvSpPr/>
          <p:nvPr/>
        </p:nvSpPr>
        <p:spPr>
          <a:xfrm>
            <a:off x="53078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6" name=""/>
          <p:cNvSpPr/>
          <p:nvPr/>
        </p:nvSpPr>
        <p:spPr>
          <a:xfrm>
            <a:off x="53110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e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7" name=""/>
          <p:cNvSpPr/>
          <p:nvPr/>
        </p:nvSpPr>
        <p:spPr>
          <a:xfrm>
            <a:off x="53143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d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8" name=""/>
          <p:cNvSpPr/>
          <p:nvPr/>
        </p:nvSpPr>
        <p:spPr>
          <a:xfrm>
            <a:off x="53172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b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59" name=""/>
          <p:cNvSpPr/>
          <p:nvPr/>
        </p:nvSpPr>
        <p:spPr>
          <a:xfrm>
            <a:off x="532044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72a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0" name=""/>
          <p:cNvSpPr/>
          <p:nvPr/>
        </p:nvSpPr>
        <p:spPr>
          <a:xfrm>
            <a:off x="53236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8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1" name=""/>
          <p:cNvSpPr/>
          <p:nvPr/>
        </p:nvSpPr>
        <p:spPr>
          <a:xfrm>
            <a:off x="53265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7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2" name=""/>
          <p:cNvSpPr/>
          <p:nvPr/>
        </p:nvSpPr>
        <p:spPr>
          <a:xfrm>
            <a:off x="53298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5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3" name=""/>
          <p:cNvSpPr/>
          <p:nvPr/>
        </p:nvSpPr>
        <p:spPr>
          <a:xfrm>
            <a:off x="533304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4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4" name=""/>
          <p:cNvSpPr/>
          <p:nvPr/>
        </p:nvSpPr>
        <p:spPr>
          <a:xfrm>
            <a:off x="53359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2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5" name=""/>
          <p:cNvSpPr/>
          <p:nvPr/>
        </p:nvSpPr>
        <p:spPr>
          <a:xfrm>
            <a:off x="533916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20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6" name=""/>
          <p:cNvSpPr/>
          <p:nvPr/>
        </p:nvSpPr>
        <p:spPr>
          <a:xfrm>
            <a:off x="534240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1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7" name=""/>
          <p:cNvSpPr/>
          <p:nvPr/>
        </p:nvSpPr>
        <p:spPr>
          <a:xfrm>
            <a:off x="534528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6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8" name=""/>
          <p:cNvSpPr/>
          <p:nvPr/>
        </p:nvSpPr>
        <p:spPr>
          <a:xfrm>
            <a:off x="534852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69" name=""/>
          <p:cNvSpPr/>
          <p:nvPr/>
        </p:nvSpPr>
        <p:spPr>
          <a:xfrm>
            <a:off x="535176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a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70" name=""/>
          <p:cNvSpPr/>
          <p:nvPr/>
        </p:nvSpPr>
        <p:spPr>
          <a:xfrm>
            <a:off x="53546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8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71" name=""/>
          <p:cNvSpPr/>
          <p:nvPr/>
        </p:nvSpPr>
        <p:spPr>
          <a:xfrm>
            <a:off x="5357880" y="1444680"/>
            <a:ext cx="3960" cy="922320"/>
          </a:xfrm>
          <a:custGeom>
            <a:avLst/>
            <a:gdLst/>
            <a:ahLst/>
            <a:rect l="0" t="0" r="r" b="b"/>
            <a:pathLst>
              <a:path w="11" h="2562">
                <a:moveTo>
                  <a:pt x="0" y="2562"/>
                </a:moveTo>
                <a:lnTo>
                  <a:pt x="0" y="0"/>
                </a:lnTo>
                <a:lnTo>
                  <a:pt x="11" y="0"/>
                </a:lnTo>
                <a:lnTo>
                  <a:pt x="11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7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72" name=""/>
          <p:cNvSpPr/>
          <p:nvPr/>
        </p:nvSpPr>
        <p:spPr>
          <a:xfrm>
            <a:off x="536112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4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73" name=""/>
          <p:cNvSpPr/>
          <p:nvPr/>
        </p:nvSpPr>
        <p:spPr>
          <a:xfrm>
            <a:off x="536400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12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74" name=""/>
          <p:cNvSpPr/>
          <p:nvPr/>
        </p:nvSpPr>
        <p:spPr>
          <a:xfrm>
            <a:off x="5367240" y="1444680"/>
            <a:ext cx="3600" cy="922320"/>
          </a:xfrm>
          <a:custGeom>
            <a:avLst/>
            <a:gdLst/>
            <a:ahLst/>
            <a:rect l="0" t="0" r="r" b="b"/>
            <a:pathLst>
              <a:path w="10" h="2562">
                <a:moveTo>
                  <a:pt x="0" y="2562"/>
                </a:moveTo>
                <a:lnTo>
                  <a:pt x="0" y="0"/>
                </a:lnTo>
                <a:lnTo>
                  <a:pt x="10" y="0"/>
                </a:lnTo>
                <a:lnTo>
                  <a:pt x="10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0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175" name=""/>
          <p:cNvSpPr/>
          <p:nvPr/>
        </p:nvSpPr>
        <p:spPr>
          <a:xfrm>
            <a:off x="5370480" y="1444680"/>
            <a:ext cx="3240" cy="922320"/>
          </a:xfrm>
          <a:custGeom>
            <a:avLst/>
            <a:gdLst/>
            <a:ahLst/>
            <a:rect l="0" t="0" r="r" b="b"/>
            <a:pathLst>
              <a:path w="9" h="2562">
                <a:moveTo>
                  <a:pt x="0" y="2562"/>
                </a:moveTo>
                <a:lnTo>
                  <a:pt x="0" y="0"/>
                </a:lnTo>
                <a:lnTo>
                  <a:pt x="9" y="0"/>
                </a:lnTo>
                <a:lnTo>
                  <a:pt x="9" y="2562"/>
                </a:lnTo>
                <a:lnTo>
                  <a:pt x="0" y="2562"/>
                </a:lnTo>
                <a:close/>
              </a:path>
            </a:pathLst>
          </a:custGeom>
          <a:solidFill>
            <a:srgbClr val="b50b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5176" name="" descr=""/>
          <p:cNvPicPr/>
          <p:nvPr/>
        </p:nvPicPr>
        <p:blipFill>
          <a:blip r:embed="rId7"/>
          <a:stretch/>
        </p:blipFill>
        <p:spPr>
          <a:xfrm>
            <a:off x="1519560" y="1144440"/>
            <a:ext cx="3186360" cy="1523520"/>
          </a:xfrm>
          <a:prstGeom prst="rect">
            <a:avLst/>
          </a:prstGeom>
          <a:ln w="0">
            <a:noFill/>
          </a:ln>
        </p:spPr>
      </p:pic>
      <p:pic>
        <p:nvPicPr>
          <p:cNvPr id="25177" name="" descr=""/>
          <p:cNvPicPr/>
          <p:nvPr/>
        </p:nvPicPr>
        <p:blipFill>
          <a:blip r:embed="rId8"/>
          <a:stretch/>
        </p:blipFill>
        <p:spPr>
          <a:xfrm>
            <a:off x="1519560" y="2787480"/>
            <a:ext cx="3186360" cy="1506960"/>
          </a:xfrm>
          <a:prstGeom prst="rect">
            <a:avLst/>
          </a:prstGeom>
          <a:ln w="0">
            <a:noFill/>
          </a:ln>
        </p:spPr>
      </p:pic>
      <p:sp>
        <p:nvSpPr>
          <p:cNvPr id="25178" name=""/>
          <p:cNvSpPr/>
          <p:nvPr/>
        </p:nvSpPr>
        <p:spPr>
          <a:xfrm>
            <a:off x="3126240" y="3243600"/>
            <a:ext cx="242640" cy="254880"/>
          </a:xfrm>
          <a:custGeom>
            <a:avLst/>
            <a:gdLst/>
            <a:ahLst/>
            <a:rect l="0" t="0" r="r" b="b"/>
            <a:pathLst>
              <a:path fill="none" w="674" h="708">
                <a:moveTo>
                  <a:pt x="297" y="0"/>
                </a:moveTo>
                <a:lnTo>
                  <a:pt x="674" y="0"/>
                </a:lnTo>
                <a:lnTo>
                  <a:pt x="674" y="708"/>
                </a:lnTo>
                <a:lnTo>
                  <a:pt x="0" y="708"/>
                </a:lnTo>
              </a:path>
            </a:pathLst>
          </a:custGeom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179" name="" descr=""/>
          <p:cNvPicPr/>
          <p:nvPr/>
        </p:nvPicPr>
        <p:blipFill>
          <a:blip r:embed="rId9"/>
          <a:stretch/>
        </p:blipFill>
        <p:spPr>
          <a:xfrm>
            <a:off x="1519560" y="4364640"/>
            <a:ext cx="3135960" cy="1509840"/>
          </a:xfrm>
          <a:prstGeom prst="rect">
            <a:avLst/>
          </a:prstGeom>
          <a:ln w="0">
            <a:noFill/>
          </a:ln>
        </p:spPr>
      </p:pic>
      <p:sp>
        <p:nvSpPr>
          <p:cNvPr id="25180" name=""/>
          <p:cNvSpPr/>
          <p:nvPr/>
        </p:nvSpPr>
        <p:spPr>
          <a:xfrm>
            <a:off x="3577320" y="5519160"/>
            <a:ext cx="242640" cy="254520"/>
          </a:xfrm>
          <a:custGeom>
            <a:avLst/>
            <a:gdLst/>
            <a:ahLst/>
            <a:rect l="0" t="0" r="r" b="b"/>
            <a:pathLst>
              <a:path fill="none" w="674" h="707">
                <a:moveTo>
                  <a:pt x="297" y="0"/>
                </a:moveTo>
                <a:lnTo>
                  <a:pt x="674" y="0"/>
                </a:lnTo>
                <a:lnTo>
                  <a:pt x="674" y="707"/>
                </a:lnTo>
                <a:lnTo>
                  <a:pt x="0" y="707"/>
                </a:lnTo>
              </a:path>
            </a:pathLst>
          </a:custGeom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1" name=""/>
          <p:cNvSpPr txBox="1"/>
          <p:nvPr/>
        </p:nvSpPr>
        <p:spPr>
          <a:xfrm>
            <a:off x="2296440" y="744840"/>
            <a:ext cx="1558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imbalance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2" name=""/>
          <p:cNvSpPr txBox="1"/>
          <p:nvPr/>
        </p:nvSpPr>
        <p:spPr>
          <a:xfrm>
            <a:off x="5943240" y="1798560"/>
            <a:ext cx="18799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Upper/Lower Imbalance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3" name=""/>
          <p:cNvSpPr txBox="1"/>
          <p:nvPr/>
        </p:nvSpPr>
        <p:spPr>
          <a:xfrm>
            <a:off x="6295320" y="3434400"/>
            <a:ext cx="11725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Arm Imbalance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4" name=""/>
          <p:cNvSpPr/>
          <p:nvPr/>
        </p:nvSpPr>
        <p:spPr>
          <a:xfrm>
            <a:off x="5160240" y="2159280"/>
            <a:ext cx="4745880" cy="878400"/>
          </a:xfrm>
          <a:custGeom>
            <a:avLst/>
            <a:gdLst/>
            <a:ahLst/>
            <a:rect l="0" t="0" r="r" b="b"/>
            <a:pathLst>
              <a:path w="13183" h="2440">
                <a:moveTo>
                  <a:pt x="0" y="2440"/>
                </a:moveTo>
                <a:lnTo>
                  <a:pt x="13183" y="2440"/>
                </a:lnTo>
                <a:lnTo>
                  <a:pt x="13183" y="0"/>
                </a:lnTo>
                <a:lnTo>
                  <a:pt x="0" y="0"/>
                </a:lnTo>
                <a:lnTo>
                  <a:pt x="0" y="2440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5" name=""/>
          <p:cNvSpPr txBox="1"/>
          <p:nvPr/>
        </p:nvSpPr>
        <p:spPr>
          <a:xfrm>
            <a:off x="6400080" y="5013360"/>
            <a:ext cx="11041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Leg Imbalance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6" name=""/>
          <p:cNvSpPr txBox="1"/>
          <p:nvPr/>
        </p:nvSpPr>
        <p:spPr>
          <a:xfrm>
            <a:off x="5290560" y="245448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7" name=""/>
          <p:cNvSpPr txBox="1"/>
          <p:nvPr/>
        </p:nvSpPr>
        <p:spPr>
          <a:xfrm>
            <a:off x="5523840" y="2454480"/>
            <a:ext cx="393732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Slight imbalance</a:t>
            </a:r>
            <a:r>
              <a:rPr b="0" lang="en-US" sz="1140" spc="-1" strike="noStrike">
                <a:solidFill>
                  <a:srgbClr val="000000"/>
                </a:solidFill>
                <a:latin typeface="Arial"/>
                <a:ea typeface="Arial"/>
              </a:rPr>
              <a:t>: 1~2 bar difference between arms and legs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8" name=""/>
          <p:cNvSpPr txBox="1"/>
          <p:nvPr/>
        </p:nvSpPr>
        <p:spPr>
          <a:xfrm>
            <a:off x="5290560" y="27151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89" name=""/>
          <p:cNvSpPr/>
          <p:nvPr/>
        </p:nvSpPr>
        <p:spPr>
          <a:xfrm>
            <a:off x="5160240" y="3832560"/>
            <a:ext cx="4765680" cy="887400"/>
          </a:xfrm>
          <a:custGeom>
            <a:avLst/>
            <a:gdLst/>
            <a:ahLst/>
            <a:rect l="0" t="0" r="r" b="b"/>
            <a:pathLst>
              <a:path w="13238" h="2465">
                <a:moveTo>
                  <a:pt x="0" y="2465"/>
                </a:moveTo>
                <a:lnTo>
                  <a:pt x="13238" y="2465"/>
                </a:lnTo>
                <a:lnTo>
                  <a:pt x="13238" y="0"/>
                </a:lnTo>
                <a:lnTo>
                  <a:pt x="0" y="0"/>
                </a:lnTo>
                <a:lnTo>
                  <a:pt x="0" y="2465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0" name=""/>
          <p:cNvSpPr txBox="1"/>
          <p:nvPr/>
        </p:nvSpPr>
        <p:spPr>
          <a:xfrm>
            <a:off x="5523840" y="2715120"/>
            <a:ext cx="4167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Severe imbalance</a:t>
            </a:r>
            <a:r>
              <a:rPr b="0" lang="en-US" sz="1140" spc="-1" strike="noStrike">
                <a:solidFill>
                  <a:srgbClr val="000000"/>
                </a:solidFill>
                <a:latin typeface="Arial"/>
                <a:ea typeface="Arial"/>
              </a:rPr>
              <a:t>: over 2 bar difference between arms and legs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1" name=""/>
          <p:cNvSpPr txBox="1"/>
          <p:nvPr/>
        </p:nvSpPr>
        <p:spPr>
          <a:xfrm>
            <a:off x="5290560" y="412848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2" name=""/>
          <p:cNvSpPr txBox="1"/>
          <p:nvPr/>
        </p:nvSpPr>
        <p:spPr>
          <a:xfrm>
            <a:off x="5523840" y="4128480"/>
            <a:ext cx="32817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Slight imbalance: </a:t>
            </a:r>
            <a:r>
              <a:rPr b="0" lang="en-US" sz="1140" spc="-1" strike="noStrike">
                <a:solidFill>
                  <a:srgbClr val="000000"/>
                </a:solidFill>
                <a:latin typeface="Arial"/>
                <a:ea typeface="Arial"/>
              </a:rPr>
              <a:t>6-10% difference between arms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3" name=""/>
          <p:cNvSpPr txBox="1"/>
          <p:nvPr/>
        </p:nvSpPr>
        <p:spPr>
          <a:xfrm>
            <a:off x="5290560" y="438876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4" name=""/>
          <p:cNvSpPr/>
          <p:nvPr/>
        </p:nvSpPr>
        <p:spPr>
          <a:xfrm>
            <a:off x="5160240" y="5291280"/>
            <a:ext cx="4745880" cy="887040"/>
          </a:xfrm>
          <a:custGeom>
            <a:avLst/>
            <a:gdLst/>
            <a:ahLst/>
            <a:rect l="0" t="0" r="r" b="b"/>
            <a:pathLst>
              <a:path w="13183" h="2464">
                <a:moveTo>
                  <a:pt x="0" y="2464"/>
                </a:moveTo>
                <a:lnTo>
                  <a:pt x="13183" y="2464"/>
                </a:lnTo>
                <a:lnTo>
                  <a:pt x="13183" y="0"/>
                </a:lnTo>
                <a:lnTo>
                  <a:pt x="0" y="0"/>
                </a:lnTo>
                <a:lnTo>
                  <a:pt x="0" y="2464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5" name=""/>
          <p:cNvSpPr txBox="1"/>
          <p:nvPr/>
        </p:nvSpPr>
        <p:spPr>
          <a:xfrm>
            <a:off x="5523840" y="4388760"/>
            <a:ext cx="35805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Severe imbalance: </a:t>
            </a:r>
            <a:r>
              <a:rPr b="0" lang="en-US" sz="1140" spc="-1" strike="noStrike">
                <a:solidFill>
                  <a:srgbClr val="000000"/>
                </a:solidFill>
                <a:latin typeface="Arial"/>
                <a:ea typeface="Arial"/>
              </a:rPr>
              <a:t>Over 10% difference between arms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6" name=""/>
          <p:cNvSpPr txBox="1"/>
          <p:nvPr/>
        </p:nvSpPr>
        <p:spPr>
          <a:xfrm>
            <a:off x="5290560" y="558648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7" name=""/>
          <p:cNvSpPr txBox="1"/>
          <p:nvPr/>
        </p:nvSpPr>
        <p:spPr>
          <a:xfrm>
            <a:off x="5523840" y="5586480"/>
            <a:ext cx="314460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Slight imbalance: </a:t>
            </a:r>
            <a:r>
              <a:rPr b="0" lang="en-US" sz="1140" spc="-1" strike="noStrike">
                <a:solidFill>
                  <a:srgbClr val="000000"/>
                </a:solidFill>
                <a:latin typeface="Arial"/>
                <a:ea typeface="Arial"/>
              </a:rPr>
              <a:t>3-5% difference between legs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8" name=""/>
          <p:cNvSpPr txBox="1"/>
          <p:nvPr/>
        </p:nvSpPr>
        <p:spPr>
          <a:xfrm>
            <a:off x="5290560" y="58471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199" name=""/>
          <p:cNvSpPr/>
          <p:nvPr/>
        </p:nvSpPr>
        <p:spPr>
          <a:xfrm>
            <a:off x="4574880" y="4776120"/>
            <a:ext cx="12960" cy="920880"/>
          </a:xfrm>
          <a:custGeom>
            <a:avLst/>
            <a:gdLst/>
            <a:ahLst/>
            <a:rect l="0" t="0" r="r" b="b"/>
            <a:pathLst>
              <a:path w="36" h="2558">
                <a:moveTo>
                  <a:pt x="0" y="2558"/>
                </a:moveTo>
                <a:lnTo>
                  <a:pt x="0" y="0"/>
                </a:lnTo>
                <a:lnTo>
                  <a:pt x="36" y="0"/>
                </a:lnTo>
                <a:lnTo>
                  <a:pt x="36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0" name=""/>
          <p:cNvSpPr/>
          <p:nvPr/>
        </p:nvSpPr>
        <p:spPr>
          <a:xfrm>
            <a:off x="4587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1" name=""/>
          <p:cNvSpPr/>
          <p:nvPr/>
        </p:nvSpPr>
        <p:spPr>
          <a:xfrm>
            <a:off x="4590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2" name=""/>
          <p:cNvSpPr/>
          <p:nvPr/>
        </p:nvSpPr>
        <p:spPr>
          <a:xfrm>
            <a:off x="459360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f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3" name=""/>
          <p:cNvSpPr/>
          <p:nvPr/>
        </p:nvSpPr>
        <p:spPr>
          <a:xfrm>
            <a:off x="4599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4" name=""/>
          <p:cNvSpPr/>
          <p:nvPr/>
        </p:nvSpPr>
        <p:spPr>
          <a:xfrm>
            <a:off x="4602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5" name=""/>
          <p:cNvSpPr/>
          <p:nvPr/>
        </p:nvSpPr>
        <p:spPr>
          <a:xfrm>
            <a:off x="460620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ef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6" name=""/>
          <p:cNvSpPr/>
          <p:nvPr/>
        </p:nvSpPr>
        <p:spPr>
          <a:xfrm>
            <a:off x="4612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7" name=""/>
          <p:cNvSpPr/>
          <p:nvPr/>
        </p:nvSpPr>
        <p:spPr>
          <a:xfrm>
            <a:off x="46155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8" name=""/>
          <p:cNvSpPr/>
          <p:nvPr/>
        </p:nvSpPr>
        <p:spPr>
          <a:xfrm>
            <a:off x="461844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09" name=""/>
          <p:cNvSpPr/>
          <p:nvPr/>
        </p:nvSpPr>
        <p:spPr>
          <a:xfrm>
            <a:off x="462492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df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0" name=""/>
          <p:cNvSpPr/>
          <p:nvPr/>
        </p:nvSpPr>
        <p:spPr>
          <a:xfrm>
            <a:off x="46310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1" name=""/>
          <p:cNvSpPr/>
          <p:nvPr/>
        </p:nvSpPr>
        <p:spPr>
          <a:xfrm>
            <a:off x="46342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e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2" name=""/>
          <p:cNvSpPr/>
          <p:nvPr/>
        </p:nvSpPr>
        <p:spPr>
          <a:xfrm>
            <a:off x="4637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3" name=""/>
          <p:cNvSpPr/>
          <p:nvPr/>
        </p:nvSpPr>
        <p:spPr>
          <a:xfrm>
            <a:off x="4640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4" name=""/>
          <p:cNvSpPr/>
          <p:nvPr/>
        </p:nvSpPr>
        <p:spPr>
          <a:xfrm>
            <a:off x="464364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cf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5" name=""/>
          <p:cNvSpPr/>
          <p:nvPr/>
        </p:nvSpPr>
        <p:spPr>
          <a:xfrm>
            <a:off x="4649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6" name=""/>
          <p:cNvSpPr/>
          <p:nvPr/>
        </p:nvSpPr>
        <p:spPr>
          <a:xfrm>
            <a:off x="46530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7" name=""/>
          <p:cNvSpPr/>
          <p:nvPr/>
        </p:nvSpPr>
        <p:spPr>
          <a:xfrm>
            <a:off x="465588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dfbf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8" name=""/>
          <p:cNvSpPr/>
          <p:nvPr/>
        </p:nvSpPr>
        <p:spPr>
          <a:xfrm>
            <a:off x="46623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19" name=""/>
          <p:cNvSpPr/>
          <p:nvPr/>
        </p:nvSpPr>
        <p:spPr>
          <a:xfrm>
            <a:off x="4665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0" name=""/>
          <p:cNvSpPr/>
          <p:nvPr/>
        </p:nvSpPr>
        <p:spPr>
          <a:xfrm>
            <a:off x="466848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af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1" name=""/>
          <p:cNvSpPr/>
          <p:nvPr/>
        </p:nvSpPr>
        <p:spPr>
          <a:xfrm>
            <a:off x="46746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2" name=""/>
          <p:cNvSpPr/>
          <p:nvPr/>
        </p:nvSpPr>
        <p:spPr>
          <a:xfrm>
            <a:off x="4677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3" name=""/>
          <p:cNvSpPr/>
          <p:nvPr/>
        </p:nvSpPr>
        <p:spPr>
          <a:xfrm>
            <a:off x="468108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cf9f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4" name=""/>
          <p:cNvSpPr/>
          <p:nvPr/>
        </p:nvSpPr>
        <p:spPr>
          <a:xfrm>
            <a:off x="4687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5" name=""/>
          <p:cNvSpPr/>
          <p:nvPr/>
        </p:nvSpPr>
        <p:spPr>
          <a:xfrm>
            <a:off x="46904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6" name=""/>
          <p:cNvSpPr/>
          <p:nvPr/>
        </p:nvSpPr>
        <p:spPr>
          <a:xfrm>
            <a:off x="469332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8f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7" name=""/>
          <p:cNvSpPr/>
          <p:nvPr/>
        </p:nvSpPr>
        <p:spPr>
          <a:xfrm>
            <a:off x="46998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8" name=""/>
          <p:cNvSpPr/>
          <p:nvPr/>
        </p:nvSpPr>
        <p:spPr>
          <a:xfrm>
            <a:off x="47026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bf7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29" name=""/>
          <p:cNvSpPr/>
          <p:nvPr/>
        </p:nvSpPr>
        <p:spPr>
          <a:xfrm>
            <a:off x="4705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0" name=""/>
          <p:cNvSpPr/>
          <p:nvPr/>
        </p:nvSpPr>
        <p:spPr>
          <a:xfrm>
            <a:off x="47091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1" name=""/>
          <p:cNvSpPr/>
          <p:nvPr/>
        </p:nvSpPr>
        <p:spPr>
          <a:xfrm>
            <a:off x="471204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6f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2" name=""/>
          <p:cNvSpPr/>
          <p:nvPr/>
        </p:nvSpPr>
        <p:spPr>
          <a:xfrm>
            <a:off x="47185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3" name=""/>
          <p:cNvSpPr/>
          <p:nvPr/>
        </p:nvSpPr>
        <p:spPr>
          <a:xfrm>
            <a:off x="472140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af5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4" name=""/>
          <p:cNvSpPr/>
          <p:nvPr/>
        </p:nvSpPr>
        <p:spPr>
          <a:xfrm>
            <a:off x="4724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5" name=""/>
          <p:cNvSpPr/>
          <p:nvPr/>
        </p:nvSpPr>
        <p:spPr>
          <a:xfrm>
            <a:off x="47278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4f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6" name=""/>
          <p:cNvSpPr/>
          <p:nvPr/>
        </p:nvSpPr>
        <p:spPr>
          <a:xfrm>
            <a:off x="4730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7" name=""/>
          <p:cNvSpPr/>
          <p:nvPr/>
        </p:nvSpPr>
        <p:spPr>
          <a:xfrm>
            <a:off x="4734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8" name=""/>
          <p:cNvSpPr/>
          <p:nvPr/>
        </p:nvSpPr>
        <p:spPr>
          <a:xfrm>
            <a:off x="473724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9f3f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39" name=""/>
          <p:cNvSpPr/>
          <p:nvPr/>
        </p:nvSpPr>
        <p:spPr>
          <a:xfrm>
            <a:off x="4743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0" name=""/>
          <p:cNvSpPr/>
          <p:nvPr/>
        </p:nvSpPr>
        <p:spPr>
          <a:xfrm>
            <a:off x="47466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1" name=""/>
          <p:cNvSpPr/>
          <p:nvPr/>
        </p:nvSpPr>
        <p:spPr>
          <a:xfrm>
            <a:off x="474948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8f1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2" name=""/>
          <p:cNvSpPr/>
          <p:nvPr/>
        </p:nvSpPr>
        <p:spPr>
          <a:xfrm>
            <a:off x="47559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3" name=""/>
          <p:cNvSpPr/>
          <p:nvPr/>
        </p:nvSpPr>
        <p:spPr>
          <a:xfrm>
            <a:off x="475884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f0f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4" name=""/>
          <p:cNvSpPr/>
          <p:nvPr/>
        </p:nvSpPr>
        <p:spPr>
          <a:xfrm>
            <a:off x="4762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5" name=""/>
          <p:cNvSpPr/>
          <p:nvPr/>
        </p:nvSpPr>
        <p:spPr>
          <a:xfrm>
            <a:off x="47653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7eff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6" name=""/>
          <p:cNvSpPr/>
          <p:nvPr/>
        </p:nvSpPr>
        <p:spPr>
          <a:xfrm>
            <a:off x="4768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7" name=""/>
          <p:cNvSpPr/>
          <p:nvPr/>
        </p:nvSpPr>
        <p:spPr>
          <a:xfrm>
            <a:off x="4771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ee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8" name=""/>
          <p:cNvSpPr/>
          <p:nvPr/>
        </p:nvSpPr>
        <p:spPr>
          <a:xfrm>
            <a:off x="47746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49" name=""/>
          <p:cNvSpPr/>
          <p:nvPr/>
        </p:nvSpPr>
        <p:spPr>
          <a:xfrm>
            <a:off x="4777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6ede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0" name=""/>
          <p:cNvSpPr/>
          <p:nvPr/>
        </p:nvSpPr>
        <p:spPr>
          <a:xfrm>
            <a:off x="4780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1" name=""/>
          <p:cNvSpPr/>
          <p:nvPr/>
        </p:nvSpPr>
        <p:spPr>
          <a:xfrm>
            <a:off x="47840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ce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2" name=""/>
          <p:cNvSpPr/>
          <p:nvPr/>
        </p:nvSpPr>
        <p:spPr>
          <a:xfrm>
            <a:off x="4786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3" name=""/>
          <p:cNvSpPr/>
          <p:nvPr/>
        </p:nvSpPr>
        <p:spPr>
          <a:xfrm>
            <a:off x="4790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5eb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4" name=""/>
          <p:cNvSpPr/>
          <p:nvPr/>
        </p:nvSpPr>
        <p:spPr>
          <a:xfrm>
            <a:off x="47934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5" name=""/>
          <p:cNvSpPr/>
          <p:nvPr/>
        </p:nvSpPr>
        <p:spPr>
          <a:xfrm>
            <a:off x="479628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4eae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6" name=""/>
          <p:cNvSpPr/>
          <p:nvPr/>
        </p:nvSpPr>
        <p:spPr>
          <a:xfrm>
            <a:off x="4799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7" name=""/>
          <p:cNvSpPr/>
          <p:nvPr/>
        </p:nvSpPr>
        <p:spPr>
          <a:xfrm>
            <a:off x="48027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9e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8" name=""/>
          <p:cNvSpPr/>
          <p:nvPr/>
        </p:nvSpPr>
        <p:spPr>
          <a:xfrm>
            <a:off x="480564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3e8e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59" name=""/>
          <p:cNvSpPr/>
          <p:nvPr/>
        </p:nvSpPr>
        <p:spPr>
          <a:xfrm>
            <a:off x="48121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7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0" name=""/>
          <p:cNvSpPr/>
          <p:nvPr/>
        </p:nvSpPr>
        <p:spPr>
          <a:xfrm>
            <a:off x="4815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6e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1" name=""/>
          <p:cNvSpPr/>
          <p:nvPr/>
        </p:nvSpPr>
        <p:spPr>
          <a:xfrm>
            <a:off x="4818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2" name=""/>
          <p:cNvSpPr/>
          <p:nvPr/>
        </p:nvSpPr>
        <p:spPr>
          <a:xfrm>
            <a:off x="4821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2e5e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3" name=""/>
          <p:cNvSpPr/>
          <p:nvPr/>
        </p:nvSpPr>
        <p:spPr>
          <a:xfrm>
            <a:off x="4824360" y="4776120"/>
            <a:ext cx="6840" cy="920880"/>
          </a:xfrm>
          <a:custGeom>
            <a:avLst/>
            <a:gdLst/>
            <a:ahLst/>
            <a:rect l="0" t="0" r="r" b="b"/>
            <a:pathLst>
              <a:path w="19" h="2558">
                <a:moveTo>
                  <a:pt x="0" y="2558"/>
                </a:moveTo>
                <a:lnTo>
                  <a:pt x="0" y="0"/>
                </a:lnTo>
                <a:lnTo>
                  <a:pt x="19" y="0"/>
                </a:lnTo>
                <a:lnTo>
                  <a:pt x="1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1e4e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4" name=""/>
          <p:cNvSpPr/>
          <p:nvPr/>
        </p:nvSpPr>
        <p:spPr>
          <a:xfrm>
            <a:off x="48308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3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5" name=""/>
          <p:cNvSpPr/>
          <p:nvPr/>
        </p:nvSpPr>
        <p:spPr>
          <a:xfrm>
            <a:off x="483372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2e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6" name=""/>
          <p:cNvSpPr/>
          <p:nvPr/>
        </p:nvSpPr>
        <p:spPr>
          <a:xfrm>
            <a:off x="4836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1e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7" name=""/>
          <p:cNvSpPr/>
          <p:nvPr/>
        </p:nvSpPr>
        <p:spPr>
          <a:xfrm>
            <a:off x="48402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f0e1e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8" name=""/>
          <p:cNvSpPr/>
          <p:nvPr/>
        </p:nvSpPr>
        <p:spPr>
          <a:xfrm>
            <a:off x="4843080" y="4776120"/>
            <a:ext cx="6480" cy="920880"/>
          </a:xfrm>
          <a:custGeom>
            <a:avLst/>
            <a:gdLst/>
            <a:ahLst/>
            <a:rect l="0" t="0" r="r" b="b"/>
            <a:pathLst>
              <a:path w="18" h="2558">
                <a:moveTo>
                  <a:pt x="0" y="2558"/>
                </a:moveTo>
                <a:lnTo>
                  <a:pt x="0" y="0"/>
                </a:lnTo>
                <a:lnTo>
                  <a:pt x="18" y="0"/>
                </a:lnTo>
                <a:lnTo>
                  <a:pt x="18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fe0e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69" name=""/>
          <p:cNvSpPr/>
          <p:nvPr/>
        </p:nvSpPr>
        <p:spPr>
          <a:xfrm>
            <a:off x="4849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fe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0" name=""/>
          <p:cNvSpPr/>
          <p:nvPr/>
        </p:nvSpPr>
        <p:spPr>
          <a:xfrm>
            <a:off x="4852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ed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1" name=""/>
          <p:cNvSpPr/>
          <p:nvPr/>
        </p:nvSpPr>
        <p:spPr>
          <a:xfrm>
            <a:off x="48556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2" name=""/>
          <p:cNvSpPr/>
          <p:nvPr/>
        </p:nvSpPr>
        <p:spPr>
          <a:xfrm>
            <a:off x="4858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edd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3" name=""/>
          <p:cNvSpPr/>
          <p:nvPr/>
        </p:nvSpPr>
        <p:spPr>
          <a:xfrm>
            <a:off x="4861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ddcd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4" name=""/>
          <p:cNvSpPr/>
          <p:nvPr/>
        </p:nvSpPr>
        <p:spPr>
          <a:xfrm>
            <a:off x="48650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ddbd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5" name=""/>
          <p:cNvSpPr/>
          <p:nvPr/>
        </p:nvSpPr>
        <p:spPr>
          <a:xfrm>
            <a:off x="4867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6" name=""/>
          <p:cNvSpPr/>
          <p:nvPr/>
        </p:nvSpPr>
        <p:spPr>
          <a:xfrm>
            <a:off x="487116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cdad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7" name=""/>
          <p:cNvSpPr/>
          <p:nvPr/>
        </p:nvSpPr>
        <p:spPr>
          <a:xfrm>
            <a:off x="48744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bd9d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8" name=""/>
          <p:cNvSpPr/>
          <p:nvPr/>
        </p:nvSpPr>
        <p:spPr>
          <a:xfrm>
            <a:off x="4877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bd8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79" name=""/>
          <p:cNvSpPr/>
          <p:nvPr/>
        </p:nvSpPr>
        <p:spPr>
          <a:xfrm>
            <a:off x="4880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7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0" name=""/>
          <p:cNvSpPr/>
          <p:nvPr/>
        </p:nvSpPr>
        <p:spPr>
          <a:xfrm>
            <a:off x="48837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6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1" name=""/>
          <p:cNvSpPr/>
          <p:nvPr/>
        </p:nvSpPr>
        <p:spPr>
          <a:xfrm>
            <a:off x="4886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5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2" name=""/>
          <p:cNvSpPr/>
          <p:nvPr/>
        </p:nvSpPr>
        <p:spPr>
          <a:xfrm>
            <a:off x="48898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ad4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3" name=""/>
          <p:cNvSpPr/>
          <p:nvPr/>
        </p:nvSpPr>
        <p:spPr>
          <a:xfrm>
            <a:off x="48931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9d3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4" name=""/>
          <p:cNvSpPr/>
          <p:nvPr/>
        </p:nvSpPr>
        <p:spPr>
          <a:xfrm>
            <a:off x="4896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9d3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5" name=""/>
          <p:cNvSpPr/>
          <p:nvPr/>
        </p:nvSpPr>
        <p:spPr>
          <a:xfrm>
            <a:off x="4899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8d2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6" name=""/>
          <p:cNvSpPr/>
          <p:nvPr/>
        </p:nvSpPr>
        <p:spPr>
          <a:xfrm>
            <a:off x="4902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8d1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7" name=""/>
          <p:cNvSpPr/>
          <p:nvPr/>
        </p:nvSpPr>
        <p:spPr>
          <a:xfrm>
            <a:off x="4905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7d0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8" name=""/>
          <p:cNvSpPr/>
          <p:nvPr/>
        </p:nvSpPr>
        <p:spPr>
          <a:xfrm>
            <a:off x="490860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7cf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89" name=""/>
          <p:cNvSpPr/>
          <p:nvPr/>
        </p:nvSpPr>
        <p:spPr>
          <a:xfrm>
            <a:off x="49118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6ce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0" name=""/>
          <p:cNvSpPr/>
          <p:nvPr/>
        </p:nvSpPr>
        <p:spPr>
          <a:xfrm>
            <a:off x="4914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6cd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1" name=""/>
          <p:cNvSpPr/>
          <p:nvPr/>
        </p:nvSpPr>
        <p:spPr>
          <a:xfrm>
            <a:off x="4917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5cc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2" name=""/>
          <p:cNvSpPr/>
          <p:nvPr/>
        </p:nvSpPr>
        <p:spPr>
          <a:xfrm>
            <a:off x="49212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5cb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3" name=""/>
          <p:cNvSpPr/>
          <p:nvPr/>
        </p:nvSpPr>
        <p:spPr>
          <a:xfrm>
            <a:off x="4924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a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4" name=""/>
          <p:cNvSpPr/>
          <p:nvPr/>
        </p:nvSpPr>
        <p:spPr>
          <a:xfrm>
            <a:off x="4927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9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5" name=""/>
          <p:cNvSpPr/>
          <p:nvPr/>
        </p:nvSpPr>
        <p:spPr>
          <a:xfrm>
            <a:off x="49305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8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6" name=""/>
          <p:cNvSpPr/>
          <p:nvPr/>
        </p:nvSpPr>
        <p:spPr>
          <a:xfrm>
            <a:off x="4933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4c7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7" name=""/>
          <p:cNvSpPr/>
          <p:nvPr/>
        </p:nvSpPr>
        <p:spPr>
          <a:xfrm>
            <a:off x="49366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3c6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8" name=""/>
          <p:cNvSpPr/>
          <p:nvPr/>
        </p:nvSpPr>
        <p:spPr>
          <a:xfrm>
            <a:off x="49399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3c5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299" name=""/>
          <p:cNvSpPr/>
          <p:nvPr/>
        </p:nvSpPr>
        <p:spPr>
          <a:xfrm>
            <a:off x="4942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2c4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0" name=""/>
          <p:cNvSpPr/>
          <p:nvPr/>
        </p:nvSpPr>
        <p:spPr>
          <a:xfrm>
            <a:off x="494604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2c3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1" name=""/>
          <p:cNvSpPr/>
          <p:nvPr/>
        </p:nvSpPr>
        <p:spPr>
          <a:xfrm>
            <a:off x="49492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1c2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2" name=""/>
          <p:cNvSpPr/>
          <p:nvPr/>
        </p:nvSpPr>
        <p:spPr>
          <a:xfrm>
            <a:off x="4952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1c1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3" name=""/>
          <p:cNvSpPr/>
          <p:nvPr/>
        </p:nvSpPr>
        <p:spPr>
          <a:xfrm>
            <a:off x="4955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0c0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4" name=""/>
          <p:cNvSpPr/>
          <p:nvPr/>
        </p:nvSpPr>
        <p:spPr>
          <a:xfrm>
            <a:off x="49586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e0bf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5" name=""/>
          <p:cNvSpPr/>
          <p:nvPr/>
        </p:nvSpPr>
        <p:spPr>
          <a:xfrm>
            <a:off x="4961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fbe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6" name=""/>
          <p:cNvSpPr/>
          <p:nvPr/>
        </p:nvSpPr>
        <p:spPr>
          <a:xfrm>
            <a:off x="4964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fbd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7" name=""/>
          <p:cNvSpPr/>
          <p:nvPr/>
        </p:nvSpPr>
        <p:spPr>
          <a:xfrm>
            <a:off x="49680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ebc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8" name=""/>
          <p:cNvSpPr/>
          <p:nvPr/>
        </p:nvSpPr>
        <p:spPr>
          <a:xfrm>
            <a:off x="49708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ebb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09" name=""/>
          <p:cNvSpPr/>
          <p:nvPr/>
        </p:nvSpPr>
        <p:spPr>
          <a:xfrm>
            <a:off x="49741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dba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0" name=""/>
          <p:cNvSpPr/>
          <p:nvPr/>
        </p:nvSpPr>
        <p:spPr>
          <a:xfrm>
            <a:off x="49773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db9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1" name=""/>
          <p:cNvSpPr/>
          <p:nvPr/>
        </p:nvSpPr>
        <p:spPr>
          <a:xfrm>
            <a:off x="4980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cb7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2" name=""/>
          <p:cNvSpPr/>
          <p:nvPr/>
        </p:nvSpPr>
        <p:spPr>
          <a:xfrm>
            <a:off x="498348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cb6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3" name=""/>
          <p:cNvSpPr/>
          <p:nvPr/>
        </p:nvSpPr>
        <p:spPr>
          <a:xfrm>
            <a:off x="49867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bb5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4" name=""/>
          <p:cNvSpPr/>
          <p:nvPr/>
        </p:nvSpPr>
        <p:spPr>
          <a:xfrm>
            <a:off x="49896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bb4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5" name=""/>
          <p:cNvSpPr/>
          <p:nvPr/>
        </p:nvSpPr>
        <p:spPr>
          <a:xfrm>
            <a:off x="4992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ab3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6" name=""/>
          <p:cNvSpPr/>
          <p:nvPr/>
        </p:nvSpPr>
        <p:spPr>
          <a:xfrm>
            <a:off x="49960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ab2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7" name=""/>
          <p:cNvSpPr/>
          <p:nvPr/>
        </p:nvSpPr>
        <p:spPr>
          <a:xfrm>
            <a:off x="4998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9b0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8" name=""/>
          <p:cNvSpPr/>
          <p:nvPr/>
        </p:nvSpPr>
        <p:spPr>
          <a:xfrm>
            <a:off x="5002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9af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19" name=""/>
          <p:cNvSpPr/>
          <p:nvPr/>
        </p:nvSpPr>
        <p:spPr>
          <a:xfrm>
            <a:off x="50054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8ae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0" name=""/>
          <p:cNvSpPr/>
          <p:nvPr/>
        </p:nvSpPr>
        <p:spPr>
          <a:xfrm>
            <a:off x="5008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8ad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1" name=""/>
          <p:cNvSpPr/>
          <p:nvPr/>
        </p:nvSpPr>
        <p:spPr>
          <a:xfrm>
            <a:off x="5011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7ac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2" name=""/>
          <p:cNvSpPr/>
          <p:nvPr/>
        </p:nvSpPr>
        <p:spPr>
          <a:xfrm>
            <a:off x="50148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7ab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3" name=""/>
          <p:cNvSpPr/>
          <p:nvPr/>
        </p:nvSpPr>
        <p:spPr>
          <a:xfrm>
            <a:off x="50176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6a9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4" name=""/>
          <p:cNvSpPr/>
          <p:nvPr/>
        </p:nvSpPr>
        <p:spPr>
          <a:xfrm>
            <a:off x="502092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6a8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5" name=""/>
          <p:cNvSpPr/>
          <p:nvPr/>
        </p:nvSpPr>
        <p:spPr>
          <a:xfrm>
            <a:off x="50241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5a7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6" name=""/>
          <p:cNvSpPr/>
          <p:nvPr/>
        </p:nvSpPr>
        <p:spPr>
          <a:xfrm>
            <a:off x="50270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5a6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7" name=""/>
          <p:cNvSpPr/>
          <p:nvPr/>
        </p:nvSpPr>
        <p:spPr>
          <a:xfrm>
            <a:off x="5030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4a4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8" name=""/>
          <p:cNvSpPr/>
          <p:nvPr/>
        </p:nvSpPr>
        <p:spPr>
          <a:xfrm>
            <a:off x="50335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4a3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29" name=""/>
          <p:cNvSpPr/>
          <p:nvPr/>
        </p:nvSpPr>
        <p:spPr>
          <a:xfrm>
            <a:off x="5036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a2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0" name=""/>
          <p:cNvSpPr/>
          <p:nvPr/>
        </p:nvSpPr>
        <p:spPr>
          <a:xfrm>
            <a:off x="5039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a1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1" name=""/>
          <p:cNvSpPr/>
          <p:nvPr/>
        </p:nvSpPr>
        <p:spPr>
          <a:xfrm>
            <a:off x="50428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9f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2" name=""/>
          <p:cNvSpPr/>
          <p:nvPr/>
        </p:nvSpPr>
        <p:spPr>
          <a:xfrm>
            <a:off x="5045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39e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3" name=""/>
          <p:cNvSpPr/>
          <p:nvPr/>
        </p:nvSpPr>
        <p:spPr>
          <a:xfrm>
            <a:off x="5049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29d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4" name=""/>
          <p:cNvSpPr/>
          <p:nvPr/>
        </p:nvSpPr>
        <p:spPr>
          <a:xfrm>
            <a:off x="50522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29c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5" name=""/>
          <p:cNvSpPr/>
          <p:nvPr/>
        </p:nvSpPr>
        <p:spPr>
          <a:xfrm>
            <a:off x="50551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19a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6" name=""/>
          <p:cNvSpPr/>
          <p:nvPr/>
        </p:nvSpPr>
        <p:spPr>
          <a:xfrm>
            <a:off x="505836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199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7" name=""/>
          <p:cNvSpPr/>
          <p:nvPr/>
        </p:nvSpPr>
        <p:spPr>
          <a:xfrm>
            <a:off x="50616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098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8" name=""/>
          <p:cNvSpPr/>
          <p:nvPr/>
        </p:nvSpPr>
        <p:spPr>
          <a:xfrm>
            <a:off x="50644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d097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39" name=""/>
          <p:cNvSpPr/>
          <p:nvPr/>
        </p:nvSpPr>
        <p:spPr>
          <a:xfrm>
            <a:off x="5067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f95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0" name=""/>
          <p:cNvSpPr/>
          <p:nvPr/>
        </p:nvSpPr>
        <p:spPr>
          <a:xfrm>
            <a:off x="50709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f94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1" name=""/>
          <p:cNvSpPr/>
          <p:nvPr/>
        </p:nvSpPr>
        <p:spPr>
          <a:xfrm>
            <a:off x="5073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e92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2" name=""/>
          <p:cNvSpPr/>
          <p:nvPr/>
        </p:nvSpPr>
        <p:spPr>
          <a:xfrm>
            <a:off x="5077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e91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3" name=""/>
          <p:cNvSpPr/>
          <p:nvPr/>
        </p:nvSpPr>
        <p:spPr>
          <a:xfrm>
            <a:off x="50803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d90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4" name=""/>
          <p:cNvSpPr/>
          <p:nvPr/>
        </p:nvSpPr>
        <p:spPr>
          <a:xfrm>
            <a:off x="5083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d8f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5" name=""/>
          <p:cNvSpPr/>
          <p:nvPr/>
        </p:nvSpPr>
        <p:spPr>
          <a:xfrm>
            <a:off x="5086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c8d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6" name=""/>
          <p:cNvSpPr/>
          <p:nvPr/>
        </p:nvSpPr>
        <p:spPr>
          <a:xfrm>
            <a:off x="50896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c8c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7" name=""/>
          <p:cNvSpPr/>
          <p:nvPr/>
        </p:nvSpPr>
        <p:spPr>
          <a:xfrm>
            <a:off x="5092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b8b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8" name=""/>
          <p:cNvSpPr/>
          <p:nvPr/>
        </p:nvSpPr>
        <p:spPr>
          <a:xfrm>
            <a:off x="509580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b8a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349" name=""/>
          <p:cNvSpPr/>
          <p:nvPr/>
        </p:nvSpPr>
        <p:spPr>
          <a:xfrm>
            <a:off x="50990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a88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0" name=""/>
          <p:cNvSpPr/>
          <p:nvPr/>
        </p:nvSpPr>
        <p:spPr>
          <a:xfrm>
            <a:off x="5101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a87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1" name=""/>
          <p:cNvSpPr/>
          <p:nvPr/>
        </p:nvSpPr>
        <p:spPr>
          <a:xfrm>
            <a:off x="5105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5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2" name=""/>
          <p:cNvSpPr/>
          <p:nvPr/>
        </p:nvSpPr>
        <p:spPr>
          <a:xfrm>
            <a:off x="51084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4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3" name=""/>
          <p:cNvSpPr/>
          <p:nvPr/>
        </p:nvSpPr>
        <p:spPr>
          <a:xfrm>
            <a:off x="5111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3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4" name=""/>
          <p:cNvSpPr/>
          <p:nvPr/>
        </p:nvSpPr>
        <p:spPr>
          <a:xfrm>
            <a:off x="5114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982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5" name=""/>
          <p:cNvSpPr/>
          <p:nvPr/>
        </p:nvSpPr>
        <p:spPr>
          <a:xfrm>
            <a:off x="51177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880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6" name=""/>
          <p:cNvSpPr/>
          <p:nvPr/>
        </p:nvSpPr>
        <p:spPr>
          <a:xfrm>
            <a:off x="5120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87f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7" name=""/>
          <p:cNvSpPr/>
          <p:nvPr/>
        </p:nvSpPr>
        <p:spPr>
          <a:xfrm>
            <a:off x="51238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77d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8" name=""/>
          <p:cNvSpPr/>
          <p:nvPr/>
        </p:nvSpPr>
        <p:spPr>
          <a:xfrm>
            <a:off x="51271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77c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59" name=""/>
          <p:cNvSpPr/>
          <p:nvPr/>
        </p:nvSpPr>
        <p:spPr>
          <a:xfrm>
            <a:off x="5130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67b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0" name=""/>
          <p:cNvSpPr/>
          <p:nvPr/>
        </p:nvSpPr>
        <p:spPr>
          <a:xfrm>
            <a:off x="513324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67a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1" name=""/>
          <p:cNvSpPr/>
          <p:nvPr/>
        </p:nvSpPr>
        <p:spPr>
          <a:xfrm>
            <a:off x="5136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8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2" name=""/>
          <p:cNvSpPr/>
          <p:nvPr/>
        </p:nvSpPr>
        <p:spPr>
          <a:xfrm>
            <a:off x="5139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7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3" name=""/>
          <p:cNvSpPr/>
          <p:nvPr/>
        </p:nvSpPr>
        <p:spPr>
          <a:xfrm>
            <a:off x="51426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5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4" name=""/>
          <p:cNvSpPr/>
          <p:nvPr/>
        </p:nvSpPr>
        <p:spPr>
          <a:xfrm>
            <a:off x="51458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574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5" name=""/>
          <p:cNvSpPr/>
          <p:nvPr/>
        </p:nvSpPr>
        <p:spPr>
          <a:xfrm>
            <a:off x="5148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473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6" name=""/>
          <p:cNvSpPr/>
          <p:nvPr/>
        </p:nvSpPr>
        <p:spPr>
          <a:xfrm>
            <a:off x="5151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472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7" name=""/>
          <p:cNvSpPr/>
          <p:nvPr/>
        </p:nvSpPr>
        <p:spPr>
          <a:xfrm>
            <a:off x="51552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370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8" name=""/>
          <p:cNvSpPr/>
          <p:nvPr/>
        </p:nvSpPr>
        <p:spPr>
          <a:xfrm>
            <a:off x="5158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36f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69" name=""/>
          <p:cNvSpPr/>
          <p:nvPr/>
        </p:nvSpPr>
        <p:spPr>
          <a:xfrm>
            <a:off x="5161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d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0" name=""/>
          <p:cNvSpPr/>
          <p:nvPr/>
        </p:nvSpPr>
        <p:spPr>
          <a:xfrm>
            <a:off x="51645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c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1" name=""/>
          <p:cNvSpPr/>
          <p:nvPr/>
        </p:nvSpPr>
        <p:spPr>
          <a:xfrm>
            <a:off x="51674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b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2" name=""/>
          <p:cNvSpPr/>
          <p:nvPr/>
        </p:nvSpPr>
        <p:spPr>
          <a:xfrm>
            <a:off x="517068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26a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3" name=""/>
          <p:cNvSpPr/>
          <p:nvPr/>
        </p:nvSpPr>
        <p:spPr>
          <a:xfrm>
            <a:off x="51739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168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4" name=""/>
          <p:cNvSpPr/>
          <p:nvPr/>
        </p:nvSpPr>
        <p:spPr>
          <a:xfrm>
            <a:off x="5176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167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5" name=""/>
          <p:cNvSpPr/>
          <p:nvPr/>
        </p:nvSpPr>
        <p:spPr>
          <a:xfrm>
            <a:off x="51800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5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6" name=""/>
          <p:cNvSpPr/>
          <p:nvPr/>
        </p:nvSpPr>
        <p:spPr>
          <a:xfrm>
            <a:off x="51832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4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7" name=""/>
          <p:cNvSpPr/>
          <p:nvPr/>
        </p:nvSpPr>
        <p:spPr>
          <a:xfrm>
            <a:off x="5186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3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8" name=""/>
          <p:cNvSpPr/>
          <p:nvPr/>
        </p:nvSpPr>
        <p:spPr>
          <a:xfrm>
            <a:off x="5189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c062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79" name=""/>
          <p:cNvSpPr/>
          <p:nvPr/>
        </p:nvSpPr>
        <p:spPr>
          <a:xfrm>
            <a:off x="51926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60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0" name=""/>
          <p:cNvSpPr/>
          <p:nvPr/>
        </p:nvSpPr>
        <p:spPr>
          <a:xfrm>
            <a:off x="5195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f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1" name=""/>
          <p:cNvSpPr/>
          <p:nvPr/>
        </p:nvSpPr>
        <p:spPr>
          <a:xfrm>
            <a:off x="5198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e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2" name=""/>
          <p:cNvSpPr/>
          <p:nvPr/>
        </p:nvSpPr>
        <p:spPr>
          <a:xfrm>
            <a:off x="52020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f5d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3" name=""/>
          <p:cNvSpPr/>
          <p:nvPr/>
        </p:nvSpPr>
        <p:spPr>
          <a:xfrm>
            <a:off x="52048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e5b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4" name=""/>
          <p:cNvSpPr/>
          <p:nvPr/>
        </p:nvSpPr>
        <p:spPr>
          <a:xfrm>
            <a:off x="520812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e5a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5" name=""/>
          <p:cNvSpPr/>
          <p:nvPr/>
        </p:nvSpPr>
        <p:spPr>
          <a:xfrm>
            <a:off x="52113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8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6" name=""/>
          <p:cNvSpPr/>
          <p:nvPr/>
        </p:nvSpPr>
        <p:spPr>
          <a:xfrm>
            <a:off x="5214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7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7" name=""/>
          <p:cNvSpPr/>
          <p:nvPr/>
        </p:nvSpPr>
        <p:spPr>
          <a:xfrm>
            <a:off x="52174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5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8" name=""/>
          <p:cNvSpPr/>
          <p:nvPr/>
        </p:nvSpPr>
        <p:spPr>
          <a:xfrm>
            <a:off x="52207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d54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89" name=""/>
          <p:cNvSpPr/>
          <p:nvPr/>
        </p:nvSpPr>
        <p:spPr>
          <a:xfrm>
            <a:off x="52236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3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0" name=""/>
          <p:cNvSpPr/>
          <p:nvPr/>
        </p:nvSpPr>
        <p:spPr>
          <a:xfrm>
            <a:off x="5226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2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1" name=""/>
          <p:cNvSpPr/>
          <p:nvPr/>
        </p:nvSpPr>
        <p:spPr>
          <a:xfrm>
            <a:off x="52300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50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2" name=""/>
          <p:cNvSpPr/>
          <p:nvPr/>
        </p:nvSpPr>
        <p:spPr>
          <a:xfrm>
            <a:off x="52329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c4f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3" name=""/>
          <p:cNvSpPr/>
          <p:nvPr/>
        </p:nvSpPr>
        <p:spPr>
          <a:xfrm>
            <a:off x="5236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e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4" name=""/>
          <p:cNvSpPr/>
          <p:nvPr/>
        </p:nvSpPr>
        <p:spPr>
          <a:xfrm>
            <a:off x="52394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d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5" name=""/>
          <p:cNvSpPr/>
          <p:nvPr/>
        </p:nvSpPr>
        <p:spPr>
          <a:xfrm>
            <a:off x="52423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b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6" name=""/>
          <p:cNvSpPr/>
          <p:nvPr/>
        </p:nvSpPr>
        <p:spPr>
          <a:xfrm>
            <a:off x="524556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b4a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7" name=""/>
          <p:cNvSpPr/>
          <p:nvPr/>
        </p:nvSpPr>
        <p:spPr>
          <a:xfrm>
            <a:off x="52488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8" name=""/>
          <p:cNvSpPr/>
          <p:nvPr/>
        </p:nvSpPr>
        <p:spPr>
          <a:xfrm>
            <a:off x="52516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399" name=""/>
          <p:cNvSpPr/>
          <p:nvPr/>
        </p:nvSpPr>
        <p:spPr>
          <a:xfrm>
            <a:off x="5254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0" name=""/>
          <p:cNvSpPr/>
          <p:nvPr/>
        </p:nvSpPr>
        <p:spPr>
          <a:xfrm>
            <a:off x="52581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1" name=""/>
          <p:cNvSpPr/>
          <p:nvPr/>
        </p:nvSpPr>
        <p:spPr>
          <a:xfrm>
            <a:off x="52610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3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2" name=""/>
          <p:cNvSpPr/>
          <p:nvPr/>
        </p:nvSpPr>
        <p:spPr>
          <a:xfrm>
            <a:off x="5264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a42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3" name=""/>
          <p:cNvSpPr/>
          <p:nvPr/>
        </p:nvSpPr>
        <p:spPr>
          <a:xfrm>
            <a:off x="52675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40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4" name=""/>
          <p:cNvSpPr/>
          <p:nvPr/>
        </p:nvSpPr>
        <p:spPr>
          <a:xfrm>
            <a:off x="52704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f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5" name=""/>
          <p:cNvSpPr/>
          <p:nvPr/>
        </p:nvSpPr>
        <p:spPr>
          <a:xfrm>
            <a:off x="5273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e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6" name=""/>
          <p:cNvSpPr/>
          <p:nvPr/>
        </p:nvSpPr>
        <p:spPr>
          <a:xfrm>
            <a:off x="52768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d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7" name=""/>
          <p:cNvSpPr/>
          <p:nvPr/>
        </p:nvSpPr>
        <p:spPr>
          <a:xfrm>
            <a:off x="52797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b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8" name=""/>
          <p:cNvSpPr/>
          <p:nvPr/>
        </p:nvSpPr>
        <p:spPr>
          <a:xfrm>
            <a:off x="528300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93a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09" name=""/>
          <p:cNvSpPr/>
          <p:nvPr/>
        </p:nvSpPr>
        <p:spPr>
          <a:xfrm>
            <a:off x="52862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9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0" name=""/>
          <p:cNvSpPr/>
          <p:nvPr/>
        </p:nvSpPr>
        <p:spPr>
          <a:xfrm>
            <a:off x="52891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8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1" name=""/>
          <p:cNvSpPr/>
          <p:nvPr/>
        </p:nvSpPr>
        <p:spPr>
          <a:xfrm>
            <a:off x="52923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6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2" name=""/>
          <p:cNvSpPr/>
          <p:nvPr/>
        </p:nvSpPr>
        <p:spPr>
          <a:xfrm>
            <a:off x="52956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835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3" name=""/>
          <p:cNvSpPr/>
          <p:nvPr/>
        </p:nvSpPr>
        <p:spPr>
          <a:xfrm>
            <a:off x="52984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3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4" name=""/>
          <p:cNvSpPr/>
          <p:nvPr/>
        </p:nvSpPr>
        <p:spPr>
          <a:xfrm>
            <a:off x="53017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2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5" name=""/>
          <p:cNvSpPr/>
          <p:nvPr/>
        </p:nvSpPr>
        <p:spPr>
          <a:xfrm>
            <a:off x="53049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30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6" name=""/>
          <p:cNvSpPr/>
          <p:nvPr/>
        </p:nvSpPr>
        <p:spPr>
          <a:xfrm>
            <a:off x="53078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f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7" name=""/>
          <p:cNvSpPr/>
          <p:nvPr/>
        </p:nvSpPr>
        <p:spPr>
          <a:xfrm>
            <a:off x="53110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e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8" name=""/>
          <p:cNvSpPr/>
          <p:nvPr/>
        </p:nvSpPr>
        <p:spPr>
          <a:xfrm>
            <a:off x="53143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d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19" name=""/>
          <p:cNvSpPr/>
          <p:nvPr/>
        </p:nvSpPr>
        <p:spPr>
          <a:xfrm>
            <a:off x="53172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b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0" name=""/>
          <p:cNvSpPr/>
          <p:nvPr/>
        </p:nvSpPr>
        <p:spPr>
          <a:xfrm>
            <a:off x="532044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72a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1" name=""/>
          <p:cNvSpPr/>
          <p:nvPr/>
        </p:nvSpPr>
        <p:spPr>
          <a:xfrm>
            <a:off x="53236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8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2" name=""/>
          <p:cNvSpPr/>
          <p:nvPr/>
        </p:nvSpPr>
        <p:spPr>
          <a:xfrm>
            <a:off x="53265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7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3" name=""/>
          <p:cNvSpPr/>
          <p:nvPr/>
        </p:nvSpPr>
        <p:spPr>
          <a:xfrm>
            <a:off x="53298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5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4" name=""/>
          <p:cNvSpPr/>
          <p:nvPr/>
        </p:nvSpPr>
        <p:spPr>
          <a:xfrm>
            <a:off x="533304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4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5" name=""/>
          <p:cNvSpPr/>
          <p:nvPr/>
        </p:nvSpPr>
        <p:spPr>
          <a:xfrm>
            <a:off x="53359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2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6" name=""/>
          <p:cNvSpPr/>
          <p:nvPr/>
        </p:nvSpPr>
        <p:spPr>
          <a:xfrm>
            <a:off x="533916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20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7" name=""/>
          <p:cNvSpPr/>
          <p:nvPr/>
        </p:nvSpPr>
        <p:spPr>
          <a:xfrm>
            <a:off x="534240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1f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8" name=""/>
          <p:cNvSpPr/>
          <p:nvPr/>
        </p:nvSpPr>
        <p:spPr>
          <a:xfrm>
            <a:off x="534528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61e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29" name=""/>
          <p:cNvSpPr/>
          <p:nvPr/>
        </p:nvSpPr>
        <p:spPr>
          <a:xfrm>
            <a:off x="534852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30" name=""/>
          <p:cNvSpPr/>
          <p:nvPr/>
        </p:nvSpPr>
        <p:spPr>
          <a:xfrm>
            <a:off x="535176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a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31" name=""/>
          <p:cNvSpPr/>
          <p:nvPr/>
        </p:nvSpPr>
        <p:spPr>
          <a:xfrm>
            <a:off x="53546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8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32" name=""/>
          <p:cNvSpPr/>
          <p:nvPr/>
        </p:nvSpPr>
        <p:spPr>
          <a:xfrm>
            <a:off x="5357880" y="4776120"/>
            <a:ext cx="3960" cy="920880"/>
          </a:xfrm>
          <a:custGeom>
            <a:avLst/>
            <a:gdLst/>
            <a:ahLst/>
            <a:rect l="0" t="0" r="r" b="b"/>
            <a:pathLst>
              <a:path w="11" h="2558">
                <a:moveTo>
                  <a:pt x="0" y="2558"/>
                </a:moveTo>
                <a:lnTo>
                  <a:pt x="0" y="0"/>
                </a:lnTo>
                <a:lnTo>
                  <a:pt x="11" y="0"/>
                </a:lnTo>
                <a:lnTo>
                  <a:pt x="11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7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33" name=""/>
          <p:cNvSpPr/>
          <p:nvPr/>
        </p:nvSpPr>
        <p:spPr>
          <a:xfrm>
            <a:off x="536112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4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34" name=""/>
          <p:cNvSpPr/>
          <p:nvPr/>
        </p:nvSpPr>
        <p:spPr>
          <a:xfrm>
            <a:off x="536400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12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35" name=""/>
          <p:cNvSpPr/>
          <p:nvPr/>
        </p:nvSpPr>
        <p:spPr>
          <a:xfrm>
            <a:off x="5367240" y="4776120"/>
            <a:ext cx="3600" cy="920880"/>
          </a:xfrm>
          <a:custGeom>
            <a:avLst/>
            <a:gdLst/>
            <a:ahLst/>
            <a:rect l="0" t="0" r="r" b="b"/>
            <a:pathLst>
              <a:path w="10" h="2558">
                <a:moveTo>
                  <a:pt x="0" y="2558"/>
                </a:moveTo>
                <a:lnTo>
                  <a:pt x="0" y="0"/>
                </a:lnTo>
                <a:lnTo>
                  <a:pt x="10" y="0"/>
                </a:lnTo>
                <a:lnTo>
                  <a:pt x="10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0e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36" name=""/>
          <p:cNvSpPr/>
          <p:nvPr/>
        </p:nvSpPr>
        <p:spPr>
          <a:xfrm>
            <a:off x="5370480" y="4776120"/>
            <a:ext cx="3240" cy="920880"/>
          </a:xfrm>
          <a:custGeom>
            <a:avLst/>
            <a:gdLst/>
            <a:ahLst/>
            <a:rect l="0" t="0" r="r" b="b"/>
            <a:pathLst>
              <a:path w="9" h="2558">
                <a:moveTo>
                  <a:pt x="0" y="2558"/>
                </a:moveTo>
                <a:lnTo>
                  <a:pt x="0" y="0"/>
                </a:lnTo>
                <a:lnTo>
                  <a:pt x="9" y="0"/>
                </a:lnTo>
                <a:lnTo>
                  <a:pt x="9" y="2558"/>
                </a:lnTo>
                <a:lnTo>
                  <a:pt x="0" y="2558"/>
                </a:lnTo>
                <a:close/>
              </a:path>
            </a:pathLst>
          </a:custGeom>
          <a:solidFill>
            <a:srgbClr val="b50b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37" name=""/>
          <p:cNvSpPr txBox="1"/>
          <p:nvPr/>
        </p:nvSpPr>
        <p:spPr>
          <a:xfrm>
            <a:off x="5523840" y="5847120"/>
            <a:ext cx="344340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b50938"/>
                </a:solidFill>
                <a:latin typeface="Arial"/>
                <a:ea typeface="Arial"/>
              </a:rPr>
              <a:t>Severe imbalance: </a:t>
            </a:r>
            <a:r>
              <a:rPr b="0" lang="en-US" sz="1140" spc="-1" strike="noStrike">
                <a:solidFill>
                  <a:srgbClr val="000000"/>
                </a:solidFill>
                <a:latin typeface="Arial"/>
                <a:ea typeface="Arial"/>
              </a:rPr>
              <a:t>Over 5% difference between legs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3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3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40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441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5442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443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5444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5445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5446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47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48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②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49" name="" descr=""/>
          <p:cNvPicPr/>
          <p:nvPr/>
        </p:nvPicPr>
        <p:blipFill>
          <a:blip r:embed="rId7"/>
          <a:stretch/>
        </p:blipFill>
        <p:spPr>
          <a:xfrm>
            <a:off x="73080" y="1783080"/>
            <a:ext cx="4879440" cy="3788280"/>
          </a:xfrm>
          <a:prstGeom prst="rect">
            <a:avLst/>
          </a:prstGeom>
          <a:ln w="0">
            <a:noFill/>
          </a:ln>
        </p:spPr>
      </p:pic>
      <p:pic>
        <p:nvPicPr>
          <p:cNvPr id="25450" name="" descr=""/>
          <p:cNvPicPr/>
          <p:nvPr/>
        </p:nvPicPr>
        <p:blipFill>
          <a:blip r:embed="rId8"/>
          <a:stretch/>
        </p:blipFill>
        <p:spPr>
          <a:xfrm>
            <a:off x="5027760" y="1760400"/>
            <a:ext cx="4786560" cy="3811320"/>
          </a:xfrm>
          <a:prstGeom prst="rect">
            <a:avLst/>
          </a:prstGeom>
          <a:ln w="0">
            <a:noFill/>
          </a:ln>
        </p:spPr>
      </p:pic>
      <p:sp>
        <p:nvSpPr>
          <p:cNvPr id="25451" name=""/>
          <p:cNvSpPr txBox="1"/>
          <p:nvPr/>
        </p:nvSpPr>
        <p:spPr>
          <a:xfrm>
            <a:off x="2296440" y="744840"/>
            <a:ext cx="1558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imbalance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5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5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54" name="" descr=""/>
          <p:cNvPicPr/>
          <p:nvPr/>
        </p:nvPicPr>
        <p:blipFill>
          <a:blip r:embed="rId1"/>
          <a:stretch/>
        </p:blipFill>
        <p:spPr>
          <a:xfrm>
            <a:off x="1443240" y="1807560"/>
            <a:ext cx="7019280" cy="3771360"/>
          </a:xfrm>
          <a:prstGeom prst="rect">
            <a:avLst/>
          </a:prstGeom>
          <a:ln w="0">
            <a:noFill/>
          </a:ln>
        </p:spPr>
      </p:pic>
      <p:sp>
        <p:nvSpPr>
          <p:cNvPr id="25455" name=""/>
          <p:cNvSpPr txBox="1"/>
          <p:nvPr/>
        </p:nvSpPr>
        <p:spPr>
          <a:xfrm>
            <a:off x="4615920" y="1986120"/>
            <a:ext cx="1780920" cy="288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 Black"/>
                <a:ea typeface="Arial Black"/>
              </a:rPr>
              <a:t>Rafael Nadal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56" name=""/>
          <p:cNvSpPr txBox="1"/>
          <p:nvPr/>
        </p:nvSpPr>
        <p:spPr>
          <a:xfrm>
            <a:off x="7118640" y="2134800"/>
            <a:ext cx="11527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World Ranking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57" name=""/>
          <p:cNvSpPr txBox="1"/>
          <p:nvPr/>
        </p:nvSpPr>
        <p:spPr>
          <a:xfrm>
            <a:off x="7118640" y="2357280"/>
            <a:ext cx="4014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No. 1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58" name=""/>
          <p:cNvSpPr txBox="1"/>
          <p:nvPr/>
        </p:nvSpPr>
        <p:spPr>
          <a:xfrm>
            <a:off x="5574960" y="3106080"/>
            <a:ext cx="3268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Left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59" name=""/>
          <p:cNvSpPr/>
          <p:nvPr/>
        </p:nvSpPr>
        <p:spPr>
          <a:xfrm>
            <a:off x="4924800" y="3176640"/>
            <a:ext cx="486360" cy="0"/>
          </a:xfrm>
          <a:prstGeom prst="line">
            <a:avLst/>
          </a:prstGeom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60" name=""/>
          <p:cNvSpPr txBox="1"/>
          <p:nvPr/>
        </p:nvSpPr>
        <p:spPr>
          <a:xfrm>
            <a:off x="5574960" y="3328560"/>
            <a:ext cx="5724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handed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61" name=""/>
          <p:cNvSpPr txBox="1"/>
          <p:nvPr/>
        </p:nvSpPr>
        <p:spPr>
          <a:xfrm>
            <a:off x="7118640" y="2643480"/>
            <a:ext cx="5173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Age 32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62" name=""/>
          <p:cNvSpPr txBox="1"/>
          <p:nvPr/>
        </p:nvSpPr>
        <p:spPr>
          <a:xfrm>
            <a:off x="4973040" y="4208040"/>
            <a:ext cx="7520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Main leg -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63" name=""/>
          <p:cNvSpPr/>
          <p:nvPr/>
        </p:nvSpPr>
        <p:spPr>
          <a:xfrm>
            <a:off x="4394160" y="4292280"/>
            <a:ext cx="486720" cy="0"/>
          </a:xfrm>
          <a:prstGeom prst="line">
            <a:avLst/>
          </a:prstGeom>
          <a:ln w="28440">
            <a:solidFill>
              <a:srgbClr val="fffff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64" name="" descr=""/>
          <p:cNvPicPr/>
          <p:nvPr/>
        </p:nvPicPr>
        <p:blipFill>
          <a:blip r:embed="rId2"/>
          <a:stretch/>
        </p:blipFill>
        <p:spPr>
          <a:xfrm>
            <a:off x="2051280" y="3389400"/>
            <a:ext cx="3431520" cy="555840"/>
          </a:xfrm>
          <a:prstGeom prst="rect">
            <a:avLst/>
          </a:prstGeom>
          <a:ln w="0">
            <a:noFill/>
          </a:ln>
        </p:spPr>
      </p:pic>
      <p:sp>
        <p:nvSpPr>
          <p:cNvPr id="25465" name=""/>
          <p:cNvSpPr txBox="1"/>
          <p:nvPr/>
        </p:nvSpPr>
        <p:spPr>
          <a:xfrm>
            <a:off x="4973040" y="4430520"/>
            <a:ext cx="2919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left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66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67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②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68" name=""/>
          <p:cNvSpPr txBox="1"/>
          <p:nvPr/>
        </p:nvSpPr>
        <p:spPr>
          <a:xfrm>
            <a:off x="2296440" y="744840"/>
            <a:ext cx="1558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imbalance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6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7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71" name="" descr=""/>
          <p:cNvPicPr/>
          <p:nvPr/>
        </p:nvPicPr>
        <p:blipFill>
          <a:blip r:embed="rId1"/>
          <a:stretch/>
        </p:blipFill>
        <p:spPr>
          <a:xfrm>
            <a:off x="1671840" y="1815120"/>
            <a:ext cx="6562080" cy="3527640"/>
          </a:xfrm>
          <a:prstGeom prst="rect">
            <a:avLst/>
          </a:prstGeom>
          <a:ln w="0">
            <a:noFill/>
          </a:ln>
        </p:spPr>
      </p:pic>
      <p:sp>
        <p:nvSpPr>
          <p:cNvPr id="25472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73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②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74" name=""/>
          <p:cNvSpPr txBox="1"/>
          <p:nvPr/>
        </p:nvSpPr>
        <p:spPr>
          <a:xfrm>
            <a:off x="2296440" y="744840"/>
            <a:ext cx="1558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imbalance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7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7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77" name="" descr=""/>
          <p:cNvPicPr/>
          <p:nvPr/>
        </p:nvPicPr>
        <p:blipFill>
          <a:blip r:embed="rId1"/>
          <a:stretch/>
        </p:blipFill>
        <p:spPr>
          <a:xfrm>
            <a:off x="941760" y="1924920"/>
            <a:ext cx="3774600" cy="2381760"/>
          </a:xfrm>
          <a:prstGeom prst="rect">
            <a:avLst/>
          </a:prstGeom>
          <a:ln w="0">
            <a:noFill/>
          </a:ln>
        </p:spPr>
      </p:pic>
      <p:pic>
        <p:nvPicPr>
          <p:cNvPr id="25478" name="" descr=""/>
          <p:cNvPicPr/>
          <p:nvPr/>
        </p:nvPicPr>
        <p:blipFill>
          <a:blip r:embed="rId2"/>
          <a:stretch/>
        </p:blipFill>
        <p:spPr>
          <a:xfrm>
            <a:off x="4716720" y="3159360"/>
            <a:ext cx="4271400" cy="2294640"/>
          </a:xfrm>
          <a:prstGeom prst="rect">
            <a:avLst/>
          </a:prstGeom>
          <a:ln w="0">
            <a:noFill/>
          </a:ln>
        </p:spPr>
      </p:pic>
      <p:sp>
        <p:nvSpPr>
          <p:cNvPr id="25479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80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②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81" name=""/>
          <p:cNvSpPr txBox="1"/>
          <p:nvPr/>
        </p:nvSpPr>
        <p:spPr>
          <a:xfrm>
            <a:off x="2296440" y="744840"/>
            <a:ext cx="1558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imbalance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8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8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84" name="" descr=""/>
          <p:cNvPicPr/>
          <p:nvPr/>
        </p:nvPicPr>
        <p:blipFill>
          <a:blip r:embed="rId1"/>
          <a:stretch/>
        </p:blipFill>
        <p:spPr>
          <a:xfrm>
            <a:off x="1626120" y="1725120"/>
            <a:ext cx="3323520" cy="1983960"/>
          </a:xfrm>
          <a:prstGeom prst="rect">
            <a:avLst/>
          </a:prstGeom>
          <a:ln w="0">
            <a:noFill/>
          </a:ln>
        </p:spPr>
      </p:pic>
      <p:pic>
        <p:nvPicPr>
          <p:cNvPr id="25485" name="" descr=""/>
          <p:cNvPicPr/>
          <p:nvPr/>
        </p:nvPicPr>
        <p:blipFill>
          <a:blip r:embed="rId2"/>
          <a:stretch/>
        </p:blipFill>
        <p:spPr>
          <a:xfrm>
            <a:off x="1693080" y="2442960"/>
            <a:ext cx="1979280" cy="318240"/>
          </a:xfrm>
          <a:prstGeom prst="rect">
            <a:avLst/>
          </a:prstGeom>
          <a:ln w="0">
            <a:noFill/>
          </a:ln>
        </p:spPr>
      </p:pic>
      <p:sp>
        <p:nvSpPr>
          <p:cNvPr id="25486" name=""/>
          <p:cNvSpPr/>
          <p:nvPr/>
        </p:nvSpPr>
        <p:spPr>
          <a:xfrm>
            <a:off x="1850760" y="2647080"/>
            <a:ext cx="684720" cy="347040"/>
          </a:xfrm>
          <a:custGeom>
            <a:avLst/>
            <a:gdLst/>
            <a:ahLst/>
            <a:rect l="0" t="0" r="r" b="b"/>
            <a:pathLst>
              <a:path w="1902" h="964">
                <a:moveTo>
                  <a:pt x="34" y="0"/>
                </a:moveTo>
                <a:lnTo>
                  <a:pt x="1848" y="865"/>
                </a:lnTo>
                <a:lnTo>
                  <a:pt x="1813" y="937"/>
                </a:lnTo>
                <a:lnTo>
                  <a:pt x="0" y="72"/>
                </a:lnTo>
                <a:lnTo>
                  <a:pt x="34" y="0"/>
                </a:lnTo>
                <a:moveTo>
                  <a:pt x="1708" y="650"/>
                </a:moveTo>
                <a:lnTo>
                  <a:pt x="1902" y="935"/>
                </a:lnTo>
                <a:lnTo>
                  <a:pt x="1559" y="964"/>
                </a:lnTo>
                <a:cubicBezTo>
                  <a:pt x="1537" y="965"/>
                  <a:pt x="1518" y="949"/>
                  <a:pt x="1516" y="927"/>
                </a:cubicBezTo>
                <a:cubicBezTo>
                  <a:pt x="1515" y="905"/>
                  <a:pt x="1531" y="886"/>
                  <a:pt x="1552" y="885"/>
                </a:cubicBezTo>
                <a:lnTo>
                  <a:pt x="1827" y="862"/>
                </a:lnTo>
                <a:lnTo>
                  <a:pt x="1798" y="923"/>
                </a:lnTo>
                <a:lnTo>
                  <a:pt x="1643" y="694"/>
                </a:lnTo>
                <a:cubicBezTo>
                  <a:pt x="1630" y="676"/>
                  <a:pt x="1635" y="652"/>
                  <a:pt x="1653" y="639"/>
                </a:cubicBezTo>
                <a:cubicBezTo>
                  <a:pt x="1671" y="627"/>
                  <a:pt x="1696" y="632"/>
                  <a:pt x="1708" y="650"/>
                </a:cubicBezTo>
                <a:close/>
              </a:path>
            </a:pathLst>
          </a:custGeom>
          <a:solidFill>
            <a:srgbClr val="ff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87" name=""/>
          <p:cNvSpPr/>
          <p:nvPr/>
        </p:nvSpPr>
        <p:spPr>
          <a:xfrm>
            <a:off x="3275640" y="2579040"/>
            <a:ext cx="363240" cy="0"/>
          </a:xfrm>
          <a:prstGeom prst="line">
            <a:avLst/>
          </a:prstGeom>
          <a:ln w="2844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488" name=""/>
          <p:cNvSpPr/>
          <p:nvPr/>
        </p:nvSpPr>
        <p:spPr>
          <a:xfrm>
            <a:off x="1719720" y="2660040"/>
            <a:ext cx="218160" cy="0"/>
          </a:xfrm>
          <a:prstGeom prst="line">
            <a:avLst/>
          </a:prstGeom>
          <a:ln w="2844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89" name="" descr=""/>
          <p:cNvPicPr/>
          <p:nvPr/>
        </p:nvPicPr>
        <p:blipFill>
          <a:blip r:embed="rId3"/>
          <a:stretch/>
        </p:blipFill>
        <p:spPr>
          <a:xfrm>
            <a:off x="4950000" y="1725120"/>
            <a:ext cx="3329640" cy="1983960"/>
          </a:xfrm>
          <a:prstGeom prst="rect">
            <a:avLst/>
          </a:prstGeom>
          <a:ln w="0">
            <a:noFill/>
          </a:ln>
        </p:spPr>
      </p:pic>
      <p:pic>
        <p:nvPicPr>
          <p:cNvPr id="25490" name="" descr=""/>
          <p:cNvPicPr/>
          <p:nvPr/>
        </p:nvPicPr>
        <p:blipFill>
          <a:blip r:embed="rId4"/>
          <a:stretch/>
        </p:blipFill>
        <p:spPr>
          <a:xfrm>
            <a:off x="6484680" y="2811960"/>
            <a:ext cx="1782720" cy="610920"/>
          </a:xfrm>
          <a:prstGeom prst="rect">
            <a:avLst/>
          </a:prstGeom>
          <a:ln w="0">
            <a:noFill/>
          </a:ln>
        </p:spPr>
      </p:pic>
      <p:sp>
        <p:nvSpPr>
          <p:cNvPr id="25491" name=""/>
          <p:cNvSpPr/>
          <p:nvPr/>
        </p:nvSpPr>
        <p:spPr>
          <a:xfrm>
            <a:off x="6457680" y="2704320"/>
            <a:ext cx="922680" cy="459720"/>
          </a:xfrm>
          <a:custGeom>
            <a:avLst/>
            <a:gdLst/>
            <a:ahLst/>
            <a:rect l="0" t="0" r="r" b="b"/>
            <a:pathLst>
              <a:path w="2563" h="1277">
                <a:moveTo>
                  <a:pt x="2529" y="1277"/>
                </a:moveTo>
                <a:lnTo>
                  <a:pt x="54" y="99"/>
                </a:lnTo>
                <a:lnTo>
                  <a:pt x="88" y="27"/>
                </a:lnTo>
                <a:lnTo>
                  <a:pt x="2563" y="1206"/>
                </a:lnTo>
                <a:lnTo>
                  <a:pt x="2529" y="1277"/>
                </a:lnTo>
                <a:moveTo>
                  <a:pt x="194" y="313"/>
                </a:moveTo>
                <a:lnTo>
                  <a:pt x="0" y="29"/>
                </a:lnTo>
                <a:lnTo>
                  <a:pt x="342" y="0"/>
                </a:lnTo>
                <a:cubicBezTo>
                  <a:pt x="364" y="-2"/>
                  <a:pt x="384" y="15"/>
                  <a:pt x="385" y="37"/>
                </a:cubicBezTo>
                <a:cubicBezTo>
                  <a:pt x="387" y="58"/>
                  <a:pt x="371" y="78"/>
                  <a:pt x="349" y="79"/>
                </a:cubicBezTo>
                <a:lnTo>
                  <a:pt x="75" y="103"/>
                </a:lnTo>
                <a:lnTo>
                  <a:pt x="104" y="40"/>
                </a:lnTo>
                <a:lnTo>
                  <a:pt x="259" y="268"/>
                </a:lnTo>
                <a:cubicBezTo>
                  <a:pt x="272" y="286"/>
                  <a:pt x="267" y="311"/>
                  <a:pt x="249" y="323"/>
                </a:cubicBezTo>
                <a:cubicBezTo>
                  <a:pt x="231" y="336"/>
                  <a:pt x="206" y="331"/>
                  <a:pt x="194" y="313"/>
                </a:cubicBezTo>
                <a:close/>
              </a:path>
            </a:pathLst>
          </a:custGeom>
          <a:solidFill>
            <a:srgbClr val="ed7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92" name=""/>
          <p:cNvSpPr/>
          <p:nvPr/>
        </p:nvSpPr>
        <p:spPr>
          <a:xfrm>
            <a:off x="7361640" y="3152160"/>
            <a:ext cx="489240" cy="0"/>
          </a:xfrm>
          <a:prstGeom prst="line">
            <a:avLst/>
          </a:prstGeom>
          <a:ln w="28440">
            <a:solidFill>
              <a:srgbClr val="ed7d31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93" name="" descr=""/>
          <p:cNvPicPr/>
          <p:nvPr/>
        </p:nvPicPr>
        <p:blipFill>
          <a:blip r:embed="rId5"/>
          <a:stretch/>
        </p:blipFill>
        <p:spPr>
          <a:xfrm>
            <a:off x="1626120" y="3708000"/>
            <a:ext cx="3326400" cy="1941120"/>
          </a:xfrm>
          <a:prstGeom prst="rect">
            <a:avLst/>
          </a:prstGeom>
          <a:ln w="0">
            <a:noFill/>
          </a:ln>
        </p:spPr>
      </p:pic>
      <p:pic>
        <p:nvPicPr>
          <p:cNvPr id="25494" name="" descr=""/>
          <p:cNvPicPr/>
          <p:nvPr/>
        </p:nvPicPr>
        <p:blipFill>
          <a:blip r:embed="rId6"/>
          <a:stretch/>
        </p:blipFill>
        <p:spPr>
          <a:xfrm>
            <a:off x="2072520" y="5068800"/>
            <a:ext cx="2431800" cy="360720"/>
          </a:xfrm>
          <a:prstGeom prst="rect">
            <a:avLst/>
          </a:prstGeom>
          <a:ln w="0">
            <a:noFill/>
          </a:ln>
        </p:spPr>
      </p:pic>
      <p:sp>
        <p:nvSpPr>
          <p:cNvPr id="25495" name=""/>
          <p:cNvSpPr/>
          <p:nvPr/>
        </p:nvSpPr>
        <p:spPr>
          <a:xfrm>
            <a:off x="2939760" y="4827240"/>
            <a:ext cx="507960" cy="469800"/>
          </a:xfrm>
          <a:custGeom>
            <a:avLst/>
            <a:gdLst/>
            <a:ahLst/>
            <a:rect l="0" t="0" r="r" b="b"/>
            <a:pathLst>
              <a:path w="1411" h="1305">
                <a:moveTo>
                  <a:pt x="54" y="1305"/>
                </a:moveTo>
                <a:lnTo>
                  <a:pt x="1380" y="82"/>
                </a:lnTo>
                <a:lnTo>
                  <a:pt x="1326" y="24"/>
                </a:lnTo>
                <a:lnTo>
                  <a:pt x="0" y="1247"/>
                </a:lnTo>
                <a:lnTo>
                  <a:pt x="54" y="1305"/>
                </a:lnTo>
                <a:moveTo>
                  <a:pt x="1310" y="329"/>
                </a:moveTo>
                <a:lnTo>
                  <a:pt x="1411" y="0"/>
                </a:lnTo>
                <a:lnTo>
                  <a:pt x="1076" y="73"/>
                </a:lnTo>
                <a:cubicBezTo>
                  <a:pt x="1054" y="78"/>
                  <a:pt x="1041" y="99"/>
                  <a:pt x="1045" y="121"/>
                </a:cubicBezTo>
                <a:cubicBezTo>
                  <a:pt x="1050" y="142"/>
                  <a:pt x="1071" y="156"/>
                  <a:pt x="1092" y="151"/>
                </a:cubicBezTo>
                <a:lnTo>
                  <a:pt x="1362" y="92"/>
                </a:lnTo>
                <a:lnTo>
                  <a:pt x="1315" y="41"/>
                </a:lnTo>
                <a:lnTo>
                  <a:pt x="1234" y="306"/>
                </a:lnTo>
                <a:cubicBezTo>
                  <a:pt x="1228" y="327"/>
                  <a:pt x="1240" y="349"/>
                  <a:pt x="1261" y="355"/>
                </a:cubicBezTo>
                <a:cubicBezTo>
                  <a:pt x="1282" y="362"/>
                  <a:pt x="1304" y="350"/>
                  <a:pt x="1310" y="329"/>
                </a:cubicBezTo>
                <a:close/>
              </a:path>
            </a:pathLst>
          </a:custGeom>
          <a:solidFill>
            <a:srgbClr val="ff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496" name=""/>
          <p:cNvSpPr/>
          <p:nvPr/>
        </p:nvSpPr>
        <p:spPr>
          <a:xfrm>
            <a:off x="2464920" y="5285880"/>
            <a:ext cx="484560" cy="0"/>
          </a:xfrm>
          <a:prstGeom prst="line">
            <a:avLst/>
          </a:prstGeom>
          <a:ln w="2844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497" name="" descr=""/>
          <p:cNvPicPr/>
          <p:nvPr/>
        </p:nvPicPr>
        <p:blipFill>
          <a:blip r:embed="rId7"/>
          <a:stretch/>
        </p:blipFill>
        <p:spPr>
          <a:xfrm>
            <a:off x="4950000" y="3709440"/>
            <a:ext cx="3329640" cy="1939680"/>
          </a:xfrm>
          <a:prstGeom prst="rect">
            <a:avLst/>
          </a:prstGeom>
          <a:ln w="0">
            <a:noFill/>
          </a:ln>
        </p:spPr>
      </p:pic>
      <p:pic>
        <p:nvPicPr>
          <p:cNvPr id="25498" name="" descr=""/>
          <p:cNvPicPr/>
          <p:nvPr/>
        </p:nvPicPr>
        <p:blipFill>
          <a:blip r:embed="rId8"/>
          <a:stretch/>
        </p:blipFill>
        <p:spPr>
          <a:xfrm>
            <a:off x="5855040" y="4497480"/>
            <a:ext cx="1729440" cy="371520"/>
          </a:xfrm>
          <a:prstGeom prst="rect">
            <a:avLst/>
          </a:prstGeom>
          <a:ln w="0">
            <a:noFill/>
          </a:ln>
        </p:spPr>
      </p:pic>
      <p:sp>
        <p:nvSpPr>
          <p:cNvPr id="25499" name=""/>
          <p:cNvSpPr/>
          <p:nvPr/>
        </p:nvSpPr>
        <p:spPr>
          <a:xfrm>
            <a:off x="6847560" y="4590360"/>
            <a:ext cx="131400" cy="506520"/>
          </a:xfrm>
          <a:custGeom>
            <a:avLst/>
            <a:gdLst/>
            <a:ahLst/>
            <a:rect l="0" t="0" r="r" b="b"/>
            <a:pathLst>
              <a:path w="365" h="1407">
                <a:moveTo>
                  <a:pt x="78" y="0"/>
                </a:moveTo>
                <a:lnTo>
                  <a:pt x="259" y="1323"/>
                </a:lnTo>
                <a:lnTo>
                  <a:pt x="180" y="1334"/>
                </a:lnTo>
                <a:lnTo>
                  <a:pt x="0" y="11"/>
                </a:lnTo>
                <a:lnTo>
                  <a:pt x="78" y="0"/>
                </a:lnTo>
                <a:moveTo>
                  <a:pt x="362" y="1089"/>
                </a:moveTo>
                <a:lnTo>
                  <a:pt x="231" y="1407"/>
                </a:lnTo>
                <a:lnTo>
                  <a:pt x="18" y="1136"/>
                </a:lnTo>
                <a:cubicBezTo>
                  <a:pt x="5" y="1119"/>
                  <a:pt x="7" y="1094"/>
                  <a:pt x="25" y="1080"/>
                </a:cubicBezTo>
                <a:cubicBezTo>
                  <a:pt x="42" y="1067"/>
                  <a:pt x="67" y="1070"/>
                  <a:pt x="80" y="1087"/>
                </a:cubicBezTo>
                <a:lnTo>
                  <a:pt x="251" y="1304"/>
                </a:lnTo>
                <a:lnTo>
                  <a:pt x="183" y="1314"/>
                </a:lnTo>
                <a:lnTo>
                  <a:pt x="289" y="1059"/>
                </a:lnTo>
                <a:cubicBezTo>
                  <a:pt x="297" y="1039"/>
                  <a:pt x="320" y="1029"/>
                  <a:pt x="341" y="1037"/>
                </a:cubicBezTo>
                <a:cubicBezTo>
                  <a:pt x="361" y="1046"/>
                  <a:pt x="371" y="1069"/>
                  <a:pt x="362" y="1089"/>
                </a:cubicBezTo>
                <a:close/>
              </a:path>
            </a:pathLst>
          </a:custGeom>
          <a:solidFill>
            <a:srgbClr val="ed7d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00" name=""/>
          <p:cNvSpPr/>
          <p:nvPr/>
        </p:nvSpPr>
        <p:spPr>
          <a:xfrm>
            <a:off x="6566040" y="4592520"/>
            <a:ext cx="506160" cy="0"/>
          </a:xfrm>
          <a:prstGeom prst="line">
            <a:avLst/>
          </a:prstGeom>
          <a:ln w="28440">
            <a:solidFill>
              <a:srgbClr val="ed7d31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-14040" bIns="-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01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02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②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03" name=""/>
          <p:cNvSpPr txBox="1"/>
          <p:nvPr/>
        </p:nvSpPr>
        <p:spPr>
          <a:xfrm>
            <a:off x="2296440" y="744840"/>
            <a:ext cx="1558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imbalance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0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0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506" name="" descr=""/>
          <p:cNvPicPr/>
          <p:nvPr/>
        </p:nvPicPr>
        <p:blipFill>
          <a:blip r:embed="rId1"/>
          <a:stretch/>
        </p:blipFill>
        <p:spPr>
          <a:xfrm>
            <a:off x="1391400" y="1763280"/>
            <a:ext cx="7122960" cy="3486600"/>
          </a:xfrm>
          <a:prstGeom prst="rect">
            <a:avLst/>
          </a:prstGeom>
          <a:ln w="0">
            <a:noFill/>
          </a:ln>
        </p:spPr>
      </p:pic>
      <p:sp>
        <p:nvSpPr>
          <p:cNvPr id="25507" name=""/>
          <p:cNvSpPr/>
          <p:nvPr/>
        </p:nvSpPr>
        <p:spPr>
          <a:xfrm>
            <a:off x="7660080" y="3844080"/>
            <a:ext cx="60300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08" name=""/>
          <p:cNvSpPr/>
          <p:nvPr/>
        </p:nvSpPr>
        <p:spPr>
          <a:xfrm>
            <a:off x="5407560" y="4013280"/>
            <a:ext cx="286812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09" name=""/>
          <p:cNvSpPr/>
          <p:nvPr/>
        </p:nvSpPr>
        <p:spPr>
          <a:xfrm>
            <a:off x="1570320" y="5194440"/>
            <a:ext cx="517392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0" name=""/>
          <p:cNvSpPr/>
          <p:nvPr/>
        </p:nvSpPr>
        <p:spPr>
          <a:xfrm>
            <a:off x="6631560" y="3225240"/>
            <a:ext cx="163080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1" name=""/>
          <p:cNvSpPr/>
          <p:nvPr/>
        </p:nvSpPr>
        <p:spPr>
          <a:xfrm>
            <a:off x="2751480" y="3394440"/>
            <a:ext cx="202464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2" name=""/>
          <p:cNvSpPr/>
          <p:nvPr/>
        </p:nvSpPr>
        <p:spPr>
          <a:xfrm>
            <a:off x="1570320" y="4688280"/>
            <a:ext cx="596160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3" name=""/>
          <p:cNvSpPr/>
          <p:nvPr/>
        </p:nvSpPr>
        <p:spPr>
          <a:xfrm>
            <a:off x="1570320" y="5025240"/>
            <a:ext cx="674892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4" name=""/>
          <p:cNvSpPr/>
          <p:nvPr/>
        </p:nvSpPr>
        <p:spPr>
          <a:xfrm>
            <a:off x="7363080" y="4857480"/>
            <a:ext cx="101232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5" name=""/>
          <p:cNvSpPr/>
          <p:nvPr/>
        </p:nvSpPr>
        <p:spPr>
          <a:xfrm>
            <a:off x="2751480" y="4013280"/>
            <a:ext cx="33732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6" name=""/>
          <p:cNvSpPr/>
          <p:nvPr/>
        </p:nvSpPr>
        <p:spPr>
          <a:xfrm>
            <a:off x="1570320" y="4185360"/>
            <a:ext cx="3466440" cy="396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5400" bIns="-540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7" name=""/>
          <p:cNvSpPr/>
          <p:nvPr/>
        </p:nvSpPr>
        <p:spPr>
          <a:xfrm>
            <a:off x="3088080" y="3844080"/>
            <a:ext cx="1091160" cy="0"/>
          </a:xfrm>
          <a:prstGeom prst="line">
            <a:avLst/>
          </a:prstGeom>
          <a:ln w="18720">
            <a:solidFill>
              <a:srgbClr val="ff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-9360" bIns="-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8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19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②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20" name=""/>
          <p:cNvSpPr/>
          <p:nvPr/>
        </p:nvSpPr>
        <p:spPr>
          <a:xfrm>
            <a:off x="1391400" y="4472640"/>
            <a:ext cx="6268320" cy="212400"/>
          </a:xfrm>
          <a:custGeom>
            <a:avLst/>
            <a:gdLst/>
            <a:ahLst/>
            <a:rect l="0" t="0" r="r" b="b"/>
            <a:pathLst>
              <a:path w="17412" h="590">
                <a:moveTo>
                  <a:pt x="2801" y="0"/>
                </a:moveTo>
                <a:lnTo>
                  <a:pt x="14611" y="0"/>
                </a:lnTo>
                <a:cubicBezTo>
                  <a:pt x="16158" y="0"/>
                  <a:pt x="17412" y="132"/>
                  <a:pt x="17412" y="296"/>
                </a:cubicBezTo>
                <a:cubicBezTo>
                  <a:pt x="17412" y="458"/>
                  <a:pt x="16158" y="590"/>
                  <a:pt x="14611" y="590"/>
                </a:cubicBezTo>
                <a:lnTo>
                  <a:pt x="2801" y="590"/>
                </a:lnTo>
                <a:cubicBezTo>
                  <a:pt x="1254" y="590"/>
                  <a:pt x="0" y="458"/>
                  <a:pt x="0" y="296"/>
                </a:cubicBezTo>
                <a:cubicBezTo>
                  <a:pt x="0" y="132"/>
                  <a:pt x="1254" y="0"/>
                  <a:pt x="2801" y="0"/>
                </a:cubicBezTo>
                <a:close/>
              </a:path>
            </a:pathLst>
          </a:custGeom>
          <a:solidFill>
            <a:srgbClr val="b50938">
              <a:alpha val="25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21" name=""/>
          <p:cNvSpPr/>
          <p:nvPr/>
        </p:nvSpPr>
        <p:spPr>
          <a:xfrm>
            <a:off x="1415520" y="3864600"/>
            <a:ext cx="7030800" cy="392040"/>
          </a:xfrm>
          <a:custGeom>
            <a:avLst/>
            <a:gdLst/>
            <a:ahLst/>
            <a:rect l="0" t="0" r="r" b="b"/>
            <a:pathLst>
              <a:path w="19530" h="1089">
                <a:moveTo>
                  <a:pt x="3142" y="0"/>
                </a:moveTo>
                <a:lnTo>
                  <a:pt x="16388" y="0"/>
                </a:lnTo>
                <a:cubicBezTo>
                  <a:pt x="18123" y="0"/>
                  <a:pt x="19530" y="244"/>
                  <a:pt x="19530" y="544"/>
                </a:cubicBezTo>
                <a:cubicBezTo>
                  <a:pt x="19530" y="846"/>
                  <a:pt x="18123" y="1089"/>
                  <a:pt x="16388" y="1089"/>
                </a:cubicBezTo>
                <a:lnTo>
                  <a:pt x="3142" y="1089"/>
                </a:lnTo>
                <a:cubicBezTo>
                  <a:pt x="1407" y="1089"/>
                  <a:pt x="0" y="846"/>
                  <a:pt x="0" y="544"/>
                </a:cubicBezTo>
                <a:cubicBezTo>
                  <a:pt x="0" y="244"/>
                  <a:pt x="1407" y="0"/>
                  <a:pt x="3142" y="0"/>
                </a:cubicBezTo>
                <a:close/>
              </a:path>
            </a:pathLst>
          </a:custGeom>
          <a:solidFill>
            <a:srgbClr val="b50938">
              <a:alpha val="25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22" name=""/>
          <p:cNvSpPr txBox="1"/>
          <p:nvPr/>
        </p:nvSpPr>
        <p:spPr>
          <a:xfrm>
            <a:off x="2296440" y="744840"/>
            <a:ext cx="1558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imbalance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2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2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525" name="" descr=""/>
          <p:cNvPicPr/>
          <p:nvPr/>
        </p:nvPicPr>
        <p:blipFill>
          <a:blip r:embed="rId1"/>
          <a:stretch/>
        </p:blipFill>
        <p:spPr>
          <a:xfrm>
            <a:off x="172080" y="1019520"/>
            <a:ext cx="4338360" cy="694440"/>
          </a:xfrm>
          <a:prstGeom prst="rect">
            <a:avLst/>
          </a:prstGeom>
          <a:ln w="0">
            <a:noFill/>
          </a:ln>
        </p:spPr>
      </p:pic>
      <p:sp>
        <p:nvSpPr>
          <p:cNvPr id="25526" name=""/>
          <p:cNvSpPr/>
          <p:nvPr/>
        </p:nvSpPr>
        <p:spPr>
          <a:xfrm>
            <a:off x="198000" y="1045440"/>
            <a:ext cx="4236840" cy="592920"/>
          </a:xfrm>
          <a:custGeom>
            <a:avLst/>
            <a:gdLst/>
            <a:ahLst/>
            <a:rect l="0" t="0" r="r" b="b"/>
            <a:pathLst>
              <a:path w="11769" h="1647">
                <a:moveTo>
                  <a:pt x="0" y="1647"/>
                </a:moveTo>
                <a:lnTo>
                  <a:pt x="11769" y="1647"/>
                </a:lnTo>
                <a:lnTo>
                  <a:pt x="11769" y="0"/>
                </a:lnTo>
                <a:lnTo>
                  <a:pt x="0" y="0"/>
                </a:lnTo>
                <a:lnTo>
                  <a:pt x="0" y="1647"/>
                </a:lnTo>
                <a:close/>
              </a:path>
            </a:pathLst>
          </a:custGeom>
          <a:solidFill>
            <a:srgbClr val="f8cb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527" name="" descr=""/>
          <p:cNvPicPr/>
          <p:nvPr/>
        </p:nvPicPr>
        <p:blipFill>
          <a:blip r:embed="rId2"/>
          <a:stretch/>
        </p:blipFill>
        <p:spPr>
          <a:xfrm>
            <a:off x="198000" y="1057680"/>
            <a:ext cx="4236480" cy="2271960"/>
          </a:xfrm>
          <a:prstGeom prst="rect">
            <a:avLst/>
          </a:prstGeom>
          <a:ln w="0">
            <a:noFill/>
          </a:ln>
        </p:spPr>
      </p:pic>
      <p:pic>
        <p:nvPicPr>
          <p:cNvPr id="25528" name="" descr=""/>
          <p:cNvPicPr/>
          <p:nvPr/>
        </p:nvPicPr>
        <p:blipFill>
          <a:blip r:embed="rId3"/>
          <a:stretch/>
        </p:blipFill>
        <p:spPr>
          <a:xfrm>
            <a:off x="172080" y="3364920"/>
            <a:ext cx="4667760" cy="885240"/>
          </a:xfrm>
          <a:prstGeom prst="rect">
            <a:avLst/>
          </a:prstGeom>
          <a:ln w="0">
            <a:noFill/>
          </a:ln>
        </p:spPr>
      </p:pic>
      <p:sp>
        <p:nvSpPr>
          <p:cNvPr id="25529" name=""/>
          <p:cNvSpPr/>
          <p:nvPr/>
        </p:nvSpPr>
        <p:spPr>
          <a:xfrm>
            <a:off x="198000" y="3390840"/>
            <a:ext cx="4566240" cy="783720"/>
          </a:xfrm>
          <a:custGeom>
            <a:avLst/>
            <a:gdLst/>
            <a:ahLst/>
            <a:rect l="0" t="0" r="r" b="b"/>
            <a:pathLst>
              <a:path w="12684" h="2177">
                <a:moveTo>
                  <a:pt x="0" y="2177"/>
                </a:moveTo>
                <a:lnTo>
                  <a:pt x="12684" y="2177"/>
                </a:lnTo>
                <a:lnTo>
                  <a:pt x="12684" y="0"/>
                </a:lnTo>
                <a:lnTo>
                  <a:pt x="0" y="0"/>
                </a:lnTo>
                <a:lnTo>
                  <a:pt x="0" y="2177"/>
                </a:lnTo>
                <a:close/>
              </a:path>
            </a:pathLst>
          </a:custGeom>
          <a:solidFill>
            <a:srgbClr val="f8cb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30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31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②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532" name="" descr=""/>
          <p:cNvPicPr/>
          <p:nvPr/>
        </p:nvPicPr>
        <p:blipFill>
          <a:blip r:embed="rId4"/>
          <a:stretch/>
        </p:blipFill>
        <p:spPr>
          <a:xfrm>
            <a:off x="198000" y="3390840"/>
            <a:ext cx="4710240" cy="2271960"/>
          </a:xfrm>
          <a:prstGeom prst="rect">
            <a:avLst/>
          </a:prstGeom>
          <a:ln w="0">
            <a:noFill/>
          </a:ln>
        </p:spPr>
      </p:pic>
      <p:sp>
        <p:nvSpPr>
          <p:cNvPr id="25533" name=""/>
          <p:cNvSpPr txBox="1"/>
          <p:nvPr/>
        </p:nvSpPr>
        <p:spPr>
          <a:xfrm>
            <a:off x="2296440" y="744840"/>
            <a:ext cx="1558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imbalance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34" name=""/>
          <p:cNvSpPr txBox="1"/>
          <p:nvPr/>
        </p:nvSpPr>
        <p:spPr>
          <a:xfrm>
            <a:off x="383040" y="5792760"/>
            <a:ext cx="16416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Wingdings"/>
                <a:ea typeface="Wingdings"/>
              </a:rPr>
              <a:t>➔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535" name="" descr=""/>
          <p:cNvPicPr/>
          <p:nvPr/>
        </p:nvPicPr>
        <p:blipFill>
          <a:blip r:embed="rId5"/>
          <a:stretch/>
        </p:blipFill>
        <p:spPr>
          <a:xfrm>
            <a:off x="5209200" y="1045440"/>
            <a:ext cx="3873600" cy="2214000"/>
          </a:xfrm>
          <a:prstGeom prst="rect">
            <a:avLst/>
          </a:prstGeom>
          <a:ln w="0">
            <a:noFill/>
          </a:ln>
        </p:spPr>
      </p:pic>
      <p:pic>
        <p:nvPicPr>
          <p:cNvPr id="25536" name="" descr=""/>
          <p:cNvPicPr/>
          <p:nvPr/>
        </p:nvPicPr>
        <p:blipFill>
          <a:blip r:embed="rId6"/>
          <a:stretch/>
        </p:blipFill>
        <p:spPr>
          <a:xfrm>
            <a:off x="5195160" y="3261240"/>
            <a:ext cx="2134800" cy="2762640"/>
          </a:xfrm>
          <a:prstGeom prst="rect">
            <a:avLst/>
          </a:prstGeom>
          <a:ln w="0">
            <a:noFill/>
          </a:ln>
        </p:spPr>
      </p:pic>
      <p:pic>
        <p:nvPicPr>
          <p:cNvPr id="25537" name="" descr=""/>
          <p:cNvPicPr/>
          <p:nvPr/>
        </p:nvPicPr>
        <p:blipFill>
          <a:blip r:embed="rId7"/>
          <a:stretch/>
        </p:blipFill>
        <p:spPr>
          <a:xfrm>
            <a:off x="7522560" y="3426120"/>
            <a:ext cx="1767600" cy="2598120"/>
          </a:xfrm>
          <a:prstGeom prst="rect">
            <a:avLst/>
          </a:prstGeom>
          <a:ln w="0">
            <a:noFill/>
          </a:ln>
        </p:spPr>
      </p:pic>
      <p:sp>
        <p:nvSpPr>
          <p:cNvPr id="25538" name=""/>
          <p:cNvSpPr txBox="1"/>
          <p:nvPr/>
        </p:nvSpPr>
        <p:spPr>
          <a:xfrm>
            <a:off x="602640" y="5796360"/>
            <a:ext cx="372240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You are always in the risk of muscle imbalance.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3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4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541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542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5543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544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5545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5546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5547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48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49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③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50" name=""/>
          <p:cNvSpPr txBox="1"/>
          <p:nvPr/>
        </p:nvSpPr>
        <p:spPr>
          <a:xfrm>
            <a:off x="2296440" y="744840"/>
            <a:ext cx="1200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Sarcopenia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51" name=""/>
          <p:cNvSpPr/>
          <p:nvPr/>
        </p:nvSpPr>
        <p:spPr>
          <a:xfrm>
            <a:off x="543600" y="1651680"/>
            <a:ext cx="1923840" cy="7920"/>
          </a:xfrm>
          <a:custGeom>
            <a:avLst/>
            <a:gdLst/>
            <a:ahLst/>
            <a:rect l="0" t="0" r="r" b="b"/>
            <a:pathLst>
              <a:path w="5344" h="22">
                <a:moveTo>
                  <a:pt x="0" y="0"/>
                </a:moveTo>
                <a:lnTo>
                  <a:pt x="2672" y="0"/>
                </a:lnTo>
                <a:lnTo>
                  <a:pt x="5344" y="0"/>
                </a:lnTo>
                <a:lnTo>
                  <a:pt x="5344" y="22"/>
                </a:lnTo>
                <a:lnTo>
                  <a:pt x="2672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04040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52" name=""/>
          <p:cNvSpPr txBox="1"/>
          <p:nvPr/>
        </p:nvSpPr>
        <p:spPr>
          <a:xfrm>
            <a:off x="543960" y="1502280"/>
            <a:ext cx="26157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40403"/>
                </a:solidFill>
                <a:latin typeface="Malgun Gothic"/>
                <a:ea typeface="Malgun Gothic"/>
              </a:rPr>
              <a:t>Clinical Definition of Sarcopenia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53" name=""/>
          <p:cNvSpPr/>
          <p:nvPr/>
        </p:nvSpPr>
        <p:spPr>
          <a:xfrm>
            <a:off x="2961720" y="1837440"/>
            <a:ext cx="196560" cy="107280"/>
          </a:xfrm>
          <a:custGeom>
            <a:avLst/>
            <a:gdLst/>
            <a:ahLst/>
            <a:rect l="0" t="0" r="r" b="b"/>
            <a:pathLst>
              <a:path w="546" h="298">
                <a:moveTo>
                  <a:pt x="156" y="116"/>
                </a:moveTo>
                <a:cubicBezTo>
                  <a:pt x="136" y="116"/>
                  <a:pt x="119" y="123"/>
                  <a:pt x="107" y="138"/>
                </a:cubicBezTo>
                <a:cubicBezTo>
                  <a:pt x="95" y="152"/>
                  <a:pt x="89" y="171"/>
                  <a:pt x="89" y="196"/>
                </a:cubicBezTo>
                <a:cubicBezTo>
                  <a:pt x="89" y="219"/>
                  <a:pt x="95" y="238"/>
                  <a:pt x="107" y="252"/>
                </a:cubicBezTo>
                <a:cubicBezTo>
                  <a:pt x="120" y="266"/>
                  <a:pt x="136" y="272"/>
                  <a:pt x="156" y="272"/>
                </a:cubicBezTo>
                <a:cubicBezTo>
                  <a:pt x="177" y="272"/>
                  <a:pt x="193" y="266"/>
                  <a:pt x="206" y="252"/>
                </a:cubicBezTo>
                <a:cubicBezTo>
                  <a:pt x="217" y="239"/>
                  <a:pt x="223" y="220"/>
                  <a:pt x="223" y="195"/>
                </a:cubicBezTo>
                <a:cubicBezTo>
                  <a:pt x="223" y="170"/>
                  <a:pt x="217" y="151"/>
                  <a:pt x="206" y="137"/>
                </a:cubicBezTo>
                <a:cubicBezTo>
                  <a:pt x="193" y="123"/>
                  <a:pt x="177" y="116"/>
                  <a:pt x="156" y="116"/>
                </a:cubicBezTo>
                <a:moveTo>
                  <a:pt x="492" y="90"/>
                </a:moveTo>
                <a:cubicBezTo>
                  <a:pt x="508" y="90"/>
                  <a:pt x="523" y="93"/>
                  <a:pt x="537" y="100"/>
                </a:cubicBezTo>
                <a:lnTo>
                  <a:pt x="537" y="131"/>
                </a:lnTo>
                <a:cubicBezTo>
                  <a:pt x="522" y="121"/>
                  <a:pt x="506" y="117"/>
                  <a:pt x="487" y="117"/>
                </a:cubicBezTo>
                <a:cubicBezTo>
                  <a:pt x="475" y="117"/>
                  <a:pt x="465" y="119"/>
                  <a:pt x="458" y="125"/>
                </a:cubicBezTo>
                <a:cubicBezTo>
                  <a:pt x="451" y="130"/>
                  <a:pt x="448" y="137"/>
                  <a:pt x="448" y="145"/>
                </a:cubicBezTo>
                <a:cubicBezTo>
                  <a:pt x="448" y="154"/>
                  <a:pt x="450" y="161"/>
                  <a:pt x="455" y="166"/>
                </a:cubicBezTo>
                <a:cubicBezTo>
                  <a:pt x="460" y="170"/>
                  <a:pt x="472" y="176"/>
                  <a:pt x="489" y="183"/>
                </a:cubicBezTo>
                <a:cubicBezTo>
                  <a:pt x="513" y="192"/>
                  <a:pt x="528" y="201"/>
                  <a:pt x="535" y="210"/>
                </a:cubicBezTo>
                <a:cubicBezTo>
                  <a:pt x="542" y="219"/>
                  <a:pt x="546" y="229"/>
                  <a:pt x="546" y="241"/>
                </a:cubicBezTo>
                <a:cubicBezTo>
                  <a:pt x="546" y="259"/>
                  <a:pt x="539" y="272"/>
                  <a:pt x="524" y="283"/>
                </a:cubicBezTo>
                <a:cubicBezTo>
                  <a:pt x="510" y="293"/>
                  <a:pt x="491" y="298"/>
                  <a:pt x="469" y="298"/>
                </a:cubicBezTo>
                <a:cubicBezTo>
                  <a:pt x="448" y="298"/>
                  <a:pt x="431" y="294"/>
                  <a:pt x="416" y="286"/>
                </a:cubicBezTo>
                <a:lnTo>
                  <a:pt x="416" y="253"/>
                </a:lnTo>
                <a:cubicBezTo>
                  <a:pt x="433" y="266"/>
                  <a:pt x="453" y="272"/>
                  <a:pt x="473" y="272"/>
                </a:cubicBezTo>
                <a:cubicBezTo>
                  <a:pt x="501" y="272"/>
                  <a:pt x="515" y="263"/>
                  <a:pt x="515" y="244"/>
                </a:cubicBezTo>
                <a:cubicBezTo>
                  <a:pt x="515" y="236"/>
                  <a:pt x="512" y="229"/>
                  <a:pt x="506" y="224"/>
                </a:cubicBezTo>
                <a:cubicBezTo>
                  <a:pt x="500" y="218"/>
                  <a:pt x="488" y="212"/>
                  <a:pt x="470" y="205"/>
                </a:cubicBezTo>
                <a:cubicBezTo>
                  <a:pt x="449" y="197"/>
                  <a:pt x="435" y="189"/>
                  <a:pt x="427" y="180"/>
                </a:cubicBezTo>
                <a:cubicBezTo>
                  <a:pt x="420" y="172"/>
                  <a:pt x="417" y="161"/>
                  <a:pt x="417" y="148"/>
                </a:cubicBezTo>
                <a:cubicBezTo>
                  <a:pt x="417" y="131"/>
                  <a:pt x="424" y="118"/>
                  <a:pt x="438" y="107"/>
                </a:cubicBezTo>
                <a:cubicBezTo>
                  <a:pt x="453" y="96"/>
                  <a:pt x="471" y="90"/>
                  <a:pt x="492" y="90"/>
                </a:cubicBezTo>
                <a:moveTo>
                  <a:pt x="348" y="90"/>
                </a:moveTo>
                <a:cubicBezTo>
                  <a:pt x="364" y="90"/>
                  <a:pt x="380" y="93"/>
                  <a:pt x="393" y="100"/>
                </a:cubicBezTo>
                <a:lnTo>
                  <a:pt x="393" y="131"/>
                </a:lnTo>
                <a:cubicBezTo>
                  <a:pt x="378" y="121"/>
                  <a:pt x="362" y="117"/>
                  <a:pt x="343" y="117"/>
                </a:cubicBezTo>
                <a:cubicBezTo>
                  <a:pt x="331" y="117"/>
                  <a:pt x="321" y="119"/>
                  <a:pt x="314" y="125"/>
                </a:cubicBezTo>
                <a:cubicBezTo>
                  <a:pt x="307" y="130"/>
                  <a:pt x="304" y="137"/>
                  <a:pt x="304" y="145"/>
                </a:cubicBezTo>
                <a:cubicBezTo>
                  <a:pt x="304" y="154"/>
                  <a:pt x="306" y="161"/>
                  <a:pt x="311" y="166"/>
                </a:cubicBezTo>
                <a:cubicBezTo>
                  <a:pt x="316" y="170"/>
                  <a:pt x="328" y="176"/>
                  <a:pt x="345" y="183"/>
                </a:cubicBezTo>
                <a:cubicBezTo>
                  <a:pt x="369" y="192"/>
                  <a:pt x="384" y="201"/>
                  <a:pt x="392" y="210"/>
                </a:cubicBezTo>
                <a:cubicBezTo>
                  <a:pt x="399" y="219"/>
                  <a:pt x="402" y="229"/>
                  <a:pt x="402" y="241"/>
                </a:cubicBezTo>
                <a:cubicBezTo>
                  <a:pt x="402" y="259"/>
                  <a:pt x="395" y="272"/>
                  <a:pt x="380" y="283"/>
                </a:cubicBezTo>
                <a:cubicBezTo>
                  <a:pt x="366" y="293"/>
                  <a:pt x="347" y="298"/>
                  <a:pt x="325" y="298"/>
                </a:cubicBezTo>
                <a:cubicBezTo>
                  <a:pt x="304" y="298"/>
                  <a:pt x="287" y="294"/>
                  <a:pt x="272" y="286"/>
                </a:cubicBezTo>
                <a:lnTo>
                  <a:pt x="272" y="253"/>
                </a:lnTo>
                <a:cubicBezTo>
                  <a:pt x="290" y="266"/>
                  <a:pt x="309" y="272"/>
                  <a:pt x="329" y="272"/>
                </a:cubicBezTo>
                <a:cubicBezTo>
                  <a:pt x="357" y="272"/>
                  <a:pt x="371" y="263"/>
                  <a:pt x="371" y="244"/>
                </a:cubicBezTo>
                <a:cubicBezTo>
                  <a:pt x="371" y="236"/>
                  <a:pt x="368" y="229"/>
                  <a:pt x="362" y="224"/>
                </a:cubicBezTo>
                <a:cubicBezTo>
                  <a:pt x="356" y="218"/>
                  <a:pt x="344" y="212"/>
                  <a:pt x="326" y="205"/>
                </a:cubicBezTo>
                <a:cubicBezTo>
                  <a:pt x="305" y="197"/>
                  <a:pt x="291" y="189"/>
                  <a:pt x="284" y="180"/>
                </a:cubicBezTo>
                <a:cubicBezTo>
                  <a:pt x="276" y="172"/>
                  <a:pt x="273" y="161"/>
                  <a:pt x="273" y="148"/>
                </a:cubicBezTo>
                <a:cubicBezTo>
                  <a:pt x="273" y="131"/>
                  <a:pt x="280" y="118"/>
                  <a:pt x="294" y="107"/>
                </a:cubicBezTo>
                <a:cubicBezTo>
                  <a:pt x="309" y="96"/>
                  <a:pt x="327" y="90"/>
                  <a:pt x="348" y="90"/>
                </a:cubicBezTo>
                <a:moveTo>
                  <a:pt x="159" y="90"/>
                </a:moveTo>
                <a:cubicBezTo>
                  <a:pt x="188" y="90"/>
                  <a:pt x="211" y="100"/>
                  <a:pt x="228" y="118"/>
                </a:cubicBezTo>
                <a:cubicBezTo>
                  <a:pt x="244" y="136"/>
                  <a:pt x="253" y="162"/>
                  <a:pt x="253" y="194"/>
                </a:cubicBezTo>
                <a:cubicBezTo>
                  <a:pt x="253" y="225"/>
                  <a:pt x="244" y="251"/>
                  <a:pt x="226" y="270"/>
                </a:cubicBezTo>
                <a:cubicBezTo>
                  <a:pt x="208" y="289"/>
                  <a:pt x="183" y="298"/>
                  <a:pt x="154" y="298"/>
                </a:cubicBezTo>
                <a:cubicBezTo>
                  <a:pt x="125" y="298"/>
                  <a:pt x="102" y="289"/>
                  <a:pt x="85" y="270"/>
                </a:cubicBezTo>
                <a:cubicBezTo>
                  <a:pt x="67" y="252"/>
                  <a:pt x="59" y="227"/>
                  <a:pt x="59" y="197"/>
                </a:cubicBezTo>
                <a:cubicBezTo>
                  <a:pt x="59" y="164"/>
                  <a:pt x="68" y="138"/>
                  <a:pt x="85" y="119"/>
                </a:cubicBezTo>
                <a:cubicBezTo>
                  <a:pt x="103" y="101"/>
                  <a:pt x="128" y="90"/>
                  <a:pt x="159" y="90"/>
                </a:cubicBezTo>
                <a:moveTo>
                  <a:pt x="0" y="0"/>
                </a:moveTo>
                <a:lnTo>
                  <a:pt x="30" y="0"/>
                </a:lnTo>
                <a:lnTo>
                  <a:pt x="30" y="293"/>
                </a:lnTo>
                <a:lnTo>
                  <a:pt x="0" y="293"/>
                </a:lnTo>
                <a:lnTo>
                  <a:pt x="0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54" name=""/>
          <p:cNvSpPr/>
          <p:nvPr/>
        </p:nvSpPr>
        <p:spPr>
          <a:xfrm>
            <a:off x="3208320" y="1836000"/>
            <a:ext cx="114480" cy="108720"/>
          </a:xfrm>
          <a:custGeom>
            <a:avLst/>
            <a:gdLst/>
            <a:ahLst/>
            <a:rect l="0" t="0" r="r" b="b"/>
            <a:pathLst>
              <a:path w="318" h="302">
                <a:moveTo>
                  <a:pt x="99" y="119"/>
                </a:moveTo>
                <a:cubicBezTo>
                  <a:pt x="77" y="119"/>
                  <a:pt x="61" y="126"/>
                  <a:pt x="49" y="141"/>
                </a:cubicBezTo>
                <a:cubicBezTo>
                  <a:pt x="36" y="155"/>
                  <a:pt x="30" y="175"/>
                  <a:pt x="30" y="200"/>
                </a:cubicBezTo>
                <a:cubicBezTo>
                  <a:pt x="30" y="223"/>
                  <a:pt x="37" y="242"/>
                  <a:pt x="49" y="256"/>
                </a:cubicBezTo>
                <a:cubicBezTo>
                  <a:pt x="61" y="270"/>
                  <a:pt x="77" y="276"/>
                  <a:pt x="99" y="276"/>
                </a:cubicBezTo>
                <a:cubicBezTo>
                  <a:pt x="120" y="276"/>
                  <a:pt x="136" y="270"/>
                  <a:pt x="147" y="256"/>
                </a:cubicBezTo>
                <a:cubicBezTo>
                  <a:pt x="158" y="243"/>
                  <a:pt x="164" y="224"/>
                  <a:pt x="164" y="199"/>
                </a:cubicBezTo>
                <a:cubicBezTo>
                  <a:pt x="164" y="174"/>
                  <a:pt x="158" y="154"/>
                  <a:pt x="147" y="140"/>
                </a:cubicBezTo>
                <a:cubicBezTo>
                  <a:pt x="136" y="126"/>
                  <a:pt x="120" y="119"/>
                  <a:pt x="99" y="119"/>
                </a:cubicBezTo>
                <a:moveTo>
                  <a:pt x="101" y="94"/>
                </a:moveTo>
                <a:cubicBezTo>
                  <a:pt x="130" y="94"/>
                  <a:pt x="153" y="103"/>
                  <a:pt x="169" y="121"/>
                </a:cubicBezTo>
                <a:cubicBezTo>
                  <a:pt x="186" y="139"/>
                  <a:pt x="194" y="165"/>
                  <a:pt x="194" y="198"/>
                </a:cubicBezTo>
                <a:cubicBezTo>
                  <a:pt x="194" y="229"/>
                  <a:pt x="186" y="255"/>
                  <a:pt x="168" y="274"/>
                </a:cubicBezTo>
                <a:cubicBezTo>
                  <a:pt x="150" y="293"/>
                  <a:pt x="126" y="302"/>
                  <a:pt x="97" y="302"/>
                </a:cubicBezTo>
                <a:cubicBezTo>
                  <a:pt x="67" y="302"/>
                  <a:pt x="44" y="293"/>
                  <a:pt x="26" y="274"/>
                </a:cubicBezTo>
                <a:cubicBezTo>
                  <a:pt x="9" y="256"/>
                  <a:pt x="0" y="231"/>
                  <a:pt x="0" y="201"/>
                </a:cubicBezTo>
                <a:cubicBezTo>
                  <a:pt x="0" y="167"/>
                  <a:pt x="9" y="141"/>
                  <a:pt x="27" y="122"/>
                </a:cubicBezTo>
                <a:cubicBezTo>
                  <a:pt x="45" y="104"/>
                  <a:pt x="69" y="94"/>
                  <a:pt x="101" y="94"/>
                </a:cubicBezTo>
                <a:moveTo>
                  <a:pt x="295" y="0"/>
                </a:moveTo>
                <a:cubicBezTo>
                  <a:pt x="305" y="0"/>
                  <a:pt x="312" y="1"/>
                  <a:pt x="318" y="3"/>
                </a:cubicBezTo>
                <a:lnTo>
                  <a:pt x="318" y="30"/>
                </a:lnTo>
                <a:cubicBezTo>
                  <a:pt x="312" y="27"/>
                  <a:pt x="304" y="25"/>
                  <a:pt x="297" y="25"/>
                </a:cubicBezTo>
                <a:cubicBezTo>
                  <a:pt x="274" y="25"/>
                  <a:pt x="263" y="39"/>
                  <a:pt x="263" y="68"/>
                </a:cubicBezTo>
                <a:lnTo>
                  <a:pt x="263" y="99"/>
                </a:lnTo>
                <a:lnTo>
                  <a:pt x="309" y="99"/>
                </a:lnTo>
                <a:lnTo>
                  <a:pt x="309" y="124"/>
                </a:lnTo>
                <a:lnTo>
                  <a:pt x="263" y="124"/>
                </a:lnTo>
                <a:lnTo>
                  <a:pt x="263" y="297"/>
                </a:lnTo>
                <a:lnTo>
                  <a:pt x="234" y="297"/>
                </a:lnTo>
                <a:lnTo>
                  <a:pt x="234" y="124"/>
                </a:lnTo>
                <a:lnTo>
                  <a:pt x="200" y="124"/>
                </a:lnTo>
                <a:lnTo>
                  <a:pt x="200" y="99"/>
                </a:lnTo>
                <a:lnTo>
                  <a:pt x="234" y="99"/>
                </a:lnTo>
                <a:lnTo>
                  <a:pt x="234" y="66"/>
                </a:lnTo>
                <a:cubicBezTo>
                  <a:pt x="234" y="45"/>
                  <a:pt x="240" y="29"/>
                  <a:pt x="252" y="17"/>
                </a:cubicBezTo>
                <a:cubicBezTo>
                  <a:pt x="263" y="6"/>
                  <a:pt x="278" y="0"/>
                  <a:pt x="295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55" name=""/>
          <p:cNvSpPr/>
          <p:nvPr/>
        </p:nvSpPr>
        <p:spPr>
          <a:xfrm>
            <a:off x="3367080" y="1837440"/>
            <a:ext cx="389160" cy="107280"/>
          </a:xfrm>
          <a:custGeom>
            <a:avLst/>
            <a:gdLst/>
            <a:ahLst/>
            <a:rect l="0" t="0" r="r" b="b"/>
            <a:pathLst>
              <a:path w="1081" h="298">
                <a:moveTo>
                  <a:pt x="983" y="193"/>
                </a:moveTo>
                <a:lnTo>
                  <a:pt x="935" y="199"/>
                </a:lnTo>
                <a:cubicBezTo>
                  <a:pt x="919" y="202"/>
                  <a:pt x="908" y="205"/>
                  <a:pt x="901" y="211"/>
                </a:cubicBezTo>
                <a:cubicBezTo>
                  <a:pt x="892" y="216"/>
                  <a:pt x="889" y="226"/>
                  <a:pt x="889" y="239"/>
                </a:cubicBezTo>
                <a:cubicBezTo>
                  <a:pt x="889" y="249"/>
                  <a:pt x="892" y="257"/>
                  <a:pt x="900" y="263"/>
                </a:cubicBezTo>
                <a:cubicBezTo>
                  <a:pt x="907" y="269"/>
                  <a:pt x="917" y="272"/>
                  <a:pt x="928" y="272"/>
                </a:cubicBezTo>
                <a:cubicBezTo>
                  <a:pt x="944" y="272"/>
                  <a:pt x="957" y="267"/>
                  <a:pt x="968" y="256"/>
                </a:cubicBezTo>
                <a:cubicBezTo>
                  <a:pt x="978" y="244"/>
                  <a:pt x="983" y="230"/>
                  <a:pt x="983" y="213"/>
                </a:cubicBezTo>
                <a:lnTo>
                  <a:pt x="983" y="193"/>
                </a:lnTo>
                <a:moveTo>
                  <a:pt x="657" y="117"/>
                </a:moveTo>
                <a:cubicBezTo>
                  <a:pt x="642" y="117"/>
                  <a:pt x="629" y="122"/>
                  <a:pt x="618" y="133"/>
                </a:cubicBezTo>
                <a:cubicBezTo>
                  <a:pt x="607" y="143"/>
                  <a:pt x="600" y="158"/>
                  <a:pt x="598" y="175"/>
                </a:cubicBezTo>
                <a:lnTo>
                  <a:pt x="707" y="175"/>
                </a:lnTo>
                <a:cubicBezTo>
                  <a:pt x="707" y="157"/>
                  <a:pt x="702" y="143"/>
                  <a:pt x="694" y="132"/>
                </a:cubicBezTo>
                <a:cubicBezTo>
                  <a:pt x="685" y="122"/>
                  <a:pt x="672" y="117"/>
                  <a:pt x="657" y="117"/>
                </a:cubicBezTo>
                <a:moveTo>
                  <a:pt x="398" y="117"/>
                </a:moveTo>
                <a:cubicBezTo>
                  <a:pt x="384" y="117"/>
                  <a:pt x="370" y="122"/>
                  <a:pt x="360" y="133"/>
                </a:cubicBezTo>
                <a:cubicBezTo>
                  <a:pt x="349" y="143"/>
                  <a:pt x="342" y="158"/>
                  <a:pt x="340" y="175"/>
                </a:cubicBezTo>
                <a:lnTo>
                  <a:pt x="449" y="175"/>
                </a:lnTo>
                <a:cubicBezTo>
                  <a:pt x="449" y="157"/>
                  <a:pt x="444" y="143"/>
                  <a:pt x="435" y="132"/>
                </a:cubicBezTo>
                <a:cubicBezTo>
                  <a:pt x="427" y="122"/>
                  <a:pt x="414" y="117"/>
                  <a:pt x="398" y="117"/>
                </a:cubicBezTo>
                <a:moveTo>
                  <a:pt x="944" y="90"/>
                </a:moveTo>
                <a:cubicBezTo>
                  <a:pt x="990" y="90"/>
                  <a:pt x="1013" y="115"/>
                  <a:pt x="1013" y="164"/>
                </a:cubicBezTo>
                <a:lnTo>
                  <a:pt x="1013" y="293"/>
                </a:lnTo>
                <a:lnTo>
                  <a:pt x="984" y="293"/>
                </a:lnTo>
                <a:lnTo>
                  <a:pt x="984" y="262"/>
                </a:lnTo>
                <a:lnTo>
                  <a:pt x="982" y="262"/>
                </a:lnTo>
                <a:cubicBezTo>
                  <a:pt x="969" y="286"/>
                  <a:pt x="948" y="298"/>
                  <a:pt x="921" y="298"/>
                </a:cubicBezTo>
                <a:cubicBezTo>
                  <a:pt x="902" y="298"/>
                  <a:pt x="886" y="293"/>
                  <a:pt x="875" y="282"/>
                </a:cubicBezTo>
                <a:cubicBezTo>
                  <a:pt x="863" y="272"/>
                  <a:pt x="858" y="258"/>
                  <a:pt x="858" y="241"/>
                </a:cubicBezTo>
                <a:cubicBezTo>
                  <a:pt x="858" y="204"/>
                  <a:pt x="879" y="183"/>
                  <a:pt x="924" y="177"/>
                </a:cubicBezTo>
                <a:lnTo>
                  <a:pt x="983" y="168"/>
                </a:lnTo>
                <a:cubicBezTo>
                  <a:pt x="983" y="134"/>
                  <a:pt x="969" y="117"/>
                  <a:pt x="942" y="117"/>
                </a:cubicBezTo>
                <a:cubicBezTo>
                  <a:pt x="918" y="117"/>
                  <a:pt x="896" y="125"/>
                  <a:pt x="877" y="141"/>
                </a:cubicBezTo>
                <a:lnTo>
                  <a:pt x="877" y="110"/>
                </a:lnTo>
                <a:cubicBezTo>
                  <a:pt x="896" y="98"/>
                  <a:pt x="919" y="90"/>
                  <a:pt x="944" y="90"/>
                </a:cubicBezTo>
                <a:moveTo>
                  <a:pt x="657" y="90"/>
                </a:moveTo>
                <a:cubicBezTo>
                  <a:pt x="683" y="90"/>
                  <a:pt x="702" y="100"/>
                  <a:pt x="717" y="116"/>
                </a:cubicBezTo>
                <a:cubicBezTo>
                  <a:pt x="731" y="133"/>
                  <a:pt x="738" y="156"/>
                  <a:pt x="738" y="186"/>
                </a:cubicBezTo>
                <a:lnTo>
                  <a:pt x="738" y="202"/>
                </a:lnTo>
                <a:lnTo>
                  <a:pt x="598" y="202"/>
                </a:lnTo>
                <a:cubicBezTo>
                  <a:pt x="598" y="225"/>
                  <a:pt x="604" y="242"/>
                  <a:pt x="616" y="254"/>
                </a:cubicBezTo>
                <a:cubicBezTo>
                  <a:pt x="628" y="266"/>
                  <a:pt x="643" y="272"/>
                  <a:pt x="663" y="272"/>
                </a:cubicBezTo>
                <a:cubicBezTo>
                  <a:pt x="685" y="272"/>
                  <a:pt x="706" y="265"/>
                  <a:pt x="724" y="250"/>
                </a:cubicBezTo>
                <a:lnTo>
                  <a:pt x="724" y="279"/>
                </a:lnTo>
                <a:cubicBezTo>
                  <a:pt x="707" y="292"/>
                  <a:pt x="684" y="298"/>
                  <a:pt x="656" y="298"/>
                </a:cubicBezTo>
                <a:cubicBezTo>
                  <a:pt x="628" y="298"/>
                  <a:pt x="606" y="289"/>
                  <a:pt x="590" y="271"/>
                </a:cubicBezTo>
                <a:cubicBezTo>
                  <a:pt x="575" y="252"/>
                  <a:pt x="567" y="227"/>
                  <a:pt x="567" y="195"/>
                </a:cubicBezTo>
                <a:cubicBezTo>
                  <a:pt x="567" y="165"/>
                  <a:pt x="575" y="140"/>
                  <a:pt x="593" y="120"/>
                </a:cubicBezTo>
                <a:cubicBezTo>
                  <a:pt x="610" y="101"/>
                  <a:pt x="632" y="90"/>
                  <a:pt x="657" y="90"/>
                </a:cubicBezTo>
                <a:moveTo>
                  <a:pt x="399" y="90"/>
                </a:moveTo>
                <a:cubicBezTo>
                  <a:pt x="424" y="90"/>
                  <a:pt x="444" y="100"/>
                  <a:pt x="458" y="116"/>
                </a:cubicBezTo>
                <a:cubicBezTo>
                  <a:pt x="472" y="133"/>
                  <a:pt x="479" y="156"/>
                  <a:pt x="479" y="186"/>
                </a:cubicBezTo>
                <a:lnTo>
                  <a:pt x="479" y="202"/>
                </a:lnTo>
                <a:lnTo>
                  <a:pt x="339" y="202"/>
                </a:lnTo>
                <a:cubicBezTo>
                  <a:pt x="340" y="225"/>
                  <a:pt x="346" y="242"/>
                  <a:pt x="358" y="254"/>
                </a:cubicBezTo>
                <a:cubicBezTo>
                  <a:pt x="369" y="266"/>
                  <a:pt x="385" y="272"/>
                  <a:pt x="404" y="272"/>
                </a:cubicBezTo>
                <a:cubicBezTo>
                  <a:pt x="427" y="272"/>
                  <a:pt x="448" y="265"/>
                  <a:pt x="466" y="250"/>
                </a:cubicBezTo>
                <a:lnTo>
                  <a:pt x="466" y="279"/>
                </a:lnTo>
                <a:cubicBezTo>
                  <a:pt x="448" y="292"/>
                  <a:pt x="426" y="298"/>
                  <a:pt x="398" y="298"/>
                </a:cubicBezTo>
                <a:cubicBezTo>
                  <a:pt x="370" y="298"/>
                  <a:pt x="348" y="289"/>
                  <a:pt x="332" y="271"/>
                </a:cubicBezTo>
                <a:cubicBezTo>
                  <a:pt x="316" y="252"/>
                  <a:pt x="308" y="227"/>
                  <a:pt x="308" y="195"/>
                </a:cubicBezTo>
                <a:cubicBezTo>
                  <a:pt x="308" y="165"/>
                  <a:pt x="317" y="140"/>
                  <a:pt x="334" y="120"/>
                </a:cubicBezTo>
                <a:cubicBezTo>
                  <a:pt x="352" y="101"/>
                  <a:pt x="373" y="90"/>
                  <a:pt x="399" y="90"/>
                </a:cubicBezTo>
                <a:moveTo>
                  <a:pt x="76" y="90"/>
                </a:moveTo>
                <a:cubicBezTo>
                  <a:pt x="92" y="90"/>
                  <a:pt x="108" y="93"/>
                  <a:pt x="121" y="100"/>
                </a:cubicBezTo>
                <a:lnTo>
                  <a:pt x="121" y="131"/>
                </a:lnTo>
                <a:cubicBezTo>
                  <a:pt x="107" y="121"/>
                  <a:pt x="90" y="117"/>
                  <a:pt x="71" y="117"/>
                </a:cubicBezTo>
                <a:cubicBezTo>
                  <a:pt x="59" y="117"/>
                  <a:pt x="49" y="119"/>
                  <a:pt x="42" y="125"/>
                </a:cubicBezTo>
                <a:cubicBezTo>
                  <a:pt x="35" y="130"/>
                  <a:pt x="32" y="137"/>
                  <a:pt x="32" y="145"/>
                </a:cubicBezTo>
                <a:cubicBezTo>
                  <a:pt x="32" y="154"/>
                  <a:pt x="34" y="161"/>
                  <a:pt x="40" y="166"/>
                </a:cubicBezTo>
                <a:cubicBezTo>
                  <a:pt x="45" y="170"/>
                  <a:pt x="56" y="176"/>
                  <a:pt x="73" y="183"/>
                </a:cubicBezTo>
                <a:cubicBezTo>
                  <a:pt x="97" y="192"/>
                  <a:pt x="112" y="201"/>
                  <a:pt x="120" y="210"/>
                </a:cubicBezTo>
                <a:cubicBezTo>
                  <a:pt x="127" y="219"/>
                  <a:pt x="130" y="229"/>
                  <a:pt x="130" y="241"/>
                </a:cubicBezTo>
                <a:cubicBezTo>
                  <a:pt x="130" y="259"/>
                  <a:pt x="123" y="272"/>
                  <a:pt x="108" y="283"/>
                </a:cubicBezTo>
                <a:cubicBezTo>
                  <a:pt x="94" y="293"/>
                  <a:pt x="76" y="298"/>
                  <a:pt x="53" y="298"/>
                </a:cubicBezTo>
                <a:cubicBezTo>
                  <a:pt x="33" y="298"/>
                  <a:pt x="15" y="294"/>
                  <a:pt x="0" y="286"/>
                </a:cubicBezTo>
                <a:lnTo>
                  <a:pt x="0" y="253"/>
                </a:lnTo>
                <a:cubicBezTo>
                  <a:pt x="18" y="266"/>
                  <a:pt x="37" y="272"/>
                  <a:pt x="58" y="272"/>
                </a:cubicBezTo>
                <a:cubicBezTo>
                  <a:pt x="85" y="272"/>
                  <a:pt x="100" y="263"/>
                  <a:pt x="100" y="244"/>
                </a:cubicBezTo>
                <a:cubicBezTo>
                  <a:pt x="100" y="236"/>
                  <a:pt x="96" y="229"/>
                  <a:pt x="90" y="224"/>
                </a:cubicBezTo>
                <a:cubicBezTo>
                  <a:pt x="84" y="218"/>
                  <a:pt x="72" y="212"/>
                  <a:pt x="54" y="205"/>
                </a:cubicBezTo>
                <a:cubicBezTo>
                  <a:pt x="33" y="197"/>
                  <a:pt x="19" y="189"/>
                  <a:pt x="12" y="180"/>
                </a:cubicBezTo>
                <a:cubicBezTo>
                  <a:pt x="4" y="172"/>
                  <a:pt x="1" y="161"/>
                  <a:pt x="1" y="148"/>
                </a:cubicBezTo>
                <a:cubicBezTo>
                  <a:pt x="1" y="131"/>
                  <a:pt x="8" y="118"/>
                  <a:pt x="23" y="107"/>
                </a:cubicBezTo>
                <a:cubicBezTo>
                  <a:pt x="37" y="96"/>
                  <a:pt x="55" y="90"/>
                  <a:pt x="76" y="90"/>
                </a:cubicBezTo>
                <a:moveTo>
                  <a:pt x="802" y="37"/>
                </a:moveTo>
                <a:lnTo>
                  <a:pt x="802" y="96"/>
                </a:lnTo>
                <a:lnTo>
                  <a:pt x="852" y="96"/>
                </a:lnTo>
                <a:lnTo>
                  <a:pt x="852" y="121"/>
                </a:lnTo>
                <a:lnTo>
                  <a:pt x="802" y="121"/>
                </a:lnTo>
                <a:lnTo>
                  <a:pt x="802" y="235"/>
                </a:lnTo>
                <a:cubicBezTo>
                  <a:pt x="802" y="249"/>
                  <a:pt x="804" y="258"/>
                  <a:pt x="809" y="264"/>
                </a:cubicBezTo>
                <a:cubicBezTo>
                  <a:pt x="814" y="270"/>
                  <a:pt x="821" y="272"/>
                  <a:pt x="832" y="272"/>
                </a:cubicBezTo>
                <a:cubicBezTo>
                  <a:pt x="839" y="272"/>
                  <a:pt x="846" y="270"/>
                  <a:pt x="852" y="266"/>
                </a:cubicBezTo>
                <a:lnTo>
                  <a:pt x="852" y="292"/>
                </a:lnTo>
                <a:cubicBezTo>
                  <a:pt x="845" y="296"/>
                  <a:pt x="835" y="298"/>
                  <a:pt x="823" y="298"/>
                </a:cubicBezTo>
                <a:cubicBezTo>
                  <a:pt x="789" y="298"/>
                  <a:pt x="772" y="278"/>
                  <a:pt x="772" y="240"/>
                </a:cubicBezTo>
                <a:lnTo>
                  <a:pt x="772" y="121"/>
                </a:lnTo>
                <a:lnTo>
                  <a:pt x="738" y="121"/>
                </a:lnTo>
                <a:lnTo>
                  <a:pt x="738" y="96"/>
                </a:lnTo>
                <a:lnTo>
                  <a:pt x="772" y="96"/>
                </a:lnTo>
                <a:lnTo>
                  <a:pt x="772" y="46"/>
                </a:lnTo>
                <a:lnTo>
                  <a:pt x="802" y="37"/>
                </a:lnTo>
                <a:moveTo>
                  <a:pt x="1051" y="0"/>
                </a:moveTo>
                <a:lnTo>
                  <a:pt x="1081" y="0"/>
                </a:lnTo>
                <a:lnTo>
                  <a:pt x="1081" y="293"/>
                </a:lnTo>
                <a:lnTo>
                  <a:pt x="1051" y="293"/>
                </a:lnTo>
                <a:lnTo>
                  <a:pt x="1051" y="0"/>
                </a:lnTo>
                <a:moveTo>
                  <a:pt x="508" y="0"/>
                </a:moveTo>
                <a:lnTo>
                  <a:pt x="538" y="0"/>
                </a:lnTo>
                <a:lnTo>
                  <a:pt x="538" y="293"/>
                </a:lnTo>
                <a:lnTo>
                  <a:pt x="508" y="293"/>
                </a:lnTo>
                <a:lnTo>
                  <a:pt x="508" y="0"/>
                </a:lnTo>
                <a:moveTo>
                  <a:pt x="152" y="0"/>
                </a:moveTo>
                <a:lnTo>
                  <a:pt x="182" y="0"/>
                </a:lnTo>
                <a:lnTo>
                  <a:pt x="182" y="186"/>
                </a:lnTo>
                <a:lnTo>
                  <a:pt x="183" y="186"/>
                </a:lnTo>
                <a:lnTo>
                  <a:pt x="268" y="96"/>
                </a:lnTo>
                <a:lnTo>
                  <a:pt x="307" y="96"/>
                </a:lnTo>
                <a:lnTo>
                  <a:pt x="214" y="191"/>
                </a:lnTo>
                <a:lnTo>
                  <a:pt x="314" y="293"/>
                </a:lnTo>
                <a:lnTo>
                  <a:pt x="272" y="293"/>
                </a:lnTo>
                <a:lnTo>
                  <a:pt x="183" y="198"/>
                </a:lnTo>
                <a:lnTo>
                  <a:pt x="182" y="198"/>
                </a:lnTo>
                <a:lnTo>
                  <a:pt x="182" y="293"/>
                </a:lnTo>
                <a:lnTo>
                  <a:pt x="152" y="293"/>
                </a:lnTo>
                <a:lnTo>
                  <a:pt x="152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56" name=""/>
          <p:cNvSpPr/>
          <p:nvPr/>
        </p:nvSpPr>
        <p:spPr>
          <a:xfrm>
            <a:off x="3816720" y="1837440"/>
            <a:ext cx="377280" cy="107280"/>
          </a:xfrm>
          <a:custGeom>
            <a:avLst/>
            <a:gdLst/>
            <a:ahLst/>
            <a:rect l="0" t="0" r="r" b="b"/>
            <a:pathLst>
              <a:path w="1048" h="298">
                <a:moveTo>
                  <a:pt x="966" y="117"/>
                </a:moveTo>
                <a:cubicBezTo>
                  <a:pt x="952" y="117"/>
                  <a:pt x="939" y="122"/>
                  <a:pt x="928" y="133"/>
                </a:cubicBezTo>
                <a:cubicBezTo>
                  <a:pt x="917" y="143"/>
                  <a:pt x="910" y="158"/>
                  <a:pt x="908" y="175"/>
                </a:cubicBezTo>
                <a:lnTo>
                  <a:pt x="1017" y="175"/>
                </a:lnTo>
                <a:cubicBezTo>
                  <a:pt x="1017" y="157"/>
                  <a:pt x="1012" y="143"/>
                  <a:pt x="1003" y="132"/>
                </a:cubicBezTo>
                <a:cubicBezTo>
                  <a:pt x="995" y="122"/>
                  <a:pt x="982" y="117"/>
                  <a:pt x="966" y="117"/>
                </a:cubicBezTo>
                <a:moveTo>
                  <a:pt x="313" y="96"/>
                </a:moveTo>
                <a:lnTo>
                  <a:pt x="343" y="96"/>
                </a:lnTo>
                <a:lnTo>
                  <a:pt x="343" y="209"/>
                </a:lnTo>
                <a:cubicBezTo>
                  <a:pt x="343" y="251"/>
                  <a:pt x="359" y="272"/>
                  <a:pt x="392" y="272"/>
                </a:cubicBezTo>
                <a:cubicBezTo>
                  <a:pt x="408" y="272"/>
                  <a:pt x="421" y="267"/>
                  <a:pt x="431" y="255"/>
                </a:cubicBezTo>
                <a:cubicBezTo>
                  <a:pt x="442" y="243"/>
                  <a:pt x="447" y="228"/>
                  <a:pt x="447" y="209"/>
                </a:cubicBezTo>
                <a:lnTo>
                  <a:pt x="447" y="96"/>
                </a:lnTo>
                <a:lnTo>
                  <a:pt x="477" y="96"/>
                </a:lnTo>
                <a:lnTo>
                  <a:pt x="477" y="293"/>
                </a:lnTo>
                <a:lnTo>
                  <a:pt x="447" y="293"/>
                </a:lnTo>
                <a:lnTo>
                  <a:pt x="447" y="262"/>
                </a:lnTo>
                <a:lnTo>
                  <a:pt x="446" y="262"/>
                </a:lnTo>
                <a:cubicBezTo>
                  <a:pt x="433" y="286"/>
                  <a:pt x="413" y="298"/>
                  <a:pt x="385" y="298"/>
                </a:cubicBezTo>
                <a:cubicBezTo>
                  <a:pt x="337" y="298"/>
                  <a:pt x="313" y="270"/>
                  <a:pt x="313" y="214"/>
                </a:cubicBezTo>
                <a:lnTo>
                  <a:pt x="313" y="96"/>
                </a:lnTo>
                <a:moveTo>
                  <a:pt x="967" y="90"/>
                </a:moveTo>
                <a:cubicBezTo>
                  <a:pt x="993" y="90"/>
                  <a:pt x="1012" y="100"/>
                  <a:pt x="1026" y="116"/>
                </a:cubicBezTo>
                <a:cubicBezTo>
                  <a:pt x="1041" y="133"/>
                  <a:pt x="1048" y="156"/>
                  <a:pt x="1048" y="186"/>
                </a:cubicBezTo>
                <a:lnTo>
                  <a:pt x="1048" y="202"/>
                </a:lnTo>
                <a:lnTo>
                  <a:pt x="908" y="202"/>
                </a:lnTo>
                <a:cubicBezTo>
                  <a:pt x="908" y="225"/>
                  <a:pt x="914" y="242"/>
                  <a:pt x="926" y="254"/>
                </a:cubicBezTo>
                <a:cubicBezTo>
                  <a:pt x="938" y="266"/>
                  <a:pt x="953" y="272"/>
                  <a:pt x="972" y="272"/>
                </a:cubicBezTo>
                <a:cubicBezTo>
                  <a:pt x="995" y="272"/>
                  <a:pt x="1016" y="265"/>
                  <a:pt x="1034" y="250"/>
                </a:cubicBezTo>
                <a:lnTo>
                  <a:pt x="1034" y="279"/>
                </a:lnTo>
                <a:cubicBezTo>
                  <a:pt x="1017" y="292"/>
                  <a:pt x="994" y="298"/>
                  <a:pt x="966" y="298"/>
                </a:cubicBezTo>
                <a:cubicBezTo>
                  <a:pt x="938" y="298"/>
                  <a:pt x="916" y="289"/>
                  <a:pt x="900" y="271"/>
                </a:cubicBezTo>
                <a:cubicBezTo>
                  <a:pt x="885" y="252"/>
                  <a:pt x="876" y="227"/>
                  <a:pt x="876" y="195"/>
                </a:cubicBezTo>
                <a:cubicBezTo>
                  <a:pt x="876" y="165"/>
                  <a:pt x="885" y="140"/>
                  <a:pt x="903" y="120"/>
                </a:cubicBezTo>
                <a:cubicBezTo>
                  <a:pt x="920" y="101"/>
                  <a:pt x="941" y="90"/>
                  <a:pt x="967" y="90"/>
                </a:cubicBezTo>
                <a:moveTo>
                  <a:pt x="750" y="90"/>
                </a:moveTo>
                <a:cubicBezTo>
                  <a:pt x="767" y="90"/>
                  <a:pt x="782" y="93"/>
                  <a:pt x="795" y="101"/>
                </a:cubicBezTo>
                <a:lnTo>
                  <a:pt x="795" y="132"/>
                </a:lnTo>
                <a:cubicBezTo>
                  <a:pt x="781" y="121"/>
                  <a:pt x="765" y="116"/>
                  <a:pt x="748" y="116"/>
                </a:cubicBezTo>
                <a:cubicBezTo>
                  <a:pt x="728" y="116"/>
                  <a:pt x="711" y="124"/>
                  <a:pt x="698" y="138"/>
                </a:cubicBezTo>
                <a:cubicBezTo>
                  <a:pt x="685" y="153"/>
                  <a:pt x="678" y="172"/>
                  <a:pt x="678" y="197"/>
                </a:cubicBezTo>
                <a:cubicBezTo>
                  <a:pt x="678" y="220"/>
                  <a:pt x="684" y="238"/>
                  <a:pt x="697" y="252"/>
                </a:cubicBezTo>
                <a:cubicBezTo>
                  <a:pt x="709" y="266"/>
                  <a:pt x="725" y="272"/>
                  <a:pt x="746" y="272"/>
                </a:cubicBezTo>
                <a:cubicBezTo>
                  <a:pt x="764" y="272"/>
                  <a:pt x="780" y="267"/>
                  <a:pt x="795" y="255"/>
                </a:cubicBezTo>
                <a:lnTo>
                  <a:pt x="795" y="284"/>
                </a:lnTo>
                <a:cubicBezTo>
                  <a:pt x="780" y="293"/>
                  <a:pt x="762" y="298"/>
                  <a:pt x="742" y="298"/>
                </a:cubicBezTo>
                <a:cubicBezTo>
                  <a:pt x="714" y="298"/>
                  <a:pt x="692" y="289"/>
                  <a:pt x="674" y="271"/>
                </a:cubicBezTo>
                <a:cubicBezTo>
                  <a:pt x="657" y="253"/>
                  <a:pt x="648" y="229"/>
                  <a:pt x="648" y="199"/>
                </a:cubicBezTo>
                <a:cubicBezTo>
                  <a:pt x="648" y="166"/>
                  <a:pt x="657" y="140"/>
                  <a:pt x="676" y="120"/>
                </a:cubicBezTo>
                <a:cubicBezTo>
                  <a:pt x="694" y="101"/>
                  <a:pt x="719" y="90"/>
                  <a:pt x="750" y="90"/>
                </a:cubicBezTo>
                <a:moveTo>
                  <a:pt x="585" y="90"/>
                </a:moveTo>
                <a:cubicBezTo>
                  <a:pt x="601" y="90"/>
                  <a:pt x="616" y="93"/>
                  <a:pt x="630" y="100"/>
                </a:cubicBezTo>
                <a:lnTo>
                  <a:pt x="630" y="131"/>
                </a:lnTo>
                <a:cubicBezTo>
                  <a:pt x="615" y="121"/>
                  <a:pt x="599" y="117"/>
                  <a:pt x="580" y="117"/>
                </a:cubicBezTo>
                <a:cubicBezTo>
                  <a:pt x="568" y="117"/>
                  <a:pt x="558" y="119"/>
                  <a:pt x="551" y="125"/>
                </a:cubicBezTo>
                <a:cubicBezTo>
                  <a:pt x="544" y="130"/>
                  <a:pt x="541" y="137"/>
                  <a:pt x="541" y="145"/>
                </a:cubicBezTo>
                <a:cubicBezTo>
                  <a:pt x="541" y="154"/>
                  <a:pt x="543" y="161"/>
                  <a:pt x="548" y="166"/>
                </a:cubicBezTo>
                <a:cubicBezTo>
                  <a:pt x="553" y="170"/>
                  <a:pt x="565" y="176"/>
                  <a:pt x="582" y="183"/>
                </a:cubicBezTo>
                <a:cubicBezTo>
                  <a:pt x="606" y="192"/>
                  <a:pt x="621" y="201"/>
                  <a:pt x="628" y="210"/>
                </a:cubicBezTo>
                <a:cubicBezTo>
                  <a:pt x="636" y="219"/>
                  <a:pt x="639" y="229"/>
                  <a:pt x="639" y="241"/>
                </a:cubicBezTo>
                <a:cubicBezTo>
                  <a:pt x="639" y="259"/>
                  <a:pt x="632" y="272"/>
                  <a:pt x="617" y="283"/>
                </a:cubicBezTo>
                <a:cubicBezTo>
                  <a:pt x="603" y="293"/>
                  <a:pt x="584" y="298"/>
                  <a:pt x="562" y="298"/>
                </a:cubicBezTo>
                <a:cubicBezTo>
                  <a:pt x="541" y="298"/>
                  <a:pt x="524" y="294"/>
                  <a:pt x="509" y="286"/>
                </a:cubicBezTo>
                <a:lnTo>
                  <a:pt x="509" y="253"/>
                </a:lnTo>
                <a:cubicBezTo>
                  <a:pt x="527" y="266"/>
                  <a:pt x="546" y="272"/>
                  <a:pt x="566" y="272"/>
                </a:cubicBezTo>
                <a:cubicBezTo>
                  <a:pt x="594" y="272"/>
                  <a:pt x="608" y="263"/>
                  <a:pt x="608" y="244"/>
                </a:cubicBezTo>
                <a:cubicBezTo>
                  <a:pt x="608" y="236"/>
                  <a:pt x="605" y="229"/>
                  <a:pt x="599" y="224"/>
                </a:cubicBezTo>
                <a:cubicBezTo>
                  <a:pt x="593" y="218"/>
                  <a:pt x="581" y="212"/>
                  <a:pt x="563" y="205"/>
                </a:cubicBezTo>
                <a:cubicBezTo>
                  <a:pt x="542" y="197"/>
                  <a:pt x="528" y="189"/>
                  <a:pt x="521" y="180"/>
                </a:cubicBezTo>
                <a:cubicBezTo>
                  <a:pt x="513" y="172"/>
                  <a:pt x="510" y="161"/>
                  <a:pt x="510" y="148"/>
                </a:cubicBezTo>
                <a:cubicBezTo>
                  <a:pt x="510" y="131"/>
                  <a:pt x="517" y="118"/>
                  <a:pt x="531" y="107"/>
                </a:cubicBezTo>
                <a:cubicBezTo>
                  <a:pt x="546" y="96"/>
                  <a:pt x="564" y="90"/>
                  <a:pt x="585" y="90"/>
                </a:cubicBezTo>
                <a:moveTo>
                  <a:pt x="92" y="90"/>
                </a:moveTo>
                <a:cubicBezTo>
                  <a:pt x="105" y="90"/>
                  <a:pt x="116" y="95"/>
                  <a:pt x="126" y="102"/>
                </a:cubicBezTo>
                <a:cubicBezTo>
                  <a:pt x="136" y="109"/>
                  <a:pt x="143" y="119"/>
                  <a:pt x="148" y="132"/>
                </a:cubicBezTo>
                <a:cubicBezTo>
                  <a:pt x="162" y="105"/>
                  <a:pt x="184" y="90"/>
                  <a:pt x="213" y="90"/>
                </a:cubicBezTo>
                <a:cubicBezTo>
                  <a:pt x="257" y="90"/>
                  <a:pt x="279" y="118"/>
                  <a:pt x="279" y="172"/>
                </a:cubicBezTo>
                <a:lnTo>
                  <a:pt x="279" y="293"/>
                </a:lnTo>
                <a:lnTo>
                  <a:pt x="249" y="293"/>
                </a:lnTo>
                <a:lnTo>
                  <a:pt x="249" y="180"/>
                </a:lnTo>
                <a:cubicBezTo>
                  <a:pt x="249" y="157"/>
                  <a:pt x="245" y="140"/>
                  <a:pt x="238" y="131"/>
                </a:cubicBezTo>
                <a:cubicBezTo>
                  <a:pt x="231" y="121"/>
                  <a:pt x="220" y="116"/>
                  <a:pt x="204" y="116"/>
                </a:cubicBezTo>
                <a:cubicBezTo>
                  <a:pt x="190" y="116"/>
                  <a:pt x="178" y="123"/>
                  <a:pt x="169" y="135"/>
                </a:cubicBezTo>
                <a:cubicBezTo>
                  <a:pt x="159" y="148"/>
                  <a:pt x="154" y="163"/>
                  <a:pt x="154" y="180"/>
                </a:cubicBezTo>
                <a:lnTo>
                  <a:pt x="154" y="293"/>
                </a:lnTo>
                <a:lnTo>
                  <a:pt x="124" y="293"/>
                </a:lnTo>
                <a:lnTo>
                  <a:pt x="124" y="176"/>
                </a:lnTo>
                <a:cubicBezTo>
                  <a:pt x="124" y="136"/>
                  <a:pt x="109" y="116"/>
                  <a:pt x="79" y="116"/>
                </a:cubicBezTo>
                <a:cubicBezTo>
                  <a:pt x="65" y="116"/>
                  <a:pt x="53" y="122"/>
                  <a:pt x="44" y="134"/>
                </a:cubicBezTo>
                <a:cubicBezTo>
                  <a:pt x="34" y="146"/>
                  <a:pt x="30" y="162"/>
                  <a:pt x="30" y="180"/>
                </a:cubicBezTo>
                <a:lnTo>
                  <a:pt x="30" y="293"/>
                </a:lnTo>
                <a:lnTo>
                  <a:pt x="0" y="293"/>
                </a:lnTo>
                <a:lnTo>
                  <a:pt x="0" y="96"/>
                </a:lnTo>
                <a:lnTo>
                  <a:pt x="30" y="96"/>
                </a:lnTo>
                <a:lnTo>
                  <a:pt x="30" y="127"/>
                </a:lnTo>
                <a:lnTo>
                  <a:pt x="31" y="127"/>
                </a:lnTo>
                <a:cubicBezTo>
                  <a:pt x="44" y="103"/>
                  <a:pt x="65" y="90"/>
                  <a:pt x="92" y="90"/>
                </a:cubicBezTo>
                <a:moveTo>
                  <a:pt x="823" y="0"/>
                </a:moveTo>
                <a:lnTo>
                  <a:pt x="852" y="0"/>
                </a:lnTo>
                <a:lnTo>
                  <a:pt x="852" y="293"/>
                </a:lnTo>
                <a:lnTo>
                  <a:pt x="823" y="293"/>
                </a:lnTo>
                <a:lnTo>
                  <a:pt x="823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57" name=""/>
          <p:cNvSpPr/>
          <p:nvPr/>
        </p:nvSpPr>
        <p:spPr>
          <a:xfrm>
            <a:off x="4249440" y="1869840"/>
            <a:ext cx="272880" cy="74880"/>
          </a:xfrm>
          <a:custGeom>
            <a:avLst/>
            <a:gdLst/>
            <a:ahLst/>
            <a:rect l="0" t="0" r="r" b="b"/>
            <a:pathLst>
              <a:path w="758" h="208">
                <a:moveTo>
                  <a:pt x="428" y="103"/>
                </a:moveTo>
                <a:lnTo>
                  <a:pt x="379" y="109"/>
                </a:lnTo>
                <a:cubicBezTo>
                  <a:pt x="364" y="112"/>
                  <a:pt x="353" y="115"/>
                  <a:pt x="345" y="121"/>
                </a:cubicBezTo>
                <a:cubicBezTo>
                  <a:pt x="338" y="126"/>
                  <a:pt x="334" y="136"/>
                  <a:pt x="334" y="149"/>
                </a:cubicBezTo>
                <a:cubicBezTo>
                  <a:pt x="334" y="159"/>
                  <a:pt x="338" y="167"/>
                  <a:pt x="345" y="173"/>
                </a:cubicBezTo>
                <a:cubicBezTo>
                  <a:pt x="352" y="179"/>
                  <a:pt x="361" y="182"/>
                  <a:pt x="373" y="182"/>
                </a:cubicBezTo>
                <a:cubicBezTo>
                  <a:pt x="389" y="182"/>
                  <a:pt x="402" y="177"/>
                  <a:pt x="412" y="166"/>
                </a:cubicBezTo>
                <a:cubicBezTo>
                  <a:pt x="422" y="154"/>
                  <a:pt x="428" y="140"/>
                  <a:pt x="428" y="123"/>
                </a:cubicBezTo>
                <a:lnTo>
                  <a:pt x="428" y="103"/>
                </a:lnTo>
                <a:moveTo>
                  <a:pt x="704" y="0"/>
                </a:moveTo>
                <a:cubicBezTo>
                  <a:pt x="720" y="0"/>
                  <a:pt x="735" y="3"/>
                  <a:pt x="749" y="9"/>
                </a:cubicBezTo>
                <a:lnTo>
                  <a:pt x="749" y="40"/>
                </a:lnTo>
                <a:cubicBezTo>
                  <a:pt x="734" y="30"/>
                  <a:pt x="718" y="26"/>
                  <a:pt x="699" y="26"/>
                </a:cubicBezTo>
                <a:cubicBezTo>
                  <a:pt x="687" y="26"/>
                  <a:pt x="677" y="28"/>
                  <a:pt x="669" y="34"/>
                </a:cubicBezTo>
                <a:cubicBezTo>
                  <a:pt x="662" y="39"/>
                  <a:pt x="658" y="46"/>
                  <a:pt x="658" y="54"/>
                </a:cubicBezTo>
                <a:cubicBezTo>
                  <a:pt x="658" y="64"/>
                  <a:pt x="661" y="71"/>
                  <a:pt x="666" y="76"/>
                </a:cubicBezTo>
                <a:cubicBezTo>
                  <a:pt x="672" y="80"/>
                  <a:pt x="683" y="86"/>
                  <a:pt x="701" y="93"/>
                </a:cubicBezTo>
                <a:cubicBezTo>
                  <a:pt x="725" y="102"/>
                  <a:pt x="740" y="111"/>
                  <a:pt x="747" y="120"/>
                </a:cubicBezTo>
                <a:cubicBezTo>
                  <a:pt x="754" y="129"/>
                  <a:pt x="758" y="139"/>
                  <a:pt x="758" y="151"/>
                </a:cubicBezTo>
                <a:cubicBezTo>
                  <a:pt x="758" y="169"/>
                  <a:pt x="750" y="182"/>
                  <a:pt x="736" y="193"/>
                </a:cubicBezTo>
                <a:cubicBezTo>
                  <a:pt x="722" y="203"/>
                  <a:pt x="703" y="208"/>
                  <a:pt x="681" y="208"/>
                </a:cubicBezTo>
                <a:cubicBezTo>
                  <a:pt x="659" y="208"/>
                  <a:pt x="641" y="204"/>
                  <a:pt x="627" y="196"/>
                </a:cubicBezTo>
                <a:lnTo>
                  <a:pt x="627" y="163"/>
                </a:lnTo>
                <a:cubicBezTo>
                  <a:pt x="644" y="176"/>
                  <a:pt x="663" y="182"/>
                  <a:pt x="685" y="182"/>
                </a:cubicBezTo>
                <a:cubicBezTo>
                  <a:pt x="713" y="182"/>
                  <a:pt x="727" y="173"/>
                  <a:pt x="727" y="154"/>
                </a:cubicBezTo>
                <a:cubicBezTo>
                  <a:pt x="727" y="146"/>
                  <a:pt x="724" y="139"/>
                  <a:pt x="718" y="134"/>
                </a:cubicBezTo>
                <a:cubicBezTo>
                  <a:pt x="712" y="128"/>
                  <a:pt x="700" y="122"/>
                  <a:pt x="682" y="115"/>
                </a:cubicBezTo>
                <a:cubicBezTo>
                  <a:pt x="660" y="107"/>
                  <a:pt x="646" y="99"/>
                  <a:pt x="638" y="90"/>
                </a:cubicBezTo>
                <a:cubicBezTo>
                  <a:pt x="631" y="82"/>
                  <a:pt x="627" y="71"/>
                  <a:pt x="627" y="57"/>
                </a:cubicBezTo>
                <a:cubicBezTo>
                  <a:pt x="627" y="40"/>
                  <a:pt x="635" y="27"/>
                  <a:pt x="649" y="16"/>
                </a:cubicBezTo>
                <a:cubicBezTo>
                  <a:pt x="664" y="5"/>
                  <a:pt x="682" y="0"/>
                  <a:pt x="704" y="0"/>
                </a:cubicBezTo>
                <a:moveTo>
                  <a:pt x="559" y="0"/>
                </a:moveTo>
                <a:cubicBezTo>
                  <a:pt x="575" y="0"/>
                  <a:pt x="590" y="3"/>
                  <a:pt x="604" y="9"/>
                </a:cubicBezTo>
                <a:lnTo>
                  <a:pt x="604" y="40"/>
                </a:lnTo>
                <a:cubicBezTo>
                  <a:pt x="589" y="30"/>
                  <a:pt x="573" y="26"/>
                  <a:pt x="554" y="26"/>
                </a:cubicBezTo>
                <a:cubicBezTo>
                  <a:pt x="542" y="26"/>
                  <a:pt x="532" y="28"/>
                  <a:pt x="525" y="34"/>
                </a:cubicBezTo>
                <a:cubicBezTo>
                  <a:pt x="518" y="39"/>
                  <a:pt x="514" y="46"/>
                  <a:pt x="514" y="54"/>
                </a:cubicBezTo>
                <a:cubicBezTo>
                  <a:pt x="514" y="64"/>
                  <a:pt x="517" y="71"/>
                  <a:pt x="522" y="76"/>
                </a:cubicBezTo>
                <a:cubicBezTo>
                  <a:pt x="527" y="80"/>
                  <a:pt x="538" y="86"/>
                  <a:pt x="556" y="93"/>
                </a:cubicBezTo>
                <a:cubicBezTo>
                  <a:pt x="580" y="102"/>
                  <a:pt x="595" y="111"/>
                  <a:pt x="602" y="120"/>
                </a:cubicBezTo>
                <a:cubicBezTo>
                  <a:pt x="609" y="129"/>
                  <a:pt x="613" y="139"/>
                  <a:pt x="613" y="151"/>
                </a:cubicBezTo>
                <a:cubicBezTo>
                  <a:pt x="613" y="169"/>
                  <a:pt x="606" y="182"/>
                  <a:pt x="591" y="193"/>
                </a:cubicBezTo>
                <a:cubicBezTo>
                  <a:pt x="577" y="203"/>
                  <a:pt x="558" y="208"/>
                  <a:pt x="536" y="208"/>
                </a:cubicBezTo>
                <a:cubicBezTo>
                  <a:pt x="515" y="208"/>
                  <a:pt x="498" y="204"/>
                  <a:pt x="483" y="196"/>
                </a:cubicBezTo>
                <a:lnTo>
                  <a:pt x="483" y="163"/>
                </a:lnTo>
                <a:cubicBezTo>
                  <a:pt x="500" y="176"/>
                  <a:pt x="519" y="182"/>
                  <a:pt x="540" y="182"/>
                </a:cubicBezTo>
                <a:cubicBezTo>
                  <a:pt x="568" y="182"/>
                  <a:pt x="582" y="173"/>
                  <a:pt x="582" y="154"/>
                </a:cubicBezTo>
                <a:cubicBezTo>
                  <a:pt x="582" y="146"/>
                  <a:pt x="579" y="139"/>
                  <a:pt x="573" y="134"/>
                </a:cubicBezTo>
                <a:cubicBezTo>
                  <a:pt x="567" y="128"/>
                  <a:pt x="555" y="122"/>
                  <a:pt x="537" y="115"/>
                </a:cubicBezTo>
                <a:cubicBezTo>
                  <a:pt x="516" y="107"/>
                  <a:pt x="502" y="99"/>
                  <a:pt x="494" y="90"/>
                </a:cubicBezTo>
                <a:cubicBezTo>
                  <a:pt x="487" y="82"/>
                  <a:pt x="483" y="71"/>
                  <a:pt x="483" y="57"/>
                </a:cubicBezTo>
                <a:cubicBezTo>
                  <a:pt x="483" y="40"/>
                  <a:pt x="491" y="27"/>
                  <a:pt x="505" y="16"/>
                </a:cubicBezTo>
                <a:cubicBezTo>
                  <a:pt x="520" y="5"/>
                  <a:pt x="537" y="0"/>
                  <a:pt x="559" y="0"/>
                </a:cubicBezTo>
                <a:moveTo>
                  <a:pt x="389" y="0"/>
                </a:moveTo>
                <a:cubicBezTo>
                  <a:pt x="435" y="0"/>
                  <a:pt x="458" y="24"/>
                  <a:pt x="458" y="74"/>
                </a:cubicBezTo>
                <a:lnTo>
                  <a:pt x="458" y="203"/>
                </a:lnTo>
                <a:lnTo>
                  <a:pt x="428" y="203"/>
                </a:lnTo>
                <a:lnTo>
                  <a:pt x="428" y="172"/>
                </a:lnTo>
                <a:lnTo>
                  <a:pt x="427" y="172"/>
                </a:lnTo>
                <a:cubicBezTo>
                  <a:pt x="413" y="196"/>
                  <a:pt x="393" y="208"/>
                  <a:pt x="366" y="208"/>
                </a:cubicBezTo>
                <a:cubicBezTo>
                  <a:pt x="347" y="208"/>
                  <a:pt x="331" y="203"/>
                  <a:pt x="320" y="192"/>
                </a:cubicBezTo>
                <a:cubicBezTo>
                  <a:pt x="309" y="182"/>
                  <a:pt x="303" y="168"/>
                  <a:pt x="303" y="151"/>
                </a:cubicBezTo>
                <a:cubicBezTo>
                  <a:pt x="303" y="114"/>
                  <a:pt x="325" y="93"/>
                  <a:pt x="368" y="87"/>
                </a:cubicBezTo>
                <a:lnTo>
                  <a:pt x="428" y="78"/>
                </a:lnTo>
                <a:cubicBezTo>
                  <a:pt x="428" y="43"/>
                  <a:pt x="414" y="26"/>
                  <a:pt x="387" y="26"/>
                </a:cubicBezTo>
                <a:cubicBezTo>
                  <a:pt x="363" y="26"/>
                  <a:pt x="341" y="34"/>
                  <a:pt x="323" y="50"/>
                </a:cubicBezTo>
                <a:lnTo>
                  <a:pt x="323" y="19"/>
                </a:lnTo>
                <a:cubicBezTo>
                  <a:pt x="342" y="7"/>
                  <a:pt x="364" y="0"/>
                  <a:pt x="389" y="0"/>
                </a:cubicBezTo>
                <a:moveTo>
                  <a:pt x="92" y="0"/>
                </a:moveTo>
                <a:cubicBezTo>
                  <a:pt x="105" y="0"/>
                  <a:pt x="116" y="4"/>
                  <a:pt x="126" y="11"/>
                </a:cubicBezTo>
                <a:cubicBezTo>
                  <a:pt x="137" y="18"/>
                  <a:pt x="144" y="28"/>
                  <a:pt x="148" y="41"/>
                </a:cubicBezTo>
                <a:cubicBezTo>
                  <a:pt x="162" y="14"/>
                  <a:pt x="184" y="0"/>
                  <a:pt x="214" y="0"/>
                </a:cubicBezTo>
                <a:cubicBezTo>
                  <a:pt x="257" y="0"/>
                  <a:pt x="279" y="27"/>
                  <a:pt x="279" y="82"/>
                </a:cubicBezTo>
                <a:lnTo>
                  <a:pt x="279" y="203"/>
                </a:lnTo>
                <a:lnTo>
                  <a:pt x="249" y="203"/>
                </a:lnTo>
                <a:lnTo>
                  <a:pt x="249" y="90"/>
                </a:lnTo>
                <a:cubicBezTo>
                  <a:pt x="249" y="67"/>
                  <a:pt x="245" y="49"/>
                  <a:pt x="239" y="40"/>
                </a:cubicBezTo>
                <a:cubicBezTo>
                  <a:pt x="232" y="30"/>
                  <a:pt x="220" y="25"/>
                  <a:pt x="204" y="25"/>
                </a:cubicBezTo>
                <a:cubicBezTo>
                  <a:pt x="190" y="25"/>
                  <a:pt x="179" y="32"/>
                  <a:pt x="169" y="44"/>
                </a:cubicBezTo>
                <a:cubicBezTo>
                  <a:pt x="159" y="57"/>
                  <a:pt x="154" y="73"/>
                  <a:pt x="154" y="90"/>
                </a:cubicBezTo>
                <a:lnTo>
                  <a:pt x="154" y="203"/>
                </a:lnTo>
                <a:lnTo>
                  <a:pt x="125" y="203"/>
                </a:lnTo>
                <a:lnTo>
                  <a:pt x="125" y="86"/>
                </a:lnTo>
                <a:cubicBezTo>
                  <a:pt x="125" y="45"/>
                  <a:pt x="110" y="25"/>
                  <a:pt x="79" y="25"/>
                </a:cubicBezTo>
                <a:cubicBezTo>
                  <a:pt x="65" y="25"/>
                  <a:pt x="53" y="31"/>
                  <a:pt x="44" y="43"/>
                </a:cubicBezTo>
                <a:cubicBezTo>
                  <a:pt x="35" y="55"/>
                  <a:pt x="30" y="72"/>
                  <a:pt x="30" y="90"/>
                </a:cubicBezTo>
                <a:lnTo>
                  <a:pt x="30" y="203"/>
                </a:lnTo>
                <a:lnTo>
                  <a:pt x="0" y="203"/>
                </a:lnTo>
                <a:lnTo>
                  <a:pt x="0" y="5"/>
                </a:lnTo>
                <a:lnTo>
                  <a:pt x="30" y="5"/>
                </a:lnTo>
                <a:lnTo>
                  <a:pt x="30" y="36"/>
                </a:lnTo>
                <a:lnTo>
                  <a:pt x="31" y="36"/>
                </a:lnTo>
                <a:cubicBezTo>
                  <a:pt x="45" y="12"/>
                  <a:pt x="65" y="0"/>
                  <a:pt x="92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58" name=""/>
          <p:cNvSpPr/>
          <p:nvPr/>
        </p:nvSpPr>
        <p:spPr>
          <a:xfrm>
            <a:off x="4573440" y="1837440"/>
            <a:ext cx="201600" cy="107280"/>
          </a:xfrm>
          <a:custGeom>
            <a:avLst/>
            <a:gdLst/>
            <a:ahLst/>
            <a:rect l="0" t="0" r="r" b="b"/>
            <a:pathLst>
              <a:path w="560" h="298">
                <a:moveTo>
                  <a:pt x="125" y="193"/>
                </a:moveTo>
                <a:lnTo>
                  <a:pt x="76" y="199"/>
                </a:lnTo>
                <a:cubicBezTo>
                  <a:pt x="61" y="202"/>
                  <a:pt x="49" y="205"/>
                  <a:pt x="42" y="211"/>
                </a:cubicBezTo>
                <a:cubicBezTo>
                  <a:pt x="35" y="216"/>
                  <a:pt x="31" y="226"/>
                  <a:pt x="31" y="239"/>
                </a:cubicBezTo>
                <a:cubicBezTo>
                  <a:pt x="31" y="249"/>
                  <a:pt x="35" y="257"/>
                  <a:pt x="42" y="263"/>
                </a:cubicBezTo>
                <a:cubicBezTo>
                  <a:pt x="49" y="269"/>
                  <a:pt x="58" y="272"/>
                  <a:pt x="70" y="272"/>
                </a:cubicBezTo>
                <a:cubicBezTo>
                  <a:pt x="85" y="272"/>
                  <a:pt x="99" y="267"/>
                  <a:pt x="109" y="256"/>
                </a:cubicBezTo>
                <a:cubicBezTo>
                  <a:pt x="119" y="244"/>
                  <a:pt x="125" y="230"/>
                  <a:pt x="125" y="213"/>
                </a:cubicBezTo>
                <a:lnTo>
                  <a:pt x="125" y="193"/>
                </a:lnTo>
                <a:moveTo>
                  <a:pt x="473" y="116"/>
                </a:moveTo>
                <a:cubicBezTo>
                  <a:pt x="453" y="116"/>
                  <a:pt x="438" y="124"/>
                  <a:pt x="426" y="138"/>
                </a:cubicBezTo>
                <a:cubicBezTo>
                  <a:pt x="415" y="153"/>
                  <a:pt x="408" y="173"/>
                  <a:pt x="408" y="198"/>
                </a:cubicBezTo>
                <a:cubicBezTo>
                  <a:pt x="408" y="220"/>
                  <a:pt x="415" y="239"/>
                  <a:pt x="425" y="252"/>
                </a:cubicBezTo>
                <a:cubicBezTo>
                  <a:pt x="436" y="266"/>
                  <a:pt x="451" y="272"/>
                  <a:pt x="469" y="272"/>
                </a:cubicBezTo>
                <a:cubicBezTo>
                  <a:pt x="487" y="272"/>
                  <a:pt x="501" y="266"/>
                  <a:pt x="513" y="253"/>
                </a:cubicBezTo>
                <a:cubicBezTo>
                  <a:pt x="524" y="240"/>
                  <a:pt x="530" y="224"/>
                  <a:pt x="530" y="204"/>
                </a:cubicBezTo>
                <a:lnTo>
                  <a:pt x="530" y="174"/>
                </a:lnTo>
                <a:cubicBezTo>
                  <a:pt x="530" y="158"/>
                  <a:pt x="525" y="144"/>
                  <a:pt x="514" y="133"/>
                </a:cubicBezTo>
                <a:cubicBezTo>
                  <a:pt x="503" y="122"/>
                  <a:pt x="489" y="116"/>
                  <a:pt x="473" y="116"/>
                </a:cubicBezTo>
                <a:moveTo>
                  <a:pt x="284" y="90"/>
                </a:moveTo>
                <a:cubicBezTo>
                  <a:pt x="306" y="90"/>
                  <a:pt x="322" y="98"/>
                  <a:pt x="333" y="112"/>
                </a:cubicBezTo>
                <a:cubicBezTo>
                  <a:pt x="345" y="126"/>
                  <a:pt x="351" y="146"/>
                  <a:pt x="351" y="173"/>
                </a:cubicBezTo>
                <a:lnTo>
                  <a:pt x="351" y="293"/>
                </a:lnTo>
                <a:lnTo>
                  <a:pt x="321" y="293"/>
                </a:lnTo>
                <a:lnTo>
                  <a:pt x="321" y="180"/>
                </a:lnTo>
                <a:cubicBezTo>
                  <a:pt x="321" y="138"/>
                  <a:pt x="305" y="116"/>
                  <a:pt x="274" y="116"/>
                </a:cubicBezTo>
                <a:cubicBezTo>
                  <a:pt x="258" y="116"/>
                  <a:pt x="245" y="123"/>
                  <a:pt x="234" y="135"/>
                </a:cubicBezTo>
                <a:cubicBezTo>
                  <a:pt x="223" y="147"/>
                  <a:pt x="218" y="162"/>
                  <a:pt x="218" y="181"/>
                </a:cubicBezTo>
                <a:lnTo>
                  <a:pt x="218" y="293"/>
                </a:lnTo>
                <a:lnTo>
                  <a:pt x="188" y="293"/>
                </a:lnTo>
                <a:lnTo>
                  <a:pt x="188" y="96"/>
                </a:lnTo>
                <a:lnTo>
                  <a:pt x="218" y="96"/>
                </a:lnTo>
                <a:lnTo>
                  <a:pt x="218" y="129"/>
                </a:lnTo>
                <a:lnTo>
                  <a:pt x="219" y="129"/>
                </a:lnTo>
                <a:cubicBezTo>
                  <a:pt x="234" y="104"/>
                  <a:pt x="255" y="90"/>
                  <a:pt x="284" y="90"/>
                </a:cubicBezTo>
                <a:moveTo>
                  <a:pt x="86" y="90"/>
                </a:moveTo>
                <a:cubicBezTo>
                  <a:pt x="132" y="90"/>
                  <a:pt x="155" y="115"/>
                  <a:pt x="155" y="164"/>
                </a:cubicBezTo>
                <a:lnTo>
                  <a:pt x="155" y="293"/>
                </a:lnTo>
                <a:lnTo>
                  <a:pt x="125" y="293"/>
                </a:lnTo>
                <a:lnTo>
                  <a:pt x="125" y="262"/>
                </a:lnTo>
                <a:lnTo>
                  <a:pt x="124" y="262"/>
                </a:lnTo>
                <a:cubicBezTo>
                  <a:pt x="110" y="286"/>
                  <a:pt x="90" y="298"/>
                  <a:pt x="63" y="298"/>
                </a:cubicBezTo>
                <a:cubicBezTo>
                  <a:pt x="43" y="298"/>
                  <a:pt x="28" y="293"/>
                  <a:pt x="17" y="282"/>
                </a:cubicBezTo>
                <a:cubicBezTo>
                  <a:pt x="6" y="272"/>
                  <a:pt x="0" y="258"/>
                  <a:pt x="0" y="241"/>
                </a:cubicBezTo>
                <a:cubicBezTo>
                  <a:pt x="0" y="204"/>
                  <a:pt x="22" y="183"/>
                  <a:pt x="65" y="177"/>
                </a:cubicBezTo>
                <a:lnTo>
                  <a:pt x="125" y="168"/>
                </a:lnTo>
                <a:cubicBezTo>
                  <a:pt x="125" y="134"/>
                  <a:pt x="111" y="117"/>
                  <a:pt x="84" y="117"/>
                </a:cubicBezTo>
                <a:cubicBezTo>
                  <a:pt x="60" y="117"/>
                  <a:pt x="38" y="125"/>
                  <a:pt x="19" y="141"/>
                </a:cubicBezTo>
                <a:lnTo>
                  <a:pt x="19" y="110"/>
                </a:lnTo>
                <a:cubicBezTo>
                  <a:pt x="39" y="98"/>
                  <a:pt x="61" y="90"/>
                  <a:pt x="86" y="90"/>
                </a:cubicBezTo>
                <a:moveTo>
                  <a:pt x="530" y="0"/>
                </a:moveTo>
                <a:lnTo>
                  <a:pt x="560" y="0"/>
                </a:lnTo>
                <a:lnTo>
                  <a:pt x="560" y="293"/>
                </a:lnTo>
                <a:lnTo>
                  <a:pt x="530" y="293"/>
                </a:lnTo>
                <a:lnTo>
                  <a:pt x="530" y="259"/>
                </a:lnTo>
                <a:lnTo>
                  <a:pt x="529" y="259"/>
                </a:lnTo>
                <a:cubicBezTo>
                  <a:pt x="514" y="285"/>
                  <a:pt x="492" y="298"/>
                  <a:pt x="461" y="298"/>
                </a:cubicBezTo>
                <a:cubicBezTo>
                  <a:pt x="436" y="298"/>
                  <a:pt x="416" y="289"/>
                  <a:pt x="400" y="271"/>
                </a:cubicBezTo>
                <a:cubicBezTo>
                  <a:pt x="385" y="254"/>
                  <a:pt x="378" y="229"/>
                  <a:pt x="378" y="199"/>
                </a:cubicBezTo>
                <a:cubicBezTo>
                  <a:pt x="378" y="167"/>
                  <a:pt x="386" y="141"/>
                  <a:pt x="403" y="121"/>
                </a:cubicBezTo>
                <a:cubicBezTo>
                  <a:pt x="421" y="101"/>
                  <a:pt x="442" y="90"/>
                  <a:pt x="469" y="90"/>
                </a:cubicBezTo>
                <a:cubicBezTo>
                  <a:pt x="496" y="90"/>
                  <a:pt x="516" y="102"/>
                  <a:pt x="529" y="124"/>
                </a:cubicBezTo>
                <a:lnTo>
                  <a:pt x="530" y="124"/>
                </a:lnTo>
                <a:lnTo>
                  <a:pt x="530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59" name=""/>
          <p:cNvSpPr/>
          <p:nvPr/>
        </p:nvSpPr>
        <p:spPr>
          <a:xfrm>
            <a:off x="547560" y="1988280"/>
            <a:ext cx="443160" cy="108720"/>
          </a:xfrm>
          <a:custGeom>
            <a:avLst/>
            <a:gdLst/>
            <a:ahLst/>
            <a:rect l="0" t="0" r="r" b="b"/>
            <a:pathLst>
              <a:path w="1231" h="302">
                <a:moveTo>
                  <a:pt x="941" y="121"/>
                </a:moveTo>
                <a:cubicBezTo>
                  <a:pt x="920" y="121"/>
                  <a:pt x="904" y="128"/>
                  <a:pt x="892" y="142"/>
                </a:cubicBezTo>
                <a:cubicBezTo>
                  <a:pt x="880" y="156"/>
                  <a:pt x="874" y="176"/>
                  <a:pt x="874" y="200"/>
                </a:cubicBezTo>
                <a:cubicBezTo>
                  <a:pt x="874" y="223"/>
                  <a:pt x="880" y="242"/>
                  <a:pt x="892" y="256"/>
                </a:cubicBezTo>
                <a:cubicBezTo>
                  <a:pt x="904" y="270"/>
                  <a:pt x="920" y="277"/>
                  <a:pt x="941" y="277"/>
                </a:cubicBezTo>
                <a:cubicBezTo>
                  <a:pt x="962" y="277"/>
                  <a:pt x="978" y="270"/>
                  <a:pt x="989" y="257"/>
                </a:cubicBezTo>
                <a:cubicBezTo>
                  <a:pt x="1000" y="243"/>
                  <a:pt x="1006" y="224"/>
                  <a:pt x="1006" y="199"/>
                </a:cubicBezTo>
                <a:cubicBezTo>
                  <a:pt x="1006" y="175"/>
                  <a:pt x="1000" y="155"/>
                  <a:pt x="989" y="141"/>
                </a:cubicBezTo>
                <a:cubicBezTo>
                  <a:pt x="978" y="128"/>
                  <a:pt x="962" y="121"/>
                  <a:pt x="941" y="121"/>
                </a:cubicBezTo>
                <a:moveTo>
                  <a:pt x="789" y="100"/>
                </a:moveTo>
                <a:lnTo>
                  <a:pt x="819" y="100"/>
                </a:lnTo>
                <a:lnTo>
                  <a:pt x="819" y="298"/>
                </a:lnTo>
                <a:lnTo>
                  <a:pt x="789" y="298"/>
                </a:lnTo>
                <a:lnTo>
                  <a:pt x="789" y="100"/>
                </a:lnTo>
                <a:moveTo>
                  <a:pt x="115" y="100"/>
                </a:moveTo>
                <a:lnTo>
                  <a:pt x="144" y="100"/>
                </a:lnTo>
                <a:lnTo>
                  <a:pt x="144" y="213"/>
                </a:lnTo>
                <a:cubicBezTo>
                  <a:pt x="144" y="256"/>
                  <a:pt x="161" y="277"/>
                  <a:pt x="193" y="277"/>
                </a:cubicBezTo>
                <a:cubicBezTo>
                  <a:pt x="209" y="277"/>
                  <a:pt x="222" y="271"/>
                  <a:pt x="232" y="260"/>
                </a:cubicBezTo>
                <a:cubicBezTo>
                  <a:pt x="242" y="248"/>
                  <a:pt x="247" y="232"/>
                  <a:pt x="247" y="214"/>
                </a:cubicBezTo>
                <a:lnTo>
                  <a:pt x="247" y="100"/>
                </a:lnTo>
                <a:lnTo>
                  <a:pt x="277" y="100"/>
                </a:lnTo>
                <a:lnTo>
                  <a:pt x="277" y="298"/>
                </a:lnTo>
                <a:lnTo>
                  <a:pt x="247" y="298"/>
                </a:lnTo>
                <a:lnTo>
                  <a:pt x="247" y="267"/>
                </a:lnTo>
                <a:cubicBezTo>
                  <a:pt x="233" y="290"/>
                  <a:pt x="213" y="302"/>
                  <a:pt x="186" y="302"/>
                </a:cubicBezTo>
                <a:cubicBezTo>
                  <a:pt x="138" y="302"/>
                  <a:pt x="115" y="274"/>
                  <a:pt x="115" y="218"/>
                </a:cubicBezTo>
                <a:lnTo>
                  <a:pt x="115" y="100"/>
                </a:lnTo>
                <a:moveTo>
                  <a:pt x="1164" y="95"/>
                </a:moveTo>
                <a:cubicBezTo>
                  <a:pt x="1186" y="95"/>
                  <a:pt x="1202" y="103"/>
                  <a:pt x="1214" y="116"/>
                </a:cubicBezTo>
                <a:cubicBezTo>
                  <a:pt x="1225" y="130"/>
                  <a:pt x="1231" y="151"/>
                  <a:pt x="1231" y="177"/>
                </a:cubicBezTo>
                <a:lnTo>
                  <a:pt x="1231" y="298"/>
                </a:lnTo>
                <a:lnTo>
                  <a:pt x="1201" y="298"/>
                </a:lnTo>
                <a:lnTo>
                  <a:pt x="1201" y="185"/>
                </a:lnTo>
                <a:cubicBezTo>
                  <a:pt x="1201" y="142"/>
                  <a:pt x="1185" y="121"/>
                  <a:pt x="1154" y="121"/>
                </a:cubicBezTo>
                <a:cubicBezTo>
                  <a:pt x="1138" y="121"/>
                  <a:pt x="1125" y="127"/>
                  <a:pt x="1114" y="139"/>
                </a:cubicBezTo>
                <a:cubicBezTo>
                  <a:pt x="1103" y="151"/>
                  <a:pt x="1098" y="166"/>
                  <a:pt x="1098" y="185"/>
                </a:cubicBezTo>
                <a:lnTo>
                  <a:pt x="1098" y="298"/>
                </a:lnTo>
                <a:lnTo>
                  <a:pt x="1068" y="298"/>
                </a:lnTo>
                <a:lnTo>
                  <a:pt x="1068" y="100"/>
                </a:lnTo>
                <a:lnTo>
                  <a:pt x="1098" y="100"/>
                </a:lnTo>
                <a:lnTo>
                  <a:pt x="1098" y="133"/>
                </a:lnTo>
                <a:lnTo>
                  <a:pt x="1099" y="133"/>
                </a:lnTo>
                <a:cubicBezTo>
                  <a:pt x="1114" y="108"/>
                  <a:pt x="1135" y="95"/>
                  <a:pt x="1164" y="95"/>
                </a:cubicBezTo>
                <a:moveTo>
                  <a:pt x="943" y="95"/>
                </a:moveTo>
                <a:cubicBezTo>
                  <a:pt x="972" y="95"/>
                  <a:pt x="995" y="105"/>
                  <a:pt x="1011" y="123"/>
                </a:cubicBezTo>
                <a:cubicBezTo>
                  <a:pt x="1028" y="141"/>
                  <a:pt x="1036" y="166"/>
                  <a:pt x="1036" y="198"/>
                </a:cubicBezTo>
                <a:cubicBezTo>
                  <a:pt x="1036" y="230"/>
                  <a:pt x="1027" y="255"/>
                  <a:pt x="1010" y="274"/>
                </a:cubicBezTo>
                <a:cubicBezTo>
                  <a:pt x="992" y="293"/>
                  <a:pt x="968" y="302"/>
                  <a:pt x="939" y="302"/>
                </a:cubicBezTo>
                <a:cubicBezTo>
                  <a:pt x="910" y="302"/>
                  <a:pt x="887" y="293"/>
                  <a:pt x="869" y="275"/>
                </a:cubicBezTo>
                <a:cubicBezTo>
                  <a:pt x="852" y="256"/>
                  <a:pt x="843" y="232"/>
                  <a:pt x="843" y="201"/>
                </a:cubicBezTo>
                <a:cubicBezTo>
                  <a:pt x="843" y="169"/>
                  <a:pt x="852" y="143"/>
                  <a:pt x="870" y="124"/>
                </a:cubicBezTo>
                <a:cubicBezTo>
                  <a:pt x="888" y="105"/>
                  <a:pt x="912" y="95"/>
                  <a:pt x="943" y="95"/>
                </a:cubicBezTo>
                <a:moveTo>
                  <a:pt x="607" y="95"/>
                </a:moveTo>
                <a:cubicBezTo>
                  <a:pt x="624" y="95"/>
                  <a:pt x="639" y="99"/>
                  <a:pt x="652" y="105"/>
                </a:cubicBezTo>
                <a:lnTo>
                  <a:pt x="652" y="136"/>
                </a:lnTo>
                <a:cubicBezTo>
                  <a:pt x="637" y="126"/>
                  <a:pt x="621" y="121"/>
                  <a:pt x="605" y="121"/>
                </a:cubicBezTo>
                <a:cubicBezTo>
                  <a:pt x="585" y="121"/>
                  <a:pt x="568" y="128"/>
                  <a:pt x="555" y="142"/>
                </a:cubicBezTo>
                <a:cubicBezTo>
                  <a:pt x="541" y="157"/>
                  <a:pt x="535" y="177"/>
                  <a:pt x="535" y="201"/>
                </a:cubicBezTo>
                <a:cubicBezTo>
                  <a:pt x="535" y="224"/>
                  <a:pt x="541" y="242"/>
                  <a:pt x="553" y="256"/>
                </a:cubicBezTo>
                <a:cubicBezTo>
                  <a:pt x="565" y="270"/>
                  <a:pt x="582" y="277"/>
                  <a:pt x="603" y="277"/>
                </a:cubicBezTo>
                <a:cubicBezTo>
                  <a:pt x="620" y="277"/>
                  <a:pt x="637" y="271"/>
                  <a:pt x="652" y="260"/>
                </a:cubicBezTo>
                <a:lnTo>
                  <a:pt x="652" y="288"/>
                </a:lnTo>
                <a:cubicBezTo>
                  <a:pt x="636" y="298"/>
                  <a:pt x="618" y="302"/>
                  <a:pt x="598" y="302"/>
                </a:cubicBezTo>
                <a:cubicBezTo>
                  <a:pt x="571" y="302"/>
                  <a:pt x="548" y="293"/>
                  <a:pt x="531" y="275"/>
                </a:cubicBezTo>
                <a:cubicBezTo>
                  <a:pt x="513" y="257"/>
                  <a:pt x="505" y="233"/>
                  <a:pt x="505" y="203"/>
                </a:cubicBezTo>
                <a:cubicBezTo>
                  <a:pt x="505" y="171"/>
                  <a:pt x="514" y="145"/>
                  <a:pt x="532" y="125"/>
                </a:cubicBezTo>
                <a:cubicBezTo>
                  <a:pt x="551" y="105"/>
                  <a:pt x="576" y="95"/>
                  <a:pt x="607" y="95"/>
                </a:cubicBezTo>
                <a:moveTo>
                  <a:pt x="415" y="95"/>
                </a:moveTo>
                <a:cubicBezTo>
                  <a:pt x="436" y="95"/>
                  <a:pt x="453" y="103"/>
                  <a:pt x="464" y="116"/>
                </a:cubicBezTo>
                <a:cubicBezTo>
                  <a:pt x="476" y="130"/>
                  <a:pt x="481" y="151"/>
                  <a:pt x="481" y="177"/>
                </a:cubicBezTo>
                <a:lnTo>
                  <a:pt x="481" y="298"/>
                </a:lnTo>
                <a:lnTo>
                  <a:pt x="452" y="298"/>
                </a:lnTo>
                <a:lnTo>
                  <a:pt x="452" y="185"/>
                </a:lnTo>
                <a:cubicBezTo>
                  <a:pt x="452" y="142"/>
                  <a:pt x="436" y="121"/>
                  <a:pt x="405" y="121"/>
                </a:cubicBezTo>
                <a:cubicBezTo>
                  <a:pt x="389" y="121"/>
                  <a:pt x="375" y="127"/>
                  <a:pt x="365" y="139"/>
                </a:cubicBezTo>
                <a:cubicBezTo>
                  <a:pt x="354" y="151"/>
                  <a:pt x="349" y="166"/>
                  <a:pt x="349" y="185"/>
                </a:cubicBezTo>
                <a:lnTo>
                  <a:pt x="349" y="298"/>
                </a:lnTo>
                <a:lnTo>
                  <a:pt x="318" y="298"/>
                </a:lnTo>
                <a:lnTo>
                  <a:pt x="318" y="100"/>
                </a:lnTo>
                <a:lnTo>
                  <a:pt x="349" y="100"/>
                </a:lnTo>
                <a:lnTo>
                  <a:pt x="349" y="133"/>
                </a:lnTo>
                <a:lnTo>
                  <a:pt x="350" y="133"/>
                </a:lnTo>
                <a:cubicBezTo>
                  <a:pt x="364" y="108"/>
                  <a:pt x="386" y="95"/>
                  <a:pt x="415" y="95"/>
                </a:cubicBezTo>
                <a:moveTo>
                  <a:pt x="719" y="41"/>
                </a:moveTo>
                <a:lnTo>
                  <a:pt x="719" y="100"/>
                </a:lnTo>
                <a:lnTo>
                  <a:pt x="769" y="100"/>
                </a:lnTo>
                <a:lnTo>
                  <a:pt x="769" y="126"/>
                </a:lnTo>
                <a:lnTo>
                  <a:pt x="719" y="126"/>
                </a:lnTo>
                <a:lnTo>
                  <a:pt x="719" y="239"/>
                </a:lnTo>
                <a:cubicBezTo>
                  <a:pt x="719" y="253"/>
                  <a:pt x="721" y="263"/>
                  <a:pt x="726" y="268"/>
                </a:cubicBezTo>
                <a:cubicBezTo>
                  <a:pt x="730" y="274"/>
                  <a:pt x="738" y="276"/>
                  <a:pt x="748" y="276"/>
                </a:cubicBezTo>
                <a:cubicBezTo>
                  <a:pt x="756" y="276"/>
                  <a:pt x="763" y="274"/>
                  <a:pt x="769" y="270"/>
                </a:cubicBezTo>
                <a:lnTo>
                  <a:pt x="769" y="296"/>
                </a:lnTo>
                <a:cubicBezTo>
                  <a:pt x="761" y="300"/>
                  <a:pt x="752" y="302"/>
                  <a:pt x="740" y="302"/>
                </a:cubicBezTo>
                <a:cubicBezTo>
                  <a:pt x="706" y="302"/>
                  <a:pt x="689" y="283"/>
                  <a:pt x="689" y="245"/>
                </a:cubicBezTo>
                <a:lnTo>
                  <a:pt x="689" y="126"/>
                </a:lnTo>
                <a:lnTo>
                  <a:pt x="655" y="126"/>
                </a:lnTo>
                <a:lnTo>
                  <a:pt x="655" y="100"/>
                </a:lnTo>
                <a:lnTo>
                  <a:pt x="689" y="100"/>
                </a:lnTo>
                <a:lnTo>
                  <a:pt x="689" y="51"/>
                </a:lnTo>
                <a:lnTo>
                  <a:pt x="719" y="41"/>
                </a:lnTo>
                <a:moveTo>
                  <a:pt x="804" y="8"/>
                </a:moveTo>
                <a:cubicBezTo>
                  <a:pt x="810" y="8"/>
                  <a:pt x="815" y="10"/>
                  <a:pt x="818" y="14"/>
                </a:cubicBezTo>
                <a:cubicBezTo>
                  <a:pt x="822" y="18"/>
                  <a:pt x="824" y="23"/>
                  <a:pt x="824" y="28"/>
                </a:cubicBezTo>
                <a:cubicBezTo>
                  <a:pt x="824" y="33"/>
                  <a:pt x="822" y="38"/>
                  <a:pt x="818" y="42"/>
                </a:cubicBezTo>
                <a:cubicBezTo>
                  <a:pt x="815" y="47"/>
                  <a:pt x="810" y="49"/>
                  <a:pt x="804" y="49"/>
                </a:cubicBezTo>
                <a:cubicBezTo>
                  <a:pt x="799" y="49"/>
                  <a:pt x="794" y="47"/>
                  <a:pt x="791" y="42"/>
                </a:cubicBezTo>
                <a:cubicBezTo>
                  <a:pt x="787" y="38"/>
                  <a:pt x="785" y="34"/>
                  <a:pt x="785" y="28"/>
                </a:cubicBezTo>
                <a:cubicBezTo>
                  <a:pt x="785" y="22"/>
                  <a:pt x="787" y="18"/>
                  <a:pt x="791" y="14"/>
                </a:cubicBezTo>
                <a:cubicBezTo>
                  <a:pt x="794" y="10"/>
                  <a:pt x="799" y="8"/>
                  <a:pt x="804" y="8"/>
                </a:cubicBezTo>
                <a:moveTo>
                  <a:pt x="95" y="0"/>
                </a:moveTo>
                <a:cubicBezTo>
                  <a:pt x="104" y="0"/>
                  <a:pt x="112" y="1"/>
                  <a:pt x="117" y="3"/>
                </a:cubicBezTo>
                <a:lnTo>
                  <a:pt x="117" y="31"/>
                </a:lnTo>
                <a:cubicBezTo>
                  <a:pt x="111" y="27"/>
                  <a:pt x="104" y="25"/>
                  <a:pt x="96" y="25"/>
                </a:cubicBezTo>
                <a:cubicBezTo>
                  <a:pt x="74" y="25"/>
                  <a:pt x="63" y="39"/>
                  <a:pt x="63" y="69"/>
                </a:cubicBezTo>
                <a:lnTo>
                  <a:pt x="63" y="100"/>
                </a:lnTo>
                <a:lnTo>
                  <a:pt x="109" y="100"/>
                </a:lnTo>
                <a:lnTo>
                  <a:pt x="109" y="126"/>
                </a:lnTo>
                <a:lnTo>
                  <a:pt x="63" y="126"/>
                </a:lnTo>
                <a:lnTo>
                  <a:pt x="63" y="298"/>
                </a:lnTo>
                <a:lnTo>
                  <a:pt x="33" y="298"/>
                </a:lnTo>
                <a:lnTo>
                  <a:pt x="33" y="126"/>
                </a:lnTo>
                <a:lnTo>
                  <a:pt x="0" y="126"/>
                </a:lnTo>
                <a:lnTo>
                  <a:pt x="0" y="100"/>
                </a:lnTo>
                <a:lnTo>
                  <a:pt x="33" y="100"/>
                </a:lnTo>
                <a:lnTo>
                  <a:pt x="33" y="67"/>
                </a:lnTo>
                <a:cubicBezTo>
                  <a:pt x="33" y="47"/>
                  <a:pt x="39" y="30"/>
                  <a:pt x="51" y="18"/>
                </a:cubicBezTo>
                <a:cubicBezTo>
                  <a:pt x="63" y="6"/>
                  <a:pt x="77" y="0"/>
                  <a:pt x="95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60" name=""/>
          <p:cNvSpPr/>
          <p:nvPr/>
        </p:nvSpPr>
        <p:spPr>
          <a:xfrm>
            <a:off x="999360" y="2081520"/>
            <a:ext cx="15480" cy="15480"/>
          </a:xfrm>
          <a:custGeom>
            <a:avLst/>
            <a:gdLst/>
            <a:ahLst/>
            <a:rect l="0" t="0" r="r" b="b"/>
            <a:pathLst>
              <a:path w="43" h="43">
                <a:moveTo>
                  <a:pt x="21" y="0"/>
                </a:moveTo>
                <a:cubicBezTo>
                  <a:pt x="27" y="0"/>
                  <a:pt x="31" y="2"/>
                  <a:pt x="36" y="6"/>
                </a:cubicBezTo>
                <a:cubicBezTo>
                  <a:pt x="41" y="10"/>
                  <a:pt x="43" y="15"/>
                  <a:pt x="43" y="22"/>
                </a:cubicBezTo>
                <a:cubicBezTo>
                  <a:pt x="43" y="28"/>
                  <a:pt x="41" y="33"/>
                  <a:pt x="37" y="37"/>
                </a:cubicBezTo>
                <a:cubicBezTo>
                  <a:pt x="32" y="41"/>
                  <a:pt x="27" y="43"/>
                  <a:pt x="21" y="43"/>
                </a:cubicBezTo>
                <a:cubicBezTo>
                  <a:pt x="15" y="43"/>
                  <a:pt x="11" y="41"/>
                  <a:pt x="6" y="37"/>
                </a:cubicBezTo>
                <a:cubicBezTo>
                  <a:pt x="2" y="33"/>
                  <a:pt x="0" y="28"/>
                  <a:pt x="0" y="22"/>
                </a:cubicBezTo>
                <a:cubicBezTo>
                  <a:pt x="0" y="15"/>
                  <a:pt x="2" y="10"/>
                  <a:pt x="7" y="6"/>
                </a:cubicBezTo>
                <a:cubicBezTo>
                  <a:pt x="11" y="2"/>
                  <a:pt x="15" y="0"/>
                  <a:pt x="21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61" name=""/>
          <p:cNvSpPr txBox="1"/>
          <p:nvPr/>
        </p:nvSpPr>
        <p:spPr>
          <a:xfrm>
            <a:off x="543960" y="1814760"/>
            <a:ext cx="295272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Sarcopenia is a condition characterized by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62" name=""/>
          <p:cNvSpPr txBox="1"/>
          <p:nvPr/>
        </p:nvSpPr>
        <p:spPr>
          <a:xfrm>
            <a:off x="1072800" y="1967040"/>
            <a:ext cx="329256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Although it is primarily a disease of the elderly,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63" name=""/>
          <p:cNvSpPr txBox="1"/>
          <p:nvPr/>
        </p:nvSpPr>
        <p:spPr>
          <a:xfrm>
            <a:off x="3870000" y="1967040"/>
            <a:ext cx="112392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its development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64" name=""/>
          <p:cNvSpPr txBox="1"/>
          <p:nvPr/>
        </p:nvSpPr>
        <p:spPr>
          <a:xfrm>
            <a:off x="543960" y="2119320"/>
            <a:ext cx="502524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may be associated with conditions that are not exclusively seen in older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65" name=""/>
          <p:cNvSpPr txBox="1"/>
          <p:nvPr/>
        </p:nvSpPr>
        <p:spPr>
          <a:xfrm>
            <a:off x="543960" y="2271960"/>
            <a:ext cx="59220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persons.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66" name=""/>
          <p:cNvSpPr txBox="1"/>
          <p:nvPr/>
        </p:nvSpPr>
        <p:spPr>
          <a:xfrm>
            <a:off x="1095840" y="2271960"/>
            <a:ext cx="93024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Sarcopenia is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67" name=""/>
          <p:cNvSpPr txBox="1"/>
          <p:nvPr/>
        </p:nvSpPr>
        <p:spPr>
          <a:xfrm>
            <a:off x="1976760" y="2271960"/>
            <a:ext cx="202932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a syndrome characterized by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68" name=""/>
          <p:cNvSpPr txBox="1"/>
          <p:nvPr/>
        </p:nvSpPr>
        <p:spPr>
          <a:xfrm>
            <a:off x="3842640" y="2271960"/>
            <a:ext cx="111636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progressive and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69" name=""/>
          <p:cNvSpPr txBox="1"/>
          <p:nvPr/>
        </p:nvSpPr>
        <p:spPr>
          <a:xfrm>
            <a:off x="543960" y="2424240"/>
            <a:ext cx="130212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generalized loss of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70" name=""/>
          <p:cNvSpPr txBox="1"/>
          <p:nvPr/>
        </p:nvSpPr>
        <p:spPr>
          <a:xfrm>
            <a:off x="1728360" y="2424240"/>
            <a:ext cx="54036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skeletal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71" name=""/>
          <p:cNvSpPr/>
          <p:nvPr/>
        </p:nvSpPr>
        <p:spPr>
          <a:xfrm>
            <a:off x="4152240" y="2448360"/>
            <a:ext cx="59760" cy="105840"/>
          </a:xfrm>
          <a:custGeom>
            <a:avLst/>
            <a:gdLst/>
            <a:ahLst/>
            <a:rect l="0" t="0" r="r" b="b"/>
            <a:pathLst>
              <a:path w="166" h="294">
                <a:moveTo>
                  <a:pt x="4" y="92"/>
                </a:moveTo>
                <a:lnTo>
                  <a:pt x="33" y="92"/>
                </a:lnTo>
                <a:lnTo>
                  <a:pt x="33" y="290"/>
                </a:lnTo>
                <a:lnTo>
                  <a:pt x="4" y="290"/>
                </a:lnTo>
                <a:lnTo>
                  <a:pt x="4" y="92"/>
                </a:lnTo>
                <a:moveTo>
                  <a:pt x="116" y="33"/>
                </a:moveTo>
                <a:lnTo>
                  <a:pt x="116" y="92"/>
                </a:lnTo>
                <a:lnTo>
                  <a:pt x="166" y="92"/>
                </a:lnTo>
                <a:lnTo>
                  <a:pt x="166" y="118"/>
                </a:lnTo>
                <a:lnTo>
                  <a:pt x="116" y="118"/>
                </a:lnTo>
                <a:lnTo>
                  <a:pt x="116" y="231"/>
                </a:lnTo>
                <a:cubicBezTo>
                  <a:pt x="116" y="245"/>
                  <a:pt x="119" y="255"/>
                  <a:pt x="123" y="260"/>
                </a:cubicBezTo>
                <a:cubicBezTo>
                  <a:pt x="128" y="266"/>
                  <a:pt x="135" y="268"/>
                  <a:pt x="146" y="268"/>
                </a:cubicBezTo>
                <a:cubicBezTo>
                  <a:pt x="154" y="268"/>
                  <a:pt x="161" y="266"/>
                  <a:pt x="166" y="262"/>
                </a:cubicBezTo>
                <a:lnTo>
                  <a:pt x="166" y="288"/>
                </a:lnTo>
                <a:cubicBezTo>
                  <a:pt x="159" y="292"/>
                  <a:pt x="149" y="294"/>
                  <a:pt x="137" y="294"/>
                </a:cubicBezTo>
                <a:cubicBezTo>
                  <a:pt x="104" y="294"/>
                  <a:pt x="86" y="275"/>
                  <a:pt x="86" y="237"/>
                </a:cubicBezTo>
                <a:lnTo>
                  <a:pt x="86" y="118"/>
                </a:lnTo>
                <a:lnTo>
                  <a:pt x="51" y="118"/>
                </a:lnTo>
                <a:lnTo>
                  <a:pt x="51" y="92"/>
                </a:lnTo>
                <a:lnTo>
                  <a:pt x="86" y="92"/>
                </a:lnTo>
                <a:lnTo>
                  <a:pt x="86" y="42"/>
                </a:lnTo>
                <a:lnTo>
                  <a:pt x="116" y="33"/>
                </a:lnTo>
                <a:moveTo>
                  <a:pt x="19" y="0"/>
                </a:moveTo>
                <a:cubicBezTo>
                  <a:pt x="25" y="0"/>
                  <a:pt x="29" y="2"/>
                  <a:pt x="33" y="6"/>
                </a:cubicBezTo>
                <a:cubicBezTo>
                  <a:pt x="37" y="10"/>
                  <a:pt x="39" y="15"/>
                  <a:pt x="39" y="20"/>
                </a:cubicBezTo>
                <a:cubicBezTo>
                  <a:pt x="39" y="25"/>
                  <a:pt x="37" y="30"/>
                  <a:pt x="33" y="34"/>
                </a:cubicBezTo>
                <a:cubicBezTo>
                  <a:pt x="29" y="38"/>
                  <a:pt x="25" y="40"/>
                  <a:pt x="19" y="40"/>
                </a:cubicBezTo>
                <a:cubicBezTo>
                  <a:pt x="14" y="40"/>
                  <a:pt x="9" y="38"/>
                  <a:pt x="5" y="34"/>
                </a:cubicBezTo>
                <a:cubicBezTo>
                  <a:pt x="1" y="30"/>
                  <a:pt x="0" y="26"/>
                  <a:pt x="0" y="20"/>
                </a:cubicBezTo>
                <a:cubicBezTo>
                  <a:pt x="0" y="14"/>
                  <a:pt x="1" y="10"/>
                  <a:pt x="5" y="6"/>
                </a:cubicBezTo>
                <a:cubicBezTo>
                  <a:pt x="9" y="2"/>
                  <a:pt x="14" y="0"/>
                  <a:pt x="19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72" name=""/>
          <p:cNvSpPr/>
          <p:nvPr/>
        </p:nvSpPr>
        <p:spPr>
          <a:xfrm>
            <a:off x="4295520" y="2448360"/>
            <a:ext cx="69840" cy="105840"/>
          </a:xfrm>
          <a:custGeom>
            <a:avLst/>
            <a:gdLst/>
            <a:ahLst/>
            <a:rect l="0" t="0" r="r" b="b"/>
            <a:pathLst>
              <a:path w="194" h="294">
                <a:moveTo>
                  <a:pt x="4" y="92"/>
                </a:moveTo>
                <a:lnTo>
                  <a:pt x="33" y="92"/>
                </a:lnTo>
                <a:lnTo>
                  <a:pt x="33" y="290"/>
                </a:lnTo>
                <a:lnTo>
                  <a:pt x="4" y="290"/>
                </a:lnTo>
                <a:lnTo>
                  <a:pt x="4" y="92"/>
                </a:lnTo>
                <a:moveTo>
                  <a:pt x="139" y="87"/>
                </a:moveTo>
                <a:cubicBezTo>
                  <a:pt x="156" y="87"/>
                  <a:pt x="171" y="90"/>
                  <a:pt x="185" y="96"/>
                </a:cubicBezTo>
                <a:lnTo>
                  <a:pt x="185" y="127"/>
                </a:lnTo>
                <a:cubicBezTo>
                  <a:pt x="170" y="118"/>
                  <a:pt x="154" y="113"/>
                  <a:pt x="135" y="113"/>
                </a:cubicBezTo>
                <a:cubicBezTo>
                  <a:pt x="122" y="113"/>
                  <a:pt x="112" y="116"/>
                  <a:pt x="105" y="121"/>
                </a:cubicBezTo>
                <a:cubicBezTo>
                  <a:pt x="98" y="127"/>
                  <a:pt x="94" y="133"/>
                  <a:pt x="94" y="141"/>
                </a:cubicBezTo>
                <a:cubicBezTo>
                  <a:pt x="94" y="150"/>
                  <a:pt x="97" y="157"/>
                  <a:pt x="102" y="162"/>
                </a:cubicBezTo>
                <a:cubicBezTo>
                  <a:pt x="107" y="167"/>
                  <a:pt x="118" y="172"/>
                  <a:pt x="137" y="179"/>
                </a:cubicBezTo>
                <a:cubicBezTo>
                  <a:pt x="161" y="188"/>
                  <a:pt x="176" y="197"/>
                  <a:pt x="183" y="206"/>
                </a:cubicBezTo>
                <a:cubicBezTo>
                  <a:pt x="190" y="215"/>
                  <a:pt x="194" y="225"/>
                  <a:pt x="194" y="237"/>
                </a:cubicBezTo>
                <a:cubicBezTo>
                  <a:pt x="194" y="255"/>
                  <a:pt x="186" y="269"/>
                  <a:pt x="172" y="279"/>
                </a:cubicBezTo>
                <a:cubicBezTo>
                  <a:pt x="157" y="289"/>
                  <a:pt x="139" y="294"/>
                  <a:pt x="116" y="294"/>
                </a:cubicBezTo>
                <a:cubicBezTo>
                  <a:pt x="95" y="294"/>
                  <a:pt x="77" y="290"/>
                  <a:pt x="63" y="282"/>
                </a:cubicBezTo>
                <a:lnTo>
                  <a:pt x="63" y="249"/>
                </a:lnTo>
                <a:cubicBezTo>
                  <a:pt x="80" y="262"/>
                  <a:pt x="99" y="268"/>
                  <a:pt x="120" y="268"/>
                </a:cubicBezTo>
                <a:cubicBezTo>
                  <a:pt x="149" y="268"/>
                  <a:pt x="163" y="259"/>
                  <a:pt x="163" y="240"/>
                </a:cubicBezTo>
                <a:cubicBezTo>
                  <a:pt x="163" y="232"/>
                  <a:pt x="160" y="225"/>
                  <a:pt x="154" y="220"/>
                </a:cubicBezTo>
                <a:cubicBezTo>
                  <a:pt x="148" y="214"/>
                  <a:pt x="136" y="208"/>
                  <a:pt x="117" y="202"/>
                </a:cubicBezTo>
                <a:cubicBezTo>
                  <a:pt x="96" y="194"/>
                  <a:pt x="82" y="185"/>
                  <a:pt x="74" y="177"/>
                </a:cubicBezTo>
                <a:cubicBezTo>
                  <a:pt x="67" y="168"/>
                  <a:pt x="63" y="157"/>
                  <a:pt x="63" y="144"/>
                </a:cubicBezTo>
                <a:cubicBezTo>
                  <a:pt x="63" y="127"/>
                  <a:pt x="71" y="114"/>
                  <a:pt x="85" y="103"/>
                </a:cubicBezTo>
                <a:cubicBezTo>
                  <a:pt x="100" y="93"/>
                  <a:pt x="117" y="87"/>
                  <a:pt x="139" y="87"/>
                </a:cubicBezTo>
                <a:moveTo>
                  <a:pt x="19" y="0"/>
                </a:moveTo>
                <a:cubicBezTo>
                  <a:pt x="25" y="0"/>
                  <a:pt x="29" y="2"/>
                  <a:pt x="33" y="6"/>
                </a:cubicBezTo>
                <a:cubicBezTo>
                  <a:pt x="37" y="10"/>
                  <a:pt x="39" y="15"/>
                  <a:pt x="39" y="20"/>
                </a:cubicBezTo>
                <a:cubicBezTo>
                  <a:pt x="39" y="25"/>
                  <a:pt x="37" y="30"/>
                  <a:pt x="33" y="34"/>
                </a:cubicBezTo>
                <a:cubicBezTo>
                  <a:pt x="29" y="38"/>
                  <a:pt x="25" y="40"/>
                  <a:pt x="19" y="40"/>
                </a:cubicBezTo>
                <a:cubicBezTo>
                  <a:pt x="14" y="40"/>
                  <a:pt x="9" y="38"/>
                  <a:pt x="5" y="34"/>
                </a:cubicBezTo>
                <a:cubicBezTo>
                  <a:pt x="1" y="30"/>
                  <a:pt x="0" y="26"/>
                  <a:pt x="0" y="20"/>
                </a:cubicBezTo>
                <a:cubicBezTo>
                  <a:pt x="0" y="14"/>
                  <a:pt x="1" y="10"/>
                  <a:pt x="5" y="6"/>
                </a:cubicBezTo>
                <a:cubicBezTo>
                  <a:pt x="9" y="2"/>
                  <a:pt x="14" y="0"/>
                  <a:pt x="19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73" name=""/>
          <p:cNvSpPr/>
          <p:nvPr/>
        </p:nvSpPr>
        <p:spPr>
          <a:xfrm>
            <a:off x="4447800" y="2446920"/>
            <a:ext cx="338040" cy="139320"/>
          </a:xfrm>
          <a:custGeom>
            <a:avLst/>
            <a:gdLst/>
            <a:ahLst/>
            <a:rect l="0" t="0" r="r" b="b"/>
            <a:pathLst>
              <a:path w="939" h="387">
                <a:moveTo>
                  <a:pt x="754" y="95"/>
                </a:moveTo>
                <a:lnTo>
                  <a:pt x="787" y="95"/>
                </a:lnTo>
                <a:lnTo>
                  <a:pt x="842" y="249"/>
                </a:lnTo>
                <a:cubicBezTo>
                  <a:pt x="842" y="250"/>
                  <a:pt x="844" y="255"/>
                  <a:pt x="846" y="263"/>
                </a:cubicBezTo>
                <a:lnTo>
                  <a:pt x="847" y="263"/>
                </a:lnTo>
                <a:lnTo>
                  <a:pt x="851" y="250"/>
                </a:lnTo>
                <a:lnTo>
                  <a:pt x="908" y="95"/>
                </a:lnTo>
                <a:lnTo>
                  <a:pt x="939" y="95"/>
                </a:lnTo>
                <a:lnTo>
                  <a:pt x="848" y="325"/>
                </a:lnTo>
                <a:cubicBezTo>
                  <a:pt x="831" y="367"/>
                  <a:pt x="809" y="387"/>
                  <a:pt x="780" y="387"/>
                </a:cubicBezTo>
                <a:cubicBezTo>
                  <a:pt x="773" y="387"/>
                  <a:pt x="767" y="386"/>
                  <a:pt x="761" y="385"/>
                </a:cubicBezTo>
                <a:lnTo>
                  <a:pt x="761" y="357"/>
                </a:lnTo>
                <a:cubicBezTo>
                  <a:pt x="767" y="359"/>
                  <a:pt x="773" y="360"/>
                  <a:pt x="779" y="360"/>
                </a:cubicBezTo>
                <a:cubicBezTo>
                  <a:pt x="795" y="360"/>
                  <a:pt x="807" y="351"/>
                  <a:pt x="815" y="331"/>
                </a:cubicBezTo>
                <a:lnTo>
                  <a:pt x="831" y="292"/>
                </a:lnTo>
                <a:lnTo>
                  <a:pt x="754" y="95"/>
                </a:lnTo>
                <a:moveTo>
                  <a:pt x="378" y="95"/>
                </a:moveTo>
                <a:lnTo>
                  <a:pt x="407" y="95"/>
                </a:lnTo>
                <a:lnTo>
                  <a:pt x="407" y="293"/>
                </a:lnTo>
                <a:lnTo>
                  <a:pt x="378" y="293"/>
                </a:lnTo>
                <a:lnTo>
                  <a:pt x="378" y="95"/>
                </a:lnTo>
                <a:moveTo>
                  <a:pt x="345" y="92"/>
                </a:moveTo>
                <a:cubicBezTo>
                  <a:pt x="354" y="92"/>
                  <a:pt x="360" y="93"/>
                  <a:pt x="365" y="94"/>
                </a:cubicBezTo>
                <a:lnTo>
                  <a:pt x="365" y="126"/>
                </a:lnTo>
                <a:cubicBezTo>
                  <a:pt x="359" y="122"/>
                  <a:pt x="351" y="119"/>
                  <a:pt x="341" y="119"/>
                </a:cubicBezTo>
                <a:cubicBezTo>
                  <a:pt x="327" y="119"/>
                  <a:pt x="316" y="126"/>
                  <a:pt x="306" y="139"/>
                </a:cubicBezTo>
                <a:cubicBezTo>
                  <a:pt x="297" y="152"/>
                  <a:pt x="292" y="170"/>
                  <a:pt x="292" y="191"/>
                </a:cubicBezTo>
                <a:lnTo>
                  <a:pt x="292" y="293"/>
                </a:lnTo>
                <a:lnTo>
                  <a:pt x="262" y="293"/>
                </a:lnTo>
                <a:lnTo>
                  <a:pt x="262" y="95"/>
                </a:lnTo>
                <a:lnTo>
                  <a:pt x="292" y="95"/>
                </a:lnTo>
                <a:lnTo>
                  <a:pt x="292" y="136"/>
                </a:lnTo>
                <a:lnTo>
                  <a:pt x="293" y="136"/>
                </a:lnTo>
                <a:cubicBezTo>
                  <a:pt x="297" y="122"/>
                  <a:pt x="304" y="111"/>
                  <a:pt x="314" y="103"/>
                </a:cubicBezTo>
                <a:cubicBezTo>
                  <a:pt x="324" y="95"/>
                  <a:pt x="334" y="92"/>
                  <a:pt x="345" y="92"/>
                </a:cubicBezTo>
                <a:moveTo>
                  <a:pt x="534" y="90"/>
                </a:moveTo>
                <a:cubicBezTo>
                  <a:pt x="551" y="90"/>
                  <a:pt x="566" y="94"/>
                  <a:pt x="579" y="100"/>
                </a:cubicBezTo>
                <a:lnTo>
                  <a:pt x="579" y="131"/>
                </a:lnTo>
                <a:cubicBezTo>
                  <a:pt x="564" y="121"/>
                  <a:pt x="549" y="116"/>
                  <a:pt x="532" y="116"/>
                </a:cubicBezTo>
                <a:cubicBezTo>
                  <a:pt x="512" y="116"/>
                  <a:pt x="495" y="123"/>
                  <a:pt x="482" y="137"/>
                </a:cubicBezTo>
                <a:cubicBezTo>
                  <a:pt x="469" y="152"/>
                  <a:pt x="462" y="172"/>
                  <a:pt x="462" y="196"/>
                </a:cubicBezTo>
                <a:cubicBezTo>
                  <a:pt x="462" y="219"/>
                  <a:pt x="468" y="237"/>
                  <a:pt x="480" y="251"/>
                </a:cubicBezTo>
                <a:cubicBezTo>
                  <a:pt x="492" y="265"/>
                  <a:pt x="509" y="272"/>
                  <a:pt x="530" y="272"/>
                </a:cubicBezTo>
                <a:cubicBezTo>
                  <a:pt x="547" y="272"/>
                  <a:pt x="564" y="266"/>
                  <a:pt x="579" y="255"/>
                </a:cubicBezTo>
                <a:lnTo>
                  <a:pt x="579" y="283"/>
                </a:lnTo>
                <a:cubicBezTo>
                  <a:pt x="564" y="293"/>
                  <a:pt x="546" y="297"/>
                  <a:pt x="525" y="297"/>
                </a:cubicBezTo>
                <a:cubicBezTo>
                  <a:pt x="498" y="297"/>
                  <a:pt x="475" y="288"/>
                  <a:pt x="458" y="270"/>
                </a:cubicBezTo>
                <a:cubicBezTo>
                  <a:pt x="440" y="252"/>
                  <a:pt x="432" y="228"/>
                  <a:pt x="432" y="198"/>
                </a:cubicBezTo>
                <a:cubicBezTo>
                  <a:pt x="432" y="166"/>
                  <a:pt x="441" y="140"/>
                  <a:pt x="459" y="120"/>
                </a:cubicBezTo>
                <a:cubicBezTo>
                  <a:pt x="478" y="100"/>
                  <a:pt x="503" y="90"/>
                  <a:pt x="534" y="90"/>
                </a:cubicBezTo>
                <a:moveTo>
                  <a:pt x="75" y="90"/>
                </a:moveTo>
                <a:cubicBezTo>
                  <a:pt x="92" y="90"/>
                  <a:pt x="107" y="93"/>
                  <a:pt x="121" y="99"/>
                </a:cubicBezTo>
                <a:lnTo>
                  <a:pt x="121" y="130"/>
                </a:lnTo>
                <a:cubicBezTo>
                  <a:pt x="106" y="121"/>
                  <a:pt x="89" y="116"/>
                  <a:pt x="70" y="116"/>
                </a:cubicBezTo>
                <a:cubicBezTo>
                  <a:pt x="58" y="116"/>
                  <a:pt x="49" y="119"/>
                  <a:pt x="41" y="124"/>
                </a:cubicBezTo>
                <a:cubicBezTo>
                  <a:pt x="34" y="130"/>
                  <a:pt x="31" y="136"/>
                  <a:pt x="31" y="144"/>
                </a:cubicBezTo>
                <a:cubicBezTo>
                  <a:pt x="31" y="153"/>
                  <a:pt x="34" y="160"/>
                  <a:pt x="39" y="165"/>
                </a:cubicBezTo>
                <a:cubicBezTo>
                  <a:pt x="44" y="170"/>
                  <a:pt x="55" y="175"/>
                  <a:pt x="73" y="182"/>
                </a:cubicBezTo>
                <a:cubicBezTo>
                  <a:pt x="96" y="191"/>
                  <a:pt x="112" y="200"/>
                  <a:pt x="119" y="209"/>
                </a:cubicBezTo>
                <a:cubicBezTo>
                  <a:pt x="126" y="218"/>
                  <a:pt x="130" y="228"/>
                  <a:pt x="130" y="240"/>
                </a:cubicBezTo>
                <a:cubicBezTo>
                  <a:pt x="130" y="258"/>
                  <a:pt x="122" y="272"/>
                  <a:pt x="108" y="282"/>
                </a:cubicBezTo>
                <a:cubicBezTo>
                  <a:pt x="93" y="292"/>
                  <a:pt x="75" y="297"/>
                  <a:pt x="52" y="297"/>
                </a:cubicBezTo>
                <a:cubicBezTo>
                  <a:pt x="32" y="297"/>
                  <a:pt x="14" y="293"/>
                  <a:pt x="0" y="285"/>
                </a:cubicBezTo>
                <a:lnTo>
                  <a:pt x="0" y="252"/>
                </a:lnTo>
                <a:cubicBezTo>
                  <a:pt x="17" y="265"/>
                  <a:pt x="36" y="271"/>
                  <a:pt x="57" y="271"/>
                </a:cubicBezTo>
                <a:cubicBezTo>
                  <a:pt x="85" y="271"/>
                  <a:pt x="99" y="262"/>
                  <a:pt x="99" y="243"/>
                </a:cubicBezTo>
                <a:cubicBezTo>
                  <a:pt x="99" y="235"/>
                  <a:pt x="96" y="228"/>
                  <a:pt x="90" y="223"/>
                </a:cubicBezTo>
                <a:cubicBezTo>
                  <a:pt x="83" y="217"/>
                  <a:pt x="71" y="211"/>
                  <a:pt x="53" y="205"/>
                </a:cubicBezTo>
                <a:cubicBezTo>
                  <a:pt x="33" y="197"/>
                  <a:pt x="19" y="188"/>
                  <a:pt x="11" y="180"/>
                </a:cubicBezTo>
                <a:cubicBezTo>
                  <a:pt x="4" y="171"/>
                  <a:pt x="0" y="160"/>
                  <a:pt x="0" y="147"/>
                </a:cubicBezTo>
                <a:cubicBezTo>
                  <a:pt x="0" y="130"/>
                  <a:pt x="8" y="117"/>
                  <a:pt x="22" y="106"/>
                </a:cubicBezTo>
                <a:cubicBezTo>
                  <a:pt x="37" y="96"/>
                  <a:pt x="54" y="90"/>
                  <a:pt x="75" y="90"/>
                </a:cubicBezTo>
                <a:moveTo>
                  <a:pt x="646" y="37"/>
                </a:moveTo>
                <a:lnTo>
                  <a:pt x="646" y="95"/>
                </a:lnTo>
                <a:lnTo>
                  <a:pt x="696" y="95"/>
                </a:lnTo>
                <a:lnTo>
                  <a:pt x="696" y="121"/>
                </a:lnTo>
                <a:lnTo>
                  <a:pt x="646" y="121"/>
                </a:lnTo>
                <a:lnTo>
                  <a:pt x="646" y="234"/>
                </a:lnTo>
                <a:cubicBezTo>
                  <a:pt x="646" y="248"/>
                  <a:pt x="648" y="258"/>
                  <a:pt x="653" y="263"/>
                </a:cubicBezTo>
                <a:cubicBezTo>
                  <a:pt x="657" y="269"/>
                  <a:pt x="665" y="271"/>
                  <a:pt x="675" y="271"/>
                </a:cubicBezTo>
                <a:cubicBezTo>
                  <a:pt x="683" y="271"/>
                  <a:pt x="690" y="269"/>
                  <a:pt x="696" y="265"/>
                </a:cubicBezTo>
                <a:lnTo>
                  <a:pt x="696" y="291"/>
                </a:lnTo>
                <a:cubicBezTo>
                  <a:pt x="688" y="295"/>
                  <a:pt x="679" y="297"/>
                  <a:pt x="667" y="297"/>
                </a:cubicBezTo>
                <a:cubicBezTo>
                  <a:pt x="633" y="297"/>
                  <a:pt x="616" y="278"/>
                  <a:pt x="616" y="240"/>
                </a:cubicBezTo>
                <a:lnTo>
                  <a:pt x="616" y="121"/>
                </a:lnTo>
                <a:lnTo>
                  <a:pt x="582" y="121"/>
                </a:lnTo>
                <a:lnTo>
                  <a:pt x="582" y="95"/>
                </a:lnTo>
                <a:lnTo>
                  <a:pt x="616" y="95"/>
                </a:lnTo>
                <a:lnTo>
                  <a:pt x="616" y="46"/>
                </a:lnTo>
                <a:lnTo>
                  <a:pt x="646" y="37"/>
                </a:lnTo>
                <a:moveTo>
                  <a:pt x="192" y="37"/>
                </a:moveTo>
                <a:lnTo>
                  <a:pt x="192" y="95"/>
                </a:lnTo>
                <a:lnTo>
                  <a:pt x="242" y="95"/>
                </a:lnTo>
                <a:lnTo>
                  <a:pt x="242" y="121"/>
                </a:lnTo>
                <a:lnTo>
                  <a:pt x="192" y="121"/>
                </a:lnTo>
                <a:lnTo>
                  <a:pt x="192" y="234"/>
                </a:lnTo>
                <a:cubicBezTo>
                  <a:pt x="192" y="248"/>
                  <a:pt x="194" y="258"/>
                  <a:pt x="199" y="263"/>
                </a:cubicBezTo>
                <a:cubicBezTo>
                  <a:pt x="203" y="269"/>
                  <a:pt x="211" y="271"/>
                  <a:pt x="221" y="271"/>
                </a:cubicBezTo>
                <a:cubicBezTo>
                  <a:pt x="229" y="271"/>
                  <a:pt x="236" y="269"/>
                  <a:pt x="242" y="265"/>
                </a:cubicBezTo>
                <a:lnTo>
                  <a:pt x="242" y="291"/>
                </a:lnTo>
                <a:cubicBezTo>
                  <a:pt x="234" y="295"/>
                  <a:pt x="225" y="297"/>
                  <a:pt x="213" y="297"/>
                </a:cubicBezTo>
                <a:cubicBezTo>
                  <a:pt x="179" y="297"/>
                  <a:pt x="162" y="278"/>
                  <a:pt x="162" y="240"/>
                </a:cubicBezTo>
                <a:lnTo>
                  <a:pt x="162" y="121"/>
                </a:lnTo>
                <a:lnTo>
                  <a:pt x="128" y="121"/>
                </a:lnTo>
                <a:lnTo>
                  <a:pt x="128" y="95"/>
                </a:lnTo>
                <a:lnTo>
                  <a:pt x="162" y="95"/>
                </a:lnTo>
                <a:lnTo>
                  <a:pt x="162" y="46"/>
                </a:lnTo>
                <a:lnTo>
                  <a:pt x="192" y="37"/>
                </a:lnTo>
                <a:moveTo>
                  <a:pt x="393" y="4"/>
                </a:moveTo>
                <a:cubicBezTo>
                  <a:pt x="398" y="4"/>
                  <a:pt x="403" y="6"/>
                  <a:pt x="407" y="10"/>
                </a:cubicBezTo>
                <a:cubicBezTo>
                  <a:pt x="411" y="14"/>
                  <a:pt x="413" y="19"/>
                  <a:pt x="413" y="24"/>
                </a:cubicBezTo>
                <a:cubicBezTo>
                  <a:pt x="413" y="29"/>
                  <a:pt x="411" y="34"/>
                  <a:pt x="407" y="38"/>
                </a:cubicBezTo>
                <a:cubicBezTo>
                  <a:pt x="403" y="42"/>
                  <a:pt x="398" y="44"/>
                  <a:pt x="393" y="44"/>
                </a:cubicBezTo>
                <a:cubicBezTo>
                  <a:pt x="387" y="44"/>
                  <a:pt x="383" y="42"/>
                  <a:pt x="379" y="38"/>
                </a:cubicBezTo>
                <a:cubicBezTo>
                  <a:pt x="375" y="34"/>
                  <a:pt x="373" y="30"/>
                  <a:pt x="373" y="24"/>
                </a:cubicBezTo>
                <a:cubicBezTo>
                  <a:pt x="373" y="18"/>
                  <a:pt x="375" y="14"/>
                  <a:pt x="379" y="10"/>
                </a:cubicBezTo>
                <a:cubicBezTo>
                  <a:pt x="383" y="6"/>
                  <a:pt x="387" y="4"/>
                  <a:pt x="393" y="4"/>
                </a:cubicBezTo>
                <a:moveTo>
                  <a:pt x="716" y="0"/>
                </a:moveTo>
                <a:lnTo>
                  <a:pt x="746" y="0"/>
                </a:lnTo>
                <a:lnTo>
                  <a:pt x="746" y="293"/>
                </a:lnTo>
                <a:lnTo>
                  <a:pt x="716" y="293"/>
                </a:lnTo>
                <a:lnTo>
                  <a:pt x="716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74" name=""/>
          <p:cNvSpPr/>
          <p:nvPr/>
        </p:nvSpPr>
        <p:spPr>
          <a:xfrm>
            <a:off x="550440" y="2599560"/>
            <a:ext cx="531720" cy="107280"/>
          </a:xfrm>
          <a:custGeom>
            <a:avLst/>
            <a:gdLst/>
            <a:ahLst/>
            <a:rect l="0" t="0" r="r" b="b"/>
            <a:pathLst>
              <a:path w="1477" h="298">
                <a:moveTo>
                  <a:pt x="959" y="193"/>
                </a:moveTo>
                <a:lnTo>
                  <a:pt x="910" y="199"/>
                </a:lnTo>
                <a:cubicBezTo>
                  <a:pt x="895" y="201"/>
                  <a:pt x="883" y="205"/>
                  <a:pt x="876" y="210"/>
                </a:cubicBezTo>
                <a:cubicBezTo>
                  <a:pt x="869" y="216"/>
                  <a:pt x="865" y="225"/>
                  <a:pt x="865" y="239"/>
                </a:cubicBezTo>
                <a:cubicBezTo>
                  <a:pt x="865" y="249"/>
                  <a:pt x="868" y="257"/>
                  <a:pt x="876" y="263"/>
                </a:cubicBezTo>
                <a:cubicBezTo>
                  <a:pt x="883" y="269"/>
                  <a:pt x="892" y="272"/>
                  <a:pt x="904" y="272"/>
                </a:cubicBezTo>
                <a:cubicBezTo>
                  <a:pt x="919" y="272"/>
                  <a:pt x="933" y="267"/>
                  <a:pt x="943" y="255"/>
                </a:cubicBezTo>
                <a:cubicBezTo>
                  <a:pt x="953" y="244"/>
                  <a:pt x="959" y="230"/>
                  <a:pt x="959" y="213"/>
                </a:cubicBezTo>
                <a:lnTo>
                  <a:pt x="959" y="193"/>
                </a:lnTo>
                <a:moveTo>
                  <a:pt x="1205" y="116"/>
                </a:moveTo>
                <a:cubicBezTo>
                  <a:pt x="1190" y="116"/>
                  <a:pt x="1177" y="122"/>
                  <a:pt x="1166" y="132"/>
                </a:cubicBezTo>
                <a:cubicBezTo>
                  <a:pt x="1155" y="143"/>
                  <a:pt x="1148" y="157"/>
                  <a:pt x="1146" y="175"/>
                </a:cubicBezTo>
                <a:lnTo>
                  <a:pt x="1255" y="175"/>
                </a:lnTo>
                <a:cubicBezTo>
                  <a:pt x="1255" y="157"/>
                  <a:pt x="1250" y="142"/>
                  <a:pt x="1242" y="132"/>
                </a:cubicBezTo>
                <a:cubicBezTo>
                  <a:pt x="1233" y="122"/>
                  <a:pt x="1220" y="116"/>
                  <a:pt x="1205" y="116"/>
                </a:cubicBezTo>
                <a:moveTo>
                  <a:pt x="674" y="116"/>
                </a:moveTo>
                <a:cubicBezTo>
                  <a:pt x="659" y="116"/>
                  <a:pt x="647" y="122"/>
                  <a:pt x="636" y="132"/>
                </a:cubicBezTo>
                <a:cubicBezTo>
                  <a:pt x="625" y="143"/>
                  <a:pt x="618" y="157"/>
                  <a:pt x="616" y="175"/>
                </a:cubicBezTo>
                <a:lnTo>
                  <a:pt x="726" y="175"/>
                </a:lnTo>
                <a:cubicBezTo>
                  <a:pt x="726" y="157"/>
                  <a:pt x="721" y="142"/>
                  <a:pt x="712" y="132"/>
                </a:cubicBezTo>
                <a:cubicBezTo>
                  <a:pt x="703" y="122"/>
                  <a:pt x="691" y="116"/>
                  <a:pt x="674" y="116"/>
                </a:cubicBezTo>
                <a:moveTo>
                  <a:pt x="1390" y="116"/>
                </a:moveTo>
                <a:cubicBezTo>
                  <a:pt x="1371" y="116"/>
                  <a:pt x="1355" y="123"/>
                  <a:pt x="1344" y="138"/>
                </a:cubicBezTo>
                <a:cubicBezTo>
                  <a:pt x="1333" y="153"/>
                  <a:pt x="1327" y="172"/>
                  <a:pt x="1327" y="197"/>
                </a:cubicBezTo>
                <a:cubicBezTo>
                  <a:pt x="1327" y="220"/>
                  <a:pt x="1332" y="238"/>
                  <a:pt x="1343" y="252"/>
                </a:cubicBezTo>
                <a:cubicBezTo>
                  <a:pt x="1354" y="265"/>
                  <a:pt x="1368" y="272"/>
                  <a:pt x="1387" y="272"/>
                </a:cubicBezTo>
                <a:cubicBezTo>
                  <a:pt x="1404" y="272"/>
                  <a:pt x="1419" y="266"/>
                  <a:pt x="1430" y="253"/>
                </a:cubicBezTo>
                <a:cubicBezTo>
                  <a:pt x="1442" y="240"/>
                  <a:pt x="1448" y="224"/>
                  <a:pt x="1448" y="204"/>
                </a:cubicBezTo>
                <a:lnTo>
                  <a:pt x="1448" y="174"/>
                </a:lnTo>
                <a:cubicBezTo>
                  <a:pt x="1448" y="158"/>
                  <a:pt x="1442" y="144"/>
                  <a:pt x="1431" y="133"/>
                </a:cubicBezTo>
                <a:cubicBezTo>
                  <a:pt x="1420" y="122"/>
                  <a:pt x="1407" y="116"/>
                  <a:pt x="1390" y="116"/>
                </a:cubicBezTo>
                <a:moveTo>
                  <a:pt x="254" y="116"/>
                </a:moveTo>
                <a:cubicBezTo>
                  <a:pt x="234" y="116"/>
                  <a:pt x="218" y="123"/>
                  <a:pt x="205" y="137"/>
                </a:cubicBezTo>
                <a:cubicBezTo>
                  <a:pt x="193" y="151"/>
                  <a:pt x="187" y="171"/>
                  <a:pt x="187" y="195"/>
                </a:cubicBezTo>
                <a:cubicBezTo>
                  <a:pt x="187" y="219"/>
                  <a:pt x="193" y="237"/>
                  <a:pt x="206" y="251"/>
                </a:cubicBezTo>
                <a:cubicBezTo>
                  <a:pt x="218" y="265"/>
                  <a:pt x="234" y="272"/>
                  <a:pt x="254" y="272"/>
                </a:cubicBezTo>
                <a:cubicBezTo>
                  <a:pt x="275" y="272"/>
                  <a:pt x="292" y="265"/>
                  <a:pt x="303" y="252"/>
                </a:cubicBezTo>
                <a:cubicBezTo>
                  <a:pt x="314" y="239"/>
                  <a:pt x="320" y="220"/>
                  <a:pt x="320" y="195"/>
                </a:cubicBezTo>
                <a:cubicBezTo>
                  <a:pt x="320" y="170"/>
                  <a:pt x="314" y="150"/>
                  <a:pt x="303" y="137"/>
                </a:cubicBezTo>
                <a:cubicBezTo>
                  <a:pt x="291" y="123"/>
                  <a:pt x="275" y="116"/>
                  <a:pt x="254" y="116"/>
                </a:cubicBezTo>
                <a:moveTo>
                  <a:pt x="570" y="92"/>
                </a:moveTo>
                <a:cubicBezTo>
                  <a:pt x="578" y="92"/>
                  <a:pt x="585" y="93"/>
                  <a:pt x="589" y="95"/>
                </a:cubicBezTo>
                <a:lnTo>
                  <a:pt x="589" y="126"/>
                </a:lnTo>
                <a:cubicBezTo>
                  <a:pt x="584" y="122"/>
                  <a:pt x="576" y="119"/>
                  <a:pt x="565" y="119"/>
                </a:cubicBezTo>
                <a:cubicBezTo>
                  <a:pt x="552" y="119"/>
                  <a:pt x="541" y="126"/>
                  <a:pt x="531" y="139"/>
                </a:cubicBezTo>
                <a:cubicBezTo>
                  <a:pt x="522" y="153"/>
                  <a:pt x="518" y="170"/>
                  <a:pt x="518" y="192"/>
                </a:cubicBezTo>
                <a:lnTo>
                  <a:pt x="518" y="293"/>
                </a:lnTo>
                <a:lnTo>
                  <a:pt x="488" y="293"/>
                </a:lnTo>
                <a:lnTo>
                  <a:pt x="488" y="95"/>
                </a:lnTo>
                <a:lnTo>
                  <a:pt x="518" y="95"/>
                </a:lnTo>
                <a:lnTo>
                  <a:pt x="518" y="136"/>
                </a:lnTo>
                <a:cubicBezTo>
                  <a:pt x="523" y="122"/>
                  <a:pt x="530" y="112"/>
                  <a:pt x="539" y="104"/>
                </a:cubicBezTo>
                <a:cubicBezTo>
                  <a:pt x="548" y="96"/>
                  <a:pt x="559" y="92"/>
                  <a:pt x="570" y="92"/>
                </a:cubicBezTo>
                <a:moveTo>
                  <a:pt x="460" y="92"/>
                </a:moveTo>
                <a:cubicBezTo>
                  <a:pt x="468" y="92"/>
                  <a:pt x="475" y="93"/>
                  <a:pt x="479" y="95"/>
                </a:cubicBezTo>
                <a:lnTo>
                  <a:pt x="479" y="126"/>
                </a:lnTo>
                <a:cubicBezTo>
                  <a:pt x="474" y="122"/>
                  <a:pt x="466" y="119"/>
                  <a:pt x="455" y="119"/>
                </a:cubicBezTo>
                <a:cubicBezTo>
                  <a:pt x="442" y="119"/>
                  <a:pt x="430" y="126"/>
                  <a:pt x="421" y="139"/>
                </a:cubicBezTo>
                <a:cubicBezTo>
                  <a:pt x="412" y="153"/>
                  <a:pt x="408" y="170"/>
                  <a:pt x="408" y="192"/>
                </a:cubicBezTo>
                <a:lnTo>
                  <a:pt x="408" y="293"/>
                </a:lnTo>
                <a:lnTo>
                  <a:pt x="378" y="293"/>
                </a:lnTo>
                <a:lnTo>
                  <a:pt x="378" y="95"/>
                </a:lnTo>
                <a:lnTo>
                  <a:pt x="408" y="95"/>
                </a:lnTo>
                <a:lnTo>
                  <a:pt x="408" y="136"/>
                </a:lnTo>
                <a:cubicBezTo>
                  <a:pt x="413" y="122"/>
                  <a:pt x="420" y="112"/>
                  <a:pt x="429" y="104"/>
                </a:cubicBezTo>
                <a:cubicBezTo>
                  <a:pt x="438" y="96"/>
                  <a:pt x="448" y="92"/>
                  <a:pt x="460" y="92"/>
                </a:cubicBezTo>
                <a:moveTo>
                  <a:pt x="1205" y="91"/>
                </a:moveTo>
                <a:cubicBezTo>
                  <a:pt x="1231" y="91"/>
                  <a:pt x="1250" y="99"/>
                  <a:pt x="1264" y="116"/>
                </a:cubicBezTo>
                <a:cubicBezTo>
                  <a:pt x="1279" y="133"/>
                  <a:pt x="1286" y="156"/>
                  <a:pt x="1286" y="185"/>
                </a:cubicBezTo>
                <a:lnTo>
                  <a:pt x="1286" y="202"/>
                </a:lnTo>
                <a:lnTo>
                  <a:pt x="1145" y="202"/>
                </a:lnTo>
                <a:cubicBezTo>
                  <a:pt x="1146" y="225"/>
                  <a:pt x="1152" y="242"/>
                  <a:pt x="1164" y="254"/>
                </a:cubicBezTo>
                <a:cubicBezTo>
                  <a:pt x="1175" y="266"/>
                  <a:pt x="1191" y="272"/>
                  <a:pt x="1211" y="272"/>
                </a:cubicBezTo>
                <a:cubicBezTo>
                  <a:pt x="1233" y="272"/>
                  <a:pt x="1254" y="265"/>
                  <a:pt x="1272" y="250"/>
                </a:cubicBezTo>
                <a:lnTo>
                  <a:pt x="1272" y="278"/>
                </a:lnTo>
                <a:cubicBezTo>
                  <a:pt x="1255" y="291"/>
                  <a:pt x="1232" y="298"/>
                  <a:pt x="1204" y="298"/>
                </a:cubicBezTo>
                <a:cubicBezTo>
                  <a:pt x="1176" y="298"/>
                  <a:pt x="1154" y="289"/>
                  <a:pt x="1138" y="270"/>
                </a:cubicBezTo>
                <a:cubicBezTo>
                  <a:pt x="1123" y="252"/>
                  <a:pt x="1115" y="227"/>
                  <a:pt x="1115" y="195"/>
                </a:cubicBezTo>
                <a:cubicBezTo>
                  <a:pt x="1115" y="165"/>
                  <a:pt x="1123" y="140"/>
                  <a:pt x="1141" y="120"/>
                </a:cubicBezTo>
                <a:cubicBezTo>
                  <a:pt x="1158" y="101"/>
                  <a:pt x="1179" y="91"/>
                  <a:pt x="1205" y="91"/>
                </a:cubicBezTo>
                <a:moveTo>
                  <a:pt x="920" y="91"/>
                </a:moveTo>
                <a:cubicBezTo>
                  <a:pt x="966" y="91"/>
                  <a:pt x="989" y="115"/>
                  <a:pt x="989" y="164"/>
                </a:cubicBezTo>
                <a:lnTo>
                  <a:pt x="989" y="293"/>
                </a:lnTo>
                <a:lnTo>
                  <a:pt x="959" y="293"/>
                </a:lnTo>
                <a:lnTo>
                  <a:pt x="959" y="262"/>
                </a:lnTo>
                <a:lnTo>
                  <a:pt x="958" y="262"/>
                </a:lnTo>
                <a:cubicBezTo>
                  <a:pt x="944" y="286"/>
                  <a:pt x="924" y="298"/>
                  <a:pt x="897" y="298"/>
                </a:cubicBezTo>
                <a:cubicBezTo>
                  <a:pt x="878" y="298"/>
                  <a:pt x="862" y="293"/>
                  <a:pt x="851" y="282"/>
                </a:cubicBezTo>
                <a:cubicBezTo>
                  <a:pt x="840" y="272"/>
                  <a:pt x="834" y="258"/>
                  <a:pt x="834" y="241"/>
                </a:cubicBezTo>
                <a:cubicBezTo>
                  <a:pt x="834" y="204"/>
                  <a:pt x="856" y="183"/>
                  <a:pt x="899" y="177"/>
                </a:cubicBezTo>
                <a:lnTo>
                  <a:pt x="959" y="168"/>
                </a:lnTo>
                <a:cubicBezTo>
                  <a:pt x="959" y="134"/>
                  <a:pt x="945" y="116"/>
                  <a:pt x="918" y="116"/>
                </a:cubicBezTo>
                <a:cubicBezTo>
                  <a:pt x="894" y="116"/>
                  <a:pt x="872" y="125"/>
                  <a:pt x="853" y="141"/>
                </a:cubicBezTo>
                <a:lnTo>
                  <a:pt x="853" y="110"/>
                </a:lnTo>
                <a:cubicBezTo>
                  <a:pt x="873" y="97"/>
                  <a:pt x="895" y="91"/>
                  <a:pt x="920" y="91"/>
                </a:cubicBezTo>
                <a:moveTo>
                  <a:pt x="675" y="91"/>
                </a:moveTo>
                <a:cubicBezTo>
                  <a:pt x="701" y="91"/>
                  <a:pt x="721" y="99"/>
                  <a:pt x="735" y="116"/>
                </a:cubicBezTo>
                <a:cubicBezTo>
                  <a:pt x="749" y="133"/>
                  <a:pt x="756" y="156"/>
                  <a:pt x="756" y="185"/>
                </a:cubicBezTo>
                <a:lnTo>
                  <a:pt x="756" y="202"/>
                </a:lnTo>
                <a:lnTo>
                  <a:pt x="615" y="202"/>
                </a:lnTo>
                <a:cubicBezTo>
                  <a:pt x="616" y="225"/>
                  <a:pt x="622" y="242"/>
                  <a:pt x="634" y="254"/>
                </a:cubicBezTo>
                <a:cubicBezTo>
                  <a:pt x="645" y="266"/>
                  <a:pt x="661" y="272"/>
                  <a:pt x="680" y="272"/>
                </a:cubicBezTo>
                <a:cubicBezTo>
                  <a:pt x="704" y="272"/>
                  <a:pt x="725" y="265"/>
                  <a:pt x="743" y="250"/>
                </a:cubicBezTo>
                <a:lnTo>
                  <a:pt x="743" y="278"/>
                </a:lnTo>
                <a:cubicBezTo>
                  <a:pt x="725" y="291"/>
                  <a:pt x="703" y="298"/>
                  <a:pt x="673" y="298"/>
                </a:cubicBezTo>
                <a:cubicBezTo>
                  <a:pt x="646" y="298"/>
                  <a:pt x="624" y="289"/>
                  <a:pt x="608" y="270"/>
                </a:cubicBezTo>
                <a:cubicBezTo>
                  <a:pt x="592" y="252"/>
                  <a:pt x="584" y="227"/>
                  <a:pt x="584" y="195"/>
                </a:cubicBezTo>
                <a:cubicBezTo>
                  <a:pt x="584" y="165"/>
                  <a:pt x="593" y="140"/>
                  <a:pt x="610" y="120"/>
                </a:cubicBezTo>
                <a:cubicBezTo>
                  <a:pt x="628" y="101"/>
                  <a:pt x="649" y="91"/>
                  <a:pt x="675" y="91"/>
                </a:cubicBezTo>
                <a:moveTo>
                  <a:pt x="257" y="91"/>
                </a:moveTo>
                <a:cubicBezTo>
                  <a:pt x="286" y="91"/>
                  <a:pt x="309" y="100"/>
                  <a:pt x="325" y="118"/>
                </a:cubicBezTo>
                <a:cubicBezTo>
                  <a:pt x="342" y="136"/>
                  <a:pt x="350" y="161"/>
                  <a:pt x="350" y="194"/>
                </a:cubicBezTo>
                <a:cubicBezTo>
                  <a:pt x="350" y="225"/>
                  <a:pt x="341" y="250"/>
                  <a:pt x="323" y="269"/>
                </a:cubicBezTo>
                <a:cubicBezTo>
                  <a:pt x="305" y="288"/>
                  <a:pt x="282" y="298"/>
                  <a:pt x="252" y="298"/>
                </a:cubicBezTo>
                <a:cubicBezTo>
                  <a:pt x="224" y="298"/>
                  <a:pt x="200" y="288"/>
                  <a:pt x="183" y="270"/>
                </a:cubicBezTo>
                <a:cubicBezTo>
                  <a:pt x="166" y="251"/>
                  <a:pt x="157" y="227"/>
                  <a:pt x="157" y="197"/>
                </a:cubicBezTo>
                <a:cubicBezTo>
                  <a:pt x="157" y="164"/>
                  <a:pt x="166" y="138"/>
                  <a:pt x="184" y="119"/>
                </a:cubicBezTo>
                <a:cubicBezTo>
                  <a:pt x="202" y="100"/>
                  <a:pt x="226" y="91"/>
                  <a:pt x="257" y="91"/>
                </a:cubicBezTo>
                <a:moveTo>
                  <a:pt x="102" y="91"/>
                </a:moveTo>
                <a:cubicBezTo>
                  <a:pt x="119" y="91"/>
                  <a:pt x="134" y="94"/>
                  <a:pt x="148" y="100"/>
                </a:cubicBezTo>
                <a:lnTo>
                  <a:pt x="148" y="132"/>
                </a:lnTo>
                <a:cubicBezTo>
                  <a:pt x="133" y="121"/>
                  <a:pt x="117" y="116"/>
                  <a:pt x="101" y="116"/>
                </a:cubicBezTo>
                <a:cubicBezTo>
                  <a:pt x="80" y="116"/>
                  <a:pt x="64" y="123"/>
                  <a:pt x="50" y="138"/>
                </a:cubicBezTo>
                <a:cubicBezTo>
                  <a:pt x="37" y="153"/>
                  <a:pt x="31" y="172"/>
                  <a:pt x="31" y="196"/>
                </a:cubicBezTo>
                <a:cubicBezTo>
                  <a:pt x="31" y="219"/>
                  <a:pt x="37" y="238"/>
                  <a:pt x="49" y="252"/>
                </a:cubicBezTo>
                <a:cubicBezTo>
                  <a:pt x="61" y="265"/>
                  <a:pt x="77" y="272"/>
                  <a:pt x="98" y="272"/>
                </a:cubicBezTo>
                <a:cubicBezTo>
                  <a:pt x="116" y="272"/>
                  <a:pt x="132" y="267"/>
                  <a:pt x="148" y="255"/>
                </a:cubicBezTo>
                <a:lnTo>
                  <a:pt x="148" y="284"/>
                </a:lnTo>
                <a:cubicBezTo>
                  <a:pt x="132" y="293"/>
                  <a:pt x="114" y="298"/>
                  <a:pt x="94" y="298"/>
                </a:cubicBezTo>
                <a:cubicBezTo>
                  <a:pt x="66" y="298"/>
                  <a:pt x="44" y="289"/>
                  <a:pt x="26" y="271"/>
                </a:cubicBezTo>
                <a:cubicBezTo>
                  <a:pt x="9" y="252"/>
                  <a:pt x="0" y="229"/>
                  <a:pt x="0" y="199"/>
                </a:cubicBezTo>
                <a:cubicBezTo>
                  <a:pt x="0" y="166"/>
                  <a:pt x="10" y="140"/>
                  <a:pt x="28" y="120"/>
                </a:cubicBezTo>
                <a:cubicBezTo>
                  <a:pt x="46" y="101"/>
                  <a:pt x="71" y="91"/>
                  <a:pt x="102" y="91"/>
                </a:cubicBezTo>
                <a:moveTo>
                  <a:pt x="1062" y="36"/>
                </a:moveTo>
                <a:lnTo>
                  <a:pt x="1062" y="95"/>
                </a:lnTo>
                <a:lnTo>
                  <a:pt x="1112" y="95"/>
                </a:lnTo>
                <a:lnTo>
                  <a:pt x="1112" y="121"/>
                </a:lnTo>
                <a:lnTo>
                  <a:pt x="1062" y="121"/>
                </a:lnTo>
                <a:lnTo>
                  <a:pt x="1062" y="234"/>
                </a:lnTo>
                <a:cubicBezTo>
                  <a:pt x="1062" y="249"/>
                  <a:pt x="1064" y="258"/>
                  <a:pt x="1069" y="264"/>
                </a:cubicBezTo>
                <a:cubicBezTo>
                  <a:pt x="1074" y="269"/>
                  <a:pt x="1081" y="272"/>
                  <a:pt x="1092" y="272"/>
                </a:cubicBezTo>
                <a:cubicBezTo>
                  <a:pt x="1099" y="272"/>
                  <a:pt x="1106" y="270"/>
                  <a:pt x="1112" y="265"/>
                </a:cubicBezTo>
                <a:lnTo>
                  <a:pt x="1112" y="291"/>
                </a:lnTo>
                <a:cubicBezTo>
                  <a:pt x="1105" y="295"/>
                  <a:pt x="1095" y="297"/>
                  <a:pt x="1083" y="297"/>
                </a:cubicBezTo>
                <a:cubicBezTo>
                  <a:pt x="1049" y="297"/>
                  <a:pt x="1032" y="278"/>
                  <a:pt x="1032" y="240"/>
                </a:cubicBezTo>
                <a:lnTo>
                  <a:pt x="1032" y="121"/>
                </a:lnTo>
                <a:lnTo>
                  <a:pt x="998" y="121"/>
                </a:lnTo>
                <a:lnTo>
                  <a:pt x="998" y="95"/>
                </a:lnTo>
                <a:lnTo>
                  <a:pt x="1032" y="95"/>
                </a:lnTo>
                <a:lnTo>
                  <a:pt x="1032" y="46"/>
                </a:lnTo>
                <a:lnTo>
                  <a:pt x="1062" y="36"/>
                </a:lnTo>
                <a:moveTo>
                  <a:pt x="1448" y="0"/>
                </a:moveTo>
                <a:lnTo>
                  <a:pt x="1477" y="0"/>
                </a:lnTo>
                <a:lnTo>
                  <a:pt x="1477" y="293"/>
                </a:lnTo>
                <a:lnTo>
                  <a:pt x="1448" y="293"/>
                </a:lnTo>
                <a:lnTo>
                  <a:pt x="1448" y="259"/>
                </a:lnTo>
                <a:lnTo>
                  <a:pt x="1447" y="259"/>
                </a:lnTo>
                <a:cubicBezTo>
                  <a:pt x="1432" y="285"/>
                  <a:pt x="1409" y="298"/>
                  <a:pt x="1378" y="298"/>
                </a:cubicBezTo>
                <a:cubicBezTo>
                  <a:pt x="1354" y="298"/>
                  <a:pt x="1334" y="289"/>
                  <a:pt x="1319" y="271"/>
                </a:cubicBezTo>
                <a:cubicBezTo>
                  <a:pt x="1304" y="253"/>
                  <a:pt x="1297" y="229"/>
                  <a:pt x="1297" y="199"/>
                </a:cubicBezTo>
                <a:cubicBezTo>
                  <a:pt x="1297" y="166"/>
                  <a:pt x="1305" y="140"/>
                  <a:pt x="1321" y="120"/>
                </a:cubicBezTo>
                <a:cubicBezTo>
                  <a:pt x="1338" y="101"/>
                  <a:pt x="1360" y="91"/>
                  <a:pt x="1387" y="91"/>
                </a:cubicBezTo>
                <a:cubicBezTo>
                  <a:pt x="1414" y="91"/>
                  <a:pt x="1434" y="101"/>
                  <a:pt x="1447" y="123"/>
                </a:cubicBezTo>
                <a:lnTo>
                  <a:pt x="1448" y="123"/>
                </a:lnTo>
                <a:lnTo>
                  <a:pt x="1448" y="0"/>
                </a:lnTo>
                <a:moveTo>
                  <a:pt x="781" y="0"/>
                </a:moveTo>
                <a:lnTo>
                  <a:pt x="811" y="0"/>
                </a:lnTo>
                <a:lnTo>
                  <a:pt x="811" y="293"/>
                </a:lnTo>
                <a:lnTo>
                  <a:pt x="781" y="293"/>
                </a:lnTo>
                <a:lnTo>
                  <a:pt x="781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75" name=""/>
          <p:cNvSpPr/>
          <p:nvPr/>
        </p:nvSpPr>
        <p:spPr>
          <a:xfrm>
            <a:off x="1135080" y="2599560"/>
            <a:ext cx="224280" cy="106920"/>
          </a:xfrm>
          <a:custGeom>
            <a:avLst/>
            <a:gdLst/>
            <a:ahLst/>
            <a:rect l="0" t="0" r="r" b="b"/>
            <a:pathLst>
              <a:path w="623" h="297">
                <a:moveTo>
                  <a:pt x="287" y="95"/>
                </a:moveTo>
                <a:lnTo>
                  <a:pt x="317" y="95"/>
                </a:lnTo>
                <a:lnTo>
                  <a:pt x="317" y="293"/>
                </a:lnTo>
                <a:lnTo>
                  <a:pt x="287" y="293"/>
                </a:lnTo>
                <a:lnTo>
                  <a:pt x="287" y="95"/>
                </a:lnTo>
                <a:moveTo>
                  <a:pt x="0" y="95"/>
                </a:moveTo>
                <a:lnTo>
                  <a:pt x="32" y="95"/>
                </a:lnTo>
                <a:lnTo>
                  <a:pt x="73" y="245"/>
                </a:lnTo>
                <a:cubicBezTo>
                  <a:pt x="75" y="250"/>
                  <a:pt x="76" y="256"/>
                  <a:pt x="76" y="263"/>
                </a:cubicBezTo>
                <a:lnTo>
                  <a:pt x="78" y="263"/>
                </a:lnTo>
                <a:cubicBezTo>
                  <a:pt x="78" y="257"/>
                  <a:pt x="79" y="251"/>
                  <a:pt x="81" y="245"/>
                </a:cubicBezTo>
                <a:lnTo>
                  <a:pt x="127" y="95"/>
                </a:lnTo>
                <a:lnTo>
                  <a:pt x="155" y="95"/>
                </a:lnTo>
                <a:lnTo>
                  <a:pt x="196" y="246"/>
                </a:lnTo>
                <a:cubicBezTo>
                  <a:pt x="197" y="249"/>
                  <a:pt x="198" y="255"/>
                  <a:pt x="199" y="263"/>
                </a:cubicBezTo>
                <a:lnTo>
                  <a:pt x="201" y="263"/>
                </a:lnTo>
                <a:cubicBezTo>
                  <a:pt x="201" y="258"/>
                  <a:pt x="202" y="252"/>
                  <a:pt x="204" y="246"/>
                </a:cubicBezTo>
                <a:lnTo>
                  <a:pt x="245" y="95"/>
                </a:lnTo>
                <a:lnTo>
                  <a:pt x="276" y="95"/>
                </a:lnTo>
                <a:lnTo>
                  <a:pt x="215" y="293"/>
                </a:lnTo>
                <a:lnTo>
                  <a:pt x="184" y="293"/>
                </a:lnTo>
                <a:lnTo>
                  <a:pt x="143" y="150"/>
                </a:lnTo>
                <a:cubicBezTo>
                  <a:pt x="141" y="145"/>
                  <a:pt x="140" y="139"/>
                  <a:pt x="140" y="132"/>
                </a:cubicBezTo>
                <a:lnTo>
                  <a:pt x="139" y="132"/>
                </a:lnTo>
                <a:cubicBezTo>
                  <a:pt x="139" y="135"/>
                  <a:pt x="138" y="141"/>
                  <a:pt x="135" y="149"/>
                </a:cubicBezTo>
                <a:lnTo>
                  <a:pt x="90" y="293"/>
                </a:lnTo>
                <a:lnTo>
                  <a:pt x="60" y="293"/>
                </a:lnTo>
                <a:lnTo>
                  <a:pt x="0" y="95"/>
                </a:lnTo>
                <a:moveTo>
                  <a:pt x="395" y="37"/>
                </a:moveTo>
                <a:lnTo>
                  <a:pt x="395" y="95"/>
                </a:lnTo>
                <a:lnTo>
                  <a:pt x="445" y="95"/>
                </a:lnTo>
                <a:lnTo>
                  <a:pt x="445" y="121"/>
                </a:lnTo>
                <a:lnTo>
                  <a:pt x="395" y="121"/>
                </a:lnTo>
                <a:lnTo>
                  <a:pt x="395" y="234"/>
                </a:lnTo>
                <a:cubicBezTo>
                  <a:pt x="395" y="249"/>
                  <a:pt x="397" y="258"/>
                  <a:pt x="402" y="264"/>
                </a:cubicBezTo>
                <a:cubicBezTo>
                  <a:pt x="406" y="269"/>
                  <a:pt x="414" y="272"/>
                  <a:pt x="424" y="272"/>
                </a:cubicBezTo>
                <a:cubicBezTo>
                  <a:pt x="432" y="272"/>
                  <a:pt x="439" y="270"/>
                  <a:pt x="445" y="265"/>
                </a:cubicBezTo>
                <a:lnTo>
                  <a:pt x="445" y="291"/>
                </a:lnTo>
                <a:cubicBezTo>
                  <a:pt x="437" y="295"/>
                  <a:pt x="428" y="297"/>
                  <a:pt x="416" y="297"/>
                </a:cubicBezTo>
                <a:cubicBezTo>
                  <a:pt x="382" y="297"/>
                  <a:pt x="365" y="278"/>
                  <a:pt x="365" y="240"/>
                </a:cubicBezTo>
                <a:lnTo>
                  <a:pt x="365" y="121"/>
                </a:lnTo>
                <a:lnTo>
                  <a:pt x="331" y="121"/>
                </a:lnTo>
                <a:lnTo>
                  <a:pt x="331" y="95"/>
                </a:lnTo>
                <a:lnTo>
                  <a:pt x="365" y="95"/>
                </a:lnTo>
                <a:lnTo>
                  <a:pt x="365" y="47"/>
                </a:lnTo>
                <a:lnTo>
                  <a:pt x="395" y="37"/>
                </a:lnTo>
                <a:moveTo>
                  <a:pt x="303" y="3"/>
                </a:moveTo>
                <a:cubicBezTo>
                  <a:pt x="308" y="3"/>
                  <a:pt x="313" y="5"/>
                  <a:pt x="317" y="9"/>
                </a:cubicBezTo>
                <a:cubicBezTo>
                  <a:pt x="321" y="13"/>
                  <a:pt x="323" y="18"/>
                  <a:pt x="323" y="23"/>
                </a:cubicBezTo>
                <a:cubicBezTo>
                  <a:pt x="323" y="29"/>
                  <a:pt x="321" y="34"/>
                  <a:pt x="317" y="38"/>
                </a:cubicBezTo>
                <a:cubicBezTo>
                  <a:pt x="313" y="42"/>
                  <a:pt x="308" y="44"/>
                  <a:pt x="303" y="44"/>
                </a:cubicBezTo>
                <a:cubicBezTo>
                  <a:pt x="297" y="44"/>
                  <a:pt x="293" y="42"/>
                  <a:pt x="289" y="38"/>
                </a:cubicBezTo>
                <a:cubicBezTo>
                  <a:pt x="285" y="35"/>
                  <a:pt x="283" y="29"/>
                  <a:pt x="283" y="23"/>
                </a:cubicBezTo>
                <a:cubicBezTo>
                  <a:pt x="283" y="17"/>
                  <a:pt x="285" y="13"/>
                  <a:pt x="289" y="9"/>
                </a:cubicBezTo>
                <a:cubicBezTo>
                  <a:pt x="293" y="5"/>
                  <a:pt x="297" y="3"/>
                  <a:pt x="303" y="3"/>
                </a:cubicBezTo>
                <a:moveTo>
                  <a:pt x="461" y="0"/>
                </a:moveTo>
                <a:lnTo>
                  <a:pt x="491" y="0"/>
                </a:lnTo>
                <a:lnTo>
                  <a:pt x="491" y="129"/>
                </a:lnTo>
                <a:cubicBezTo>
                  <a:pt x="507" y="103"/>
                  <a:pt x="528" y="91"/>
                  <a:pt x="557" y="91"/>
                </a:cubicBezTo>
                <a:cubicBezTo>
                  <a:pt x="601" y="91"/>
                  <a:pt x="623" y="118"/>
                  <a:pt x="623" y="171"/>
                </a:cubicBezTo>
                <a:lnTo>
                  <a:pt x="623" y="293"/>
                </a:lnTo>
                <a:lnTo>
                  <a:pt x="594" y="293"/>
                </a:lnTo>
                <a:lnTo>
                  <a:pt x="594" y="179"/>
                </a:lnTo>
                <a:cubicBezTo>
                  <a:pt x="594" y="137"/>
                  <a:pt x="578" y="116"/>
                  <a:pt x="546" y="116"/>
                </a:cubicBezTo>
                <a:cubicBezTo>
                  <a:pt x="531" y="116"/>
                  <a:pt x="517" y="122"/>
                  <a:pt x="507" y="134"/>
                </a:cubicBezTo>
                <a:cubicBezTo>
                  <a:pt x="496" y="147"/>
                  <a:pt x="491" y="162"/>
                  <a:pt x="491" y="181"/>
                </a:cubicBezTo>
                <a:lnTo>
                  <a:pt x="491" y="293"/>
                </a:lnTo>
                <a:lnTo>
                  <a:pt x="461" y="293"/>
                </a:lnTo>
                <a:lnTo>
                  <a:pt x="461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76" name=""/>
          <p:cNvSpPr/>
          <p:nvPr/>
        </p:nvSpPr>
        <p:spPr>
          <a:xfrm>
            <a:off x="1416240" y="2599560"/>
            <a:ext cx="410760" cy="138960"/>
          </a:xfrm>
          <a:custGeom>
            <a:avLst/>
            <a:gdLst/>
            <a:ahLst/>
            <a:rect l="0" t="0" r="r" b="b"/>
            <a:pathLst>
              <a:path w="1141" h="386">
                <a:moveTo>
                  <a:pt x="1047" y="192"/>
                </a:moveTo>
                <a:lnTo>
                  <a:pt x="999" y="198"/>
                </a:lnTo>
                <a:cubicBezTo>
                  <a:pt x="983" y="200"/>
                  <a:pt x="972" y="204"/>
                  <a:pt x="964" y="209"/>
                </a:cubicBezTo>
                <a:cubicBezTo>
                  <a:pt x="957" y="215"/>
                  <a:pt x="954" y="224"/>
                  <a:pt x="954" y="238"/>
                </a:cubicBezTo>
                <a:cubicBezTo>
                  <a:pt x="954" y="248"/>
                  <a:pt x="957" y="256"/>
                  <a:pt x="964" y="262"/>
                </a:cubicBezTo>
                <a:cubicBezTo>
                  <a:pt x="971" y="268"/>
                  <a:pt x="980" y="271"/>
                  <a:pt x="992" y="271"/>
                </a:cubicBezTo>
                <a:cubicBezTo>
                  <a:pt x="1008" y="271"/>
                  <a:pt x="1021" y="266"/>
                  <a:pt x="1031" y="254"/>
                </a:cubicBezTo>
                <a:cubicBezTo>
                  <a:pt x="1042" y="243"/>
                  <a:pt x="1047" y="229"/>
                  <a:pt x="1047" y="212"/>
                </a:cubicBezTo>
                <a:lnTo>
                  <a:pt x="1047" y="192"/>
                </a:lnTo>
                <a:moveTo>
                  <a:pt x="94" y="115"/>
                </a:moveTo>
                <a:cubicBezTo>
                  <a:pt x="75" y="115"/>
                  <a:pt x="61" y="122"/>
                  <a:pt x="48" y="134"/>
                </a:cubicBezTo>
                <a:cubicBezTo>
                  <a:pt x="36" y="147"/>
                  <a:pt x="30" y="164"/>
                  <a:pt x="30" y="183"/>
                </a:cubicBezTo>
                <a:lnTo>
                  <a:pt x="30" y="212"/>
                </a:lnTo>
                <a:cubicBezTo>
                  <a:pt x="30" y="228"/>
                  <a:pt x="36" y="242"/>
                  <a:pt x="47" y="254"/>
                </a:cubicBezTo>
                <a:cubicBezTo>
                  <a:pt x="59" y="266"/>
                  <a:pt x="73" y="271"/>
                  <a:pt x="89" y="271"/>
                </a:cubicBezTo>
                <a:cubicBezTo>
                  <a:pt x="108" y="271"/>
                  <a:pt x="124" y="264"/>
                  <a:pt x="135" y="249"/>
                </a:cubicBezTo>
                <a:cubicBezTo>
                  <a:pt x="146" y="234"/>
                  <a:pt x="151" y="213"/>
                  <a:pt x="151" y="186"/>
                </a:cubicBezTo>
                <a:cubicBezTo>
                  <a:pt x="151" y="165"/>
                  <a:pt x="146" y="147"/>
                  <a:pt x="136" y="134"/>
                </a:cubicBezTo>
                <a:cubicBezTo>
                  <a:pt x="125" y="122"/>
                  <a:pt x="111" y="115"/>
                  <a:pt x="94" y="115"/>
                </a:cubicBezTo>
                <a:moveTo>
                  <a:pt x="713" y="94"/>
                </a:moveTo>
                <a:lnTo>
                  <a:pt x="743" y="94"/>
                </a:lnTo>
                <a:lnTo>
                  <a:pt x="743" y="293"/>
                </a:lnTo>
                <a:lnTo>
                  <a:pt x="713" y="293"/>
                </a:lnTo>
                <a:lnTo>
                  <a:pt x="713" y="94"/>
                </a:lnTo>
                <a:moveTo>
                  <a:pt x="378" y="94"/>
                </a:moveTo>
                <a:lnTo>
                  <a:pt x="411" y="94"/>
                </a:lnTo>
                <a:lnTo>
                  <a:pt x="466" y="249"/>
                </a:lnTo>
                <a:cubicBezTo>
                  <a:pt x="466" y="250"/>
                  <a:pt x="468" y="254"/>
                  <a:pt x="470" y="263"/>
                </a:cubicBezTo>
                <a:lnTo>
                  <a:pt x="471" y="263"/>
                </a:lnTo>
                <a:lnTo>
                  <a:pt x="475" y="249"/>
                </a:lnTo>
                <a:lnTo>
                  <a:pt x="532" y="94"/>
                </a:lnTo>
                <a:lnTo>
                  <a:pt x="563" y="94"/>
                </a:lnTo>
                <a:lnTo>
                  <a:pt x="472" y="326"/>
                </a:lnTo>
                <a:cubicBezTo>
                  <a:pt x="455" y="366"/>
                  <a:pt x="433" y="386"/>
                  <a:pt x="405" y="386"/>
                </a:cubicBezTo>
                <a:cubicBezTo>
                  <a:pt x="398" y="386"/>
                  <a:pt x="391" y="385"/>
                  <a:pt x="385" y="384"/>
                </a:cubicBezTo>
                <a:lnTo>
                  <a:pt x="385" y="356"/>
                </a:lnTo>
                <a:cubicBezTo>
                  <a:pt x="391" y="359"/>
                  <a:pt x="398" y="360"/>
                  <a:pt x="403" y="360"/>
                </a:cubicBezTo>
                <a:cubicBezTo>
                  <a:pt x="419" y="360"/>
                  <a:pt x="431" y="350"/>
                  <a:pt x="439" y="331"/>
                </a:cubicBezTo>
                <a:lnTo>
                  <a:pt x="455" y="293"/>
                </a:lnTo>
                <a:lnTo>
                  <a:pt x="378" y="94"/>
                </a:lnTo>
                <a:moveTo>
                  <a:pt x="1008" y="90"/>
                </a:moveTo>
                <a:cubicBezTo>
                  <a:pt x="1054" y="90"/>
                  <a:pt x="1077" y="114"/>
                  <a:pt x="1077" y="163"/>
                </a:cubicBezTo>
                <a:lnTo>
                  <a:pt x="1077" y="293"/>
                </a:lnTo>
                <a:lnTo>
                  <a:pt x="1047" y="293"/>
                </a:lnTo>
                <a:lnTo>
                  <a:pt x="1047" y="261"/>
                </a:lnTo>
                <a:lnTo>
                  <a:pt x="1046" y="261"/>
                </a:lnTo>
                <a:cubicBezTo>
                  <a:pt x="1033" y="285"/>
                  <a:pt x="1012" y="298"/>
                  <a:pt x="985" y="298"/>
                </a:cubicBezTo>
                <a:cubicBezTo>
                  <a:pt x="966" y="298"/>
                  <a:pt x="951" y="293"/>
                  <a:pt x="939" y="281"/>
                </a:cubicBezTo>
                <a:cubicBezTo>
                  <a:pt x="928" y="271"/>
                  <a:pt x="922" y="257"/>
                  <a:pt x="922" y="240"/>
                </a:cubicBezTo>
                <a:cubicBezTo>
                  <a:pt x="922" y="203"/>
                  <a:pt x="944" y="182"/>
                  <a:pt x="987" y="176"/>
                </a:cubicBezTo>
                <a:lnTo>
                  <a:pt x="1047" y="167"/>
                </a:lnTo>
                <a:cubicBezTo>
                  <a:pt x="1047" y="133"/>
                  <a:pt x="1033" y="115"/>
                  <a:pt x="1006" y="115"/>
                </a:cubicBezTo>
                <a:cubicBezTo>
                  <a:pt x="982" y="115"/>
                  <a:pt x="961" y="124"/>
                  <a:pt x="942" y="140"/>
                </a:cubicBezTo>
                <a:lnTo>
                  <a:pt x="942" y="109"/>
                </a:lnTo>
                <a:cubicBezTo>
                  <a:pt x="961" y="96"/>
                  <a:pt x="983" y="90"/>
                  <a:pt x="1008" y="90"/>
                </a:cubicBezTo>
                <a:moveTo>
                  <a:pt x="869" y="90"/>
                </a:moveTo>
                <a:cubicBezTo>
                  <a:pt x="886" y="90"/>
                  <a:pt x="901" y="93"/>
                  <a:pt x="914" y="99"/>
                </a:cubicBezTo>
                <a:lnTo>
                  <a:pt x="914" y="131"/>
                </a:lnTo>
                <a:cubicBezTo>
                  <a:pt x="900" y="120"/>
                  <a:pt x="884" y="115"/>
                  <a:pt x="867" y="115"/>
                </a:cubicBezTo>
                <a:cubicBezTo>
                  <a:pt x="847" y="115"/>
                  <a:pt x="830" y="122"/>
                  <a:pt x="817" y="137"/>
                </a:cubicBezTo>
                <a:cubicBezTo>
                  <a:pt x="804" y="152"/>
                  <a:pt x="797" y="171"/>
                  <a:pt x="797" y="195"/>
                </a:cubicBezTo>
                <a:cubicBezTo>
                  <a:pt x="797" y="218"/>
                  <a:pt x="803" y="237"/>
                  <a:pt x="816" y="251"/>
                </a:cubicBezTo>
                <a:cubicBezTo>
                  <a:pt x="828" y="264"/>
                  <a:pt x="844" y="271"/>
                  <a:pt x="865" y="271"/>
                </a:cubicBezTo>
                <a:cubicBezTo>
                  <a:pt x="883" y="271"/>
                  <a:pt x="899" y="266"/>
                  <a:pt x="914" y="254"/>
                </a:cubicBezTo>
                <a:lnTo>
                  <a:pt x="914" y="283"/>
                </a:lnTo>
                <a:cubicBezTo>
                  <a:pt x="899" y="293"/>
                  <a:pt x="881" y="298"/>
                  <a:pt x="861" y="298"/>
                </a:cubicBezTo>
                <a:cubicBezTo>
                  <a:pt x="833" y="298"/>
                  <a:pt x="811" y="289"/>
                  <a:pt x="793" y="270"/>
                </a:cubicBezTo>
                <a:cubicBezTo>
                  <a:pt x="776" y="251"/>
                  <a:pt x="767" y="228"/>
                  <a:pt x="767" y="198"/>
                </a:cubicBezTo>
                <a:cubicBezTo>
                  <a:pt x="767" y="165"/>
                  <a:pt x="776" y="139"/>
                  <a:pt x="795" y="119"/>
                </a:cubicBezTo>
                <a:cubicBezTo>
                  <a:pt x="813" y="100"/>
                  <a:pt x="838" y="90"/>
                  <a:pt x="869" y="90"/>
                </a:cubicBezTo>
                <a:moveTo>
                  <a:pt x="636" y="90"/>
                </a:moveTo>
                <a:cubicBezTo>
                  <a:pt x="653" y="90"/>
                  <a:pt x="668" y="93"/>
                  <a:pt x="682" y="99"/>
                </a:cubicBezTo>
                <a:lnTo>
                  <a:pt x="682" y="130"/>
                </a:lnTo>
                <a:cubicBezTo>
                  <a:pt x="667" y="120"/>
                  <a:pt x="650" y="115"/>
                  <a:pt x="631" y="115"/>
                </a:cubicBezTo>
                <a:cubicBezTo>
                  <a:pt x="619" y="115"/>
                  <a:pt x="609" y="118"/>
                  <a:pt x="602" y="124"/>
                </a:cubicBezTo>
                <a:cubicBezTo>
                  <a:pt x="595" y="129"/>
                  <a:pt x="592" y="136"/>
                  <a:pt x="592" y="144"/>
                </a:cubicBezTo>
                <a:cubicBezTo>
                  <a:pt x="592" y="153"/>
                  <a:pt x="594" y="159"/>
                  <a:pt x="600" y="164"/>
                </a:cubicBezTo>
                <a:cubicBezTo>
                  <a:pt x="605" y="169"/>
                  <a:pt x="616" y="174"/>
                  <a:pt x="634" y="182"/>
                </a:cubicBezTo>
                <a:cubicBezTo>
                  <a:pt x="657" y="191"/>
                  <a:pt x="672" y="200"/>
                  <a:pt x="680" y="208"/>
                </a:cubicBezTo>
                <a:cubicBezTo>
                  <a:pt x="687" y="217"/>
                  <a:pt x="690" y="227"/>
                  <a:pt x="690" y="240"/>
                </a:cubicBezTo>
                <a:cubicBezTo>
                  <a:pt x="690" y="257"/>
                  <a:pt x="683" y="271"/>
                  <a:pt x="668" y="281"/>
                </a:cubicBezTo>
                <a:cubicBezTo>
                  <a:pt x="654" y="293"/>
                  <a:pt x="636" y="298"/>
                  <a:pt x="613" y="298"/>
                </a:cubicBezTo>
                <a:cubicBezTo>
                  <a:pt x="593" y="298"/>
                  <a:pt x="575" y="294"/>
                  <a:pt x="561" y="285"/>
                </a:cubicBezTo>
                <a:lnTo>
                  <a:pt x="561" y="252"/>
                </a:lnTo>
                <a:cubicBezTo>
                  <a:pt x="578" y="264"/>
                  <a:pt x="597" y="271"/>
                  <a:pt x="618" y="271"/>
                </a:cubicBezTo>
                <a:cubicBezTo>
                  <a:pt x="646" y="271"/>
                  <a:pt x="660" y="262"/>
                  <a:pt x="660" y="243"/>
                </a:cubicBezTo>
                <a:cubicBezTo>
                  <a:pt x="660" y="234"/>
                  <a:pt x="656" y="228"/>
                  <a:pt x="650" y="222"/>
                </a:cubicBezTo>
                <a:cubicBezTo>
                  <a:pt x="644" y="217"/>
                  <a:pt x="632" y="211"/>
                  <a:pt x="614" y="204"/>
                </a:cubicBezTo>
                <a:cubicBezTo>
                  <a:pt x="593" y="196"/>
                  <a:pt x="579" y="188"/>
                  <a:pt x="572" y="179"/>
                </a:cubicBezTo>
                <a:cubicBezTo>
                  <a:pt x="564" y="170"/>
                  <a:pt x="561" y="160"/>
                  <a:pt x="561" y="147"/>
                </a:cubicBezTo>
                <a:cubicBezTo>
                  <a:pt x="561" y="130"/>
                  <a:pt x="568" y="116"/>
                  <a:pt x="583" y="106"/>
                </a:cubicBezTo>
                <a:cubicBezTo>
                  <a:pt x="597" y="95"/>
                  <a:pt x="615" y="90"/>
                  <a:pt x="636" y="90"/>
                </a:cubicBezTo>
                <a:moveTo>
                  <a:pt x="101" y="90"/>
                </a:moveTo>
                <a:cubicBezTo>
                  <a:pt x="126" y="90"/>
                  <a:pt x="145" y="99"/>
                  <a:pt x="160" y="116"/>
                </a:cubicBezTo>
                <a:cubicBezTo>
                  <a:pt x="175" y="134"/>
                  <a:pt x="182" y="158"/>
                  <a:pt x="182" y="188"/>
                </a:cubicBezTo>
                <a:cubicBezTo>
                  <a:pt x="182" y="221"/>
                  <a:pt x="174" y="247"/>
                  <a:pt x="157" y="267"/>
                </a:cubicBezTo>
                <a:cubicBezTo>
                  <a:pt x="141" y="288"/>
                  <a:pt x="119" y="298"/>
                  <a:pt x="92" y="298"/>
                </a:cubicBezTo>
                <a:cubicBezTo>
                  <a:pt x="66" y="298"/>
                  <a:pt x="45" y="286"/>
                  <a:pt x="31" y="263"/>
                </a:cubicBezTo>
                <a:lnTo>
                  <a:pt x="30" y="263"/>
                </a:lnTo>
                <a:lnTo>
                  <a:pt x="30" y="384"/>
                </a:lnTo>
                <a:lnTo>
                  <a:pt x="0" y="384"/>
                </a:lnTo>
                <a:lnTo>
                  <a:pt x="0" y="94"/>
                </a:lnTo>
                <a:lnTo>
                  <a:pt x="30" y="94"/>
                </a:lnTo>
                <a:lnTo>
                  <a:pt x="30" y="129"/>
                </a:lnTo>
                <a:lnTo>
                  <a:pt x="31" y="129"/>
                </a:lnTo>
                <a:cubicBezTo>
                  <a:pt x="47" y="103"/>
                  <a:pt x="71" y="90"/>
                  <a:pt x="101" y="90"/>
                </a:cubicBezTo>
                <a:moveTo>
                  <a:pt x="728" y="3"/>
                </a:moveTo>
                <a:cubicBezTo>
                  <a:pt x="734" y="3"/>
                  <a:pt x="738" y="5"/>
                  <a:pt x="742" y="9"/>
                </a:cubicBezTo>
                <a:cubicBezTo>
                  <a:pt x="746" y="13"/>
                  <a:pt x="748" y="18"/>
                  <a:pt x="748" y="23"/>
                </a:cubicBezTo>
                <a:cubicBezTo>
                  <a:pt x="748" y="29"/>
                  <a:pt x="746" y="33"/>
                  <a:pt x="742" y="37"/>
                </a:cubicBezTo>
                <a:cubicBezTo>
                  <a:pt x="738" y="41"/>
                  <a:pt x="734" y="43"/>
                  <a:pt x="728" y="43"/>
                </a:cubicBezTo>
                <a:cubicBezTo>
                  <a:pt x="723" y="43"/>
                  <a:pt x="718" y="41"/>
                  <a:pt x="714" y="37"/>
                </a:cubicBezTo>
                <a:cubicBezTo>
                  <a:pt x="710" y="34"/>
                  <a:pt x="709" y="29"/>
                  <a:pt x="709" y="23"/>
                </a:cubicBezTo>
                <a:cubicBezTo>
                  <a:pt x="709" y="17"/>
                  <a:pt x="710" y="13"/>
                  <a:pt x="714" y="9"/>
                </a:cubicBezTo>
                <a:cubicBezTo>
                  <a:pt x="718" y="5"/>
                  <a:pt x="723" y="3"/>
                  <a:pt x="728" y="3"/>
                </a:cubicBezTo>
                <a:moveTo>
                  <a:pt x="1111" y="0"/>
                </a:moveTo>
                <a:lnTo>
                  <a:pt x="1141" y="0"/>
                </a:lnTo>
                <a:lnTo>
                  <a:pt x="1141" y="293"/>
                </a:lnTo>
                <a:lnTo>
                  <a:pt x="1111" y="293"/>
                </a:lnTo>
                <a:lnTo>
                  <a:pt x="1111" y="0"/>
                </a:lnTo>
                <a:moveTo>
                  <a:pt x="209" y="0"/>
                </a:moveTo>
                <a:lnTo>
                  <a:pt x="239" y="0"/>
                </a:lnTo>
                <a:lnTo>
                  <a:pt x="239" y="128"/>
                </a:lnTo>
                <a:lnTo>
                  <a:pt x="240" y="128"/>
                </a:lnTo>
                <a:cubicBezTo>
                  <a:pt x="255" y="102"/>
                  <a:pt x="277" y="90"/>
                  <a:pt x="305" y="90"/>
                </a:cubicBezTo>
                <a:cubicBezTo>
                  <a:pt x="349" y="90"/>
                  <a:pt x="371" y="117"/>
                  <a:pt x="371" y="170"/>
                </a:cubicBezTo>
                <a:lnTo>
                  <a:pt x="371" y="293"/>
                </a:lnTo>
                <a:lnTo>
                  <a:pt x="342" y="293"/>
                </a:lnTo>
                <a:lnTo>
                  <a:pt x="342" y="178"/>
                </a:lnTo>
                <a:cubicBezTo>
                  <a:pt x="342" y="136"/>
                  <a:pt x="326" y="115"/>
                  <a:pt x="295" y="115"/>
                </a:cubicBezTo>
                <a:cubicBezTo>
                  <a:pt x="279" y="115"/>
                  <a:pt x="266" y="121"/>
                  <a:pt x="255" y="133"/>
                </a:cubicBezTo>
                <a:cubicBezTo>
                  <a:pt x="244" y="146"/>
                  <a:pt x="239" y="161"/>
                  <a:pt x="239" y="180"/>
                </a:cubicBezTo>
                <a:lnTo>
                  <a:pt x="239" y="293"/>
                </a:lnTo>
                <a:lnTo>
                  <a:pt x="209" y="293"/>
                </a:lnTo>
                <a:lnTo>
                  <a:pt x="209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77" name=""/>
          <p:cNvSpPr/>
          <p:nvPr/>
        </p:nvSpPr>
        <p:spPr>
          <a:xfrm>
            <a:off x="1883880" y="2599560"/>
            <a:ext cx="477000" cy="138960"/>
          </a:xfrm>
          <a:custGeom>
            <a:avLst/>
            <a:gdLst/>
            <a:ahLst/>
            <a:rect l="0" t="0" r="r" b="b"/>
            <a:pathLst>
              <a:path w="1325" h="386">
                <a:moveTo>
                  <a:pt x="1295" y="248"/>
                </a:moveTo>
                <a:lnTo>
                  <a:pt x="1325" y="248"/>
                </a:lnTo>
                <a:lnTo>
                  <a:pt x="1294" y="344"/>
                </a:lnTo>
                <a:lnTo>
                  <a:pt x="1273" y="344"/>
                </a:lnTo>
                <a:lnTo>
                  <a:pt x="1295" y="248"/>
                </a:lnTo>
                <a:moveTo>
                  <a:pt x="539" y="192"/>
                </a:moveTo>
                <a:lnTo>
                  <a:pt x="490" y="198"/>
                </a:lnTo>
                <a:cubicBezTo>
                  <a:pt x="475" y="200"/>
                  <a:pt x="464" y="204"/>
                  <a:pt x="456" y="209"/>
                </a:cubicBezTo>
                <a:cubicBezTo>
                  <a:pt x="449" y="215"/>
                  <a:pt x="445" y="224"/>
                  <a:pt x="445" y="238"/>
                </a:cubicBezTo>
                <a:cubicBezTo>
                  <a:pt x="445" y="248"/>
                  <a:pt x="449" y="256"/>
                  <a:pt x="456" y="262"/>
                </a:cubicBezTo>
                <a:cubicBezTo>
                  <a:pt x="463" y="268"/>
                  <a:pt x="472" y="271"/>
                  <a:pt x="484" y="271"/>
                </a:cubicBezTo>
                <a:cubicBezTo>
                  <a:pt x="499" y="271"/>
                  <a:pt x="513" y="266"/>
                  <a:pt x="523" y="254"/>
                </a:cubicBezTo>
                <a:cubicBezTo>
                  <a:pt x="533" y="243"/>
                  <a:pt x="539" y="229"/>
                  <a:pt x="539" y="212"/>
                </a:cubicBezTo>
                <a:lnTo>
                  <a:pt x="539" y="192"/>
                </a:lnTo>
                <a:moveTo>
                  <a:pt x="695" y="115"/>
                </a:moveTo>
                <a:cubicBezTo>
                  <a:pt x="676" y="115"/>
                  <a:pt x="661" y="122"/>
                  <a:pt x="650" y="135"/>
                </a:cubicBezTo>
                <a:cubicBezTo>
                  <a:pt x="638" y="148"/>
                  <a:pt x="632" y="164"/>
                  <a:pt x="632" y="183"/>
                </a:cubicBezTo>
                <a:lnTo>
                  <a:pt x="632" y="212"/>
                </a:lnTo>
                <a:cubicBezTo>
                  <a:pt x="632" y="228"/>
                  <a:pt x="638" y="242"/>
                  <a:pt x="649" y="254"/>
                </a:cubicBezTo>
                <a:cubicBezTo>
                  <a:pt x="660" y="266"/>
                  <a:pt x="673" y="271"/>
                  <a:pt x="690" y="271"/>
                </a:cubicBezTo>
                <a:cubicBezTo>
                  <a:pt x="709" y="271"/>
                  <a:pt x="726" y="264"/>
                  <a:pt x="736" y="249"/>
                </a:cubicBezTo>
                <a:cubicBezTo>
                  <a:pt x="747" y="234"/>
                  <a:pt x="753" y="213"/>
                  <a:pt x="753" y="186"/>
                </a:cubicBezTo>
                <a:cubicBezTo>
                  <a:pt x="753" y="164"/>
                  <a:pt x="748" y="147"/>
                  <a:pt x="738" y="134"/>
                </a:cubicBezTo>
                <a:cubicBezTo>
                  <a:pt x="727" y="121"/>
                  <a:pt x="712" y="115"/>
                  <a:pt x="695" y="115"/>
                </a:cubicBezTo>
                <a:moveTo>
                  <a:pt x="94" y="115"/>
                </a:moveTo>
                <a:cubicBezTo>
                  <a:pt x="74" y="115"/>
                  <a:pt x="59" y="122"/>
                  <a:pt x="48" y="137"/>
                </a:cubicBezTo>
                <a:cubicBezTo>
                  <a:pt x="36" y="152"/>
                  <a:pt x="31" y="171"/>
                  <a:pt x="31" y="196"/>
                </a:cubicBezTo>
                <a:cubicBezTo>
                  <a:pt x="31" y="219"/>
                  <a:pt x="36" y="237"/>
                  <a:pt x="47" y="251"/>
                </a:cubicBezTo>
                <a:cubicBezTo>
                  <a:pt x="57" y="264"/>
                  <a:pt x="72" y="271"/>
                  <a:pt x="91" y="271"/>
                </a:cubicBezTo>
                <a:cubicBezTo>
                  <a:pt x="108" y="271"/>
                  <a:pt x="123" y="265"/>
                  <a:pt x="134" y="252"/>
                </a:cubicBezTo>
                <a:cubicBezTo>
                  <a:pt x="146" y="239"/>
                  <a:pt x="151" y="223"/>
                  <a:pt x="151" y="203"/>
                </a:cubicBezTo>
                <a:lnTo>
                  <a:pt x="151" y="173"/>
                </a:lnTo>
                <a:cubicBezTo>
                  <a:pt x="151" y="157"/>
                  <a:pt x="146" y="143"/>
                  <a:pt x="135" y="132"/>
                </a:cubicBezTo>
                <a:cubicBezTo>
                  <a:pt x="124" y="121"/>
                  <a:pt x="110" y="115"/>
                  <a:pt x="94" y="115"/>
                </a:cubicBezTo>
                <a:moveTo>
                  <a:pt x="955" y="94"/>
                </a:moveTo>
                <a:lnTo>
                  <a:pt x="985" y="94"/>
                </a:lnTo>
                <a:lnTo>
                  <a:pt x="985" y="293"/>
                </a:lnTo>
                <a:lnTo>
                  <a:pt x="955" y="293"/>
                </a:lnTo>
                <a:lnTo>
                  <a:pt x="955" y="94"/>
                </a:lnTo>
                <a:moveTo>
                  <a:pt x="811" y="94"/>
                </a:moveTo>
                <a:lnTo>
                  <a:pt x="841" y="94"/>
                </a:lnTo>
                <a:lnTo>
                  <a:pt x="841" y="293"/>
                </a:lnTo>
                <a:lnTo>
                  <a:pt x="811" y="293"/>
                </a:lnTo>
                <a:lnTo>
                  <a:pt x="811" y="94"/>
                </a:lnTo>
                <a:moveTo>
                  <a:pt x="222" y="94"/>
                </a:moveTo>
                <a:lnTo>
                  <a:pt x="251" y="94"/>
                </a:lnTo>
                <a:lnTo>
                  <a:pt x="251" y="293"/>
                </a:lnTo>
                <a:lnTo>
                  <a:pt x="222" y="293"/>
                </a:lnTo>
                <a:lnTo>
                  <a:pt x="222" y="94"/>
                </a:lnTo>
                <a:moveTo>
                  <a:pt x="500" y="90"/>
                </a:moveTo>
                <a:cubicBezTo>
                  <a:pt x="546" y="90"/>
                  <a:pt x="569" y="114"/>
                  <a:pt x="569" y="163"/>
                </a:cubicBezTo>
                <a:lnTo>
                  <a:pt x="569" y="293"/>
                </a:lnTo>
                <a:lnTo>
                  <a:pt x="539" y="293"/>
                </a:lnTo>
                <a:lnTo>
                  <a:pt x="539" y="261"/>
                </a:lnTo>
                <a:lnTo>
                  <a:pt x="538" y="261"/>
                </a:lnTo>
                <a:cubicBezTo>
                  <a:pt x="524" y="285"/>
                  <a:pt x="504" y="298"/>
                  <a:pt x="477" y="298"/>
                </a:cubicBezTo>
                <a:cubicBezTo>
                  <a:pt x="458" y="298"/>
                  <a:pt x="442" y="293"/>
                  <a:pt x="431" y="281"/>
                </a:cubicBezTo>
                <a:cubicBezTo>
                  <a:pt x="420" y="271"/>
                  <a:pt x="414" y="257"/>
                  <a:pt x="414" y="240"/>
                </a:cubicBezTo>
                <a:cubicBezTo>
                  <a:pt x="414" y="203"/>
                  <a:pt x="436" y="182"/>
                  <a:pt x="479" y="176"/>
                </a:cubicBezTo>
                <a:lnTo>
                  <a:pt x="539" y="167"/>
                </a:lnTo>
                <a:cubicBezTo>
                  <a:pt x="539" y="133"/>
                  <a:pt x="525" y="115"/>
                  <a:pt x="498" y="115"/>
                </a:cubicBezTo>
                <a:cubicBezTo>
                  <a:pt x="474" y="115"/>
                  <a:pt x="452" y="124"/>
                  <a:pt x="434" y="140"/>
                </a:cubicBezTo>
                <a:lnTo>
                  <a:pt x="434" y="109"/>
                </a:lnTo>
                <a:cubicBezTo>
                  <a:pt x="453" y="96"/>
                  <a:pt x="475" y="90"/>
                  <a:pt x="500" y="90"/>
                </a:cubicBezTo>
                <a:moveTo>
                  <a:pt x="352" y="90"/>
                </a:moveTo>
                <a:cubicBezTo>
                  <a:pt x="369" y="90"/>
                  <a:pt x="384" y="93"/>
                  <a:pt x="398" y="99"/>
                </a:cubicBezTo>
                <a:lnTo>
                  <a:pt x="398" y="130"/>
                </a:lnTo>
                <a:cubicBezTo>
                  <a:pt x="383" y="120"/>
                  <a:pt x="366" y="115"/>
                  <a:pt x="347" y="115"/>
                </a:cubicBezTo>
                <a:cubicBezTo>
                  <a:pt x="335" y="115"/>
                  <a:pt x="325" y="118"/>
                  <a:pt x="318" y="124"/>
                </a:cubicBezTo>
                <a:cubicBezTo>
                  <a:pt x="311" y="129"/>
                  <a:pt x="308" y="136"/>
                  <a:pt x="308" y="144"/>
                </a:cubicBezTo>
                <a:cubicBezTo>
                  <a:pt x="308" y="153"/>
                  <a:pt x="310" y="159"/>
                  <a:pt x="316" y="164"/>
                </a:cubicBezTo>
                <a:cubicBezTo>
                  <a:pt x="321" y="169"/>
                  <a:pt x="332" y="174"/>
                  <a:pt x="350" y="182"/>
                </a:cubicBezTo>
                <a:cubicBezTo>
                  <a:pt x="373" y="191"/>
                  <a:pt x="388" y="200"/>
                  <a:pt x="396" y="208"/>
                </a:cubicBezTo>
                <a:cubicBezTo>
                  <a:pt x="403" y="217"/>
                  <a:pt x="406" y="227"/>
                  <a:pt x="406" y="240"/>
                </a:cubicBezTo>
                <a:cubicBezTo>
                  <a:pt x="406" y="257"/>
                  <a:pt x="399" y="271"/>
                  <a:pt x="384" y="281"/>
                </a:cubicBezTo>
                <a:cubicBezTo>
                  <a:pt x="370" y="293"/>
                  <a:pt x="352" y="298"/>
                  <a:pt x="329" y="298"/>
                </a:cubicBezTo>
                <a:cubicBezTo>
                  <a:pt x="309" y="298"/>
                  <a:pt x="291" y="294"/>
                  <a:pt x="277" y="285"/>
                </a:cubicBezTo>
                <a:lnTo>
                  <a:pt x="277" y="252"/>
                </a:lnTo>
                <a:cubicBezTo>
                  <a:pt x="294" y="264"/>
                  <a:pt x="313" y="271"/>
                  <a:pt x="334" y="271"/>
                </a:cubicBezTo>
                <a:cubicBezTo>
                  <a:pt x="362" y="271"/>
                  <a:pt x="376" y="262"/>
                  <a:pt x="376" y="243"/>
                </a:cubicBezTo>
                <a:cubicBezTo>
                  <a:pt x="376" y="234"/>
                  <a:pt x="372" y="228"/>
                  <a:pt x="366" y="222"/>
                </a:cubicBezTo>
                <a:cubicBezTo>
                  <a:pt x="360" y="217"/>
                  <a:pt x="348" y="211"/>
                  <a:pt x="330" y="204"/>
                </a:cubicBezTo>
                <a:cubicBezTo>
                  <a:pt x="309" y="196"/>
                  <a:pt x="295" y="188"/>
                  <a:pt x="288" y="179"/>
                </a:cubicBezTo>
                <a:cubicBezTo>
                  <a:pt x="280" y="170"/>
                  <a:pt x="277" y="160"/>
                  <a:pt x="277" y="147"/>
                </a:cubicBezTo>
                <a:cubicBezTo>
                  <a:pt x="277" y="130"/>
                  <a:pt x="284" y="116"/>
                  <a:pt x="299" y="106"/>
                </a:cubicBezTo>
                <a:cubicBezTo>
                  <a:pt x="313" y="95"/>
                  <a:pt x="331" y="90"/>
                  <a:pt x="352" y="90"/>
                </a:cubicBezTo>
                <a:moveTo>
                  <a:pt x="1066" y="36"/>
                </a:moveTo>
                <a:lnTo>
                  <a:pt x="1066" y="94"/>
                </a:lnTo>
                <a:lnTo>
                  <a:pt x="1103" y="94"/>
                </a:lnTo>
                <a:lnTo>
                  <a:pt x="1116" y="94"/>
                </a:lnTo>
                <a:lnTo>
                  <a:pt x="1136" y="94"/>
                </a:lnTo>
                <a:lnTo>
                  <a:pt x="1191" y="249"/>
                </a:lnTo>
                <a:cubicBezTo>
                  <a:pt x="1191" y="250"/>
                  <a:pt x="1192" y="254"/>
                  <a:pt x="1195" y="263"/>
                </a:cubicBezTo>
                <a:lnTo>
                  <a:pt x="1199" y="249"/>
                </a:lnTo>
                <a:lnTo>
                  <a:pt x="1257" y="94"/>
                </a:lnTo>
                <a:lnTo>
                  <a:pt x="1288" y="94"/>
                </a:lnTo>
                <a:lnTo>
                  <a:pt x="1196" y="326"/>
                </a:lnTo>
                <a:cubicBezTo>
                  <a:pt x="1180" y="366"/>
                  <a:pt x="1158" y="386"/>
                  <a:pt x="1129" y="386"/>
                </a:cubicBezTo>
                <a:cubicBezTo>
                  <a:pt x="1122" y="386"/>
                  <a:pt x="1116" y="385"/>
                  <a:pt x="1109" y="384"/>
                </a:cubicBezTo>
                <a:lnTo>
                  <a:pt x="1109" y="356"/>
                </a:lnTo>
                <a:cubicBezTo>
                  <a:pt x="1116" y="359"/>
                  <a:pt x="1122" y="360"/>
                  <a:pt x="1128" y="360"/>
                </a:cubicBezTo>
                <a:cubicBezTo>
                  <a:pt x="1144" y="360"/>
                  <a:pt x="1156" y="350"/>
                  <a:pt x="1164" y="331"/>
                </a:cubicBezTo>
                <a:lnTo>
                  <a:pt x="1180" y="293"/>
                </a:lnTo>
                <a:lnTo>
                  <a:pt x="1113" y="120"/>
                </a:lnTo>
                <a:lnTo>
                  <a:pt x="1066" y="120"/>
                </a:lnTo>
                <a:lnTo>
                  <a:pt x="1066" y="233"/>
                </a:lnTo>
                <a:cubicBezTo>
                  <a:pt x="1066" y="248"/>
                  <a:pt x="1069" y="257"/>
                  <a:pt x="1073" y="263"/>
                </a:cubicBezTo>
                <a:cubicBezTo>
                  <a:pt x="1078" y="268"/>
                  <a:pt x="1085" y="271"/>
                  <a:pt x="1096" y="271"/>
                </a:cubicBezTo>
                <a:cubicBezTo>
                  <a:pt x="1104" y="271"/>
                  <a:pt x="1111" y="269"/>
                  <a:pt x="1116" y="264"/>
                </a:cubicBezTo>
                <a:lnTo>
                  <a:pt x="1116" y="291"/>
                </a:lnTo>
                <a:cubicBezTo>
                  <a:pt x="1109" y="295"/>
                  <a:pt x="1100" y="297"/>
                  <a:pt x="1088" y="297"/>
                </a:cubicBezTo>
                <a:cubicBezTo>
                  <a:pt x="1054" y="297"/>
                  <a:pt x="1037" y="277"/>
                  <a:pt x="1037" y="239"/>
                </a:cubicBezTo>
                <a:lnTo>
                  <a:pt x="1037" y="120"/>
                </a:lnTo>
                <a:lnTo>
                  <a:pt x="1002" y="120"/>
                </a:lnTo>
                <a:lnTo>
                  <a:pt x="1002" y="94"/>
                </a:lnTo>
                <a:lnTo>
                  <a:pt x="1037" y="94"/>
                </a:lnTo>
                <a:lnTo>
                  <a:pt x="1037" y="46"/>
                </a:lnTo>
                <a:lnTo>
                  <a:pt x="1066" y="36"/>
                </a:lnTo>
                <a:moveTo>
                  <a:pt x="970" y="3"/>
                </a:moveTo>
                <a:cubicBezTo>
                  <a:pt x="976" y="3"/>
                  <a:pt x="980" y="5"/>
                  <a:pt x="984" y="9"/>
                </a:cubicBezTo>
                <a:cubicBezTo>
                  <a:pt x="988" y="13"/>
                  <a:pt x="990" y="18"/>
                  <a:pt x="990" y="23"/>
                </a:cubicBezTo>
                <a:cubicBezTo>
                  <a:pt x="990" y="29"/>
                  <a:pt x="988" y="33"/>
                  <a:pt x="984" y="37"/>
                </a:cubicBezTo>
                <a:cubicBezTo>
                  <a:pt x="980" y="41"/>
                  <a:pt x="976" y="43"/>
                  <a:pt x="970" y="43"/>
                </a:cubicBezTo>
                <a:cubicBezTo>
                  <a:pt x="965" y="43"/>
                  <a:pt x="960" y="41"/>
                  <a:pt x="956" y="37"/>
                </a:cubicBezTo>
                <a:cubicBezTo>
                  <a:pt x="952" y="34"/>
                  <a:pt x="951" y="29"/>
                  <a:pt x="951" y="23"/>
                </a:cubicBezTo>
                <a:cubicBezTo>
                  <a:pt x="951" y="17"/>
                  <a:pt x="952" y="13"/>
                  <a:pt x="956" y="9"/>
                </a:cubicBezTo>
                <a:cubicBezTo>
                  <a:pt x="960" y="5"/>
                  <a:pt x="965" y="3"/>
                  <a:pt x="970" y="3"/>
                </a:cubicBezTo>
                <a:moveTo>
                  <a:pt x="826" y="3"/>
                </a:moveTo>
                <a:cubicBezTo>
                  <a:pt x="832" y="3"/>
                  <a:pt x="836" y="5"/>
                  <a:pt x="840" y="9"/>
                </a:cubicBezTo>
                <a:cubicBezTo>
                  <a:pt x="844" y="13"/>
                  <a:pt x="846" y="18"/>
                  <a:pt x="846" y="23"/>
                </a:cubicBezTo>
                <a:cubicBezTo>
                  <a:pt x="846" y="29"/>
                  <a:pt x="844" y="33"/>
                  <a:pt x="840" y="37"/>
                </a:cubicBezTo>
                <a:cubicBezTo>
                  <a:pt x="836" y="41"/>
                  <a:pt x="832" y="43"/>
                  <a:pt x="826" y="43"/>
                </a:cubicBezTo>
                <a:cubicBezTo>
                  <a:pt x="821" y="43"/>
                  <a:pt x="816" y="41"/>
                  <a:pt x="812" y="37"/>
                </a:cubicBezTo>
                <a:cubicBezTo>
                  <a:pt x="808" y="34"/>
                  <a:pt x="807" y="29"/>
                  <a:pt x="807" y="23"/>
                </a:cubicBezTo>
                <a:cubicBezTo>
                  <a:pt x="807" y="17"/>
                  <a:pt x="808" y="13"/>
                  <a:pt x="812" y="9"/>
                </a:cubicBezTo>
                <a:cubicBezTo>
                  <a:pt x="816" y="5"/>
                  <a:pt x="821" y="3"/>
                  <a:pt x="826" y="3"/>
                </a:cubicBezTo>
                <a:moveTo>
                  <a:pt x="237" y="3"/>
                </a:moveTo>
                <a:cubicBezTo>
                  <a:pt x="242" y="3"/>
                  <a:pt x="247" y="5"/>
                  <a:pt x="251" y="9"/>
                </a:cubicBezTo>
                <a:cubicBezTo>
                  <a:pt x="255" y="13"/>
                  <a:pt x="256" y="18"/>
                  <a:pt x="256" y="23"/>
                </a:cubicBezTo>
                <a:cubicBezTo>
                  <a:pt x="256" y="29"/>
                  <a:pt x="255" y="33"/>
                  <a:pt x="251" y="37"/>
                </a:cubicBezTo>
                <a:cubicBezTo>
                  <a:pt x="247" y="41"/>
                  <a:pt x="242" y="43"/>
                  <a:pt x="237" y="43"/>
                </a:cubicBezTo>
                <a:cubicBezTo>
                  <a:pt x="231" y="43"/>
                  <a:pt x="227" y="41"/>
                  <a:pt x="223" y="37"/>
                </a:cubicBezTo>
                <a:cubicBezTo>
                  <a:pt x="219" y="34"/>
                  <a:pt x="217" y="29"/>
                  <a:pt x="217" y="23"/>
                </a:cubicBezTo>
                <a:cubicBezTo>
                  <a:pt x="217" y="17"/>
                  <a:pt x="219" y="13"/>
                  <a:pt x="223" y="9"/>
                </a:cubicBezTo>
                <a:cubicBezTo>
                  <a:pt x="227" y="5"/>
                  <a:pt x="231" y="3"/>
                  <a:pt x="237" y="3"/>
                </a:cubicBezTo>
                <a:moveTo>
                  <a:pt x="883" y="0"/>
                </a:moveTo>
                <a:lnTo>
                  <a:pt x="913" y="0"/>
                </a:lnTo>
                <a:lnTo>
                  <a:pt x="913" y="293"/>
                </a:lnTo>
                <a:lnTo>
                  <a:pt x="883" y="293"/>
                </a:lnTo>
                <a:lnTo>
                  <a:pt x="883" y="0"/>
                </a:lnTo>
                <a:moveTo>
                  <a:pt x="602" y="0"/>
                </a:moveTo>
                <a:lnTo>
                  <a:pt x="632" y="0"/>
                </a:lnTo>
                <a:lnTo>
                  <a:pt x="632" y="129"/>
                </a:lnTo>
                <a:lnTo>
                  <a:pt x="633" y="129"/>
                </a:lnTo>
                <a:cubicBezTo>
                  <a:pt x="649" y="103"/>
                  <a:pt x="671" y="90"/>
                  <a:pt x="701" y="90"/>
                </a:cubicBezTo>
                <a:cubicBezTo>
                  <a:pt x="728" y="90"/>
                  <a:pt x="747" y="99"/>
                  <a:pt x="762" y="116"/>
                </a:cubicBezTo>
                <a:cubicBezTo>
                  <a:pt x="776" y="134"/>
                  <a:pt x="784" y="158"/>
                  <a:pt x="784" y="188"/>
                </a:cubicBezTo>
                <a:cubicBezTo>
                  <a:pt x="784" y="221"/>
                  <a:pt x="775" y="247"/>
                  <a:pt x="759" y="267"/>
                </a:cubicBezTo>
                <a:cubicBezTo>
                  <a:pt x="743" y="288"/>
                  <a:pt x="720" y="298"/>
                  <a:pt x="692" y="298"/>
                </a:cubicBezTo>
                <a:cubicBezTo>
                  <a:pt x="666" y="298"/>
                  <a:pt x="647" y="286"/>
                  <a:pt x="633" y="263"/>
                </a:cubicBezTo>
                <a:lnTo>
                  <a:pt x="632" y="263"/>
                </a:lnTo>
                <a:lnTo>
                  <a:pt x="632" y="293"/>
                </a:lnTo>
                <a:lnTo>
                  <a:pt x="602" y="293"/>
                </a:lnTo>
                <a:lnTo>
                  <a:pt x="602" y="0"/>
                </a:lnTo>
                <a:moveTo>
                  <a:pt x="151" y="0"/>
                </a:moveTo>
                <a:lnTo>
                  <a:pt x="181" y="0"/>
                </a:lnTo>
                <a:lnTo>
                  <a:pt x="181" y="293"/>
                </a:lnTo>
                <a:lnTo>
                  <a:pt x="151" y="293"/>
                </a:lnTo>
                <a:lnTo>
                  <a:pt x="151" y="258"/>
                </a:lnTo>
                <a:cubicBezTo>
                  <a:pt x="136" y="284"/>
                  <a:pt x="113" y="298"/>
                  <a:pt x="82" y="298"/>
                </a:cubicBezTo>
                <a:cubicBezTo>
                  <a:pt x="57" y="298"/>
                  <a:pt x="38" y="289"/>
                  <a:pt x="23" y="270"/>
                </a:cubicBezTo>
                <a:cubicBezTo>
                  <a:pt x="8" y="252"/>
                  <a:pt x="0" y="228"/>
                  <a:pt x="0" y="198"/>
                </a:cubicBezTo>
                <a:cubicBezTo>
                  <a:pt x="0" y="165"/>
                  <a:pt x="9" y="139"/>
                  <a:pt x="25" y="119"/>
                </a:cubicBezTo>
                <a:cubicBezTo>
                  <a:pt x="42" y="100"/>
                  <a:pt x="64" y="90"/>
                  <a:pt x="91" y="90"/>
                </a:cubicBezTo>
                <a:cubicBezTo>
                  <a:pt x="118" y="90"/>
                  <a:pt x="138" y="100"/>
                  <a:pt x="151" y="122"/>
                </a:cubicBezTo>
                <a:lnTo>
                  <a:pt x="151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78" name=""/>
          <p:cNvSpPr/>
          <p:nvPr/>
        </p:nvSpPr>
        <p:spPr>
          <a:xfrm>
            <a:off x="2420640" y="2631960"/>
            <a:ext cx="261000" cy="105840"/>
          </a:xfrm>
          <a:custGeom>
            <a:avLst/>
            <a:gdLst/>
            <a:ahLst/>
            <a:rect l="0" t="0" r="r" b="b"/>
            <a:pathLst>
              <a:path w="725" h="294">
                <a:moveTo>
                  <a:pt x="500" y="25"/>
                </a:moveTo>
                <a:cubicBezTo>
                  <a:pt x="480" y="25"/>
                  <a:pt x="463" y="32"/>
                  <a:pt x="451" y="46"/>
                </a:cubicBezTo>
                <a:cubicBezTo>
                  <a:pt x="439" y="60"/>
                  <a:pt x="433" y="80"/>
                  <a:pt x="433" y="104"/>
                </a:cubicBezTo>
                <a:cubicBezTo>
                  <a:pt x="433" y="128"/>
                  <a:pt x="439" y="146"/>
                  <a:pt x="451" y="160"/>
                </a:cubicBezTo>
                <a:cubicBezTo>
                  <a:pt x="464" y="175"/>
                  <a:pt x="480" y="182"/>
                  <a:pt x="500" y="182"/>
                </a:cubicBezTo>
                <a:cubicBezTo>
                  <a:pt x="521" y="182"/>
                  <a:pt x="537" y="175"/>
                  <a:pt x="549" y="162"/>
                </a:cubicBezTo>
                <a:cubicBezTo>
                  <a:pt x="560" y="148"/>
                  <a:pt x="566" y="129"/>
                  <a:pt x="566" y="104"/>
                </a:cubicBezTo>
                <a:cubicBezTo>
                  <a:pt x="566" y="79"/>
                  <a:pt x="560" y="59"/>
                  <a:pt x="549" y="46"/>
                </a:cubicBezTo>
                <a:cubicBezTo>
                  <a:pt x="537" y="32"/>
                  <a:pt x="521" y="25"/>
                  <a:pt x="500" y="25"/>
                </a:cubicBezTo>
                <a:moveTo>
                  <a:pt x="293" y="25"/>
                </a:moveTo>
                <a:cubicBezTo>
                  <a:pt x="272" y="25"/>
                  <a:pt x="256" y="32"/>
                  <a:pt x="244" y="46"/>
                </a:cubicBezTo>
                <a:cubicBezTo>
                  <a:pt x="232" y="60"/>
                  <a:pt x="226" y="80"/>
                  <a:pt x="226" y="104"/>
                </a:cubicBezTo>
                <a:cubicBezTo>
                  <a:pt x="226" y="128"/>
                  <a:pt x="232" y="146"/>
                  <a:pt x="244" y="160"/>
                </a:cubicBezTo>
                <a:cubicBezTo>
                  <a:pt x="256" y="175"/>
                  <a:pt x="272" y="182"/>
                  <a:pt x="293" y="182"/>
                </a:cubicBezTo>
                <a:cubicBezTo>
                  <a:pt x="314" y="182"/>
                  <a:pt x="330" y="175"/>
                  <a:pt x="341" y="162"/>
                </a:cubicBezTo>
                <a:cubicBezTo>
                  <a:pt x="353" y="148"/>
                  <a:pt x="358" y="129"/>
                  <a:pt x="358" y="104"/>
                </a:cubicBezTo>
                <a:cubicBezTo>
                  <a:pt x="358" y="79"/>
                  <a:pt x="353" y="59"/>
                  <a:pt x="341" y="46"/>
                </a:cubicBezTo>
                <a:cubicBezTo>
                  <a:pt x="330" y="32"/>
                  <a:pt x="314" y="25"/>
                  <a:pt x="293" y="25"/>
                </a:cubicBezTo>
                <a:moveTo>
                  <a:pt x="93" y="25"/>
                </a:moveTo>
                <a:cubicBezTo>
                  <a:pt x="74" y="25"/>
                  <a:pt x="59" y="32"/>
                  <a:pt x="48" y="44"/>
                </a:cubicBezTo>
                <a:cubicBezTo>
                  <a:pt x="36" y="57"/>
                  <a:pt x="30" y="74"/>
                  <a:pt x="30" y="93"/>
                </a:cubicBezTo>
                <a:lnTo>
                  <a:pt x="30" y="122"/>
                </a:lnTo>
                <a:cubicBezTo>
                  <a:pt x="30" y="138"/>
                  <a:pt x="36" y="152"/>
                  <a:pt x="47" y="165"/>
                </a:cubicBezTo>
                <a:cubicBezTo>
                  <a:pt x="58" y="177"/>
                  <a:pt x="71" y="182"/>
                  <a:pt x="88" y="182"/>
                </a:cubicBezTo>
                <a:cubicBezTo>
                  <a:pt x="107" y="182"/>
                  <a:pt x="123" y="175"/>
                  <a:pt x="133" y="159"/>
                </a:cubicBezTo>
                <a:cubicBezTo>
                  <a:pt x="144" y="144"/>
                  <a:pt x="151" y="123"/>
                  <a:pt x="151" y="96"/>
                </a:cubicBezTo>
                <a:cubicBezTo>
                  <a:pt x="151" y="75"/>
                  <a:pt x="146" y="57"/>
                  <a:pt x="135" y="44"/>
                </a:cubicBezTo>
                <a:cubicBezTo>
                  <a:pt x="124" y="32"/>
                  <a:pt x="110" y="25"/>
                  <a:pt x="93" y="25"/>
                </a:cubicBezTo>
                <a:moveTo>
                  <a:pt x="706" y="1"/>
                </a:moveTo>
                <a:cubicBezTo>
                  <a:pt x="714" y="1"/>
                  <a:pt x="720" y="2"/>
                  <a:pt x="725" y="4"/>
                </a:cubicBezTo>
                <a:lnTo>
                  <a:pt x="725" y="35"/>
                </a:lnTo>
                <a:cubicBezTo>
                  <a:pt x="719" y="31"/>
                  <a:pt x="712" y="28"/>
                  <a:pt x="701" y="28"/>
                </a:cubicBezTo>
                <a:cubicBezTo>
                  <a:pt x="688" y="28"/>
                  <a:pt x="676" y="35"/>
                  <a:pt x="667" y="48"/>
                </a:cubicBezTo>
                <a:cubicBezTo>
                  <a:pt x="658" y="62"/>
                  <a:pt x="653" y="79"/>
                  <a:pt x="653" y="101"/>
                </a:cubicBezTo>
                <a:lnTo>
                  <a:pt x="653" y="203"/>
                </a:lnTo>
                <a:lnTo>
                  <a:pt x="623" y="203"/>
                </a:lnTo>
                <a:lnTo>
                  <a:pt x="623" y="4"/>
                </a:lnTo>
                <a:lnTo>
                  <a:pt x="653" y="4"/>
                </a:lnTo>
                <a:lnTo>
                  <a:pt x="653" y="45"/>
                </a:lnTo>
                <a:lnTo>
                  <a:pt x="654" y="45"/>
                </a:lnTo>
                <a:cubicBezTo>
                  <a:pt x="659" y="31"/>
                  <a:pt x="665" y="21"/>
                  <a:pt x="675" y="13"/>
                </a:cubicBezTo>
                <a:cubicBezTo>
                  <a:pt x="684" y="5"/>
                  <a:pt x="694" y="1"/>
                  <a:pt x="706" y="1"/>
                </a:cubicBezTo>
                <a:moveTo>
                  <a:pt x="503" y="0"/>
                </a:moveTo>
                <a:cubicBezTo>
                  <a:pt x="532" y="0"/>
                  <a:pt x="554" y="9"/>
                  <a:pt x="571" y="27"/>
                </a:cubicBezTo>
                <a:cubicBezTo>
                  <a:pt x="587" y="45"/>
                  <a:pt x="596" y="70"/>
                  <a:pt x="596" y="103"/>
                </a:cubicBezTo>
                <a:cubicBezTo>
                  <a:pt x="596" y="134"/>
                  <a:pt x="587" y="159"/>
                  <a:pt x="569" y="179"/>
                </a:cubicBezTo>
                <a:cubicBezTo>
                  <a:pt x="551" y="198"/>
                  <a:pt x="527" y="208"/>
                  <a:pt x="498" y="208"/>
                </a:cubicBezTo>
                <a:cubicBezTo>
                  <a:pt x="469" y="208"/>
                  <a:pt x="446" y="198"/>
                  <a:pt x="429" y="180"/>
                </a:cubicBezTo>
                <a:cubicBezTo>
                  <a:pt x="411" y="160"/>
                  <a:pt x="403" y="136"/>
                  <a:pt x="403" y="106"/>
                </a:cubicBezTo>
                <a:cubicBezTo>
                  <a:pt x="403" y="73"/>
                  <a:pt x="412" y="47"/>
                  <a:pt x="429" y="28"/>
                </a:cubicBezTo>
                <a:cubicBezTo>
                  <a:pt x="447" y="9"/>
                  <a:pt x="472" y="0"/>
                  <a:pt x="503" y="0"/>
                </a:cubicBezTo>
                <a:moveTo>
                  <a:pt x="295" y="0"/>
                </a:moveTo>
                <a:cubicBezTo>
                  <a:pt x="324" y="0"/>
                  <a:pt x="347" y="9"/>
                  <a:pt x="363" y="27"/>
                </a:cubicBezTo>
                <a:cubicBezTo>
                  <a:pt x="380" y="45"/>
                  <a:pt x="388" y="70"/>
                  <a:pt x="388" y="103"/>
                </a:cubicBezTo>
                <a:cubicBezTo>
                  <a:pt x="388" y="134"/>
                  <a:pt x="380" y="159"/>
                  <a:pt x="362" y="179"/>
                </a:cubicBezTo>
                <a:cubicBezTo>
                  <a:pt x="344" y="198"/>
                  <a:pt x="320" y="208"/>
                  <a:pt x="291" y="208"/>
                </a:cubicBezTo>
                <a:cubicBezTo>
                  <a:pt x="262" y="208"/>
                  <a:pt x="239" y="198"/>
                  <a:pt x="221" y="180"/>
                </a:cubicBezTo>
                <a:cubicBezTo>
                  <a:pt x="204" y="160"/>
                  <a:pt x="195" y="136"/>
                  <a:pt x="195" y="106"/>
                </a:cubicBezTo>
                <a:cubicBezTo>
                  <a:pt x="195" y="73"/>
                  <a:pt x="204" y="47"/>
                  <a:pt x="222" y="28"/>
                </a:cubicBezTo>
                <a:cubicBezTo>
                  <a:pt x="240" y="9"/>
                  <a:pt x="264" y="0"/>
                  <a:pt x="295" y="0"/>
                </a:cubicBezTo>
                <a:moveTo>
                  <a:pt x="99" y="0"/>
                </a:moveTo>
                <a:cubicBezTo>
                  <a:pt x="124" y="0"/>
                  <a:pt x="144" y="9"/>
                  <a:pt x="160" y="26"/>
                </a:cubicBezTo>
                <a:cubicBezTo>
                  <a:pt x="174" y="44"/>
                  <a:pt x="182" y="68"/>
                  <a:pt x="182" y="98"/>
                </a:cubicBezTo>
                <a:cubicBezTo>
                  <a:pt x="182" y="131"/>
                  <a:pt x="173" y="157"/>
                  <a:pt x="157" y="178"/>
                </a:cubicBezTo>
                <a:cubicBezTo>
                  <a:pt x="140" y="198"/>
                  <a:pt x="118" y="208"/>
                  <a:pt x="90" y="208"/>
                </a:cubicBezTo>
                <a:cubicBezTo>
                  <a:pt x="65" y="208"/>
                  <a:pt x="45" y="197"/>
                  <a:pt x="31" y="174"/>
                </a:cubicBezTo>
                <a:lnTo>
                  <a:pt x="30" y="174"/>
                </a:lnTo>
                <a:lnTo>
                  <a:pt x="30" y="294"/>
                </a:lnTo>
                <a:lnTo>
                  <a:pt x="0" y="294"/>
                </a:lnTo>
                <a:lnTo>
                  <a:pt x="0" y="4"/>
                </a:lnTo>
                <a:lnTo>
                  <a:pt x="30" y="4"/>
                </a:lnTo>
                <a:lnTo>
                  <a:pt x="30" y="39"/>
                </a:lnTo>
                <a:lnTo>
                  <a:pt x="31" y="39"/>
                </a:lnTo>
                <a:cubicBezTo>
                  <a:pt x="47" y="13"/>
                  <a:pt x="69" y="0"/>
                  <a:pt x="99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79" name=""/>
          <p:cNvSpPr/>
          <p:nvPr/>
        </p:nvSpPr>
        <p:spPr>
          <a:xfrm>
            <a:off x="2722320" y="2599560"/>
            <a:ext cx="356760" cy="138960"/>
          </a:xfrm>
          <a:custGeom>
            <a:avLst/>
            <a:gdLst/>
            <a:ahLst/>
            <a:rect l="0" t="0" r="r" b="b"/>
            <a:pathLst>
              <a:path w="991" h="386">
                <a:moveTo>
                  <a:pt x="530" y="192"/>
                </a:moveTo>
                <a:lnTo>
                  <a:pt x="481" y="198"/>
                </a:lnTo>
                <a:cubicBezTo>
                  <a:pt x="466" y="200"/>
                  <a:pt x="454" y="204"/>
                  <a:pt x="447" y="209"/>
                </a:cubicBezTo>
                <a:cubicBezTo>
                  <a:pt x="440" y="215"/>
                  <a:pt x="436" y="224"/>
                  <a:pt x="436" y="238"/>
                </a:cubicBezTo>
                <a:cubicBezTo>
                  <a:pt x="436" y="248"/>
                  <a:pt x="440" y="256"/>
                  <a:pt x="447" y="262"/>
                </a:cubicBezTo>
                <a:cubicBezTo>
                  <a:pt x="454" y="268"/>
                  <a:pt x="463" y="271"/>
                  <a:pt x="474" y="271"/>
                </a:cubicBezTo>
                <a:cubicBezTo>
                  <a:pt x="490" y="271"/>
                  <a:pt x="503" y="266"/>
                  <a:pt x="514" y="254"/>
                </a:cubicBezTo>
                <a:cubicBezTo>
                  <a:pt x="524" y="243"/>
                  <a:pt x="530" y="229"/>
                  <a:pt x="530" y="212"/>
                </a:cubicBezTo>
                <a:lnTo>
                  <a:pt x="530" y="192"/>
                </a:lnTo>
                <a:moveTo>
                  <a:pt x="93" y="115"/>
                </a:moveTo>
                <a:cubicBezTo>
                  <a:pt x="74" y="115"/>
                  <a:pt x="59" y="122"/>
                  <a:pt x="47" y="136"/>
                </a:cubicBezTo>
                <a:cubicBezTo>
                  <a:pt x="36" y="151"/>
                  <a:pt x="30" y="171"/>
                  <a:pt x="30" y="197"/>
                </a:cubicBezTo>
                <a:cubicBezTo>
                  <a:pt x="30" y="220"/>
                  <a:pt x="36" y="238"/>
                  <a:pt x="46" y="251"/>
                </a:cubicBezTo>
                <a:cubicBezTo>
                  <a:pt x="57" y="265"/>
                  <a:pt x="71" y="271"/>
                  <a:pt x="89" y="271"/>
                </a:cubicBezTo>
                <a:cubicBezTo>
                  <a:pt x="108" y="271"/>
                  <a:pt x="123" y="265"/>
                  <a:pt x="134" y="251"/>
                </a:cubicBezTo>
                <a:cubicBezTo>
                  <a:pt x="145" y="238"/>
                  <a:pt x="151" y="222"/>
                  <a:pt x="151" y="203"/>
                </a:cubicBezTo>
                <a:lnTo>
                  <a:pt x="151" y="174"/>
                </a:lnTo>
                <a:cubicBezTo>
                  <a:pt x="151" y="158"/>
                  <a:pt x="145" y="144"/>
                  <a:pt x="134" y="133"/>
                </a:cubicBezTo>
                <a:cubicBezTo>
                  <a:pt x="124" y="121"/>
                  <a:pt x="110" y="115"/>
                  <a:pt x="93" y="115"/>
                </a:cubicBezTo>
                <a:moveTo>
                  <a:pt x="661" y="94"/>
                </a:moveTo>
                <a:lnTo>
                  <a:pt x="691" y="94"/>
                </a:lnTo>
                <a:lnTo>
                  <a:pt x="691" y="293"/>
                </a:lnTo>
                <a:lnTo>
                  <a:pt x="661" y="293"/>
                </a:lnTo>
                <a:lnTo>
                  <a:pt x="661" y="94"/>
                </a:lnTo>
                <a:moveTo>
                  <a:pt x="216" y="94"/>
                </a:moveTo>
                <a:lnTo>
                  <a:pt x="246" y="94"/>
                </a:lnTo>
                <a:lnTo>
                  <a:pt x="246" y="208"/>
                </a:lnTo>
                <a:cubicBezTo>
                  <a:pt x="246" y="250"/>
                  <a:pt x="262" y="271"/>
                  <a:pt x="295" y="271"/>
                </a:cubicBezTo>
                <a:cubicBezTo>
                  <a:pt x="310" y="271"/>
                  <a:pt x="323" y="266"/>
                  <a:pt x="333" y="254"/>
                </a:cubicBezTo>
                <a:cubicBezTo>
                  <a:pt x="344" y="242"/>
                  <a:pt x="349" y="227"/>
                  <a:pt x="349" y="208"/>
                </a:cubicBezTo>
                <a:lnTo>
                  <a:pt x="349" y="94"/>
                </a:lnTo>
                <a:lnTo>
                  <a:pt x="379" y="94"/>
                </a:lnTo>
                <a:lnTo>
                  <a:pt x="379" y="293"/>
                </a:lnTo>
                <a:lnTo>
                  <a:pt x="349" y="293"/>
                </a:lnTo>
                <a:lnTo>
                  <a:pt x="349" y="261"/>
                </a:lnTo>
                <a:lnTo>
                  <a:pt x="348" y="261"/>
                </a:lnTo>
                <a:cubicBezTo>
                  <a:pt x="335" y="285"/>
                  <a:pt x="315" y="298"/>
                  <a:pt x="287" y="298"/>
                </a:cubicBezTo>
                <a:cubicBezTo>
                  <a:pt x="240" y="298"/>
                  <a:pt x="216" y="269"/>
                  <a:pt x="216" y="213"/>
                </a:cubicBezTo>
                <a:lnTo>
                  <a:pt x="216" y="94"/>
                </a:lnTo>
                <a:moveTo>
                  <a:pt x="491" y="90"/>
                </a:moveTo>
                <a:cubicBezTo>
                  <a:pt x="537" y="90"/>
                  <a:pt x="560" y="114"/>
                  <a:pt x="560" y="163"/>
                </a:cubicBezTo>
                <a:lnTo>
                  <a:pt x="560" y="293"/>
                </a:lnTo>
                <a:lnTo>
                  <a:pt x="530" y="293"/>
                </a:lnTo>
                <a:lnTo>
                  <a:pt x="530" y="261"/>
                </a:lnTo>
                <a:lnTo>
                  <a:pt x="528" y="261"/>
                </a:lnTo>
                <a:cubicBezTo>
                  <a:pt x="515" y="285"/>
                  <a:pt x="495" y="298"/>
                  <a:pt x="468" y="298"/>
                </a:cubicBezTo>
                <a:cubicBezTo>
                  <a:pt x="448" y="298"/>
                  <a:pt x="433" y="293"/>
                  <a:pt x="422" y="281"/>
                </a:cubicBezTo>
                <a:cubicBezTo>
                  <a:pt x="411" y="271"/>
                  <a:pt x="405" y="257"/>
                  <a:pt x="405" y="240"/>
                </a:cubicBezTo>
                <a:cubicBezTo>
                  <a:pt x="405" y="203"/>
                  <a:pt x="427" y="182"/>
                  <a:pt x="470" y="176"/>
                </a:cubicBezTo>
                <a:lnTo>
                  <a:pt x="530" y="167"/>
                </a:lnTo>
                <a:cubicBezTo>
                  <a:pt x="530" y="133"/>
                  <a:pt x="516" y="115"/>
                  <a:pt x="489" y="115"/>
                </a:cubicBezTo>
                <a:cubicBezTo>
                  <a:pt x="465" y="115"/>
                  <a:pt x="443" y="124"/>
                  <a:pt x="424" y="140"/>
                </a:cubicBezTo>
                <a:lnTo>
                  <a:pt x="424" y="109"/>
                </a:lnTo>
                <a:cubicBezTo>
                  <a:pt x="443" y="96"/>
                  <a:pt x="466" y="90"/>
                  <a:pt x="491" y="90"/>
                </a:cubicBezTo>
                <a:moveTo>
                  <a:pt x="91" y="90"/>
                </a:moveTo>
                <a:cubicBezTo>
                  <a:pt x="118" y="90"/>
                  <a:pt x="138" y="100"/>
                  <a:pt x="150" y="122"/>
                </a:cubicBezTo>
                <a:lnTo>
                  <a:pt x="151" y="122"/>
                </a:lnTo>
                <a:lnTo>
                  <a:pt x="151" y="94"/>
                </a:lnTo>
                <a:lnTo>
                  <a:pt x="180" y="94"/>
                </a:lnTo>
                <a:lnTo>
                  <a:pt x="180" y="384"/>
                </a:lnTo>
                <a:lnTo>
                  <a:pt x="151" y="384"/>
                </a:lnTo>
                <a:lnTo>
                  <a:pt x="151" y="258"/>
                </a:lnTo>
                <a:lnTo>
                  <a:pt x="150" y="258"/>
                </a:lnTo>
                <a:cubicBezTo>
                  <a:pt x="136" y="284"/>
                  <a:pt x="114" y="298"/>
                  <a:pt x="82" y="298"/>
                </a:cubicBezTo>
                <a:cubicBezTo>
                  <a:pt x="57" y="298"/>
                  <a:pt x="37" y="289"/>
                  <a:pt x="22" y="270"/>
                </a:cubicBezTo>
                <a:cubicBezTo>
                  <a:pt x="7" y="253"/>
                  <a:pt x="0" y="228"/>
                  <a:pt x="0" y="198"/>
                </a:cubicBezTo>
                <a:cubicBezTo>
                  <a:pt x="0" y="165"/>
                  <a:pt x="8" y="139"/>
                  <a:pt x="24" y="119"/>
                </a:cubicBezTo>
                <a:cubicBezTo>
                  <a:pt x="41" y="100"/>
                  <a:pt x="63" y="90"/>
                  <a:pt x="91" y="90"/>
                </a:cubicBezTo>
                <a:moveTo>
                  <a:pt x="768" y="36"/>
                </a:moveTo>
                <a:lnTo>
                  <a:pt x="768" y="94"/>
                </a:lnTo>
                <a:lnTo>
                  <a:pt x="805" y="94"/>
                </a:lnTo>
                <a:lnTo>
                  <a:pt x="818" y="94"/>
                </a:lnTo>
                <a:lnTo>
                  <a:pt x="838" y="94"/>
                </a:lnTo>
                <a:lnTo>
                  <a:pt x="894" y="249"/>
                </a:lnTo>
                <a:cubicBezTo>
                  <a:pt x="894" y="250"/>
                  <a:pt x="895" y="254"/>
                  <a:pt x="898" y="263"/>
                </a:cubicBezTo>
                <a:lnTo>
                  <a:pt x="902" y="249"/>
                </a:lnTo>
                <a:lnTo>
                  <a:pt x="960" y="94"/>
                </a:lnTo>
                <a:lnTo>
                  <a:pt x="991" y="94"/>
                </a:lnTo>
                <a:lnTo>
                  <a:pt x="899" y="326"/>
                </a:lnTo>
                <a:cubicBezTo>
                  <a:pt x="883" y="366"/>
                  <a:pt x="861" y="386"/>
                  <a:pt x="831" y="386"/>
                </a:cubicBezTo>
                <a:cubicBezTo>
                  <a:pt x="824" y="386"/>
                  <a:pt x="818" y="385"/>
                  <a:pt x="811" y="384"/>
                </a:cubicBezTo>
                <a:lnTo>
                  <a:pt x="811" y="356"/>
                </a:lnTo>
                <a:cubicBezTo>
                  <a:pt x="818" y="359"/>
                  <a:pt x="824" y="360"/>
                  <a:pt x="830" y="360"/>
                </a:cubicBezTo>
                <a:cubicBezTo>
                  <a:pt x="846" y="360"/>
                  <a:pt x="859" y="350"/>
                  <a:pt x="867" y="331"/>
                </a:cubicBezTo>
                <a:lnTo>
                  <a:pt x="883" y="293"/>
                </a:lnTo>
                <a:lnTo>
                  <a:pt x="815" y="120"/>
                </a:lnTo>
                <a:lnTo>
                  <a:pt x="768" y="120"/>
                </a:lnTo>
                <a:lnTo>
                  <a:pt x="768" y="233"/>
                </a:lnTo>
                <a:cubicBezTo>
                  <a:pt x="768" y="248"/>
                  <a:pt x="771" y="257"/>
                  <a:pt x="775" y="263"/>
                </a:cubicBezTo>
                <a:cubicBezTo>
                  <a:pt x="780" y="268"/>
                  <a:pt x="787" y="271"/>
                  <a:pt x="798" y="271"/>
                </a:cubicBezTo>
                <a:cubicBezTo>
                  <a:pt x="806" y="271"/>
                  <a:pt x="813" y="269"/>
                  <a:pt x="818" y="264"/>
                </a:cubicBezTo>
                <a:lnTo>
                  <a:pt x="818" y="291"/>
                </a:lnTo>
                <a:cubicBezTo>
                  <a:pt x="811" y="295"/>
                  <a:pt x="802" y="297"/>
                  <a:pt x="790" y="297"/>
                </a:cubicBezTo>
                <a:cubicBezTo>
                  <a:pt x="756" y="297"/>
                  <a:pt x="739" y="277"/>
                  <a:pt x="739" y="239"/>
                </a:cubicBezTo>
                <a:lnTo>
                  <a:pt x="739" y="120"/>
                </a:lnTo>
                <a:lnTo>
                  <a:pt x="704" y="120"/>
                </a:lnTo>
                <a:lnTo>
                  <a:pt x="704" y="94"/>
                </a:lnTo>
                <a:lnTo>
                  <a:pt x="739" y="94"/>
                </a:lnTo>
                <a:lnTo>
                  <a:pt x="739" y="46"/>
                </a:lnTo>
                <a:lnTo>
                  <a:pt x="768" y="36"/>
                </a:lnTo>
                <a:moveTo>
                  <a:pt x="676" y="3"/>
                </a:moveTo>
                <a:cubicBezTo>
                  <a:pt x="682" y="3"/>
                  <a:pt x="687" y="5"/>
                  <a:pt x="690" y="9"/>
                </a:cubicBezTo>
                <a:cubicBezTo>
                  <a:pt x="694" y="13"/>
                  <a:pt x="696" y="18"/>
                  <a:pt x="696" y="23"/>
                </a:cubicBezTo>
                <a:cubicBezTo>
                  <a:pt x="696" y="29"/>
                  <a:pt x="694" y="33"/>
                  <a:pt x="690" y="37"/>
                </a:cubicBezTo>
                <a:cubicBezTo>
                  <a:pt x="687" y="41"/>
                  <a:pt x="682" y="43"/>
                  <a:pt x="676" y="43"/>
                </a:cubicBezTo>
                <a:cubicBezTo>
                  <a:pt x="671" y="43"/>
                  <a:pt x="666" y="41"/>
                  <a:pt x="663" y="37"/>
                </a:cubicBezTo>
                <a:cubicBezTo>
                  <a:pt x="659" y="34"/>
                  <a:pt x="657" y="29"/>
                  <a:pt x="657" y="23"/>
                </a:cubicBezTo>
                <a:cubicBezTo>
                  <a:pt x="657" y="17"/>
                  <a:pt x="659" y="13"/>
                  <a:pt x="663" y="9"/>
                </a:cubicBezTo>
                <a:cubicBezTo>
                  <a:pt x="666" y="5"/>
                  <a:pt x="671" y="3"/>
                  <a:pt x="676" y="3"/>
                </a:cubicBezTo>
                <a:moveTo>
                  <a:pt x="593" y="0"/>
                </a:moveTo>
                <a:lnTo>
                  <a:pt x="623" y="0"/>
                </a:lnTo>
                <a:lnTo>
                  <a:pt x="623" y="293"/>
                </a:lnTo>
                <a:lnTo>
                  <a:pt x="593" y="293"/>
                </a:lnTo>
                <a:lnTo>
                  <a:pt x="593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80" name=""/>
          <p:cNvSpPr/>
          <p:nvPr/>
        </p:nvSpPr>
        <p:spPr>
          <a:xfrm>
            <a:off x="3125880" y="2597760"/>
            <a:ext cx="114480" cy="109080"/>
          </a:xfrm>
          <a:custGeom>
            <a:avLst/>
            <a:gdLst/>
            <a:ahLst/>
            <a:rect l="0" t="0" r="r" b="b"/>
            <a:pathLst>
              <a:path w="318" h="303">
                <a:moveTo>
                  <a:pt x="99" y="120"/>
                </a:moveTo>
                <a:cubicBezTo>
                  <a:pt x="79" y="120"/>
                  <a:pt x="62" y="127"/>
                  <a:pt x="50" y="141"/>
                </a:cubicBezTo>
                <a:cubicBezTo>
                  <a:pt x="38" y="155"/>
                  <a:pt x="32" y="176"/>
                  <a:pt x="32" y="200"/>
                </a:cubicBezTo>
                <a:cubicBezTo>
                  <a:pt x="32" y="224"/>
                  <a:pt x="38" y="242"/>
                  <a:pt x="50" y="256"/>
                </a:cubicBezTo>
                <a:cubicBezTo>
                  <a:pt x="63" y="270"/>
                  <a:pt x="79" y="277"/>
                  <a:pt x="99" y="277"/>
                </a:cubicBezTo>
                <a:cubicBezTo>
                  <a:pt x="120" y="277"/>
                  <a:pt x="136" y="270"/>
                  <a:pt x="148" y="257"/>
                </a:cubicBezTo>
                <a:cubicBezTo>
                  <a:pt x="159" y="244"/>
                  <a:pt x="164" y="225"/>
                  <a:pt x="164" y="200"/>
                </a:cubicBezTo>
                <a:cubicBezTo>
                  <a:pt x="164" y="175"/>
                  <a:pt x="159" y="154"/>
                  <a:pt x="148" y="141"/>
                </a:cubicBezTo>
                <a:cubicBezTo>
                  <a:pt x="136" y="127"/>
                  <a:pt x="120" y="120"/>
                  <a:pt x="99" y="120"/>
                </a:cubicBezTo>
                <a:moveTo>
                  <a:pt x="102" y="95"/>
                </a:moveTo>
                <a:cubicBezTo>
                  <a:pt x="131" y="95"/>
                  <a:pt x="153" y="104"/>
                  <a:pt x="170" y="122"/>
                </a:cubicBezTo>
                <a:cubicBezTo>
                  <a:pt x="186" y="140"/>
                  <a:pt x="195" y="166"/>
                  <a:pt x="195" y="199"/>
                </a:cubicBezTo>
                <a:cubicBezTo>
                  <a:pt x="195" y="230"/>
                  <a:pt x="186" y="255"/>
                  <a:pt x="168" y="274"/>
                </a:cubicBezTo>
                <a:cubicBezTo>
                  <a:pt x="150" y="293"/>
                  <a:pt x="126" y="303"/>
                  <a:pt x="97" y="303"/>
                </a:cubicBezTo>
                <a:cubicBezTo>
                  <a:pt x="68" y="303"/>
                  <a:pt x="45" y="293"/>
                  <a:pt x="28" y="275"/>
                </a:cubicBezTo>
                <a:cubicBezTo>
                  <a:pt x="10" y="256"/>
                  <a:pt x="0" y="232"/>
                  <a:pt x="0" y="202"/>
                </a:cubicBezTo>
                <a:cubicBezTo>
                  <a:pt x="0" y="169"/>
                  <a:pt x="11" y="142"/>
                  <a:pt x="28" y="123"/>
                </a:cubicBezTo>
                <a:cubicBezTo>
                  <a:pt x="46" y="104"/>
                  <a:pt x="71" y="95"/>
                  <a:pt x="102" y="95"/>
                </a:cubicBezTo>
                <a:moveTo>
                  <a:pt x="296" y="0"/>
                </a:moveTo>
                <a:cubicBezTo>
                  <a:pt x="305" y="0"/>
                  <a:pt x="313" y="1"/>
                  <a:pt x="318" y="3"/>
                </a:cubicBezTo>
                <a:lnTo>
                  <a:pt x="318" y="31"/>
                </a:lnTo>
                <a:cubicBezTo>
                  <a:pt x="312" y="27"/>
                  <a:pt x="305" y="26"/>
                  <a:pt x="297" y="26"/>
                </a:cubicBezTo>
                <a:cubicBezTo>
                  <a:pt x="275" y="26"/>
                  <a:pt x="264" y="40"/>
                  <a:pt x="264" y="68"/>
                </a:cubicBezTo>
                <a:lnTo>
                  <a:pt x="264" y="99"/>
                </a:lnTo>
                <a:lnTo>
                  <a:pt x="310" y="99"/>
                </a:lnTo>
                <a:lnTo>
                  <a:pt x="310" y="125"/>
                </a:lnTo>
                <a:lnTo>
                  <a:pt x="264" y="125"/>
                </a:lnTo>
                <a:lnTo>
                  <a:pt x="264" y="298"/>
                </a:lnTo>
                <a:lnTo>
                  <a:pt x="234" y="298"/>
                </a:lnTo>
                <a:lnTo>
                  <a:pt x="234" y="125"/>
                </a:lnTo>
                <a:lnTo>
                  <a:pt x="200" y="125"/>
                </a:lnTo>
                <a:lnTo>
                  <a:pt x="200" y="99"/>
                </a:lnTo>
                <a:lnTo>
                  <a:pt x="234" y="99"/>
                </a:lnTo>
                <a:lnTo>
                  <a:pt x="234" y="67"/>
                </a:lnTo>
                <a:cubicBezTo>
                  <a:pt x="234" y="46"/>
                  <a:pt x="240" y="30"/>
                  <a:pt x="252" y="18"/>
                </a:cubicBezTo>
                <a:cubicBezTo>
                  <a:pt x="264" y="6"/>
                  <a:pt x="278" y="0"/>
                  <a:pt x="296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81" name=""/>
          <p:cNvSpPr/>
          <p:nvPr/>
        </p:nvSpPr>
        <p:spPr>
          <a:xfrm>
            <a:off x="3281760" y="2597760"/>
            <a:ext cx="141120" cy="109080"/>
          </a:xfrm>
          <a:custGeom>
            <a:avLst/>
            <a:gdLst/>
            <a:ahLst/>
            <a:rect l="0" t="0" r="r" b="b"/>
            <a:pathLst>
              <a:path w="392" h="303">
                <a:moveTo>
                  <a:pt x="310" y="120"/>
                </a:moveTo>
                <a:cubicBezTo>
                  <a:pt x="296" y="120"/>
                  <a:pt x="283" y="126"/>
                  <a:pt x="272" y="136"/>
                </a:cubicBezTo>
                <a:cubicBezTo>
                  <a:pt x="261" y="147"/>
                  <a:pt x="254" y="162"/>
                  <a:pt x="252" y="180"/>
                </a:cubicBezTo>
                <a:lnTo>
                  <a:pt x="361" y="180"/>
                </a:lnTo>
                <a:cubicBezTo>
                  <a:pt x="361" y="162"/>
                  <a:pt x="356" y="146"/>
                  <a:pt x="347" y="136"/>
                </a:cubicBezTo>
                <a:cubicBezTo>
                  <a:pt x="339" y="126"/>
                  <a:pt x="326" y="120"/>
                  <a:pt x="310" y="120"/>
                </a:cubicBezTo>
                <a:moveTo>
                  <a:pt x="69" y="99"/>
                </a:moveTo>
                <a:lnTo>
                  <a:pt x="99" y="99"/>
                </a:lnTo>
                <a:lnTo>
                  <a:pt x="99" y="298"/>
                </a:lnTo>
                <a:lnTo>
                  <a:pt x="69" y="298"/>
                </a:lnTo>
                <a:lnTo>
                  <a:pt x="69" y="99"/>
                </a:lnTo>
                <a:moveTo>
                  <a:pt x="311" y="95"/>
                </a:moveTo>
                <a:cubicBezTo>
                  <a:pt x="336" y="95"/>
                  <a:pt x="356" y="103"/>
                  <a:pt x="370" y="120"/>
                </a:cubicBezTo>
                <a:cubicBezTo>
                  <a:pt x="384" y="137"/>
                  <a:pt x="392" y="161"/>
                  <a:pt x="392" y="190"/>
                </a:cubicBezTo>
                <a:lnTo>
                  <a:pt x="392" y="207"/>
                </a:lnTo>
                <a:lnTo>
                  <a:pt x="251" y="207"/>
                </a:lnTo>
                <a:cubicBezTo>
                  <a:pt x="252" y="230"/>
                  <a:pt x="258" y="247"/>
                  <a:pt x="270" y="259"/>
                </a:cubicBezTo>
                <a:cubicBezTo>
                  <a:pt x="281" y="271"/>
                  <a:pt x="297" y="277"/>
                  <a:pt x="316" y="277"/>
                </a:cubicBezTo>
                <a:cubicBezTo>
                  <a:pt x="339" y="277"/>
                  <a:pt x="360" y="270"/>
                  <a:pt x="378" y="255"/>
                </a:cubicBezTo>
                <a:lnTo>
                  <a:pt x="378" y="283"/>
                </a:lnTo>
                <a:cubicBezTo>
                  <a:pt x="360" y="296"/>
                  <a:pt x="338" y="303"/>
                  <a:pt x="310" y="303"/>
                </a:cubicBezTo>
                <a:cubicBezTo>
                  <a:pt x="282" y="303"/>
                  <a:pt x="260" y="294"/>
                  <a:pt x="244" y="275"/>
                </a:cubicBezTo>
                <a:cubicBezTo>
                  <a:pt x="229" y="257"/>
                  <a:pt x="220" y="232"/>
                  <a:pt x="220" y="200"/>
                </a:cubicBezTo>
                <a:cubicBezTo>
                  <a:pt x="220" y="170"/>
                  <a:pt x="229" y="144"/>
                  <a:pt x="247" y="124"/>
                </a:cubicBezTo>
                <a:cubicBezTo>
                  <a:pt x="264" y="105"/>
                  <a:pt x="285" y="95"/>
                  <a:pt x="311" y="95"/>
                </a:cubicBezTo>
                <a:moveTo>
                  <a:pt x="84" y="8"/>
                </a:moveTo>
                <a:cubicBezTo>
                  <a:pt x="90" y="8"/>
                  <a:pt x="94" y="10"/>
                  <a:pt x="98" y="14"/>
                </a:cubicBezTo>
                <a:cubicBezTo>
                  <a:pt x="102" y="18"/>
                  <a:pt x="104" y="23"/>
                  <a:pt x="104" y="28"/>
                </a:cubicBezTo>
                <a:cubicBezTo>
                  <a:pt x="104" y="34"/>
                  <a:pt x="102" y="38"/>
                  <a:pt x="98" y="42"/>
                </a:cubicBezTo>
                <a:cubicBezTo>
                  <a:pt x="94" y="46"/>
                  <a:pt x="90" y="48"/>
                  <a:pt x="84" y="48"/>
                </a:cubicBezTo>
                <a:cubicBezTo>
                  <a:pt x="79" y="48"/>
                  <a:pt x="74" y="46"/>
                  <a:pt x="70" y="42"/>
                </a:cubicBezTo>
                <a:cubicBezTo>
                  <a:pt x="67" y="39"/>
                  <a:pt x="65" y="34"/>
                  <a:pt x="65" y="28"/>
                </a:cubicBezTo>
                <a:cubicBezTo>
                  <a:pt x="65" y="22"/>
                  <a:pt x="67" y="18"/>
                  <a:pt x="70" y="14"/>
                </a:cubicBezTo>
                <a:cubicBezTo>
                  <a:pt x="74" y="10"/>
                  <a:pt x="79" y="8"/>
                  <a:pt x="84" y="8"/>
                </a:cubicBezTo>
                <a:moveTo>
                  <a:pt x="0" y="5"/>
                </a:moveTo>
                <a:lnTo>
                  <a:pt x="30" y="5"/>
                </a:lnTo>
                <a:lnTo>
                  <a:pt x="30" y="298"/>
                </a:lnTo>
                <a:lnTo>
                  <a:pt x="0" y="298"/>
                </a:lnTo>
                <a:lnTo>
                  <a:pt x="0" y="5"/>
                </a:lnTo>
                <a:moveTo>
                  <a:pt x="210" y="0"/>
                </a:moveTo>
                <a:cubicBezTo>
                  <a:pt x="219" y="0"/>
                  <a:pt x="227" y="1"/>
                  <a:pt x="232" y="3"/>
                </a:cubicBezTo>
                <a:lnTo>
                  <a:pt x="232" y="31"/>
                </a:lnTo>
                <a:cubicBezTo>
                  <a:pt x="226" y="27"/>
                  <a:pt x="219" y="26"/>
                  <a:pt x="211" y="26"/>
                </a:cubicBezTo>
                <a:cubicBezTo>
                  <a:pt x="189" y="26"/>
                  <a:pt x="178" y="40"/>
                  <a:pt x="178" y="68"/>
                </a:cubicBezTo>
                <a:lnTo>
                  <a:pt x="178" y="99"/>
                </a:lnTo>
                <a:lnTo>
                  <a:pt x="224" y="99"/>
                </a:lnTo>
                <a:lnTo>
                  <a:pt x="224" y="125"/>
                </a:lnTo>
                <a:lnTo>
                  <a:pt x="178" y="125"/>
                </a:lnTo>
                <a:lnTo>
                  <a:pt x="178" y="298"/>
                </a:lnTo>
                <a:lnTo>
                  <a:pt x="148" y="298"/>
                </a:lnTo>
                <a:lnTo>
                  <a:pt x="148" y="125"/>
                </a:lnTo>
                <a:lnTo>
                  <a:pt x="115" y="125"/>
                </a:lnTo>
                <a:lnTo>
                  <a:pt x="115" y="99"/>
                </a:lnTo>
                <a:lnTo>
                  <a:pt x="148" y="99"/>
                </a:lnTo>
                <a:lnTo>
                  <a:pt x="148" y="67"/>
                </a:lnTo>
                <a:cubicBezTo>
                  <a:pt x="148" y="46"/>
                  <a:pt x="154" y="30"/>
                  <a:pt x="166" y="18"/>
                </a:cubicBezTo>
                <a:cubicBezTo>
                  <a:pt x="178" y="6"/>
                  <a:pt x="192" y="0"/>
                  <a:pt x="210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82" name=""/>
          <p:cNvSpPr/>
          <p:nvPr/>
        </p:nvSpPr>
        <p:spPr>
          <a:xfrm>
            <a:off x="3471480" y="2599560"/>
            <a:ext cx="200160" cy="107280"/>
          </a:xfrm>
          <a:custGeom>
            <a:avLst/>
            <a:gdLst/>
            <a:ahLst/>
            <a:rect l="0" t="0" r="r" b="b"/>
            <a:pathLst>
              <a:path w="556" h="298">
                <a:moveTo>
                  <a:pt x="126" y="193"/>
                </a:moveTo>
                <a:lnTo>
                  <a:pt x="78" y="199"/>
                </a:lnTo>
                <a:cubicBezTo>
                  <a:pt x="62" y="201"/>
                  <a:pt x="50" y="205"/>
                  <a:pt x="42" y="210"/>
                </a:cubicBezTo>
                <a:cubicBezTo>
                  <a:pt x="35" y="216"/>
                  <a:pt x="31" y="225"/>
                  <a:pt x="31" y="239"/>
                </a:cubicBezTo>
                <a:cubicBezTo>
                  <a:pt x="31" y="249"/>
                  <a:pt x="35" y="257"/>
                  <a:pt x="42" y="263"/>
                </a:cubicBezTo>
                <a:cubicBezTo>
                  <a:pt x="49" y="269"/>
                  <a:pt x="59" y="272"/>
                  <a:pt x="71" y="272"/>
                </a:cubicBezTo>
                <a:cubicBezTo>
                  <a:pt x="87" y="272"/>
                  <a:pt x="100" y="267"/>
                  <a:pt x="110" y="255"/>
                </a:cubicBezTo>
                <a:cubicBezTo>
                  <a:pt x="121" y="244"/>
                  <a:pt x="126" y="230"/>
                  <a:pt x="126" y="213"/>
                </a:cubicBezTo>
                <a:lnTo>
                  <a:pt x="126" y="193"/>
                </a:lnTo>
                <a:moveTo>
                  <a:pt x="469" y="116"/>
                </a:moveTo>
                <a:cubicBezTo>
                  <a:pt x="449" y="116"/>
                  <a:pt x="434" y="123"/>
                  <a:pt x="422" y="138"/>
                </a:cubicBezTo>
                <a:cubicBezTo>
                  <a:pt x="411" y="153"/>
                  <a:pt x="405" y="172"/>
                  <a:pt x="405" y="197"/>
                </a:cubicBezTo>
                <a:cubicBezTo>
                  <a:pt x="405" y="220"/>
                  <a:pt x="411" y="238"/>
                  <a:pt x="422" y="252"/>
                </a:cubicBezTo>
                <a:cubicBezTo>
                  <a:pt x="432" y="265"/>
                  <a:pt x="447" y="272"/>
                  <a:pt x="465" y="272"/>
                </a:cubicBezTo>
                <a:cubicBezTo>
                  <a:pt x="483" y="272"/>
                  <a:pt x="497" y="266"/>
                  <a:pt x="509" y="253"/>
                </a:cubicBezTo>
                <a:cubicBezTo>
                  <a:pt x="520" y="240"/>
                  <a:pt x="526" y="224"/>
                  <a:pt x="526" y="204"/>
                </a:cubicBezTo>
                <a:lnTo>
                  <a:pt x="526" y="174"/>
                </a:lnTo>
                <a:cubicBezTo>
                  <a:pt x="526" y="158"/>
                  <a:pt x="521" y="144"/>
                  <a:pt x="510" y="133"/>
                </a:cubicBezTo>
                <a:cubicBezTo>
                  <a:pt x="499" y="122"/>
                  <a:pt x="485" y="116"/>
                  <a:pt x="469" y="116"/>
                </a:cubicBezTo>
                <a:moveTo>
                  <a:pt x="285" y="91"/>
                </a:moveTo>
                <a:cubicBezTo>
                  <a:pt x="307" y="91"/>
                  <a:pt x="323" y="98"/>
                  <a:pt x="335" y="112"/>
                </a:cubicBezTo>
                <a:cubicBezTo>
                  <a:pt x="346" y="126"/>
                  <a:pt x="352" y="146"/>
                  <a:pt x="352" y="172"/>
                </a:cubicBezTo>
                <a:lnTo>
                  <a:pt x="352" y="293"/>
                </a:lnTo>
                <a:lnTo>
                  <a:pt x="322" y="293"/>
                </a:lnTo>
                <a:lnTo>
                  <a:pt x="322" y="180"/>
                </a:lnTo>
                <a:cubicBezTo>
                  <a:pt x="322" y="137"/>
                  <a:pt x="307" y="116"/>
                  <a:pt x="275" y="116"/>
                </a:cubicBezTo>
                <a:cubicBezTo>
                  <a:pt x="259" y="116"/>
                  <a:pt x="246" y="122"/>
                  <a:pt x="235" y="134"/>
                </a:cubicBezTo>
                <a:cubicBezTo>
                  <a:pt x="225" y="146"/>
                  <a:pt x="219" y="162"/>
                  <a:pt x="219" y="180"/>
                </a:cubicBezTo>
                <a:lnTo>
                  <a:pt x="219" y="293"/>
                </a:lnTo>
                <a:lnTo>
                  <a:pt x="189" y="293"/>
                </a:lnTo>
                <a:lnTo>
                  <a:pt x="189" y="95"/>
                </a:lnTo>
                <a:lnTo>
                  <a:pt x="219" y="95"/>
                </a:lnTo>
                <a:lnTo>
                  <a:pt x="219" y="129"/>
                </a:lnTo>
                <a:lnTo>
                  <a:pt x="220" y="129"/>
                </a:lnTo>
                <a:cubicBezTo>
                  <a:pt x="235" y="103"/>
                  <a:pt x="256" y="91"/>
                  <a:pt x="285" y="91"/>
                </a:cubicBezTo>
                <a:moveTo>
                  <a:pt x="87" y="91"/>
                </a:moveTo>
                <a:cubicBezTo>
                  <a:pt x="133" y="91"/>
                  <a:pt x="156" y="115"/>
                  <a:pt x="156" y="164"/>
                </a:cubicBezTo>
                <a:lnTo>
                  <a:pt x="156" y="293"/>
                </a:lnTo>
                <a:lnTo>
                  <a:pt x="126" y="293"/>
                </a:lnTo>
                <a:lnTo>
                  <a:pt x="126" y="262"/>
                </a:lnTo>
                <a:lnTo>
                  <a:pt x="125" y="262"/>
                </a:lnTo>
                <a:cubicBezTo>
                  <a:pt x="111" y="286"/>
                  <a:pt x="91" y="298"/>
                  <a:pt x="64" y="298"/>
                </a:cubicBezTo>
                <a:cubicBezTo>
                  <a:pt x="44" y="298"/>
                  <a:pt x="29" y="293"/>
                  <a:pt x="17" y="282"/>
                </a:cubicBezTo>
                <a:cubicBezTo>
                  <a:pt x="6" y="272"/>
                  <a:pt x="0" y="258"/>
                  <a:pt x="0" y="241"/>
                </a:cubicBezTo>
                <a:cubicBezTo>
                  <a:pt x="0" y="204"/>
                  <a:pt x="22" y="183"/>
                  <a:pt x="66" y="177"/>
                </a:cubicBezTo>
                <a:lnTo>
                  <a:pt x="126" y="168"/>
                </a:lnTo>
                <a:cubicBezTo>
                  <a:pt x="126" y="134"/>
                  <a:pt x="112" y="116"/>
                  <a:pt x="85" y="116"/>
                </a:cubicBezTo>
                <a:cubicBezTo>
                  <a:pt x="61" y="116"/>
                  <a:pt x="38" y="125"/>
                  <a:pt x="20" y="141"/>
                </a:cubicBezTo>
                <a:lnTo>
                  <a:pt x="20" y="110"/>
                </a:lnTo>
                <a:cubicBezTo>
                  <a:pt x="39" y="97"/>
                  <a:pt x="62" y="91"/>
                  <a:pt x="87" y="91"/>
                </a:cubicBezTo>
                <a:moveTo>
                  <a:pt x="526" y="0"/>
                </a:moveTo>
                <a:lnTo>
                  <a:pt x="556" y="0"/>
                </a:lnTo>
                <a:lnTo>
                  <a:pt x="556" y="293"/>
                </a:lnTo>
                <a:lnTo>
                  <a:pt x="526" y="293"/>
                </a:lnTo>
                <a:lnTo>
                  <a:pt x="526" y="259"/>
                </a:lnTo>
                <a:lnTo>
                  <a:pt x="525" y="259"/>
                </a:lnTo>
                <a:cubicBezTo>
                  <a:pt x="510" y="285"/>
                  <a:pt x="488" y="298"/>
                  <a:pt x="457" y="298"/>
                </a:cubicBezTo>
                <a:cubicBezTo>
                  <a:pt x="432" y="298"/>
                  <a:pt x="412" y="289"/>
                  <a:pt x="398" y="271"/>
                </a:cubicBezTo>
                <a:cubicBezTo>
                  <a:pt x="382" y="253"/>
                  <a:pt x="375" y="229"/>
                  <a:pt x="375" y="199"/>
                </a:cubicBezTo>
                <a:cubicBezTo>
                  <a:pt x="375" y="166"/>
                  <a:pt x="383" y="140"/>
                  <a:pt x="400" y="120"/>
                </a:cubicBezTo>
                <a:cubicBezTo>
                  <a:pt x="417" y="101"/>
                  <a:pt x="438" y="91"/>
                  <a:pt x="465" y="91"/>
                </a:cubicBezTo>
                <a:cubicBezTo>
                  <a:pt x="492" y="91"/>
                  <a:pt x="513" y="101"/>
                  <a:pt x="525" y="123"/>
                </a:cubicBezTo>
                <a:lnTo>
                  <a:pt x="526" y="123"/>
                </a:lnTo>
                <a:lnTo>
                  <a:pt x="526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83" name=""/>
          <p:cNvSpPr/>
          <p:nvPr/>
        </p:nvSpPr>
        <p:spPr>
          <a:xfrm>
            <a:off x="3723480" y="2599560"/>
            <a:ext cx="304560" cy="107280"/>
          </a:xfrm>
          <a:custGeom>
            <a:avLst/>
            <a:gdLst/>
            <a:ahLst/>
            <a:rect l="0" t="0" r="r" b="b"/>
            <a:pathLst>
              <a:path w="846" h="298">
                <a:moveTo>
                  <a:pt x="514" y="193"/>
                </a:moveTo>
                <a:lnTo>
                  <a:pt x="466" y="199"/>
                </a:lnTo>
                <a:cubicBezTo>
                  <a:pt x="450" y="201"/>
                  <a:pt x="439" y="205"/>
                  <a:pt x="431" y="210"/>
                </a:cubicBezTo>
                <a:cubicBezTo>
                  <a:pt x="424" y="216"/>
                  <a:pt x="420" y="225"/>
                  <a:pt x="420" y="239"/>
                </a:cubicBezTo>
                <a:cubicBezTo>
                  <a:pt x="420" y="249"/>
                  <a:pt x="424" y="257"/>
                  <a:pt x="431" y="263"/>
                </a:cubicBezTo>
                <a:cubicBezTo>
                  <a:pt x="438" y="269"/>
                  <a:pt x="447" y="272"/>
                  <a:pt x="459" y="272"/>
                </a:cubicBezTo>
                <a:cubicBezTo>
                  <a:pt x="475" y="272"/>
                  <a:pt x="488" y="267"/>
                  <a:pt x="498" y="255"/>
                </a:cubicBezTo>
                <a:cubicBezTo>
                  <a:pt x="509" y="244"/>
                  <a:pt x="514" y="230"/>
                  <a:pt x="514" y="213"/>
                </a:cubicBezTo>
                <a:lnTo>
                  <a:pt x="514" y="193"/>
                </a:lnTo>
                <a:moveTo>
                  <a:pt x="298" y="116"/>
                </a:moveTo>
                <a:cubicBezTo>
                  <a:pt x="284" y="116"/>
                  <a:pt x="270" y="122"/>
                  <a:pt x="260" y="132"/>
                </a:cubicBezTo>
                <a:cubicBezTo>
                  <a:pt x="249" y="143"/>
                  <a:pt x="242" y="157"/>
                  <a:pt x="240" y="175"/>
                </a:cubicBezTo>
                <a:lnTo>
                  <a:pt x="349" y="175"/>
                </a:lnTo>
                <a:cubicBezTo>
                  <a:pt x="349" y="157"/>
                  <a:pt x="344" y="142"/>
                  <a:pt x="335" y="132"/>
                </a:cubicBezTo>
                <a:cubicBezTo>
                  <a:pt x="327" y="122"/>
                  <a:pt x="314" y="116"/>
                  <a:pt x="298" y="116"/>
                </a:cubicBezTo>
                <a:moveTo>
                  <a:pt x="94" y="116"/>
                </a:moveTo>
                <a:cubicBezTo>
                  <a:pt x="74" y="116"/>
                  <a:pt x="59" y="123"/>
                  <a:pt x="47" y="138"/>
                </a:cubicBezTo>
                <a:cubicBezTo>
                  <a:pt x="36" y="153"/>
                  <a:pt x="30" y="172"/>
                  <a:pt x="30" y="197"/>
                </a:cubicBezTo>
                <a:cubicBezTo>
                  <a:pt x="30" y="220"/>
                  <a:pt x="36" y="238"/>
                  <a:pt x="47" y="252"/>
                </a:cubicBezTo>
                <a:cubicBezTo>
                  <a:pt x="57" y="265"/>
                  <a:pt x="72" y="272"/>
                  <a:pt x="90" y="272"/>
                </a:cubicBezTo>
                <a:cubicBezTo>
                  <a:pt x="108" y="272"/>
                  <a:pt x="122" y="266"/>
                  <a:pt x="134" y="253"/>
                </a:cubicBezTo>
                <a:cubicBezTo>
                  <a:pt x="145" y="240"/>
                  <a:pt x="151" y="224"/>
                  <a:pt x="151" y="204"/>
                </a:cubicBezTo>
                <a:lnTo>
                  <a:pt x="151" y="174"/>
                </a:lnTo>
                <a:cubicBezTo>
                  <a:pt x="151" y="158"/>
                  <a:pt x="146" y="144"/>
                  <a:pt x="135" y="133"/>
                </a:cubicBezTo>
                <a:cubicBezTo>
                  <a:pt x="124" y="122"/>
                  <a:pt x="110" y="116"/>
                  <a:pt x="94" y="116"/>
                </a:cubicBezTo>
                <a:moveTo>
                  <a:pt x="475" y="91"/>
                </a:moveTo>
                <a:cubicBezTo>
                  <a:pt x="521" y="91"/>
                  <a:pt x="544" y="115"/>
                  <a:pt x="544" y="164"/>
                </a:cubicBezTo>
                <a:lnTo>
                  <a:pt x="544" y="293"/>
                </a:lnTo>
                <a:lnTo>
                  <a:pt x="514" y="293"/>
                </a:lnTo>
                <a:lnTo>
                  <a:pt x="514" y="262"/>
                </a:lnTo>
                <a:lnTo>
                  <a:pt x="513" y="262"/>
                </a:lnTo>
                <a:cubicBezTo>
                  <a:pt x="499" y="286"/>
                  <a:pt x="479" y="298"/>
                  <a:pt x="452" y="298"/>
                </a:cubicBezTo>
                <a:cubicBezTo>
                  <a:pt x="433" y="298"/>
                  <a:pt x="418" y="293"/>
                  <a:pt x="406" y="282"/>
                </a:cubicBezTo>
                <a:cubicBezTo>
                  <a:pt x="395" y="272"/>
                  <a:pt x="389" y="258"/>
                  <a:pt x="389" y="241"/>
                </a:cubicBezTo>
                <a:cubicBezTo>
                  <a:pt x="389" y="204"/>
                  <a:pt x="411" y="183"/>
                  <a:pt x="454" y="177"/>
                </a:cubicBezTo>
                <a:lnTo>
                  <a:pt x="514" y="168"/>
                </a:lnTo>
                <a:cubicBezTo>
                  <a:pt x="514" y="134"/>
                  <a:pt x="500" y="116"/>
                  <a:pt x="473" y="116"/>
                </a:cubicBezTo>
                <a:cubicBezTo>
                  <a:pt x="449" y="116"/>
                  <a:pt x="427" y="125"/>
                  <a:pt x="409" y="141"/>
                </a:cubicBezTo>
                <a:lnTo>
                  <a:pt x="409" y="110"/>
                </a:lnTo>
                <a:cubicBezTo>
                  <a:pt x="428" y="97"/>
                  <a:pt x="450" y="91"/>
                  <a:pt x="475" y="91"/>
                </a:cubicBezTo>
                <a:moveTo>
                  <a:pt x="299" y="91"/>
                </a:moveTo>
                <a:cubicBezTo>
                  <a:pt x="324" y="91"/>
                  <a:pt x="344" y="99"/>
                  <a:pt x="358" y="116"/>
                </a:cubicBezTo>
                <a:cubicBezTo>
                  <a:pt x="372" y="133"/>
                  <a:pt x="379" y="156"/>
                  <a:pt x="379" y="185"/>
                </a:cubicBezTo>
                <a:lnTo>
                  <a:pt x="379" y="202"/>
                </a:lnTo>
                <a:lnTo>
                  <a:pt x="239" y="202"/>
                </a:lnTo>
                <a:cubicBezTo>
                  <a:pt x="240" y="225"/>
                  <a:pt x="246" y="242"/>
                  <a:pt x="258" y="254"/>
                </a:cubicBezTo>
                <a:cubicBezTo>
                  <a:pt x="269" y="266"/>
                  <a:pt x="285" y="272"/>
                  <a:pt x="304" y="272"/>
                </a:cubicBezTo>
                <a:cubicBezTo>
                  <a:pt x="327" y="272"/>
                  <a:pt x="348" y="265"/>
                  <a:pt x="366" y="250"/>
                </a:cubicBezTo>
                <a:lnTo>
                  <a:pt x="366" y="278"/>
                </a:lnTo>
                <a:cubicBezTo>
                  <a:pt x="348" y="291"/>
                  <a:pt x="325" y="298"/>
                  <a:pt x="298" y="298"/>
                </a:cubicBezTo>
                <a:cubicBezTo>
                  <a:pt x="270" y="298"/>
                  <a:pt x="248" y="289"/>
                  <a:pt x="232" y="270"/>
                </a:cubicBezTo>
                <a:cubicBezTo>
                  <a:pt x="216" y="252"/>
                  <a:pt x="208" y="227"/>
                  <a:pt x="208" y="195"/>
                </a:cubicBezTo>
                <a:cubicBezTo>
                  <a:pt x="208" y="165"/>
                  <a:pt x="217" y="140"/>
                  <a:pt x="234" y="120"/>
                </a:cubicBezTo>
                <a:cubicBezTo>
                  <a:pt x="252" y="101"/>
                  <a:pt x="273" y="91"/>
                  <a:pt x="299" y="91"/>
                </a:cubicBezTo>
                <a:moveTo>
                  <a:pt x="617" y="36"/>
                </a:moveTo>
                <a:lnTo>
                  <a:pt x="617" y="95"/>
                </a:lnTo>
                <a:lnTo>
                  <a:pt x="667" y="95"/>
                </a:lnTo>
                <a:lnTo>
                  <a:pt x="667" y="121"/>
                </a:lnTo>
                <a:lnTo>
                  <a:pt x="617" y="121"/>
                </a:lnTo>
                <a:lnTo>
                  <a:pt x="617" y="234"/>
                </a:lnTo>
                <a:cubicBezTo>
                  <a:pt x="617" y="249"/>
                  <a:pt x="620" y="258"/>
                  <a:pt x="624" y="264"/>
                </a:cubicBezTo>
                <a:cubicBezTo>
                  <a:pt x="629" y="269"/>
                  <a:pt x="636" y="272"/>
                  <a:pt x="647" y="272"/>
                </a:cubicBezTo>
                <a:cubicBezTo>
                  <a:pt x="655" y="272"/>
                  <a:pt x="662" y="270"/>
                  <a:pt x="667" y="265"/>
                </a:cubicBezTo>
                <a:lnTo>
                  <a:pt x="667" y="291"/>
                </a:lnTo>
                <a:cubicBezTo>
                  <a:pt x="660" y="295"/>
                  <a:pt x="650" y="297"/>
                  <a:pt x="638" y="297"/>
                </a:cubicBezTo>
                <a:cubicBezTo>
                  <a:pt x="605" y="297"/>
                  <a:pt x="588" y="278"/>
                  <a:pt x="588" y="240"/>
                </a:cubicBezTo>
                <a:lnTo>
                  <a:pt x="588" y="121"/>
                </a:lnTo>
                <a:lnTo>
                  <a:pt x="553" y="121"/>
                </a:lnTo>
                <a:lnTo>
                  <a:pt x="553" y="95"/>
                </a:lnTo>
                <a:lnTo>
                  <a:pt x="588" y="95"/>
                </a:lnTo>
                <a:lnTo>
                  <a:pt x="588" y="46"/>
                </a:lnTo>
                <a:lnTo>
                  <a:pt x="617" y="36"/>
                </a:lnTo>
                <a:moveTo>
                  <a:pt x="683" y="0"/>
                </a:moveTo>
                <a:lnTo>
                  <a:pt x="713" y="0"/>
                </a:lnTo>
                <a:lnTo>
                  <a:pt x="713" y="129"/>
                </a:lnTo>
                <a:lnTo>
                  <a:pt x="714" y="129"/>
                </a:lnTo>
                <a:cubicBezTo>
                  <a:pt x="729" y="103"/>
                  <a:pt x="751" y="91"/>
                  <a:pt x="779" y="91"/>
                </a:cubicBezTo>
                <a:cubicBezTo>
                  <a:pt x="824" y="91"/>
                  <a:pt x="846" y="118"/>
                  <a:pt x="846" y="171"/>
                </a:cubicBezTo>
                <a:lnTo>
                  <a:pt x="846" y="293"/>
                </a:lnTo>
                <a:lnTo>
                  <a:pt x="816" y="293"/>
                </a:lnTo>
                <a:lnTo>
                  <a:pt x="816" y="179"/>
                </a:lnTo>
                <a:cubicBezTo>
                  <a:pt x="816" y="137"/>
                  <a:pt x="800" y="116"/>
                  <a:pt x="769" y="116"/>
                </a:cubicBezTo>
                <a:cubicBezTo>
                  <a:pt x="753" y="116"/>
                  <a:pt x="740" y="122"/>
                  <a:pt x="729" y="134"/>
                </a:cubicBezTo>
                <a:cubicBezTo>
                  <a:pt x="718" y="147"/>
                  <a:pt x="713" y="162"/>
                  <a:pt x="713" y="181"/>
                </a:cubicBezTo>
                <a:lnTo>
                  <a:pt x="713" y="293"/>
                </a:lnTo>
                <a:lnTo>
                  <a:pt x="683" y="293"/>
                </a:lnTo>
                <a:lnTo>
                  <a:pt x="683" y="0"/>
                </a:lnTo>
                <a:moveTo>
                  <a:pt x="151" y="0"/>
                </a:moveTo>
                <a:lnTo>
                  <a:pt x="181" y="0"/>
                </a:lnTo>
                <a:lnTo>
                  <a:pt x="181" y="293"/>
                </a:lnTo>
                <a:lnTo>
                  <a:pt x="151" y="293"/>
                </a:lnTo>
                <a:lnTo>
                  <a:pt x="151" y="259"/>
                </a:lnTo>
                <a:lnTo>
                  <a:pt x="150" y="259"/>
                </a:lnTo>
                <a:cubicBezTo>
                  <a:pt x="135" y="285"/>
                  <a:pt x="113" y="298"/>
                  <a:pt x="82" y="298"/>
                </a:cubicBezTo>
                <a:cubicBezTo>
                  <a:pt x="57" y="298"/>
                  <a:pt x="37" y="289"/>
                  <a:pt x="23" y="271"/>
                </a:cubicBezTo>
                <a:cubicBezTo>
                  <a:pt x="7" y="253"/>
                  <a:pt x="0" y="229"/>
                  <a:pt x="0" y="199"/>
                </a:cubicBezTo>
                <a:cubicBezTo>
                  <a:pt x="0" y="166"/>
                  <a:pt x="8" y="140"/>
                  <a:pt x="25" y="120"/>
                </a:cubicBezTo>
                <a:cubicBezTo>
                  <a:pt x="42" y="101"/>
                  <a:pt x="63" y="91"/>
                  <a:pt x="90" y="91"/>
                </a:cubicBezTo>
                <a:cubicBezTo>
                  <a:pt x="117" y="91"/>
                  <a:pt x="138" y="101"/>
                  <a:pt x="150" y="123"/>
                </a:cubicBezTo>
                <a:lnTo>
                  <a:pt x="151" y="123"/>
                </a:lnTo>
                <a:lnTo>
                  <a:pt x="151" y="0"/>
                </a:ln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584" name=""/>
          <p:cNvSpPr/>
          <p:nvPr/>
        </p:nvSpPr>
        <p:spPr>
          <a:xfrm>
            <a:off x="4036680" y="2691000"/>
            <a:ext cx="15840" cy="15480"/>
          </a:xfrm>
          <a:custGeom>
            <a:avLst/>
            <a:gdLst/>
            <a:ahLst/>
            <a:rect l="0" t="0" r="r" b="b"/>
            <a:pathLst>
              <a:path w="44" h="43">
                <a:moveTo>
                  <a:pt x="22" y="0"/>
                </a:moveTo>
                <a:cubicBezTo>
                  <a:pt x="28" y="0"/>
                  <a:pt x="32" y="2"/>
                  <a:pt x="37" y="7"/>
                </a:cubicBezTo>
                <a:cubicBezTo>
                  <a:pt x="41" y="11"/>
                  <a:pt x="44" y="16"/>
                  <a:pt x="44" y="22"/>
                </a:cubicBezTo>
                <a:cubicBezTo>
                  <a:pt x="44" y="28"/>
                  <a:pt x="41" y="33"/>
                  <a:pt x="37" y="37"/>
                </a:cubicBezTo>
                <a:cubicBezTo>
                  <a:pt x="33" y="41"/>
                  <a:pt x="28" y="43"/>
                  <a:pt x="22" y="43"/>
                </a:cubicBezTo>
                <a:cubicBezTo>
                  <a:pt x="16" y="43"/>
                  <a:pt x="11" y="41"/>
                  <a:pt x="8" y="37"/>
                </a:cubicBezTo>
                <a:cubicBezTo>
                  <a:pt x="3" y="33"/>
                  <a:pt x="0" y="28"/>
                  <a:pt x="0" y="22"/>
                </a:cubicBezTo>
                <a:cubicBezTo>
                  <a:pt x="0" y="16"/>
                  <a:pt x="3" y="11"/>
                  <a:pt x="8" y="7"/>
                </a:cubicBezTo>
                <a:cubicBezTo>
                  <a:pt x="12" y="2"/>
                  <a:pt x="16" y="0"/>
                  <a:pt x="22" y="0"/>
                </a:cubicBezTo>
                <a:close/>
              </a:path>
            </a:pathLst>
          </a:custGeom>
          <a:solidFill>
            <a:srgbClr val="040403"/>
          </a:solidFill>
          <a:ln w="9000">
            <a:solidFill>
              <a:srgbClr val="ff0000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5585" name="" descr=""/>
          <p:cNvPicPr/>
          <p:nvPr/>
        </p:nvPicPr>
        <p:blipFill>
          <a:blip r:embed="rId7"/>
          <a:stretch/>
        </p:blipFill>
        <p:spPr>
          <a:xfrm>
            <a:off x="1260360" y="2962800"/>
            <a:ext cx="2539080" cy="2570760"/>
          </a:xfrm>
          <a:prstGeom prst="rect">
            <a:avLst/>
          </a:prstGeom>
          <a:ln w="0">
            <a:noFill/>
          </a:ln>
        </p:spPr>
      </p:pic>
      <p:pic>
        <p:nvPicPr>
          <p:cNvPr id="25586" name="" descr=""/>
          <p:cNvPicPr/>
          <p:nvPr/>
        </p:nvPicPr>
        <p:blipFill>
          <a:blip r:embed="rId8"/>
          <a:stretch/>
        </p:blipFill>
        <p:spPr>
          <a:xfrm>
            <a:off x="5306400" y="1039320"/>
            <a:ext cx="3958920" cy="4926600"/>
          </a:xfrm>
          <a:prstGeom prst="rect">
            <a:avLst/>
          </a:prstGeom>
          <a:ln w="0">
            <a:noFill/>
          </a:ln>
        </p:spPr>
      </p:pic>
      <p:pic>
        <p:nvPicPr>
          <p:cNvPr id="25587" name="" descr=""/>
          <p:cNvPicPr/>
          <p:nvPr/>
        </p:nvPicPr>
        <p:blipFill>
          <a:blip r:embed="rId9"/>
          <a:stretch/>
        </p:blipFill>
        <p:spPr>
          <a:xfrm>
            <a:off x="5501520" y="1234440"/>
            <a:ext cx="3389040" cy="4356720"/>
          </a:xfrm>
          <a:prstGeom prst="rect">
            <a:avLst/>
          </a:prstGeom>
          <a:ln w="0">
            <a:noFill/>
          </a:ln>
        </p:spPr>
      </p:pic>
      <p:sp>
        <p:nvSpPr>
          <p:cNvPr id="25588" name=""/>
          <p:cNvSpPr/>
          <p:nvPr/>
        </p:nvSpPr>
        <p:spPr>
          <a:xfrm>
            <a:off x="5653800" y="3151440"/>
            <a:ext cx="3062160" cy="1405440"/>
          </a:xfrm>
          <a:custGeom>
            <a:avLst/>
            <a:gdLst/>
            <a:ahLst/>
            <a:rect l="0" t="0" r="r" b="b"/>
            <a:pathLst>
              <a:path w="8506" h="3904">
                <a:moveTo>
                  <a:pt x="0" y="3904"/>
                </a:moveTo>
                <a:lnTo>
                  <a:pt x="8506" y="3904"/>
                </a:lnTo>
                <a:lnTo>
                  <a:pt x="8506" y="0"/>
                </a:lnTo>
                <a:lnTo>
                  <a:pt x="0" y="0"/>
                </a:lnTo>
                <a:lnTo>
                  <a:pt x="0" y="390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89" name=""/>
          <p:cNvSpPr txBox="1"/>
          <p:nvPr/>
        </p:nvSpPr>
        <p:spPr>
          <a:xfrm>
            <a:off x="2205360" y="2424240"/>
            <a:ext cx="214488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90" spc="-1" strike="noStrike">
                <a:solidFill>
                  <a:srgbClr val="040403"/>
                </a:solidFill>
                <a:latin typeface="Malgun Gothic"/>
                <a:ea typeface="Malgun Gothic"/>
              </a:rPr>
              <a:t>muscle mass and strength and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0" name=""/>
          <p:cNvSpPr txBox="1"/>
          <p:nvPr/>
        </p:nvSpPr>
        <p:spPr>
          <a:xfrm>
            <a:off x="5746680" y="3204720"/>
            <a:ext cx="20948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[3 Steps for sarcopenia diagnosis]</a:t>
            </a:r>
            <a:endParaRPr b="0" lang="en-US" sz="8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1" name=""/>
          <p:cNvSpPr txBox="1"/>
          <p:nvPr/>
        </p:nvSpPr>
        <p:spPr>
          <a:xfrm>
            <a:off x="5746680" y="3463920"/>
            <a:ext cx="100188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Handgrip Strength</a:t>
            </a:r>
            <a:endParaRPr b="0" lang="en-US" sz="8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2" name=""/>
          <p:cNvSpPr txBox="1"/>
          <p:nvPr/>
        </p:nvSpPr>
        <p:spPr>
          <a:xfrm>
            <a:off x="5784840" y="3594960"/>
            <a:ext cx="10800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-</a:t>
            </a:r>
            <a:endParaRPr b="0" lang="en-US" sz="8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3" name=""/>
          <p:cNvSpPr txBox="1"/>
          <p:nvPr/>
        </p:nvSpPr>
        <p:spPr>
          <a:xfrm>
            <a:off x="5905080" y="3594960"/>
            <a:ext cx="111636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 &lt; 26kg,  F &lt; 18kg</a:t>
            </a:r>
            <a:endParaRPr b="0" lang="en-US" sz="8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4" name=""/>
          <p:cNvSpPr txBox="1"/>
          <p:nvPr/>
        </p:nvSpPr>
        <p:spPr>
          <a:xfrm>
            <a:off x="5746680" y="3854160"/>
            <a:ext cx="61812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Gait speed </a:t>
            </a:r>
            <a:endParaRPr b="0" lang="en-US" sz="8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5" name=""/>
          <p:cNvSpPr txBox="1"/>
          <p:nvPr/>
        </p:nvSpPr>
        <p:spPr>
          <a:xfrm>
            <a:off x="5746680" y="3985200"/>
            <a:ext cx="148032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50" spc="-1" strike="noStrike">
                <a:solidFill>
                  <a:srgbClr val="000000"/>
                </a:solidFill>
                <a:latin typeface="MalgunGothic"/>
                <a:ea typeface="MalgunGothic"/>
              </a:rPr>
              <a:t>–</a:t>
            </a:r>
            <a:r>
              <a:rPr b="0" lang="en-US" sz="8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</a:t>
            </a:r>
            <a:r>
              <a:rPr b="0" lang="en-US" sz="8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4m gait speed </a:t>
            </a:r>
            <a:r>
              <a:rPr b="0" lang="en-US" sz="850" spc="-1" strike="noStrike">
                <a:solidFill>
                  <a:srgbClr val="000000"/>
                </a:solidFill>
                <a:latin typeface="MalgunGothic"/>
                <a:ea typeface="MalgunGothic"/>
              </a:rPr>
              <a:t>– ≤ </a:t>
            </a:r>
            <a:r>
              <a:rPr b="0" lang="en-US" sz="8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0.8m/s</a:t>
            </a:r>
            <a:endParaRPr b="0" lang="en-US" sz="8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6" name=""/>
          <p:cNvSpPr txBox="1"/>
          <p:nvPr/>
        </p:nvSpPr>
        <p:spPr>
          <a:xfrm>
            <a:off x="5746680" y="4244400"/>
            <a:ext cx="150948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50" spc="-1" strike="noStrike">
                <a:solidFill>
                  <a:srgbClr val="ff0000"/>
                </a:solidFill>
                <a:latin typeface="Malgun Gothic"/>
                <a:ea typeface="Malgun Gothic"/>
              </a:rPr>
              <a:t>Muscle Mass (SMI Index)</a:t>
            </a:r>
            <a:endParaRPr b="0" lang="en-US" sz="8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7" name=""/>
          <p:cNvSpPr txBox="1"/>
          <p:nvPr/>
        </p:nvSpPr>
        <p:spPr>
          <a:xfrm>
            <a:off x="5746680" y="4373640"/>
            <a:ext cx="7718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60" spc="-1" strike="noStrike">
                <a:solidFill>
                  <a:srgbClr val="ff0000"/>
                </a:solidFill>
                <a:latin typeface="MalgunGothic"/>
                <a:ea typeface="MalgunGothic"/>
              </a:rPr>
              <a:t>–</a:t>
            </a:r>
            <a:r>
              <a:rPr b="1" lang="en-US" sz="860" spc="-1" strike="noStrike">
                <a:solidFill>
                  <a:srgbClr val="ff0000"/>
                </a:solidFill>
                <a:latin typeface="Malgun Gothic"/>
                <a:ea typeface="Malgun Gothic"/>
              </a:rPr>
              <a:t> </a:t>
            </a:r>
            <a:r>
              <a:rPr b="1" lang="en-US" sz="860" spc="-1" strike="noStrike">
                <a:solidFill>
                  <a:srgbClr val="ff0000"/>
                </a:solidFill>
                <a:latin typeface="Malgun Gothic"/>
                <a:ea typeface="Malgun Gothic"/>
              </a:rPr>
              <a:t>M: 7.0kg/m</a:t>
            </a:r>
            <a:endParaRPr b="0" lang="en-US" sz="8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8" name=""/>
          <p:cNvSpPr txBox="1"/>
          <p:nvPr/>
        </p:nvSpPr>
        <p:spPr>
          <a:xfrm>
            <a:off x="6440040" y="4375800"/>
            <a:ext cx="71280" cy="84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560" spc="-1" strike="noStrike">
                <a:solidFill>
                  <a:srgbClr val="ff0000"/>
                </a:solidFill>
                <a:latin typeface="Malgun Gothic"/>
                <a:ea typeface="Malgun Gothic"/>
              </a:rPr>
              <a:t>2</a:t>
            </a:r>
            <a:endParaRPr b="0" lang="en-US" sz="5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599" name=""/>
          <p:cNvSpPr txBox="1"/>
          <p:nvPr/>
        </p:nvSpPr>
        <p:spPr>
          <a:xfrm>
            <a:off x="6481440" y="4373640"/>
            <a:ext cx="72756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60" spc="-1" strike="noStrike">
                <a:solidFill>
                  <a:srgbClr val="ff0000"/>
                </a:solidFill>
                <a:latin typeface="Malgun Gothic"/>
                <a:ea typeface="Malgun Gothic"/>
              </a:rPr>
              <a:t>, F: 5.7kg/m</a:t>
            </a:r>
            <a:endParaRPr b="0" lang="en-US" sz="8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00" name=""/>
          <p:cNvSpPr txBox="1"/>
          <p:nvPr/>
        </p:nvSpPr>
        <p:spPr>
          <a:xfrm>
            <a:off x="7103520" y="4375800"/>
            <a:ext cx="71280" cy="84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560" spc="-1" strike="noStrike">
                <a:solidFill>
                  <a:srgbClr val="ff0000"/>
                </a:solidFill>
                <a:latin typeface="Malgun Gothic"/>
                <a:ea typeface="Malgun Gothic"/>
              </a:rPr>
              <a:t>2</a:t>
            </a:r>
            <a:endParaRPr b="0" lang="en-US" sz="56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01" name="" descr=""/>
          <p:cNvPicPr/>
          <p:nvPr/>
        </p:nvPicPr>
        <p:blipFill>
          <a:blip r:embed="rId10"/>
          <a:stretch/>
        </p:blipFill>
        <p:spPr>
          <a:xfrm>
            <a:off x="1233000" y="3116520"/>
            <a:ext cx="2866320" cy="2252160"/>
          </a:xfrm>
          <a:prstGeom prst="rect">
            <a:avLst/>
          </a:prstGeom>
          <a:ln w="0">
            <a:noFill/>
          </a:ln>
        </p:spPr>
      </p:pic>
      <p:sp>
        <p:nvSpPr>
          <p:cNvPr id="25602" name=""/>
          <p:cNvSpPr txBox="1"/>
          <p:nvPr/>
        </p:nvSpPr>
        <p:spPr>
          <a:xfrm>
            <a:off x="7187040" y="4373640"/>
            <a:ext cx="3056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60" spc="-1" strike="noStrike">
                <a:solidFill>
                  <a:srgbClr val="ff0000"/>
                </a:solidFill>
                <a:latin typeface="Malgun Gothic"/>
                <a:ea typeface="Malgun Gothic"/>
              </a:rPr>
              <a:t>(BIA)</a:t>
            </a:r>
            <a:endParaRPr b="0" lang="en-US" sz="8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0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05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606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5607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608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5609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5610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5611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12" name="" descr=""/>
          <p:cNvPicPr/>
          <p:nvPr/>
        </p:nvPicPr>
        <p:blipFill>
          <a:blip r:embed="rId7"/>
          <a:stretch/>
        </p:blipFill>
        <p:spPr>
          <a:xfrm>
            <a:off x="330840" y="1208520"/>
            <a:ext cx="4263840" cy="4652280"/>
          </a:xfrm>
          <a:prstGeom prst="rect">
            <a:avLst/>
          </a:prstGeom>
          <a:ln w="0">
            <a:noFill/>
          </a:ln>
        </p:spPr>
      </p:pic>
      <p:sp>
        <p:nvSpPr>
          <p:cNvPr id="25613" name=""/>
          <p:cNvSpPr/>
          <p:nvPr/>
        </p:nvSpPr>
        <p:spPr>
          <a:xfrm>
            <a:off x="460080" y="1549800"/>
            <a:ext cx="527760" cy="104040"/>
          </a:xfrm>
          <a:custGeom>
            <a:avLst/>
            <a:gdLst/>
            <a:ahLst/>
            <a:rect l="0" t="0" r="r" b="b"/>
            <a:pathLst>
              <a:path w="1466" h="289">
                <a:moveTo>
                  <a:pt x="0" y="289"/>
                </a:moveTo>
                <a:lnTo>
                  <a:pt x="1466" y="289"/>
                </a:lnTo>
                <a:lnTo>
                  <a:pt x="1466" y="0"/>
                </a:lnTo>
                <a:lnTo>
                  <a:pt x="0" y="0"/>
                </a:lnTo>
                <a:lnTo>
                  <a:pt x="0" y="2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14" name="" descr=""/>
          <p:cNvPicPr/>
          <p:nvPr/>
        </p:nvPicPr>
        <p:blipFill>
          <a:blip r:embed="rId8"/>
          <a:stretch/>
        </p:blipFill>
        <p:spPr>
          <a:xfrm>
            <a:off x="1833480" y="2488680"/>
            <a:ext cx="4326120" cy="2444040"/>
          </a:xfrm>
          <a:prstGeom prst="rect">
            <a:avLst/>
          </a:prstGeom>
          <a:ln w="0">
            <a:noFill/>
          </a:ln>
        </p:spPr>
      </p:pic>
      <p:sp>
        <p:nvSpPr>
          <p:cNvPr id="25615" name=""/>
          <p:cNvSpPr/>
          <p:nvPr/>
        </p:nvSpPr>
        <p:spPr>
          <a:xfrm>
            <a:off x="1876680" y="2943360"/>
            <a:ext cx="3982680" cy="768600"/>
          </a:xfrm>
          <a:custGeom>
            <a:avLst/>
            <a:gdLst/>
            <a:ahLst/>
            <a:rect l="0" t="0" r="r" b="b"/>
            <a:pathLst>
              <a:path w="11063" h="2135">
                <a:moveTo>
                  <a:pt x="0" y="2135"/>
                </a:moveTo>
                <a:lnTo>
                  <a:pt x="11063" y="2135"/>
                </a:lnTo>
                <a:lnTo>
                  <a:pt x="11063" y="0"/>
                </a:lnTo>
                <a:lnTo>
                  <a:pt x="0" y="0"/>
                </a:lnTo>
                <a:lnTo>
                  <a:pt x="0" y="2135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16" name=""/>
          <p:cNvSpPr/>
          <p:nvPr/>
        </p:nvSpPr>
        <p:spPr>
          <a:xfrm>
            <a:off x="1876680" y="4089600"/>
            <a:ext cx="3982680" cy="768240"/>
          </a:xfrm>
          <a:custGeom>
            <a:avLst/>
            <a:gdLst/>
            <a:ahLst/>
            <a:rect l="0" t="0" r="r" b="b"/>
            <a:pathLst>
              <a:path w="11063" h="2134">
                <a:moveTo>
                  <a:pt x="0" y="2134"/>
                </a:moveTo>
                <a:lnTo>
                  <a:pt x="11063" y="2134"/>
                </a:lnTo>
                <a:lnTo>
                  <a:pt x="11063" y="0"/>
                </a:lnTo>
                <a:lnTo>
                  <a:pt x="0" y="0"/>
                </a:lnTo>
                <a:lnTo>
                  <a:pt x="0" y="2134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17" name=""/>
          <p:cNvSpPr/>
          <p:nvPr/>
        </p:nvSpPr>
        <p:spPr>
          <a:xfrm>
            <a:off x="5864040" y="3326400"/>
            <a:ext cx="755640" cy="690120"/>
          </a:xfrm>
          <a:custGeom>
            <a:avLst/>
            <a:gdLst/>
            <a:ahLst/>
            <a:rect l="0" t="0" r="r" b="b"/>
            <a:pathLst>
              <a:path w="2099" h="1917">
                <a:moveTo>
                  <a:pt x="0" y="0"/>
                </a:moveTo>
                <a:lnTo>
                  <a:pt x="1049" y="0"/>
                </a:lnTo>
                <a:cubicBezTo>
                  <a:pt x="1059" y="0"/>
                  <a:pt x="1067" y="8"/>
                  <a:pt x="1067" y="18"/>
                </a:cubicBezTo>
                <a:lnTo>
                  <a:pt x="1067" y="1812"/>
                </a:lnTo>
                <a:lnTo>
                  <a:pt x="1049" y="1794"/>
                </a:lnTo>
                <a:lnTo>
                  <a:pt x="1923" y="1794"/>
                </a:lnTo>
                <a:lnTo>
                  <a:pt x="1923" y="1829"/>
                </a:lnTo>
                <a:lnTo>
                  <a:pt x="1049" y="1829"/>
                </a:lnTo>
                <a:cubicBezTo>
                  <a:pt x="1039" y="1829"/>
                  <a:pt x="1032" y="1821"/>
                  <a:pt x="1032" y="1812"/>
                </a:cubicBezTo>
                <a:lnTo>
                  <a:pt x="1032" y="18"/>
                </a:lnTo>
                <a:lnTo>
                  <a:pt x="1049" y="35"/>
                </a:lnTo>
                <a:lnTo>
                  <a:pt x="0" y="35"/>
                </a:lnTo>
                <a:lnTo>
                  <a:pt x="0" y="0"/>
                </a:lnTo>
                <a:moveTo>
                  <a:pt x="1887" y="1706"/>
                </a:moveTo>
                <a:lnTo>
                  <a:pt x="2099" y="1812"/>
                </a:lnTo>
                <a:lnTo>
                  <a:pt x="1887" y="1917"/>
                </a:lnTo>
                <a:lnTo>
                  <a:pt x="1887" y="1706"/>
                </a:lnTo>
                <a:close/>
              </a:path>
            </a:pathLst>
          </a:custGeom>
          <a:solidFill>
            <a:srgbClr val="4a7e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618" name=""/>
          <p:cNvSpPr/>
          <p:nvPr/>
        </p:nvSpPr>
        <p:spPr>
          <a:xfrm>
            <a:off x="5857920" y="4050720"/>
            <a:ext cx="761040" cy="427320"/>
          </a:xfrm>
          <a:custGeom>
            <a:avLst/>
            <a:gdLst/>
            <a:ahLst/>
            <a:rect l="0" t="0" r="r" b="b"/>
            <a:pathLst>
              <a:path w="2114" h="1187">
                <a:moveTo>
                  <a:pt x="0" y="1187"/>
                </a:moveTo>
                <a:lnTo>
                  <a:pt x="1057" y="1187"/>
                </a:lnTo>
                <a:cubicBezTo>
                  <a:pt x="1067" y="1187"/>
                  <a:pt x="1074" y="1179"/>
                  <a:pt x="1074" y="1169"/>
                </a:cubicBezTo>
                <a:lnTo>
                  <a:pt x="1074" y="107"/>
                </a:lnTo>
                <a:lnTo>
                  <a:pt x="1057" y="124"/>
                </a:lnTo>
                <a:lnTo>
                  <a:pt x="1937" y="124"/>
                </a:lnTo>
                <a:lnTo>
                  <a:pt x="1937" y="89"/>
                </a:lnTo>
                <a:lnTo>
                  <a:pt x="1057" y="89"/>
                </a:lnTo>
                <a:cubicBezTo>
                  <a:pt x="1047" y="89"/>
                  <a:pt x="1039" y="97"/>
                  <a:pt x="1039" y="107"/>
                </a:cubicBezTo>
                <a:lnTo>
                  <a:pt x="1039" y="1169"/>
                </a:lnTo>
                <a:lnTo>
                  <a:pt x="1057" y="1151"/>
                </a:lnTo>
                <a:lnTo>
                  <a:pt x="0" y="1151"/>
                </a:lnTo>
                <a:lnTo>
                  <a:pt x="0" y="1187"/>
                </a:lnTo>
                <a:moveTo>
                  <a:pt x="1902" y="212"/>
                </a:moveTo>
                <a:lnTo>
                  <a:pt x="2114" y="107"/>
                </a:lnTo>
                <a:lnTo>
                  <a:pt x="1902" y="0"/>
                </a:lnTo>
                <a:lnTo>
                  <a:pt x="1902" y="212"/>
                </a:lnTo>
                <a:close/>
              </a:path>
            </a:pathLst>
          </a:custGeom>
          <a:solidFill>
            <a:srgbClr val="4a7e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619" name=""/>
          <p:cNvSpPr txBox="1"/>
          <p:nvPr/>
        </p:nvSpPr>
        <p:spPr>
          <a:xfrm>
            <a:off x="6912720" y="3769920"/>
            <a:ext cx="193788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ASM(Appendicular Skeletal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0" name=""/>
          <p:cNvSpPr txBox="1"/>
          <p:nvPr/>
        </p:nvSpPr>
        <p:spPr>
          <a:xfrm>
            <a:off x="6912720" y="3917520"/>
            <a:ext cx="58284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Muscle)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1" name=""/>
          <p:cNvSpPr txBox="1"/>
          <p:nvPr/>
        </p:nvSpPr>
        <p:spPr>
          <a:xfrm>
            <a:off x="6912720" y="4066920"/>
            <a:ext cx="11527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= RA+LA+RL+LL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2" name=""/>
          <p:cNvSpPr txBox="1"/>
          <p:nvPr/>
        </p:nvSpPr>
        <p:spPr>
          <a:xfrm>
            <a:off x="6912720" y="4213800"/>
            <a:ext cx="146844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= 1.11+1.05+4.00+3.97</a:t>
            </a:r>
            <a:endParaRPr b="0" lang="en-US" sz="8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3" name=""/>
          <p:cNvSpPr txBox="1"/>
          <p:nvPr/>
        </p:nvSpPr>
        <p:spPr>
          <a:xfrm>
            <a:off x="6912720" y="4344480"/>
            <a:ext cx="47016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60" spc="-1" strike="noStrike">
                <a:solidFill>
                  <a:srgbClr val="000000"/>
                </a:solidFill>
                <a:latin typeface="Malgun Gothic"/>
                <a:ea typeface="Malgun Gothic"/>
              </a:rPr>
              <a:t>= 10.13</a:t>
            </a:r>
            <a:endParaRPr b="0" lang="en-US" sz="8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4" name=""/>
          <p:cNvSpPr txBox="1"/>
          <p:nvPr/>
        </p:nvSpPr>
        <p:spPr>
          <a:xfrm>
            <a:off x="4395960" y="1608840"/>
            <a:ext cx="178848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090" spc="-1" strike="noStrike">
                <a:solidFill>
                  <a:srgbClr val="000000"/>
                </a:solidFill>
                <a:latin typeface="Malgun Gothic"/>
                <a:ea typeface="Malgun Gothic"/>
              </a:rPr>
              <a:t>SMI = ASM / Height(m)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5" name=""/>
          <p:cNvSpPr txBox="1"/>
          <p:nvPr/>
        </p:nvSpPr>
        <p:spPr>
          <a:xfrm>
            <a:off x="5997960" y="1609920"/>
            <a:ext cx="9252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3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6" name=""/>
          <p:cNvSpPr txBox="1"/>
          <p:nvPr/>
        </p:nvSpPr>
        <p:spPr>
          <a:xfrm>
            <a:off x="6103080" y="1608840"/>
            <a:ext cx="45036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090" spc="-1" strike="noStrike">
                <a:solidFill>
                  <a:srgbClr val="000000"/>
                </a:solidFill>
                <a:latin typeface="Malgun Gothic"/>
                <a:ea typeface="Malgun Gothic"/>
              </a:rPr>
              <a:t>(kg/m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7" name=""/>
          <p:cNvSpPr txBox="1"/>
          <p:nvPr/>
        </p:nvSpPr>
        <p:spPr>
          <a:xfrm>
            <a:off x="6507000" y="1609920"/>
            <a:ext cx="9252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3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8" name=""/>
          <p:cNvSpPr/>
          <p:nvPr/>
        </p:nvSpPr>
        <p:spPr>
          <a:xfrm>
            <a:off x="6710760" y="1550520"/>
            <a:ext cx="1999800" cy="993960"/>
          </a:xfrm>
          <a:custGeom>
            <a:avLst/>
            <a:gdLst/>
            <a:ahLst/>
            <a:rect l="0" t="0" r="r" b="b"/>
            <a:pathLst>
              <a:path w="5555" h="2761">
                <a:moveTo>
                  <a:pt x="0" y="2761"/>
                </a:moveTo>
                <a:lnTo>
                  <a:pt x="5555" y="2761"/>
                </a:lnTo>
                <a:lnTo>
                  <a:pt x="5555" y="0"/>
                </a:lnTo>
                <a:lnTo>
                  <a:pt x="0" y="0"/>
                </a:lnTo>
                <a:lnTo>
                  <a:pt x="0" y="2761"/>
                </a:lnTo>
                <a:close/>
              </a:path>
            </a:pathLst>
          </a:custGeom>
          <a:noFill/>
          <a:ln w="37800">
            <a:solidFill>
              <a:srgbClr val="000000"/>
            </a:solidFill>
            <a:round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29" name=""/>
          <p:cNvSpPr txBox="1"/>
          <p:nvPr/>
        </p:nvSpPr>
        <p:spPr>
          <a:xfrm>
            <a:off x="6560280" y="1608840"/>
            <a:ext cx="138240" cy="160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090" spc="-1" strike="noStrike">
                <a:solidFill>
                  <a:srgbClr val="000000"/>
                </a:solidFill>
                <a:latin typeface="Malgun Gothic"/>
                <a:ea typeface="Malgun Gothic"/>
              </a:rPr>
              <a:t>)</a:t>
            </a:r>
            <a:endParaRPr b="0" lang="en-US" sz="10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0" name=""/>
          <p:cNvSpPr txBox="1"/>
          <p:nvPr/>
        </p:nvSpPr>
        <p:spPr>
          <a:xfrm>
            <a:off x="6802200" y="1593720"/>
            <a:ext cx="5522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0000"/>
                </a:solidFill>
                <a:latin typeface="Calibri"/>
                <a:ea typeface="Calibri"/>
              </a:rPr>
              <a:t>*Cut-off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1" name=""/>
          <p:cNvSpPr txBox="1"/>
          <p:nvPr/>
        </p:nvSpPr>
        <p:spPr>
          <a:xfrm>
            <a:off x="6802200" y="1802160"/>
            <a:ext cx="201852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Muscle Mass (SMI Index)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2" name=""/>
          <p:cNvSpPr txBox="1"/>
          <p:nvPr/>
        </p:nvSpPr>
        <p:spPr>
          <a:xfrm>
            <a:off x="6802200" y="2149560"/>
            <a:ext cx="174420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Male: below 7.0 kg/m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3" name=""/>
          <p:cNvSpPr txBox="1"/>
          <p:nvPr/>
        </p:nvSpPr>
        <p:spPr>
          <a:xfrm>
            <a:off x="8317080" y="2152080"/>
            <a:ext cx="95760" cy="111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4" name=""/>
          <p:cNvSpPr txBox="1"/>
          <p:nvPr/>
        </p:nvSpPr>
        <p:spPr>
          <a:xfrm>
            <a:off x="6802200" y="2323080"/>
            <a:ext cx="194688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Female: below 5.7 kg/m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5" name=""/>
          <p:cNvSpPr txBox="1"/>
          <p:nvPr/>
        </p:nvSpPr>
        <p:spPr>
          <a:xfrm>
            <a:off x="8466480" y="2325960"/>
            <a:ext cx="95760" cy="111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7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6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7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③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8" name=""/>
          <p:cNvSpPr txBox="1"/>
          <p:nvPr/>
        </p:nvSpPr>
        <p:spPr>
          <a:xfrm>
            <a:off x="2296440" y="744840"/>
            <a:ext cx="1200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Sarcopenia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39" name=""/>
          <p:cNvSpPr txBox="1"/>
          <p:nvPr/>
        </p:nvSpPr>
        <p:spPr>
          <a:xfrm>
            <a:off x="4700160" y="1948680"/>
            <a:ext cx="16056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= 10.13 / (1.523)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40" name=""/>
          <p:cNvSpPr txBox="1"/>
          <p:nvPr/>
        </p:nvSpPr>
        <p:spPr>
          <a:xfrm>
            <a:off x="6151320" y="19501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41" name=""/>
          <p:cNvSpPr txBox="1"/>
          <p:nvPr/>
        </p:nvSpPr>
        <p:spPr>
          <a:xfrm>
            <a:off x="5090400" y="2171160"/>
            <a:ext cx="12625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ff0000"/>
                </a:solidFill>
                <a:latin typeface="Malgun Gothic"/>
                <a:ea typeface="Malgun Gothic"/>
              </a:rPr>
              <a:t>= 4.02 kg/m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42" name=""/>
          <p:cNvSpPr txBox="1"/>
          <p:nvPr/>
        </p:nvSpPr>
        <p:spPr>
          <a:xfrm>
            <a:off x="6198840" y="217260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ff0000"/>
                </a:solidFill>
                <a:latin typeface="Malgun Gothic"/>
                <a:ea typeface="Malgun Gothic"/>
              </a:rPr>
              <a:t>2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4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119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4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45" name="" descr=""/>
          <p:cNvPicPr/>
          <p:nvPr/>
        </p:nvPicPr>
        <p:blipFill>
          <a:blip r:embed="rId1"/>
          <a:stretch/>
        </p:blipFill>
        <p:spPr>
          <a:xfrm>
            <a:off x="5113080" y="1202400"/>
            <a:ext cx="4590000" cy="4302000"/>
          </a:xfrm>
          <a:prstGeom prst="rect">
            <a:avLst/>
          </a:prstGeom>
          <a:ln w="0">
            <a:noFill/>
          </a:ln>
        </p:spPr>
      </p:pic>
      <p:pic>
        <p:nvPicPr>
          <p:cNvPr id="25646" name="" descr=""/>
          <p:cNvPicPr/>
          <p:nvPr/>
        </p:nvPicPr>
        <p:blipFill>
          <a:blip r:embed="rId2"/>
          <a:stretch/>
        </p:blipFill>
        <p:spPr>
          <a:xfrm>
            <a:off x="313920" y="1209960"/>
            <a:ext cx="4664520" cy="4294440"/>
          </a:xfrm>
          <a:prstGeom prst="rect">
            <a:avLst/>
          </a:prstGeom>
          <a:ln w="0">
            <a:noFill/>
          </a:ln>
        </p:spPr>
      </p:pic>
      <p:pic>
        <p:nvPicPr>
          <p:cNvPr id="25647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648" name="" descr=""/>
          <p:cNvPicPr/>
          <p:nvPr/>
        </p:nvPicPr>
        <p:blipFill>
          <a:blip r:embed="rId4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5649" name="" descr=""/>
          <p:cNvPicPr/>
          <p:nvPr/>
        </p:nvPicPr>
        <p:blipFill>
          <a:blip r:embed="rId5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650" name="" descr=""/>
          <p:cNvPicPr/>
          <p:nvPr/>
        </p:nvPicPr>
        <p:blipFill>
          <a:blip r:embed="rId6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5651" name="" descr=""/>
          <p:cNvPicPr/>
          <p:nvPr/>
        </p:nvPicPr>
        <p:blipFill>
          <a:blip r:embed="rId7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5652" name="" descr=""/>
          <p:cNvPicPr/>
          <p:nvPr/>
        </p:nvPicPr>
        <p:blipFill>
          <a:blip r:embed="rId8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5653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54" name=""/>
          <p:cNvSpPr txBox="1"/>
          <p:nvPr/>
        </p:nvSpPr>
        <p:spPr>
          <a:xfrm>
            <a:off x="132120" y="744840"/>
            <a:ext cx="19620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Segmental Lean Analysis Application –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55" name=""/>
          <p:cNvSpPr txBox="1"/>
          <p:nvPr/>
        </p:nvSpPr>
        <p:spPr>
          <a:xfrm>
            <a:off x="2133360" y="747720"/>
            <a:ext cx="1231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바탕"/>
                <a:ea typeface="바탕"/>
              </a:rPr>
              <a:t>③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56" name="" descr=""/>
          <p:cNvPicPr/>
          <p:nvPr/>
        </p:nvPicPr>
        <p:blipFill>
          <a:blip r:embed="rId9"/>
          <a:stretch/>
        </p:blipFill>
        <p:spPr>
          <a:xfrm>
            <a:off x="3374280" y="3869280"/>
            <a:ext cx="1413000" cy="137520"/>
          </a:xfrm>
          <a:prstGeom prst="rect">
            <a:avLst/>
          </a:prstGeom>
          <a:ln w="0">
            <a:noFill/>
          </a:ln>
        </p:spPr>
      </p:pic>
      <p:pic>
        <p:nvPicPr>
          <p:cNvPr id="25657" name="" descr=""/>
          <p:cNvPicPr/>
          <p:nvPr/>
        </p:nvPicPr>
        <p:blipFill>
          <a:blip r:embed="rId10"/>
          <a:stretch/>
        </p:blipFill>
        <p:spPr>
          <a:xfrm>
            <a:off x="8121240" y="3852720"/>
            <a:ext cx="1413000" cy="136080"/>
          </a:xfrm>
          <a:prstGeom prst="rect">
            <a:avLst/>
          </a:prstGeom>
          <a:ln w="0">
            <a:noFill/>
          </a:ln>
        </p:spPr>
      </p:pic>
      <p:sp>
        <p:nvSpPr>
          <p:cNvPr id="25658" name=""/>
          <p:cNvSpPr txBox="1"/>
          <p:nvPr/>
        </p:nvSpPr>
        <p:spPr>
          <a:xfrm>
            <a:off x="2296440" y="744840"/>
            <a:ext cx="1200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Sarcopenia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5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6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61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662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5663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664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5665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5666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5667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68" name="" descr=""/>
          <p:cNvPicPr/>
          <p:nvPr/>
        </p:nvPicPr>
        <p:blipFill>
          <a:blip r:embed="rId7"/>
          <a:stretch/>
        </p:blipFill>
        <p:spPr>
          <a:xfrm>
            <a:off x="672120" y="2240280"/>
            <a:ext cx="3244320" cy="1814760"/>
          </a:xfrm>
          <a:prstGeom prst="rect">
            <a:avLst/>
          </a:prstGeom>
          <a:ln w="0">
            <a:noFill/>
          </a:ln>
        </p:spPr>
      </p:pic>
      <p:sp>
        <p:nvSpPr>
          <p:cNvPr id="25669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0" name=""/>
          <p:cNvSpPr/>
          <p:nvPr/>
        </p:nvSpPr>
        <p:spPr>
          <a:xfrm>
            <a:off x="2460240" y="2658600"/>
            <a:ext cx="227520" cy="106920"/>
          </a:xfrm>
          <a:custGeom>
            <a:avLst/>
            <a:gdLst/>
            <a:ahLst/>
            <a:rect l="0" t="0" r="r" b="b"/>
            <a:pathLst>
              <a:path w="632" h="297">
                <a:moveTo>
                  <a:pt x="0" y="297"/>
                </a:moveTo>
                <a:lnTo>
                  <a:pt x="632" y="297"/>
                </a:lnTo>
                <a:lnTo>
                  <a:pt x="632" y="0"/>
                </a:lnTo>
                <a:lnTo>
                  <a:pt x="0" y="0"/>
                </a:lnTo>
                <a:lnTo>
                  <a:pt x="0" y="297"/>
                </a:lnTo>
                <a:close/>
              </a:path>
            </a:pathLst>
          </a:custGeom>
          <a:noFill/>
          <a:ln w="28440">
            <a:solidFill>
              <a:srgbClr val="b50938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1" name=""/>
          <p:cNvSpPr/>
          <p:nvPr/>
        </p:nvSpPr>
        <p:spPr>
          <a:xfrm>
            <a:off x="2443680" y="2952720"/>
            <a:ext cx="227160" cy="106920"/>
          </a:xfrm>
          <a:custGeom>
            <a:avLst/>
            <a:gdLst/>
            <a:ahLst/>
            <a:rect l="0" t="0" r="r" b="b"/>
            <a:pathLst>
              <a:path w="631" h="297">
                <a:moveTo>
                  <a:pt x="0" y="297"/>
                </a:moveTo>
                <a:lnTo>
                  <a:pt x="631" y="297"/>
                </a:lnTo>
                <a:lnTo>
                  <a:pt x="631" y="0"/>
                </a:lnTo>
                <a:lnTo>
                  <a:pt x="0" y="0"/>
                </a:lnTo>
                <a:lnTo>
                  <a:pt x="0" y="297"/>
                </a:lnTo>
                <a:close/>
              </a:path>
            </a:pathLst>
          </a:custGeom>
          <a:noFill/>
          <a:ln w="28440">
            <a:solidFill>
              <a:srgbClr val="b50938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2" name=""/>
          <p:cNvSpPr/>
          <p:nvPr/>
        </p:nvSpPr>
        <p:spPr>
          <a:xfrm>
            <a:off x="2460240" y="3240720"/>
            <a:ext cx="227520" cy="106920"/>
          </a:xfrm>
          <a:custGeom>
            <a:avLst/>
            <a:gdLst/>
            <a:ahLst/>
            <a:rect l="0" t="0" r="r" b="b"/>
            <a:pathLst>
              <a:path w="632" h="297">
                <a:moveTo>
                  <a:pt x="0" y="297"/>
                </a:moveTo>
                <a:lnTo>
                  <a:pt x="632" y="297"/>
                </a:lnTo>
                <a:lnTo>
                  <a:pt x="632" y="0"/>
                </a:lnTo>
                <a:lnTo>
                  <a:pt x="0" y="0"/>
                </a:lnTo>
                <a:lnTo>
                  <a:pt x="0" y="297"/>
                </a:lnTo>
                <a:close/>
              </a:path>
            </a:pathLst>
          </a:custGeom>
          <a:noFill/>
          <a:ln w="28440">
            <a:solidFill>
              <a:srgbClr val="b50938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3" name=""/>
          <p:cNvSpPr/>
          <p:nvPr/>
        </p:nvSpPr>
        <p:spPr>
          <a:xfrm>
            <a:off x="2068560" y="3517920"/>
            <a:ext cx="226080" cy="106920"/>
          </a:xfrm>
          <a:custGeom>
            <a:avLst/>
            <a:gdLst/>
            <a:ahLst/>
            <a:rect l="0" t="0" r="r" b="b"/>
            <a:pathLst>
              <a:path w="628" h="297">
                <a:moveTo>
                  <a:pt x="0" y="297"/>
                </a:moveTo>
                <a:lnTo>
                  <a:pt x="628" y="297"/>
                </a:lnTo>
                <a:lnTo>
                  <a:pt x="628" y="0"/>
                </a:lnTo>
                <a:lnTo>
                  <a:pt x="0" y="0"/>
                </a:lnTo>
                <a:lnTo>
                  <a:pt x="0" y="297"/>
                </a:lnTo>
                <a:close/>
              </a:path>
            </a:pathLst>
          </a:custGeom>
          <a:noFill/>
          <a:ln w="28440">
            <a:solidFill>
              <a:srgbClr val="b50938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4" name=""/>
          <p:cNvSpPr/>
          <p:nvPr/>
        </p:nvSpPr>
        <p:spPr>
          <a:xfrm>
            <a:off x="1971000" y="3804480"/>
            <a:ext cx="227520" cy="106920"/>
          </a:xfrm>
          <a:custGeom>
            <a:avLst/>
            <a:gdLst/>
            <a:ahLst/>
            <a:rect l="0" t="0" r="r" b="b"/>
            <a:pathLst>
              <a:path w="632" h="297">
                <a:moveTo>
                  <a:pt x="0" y="297"/>
                </a:moveTo>
                <a:lnTo>
                  <a:pt x="632" y="297"/>
                </a:lnTo>
                <a:lnTo>
                  <a:pt x="632" y="0"/>
                </a:lnTo>
                <a:lnTo>
                  <a:pt x="0" y="0"/>
                </a:lnTo>
                <a:lnTo>
                  <a:pt x="0" y="297"/>
                </a:lnTo>
                <a:close/>
              </a:path>
            </a:pathLst>
          </a:custGeom>
          <a:noFill/>
          <a:ln w="28440">
            <a:solidFill>
              <a:srgbClr val="b50938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5" name=""/>
          <p:cNvSpPr txBox="1"/>
          <p:nvPr/>
        </p:nvSpPr>
        <p:spPr>
          <a:xfrm>
            <a:off x="4595040" y="2693880"/>
            <a:ext cx="21632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1. Absolute muscle amount (kg)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6" name=""/>
          <p:cNvSpPr/>
          <p:nvPr/>
        </p:nvSpPr>
        <p:spPr>
          <a:xfrm>
            <a:off x="2443680" y="2728440"/>
            <a:ext cx="227160" cy="131400"/>
          </a:xfrm>
          <a:custGeom>
            <a:avLst/>
            <a:gdLst/>
            <a:ahLst/>
            <a:rect l="0" t="0" r="r" b="b"/>
            <a:pathLst>
              <a:path w="631" h="365">
                <a:moveTo>
                  <a:pt x="0" y="365"/>
                </a:moveTo>
                <a:lnTo>
                  <a:pt x="631" y="365"/>
                </a:lnTo>
                <a:lnTo>
                  <a:pt x="631" y="0"/>
                </a:lnTo>
                <a:lnTo>
                  <a:pt x="0" y="0"/>
                </a:lnTo>
                <a:lnTo>
                  <a:pt x="0" y="365"/>
                </a:lnTo>
                <a:close/>
              </a:path>
            </a:pathLst>
          </a:custGeom>
          <a:noFill/>
          <a:ln w="28440">
            <a:solidFill>
              <a:srgbClr val="00b05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7" name=""/>
          <p:cNvSpPr/>
          <p:nvPr/>
        </p:nvSpPr>
        <p:spPr>
          <a:xfrm>
            <a:off x="2365920" y="3036240"/>
            <a:ext cx="227520" cy="131400"/>
          </a:xfrm>
          <a:custGeom>
            <a:avLst/>
            <a:gdLst/>
            <a:ahLst/>
            <a:rect l="0" t="0" r="r" b="b"/>
            <a:pathLst>
              <a:path w="632" h="365">
                <a:moveTo>
                  <a:pt x="0" y="365"/>
                </a:moveTo>
                <a:lnTo>
                  <a:pt x="632" y="365"/>
                </a:lnTo>
                <a:lnTo>
                  <a:pt x="632" y="0"/>
                </a:lnTo>
                <a:lnTo>
                  <a:pt x="0" y="0"/>
                </a:lnTo>
                <a:lnTo>
                  <a:pt x="0" y="365"/>
                </a:lnTo>
                <a:close/>
              </a:path>
            </a:pathLst>
          </a:custGeom>
          <a:noFill/>
          <a:ln w="28440">
            <a:solidFill>
              <a:srgbClr val="00b05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8" name=""/>
          <p:cNvSpPr/>
          <p:nvPr/>
        </p:nvSpPr>
        <p:spPr>
          <a:xfrm>
            <a:off x="2338560" y="3328920"/>
            <a:ext cx="225720" cy="131400"/>
          </a:xfrm>
          <a:custGeom>
            <a:avLst/>
            <a:gdLst/>
            <a:ahLst/>
            <a:rect l="0" t="0" r="r" b="b"/>
            <a:pathLst>
              <a:path w="627" h="365">
                <a:moveTo>
                  <a:pt x="0" y="365"/>
                </a:moveTo>
                <a:lnTo>
                  <a:pt x="627" y="365"/>
                </a:lnTo>
                <a:lnTo>
                  <a:pt x="627" y="0"/>
                </a:lnTo>
                <a:lnTo>
                  <a:pt x="0" y="0"/>
                </a:lnTo>
                <a:lnTo>
                  <a:pt x="0" y="365"/>
                </a:lnTo>
                <a:close/>
              </a:path>
            </a:pathLst>
          </a:custGeom>
          <a:noFill/>
          <a:ln w="28440">
            <a:solidFill>
              <a:srgbClr val="00b05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79" name=""/>
          <p:cNvSpPr/>
          <p:nvPr/>
        </p:nvSpPr>
        <p:spPr>
          <a:xfrm flipH="1">
            <a:off x="1843200" y="2553120"/>
            <a:ext cx="512280" cy="1433160"/>
          </a:xfrm>
          <a:prstGeom prst="line">
            <a:avLst/>
          </a:prstGeom>
          <a:ln w="28440">
            <a:solidFill>
              <a:srgbClr val="7030a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0" name=""/>
          <p:cNvSpPr txBox="1"/>
          <p:nvPr/>
        </p:nvSpPr>
        <p:spPr>
          <a:xfrm>
            <a:off x="4595040" y="2970360"/>
            <a:ext cx="35668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2. Muscle development based on current weight (%)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1" name=""/>
          <p:cNvSpPr txBox="1"/>
          <p:nvPr/>
        </p:nvSpPr>
        <p:spPr>
          <a:xfrm>
            <a:off x="4595040" y="3230640"/>
            <a:ext cx="10339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3. (Application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2" name=""/>
          <p:cNvSpPr txBox="1"/>
          <p:nvPr/>
        </p:nvSpPr>
        <p:spPr>
          <a:xfrm>
            <a:off x="5636160" y="3234600"/>
            <a:ext cx="16416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MalgunGothic"/>
                <a:ea typeface="MalgunGothic"/>
              </a:rPr>
              <a:t>①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3" name=""/>
          <p:cNvSpPr/>
          <p:nvPr/>
        </p:nvSpPr>
        <p:spPr>
          <a:xfrm>
            <a:off x="1966680" y="3610800"/>
            <a:ext cx="227160" cy="131400"/>
          </a:xfrm>
          <a:custGeom>
            <a:avLst/>
            <a:gdLst/>
            <a:ahLst/>
            <a:rect l="0" t="0" r="r" b="b"/>
            <a:pathLst>
              <a:path w="631" h="365">
                <a:moveTo>
                  <a:pt x="0" y="365"/>
                </a:moveTo>
                <a:lnTo>
                  <a:pt x="631" y="365"/>
                </a:lnTo>
                <a:lnTo>
                  <a:pt x="631" y="0"/>
                </a:lnTo>
                <a:lnTo>
                  <a:pt x="0" y="0"/>
                </a:lnTo>
                <a:lnTo>
                  <a:pt x="0" y="365"/>
                </a:lnTo>
                <a:close/>
              </a:path>
            </a:pathLst>
          </a:custGeom>
          <a:noFill/>
          <a:ln w="28440">
            <a:solidFill>
              <a:srgbClr val="00b05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4" name=""/>
          <p:cNvSpPr/>
          <p:nvPr/>
        </p:nvSpPr>
        <p:spPr>
          <a:xfrm>
            <a:off x="1905480" y="3903480"/>
            <a:ext cx="227520" cy="131400"/>
          </a:xfrm>
          <a:custGeom>
            <a:avLst/>
            <a:gdLst/>
            <a:ahLst/>
            <a:rect l="0" t="0" r="r" b="b"/>
            <a:pathLst>
              <a:path w="632" h="365">
                <a:moveTo>
                  <a:pt x="0" y="365"/>
                </a:moveTo>
                <a:lnTo>
                  <a:pt x="632" y="365"/>
                </a:lnTo>
                <a:lnTo>
                  <a:pt x="632" y="0"/>
                </a:lnTo>
                <a:lnTo>
                  <a:pt x="0" y="0"/>
                </a:lnTo>
                <a:lnTo>
                  <a:pt x="0" y="365"/>
                </a:lnTo>
                <a:close/>
              </a:path>
            </a:pathLst>
          </a:custGeom>
          <a:noFill/>
          <a:ln w="28440">
            <a:solidFill>
              <a:srgbClr val="00b05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5" name=""/>
          <p:cNvSpPr txBox="1"/>
          <p:nvPr/>
        </p:nvSpPr>
        <p:spPr>
          <a:xfrm>
            <a:off x="5800680" y="3230640"/>
            <a:ext cx="2573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) Evaluating development of the body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6" name=""/>
          <p:cNvSpPr txBox="1"/>
          <p:nvPr/>
        </p:nvSpPr>
        <p:spPr>
          <a:xfrm>
            <a:off x="4595040" y="3488760"/>
            <a:ext cx="10339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4. (Application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7" name=""/>
          <p:cNvSpPr txBox="1"/>
          <p:nvPr/>
        </p:nvSpPr>
        <p:spPr>
          <a:xfrm>
            <a:off x="5636160" y="3492720"/>
            <a:ext cx="16452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MalgunGothic"/>
                <a:ea typeface="MalgunGothic"/>
              </a:rPr>
              <a:t>②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8" name=""/>
          <p:cNvSpPr/>
          <p:nvPr/>
        </p:nvSpPr>
        <p:spPr>
          <a:xfrm>
            <a:off x="2793960" y="2731680"/>
            <a:ext cx="242640" cy="253080"/>
          </a:xfrm>
          <a:custGeom>
            <a:avLst/>
            <a:gdLst/>
            <a:ahLst/>
            <a:rect l="0" t="0" r="r" b="b"/>
            <a:pathLst>
              <a:path fill="none" w="674" h="703">
                <a:moveTo>
                  <a:pt x="297" y="0"/>
                </a:moveTo>
                <a:lnTo>
                  <a:pt x="674" y="0"/>
                </a:lnTo>
                <a:lnTo>
                  <a:pt x="674" y="703"/>
                </a:lnTo>
                <a:lnTo>
                  <a:pt x="0" y="703"/>
                </a:lnTo>
              </a:path>
            </a:pathLst>
          </a:custGeom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89" name=""/>
          <p:cNvSpPr txBox="1"/>
          <p:nvPr/>
        </p:nvSpPr>
        <p:spPr>
          <a:xfrm>
            <a:off x="5800680" y="3488760"/>
            <a:ext cx="21664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) Muscle imbalance Assessment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90" name=""/>
          <p:cNvSpPr txBox="1"/>
          <p:nvPr/>
        </p:nvSpPr>
        <p:spPr>
          <a:xfrm>
            <a:off x="4595040" y="3747960"/>
            <a:ext cx="10339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5. (Application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91" name=""/>
          <p:cNvSpPr txBox="1"/>
          <p:nvPr/>
        </p:nvSpPr>
        <p:spPr>
          <a:xfrm>
            <a:off x="5636160" y="3751920"/>
            <a:ext cx="16416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MalgunGothic"/>
                <a:ea typeface="MalgunGothic"/>
              </a:rPr>
              <a:t>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92" name="" descr=""/>
          <p:cNvPicPr/>
          <p:nvPr/>
        </p:nvPicPr>
        <p:blipFill>
          <a:blip r:embed="rId8"/>
          <a:stretch/>
        </p:blipFill>
        <p:spPr>
          <a:xfrm>
            <a:off x="1405080" y="4152960"/>
            <a:ext cx="2529360" cy="1083240"/>
          </a:xfrm>
          <a:prstGeom prst="rect">
            <a:avLst/>
          </a:prstGeom>
          <a:ln w="0">
            <a:noFill/>
          </a:ln>
        </p:spPr>
      </p:pic>
      <p:pic>
        <p:nvPicPr>
          <p:cNvPr id="25693" name="" descr=""/>
          <p:cNvPicPr/>
          <p:nvPr/>
        </p:nvPicPr>
        <p:blipFill>
          <a:blip r:embed="rId9"/>
          <a:stretch/>
        </p:blipFill>
        <p:spPr>
          <a:xfrm>
            <a:off x="1359360" y="5009400"/>
            <a:ext cx="2559240" cy="203040"/>
          </a:xfrm>
          <a:prstGeom prst="rect">
            <a:avLst/>
          </a:prstGeom>
          <a:ln w="0">
            <a:noFill/>
          </a:ln>
        </p:spPr>
      </p:pic>
      <p:sp>
        <p:nvSpPr>
          <p:cNvPr id="25694" name=""/>
          <p:cNvSpPr txBox="1"/>
          <p:nvPr/>
        </p:nvSpPr>
        <p:spPr>
          <a:xfrm>
            <a:off x="5800680" y="3747960"/>
            <a:ext cx="16894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) Sarcopenia Assessment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9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9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697" name="" descr=""/>
          <p:cNvPicPr/>
          <p:nvPr/>
        </p:nvPicPr>
        <p:blipFill>
          <a:blip r:embed="rId1"/>
          <a:stretch/>
        </p:blipFill>
        <p:spPr>
          <a:xfrm>
            <a:off x="0" y="642960"/>
            <a:ext cx="3933000" cy="5571360"/>
          </a:xfrm>
          <a:prstGeom prst="rect">
            <a:avLst/>
          </a:prstGeom>
          <a:ln w="0">
            <a:noFill/>
          </a:ln>
        </p:spPr>
      </p:pic>
      <p:sp>
        <p:nvSpPr>
          <p:cNvPr id="25698" name=""/>
          <p:cNvSpPr/>
          <p:nvPr/>
        </p:nvSpPr>
        <p:spPr>
          <a:xfrm>
            <a:off x="2663640" y="1150560"/>
            <a:ext cx="993960" cy="109800"/>
          </a:xfrm>
          <a:custGeom>
            <a:avLst/>
            <a:gdLst/>
            <a:ahLst/>
            <a:rect l="0" t="0" r="r" b="b"/>
            <a:pathLst>
              <a:path w="2761" h="305">
                <a:moveTo>
                  <a:pt x="0" y="305"/>
                </a:moveTo>
                <a:lnTo>
                  <a:pt x="2761" y="305"/>
                </a:lnTo>
                <a:lnTo>
                  <a:pt x="2761" y="0"/>
                </a:lnTo>
                <a:lnTo>
                  <a:pt x="0" y="0"/>
                </a:lnTo>
                <a:lnTo>
                  <a:pt x="0" y="3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699" name=""/>
          <p:cNvSpPr/>
          <p:nvPr/>
        </p:nvSpPr>
        <p:spPr>
          <a:xfrm>
            <a:off x="0" y="642960"/>
            <a:ext cx="3933720" cy="5572080"/>
          </a:xfrm>
          <a:custGeom>
            <a:avLst/>
            <a:gdLst/>
            <a:ahLst/>
            <a:rect l="0" t="0" r="r" b="b"/>
            <a:pathLst>
              <a:path w="10927" h="15478">
                <a:moveTo>
                  <a:pt x="0" y="15478"/>
                </a:moveTo>
                <a:lnTo>
                  <a:pt x="10927" y="15478"/>
                </a:lnTo>
                <a:lnTo>
                  <a:pt x="10927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000000">
              <a:alpha val="7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5700" name="" descr=""/>
          <p:cNvPicPr/>
          <p:nvPr/>
        </p:nvPicPr>
        <p:blipFill>
          <a:blip r:embed="rId2"/>
          <a:stretch/>
        </p:blipFill>
        <p:spPr>
          <a:xfrm>
            <a:off x="165960" y="2549520"/>
            <a:ext cx="2337480" cy="2029680"/>
          </a:xfrm>
          <a:prstGeom prst="rect">
            <a:avLst/>
          </a:prstGeom>
          <a:ln w="0">
            <a:noFill/>
          </a:ln>
        </p:spPr>
      </p:pic>
      <p:pic>
        <p:nvPicPr>
          <p:cNvPr id="25701" name="" descr=""/>
          <p:cNvPicPr/>
          <p:nvPr/>
        </p:nvPicPr>
        <p:blipFill>
          <a:blip r:embed="rId3"/>
          <a:stretch/>
        </p:blipFill>
        <p:spPr>
          <a:xfrm>
            <a:off x="2572560" y="3421440"/>
            <a:ext cx="1191240" cy="633600"/>
          </a:xfrm>
          <a:prstGeom prst="rect">
            <a:avLst/>
          </a:prstGeom>
          <a:ln w="0">
            <a:noFill/>
          </a:ln>
        </p:spPr>
      </p:pic>
      <p:pic>
        <p:nvPicPr>
          <p:cNvPr id="25702" name="" descr=""/>
          <p:cNvPicPr/>
          <p:nvPr/>
        </p:nvPicPr>
        <p:blipFill>
          <a:blip r:embed="rId4"/>
          <a:stretch/>
        </p:blipFill>
        <p:spPr>
          <a:xfrm>
            <a:off x="2540520" y="1955160"/>
            <a:ext cx="1223280" cy="978120"/>
          </a:xfrm>
          <a:prstGeom prst="rect">
            <a:avLst/>
          </a:prstGeom>
          <a:ln w="0">
            <a:noFill/>
          </a:ln>
        </p:spPr>
      </p:pic>
      <p:pic>
        <p:nvPicPr>
          <p:cNvPr id="25703" name="" descr=""/>
          <p:cNvPicPr/>
          <p:nvPr/>
        </p:nvPicPr>
        <p:blipFill>
          <a:blip r:embed="rId5"/>
          <a:stretch/>
        </p:blipFill>
        <p:spPr>
          <a:xfrm>
            <a:off x="2572560" y="4369320"/>
            <a:ext cx="1191240" cy="106200"/>
          </a:xfrm>
          <a:prstGeom prst="rect">
            <a:avLst/>
          </a:prstGeom>
          <a:ln w="0">
            <a:noFill/>
          </a:ln>
        </p:spPr>
      </p:pic>
      <p:sp>
        <p:nvSpPr>
          <p:cNvPr id="25704" name=""/>
          <p:cNvSpPr/>
          <p:nvPr/>
        </p:nvSpPr>
        <p:spPr>
          <a:xfrm>
            <a:off x="2540160" y="1955160"/>
            <a:ext cx="1224360" cy="978840"/>
          </a:xfrm>
          <a:custGeom>
            <a:avLst/>
            <a:gdLst/>
            <a:ahLst/>
            <a:rect l="0" t="0" r="r" b="b"/>
            <a:pathLst>
              <a:path w="3401" h="2719">
                <a:moveTo>
                  <a:pt x="0" y="2719"/>
                </a:moveTo>
                <a:lnTo>
                  <a:pt x="3401" y="2719"/>
                </a:lnTo>
                <a:lnTo>
                  <a:pt x="3401" y="0"/>
                </a:lnTo>
                <a:lnTo>
                  <a:pt x="0" y="0"/>
                </a:lnTo>
                <a:lnTo>
                  <a:pt x="0" y="2719"/>
                </a:lnTo>
                <a:close/>
              </a:path>
            </a:pathLst>
          </a:custGeom>
          <a:solidFill>
            <a:srgbClr val="000000">
              <a:alpha val="6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705" name=""/>
          <p:cNvSpPr/>
          <p:nvPr/>
        </p:nvSpPr>
        <p:spPr>
          <a:xfrm>
            <a:off x="2572200" y="3421080"/>
            <a:ext cx="1192320" cy="634320"/>
          </a:xfrm>
          <a:custGeom>
            <a:avLst/>
            <a:gdLst/>
            <a:ahLst/>
            <a:rect l="0" t="0" r="r" b="b"/>
            <a:pathLst>
              <a:path w="3312" h="1762">
                <a:moveTo>
                  <a:pt x="0" y="1762"/>
                </a:moveTo>
                <a:lnTo>
                  <a:pt x="3312" y="1762"/>
                </a:lnTo>
                <a:lnTo>
                  <a:pt x="3312" y="0"/>
                </a:lnTo>
                <a:lnTo>
                  <a:pt x="0" y="0"/>
                </a:lnTo>
                <a:lnTo>
                  <a:pt x="0" y="1762"/>
                </a:lnTo>
                <a:close/>
              </a:path>
            </a:pathLst>
          </a:custGeom>
          <a:solidFill>
            <a:srgbClr val="000000">
              <a:alpha val="6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706" name=""/>
          <p:cNvSpPr/>
          <p:nvPr/>
        </p:nvSpPr>
        <p:spPr>
          <a:xfrm>
            <a:off x="2572200" y="4368960"/>
            <a:ext cx="1192320" cy="107280"/>
          </a:xfrm>
          <a:custGeom>
            <a:avLst/>
            <a:gdLst/>
            <a:ahLst/>
            <a:rect l="0" t="0" r="r" b="b"/>
            <a:pathLst>
              <a:path w="3312" h="298">
                <a:moveTo>
                  <a:pt x="0" y="298"/>
                </a:moveTo>
                <a:lnTo>
                  <a:pt x="3312" y="298"/>
                </a:lnTo>
                <a:lnTo>
                  <a:pt x="3312" y="0"/>
                </a:lnTo>
                <a:lnTo>
                  <a:pt x="0" y="0"/>
                </a:lnTo>
                <a:lnTo>
                  <a:pt x="0" y="298"/>
                </a:lnTo>
                <a:close/>
              </a:path>
            </a:pathLst>
          </a:custGeom>
          <a:solidFill>
            <a:srgbClr val="000000">
              <a:alpha val="6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707" name=""/>
          <p:cNvSpPr/>
          <p:nvPr/>
        </p:nvSpPr>
        <p:spPr>
          <a:xfrm>
            <a:off x="162720" y="2549520"/>
            <a:ext cx="2341440" cy="2030400"/>
          </a:xfrm>
          <a:custGeom>
            <a:avLst/>
            <a:gdLst/>
            <a:ahLst/>
            <a:rect l="0" t="0" r="r" b="b"/>
            <a:pathLst>
              <a:path w="6504" h="5640">
                <a:moveTo>
                  <a:pt x="0" y="5640"/>
                </a:moveTo>
                <a:lnTo>
                  <a:pt x="6504" y="5640"/>
                </a:lnTo>
                <a:lnTo>
                  <a:pt x="6504" y="0"/>
                </a:lnTo>
                <a:lnTo>
                  <a:pt x="0" y="0"/>
                </a:lnTo>
                <a:lnTo>
                  <a:pt x="0" y="5640"/>
                </a:lnTo>
                <a:close/>
              </a:path>
            </a:pathLst>
          </a:custGeom>
          <a:solidFill>
            <a:srgbClr val="000000">
              <a:alpha val="6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5708" name="" descr=""/>
          <p:cNvPicPr/>
          <p:nvPr/>
        </p:nvPicPr>
        <p:blipFill>
          <a:blip r:embed="rId6"/>
          <a:stretch/>
        </p:blipFill>
        <p:spPr>
          <a:xfrm>
            <a:off x="163080" y="4613040"/>
            <a:ext cx="2308680" cy="392760"/>
          </a:xfrm>
          <a:prstGeom prst="rect">
            <a:avLst/>
          </a:prstGeom>
          <a:ln w="0">
            <a:noFill/>
          </a:ln>
        </p:spPr>
      </p:pic>
      <p:pic>
        <p:nvPicPr>
          <p:cNvPr id="25709" name="" descr=""/>
          <p:cNvPicPr/>
          <p:nvPr/>
        </p:nvPicPr>
        <p:blipFill>
          <a:blip r:embed="rId7"/>
          <a:stretch/>
        </p:blipFill>
        <p:spPr>
          <a:xfrm>
            <a:off x="2144160" y="3564720"/>
            <a:ext cx="315000" cy="1010160"/>
          </a:xfrm>
          <a:prstGeom prst="rect">
            <a:avLst/>
          </a:prstGeom>
          <a:ln w="0">
            <a:noFill/>
          </a:ln>
        </p:spPr>
      </p:pic>
      <p:pic>
        <p:nvPicPr>
          <p:cNvPr id="25710" name="" descr=""/>
          <p:cNvPicPr/>
          <p:nvPr/>
        </p:nvPicPr>
        <p:blipFill>
          <a:blip r:embed="rId8"/>
          <a:stretch/>
        </p:blipFill>
        <p:spPr>
          <a:xfrm>
            <a:off x="4861440" y="3540240"/>
            <a:ext cx="732600" cy="732600"/>
          </a:xfrm>
          <a:prstGeom prst="rect">
            <a:avLst/>
          </a:prstGeom>
          <a:ln w="0">
            <a:noFill/>
          </a:ln>
        </p:spPr>
      </p:pic>
      <p:pic>
        <p:nvPicPr>
          <p:cNvPr id="25711" name="" descr=""/>
          <p:cNvPicPr/>
          <p:nvPr/>
        </p:nvPicPr>
        <p:blipFill>
          <a:blip r:embed="rId9"/>
          <a:stretch/>
        </p:blipFill>
        <p:spPr>
          <a:xfrm rot="19205400">
            <a:off x="4785480" y="2598840"/>
            <a:ext cx="883440" cy="516960"/>
          </a:xfrm>
          <a:prstGeom prst="rect">
            <a:avLst/>
          </a:prstGeom>
          <a:ln w="0">
            <a:noFill/>
          </a:ln>
        </p:spPr>
      </p:pic>
      <p:pic>
        <p:nvPicPr>
          <p:cNvPr id="25712" name="" descr=""/>
          <p:cNvPicPr/>
          <p:nvPr/>
        </p:nvPicPr>
        <p:blipFill>
          <a:blip r:embed="rId10"/>
          <a:stretch/>
        </p:blipFill>
        <p:spPr>
          <a:xfrm>
            <a:off x="4857120" y="1594080"/>
            <a:ext cx="740160" cy="529920"/>
          </a:xfrm>
          <a:prstGeom prst="rect">
            <a:avLst/>
          </a:prstGeom>
          <a:ln w="0">
            <a:noFill/>
          </a:ln>
        </p:spPr>
      </p:pic>
      <p:sp>
        <p:nvSpPr>
          <p:cNvPr id="25713" name=""/>
          <p:cNvSpPr txBox="1"/>
          <p:nvPr/>
        </p:nvSpPr>
        <p:spPr>
          <a:xfrm>
            <a:off x="5320080" y="3855600"/>
            <a:ext cx="14760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3 - Water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14" name=""/>
          <p:cNvSpPr txBox="1"/>
          <p:nvPr/>
        </p:nvSpPr>
        <p:spPr>
          <a:xfrm>
            <a:off x="5320080" y="1805040"/>
            <a:ext cx="12337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1 - Fat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715" name="" descr=""/>
          <p:cNvPicPr/>
          <p:nvPr/>
        </p:nvPicPr>
        <p:blipFill>
          <a:blip r:embed="rId11"/>
          <a:stretch/>
        </p:blipFill>
        <p:spPr>
          <a:xfrm>
            <a:off x="4791600" y="4700160"/>
            <a:ext cx="871200" cy="596880"/>
          </a:xfrm>
          <a:prstGeom prst="rect">
            <a:avLst/>
          </a:prstGeom>
          <a:ln w="0">
            <a:noFill/>
          </a:ln>
        </p:spPr>
      </p:pic>
      <p:sp>
        <p:nvSpPr>
          <p:cNvPr id="25716" name=""/>
          <p:cNvSpPr txBox="1"/>
          <p:nvPr/>
        </p:nvSpPr>
        <p:spPr>
          <a:xfrm>
            <a:off x="5320080" y="2830680"/>
            <a:ext cx="15462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2 - Muscle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17" name=""/>
          <p:cNvSpPr/>
          <p:nvPr/>
        </p:nvSpPr>
        <p:spPr>
          <a:xfrm>
            <a:off x="4722840" y="1442880"/>
            <a:ext cx="4127040" cy="1962000"/>
          </a:xfrm>
          <a:custGeom>
            <a:avLst/>
            <a:gdLst/>
            <a:ahLst/>
            <a:rect l="0" t="0" r="r" b="b"/>
            <a:pathLst>
              <a:path w="11464" h="5450">
                <a:moveTo>
                  <a:pt x="0" y="5450"/>
                </a:moveTo>
                <a:lnTo>
                  <a:pt x="11464" y="5450"/>
                </a:lnTo>
                <a:lnTo>
                  <a:pt x="11464" y="0"/>
                </a:lnTo>
                <a:lnTo>
                  <a:pt x="0" y="0"/>
                </a:lnTo>
                <a:lnTo>
                  <a:pt x="0" y="5450"/>
                </a:lnTo>
                <a:close/>
              </a:path>
            </a:pathLst>
          </a:custGeom>
          <a:solidFill>
            <a:srgbClr val="ffffff">
              <a:alpha val="84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18" name=""/>
          <p:cNvSpPr/>
          <p:nvPr/>
        </p:nvSpPr>
        <p:spPr>
          <a:xfrm>
            <a:off x="4722840" y="4475880"/>
            <a:ext cx="4127040" cy="1227240"/>
          </a:xfrm>
          <a:custGeom>
            <a:avLst/>
            <a:gdLst/>
            <a:ahLst/>
            <a:rect l="0" t="0" r="r" b="b"/>
            <a:pathLst>
              <a:path w="11464" h="3409">
                <a:moveTo>
                  <a:pt x="0" y="3409"/>
                </a:moveTo>
                <a:lnTo>
                  <a:pt x="11464" y="3409"/>
                </a:lnTo>
                <a:lnTo>
                  <a:pt x="11464" y="0"/>
                </a:lnTo>
                <a:lnTo>
                  <a:pt x="0" y="0"/>
                </a:lnTo>
                <a:lnTo>
                  <a:pt x="0" y="3409"/>
                </a:lnTo>
                <a:close/>
              </a:path>
            </a:pathLst>
          </a:custGeom>
          <a:solidFill>
            <a:srgbClr val="ffffff">
              <a:alpha val="84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719" name="" descr=""/>
          <p:cNvPicPr/>
          <p:nvPr/>
        </p:nvPicPr>
        <p:blipFill>
          <a:blip r:embed="rId12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720" name="" descr=""/>
          <p:cNvPicPr/>
          <p:nvPr/>
        </p:nvPicPr>
        <p:blipFill>
          <a:blip r:embed="rId13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721" name="" descr=""/>
          <p:cNvPicPr/>
          <p:nvPr/>
        </p:nvPicPr>
        <p:blipFill>
          <a:blip r:embed="rId14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722" name="" descr=""/>
          <p:cNvPicPr/>
          <p:nvPr/>
        </p:nvPicPr>
        <p:blipFill>
          <a:blip r:embed="rId15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723" name="" descr=""/>
          <p:cNvPicPr/>
          <p:nvPr/>
        </p:nvPicPr>
        <p:blipFill>
          <a:blip r:embed="rId16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724" name=""/>
          <p:cNvSpPr txBox="1"/>
          <p:nvPr/>
        </p:nvSpPr>
        <p:spPr>
          <a:xfrm>
            <a:off x="5320080" y="4905000"/>
            <a:ext cx="2411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4 – Other Parameters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2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2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727" name="" descr=""/>
          <p:cNvPicPr/>
          <p:nvPr/>
        </p:nvPicPr>
        <p:blipFill>
          <a:blip r:embed="rId1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728" name="" descr=""/>
          <p:cNvPicPr/>
          <p:nvPr/>
        </p:nvPicPr>
        <p:blipFill>
          <a:blip r:embed="rId2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729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730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731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732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733" name="" descr=""/>
          <p:cNvPicPr/>
          <p:nvPr/>
        </p:nvPicPr>
        <p:blipFill>
          <a:blip r:embed="rId6"/>
          <a:stretch/>
        </p:blipFill>
        <p:spPr>
          <a:xfrm>
            <a:off x="2868120" y="1989000"/>
            <a:ext cx="3765600" cy="1817640"/>
          </a:xfrm>
          <a:prstGeom prst="rect">
            <a:avLst/>
          </a:prstGeom>
          <a:ln w="0">
            <a:noFill/>
          </a:ln>
        </p:spPr>
      </p:pic>
      <p:sp>
        <p:nvSpPr>
          <p:cNvPr id="25734" name=""/>
          <p:cNvSpPr/>
          <p:nvPr/>
        </p:nvSpPr>
        <p:spPr>
          <a:xfrm>
            <a:off x="3268800" y="4024800"/>
            <a:ext cx="1469520" cy="178560"/>
          </a:xfrm>
          <a:custGeom>
            <a:avLst/>
            <a:gdLst/>
            <a:ahLst/>
            <a:rect l="0" t="0" r="r" b="b"/>
            <a:pathLst>
              <a:path fill="none" w="4082" h="496">
                <a:moveTo>
                  <a:pt x="4082" y="0"/>
                </a:moveTo>
                <a:cubicBezTo>
                  <a:pt x="4082" y="137"/>
                  <a:pt x="4046" y="247"/>
                  <a:pt x="4001" y="247"/>
                </a:cubicBezTo>
                <a:lnTo>
                  <a:pt x="2122" y="247"/>
                </a:lnTo>
                <a:cubicBezTo>
                  <a:pt x="2077" y="247"/>
                  <a:pt x="2041" y="358"/>
                  <a:pt x="2041" y="496"/>
                </a:cubicBezTo>
                <a:cubicBezTo>
                  <a:pt x="2041" y="358"/>
                  <a:pt x="2005" y="247"/>
                  <a:pt x="1961" y="247"/>
                </a:cubicBezTo>
                <a:lnTo>
                  <a:pt x="80" y="247"/>
                </a:lnTo>
                <a:cubicBezTo>
                  <a:pt x="36" y="247"/>
                  <a:pt x="0" y="137"/>
                  <a:pt x="0" y="0"/>
                </a:cubicBezTo>
              </a:path>
            </a:pathLst>
          </a:custGeom>
          <a:ln w="6120">
            <a:solidFill>
              <a:srgbClr val="dd8b88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35" name=""/>
          <p:cNvSpPr/>
          <p:nvPr/>
        </p:nvSpPr>
        <p:spPr>
          <a:xfrm>
            <a:off x="4737960" y="4024800"/>
            <a:ext cx="1469520" cy="178560"/>
          </a:xfrm>
          <a:custGeom>
            <a:avLst/>
            <a:gdLst/>
            <a:ahLst/>
            <a:rect l="0" t="0" r="r" b="b"/>
            <a:pathLst>
              <a:path fill="none" w="4082" h="496">
                <a:moveTo>
                  <a:pt x="4082" y="0"/>
                </a:moveTo>
                <a:cubicBezTo>
                  <a:pt x="4082" y="137"/>
                  <a:pt x="4046" y="247"/>
                  <a:pt x="4001" y="247"/>
                </a:cubicBezTo>
                <a:lnTo>
                  <a:pt x="2122" y="247"/>
                </a:lnTo>
                <a:cubicBezTo>
                  <a:pt x="2077" y="247"/>
                  <a:pt x="2041" y="358"/>
                  <a:pt x="2041" y="496"/>
                </a:cubicBezTo>
                <a:cubicBezTo>
                  <a:pt x="2041" y="358"/>
                  <a:pt x="2005" y="247"/>
                  <a:pt x="1961" y="247"/>
                </a:cubicBezTo>
                <a:lnTo>
                  <a:pt x="80" y="247"/>
                </a:lnTo>
                <a:cubicBezTo>
                  <a:pt x="36" y="247"/>
                  <a:pt x="0" y="137"/>
                  <a:pt x="0" y="0"/>
                </a:cubicBezTo>
              </a:path>
            </a:pathLst>
          </a:custGeom>
          <a:ln w="6120">
            <a:solidFill>
              <a:srgbClr val="875a53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36" name=""/>
          <p:cNvSpPr txBox="1"/>
          <p:nvPr/>
        </p:nvSpPr>
        <p:spPr>
          <a:xfrm>
            <a:off x="132120" y="741600"/>
            <a:ext cx="1306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Understand ICW and ECW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37" name=""/>
          <p:cNvSpPr txBox="1"/>
          <p:nvPr/>
        </p:nvSpPr>
        <p:spPr>
          <a:xfrm>
            <a:off x="3691440" y="4236840"/>
            <a:ext cx="649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Intracellular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38" name=""/>
          <p:cNvSpPr txBox="1"/>
          <p:nvPr/>
        </p:nvSpPr>
        <p:spPr>
          <a:xfrm>
            <a:off x="3842280" y="438624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39" name=""/>
          <p:cNvSpPr txBox="1"/>
          <p:nvPr/>
        </p:nvSpPr>
        <p:spPr>
          <a:xfrm>
            <a:off x="5173200" y="4236840"/>
            <a:ext cx="66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Extracellular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40" name=""/>
          <p:cNvSpPr txBox="1"/>
          <p:nvPr/>
        </p:nvSpPr>
        <p:spPr>
          <a:xfrm>
            <a:off x="5333040" y="438624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41" name=""/>
          <p:cNvSpPr txBox="1"/>
          <p:nvPr/>
        </p:nvSpPr>
        <p:spPr>
          <a:xfrm>
            <a:off x="3941280" y="463212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62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42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743" name=""/>
          <p:cNvSpPr txBox="1"/>
          <p:nvPr/>
        </p:nvSpPr>
        <p:spPr>
          <a:xfrm>
            <a:off x="5432040" y="463212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38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44" name=""/>
          <p:cNvSpPr txBox="1"/>
          <p:nvPr/>
        </p:nvSpPr>
        <p:spPr>
          <a:xfrm>
            <a:off x="599760" y="1446840"/>
            <a:ext cx="9151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Body Water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45" name=""/>
          <p:cNvSpPr txBox="1"/>
          <p:nvPr/>
        </p:nvSpPr>
        <p:spPr>
          <a:xfrm>
            <a:off x="3269160" y="5088600"/>
            <a:ext cx="3251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Once the ratio is imbalanced it leads to Edema.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46" name=""/>
          <p:cNvSpPr txBox="1"/>
          <p:nvPr/>
        </p:nvSpPr>
        <p:spPr>
          <a:xfrm>
            <a:off x="3534480" y="5286960"/>
            <a:ext cx="27349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1) Increase of Extracellular Water (ECW)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47" name=""/>
          <p:cNvSpPr txBox="1"/>
          <p:nvPr/>
        </p:nvSpPr>
        <p:spPr>
          <a:xfrm>
            <a:off x="3517560" y="5484960"/>
            <a:ext cx="27302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8b0024"/>
                </a:solidFill>
                <a:latin typeface="Calibri"/>
                <a:ea typeface="Calibri"/>
              </a:rPr>
              <a:t>2) Decrease of Intracellular Water (ICW)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4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4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750" name="" descr=""/>
          <p:cNvPicPr/>
          <p:nvPr/>
        </p:nvPicPr>
        <p:blipFill>
          <a:blip r:embed="rId1"/>
          <a:stretch/>
        </p:blipFill>
        <p:spPr>
          <a:xfrm>
            <a:off x="537840" y="1874520"/>
            <a:ext cx="4318560" cy="3354120"/>
          </a:xfrm>
          <a:prstGeom prst="rect">
            <a:avLst/>
          </a:prstGeom>
          <a:ln w="0">
            <a:noFill/>
          </a:ln>
        </p:spPr>
      </p:pic>
      <p:pic>
        <p:nvPicPr>
          <p:cNvPr id="25751" name="" descr=""/>
          <p:cNvPicPr/>
          <p:nvPr/>
        </p:nvPicPr>
        <p:blipFill>
          <a:blip r:embed="rId2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752" name="" descr=""/>
          <p:cNvPicPr/>
          <p:nvPr/>
        </p:nvPicPr>
        <p:blipFill>
          <a:blip r:embed="rId3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753" name="" descr=""/>
          <p:cNvPicPr/>
          <p:nvPr/>
        </p:nvPicPr>
        <p:blipFill>
          <a:blip r:embed="rId4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754" name="" descr=""/>
          <p:cNvPicPr/>
          <p:nvPr/>
        </p:nvPicPr>
        <p:blipFill>
          <a:blip r:embed="rId5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755" name="" descr=""/>
          <p:cNvPicPr/>
          <p:nvPr/>
        </p:nvPicPr>
        <p:blipFill>
          <a:blip r:embed="rId6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756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57" name=""/>
          <p:cNvSpPr txBox="1"/>
          <p:nvPr/>
        </p:nvSpPr>
        <p:spPr>
          <a:xfrm>
            <a:off x="132120" y="741600"/>
            <a:ext cx="1306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Understand ICW and ECW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58" name=""/>
          <p:cNvSpPr txBox="1"/>
          <p:nvPr/>
        </p:nvSpPr>
        <p:spPr>
          <a:xfrm>
            <a:off x="4998600" y="2385360"/>
            <a:ext cx="9608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Increase in ECW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59" name=""/>
          <p:cNvSpPr txBox="1"/>
          <p:nvPr/>
        </p:nvSpPr>
        <p:spPr>
          <a:xfrm>
            <a:off x="4998600" y="27385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0" name=""/>
          <p:cNvSpPr txBox="1"/>
          <p:nvPr/>
        </p:nvSpPr>
        <p:spPr>
          <a:xfrm>
            <a:off x="5231880" y="2731680"/>
            <a:ext cx="12992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After Injury or surgery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1" name=""/>
          <p:cNvSpPr txBox="1"/>
          <p:nvPr/>
        </p:nvSpPr>
        <p:spPr>
          <a:xfrm>
            <a:off x="4998600" y="291204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2" name=""/>
          <p:cNvSpPr txBox="1"/>
          <p:nvPr/>
        </p:nvSpPr>
        <p:spPr>
          <a:xfrm>
            <a:off x="5231880" y="2905200"/>
            <a:ext cx="14637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Tiredness, sodium intake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3" name=""/>
          <p:cNvSpPr txBox="1"/>
          <p:nvPr/>
        </p:nvSpPr>
        <p:spPr>
          <a:xfrm>
            <a:off x="4998600" y="30859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4" name=""/>
          <p:cNvSpPr txBox="1"/>
          <p:nvPr/>
        </p:nvSpPr>
        <p:spPr>
          <a:xfrm>
            <a:off x="5231880" y="3079080"/>
            <a:ext cx="10173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Circulation issues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5" name=""/>
          <p:cNvSpPr txBox="1"/>
          <p:nvPr/>
        </p:nvSpPr>
        <p:spPr>
          <a:xfrm>
            <a:off x="4998600" y="32598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6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767" name=""/>
          <p:cNvSpPr txBox="1"/>
          <p:nvPr/>
        </p:nvSpPr>
        <p:spPr>
          <a:xfrm>
            <a:off x="5231880" y="3252960"/>
            <a:ext cx="17611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Acute edema or inflammation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8" name=""/>
          <p:cNvSpPr txBox="1"/>
          <p:nvPr/>
        </p:nvSpPr>
        <p:spPr>
          <a:xfrm>
            <a:off x="599760" y="1446840"/>
            <a:ext cx="21405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Why ECW Ratio increases?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69" name=""/>
          <p:cNvSpPr txBox="1"/>
          <p:nvPr/>
        </p:nvSpPr>
        <p:spPr>
          <a:xfrm>
            <a:off x="4998600" y="4009320"/>
            <a:ext cx="975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Decrease in ICW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70" name=""/>
          <p:cNvSpPr txBox="1"/>
          <p:nvPr/>
        </p:nvSpPr>
        <p:spPr>
          <a:xfrm>
            <a:off x="4998600" y="43621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71" name=""/>
          <p:cNvSpPr txBox="1"/>
          <p:nvPr/>
        </p:nvSpPr>
        <p:spPr>
          <a:xfrm>
            <a:off x="5231880" y="4355280"/>
            <a:ext cx="7444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Malnutrition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72" name=""/>
          <p:cNvSpPr txBox="1"/>
          <p:nvPr/>
        </p:nvSpPr>
        <p:spPr>
          <a:xfrm>
            <a:off x="4998600" y="453564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73" name=""/>
          <p:cNvSpPr txBox="1"/>
          <p:nvPr/>
        </p:nvSpPr>
        <p:spPr>
          <a:xfrm>
            <a:off x="5231880" y="4528800"/>
            <a:ext cx="678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Muscle loss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74" name=""/>
          <p:cNvSpPr txBox="1"/>
          <p:nvPr/>
        </p:nvSpPr>
        <p:spPr>
          <a:xfrm>
            <a:off x="4998600" y="47095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75" name=""/>
          <p:cNvSpPr txBox="1"/>
          <p:nvPr/>
        </p:nvSpPr>
        <p:spPr>
          <a:xfrm>
            <a:off x="5231880" y="4702680"/>
            <a:ext cx="8877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Chronic edema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7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7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778" name="" descr=""/>
          <p:cNvPicPr/>
          <p:nvPr/>
        </p:nvPicPr>
        <p:blipFill>
          <a:blip r:embed="rId1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779" name="" descr=""/>
          <p:cNvPicPr/>
          <p:nvPr/>
        </p:nvPicPr>
        <p:blipFill>
          <a:blip r:embed="rId2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780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781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782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783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84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785" name=""/>
          <p:cNvSpPr txBox="1"/>
          <p:nvPr/>
        </p:nvSpPr>
        <p:spPr>
          <a:xfrm>
            <a:off x="132120" y="741600"/>
            <a:ext cx="1306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Understand ICW and ECW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786" name="" descr=""/>
          <p:cNvPicPr/>
          <p:nvPr/>
        </p:nvPicPr>
        <p:blipFill>
          <a:blip r:embed="rId6"/>
          <a:stretch/>
        </p:blipFill>
        <p:spPr>
          <a:xfrm>
            <a:off x="6467760" y="2212920"/>
            <a:ext cx="2087640" cy="3126960"/>
          </a:xfrm>
          <a:prstGeom prst="rect">
            <a:avLst/>
          </a:prstGeom>
          <a:ln w="0">
            <a:noFill/>
          </a:ln>
        </p:spPr>
      </p:pic>
      <p:pic>
        <p:nvPicPr>
          <p:cNvPr id="25787" name="" descr=""/>
          <p:cNvPicPr/>
          <p:nvPr/>
        </p:nvPicPr>
        <p:blipFill>
          <a:blip r:embed="rId7"/>
          <a:stretch/>
        </p:blipFill>
        <p:spPr>
          <a:xfrm>
            <a:off x="3947040" y="2209680"/>
            <a:ext cx="2252160" cy="3129840"/>
          </a:xfrm>
          <a:prstGeom prst="rect">
            <a:avLst/>
          </a:prstGeom>
          <a:ln w="0">
            <a:noFill/>
          </a:ln>
        </p:spPr>
      </p:pic>
      <p:pic>
        <p:nvPicPr>
          <p:cNvPr id="25788" name="" descr=""/>
          <p:cNvPicPr/>
          <p:nvPr/>
        </p:nvPicPr>
        <p:blipFill>
          <a:blip r:embed="rId8"/>
          <a:stretch/>
        </p:blipFill>
        <p:spPr>
          <a:xfrm>
            <a:off x="1591200" y="2203560"/>
            <a:ext cx="2087640" cy="3135960"/>
          </a:xfrm>
          <a:prstGeom prst="rect">
            <a:avLst/>
          </a:prstGeom>
          <a:ln w="0">
            <a:noFill/>
          </a:ln>
        </p:spPr>
      </p:pic>
      <p:sp>
        <p:nvSpPr>
          <p:cNvPr id="25789" name=""/>
          <p:cNvSpPr txBox="1"/>
          <p:nvPr/>
        </p:nvSpPr>
        <p:spPr>
          <a:xfrm>
            <a:off x="599760" y="1446840"/>
            <a:ext cx="104328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Edema cases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90" name=""/>
          <p:cNvSpPr txBox="1"/>
          <p:nvPr/>
        </p:nvSpPr>
        <p:spPr>
          <a:xfrm>
            <a:off x="2379240" y="5485320"/>
            <a:ext cx="5677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ECW ↑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91" name=""/>
          <p:cNvSpPr txBox="1"/>
          <p:nvPr/>
        </p:nvSpPr>
        <p:spPr>
          <a:xfrm>
            <a:off x="4901400" y="5488200"/>
            <a:ext cx="3160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ICW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92" name=""/>
          <p:cNvSpPr txBox="1"/>
          <p:nvPr/>
        </p:nvSpPr>
        <p:spPr>
          <a:xfrm>
            <a:off x="5220000" y="5492880"/>
            <a:ext cx="1854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바탕"/>
                <a:ea typeface="바탕"/>
              </a:rPr>
              <a:t>↓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93" name=""/>
          <p:cNvSpPr txBox="1"/>
          <p:nvPr/>
        </p:nvSpPr>
        <p:spPr>
          <a:xfrm>
            <a:off x="6962760" y="5488200"/>
            <a:ext cx="3160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ICW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94" name=""/>
          <p:cNvSpPr txBox="1"/>
          <p:nvPr/>
        </p:nvSpPr>
        <p:spPr>
          <a:xfrm>
            <a:off x="7281360" y="5492880"/>
            <a:ext cx="2905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바탕"/>
                <a:ea typeface="바탕"/>
              </a:rPr>
              <a:t>↓</a:t>
            </a:r>
            <a:r>
              <a:rPr b="1" lang="en-US" sz="1470" spc="-1" strike="noStrike">
                <a:solidFill>
                  <a:srgbClr val="000000"/>
                </a:solidFill>
                <a:latin typeface="바탕"/>
                <a:ea typeface="바탕"/>
              </a:rPr>
              <a:t>,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95" name=""/>
          <p:cNvSpPr txBox="1"/>
          <p:nvPr/>
        </p:nvSpPr>
        <p:spPr>
          <a:xfrm>
            <a:off x="7530120" y="5488200"/>
            <a:ext cx="5677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ECW ↑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79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9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798" name="" descr=""/>
          <p:cNvPicPr/>
          <p:nvPr/>
        </p:nvPicPr>
        <p:blipFill>
          <a:blip r:embed="rId1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799" name="" descr=""/>
          <p:cNvPicPr/>
          <p:nvPr/>
        </p:nvPicPr>
        <p:blipFill>
          <a:blip r:embed="rId2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800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801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802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803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04" name="" descr=""/>
          <p:cNvPicPr/>
          <p:nvPr/>
        </p:nvPicPr>
        <p:blipFill>
          <a:blip r:embed="rId6"/>
          <a:stretch/>
        </p:blipFill>
        <p:spPr>
          <a:xfrm>
            <a:off x="509040" y="2228040"/>
            <a:ext cx="3765600" cy="1819440"/>
          </a:xfrm>
          <a:prstGeom prst="rect">
            <a:avLst/>
          </a:prstGeom>
          <a:ln w="0">
            <a:noFill/>
          </a:ln>
        </p:spPr>
      </p:pic>
      <p:sp>
        <p:nvSpPr>
          <p:cNvPr id="25805" name=""/>
          <p:cNvSpPr/>
          <p:nvPr/>
        </p:nvSpPr>
        <p:spPr>
          <a:xfrm>
            <a:off x="909720" y="4263840"/>
            <a:ext cx="1469520" cy="178920"/>
          </a:xfrm>
          <a:custGeom>
            <a:avLst/>
            <a:gdLst/>
            <a:ahLst/>
            <a:rect l="0" t="0" r="r" b="b"/>
            <a:pathLst>
              <a:path fill="none" w="4082" h="497">
                <a:moveTo>
                  <a:pt x="4082" y="0"/>
                </a:moveTo>
                <a:cubicBezTo>
                  <a:pt x="4082" y="137"/>
                  <a:pt x="4046" y="248"/>
                  <a:pt x="4001" y="248"/>
                </a:cubicBezTo>
                <a:lnTo>
                  <a:pt x="2121" y="248"/>
                </a:lnTo>
                <a:cubicBezTo>
                  <a:pt x="2076" y="248"/>
                  <a:pt x="2040" y="360"/>
                  <a:pt x="2040" y="497"/>
                </a:cubicBezTo>
                <a:cubicBezTo>
                  <a:pt x="2040" y="360"/>
                  <a:pt x="2004" y="248"/>
                  <a:pt x="1960" y="248"/>
                </a:cubicBezTo>
                <a:lnTo>
                  <a:pt x="80" y="248"/>
                </a:lnTo>
                <a:cubicBezTo>
                  <a:pt x="36" y="248"/>
                  <a:pt x="0" y="137"/>
                  <a:pt x="0" y="0"/>
                </a:cubicBezTo>
              </a:path>
            </a:pathLst>
          </a:custGeom>
          <a:ln w="6120">
            <a:solidFill>
              <a:srgbClr val="dd8b88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06" name=""/>
          <p:cNvSpPr/>
          <p:nvPr/>
        </p:nvSpPr>
        <p:spPr>
          <a:xfrm>
            <a:off x="2378880" y="4263840"/>
            <a:ext cx="1469520" cy="178920"/>
          </a:xfrm>
          <a:custGeom>
            <a:avLst/>
            <a:gdLst/>
            <a:ahLst/>
            <a:rect l="0" t="0" r="r" b="b"/>
            <a:pathLst>
              <a:path fill="none" w="4082" h="497">
                <a:moveTo>
                  <a:pt x="4082" y="0"/>
                </a:moveTo>
                <a:cubicBezTo>
                  <a:pt x="4082" y="137"/>
                  <a:pt x="4046" y="248"/>
                  <a:pt x="4001" y="248"/>
                </a:cubicBezTo>
                <a:lnTo>
                  <a:pt x="2121" y="248"/>
                </a:lnTo>
                <a:cubicBezTo>
                  <a:pt x="2076" y="248"/>
                  <a:pt x="2040" y="360"/>
                  <a:pt x="2040" y="497"/>
                </a:cubicBezTo>
                <a:cubicBezTo>
                  <a:pt x="2040" y="360"/>
                  <a:pt x="2004" y="248"/>
                  <a:pt x="1960" y="248"/>
                </a:cubicBezTo>
                <a:lnTo>
                  <a:pt x="80" y="248"/>
                </a:lnTo>
                <a:cubicBezTo>
                  <a:pt x="36" y="248"/>
                  <a:pt x="0" y="137"/>
                  <a:pt x="0" y="0"/>
                </a:cubicBezTo>
              </a:path>
            </a:pathLst>
          </a:custGeom>
          <a:ln w="6120">
            <a:solidFill>
              <a:srgbClr val="875a53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07" name=""/>
          <p:cNvSpPr txBox="1"/>
          <p:nvPr/>
        </p:nvSpPr>
        <p:spPr>
          <a:xfrm>
            <a:off x="132120" y="741600"/>
            <a:ext cx="1306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Understand ICW and ECW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08" name=""/>
          <p:cNvSpPr txBox="1"/>
          <p:nvPr/>
        </p:nvSpPr>
        <p:spPr>
          <a:xfrm>
            <a:off x="1332000" y="4476240"/>
            <a:ext cx="649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Intracellular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09" name=""/>
          <p:cNvSpPr txBox="1"/>
          <p:nvPr/>
        </p:nvSpPr>
        <p:spPr>
          <a:xfrm>
            <a:off x="1482840" y="46252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10" name=""/>
          <p:cNvSpPr txBox="1"/>
          <p:nvPr/>
        </p:nvSpPr>
        <p:spPr>
          <a:xfrm>
            <a:off x="2813400" y="4476240"/>
            <a:ext cx="66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Extracellular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11" name=""/>
          <p:cNvSpPr txBox="1"/>
          <p:nvPr/>
        </p:nvSpPr>
        <p:spPr>
          <a:xfrm>
            <a:off x="2973600" y="46252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12" name=""/>
          <p:cNvSpPr txBox="1"/>
          <p:nvPr/>
        </p:nvSpPr>
        <p:spPr>
          <a:xfrm>
            <a:off x="1581840" y="487188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62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13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814" name=""/>
          <p:cNvSpPr txBox="1"/>
          <p:nvPr/>
        </p:nvSpPr>
        <p:spPr>
          <a:xfrm>
            <a:off x="3072600" y="487188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38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15" name="" descr=""/>
          <p:cNvPicPr/>
          <p:nvPr/>
        </p:nvPicPr>
        <p:blipFill>
          <a:blip r:embed="rId7"/>
          <a:stretch/>
        </p:blipFill>
        <p:spPr>
          <a:xfrm>
            <a:off x="4901040" y="2801160"/>
            <a:ext cx="3945240" cy="673200"/>
          </a:xfrm>
          <a:prstGeom prst="rect">
            <a:avLst/>
          </a:prstGeom>
          <a:ln w="0">
            <a:noFill/>
          </a:ln>
        </p:spPr>
      </p:pic>
      <p:sp>
        <p:nvSpPr>
          <p:cNvPr id="25816" name=""/>
          <p:cNvSpPr txBox="1"/>
          <p:nvPr/>
        </p:nvSpPr>
        <p:spPr>
          <a:xfrm>
            <a:off x="599760" y="1446840"/>
            <a:ext cx="9151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Body Water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17" name=""/>
          <p:cNvSpPr/>
          <p:nvPr/>
        </p:nvSpPr>
        <p:spPr>
          <a:xfrm>
            <a:off x="6269760" y="4161240"/>
            <a:ext cx="1288440" cy="11160"/>
          </a:xfrm>
          <a:custGeom>
            <a:avLst/>
            <a:gdLst/>
            <a:ahLst/>
            <a:rect l="0" t="0" r="r" b="b"/>
            <a:pathLst>
              <a:path w="3579" h="31">
                <a:moveTo>
                  <a:pt x="0" y="0"/>
                </a:moveTo>
                <a:lnTo>
                  <a:pt x="1789" y="0"/>
                </a:lnTo>
                <a:lnTo>
                  <a:pt x="3579" y="0"/>
                </a:lnTo>
                <a:lnTo>
                  <a:pt x="3579" y="31"/>
                </a:lnTo>
                <a:lnTo>
                  <a:pt x="1789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818" name=""/>
          <p:cNvSpPr txBox="1"/>
          <p:nvPr/>
        </p:nvSpPr>
        <p:spPr>
          <a:xfrm>
            <a:off x="5436000" y="4057560"/>
            <a:ext cx="8326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ECW Ratio :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19" name=""/>
          <p:cNvSpPr txBox="1"/>
          <p:nvPr/>
        </p:nvSpPr>
        <p:spPr>
          <a:xfrm>
            <a:off x="6271200" y="4021200"/>
            <a:ext cx="133740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50" spc="-1" strike="noStrike">
                <a:solidFill>
                  <a:srgbClr val="b50938"/>
                </a:solidFill>
                <a:latin typeface="CambriaMath"/>
                <a:ea typeface="CambriaMath"/>
              </a:rPr>
              <a:t>𝑬𝒙𝒕𝒓𝒂𝒄𝒆𝒍𝒍𝒖𝒍𝒂𝒓𝒆 𝑾𝒂𝒕𝒆𝒓</a:t>
            </a:r>
            <a:endParaRPr b="0" lang="en-US" sz="9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20" name=""/>
          <p:cNvSpPr txBox="1"/>
          <p:nvPr/>
        </p:nvSpPr>
        <p:spPr>
          <a:xfrm>
            <a:off x="6388560" y="4199400"/>
            <a:ext cx="110268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50" spc="-1" strike="noStrike">
                <a:solidFill>
                  <a:srgbClr val="b50938"/>
                </a:solidFill>
                <a:latin typeface="CambriaMath"/>
                <a:ea typeface="CambriaMath"/>
              </a:rPr>
              <a:t>𝑻𝒐𝒕𝒂𝒍 𝑩𝒐𝒅𝒚 𝑾𝒂𝒕𝒆𝒓</a:t>
            </a:r>
            <a:endParaRPr b="0" lang="en-US" sz="9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21" name=""/>
          <p:cNvSpPr/>
          <p:nvPr/>
        </p:nvSpPr>
        <p:spPr>
          <a:xfrm>
            <a:off x="7662960" y="4147560"/>
            <a:ext cx="262440" cy="14040"/>
          </a:xfrm>
          <a:custGeom>
            <a:avLst/>
            <a:gdLst/>
            <a:ahLst/>
            <a:rect l="0" t="0" r="r" b="b"/>
            <a:pathLst>
              <a:path w="729" h="39">
                <a:moveTo>
                  <a:pt x="0" y="39"/>
                </a:moveTo>
                <a:lnTo>
                  <a:pt x="729" y="39"/>
                </a:lnTo>
                <a:lnTo>
                  <a:pt x="729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22" name=""/>
          <p:cNvSpPr txBox="1"/>
          <p:nvPr/>
        </p:nvSpPr>
        <p:spPr>
          <a:xfrm>
            <a:off x="7592400" y="4076280"/>
            <a:ext cx="1443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ffffff"/>
                </a:solidFill>
                <a:latin typeface="Calibri"/>
                <a:ea typeface="Calibri"/>
              </a:rPr>
              <a:t>: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23" name=""/>
          <p:cNvSpPr txBox="1"/>
          <p:nvPr/>
        </p:nvSpPr>
        <p:spPr>
          <a:xfrm>
            <a:off x="7706880" y="3972240"/>
            <a:ext cx="1515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90" spc="-1" strike="noStrike">
                <a:solidFill>
                  <a:srgbClr val="ffffff"/>
                </a:solidFill>
                <a:latin typeface="CambriaMath"/>
                <a:ea typeface="CambriaMath"/>
              </a:rPr>
              <a:t>38</a:t>
            </a:r>
            <a:endParaRPr b="0" lang="en-US" sz="11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24" name=""/>
          <p:cNvSpPr txBox="1"/>
          <p:nvPr/>
        </p:nvSpPr>
        <p:spPr>
          <a:xfrm>
            <a:off x="7664040" y="4196160"/>
            <a:ext cx="2264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90" spc="-1" strike="noStrike">
                <a:solidFill>
                  <a:srgbClr val="ffffff"/>
                </a:solidFill>
                <a:latin typeface="CambriaMath"/>
                <a:ea typeface="CambriaMath"/>
              </a:rPr>
              <a:t>100</a:t>
            </a:r>
            <a:endParaRPr b="0" lang="en-US" sz="11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25" name=""/>
          <p:cNvSpPr txBox="1"/>
          <p:nvPr/>
        </p:nvSpPr>
        <p:spPr>
          <a:xfrm>
            <a:off x="7955640" y="4076280"/>
            <a:ext cx="4352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ffffff"/>
                </a:solidFill>
                <a:latin typeface="Calibri"/>
                <a:ea typeface="Calibri"/>
              </a:rPr>
              <a:t>= 0.380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2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2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28" name="" descr=""/>
          <p:cNvPicPr/>
          <p:nvPr/>
        </p:nvPicPr>
        <p:blipFill>
          <a:blip r:embed="rId1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829" name="" descr=""/>
          <p:cNvPicPr/>
          <p:nvPr/>
        </p:nvPicPr>
        <p:blipFill>
          <a:blip r:embed="rId2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830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831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832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833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34" name="" descr=""/>
          <p:cNvPicPr/>
          <p:nvPr/>
        </p:nvPicPr>
        <p:blipFill>
          <a:blip r:embed="rId6"/>
          <a:stretch/>
        </p:blipFill>
        <p:spPr>
          <a:xfrm>
            <a:off x="509040" y="2228040"/>
            <a:ext cx="3765600" cy="1819440"/>
          </a:xfrm>
          <a:prstGeom prst="rect">
            <a:avLst/>
          </a:prstGeom>
          <a:ln w="0">
            <a:noFill/>
          </a:ln>
        </p:spPr>
      </p:pic>
      <p:sp>
        <p:nvSpPr>
          <p:cNvPr id="25835" name=""/>
          <p:cNvSpPr/>
          <p:nvPr/>
        </p:nvSpPr>
        <p:spPr>
          <a:xfrm>
            <a:off x="909720" y="4263840"/>
            <a:ext cx="1469520" cy="178920"/>
          </a:xfrm>
          <a:custGeom>
            <a:avLst/>
            <a:gdLst/>
            <a:ahLst/>
            <a:rect l="0" t="0" r="r" b="b"/>
            <a:pathLst>
              <a:path fill="none" w="4082" h="497">
                <a:moveTo>
                  <a:pt x="4082" y="0"/>
                </a:moveTo>
                <a:cubicBezTo>
                  <a:pt x="4082" y="137"/>
                  <a:pt x="4046" y="248"/>
                  <a:pt x="4001" y="248"/>
                </a:cubicBezTo>
                <a:lnTo>
                  <a:pt x="2121" y="248"/>
                </a:lnTo>
                <a:cubicBezTo>
                  <a:pt x="2076" y="248"/>
                  <a:pt x="2040" y="360"/>
                  <a:pt x="2040" y="497"/>
                </a:cubicBezTo>
                <a:cubicBezTo>
                  <a:pt x="2040" y="360"/>
                  <a:pt x="2004" y="248"/>
                  <a:pt x="1960" y="248"/>
                </a:cubicBezTo>
                <a:lnTo>
                  <a:pt x="80" y="248"/>
                </a:lnTo>
                <a:cubicBezTo>
                  <a:pt x="36" y="248"/>
                  <a:pt x="0" y="137"/>
                  <a:pt x="0" y="0"/>
                </a:cubicBezTo>
              </a:path>
            </a:pathLst>
          </a:custGeom>
          <a:ln w="6120">
            <a:solidFill>
              <a:srgbClr val="dd8b88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36" name=""/>
          <p:cNvSpPr/>
          <p:nvPr/>
        </p:nvSpPr>
        <p:spPr>
          <a:xfrm>
            <a:off x="2378880" y="4263840"/>
            <a:ext cx="1469520" cy="178920"/>
          </a:xfrm>
          <a:custGeom>
            <a:avLst/>
            <a:gdLst/>
            <a:ahLst/>
            <a:rect l="0" t="0" r="r" b="b"/>
            <a:pathLst>
              <a:path fill="none" w="4082" h="497">
                <a:moveTo>
                  <a:pt x="4082" y="0"/>
                </a:moveTo>
                <a:cubicBezTo>
                  <a:pt x="4082" y="137"/>
                  <a:pt x="4046" y="248"/>
                  <a:pt x="4001" y="248"/>
                </a:cubicBezTo>
                <a:lnTo>
                  <a:pt x="2121" y="248"/>
                </a:lnTo>
                <a:cubicBezTo>
                  <a:pt x="2076" y="248"/>
                  <a:pt x="2040" y="360"/>
                  <a:pt x="2040" y="497"/>
                </a:cubicBezTo>
                <a:cubicBezTo>
                  <a:pt x="2040" y="360"/>
                  <a:pt x="2004" y="248"/>
                  <a:pt x="1960" y="248"/>
                </a:cubicBezTo>
                <a:lnTo>
                  <a:pt x="80" y="248"/>
                </a:lnTo>
                <a:cubicBezTo>
                  <a:pt x="36" y="248"/>
                  <a:pt x="0" y="137"/>
                  <a:pt x="0" y="0"/>
                </a:cubicBezTo>
              </a:path>
            </a:pathLst>
          </a:custGeom>
          <a:ln w="6120">
            <a:solidFill>
              <a:srgbClr val="875a53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37" name=""/>
          <p:cNvSpPr txBox="1"/>
          <p:nvPr/>
        </p:nvSpPr>
        <p:spPr>
          <a:xfrm>
            <a:off x="132120" y="741600"/>
            <a:ext cx="1306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Understand ICW and ECW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38" name=""/>
          <p:cNvSpPr txBox="1"/>
          <p:nvPr/>
        </p:nvSpPr>
        <p:spPr>
          <a:xfrm>
            <a:off x="1332000" y="4476240"/>
            <a:ext cx="649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Intracellular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39" name=""/>
          <p:cNvSpPr txBox="1"/>
          <p:nvPr/>
        </p:nvSpPr>
        <p:spPr>
          <a:xfrm>
            <a:off x="1482840" y="46252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40" name=""/>
          <p:cNvSpPr txBox="1"/>
          <p:nvPr/>
        </p:nvSpPr>
        <p:spPr>
          <a:xfrm>
            <a:off x="2813400" y="4476240"/>
            <a:ext cx="6681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Extracellular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41" name=""/>
          <p:cNvSpPr txBox="1"/>
          <p:nvPr/>
        </p:nvSpPr>
        <p:spPr>
          <a:xfrm>
            <a:off x="2973600" y="4625280"/>
            <a:ext cx="322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Water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42" name=""/>
          <p:cNvSpPr txBox="1"/>
          <p:nvPr/>
        </p:nvSpPr>
        <p:spPr>
          <a:xfrm>
            <a:off x="1581840" y="487188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dd8b88"/>
                </a:solidFill>
                <a:latin typeface="Calibri"/>
                <a:ea typeface="Calibri"/>
              </a:rPr>
              <a:t>62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43" name=""/>
          <p:cNvSpPr/>
          <p:nvPr/>
        </p:nvSpPr>
        <p:spPr>
          <a:xfrm>
            <a:off x="467640" y="1382040"/>
            <a:ext cx="41400" cy="300600"/>
          </a:xfrm>
          <a:custGeom>
            <a:avLst/>
            <a:gdLst/>
            <a:ahLst/>
            <a:rect l="0" t="0" r="r" b="b"/>
            <a:pathLst>
              <a:path w="115" h="835">
                <a:moveTo>
                  <a:pt x="0" y="835"/>
                </a:moveTo>
                <a:lnTo>
                  <a:pt x="115" y="835"/>
                </a:lnTo>
                <a:lnTo>
                  <a:pt x="115" y="0"/>
                </a:lnTo>
                <a:lnTo>
                  <a:pt x="0" y="0"/>
                </a:lnTo>
                <a:lnTo>
                  <a:pt x="0" y="835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844" name=""/>
          <p:cNvSpPr txBox="1"/>
          <p:nvPr/>
        </p:nvSpPr>
        <p:spPr>
          <a:xfrm>
            <a:off x="3072600" y="4871880"/>
            <a:ext cx="1256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875a53"/>
                </a:solidFill>
                <a:latin typeface="Calibri"/>
                <a:ea typeface="Calibri"/>
              </a:rPr>
              <a:t>38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45" name=""/>
          <p:cNvSpPr txBox="1"/>
          <p:nvPr/>
        </p:nvSpPr>
        <p:spPr>
          <a:xfrm>
            <a:off x="599760" y="1446840"/>
            <a:ext cx="9151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Body Water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46" name=""/>
          <p:cNvSpPr/>
          <p:nvPr/>
        </p:nvSpPr>
        <p:spPr>
          <a:xfrm>
            <a:off x="6269760" y="4161240"/>
            <a:ext cx="1288440" cy="11160"/>
          </a:xfrm>
          <a:custGeom>
            <a:avLst/>
            <a:gdLst/>
            <a:ahLst/>
            <a:rect l="0" t="0" r="r" b="b"/>
            <a:pathLst>
              <a:path w="3579" h="31">
                <a:moveTo>
                  <a:pt x="0" y="0"/>
                </a:moveTo>
                <a:lnTo>
                  <a:pt x="1789" y="0"/>
                </a:lnTo>
                <a:lnTo>
                  <a:pt x="3579" y="0"/>
                </a:lnTo>
                <a:lnTo>
                  <a:pt x="3579" y="31"/>
                </a:lnTo>
                <a:lnTo>
                  <a:pt x="1789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847" name=""/>
          <p:cNvSpPr txBox="1"/>
          <p:nvPr/>
        </p:nvSpPr>
        <p:spPr>
          <a:xfrm>
            <a:off x="5436000" y="4057560"/>
            <a:ext cx="8326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ECW Ratio :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48" name=""/>
          <p:cNvSpPr txBox="1"/>
          <p:nvPr/>
        </p:nvSpPr>
        <p:spPr>
          <a:xfrm>
            <a:off x="6271200" y="4021200"/>
            <a:ext cx="133740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50" spc="-1" strike="noStrike">
                <a:solidFill>
                  <a:srgbClr val="b50938"/>
                </a:solidFill>
                <a:latin typeface="CambriaMath"/>
                <a:ea typeface="CambriaMath"/>
              </a:rPr>
              <a:t>𝑬𝒙𝒕𝒓𝒂𝒄𝒆𝒍𝒍𝒖𝒍𝒂𝒓𝒆 𝑾𝒂𝒕𝒆𝒓</a:t>
            </a:r>
            <a:endParaRPr b="0" lang="en-US" sz="9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49" name=""/>
          <p:cNvSpPr txBox="1"/>
          <p:nvPr/>
        </p:nvSpPr>
        <p:spPr>
          <a:xfrm>
            <a:off x="6388560" y="4199400"/>
            <a:ext cx="110268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50" spc="-1" strike="noStrike">
                <a:solidFill>
                  <a:srgbClr val="b50938"/>
                </a:solidFill>
                <a:latin typeface="CambriaMath"/>
                <a:ea typeface="CambriaMath"/>
              </a:rPr>
              <a:t>𝑻𝒐𝒕𝒂𝒍 𝑩𝒐𝒅𝒚 𝑾𝒂𝒕𝒆𝒓</a:t>
            </a:r>
            <a:endParaRPr b="0" lang="en-US" sz="9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50" name=""/>
          <p:cNvSpPr/>
          <p:nvPr/>
        </p:nvSpPr>
        <p:spPr>
          <a:xfrm>
            <a:off x="7662960" y="4147560"/>
            <a:ext cx="262440" cy="14040"/>
          </a:xfrm>
          <a:custGeom>
            <a:avLst/>
            <a:gdLst/>
            <a:ahLst/>
            <a:rect l="0" t="0" r="r" b="b"/>
            <a:pathLst>
              <a:path w="729" h="39">
                <a:moveTo>
                  <a:pt x="0" y="39"/>
                </a:moveTo>
                <a:lnTo>
                  <a:pt x="729" y="39"/>
                </a:lnTo>
                <a:lnTo>
                  <a:pt x="729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851" name=""/>
          <p:cNvSpPr txBox="1"/>
          <p:nvPr/>
        </p:nvSpPr>
        <p:spPr>
          <a:xfrm>
            <a:off x="7592400" y="4076280"/>
            <a:ext cx="1443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b50938"/>
                </a:solidFill>
                <a:latin typeface="Calibri"/>
                <a:ea typeface="Calibri"/>
              </a:rPr>
              <a:t>: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52" name=""/>
          <p:cNvSpPr txBox="1"/>
          <p:nvPr/>
        </p:nvSpPr>
        <p:spPr>
          <a:xfrm>
            <a:off x="7706880" y="3972240"/>
            <a:ext cx="1515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90" spc="-1" strike="noStrike">
                <a:solidFill>
                  <a:srgbClr val="b50938"/>
                </a:solidFill>
                <a:latin typeface="CambriaMath"/>
                <a:ea typeface="CambriaMath"/>
              </a:rPr>
              <a:t>38</a:t>
            </a:r>
            <a:endParaRPr b="0" lang="en-US" sz="11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53" name=""/>
          <p:cNvSpPr txBox="1"/>
          <p:nvPr/>
        </p:nvSpPr>
        <p:spPr>
          <a:xfrm>
            <a:off x="7664040" y="4196160"/>
            <a:ext cx="2264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90" spc="-1" strike="noStrike">
                <a:solidFill>
                  <a:srgbClr val="b50938"/>
                </a:solidFill>
                <a:latin typeface="CambriaMath"/>
                <a:ea typeface="CambriaMath"/>
              </a:rPr>
              <a:t>100</a:t>
            </a:r>
            <a:endParaRPr b="0" lang="en-US" sz="119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54" name="" descr=""/>
          <p:cNvPicPr/>
          <p:nvPr/>
        </p:nvPicPr>
        <p:blipFill>
          <a:blip r:embed="rId7"/>
          <a:stretch/>
        </p:blipFill>
        <p:spPr>
          <a:xfrm>
            <a:off x="4901040" y="2801160"/>
            <a:ext cx="3945240" cy="673200"/>
          </a:xfrm>
          <a:prstGeom prst="rect">
            <a:avLst/>
          </a:prstGeom>
          <a:ln w="0">
            <a:noFill/>
          </a:ln>
        </p:spPr>
      </p:pic>
      <p:sp>
        <p:nvSpPr>
          <p:cNvPr id="25855" name=""/>
          <p:cNvSpPr txBox="1"/>
          <p:nvPr/>
        </p:nvSpPr>
        <p:spPr>
          <a:xfrm>
            <a:off x="7955640" y="4076280"/>
            <a:ext cx="4352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b50938"/>
                </a:solidFill>
                <a:latin typeface="Calibri"/>
                <a:ea typeface="Calibri"/>
              </a:rPr>
              <a:t>= 0.380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5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5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58" name="" descr=""/>
          <p:cNvPicPr/>
          <p:nvPr/>
        </p:nvPicPr>
        <p:blipFill>
          <a:blip r:embed="rId1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859" name="" descr=""/>
          <p:cNvPicPr/>
          <p:nvPr/>
        </p:nvPicPr>
        <p:blipFill>
          <a:blip r:embed="rId2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860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861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862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863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64" name="" descr=""/>
          <p:cNvPicPr/>
          <p:nvPr/>
        </p:nvPicPr>
        <p:blipFill>
          <a:blip r:embed="rId6"/>
          <a:stretch/>
        </p:blipFill>
        <p:spPr>
          <a:xfrm>
            <a:off x="1177920" y="2430720"/>
            <a:ext cx="3425760" cy="2011320"/>
          </a:xfrm>
          <a:prstGeom prst="rect">
            <a:avLst/>
          </a:prstGeom>
          <a:ln w="0">
            <a:noFill/>
          </a:ln>
        </p:spPr>
      </p:pic>
      <p:pic>
        <p:nvPicPr>
          <p:cNvPr id="25865" name="" descr=""/>
          <p:cNvPicPr/>
          <p:nvPr/>
        </p:nvPicPr>
        <p:blipFill>
          <a:blip r:embed="rId7"/>
          <a:stretch/>
        </p:blipFill>
        <p:spPr>
          <a:xfrm>
            <a:off x="1214640" y="2467440"/>
            <a:ext cx="3303720" cy="1889280"/>
          </a:xfrm>
          <a:prstGeom prst="rect">
            <a:avLst/>
          </a:prstGeom>
          <a:ln w="0">
            <a:noFill/>
          </a:ln>
        </p:spPr>
      </p:pic>
      <p:sp>
        <p:nvSpPr>
          <p:cNvPr id="25866" name=""/>
          <p:cNvSpPr/>
          <p:nvPr/>
        </p:nvSpPr>
        <p:spPr>
          <a:xfrm>
            <a:off x="1209600" y="2462400"/>
            <a:ext cx="3314160" cy="1899720"/>
          </a:xfrm>
          <a:custGeom>
            <a:avLst/>
            <a:gdLst/>
            <a:ahLst/>
            <a:rect l="0" t="0" r="r" b="b"/>
            <a:pathLst>
              <a:path w="9206" h="5277">
                <a:moveTo>
                  <a:pt x="0" y="5277"/>
                </a:moveTo>
                <a:lnTo>
                  <a:pt x="9206" y="5277"/>
                </a:lnTo>
                <a:lnTo>
                  <a:pt x="9206" y="0"/>
                </a:lnTo>
                <a:lnTo>
                  <a:pt x="0" y="0"/>
                </a:lnTo>
                <a:lnTo>
                  <a:pt x="0" y="5277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67" name="" descr=""/>
          <p:cNvPicPr/>
          <p:nvPr/>
        </p:nvPicPr>
        <p:blipFill>
          <a:blip r:embed="rId8"/>
          <a:stretch/>
        </p:blipFill>
        <p:spPr>
          <a:xfrm>
            <a:off x="5044320" y="2430720"/>
            <a:ext cx="3474360" cy="2011320"/>
          </a:xfrm>
          <a:prstGeom prst="rect">
            <a:avLst/>
          </a:prstGeom>
          <a:ln w="0">
            <a:noFill/>
          </a:ln>
        </p:spPr>
      </p:pic>
      <p:pic>
        <p:nvPicPr>
          <p:cNvPr id="25868" name="" descr=""/>
          <p:cNvPicPr/>
          <p:nvPr/>
        </p:nvPicPr>
        <p:blipFill>
          <a:blip r:embed="rId9"/>
          <a:stretch/>
        </p:blipFill>
        <p:spPr>
          <a:xfrm>
            <a:off x="5081040" y="2467440"/>
            <a:ext cx="3352320" cy="1889280"/>
          </a:xfrm>
          <a:prstGeom prst="rect">
            <a:avLst/>
          </a:prstGeom>
          <a:ln w="0">
            <a:noFill/>
          </a:ln>
        </p:spPr>
      </p:pic>
      <p:sp>
        <p:nvSpPr>
          <p:cNvPr id="25869" name=""/>
          <p:cNvSpPr/>
          <p:nvPr/>
        </p:nvSpPr>
        <p:spPr>
          <a:xfrm>
            <a:off x="5076000" y="2462400"/>
            <a:ext cx="3362760" cy="1899720"/>
          </a:xfrm>
          <a:custGeom>
            <a:avLst/>
            <a:gdLst/>
            <a:ahLst/>
            <a:rect l="0" t="0" r="r" b="b"/>
            <a:pathLst>
              <a:path w="9341" h="5277">
                <a:moveTo>
                  <a:pt x="0" y="5277"/>
                </a:moveTo>
                <a:lnTo>
                  <a:pt x="9341" y="5277"/>
                </a:lnTo>
                <a:lnTo>
                  <a:pt x="9341" y="0"/>
                </a:lnTo>
                <a:lnTo>
                  <a:pt x="0" y="0"/>
                </a:lnTo>
                <a:lnTo>
                  <a:pt x="0" y="5277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70" name=""/>
          <p:cNvSpPr txBox="1"/>
          <p:nvPr/>
        </p:nvSpPr>
        <p:spPr>
          <a:xfrm>
            <a:off x="132120" y="741600"/>
            <a:ext cx="10249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Why is it important?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71" name=""/>
          <p:cNvSpPr txBox="1"/>
          <p:nvPr/>
        </p:nvSpPr>
        <p:spPr>
          <a:xfrm>
            <a:off x="1306440" y="2159640"/>
            <a:ext cx="6714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Person A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72" name=""/>
          <p:cNvSpPr txBox="1"/>
          <p:nvPr/>
        </p:nvSpPr>
        <p:spPr>
          <a:xfrm>
            <a:off x="5173560" y="2159640"/>
            <a:ext cx="6652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Person B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7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7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75" name=""/>
          <p:cNvSpPr/>
          <p:nvPr/>
        </p:nvSpPr>
        <p:spPr>
          <a:xfrm>
            <a:off x="831960" y="2082960"/>
            <a:ext cx="1911240" cy="332640"/>
          </a:xfrm>
          <a:custGeom>
            <a:avLst/>
            <a:gdLst/>
            <a:ahLst/>
            <a:rect l="0" t="0" r="r" b="b"/>
            <a:pathLst>
              <a:path w="5309" h="924">
                <a:moveTo>
                  <a:pt x="0" y="924"/>
                </a:moveTo>
                <a:lnTo>
                  <a:pt x="5309" y="924"/>
                </a:lnTo>
                <a:lnTo>
                  <a:pt x="5309" y="0"/>
                </a:lnTo>
                <a:lnTo>
                  <a:pt x="0" y="0"/>
                </a:lnTo>
                <a:lnTo>
                  <a:pt x="0" y="924"/>
                </a:lnTo>
                <a:close/>
              </a:path>
            </a:pathLst>
          </a:custGeom>
          <a:solidFill>
            <a:srgbClr val="b50938"/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876" name=""/>
          <p:cNvSpPr/>
          <p:nvPr/>
        </p:nvSpPr>
        <p:spPr>
          <a:xfrm>
            <a:off x="6237720" y="2082960"/>
            <a:ext cx="1911240" cy="332640"/>
          </a:xfrm>
          <a:custGeom>
            <a:avLst/>
            <a:gdLst/>
            <a:ahLst/>
            <a:rect l="0" t="0" r="r" b="b"/>
            <a:pathLst>
              <a:path w="5309" h="924">
                <a:moveTo>
                  <a:pt x="0" y="924"/>
                </a:moveTo>
                <a:lnTo>
                  <a:pt x="5309" y="924"/>
                </a:lnTo>
                <a:lnTo>
                  <a:pt x="5309" y="0"/>
                </a:lnTo>
                <a:lnTo>
                  <a:pt x="0" y="0"/>
                </a:lnTo>
                <a:lnTo>
                  <a:pt x="0" y="924"/>
                </a:lnTo>
                <a:close/>
              </a:path>
            </a:pathLst>
          </a:custGeom>
          <a:solidFill>
            <a:srgbClr val="b50938"/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877" name=""/>
          <p:cNvSpPr txBox="1"/>
          <p:nvPr/>
        </p:nvSpPr>
        <p:spPr>
          <a:xfrm>
            <a:off x="1567440" y="2135160"/>
            <a:ext cx="4428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Case I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78" name=""/>
          <p:cNvSpPr txBox="1"/>
          <p:nvPr/>
        </p:nvSpPr>
        <p:spPr>
          <a:xfrm>
            <a:off x="6950160" y="2135160"/>
            <a:ext cx="4885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Case II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79" name="" descr=""/>
          <p:cNvPicPr/>
          <p:nvPr/>
        </p:nvPicPr>
        <p:blipFill>
          <a:blip r:embed="rId1"/>
          <a:stretch/>
        </p:blipFill>
        <p:spPr>
          <a:xfrm>
            <a:off x="6510600" y="2618280"/>
            <a:ext cx="2500560" cy="2338920"/>
          </a:xfrm>
          <a:prstGeom prst="rect">
            <a:avLst/>
          </a:prstGeom>
          <a:ln w="0">
            <a:noFill/>
          </a:ln>
        </p:spPr>
      </p:pic>
      <p:sp>
        <p:nvSpPr>
          <p:cNvPr id="25880" name=""/>
          <p:cNvSpPr/>
          <p:nvPr/>
        </p:nvSpPr>
        <p:spPr>
          <a:xfrm>
            <a:off x="7385760" y="3566520"/>
            <a:ext cx="708480" cy="128880"/>
          </a:xfrm>
          <a:custGeom>
            <a:avLst/>
            <a:gdLst/>
            <a:ahLst/>
            <a:rect l="0" t="0" r="r" b="b"/>
            <a:pathLst>
              <a:path w="1968" h="358">
                <a:moveTo>
                  <a:pt x="0" y="139"/>
                </a:moveTo>
                <a:lnTo>
                  <a:pt x="1889" y="139"/>
                </a:lnTo>
                <a:lnTo>
                  <a:pt x="1889" y="218"/>
                </a:lnTo>
                <a:lnTo>
                  <a:pt x="0" y="218"/>
                </a:lnTo>
                <a:lnTo>
                  <a:pt x="0" y="139"/>
                </a:lnTo>
                <a:moveTo>
                  <a:pt x="1671" y="5"/>
                </a:moveTo>
                <a:lnTo>
                  <a:pt x="1968" y="178"/>
                </a:lnTo>
                <a:lnTo>
                  <a:pt x="1671" y="353"/>
                </a:lnTo>
                <a:cubicBezTo>
                  <a:pt x="1652" y="364"/>
                  <a:pt x="1628" y="357"/>
                  <a:pt x="1616" y="338"/>
                </a:cubicBezTo>
                <a:cubicBezTo>
                  <a:pt x="1605" y="319"/>
                  <a:pt x="1612" y="295"/>
                  <a:pt x="1631" y="284"/>
                </a:cubicBezTo>
                <a:lnTo>
                  <a:pt x="1869" y="144"/>
                </a:lnTo>
                <a:lnTo>
                  <a:pt x="1869" y="213"/>
                </a:lnTo>
                <a:lnTo>
                  <a:pt x="1631" y="74"/>
                </a:lnTo>
                <a:cubicBezTo>
                  <a:pt x="1612" y="63"/>
                  <a:pt x="1605" y="38"/>
                  <a:pt x="1616" y="20"/>
                </a:cubicBezTo>
                <a:cubicBezTo>
                  <a:pt x="1628" y="1"/>
                  <a:pt x="1652" y="-6"/>
                  <a:pt x="1671" y="5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5881" name="" descr=""/>
          <p:cNvPicPr/>
          <p:nvPr/>
        </p:nvPicPr>
        <p:blipFill>
          <a:blip r:embed="rId2"/>
          <a:stretch/>
        </p:blipFill>
        <p:spPr>
          <a:xfrm>
            <a:off x="877680" y="2702160"/>
            <a:ext cx="3914640" cy="2172960"/>
          </a:xfrm>
          <a:prstGeom prst="rect">
            <a:avLst/>
          </a:prstGeom>
          <a:ln w="0">
            <a:noFill/>
          </a:ln>
        </p:spPr>
      </p:pic>
      <p:sp>
        <p:nvSpPr>
          <p:cNvPr id="25882" name=""/>
          <p:cNvSpPr/>
          <p:nvPr/>
        </p:nvSpPr>
        <p:spPr>
          <a:xfrm>
            <a:off x="2383200" y="3582720"/>
            <a:ext cx="904320" cy="507960"/>
          </a:xfrm>
          <a:custGeom>
            <a:avLst/>
            <a:gdLst/>
            <a:ahLst/>
            <a:rect l="0" t="0" r="r" b="b"/>
            <a:pathLst>
              <a:path w="2512" h="1411">
                <a:moveTo>
                  <a:pt x="0" y="1411"/>
                </a:moveTo>
                <a:lnTo>
                  <a:pt x="2512" y="1411"/>
                </a:lnTo>
                <a:lnTo>
                  <a:pt x="2512" y="0"/>
                </a:lnTo>
                <a:lnTo>
                  <a:pt x="0" y="0"/>
                </a:lnTo>
                <a:lnTo>
                  <a:pt x="0" y="141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83" name=""/>
          <p:cNvSpPr/>
          <p:nvPr/>
        </p:nvSpPr>
        <p:spPr>
          <a:xfrm>
            <a:off x="2481480" y="3724920"/>
            <a:ext cx="708480" cy="128880"/>
          </a:xfrm>
          <a:custGeom>
            <a:avLst/>
            <a:gdLst/>
            <a:ahLst/>
            <a:rect l="0" t="0" r="r" b="b"/>
            <a:pathLst>
              <a:path w="1968" h="358">
                <a:moveTo>
                  <a:pt x="0" y="139"/>
                </a:moveTo>
                <a:lnTo>
                  <a:pt x="1888" y="139"/>
                </a:lnTo>
                <a:lnTo>
                  <a:pt x="1888" y="219"/>
                </a:lnTo>
                <a:lnTo>
                  <a:pt x="0" y="219"/>
                </a:lnTo>
                <a:lnTo>
                  <a:pt x="0" y="139"/>
                </a:lnTo>
                <a:moveTo>
                  <a:pt x="1670" y="5"/>
                </a:moveTo>
                <a:lnTo>
                  <a:pt x="1968" y="179"/>
                </a:lnTo>
                <a:lnTo>
                  <a:pt x="1670" y="353"/>
                </a:lnTo>
                <a:cubicBezTo>
                  <a:pt x="1651" y="364"/>
                  <a:pt x="1627" y="357"/>
                  <a:pt x="1616" y="338"/>
                </a:cubicBezTo>
                <a:cubicBezTo>
                  <a:pt x="1605" y="320"/>
                  <a:pt x="1611" y="295"/>
                  <a:pt x="1630" y="284"/>
                </a:cubicBezTo>
                <a:lnTo>
                  <a:pt x="1868" y="144"/>
                </a:lnTo>
                <a:lnTo>
                  <a:pt x="1868" y="214"/>
                </a:lnTo>
                <a:lnTo>
                  <a:pt x="1630" y="74"/>
                </a:lnTo>
                <a:cubicBezTo>
                  <a:pt x="1611" y="63"/>
                  <a:pt x="1605" y="39"/>
                  <a:pt x="1616" y="20"/>
                </a:cubicBezTo>
                <a:cubicBezTo>
                  <a:pt x="1627" y="1"/>
                  <a:pt x="1651" y="-5"/>
                  <a:pt x="1670" y="5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884" name=""/>
          <p:cNvSpPr txBox="1"/>
          <p:nvPr/>
        </p:nvSpPr>
        <p:spPr>
          <a:xfrm>
            <a:off x="2005560" y="5004720"/>
            <a:ext cx="14119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Actual muscle gain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85" name=""/>
          <p:cNvSpPr txBox="1"/>
          <p:nvPr/>
        </p:nvSpPr>
        <p:spPr>
          <a:xfrm>
            <a:off x="7503840" y="5049720"/>
            <a:ext cx="5187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Edema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86" name=""/>
          <p:cNvSpPr txBox="1"/>
          <p:nvPr/>
        </p:nvSpPr>
        <p:spPr>
          <a:xfrm>
            <a:off x="6985800" y="5273640"/>
            <a:ext cx="15462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(Unnecessary water increased)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887" name="" descr=""/>
          <p:cNvPicPr/>
          <p:nvPr/>
        </p:nvPicPr>
        <p:blipFill>
          <a:blip r:embed="rId3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888" name="" descr=""/>
          <p:cNvPicPr/>
          <p:nvPr/>
        </p:nvPicPr>
        <p:blipFill>
          <a:blip r:embed="rId4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889" name="" descr=""/>
          <p:cNvPicPr/>
          <p:nvPr/>
        </p:nvPicPr>
        <p:blipFill>
          <a:blip r:embed="rId5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890" name="" descr=""/>
          <p:cNvPicPr/>
          <p:nvPr/>
        </p:nvPicPr>
        <p:blipFill>
          <a:blip r:embed="rId6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891" name="" descr=""/>
          <p:cNvPicPr/>
          <p:nvPr/>
        </p:nvPicPr>
        <p:blipFill>
          <a:blip r:embed="rId7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892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93" name=""/>
          <p:cNvSpPr txBox="1"/>
          <p:nvPr/>
        </p:nvSpPr>
        <p:spPr>
          <a:xfrm>
            <a:off x="817920" y="1578960"/>
            <a:ext cx="304560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There can be two cases of muscle gain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94" name=""/>
          <p:cNvSpPr txBox="1"/>
          <p:nvPr/>
        </p:nvSpPr>
        <p:spPr>
          <a:xfrm>
            <a:off x="132120" y="741600"/>
            <a:ext cx="14698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Two cases of muscle increase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9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129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9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897" name=""/>
          <p:cNvSpPr/>
          <p:nvPr/>
        </p:nvSpPr>
        <p:spPr>
          <a:xfrm>
            <a:off x="9664920" y="853200"/>
            <a:ext cx="49320" cy="379800"/>
          </a:xfrm>
          <a:custGeom>
            <a:avLst/>
            <a:gdLst/>
            <a:ahLst/>
            <a:rect l="0" t="0" r="r" b="b"/>
            <a:pathLst>
              <a:path w="137" h="1055">
                <a:moveTo>
                  <a:pt x="0" y="1055"/>
                </a:moveTo>
                <a:lnTo>
                  <a:pt x="137" y="1055"/>
                </a:lnTo>
                <a:lnTo>
                  <a:pt x="137" y="0"/>
                </a:lnTo>
                <a:lnTo>
                  <a:pt x="0" y="0"/>
                </a:lnTo>
                <a:lnTo>
                  <a:pt x="0" y="1055"/>
                </a:lnTo>
                <a:close/>
              </a:path>
            </a:pathLst>
          </a:custGeom>
          <a:solidFill>
            <a:srgbClr val="95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898" name=""/>
          <p:cNvSpPr/>
          <p:nvPr/>
        </p:nvSpPr>
        <p:spPr>
          <a:xfrm>
            <a:off x="196560" y="853200"/>
            <a:ext cx="9493200" cy="49320"/>
          </a:xfrm>
          <a:custGeom>
            <a:avLst/>
            <a:gdLst/>
            <a:ahLst/>
            <a:rect l="0" t="0" r="r" b="b"/>
            <a:pathLst>
              <a:path w="26370" h="137">
                <a:moveTo>
                  <a:pt x="0" y="137"/>
                </a:moveTo>
                <a:lnTo>
                  <a:pt x="26370" y="137"/>
                </a:lnTo>
                <a:lnTo>
                  <a:pt x="26370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95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5899" name="" descr=""/>
          <p:cNvPicPr/>
          <p:nvPr/>
        </p:nvPicPr>
        <p:blipFill>
          <a:blip r:embed="rId1"/>
          <a:stretch/>
        </p:blipFill>
        <p:spPr>
          <a:xfrm>
            <a:off x="9087480" y="1005840"/>
            <a:ext cx="502560" cy="142920"/>
          </a:xfrm>
          <a:prstGeom prst="rect">
            <a:avLst/>
          </a:prstGeom>
          <a:ln w="0">
            <a:noFill/>
          </a:ln>
        </p:spPr>
      </p:pic>
      <p:sp>
        <p:nvSpPr>
          <p:cNvPr id="25900" name=""/>
          <p:cNvSpPr/>
          <p:nvPr/>
        </p:nvSpPr>
        <p:spPr>
          <a:xfrm>
            <a:off x="3692880" y="4637520"/>
            <a:ext cx="1344600" cy="221400"/>
          </a:xfrm>
          <a:custGeom>
            <a:avLst/>
            <a:gdLst/>
            <a:ahLst/>
            <a:rect l="0" t="0" r="r" b="b"/>
            <a:pathLst>
              <a:path w="3735" h="615">
                <a:moveTo>
                  <a:pt x="0" y="615"/>
                </a:moveTo>
                <a:lnTo>
                  <a:pt x="3735" y="615"/>
                </a:lnTo>
                <a:lnTo>
                  <a:pt x="3735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fff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01" name="" descr=""/>
          <p:cNvPicPr/>
          <p:nvPr/>
        </p:nvPicPr>
        <p:blipFill>
          <a:blip r:embed="rId2"/>
          <a:stretch/>
        </p:blipFill>
        <p:spPr>
          <a:xfrm>
            <a:off x="1862280" y="1423440"/>
            <a:ext cx="3159000" cy="3233520"/>
          </a:xfrm>
          <a:prstGeom prst="rect">
            <a:avLst/>
          </a:prstGeom>
          <a:ln w="0">
            <a:noFill/>
          </a:ln>
        </p:spPr>
      </p:pic>
      <p:pic>
        <p:nvPicPr>
          <p:cNvPr id="25902" name="" descr=""/>
          <p:cNvPicPr/>
          <p:nvPr/>
        </p:nvPicPr>
        <p:blipFill>
          <a:blip r:embed="rId3"/>
          <a:stretch/>
        </p:blipFill>
        <p:spPr>
          <a:xfrm>
            <a:off x="5270040" y="1435680"/>
            <a:ext cx="3177360" cy="3193920"/>
          </a:xfrm>
          <a:prstGeom prst="rect">
            <a:avLst/>
          </a:prstGeom>
          <a:ln w="0">
            <a:noFill/>
          </a:ln>
        </p:spPr>
      </p:pic>
      <p:sp>
        <p:nvSpPr>
          <p:cNvPr id="25903" name=""/>
          <p:cNvSpPr/>
          <p:nvPr/>
        </p:nvSpPr>
        <p:spPr>
          <a:xfrm>
            <a:off x="4495680" y="3349440"/>
            <a:ext cx="525960" cy="1280880"/>
          </a:xfrm>
          <a:custGeom>
            <a:avLst/>
            <a:gdLst/>
            <a:ahLst/>
            <a:rect l="0" t="0" r="r" b="b"/>
            <a:pathLst>
              <a:path w="1461" h="3558">
                <a:moveTo>
                  <a:pt x="0" y="3558"/>
                </a:moveTo>
                <a:lnTo>
                  <a:pt x="1461" y="3558"/>
                </a:lnTo>
                <a:lnTo>
                  <a:pt x="1461" y="0"/>
                </a:lnTo>
                <a:lnTo>
                  <a:pt x="0" y="0"/>
                </a:lnTo>
                <a:lnTo>
                  <a:pt x="0" y="3558"/>
                </a:lnTo>
                <a:close/>
              </a:path>
            </a:pathLst>
          </a:custGeom>
          <a:noFill/>
          <a:ln w="9360">
            <a:solidFill>
              <a:srgbClr val="c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04" name=""/>
          <p:cNvSpPr/>
          <p:nvPr/>
        </p:nvSpPr>
        <p:spPr>
          <a:xfrm>
            <a:off x="7926120" y="3328200"/>
            <a:ext cx="526320" cy="1280880"/>
          </a:xfrm>
          <a:custGeom>
            <a:avLst/>
            <a:gdLst/>
            <a:ahLst/>
            <a:rect l="0" t="0" r="r" b="b"/>
            <a:pathLst>
              <a:path w="1462" h="3558">
                <a:moveTo>
                  <a:pt x="0" y="3558"/>
                </a:moveTo>
                <a:lnTo>
                  <a:pt x="1462" y="3558"/>
                </a:lnTo>
                <a:lnTo>
                  <a:pt x="1462" y="0"/>
                </a:lnTo>
                <a:lnTo>
                  <a:pt x="0" y="0"/>
                </a:lnTo>
                <a:lnTo>
                  <a:pt x="0" y="3558"/>
                </a:lnTo>
                <a:close/>
              </a:path>
            </a:pathLst>
          </a:custGeom>
          <a:noFill/>
          <a:ln w="9360">
            <a:solidFill>
              <a:srgbClr val="c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05" name=""/>
          <p:cNvSpPr/>
          <p:nvPr/>
        </p:nvSpPr>
        <p:spPr>
          <a:xfrm>
            <a:off x="7120440" y="4637520"/>
            <a:ext cx="1344600" cy="221400"/>
          </a:xfrm>
          <a:custGeom>
            <a:avLst/>
            <a:gdLst/>
            <a:ahLst/>
            <a:rect l="0" t="0" r="r" b="b"/>
            <a:pathLst>
              <a:path w="3735" h="615">
                <a:moveTo>
                  <a:pt x="0" y="615"/>
                </a:moveTo>
                <a:lnTo>
                  <a:pt x="3735" y="615"/>
                </a:lnTo>
                <a:lnTo>
                  <a:pt x="3735" y="0"/>
                </a:lnTo>
                <a:lnTo>
                  <a:pt x="0" y="0"/>
                </a:lnTo>
                <a:lnTo>
                  <a:pt x="0" y="615"/>
                </a:lnTo>
                <a:close/>
              </a:path>
            </a:pathLst>
          </a:custGeom>
          <a:solidFill>
            <a:srgbClr val="fff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06" name=""/>
          <p:cNvSpPr txBox="1"/>
          <p:nvPr/>
        </p:nvSpPr>
        <p:spPr>
          <a:xfrm>
            <a:off x="3693960" y="4670640"/>
            <a:ext cx="155232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ECW/TBW=0.447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07" name=""/>
          <p:cNvSpPr/>
          <p:nvPr/>
        </p:nvSpPr>
        <p:spPr>
          <a:xfrm>
            <a:off x="828360" y="3206160"/>
            <a:ext cx="951480" cy="227160"/>
          </a:xfrm>
          <a:custGeom>
            <a:avLst/>
            <a:gdLst/>
            <a:ahLst/>
            <a:rect l="0" t="0" r="r" b="b"/>
            <a:pathLst>
              <a:path w="2643" h="631">
                <a:moveTo>
                  <a:pt x="0" y="631"/>
                </a:moveTo>
                <a:lnTo>
                  <a:pt x="2643" y="631"/>
                </a:lnTo>
                <a:lnTo>
                  <a:pt x="2643" y="0"/>
                </a:lnTo>
                <a:lnTo>
                  <a:pt x="0" y="0"/>
                </a:lnTo>
                <a:lnTo>
                  <a:pt x="0" y="631"/>
                </a:lnTo>
                <a:close/>
              </a:path>
            </a:pathLst>
          </a:custGeom>
          <a:solidFill>
            <a:srgbClr val="fff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08" name=""/>
          <p:cNvSpPr txBox="1"/>
          <p:nvPr/>
        </p:nvSpPr>
        <p:spPr>
          <a:xfrm>
            <a:off x="7121880" y="4670640"/>
            <a:ext cx="155232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ECW/TBW=0.371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09" name=""/>
          <p:cNvSpPr txBox="1"/>
          <p:nvPr/>
        </p:nvSpPr>
        <p:spPr>
          <a:xfrm>
            <a:off x="1238760" y="1610280"/>
            <a:ext cx="5479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Weight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0" name=""/>
          <p:cNvSpPr txBox="1"/>
          <p:nvPr/>
        </p:nvSpPr>
        <p:spPr>
          <a:xfrm>
            <a:off x="741960" y="1835280"/>
            <a:ext cx="10414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Skeletal Muscle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1" name=""/>
          <p:cNvSpPr txBox="1"/>
          <p:nvPr/>
        </p:nvSpPr>
        <p:spPr>
          <a:xfrm>
            <a:off x="810360" y="2033640"/>
            <a:ext cx="9698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2" name=""/>
          <p:cNvSpPr txBox="1"/>
          <p:nvPr/>
        </p:nvSpPr>
        <p:spPr>
          <a:xfrm>
            <a:off x="1473480" y="2639520"/>
            <a:ext cx="3070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BMI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3" name=""/>
          <p:cNvSpPr txBox="1"/>
          <p:nvPr/>
        </p:nvSpPr>
        <p:spPr>
          <a:xfrm>
            <a:off x="645840" y="2862720"/>
            <a:ext cx="11390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Percent Body Fat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4" name=""/>
          <p:cNvSpPr txBox="1"/>
          <p:nvPr/>
        </p:nvSpPr>
        <p:spPr>
          <a:xfrm>
            <a:off x="828720" y="3247560"/>
            <a:ext cx="9518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0000"/>
                </a:solidFill>
                <a:latin typeface="Calibri"/>
                <a:ea typeface="Calibri"/>
              </a:rPr>
              <a:t>Segmental Lean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5" name=""/>
          <p:cNvSpPr txBox="1"/>
          <p:nvPr/>
        </p:nvSpPr>
        <p:spPr>
          <a:xfrm>
            <a:off x="1561680" y="3543840"/>
            <a:ext cx="2170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RA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6" name=""/>
          <p:cNvSpPr txBox="1"/>
          <p:nvPr/>
        </p:nvSpPr>
        <p:spPr>
          <a:xfrm>
            <a:off x="1587600" y="3766320"/>
            <a:ext cx="1911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LA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7" name=""/>
          <p:cNvSpPr txBox="1"/>
          <p:nvPr/>
        </p:nvSpPr>
        <p:spPr>
          <a:xfrm>
            <a:off x="1343880" y="3988800"/>
            <a:ext cx="4471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Trunk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8" name=""/>
          <p:cNvSpPr txBox="1"/>
          <p:nvPr/>
        </p:nvSpPr>
        <p:spPr>
          <a:xfrm>
            <a:off x="1595520" y="4212360"/>
            <a:ext cx="1857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RL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19" name=""/>
          <p:cNvSpPr txBox="1"/>
          <p:nvPr/>
        </p:nvSpPr>
        <p:spPr>
          <a:xfrm>
            <a:off x="1621440" y="4435560"/>
            <a:ext cx="1854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LL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20" name=""/>
          <p:cNvSpPr txBox="1"/>
          <p:nvPr/>
        </p:nvSpPr>
        <p:spPr>
          <a:xfrm>
            <a:off x="2790360" y="5288760"/>
            <a:ext cx="21603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Heart failure patient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21" name="" descr=""/>
          <p:cNvPicPr/>
          <p:nvPr/>
        </p:nvPicPr>
        <p:blipFill>
          <a:blip r:embed="rId4"/>
          <a:stretch/>
        </p:blipFill>
        <p:spPr>
          <a:xfrm>
            <a:off x="1299960" y="4870800"/>
            <a:ext cx="1240200" cy="1109160"/>
          </a:xfrm>
          <a:prstGeom prst="rect">
            <a:avLst/>
          </a:prstGeom>
          <a:ln w="0">
            <a:noFill/>
          </a:ln>
        </p:spPr>
      </p:pic>
      <p:pic>
        <p:nvPicPr>
          <p:cNvPr id="25922" name="" descr=""/>
          <p:cNvPicPr/>
          <p:nvPr/>
        </p:nvPicPr>
        <p:blipFill>
          <a:blip r:embed="rId5"/>
          <a:stretch/>
        </p:blipFill>
        <p:spPr>
          <a:xfrm>
            <a:off x="5328000" y="4904280"/>
            <a:ext cx="1258560" cy="1025280"/>
          </a:xfrm>
          <a:prstGeom prst="rect">
            <a:avLst/>
          </a:prstGeom>
          <a:ln w="0">
            <a:noFill/>
          </a:ln>
        </p:spPr>
      </p:pic>
      <p:sp>
        <p:nvSpPr>
          <p:cNvPr id="25923" name=""/>
          <p:cNvSpPr/>
          <p:nvPr/>
        </p:nvSpPr>
        <p:spPr>
          <a:xfrm>
            <a:off x="6676560" y="5489280"/>
            <a:ext cx="3234240" cy="738000"/>
          </a:xfrm>
          <a:custGeom>
            <a:avLst/>
            <a:gdLst/>
            <a:ahLst/>
            <a:rect l="0" t="0" r="r" b="b"/>
            <a:pathLst>
              <a:path w="8984" h="2050">
                <a:moveTo>
                  <a:pt x="0" y="2050"/>
                </a:moveTo>
                <a:lnTo>
                  <a:pt x="8984" y="2050"/>
                </a:lnTo>
                <a:lnTo>
                  <a:pt x="8984" y="0"/>
                </a:lnTo>
                <a:lnTo>
                  <a:pt x="0" y="0"/>
                </a:lnTo>
                <a:lnTo>
                  <a:pt x="0" y="2050"/>
                </a:lnTo>
                <a:close/>
              </a:path>
            </a:pathLst>
          </a:custGeom>
          <a:solidFill>
            <a:srgbClr val="95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924" name=""/>
          <p:cNvSpPr txBox="1"/>
          <p:nvPr/>
        </p:nvSpPr>
        <p:spPr>
          <a:xfrm>
            <a:off x="6730200" y="5184360"/>
            <a:ext cx="142560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Soccer player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25" name=""/>
          <p:cNvSpPr txBox="1"/>
          <p:nvPr/>
        </p:nvSpPr>
        <p:spPr>
          <a:xfrm>
            <a:off x="6776280" y="5566320"/>
            <a:ext cx="33991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Lean Mass of InBody contains water information.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26" name=""/>
          <p:cNvSpPr txBox="1"/>
          <p:nvPr/>
        </p:nvSpPr>
        <p:spPr>
          <a:xfrm>
            <a:off x="6776280" y="5764320"/>
            <a:ext cx="3161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ECW Ratio can distinguish good muscle or not.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2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2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29" name="" descr=""/>
          <p:cNvPicPr/>
          <p:nvPr/>
        </p:nvPicPr>
        <p:blipFill>
          <a:blip r:embed="rId1"/>
          <a:stretch/>
        </p:blipFill>
        <p:spPr>
          <a:xfrm>
            <a:off x="3515760" y="1514880"/>
            <a:ext cx="3096360" cy="4370400"/>
          </a:xfrm>
          <a:prstGeom prst="rect">
            <a:avLst/>
          </a:prstGeom>
          <a:ln w="0">
            <a:noFill/>
          </a:ln>
        </p:spPr>
      </p:pic>
      <p:pic>
        <p:nvPicPr>
          <p:cNvPr id="25930" name="" descr=""/>
          <p:cNvPicPr/>
          <p:nvPr/>
        </p:nvPicPr>
        <p:blipFill>
          <a:blip r:embed="rId2"/>
          <a:stretch/>
        </p:blipFill>
        <p:spPr>
          <a:xfrm>
            <a:off x="96120" y="1472040"/>
            <a:ext cx="3135960" cy="4417560"/>
          </a:xfrm>
          <a:prstGeom prst="rect">
            <a:avLst/>
          </a:prstGeom>
          <a:ln w="0">
            <a:noFill/>
          </a:ln>
        </p:spPr>
      </p:pic>
      <p:sp>
        <p:nvSpPr>
          <p:cNvPr id="25931" name=""/>
          <p:cNvSpPr/>
          <p:nvPr/>
        </p:nvSpPr>
        <p:spPr>
          <a:xfrm>
            <a:off x="95760" y="1514520"/>
            <a:ext cx="3136680" cy="4348440"/>
          </a:xfrm>
          <a:custGeom>
            <a:avLst/>
            <a:gdLst/>
            <a:ahLst/>
            <a:rect l="0" t="0" r="r" b="b"/>
            <a:pathLst>
              <a:path w="8713" h="12079">
                <a:moveTo>
                  <a:pt x="0" y="12079"/>
                </a:moveTo>
                <a:lnTo>
                  <a:pt x="8713" y="12079"/>
                </a:lnTo>
                <a:lnTo>
                  <a:pt x="8713" y="0"/>
                </a:lnTo>
                <a:lnTo>
                  <a:pt x="0" y="0"/>
                </a:lnTo>
                <a:lnTo>
                  <a:pt x="0" y="12079"/>
                </a:lnTo>
                <a:close/>
              </a:path>
            </a:pathLst>
          </a:custGeom>
          <a:solidFill>
            <a:srgbClr val="d9d9d9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32" name="" descr=""/>
          <p:cNvPicPr/>
          <p:nvPr/>
        </p:nvPicPr>
        <p:blipFill>
          <a:blip r:embed="rId3"/>
          <a:stretch/>
        </p:blipFill>
        <p:spPr>
          <a:xfrm>
            <a:off x="180000" y="3016080"/>
            <a:ext cx="2951640" cy="1519200"/>
          </a:xfrm>
          <a:prstGeom prst="rect">
            <a:avLst/>
          </a:prstGeom>
          <a:ln w="0">
            <a:noFill/>
          </a:ln>
        </p:spPr>
      </p:pic>
      <p:pic>
        <p:nvPicPr>
          <p:cNvPr id="25933" name="" descr=""/>
          <p:cNvPicPr/>
          <p:nvPr/>
        </p:nvPicPr>
        <p:blipFill>
          <a:blip r:embed="rId4"/>
          <a:stretch/>
        </p:blipFill>
        <p:spPr>
          <a:xfrm>
            <a:off x="216360" y="3052440"/>
            <a:ext cx="2829600" cy="1397160"/>
          </a:xfrm>
          <a:prstGeom prst="rect">
            <a:avLst/>
          </a:prstGeom>
          <a:ln w="0">
            <a:noFill/>
          </a:ln>
        </p:spPr>
      </p:pic>
      <p:sp>
        <p:nvSpPr>
          <p:cNvPr id="25934" name=""/>
          <p:cNvSpPr/>
          <p:nvPr/>
        </p:nvSpPr>
        <p:spPr>
          <a:xfrm>
            <a:off x="211320" y="3047400"/>
            <a:ext cx="2840040" cy="1407600"/>
          </a:xfrm>
          <a:custGeom>
            <a:avLst/>
            <a:gdLst/>
            <a:ahLst/>
            <a:rect l="0" t="0" r="r" b="b"/>
            <a:pathLst>
              <a:path w="7889" h="3910">
                <a:moveTo>
                  <a:pt x="0" y="3910"/>
                </a:moveTo>
                <a:lnTo>
                  <a:pt x="7889" y="3910"/>
                </a:lnTo>
                <a:lnTo>
                  <a:pt x="7889" y="0"/>
                </a:lnTo>
                <a:lnTo>
                  <a:pt x="0" y="0"/>
                </a:lnTo>
                <a:lnTo>
                  <a:pt x="0" y="391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35" name=""/>
          <p:cNvSpPr/>
          <p:nvPr/>
        </p:nvSpPr>
        <p:spPr>
          <a:xfrm>
            <a:off x="3433320" y="1514520"/>
            <a:ext cx="3179520" cy="4348440"/>
          </a:xfrm>
          <a:custGeom>
            <a:avLst/>
            <a:gdLst/>
            <a:ahLst/>
            <a:rect l="0" t="0" r="r" b="b"/>
            <a:pathLst>
              <a:path w="8832" h="12079">
                <a:moveTo>
                  <a:pt x="0" y="12079"/>
                </a:moveTo>
                <a:lnTo>
                  <a:pt x="8832" y="12079"/>
                </a:lnTo>
                <a:lnTo>
                  <a:pt x="8832" y="0"/>
                </a:lnTo>
                <a:lnTo>
                  <a:pt x="0" y="0"/>
                </a:lnTo>
                <a:lnTo>
                  <a:pt x="0" y="12079"/>
                </a:lnTo>
                <a:close/>
              </a:path>
            </a:pathLst>
          </a:custGeom>
          <a:solidFill>
            <a:srgbClr val="d9d9d9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36" name="" descr=""/>
          <p:cNvPicPr/>
          <p:nvPr/>
        </p:nvPicPr>
        <p:blipFill>
          <a:blip r:embed="rId5"/>
          <a:stretch/>
        </p:blipFill>
        <p:spPr>
          <a:xfrm>
            <a:off x="3694320" y="3016080"/>
            <a:ext cx="2997360" cy="1519200"/>
          </a:xfrm>
          <a:prstGeom prst="rect">
            <a:avLst/>
          </a:prstGeom>
          <a:ln w="0">
            <a:noFill/>
          </a:ln>
        </p:spPr>
      </p:pic>
      <p:pic>
        <p:nvPicPr>
          <p:cNvPr id="25937" name="" descr=""/>
          <p:cNvPicPr/>
          <p:nvPr/>
        </p:nvPicPr>
        <p:blipFill>
          <a:blip r:embed="rId6"/>
          <a:stretch/>
        </p:blipFill>
        <p:spPr>
          <a:xfrm>
            <a:off x="3730680" y="3052440"/>
            <a:ext cx="2875320" cy="1397160"/>
          </a:xfrm>
          <a:prstGeom prst="rect">
            <a:avLst/>
          </a:prstGeom>
          <a:ln w="0">
            <a:noFill/>
          </a:ln>
        </p:spPr>
      </p:pic>
      <p:sp>
        <p:nvSpPr>
          <p:cNvPr id="25938" name=""/>
          <p:cNvSpPr/>
          <p:nvPr/>
        </p:nvSpPr>
        <p:spPr>
          <a:xfrm>
            <a:off x="3725640" y="3047400"/>
            <a:ext cx="2885760" cy="1407600"/>
          </a:xfrm>
          <a:custGeom>
            <a:avLst/>
            <a:gdLst/>
            <a:ahLst/>
            <a:rect l="0" t="0" r="r" b="b"/>
            <a:pathLst>
              <a:path w="8016" h="3910">
                <a:moveTo>
                  <a:pt x="0" y="3910"/>
                </a:moveTo>
                <a:lnTo>
                  <a:pt x="8016" y="3910"/>
                </a:lnTo>
                <a:lnTo>
                  <a:pt x="8016" y="0"/>
                </a:lnTo>
                <a:lnTo>
                  <a:pt x="0" y="0"/>
                </a:lnTo>
                <a:lnTo>
                  <a:pt x="0" y="391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39" name=""/>
          <p:cNvSpPr/>
          <p:nvPr/>
        </p:nvSpPr>
        <p:spPr>
          <a:xfrm>
            <a:off x="223200" y="3999600"/>
            <a:ext cx="2818080" cy="420840"/>
          </a:xfrm>
          <a:custGeom>
            <a:avLst/>
            <a:gdLst/>
            <a:ahLst/>
            <a:rect l="0" t="0" r="r" b="b"/>
            <a:pathLst>
              <a:path w="7828" h="1169">
                <a:moveTo>
                  <a:pt x="0" y="1169"/>
                </a:moveTo>
                <a:lnTo>
                  <a:pt x="7828" y="1169"/>
                </a:lnTo>
                <a:lnTo>
                  <a:pt x="7828" y="0"/>
                </a:lnTo>
                <a:lnTo>
                  <a:pt x="0" y="0"/>
                </a:lnTo>
                <a:lnTo>
                  <a:pt x="0" y="1169"/>
                </a:lnTo>
                <a:close/>
              </a:path>
            </a:pathLst>
          </a:custGeom>
          <a:noFill/>
          <a:ln w="28440">
            <a:solidFill>
              <a:srgbClr val="0070c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40" name=""/>
          <p:cNvSpPr/>
          <p:nvPr/>
        </p:nvSpPr>
        <p:spPr>
          <a:xfrm>
            <a:off x="3729960" y="4002480"/>
            <a:ext cx="2859120" cy="416520"/>
          </a:xfrm>
          <a:custGeom>
            <a:avLst/>
            <a:gdLst/>
            <a:ahLst/>
            <a:rect l="0" t="0" r="r" b="b"/>
            <a:pathLst>
              <a:path w="7942" h="1157">
                <a:moveTo>
                  <a:pt x="0" y="1157"/>
                </a:moveTo>
                <a:lnTo>
                  <a:pt x="7942" y="1157"/>
                </a:lnTo>
                <a:lnTo>
                  <a:pt x="7942" y="0"/>
                </a:lnTo>
                <a:lnTo>
                  <a:pt x="0" y="0"/>
                </a:lnTo>
                <a:lnTo>
                  <a:pt x="0" y="1157"/>
                </a:ln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41" name="" descr=""/>
          <p:cNvPicPr/>
          <p:nvPr/>
        </p:nvPicPr>
        <p:blipFill>
          <a:blip r:embed="rId7"/>
          <a:stretch/>
        </p:blipFill>
        <p:spPr>
          <a:xfrm>
            <a:off x="653760" y="2662560"/>
            <a:ext cx="2020320" cy="2901240"/>
          </a:xfrm>
          <a:prstGeom prst="rect">
            <a:avLst/>
          </a:prstGeom>
          <a:ln w="0">
            <a:noFill/>
          </a:ln>
        </p:spPr>
      </p:pic>
      <p:pic>
        <p:nvPicPr>
          <p:cNvPr id="25942" name="" descr=""/>
          <p:cNvPicPr/>
          <p:nvPr/>
        </p:nvPicPr>
        <p:blipFill>
          <a:blip r:embed="rId8"/>
          <a:stretch/>
        </p:blipFill>
        <p:spPr>
          <a:xfrm>
            <a:off x="3546360" y="2279880"/>
            <a:ext cx="2594880" cy="3290040"/>
          </a:xfrm>
          <a:prstGeom prst="rect">
            <a:avLst/>
          </a:prstGeom>
          <a:ln w="0">
            <a:noFill/>
          </a:ln>
        </p:spPr>
      </p:pic>
      <p:sp>
        <p:nvSpPr>
          <p:cNvPr id="25943" name=""/>
          <p:cNvSpPr txBox="1"/>
          <p:nvPr/>
        </p:nvSpPr>
        <p:spPr>
          <a:xfrm>
            <a:off x="3285360" y="3504600"/>
            <a:ext cx="412560" cy="504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250" spc="-1" strike="noStrike">
                <a:solidFill>
                  <a:srgbClr val="c00000"/>
                </a:solidFill>
                <a:latin typeface="Calibri"/>
                <a:ea typeface="Calibri"/>
              </a:rPr>
              <a:t>≠</a:t>
            </a:r>
            <a:endParaRPr b="0" lang="en-US" sz="32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44" name=""/>
          <p:cNvSpPr txBox="1"/>
          <p:nvPr/>
        </p:nvSpPr>
        <p:spPr>
          <a:xfrm>
            <a:off x="730440" y="2750760"/>
            <a:ext cx="6714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Person A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45" name=""/>
          <p:cNvSpPr txBox="1"/>
          <p:nvPr/>
        </p:nvSpPr>
        <p:spPr>
          <a:xfrm>
            <a:off x="3763440" y="2752200"/>
            <a:ext cx="6652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Person B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4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4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48" name="" descr=""/>
          <p:cNvPicPr/>
          <p:nvPr/>
        </p:nvPicPr>
        <p:blipFill>
          <a:blip r:embed="rId1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949" name="" descr=""/>
          <p:cNvPicPr/>
          <p:nvPr/>
        </p:nvPicPr>
        <p:blipFill>
          <a:blip r:embed="rId2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950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951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952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953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54" name="" descr=""/>
          <p:cNvPicPr/>
          <p:nvPr/>
        </p:nvPicPr>
        <p:blipFill>
          <a:blip r:embed="rId6"/>
          <a:stretch/>
        </p:blipFill>
        <p:spPr>
          <a:xfrm>
            <a:off x="3032640" y="1507320"/>
            <a:ext cx="4902480" cy="3017160"/>
          </a:xfrm>
          <a:prstGeom prst="rect">
            <a:avLst/>
          </a:prstGeom>
          <a:ln w="0">
            <a:noFill/>
          </a:ln>
        </p:spPr>
      </p:pic>
      <p:sp>
        <p:nvSpPr>
          <p:cNvPr id="25955" name=""/>
          <p:cNvSpPr txBox="1"/>
          <p:nvPr/>
        </p:nvSpPr>
        <p:spPr>
          <a:xfrm>
            <a:off x="132120" y="741600"/>
            <a:ext cx="26067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ECW Ratio Application – Muscle Quality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56" name=""/>
          <p:cNvSpPr txBox="1"/>
          <p:nvPr/>
        </p:nvSpPr>
        <p:spPr>
          <a:xfrm>
            <a:off x="6472080" y="4136040"/>
            <a:ext cx="16416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c92525"/>
                </a:solidFill>
                <a:latin typeface="MalgunGothic"/>
                <a:ea typeface="MalgunGothic"/>
              </a:rPr>
              <a:t>※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57" name=""/>
          <p:cNvSpPr txBox="1"/>
          <p:nvPr/>
        </p:nvSpPr>
        <p:spPr>
          <a:xfrm>
            <a:off x="6641280" y="4132080"/>
            <a:ext cx="7124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c92525"/>
                </a:solidFill>
                <a:latin typeface="Calibri"/>
                <a:ea typeface="Calibri"/>
              </a:rPr>
              <a:t>ECW Ratio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58" name=""/>
          <p:cNvSpPr txBox="1"/>
          <p:nvPr/>
        </p:nvSpPr>
        <p:spPr>
          <a:xfrm>
            <a:off x="6472080" y="4340160"/>
            <a:ext cx="332748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The better the quality of muscle is,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59" name="" descr=""/>
          <p:cNvPicPr/>
          <p:nvPr/>
        </p:nvPicPr>
        <p:blipFill>
          <a:blip r:embed="rId7"/>
          <a:stretch/>
        </p:blipFill>
        <p:spPr>
          <a:xfrm>
            <a:off x="154080" y="1661040"/>
            <a:ext cx="2832840" cy="336600"/>
          </a:xfrm>
          <a:prstGeom prst="rect">
            <a:avLst/>
          </a:prstGeom>
          <a:ln w="0">
            <a:noFill/>
          </a:ln>
        </p:spPr>
      </p:pic>
      <p:sp>
        <p:nvSpPr>
          <p:cNvPr id="25960" name=""/>
          <p:cNvSpPr txBox="1"/>
          <p:nvPr/>
        </p:nvSpPr>
        <p:spPr>
          <a:xfrm>
            <a:off x="6472080" y="4538520"/>
            <a:ext cx="216936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the lower ECW Ratio is.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61" name=""/>
          <p:cNvSpPr txBox="1"/>
          <p:nvPr/>
        </p:nvSpPr>
        <p:spPr>
          <a:xfrm>
            <a:off x="352800" y="2041920"/>
            <a:ext cx="27226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Higher SMI stands for increased muscle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62" name=""/>
          <p:cNvSpPr/>
          <p:nvPr/>
        </p:nvSpPr>
        <p:spPr>
          <a:xfrm>
            <a:off x="3058560" y="5111280"/>
            <a:ext cx="4915080" cy="750240"/>
          </a:xfrm>
          <a:custGeom>
            <a:avLst/>
            <a:gdLst/>
            <a:ahLst/>
            <a:rect l="0" t="0" r="r" b="b"/>
            <a:pathLst>
              <a:path w="13653" h="2084">
                <a:moveTo>
                  <a:pt x="0" y="2084"/>
                </a:moveTo>
                <a:lnTo>
                  <a:pt x="13653" y="2084"/>
                </a:lnTo>
                <a:lnTo>
                  <a:pt x="13653" y="0"/>
                </a:lnTo>
                <a:lnTo>
                  <a:pt x="0" y="0"/>
                </a:lnTo>
                <a:lnTo>
                  <a:pt x="0" y="2084"/>
                </a:lnTo>
                <a:close/>
              </a:path>
            </a:pathLst>
          </a:custGeom>
          <a:solidFill>
            <a:srgbClr val="95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963" name=""/>
          <p:cNvSpPr txBox="1"/>
          <p:nvPr/>
        </p:nvSpPr>
        <p:spPr>
          <a:xfrm>
            <a:off x="352800" y="2241360"/>
            <a:ext cx="3909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mass.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64" name=""/>
          <p:cNvSpPr txBox="1"/>
          <p:nvPr/>
        </p:nvSpPr>
        <p:spPr>
          <a:xfrm>
            <a:off x="3185640" y="5180400"/>
            <a:ext cx="21542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To evaluate muscle quality,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65" name=""/>
          <p:cNvSpPr txBox="1"/>
          <p:nvPr/>
        </p:nvSpPr>
        <p:spPr>
          <a:xfrm>
            <a:off x="3185640" y="5402880"/>
            <a:ext cx="30700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ECW Ratio and Muscle Mass altogether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66" name=""/>
          <p:cNvSpPr/>
          <p:nvPr/>
        </p:nvSpPr>
        <p:spPr>
          <a:xfrm>
            <a:off x="3268800" y="1757160"/>
            <a:ext cx="751680" cy="347760"/>
          </a:xfrm>
          <a:custGeom>
            <a:avLst/>
            <a:gdLst/>
            <a:ahLst/>
            <a:rect l="0" t="0" r="r" b="b"/>
            <a:pathLst>
              <a:path w="2088" h="966">
                <a:moveTo>
                  <a:pt x="0" y="483"/>
                </a:moveTo>
                <a:cubicBezTo>
                  <a:pt x="0" y="215"/>
                  <a:pt x="468" y="0"/>
                  <a:pt x="1045" y="0"/>
                </a:cubicBezTo>
                <a:cubicBezTo>
                  <a:pt x="1621" y="0"/>
                  <a:pt x="2088" y="215"/>
                  <a:pt x="2088" y="483"/>
                </a:cubicBezTo>
                <a:cubicBezTo>
                  <a:pt x="2088" y="750"/>
                  <a:pt x="1621" y="966"/>
                  <a:pt x="1045" y="966"/>
                </a:cubicBezTo>
                <a:cubicBezTo>
                  <a:pt x="468" y="966"/>
                  <a:pt x="0" y="750"/>
                  <a:pt x="0" y="483"/>
                </a:cubicBezTo>
                <a:close/>
              </a:path>
            </a:pathLst>
          </a:custGeom>
          <a:noFill/>
          <a:ln w="56880">
            <a:solidFill>
              <a:srgbClr val="ff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67" name=""/>
          <p:cNvSpPr/>
          <p:nvPr/>
        </p:nvSpPr>
        <p:spPr>
          <a:xfrm>
            <a:off x="5627880" y="3721320"/>
            <a:ext cx="751680" cy="282240"/>
          </a:xfrm>
          <a:custGeom>
            <a:avLst/>
            <a:gdLst/>
            <a:ahLst/>
            <a:rect l="0" t="0" r="r" b="b"/>
            <a:pathLst>
              <a:path w="2088" h="784">
                <a:moveTo>
                  <a:pt x="0" y="393"/>
                </a:moveTo>
                <a:cubicBezTo>
                  <a:pt x="0" y="176"/>
                  <a:pt x="468" y="0"/>
                  <a:pt x="1045" y="0"/>
                </a:cubicBezTo>
                <a:cubicBezTo>
                  <a:pt x="1621" y="0"/>
                  <a:pt x="2088" y="176"/>
                  <a:pt x="2088" y="393"/>
                </a:cubicBezTo>
                <a:cubicBezTo>
                  <a:pt x="2088" y="609"/>
                  <a:pt x="1621" y="784"/>
                  <a:pt x="1045" y="784"/>
                </a:cubicBezTo>
                <a:cubicBezTo>
                  <a:pt x="468" y="784"/>
                  <a:pt x="0" y="609"/>
                  <a:pt x="0" y="393"/>
                </a:cubicBezTo>
                <a:close/>
              </a:path>
            </a:pathLst>
          </a:custGeom>
          <a:noFill/>
          <a:ln w="56880">
            <a:solidFill>
              <a:srgbClr val="ff0000"/>
            </a:solidFill>
            <a:miter/>
          </a:ln>
        </p:spPr>
        <p:txBody>
          <a:bodyPr lIns="28440" rIns="28440" tIns="28440" bIns="284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68" name=""/>
          <p:cNvSpPr txBox="1"/>
          <p:nvPr/>
        </p:nvSpPr>
        <p:spPr>
          <a:xfrm>
            <a:off x="3185640" y="5627160"/>
            <a:ext cx="16970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should be considered.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6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7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71" name=""/>
          <p:cNvSpPr/>
          <p:nvPr/>
        </p:nvSpPr>
        <p:spPr>
          <a:xfrm>
            <a:off x="249840" y="1231200"/>
            <a:ext cx="90360" cy="341640"/>
          </a:xfrm>
          <a:custGeom>
            <a:avLst/>
            <a:gdLst/>
            <a:ahLst/>
            <a:rect l="0" t="0" r="r" b="b"/>
            <a:pathLst>
              <a:path w="251" h="949">
                <a:moveTo>
                  <a:pt x="0" y="949"/>
                </a:moveTo>
                <a:lnTo>
                  <a:pt x="251" y="949"/>
                </a:lnTo>
                <a:lnTo>
                  <a:pt x="251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972" name=""/>
          <p:cNvSpPr/>
          <p:nvPr/>
        </p:nvSpPr>
        <p:spPr>
          <a:xfrm>
            <a:off x="380880" y="4754880"/>
            <a:ext cx="4422960" cy="1044360"/>
          </a:xfrm>
          <a:custGeom>
            <a:avLst/>
            <a:gdLst/>
            <a:ahLst/>
            <a:rect l="0" t="0" r="r" b="b"/>
            <a:pathLst>
              <a:path w="12286" h="2901">
                <a:moveTo>
                  <a:pt x="0" y="2901"/>
                </a:moveTo>
                <a:lnTo>
                  <a:pt x="12286" y="2901"/>
                </a:lnTo>
                <a:lnTo>
                  <a:pt x="12286" y="0"/>
                </a:lnTo>
                <a:lnTo>
                  <a:pt x="0" y="0"/>
                </a:lnTo>
                <a:lnTo>
                  <a:pt x="0" y="2901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73" name=""/>
          <p:cNvSpPr/>
          <p:nvPr/>
        </p:nvSpPr>
        <p:spPr>
          <a:xfrm>
            <a:off x="380880" y="1904760"/>
            <a:ext cx="4451760" cy="3894120"/>
          </a:xfrm>
          <a:custGeom>
            <a:avLst/>
            <a:gdLst/>
            <a:ahLst/>
            <a:rect l="0" t="0" r="r" b="b"/>
            <a:pathLst>
              <a:path w="12366" h="10817">
                <a:moveTo>
                  <a:pt x="0" y="10817"/>
                </a:moveTo>
                <a:lnTo>
                  <a:pt x="12366" y="10817"/>
                </a:lnTo>
                <a:lnTo>
                  <a:pt x="12366" y="0"/>
                </a:lnTo>
                <a:lnTo>
                  <a:pt x="0" y="0"/>
                </a:lnTo>
                <a:lnTo>
                  <a:pt x="0" y="10817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74" name=""/>
          <p:cNvSpPr/>
          <p:nvPr/>
        </p:nvSpPr>
        <p:spPr>
          <a:xfrm>
            <a:off x="380880" y="1610640"/>
            <a:ext cx="4450320" cy="294480"/>
          </a:xfrm>
          <a:custGeom>
            <a:avLst/>
            <a:gdLst/>
            <a:ahLst/>
            <a:rect l="0" t="0" r="r" b="b"/>
            <a:pathLst>
              <a:path w="12362" h="818">
                <a:moveTo>
                  <a:pt x="0" y="818"/>
                </a:moveTo>
                <a:lnTo>
                  <a:pt x="12362" y="818"/>
                </a:lnTo>
                <a:lnTo>
                  <a:pt x="12362" y="0"/>
                </a:lnTo>
                <a:lnTo>
                  <a:pt x="0" y="0"/>
                </a:lnTo>
                <a:lnTo>
                  <a:pt x="0" y="818"/>
                </a:lnTo>
                <a:close/>
              </a:path>
            </a:pathLst>
          </a:custGeom>
          <a:solidFill>
            <a:srgbClr val="0070c0"/>
          </a:solidFill>
          <a:ln w="12600">
            <a:solidFill>
              <a:srgbClr val="0070c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975" name=""/>
          <p:cNvSpPr txBox="1"/>
          <p:nvPr/>
        </p:nvSpPr>
        <p:spPr>
          <a:xfrm>
            <a:off x="432000" y="1322280"/>
            <a:ext cx="207648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Body Composition History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76" name=""/>
          <p:cNvSpPr txBox="1"/>
          <p:nvPr/>
        </p:nvSpPr>
        <p:spPr>
          <a:xfrm>
            <a:off x="2116080" y="1643760"/>
            <a:ext cx="9853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Positive Case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77" name=""/>
          <p:cNvSpPr txBox="1"/>
          <p:nvPr/>
        </p:nvSpPr>
        <p:spPr>
          <a:xfrm>
            <a:off x="549000" y="505908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78" name=""/>
          <p:cNvSpPr txBox="1"/>
          <p:nvPr/>
        </p:nvSpPr>
        <p:spPr>
          <a:xfrm>
            <a:off x="782280" y="5059080"/>
            <a:ext cx="39157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Weight decreased 2kg, maintained 37.6kg of muscle,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79" name=""/>
          <p:cNvSpPr/>
          <p:nvPr/>
        </p:nvSpPr>
        <p:spPr>
          <a:xfrm>
            <a:off x="1465920" y="3000600"/>
            <a:ext cx="384480" cy="622080"/>
          </a:xfrm>
          <a:custGeom>
            <a:avLst/>
            <a:gdLst/>
            <a:ahLst/>
            <a:rect l="0" t="0" r="r" b="b"/>
            <a:pathLst>
              <a:path w="1068" h="1728">
                <a:moveTo>
                  <a:pt x="0" y="1728"/>
                </a:moveTo>
                <a:lnTo>
                  <a:pt x="1068" y="1728"/>
                </a:lnTo>
                <a:lnTo>
                  <a:pt x="1068" y="0"/>
                </a:lnTo>
                <a:lnTo>
                  <a:pt x="0" y="0"/>
                </a:lnTo>
                <a:lnTo>
                  <a:pt x="0" y="1728"/>
                </a:lnTo>
                <a:close/>
              </a:path>
            </a:pathLst>
          </a:custGeom>
          <a:solidFill>
            <a:srgbClr val="78d2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80" name=""/>
          <p:cNvSpPr/>
          <p:nvPr/>
        </p:nvSpPr>
        <p:spPr>
          <a:xfrm>
            <a:off x="4184640" y="3000600"/>
            <a:ext cx="384480" cy="622080"/>
          </a:xfrm>
          <a:custGeom>
            <a:avLst/>
            <a:gdLst/>
            <a:ahLst/>
            <a:rect l="0" t="0" r="r" b="b"/>
            <a:pathLst>
              <a:path w="1068" h="1728">
                <a:moveTo>
                  <a:pt x="0" y="1728"/>
                </a:moveTo>
                <a:lnTo>
                  <a:pt x="1068" y="1728"/>
                </a:lnTo>
                <a:lnTo>
                  <a:pt x="1068" y="0"/>
                </a:lnTo>
                <a:lnTo>
                  <a:pt x="0" y="0"/>
                </a:lnTo>
                <a:lnTo>
                  <a:pt x="0" y="1728"/>
                </a:lnTo>
                <a:close/>
              </a:path>
            </a:pathLst>
          </a:custGeom>
          <a:solidFill>
            <a:srgbClr val="78d2f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81" name="" descr=""/>
          <p:cNvPicPr/>
          <p:nvPr/>
        </p:nvPicPr>
        <p:blipFill>
          <a:blip r:embed="rId1"/>
          <a:stretch/>
        </p:blipFill>
        <p:spPr>
          <a:xfrm>
            <a:off x="528840" y="2441520"/>
            <a:ext cx="4147920" cy="1781280"/>
          </a:xfrm>
          <a:prstGeom prst="rect">
            <a:avLst/>
          </a:prstGeom>
          <a:ln w="0">
            <a:noFill/>
          </a:ln>
        </p:spPr>
      </p:pic>
      <p:pic>
        <p:nvPicPr>
          <p:cNvPr id="25982" name="" descr=""/>
          <p:cNvPicPr/>
          <p:nvPr/>
        </p:nvPicPr>
        <p:blipFill>
          <a:blip r:embed="rId2"/>
          <a:stretch/>
        </p:blipFill>
        <p:spPr>
          <a:xfrm>
            <a:off x="5265360" y="2441520"/>
            <a:ext cx="4146480" cy="1781280"/>
          </a:xfrm>
          <a:prstGeom prst="rect">
            <a:avLst/>
          </a:prstGeom>
          <a:ln w="0">
            <a:noFill/>
          </a:ln>
        </p:spPr>
      </p:pic>
      <p:sp>
        <p:nvSpPr>
          <p:cNvPr id="25983" name=""/>
          <p:cNvSpPr/>
          <p:nvPr/>
        </p:nvSpPr>
        <p:spPr>
          <a:xfrm>
            <a:off x="5117400" y="4754880"/>
            <a:ext cx="4442760" cy="1044360"/>
          </a:xfrm>
          <a:custGeom>
            <a:avLst/>
            <a:gdLst/>
            <a:ahLst/>
            <a:rect l="0" t="0" r="r" b="b"/>
            <a:pathLst>
              <a:path w="12341" h="2901">
                <a:moveTo>
                  <a:pt x="0" y="2901"/>
                </a:moveTo>
                <a:lnTo>
                  <a:pt x="12341" y="2901"/>
                </a:lnTo>
                <a:lnTo>
                  <a:pt x="12341" y="0"/>
                </a:lnTo>
                <a:lnTo>
                  <a:pt x="0" y="0"/>
                </a:lnTo>
                <a:lnTo>
                  <a:pt x="0" y="2901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84" name=""/>
          <p:cNvSpPr/>
          <p:nvPr/>
        </p:nvSpPr>
        <p:spPr>
          <a:xfrm>
            <a:off x="5117400" y="1904760"/>
            <a:ext cx="4450320" cy="3894120"/>
          </a:xfrm>
          <a:custGeom>
            <a:avLst/>
            <a:gdLst/>
            <a:ahLst/>
            <a:rect l="0" t="0" r="r" b="b"/>
            <a:pathLst>
              <a:path w="12362" h="10817">
                <a:moveTo>
                  <a:pt x="0" y="10817"/>
                </a:moveTo>
                <a:lnTo>
                  <a:pt x="12362" y="10817"/>
                </a:lnTo>
                <a:lnTo>
                  <a:pt x="12362" y="0"/>
                </a:lnTo>
                <a:lnTo>
                  <a:pt x="0" y="0"/>
                </a:lnTo>
                <a:lnTo>
                  <a:pt x="0" y="10817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85" name=""/>
          <p:cNvSpPr/>
          <p:nvPr/>
        </p:nvSpPr>
        <p:spPr>
          <a:xfrm>
            <a:off x="5117400" y="1610640"/>
            <a:ext cx="4450320" cy="294480"/>
          </a:xfrm>
          <a:custGeom>
            <a:avLst/>
            <a:gdLst/>
            <a:ahLst/>
            <a:rect l="0" t="0" r="r" b="b"/>
            <a:pathLst>
              <a:path w="12362" h="818">
                <a:moveTo>
                  <a:pt x="0" y="818"/>
                </a:moveTo>
                <a:lnTo>
                  <a:pt x="12362" y="818"/>
                </a:lnTo>
                <a:lnTo>
                  <a:pt x="12362" y="0"/>
                </a:lnTo>
                <a:lnTo>
                  <a:pt x="0" y="0"/>
                </a:lnTo>
                <a:lnTo>
                  <a:pt x="0" y="818"/>
                </a:lnTo>
                <a:close/>
              </a:path>
            </a:pathLst>
          </a:custGeom>
          <a:solidFill>
            <a:srgbClr val="b50938"/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5986" name=""/>
          <p:cNvSpPr txBox="1"/>
          <p:nvPr/>
        </p:nvSpPr>
        <p:spPr>
          <a:xfrm>
            <a:off x="782280" y="5356440"/>
            <a:ext cx="295560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and decreased percent body fat by 2.1%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87" name=""/>
          <p:cNvSpPr txBox="1"/>
          <p:nvPr/>
        </p:nvSpPr>
        <p:spPr>
          <a:xfrm>
            <a:off x="6815160" y="1643760"/>
            <a:ext cx="10645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Negative Case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88" name=""/>
          <p:cNvSpPr txBox="1"/>
          <p:nvPr/>
        </p:nvSpPr>
        <p:spPr>
          <a:xfrm>
            <a:off x="5314320" y="492912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89" name=""/>
          <p:cNvSpPr txBox="1"/>
          <p:nvPr/>
        </p:nvSpPr>
        <p:spPr>
          <a:xfrm>
            <a:off x="5547600" y="4929120"/>
            <a:ext cx="357768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Weight is almost same, but you would be able to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90" name=""/>
          <p:cNvSpPr txBox="1"/>
          <p:nvPr/>
        </p:nvSpPr>
        <p:spPr>
          <a:xfrm>
            <a:off x="5547600" y="5225760"/>
            <a:ext cx="3540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see that slow loss of muscle, leading to a higher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5991" name="" descr=""/>
          <p:cNvPicPr/>
          <p:nvPr/>
        </p:nvPicPr>
        <p:blipFill>
          <a:blip r:embed="rId3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5992" name="" descr=""/>
          <p:cNvPicPr/>
          <p:nvPr/>
        </p:nvPicPr>
        <p:blipFill>
          <a:blip r:embed="rId4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5993" name="" descr=""/>
          <p:cNvPicPr/>
          <p:nvPr/>
        </p:nvPicPr>
        <p:blipFill>
          <a:blip r:embed="rId5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5994" name="" descr=""/>
          <p:cNvPicPr/>
          <p:nvPr/>
        </p:nvPicPr>
        <p:blipFill>
          <a:blip r:embed="rId6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5995" name="" descr=""/>
          <p:cNvPicPr/>
          <p:nvPr/>
        </p:nvPicPr>
        <p:blipFill>
          <a:blip r:embed="rId7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5996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97" name=""/>
          <p:cNvSpPr txBox="1"/>
          <p:nvPr/>
        </p:nvSpPr>
        <p:spPr>
          <a:xfrm>
            <a:off x="5547600" y="5523840"/>
            <a:ext cx="127188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Percent Body Fat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98" name=""/>
          <p:cNvSpPr txBox="1"/>
          <p:nvPr/>
        </p:nvSpPr>
        <p:spPr>
          <a:xfrm>
            <a:off x="132120" y="741600"/>
            <a:ext cx="26067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ECW Ratio Application – Muscle Quality Assessment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599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01" name=""/>
          <p:cNvSpPr/>
          <p:nvPr/>
        </p:nvSpPr>
        <p:spPr>
          <a:xfrm>
            <a:off x="2810160" y="2723040"/>
            <a:ext cx="637200" cy="160560"/>
          </a:xfrm>
          <a:custGeom>
            <a:avLst/>
            <a:gdLst/>
            <a:ahLst/>
            <a:rect l="0" t="0" r="r" b="b"/>
            <a:pathLst>
              <a:path w="1770" h="446">
                <a:moveTo>
                  <a:pt x="0" y="446"/>
                </a:moveTo>
                <a:lnTo>
                  <a:pt x="1770" y="446"/>
                </a:lnTo>
                <a:lnTo>
                  <a:pt x="1770" y="0"/>
                </a:lnTo>
                <a:lnTo>
                  <a:pt x="0" y="0"/>
                </a:lnTo>
                <a:lnTo>
                  <a:pt x="0" y="446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002" name="" descr=""/>
          <p:cNvPicPr/>
          <p:nvPr/>
        </p:nvPicPr>
        <p:blipFill>
          <a:blip r:embed="rId1"/>
          <a:stretch/>
        </p:blipFill>
        <p:spPr>
          <a:xfrm>
            <a:off x="1106280" y="1339560"/>
            <a:ext cx="3169440" cy="1543320"/>
          </a:xfrm>
          <a:prstGeom prst="rect">
            <a:avLst/>
          </a:prstGeom>
          <a:ln w="0">
            <a:noFill/>
          </a:ln>
        </p:spPr>
      </p:pic>
      <p:pic>
        <p:nvPicPr>
          <p:cNvPr id="26003" name="" descr=""/>
          <p:cNvPicPr/>
          <p:nvPr/>
        </p:nvPicPr>
        <p:blipFill>
          <a:blip r:embed="rId2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6004" name="" descr=""/>
          <p:cNvPicPr/>
          <p:nvPr/>
        </p:nvPicPr>
        <p:blipFill>
          <a:blip r:embed="rId3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6005" name="" descr=""/>
          <p:cNvPicPr/>
          <p:nvPr/>
        </p:nvPicPr>
        <p:blipFill>
          <a:blip r:embed="rId4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6006" name="" descr=""/>
          <p:cNvPicPr/>
          <p:nvPr/>
        </p:nvPicPr>
        <p:blipFill>
          <a:blip r:embed="rId5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6007" name="" descr=""/>
          <p:cNvPicPr/>
          <p:nvPr/>
        </p:nvPicPr>
        <p:blipFill>
          <a:blip r:embed="rId6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6008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009" name="" descr=""/>
          <p:cNvPicPr/>
          <p:nvPr/>
        </p:nvPicPr>
        <p:blipFill>
          <a:blip r:embed="rId7"/>
          <a:stretch/>
        </p:blipFill>
        <p:spPr>
          <a:xfrm>
            <a:off x="5353920" y="3841920"/>
            <a:ext cx="3264120" cy="1622880"/>
          </a:xfrm>
          <a:prstGeom prst="rect">
            <a:avLst/>
          </a:prstGeom>
          <a:ln w="0">
            <a:noFill/>
          </a:ln>
        </p:spPr>
      </p:pic>
      <p:pic>
        <p:nvPicPr>
          <p:cNvPr id="26010" name="" descr=""/>
          <p:cNvPicPr/>
          <p:nvPr/>
        </p:nvPicPr>
        <p:blipFill>
          <a:blip r:embed="rId8"/>
          <a:stretch/>
        </p:blipFill>
        <p:spPr>
          <a:xfrm>
            <a:off x="5353920" y="1348920"/>
            <a:ext cx="3145320" cy="1612080"/>
          </a:xfrm>
          <a:prstGeom prst="rect">
            <a:avLst/>
          </a:prstGeom>
          <a:ln w="0">
            <a:noFill/>
          </a:ln>
        </p:spPr>
      </p:pic>
      <p:pic>
        <p:nvPicPr>
          <p:cNvPr id="26011" name="" descr=""/>
          <p:cNvPicPr/>
          <p:nvPr/>
        </p:nvPicPr>
        <p:blipFill>
          <a:blip r:embed="rId9"/>
          <a:stretch/>
        </p:blipFill>
        <p:spPr>
          <a:xfrm>
            <a:off x="1042560" y="3841920"/>
            <a:ext cx="3233520" cy="1622880"/>
          </a:xfrm>
          <a:prstGeom prst="rect">
            <a:avLst/>
          </a:prstGeom>
          <a:ln w="0">
            <a:noFill/>
          </a:ln>
        </p:spPr>
      </p:pic>
      <p:sp>
        <p:nvSpPr>
          <p:cNvPr id="26012" name=""/>
          <p:cNvSpPr txBox="1"/>
          <p:nvPr/>
        </p:nvSpPr>
        <p:spPr>
          <a:xfrm>
            <a:off x="132120" y="741600"/>
            <a:ext cx="17838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Two possibilities of muscle increase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13" name=""/>
          <p:cNvSpPr txBox="1"/>
          <p:nvPr/>
        </p:nvSpPr>
        <p:spPr>
          <a:xfrm>
            <a:off x="1234080" y="29340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14" name=""/>
          <p:cNvSpPr txBox="1"/>
          <p:nvPr/>
        </p:nvSpPr>
        <p:spPr>
          <a:xfrm>
            <a:off x="1467360" y="2927160"/>
            <a:ext cx="12106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Good Muscle quality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15" name=""/>
          <p:cNvSpPr txBox="1"/>
          <p:nvPr/>
        </p:nvSpPr>
        <p:spPr>
          <a:xfrm>
            <a:off x="1234080" y="310788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16" name=""/>
          <p:cNvSpPr txBox="1"/>
          <p:nvPr/>
        </p:nvSpPr>
        <p:spPr>
          <a:xfrm>
            <a:off x="1467360" y="3101040"/>
            <a:ext cx="9698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Good circulation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17" name=""/>
          <p:cNvSpPr txBox="1"/>
          <p:nvPr/>
        </p:nvSpPr>
        <p:spPr>
          <a:xfrm>
            <a:off x="5393520" y="301176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18" name=""/>
          <p:cNvSpPr txBox="1"/>
          <p:nvPr/>
        </p:nvSpPr>
        <p:spPr>
          <a:xfrm>
            <a:off x="5626800" y="3004920"/>
            <a:ext cx="13280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Legs are easily swollen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19" name=""/>
          <p:cNvSpPr txBox="1"/>
          <p:nvPr/>
        </p:nvSpPr>
        <p:spPr>
          <a:xfrm>
            <a:off x="5393520" y="318528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0" name=""/>
          <p:cNvSpPr txBox="1"/>
          <p:nvPr/>
        </p:nvSpPr>
        <p:spPr>
          <a:xfrm>
            <a:off x="5626800" y="3178800"/>
            <a:ext cx="13586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Water retention in legs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1" name=""/>
          <p:cNvSpPr txBox="1"/>
          <p:nvPr/>
        </p:nvSpPr>
        <p:spPr>
          <a:xfrm>
            <a:off x="5393520" y="33577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2" name=""/>
          <p:cNvSpPr txBox="1"/>
          <p:nvPr/>
        </p:nvSpPr>
        <p:spPr>
          <a:xfrm>
            <a:off x="5626800" y="3350880"/>
            <a:ext cx="11224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Low muscle quality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3" name=""/>
          <p:cNvSpPr txBox="1"/>
          <p:nvPr/>
        </p:nvSpPr>
        <p:spPr>
          <a:xfrm>
            <a:off x="1198800" y="1179720"/>
            <a:ext cx="13039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30, Male / Like soccer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4" name=""/>
          <p:cNvSpPr txBox="1"/>
          <p:nvPr/>
        </p:nvSpPr>
        <p:spPr>
          <a:xfrm>
            <a:off x="5446800" y="1179720"/>
            <a:ext cx="1632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30, Female / Mostly seated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5" name=""/>
          <p:cNvSpPr txBox="1"/>
          <p:nvPr/>
        </p:nvSpPr>
        <p:spPr>
          <a:xfrm>
            <a:off x="1198800" y="3682080"/>
            <a:ext cx="19605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20, Female / Don’t do any sports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6" name=""/>
          <p:cNvSpPr txBox="1"/>
          <p:nvPr/>
        </p:nvSpPr>
        <p:spPr>
          <a:xfrm>
            <a:off x="5499720" y="3682080"/>
            <a:ext cx="1632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30, Female / Mostly seated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7" name=""/>
          <p:cNvSpPr txBox="1"/>
          <p:nvPr/>
        </p:nvSpPr>
        <p:spPr>
          <a:xfrm>
            <a:off x="1234080" y="54738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8" name=""/>
          <p:cNvSpPr txBox="1"/>
          <p:nvPr/>
        </p:nvSpPr>
        <p:spPr>
          <a:xfrm>
            <a:off x="1467360" y="5466960"/>
            <a:ext cx="12502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Thin legs, but densed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29" name=""/>
          <p:cNvSpPr txBox="1"/>
          <p:nvPr/>
        </p:nvSpPr>
        <p:spPr>
          <a:xfrm>
            <a:off x="1234080" y="56473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0" name=""/>
          <p:cNvSpPr txBox="1"/>
          <p:nvPr/>
        </p:nvSpPr>
        <p:spPr>
          <a:xfrm>
            <a:off x="1467360" y="5640480"/>
            <a:ext cx="19515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Low muscle mass, Need nutrition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1" name=""/>
          <p:cNvSpPr txBox="1"/>
          <p:nvPr/>
        </p:nvSpPr>
        <p:spPr>
          <a:xfrm>
            <a:off x="1234080" y="581976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2" name=""/>
          <p:cNvSpPr txBox="1"/>
          <p:nvPr/>
        </p:nvSpPr>
        <p:spPr>
          <a:xfrm>
            <a:off x="1467360" y="5812920"/>
            <a:ext cx="8938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Easy to gain fat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3" name=""/>
          <p:cNvSpPr txBox="1"/>
          <p:nvPr/>
        </p:nvSpPr>
        <p:spPr>
          <a:xfrm>
            <a:off x="5446800" y="547380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4" name=""/>
          <p:cNvSpPr txBox="1"/>
          <p:nvPr/>
        </p:nvSpPr>
        <p:spPr>
          <a:xfrm>
            <a:off x="5680080" y="5466960"/>
            <a:ext cx="11559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Thin legs, shapeless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5" name=""/>
          <p:cNvSpPr txBox="1"/>
          <p:nvPr/>
        </p:nvSpPr>
        <p:spPr>
          <a:xfrm>
            <a:off x="5446800" y="56473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6" name=""/>
          <p:cNvSpPr txBox="1"/>
          <p:nvPr/>
        </p:nvSpPr>
        <p:spPr>
          <a:xfrm>
            <a:off x="5680080" y="5640480"/>
            <a:ext cx="19515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Low muscle mass, Need nutrition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7" name=""/>
          <p:cNvSpPr txBox="1"/>
          <p:nvPr/>
        </p:nvSpPr>
        <p:spPr>
          <a:xfrm>
            <a:off x="5446800" y="581976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8" name=""/>
          <p:cNvSpPr txBox="1"/>
          <p:nvPr/>
        </p:nvSpPr>
        <p:spPr>
          <a:xfrm>
            <a:off x="5680080" y="5812920"/>
            <a:ext cx="8938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Easy to gain fat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3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4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041" name="" descr=""/>
          <p:cNvPicPr/>
          <p:nvPr/>
        </p:nvPicPr>
        <p:blipFill>
          <a:blip r:embed="rId1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6042" name="" descr=""/>
          <p:cNvPicPr/>
          <p:nvPr/>
        </p:nvPicPr>
        <p:blipFill>
          <a:blip r:embed="rId2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6043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6044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6045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6046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47" name=""/>
          <p:cNvSpPr txBox="1"/>
          <p:nvPr/>
        </p:nvSpPr>
        <p:spPr>
          <a:xfrm>
            <a:off x="132120" y="741600"/>
            <a:ext cx="7369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Loose?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048" name="" descr=""/>
          <p:cNvPicPr/>
          <p:nvPr/>
        </p:nvPicPr>
        <p:blipFill>
          <a:blip r:embed="rId6"/>
          <a:stretch/>
        </p:blipFill>
        <p:spPr>
          <a:xfrm>
            <a:off x="595800" y="1502640"/>
            <a:ext cx="8713800" cy="3852360"/>
          </a:xfrm>
          <a:prstGeom prst="rect">
            <a:avLst/>
          </a:prstGeom>
          <a:ln w="0">
            <a:noFill/>
          </a:ln>
        </p:spPr>
      </p:pic>
      <p:sp>
        <p:nvSpPr>
          <p:cNvPr id="26049" name=""/>
          <p:cNvSpPr txBox="1"/>
          <p:nvPr/>
        </p:nvSpPr>
        <p:spPr>
          <a:xfrm>
            <a:off x="687240" y="1246680"/>
            <a:ext cx="23248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Maintained Muscle Mass but feel tired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5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5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052" name="" descr=""/>
          <p:cNvPicPr/>
          <p:nvPr/>
        </p:nvPicPr>
        <p:blipFill>
          <a:blip r:embed="rId1"/>
          <a:stretch/>
        </p:blipFill>
        <p:spPr>
          <a:xfrm>
            <a:off x="1108080" y="1377720"/>
            <a:ext cx="7452000" cy="3556800"/>
          </a:xfrm>
          <a:prstGeom prst="rect">
            <a:avLst/>
          </a:prstGeom>
          <a:ln w="0">
            <a:noFill/>
          </a:ln>
        </p:spPr>
      </p:pic>
      <p:pic>
        <p:nvPicPr>
          <p:cNvPr id="26053" name="" descr=""/>
          <p:cNvPicPr/>
          <p:nvPr/>
        </p:nvPicPr>
        <p:blipFill>
          <a:blip r:embed="rId2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6054" name="" descr=""/>
          <p:cNvPicPr/>
          <p:nvPr/>
        </p:nvPicPr>
        <p:blipFill>
          <a:blip r:embed="rId3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6055" name="" descr=""/>
          <p:cNvPicPr/>
          <p:nvPr/>
        </p:nvPicPr>
        <p:blipFill>
          <a:blip r:embed="rId4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6056" name="" descr=""/>
          <p:cNvPicPr/>
          <p:nvPr/>
        </p:nvPicPr>
        <p:blipFill>
          <a:blip r:embed="rId5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6057" name="" descr=""/>
          <p:cNvPicPr/>
          <p:nvPr/>
        </p:nvPicPr>
        <p:blipFill>
          <a:blip r:embed="rId6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6058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59" name=""/>
          <p:cNvSpPr/>
          <p:nvPr/>
        </p:nvSpPr>
        <p:spPr>
          <a:xfrm>
            <a:off x="1267200" y="1896480"/>
            <a:ext cx="3101400" cy="172440"/>
          </a:xfrm>
          <a:custGeom>
            <a:avLst/>
            <a:gdLst/>
            <a:ahLst/>
            <a:rect l="0" t="0" r="r" b="b"/>
            <a:pathLst>
              <a:path w="8615" h="479">
                <a:moveTo>
                  <a:pt x="0" y="479"/>
                </a:moveTo>
                <a:lnTo>
                  <a:pt x="8615" y="479"/>
                </a:lnTo>
                <a:lnTo>
                  <a:pt x="8615" y="0"/>
                </a:lnTo>
                <a:lnTo>
                  <a:pt x="0" y="0"/>
                </a:lnTo>
                <a:lnTo>
                  <a:pt x="0" y="479"/>
                </a:lnTo>
                <a:close/>
              </a:path>
            </a:pathLst>
          </a:custGeom>
          <a:noFill/>
          <a:ln w="28440">
            <a:solidFill>
              <a:srgbClr val="0070c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0" name=""/>
          <p:cNvSpPr/>
          <p:nvPr/>
        </p:nvSpPr>
        <p:spPr>
          <a:xfrm>
            <a:off x="3967560" y="3723840"/>
            <a:ext cx="401040" cy="643320"/>
          </a:xfrm>
          <a:custGeom>
            <a:avLst/>
            <a:gdLst/>
            <a:ahLst/>
            <a:rect l="0" t="0" r="r" b="b"/>
            <a:pathLst>
              <a:path w="1114" h="1787">
                <a:moveTo>
                  <a:pt x="0" y="1787"/>
                </a:moveTo>
                <a:lnTo>
                  <a:pt x="1114" y="1787"/>
                </a:lnTo>
                <a:lnTo>
                  <a:pt x="1114" y="0"/>
                </a:lnTo>
                <a:lnTo>
                  <a:pt x="0" y="0"/>
                </a:lnTo>
                <a:lnTo>
                  <a:pt x="0" y="1787"/>
                </a:lnTo>
                <a:close/>
              </a:path>
            </a:pathLst>
          </a:custGeom>
          <a:noFill/>
          <a:ln w="28440">
            <a:solidFill>
              <a:srgbClr val="0070c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1" name=""/>
          <p:cNvSpPr txBox="1"/>
          <p:nvPr/>
        </p:nvSpPr>
        <p:spPr>
          <a:xfrm>
            <a:off x="132120" y="741600"/>
            <a:ext cx="7369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Loose?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2" name=""/>
          <p:cNvSpPr/>
          <p:nvPr/>
        </p:nvSpPr>
        <p:spPr>
          <a:xfrm>
            <a:off x="5299560" y="1896480"/>
            <a:ext cx="3101760" cy="172440"/>
          </a:xfrm>
          <a:custGeom>
            <a:avLst/>
            <a:gdLst/>
            <a:ahLst/>
            <a:rect l="0" t="0" r="r" b="b"/>
            <a:pathLst>
              <a:path w="8616" h="479">
                <a:moveTo>
                  <a:pt x="0" y="479"/>
                </a:moveTo>
                <a:lnTo>
                  <a:pt x="8616" y="479"/>
                </a:lnTo>
                <a:lnTo>
                  <a:pt x="8616" y="0"/>
                </a:lnTo>
                <a:lnTo>
                  <a:pt x="0" y="0"/>
                </a:lnTo>
                <a:lnTo>
                  <a:pt x="0" y="479"/>
                </a:lnTo>
                <a:close/>
              </a:path>
            </a:pathLst>
          </a:custGeom>
          <a:noFill/>
          <a:ln w="28440">
            <a:solidFill>
              <a:srgbClr val="0070c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3" name=""/>
          <p:cNvSpPr/>
          <p:nvPr/>
        </p:nvSpPr>
        <p:spPr>
          <a:xfrm>
            <a:off x="8048880" y="3723840"/>
            <a:ext cx="399600" cy="643320"/>
          </a:xfrm>
          <a:custGeom>
            <a:avLst/>
            <a:gdLst/>
            <a:ahLst/>
            <a:rect l="0" t="0" r="r" b="b"/>
            <a:pathLst>
              <a:path w="1110" h="1787">
                <a:moveTo>
                  <a:pt x="0" y="1787"/>
                </a:moveTo>
                <a:lnTo>
                  <a:pt x="1110" y="1787"/>
                </a:lnTo>
                <a:lnTo>
                  <a:pt x="1110" y="0"/>
                </a:lnTo>
                <a:lnTo>
                  <a:pt x="0" y="0"/>
                </a:lnTo>
                <a:lnTo>
                  <a:pt x="0" y="1787"/>
                </a:lnTo>
                <a:close/>
              </a:path>
            </a:pathLst>
          </a:custGeom>
          <a:noFill/>
          <a:ln w="28440">
            <a:solidFill>
              <a:srgbClr val="0070c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4" name=""/>
          <p:cNvSpPr txBox="1"/>
          <p:nvPr/>
        </p:nvSpPr>
        <p:spPr>
          <a:xfrm>
            <a:off x="1198800" y="1179720"/>
            <a:ext cx="15080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Did I loose Muscle Mass?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5" name=""/>
          <p:cNvSpPr txBox="1"/>
          <p:nvPr/>
        </p:nvSpPr>
        <p:spPr>
          <a:xfrm>
            <a:off x="2195280" y="4955760"/>
            <a:ext cx="1084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Weight : 47.9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6" name=""/>
          <p:cNvSpPr txBox="1"/>
          <p:nvPr/>
        </p:nvSpPr>
        <p:spPr>
          <a:xfrm>
            <a:off x="2195280" y="5252760"/>
            <a:ext cx="9198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SMM: 20.1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7" name=""/>
          <p:cNvSpPr txBox="1"/>
          <p:nvPr/>
        </p:nvSpPr>
        <p:spPr>
          <a:xfrm>
            <a:off x="2195280" y="5550120"/>
            <a:ext cx="1148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Fat mass: 10.6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8" name=""/>
          <p:cNvSpPr txBox="1"/>
          <p:nvPr/>
        </p:nvSpPr>
        <p:spPr>
          <a:xfrm>
            <a:off x="2195280" y="5847120"/>
            <a:ext cx="1649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Total Body Water: 27.3 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69" name=""/>
          <p:cNvSpPr txBox="1"/>
          <p:nvPr/>
        </p:nvSpPr>
        <p:spPr>
          <a:xfrm>
            <a:off x="5988600" y="4955760"/>
            <a:ext cx="1084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Weight : 46.8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70" name=""/>
          <p:cNvSpPr txBox="1"/>
          <p:nvPr/>
        </p:nvSpPr>
        <p:spPr>
          <a:xfrm>
            <a:off x="5988600" y="5252760"/>
            <a:ext cx="9198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SMM: 19.6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71" name=""/>
          <p:cNvSpPr txBox="1"/>
          <p:nvPr/>
        </p:nvSpPr>
        <p:spPr>
          <a:xfrm>
            <a:off x="5988600" y="5550120"/>
            <a:ext cx="1148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Fat mass: 10.6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72" name=""/>
          <p:cNvSpPr/>
          <p:nvPr/>
        </p:nvSpPr>
        <p:spPr>
          <a:xfrm>
            <a:off x="4136760" y="5402520"/>
            <a:ext cx="1587600" cy="108360"/>
          </a:xfrm>
          <a:custGeom>
            <a:avLst/>
            <a:gdLst/>
            <a:ahLst/>
            <a:rect l="0" t="0" r="r" b="b"/>
            <a:pathLst>
              <a:path w="4410" h="301">
                <a:moveTo>
                  <a:pt x="0" y="123"/>
                </a:moveTo>
                <a:lnTo>
                  <a:pt x="4358" y="123"/>
                </a:lnTo>
                <a:lnTo>
                  <a:pt x="4358" y="177"/>
                </a:lnTo>
                <a:lnTo>
                  <a:pt x="0" y="177"/>
                </a:lnTo>
                <a:lnTo>
                  <a:pt x="0" y="123"/>
                </a:lnTo>
                <a:moveTo>
                  <a:pt x="4159" y="4"/>
                </a:moveTo>
                <a:lnTo>
                  <a:pt x="4410" y="151"/>
                </a:lnTo>
                <a:lnTo>
                  <a:pt x="4159" y="297"/>
                </a:lnTo>
                <a:cubicBezTo>
                  <a:pt x="4147" y="305"/>
                  <a:pt x="4130" y="301"/>
                  <a:pt x="4123" y="288"/>
                </a:cubicBezTo>
                <a:cubicBezTo>
                  <a:pt x="4116" y="275"/>
                  <a:pt x="4120" y="259"/>
                  <a:pt x="4133" y="251"/>
                </a:cubicBezTo>
                <a:lnTo>
                  <a:pt x="4344" y="127"/>
                </a:lnTo>
                <a:lnTo>
                  <a:pt x="4344" y="174"/>
                </a:lnTo>
                <a:lnTo>
                  <a:pt x="4133" y="49"/>
                </a:lnTo>
                <a:cubicBezTo>
                  <a:pt x="4120" y="42"/>
                  <a:pt x="4116" y="26"/>
                  <a:pt x="4123" y="13"/>
                </a:cubicBezTo>
                <a:cubicBezTo>
                  <a:pt x="4130" y="0"/>
                  <a:pt x="4147" y="-4"/>
                  <a:pt x="4159" y="4"/>
                </a:cubicBez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073" name=""/>
          <p:cNvSpPr txBox="1"/>
          <p:nvPr/>
        </p:nvSpPr>
        <p:spPr>
          <a:xfrm>
            <a:off x="5988600" y="5847120"/>
            <a:ext cx="1649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Total Body Water: 26.5 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74" name=""/>
          <p:cNvSpPr txBox="1"/>
          <p:nvPr/>
        </p:nvSpPr>
        <p:spPr>
          <a:xfrm>
            <a:off x="4400640" y="5194080"/>
            <a:ext cx="9241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1 month after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75" name=""/>
          <p:cNvSpPr txBox="1"/>
          <p:nvPr/>
        </p:nvSpPr>
        <p:spPr>
          <a:xfrm>
            <a:off x="4369680" y="5584320"/>
            <a:ext cx="9943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SMM - 0.5 kg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76" name=""/>
          <p:cNvSpPr txBox="1"/>
          <p:nvPr/>
        </p:nvSpPr>
        <p:spPr>
          <a:xfrm>
            <a:off x="4369680" y="5807520"/>
            <a:ext cx="8542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TBW - 0.8 L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7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7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079" name="" descr=""/>
          <p:cNvPicPr/>
          <p:nvPr/>
        </p:nvPicPr>
        <p:blipFill>
          <a:blip r:embed="rId1"/>
          <a:stretch/>
        </p:blipFill>
        <p:spPr>
          <a:xfrm>
            <a:off x="9038880" y="624960"/>
            <a:ext cx="444600" cy="417240"/>
          </a:xfrm>
          <a:prstGeom prst="rect">
            <a:avLst/>
          </a:prstGeom>
          <a:ln w="0">
            <a:noFill/>
          </a:ln>
        </p:spPr>
      </p:pic>
      <p:pic>
        <p:nvPicPr>
          <p:cNvPr id="26080" name="" descr=""/>
          <p:cNvPicPr/>
          <p:nvPr/>
        </p:nvPicPr>
        <p:blipFill>
          <a:blip r:embed="rId2"/>
          <a:stretch/>
        </p:blipFill>
        <p:spPr>
          <a:xfrm>
            <a:off x="9064800" y="650880"/>
            <a:ext cx="342720" cy="315000"/>
          </a:xfrm>
          <a:prstGeom prst="rect">
            <a:avLst/>
          </a:prstGeom>
          <a:ln w="0">
            <a:noFill/>
          </a:ln>
        </p:spPr>
      </p:pic>
      <p:pic>
        <p:nvPicPr>
          <p:cNvPr id="26081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6082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6083" name="" descr=""/>
          <p:cNvPicPr/>
          <p:nvPr/>
        </p:nvPicPr>
        <p:blipFill>
          <a:blip r:embed="rId5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sp>
        <p:nvSpPr>
          <p:cNvPr id="26084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085" name="" descr=""/>
          <p:cNvPicPr/>
          <p:nvPr/>
        </p:nvPicPr>
        <p:blipFill>
          <a:blip r:embed="rId6"/>
          <a:stretch/>
        </p:blipFill>
        <p:spPr>
          <a:xfrm>
            <a:off x="73080" y="1018080"/>
            <a:ext cx="3570480" cy="5053680"/>
          </a:xfrm>
          <a:prstGeom prst="rect">
            <a:avLst/>
          </a:prstGeom>
          <a:ln w="0">
            <a:noFill/>
          </a:ln>
        </p:spPr>
      </p:pic>
      <p:sp>
        <p:nvSpPr>
          <p:cNvPr id="26086" name=""/>
          <p:cNvSpPr txBox="1"/>
          <p:nvPr/>
        </p:nvSpPr>
        <p:spPr>
          <a:xfrm>
            <a:off x="132120" y="741600"/>
            <a:ext cx="7369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Muscle Loose?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87" name=""/>
          <p:cNvSpPr txBox="1"/>
          <p:nvPr/>
        </p:nvSpPr>
        <p:spPr>
          <a:xfrm>
            <a:off x="4550760" y="1060200"/>
            <a:ext cx="27547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Muscle monitoring with InBody 270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88" name=""/>
          <p:cNvSpPr txBox="1"/>
          <p:nvPr/>
        </p:nvSpPr>
        <p:spPr>
          <a:xfrm>
            <a:off x="3879360" y="4065480"/>
            <a:ext cx="1084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Weight : 56.8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89" name=""/>
          <p:cNvSpPr txBox="1"/>
          <p:nvPr/>
        </p:nvSpPr>
        <p:spPr>
          <a:xfrm>
            <a:off x="3879360" y="4362480"/>
            <a:ext cx="9198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SMM: 20.9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0" name=""/>
          <p:cNvSpPr txBox="1"/>
          <p:nvPr/>
        </p:nvSpPr>
        <p:spPr>
          <a:xfrm>
            <a:off x="3879360" y="4660200"/>
            <a:ext cx="1148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Fat mass: 17.9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1" name=""/>
          <p:cNvSpPr txBox="1"/>
          <p:nvPr/>
        </p:nvSpPr>
        <p:spPr>
          <a:xfrm>
            <a:off x="3879360" y="4957200"/>
            <a:ext cx="1649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Total Body Water: 28.4 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2" name=""/>
          <p:cNvSpPr txBox="1"/>
          <p:nvPr/>
        </p:nvSpPr>
        <p:spPr>
          <a:xfrm>
            <a:off x="7671960" y="4089960"/>
            <a:ext cx="1084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Weight : 58.0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3" name=""/>
          <p:cNvSpPr txBox="1"/>
          <p:nvPr/>
        </p:nvSpPr>
        <p:spPr>
          <a:xfrm>
            <a:off x="7671960" y="4386960"/>
            <a:ext cx="9198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SMM: 21.3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4" name=""/>
          <p:cNvSpPr txBox="1"/>
          <p:nvPr/>
        </p:nvSpPr>
        <p:spPr>
          <a:xfrm>
            <a:off x="7671960" y="4684320"/>
            <a:ext cx="1148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Fat mass: 18.2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5" name=""/>
          <p:cNvSpPr/>
          <p:nvPr/>
        </p:nvSpPr>
        <p:spPr>
          <a:xfrm>
            <a:off x="5819040" y="4512600"/>
            <a:ext cx="1587960" cy="108360"/>
          </a:xfrm>
          <a:custGeom>
            <a:avLst/>
            <a:gdLst/>
            <a:ahLst/>
            <a:rect l="0" t="0" r="r" b="b"/>
            <a:pathLst>
              <a:path w="4411" h="301">
                <a:moveTo>
                  <a:pt x="0" y="123"/>
                </a:moveTo>
                <a:lnTo>
                  <a:pt x="4358" y="123"/>
                </a:lnTo>
                <a:lnTo>
                  <a:pt x="4358" y="176"/>
                </a:lnTo>
                <a:lnTo>
                  <a:pt x="0" y="176"/>
                </a:lnTo>
                <a:lnTo>
                  <a:pt x="0" y="123"/>
                </a:lnTo>
                <a:moveTo>
                  <a:pt x="4160" y="3"/>
                </a:moveTo>
                <a:lnTo>
                  <a:pt x="4411" y="150"/>
                </a:lnTo>
                <a:lnTo>
                  <a:pt x="4160" y="297"/>
                </a:lnTo>
                <a:cubicBezTo>
                  <a:pt x="4147" y="304"/>
                  <a:pt x="4131" y="300"/>
                  <a:pt x="4124" y="288"/>
                </a:cubicBezTo>
                <a:cubicBezTo>
                  <a:pt x="4116" y="275"/>
                  <a:pt x="4121" y="259"/>
                  <a:pt x="4133" y="251"/>
                </a:cubicBezTo>
                <a:lnTo>
                  <a:pt x="4345" y="127"/>
                </a:lnTo>
                <a:lnTo>
                  <a:pt x="4345" y="173"/>
                </a:lnTo>
                <a:lnTo>
                  <a:pt x="4133" y="49"/>
                </a:lnTo>
                <a:cubicBezTo>
                  <a:pt x="4121" y="42"/>
                  <a:pt x="4116" y="26"/>
                  <a:pt x="4124" y="13"/>
                </a:cubicBezTo>
                <a:cubicBezTo>
                  <a:pt x="4131" y="0"/>
                  <a:pt x="4147" y="-4"/>
                  <a:pt x="4160" y="3"/>
                </a:cubicBez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096" name=""/>
          <p:cNvSpPr txBox="1"/>
          <p:nvPr/>
        </p:nvSpPr>
        <p:spPr>
          <a:xfrm>
            <a:off x="7671960" y="4981320"/>
            <a:ext cx="1649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Total Body Water: 29.1 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7" name=""/>
          <p:cNvSpPr txBox="1"/>
          <p:nvPr/>
        </p:nvSpPr>
        <p:spPr>
          <a:xfrm>
            <a:off x="3879360" y="1814040"/>
            <a:ext cx="1084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Weight : 47.9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8" name=""/>
          <p:cNvSpPr txBox="1"/>
          <p:nvPr/>
        </p:nvSpPr>
        <p:spPr>
          <a:xfrm>
            <a:off x="3879360" y="2111400"/>
            <a:ext cx="9198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SMM: 20.1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099" name=""/>
          <p:cNvSpPr txBox="1"/>
          <p:nvPr/>
        </p:nvSpPr>
        <p:spPr>
          <a:xfrm>
            <a:off x="3879360" y="2408400"/>
            <a:ext cx="1148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Fat mass: 10.6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0" name=""/>
          <p:cNvSpPr txBox="1"/>
          <p:nvPr/>
        </p:nvSpPr>
        <p:spPr>
          <a:xfrm>
            <a:off x="3879360" y="2705760"/>
            <a:ext cx="1649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Total Body Water: 27.3 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1" name=""/>
          <p:cNvSpPr txBox="1"/>
          <p:nvPr/>
        </p:nvSpPr>
        <p:spPr>
          <a:xfrm>
            <a:off x="7671960" y="1814040"/>
            <a:ext cx="1084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Weight : 46.8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2" name=""/>
          <p:cNvSpPr txBox="1"/>
          <p:nvPr/>
        </p:nvSpPr>
        <p:spPr>
          <a:xfrm>
            <a:off x="7671960" y="2111400"/>
            <a:ext cx="9198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SMM: 19.6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3" name=""/>
          <p:cNvSpPr txBox="1"/>
          <p:nvPr/>
        </p:nvSpPr>
        <p:spPr>
          <a:xfrm>
            <a:off x="7671960" y="2408400"/>
            <a:ext cx="1148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Fat mass: 10.6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4" name=""/>
          <p:cNvSpPr/>
          <p:nvPr/>
        </p:nvSpPr>
        <p:spPr>
          <a:xfrm>
            <a:off x="5819040" y="2261520"/>
            <a:ext cx="1587960" cy="108360"/>
          </a:xfrm>
          <a:custGeom>
            <a:avLst/>
            <a:gdLst/>
            <a:ahLst/>
            <a:rect l="0" t="0" r="r" b="b"/>
            <a:pathLst>
              <a:path w="4411" h="301">
                <a:moveTo>
                  <a:pt x="0" y="124"/>
                </a:moveTo>
                <a:lnTo>
                  <a:pt x="4358" y="124"/>
                </a:lnTo>
                <a:lnTo>
                  <a:pt x="4358" y="178"/>
                </a:lnTo>
                <a:lnTo>
                  <a:pt x="0" y="178"/>
                </a:lnTo>
                <a:lnTo>
                  <a:pt x="0" y="124"/>
                </a:lnTo>
                <a:moveTo>
                  <a:pt x="4160" y="4"/>
                </a:moveTo>
                <a:lnTo>
                  <a:pt x="4411" y="150"/>
                </a:lnTo>
                <a:lnTo>
                  <a:pt x="4160" y="297"/>
                </a:lnTo>
                <a:cubicBezTo>
                  <a:pt x="4147" y="305"/>
                  <a:pt x="4131" y="301"/>
                  <a:pt x="4124" y="288"/>
                </a:cubicBezTo>
                <a:cubicBezTo>
                  <a:pt x="4116" y="275"/>
                  <a:pt x="4121" y="259"/>
                  <a:pt x="4133" y="252"/>
                </a:cubicBezTo>
                <a:lnTo>
                  <a:pt x="4345" y="127"/>
                </a:lnTo>
                <a:lnTo>
                  <a:pt x="4345" y="174"/>
                </a:lnTo>
                <a:lnTo>
                  <a:pt x="4133" y="50"/>
                </a:lnTo>
                <a:cubicBezTo>
                  <a:pt x="4121" y="42"/>
                  <a:pt x="4116" y="26"/>
                  <a:pt x="4124" y="13"/>
                </a:cubicBezTo>
                <a:cubicBezTo>
                  <a:pt x="4131" y="0"/>
                  <a:pt x="4147" y="-4"/>
                  <a:pt x="4160" y="4"/>
                </a:cubicBez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05" name=""/>
          <p:cNvSpPr txBox="1"/>
          <p:nvPr/>
        </p:nvSpPr>
        <p:spPr>
          <a:xfrm>
            <a:off x="7671960" y="2705760"/>
            <a:ext cx="1649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Total Body Water: 26.5 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6" name=""/>
          <p:cNvSpPr txBox="1"/>
          <p:nvPr/>
        </p:nvSpPr>
        <p:spPr>
          <a:xfrm>
            <a:off x="6084360" y="2052360"/>
            <a:ext cx="9241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1 month after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7" name=""/>
          <p:cNvSpPr txBox="1"/>
          <p:nvPr/>
        </p:nvSpPr>
        <p:spPr>
          <a:xfrm>
            <a:off x="6053760" y="2442960"/>
            <a:ext cx="9943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SMM - 0.5 kg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8" name=""/>
          <p:cNvSpPr/>
          <p:nvPr/>
        </p:nvSpPr>
        <p:spPr>
          <a:xfrm>
            <a:off x="5030640" y="3008160"/>
            <a:ext cx="3424680" cy="768600"/>
          </a:xfrm>
          <a:custGeom>
            <a:avLst/>
            <a:gdLst/>
            <a:ahLst/>
            <a:rect l="0" t="0" r="r" b="b"/>
            <a:pathLst>
              <a:path w="9513" h="2135">
                <a:moveTo>
                  <a:pt x="0" y="2135"/>
                </a:moveTo>
                <a:lnTo>
                  <a:pt x="9513" y="2135"/>
                </a:lnTo>
                <a:lnTo>
                  <a:pt x="9513" y="0"/>
                </a:lnTo>
                <a:lnTo>
                  <a:pt x="0" y="0"/>
                </a:lnTo>
                <a:lnTo>
                  <a:pt x="0" y="2135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09" name=""/>
          <p:cNvSpPr/>
          <p:nvPr/>
        </p:nvSpPr>
        <p:spPr>
          <a:xfrm>
            <a:off x="5123520" y="3102480"/>
            <a:ext cx="2359440" cy="127800"/>
          </a:xfrm>
          <a:custGeom>
            <a:avLst/>
            <a:gdLst/>
            <a:ahLst/>
            <a:rect l="0" t="0" r="r" b="b"/>
            <a:pathLst>
              <a:path w="6554" h="355">
                <a:moveTo>
                  <a:pt x="6006" y="241"/>
                </a:moveTo>
                <a:cubicBezTo>
                  <a:pt x="5994" y="241"/>
                  <a:pt x="5984" y="242"/>
                  <a:pt x="5976" y="244"/>
                </a:cubicBezTo>
                <a:cubicBezTo>
                  <a:pt x="5968" y="246"/>
                  <a:pt x="5961" y="249"/>
                  <a:pt x="5955" y="252"/>
                </a:cubicBezTo>
                <a:cubicBezTo>
                  <a:pt x="5950" y="256"/>
                  <a:pt x="5946" y="261"/>
                  <a:pt x="5943" y="266"/>
                </a:cubicBezTo>
                <a:cubicBezTo>
                  <a:pt x="5940" y="271"/>
                  <a:pt x="5939" y="277"/>
                  <a:pt x="5939" y="284"/>
                </a:cubicBezTo>
                <a:cubicBezTo>
                  <a:pt x="5939" y="296"/>
                  <a:pt x="5943" y="306"/>
                  <a:pt x="5950" y="312"/>
                </a:cubicBezTo>
                <a:cubicBezTo>
                  <a:pt x="5958" y="319"/>
                  <a:pt x="5968" y="323"/>
                  <a:pt x="5982" y="323"/>
                </a:cubicBezTo>
                <a:cubicBezTo>
                  <a:pt x="5993" y="323"/>
                  <a:pt x="6003" y="320"/>
                  <a:pt x="6012" y="314"/>
                </a:cubicBezTo>
                <a:cubicBezTo>
                  <a:pt x="6021" y="309"/>
                  <a:pt x="6031" y="301"/>
                  <a:pt x="6042" y="289"/>
                </a:cubicBezTo>
                <a:lnTo>
                  <a:pt x="6042" y="241"/>
                </a:lnTo>
                <a:lnTo>
                  <a:pt x="6006" y="241"/>
                </a:lnTo>
                <a:moveTo>
                  <a:pt x="2412" y="241"/>
                </a:moveTo>
                <a:cubicBezTo>
                  <a:pt x="2400" y="241"/>
                  <a:pt x="2390" y="242"/>
                  <a:pt x="2382" y="244"/>
                </a:cubicBezTo>
                <a:cubicBezTo>
                  <a:pt x="2374" y="246"/>
                  <a:pt x="2367" y="249"/>
                  <a:pt x="2361" y="252"/>
                </a:cubicBezTo>
                <a:cubicBezTo>
                  <a:pt x="2355" y="256"/>
                  <a:pt x="2352" y="261"/>
                  <a:pt x="2349" y="266"/>
                </a:cubicBezTo>
                <a:cubicBezTo>
                  <a:pt x="2346" y="271"/>
                  <a:pt x="2345" y="277"/>
                  <a:pt x="2345" y="284"/>
                </a:cubicBezTo>
                <a:cubicBezTo>
                  <a:pt x="2345" y="296"/>
                  <a:pt x="2349" y="306"/>
                  <a:pt x="2356" y="312"/>
                </a:cubicBezTo>
                <a:cubicBezTo>
                  <a:pt x="2364" y="319"/>
                  <a:pt x="2374" y="323"/>
                  <a:pt x="2388" y="323"/>
                </a:cubicBezTo>
                <a:cubicBezTo>
                  <a:pt x="2398" y="323"/>
                  <a:pt x="2409" y="320"/>
                  <a:pt x="2418" y="314"/>
                </a:cubicBezTo>
                <a:cubicBezTo>
                  <a:pt x="2427" y="309"/>
                  <a:pt x="2437" y="301"/>
                  <a:pt x="2447" y="289"/>
                </a:cubicBezTo>
                <a:lnTo>
                  <a:pt x="2447" y="241"/>
                </a:lnTo>
                <a:lnTo>
                  <a:pt x="2412" y="241"/>
                </a:lnTo>
                <a:moveTo>
                  <a:pt x="333" y="200"/>
                </a:moveTo>
                <a:lnTo>
                  <a:pt x="333" y="315"/>
                </a:lnTo>
                <a:lnTo>
                  <a:pt x="395" y="315"/>
                </a:lnTo>
                <a:cubicBezTo>
                  <a:pt x="406" y="315"/>
                  <a:pt x="414" y="314"/>
                  <a:pt x="422" y="311"/>
                </a:cubicBezTo>
                <a:cubicBezTo>
                  <a:pt x="429" y="309"/>
                  <a:pt x="435" y="306"/>
                  <a:pt x="441" y="301"/>
                </a:cubicBezTo>
                <a:cubicBezTo>
                  <a:pt x="447" y="296"/>
                  <a:pt x="451" y="290"/>
                  <a:pt x="454" y="284"/>
                </a:cubicBezTo>
                <a:cubicBezTo>
                  <a:pt x="458" y="277"/>
                  <a:pt x="459" y="269"/>
                  <a:pt x="459" y="260"/>
                </a:cubicBezTo>
                <a:cubicBezTo>
                  <a:pt x="459" y="250"/>
                  <a:pt x="458" y="241"/>
                  <a:pt x="454" y="234"/>
                </a:cubicBezTo>
                <a:cubicBezTo>
                  <a:pt x="451" y="227"/>
                  <a:pt x="447" y="220"/>
                  <a:pt x="441" y="215"/>
                </a:cubicBezTo>
                <a:cubicBezTo>
                  <a:pt x="435" y="210"/>
                  <a:pt x="427" y="207"/>
                  <a:pt x="418" y="204"/>
                </a:cubicBezTo>
                <a:cubicBezTo>
                  <a:pt x="410" y="201"/>
                  <a:pt x="398" y="200"/>
                  <a:pt x="384" y="200"/>
                </a:cubicBezTo>
                <a:lnTo>
                  <a:pt x="333" y="200"/>
                </a:lnTo>
                <a:moveTo>
                  <a:pt x="4818" y="142"/>
                </a:moveTo>
                <a:cubicBezTo>
                  <a:pt x="4807" y="142"/>
                  <a:pt x="4798" y="144"/>
                  <a:pt x="4791" y="149"/>
                </a:cubicBezTo>
                <a:cubicBezTo>
                  <a:pt x="4783" y="155"/>
                  <a:pt x="4777" y="161"/>
                  <a:pt x="4773" y="169"/>
                </a:cubicBezTo>
                <a:cubicBezTo>
                  <a:pt x="4768" y="178"/>
                  <a:pt x="4765" y="187"/>
                  <a:pt x="4763" y="197"/>
                </a:cubicBezTo>
                <a:cubicBezTo>
                  <a:pt x="4761" y="208"/>
                  <a:pt x="4760" y="219"/>
                  <a:pt x="4760" y="229"/>
                </a:cubicBezTo>
                <a:cubicBezTo>
                  <a:pt x="4760" y="241"/>
                  <a:pt x="4760" y="252"/>
                  <a:pt x="4762" y="263"/>
                </a:cubicBezTo>
                <a:cubicBezTo>
                  <a:pt x="4764" y="274"/>
                  <a:pt x="4767" y="283"/>
                  <a:pt x="4771" y="292"/>
                </a:cubicBezTo>
                <a:cubicBezTo>
                  <a:pt x="4776" y="300"/>
                  <a:pt x="4781" y="307"/>
                  <a:pt x="4789" y="312"/>
                </a:cubicBezTo>
                <a:cubicBezTo>
                  <a:pt x="4796" y="317"/>
                  <a:pt x="4805" y="320"/>
                  <a:pt x="4816" y="320"/>
                </a:cubicBezTo>
                <a:cubicBezTo>
                  <a:pt x="4822" y="320"/>
                  <a:pt x="4827" y="319"/>
                  <a:pt x="4832" y="318"/>
                </a:cubicBezTo>
                <a:cubicBezTo>
                  <a:pt x="4837" y="316"/>
                  <a:pt x="4842" y="314"/>
                  <a:pt x="4848" y="310"/>
                </a:cubicBezTo>
                <a:cubicBezTo>
                  <a:pt x="4853" y="307"/>
                  <a:pt x="4859" y="302"/>
                  <a:pt x="4865" y="296"/>
                </a:cubicBezTo>
                <a:cubicBezTo>
                  <a:pt x="4871" y="291"/>
                  <a:pt x="4877" y="284"/>
                  <a:pt x="4883" y="276"/>
                </a:cubicBezTo>
                <a:lnTo>
                  <a:pt x="4883" y="185"/>
                </a:lnTo>
                <a:cubicBezTo>
                  <a:pt x="4872" y="171"/>
                  <a:pt x="4861" y="160"/>
                  <a:pt x="4851" y="153"/>
                </a:cubicBezTo>
                <a:cubicBezTo>
                  <a:pt x="4840" y="145"/>
                  <a:pt x="4829" y="142"/>
                  <a:pt x="4818" y="142"/>
                </a:cubicBezTo>
                <a:moveTo>
                  <a:pt x="1223" y="142"/>
                </a:moveTo>
                <a:cubicBezTo>
                  <a:pt x="1212" y="142"/>
                  <a:pt x="1203" y="144"/>
                  <a:pt x="1196" y="149"/>
                </a:cubicBezTo>
                <a:cubicBezTo>
                  <a:pt x="1188" y="155"/>
                  <a:pt x="1182" y="161"/>
                  <a:pt x="1178" y="169"/>
                </a:cubicBezTo>
                <a:cubicBezTo>
                  <a:pt x="1173" y="178"/>
                  <a:pt x="1170" y="187"/>
                  <a:pt x="1168" y="197"/>
                </a:cubicBezTo>
                <a:cubicBezTo>
                  <a:pt x="1166" y="208"/>
                  <a:pt x="1164" y="219"/>
                  <a:pt x="1164" y="229"/>
                </a:cubicBezTo>
                <a:cubicBezTo>
                  <a:pt x="1164" y="241"/>
                  <a:pt x="1165" y="252"/>
                  <a:pt x="1167" y="263"/>
                </a:cubicBezTo>
                <a:cubicBezTo>
                  <a:pt x="1169" y="274"/>
                  <a:pt x="1172" y="283"/>
                  <a:pt x="1176" y="292"/>
                </a:cubicBezTo>
                <a:cubicBezTo>
                  <a:pt x="1181" y="300"/>
                  <a:pt x="1186" y="307"/>
                  <a:pt x="1194" y="312"/>
                </a:cubicBezTo>
                <a:cubicBezTo>
                  <a:pt x="1201" y="317"/>
                  <a:pt x="1210" y="320"/>
                  <a:pt x="1221" y="320"/>
                </a:cubicBezTo>
                <a:cubicBezTo>
                  <a:pt x="1227" y="320"/>
                  <a:pt x="1232" y="319"/>
                  <a:pt x="1237" y="318"/>
                </a:cubicBezTo>
                <a:cubicBezTo>
                  <a:pt x="1242" y="316"/>
                  <a:pt x="1247" y="314"/>
                  <a:pt x="1253" y="310"/>
                </a:cubicBezTo>
                <a:cubicBezTo>
                  <a:pt x="1258" y="307"/>
                  <a:pt x="1264" y="302"/>
                  <a:pt x="1270" y="296"/>
                </a:cubicBezTo>
                <a:cubicBezTo>
                  <a:pt x="1276" y="291"/>
                  <a:pt x="1282" y="284"/>
                  <a:pt x="1288" y="276"/>
                </a:cubicBezTo>
                <a:lnTo>
                  <a:pt x="1288" y="185"/>
                </a:lnTo>
                <a:cubicBezTo>
                  <a:pt x="1277" y="171"/>
                  <a:pt x="1266" y="160"/>
                  <a:pt x="1256" y="153"/>
                </a:cubicBezTo>
                <a:cubicBezTo>
                  <a:pt x="1245" y="145"/>
                  <a:pt x="1234" y="142"/>
                  <a:pt x="1223" y="142"/>
                </a:cubicBezTo>
                <a:moveTo>
                  <a:pt x="6452" y="138"/>
                </a:moveTo>
                <a:cubicBezTo>
                  <a:pt x="6442" y="138"/>
                  <a:pt x="6433" y="141"/>
                  <a:pt x="6425" y="144"/>
                </a:cubicBezTo>
                <a:cubicBezTo>
                  <a:pt x="6417" y="148"/>
                  <a:pt x="6411" y="153"/>
                  <a:pt x="6406" y="160"/>
                </a:cubicBezTo>
                <a:cubicBezTo>
                  <a:pt x="6400" y="166"/>
                  <a:pt x="6396" y="174"/>
                  <a:pt x="6393" y="182"/>
                </a:cubicBezTo>
                <a:cubicBezTo>
                  <a:pt x="6390" y="191"/>
                  <a:pt x="6389" y="199"/>
                  <a:pt x="6389" y="209"/>
                </a:cubicBezTo>
                <a:lnTo>
                  <a:pt x="6513" y="209"/>
                </a:lnTo>
                <a:cubicBezTo>
                  <a:pt x="6513" y="187"/>
                  <a:pt x="6508" y="170"/>
                  <a:pt x="6498" y="157"/>
                </a:cubicBezTo>
                <a:cubicBezTo>
                  <a:pt x="6487" y="145"/>
                  <a:pt x="6472" y="138"/>
                  <a:pt x="6452" y="138"/>
                </a:cubicBezTo>
                <a:moveTo>
                  <a:pt x="5745" y="138"/>
                </a:moveTo>
                <a:cubicBezTo>
                  <a:pt x="5735" y="138"/>
                  <a:pt x="5726" y="141"/>
                  <a:pt x="5718" y="144"/>
                </a:cubicBezTo>
                <a:cubicBezTo>
                  <a:pt x="5710" y="148"/>
                  <a:pt x="5704" y="153"/>
                  <a:pt x="5699" y="160"/>
                </a:cubicBezTo>
                <a:cubicBezTo>
                  <a:pt x="5693" y="166"/>
                  <a:pt x="5689" y="174"/>
                  <a:pt x="5686" y="182"/>
                </a:cubicBezTo>
                <a:cubicBezTo>
                  <a:pt x="5684" y="191"/>
                  <a:pt x="5682" y="199"/>
                  <a:pt x="5682" y="209"/>
                </a:cubicBezTo>
                <a:lnTo>
                  <a:pt x="5806" y="209"/>
                </a:lnTo>
                <a:cubicBezTo>
                  <a:pt x="5806" y="187"/>
                  <a:pt x="5801" y="170"/>
                  <a:pt x="5791" y="157"/>
                </a:cubicBezTo>
                <a:cubicBezTo>
                  <a:pt x="5781" y="145"/>
                  <a:pt x="5765" y="138"/>
                  <a:pt x="5745" y="138"/>
                </a:cubicBezTo>
                <a:moveTo>
                  <a:pt x="5093" y="138"/>
                </a:moveTo>
                <a:cubicBezTo>
                  <a:pt x="5083" y="138"/>
                  <a:pt x="5074" y="141"/>
                  <a:pt x="5066" y="144"/>
                </a:cubicBezTo>
                <a:cubicBezTo>
                  <a:pt x="5058" y="148"/>
                  <a:pt x="5052" y="153"/>
                  <a:pt x="5047" y="160"/>
                </a:cubicBezTo>
                <a:cubicBezTo>
                  <a:pt x="5041" y="166"/>
                  <a:pt x="5037" y="174"/>
                  <a:pt x="5034" y="182"/>
                </a:cubicBezTo>
                <a:cubicBezTo>
                  <a:pt x="5032" y="191"/>
                  <a:pt x="5030" y="199"/>
                  <a:pt x="5030" y="209"/>
                </a:cubicBezTo>
                <a:lnTo>
                  <a:pt x="5154" y="209"/>
                </a:lnTo>
                <a:cubicBezTo>
                  <a:pt x="5154" y="187"/>
                  <a:pt x="5149" y="170"/>
                  <a:pt x="5139" y="157"/>
                </a:cubicBezTo>
                <a:cubicBezTo>
                  <a:pt x="5129" y="145"/>
                  <a:pt x="5113" y="138"/>
                  <a:pt x="5093" y="138"/>
                </a:cubicBezTo>
                <a:moveTo>
                  <a:pt x="2858" y="138"/>
                </a:moveTo>
                <a:cubicBezTo>
                  <a:pt x="2848" y="138"/>
                  <a:pt x="2839" y="141"/>
                  <a:pt x="2831" y="144"/>
                </a:cubicBezTo>
                <a:cubicBezTo>
                  <a:pt x="2823" y="148"/>
                  <a:pt x="2817" y="153"/>
                  <a:pt x="2812" y="160"/>
                </a:cubicBezTo>
                <a:cubicBezTo>
                  <a:pt x="2806" y="166"/>
                  <a:pt x="2802" y="174"/>
                  <a:pt x="2799" y="182"/>
                </a:cubicBezTo>
                <a:cubicBezTo>
                  <a:pt x="2796" y="191"/>
                  <a:pt x="2795" y="199"/>
                  <a:pt x="2795" y="209"/>
                </a:cubicBezTo>
                <a:lnTo>
                  <a:pt x="2918" y="209"/>
                </a:lnTo>
                <a:cubicBezTo>
                  <a:pt x="2919" y="187"/>
                  <a:pt x="2914" y="170"/>
                  <a:pt x="2904" y="157"/>
                </a:cubicBezTo>
                <a:cubicBezTo>
                  <a:pt x="2893" y="145"/>
                  <a:pt x="2878" y="138"/>
                  <a:pt x="2858" y="138"/>
                </a:cubicBezTo>
                <a:moveTo>
                  <a:pt x="2151" y="138"/>
                </a:moveTo>
                <a:cubicBezTo>
                  <a:pt x="2140" y="138"/>
                  <a:pt x="2131" y="141"/>
                  <a:pt x="2123" y="144"/>
                </a:cubicBezTo>
                <a:cubicBezTo>
                  <a:pt x="2115" y="148"/>
                  <a:pt x="2109" y="153"/>
                  <a:pt x="2104" y="160"/>
                </a:cubicBezTo>
                <a:cubicBezTo>
                  <a:pt x="2098" y="166"/>
                  <a:pt x="2094" y="174"/>
                  <a:pt x="2091" y="182"/>
                </a:cubicBezTo>
                <a:cubicBezTo>
                  <a:pt x="2088" y="191"/>
                  <a:pt x="2087" y="199"/>
                  <a:pt x="2087" y="209"/>
                </a:cubicBezTo>
                <a:lnTo>
                  <a:pt x="2211" y="209"/>
                </a:lnTo>
                <a:cubicBezTo>
                  <a:pt x="2212" y="187"/>
                  <a:pt x="2207" y="170"/>
                  <a:pt x="2197" y="157"/>
                </a:cubicBezTo>
                <a:cubicBezTo>
                  <a:pt x="2186" y="145"/>
                  <a:pt x="2171" y="138"/>
                  <a:pt x="2151" y="138"/>
                </a:cubicBezTo>
                <a:moveTo>
                  <a:pt x="1498" y="138"/>
                </a:moveTo>
                <a:cubicBezTo>
                  <a:pt x="1488" y="138"/>
                  <a:pt x="1479" y="141"/>
                  <a:pt x="1471" y="144"/>
                </a:cubicBezTo>
                <a:cubicBezTo>
                  <a:pt x="1463" y="148"/>
                  <a:pt x="1457" y="153"/>
                  <a:pt x="1452" y="160"/>
                </a:cubicBezTo>
                <a:cubicBezTo>
                  <a:pt x="1446" y="166"/>
                  <a:pt x="1442" y="174"/>
                  <a:pt x="1439" y="182"/>
                </a:cubicBezTo>
                <a:cubicBezTo>
                  <a:pt x="1436" y="191"/>
                  <a:pt x="1435" y="199"/>
                  <a:pt x="1435" y="209"/>
                </a:cubicBezTo>
                <a:lnTo>
                  <a:pt x="1559" y="209"/>
                </a:lnTo>
                <a:cubicBezTo>
                  <a:pt x="1559" y="187"/>
                  <a:pt x="1554" y="170"/>
                  <a:pt x="1544" y="157"/>
                </a:cubicBezTo>
                <a:cubicBezTo>
                  <a:pt x="1533" y="145"/>
                  <a:pt x="1518" y="138"/>
                  <a:pt x="1498" y="138"/>
                </a:cubicBezTo>
                <a:moveTo>
                  <a:pt x="5350" y="106"/>
                </a:moveTo>
                <a:cubicBezTo>
                  <a:pt x="5357" y="106"/>
                  <a:pt x="5364" y="107"/>
                  <a:pt x="5371" y="108"/>
                </a:cubicBezTo>
                <a:cubicBezTo>
                  <a:pt x="5378" y="110"/>
                  <a:pt x="5384" y="112"/>
                  <a:pt x="5390" y="114"/>
                </a:cubicBezTo>
                <a:cubicBezTo>
                  <a:pt x="5396" y="116"/>
                  <a:pt x="5401" y="118"/>
                  <a:pt x="5405" y="121"/>
                </a:cubicBezTo>
                <a:cubicBezTo>
                  <a:pt x="5409" y="124"/>
                  <a:pt x="5413" y="126"/>
                  <a:pt x="5415" y="129"/>
                </a:cubicBezTo>
                <a:cubicBezTo>
                  <a:pt x="5417" y="131"/>
                  <a:pt x="5418" y="132"/>
                  <a:pt x="5419" y="133"/>
                </a:cubicBezTo>
                <a:cubicBezTo>
                  <a:pt x="5420" y="135"/>
                  <a:pt x="5420" y="136"/>
                  <a:pt x="5421" y="137"/>
                </a:cubicBezTo>
                <a:cubicBezTo>
                  <a:pt x="5421" y="139"/>
                  <a:pt x="5422" y="141"/>
                  <a:pt x="5422" y="143"/>
                </a:cubicBezTo>
                <a:cubicBezTo>
                  <a:pt x="5422" y="145"/>
                  <a:pt x="5422" y="148"/>
                  <a:pt x="5422" y="150"/>
                </a:cubicBezTo>
                <a:cubicBezTo>
                  <a:pt x="5422" y="157"/>
                  <a:pt x="5421" y="162"/>
                  <a:pt x="5420" y="164"/>
                </a:cubicBezTo>
                <a:cubicBezTo>
                  <a:pt x="5418" y="167"/>
                  <a:pt x="5416" y="168"/>
                  <a:pt x="5414" y="168"/>
                </a:cubicBezTo>
                <a:cubicBezTo>
                  <a:pt x="5412" y="168"/>
                  <a:pt x="5409" y="167"/>
                  <a:pt x="5406" y="164"/>
                </a:cubicBezTo>
                <a:cubicBezTo>
                  <a:pt x="5402" y="161"/>
                  <a:pt x="5398" y="158"/>
                  <a:pt x="5393" y="155"/>
                </a:cubicBezTo>
                <a:cubicBezTo>
                  <a:pt x="5388" y="151"/>
                  <a:pt x="5382" y="148"/>
                  <a:pt x="5375" y="145"/>
                </a:cubicBezTo>
                <a:cubicBezTo>
                  <a:pt x="5368" y="143"/>
                  <a:pt x="5359" y="141"/>
                  <a:pt x="5349" y="141"/>
                </a:cubicBezTo>
                <a:cubicBezTo>
                  <a:pt x="5329" y="141"/>
                  <a:pt x="5314" y="149"/>
                  <a:pt x="5304" y="165"/>
                </a:cubicBezTo>
                <a:cubicBezTo>
                  <a:pt x="5293" y="180"/>
                  <a:pt x="5287" y="202"/>
                  <a:pt x="5287" y="232"/>
                </a:cubicBezTo>
                <a:cubicBezTo>
                  <a:pt x="5287" y="246"/>
                  <a:pt x="5289" y="259"/>
                  <a:pt x="5292" y="270"/>
                </a:cubicBezTo>
                <a:cubicBezTo>
                  <a:pt x="5294" y="281"/>
                  <a:pt x="5298" y="290"/>
                  <a:pt x="5304" y="298"/>
                </a:cubicBezTo>
                <a:cubicBezTo>
                  <a:pt x="5309" y="305"/>
                  <a:pt x="5316" y="310"/>
                  <a:pt x="5324" y="314"/>
                </a:cubicBezTo>
                <a:cubicBezTo>
                  <a:pt x="5331" y="318"/>
                  <a:pt x="5340" y="319"/>
                  <a:pt x="5350" y="319"/>
                </a:cubicBezTo>
                <a:cubicBezTo>
                  <a:pt x="5360" y="319"/>
                  <a:pt x="5368" y="318"/>
                  <a:pt x="5376" y="315"/>
                </a:cubicBezTo>
                <a:cubicBezTo>
                  <a:pt x="5383" y="312"/>
                  <a:pt x="5389" y="308"/>
                  <a:pt x="5395" y="305"/>
                </a:cubicBezTo>
                <a:cubicBezTo>
                  <a:pt x="5400" y="301"/>
                  <a:pt x="5404" y="298"/>
                  <a:pt x="5408" y="295"/>
                </a:cubicBezTo>
                <a:cubicBezTo>
                  <a:pt x="5412" y="292"/>
                  <a:pt x="5414" y="291"/>
                  <a:pt x="5416" y="291"/>
                </a:cubicBezTo>
                <a:cubicBezTo>
                  <a:pt x="5418" y="291"/>
                  <a:pt x="5419" y="291"/>
                  <a:pt x="5419" y="292"/>
                </a:cubicBezTo>
                <a:cubicBezTo>
                  <a:pt x="5420" y="292"/>
                  <a:pt x="5421" y="294"/>
                  <a:pt x="5421" y="295"/>
                </a:cubicBezTo>
                <a:cubicBezTo>
                  <a:pt x="5422" y="297"/>
                  <a:pt x="5422" y="299"/>
                  <a:pt x="5423" y="301"/>
                </a:cubicBezTo>
                <a:cubicBezTo>
                  <a:pt x="5423" y="304"/>
                  <a:pt x="5423" y="306"/>
                  <a:pt x="5423" y="310"/>
                </a:cubicBezTo>
                <a:cubicBezTo>
                  <a:pt x="5423" y="313"/>
                  <a:pt x="5423" y="315"/>
                  <a:pt x="5423" y="317"/>
                </a:cubicBezTo>
                <a:cubicBezTo>
                  <a:pt x="5423" y="319"/>
                  <a:pt x="5422" y="321"/>
                  <a:pt x="5422" y="323"/>
                </a:cubicBezTo>
                <a:cubicBezTo>
                  <a:pt x="5421" y="324"/>
                  <a:pt x="5421" y="325"/>
                  <a:pt x="5420" y="326"/>
                </a:cubicBezTo>
                <a:cubicBezTo>
                  <a:pt x="5420" y="328"/>
                  <a:pt x="5419" y="329"/>
                  <a:pt x="5416" y="331"/>
                </a:cubicBezTo>
                <a:cubicBezTo>
                  <a:pt x="5414" y="333"/>
                  <a:pt x="5411" y="336"/>
                  <a:pt x="5406" y="339"/>
                </a:cubicBezTo>
                <a:cubicBezTo>
                  <a:pt x="5401" y="342"/>
                  <a:pt x="5395" y="345"/>
                  <a:pt x="5389" y="347"/>
                </a:cubicBezTo>
                <a:cubicBezTo>
                  <a:pt x="5382" y="350"/>
                  <a:pt x="5376" y="352"/>
                  <a:pt x="5368" y="353"/>
                </a:cubicBezTo>
                <a:cubicBezTo>
                  <a:pt x="5361" y="355"/>
                  <a:pt x="5353" y="355"/>
                  <a:pt x="5345" y="355"/>
                </a:cubicBezTo>
                <a:cubicBezTo>
                  <a:pt x="5329" y="355"/>
                  <a:pt x="5315" y="353"/>
                  <a:pt x="5302" y="347"/>
                </a:cubicBezTo>
                <a:cubicBezTo>
                  <a:pt x="5289" y="342"/>
                  <a:pt x="5279" y="334"/>
                  <a:pt x="5270" y="324"/>
                </a:cubicBezTo>
                <a:cubicBezTo>
                  <a:pt x="5262" y="313"/>
                  <a:pt x="5255" y="301"/>
                  <a:pt x="5251" y="286"/>
                </a:cubicBezTo>
                <a:cubicBezTo>
                  <a:pt x="5246" y="271"/>
                  <a:pt x="5244" y="253"/>
                  <a:pt x="5244" y="234"/>
                </a:cubicBezTo>
                <a:cubicBezTo>
                  <a:pt x="5244" y="211"/>
                  <a:pt x="5247" y="192"/>
                  <a:pt x="5252" y="176"/>
                </a:cubicBezTo>
                <a:cubicBezTo>
                  <a:pt x="5258" y="160"/>
                  <a:pt x="5265" y="147"/>
                  <a:pt x="5275" y="137"/>
                </a:cubicBezTo>
                <a:cubicBezTo>
                  <a:pt x="5284" y="126"/>
                  <a:pt x="5295" y="119"/>
                  <a:pt x="5308" y="114"/>
                </a:cubicBezTo>
                <a:cubicBezTo>
                  <a:pt x="5321" y="109"/>
                  <a:pt x="5335" y="106"/>
                  <a:pt x="5350" y="106"/>
                </a:cubicBezTo>
                <a:moveTo>
                  <a:pt x="1755" y="106"/>
                </a:moveTo>
                <a:cubicBezTo>
                  <a:pt x="1762" y="106"/>
                  <a:pt x="1769" y="107"/>
                  <a:pt x="1776" y="108"/>
                </a:cubicBezTo>
                <a:cubicBezTo>
                  <a:pt x="1783" y="110"/>
                  <a:pt x="1789" y="112"/>
                  <a:pt x="1795" y="114"/>
                </a:cubicBezTo>
                <a:cubicBezTo>
                  <a:pt x="1801" y="116"/>
                  <a:pt x="1805" y="118"/>
                  <a:pt x="1810" y="121"/>
                </a:cubicBezTo>
                <a:cubicBezTo>
                  <a:pt x="1814" y="124"/>
                  <a:pt x="1817" y="126"/>
                  <a:pt x="1820" y="129"/>
                </a:cubicBezTo>
                <a:cubicBezTo>
                  <a:pt x="1822" y="131"/>
                  <a:pt x="1823" y="132"/>
                  <a:pt x="1824" y="133"/>
                </a:cubicBezTo>
                <a:cubicBezTo>
                  <a:pt x="1825" y="135"/>
                  <a:pt x="1825" y="136"/>
                  <a:pt x="1826" y="137"/>
                </a:cubicBezTo>
                <a:cubicBezTo>
                  <a:pt x="1826" y="139"/>
                  <a:pt x="1827" y="141"/>
                  <a:pt x="1827" y="143"/>
                </a:cubicBezTo>
                <a:cubicBezTo>
                  <a:pt x="1827" y="145"/>
                  <a:pt x="1827" y="148"/>
                  <a:pt x="1827" y="150"/>
                </a:cubicBezTo>
                <a:cubicBezTo>
                  <a:pt x="1827" y="157"/>
                  <a:pt x="1826" y="162"/>
                  <a:pt x="1825" y="164"/>
                </a:cubicBezTo>
                <a:cubicBezTo>
                  <a:pt x="1823" y="167"/>
                  <a:pt x="1821" y="168"/>
                  <a:pt x="1819" y="168"/>
                </a:cubicBezTo>
                <a:cubicBezTo>
                  <a:pt x="1817" y="168"/>
                  <a:pt x="1814" y="167"/>
                  <a:pt x="1810" y="164"/>
                </a:cubicBezTo>
                <a:cubicBezTo>
                  <a:pt x="1807" y="161"/>
                  <a:pt x="1803" y="158"/>
                  <a:pt x="1798" y="155"/>
                </a:cubicBezTo>
                <a:cubicBezTo>
                  <a:pt x="1793" y="151"/>
                  <a:pt x="1787" y="148"/>
                  <a:pt x="1780" y="145"/>
                </a:cubicBezTo>
                <a:cubicBezTo>
                  <a:pt x="1773" y="143"/>
                  <a:pt x="1764" y="141"/>
                  <a:pt x="1754" y="141"/>
                </a:cubicBezTo>
                <a:cubicBezTo>
                  <a:pt x="1734" y="141"/>
                  <a:pt x="1719" y="149"/>
                  <a:pt x="1708" y="165"/>
                </a:cubicBezTo>
                <a:cubicBezTo>
                  <a:pt x="1698" y="180"/>
                  <a:pt x="1692" y="202"/>
                  <a:pt x="1692" y="232"/>
                </a:cubicBezTo>
                <a:cubicBezTo>
                  <a:pt x="1692" y="246"/>
                  <a:pt x="1694" y="259"/>
                  <a:pt x="1696" y="270"/>
                </a:cubicBezTo>
                <a:cubicBezTo>
                  <a:pt x="1699" y="281"/>
                  <a:pt x="1703" y="290"/>
                  <a:pt x="1709" y="298"/>
                </a:cubicBezTo>
                <a:cubicBezTo>
                  <a:pt x="1714" y="305"/>
                  <a:pt x="1721" y="310"/>
                  <a:pt x="1729" y="314"/>
                </a:cubicBezTo>
                <a:cubicBezTo>
                  <a:pt x="1736" y="318"/>
                  <a:pt x="1745" y="319"/>
                  <a:pt x="1755" y="319"/>
                </a:cubicBezTo>
                <a:cubicBezTo>
                  <a:pt x="1765" y="319"/>
                  <a:pt x="1773" y="318"/>
                  <a:pt x="1780" y="315"/>
                </a:cubicBezTo>
                <a:cubicBezTo>
                  <a:pt x="1788" y="312"/>
                  <a:pt x="1794" y="308"/>
                  <a:pt x="1799" y="305"/>
                </a:cubicBezTo>
                <a:cubicBezTo>
                  <a:pt x="1805" y="301"/>
                  <a:pt x="1809" y="298"/>
                  <a:pt x="1813" y="295"/>
                </a:cubicBezTo>
                <a:cubicBezTo>
                  <a:pt x="1816" y="292"/>
                  <a:pt x="1819" y="291"/>
                  <a:pt x="1821" y="291"/>
                </a:cubicBezTo>
                <a:cubicBezTo>
                  <a:pt x="1822" y="291"/>
                  <a:pt x="1823" y="291"/>
                  <a:pt x="1824" y="292"/>
                </a:cubicBezTo>
                <a:cubicBezTo>
                  <a:pt x="1825" y="292"/>
                  <a:pt x="1826" y="294"/>
                  <a:pt x="1826" y="295"/>
                </a:cubicBezTo>
                <a:cubicBezTo>
                  <a:pt x="1827" y="297"/>
                  <a:pt x="1827" y="299"/>
                  <a:pt x="1828" y="301"/>
                </a:cubicBezTo>
                <a:cubicBezTo>
                  <a:pt x="1828" y="304"/>
                  <a:pt x="1828" y="306"/>
                  <a:pt x="1828" y="310"/>
                </a:cubicBezTo>
                <a:cubicBezTo>
                  <a:pt x="1828" y="313"/>
                  <a:pt x="1828" y="315"/>
                  <a:pt x="1828" y="317"/>
                </a:cubicBezTo>
                <a:cubicBezTo>
                  <a:pt x="1828" y="319"/>
                  <a:pt x="1827" y="321"/>
                  <a:pt x="1827" y="323"/>
                </a:cubicBezTo>
                <a:cubicBezTo>
                  <a:pt x="1826" y="324"/>
                  <a:pt x="1826" y="325"/>
                  <a:pt x="1825" y="326"/>
                </a:cubicBezTo>
                <a:cubicBezTo>
                  <a:pt x="1825" y="328"/>
                  <a:pt x="1823" y="329"/>
                  <a:pt x="1821" y="331"/>
                </a:cubicBezTo>
                <a:cubicBezTo>
                  <a:pt x="1819" y="333"/>
                  <a:pt x="1816" y="336"/>
                  <a:pt x="1810" y="339"/>
                </a:cubicBezTo>
                <a:cubicBezTo>
                  <a:pt x="1805" y="342"/>
                  <a:pt x="1800" y="345"/>
                  <a:pt x="1793" y="347"/>
                </a:cubicBezTo>
                <a:cubicBezTo>
                  <a:pt x="1787" y="350"/>
                  <a:pt x="1780" y="352"/>
                  <a:pt x="1773" y="353"/>
                </a:cubicBezTo>
                <a:cubicBezTo>
                  <a:pt x="1766" y="355"/>
                  <a:pt x="1758" y="355"/>
                  <a:pt x="1750" y="355"/>
                </a:cubicBezTo>
                <a:cubicBezTo>
                  <a:pt x="1734" y="355"/>
                  <a:pt x="1719" y="353"/>
                  <a:pt x="1707" y="347"/>
                </a:cubicBezTo>
                <a:cubicBezTo>
                  <a:pt x="1694" y="342"/>
                  <a:pt x="1683" y="334"/>
                  <a:pt x="1675" y="324"/>
                </a:cubicBezTo>
                <a:cubicBezTo>
                  <a:pt x="1666" y="313"/>
                  <a:pt x="1660" y="301"/>
                  <a:pt x="1656" y="286"/>
                </a:cubicBezTo>
                <a:cubicBezTo>
                  <a:pt x="1651" y="271"/>
                  <a:pt x="1649" y="253"/>
                  <a:pt x="1649" y="234"/>
                </a:cubicBezTo>
                <a:cubicBezTo>
                  <a:pt x="1649" y="211"/>
                  <a:pt x="1652" y="192"/>
                  <a:pt x="1657" y="176"/>
                </a:cubicBezTo>
                <a:cubicBezTo>
                  <a:pt x="1663" y="160"/>
                  <a:pt x="1670" y="147"/>
                  <a:pt x="1680" y="137"/>
                </a:cubicBezTo>
                <a:cubicBezTo>
                  <a:pt x="1689" y="126"/>
                  <a:pt x="1700" y="119"/>
                  <a:pt x="1713" y="114"/>
                </a:cubicBezTo>
                <a:cubicBezTo>
                  <a:pt x="1726" y="109"/>
                  <a:pt x="1740" y="106"/>
                  <a:pt x="1755" y="106"/>
                </a:cubicBezTo>
                <a:moveTo>
                  <a:pt x="6454" y="106"/>
                </a:moveTo>
                <a:cubicBezTo>
                  <a:pt x="6472" y="106"/>
                  <a:pt x="6487" y="109"/>
                  <a:pt x="6500" y="115"/>
                </a:cubicBezTo>
                <a:cubicBezTo>
                  <a:pt x="6513" y="120"/>
                  <a:pt x="6523" y="128"/>
                  <a:pt x="6531" y="138"/>
                </a:cubicBezTo>
                <a:cubicBezTo>
                  <a:pt x="6539" y="147"/>
                  <a:pt x="6545" y="159"/>
                  <a:pt x="6549" y="172"/>
                </a:cubicBezTo>
                <a:cubicBezTo>
                  <a:pt x="6552" y="185"/>
                  <a:pt x="6554" y="199"/>
                  <a:pt x="6554" y="214"/>
                </a:cubicBezTo>
                <a:lnTo>
                  <a:pt x="6554" y="221"/>
                </a:lnTo>
                <a:cubicBezTo>
                  <a:pt x="6554" y="228"/>
                  <a:pt x="6553" y="232"/>
                  <a:pt x="6549" y="235"/>
                </a:cubicBezTo>
                <a:cubicBezTo>
                  <a:pt x="6546" y="238"/>
                  <a:pt x="6542" y="239"/>
                  <a:pt x="6538" y="239"/>
                </a:cubicBezTo>
                <a:lnTo>
                  <a:pt x="6389" y="239"/>
                </a:lnTo>
                <a:cubicBezTo>
                  <a:pt x="6389" y="252"/>
                  <a:pt x="6390" y="263"/>
                  <a:pt x="6392" y="273"/>
                </a:cubicBezTo>
                <a:cubicBezTo>
                  <a:pt x="6395" y="283"/>
                  <a:pt x="6399" y="292"/>
                  <a:pt x="6405" y="299"/>
                </a:cubicBezTo>
                <a:cubicBezTo>
                  <a:pt x="6411" y="306"/>
                  <a:pt x="6419" y="312"/>
                  <a:pt x="6428" y="316"/>
                </a:cubicBezTo>
                <a:cubicBezTo>
                  <a:pt x="6437" y="320"/>
                  <a:pt x="6449" y="322"/>
                  <a:pt x="6463" y="322"/>
                </a:cubicBezTo>
                <a:cubicBezTo>
                  <a:pt x="6474" y="322"/>
                  <a:pt x="6483" y="321"/>
                  <a:pt x="6492" y="319"/>
                </a:cubicBezTo>
                <a:cubicBezTo>
                  <a:pt x="6500" y="317"/>
                  <a:pt x="6508" y="315"/>
                  <a:pt x="6514" y="313"/>
                </a:cubicBezTo>
                <a:cubicBezTo>
                  <a:pt x="6520" y="311"/>
                  <a:pt x="6525" y="309"/>
                  <a:pt x="6529" y="307"/>
                </a:cubicBezTo>
                <a:cubicBezTo>
                  <a:pt x="6533" y="305"/>
                  <a:pt x="6536" y="305"/>
                  <a:pt x="6538" y="305"/>
                </a:cubicBezTo>
                <a:cubicBezTo>
                  <a:pt x="6539" y="305"/>
                  <a:pt x="6540" y="305"/>
                  <a:pt x="6541" y="305"/>
                </a:cubicBezTo>
                <a:cubicBezTo>
                  <a:pt x="6542" y="306"/>
                  <a:pt x="6543" y="307"/>
                  <a:pt x="6543" y="308"/>
                </a:cubicBezTo>
                <a:cubicBezTo>
                  <a:pt x="6544" y="309"/>
                  <a:pt x="6544" y="311"/>
                  <a:pt x="6544" y="313"/>
                </a:cubicBezTo>
                <a:cubicBezTo>
                  <a:pt x="6545" y="315"/>
                  <a:pt x="6545" y="318"/>
                  <a:pt x="6545" y="321"/>
                </a:cubicBezTo>
                <a:cubicBezTo>
                  <a:pt x="6545" y="323"/>
                  <a:pt x="6545" y="325"/>
                  <a:pt x="6544" y="326"/>
                </a:cubicBezTo>
                <a:cubicBezTo>
                  <a:pt x="6544" y="328"/>
                  <a:pt x="6544" y="329"/>
                  <a:pt x="6544" y="331"/>
                </a:cubicBezTo>
                <a:cubicBezTo>
                  <a:pt x="6544" y="332"/>
                  <a:pt x="6543" y="333"/>
                  <a:pt x="6543" y="334"/>
                </a:cubicBezTo>
                <a:cubicBezTo>
                  <a:pt x="6542" y="335"/>
                  <a:pt x="6541" y="336"/>
                  <a:pt x="6540" y="337"/>
                </a:cubicBezTo>
                <a:cubicBezTo>
                  <a:pt x="6539" y="338"/>
                  <a:pt x="6537" y="340"/>
                  <a:pt x="6532" y="342"/>
                </a:cubicBezTo>
                <a:cubicBezTo>
                  <a:pt x="6527" y="344"/>
                  <a:pt x="6522" y="346"/>
                  <a:pt x="6514" y="348"/>
                </a:cubicBezTo>
                <a:cubicBezTo>
                  <a:pt x="6507" y="350"/>
                  <a:pt x="6499" y="352"/>
                  <a:pt x="6489" y="353"/>
                </a:cubicBezTo>
                <a:cubicBezTo>
                  <a:pt x="6480" y="355"/>
                  <a:pt x="6470" y="355"/>
                  <a:pt x="6459" y="355"/>
                </a:cubicBezTo>
                <a:cubicBezTo>
                  <a:pt x="6440" y="355"/>
                  <a:pt x="6424" y="353"/>
                  <a:pt x="6410" y="348"/>
                </a:cubicBezTo>
                <a:cubicBezTo>
                  <a:pt x="6396" y="342"/>
                  <a:pt x="6384" y="335"/>
                  <a:pt x="6375" y="324"/>
                </a:cubicBezTo>
                <a:cubicBezTo>
                  <a:pt x="6365" y="314"/>
                  <a:pt x="6358" y="301"/>
                  <a:pt x="6353" y="286"/>
                </a:cubicBezTo>
                <a:cubicBezTo>
                  <a:pt x="6348" y="270"/>
                  <a:pt x="6345" y="252"/>
                  <a:pt x="6345" y="232"/>
                </a:cubicBezTo>
                <a:cubicBezTo>
                  <a:pt x="6345" y="213"/>
                  <a:pt x="6348" y="195"/>
                  <a:pt x="6353" y="179"/>
                </a:cubicBezTo>
                <a:cubicBezTo>
                  <a:pt x="6358" y="164"/>
                  <a:pt x="6365" y="150"/>
                  <a:pt x="6375" y="140"/>
                </a:cubicBezTo>
                <a:cubicBezTo>
                  <a:pt x="6384" y="129"/>
                  <a:pt x="6396" y="120"/>
                  <a:pt x="6409" y="115"/>
                </a:cubicBezTo>
                <a:cubicBezTo>
                  <a:pt x="6423" y="109"/>
                  <a:pt x="6438" y="106"/>
                  <a:pt x="6454" y="106"/>
                </a:cubicBezTo>
                <a:moveTo>
                  <a:pt x="6227" y="106"/>
                </a:moveTo>
                <a:cubicBezTo>
                  <a:pt x="6233" y="106"/>
                  <a:pt x="6239" y="107"/>
                  <a:pt x="6245" y="108"/>
                </a:cubicBezTo>
                <a:cubicBezTo>
                  <a:pt x="6252" y="108"/>
                  <a:pt x="6257" y="110"/>
                  <a:pt x="6262" y="111"/>
                </a:cubicBezTo>
                <a:cubicBezTo>
                  <a:pt x="6267" y="113"/>
                  <a:pt x="6271" y="114"/>
                  <a:pt x="6274" y="116"/>
                </a:cubicBezTo>
                <a:cubicBezTo>
                  <a:pt x="6278" y="118"/>
                  <a:pt x="6280" y="120"/>
                  <a:pt x="6282" y="121"/>
                </a:cubicBezTo>
                <a:cubicBezTo>
                  <a:pt x="6284" y="122"/>
                  <a:pt x="6285" y="124"/>
                  <a:pt x="6286" y="124"/>
                </a:cubicBezTo>
                <a:cubicBezTo>
                  <a:pt x="6286" y="125"/>
                  <a:pt x="6287" y="127"/>
                  <a:pt x="6287" y="128"/>
                </a:cubicBezTo>
                <a:cubicBezTo>
                  <a:pt x="6287" y="129"/>
                  <a:pt x="6287" y="131"/>
                  <a:pt x="6288" y="132"/>
                </a:cubicBezTo>
                <a:cubicBezTo>
                  <a:pt x="6288" y="135"/>
                  <a:pt x="6288" y="137"/>
                  <a:pt x="6288" y="140"/>
                </a:cubicBezTo>
                <a:cubicBezTo>
                  <a:pt x="6288" y="142"/>
                  <a:pt x="6288" y="145"/>
                  <a:pt x="6288" y="147"/>
                </a:cubicBezTo>
                <a:cubicBezTo>
                  <a:pt x="6287" y="149"/>
                  <a:pt x="6287" y="151"/>
                  <a:pt x="6287" y="152"/>
                </a:cubicBezTo>
                <a:cubicBezTo>
                  <a:pt x="6286" y="153"/>
                  <a:pt x="6285" y="154"/>
                  <a:pt x="6285" y="155"/>
                </a:cubicBezTo>
                <a:cubicBezTo>
                  <a:pt x="6284" y="155"/>
                  <a:pt x="6283" y="156"/>
                  <a:pt x="6282" y="156"/>
                </a:cubicBezTo>
                <a:cubicBezTo>
                  <a:pt x="6280" y="156"/>
                  <a:pt x="6278" y="155"/>
                  <a:pt x="6275" y="153"/>
                </a:cubicBezTo>
                <a:cubicBezTo>
                  <a:pt x="6272" y="151"/>
                  <a:pt x="6269" y="149"/>
                  <a:pt x="6264" y="147"/>
                </a:cubicBezTo>
                <a:cubicBezTo>
                  <a:pt x="6260" y="145"/>
                  <a:pt x="6254" y="143"/>
                  <a:pt x="6248" y="141"/>
                </a:cubicBezTo>
                <a:cubicBezTo>
                  <a:pt x="6242" y="139"/>
                  <a:pt x="6235" y="138"/>
                  <a:pt x="6227" y="138"/>
                </a:cubicBezTo>
                <a:cubicBezTo>
                  <a:pt x="6220" y="138"/>
                  <a:pt x="6214" y="139"/>
                  <a:pt x="6208" y="141"/>
                </a:cubicBezTo>
                <a:cubicBezTo>
                  <a:pt x="6203" y="142"/>
                  <a:pt x="6199" y="145"/>
                  <a:pt x="6195" y="148"/>
                </a:cubicBezTo>
                <a:cubicBezTo>
                  <a:pt x="6192" y="150"/>
                  <a:pt x="6189" y="154"/>
                  <a:pt x="6187" y="158"/>
                </a:cubicBezTo>
                <a:cubicBezTo>
                  <a:pt x="6186" y="162"/>
                  <a:pt x="6184" y="166"/>
                  <a:pt x="6184" y="171"/>
                </a:cubicBezTo>
                <a:cubicBezTo>
                  <a:pt x="6184" y="178"/>
                  <a:pt x="6186" y="183"/>
                  <a:pt x="6190" y="188"/>
                </a:cubicBezTo>
                <a:cubicBezTo>
                  <a:pt x="6193" y="192"/>
                  <a:pt x="6198" y="196"/>
                  <a:pt x="6203" y="199"/>
                </a:cubicBezTo>
                <a:cubicBezTo>
                  <a:pt x="6208" y="203"/>
                  <a:pt x="6214" y="206"/>
                  <a:pt x="6221" y="209"/>
                </a:cubicBezTo>
                <a:cubicBezTo>
                  <a:pt x="6228" y="211"/>
                  <a:pt x="6235" y="214"/>
                  <a:pt x="6242" y="217"/>
                </a:cubicBezTo>
                <a:cubicBezTo>
                  <a:pt x="6249" y="220"/>
                  <a:pt x="6256" y="223"/>
                  <a:pt x="6263" y="226"/>
                </a:cubicBezTo>
                <a:cubicBezTo>
                  <a:pt x="6271" y="230"/>
                  <a:pt x="6277" y="234"/>
                  <a:pt x="6282" y="239"/>
                </a:cubicBezTo>
                <a:cubicBezTo>
                  <a:pt x="6287" y="244"/>
                  <a:pt x="6292" y="250"/>
                  <a:pt x="6295" y="257"/>
                </a:cubicBezTo>
                <a:cubicBezTo>
                  <a:pt x="6298" y="264"/>
                  <a:pt x="6300" y="273"/>
                  <a:pt x="6300" y="283"/>
                </a:cubicBezTo>
                <a:cubicBezTo>
                  <a:pt x="6300" y="294"/>
                  <a:pt x="6298" y="305"/>
                  <a:pt x="6293" y="314"/>
                </a:cubicBezTo>
                <a:cubicBezTo>
                  <a:pt x="6289" y="323"/>
                  <a:pt x="6283" y="330"/>
                  <a:pt x="6275" y="337"/>
                </a:cubicBezTo>
                <a:cubicBezTo>
                  <a:pt x="6267" y="343"/>
                  <a:pt x="6258" y="348"/>
                  <a:pt x="6247" y="351"/>
                </a:cubicBezTo>
                <a:cubicBezTo>
                  <a:pt x="6236" y="354"/>
                  <a:pt x="6224" y="355"/>
                  <a:pt x="6211" y="355"/>
                </a:cubicBezTo>
                <a:cubicBezTo>
                  <a:pt x="6203" y="355"/>
                  <a:pt x="6195" y="355"/>
                  <a:pt x="6188" y="354"/>
                </a:cubicBezTo>
                <a:cubicBezTo>
                  <a:pt x="6181" y="352"/>
                  <a:pt x="6174" y="351"/>
                  <a:pt x="6168" y="349"/>
                </a:cubicBezTo>
                <a:cubicBezTo>
                  <a:pt x="6162" y="347"/>
                  <a:pt x="6157" y="345"/>
                  <a:pt x="6153" y="343"/>
                </a:cubicBezTo>
                <a:cubicBezTo>
                  <a:pt x="6149" y="341"/>
                  <a:pt x="6146" y="339"/>
                  <a:pt x="6145" y="337"/>
                </a:cubicBezTo>
                <a:cubicBezTo>
                  <a:pt x="6143" y="335"/>
                  <a:pt x="6141" y="333"/>
                  <a:pt x="6140" y="330"/>
                </a:cubicBezTo>
                <a:cubicBezTo>
                  <a:pt x="6140" y="327"/>
                  <a:pt x="6139" y="323"/>
                  <a:pt x="6139" y="318"/>
                </a:cubicBezTo>
                <a:cubicBezTo>
                  <a:pt x="6139" y="314"/>
                  <a:pt x="6139" y="312"/>
                  <a:pt x="6140" y="310"/>
                </a:cubicBezTo>
                <a:cubicBezTo>
                  <a:pt x="6140" y="307"/>
                  <a:pt x="6140" y="306"/>
                  <a:pt x="6141" y="304"/>
                </a:cubicBezTo>
                <a:cubicBezTo>
                  <a:pt x="6141" y="303"/>
                  <a:pt x="6142" y="302"/>
                  <a:pt x="6143" y="301"/>
                </a:cubicBezTo>
                <a:cubicBezTo>
                  <a:pt x="6144" y="301"/>
                  <a:pt x="6145" y="300"/>
                  <a:pt x="6146" y="300"/>
                </a:cubicBezTo>
                <a:cubicBezTo>
                  <a:pt x="6148" y="300"/>
                  <a:pt x="6151" y="302"/>
                  <a:pt x="6154" y="304"/>
                </a:cubicBezTo>
                <a:cubicBezTo>
                  <a:pt x="6158" y="306"/>
                  <a:pt x="6163" y="309"/>
                  <a:pt x="6168" y="311"/>
                </a:cubicBezTo>
                <a:cubicBezTo>
                  <a:pt x="6173" y="314"/>
                  <a:pt x="6180" y="317"/>
                  <a:pt x="6187" y="319"/>
                </a:cubicBezTo>
                <a:cubicBezTo>
                  <a:pt x="6194" y="321"/>
                  <a:pt x="6202" y="322"/>
                  <a:pt x="6212" y="322"/>
                </a:cubicBezTo>
                <a:cubicBezTo>
                  <a:pt x="6219" y="322"/>
                  <a:pt x="6225" y="322"/>
                  <a:pt x="6231" y="320"/>
                </a:cubicBezTo>
                <a:cubicBezTo>
                  <a:pt x="6236" y="318"/>
                  <a:pt x="6242" y="316"/>
                  <a:pt x="6245" y="313"/>
                </a:cubicBezTo>
                <a:cubicBezTo>
                  <a:pt x="6250" y="310"/>
                  <a:pt x="6253" y="307"/>
                  <a:pt x="6255" y="302"/>
                </a:cubicBezTo>
                <a:cubicBezTo>
                  <a:pt x="6257" y="298"/>
                  <a:pt x="6259" y="292"/>
                  <a:pt x="6259" y="286"/>
                </a:cubicBezTo>
                <a:cubicBezTo>
                  <a:pt x="6259" y="280"/>
                  <a:pt x="6257" y="274"/>
                  <a:pt x="6254" y="270"/>
                </a:cubicBezTo>
                <a:cubicBezTo>
                  <a:pt x="6250" y="265"/>
                  <a:pt x="6246" y="262"/>
                  <a:pt x="6241" y="258"/>
                </a:cubicBezTo>
                <a:cubicBezTo>
                  <a:pt x="6236" y="255"/>
                  <a:pt x="6229" y="252"/>
                  <a:pt x="6223" y="249"/>
                </a:cubicBezTo>
                <a:cubicBezTo>
                  <a:pt x="6216" y="247"/>
                  <a:pt x="6209" y="244"/>
                  <a:pt x="6202" y="241"/>
                </a:cubicBezTo>
                <a:cubicBezTo>
                  <a:pt x="6195" y="238"/>
                  <a:pt x="6188" y="235"/>
                  <a:pt x="6181" y="231"/>
                </a:cubicBezTo>
                <a:cubicBezTo>
                  <a:pt x="6174" y="228"/>
                  <a:pt x="6168" y="223"/>
                  <a:pt x="6163" y="218"/>
                </a:cubicBezTo>
                <a:cubicBezTo>
                  <a:pt x="6157" y="213"/>
                  <a:pt x="6153" y="207"/>
                  <a:pt x="6150" y="199"/>
                </a:cubicBezTo>
                <a:cubicBezTo>
                  <a:pt x="6146" y="192"/>
                  <a:pt x="6145" y="184"/>
                  <a:pt x="6145" y="173"/>
                </a:cubicBezTo>
                <a:cubicBezTo>
                  <a:pt x="6145" y="165"/>
                  <a:pt x="6146" y="156"/>
                  <a:pt x="6150" y="148"/>
                </a:cubicBezTo>
                <a:cubicBezTo>
                  <a:pt x="6153" y="140"/>
                  <a:pt x="6159" y="132"/>
                  <a:pt x="6165" y="126"/>
                </a:cubicBezTo>
                <a:cubicBezTo>
                  <a:pt x="6172" y="120"/>
                  <a:pt x="6181" y="115"/>
                  <a:pt x="6191" y="112"/>
                </a:cubicBezTo>
                <a:cubicBezTo>
                  <a:pt x="6202" y="108"/>
                  <a:pt x="6214" y="106"/>
                  <a:pt x="6227" y="106"/>
                </a:cubicBezTo>
                <a:moveTo>
                  <a:pt x="5993" y="106"/>
                </a:moveTo>
                <a:cubicBezTo>
                  <a:pt x="6009" y="106"/>
                  <a:pt x="6024" y="108"/>
                  <a:pt x="6035" y="112"/>
                </a:cubicBezTo>
                <a:cubicBezTo>
                  <a:pt x="6047" y="115"/>
                  <a:pt x="6056" y="121"/>
                  <a:pt x="6063" y="128"/>
                </a:cubicBezTo>
                <a:cubicBezTo>
                  <a:pt x="6070" y="135"/>
                  <a:pt x="6075" y="144"/>
                  <a:pt x="6078" y="155"/>
                </a:cubicBezTo>
                <a:cubicBezTo>
                  <a:pt x="6081" y="165"/>
                  <a:pt x="6083" y="178"/>
                  <a:pt x="6083" y="192"/>
                </a:cubicBezTo>
                <a:lnTo>
                  <a:pt x="6083" y="345"/>
                </a:lnTo>
                <a:cubicBezTo>
                  <a:pt x="6083" y="347"/>
                  <a:pt x="6082" y="348"/>
                  <a:pt x="6081" y="349"/>
                </a:cubicBezTo>
                <a:cubicBezTo>
                  <a:pt x="6079" y="350"/>
                  <a:pt x="6078" y="351"/>
                  <a:pt x="6075" y="352"/>
                </a:cubicBezTo>
                <a:cubicBezTo>
                  <a:pt x="6073" y="352"/>
                  <a:pt x="6069" y="352"/>
                  <a:pt x="6065" y="352"/>
                </a:cubicBezTo>
                <a:cubicBezTo>
                  <a:pt x="6061" y="352"/>
                  <a:pt x="6057" y="352"/>
                  <a:pt x="6055" y="352"/>
                </a:cubicBezTo>
                <a:cubicBezTo>
                  <a:pt x="6052" y="351"/>
                  <a:pt x="6050" y="350"/>
                  <a:pt x="6049" y="349"/>
                </a:cubicBezTo>
                <a:cubicBezTo>
                  <a:pt x="6048" y="348"/>
                  <a:pt x="6047" y="347"/>
                  <a:pt x="6047" y="345"/>
                </a:cubicBezTo>
                <a:lnTo>
                  <a:pt x="6047" y="322"/>
                </a:lnTo>
                <a:cubicBezTo>
                  <a:pt x="6037" y="332"/>
                  <a:pt x="6026" y="341"/>
                  <a:pt x="6014" y="347"/>
                </a:cubicBezTo>
                <a:cubicBezTo>
                  <a:pt x="6002" y="353"/>
                  <a:pt x="5989" y="355"/>
                  <a:pt x="5975" y="355"/>
                </a:cubicBezTo>
                <a:cubicBezTo>
                  <a:pt x="5963" y="355"/>
                  <a:pt x="5952" y="354"/>
                  <a:pt x="5943" y="351"/>
                </a:cubicBezTo>
                <a:cubicBezTo>
                  <a:pt x="5933" y="348"/>
                  <a:pt x="5925" y="343"/>
                  <a:pt x="5918" y="337"/>
                </a:cubicBezTo>
                <a:cubicBezTo>
                  <a:pt x="5911" y="331"/>
                  <a:pt x="5906" y="324"/>
                  <a:pt x="5902" y="316"/>
                </a:cubicBezTo>
                <a:cubicBezTo>
                  <a:pt x="5898" y="307"/>
                  <a:pt x="5897" y="297"/>
                  <a:pt x="5897" y="286"/>
                </a:cubicBezTo>
                <a:cubicBezTo>
                  <a:pt x="5897" y="274"/>
                  <a:pt x="5899" y="263"/>
                  <a:pt x="5904" y="253"/>
                </a:cubicBezTo>
                <a:cubicBezTo>
                  <a:pt x="5910" y="244"/>
                  <a:pt x="5917" y="236"/>
                  <a:pt x="5927" y="230"/>
                </a:cubicBezTo>
                <a:cubicBezTo>
                  <a:pt x="5936" y="223"/>
                  <a:pt x="5948" y="219"/>
                  <a:pt x="5963" y="216"/>
                </a:cubicBezTo>
                <a:cubicBezTo>
                  <a:pt x="5977" y="213"/>
                  <a:pt x="5993" y="211"/>
                  <a:pt x="6010" y="211"/>
                </a:cubicBezTo>
                <a:lnTo>
                  <a:pt x="6042" y="211"/>
                </a:lnTo>
                <a:lnTo>
                  <a:pt x="6042" y="193"/>
                </a:lnTo>
                <a:cubicBezTo>
                  <a:pt x="6042" y="185"/>
                  <a:pt x="6041" y="177"/>
                  <a:pt x="6039" y="170"/>
                </a:cubicBezTo>
                <a:cubicBezTo>
                  <a:pt x="6037" y="163"/>
                  <a:pt x="6034" y="158"/>
                  <a:pt x="6030" y="153"/>
                </a:cubicBezTo>
                <a:cubicBezTo>
                  <a:pt x="6026" y="149"/>
                  <a:pt x="6020" y="145"/>
                  <a:pt x="6014" y="143"/>
                </a:cubicBezTo>
                <a:cubicBezTo>
                  <a:pt x="6007" y="141"/>
                  <a:pt x="5999" y="140"/>
                  <a:pt x="5989" y="140"/>
                </a:cubicBezTo>
                <a:cubicBezTo>
                  <a:pt x="5979" y="140"/>
                  <a:pt x="5970" y="141"/>
                  <a:pt x="5962" y="143"/>
                </a:cubicBezTo>
                <a:cubicBezTo>
                  <a:pt x="5954" y="146"/>
                  <a:pt x="5947" y="149"/>
                  <a:pt x="5940" y="151"/>
                </a:cubicBezTo>
                <a:cubicBezTo>
                  <a:pt x="5934" y="155"/>
                  <a:pt x="5929" y="157"/>
                  <a:pt x="5925" y="160"/>
                </a:cubicBezTo>
                <a:cubicBezTo>
                  <a:pt x="5921" y="162"/>
                  <a:pt x="5918" y="163"/>
                  <a:pt x="5916" y="163"/>
                </a:cubicBezTo>
                <a:cubicBezTo>
                  <a:pt x="5915" y="163"/>
                  <a:pt x="5914" y="163"/>
                  <a:pt x="5912" y="162"/>
                </a:cubicBezTo>
                <a:cubicBezTo>
                  <a:pt x="5911" y="162"/>
                  <a:pt x="5910" y="161"/>
                  <a:pt x="5910" y="159"/>
                </a:cubicBezTo>
                <a:cubicBezTo>
                  <a:pt x="5909" y="158"/>
                  <a:pt x="5908" y="156"/>
                  <a:pt x="5908" y="154"/>
                </a:cubicBezTo>
                <a:cubicBezTo>
                  <a:pt x="5908" y="152"/>
                  <a:pt x="5908" y="150"/>
                  <a:pt x="5908" y="147"/>
                </a:cubicBezTo>
                <a:cubicBezTo>
                  <a:pt x="5908" y="143"/>
                  <a:pt x="5908" y="140"/>
                  <a:pt x="5909" y="137"/>
                </a:cubicBezTo>
                <a:cubicBezTo>
                  <a:pt x="5909" y="135"/>
                  <a:pt x="5910" y="132"/>
                  <a:pt x="5913" y="130"/>
                </a:cubicBezTo>
                <a:cubicBezTo>
                  <a:pt x="5915" y="128"/>
                  <a:pt x="5919" y="125"/>
                  <a:pt x="5924" y="123"/>
                </a:cubicBezTo>
                <a:cubicBezTo>
                  <a:pt x="5930" y="120"/>
                  <a:pt x="5936" y="117"/>
                  <a:pt x="5944" y="114"/>
                </a:cubicBezTo>
                <a:cubicBezTo>
                  <a:pt x="5951" y="112"/>
                  <a:pt x="5959" y="110"/>
                  <a:pt x="5967" y="108"/>
                </a:cubicBezTo>
                <a:cubicBezTo>
                  <a:pt x="5976" y="107"/>
                  <a:pt x="5984" y="106"/>
                  <a:pt x="5993" y="106"/>
                </a:cubicBezTo>
                <a:moveTo>
                  <a:pt x="5747" y="106"/>
                </a:moveTo>
                <a:cubicBezTo>
                  <a:pt x="5765" y="106"/>
                  <a:pt x="5781" y="109"/>
                  <a:pt x="5793" y="115"/>
                </a:cubicBezTo>
                <a:cubicBezTo>
                  <a:pt x="5806" y="120"/>
                  <a:pt x="5816" y="128"/>
                  <a:pt x="5824" y="138"/>
                </a:cubicBezTo>
                <a:cubicBezTo>
                  <a:pt x="5832" y="147"/>
                  <a:pt x="5838" y="159"/>
                  <a:pt x="5842" y="172"/>
                </a:cubicBezTo>
                <a:cubicBezTo>
                  <a:pt x="5845" y="185"/>
                  <a:pt x="5847" y="199"/>
                  <a:pt x="5847" y="214"/>
                </a:cubicBezTo>
                <a:lnTo>
                  <a:pt x="5847" y="221"/>
                </a:lnTo>
                <a:cubicBezTo>
                  <a:pt x="5847" y="228"/>
                  <a:pt x="5846" y="232"/>
                  <a:pt x="5842" y="235"/>
                </a:cubicBezTo>
                <a:cubicBezTo>
                  <a:pt x="5839" y="238"/>
                  <a:pt x="5835" y="239"/>
                  <a:pt x="5831" y="239"/>
                </a:cubicBezTo>
                <a:lnTo>
                  <a:pt x="5682" y="239"/>
                </a:lnTo>
                <a:cubicBezTo>
                  <a:pt x="5682" y="252"/>
                  <a:pt x="5683" y="263"/>
                  <a:pt x="5685" y="273"/>
                </a:cubicBezTo>
                <a:cubicBezTo>
                  <a:pt x="5688" y="283"/>
                  <a:pt x="5692" y="292"/>
                  <a:pt x="5698" y="299"/>
                </a:cubicBezTo>
                <a:cubicBezTo>
                  <a:pt x="5704" y="306"/>
                  <a:pt x="5712" y="312"/>
                  <a:pt x="5721" y="316"/>
                </a:cubicBezTo>
                <a:cubicBezTo>
                  <a:pt x="5730" y="320"/>
                  <a:pt x="5742" y="322"/>
                  <a:pt x="5756" y="322"/>
                </a:cubicBezTo>
                <a:cubicBezTo>
                  <a:pt x="5767" y="322"/>
                  <a:pt x="5776" y="321"/>
                  <a:pt x="5785" y="319"/>
                </a:cubicBezTo>
                <a:cubicBezTo>
                  <a:pt x="5793" y="317"/>
                  <a:pt x="5801" y="315"/>
                  <a:pt x="5807" y="313"/>
                </a:cubicBezTo>
                <a:cubicBezTo>
                  <a:pt x="5813" y="311"/>
                  <a:pt x="5818" y="309"/>
                  <a:pt x="5822" y="307"/>
                </a:cubicBezTo>
                <a:cubicBezTo>
                  <a:pt x="5826" y="305"/>
                  <a:pt x="5829" y="305"/>
                  <a:pt x="5831" y="305"/>
                </a:cubicBezTo>
                <a:cubicBezTo>
                  <a:pt x="5832" y="305"/>
                  <a:pt x="5833" y="305"/>
                  <a:pt x="5834" y="305"/>
                </a:cubicBezTo>
                <a:cubicBezTo>
                  <a:pt x="5835" y="306"/>
                  <a:pt x="5836" y="307"/>
                  <a:pt x="5836" y="308"/>
                </a:cubicBezTo>
                <a:cubicBezTo>
                  <a:pt x="5837" y="309"/>
                  <a:pt x="5837" y="311"/>
                  <a:pt x="5837" y="313"/>
                </a:cubicBezTo>
                <a:cubicBezTo>
                  <a:pt x="5838" y="315"/>
                  <a:pt x="5838" y="318"/>
                  <a:pt x="5838" y="321"/>
                </a:cubicBezTo>
                <a:cubicBezTo>
                  <a:pt x="5838" y="323"/>
                  <a:pt x="5838" y="325"/>
                  <a:pt x="5837" y="326"/>
                </a:cubicBezTo>
                <a:cubicBezTo>
                  <a:pt x="5837" y="328"/>
                  <a:pt x="5837" y="329"/>
                  <a:pt x="5837" y="331"/>
                </a:cubicBezTo>
                <a:cubicBezTo>
                  <a:pt x="5837" y="332"/>
                  <a:pt x="5836" y="333"/>
                  <a:pt x="5836" y="334"/>
                </a:cubicBezTo>
                <a:cubicBezTo>
                  <a:pt x="5835" y="335"/>
                  <a:pt x="5834" y="336"/>
                  <a:pt x="5833" y="337"/>
                </a:cubicBezTo>
                <a:cubicBezTo>
                  <a:pt x="5832" y="338"/>
                  <a:pt x="5830" y="340"/>
                  <a:pt x="5825" y="342"/>
                </a:cubicBezTo>
                <a:cubicBezTo>
                  <a:pt x="5820" y="344"/>
                  <a:pt x="5815" y="346"/>
                  <a:pt x="5807" y="348"/>
                </a:cubicBezTo>
                <a:cubicBezTo>
                  <a:pt x="5800" y="350"/>
                  <a:pt x="5792" y="352"/>
                  <a:pt x="5782" y="353"/>
                </a:cubicBezTo>
                <a:cubicBezTo>
                  <a:pt x="5773" y="355"/>
                  <a:pt x="5763" y="355"/>
                  <a:pt x="5752" y="355"/>
                </a:cubicBezTo>
                <a:cubicBezTo>
                  <a:pt x="5733" y="355"/>
                  <a:pt x="5717" y="353"/>
                  <a:pt x="5703" y="348"/>
                </a:cubicBezTo>
                <a:cubicBezTo>
                  <a:pt x="5689" y="342"/>
                  <a:pt x="5677" y="335"/>
                  <a:pt x="5668" y="324"/>
                </a:cubicBezTo>
                <a:cubicBezTo>
                  <a:pt x="5658" y="314"/>
                  <a:pt x="5651" y="301"/>
                  <a:pt x="5646" y="286"/>
                </a:cubicBezTo>
                <a:cubicBezTo>
                  <a:pt x="5641" y="270"/>
                  <a:pt x="5638" y="252"/>
                  <a:pt x="5638" y="232"/>
                </a:cubicBezTo>
                <a:cubicBezTo>
                  <a:pt x="5638" y="213"/>
                  <a:pt x="5641" y="195"/>
                  <a:pt x="5646" y="179"/>
                </a:cubicBezTo>
                <a:cubicBezTo>
                  <a:pt x="5651" y="164"/>
                  <a:pt x="5658" y="150"/>
                  <a:pt x="5668" y="140"/>
                </a:cubicBezTo>
                <a:cubicBezTo>
                  <a:pt x="5678" y="129"/>
                  <a:pt x="5689" y="120"/>
                  <a:pt x="5702" y="115"/>
                </a:cubicBezTo>
                <a:cubicBezTo>
                  <a:pt x="5716" y="109"/>
                  <a:pt x="5731" y="106"/>
                  <a:pt x="5747" y="106"/>
                </a:cubicBezTo>
                <a:moveTo>
                  <a:pt x="5580" y="106"/>
                </a:moveTo>
                <a:cubicBezTo>
                  <a:pt x="5582" y="106"/>
                  <a:pt x="5584" y="106"/>
                  <a:pt x="5587" y="106"/>
                </a:cubicBezTo>
                <a:cubicBezTo>
                  <a:pt x="5590" y="107"/>
                  <a:pt x="5593" y="107"/>
                  <a:pt x="5596" y="108"/>
                </a:cubicBezTo>
                <a:cubicBezTo>
                  <a:pt x="5599" y="108"/>
                  <a:pt x="5602" y="109"/>
                  <a:pt x="5604" y="110"/>
                </a:cubicBezTo>
                <a:cubicBezTo>
                  <a:pt x="5607" y="111"/>
                  <a:pt x="5608" y="112"/>
                  <a:pt x="5609" y="113"/>
                </a:cubicBezTo>
                <a:cubicBezTo>
                  <a:pt x="5610" y="113"/>
                  <a:pt x="5611" y="114"/>
                  <a:pt x="5611" y="115"/>
                </a:cubicBezTo>
                <a:cubicBezTo>
                  <a:pt x="5612" y="116"/>
                  <a:pt x="5612" y="117"/>
                  <a:pt x="5612" y="118"/>
                </a:cubicBezTo>
                <a:cubicBezTo>
                  <a:pt x="5612" y="119"/>
                  <a:pt x="5613" y="121"/>
                  <a:pt x="5613" y="123"/>
                </a:cubicBezTo>
                <a:cubicBezTo>
                  <a:pt x="5613" y="125"/>
                  <a:pt x="5613" y="129"/>
                  <a:pt x="5613" y="132"/>
                </a:cubicBezTo>
                <a:cubicBezTo>
                  <a:pt x="5613" y="136"/>
                  <a:pt x="5613" y="139"/>
                  <a:pt x="5613" y="142"/>
                </a:cubicBezTo>
                <a:cubicBezTo>
                  <a:pt x="5612" y="144"/>
                  <a:pt x="5612" y="146"/>
                  <a:pt x="5612" y="148"/>
                </a:cubicBezTo>
                <a:cubicBezTo>
                  <a:pt x="5611" y="149"/>
                  <a:pt x="5610" y="150"/>
                  <a:pt x="5609" y="151"/>
                </a:cubicBezTo>
                <a:cubicBezTo>
                  <a:pt x="5609" y="151"/>
                  <a:pt x="5608" y="152"/>
                  <a:pt x="5606" y="152"/>
                </a:cubicBezTo>
                <a:cubicBezTo>
                  <a:pt x="5605" y="152"/>
                  <a:pt x="5603" y="151"/>
                  <a:pt x="5601" y="151"/>
                </a:cubicBezTo>
                <a:cubicBezTo>
                  <a:pt x="5600" y="150"/>
                  <a:pt x="5597" y="149"/>
                  <a:pt x="5595" y="149"/>
                </a:cubicBezTo>
                <a:cubicBezTo>
                  <a:pt x="5592" y="148"/>
                  <a:pt x="5590" y="147"/>
                  <a:pt x="5587" y="147"/>
                </a:cubicBezTo>
                <a:cubicBezTo>
                  <a:pt x="5584" y="146"/>
                  <a:pt x="5581" y="145"/>
                  <a:pt x="5577" y="145"/>
                </a:cubicBezTo>
                <a:cubicBezTo>
                  <a:pt x="5573" y="145"/>
                  <a:pt x="5569" y="146"/>
                  <a:pt x="5565" y="148"/>
                </a:cubicBezTo>
                <a:cubicBezTo>
                  <a:pt x="5560" y="150"/>
                  <a:pt x="5556" y="153"/>
                  <a:pt x="5552" y="156"/>
                </a:cubicBezTo>
                <a:cubicBezTo>
                  <a:pt x="5547" y="160"/>
                  <a:pt x="5543" y="165"/>
                  <a:pt x="5538" y="172"/>
                </a:cubicBezTo>
                <a:cubicBezTo>
                  <a:pt x="5533" y="178"/>
                  <a:pt x="5528" y="186"/>
                  <a:pt x="5522" y="195"/>
                </a:cubicBezTo>
                <a:lnTo>
                  <a:pt x="5522" y="344"/>
                </a:lnTo>
                <a:cubicBezTo>
                  <a:pt x="5522" y="346"/>
                  <a:pt x="5521" y="347"/>
                  <a:pt x="5521" y="348"/>
                </a:cubicBezTo>
                <a:cubicBezTo>
                  <a:pt x="5520" y="349"/>
                  <a:pt x="5519" y="349"/>
                  <a:pt x="5517" y="350"/>
                </a:cubicBezTo>
                <a:cubicBezTo>
                  <a:pt x="5516" y="351"/>
                  <a:pt x="5514" y="352"/>
                  <a:pt x="5511" y="352"/>
                </a:cubicBezTo>
                <a:cubicBezTo>
                  <a:pt x="5509" y="352"/>
                  <a:pt x="5505" y="352"/>
                  <a:pt x="5501" y="352"/>
                </a:cubicBezTo>
                <a:cubicBezTo>
                  <a:pt x="5497" y="352"/>
                  <a:pt x="5493" y="352"/>
                  <a:pt x="5491" y="352"/>
                </a:cubicBezTo>
                <a:cubicBezTo>
                  <a:pt x="5488" y="352"/>
                  <a:pt x="5486" y="351"/>
                  <a:pt x="5484" y="350"/>
                </a:cubicBezTo>
                <a:cubicBezTo>
                  <a:pt x="5483" y="349"/>
                  <a:pt x="5481" y="349"/>
                  <a:pt x="5481" y="348"/>
                </a:cubicBezTo>
                <a:cubicBezTo>
                  <a:pt x="5480" y="347"/>
                  <a:pt x="5480" y="346"/>
                  <a:pt x="5480" y="344"/>
                </a:cubicBezTo>
                <a:lnTo>
                  <a:pt x="5480" y="117"/>
                </a:lnTo>
                <a:cubicBezTo>
                  <a:pt x="5480" y="116"/>
                  <a:pt x="5480" y="115"/>
                  <a:pt x="5481" y="114"/>
                </a:cubicBezTo>
                <a:cubicBezTo>
                  <a:pt x="5481" y="113"/>
                  <a:pt x="5482" y="112"/>
                  <a:pt x="5484" y="112"/>
                </a:cubicBezTo>
                <a:cubicBezTo>
                  <a:pt x="5485" y="111"/>
                  <a:pt x="5487" y="110"/>
                  <a:pt x="5489" y="110"/>
                </a:cubicBezTo>
                <a:cubicBezTo>
                  <a:pt x="5492" y="110"/>
                  <a:pt x="5495" y="110"/>
                  <a:pt x="5499" y="110"/>
                </a:cubicBezTo>
                <a:cubicBezTo>
                  <a:pt x="5503" y="110"/>
                  <a:pt x="5506" y="110"/>
                  <a:pt x="5508" y="110"/>
                </a:cubicBezTo>
                <a:cubicBezTo>
                  <a:pt x="5511" y="110"/>
                  <a:pt x="5512" y="111"/>
                  <a:pt x="5514" y="112"/>
                </a:cubicBezTo>
                <a:cubicBezTo>
                  <a:pt x="5515" y="112"/>
                  <a:pt x="5516" y="113"/>
                  <a:pt x="5517" y="114"/>
                </a:cubicBezTo>
                <a:cubicBezTo>
                  <a:pt x="5517" y="115"/>
                  <a:pt x="5518" y="116"/>
                  <a:pt x="5518" y="117"/>
                </a:cubicBezTo>
                <a:lnTo>
                  <a:pt x="5518" y="150"/>
                </a:lnTo>
                <a:cubicBezTo>
                  <a:pt x="5524" y="141"/>
                  <a:pt x="5530" y="134"/>
                  <a:pt x="5535" y="128"/>
                </a:cubicBezTo>
                <a:cubicBezTo>
                  <a:pt x="5541" y="123"/>
                  <a:pt x="5546" y="118"/>
                  <a:pt x="5551" y="115"/>
                </a:cubicBezTo>
                <a:cubicBezTo>
                  <a:pt x="5555" y="112"/>
                  <a:pt x="5560" y="109"/>
                  <a:pt x="5565" y="108"/>
                </a:cubicBezTo>
                <a:cubicBezTo>
                  <a:pt x="5570" y="107"/>
                  <a:pt x="5575" y="106"/>
                  <a:pt x="5580" y="106"/>
                </a:cubicBezTo>
                <a:moveTo>
                  <a:pt x="5095" y="106"/>
                </a:moveTo>
                <a:cubicBezTo>
                  <a:pt x="5113" y="106"/>
                  <a:pt x="5129" y="109"/>
                  <a:pt x="5141" y="115"/>
                </a:cubicBezTo>
                <a:cubicBezTo>
                  <a:pt x="5154" y="120"/>
                  <a:pt x="5164" y="128"/>
                  <a:pt x="5172" y="138"/>
                </a:cubicBezTo>
                <a:cubicBezTo>
                  <a:pt x="5180" y="147"/>
                  <a:pt x="5186" y="159"/>
                  <a:pt x="5190" y="172"/>
                </a:cubicBezTo>
                <a:cubicBezTo>
                  <a:pt x="5194" y="185"/>
                  <a:pt x="5195" y="199"/>
                  <a:pt x="5195" y="214"/>
                </a:cubicBezTo>
                <a:lnTo>
                  <a:pt x="5195" y="221"/>
                </a:lnTo>
                <a:cubicBezTo>
                  <a:pt x="5195" y="228"/>
                  <a:pt x="5194" y="232"/>
                  <a:pt x="5190" y="235"/>
                </a:cubicBezTo>
                <a:cubicBezTo>
                  <a:pt x="5187" y="238"/>
                  <a:pt x="5183" y="239"/>
                  <a:pt x="5179" y="239"/>
                </a:cubicBezTo>
                <a:lnTo>
                  <a:pt x="5030" y="239"/>
                </a:lnTo>
                <a:cubicBezTo>
                  <a:pt x="5030" y="252"/>
                  <a:pt x="5031" y="263"/>
                  <a:pt x="5033" y="273"/>
                </a:cubicBezTo>
                <a:cubicBezTo>
                  <a:pt x="5036" y="283"/>
                  <a:pt x="5040" y="292"/>
                  <a:pt x="5046" y="299"/>
                </a:cubicBezTo>
                <a:cubicBezTo>
                  <a:pt x="5052" y="306"/>
                  <a:pt x="5060" y="312"/>
                  <a:pt x="5069" y="316"/>
                </a:cubicBezTo>
                <a:cubicBezTo>
                  <a:pt x="5078" y="320"/>
                  <a:pt x="5090" y="322"/>
                  <a:pt x="5104" y="322"/>
                </a:cubicBezTo>
                <a:cubicBezTo>
                  <a:pt x="5115" y="322"/>
                  <a:pt x="5124" y="321"/>
                  <a:pt x="5133" y="319"/>
                </a:cubicBezTo>
                <a:cubicBezTo>
                  <a:pt x="5141" y="317"/>
                  <a:pt x="5149" y="315"/>
                  <a:pt x="5155" y="313"/>
                </a:cubicBezTo>
                <a:cubicBezTo>
                  <a:pt x="5161" y="311"/>
                  <a:pt x="5166" y="309"/>
                  <a:pt x="5170" y="307"/>
                </a:cubicBezTo>
                <a:cubicBezTo>
                  <a:pt x="5174" y="305"/>
                  <a:pt x="5177" y="305"/>
                  <a:pt x="5179" y="305"/>
                </a:cubicBezTo>
                <a:cubicBezTo>
                  <a:pt x="5180" y="305"/>
                  <a:pt x="5181" y="305"/>
                  <a:pt x="5182" y="305"/>
                </a:cubicBezTo>
                <a:cubicBezTo>
                  <a:pt x="5183" y="306"/>
                  <a:pt x="5184" y="307"/>
                  <a:pt x="5184" y="308"/>
                </a:cubicBezTo>
                <a:cubicBezTo>
                  <a:pt x="5185" y="309"/>
                  <a:pt x="5185" y="311"/>
                  <a:pt x="5185" y="313"/>
                </a:cubicBezTo>
                <a:cubicBezTo>
                  <a:pt x="5186" y="315"/>
                  <a:pt x="5186" y="318"/>
                  <a:pt x="5186" y="321"/>
                </a:cubicBezTo>
                <a:cubicBezTo>
                  <a:pt x="5186" y="323"/>
                  <a:pt x="5186" y="325"/>
                  <a:pt x="5185" y="326"/>
                </a:cubicBezTo>
                <a:cubicBezTo>
                  <a:pt x="5185" y="328"/>
                  <a:pt x="5185" y="329"/>
                  <a:pt x="5185" y="331"/>
                </a:cubicBezTo>
                <a:cubicBezTo>
                  <a:pt x="5185" y="332"/>
                  <a:pt x="5184" y="333"/>
                  <a:pt x="5184" y="334"/>
                </a:cubicBezTo>
                <a:cubicBezTo>
                  <a:pt x="5183" y="335"/>
                  <a:pt x="5182" y="336"/>
                  <a:pt x="5182" y="337"/>
                </a:cubicBezTo>
                <a:cubicBezTo>
                  <a:pt x="5180" y="338"/>
                  <a:pt x="5178" y="340"/>
                  <a:pt x="5173" y="342"/>
                </a:cubicBezTo>
                <a:cubicBezTo>
                  <a:pt x="5168" y="344"/>
                  <a:pt x="5163" y="346"/>
                  <a:pt x="5155" y="348"/>
                </a:cubicBezTo>
                <a:cubicBezTo>
                  <a:pt x="5148" y="350"/>
                  <a:pt x="5140" y="352"/>
                  <a:pt x="5130" y="353"/>
                </a:cubicBezTo>
                <a:cubicBezTo>
                  <a:pt x="5121" y="355"/>
                  <a:pt x="5111" y="355"/>
                  <a:pt x="5100" y="355"/>
                </a:cubicBezTo>
                <a:cubicBezTo>
                  <a:pt x="5081" y="355"/>
                  <a:pt x="5065" y="353"/>
                  <a:pt x="5051" y="348"/>
                </a:cubicBezTo>
                <a:cubicBezTo>
                  <a:pt x="5037" y="342"/>
                  <a:pt x="5025" y="335"/>
                  <a:pt x="5016" y="324"/>
                </a:cubicBezTo>
                <a:cubicBezTo>
                  <a:pt x="5006" y="314"/>
                  <a:pt x="4999" y="301"/>
                  <a:pt x="4994" y="286"/>
                </a:cubicBezTo>
                <a:cubicBezTo>
                  <a:pt x="4989" y="270"/>
                  <a:pt x="4986" y="252"/>
                  <a:pt x="4986" y="232"/>
                </a:cubicBezTo>
                <a:cubicBezTo>
                  <a:pt x="4986" y="213"/>
                  <a:pt x="4989" y="195"/>
                  <a:pt x="4994" y="179"/>
                </a:cubicBezTo>
                <a:cubicBezTo>
                  <a:pt x="4999" y="164"/>
                  <a:pt x="5007" y="150"/>
                  <a:pt x="5016" y="140"/>
                </a:cubicBezTo>
                <a:cubicBezTo>
                  <a:pt x="5026" y="129"/>
                  <a:pt x="5037" y="120"/>
                  <a:pt x="5050" y="115"/>
                </a:cubicBezTo>
                <a:cubicBezTo>
                  <a:pt x="5064" y="109"/>
                  <a:pt x="5079" y="106"/>
                  <a:pt x="5095" y="106"/>
                </a:cubicBezTo>
                <a:moveTo>
                  <a:pt x="2860" y="106"/>
                </a:moveTo>
                <a:cubicBezTo>
                  <a:pt x="2878" y="106"/>
                  <a:pt x="2893" y="109"/>
                  <a:pt x="2906" y="115"/>
                </a:cubicBezTo>
                <a:cubicBezTo>
                  <a:pt x="2918" y="120"/>
                  <a:pt x="2929" y="128"/>
                  <a:pt x="2937" y="138"/>
                </a:cubicBezTo>
                <a:cubicBezTo>
                  <a:pt x="2945" y="147"/>
                  <a:pt x="2951" y="159"/>
                  <a:pt x="2954" y="172"/>
                </a:cubicBezTo>
                <a:cubicBezTo>
                  <a:pt x="2958" y="185"/>
                  <a:pt x="2960" y="199"/>
                  <a:pt x="2960" y="214"/>
                </a:cubicBezTo>
                <a:lnTo>
                  <a:pt x="2960" y="221"/>
                </a:lnTo>
                <a:cubicBezTo>
                  <a:pt x="2960" y="228"/>
                  <a:pt x="2959" y="232"/>
                  <a:pt x="2955" y="235"/>
                </a:cubicBezTo>
                <a:cubicBezTo>
                  <a:pt x="2952" y="238"/>
                  <a:pt x="2948" y="239"/>
                  <a:pt x="2944" y="239"/>
                </a:cubicBezTo>
                <a:lnTo>
                  <a:pt x="2795" y="239"/>
                </a:lnTo>
                <a:cubicBezTo>
                  <a:pt x="2795" y="252"/>
                  <a:pt x="2796" y="263"/>
                  <a:pt x="2798" y="273"/>
                </a:cubicBezTo>
                <a:cubicBezTo>
                  <a:pt x="2801" y="283"/>
                  <a:pt x="2805" y="292"/>
                  <a:pt x="2811" y="299"/>
                </a:cubicBezTo>
                <a:cubicBezTo>
                  <a:pt x="2817" y="306"/>
                  <a:pt x="2825" y="312"/>
                  <a:pt x="2834" y="316"/>
                </a:cubicBezTo>
                <a:cubicBezTo>
                  <a:pt x="2843" y="320"/>
                  <a:pt x="2855" y="322"/>
                  <a:pt x="2869" y="322"/>
                </a:cubicBezTo>
                <a:cubicBezTo>
                  <a:pt x="2880" y="322"/>
                  <a:pt x="2889" y="321"/>
                  <a:pt x="2898" y="319"/>
                </a:cubicBezTo>
                <a:cubicBezTo>
                  <a:pt x="2906" y="317"/>
                  <a:pt x="2914" y="315"/>
                  <a:pt x="2919" y="313"/>
                </a:cubicBezTo>
                <a:cubicBezTo>
                  <a:pt x="2926" y="311"/>
                  <a:pt x="2931" y="309"/>
                  <a:pt x="2935" y="307"/>
                </a:cubicBezTo>
                <a:cubicBezTo>
                  <a:pt x="2939" y="305"/>
                  <a:pt x="2942" y="305"/>
                  <a:pt x="2944" y="305"/>
                </a:cubicBezTo>
                <a:cubicBezTo>
                  <a:pt x="2945" y="305"/>
                  <a:pt x="2946" y="305"/>
                  <a:pt x="2947" y="305"/>
                </a:cubicBezTo>
                <a:cubicBezTo>
                  <a:pt x="2948" y="306"/>
                  <a:pt x="2948" y="307"/>
                  <a:pt x="2949" y="308"/>
                </a:cubicBezTo>
                <a:cubicBezTo>
                  <a:pt x="2949" y="309"/>
                  <a:pt x="2950" y="311"/>
                  <a:pt x="2950" y="313"/>
                </a:cubicBezTo>
                <a:cubicBezTo>
                  <a:pt x="2951" y="315"/>
                  <a:pt x="2951" y="318"/>
                  <a:pt x="2951" y="321"/>
                </a:cubicBezTo>
                <a:cubicBezTo>
                  <a:pt x="2951" y="323"/>
                  <a:pt x="2951" y="325"/>
                  <a:pt x="2950" y="326"/>
                </a:cubicBezTo>
                <a:cubicBezTo>
                  <a:pt x="2950" y="328"/>
                  <a:pt x="2950" y="329"/>
                  <a:pt x="2950" y="331"/>
                </a:cubicBezTo>
                <a:cubicBezTo>
                  <a:pt x="2949" y="332"/>
                  <a:pt x="2949" y="333"/>
                  <a:pt x="2948" y="334"/>
                </a:cubicBezTo>
                <a:cubicBezTo>
                  <a:pt x="2948" y="335"/>
                  <a:pt x="2947" y="336"/>
                  <a:pt x="2946" y="337"/>
                </a:cubicBezTo>
                <a:cubicBezTo>
                  <a:pt x="2945" y="338"/>
                  <a:pt x="2942" y="340"/>
                  <a:pt x="2938" y="342"/>
                </a:cubicBezTo>
                <a:cubicBezTo>
                  <a:pt x="2933" y="344"/>
                  <a:pt x="2928" y="346"/>
                  <a:pt x="2920" y="348"/>
                </a:cubicBezTo>
                <a:cubicBezTo>
                  <a:pt x="2913" y="350"/>
                  <a:pt x="2905" y="352"/>
                  <a:pt x="2895" y="353"/>
                </a:cubicBezTo>
                <a:cubicBezTo>
                  <a:pt x="2886" y="355"/>
                  <a:pt x="2876" y="355"/>
                  <a:pt x="2865" y="355"/>
                </a:cubicBezTo>
                <a:cubicBezTo>
                  <a:pt x="2846" y="355"/>
                  <a:pt x="2830" y="353"/>
                  <a:pt x="2816" y="348"/>
                </a:cubicBezTo>
                <a:cubicBezTo>
                  <a:pt x="2802" y="342"/>
                  <a:pt x="2790" y="335"/>
                  <a:pt x="2781" y="324"/>
                </a:cubicBezTo>
                <a:cubicBezTo>
                  <a:pt x="2771" y="314"/>
                  <a:pt x="2764" y="301"/>
                  <a:pt x="2759" y="286"/>
                </a:cubicBezTo>
                <a:cubicBezTo>
                  <a:pt x="2754" y="270"/>
                  <a:pt x="2751" y="252"/>
                  <a:pt x="2751" y="232"/>
                </a:cubicBezTo>
                <a:cubicBezTo>
                  <a:pt x="2751" y="213"/>
                  <a:pt x="2754" y="195"/>
                  <a:pt x="2759" y="179"/>
                </a:cubicBezTo>
                <a:cubicBezTo>
                  <a:pt x="2764" y="164"/>
                  <a:pt x="2771" y="150"/>
                  <a:pt x="2781" y="140"/>
                </a:cubicBezTo>
                <a:cubicBezTo>
                  <a:pt x="2790" y="129"/>
                  <a:pt x="2802" y="120"/>
                  <a:pt x="2815" y="115"/>
                </a:cubicBezTo>
                <a:cubicBezTo>
                  <a:pt x="2828" y="109"/>
                  <a:pt x="2844" y="106"/>
                  <a:pt x="2860" y="106"/>
                </a:cubicBezTo>
                <a:moveTo>
                  <a:pt x="2633" y="106"/>
                </a:moveTo>
                <a:cubicBezTo>
                  <a:pt x="2639" y="106"/>
                  <a:pt x="2645" y="107"/>
                  <a:pt x="2651" y="108"/>
                </a:cubicBezTo>
                <a:cubicBezTo>
                  <a:pt x="2658" y="108"/>
                  <a:pt x="2663" y="110"/>
                  <a:pt x="2668" y="111"/>
                </a:cubicBezTo>
                <a:cubicBezTo>
                  <a:pt x="2673" y="113"/>
                  <a:pt x="2677" y="114"/>
                  <a:pt x="2680" y="116"/>
                </a:cubicBezTo>
                <a:cubicBezTo>
                  <a:pt x="2684" y="118"/>
                  <a:pt x="2686" y="120"/>
                  <a:pt x="2688" y="121"/>
                </a:cubicBezTo>
                <a:cubicBezTo>
                  <a:pt x="2690" y="122"/>
                  <a:pt x="2691" y="124"/>
                  <a:pt x="2692" y="124"/>
                </a:cubicBezTo>
                <a:cubicBezTo>
                  <a:pt x="2692" y="125"/>
                  <a:pt x="2693" y="127"/>
                  <a:pt x="2693" y="128"/>
                </a:cubicBezTo>
                <a:cubicBezTo>
                  <a:pt x="2693" y="129"/>
                  <a:pt x="2693" y="131"/>
                  <a:pt x="2694" y="132"/>
                </a:cubicBezTo>
                <a:cubicBezTo>
                  <a:pt x="2694" y="135"/>
                  <a:pt x="2694" y="137"/>
                  <a:pt x="2694" y="140"/>
                </a:cubicBezTo>
                <a:cubicBezTo>
                  <a:pt x="2694" y="142"/>
                  <a:pt x="2694" y="145"/>
                  <a:pt x="2694" y="147"/>
                </a:cubicBezTo>
                <a:cubicBezTo>
                  <a:pt x="2693" y="149"/>
                  <a:pt x="2693" y="151"/>
                  <a:pt x="2693" y="152"/>
                </a:cubicBezTo>
                <a:cubicBezTo>
                  <a:pt x="2692" y="153"/>
                  <a:pt x="2691" y="154"/>
                  <a:pt x="2691" y="155"/>
                </a:cubicBezTo>
                <a:cubicBezTo>
                  <a:pt x="2689" y="155"/>
                  <a:pt x="2689" y="156"/>
                  <a:pt x="2688" y="156"/>
                </a:cubicBezTo>
                <a:cubicBezTo>
                  <a:pt x="2686" y="156"/>
                  <a:pt x="2684" y="155"/>
                  <a:pt x="2681" y="153"/>
                </a:cubicBezTo>
                <a:cubicBezTo>
                  <a:pt x="2678" y="151"/>
                  <a:pt x="2675" y="149"/>
                  <a:pt x="2670" y="147"/>
                </a:cubicBezTo>
                <a:cubicBezTo>
                  <a:pt x="2665" y="145"/>
                  <a:pt x="2660" y="143"/>
                  <a:pt x="2654" y="141"/>
                </a:cubicBezTo>
                <a:cubicBezTo>
                  <a:pt x="2648" y="139"/>
                  <a:pt x="2641" y="138"/>
                  <a:pt x="2633" y="138"/>
                </a:cubicBezTo>
                <a:cubicBezTo>
                  <a:pt x="2626" y="138"/>
                  <a:pt x="2620" y="139"/>
                  <a:pt x="2614" y="141"/>
                </a:cubicBezTo>
                <a:cubicBezTo>
                  <a:pt x="2609" y="142"/>
                  <a:pt x="2604" y="145"/>
                  <a:pt x="2601" y="148"/>
                </a:cubicBezTo>
                <a:cubicBezTo>
                  <a:pt x="2597" y="150"/>
                  <a:pt x="2595" y="154"/>
                  <a:pt x="2593" y="158"/>
                </a:cubicBezTo>
                <a:cubicBezTo>
                  <a:pt x="2591" y="162"/>
                  <a:pt x="2590" y="166"/>
                  <a:pt x="2590" y="171"/>
                </a:cubicBezTo>
                <a:cubicBezTo>
                  <a:pt x="2590" y="178"/>
                  <a:pt x="2592" y="183"/>
                  <a:pt x="2596" y="188"/>
                </a:cubicBezTo>
                <a:cubicBezTo>
                  <a:pt x="2599" y="192"/>
                  <a:pt x="2603" y="196"/>
                  <a:pt x="2609" y="199"/>
                </a:cubicBezTo>
                <a:cubicBezTo>
                  <a:pt x="2614" y="203"/>
                  <a:pt x="2620" y="206"/>
                  <a:pt x="2627" y="209"/>
                </a:cubicBezTo>
                <a:cubicBezTo>
                  <a:pt x="2634" y="211"/>
                  <a:pt x="2641" y="214"/>
                  <a:pt x="2648" y="217"/>
                </a:cubicBezTo>
                <a:cubicBezTo>
                  <a:pt x="2655" y="220"/>
                  <a:pt x="2662" y="223"/>
                  <a:pt x="2669" y="226"/>
                </a:cubicBezTo>
                <a:cubicBezTo>
                  <a:pt x="2676" y="230"/>
                  <a:pt x="2682" y="234"/>
                  <a:pt x="2688" y="239"/>
                </a:cubicBezTo>
                <a:cubicBezTo>
                  <a:pt x="2693" y="244"/>
                  <a:pt x="2698" y="250"/>
                  <a:pt x="2701" y="257"/>
                </a:cubicBezTo>
                <a:cubicBezTo>
                  <a:pt x="2704" y="264"/>
                  <a:pt x="2706" y="273"/>
                  <a:pt x="2706" y="283"/>
                </a:cubicBezTo>
                <a:cubicBezTo>
                  <a:pt x="2706" y="294"/>
                  <a:pt x="2704" y="305"/>
                  <a:pt x="2699" y="314"/>
                </a:cubicBezTo>
                <a:cubicBezTo>
                  <a:pt x="2695" y="323"/>
                  <a:pt x="2689" y="330"/>
                  <a:pt x="2681" y="337"/>
                </a:cubicBezTo>
                <a:cubicBezTo>
                  <a:pt x="2673" y="343"/>
                  <a:pt x="2664" y="348"/>
                  <a:pt x="2653" y="351"/>
                </a:cubicBezTo>
                <a:cubicBezTo>
                  <a:pt x="2642" y="354"/>
                  <a:pt x="2630" y="355"/>
                  <a:pt x="2617" y="355"/>
                </a:cubicBezTo>
                <a:cubicBezTo>
                  <a:pt x="2609" y="355"/>
                  <a:pt x="2601" y="355"/>
                  <a:pt x="2594" y="354"/>
                </a:cubicBezTo>
                <a:cubicBezTo>
                  <a:pt x="2586" y="352"/>
                  <a:pt x="2580" y="351"/>
                  <a:pt x="2574" y="349"/>
                </a:cubicBezTo>
                <a:cubicBezTo>
                  <a:pt x="2568" y="347"/>
                  <a:pt x="2563" y="345"/>
                  <a:pt x="2559" y="343"/>
                </a:cubicBezTo>
                <a:cubicBezTo>
                  <a:pt x="2555" y="341"/>
                  <a:pt x="2552" y="339"/>
                  <a:pt x="2550" y="337"/>
                </a:cubicBezTo>
                <a:cubicBezTo>
                  <a:pt x="2549" y="335"/>
                  <a:pt x="2547" y="333"/>
                  <a:pt x="2546" y="330"/>
                </a:cubicBezTo>
                <a:cubicBezTo>
                  <a:pt x="2546" y="327"/>
                  <a:pt x="2545" y="323"/>
                  <a:pt x="2545" y="318"/>
                </a:cubicBezTo>
                <a:cubicBezTo>
                  <a:pt x="2545" y="314"/>
                  <a:pt x="2545" y="312"/>
                  <a:pt x="2546" y="310"/>
                </a:cubicBezTo>
                <a:cubicBezTo>
                  <a:pt x="2546" y="307"/>
                  <a:pt x="2546" y="306"/>
                  <a:pt x="2547" y="304"/>
                </a:cubicBezTo>
                <a:cubicBezTo>
                  <a:pt x="2547" y="303"/>
                  <a:pt x="2548" y="302"/>
                  <a:pt x="2549" y="301"/>
                </a:cubicBezTo>
                <a:cubicBezTo>
                  <a:pt x="2550" y="301"/>
                  <a:pt x="2551" y="300"/>
                  <a:pt x="2552" y="300"/>
                </a:cubicBezTo>
                <a:cubicBezTo>
                  <a:pt x="2554" y="300"/>
                  <a:pt x="2557" y="302"/>
                  <a:pt x="2560" y="304"/>
                </a:cubicBezTo>
                <a:cubicBezTo>
                  <a:pt x="2564" y="306"/>
                  <a:pt x="2568" y="309"/>
                  <a:pt x="2574" y="311"/>
                </a:cubicBezTo>
                <a:cubicBezTo>
                  <a:pt x="2579" y="314"/>
                  <a:pt x="2585" y="317"/>
                  <a:pt x="2592" y="319"/>
                </a:cubicBezTo>
                <a:cubicBezTo>
                  <a:pt x="2600" y="321"/>
                  <a:pt x="2608" y="322"/>
                  <a:pt x="2618" y="322"/>
                </a:cubicBezTo>
                <a:cubicBezTo>
                  <a:pt x="2625" y="322"/>
                  <a:pt x="2631" y="322"/>
                  <a:pt x="2637" y="320"/>
                </a:cubicBezTo>
                <a:cubicBezTo>
                  <a:pt x="2642" y="318"/>
                  <a:pt x="2648" y="316"/>
                  <a:pt x="2651" y="313"/>
                </a:cubicBezTo>
                <a:cubicBezTo>
                  <a:pt x="2656" y="310"/>
                  <a:pt x="2659" y="307"/>
                  <a:pt x="2661" y="302"/>
                </a:cubicBezTo>
                <a:cubicBezTo>
                  <a:pt x="2663" y="298"/>
                  <a:pt x="2665" y="292"/>
                  <a:pt x="2665" y="286"/>
                </a:cubicBezTo>
                <a:cubicBezTo>
                  <a:pt x="2665" y="280"/>
                  <a:pt x="2663" y="274"/>
                  <a:pt x="2660" y="270"/>
                </a:cubicBezTo>
                <a:cubicBezTo>
                  <a:pt x="2656" y="265"/>
                  <a:pt x="2652" y="262"/>
                  <a:pt x="2647" y="258"/>
                </a:cubicBezTo>
                <a:cubicBezTo>
                  <a:pt x="2642" y="255"/>
                  <a:pt x="2635" y="252"/>
                  <a:pt x="2628" y="249"/>
                </a:cubicBezTo>
                <a:cubicBezTo>
                  <a:pt x="2622" y="247"/>
                  <a:pt x="2615" y="244"/>
                  <a:pt x="2608" y="241"/>
                </a:cubicBezTo>
                <a:cubicBezTo>
                  <a:pt x="2601" y="238"/>
                  <a:pt x="2594" y="235"/>
                  <a:pt x="2587" y="231"/>
                </a:cubicBezTo>
                <a:cubicBezTo>
                  <a:pt x="2580" y="228"/>
                  <a:pt x="2574" y="223"/>
                  <a:pt x="2568" y="218"/>
                </a:cubicBezTo>
                <a:cubicBezTo>
                  <a:pt x="2563" y="213"/>
                  <a:pt x="2559" y="207"/>
                  <a:pt x="2555" y="199"/>
                </a:cubicBezTo>
                <a:cubicBezTo>
                  <a:pt x="2552" y="192"/>
                  <a:pt x="2551" y="184"/>
                  <a:pt x="2551" y="173"/>
                </a:cubicBezTo>
                <a:cubicBezTo>
                  <a:pt x="2551" y="165"/>
                  <a:pt x="2552" y="156"/>
                  <a:pt x="2556" y="148"/>
                </a:cubicBezTo>
                <a:cubicBezTo>
                  <a:pt x="2559" y="140"/>
                  <a:pt x="2565" y="132"/>
                  <a:pt x="2571" y="126"/>
                </a:cubicBezTo>
                <a:cubicBezTo>
                  <a:pt x="2578" y="120"/>
                  <a:pt x="2587" y="115"/>
                  <a:pt x="2597" y="112"/>
                </a:cubicBezTo>
                <a:cubicBezTo>
                  <a:pt x="2608" y="108"/>
                  <a:pt x="2620" y="106"/>
                  <a:pt x="2633" y="106"/>
                </a:cubicBezTo>
                <a:moveTo>
                  <a:pt x="2399" y="106"/>
                </a:moveTo>
                <a:cubicBezTo>
                  <a:pt x="2415" y="106"/>
                  <a:pt x="2429" y="108"/>
                  <a:pt x="2441" y="112"/>
                </a:cubicBezTo>
                <a:cubicBezTo>
                  <a:pt x="2452" y="115"/>
                  <a:pt x="2462" y="121"/>
                  <a:pt x="2469" y="128"/>
                </a:cubicBezTo>
                <a:cubicBezTo>
                  <a:pt x="2476" y="135"/>
                  <a:pt x="2481" y="144"/>
                  <a:pt x="2484" y="155"/>
                </a:cubicBezTo>
                <a:cubicBezTo>
                  <a:pt x="2487" y="165"/>
                  <a:pt x="2489" y="178"/>
                  <a:pt x="2489" y="192"/>
                </a:cubicBezTo>
                <a:lnTo>
                  <a:pt x="2489" y="345"/>
                </a:lnTo>
                <a:cubicBezTo>
                  <a:pt x="2489" y="347"/>
                  <a:pt x="2488" y="348"/>
                  <a:pt x="2487" y="349"/>
                </a:cubicBezTo>
                <a:cubicBezTo>
                  <a:pt x="2485" y="350"/>
                  <a:pt x="2483" y="351"/>
                  <a:pt x="2481" y="352"/>
                </a:cubicBezTo>
                <a:cubicBezTo>
                  <a:pt x="2479" y="352"/>
                  <a:pt x="2475" y="352"/>
                  <a:pt x="2471" y="352"/>
                </a:cubicBezTo>
                <a:cubicBezTo>
                  <a:pt x="2467" y="352"/>
                  <a:pt x="2463" y="352"/>
                  <a:pt x="2461" y="352"/>
                </a:cubicBezTo>
                <a:cubicBezTo>
                  <a:pt x="2458" y="351"/>
                  <a:pt x="2456" y="350"/>
                  <a:pt x="2455" y="349"/>
                </a:cubicBezTo>
                <a:cubicBezTo>
                  <a:pt x="2453" y="348"/>
                  <a:pt x="2453" y="347"/>
                  <a:pt x="2453" y="345"/>
                </a:cubicBezTo>
                <a:lnTo>
                  <a:pt x="2453" y="322"/>
                </a:lnTo>
                <a:cubicBezTo>
                  <a:pt x="2443" y="332"/>
                  <a:pt x="2432" y="341"/>
                  <a:pt x="2420" y="347"/>
                </a:cubicBezTo>
                <a:cubicBezTo>
                  <a:pt x="2408" y="353"/>
                  <a:pt x="2395" y="355"/>
                  <a:pt x="2381" y="355"/>
                </a:cubicBezTo>
                <a:cubicBezTo>
                  <a:pt x="2369" y="355"/>
                  <a:pt x="2358" y="354"/>
                  <a:pt x="2349" y="351"/>
                </a:cubicBezTo>
                <a:cubicBezTo>
                  <a:pt x="2339" y="348"/>
                  <a:pt x="2331" y="343"/>
                  <a:pt x="2324" y="337"/>
                </a:cubicBezTo>
                <a:cubicBezTo>
                  <a:pt x="2317" y="331"/>
                  <a:pt x="2312" y="324"/>
                  <a:pt x="2308" y="316"/>
                </a:cubicBezTo>
                <a:cubicBezTo>
                  <a:pt x="2304" y="307"/>
                  <a:pt x="2302" y="297"/>
                  <a:pt x="2302" y="286"/>
                </a:cubicBezTo>
                <a:cubicBezTo>
                  <a:pt x="2302" y="274"/>
                  <a:pt x="2305" y="263"/>
                  <a:pt x="2310" y="253"/>
                </a:cubicBezTo>
                <a:cubicBezTo>
                  <a:pt x="2316" y="244"/>
                  <a:pt x="2323" y="236"/>
                  <a:pt x="2332" y="230"/>
                </a:cubicBezTo>
                <a:cubicBezTo>
                  <a:pt x="2342" y="223"/>
                  <a:pt x="2354" y="219"/>
                  <a:pt x="2368" y="216"/>
                </a:cubicBezTo>
                <a:cubicBezTo>
                  <a:pt x="2383" y="213"/>
                  <a:pt x="2398" y="211"/>
                  <a:pt x="2416" y="211"/>
                </a:cubicBezTo>
                <a:lnTo>
                  <a:pt x="2447" y="211"/>
                </a:lnTo>
                <a:lnTo>
                  <a:pt x="2447" y="193"/>
                </a:lnTo>
                <a:cubicBezTo>
                  <a:pt x="2447" y="185"/>
                  <a:pt x="2446" y="177"/>
                  <a:pt x="2445" y="170"/>
                </a:cubicBezTo>
                <a:cubicBezTo>
                  <a:pt x="2443" y="163"/>
                  <a:pt x="2440" y="158"/>
                  <a:pt x="2435" y="153"/>
                </a:cubicBezTo>
                <a:cubicBezTo>
                  <a:pt x="2432" y="149"/>
                  <a:pt x="2426" y="145"/>
                  <a:pt x="2420" y="143"/>
                </a:cubicBezTo>
                <a:cubicBezTo>
                  <a:pt x="2413" y="141"/>
                  <a:pt x="2405" y="140"/>
                  <a:pt x="2395" y="140"/>
                </a:cubicBezTo>
                <a:cubicBezTo>
                  <a:pt x="2385" y="140"/>
                  <a:pt x="2376" y="141"/>
                  <a:pt x="2368" y="143"/>
                </a:cubicBezTo>
                <a:cubicBezTo>
                  <a:pt x="2360" y="146"/>
                  <a:pt x="2353" y="149"/>
                  <a:pt x="2346" y="151"/>
                </a:cubicBezTo>
                <a:cubicBezTo>
                  <a:pt x="2340" y="155"/>
                  <a:pt x="2335" y="157"/>
                  <a:pt x="2331" y="160"/>
                </a:cubicBezTo>
                <a:cubicBezTo>
                  <a:pt x="2327" y="162"/>
                  <a:pt x="2324" y="163"/>
                  <a:pt x="2322" y="163"/>
                </a:cubicBezTo>
                <a:cubicBezTo>
                  <a:pt x="2320" y="163"/>
                  <a:pt x="2319" y="163"/>
                  <a:pt x="2318" y="162"/>
                </a:cubicBezTo>
                <a:cubicBezTo>
                  <a:pt x="2317" y="162"/>
                  <a:pt x="2316" y="161"/>
                  <a:pt x="2316" y="159"/>
                </a:cubicBezTo>
                <a:cubicBezTo>
                  <a:pt x="2315" y="158"/>
                  <a:pt x="2314" y="156"/>
                  <a:pt x="2314" y="154"/>
                </a:cubicBezTo>
                <a:cubicBezTo>
                  <a:pt x="2314" y="152"/>
                  <a:pt x="2313" y="150"/>
                  <a:pt x="2313" y="147"/>
                </a:cubicBezTo>
                <a:cubicBezTo>
                  <a:pt x="2313" y="143"/>
                  <a:pt x="2314" y="140"/>
                  <a:pt x="2314" y="137"/>
                </a:cubicBezTo>
                <a:cubicBezTo>
                  <a:pt x="2315" y="135"/>
                  <a:pt x="2316" y="132"/>
                  <a:pt x="2319" y="130"/>
                </a:cubicBezTo>
                <a:cubicBezTo>
                  <a:pt x="2321" y="128"/>
                  <a:pt x="2325" y="125"/>
                  <a:pt x="2330" y="123"/>
                </a:cubicBezTo>
                <a:cubicBezTo>
                  <a:pt x="2336" y="120"/>
                  <a:pt x="2342" y="117"/>
                  <a:pt x="2349" y="114"/>
                </a:cubicBezTo>
                <a:cubicBezTo>
                  <a:pt x="2357" y="112"/>
                  <a:pt x="2365" y="110"/>
                  <a:pt x="2373" y="108"/>
                </a:cubicBezTo>
                <a:cubicBezTo>
                  <a:pt x="2382" y="107"/>
                  <a:pt x="2390" y="106"/>
                  <a:pt x="2399" y="106"/>
                </a:cubicBezTo>
                <a:moveTo>
                  <a:pt x="2153" y="106"/>
                </a:moveTo>
                <a:cubicBezTo>
                  <a:pt x="2171" y="106"/>
                  <a:pt x="2186" y="109"/>
                  <a:pt x="2199" y="115"/>
                </a:cubicBezTo>
                <a:cubicBezTo>
                  <a:pt x="2211" y="120"/>
                  <a:pt x="2222" y="128"/>
                  <a:pt x="2230" y="138"/>
                </a:cubicBezTo>
                <a:cubicBezTo>
                  <a:pt x="2238" y="147"/>
                  <a:pt x="2244" y="159"/>
                  <a:pt x="2247" y="172"/>
                </a:cubicBezTo>
                <a:cubicBezTo>
                  <a:pt x="2251" y="185"/>
                  <a:pt x="2253" y="199"/>
                  <a:pt x="2253" y="214"/>
                </a:cubicBezTo>
                <a:lnTo>
                  <a:pt x="2253" y="221"/>
                </a:lnTo>
                <a:cubicBezTo>
                  <a:pt x="2253" y="228"/>
                  <a:pt x="2252" y="232"/>
                  <a:pt x="2248" y="235"/>
                </a:cubicBezTo>
                <a:cubicBezTo>
                  <a:pt x="2245" y="238"/>
                  <a:pt x="2241" y="239"/>
                  <a:pt x="2237" y="239"/>
                </a:cubicBezTo>
                <a:lnTo>
                  <a:pt x="2087" y="239"/>
                </a:lnTo>
                <a:cubicBezTo>
                  <a:pt x="2087" y="252"/>
                  <a:pt x="2088" y="263"/>
                  <a:pt x="2090" y="273"/>
                </a:cubicBezTo>
                <a:cubicBezTo>
                  <a:pt x="2093" y="283"/>
                  <a:pt x="2097" y="292"/>
                  <a:pt x="2103" y="299"/>
                </a:cubicBezTo>
                <a:cubicBezTo>
                  <a:pt x="2109" y="306"/>
                  <a:pt x="2117" y="312"/>
                  <a:pt x="2126" y="316"/>
                </a:cubicBezTo>
                <a:cubicBezTo>
                  <a:pt x="2135" y="320"/>
                  <a:pt x="2147" y="322"/>
                  <a:pt x="2162" y="322"/>
                </a:cubicBezTo>
                <a:cubicBezTo>
                  <a:pt x="2173" y="322"/>
                  <a:pt x="2182" y="321"/>
                  <a:pt x="2191" y="319"/>
                </a:cubicBezTo>
                <a:cubicBezTo>
                  <a:pt x="2199" y="317"/>
                  <a:pt x="2207" y="315"/>
                  <a:pt x="2213" y="313"/>
                </a:cubicBezTo>
                <a:cubicBezTo>
                  <a:pt x="2219" y="311"/>
                  <a:pt x="2224" y="309"/>
                  <a:pt x="2228" y="307"/>
                </a:cubicBezTo>
                <a:cubicBezTo>
                  <a:pt x="2232" y="305"/>
                  <a:pt x="2235" y="305"/>
                  <a:pt x="2237" y="305"/>
                </a:cubicBezTo>
                <a:cubicBezTo>
                  <a:pt x="2238" y="305"/>
                  <a:pt x="2239" y="305"/>
                  <a:pt x="2240" y="305"/>
                </a:cubicBezTo>
                <a:cubicBezTo>
                  <a:pt x="2241" y="306"/>
                  <a:pt x="2241" y="307"/>
                  <a:pt x="2242" y="308"/>
                </a:cubicBezTo>
                <a:cubicBezTo>
                  <a:pt x="2243" y="309"/>
                  <a:pt x="2243" y="311"/>
                  <a:pt x="2243" y="313"/>
                </a:cubicBezTo>
                <a:cubicBezTo>
                  <a:pt x="2244" y="315"/>
                  <a:pt x="2244" y="318"/>
                  <a:pt x="2244" y="321"/>
                </a:cubicBezTo>
                <a:cubicBezTo>
                  <a:pt x="2244" y="323"/>
                  <a:pt x="2244" y="325"/>
                  <a:pt x="2243" y="326"/>
                </a:cubicBezTo>
                <a:cubicBezTo>
                  <a:pt x="2243" y="328"/>
                  <a:pt x="2243" y="329"/>
                  <a:pt x="2243" y="331"/>
                </a:cubicBezTo>
                <a:cubicBezTo>
                  <a:pt x="2243" y="332"/>
                  <a:pt x="2242" y="333"/>
                  <a:pt x="2241" y="334"/>
                </a:cubicBezTo>
                <a:cubicBezTo>
                  <a:pt x="2241" y="335"/>
                  <a:pt x="2240" y="336"/>
                  <a:pt x="2239" y="337"/>
                </a:cubicBezTo>
                <a:cubicBezTo>
                  <a:pt x="2238" y="338"/>
                  <a:pt x="2235" y="340"/>
                  <a:pt x="2231" y="342"/>
                </a:cubicBezTo>
                <a:cubicBezTo>
                  <a:pt x="2226" y="344"/>
                  <a:pt x="2221" y="346"/>
                  <a:pt x="2213" y="348"/>
                </a:cubicBezTo>
                <a:cubicBezTo>
                  <a:pt x="2206" y="350"/>
                  <a:pt x="2198" y="352"/>
                  <a:pt x="2188" y="353"/>
                </a:cubicBezTo>
                <a:cubicBezTo>
                  <a:pt x="2179" y="355"/>
                  <a:pt x="2169" y="355"/>
                  <a:pt x="2158" y="355"/>
                </a:cubicBezTo>
                <a:cubicBezTo>
                  <a:pt x="2138" y="355"/>
                  <a:pt x="2122" y="353"/>
                  <a:pt x="2108" y="348"/>
                </a:cubicBezTo>
                <a:cubicBezTo>
                  <a:pt x="2094" y="342"/>
                  <a:pt x="2082" y="335"/>
                  <a:pt x="2073" y="324"/>
                </a:cubicBezTo>
                <a:cubicBezTo>
                  <a:pt x="2063" y="314"/>
                  <a:pt x="2056" y="301"/>
                  <a:pt x="2051" y="286"/>
                </a:cubicBezTo>
                <a:cubicBezTo>
                  <a:pt x="2046" y="270"/>
                  <a:pt x="2043" y="252"/>
                  <a:pt x="2043" y="232"/>
                </a:cubicBezTo>
                <a:cubicBezTo>
                  <a:pt x="2043" y="213"/>
                  <a:pt x="2046" y="195"/>
                  <a:pt x="2051" y="179"/>
                </a:cubicBezTo>
                <a:cubicBezTo>
                  <a:pt x="2056" y="164"/>
                  <a:pt x="2063" y="150"/>
                  <a:pt x="2073" y="140"/>
                </a:cubicBezTo>
                <a:cubicBezTo>
                  <a:pt x="2082" y="129"/>
                  <a:pt x="2094" y="120"/>
                  <a:pt x="2107" y="115"/>
                </a:cubicBezTo>
                <a:cubicBezTo>
                  <a:pt x="2121" y="109"/>
                  <a:pt x="2136" y="106"/>
                  <a:pt x="2153" y="106"/>
                </a:cubicBezTo>
                <a:moveTo>
                  <a:pt x="1985" y="106"/>
                </a:moveTo>
                <a:cubicBezTo>
                  <a:pt x="1987" y="106"/>
                  <a:pt x="1989" y="106"/>
                  <a:pt x="1992" y="106"/>
                </a:cubicBezTo>
                <a:cubicBezTo>
                  <a:pt x="1995" y="107"/>
                  <a:pt x="1998" y="107"/>
                  <a:pt x="2001" y="108"/>
                </a:cubicBezTo>
                <a:cubicBezTo>
                  <a:pt x="2004" y="108"/>
                  <a:pt x="2007" y="109"/>
                  <a:pt x="2009" y="110"/>
                </a:cubicBezTo>
                <a:cubicBezTo>
                  <a:pt x="2012" y="111"/>
                  <a:pt x="2013" y="112"/>
                  <a:pt x="2014" y="113"/>
                </a:cubicBezTo>
                <a:cubicBezTo>
                  <a:pt x="2015" y="113"/>
                  <a:pt x="2016" y="114"/>
                  <a:pt x="2016" y="115"/>
                </a:cubicBezTo>
                <a:cubicBezTo>
                  <a:pt x="2016" y="116"/>
                  <a:pt x="2017" y="117"/>
                  <a:pt x="2017" y="118"/>
                </a:cubicBezTo>
                <a:cubicBezTo>
                  <a:pt x="2017" y="119"/>
                  <a:pt x="2018" y="121"/>
                  <a:pt x="2018" y="123"/>
                </a:cubicBezTo>
                <a:cubicBezTo>
                  <a:pt x="2018" y="125"/>
                  <a:pt x="2018" y="129"/>
                  <a:pt x="2018" y="132"/>
                </a:cubicBezTo>
                <a:cubicBezTo>
                  <a:pt x="2018" y="136"/>
                  <a:pt x="2018" y="139"/>
                  <a:pt x="2018" y="142"/>
                </a:cubicBezTo>
                <a:cubicBezTo>
                  <a:pt x="2017" y="144"/>
                  <a:pt x="2017" y="146"/>
                  <a:pt x="2016" y="148"/>
                </a:cubicBezTo>
                <a:cubicBezTo>
                  <a:pt x="2016" y="149"/>
                  <a:pt x="2015" y="150"/>
                  <a:pt x="2014" y="151"/>
                </a:cubicBezTo>
                <a:cubicBezTo>
                  <a:pt x="2014" y="151"/>
                  <a:pt x="2013" y="152"/>
                  <a:pt x="2011" y="152"/>
                </a:cubicBezTo>
                <a:cubicBezTo>
                  <a:pt x="2010" y="152"/>
                  <a:pt x="2008" y="151"/>
                  <a:pt x="2006" y="151"/>
                </a:cubicBezTo>
                <a:cubicBezTo>
                  <a:pt x="2004" y="150"/>
                  <a:pt x="2002" y="149"/>
                  <a:pt x="2000" y="149"/>
                </a:cubicBezTo>
                <a:cubicBezTo>
                  <a:pt x="1997" y="148"/>
                  <a:pt x="1995" y="147"/>
                  <a:pt x="1992" y="147"/>
                </a:cubicBezTo>
                <a:cubicBezTo>
                  <a:pt x="1989" y="146"/>
                  <a:pt x="1985" y="145"/>
                  <a:pt x="1982" y="145"/>
                </a:cubicBezTo>
                <a:cubicBezTo>
                  <a:pt x="1978" y="145"/>
                  <a:pt x="1973" y="146"/>
                  <a:pt x="1970" y="148"/>
                </a:cubicBezTo>
                <a:cubicBezTo>
                  <a:pt x="1965" y="150"/>
                  <a:pt x="1961" y="153"/>
                  <a:pt x="1957" y="156"/>
                </a:cubicBezTo>
                <a:cubicBezTo>
                  <a:pt x="1952" y="160"/>
                  <a:pt x="1948" y="165"/>
                  <a:pt x="1943" y="172"/>
                </a:cubicBezTo>
                <a:cubicBezTo>
                  <a:pt x="1938" y="178"/>
                  <a:pt x="1932" y="186"/>
                  <a:pt x="1926" y="195"/>
                </a:cubicBezTo>
                <a:lnTo>
                  <a:pt x="1926" y="344"/>
                </a:lnTo>
                <a:cubicBezTo>
                  <a:pt x="1926" y="346"/>
                  <a:pt x="1926" y="347"/>
                  <a:pt x="1925" y="348"/>
                </a:cubicBezTo>
                <a:cubicBezTo>
                  <a:pt x="1925" y="349"/>
                  <a:pt x="1924" y="349"/>
                  <a:pt x="1922" y="350"/>
                </a:cubicBezTo>
                <a:cubicBezTo>
                  <a:pt x="1921" y="351"/>
                  <a:pt x="1919" y="352"/>
                  <a:pt x="1916" y="352"/>
                </a:cubicBezTo>
                <a:cubicBezTo>
                  <a:pt x="1913" y="352"/>
                  <a:pt x="1910" y="352"/>
                  <a:pt x="1906" y="352"/>
                </a:cubicBezTo>
                <a:cubicBezTo>
                  <a:pt x="1901" y="352"/>
                  <a:pt x="1898" y="352"/>
                  <a:pt x="1895" y="352"/>
                </a:cubicBezTo>
                <a:cubicBezTo>
                  <a:pt x="1893" y="352"/>
                  <a:pt x="1891" y="351"/>
                  <a:pt x="1889" y="350"/>
                </a:cubicBezTo>
                <a:cubicBezTo>
                  <a:pt x="1888" y="349"/>
                  <a:pt x="1886" y="349"/>
                  <a:pt x="1886" y="348"/>
                </a:cubicBezTo>
                <a:cubicBezTo>
                  <a:pt x="1885" y="347"/>
                  <a:pt x="1885" y="346"/>
                  <a:pt x="1885" y="344"/>
                </a:cubicBezTo>
                <a:lnTo>
                  <a:pt x="1885" y="117"/>
                </a:lnTo>
                <a:cubicBezTo>
                  <a:pt x="1885" y="116"/>
                  <a:pt x="1885" y="115"/>
                  <a:pt x="1886" y="114"/>
                </a:cubicBezTo>
                <a:cubicBezTo>
                  <a:pt x="1886" y="113"/>
                  <a:pt x="1887" y="112"/>
                  <a:pt x="1889" y="112"/>
                </a:cubicBezTo>
                <a:cubicBezTo>
                  <a:pt x="1890" y="111"/>
                  <a:pt x="1892" y="110"/>
                  <a:pt x="1894" y="110"/>
                </a:cubicBezTo>
                <a:cubicBezTo>
                  <a:pt x="1897" y="110"/>
                  <a:pt x="1900" y="110"/>
                  <a:pt x="1904" y="110"/>
                </a:cubicBezTo>
                <a:cubicBezTo>
                  <a:pt x="1907" y="110"/>
                  <a:pt x="1911" y="110"/>
                  <a:pt x="1913" y="110"/>
                </a:cubicBezTo>
                <a:cubicBezTo>
                  <a:pt x="1916" y="110"/>
                  <a:pt x="1917" y="111"/>
                  <a:pt x="1919" y="112"/>
                </a:cubicBezTo>
                <a:cubicBezTo>
                  <a:pt x="1920" y="112"/>
                  <a:pt x="1921" y="113"/>
                  <a:pt x="1922" y="114"/>
                </a:cubicBezTo>
                <a:cubicBezTo>
                  <a:pt x="1922" y="115"/>
                  <a:pt x="1923" y="116"/>
                  <a:pt x="1923" y="117"/>
                </a:cubicBezTo>
                <a:lnTo>
                  <a:pt x="1923" y="150"/>
                </a:lnTo>
                <a:cubicBezTo>
                  <a:pt x="1929" y="141"/>
                  <a:pt x="1935" y="134"/>
                  <a:pt x="1940" y="128"/>
                </a:cubicBezTo>
                <a:cubicBezTo>
                  <a:pt x="1946" y="123"/>
                  <a:pt x="1951" y="118"/>
                  <a:pt x="1955" y="115"/>
                </a:cubicBezTo>
                <a:cubicBezTo>
                  <a:pt x="1960" y="112"/>
                  <a:pt x="1965" y="109"/>
                  <a:pt x="1970" y="108"/>
                </a:cubicBezTo>
                <a:cubicBezTo>
                  <a:pt x="1975" y="107"/>
                  <a:pt x="1980" y="106"/>
                  <a:pt x="1985" y="106"/>
                </a:cubicBezTo>
                <a:moveTo>
                  <a:pt x="1500" y="106"/>
                </a:moveTo>
                <a:cubicBezTo>
                  <a:pt x="1518" y="106"/>
                  <a:pt x="1533" y="109"/>
                  <a:pt x="1546" y="115"/>
                </a:cubicBezTo>
                <a:cubicBezTo>
                  <a:pt x="1559" y="120"/>
                  <a:pt x="1569" y="128"/>
                  <a:pt x="1577" y="138"/>
                </a:cubicBezTo>
                <a:cubicBezTo>
                  <a:pt x="1585" y="147"/>
                  <a:pt x="1591" y="159"/>
                  <a:pt x="1595" y="172"/>
                </a:cubicBezTo>
                <a:cubicBezTo>
                  <a:pt x="1598" y="185"/>
                  <a:pt x="1600" y="199"/>
                  <a:pt x="1600" y="214"/>
                </a:cubicBezTo>
                <a:lnTo>
                  <a:pt x="1600" y="221"/>
                </a:lnTo>
                <a:cubicBezTo>
                  <a:pt x="1600" y="228"/>
                  <a:pt x="1599" y="232"/>
                  <a:pt x="1595" y="235"/>
                </a:cubicBezTo>
                <a:cubicBezTo>
                  <a:pt x="1592" y="238"/>
                  <a:pt x="1588" y="239"/>
                  <a:pt x="1584" y="239"/>
                </a:cubicBezTo>
                <a:lnTo>
                  <a:pt x="1435" y="239"/>
                </a:lnTo>
                <a:cubicBezTo>
                  <a:pt x="1435" y="252"/>
                  <a:pt x="1436" y="263"/>
                  <a:pt x="1438" y="273"/>
                </a:cubicBezTo>
                <a:cubicBezTo>
                  <a:pt x="1441" y="283"/>
                  <a:pt x="1445" y="292"/>
                  <a:pt x="1451" y="299"/>
                </a:cubicBezTo>
                <a:cubicBezTo>
                  <a:pt x="1457" y="306"/>
                  <a:pt x="1465" y="312"/>
                  <a:pt x="1474" y="316"/>
                </a:cubicBezTo>
                <a:cubicBezTo>
                  <a:pt x="1483" y="320"/>
                  <a:pt x="1495" y="322"/>
                  <a:pt x="1509" y="322"/>
                </a:cubicBezTo>
                <a:cubicBezTo>
                  <a:pt x="1520" y="322"/>
                  <a:pt x="1529" y="321"/>
                  <a:pt x="1538" y="319"/>
                </a:cubicBezTo>
                <a:cubicBezTo>
                  <a:pt x="1546" y="317"/>
                  <a:pt x="1554" y="315"/>
                  <a:pt x="1560" y="313"/>
                </a:cubicBezTo>
                <a:cubicBezTo>
                  <a:pt x="1566" y="311"/>
                  <a:pt x="1571" y="309"/>
                  <a:pt x="1575" y="307"/>
                </a:cubicBezTo>
                <a:cubicBezTo>
                  <a:pt x="1579" y="305"/>
                  <a:pt x="1582" y="305"/>
                  <a:pt x="1584" y="305"/>
                </a:cubicBezTo>
                <a:cubicBezTo>
                  <a:pt x="1585" y="305"/>
                  <a:pt x="1586" y="305"/>
                  <a:pt x="1587" y="305"/>
                </a:cubicBezTo>
                <a:cubicBezTo>
                  <a:pt x="1588" y="306"/>
                  <a:pt x="1589" y="307"/>
                  <a:pt x="1589" y="308"/>
                </a:cubicBezTo>
                <a:cubicBezTo>
                  <a:pt x="1590" y="309"/>
                  <a:pt x="1590" y="311"/>
                  <a:pt x="1590" y="313"/>
                </a:cubicBezTo>
                <a:cubicBezTo>
                  <a:pt x="1591" y="315"/>
                  <a:pt x="1591" y="318"/>
                  <a:pt x="1591" y="321"/>
                </a:cubicBezTo>
                <a:cubicBezTo>
                  <a:pt x="1591" y="323"/>
                  <a:pt x="1591" y="325"/>
                  <a:pt x="1590" y="326"/>
                </a:cubicBezTo>
                <a:cubicBezTo>
                  <a:pt x="1590" y="328"/>
                  <a:pt x="1590" y="329"/>
                  <a:pt x="1590" y="331"/>
                </a:cubicBezTo>
                <a:cubicBezTo>
                  <a:pt x="1590" y="332"/>
                  <a:pt x="1589" y="333"/>
                  <a:pt x="1589" y="334"/>
                </a:cubicBezTo>
                <a:cubicBezTo>
                  <a:pt x="1588" y="335"/>
                  <a:pt x="1587" y="336"/>
                  <a:pt x="1586" y="337"/>
                </a:cubicBezTo>
                <a:cubicBezTo>
                  <a:pt x="1585" y="338"/>
                  <a:pt x="1583" y="340"/>
                  <a:pt x="1578" y="342"/>
                </a:cubicBezTo>
                <a:cubicBezTo>
                  <a:pt x="1573" y="344"/>
                  <a:pt x="1568" y="346"/>
                  <a:pt x="1560" y="348"/>
                </a:cubicBezTo>
                <a:cubicBezTo>
                  <a:pt x="1553" y="350"/>
                  <a:pt x="1545" y="352"/>
                  <a:pt x="1535" y="353"/>
                </a:cubicBezTo>
                <a:cubicBezTo>
                  <a:pt x="1526" y="355"/>
                  <a:pt x="1516" y="355"/>
                  <a:pt x="1505" y="355"/>
                </a:cubicBezTo>
                <a:cubicBezTo>
                  <a:pt x="1486" y="355"/>
                  <a:pt x="1470" y="353"/>
                  <a:pt x="1456" y="348"/>
                </a:cubicBezTo>
                <a:cubicBezTo>
                  <a:pt x="1442" y="342"/>
                  <a:pt x="1430" y="335"/>
                  <a:pt x="1421" y="324"/>
                </a:cubicBezTo>
                <a:cubicBezTo>
                  <a:pt x="1411" y="314"/>
                  <a:pt x="1404" y="301"/>
                  <a:pt x="1399" y="286"/>
                </a:cubicBezTo>
                <a:cubicBezTo>
                  <a:pt x="1394" y="270"/>
                  <a:pt x="1391" y="252"/>
                  <a:pt x="1391" y="232"/>
                </a:cubicBezTo>
                <a:cubicBezTo>
                  <a:pt x="1391" y="213"/>
                  <a:pt x="1394" y="195"/>
                  <a:pt x="1399" y="179"/>
                </a:cubicBezTo>
                <a:cubicBezTo>
                  <a:pt x="1404" y="164"/>
                  <a:pt x="1411" y="150"/>
                  <a:pt x="1421" y="140"/>
                </a:cubicBezTo>
                <a:cubicBezTo>
                  <a:pt x="1430" y="129"/>
                  <a:pt x="1442" y="120"/>
                  <a:pt x="1455" y="115"/>
                </a:cubicBezTo>
                <a:cubicBezTo>
                  <a:pt x="1469" y="109"/>
                  <a:pt x="1484" y="106"/>
                  <a:pt x="1500" y="106"/>
                </a:cubicBezTo>
                <a:moveTo>
                  <a:pt x="3118" y="84"/>
                </a:moveTo>
                <a:cubicBezTo>
                  <a:pt x="3120" y="84"/>
                  <a:pt x="3121" y="85"/>
                  <a:pt x="3123" y="86"/>
                </a:cubicBezTo>
                <a:lnTo>
                  <a:pt x="3322" y="186"/>
                </a:lnTo>
                <a:cubicBezTo>
                  <a:pt x="3324" y="187"/>
                  <a:pt x="3325" y="189"/>
                  <a:pt x="3326" y="192"/>
                </a:cubicBezTo>
                <a:cubicBezTo>
                  <a:pt x="3327" y="196"/>
                  <a:pt x="3328" y="200"/>
                  <a:pt x="3328" y="206"/>
                </a:cubicBezTo>
                <a:cubicBezTo>
                  <a:pt x="3328" y="209"/>
                  <a:pt x="3328" y="211"/>
                  <a:pt x="3327" y="214"/>
                </a:cubicBezTo>
                <a:cubicBezTo>
                  <a:pt x="3327" y="216"/>
                  <a:pt x="3327" y="218"/>
                  <a:pt x="3326" y="220"/>
                </a:cubicBezTo>
                <a:cubicBezTo>
                  <a:pt x="3326" y="221"/>
                  <a:pt x="3325" y="222"/>
                  <a:pt x="3324" y="223"/>
                </a:cubicBezTo>
                <a:cubicBezTo>
                  <a:pt x="3323" y="225"/>
                  <a:pt x="3322" y="225"/>
                  <a:pt x="3321" y="226"/>
                </a:cubicBezTo>
                <a:lnTo>
                  <a:pt x="3123" y="325"/>
                </a:lnTo>
                <a:cubicBezTo>
                  <a:pt x="3121" y="326"/>
                  <a:pt x="3120" y="327"/>
                  <a:pt x="3118" y="327"/>
                </a:cubicBezTo>
                <a:cubicBezTo>
                  <a:pt x="3117" y="327"/>
                  <a:pt x="3116" y="326"/>
                  <a:pt x="3115" y="325"/>
                </a:cubicBezTo>
                <a:cubicBezTo>
                  <a:pt x="3115" y="324"/>
                  <a:pt x="3114" y="322"/>
                  <a:pt x="3114" y="320"/>
                </a:cubicBezTo>
                <a:cubicBezTo>
                  <a:pt x="3114" y="317"/>
                  <a:pt x="3113" y="314"/>
                  <a:pt x="3113" y="310"/>
                </a:cubicBezTo>
                <a:cubicBezTo>
                  <a:pt x="3113" y="306"/>
                  <a:pt x="3113" y="302"/>
                  <a:pt x="3114" y="299"/>
                </a:cubicBezTo>
                <a:cubicBezTo>
                  <a:pt x="3114" y="296"/>
                  <a:pt x="3114" y="294"/>
                  <a:pt x="3115" y="292"/>
                </a:cubicBezTo>
                <a:cubicBezTo>
                  <a:pt x="3115" y="290"/>
                  <a:pt x="3116" y="289"/>
                  <a:pt x="3117" y="288"/>
                </a:cubicBezTo>
                <a:cubicBezTo>
                  <a:pt x="3118" y="287"/>
                  <a:pt x="3120" y="286"/>
                  <a:pt x="3122" y="285"/>
                </a:cubicBezTo>
                <a:lnTo>
                  <a:pt x="3284" y="205"/>
                </a:lnTo>
                <a:lnTo>
                  <a:pt x="3123" y="127"/>
                </a:lnTo>
                <a:cubicBezTo>
                  <a:pt x="3121" y="126"/>
                  <a:pt x="3119" y="125"/>
                  <a:pt x="3118" y="124"/>
                </a:cubicBezTo>
                <a:cubicBezTo>
                  <a:pt x="3116" y="123"/>
                  <a:pt x="3115" y="122"/>
                  <a:pt x="3115" y="120"/>
                </a:cubicBezTo>
                <a:cubicBezTo>
                  <a:pt x="3114" y="118"/>
                  <a:pt x="3114" y="116"/>
                  <a:pt x="3114" y="113"/>
                </a:cubicBezTo>
                <a:cubicBezTo>
                  <a:pt x="3113" y="110"/>
                  <a:pt x="3113" y="106"/>
                  <a:pt x="3113" y="101"/>
                </a:cubicBezTo>
                <a:cubicBezTo>
                  <a:pt x="3113" y="97"/>
                  <a:pt x="3114" y="94"/>
                  <a:pt x="3114" y="91"/>
                </a:cubicBezTo>
                <a:cubicBezTo>
                  <a:pt x="3114" y="89"/>
                  <a:pt x="3115" y="87"/>
                  <a:pt x="3115" y="86"/>
                </a:cubicBezTo>
                <a:cubicBezTo>
                  <a:pt x="3116" y="85"/>
                  <a:pt x="3117" y="84"/>
                  <a:pt x="3118" y="84"/>
                </a:cubicBezTo>
                <a:moveTo>
                  <a:pt x="333" y="60"/>
                </a:moveTo>
                <a:lnTo>
                  <a:pt x="333" y="165"/>
                </a:lnTo>
                <a:lnTo>
                  <a:pt x="382" y="165"/>
                </a:lnTo>
                <a:cubicBezTo>
                  <a:pt x="393" y="165"/>
                  <a:pt x="402" y="164"/>
                  <a:pt x="409" y="161"/>
                </a:cubicBezTo>
                <a:cubicBezTo>
                  <a:pt x="416" y="158"/>
                  <a:pt x="422" y="154"/>
                  <a:pt x="426" y="149"/>
                </a:cubicBezTo>
                <a:cubicBezTo>
                  <a:pt x="431" y="144"/>
                  <a:pt x="434" y="138"/>
                  <a:pt x="436" y="132"/>
                </a:cubicBezTo>
                <a:cubicBezTo>
                  <a:pt x="438" y="125"/>
                  <a:pt x="439" y="118"/>
                  <a:pt x="439" y="111"/>
                </a:cubicBezTo>
                <a:cubicBezTo>
                  <a:pt x="439" y="103"/>
                  <a:pt x="438" y="96"/>
                  <a:pt x="436" y="90"/>
                </a:cubicBezTo>
                <a:cubicBezTo>
                  <a:pt x="434" y="83"/>
                  <a:pt x="430" y="78"/>
                  <a:pt x="426" y="74"/>
                </a:cubicBezTo>
                <a:cubicBezTo>
                  <a:pt x="421" y="69"/>
                  <a:pt x="415" y="65"/>
                  <a:pt x="407" y="63"/>
                </a:cubicBezTo>
                <a:cubicBezTo>
                  <a:pt x="400" y="61"/>
                  <a:pt x="390" y="60"/>
                  <a:pt x="377" y="60"/>
                </a:cubicBezTo>
                <a:lnTo>
                  <a:pt x="333" y="60"/>
                </a:lnTo>
                <a:moveTo>
                  <a:pt x="4199" y="23"/>
                </a:moveTo>
                <a:lnTo>
                  <a:pt x="4226" y="23"/>
                </a:lnTo>
                <a:cubicBezTo>
                  <a:pt x="4231" y="23"/>
                  <a:pt x="4236" y="24"/>
                  <a:pt x="4240" y="25"/>
                </a:cubicBezTo>
                <a:cubicBezTo>
                  <a:pt x="4244" y="26"/>
                  <a:pt x="4248" y="27"/>
                  <a:pt x="4251" y="30"/>
                </a:cubicBezTo>
                <a:cubicBezTo>
                  <a:pt x="4254" y="32"/>
                  <a:pt x="4257" y="35"/>
                  <a:pt x="4259" y="38"/>
                </a:cubicBezTo>
                <a:cubicBezTo>
                  <a:pt x="4261" y="41"/>
                  <a:pt x="4263" y="45"/>
                  <a:pt x="4264" y="50"/>
                </a:cubicBezTo>
                <a:lnTo>
                  <a:pt x="4357" y="287"/>
                </a:lnTo>
                <a:lnTo>
                  <a:pt x="4358" y="287"/>
                </a:lnTo>
                <a:lnTo>
                  <a:pt x="4455" y="51"/>
                </a:lnTo>
                <a:cubicBezTo>
                  <a:pt x="4458" y="46"/>
                  <a:pt x="4459" y="41"/>
                  <a:pt x="4462" y="38"/>
                </a:cubicBezTo>
                <a:cubicBezTo>
                  <a:pt x="4464" y="34"/>
                  <a:pt x="4466" y="31"/>
                  <a:pt x="4469" y="29"/>
                </a:cubicBezTo>
                <a:cubicBezTo>
                  <a:pt x="4472" y="27"/>
                  <a:pt x="4475" y="26"/>
                  <a:pt x="4478" y="25"/>
                </a:cubicBezTo>
                <a:cubicBezTo>
                  <a:pt x="4481" y="24"/>
                  <a:pt x="4485" y="23"/>
                  <a:pt x="4489" y="23"/>
                </a:cubicBezTo>
                <a:lnTo>
                  <a:pt x="4517" y="23"/>
                </a:lnTo>
                <a:cubicBezTo>
                  <a:pt x="4520" y="23"/>
                  <a:pt x="4522" y="24"/>
                  <a:pt x="4524" y="25"/>
                </a:cubicBezTo>
                <a:cubicBezTo>
                  <a:pt x="4527" y="25"/>
                  <a:pt x="4529" y="26"/>
                  <a:pt x="4530" y="28"/>
                </a:cubicBezTo>
                <a:cubicBezTo>
                  <a:pt x="4532" y="29"/>
                  <a:pt x="4533" y="32"/>
                  <a:pt x="4534" y="34"/>
                </a:cubicBezTo>
                <a:cubicBezTo>
                  <a:pt x="4535" y="37"/>
                  <a:pt x="4536" y="39"/>
                  <a:pt x="4536" y="43"/>
                </a:cubicBezTo>
                <a:lnTo>
                  <a:pt x="4536" y="344"/>
                </a:lnTo>
                <a:cubicBezTo>
                  <a:pt x="4536" y="346"/>
                  <a:pt x="4536" y="347"/>
                  <a:pt x="4535" y="348"/>
                </a:cubicBezTo>
                <a:cubicBezTo>
                  <a:pt x="4534" y="349"/>
                  <a:pt x="4533" y="349"/>
                  <a:pt x="4531" y="350"/>
                </a:cubicBezTo>
                <a:cubicBezTo>
                  <a:pt x="4529" y="351"/>
                  <a:pt x="4527" y="351"/>
                  <a:pt x="4525" y="352"/>
                </a:cubicBezTo>
                <a:cubicBezTo>
                  <a:pt x="4522" y="352"/>
                  <a:pt x="4518" y="352"/>
                  <a:pt x="4514" y="352"/>
                </a:cubicBezTo>
                <a:cubicBezTo>
                  <a:pt x="4510" y="352"/>
                  <a:pt x="4507" y="352"/>
                  <a:pt x="4504" y="352"/>
                </a:cubicBezTo>
                <a:cubicBezTo>
                  <a:pt x="4501" y="351"/>
                  <a:pt x="4499" y="351"/>
                  <a:pt x="4497" y="350"/>
                </a:cubicBezTo>
                <a:cubicBezTo>
                  <a:pt x="4495" y="349"/>
                  <a:pt x="4494" y="349"/>
                  <a:pt x="4494" y="348"/>
                </a:cubicBezTo>
                <a:cubicBezTo>
                  <a:pt x="4493" y="347"/>
                  <a:pt x="4493" y="346"/>
                  <a:pt x="4493" y="344"/>
                </a:cubicBezTo>
                <a:lnTo>
                  <a:pt x="4493" y="60"/>
                </a:lnTo>
                <a:lnTo>
                  <a:pt x="4492" y="60"/>
                </a:lnTo>
                <a:lnTo>
                  <a:pt x="4377" y="346"/>
                </a:lnTo>
                <a:cubicBezTo>
                  <a:pt x="4376" y="347"/>
                  <a:pt x="4376" y="348"/>
                  <a:pt x="4375" y="348"/>
                </a:cubicBezTo>
                <a:cubicBezTo>
                  <a:pt x="4374" y="349"/>
                  <a:pt x="4373" y="350"/>
                  <a:pt x="4371" y="350"/>
                </a:cubicBezTo>
                <a:cubicBezTo>
                  <a:pt x="4369" y="351"/>
                  <a:pt x="4367" y="352"/>
                  <a:pt x="4364" y="352"/>
                </a:cubicBezTo>
                <a:cubicBezTo>
                  <a:pt x="4362" y="352"/>
                  <a:pt x="4359" y="352"/>
                  <a:pt x="4356" y="352"/>
                </a:cubicBezTo>
                <a:cubicBezTo>
                  <a:pt x="4352" y="352"/>
                  <a:pt x="4349" y="352"/>
                  <a:pt x="4347" y="352"/>
                </a:cubicBezTo>
                <a:cubicBezTo>
                  <a:pt x="4344" y="352"/>
                  <a:pt x="4342" y="351"/>
                  <a:pt x="4340" y="350"/>
                </a:cubicBezTo>
                <a:cubicBezTo>
                  <a:pt x="4339" y="350"/>
                  <a:pt x="4337" y="349"/>
                  <a:pt x="4337" y="348"/>
                </a:cubicBezTo>
                <a:cubicBezTo>
                  <a:pt x="4336" y="347"/>
                  <a:pt x="4335" y="347"/>
                  <a:pt x="4334" y="346"/>
                </a:cubicBezTo>
                <a:lnTo>
                  <a:pt x="4225" y="60"/>
                </a:lnTo>
                <a:lnTo>
                  <a:pt x="4224" y="60"/>
                </a:lnTo>
                <a:lnTo>
                  <a:pt x="4224" y="344"/>
                </a:lnTo>
                <a:cubicBezTo>
                  <a:pt x="4224" y="346"/>
                  <a:pt x="4224" y="347"/>
                  <a:pt x="4223" y="348"/>
                </a:cubicBezTo>
                <a:cubicBezTo>
                  <a:pt x="4223" y="349"/>
                  <a:pt x="4221" y="349"/>
                  <a:pt x="4220" y="350"/>
                </a:cubicBezTo>
                <a:cubicBezTo>
                  <a:pt x="4218" y="351"/>
                  <a:pt x="4216" y="351"/>
                  <a:pt x="4213" y="352"/>
                </a:cubicBezTo>
                <a:cubicBezTo>
                  <a:pt x="4210" y="352"/>
                  <a:pt x="4206" y="352"/>
                  <a:pt x="4202" y="352"/>
                </a:cubicBezTo>
                <a:cubicBezTo>
                  <a:pt x="4198" y="352"/>
                  <a:pt x="4195" y="352"/>
                  <a:pt x="4192" y="352"/>
                </a:cubicBezTo>
                <a:cubicBezTo>
                  <a:pt x="4189" y="351"/>
                  <a:pt x="4187" y="351"/>
                  <a:pt x="4185" y="350"/>
                </a:cubicBezTo>
                <a:cubicBezTo>
                  <a:pt x="4184" y="349"/>
                  <a:pt x="4182" y="349"/>
                  <a:pt x="4182" y="348"/>
                </a:cubicBezTo>
                <a:cubicBezTo>
                  <a:pt x="4181" y="347"/>
                  <a:pt x="4181" y="346"/>
                  <a:pt x="4181" y="344"/>
                </a:cubicBezTo>
                <a:lnTo>
                  <a:pt x="4181" y="43"/>
                </a:lnTo>
                <a:cubicBezTo>
                  <a:pt x="4181" y="36"/>
                  <a:pt x="4183" y="31"/>
                  <a:pt x="4187" y="28"/>
                </a:cubicBezTo>
                <a:cubicBezTo>
                  <a:pt x="4190" y="25"/>
                  <a:pt x="4194" y="23"/>
                  <a:pt x="4199" y="23"/>
                </a:cubicBezTo>
                <a:moveTo>
                  <a:pt x="3759" y="23"/>
                </a:moveTo>
                <a:lnTo>
                  <a:pt x="3786" y="23"/>
                </a:lnTo>
                <a:cubicBezTo>
                  <a:pt x="3791" y="23"/>
                  <a:pt x="3796" y="24"/>
                  <a:pt x="3800" y="25"/>
                </a:cubicBezTo>
                <a:cubicBezTo>
                  <a:pt x="3804" y="26"/>
                  <a:pt x="3807" y="27"/>
                  <a:pt x="3811" y="30"/>
                </a:cubicBezTo>
                <a:cubicBezTo>
                  <a:pt x="3814" y="32"/>
                  <a:pt x="3816" y="35"/>
                  <a:pt x="3818" y="38"/>
                </a:cubicBezTo>
                <a:cubicBezTo>
                  <a:pt x="3820" y="41"/>
                  <a:pt x="3822" y="45"/>
                  <a:pt x="3824" y="50"/>
                </a:cubicBezTo>
                <a:lnTo>
                  <a:pt x="3917" y="287"/>
                </a:lnTo>
                <a:lnTo>
                  <a:pt x="3918" y="287"/>
                </a:lnTo>
                <a:lnTo>
                  <a:pt x="4015" y="51"/>
                </a:lnTo>
                <a:cubicBezTo>
                  <a:pt x="4017" y="46"/>
                  <a:pt x="4019" y="41"/>
                  <a:pt x="4022" y="38"/>
                </a:cubicBezTo>
                <a:cubicBezTo>
                  <a:pt x="4024" y="34"/>
                  <a:pt x="4026" y="31"/>
                  <a:pt x="4029" y="29"/>
                </a:cubicBezTo>
                <a:cubicBezTo>
                  <a:pt x="4031" y="27"/>
                  <a:pt x="4034" y="26"/>
                  <a:pt x="4037" y="25"/>
                </a:cubicBezTo>
                <a:cubicBezTo>
                  <a:pt x="4041" y="24"/>
                  <a:pt x="4045" y="23"/>
                  <a:pt x="4049" y="23"/>
                </a:cubicBezTo>
                <a:lnTo>
                  <a:pt x="4077" y="23"/>
                </a:lnTo>
                <a:cubicBezTo>
                  <a:pt x="4079" y="23"/>
                  <a:pt x="4082" y="24"/>
                  <a:pt x="4084" y="25"/>
                </a:cubicBezTo>
                <a:cubicBezTo>
                  <a:pt x="4086" y="25"/>
                  <a:pt x="4088" y="26"/>
                  <a:pt x="4090" y="28"/>
                </a:cubicBezTo>
                <a:cubicBezTo>
                  <a:pt x="4092" y="29"/>
                  <a:pt x="4093" y="32"/>
                  <a:pt x="4094" y="34"/>
                </a:cubicBezTo>
                <a:cubicBezTo>
                  <a:pt x="4095" y="37"/>
                  <a:pt x="4096" y="39"/>
                  <a:pt x="4096" y="43"/>
                </a:cubicBezTo>
                <a:lnTo>
                  <a:pt x="4096" y="344"/>
                </a:lnTo>
                <a:cubicBezTo>
                  <a:pt x="4096" y="346"/>
                  <a:pt x="4095" y="347"/>
                  <a:pt x="4095" y="348"/>
                </a:cubicBezTo>
                <a:cubicBezTo>
                  <a:pt x="4094" y="349"/>
                  <a:pt x="4092" y="349"/>
                  <a:pt x="4091" y="350"/>
                </a:cubicBezTo>
                <a:cubicBezTo>
                  <a:pt x="4089" y="351"/>
                  <a:pt x="4087" y="351"/>
                  <a:pt x="4084" y="352"/>
                </a:cubicBezTo>
                <a:cubicBezTo>
                  <a:pt x="4082" y="352"/>
                  <a:pt x="4078" y="352"/>
                  <a:pt x="4074" y="352"/>
                </a:cubicBezTo>
                <a:cubicBezTo>
                  <a:pt x="4070" y="352"/>
                  <a:pt x="4066" y="352"/>
                  <a:pt x="4064" y="352"/>
                </a:cubicBezTo>
                <a:cubicBezTo>
                  <a:pt x="4061" y="351"/>
                  <a:pt x="4058" y="351"/>
                  <a:pt x="4057" y="350"/>
                </a:cubicBezTo>
                <a:cubicBezTo>
                  <a:pt x="4055" y="349"/>
                  <a:pt x="4054" y="349"/>
                  <a:pt x="4053" y="348"/>
                </a:cubicBezTo>
                <a:cubicBezTo>
                  <a:pt x="4053" y="347"/>
                  <a:pt x="4052" y="346"/>
                  <a:pt x="4052" y="344"/>
                </a:cubicBezTo>
                <a:lnTo>
                  <a:pt x="4052" y="60"/>
                </a:lnTo>
                <a:lnTo>
                  <a:pt x="3937" y="346"/>
                </a:lnTo>
                <a:cubicBezTo>
                  <a:pt x="3936" y="347"/>
                  <a:pt x="3935" y="348"/>
                  <a:pt x="3934" y="348"/>
                </a:cubicBezTo>
                <a:cubicBezTo>
                  <a:pt x="3934" y="349"/>
                  <a:pt x="3932" y="350"/>
                  <a:pt x="3931" y="350"/>
                </a:cubicBezTo>
                <a:cubicBezTo>
                  <a:pt x="3929" y="351"/>
                  <a:pt x="3927" y="352"/>
                  <a:pt x="3924" y="352"/>
                </a:cubicBezTo>
                <a:cubicBezTo>
                  <a:pt x="3922" y="352"/>
                  <a:pt x="3919" y="352"/>
                  <a:pt x="3915" y="352"/>
                </a:cubicBezTo>
                <a:cubicBezTo>
                  <a:pt x="3912" y="352"/>
                  <a:pt x="3909" y="352"/>
                  <a:pt x="3907" y="352"/>
                </a:cubicBezTo>
                <a:cubicBezTo>
                  <a:pt x="3904" y="352"/>
                  <a:pt x="3902" y="351"/>
                  <a:pt x="3900" y="350"/>
                </a:cubicBezTo>
                <a:cubicBezTo>
                  <a:pt x="3898" y="350"/>
                  <a:pt x="3897" y="349"/>
                  <a:pt x="3896" y="348"/>
                </a:cubicBezTo>
                <a:cubicBezTo>
                  <a:pt x="3895" y="347"/>
                  <a:pt x="3895" y="347"/>
                  <a:pt x="3894" y="346"/>
                </a:cubicBezTo>
                <a:lnTo>
                  <a:pt x="3785" y="60"/>
                </a:lnTo>
                <a:lnTo>
                  <a:pt x="3784" y="60"/>
                </a:lnTo>
                <a:lnTo>
                  <a:pt x="3784" y="344"/>
                </a:lnTo>
                <a:cubicBezTo>
                  <a:pt x="3784" y="346"/>
                  <a:pt x="3784" y="347"/>
                  <a:pt x="3783" y="348"/>
                </a:cubicBezTo>
                <a:cubicBezTo>
                  <a:pt x="3782" y="349"/>
                  <a:pt x="3781" y="349"/>
                  <a:pt x="3780" y="350"/>
                </a:cubicBezTo>
                <a:cubicBezTo>
                  <a:pt x="3778" y="351"/>
                  <a:pt x="3775" y="351"/>
                  <a:pt x="3773" y="352"/>
                </a:cubicBezTo>
                <a:cubicBezTo>
                  <a:pt x="3770" y="352"/>
                  <a:pt x="3766" y="352"/>
                  <a:pt x="3762" y="352"/>
                </a:cubicBezTo>
                <a:cubicBezTo>
                  <a:pt x="3758" y="352"/>
                  <a:pt x="3755" y="352"/>
                  <a:pt x="3752" y="352"/>
                </a:cubicBezTo>
                <a:cubicBezTo>
                  <a:pt x="3749" y="351"/>
                  <a:pt x="3747" y="351"/>
                  <a:pt x="3745" y="350"/>
                </a:cubicBezTo>
                <a:cubicBezTo>
                  <a:pt x="3743" y="349"/>
                  <a:pt x="3742" y="349"/>
                  <a:pt x="3741" y="348"/>
                </a:cubicBezTo>
                <a:cubicBezTo>
                  <a:pt x="3741" y="347"/>
                  <a:pt x="3741" y="346"/>
                  <a:pt x="3741" y="344"/>
                </a:cubicBezTo>
                <a:lnTo>
                  <a:pt x="3741" y="43"/>
                </a:lnTo>
                <a:cubicBezTo>
                  <a:pt x="3741" y="36"/>
                  <a:pt x="3743" y="31"/>
                  <a:pt x="3746" y="28"/>
                </a:cubicBezTo>
                <a:cubicBezTo>
                  <a:pt x="3750" y="25"/>
                  <a:pt x="3754" y="23"/>
                  <a:pt x="3759" y="23"/>
                </a:cubicBezTo>
                <a:moveTo>
                  <a:pt x="306" y="23"/>
                </a:moveTo>
                <a:lnTo>
                  <a:pt x="380" y="23"/>
                </a:lnTo>
                <a:cubicBezTo>
                  <a:pt x="399" y="23"/>
                  <a:pt x="415" y="25"/>
                  <a:pt x="428" y="29"/>
                </a:cubicBezTo>
                <a:cubicBezTo>
                  <a:pt x="440" y="33"/>
                  <a:pt x="450" y="38"/>
                  <a:pt x="459" y="45"/>
                </a:cubicBezTo>
                <a:cubicBezTo>
                  <a:pt x="467" y="52"/>
                  <a:pt x="473" y="62"/>
                  <a:pt x="478" y="72"/>
                </a:cubicBezTo>
                <a:cubicBezTo>
                  <a:pt x="482" y="82"/>
                  <a:pt x="484" y="94"/>
                  <a:pt x="484" y="107"/>
                </a:cubicBezTo>
                <a:cubicBezTo>
                  <a:pt x="484" y="114"/>
                  <a:pt x="483" y="122"/>
                  <a:pt x="481" y="129"/>
                </a:cubicBezTo>
                <a:cubicBezTo>
                  <a:pt x="479" y="136"/>
                  <a:pt x="477" y="143"/>
                  <a:pt x="473" y="149"/>
                </a:cubicBezTo>
                <a:cubicBezTo>
                  <a:pt x="470" y="155"/>
                  <a:pt x="465" y="160"/>
                  <a:pt x="459" y="165"/>
                </a:cubicBezTo>
                <a:cubicBezTo>
                  <a:pt x="454" y="169"/>
                  <a:pt x="448" y="173"/>
                  <a:pt x="441" y="176"/>
                </a:cubicBezTo>
                <a:cubicBezTo>
                  <a:pt x="449" y="178"/>
                  <a:pt x="458" y="181"/>
                  <a:pt x="466" y="185"/>
                </a:cubicBezTo>
                <a:cubicBezTo>
                  <a:pt x="473" y="190"/>
                  <a:pt x="480" y="196"/>
                  <a:pt x="486" y="202"/>
                </a:cubicBezTo>
                <a:cubicBezTo>
                  <a:pt x="492" y="209"/>
                  <a:pt x="496" y="217"/>
                  <a:pt x="499" y="227"/>
                </a:cubicBezTo>
                <a:cubicBezTo>
                  <a:pt x="503" y="236"/>
                  <a:pt x="505" y="246"/>
                  <a:pt x="505" y="257"/>
                </a:cubicBezTo>
                <a:cubicBezTo>
                  <a:pt x="505" y="268"/>
                  <a:pt x="503" y="277"/>
                  <a:pt x="501" y="286"/>
                </a:cubicBezTo>
                <a:cubicBezTo>
                  <a:pt x="498" y="294"/>
                  <a:pt x="495" y="302"/>
                  <a:pt x="490" y="309"/>
                </a:cubicBezTo>
                <a:cubicBezTo>
                  <a:pt x="485" y="316"/>
                  <a:pt x="479" y="322"/>
                  <a:pt x="473" y="327"/>
                </a:cubicBezTo>
                <a:cubicBezTo>
                  <a:pt x="466" y="332"/>
                  <a:pt x="459" y="337"/>
                  <a:pt x="450" y="340"/>
                </a:cubicBezTo>
                <a:cubicBezTo>
                  <a:pt x="442" y="344"/>
                  <a:pt x="433" y="346"/>
                  <a:pt x="424" y="348"/>
                </a:cubicBezTo>
                <a:cubicBezTo>
                  <a:pt x="414" y="350"/>
                  <a:pt x="403" y="351"/>
                  <a:pt x="391" y="351"/>
                </a:cubicBezTo>
                <a:lnTo>
                  <a:pt x="306" y="351"/>
                </a:lnTo>
                <a:cubicBezTo>
                  <a:pt x="302" y="351"/>
                  <a:pt x="298" y="349"/>
                  <a:pt x="295" y="347"/>
                </a:cubicBezTo>
                <a:cubicBezTo>
                  <a:pt x="291" y="344"/>
                  <a:pt x="290" y="340"/>
                  <a:pt x="290" y="333"/>
                </a:cubicBezTo>
                <a:lnTo>
                  <a:pt x="290" y="41"/>
                </a:lnTo>
                <a:cubicBezTo>
                  <a:pt x="290" y="34"/>
                  <a:pt x="291" y="30"/>
                  <a:pt x="295" y="27"/>
                </a:cubicBezTo>
                <a:cubicBezTo>
                  <a:pt x="298" y="25"/>
                  <a:pt x="302" y="23"/>
                  <a:pt x="306" y="23"/>
                </a:cubicBezTo>
                <a:moveTo>
                  <a:pt x="9" y="23"/>
                </a:moveTo>
                <a:lnTo>
                  <a:pt x="236" y="23"/>
                </a:lnTo>
                <a:cubicBezTo>
                  <a:pt x="237" y="23"/>
                  <a:pt x="238" y="24"/>
                  <a:pt x="240" y="25"/>
                </a:cubicBezTo>
                <a:cubicBezTo>
                  <a:pt x="241" y="25"/>
                  <a:pt x="241" y="26"/>
                  <a:pt x="242" y="28"/>
                </a:cubicBezTo>
                <a:cubicBezTo>
                  <a:pt x="243" y="29"/>
                  <a:pt x="243" y="31"/>
                  <a:pt x="244" y="34"/>
                </a:cubicBezTo>
                <a:cubicBezTo>
                  <a:pt x="244" y="36"/>
                  <a:pt x="244" y="39"/>
                  <a:pt x="244" y="42"/>
                </a:cubicBezTo>
                <a:cubicBezTo>
                  <a:pt x="244" y="45"/>
                  <a:pt x="244" y="48"/>
                  <a:pt x="244" y="50"/>
                </a:cubicBezTo>
                <a:cubicBezTo>
                  <a:pt x="243" y="53"/>
                  <a:pt x="243" y="56"/>
                  <a:pt x="242" y="57"/>
                </a:cubicBezTo>
                <a:cubicBezTo>
                  <a:pt x="241" y="58"/>
                  <a:pt x="241" y="59"/>
                  <a:pt x="240" y="60"/>
                </a:cubicBezTo>
                <a:cubicBezTo>
                  <a:pt x="238" y="61"/>
                  <a:pt x="237" y="61"/>
                  <a:pt x="236" y="61"/>
                </a:cubicBezTo>
                <a:lnTo>
                  <a:pt x="144" y="61"/>
                </a:lnTo>
                <a:lnTo>
                  <a:pt x="144" y="344"/>
                </a:lnTo>
                <a:cubicBezTo>
                  <a:pt x="144" y="346"/>
                  <a:pt x="144" y="347"/>
                  <a:pt x="143" y="348"/>
                </a:cubicBezTo>
                <a:cubicBezTo>
                  <a:pt x="142" y="349"/>
                  <a:pt x="141" y="349"/>
                  <a:pt x="139" y="350"/>
                </a:cubicBezTo>
                <a:cubicBezTo>
                  <a:pt x="138" y="351"/>
                  <a:pt x="135" y="351"/>
                  <a:pt x="133" y="352"/>
                </a:cubicBezTo>
                <a:cubicBezTo>
                  <a:pt x="130" y="352"/>
                  <a:pt x="127" y="352"/>
                  <a:pt x="122" y="352"/>
                </a:cubicBezTo>
                <a:cubicBezTo>
                  <a:pt x="118" y="352"/>
                  <a:pt x="115" y="352"/>
                  <a:pt x="112" y="352"/>
                </a:cubicBezTo>
                <a:cubicBezTo>
                  <a:pt x="109" y="351"/>
                  <a:pt x="107" y="351"/>
                  <a:pt x="105" y="350"/>
                </a:cubicBezTo>
                <a:cubicBezTo>
                  <a:pt x="103" y="349"/>
                  <a:pt x="102" y="349"/>
                  <a:pt x="102" y="348"/>
                </a:cubicBezTo>
                <a:cubicBezTo>
                  <a:pt x="101" y="347"/>
                  <a:pt x="101" y="346"/>
                  <a:pt x="101" y="344"/>
                </a:cubicBezTo>
                <a:lnTo>
                  <a:pt x="101" y="61"/>
                </a:lnTo>
                <a:lnTo>
                  <a:pt x="9" y="61"/>
                </a:lnTo>
                <a:cubicBezTo>
                  <a:pt x="7" y="61"/>
                  <a:pt x="6" y="61"/>
                  <a:pt x="5" y="60"/>
                </a:cubicBezTo>
                <a:cubicBezTo>
                  <a:pt x="4" y="59"/>
                  <a:pt x="3" y="58"/>
                  <a:pt x="2" y="57"/>
                </a:cubicBezTo>
                <a:cubicBezTo>
                  <a:pt x="2" y="56"/>
                  <a:pt x="1" y="53"/>
                  <a:pt x="1" y="50"/>
                </a:cubicBezTo>
                <a:cubicBezTo>
                  <a:pt x="0" y="48"/>
                  <a:pt x="0" y="45"/>
                  <a:pt x="0" y="42"/>
                </a:cubicBezTo>
                <a:cubicBezTo>
                  <a:pt x="0" y="39"/>
                  <a:pt x="0" y="36"/>
                  <a:pt x="1" y="34"/>
                </a:cubicBezTo>
                <a:cubicBezTo>
                  <a:pt x="1" y="31"/>
                  <a:pt x="2" y="29"/>
                  <a:pt x="2" y="28"/>
                </a:cubicBezTo>
                <a:cubicBezTo>
                  <a:pt x="3" y="26"/>
                  <a:pt x="4" y="25"/>
                  <a:pt x="5" y="25"/>
                </a:cubicBezTo>
                <a:cubicBezTo>
                  <a:pt x="6" y="24"/>
                  <a:pt x="7" y="23"/>
                  <a:pt x="9" y="23"/>
                </a:cubicBezTo>
                <a:moveTo>
                  <a:pt x="559" y="22"/>
                </a:moveTo>
                <a:cubicBezTo>
                  <a:pt x="564" y="22"/>
                  <a:pt x="568" y="22"/>
                  <a:pt x="571" y="22"/>
                </a:cubicBezTo>
                <a:cubicBezTo>
                  <a:pt x="574" y="22"/>
                  <a:pt x="576" y="23"/>
                  <a:pt x="578" y="23"/>
                </a:cubicBezTo>
                <a:cubicBezTo>
                  <a:pt x="580" y="24"/>
                  <a:pt x="581" y="25"/>
                  <a:pt x="581" y="26"/>
                </a:cubicBezTo>
                <a:cubicBezTo>
                  <a:pt x="582" y="28"/>
                  <a:pt x="582" y="29"/>
                  <a:pt x="583" y="31"/>
                </a:cubicBezTo>
                <a:lnTo>
                  <a:pt x="656" y="305"/>
                </a:lnTo>
                <a:lnTo>
                  <a:pt x="726" y="32"/>
                </a:lnTo>
                <a:cubicBezTo>
                  <a:pt x="726" y="29"/>
                  <a:pt x="727" y="28"/>
                  <a:pt x="728" y="27"/>
                </a:cubicBezTo>
                <a:cubicBezTo>
                  <a:pt x="728" y="26"/>
                  <a:pt x="730" y="25"/>
                  <a:pt x="731" y="24"/>
                </a:cubicBezTo>
                <a:cubicBezTo>
                  <a:pt x="733" y="23"/>
                  <a:pt x="736" y="23"/>
                  <a:pt x="739" y="22"/>
                </a:cubicBezTo>
                <a:cubicBezTo>
                  <a:pt x="742" y="22"/>
                  <a:pt x="746" y="22"/>
                  <a:pt x="751" y="22"/>
                </a:cubicBezTo>
                <a:cubicBezTo>
                  <a:pt x="756" y="22"/>
                  <a:pt x="759" y="22"/>
                  <a:pt x="762" y="22"/>
                </a:cubicBezTo>
                <a:cubicBezTo>
                  <a:pt x="765" y="23"/>
                  <a:pt x="767" y="23"/>
                  <a:pt x="769" y="24"/>
                </a:cubicBezTo>
                <a:cubicBezTo>
                  <a:pt x="770" y="25"/>
                  <a:pt x="771" y="26"/>
                  <a:pt x="773" y="27"/>
                </a:cubicBezTo>
                <a:cubicBezTo>
                  <a:pt x="773" y="28"/>
                  <a:pt x="774" y="29"/>
                  <a:pt x="774" y="32"/>
                </a:cubicBezTo>
                <a:lnTo>
                  <a:pt x="849" y="305"/>
                </a:lnTo>
                <a:lnTo>
                  <a:pt x="850" y="305"/>
                </a:lnTo>
                <a:lnTo>
                  <a:pt x="921" y="31"/>
                </a:lnTo>
                <a:cubicBezTo>
                  <a:pt x="922" y="29"/>
                  <a:pt x="922" y="28"/>
                  <a:pt x="923" y="27"/>
                </a:cubicBezTo>
                <a:cubicBezTo>
                  <a:pt x="924" y="26"/>
                  <a:pt x="925" y="25"/>
                  <a:pt x="926" y="24"/>
                </a:cubicBezTo>
                <a:cubicBezTo>
                  <a:pt x="928" y="23"/>
                  <a:pt x="930" y="23"/>
                  <a:pt x="933" y="22"/>
                </a:cubicBezTo>
                <a:cubicBezTo>
                  <a:pt x="936" y="22"/>
                  <a:pt x="940" y="22"/>
                  <a:pt x="945" y="22"/>
                </a:cubicBezTo>
                <a:cubicBezTo>
                  <a:pt x="950" y="22"/>
                  <a:pt x="954" y="22"/>
                  <a:pt x="957" y="22"/>
                </a:cubicBezTo>
                <a:cubicBezTo>
                  <a:pt x="960" y="23"/>
                  <a:pt x="962" y="24"/>
                  <a:pt x="963" y="25"/>
                </a:cubicBezTo>
                <a:cubicBezTo>
                  <a:pt x="964" y="26"/>
                  <a:pt x="965" y="28"/>
                  <a:pt x="965" y="30"/>
                </a:cubicBezTo>
                <a:cubicBezTo>
                  <a:pt x="965" y="32"/>
                  <a:pt x="964" y="35"/>
                  <a:pt x="964" y="39"/>
                </a:cubicBezTo>
                <a:lnTo>
                  <a:pt x="877" y="341"/>
                </a:lnTo>
                <a:cubicBezTo>
                  <a:pt x="877" y="343"/>
                  <a:pt x="876" y="346"/>
                  <a:pt x="874" y="347"/>
                </a:cubicBezTo>
                <a:cubicBezTo>
                  <a:pt x="873" y="348"/>
                  <a:pt x="871" y="349"/>
                  <a:pt x="869" y="350"/>
                </a:cubicBezTo>
                <a:cubicBezTo>
                  <a:pt x="866" y="351"/>
                  <a:pt x="863" y="352"/>
                  <a:pt x="860" y="352"/>
                </a:cubicBezTo>
                <a:cubicBezTo>
                  <a:pt x="857" y="352"/>
                  <a:pt x="852" y="352"/>
                  <a:pt x="847" y="352"/>
                </a:cubicBezTo>
                <a:cubicBezTo>
                  <a:pt x="842" y="352"/>
                  <a:pt x="837" y="352"/>
                  <a:pt x="834" y="352"/>
                </a:cubicBezTo>
                <a:cubicBezTo>
                  <a:pt x="830" y="352"/>
                  <a:pt x="827" y="351"/>
                  <a:pt x="825" y="350"/>
                </a:cubicBezTo>
                <a:cubicBezTo>
                  <a:pt x="823" y="349"/>
                  <a:pt x="821" y="348"/>
                  <a:pt x="820" y="347"/>
                </a:cubicBezTo>
                <a:cubicBezTo>
                  <a:pt x="818" y="346"/>
                  <a:pt x="818" y="343"/>
                  <a:pt x="817" y="341"/>
                </a:cubicBezTo>
                <a:lnTo>
                  <a:pt x="749" y="95"/>
                </a:lnTo>
                <a:lnTo>
                  <a:pt x="748" y="95"/>
                </a:lnTo>
                <a:lnTo>
                  <a:pt x="685" y="341"/>
                </a:lnTo>
                <a:cubicBezTo>
                  <a:pt x="684" y="343"/>
                  <a:pt x="684" y="346"/>
                  <a:pt x="683" y="347"/>
                </a:cubicBezTo>
                <a:cubicBezTo>
                  <a:pt x="681" y="348"/>
                  <a:pt x="680" y="349"/>
                  <a:pt x="677" y="350"/>
                </a:cubicBezTo>
                <a:cubicBezTo>
                  <a:pt x="675" y="351"/>
                  <a:pt x="672" y="352"/>
                  <a:pt x="669" y="352"/>
                </a:cubicBezTo>
                <a:cubicBezTo>
                  <a:pt x="666" y="352"/>
                  <a:pt x="661" y="352"/>
                  <a:pt x="656" y="352"/>
                </a:cubicBezTo>
                <a:cubicBezTo>
                  <a:pt x="650" y="352"/>
                  <a:pt x="646" y="352"/>
                  <a:pt x="642" y="352"/>
                </a:cubicBezTo>
                <a:cubicBezTo>
                  <a:pt x="638" y="352"/>
                  <a:pt x="635" y="351"/>
                  <a:pt x="633" y="350"/>
                </a:cubicBezTo>
                <a:cubicBezTo>
                  <a:pt x="630" y="349"/>
                  <a:pt x="629" y="348"/>
                  <a:pt x="627" y="347"/>
                </a:cubicBezTo>
                <a:cubicBezTo>
                  <a:pt x="626" y="346"/>
                  <a:pt x="625" y="343"/>
                  <a:pt x="625" y="341"/>
                </a:cubicBezTo>
                <a:lnTo>
                  <a:pt x="539" y="39"/>
                </a:lnTo>
                <a:cubicBezTo>
                  <a:pt x="538" y="35"/>
                  <a:pt x="537" y="32"/>
                  <a:pt x="537" y="30"/>
                </a:cubicBezTo>
                <a:cubicBezTo>
                  <a:pt x="537" y="27"/>
                  <a:pt x="538" y="26"/>
                  <a:pt x="539" y="25"/>
                </a:cubicBezTo>
                <a:cubicBezTo>
                  <a:pt x="540" y="23"/>
                  <a:pt x="543" y="23"/>
                  <a:pt x="546" y="22"/>
                </a:cubicBezTo>
                <a:cubicBezTo>
                  <a:pt x="549" y="22"/>
                  <a:pt x="553" y="22"/>
                  <a:pt x="559" y="22"/>
                </a:cubicBezTo>
                <a:moveTo>
                  <a:pt x="3585" y="19"/>
                </a:moveTo>
                <a:cubicBezTo>
                  <a:pt x="3593" y="19"/>
                  <a:pt x="3600" y="19"/>
                  <a:pt x="3607" y="20"/>
                </a:cubicBezTo>
                <a:cubicBezTo>
                  <a:pt x="3614" y="22"/>
                  <a:pt x="3622" y="23"/>
                  <a:pt x="3628" y="26"/>
                </a:cubicBezTo>
                <a:cubicBezTo>
                  <a:pt x="3634" y="28"/>
                  <a:pt x="3640" y="30"/>
                  <a:pt x="3645" y="33"/>
                </a:cubicBezTo>
                <a:cubicBezTo>
                  <a:pt x="3650" y="35"/>
                  <a:pt x="3654" y="37"/>
                  <a:pt x="3655" y="39"/>
                </a:cubicBezTo>
                <a:cubicBezTo>
                  <a:pt x="3657" y="40"/>
                  <a:pt x="3658" y="42"/>
                  <a:pt x="3658" y="43"/>
                </a:cubicBezTo>
                <a:cubicBezTo>
                  <a:pt x="3659" y="44"/>
                  <a:pt x="3659" y="45"/>
                  <a:pt x="3660" y="46"/>
                </a:cubicBezTo>
                <a:cubicBezTo>
                  <a:pt x="3660" y="47"/>
                  <a:pt x="3660" y="49"/>
                  <a:pt x="3660" y="51"/>
                </a:cubicBezTo>
                <a:cubicBezTo>
                  <a:pt x="3660" y="53"/>
                  <a:pt x="3660" y="57"/>
                  <a:pt x="3660" y="60"/>
                </a:cubicBezTo>
                <a:cubicBezTo>
                  <a:pt x="3660" y="63"/>
                  <a:pt x="3660" y="66"/>
                  <a:pt x="3660" y="68"/>
                </a:cubicBezTo>
                <a:cubicBezTo>
                  <a:pt x="3660" y="71"/>
                  <a:pt x="3660" y="72"/>
                  <a:pt x="3659" y="74"/>
                </a:cubicBezTo>
                <a:cubicBezTo>
                  <a:pt x="3659" y="76"/>
                  <a:pt x="3658" y="77"/>
                  <a:pt x="3657" y="78"/>
                </a:cubicBezTo>
                <a:cubicBezTo>
                  <a:pt x="3656" y="78"/>
                  <a:pt x="3655" y="79"/>
                  <a:pt x="3654" y="79"/>
                </a:cubicBezTo>
                <a:cubicBezTo>
                  <a:pt x="3652" y="79"/>
                  <a:pt x="3649" y="78"/>
                  <a:pt x="3645" y="75"/>
                </a:cubicBezTo>
                <a:cubicBezTo>
                  <a:pt x="3641" y="73"/>
                  <a:pt x="3636" y="70"/>
                  <a:pt x="3630" y="68"/>
                </a:cubicBezTo>
                <a:cubicBezTo>
                  <a:pt x="3625" y="64"/>
                  <a:pt x="3618" y="62"/>
                  <a:pt x="3610" y="59"/>
                </a:cubicBezTo>
                <a:cubicBezTo>
                  <a:pt x="3602" y="57"/>
                  <a:pt x="3594" y="56"/>
                  <a:pt x="3584" y="56"/>
                </a:cubicBezTo>
                <a:cubicBezTo>
                  <a:pt x="3575" y="56"/>
                  <a:pt x="3567" y="57"/>
                  <a:pt x="3560" y="59"/>
                </a:cubicBezTo>
                <a:cubicBezTo>
                  <a:pt x="3553" y="62"/>
                  <a:pt x="3548" y="65"/>
                  <a:pt x="3544" y="69"/>
                </a:cubicBezTo>
                <a:cubicBezTo>
                  <a:pt x="3539" y="73"/>
                  <a:pt x="3536" y="78"/>
                  <a:pt x="3534" y="83"/>
                </a:cubicBezTo>
                <a:cubicBezTo>
                  <a:pt x="3532" y="89"/>
                  <a:pt x="3531" y="95"/>
                  <a:pt x="3531" y="101"/>
                </a:cubicBezTo>
                <a:cubicBezTo>
                  <a:pt x="3531" y="110"/>
                  <a:pt x="3533" y="118"/>
                  <a:pt x="3537" y="124"/>
                </a:cubicBezTo>
                <a:cubicBezTo>
                  <a:pt x="3541" y="131"/>
                  <a:pt x="3546" y="137"/>
                  <a:pt x="3553" y="142"/>
                </a:cubicBezTo>
                <a:cubicBezTo>
                  <a:pt x="3560" y="147"/>
                  <a:pt x="3568" y="151"/>
                  <a:pt x="3577" y="156"/>
                </a:cubicBezTo>
                <a:cubicBezTo>
                  <a:pt x="3586" y="160"/>
                  <a:pt x="3595" y="164"/>
                  <a:pt x="3605" y="168"/>
                </a:cubicBezTo>
                <a:cubicBezTo>
                  <a:pt x="3614" y="173"/>
                  <a:pt x="3623" y="178"/>
                  <a:pt x="3632" y="183"/>
                </a:cubicBezTo>
                <a:cubicBezTo>
                  <a:pt x="3641" y="188"/>
                  <a:pt x="3649" y="194"/>
                  <a:pt x="3656" y="201"/>
                </a:cubicBezTo>
                <a:cubicBezTo>
                  <a:pt x="3662" y="208"/>
                  <a:pt x="3668" y="216"/>
                  <a:pt x="3672" y="226"/>
                </a:cubicBezTo>
                <a:cubicBezTo>
                  <a:pt x="3677" y="235"/>
                  <a:pt x="3679" y="246"/>
                  <a:pt x="3679" y="259"/>
                </a:cubicBezTo>
                <a:cubicBezTo>
                  <a:pt x="3679" y="275"/>
                  <a:pt x="3676" y="288"/>
                  <a:pt x="3671" y="300"/>
                </a:cubicBezTo>
                <a:cubicBezTo>
                  <a:pt x="3665" y="312"/>
                  <a:pt x="3657" y="322"/>
                  <a:pt x="3647" y="330"/>
                </a:cubicBezTo>
                <a:cubicBezTo>
                  <a:pt x="3637" y="339"/>
                  <a:pt x="3625" y="345"/>
                  <a:pt x="3612" y="349"/>
                </a:cubicBezTo>
                <a:cubicBezTo>
                  <a:pt x="3598" y="353"/>
                  <a:pt x="3583" y="355"/>
                  <a:pt x="3568" y="355"/>
                </a:cubicBezTo>
                <a:cubicBezTo>
                  <a:pt x="3557" y="355"/>
                  <a:pt x="3547" y="355"/>
                  <a:pt x="3538" y="353"/>
                </a:cubicBezTo>
                <a:cubicBezTo>
                  <a:pt x="3528" y="351"/>
                  <a:pt x="3520" y="349"/>
                  <a:pt x="3513" y="346"/>
                </a:cubicBezTo>
                <a:cubicBezTo>
                  <a:pt x="3505" y="343"/>
                  <a:pt x="3499" y="341"/>
                  <a:pt x="3494" y="338"/>
                </a:cubicBezTo>
                <a:cubicBezTo>
                  <a:pt x="3489" y="335"/>
                  <a:pt x="3486" y="332"/>
                  <a:pt x="3484" y="330"/>
                </a:cubicBezTo>
                <a:cubicBezTo>
                  <a:pt x="3482" y="328"/>
                  <a:pt x="3480" y="326"/>
                  <a:pt x="3480" y="323"/>
                </a:cubicBezTo>
                <a:cubicBezTo>
                  <a:pt x="3479" y="319"/>
                  <a:pt x="3478" y="315"/>
                  <a:pt x="3478" y="310"/>
                </a:cubicBezTo>
                <a:cubicBezTo>
                  <a:pt x="3478" y="306"/>
                  <a:pt x="3478" y="303"/>
                  <a:pt x="3479" y="301"/>
                </a:cubicBezTo>
                <a:cubicBezTo>
                  <a:pt x="3479" y="299"/>
                  <a:pt x="3479" y="296"/>
                  <a:pt x="3480" y="295"/>
                </a:cubicBezTo>
                <a:cubicBezTo>
                  <a:pt x="3481" y="293"/>
                  <a:pt x="3482" y="292"/>
                  <a:pt x="3483" y="292"/>
                </a:cubicBezTo>
                <a:cubicBezTo>
                  <a:pt x="3484" y="291"/>
                  <a:pt x="3485" y="291"/>
                  <a:pt x="3486" y="291"/>
                </a:cubicBezTo>
                <a:cubicBezTo>
                  <a:pt x="3489" y="291"/>
                  <a:pt x="3492" y="292"/>
                  <a:pt x="3496" y="295"/>
                </a:cubicBezTo>
                <a:cubicBezTo>
                  <a:pt x="3501" y="298"/>
                  <a:pt x="3506" y="301"/>
                  <a:pt x="3513" y="305"/>
                </a:cubicBezTo>
                <a:cubicBezTo>
                  <a:pt x="3520" y="308"/>
                  <a:pt x="3528" y="311"/>
                  <a:pt x="3537" y="314"/>
                </a:cubicBezTo>
                <a:cubicBezTo>
                  <a:pt x="3546" y="317"/>
                  <a:pt x="3558" y="318"/>
                  <a:pt x="3570" y="318"/>
                </a:cubicBezTo>
                <a:cubicBezTo>
                  <a:pt x="3580" y="318"/>
                  <a:pt x="3588" y="317"/>
                  <a:pt x="3596" y="314"/>
                </a:cubicBezTo>
                <a:cubicBezTo>
                  <a:pt x="3604" y="312"/>
                  <a:pt x="3610" y="308"/>
                  <a:pt x="3616" y="304"/>
                </a:cubicBezTo>
                <a:cubicBezTo>
                  <a:pt x="3622" y="299"/>
                  <a:pt x="3626" y="294"/>
                  <a:pt x="3629" y="287"/>
                </a:cubicBezTo>
                <a:cubicBezTo>
                  <a:pt x="3632" y="280"/>
                  <a:pt x="3634" y="273"/>
                  <a:pt x="3634" y="264"/>
                </a:cubicBezTo>
                <a:cubicBezTo>
                  <a:pt x="3634" y="255"/>
                  <a:pt x="3631" y="247"/>
                  <a:pt x="3627" y="240"/>
                </a:cubicBezTo>
                <a:cubicBezTo>
                  <a:pt x="3623" y="234"/>
                  <a:pt x="3617" y="228"/>
                  <a:pt x="3611" y="223"/>
                </a:cubicBezTo>
                <a:cubicBezTo>
                  <a:pt x="3604" y="218"/>
                  <a:pt x="3596" y="214"/>
                  <a:pt x="3587" y="209"/>
                </a:cubicBezTo>
                <a:cubicBezTo>
                  <a:pt x="3578" y="205"/>
                  <a:pt x="3569" y="201"/>
                  <a:pt x="3560" y="197"/>
                </a:cubicBezTo>
                <a:cubicBezTo>
                  <a:pt x="3551" y="192"/>
                  <a:pt x="3542" y="188"/>
                  <a:pt x="3533" y="183"/>
                </a:cubicBezTo>
                <a:cubicBezTo>
                  <a:pt x="3524" y="177"/>
                  <a:pt x="3516" y="171"/>
                  <a:pt x="3509" y="164"/>
                </a:cubicBezTo>
                <a:cubicBezTo>
                  <a:pt x="3503" y="157"/>
                  <a:pt x="3497" y="149"/>
                  <a:pt x="3493" y="139"/>
                </a:cubicBezTo>
                <a:cubicBezTo>
                  <a:pt x="3489" y="130"/>
                  <a:pt x="3486" y="118"/>
                  <a:pt x="3486" y="105"/>
                </a:cubicBezTo>
                <a:cubicBezTo>
                  <a:pt x="3486" y="92"/>
                  <a:pt x="3489" y="79"/>
                  <a:pt x="3494" y="69"/>
                </a:cubicBezTo>
                <a:cubicBezTo>
                  <a:pt x="3499" y="58"/>
                  <a:pt x="3505" y="48"/>
                  <a:pt x="3514" y="41"/>
                </a:cubicBezTo>
                <a:cubicBezTo>
                  <a:pt x="3523" y="34"/>
                  <a:pt x="3534" y="28"/>
                  <a:pt x="3546" y="24"/>
                </a:cubicBezTo>
                <a:cubicBezTo>
                  <a:pt x="3558" y="20"/>
                  <a:pt x="3571" y="19"/>
                  <a:pt x="3585" y="19"/>
                </a:cubicBezTo>
                <a:moveTo>
                  <a:pt x="4904" y="0"/>
                </a:moveTo>
                <a:cubicBezTo>
                  <a:pt x="4908" y="0"/>
                  <a:pt x="4912" y="0"/>
                  <a:pt x="4914" y="0"/>
                </a:cubicBezTo>
                <a:cubicBezTo>
                  <a:pt x="4917" y="1"/>
                  <a:pt x="4919" y="1"/>
                  <a:pt x="4921" y="2"/>
                </a:cubicBezTo>
                <a:cubicBezTo>
                  <a:pt x="4922" y="2"/>
                  <a:pt x="4923" y="3"/>
                  <a:pt x="4924" y="4"/>
                </a:cubicBezTo>
                <a:cubicBezTo>
                  <a:pt x="4925" y="5"/>
                  <a:pt x="4925" y="6"/>
                  <a:pt x="4925" y="8"/>
                </a:cubicBezTo>
                <a:lnTo>
                  <a:pt x="4925" y="344"/>
                </a:lnTo>
                <a:cubicBezTo>
                  <a:pt x="4925" y="346"/>
                  <a:pt x="4925" y="347"/>
                  <a:pt x="4924" y="348"/>
                </a:cubicBezTo>
                <a:cubicBezTo>
                  <a:pt x="4924" y="349"/>
                  <a:pt x="4923" y="350"/>
                  <a:pt x="4921" y="350"/>
                </a:cubicBezTo>
                <a:cubicBezTo>
                  <a:pt x="4920" y="351"/>
                  <a:pt x="4918" y="352"/>
                  <a:pt x="4916" y="352"/>
                </a:cubicBezTo>
                <a:cubicBezTo>
                  <a:pt x="4913" y="352"/>
                  <a:pt x="4910" y="352"/>
                  <a:pt x="4907" y="352"/>
                </a:cubicBezTo>
                <a:cubicBezTo>
                  <a:pt x="4904" y="352"/>
                  <a:pt x="4901" y="352"/>
                  <a:pt x="4898" y="352"/>
                </a:cubicBezTo>
                <a:cubicBezTo>
                  <a:pt x="4896" y="352"/>
                  <a:pt x="4894" y="351"/>
                  <a:pt x="4892" y="350"/>
                </a:cubicBezTo>
                <a:cubicBezTo>
                  <a:pt x="4891" y="350"/>
                  <a:pt x="4890" y="349"/>
                  <a:pt x="4889" y="348"/>
                </a:cubicBezTo>
                <a:cubicBezTo>
                  <a:pt x="4888" y="347"/>
                  <a:pt x="4888" y="346"/>
                  <a:pt x="4888" y="344"/>
                </a:cubicBezTo>
                <a:lnTo>
                  <a:pt x="4888" y="314"/>
                </a:lnTo>
                <a:cubicBezTo>
                  <a:pt x="4876" y="327"/>
                  <a:pt x="4864" y="337"/>
                  <a:pt x="4851" y="345"/>
                </a:cubicBezTo>
                <a:cubicBezTo>
                  <a:pt x="4838" y="352"/>
                  <a:pt x="4824" y="355"/>
                  <a:pt x="4809" y="355"/>
                </a:cubicBezTo>
                <a:cubicBezTo>
                  <a:pt x="4792" y="355"/>
                  <a:pt x="4778" y="352"/>
                  <a:pt x="4766" y="346"/>
                </a:cubicBezTo>
                <a:cubicBezTo>
                  <a:pt x="4754" y="339"/>
                  <a:pt x="4745" y="331"/>
                  <a:pt x="4737" y="319"/>
                </a:cubicBezTo>
                <a:cubicBezTo>
                  <a:pt x="4730" y="308"/>
                  <a:pt x="4725" y="295"/>
                  <a:pt x="4721" y="281"/>
                </a:cubicBezTo>
                <a:cubicBezTo>
                  <a:pt x="4718" y="266"/>
                  <a:pt x="4717" y="250"/>
                  <a:pt x="4717" y="234"/>
                </a:cubicBezTo>
                <a:cubicBezTo>
                  <a:pt x="4717" y="214"/>
                  <a:pt x="4718" y="197"/>
                  <a:pt x="4723" y="181"/>
                </a:cubicBezTo>
                <a:cubicBezTo>
                  <a:pt x="4727" y="165"/>
                  <a:pt x="4733" y="152"/>
                  <a:pt x="4741" y="141"/>
                </a:cubicBezTo>
                <a:cubicBezTo>
                  <a:pt x="4750" y="130"/>
                  <a:pt x="4760" y="121"/>
                  <a:pt x="4772" y="115"/>
                </a:cubicBezTo>
                <a:cubicBezTo>
                  <a:pt x="4784" y="109"/>
                  <a:pt x="4798" y="106"/>
                  <a:pt x="4814" y="106"/>
                </a:cubicBezTo>
                <a:cubicBezTo>
                  <a:pt x="4828" y="106"/>
                  <a:pt x="4840" y="109"/>
                  <a:pt x="4851" y="115"/>
                </a:cubicBezTo>
                <a:cubicBezTo>
                  <a:pt x="4862" y="120"/>
                  <a:pt x="4872" y="129"/>
                  <a:pt x="4883" y="141"/>
                </a:cubicBezTo>
                <a:lnTo>
                  <a:pt x="4883" y="8"/>
                </a:lnTo>
                <a:cubicBezTo>
                  <a:pt x="4883" y="6"/>
                  <a:pt x="4884" y="5"/>
                  <a:pt x="4884" y="4"/>
                </a:cubicBezTo>
                <a:cubicBezTo>
                  <a:pt x="4885" y="3"/>
                  <a:pt x="4886" y="2"/>
                  <a:pt x="4888" y="2"/>
                </a:cubicBezTo>
                <a:cubicBezTo>
                  <a:pt x="4889" y="1"/>
                  <a:pt x="4892" y="1"/>
                  <a:pt x="4894" y="0"/>
                </a:cubicBezTo>
                <a:cubicBezTo>
                  <a:pt x="4897" y="0"/>
                  <a:pt x="4900" y="0"/>
                  <a:pt x="4904" y="0"/>
                </a:cubicBezTo>
                <a:moveTo>
                  <a:pt x="1309" y="0"/>
                </a:moveTo>
                <a:cubicBezTo>
                  <a:pt x="1313" y="0"/>
                  <a:pt x="1317" y="0"/>
                  <a:pt x="1319" y="0"/>
                </a:cubicBezTo>
                <a:cubicBezTo>
                  <a:pt x="1322" y="1"/>
                  <a:pt x="1324" y="1"/>
                  <a:pt x="1326" y="2"/>
                </a:cubicBezTo>
                <a:cubicBezTo>
                  <a:pt x="1327" y="2"/>
                  <a:pt x="1328" y="3"/>
                  <a:pt x="1329" y="4"/>
                </a:cubicBezTo>
                <a:cubicBezTo>
                  <a:pt x="1330" y="5"/>
                  <a:pt x="1330" y="6"/>
                  <a:pt x="1330" y="8"/>
                </a:cubicBezTo>
                <a:lnTo>
                  <a:pt x="1330" y="344"/>
                </a:lnTo>
                <a:cubicBezTo>
                  <a:pt x="1330" y="346"/>
                  <a:pt x="1330" y="347"/>
                  <a:pt x="1329" y="348"/>
                </a:cubicBezTo>
                <a:cubicBezTo>
                  <a:pt x="1329" y="349"/>
                  <a:pt x="1327" y="350"/>
                  <a:pt x="1326" y="350"/>
                </a:cubicBezTo>
                <a:cubicBezTo>
                  <a:pt x="1325" y="351"/>
                  <a:pt x="1323" y="352"/>
                  <a:pt x="1320" y="352"/>
                </a:cubicBezTo>
                <a:cubicBezTo>
                  <a:pt x="1318" y="352"/>
                  <a:pt x="1315" y="352"/>
                  <a:pt x="1312" y="352"/>
                </a:cubicBezTo>
                <a:cubicBezTo>
                  <a:pt x="1308" y="352"/>
                  <a:pt x="1306" y="352"/>
                  <a:pt x="1303" y="352"/>
                </a:cubicBezTo>
                <a:cubicBezTo>
                  <a:pt x="1301" y="352"/>
                  <a:pt x="1299" y="351"/>
                  <a:pt x="1297" y="350"/>
                </a:cubicBezTo>
                <a:cubicBezTo>
                  <a:pt x="1296" y="350"/>
                  <a:pt x="1295" y="349"/>
                  <a:pt x="1294" y="348"/>
                </a:cubicBezTo>
                <a:cubicBezTo>
                  <a:pt x="1293" y="347"/>
                  <a:pt x="1293" y="346"/>
                  <a:pt x="1293" y="344"/>
                </a:cubicBezTo>
                <a:lnTo>
                  <a:pt x="1293" y="314"/>
                </a:lnTo>
                <a:cubicBezTo>
                  <a:pt x="1281" y="327"/>
                  <a:pt x="1269" y="337"/>
                  <a:pt x="1256" y="345"/>
                </a:cubicBezTo>
                <a:cubicBezTo>
                  <a:pt x="1243" y="352"/>
                  <a:pt x="1229" y="355"/>
                  <a:pt x="1214" y="355"/>
                </a:cubicBezTo>
                <a:cubicBezTo>
                  <a:pt x="1197" y="355"/>
                  <a:pt x="1183" y="352"/>
                  <a:pt x="1171" y="346"/>
                </a:cubicBezTo>
                <a:cubicBezTo>
                  <a:pt x="1159" y="339"/>
                  <a:pt x="1150" y="331"/>
                  <a:pt x="1142" y="319"/>
                </a:cubicBezTo>
                <a:cubicBezTo>
                  <a:pt x="1135" y="308"/>
                  <a:pt x="1130" y="295"/>
                  <a:pt x="1126" y="281"/>
                </a:cubicBezTo>
                <a:cubicBezTo>
                  <a:pt x="1123" y="266"/>
                  <a:pt x="1121" y="250"/>
                  <a:pt x="1121" y="234"/>
                </a:cubicBezTo>
                <a:cubicBezTo>
                  <a:pt x="1121" y="214"/>
                  <a:pt x="1123" y="197"/>
                  <a:pt x="1127" y="181"/>
                </a:cubicBezTo>
                <a:cubicBezTo>
                  <a:pt x="1132" y="165"/>
                  <a:pt x="1138" y="152"/>
                  <a:pt x="1146" y="141"/>
                </a:cubicBezTo>
                <a:cubicBezTo>
                  <a:pt x="1155" y="130"/>
                  <a:pt x="1165" y="121"/>
                  <a:pt x="1177" y="115"/>
                </a:cubicBezTo>
                <a:cubicBezTo>
                  <a:pt x="1189" y="109"/>
                  <a:pt x="1203" y="106"/>
                  <a:pt x="1219" y="106"/>
                </a:cubicBezTo>
                <a:cubicBezTo>
                  <a:pt x="1233" y="106"/>
                  <a:pt x="1245" y="109"/>
                  <a:pt x="1256" y="115"/>
                </a:cubicBezTo>
                <a:cubicBezTo>
                  <a:pt x="1266" y="120"/>
                  <a:pt x="1277" y="129"/>
                  <a:pt x="1288" y="141"/>
                </a:cubicBezTo>
                <a:lnTo>
                  <a:pt x="1288" y="8"/>
                </a:lnTo>
                <a:cubicBezTo>
                  <a:pt x="1288" y="6"/>
                  <a:pt x="1289" y="5"/>
                  <a:pt x="1289" y="4"/>
                </a:cubicBezTo>
                <a:cubicBezTo>
                  <a:pt x="1290" y="3"/>
                  <a:pt x="1291" y="2"/>
                  <a:pt x="1293" y="2"/>
                </a:cubicBezTo>
                <a:cubicBezTo>
                  <a:pt x="1294" y="1"/>
                  <a:pt x="1296" y="1"/>
                  <a:pt x="1299" y="0"/>
                </a:cubicBezTo>
                <a:cubicBezTo>
                  <a:pt x="1302" y="0"/>
                  <a:pt x="1305" y="0"/>
                  <a:pt x="1309" y="0"/>
                </a:cubicBezTo>
                <a:close/>
              </a:path>
            </a:pathLst>
          </a:custGeom>
          <a:solidFill>
            <a:srgbClr val="5b9bd5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10" name=""/>
          <p:cNvSpPr/>
          <p:nvPr/>
        </p:nvSpPr>
        <p:spPr>
          <a:xfrm>
            <a:off x="5128560" y="3398760"/>
            <a:ext cx="44640" cy="12960"/>
          </a:xfrm>
          <a:custGeom>
            <a:avLst/>
            <a:gdLst/>
            <a:ahLst/>
            <a:rect l="0" t="0" r="r" b="b"/>
            <a:pathLst>
              <a:path w="124" h="36">
                <a:moveTo>
                  <a:pt x="9" y="0"/>
                </a:moveTo>
                <a:lnTo>
                  <a:pt x="115" y="0"/>
                </a:lnTo>
                <a:cubicBezTo>
                  <a:pt x="117" y="0"/>
                  <a:pt x="118" y="1"/>
                  <a:pt x="119" y="1"/>
                </a:cubicBezTo>
                <a:cubicBezTo>
                  <a:pt x="120" y="2"/>
                  <a:pt x="121" y="2"/>
                  <a:pt x="122" y="4"/>
                </a:cubicBezTo>
                <a:cubicBezTo>
                  <a:pt x="122" y="5"/>
                  <a:pt x="123" y="7"/>
                  <a:pt x="123" y="9"/>
                </a:cubicBezTo>
                <a:cubicBezTo>
                  <a:pt x="124" y="12"/>
                  <a:pt x="124" y="14"/>
                  <a:pt x="124" y="18"/>
                </a:cubicBezTo>
                <a:cubicBezTo>
                  <a:pt x="124" y="24"/>
                  <a:pt x="123" y="29"/>
                  <a:pt x="122" y="32"/>
                </a:cubicBezTo>
                <a:cubicBezTo>
                  <a:pt x="120" y="34"/>
                  <a:pt x="118" y="36"/>
                  <a:pt x="115" y="36"/>
                </a:cubicBezTo>
                <a:lnTo>
                  <a:pt x="9" y="36"/>
                </a:lnTo>
                <a:cubicBezTo>
                  <a:pt x="6" y="36"/>
                  <a:pt x="4" y="34"/>
                  <a:pt x="2" y="32"/>
                </a:cubicBezTo>
                <a:cubicBezTo>
                  <a:pt x="0" y="29"/>
                  <a:pt x="0" y="24"/>
                  <a:pt x="0" y="18"/>
                </a:cubicBezTo>
                <a:cubicBezTo>
                  <a:pt x="0" y="11"/>
                  <a:pt x="0" y="7"/>
                  <a:pt x="2" y="4"/>
                </a:cubicBezTo>
                <a:cubicBezTo>
                  <a:pt x="4" y="2"/>
                  <a:pt x="6" y="0"/>
                  <a:pt x="9" y="0"/>
                </a:cubicBezTo>
                <a:close/>
              </a:path>
            </a:pathLst>
          </a:custGeom>
          <a:solidFill>
            <a:srgbClr val="000000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11" name=""/>
          <p:cNvSpPr/>
          <p:nvPr/>
        </p:nvSpPr>
        <p:spPr>
          <a:xfrm>
            <a:off x="5236920" y="3324600"/>
            <a:ext cx="2784240" cy="159840"/>
          </a:xfrm>
          <a:custGeom>
            <a:avLst/>
            <a:gdLst/>
            <a:ahLst/>
            <a:rect l="0" t="0" r="r" b="b"/>
            <a:pathLst>
              <a:path w="7734" h="444">
                <a:moveTo>
                  <a:pt x="6927" y="241"/>
                </a:moveTo>
                <a:cubicBezTo>
                  <a:pt x="6915" y="241"/>
                  <a:pt x="6906" y="242"/>
                  <a:pt x="6897" y="244"/>
                </a:cubicBezTo>
                <a:cubicBezTo>
                  <a:pt x="6889" y="246"/>
                  <a:pt x="6882" y="249"/>
                  <a:pt x="6876" y="252"/>
                </a:cubicBezTo>
                <a:cubicBezTo>
                  <a:pt x="6871" y="256"/>
                  <a:pt x="6867" y="261"/>
                  <a:pt x="6864" y="266"/>
                </a:cubicBezTo>
                <a:cubicBezTo>
                  <a:pt x="6861" y="272"/>
                  <a:pt x="6860" y="278"/>
                  <a:pt x="6860" y="285"/>
                </a:cubicBezTo>
                <a:cubicBezTo>
                  <a:pt x="6860" y="297"/>
                  <a:pt x="6864" y="307"/>
                  <a:pt x="6871" y="313"/>
                </a:cubicBezTo>
                <a:cubicBezTo>
                  <a:pt x="6879" y="320"/>
                  <a:pt x="6889" y="324"/>
                  <a:pt x="6903" y="324"/>
                </a:cubicBezTo>
                <a:cubicBezTo>
                  <a:pt x="6914" y="324"/>
                  <a:pt x="6924" y="321"/>
                  <a:pt x="6933" y="316"/>
                </a:cubicBezTo>
                <a:cubicBezTo>
                  <a:pt x="6943" y="310"/>
                  <a:pt x="6952" y="302"/>
                  <a:pt x="6963" y="289"/>
                </a:cubicBezTo>
                <a:lnTo>
                  <a:pt x="6963" y="241"/>
                </a:lnTo>
                <a:lnTo>
                  <a:pt x="6927" y="241"/>
                </a:lnTo>
                <a:moveTo>
                  <a:pt x="4789" y="241"/>
                </a:moveTo>
                <a:cubicBezTo>
                  <a:pt x="4777" y="241"/>
                  <a:pt x="4767" y="242"/>
                  <a:pt x="4759" y="244"/>
                </a:cubicBezTo>
                <a:cubicBezTo>
                  <a:pt x="4750" y="246"/>
                  <a:pt x="4743" y="249"/>
                  <a:pt x="4737" y="252"/>
                </a:cubicBezTo>
                <a:cubicBezTo>
                  <a:pt x="4732" y="256"/>
                  <a:pt x="4728" y="261"/>
                  <a:pt x="4725" y="266"/>
                </a:cubicBezTo>
                <a:cubicBezTo>
                  <a:pt x="4723" y="272"/>
                  <a:pt x="4721" y="278"/>
                  <a:pt x="4721" y="285"/>
                </a:cubicBezTo>
                <a:cubicBezTo>
                  <a:pt x="4721" y="297"/>
                  <a:pt x="4725" y="307"/>
                  <a:pt x="4733" y="313"/>
                </a:cubicBezTo>
                <a:cubicBezTo>
                  <a:pt x="4740" y="320"/>
                  <a:pt x="4751" y="324"/>
                  <a:pt x="4764" y="324"/>
                </a:cubicBezTo>
                <a:cubicBezTo>
                  <a:pt x="4775" y="324"/>
                  <a:pt x="4785" y="321"/>
                  <a:pt x="4795" y="316"/>
                </a:cubicBezTo>
                <a:cubicBezTo>
                  <a:pt x="4805" y="310"/>
                  <a:pt x="4815" y="302"/>
                  <a:pt x="4825" y="289"/>
                </a:cubicBezTo>
                <a:lnTo>
                  <a:pt x="4825" y="241"/>
                </a:lnTo>
                <a:lnTo>
                  <a:pt x="4789" y="241"/>
                </a:lnTo>
                <a:moveTo>
                  <a:pt x="3815" y="241"/>
                </a:moveTo>
                <a:cubicBezTo>
                  <a:pt x="3803" y="241"/>
                  <a:pt x="3793" y="242"/>
                  <a:pt x="3785" y="244"/>
                </a:cubicBezTo>
                <a:cubicBezTo>
                  <a:pt x="3776" y="246"/>
                  <a:pt x="3769" y="249"/>
                  <a:pt x="3764" y="252"/>
                </a:cubicBezTo>
                <a:cubicBezTo>
                  <a:pt x="3758" y="256"/>
                  <a:pt x="3754" y="261"/>
                  <a:pt x="3752" y="266"/>
                </a:cubicBezTo>
                <a:cubicBezTo>
                  <a:pt x="3749" y="272"/>
                  <a:pt x="3748" y="278"/>
                  <a:pt x="3748" y="285"/>
                </a:cubicBezTo>
                <a:cubicBezTo>
                  <a:pt x="3748" y="297"/>
                  <a:pt x="3751" y="307"/>
                  <a:pt x="3759" y="313"/>
                </a:cubicBezTo>
                <a:cubicBezTo>
                  <a:pt x="3766" y="320"/>
                  <a:pt x="3777" y="324"/>
                  <a:pt x="3790" y="324"/>
                </a:cubicBezTo>
                <a:cubicBezTo>
                  <a:pt x="3801" y="324"/>
                  <a:pt x="3811" y="321"/>
                  <a:pt x="3821" y="316"/>
                </a:cubicBezTo>
                <a:cubicBezTo>
                  <a:pt x="3830" y="310"/>
                  <a:pt x="3840" y="302"/>
                  <a:pt x="3850" y="289"/>
                </a:cubicBezTo>
                <a:lnTo>
                  <a:pt x="3850" y="241"/>
                </a:lnTo>
                <a:lnTo>
                  <a:pt x="3815" y="241"/>
                </a:lnTo>
                <a:moveTo>
                  <a:pt x="2464" y="241"/>
                </a:moveTo>
                <a:cubicBezTo>
                  <a:pt x="2453" y="241"/>
                  <a:pt x="2443" y="242"/>
                  <a:pt x="2435" y="244"/>
                </a:cubicBezTo>
                <a:cubicBezTo>
                  <a:pt x="2426" y="246"/>
                  <a:pt x="2419" y="249"/>
                  <a:pt x="2413" y="252"/>
                </a:cubicBezTo>
                <a:cubicBezTo>
                  <a:pt x="2408" y="256"/>
                  <a:pt x="2404" y="261"/>
                  <a:pt x="2401" y="266"/>
                </a:cubicBezTo>
                <a:cubicBezTo>
                  <a:pt x="2399" y="272"/>
                  <a:pt x="2397" y="278"/>
                  <a:pt x="2397" y="285"/>
                </a:cubicBezTo>
                <a:cubicBezTo>
                  <a:pt x="2397" y="297"/>
                  <a:pt x="2401" y="307"/>
                  <a:pt x="2408" y="313"/>
                </a:cubicBezTo>
                <a:cubicBezTo>
                  <a:pt x="2416" y="320"/>
                  <a:pt x="2426" y="324"/>
                  <a:pt x="2440" y="324"/>
                </a:cubicBezTo>
                <a:cubicBezTo>
                  <a:pt x="2451" y="324"/>
                  <a:pt x="2461" y="321"/>
                  <a:pt x="2470" y="316"/>
                </a:cubicBezTo>
                <a:cubicBezTo>
                  <a:pt x="2480" y="310"/>
                  <a:pt x="2490" y="302"/>
                  <a:pt x="2500" y="289"/>
                </a:cubicBezTo>
                <a:lnTo>
                  <a:pt x="2500" y="241"/>
                </a:lnTo>
                <a:lnTo>
                  <a:pt x="2464" y="241"/>
                </a:lnTo>
                <a:moveTo>
                  <a:pt x="7627" y="142"/>
                </a:moveTo>
                <a:cubicBezTo>
                  <a:pt x="7616" y="142"/>
                  <a:pt x="7607" y="145"/>
                  <a:pt x="7600" y="149"/>
                </a:cubicBezTo>
                <a:cubicBezTo>
                  <a:pt x="7592" y="155"/>
                  <a:pt x="7586" y="161"/>
                  <a:pt x="7582" y="170"/>
                </a:cubicBezTo>
                <a:cubicBezTo>
                  <a:pt x="7577" y="178"/>
                  <a:pt x="7574" y="187"/>
                  <a:pt x="7572" y="197"/>
                </a:cubicBezTo>
                <a:cubicBezTo>
                  <a:pt x="7570" y="208"/>
                  <a:pt x="7569" y="219"/>
                  <a:pt x="7569" y="229"/>
                </a:cubicBezTo>
                <a:cubicBezTo>
                  <a:pt x="7569" y="241"/>
                  <a:pt x="7569" y="252"/>
                  <a:pt x="7571" y="263"/>
                </a:cubicBezTo>
                <a:cubicBezTo>
                  <a:pt x="7573" y="274"/>
                  <a:pt x="7576" y="284"/>
                  <a:pt x="7580" y="293"/>
                </a:cubicBezTo>
                <a:cubicBezTo>
                  <a:pt x="7585" y="301"/>
                  <a:pt x="7591" y="308"/>
                  <a:pt x="7598" y="313"/>
                </a:cubicBezTo>
                <a:cubicBezTo>
                  <a:pt x="7605" y="318"/>
                  <a:pt x="7614" y="321"/>
                  <a:pt x="7625" y="321"/>
                </a:cubicBezTo>
                <a:cubicBezTo>
                  <a:pt x="7631" y="321"/>
                  <a:pt x="7636" y="320"/>
                  <a:pt x="7641" y="319"/>
                </a:cubicBezTo>
                <a:cubicBezTo>
                  <a:pt x="7646" y="317"/>
                  <a:pt x="7652" y="315"/>
                  <a:pt x="7657" y="311"/>
                </a:cubicBezTo>
                <a:cubicBezTo>
                  <a:pt x="7662" y="308"/>
                  <a:pt x="7668" y="303"/>
                  <a:pt x="7674" y="298"/>
                </a:cubicBezTo>
                <a:cubicBezTo>
                  <a:pt x="7680" y="292"/>
                  <a:pt x="7686" y="284"/>
                  <a:pt x="7693" y="276"/>
                </a:cubicBezTo>
                <a:lnTo>
                  <a:pt x="7693" y="185"/>
                </a:lnTo>
                <a:cubicBezTo>
                  <a:pt x="7681" y="171"/>
                  <a:pt x="7670" y="160"/>
                  <a:pt x="7660" y="153"/>
                </a:cubicBezTo>
                <a:cubicBezTo>
                  <a:pt x="7649" y="146"/>
                  <a:pt x="7638" y="142"/>
                  <a:pt x="7627" y="142"/>
                </a:cubicBezTo>
                <a:moveTo>
                  <a:pt x="5739" y="142"/>
                </a:moveTo>
                <a:cubicBezTo>
                  <a:pt x="5728" y="142"/>
                  <a:pt x="5719" y="145"/>
                  <a:pt x="5712" y="149"/>
                </a:cubicBezTo>
                <a:cubicBezTo>
                  <a:pt x="5704" y="155"/>
                  <a:pt x="5698" y="161"/>
                  <a:pt x="5694" y="170"/>
                </a:cubicBezTo>
                <a:cubicBezTo>
                  <a:pt x="5689" y="178"/>
                  <a:pt x="5686" y="187"/>
                  <a:pt x="5684" y="197"/>
                </a:cubicBezTo>
                <a:cubicBezTo>
                  <a:pt x="5682" y="208"/>
                  <a:pt x="5681" y="219"/>
                  <a:pt x="5681" y="229"/>
                </a:cubicBezTo>
                <a:cubicBezTo>
                  <a:pt x="5681" y="241"/>
                  <a:pt x="5681" y="252"/>
                  <a:pt x="5683" y="263"/>
                </a:cubicBezTo>
                <a:cubicBezTo>
                  <a:pt x="5685" y="274"/>
                  <a:pt x="5688" y="284"/>
                  <a:pt x="5692" y="293"/>
                </a:cubicBezTo>
                <a:cubicBezTo>
                  <a:pt x="5697" y="301"/>
                  <a:pt x="5703" y="308"/>
                  <a:pt x="5710" y="313"/>
                </a:cubicBezTo>
                <a:cubicBezTo>
                  <a:pt x="5717" y="318"/>
                  <a:pt x="5726" y="321"/>
                  <a:pt x="5737" y="321"/>
                </a:cubicBezTo>
                <a:cubicBezTo>
                  <a:pt x="5743" y="321"/>
                  <a:pt x="5748" y="320"/>
                  <a:pt x="5753" y="319"/>
                </a:cubicBezTo>
                <a:cubicBezTo>
                  <a:pt x="5758" y="317"/>
                  <a:pt x="5764" y="315"/>
                  <a:pt x="5769" y="311"/>
                </a:cubicBezTo>
                <a:cubicBezTo>
                  <a:pt x="5774" y="308"/>
                  <a:pt x="5780" y="303"/>
                  <a:pt x="5786" y="298"/>
                </a:cubicBezTo>
                <a:cubicBezTo>
                  <a:pt x="5792" y="292"/>
                  <a:pt x="5798" y="284"/>
                  <a:pt x="5805" y="276"/>
                </a:cubicBezTo>
                <a:lnTo>
                  <a:pt x="5805" y="185"/>
                </a:lnTo>
                <a:cubicBezTo>
                  <a:pt x="5793" y="171"/>
                  <a:pt x="5782" y="160"/>
                  <a:pt x="5772" y="153"/>
                </a:cubicBezTo>
                <a:cubicBezTo>
                  <a:pt x="5761" y="146"/>
                  <a:pt x="5750" y="142"/>
                  <a:pt x="5739" y="142"/>
                </a:cubicBezTo>
                <a:moveTo>
                  <a:pt x="534" y="141"/>
                </a:moveTo>
                <a:cubicBezTo>
                  <a:pt x="521" y="141"/>
                  <a:pt x="510" y="143"/>
                  <a:pt x="502" y="148"/>
                </a:cubicBezTo>
                <a:cubicBezTo>
                  <a:pt x="493" y="152"/>
                  <a:pt x="485" y="158"/>
                  <a:pt x="480" y="166"/>
                </a:cubicBezTo>
                <a:cubicBezTo>
                  <a:pt x="474" y="174"/>
                  <a:pt x="470" y="184"/>
                  <a:pt x="467" y="194"/>
                </a:cubicBezTo>
                <a:cubicBezTo>
                  <a:pt x="464" y="205"/>
                  <a:pt x="462" y="217"/>
                  <a:pt x="462" y="230"/>
                </a:cubicBezTo>
                <a:cubicBezTo>
                  <a:pt x="462" y="243"/>
                  <a:pt x="464" y="254"/>
                  <a:pt x="466" y="265"/>
                </a:cubicBezTo>
                <a:cubicBezTo>
                  <a:pt x="468" y="276"/>
                  <a:pt x="472" y="286"/>
                  <a:pt x="478" y="295"/>
                </a:cubicBezTo>
                <a:cubicBezTo>
                  <a:pt x="483" y="303"/>
                  <a:pt x="490" y="310"/>
                  <a:pt x="499" y="314"/>
                </a:cubicBezTo>
                <a:cubicBezTo>
                  <a:pt x="508" y="319"/>
                  <a:pt x="519" y="322"/>
                  <a:pt x="533" y="322"/>
                </a:cubicBezTo>
                <a:cubicBezTo>
                  <a:pt x="545" y="322"/>
                  <a:pt x="556" y="319"/>
                  <a:pt x="564" y="315"/>
                </a:cubicBezTo>
                <a:cubicBezTo>
                  <a:pt x="573" y="311"/>
                  <a:pt x="581" y="305"/>
                  <a:pt x="587" y="296"/>
                </a:cubicBezTo>
                <a:cubicBezTo>
                  <a:pt x="592" y="288"/>
                  <a:pt x="597" y="278"/>
                  <a:pt x="599" y="267"/>
                </a:cubicBezTo>
                <a:cubicBezTo>
                  <a:pt x="602" y="256"/>
                  <a:pt x="603" y="244"/>
                  <a:pt x="603" y="231"/>
                </a:cubicBezTo>
                <a:cubicBezTo>
                  <a:pt x="603" y="219"/>
                  <a:pt x="602" y="207"/>
                  <a:pt x="600" y="196"/>
                </a:cubicBezTo>
                <a:cubicBezTo>
                  <a:pt x="598" y="185"/>
                  <a:pt x="594" y="176"/>
                  <a:pt x="589" y="168"/>
                </a:cubicBezTo>
                <a:cubicBezTo>
                  <a:pt x="583" y="159"/>
                  <a:pt x="576" y="153"/>
                  <a:pt x="567" y="148"/>
                </a:cubicBezTo>
                <a:cubicBezTo>
                  <a:pt x="558" y="143"/>
                  <a:pt x="547" y="141"/>
                  <a:pt x="534" y="141"/>
                </a:cubicBezTo>
                <a:moveTo>
                  <a:pt x="7373" y="139"/>
                </a:moveTo>
                <a:cubicBezTo>
                  <a:pt x="7363" y="139"/>
                  <a:pt x="7354" y="141"/>
                  <a:pt x="7346" y="145"/>
                </a:cubicBezTo>
                <a:cubicBezTo>
                  <a:pt x="7338" y="148"/>
                  <a:pt x="7332" y="153"/>
                  <a:pt x="7327" y="160"/>
                </a:cubicBezTo>
                <a:cubicBezTo>
                  <a:pt x="7321" y="166"/>
                  <a:pt x="7317" y="174"/>
                  <a:pt x="7314" y="182"/>
                </a:cubicBezTo>
                <a:cubicBezTo>
                  <a:pt x="7312" y="191"/>
                  <a:pt x="7310" y="200"/>
                  <a:pt x="7310" y="209"/>
                </a:cubicBezTo>
                <a:lnTo>
                  <a:pt x="7434" y="209"/>
                </a:lnTo>
                <a:cubicBezTo>
                  <a:pt x="7434" y="187"/>
                  <a:pt x="7429" y="170"/>
                  <a:pt x="7419" y="157"/>
                </a:cubicBezTo>
                <a:cubicBezTo>
                  <a:pt x="7409" y="145"/>
                  <a:pt x="7393" y="139"/>
                  <a:pt x="7373" y="139"/>
                </a:cubicBezTo>
                <a:moveTo>
                  <a:pt x="6666" y="139"/>
                </a:moveTo>
                <a:cubicBezTo>
                  <a:pt x="6656" y="139"/>
                  <a:pt x="6647" y="141"/>
                  <a:pt x="6639" y="145"/>
                </a:cubicBezTo>
                <a:cubicBezTo>
                  <a:pt x="6631" y="148"/>
                  <a:pt x="6625" y="153"/>
                  <a:pt x="6620" y="160"/>
                </a:cubicBezTo>
                <a:cubicBezTo>
                  <a:pt x="6615" y="166"/>
                  <a:pt x="6610" y="174"/>
                  <a:pt x="6607" y="182"/>
                </a:cubicBezTo>
                <a:cubicBezTo>
                  <a:pt x="6605" y="191"/>
                  <a:pt x="6603" y="200"/>
                  <a:pt x="6603" y="209"/>
                </a:cubicBezTo>
                <a:lnTo>
                  <a:pt x="6727" y="209"/>
                </a:lnTo>
                <a:cubicBezTo>
                  <a:pt x="6727" y="187"/>
                  <a:pt x="6722" y="170"/>
                  <a:pt x="6712" y="157"/>
                </a:cubicBezTo>
                <a:cubicBezTo>
                  <a:pt x="6702" y="145"/>
                  <a:pt x="6686" y="139"/>
                  <a:pt x="6666" y="139"/>
                </a:cubicBezTo>
                <a:moveTo>
                  <a:pt x="6014" y="139"/>
                </a:moveTo>
                <a:cubicBezTo>
                  <a:pt x="6004" y="139"/>
                  <a:pt x="5995" y="141"/>
                  <a:pt x="5987" y="145"/>
                </a:cubicBezTo>
                <a:cubicBezTo>
                  <a:pt x="5980" y="148"/>
                  <a:pt x="5973" y="153"/>
                  <a:pt x="5968" y="160"/>
                </a:cubicBezTo>
                <a:cubicBezTo>
                  <a:pt x="5963" y="166"/>
                  <a:pt x="5958" y="174"/>
                  <a:pt x="5956" y="182"/>
                </a:cubicBezTo>
                <a:cubicBezTo>
                  <a:pt x="5953" y="191"/>
                  <a:pt x="5951" y="200"/>
                  <a:pt x="5951" y="209"/>
                </a:cubicBezTo>
                <a:lnTo>
                  <a:pt x="6075" y="209"/>
                </a:lnTo>
                <a:cubicBezTo>
                  <a:pt x="6075" y="187"/>
                  <a:pt x="6070" y="170"/>
                  <a:pt x="6060" y="157"/>
                </a:cubicBezTo>
                <a:cubicBezTo>
                  <a:pt x="6050" y="145"/>
                  <a:pt x="6035" y="139"/>
                  <a:pt x="6014" y="139"/>
                </a:cubicBezTo>
                <a:moveTo>
                  <a:pt x="5197" y="139"/>
                </a:moveTo>
                <a:cubicBezTo>
                  <a:pt x="5187" y="139"/>
                  <a:pt x="5178" y="141"/>
                  <a:pt x="5170" y="145"/>
                </a:cubicBezTo>
                <a:cubicBezTo>
                  <a:pt x="5162" y="148"/>
                  <a:pt x="5156" y="153"/>
                  <a:pt x="5151" y="160"/>
                </a:cubicBezTo>
                <a:cubicBezTo>
                  <a:pt x="5146" y="166"/>
                  <a:pt x="5141" y="174"/>
                  <a:pt x="5139" y="182"/>
                </a:cubicBezTo>
                <a:cubicBezTo>
                  <a:pt x="5136" y="191"/>
                  <a:pt x="5134" y="200"/>
                  <a:pt x="5134" y="209"/>
                </a:cubicBezTo>
                <a:lnTo>
                  <a:pt x="5258" y="209"/>
                </a:lnTo>
                <a:cubicBezTo>
                  <a:pt x="5258" y="187"/>
                  <a:pt x="5253" y="170"/>
                  <a:pt x="5243" y="157"/>
                </a:cubicBezTo>
                <a:cubicBezTo>
                  <a:pt x="5233" y="145"/>
                  <a:pt x="5218" y="139"/>
                  <a:pt x="5197" y="139"/>
                </a:cubicBezTo>
                <a:moveTo>
                  <a:pt x="2927" y="139"/>
                </a:moveTo>
                <a:cubicBezTo>
                  <a:pt x="2917" y="139"/>
                  <a:pt x="2908" y="141"/>
                  <a:pt x="2900" y="145"/>
                </a:cubicBezTo>
                <a:cubicBezTo>
                  <a:pt x="2892" y="148"/>
                  <a:pt x="2886" y="153"/>
                  <a:pt x="2881" y="160"/>
                </a:cubicBezTo>
                <a:cubicBezTo>
                  <a:pt x="2875" y="166"/>
                  <a:pt x="2871" y="174"/>
                  <a:pt x="2868" y="182"/>
                </a:cubicBezTo>
                <a:cubicBezTo>
                  <a:pt x="2866" y="191"/>
                  <a:pt x="2864" y="200"/>
                  <a:pt x="2864" y="209"/>
                </a:cubicBezTo>
                <a:lnTo>
                  <a:pt x="2988" y="209"/>
                </a:lnTo>
                <a:cubicBezTo>
                  <a:pt x="2988" y="187"/>
                  <a:pt x="2983" y="170"/>
                  <a:pt x="2973" y="157"/>
                </a:cubicBezTo>
                <a:cubicBezTo>
                  <a:pt x="2963" y="145"/>
                  <a:pt x="2947" y="139"/>
                  <a:pt x="2927" y="139"/>
                </a:cubicBezTo>
                <a:moveTo>
                  <a:pt x="3351" y="110"/>
                </a:moveTo>
                <a:cubicBezTo>
                  <a:pt x="3355" y="110"/>
                  <a:pt x="3358" y="110"/>
                  <a:pt x="3361" y="110"/>
                </a:cubicBezTo>
                <a:cubicBezTo>
                  <a:pt x="3363" y="110"/>
                  <a:pt x="3365" y="111"/>
                  <a:pt x="3367" y="112"/>
                </a:cubicBezTo>
                <a:cubicBezTo>
                  <a:pt x="3369" y="112"/>
                  <a:pt x="3370" y="113"/>
                  <a:pt x="3370" y="114"/>
                </a:cubicBezTo>
                <a:cubicBezTo>
                  <a:pt x="3371" y="115"/>
                  <a:pt x="3371" y="116"/>
                  <a:pt x="3371" y="117"/>
                </a:cubicBezTo>
                <a:lnTo>
                  <a:pt x="3371" y="250"/>
                </a:lnTo>
                <a:cubicBezTo>
                  <a:pt x="3371" y="263"/>
                  <a:pt x="3373" y="274"/>
                  <a:pt x="3375" y="281"/>
                </a:cubicBezTo>
                <a:cubicBezTo>
                  <a:pt x="3376" y="291"/>
                  <a:pt x="3379" y="297"/>
                  <a:pt x="3383" y="303"/>
                </a:cubicBezTo>
                <a:cubicBezTo>
                  <a:pt x="3387" y="308"/>
                  <a:pt x="3392" y="313"/>
                  <a:pt x="3398" y="316"/>
                </a:cubicBezTo>
                <a:cubicBezTo>
                  <a:pt x="3404" y="319"/>
                  <a:pt x="3411" y="321"/>
                  <a:pt x="3419" y="321"/>
                </a:cubicBezTo>
                <a:cubicBezTo>
                  <a:pt x="3430" y="321"/>
                  <a:pt x="3440" y="317"/>
                  <a:pt x="3451" y="310"/>
                </a:cubicBezTo>
                <a:cubicBezTo>
                  <a:pt x="3461" y="302"/>
                  <a:pt x="3472" y="292"/>
                  <a:pt x="3484" y="276"/>
                </a:cubicBezTo>
                <a:lnTo>
                  <a:pt x="3484" y="117"/>
                </a:lnTo>
                <a:cubicBezTo>
                  <a:pt x="3484" y="116"/>
                  <a:pt x="3484" y="115"/>
                  <a:pt x="3484" y="114"/>
                </a:cubicBezTo>
                <a:cubicBezTo>
                  <a:pt x="3485" y="113"/>
                  <a:pt x="3486" y="112"/>
                  <a:pt x="3488" y="112"/>
                </a:cubicBezTo>
                <a:cubicBezTo>
                  <a:pt x="3490" y="111"/>
                  <a:pt x="3492" y="110"/>
                  <a:pt x="3494" y="110"/>
                </a:cubicBezTo>
                <a:cubicBezTo>
                  <a:pt x="3497" y="110"/>
                  <a:pt x="3500" y="110"/>
                  <a:pt x="3504" y="110"/>
                </a:cubicBezTo>
                <a:cubicBezTo>
                  <a:pt x="3509" y="110"/>
                  <a:pt x="3512" y="110"/>
                  <a:pt x="3515" y="110"/>
                </a:cubicBezTo>
                <a:cubicBezTo>
                  <a:pt x="3517" y="110"/>
                  <a:pt x="3519" y="111"/>
                  <a:pt x="3521" y="112"/>
                </a:cubicBezTo>
                <a:cubicBezTo>
                  <a:pt x="3522" y="112"/>
                  <a:pt x="3524" y="113"/>
                  <a:pt x="3524" y="114"/>
                </a:cubicBezTo>
                <a:cubicBezTo>
                  <a:pt x="3525" y="115"/>
                  <a:pt x="3525" y="116"/>
                  <a:pt x="3525" y="117"/>
                </a:cubicBezTo>
                <a:lnTo>
                  <a:pt x="3525" y="346"/>
                </a:lnTo>
                <a:cubicBezTo>
                  <a:pt x="3525" y="347"/>
                  <a:pt x="3525" y="348"/>
                  <a:pt x="3525" y="349"/>
                </a:cubicBezTo>
                <a:cubicBezTo>
                  <a:pt x="3524" y="350"/>
                  <a:pt x="3523" y="350"/>
                  <a:pt x="3521" y="351"/>
                </a:cubicBezTo>
                <a:cubicBezTo>
                  <a:pt x="3520" y="352"/>
                  <a:pt x="3518" y="353"/>
                  <a:pt x="3515" y="353"/>
                </a:cubicBezTo>
                <a:cubicBezTo>
                  <a:pt x="3513" y="353"/>
                  <a:pt x="3510" y="353"/>
                  <a:pt x="3507" y="353"/>
                </a:cubicBezTo>
                <a:cubicBezTo>
                  <a:pt x="3503" y="353"/>
                  <a:pt x="3500" y="353"/>
                  <a:pt x="3497" y="353"/>
                </a:cubicBezTo>
                <a:cubicBezTo>
                  <a:pt x="3495" y="353"/>
                  <a:pt x="3493" y="352"/>
                  <a:pt x="3491" y="351"/>
                </a:cubicBezTo>
                <a:cubicBezTo>
                  <a:pt x="3490" y="350"/>
                  <a:pt x="3489" y="350"/>
                  <a:pt x="3488" y="349"/>
                </a:cubicBezTo>
                <a:cubicBezTo>
                  <a:pt x="3488" y="348"/>
                  <a:pt x="3488" y="347"/>
                  <a:pt x="3488" y="346"/>
                </a:cubicBezTo>
                <a:lnTo>
                  <a:pt x="3488" y="316"/>
                </a:lnTo>
                <a:cubicBezTo>
                  <a:pt x="3475" y="330"/>
                  <a:pt x="3462" y="340"/>
                  <a:pt x="3449" y="347"/>
                </a:cubicBezTo>
                <a:cubicBezTo>
                  <a:pt x="3437" y="353"/>
                  <a:pt x="3424" y="356"/>
                  <a:pt x="3411" y="356"/>
                </a:cubicBezTo>
                <a:cubicBezTo>
                  <a:pt x="3396" y="356"/>
                  <a:pt x="3383" y="354"/>
                  <a:pt x="3373" y="349"/>
                </a:cubicBezTo>
                <a:cubicBezTo>
                  <a:pt x="3362" y="344"/>
                  <a:pt x="3354" y="337"/>
                  <a:pt x="3348" y="329"/>
                </a:cubicBezTo>
                <a:cubicBezTo>
                  <a:pt x="3341" y="320"/>
                  <a:pt x="3337" y="310"/>
                  <a:pt x="3334" y="298"/>
                </a:cubicBezTo>
                <a:cubicBezTo>
                  <a:pt x="3331" y="286"/>
                  <a:pt x="3330" y="272"/>
                  <a:pt x="3330" y="255"/>
                </a:cubicBezTo>
                <a:lnTo>
                  <a:pt x="3330" y="117"/>
                </a:lnTo>
                <a:cubicBezTo>
                  <a:pt x="3330" y="116"/>
                  <a:pt x="3330" y="115"/>
                  <a:pt x="3331" y="114"/>
                </a:cubicBezTo>
                <a:cubicBezTo>
                  <a:pt x="3331" y="113"/>
                  <a:pt x="3332" y="112"/>
                  <a:pt x="3334" y="112"/>
                </a:cubicBezTo>
                <a:cubicBezTo>
                  <a:pt x="3336" y="111"/>
                  <a:pt x="3338" y="110"/>
                  <a:pt x="3340" y="110"/>
                </a:cubicBezTo>
                <a:cubicBezTo>
                  <a:pt x="3343" y="110"/>
                  <a:pt x="3347" y="110"/>
                  <a:pt x="3351" y="110"/>
                </a:cubicBezTo>
                <a:moveTo>
                  <a:pt x="1797" y="110"/>
                </a:moveTo>
                <a:cubicBezTo>
                  <a:pt x="1802" y="110"/>
                  <a:pt x="1806" y="110"/>
                  <a:pt x="1809" y="110"/>
                </a:cubicBezTo>
                <a:cubicBezTo>
                  <a:pt x="1812" y="110"/>
                  <a:pt x="1814" y="111"/>
                  <a:pt x="1816" y="111"/>
                </a:cubicBezTo>
                <a:cubicBezTo>
                  <a:pt x="1818" y="112"/>
                  <a:pt x="1819" y="112"/>
                  <a:pt x="1820" y="113"/>
                </a:cubicBezTo>
                <a:cubicBezTo>
                  <a:pt x="1820" y="114"/>
                  <a:pt x="1821" y="115"/>
                  <a:pt x="1822" y="116"/>
                </a:cubicBezTo>
                <a:lnTo>
                  <a:pt x="1874" y="201"/>
                </a:lnTo>
                <a:lnTo>
                  <a:pt x="1926" y="116"/>
                </a:lnTo>
                <a:cubicBezTo>
                  <a:pt x="1927" y="115"/>
                  <a:pt x="1927" y="114"/>
                  <a:pt x="1928" y="113"/>
                </a:cubicBezTo>
                <a:cubicBezTo>
                  <a:pt x="1929" y="113"/>
                  <a:pt x="1930" y="112"/>
                  <a:pt x="1931" y="111"/>
                </a:cubicBezTo>
                <a:cubicBezTo>
                  <a:pt x="1933" y="111"/>
                  <a:pt x="1935" y="110"/>
                  <a:pt x="1938" y="110"/>
                </a:cubicBezTo>
                <a:cubicBezTo>
                  <a:pt x="1940" y="110"/>
                  <a:pt x="1944" y="110"/>
                  <a:pt x="1948" y="110"/>
                </a:cubicBezTo>
                <a:cubicBezTo>
                  <a:pt x="1953" y="110"/>
                  <a:pt x="1957" y="110"/>
                  <a:pt x="1960" y="110"/>
                </a:cubicBezTo>
                <a:cubicBezTo>
                  <a:pt x="1964" y="111"/>
                  <a:pt x="1966" y="111"/>
                  <a:pt x="1967" y="112"/>
                </a:cubicBezTo>
                <a:cubicBezTo>
                  <a:pt x="1969" y="113"/>
                  <a:pt x="1970" y="114"/>
                  <a:pt x="1969" y="116"/>
                </a:cubicBezTo>
                <a:cubicBezTo>
                  <a:pt x="1969" y="118"/>
                  <a:pt x="1968" y="120"/>
                  <a:pt x="1967" y="122"/>
                </a:cubicBezTo>
                <a:lnTo>
                  <a:pt x="1900" y="228"/>
                </a:lnTo>
                <a:lnTo>
                  <a:pt x="1971" y="341"/>
                </a:lnTo>
                <a:cubicBezTo>
                  <a:pt x="1972" y="343"/>
                  <a:pt x="1973" y="345"/>
                  <a:pt x="1973" y="347"/>
                </a:cubicBezTo>
                <a:cubicBezTo>
                  <a:pt x="1973" y="348"/>
                  <a:pt x="1972" y="349"/>
                  <a:pt x="1970" y="350"/>
                </a:cubicBezTo>
                <a:cubicBezTo>
                  <a:pt x="1968" y="352"/>
                  <a:pt x="1966" y="352"/>
                  <a:pt x="1963" y="353"/>
                </a:cubicBezTo>
                <a:cubicBezTo>
                  <a:pt x="1960" y="353"/>
                  <a:pt x="1955" y="353"/>
                  <a:pt x="1950" y="353"/>
                </a:cubicBezTo>
                <a:cubicBezTo>
                  <a:pt x="1945" y="353"/>
                  <a:pt x="1941" y="353"/>
                  <a:pt x="1938" y="353"/>
                </a:cubicBezTo>
                <a:cubicBezTo>
                  <a:pt x="1935" y="353"/>
                  <a:pt x="1933" y="352"/>
                  <a:pt x="1931" y="352"/>
                </a:cubicBezTo>
                <a:cubicBezTo>
                  <a:pt x="1929" y="351"/>
                  <a:pt x="1928" y="350"/>
                  <a:pt x="1927" y="349"/>
                </a:cubicBezTo>
                <a:cubicBezTo>
                  <a:pt x="1926" y="348"/>
                  <a:pt x="1925" y="347"/>
                  <a:pt x="1925" y="346"/>
                </a:cubicBezTo>
                <a:lnTo>
                  <a:pt x="1870" y="255"/>
                </a:lnTo>
                <a:lnTo>
                  <a:pt x="1816" y="346"/>
                </a:lnTo>
                <a:cubicBezTo>
                  <a:pt x="1815" y="347"/>
                  <a:pt x="1814" y="348"/>
                  <a:pt x="1814" y="349"/>
                </a:cubicBezTo>
                <a:cubicBezTo>
                  <a:pt x="1813" y="350"/>
                  <a:pt x="1811" y="351"/>
                  <a:pt x="1809" y="352"/>
                </a:cubicBezTo>
                <a:cubicBezTo>
                  <a:pt x="1808" y="352"/>
                  <a:pt x="1806" y="353"/>
                  <a:pt x="1803" y="353"/>
                </a:cubicBezTo>
                <a:cubicBezTo>
                  <a:pt x="1800" y="353"/>
                  <a:pt x="1796" y="353"/>
                  <a:pt x="1791" y="353"/>
                </a:cubicBezTo>
                <a:cubicBezTo>
                  <a:pt x="1786" y="353"/>
                  <a:pt x="1782" y="353"/>
                  <a:pt x="1779" y="353"/>
                </a:cubicBezTo>
                <a:cubicBezTo>
                  <a:pt x="1776" y="352"/>
                  <a:pt x="1774" y="352"/>
                  <a:pt x="1772" y="350"/>
                </a:cubicBezTo>
                <a:cubicBezTo>
                  <a:pt x="1771" y="349"/>
                  <a:pt x="1770" y="348"/>
                  <a:pt x="1771" y="347"/>
                </a:cubicBezTo>
                <a:cubicBezTo>
                  <a:pt x="1771" y="345"/>
                  <a:pt x="1771" y="343"/>
                  <a:pt x="1773" y="341"/>
                </a:cubicBezTo>
                <a:lnTo>
                  <a:pt x="1844" y="229"/>
                </a:lnTo>
                <a:lnTo>
                  <a:pt x="1777" y="122"/>
                </a:lnTo>
                <a:cubicBezTo>
                  <a:pt x="1775" y="120"/>
                  <a:pt x="1774" y="118"/>
                  <a:pt x="1774" y="116"/>
                </a:cubicBezTo>
                <a:cubicBezTo>
                  <a:pt x="1774" y="115"/>
                  <a:pt x="1775" y="113"/>
                  <a:pt x="1777" y="112"/>
                </a:cubicBezTo>
                <a:cubicBezTo>
                  <a:pt x="1778" y="111"/>
                  <a:pt x="1781" y="111"/>
                  <a:pt x="1784" y="110"/>
                </a:cubicBezTo>
                <a:cubicBezTo>
                  <a:pt x="1787" y="110"/>
                  <a:pt x="1792" y="110"/>
                  <a:pt x="1797" y="110"/>
                </a:cubicBezTo>
                <a:moveTo>
                  <a:pt x="1188" y="110"/>
                </a:moveTo>
                <a:cubicBezTo>
                  <a:pt x="1193" y="110"/>
                  <a:pt x="1197" y="110"/>
                  <a:pt x="1200" y="110"/>
                </a:cubicBezTo>
                <a:cubicBezTo>
                  <a:pt x="1203" y="110"/>
                  <a:pt x="1205" y="111"/>
                  <a:pt x="1207" y="111"/>
                </a:cubicBezTo>
                <a:cubicBezTo>
                  <a:pt x="1208" y="112"/>
                  <a:pt x="1210" y="113"/>
                  <a:pt x="1210" y="115"/>
                </a:cubicBezTo>
                <a:cubicBezTo>
                  <a:pt x="1211" y="116"/>
                  <a:pt x="1212" y="117"/>
                  <a:pt x="1213" y="119"/>
                </a:cubicBezTo>
                <a:lnTo>
                  <a:pt x="1278" y="302"/>
                </a:lnTo>
                <a:lnTo>
                  <a:pt x="1341" y="118"/>
                </a:lnTo>
                <a:cubicBezTo>
                  <a:pt x="1342" y="115"/>
                  <a:pt x="1343" y="113"/>
                  <a:pt x="1344" y="112"/>
                </a:cubicBezTo>
                <a:cubicBezTo>
                  <a:pt x="1346" y="111"/>
                  <a:pt x="1348" y="111"/>
                  <a:pt x="1351" y="110"/>
                </a:cubicBezTo>
                <a:cubicBezTo>
                  <a:pt x="1354" y="110"/>
                  <a:pt x="1358" y="110"/>
                  <a:pt x="1363" y="110"/>
                </a:cubicBezTo>
                <a:cubicBezTo>
                  <a:pt x="1368" y="110"/>
                  <a:pt x="1372" y="110"/>
                  <a:pt x="1375" y="110"/>
                </a:cubicBezTo>
                <a:cubicBezTo>
                  <a:pt x="1378" y="111"/>
                  <a:pt x="1380" y="112"/>
                  <a:pt x="1381" y="113"/>
                </a:cubicBezTo>
                <a:cubicBezTo>
                  <a:pt x="1383" y="114"/>
                  <a:pt x="1384" y="116"/>
                  <a:pt x="1384" y="117"/>
                </a:cubicBezTo>
                <a:cubicBezTo>
                  <a:pt x="1384" y="119"/>
                  <a:pt x="1383" y="122"/>
                  <a:pt x="1382" y="125"/>
                </a:cubicBezTo>
                <a:lnTo>
                  <a:pt x="1301" y="352"/>
                </a:lnTo>
                <a:lnTo>
                  <a:pt x="1271" y="435"/>
                </a:lnTo>
                <a:cubicBezTo>
                  <a:pt x="1270" y="438"/>
                  <a:pt x="1267" y="440"/>
                  <a:pt x="1263" y="441"/>
                </a:cubicBezTo>
                <a:cubicBezTo>
                  <a:pt x="1259" y="443"/>
                  <a:pt x="1252" y="444"/>
                  <a:pt x="1244" y="444"/>
                </a:cubicBezTo>
                <a:cubicBezTo>
                  <a:pt x="1240" y="444"/>
                  <a:pt x="1236" y="443"/>
                  <a:pt x="1233" y="443"/>
                </a:cubicBezTo>
                <a:cubicBezTo>
                  <a:pt x="1231" y="443"/>
                  <a:pt x="1229" y="442"/>
                  <a:pt x="1227" y="441"/>
                </a:cubicBezTo>
                <a:cubicBezTo>
                  <a:pt x="1226" y="440"/>
                  <a:pt x="1225" y="438"/>
                  <a:pt x="1225" y="437"/>
                </a:cubicBezTo>
                <a:cubicBezTo>
                  <a:pt x="1225" y="435"/>
                  <a:pt x="1225" y="433"/>
                  <a:pt x="1226" y="431"/>
                </a:cubicBezTo>
                <a:lnTo>
                  <a:pt x="1257" y="352"/>
                </a:lnTo>
                <a:cubicBezTo>
                  <a:pt x="1256" y="351"/>
                  <a:pt x="1254" y="350"/>
                  <a:pt x="1253" y="348"/>
                </a:cubicBezTo>
                <a:cubicBezTo>
                  <a:pt x="1252" y="347"/>
                  <a:pt x="1251" y="346"/>
                  <a:pt x="1250" y="344"/>
                </a:cubicBezTo>
                <a:lnTo>
                  <a:pt x="1169" y="126"/>
                </a:lnTo>
                <a:cubicBezTo>
                  <a:pt x="1168" y="122"/>
                  <a:pt x="1167" y="119"/>
                  <a:pt x="1167" y="117"/>
                </a:cubicBezTo>
                <a:cubicBezTo>
                  <a:pt x="1167" y="116"/>
                  <a:pt x="1168" y="114"/>
                  <a:pt x="1169" y="113"/>
                </a:cubicBezTo>
                <a:cubicBezTo>
                  <a:pt x="1171" y="112"/>
                  <a:pt x="1173" y="111"/>
                  <a:pt x="1176" y="110"/>
                </a:cubicBezTo>
                <a:cubicBezTo>
                  <a:pt x="1179" y="110"/>
                  <a:pt x="1183" y="110"/>
                  <a:pt x="1188" y="110"/>
                </a:cubicBezTo>
                <a:moveTo>
                  <a:pt x="6271" y="106"/>
                </a:moveTo>
                <a:cubicBezTo>
                  <a:pt x="6278" y="106"/>
                  <a:pt x="6285" y="107"/>
                  <a:pt x="6292" y="109"/>
                </a:cubicBezTo>
                <a:cubicBezTo>
                  <a:pt x="6299" y="110"/>
                  <a:pt x="6305" y="112"/>
                  <a:pt x="6311" y="114"/>
                </a:cubicBezTo>
                <a:cubicBezTo>
                  <a:pt x="6317" y="116"/>
                  <a:pt x="6322" y="118"/>
                  <a:pt x="6326" y="121"/>
                </a:cubicBezTo>
                <a:cubicBezTo>
                  <a:pt x="6331" y="124"/>
                  <a:pt x="6334" y="127"/>
                  <a:pt x="6336" y="129"/>
                </a:cubicBezTo>
                <a:cubicBezTo>
                  <a:pt x="6338" y="131"/>
                  <a:pt x="6339" y="132"/>
                  <a:pt x="6340" y="133"/>
                </a:cubicBezTo>
                <a:cubicBezTo>
                  <a:pt x="6341" y="135"/>
                  <a:pt x="6341" y="136"/>
                  <a:pt x="6342" y="137"/>
                </a:cubicBezTo>
                <a:cubicBezTo>
                  <a:pt x="6343" y="139"/>
                  <a:pt x="6343" y="141"/>
                  <a:pt x="6343" y="143"/>
                </a:cubicBezTo>
                <a:cubicBezTo>
                  <a:pt x="6343" y="145"/>
                  <a:pt x="6343" y="148"/>
                  <a:pt x="6343" y="151"/>
                </a:cubicBezTo>
                <a:cubicBezTo>
                  <a:pt x="6343" y="157"/>
                  <a:pt x="6343" y="162"/>
                  <a:pt x="6341" y="164"/>
                </a:cubicBezTo>
                <a:cubicBezTo>
                  <a:pt x="6339" y="167"/>
                  <a:pt x="6338" y="168"/>
                  <a:pt x="6335" y="168"/>
                </a:cubicBezTo>
                <a:cubicBezTo>
                  <a:pt x="6333" y="168"/>
                  <a:pt x="6330" y="167"/>
                  <a:pt x="6327" y="164"/>
                </a:cubicBezTo>
                <a:cubicBezTo>
                  <a:pt x="6323" y="161"/>
                  <a:pt x="6319" y="158"/>
                  <a:pt x="6314" y="155"/>
                </a:cubicBezTo>
                <a:cubicBezTo>
                  <a:pt x="6309" y="152"/>
                  <a:pt x="6303" y="148"/>
                  <a:pt x="6296" y="146"/>
                </a:cubicBezTo>
                <a:cubicBezTo>
                  <a:pt x="6289" y="143"/>
                  <a:pt x="6280" y="141"/>
                  <a:pt x="6271" y="141"/>
                </a:cubicBezTo>
                <a:cubicBezTo>
                  <a:pt x="6250" y="141"/>
                  <a:pt x="6235" y="149"/>
                  <a:pt x="6225" y="165"/>
                </a:cubicBezTo>
                <a:cubicBezTo>
                  <a:pt x="6214" y="180"/>
                  <a:pt x="6208" y="202"/>
                  <a:pt x="6208" y="232"/>
                </a:cubicBezTo>
                <a:cubicBezTo>
                  <a:pt x="6208" y="246"/>
                  <a:pt x="6210" y="259"/>
                  <a:pt x="6213" y="270"/>
                </a:cubicBezTo>
                <a:cubicBezTo>
                  <a:pt x="6216" y="281"/>
                  <a:pt x="6219" y="291"/>
                  <a:pt x="6225" y="299"/>
                </a:cubicBezTo>
                <a:cubicBezTo>
                  <a:pt x="6230" y="306"/>
                  <a:pt x="6237" y="311"/>
                  <a:pt x="6245" y="315"/>
                </a:cubicBezTo>
                <a:cubicBezTo>
                  <a:pt x="6253" y="319"/>
                  <a:pt x="6261" y="320"/>
                  <a:pt x="6272" y="320"/>
                </a:cubicBezTo>
                <a:cubicBezTo>
                  <a:pt x="6281" y="320"/>
                  <a:pt x="6290" y="319"/>
                  <a:pt x="6297" y="316"/>
                </a:cubicBezTo>
                <a:cubicBezTo>
                  <a:pt x="6304" y="313"/>
                  <a:pt x="6310" y="310"/>
                  <a:pt x="6316" y="306"/>
                </a:cubicBezTo>
                <a:cubicBezTo>
                  <a:pt x="6321" y="302"/>
                  <a:pt x="6325" y="299"/>
                  <a:pt x="6329" y="296"/>
                </a:cubicBezTo>
                <a:cubicBezTo>
                  <a:pt x="6333" y="293"/>
                  <a:pt x="6335" y="292"/>
                  <a:pt x="6337" y="292"/>
                </a:cubicBezTo>
                <a:cubicBezTo>
                  <a:pt x="6339" y="292"/>
                  <a:pt x="6340" y="292"/>
                  <a:pt x="6340" y="293"/>
                </a:cubicBezTo>
                <a:cubicBezTo>
                  <a:pt x="6341" y="293"/>
                  <a:pt x="6342" y="295"/>
                  <a:pt x="6343" y="296"/>
                </a:cubicBezTo>
                <a:cubicBezTo>
                  <a:pt x="6343" y="298"/>
                  <a:pt x="6344" y="300"/>
                  <a:pt x="6344" y="302"/>
                </a:cubicBezTo>
                <a:cubicBezTo>
                  <a:pt x="6344" y="305"/>
                  <a:pt x="6344" y="307"/>
                  <a:pt x="6344" y="311"/>
                </a:cubicBezTo>
                <a:cubicBezTo>
                  <a:pt x="6344" y="314"/>
                  <a:pt x="6344" y="316"/>
                  <a:pt x="6344" y="318"/>
                </a:cubicBezTo>
                <a:cubicBezTo>
                  <a:pt x="6344" y="320"/>
                  <a:pt x="6344" y="322"/>
                  <a:pt x="6343" y="324"/>
                </a:cubicBezTo>
                <a:cubicBezTo>
                  <a:pt x="6343" y="325"/>
                  <a:pt x="6342" y="326"/>
                  <a:pt x="6341" y="328"/>
                </a:cubicBezTo>
                <a:cubicBezTo>
                  <a:pt x="6341" y="329"/>
                  <a:pt x="6340" y="330"/>
                  <a:pt x="6338" y="332"/>
                </a:cubicBezTo>
                <a:cubicBezTo>
                  <a:pt x="6335" y="334"/>
                  <a:pt x="6332" y="337"/>
                  <a:pt x="6327" y="340"/>
                </a:cubicBezTo>
                <a:cubicBezTo>
                  <a:pt x="6322" y="343"/>
                  <a:pt x="6316" y="346"/>
                  <a:pt x="6310" y="348"/>
                </a:cubicBezTo>
                <a:cubicBezTo>
                  <a:pt x="6303" y="351"/>
                  <a:pt x="6297" y="353"/>
                  <a:pt x="6289" y="354"/>
                </a:cubicBezTo>
                <a:cubicBezTo>
                  <a:pt x="6282" y="356"/>
                  <a:pt x="6274" y="356"/>
                  <a:pt x="6266" y="356"/>
                </a:cubicBezTo>
                <a:cubicBezTo>
                  <a:pt x="6250" y="356"/>
                  <a:pt x="6236" y="354"/>
                  <a:pt x="6223" y="348"/>
                </a:cubicBezTo>
                <a:cubicBezTo>
                  <a:pt x="6210" y="343"/>
                  <a:pt x="6200" y="335"/>
                  <a:pt x="6191" y="325"/>
                </a:cubicBezTo>
                <a:cubicBezTo>
                  <a:pt x="6183" y="314"/>
                  <a:pt x="6176" y="302"/>
                  <a:pt x="6172" y="286"/>
                </a:cubicBezTo>
                <a:cubicBezTo>
                  <a:pt x="6168" y="271"/>
                  <a:pt x="6165" y="254"/>
                  <a:pt x="6165" y="234"/>
                </a:cubicBezTo>
                <a:cubicBezTo>
                  <a:pt x="6165" y="212"/>
                  <a:pt x="6168" y="192"/>
                  <a:pt x="6173" y="176"/>
                </a:cubicBezTo>
                <a:cubicBezTo>
                  <a:pt x="6179" y="160"/>
                  <a:pt x="6186" y="147"/>
                  <a:pt x="6196" y="137"/>
                </a:cubicBezTo>
                <a:cubicBezTo>
                  <a:pt x="6205" y="127"/>
                  <a:pt x="6217" y="119"/>
                  <a:pt x="6229" y="114"/>
                </a:cubicBezTo>
                <a:cubicBezTo>
                  <a:pt x="6242" y="109"/>
                  <a:pt x="6256" y="106"/>
                  <a:pt x="6271" y="106"/>
                </a:cubicBezTo>
                <a:moveTo>
                  <a:pt x="2705" y="106"/>
                </a:moveTo>
                <a:cubicBezTo>
                  <a:pt x="2713" y="106"/>
                  <a:pt x="2720" y="107"/>
                  <a:pt x="2727" y="109"/>
                </a:cubicBezTo>
                <a:cubicBezTo>
                  <a:pt x="2733" y="110"/>
                  <a:pt x="2740" y="112"/>
                  <a:pt x="2745" y="114"/>
                </a:cubicBezTo>
                <a:cubicBezTo>
                  <a:pt x="2751" y="116"/>
                  <a:pt x="2756" y="118"/>
                  <a:pt x="2761" y="121"/>
                </a:cubicBezTo>
                <a:cubicBezTo>
                  <a:pt x="2765" y="124"/>
                  <a:pt x="2768" y="127"/>
                  <a:pt x="2770" y="129"/>
                </a:cubicBezTo>
                <a:cubicBezTo>
                  <a:pt x="2772" y="131"/>
                  <a:pt x="2774" y="132"/>
                  <a:pt x="2775" y="133"/>
                </a:cubicBezTo>
                <a:cubicBezTo>
                  <a:pt x="2775" y="135"/>
                  <a:pt x="2776" y="136"/>
                  <a:pt x="2776" y="137"/>
                </a:cubicBezTo>
                <a:cubicBezTo>
                  <a:pt x="2777" y="139"/>
                  <a:pt x="2777" y="141"/>
                  <a:pt x="2777" y="143"/>
                </a:cubicBezTo>
                <a:cubicBezTo>
                  <a:pt x="2778" y="145"/>
                  <a:pt x="2778" y="148"/>
                  <a:pt x="2778" y="151"/>
                </a:cubicBezTo>
                <a:cubicBezTo>
                  <a:pt x="2778" y="157"/>
                  <a:pt x="2777" y="162"/>
                  <a:pt x="2775" y="164"/>
                </a:cubicBezTo>
                <a:cubicBezTo>
                  <a:pt x="2774" y="167"/>
                  <a:pt x="2772" y="168"/>
                  <a:pt x="2770" y="168"/>
                </a:cubicBezTo>
                <a:cubicBezTo>
                  <a:pt x="2768" y="168"/>
                  <a:pt x="2764" y="167"/>
                  <a:pt x="2761" y="164"/>
                </a:cubicBezTo>
                <a:cubicBezTo>
                  <a:pt x="2758" y="161"/>
                  <a:pt x="2754" y="158"/>
                  <a:pt x="2749" y="155"/>
                </a:cubicBezTo>
                <a:cubicBezTo>
                  <a:pt x="2744" y="152"/>
                  <a:pt x="2738" y="148"/>
                  <a:pt x="2730" y="146"/>
                </a:cubicBezTo>
                <a:cubicBezTo>
                  <a:pt x="2723" y="143"/>
                  <a:pt x="2715" y="141"/>
                  <a:pt x="2705" y="141"/>
                </a:cubicBezTo>
                <a:cubicBezTo>
                  <a:pt x="2685" y="141"/>
                  <a:pt x="2670" y="149"/>
                  <a:pt x="2659" y="165"/>
                </a:cubicBezTo>
                <a:cubicBezTo>
                  <a:pt x="2648" y="180"/>
                  <a:pt x="2643" y="202"/>
                  <a:pt x="2643" y="232"/>
                </a:cubicBezTo>
                <a:cubicBezTo>
                  <a:pt x="2643" y="246"/>
                  <a:pt x="2644" y="259"/>
                  <a:pt x="2647" y="270"/>
                </a:cubicBezTo>
                <a:cubicBezTo>
                  <a:pt x="2650" y="281"/>
                  <a:pt x="2654" y="291"/>
                  <a:pt x="2660" y="299"/>
                </a:cubicBezTo>
                <a:cubicBezTo>
                  <a:pt x="2665" y="306"/>
                  <a:pt x="2672" y="311"/>
                  <a:pt x="2679" y="315"/>
                </a:cubicBezTo>
                <a:cubicBezTo>
                  <a:pt x="2687" y="319"/>
                  <a:pt x="2696" y="320"/>
                  <a:pt x="2706" y="320"/>
                </a:cubicBezTo>
                <a:cubicBezTo>
                  <a:pt x="2716" y="320"/>
                  <a:pt x="2724" y="319"/>
                  <a:pt x="2731" y="316"/>
                </a:cubicBezTo>
                <a:cubicBezTo>
                  <a:pt x="2739" y="313"/>
                  <a:pt x="2745" y="310"/>
                  <a:pt x="2750" y="306"/>
                </a:cubicBezTo>
                <a:cubicBezTo>
                  <a:pt x="2756" y="302"/>
                  <a:pt x="2760" y="299"/>
                  <a:pt x="2764" y="296"/>
                </a:cubicBezTo>
                <a:cubicBezTo>
                  <a:pt x="2767" y="293"/>
                  <a:pt x="2770" y="292"/>
                  <a:pt x="2772" y="292"/>
                </a:cubicBezTo>
                <a:cubicBezTo>
                  <a:pt x="2773" y="292"/>
                  <a:pt x="2774" y="292"/>
                  <a:pt x="2775" y="293"/>
                </a:cubicBezTo>
                <a:cubicBezTo>
                  <a:pt x="2776" y="293"/>
                  <a:pt x="2776" y="295"/>
                  <a:pt x="2777" y="296"/>
                </a:cubicBezTo>
                <a:cubicBezTo>
                  <a:pt x="2778" y="298"/>
                  <a:pt x="2778" y="300"/>
                  <a:pt x="2778" y="302"/>
                </a:cubicBezTo>
                <a:cubicBezTo>
                  <a:pt x="2778" y="305"/>
                  <a:pt x="2779" y="307"/>
                  <a:pt x="2779" y="311"/>
                </a:cubicBezTo>
                <a:cubicBezTo>
                  <a:pt x="2779" y="314"/>
                  <a:pt x="2779" y="316"/>
                  <a:pt x="2778" y="318"/>
                </a:cubicBezTo>
                <a:cubicBezTo>
                  <a:pt x="2778" y="320"/>
                  <a:pt x="2778" y="322"/>
                  <a:pt x="2778" y="324"/>
                </a:cubicBezTo>
                <a:cubicBezTo>
                  <a:pt x="2777" y="325"/>
                  <a:pt x="2777" y="326"/>
                  <a:pt x="2776" y="328"/>
                </a:cubicBezTo>
                <a:cubicBezTo>
                  <a:pt x="2776" y="329"/>
                  <a:pt x="2774" y="330"/>
                  <a:pt x="2772" y="332"/>
                </a:cubicBezTo>
                <a:cubicBezTo>
                  <a:pt x="2770" y="334"/>
                  <a:pt x="2766" y="337"/>
                  <a:pt x="2761" y="340"/>
                </a:cubicBezTo>
                <a:cubicBezTo>
                  <a:pt x="2756" y="343"/>
                  <a:pt x="2751" y="346"/>
                  <a:pt x="2744" y="348"/>
                </a:cubicBezTo>
                <a:cubicBezTo>
                  <a:pt x="2738" y="351"/>
                  <a:pt x="2731" y="353"/>
                  <a:pt x="2724" y="354"/>
                </a:cubicBezTo>
                <a:cubicBezTo>
                  <a:pt x="2716" y="356"/>
                  <a:pt x="2709" y="356"/>
                  <a:pt x="2701" y="356"/>
                </a:cubicBezTo>
                <a:cubicBezTo>
                  <a:pt x="2685" y="356"/>
                  <a:pt x="2670" y="354"/>
                  <a:pt x="2657" y="348"/>
                </a:cubicBezTo>
                <a:cubicBezTo>
                  <a:pt x="2645" y="343"/>
                  <a:pt x="2634" y="335"/>
                  <a:pt x="2626" y="325"/>
                </a:cubicBezTo>
                <a:cubicBezTo>
                  <a:pt x="2617" y="314"/>
                  <a:pt x="2611" y="302"/>
                  <a:pt x="2606" y="286"/>
                </a:cubicBezTo>
                <a:cubicBezTo>
                  <a:pt x="2602" y="271"/>
                  <a:pt x="2600" y="254"/>
                  <a:pt x="2600" y="234"/>
                </a:cubicBezTo>
                <a:cubicBezTo>
                  <a:pt x="2600" y="212"/>
                  <a:pt x="2602" y="192"/>
                  <a:pt x="2608" y="176"/>
                </a:cubicBezTo>
                <a:cubicBezTo>
                  <a:pt x="2613" y="160"/>
                  <a:pt x="2621" y="147"/>
                  <a:pt x="2630" y="137"/>
                </a:cubicBezTo>
                <a:cubicBezTo>
                  <a:pt x="2640" y="127"/>
                  <a:pt x="2651" y="119"/>
                  <a:pt x="2664" y="114"/>
                </a:cubicBezTo>
                <a:cubicBezTo>
                  <a:pt x="2677" y="109"/>
                  <a:pt x="2691" y="106"/>
                  <a:pt x="2705" y="106"/>
                </a:cubicBezTo>
                <a:moveTo>
                  <a:pt x="7375" y="106"/>
                </a:moveTo>
                <a:cubicBezTo>
                  <a:pt x="7393" y="106"/>
                  <a:pt x="7409" y="109"/>
                  <a:pt x="7421" y="115"/>
                </a:cubicBezTo>
                <a:cubicBezTo>
                  <a:pt x="7434" y="121"/>
                  <a:pt x="7444" y="128"/>
                  <a:pt x="7452" y="138"/>
                </a:cubicBezTo>
                <a:cubicBezTo>
                  <a:pt x="7460" y="147"/>
                  <a:pt x="7466" y="159"/>
                  <a:pt x="7470" y="172"/>
                </a:cubicBezTo>
                <a:cubicBezTo>
                  <a:pt x="7474" y="185"/>
                  <a:pt x="7475" y="199"/>
                  <a:pt x="7475" y="214"/>
                </a:cubicBezTo>
                <a:lnTo>
                  <a:pt x="7475" y="221"/>
                </a:lnTo>
                <a:cubicBezTo>
                  <a:pt x="7475" y="228"/>
                  <a:pt x="7474" y="232"/>
                  <a:pt x="7470" y="235"/>
                </a:cubicBezTo>
                <a:cubicBezTo>
                  <a:pt x="7467" y="238"/>
                  <a:pt x="7463" y="239"/>
                  <a:pt x="7459" y="239"/>
                </a:cubicBezTo>
                <a:lnTo>
                  <a:pt x="7310" y="239"/>
                </a:lnTo>
                <a:cubicBezTo>
                  <a:pt x="7310" y="252"/>
                  <a:pt x="7311" y="263"/>
                  <a:pt x="7313" y="273"/>
                </a:cubicBezTo>
                <a:cubicBezTo>
                  <a:pt x="7316" y="284"/>
                  <a:pt x="7320" y="293"/>
                  <a:pt x="7326" y="300"/>
                </a:cubicBezTo>
                <a:cubicBezTo>
                  <a:pt x="7332" y="307"/>
                  <a:pt x="7340" y="313"/>
                  <a:pt x="7349" y="317"/>
                </a:cubicBezTo>
                <a:cubicBezTo>
                  <a:pt x="7359" y="321"/>
                  <a:pt x="7370" y="323"/>
                  <a:pt x="7384" y="323"/>
                </a:cubicBezTo>
                <a:cubicBezTo>
                  <a:pt x="7395" y="323"/>
                  <a:pt x="7404" y="322"/>
                  <a:pt x="7413" y="320"/>
                </a:cubicBezTo>
                <a:cubicBezTo>
                  <a:pt x="7421" y="318"/>
                  <a:pt x="7429" y="316"/>
                  <a:pt x="7435" y="314"/>
                </a:cubicBezTo>
                <a:cubicBezTo>
                  <a:pt x="7441" y="312"/>
                  <a:pt x="7446" y="310"/>
                  <a:pt x="7450" y="308"/>
                </a:cubicBezTo>
                <a:cubicBezTo>
                  <a:pt x="7454" y="306"/>
                  <a:pt x="7457" y="306"/>
                  <a:pt x="7459" y="306"/>
                </a:cubicBezTo>
                <a:cubicBezTo>
                  <a:pt x="7460" y="306"/>
                  <a:pt x="7461" y="306"/>
                  <a:pt x="7462" y="306"/>
                </a:cubicBezTo>
                <a:cubicBezTo>
                  <a:pt x="7463" y="307"/>
                  <a:pt x="7464" y="308"/>
                  <a:pt x="7464" y="309"/>
                </a:cubicBezTo>
                <a:cubicBezTo>
                  <a:pt x="7465" y="310"/>
                  <a:pt x="7465" y="312"/>
                  <a:pt x="7465" y="314"/>
                </a:cubicBezTo>
                <a:cubicBezTo>
                  <a:pt x="7466" y="316"/>
                  <a:pt x="7466" y="319"/>
                  <a:pt x="7466" y="322"/>
                </a:cubicBezTo>
                <a:cubicBezTo>
                  <a:pt x="7466" y="324"/>
                  <a:pt x="7466" y="326"/>
                  <a:pt x="7465" y="328"/>
                </a:cubicBezTo>
                <a:cubicBezTo>
                  <a:pt x="7465" y="329"/>
                  <a:pt x="7465" y="330"/>
                  <a:pt x="7465" y="332"/>
                </a:cubicBezTo>
                <a:cubicBezTo>
                  <a:pt x="7465" y="333"/>
                  <a:pt x="7464" y="334"/>
                  <a:pt x="7464" y="335"/>
                </a:cubicBezTo>
                <a:cubicBezTo>
                  <a:pt x="7463" y="336"/>
                  <a:pt x="7462" y="337"/>
                  <a:pt x="7462" y="338"/>
                </a:cubicBezTo>
                <a:cubicBezTo>
                  <a:pt x="7460" y="339"/>
                  <a:pt x="7458" y="341"/>
                  <a:pt x="7453" y="343"/>
                </a:cubicBezTo>
                <a:cubicBezTo>
                  <a:pt x="7448" y="345"/>
                  <a:pt x="7443" y="347"/>
                  <a:pt x="7435" y="349"/>
                </a:cubicBezTo>
                <a:cubicBezTo>
                  <a:pt x="7428" y="351"/>
                  <a:pt x="7420" y="353"/>
                  <a:pt x="7410" y="354"/>
                </a:cubicBezTo>
                <a:cubicBezTo>
                  <a:pt x="7401" y="356"/>
                  <a:pt x="7391" y="356"/>
                  <a:pt x="7380" y="356"/>
                </a:cubicBezTo>
                <a:cubicBezTo>
                  <a:pt x="7361" y="356"/>
                  <a:pt x="7345" y="354"/>
                  <a:pt x="7331" y="349"/>
                </a:cubicBezTo>
                <a:cubicBezTo>
                  <a:pt x="7317" y="343"/>
                  <a:pt x="7305" y="336"/>
                  <a:pt x="7296" y="325"/>
                </a:cubicBezTo>
                <a:cubicBezTo>
                  <a:pt x="7286" y="315"/>
                  <a:pt x="7279" y="302"/>
                  <a:pt x="7274" y="286"/>
                </a:cubicBezTo>
                <a:cubicBezTo>
                  <a:pt x="7269" y="270"/>
                  <a:pt x="7266" y="252"/>
                  <a:pt x="7266" y="232"/>
                </a:cubicBezTo>
                <a:cubicBezTo>
                  <a:pt x="7266" y="213"/>
                  <a:pt x="7269" y="195"/>
                  <a:pt x="7274" y="179"/>
                </a:cubicBezTo>
                <a:cubicBezTo>
                  <a:pt x="7279" y="164"/>
                  <a:pt x="7287" y="151"/>
                  <a:pt x="7296" y="140"/>
                </a:cubicBezTo>
                <a:cubicBezTo>
                  <a:pt x="7306" y="129"/>
                  <a:pt x="7317" y="121"/>
                  <a:pt x="7330" y="115"/>
                </a:cubicBezTo>
                <a:cubicBezTo>
                  <a:pt x="7344" y="109"/>
                  <a:pt x="7359" y="106"/>
                  <a:pt x="7375" y="106"/>
                </a:cubicBezTo>
                <a:moveTo>
                  <a:pt x="7149" y="106"/>
                </a:moveTo>
                <a:cubicBezTo>
                  <a:pt x="7155" y="106"/>
                  <a:pt x="7161" y="107"/>
                  <a:pt x="7167" y="108"/>
                </a:cubicBezTo>
                <a:cubicBezTo>
                  <a:pt x="7173" y="109"/>
                  <a:pt x="7178" y="110"/>
                  <a:pt x="7183" y="111"/>
                </a:cubicBezTo>
                <a:cubicBezTo>
                  <a:pt x="7188" y="113"/>
                  <a:pt x="7192" y="115"/>
                  <a:pt x="7196" y="116"/>
                </a:cubicBezTo>
                <a:cubicBezTo>
                  <a:pt x="7199" y="118"/>
                  <a:pt x="7202" y="120"/>
                  <a:pt x="7203" y="121"/>
                </a:cubicBezTo>
                <a:cubicBezTo>
                  <a:pt x="7205" y="122"/>
                  <a:pt x="7206" y="124"/>
                  <a:pt x="7207" y="124"/>
                </a:cubicBezTo>
                <a:cubicBezTo>
                  <a:pt x="7208" y="125"/>
                  <a:pt x="7208" y="127"/>
                  <a:pt x="7208" y="128"/>
                </a:cubicBezTo>
                <a:cubicBezTo>
                  <a:pt x="7209" y="129"/>
                  <a:pt x="7209" y="131"/>
                  <a:pt x="7209" y="133"/>
                </a:cubicBezTo>
                <a:cubicBezTo>
                  <a:pt x="7209" y="135"/>
                  <a:pt x="7209" y="137"/>
                  <a:pt x="7209" y="140"/>
                </a:cubicBezTo>
                <a:cubicBezTo>
                  <a:pt x="7209" y="142"/>
                  <a:pt x="7209" y="145"/>
                  <a:pt x="7209" y="147"/>
                </a:cubicBezTo>
                <a:cubicBezTo>
                  <a:pt x="7209" y="149"/>
                  <a:pt x="7208" y="151"/>
                  <a:pt x="7208" y="152"/>
                </a:cubicBezTo>
                <a:cubicBezTo>
                  <a:pt x="7207" y="153"/>
                  <a:pt x="7206" y="154"/>
                  <a:pt x="7206" y="155"/>
                </a:cubicBezTo>
                <a:cubicBezTo>
                  <a:pt x="7205" y="155"/>
                  <a:pt x="7204" y="156"/>
                  <a:pt x="7203" y="156"/>
                </a:cubicBezTo>
                <a:cubicBezTo>
                  <a:pt x="7201" y="156"/>
                  <a:pt x="7199" y="155"/>
                  <a:pt x="7196" y="153"/>
                </a:cubicBezTo>
                <a:cubicBezTo>
                  <a:pt x="7193" y="151"/>
                  <a:pt x="7190" y="149"/>
                  <a:pt x="7185" y="147"/>
                </a:cubicBezTo>
                <a:cubicBezTo>
                  <a:pt x="7181" y="145"/>
                  <a:pt x="7175" y="143"/>
                  <a:pt x="7169" y="141"/>
                </a:cubicBezTo>
                <a:cubicBezTo>
                  <a:pt x="7163" y="139"/>
                  <a:pt x="7156" y="139"/>
                  <a:pt x="7148" y="139"/>
                </a:cubicBezTo>
                <a:cubicBezTo>
                  <a:pt x="7141" y="139"/>
                  <a:pt x="7135" y="139"/>
                  <a:pt x="7130" y="141"/>
                </a:cubicBezTo>
                <a:cubicBezTo>
                  <a:pt x="7124" y="142"/>
                  <a:pt x="7120" y="145"/>
                  <a:pt x="7116" y="148"/>
                </a:cubicBezTo>
                <a:cubicBezTo>
                  <a:pt x="7113" y="151"/>
                  <a:pt x="7110" y="154"/>
                  <a:pt x="7108" y="158"/>
                </a:cubicBezTo>
                <a:cubicBezTo>
                  <a:pt x="7107" y="162"/>
                  <a:pt x="7106" y="166"/>
                  <a:pt x="7106" y="171"/>
                </a:cubicBezTo>
                <a:cubicBezTo>
                  <a:pt x="7106" y="178"/>
                  <a:pt x="7107" y="183"/>
                  <a:pt x="7111" y="188"/>
                </a:cubicBezTo>
                <a:cubicBezTo>
                  <a:pt x="7114" y="192"/>
                  <a:pt x="7119" y="196"/>
                  <a:pt x="7124" y="200"/>
                </a:cubicBezTo>
                <a:cubicBezTo>
                  <a:pt x="7129" y="203"/>
                  <a:pt x="7136" y="206"/>
                  <a:pt x="7142" y="209"/>
                </a:cubicBezTo>
                <a:cubicBezTo>
                  <a:pt x="7149" y="211"/>
                  <a:pt x="7156" y="214"/>
                  <a:pt x="7163" y="217"/>
                </a:cubicBezTo>
                <a:cubicBezTo>
                  <a:pt x="7171" y="220"/>
                  <a:pt x="7178" y="223"/>
                  <a:pt x="7185" y="226"/>
                </a:cubicBezTo>
                <a:cubicBezTo>
                  <a:pt x="7192" y="230"/>
                  <a:pt x="7198" y="234"/>
                  <a:pt x="7203" y="239"/>
                </a:cubicBezTo>
                <a:cubicBezTo>
                  <a:pt x="7209" y="244"/>
                  <a:pt x="7213" y="250"/>
                  <a:pt x="7216" y="257"/>
                </a:cubicBezTo>
                <a:cubicBezTo>
                  <a:pt x="7220" y="264"/>
                  <a:pt x="7221" y="273"/>
                  <a:pt x="7221" y="283"/>
                </a:cubicBezTo>
                <a:cubicBezTo>
                  <a:pt x="7221" y="295"/>
                  <a:pt x="7219" y="306"/>
                  <a:pt x="7215" y="315"/>
                </a:cubicBezTo>
                <a:cubicBezTo>
                  <a:pt x="7210" y="324"/>
                  <a:pt x="7204" y="331"/>
                  <a:pt x="7196" y="338"/>
                </a:cubicBezTo>
                <a:cubicBezTo>
                  <a:pt x="7188" y="344"/>
                  <a:pt x="7179" y="349"/>
                  <a:pt x="7168" y="352"/>
                </a:cubicBezTo>
                <a:cubicBezTo>
                  <a:pt x="7157" y="355"/>
                  <a:pt x="7145" y="356"/>
                  <a:pt x="7132" y="356"/>
                </a:cubicBezTo>
                <a:cubicBezTo>
                  <a:pt x="7124" y="356"/>
                  <a:pt x="7116" y="356"/>
                  <a:pt x="7109" y="355"/>
                </a:cubicBezTo>
                <a:cubicBezTo>
                  <a:pt x="7102" y="353"/>
                  <a:pt x="7095" y="352"/>
                  <a:pt x="7089" y="350"/>
                </a:cubicBezTo>
                <a:cubicBezTo>
                  <a:pt x="7083" y="348"/>
                  <a:pt x="7078" y="346"/>
                  <a:pt x="7075" y="344"/>
                </a:cubicBezTo>
                <a:cubicBezTo>
                  <a:pt x="7070" y="342"/>
                  <a:pt x="7067" y="340"/>
                  <a:pt x="7066" y="338"/>
                </a:cubicBezTo>
                <a:cubicBezTo>
                  <a:pt x="7064" y="336"/>
                  <a:pt x="7063" y="334"/>
                  <a:pt x="7061" y="331"/>
                </a:cubicBezTo>
                <a:cubicBezTo>
                  <a:pt x="7061" y="328"/>
                  <a:pt x="7060" y="324"/>
                  <a:pt x="7060" y="319"/>
                </a:cubicBezTo>
                <a:cubicBezTo>
                  <a:pt x="7060" y="316"/>
                  <a:pt x="7060" y="313"/>
                  <a:pt x="7061" y="311"/>
                </a:cubicBezTo>
                <a:cubicBezTo>
                  <a:pt x="7061" y="308"/>
                  <a:pt x="7061" y="307"/>
                  <a:pt x="7062" y="305"/>
                </a:cubicBezTo>
                <a:cubicBezTo>
                  <a:pt x="7063" y="304"/>
                  <a:pt x="7063" y="303"/>
                  <a:pt x="7064" y="302"/>
                </a:cubicBezTo>
                <a:cubicBezTo>
                  <a:pt x="7065" y="302"/>
                  <a:pt x="7066" y="301"/>
                  <a:pt x="7067" y="301"/>
                </a:cubicBezTo>
                <a:cubicBezTo>
                  <a:pt x="7069" y="301"/>
                  <a:pt x="7072" y="303"/>
                  <a:pt x="7076" y="305"/>
                </a:cubicBezTo>
                <a:cubicBezTo>
                  <a:pt x="7079" y="307"/>
                  <a:pt x="7084" y="310"/>
                  <a:pt x="7089" y="312"/>
                </a:cubicBezTo>
                <a:cubicBezTo>
                  <a:pt x="7094" y="315"/>
                  <a:pt x="7101" y="318"/>
                  <a:pt x="7108" y="320"/>
                </a:cubicBezTo>
                <a:cubicBezTo>
                  <a:pt x="7115" y="322"/>
                  <a:pt x="7123" y="323"/>
                  <a:pt x="7133" y="323"/>
                </a:cubicBezTo>
                <a:cubicBezTo>
                  <a:pt x="7140" y="323"/>
                  <a:pt x="7146" y="323"/>
                  <a:pt x="7152" y="321"/>
                </a:cubicBezTo>
                <a:cubicBezTo>
                  <a:pt x="7157" y="319"/>
                  <a:pt x="7163" y="317"/>
                  <a:pt x="7167" y="314"/>
                </a:cubicBezTo>
                <a:cubicBezTo>
                  <a:pt x="7171" y="311"/>
                  <a:pt x="7174" y="308"/>
                  <a:pt x="7176" y="303"/>
                </a:cubicBezTo>
                <a:cubicBezTo>
                  <a:pt x="7179" y="299"/>
                  <a:pt x="7180" y="293"/>
                  <a:pt x="7180" y="286"/>
                </a:cubicBezTo>
                <a:cubicBezTo>
                  <a:pt x="7180" y="280"/>
                  <a:pt x="7178" y="274"/>
                  <a:pt x="7175" y="270"/>
                </a:cubicBezTo>
                <a:cubicBezTo>
                  <a:pt x="7172" y="266"/>
                  <a:pt x="7167" y="262"/>
                  <a:pt x="7162" y="258"/>
                </a:cubicBezTo>
                <a:cubicBezTo>
                  <a:pt x="7157" y="255"/>
                  <a:pt x="7150" y="252"/>
                  <a:pt x="7144" y="249"/>
                </a:cubicBezTo>
                <a:cubicBezTo>
                  <a:pt x="7137" y="247"/>
                  <a:pt x="7130" y="244"/>
                  <a:pt x="7123" y="241"/>
                </a:cubicBezTo>
                <a:cubicBezTo>
                  <a:pt x="7116" y="238"/>
                  <a:pt x="7109" y="235"/>
                  <a:pt x="7102" y="231"/>
                </a:cubicBezTo>
                <a:cubicBezTo>
                  <a:pt x="7095" y="228"/>
                  <a:pt x="7089" y="223"/>
                  <a:pt x="7084" y="218"/>
                </a:cubicBezTo>
                <a:cubicBezTo>
                  <a:pt x="7078" y="213"/>
                  <a:pt x="7074" y="207"/>
                  <a:pt x="7071" y="200"/>
                </a:cubicBezTo>
                <a:cubicBezTo>
                  <a:pt x="7067" y="192"/>
                  <a:pt x="7066" y="184"/>
                  <a:pt x="7066" y="173"/>
                </a:cubicBezTo>
                <a:cubicBezTo>
                  <a:pt x="7066" y="165"/>
                  <a:pt x="7067" y="156"/>
                  <a:pt x="7071" y="148"/>
                </a:cubicBezTo>
                <a:cubicBezTo>
                  <a:pt x="7075" y="140"/>
                  <a:pt x="7080" y="133"/>
                  <a:pt x="7087" y="127"/>
                </a:cubicBezTo>
                <a:cubicBezTo>
                  <a:pt x="7094" y="120"/>
                  <a:pt x="7102" y="115"/>
                  <a:pt x="7112" y="112"/>
                </a:cubicBezTo>
                <a:cubicBezTo>
                  <a:pt x="7123" y="108"/>
                  <a:pt x="7135" y="106"/>
                  <a:pt x="7149" y="106"/>
                </a:cubicBezTo>
                <a:moveTo>
                  <a:pt x="6914" y="106"/>
                </a:moveTo>
                <a:cubicBezTo>
                  <a:pt x="6931" y="106"/>
                  <a:pt x="6945" y="108"/>
                  <a:pt x="6956" y="112"/>
                </a:cubicBezTo>
                <a:cubicBezTo>
                  <a:pt x="6968" y="115"/>
                  <a:pt x="6977" y="121"/>
                  <a:pt x="6984" y="128"/>
                </a:cubicBezTo>
                <a:cubicBezTo>
                  <a:pt x="6991" y="135"/>
                  <a:pt x="6996" y="144"/>
                  <a:pt x="6999" y="155"/>
                </a:cubicBezTo>
                <a:cubicBezTo>
                  <a:pt x="7002" y="165"/>
                  <a:pt x="7004" y="178"/>
                  <a:pt x="7004" y="192"/>
                </a:cubicBezTo>
                <a:lnTo>
                  <a:pt x="7004" y="346"/>
                </a:lnTo>
                <a:cubicBezTo>
                  <a:pt x="7004" y="348"/>
                  <a:pt x="7003" y="349"/>
                  <a:pt x="7002" y="350"/>
                </a:cubicBezTo>
                <a:cubicBezTo>
                  <a:pt x="7000" y="351"/>
                  <a:pt x="6999" y="352"/>
                  <a:pt x="6996" y="353"/>
                </a:cubicBezTo>
                <a:cubicBezTo>
                  <a:pt x="6994" y="353"/>
                  <a:pt x="6991" y="353"/>
                  <a:pt x="6986" y="353"/>
                </a:cubicBezTo>
                <a:cubicBezTo>
                  <a:pt x="6982" y="353"/>
                  <a:pt x="6978" y="353"/>
                  <a:pt x="6976" y="353"/>
                </a:cubicBezTo>
                <a:cubicBezTo>
                  <a:pt x="6973" y="352"/>
                  <a:pt x="6971" y="351"/>
                  <a:pt x="6970" y="350"/>
                </a:cubicBezTo>
                <a:cubicBezTo>
                  <a:pt x="6969" y="349"/>
                  <a:pt x="6968" y="348"/>
                  <a:pt x="6968" y="346"/>
                </a:cubicBezTo>
                <a:lnTo>
                  <a:pt x="6968" y="323"/>
                </a:lnTo>
                <a:cubicBezTo>
                  <a:pt x="6958" y="334"/>
                  <a:pt x="6947" y="342"/>
                  <a:pt x="6935" y="348"/>
                </a:cubicBezTo>
                <a:cubicBezTo>
                  <a:pt x="6923" y="354"/>
                  <a:pt x="6910" y="356"/>
                  <a:pt x="6896" y="356"/>
                </a:cubicBezTo>
                <a:cubicBezTo>
                  <a:pt x="6884" y="356"/>
                  <a:pt x="6873" y="355"/>
                  <a:pt x="6864" y="352"/>
                </a:cubicBezTo>
                <a:cubicBezTo>
                  <a:pt x="6854" y="349"/>
                  <a:pt x="6846" y="344"/>
                  <a:pt x="6839" y="338"/>
                </a:cubicBezTo>
                <a:cubicBezTo>
                  <a:pt x="6832" y="332"/>
                  <a:pt x="6827" y="325"/>
                  <a:pt x="6823" y="317"/>
                </a:cubicBezTo>
                <a:cubicBezTo>
                  <a:pt x="6819" y="308"/>
                  <a:pt x="6818" y="298"/>
                  <a:pt x="6818" y="286"/>
                </a:cubicBezTo>
                <a:cubicBezTo>
                  <a:pt x="6818" y="274"/>
                  <a:pt x="6820" y="263"/>
                  <a:pt x="6825" y="253"/>
                </a:cubicBezTo>
                <a:cubicBezTo>
                  <a:pt x="6831" y="244"/>
                  <a:pt x="6838" y="236"/>
                  <a:pt x="6848" y="230"/>
                </a:cubicBezTo>
                <a:cubicBezTo>
                  <a:pt x="6858" y="224"/>
                  <a:pt x="6870" y="219"/>
                  <a:pt x="6884" y="216"/>
                </a:cubicBezTo>
                <a:cubicBezTo>
                  <a:pt x="6898" y="213"/>
                  <a:pt x="6914" y="211"/>
                  <a:pt x="6931" y="211"/>
                </a:cubicBezTo>
                <a:lnTo>
                  <a:pt x="6963" y="211"/>
                </a:lnTo>
                <a:lnTo>
                  <a:pt x="6963" y="194"/>
                </a:lnTo>
                <a:cubicBezTo>
                  <a:pt x="6963" y="185"/>
                  <a:pt x="6962" y="177"/>
                  <a:pt x="6960" y="170"/>
                </a:cubicBezTo>
                <a:cubicBezTo>
                  <a:pt x="6958" y="164"/>
                  <a:pt x="6955" y="158"/>
                  <a:pt x="6951" y="153"/>
                </a:cubicBezTo>
                <a:cubicBezTo>
                  <a:pt x="6947" y="149"/>
                  <a:pt x="6942" y="146"/>
                  <a:pt x="6935" y="143"/>
                </a:cubicBezTo>
                <a:cubicBezTo>
                  <a:pt x="6928" y="141"/>
                  <a:pt x="6920" y="140"/>
                  <a:pt x="6911" y="140"/>
                </a:cubicBezTo>
                <a:cubicBezTo>
                  <a:pt x="6900" y="140"/>
                  <a:pt x="6891" y="141"/>
                  <a:pt x="6883" y="143"/>
                </a:cubicBezTo>
                <a:cubicBezTo>
                  <a:pt x="6875" y="146"/>
                  <a:pt x="6868" y="149"/>
                  <a:pt x="6861" y="152"/>
                </a:cubicBezTo>
                <a:cubicBezTo>
                  <a:pt x="6855" y="155"/>
                  <a:pt x="6850" y="157"/>
                  <a:pt x="6846" y="160"/>
                </a:cubicBezTo>
                <a:cubicBezTo>
                  <a:pt x="6842" y="162"/>
                  <a:pt x="6839" y="164"/>
                  <a:pt x="6837" y="164"/>
                </a:cubicBezTo>
                <a:cubicBezTo>
                  <a:pt x="6836" y="164"/>
                  <a:pt x="6835" y="163"/>
                  <a:pt x="6834" y="162"/>
                </a:cubicBezTo>
                <a:cubicBezTo>
                  <a:pt x="6833" y="162"/>
                  <a:pt x="6831" y="161"/>
                  <a:pt x="6831" y="159"/>
                </a:cubicBezTo>
                <a:cubicBezTo>
                  <a:pt x="6830" y="158"/>
                  <a:pt x="6829" y="156"/>
                  <a:pt x="6829" y="154"/>
                </a:cubicBezTo>
                <a:cubicBezTo>
                  <a:pt x="6829" y="152"/>
                  <a:pt x="6829" y="150"/>
                  <a:pt x="6829" y="147"/>
                </a:cubicBezTo>
                <a:cubicBezTo>
                  <a:pt x="6829" y="143"/>
                  <a:pt x="6829" y="140"/>
                  <a:pt x="6830" y="137"/>
                </a:cubicBezTo>
                <a:cubicBezTo>
                  <a:pt x="6830" y="135"/>
                  <a:pt x="6831" y="133"/>
                  <a:pt x="6834" y="130"/>
                </a:cubicBezTo>
                <a:cubicBezTo>
                  <a:pt x="6836" y="128"/>
                  <a:pt x="6840" y="125"/>
                  <a:pt x="6846" y="123"/>
                </a:cubicBezTo>
                <a:cubicBezTo>
                  <a:pt x="6851" y="120"/>
                  <a:pt x="6858" y="117"/>
                  <a:pt x="6865" y="115"/>
                </a:cubicBezTo>
                <a:cubicBezTo>
                  <a:pt x="6872" y="112"/>
                  <a:pt x="6880" y="110"/>
                  <a:pt x="6889" y="109"/>
                </a:cubicBezTo>
                <a:cubicBezTo>
                  <a:pt x="6897" y="107"/>
                  <a:pt x="6906" y="106"/>
                  <a:pt x="6914" y="106"/>
                </a:cubicBezTo>
                <a:moveTo>
                  <a:pt x="6668" y="106"/>
                </a:moveTo>
                <a:cubicBezTo>
                  <a:pt x="6686" y="106"/>
                  <a:pt x="6702" y="109"/>
                  <a:pt x="6714" y="115"/>
                </a:cubicBezTo>
                <a:cubicBezTo>
                  <a:pt x="6727" y="121"/>
                  <a:pt x="6737" y="128"/>
                  <a:pt x="6745" y="138"/>
                </a:cubicBezTo>
                <a:cubicBezTo>
                  <a:pt x="6753" y="147"/>
                  <a:pt x="6759" y="159"/>
                  <a:pt x="6763" y="172"/>
                </a:cubicBezTo>
                <a:cubicBezTo>
                  <a:pt x="6767" y="185"/>
                  <a:pt x="6768" y="199"/>
                  <a:pt x="6768" y="214"/>
                </a:cubicBezTo>
                <a:lnTo>
                  <a:pt x="6768" y="221"/>
                </a:lnTo>
                <a:cubicBezTo>
                  <a:pt x="6768" y="228"/>
                  <a:pt x="6767" y="232"/>
                  <a:pt x="6763" y="235"/>
                </a:cubicBezTo>
                <a:cubicBezTo>
                  <a:pt x="6760" y="238"/>
                  <a:pt x="6756" y="239"/>
                  <a:pt x="6752" y="239"/>
                </a:cubicBezTo>
                <a:lnTo>
                  <a:pt x="6603" y="239"/>
                </a:lnTo>
                <a:cubicBezTo>
                  <a:pt x="6603" y="252"/>
                  <a:pt x="6604" y="263"/>
                  <a:pt x="6606" y="273"/>
                </a:cubicBezTo>
                <a:cubicBezTo>
                  <a:pt x="6609" y="284"/>
                  <a:pt x="6613" y="293"/>
                  <a:pt x="6619" y="300"/>
                </a:cubicBezTo>
                <a:cubicBezTo>
                  <a:pt x="6625" y="307"/>
                  <a:pt x="6633" y="313"/>
                  <a:pt x="6642" y="317"/>
                </a:cubicBezTo>
                <a:cubicBezTo>
                  <a:pt x="6652" y="321"/>
                  <a:pt x="6663" y="323"/>
                  <a:pt x="6677" y="323"/>
                </a:cubicBezTo>
                <a:cubicBezTo>
                  <a:pt x="6688" y="323"/>
                  <a:pt x="6697" y="322"/>
                  <a:pt x="6706" y="320"/>
                </a:cubicBezTo>
                <a:cubicBezTo>
                  <a:pt x="6714" y="318"/>
                  <a:pt x="6722" y="316"/>
                  <a:pt x="6728" y="314"/>
                </a:cubicBezTo>
                <a:cubicBezTo>
                  <a:pt x="6734" y="312"/>
                  <a:pt x="6739" y="310"/>
                  <a:pt x="6743" y="308"/>
                </a:cubicBezTo>
                <a:cubicBezTo>
                  <a:pt x="6747" y="306"/>
                  <a:pt x="6750" y="306"/>
                  <a:pt x="6752" y="306"/>
                </a:cubicBezTo>
                <a:cubicBezTo>
                  <a:pt x="6753" y="306"/>
                  <a:pt x="6754" y="306"/>
                  <a:pt x="6755" y="306"/>
                </a:cubicBezTo>
                <a:cubicBezTo>
                  <a:pt x="6756" y="307"/>
                  <a:pt x="6757" y="308"/>
                  <a:pt x="6757" y="309"/>
                </a:cubicBezTo>
                <a:cubicBezTo>
                  <a:pt x="6758" y="310"/>
                  <a:pt x="6758" y="312"/>
                  <a:pt x="6758" y="314"/>
                </a:cubicBezTo>
                <a:cubicBezTo>
                  <a:pt x="6759" y="316"/>
                  <a:pt x="6759" y="319"/>
                  <a:pt x="6759" y="322"/>
                </a:cubicBezTo>
                <a:cubicBezTo>
                  <a:pt x="6759" y="324"/>
                  <a:pt x="6759" y="326"/>
                  <a:pt x="6758" y="328"/>
                </a:cubicBezTo>
                <a:cubicBezTo>
                  <a:pt x="6758" y="329"/>
                  <a:pt x="6758" y="330"/>
                  <a:pt x="6758" y="332"/>
                </a:cubicBezTo>
                <a:cubicBezTo>
                  <a:pt x="6758" y="333"/>
                  <a:pt x="6757" y="334"/>
                  <a:pt x="6757" y="335"/>
                </a:cubicBezTo>
                <a:cubicBezTo>
                  <a:pt x="6756" y="336"/>
                  <a:pt x="6755" y="337"/>
                  <a:pt x="6755" y="338"/>
                </a:cubicBezTo>
                <a:cubicBezTo>
                  <a:pt x="6754" y="339"/>
                  <a:pt x="6751" y="341"/>
                  <a:pt x="6746" y="343"/>
                </a:cubicBezTo>
                <a:cubicBezTo>
                  <a:pt x="6742" y="345"/>
                  <a:pt x="6736" y="347"/>
                  <a:pt x="6728" y="349"/>
                </a:cubicBezTo>
                <a:cubicBezTo>
                  <a:pt x="6721" y="351"/>
                  <a:pt x="6713" y="353"/>
                  <a:pt x="6703" y="354"/>
                </a:cubicBezTo>
                <a:cubicBezTo>
                  <a:pt x="6694" y="356"/>
                  <a:pt x="6684" y="356"/>
                  <a:pt x="6673" y="356"/>
                </a:cubicBezTo>
                <a:cubicBezTo>
                  <a:pt x="6654" y="356"/>
                  <a:pt x="6638" y="354"/>
                  <a:pt x="6624" y="349"/>
                </a:cubicBezTo>
                <a:cubicBezTo>
                  <a:pt x="6610" y="343"/>
                  <a:pt x="6598" y="336"/>
                  <a:pt x="6589" y="325"/>
                </a:cubicBezTo>
                <a:cubicBezTo>
                  <a:pt x="6579" y="315"/>
                  <a:pt x="6572" y="302"/>
                  <a:pt x="6567" y="286"/>
                </a:cubicBezTo>
                <a:cubicBezTo>
                  <a:pt x="6562" y="270"/>
                  <a:pt x="6559" y="252"/>
                  <a:pt x="6559" y="232"/>
                </a:cubicBezTo>
                <a:cubicBezTo>
                  <a:pt x="6559" y="213"/>
                  <a:pt x="6562" y="195"/>
                  <a:pt x="6567" y="179"/>
                </a:cubicBezTo>
                <a:cubicBezTo>
                  <a:pt x="6572" y="164"/>
                  <a:pt x="6580" y="151"/>
                  <a:pt x="6589" y="140"/>
                </a:cubicBezTo>
                <a:cubicBezTo>
                  <a:pt x="6599" y="129"/>
                  <a:pt x="6610" y="121"/>
                  <a:pt x="6623" y="115"/>
                </a:cubicBezTo>
                <a:cubicBezTo>
                  <a:pt x="6637" y="109"/>
                  <a:pt x="6652" y="106"/>
                  <a:pt x="6668" y="106"/>
                </a:cubicBezTo>
                <a:moveTo>
                  <a:pt x="6501" y="106"/>
                </a:moveTo>
                <a:cubicBezTo>
                  <a:pt x="6503" y="106"/>
                  <a:pt x="6506" y="106"/>
                  <a:pt x="6508" y="106"/>
                </a:cubicBezTo>
                <a:cubicBezTo>
                  <a:pt x="6511" y="107"/>
                  <a:pt x="6514" y="107"/>
                  <a:pt x="6517" y="108"/>
                </a:cubicBezTo>
                <a:cubicBezTo>
                  <a:pt x="6520" y="109"/>
                  <a:pt x="6523" y="109"/>
                  <a:pt x="6525" y="110"/>
                </a:cubicBezTo>
                <a:cubicBezTo>
                  <a:pt x="6528" y="111"/>
                  <a:pt x="6529" y="112"/>
                  <a:pt x="6530" y="113"/>
                </a:cubicBezTo>
                <a:cubicBezTo>
                  <a:pt x="6531" y="113"/>
                  <a:pt x="6532" y="115"/>
                  <a:pt x="6532" y="115"/>
                </a:cubicBezTo>
                <a:cubicBezTo>
                  <a:pt x="6533" y="116"/>
                  <a:pt x="6533" y="117"/>
                  <a:pt x="6533" y="118"/>
                </a:cubicBezTo>
                <a:cubicBezTo>
                  <a:pt x="6533" y="119"/>
                  <a:pt x="6534" y="121"/>
                  <a:pt x="6534" y="123"/>
                </a:cubicBezTo>
                <a:cubicBezTo>
                  <a:pt x="6534" y="125"/>
                  <a:pt x="6534" y="129"/>
                  <a:pt x="6534" y="133"/>
                </a:cubicBezTo>
                <a:cubicBezTo>
                  <a:pt x="6534" y="136"/>
                  <a:pt x="6534" y="139"/>
                  <a:pt x="6534" y="142"/>
                </a:cubicBezTo>
                <a:cubicBezTo>
                  <a:pt x="6533" y="144"/>
                  <a:pt x="6533" y="146"/>
                  <a:pt x="6533" y="148"/>
                </a:cubicBezTo>
                <a:cubicBezTo>
                  <a:pt x="6532" y="149"/>
                  <a:pt x="6531" y="150"/>
                  <a:pt x="6531" y="151"/>
                </a:cubicBezTo>
                <a:cubicBezTo>
                  <a:pt x="6530" y="152"/>
                  <a:pt x="6529" y="152"/>
                  <a:pt x="6527" y="152"/>
                </a:cubicBezTo>
                <a:cubicBezTo>
                  <a:pt x="6526" y="152"/>
                  <a:pt x="6525" y="152"/>
                  <a:pt x="6522" y="151"/>
                </a:cubicBezTo>
                <a:cubicBezTo>
                  <a:pt x="6521" y="150"/>
                  <a:pt x="6519" y="149"/>
                  <a:pt x="6516" y="149"/>
                </a:cubicBezTo>
                <a:cubicBezTo>
                  <a:pt x="6514" y="148"/>
                  <a:pt x="6511" y="147"/>
                  <a:pt x="6508" y="147"/>
                </a:cubicBezTo>
                <a:cubicBezTo>
                  <a:pt x="6505" y="146"/>
                  <a:pt x="6502" y="146"/>
                  <a:pt x="6498" y="146"/>
                </a:cubicBezTo>
                <a:cubicBezTo>
                  <a:pt x="6494" y="146"/>
                  <a:pt x="6490" y="146"/>
                  <a:pt x="6486" y="148"/>
                </a:cubicBezTo>
                <a:cubicBezTo>
                  <a:pt x="6482" y="150"/>
                  <a:pt x="6477" y="153"/>
                  <a:pt x="6473" y="157"/>
                </a:cubicBezTo>
                <a:cubicBezTo>
                  <a:pt x="6468" y="160"/>
                  <a:pt x="6464" y="165"/>
                  <a:pt x="6459" y="172"/>
                </a:cubicBezTo>
                <a:cubicBezTo>
                  <a:pt x="6454" y="178"/>
                  <a:pt x="6449" y="186"/>
                  <a:pt x="6443" y="195"/>
                </a:cubicBezTo>
                <a:lnTo>
                  <a:pt x="6443" y="346"/>
                </a:lnTo>
                <a:cubicBezTo>
                  <a:pt x="6443" y="347"/>
                  <a:pt x="6442" y="348"/>
                  <a:pt x="6442" y="349"/>
                </a:cubicBezTo>
                <a:cubicBezTo>
                  <a:pt x="6441" y="350"/>
                  <a:pt x="6440" y="350"/>
                  <a:pt x="6438" y="351"/>
                </a:cubicBezTo>
                <a:cubicBezTo>
                  <a:pt x="6437" y="352"/>
                  <a:pt x="6435" y="353"/>
                  <a:pt x="6432" y="353"/>
                </a:cubicBezTo>
                <a:cubicBezTo>
                  <a:pt x="6430" y="353"/>
                  <a:pt x="6426" y="353"/>
                  <a:pt x="6422" y="353"/>
                </a:cubicBezTo>
                <a:cubicBezTo>
                  <a:pt x="6418" y="353"/>
                  <a:pt x="6414" y="353"/>
                  <a:pt x="6412" y="353"/>
                </a:cubicBezTo>
                <a:cubicBezTo>
                  <a:pt x="6409" y="353"/>
                  <a:pt x="6407" y="352"/>
                  <a:pt x="6405" y="351"/>
                </a:cubicBezTo>
                <a:cubicBezTo>
                  <a:pt x="6404" y="350"/>
                  <a:pt x="6403" y="350"/>
                  <a:pt x="6402" y="349"/>
                </a:cubicBezTo>
                <a:cubicBezTo>
                  <a:pt x="6401" y="348"/>
                  <a:pt x="6401" y="347"/>
                  <a:pt x="6401" y="346"/>
                </a:cubicBezTo>
                <a:lnTo>
                  <a:pt x="6401" y="117"/>
                </a:lnTo>
                <a:cubicBezTo>
                  <a:pt x="6401" y="116"/>
                  <a:pt x="6401" y="115"/>
                  <a:pt x="6402" y="114"/>
                </a:cubicBezTo>
                <a:cubicBezTo>
                  <a:pt x="6403" y="113"/>
                  <a:pt x="6404" y="112"/>
                  <a:pt x="6405" y="112"/>
                </a:cubicBezTo>
                <a:cubicBezTo>
                  <a:pt x="6406" y="111"/>
                  <a:pt x="6408" y="110"/>
                  <a:pt x="6411" y="110"/>
                </a:cubicBezTo>
                <a:cubicBezTo>
                  <a:pt x="6413" y="110"/>
                  <a:pt x="6416" y="110"/>
                  <a:pt x="6420" y="110"/>
                </a:cubicBezTo>
                <a:cubicBezTo>
                  <a:pt x="6424" y="110"/>
                  <a:pt x="6427" y="110"/>
                  <a:pt x="6429" y="110"/>
                </a:cubicBezTo>
                <a:cubicBezTo>
                  <a:pt x="6432" y="110"/>
                  <a:pt x="6434" y="111"/>
                  <a:pt x="6435" y="112"/>
                </a:cubicBezTo>
                <a:cubicBezTo>
                  <a:pt x="6436" y="112"/>
                  <a:pt x="6437" y="113"/>
                  <a:pt x="6438" y="114"/>
                </a:cubicBezTo>
                <a:cubicBezTo>
                  <a:pt x="6438" y="115"/>
                  <a:pt x="6439" y="116"/>
                  <a:pt x="6439" y="117"/>
                </a:cubicBezTo>
                <a:lnTo>
                  <a:pt x="6439" y="151"/>
                </a:lnTo>
                <a:cubicBezTo>
                  <a:pt x="6445" y="141"/>
                  <a:pt x="6451" y="134"/>
                  <a:pt x="6456" y="128"/>
                </a:cubicBezTo>
                <a:cubicBezTo>
                  <a:pt x="6462" y="123"/>
                  <a:pt x="6467" y="118"/>
                  <a:pt x="6472" y="115"/>
                </a:cubicBezTo>
                <a:cubicBezTo>
                  <a:pt x="6477" y="112"/>
                  <a:pt x="6482" y="109"/>
                  <a:pt x="6486" y="108"/>
                </a:cubicBezTo>
                <a:cubicBezTo>
                  <a:pt x="6491" y="107"/>
                  <a:pt x="6496" y="106"/>
                  <a:pt x="6501" y="106"/>
                </a:cubicBezTo>
                <a:moveTo>
                  <a:pt x="6017" y="106"/>
                </a:moveTo>
                <a:cubicBezTo>
                  <a:pt x="6035" y="106"/>
                  <a:pt x="6050" y="109"/>
                  <a:pt x="6062" y="115"/>
                </a:cubicBezTo>
                <a:cubicBezTo>
                  <a:pt x="6075" y="121"/>
                  <a:pt x="6085" y="128"/>
                  <a:pt x="6093" y="138"/>
                </a:cubicBezTo>
                <a:cubicBezTo>
                  <a:pt x="6101" y="147"/>
                  <a:pt x="6107" y="159"/>
                  <a:pt x="6111" y="172"/>
                </a:cubicBezTo>
                <a:cubicBezTo>
                  <a:pt x="6115" y="185"/>
                  <a:pt x="6116" y="199"/>
                  <a:pt x="6116" y="214"/>
                </a:cubicBezTo>
                <a:lnTo>
                  <a:pt x="6116" y="221"/>
                </a:lnTo>
                <a:cubicBezTo>
                  <a:pt x="6116" y="228"/>
                  <a:pt x="6115" y="232"/>
                  <a:pt x="6111" y="235"/>
                </a:cubicBezTo>
                <a:cubicBezTo>
                  <a:pt x="6108" y="238"/>
                  <a:pt x="6104" y="239"/>
                  <a:pt x="6100" y="239"/>
                </a:cubicBezTo>
                <a:lnTo>
                  <a:pt x="5951" y="239"/>
                </a:lnTo>
                <a:cubicBezTo>
                  <a:pt x="5951" y="252"/>
                  <a:pt x="5952" y="263"/>
                  <a:pt x="5954" y="273"/>
                </a:cubicBezTo>
                <a:cubicBezTo>
                  <a:pt x="5957" y="284"/>
                  <a:pt x="5962" y="293"/>
                  <a:pt x="5967" y="300"/>
                </a:cubicBezTo>
                <a:cubicBezTo>
                  <a:pt x="5973" y="307"/>
                  <a:pt x="5981" y="313"/>
                  <a:pt x="5990" y="317"/>
                </a:cubicBezTo>
                <a:cubicBezTo>
                  <a:pt x="6000" y="321"/>
                  <a:pt x="6011" y="323"/>
                  <a:pt x="6025" y="323"/>
                </a:cubicBezTo>
                <a:cubicBezTo>
                  <a:pt x="6036" y="323"/>
                  <a:pt x="6045" y="322"/>
                  <a:pt x="6054" y="320"/>
                </a:cubicBezTo>
                <a:cubicBezTo>
                  <a:pt x="6062" y="318"/>
                  <a:pt x="6070" y="316"/>
                  <a:pt x="6076" y="314"/>
                </a:cubicBezTo>
                <a:cubicBezTo>
                  <a:pt x="6082" y="312"/>
                  <a:pt x="6087" y="310"/>
                  <a:pt x="6091" y="308"/>
                </a:cubicBezTo>
                <a:cubicBezTo>
                  <a:pt x="6095" y="306"/>
                  <a:pt x="6098" y="306"/>
                  <a:pt x="6100" y="306"/>
                </a:cubicBezTo>
                <a:cubicBezTo>
                  <a:pt x="6101" y="306"/>
                  <a:pt x="6102" y="306"/>
                  <a:pt x="6103" y="306"/>
                </a:cubicBezTo>
                <a:cubicBezTo>
                  <a:pt x="6104" y="307"/>
                  <a:pt x="6105" y="308"/>
                  <a:pt x="6105" y="309"/>
                </a:cubicBezTo>
                <a:cubicBezTo>
                  <a:pt x="6106" y="310"/>
                  <a:pt x="6106" y="312"/>
                  <a:pt x="6107" y="314"/>
                </a:cubicBezTo>
                <a:cubicBezTo>
                  <a:pt x="6107" y="316"/>
                  <a:pt x="6107" y="319"/>
                  <a:pt x="6107" y="322"/>
                </a:cubicBezTo>
                <a:cubicBezTo>
                  <a:pt x="6107" y="324"/>
                  <a:pt x="6107" y="326"/>
                  <a:pt x="6107" y="328"/>
                </a:cubicBezTo>
                <a:cubicBezTo>
                  <a:pt x="6107" y="329"/>
                  <a:pt x="6106" y="330"/>
                  <a:pt x="6106" y="332"/>
                </a:cubicBezTo>
                <a:cubicBezTo>
                  <a:pt x="6106" y="333"/>
                  <a:pt x="6105" y="334"/>
                  <a:pt x="6105" y="335"/>
                </a:cubicBezTo>
                <a:cubicBezTo>
                  <a:pt x="6104" y="336"/>
                  <a:pt x="6103" y="337"/>
                  <a:pt x="6103" y="338"/>
                </a:cubicBezTo>
                <a:cubicBezTo>
                  <a:pt x="6102" y="339"/>
                  <a:pt x="6099" y="341"/>
                  <a:pt x="6094" y="343"/>
                </a:cubicBezTo>
                <a:cubicBezTo>
                  <a:pt x="6090" y="345"/>
                  <a:pt x="6084" y="347"/>
                  <a:pt x="6077" y="349"/>
                </a:cubicBezTo>
                <a:cubicBezTo>
                  <a:pt x="6069" y="351"/>
                  <a:pt x="6061" y="353"/>
                  <a:pt x="6051" y="354"/>
                </a:cubicBezTo>
                <a:cubicBezTo>
                  <a:pt x="6042" y="356"/>
                  <a:pt x="6032" y="356"/>
                  <a:pt x="6021" y="356"/>
                </a:cubicBezTo>
                <a:cubicBezTo>
                  <a:pt x="6002" y="356"/>
                  <a:pt x="5986" y="354"/>
                  <a:pt x="5972" y="349"/>
                </a:cubicBezTo>
                <a:cubicBezTo>
                  <a:pt x="5958" y="343"/>
                  <a:pt x="5946" y="336"/>
                  <a:pt x="5937" y="325"/>
                </a:cubicBezTo>
                <a:cubicBezTo>
                  <a:pt x="5927" y="315"/>
                  <a:pt x="5920" y="302"/>
                  <a:pt x="5915" y="286"/>
                </a:cubicBezTo>
                <a:cubicBezTo>
                  <a:pt x="5910" y="270"/>
                  <a:pt x="5908" y="252"/>
                  <a:pt x="5908" y="232"/>
                </a:cubicBezTo>
                <a:cubicBezTo>
                  <a:pt x="5908" y="213"/>
                  <a:pt x="5910" y="195"/>
                  <a:pt x="5915" y="179"/>
                </a:cubicBezTo>
                <a:cubicBezTo>
                  <a:pt x="5920" y="164"/>
                  <a:pt x="5928" y="151"/>
                  <a:pt x="5937" y="140"/>
                </a:cubicBezTo>
                <a:cubicBezTo>
                  <a:pt x="5947" y="129"/>
                  <a:pt x="5958" y="121"/>
                  <a:pt x="5971" y="115"/>
                </a:cubicBezTo>
                <a:cubicBezTo>
                  <a:pt x="5985" y="109"/>
                  <a:pt x="6000" y="106"/>
                  <a:pt x="6017" y="106"/>
                </a:cubicBezTo>
                <a:moveTo>
                  <a:pt x="5464" y="106"/>
                </a:moveTo>
                <a:cubicBezTo>
                  <a:pt x="5466" y="106"/>
                  <a:pt x="5468" y="106"/>
                  <a:pt x="5471" y="106"/>
                </a:cubicBezTo>
                <a:cubicBezTo>
                  <a:pt x="5474" y="107"/>
                  <a:pt x="5477" y="107"/>
                  <a:pt x="5480" y="108"/>
                </a:cubicBezTo>
                <a:cubicBezTo>
                  <a:pt x="5483" y="109"/>
                  <a:pt x="5486" y="109"/>
                  <a:pt x="5488" y="110"/>
                </a:cubicBezTo>
                <a:cubicBezTo>
                  <a:pt x="5491" y="111"/>
                  <a:pt x="5492" y="112"/>
                  <a:pt x="5493" y="113"/>
                </a:cubicBezTo>
                <a:cubicBezTo>
                  <a:pt x="5494" y="113"/>
                  <a:pt x="5495" y="115"/>
                  <a:pt x="5495" y="115"/>
                </a:cubicBezTo>
                <a:cubicBezTo>
                  <a:pt x="5496" y="116"/>
                  <a:pt x="5496" y="117"/>
                  <a:pt x="5496" y="118"/>
                </a:cubicBezTo>
                <a:cubicBezTo>
                  <a:pt x="5496" y="119"/>
                  <a:pt x="5497" y="121"/>
                  <a:pt x="5497" y="123"/>
                </a:cubicBezTo>
                <a:cubicBezTo>
                  <a:pt x="5497" y="125"/>
                  <a:pt x="5497" y="129"/>
                  <a:pt x="5497" y="133"/>
                </a:cubicBezTo>
                <a:cubicBezTo>
                  <a:pt x="5497" y="136"/>
                  <a:pt x="5497" y="139"/>
                  <a:pt x="5497" y="142"/>
                </a:cubicBezTo>
                <a:cubicBezTo>
                  <a:pt x="5496" y="144"/>
                  <a:pt x="5496" y="146"/>
                  <a:pt x="5496" y="148"/>
                </a:cubicBezTo>
                <a:cubicBezTo>
                  <a:pt x="5495" y="149"/>
                  <a:pt x="5494" y="150"/>
                  <a:pt x="5493" y="151"/>
                </a:cubicBezTo>
                <a:cubicBezTo>
                  <a:pt x="5493" y="152"/>
                  <a:pt x="5492" y="152"/>
                  <a:pt x="5490" y="152"/>
                </a:cubicBezTo>
                <a:cubicBezTo>
                  <a:pt x="5489" y="152"/>
                  <a:pt x="5487" y="152"/>
                  <a:pt x="5485" y="151"/>
                </a:cubicBezTo>
                <a:cubicBezTo>
                  <a:pt x="5484" y="150"/>
                  <a:pt x="5481" y="149"/>
                  <a:pt x="5479" y="149"/>
                </a:cubicBezTo>
                <a:cubicBezTo>
                  <a:pt x="5476" y="148"/>
                  <a:pt x="5474" y="147"/>
                  <a:pt x="5471" y="147"/>
                </a:cubicBezTo>
                <a:cubicBezTo>
                  <a:pt x="5468" y="146"/>
                  <a:pt x="5464" y="146"/>
                  <a:pt x="5461" y="146"/>
                </a:cubicBezTo>
                <a:cubicBezTo>
                  <a:pt x="5457" y="146"/>
                  <a:pt x="5452" y="146"/>
                  <a:pt x="5449" y="148"/>
                </a:cubicBezTo>
                <a:cubicBezTo>
                  <a:pt x="5444" y="150"/>
                  <a:pt x="5440" y="153"/>
                  <a:pt x="5436" y="157"/>
                </a:cubicBezTo>
                <a:cubicBezTo>
                  <a:pt x="5431" y="160"/>
                  <a:pt x="5427" y="165"/>
                  <a:pt x="5422" y="172"/>
                </a:cubicBezTo>
                <a:cubicBezTo>
                  <a:pt x="5417" y="178"/>
                  <a:pt x="5412" y="186"/>
                  <a:pt x="5406" y="195"/>
                </a:cubicBezTo>
                <a:lnTo>
                  <a:pt x="5406" y="346"/>
                </a:lnTo>
                <a:cubicBezTo>
                  <a:pt x="5406" y="347"/>
                  <a:pt x="5405" y="348"/>
                  <a:pt x="5404" y="349"/>
                </a:cubicBezTo>
                <a:cubicBezTo>
                  <a:pt x="5404" y="350"/>
                  <a:pt x="5403" y="350"/>
                  <a:pt x="5401" y="351"/>
                </a:cubicBezTo>
                <a:cubicBezTo>
                  <a:pt x="5400" y="352"/>
                  <a:pt x="5398" y="353"/>
                  <a:pt x="5395" y="353"/>
                </a:cubicBezTo>
                <a:cubicBezTo>
                  <a:pt x="5393" y="353"/>
                  <a:pt x="5389" y="353"/>
                  <a:pt x="5385" y="353"/>
                </a:cubicBezTo>
                <a:cubicBezTo>
                  <a:pt x="5381" y="353"/>
                  <a:pt x="5377" y="353"/>
                  <a:pt x="5375" y="353"/>
                </a:cubicBezTo>
                <a:cubicBezTo>
                  <a:pt x="5372" y="353"/>
                  <a:pt x="5370" y="352"/>
                  <a:pt x="5368" y="351"/>
                </a:cubicBezTo>
                <a:cubicBezTo>
                  <a:pt x="5367" y="350"/>
                  <a:pt x="5365" y="350"/>
                  <a:pt x="5365" y="349"/>
                </a:cubicBezTo>
                <a:cubicBezTo>
                  <a:pt x="5364" y="348"/>
                  <a:pt x="5364" y="347"/>
                  <a:pt x="5364" y="346"/>
                </a:cubicBezTo>
                <a:lnTo>
                  <a:pt x="5364" y="117"/>
                </a:lnTo>
                <a:cubicBezTo>
                  <a:pt x="5364" y="116"/>
                  <a:pt x="5364" y="115"/>
                  <a:pt x="5365" y="114"/>
                </a:cubicBezTo>
                <a:cubicBezTo>
                  <a:pt x="5365" y="113"/>
                  <a:pt x="5366" y="112"/>
                  <a:pt x="5368" y="112"/>
                </a:cubicBezTo>
                <a:cubicBezTo>
                  <a:pt x="5369" y="111"/>
                  <a:pt x="5371" y="110"/>
                  <a:pt x="5373" y="110"/>
                </a:cubicBezTo>
                <a:cubicBezTo>
                  <a:pt x="5376" y="110"/>
                  <a:pt x="5379" y="110"/>
                  <a:pt x="5383" y="110"/>
                </a:cubicBezTo>
                <a:cubicBezTo>
                  <a:pt x="5387" y="110"/>
                  <a:pt x="5390" y="110"/>
                  <a:pt x="5392" y="110"/>
                </a:cubicBezTo>
                <a:cubicBezTo>
                  <a:pt x="5395" y="110"/>
                  <a:pt x="5396" y="111"/>
                  <a:pt x="5398" y="112"/>
                </a:cubicBezTo>
                <a:cubicBezTo>
                  <a:pt x="5399" y="112"/>
                  <a:pt x="5400" y="113"/>
                  <a:pt x="5401" y="114"/>
                </a:cubicBezTo>
                <a:cubicBezTo>
                  <a:pt x="5401" y="115"/>
                  <a:pt x="5402" y="116"/>
                  <a:pt x="5402" y="117"/>
                </a:cubicBezTo>
                <a:lnTo>
                  <a:pt x="5402" y="151"/>
                </a:lnTo>
                <a:cubicBezTo>
                  <a:pt x="5408" y="141"/>
                  <a:pt x="5414" y="134"/>
                  <a:pt x="5419" y="128"/>
                </a:cubicBezTo>
                <a:cubicBezTo>
                  <a:pt x="5425" y="123"/>
                  <a:pt x="5430" y="118"/>
                  <a:pt x="5434" y="115"/>
                </a:cubicBezTo>
                <a:cubicBezTo>
                  <a:pt x="5439" y="112"/>
                  <a:pt x="5444" y="109"/>
                  <a:pt x="5449" y="108"/>
                </a:cubicBezTo>
                <a:cubicBezTo>
                  <a:pt x="5454" y="107"/>
                  <a:pt x="5459" y="106"/>
                  <a:pt x="5464" y="106"/>
                </a:cubicBezTo>
                <a:moveTo>
                  <a:pt x="5200" y="106"/>
                </a:moveTo>
                <a:cubicBezTo>
                  <a:pt x="5218" y="106"/>
                  <a:pt x="5233" y="109"/>
                  <a:pt x="5245" y="115"/>
                </a:cubicBezTo>
                <a:cubicBezTo>
                  <a:pt x="5258" y="121"/>
                  <a:pt x="5268" y="128"/>
                  <a:pt x="5276" y="138"/>
                </a:cubicBezTo>
                <a:cubicBezTo>
                  <a:pt x="5284" y="147"/>
                  <a:pt x="5290" y="159"/>
                  <a:pt x="5294" y="172"/>
                </a:cubicBezTo>
                <a:cubicBezTo>
                  <a:pt x="5298" y="185"/>
                  <a:pt x="5299" y="199"/>
                  <a:pt x="5299" y="214"/>
                </a:cubicBezTo>
                <a:lnTo>
                  <a:pt x="5299" y="221"/>
                </a:lnTo>
                <a:cubicBezTo>
                  <a:pt x="5299" y="228"/>
                  <a:pt x="5298" y="232"/>
                  <a:pt x="5294" y="235"/>
                </a:cubicBezTo>
                <a:cubicBezTo>
                  <a:pt x="5291" y="238"/>
                  <a:pt x="5287" y="239"/>
                  <a:pt x="5283" y="239"/>
                </a:cubicBezTo>
                <a:lnTo>
                  <a:pt x="5134" y="239"/>
                </a:lnTo>
                <a:cubicBezTo>
                  <a:pt x="5134" y="252"/>
                  <a:pt x="5135" y="263"/>
                  <a:pt x="5137" y="273"/>
                </a:cubicBezTo>
                <a:cubicBezTo>
                  <a:pt x="5140" y="284"/>
                  <a:pt x="5144" y="293"/>
                  <a:pt x="5150" y="300"/>
                </a:cubicBezTo>
                <a:cubicBezTo>
                  <a:pt x="5156" y="307"/>
                  <a:pt x="5164" y="313"/>
                  <a:pt x="5173" y="317"/>
                </a:cubicBezTo>
                <a:cubicBezTo>
                  <a:pt x="5183" y="321"/>
                  <a:pt x="5194" y="323"/>
                  <a:pt x="5208" y="323"/>
                </a:cubicBezTo>
                <a:cubicBezTo>
                  <a:pt x="5219" y="323"/>
                  <a:pt x="5228" y="322"/>
                  <a:pt x="5237" y="320"/>
                </a:cubicBezTo>
                <a:cubicBezTo>
                  <a:pt x="5245" y="318"/>
                  <a:pt x="5253" y="316"/>
                  <a:pt x="5259" y="314"/>
                </a:cubicBezTo>
                <a:cubicBezTo>
                  <a:pt x="5265" y="312"/>
                  <a:pt x="5270" y="310"/>
                  <a:pt x="5274" y="308"/>
                </a:cubicBezTo>
                <a:cubicBezTo>
                  <a:pt x="5278" y="306"/>
                  <a:pt x="5281" y="306"/>
                  <a:pt x="5283" y="306"/>
                </a:cubicBezTo>
                <a:cubicBezTo>
                  <a:pt x="5284" y="306"/>
                  <a:pt x="5285" y="306"/>
                  <a:pt x="5286" y="306"/>
                </a:cubicBezTo>
                <a:cubicBezTo>
                  <a:pt x="5287" y="307"/>
                  <a:pt x="5288" y="308"/>
                  <a:pt x="5288" y="309"/>
                </a:cubicBezTo>
                <a:cubicBezTo>
                  <a:pt x="5289" y="310"/>
                  <a:pt x="5289" y="312"/>
                  <a:pt x="5289" y="314"/>
                </a:cubicBezTo>
                <a:cubicBezTo>
                  <a:pt x="5290" y="316"/>
                  <a:pt x="5290" y="319"/>
                  <a:pt x="5290" y="322"/>
                </a:cubicBezTo>
                <a:cubicBezTo>
                  <a:pt x="5290" y="324"/>
                  <a:pt x="5290" y="326"/>
                  <a:pt x="5289" y="328"/>
                </a:cubicBezTo>
                <a:cubicBezTo>
                  <a:pt x="5289" y="329"/>
                  <a:pt x="5289" y="330"/>
                  <a:pt x="5289" y="332"/>
                </a:cubicBezTo>
                <a:cubicBezTo>
                  <a:pt x="5289" y="333"/>
                  <a:pt x="5288" y="334"/>
                  <a:pt x="5288" y="335"/>
                </a:cubicBezTo>
                <a:cubicBezTo>
                  <a:pt x="5287" y="336"/>
                  <a:pt x="5286" y="337"/>
                  <a:pt x="5286" y="338"/>
                </a:cubicBezTo>
                <a:cubicBezTo>
                  <a:pt x="5285" y="339"/>
                  <a:pt x="5282" y="341"/>
                  <a:pt x="5277" y="343"/>
                </a:cubicBezTo>
                <a:cubicBezTo>
                  <a:pt x="5273" y="345"/>
                  <a:pt x="5267" y="347"/>
                  <a:pt x="5260" y="349"/>
                </a:cubicBezTo>
                <a:cubicBezTo>
                  <a:pt x="5252" y="351"/>
                  <a:pt x="5244" y="353"/>
                  <a:pt x="5234" y="354"/>
                </a:cubicBezTo>
                <a:cubicBezTo>
                  <a:pt x="5225" y="356"/>
                  <a:pt x="5215" y="356"/>
                  <a:pt x="5204" y="356"/>
                </a:cubicBezTo>
                <a:cubicBezTo>
                  <a:pt x="5185" y="356"/>
                  <a:pt x="5169" y="354"/>
                  <a:pt x="5155" y="349"/>
                </a:cubicBezTo>
                <a:cubicBezTo>
                  <a:pt x="5141" y="343"/>
                  <a:pt x="5129" y="336"/>
                  <a:pt x="5120" y="325"/>
                </a:cubicBezTo>
                <a:cubicBezTo>
                  <a:pt x="5110" y="315"/>
                  <a:pt x="5103" y="302"/>
                  <a:pt x="5098" y="286"/>
                </a:cubicBezTo>
                <a:cubicBezTo>
                  <a:pt x="5093" y="270"/>
                  <a:pt x="5091" y="252"/>
                  <a:pt x="5091" y="232"/>
                </a:cubicBezTo>
                <a:cubicBezTo>
                  <a:pt x="5091" y="213"/>
                  <a:pt x="5093" y="195"/>
                  <a:pt x="5098" y="179"/>
                </a:cubicBezTo>
                <a:cubicBezTo>
                  <a:pt x="5103" y="164"/>
                  <a:pt x="5111" y="151"/>
                  <a:pt x="5120" y="140"/>
                </a:cubicBezTo>
                <a:cubicBezTo>
                  <a:pt x="5130" y="129"/>
                  <a:pt x="5141" y="121"/>
                  <a:pt x="5154" y="115"/>
                </a:cubicBezTo>
                <a:cubicBezTo>
                  <a:pt x="5168" y="109"/>
                  <a:pt x="5183" y="106"/>
                  <a:pt x="5200" y="106"/>
                </a:cubicBezTo>
                <a:moveTo>
                  <a:pt x="4776" y="106"/>
                </a:moveTo>
                <a:cubicBezTo>
                  <a:pt x="4793" y="106"/>
                  <a:pt x="4807" y="108"/>
                  <a:pt x="4818" y="112"/>
                </a:cubicBezTo>
                <a:cubicBezTo>
                  <a:pt x="4830" y="115"/>
                  <a:pt x="4839" y="121"/>
                  <a:pt x="4846" y="128"/>
                </a:cubicBezTo>
                <a:cubicBezTo>
                  <a:pt x="4853" y="135"/>
                  <a:pt x="4858" y="144"/>
                  <a:pt x="4861" y="155"/>
                </a:cubicBezTo>
                <a:cubicBezTo>
                  <a:pt x="4864" y="165"/>
                  <a:pt x="4866" y="178"/>
                  <a:pt x="4866" y="192"/>
                </a:cubicBezTo>
                <a:lnTo>
                  <a:pt x="4866" y="346"/>
                </a:lnTo>
                <a:cubicBezTo>
                  <a:pt x="4866" y="348"/>
                  <a:pt x="4865" y="349"/>
                  <a:pt x="4864" y="350"/>
                </a:cubicBezTo>
                <a:cubicBezTo>
                  <a:pt x="4863" y="351"/>
                  <a:pt x="4861" y="352"/>
                  <a:pt x="4858" y="353"/>
                </a:cubicBezTo>
                <a:cubicBezTo>
                  <a:pt x="4856" y="353"/>
                  <a:pt x="4853" y="353"/>
                  <a:pt x="4848" y="353"/>
                </a:cubicBezTo>
                <a:cubicBezTo>
                  <a:pt x="4844" y="353"/>
                  <a:pt x="4840" y="353"/>
                  <a:pt x="4838" y="353"/>
                </a:cubicBezTo>
                <a:cubicBezTo>
                  <a:pt x="4835" y="352"/>
                  <a:pt x="4833" y="351"/>
                  <a:pt x="4832" y="350"/>
                </a:cubicBezTo>
                <a:cubicBezTo>
                  <a:pt x="4831" y="349"/>
                  <a:pt x="4830" y="348"/>
                  <a:pt x="4830" y="346"/>
                </a:cubicBezTo>
                <a:lnTo>
                  <a:pt x="4830" y="323"/>
                </a:lnTo>
                <a:cubicBezTo>
                  <a:pt x="4820" y="334"/>
                  <a:pt x="4809" y="342"/>
                  <a:pt x="4797" y="348"/>
                </a:cubicBezTo>
                <a:cubicBezTo>
                  <a:pt x="4784" y="354"/>
                  <a:pt x="4771" y="356"/>
                  <a:pt x="4758" y="356"/>
                </a:cubicBezTo>
                <a:cubicBezTo>
                  <a:pt x="4746" y="356"/>
                  <a:pt x="4735" y="355"/>
                  <a:pt x="4725" y="352"/>
                </a:cubicBezTo>
                <a:cubicBezTo>
                  <a:pt x="4715" y="349"/>
                  <a:pt x="4707" y="344"/>
                  <a:pt x="4700" y="338"/>
                </a:cubicBezTo>
                <a:cubicBezTo>
                  <a:pt x="4693" y="332"/>
                  <a:pt x="4688" y="325"/>
                  <a:pt x="4685" y="317"/>
                </a:cubicBezTo>
                <a:cubicBezTo>
                  <a:pt x="4681" y="308"/>
                  <a:pt x="4679" y="298"/>
                  <a:pt x="4679" y="286"/>
                </a:cubicBezTo>
                <a:cubicBezTo>
                  <a:pt x="4679" y="274"/>
                  <a:pt x="4681" y="263"/>
                  <a:pt x="4687" y="253"/>
                </a:cubicBezTo>
                <a:cubicBezTo>
                  <a:pt x="4692" y="244"/>
                  <a:pt x="4699" y="236"/>
                  <a:pt x="4709" y="230"/>
                </a:cubicBezTo>
                <a:cubicBezTo>
                  <a:pt x="4719" y="224"/>
                  <a:pt x="4731" y="219"/>
                  <a:pt x="4745" y="216"/>
                </a:cubicBezTo>
                <a:cubicBezTo>
                  <a:pt x="4759" y="213"/>
                  <a:pt x="4775" y="211"/>
                  <a:pt x="4793" y="211"/>
                </a:cubicBezTo>
                <a:lnTo>
                  <a:pt x="4825" y="211"/>
                </a:lnTo>
                <a:lnTo>
                  <a:pt x="4825" y="194"/>
                </a:lnTo>
                <a:cubicBezTo>
                  <a:pt x="4825" y="185"/>
                  <a:pt x="4824" y="177"/>
                  <a:pt x="4822" y="170"/>
                </a:cubicBezTo>
                <a:cubicBezTo>
                  <a:pt x="4820" y="164"/>
                  <a:pt x="4817" y="158"/>
                  <a:pt x="4813" y="153"/>
                </a:cubicBezTo>
                <a:cubicBezTo>
                  <a:pt x="4809" y="149"/>
                  <a:pt x="4804" y="146"/>
                  <a:pt x="4797" y="143"/>
                </a:cubicBezTo>
                <a:cubicBezTo>
                  <a:pt x="4790" y="141"/>
                  <a:pt x="4782" y="140"/>
                  <a:pt x="4772" y="140"/>
                </a:cubicBezTo>
                <a:cubicBezTo>
                  <a:pt x="4761" y="140"/>
                  <a:pt x="4752" y="141"/>
                  <a:pt x="4744" y="143"/>
                </a:cubicBezTo>
                <a:cubicBezTo>
                  <a:pt x="4736" y="146"/>
                  <a:pt x="4729" y="149"/>
                  <a:pt x="4723" y="152"/>
                </a:cubicBezTo>
                <a:cubicBezTo>
                  <a:pt x="4717" y="155"/>
                  <a:pt x="4711" y="157"/>
                  <a:pt x="4707" y="160"/>
                </a:cubicBezTo>
                <a:cubicBezTo>
                  <a:pt x="4703" y="162"/>
                  <a:pt x="4700" y="164"/>
                  <a:pt x="4698" y="164"/>
                </a:cubicBezTo>
                <a:cubicBezTo>
                  <a:pt x="4697" y="164"/>
                  <a:pt x="4696" y="163"/>
                  <a:pt x="4695" y="162"/>
                </a:cubicBezTo>
                <a:cubicBezTo>
                  <a:pt x="4694" y="162"/>
                  <a:pt x="4693" y="161"/>
                  <a:pt x="4692" y="159"/>
                </a:cubicBezTo>
                <a:cubicBezTo>
                  <a:pt x="4691" y="158"/>
                  <a:pt x="4691" y="156"/>
                  <a:pt x="4691" y="154"/>
                </a:cubicBezTo>
                <a:cubicBezTo>
                  <a:pt x="4690" y="152"/>
                  <a:pt x="4690" y="150"/>
                  <a:pt x="4690" y="147"/>
                </a:cubicBezTo>
                <a:cubicBezTo>
                  <a:pt x="4690" y="143"/>
                  <a:pt x="4690" y="140"/>
                  <a:pt x="4691" y="137"/>
                </a:cubicBezTo>
                <a:cubicBezTo>
                  <a:pt x="4691" y="135"/>
                  <a:pt x="4693" y="133"/>
                  <a:pt x="4695" y="130"/>
                </a:cubicBezTo>
                <a:cubicBezTo>
                  <a:pt x="4697" y="128"/>
                  <a:pt x="4701" y="125"/>
                  <a:pt x="4707" y="123"/>
                </a:cubicBezTo>
                <a:cubicBezTo>
                  <a:pt x="4712" y="120"/>
                  <a:pt x="4719" y="117"/>
                  <a:pt x="4726" y="115"/>
                </a:cubicBezTo>
                <a:cubicBezTo>
                  <a:pt x="4733" y="112"/>
                  <a:pt x="4741" y="110"/>
                  <a:pt x="4750" y="109"/>
                </a:cubicBezTo>
                <a:cubicBezTo>
                  <a:pt x="4758" y="107"/>
                  <a:pt x="4767" y="106"/>
                  <a:pt x="4776" y="106"/>
                </a:cubicBezTo>
                <a:moveTo>
                  <a:pt x="4066" y="106"/>
                </a:moveTo>
                <a:cubicBezTo>
                  <a:pt x="4068" y="106"/>
                  <a:pt x="4070" y="106"/>
                  <a:pt x="4073" y="106"/>
                </a:cubicBezTo>
                <a:cubicBezTo>
                  <a:pt x="4076" y="107"/>
                  <a:pt x="4079" y="107"/>
                  <a:pt x="4082" y="108"/>
                </a:cubicBezTo>
                <a:cubicBezTo>
                  <a:pt x="4085" y="109"/>
                  <a:pt x="4088" y="109"/>
                  <a:pt x="4090" y="110"/>
                </a:cubicBezTo>
                <a:cubicBezTo>
                  <a:pt x="4093" y="111"/>
                  <a:pt x="4094" y="112"/>
                  <a:pt x="4095" y="113"/>
                </a:cubicBezTo>
                <a:cubicBezTo>
                  <a:pt x="4096" y="113"/>
                  <a:pt x="4097" y="115"/>
                  <a:pt x="4097" y="115"/>
                </a:cubicBezTo>
                <a:cubicBezTo>
                  <a:pt x="4098" y="116"/>
                  <a:pt x="4098" y="117"/>
                  <a:pt x="4098" y="118"/>
                </a:cubicBezTo>
                <a:cubicBezTo>
                  <a:pt x="4098" y="119"/>
                  <a:pt x="4099" y="121"/>
                  <a:pt x="4099" y="123"/>
                </a:cubicBezTo>
                <a:cubicBezTo>
                  <a:pt x="4099" y="125"/>
                  <a:pt x="4099" y="129"/>
                  <a:pt x="4099" y="133"/>
                </a:cubicBezTo>
                <a:cubicBezTo>
                  <a:pt x="4099" y="136"/>
                  <a:pt x="4099" y="139"/>
                  <a:pt x="4099" y="142"/>
                </a:cubicBezTo>
                <a:cubicBezTo>
                  <a:pt x="4098" y="144"/>
                  <a:pt x="4098" y="146"/>
                  <a:pt x="4098" y="148"/>
                </a:cubicBezTo>
                <a:cubicBezTo>
                  <a:pt x="4097" y="149"/>
                  <a:pt x="4096" y="150"/>
                  <a:pt x="4095" y="151"/>
                </a:cubicBezTo>
                <a:cubicBezTo>
                  <a:pt x="4095" y="152"/>
                  <a:pt x="4094" y="152"/>
                  <a:pt x="4092" y="152"/>
                </a:cubicBezTo>
                <a:cubicBezTo>
                  <a:pt x="4091" y="152"/>
                  <a:pt x="4089" y="152"/>
                  <a:pt x="4087" y="151"/>
                </a:cubicBezTo>
                <a:cubicBezTo>
                  <a:pt x="4086" y="150"/>
                  <a:pt x="4083" y="149"/>
                  <a:pt x="4081" y="149"/>
                </a:cubicBezTo>
                <a:cubicBezTo>
                  <a:pt x="4078" y="148"/>
                  <a:pt x="4076" y="147"/>
                  <a:pt x="4073" y="147"/>
                </a:cubicBezTo>
                <a:cubicBezTo>
                  <a:pt x="4070" y="146"/>
                  <a:pt x="4066" y="146"/>
                  <a:pt x="4063" y="146"/>
                </a:cubicBezTo>
                <a:cubicBezTo>
                  <a:pt x="4059" y="146"/>
                  <a:pt x="4054" y="146"/>
                  <a:pt x="4051" y="148"/>
                </a:cubicBezTo>
                <a:cubicBezTo>
                  <a:pt x="4046" y="150"/>
                  <a:pt x="4042" y="153"/>
                  <a:pt x="4038" y="157"/>
                </a:cubicBezTo>
                <a:cubicBezTo>
                  <a:pt x="4033" y="160"/>
                  <a:pt x="4029" y="165"/>
                  <a:pt x="4024" y="172"/>
                </a:cubicBezTo>
                <a:cubicBezTo>
                  <a:pt x="4019" y="178"/>
                  <a:pt x="4014" y="186"/>
                  <a:pt x="4008" y="195"/>
                </a:cubicBezTo>
                <a:lnTo>
                  <a:pt x="4008" y="346"/>
                </a:lnTo>
                <a:cubicBezTo>
                  <a:pt x="4008" y="347"/>
                  <a:pt x="4007" y="348"/>
                  <a:pt x="4006" y="349"/>
                </a:cubicBezTo>
                <a:cubicBezTo>
                  <a:pt x="4006" y="350"/>
                  <a:pt x="4005" y="350"/>
                  <a:pt x="4003" y="351"/>
                </a:cubicBezTo>
                <a:cubicBezTo>
                  <a:pt x="4002" y="352"/>
                  <a:pt x="4000" y="353"/>
                  <a:pt x="3997" y="353"/>
                </a:cubicBezTo>
                <a:cubicBezTo>
                  <a:pt x="3995" y="353"/>
                  <a:pt x="3991" y="353"/>
                  <a:pt x="3987" y="353"/>
                </a:cubicBezTo>
                <a:cubicBezTo>
                  <a:pt x="3983" y="353"/>
                  <a:pt x="3979" y="353"/>
                  <a:pt x="3977" y="353"/>
                </a:cubicBezTo>
                <a:cubicBezTo>
                  <a:pt x="3974" y="353"/>
                  <a:pt x="3972" y="352"/>
                  <a:pt x="3970" y="351"/>
                </a:cubicBezTo>
                <a:cubicBezTo>
                  <a:pt x="3969" y="350"/>
                  <a:pt x="3967" y="350"/>
                  <a:pt x="3967" y="349"/>
                </a:cubicBezTo>
                <a:cubicBezTo>
                  <a:pt x="3966" y="348"/>
                  <a:pt x="3966" y="347"/>
                  <a:pt x="3966" y="346"/>
                </a:cubicBezTo>
                <a:lnTo>
                  <a:pt x="3966" y="117"/>
                </a:lnTo>
                <a:cubicBezTo>
                  <a:pt x="3966" y="116"/>
                  <a:pt x="3966" y="115"/>
                  <a:pt x="3967" y="114"/>
                </a:cubicBezTo>
                <a:cubicBezTo>
                  <a:pt x="3967" y="113"/>
                  <a:pt x="3968" y="112"/>
                  <a:pt x="3970" y="112"/>
                </a:cubicBezTo>
                <a:cubicBezTo>
                  <a:pt x="3971" y="111"/>
                  <a:pt x="3973" y="110"/>
                  <a:pt x="3975" y="110"/>
                </a:cubicBezTo>
                <a:cubicBezTo>
                  <a:pt x="3978" y="110"/>
                  <a:pt x="3981" y="110"/>
                  <a:pt x="3985" y="110"/>
                </a:cubicBezTo>
                <a:cubicBezTo>
                  <a:pt x="3989" y="110"/>
                  <a:pt x="3992" y="110"/>
                  <a:pt x="3994" y="110"/>
                </a:cubicBezTo>
                <a:cubicBezTo>
                  <a:pt x="3997" y="110"/>
                  <a:pt x="3998" y="111"/>
                  <a:pt x="4000" y="112"/>
                </a:cubicBezTo>
                <a:cubicBezTo>
                  <a:pt x="4001" y="112"/>
                  <a:pt x="4002" y="113"/>
                  <a:pt x="4003" y="114"/>
                </a:cubicBezTo>
                <a:cubicBezTo>
                  <a:pt x="4003" y="115"/>
                  <a:pt x="4004" y="116"/>
                  <a:pt x="4004" y="117"/>
                </a:cubicBezTo>
                <a:lnTo>
                  <a:pt x="4004" y="151"/>
                </a:lnTo>
                <a:cubicBezTo>
                  <a:pt x="4010" y="141"/>
                  <a:pt x="4016" y="134"/>
                  <a:pt x="4021" y="128"/>
                </a:cubicBezTo>
                <a:cubicBezTo>
                  <a:pt x="4027" y="123"/>
                  <a:pt x="4032" y="118"/>
                  <a:pt x="4036" y="115"/>
                </a:cubicBezTo>
                <a:cubicBezTo>
                  <a:pt x="4041" y="112"/>
                  <a:pt x="4046" y="109"/>
                  <a:pt x="4051" y="108"/>
                </a:cubicBezTo>
                <a:cubicBezTo>
                  <a:pt x="4056" y="107"/>
                  <a:pt x="4061" y="106"/>
                  <a:pt x="4066" y="106"/>
                </a:cubicBezTo>
                <a:moveTo>
                  <a:pt x="3802" y="106"/>
                </a:moveTo>
                <a:cubicBezTo>
                  <a:pt x="3818" y="106"/>
                  <a:pt x="3832" y="108"/>
                  <a:pt x="3844" y="112"/>
                </a:cubicBezTo>
                <a:cubicBezTo>
                  <a:pt x="3855" y="115"/>
                  <a:pt x="3864" y="121"/>
                  <a:pt x="3871" y="128"/>
                </a:cubicBezTo>
                <a:cubicBezTo>
                  <a:pt x="3878" y="135"/>
                  <a:pt x="3883" y="144"/>
                  <a:pt x="3887" y="155"/>
                </a:cubicBezTo>
                <a:cubicBezTo>
                  <a:pt x="3890" y="165"/>
                  <a:pt x="3891" y="178"/>
                  <a:pt x="3891" y="192"/>
                </a:cubicBezTo>
                <a:lnTo>
                  <a:pt x="3891" y="346"/>
                </a:lnTo>
                <a:cubicBezTo>
                  <a:pt x="3891" y="348"/>
                  <a:pt x="3891" y="349"/>
                  <a:pt x="3889" y="350"/>
                </a:cubicBezTo>
                <a:cubicBezTo>
                  <a:pt x="3888" y="351"/>
                  <a:pt x="3886" y="352"/>
                  <a:pt x="3884" y="353"/>
                </a:cubicBezTo>
                <a:cubicBezTo>
                  <a:pt x="3882" y="353"/>
                  <a:pt x="3878" y="353"/>
                  <a:pt x="3873" y="353"/>
                </a:cubicBezTo>
                <a:cubicBezTo>
                  <a:pt x="3869" y="353"/>
                  <a:pt x="3866" y="353"/>
                  <a:pt x="3863" y="353"/>
                </a:cubicBezTo>
                <a:cubicBezTo>
                  <a:pt x="3860" y="352"/>
                  <a:pt x="3859" y="351"/>
                  <a:pt x="3857" y="350"/>
                </a:cubicBezTo>
                <a:cubicBezTo>
                  <a:pt x="3856" y="349"/>
                  <a:pt x="3856" y="348"/>
                  <a:pt x="3856" y="346"/>
                </a:cubicBezTo>
                <a:lnTo>
                  <a:pt x="3856" y="323"/>
                </a:lnTo>
                <a:cubicBezTo>
                  <a:pt x="3846" y="334"/>
                  <a:pt x="3835" y="342"/>
                  <a:pt x="3822" y="348"/>
                </a:cubicBezTo>
                <a:cubicBezTo>
                  <a:pt x="3810" y="354"/>
                  <a:pt x="3797" y="356"/>
                  <a:pt x="3784" y="356"/>
                </a:cubicBezTo>
                <a:cubicBezTo>
                  <a:pt x="3772" y="356"/>
                  <a:pt x="3761" y="355"/>
                  <a:pt x="3751" y="352"/>
                </a:cubicBezTo>
                <a:cubicBezTo>
                  <a:pt x="3742" y="349"/>
                  <a:pt x="3733" y="344"/>
                  <a:pt x="3727" y="338"/>
                </a:cubicBezTo>
                <a:cubicBezTo>
                  <a:pt x="3720" y="332"/>
                  <a:pt x="3714" y="325"/>
                  <a:pt x="3711" y="317"/>
                </a:cubicBezTo>
                <a:cubicBezTo>
                  <a:pt x="3707" y="308"/>
                  <a:pt x="3705" y="298"/>
                  <a:pt x="3705" y="286"/>
                </a:cubicBezTo>
                <a:cubicBezTo>
                  <a:pt x="3705" y="274"/>
                  <a:pt x="3708" y="263"/>
                  <a:pt x="3713" y="253"/>
                </a:cubicBezTo>
                <a:cubicBezTo>
                  <a:pt x="3718" y="244"/>
                  <a:pt x="3726" y="236"/>
                  <a:pt x="3735" y="230"/>
                </a:cubicBezTo>
                <a:cubicBezTo>
                  <a:pt x="3745" y="224"/>
                  <a:pt x="3757" y="219"/>
                  <a:pt x="3771" y="216"/>
                </a:cubicBezTo>
                <a:cubicBezTo>
                  <a:pt x="3785" y="213"/>
                  <a:pt x="3801" y="211"/>
                  <a:pt x="3819" y="211"/>
                </a:cubicBezTo>
                <a:lnTo>
                  <a:pt x="3850" y="211"/>
                </a:lnTo>
                <a:lnTo>
                  <a:pt x="3850" y="194"/>
                </a:lnTo>
                <a:cubicBezTo>
                  <a:pt x="3850" y="185"/>
                  <a:pt x="3849" y="177"/>
                  <a:pt x="3847" y="170"/>
                </a:cubicBezTo>
                <a:cubicBezTo>
                  <a:pt x="3846" y="164"/>
                  <a:pt x="3842" y="158"/>
                  <a:pt x="3838" y="153"/>
                </a:cubicBezTo>
                <a:cubicBezTo>
                  <a:pt x="3834" y="149"/>
                  <a:pt x="3829" y="146"/>
                  <a:pt x="3822" y="143"/>
                </a:cubicBezTo>
                <a:cubicBezTo>
                  <a:pt x="3816" y="141"/>
                  <a:pt x="3808" y="140"/>
                  <a:pt x="3798" y="140"/>
                </a:cubicBezTo>
                <a:cubicBezTo>
                  <a:pt x="3788" y="140"/>
                  <a:pt x="3779" y="141"/>
                  <a:pt x="3770" y="143"/>
                </a:cubicBezTo>
                <a:cubicBezTo>
                  <a:pt x="3762" y="146"/>
                  <a:pt x="3755" y="149"/>
                  <a:pt x="3749" y="152"/>
                </a:cubicBezTo>
                <a:cubicBezTo>
                  <a:pt x="3743" y="155"/>
                  <a:pt x="3738" y="157"/>
                  <a:pt x="3734" y="160"/>
                </a:cubicBezTo>
                <a:cubicBezTo>
                  <a:pt x="3730" y="162"/>
                  <a:pt x="3726" y="164"/>
                  <a:pt x="3725" y="164"/>
                </a:cubicBezTo>
                <a:cubicBezTo>
                  <a:pt x="3723" y="164"/>
                  <a:pt x="3722" y="163"/>
                  <a:pt x="3721" y="162"/>
                </a:cubicBezTo>
                <a:cubicBezTo>
                  <a:pt x="3720" y="162"/>
                  <a:pt x="3719" y="161"/>
                  <a:pt x="3718" y="159"/>
                </a:cubicBezTo>
                <a:cubicBezTo>
                  <a:pt x="3718" y="158"/>
                  <a:pt x="3717" y="156"/>
                  <a:pt x="3717" y="154"/>
                </a:cubicBezTo>
                <a:cubicBezTo>
                  <a:pt x="3717" y="152"/>
                  <a:pt x="3716" y="150"/>
                  <a:pt x="3716" y="147"/>
                </a:cubicBezTo>
                <a:cubicBezTo>
                  <a:pt x="3716" y="143"/>
                  <a:pt x="3717" y="140"/>
                  <a:pt x="3717" y="137"/>
                </a:cubicBezTo>
                <a:cubicBezTo>
                  <a:pt x="3718" y="135"/>
                  <a:pt x="3719" y="133"/>
                  <a:pt x="3721" y="130"/>
                </a:cubicBezTo>
                <a:cubicBezTo>
                  <a:pt x="3724" y="128"/>
                  <a:pt x="3727" y="125"/>
                  <a:pt x="3733" y="123"/>
                </a:cubicBezTo>
                <a:cubicBezTo>
                  <a:pt x="3739" y="120"/>
                  <a:pt x="3745" y="117"/>
                  <a:pt x="3752" y="115"/>
                </a:cubicBezTo>
                <a:cubicBezTo>
                  <a:pt x="3760" y="112"/>
                  <a:pt x="3767" y="110"/>
                  <a:pt x="3776" y="109"/>
                </a:cubicBezTo>
                <a:cubicBezTo>
                  <a:pt x="3785" y="107"/>
                  <a:pt x="3793" y="106"/>
                  <a:pt x="3802" y="106"/>
                </a:cubicBezTo>
                <a:moveTo>
                  <a:pt x="2929" y="106"/>
                </a:moveTo>
                <a:cubicBezTo>
                  <a:pt x="2947" y="106"/>
                  <a:pt x="2963" y="109"/>
                  <a:pt x="2975" y="115"/>
                </a:cubicBezTo>
                <a:cubicBezTo>
                  <a:pt x="2988" y="121"/>
                  <a:pt x="2998" y="128"/>
                  <a:pt x="3006" y="138"/>
                </a:cubicBezTo>
                <a:cubicBezTo>
                  <a:pt x="3014" y="147"/>
                  <a:pt x="3020" y="159"/>
                  <a:pt x="3024" y="172"/>
                </a:cubicBezTo>
                <a:cubicBezTo>
                  <a:pt x="3028" y="185"/>
                  <a:pt x="3029" y="199"/>
                  <a:pt x="3029" y="214"/>
                </a:cubicBezTo>
                <a:lnTo>
                  <a:pt x="3029" y="221"/>
                </a:lnTo>
                <a:cubicBezTo>
                  <a:pt x="3029" y="228"/>
                  <a:pt x="3028" y="232"/>
                  <a:pt x="3024" y="235"/>
                </a:cubicBezTo>
                <a:cubicBezTo>
                  <a:pt x="3021" y="238"/>
                  <a:pt x="3017" y="239"/>
                  <a:pt x="3013" y="239"/>
                </a:cubicBezTo>
                <a:lnTo>
                  <a:pt x="2864" y="239"/>
                </a:lnTo>
                <a:cubicBezTo>
                  <a:pt x="2864" y="252"/>
                  <a:pt x="2865" y="263"/>
                  <a:pt x="2867" y="273"/>
                </a:cubicBezTo>
                <a:cubicBezTo>
                  <a:pt x="2870" y="284"/>
                  <a:pt x="2874" y="293"/>
                  <a:pt x="2880" y="300"/>
                </a:cubicBezTo>
                <a:cubicBezTo>
                  <a:pt x="2886" y="307"/>
                  <a:pt x="2894" y="313"/>
                  <a:pt x="2903" y="317"/>
                </a:cubicBezTo>
                <a:cubicBezTo>
                  <a:pt x="2913" y="321"/>
                  <a:pt x="2924" y="323"/>
                  <a:pt x="2938" y="323"/>
                </a:cubicBezTo>
                <a:cubicBezTo>
                  <a:pt x="2949" y="323"/>
                  <a:pt x="2958" y="322"/>
                  <a:pt x="2967" y="320"/>
                </a:cubicBezTo>
                <a:cubicBezTo>
                  <a:pt x="2975" y="318"/>
                  <a:pt x="2983" y="316"/>
                  <a:pt x="2989" y="314"/>
                </a:cubicBezTo>
                <a:cubicBezTo>
                  <a:pt x="2995" y="312"/>
                  <a:pt x="3000" y="310"/>
                  <a:pt x="3004" y="308"/>
                </a:cubicBezTo>
                <a:cubicBezTo>
                  <a:pt x="3008" y="306"/>
                  <a:pt x="3011" y="306"/>
                  <a:pt x="3013" y="306"/>
                </a:cubicBezTo>
                <a:cubicBezTo>
                  <a:pt x="3014" y="306"/>
                  <a:pt x="3015" y="306"/>
                  <a:pt x="3016" y="306"/>
                </a:cubicBezTo>
                <a:cubicBezTo>
                  <a:pt x="3017" y="307"/>
                  <a:pt x="3018" y="308"/>
                  <a:pt x="3018" y="309"/>
                </a:cubicBezTo>
                <a:cubicBezTo>
                  <a:pt x="3019" y="310"/>
                  <a:pt x="3019" y="312"/>
                  <a:pt x="3019" y="314"/>
                </a:cubicBezTo>
                <a:cubicBezTo>
                  <a:pt x="3020" y="316"/>
                  <a:pt x="3020" y="319"/>
                  <a:pt x="3020" y="322"/>
                </a:cubicBezTo>
                <a:cubicBezTo>
                  <a:pt x="3020" y="324"/>
                  <a:pt x="3020" y="326"/>
                  <a:pt x="3019" y="328"/>
                </a:cubicBezTo>
                <a:cubicBezTo>
                  <a:pt x="3019" y="329"/>
                  <a:pt x="3019" y="330"/>
                  <a:pt x="3019" y="332"/>
                </a:cubicBezTo>
                <a:cubicBezTo>
                  <a:pt x="3019" y="333"/>
                  <a:pt x="3018" y="334"/>
                  <a:pt x="3018" y="335"/>
                </a:cubicBezTo>
                <a:cubicBezTo>
                  <a:pt x="3017" y="336"/>
                  <a:pt x="3016" y="337"/>
                  <a:pt x="3016" y="338"/>
                </a:cubicBezTo>
                <a:cubicBezTo>
                  <a:pt x="3014" y="339"/>
                  <a:pt x="3012" y="341"/>
                  <a:pt x="3007" y="343"/>
                </a:cubicBezTo>
                <a:cubicBezTo>
                  <a:pt x="3002" y="345"/>
                  <a:pt x="2997" y="347"/>
                  <a:pt x="2989" y="349"/>
                </a:cubicBezTo>
                <a:cubicBezTo>
                  <a:pt x="2982" y="351"/>
                  <a:pt x="2974" y="353"/>
                  <a:pt x="2964" y="354"/>
                </a:cubicBezTo>
                <a:cubicBezTo>
                  <a:pt x="2955" y="356"/>
                  <a:pt x="2945" y="356"/>
                  <a:pt x="2934" y="356"/>
                </a:cubicBezTo>
                <a:cubicBezTo>
                  <a:pt x="2915" y="356"/>
                  <a:pt x="2899" y="354"/>
                  <a:pt x="2885" y="349"/>
                </a:cubicBezTo>
                <a:cubicBezTo>
                  <a:pt x="2871" y="343"/>
                  <a:pt x="2859" y="336"/>
                  <a:pt x="2850" y="325"/>
                </a:cubicBezTo>
                <a:cubicBezTo>
                  <a:pt x="2840" y="315"/>
                  <a:pt x="2833" y="302"/>
                  <a:pt x="2828" y="286"/>
                </a:cubicBezTo>
                <a:cubicBezTo>
                  <a:pt x="2823" y="270"/>
                  <a:pt x="2820" y="252"/>
                  <a:pt x="2820" y="232"/>
                </a:cubicBezTo>
                <a:cubicBezTo>
                  <a:pt x="2820" y="213"/>
                  <a:pt x="2823" y="195"/>
                  <a:pt x="2828" y="179"/>
                </a:cubicBezTo>
                <a:cubicBezTo>
                  <a:pt x="2833" y="164"/>
                  <a:pt x="2841" y="151"/>
                  <a:pt x="2850" y="140"/>
                </a:cubicBezTo>
                <a:cubicBezTo>
                  <a:pt x="2860" y="129"/>
                  <a:pt x="2871" y="121"/>
                  <a:pt x="2884" y="115"/>
                </a:cubicBezTo>
                <a:cubicBezTo>
                  <a:pt x="2898" y="109"/>
                  <a:pt x="2913" y="106"/>
                  <a:pt x="2929" y="106"/>
                </a:cubicBezTo>
                <a:moveTo>
                  <a:pt x="2451" y="106"/>
                </a:moveTo>
                <a:cubicBezTo>
                  <a:pt x="2468" y="106"/>
                  <a:pt x="2482" y="108"/>
                  <a:pt x="2493" y="112"/>
                </a:cubicBezTo>
                <a:cubicBezTo>
                  <a:pt x="2505" y="115"/>
                  <a:pt x="2514" y="121"/>
                  <a:pt x="2521" y="128"/>
                </a:cubicBezTo>
                <a:cubicBezTo>
                  <a:pt x="2528" y="135"/>
                  <a:pt x="2533" y="144"/>
                  <a:pt x="2536" y="155"/>
                </a:cubicBezTo>
                <a:cubicBezTo>
                  <a:pt x="2539" y="165"/>
                  <a:pt x="2541" y="178"/>
                  <a:pt x="2541" y="192"/>
                </a:cubicBezTo>
                <a:lnTo>
                  <a:pt x="2541" y="346"/>
                </a:lnTo>
                <a:cubicBezTo>
                  <a:pt x="2541" y="348"/>
                  <a:pt x="2540" y="349"/>
                  <a:pt x="2539" y="350"/>
                </a:cubicBezTo>
                <a:cubicBezTo>
                  <a:pt x="2538" y="351"/>
                  <a:pt x="2536" y="352"/>
                  <a:pt x="2533" y="353"/>
                </a:cubicBezTo>
                <a:cubicBezTo>
                  <a:pt x="2531" y="353"/>
                  <a:pt x="2528" y="353"/>
                  <a:pt x="2523" y="353"/>
                </a:cubicBezTo>
                <a:cubicBezTo>
                  <a:pt x="2519" y="353"/>
                  <a:pt x="2515" y="353"/>
                  <a:pt x="2513" y="353"/>
                </a:cubicBezTo>
                <a:cubicBezTo>
                  <a:pt x="2510" y="352"/>
                  <a:pt x="2508" y="351"/>
                  <a:pt x="2507" y="350"/>
                </a:cubicBezTo>
                <a:cubicBezTo>
                  <a:pt x="2506" y="349"/>
                  <a:pt x="2505" y="348"/>
                  <a:pt x="2505" y="346"/>
                </a:cubicBezTo>
                <a:lnTo>
                  <a:pt x="2505" y="323"/>
                </a:lnTo>
                <a:cubicBezTo>
                  <a:pt x="2495" y="334"/>
                  <a:pt x="2484" y="342"/>
                  <a:pt x="2472" y="348"/>
                </a:cubicBezTo>
                <a:cubicBezTo>
                  <a:pt x="2460" y="354"/>
                  <a:pt x="2447" y="356"/>
                  <a:pt x="2433" y="356"/>
                </a:cubicBezTo>
                <a:cubicBezTo>
                  <a:pt x="2421" y="356"/>
                  <a:pt x="2411" y="355"/>
                  <a:pt x="2401" y="352"/>
                </a:cubicBezTo>
                <a:cubicBezTo>
                  <a:pt x="2391" y="349"/>
                  <a:pt x="2383" y="344"/>
                  <a:pt x="2376" y="338"/>
                </a:cubicBezTo>
                <a:cubicBezTo>
                  <a:pt x="2369" y="332"/>
                  <a:pt x="2364" y="325"/>
                  <a:pt x="2360" y="317"/>
                </a:cubicBezTo>
                <a:cubicBezTo>
                  <a:pt x="2357" y="308"/>
                  <a:pt x="2355" y="298"/>
                  <a:pt x="2355" y="286"/>
                </a:cubicBezTo>
                <a:cubicBezTo>
                  <a:pt x="2355" y="274"/>
                  <a:pt x="2357" y="263"/>
                  <a:pt x="2363" y="253"/>
                </a:cubicBezTo>
                <a:cubicBezTo>
                  <a:pt x="2368" y="244"/>
                  <a:pt x="2375" y="236"/>
                  <a:pt x="2385" y="230"/>
                </a:cubicBezTo>
                <a:cubicBezTo>
                  <a:pt x="2395" y="224"/>
                  <a:pt x="2407" y="219"/>
                  <a:pt x="2421" y="216"/>
                </a:cubicBezTo>
                <a:cubicBezTo>
                  <a:pt x="2435" y="213"/>
                  <a:pt x="2451" y="211"/>
                  <a:pt x="2468" y="211"/>
                </a:cubicBezTo>
                <a:lnTo>
                  <a:pt x="2500" y="211"/>
                </a:lnTo>
                <a:lnTo>
                  <a:pt x="2500" y="194"/>
                </a:lnTo>
                <a:cubicBezTo>
                  <a:pt x="2500" y="185"/>
                  <a:pt x="2499" y="177"/>
                  <a:pt x="2497" y="170"/>
                </a:cubicBezTo>
                <a:cubicBezTo>
                  <a:pt x="2495" y="164"/>
                  <a:pt x="2492" y="158"/>
                  <a:pt x="2488" y="153"/>
                </a:cubicBezTo>
                <a:cubicBezTo>
                  <a:pt x="2484" y="149"/>
                  <a:pt x="2479" y="146"/>
                  <a:pt x="2472" y="143"/>
                </a:cubicBezTo>
                <a:cubicBezTo>
                  <a:pt x="2465" y="141"/>
                  <a:pt x="2457" y="140"/>
                  <a:pt x="2448" y="140"/>
                </a:cubicBezTo>
                <a:cubicBezTo>
                  <a:pt x="2437" y="140"/>
                  <a:pt x="2428" y="141"/>
                  <a:pt x="2420" y="143"/>
                </a:cubicBezTo>
                <a:cubicBezTo>
                  <a:pt x="2412" y="146"/>
                  <a:pt x="2405" y="149"/>
                  <a:pt x="2399" y="152"/>
                </a:cubicBezTo>
                <a:cubicBezTo>
                  <a:pt x="2393" y="155"/>
                  <a:pt x="2387" y="157"/>
                  <a:pt x="2383" y="160"/>
                </a:cubicBezTo>
                <a:cubicBezTo>
                  <a:pt x="2379" y="162"/>
                  <a:pt x="2376" y="164"/>
                  <a:pt x="2374" y="164"/>
                </a:cubicBezTo>
                <a:cubicBezTo>
                  <a:pt x="2373" y="164"/>
                  <a:pt x="2372" y="163"/>
                  <a:pt x="2371" y="162"/>
                </a:cubicBezTo>
                <a:cubicBezTo>
                  <a:pt x="2370" y="162"/>
                  <a:pt x="2369" y="161"/>
                  <a:pt x="2368" y="159"/>
                </a:cubicBezTo>
                <a:cubicBezTo>
                  <a:pt x="2367" y="158"/>
                  <a:pt x="2366" y="156"/>
                  <a:pt x="2366" y="154"/>
                </a:cubicBezTo>
                <a:cubicBezTo>
                  <a:pt x="2366" y="152"/>
                  <a:pt x="2366" y="150"/>
                  <a:pt x="2366" y="147"/>
                </a:cubicBezTo>
                <a:cubicBezTo>
                  <a:pt x="2366" y="143"/>
                  <a:pt x="2366" y="140"/>
                  <a:pt x="2367" y="137"/>
                </a:cubicBezTo>
                <a:cubicBezTo>
                  <a:pt x="2367" y="135"/>
                  <a:pt x="2369" y="133"/>
                  <a:pt x="2371" y="130"/>
                </a:cubicBezTo>
                <a:cubicBezTo>
                  <a:pt x="2373" y="128"/>
                  <a:pt x="2377" y="125"/>
                  <a:pt x="2383" y="123"/>
                </a:cubicBezTo>
                <a:cubicBezTo>
                  <a:pt x="2388" y="120"/>
                  <a:pt x="2395" y="117"/>
                  <a:pt x="2402" y="115"/>
                </a:cubicBezTo>
                <a:cubicBezTo>
                  <a:pt x="2409" y="112"/>
                  <a:pt x="2417" y="110"/>
                  <a:pt x="2426" y="109"/>
                </a:cubicBezTo>
                <a:cubicBezTo>
                  <a:pt x="2434" y="107"/>
                  <a:pt x="2443" y="106"/>
                  <a:pt x="2451" y="106"/>
                </a:cubicBezTo>
                <a:moveTo>
                  <a:pt x="2296" y="106"/>
                </a:moveTo>
                <a:cubicBezTo>
                  <a:pt x="2298" y="106"/>
                  <a:pt x="2301" y="106"/>
                  <a:pt x="2304" y="106"/>
                </a:cubicBezTo>
                <a:cubicBezTo>
                  <a:pt x="2306" y="107"/>
                  <a:pt x="2309" y="107"/>
                  <a:pt x="2312" y="108"/>
                </a:cubicBezTo>
                <a:cubicBezTo>
                  <a:pt x="2315" y="109"/>
                  <a:pt x="2318" y="109"/>
                  <a:pt x="2321" y="110"/>
                </a:cubicBezTo>
                <a:cubicBezTo>
                  <a:pt x="2323" y="111"/>
                  <a:pt x="2324" y="112"/>
                  <a:pt x="2326" y="113"/>
                </a:cubicBezTo>
                <a:cubicBezTo>
                  <a:pt x="2327" y="113"/>
                  <a:pt x="2327" y="115"/>
                  <a:pt x="2328" y="115"/>
                </a:cubicBezTo>
                <a:cubicBezTo>
                  <a:pt x="2328" y="116"/>
                  <a:pt x="2328" y="117"/>
                  <a:pt x="2328" y="118"/>
                </a:cubicBezTo>
                <a:cubicBezTo>
                  <a:pt x="2329" y="119"/>
                  <a:pt x="2329" y="121"/>
                  <a:pt x="2329" y="123"/>
                </a:cubicBezTo>
                <a:cubicBezTo>
                  <a:pt x="2329" y="125"/>
                  <a:pt x="2329" y="129"/>
                  <a:pt x="2329" y="133"/>
                </a:cubicBezTo>
                <a:cubicBezTo>
                  <a:pt x="2329" y="136"/>
                  <a:pt x="2329" y="139"/>
                  <a:pt x="2329" y="142"/>
                </a:cubicBezTo>
                <a:cubicBezTo>
                  <a:pt x="2329" y="144"/>
                  <a:pt x="2328" y="146"/>
                  <a:pt x="2328" y="148"/>
                </a:cubicBezTo>
                <a:cubicBezTo>
                  <a:pt x="2327" y="149"/>
                  <a:pt x="2327" y="150"/>
                  <a:pt x="2326" y="151"/>
                </a:cubicBezTo>
                <a:cubicBezTo>
                  <a:pt x="2325" y="152"/>
                  <a:pt x="2324" y="152"/>
                  <a:pt x="2323" y="152"/>
                </a:cubicBezTo>
                <a:cubicBezTo>
                  <a:pt x="2322" y="152"/>
                  <a:pt x="2320" y="152"/>
                  <a:pt x="2318" y="151"/>
                </a:cubicBezTo>
                <a:cubicBezTo>
                  <a:pt x="2316" y="150"/>
                  <a:pt x="2314" y="149"/>
                  <a:pt x="2311" y="149"/>
                </a:cubicBezTo>
                <a:cubicBezTo>
                  <a:pt x="2309" y="148"/>
                  <a:pt x="2306" y="147"/>
                  <a:pt x="2303" y="147"/>
                </a:cubicBezTo>
                <a:cubicBezTo>
                  <a:pt x="2300" y="146"/>
                  <a:pt x="2297" y="146"/>
                  <a:pt x="2293" y="146"/>
                </a:cubicBezTo>
                <a:cubicBezTo>
                  <a:pt x="2289" y="146"/>
                  <a:pt x="2285" y="146"/>
                  <a:pt x="2281" y="148"/>
                </a:cubicBezTo>
                <a:cubicBezTo>
                  <a:pt x="2277" y="150"/>
                  <a:pt x="2273" y="153"/>
                  <a:pt x="2268" y="157"/>
                </a:cubicBezTo>
                <a:cubicBezTo>
                  <a:pt x="2264" y="160"/>
                  <a:pt x="2259" y="165"/>
                  <a:pt x="2254" y="172"/>
                </a:cubicBezTo>
                <a:cubicBezTo>
                  <a:pt x="2249" y="178"/>
                  <a:pt x="2244" y="186"/>
                  <a:pt x="2238" y="195"/>
                </a:cubicBezTo>
                <a:lnTo>
                  <a:pt x="2238" y="346"/>
                </a:lnTo>
                <a:cubicBezTo>
                  <a:pt x="2238" y="347"/>
                  <a:pt x="2238" y="348"/>
                  <a:pt x="2237" y="349"/>
                </a:cubicBezTo>
                <a:cubicBezTo>
                  <a:pt x="2236" y="350"/>
                  <a:pt x="2235" y="350"/>
                  <a:pt x="2234" y="351"/>
                </a:cubicBezTo>
                <a:cubicBezTo>
                  <a:pt x="2232" y="352"/>
                  <a:pt x="2230" y="353"/>
                  <a:pt x="2227" y="353"/>
                </a:cubicBezTo>
                <a:cubicBezTo>
                  <a:pt x="2225" y="353"/>
                  <a:pt x="2221" y="353"/>
                  <a:pt x="2217" y="353"/>
                </a:cubicBezTo>
                <a:cubicBezTo>
                  <a:pt x="2213" y="353"/>
                  <a:pt x="2210" y="353"/>
                  <a:pt x="2207" y="353"/>
                </a:cubicBezTo>
                <a:cubicBezTo>
                  <a:pt x="2205" y="353"/>
                  <a:pt x="2202" y="352"/>
                  <a:pt x="2201" y="351"/>
                </a:cubicBezTo>
                <a:cubicBezTo>
                  <a:pt x="2199" y="350"/>
                  <a:pt x="2198" y="350"/>
                  <a:pt x="2197" y="349"/>
                </a:cubicBezTo>
                <a:cubicBezTo>
                  <a:pt x="2197" y="348"/>
                  <a:pt x="2196" y="347"/>
                  <a:pt x="2196" y="346"/>
                </a:cubicBezTo>
                <a:lnTo>
                  <a:pt x="2196" y="117"/>
                </a:lnTo>
                <a:cubicBezTo>
                  <a:pt x="2196" y="116"/>
                  <a:pt x="2197" y="115"/>
                  <a:pt x="2197" y="114"/>
                </a:cubicBezTo>
                <a:cubicBezTo>
                  <a:pt x="2198" y="113"/>
                  <a:pt x="2199" y="112"/>
                  <a:pt x="2200" y="112"/>
                </a:cubicBezTo>
                <a:cubicBezTo>
                  <a:pt x="2202" y="111"/>
                  <a:pt x="2204" y="110"/>
                  <a:pt x="2206" y="110"/>
                </a:cubicBezTo>
                <a:cubicBezTo>
                  <a:pt x="2208" y="110"/>
                  <a:pt x="2212" y="110"/>
                  <a:pt x="2215" y="110"/>
                </a:cubicBezTo>
                <a:cubicBezTo>
                  <a:pt x="2219" y="110"/>
                  <a:pt x="2222" y="110"/>
                  <a:pt x="2225" y="110"/>
                </a:cubicBezTo>
                <a:cubicBezTo>
                  <a:pt x="2227" y="110"/>
                  <a:pt x="2229" y="111"/>
                  <a:pt x="2230" y="112"/>
                </a:cubicBezTo>
                <a:cubicBezTo>
                  <a:pt x="2232" y="112"/>
                  <a:pt x="2233" y="113"/>
                  <a:pt x="2233" y="114"/>
                </a:cubicBezTo>
                <a:cubicBezTo>
                  <a:pt x="2234" y="115"/>
                  <a:pt x="2234" y="116"/>
                  <a:pt x="2234" y="117"/>
                </a:cubicBezTo>
                <a:lnTo>
                  <a:pt x="2234" y="151"/>
                </a:lnTo>
                <a:cubicBezTo>
                  <a:pt x="2240" y="141"/>
                  <a:pt x="2246" y="134"/>
                  <a:pt x="2251" y="128"/>
                </a:cubicBezTo>
                <a:cubicBezTo>
                  <a:pt x="2257" y="123"/>
                  <a:pt x="2262" y="118"/>
                  <a:pt x="2267" y="115"/>
                </a:cubicBezTo>
                <a:cubicBezTo>
                  <a:pt x="2272" y="112"/>
                  <a:pt x="2277" y="109"/>
                  <a:pt x="2282" y="108"/>
                </a:cubicBezTo>
                <a:cubicBezTo>
                  <a:pt x="2286" y="107"/>
                  <a:pt x="2291" y="106"/>
                  <a:pt x="2296" y="106"/>
                </a:cubicBezTo>
                <a:moveTo>
                  <a:pt x="776" y="106"/>
                </a:moveTo>
                <a:cubicBezTo>
                  <a:pt x="782" y="106"/>
                  <a:pt x="788" y="107"/>
                  <a:pt x="794" y="108"/>
                </a:cubicBezTo>
                <a:cubicBezTo>
                  <a:pt x="801" y="109"/>
                  <a:pt x="806" y="110"/>
                  <a:pt x="811" y="111"/>
                </a:cubicBezTo>
                <a:cubicBezTo>
                  <a:pt x="816" y="113"/>
                  <a:pt x="820" y="115"/>
                  <a:pt x="823" y="116"/>
                </a:cubicBezTo>
                <a:cubicBezTo>
                  <a:pt x="827" y="118"/>
                  <a:pt x="829" y="120"/>
                  <a:pt x="831" y="121"/>
                </a:cubicBezTo>
                <a:cubicBezTo>
                  <a:pt x="833" y="122"/>
                  <a:pt x="834" y="124"/>
                  <a:pt x="835" y="124"/>
                </a:cubicBezTo>
                <a:cubicBezTo>
                  <a:pt x="835" y="125"/>
                  <a:pt x="836" y="127"/>
                  <a:pt x="836" y="128"/>
                </a:cubicBezTo>
                <a:cubicBezTo>
                  <a:pt x="836" y="129"/>
                  <a:pt x="836" y="131"/>
                  <a:pt x="837" y="133"/>
                </a:cubicBezTo>
                <a:cubicBezTo>
                  <a:pt x="837" y="135"/>
                  <a:pt x="837" y="137"/>
                  <a:pt x="837" y="140"/>
                </a:cubicBezTo>
                <a:cubicBezTo>
                  <a:pt x="837" y="142"/>
                  <a:pt x="837" y="145"/>
                  <a:pt x="837" y="147"/>
                </a:cubicBezTo>
                <a:cubicBezTo>
                  <a:pt x="836" y="149"/>
                  <a:pt x="836" y="151"/>
                  <a:pt x="836" y="152"/>
                </a:cubicBezTo>
                <a:cubicBezTo>
                  <a:pt x="835" y="153"/>
                  <a:pt x="834" y="154"/>
                  <a:pt x="834" y="155"/>
                </a:cubicBezTo>
                <a:cubicBezTo>
                  <a:pt x="833" y="155"/>
                  <a:pt x="832" y="156"/>
                  <a:pt x="831" y="156"/>
                </a:cubicBezTo>
                <a:cubicBezTo>
                  <a:pt x="829" y="156"/>
                  <a:pt x="827" y="155"/>
                  <a:pt x="824" y="153"/>
                </a:cubicBezTo>
                <a:cubicBezTo>
                  <a:pt x="821" y="151"/>
                  <a:pt x="818" y="149"/>
                  <a:pt x="813" y="147"/>
                </a:cubicBezTo>
                <a:cubicBezTo>
                  <a:pt x="809" y="145"/>
                  <a:pt x="803" y="143"/>
                  <a:pt x="797" y="141"/>
                </a:cubicBezTo>
                <a:cubicBezTo>
                  <a:pt x="791" y="139"/>
                  <a:pt x="784" y="139"/>
                  <a:pt x="776" y="139"/>
                </a:cubicBezTo>
                <a:cubicBezTo>
                  <a:pt x="769" y="139"/>
                  <a:pt x="763" y="139"/>
                  <a:pt x="757" y="141"/>
                </a:cubicBezTo>
                <a:cubicBezTo>
                  <a:pt x="752" y="142"/>
                  <a:pt x="748" y="145"/>
                  <a:pt x="744" y="148"/>
                </a:cubicBezTo>
                <a:cubicBezTo>
                  <a:pt x="740" y="151"/>
                  <a:pt x="738" y="154"/>
                  <a:pt x="736" y="158"/>
                </a:cubicBezTo>
                <a:cubicBezTo>
                  <a:pt x="734" y="162"/>
                  <a:pt x="733" y="166"/>
                  <a:pt x="733" y="171"/>
                </a:cubicBezTo>
                <a:cubicBezTo>
                  <a:pt x="733" y="178"/>
                  <a:pt x="735" y="183"/>
                  <a:pt x="739" y="188"/>
                </a:cubicBezTo>
                <a:cubicBezTo>
                  <a:pt x="742" y="192"/>
                  <a:pt x="746" y="196"/>
                  <a:pt x="752" y="200"/>
                </a:cubicBezTo>
                <a:cubicBezTo>
                  <a:pt x="757" y="203"/>
                  <a:pt x="763" y="206"/>
                  <a:pt x="770" y="209"/>
                </a:cubicBezTo>
                <a:cubicBezTo>
                  <a:pt x="777" y="211"/>
                  <a:pt x="784" y="214"/>
                  <a:pt x="791" y="217"/>
                </a:cubicBezTo>
                <a:cubicBezTo>
                  <a:pt x="798" y="220"/>
                  <a:pt x="805" y="223"/>
                  <a:pt x="812" y="226"/>
                </a:cubicBezTo>
                <a:cubicBezTo>
                  <a:pt x="820" y="230"/>
                  <a:pt x="825" y="234"/>
                  <a:pt x="831" y="239"/>
                </a:cubicBezTo>
                <a:cubicBezTo>
                  <a:pt x="836" y="244"/>
                  <a:pt x="841" y="250"/>
                  <a:pt x="844" y="257"/>
                </a:cubicBezTo>
                <a:cubicBezTo>
                  <a:pt x="847" y="264"/>
                  <a:pt x="849" y="273"/>
                  <a:pt x="849" y="283"/>
                </a:cubicBezTo>
                <a:cubicBezTo>
                  <a:pt x="849" y="295"/>
                  <a:pt x="847" y="306"/>
                  <a:pt x="842" y="315"/>
                </a:cubicBezTo>
                <a:cubicBezTo>
                  <a:pt x="838" y="324"/>
                  <a:pt x="832" y="331"/>
                  <a:pt x="824" y="338"/>
                </a:cubicBezTo>
                <a:cubicBezTo>
                  <a:pt x="816" y="344"/>
                  <a:pt x="807" y="349"/>
                  <a:pt x="796" y="352"/>
                </a:cubicBezTo>
                <a:cubicBezTo>
                  <a:pt x="785" y="355"/>
                  <a:pt x="773" y="356"/>
                  <a:pt x="760" y="356"/>
                </a:cubicBezTo>
                <a:cubicBezTo>
                  <a:pt x="752" y="356"/>
                  <a:pt x="744" y="356"/>
                  <a:pt x="737" y="355"/>
                </a:cubicBezTo>
                <a:cubicBezTo>
                  <a:pt x="730" y="353"/>
                  <a:pt x="723" y="352"/>
                  <a:pt x="717" y="350"/>
                </a:cubicBezTo>
                <a:cubicBezTo>
                  <a:pt x="711" y="348"/>
                  <a:pt x="706" y="346"/>
                  <a:pt x="702" y="344"/>
                </a:cubicBezTo>
                <a:cubicBezTo>
                  <a:pt x="698" y="342"/>
                  <a:pt x="695" y="340"/>
                  <a:pt x="694" y="338"/>
                </a:cubicBezTo>
                <a:cubicBezTo>
                  <a:pt x="692" y="336"/>
                  <a:pt x="690" y="334"/>
                  <a:pt x="689" y="331"/>
                </a:cubicBezTo>
                <a:cubicBezTo>
                  <a:pt x="689" y="328"/>
                  <a:pt x="688" y="324"/>
                  <a:pt x="688" y="319"/>
                </a:cubicBezTo>
                <a:cubicBezTo>
                  <a:pt x="688" y="316"/>
                  <a:pt x="688" y="313"/>
                  <a:pt x="689" y="311"/>
                </a:cubicBezTo>
                <a:cubicBezTo>
                  <a:pt x="689" y="308"/>
                  <a:pt x="689" y="307"/>
                  <a:pt x="690" y="305"/>
                </a:cubicBezTo>
                <a:cubicBezTo>
                  <a:pt x="690" y="304"/>
                  <a:pt x="691" y="303"/>
                  <a:pt x="692" y="302"/>
                </a:cubicBezTo>
                <a:cubicBezTo>
                  <a:pt x="693" y="302"/>
                  <a:pt x="694" y="301"/>
                  <a:pt x="695" y="301"/>
                </a:cubicBezTo>
                <a:cubicBezTo>
                  <a:pt x="697" y="301"/>
                  <a:pt x="700" y="303"/>
                  <a:pt x="703" y="305"/>
                </a:cubicBezTo>
                <a:cubicBezTo>
                  <a:pt x="707" y="307"/>
                  <a:pt x="712" y="310"/>
                  <a:pt x="717" y="312"/>
                </a:cubicBezTo>
                <a:cubicBezTo>
                  <a:pt x="722" y="315"/>
                  <a:pt x="728" y="318"/>
                  <a:pt x="736" y="320"/>
                </a:cubicBezTo>
                <a:cubicBezTo>
                  <a:pt x="743" y="322"/>
                  <a:pt x="751" y="323"/>
                  <a:pt x="761" y="323"/>
                </a:cubicBezTo>
                <a:cubicBezTo>
                  <a:pt x="768" y="323"/>
                  <a:pt x="774" y="323"/>
                  <a:pt x="780" y="321"/>
                </a:cubicBezTo>
                <a:cubicBezTo>
                  <a:pt x="785" y="319"/>
                  <a:pt x="791" y="317"/>
                  <a:pt x="794" y="314"/>
                </a:cubicBezTo>
                <a:cubicBezTo>
                  <a:pt x="799" y="311"/>
                  <a:pt x="802" y="308"/>
                  <a:pt x="804" y="303"/>
                </a:cubicBezTo>
                <a:cubicBezTo>
                  <a:pt x="806" y="299"/>
                  <a:pt x="808" y="293"/>
                  <a:pt x="808" y="286"/>
                </a:cubicBezTo>
                <a:cubicBezTo>
                  <a:pt x="808" y="280"/>
                  <a:pt x="806" y="274"/>
                  <a:pt x="803" y="270"/>
                </a:cubicBezTo>
                <a:cubicBezTo>
                  <a:pt x="799" y="266"/>
                  <a:pt x="795" y="262"/>
                  <a:pt x="790" y="258"/>
                </a:cubicBezTo>
                <a:cubicBezTo>
                  <a:pt x="785" y="255"/>
                  <a:pt x="778" y="252"/>
                  <a:pt x="772" y="249"/>
                </a:cubicBezTo>
                <a:cubicBezTo>
                  <a:pt x="765" y="247"/>
                  <a:pt x="758" y="244"/>
                  <a:pt x="751" y="241"/>
                </a:cubicBezTo>
                <a:cubicBezTo>
                  <a:pt x="744" y="238"/>
                  <a:pt x="737" y="235"/>
                  <a:pt x="730" y="231"/>
                </a:cubicBezTo>
                <a:cubicBezTo>
                  <a:pt x="723" y="228"/>
                  <a:pt x="717" y="223"/>
                  <a:pt x="712" y="218"/>
                </a:cubicBezTo>
                <a:cubicBezTo>
                  <a:pt x="706" y="213"/>
                  <a:pt x="702" y="207"/>
                  <a:pt x="698" y="200"/>
                </a:cubicBezTo>
                <a:cubicBezTo>
                  <a:pt x="695" y="192"/>
                  <a:pt x="694" y="184"/>
                  <a:pt x="694" y="173"/>
                </a:cubicBezTo>
                <a:cubicBezTo>
                  <a:pt x="694" y="165"/>
                  <a:pt x="695" y="156"/>
                  <a:pt x="699" y="148"/>
                </a:cubicBezTo>
                <a:cubicBezTo>
                  <a:pt x="702" y="140"/>
                  <a:pt x="708" y="133"/>
                  <a:pt x="714" y="127"/>
                </a:cubicBezTo>
                <a:cubicBezTo>
                  <a:pt x="721" y="120"/>
                  <a:pt x="730" y="115"/>
                  <a:pt x="740" y="112"/>
                </a:cubicBezTo>
                <a:cubicBezTo>
                  <a:pt x="751" y="108"/>
                  <a:pt x="763" y="106"/>
                  <a:pt x="776" y="106"/>
                </a:cubicBezTo>
                <a:moveTo>
                  <a:pt x="535" y="106"/>
                </a:moveTo>
                <a:cubicBezTo>
                  <a:pt x="554" y="106"/>
                  <a:pt x="570" y="109"/>
                  <a:pt x="584" y="115"/>
                </a:cubicBezTo>
                <a:cubicBezTo>
                  <a:pt x="598" y="120"/>
                  <a:pt x="610" y="128"/>
                  <a:pt x="619" y="139"/>
                </a:cubicBezTo>
                <a:cubicBezTo>
                  <a:pt x="628" y="149"/>
                  <a:pt x="635" y="162"/>
                  <a:pt x="640" y="177"/>
                </a:cubicBezTo>
                <a:cubicBezTo>
                  <a:pt x="644" y="192"/>
                  <a:pt x="647" y="209"/>
                  <a:pt x="647" y="228"/>
                </a:cubicBezTo>
                <a:cubicBezTo>
                  <a:pt x="647" y="247"/>
                  <a:pt x="644" y="264"/>
                  <a:pt x="639" y="280"/>
                </a:cubicBezTo>
                <a:cubicBezTo>
                  <a:pt x="634" y="296"/>
                  <a:pt x="627" y="310"/>
                  <a:pt x="617" y="321"/>
                </a:cubicBezTo>
                <a:cubicBezTo>
                  <a:pt x="608" y="332"/>
                  <a:pt x="595" y="341"/>
                  <a:pt x="581" y="347"/>
                </a:cubicBezTo>
                <a:cubicBezTo>
                  <a:pt x="567" y="353"/>
                  <a:pt x="550" y="356"/>
                  <a:pt x="531" y="356"/>
                </a:cubicBezTo>
                <a:cubicBezTo>
                  <a:pt x="512" y="356"/>
                  <a:pt x="496" y="354"/>
                  <a:pt x="482" y="348"/>
                </a:cubicBezTo>
                <a:cubicBezTo>
                  <a:pt x="468" y="343"/>
                  <a:pt x="456" y="335"/>
                  <a:pt x="447" y="324"/>
                </a:cubicBezTo>
                <a:cubicBezTo>
                  <a:pt x="438" y="313"/>
                  <a:pt x="431" y="301"/>
                  <a:pt x="427" y="285"/>
                </a:cubicBezTo>
                <a:cubicBezTo>
                  <a:pt x="422" y="269"/>
                  <a:pt x="419" y="252"/>
                  <a:pt x="419" y="233"/>
                </a:cubicBezTo>
                <a:cubicBezTo>
                  <a:pt x="419" y="214"/>
                  <a:pt x="422" y="197"/>
                  <a:pt x="427" y="182"/>
                </a:cubicBezTo>
                <a:cubicBezTo>
                  <a:pt x="431" y="166"/>
                  <a:pt x="439" y="153"/>
                  <a:pt x="448" y="142"/>
                </a:cubicBezTo>
                <a:cubicBezTo>
                  <a:pt x="458" y="130"/>
                  <a:pt x="470" y="122"/>
                  <a:pt x="485" y="116"/>
                </a:cubicBezTo>
                <a:cubicBezTo>
                  <a:pt x="499" y="109"/>
                  <a:pt x="516" y="106"/>
                  <a:pt x="535" y="106"/>
                </a:cubicBezTo>
                <a:moveTo>
                  <a:pt x="4967" y="49"/>
                </a:moveTo>
                <a:cubicBezTo>
                  <a:pt x="4971" y="49"/>
                  <a:pt x="4974" y="49"/>
                  <a:pt x="4977" y="49"/>
                </a:cubicBezTo>
                <a:cubicBezTo>
                  <a:pt x="4980" y="50"/>
                  <a:pt x="4982" y="50"/>
                  <a:pt x="4984" y="51"/>
                </a:cubicBezTo>
                <a:cubicBezTo>
                  <a:pt x="4985" y="52"/>
                  <a:pt x="4986" y="53"/>
                  <a:pt x="4987" y="54"/>
                </a:cubicBezTo>
                <a:cubicBezTo>
                  <a:pt x="4988" y="55"/>
                  <a:pt x="4988" y="56"/>
                  <a:pt x="4988" y="57"/>
                </a:cubicBezTo>
                <a:lnTo>
                  <a:pt x="4988" y="111"/>
                </a:lnTo>
                <a:lnTo>
                  <a:pt x="5046" y="111"/>
                </a:lnTo>
                <a:cubicBezTo>
                  <a:pt x="5047" y="111"/>
                  <a:pt x="5049" y="111"/>
                  <a:pt x="5050" y="112"/>
                </a:cubicBezTo>
                <a:cubicBezTo>
                  <a:pt x="5051" y="112"/>
                  <a:pt x="5052" y="113"/>
                  <a:pt x="5052" y="115"/>
                </a:cubicBezTo>
                <a:cubicBezTo>
                  <a:pt x="5053" y="116"/>
                  <a:pt x="5053" y="118"/>
                  <a:pt x="5054" y="120"/>
                </a:cubicBezTo>
                <a:cubicBezTo>
                  <a:pt x="5054" y="123"/>
                  <a:pt x="5055" y="125"/>
                  <a:pt x="5055" y="128"/>
                </a:cubicBezTo>
                <a:cubicBezTo>
                  <a:pt x="5055" y="134"/>
                  <a:pt x="5054" y="139"/>
                  <a:pt x="5052" y="141"/>
                </a:cubicBezTo>
                <a:cubicBezTo>
                  <a:pt x="5051" y="144"/>
                  <a:pt x="5049" y="146"/>
                  <a:pt x="5046" y="146"/>
                </a:cubicBezTo>
                <a:lnTo>
                  <a:pt x="4988" y="146"/>
                </a:lnTo>
                <a:lnTo>
                  <a:pt x="4988" y="272"/>
                </a:lnTo>
                <a:cubicBezTo>
                  <a:pt x="4988" y="288"/>
                  <a:pt x="4990" y="300"/>
                  <a:pt x="4995" y="308"/>
                </a:cubicBezTo>
                <a:cubicBezTo>
                  <a:pt x="5000" y="317"/>
                  <a:pt x="5008" y="320"/>
                  <a:pt x="5020" y="320"/>
                </a:cubicBezTo>
                <a:cubicBezTo>
                  <a:pt x="5023" y="320"/>
                  <a:pt x="5027" y="320"/>
                  <a:pt x="5030" y="319"/>
                </a:cubicBezTo>
                <a:cubicBezTo>
                  <a:pt x="5033" y="319"/>
                  <a:pt x="5036" y="318"/>
                  <a:pt x="5038" y="317"/>
                </a:cubicBezTo>
                <a:cubicBezTo>
                  <a:pt x="5040" y="316"/>
                  <a:pt x="5043" y="315"/>
                  <a:pt x="5044" y="314"/>
                </a:cubicBezTo>
                <a:cubicBezTo>
                  <a:pt x="5046" y="314"/>
                  <a:pt x="5047" y="313"/>
                  <a:pt x="5049" y="313"/>
                </a:cubicBezTo>
                <a:cubicBezTo>
                  <a:pt x="5050" y="313"/>
                  <a:pt x="5050" y="314"/>
                  <a:pt x="5051" y="314"/>
                </a:cubicBezTo>
                <a:cubicBezTo>
                  <a:pt x="5052" y="314"/>
                  <a:pt x="5052" y="315"/>
                  <a:pt x="5053" y="317"/>
                </a:cubicBezTo>
                <a:cubicBezTo>
                  <a:pt x="5053" y="318"/>
                  <a:pt x="5053" y="319"/>
                  <a:pt x="5054" y="321"/>
                </a:cubicBezTo>
                <a:cubicBezTo>
                  <a:pt x="5054" y="323"/>
                  <a:pt x="5055" y="326"/>
                  <a:pt x="5055" y="329"/>
                </a:cubicBezTo>
                <a:cubicBezTo>
                  <a:pt x="5055" y="334"/>
                  <a:pt x="5054" y="337"/>
                  <a:pt x="5053" y="341"/>
                </a:cubicBezTo>
                <a:cubicBezTo>
                  <a:pt x="5053" y="343"/>
                  <a:pt x="5052" y="346"/>
                  <a:pt x="5050" y="347"/>
                </a:cubicBezTo>
                <a:cubicBezTo>
                  <a:pt x="5049" y="348"/>
                  <a:pt x="5047" y="349"/>
                  <a:pt x="5044" y="350"/>
                </a:cubicBezTo>
                <a:cubicBezTo>
                  <a:pt x="5042" y="352"/>
                  <a:pt x="5039" y="353"/>
                  <a:pt x="5035" y="353"/>
                </a:cubicBezTo>
                <a:cubicBezTo>
                  <a:pt x="5032" y="354"/>
                  <a:pt x="5028" y="355"/>
                  <a:pt x="5024" y="355"/>
                </a:cubicBezTo>
                <a:cubicBezTo>
                  <a:pt x="5020" y="356"/>
                  <a:pt x="5016" y="356"/>
                  <a:pt x="5013" y="356"/>
                </a:cubicBezTo>
                <a:cubicBezTo>
                  <a:pt x="5001" y="356"/>
                  <a:pt x="4991" y="354"/>
                  <a:pt x="4982" y="352"/>
                </a:cubicBezTo>
                <a:cubicBezTo>
                  <a:pt x="4974" y="348"/>
                  <a:pt x="4967" y="343"/>
                  <a:pt x="4962" y="337"/>
                </a:cubicBezTo>
                <a:cubicBezTo>
                  <a:pt x="4956" y="331"/>
                  <a:pt x="4952" y="323"/>
                  <a:pt x="4950" y="313"/>
                </a:cubicBezTo>
                <a:cubicBezTo>
                  <a:pt x="4948" y="304"/>
                  <a:pt x="4946" y="292"/>
                  <a:pt x="4946" y="278"/>
                </a:cubicBezTo>
                <a:lnTo>
                  <a:pt x="4946" y="146"/>
                </a:lnTo>
                <a:lnTo>
                  <a:pt x="4914" y="146"/>
                </a:lnTo>
                <a:cubicBezTo>
                  <a:pt x="4912" y="146"/>
                  <a:pt x="4910" y="144"/>
                  <a:pt x="4908" y="141"/>
                </a:cubicBezTo>
                <a:cubicBezTo>
                  <a:pt x="4907" y="139"/>
                  <a:pt x="4906" y="134"/>
                  <a:pt x="4906" y="128"/>
                </a:cubicBezTo>
                <a:cubicBezTo>
                  <a:pt x="4906" y="125"/>
                  <a:pt x="4906" y="123"/>
                  <a:pt x="4907" y="120"/>
                </a:cubicBezTo>
                <a:cubicBezTo>
                  <a:pt x="4907" y="118"/>
                  <a:pt x="4908" y="116"/>
                  <a:pt x="4908" y="115"/>
                </a:cubicBezTo>
                <a:cubicBezTo>
                  <a:pt x="4909" y="113"/>
                  <a:pt x="4910" y="112"/>
                  <a:pt x="4911" y="112"/>
                </a:cubicBezTo>
                <a:cubicBezTo>
                  <a:pt x="4912" y="111"/>
                  <a:pt x="4913" y="111"/>
                  <a:pt x="4915" y="111"/>
                </a:cubicBezTo>
                <a:lnTo>
                  <a:pt x="4946" y="111"/>
                </a:lnTo>
                <a:lnTo>
                  <a:pt x="4946" y="57"/>
                </a:lnTo>
                <a:cubicBezTo>
                  <a:pt x="4946" y="56"/>
                  <a:pt x="4947" y="55"/>
                  <a:pt x="4947" y="54"/>
                </a:cubicBezTo>
                <a:cubicBezTo>
                  <a:pt x="4948" y="53"/>
                  <a:pt x="4949" y="52"/>
                  <a:pt x="4950" y="51"/>
                </a:cubicBezTo>
                <a:cubicBezTo>
                  <a:pt x="4952" y="50"/>
                  <a:pt x="4954" y="50"/>
                  <a:pt x="4957" y="49"/>
                </a:cubicBezTo>
                <a:cubicBezTo>
                  <a:pt x="4960" y="49"/>
                  <a:pt x="4963" y="49"/>
                  <a:pt x="4967" y="49"/>
                </a:cubicBezTo>
                <a:moveTo>
                  <a:pt x="2054" y="49"/>
                </a:moveTo>
                <a:cubicBezTo>
                  <a:pt x="2058" y="49"/>
                  <a:pt x="2061" y="49"/>
                  <a:pt x="2064" y="49"/>
                </a:cubicBezTo>
                <a:cubicBezTo>
                  <a:pt x="2067" y="50"/>
                  <a:pt x="2069" y="50"/>
                  <a:pt x="2070" y="51"/>
                </a:cubicBezTo>
                <a:cubicBezTo>
                  <a:pt x="2072" y="52"/>
                  <a:pt x="2073" y="53"/>
                  <a:pt x="2073" y="54"/>
                </a:cubicBezTo>
                <a:cubicBezTo>
                  <a:pt x="2074" y="55"/>
                  <a:pt x="2074" y="56"/>
                  <a:pt x="2074" y="57"/>
                </a:cubicBezTo>
                <a:lnTo>
                  <a:pt x="2074" y="111"/>
                </a:lnTo>
                <a:lnTo>
                  <a:pt x="2133" y="111"/>
                </a:lnTo>
                <a:cubicBezTo>
                  <a:pt x="2134" y="111"/>
                  <a:pt x="2135" y="111"/>
                  <a:pt x="2136" y="112"/>
                </a:cubicBezTo>
                <a:cubicBezTo>
                  <a:pt x="2137" y="112"/>
                  <a:pt x="2138" y="113"/>
                  <a:pt x="2139" y="115"/>
                </a:cubicBezTo>
                <a:cubicBezTo>
                  <a:pt x="2140" y="116"/>
                  <a:pt x="2140" y="118"/>
                  <a:pt x="2140" y="120"/>
                </a:cubicBezTo>
                <a:cubicBezTo>
                  <a:pt x="2141" y="123"/>
                  <a:pt x="2141" y="125"/>
                  <a:pt x="2141" y="128"/>
                </a:cubicBezTo>
                <a:cubicBezTo>
                  <a:pt x="2141" y="134"/>
                  <a:pt x="2140" y="139"/>
                  <a:pt x="2139" y="141"/>
                </a:cubicBezTo>
                <a:cubicBezTo>
                  <a:pt x="2137" y="144"/>
                  <a:pt x="2135" y="146"/>
                  <a:pt x="2133" y="146"/>
                </a:cubicBezTo>
                <a:lnTo>
                  <a:pt x="2074" y="146"/>
                </a:lnTo>
                <a:lnTo>
                  <a:pt x="2074" y="272"/>
                </a:lnTo>
                <a:cubicBezTo>
                  <a:pt x="2074" y="288"/>
                  <a:pt x="2077" y="300"/>
                  <a:pt x="2081" y="308"/>
                </a:cubicBezTo>
                <a:cubicBezTo>
                  <a:pt x="2086" y="317"/>
                  <a:pt x="2094" y="320"/>
                  <a:pt x="2106" y="320"/>
                </a:cubicBezTo>
                <a:cubicBezTo>
                  <a:pt x="2110" y="320"/>
                  <a:pt x="2113" y="320"/>
                  <a:pt x="2116" y="319"/>
                </a:cubicBezTo>
                <a:cubicBezTo>
                  <a:pt x="2119" y="319"/>
                  <a:pt x="2122" y="318"/>
                  <a:pt x="2124" y="317"/>
                </a:cubicBezTo>
                <a:cubicBezTo>
                  <a:pt x="2127" y="316"/>
                  <a:pt x="2129" y="315"/>
                  <a:pt x="2131" y="314"/>
                </a:cubicBezTo>
                <a:cubicBezTo>
                  <a:pt x="2132" y="314"/>
                  <a:pt x="2134" y="313"/>
                  <a:pt x="2135" y="313"/>
                </a:cubicBezTo>
                <a:cubicBezTo>
                  <a:pt x="2136" y="313"/>
                  <a:pt x="2137" y="314"/>
                  <a:pt x="2137" y="314"/>
                </a:cubicBezTo>
                <a:cubicBezTo>
                  <a:pt x="2138" y="314"/>
                  <a:pt x="2139" y="315"/>
                  <a:pt x="2139" y="317"/>
                </a:cubicBezTo>
                <a:cubicBezTo>
                  <a:pt x="2140" y="318"/>
                  <a:pt x="2140" y="319"/>
                  <a:pt x="2140" y="321"/>
                </a:cubicBezTo>
                <a:cubicBezTo>
                  <a:pt x="2141" y="323"/>
                  <a:pt x="2141" y="326"/>
                  <a:pt x="2141" y="329"/>
                </a:cubicBezTo>
                <a:cubicBezTo>
                  <a:pt x="2141" y="334"/>
                  <a:pt x="2141" y="337"/>
                  <a:pt x="2140" y="341"/>
                </a:cubicBezTo>
                <a:cubicBezTo>
                  <a:pt x="2139" y="343"/>
                  <a:pt x="2138" y="346"/>
                  <a:pt x="2137" y="347"/>
                </a:cubicBezTo>
                <a:cubicBezTo>
                  <a:pt x="2136" y="348"/>
                  <a:pt x="2134" y="349"/>
                  <a:pt x="2131" y="350"/>
                </a:cubicBezTo>
                <a:cubicBezTo>
                  <a:pt x="2128" y="352"/>
                  <a:pt x="2125" y="353"/>
                  <a:pt x="2122" y="353"/>
                </a:cubicBezTo>
                <a:cubicBezTo>
                  <a:pt x="2118" y="354"/>
                  <a:pt x="2115" y="355"/>
                  <a:pt x="2111" y="355"/>
                </a:cubicBezTo>
                <a:cubicBezTo>
                  <a:pt x="2107" y="356"/>
                  <a:pt x="2103" y="356"/>
                  <a:pt x="2099" y="356"/>
                </a:cubicBezTo>
                <a:cubicBezTo>
                  <a:pt x="2087" y="356"/>
                  <a:pt x="2077" y="354"/>
                  <a:pt x="2069" y="352"/>
                </a:cubicBezTo>
                <a:cubicBezTo>
                  <a:pt x="2061" y="348"/>
                  <a:pt x="2054" y="343"/>
                  <a:pt x="2048" y="337"/>
                </a:cubicBezTo>
                <a:cubicBezTo>
                  <a:pt x="2043" y="331"/>
                  <a:pt x="2039" y="323"/>
                  <a:pt x="2037" y="313"/>
                </a:cubicBezTo>
                <a:cubicBezTo>
                  <a:pt x="2034" y="304"/>
                  <a:pt x="2033" y="292"/>
                  <a:pt x="2033" y="278"/>
                </a:cubicBezTo>
                <a:lnTo>
                  <a:pt x="2033" y="146"/>
                </a:lnTo>
                <a:lnTo>
                  <a:pt x="2001" y="146"/>
                </a:lnTo>
                <a:cubicBezTo>
                  <a:pt x="1998" y="146"/>
                  <a:pt x="1996" y="144"/>
                  <a:pt x="1995" y="141"/>
                </a:cubicBezTo>
                <a:cubicBezTo>
                  <a:pt x="1994" y="139"/>
                  <a:pt x="1992" y="134"/>
                  <a:pt x="1992" y="128"/>
                </a:cubicBezTo>
                <a:cubicBezTo>
                  <a:pt x="1992" y="125"/>
                  <a:pt x="1993" y="123"/>
                  <a:pt x="1993" y="120"/>
                </a:cubicBezTo>
                <a:cubicBezTo>
                  <a:pt x="1994" y="118"/>
                  <a:pt x="1994" y="116"/>
                  <a:pt x="1995" y="115"/>
                </a:cubicBezTo>
                <a:cubicBezTo>
                  <a:pt x="1996" y="113"/>
                  <a:pt x="1996" y="112"/>
                  <a:pt x="1997" y="112"/>
                </a:cubicBezTo>
                <a:cubicBezTo>
                  <a:pt x="1999" y="111"/>
                  <a:pt x="2000" y="111"/>
                  <a:pt x="2001" y="111"/>
                </a:cubicBezTo>
                <a:lnTo>
                  <a:pt x="2033" y="111"/>
                </a:lnTo>
                <a:lnTo>
                  <a:pt x="2033" y="57"/>
                </a:lnTo>
                <a:cubicBezTo>
                  <a:pt x="2033" y="56"/>
                  <a:pt x="2033" y="55"/>
                  <a:pt x="2034" y="54"/>
                </a:cubicBezTo>
                <a:cubicBezTo>
                  <a:pt x="2034" y="53"/>
                  <a:pt x="2035" y="52"/>
                  <a:pt x="2037" y="51"/>
                </a:cubicBezTo>
                <a:cubicBezTo>
                  <a:pt x="2038" y="50"/>
                  <a:pt x="2041" y="50"/>
                  <a:pt x="2043" y="49"/>
                </a:cubicBezTo>
                <a:cubicBezTo>
                  <a:pt x="2046" y="49"/>
                  <a:pt x="2049" y="49"/>
                  <a:pt x="2054" y="49"/>
                </a:cubicBezTo>
                <a:moveTo>
                  <a:pt x="936" y="49"/>
                </a:moveTo>
                <a:cubicBezTo>
                  <a:pt x="940" y="49"/>
                  <a:pt x="943" y="49"/>
                  <a:pt x="946" y="49"/>
                </a:cubicBezTo>
                <a:cubicBezTo>
                  <a:pt x="949" y="50"/>
                  <a:pt x="951" y="50"/>
                  <a:pt x="952" y="51"/>
                </a:cubicBezTo>
                <a:cubicBezTo>
                  <a:pt x="954" y="52"/>
                  <a:pt x="955" y="53"/>
                  <a:pt x="956" y="54"/>
                </a:cubicBezTo>
                <a:cubicBezTo>
                  <a:pt x="956" y="55"/>
                  <a:pt x="957" y="56"/>
                  <a:pt x="957" y="57"/>
                </a:cubicBezTo>
                <a:lnTo>
                  <a:pt x="957" y="111"/>
                </a:lnTo>
                <a:lnTo>
                  <a:pt x="1015" y="111"/>
                </a:lnTo>
                <a:cubicBezTo>
                  <a:pt x="1016" y="111"/>
                  <a:pt x="1017" y="111"/>
                  <a:pt x="1018" y="112"/>
                </a:cubicBezTo>
                <a:cubicBezTo>
                  <a:pt x="1020" y="112"/>
                  <a:pt x="1021" y="113"/>
                  <a:pt x="1021" y="115"/>
                </a:cubicBezTo>
                <a:cubicBezTo>
                  <a:pt x="1022" y="116"/>
                  <a:pt x="1022" y="118"/>
                  <a:pt x="1023" y="120"/>
                </a:cubicBezTo>
                <a:cubicBezTo>
                  <a:pt x="1023" y="123"/>
                  <a:pt x="1023" y="125"/>
                  <a:pt x="1023" y="128"/>
                </a:cubicBezTo>
                <a:cubicBezTo>
                  <a:pt x="1023" y="134"/>
                  <a:pt x="1023" y="139"/>
                  <a:pt x="1021" y="141"/>
                </a:cubicBezTo>
                <a:cubicBezTo>
                  <a:pt x="1020" y="144"/>
                  <a:pt x="1017" y="146"/>
                  <a:pt x="1015" y="146"/>
                </a:cubicBezTo>
                <a:lnTo>
                  <a:pt x="957" y="146"/>
                </a:lnTo>
                <a:lnTo>
                  <a:pt x="957" y="272"/>
                </a:lnTo>
                <a:cubicBezTo>
                  <a:pt x="957" y="288"/>
                  <a:pt x="959" y="300"/>
                  <a:pt x="964" y="308"/>
                </a:cubicBezTo>
                <a:cubicBezTo>
                  <a:pt x="968" y="317"/>
                  <a:pt x="976" y="320"/>
                  <a:pt x="988" y="320"/>
                </a:cubicBezTo>
                <a:cubicBezTo>
                  <a:pt x="992" y="320"/>
                  <a:pt x="996" y="320"/>
                  <a:pt x="999" y="319"/>
                </a:cubicBezTo>
                <a:cubicBezTo>
                  <a:pt x="1002" y="319"/>
                  <a:pt x="1005" y="318"/>
                  <a:pt x="1007" y="317"/>
                </a:cubicBezTo>
                <a:cubicBezTo>
                  <a:pt x="1009" y="316"/>
                  <a:pt x="1011" y="315"/>
                  <a:pt x="1013" y="314"/>
                </a:cubicBezTo>
                <a:cubicBezTo>
                  <a:pt x="1015" y="314"/>
                  <a:pt x="1016" y="313"/>
                  <a:pt x="1017" y="313"/>
                </a:cubicBezTo>
                <a:cubicBezTo>
                  <a:pt x="1018" y="313"/>
                  <a:pt x="1019" y="314"/>
                  <a:pt x="1020" y="314"/>
                </a:cubicBezTo>
                <a:cubicBezTo>
                  <a:pt x="1021" y="314"/>
                  <a:pt x="1021" y="315"/>
                  <a:pt x="1022" y="317"/>
                </a:cubicBezTo>
                <a:cubicBezTo>
                  <a:pt x="1022" y="318"/>
                  <a:pt x="1022" y="319"/>
                  <a:pt x="1023" y="321"/>
                </a:cubicBezTo>
                <a:cubicBezTo>
                  <a:pt x="1023" y="323"/>
                  <a:pt x="1023" y="326"/>
                  <a:pt x="1023" y="329"/>
                </a:cubicBezTo>
                <a:cubicBezTo>
                  <a:pt x="1023" y="334"/>
                  <a:pt x="1023" y="337"/>
                  <a:pt x="1022" y="341"/>
                </a:cubicBezTo>
                <a:cubicBezTo>
                  <a:pt x="1022" y="343"/>
                  <a:pt x="1021" y="346"/>
                  <a:pt x="1019" y="347"/>
                </a:cubicBezTo>
                <a:cubicBezTo>
                  <a:pt x="1018" y="348"/>
                  <a:pt x="1016" y="349"/>
                  <a:pt x="1013" y="350"/>
                </a:cubicBezTo>
                <a:cubicBezTo>
                  <a:pt x="1011" y="352"/>
                  <a:pt x="1008" y="353"/>
                  <a:pt x="1004" y="353"/>
                </a:cubicBezTo>
                <a:cubicBezTo>
                  <a:pt x="1000" y="354"/>
                  <a:pt x="997" y="355"/>
                  <a:pt x="993" y="355"/>
                </a:cubicBezTo>
                <a:cubicBezTo>
                  <a:pt x="989" y="356"/>
                  <a:pt x="985" y="356"/>
                  <a:pt x="981" y="356"/>
                </a:cubicBezTo>
                <a:cubicBezTo>
                  <a:pt x="970" y="356"/>
                  <a:pt x="960" y="354"/>
                  <a:pt x="951" y="352"/>
                </a:cubicBezTo>
                <a:cubicBezTo>
                  <a:pt x="943" y="348"/>
                  <a:pt x="936" y="343"/>
                  <a:pt x="931" y="337"/>
                </a:cubicBezTo>
                <a:cubicBezTo>
                  <a:pt x="925" y="331"/>
                  <a:pt x="921" y="323"/>
                  <a:pt x="919" y="313"/>
                </a:cubicBezTo>
                <a:cubicBezTo>
                  <a:pt x="917" y="304"/>
                  <a:pt x="915" y="292"/>
                  <a:pt x="915" y="278"/>
                </a:cubicBezTo>
                <a:lnTo>
                  <a:pt x="915" y="146"/>
                </a:lnTo>
                <a:lnTo>
                  <a:pt x="883" y="146"/>
                </a:lnTo>
                <a:cubicBezTo>
                  <a:pt x="881" y="146"/>
                  <a:pt x="879" y="144"/>
                  <a:pt x="877" y="141"/>
                </a:cubicBezTo>
                <a:cubicBezTo>
                  <a:pt x="876" y="139"/>
                  <a:pt x="875" y="134"/>
                  <a:pt x="875" y="128"/>
                </a:cubicBezTo>
                <a:cubicBezTo>
                  <a:pt x="875" y="125"/>
                  <a:pt x="875" y="123"/>
                  <a:pt x="876" y="120"/>
                </a:cubicBezTo>
                <a:cubicBezTo>
                  <a:pt x="876" y="118"/>
                  <a:pt x="877" y="116"/>
                  <a:pt x="877" y="115"/>
                </a:cubicBezTo>
                <a:cubicBezTo>
                  <a:pt x="878" y="113"/>
                  <a:pt x="879" y="112"/>
                  <a:pt x="880" y="112"/>
                </a:cubicBezTo>
                <a:cubicBezTo>
                  <a:pt x="881" y="111"/>
                  <a:pt x="882" y="111"/>
                  <a:pt x="884" y="111"/>
                </a:cubicBezTo>
                <a:lnTo>
                  <a:pt x="915" y="111"/>
                </a:lnTo>
                <a:lnTo>
                  <a:pt x="915" y="57"/>
                </a:lnTo>
                <a:cubicBezTo>
                  <a:pt x="915" y="56"/>
                  <a:pt x="915" y="55"/>
                  <a:pt x="916" y="54"/>
                </a:cubicBezTo>
                <a:cubicBezTo>
                  <a:pt x="917" y="53"/>
                  <a:pt x="918" y="52"/>
                  <a:pt x="919" y="51"/>
                </a:cubicBezTo>
                <a:cubicBezTo>
                  <a:pt x="921" y="50"/>
                  <a:pt x="923" y="50"/>
                  <a:pt x="926" y="49"/>
                </a:cubicBezTo>
                <a:cubicBezTo>
                  <a:pt x="929" y="49"/>
                  <a:pt x="932" y="49"/>
                  <a:pt x="936" y="49"/>
                </a:cubicBezTo>
                <a:moveTo>
                  <a:pt x="1566" y="25"/>
                </a:moveTo>
                <a:lnTo>
                  <a:pt x="1720" y="25"/>
                </a:lnTo>
                <a:cubicBezTo>
                  <a:pt x="1722" y="25"/>
                  <a:pt x="1723" y="25"/>
                  <a:pt x="1724" y="26"/>
                </a:cubicBezTo>
                <a:cubicBezTo>
                  <a:pt x="1725" y="26"/>
                  <a:pt x="1726" y="27"/>
                  <a:pt x="1726" y="29"/>
                </a:cubicBezTo>
                <a:cubicBezTo>
                  <a:pt x="1727" y="30"/>
                  <a:pt x="1728" y="32"/>
                  <a:pt x="1728" y="34"/>
                </a:cubicBezTo>
                <a:cubicBezTo>
                  <a:pt x="1729" y="37"/>
                  <a:pt x="1729" y="39"/>
                  <a:pt x="1729" y="43"/>
                </a:cubicBezTo>
                <a:cubicBezTo>
                  <a:pt x="1729" y="46"/>
                  <a:pt x="1729" y="49"/>
                  <a:pt x="1728" y="51"/>
                </a:cubicBezTo>
                <a:cubicBezTo>
                  <a:pt x="1728" y="53"/>
                  <a:pt x="1727" y="55"/>
                  <a:pt x="1726" y="56"/>
                </a:cubicBezTo>
                <a:cubicBezTo>
                  <a:pt x="1726" y="58"/>
                  <a:pt x="1725" y="59"/>
                  <a:pt x="1724" y="59"/>
                </a:cubicBezTo>
                <a:cubicBezTo>
                  <a:pt x="1723" y="60"/>
                  <a:pt x="1722" y="61"/>
                  <a:pt x="1720" y="61"/>
                </a:cubicBezTo>
                <a:lnTo>
                  <a:pt x="1593" y="61"/>
                </a:lnTo>
                <a:lnTo>
                  <a:pt x="1593" y="163"/>
                </a:lnTo>
                <a:lnTo>
                  <a:pt x="1702" y="163"/>
                </a:lnTo>
                <a:cubicBezTo>
                  <a:pt x="1704" y="163"/>
                  <a:pt x="1705" y="163"/>
                  <a:pt x="1706" y="164"/>
                </a:cubicBezTo>
                <a:cubicBezTo>
                  <a:pt x="1707" y="165"/>
                  <a:pt x="1708" y="166"/>
                  <a:pt x="1708" y="167"/>
                </a:cubicBezTo>
                <a:cubicBezTo>
                  <a:pt x="1709" y="168"/>
                  <a:pt x="1710" y="170"/>
                  <a:pt x="1710" y="173"/>
                </a:cubicBezTo>
                <a:cubicBezTo>
                  <a:pt x="1711" y="175"/>
                  <a:pt x="1711" y="178"/>
                  <a:pt x="1711" y="181"/>
                </a:cubicBezTo>
                <a:cubicBezTo>
                  <a:pt x="1711" y="184"/>
                  <a:pt x="1711" y="187"/>
                  <a:pt x="1710" y="189"/>
                </a:cubicBezTo>
                <a:cubicBezTo>
                  <a:pt x="1710" y="191"/>
                  <a:pt x="1709" y="193"/>
                  <a:pt x="1708" y="194"/>
                </a:cubicBezTo>
                <a:cubicBezTo>
                  <a:pt x="1708" y="196"/>
                  <a:pt x="1707" y="196"/>
                  <a:pt x="1706" y="197"/>
                </a:cubicBezTo>
                <a:cubicBezTo>
                  <a:pt x="1705" y="198"/>
                  <a:pt x="1704" y="198"/>
                  <a:pt x="1702" y="198"/>
                </a:cubicBezTo>
                <a:lnTo>
                  <a:pt x="1593" y="198"/>
                </a:lnTo>
                <a:lnTo>
                  <a:pt x="1593" y="316"/>
                </a:lnTo>
                <a:lnTo>
                  <a:pt x="1722" y="316"/>
                </a:lnTo>
                <a:cubicBezTo>
                  <a:pt x="1723" y="316"/>
                  <a:pt x="1725" y="316"/>
                  <a:pt x="1726" y="317"/>
                </a:cubicBezTo>
                <a:cubicBezTo>
                  <a:pt x="1727" y="317"/>
                  <a:pt x="1728" y="318"/>
                  <a:pt x="1729" y="320"/>
                </a:cubicBezTo>
                <a:cubicBezTo>
                  <a:pt x="1729" y="321"/>
                  <a:pt x="1730" y="323"/>
                  <a:pt x="1730" y="325"/>
                </a:cubicBezTo>
                <a:cubicBezTo>
                  <a:pt x="1731" y="328"/>
                  <a:pt x="1731" y="330"/>
                  <a:pt x="1731" y="334"/>
                </a:cubicBezTo>
                <a:cubicBezTo>
                  <a:pt x="1731" y="337"/>
                  <a:pt x="1731" y="340"/>
                  <a:pt x="1730" y="342"/>
                </a:cubicBezTo>
                <a:cubicBezTo>
                  <a:pt x="1730" y="344"/>
                  <a:pt x="1729" y="346"/>
                  <a:pt x="1729" y="348"/>
                </a:cubicBezTo>
                <a:cubicBezTo>
                  <a:pt x="1728" y="349"/>
                  <a:pt x="1727" y="350"/>
                  <a:pt x="1726" y="351"/>
                </a:cubicBezTo>
                <a:cubicBezTo>
                  <a:pt x="1725" y="352"/>
                  <a:pt x="1723" y="352"/>
                  <a:pt x="1722" y="352"/>
                </a:cubicBezTo>
                <a:lnTo>
                  <a:pt x="1566" y="352"/>
                </a:lnTo>
                <a:cubicBezTo>
                  <a:pt x="1562" y="352"/>
                  <a:pt x="1558" y="350"/>
                  <a:pt x="1555" y="348"/>
                </a:cubicBezTo>
                <a:cubicBezTo>
                  <a:pt x="1551" y="345"/>
                  <a:pt x="1549" y="341"/>
                  <a:pt x="1549" y="334"/>
                </a:cubicBezTo>
                <a:lnTo>
                  <a:pt x="1549" y="42"/>
                </a:lnTo>
                <a:cubicBezTo>
                  <a:pt x="1549" y="36"/>
                  <a:pt x="1551" y="31"/>
                  <a:pt x="1555" y="28"/>
                </a:cubicBezTo>
                <a:cubicBezTo>
                  <a:pt x="1558" y="26"/>
                  <a:pt x="1562" y="25"/>
                  <a:pt x="1566" y="25"/>
                </a:cubicBezTo>
                <a:moveTo>
                  <a:pt x="18" y="25"/>
                </a:moveTo>
                <a:lnTo>
                  <a:pt x="45" y="25"/>
                </a:lnTo>
                <a:cubicBezTo>
                  <a:pt x="50" y="25"/>
                  <a:pt x="55" y="25"/>
                  <a:pt x="59" y="26"/>
                </a:cubicBezTo>
                <a:cubicBezTo>
                  <a:pt x="63" y="27"/>
                  <a:pt x="67" y="28"/>
                  <a:pt x="70" y="31"/>
                </a:cubicBezTo>
                <a:cubicBezTo>
                  <a:pt x="73" y="33"/>
                  <a:pt x="75" y="36"/>
                  <a:pt x="78" y="39"/>
                </a:cubicBezTo>
                <a:cubicBezTo>
                  <a:pt x="80" y="43"/>
                  <a:pt x="81" y="46"/>
                  <a:pt x="83" y="51"/>
                </a:cubicBezTo>
                <a:lnTo>
                  <a:pt x="176" y="287"/>
                </a:lnTo>
                <a:lnTo>
                  <a:pt x="177" y="287"/>
                </a:lnTo>
                <a:lnTo>
                  <a:pt x="274" y="52"/>
                </a:lnTo>
                <a:cubicBezTo>
                  <a:pt x="277" y="47"/>
                  <a:pt x="278" y="42"/>
                  <a:pt x="281" y="39"/>
                </a:cubicBezTo>
                <a:cubicBezTo>
                  <a:pt x="283" y="35"/>
                  <a:pt x="285" y="32"/>
                  <a:pt x="288" y="30"/>
                </a:cubicBezTo>
                <a:cubicBezTo>
                  <a:pt x="291" y="28"/>
                  <a:pt x="294" y="27"/>
                  <a:pt x="297" y="26"/>
                </a:cubicBezTo>
                <a:cubicBezTo>
                  <a:pt x="300" y="25"/>
                  <a:pt x="304" y="25"/>
                  <a:pt x="308" y="25"/>
                </a:cubicBezTo>
                <a:lnTo>
                  <a:pt x="336" y="25"/>
                </a:lnTo>
                <a:cubicBezTo>
                  <a:pt x="339" y="25"/>
                  <a:pt x="341" y="25"/>
                  <a:pt x="343" y="26"/>
                </a:cubicBezTo>
                <a:cubicBezTo>
                  <a:pt x="346" y="26"/>
                  <a:pt x="347" y="27"/>
                  <a:pt x="349" y="29"/>
                </a:cubicBezTo>
                <a:cubicBezTo>
                  <a:pt x="351" y="31"/>
                  <a:pt x="352" y="33"/>
                  <a:pt x="353" y="35"/>
                </a:cubicBezTo>
                <a:cubicBezTo>
                  <a:pt x="354" y="38"/>
                  <a:pt x="355" y="40"/>
                  <a:pt x="355" y="44"/>
                </a:cubicBezTo>
                <a:lnTo>
                  <a:pt x="355" y="345"/>
                </a:lnTo>
                <a:cubicBezTo>
                  <a:pt x="355" y="347"/>
                  <a:pt x="355" y="348"/>
                  <a:pt x="354" y="349"/>
                </a:cubicBezTo>
                <a:cubicBezTo>
                  <a:pt x="353" y="350"/>
                  <a:pt x="352" y="350"/>
                  <a:pt x="350" y="351"/>
                </a:cubicBezTo>
                <a:cubicBezTo>
                  <a:pt x="348" y="352"/>
                  <a:pt x="346" y="352"/>
                  <a:pt x="344" y="353"/>
                </a:cubicBezTo>
                <a:cubicBezTo>
                  <a:pt x="341" y="353"/>
                  <a:pt x="337" y="353"/>
                  <a:pt x="333" y="353"/>
                </a:cubicBezTo>
                <a:cubicBezTo>
                  <a:pt x="329" y="353"/>
                  <a:pt x="326" y="353"/>
                  <a:pt x="323" y="353"/>
                </a:cubicBezTo>
                <a:cubicBezTo>
                  <a:pt x="320" y="352"/>
                  <a:pt x="317" y="352"/>
                  <a:pt x="316" y="351"/>
                </a:cubicBezTo>
                <a:cubicBezTo>
                  <a:pt x="314" y="350"/>
                  <a:pt x="313" y="350"/>
                  <a:pt x="313" y="349"/>
                </a:cubicBezTo>
                <a:cubicBezTo>
                  <a:pt x="312" y="348"/>
                  <a:pt x="311" y="347"/>
                  <a:pt x="311" y="345"/>
                </a:cubicBezTo>
                <a:lnTo>
                  <a:pt x="311" y="60"/>
                </a:lnTo>
                <a:lnTo>
                  <a:pt x="196" y="347"/>
                </a:lnTo>
                <a:cubicBezTo>
                  <a:pt x="195" y="348"/>
                  <a:pt x="195" y="349"/>
                  <a:pt x="194" y="349"/>
                </a:cubicBezTo>
                <a:cubicBezTo>
                  <a:pt x="193" y="350"/>
                  <a:pt x="192" y="351"/>
                  <a:pt x="190" y="352"/>
                </a:cubicBezTo>
                <a:cubicBezTo>
                  <a:pt x="188" y="352"/>
                  <a:pt x="186" y="353"/>
                  <a:pt x="183" y="353"/>
                </a:cubicBezTo>
                <a:cubicBezTo>
                  <a:pt x="181" y="353"/>
                  <a:pt x="178" y="353"/>
                  <a:pt x="175" y="353"/>
                </a:cubicBezTo>
                <a:cubicBezTo>
                  <a:pt x="171" y="353"/>
                  <a:pt x="168" y="353"/>
                  <a:pt x="166" y="353"/>
                </a:cubicBezTo>
                <a:cubicBezTo>
                  <a:pt x="163" y="353"/>
                  <a:pt x="161" y="352"/>
                  <a:pt x="159" y="352"/>
                </a:cubicBezTo>
                <a:cubicBezTo>
                  <a:pt x="158" y="351"/>
                  <a:pt x="156" y="350"/>
                  <a:pt x="156" y="349"/>
                </a:cubicBezTo>
                <a:cubicBezTo>
                  <a:pt x="155" y="348"/>
                  <a:pt x="154" y="348"/>
                  <a:pt x="153" y="347"/>
                </a:cubicBezTo>
                <a:lnTo>
                  <a:pt x="44" y="60"/>
                </a:lnTo>
                <a:lnTo>
                  <a:pt x="43" y="60"/>
                </a:lnTo>
                <a:lnTo>
                  <a:pt x="43" y="345"/>
                </a:lnTo>
                <a:cubicBezTo>
                  <a:pt x="43" y="347"/>
                  <a:pt x="43" y="348"/>
                  <a:pt x="42" y="349"/>
                </a:cubicBezTo>
                <a:cubicBezTo>
                  <a:pt x="42" y="350"/>
                  <a:pt x="40" y="350"/>
                  <a:pt x="39" y="351"/>
                </a:cubicBezTo>
                <a:cubicBezTo>
                  <a:pt x="37" y="352"/>
                  <a:pt x="35" y="352"/>
                  <a:pt x="32" y="353"/>
                </a:cubicBezTo>
                <a:cubicBezTo>
                  <a:pt x="29" y="353"/>
                  <a:pt x="25" y="353"/>
                  <a:pt x="21" y="353"/>
                </a:cubicBezTo>
                <a:cubicBezTo>
                  <a:pt x="17" y="353"/>
                  <a:pt x="14" y="353"/>
                  <a:pt x="11" y="353"/>
                </a:cubicBezTo>
                <a:cubicBezTo>
                  <a:pt x="8" y="352"/>
                  <a:pt x="6" y="352"/>
                  <a:pt x="4" y="351"/>
                </a:cubicBezTo>
                <a:cubicBezTo>
                  <a:pt x="2" y="350"/>
                  <a:pt x="1" y="350"/>
                  <a:pt x="1" y="349"/>
                </a:cubicBezTo>
                <a:cubicBezTo>
                  <a:pt x="0" y="348"/>
                  <a:pt x="0" y="347"/>
                  <a:pt x="0" y="345"/>
                </a:cubicBezTo>
                <a:lnTo>
                  <a:pt x="0" y="44"/>
                </a:lnTo>
                <a:cubicBezTo>
                  <a:pt x="0" y="37"/>
                  <a:pt x="2" y="32"/>
                  <a:pt x="6" y="29"/>
                </a:cubicBezTo>
                <a:cubicBezTo>
                  <a:pt x="9" y="26"/>
                  <a:pt x="13" y="25"/>
                  <a:pt x="18" y="25"/>
                </a:cubicBezTo>
                <a:moveTo>
                  <a:pt x="4248" y="23"/>
                </a:moveTo>
                <a:cubicBezTo>
                  <a:pt x="4253" y="23"/>
                  <a:pt x="4258" y="23"/>
                  <a:pt x="4261" y="23"/>
                </a:cubicBezTo>
                <a:cubicBezTo>
                  <a:pt x="4264" y="24"/>
                  <a:pt x="4266" y="24"/>
                  <a:pt x="4268" y="25"/>
                </a:cubicBezTo>
                <a:cubicBezTo>
                  <a:pt x="4269" y="25"/>
                  <a:pt x="4270" y="26"/>
                  <a:pt x="4271" y="27"/>
                </a:cubicBezTo>
                <a:cubicBezTo>
                  <a:pt x="4271" y="29"/>
                  <a:pt x="4272" y="30"/>
                  <a:pt x="4272" y="32"/>
                </a:cubicBezTo>
                <a:lnTo>
                  <a:pt x="4346" y="306"/>
                </a:lnTo>
                <a:lnTo>
                  <a:pt x="4416" y="33"/>
                </a:lnTo>
                <a:cubicBezTo>
                  <a:pt x="4416" y="31"/>
                  <a:pt x="4417" y="29"/>
                  <a:pt x="4417" y="28"/>
                </a:cubicBezTo>
                <a:cubicBezTo>
                  <a:pt x="4418" y="27"/>
                  <a:pt x="4420" y="26"/>
                  <a:pt x="4421" y="25"/>
                </a:cubicBezTo>
                <a:cubicBezTo>
                  <a:pt x="4423" y="24"/>
                  <a:pt x="4425" y="24"/>
                  <a:pt x="4428" y="24"/>
                </a:cubicBezTo>
                <a:cubicBezTo>
                  <a:pt x="4432" y="23"/>
                  <a:pt x="4435" y="23"/>
                  <a:pt x="4440" y="23"/>
                </a:cubicBezTo>
                <a:cubicBezTo>
                  <a:pt x="4445" y="23"/>
                  <a:pt x="4449" y="23"/>
                  <a:pt x="4452" y="24"/>
                </a:cubicBezTo>
                <a:cubicBezTo>
                  <a:pt x="4455" y="24"/>
                  <a:pt x="4457" y="24"/>
                  <a:pt x="4458" y="25"/>
                </a:cubicBezTo>
                <a:cubicBezTo>
                  <a:pt x="4460" y="26"/>
                  <a:pt x="4461" y="27"/>
                  <a:pt x="4462" y="28"/>
                </a:cubicBezTo>
                <a:cubicBezTo>
                  <a:pt x="4463" y="29"/>
                  <a:pt x="4463" y="31"/>
                  <a:pt x="4464" y="33"/>
                </a:cubicBezTo>
                <a:lnTo>
                  <a:pt x="4539" y="306"/>
                </a:lnTo>
                <a:lnTo>
                  <a:pt x="4540" y="306"/>
                </a:lnTo>
                <a:lnTo>
                  <a:pt x="4611" y="32"/>
                </a:lnTo>
                <a:cubicBezTo>
                  <a:pt x="4612" y="31"/>
                  <a:pt x="4612" y="29"/>
                  <a:pt x="4613" y="28"/>
                </a:cubicBezTo>
                <a:cubicBezTo>
                  <a:pt x="4613" y="27"/>
                  <a:pt x="4614" y="26"/>
                  <a:pt x="4616" y="25"/>
                </a:cubicBezTo>
                <a:cubicBezTo>
                  <a:pt x="4618" y="24"/>
                  <a:pt x="4620" y="24"/>
                  <a:pt x="4623" y="24"/>
                </a:cubicBezTo>
                <a:cubicBezTo>
                  <a:pt x="4626" y="23"/>
                  <a:pt x="4630" y="23"/>
                  <a:pt x="4634" y="23"/>
                </a:cubicBezTo>
                <a:cubicBezTo>
                  <a:pt x="4639" y="23"/>
                  <a:pt x="4644" y="23"/>
                  <a:pt x="4646" y="24"/>
                </a:cubicBezTo>
                <a:cubicBezTo>
                  <a:pt x="4649" y="24"/>
                  <a:pt x="4651" y="25"/>
                  <a:pt x="4653" y="26"/>
                </a:cubicBezTo>
                <a:cubicBezTo>
                  <a:pt x="4654" y="27"/>
                  <a:pt x="4655" y="29"/>
                  <a:pt x="4655" y="31"/>
                </a:cubicBezTo>
                <a:cubicBezTo>
                  <a:pt x="4655" y="33"/>
                  <a:pt x="4654" y="36"/>
                  <a:pt x="4653" y="40"/>
                </a:cubicBezTo>
                <a:lnTo>
                  <a:pt x="4567" y="342"/>
                </a:lnTo>
                <a:cubicBezTo>
                  <a:pt x="4566" y="344"/>
                  <a:pt x="4565" y="347"/>
                  <a:pt x="4564" y="348"/>
                </a:cubicBezTo>
                <a:cubicBezTo>
                  <a:pt x="4562" y="349"/>
                  <a:pt x="4561" y="350"/>
                  <a:pt x="4558" y="351"/>
                </a:cubicBezTo>
                <a:cubicBezTo>
                  <a:pt x="4556" y="352"/>
                  <a:pt x="4553" y="353"/>
                  <a:pt x="4550" y="353"/>
                </a:cubicBezTo>
                <a:cubicBezTo>
                  <a:pt x="4546" y="353"/>
                  <a:pt x="4542" y="353"/>
                  <a:pt x="4537" y="353"/>
                </a:cubicBezTo>
                <a:cubicBezTo>
                  <a:pt x="4532" y="353"/>
                  <a:pt x="4527" y="353"/>
                  <a:pt x="4524" y="353"/>
                </a:cubicBezTo>
                <a:cubicBezTo>
                  <a:pt x="4520" y="353"/>
                  <a:pt x="4517" y="352"/>
                  <a:pt x="4515" y="351"/>
                </a:cubicBezTo>
                <a:cubicBezTo>
                  <a:pt x="4512" y="350"/>
                  <a:pt x="4511" y="349"/>
                  <a:pt x="4510" y="348"/>
                </a:cubicBezTo>
                <a:cubicBezTo>
                  <a:pt x="4508" y="347"/>
                  <a:pt x="4507" y="344"/>
                  <a:pt x="4507" y="342"/>
                </a:cubicBezTo>
                <a:lnTo>
                  <a:pt x="4438" y="95"/>
                </a:lnTo>
                <a:lnTo>
                  <a:pt x="4375" y="342"/>
                </a:lnTo>
                <a:cubicBezTo>
                  <a:pt x="4374" y="344"/>
                  <a:pt x="4373" y="347"/>
                  <a:pt x="4372" y="348"/>
                </a:cubicBezTo>
                <a:cubicBezTo>
                  <a:pt x="4371" y="349"/>
                  <a:pt x="4370" y="350"/>
                  <a:pt x="4367" y="351"/>
                </a:cubicBezTo>
                <a:cubicBezTo>
                  <a:pt x="4365" y="352"/>
                  <a:pt x="4362" y="353"/>
                  <a:pt x="4359" y="353"/>
                </a:cubicBezTo>
                <a:cubicBezTo>
                  <a:pt x="4355" y="353"/>
                  <a:pt x="4351" y="353"/>
                  <a:pt x="4346" y="353"/>
                </a:cubicBezTo>
                <a:cubicBezTo>
                  <a:pt x="4340" y="353"/>
                  <a:pt x="4335" y="353"/>
                  <a:pt x="4332" y="353"/>
                </a:cubicBezTo>
                <a:cubicBezTo>
                  <a:pt x="4328" y="353"/>
                  <a:pt x="4325" y="352"/>
                  <a:pt x="4323" y="351"/>
                </a:cubicBezTo>
                <a:cubicBezTo>
                  <a:pt x="4320" y="350"/>
                  <a:pt x="4318" y="349"/>
                  <a:pt x="4317" y="348"/>
                </a:cubicBezTo>
                <a:cubicBezTo>
                  <a:pt x="4316" y="347"/>
                  <a:pt x="4315" y="344"/>
                  <a:pt x="4314" y="342"/>
                </a:cubicBezTo>
                <a:lnTo>
                  <a:pt x="4228" y="40"/>
                </a:lnTo>
                <a:cubicBezTo>
                  <a:pt x="4227" y="36"/>
                  <a:pt x="4227" y="33"/>
                  <a:pt x="4227" y="31"/>
                </a:cubicBezTo>
                <a:cubicBezTo>
                  <a:pt x="4227" y="28"/>
                  <a:pt x="4227" y="27"/>
                  <a:pt x="4229" y="26"/>
                </a:cubicBezTo>
                <a:cubicBezTo>
                  <a:pt x="4230" y="25"/>
                  <a:pt x="4232" y="24"/>
                  <a:pt x="4235" y="24"/>
                </a:cubicBezTo>
                <a:cubicBezTo>
                  <a:pt x="4239" y="23"/>
                  <a:pt x="4243" y="23"/>
                  <a:pt x="4248" y="23"/>
                </a:cubicBezTo>
                <a:moveTo>
                  <a:pt x="7713" y="1"/>
                </a:moveTo>
                <a:cubicBezTo>
                  <a:pt x="7717" y="1"/>
                  <a:pt x="7721" y="1"/>
                  <a:pt x="7724" y="1"/>
                </a:cubicBezTo>
                <a:cubicBezTo>
                  <a:pt x="7726" y="2"/>
                  <a:pt x="7728" y="2"/>
                  <a:pt x="7730" y="3"/>
                </a:cubicBezTo>
                <a:cubicBezTo>
                  <a:pt x="7731" y="3"/>
                  <a:pt x="7732" y="4"/>
                  <a:pt x="7733" y="5"/>
                </a:cubicBezTo>
                <a:cubicBezTo>
                  <a:pt x="7734" y="6"/>
                  <a:pt x="7734" y="7"/>
                  <a:pt x="7734" y="9"/>
                </a:cubicBezTo>
                <a:lnTo>
                  <a:pt x="7734" y="346"/>
                </a:lnTo>
                <a:cubicBezTo>
                  <a:pt x="7734" y="347"/>
                  <a:pt x="7734" y="348"/>
                  <a:pt x="7734" y="349"/>
                </a:cubicBezTo>
                <a:cubicBezTo>
                  <a:pt x="7733" y="350"/>
                  <a:pt x="7732" y="351"/>
                  <a:pt x="7730" y="352"/>
                </a:cubicBezTo>
                <a:cubicBezTo>
                  <a:pt x="7729" y="352"/>
                  <a:pt x="7727" y="353"/>
                  <a:pt x="7725" y="353"/>
                </a:cubicBezTo>
                <a:cubicBezTo>
                  <a:pt x="7723" y="353"/>
                  <a:pt x="7719" y="353"/>
                  <a:pt x="7716" y="353"/>
                </a:cubicBezTo>
                <a:cubicBezTo>
                  <a:pt x="7713" y="353"/>
                  <a:pt x="7710" y="353"/>
                  <a:pt x="7707" y="353"/>
                </a:cubicBezTo>
                <a:cubicBezTo>
                  <a:pt x="7705" y="353"/>
                  <a:pt x="7703" y="352"/>
                  <a:pt x="7701" y="352"/>
                </a:cubicBezTo>
                <a:cubicBezTo>
                  <a:pt x="7700" y="351"/>
                  <a:pt x="7699" y="350"/>
                  <a:pt x="7698" y="349"/>
                </a:cubicBezTo>
                <a:cubicBezTo>
                  <a:pt x="7698" y="348"/>
                  <a:pt x="7697" y="347"/>
                  <a:pt x="7697" y="346"/>
                </a:cubicBezTo>
                <a:lnTo>
                  <a:pt x="7697" y="316"/>
                </a:lnTo>
                <a:cubicBezTo>
                  <a:pt x="7685" y="328"/>
                  <a:pt x="7673" y="338"/>
                  <a:pt x="7660" y="346"/>
                </a:cubicBezTo>
                <a:cubicBezTo>
                  <a:pt x="7647" y="353"/>
                  <a:pt x="7633" y="356"/>
                  <a:pt x="7618" y="356"/>
                </a:cubicBezTo>
                <a:cubicBezTo>
                  <a:pt x="7601" y="356"/>
                  <a:pt x="7587" y="353"/>
                  <a:pt x="7575" y="347"/>
                </a:cubicBezTo>
                <a:cubicBezTo>
                  <a:pt x="7563" y="340"/>
                  <a:pt x="7554" y="332"/>
                  <a:pt x="7547" y="320"/>
                </a:cubicBezTo>
                <a:cubicBezTo>
                  <a:pt x="7539" y="310"/>
                  <a:pt x="7534" y="296"/>
                  <a:pt x="7531" y="281"/>
                </a:cubicBezTo>
                <a:cubicBezTo>
                  <a:pt x="7527" y="266"/>
                  <a:pt x="7526" y="250"/>
                  <a:pt x="7526" y="234"/>
                </a:cubicBezTo>
                <a:cubicBezTo>
                  <a:pt x="7526" y="214"/>
                  <a:pt x="7528" y="197"/>
                  <a:pt x="7532" y="181"/>
                </a:cubicBezTo>
                <a:cubicBezTo>
                  <a:pt x="7536" y="165"/>
                  <a:pt x="7542" y="152"/>
                  <a:pt x="7550" y="141"/>
                </a:cubicBezTo>
                <a:cubicBezTo>
                  <a:pt x="7559" y="130"/>
                  <a:pt x="7569" y="121"/>
                  <a:pt x="7581" y="115"/>
                </a:cubicBezTo>
                <a:cubicBezTo>
                  <a:pt x="7593" y="109"/>
                  <a:pt x="7608" y="106"/>
                  <a:pt x="7623" y="106"/>
                </a:cubicBezTo>
                <a:cubicBezTo>
                  <a:pt x="7637" y="106"/>
                  <a:pt x="7649" y="109"/>
                  <a:pt x="7660" y="115"/>
                </a:cubicBezTo>
                <a:cubicBezTo>
                  <a:pt x="7671" y="121"/>
                  <a:pt x="7682" y="129"/>
                  <a:pt x="7693" y="141"/>
                </a:cubicBezTo>
                <a:lnTo>
                  <a:pt x="7693" y="9"/>
                </a:lnTo>
                <a:cubicBezTo>
                  <a:pt x="7693" y="7"/>
                  <a:pt x="7693" y="6"/>
                  <a:pt x="7693" y="5"/>
                </a:cubicBezTo>
                <a:cubicBezTo>
                  <a:pt x="7694" y="4"/>
                  <a:pt x="7695" y="3"/>
                  <a:pt x="7697" y="3"/>
                </a:cubicBezTo>
                <a:cubicBezTo>
                  <a:pt x="7699" y="2"/>
                  <a:pt x="7701" y="2"/>
                  <a:pt x="7703" y="1"/>
                </a:cubicBezTo>
                <a:cubicBezTo>
                  <a:pt x="7706" y="1"/>
                  <a:pt x="7709" y="1"/>
                  <a:pt x="7713" y="1"/>
                </a:cubicBezTo>
                <a:moveTo>
                  <a:pt x="5825" y="1"/>
                </a:moveTo>
                <a:cubicBezTo>
                  <a:pt x="5829" y="1"/>
                  <a:pt x="5833" y="1"/>
                  <a:pt x="5836" y="1"/>
                </a:cubicBezTo>
                <a:cubicBezTo>
                  <a:pt x="5838" y="2"/>
                  <a:pt x="5840" y="2"/>
                  <a:pt x="5842" y="3"/>
                </a:cubicBezTo>
                <a:cubicBezTo>
                  <a:pt x="5843" y="3"/>
                  <a:pt x="5844" y="4"/>
                  <a:pt x="5845" y="5"/>
                </a:cubicBezTo>
                <a:cubicBezTo>
                  <a:pt x="5846" y="6"/>
                  <a:pt x="5846" y="7"/>
                  <a:pt x="5846" y="9"/>
                </a:cubicBezTo>
                <a:lnTo>
                  <a:pt x="5846" y="346"/>
                </a:lnTo>
                <a:cubicBezTo>
                  <a:pt x="5846" y="347"/>
                  <a:pt x="5846" y="348"/>
                  <a:pt x="5845" y="349"/>
                </a:cubicBezTo>
                <a:cubicBezTo>
                  <a:pt x="5845" y="350"/>
                  <a:pt x="5844" y="351"/>
                  <a:pt x="5842" y="352"/>
                </a:cubicBezTo>
                <a:cubicBezTo>
                  <a:pt x="5841" y="352"/>
                  <a:pt x="5839" y="353"/>
                  <a:pt x="5837" y="353"/>
                </a:cubicBezTo>
                <a:cubicBezTo>
                  <a:pt x="5835" y="353"/>
                  <a:pt x="5831" y="353"/>
                  <a:pt x="5828" y="353"/>
                </a:cubicBezTo>
                <a:cubicBezTo>
                  <a:pt x="5825" y="353"/>
                  <a:pt x="5822" y="353"/>
                  <a:pt x="5819" y="353"/>
                </a:cubicBezTo>
                <a:cubicBezTo>
                  <a:pt x="5817" y="353"/>
                  <a:pt x="5815" y="352"/>
                  <a:pt x="5813" y="352"/>
                </a:cubicBezTo>
                <a:cubicBezTo>
                  <a:pt x="5812" y="351"/>
                  <a:pt x="5811" y="350"/>
                  <a:pt x="5810" y="349"/>
                </a:cubicBezTo>
                <a:cubicBezTo>
                  <a:pt x="5809" y="348"/>
                  <a:pt x="5809" y="347"/>
                  <a:pt x="5809" y="346"/>
                </a:cubicBezTo>
                <a:lnTo>
                  <a:pt x="5809" y="316"/>
                </a:lnTo>
                <a:cubicBezTo>
                  <a:pt x="5797" y="328"/>
                  <a:pt x="5785" y="338"/>
                  <a:pt x="5772" y="346"/>
                </a:cubicBezTo>
                <a:cubicBezTo>
                  <a:pt x="5759" y="353"/>
                  <a:pt x="5745" y="356"/>
                  <a:pt x="5730" y="356"/>
                </a:cubicBezTo>
                <a:cubicBezTo>
                  <a:pt x="5713" y="356"/>
                  <a:pt x="5699" y="353"/>
                  <a:pt x="5687" y="347"/>
                </a:cubicBezTo>
                <a:cubicBezTo>
                  <a:pt x="5675" y="340"/>
                  <a:pt x="5666" y="332"/>
                  <a:pt x="5658" y="320"/>
                </a:cubicBezTo>
                <a:cubicBezTo>
                  <a:pt x="5651" y="310"/>
                  <a:pt x="5646" y="296"/>
                  <a:pt x="5643" y="281"/>
                </a:cubicBezTo>
                <a:cubicBezTo>
                  <a:pt x="5639" y="266"/>
                  <a:pt x="5638" y="250"/>
                  <a:pt x="5638" y="234"/>
                </a:cubicBezTo>
                <a:cubicBezTo>
                  <a:pt x="5638" y="214"/>
                  <a:pt x="5639" y="197"/>
                  <a:pt x="5644" y="181"/>
                </a:cubicBezTo>
                <a:cubicBezTo>
                  <a:pt x="5648" y="165"/>
                  <a:pt x="5654" y="152"/>
                  <a:pt x="5662" y="141"/>
                </a:cubicBezTo>
                <a:cubicBezTo>
                  <a:pt x="5671" y="130"/>
                  <a:pt x="5681" y="121"/>
                  <a:pt x="5693" y="115"/>
                </a:cubicBezTo>
                <a:cubicBezTo>
                  <a:pt x="5705" y="109"/>
                  <a:pt x="5720" y="106"/>
                  <a:pt x="5735" y="106"/>
                </a:cubicBezTo>
                <a:cubicBezTo>
                  <a:pt x="5749" y="106"/>
                  <a:pt x="5761" y="109"/>
                  <a:pt x="5772" y="115"/>
                </a:cubicBezTo>
                <a:cubicBezTo>
                  <a:pt x="5783" y="121"/>
                  <a:pt x="5794" y="129"/>
                  <a:pt x="5805" y="141"/>
                </a:cubicBezTo>
                <a:lnTo>
                  <a:pt x="5805" y="9"/>
                </a:lnTo>
                <a:cubicBezTo>
                  <a:pt x="5805" y="7"/>
                  <a:pt x="5805" y="6"/>
                  <a:pt x="5805" y="5"/>
                </a:cubicBezTo>
                <a:cubicBezTo>
                  <a:pt x="5806" y="4"/>
                  <a:pt x="5807" y="3"/>
                  <a:pt x="5809" y="3"/>
                </a:cubicBezTo>
                <a:cubicBezTo>
                  <a:pt x="5811" y="2"/>
                  <a:pt x="5813" y="2"/>
                  <a:pt x="5815" y="1"/>
                </a:cubicBezTo>
                <a:cubicBezTo>
                  <a:pt x="5818" y="1"/>
                  <a:pt x="5821" y="1"/>
                  <a:pt x="5825" y="1"/>
                </a:cubicBezTo>
                <a:moveTo>
                  <a:pt x="3623" y="0"/>
                </a:moveTo>
                <a:cubicBezTo>
                  <a:pt x="3627" y="0"/>
                  <a:pt x="3630" y="0"/>
                  <a:pt x="3633" y="0"/>
                </a:cubicBezTo>
                <a:cubicBezTo>
                  <a:pt x="3636" y="0"/>
                  <a:pt x="3638" y="1"/>
                  <a:pt x="3639" y="2"/>
                </a:cubicBezTo>
                <a:cubicBezTo>
                  <a:pt x="3641" y="2"/>
                  <a:pt x="3642" y="3"/>
                  <a:pt x="3642" y="4"/>
                </a:cubicBezTo>
                <a:cubicBezTo>
                  <a:pt x="3643" y="5"/>
                  <a:pt x="3643" y="6"/>
                  <a:pt x="3643" y="8"/>
                </a:cubicBezTo>
                <a:lnTo>
                  <a:pt x="3643" y="346"/>
                </a:lnTo>
                <a:cubicBezTo>
                  <a:pt x="3643" y="347"/>
                  <a:pt x="3643" y="348"/>
                  <a:pt x="3642" y="349"/>
                </a:cubicBezTo>
                <a:cubicBezTo>
                  <a:pt x="3642" y="350"/>
                  <a:pt x="3641" y="350"/>
                  <a:pt x="3639" y="351"/>
                </a:cubicBezTo>
                <a:cubicBezTo>
                  <a:pt x="3638" y="352"/>
                  <a:pt x="3636" y="353"/>
                  <a:pt x="3633" y="353"/>
                </a:cubicBezTo>
                <a:cubicBezTo>
                  <a:pt x="3630" y="353"/>
                  <a:pt x="3627" y="353"/>
                  <a:pt x="3623" y="353"/>
                </a:cubicBezTo>
                <a:cubicBezTo>
                  <a:pt x="3618" y="353"/>
                  <a:pt x="3615" y="353"/>
                  <a:pt x="3612" y="353"/>
                </a:cubicBezTo>
                <a:cubicBezTo>
                  <a:pt x="3610" y="353"/>
                  <a:pt x="3608" y="352"/>
                  <a:pt x="3606" y="351"/>
                </a:cubicBezTo>
                <a:cubicBezTo>
                  <a:pt x="3605" y="350"/>
                  <a:pt x="3603" y="350"/>
                  <a:pt x="3603" y="349"/>
                </a:cubicBezTo>
                <a:cubicBezTo>
                  <a:pt x="3602" y="348"/>
                  <a:pt x="3602" y="347"/>
                  <a:pt x="3602" y="346"/>
                </a:cubicBezTo>
                <a:lnTo>
                  <a:pt x="3602" y="8"/>
                </a:lnTo>
                <a:cubicBezTo>
                  <a:pt x="3602" y="6"/>
                  <a:pt x="3602" y="5"/>
                  <a:pt x="3603" y="4"/>
                </a:cubicBezTo>
                <a:cubicBezTo>
                  <a:pt x="3603" y="3"/>
                  <a:pt x="3605" y="2"/>
                  <a:pt x="3606" y="2"/>
                </a:cubicBezTo>
                <a:cubicBezTo>
                  <a:pt x="3608" y="1"/>
                  <a:pt x="3610" y="0"/>
                  <a:pt x="3612" y="0"/>
                </a:cubicBezTo>
                <a:cubicBezTo>
                  <a:pt x="3615" y="0"/>
                  <a:pt x="3618" y="0"/>
                  <a:pt x="3623" y="0"/>
                </a:cubicBezTo>
                <a:moveTo>
                  <a:pt x="3233" y="0"/>
                </a:moveTo>
                <a:cubicBezTo>
                  <a:pt x="3237" y="0"/>
                  <a:pt x="3241" y="0"/>
                  <a:pt x="3243" y="0"/>
                </a:cubicBezTo>
                <a:cubicBezTo>
                  <a:pt x="3246" y="0"/>
                  <a:pt x="3248" y="1"/>
                  <a:pt x="3250" y="2"/>
                </a:cubicBezTo>
                <a:cubicBezTo>
                  <a:pt x="3251" y="2"/>
                  <a:pt x="3252" y="3"/>
                  <a:pt x="3253" y="4"/>
                </a:cubicBezTo>
                <a:cubicBezTo>
                  <a:pt x="3254" y="5"/>
                  <a:pt x="3254" y="6"/>
                  <a:pt x="3254" y="8"/>
                </a:cubicBezTo>
                <a:lnTo>
                  <a:pt x="3254" y="346"/>
                </a:lnTo>
                <a:cubicBezTo>
                  <a:pt x="3254" y="347"/>
                  <a:pt x="3254" y="348"/>
                  <a:pt x="3253" y="349"/>
                </a:cubicBezTo>
                <a:cubicBezTo>
                  <a:pt x="3252" y="350"/>
                  <a:pt x="3251" y="350"/>
                  <a:pt x="3250" y="351"/>
                </a:cubicBezTo>
                <a:cubicBezTo>
                  <a:pt x="3248" y="352"/>
                  <a:pt x="3246" y="353"/>
                  <a:pt x="3243" y="353"/>
                </a:cubicBezTo>
                <a:cubicBezTo>
                  <a:pt x="3241" y="353"/>
                  <a:pt x="3237" y="353"/>
                  <a:pt x="3233" y="353"/>
                </a:cubicBezTo>
                <a:cubicBezTo>
                  <a:pt x="3229" y="353"/>
                  <a:pt x="3226" y="353"/>
                  <a:pt x="3223" y="353"/>
                </a:cubicBezTo>
                <a:cubicBezTo>
                  <a:pt x="3221" y="353"/>
                  <a:pt x="3218" y="352"/>
                  <a:pt x="3217" y="351"/>
                </a:cubicBezTo>
                <a:cubicBezTo>
                  <a:pt x="3215" y="350"/>
                  <a:pt x="3214" y="350"/>
                  <a:pt x="3213" y="349"/>
                </a:cubicBezTo>
                <a:cubicBezTo>
                  <a:pt x="3213" y="348"/>
                  <a:pt x="3212" y="347"/>
                  <a:pt x="3212" y="346"/>
                </a:cubicBezTo>
                <a:lnTo>
                  <a:pt x="3212" y="8"/>
                </a:lnTo>
                <a:cubicBezTo>
                  <a:pt x="3212" y="6"/>
                  <a:pt x="3213" y="5"/>
                  <a:pt x="3213" y="4"/>
                </a:cubicBezTo>
                <a:cubicBezTo>
                  <a:pt x="3214" y="3"/>
                  <a:pt x="3215" y="2"/>
                  <a:pt x="3217" y="2"/>
                </a:cubicBezTo>
                <a:cubicBezTo>
                  <a:pt x="3218" y="1"/>
                  <a:pt x="3221" y="0"/>
                  <a:pt x="3223" y="0"/>
                </a:cubicBezTo>
                <a:cubicBezTo>
                  <a:pt x="3226" y="0"/>
                  <a:pt x="3229" y="0"/>
                  <a:pt x="3233" y="0"/>
                </a:cubicBezTo>
                <a:moveTo>
                  <a:pt x="3115" y="0"/>
                </a:moveTo>
                <a:cubicBezTo>
                  <a:pt x="3119" y="0"/>
                  <a:pt x="3122" y="0"/>
                  <a:pt x="3125" y="0"/>
                </a:cubicBezTo>
                <a:cubicBezTo>
                  <a:pt x="3128" y="0"/>
                  <a:pt x="3130" y="1"/>
                  <a:pt x="3131" y="2"/>
                </a:cubicBezTo>
                <a:cubicBezTo>
                  <a:pt x="3133" y="2"/>
                  <a:pt x="3134" y="3"/>
                  <a:pt x="3134" y="4"/>
                </a:cubicBezTo>
                <a:cubicBezTo>
                  <a:pt x="3135" y="5"/>
                  <a:pt x="3135" y="6"/>
                  <a:pt x="3135" y="8"/>
                </a:cubicBezTo>
                <a:lnTo>
                  <a:pt x="3135" y="346"/>
                </a:lnTo>
                <a:cubicBezTo>
                  <a:pt x="3135" y="347"/>
                  <a:pt x="3135" y="348"/>
                  <a:pt x="3134" y="349"/>
                </a:cubicBezTo>
                <a:cubicBezTo>
                  <a:pt x="3134" y="350"/>
                  <a:pt x="3133" y="350"/>
                  <a:pt x="3131" y="351"/>
                </a:cubicBezTo>
                <a:cubicBezTo>
                  <a:pt x="3130" y="352"/>
                  <a:pt x="3128" y="353"/>
                  <a:pt x="3125" y="353"/>
                </a:cubicBezTo>
                <a:cubicBezTo>
                  <a:pt x="3122" y="353"/>
                  <a:pt x="3119" y="353"/>
                  <a:pt x="3115" y="353"/>
                </a:cubicBezTo>
                <a:cubicBezTo>
                  <a:pt x="3110" y="353"/>
                  <a:pt x="3107" y="353"/>
                  <a:pt x="3104" y="353"/>
                </a:cubicBezTo>
                <a:cubicBezTo>
                  <a:pt x="3102" y="353"/>
                  <a:pt x="3100" y="352"/>
                  <a:pt x="3098" y="351"/>
                </a:cubicBezTo>
                <a:cubicBezTo>
                  <a:pt x="3097" y="350"/>
                  <a:pt x="3095" y="350"/>
                  <a:pt x="3095" y="349"/>
                </a:cubicBezTo>
                <a:cubicBezTo>
                  <a:pt x="3094" y="348"/>
                  <a:pt x="3094" y="347"/>
                  <a:pt x="3094" y="346"/>
                </a:cubicBezTo>
                <a:lnTo>
                  <a:pt x="3094" y="8"/>
                </a:lnTo>
                <a:cubicBezTo>
                  <a:pt x="3094" y="6"/>
                  <a:pt x="3094" y="5"/>
                  <a:pt x="3095" y="4"/>
                </a:cubicBezTo>
                <a:cubicBezTo>
                  <a:pt x="3095" y="3"/>
                  <a:pt x="3097" y="2"/>
                  <a:pt x="3098" y="2"/>
                </a:cubicBezTo>
                <a:cubicBezTo>
                  <a:pt x="3100" y="1"/>
                  <a:pt x="3102" y="0"/>
                  <a:pt x="3104" y="0"/>
                </a:cubicBezTo>
                <a:cubicBezTo>
                  <a:pt x="3107" y="0"/>
                  <a:pt x="3110" y="0"/>
                  <a:pt x="3115" y="0"/>
                </a:cubicBezTo>
                <a:moveTo>
                  <a:pt x="1100" y="0"/>
                </a:moveTo>
                <a:cubicBezTo>
                  <a:pt x="1104" y="0"/>
                  <a:pt x="1107" y="0"/>
                  <a:pt x="1110" y="0"/>
                </a:cubicBezTo>
                <a:cubicBezTo>
                  <a:pt x="1113" y="0"/>
                  <a:pt x="1115" y="1"/>
                  <a:pt x="1116" y="2"/>
                </a:cubicBezTo>
                <a:cubicBezTo>
                  <a:pt x="1118" y="2"/>
                  <a:pt x="1119" y="3"/>
                  <a:pt x="1119" y="4"/>
                </a:cubicBezTo>
                <a:cubicBezTo>
                  <a:pt x="1120" y="5"/>
                  <a:pt x="1120" y="6"/>
                  <a:pt x="1120" y="8"/>
                </a:cubicBezTo>
                <a:lnTo>
                  <a:pt x="1120" y="346"/>
                </a:lnTo>
                <a:cubicBezTo>
                  <a:pt x="1120" y="347"/>
                  <a:pt x="1120" y="348"/>
                  <a:pt x="1119" y="349"/>
                </a:cubicBezTo>
                <a:cubicBezTo>
                  <a:pt x="1119" y="350"/>
                  <a:pt x="1118" y="350"/>
                  <a:pt x="1116" y="351"/>
                </a:cubicBezTo>
                <a:cubicBezTo>
                  <a:pt x="1115" y="352"/>
                  <a:pt x="1113" y="353"/>
                  <a:pt x="1110" y="353"/>
                </a:cubicBezTo>
                <a:cubicBezTo>
                  <a:pt x="1107" y="353"/>
                  <a:pt x="1104" y="353"/>
                  <a:pt x="1100" y="353"/>
                </a:cubicBezTo>
                <a:cubicBezTo>
                  <a:pt x="1095" y="353"/>
                  <a:pt x="1092" y="353"/>
                  <a:pt x="1089" y="353"/>
                </a:cubicBezTo>
                <a:cubicBezTo>
                  <a:pt x="1087" y="353"/>
                  <a:pt x="1085" y="352"/>
                  <a:pt x="1083" y="351"/>
                </a:cubicBezTo>
                <a:cubicBezTo>
                  <a:pt x="1082" y="350"/>
                  <a:pt x="1080" y="350"/>
                  <a:pt x="1080" y="349"/>
                </a:cubicBezTo>
                <a:cubicBezTo>
                  <a:pt x="1079" y="348"/>
                  <a:pt x="1079" y="347"/>
                  <a:pt x="1079" y="346"/>
                </a:cubicBezTo>
                <a:lnTo>
                  <a:pt x="1079" y="8"/>
                </a:lnTo>
                <a:cubicBezTo>
                  <a:pt x="1079" y="6"/>
                  <a:pt x="1079" y="5"/>
                  <a:pt x="1080" y="4"/>
                </a:cubicBezTo>
                <a:cubicBezTo>
                  <a:pt x="1080" y="3"/>
                  <a:pt x="1082" y="2"/>
                  <a:pt x="1083" y="2"/>
                </a:cubicBezTo>
                <a:cubicBezTo>
                  <a:pt x="1085" y="1"/>
                  <a:pt x="1087" y="0"/>
                  <a:pt x="1089" y="0"/>
                </a:cubicBezTo>
                <a:cubicBezTo>
                  <a:pt x="1092" y="0"/>
                  <a:pt x="1095" y="0"/>
                  <a:pt x="1100" y="0"/>
                </a:cubicBezTo>
                <a:close/>
              </a:path>
            </a:pathLst>
          </a:custGeom>
          <a:solidFill>
            <a:srgbClr val="000000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12" name=""/>
          <p:cNvSpPr/>
          <p:nvPr/>
        </p:nvSpPr>
        <p:spPr>
          <a:xfrm>
            <a:off x="5128560" y="3623040"/>
            <a:ext cx="44640" cy="12600"/>
          </a:xfrm>
          <a:custGeom>
            <a:avLst/>
            <a:gdLst/>
            <a:ahLst/>
            <a:rect l="0" t="0" r="r" b="b"/>
            <a:pathLst>
              <a:path w="124" h="35">
                <a:moveTo>
                  <a:pt x="9" y="0"/>
                </a:moveTo>
                <a:lnTo>
                  <a:pt x="115" y="0"/>
                </a:lnTo>
                <a:cubicBezTo>
                  <a:pt x="117" y="0"/>
                  <a:pt x="118" y="0"/>
                  <a:pt x="119" y="0"/>
                </a:cubicBezTo>
                <a:cubicBezTo>
                  <a:pt x="120" y="1"/>
                  <a:pt x="121" y="2"/>
                  <a:pt x="122" y="3"/>
                </a:cubicBezTo>
                <a:cubicBezTo>
                  <a:pt x="122" y="4"/>
                  <a:pt x="123" y="7"/>
                  <a:pt x="123" y="9"/>
                </a:cubicBezTo>
                <a:cubicBezTo>
                  <a:pt x="124" y="11"/>
                  <a:pt x="124" y="14"/>
                  <a:pt x="124" y="17"/>
                </a:cubicBezTo>
                <a:cubicBezTo>
                  <a:pt x="124" y="24"/>
                  <a:pt x="123" y="29"/>
                  <a:pt x="122" y="31"/>
                </a:cubicBezTo>
                <a:cubicBezTo>
                  <a:pt x="120" y="34"/>
                  <a:pt x="118" y="35"/>
                  <a:pt x="115" y="35"/>
                </a:cubicBezTo>
                <a:lnTo>
                  <a:pt x="9" y="35"/>
                </a:lnTo>
                <a:cubicBezTo>
                  <a:pt x="6" y="35"/>
                  <a:pt x="4" y="34"/>
                  <a:pt x="2" y="31"/>
                </a:cubicBezTo>
                <a:cubicBezTo>
                  <a:pt x="0" y="29"/>
                  <a:pt x="0" y="24"/>
                  <a:pt x="0" y="17"/>
                </a:cubicBezTo>
                <a:cubicBezTo>
                  <a:pt x="0" y="10"/>
                  <a:pt x="0" y="6"/>
                  <a:pt x="2" y="3"/>
                </a:cubicBezTo>
                <a:cubicBezTo>
                  <a:pt x="4" y="1"/>
                  <a:pt x="6" y="0"/>
                  <a:pt x="9" y="0"/>
                </a:cubicBezTo>
                <a:close/>
              </a:path>
            </a:pathLst>
          </a:custGeom>
          <a:solidFill>
            <a:srgbClr val="000000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13" name=""/>
          <p:cNvSpPr/>
          <p:nvPr/>
        </p:nvSpPr>
        <p:spPr>
          <a:xfrm>
            <a:off x="5236920" y="3548520"/>
            <a:ext cx="2309400" cy="159840"/>
          </a:xfrm>
          <a:custGeom>
            <a:avLst/>
            <a:gdLst/>
            <a:ahLst/>
            <a:rect l="0" t="0" r="r" b="b"/>
            <a:pathLst>
              <a:path w="6415" h="444">
                <a:moveTo>
                  <a:pt x="4856" y="336"/>
                </a:moveTo>
                <a:cubicBezTo>
                  <a:pt x="4851" y="340"/>
                  <a:pt x="4846" y="344"/>
                  <a:pt x="4843" y="348"/>
                </a:cubicBezTo>
                <a:cubicBezTo>
                  <a:pt x="4839" y="351"/>
                  <a:pt x="4837" y="355"/>
                  <a:pt x="4835" y="359"/>
                </a:cubicBezTo>
                <a:cubicBezTo>
                  <a:pt x="4833" y="362"/>
                  <a:pt x="4831" y="365"/>
                  <a:pt x="4831" y="369"/>
                </a:cubicBezTo>
                <a:cubicBezTo>
                  <a:pt x="4830" y="372"/>
                  <a:pt x="4829" y="375"/>
                  <a:pt x="4829" y="379"/>
                </a:cubicBezTo>
                <a:cubicBezTo>
                  <a:pt x="4829" y="390"/>
                  <a:pt x="4835" y="398"/>
                  <a:pt x="4846" y="404"/>
                </a:cubicBezTo>
                <a:cubicBezTo>
                  <a:pt x="4857" y="410"/>
                  <a:pt x="4873" y="413"/>
                  <a:pt x="4892" y="413"/>
                </a:cubicBezTo>
                <a:cubicBezTo>
                  <a:pt x="4905" y="413"/>
                  <a:pt x="4916" y="411"/>
                  <a:pt x="4924" y="409"/>
                </a:cubicBezTo>
                <a:cubicBezTo>
                  <a:pt x="4932" y="406"/>
                  <a:pt x="4939" y="403"/>
                  <a:pt x="4944" y="399"/>
                </a:cubicBezTo>
                <a:cubicBezTo>
                  <a:pt x="4950" y="395"/>
                  <a:pt x="4954" y="390"/>
                  <a:pt x="4956" y="385"/>
                </a:cubicBezTo>
                <a:cubicBezTo>
                  <a:pt x="4958" y="380"/>
                  <a:pt x="4959" y="374"/>
                  <a:pt x="4959" y="369"/>
                </a:cubicBezTo>
                <a:cubicBezTo>
                  <a:pt x="4959" y="359"/>
                  <a:pt x="4955" y="351"/>
                  <a:pt x="4947" y="346"/>
                </a:cubicBezTo>
                <a:cubicBezTo>
                  <a:pt x="4939" y="341"/>
                  <a:pt x="4929" y="338"/>
                  <a:pt x="4915" y="338"/>
                </a:cubicBezTo>
                <a:lnTo>
                  <a:pt x="4856" y="336"/>
                </a:lnTo>
                <a:moveTo>
                  <a:pt x="3637" y="336"/>
                </a:moveTo>
                <a:cubicBezTo>
                  <a:pt x="3631" y="340"/>
                  <a:pt x="3627" y="344"/>
                  <a:pt x="3624" y="348"/>
                </a:cubicBezTo>
                <a:cubicBezTo>
                  <a:pt x="3620" y="351"/>
                  <a:pt x="3617" y="355"/>
                  <a:pt x="3616" y="359"/>
                </a:cubicBezTo>
                <a:cubicBezTo>
                  <a:pt x="3613" y="362"/>
                  <a:pt x="3612" y="365"/>
                  <a:pt x="3611" y="369"/>
                </a:cubicBezTo>
                <a:cubicBezTo>
                  <a:pt x="3611" y="372"/>
                  <a:pt x="3610" y="375"/>
                  <a:pt x="3610" y="379"/>
                </a:cubicBezTo>
                <a:cubicBezTo>
                  <a:pt x="3610" y="390"/>
                  <a:pt x="3616" y="398"/>
                  <a:pt x="3627" y="404"/>
                </a:cubicBezTo>
                <a:cubicBezTo>
                  <a:pt x="3638" y="410"/>
                  <a:pt x="3653" y="413"/>
                  <a:pt x="3673" y="413"/>
                </a:cubicBezTo>
                <a:cubicBezTo>
                  <a:pt x="3686" y="413"/>
                  <a:pt x="3696" y="411"/>
                  <a:pt x="3705" y="409"/>
                </a:cubicBezTo>
                <a:cubicBezTo>
                  <a:pt x="3713" y="406"/>
                  <a:pt x="3720" y="403"/>
                  <a:pt x="3725" y="399"/>
                </a:cubicBezTo>
                <a:cubicBezTo>
                  <a:pt x="3731" y="395"/>
                  <a:pt x="3734" y="390"/>
                  <a:pt x="3737" y="385"/>
                </a:cubicBezTo>
                <a:cubicBezTo>
                  <a:pt x="3739" y="380"/>
                  <a:pt x="3740" y="374"/>
                  <a:pt x="3740" y="369"/>
                </a:cubicBezTo>
                <a:cubicBezTo>
                  <a:pt x="3740" y="359"/>
                  <a:pt x="3736" y="351"/>
                  <a:pt x="3728" y="346"/>
                </a:cubicBezTo>
                <a:cubicBezTo>
                  <a:pt x="3720" y="341"/>
                  <a:pt x="3709" y="338"/>
                  <a:pt x="3696" y="338"/>
                </a:cubicBezTo>
                <a:lnTo>
                  <a:pt x="3637" y="336"/>
                </a:lnTo>
                <a:moveTo>
                  <a:pt x="2249" y="242"/>
                </a:moveTo>
                <a:cubicBezTo>
                  <a:pt x="2238" y="242"/>
                  <a:pt x="2228" y="243"/>
                  <a:pt x="2220" y="245"/>
                </a:cubicBezTo>
                <a:cubicBezTo>
                  <a:pt x="2211" y="247"/>
                  <a:pt x="2204" y="250"/>
                  <a:pt x="2198" y="254"/>
                </a:cubicBezTo>
                <a:cubicBezTo>
                  <a:pt x="2193" y="258"/>
                  <a:pt x="2189" y="262"/>
                  <a:pt x="2186" y="268"/>
                </a:cubicBezTo>
                <a:cubicBezTo>
                  <a:pt x="2184" y="273"/>
                  <a:pt x="2182" y="279"/>
                  <a:pt x="2182" y="286"/>
                </a:cubicBezTo>
                <a:cubicBezTo>
                  <a:pt x="2182" y="298"/>
                  <a:pt x="2186" y="307"/>
                  <a:pt x="2194" y="314"/>
                </a:cubicBezTo>
                <a:cubicBezTo>
                  <a:pt x="2201" y="321"/>
                  <a:pt x="2212" y="324"/>
                  <a:pt x="2225" y="324"/>
                </a:cubicBezTo>
                <a:cubicBezTo>
                  <a:pt x="2236" y="324"/>
                  <a:pt x="2246" y="321"/>
                  <a:pt x="2255" y="316"/>
                </a:cubicBezTo>
                <a:cubicBezTo>
                  <a:pt x="2265" y="311"/>
                  <a:pt x="2275" y="302"/>
                  <a:pt x="2285" y="290"/>
                </a:cubicBezTo>
                <a:lnTo>
                  <a:pt x="2285" y="242"/>
                </a:lnTo>
                <a:lnTo>
                  <a:pt x="2249" y="242"/>
                </a:lnTo>
                <a:moveTo>
                  <a:pt x="5274" y="143"/>
                </a:moveTo>
                <a:cubicBezTo>
                  <a:pt x="5269" y="143"/>
                  <a:pt x="5263" y="144"/>
                  <a:pt x="5258" y="145"/>
                </a:cubicBezTo>
                <a:cubicBezTo>
                  <a:pt x="5253" y="147"/>
                  <a:pt x="5248" y="150"/>
                  <a:pt x="5242" y="153"/>
                </a:cubicBezTo>
                <a:cubicBezTo>
                  <a:pt x="5237" y="157"/>
                  <a:pt x="5231" y="161"/>
                  <a:pt x="5225" y="167"/>
                </a:cubicBezTo>
                <a:cubicBezTo>
                  <a:pt x="5220" y="172"/>
                  <a:pt x="5213" y="179"/>
                  <a:pt x="5207" y="188"/>
                </a:cubicBezTo>
                <a:lnTo>
                  <a:pt x="5207" y="278"/>
                </a:lnTo>
                <a:cubicBezTo>
                  <a:pt x="5218" y="292"/>
                  <a:pt x="5229" y="303"/>
                  <a:pt x="5240" y="310"/>
                </a:cubicBezTo>
                <a:cubicBezTo>
                  <a:pt x="5250" y="317"/>
                  <a:pt x="5261" y="321"/>
                  <a:pt x="5272" y="321"/>
                </a:cubicBezTo>
                <a:cubicBezTo>
                  <a:pt x="5283" y="321"/>
                  <a:pt x="5292" y="319"/>
                  <a:pt x="5299" y="313"/>
                </a:cubicBezTo>
                <a:cubicBezTo>
                  <a:pt x="5307" y="308"/>
                  <a:pt x="5313" y="302"/>
                  <a:pt x="5317" y="293"/>
                </a:cubicBezTo>
                <a:cubicBezTo>
                  <a:pt x="5322" y="285"/>
                  <a:pt x="5325" y="276"/>
                  <a:pt x="5328" y="265"/>
                </a:cubicBezTo>
                <a:cubicBezTo>
                  <a:pt x="5330" y="255"/>
                  <a:pt x="5331" y="245"/>
                  <a:pt x="5331" y="234"/>
                </a:cubicBezTo>
                <a:cubicBezTo>
                  <a:pt x="5331" y="222"/>
                  <a:pt x="5330" y="211"/>
                  <a:pt x="5328" y="200"/>
                </a:cubicBezTo>
                <a:cubicBezTo>
                  <a:pt x="5326" y="189"/>
                  <a:pt x="5323" y="180"/>
                  <a:pt x="5319" y="171"/>
                </a:cubicBezTo>
                <a:cubicBezTo>
                  <a:pt x="5315" y="163"/>
                  <a:pt x="5309" y="156"/>
                  <a:pt x="5301" y="151"/>
                </a:cubicBezTo>
                <a:cubicBezTo>
                  <a:pt x="5294" y="146"/>
                  <a:pt x="5285" y="143"/>
                  <a:pt x="5274" y="143"/>
                </a:cubicBezTo>
                <a:moveTo>
                  <a:pt x="1700" y="143"/>
                </a:moveTo>
                <a:cubicBezTo>
                  <a:pt x="1690" y="143"/>
                  <a:pt x="1681" y="146"/>
                  <a:pt x="1673" y="151"/>
                </a:cubicBezTo>
                <a:cubicBezTo>
                  <a:pt x="1666" y="156"/>
                  <a:pt x="1660" y="162"/>
                  <a:pt x="1655" y="171"/>
                </a:cubicBezTo>
                <a:cubicBezTo>
                  <a:pt x="1651" y="179"/>
                  <a:pt x="1647" y="188"/>
                  <a:pt x="1645" y="199"/>
                </a:cubicBezTo>
                <a:cubicBezTo>
                  <a:pt x="1643" y="209"/>
                  <a:pt x="1642" y="220"/>
                  <a:pt x="1642" y="230"/>
                </a:cubicBezTo>
                <a:cubicBezTo>
                  <a:pt x="1642" y="242"/>
                  <a:pt x="1643" y="253"/>
                  <a:pt x="1645" y="264"/>
                </a:cubicBezTo>
                <a:cubicBezTo>
                  <a:pt x="1646" y="275"/>
                  <a:pt x="1650" y="285"/>
                  <a:pt x="1654" y="293"/>
                </a:cubicBezTo>
                <a:cubicBezTo>
                  <a:pt x="1658" y="302"/>
                  <a:pt x="1664" y="308"/>
                  <a:pt x="1671" y="314"/>
                </a:cubicBezTo>
                <a:cubicBezTo>
                  <a:pt x="1678" y="319"/>
                  <a:pt x="1688" y="321"/>
                  <a:pt x="1699" y="321"/>
                </a:cubicBezTo>
                <a:cubicBezTo>
                  <a:pt x="1704" y="321"/>
                  <a:pt x="1709" y="320"/>
                  <a:pt x="1714" y="319"/>
                </a:cubicBezTo>
                <a:cubicBezTo>
                  <a:pt x="1720" y="318"/>
                  <a:pt x="1725" y="315"/>
                  <a:pt x="1730" y="312"/>
                </a:cubicBezTo>
                <a:cubicBezTo>
                  <a:pt x="1736" y="308"/>
                  <a:pt x="1741" y="303"/>
                  <a:pt x="1747" y="298"/>
                </a:cubicBezTo>
                <a:cubicBezTo>
                  <a:pt x="1753" y="292"/>
                  <a:pt x="1759" y="285"/>
                  <a:pt x="1766" y="277"/>
                </a:cubicBezTo>
                <a:lnTo>
                  <a:pt x="1766" y="186"/>
                </a:lnTo>
                <a:cubicBezTo>
                  <a:pt x="1755" y="172"/>
                  <a:pt x="1744" y="162"/>
                  <a:pt x="1733" y="154"/>
                </a:cubicBezTo>
                <a:cubicBezTo>
                  <a:pt x="1723" y="147"/>
                  <a:pt x="1712" y="143"/>
                  <a:pt x="1700" y="143"/>
                </a:cubicBezTo>
                <a:moveTo>
                  <a:pt x="6116" y="140"/>
                </a:moveTo>
                <a:cubicBezTo>
                  <a:pt x="6106" y="140"/>
                  <a:pt x="6097" y="142"/>
                  <a:pt x="6089" y="146"/>
                </a:cubicBezTo>
                <a:cubicBezTo>
                  <a:pt x="6081" y="150"/>
                  <a:pt x="6075" y="155"/>
                  <a:pt x="6069" y="161"/>
                </a:cubicBezTo>
                <a:cubicBezTo>
                  <a:pt x="6064" y="168"/>
                  <a:pt x="6060" y="175"/>
                  <a:pt x="6057" y="184"/>
                </a:cubicBezTo>
                <a:cubicBezTo>
                  <a:pt x="6054" y="192"/>
                  <a:pt x="6053" y="201"/>
                  <a:pt x="6053" y="210"/>
                </a:cubicBezTo>
                <a:lnTo>
                  <a:pt x="6176" y="210"/>
                </a:lnTo>
                <a:cubicBezTo>
                  <a:pt x="6177" y="188"/>
                  <a:pt x="6172" y="171"/>
                  <a:pt x="6162" y="159"/>
                </a:cubicBezTo>
                <a:cubicBezTo>
                  <a:pt x="6151" y="146"/>
                  <a:pt x="6136" y="140"/>
                  <a:pt x="6116" y="140"/>
                </a:cubicBezTo>
                <a:moveTo>
                  <a:pt x="5528" y="140"/>
                </a:moveTo>
                <a:cubicBezTo>
                  <a:pt x="5517" y="140"/>
                  <a:pt x="5508" y="142"/>
                  <a:pt x="5500" y="146"/>
                </a:cubicBezTo>
                <a:cubicBezTo>
                  <a:pt x="5493" y="150"/>
                  <a:pt x="5486" y="155"/>
                  <a:pt x="5481" y="161"/>
                </a:cubicBezTo>
                <a:cubicBezTo>
                  <a:pt x="5476" y="168"/>
                  <a:pt x="5472" y="175"/>
                  <a:pt x="5469" y="184"/>
                </a:cubicBezTo>
                <a:cubicBezTo>
                  <a:pt x="5466" y="192"/>
                  <a:pt x="5464" y="201"/>
                  <a:pt x="5464" y="210"/>
                </a:cubicBezTo>
                <a:lnTo>
                  <a:pt x="5588" y="210"/>
                </a:lnTo>
                <a:cubicBezTo>
                  <a:pt x="5588" y="188"/>
                  <a:pt x="5583" y="171"/>
                  <a:pt x="5573" y="159"/>
                </a:cubicBezTo>
                <a:cubicBezTo>
                  <a:pt x="5563" y="146"/>
                  <a:pt x="5548" y="140"/>
                  <a:pt x="5528" y="140"/>
                </a:cubicBezTo>
                <a:moveTo>
                  <a:pt x="3923" y="140"/>
                </a:moveTo>
                <a:cubicBezTo>
                  <a:pt x="3913" y="140"/>
                  <a:pt x="3904" y="142"/>
                  <a:pt x="3896" y="146"/>
                </a:cubicBezTo>
                <a:cubicBezTo>
                  <a:pt x="3888" y="150"/>
                  <a:pt x="3882" y="155"/>
                  <a:pt x="3877" y="161"/>
                </a:cubicBezTo>
                <a:cubicBezTo>
                  <a:pt x="3871" y="168"/>
                  <a:pt x="3867" y="175"/>
                  <a:pt x="3864" y="184"/>
                </a:cubicBezTo>
                <a:cubicBezTo>
                  <a:pt x="3861" y="192"/>
                  <a:pt x="3860" y="201"/>
                  <a:pt x="3860" y="210"/>
                </a:cubicBezTo>
                <a:lnTo>
                  <a:pt x="3984" y="210"/>
                </a:lnTo>
                <a:cubicBezTo>
                  <a:pt x="3984" y="188"/>
                  <a:pt x="3979" y="171"/>
                  <a:pt x="3969" y="159"/>
                </a:cubicBezTo>
                <a:cubicBezTo>
                  <a:pt x="3958" y="146"/>
                  <a:pt x="3943" y="140"/>
                  <a:pt x="3923" y="140"/>
                </a:cubicBezTo>
                <a:moveTo>
                  <a:pt x="1340" y="140"/>
                </a:moveTo>
                <a:cubicBezTo>
                  <a:pt x="1330" y="140"/>
                  <a:pt x="1320" y="142"/>
                  <a:pt x="1313" y="146"/>
                </a:cubicBezTo>
                <a:cubicBezTo>
                  <a:pt x="1305" y="150"/>
                  <a:pt x="1299" y="155"/>
                  <a:pt x="1293" y="161"/>
                </a:cubicBezTo>
                <a:cubicBezTo>
                  <a:pt x="1288" y="168"/>
                  <a:pt x="1284" y="175"/>
                  <a:pt x="1281" y="184"/>
                </a:cubicBezTo>
                <a:cubicBezTo>
                  <a:pt x="1278" y="192"/>
                  <a:pt x="1277" y="201"/>
                  <a:pt x="1276" y="210"/>
                </a:cubicBezTo>
                <a:lnTo>
                  <a:pt x="1400" y="210"/>
                </a:lnTo>
                <a:cubicBezTo>
                  <a:pt x="1401" y="188"/>
                  <a:pt x="1396" y="171"/>
                  <a:pt x="1385" y="159"/>
                </a:cubicBezTo>
                <a:cubicBezTo>
                  <a:pt x="1375" y="146"/>
                  <a:pt x="1360" y="140"/>
                  <a:pt x="1340" y="140"/>
                </a:cubicBezTo>
                <a:moveTo>
                  <a:pt x="4889" y="140"/>
                </a:moveTo>
                <a:cubicBezTo>
                  <a:pt x="4881" y="140"/>
                  <a:pt x="4874" y="141"/>
                  <a:pt x="4868" y="144"/>
                </a:cubicBezTo>
                <a:cubicBezTo>
                  <a:pt x="4862" y="147"/>
                  <a:pt x="4857" y="150"/>
                  <a:pt x="4853" y="155"/>
                </a:cubicBezTo>
                <a:cubicBezTo>
                  <a:pt x="4850" y="160"/>
                  <a:pt x="4846" y="165"/>
                  <a:pt x="4845" y="171"/>
                </a:cubicBezTo>
                <a:cubicBezTo>
                  <a:pt x="4843" y="177"/>
                  <a:pt x="4842" y="184"/>
                  <a:pt x="4842" y="190"/>
                </a:cubicBezTo>
                <a:cubicBezTo>
                  <a:pt x="4842" y="205"/>
                  <a:pt x="4846" y="217"/>
                  <a:pt x="4855" y="226"/>
                </a:cubicBezTo>
                <a:cubicBezTo>
                  <a:pt x="4863" y="234"/>
                  <a:pt x="4875" y="239"/>
                  <a:pt x="4890" y="239"/>
                </a:cubicBezTo>
                <a:cubicBezTo>
                  <a:pt x="4898" y="239"/>
                  <a:pt x="4905" y="237"/>
                  <a:pt x="4912" y="235"/>
                </a:cubicBezTo>
                <a:cubicBezTo>
                  <a:pt x="4918" y="232"/>
                  <a:pt x="4923" y="228"/>
                  <a:pt x="4926" y="224"/>
                </a:cubicBezTo>
                <a:cubicBezTo>
                  <a:pt x="4930" y="219"/>
                  <a:pt x="4934" y="214"/>
                  <a:pt x="4935" y="208"/>
                </a:cubicBezTo>
                <a:cubicBezTo>
                  <a:pt x="4937" y="202"/>
                  <a:pt x="4938" y="196"/>
                  <a:pt x="4938" y="189"/>
                </a:cubicBezTo>
                <a:cubicBezTo>
                  <a:pt x="4938" y="173"/>
                  <a:pt x="4934" y="161"/>
                  <a:pt x="4925" y="153"/>
                </a:cubicBezTo>
                <a:cubicBezTo>
                  <a:pt x="4917" y="144"/>
                  <a:pt x="4905" y="140"/>
                  <a:pt x="4889" y="140"/>
                </a:cubicBezTo>
                <a:moveTo>
                  <a:pt x="3670" y="140"/>
                </a:moveTo>
                <a:cubicBezTo>
                  <a:pt x="3662" y="140"/>
                  <a:pt x="3655" y="141"/>
                  <a:pt x="3649" y="144"/>
                </a:cubicBezTo>
                <a:cubicBezTo>
                  <a:pt x="3643" y="147"/>
                  <a:pt x="3638" y="150"/>
                  <a:pt x="3634" y="155"/>
                </a:cubicBezTo>
                <a:cubicBezTo>
                  <a:pt x="3630" y="160"/>
                  <a:pt x="3627" y="165"/>
                  <a:pt x="3625" y="171"/>
                </a:cubicBezTo>
                <a:cubicBezTo>
                  <a:pt x="3623" y="177"/>
                  <a:pt x="3623" y="184"/>
                  <a:pt x="3623" y="190"/>
                </a:cubicBezTo>
                <a:cubicBezTo>
                  <a:pt x="3623" y="205"/>
                  <a:pt x="3627" y="217"/>
                  <a:pt x="3635" y="226"/>
                </a:cubicBezTo>
                <a:cubicBezTo>
                  <a:pt x="3644" y="234"/>
                  <a:pt x="3655" y="239"/>
                  <a:pt x="3671" y="239"/>
                </a:cubicBezTo>
                <a:cubicBezTo>
                  <a:pt x="3679" y="239"/>
                  <a:pt x="3686" y="237"/>
                  <a:pt x="3692" y="235"/>
                </a:cubicBezTo>
                <a:cubicBezTo>
                  <a:pt x="3698" y="232"/>
                  <a:pt x="3703" y="228"/>
                  <a:pt x="3707" y="224"/>
                </a:cubicBezTo>
                <a:cubicBezTo>
                  <a:pt x="3711" y="219"/>
                  <a:pt x="3714" y="214"/>
                  <a:pt x="3716" y="208"/>
                </a:cubicBezTo>
                <a:cubicBezTo>
                  <a:pt x="3718" y="202"/>
                  <a:pt x="3719" y="196"/>
                  <a:pt x="3719" y="189"/>
                </a:cubicBezTo>
                <a:cubicBezTo>
                  <a:pt x="3719" y="173"/>
                  <a:pt x="3715" y="161"/>
                  <a:pt x="3706" y="153"/>
                </a:cubicBezTo>
                <a:cubicBezTo>
                  <a:pt x="3698" y="144"/>
                  <a:pt x="3686" y="140"/>
                  <a:pt x="3670" y="140"/>
                </a:cubicBezTo>
                <a:moveTo>
                  <a:pt x="4445" y="110"/>
                </a:moveTo>
                <a:cubicBezTo>
                  <a:pt x="4449" y="110"/>
                  <a:pt x="4453" y="110"/>
                  <a:pt x="4455" y="112"/>
                </a:cubicBezTo>
                <a:cubicBezTo>
                  <a:pt x="4458" y="112"/>
                  <a:pt x="4460" y="112"/>
                  <a:pt x="4462" y="113"/>
                </a:cubicBezTo>
                <a:cubicBezTo>
                  <a:pt x="4463" y="114"/>
                  <a:pt x="4464" y="114"/>
                  <a:pt x="4465" y="115"/>
                </a:cubicBezTo>
                <a:cubicBezTo>
                  <a:pt x="4465" y="117"/>
                  <a:pt x="4466" y="118"/>
                  <a:pt x="4466" y="119"/>
                </a:cubicBezTo>
                <a:lnTo>
                  <a:pt x="4466" y="346"/>
                </a:lnTo>
                <a:cubicBezTo>
                  <a:pt x="4466" y="347"/>
                  <a:pt x="4465" y="348"/>
                  <a:pt x="4465" y="349"/>
                </a:cubicBezTo>
                <a:cubicBezTo>
                  <a:pt x="4464" y="350"/>
                  <a:pt x="4463" y="351"/>
                  <a:pt x="4462" y="351"/>
                </a:cubicBezTo>
                <a:cubicBezTo>
                  <a:pt x="4460" y="352"/>
                  <a:pt x="4458" y="353"/>
                  <a:pt x="4455" y="353"/>
                </a:cubicBezTo>
                <a:cubicBezTo>
                  <a:pt x="4453" y="353"/>
                  <a:pt x="4449" y="354"/>
                  <a:pt x="4445" y="354"/>
                </a:cubicBezTo>
                <a:cubicBezTo>
                  <a:pt x="4441" y="354"/>
                  <a:pt x="4438" y="353"/>
                  <a:pt x="4435" y="353"/>
                </a:cubicBezTo>
                <a:cubicBezTo>
                  <a:pt x="4432" y="353"/>
                  <a:pt x="4430" y="352"/>
                  <a:pt x="4428" y="351"/>
                </a:cubicBezTo>
                <a:cubicBezTo>
                  <a:pt x="4427" y="351"/>
                  <a:pt x="4426" y="350"/>
                  <a:pt x="4425" y="349"/>
                </a:cubicBezTo>
                <a:cubicBezTo>
                  <a:pt x="4424" y="348"/>
                  <a:pt x="4424" y="347"/>
                  <a:pt x="4424" y="346"/>
                </a:cubicBezTo>
                <a:lnTo>
                  <a:pt x="4424" y="119"/>
                </a:lnTo>
                <a:cubicBezTo>
                  <a:pt x="4424" y="118"/>
                  <a:pt x="4424" y="117"/>
                  <a:pt x="4425" y="115"/>
                </a:cubicBezTo>
                <a:cubicBezTo>
                  <a:pt x="4426" y="114"/>
                  <a:pt x="4427" y="114"/>
                  <a:pt x="4428" y="113"/>
                </a:cubicBezTo>
                <a:cubicBezTo>
                  <a:pt x="4430" y="112"/>
                  <a:pt x="4432" y="112"/>
                  <a:pt x="4435" y="112"/>
                </a:cubicBezTo>
                <a:cubicBezTo>
                  <a:pt x="4438" y="110"/>
                  <a:pt x="4441" y="110"/>
                  <a:pt x="4445" y="110"/>
                </a:cubicBezTo>
                <a:moveTo>
                  <a:pt x="3175" y="110"/>
                </a:moveTo>
                <a:cubicBezTo>
                  <a:pt x="3179" y="110"/>
                  <a:pt x="3183" y="110"/>
                  <a:pt x="3185" y="112"/>
                </a:cubicBezTo>
                <a:cubicBezTo>
                  <a:pt x="3188" y="112"/>
                  <a:pt x="3190" y="112"/>
                  <a:pt x="3192" y="113"/>
                </a:cubicBezTo>
                <a:cubicBezTo>
                  <a:pt x="3193" y="114"/>
                  <a:pt x="3194" y="114"/>
                  <a:pt x="3195" y="115"/>
                </a:cubicBezTo>
                <a:cubicBezTo>
                  <a:pt x="3195" y="117"/>
                  <a:pt x="3196" y="118"/>
                  <a:pt x="3196" y="119"/>
                </a:cubicBezTo>
                <a:lnTo>
                  <a:pt x="3196" y="346"/>
                </a:lnTo>
                <a:cubicBezTo>
                  <a:pt x="3196" y="347"/>
                  <a:pt x="3195" y="348"/>
                  <a:pt x="3195" y="349"/>
                </a:cubicBezTo>
                <a:cubicBezTo>
                  <a:pt x="3194" y="350"/>
                  <a:pt x="3193" y="351"/>
                  <a:pt x="3192" y="351"/>
                </a:cubicBezTo>
                <a:cubicBezTo>
                  <a:pt x="3190" y="352"/>
                  <a:pt x="3188" y="353"/>
                  <a:pt x="3185" y="353"/>
                </a:cubicBezTo>
                <a:cubicBezTo>
                  <a:pt x="3183" y="353"/>
                  <a:pt x="3179" y="354"/>
                  <a:pt x="3175" y="354"/>
                </a:cubicBezTo>
                <a:cubicBezTo>
                  <a:pt x="3171" y="354"/>
                  <a:pt x="3168" y="353"/>
                  <a:pt x="3165" y="353"/>
                </a:cubicBezTo>
                <a:cubicBezTo>
                  <a:pt x="3162" y="353"/>
                  <a:pt x="3160" y="352"/>
                  <a:pt x="3158" y="351"/>
                </a:cubicBezTo>
                <a:cubicBezTo>
                  <a:pt x="3157" y="351"/>
                  <a:pt x="3156" y="350"/>
                  <a:pt x="3155" y="349"/>
                </a:cubicBezTo>
                <a:cubicBezTo>
                  <a:pt x="3154" y="348"/>
                  <a:pt x="3154" y="347"/>
                  <a:pt x="3154" y="346"/>
                </a:cubicBezTo>
                <a:lnTo>
                  <a:pt x="3154" y="119"/>
                </a:lnTo>
                <a:cubicBezTo>
                  <a:pt x="3154" y="118"/>
                  <a:pt x="3154" y="117"/>
                  <a:pt x="3155" y="115"/>
                </a:cubicBezTo>
                <a:cubicBezTo>
                  <a:pt x="3156" y="114"/>
                  <a:pt x="3157" y="114"/>
                  <a:pt x="3158" y="113"/>
                </a:cubicBezTo>
                <a:cubicBezTo>
                  <a:pt x="3160" y="112"/>
                  <a:pt x="3162" y="112"/>
                  <a:pt x="3165" y="112"/>
                </a:cubicBezTo>
                <a:cubicBezTo>
                  <a:pt x="3168" y="110"/>
                  <a:pt x="3171" y="110"/>
                  <a:pt x="3175" y="110"/>
                </a:cubicBezTo>
                <a:moveTo>
                  <a:pt x="2802" y="110"/>
                </a:moveTo>
                <a:cubicBezTo>
                  <a:pt x="2807" y="110"/>
                  <a:pt x="2811" y="110"/>
                  <a:pt x="2814" y="110"/>
                </a:cubicBezTo>
                <a:cubicBezTo>
                  <a:pt x="2817" y="112"/>
                  <a:pt x="2819" y="112"/>
                  <a:pt x="2821" y="113"/>
                </a:cubicBezTo>
                <a:cubicBezTo>
                  <a:pt x="2822" y="113"/>
                  <a:pt x="2824" y="114"/>
                  <a:pt x="2824" y="116"/>
                </a:cubicBezTo>
                <a:cubicBezTo>
                  <a:pt x="2825" y="117"/>
                  <a:pt x="2826" y="119"/>
                  <a:pt x="2827" y="121"/>
                </a:cubicBezTo>
                <a:lnTo>
                  <a:pt x="2892" y="303"/>
                </a:lnTo>
                <a:lnTo>
                  <a:pt x="2955" y="120"/>
                </a:lnTo>
                <a:cubicBezTo>
                  <a:pt x="2956" y="117"/>
                  <a:pt x="2957" y="114"/>
                  <a:pt x="2958" y="114"/>
                </a:cubicBezTo>
                <a:cubicBezTo>
                  <a:pt x="2960" y="113"/>
                  <a:pt x="2962" y="112"/>
                  <a:pt x="2965" y="112"/>
                </a:cubicBezTo>
                <a:cubicBezTo>
                  <a:pt x="2968" y="110"/>
                  <a:pt x="2972" y="110"/>
                  <a:pt x="2977" y="110"/>
                </a:cubicBezTo>
                <a:cubicBezTo>
                  <a:pt x="2982" y="110"/>
                  <a:pt x="2986" y="110"/>
                  <a:pt x="2989" y="112"/>
                </a:cubicBezTo>
                <a:cubicBezTo>
                  <a:pt x="2992" y="112"/>
                  <a:pt x="2994" y="113"/>
                  <a:pt x="2995" y="114"/>
                </a:cubicBezTo>
                <a:cubicBezTo>
                  <a:pt x="2997" y="115"/>
                  <a:pt x="2998" y="117"/>
                  <a:pt x="2998" y="119"/>
                </a:cubicBezTo>
                <a:cubicBezTo>
                  <a:pt x="2998" y="121"/>
                  <a:pt x="2997" y="123"/>
                  <a:pt x="2996" y="126"/>
                </a:cubicBezTo>
                <a:lnTo>
                  <a:pt x="2915" y="352"/>
                </a:lnTo>
                <a:lnTo>
                  <a:pt x="2885" y="435"/>
                </a:lnTo>
                <a:cubicBezTo>
                  <a:pt x="2884" y="438"/>
                  <a:pt x="2881" y="440"/>
                  <a:pt x="2877" y="442"/>
                </a:cubicBezTo>
                <a:cubicBezTo>
                  <a:pt x="2873" y="443"/>
                  <a:pt x="2866" y="444"/>
                  <a:pt x="2858" y="444"/>
                </a:cubicBezTo>
                <a:cubicBezTo>
                  <a:pt x="2854" y="444"/>
                  <a:pt x="2850" y="444"/>
                  <a:pt x="2847" y="443"/>
                </a:cubicBezTo>
                <a:cubicBezTo>
                  <a:pt x="2845" y="443"/>
                  <a:pt x="2843" y="442"/>
                  <a:pt x="2841" y="441"/>
                </a:cubicBezTo>
                <a:cubicBezTo>
                  <a:pt x="2840" y="440"/>
                  <a:pt x="2839" y="439"/>
                  <a:pt x="2839" y="437"/>
                </a:cubicBezTo>
                <a:cubicBezTo>
                  <a:pt x="2839" y="435"/>
                  <a:pt x="2839" y="433"/>
                  <a:pt x="2840" y="431"/>
                </a:cubicBezTo>
                <a:lnTo>
                  <a:pt x="2871" y="352"/>
                </a:lnTo>
                <a:cubicBezTo>
                  <a:pt x="2870" y="351"/>
                  <a:pt x="2868" y="350"/>
                  <a:pt x="2867" y="349"/>
                </a:cubicBezTo>
                <a:cubicBezTo>
                  <a:pt x="2866" y="347"/>
                  <a:pt x="2865" y="346"/>
                  <a:pt x="2864" y="344"/>
                </a:cubicBezTo>
                <a:lnTo>
                  <a:pt x="2783" y="127"/>
                </a:lnTo>
                <a:cubicBezTo>
                  <a:pt x="2782" y="124"/>
                  <a:pt x="2781" y="121"/>
                  <a:pt x="2781" y="119"/>
                </a:cubicBezTo>
                <a:cubicBezTo>
                  <a:pt x="2781" y="117"/>
                  <a:pt x="2782" y="115"/>
                  <a:pt x="2783" y="114"/>
                </a:cubicBezTo>
                <a:cubicBezTo>
                  <a:pt x="2785" y="113"/>
                  <a:pt x="2787" y="112"/>
                  <a:pt x="2790" y="112"/>
                </a:cubicBezTo>
                <a:cubicBezTo>
                  <a:pt x="2793" y="110"/>
                  <a:pt x="2797" y="110"/>
                  <a:pt x="2802" y="110"/>
                </a:cubicBezTo>
                <a:moveTo>
                  <a:pt x="2540" y="110"/>
                </a:moveTo>
                <a:cubicBezTo>
                  <a:pt x="2544" y="110"/>
                  <a:pt x="2548" y="110"/>
                  <a:pt x="2550" y="112"/>
                </a:cubicBezTo>
                <a:cubicBezTo>
                  <a:pt x="2553" y="112"/>
                  <a:pt x="2555" y="112"/>
                  <a:pt x="2557" y="113"/>
                </a:cubicBezTo>
                <a:cubicBezTo>
                  <a:pt x="2558" y="114"/>
                  <a:pt x="2559" y="114"/>
                  <a:pt x="2560" y="115"/>
                </a:cubicBezTo>
                <a:cubicBezTo>
                  <a:pt x="2560" y="117"/>
                  <a:pt x="2561" y="118"/>
                  <a:pt x="2561" y="119"/>
                </a:cubicBezTo>
                <a:lnTo>
                  <a:pt x="2561" y="346"/>
                </a:lnTo>
                <a:cubicBezTo>
                  <a:pt x="2561" y="347"/>
                  <a:pt x="2560" y="348"/>
                  <a:pt x="2560" y="349"/>
                </a:cubicBezTo>
                <a:cubicBezTo>
                  <a:pt x="2559" y="350"/>
                  <a:pt x="2558" y="351"/>
                  <a:pt x="2557" y="351"/>
                </a:cubicBezTo>
                <a:cubicBezTo>
                  <a:pt x="2555" y="352"/>
                  <a:pt x="2553" y="353"/>
                  <a:pt x="2550" y="353"/>
                </a:cubicBezTo>
                <a:cubicBezTo>
                  <a:pt x="2548" y="353"/>
                  <a:pt x="2544" y="354"/>
                  <a:pt x="2540" y="354"/>
                </a:cubicBezTo>
                <a:cubicBezTo>
                  <a:pt x="2536" y="354"/>
                  <a:pt x="2533" y="353"/>
                  <a:pt x="2530" y="353"/>
                </a:cubicBezTo>
                <a:cubicBezTo>
                  <a:pt x="2527" y="353"/>
                  <a:pt x="2525" y="352"/>
                  <a:pt x="2523" y="351"/>
                </a:cubicBezTo>
                <a:cubicBezTo>
                  <a:pt x="2522" y="351"/>
                  <a:pt x="2521" y="350"/>
                  <a:pt x="2520" y="349"/>
                </a:cubicBezTo>
                <a:cubicBezTo>
                  <a:pt x="2519" y="348"/>
                  <a:pt x="2519" y="347"/>
                  <a:pt x="2519" y="346"/>
                </a:cubicBezTo>
                <a:lnTo>
                  <a:pt x="2519" y="119"/>
                </a:lnTo>
                <a:cubicBezTo>
                  <a:pt x="2519" y="118"/>
                  <a:pt x="2519" y="117"/>
                  <a:pt x="2520" y="115"/>
                </a:cubicBezTo>
                <a:cubicBezTo>
                  <a:pt x="2521" y="114"/>
                  <a:pt x="2522" y="114"/>
                  <a:pt x="2523" y="113"/>
                </a:cubicBezTo>
                <a:cubicBezTo>
                  <a:pt x="2525" y="112"/>
                  <a:pt x="2527" y="112"/>
                  <a:pt x="2530" y="112"/>
                </a:cubicBezTo>
                <a:cubicBezTo>
                  <a:pt x="2533" y="110"/>
                  <a:pt x="2536" y="110"/>
                  <a:pt x="2540" y="110"/>
                </a:cubicBezTo>
                <a:moveTo>
                  <a:pt x="1904" y="110"/>
                </a:moveTo>
                <a:cubicBezTo>
                  <a:pt x="1908" y="110"/>
                  <a:pt x="1911" y="110"/>
                  <a:pt x="1914" y="110"/>
                </a:cubicBezTo>
                <a:cubicBezTo>
                  <a:pt x="1917" y="112"/>
                  <a:pt x="1919" y="112"/>
                  <a:pt x="1920" y="113"/>
                </a:cubicBezTo>
                <a:cubicBezTo>
                  <a:pt x="1922" y="114"/>
                  <a:pt x="1923" y="114"/>
                  <a:pt x="1924" y="115"/>
                </a:cubicBezTo>
                <a:cubicBezTo>
                  <a:pt x="1924" y="116"/>
                  <a:pt x="1925" y="118"/>
                  <a:pt x="1925" y="119"/>
                </a:cubicBezTo>
                <a:lnTo>
                  <a:pt x="1925" y="251"/>
                </a:lnTo>
                <a:cubicBezTo>
                  <a:pt x="1925" y="264"/>
                  <a:pt x="1926" y="275"/>
                  <a:pt x="1928" y="283"/>
                </a:cubicBezTo>
                <a:cubicBezTo>
                  <a:pt x="1930" y="291"/>
                  <a:pt x="1932" y="298"/>
                  <a:pt x="1937" y="303"/>
                </a:cubicBezTo>
                <a:cubicBezTo>
                  <a:pt x="1941" y="309"/>
                  <a:pt x="1946" y="313"/>
                  <a:pt x="1952" y="317"/>
                </a:cubicBezTo>
                <a:cubicBezTo>
                  <a:pt x="1958" y="319"/>
                  <a:pt x="1965" y="321"/>
                  <a:pt x="1973" y="321"/>
                </a:cubicBezTo>
                <a:cubicBezTo>
                  <a:pt x="1983" y="321"/>
                  <a:pt x="1993" y="317"/>
                  <a:pt x="2004" y="310"/>
                </a:cubicBezTo>
                <a:cubicBezTo>
                  <a:pt x="2014" y="302"/>
                  <a:pt x="2025" y="292"/>
                  <a:pt x="2037" y="277"/>
                </a:cubicBezTo>
                <a:lnTo>
                  <a:pt x="2037" y="119"/>
                </a:lnTo>
                <a:cubicBezTo>
                  <a:pt x="2037" y="118"/>
                  <a:pt x="2037" y="116"/>
                  <a:pt x="2038" y="115"/>
                </a:cubicBezTo>
                <a:cubicBezTo>
                  <a:pt x="2038" y="114"/>
                  <a:pt x="2039" y="114"/>
                  <a:pt x="2041" y="113"/>
                </a:cubicBezTo>
                <a:cubicBezTo>
                  <a:pt x="2043" y="112"/>
                  <a:pt x="2045" y="112"/>
                  <a:pt x="2047" y="110"/>
                </a:cubicBezTo>
                <a:cubicBezTo>
                  <a:pt x="2050" y="110"/>
                  <a:pt x="2053" y="110"/>
                  <a:pt x="2058" y="110"/>
                </a:cubicBezTo>
                <a:cubicBezTo>
                  <a:pt x="2062" y="110"/>
                  <a:pt x="2065" y="110"/>
                  <a:pt x="2068" y="110"/>
                </a:cubicBezTo>
                <a:cubicBezTo>
                  <a:pt x="2070" y="112"/>
                  <a:pt x="2073" y="112"/>
                  <a:pt x="2074" y="113"/>
                </a:cubicBezTo>
                <a:cubicBezTo>
                  <a:pt x="2076" y="114"/>
                  <a:pt x="2077" y="114"/>
                  <a:pt x="2077" y="115"/>
                </a:cubicBezTo>
                <a:cubicBezTo>
                  <a:pt x="2078" y="116"/>
                  <a:pt x="2079" y="118"/>
                  <a:pt x="2079" y="119"/>
                </a:cubicBezTo>
                <a:lnTo>
                  <a:pt x="2079" y="346"/>
                </a:lnTo>
                <a:cubicBezTo>
                  <a:pt x="2079" y="347"/>
                  <a:pt x="2079" y="348"/>
                  <a:pt x="2078" y="349"/>
                </a:cubicBezTo>
                <a:cubicBezTo>
                  <a:pt x="2077" y="350"/>
                  <a:pt x="2076" y="351"/>
                  <a:pt x="2075" y="351"/>
                </a:cubicBezTo>
                <a:cubicBezTo>
                  <a:pt x="2073" y="352"/>
                  <a:pt x="2071" y="353"/>
                  <a:pt x="2069" y="353"/>
                </a:cubicBezTo>
                <a:cubicBezTo>
                  <a:pt x="2066" y="353"/>
                  <a:pt x="2063" y="354"/>
                  <a:pt x="2060" y="354"/>
                </a:cubicBezTo>
                <a:cubicBezTo>
                  <a:pt x="2056" y="354"/>
                  <a:pt x="2053" y="353"/>
                  <a:pt x="2050" y="353"/>
                </a:cubicBezTo>
                <a:cubicBezTo>
                  <a:pt x="2048" y="353"/>
                  <a:pt x="2046" y="352"/>
                  <a:pt x="2045" y="351"/>
                </a:cubicBezTo>
                <a:cubicBezTo>
                  <a:pt x="2043" y="351"/>
                  <a:pt x="2042" y="350"/>
                  <a:pt x="2041" y="349"/>
                </a:cubicBezTo>
                <a:cubicBezTo>
                  <a:pt x="2041" y="348"/>
                  <a:pt x="2041" y="347"/>
                  <a:pt x="2041" y="346"/>
                </a:cubicBezTo>
                <a:lnTo>
                  <a:pt x="2041" y="316"/>
                </a:lnTo>
                <a:cubicBezTo>
                  <a:pt x="2028" y="330"/>
                  <a:pt x="2015" y="341"/>
                  <a:pt x="2003" y="347"/>
                </a:cubicBezTo>
                <a:cubicBezTo>
                  <a:pt x="1990" y="354"/>
                  <a:pt x="1977" y="357"/>
                  <a:pt x="1964" y="357"/>
                </a:cubicBezTo>
                <a:cubicBezTo>
                  <a:pt x="1949" y="357"/>
                  <a:pt x="1936" y="354"/>
                  <a:pt x="1926" y="349"/>
                </a:cubicBezTo>
                <a:cubicBezTo>
                  <a:pt x="1916" y="344"/>
                  <a:pt x="1907" y="337"/>
                  <a:pt x="1901" y="329"/>
                </a:cubicBezTo>
                <a:cubicBezTo>
                  <a:pt x="1894" y="320"/>
                  <a:pt x="1890" y="310"/>
                  <a:pt x="1887" y="299"/>
                </a:cubicBezTo>
                <a:cubicBezTo>
                  <a:pt x="1884" y="287"/>
                  <a:pt x="1883" y="273"/>
                  <a:pt x="1883" y="257"/>
                </a:cubicBezTo>
                <a:lnTo>
                  <a:pt x="1883" y="119"/>
                </a:lnTo>
                <a:cubicBezTo>
                  <a:pt x="1883" y="118"/>
                  <a:pt x="1883" y="116"/>
                  <a:pt x="1884" y="115"/>
                </a:cubicBezTo>
                <a:cubicBezTo>
                  <a:pt x="1884" y="114"/>
                  <a:pt x="1886" y="114"/>
                  <a:pt x="1887" y="113"/>
                </a:cubicBezTo>
                <a:cubicBezTo>
                  <a:pt x="1889" y="112"/>
                  <a:pt x="1891" y="112"/>
                  <a:pt x="1894" y="110"/>
                </a:cubicBezTo>
                <a:cubicBezTo>
                  <a:pt x="1896" y="110"/>
                  <a:pt x="1900" y="110"/>
                  <a:pt x="1904" y="110"/>
                </a:cubicBezTo>
                <a:moveTo>
                  <a:pt x="455" y="110"/>
                </a:moveTo>
                <a:cubicBezTo>
                  <a:pt x="459" y="110"/>
                  <a:pt x="462" y="110"/>
                  <a:pt x="465" y="110"/>
                </a:cubicBezTo>
                <a:cubicBezTo>
                  <a:pt x="468" y="112"/>
                  <a:pt x="470" y="112"/>
                  <a:pt x="472" y="113"/>
                </a:cubicBezTo>
                <a:cubicBezTo>
                  <a:pt x="473" y="114"/>
                  <a:pt x="474" y="114"/>
                  <a:pt x="475" y="115"/>
                </a:cubicBezTo>
                <a:cubicBezTo>
                  <a:pt x="476" y="116"/>
                  <a:pt x="476" y="118"/>
                  <a:pt x="476" y="119"/>
                </a:cubicBezTo>
                <a:lnTo>
                  <a:pt x="476" y="251"/>
                </a:lnTo>
                <a:cubicBezTo>
                  <a:pt x="476" y="264"/>
                  <a:pt x="477" y="275"/>
                  <a:pt x="479" y="283"/>
                </a:cubicBezTo>
                <a:cubicBezTo>
                  <a:pt x="481" y="291"/>
                  <a:pt x="484" y="298"/>
                  <a:pt x="488" y="303"/>
                </a:cubicBezTo>
                <a:cubicBezTo>
                  <a:pt x="492" y="309"/>
                  <a:pt x="497" y="313"/>
                  <a:pt x="503" y="317"/>
                </a:cubicBezTo>
                <a:cubicBezTo>
                  <a:pt x="509" y="319"/>
                  <a:pt x="516" y="321"/>
                  <a:pt x="524" y="321"/>
                </a:cubicBezTo>
                <a:cubicBezTo>
                  <a:pt x="534" y="321"/>
                  <a:pt x="545" y="317"/>
                  <a:pt x="555" y="310"/>
                </a:cubicBezTo>
                <a:cubicBezTo>
                  <a:pt x="565" y="302"/>
                  <a:pt x="576" y="292"/>
                  <a:pt x="588" y="277"/>
                </a:cubicBezTo>
                <a:lnTo>
                  <a:pt x="588" y="119"/>
                </a:lnTo>
                <a:cubicBezTo>
                  <a:pt x="588" y="118"/>
                  <a:pt x="588" y="116"/>
                  <a:pt x="589" y="115"/>
                </a:cubicBezTo>
                <a:cubicBezTo>
                  <a:pt x="589" y="114"/>
                  <a:pt x="591" y="114"/>
                  <a:pt x="592" y="113"/>
                </a:cubicBezTo>
                <a:cubicBezTo>
                  <a:pt x="594" y="112"/>
                  <a:pt x="596" y="112"/>
                  <a:pt x="599" y="110"/>
                </a:cubicBezTo>
                <a:cubicBezTo>
                  <a:pt x="601" y="110"/>
                  <a:pt x="605" y="110"/>
                  <a:pt x="609" y="110"/>
                </a:cubicBezTo>
                <a:cubicBezTo>
                  <a:pt x="613" y="110"/>
                  <a:pt x="616" y="110"/>
                  <a:pt x="619" y="110"/>
                </a:cubicBezTo>
                <a:cubicBezTo>
                  <a:pt x="622" y="112"/>
                  <a:pt x="624" y="112"/>
                  <a:pt x="625" y="113"/>
                </a:cubicBezTo>
                <a:cubicBezTo>
                  <a:pt x="627" y="114"/>
                  <a:pt x="628" y="114"/>
                  <a:pt x="629" y="115"/>
                </a:cubicBezTo>
                <a:cubicBezTo>
                  <a:pt x="629" y="116"/>
                  <a:pt x="630" y="118"/>
                  <a:pt x="630" y="119"/>
                </a:cubicBezTo>
                <a:lnTo>
                  <a:pt x="630" y="346"/>
                </a:lnTo>
                <a:cubicBezTo>
                  <a:pt x="630" y="347"/>
                  <a:pt x="630" y="348"/>
                  <a:pt x="629" y="349"/>
                </a:cubicBezTo>
                <a:cubicBezTo>
                  <a:pt x="628" y="350"/>
                  <a:pt x="627" y="351"/>
                  <a:pt x="626" y="351"/>
                </a:cubicBezTo>
                <a:cubicBezTo>
                  <a:pt x="624" y="352"/>
                  <a:pt x="622" y="353"/>
                  <a:pt x="620" y="353"/>
                </a:cubicBezTo>
                <a:cubicBezTo>
                  <a:pt x="617" y="353"/>
                  <a:pt x="615" y="354"/>
                  <a:pt x="611" y="354"/>
                </a:cubicBezTo>
                <a:cubicBezTo>
                  <a:pt x="607" y="354"/>
                  <a:pt x="604" y="353"/>
                  <a:pt x="601" y="353"/>
                </a:cubicBezTo>
                <a:cubicBezTo>
                  <a:pt x="599" y="353"/>
                  <a:pt x="597" y="352"/>
                  <a:pt x="596" y="351"/>
                </a:cubicBezTo>
                <a:cubicBezTo>
                  <a:pt x="594" y="351"/>
                  <a:pt x="593" y="350"/>
                  <a:pt x="593" y="349"/>
                </a:cubicBezTo>
                <a:cubicBezTo>
                  <a:pt x="592" y="348"/>
                  <a:pt x="592" y="347"/>
                  <a:pt x="592" y="346"/>
                </a:cubicBezTo>
                <a:lnTo>
                  <a:pt x="592" y="316"/>
                </a:lnTo>
                <a:cubicBezTo>
                  <a:pt x="579" y="330"/>
                  <a:pt x="566" y="341"/>
                  <a:pt x="554" y="347"/>
                </a:cubicBezTo>
                <a:cubicBezTo>
                  <a:pt x="541" y="354"/>
                  <a:pt x="528" y="357"/>
                  <a:pt x="515" y="357"/>
                </a:cubicBezTo>
                <a:cubicBezTo>
                  <a:pt x="500" y="357"/>
                  <a:pt x="488" y="354"/>
                  <a:pt x="477" y="349"/>
                </a:cubicBezTo>
                <a:cubicBezTo>
                  <a:pt x="467" y="344"/>
                  <a:pt x="459" y="337"/>
                  <a:pt x="452" y="329"/>
                </a:cubicBezTo>
                <a:cubicBezTo>
                  <a:pt x="446" y="320"/>
                  <a:pt x="441" y="310"/>
                  <a:pt x="438" y="299"/>
                </a:cubicBezTo>
                <a:cubicBezTo>
                  <a:pt x="436" y="287"/>
                  <a:pt x="434" y="273"/>
                  <a:pt x="434" y="257"/>
                </a:cubicBezTo>
                <a:lnTo>
                  <a:pt x="434" y="119"/>
                </a:lnTo>
                <a:cubicBezTo>
                  <a:pt x="434" y="118"/>
                  <a:pt x="435" y="116"/>
                  <a:pt x="435" y="115"/>
                </a:cubicBezTo>
                <a:cubicBezTo>
                  <a:pt x="436" y="114"/>
                  <a:pt x="437" y="114"/>
                  <a:pt x="438" y="113"/>
                </a:cubicBezTo>
                <a:cubicBezTo>
                  <a:pt x="440" y="112"/>
                  <a:pt x="442" y="112"/>
                  <a:pt x="445" y="110"/>
                </a:cubicBezTo>
                <a:cubicBezTo>
                  <a:pt x="448" y="110"/>
                  <a:pt x="451" y="110"/>
                  <a:pt x="455" y="110"/>
                </a:cubicBezTo>
                <a:moveTo>
                  <a:pt x="4890" y="107"/>
                </a:moveTo>
                <a:cubicBezTo>
                  <a:pt x="4897" y="107"/>
                  <a:pt x="4904" y="107"/>
                  <a:pt x="4910" y="108"/>
                </a:cubicBezTo>
                <a:cubicBezTo>
                  <a:pt x="4915" y="109"/>
                  <a:pt x="4921" y="110"/>
                  <a:pt x="4926" y="112"/>
                </a:cubicBezTo>
                <a:lnTo>
                  <a:pt x="4995" y="112"/>
                </a:lnTo>
                <a:cubicBezTo>
                  <a:pt x="4998" y="112"/>
                  <a:pt x="5000" y="114"/>
                  <a:pt x="5001" y="117"/>
                </a:cubicBezTo>
                <a:cubicBezTo>
                  <a:pt x="5003" y="119"/>
                  <a:pt x="5003" y="124"/>
                  <a:pt x="5003" y="129"/>
                </a:cubicBezTo>
                <a:cubicBezTo>
                  <a:pt x="5003" y="135"/>
                  <a:pt x="5003" y="139"/>
                  <a:pt x="5001" y="142"/>
                </a:cubicBezTo>
                <a:cubicBezTo>
                  <a:pt x="5000" y="144"/>
                  <a:pt x="4997" y="146"/>
                  <a:pt x="4995" y="146"/>
                </a:cubicBezTo>
                <a:lnTo>
                  <a:pt x="4962" y="146"/>
                </a:lnTo>
                <a:cubicBezTo>
                  <a:pt x="4968" y="152"/>
                  <a:pt x="4972" y="159"/>
                  <a:pt x="4974" y="166"/>
                </a:cubicBezTo>
                <a:cubicBezTo>
                  <a:pt x="4977" y="173"/>
                  <a:pt x="4978" y="181"/>
                  <a:pt x="4978" y="188"/>
                </a:cubicBezTo>
                <a:cubicBezTo>
                  <a:pt x="4978" y="202"/>
                  <a:pt x="4976" y="214"/>
                  <a:pt x="4972" y="223"/>
                </a:cubicBezTo>
                <a:cubicBezTo>
                  <a:pt x="4968" y="234"/>
                  <a:pt x="4962" y="242"/>
                  <a:pt x="4954" y="249"/>
                </a:cubicBezTo>
                <a:cubicBezTo>
                  <a:pt x="4946" y="256"/>
                  <a:pt x="4937" y="262"/>
                  <a:pt x="4926" y="265"/>
                </a:cubicBezTo>
                <a:cubicBezTo>
                  <a:pt x="4915" y="269"/>
                  <a:pt x="4903" y="271"/>
                  <a:pt x="4890" y="271"/>
                </a:cubicBezTo>
                <a:cubicBezTo>
                  <a:pt x="4881" y="271"/>
                  <a:pt x="4872" y="269"/>
                  <a:pt x="4864" y="267"/>
                </a:cubicBezTo>
                <a:cubicBezTo>
                  <a:pt x="4856" y="265"/>
                  <a:pt x="4849" y="262"/>
                  <a:pt x="4844" y="258"/>
                </a:cubicBezTo>
                <a:cubicBezTo>
                  <a:pt x="4841" y="261"/>
                  <a:pt x="4839" y="264"/>
                  <a:pt x="4837" y="268"/>
                </a:cubicBezTo>
                <a:cubicBezTo>
                  <a:pt x="4835" y="272"/>
                  <a:pt x="4834" y="276"/>
                  <a:pt x="4834" y="282"/>
                </a:cubicBezTo>
                <a:cubicBezTo>
                  <a:pt x="4834" y="287"/>
                  <a:pt x="4837" y="292"/>
                  <a:pt x="4842" y="296"/>
                </a:cubicBezTo>
                <a:cubicBezTo>
                  <a:pt x="4848" y="300"/>
                  <a:pt x="4855" y="302"/>
                  <a:pt x="4864" y="302"/>
                </a:cubicBezTo>
                <a:lnTo>
                  <a:pt x="4923" y="305"/>
                </a:lnTo>
                <a:cubicBezTo>
                  <a:pt x="4935" y="305"/>
                  <a:pt x="4945" y="307"/>
                  <a:pt x="4954" y="309"/>
                </a:cubicBezTo>
                <a:cubicBezTo>
                  <a:pt x="4964" y="312"/>
                  <a:pt x="4972" y="316"/>
                  <a:pt x="4979" y="321"/>
                </a:cubicBezTo>
                <a:cubicBezTo>
                  <a:pt x="4986" y="326"/>
                  <a:pt x="4991" y="333"/>
                  <a:pt x="4995" y="340"/>
                </a:cubicBezTo>
                <a:cubicBezTo>
                  <a:pt x="4999" y="348"/>
                  <a:pt x="5001" y="356"/>
                  <a:pt x="5001" y="366"/>
                </a:cubicBezTo>
                <a:cubicBezTo>
                  <a:pt x="5001" y="377"/>
                  <a:pt x="4998" y="387"/>
                  <a:pt x="4994" y="396"/>
                </a:cubicBezTo>
                <a:cubicBezTo>
                  <a:pt x="4990" y="405"/>
                  <a:pt x="4983" y="414"/>
                  <a:pt x="4974" y="421"/>
                </a:cubicBezTo>
                <a:cubicBezTo>
                  <a:pt x="4965" y="428"/>
                  <a:pt x="4954" y="434"/>
                  <a:pt x="4940" y="438"/>
                </a:cubicBezTo>
                <a:cubicBezTo>
                  <a:pt x="4926" y="442"/>
                  <a:pt x="4909" y="444"/>
                  <a:pt x="4890" y="444"/>
                </a:cubicBezTo>
                <a:cubicBezTo>
                  <a:pt x="4872" y="444"/>
                  <a:pt x="4856" y="442"/>
                  <a:pt x="4844" y="439"/>
                </a:cubicBezTo>
                <a:cubicBezTo>
                  <a:pt x="4831" y="436"/>
                  <a:pt x="4820" y="432"/>
                  <a:pt x="4812" y="427"/>
                </a:cubicBezTo>
                <a:cubicBezTo>
                  <a:pt x="4804" y="421"/>
                  <a:pt x="4798" y="415"/>
                  <a:pt x="4794" y="408"/>
                </a:cubicBezTo>
                <a:cubicBezTo>
                  <a:pt x="4790" y="400"/>
                  <a:pt x="4789" y="392"/>
                  <a:pt x="4789" y="383"/>
                </a:cubicBezTo>
                <a:cubicBezTo>
                  <a:pt x="4789" y="378"/>
                  <a:pt x="4789" y="372"/>
                  <a:pt x="4791" y="367"/>
                </a:cubicBezTo>
                <a:cubicBezTo>
                  <a:pt x="4792" y="362"/>
                  <a:pt x="4794" y="357"/>
                  <a:pt x="4797" y="352"/>
                </a:cubicBezTo>
                <a:cubicBezTo>
                  <a:pt x="4799" y="347"/>
                  <a:pt x="4803" y="343"/>
                  <a:pt x="4807" y="338"/>
                </a:cubicBezTo>
                <a:cubicBezTo>
                  <a:pt x="4811" y="334"/>
                  <a:pt x="4816" y="330"/>
                  <a:pt x="4821" y="326"/>
                </a:cubicBezTo>
                <a:cubicBezTo>
                  <a:pt x="4813" y="321"/>
                  <a:pt x="4807" y="316"/>
                  <a:pt x="4803" y="310"/>
                </a:cubicBezTo>
                <a:cubicBezTo>
                  <a:pt x="4799" y="303"/>
                  <a:pt x="4797" y="297"/>
                  <a:pt x="4797" y="289"/>
                </a:cubicBezTo>
                <a:cubicBezTo>
                  <a:pt x="4797" y="279"/>
                  <a:pt x="4799" y="270"/>
                  <a:pt x="4803" y="262"/>
                </a:cubicBezTo>
                <a:cubicBezTo>
                  <a:pt x="4808" y="254"/>
                  <a:pt x="4813" y="246"/>
                  <a:pt x="4819" y="240"/>
                </a:cubicBezTo>
                <a:cubicBezTo>
                  <a:pt x="4814" y="234"/>
                  <a:pt x="4810" y="227"/>
                  <a:pt x="4807" y="219"/>
                </a:cubicBezTo>
                <a:cubicBezTo>
                  <a:pt x="4804" y="211"/>
                  <a:pt x="4802" y="202"/>
                  <a:pt x="4802" y="191"/>
                </a:cubicBezTo>
                <a:cubicBezTo>
                  <a:pt x="4802" y="178"/>
                  <a:pt x="4804" y="166"/>
                  <a:pt x="4809" y="156"/>
                </a:cubicBezTo>
                <a:cubicBezTo>
                  <a:pt x="4813" y="145"/>
                  <a:pt x="4819" y="137"/>
                  <a:pt x="4827" y="130"/>
                </a:cubicBezTo>
                <a:cubicBezTo>
                  <a:pt x="4834" y="123"/>
                  <a:pt x="4844" y="118"/>
                  <a:pt x="4855" y="114"/>
                </a:cubicBezTo>
                <a:cubicBezTo>
                  <a:pt x="4865" y="109"/>
                  <a:pt x="4877" y="107"/>
                  <a:pt x="4890" y="107"/>
                </a:cubicBezTo>
                <a:moveTo>
                  <a:pt x="3671" y="107"/>
                </a:moveTo>
                <a:cubicBezTo>
                  <a:pt x="3678" y="107"/>
                  <a:pt x="3684" y="107"/>
                  <a:pt x="3690" y="108"/>
                </a:cubicBezTo>
                <a:cubicBezTo>
                  <a:pt x="3696" y="109"/>
                  <a:pt x="3702" y="110"/>
                  <a:pt x="3707" y="112"/>
                </a:cubicBezTo>
                <a:lnTo>
                  <a:pt x="3776" y="112"/>
                </a:lnTo>
                <a:cubicBezTo>
                  <a:pt x="3779" y="112"/>
                  <a:pt x="3781" y="114"/>
                  <a:pt x="3782" y="117"/>
                </a:cubicBezTo>
                <a:cubicBezTo>
                  <a:pt x="3783" y="119"/>
                  <a:pt x="3784" y="124"/>
                  <a:pt x="3784" y="129"/>
                </a:cubicBezTo>
                <a:cubicBezTo>
                  <a:pt x="3784" y="135"/>
                  <a:pt x="3783" y="139"/>
                  <a:pt x="3782" y="142"/>
                </a:cubicBezTo>
                <a:cubicBezTo>
                  <a:pt x="3780" y="144"/>
                  <a:pt x="3778" y="146"/>
                  <a:pt x="3776" y="146"/>
                </a:cubicBezTo>
                <a:lnTo>
                  <a:pt x="3743" y="146"/>
                </a:lnTo>
                <a:cubicBezTo>
                  <a:pt x="3749" y="152"/>
                  <a:pt x="3753" y="159"/>
                  <a:pt x="3755" y="166"/>
                </a:cubicBezTo>
                <a:cubicBezTo>
                  <a:pt x="3758" y="173"/>
                  <a:pt x="3759" y="181"/>
                  <a:pt x="3759" y="188"/>
                </a:cubicBezTo>
                <a:cubicBezTo>
                  <a:pt x="3759" y="202"/>
                  <a:pt x="3757" y="214"/>
                  <a:pt x="3752" y="223"/>
                </a:cubicBezTo>
                <a:cubicBezTo>
                  <a:pt x="3749" y="234"/>
                  <a:pt x="3743" y="242"/>
                  <a:pt x="3734" y="249"/>
                </a:cubicBezTo>
                <a:cubicBezTo>
                  <a:pt x="3727" y="256"/>
                  <a:pt x="3718" y="262"/>
                  <a:pt x="3707" y="265"/>
                </a:cubicBezTo>
                <a:cubicBezTo>
                  <a:pt x="3696" y="269"/>
                  <a:pt x="3684" y="271"/>
                  <a:pt x="3671" y="271"/>
                </a:cubicBezTo>
                <a:cubicBezTo>
                  <a:pt x="3662" y="271"/>
                  <a:pt x="3653" y="269"/>
                  <a:pt x="3644" y="267"/>
                </a:cubicBezTo>
                <a:cubicBezTo>
                  <a:pt x="3636" y="265"/>
                  <a:pt x="3630" y="262"/>
                  <a:pt x="3625" y="258"/>
                </a:cubicBezTo>
                <a:cubicBezTo>
                  <a:pt x="3622" y="261"/>
                  <a:pt x="3620" y="264"/>
                  <a:pt x="3618" y="268"/>
                </a:cubicBezTo>
                <a:cubicBezTo>
                  <a:pt x="3616" y="272"/>
                  <a:pt x="3615" y="276"/>
                  <a:pt x="3615" y="282"/>
                </a:cubicBezTo>
                <a:cubicBezTo>
                  <a:pt x="3615" y="287"/>
                  <a:pt x="3618" y="292"/>
                  <a:pt x="3623" y="296"/>
                </a:cubicBezTo>
                <a:cubicBezTo>
                  <a:pt x="3629" y="300"/>
                  <a:pt x="3636" y="302"/>
                  <a:pt x="3645" y="302"/>
                </a:cubicBezTo>
                <a:lnTo>
                  <a:pt x="3704" y="305"/>
                </a:lnTo>
                <a:cubicBezTo>
                  <a:pt x="3715" y="305"/>
                  <a:pt x="3726" y="307"/>
                  <a:pt x="3735" y="309"/>
                </a:cubicBezTo>
                <a:cubicBezTo>
                  <a:pt x="3745" y="312"/>
                  <a:pt x="3753" y="316"/>
                  <a:pt x="3759" y="321"/>
                </a:cubicBezTo>
                <a:cubicBezTo>
                  <a:pt x="3767" y="326"/>
                  <a:pt x="3772" y="333"/>
                  <a:pt x="3776" y="340"/>
                </a:cubicBezTo>
                <a:cubicBezTo>
                  <a:pt x="3780" y="348"/>
                  <a:pt x="3782" y="356"/>
                  <a:pt x="3782" y="366"/>
                </a:cubicBezTo>
                <a:cubicBezTo>
                  <a:pt x="3782" y="377"/>
                  <a:pt x="3779" y="387"/>
                  <a:pt x="3775" y="396"/>
                </a:cubicBezTo>
                <a:cubicBezTo>
                  <a:pt x="3771" y="405"/>
                  <a:pt x="3764" y="414"/>
                  <a:pt x="3755" y="421"/>
                </a:cubicBezTo>
                <a:cubicBezTo>
                  <a:pt x="3746" y="428"/>
                  <a:pt x="3734" y="434"/>
                  <a:pt x="3721" y="438"/>
                </a:cubicBezTo>
                <a:cubicBezTo>
                  <a:pt x="3707" y="442"/>
                  <a:pt x="3690" y="444"/>
                  <a:pt x="3671" y="444"/>
                </a:cubicBezTo>
                <a:cubicBezTo>
                  <a:pt x="3653" y="444"/>
                  <a:pt x="3637" y="442"/>
                  <a:pt x="3624" y="439"/>
                </a:cubicBezTo>
                <a:cubicBezTo>
                  <a:pt x="3612" y="436"/>
                  <a:pt x="3601" y="432"/>
                  <a:pt x="3593" y="427"/>
                </a:cubicBezTo>
                <a:cubicBezTo>
                  <a:pt x="3585" y="421"/>
                  <a:pt x="3579" y="415"/>
                  <a:pt x="3575" y="408"/>
                </a:cubicBezTo>
                <a:cubicBezTo>
                  <a:pt x="3571" y="400"/>
                  <a:pt x="3569" y="392"/>
                  <a:pt x="3569" y="383"/>
                </a:cubicBezTo>
                <a:cubicBezTo>
                  <a:pt x="3569" y="378"/>
                  <a:pt x="3570" y="372"/>
                  <a:pt x="3571" y="367"/>
                </a:cubicBezTo>
                <a:cubicBezTo>
                  <a:pt x="3573" y="362"/>
                  <a:pt x="3575" y="357"/>
                  <a:pt x="3577" y="352"/>
                </a:cubicBezTo>
                <a:cubicBezTo>
                  <a:pt x="3580" y="347"/>
                  <a:pt x="3584" y="343"/>
                  <a:pt x="3588" y="338"/>
                </a:cubicBezTo>
                <a:cubicBezTo>
                  <a:pt x="3592" y="334"/>
                  <a:pt x="3597" y="330"/>
                  <a:pt x="3602" y="326"/>
                </a:cubicBezTo>
                <a:cubicBezTo>
                  <a:pt x="3594" y="321"/>
                  <a:pt x="3588" y="316"/>
                  <a:pt x="3584" y="310"/>
                </a:cubicBezTo>
                <a:cubicBezTo>
                  <a:pt x="3580" y="303"/>
                  <a:pt x="3578" y="297"/>
                  <a:pt x="3578" y="289"/>
                </a:cubicBezTo>
                <a:cubicBezTo>
                  <a:pt x="3578" y="279"/>
                  <a:pt x="3580" y="270"/>
                  <a:pt x="3584" y="262"/>
                </a:cubicBezTo>
                <a:cubicBezTo>
                  <a:pt x="3588" y="254"/>
                  <a:pt x="3594" y="246"/>
                  <a:pt x="3600" y="240"/>
                </a:cubicBezTo>
                <a:cubicBezTo>
                  <a:pt x="3595" y="234"/>
                  <a:pt x="3591" y="227"/>
                  <a:pt x="3587" y="219"/>
                </a:cubicBezTo>
                <a:cubicBezTo>
                  <a:pt x="3585" y="211"/>
                  <a:pt x="3583" y="202"/>
                  <a:pt x="3583" y="191"/>
                </a:cubicBezTo>
                <a:cubicBezTo>
                  <a:pt x="3583" y="178"/>
                  <a:pt x="3585" y="166"/>
                  <a:pt x="3589" y="156"/>
                </a:cubicBezTo>
                <a:cubicBezTo>
                  <a:pt x="3594" y="145"/>
                  <a:pt x="3600" y="137"/>
                  <a:pt x="3607" y="130"/>
                </a:cubicBezTo>
                <a:cubicBezTo>
                  <a:pt x="3615" y="123"/>
                  <a:pt x="3625" y="118"/>
                  <a:pt x="3635" y="114"/>
                </a:cubicBezTo>
                <a:cubicBezTo>
                  <a:pt x="3646" y="109"/>
                  <a:pt x="3658" y="107"/>
                  <a:pt x="3671" y="107"/>
                </a:cubicBezTo>
                <a:moveTo>
                  <a:pt x="999" y="107"/>
                </a:moveTo>
                <a:cubicBezTo>
                  <a:pt x="1007" y="107"/>
                  <a:pt x="1014" y="107"/>
                  <a:pt x="1021" y="109"/>
                </a:cubicBezTo>
                <a:cubicBezTo>
                  <a:pt x="1027" y="110"/>
                  <a:pt x="1034" y="113"/>
                  <a:pt x="1039" y="115"/>
                </a:cubicBezTo>
                <a:cubicBezTo>
                  <a:pt x="1045" y="117"/>
                  <a:pt x="1050" y="120"/>
                  <a:pt x="1055" y="123"/>
                </a:cubicBezTo>
                <a:cubicBezTo>
                  <a:pt x="1059" y="125"/>
                  <a:pt x="1062" y="128"/>
                  <a:pt x="1064" y="130"/>
                </a:cubicBezTo>
                <a:cubicBezTo>
                  <a:pt x="1066" y="132"/>
                  <a:pt x="1068" y="133"/>
                  <a:pt x="1069" y="135"/>
                </a:cubicBezTo>
                <a:cubicBezTo>
                  <a:pt x="1069" y="136"/>
                  <a:pt x="1070" y="137"/>
                  <a:pt x="1070" y="139"/>
                </a:cubicBezTo>
                <a:cubicBezTo>
                  <a:pt x="1071" y="141"/>
                  <a:pt x="1071" y="142"/>
                  <a:pt x="1071" y="144"/>
                </a:cubicBezTo>
                <a:cubicBezTo>
                  <a:pt x="1072" y="146"/>
                  <a:pt x="1072" y="149"/>
                  <a:pt x="1072" y="152"/>
                </a:cubicBezTo>
                <a:cubicBezTo>
                  <a:pt x="1072" y="159"/>
                  <a:pt x="1071" y="163"/>
                  <a:pt x="1069" y="166"/>
                </a:cubicBezTo>
                <a:cubicBezTo>
                  <a:pt x="1068" y="168"/>
                  <a:pt x="1066" y="169"/>
                  <a:pt x="1064" y="169"/>
                </a:cubicBezTo>
                <a:cubicBezTo>
                  <a:pt x="1062" y="169"/>
                  <a:pt x="1058" y="168"/>
                  <a:pt x="1055" y="165"/>
                </a:cubicBezTo>
                <a:cubicBezTo>
                  <a:pt x="1052" y="162"/>
                  <a:pt x="1048" y="160"/>
                  <a:pt x="1043" y="156"/>
                </a:cubicBezTo>
                <a:cubicBezTo>
                  <a:pt x="1038" y="153"/>
                  <a:pt x="1032" y="150"/>
                  <a:pt x="1024" y="147"/>
                </a:cubicBezTo>
                <a:cubicBezTo>
                  <a:pt x="1017" y="144"/>
                  <a:pt x="1009" y="143"/>
                  <a:pt x="999" y="143"/>
                </a:cubicBezTo>
                <a:cubicBezTo>
                  <a:pt x="979" y="143"/>
                  <a:pt x="964" y="150"/>
                  <a:pt x="953" y="166"/>
                </a:cubicBezTo>
                <a:cubicBezTo>
                  <a:pt x="942" y="181"/>
                  <a:pt x="937" y="204"/>
                  <a:pt x="937" y="233"/>
                </a:cubicBezTo>
                <a:cubicBezTo>
                  <a:pt x="937" y="247"/>
                  <a:pt x="938" y="260"/>
                  <a:pt x="941" y="271"/>
                </a:cubicBezTo>
                <a:cubicBezTo>
                  <a:pt x="944" y="282"/>
                  <a:pt x="948" y="292"/>
                  <a:pt x="954" y="299"/>
                </a:cubicBezTo>
                <a:cubicBezTo>
                  <a:pt x="959" y="306"/>
                  <a:pt x="966" y="312"/>
                  <a:pt x="973" y="315"/>
                </a:cubicBezTo>
                <a:cubicBezTo>
                  <a:pt x="981" y="319"/>
                  <a:pt x="990" y="321"/>
                  <a:pt x="1000" y="321"/>
                </a:cubicBezTo>
                <a:cubicBezTo>
                  <a:pt x="1010" y="321"/>
                  <a:pt x="1018" y="319"/>
                  <a:pt x="1025" y="316"/>
                </a:cubicBezTo>
                <a:cubicBezTo>
                  <a:pt x="1033" y="313"/>
                  <a:pt x="1039" y="310"/>
                  <a:pt x="1044" y="306"/>
                </a:cubicBezTo>
                <a:cubicBezTo>
                  <a:pt x="1050" y="303"/>
                  <a:pt x="1054" y="299"/>
                  <a:pt x="1058" y="296"/>
                </a:cubicBezTo>
                <a:cubicBezTo>
                  <a:pt x="1061" y="294"/>
                  <a:pt x="1064" y="292"/>
                  <a:pt x="1066" y="292"/>
                </a:cubicBezTo>
                <a:cubicBezTo>
                  <a:pt x="1067" y="292"/>
                  <a:pt x="1068" y="292"/>
                  <a:pt x="1069" y="293"/>
                </a:cubicBezTo>
                <a:cubicBezTo>
                  <a:pt x="1070" y="294"/>
                  <a:pt x="1070" y="295"/>
                  <a:pt x="1071" y="296"/>
                </a:cubicBezTo>
                <a:cubicBezTo>
                  <a:pt x="1072" y="298"/>
                  <a:pt x="1072" y="300"/>
                  <a:pt x="1072" y="302"/>
                </a:cubicBezTo>
                <a:cubicBezTo>
                  <a:pt x="1072" y="305"/>
                  <a:pt x="1073" y="308"/>
                  <a:pt x="1073" y="311"/>
                </a:cubicBezTo>
                <a:cubicBezTo>
                  <a:pt x="1073" y="314"/>
                  <a:pt x="1073" y="317"/>
                  <a:pt x="1072" y="319"/>
                </a:cubicBezTo>
                <a:cubicBezTo>
                  <a:pt x="1072" y="321"/>
                  <a:pt x="1072" y="323"/>
                  <a:pt x="1072" y="324"/>
                </a:cubicBezTo>
                <a:cubicBezTo>
                  <a:pt x="1071" y="325"/>
                  <a:pt x="1071" y="327"/>
                  <a:pt x="1070" y="328"/>
                </a:cubicBezTo>
                <a:cubicBezTo>
                  <a:pt x="1070" y="329"/>
                  <a:pt x="1068" y="330"/>
                  <a:pt x="1066" y="332"/>
                </a:cubicBezTo>
                <a:cubicBezTo>
                  <a:pt x="1064" y="335"/>
                  <a:pt x="1060" y="337"/>
                  <a:pt x="1055" y="340"/>
                </a:cubicBezTo>
                <a:cubicBezTo>
                  <a:pt x="1050" y="343"/>
                  <a:pt x="1045" y="346"/>
                  <a:pt x="1038" y="349"/>
                </a:cubicBezTo>
                <a:cubicBezTo>
                  <a:pt x="1032" y="351"/>
                  <a:pt x="1025" y="353"/>
                  <a:pt x="1018" y="355"/>
                </a:cubicBezTo>
                <a:cubicBezTo>
                  <a:pt x="1010" y="356"/>
                  <a:pt x="1003" y="357"/>
                  <a:pt x="995" y="357"/>
                </a:cubicBezTo>
                <a:cubicBezTo>
                  <a:pt x="979" y="357"/>
                  <a:pt x="964" y="354"/>
                  <a:pt x="951" y="349"/>
                </a:cubicBezTo>
                <a:cubicBezTo>
                  <a:pt x="939" y="343"/>
                  <a:pt x="928" y="336"/>
                  <a:pt x="920" y="325"/>
                </a:cubicBezTo>
                <a:cubicBezTo>
                  <a:pt x="911" y="315"/>
                  <a:pt x="905" y="302"/>
                  <a:pt x="900" y="287"/>
                </a:cubicBezTo>
                <a:cubicBezTo>
                  <a:pt x="896" y="272"/>
                  <a:pt x="894" y="255"/>
                  <a:pt x="894" y="235"/>
                </a:cubicBezTo>
                <a:cubicBezTo>
                  <a:pt x="894" y="213"/>
                  <a:pt x="896" y="193"/>
                  <a:pt x="902" y="178"/>
                </a:cubicBezTo>
                <a:cubicBezTo>
                  <a:pt x="907" y="161"/>
                  <a:pt x="915" y="148"/>
                  <a:pt x="924" y="138"/>
                </a:cubicBezTo>
                <a:cubicBezTo>
                  <a:pt x="934" y="128"/>
                  <a:pt x="945" y="120"/>
                  <a:pt x="958" y="115"/>
                </a:cubicBezTo>
                <a:cubicBezTo>
                  <a:pt x="971" y="109"/>
                  <a:pt x="985" y="107"/>
                  <a:pt x="999" y="107"/>
                </a:cubicBezTo>
                <a:moveTo>
                  <a:pt x="6382" y="106"/>
                </a:moveTo>
                <a:cubicBezTo>
                  <a:pt x="6385" y="106"/>
                  <a:pt x="6387" y="107"/>
                  <a:pt x="6390" y="107"/>
                </a:cubicBezTo>
                <a:cubicBezTo>
                  <a:pt x="6393" y="107"/>
                  <a:pt x="6395" y="107"/>
                  <a:pt x="6398" y="108"/>
                </a:cubicBezTo>
                <a:cubicBezTo>
                  <a:pt x="6401" y="109"/>
                  <a:pt x="6404" y="110"/>
                  <a:pt x="6407" y="112"/>
                </a:cubicBezTo>
                <a:cubicBezTo>
                  <a:pt x="6409" y="112"/>
                  <a:pt x="6411" y="113"/>
                  <a:pt x="6412" y="114"/>
                </a:cubicBezTo>
                <a:cubicBezTo>
                  <a:pt x="6413" y="115"/>
                  <a:pt x="6413" y="116"/>
                  <a:pt x="6414" y="117"/>
                </a:cubicBezTo>
                <a:cubicBezTo>
                  <a:pt x="6414" y="117"/>
                  <a:pt x="6414" y="118"/>
                  <a:pt x="6414" y="119"/>
                </a:cubicBezTo>
                <a:cubicBezTo>
                  <a:pt x="6415" y="120"/>
                  <a:pt x="6415" y="122"/>
                  <a:pt x="6415" y="125"/>
                </a:cubicBezTo>
                <a:cubicBezTo>
                  <a:pt x="6415" y="127"/>
                  <a:pt x="6415" y="130"/>
                  <a:pt x="6415" y="134"/>
                </a:cubicBezTo>
                <a:cubicBezTo>
                  <a:pt x="6415" y="137"/>
                  <a:pt x="6415" y="141"/>
                  <a:pt x="6415" y="143"/>
                </a:cubicBezTo>
                <a:cubicBezTo>
                  <a:pt x="6415" y="145"/>
                  <a:pt x="6414" y="148"/>
                  <a:pt x="6414" y="149"/>
                </a:cubicBezTo>
                <a:cubicBezTo>
                  <a:pt x="6413" y="150"/>
                  <a:pt x="6413" y="151"/>
                  <a:pt x="6412" y="152"/>
                </a:cubicBezTo>
                <a:cubicBezTo>
                  <a:pt x="6411" y="153"/>
                  <a:pt x="6410" y="153"/>
                  <a:pt x="6409" y="153"/>
                </a:cubicBezTo>
                <a:cubicBezTo>
                  <a:pt x="6408" y="153"/>
                  <a:pt x="6406" y="153"/>
                  <a:pt x="6404" y="152"/>
                </a:cubicBezTo>
                <a:cubicBezTo>
                  <a:pt x="6402" y="151"/>
                  <a:pt x="6400" y="151"/>
                  <a:pt x="6398" y="150"/>
                </a:cubicBezTo>
                <a:cubicBezTo>
                  <a:pt x="6395" y="149"/>
                  <a:pt x="6392" y="149"/>
                  <a:pt x="6389" y="148"/>
                </a:cubicBezTo>
                <a:cubicBezTo>
                  <a:pt x="6386" y="147"/>
                  <a:pt x="6383" y="147"/>
                  <a:pt x="6380" y="147"/>
                </a:cubicBezTo>
                <a:cubicBezTo>
                  <a:pt x="6375" y="147"/>
                  <a:pt x="6371" y="148"/>
                  <a:pt x="6367" y="149"/>
                </a:cubicBezTo>
                <a:cubicBezTo>
                  <a:pt x="6363" y="151"/>
                  <a:pt x="6359" y="154"/>
                  <a:pt x="6355" y="158"/>
                </a:cubicBezTo>
                <a:cubicBezTo>
                  <a:pt x="6350" y="161"/>
                  <a:pt x="6345" y="167"/>
                  <a:pt x="6340" y="173"/>
                </a:cubicBezTo>
                <a:cubicBezTo>
                  <a:pt x="6335" y="179"/>
                  <a:pt x="6330" y="187"/>
                  <a:pt x="6324" y="197"/>
                </a:cubicBezTo>
                <a:lnTo>
                  <a:pt x="6324" y="346"/>
                </a:lnTo>
                <a:cubicBezTo>
                  <a:pt x="6324" y="347"/>
                  <a:pt x="6324" y="348"/>
                  <a:pt x="6323" y="349"/>
                </a:cubicBezTo>
                <a:cubicBezTo>
                  <a:pt x="6322" y="350"/>
                  <a:pt x="6321" y="351"/>
                  <a:pt x="6320" y="351"/>
                </a:cubicBezTo>
                <a:cubicBezTo>
                  <a:pt x="6319" y="352"/>
                  <a:pt x="6316" y="353"/>
                  <a:pt x="6314" y="353"/>
                </a:cubicBezTo>
                <a:cubicBezTo>
                  <a:pt x="6311" y="353"/>
                  <a:pt x="6308" y="354"/>
                  <a:pt x="6303" y="354"/>
                </a:cubicBezTo>
                <a:cubicBezTo>
                  <a:pt x="6299" y="354"/>
                  <a:pt x="6296" y="353"/>
                  <a:pt x="6293" y="353"/>
                </a:cubicBezTo>
                <a:cubicBezTo>
                  <a:pt x="6291" y="353"/>
                  <a:pt x="6289" y="352"/>
                  <a:pt x="6287" y="351"/>
                </a:cubicBezTo>
                <a:cubicBezTo>
                  <a:pt x="6285" y="351"/>
                  <a:pt x="6284" y="350"/>
                  <a:pt x="6284" y="349"/>
                </a:cubicBezTo>
                <a:cubicBezTo>
                  <a:pt x="6283" y="348"/>
                  <a:pt x="6283" y="347"/>
                  <a:pt x="6283" y="346"/>
                </a:cubicBezTo>
                <a:lnTo>
                  <a:pt x="6283" y="119"/>
                </a:lnTo>
                <a:cubicBezTo>
                  <a:pt x="6283" y="118"/>
                  <a:pt x="6283" y="116"/>
                  <a:pt x="6283" y="115"/>
                </a:cubicBezTo>
                <a:cubicBezTo>
                  <a:pt x="6284" y="114"/>
                  <a:pt x="6285" y="114"/>
                  <a:pt x="6286" y="113"/>
                </a:cubicBezTo>
                <a:cubicBezTo>
                  <a:pt x="6288" y="112"/>
                  <a:pt x="6290" y="112"/>
                  <a:pt x="6292" y="110"/>
                </a:cubicBezTo>
                <a:cubicBezTo>
                  <a:pt x="6295" y="110"/>
                  <a:pt x="6298" y="110"/>
                  <a:pt x="6302" y="110"/>
                </a:cubicBezTo>
                <a:cubicBezTo>
                  <a:pt x="6305" y="110"/>
                  <a:pt x="6308" y="110"/>
                  <a:pt x="6311" y="110"/>
                </a:cubicBezTo>
                <a:cubicBezTo>
                  <a:pt x="6313" y="112"/>
                  <a:pt x="6315" y="112"/>
                  <a:pt x="6316" y="113"/>
                </a:cubicBezTo>
                <a:cubicBezTo>
                  <a:pt x="6318" y="114"/>
                  <a:pt x="6319" y="114"/>
                  <a:pt x="6319" y="115"/>
                </a:cubicBezTo>
                <a:cubicBezTo>
                  <a:pt x="6320" y="116"/>
                  <a:pt x="6320" y="118"/>
                  <a:pt x="6320" y="119"/>
                </a:cubicBezTo>
                <a:lnTo>
                  <a:pt x="6320" y="152"/>
                </a:lnTo>
                <a:cubicBezTo>
                  <a:pt x="6326" y="143"/>
                  <a:pt x="6332" y="135"/>
                  <a:pt x="6338" y="130"/>
                </a:cubicBezTo>
                <a:cubicBezTo>
                  <a:pt x="6343" y="124"/>
                  <a:pt x="6349" y="119"/>
                  <a:pt x="6353" y="116"/>
                </a:cubicBezTo>
                <a:cubicBezTo>
                  <a:pt x="6358" y="113"/>
                  <a:pt x="6363" y="110"/>
                  <a:pt x="6368" y="108"/>
                </a:cubicBezTo>
                <a:cubicBezTo>
                  <a:pt x="6373" y="107"/>
                  <a:pt x="6377" y="106"/>
                  <a:pt x="6382" y="106"/>
                </a:cubicBezTo>
                <a:moveTo>
                  <a:pt x="6118" y="106"/>
                </a:moveTo>
                <a:cubicBezTo>
                  <a:pt x="6136" y="106"/>
                  <a:pt x="6151" y="109"/>
                  <a:pt x="6164" y="116"/>
                </a:cubicBezTo>
                <a:cubicBezTo>
                  <a:pt x="6176" y="122"/>
                  <a:pt x="6187" y="130"/>
                  <a:pt x="6195" y="139"/>
                </a:cubicBezTo>
                <a:cubicBezTo>
                  <a:pt x="6203" y="149"/>
                  <a:pt x="6208" y="160"/>
                  <a:pt x="6212" y="173"/>
                </a:cubicBezTo>
                <a:cubicBezTo>
                  <a:pt x="6216" y="186"/>
                  <a:pt x="6218" y="200"/>
                  <a:pt x="6218" y="215"/>
                </a:cubicBezTo>
                <a:lnTo>
                  <a:pt x="6218" y="222"/>
                </a:lnTo>
                <a:cubicBezTo>
                  <a:pt x="6218" y="229"/>
                  <a:pt x="6217" y="234"/>
                  <a:pt x="6213" y="236"/>
                </a:cubicBezTo>
                <a:cubicBezTo>
                  <a:pt x="6210" y="239"/>
                  <a:pt x="6206" y="241"/>
                  <a:pt x="6202" y="241"/>
                </a:cubicBezTo>
                <a:lnTo>
                  <a:pt x="6053" y="241"/>
                </a:lnTo>
                <a:cubicBezTo>
                  <a:pt x="6053" y="253"/>
                  <a:pt x="6054" y="265"/>
                  <a:pt x="6056" y="275"/>
                </a:cubicBezTo>
                <a:cubicBezTo>
                  <a:pt x="6059" y="285"/>
                  <a:pt x="6063" y="293"/>
                  <a:pt x="6069" y="301"/>
                </a:cubicBezTo>
                <a:cubicBezTo>
                  <a:pt x="6075" y="308"/>
                  <a:pt x="6083" y="313"/>
                  <a:pt x="6092" y="317"/>
                </a:cubicBezTo>
                <a:cubicBezTo>
                  <a:pt x="6101" y="321"/>
                  <a:pt x="6113" y="323"/>
                  <a:pt x="6127" y="323"/>
                </a:cubicBezTo>
                <a:cubicBezTo>
                  <a:pt x="6138" y="323"/>
                  <a:pt x="6147" y="322"/>
                  <a:pt x="6156" y="320"/>
                </a:cubicBezTo>
                <a:cubicBezTo>
                  <a:pt x="6164" y="319"/>
                  <a:pt x="6171" y="317"/>
                  <a:pt x="6177" y="314"/>
                </a:cubicBezTo>
                <a:cubicBezTo>
                  <a:pt x="6184" y="312"/>
                  <a:pt x="6189" y="310"/>
                  <a:pt x="6193" y="308"/>
                </a:cubicBezTo>
                <a:cubicBezTo>
                  <a:pt x="6196" y="307"/>
                  <a:pt x="6200" y="306"/>
                  <a:pt x="6202" y="306"/>
                </a:cubicBezTo>
                <a:cubicBezTo>
                  <a:pt x="6203" y="306"/>
                  <a:pt x="6204" y="306"/>
                  <a:pt x="6205" y="307"/>
                </a:cubicBezTo>
                <a:cubicBezTo>
                  <a:pt x="6206" y="307"/>
                  <a:pt x="6206" y="308"/>
                  <a:pt x="6207" y="309"/>
                </a:cubicBezTo>
                <a:cubicBezTo>
                  <a:pt x="6207" y="311"/>
                  <a:pt x="6208" y="312"/>
                  <a:pt x="6208" y="314"/>
                </a:cubicBezTo>
                <a:cubicBezTo>
                  <a:pt x="6208" y="317"/>
                  <a:pt x="6208" y="319"/>
                  <a:pt x="6208" y="322"/>
                </a:cubicBezTo>
                <a:cubicBezTo>
                  <a:pt x="6208" y="324"/>
                  <a:pt x="6208" y="326"/>
                  <a:pt x="6208" y="328"/>
                </a:cubicBezTo>
                <a:cubicBezTo>
                  <a:pt x="6208" y="329"/>
                  <a:pt x="6208" y="331"/>
                  <a:pt x="6208" y="332"/>
                </a:cubicBezTo>
                <a:cubicBezTo>
                  <a:pt x="6207" y="333"/>
                  <a:pt x="6207" y="335"/>
                  <a:pt x="6206" y="335"/>
                </a:cubicBezTo>
                <a:cubicBezTo>
                  <a:pt x="6206" y="336"/>
                  <a:pt x="6205" y="337"/>
                  <a:pt x="6204" y="338"/>
                </a:cubicBezTo>
                <a:cubicBezTo>
                  <a:pt x="6203" y="339"/>
                  <a:pt x="6200" y="341"/>
                  <a:pt x="6196" y="343"/>
                </a:cubicBezTo>
                <a:cubicBezTo>
                  <a:pt x="6191" y="345"/>
                  <a:pt x="6186" y="347"/>
                  <a:pt x="6178" y="349"/>
                </a:cubicBezTo>
                <a:cubicBezTo>
                  <a:pt x="6171" y="351"/>
                  <a:pt x="6163" y="353"/>
                  <a:pt x="6153" y="354"/>
                </a:cubicBezTo>
                <a:cubicBezTo>
                  <a:pt x="6144" y="356"/>
                  <a:pt x="6134" y="357"/>
                  <a:pt x="6123" y="357"/>
                </a:cubicBezTo>
                <a:cubicBezTo>
                  <a:pt x="6104" y="357"/>
                  <a:pt x="6088" y="354"/>
                  <a:pt x="6074" y="349"/>
                </a:cubicBezTo>
                <a:cubicBezTo>
                  <a:pt x="6060" y="344"/>
                  <a:pt x="6048" y="336"/>
                  <a:pt x="6038" y="326"/>
                </a:cubicBezTo>
                <a:cubicBezTo>
                  <a:pt x="6029" y="315"/>
                  <a:pt x="6022" y="303"/>
                  <a:pt x="6017" y="287"/>
                </a:cubicBezTo>
                <a:cubicBezTo>
                  <a:pt x="6012" y="272"/>
                  <a:pt x="6009" y="254"/>
                  <a:pt x="6009" y="233"/>
                </a:cubicBezTo>
                <a:cubicBezTo>
                  <a:pt x="6009" y="214"/>
                  <a:pt x="6012" y="196"/>
                  <a:pt x="6017" y="181"/>
                </a:cubicBezTo>
                <a:cubicBezTo>
                  <a:pt x="6022" y="165"/>
                  <a:pt x="6029" y="152"/>
                  <a:pt x="6039" y="141"/>
                </a:cubicBezTo>
                <a:cubicBezTo>
                  <a:pt x="6048" y="130"/>
                  <a:pt x="6060" y="122"/>
                  <a:pt x="6073" y="116"/>
                </a:cubicBezTo>
                <a:cubicBezTo>
                  <a:pt x="6086" y="110"/>
                  <a:pt x="6102" y="106"/>
                  <a:pt x="6118" y="106"/>
                </a:cubicBezTo>
                <a:moveTo>
                  <a:pt x="5530" y="106"/>
                </a:moveTo>
                <a:cubicBezTo>
                  <a:pt x="5548" y="106"/>
                  <a:pt x="5563" y="109"/>
                  <a:pt x="5575" y="116"/>
                </a:cubicBezTo>
                <a:cubicBezTo>
                  <a:pt x="5588" y="122"/>
                  <a:pt x="5598" y="130"/>
                  <a:pt x="5606" y="139"/>
                </a:cubicBezTo>
                <a:cubicBezTo>
                  <a:pt x="5614" y="149"/>
                  <a:pt x="5620" y="160"/>
                  <a:pt x="5624" y="173"/>
                </a:cubicBezTo>
                <a:cubicBezTo>
                  <a:pt x="5628" y="186"/>
                  <a:pt x="5630" y="200"/>
                  <a:pt x="5630" y="215"/>
                </a:cubicBezTo>
                <a:lnTo>
                  <a:pt x="5630" y="222"/>
                </a:lnTo>
                <a:cubicBezTo>
                  <a:pt x="5630" y="229"/>
                  <a:pt x="5628" y="234"/>
                  <a:pt x="5625" y="236"/>
                </a:cubicBezTo>
                <a:cubicBezTo>
                  <a:pt x="5621" y="239"/>
                  <a:pt x="5618" y="241"/>
                  <a:pt x="5613" y="241"/>
                </a:cubicBezTo>
                <a:lnTo>
                  <a:pt x="5464" y="241"/>
                </a:lnTo>
                <a:cubicBezTo>
                  <a:pt x="5464" y="253"/>
                  <a:pt x="5465" y="265"/>
                  <a:pt x="5468" y="275"/>
                </a:cubicBezTo>
                <a:cubicBezTo>
                  <a:pt x="5470" y="285"/>
                  <a:pt x="5475" y="293"/>
                  <a:pt x="5480" y="301"/>
                </a:cubicBezTo>
                <a:cubicBezTo>
                  <a:pt x="5486" y="308"/>
                  <a:pt x="5494" y="313"/>
                  <a:pt x="5504" y="317"/>
                </a:cubicBezTo>
                <a:cubicBezTo>
                  <a:pt x="5513" y="321"/>
                  <a:pt x="5524" y="323"/>
                  <a:pt x="5538" y="323"/>
                </a:cubicBezTo>
                <a:cubicBezTo>
                  <a:pt x="5549" y="323"/>
                  <a:pt x="5559" y="322"/>
                  <a:pt x="5567" y="320"/>
                </a:cubicBezTo>
                <a:cubicBezTo>
                  <a:pt x="5576" y="319"/>
                  <a:pt x="5583" y="317"/>
                  <a:pt x="5589" y="314"/>
                </a:cubicBezTo>
                <a:cubicBezTo>
                  <a:pt x="5595" y="312"/>
                  <a:pt x="5600" y="310"/>
                  <a:pt x="5604" y="308"/>
                </a:cubicBezTo>
                <a:cubicBezTo>
                  <a:pt x="5608" y="307"/>
                  <a:pt x="5611" y="306"/>
                  <a:pt x="5613" y="306"/>
                </a:cubicBezTo>
                <a:cubicBezTo>
                  <a:pt x="5614" y="306"/>
                  <a:pt x="5615" y="306"/>
                  <a:pt x="5617" y="307"/>
                </a:cubicBezTo>
                <a:cubicBezTo>
                  <a:pt x="5617" y="307"/>
                  <a:pt x="5618" y="308"/>
                  <a:pt x="5619" y="309"/>
                </a:cubicBezTo>
                <a:cubicBezTo>
                  <a:pt x="5619" y="311"/>
                  <a:pt x="5619" y="312"/>
                  <a:pt x="5620" y="314"/>
                </a:cubicBezTo>
                <a:cubicBezTo>
                  <a:pt x="5620" y="317"/>
                  <a:pt x="5620" y="319"/>
                  <a:pt x="5620" y="322"/>
                </a:cubicBezTo>
                <a:cubicBezTo>
                  <a:pt x="5620" y="324"/>
                  <a:pt x="5620" y="326"/>
                  <a:pt x="5620" y="328"/>
                </a:cubicBezTo>
                <a:cubicBezTo>
                  <a:pt x="5620" y="329"/>
                  <a:pt x="5619" y="331"/>
                  <a:pt x="5619" y="332"/>
                </a:cubicBezTo>
                <a:cubicBezTo>
                  <a:pt x="5619" y="333"/>
                  <a:pt x="5619" y="335"/>
                  <a:pt x="5618" y="335"/>
                </a:cubicBezTo>
                <a:cubicBezTo>
                  <a:pt x="5617" y="336"/>
                  <a:pt x="5617" y="337"/>
                  <a:pt x="5616" y="338"/>
                </a:cubicBezTo>
                <a:cubicBezTo>
                  <a:pt x="5615" y="339"/>
                  <a:pt x="5612" y="341"/>
                  <a:pt x="5607" y="343"/>
                </a:cubicBezTo>
                <a:cubicBezTo>
                  <a:pt x="5603" y="345"/>
                  <a:pt x="5597" y="347"/>
                  <a:pt x="5590" y="349"/>
                </a:cubicBezTo>
                <a:cubicBezTo>
                  <a:pt x="5583" y="351"/>
                  <a:pt x="5574" y="353"/>
                  <a:pt x="5565" y="354"/>
                </a:cubicBezTo>
                <a:cubicBezTo>
                  <a:pt x="5555" y="356"/>
                  <a:pt x="5545" y="357"/>
                  <a:pt x="5534" y="357"/>
                </a:cubicBezTo>
                <a:cubicBezTo>
                  <a:pt x="5516" y="357"/>
                  <a:pt x="5499" y="354"/>
                  <a:pt x="5485" y="349"/>
                </a:cubicBezTo>
                <a:cubicBezTo>
                  <a:pt x="5471" y="344"/>
                  <a:pt x="5460" y="336"/>
                  <a:pt x="5450" y="326"/>
                </a:cubicBezTo>
                <a:cubicBezTo>
                  <a:pt x="5440" y="315"/>
                  <a:pt x="5433" y="303"/>
                  <a:pt x="5428" y="287"/>
                </a:cubicBezTo>
                <a:cubicBezTo>
                  <a:pt x="5423" y="272"/>
                  <a:pt x="5421" y="254"/>
                  <a:pt x="5421" y="233"/>
                </a:cubicBezTo>
                <a:cubicBezTo>
                  <a:pt x="5421" y="214"/>
                  <a:pt x="5424" y="196"/>
                  <a:pt x="5428" y="181"/>
                </a:cubicBezTo>
                <a:cubicBezTo>
                  <a:pt x="5433" y="165"/>
                  <a:pt x="5441" y="152"/>
                  <a:pt x="5450" y="141"/>
                </a:cubicBezTo>
                <a:cubicBezTo>
                  <a:pt x="5460" y="130"/>
                  <a:pt x="5471" y="122"/>
                  <a:pt x="5485" y="116"/>
                </a:cubicBezTo>
                <a:cubicBezTo>
                  <a:pt x="5498" y="110"/>
                  <a:pt x="5513" y="106"/>
                  <a:pt x="5530" y="106"/>
                </a:cubicBezTo>
                <a:moveTo>
                  <a:pt x="4657" y="106"/>
                </a:moveTo>
                <a:cubicBezTo>
                  <a:pt x="4672" y="106"/>
                  <a:pt x="4685" y="109"/>
                  <a:pt x="4695" y="115"/>
                </a:cubicBezTo>
                <a:cubicBezTo>
                  <a:pt x="4706" y="120"/>
                  <a:pt x="4714" y="127"/>
                  <a:pt x="4720" y="136"/>
                </a:cubicBezTo>
                <a:cubicBezTo>
                  <a:pt x="4727" y="144"/>
                  <a:pt x="4731" y="154"/>
                  <a:pt x="4734" y="166"/>
                </a:cubicBezTo>
                <a:cubicBezTo>
                  <a:pt x="4737" y="177"/>
                  <a:pt x="4738" y="191"/>
                  <a:pt x="4738" y="207"/>
                </a:cubicBezTo>
                <a:lnTo>
                  <a:pt x="4738" y="346"/>
                </a:lnTo>
                <a:cubicBezTo>
                  <a:pt x="4738" y="347"/>
                  <a:pt x="4738" y="348"/>
                  <a:pt x="4737" y="349"/>
                </a:cubicBezTo>
                <a:cubicBezTo>
                  <a:pt x="4737" y="350"/>
                  <a:pt x="4735" y="351"/>
                  <a:pt x="4734" y="351"/>
                </a:cubicBezTo>
                <a:cubicBezTo>
                  <a:pt x="4732" y="352"/>
                  <a:pt x="4730" y="353"/>
                  <a:pt x="4728" y="353"/>
                </a:cubicBezTo>
                <a:cubicBezTo>
                  <a:pt x="4725" y="353"/>
                  <a:pt x="4722" y="354"/>
                  <a:pt x="4718" y="354"/>
                </a:cubicBezTo>
                <a:cubicBezTo>
                  <a:pt x="4713" y="354"/>
                  <a:pt x="4710" y="353"/>
                  <a:pt x="4707" y="353"/>
                </a:cubicBezTo>
                <a:cubicBezTo>
                  <a:pt x="4705" y="353"/>
                  <a:pt x="4702" y="352"/>
                  <a:pt x="4701" y="351"/>
                </a:cubicBezTo>
                <a:cubicBezTo>
                  <a:pt x="4699" y="351"/>
                  <a:pt x="4698" y="350"/>
                  <a:pt x="4698" y="349"/>
                </a:cubicBezTo>
                <a:cubicBezTo>
                  <a:pt x="4697" y="348"/>
                  <a:pt x="4696" y="347"/>
                  <a:pt x="4696" y="346"/>
                </a:cubicBezTo>
                <a:lnTo>
                  <a:pt x="4696" y="213"/>
                </a:lnTo>
                <a:cubicBezTo>
                  <a:pt x="4696" y="200"/>
                  <a:pt x="4695" y="190"/>
                  <a:pt x="4694" y="181"/>
                </a:cubicBezTo>
                <a:cubicBezTo>
                  <a:pt x="4692" y="174"/>
                  <a:pt x="4689" y="167"/>
                  <a:pt x="4685" y="161"/>
                </a:cubicBezTo>
                <a:cubicBezTo>
                  <a:pt x="4681" y="155"/>
                  <a:pt x="4676" y="151"/>
                  <a:pt x="4670" y="148"/>
                </a:cubicBezTo>
                <a:cubicBezTo>
                  <a:pt x="4664" y="145"/>
                  <a:pt x="4657" y="144"/>
                  <a:pt x="4648" y="144"/>
                </a:cubicBezTo>
                <a:cubicBezTo>
                  <a:pt x="4638" y="144"/>
                  <a:pt x="4628" y="147"/>
                  <a:pt x="4617" y="155"/>
                </a:cubicBezTo>
                <a:cubicBezTo>
                  <a:pt x="4607" y="162"/>
                  <a:pt x="4596" y="173"/>
                  <a:pt x="4584" y="187"/>
                </a:cubicBezTo>
                <a:lnTo>
                  <a:pt x="4584" y="346"/>
                </a:lnTo>
                <a:cubicBezTo>
                  <a:pt x="4584" y="347"/>
                  <a:pt x="4584" y="348"/>
                  <a:pt x="4583" y="349"/>
                </a:cubicBezTo>
                <a:cubicBezTo>
                  <a:pt x="4583" y="350"/>
                  <a:pt x="4581" y="351"/>
                  <a:pt x="4580" y="351"/>
                </a:cubicBezTo>
                <a:cubicBezTo>
                  <a:pt x="4579" y="352"/>
                  <a:pt x="4577" y="353"/>
                  <a:pt x="4574" y="353"/>
                </a:cubicBezTo>
                <a:cubicBezTo>
                  <a:pt x="4571" y="353"/>
                  <a:pt x="4568" y="354"/>
                  <a:pt x="4563" y="354"/>
                </a:cubicBezTo>
                <a:cubicBezTo>
                  <a:pt x="4559" y="354"/>
                  <a:pt x="4556" y="353"/>
                  <a:pt x="4553" y="353"/>
                </a:cubicBezTo>
                <a:cubicBezTo>
                  <a:pt x="4551" y="353"/>
                  <a:pt x="4549" y="352"/>
                  <a:pt x="4547" y="351"/>
                </a:cubicBezTo>
                <a:cubicBezTo>
                  <a:pt x="4545" y="351"/>
                  <a:pt x="4544" y="350"/>
                  <a:pt x="4544" y="349"/>
                </a:cubicBezTo>
                <a:cubicBezTo>
                  <a:pt x="4543" y="348"/>
                  <a:pt x="4543" y="347"/>
                  <a:pt x="4543" y="346"/>
                </a:cubicBezTo>
                <a:lnTo>
                  <a:pt x="4543" y="119"/>
                </a:lnTo>
                <a:cubicBezTo>
                  <a:pt x="4543" y="118"/>
                  <a:pt x="4543" y="116"/>
                  <a:pt x="4543" y="115"/>
                </a:cubicBezTo>
                <a:cubicBezTo>
                  <a:pt x="4544" y="114"/>
                  <a:pt x="4545" y="114"/>
                  <a:pt x="4547" y="113"/>
                </a:cubicBezTo>
                <a:cubicBezTo>
                  <a:pt x="4548" y="112"/>
                  <a:pt x="4550" y="112"/>
                  <a:pt x="4552" y="110"/>
                </a:cubicBezTo>
                <a:cubicBezTo>
                  <a:pt x="4555" y="110"/>
                  <a:pt x="4558" y="110"/>
                  <a:pt x="4562" y="110"/>
                </a:cubicBezTo>
                <a:cubicBezTo>
                  <a:pt x="4565" y="110"/>
                  <a:pt x="4568" y="110"/>
                  <a:pt x="4571" y="110"/>
                </a:cubicBezTo>
                <a:cubicBezTo>
                  <a:pt x="4573" y="112"/>
                  <a:pt x="4575" y="112"/>
                  <a:pt x="4577" y="113"/>
                </a:cubicBezTo>
                <a:cubicBezTo>
                  <a:pt x="4578" y="114"/>
                  <a:pt x="4579" y="114"/>
                  <a:pt x="4579" y="115"/>
                </a:cubicBezTo>
                <a:cubicBezTo>
                  <a:pt x="4580" y="116"/>
                  <a:pt x="4580" y="118"/>
                  <a:pt x="4580" y="119"/>
                </a:cubicBezTo>
                <a:lnTo>
                  <a:pt x="4580" y="149"/>
                </a:lnTo>
                <a:cubicBezTo>
                  <a:pt x="4593" y="135"/>
                  <a:pt x="4606" y="124"/>
                  <a:pt x="4619" y="118"/>
                </a:cubicBezTo>
                <a:cubicBezTo>
                  <a:pt x="4631" y="110"/>
                  <a:pt x="4644" y="106"/>
                  <a:pt x="4657" y="106"/>
                </a:cubicBezTo>
                <a:moveTo>
                  <a:pt x="3925" y="106"/>
                </a:moveTo>
                <a:cubicBezTo>
                  <a:pt x="3943" y="106"/>
                  <a:pt x="3958" y="109"/>
                  <a:pt x="3971" y="116"/>
                </a:cubicBezTo>
                <a:cubicBezTo>
                  <a:pt x="3984" y="122"/>
                  <a:pt x="3994" y="130"/>
                  <a:pt x="4002" y="139"/>
                </a:cubicBezTo>
                <a:cubicBezTo>
                  <a:pt x="4010" y="149"/>
                  <a:pt x="4016" y="160"/>
                  <a:pt x="4019" y="173"/>
                </a:cubicBezTo>
                <a:cubicBezTo>
                  <a:pt x="4023" y="186"/>
                  <a:pt x="4025" y="200"/>
                  <a:pt x="4025" y="215"/>
                </a:cubicBezTo>
                <a:lnTo>
                  <a:pt x="4025" y="222"/>
                </a:lnTo>
                <a:cubicBezTo>
                  <a:pt x="4025" y="229"/>
                  <a:pt x="4024" y="234"/>
                  <a:pt x="4020" y="236"/>
                </a:cubicBezTo>
                <a:cubicBezTo>
                  <a:pt x="4017" y="239"/>
                  <a:pt x="4013" y="241"/>
                  <a:pt x="4009" y="241"/>
                </a:cubicBezTo>
                <a:lnTo>
                  <a:pt x="3860" y="241"/>
                </a:lnTo>
                <a:cubicBezTo>
                  <a:pt x="3860" y="253"/>
                  <a:pt x="3861" y="265"/>
                  <a:pt x="3863" y="275"/>
                </a:cubicBezTo>
                <a:cubicBezTo>
                  <a:pt x="3866" y="285"/>
                  <a:pt x="3870" y="293"/>
                  <a:pt x="3876" y="301"/>
                </a:cubicBezTo>
                <a:cubicBezTo>
                  <a:pt x="3882" y="308"/>
                  <a:pt x="3890" y="313"/>
                  <a:pt x="3899" y="317"/>
                </a:cubicBezTo>
                <a:cubicBezTo>
                  <a:pt x="3908" y="321"/>
                  <a:pt x="3920" y="323"/>
                  <a:pt x="3934" y="323"/>
                </a:cubicBezTo>
                <a:cubicBezTo>
                  <a:pt x="3945" y="323"/>
                  <a:pt x="3954" y="322"/>
                  <a:pt x="3963" y="320"/>
                </a:cubicBezTo>
                <a:cubicBezTo>
                  <a:pt x="3971" y="319"/>
                  <a:pt x="3979" y="317"/>
                  <a:pt x="3985" y="314"/>
                </a:cubicBezTo>
                <a:cubicBezTo>
                  <a:pt x="3991" y="312"/>
                  <a:pt x="3996" y="310"/>
                  <a:pt x="4000" y="308"/>
                </a:cubicBezTo>
                <a:cubicBezTo>
                  <a:pt x="4004" y="307"/>
                  <a:pt x="4007" y="306"/>
                  <a:pt x="4009" y="306"/>
                </a:cubicBezTo>
                <a:cubicBezTo>
                  <a:pt x="4010" y="306"/>
                  <a:pt x="4011" y="306"/>
                  <a:pt x="4012" y="307"/>
                </a:cubicBezTo>
                <a:cubicBezTo>
                  <a:pt x="4013" y="307"/>
                  <a:pt x="4013" y="308"/>
                  <a:pt x="4014" y="309"/>
                </a:cubicBezTo>
                <a:cubicBezTo>
                  <a:pt x="4015" y="311"/>
                  <a:pt x="4015" y="312"/>
                  <a:pt x="4015" y="314"/>
                </a:cubicBezTo>
                <a:cubicBezTo>
                  <a:pt x="4016" y="317"/>
                  <a:pt x="4016" y="319"/>
                  <a:pt x="4016" y="322"/>
                </a:cubicBezTo>
                <a:cubicBezTo>
                  <a:pt x="4016" y="324"/>
                  <a:pt x="4016" y="326"/>
                  <a:pt x="4015" y="328"/>
                </a:cubicBezTo>
                <a:cubicBezTo>
                  <a:pt x="4015" y="329"/>
                  <a:pt x="4015" y="331"/>
                  <a:pt x="4015" y="332"/>
                </a:cubicBezTo>
                <a:cubicBezTo>
                  <a:pt x="4015" y="333"/>
                  <a:pt x="4014" y="335"/>
                  <a:pt x="4013" y="335"/>
                </a:cubicBezTo>
                <a:cubicBezTo>
                  <a:pt x="4013" y="336"/>
                  <a:pt x="4012" y="337"/>
                  <a:pt x="4011" y="338"/>
                </a:cubicBezTo>
                <a:cubicBezTo>
                  <a:pt x="4010" y="339"/>
                  <a:pt x="4007" y="341"/>
                  <a:pt x="4003" y="343"/>
                </a:cubicBezTo>
                <a:cubicBezTo>
                  <a:pt x="3998" y="345"/>
                  <a:pt x="3993" y="347"/>
                  <a:pt x="3985" y="349"/>
                </a:cubicBezTo>
                <a:cubicBezTo>
                  <a:pt x="3978" y="351"/>
                  <a:pt x="3970" y="353"/>
                  <a:pt x="3960" y="354"/>
                </a:cubicBezTo>
                <a:cubicBezTo>
                  <a:pt x="3951" y="356"/>
                  <a:pt x="3941" y="357"/>
                  <a:pt x="3930" y="357"/>
                </a:cubicBezTo>
                <a:cubicBezTo>
                  <a:pt x="3911" y="357"/>
                  <a:pt x="3895" y="354"/>
                  <a:pt x="3881" y="349"/>
                </a:cubicBezTo>
                <a:cubicBezTo>
                  <a:pt x="3867" y="344"/>
                  <a:pt x="3855" y="336"/>
                  <a:pt x="3846" y="326"/>
                </a:cubicBezTo>
                <a:cubicBezTo>
                  <a:pt x="3836" y="315"/>
                  <a:pt x="3829" y="303"/>
                  <a:pt x="3824" y="287"/>
                </a:cubicBezTo>
                <a:cubicBezTo>
                  <a:pt x="3819" y="272"/>
                  <a:pt x="3816" y="254"/>
                  <a:pt x="3816" y="233"/>
                </a:cubicBezTo>
                <a:cubicBezTo>
                  <a:pt x="3816" y="214"/>
                  <a:pt x="3819" y="196"/>
                  <a:pt x="3824" y="181"/>
                </a:cubicBezTo>
                <a:cubicBezTo>
                  <a:pt x="3829" y="165"/>
                  <a:pt x="3836" y="152"/>
                  <a:pt x="3846" y="141"/>
                </a:cubicBezTo>
                <a:cubicBezTo>
                  <a:pt x="3855" y="130"/>
                  <a:pt x="3867" y="122"/>
                  <a:pt x="3880" y="116"/>
                </a:cubicBezTo>
                <a:cubicBezTo>
                  <a:pt x="3894" y="110"/>
                  <a:pt x="3909" y="106"/>
                  <a:pt x="3925" y="106"/>
                </a:cubicBezTo>
                <a:moveTo>
                  <a:pt x="3343" y="106"/>
                </a:moveTo>
                <a:cubicBezTo>
                  <a:pt x="3349" y="106"/>
                  <a:pt x="3355" y="107"/>
                  <a:pt x="3361" y="108"/>
                </a:cubicBezTo>
                <a:cubicBezTo>
                  <a:pt x="3367" y="109"/>
                  <a:pt x="3372" y="110"/>
                  <a:pt x="3377" y="113"/>
                </a:cubicBezTo>
                <a:cubicBezTo>
                  <a:pt x="3382" y="114"/>
                  <a:pt x="3387" y="116"/>
                  <a:pt x="3390" y="118"/>
                </a:cubicBezTo>
                <a:cubicBezTo>
                  <a:pt x="3393" y="119"/>
                  <a:pt x="3396" y="121"/>
                  <a:pt x="3398" y="122"/>
                </a:cubicBezTo>
                <a:cubicBezTo>
                  <a:pt x="3399" y="124"/>
                  <a:pt x="3401" y="125"/>
                  <a:pt x="3401" y="126"/>
                </a:cubicBezTo>
                <a:cubicBezTo>
                  <a:pt x="3402" y="127"/>
                  <a:pt x="3402" y="128"/>
                  <a:pt x="3402" y="129"/>
                </a:cubicBezTo>
                <a:cubicBezTo>
                  <a:pt x="3403" y="131"/>
                  <a:pt x="3403" y="132"/>
                  <a:pt x="3403" y="134"/>
                </a:cubicBezTo>
                <a:cubicBezTo>
                  <a:pt x="3404" y="136"/>
                  <a:pt x="3404" y="138"/>
                  <a:pt x="3404" y="141"/>
                </a:cubicBezTo>
                <a:cubicBezTo>
                  <a:pt x="3404" y="144"/>
                  <a:pt x="3404" y="146"/>
                  <a:pt x="3403" y="148"/>
                </a:cubicBezTo>
                <a:cubicBezTo>
                  <a:pt x="3403" y="150"/>
                  <a:pt x="3402" y="152"/>
                  <a:pt x="3402" y="153"/>
                </a:cubicBezTo>
                <a:cubicBezTo>
                  <a:pt x="3401" y="155"/>
                  <a:pt x="3401" y="156"/>
                  <a:pt x="3400" y="156"/>
                </a:cubicBezTo>
                <a:cubicBezTo>
                  <a:pt x="3399" y="157"/>
                  <a:pt x="3398" y="157"/>
                  <a:pt x="3397" y="157"/>
                </a:cubicBezTo>
                <a:cubicBezTo>
                  <a:pt x="3395" y="157"/>
                  <a:pt x="3393" y="156"/>
                  <a:pt x="3390" y="154"/>
                </a:cubicBezTo>
                <a:cubicBezTo>
                  <a:pt x="3388" y="153"/>
                  <a:pt x="3384" y="150"/>
                  <a:pt x="3380" y="148"/>
                </a:cubicBezTo>
                <a:cubicBezTo>
                  <a:pt x="3375" y="146"/>
                  <a:pt x="3370" y="144"/>
                  <a:pt x="3363" y="143"/>
                </a:cubicBezTo>
                <a:cubicBezTo>
                  <a:pt x="3357" y="141"/>
                  <a:pt x="3350" y="140"/>
                  <a:pt x="3343" y="140"/>
                </a:cubicBezTo>
                <a:cubicBezTo>
                  <a:pt x="3335" y="140"/>
                  <a:pt x="3329" y="141"/>
                  <a:pt x="3324" y="142"/>
                </a:cubicBezTo>
                <a:cubicBezTo>
                  <a:pt x="3318" y="144"/>
                  <a:pt x="3314" y="146"/>
                  <a:pt x="3310" y="149"/>
                </a:cubicBezTo>
                <a:cubicBezTo>
                  <a:pt x="3307" y="152"/>
                  <a:pt x="3304" y="155"/>
                  <a:pt x="3303" y="160"/>
                </a:cubicBezTo>
                <a:cubicBezTo>
                  <a:pt x="3301" y="163"/>
                  <a:pt x="3300" y="168"/>
                  <a:pt x="3300" y="173"/>
                </a:cubicBezTo>
                <a:cubicBezTo>
                  <a:pt x="3300" y="179"/>
                  <a:pt x="3302" y="185"/>
                  <a:pt x="3305" y="189"/>
                </a:cubicBezTo>
                <a:cubicBezTo>
                  <a:pt x="3308" y="193"/>
                  <a:pt x="3313" y="197"/>
                  <a:pt x="3318" y="201"/>
                </a:cubicBezTo>
                <a:cubicBezTo>
                  <a:pt x="3323" y="204"/>
                  <a:pt x="3330" y="207"/>
                  <a:pt x="3337" y="210"/>
                </a:cubicBezTo>
                <a:cubicBezTo>
                  <a:pt x="3344" y="212"/>
                  <a:pt x="3351" y="215"/>
                  <a:pt x="3358" y="218"/>
                </a:cubicBezTo>
                <a:cubicBezTo>
                  <a:pt x="3365" y="221"/>
                  <a:pt x="3372" y="224"/>
                  <a:pt x="3379" y="228"/>
                </a:cubicBezTo>
                <a:cubicBezTo>
                  <a:pt x="3386" y="231"/>
                  <a:pt x="3392" y="235"/>
                  <a:pt x="3397" y="241"/>
                </a:cubicBezTo>
                <a:cubicBezTo>
                  <a:pt x="3403" y="246"/>
                  <a:pt x="3407" y="252"/>
                  <a:pt x="3410" y="259"/>
                </a:cubicBezTo>
                <a:cubicBezTo>
                  <a:pt x="3414" y="266"/>
                  <a:pt x="3415" y="274"/>
                  <a:pt x="3415" y="284"/>
                </a:cubicBezTo>
                <a:cubicBezTo>
                  <a:pt x="3415" y="296"/>
                  <a:pt x="3413" y="306"/>
                  <a:pt x="3409" y="315"/>
                </a:cubicBezTo>
                <a:cubicBezTo>
                  <a:pt x="3405" y="324"/>
                  <a:pt x="3398" y="332"/>
                  <a:pt x="3390" y="338"/>
                </a:cubicBezTo>
                <a:cubicBezTo>
                  <a:pt x="3383" y="344"/>
                  <a:pt x="3373" y="349"/>
                  <a:pt x="3362" y="352"/>
                </a:cubicBezTo>
                <a:cubicBezTo>
                  <a:pt x="3351" y="355"/>
                  <a:pt x="3339" y="357"/>
                  <a:pt x="3326" y="357"/>
                </a:cubicBezTo>
                <a:cubicBezTo>
                  <a:pt x="3318" y="357"/>
                  <a:pt x="3310" y="356"/>
                  <a:pt x="3303" y="355"/>
                </a:cubicBezTo>
                <a:cubicBezTo>
                  <a:pt x="3296" y="354"/>
                  <a:pt x="3289" y="352"/>
                  <a:pt x="3284" y="350"/>
                </a:cubicBezTo>
                <a:cubicBezTo>
                  <a:pt x="3278" y="348"/>
                  <a:pt x="3273" y="346"/>
                  <a:pt x="3269" y="344"/>
                </a:cubicBezTo>
                <a:cubicBezTo>
                  <a:pt x="3265" y="342"/>
                  <a:pt x="3262" y="340"/>
                  <a:pt x="3260" y="338"/>
                </a:cubicBezTo>
                <a:cubicBezTo>
                  <a:pt x="3258" y="337"/>
                  <a:pt x="3257" y="335"/>
                  <a:pt x="3256" y="331"/>
                </a:cubicBezTo>
                <a:cubicBezTo>
                  <a:pt x="3255" y="328"/>
                  <a:pt x="3255" y="324"/>
                  <a:pt x="3255" y="319"/>
                </a:cubicBezTo>
                <a:cubicBezTo>
                  <a:pt x="3255" y="316"/>
                  <a:pt x="3255" y="313"/>
                  <a:pt x="3255" y="311"/>
                </a:cubicBezTo>
                <a:cubicBezTo>
                  <a:pt x="3255" y="309"/>
                  <a:pt x="3256" y="307"/>
                  <a:pt x="3256" y="306"/>
                </a:cubicBezTo>
                <a:cubicBezTo>
                  <a:pt x="3257" y="304"/>
                  <a:pt x="3257" y="303"/>
                  <a:pt x="3259" y="303"/>
                </a:cubicBezTo>
                <a:cubicBezTo>
                  <a:pt x="3259" y="302"/>
                  <a:pt x="3260" y="302"/>
                  <a:pt x="3262" y="302"/>
                </a:cubicBezTo>
                <a:cubicBezTo>
                  <a:pt x="3263" y="302"/>
                  <a:pt x="3266" y="303"/>
                  <a:pt x="3270" y="305"/>
                </a:cubicBezTo>
                <a:cubicBezTo>
                  <a:pt x="3273" y="308"/>
                  <a:pt x="3278" y="310"/>
                  <a:pt x="3283" y="313"/>
                </a:cubicBezTo>
                <a:cubicBezTo>
                  <a:pt x="3289" y="315"/>
                  <a:pt x="3295" y="318"/>
                  <a:pt x="3302" y="320"/>
                </a:cubicBezTo>
                <a:cubicBezTo>
                  <a:pt x="3309" y="323"/>
                  <a:pt x="3317" y="324"/>
                  <a:pt x="3327" y="324"/>
                </a:cubicBezTo>
                <a:cubicBezTo>
                  <a:pt x="3334" y="324"/>
                  <a:pt x="3340" y="323"/>
                  <a:pt x="3346" y="321"/>
                </a:cubicBezTo>
                <a:cubicBezTo>
                  <a:pt x="3352" y="320"/>
                  <a:pt x="3357" y="318"/>
                  <a:pt x="3361" y="315"/>
                </a:cubicBezTo>
                <a:cubicBezTo>
                  <a:pt x="3365" y="312"/>
                  <a:pt x="3369" y="308"/>
                  <a:pt x="3371" y="303"/>
                </a:cubicBezTo>
                <a:cubicBezTo>
                  <a:pt x="3373" y="299"/>
                  <a:pt x="3374" y="294"/>
                  <a:pt x="3374" y="287"/>
                </a:cubicBezTo>
                <a:cubicBezTo>
                  <a:pt x="3374" y="281"/>
                  <a:pt x="3372" y="276"/>
                  <a:pt x="3369" y="271"/>
                </a:cubicBezTo>
                <a:cubicBezTo>
                  <a:pt x="3366" y="267"/>
                  <a:pt x="3362" y="263"/>
                  <a:pt x="3356" y="259"/>
                </a:cubicBezTo>
                <a:cubicBezTo>
                  <a:pt x="3351" y="256"/>
                  <a:pt x="3345" y="253"/>
                  <a:pt x="3338" y="251"/>
                </a:cubicBezTo>
                <a:cubicBezTo>
                  <a:pt x="3331" y="248"/>
                  <a:pt x="3325" y="245"/>
                  <a:pt x="3317" y="242"/>
                </a:cubicBezTo>
                <a:cubicBezTo>
                  <a:pt x="3310" y="240"/>
                  <a:pt x="3303" y="236"/>
                  <a:pt x="3296" y="233"/>
                </a:cubicBezTo>
                <a:cubicBezTo>
                  <a:pt x="3290" y="229"/>
                  <a:pt x="3284" y="224"/>
                  <a:pt x="3278" y="220"/>
                </a:cubicBezTo>
                <a:cubicBezTo>
                  <a:pt x="3273" y="214"/>
                  <a:pt x="3268" y="208"/>
                  <a:pt x="3265" y="201"/>
                </a:cubicBezTo>
                <a:cubicBezTo>
                  <a:pt x="3262" y="193"/>
                  <a:pt x="3260" y="185"/>
                  <a:pt x="3260" y="175"/>
                </a:cubicBezTo>
                <a:cubicBezTo>
                  <a:pt x="3260" y="166"/>
                  <a:pt x="3262" y="157"/>
                  <a:pt x="3265" y="149"/>
                </a:cubicBezTo>
                <a:cubicBezTo>
                  <a:pt x="3269" y="141"/>
                  <a:pt x="3274" y="134"/>
                  <a:pt x="3281" y="128"/>
                </a:cubicBezTo>
                <a:cubicBezTo>
                  <a:pt x="3288" y="121"/>
                  <a:pt x="3296" y="117"/>
                  <a:pt x="3307" y="113"/>
                </a:cubicBezTo>
                <a:cubicBezTo>
                  <a:pt x="3317" y="108"/>
                  <a:pt x="3329" y="106"/>
                  <a:pt x="3343" y="106"/>
                </a:cubicBezTo>
                <a:moveTo>
                  <a:pt x="2237" y="106"/>
                </a:moveTo>
                <a:cubicBezTo>
                  <a:pt x="2253" y="106"/>
                  <a:pt x="2267" y="108"/>
                  <a:pt x="2278" y="113"/>
                </a:cubicBezTo>
                <a:cubicBezTo>
                  <a:pt x="2290" y="117"/>
                  <a:pt x="2299" y="122"/>
                  <a:pt x="2306" y="129"/>
                </a:cubicBezTo>
                <a:cubicBezTo>
                  <a:pt x="2313" y="136"/>
                  <a:pt x="2318" y="145"/>
                  <a:pt x="2321" y="156"/>
                </a:cubicBezTo>
                <a:cubicBezTo>
                  <a:pt x="2324" y="167"/>
                  <a:pt x="2326" y="179"/>
                  <a:pt x="2326" y="193"/>
                </a:cubicBezTo>
                <a:lnTo>
                  <a:pt x="2326" y="346"/>
                </a:lnTo>
                <a:cubicBezTo>
                  <a:pt x="2326" y="348"/>
                  <a:pt x="2325" y="350"/>
                  <a:pt x="2324" y="350"/>
                </a:cubicBezTo>
                <a:cubicBezTo>
                  <a:pt x="2323" y="351"/>
                  <a:pt x="2321" y="352"/>
                  <a:pt x="2318" y="353"/>
                </a:cubicBezTo>
                <a:cubicBezTo>
                  <a:pt x="2316" y="353"/>
                  <a:pt x="2313" y="354"/>
                  <a:pt x="2308" y="354"/>
                </a:cubicBezTo>
                <a:cubicBezTo>
                  <a:pt x="2304" y="354"/>
                  <a:pt x="2300" y="353"/>
                  <a:pt x="2298" y="353"/>
                </a:cubicBezTo>
                <a:cubicBezTo>
                  <a:pt x="2295" y="352"/>
                  <a:pt x="2293" y="351"/>
                  <a:pt x="2292" y="350"/>
                </a:cubicBezTo>
                <a:cubicBezTo>
                  <a:pt x="2291" y="350"/>
                  <a:pt x="2290" y="348"/>
                  <a:pt x="2290" y="346"/>
                </a:cubicBezTo>
                <a:lnTo>
                  <a:pt x="2290" y="323"/>
                </a:lnTo>
                <a:cubicBezTo>
                  <a:pt x="2280" y="334"/>
                  <a:pt x="2269" y="342"/>
                  <a:pt x="2257" y="348"/>
                </a:cubicBezTo>
                <a:cubicBezTo>
                  <a:pt x="2245" y="354"/>
                  <a:pt x="2232" y="357"/>
                  <a:pt x="2219" y="357"/>
                </a:cubicBezTo>
                <a:cubicBezTo>
                  <a:pt x="2207" y="357"/>
                  <a:pt x="2196" y="355"/>
                  <a:pt x="2186" y="352"/>
                </a:cubicBezTo>
                <a:cubicBezTo>
                  <a:pt x="2176" y="349"/>
                  <a:pt x="2168" y="344"/>
                  <a:pt x="2161" y="339"/>
                </a:cubicBezTo>
                <a:cubicBezTo>
                  <a:pt x="2154" y="333"/>
                  <a:pt x="2149" y="326"/>
                  <a:pt x="2146" y="317"/>
                </a:cubicBezTo>
                <a:cubicBezTo>
                  <a:pt x="2142" y="308"/>
                  <a:pt x="2140" y="299"/>
                  <a:pt x="2140" y="288"/>
                </a:cubicBezTo>
                <a:cubicBezTo>
                  <a:pt x="2140" y="275"/>
                  <a:pt x="2142" y="264"/>
                  <a:pt x="2148" y="254"/>
                </a:cubicBezTo>
                <a:cubicBezTo>
                  <a:pt x="2153" y="245"/>
                  <a:pt x="2160" y="237"/>
                  <a:pt x="2170" y="231"/>
                </a:cubicBezTo>
                <a:cubicBezTo>
                  <a:pt x="2180" y="225"/>
                  <a:pt x="2192" y="220"/>
                  <a:pt x="2206" y="217"/>
                </a:cubicBezTo>
                <a:cubicBezTo>
                  <a:pt x="2220" y="214"/>
                  <a:pt x="2236" y="212"/>
                  <a:pt x="2253" y="212"/>
                </a:cubicBezTo>
                <a:lnTo>
                  <a:pt x="2285" y="212"/>
                </a:lnTo>
                <a:lnTo>
                  <a:pt x="2285" y="195"/>
                </a:lnTo>
                <a:cubicBezTo>
                  <a:pt x="2285" y="186"/>
                  <a:pt x="2284" y="178"/>
                  <a:pt x="2282" y="172"/>
                </a:cubicBezTo>
                <a:cubicBezTo>
                  <a:pt x="2280" y="165"/>
                  <a:pt x="2277" y="159"/>
                  <a:pt x="2273" y="155"/>
                </a:cubicBezTo>
                <a:cubicBezTo>
                  <a:pt x="2269" y="150"/>
                  <a:pt x="2264" y="147"/>
                  <a:pt x="2257" y="145"/>
                </a:cubicBezTo>
                <a:cubicBezTo>
                  <a:pt x="2250" y="142"/>
                  <a:pt x="2243" y="141"/>
                  <a:pt x="2233" y="141"/>
                </a:cubicBezTo>
                <a:cubicBezTo>
                  <a:pt x="2222" y="141"/>
                  <a:pt x="2213" y="143"/>
                  <a:pt x="2205" y="145"/>
                </a:cubicBezTo>
                <a:cubicBezTo>
                  <a:pt x="2197" y="147"/>
                  <a:pt x="2190" y="150"/>
                  <a:pt x="2184" y="153"/>
                </a:cubicBezTo>
                <a:cubicBezTo>
                  <a:pt x="2178" y="156"/>
                  <a:pt x="2172" y="159"/>
                  <a:pt x="2168" y="161"/>
                </a:cubicBezTo>
                <a:cubicBezTo>
                  <a:pt x="2164" y="163"/>
                  <a:pt x="2161" y="165"/>
                  <a:pt x="2159" y="165"/>
                </a:cubicBezTo>
                <a:cubicBezTo>
                  <a:pt x="2158" y="165"/>
                  <a:pt x="2157" y="165"/>
                  <a:pt x="2156" y="164"/>
                </a:cubicBezTo>
                <a:cubicBezTo>
                  <a:pt x="2155" y="163"/>
                  <a:pt x="2154" y="162"/>
                  <a:pt x="2153" y="161"/>
                </a:cubicBezTo>
                <a:cubicBezTo>
                  <a:pt x="2152" y="159"/>
                  <a:pt x="2152" y="157"/>
                  <a:pt x="2152" y="155"/>
                </a:cubicBezTo>
                <a:cubicBezTo>
                  <a:pt x="2151" y="154"/>
                  <a:pt x="2151" y="151"/>
                  <a:pt x="2151" y="149"/>
                </a:cubicBezTo>
                <a:cubicBezTo>
                  <a:pt x="2151" y="144"/>
                  <a:pt x="2151" y="141"/>
                  <a:pt x="2152" y="139"/>
                </a:cubicBezTo>
                <a:cubicBezTo>
                  <a:pt x="2152" y="136"/>
                  <a:pt x="2154" y="134"/>
                  <a:pt x="2156" y="132"/>
                </a:cubicBezTo>
                <a:cubicBezTo>
                  <a:pt x="2158" y="130"/>
                  <a:pt x="2162" y="127"/>
                  <a:pt x="2168" y="124"/>
                </a:cubicBezTo>
                <a:cubicBezTo>
                  <a:pt x="2173" y="121"/>
                  <a:pt x="2180" y="118"/>
                  <a:pt x="2187" y="116"/>
                </a:cubicBezTo>
                <a:cubicBezTo>
                  <a:pt x="2194" y="113"/>
                  <a:pt x="2202" y="112"/>
                  <a:pt x="2211" y="109"/>
                </a:cubicBezTo>
                <a:cubicBezTo>
                  <a:pt x="2219" y="107"/>
                  <a:pt x="2228" y="106"/>
                  <a:pt x="2237" y="106"/>
                </a:cubicBezTo>
                <a:moveTo>
                  <a:pt x="1697" y="106"/>
                </a:moveTo>
                <a:cubicBezTo>
                  <a:pt x="1704" y="106"/>
                  <a:pt x="1710" y="107"/>
                  <a:pt x="1716" y="108"/>
                </a:cubicBezTo>
                <a:cubicBezTo>
                  <a:pt x="1722" y="110"/>
                  <a:pt x="1727" y="113"/>
                  <a:pt x="1733" y="117"/>
                </a:cubicBezTo>
                <a:cubicBezTo>
                  <a:pt x="1739" y="119"/>
                  <a:pt x="1745" y="124"/>
                  <a:pt x="1751" y="129"/>
                </a:cubicBezTo>
                <a:cubicBezTo>
                  <a:pt x="1757" y="133"/>
                  <a:pt x="1763" y="139"/>
                  <a:pt x="1771" y="146"/>
                </a:cubicBezTo>
                <a:lnTo>
                  <a:pt x="1771" y="119"/>
                </a:lnTo>
                <a:cubicBezTo>
                  <a:pt x="1771" y="117"/>
                  <a:pt x="1771" y="116"/>
                  <a:pt x="1772" y="115"/>
                </a:cubicBezTo>
                <a:cubicBezTo>
                  <a:pt x="1772" y="114"/>
                  <a:pt x="1773" y="113"/>
                  <a:pt x="1775" y="113"/>
                </a:cubicBezTo>
                <a:cubicBezTo>
                  <a:pt x="1777" y="112"/>
                  <a:pt x="1778" y="112"/>
                  <a:pt x="1781" y="110"/>
                </a:cubicBezTo>
                <a:cubicBezTo>
                  <a:pt x="1783" y="110"/>
                  <a:pt x="1786" y="110"/>
                  <a:pt x="1790" y="110"/>
                </a:cubicBezTo>
                <a:cubicBezTo>
                  <a:pt x="1793" y="110"/>
                  <a:pt x="1796" y="110"/>
                  <a:pt x="1798" y="110"/>
                </a:cubicBezTo>
                <a:cubicBezTo>
                  <a:pt x="1801" y="112"/>
                  <a:pt x="1802" y="112"/>
                  <a:pt x="1804" y="113"/>
                </a:cubicBezTo>
                <a:cubicBezTo>
                  <a:pt x="1805" y="113"/>
                  <a:pt x="1806" y="114"/>
                  <a:pt x="1807" y="115"/>
                </a:cubicBezTo>
                <a:cubicBezTo>
                  <a:pt x="1808" y="116"/>
                  <a:pt x="1808" y="117"/>
                  <a:pt x="1808" y="119"/>
                </a:cubicBezTo>
                <a:lnTo>
                  <a:pt x="1808" y="436"/>
                </a:lnTo>
                <a:cubicBezTo>
                  <a:pt x="1808" y="437"/>
                  <a:pt x="1807" y="438"/>
                  <a:pt x="1807" y="439"/>
                </a:cubicBezTo>
                <a:cubicBezTo>
                  <a:pt x="1806" y="440"/>
                  <a:pt x="1805" y="441"/>
                  <a:pt x="1803" y="442"/>
                </a:cubicBezTo>
                <a:cubicBezTo>
                  <a:pt x="1802" y="442"/>
                  <a:pt x="1799" y="443"/>
                  <a:pt x="1797" y="443"/>
                </a:cubicBezTo>
                <a:cubicBezTo>
                  <a:pt x="1794" y="444"/>
                  <a:pt x="1791" y="444"/>
                  <a:pt x="1787" y="444"/>
                </a:cubicBezTo>
                <a:cubicBezTo>
                  <a:pt x="1783" y="444"/>
                  <a:pt x="1779" y="444"/>
                  <a:pt x="1777" y="443"/>
                </a:cubicBezTo>
                <a:cubicBezTo>
                  <a:pt x="1774" y="443"/>
                  <a:pt x="1772" y="442"/>
                  <a:pt x="1770" y="442"/>
                </a:cubicBezTo>
                <a:cubicBezTo>
                  <a:pt x="1768" y="441"/>
                  <a:pt x="1767" y="440"/>
                  <a:pt x="1767" y="439"/>
                </a:cubicBezTo>
                <a:cubicBezTo>
                  <a:pt x="1766" y="438"/>
                  <a:pt x="1766" y="437"/>
                  <a:pt x="1766" y="436"/>
                </a:cubicBezTo>
                <a:lnTo>
                  <a:pt x="1766" y="319"/>
                </a:lnTo>
                <a:cubicBezTo>
                  <a:pt x="1759" y="326"/>
                  <a:pt x="1753" y="332"/>
                  <a:pt x="1746" y="337"/>
                </a:cubicBezTo>
                <a:cubicBezTo>
                  <a:pt x="1740" y="342"/>
                  <a:pt x="1734" y="346"/>
                  <a:pt x="1728" y="349"/>
                </a:cubicBezTo>
                <a:cubicBezTo>
                  <a:pt x="1722" y="351"/>
                  <a:pt x="1715" y="354"/>
                  <a:pt x="1709" y="355"/>
                </a:cubicBezTo>
                <a:cubicBezTo>
                  <a:pt x="1704" y="356"/>
                  <a:pt x="1697" y="357"/>
                  <a:pt x="1690" y="357"/>
                </a:cubicBezTo>
                <a:cubicBezTo>
                  <a:pt x="1674" y="357"/>
                  <a:pt x="1660" y="354"/>
                  <a:pt x="1648" y="347"/>
                </a:cubicBezTo>
                <a:cubicBezTo>
                  <a:pt x="1637" y="341"/>
                  <a:pt x="1627" y="332"/>
                  <a:pt x="1620" y="321"/>
                </a:cubicBezTo>
                <a:cubicBezTo>
                  <a:pt x="1612" y="310"/>
                  <a:pt x="1607" y="297"/>
                  <a:pt x="1604" y="282"/>
                </a:cubicBezTo>
                <a:cubicBezTo>
                  <a:pt x="1600" y="267"/>
                  <a:pt x="1599" y="252"/>
                  <a:pt x="1599" y="235"/>
                </a:cubicBezTo>
                <a:cubicBezTo>
                  <a:pt x="1599" y="216"/>
                  <a:pt x="1601" y="198"/>
                  <a:pt x="1605" y="182"/>
                </a:cubicBezTo>
                <a:cubicBezTo>
                  <a:pt x="1609" y="167"/>
                  <a:pt x="1616" y="153"/>
                  <a:pt x="1624" y="142"/>
                </a:cubicBezTo>
                <a:cubicBezTo>
                  <a:pt x="1632" y="131"/>
                  <a:pt x="1642" y="123"/>
                  <a:pt x="1655" y="117"/>
                </a:cubicBezTo>
                <a:cubicBezTo>
                  <a:pt x="1667" y="110"/>
                  <a:pt x="1681" y="106"/>
                  <a:pt x="1697" y="106"/>
                </a:cubicBezTo>
                <a:moveTo>
                  <a:pt x="1342" y="106"/>
                </a:moveTo>
                <a:cubicBezTo>
                  <a:pt x="1360" y="106"/>
                  <a:pt x="1375" y="109"/>
                  <a:pt x="1387" y="116"/>
                </a:cubicBezTo>
                <a:cubicBezTo>
                  <a:pt x="1400" y="122"/>
                  <a:pt x="1410" y="130"/>
                  <a:pt x="1419" y="139"/>
                </a:cubicBezTo>
                <a:cubicBezTo>
                  <a:pt x="1427" y="149"/>
                  <a:pt x="1432" y="160"/>
                  <a:pt x="1436" y="173"/>
                </a:cubicBezTo>
                <a:cubicBezTo>
                  <a:pt x="1440" y="186"/>
                  <a:pt x="1442" y="200"/>
                  <a:pt x="1442" y="215"/>
                </a:cubicBezTo>
                <a:lnTo>
                  <a:pt x="1442" y="222"/>
                </a:lnTo>
                <a:cubicBezTo>
                  <a:pt x="1442" y="229"/>
                  <a:pt x="1440" y="234"/>
                  <a:pt x="1437" y="236"/>
                </a:cubicBezTo>
                <a:cubicBezTo>
                  <a:pt x="1434" y="239"/>
                  <a:pt x="1430" y="241"/>
                  <a:pt x="1426" y="241"/>
                </a:cubicBezTo>
                <a:lnTo>
                  <a:pt x="1276" y="241"/>
                </a:lnTo>
                <a:cubicBezTo>
                  <a:pt x="1276" y="253"/>
                  <a:pt x="1277" y="265"/>
                  <a:pt x="1280" y="275"/>
                </a:cubicBezTo>
                <a:cubicBezTo>
                  <a:pt x="1283" y="285"/>
                  <a:pt x="1287" y="293"/>
                  <a:pt x="1293" y="301"/>
                </a:cubicBezTo>
                <a:cubicBezTo>
                  <a:pt x="1299" y="308"/>
                  <a:pt x="1306" y="313"/>
                  <a:pt x="1316" y="317"/>
                </a:cubicBezTo>
                <a:cubicBezTo>
                  <a:pt x="1325" y="321"/>
                  <a:pt x="1337" y="323"/>
                  <a:pt x="1350" y="323"/>
                </a:cubicBezTo>
                <a:cubicBezTo>
                  <a:pt x="1361" y="323"/>
                  <a:pt x="1371" y="322"/>
                  <a:pt x="1379" y="320"/>
                </a:cubicBezTo>
                <a:cubicBezTo>
                  <a:pt x="1388" y="319"/>
                  <a:pt x="1395" y="317"/>
                  <a:pt x="1401" y="314"/>
                </a:cubicBezTo>
                <a:cubicBezTo>
                  <a:pt x="1408" y="312"/>
                  <a:pt x="1413" y="310"/>
                  <a:pt x="1416" y="308"/>
                </a:cubicBezTo>
                <a:cubicBezTo>
                  <a:pt x="1420" y="307"/>
                  <a:pt x="1423" y="306"/>
                  <a:pt x="1426" y="306"/>
                </a:cubicBezTo>
                <a:cubicBezTo>
                  <a:pt x="1427" y="306"/>
                  <a:pt x="1428" y="306"/>
                  <a:pt x="1429" y="307"/>
                </a:cubicBezTo>
                <a:cubicBezTo>
                  <a:pt x="1429" y="307"/>
                  <a:pt x="1430" y="308"/>
                  <a:pt x="1431" y="309"/>
                </a:cubicBezTo>
                <a:cubicBezTo>
                  <a:pt x="1431" y="311"/>
                  <a:pt x="1432" y="312"/>
                  <a:pt x="1432" y="314"/>
                </a:cubicBezTo>
                <a:cubicBezTo>
                  <a:pt x="1432" y="317"/>
                  <a:pt x="1432" y="319"/>
                  <a:pt x="1432" y="322"/>
                </a:cubicBezTo>
                <a:cubicBezTo>
                  <a:pt x="1432" y="324"/>
                  <a:pt x="1432" y="326"/>
                  <a:pt x="1432" y="328"/>
                </a:cubicBezTo>
                <a:cubicBezTo>
                  <a:pt x="1432" y="329"/>
                  <a:pt x="1432" y="331"/>
                  <a:pt x="1432" y="332"/>
                </a:cubicBezTo>
                <a:cubicBezTo>
                  <a:pt x="1431" y="333"/>
                  <a:pt x="1431" y="335"/>
                  <a:pt x="1430" y="335"/>
                </a:cubicBezTo>
                <a:cubicBezTo>
                  <a:pt x="1429" y="336"/>
                  <a:pt x="1429" y="337"/>
                  <a:pt x="1428" y="338"/>
                </a:cubicBezTo>
                <a:cubicBezTo>
                  <a:pt x="1427" y="339"/>
                  <a:pt x="1424" y="341"/>
                  <a:pt x="1420" y="343"/>
                </a:cubicBezTo>
                <a:cubicBezTo>
                  <a:pt x="1415" y="345"/>
                  <a:pt x="1409" y="347"/>
                  <a:pt x="1402" y="349"/>
                </a:cubicBezTo>
                <a:cubicBezTo>
                  <a:pt x="1395" y="351"/>
                  <a:pt x="1386" y="353"/>
                  <a:pt x="1377" y="354"/>
                </a:cubicBezTo>
                <a:cubicBezTo>
                  <a:pt x="1367" y="356"/>
                  <a:pt x="1357" y="357"/>
                  <a:pt x="1347" y="357"/>
                </a:cubicBezTo>
                <a:cubicBezTo>
                  <a:pt x="1328" y="357"/>
                  <a:pt x="1312" y="354"/>
                  <a:pt x="1298" y="349"/>
                </a:cubicBezTo>
                <a:cubicBezTo>
                  <a:pt x="1283" y="344"/>
                  <a:pt x="1272" y="336"/>
                  <a:pt x="1262" y="326"/>
                </a:cubicBezTo>
                <a:cubicBezTo>
                  <a:pt x="1252" y="315"/>
                  <a:pt x="1245" y="303"/>
                  <a:pt x="1240" y="287"/>
                </a:cubicBezTo>
                <a:cubicBezTo>
                  <a:pt x="1235" y="272"/>
                  <a:pt x="1233" y="254"/>
                  <a:pt x="1233" y="233"/>
                </a:cubicBezTo>
                <a:cubicBezTo>
                  <a:pt x="1233" y="214"/>
                  <a:pt x="1236" y="196"/>
                  <a:pt x="1241" y="181"/>
                </a:cubicBezTo>
                <a:cubicBezTo>
                  <a:pt x="1246" y="165"/>
                  <a:pt x="1253" y="152"/>
                  <a:pt x="1263" y="141"/>
                </a:cubicBezTo>
                <a:cubicBezTo>
                  <a:pt x="1272" y="130"/>
                  <a:pt x="1283" y="122"/>
                  <a:pt x="1297" y="116"/>
                </a:cubicBezTo>
                <a:cubicBezTo>
                  <a:pt x="1310" y="110"/>
                  <a:pt x="1325" y="106"/>
                  <a:pt x="1342" y="106"/>
                </a:cubicBezTo>
                <a:moveTo>
                  <a:pt x="776" y="106"/>
                </a:moveTo>
                <a:cubicBezTo>
                  <a:pt x="782" y="106"/>
                  <a:pt x="788" y="107"/>
                  <a:pt x="794" y="108"/>
                </a:cubicBezTo>
                <a:cubicBezTo>
                  <a:pt x="801" y="109"/>
                  <a:pt x="806" y="110"/>
                  <a:pt x="811" y="113"/>
                </a:cubicBezTo>
                <a:cubicBezTo>
                  <a:pt x="816" y="114"/>
                  <a:pt x="820" y="116"/>
                  <a:pt x="823" y="118"/>
                </a:cubicBezTo>
                <a:cubicBezTo>
                  <a:pt x="827" y="119"/>
                  <a:pt x="829" y="121"/>
                  <a:pt x="831" y="122"/>
                </a:cubicBezTo>
                <a:cubicBezTo>
                  <a:pt x="833" y="124"/>
                  <a:pt x="834" y="125"/>
                  <a:pt x="835" y="126"/>
                </a:cubicBezTo>
                <a:cubicBezTo>
                  <a:pt x="835" y="127"/>
                  <a:pt x="836" y="128"/>
                  <a:pt x="836" y="129"/>
                </a:cubicBezTo>
                <a:cubicBezTo>
                  <a:pt x="836" y="131"/>
                  <a:pt x="836" y="132"/>
                  <a:pt x="837" y="134"/>
                </a:cubicBezTo>
                <a:cubicBezTo>
                  <a:pt x="837" y="136"/>
                  <a:pt x="837" y="138"/>
                  <a:pt x="837" y="141"/>
                </a:cubicBezTo>
                <a:cubicBezTo>
                  <a:pt x="837" y="144"/>
                  <a:pt x="837" y="146"/>
                  <a:pt x="837" y="148"/>
                </a:cubicBezTo>
                <a:cubicBezTo>
                  <a:pt x="836" y="150"/>
                  <a:pt x="836" y="152"/>
                  <a:pt x="836" y="153"/>
                </a:cubicBezTo>
                <a:cubicBezTo>
                  <a:pt x="835" y="155"/>
                  <a:pt x="834" y="156"/>
                  <a:pt x="834" y="156"/>
                </a:cubicBezTo>
                <a:cubicBezTo>
                  <a:pt x="833" y="157"/>
                  <a:pt x="832" y="157"/>
                  <a:pt x="831" y="157"/>
                </a:cubicBezTo>
                <a:cubicBezTo>
                  <a:pt x="829" y="157"/>
                  <a:pt x="827" y="156"/>
                  <a:pt x="824" y="154"/>
                </a:cubicBezTo>
                <a:cubicBezTo>
                  <a:pt x="821" y="153"/>
                  <a:pt x="818" y="150"/>
                  <a:pt x="813" y="148"/>
                </a:cubicBezTo>
                <a:cubicBezTo>
                  <a:pt x="809" y="146"/>
                  <a:pt x="803" y="144"/>
                  <a:pt x="797" y="143"/>
                </a:cubicBezTo>
                <a:cubicBezTo>
                  <a:pt x="791" y="141"/>
                  <a:pt x="784" y="140"/>
                  <a:pt x="776" y="140"/>
                </a:cubicBezTo>
                <a:cubicBezTo>
                  <a:pt x="769" y="140"/>
                  <a:pt x="763" y="141"/>
                  <a:pt x="757" y="142"/>
                </a:cubicBezTo>
                <a:cubicBezTo>
                  <a:pt x="752" y="144"/>
                  <a:pt x="748" y="146"/>
                  <a:pt x="744" y="149"/>
                </a:cubicBezTo>
                <a:cubicBezTo>
                  <a:pt x="740" y="152"/>
                  <a:pt x="738" y="155"/>
                  <a:pt x="736" y="160"/>
                </a:cubicBezTo>
                <a:cubicBezTo>
                  <a:pt x="734" y="163"/>
                  <a:pt x="733" y="168"/>
                  <a:pt x="733" y="173"/>
                </a:cubicBezTo>
                <a:cubicBezTo>
                  <a:pt x="733" y="179"/>
                  <a:pt x="735" y="185"/>
                  <a:pt x="739" y="189"/>
                </a:cubicBezTo>
                <a:cubicBezTo>
                  <a:pt x="742" y="193"/>
                  <a:pt x="746" y="197"/>
                  <a:pt x="752" y="201"/>
                </a:cubicBezTo>
                <a:cubicBezTo>
                  <a:pt x="757" y="204"/>
                  <a:pt x="763" y="207"/>
                  <a:pt x="770" y="210"/>
                </a:cubicBezTo>
                <a:cubicBezTo>
                  <a:pt x="777" y="212"/>
                  <a:pt x="784" y="215"/>
                  <a:pt x="791" y="218"/>
                </a:cubicBezTo>
                <a:cubicBezTo>
                  <a:pt x="798" y="221"/>
                  <a:pt x="805" y="224"/>
                  <a:pt x="812" y="228"/>
                </a:cubicBezTo>
                <a:cubicBezTo>
                  <a:pt x="820" y="231"/>
                  <a:pt x="825" y="235"/>
                  <a:pt x="831" y="241"/>
                </a:cubicBezTo>
                <a:cubicBezTo>
                  <a:pt x="836" y="246"/>
                  <a:pt x="841" y="252"/>
                  <a:pt x="844" y="259"/>
                </a:cubicBezTo>
                <a:cubicBezTo>
                  <a:pt x="847" y="266"/>
                  <a:pt x="849" y="274"/>
                  <a:pt x="849" y="284"/>
                </a:cubicBezTo>
                <a:cubicBezTo>
                  <a:pt x="849" y="296"/>
                  <a:pt x="847" y="306"/>
                  <a:pt x="842" y="315"/>
                </a:cubicBezTo>
                <a:cubicBezTo>
                  <a:pt x="838" y="324"/>
                  <a:pt x="832" y="332"/>
                  <a:pt x="824" y="338"/>
                </a:cubicBezTo>
                <a:cubicBezTo>
                  <a:pt x="816" y="344"/>
                  <a:pt x="807" y="349"/>
                  <a:pt x="796" y="352"/>
                </a:cubicBezTo>
                <a:cubicBezTo>
                  <a:pt x="785" y="355"/>
                  <a:pt x="773" y="357"/>
                  <a:pt x="760" y="357"/>
                </a:cubicBezTo>
                <a:cubicBezTo>
                  <a:pt x="752" y="357"/>
                  <a:pt x="744" y="356"/>
                  <a:pt x="737" y="355"/>
                </a:cubicBezTo>
                <a:cubicBezTo>
                  <a:pt x="730" y="354"/>
                  <a:pt x="723" y="352"/>
                  <a:pt x="717" y="350"/>
                </a:cubicBezTo>
                <a:cubicBezTo>
                  <a:pt x="711" y="348"/>
                  <a:pt x="706" y="346"/>
                  <a:pt x="702" y="344"/>
                </a:cubicBezTo>
                <a:cubicBezTo>
                  <a:pt x="698" y="342"/>
                  <a:pt x="695" y="340"/>
                  <a:pt x="694" y="338"/>
                </a:cubicBezTo>
                <a:cubicBezTo>
                  <a:pt x="692" y="337"/>
                  <a:pt x="690" y="335"/>
                  <a:pt x="689" y="331"/>
                </a:cubicBezTo>
                <a:cubicBezTo>
                  <a:pt x="689" y="328"/>
                  <a:pt x="688" y="324"/>
                  <a:pt x="688" y="319"/>
                </a:cubicBezTo>
                <a:cubicBezTo>
                  <a:pt x="688" y="316"/>
                  <a:pt x="688" y="313"/>
                  <a:pt x="689" y="311"/>
                </a:cubicBezTo>
                <a:cubicBezTo>
                  <a:pt x="689" y="309"/>
                  <a:pt x="689" y="307"/>
                  <a:pt x="690" y="306"/>
                </a:cubicBezTo>
                <a:cubicBezTo>
                  <a:pt x="690" y="304"/>
                  <a:pt x="691" y="303"/>
                  <a:pt x="692" y="303"/>
                </a:cubicBezTo>
                <a:cubicBezTo>
                  <a:pt x="693" y="302"/>
                  <a:pt x="694" y="302"/>
                  <a:pt x="695" y="302"/>
                </a:cubicBezTo>
                <a:cubicBezTo>
                  <a:pt x="697" y="302"/>
                  <a:pt x="700" y="303"/>
                  <a:pt x="703" y="305"/>
                </a:cubicBezTo>
                <a:cubicBezTo>
                  <a:pt x="707" y="308"/>
                  <a:pt x="712" y="310"/>
                  <a:pt x="717" y="313"/>
                </a:cubicBezTo>
                <a:cubicBezTo>
                  <a:pt x="722" y="315"/>
                  <a:pt x="728" y="318"/>
                  <a:pt x="736" y="320"/>
                </a:cubicBezTo>
                <a:cubicBezTo>
                  <a:pt x="743" y="323"/>
                  <a:pt x="751" y="324"/>
                  <a:pt x="761" y="324"/>
                </a:cubicBezTo>
                <a:cubicBezTo>
                  <a:pt x="768" y="324"/>
                  <a:pt x="774" y="323"/>
                  <a:pt x="780" y="321"/>
                </a:cubicBezTo>
                <a:cubicBezTo>
                  <a:pt x="785" y="320"/>
                  <a:pt x="791" y="318"/>
                  <a:pt x="794" y="315"/>
                </a:cubicBezTo>
                <a:cubicBezTo>
                  <a:pt x="799" y="312"/>
                  <a:pt x="802" y="308"/>
                  <a:pt x="804" y="303"/>
                </a:cubicBezTo>
                <a:cubicBezTo>
                  <a:pt x="806" y="299"/>
                  <a:pt x="808" y="294"/>
                  <a:pt x="808" y="287"/>
                </a:cubicBezTo>
                <a:cubicBezTo>
                  <a:pt x="808" y="281"/>
                  <a:pt x="806" y="276"/>
                  <a:pt x="803" y="271"/>
                </a:cubicBezTo>
                <a:cubicBezTo>
                  <a:pt x="799" y="267"/>
                  <a:pt x="795" y="263"/>
                  <a:pt x="790" y="259"/>
                </a:cubicBezTo>
                <a:cubicBezTo>
                  <a:pt x="785" y="256"/>
                  <a:pt x="778" y="253"/>
                  <a:pt x="772" y="251"/>
                </a:cubicBezTo>
                <a:cubicBezTo>
                  <a:pt x="765" y="248"/>
                  <a:pt x="758" y="245"/>
                  <a:pt x="751" y="242"/>
                </a:cubicBezTo>
                <a:cubicBezTo>
                  <a:pt x="744" y="240"/>
                  <a:pt x="737" y="236"/>
                  <a:pt x="730" y="233"/>
                </a:cubicBezTo>
                <a:cubicBezTo>
                  <a:pt x="723" y="229"/>
                  <a:pt x="717" y="224"/>
                  <a:pt x="712" y="220"/>
                </a:cubicBezTo>
                <a:cubicBezTo>
                  <a:pt x="706" y="214"/>
                  <a:pt x="702" y="208"/>
                  <a:pt x="698" y="201"/>
                </a:cubicBezTo>
                <a:cubicBezTo>
                  <a:pt x="695" y="193"/>
                  <a:pt x="694" y="185"/>
                  <a:pt x="694" y="175"/>
                </a:cubicBezTo>
                <a:cubicBezTo>
                  <a:pt x="694" y="166"/>
                  <a:pt x="695" y="157"/>
                  <a:pt x="699" y="149"/>
                </a:cubicBezTo>
                <a:cubicBezTo>
                  <a:pt x="702" y="141"/>
                  <a:pt x="708" y="134"/>
                  <a:pt x="714" y="128"/>
                </a:cubicBezTo>
                <a:cubicBezTo>
                  <a:pt x="721" y="121"/>
                  <a:pt x="730" y="117"/>
                  <a:pt x="740" y="113"/>
                </a:cubicBezTo>
                <a:cubicBezTo>
                  <a:pt x="751" y="108"/>
                  <a:pt x="763" y="106"/>
                  <a:pt x="776" y="106"/>
                </a:cubicBezTo>
                <a:moveTo>
                  <a:pt x="5886" y="49"/>
                </a:moveTo>
                <a:cubicBezTo>
                  <a:pt x="5890" y="49"/>
                  <a:pt x="5893" y="49"/>
                  <a:pt x="5896" y="50"/>
                </a:cubicBezTo>
                <a:cubicBezTo>
                  <a:pt x="5899" y="50"/>
                  <a:pt x="5901" y="51"/>
                  <a:pt x="5902" y="51"/>
                </a:cubicBezTo>
                <a:cubicBezTo>
                  <a:pt x="5904" y="52"/>
                  <a:pt x="5905" y="53"/>
                  <a:pt x="5905" y="54"/>
                </a:cubicBezTo>
                <a:cubicBezTo>
                  <a:pt x="5906" y="55"/>
                  <a:pt x="5906" y="56"/>
                  <a:pt x="5906" y="57"/>
                </a:cubicBezTo>
                <a:lnTo>
                  <a:pt x="5906" y="112"/>
                </a:lnTo>
                <a:lnTo>
                  <a:pt x="5965" y="112"/>
                </a:lnTo>
                <a:cubicBezTo>
                  <a:pt x="5966" y="112"/>
                  <a:pt x="5967" y="113"/>
                  <a:pt x="5968" y="113"/>
                </a:cubicBezTo>
                <a:cubicBezTo>
                  <a:pt x="5969" y="114"/>
                  <a:pt x="5970" y="115"/>
                  <a:pt x="5971" y="116"/>
                </a:cubicBezTo>
                <a:cubicBezTo>
                  <a:pt x="5972" y="118"/>
                  <a:pt x="5972" y="119"/>
                  <a:pt x="5972" y="121"/>
                </a:cubicBezTo>
                <a:cubicBezTo>
                  <a:pt x="5973" y="124"/>
                  <a:pt x="5973" y="126"/>
                  <a:pt x="5973" y="130"/>
                </a:cubicBezTo>
                <a:cubicBezTo>
                  <a:pt x="5973" y="136"/>
                  <a:pt x="5972" y="140"/>
                  <a:pt x="5971" y="143"/>
                </a:cubicBezTo>
                <a:cubicBezTo>
                  <a:pt x="5969" y="145"/>
                  <a:pt x="5967" y="147"/>
                  <a:pt x="5965" y="147"/>
                </a:cubicBezTo>
                <a:lnTo>
                  <a:pt x="5906" y="147"/>
                </a:lnTo>
                <a:lnTo>
                  <a:pt x="5906" y="274"/>
                </a:lnTo>
                <a:cubicBezTo>
                  <a:pt x="5906" y="289"/>
                  <a:pt x="5909" y="301"/>
                  <a:pt x="5914" y="309"/>
                </a:cubicBezTo>
                <a:cubicBezTo>
                  <a:pt x="5918" y="317"/>
                  <a:pt x="5926" y="321"/>
                  <a:pt x="5938" y="321"/>
                </a:cubicBezTo>
                <a:cubicBezTo>
                  <a:pt x="5942" y="321"/>
                  <a:pt x="5946" y="320"/>
                  <a:pt x="5948" y="320"/>
                </a:cubicBezTo>
                <a:cubicBezTo>
                  <a:pt x="5952" y="319"/>
                  <a:pt x="5954" y="318"/>
                  <a:pt x="5957" y="317"/>
                </a:cubicBezTo>
                <a:cubicBezTo>
                  <a:pt x="5959" y="317"/>
                  <a:pt x="5961" y="315"/>
                  <a:pt x="5963" y="315"/>
                </a:cubicBezTo>
                <a:cubicBezTo>
                  <a:pt x="5964" y="314"/>
                  <a:pt x="5966" y="314"/>
                  <a:pt x="5967" y="314"/>
                </a:cubicBezTo>
                <a:cubicBezTo>
                  <a:pt x="5968" y="314"/>
                  <a:pt x="5969" y="314"/>
                  <a:pt x="5970" y="314"/>
                </a:cubicBezTo>
                <a:cubicBezTo>
                  <a:pt x="5970" y="315"/>
                  <a:pt x="5971" y="315"/>
                  <a:pt x="5971" y="317"/>
                </a:cubicBezTo>
                <a:cubicBezTo>
                  <a:pt x="5972" y="318"/>
                  <a:pt x="5972" y="319"/>
                  <a:pt x="5972" y="321"/>
                </a:cubicBezTo>
                <a:cubicBezTo>
                  <a:pt x="5973" y="324"/>
                  <a:pt x="5973" y="326"/>
                  <a:pt x="5973" y="329"/>
                </a:cubicBezTo>
                <a:cubicBezTo>
                  <a:pt x="5973" y="334"/>
                  <a:pt x="5973" y="338"/>
                  <a:pt x="5972" y="341"/>
                </a:cubicBezTo>
                <a:cubicBezTo>
                  <a:pt x="5971" y="344"/>
                  <a:pt x="5970" y="346"/>
                  <a:pt x="5969" y="347"/>
                </a:cubicBezTo>
                <a:cubicBezTo>
                  <a:pt x="5968" y="348"/>
                  <a:pt x="5966" y="350"/>
                  <a:pt x="5963" y="351"/>
                </a:cubicBezTo>
                <a:cubicBezTo>
                  <a:pt x="5960" y="352"/>
                  <a:pt x="5957" y="353"/>
                  <a:pt x="5954" y="354"/>
                </a:cubicBezTo>
                <a:cubicBezTo>
                  <a:pt x="5950" y="354"/>
                  <a:pt x="5947" y="355"/>
                  <a:pt x="5943" y="356"/>
                </a:cubicBezTo>
                <a:cubicBezTo>
                  <a:pt x="5939" y="356"/>
                  <a:pt x="5935" y="356"/>
                  <a:pt x="5931" y="356"/>
                </a:cubicBezTo>
                <a:cubicBezTo>
                  <a:pt x="5920" y="356"/>
                  <a:pt x="5909" y="355"/>
                  <a:pt x="5901" y="352"/>
                </a:cubicBezTo>
                <a:cubicBezTo>
                  <a:pt x="5893" y="349"/>
                  <a:pt x="5886" y="344"/>
                  <a:pt x="5880" y="338"/>
                </a:cubicBezTo>
                <a:cubicBezTo>
                  <a:pt x="5875" y="331"/>
                  <a:pt x="5871" y="323"/>
                  <a:pt x="5869" y="314"/>
                </a:cubicBezTo>
                <a:cubicBezTo>
                  <a:pt x="5866" y="304"/>
                  <a:pt x="5865" y="293"/>
                  <a:pt x="5865" y="280"/>
                </a:cubicBezTo>
                <a:lnTo>
                  <a:pt x="5865" y="147"/>
                </a:lnTo>
                <a:lnTo>
                  <a:pt x="5833" y="147"/>
                </a:lnTo>
                <a:cubicBezTo>
                  <a:pt x="5831" y="147"/>
                  <a:pt x="5829" y="145"/>
                  <a:pt x="5827" y="143"/>
                </a:cubicBezTo>
                <a:cubicBezTo>
                  <a:pt x="5826" y="140"/>
                  <a:pt x="5825" y="136"/>
                  <a:pt x="5825" y="130"/>
                </a:cubicBezTo>
                <a:cubicBezTo>
                  <a:pt x="5825" y="126"/>
                  <a:pt x="5825" y="124"/>
                  <a:pt x="5825" y="121"/>
                </a:cubicBezTo>
                <a:cubicBezTo>
                  <a:pt x="5826" y="119"/>
                  <a:pt x="5826" y="118"/>
                  <a:pt x="5827" y="116"/>
                </a:cubicBezTo>
                <a:cubicBezTo>
                  <a:pt x="5828" y="115"/>
                  <a:pt x="5829" y="114"/>
                  <a:pt x="5830" y="113"/>
                </a:cubicBezTo>
                <a:cubicBezTo>
                  <a:pt x="5831" y="113"/>
                  <a:pt x="5832" y="112"/>
                  <a:pt x="5833" y="112"/>
                </a:cubicBezTo>
                <a:lnTo>
                  <a:pt x="5865" y="112"/>
                </a:lnTo>
                <a:lnTo>
                  <a:pt x="5865" y="57"/>
                </a:lnTo>
                <a:cubicBezTo>
                  <a:pt x="5865" y="56"/>
                  <a:pt x="5865" y="55"/>
                  <a:pt x="5866" y="54"/>
                </a:cubicBezTo>
                <a:cubicBezTo>
                  <a:pt x="5866" y="53"/>
                  <a:pt x="5867" y="52"/>
                  <a:pt x="5869" y="51"/>
                </a:cubicBezTo>
                <a:cubicBezTo>
                  <a:pt x="5871" y="51"/>
                  <a:pt x="5873" y="50"/>
                  <a:pt x="5875" y="50"/>
                </a:cubicBezTo>
                <a:cubicBezTo>
                  <a:pt x="5878" y="49"/>
                  <a:pt x="5881" y="49"/>
                  <a:pt x="5886" y="49"/>
                </a:cubicBezTo>
                <a:moveTo>
                  <a:pt x="5721" y="49"/>
                </a:moveTo>
                <a:cubicBezTo>
                  <a:pt x="5725" y="49"/>
                  <a:pt x="5728" y="49"/>
                  <a:pt x="5731" y="50"/>
                </a:cubicBezTo>
                <a:cubicBezTo>
                  <a:pt x="5734" y="50"/>
                  <a:pt x="5736" y="51"/>
                  <a:pt x="5737" y="51"/>
                </a:cubicBezTo>
                <a:cubicBezTo>
                  <a:pt x="5739" y="52"/>
                  <a:pt x="5740" y="53"/>
                  <a:pt x="5740" y="54"/>
                </a:cubicBezTo>
                <a:cubicBezTo>
                  <a:pt x="5741" y="55"/>
                  <a:pt x="5741" y="56"/>
                  <a:pt x="5741" y="57"/>
                </a:cubicBezTo>
                <a:lnTo>
                  <a:pt x="5741" y="112"/>
                </a:lnTo>
                <a:lnTo>
                  <a:pt x="5800" y="112"/>
                </a:lnTo>
                <a:cubicBezTo>
                  <a:pt x="5801" y="112"/>
                  <a:pt x="5802" y="113"/>
                  <a:pt x="5803" y="113"/>
                </a:cubicBezTo>
                <a:cubicBezTo>
                  <a:pt x="5804" y="114"/>
                  <a:pt x="5805" y="115"/>
                  <a:pt x="5806" y="116"/>
                </a:cubicBezTo>
                <a:cubicBezTo>
                  <a:pt x="5807" y="118"/>
                  <a:pt x="5807" y="119"/>
                  <a:pt x="5807" y="121"/>
                </a:cubicBezTo>
                <a:cubicBezTo>
                  <a:pt x="5808" y="124"/>
                  <a:pt x="5808" y="126"/>
                  <a:pt x="5808" y="130"/>
                </a:cubicBezTo>
                <a:cubicBezTo>
                  <a:pt x="5808" y="136"/>
                  <a:pt x="5807" y="140"/>
                  <a:pt x="5806" y="143"/>
                </a:cubicBezTo>
                <a:cubicBezTo>
                  <a:pt x="5804" y="145"/>
                  <a:pt x="5802" y="147"/>
                  <a:pt x="5800" y="147"/>
                </a:cubicBezTo>
                <a:lnTo>
                  <a:pt x="5741" y="147"/>
                </a:lnTo>
                <a:lnTo>
                  <a:pt x="5741" y="274"/>
                </a:lnTo>
                <a:cubicBezTo>
                  <a:pt x="5741" y="289"/>
                  <a:pt x="5744" y="301"/>
                  <a:pt x="5748" y="309"/>
                </a:cubicBezTo>
                <a:cubicBezTo>
                  <a:pt x="5753" y="317"/>
                  <a:pt x="5761" y="321"/>
                  <a:pt x="5773" y="321"/>
                </a:cubicBezTo>
                <a:cubicBezTo>
                  <a:pt x="5777" y="321"/>
                  <a:pt x="5781" y="320"/>
                  <a:pt x="5783" y="320"/>
                </a:cubicBezTo>
                <a:cubicBezTo>
                  <a:pt x="5787" y="319"/>
                  <a:pt x="5789" y="318"/>
                  <a:pt x="5791" y="317"/>
                </a:cubicBezTo>
                <a:cubicBezTo>
                  <a:pt x="5794" y="317"/>
                  <a:pt x="5796" y="315"/>
                  <a:pt x="5798" y="315"/>
                </a:cubicBezTo>
                <a:cubicBezTo>
                  <a:pt x="5799" y="314"/>
                  <a:pt x="5801" y="314"/>
                  <a:pt x="5802" y="314"/>
                </a:cubicBezTo>
                <a:cubicBezTo>
                  <a:pt x="5803" y="314"/>
                  <a:pt x="5804" y="314"/>
                  <a:pt x="5805" y="314"/>
                </a:cubicBezTo>
                <a:cubicBezTo>
                  <a:pt x="5805" y="315"/>
                  <a:pt x="5806" y="315"/>
                  <a:pt x="5806" y="317"/>
                </a:cubicBezTo>
                <a:cubicBezTo>
                  <a:pt x="5807" y="318"/>
                  <a:pt x="5807" y="319"/>
                  <a:pt x="5807" y="321"/>
                </a:cubicBezTo>
                <a:cubicBezTo>
                  <a:pt x="5808" y="324"/>
                  <a:pt x="5808" y="326"/>
                  <a:pt x="5808" y="329"/>
                </a:cubicBezTo>
                <a:cubicBezTo>
                  <a:pt x="5808" y="334"/>
                  <a:pt x="5808" y="338"/>
                  <a:pt x="5807" y="341"/>
                </a:cubicBezTo>
                <a:cubicBezTo>
                  <a:pt x="5806" y="344"/>
                  <a:pt x="5805" y="346"/>
                  <a:pt x="5804" y="347"/>
                </a:cubicBezTo>
                <a:cubicBezTo>
                  <a:pt x="5803" y="348"/>
                  <a:pt x="5801" y="350"/>
                  <a:pt x="5798" y="351"/>
                </a:cubicBezTo>
                <a:cubicBezTo>
                  <a:pt x="5795" y="352"/>
                  <a:pt x="5792" y="353"/>
                  <a:pt x="5789" y="354"/>
                </a:cubicBezTo>
                <a:cubicBezTo>
                  <a:pt x="5785" y="354"/>
                  <a:pt x="5782" y="355"/>
                  <a:pt x="5778" y="356"/>
                </a:cubicBezTo>
                <a:cubicBezTo>
                  <a:pt x="5774" y="356"/>
                  <a:pt x="5770" y="356"/>
                  <a:pt x="5766" y="356"/>
                </a:cubicBezTo>
                <a:cubicBezTo>
                  <a:pt x="5754" y="356"/>
                  <a:pt x="5744" y="355"/>
                  <a:pt x="5736" y="352"/>
                </a:cubicBezTo>
                <a:cubicBezTo>
                  <a:pt x="5728" y="349"/>
                  <a:pt x="5721" y="344"/>
                  <a:pt x="5715" y="338"/>
                </a:cubicBezTo>
                <a:cubicBezTo>
                  <a:pt x="5710" y="331"/>
                  <a:pt x="5706" y="323"/>
                  <a:pt x="5704" y="314"/>
                </a:cubicBezTo>
                <a:cubicBezTo>
                  <a:pt x="5701" y="304"/>
                  <a:pt x="5700" y="293"/>
                  <a:pt x="5700" y="280"/>
                </a:cubicBezTo>
                <a:lnTo>
                  <a:pt x="5700" y="147"/>
                </a:lnTo>
                <a:lnTo>
                  <a:pt x="5668" y="147"/>
                </a:lnTo>
                <a:cubicBezTo>
                  <a:pt x="5666" y="147"/>
                  <a:pt x="5663" y="145"/>
                  <a:pt x="5662" y="143"/>
                </a:cubicBezTo>
                <a:cubicBezTo>
                  <a:pt x="5661" y="140"/>
                  <a:pt x="5660" y="136"/>
                  <a:pt x="5660" y="130"/>
                </a:cubicBezTo>
                <a:cubicBezTo>
                  <a:pt x="5660" y="126"/>
                  <a:pt x="5660" y="124"/>
                  <a:pt x="5660" y="121"/>
                </a:cubicBezTo>
                <a:cubicBezTo>
                  <a:pt x="5661" y="119"/>
                  <a:pt x="5661" y="118"/>
                  <a:pt x="5662" y="116"/>
                </a:cubicBezTo>
                <a:cubicBezTo>
                  <a:pt x="5663" y="115"/>
                  <a:pt x="5663" y="114"/>
                  <a:pt x="5664" y="113"/>
                </a:cubicBezTo>
                <a:cubicBezTo>
                  <a:pt x="5666" y="113"/>
                  <a:pt x="5667" y="112"/>
                  <a:pt x="5668" y="112"/>
                </a:cubicBezTo>
                <a:lnTo>
                  <a:pt x="5700" y="112"/>
                </a:lnTo>
                <a:lnTo>
                  <a:pt x="5700" y="57"/>
                </a:lnTo>
                <a:cubicBezTo>
                  <a:pt x="5700" y="56"/>
                  <a:pt x="5700" y="55"/>
                  <a:pt x="5701" y="54"/>
                </a:cubicBezTo>
                <a:cubicBezTo>
                  <a:pt x="5701" y="53"/>
                  <a:pt x="5702" y="52"/>
                  <a:pt x="5704" y="51"/>
                </a:cubicBezTo>
                <a:cubicBezTo>
                  <a:pt x="5705" y="51"/>
                  <a:pt x="5708" y="50"/>
                  <a:pt x="5710" y="50"/>
                </a:cubicBezTo>
                <a:cubicBezTo>
                  <a:pt x="5713" y="49"/>
                  <a:pt x="5716" y="49"/>
                  <a:pt x="5721" y="49"/>
                </a:cubicBezTo>
                <a:moveTo>
                  <a:pt x="4281" y="49"/>
                </a:moveTo>
                <a:cubicBezTo>
                  <a:pt x="4285" y="49"/>
                  <a:pt x="4289" y="49"/>
                  <a:pt x="4291" y="50"/>
                </a:cubicBezTo>
                <a:cubicBezTo>
                  <a:pt x="4294" y="50"/>
                  <a:pt x="4296" y="51"/>
                  <a:pt x="4298" y="51"/>
                </a:cubicBezTo>
                <a:cubicBezTo>
                  <a:pt x="4299" y="52"/>
                  <a:pt x="4300" y="53"/>
                  <a:pt x="4301" y="54"/>
                </a:cubicBezTo>
                <a:cubicBezTo>
                  <a:pt x="4302" y="55"/>
                  <a:pt x="4302" y="56"/>
                  <a:pt x="4302" y="57"/>
                </a:cubicBezTo>
                <a:lnTo>
                  <a:pt x="4302" y="112"/>
                </a:lnTo>
                <a:lnTo>
                  <a:pt x="4360" y="112"/>
                </a:lnTo>
                <a:cubicBezTo>
                  <a:pt x="4362" y="112"/>
                  <a:pt x="4363" y="113"/>
                  <a:pt x="4364" y="113"/>
                </a:cubicBezTo>
                <a:cubicBezTo>
                  <a:pt x="4365" y="114"/>
                  <a:pt x="4366" y="115"/>
                  <a:pt x="4367" y="116"/>
                </a:cubicBezTo>
                <a:cubicBezTo>
                  <a:pt x="4367" y="118"/>
                  <a:pt x="4368" y="119"/>
                  <a:pt x="4368" y="121"/>
                </a:cubicBezTo>
                <a:cubicBezTo>
                  <a:pt x="4368" y="124"/>
                  <a:pt x="4369" y="126"/>
                  <a:pt x="4369" y="130"/>
                </a:cubicBezTo>
                <a:cubicBezTo>
                  <a:pt x="4369" y="136"/>
                  <a:pt x="4368" y="140"/>
                  <a:pt x="4366" y="143"/>
                </a:cubicBezTo>
                <a:cubicBezTo>
                  <a:pt x="4365" y="145"/>
                  <a:pt x="4363" y="147"/>
                  <a:pt x="4360" y="147"/>
                </a:cubicBezTo>
                <a:lnTo>
                  <a:pt x="4302" y="147"/>
                </a:lnTo>
                <a:lnTo>
                  <a:pt x="4302" y="274"/>
                </a:lnTo>
                <a:cubicBezTo>
                  <a:pt x="4302" y="289"/>
                  <a:pt x="4305" y="301"/>
                  <a:pt x="4309" y="309"/>
                </a:cubicBezTo>
                <a:cubicBezTo>
                  <a:pt x="4314" y="317"/>
                  <a:pt x="4322" y="321"/>
                  <a:pt x="4334" y="321"/>
                </a:cubicBezTo>
                <a:cubicBezTo>
                  <a:pt x="4338" y="321"/>
                  <a:pt x="4341" y="320"/>
                  <a:pt x="4344" y="320"/>
                </a:cubicBezTo>
                <a:cubicBezTo>
                  <a:pt x="4347" y="319"/>
                  <a:pt x="4350" y="318"/>
                  <a:pt x="4352" y="317"/>
                </a:cubicBezTo>
                <a:cubicBezTo>
                  <a:pt x="4355" y="317"/>
                  <a:pt x="4357" y="315"/>
                  <a:pt x="4359" y="315"/>
                </a:cubicBezTo>
                <a:cubicBezTo>
                  <a:pt x="4360" y="314"/>
                  <a:pt x="4362" y="314"/>
                  <a:pt x="4363" y="314"/>
                </a:cubicBezTo>
                <a:cubicBezTo>
                  <a:pt x="4364" y="314"/>
                  <a:pt x="4365" y="314"/>
                  <a:pt x="4365" y="314"/>
                </a:cubicBezTo>
                <a:cubicBezTo>
                  <a:pt x="4366" y="315"/>
                  <a:pt x="4367" y="315"/>
                  <a:pt x="4367" y="317"/>
                </a:cubicBezTo>
                <a:cubicBezTo>
                  <a:pt x="4367" y="318"/>
                  <a:pt x="4368" y="319"/>
                  <a:pt x="4368" y="321"/>
                </a:cubicBezTo>
                <a:cubicBezTo>
                  <a:pt x="4368" y="324"/>
                  <a:pt x="4369" y="326"/>
                  <a:pt x="4369" y="329"/>
                </a:cubicBezTo>
                <a:cubicBezTo>
                  <a:pt x="4369" y="334"/>
                  <a:pt x="4368" y="338"/>
                  <a:pt x="4368" y="341"/>
                </a:cubicBezTo>
                <a:cubicBezTo>
                  <a:pt x="4367" y="344"/>
                  <a:pt x="4366" y="346"/>
                  <a:pt x="4365" y="347"/>
                </a:cubicBezTo>
                <a:cubicBezTo>
                  <a:pt x="4363" y="348"/>
                  <a:pt x="4361" y="350"/>
                  <a:pt x="4359" y="351"/>
                </a:cubicBezTo>
                <a:cubicBezTo>
                  <a:pt x="4356" y="352"/>
                  <a:pt x="4353" y="353"/>
                  <a:pt x="4349" y="354"/>
                </a:cubicBezTo>
                <a:cubicBezTo>
                  <a:pt x="4346" y="354"/>
                  <a:pt x="4342" y="355"/>
                  <a:pt x="4338" y="356"/>
                </a:cubicBezTo>
                <a:cubicBezTo>
                  <a:pt x="4335" y="356"/>
                  <a:pt x="4331" y="356"/>
                  <a:pt x="4327" y="356"/>
                </a:cubicBezTo>
                <a:cubicBezTo>
                  <a:pt x="4315" y="356"/>
                  <a:pt x="4305" y="355"/>
                  <a:pt x="4296" y="352"/>
                </a:cubicBezTo>
                <a:cubicBezTo>
                  <a:pt x="4288" y="349"/>
                  <a:pt x="4281" y="344"/>
                  <a:pt x="4276" y="338"/>
                </a:cubicBezTo>
                <a:cubicBezTo>
                  <a:pt x="4271" y="331"/>
                  <a:pt x="4266" y="323"/>
                  <a:pt x="4264" y="314"/>
                </a:cubicBezTo>
                <a:cubicBezTo>
                  <a:pt x="4262" y="304"/>
                  <a:pt x="4260" y="293"/>
                  <a:pt x="4260" y="280"/>
                </a:cubicBezTo>
                <a:lnTo>
                  <a:pt x="4260" y="147"/>
                </a:lnTo>
                <a:lnTo>
                  <a:pt x="4229" y="147"/>
                </a:lnTo>
                <a:cubicBezTo>
                  <a:pt x="4226" y="147"/>
                  <a:pt x="4224" y="145"/>
                  <a:pt x="4223" y="143"/>
                </a:cubicBezTo>
                <a:cubicBezTo>
                  <a:pt x="4221" y="140"/>
                  <a:pt x="4220" y="136"/>
                  <a:pt x="4220" y="130"/>
                </a:cubicBezTo>
                <a:cubicBezTo>
                  <a:pt x="4220" y="126"/>
                  <a:pt x="4221" y="124"/>
                  <a:pt x="4221" y="121"/>
                </a:cubicBezTo>
                <a:cubicBezTo>
                  <a:pt x="4221" y="119"/>
                  <a:pt x="4222" y="118"/>
                  <a:pt x="4223" y="116"/>
                </a:cubicBezTo>
                <a:cubicBezTo>
                  <a:pt x="4223" y="115"/>
                  <a:pt x="4224" y="114"/>
                  <a:pt x="4225" y="113"/>
                </a:cubicBezTo>
                <a:cubicBezTo>
                  <a:pt x="4227" y="113"/>
                  <a:pt x="4228" y="112"/>
                  <a:pt x="4229" y="112"/>
                </a:cubicBezTo>
                <a:lnTo>
                  <a:pt x="4260" y="112"/>
                </a:lnTo>
                <a:lnTo>
                  <a:pt x="4260" y="57"/>
                </a:lnTo>
                <a:cubicBezTo>
                  <a:pt x="4260" y="56"/>
                  <a:pt x="4261" y="55"/>
                  <a:pt x="4261" y="54"/>
                </a:cubicBezTo>
                <a:cubicBezTo>
                  <a:pt x="4262" y="53"/>
                  <a:pt x="4263" y="52"/>
                  <a:pt x="4265" y="51"/>
                </a:cubicBezTo>
                <a:cubicBezTo>
                  <a:pt x="4266" y="51"/>
                  <a:pt x="4269" y="50"/>
                  <a:pt x="4271" y="50"/>
                </a:cubicBezTo>
                <a:cubicBezTo>
                  <a:pt x="4274" y="49"/>
                  <a:pt x="4277" y="49"/>
                  <a:pt x="4281" y="49"/>
                </a:cubicBezTo>
                <a:moveTo>
                  <a:pt x="4116" y="49"/>
                </a:moveTo>
                <a:cubicBezTo>
                  <a:pt x="4120" y="49"/>
                  <a:pt x="4124" y="49"/>
                  <a:pt x="4126" y="50"/>
                </a:cubicBezTo>
                <a:cubicBezTo>
                  <a:pt x="4129" y="50"/>
                  <a:pt x="4131" y="51"/>
                  <a:pt x="4133" y="51"/>
                </a:cubicBezTo>
                <a:cubicBezTo>
                  <a:pt x="4134" y="52"/>
                  <a:pt x="4135" y="53"/>
                  <a:pt x="4136" y="54"/>
                </a:cubicBezTo>
                <a:cubicBezTo>
                  <a:pt x="4137" y="55"/>
                  <a:pt x="4137" y="56"/>
                  <a:pt x="4137" y="57"/>
                </a:cubicBezTo>
                <a:lnTo>
                  <a:pt x="4137" y="112"/>
                </a:lnTo>
                <a:lnTo>
                  <a:pt x="4195" y="112"/>
                </a:lnTo>
                <a:cubicBezTo>
                  <a:pt x="4197" y="112"/>
                  <a:pt x="4198" y="113"/>
                  <a:pt x="4199" y="113"/>
                </a:cubicBezTo>
                <a:cubicBezTo>
                  <a:pt x="4200" y="114"/>
                  <a:pt x="4201" y="115"/>
                  <a:pt x="4202" y="116"/>
                </a:cubicBezTo>
                <a:cubicBezTo>
                  <a:pt x="4202" y="118"/>
                  <a:pt x="4203" y="119"/>
                  <a:pt x="4203" y="121"/>
                </a:cubicBezTo>
                <a:cubicBezTo>
                  <a:pt x="4203" y="124"/>
                  <a:pt x="4204" y="126"/>
                  <a:pt x="4204" y="130"/>
                </a:cubicBezTo>
                <a:cubicBezTo>
                  <a:pt x="4204" y="136"/>
                  <a:pt x="4203" y="140"/>
                  <a:pt x="4201" y="143"/>
                </a:cubicBezTo>
                <a:cubicBezTo>
                  <a:pt x="4200" y="145"/>
                  <a:pt x="4198" y="147"/>
                  <a:pt x="4195" y="147"/>
                </a:cubicBezTo>
                <a:lnTo>
                  <a:pt x="4137" y="147"/>
                </a:lnTo>
                <a:lnTo>
                  <a:pt x="4137" y="274"/>
                </a:lnTo>
                <a:cubicBezTo>
                  <a:pt x="4137" y="289"/>
                  <a:pt x="4139" y="301"/>
                  <a:pt x="4144" y="309"/>
                </a:cubicBezTo>
                <a:cubicBezTo>
                  <a:pt x="4149" y="317"/>
                  <a:pt x="4157" y="321"/>
                  <a:pt x="4169" y="321"/>
                </a:cubicBezTo>
                <a:cubicBezTo>
                  <a:pt x="4173" y="321"/>
                  <a:pt x="4176" y="320"/>
                  <a:pt x="4179" y="320"/>
                </a:cubicBezTo>
                <a:cubicBezTo>
                  <a:pt x="4182" y="319"/>
                  <a:pt x="4185" y="318"/>
                  <a:pt x="4187" y="317"/>
                </a:cubicBezTo>
                <a:cubicBezTo>
                  <a:pt x="4190" y="317"/>
                  <a:pt x="4192" y="315"/>
                  <a:pt x="4193" y="315"/>
                </a:cubicBezTo>
                <a:cubicBezTo>
                  <a:pt x="4195" y="314"/>
                  <a:pt x="4197" y="314"/>
                  <a:pt x="4198" y="314"/>
                </a:cubicBezTo>
                <a:cubicBezTo>
                  <a:pt x="4199" y="314"/>
                  <a:pt x="4199" y="314"/>
                  <a:pt x="4200" y="314"/>
                </a:cubicBezTo>
                <a:cubicBezTo>
                  <a:pt x="4201" y="315"/>
                  <a:pt x="4202" y="315"/>
                  <a:pt x="4202" y="317"/>
                </a:cubicBezTo>
                <a:cubicBezTo>
                  <a:pt x="4202" y="318"/>
                  <a:pt x="4203" y="319"/>
                  <a:pt x="4203" y="321"/>
                </a:cubicBezTo>
                <a:cubicBezTo>
                  <a:pt x="4203" y="324"/>
                  <a:pt x="4204" y="326"/>
                  <a:pt x="4204" y="329"/>
                </a:cubicBezTo>
                <a:cubicBezTo>
                  <a:pt x="4204" y="334"/>
                  <a:pt x="4203" y="338"/>
                  <a:pt x="4203" y="341"/>
                </a:cubicBezTo>
                <a:cubicBezTo>
                  <a:pt x="4202" y="344"/>
                  <a:pt x="4201" y="346"/>
                  <a:pt x="4199" y="347"/>
                </a:cubicBezTo>
                <a:cubicBezTo>
                  <a:pt x="4198" y="348"/>
                  <a:pt x="4196" y="350"/>
                  <a:pt x="4193" y="351"/>
                </a:cubicBezTo>
                <a:cubicBezTo>
                  <a:pt x="4191" y="352"/>
                  <a:pt x="4188" y="353"/>
                  <a:pt x="4184" y="354"/>
                </a:cubicBezTo>
                <a:cubicBezTo>
                  <a:pt x="4181" y="354"/>
                  <a:pt x="4177" y="355"/>
                  <a:pt x="4173" y="356"/>
                </a:cubicBezTo>
                <a:cubicBezTo>
                  <a:pt x="4169" y="356"/>
                  <a:pt x="4166" y="356"/>
                  <a:pt x="4162" y="356"/>
                </a:cubicBezTo>
                <a:cubicBezTo>
                  <a:pt x="4150" y="356"/>
                  <a:pt x="4140" y="355"/>
                  <a:pt x="4131" y="352"/>
                </a:cubicBezTo>
                <a:cubicBezTo>
                  <a:pt x="4123" y="349"/>
                  <a:pt x="4116" y="344"/>
                  <a:pt x="4111" y="338"/>
                </a:cubicBezTo>
                <a:cubicBezTo>
                  <a:pt x="4105" y="331"/>
                  <a:pt x="4101" y="323"/>
                  <a:pt x="4099" y="314"/>
                </a:cubicBezTo>
                <a:cubicBezTo>
                  <a:pt x="4097" y="304"/>
                  <a:pt x="4095" y="293"/>
                  <a:pt x="4095" y="280"/>
                </a:cubicBezTo>
                <a:lnTo>
                  <a:pt x="4095" y="147"/>
                </a:lnTo>
                <a:lnTo>
                  <a:pt x="4064" y="147"/>
                </a:lnTo>
                <a:cubicBezTo>
                  <a:pt x="4061" y="147"/>
                  <a:pt x="4059" y="145"/>
                  <a:pt x="4058" y="143"/>
                </a:cubicBezTo>
                <a:cubicBezTo>
                  <a:pt x="4056" y="140"/>
                  <a:pt x="4055" y="136"/>
                  <a:pt x="4055" y="130"/>
                </a:cubicBezTo>
                <a:cubicBezTo>
                  <a:pt x="4055" y="126"/>
                  <a:pt x="4055" y="124"/>
                  <a:pt x="4056" y="121"/>
                </a:cubicBezTo>
                <a:cubicBezTo>
                  <a:pt x="4056" y="119"/>
                  <a:pt x="4057" y="118"/>
                  <a:pt x="4058" y="116"/>
                </a:cubicBezTo>
                <a:cubicBezTo>
                  <a:pt x="4058" y="115"/>
                  <a:pt x="4059" y="114"/>
                  <a:pt x="4060" y="113"/>
                </a:cubicBezTo>
                <a:cubicBezTo>
                  <a:pt x="4061" y="113"/>
                  <a:pt x="4063" y="112"/>
                  <a:pt x="4064" y="112"/>
                </a:cubicBezTo>
                <a:lnTo>
                  <a:pt x="4095" y="112"/>
                </a:lnTo>
                <a:lnTo>
                  <a:pt x="4095" y="57"/>
                </a:lnTo>
                <a:cubicBezTo>
                  <a:pt x="4095" y="56"/>
                  <a:pt x="4096" y="55"/>
                  <a:pt x="4096" y="54"/>
                </a:cubicBezTo>
                <a:cubicBezTo>
                  <a:pt x="4097" y="53"/>
                  <a:pt x="4098" y="52"/>
                  <a:pt x="4100" y="51"/>
                </a:cubicBezTo>
                <a:cubicBezTo>
                  <a:pt x="4101" y="51"/>
                  <a:pt x="4103" y="50"/>
                  <a:pt x="4106" y="50"/>
                </a:cubicBezTo>
                <a:cubicBezTo>
                  <a:pt x="4109" y="49"/>
                  <a:pt x="4112" y="49"/>
                  <a:pt x="4116" y="49"/>
                </a:cubicBezTo>
                <a:moveTo>
                  <a:pt x="2668" y="49"/>
                </a:moveTo>
                <a:cubicBezTo>
                  <a:pt x="2673" y="49"/>
                  <a:pt x="2676" y="49"/>
                  <a:pt x="2679" y="50"/>
                </a:cubicBezTo>
                <a:cubicBezTo>
                  <a:pt x="2681" y="50"/>
                  <a:pt x="2684" y="51"/>
                  <a:pt x="2685" y="51"/>
                </a:cubicBezTo>
                <a:cubicBezTo>
                  <a:pt x="2686" y="52"/>
                  <a:pt x="2687" y="53"/>
                  <a:pt x="2688" y="54"/>
                </a:cubicBezTo>
                <a:cubicBezTo>
                  <a:pt x="2689" y="55"/>
                  <a:pt x="2689" y="56"/>
                  <a:pt x="2689" y="57"/>
                </a:cubicBezTo>
                <a:lnTo>
                  <a:pt x="2689" y="112"/>
                </a:lnTo>
                <a:lnTo>
                  <a:pt x="2747" y="112"/>
                </a:lnTo>
                <a:cubicBezTo>
                  <a:pt x="2749" y="112"/>
                  <a:pt x="2750" y="113"/>
                  <a:pt x="2751" y="113"/>
                </a:cubicBezTo>
                <a:cubicBezTo>
                  <a:pt x="2752" y="114"/>
                  <a:pt x="2753" y="115"/>
                  <a:pt x="2754" y="116"/>
                </a:cubicBezTo>
                <a:cubicBezTo>
                  <a:pt x="2754" y="118"/>
                  <a:pt x="2755" y="119"/>
                  <a:pt x="2755" y="121"/>
                </a:cubicBezTo>
                <a:cubicBezTo>
                  <a:pt x="2755" y="124"/>
                  <a:pt x="2756" y="126"/>
                  <a:pt x="2756" y="130"/>
                </a:cubicBezTo>
                <a:cubicBezTo>
                  <a:pt x="2756" y="136"/>
                  <a:pt x="2755" y="140"/>
                  <a:pt x="2753" y="143"/>
                </a:cubicBezTo>
                <a:cubicBezTo>
                  <a:pt x="2752" y="145"/>
                  <a:pt x="2750" y="147"/>
                  <a:pt x="2747" y="147"/>
                </a:cubicBezTo>
                <a:lnTo>
                  <a:pt x="2689" y="147"/>
                </a:lnTo>
                <a:lnTo>
                  <a:pt x="2689" y="274"/>
                </a:lnTo>
                <a:cubicBezTo>
                  <a:pt x="2689" y="289"/>
                  <a:pt x="2692" y="301"/>
                  <a:pt x="2696" y="309"/>
                </a:cubicBezTo>
                <a:cubicBezTo>
                  <a:pt x="2701" y="317"/>
                  <a:pt x="2709" y="321"/>
                  <a:pt x="2721" y="321"/>
                </a:cubicBezTo>
                <a:cubicBezTo>
                  <a:pt x="2725" y="321"/>
                  <a:pt x="2728" y="320"/>
                  <a:pt x="2731" y="320"/>
                </a:cubicBezTo>
                <a:cubicBezTo>
                  <a:pt x="2734" y="319"/>
                  <a:pt x="2737" y="318"/>
                  <a:pt x="2739" y="317"/>
                </a:cubicBezTo>
                <a:cubicBezTo>
                  <a:pt x="2742" y="317"/>
                  <a:pt x="2744" y="315"/>
                  <a:pt x="2746" y="315"/>
                </a:cubicBezTo>
                <a:cubicBezTo>
                  <a:pt x="2747" y="314"/>
                  <a:pt x="2749" y="314"/>
                  <a:pt x="2750" y="314"/>
                </a:cubicBezTo>
                <a:cubicBezTo>
                  <a:pt x="2751" y="314"/>
                  <a:pt x="2752" y="314"/>
                  <a:pt x="2752" y="314"/>
                </a:cubicBezTo>
                <a:cubicBezTo>
                  <a:pt x="2753" y="315"/>
                  <a:pt x="2754" y="315"/>
                  <a:pt x="2754" y="317"/>
                </a:cubicBezTo>
                <a:cubicBezTo>
                  <a:pt x="2754" y="318"/>
                  <a:pt x="2755" y="319"/>
                  <a:pt x="2755" y="321"/>
                </a:cubicBezTo>
                <a:cubicBezTo>
                  <a:pt x="2755" y="324"/>
                  <a:pt x="2756" y="326"/>
                  <a:pt x="2756" y="329"/>
                </a:cubicBezTo>
                <a:cubicBezTo>
                  <a:pt x="2756" y="334"/>
                  <a:pt x="2755" y="338"/>
                  <a:pt x="2755" y="341"/>
                </a:cubicBezTo>
                <a:cubicBezTo>
                  <a:pt x="2754" y="344"/>
                  <a:pt x="2753" y="346"/>
                  <a:pt x="2752" y="347"/>
                </a:cubicBezTo>
                <a:cubicBezTo>
                  <a:pt x="2751" y="348"/>
                  <a:pt x="2748" y="350"/>
                  <a:pt x="2746" y="351"/>
                </a:cubicBezTo>
                <a:cubicBezTo>
                  <a:pt x="2743" y="352"/>
                  <a:pt x="2740" y="353"/>
                  <a:pt x="2736" y="354"/>
                </a:cubicBezTo>
                <a:cubicBezTo>
                  <a:pt x="2733" y="354"/>
                  <a:pt x="2729" y="355"/>
                  <a:pt x="2726" y="356"/>
                </a:cubicBezTo>
                <a:cubicBezTo>
                  <a:pt x="2722" y="356"/>
                  <a:pt x="2718" y="356"/>
                  <a:pt x="2714" y="356"/>
                </a:cubicBezTo>
                <a:cubicBezTo>
                  <a:pt x="2702" y="356"/>
                  <a:pt x="2692" y="355"/>
                  <a:pt x="2684" y="352"/>
                </a:cubicBezTo>
                <a:cubicBezTo>
                  <a:pt x="2675" y="349"/>
                  <a:pt x="2668" y="344"/>
                  <a:pt x="2663" y="338"/>
                </a:cubicBezTo>
                <a:cubicBezTo>
                  <a:pt x="2657" y="331"/>
                  <a:pt x="2654" y="323"/>
                  <a:pt x="2651" y="314"/>
                </a:cubicBezTo>
                <a:cubicBezTo>
                  <a:pt x="2649" y="304"/>
                  <a:pt x="2648" y="293"/>
                  <a:pt x="2648" y="280"/>
                </a:cubicBezTo>
                <a:lnTo>
                  <a:pt x="2648" y="147"/>
                </a:lnTo>
                <a:lnTo>
                  <a:pt x="2616" y="147"/>
                </a:lnTo>
                <a:cubicBezTo>
                  <a:pt x="2613" y="147"/>
                  <a:pt x="2611" y="145"/>
                  <a:pt x="2610" y="143"/>
                </a:cubicBezTo>
                <a:cubicBezTo>
                  <a:pt x="2608" y="140"/>
                  <a:pt x="2607" y="136"/>
                  <a:pt x="2607" y="130"/>
                </a:cubicBezTo>
                <a:cubicBezTo>
                  <a:pt x="2607" y="126"/>
                  <a:pt x="2608" y="124"/>
                  <a:pt x="2608" y="121"/>
                </a:cubicBezTo>
                <a:cubicBezTo>
                  <a:pt x="2608" y="119"/>
                  <a:pt x="2609" y="118"/>
                  <a:pt x="2610" y="116"/>
                </a:cubicBezTo>
                <a:cubicBezTo>
                  <a:pt x="2610" y="115"/>
                  <a:pt x="2611" y="114"/>
                  <a:pt x="2612" y="113"/>
                </a:cubicBezTo>
                <a:cubicBezTo>
                  <a:pt x="2614" y="113"/>
                  <a:pt x="2615" y="112"/>
                  <a:pt x="2616" y="112"/>
                </a:cubicBezTo>
                <a:lnTo>
                  <a:pt x="2648" y="112"/>
                </a:lnTo>
                <a:lnTo>
                  <a:pt x="2648" y="57"/>
                </a:lnTo>
                <a:cubicBezTo>
                  <a:pt x="2648" y="56"/>
                  <a:pt x="2648" y="55"/>
                  <a:pt x="2649" y="54"/>
                </a:cubicBezTo>
                <a:cubicBezTo>
                  <a:pt x="2649" y="53"/>
                  <a:pt x="2650" y="52"/>
                  <a:pt x="2652" y="51"/>
                </a:cubicBezTo>
                <a:cubicBezTo>
                  <a:pt x="2653" y="51"/>
                  <a:pt x="2656" y="50"/>
                  <a:pt x="2658" y="50"/>
                </a:cubicBezTo>
                <a:cubicBezTo>
                  <a:pt x="2661" y="49"/>
                  <a:pt x="2664" y="49"/>
                  <a:pt x="2668" y="49"/>
                </a:cubicBezTo>
                <a:moveTo>
                  <a:pt x="18" y="25"/>
                </a:moveTo>
                <a:lnTo>
                  <a:pt x="45" y="25"/>
                </a:lnTo>
                <a:cubicBezTo>
                  <a:pt x="50" y="25"/>
                  <a:pt x="55" y="25"/>
                  <a:pt x="59" y="26"/>
                </a:cubicBezTo>
                <a:cubicBezTo>
                  <a:pt x="63" y="27"/>
                  <a:pt x="67" y="29"/>
                  <a:pt x="70" y="31"/>
                </a:cubicBezTo>
                <a:cubicBezTo>
                  <a:pt x="73" y="33"/>
                  <a:pt x="75" y="36"/>
                  <a:pt x="78" y="39"/>
                </a:cubicBezTo>
                <a:cubicBezTo>
                  <a:pt x="80" y="43"/>
                  <a:pt x="81" y="47"/>
                  <a:pt x="83" y="51"/>
                </a:cubicBezTo>
                <a:lnTo>
                  <a:pt x="176" y="289"/>
                </a:lnTo>
                <a:lnTo>
                  <a:pt x="177" y="289"/>
                </a:lnTo>
                <a:lnTo>
                  <a:pt x="274" y="52"/>
                </a:lnTo>
                <a:cubicBezTo>
                  <a:pt x="277" y="47"/>
                  <a:pt x="278" y="43"/>
                  <a:pt x="281" y="39"/>
                </a:cubicBezTo>
                <a:cubicBezTo>
                  <a:pt x="283" y="35"/>
                  <a:pt x="285" y="33"/>
                  <a:pt x="288" y="31"/>
                </a:cubicBezTo>
                <a:cubicBezTo>
                  <a:pt x="291" y="29"/>
                  <a:pt x="294" y="27"/>
                  <a:pt x="297" y="26"/>
                </a:cubicBezTo>
                <a:cubicBezTo>
                  <a:pt x="300" y="25"/>
                  <a:pt x="304" y="25"/>
                  <a:pt x="308" y="25"/>
                </a:cubicBezTo>
                <a:lnTo>
                  <a:pt x="336" y="25"/>
                </a:lnTo>
                <a:cubicBezTo>
                  <a:pt x="339" y="25"/>
                  <a:pt x="341" y="25"/>
                  <a:pt x="343" y="26"/>
                </a:cubicBezTo>
                <a:cubicBezTo>
                  <a:pt x="346" y="27"/>
                  <a:pt x="347" y="28"/>
                  <a:pt x="349" y="29"/>
                </a:cubicBezTo>
                <a:cubicBezTo>
                  <a:pt x="351" y="31"/>
                  <a:pt x="352" y="33"/>
                  <a:pt x="353" y="35"/>
                </a:cubicBezTo>
                <a:cubicBezTo>
                  <a:pt x="354" y="38"/>
                  <a:pt x="355" y="41"/>
                  <a:pt x="355" y="44"/>
                </a:cubicBezTo>
                <a:lnTo>
                  <a:pt x="355" y="345"/>
                </a:lnTo>
                <a:cubicBezTo>
                  <a:pt x="355" y="347"/>
                  <a:pt x="355" y="348"/>
                  <a:pt x="354" y="349"/>
                </a:cubicBezTo>
                <a:cubicBezTo>
                  <a:pt x="353" y="350"/>
                  <a:pt x="352" y="351"/>
                  <a:pt x="350" y="351"/>
                </a:cubicBezTo>
                <a:cubicBezTo>
                  <a:pt x="348" y="352"/>
                  <a:pt x="346" y="353"/>
                  <a:pt x="344" y="353"/>
                </a:cubicBezTo>
                <a:cubicBezTo>
                  <a:pt x="341" y="353"/>
                  <a:pt x="337" y="354"/>
                  <a:pt x="333" y="354"/>
                </a:cubicBezTo>
                <a:cubicBezTo>
                  <a:pt x="329" y="354"/>
                  <a:pt x="326" y="353"/>
                  <a:pt x="323" y="353"/>
                </a:cubicBezTo>
                <a:cubicBezTo>
                  <a:pt x="320" y="353"/>
                  <a:pt x="317" y="352"/>
                  <a:pt x="316" y="351"/>
                </a:cubicBezTo>
                <a:cubicBezTo>
                  <a:pt x="314" y="351"/>
                  <a:pt x="313" y="350"/>
                  <a:pt x="313" y="349"/>
                </a:cubicBezTo>
                <a:cubicBezTo>
                  <a:pt x="312" y="348"/>
                  <a:pt x="311" y="347"/>
                  <a:pt x="311" y="345"/>
                </a:cubicBezTo>
                <a:lnTo>
                  <a:pt x="311" y="60"/>
                </a:lnTo>
                <a:lnTo>
                  <a:pt x="196" y="347"/>
                </a:lnTo>
                <a:cubicBezTo>
                  <a:pt x="195" y="348"/>
                  <a:pt x="195" y="349"/>
                  <a:pt x="194" y="350"/>
                </a:cubicBezTo>
                <a:cubicBezTo>
                  <a:pt x="193" y="351"/>
                  <a:pt x="192" y="351"/>
                  <a:pt x="190" y="352"/>
                </a:cubicBezTo>
                <a:cubicBezTo>
                  <a:pt x="188" y="353"/>
                  <a:pt x="186" y="353"/>
                  <a:pt x="183" y="353"/>
                </a:cubicBezTo>
                <a:cubicBezTo>
                  <a:pt x="181" y="354"/>
                  <a:pt x="178" y="354"/>
                  <a:pt x="175" y="354"/>
                </a:cubicBezTo>
                <a:cubicBezTo>
                  <a:pt x="171" y="354"/>
                  <a:pt x="168" y="353"/>
                  <a:pt x="166" y="353"/>
                </a:cubicBezTo>
                <a:cubicBezTo>
                  <a:pt x="163" y="353"/>
                  <a:pt x="161" y="352"/>
                  <a:pt x="159" y="352"/>
                </a:cubicBezTo>
                <a:cubicBezTo>
                  <a:pt x="158" y="351"/>
                  <a:pt x="156" y="350"/>
                  <a:pt x="156" y="350"/>
                </a:cubicBezTo>
                <a:cubicBezTo>
                  <a:pt x="155" y="349"/>
                  <a:pt x="154" y="348"/>
                  <a:pt x="153" y="347"/>
                </a:cubicBezTo>
                <a:lnTo>
                  <a:pt x="44" y="60"/>
                </a:lnTo>
                <a:lnTo>
                  <a:pt x="43" y="60"/>
                </a:lnTo>
                <a:lnTo>
                  <a:pt x="43" y="345"/>
                </a:lnTo>
                <a:cubicBezTo>
                  <a:pt x="43" y="347"/>
                  <a:pt x="43" y="348"/>
                  <a:pt x="42" y="349"/>
                </a:cubicBezTo>
                <a:cubicBezTo>
                  <a:pt x="42" y="350"/>
                  <a:pt x="40" y="351"/>
                  <a:pt x="39" y="351"/>
                </a:cubicBezTo>
                <a:cubicBezTo>
                  <a:pt x="37" y="352"/>
                  <a:pt x="35" y="353"/>
                  <a:pt x="32" y="353"/>
                </a:cubicBezTo>
                <a:cubicBezTo>
                  <a:pt x="29" y="353"/>
                  <a:pt x="25" y="354"/>
                  <a:pt x="21" y="354"/>
                </a:cubicBezTo>
                <a:cubicBezTo>
                  <a:pt x="17" y="354"/>
                  <a:pt x="14" y="353"/>
                  <a:pt x="11" y="353"/>
                </a:cubicBezTo>
                <a:cubicBezTo>
                  <a:pt x="8" y="353"/>
                  <a:pt x="6" y="352"/>
                  <a:pt x="4" y="351"/>
                </a:cubicBezTo>
                <a:cubicBezTo>
                  <a:pt x="2" y="351"/>
                  <a:pt x="1" y="350"/>
                  <a:pt x="1" y="349"/>
                </a:cubicBezTo>
                <a:cubicBezTo>
                  <a:pt x="0" y="348"/>
                  <a:pt x="0" y="347"/>
                  <a:pt x="0" y="345"/>
                </a:cubicBezTo>
                <a:lnTo>
                  <a:pt x="0" y="44"/>
                </a:lnTo>
                <a:cubicBezTo>
                  <a:pt x="0" y="37"/>
                  <a:pt x="2" y="32"/>
                  <a:pt x="6" y="29"/>
                </a:cubicBezTo>
                <a:cubicBezTo>
                  <a:pt x="9" y="26"/>
                  <a:pt x="13" y="25"/>
                  <a:pt x="18" y="25"/>
                </a:cubicBezTo>
                <a:moveTo>
                  <a:pt x="4445" y="16"/>
                </a:moveTo>
                <a:cubicBezTo>
                  <a:pt x="4455" y="16"/>
                  <a:pt x="4462" y="18"/>
                  <a:pt x="4465" y="22"/>
                </a:cubicBezTo>
                <a:cubicBezTo>
                  <a:pt x="4469" y="25"/>
                  <a:pt x="4471" y="32"/>
                  <a:pt x="4471" y="41"/>
                </a:cubicBezTo>
                <a:cubicBezTo>
                  <a:pt x="4471" y="51"/>
                  <a:pt x="4469" y="58"/>
                  <a:pt x="4465" y="61"/>
                </a:cubicBezTo>
                <a:cubicBezTo>
                  <a:pt x="4462" y="65"/>
                  <a:pt x="4454" y="66"/>
                  <a:pt x="4445" y="66"/>
                </a:cubicBezTo>
                <a:cubicBezTo>
                  <a:pt x="4435" y="66"/>
                  <a:pt x="4428" y="65"/>
                  <a:pt x="4424" y="61"/>
                </a:cubicBezTo>
                <a:cubicBezTo>
                  <a:pt x="4421" y="58"/>
                  <a:pt x="4419" y="51"/>
                  <a:pt x="4419" y="42"/>
                </a:cubicBezTo>
                <a:cubicBezTo>
                  <a:pt x="4419" y="32"/>
                  <a:pt x="4421" y="25"/>
                  <a:pt x="4425" y="22"/>
                </a:cubicBezTo>
                <a:cubicBezTo>
                  <a:pt x="4428" y="18"/>
                  <a:pt x="4435" y="16"/>
                  <a:pt x="4445" y="16"/>
                </a:cubicBezTo>
                <a:moveTo>
                  <a:pt x="3175" y="16"/>
                </a:moveTo>
                <a:cubicBezTo>
                  <a:pt x="3185" y="16"/>
                  <a:pt x="3192" y="18"/>
                  <a:pt x="3195" y="22"/>
                </a:cubicBezTo>
                <a:cubicBezTo>
                  <a:pt x="3199" y="25"/>
                  <a:pt x="3201" y="32"/>
                  <a:pt x="3201" y="41"/>
                </a:cubicBezTo>
                <a:cubicBezTo>
                  <a:pt x="3201" y="51"/>
                  <a:pt x="3199" y="58"/>
                  <a:pt x="3195" y="61"/>
                </a:cubicBezTo>
                <a:cubicBezTo>
                  <a:pt x="3192" y="65"/>
                  <a:pt x="3184" y="66"/>
                  <a:pt x="3175" y="66"/>
                </a:cubicBezTo>
                <a:cubicBezTo>
                  <a:pt x="3165" y="66"/>
                  <a:pt x="3158" y="65"/>
                  <a:pt x="3154" y="61"/>
                </a:cubicBezTo>
                <a:cubicBezTo>
                  <a:pt x="3151" y="58"/>
                  <a:pt x="3149" y="51"/>
                  <a:pt x="3149" y="42"/>
                </a:cubicBezTo>
                <a:cubicBezTo>
                  <a:pt x="3149" y="32"/>
                  <a:pt x="3151" y="25"/>
                  <a:pt x="3155" y="22"/>
                </a:cubicBezTo>
                <a:cubicBezTo>
                  <a:pt x="3158" y="18"/>
                  <a:pt x="3165" y="16"/>
                  <a:pt x="3175" y="16"/>
                </a:cubicBezTo>
                <a:moveTo>
                  <a:pt x="2540" y="16"/>
                </a:moveTo>
                <a:cubicBezTo>
                  <a:pt x="2550" y="16"/>
                  <a:pt x="2557" y="18"/>
                  <a:pt x="2560" y="22"/>
                </a:cubicBezTo>
                <a:cubicBezTo>
                  <a:pt x="2564" y="25"/>
                  <a:pt x="2566" y="32"/>
                  <a:pt x="2566" y="41"/>
                </a:cubicBezTo>
                <a:cubicBezTo>
                  <a:pt x="2566" y="51"/>
                  <a:pt x="2564" y="58"/>
                  <a:pt x="2560" y="61"/>
                </a:cubicBezTo>
                <a:cubicBezTo>
                  <a:pt x="2557" y="65"/>
                  <a:pt x="2549" y="66"/>
                  <a:pt x="2540" y="66"/>
                </a:cubicBezTo>
                <a:cubicBezTo>
                  <a:pt x="2530" y="66"/>
                  <a:pt x="2523" y="65"/>
                  <a:pt x="2519" y="61"/>
                </a:cubicBezTo>
                <a:cubicBezTo>
                  <a:pt x="2516" y="58"/>
                  <a:pt x="2514" y="51"/>
                  <a:pt x="2514" y="42"/>
                </a:cubicBezTo>
                <a:cubicBezTo>
                  <a:pt x="2514" y="32"/>
                  <a:pt x="2516" y="25"/>
                  <a:pt x="2520" y="22"/>
                </a:cubicBezTo>
                <a:cubicBezTo>
                  <a:pt x="2523" y="18"/>
                  <a:pt x="2530" y="16"/>
                  <a:pt x="2540" y="16"/>
                </a:cubicBezTo>
                <a:moveTo>
                  <a:pt x="5186" y="0"/>
                </a:moveTo>
                <a:cubicBezTo>
                  <a:pt x="5190" y="0"/>
                  <a:pt x="5194" y="0"/>
                  <a:pt x="5196" y="0"/>
                </a:cubicBezTo>
                <a:cubicBezTo>
                  <a:pt x="5199" y="1"/>
                  <a:pt x="5201" y="1"/>
                  <a:pt x="5202" y="2"/>
                </a:cubicBezTo>
                <a:cubicBezTo>
                  <a:pt x="5204" y="3"/>
                  <a:pt x="5205" y="3"/>
                  <a:pt x="5206" y="4"/>
                </a:cubicBezTo>
                <a:cubicBezTo>
                  <a:pt x="5206" y="5"/>
                  <a:pt x="5207" y="7"/>
                  <a:pt x="5207" y="8"/>
                </a:cubicBezTo>
                <a:lnTo>
                  <a:pt x="5207" y="145"/>
                </a:lnTo>
                <a:cubicBezTo>
                  <a:pt x="5213" y="138"/>
                  <a:pt x="5220" y="132"/>
                  <a:pt x="5226" y="127"/>
                </a:cubicBezTo>
                <a:cubicBezTo>
                  <a:pt x="5232" y="123"/>
                  <a:pt x="5239" y="119"/>
                  <a:pt x="5245" y="116"/>
                </a:cubicBezTo>
                <a:cubicBezTo>
                  <a:pt x="5251" y="113"/>
                  <a:pt x="5257" y="110"/>
                  <a:pt x="5263" y="108"/>
                </a:cubicBezTo>
                <a:cubicBezTo>
                  <a:pt x="5269" y="107"/>
                  <a:pt x="5275" y="106"/>
                  <a:pt x="5282" y="106"/>
                </a:cubicBezTo>
                <a:cubicBezTo>
                  <a:pt x="5299" y="106"/>
                  <a:pt x="5313" y="110"/>
                  <a:pt x="5324" y="117"/>
                </a:cubicBezTo>
                <a:cubicBezTo>
                  <a:pt x="5336" y="124"/>
                  <a:pt x="5346" y="133"/>
                  <a:pt x="5353" y="144"/>
                </a:cubicBezTo>
                <a:cubicBezTo>
                  <a:pt x="5360" y="155"/>
                  <a:pt x="5365" y="168"/>
                  <a:pt x="5369" y="182"/>
                </a:cubicBezTo>
                <a:cubicBezTo>
                  <a:pt x="5372" y="197"/>
                  <a:pt x="5374" y="213"/>
                  <a:pt x="5374" y="229"/>
                </a:cubicBezTo>
                <a:cubicBezTo>
                  <a:pt x="5374" y="249"/>
                  <a:pt x="5372" y="266"/>
                  <a:pt x="5367" y="282"/>
                </a:cubicBezTo>
                <a:cubicBezTo>
                  <a:pt x="5363" y="298"/>
                  <a:pt x="5357" y="312"/>
                  <a:pt x="5348" y="323"/>
                </a:cubicBezTo>
                <a:cubicBezTo>
                  <a:pt x="5340" y="333"/>
                  <a:pt x="5330" y="342"/>
                  <a:pt x="5318" y="348"/>
                </a:cubicBezTo>
                <a:cubicBezTo>
                  <a:pt x="5306" y="354"/>
                  <a:pt x="5292" y="357"/>
                  <a:pt x="5276" y="357"/>
                </a:cubicBezTo>
                <a:cubicBezTo>
                  <a:pt x="5269" y="357"/>
                  <a:pt x="5262" y="356"/>
                  <a:pt x="5256" y="355"/>
                </a:cubicBezTo>
                <a:cubicBezTo>
                  <a:pt x="5250" y="353"/>
                  <a:pt x="5244" y="351"/>
                  <a:pt x="5238" y="348"/>
                </a:cubicBezTo>
                <a:cubicBezTo>
                  <a:pt x="5232" y="344"/>
                  <a:pt x="5226" y="341"/>
                  <a:pt x="5221" y="336"/>
                </a:cubicBezTo>
                <a:cubicBezTo>
                  <a:pt x="5215" y="331"/>
                  <a:pt x="5208" y="325"/>
                  <a:pt x="5202" y="318"/>
                </a:cubicBezTo>
                <a:lnTo>
                  <a:pt x="5202" y="346"/>
                </a:lnTo>
                <a:cubicBezTo>
                  <a:pt x="5202" y="347"/>
                  <a:pt x="5202" y="348"/>
                  <a:pt x="5201" y="349"/>
                </a:cubicBezTo>
                <a:cubicBezTo>
                  <a:pt x="5200" y="350"/>
                  <a:pt x="5199" y="351"/>
                  <a:pt x="5197" y="352"/>
                </a:cubicBezTo>
                <a:cubicBezTo>
                  <a:pt x="5196" y="352"/>
                  <a:pt x="5194" y="353"/>
                  <a:pt x="5192" y="353"/>
                </a:cubicBezTo>
                <a:cubicBezTo>
                  <a:pt x="5190" y="353"/>
                  <a:pt x="5187" y="354"/>
                  <a:pt x="5183" y="354"/>
                </a:cubicBezTo>
                <a:cubicBezTo>
                  <a:pt x="5180" y="354"/>
                  <a:pt x="5177" y="353"/>
                  <a:pt x="5174" y="353"/>
                </a:cubicBezTo>
                <a:cubicBezTo>
                  <a:pt x="5172" y="353"/>
                  <a:pt x="5170" y="352"/>
                  <a:pt x="5169" y="352"/>
                </a:cubicBezTo>
                <a:cubicBezTo>
                  <a:pt x="5167" y="351"/>
                  <a:pt x="5166" y="350"/>
                  <a:pt x="5166" y="349"/>
                </a:cubicBezTo>
                <a:cubicBezTo>
                  <a:pt x="5165" y="348"/>
                  <a:pt x="5165" y="347"/>
                  <a:pt x="5165" y="346"/>
                </a:cubicBezTo>
                <a:lnTo>
                  <a:pt x="5165" y="8"/>
                </a:lnTo>
                <a:cubicBezTo>
                  <a:pt x="5165" y="7"/>
                  <a:pt x="5165" y="5"/>
                  <a:pt x="5166" y="4"/>
                </a:cubicBezTo>
                <a:cubicBezTo>
                  <a:pt x="5166" y="3"/>
                  <a:pt x="5168" y="3"/>
                  <a:pt x="5169" y="2"/>
                </a:cubicBezTo>
                <a:cubicBezTo>
                  <a:pt x="5171" y="1"/>
                  <a:pt x="5173" y="1"/>
                  <a:pt x="5176" y="0"/>
                </a:cubicBezTo>
                <a:cubicBezTo>
                  <a:pt x="5178" y="0"/>
                  <a:pt x="5182" y="0"/>
                  <a:pt x="5186" y="0"/>
                </a:cubicBezTo>
                <a:moveTo>
                  <a:pt x="2421" y="0"/>
                </a:moveTo>
                <a:cubicBezTo>
                  <a:pt x="2426" y="0"/>
                  <a:pt x="2429" y="0"/>
                  <a:pt x="2432" y="0"/>
                </a:cubicBezTo>
                <a:cubicBezTo>
                  <a:pt x="2434" y="1"/>
                  <a:pt x="2437" y="1"/>
                  <a:pt x="2438" y="2"/>
                </a:cubicBezTo>
                <a:cubicBezTo>
                  <a:pt x="2439" y="3"/>
                  <a:pt x="2440" y="3"/>
                  <a:pt x="2441" y="4"/>
                </a:cubicBezTo>
                <a:cubicBezTo>
                  <a:pt x="2442" y="5"/>
                  <a:pt x="2442" y="7"/>
                  <a:pt x="2442" y="8"/>
                </a:cubicBezTo>
                <a:lnTo>
                  <a:pt x="2442" y="346"/>
                </a:lnTo>
                <a:cubicBezTo>
                  <a:pt x="2442" y="347"/>
                  <a:pt x="2442" y="348"/>
                  <a:pt x="2441" y="349"/>
                </a:cubicBezTo>
                <a:cubicBezTo>
                  <a:pt x="2440" y="350"/>
                  <a:pt x="2439" y="351"/>
                  <a:pt x="2438" y="351"/>
                </a:cubicBezTo>
                <a:cubicBezTo>
                  <a:pt x="2437" y="352"/>
                  <a:pt x="2434" y="353"/>
                  <a:pt x="2432" y="353"/>
                </a:cubicBezTo>
                <a:cubicBezTo>
                  <a:pt x="2429" y="353"/>
                  <a:pt x="2426" y="354"/>
                  <a:pt x="2421" y="354"/>
                </a:cubicBezTo>
                <a:cubicBezTo>
                  <a:pt x="2417" y="354"/>
                  <a:pt x="2414" y="353"/>
                  <a:pt x="2411" y="353"/>
                </a:cubicBezTo>
                <a:cubicBezTo>
                  <a:pt x="2409" y="353"/>
                  <a:pt x="2407" y="352"/>
                  <a:pt x="2405" y="351"/>
                </a:cubicBezTo>
                <a:cubicBezTo>
                  <a:pt x="2403" y="351"/>
                  <a:pt x="2402" y="350"/>
                  <a:pt x="2402" y="349"/>
                </a:cubicBezTo>
                <a:cubicBezTo>
                  <a:pt x="2401" y="348"/>
                  <a:pt x="2401" y="347"/>
                  <a:pt x="2401" y="346"/>
                </a:cubicBezTo>
                <a:lnTo>
                  <a:pt x="2401" y="8"/>
                </a:lnTo>
                <a:cubicBezTo>
                  <a:pt x="2401" y="7"/>
                  <a:pt x="2401" y="5"/>
                  <a:pt x="2402" y="4"/>
                </a:cubicBezTo>
                <a:cubicBezTo>
                  <a:pt x="2402" y="3"/>
                  <a:pt x="2403" y="3"/>
                  <a:pt x="2405" y="2"/>
                </a:cubicBezTo>
                <a:cubicBezTo>
                  <a:pt x="2407" y="1"/>
                  <a:pt x="2409" y="1"/>
                  <a:pt x="2411" y="0"/>
                </a:cubicBezTo>
                <a:cubicBezTo>
                  <a:pt x="2414" y="0"/>
                  <a:pt x="2417" y="0"/>
                  <a:pt x="2421" y="0"/>
                </a:cubicBezTo>
                <a:moveTo>
                  <a:pt x="1150" y="0"/>
                </a:moveTo>
                <a:cubicBezTo>
                  <a:pt x="1155" y="0"/>
                  <a:pt x="1158" y="0"/>
                  <a:pt x="1161" y="0"/>
                </a:cubicBezTo>
                <a:cubicBezTo>
                  <a:pt x="1163" y="1"/>
                  <a:pt x="1166" y="1"/>
                  <a:pt x="1167" y="2"/>
                </a:cubicBezTo>
                <a:cubicBezTo>
                  <a:pt x="1168" y="3"/>
                  <a:pt x="1169" y="3"/>
                  <a:pt x="1170" y="4"/>
                </a:cubicBezTo>
                <a:cubicBezTo>
                  <a:pt x="1171" y="5"/>
                  <a:pt x="1171" y="7"/>
                  <a:pt x="1171" y="8"/>
                </a:cubicBezTo>
                <a:lnTo>
                  <a:pt x="1171" y="346"/>
                </a:lnTo>
                <a:cubicBezTo>
                  <a:pt x="1171" y="347"/>
                  <a:pt x="1171" y="348"/>
                  <a:pt x="1170" y="349"/>
                </a:cubicBezTo>
                <a:cubicBezTo>
                  <a:pt x="1169" y="350"/>
                  <a:pt x="1168" y="351"/>
                  <a:pt x="1167" y="351"/>
                </a:cubicBezTo>
                <a:cubicBezTo>
                  <a:pt x="1166" y="352"/>
                  <a:pt x="1163" y="353"/>
                  <a:pt x="1161" y="353"/>
                </a:cubicBezTo>
                <a:cubicBezTo>
                  <a:pt x="1158" y="353"/>
                  <a:pt x="1155" y="354"/>
                  <a:pt x="1150" y="354"/>
                </a:cubicBezTo>
                <a:cubicBezTo>
                  <a:pt x="1146" y="354"/>
                  <a:pt x="1143" y="353"/>
                  <a:pt x="1140" y="353"/>
                </a:cubicBezTo>
                <a:cubicBezTo>
                  <a:pt x="1138" y="353"/>
                  <a:pt x="1136" y="352"/>
                  <a:pt x="1134" y="351"/>
                </a:cubicBezTo>
                <a:cubicBezTo>
                  <a:pt x="1132" y="351"/>
                  <a:pt x="1131" y="350"/>
                  <a:pt x="1131" y="349"/>
                </a:cubicBezTo>
                <a:cubicBezTo>
                  <a:pt x="1130" y="348"/>
                  <a:pt x="1130" y="347"/>
                  <a:pt x="1130" y="346"/>
                </a:cubicBezTo>
                <a:lnTo>
                  <a:pt x="1130" y="8"/>
                </a:lnTo>
                <a:cubicBezTo>
                  <a:pt x="1130" y="7"/>
                  <a:pt x="1130" y="5"/>
                  <a:pt x="1131" y="4"/>
                </a:cubicBezTo>
                <a:cubicBezTo>
                  <a:pt x="1131" y="3"/>
                  <a:pt x="1132" y="3"/>
                  <a:pt x="1134" y="2"/>
                </a:cubicBezTo>
                <a:cubicBezTo>
                  <a:pt x="1136" y="1"/>
                  <a:pt x="1138" y="1"/>
                  <a:pt x="1140" y="0"/>
                </a:cubicBezTo>
                <a:cubicBezTo>
                  <a:pt x="1143" y="0"/>
                  <a:pt x="1146" y="0"/>
                  <a:pt x="1150" y="0"/>
                </a:cubicBezTo>
                <a:close/>
              </a:path>
            </a:pathLst>
          </a:custGeom>
          <a:solidFill>
            <a:srgbClr val="000000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14" name=""/>
          <p:cNvSpPr txBox="1"/>
          <p:nvPr/>
        </p:nvSpPr>
        <p:spPr>
          <a:xfrm>
            <a:off x="6053760" y="2665080"/>
            <a:ext cx="8542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TBW - 0.8 L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15" name=""/>
          <p:cNvSpPr txBox="1"/>
          <p:nvPr/>
        </p:nvSpPr>
        <p:spPr>
          <a:xfrm>
            <a:off x="6031080" y="4335480"/>
            <a:ext cx="9838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After weekend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16" name=""/>
          <p:cNvSpPr txBox="1"/>
          <p:nvPr/>
        </p:nvSpPr>
        <p:spPr>
          <a:xfrm>
            <a:off x="6053760" y="4679280"/>
            <a:ext cx="10296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SMM + 0.4 kg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17" name=""/>
          <p:cNvSpPr/>
          <p:nvPr/>
        </p:nvSpPr>
        <p:spPr>
          <a:xfrm>
            <a:off x="5030640" y="5253120"/>
            <a:ext cx="3424680" cy="766800"/>
          </a:xfrm>
          <a:custGeom>
            <a:avLst/>
            <a:gdLst/>
            <a:ahLst/>
            <a:rect l="0" t="0" r="r" b="b"/>
            <a:pathLst>
              <a:path w="9513" h="2130">
                <a:moveTo>
                  <a:pt x="0" y="2130"/>
                </a:moveTo>
                <a:lnTo>
                  <a:pt x="9513" y="2130"/>
                </a:lnTo>
                <a:lnTo>
                  <a:pt x="9513" y="0"/>
                </a:lnTo>
                <a:lnTo>
                  <a:pt x="0" y="0"/>
                </a:lnTo>
                <a:lnTo>
                  <a:pt x="0" y="213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18" name=""/>
          <p:cNvSpPr/>
          <p:nvPr/>
        </p:nvSpPr>
        <p:spPr>
          <a:xfrm>
            <a:off x="5123520" y="5351400"/>
            <a:ext cx="2260440" cy="122400"/>
          </a:xfrm>
          <a:custGeom>
            <a:avLst/>
            <a:gdLst/>
            <a:ahLst/>
            <a:rect l="0" t="0" r="r" b="b"/>
            <a:pathLst>
              <a:path w="6279" h="340">
                <a:moveTo>
                  <a:pt x="5731" y="226"/>
                </a:moveTo>
                <a:cubicBezTo>
                  <a:pt x="5719" y="226"/>
                  <a:pt x="5709" y="227"/>
                  <a:pt x="5701" y="228"/>
                </a:cubicBezTo>
                <a:cubicBezTo>
                  <a:pt x="5693" y="231"/>
                  <a:pt x="5686" y="233"/>
                  <a:pt x="5680" y="237"/>
                </a:cubicBezTo>
                <a:cubicBezTo>
                  <a:pt x="5674" y="241"/>
                  <a:pt x="5670" y="245"/>
                  <a:pt x="5668" y="251"/>
                </a:cubicBezTo>
                <a:cubicBezTo>
                  <a:pt x="5665" y="256"/>
                  <a:pt x="5664" y="262"/>
                  <a:pt x="5664" y="269"/>
                </a:cubicBezTo>
                <a:cubicBezTo>
                  <a:pt x="5664" y="281"/>
                  <a:pt x="5668" y="290"/>
                  <a:pt x="5675" y="297"/>
                </a:cubicBezTo>
                <a:cubicBezTo>
                  <a:pt x="5682" y="304"/>
                  <a:pt x="5693" y="308"/>
                  <a:pt x="5706" y="308"/>
                </a:cubicBezTo>
                <a:cubicBezTo>
                  <a:pt x="5717" y="308"/>
                  <a:pt x="5728" y="305"/>
                  <a:pt x="5737" y="299"/>
                </a:cubicBezTo>
                <a:cubicBezTo>
                  <a:pt x="5746" y="294"/>
                  <a:pt x="5756" y="285"/>
                  <a:pt x="5766" y="274"/>
                </a:cubicBezTo>
                <a:lnTo>
                  <a:pt x="5766" y="226"/>
                </a:lnTo>
                <a:lnTo>
                  <a:pt x="5731" y="226"/>
                </a:lnTo>
                <a:moveTo>
                  <a:pt x="2272" y="226"/>
                </a:moveTo>
                <a:cubicBezTo>
                  <a:pt x="2261" y="226"/>
                  <a:pt x="2251" y="227"/>
                  <a:pt x="2243" y="228"/>
                </a:cubicBezTo>
                <a:cubicBezTo>
                  <a:pt x="2234" y="231"/>
                  <a:pt x="2227" y="233"/>
                  <a:pt x="2221" y="237"/>
                </a:cubicBezTo>
                <a:cubicBezTo>
                  <a:pt x="2216" y="241"/>
                  <a:pt x="2212" y="245"/>
                  <a:pt x="2209" y="251"/>
                </a:cubicBezTo>
                <a:cubicBezTo>
                  <a:pt x="2207" y="256"/>
                  <a:pt x="2205" y="262"/>
                  <a:pt x="2205" y="269"/>
                </a:cubicBezTo>
                <a:cubicBezTo>
                  <a:pt x="2205" y="281"/>
                  <a:pt x="2209" y="290"/>
                  <a:pt x="2216" y="297"/>
                </a:cubicBezTo>
                <a:cubicBezTo>
                  <a:pt x="2224" y="304"/>
                  <a:pt x="2234" y="308"/>
                  <a:pt x="2248" y="308"/>
                </a:cubicBezTo>
                <a:cubicBezTo>
                  <a:pt x="2259" y="308"/>
                  <a:pt x="2269" y="305"/>
                  <a:pt x="2278" y="299"/>
                </a:cubicBezTo>
                <a:cubicBezTo>
                  <a:pt x="2288" y="294"/>
                  <a:pt x="2298" y="285"/>
                  <a:pt x="2308" y="274"/>
                </a:cubicBezTo>
                <a:lnTo>
                  <a:pt x="2308" y="226"/>
                </a:lnTo>
                <a:lnTo>
                  <a:pt x="2272" y="226"/>
                </a:lnTo>
                <a:moveTo>
                  <a:pt x="333" y="184"/>
                </a:moveTo>
                <a:lnTo>
                  <a:pt x="333" y="300"/>
                </a:lnTo>
                <a:lnTo>
                  <a:pt x="395" y="300"/>
                </a:lnTo>
                <a:cubicBezTo>
                  <a:pt x="406" y="300"/>
                  <a:pt x="414" y="298"/>
                  <a:pt x="422" y="296"/>
                </a:cubicBezTo>
                <a:cubicBezTo>
                  <a:pt x="429" y="294"/>
                  <a:pt x="435" y="290"/>
                  <a:pt x="441" y="286"/>
                </a:cubicBezTo>
                <a:cubicBezTo>
                  <a:pt x="447" y="281"/>
                  <a:pt x="451" y="275"/>
                  <a:pt x="454" y="268"/>
                </a:cubicBezTo>
                <a:cubicBezTo>
                  <a:pt x="458" y="261"/>
                  <a:pt x="459" y="253"/>
                  <a:pt x="459" y="244"/>
                </a:cubicBezTo>
                <a:cubicBezTo>
                  <a:pt x="459" y="234"/>
                  <a:pt x="458" y="226"/>
                  <a:pt x="454" y="218"/>
                </a:cubicBezTo>
                <a:cubicBezTo>
                  <a:pt x="451" y="210"/>
                  <a:pt x="447" y="204"/>
                  <a:pt x="441" y="199"/>
                </a:cubicBezTo>
                <a:cubicBezTo>
                  <a:pt x="435" y="194"/>
                  <a:pt x="427" y="190"/>
                  <a:pt x="418" y="188"/>
                </a:cubicBezTo>
                <a:cubicBezTo>
                  <a:pt x="410" y="185"/>
                  <a:pt x="398" y="184"/>
                  <a:pt x="384" y="184"/>
                </a:cubicBezTo>
                <a:lnTo>
                  <a:pt x="333" y="184"/>
                </a:lnTo>
                <a:moveTo>
                  <a:pt x="6177" y="122"/>
                </a:moveTo>
                <a:cubicBezTo>
                  <a:pt x="6167" y="122"/>
                  <a:pt x="6158" y="124"/>
                  <a:pt x="6150" y="128"/>
                </a:cubicBezTo>
                <a:cubicBezTo>
                  <a:pt x="6142" y="132"/>
                  <a:pt x="6136" y="137"/>
                  <a:pt x="6130" y="143"/>
                </a:cubicBezTo>
                <a:cubicBezTo>
                  <a:pt x="6125" y="150"/>
                  <a:pt x="6121" y="157"/>
                  <a:pt x="6118" y="166"/>
                </a:cubicBezTo>
                <a:cubicBezTo>
                  <a:pt x="6115" y="174"/>
                  <a:pt x="6114" y="183"/>
                  <a:pt x="6114" y="192"/>
                </a:cubicBezTo>
                <a:lnTo>
                  <a:pt x="6237" y="192"/>
                </a:lnTo>
                <a:cubicBezTo>
                  <a:pt x="6238" y="171"/>
                  <a:pt x="6233" y="153"/>
                  <a:pt x="6223" y="141"/>
                </a:cubicBezTo>
                <a:cubicBezTo>
                  <a:pt x="6212" y="129"/>
                  <a:pt x="6197" y="122"/>
                  <a:pt x="6177" y="122"/>
                </a:cubicBezTo>
                <a:moveTo>
                  <a:pt x="5470" y="122"/>
                </a:moveTo>
                <a:cubicBezTo>
                  <a:pt x="5460" y="122"/>
                  <a:pt x="5451" y="124"/>
                  <a:pt x="5443" y="128"/>
                </a:cubicBezTo>
                <a:cubicBezTo>
                  <a:pt x="5435" y="132"/>
                  <a:pt x="5429" y="137"/>
                  <a:pt x="5424" y="143"/>
                </a:cubicBezTo>
                <a:cubicBezTo>
                  <a:pt x="5418" y="150"/>
                  <a:pt x="5414" y="157"/>
                  <a:pt x="5411" y="166"/>
                </a:cubicBezTo>
                <a:cubicBezTo>
                  <a:pt x="5408" y="174"/>
                  <a:pt x="5407" y="183"/>
                  <a:pt x="5407" y="192"/>
                </a:cubicBezTo>
                <a:lnTo>
                  <a:pt x="5530" y="192"/>
                </a:lnTo>
                <a:cubicBezTo>
                  <a:pt x="5531" y="171"/>
                  <a:pt x="5526" y="153"/>
                  <a:pt x="5516" y="141"/>
                </a:cubicBezTo>
                <a:cubicBezTo>
                  <a:pt x="5505" y="129"/>
                  <a:pt x="5490" y="122"/>
                  <a:pt x="5470" y="122"/>
                </a:cubicBezTo>
                <a:moveTo>
                  <a:pt x="2718" y="122"/>
                </a:moveTo>
                <a:cubicBezTo>
                  <a:pt x="2708" y="122"/>
                  <a:pt x="2699" y="124"/>
                  <a:pt x="2691" y="128"/>
                </a:cubicBezTo>
                <a:cubicBezTo>
                  <a:pt x="2683" y="132"/>
                  <a:pt x="2677" y="137"/>
                  <a:pt x="2672" y="143"/>
                </a:cubicBezTo>
                <a:cubicBezTo>
                  <a:pt x="2667" y="150"/>
                  <a:pt x="2662" y="157"/>
                  <a:pt x="2660" y="166"/>
                </a:cubicBezTo>
                <a:cubicBezTo>
                  <a:pt x="2657" y="174"/>
                  <a:pt x="2655" y="183"/>
                  <a:pt x="2655" y="192"/>
                </a:cubicBezTo>
                <a:lnTo>
                  <a:pt x="2779" y="192"/>
                </a:lnTo>
                <a:cubicBezTo>
                  <a:pt x="2779" y="171"/>
                  <a:pt x="2774" y="153"/>
                  <a:pt x="2764" y="141"/>
                </a:cubicBezTo>
                <a:cubicBezTo>
                  <a:pt x="2754" y="129"/>
                  <a:pt x="2739" y="122"/>
                  <a:pt x="2718" y="122"/>
                </a:cubicBezTo>
                <a:moveTo>
                  <a:pt x="2011" y="122"/>
                </a:moveTo>
                <a:cubicBezTo>
                  <a:pt x="2001" y="122"/>
                  <a:pt x="1992" y="124"/>
                  <a:pt x="1984" y="128"/>
                </a:cubicBezTo>
                <a:cubicBezTo>
                  <a:pt x="1977" y="132"/>
                  <a:pt x="1970" y="137"/>
                  <a:pt x="1965" y="143"/>
                </a:cubicBezTo>
                <a:cubicBezTo>
                  <a:pt x="1960" y="150"/>
                  <a:pt x="1955" y="157"/>
                  <a:pt x="1953" y="166"/>
                </a:cubicBezTo>
                <a:cubicBezTo>
                  <a:pt x="1950" y="174"/>
                  <a:pt x="1948" y="183"/>
                  <a:pt x="1948" y="192"/>
                </a:cubicBezTo>
                <a:lnTo>
                  <a:pt x="2072" y="192"/>
                </a:lnTo>
                <a:cubicBezTo>
                  <a:pt x="2072" y="171"/>
                  <a:pt x="2067" y="153"/>
                  <a:pt x="2057" y="141"/>
                </a:cubicBezTo>
                <a:cubicBezTo>
                  <a:pt x="2047" y="129"/>
                  <a:pt x="2032" y="122"/>
                  <a:pt x="2011" y="122"/>
                </a:cubicBezTo>
                <a:moveTo>
                  <a:pt x="4616" y="93"/>
                </a:moveTo>
                <a:cubicBezTo>
                  <a:pt x="4620" y="93"/>
                  <a:pt x="4624" y="93"/>
                  <a:pt x="4626" y="94"/>
                </a:cubicBezTo>
                <a:cubicBezTo>
                  <a:pt x="4629" y="94"/>
                  <a:pt x="4631" y="95"/>
                  <a:pt x="4633" y="95"/>
                </a:cubicBezTo>
                <a:cubicBezTo>
                  <a:pt x="4634" y="96"/>
                  <a:pt x="4635" y="97"/>
                  <a:pt x="4636" y="98"/>
                </a:cubicBezTo>
                <a:cubicBezTo>
                  <a:pt x="4636" y="99"/>
                  <a:pt x="4637" y="100"/>
                  <a:pt x="4637" y="101"/>
                </a:cubicBezTo>
                <a:lnTo>
                  <a:pt x="4637" y="329"/>
                </a:lnTo>
                <a:cubicBezTo>
                  <a:pt x="4637" y="330"/>
                  <a:pt x="4636" y="331"/>
                  <a:pt x="4636" y="332"/>
                </a:cubicBezTo>
                <a:cubicBezTo>
                  <a:pt x="4635" y="334"/>
                  <a:pt x="4634" y="334"/>
                  <a:pt x="4633" y="335"/>
                </a:cubicBezTo>
                <a:cubicBezTo>
                  <a:pt x="4631" y="336"/>
                  <a:pt x="4629" y="336"/>
                  <a:pt x="4626" y="336"/>
                </a:cubicBezTo>
                <a:cubicBezTo>
                  <a:pt x="4624" y="337"/>
                  <a:pt x="4620" y="337"/>
                  <a:pt x="4616" y="337"/>
                </a:cubicBezTo>
                <a:cubicBezTo>
                  <a:pt x="4612" y="337"/>
                  <a:pt x="4609" y="337"/>
                  <a:pt x="4606" y="336"/>
                </a:cubicBezTo>
                <a:cubicBezTo>
                  <a:pt x="4603" y="336"/>
                  <a:pt x="4601" y="336"/>
                  <a:pt x="4599" y="335"/>
                </a:cubicBezTo>
                <a:cubicBezTo>
                  <a:pt x="4598" y="334"/>
                  <a:pt x="4597" y="334"/>
                  <a:pt x="4596" y="332"/>
                </a:cubicBezTo>
                <a:cubicBezTo>
                  <a:pt x="4596" y="331"/>
                  <a:pt x="4595" y="330"/>
                  <a:pt x="4595" y="329"/>
                </a:cubicBezTo>
                <a:lnTo>
                  <a:pt x="4595" y="101"/>
                </a:lnTo>
                <a:cubicBezTo>
                  <a:pt x="4595" y="100"/>
                  <a:pt x="4596" y="99"/>
                  <a:pt x="4596" y="98"/>
                </a:cubicBezTo>
                <a:cubicBezTo>
                  <a:pt x="4597" y="97"/>
                  <a:pt x="4598" y="96"/>
                  <a:pt x="4599" y="95"/>
                </a:cubicBezTo>
                <a:cubicBezTo>
                  <a:pt x="4601" y="95"/>
                  <a:pt x="4603" y="94"/>
                  <a:pt x="4606" y="94"/>
                </a:cubicBezTo>
                <a:cubicBezTo>
                  <a:pt x="4609" y="93"/>
                  <a:pt x="4612" y="93"/>
                  <a:pt x="4616" y="93"/>
                </a:cubicBezTo>
                <a:moveTo>
                  <a:pt x="1156" y="93"/>
                </a:moveTo>
                <a:cubicBezTo>
                  <a:pt x="1161" y="93"/>
                  <a:pt x="1164" y="93"/>
                  <a:pt x="1167" y="94"/>
                </a:cubicBezTo>
                <a:cubicBezTo>
                  <a:pt x="1169" y="94"/>
                  <a:pt x="1172" y="95"/>
                  <a:pt x="1173" y="95"/>
                </a:cubicBezTo>
                <a:cubicBezTo>
                  <a:pt x="1174" y="96"/>
                  <a:pt x="1175" y="97"/>
                  <a:pt x="1176" y="98"/>
                </a:cubicBezTo>
                <a:cubicBezTo>
                  <a:pt x="1177" y="99"/>
                  <a:pt x="1177" y="100"/>
                  <a:pt x="1177" y="101"/>
                </a:cubicBezTo>
                <a:lnTo>
                  <a:pt x="1177" y="329"/>
                </a:lnTo>
                <a:cubicBezTo>
                  <a:pt x="1177" y="330"/>
                  <a:pt x="1177" y="331"/>
                  <a:pt x="1176" y="332"/>
                </a:cubicBezTo>
                <a:cubicBezTo>
                  <a:pt x="1175" y="334"/>
                  <a:pt x="1174" y="334"/>
                  <a:pt x="1173" y="335"/>
                </a:cubicBezTo>
                <a:cubicBezTo>
                  <a:pt x="1172" y="336"/>
                  <a:pt x="1169" y="336"/>
                  <a:pt x="1167" y="336"/>
                </a:cubicBezTo>
                <a:cubicBezTo>
                  <a:pt x="1164" y="337"/>
                  <a:pt x="1161" y="337"/>
                  <a:pt x="1156" y="337"/>
                </a:cubicBezTo>
                <a:cubicBezTo>
                  <a:pt x="1152" y="337"/>
                  <a:pt x="1149" y="337"/>
                  <a:pt x="1146" y="336"/>
                </a:cubicBezTo>
                <a:cubicBezTo>
                  <a:pt x="1144" y="336"/>
                  <a:pt x="1142" y="336"/>
                  <a:pt x="1140" y="335"/>
                </a:cubicBezTo>
                <a:cubicBezTo>
                  <a:pt x="1138" y="334"/>
                  <a:pt x="1137" y="334"/>
                  <a:pt x="1137" y="332"/>
                </a:cubicBezTo>
                <a:cubicBezTo>
                  <a:pt x="1136" y="331"/>
                  <a:pt x="1136" y="330"/>
                  <a:pt x="1136" y="329"/>
                </a:cubicBezTo>
                <a:lnTo>
                  <a:pt x="1136" y="101"/>
                </a:lnTo>
                <a:cubicBezTo>
                  <a:pt x="1136" y="100"/>
                  <a:pt x="1136" y="99"/>
                  <a:pt x="1137" y="98"/>
                </a:cubicBezTo>
                <a:cubicBezTo>
                  <a:pt x="1137" y="97"/>
                  <a:pt x="1138" y="96"/>
                  <a:pt x="1140" y="95"/>
                </a:cubicBezTo>
                <a:cubicBezTo>
                  <a:pt x="1142" y="95"/>
                  <a:pt x="1144" y="94"/>
                  <a:pt x="1146" y="94"/>
                </a:cubicBezTo>
                <a:cubicBezTo>
                  <a:pt x="1149" y="93"/>
                  <a:pt x="1152" y="93"/>
                  <a:pt x="1156" y="93"/>
                </a:cubicBezTo>
                <a:moveTo>
                  <a:pt x="5075" y="90"/>
                </a:moveTo>
                <a:cubicBezTo>
                  <a:pt x="5082" y="90"/>
                  <a:pt x="5089" y="91"/>
                  <a:pt x="5096" y="92"/>
                </a:cubicBezTo>
                <a:cubicBezTo>
                  <a:pt x="5102" y="93"/>
                  <a:pt x="5109" y="95"/>
                  <a:pt x="5114" y="97"/>
                </a:cubicBezTo>
                <a:cubicBezTo>
                  <a:pt x="5120" y="99"/>
                  <a:pt x="5125" y="102"/>
                  <a:pt x="5130" y="105"/>
                </a:cubicBezTo>
                <a:cubicBezTo>
                  <a:pt x="5134" y="108"/>
                  <a:pt x="5137" y="110"/>
                  <a:pt x="5140" y="112"/>
                </a:cubicBezTo>
                <a:cubicBezTo>
                  <a:pt x="5142" y="114"/>
                  <a:pt x="5143" y="116"/>
                  <a:pt x="5144" y="117"/>
                </a:cubicBezTo>
                <a:cubicBezTo>
                  <a:pt x="5144" y="118"/>
                  <a:pt x="5145" y="119"/>
                  <a:pt x="5146" y="121"/>
                </a:cubicBezTo>
                <a:cubicBezTo>
                  <a:pt x="5146" y="123"/>
                  <a:pt x="5147" y="124"/>
                  <a:pt x="5147" y="126"/>
                </a:cubicBezTo>
                <a:cubicBezTo>
                  <a:pt x="5147" y="129"/>
                  <a:pt x="5147" y="131"/>
                  <a:pt x="5147" y="134"/>
                </a:cubicBezTo>
                <a:cubicBezTo>
                  <a:pt x="5147" y="141"/>
                  <a:pt x="5146" y="145"/>
                  <a:pt x="5144" y="148"/>
                </a:cubicBezTo>
                <a:cubicBezTo>
                  <a:pt x="5143" y="150"/>
                  <a:pt x="5141" y="152"/>
                  <a:pt x="5139" y="152"/>
                </a:cubicBezTo>
                <a:cubicBezTo>
                  <a:pt x="5137" y="152"/>
                  <a:pt x="5134" y="150"/>
                  <a:pt x="5130" y="148"/>
                </a:cubicBezTo>
                <a:cubicBezTo>
                  <a:pt x="5127" y="145"/>
                  <a:pt x="5123" y="142"/>
                  <a:pt x="5118" y="138"/>
                </a:cubicBezTo>
                <a:cubicBezTo>
                  <a:pt x="5113" y="135"/>
                  <a:pt x="5107" y="132"/>
                  <a:pt x="5100" y="129"/>
                </a:cubicBezTo>
                <a:cubicBezTo>
                  <a:pt x="5093" y="126"/>
                  <a:pt x="5084" y="125"/>
                  <a:pt x="5074" y="125"/>
                </a:cubicBezTo>
                <a:cubicBezTo>
                  <a:pt x="5054" y="125"/>
                  <a:pt x="5039" y="133"/>
                  <a:pt x="5028" y="148"/>
                </a:cubicBezTo>
                <a:cubicBezTo>
                  <a:pt x="5017" y="164"/>
                  <a:pt x="5012" y="186"/>
                  <a:pt x="5012" y="215"/>
                </a:cubicBezTo>
                <a:cubicBezTo>
                  <a:pt x="5012" y="231"/>
                  <a:pt x="5014" y="244"/>
                  <a:pt x="5016" y="254"/>
                </a:cubicBezTo>
                <a:cubicBezTo>
                  <a:pt x="5019" y="265"/>
                  <a:pt x="5023" y="275"/>
                  <a:pt x="5029" y="282"/>
                </a:cubicBezTo>
                <a:cubicBezTo>
                  <a:pt x="5034" y="289"/>
                  <a:pt x="5041" y="295"/>
                  <a:pt x="5049" y="299"/>
                </a:cubicBezTo>
                <a:cubicBezTo>
                  <a:pt x="5056" y="302"/>
                  <a:pt x="5065" y="304"/>
                  <a:pt x="5075" y="304"/>
                </a:cubicBezTo>
                <a:cubicBezTo>
                  <a:pt x="5085" y="304"/>
                  <a:pt x="5093" y="302"/>
                  <a:pt x="5100" y="300"/>
                </a:cubicBezTo>
                <a:cubicBezTo>
                  <a:pt x="5108" y="296"/>
                  <a:pt x="5114" y="293"/>
                  <a:pt x="5119" y="289"/>
                </a:cubicBezTo>
                <a:cubicBezTo>
                  <a:pt x="5125" y="286"/>
                  <a:pt x="5129" y="283"/>
                  <a:pt x="5133" y="280"/>
                </a:cubicBezTo>
                <a:cubicBezTo>
                  <a:pt x="5136" y="277"/>
                  <a:pt x="5139" y="275"/>
                  <a:pt x="5141" y="275"/>
                </a:cubicBezTo>
                <a:cubicBezTo>
                  <a:pt x="5142" y="275"/>
                  <a:pt x="5143" y="276"/>
                  <a:pt x="5144" y="276"/>
                </a:cubicBezTo>
                <a:cubicBezTo>
                  <a:pt x="5145" y="277"/>
                  <a:pt x="5146" y="278"/>
                  <a:pt x="5146" y="280"/>
                </a:cubicBezTo>
                <a:cubicBezTo>
                  <a:pt x="5147" y="281"/>
                  <a:pt x="5147" y="283"/>
                  <a:pt x="5148" y="286"/>
                </a:cubicBezTo>
                <a:cubicBezTo>
                  <a:pt x="5148" y="288"/>
                  <a:pt x="5148" y="291"/>
                  <a:pt x="5148" y="294"/>
                </a:cubicBezTo>
                <a:cubicBezTo>
                  <a:pt x="5148" y="297"/>
                  <a:pt x="5148" y="300"/>
                  <a:pt x="5148" y="302"/>
                </a:cubicBezTo>
                <a:cubicBezTo>
                  <a:pt x="5148" y="304"/>
                  <a:pt x="5147" y="306"/>
                  <a:pt x="5147" y="307"/>
                </a:cubicBezTo>
                <a:cubicBezTo>
                  <a:pt x="5146" y="309"/>
                  <a:pt x="5146" y="310"/>
                  <a:pt x="5145" y="311"/>
                </a:cubicBezTo>
                <a:cubicBezTo>
                  <a:pt x="5145" y="312"/>
                  <a:pt x="5143" y="314"/>
                  <a:pt x="5141" y="316"/>
                </a:cubicBezTo>
                <a:cubicBezTo>
                  <a:pt x="5139" y="318"/>
                  <a:pt x="5136" y="320"/>
                  <a:pt x="5130" y="324"/>
                </a:cubicBezTo>
                <a:cubicBezTo>
                  <a:pt x="5125" y="327"/>
                  <a:pt x="5120" y="330"/>
                  <a:pt x="5113" y="332"/>
                </a:cubicBezTo>
                <a:cubicBezTo>
                  <a:pt x="5107" y="334"/>
                  <a:pt x="5100" y="336"/>
                  <a:pt x="5093" y="338"/>
                </a:cubicBezTo>
                <a:cubicBezTo>
                  <a:pt x="5086" y="340"/>
                  <a:pt x="5078" y="340"/>
                  <a:pt x="5070" y="340"/>
                </a:cubicBezTo>
                <a:cubicBezTo>
                  <a:pt x="5054" y="340"/>
                  <a:pt x="5039" y="337"/>
                  <a:pt x="5027" y="332"/>
                </a:cubicBezTo>
                <a:cubicBezTo>
                  <a:pt x="5014" y="327"/>
                  <a:pt x="5003" y="319"/>
                  <a:pt x="4995" y="308"/>
                </a:cubicBezTo>
                <a:cubicBezTo>
                  <a:pt x="4986" y="298"/>
                  <a:pt x="4980" y="286"/>
                  <a:pt x="4975" y="270"/>
                </a:cubicBezTo>
                <a:cubicBezTo>
                  <a:pt x="4971" y="255"/>
                  <a:pt x="4969" y="238"/>
                  <a:pt x="4969" y="217"/>
                </a:cubicBezTo>
                <a:cubicBezTo>
                  <a:pt x="4969" y="195"/>
                  <a:pt x="4972" y="176"/>
                  <a:pt x="4977" y="160"/>
                </a:cubicBezTo>
                <a:cubicBezTo>
                  <a:pt x="4983" y="144"/>
                  <a:pt x="4990" y="130"/>
                  <a:pt x="4999" y="120"/>
                </a:cubicBezTo>
                <a:cubicBezTo>
                  <a:pt x="5009" y="110"/>
                  <a:pt x="5020" y="103"/>
                  <a:pt x="5033" y="98"/>
                </a:cubicBezTo>
                <a:cubicBezTo>
                  <a:pt x="5046" y="93"/>
                  <a:pt x="5060" y="90"/>
                  <a:pt x="5075" y="90"/>
                </a:cubicBezTo>
                <a:moveTo>
                  <a:pt x="1616" y="90"/>
                </a:moveTo>
                <a:cubicBezTo>
                  <a:pt x="1623" y="90"/>
                  <a:pt x="1630" y="91"/>
                  <a:pt x="1637" y="92"/>
                </a:cubicBezTo>
                <a:cubicBezTo>
                  <a:pt x="1644" y="93"/>
                  <a:pt x="1650" y="95"/>
                  <a:pt x="1656" y="97"/>
                </a:cubicBezTo>
                <a:cubicBezTo>
                  <a:pt x="1662" y="99"/>
                  <a:pt x="1667" y="102"/>
                  <a:pt x="1671" y="105"/>
                </a:cubicBezTo>
                <a:cubicBezTo>
                  <a:pt x="1676" y="108"/>
                  <a:pt x="1679" y="110"/>
                  <a:pt x="1681" y="112"/>
                </a:cubicBezTo>
                <a:cubicBezTo>
                  <a:pt x="1683" y="114"/>
                  <a:pt x="1684" y="116"/>
                  <a:pt x="1685" y="117"/>
                </a:cubicBezTo>
                <a:cubicBezTo>
                  <a:pt x="1686" y="118"/>
                  <a:pt x="1687" y="119"/>
                  <a:pt x="1687" y="121"/>
                </a:cubicBezTo>
                <a:cubicBezTo>
                  <a:pt x="1688" y="123"/>
                  <a:pt x="1688" y="124"/>
                  <a:pt x="1688" y="126"/>
                </a:cubicBezTo>
                <a:cubicBezTo>
                  <a:pt x="1688" y="129"/>
                  <a:pt x="1688" y="131"/>
                  <a:pt x="1688" y="134"/>
                </a:cubicBezTo>
                <a:cubicBezTo>
                  <a:pt x="1688" y="141"/>
                  <a:pt x="1688" y="145"/>
                  <a:pt x="1686" y="148"/>
                </a:cubicBezTo>
                <a:cubicBezTo>
                  <a:pt x="1684" y="150"/>
                  <a:pt x="1683" y="152"/>
                  <a:pt x="1681" y="152"/>
                </a:cubicBezTo>
                <a:cubicBezTo>
                  <a:pt x="1678" y="152"/>
                  <a:pt x="1675" y="150"/>
                  <a:pt x="1672" y="148"/>
                </a:cubicBezTo>
                <a:cubicBezTo>
                  <a:pt x="1669" y="145"/>
                  <a:pt x="1664" y="142"/>
                  <a:pt x="1659" y="138"/>
                </a:cubicBezTo>
                <a:cubicBezTo>
                  <a:pt x="1654" y="135"/>
                  <a:pt x="1648" y="132"/>
                  <a:pt x="1641" y="129"/>
                </a:cubicBezTo>
                <a:cubicBezTo>
                  <a:pt x="1634" y="126"/>
                  <a:pt x="1626" y="125"/>
                  <a:pt x="1616" y="125"/>
                </a:cubicBezTo>
                <a:cubicBezTo>
                  <a:pt x="1596" y="125"/>
                  <a:pt x="1580" y="133"/>
                  <a:pt x="1570" y="148"/>
                </a:cubicBezTo>
                <a:cubicBezTo>
                  <a:pt x="1559" y="164"/>
                  <a:pt x="1554" y="186"/>
                  <a:pt x="1554" y="215"/>
                </a:cubicBezTo>
                <a:cubicBezTo>
                  <a:pt x="1554" y="231"/>
                  <a:pt x="1555" y="244"/>
                  <a:pt x="1558" y="254"/>
                </a:cubicBezTo>
                <a:cubicBezTo>
                  <a:pt x="1561" y="265"/>
                  <a:pt x="1564" y="275"/>
                  <a:pt x="1570" y="282"/>
                </a:cubicBezTo>
                <a:cubicBezTo>
                  <a:pt x="1575" y="289"/>
                  <a:pt x="1582" y="295"/>
                  <a:pt x="1590" y="299"/>
                </a:cubicBezTo>
                <a:cubicBezTo>
                  <a:pt x="1598" y="302"/>
                  <a:pt x="1606" y="304"/>
                  <a:pt x="1617" y="304"/>
                </a:cubicBezTo>
                <a:cubicBezTo>
                  <a:pt x="1626" y="304"/>
                  <a:pt x="1635" y="302"/>
                  <a:pt x="1642" y="300"/>
                </a:cubicBezTo>
                <a:cubicBezTo>
                  <a:pt x="1649" y="296"/>
                  <a:pt x="1655" y="293"/>
                  <a:pt x="1661" y="289"/>
                </a:cubicBezTo>
                <a:cubicBezTo>
                  <a:pt x="1666" y="286"/>
                  <a:pt x="1670" y="283"/>
                  <a:pt x="1674" y="280"/>
                </a:cubicBezTo>
                <a:cubicBezTo>
                  <a:pt x="1678" y="277"/>
                  <a:pt x="1681" y="275"/>
                  <a:pt x="1682" y="275"/>
                </a:cubicBezTo>
                <a:cubicBezTo>
                  <a:pt x="1684" y="275"/>
                  <a:pt x="1685" y="276"/>
                  <a:pt x="1685" y="276"/>
                </a:cubicBezTo>
                <a:cubicBezTo>
                  <a:pt x="1686" y="277"/>
                  <a:pt x="1687" y="278"/>
                  <a:pt x="1688" y="280"/>
                </a:cubicBezTo>
                <a:cubicBezTo>
                  <a:pt x="1688" y="281"/>
                  <a:pt x="1689" y="283"/>
                  <a:pt x="1689" y="286"/>
                </a:cubicBezTo>
                <a:cubicBezTo>
                  <a:pt x="1689" y="288"/>
                  <a:pt x="1689" y="291"/>
                  <a:pt x="1689" y="294"/>
                </a:cubicBezTo>
                <a:cubicBezTo>
                  <a:pt x="1689" y="297"/>
                  <a:pt x="1689" y="300"/>
                  <a:pt x="1689" y="302"/>
                </a:cubicBezTo>
                <a:cubicBezTo>
                  <a:pt x="1689" y="304"/>
                  <a:pt x="1689" y="306"/>
                  <a:pt x="1688" y="307"/>
                </a:cubicBezTo>
                <a:cubicBezTo>
                  <a:pt x="1688" y="309"/>
                  <a:pt x="1687" y="310"/>
                  <a:pt x="1687" y="311"/>
                </a:cubicBezTo>
                <a:cubicBezTo>
                  <a:pt x="1686" y="312"/>
                  <a:pt x="1685" y="314"/>
                  <a:pt x="1683" y="316"/>
                </a:cubicBezTo>
                <a:cubicBezTo>
                  <a:pt x="1681" y="318"/>
                  <a:pt x="1677" y="320"/>
                  <a:pt x="1672" y="324"/>
                </a:cubicBezTo>
                <a:cubicBezTo>
                  <a:pt x="1667" y="327"/>
                  <a:pt x="1661" y="330"/>
                  <a:pt x="1655" y="332"/>
                </a:cubicBezTo>
                <a:cubicBezTo>
                  <a:pt x="1648" y="334"/>
                  <a:pt x="1642" y="336"/>
                  <a:pt x="1634" y="338"/>
                </a:cubicBezTo>
                <a:cubicBezTo>
                  <a:pt x="1627" y="340"/>
                  <a:pt x="1619" y="340"/>
                  <a:pt x="1611" y="340"/>
                </a:cubicBezTo>
                <a:cubicBezTo>
                  <a:pt x="1595" y="340"/>
                  <a:pt x="1581" y="337"/>
                  <a:pt x="1568" y="332"/>
                </a:cubicBezTo>
                <a:cubicBezTo>
                  <a:pt x="1555" y="327"/>
                  <a:pt x="1545" y="319"/>
                  <a:pt x="1536" y="308"/>
                </a:cubicBezTo>
                <a:cubicBezTo>
                  <a:pt x="1528" y="298"/>
                  <a:pt x="1521" y="286"/>
                  <a:pt x="1517" y="270"/>
                </a:cubicBezTo>
                <a:cubicBezTo>
                  <a:pt x="1513" y="255"/>
                  <a:pt x="1510" y="238"/>
                  <a:pt x="1510" y="217"/>
                </a:cubicBezTo>
                <a:cubicBezTo>
                  <a:pt x="1510" y="195"/>
                  <a:pt x="1513" y="176"/>
                  <a:pt x="1518" y="160"/>
                </a:cubicBezTo>
                <a:cubicBezTo>
                  <a:pt x="1524" y="144"/>
                  <a:pt x="1531" y="130"/>
                  <a:pt x="1541" y="120"/>
                </a:cubicBezTo>
                <a:cubicBezTo>
                  <a:pt x="1550" y="110"/>
                  <a:pt x="1562" y="103"/>
                  <a:pt x="1574" y="98"/>
                </a:cubicBezTo>
                <a:cubicBezTo>
                  <a:pt x="1587" y="93"/>
                  <a:pt x="1601" y="90"/>
                  <a:pt x="1616" y="90"/>
                </a:cubicBezTo>
                <a:moveTo>
                  <a:pt x="6179" y="90"/>
                </a:moveTo>
                <a:cubicBezTo>
                  <a:pt x="6197" y="90"/>
                  <a:pt x="6212" y="93"/>
                  <a:pt x="6225" y="98"/>
                </a:cubicBezTo>
                <a:cubicBezTo>
                  <a:pt x="6237" y="104"/>
                  <a:pt x="6248" y="112"/>
                  <a:pt x="6256" y="121"/>
                </a:cubicBezTo>
                <a:cubicBezTo>
                  <a:pt x="6264" y="131"/>
                  <a:pt x="6269" y="142"/>
                  <a:pt x="6273" y="155"/>
                </a:cubicBezTo>
                <a:cubicBezTo>
                  <a:pt x="6277" y="168"/>
                  <a:pt x="6279" y="182"/>
                  <a:pt x="6279" y="197"/>
                </a:cubicBezTo>
                <a:lnTo>
                  <a:pt x="6279" y="205"/>
                </a:lnTo>
                <a:cubicBezTo>
                  <a:pt x="6279" y="211"/>
                  <a:pt x="6278" y="216"/>
                  <a:pt x="6274" y="219"/>
                </a:cubicBezTo>
                <a:cubicBezTo>
                  <a:pt x="6271" y="222"/>
                  <a:pt x="6267" y="224"/>
                  <a:pt x="6263" y="224"/>
                </a:cubicBezTo>
                <a:lnTo>
                  <a:pt x="6114" y="224"/>
                </a:lnTo>
                <a:cubicBezTo>
                  <a:pt x="6114" y="237"/>
                  <a:pt x="6115" y="248"/>
                  <a:pt x="6117" y="258"/>
                </a:cubicBezTo>
                <a:cubicBezTo>
                  <a:pt x="6120" y="268"/>
                  <a:pt x="6124" y="277"/>
                  <a:pt x="6130" y="284"/>
                </a:cubicBezTo>
                <a:cubicBezTo>
                  <a:pt x="6136" y="291"/>
                  <a:pt x="6144" y="297"/>
                  <a:pt x="6153" y="301"/>
                </a:cubicBezTo>
                <a:cubicBezTo>
                  <a:pt x="6162" y="304"/>
                  <a:pt x="6174" y="306"/>
                  <a:pt x="6188" y="306"/>
                </a:cubicBezTo>
                <a:cubicBezTo>
                  <a:pt x="6199" y="306"/>
                  <a:pt x="6208" y="305"/>
                  <a:pt x="6217" y="304"/>
                </a:cubicBezTo>
                <a:cubicBezTo>
                  <a:pt x="6225" y="302"/>
                  <a:pt x="6232" y="300"/>
                  <a:pt x="6238" y="298"/>
                </a:cubicBezTo>
                <a:cubicBezTo>
                  <a:pt x="6245" y="295"/>
                  <a:pt x="6250" y="294"/>
                  <a:pt x="6254" y="292"/>
                </a:cubicBezTo>
                <a:cubicBezTo>
                  <a:pt x="6257" y="290"/>
                  <a:pt x="6261" y="289"/>
                  <a:pt x="6263" y="289"/>
                </a:cubicBezTo>
                <a:cubicBezTo>
                  <a:pt x="6264" y="289"/>
                  <a:pt x="6265" y="289"/>
                  <a:pt x="6266" y="290"/>
                </a:cubicBezTo>
                <a:cubicBezTo>
                  <a:pt x="6267" y="291"/>
                  <a:pt x="6267" y="292"/>
                  <a:pt x="6268" y="293"/>
                </a:cubicBezTo>
                <a:cubicBezTo>
                  <a:pt x="6268" y="294"/>
                  <a:pt x="6269" y="295"/>
                  <a:pt x="6269" y="298"/>
                </a:cubicBezTo>
                <a:cubicBezTo>
                  <a:pt x="6269" y="300"/>
                  <a:pt x="6269" y="302"/>
                  <a:pt x="6269" y="305"/>
                </a:cubicBezTo>
                <a:cubicBezTo>
                  <a:pt x="6269" y="307"/>
                  <a:pt x="6269" y="310"/>
                  <a:pt x="6269" y="311"/>
                </a:cubicBezTo>
                <a:cubicBezTo>
                  <a:pt x="6269" y="313"/>
                  <a:pt x="6269" y="314"/>
                  <a:pt x="6269" y="315"/>
                </a:cubicBezTo>
                <a:cubicBezTo>
                  <a:pt x="6268" y="317"/>
                  <a:pt x="6268" y="318"/>
                  <a:pt x="6267" y="319"/>
                </a:cubicBezTo>
                <a:cubicBezTo>
                  <a:pt x="6267" y="320"/>
                  <a:pt x="6266" y="321"/>
                  <a:pt x="6265" y="322"/>
                </a:cubicBezTo>
                <a:cubicBezTo>
                  <a:pt x="6264" y="323"/>
                  <a:pt x="6261" y="324"/>
                  <a:pt x="6257" y="326"/>
                </a:cubicBezTo>
                <a:cubicBezTo>
                  <a:pt x="6252" y="328"/>
                  <a:pt x="6247" y="330"/>
                  <a:pt x="6239" y="332"/>
                </a:cubicBezTo>
                <a:cubicBezTo>
                  <a:pt x="6232" y="334"/>
                  <a:pt x="6224" y="336"/>
                  <a:pt x="6214" y="338"/>
                </a:cubicBezTo>
                <a:cubicBezTo>
                  <a:pt x="6205" y="339"/>
                  <a:pt x="6195" y="340"/>
                  <a:pt x="6184" y="340"/>
                </a:cubicBezTo>
                <a:cubicBezTo>
                  <a:pt x="6165" y="340"/>
                  <a:pt x="6149" y="337"/>
                  <a:pt x="6135" y="332"/>
                </a:cubicBezTo>
                <a:cubicBezTo>
                  <a:pt x="6121" y="327"/>
                  <a:pt x="6109" y="319"/>
                  <a:pt x="6099" y="309"/>
                </a:cubicBezTo>
                <a:cubicBezTo>
                  <a:pt x="6090" y="299"/>
                  <a:pt x="6083" y="286"/>
                  <a:pt x="6078" y="270"/>
                </a:cubicBezTo>
                <a:cubicBezTo>
                  <a:pt x="6073" y="255"/>
                  <a:pt x="6070" y="237"/>
                  <a:pt x="6070" y="215"/>
                </a:cubicBezTo>
                <a:cubicBezTo>
                  <a:pt x="6070" y="196"/>
                  <a:pt x="6073" y="179"/>
                  <a:pt x="6078" y="163"/>
                </a:cubicBezTo>
                <a:cubicBezTo>
                  <a:pt x="6083" y="147"/>
                  <a:pt x="6090" y="134"/>
                  <a:pt x="6100" y="123"/>
                </a:cubicBezTo>
                <a:cubicBezTo>
                  <a:pt x="6109" y="112"/>
                  <a:pt x="6121" y="104"/>
                  <a:pt x="6134" y="98"/>
                </a:cubicBezTo>
                <a:cubicBezTo>
                  <a:pt x="6147" y="93"/>
                  <a:pt x="6163" y="90"/>
                  <a:pt x="6179" y="90"/>
                </a:cubicBezTo>
                <a:moveTo>
                  <a:pt x="5952" y="90"/>
                </a:moveTo>
                <a:cubicBezTo>
                  <a:pt x="5958" y="90"/>
                  <a:pt x="5964" y="90"/>
                  <a:pt x="5970" y="91"/>
                </a:cubicBezTo>
                <a:cubicBezTo>
                  <a:pt x="5977" y="92"/>
                  <a:pt x="5982" y="93"/>
                  <a:pt x="5987" y="95"/>
                </a:cubicBezTo>
                <a:cubicBezTo>
                  <a:pt x="5992" y="97"/>
                  <a:pt x="5996" y="98"/>
                  <a:pt x="5999" y="100"/>
                </a:cubicBezTo>
                <a:cubicBezTo>
                  <a:pt x="6003" y="102"/>
                  <a:pt x="6005" y="103"/>
                  <a:pt x="6007" y="105"/>
                </a:cubicBezTo>
                <a:cubicBezTo>
                  <a:pt x="6009" y="106"/>
                  <a:pt x="6010" y="107"/>
                  <a:pt x="6011" y="108"/>
                </a:cubicBezTo>
                <a:cubicBezTo>
                  <a:pt x="6011" y="109"/>
                  <a:pt x="6012" y="110"/>
                  <a:pt x="6012" y="112"/>
                </a:cubicBezTo>
                <a:cubicBezTo>
                  <a:pt x="6012" y="113"/>
                  <a:pt x="6012" y="115"/>
                  <a:pt x="6013" y="116"/>
                </a:cubicBezTo>
                <a:cubicBezTo>
                  <a:pt x="6013" y="118"/>
                  <a:pt x="6013" y="120"/>
                  <a:pt x="6013" y="123"/>
                </a:cubicBezTo>
                <a:cubicBezTo>
                  <a:pt x="6013" y="126"/>
                  <a:pt x="6013" y="128"/>
                  <a:pt x="6013" y="130"/>
                </a:cubicBezTo>
                <a:cubicBezTo>
                  <a:pt x="6012" y="132"/>
                  <a:pt x="6012" y="134"/>
                  <a:pt x="6012" y="136"/>
                </a:cubicBezTo>
                <a:cubicBezTo>
                  <a:pt x="6011" y="137"/>
                  <a:pt x="6010" y="138"/>
                  <a:pt x="6009" y="138"/>
                </a:cubicBezTo>
                <a:cubicBezTo>
                  <a:pt x="6008" y="139"/>
                  <a:pt x="6008" y="140"/>
                  <a:pt x="6007" y="140"/>
                </a:cubicBezTo>
                <a:cubicBezTo>
                  <a:pt x="6005" y="140"/>
                  <a:pt x="6003" y="138"/>
                  <a:pt x="6000" y="137"/>
                </a:cubicBezTo>
                <a:cubicBezTo>
                  <a:pt x="5997" y="135"/>
                  <a:pt x="5994" y="133"/>
                  <a:pt x="5989" y="131"/>
                </a:cubicBezTo>
                <a:cubicBezTo>
                  <a:pt x="5984" y="129"/>
                  <a:pt x="5979" y="126"/>
                  <a:pt x="5973" y="125"/>
                </a:cubicBezTo>
                <a:cubicBezTo>
                  <a:pt x="5967" y="123"/>
                  <a:pt x="5960" y="122"/>
                  <a:pt x="5952" y="122"/>
                </a:cubicBezTo>
                <a:cubicBezTo>
                  <a:pt x="5945" y="122"/>
                  <a:pt x="5939" y="123"/>
                  <a:pt x="5933" y="124"/>
                </a:cubicBezTo>
                <a:cubicBezTo>
                  <a:pt x="5928" y="126"/>
                  <a:pt x="5923" y="128"/>
                  <a:pt x="5920" y="131"/>
                </a:cubicBezTo>
                <a:cubicBezTo>
                  <a:pt x="5916" y="134"/>
                  <a:pt x="5914" y="138"/>
                  <a:pt x="5912" y="142"/>
                </a:cubicBezTo>
                <a:cubicBezTo>
                  <a:pt x="5910" y="146"/>
                  <a:pt x="5909" y="150"/>
                  <a:pt x="5909" y="155"/>
                </a:cubicBezTo>
                <a:cubicBezTo>
                  <a:pt x="5909" y="161"/>
                  <a:pt x="5911" y="167"/>
                  <a:pt x="5915" y="171"/>
                </a:cubicBezTo>
                <a:cubicBezTo>
                  <a:pt x="5918" y="176"/>
                  <a:pt x="5922" y="180"/>
                  <a:pt x="5928" y="183"/>
                </a:cubicBezTo>
                <a:cubicBezTo>
                  <a:pt x="5933" y="186"/>
                  <a:pt x="5939" y="189"/>
                  <a:pt x="5946" y="192"/>
                </a:cubicBezTo>
                <a:cubicBezTo>
                  <a:pt x="5953" y="195"/>
                  <a:pt x="5960" y="197"/>
                  <a:pt x="5967" y="201"/>
                </a:cubicBezTo>
                <a:cubicBezTo>
                  <a:pt x="5974" y="203"/>
                  <a:pt x="5981" y="207"/>
                  <a:pt x="5988" y="210"/>
                </a:cubicBezTo>
                <a:cubicBezTo>
                  <a:pt x="5995" y="214"/>
                  <a:pt x="6001" y="218"/>
                  <a:pt x="6007" y="224"/>
                </a:cubicBezTo>
                <a:cubicBezTo>
                  <a:pt x="6012" y="229"/>
                  <a:pt x="6017" y="235"/>
                  <a:pt x="6020" y="242"/>
                </a:cubicBezTo>
                <a:cubicBezTo>
                  <a:pt x="6023" y="249"/>
                  <a:pt x="6025" y="258"/>
                  <a:pt x="6025" y="267"/>
                </a:cubicBezTo>
                <a:cubicBezTo>
                  <a:pt x="6025" y="279"/>
                  <a:pt x="6023" y="289"/>
                  <a:pt x="6018" y="298"/>
                </a:cubicBezTo>
                <a:cubicBezTo>
                  <a:pt x="6014" y="307"/>
                  <a:pt x="6008" y="315"/>
                  <a:pt x="6000" y="321"/>
                </a:cubicBezTo>
                <a:cubicBezTo>
                  <a:pt x="5992" y="328"/>
                  <a:pt x="5983" y="332"/>
                  <a:pt x="5972" y="335"/>
                </a:cubicBezTo>
                <a:cubicBezTo>
                  <a:pt x="5961" y="338"/>
                  <a:pt x="5949" y="340"/>
                  <a:pt x="5936" y="340"/>
                </a:cubicBezTo>
                <a:cubicBezTo>
                  <a:pt x="5928" y="340"/>
                  <a:pt x="5920" y="340"/>
                  <a:pt x="5912" y="338"/>
                </a:cubicBezTo>
                <a:cubicBezTo>
                  <a:pt x="5905" y="337"/>
                  <a:pt x="5899" y="335"/>
                  <a:pt x="5893" y="334"/>
                </a:cubicBezTo>
                <a:cubicBezTo>
                  <a:pt x="5887" y="331"/>
                  <a:pt x="5882" y="330"/>
                  <a:pt x="5878" y="328"/>
                </a:cubicBezTo>
                <a:cubicBezTo>
                  <a:pt x="5874" y="325"/>
                  <a:pt x="5871" y="323"/>
                  <a:pt x="5869" y="322"/>
                </a:cubicBezTo>
                <a:cubicBezTo>
                  <a:pt x="5868" y="320"/>
                  <a:pt x="5866" y="318"/>
                  <a:pt x="5865" y="315"/>
                </a:cubicBezTo>
                <a:cubicBezTo>
                  <a:pt x="5864" y="312"/>
                  <a:pt x="5864" y="307"/>
                  <a:pt x="5864" y="302"/>
                </a:cubicBezTo>
                <a:cubicBezTo>
                  <a:pt x="5864" y="299"/>
                  <a:pt x="5864" y="296"/>
                  <a:pt x="5864" y="294"/>
                </a:cubicBezTo>
                <a:cubicBezTo>
                  <a:pt x="5865" y="292"/>
                  <a:pt x="5865" y="290"/>
                  <a:pt x="5866" y="289"/>
                </a:cubicBezTo>
                <a:cubicBezTo>
                  <a:pt x="5866" y="288"/>
                  <a:pt x="5867" y="287"/>
                  <a:pt x="5868" y="286"/>
                </a:cubicBezTo>
                <a:cubicBezTo>
                  <a:pt x="5869" y="286"/>
                  <a:pt x="5870" y="285"/>
                  <a:pt x="5871" y="285"/>
                </a:cubicBezTo>
                <a:cubicBezTo>
                  <a:pt x="5873" y="285"/>
                  <a:pt x="5876" y="286"/>
                  <a:pt x="5879" y="289"/>
                </a:cubicBezTo>
                <a:cubicBezTo>
                  <a:pt x="5883" y="291"/>
                  <a:pt x="5887" y="293"/>
                  <a:pt x="5893" y="296"/>
                </a:cubicBezTo>
                <a:cubicBezTo>
                  <a:pt x="5898" y="299"/>
                  <a:pt x="5904" y="301"/>
                  <a:pt x="5911" y="304"/>
                </a:cubicBezTo>
                <a:cubicBezTo>
                  <a:pt x="5919" y="306"/>
                  <a:pt x="5927" y="307"/>
                  <a:pt x="5936" y="307"/>
                </a:cubicBezTo>
                <a:cubicBezTo>
                  <a:pt x="5944" y="307"/>
                  <a:pt x="5950" y="306"/>
                  <a:pt x="5956" y="305"/>
                </a:cubicBezTo>
                <a:cubicBezTo>
                  <a:pt x="5961" y="303"/>
                  <a:pt x="5966" y="301"/>
                  <a:pt x="5970" y="298"/>
                </a:cubicBezTo>
                <a:cubicBezTo>
                  <a:pt x="5975" y="295"/>
                  <a:pt x="5978" y="291"/>
                  <a:pt x="5980" y="287"/>
                </a:cubicBezTo>
                <a:cubicBezTo>
                  <a:pt x="5982" y="282"/>
                  <a:pt x="5984" y="277"/>
                  <a:pt x="5984" y="270"/>
                </a:cubicBezTo>
                <a:cubicBezTo>
                  <a:pt x="5984" y="264"/>
                  <a:pt x="5982" y="259"/>
                  <a:pt x="5979" y="254"/>
                </a:cubicBezTo>
                <a:cubicBezTo>
                  <a:pt x="5975" y="250"/>
                  <a:pt x="5971" y="246"/>
                  <a:pt x="5966" y="243"/>
                </a:cubicBezTo>
                <a:cubicBezTo>
                  <a:pt x="5960" y="239"/>
                  <a:pt x="5954" y="237"/>
                  <a:pt x="5947" y="234"/>
                </a:cubicBezTo>
                <a:cubicBezTo>
                  <a:pt x="5941" y="231"/>
                  <a:pt x="5934" y="228"/>
                  <a:pt x="5927" y="226"/>
                </a:cubicBezTo>
                <a:cubicBezTo>
                  <a:pt x="5920" y="223"/>
                  <a:pt x="5912" y="219"/>
                  <a:pt x="5906" y="215"/>
                </a:cubicBezTo>
                <a:cubicBezTo>
                  <a:pt x="5899" y="211"/>
                  <a:pt x="5893" y="207"/>
                  <a:pt x="5887" y="202"/>
                </a:cubicBezTo>
                <a:cubicBezTo>
                  <a:pt x="5882" y="196"/>
                  <a:pt x="5878" y="190"/>
                  <a:pt x="5874" y="183"/>
                </a:cubicBezTo>
                <a:cubicBezTo>
                  <a:pt x="5871" y="176"/>
                  <a:pt x="5870" y="167"/>
                  <a:pt x="5870" y="157"/>
                </a:cubicBezTo>
                <a:cubicBezTo>
                  <a:pt x="5870" y="148"/>
                  <a:pt x="5871" y="140"/>
                  <a:pt x="5875" y="131"/>
                </a:cubicBezTo>
                <a:cubicBezTo>
                  <a:pt x="5878" y="123"/>
                  <a:pt x="5884" y="116"/>
                  <a:pt x="5890" y="110"/>
                </a:cubicBezTo>
                <a:cubicBezTo>
                  <a:pt x="5897" y="104"/>
                  <a:pt x="5906" y="99"/>
                  <a:pt x="5916" y="95"/>
                </a:cubicBezTo>
                <a:cubicBezTo>
                  <a:pt x="5927" y="92"/>
                  <a:pt x="5939" y="90"/>
                  <a:pt x="5952" y="90"/>
                </a:cubicBezTo>
                <a:moveTo>
                  <a:pt x="5718" y="90"/>
                </a:moveTo>
                <a:cubicBezTo>
                  <a:pt x="5734" y="90"/>
                  <a:pt x="5748" y="92"/>
                  <a:pt x="5760" y="95"/>
                </a:cubicBezTo>
                <a:cubicBezTo>
                  <a:pt x="5771" y="99"/>
                  <a:pt x="5781" y="104"/>
                  <a:pt x="5788" y="112"/>
                </a:cubicBezTo>
                <a:cubicBezTo>
                  <a:pt x="5795" y="119"/>
                  <a:pt x="5800" y="128"/>
                  <a:pt x="5803" y="138"/>
                </a:cubicBezTo>
                <a:cubicBezTo>
                  <a:pt x="5806" y="149"/>
                  <a:pt x="5808" y="161"/>
                  <a:pt x="5808" y="175"/>
                </a:cubicBezTo>
                <a:lnTo>
                  <a:pt x="5808" y="329"/>
                </a:lnTo>
                <a:cubicBezTo>
                  <a:pt x="5808" y="331"/>
                  <a:pt x="5807" y="333"/>
                  <a:pt x="5806" y="334"/>
                </a:cubicBezTo>
                <a:cubicBezTo>
                  <a:pt x="5804" y="335"/>
                  <a:pt x="5802" y="336"/>
                  <a:pt x="5800" y="336"/>
                </a:cubicBezTo>
                <a:cubicBezTo>
                  <a:pt x="5798" y="337"/>
                  <a:pt x="5794" y="337"/>
                  <a:pt x="5790" y="337"/>
                </a:cubicBezTo>
                <a:cubicBezTo>
                  <a:pt x="5785" y="337"/>
                  <a:pt x="5782" y="337"/>
                  <a:pt x="5779" y="336"/>
                </a:cubicBezTo>
                <a:cubicBezTo>
                  <a:pt x="5777" y="336"/>
                  <a:pt x="5775" y="335"/>
                  <a:pt x="5773" y="334"/>
                </a:cubicBezTo>
                <a:cubicBezTo>
                  <a:pt x="5772" y="333"/>
                  <a:pt x="5772" y="331"/>
                  <a:pt x="5772" y="329"/>
                </a:cubicBezTo>
                <a:lnTo>
                  <a:pt x="5772" y="307"/>
                </a:lnTo>
                <a:cubicBezTo>
                  <a:pt x="5762" y="317"/>
                  <a:pt x="5751" y="325"/>
                  <a:pt x="5739" y="331"/>
                </a:cubicBezTo>
                <a:cubicBezTo>
                  <a:pt x="5727" y="337"/>
                  <a:pt x="5713" y="340"/>
                  <a:pt x="5700" y="340"/>
                </a:cubicBezTo>
                <a:cubicBezTo>
                  <a:pt x="5688" y="340"/>
                  <a:pt x="5677" y="338"/>
                  <a:pt x="5668" y="336"/>
                </a:cubicBezTo>
                <a:cubicBezTo>
                  <a:pt x="5658" y="332"/>
                  <a:pt x="5650" y="328"/>
                  <a:pt x="5643" y="322"/>
                </a:cubicBezTo>
                <a:cubicBezTo>
                  <a:pt x="5636" y="316"/>
                  <a:pt x="5631" y="309"/>
                  <a:pt x="5627" y="300"/>
                </a:cubicBezTo>
                <a:cubicBezTo>
                  <a:pt x="5623" y="292"/>
                  <a:pt x="5621" y="282"/>
                  <a:pt x="5621" y="271"/>
                </a:cubicBezTo>
                <a:cubicBezTo>
                  <a:pt x="5621" y="258"/>
                  <a:pt x="5624" y="247"/>
                  <a:pt x="5629" y="238"/>
                </a:cubicBezTo>
                <a:cubicBezTo>
                  <a:pt x="5634" y="228"/>
                  <a:pt x="5642" y="220"/>
                  <a:pt x="5651" y="213"/>
                </a:cubicBezTo>
                <a:cubicBezTo>
                  <a:pt x="5661" y="207"/>
                  <a:pt x="5673" y="202"/>
                  <a:pt x="5687" y="199"/>
                </a:cubicBezTo>
                <a:cubicBezTo>
                  <a:pt x="5702" y="196"/>
                  <a:pt x="5717" y="195"/>
                  <a:pt x="5735" y="195"/>
                </a:cubicBezTo>
                <a:lnTo>
                  <a:pt x="5766" y="195"/>
                </a:lnTo>
                <a:lnTo>
                  <a:pt x="5766" y="177"/>
                </a:lnTo>
                <a:cubicBezTo>
                  <a:pt x="5766" y="168"/>
                  <a:pt x="5765" y="160"/>
                  <a:pt x="5764" y="154"/>
                </a:cubicBezTo>
                <a:cubicBezTo>
                  <a:pt x="5762" y="147"/>
                  <a:pt x="5759" y="141"/>
                  <a:pt x="5754" y="137"/>
                </a:cubicBezTo>
                <a:cubicBezTo>
                  <a:pt x="5751" y="132"/>
                  <a:pt x="5745" y="129"/>
                  <a:pt x="5739" y="127"/>
                </a:cubicBezTo>
                <a:cubicBezTo>
                  <a:pt x="5732" y="125"/>
                  <a:pt x="5724" y="124"/>
                  <a:pt x="5714" y="124"/>
                </a:cubicBezTo>
                <a:cubicBezTo>
                  <a:pt x="5704" y="124"/>
                  <a:pt x="5695" y="125"/>
                  <a:pt x="5687" y="127"/>
                </a:cubicBezTo>
                <a:cubicBezTo>
                  <a:pt x="5679" y="130"/>
                  <a:pt x="5672" y="132"/>
                  <a:pt x="5665" y="135"/>
                </a:cubicBezTo>
                <a:cubicBezTo>
                  <a:pt x="5659" y="138"/>
                  <a:pt x="5654" y="141"/>
                  <a:pt x="5650" y="143"/>
                </a:cubicBezTo>
                <a:cubicBezTo>
                  <a:pt x="5646" y="146"/>
                  <a:pt x="5643" y="147"/>
                  <a:pt x="5641" y="147"/>
                </a:cubicBezTo>
                <a:cubicBezTo>
                  <a:pt x="5639" y="147"/>
                  <a:pt x="5638" y="147"/>
                  <a:pt x="5637" y="146"/>
                </a:cubicBezTo>
                <a:cubicBezTo>
                  <a:pt x="5636" y="145"/>
                  <a:pt x="5635" y="144"/>
                  <a:pt x="5634" y="143"/>
                </a:cubicBezTo>
                <a:cubicBezTo>
                  <a:pt x="5634" y="142"/>
                  <a:pt x="5633" y="140"/>
                  <a:pt x="5633" y="138"/>
                </a:cubicBezTo>
                <a:cubicBezTo>
                  <a:pt x="5633" y="136"/>
                  <a:pt x="5632" y="133"/>
                  <a:pt x="5632" y="131"/>
                </a:cubicBezTo>
                <a:cubicBezTo>
                  <a:pt x="5632" y="126"/>
                  <a:pt x="5633" y="123"/>
                  <a:pt x="5633" y="121"/>
                </a:cubicBezTo>
                <a:cubicBezTo>
                  <a:pt x="5634" y="118"/>
                  <a:pt x="5635" y="116"/>
                  <a:pt x="5638" y="114"/>
                </a:cubicBezTo>
                <a:cubicBezTo>
                  <a:pt x="5640" y="112"/>
                  <a:pt x="5644" y="109"/>
                  <a:pt x="5649" y="106"/>
                </a:cubicBezTo>
                <a:cubicBezTo>
                  <a:pt x="5655" y="103"/>
                  <a:pt x="5661" y="101"/>
                  <a:pt x="5668" y="98"/>
                </a:cubicBezTo>
                <a:cubicBezTo>
                  <a:pt x="5676" y="96"/>
                  <a:pt x="5684" y="94"/>
                  <a:pt x="5692" y="92"/>
                </a:cubicBezTo>
                <a:cubicBezTo>
                  <a:pt x="5701" y="91"/>
                  <a:pt x="5709" y="90"/>
                  <a:pt x="5718" y="90"/>
                </a:cubicBezTo>
                <a:moveTo>
                  <a:pt x="5472" y="90"/>
                </a:moveTo>
                <a:cubicBezTo>
                  <a:pt x="5490" y="90"/>
                  <a:pt x="5505" y="93"/>
                  <a:pt x="5518" y="98"/>
                </a:cubicBezTo>
                <a:cubicBezTo>
                  <a:pt x="5530" y="104"/>
                  <a:pt x="5541" y="112"/>
                  <a:pt x="5549" y="121"/>
                </a:cubicBezTo>
                <a:cubicBezTo>
                  <a:pt x="5557" y="131"/>
                  <a:pt x="5563" y="142"/>
                  <a:pt x="5566" y="155"/>
                </a:cubicBezTo>
                <a:cubicBezTo>
                  <a:pt x="5570" y="168"/>
                  <a:pt x="5572" y="182"/>
                  <a:pt x="5572" y="197"/>
                </a:cubicBezTo>
                <a:lnTo>
                  <a:pt x="5572" y="205"/>
                </a:lnTo>
                <a:cubicBezTo>
                  <a:pt x="5572" y="211"/>
                  <a:pt x="5571" y="216"/>
                  <a:pt x="5567" y="219"/>
                </a:cubicBezTo>
                <a:cubicBezTo>
                  <a:pt x="5564" y="222"/>
                  <a:pt x="5560" y="224"/>
                  <a:pt x="5556" y="224"/>
                </a:cubicBezTo>
                <a:lnTo>
                  <a:pt x="5407" y="224"/>
                </a:lnTo>
                <a:cubicBezTo>
                  <a:pt x="5407" y="237"/>
                  <a:pt x="5408" y="248"/>
                  <a:pt x="5410" y="258"/>
                </a:cubicBezTo>
                <a:cubicBezTo>
                  <a:pt x="5413" y="268"/>
                  <a:pt x="5417" y="277"/>
                  <a:pt x="5423" y="284"/>
                </a:cubicBezTo>
                <a:cubicBezTo>
                  <a:pt x="5429" y="291"/>
                  <a:pt x="5437" y="297"/>
                  <a:pt x="5446" y="301"/>
                </a:cubicBezTo>
                <a:cubicBezTo>
                  <a:pt x="5455" y="304"/>
                  <a:pt x="5467" y="306"/>
                  <a:pt x="5481" y="306"/>
                </a:cubicBezTo>
                <a:cubicBezTo>
                  <a:pt x="5492" y="306"/>
                  <a:pt x="5501" y="305"/>
                  <a:pt x="5510" y="304"/>
                </a:cubicBezTo>
                <a:cubicBezTo>
                  <a:pt x="5518" y="302"/>
                  <a:pt x="5525" y="300"/>
                  <a:pt x="5531" y="298"/>
                </a:cubicBezTo>
                <a:cubicBezTo>
                  <a:pt x="5538" y="295"/>
                  <a:pt x="5543" y="294"/>
                  <a:pt x="5547" y="292"/>
                </a:cubicBezTo>
                <a:cubicBezTo>
                  <a:pt x="5551" y="290"/>
                  <a:pt x="5554" y="289"/>
                  <a:pt x="5556" y="289"/>
                </a:cubicBezTo>
                <a:cubicBezTo>
                  <a:pt x="5557" y="289"/>
                  <a:pt x="5558" y="289"/>
                  <a:pt x="5559" y="290"/>
                </a:cubicBezTo>
                <a:cubicBezTo>
                  <a:pt x="5560" y="291"/>
                  <a:pt x="5560" y="292"/>
                  <a:pt x="5561" y="293"/>
                </a:cubicBezTo>
                <a:cubicBezTo>
                  <a:pt x="5561" y="294"/>
                  <a:pt x="5562" y="295"/>
                  <a:pt x="5562" y="298"/>
                </a:cubicBezTo>
                <a:cubicBezTo>
                  <a:pt x="5563" y="300"/>
                  <a:pt x="5563" y="302"/>
                  <a:pt x="5563" y="305"/>
                </a:cubicBezTo>
                <a:cubicBezTo>
                  <a:pt x="5563" y="307"/>
                  <a:pt x="5563" y="310"/>
                  <a:pt x="5562" y="311"/>
                </a:cubicBezTo>
                <a:cubicBezTo>
                  <a:pt x="5562" y="313"/>
                  <a:pt x="5562" y="314"/>
                  <a:pt x="5562" y="315"/>
                </a:cubicBezTo>
                <a:cubicBezTo>
                  <a:pt x="5561" y="317"/>
                  <a:pt x="5561" y="318"/>
                  <a:pt x="5560" y="319"/>
                </a:cubicBezTo>
                <a:cubicBezTo>
                  <a:pt x="5560" y="320"/>
                  <a:pt x="5559" y="321"/>
                  <a:pt x="5558" y="322"/>
                </a:cubicBezTo>
                <a:cubicBezTo>
                  <a:pt x="5557" y="323"/>
                  <a:pt x="5554" y="324"/>
                  <a:pt x="5550" y="326"/>
                </a:cubicBezTo>
                <a:cubicBezTo>
                  <a:pt x="5545" y="328"/>
                  <a:pt x="5540" y="330"/>
                  <a:pt x="5532" y="332"/>
                </a:cubicBezTo>
                <a:cubicBezTo>
                  <a:pt x="5525" y="334"/>
                  <a:pt x="5517" y="336"/>
                  <a:pt x="5507" y="338"/>
                </a:cubicBezTo>
                <a:cubicBezTo>
                  <a:pt x="5498" y="339"/>
                  <a:pt x="5488" y="340"/>
                  <a:pt x="5477" y="340"/>
                </a:cubicBezTo>
                <a:cubicBezTo>
                  <a:pt x="5458" y="340"/>
                  <a:pt x="5442" y="337"/>
                  <a:pt x="5428" y="332"/>
                </a:cubicBezTo>
                <a:cubicBezTo>
                  <a:pt x="5414" y="327"/>
                  <a:pt x="5402" y="319"/>
                  <a:pt x="5392" y="309"/>
                </a:cubicBezTo>
                <a:cubicBezTo>
                  <a:pt x="5383" y="299"/>
                  <a:pt x="5376" y="286"/>
                  <a:pt x="5371" y="270"/>
                </a:cubicBezTo>
                <a:cubicBezTo>
                  <a:pt x="5366" y="255"/>
                  <a:pt x="5363" y="237"/>
                  <a:pt x="5363" y="215"/>
                </a:cubicBezTo>
                <a:cubicBezTo>
                  <a:pt x="5363" y="196"/>
                  <a:pt x="5366" y="179"/>
                  <a:pt x="5371" y="163"/>
                </a:cubicBezTo>
                <a:cubicBezTo>
                  <a:pt x="5376" y="147"/>
                  <a:pt x="5383" y="134"/>
                  <a:pt x="5393" y="123"/>
                </a:cubicBezTo>
                <a:cubicBezTo>
                  <a:pt x="5402" y="112"/>
                  <a:pt x="5414" y="104"/>
                  <a:pt x="5427" y="98"/>
                </a:cubicBezTo>
                <a:cubicBezTo>
                  <a:pt x="5440" y="93"/>
                  <a:pt x="5456" y="90"/>
                  <a:pt x="5472" y="90"/>
                </a:cubicBezTo>
                <a:moveTo>
                  <a:pt x="5305" y="90"/>
                </a:moveTo>
                <a:cubicBezTo>
                  <a:pt x="5307" y="90"/>
                  <a:pt x="5309" y="90"/>
                  <a:pt x="5312" y="90"/>
                </a:cubicBezTo>
                <a:cubicBezTo>
                  <a:pt x="5315" y="91"/>
                  <a:pt x="5318" y="91"/>
                  <a:pt x="5321" y="92"/>
                </a:cubicBezTo>
                <a:cubicBezTo>
                  <a:pt x="5324" y="92"/>
                  <a:pt x="5326" y="93"/>
                  <a:pt x="5329" y="94"/>
                </a:cubicBezTo>
                <a:cubicBezTo>
                  <a:pt x="5331" y="95"/>
                  <a:pt x="5333" y="95"/>
                  <a:pt x="5334" y="96"/>
                </a:cubicBezTo>
                <a:cubicBezTo>
                  <a:pt x="5335" y="97"/>
                  <a:pt x="5336" y="98"/>
                  <a:pt x="5336" y="99"/>
                </a:cubicBezTo>
                <a:cubicBezTo>
                  <a:pt x="5336" y="99"/>
                  <a:pt x="5337" y="100"/>
                  <a:pt x="5337" y="101"/>
                </a:cubicBezTo>
                <a:cubicBezTo>
                  <a:pt x="5337" y="103"/>
                  <a:pt x="5337" y="105"/>
                  <a:pt x="5337" y="107"/>
                </a:cubicBezTo>
                <a:cubicBezTo>
                  <a:pt x="5337" y="109"/>
                  <a:pt x="5337" y="112"/>
                  <a:pt x="5337" y="116"/>
                </a:cubicBezTo>
                <a:cubicBezTo>
                  <a:pt x="5337" y="120"/>
                  <a:pt x="5337" y="123"/>
                  <a:pt x="5337" y="125"/>
                </a:cubicBezTo>
                <a:cubicBezTo>
                  <a:pt x="5337" y="128"/>
                  <a:pt x="5337" y="130"/>
                  <a:pt x="5336" y="131"/>
                </a:cubicBezTo>
                <a:cubicBezTo>
                  <a:pt x="5336" y="132"/>
                  <a:pt x="5335" y="134"/>
                  <a:pt x="5334" y="135"/>
                </a:cubicBezTo>
                <a:cubicBezTo>
                  <a:pt x="5334" y="135"/>
                  <a:pt x="5332" y="136"/>
                  <a:pt x="5331" y="136"/>
                </a:cubicBezTo>
                <a:cubicBezTo>
                  <a:pt x="5330" y="136"/>
                  <a:pt x="5328" y="135"/>
                  <a:pt x="5326" y="135"/>
                </a:cubicBezTo>
                <a:cubicBezTo>
                  <a:pt x="5324" y="134"/>
                  <a:pt x="5322" y="133"/>
                  <a:pt x="5320" y="132"/>
                </a:cubicBezTo>
                <a:cubicBezTo>
                  <a:pt x="5317" y="131"/>
                  <a:pt x="5315" y="131"/>
                  <a:pt x="5312" y="130"/>
                </a:cubicBezTo>
                <a:cubicBezTo>
                  <a:pt x="5309" y="129"/>
                  <a:pt x="5305" y="129"/>
                  <a:pt x="5302" y="129"/>
                </a:cubicBezTo>
                <a:cubicBezTo>
                  <a:pt x="5298" y="129"/>
                  <a:pt x="5293" y="130"/>
                  <a:pt x="5289" y="131"/>
                </a:cubicBezTo>
                <a:cubicBezTo>
                  <a:pt x="5285" y="133"/>
                  <a:pt x="5281" y="136"/>
                  <a:pt x="5277" y="140"/>
                </a:cubicBezTo>
                <a:cubicBezTo>
                  <a:pt x="5272" y="144"/>
                  <a:pt x="5268" y="149"/>
                  <a:pt x="5263" y="155"/>
                </a:cubicBezTo>
                <a:cubicBezTo>
                  <a:pt x="5258" y="162"/>
                  <a:pt x="5252" y="170"/>
                  <a:pt x="5246" y="179"/>
                </a:cubicBezTo>
                <a:lnTo>
                  <a:pt x="5246" y="329"/>
                </a:lnTo>
                <a:cubicBezTo>
                  <a:pt x="5246" y="330"/>
                  <a:pt x="5246" y="331"/>
                  <a:pt x="5245" y="332"/>
                </a:cubicBezTo>
                <a:cubicBezTo>
                  <a:pt x="5245" y="334"/>
                  <a:pt x="5244" y="334"/>
                  <a:pt x="5242" y="335"/>
                </a:cubicBezTo>
                <a:cubicBezTo>
                  <a:pt x="5241" y="336"/>
                  <a:pt x="5239" y="336"/>
                  <a:pt x="5236" y="336"/>
                </a:cubicBezTo>
                <a:cubicBezTo>
                  <a:pt x="5233" y="337"/>
                  <a:pt x="5230" y="337"/>
                  <a:pt x="5226" y="337"/>
                </a:cubicBezTo>
                <a:cubicBezTo>
                  <a:pt x="5221" y="337"/>
                  <a:pt x="5218" y="337"/>
                  <a:pt x="5215" y="336"/>
                </a:cubicBezTo>
                <a:cubicBezTo>
                  <a:pt x="5213" y="336"/>
                  <a:pt x="5211" y="336"/>
                  <a:pt x="5209" y="335"/>
                </a:cubicBezTo>
                <a:cubicBezTo>
                  <a:pt x="5208" y="334"/>
                  <a:pt x="5206" y="334"/>
                  <a:pt x="5206" y="332"/>
                </a:cubicBezTo>
                <a:cubicBezTo>
                  <a:pt x="5205" y="331"/>
                  <a:pt x="5205" y="330"/>
                  <a:pt x="5205" y="329"/>
                </a:cubicBezTo>
                <a:lnTo>
                  <a:pt x="5205" y="101"/>
                </a:lnTo>
                <a:cubicBezTo>
                  <a:pt x="5205" y="100"/>
                  <a:pt x="5205" y="99"/>
                  <a:pt x="5205" y="98"/>
                </a:cubicBezTo>
                <a:cubicBezTo>
                  <a:pt x="5206" y="97"/>
                  <a:pt x="5207" y="96"/>
                  <a:pt x="5209" y="95"/>
                </a:cubicBezTo>
                <a:cubicBezTo>
                  <a:pt x="5210" y="94"/>
                  <a:pt x="5212" y="94"/>
                  <a:pt x="5214" y="94"/>
                </a:cubicBezTo>
                <a:cubicBezTo>
                  <a:pt x="5217" y="93"/>
                  <a:pt x="5220" y="93"/>
                  <a:pt x="5224" y="93"/>
                </a:cubicBezTo>
                <a:cubicBezTo>
                  <a:pt x="5227" y="93"/>
                  <a:pt x="5231" y="93"/>
                  <a:pt x="5233" y="94"/>
                </a:cubicBezTo>
                <a:cubicBezTo>
                  <a:pt x="5235" y="94"/>
                  <a:pt x="5237" y="94"/>
                  <a:pt x="5239" y="95"/>
                </a:cubicBezTo>
                <a:cubicBezTo>
                  <a:pt x="5240" y="96"/>
                  <a:pt x="5241" y="97"/>
                  <a:pt x="5241" y="98"/>
                </a:cubicBezTo>
                <a:cubicBezTo>
                  <a:pt x="5242" y="99"/>
                  <a:pt x="5243" y="100"/>
                  <a:pt x="5243" y="101"/>
                </a:cubicBezTo>
                <a:lnTo>
                  <a:pt x="5243" y="134"/>
                </a:lnTo>
                <a:cubicBezTo>
                  <a:pt x="5249" y="125"/>
                  <a:pt x="5255" y="118"/>
                  <a:pt x="5260" y="112"/>
                </a:cubicBezTo>
                <a:cubicBezTo>
                  <a:pt x="5265" y="106"/>
                  <a:pt x="5271" y="102"/>
                  <a:pt x="5275" y="98"/>
                </a:cubicBezTo>
                <a:cubicBezTo>
                  <a:pt x="5280" y="95"/>
                  <a:pt x="5285" y="93"/>
                  <a:pt x="5290" y="92"/>
                </a:cubicBezTo>
                <a:cubicBezTo>
                  <a:pt x="5295" y="91"/>
                  <a:pt x="5300" y="90"/>
                  <a:pt x="5305" y="90"/>
                </a:cubicBezTo>
                <a:moveTo>
                  <a:pt x="4828" y="90"/>
                </a:moveTo>
                <a:cubicBezTo>
                  <a:pt x="4843" y="90"/>
                  <a:pt x="4856" y="92"/>
                  <a:pt x="4866" y="98"/>
                </a:cubicBezTo>
                <a:cubicBezTo>
                  <a:pt x="4877" y="103"/>
                  <a:pt x="4885" y="110"/>
                  <a:pt x="4892" y="118"/>
                </a:cubicBezTo>
                <a:cubicBezTo>
                  <a:pt x="4898" y="126"/>
                  <a:pt x="4902" y="137"/>
                  <a:pt x="4905" y="148"/>
                </a:cubicBezTo>
                <a:cubicBezTo>
                  <a:pt x="4908" y="160"/>
                  <a:pt x="4909" y="173"/>
                  <a:pt x="4909" y="190"/>
                </a:cubicBezTo>
                <a:lnTo>
                  <a:pt x="4909" y="329"/>
                </a:lnTo>
                <a:cubicBezTo>
                  <a:pt x="4909" y="330"/>
                  <a:pt x="4909" y="331"/>
                  <a:pt x="4908" y="332"/>
                </a:cubicBezTo>
                <a:cubicBezTo>
                  <a:pt x="4908" y="334"/>
                  <a:pt x="4906" y="334"/>
                  <a:pt x="4905" y="335"/>
                </a:cubicBezTo>
                <a:cubicBezTo>
                  <a:pt x="4904" y="336"/>
                  <a:pt x="4901" y="336"/>
                  <a:pt x="4899" y="336"/>
                </a:cubicBezTo>
                <a:cubicBezTo>
                  <a:pt x="4896" y="337"/>
                  <a:pt x="4893" y="337"/>
                  <a:pt x="4889" y="337"/>
                </a:cubicBezTo>
                <a:cubicBezTo>
                  <a:pt x="4884" y="337"/>
                  <a:pt x="4881" y="337"/>
                  <a:pt x="4878" y="336"/>
                </a:cubicBezTo>
                <a:cubicBezTo>
                  <a:pt x="4876" y="336"/>
                  <a:pt x="4874" y="336"/>
                  <a:pt x="4872" y="335"/>
                </a:cubicBezTo>
                <a:cubicBezTo>
                  <a:pt x="4870" y="334"/>
                  <a:pt x="4869" y="334"/>
                  <a:pt x="4869" y="332"/>
                </a:cubicBezTo>
                <a:cubicBezTo>
                  <a:pt x="4868" y="331"/>
                  <a:pt x="4868" y="330"/>
                  <a:pt x="4868" y="329"/>
                </a:cubicBezTo>
                <a:lnTo>
                  <a:pt x="4868" y="195"/>
                </a:lnTo>
                <a:cubicBezTo>
                  <a:pt x="4868" y="182"/>
                  <a:pt x="4866" y="172"/>
                  <a:pt x="4865" y="164"/>
                </a:cubicBezTo>
                <a:cubicBezTo>
                  <a:pt x="4863" y="156"/>
                  <a:pt x="4860" y="149"/>
                  <a:pt x="4856" y="143"/>
                </a:cubicBezTo>
                <a:cubicBezTo>
                  <a:pt x="4852" y="138"/>
                  <a:pt x="4847" y="133"/>
                  <a:pt x="4841" y="130"/>
                </a:cubicBezTo>
                <a:cubicBezTo>
                  <a:pt x="4835" y="127"/>
                  <a:pt x="4828" y="126"/>
                  <a:pt x="4820" y="126"/>
                </a:cubicBezTo>
                <a:cubicBezTo>
                  <a:pt x="4809" y="126"/>
                  <a:pt x="4799" y="129"/>
                  <a:pt x="4788" y="137"/>
                </a:cubicBezTo>
                <a:cubicBezTo>
                  <a:pt x="4778" y="144"/>
                  <a:pt x="4767" y="155"/>
                  <a:pt x="4755" y="170"/>
                </a:cubicBezTo>
                <a:lnTo>
                  <a:pt x="4755" y="329"/>
                </a:lnTo>
                <a:cubicBezTo>
                  <a:pt x="4755" y="330"/>
                  <a:pt x="4755" y="331"/>
                  <a:pt x="4754" y="332"/>
                </a:cubicBezTo>
                <a:cubicBezTo>
                  <a:pt x="4754" y="334"/>
                  <a:pt x="4753" y="334"/>
                  <a:pt x="4751" y="335"/>
                </a:cubicBezTo>
                <a:cubicBezTo>
                  <a:pt x="4750" y="336"/>
                  <a:pt x="4748" y="336"/>
                  <a:pt x="4745" y="336"/>
                </a:cubicBezTo>
                <a:cubicBezTo>
                  <a:pt x="4742" y="337"/>
                  <a:pt x="4739" y="337"/>
                  <a:pt x="4735" y="337"/>
                </a:cubicBezTo>
                <a:cubicBezTo>
                  <a:pt x="4730" y="337"/>
                  <a:pt x="4727" y="337"/>
                  <a:pt x="4724" y="336"/>
                </a:cubicBezTo>
                <a:cubicBezTo>
                  <a:pt x="4722" y="336"/>
                  <a:pt x="4720" y="336"/>
                  <a:pt x="4718" y="335"/>
                </a:cubicBezTo>
                <a:cubicBezTo>
                  <a:pt x="4717" y="334"/>
                  <a:pt x="4715" y="334"/>
                  <a:pt x="4715" y="332"/>
                </a:cubicBezTo>
                <a:cubicBezTo>
                  <a:pt x="4714" y="331"/>
                  <a:pt x="4714" y="330"/>
                  <a:pt x="4714" y="329"/>
                </a:cubicBezTo>
                <a:lnTo>
                  <a:pt x="4714" y="101"/>
                </a:lnTo>
                <a:cubicBezTo>
                  <a:pt x="4714" y="100"/>
                  <a:pt x="4714" y="99"/>
                  <a:pt x="4714" y="98"/>
                </a:cubicBezTo>
                <a:cubicBezTo>
                  <a:pt x="4715" y="97"/>
                  <a:pt x="4716" y="96"/>
                  <a:pt x="4718" y="95"/>
                </a:cubicBezTo>
                <a:cubicBezTo>
                  <a:pt x="4719" y="94"/>
                  <a:pt x="4721" y="94"/>
                  <a:pt x="4723" y="94"/>
                </a:cubicBezTo>
                <a:cubicBezTo>
                  <a:pt x="4726" y="93"/>
                  <a:pt x="4729" y="93"/>
                  <a:pt x="4733" y="93"/>
                </a:cubicBezTo>
                <a:cubicBezTo>
                  <a:pt x="4736" y="93"/>
                  <a:pt x="4739" y="93"/>
                  <a:pt x="4742" y="94"/>
                </a:cubicBezTo>
                <a:cubicBezTo>
                  <a:pt x="4744" y="94"/>
                  <a:pt x="4746" y="94"/>
                  <a:pt x="4748" y="95"/>
                </a:cubicBezTo>
                <a:cubicBezTo>
                  <a:pt x="4749" y="96"/>
                  <a:pt x="4750" y="97"/>
                  <a:pt x="4750" y="98"/>
                </a:cubicBezTo>
                <a:cubicBezTo>
                  <a:pt x="4751" y="99"/>
                  <a:pt x="4751" y="100"/>
                  <a:pt x="4751" y="101"/>
                </a:cubicBezTo>
                <a:lnTo>
                  <a:pt x="4751" y="131"/>
                </a:lnTo>
                <a:cubicBezTo>
                  <a:pt x="4764" y="117"/>
                  <a:pt x="4777" y="106"/>
                  <a:pt x="4790" y="100"/>
                </a:cubicBezTo>
                <a:cubicBezTo>
                  <a:pt x="4802" y="93"/>
                  <a:pt x="4815" y="90"/>
                  <a:pt x="4828" y="90"/>
                </a:cubicBezTo>
                <a:moveTo>
                  <a:pt x="2721" y="90"/>
                </a:moveTo>
                <a:cubicBezTo>
                  <a:pt x="2739" y="90"/>
                  <a:pt x="2754" y="93"/>
                  <a:pt x="2766" y="98"/>
                </a:cubicBezTo>
                <a:cubicBezTo>
                  <a:pt x="2779" y="104"/>
                  <a:pt x="2789" y="112"/>
                  <a:pt x="2797" y="121"/>
                </a:cubicBezTo>
                <a:cubicBezTo>
                  <a:pt x="2805" y="131"/>
                  <a:pt x="2811" y="142"/>
                  <a:pt x="2815" y="155"/>
                </a:cubicBezTo>
                <a:cubicBezTo>
                  <a:pt x="2819" y="168"/>
                  <a:pt x="2820" y="182"/>
                  <a:pt x="2820" y="197"/>
                </a:cubicBezTo>
                <a:lnTo>
                  <a:pt x="2820" y="205"/>
                </a:lnTo>
                <a:cubicBezTo>
                  <a:pt x="2820" y="211"/>
                  <a:pt x="2819" y="216"/>
                  <a:pt x="2815" y="219"/>
                </a:cubicBezTo>
                <a:cubicBezTo>
                  <a:pt x="2812" y="222"/>
                  <a:pt x="2808" y="224"/>
                  <a:pt x="2804" y="224"/>
                </a:cubicBezTo>
                <a:lnTo>
                  <a:pt x="2655" y="224"/>
                </a:lnTo>
                <a:cubicBezTo>
                  <a:pt x="2655" y="237"/>
                  <a:pt x="2656" y="248"/>
                  <a:pt x="2658" y="258"/>
                </a:cubicBezTo>
                <a:cubicBezTo>
                  <a:pt x="2661" y="268"/>
                  <a:pt x="2665" y="277"/>
                  <a:pt x="2671" y="284"/>
                </a:cubicBezTo>
                <a:cubicBezTo>
                  <a:pt x="2677" y="291"/>
                  <a:pt x="2685" y="297"/>
                  <a:pt x="2694" y="301"/>
                </a:cubicBezTo>
                <a:cubicBezTo>
                  <a:pt x="2704" y="304"/>
                  <a:pt x="2715" y="306"/>
                  <a:pt x="2729" y="306"/>
                </a:cubicBezTo>
                <a:cubicBezTo>
                  <a:pt x="2740" y="306"/>
                  <a:pt x="2749" y="305"/>
                  <a:pt x="2758" y="304"/>
                </a:cubicBezTo>
                <a:cubicBezTo>
                  <a:pt x="2766" y="302"/>
                  <a:pt x="2774" y="300"/>
                  <a:pt x="2780" y="298"/>
                </a:cubicBezTo>
                <a:cubicBezTo>
                  <a:pt x="2786" y="295"/>
                  <a:pt x="2791" y="294"/>
                  <a:pt x="2795" y="292"/>
                </a:cubicBezTo>
                <a:cubicBezTo>
                  <a:pt x="2799" y="290"/>
                  <a:pt x="2802" y="289"/>
                  <a:pt x="2804" y="289"/>
                </a:cubicBezTo>
                <a:cubicBezTo>
                  <a:pt x="2805" y="289"/>
                  <a:pt x="2806" y="289"/>
                  <a:pt x="2807" y="290"/>
                </a:cubicBezTo>
                <a:cubicBezTo>
                  <a:pt x="2808" y="291"/>
                  <a:pt x="2809" y="292"/>
                  <a:pt x="2809" y="293"/>
                </a:cubicBezTo>
                <a:cubicBezTo>
                  <a:pt x="2810" y="294"/>
                  <a:pt x="2810" y="295"/>
                  <a:pt x="2810" y="298"/>
                </a:cubicBezTo>
                <a:cubicBezTo>
                  <a:pt x="2811" y="300"/>
                  <a:pt x="2811" y="302"/>
                  <a:pt x="2811" y="305"/>
                </a:cubicBezTo>
                <a:cubicBezTo>
                  <a:pt x="2811" y="307"/>
                  <a:pt x="2811" y="310"/>
                  <a:pt x="2810" y="311"/>
                </a:cubicBezTo>
                <a:cubicBezTo>
                  <a:pt x="2810" y="313"/>
                  <a:pt x="2810" y="314"/>
                  <a:pt x="2810" y="315"/>
                </a:cubicBezTo>
                <a:cubicBezTo>
                  <a:pt x="2810" y="317"/>
                  <a:pt x="2809" y="318"/>
                  <a:pt x="2809" y="319"/>
                </a:cubicBezTo>
                <a:cubicBezTo>
                  <a:pt x="2808" y="320"/>
                  <a:pt x="2807" y="321"/>
                  <a:pt x="2807" y="322"/>
                </a:cubicBezTo>
                <a:cubicBezTo>
                  <a:pt x="2806" y="323"/>
                  <a:pt x="2803" y="324"/>
                  <a:pt x="2798" y="326"/>
                </a:cubicBezTo>
                <a:cubicBezTo>
                  <a:pt x="2794" y="328"/>
                  <a:pt x="2788" y="330"/>
                  <a:pt x="2781" y="332"/>
                </a:cubicBezTo>
                <a:cubicBezTo>
                  <a:pt x="2773" y="334"/>
                  <a:pt x="2765" y="336"/>
                  <a:pt x="2755" y="338"/>
                </a:cubicBezTo>
                <a:cubicBezTo>
                  <a:pt x="2746" y="339"/>
                  <a:pt x="2736" y="340"/>
                  <a:pt x="2725" y="340"/>
                </a:cubicBezTo>
                <a:cubicBezTo>
                  <a:pt x="2706" y="340"/>
                  <a:pt x="2690" y="337"/>
                  <a:pt x="2676" y="332"/>
                </a:cubicBezTo>
                <a:cubicBezTo>
                  <a:pt x="2662" y="327"/>
                  <a:pt x="2650" y="319"/>
                  <a:pt x="2641" y="309"/>
                </a:cubicBezTo>
                <a:cubicBezTo>
                  <a:pt x="2631" y="299"/>
                  <a:pt x="2624" y="286"/>
                  <a:pt x="2619" y="270"/>
                </a:cubicBezTo>
                <a:cubicBezTo>
                  <a:pt x="2614" y="255"/>
                  <a:pt x="2612" y="237"/>
                  <a:pt x="2612" y="215"/>
                </a:cubicBezTo>
                <a:cubicBezTo>
                  <a:pt x="2612" y="196"/>
                  <a:pt x="2614" y="179"/>
                  <a:pt x="2619" y="163"/>
                </a:cubicBezTo>
                <a:cubicBezTo>
                  <a:pt x="2624" y="147"/>
                  <a:pt x="2632" y="134"/>
                  <a:pt x="2641" y="123"/>
                </a:cubicBezTo>
                <a:cubicBezTo>
                  <a:pt x="2651" y="112"/>
                  <a:pt x="2662" y="104"/>
                  <a:pt x="2675" y="98"/>
                </a:cubicBezTo>
                <a:cubicBezTo>
                  <a:pt x="2689" y="93"/>
                  <a:pt x="2704" y="90"/>
                  <a:pt x="2721" y="90"/>
                </a:cubicBezTo>
                <a:moveTo>
                  <a:pt x="2494" y="90"/>
                </a:moveTo>
                <a:cubicBezTo>
                  <a:pt x="2500" y="90"/>
                  <a:pt x="2506" y="90"/>
                  <a:pt x="2512" y="91"/>
                </a:cubicBezTo>
                <a:cubicBezTo>
                  <a:pt x="2518" y="92"/>
                  <a:pt x="2523" y="93"/>
                  <a:pt x="2528" y="95"/>
                </a:cubicBezTo>
                <a:cubicBezTo>
                  <a:pt x="2533" y="97"/>
                  <a:pt x="2537" y="98"/>
                  <a:pt x="2541" y="100"/>
                </a:cubicBezTo>
                <a:cubicBezTo>
                  <a:pt x="2544" y="102"/>
                  <a:pt x="2547" y="103"/>
                  <a:pt x="2548" y="105"/>
                </a:cubicBezTo>
                <a:cubicBezTo>
                  <a:pt x="2550" y="106"/>
                  <a:pt x="2552" y="107"/>
                  <a:pt x="2552" y="108"/>
                </a:cubicBezTo>
                <a:cubicBezTo>
                  <a:pt x="2553" y="109"/>
                  <a:pt x="2553" y="110"/>
                  <a:pt x="2553" y="112"/>
                </a:cubicBezTo>
                <a:cubicBezTo>
                  <a:pt x="2554" y="113"/>
                  <a:pt x="2554" y="115"/>
                  <a:pt x="2554" y="116"/>
                </a:cubicBezTo>
                <a:cubicBezTo>
                  <a:pt x="2554" y="118"/>
                  <a:pt x="2554" y="120"/>
                  <a:pt x="2554" y="123"/>
                </a:cubicBezTo>
                <a:cubicBezTo>
                  <a:pt x="2554" y="126"/>
                  <a:pt x="2554" y="128"/>
                  <a:pt x="2554" y="130"/>
                </a:cubicBezTo>
                <a:cubicBezTo>
                  <a:pt x="2554" y="132"/>
                  <a:pt x="2553" y="134"/>
                  <a:pt x="2553" y="136"/>
                </a:cubicBezTo>
                <a:cubicBezTo>
                  <a:pt x="2552" y="137"/>
                  <a:pt x="2552" y="138"/>
                  <a:pt x="2551" y="138"/>
                </a:cubicBezTo>
                <a:cubicBezTo>
                  <a:pt x="2550" y="139"/>
                  <a:pt x="2549" y="140"/>
                  <a:pt x="2548" y="140"/>
                </a:cubicBezTo>
                <a:cubicBezTo>
                  <a:pt x="2546" y="140"/>
                  <a:pt x="2544" y="138"/>
                  <a:pt x="2541" y="137"/>
                </a:cubicBezTo>
                <a:cubicBezTo>
                  <a:pt x="2538" y="135"/>
                  <a:pt x="2535" y="133"/>
                  <a:pt x="2530" y="131"/>
                </a:cubicBezTo>
                <a:cubicBezTo>
                  <a:pt x="2526" y="129"/>
                  <a:pt x="2521" y="126"/>
                  <a:pt x="2514" y="125"/>
                </a:cubicBezTo>
                <a:cubicBezTo>
                  <a:pt x="2508" y="123"/>
                  <a:pt x="2501" y="122"/>
                  <a:pt x="2493" y="122"/>
                </a:cubicBezTo>
                <a:cubicBezTo>
                  <a:pt x="2486" y="122"/>
                  <a:pt x="2480" y="123"/>
                  <a:pt x="2475" y="124"/>
                </a:cubicBezTo>
                <a:cubicBezTo>
                  <a:pt x="2469" y="126"/>
                  <a:pt x="2465" y="128"/>
                  <a:pt x="2461" y="131"/>
                </a:cubicBezTo>
                <a:cubicBezTo>
                  <a:pt x="2458" y="134"/>
                  <a:pt x="2455" y="138"/>
                  <a:pt x="2453" y="142"/>
                </a:cubicBezTo>
                <a:cubicBezTo>
                  <a:pt x="2452" y="146"/>
                  <a:pt x="2451" y="150"/>
                  <a:pt x="2451" y="155"/>
                </a:cubicBezTo>
                <a:cubicBezTo>
                  <a:pt x="2451" y="161"/>
                  <a:pt x="2452" y="167"/>
                  <a:pt x="2456" y="171"/>
                </a:cubicBezTo>
                <a:cubicBezTo>
                  <a:pt x="2459" y="176"/>
                  <a:pt x="2464" y="180"/>
                  <a:pt x="2469" y="183"/>
                </a:cubicBezTo>
                <a:cubicBezTo>
                  <a:pt x="2474" y="186"/>
                  <a:pt x="2481" y="189"/>
                  <a:pt x="2487" y="192"/>
                </a:cubicBezTo>
                <a:cubicBezTo>
                  <a:pt x="2494" y="195"/>
                  <a:pt x="2501" y="197"/>
                  <a:pt x="2509" y="201"/>
                </a:cubicBezTo>
                <a:cubicBezTo>
                  <a:pt x="2516" y="203"/>
                  <a:pt x="2523" y="207"/>
                  <a:pt x="2530" y="210"/>
                </a:cubicBezTo>
                <a:cubicBezTo>
                  <a:pt x="2537" y="214"/>
                  <a:pt x="2543" y="218"/>
                  <a:pt x="2548" y="224"/>
                </a:cubicBezTo>
                <a:cubicBezTo>
                  <a:pt x="2554" y="229"/>
                  <a:pt x="2558" y="235"/>
                  <a:pt x="2561" y="242"/>
                </a:cubicBezTo>
                <a:cubicBezTo>
                  <a:pt x="2565" y="249"/>
                  <a:pt x="2566" y="258"/>
                  <a:pt x="2566" y="267"/>
                </a:cubicBezTo>
                <a:cubicBezTo>
                  <a:pt x="2566" y="279"/>
                  <a:pt x="2564" y="289"/>
                  <a:pt x="2560" y="298"/>
                </a:cubicBezTo>
                <a:cubicBezTo>
                  <a:pt x="2555" y="307"/>
                  <a:pt x="2549" y="315"/>
                  <a:pt x="2541" y="321"/>
                </a:cubicBezTo>
                <a:cubicBezTo>
                  <a:pt x="2534" y="328"/>
                  <a:pt x="2524" y="332"/>
                  <a:pt x="2513" y="335"/>
                </a:cubicBezTo>
                <a:cubicBezTo>
                  <a:pt x="2502" y="338"/>
                  <a:pt x="2490" y="340"/>
                  <a:pt x="2477" y="340"/>
                </a:cubicBezTo>
                <a:cubicBezTo>
                  <a:pt x="2469" y="340"/>
                  <a:pt x="2461" y="340"/>
                  <a:pt x="2454" y="338"/>
                </a:cubicBezTo>
                <a:cubicBezTo>
                  <a:pt x="2447" y="337"/>
                  <a:pt x="2440" y="335"/>
                  <a:pt x="2434" y="334"/>
                </a:cubicBezTo>
                <a:cubicBezTo>
                  <a:pt x="2428" y="331"/>
                  <a:pt x="2423" y="330"/>
                  <a:pt x="2420" y="328"/>
                </a:cubicBezTo>
                <a:cubicBezTo>
                  <a:pt x="2415" y="325"/>
                  <a:pt x="2413" y="323"/>
                  <a:pt x="2411" y="322"/>
                </a:cubicBezTo>
                <a:cubicBezTo>
                  <a:pt x="2409" y="320"/>
                  <a:pt x="2408" y="318"/>
                  <a:pt x="2407" y="315"/>
                </a:cubicBezTo>
                <a:cubicBezTo>
                  <a:pt x="2406" y="312"/>
                  <a:pt x="2406" y="307"/>
                  <a:pt x="2406" y="302"/>
                </a:cubicBezTo>
                <a:cubicBezTo>
                  <a:pt x="2406" y="299"/>
                  <a:pt x="2406" y="296"/>
                  <a:pt x="2406" y="294"/>
                </a:cubicBezTo>
                <a:cubicBezTo>
                  <a:pt x="2406" y="292"/>
                  <a:pt x="2407" y="290"/>
                  <a:pt x="2407" y="289"/>
                </a:cubicBezTo>
                <a:cubicBezTo>
                  <a:pt x="2408" y="288"/>
                  <a:pt x="2408" y="287"/>
                  <a:pt x="2409" y="286"/>
                </a:cubicBezTo>
                <a:cubicBezTo>
                  <a:pt x="2410" y="286"/>
                  <a:pt x="2411" y="285"/>
                  <a:pt x="2413" y="285"/>
                </a:cubicBezTo>
                <a:cubicBezTo>
                  <a:pt x="2414" y="285"/>
                  <a:pt x="2417" y="286"/>
                  <a:pt x="2421" y="289"/>
                </a:cubicBezTo>
                <a:cubicBezTo>
                  <a:pt x="2424" y="291"/>
                  <a:pt x="2429" y="293"/>
                  <a:pt x="2434" y="296"/>
                </a:cubicBezTo>
                <a:cubicBezTo>
                  <a:pt x="2439" y="299"/>
                  <a:pt x="2446" y="301"/>
                  <a:pt x="2453" y="304"/>
                </a:cubicBezTo>
                <a:cubicBezTo>
                  <a:pt x="2460" y="306"/>
                  <a:pt x="2468" y="307"/>
                  <a:pt x="2478" y="307"/>
                </a:cubicBezTo>
                <a:cubicBezTo>
                  <a:pt x="2485" y="307"/>
                  <a:pt x="2491" y="306"/>
                  <a:pt x="2497" y="305"/>
                </a:cubicBezTo>
                <a:cubicBezTo>
                  <a:pt x="2503" y="303"/>
                  <a:pt x="2508" y="301"/>
                  <a:pt x="2512" y="298"/>
                </a:cubicBezTo>
                <a:cubicBezTo>
                  <a:pt x="2516" y="295"/>
                  <a:pt x="2519" y="291"/>
                  <a:pt x="2522" y="287"/>
                </a:cubicBezTo>
                <a:cubicBezTo>
                  <a:pt x="2524" y="282"/>
                  <a:pt x="2525" y="277"/>
                  <a:pt x="2525" y="270"/>
                </a:cubicBezTo>
                <a:cubicBezTo>
                  <a:pt x="2525" y="264"/>
                  <a:pt x="2523" y="259"/>
                  <a:pt x="2520" y="254"/>
                </a:cubicBezTo>
                <a:cubicBezTo>
                  <a:pt x="2517" y="250"/>
                  <a:pt x="2512" y="246"/>
                  <a:pt x="2507" y="243"/>
                </a:cubicBezTo>
                <a:cubicBezTo>
                  <a:pt x="2502" y="239"/>
                  <a:pt x="2495" y="237"/>
                  <a:pt x="2489" y="234"/>
                </a:cubicBezTo>
                <a:cubicBezTo>
                  <a:pt x="2482" y="231"/>
                  <a:pt x="2475" y="228"/>
                  <a:pt x="2468" y="226"/>
                </a:cubicBezTo>
                <a:cubicBezTo>
                  <a:pt x="2461" y="223"/>
                  <a:pt x="2454" y="219"/>
                  <a:pt x="2447" y="215"/>
                </a:cubicBezTo>
                <a:cubicBezTo>
                  <a:pt x="2440" y="211"/>
                  <a:pt x="2434" y="207"/>
                  <a:pt x="2429" y="202"/>
                </a:cubicBezTo>
                <a:cubicBezTo>
                  <a:pt x="2423" y="196"/>
                  <a:pt x="2419" y="190"/>
                  <a:pt x="2416" y="183"/>
                </a:cubicBezTo>
                <a:cubicBezTo>
                  <a:pt x="2413" y="176"/>
                  <a:pt x="2411" y="167"/>
                  <a:pt x="2411" y="157"/>
                </a:cubicBezTo>
                <a:cubicBezTo>
                  <a:pt x="2411" y="148"/>
                  <a:pt x="2413" y="140"/>
                  <a:pt x="2416" y="131"/>
                </a:cubicBezTo>
                <a:cubicBezTo>
                  <a:pt x="2420" y="123"/>
                  <a:pt x="2425" y="116"/>
                  <a:pt x="2432" y="110"/>
                </a:cubicBezTo>
                <a:cubicBezTo>
                  <a:pt x="2439" y="104"/>
                  <a:pt x="2447" y="99"/>
                  <a:pt x="2457" y="95"/>
                </a:cubicBezTo>
                <a:cubicBezTo>
                  <a:pt x="2468" y="92"/>
                  <a:pt x="2480" y="90"/>
                  <a:pt x="2494" y="90"/>
                </a:cubicBezTo>
                <a:moveTo>
                  <a:pt x="2259" y="90"/>
                </a:moveTo>
                <a:cubicBezTo>
                  <a:pt x="2276" y="90"/>
                  <a:pt x="2290" y="92"/>
                  <a:pt x="2301" y="95"/>
                </a:cubicBezTo>
                <a:cubicBezTo>
                  <a:pt x="2313" y="99"/>
                  <a:pt x="2322" y="104"/>
                  <a:pt x="2329" y="112"/>
                </a:cubicBezTo>
                <a:cubicBezTo>
                  <a:pt x="2336" y="119"/>
                  <a:pt x="2341" y="128"/>
                  <a:pt x="2344" y="138"/>
                </a:cubicBezTo>
                <a:cubicBezTo>
                  <a:pt x="2347" y="149"/>
                  <a:pt x="2349" y="161"/>
                  <a:pt x="2349" y="175"/>
                </a:cubicBezTo>
                <a:lnTo>
                  <a:pt x="2349" y="329"/>
                </a:lnTo>
                <a:cubicBezTo>
                  <a:pt x="2349" y="331"/>
                  <a:pt x="2348" y="333"/>
                  <a:pt x="2347" y="334"/>
                </a:cubicBezTo>
                <a:cubicBezTo>
                  <a:pt x="2346" y="335"/>
                  <a:pt x="2344" y="336"/>
                  <a:pt x="2341" y="336"/>
                </a:cubicBezTo>
                <a:cubicBezTo>
                  <a:pt x="2339" y="337"/>
                  <a:pt x="2336" y="337"/>
                  <a:pt x="2331" y="337"/>
                </a:cubicBezTo>
                <a:cubicBezTo>
                  <a:pt x="2327" y="337"/>
                  <a:pt x="2323" y="337"/>
                  <a:pt x="2321" y="336"/>
                </a:cubicBezTo>
                <a:cubicBezTo>
                  <a:pt x="2318" y="336"/>
                  <a:pt x="2316" y="335"/>
                  <a:pt x="2315" y="334"/>
                </a:cubicBezTo>
                <a:cubicBezTo>
                  <a:pt x="2314" y="333"/>
                  <a:pt x="2313" y="331"/>
                  <a:pt x="2313" y="329"/>
                </a:cubicBezTo>
                <a:lnTo>
                  <a:pt x="2313" y="307"/>
                </a:lnTo>
                <a:cubicBezTo>
                  <a:pt x="2303" y="317"/>
                  <a:pt x="2292" y="325"/>
                  <a:pt x="2280" y="331"/>
                </a:cubicBezTo>
                <a:cubicBezTo>
                  <a:pt x="2268" y="337"/>
                  <a:pt x="2255" y="340"/>
                  <a:pt x="2241" y="340"/>
                </a:cubicBezTo>
                <a:cubicBezTo>
                  <a:pt x="2229" y="340"/>
                  <a:pt x="2219" y="338"/>
                  <a:pt x="2209" y="336"/>
                </a:cubicBezTo>
                <a:cubicBezTo>
                  <a:pt x="2199" y="332"/>
                  <a:pt x="2191" y="328"/>
                  <a:pt x="2184" y="322"/>
                </a:cubicBezTo>
                <a:cubicBezTo>
                  <a:pt x="2177" y="316"/>
                  <a:pt x="2172" y="309"/>
                  <a:pt x="2168" y="300"/>
                </a:cubicBezTo>
                <a:cubicBezTo>
                  <a:pt x="2165" y="292"/>
                  <a:pt x="2163" y="282"/>
                  <a:pt x="2163" y="271"/>
                </a:cubicBezTo>
                <a:cubicBezTo>
                  <a:pt x="2163" y="258"/>
                  <a:pt x="2165" y="247"/>
                  <a:pt x="2171" y="238"/>
                </a:cubicBezTo>
                <a:cubicBezTo>
                  <a:pt x="2176" y="228"/>
                  <a:pt x="2183" y="220"/>
                  <a:pt x="2193" y="213"/>
                </a:cubicBezTo>
                <a:cubicBezTo>
                  <a:pt x="2203" y="207"/>
                  <a:pt x="2215" y="202"/>
                  <a:pt x="2229" y="199"/>
                </a:cubicBezTo>
                <a:cubicBezTo>
                  <a:pt x="2243" y="196"/>
                  <a:pt x="2259" y="195"/>
                  <a:pt x="2276" y="195"/>
                </a:cubicBezTo>
                <a:lnTo>
                  <a:pt x="2308" y="195"/>
                </a:lnTo>
                <a:lnTo>
                  <a:pt x="2308" y="177"/>
                </a:lnTo>
                <a:cubicBezTo>
                  <a:pt x="2308" y="168"/>
                  <a:pt x="2307" y="160"/>
                  <a:pt x="2305" y="154"/>
                </a:cubicBezTo>
                <a:cubicBezTo>
                  <a:pt x="2303" y="147"/>
                  <a:pt x="2300" y="141"/>
                  <a:pt x="2296" y="137"/>
                </a:cubicBezTo>
                <a:cubicBezTo>
                  <a:pt x="2292" y="132"/>
                  <a:pt x="2287" y="129"/>
                  <a:pt x="2280" y="127"/>
                </a:cubicBezTo>
                <a:cubicBezTo>
                  <a:pt x="2273" y="125"/>
                  <a:pt x="2265" y="124"/>
                  <a:pt x="2256" y="124"/>
                </a:cubicBezTo>
                <a:cubicBezTo>
                  <a:pt x="2245" y="124"/>
                  <a:pt x="2236" y="125"/>
                  <a:pt x="2228" y="127"/>
                </a:cubicBezTo>
                <a:cubicBezTo>
                  <a:pt x="2220" y="130"/>
                  <a:pt x="2213" y="132"/>
                  <a:pt x="2207" y="135"/>
                </a:cubicBezTo>
                <a:cubicBezTo>
                  <a:pt x="2201" y="138"/>
                  <a:pt x="2195" y="141"/>
                  <a:pt x="2191" y="143"/>
                </a:cubicBezTo>
                <a:cubicBezTo>
                  <a:pt x="2187" y="146"/>
                  <a:pt x="2184" y="147"/>
                  <a:pt x="2182" y="147"/>
                </a:cubicBezTo>
                <a:cubicBezTo>
                  <a:pt x="2181" y="147"/>
                  <a:pt x="2180" y="147"/>
                  <a:pt x="2179" y="146"/>
                </a:cubicBezTo>
                <a:cubicBezTo>
                  <a:pt x="2178" y="145"/>
                  <a:pt x="2177" y="144"/>
                  <a:pt x="2176" y="143"/>
                </a:cubicBezTo>
                <a:cubicBezTo>
                  <a:pt x="2175" y="142"/>
                  <a:pt x="2174" y="140"/>
                  <a:pt x="2174" y="138"/>
                </a:cubicBezTo>
                <a:cubicBezTo>
                  <a:pt x="2174" y="136"/>
                  <a:pt x="2174" y="133"/>
                  <a:pt x="2174" y="131"/>
                </a:cubicBezTo>
                <a:cubicBezTo>
                  <a:pt x="2174" y="126"/>
                  <a:pt x="2174" y="123"/>
                  <a:pt x="2175" y="121"/>
                </a:cubicBezTo>
                <a:cubicBezTo>
                  <a:pt x="2175" y="118"/>
                  <a:pt x="2177" y="116"/>
                  <a:pt x="2179" y="114"/>
                </a:cubicBezTo>
                <a:cubicBezTo>
                  <a:pt x="2181" y="112"/>
                  <a:pt x="2185" y="109"/>
                  <a:pt x="2191" y="106"/>
                </a:cubicBezTo>
                <a:cubicBezTo>
                  <a:pt x="2196" y="103"/>
                  <a:pt x="2203" y="101"/>
                  <a:pt x="2210" y="98"/>
                </a:cubicBezTo>
                <a:cubicBezTo>
                  <a:pt x="2217" y="96"/>
                  <a:pt x="2225" y="94"/>
                  <a:pt x="2234" y="92"/>
                </a:cubicBezTo>
                <a:cubicBezTo>
                  <a:pt x="2242" y="91"/>
                  <a:pt x="2251" y="90"/>
                  <a:pt x="2259" y="90"/>
                </a:cubicBezTo>
                <a:moveTo>
                  <a:pt x="2014" y="90"/>
                </a:moveTo>
                <a:cubicBezTo>
                  <a:pt x="2032" y="90"/>
                  <a:pt x="2047" y="93"/>
                  <a:pt x="2059" y="98"/>
                </a:cubicBezTo>
                <a:cubicBezTo>
                  <a:pt x="2072" y="104"/>
                  <a:pt x="2082" y="112"/>
                  <a:pt x="2090" y="121"/>
                </a:cubicBezTo>
                <a:cubicBezTo>
                  <a:pt x="2098" y="131"/>
                  <a:pt x="2104" y="142"/>
                  <a:pt x="2108" y="155"/>
                </a:cubicBezTo>
                <a:cubicBezTo>
                  <a:pt x="2112" y="168"/>
                  <a:pt x="2113" y="182"/>
                  <a:pt x="2113" y="197"/>
                </a:cubicBezTo>
                <a:lnTo>
                  <a:pt x="2113" y="205"/>
                </a:lnTo>
                <a:cubicBezTo>
                  <a:pt x="2113" y="211"/>
                  <a:pt x="2112" y="216"/>
                  <a:pt x="2108" y="219"/>
                </a:cubicBezTo>
                <a:cubicBezTo>
                  <a:pt x="2105" y="222"/>
                  <a:pt x="2101" y="224"/>
                  <a:pt x="2097" y="224"/>
                </a:cubicBezTo>
                <a:lnTo>
                  <a:pt x="1948" y="224"/>
                </a:lnTo>
                <a:cubicBezTo>
                  <a:pt x="1948" y="237"/>
                  <a:pt x="1949" y="248"/>
                  <a:pt x="1951" y="258"/>
                </a:cubicBezTo>
                <a:cubicBezTo>
                  <a:pt x="1954" y="268"/>
                  <a:pt x="1959" y="277"/>
                  <a:pt x="1964" y="284"/>
                </a:cubicBezTo>
                <a:cubicBezTo>
                  <a:pt x="1970" y="291"/>
                  <a:pt x="1978" y="297"/>
                  <a:pt x="1987" y="301"/>
                </a:cubicBezTo>
                <a:cubicBezTo>
                  <a:pt x="1997" y="304"/>
                  <a:pt x="2008" y="306"/>
                  <a:pt x="2022" y="306"/>
                </a:cubicBezTo>
                <a:cubicBezTo>
                  <a:pt x="2033" y="306"/>
                  <a:pt x="2042" y="305"/>
                  <a:pt x="2051" y="304"/>
                </a:cubicBezTo>
                <a:cubicBezTo>
                  <a:pt x="2059" y="302"/>
                  <a:pt x="2067" y="300"/>
                  <a:pt x="2073" y="298"/>
                </a:cubicBezTo>
                <a:cubicBezTo>
                  <a:pt x="2079" y="295"/>
                  <a:pt x="2084" y="294"/>
                  <a:pt x="2088" y="292"/>
                </a:cubicBezTo>
                <a:cubicBezTo>
                  <a:pt x="2092" y="290"/>
                  <a:pt x="2095" y="289"/>
                  <a:pt x="2097" y="289"/>
                </a:cubicBezTo>
                <a:cubicBezTo>
                  <a:pt x="2098" y="289"/>
                  <a:pt x="2099" y="289"/>
                  <a:pt x="2100" y="290"/>
                </a:cubicBezTo>
                <a:cubicBezTo>
                  <a:pt x="2101" y="291"/>
                  <a:pt x="2102" y="292"/>
                  <a:pt x="2102" y="293"/>
                </a:cubicBezTo>
                <a:cubicBezTo>
                  <a:pt x="2103" y="294"/>
                  <a:pt x="2103" y="295"/>
                  <a:pt x="2104" y="298"/>
                </a:cubicBezTo>
                <a:cubicBezTo>
                  <a:pt x="2104" y="300"/>
                  <a:pt x="2104" y="302"/>
                  <a:pt x="2104" y="305"/>
                </a:cubicBezTo>
                <a:cubicBezTo>
                  <a:pt x="2104" y="307"/>
                  <a:pt x="2104" y="310"/>
                  <a:pt x="2104" y="311"/>
                </a:cubicBezTo>
                <a:cubicBezTo>
                  <a:pt x="2104" y="313"/>
                  <a:pt x="2103" y="314"/>
                  <a:pt x="2103" y="315"/>
                </a:cubicBezTo>
                <a:cubicBezTo>
                  <a:pt x="2103" y="317"/>
                  <a:pt x="2102" y="318"/>
                  <a:pt x="2102" y="319"/>
                </a:cubicBezTo>
                <a:cubicBezTo>
                  <a:pt x="2101" y="320"/>
                  <a:pt x="2100" y="321"/>
                  <a:pt x="2100" y="322"/>
                </a:cubicBezTo>
                <a:cubicBezTo>
                  <a:pt x="2099" y="323"/>
                  <a:pt x="2096" y="324"/>
                  <a:pt x="2091" y="326"/>
                </a:cubicBezTo>
                <a:cubicBezTo>
                  <a:pt x="2087" y="328"/>
                  <a:pt x="2081" y="330"/>
                  <a:pt x="2074" y="332"/>
                </a:cubicBezTo>
                <a:cubicBezTo>
                  <a:pt x="2066" y="334"/>
                  <a:pt x="2058" y="336"/>
                  <a:pt x="2048" y="338"/>
                </a:cubicBezTo>
                <a:cubicBezTo>
                  <a:pt x="2039" y="339"/>
                  <a:pt x="2029" y="340"/>
                  <a:pt x="2018" y="340"/>
                </a:cubicBezTo>
                <a:cubicBezTo>
                  <a:pt x="1999" y="340"/>
                  <a:pt x="1983" y="337"/>
                  <a:pt x="1969" y="332"/>
                </a:cubicBezTo>
                <a:cubicBezTo>
                  <a:pt x="1955" y="327"/>
                  <a:pt x="1943" y="319"/>
                  <a:pt x="1934" y="309"/>
                </a:cubicBezTo>
                <a:cubicBezTo>
                  <a:pt x="1924" y="299"/>
                  <a:pt x="1917" y="286"/>
                  <a:pt x="1912" y="270"/>
                </a:cubicBezTo>
                <a:cubicBezTo>
                  <a:pt x="1907" y="255"/>
                  <a:pt x="1905" y="237"/>
                  <a:pt x="1905" y="215"/>
                </a:cubicBezTo>
                <a:cubicBezTo>
                  <a:pt x="1905" y="196"/>
                  <a:pt x="1907" y="179"/>
                  <a:pt x="1912" y="163"/>
                </a:cubicBezTo>
                <a:cubicBezTo>
                  <a:pt x="1917" y="147"/>
                  <a:pt x="1925" y="134"/>
                  <a:pt x="1934" y="123"/>
                </a:cubicBezTo>
                <a:cubicBezTo>
                  <a:pt x="1944" y="112"/>
                  <a:pt x="1955" y="104"/>
                  <a:pt x="1968" y="98"/>
                </a:cubicBezTo>
                <a:cubicBezTo>
                  <a:pt x="1982" y="93"/>
                  <a:pt x="1997" y="90"/>
                  <a:pt x="2014" y="90"/>
                </a:cubicBezTo>
                <a:moveTo>
                  <a:pt x="1846" y="90"/>
                </a:moveTo>
                <a:cubicBezTo>
                  <a:pt x="1848" y="90"/>
                  <a:pt x="1851" y="90"/>
                  <a:pt x="1853" y="90"/>
                </a:cubicBezTo>
                <a:cubicBezTo>
                  <a:pt x="1856" y="91"/>
                  <a:pt x="1859" y="91"/>
                  <a:pt x="1862" y="92"/>
                </a:cubicBezTo>
                <a:cubicBezTo>
                  <a:pt x="1865" y="92"/>
                  <a:pt x="1868" y="93"/>
                  <a:pt x="1870" y="94"/>
                </a:cubicBezTo>
                <a:cubicBezTo>
                  <a:pt x="1873" y="95"/>
                  <a:pt x="1874" y="95"/>
                  <a:pt x="1875" y="96"/>
                </a:cubicBezTo>
                <a:cubicBezTo>
                  <a:pt x="1876" y="97"/>
                  <a:pt x="1877" y="98"/>
                  <a:pt x="1877" y="99"/>
                </a:cubicBezTo>
                <a:cubicBezTo>
                  <a:pt x="1878" y="99"/>
                  <a:pt x="1878" y="100"/>
                  <a:pt x="1878" y="101"/>
                </a:cubicBezTo>
                <a:cubicBezTo>
                  <a:pt x="1878" y="103"/>
                  <a:pt x="1879" y="105"/>
                  <a:pt x="1879" y="107"/>
                </a:cubicBezTo>
                <a:cubicBezTo>
                  <a:pt x="1879" y="109"/>
                  <a:pt x="1879" y="112"/>
                  <a:pt x="1879" y="116"/>
                </a:cubicBezTo>
                <a:cubicBezTo>
                  <a:pt x="1879" y="120"/>
                  <a:pt x="1879" y="123"/>
                  <a:pt x="1879" y="125"/>
                </a:cubicBezTo>
                <a:cubicBezTo>
                  <a:pt x="1878" y="128"/>
                  <a:pt x="1878" y="130"/>
                  <a:pt x="1878" y="131"/>
                </a:cubicBezTo>
                <a:cubicBezTo>
                  <a:pt x="1877" y="132"/>
                  <a:pt x="1876" y="134"/>
                  <a:pt x="1876" y="135"/>
                </a:cubicBezTo>
                <a:cubicBezTo>
                  <a:pt x="1875" y="135"/>
                  <a:pt x="1874" y="136"/>
                  <a:pt x="1872" y="136"/>
                </a:cubicBezTo>
                <a:cubicBezTo>
                  <a:pt x="1871" y="136"/>
                  <a:pt x="1870" y="135"/>
                  <a:pt x="1868" y="135"/>
                </a:cubicBezTo>
                <a:cubicBezTo>
                  <a:pt x="1866" y="134"/>
                  <a:pt x="1864" y="133"/>
                  <a:pt x="1861" y="132"/>
                </a:cubicBezTo>
                <a:cubicBezTo>
                  <a:pt x="1859" y="131"/>
                  <a:pt x="1856" y="131"/>
                  <a:pt x="1853" y="130"/>
                </a:cubicBezTo>
                <a:cubicBezTo>
                  <a:pt x="1850" y="129"/>
                  <a:pt x="1847" y="129"/>
                  <a:pt x="1843" y="129"/>
                </a:cubicBezTo>
                <a:cubicBezTo>
                  <a:pt x="1839" y="129"/>
                  <a:pt x="1835" y="130"/>
                  <a:pt x="1831" y="131"/>
                </a:cubicBezTo>
                <a:cubicBezTo>
                  <a:pt x="1827" y="133"/>
                  <a:pt x="1822" y="136"/>
                  <a:pt x="1818" y="140"/>
                </a:cubicBezTo>
                <a:cubicBezTo>
                  <a:pt x="1814" y="144"/>
                  <a:pt x="1809" y="149"/>
                  <a:pt x="1804" y="155"/>
                </a:cubicBezTo>
                <a:cubicBezTo>
                  <a:pt x="1799" y="162"/>
                  <a:pt x="1794" y="170"/>
                  <a:pt x="1788" y="179"/>
                </a:cubicBezTo>
                <a:lnTo>
                  <a:pt x="1788" y="329"/>
                </a:lnTo>
                <a:cubicBezTo>
                  <a:pt x="1788" y="330"/>
                  <a:pt x="1787" y="331"/>
                  <a:pt x="1787" y="332"/>
                </a:cubicBezTo>
                <a:cubicBezTo>
                  <a:pt x="1786" y="334"/>
                  <a:pt x="1785" y="334"/>
                  <a:pt x="1784" y="335"/>
                </a:cubicBezTo>
                <a:cubicBezTo>
                  <a:pt x="1782" y="336"/>
                  <a:pt x="1780" y="336"/>
                  <a:pt x="1777" y="336"/>
                </a:cubicBezTo>
                <a:cubicBezTo>
                  <a:pt x="1775" y="337"/>
                  <a:pt x="1771" y="337"/>
                  <a:pt x="1767" y="337"/>
                </a:cubicBezTo>
                <a:cubicBezTo>
                  <a:pt x="1763" y="337"/>
                  <a:pt x="1760" y="337"/>
                  <a:pt x="1757" y="336"/>
                </a:cubicBezTo>
                <a:cubicBezTo>
                  <a:pt x="1754" y="336"/>
                  <a:pt x="1752" y="336"/>
                  <a:pt x="1750" y="335"/>
                </a:cubicBezTo>
                <a:cubicBezTo>
                  <a:pt x="1749" y="334"/>
                  <a:pt x="1748" y="334"/>
                  <a:pt x="1747" y="332"/>
                </a:cubicBezTo>
                <a:cubicBezTo>
                  <a:pt x="1747" y="331"/>
                  <a:pt x="1746" y="330"/>
                  <a:pt x="1746" y="329"/>
                </a:cubicBezTo>
                <a:lnTo>
                  <a:pt x="1746" y="101"/>
                </a:lnTo>
                <a:cubicBezTo>
                  <a:pt x="1746" y="100"/>
                  <a:pt x="1747" y="99"/>
                  <a:pt x="1747" y="98"/>
                </a:cubicBezTo>
                <a:cubicBezTo>
                  <a:pt x="1748" y="97"/>
                  <a:pt x="1749" y="96"/>
                  <a:pt x="1750" y="95"/>
                </a:cubicBezTo>
                <a:cubicBezTo>
                  <a:pt x="1751" y="94"/>
                  <a:pt x="1754" y="94"/>
                  <a:pt x="1756" y="94"/>
                </a:cubicBezTo>
                <a:cubicBezTo>
                  <a:pt x="1758" y="93"/>
                  <a:pt x="1761" y="93"/>
                  <a:pt x="1765" y="93"/>
                </a:cubicBezTo>
                <a:cubicBezTo>
                  <a:pt x="1769" y="93"/>
                  <a:pt x="1772" y="93"/>
                  <a:pt x="1774" y="94"/>
                </a:cubicBezTo>
                <a:cubicBezTo>
                  <a:pt x="1777" y="94"/>
                  <a:pt x="1779" y="94"/>
                  <a:pt x="1780" y="95"/>
                </a:cubicBezTo>
                <a:cubicBezTo>
                  <a:pt x="1781" y="96"/>
                  <a:pt x="1782" y="97"/>
                  <a:pt x="1783" y="98"/>
                </a:cubicBezTo>
                <a:cubicBezTo>
                  <a:pt x="1784" y="99"/>
                  <a:pt x="1784" y="100"/>
                  <a:pt x="1784" y="101"/>
                </a:cubicBezTo>
                <a:lnTo>
                  <a:pt x="1784" y="134"/>
                </a:lnTo>
                <a:cubicBezTo>
                  <a:pt x="1790" y="125"/>
                  <a:pt x="1796" y="118"/>
                  <a:pt x="1801" y="112"/>
                </a:cubicBezTo>
                <a:cubicBezTo>
                  <a:pt x="1807" y="106"/>
                  <a:pt x="1812" y="102"/>
                  <a:pt x="1817" y="98"/>
                </a:cubicBezTo>
                <a:cubicBezTo>
                  <a:pt x="1822" y="95"/>
                  <a:pt x="1827" y="93"/>
                  <a:pt x="1832" y="92"/>
                </a:cubicBezTo>
                <a:cubicBezTo>
                  <a:pt x="1836" y="91"/>
                  <a:pt x="1841" y="90"/>
                  <a:pt x="1846" y="90"/>
                </a:cubicBezTo>
                <a:moveTo>
                  <a:pt x="1368" y="90"/>
                </a:moveTo>
                <a:cubicBezTo>
                  <a:pt x="1384" y="90"/>
                  <a:pt x="1396" y="92"/>
                  <a:pt x="1406" y="98"/>
                </a:cubicBezTo>
                <a:cubicBezTo>
                  <a:pt x="1417" y="103"/>
                  <a:pt x="1425" y="110"/>
                  <a:pt x="1432" y="118"/>
                </a:cubicBezTo>
                <a:cubicBezTo>
                  <a:pt x="1438" y="126"/>
                  <a:pt x="1443" y="137"/>
                  <a:pt x="1445" y="148"/>
                </a:cubicBezTo>
                <a:cubicBezTo>
                  <a:pt x="1448" y="160"/>
                  <a:pt x="1450" y="173"/>
                  <a:pt x="1450" y="190"/>
                </a:cubicBezTo>
                <a:lnTo>
                  <a:pt x="1450" y="329"/>
                </a:lnTo>
                <a:cubicBezTo>
                  <a:pt x="1450" y="330"/>
                  <a:pt x="1449" y="331"/>
                  <a:pt x="1448" y="332"/>
                </a:cubicBezTo>
                <a:cubicBezTo>
                  <a:pt x="1448" y="334"/>
                  <a:pt x="1447" y="334"/>
                  <a:pt x="1445" y="335"/>
                </a:cubicBezTo>
                <a:cubicBezTo>
                  <a:pt x="1444" y="336"/>
                  <a:pt x="1442" y="336"/>
                  <a:pt x="1439" y="336"/>
                </a:cubicBezTo>
                <a:cubicBezTo>
                  <a:pt x="1436" y="337"/>
                  <a:pt x="1433" y="337"/>
                  <a:pt x="1429" y="337"/>
                </a:cubicBezTo>
                <a:cubicBezTo>
                  <a:pt x="1425" y="337"/>
                  <a:pt x="1421" y="337"/>
                  <a:pt x="1418" y="336"/>
                </a:cubicBezTo>
                <a:cubicBezTo>
                  <a:pt x="1416" y="336"/>
                  <a:pt x="1414" y="336"/>
                  <a:pt x="1412" y="335"/>
                </a:cubicBezTo>
                <a:cubicBezTo>
                  <a:pt x="1411" y="334"/>
                  <a:pt x="1410" y="334"/>
                  <a:pt x="1409" y="332"/>
                </a:cubicBezTo>
                <a:cubicBezTo>
                  <a:pt x="1408" y="331"/>
                  <a:pt x="1408" y="330"/>
                  <a:pt x="1408" y="329"/>
                </a:cubicBezTo>
                <a:lnTo>
                  <a:pt x="1408" y="195"/>
                </a:lnTo>
                <a:cubicBezTo>
                  <a:pt x="1408" y="182"/>
                  <a:pt x="1407" y="172"/>
                  <a:pt x="1405" y="164"/>
                </a:cubicBezTo>
                <a:cubicBezTo>
                  <a:pt x="1403" y="156"/>
                  <a:pt x="1400" y="149"/>
                  <a:pt x="1396" y="143"/>
                </a:cubicBezTo>
                <a:cubicBezTo>
                  <a:pt x="1392" y="138"/>
                  <a:pt x="1387" y="133"/>
                  <a:pt x="1381" y="130"/>
                </a:cubicBezTo>
                <a:cubicBezTo>
                  <a:pt x="1375" y="127"/>
                  <a:pt x="1368" y="126"/>
                  <a:pt x="1360" y="126"/>
                </a:cubicBezTo>
                <a:cubicBezTo>
                  <a:pt x="1349" y="126"/>
                  <a:pt x="1339" y="129"/>
                  <a:pt x="1329" y="137"/>
                </a:cubicBezTo>
                <a:cubicBezTo>
                  <a:pt x="1318" y="144"/>
                  <a:pt x="1307" y="155"/>
                  <a:pt x="1296" y="170"/>
                </a:cubicBezTo>
                <a:lnTo>
                  <a:pt x="1296" y="329"/>
                </a:lnTo>
                <a:cubicBezTo>
                  <a:pt x="1296" y="330"/>
                  <a:pt x="1295" y="331"/>
                  <a:pt x="1295" y="332"/>
                </a:cubicBezTo>
                <a:cubicBezTo>
                  <a:pt x="1294" y="334"/>
                  <a:pt x="1293" y="334"/>
                  <a:pt x="1291" y="335"/>
                </a:cubicBezTo>
                <a:cubicBezTo>
                  <a:pt x="1290" y="336"/>
                  <a:pt x="1288" y="336"/>
                  <a:pt x="1285" y="336"/>
                </a:cubicBezTo>
                <a:cubicBezTo>
                  <a:pt x="1283" y="337"/>
                  <a:pt x="1279" y="337"/>
                  <a:pt x="1275" y="337"/>
                </a:cubicBezTo>
                <a:cubicBezTo>
                  <a:pt x="1271" y="337"/>
                  <a:pt x="1267" y="337"/>
                  <a:pt x="1265" y="336"/>
                </a:cubicBezTo>
                <a:cubicBezTo>
                  <a:pt x="1262" y="336"/>
                  <a:pt x="1260" y="336"/>
                  <a:pt x="1258" y="335"/>
                </a:cubicBezTo>
                <a:cubicBezTo>
                  <a:pt x="1257" y="334"/>
                  <a:pt x="1256" y="334"/>
                  <a:pt x="1255" y="332"/>
                </a:cubicBezTo>
                <a:cubicBezTo>
                  <a:pt x="1254" y="331"/>
                  <a:pt x="1254" y="330"/>
                  <a:pt x="1254" y="329"/>
                </a:cubicBezTo>
                <a:lnTo>
                  <a:pt x="1254" y="101"/>
                </a:lnTo>
                <a:cubicBezTo>
                  <a:pt x="1254" y="100"/>
                  <a:pt x="1254" y="99"/>
                  <a:pt x="1255" y="98"/>
                </a:cubicBezTo>
                <a:cubicBezTo>
                  <a:pt x="1256" y="97"/>
                  <a:pt x="1257" y="96"/>
                  <a:pt x="1258" y="95"/>
                </a:cubicBezTo>
                <a:cubicBezTo>
                  <a:pt x="1259" y="94"/>
                  <a:pt x="1261" y="94"/>
                  <a:pt x="1264" y="94"/>
                </a:cubicBezTo>
                <a:cubicBezTo>
                  <a:pt x="1266" y="93"/>
                  <a:pt x="1269" y="93"/>
                  <a:pt x="1273" y="93"/>
                </a:cubicBezTo>
                <a:cubicBezTo>
                  <a:pt x="1277" y="93"/>
                  <a:pt x="1280" y="93"/>
                  <a:pt x="1282" y="94"/>
                </a:cubicBezTo>
                <a:cubicBezTo>
                  <a:pt x="1285" y="94"/>
                  <a:pt x="1287" y="94"/>
                  <a:pt x="1288" y="95"/>
                </a:cubicBezTo>
                <a:cubicBezTo>
                  <a:pt x="1289" y="96"/>
                  <a:pt x="1290" y="97"/>
                  <a:pt x="1291" y="98"/>
                </a:cubicBezTo>
                <a:cubicBezTo>
                  <a:pt x="1291" y="99"/>
                  <a:pt x="1292" y="100"/>
                  <a:pt x="1292" y="101"/>
                </a:cubicBezTo>
                <a:lnTo>
                  <a:pt x="1292" y="131"/>
                </a:lnTo>
                <a:cubicBezTo>
                  <a:pt x="1305" y="117"/>
                  <a:pt x="1317" y="106"/>
                  <a:pt x="1330" y="100"/>
                </a:cubicBezTo>
                <a:cubicBezTo>
                  <a:pt x="1343" y="93"/>
                  <a:pt x="1355" y="90"/>
                  <a:pt x="1368" y="90"/>
                </a:cubicBezTo>
                <a:moveTo>
                  <a:pt x="2983" y="68"/>
                </a:moveTo>
                <a:cubicBezTo>
                  <a:pt x="2984" y="68"/>
                  <a:pt x="2986" y="69"/>
                  <a:pt x="2988" y="70"/>
                </a:cubicBezTo>
                <a:lnTo>
                  <a:pt x="3187" y="170"/>
                </a:lnTo>
                <a:cubicBezTo>
                  <a:pt x="3188" y="171"/>
                  <a:pt x="3190" y="173"/>
                  <a:pt x="3191" y="176"/>
                </a:cubicBezTo>
                <a:cubicBezTo>
                  <a:pt x="3192" y="179"/>
                  <a:pt x="3192" y="184"/>
                  <a:pt x="3192" y="190"/>
                </a:cubicBezTo>
                <a:cubicBezTo>
                  <a:pt x="3192" y="192"/>
                  <a:pt x="3192" y="195"/>
                  <a:pt x="3192" y="197"/>
                </a:cubicBezTo>
                <a:cubicBezTo>
                  <a:pt x="3191" y="200"/>
                  <a:pt x="3191" y="202"/>
                  <a:pt x="3190" y="203"/>
                </a:cubicBezTo>
                <a:cubicBezTo>
                  <a:pt x="3190" y="205"/>
                  <a:pt x="3189" y="206"/>
                  <a:pt x="3189" y="207"/>
                </a:cubicBezTo>
                <a:cubicBezTo>
                  <a:pt x="3188" y="208"/>
                  <a:pt x="3187" y="209"/>
                  <a:pt x="3186" y="209"/>
                </a:cubicBezTo>
                <a:lnTo>
                  <a:pt x="2988" y="310"/>
                </a:lnTo>
                <a:cubicBezTo>
                  <a:pt x="2986" y="311"/>
                  <a:pt x="2984" y="311"/>
                  <a:pt x="2983" y="312"/>
                </a:cubicBezTo>
                <a:cubicBezTo>
                  <a:pt x="2982" y="312"/>
                  <a:pt x="2981" y="311"/>
                  <a:pt x="2980" y="310"/>
                </a:cubicBezTo>
                <a:cubicBezTo>
                  <a:pt x="2979" y="309"/>
                  <a:pt x="2978" y="307"/>
                  <a:pt x="2978" y="305"/>
                </a:cubicBezTo>
                <a:cubicBezTo>
                  <a:pt x="2978" y="302"/>
                  <a:pt x="2978" y="299"/>
                  <a:pt x="2978" y="295"/>
                </a:cubicBezTo>
                <a:cubicBezTo>
                  <a:pt x="2978" y="290"/>
                  <a:pt x="2978" y="287"/>
                  <a:pt x="2978" y="284"/>
                </a:cubicBezTo>
                <a:cubicBezTo>
                  <a:pt x="2978" y="281"/>
                  <a:pt x="2978" y="278"/>
                  <a:pt x="2979" y="277"/>
                </a:cubicBezTo>
                <a:cubicBezTo>
                  <a:pt x="2980" y="275"/>
                  <a:pt x="2981" y="274"/>
                  <a:pt x="2982" y="272"/>
                </a:cubicBezTo>
                <a:cubicBezTo>
                  <a:pt x="2983" y="271"/>
                  <a:pt x="2984" y="271"/>
                  <a:pt x="2986" y="270"/>
                </a:cubicBezTo>
                <a:lnTo>
                  <a:pt x="3149" y="189"/>
                </a:lnTo>
                <a:lnTo>
                  <a:pt x="2987" y="111"/>
                </a:lnTo>
                <a:cubicBezTo>
                  <a:pt x="2985" y="110"/>
                  <a:pt x="2983" y="109"/>
                  <a:pt x="2982" y="108"/>
                </a:cubicBezTo>
                <a:cubicBezTo>
                  <a:pt x="2981" y="107"/>
                  <a:pt x="2980" y="106"/>
                  <a:pt x="2979" y="104"/>
                </a:cubicBezTo>
                <a:cubicBezTo>
                  <a:pt x="2978" y="102"/>
                  <a:pt x="2978" y="100"/>
                  <a:pt x="2978" y="97"/>
                </a:cubicBezTo>
                <a:cubicBezTo>
                  <a:pt x="2978" y="94"/>
                  <a:pt x="2978" y="90"/>
                  <a:pt x="2978" y="85"/>
                </a:cubicBezTo>
                <a:cubicBezTo>
                  <a:pt x="2978" y="81"/>
                  <a:pt x="2978" y="77"/>
                  <a:pt x="2978" y="75"/>
                </a:cubicBezTo>
                <a:cubicBezTo>
                  <a:pt x="2978" y="72"/>
                  <a:pt x="2979" y="70"/>
                  <a:pt x="2980" y="69"/>
                </a:cubicBezTo>
                <a:cubicBezTo>
                  <a:pt x="2981" y="68"/>
                  <a:pt x="2982" y="68"/>
                  <a:pt x="2983" y="68"/>
                </a:cubicBezTo>
                <a:moveTo>
                  <a:pt x="333" y="43"/>
                </a:moveTo>
                <a:lnTo>
                  <a:pt x="333" y="149"/>
                </a:lnTo>
                <a:lnTo>
                  <a:pt x="382" y="149"/>
                </a:lnTo>
                <a:cubicBezTo>
                  <a:pt x="393" y="149"/>
                  <a:pt x="402" y="148"/>
                  <a:pt x="409" y="144"/>
                </a:cubicBezTo>
                <a:cubicBezTo>
                  <a:pt x="416" y="142"/>
                  <a:pt x="422" y="138"/>
                  <a:pt x="426" y="133"/>
                </a:cubicBezTo>
                <a:cubicBezTo>
                  <a:pt x="431" y="128"/>
                  <a:pt x="434" y="122"/>
                  <a:pt x="436" y="115"/>
                </a:cubicBezTo>
                <a:cubicBezTo>
                  <a:pt x="438" y="109"/>
                  <a:pt x="439" y="102"/>
                  <a:pt x="439" y="95"/>
                </a:cubicBezTo>
                <a:cubicBezTo>
                  <a:pt x="439" y="87"/>
                  <a:pt x="438" y="80"/>
                  <a:pt x="436" y="73"/>
                </a:cubicBezTo>
                <a:cubicBezTo>
                  <a:pt x="434" y="67"/>
                  <a:pt x="430" y="62"/>
                  <a:pt x="426" y="57"/>
                </a:cubicBezTo>
                <a:cubicBezTo>
                  <a:pt x="421" y="53"/>
                  <a:pt x="415" y="49"/>
                  <a:pt x="407" y="47"/>
                </a:cubicBezTo>
                <a:cubicBezTo>
                  <a:pt x="400" y="45"/>
                  <a:pt x="390" y="43"/>
                  <a:pt x="377" y="43"/>
                </a:cubicBezTo>
                <a:lnTo>
                  <a:pt x="333" y="43"/>
                </a:lnTo>
                <a:moveTo>
                  <a:pt x="4059" y="8"/>
                </a:moveTo>
                <a:lnTo>
                  <a:pt x="4086" y="8"/>
                </a:lnTo>
                <a:cubicBezTo>
                  <a:pt x="4091" y="8"/>
                  <a:pt x="4096" y="9"/>
                  <a:pt x="4101" y="9"/>
                </a:cubicBezTo>
                <a:cubicBezTo>
                  <a:pt x="4104" y="10"/>
                  <a:pt x="4108" y="12"/>
                  <a:pt x="4111" y="14"/>
                </a:cubicBezTo>
                <a:cubicBezTo>
                  <a:pt x="4114" y="16"/>
                  <a:pt x="4117" y="19"/>
                  <a:pt x="4119" y="23"/>
                </a:cubicBezTo>
                <a:cubicBezTo>
                  <a:pt x="4121" y="26"/>
                  <a:pt x="4123" y="30"/>
                  <a:pt x="4124" y="34"/>
                </a:cubicBezTo>
                <a:lnTo>
                  <a:pt x="4218" y="272"/>
                </a:lnTo>
                <a:lnTo>
                  <a:pt x="4219" y="272"/>
                </a:lnTo>
                <a:lnTo>
                  <a:pt x="4316" y="35"/>
                </a:lnTo>
                <a:cubicBezTo>
                  <a:pt x="4318" y="30"/>
                  <a:pt x="4320" y="26"/>
                  <a:pt x="4322" y="22"/>
                </a:cubicBezTo>
                <a:cubicBezTo>
                  <a:pt x="4324" y="19"/>
                  <a:pt x="4327" y="16"/>
                  <a:pt x="4329" y="14"/>
                </a:cubicBezTo>
                <a:cubicBezTo>
                  <a:pt x="4332" y="12"/>
                  <a:pt x="4335" y="10"/>
                  <a:pt x="4338" y="9"/>
                </a:cubicBezTo>
                <a:cubicBezTo>
                  <a:pt x="4342" y="8"/>
                  <a:pt x="4345" y="8"/>
                  <a:pt x="4349" y="8"/>
                </a:cubicBezTo>
                <a:lnTo>
                  <a:pt x="4378" y="8"/>
                </a:lnTo>
                <a:cubicBezTo>
                  <a:pt x="4380" y="8"/>
                  <a:pt x="4382" y="8"/>
                  <a:pt x="4385" y="9"/>
                </a:cubicBezTo>
                <a:cubicBezTo>
                  <a:pt x="4387" y="10"/>
                  <a:pt x="4389" y="11"/>
                  <a:pt x="4391" y="13"/>
                </a:cubicBezTo>
                <a:cubicBezTo>
                  <a:pt x="4392" y="14"/>
                  <a:pt x="4393" y="16"/>
                  <a:pt x="4394" y="19"/>
                </a:cubicBezTo>
                <a:cubicBezTo>
                  <a:pt x="4396" y="21"/>
                  <a:pt x="4396" y="24"/>
                  <a:pt x="4396" y="28"/>
                </a:cubicBezTo>
                <a:lnTo>
                  <a:pt x="4396" y="329"/>
                </a:lnTo>
                <a:cubicBezTo>
                  <a:pt x="4396" y="330"/>
                  <a:pt x="4396" y="331"/>
                  <a:pt x="4395" y="332"/>
                </a:cubicBezTo>
                <a:cubicBezTo>
                  <a:pt x="4394" y="333"/>
                  <a:pt x="4393" y="334"/>
                  <a:pt x="4391" y="335"/>
                </a:cubicBezTo>
                <a:cubicBezTo>
                  <a:pt x="4390" y="335"/>
                  <a:pt x="4387" y="336"/>
                  <a:pt x="4385" y="336"/>
                </a:cubicBezTo>
                <a:cubicBezTo>
                  <a:pt x="4382" y="337"/>
                  <a:pt x="4379" y="337"/>
                  <a:pt x="4374" y="337"/>
                </a:cubicBezTo>
                <a:cubicBezTo>
                  <a:pt x="4370" y="337"/>
                  <a:pt x="4367" y="337"/>
                  <a:pt x="4364" y="336"/>
                </a:cubicBezTo>
                <a:cubicBezTo>
                  <a:pt x="4361" y="336"/>
                  <a:pt x="4359" y="335"/>
                  <a:pt x="4357" y="335"/>
                </a:cubicBezTo>
                <a:cubicBezTo>
                  <a:pt x="4356" y="334"/>
                  <a:pt x="4355" y="333"/>
                  <a:pt x="4354" y="332"/>
                </a:cubicBezTo>
                <a:cubicBezTo>
                  <a:pt x="4353" y="331"/>
                  <a:pt x="4353" y="330"/>
                  <a:pt x="4353" y="329"/>
                </a:cubicBezTo>
                <a:lnTo>
                  <a:pt x="4353" y="44"/>
                </a:lnTo>
                <a:lnTo>
                  <a:pt x="4352" y="44"/>
                </a:lnTo>
                <a:lnTo>
                  <a:pt x="4237" y="330"/>
                </a:lnTo>
                <a:cubicBezTo>
                  <a:pt x="4237" y="331"/>
                  <a:pt x="4236" y="332"/>
                  <a:pt x="4235" y="333"/>
                </a:cubicBezTo>
                <a:cubicBezTo>
                  <a:pt x="4234" y="334"/>
                  <a:pt x="4233" y="335"/>
                  <a:pt x="4231" y="335"/>
                </a:cubicBezTo>
                <a:cubicBezTo>
                  <a:pt x="4229" y="336"/>
                  <a:pt x="4227" y="336"/>
                  <a:pt x="4225" y="336"/>
                </a:cubicBezTo>
                <a:cubicBezTo>
                  <a:pt x="4222" y="337"/>
                  <a:pt x="4219" y="337"/>
                  <a:pt x="4216" y="337"/>
                </a:cubicBezTo>
                <a:cubicBezTo>
                  <a:pt x="4212" y="337"/>
                  <a:pt x="4210" y="337"/>
                  <a:pt x="4207" y="336"/>
                </a:cubicBezTo>
                <a:cubicBezTo>
                  <a:pt x="4204" y="336"/>
                  <a:pt x="4202" y="336"/>
                  <a:pt x="4201" y="335"/>
                </a:cubicBezTo>
                <a:cubicBezTo>
                  <a:pt x="4199" y="334"/>
                  <a:pt x="4198" y="334"/>
                  <a:pt x="4197" y="333"/>
                </a:cubicBezTo>
                <a:cubicBezTo>
                  <a:pt x="4196" y="332"/>
                  <a:pt x="4195" y="331"/>
                  <a:pt x="4195" y="330"/>
                </a:cubicBezTo>
                <a:lnTo>
                  <a:pt x="4085" y="44"/>
                </a:lnTo>
                <a:lnTo>
                  <a:pt x="4085" y="329"/>
                </a:lnTo>
                <a:cubicBezTo>
                  <a:pt x="4085" y="330"/>
                  <a:pt x="4084" y="331"/>
                  <a:pt x="4084" y="332"/>
                </a:cubicBezTo>
                <a:cubicBezTo>
                  <a:pt x="4083" y="333"/>
                  <a:pt x="4082" y="334"/>
                  <a:pt x="4080" y="335"/>
                </a:cubicBezTo>
                <a:cubicBezTo>
                  <a:pt x="4078" y="335"/>
                  <a:pt x="4076" y="336"/>
                  <a:pt x="4073" y="336"/>
                </a:cubicBezTo>
                <a:cubicBezTo>
                  <a:pt x="4071" y="337"/>
                  <a:pt x="4067" y="337"/>
                  <a:pt x="4062" y="337"/>
                </a:cubicBezTo>
                <a:cubicBezTo>
                  <a:pt x="4058" y="337"/>
                  <a:pt x="4055" y="337"/>
                  <a:pt x="4052" y="336"/>
                </a:cubicBezTo>
                <a:cubicBezTo>
                  <a:pt x="4049" y="336"/>
                  <a:pt x="4047" y="335"/>
                  <a:pt x="4046" y="335"/>
                </a:cubicBezTo>
                <a:cubicBezTo>
                  <a:pt x="4044" y="334"/>
                  <a:pt x="4043" y="333"/>
                  <a:pt x="4042" y="332"/>
                </a:cubicBezTo>
                <a:cubicBezTo>
                  <a:pt x="4042" y="331"/>
                  <a:pt x="4041" y="330"/>
                  <a:pt x="4041" y="329"/>
                </a:cubicBezTo>
                <a:lnTo>
                  <a:pt x="4041" y="28"/>
                </a:lnTo>
                <a:cubicBezTo>
                  <a:pt x="4041" y="21"/>
                  <a:pt x="4043" y="16"/>
                  <a:pt x="4047" y="13"/>
                </a:cubicBezTo>
                <a:cubicBezTo>
                  <a:pt x="4051" y="9"/>
                  <a:pt x="4055" y="8"/>
                  <a:pt x="4059" y="8"/>
                </a:cubicBezTo>
                <a:moveTo>
                  <a:pt x="3619" y="8"/>
                </a:moveTo>
                <a:lnTo>
                  <a:pt x="3646" y="8"/>
                </a:lnTo>
                <a:cubicBezTo>
                  <a:pt x="3651" y="8"/>
                  <a:pt x="3656" y="9"/>
                  <a:pt x="3660" y="9"/>
                </a:cubicBezTo>
                <a:cubicBezTo>
                  <a:pt x="3664" y="10"/>
                  <a:pt x="3668" y="12"/>
                  <a:pt x="3671" y="14"/>
                </a:cubicBezTo>
                <a:cubicBezTo>
                  <a:pt x="3674" y="16"/>
                  <a:pt x="3677" y="19"/>
                  <a:pt x="3679" y="23"/>
                </a:cubicBezTo>
                <a:cubicBezTo>
                  <a:pt x="3681" y="26"/>
                  <a:pt x="3683" y="30"/>
                  <a:pt x="3684" y="34"/>
                </a:cubicBezTo>
                <a:lnTo>
                  <a:pt x="3777" y="272"/>
                </a:lnTo>
                <a:lnTo>
                  <a:pt x="3779" y="272"/>
                </a:lnTo>
                <a:lnTo>
                  <a:pt x="3876" y="35"/>
                </a:lnTo>
                <a:cubicBezTo>
                  <a:pt x="3878" y="30"/>
                  <a:pt x="3879" y="26"/>
                  <a:pt x="3882" y="22"/>
                </a:cubicBezTo>
                <a:cubicBezTo>
                  <a:pt x="3884" y="19"/>
                  <a:pt x="3886" y="16"/>
                  <a:pt x="3889" y="14"/>
                </a:cubicBezTo>
                <a:cubicBezTo>
                  <a:pt x="3892" y="12"/>
                  <a:pt x="3895" y="10"/>
                  <a:pt x="3898" y="9"/>
                </a:cubicBezTo>
                <a:cubicBezTo>
                  <a:pt x="3901" y="8"/>
                  <a:pt x="3905" y="8"/>
                  <a:pt x="3909" y="8"/>
                </a:cubicBezTo>
                <a:lnTo>
                  <a:pt x="3937" y="8"/>
                </a:lnTo>
                <a:cubicBezTo>
                  <a:pt x="3940" y="8"/>
                  <a:pt x="3942" y="8"/>
                  <a:pt x="3944" y="9"/>
                </a:cubicBezTo>
                <a:cubicBezTo>
                  <a:pt x="3947" y="10"/>
                  <a:pt x="3949" y="11"/>
                  <a:pt x="3950" y="13"/>
                </a:cubicBezTo>
                <a:cubicBezTo>
                  <a:pt x="3952" y="14"/>
                  <a:pt x="3953" y="16"/>
                  <a:pt x="3954" y="19"/>
                </a:cubicBezTo>
                <a:cubicBezTo>
                  <a:pt x="3955" y="21"/>
                  <a:pt x="3956" y="24"/>
                  <a:pt x="3956" y="28"/>
                </a:cubicBezTo>
                <a:lnTo>
                  <a:pt x="3956" y="329"/>
                </a:lnTo>
                <a:cubicBezTo>
                  <a:pt x="3956" y="330"/>
                  <a:pt x="3956" y="331"/>
                  <a:pt x="3955" y="332"/>
                </a:cubicBezTo>
                <a:cubicBezTo>
                  <a:pt x="3954" y="333"/>
                  <a:pt x="3953" y="334"/>
                  <a:pt x="3951" y="335"/>
                </a:cubicBezTo>
                <a:cubicBezTo>
                  <a:pt x="3949" y="335"/>
                  <a:pt x="3947" y="336"/>
                  <a:pt x="3945" y="336"/>
                </a:cubicBezTo>
                <a:cubicBezTo>
                  <a:pt x="3942" y="337"/>
                  <a:pt x="3938" y="337"/>
                  <a:pt x="3934" y="337"/>
                </a:cubicBezTo>
                <a:cubicBezTo>
                  <a:pt x="3930" y="337"/>
                  <a:pt x="3927" y="337"/>
                  <a:pt x="3924" y="336"/>
                </a:cubicBezTo>
                <a:cubicBezTo>
                  <a:pt x="3921" y="336"/>
                  <a:pt x="3919" y="335"/>
                  <a:pt x="3917" y="335"/>
                </a:cubicBezTo>
                <a:cubicBezTo>
                  <a:pt x="3915" y="334"/>
                  <a:pt x="3914" y="333"/>
                  <a:pt x="3914" y="332"/>
                </a:cubicBezTo>
                <a:cubicBezTo>
                  <a:pt x="3913" y="331"/>
                  <a:pt x="3913" y="330"/>
                  <a:pt x="3913" y="329"/>
                </a:cubicBezTo>
                <a:lnTo>
                  <a:pt x="3913" y="44"/>
                </a:lnTo>
                <a:lnTo>
                  <a:pt x="3912" y="44"/>
                </a:lnTo>
                <a:lnTo>
                  <a:pt x="3797" y="330"/>
                </a:lnTo>
                <a:cubicBezTo>
                  <a:pt x="3797" y="331"/>
                  <a:pt x="3796" y="332"/>
                  <a:pt x="3795" y="333"/>
                </a:cubicBezTo>
                <a:cubicBezTo>
                  <a:pt x="3794" y="334"/>
                  <a:pt x="3793" y="335"/>
                  <a:pt x="3791" y="335"/>
                </a:cubicBezTo>
                <a:cubicBezTo>
                  <a:pt x="3789" y="336"/>
                  <a:pt x="3787" y="336"/>
                  <a:pt x="3785" y="336"/>
                </a:cubicBezTo>
                <a:cubicBezTo>
                  <a:pt x="3782" y="337"/>
                  <a:pt x="3779" y="337"/>
                  <a:pt x="3776" y="337"/>
                </a:cubicBezTo>
                <a:cubicBezTo>
                  <a:pt x="3772" y="337"/>
                  <a:pt x="3769" y="337"/>
                  <a:pt x="3767" y="336"/>
                </a:cubicBezTo>
                <a:cubicBezTo>
                  <a:pt x="3764" y="336"/>
                  <a:pt x="3762" y="336"/>
                  <a:pt x="3761" y="335"/>
                </a:cubicBezTo>
                <a:cubicBezTo>
                  <a:pt x="3759" y="334"/>
                  <a:pt x="3757" y="334"/>
                  <a:pt x="3757" y="333"/>
                </a:cubicBezTo>
                <a:cubicBezTo>
                  <a:pt x="3756" y="332"/>
                  <a:pt x="3755" y="331"/>
                  <a:pt x="3755" y="330"/>
                </a:cubicBezTo>
                <a:lnTo>
                  <a:pt x="3645" y="44"/>
                </a:lnTo>
                <a:lnTo>
                  <a:pt x="3644" y="44"/>
                </a:lnTo>
                <a:lnTo>
                  <a:pt x="3644" y="329"/>
                </a:lnTo>
                <a:cubicBezTo>
                  <a:pt x="3644" y="330"/>
                  <a:pt x="3644" y="331"/>
                  <a:pt x="3643" y="332"/>
                </a:cubicBezTo>
                <a:cubicBezTo>
                  <a:pt x="3643" y="333"/>
                  <a:pt x="3641" y="334"/>
                  <a:pt x="3640" y="335"/>
                </a:cubicBezTo>
                <a:cubicBezTo>
                  <a:pt x="3638" y="335"/>
                  <a:pt x="3636" y="336"/>
                  <a:pt x="3633" y="336"/>
                </a:cubicBezTo>
                <a:cubicBezTo>
                  <a:pt x="3630" y="337"/>
                  <a:pt x="3626" y="337"/>
                  <a:pt x="3622" y="337"/>
                </a:cubicBezTo>
                <a:cubicBezTo>
                  <a:pt x="3618" y="337"/>
                  <a:pt x="3615" y="337"/>
                  <a:pt x="3612" y="336"/>
                </a:cubicBezTo>
                <a:cubicBezTo>
                  <a:pt x="3609" y="336"/>
                  <a:pt x="3607" y="335"/>
                  <a:pt x="3605" y="335"/>
                </a:cubicBezTo>
                <a:cubicBezTo>
                  <a:pt x="3604" y="334"/>
                  <a:pt x="3602" y="333"/>
                  <a:pt x="3602" y="332"/>
                </a:cubicBezTo>
                <a:cubicBezTo>
                  <a:pt x="3601" y="331"/>
                  <a:pt x="3601" y="330"/>
                  <a:pt x="3601" y="329"/>
                </a:cubicBezTo>
                <a:lnTo>
                  <a:pt x="3601" y="28"/>
                </a:lnTo>
                <a:cubicBezTo>
                  <a:pt x="3601" y="21"/>
                  <a:pt x="3603" y="16"/>
                  <a:pt x="3607" y="13"/>
                </a:cubicBezTo>
                <a:cubicBezTo>
                  <a:pt x="3610" y="9"/>
                  <a:pt x="3614" y="8"/>
                  <a:pt x="3619" y="8"/>
                </a:cubicBezTo>
                <a:moveTo>
                  <a:pt x="306" y="8"/>
                </a:moveTo>
                <a:lnTo>
                  <a:pt x="380" y="8"/>
                </a:lnTo>
                <a:cubicBezTo>
                  <a:pt x="399" y="8"/>
                  <a:pt x="415" y="10"/>
                  <a:pt x="428" y="14"/>
                </a:cubicBezTo>
                <a:cubicBezTo>
                  <a:pt x="440" y="17"/>
                  <a:pt x="450" y="23"/>
                  <a:pt x="459" y="30"/>
                </a:cubicBezTo>
                <a:cubicBezTo>
                  <a:pt x="467" y="37"/>
                  <a:pt x="473" y="45"/>
                  <a:pt x="478" y="56"/>
                </a:cubicBezTo>
                <a:cubicBezTo>
                  <a:pt x="482" y="66"/>
                  <a:pt x="484" y="77"/>
                  <a:pt x="484" y="91"/>
                </a:cubicBezTo>
                <a:cubicBezTo>
                  <a:pt x="484" y="98"/>
                  <a:pt x="483" y="106"/>
                  <a:pt x="481" y="113"/>
                </a:cubicBezTo>
                <a:cubicBezTo>
                  <a:pt x="479" y="120"/>
                  <a:pt x="477" y="126"/>
                  <a:pt x="473" y="132"/>
                </a:cubicBezTo>
                <a:cubicBezTo>
                  <a:pt x="470" y="138"/>
                  <a:pt x="465" y="143"/>
                  <a:pt x="459" y="148"/>
                </a:cubicBezTo>
                <a:cubicBezTo>
                  <a:pt x="454" y="153"/>
                  <a:pt x="448" y="157"/>
                  <a:pt x="441" y="160"/>
                </a:cubicBezTo>
                <a:cubicBezTo>
                  <a:pt x="449" y="161"/>
                  <a:pt x="458" y="165"/>
                  <a:pt x="466" y="169"/>
                </a:cubicBezTo>
                <a:cubicBezTo>
                  <a:pt x="473" y="173"/>
                  <a:pt x="480" y="179"/>
                  <a:pt x="486" y="186"/>
                </a:cubicBezTo>
                <a:cubicBezTo>
                  <a:pt x="492" y="193"/>
                  <a:pt x="496" y="201"/>
                  <a:pt x="499" y="210"/>
                </a:cubicBezTo>
                <a:cubicBezTo>
                  <a:pt x="503" y="220"/>
                  <a:pt x="505" y="231"/>
                  <a:pt x="505" y="242"/>
                </a:cubicBezTo>
                <a:cubicBezTo>
                  <a:pt x="505" y="252"/>
                  <a:pt x="503" y="262"/>
                  <a:pt x="501" y="270"/>
                </a:cubicBezTo>
                <a:cubicBezTo>
                  <a:pt x="498" y="279"/>
                  <a:pt x="495" y="287"/>
                  <a:pt x="490" y="294"/>
                </a:cubicBezTo>
                <a:cubicBezTo>
                  <a:pt x="485" y="300"/>
                  <a:pt x="479" y="306"/>
                  <a:pt x="473" y="312"/>
                </a:cubicBezTo>
                <a:cubicBezTo>
                  <a:pt x="466" y="317"/>
                  <a:pt x="459" y="321"/>
                  <a:pt x="450" y="325"/>
                </a:cubicBezTo>
                <a:cubicBezTo>
                  <a:pt x="442" y="328"/>
                  <a:pt x="433" y="331"/>
                  <a:pt x="424" y="333"/>
                </a:cubicBezTo>
                <a:cubicBezTo>
                  <a:pt x="414" y="335"/>
                  <a:pt x="403" y="335"/>
                  <a:pt x="391" y="335"/>
                </a:cubicBezTo>
                <a:lnTo>
                  <a:pt x="306" y="335"/>
                </a:lnTo>
                <a:cubicBezTo>
                  <a:pt x="302" y="335"/>
                  <a:pt x="298" y="334"/>
                  <a:pt x="295" y="331"/>
                </a:cubicBezTo>
                <a:cubicBezTo>
                  <a:pt x="291" y="329"/>
                  <a:pt x="290" y="324"/>
                  <a:pt x="290" y="318"/>
                </a:cubicBezTo>
                <a:lnTo>
                  <a:pt x="290" y="26"/>
                </a:lnTo>
                <a:cubicBezTo>
                  <a:pt x="290" y="19"/>
                  <a:pt x="291" y="15"/>
                  <a:pt x="295" y="12"/>
                </a:cubicBezTo>
                <a:cubicBezTo>
                  <a:pt x="298" y="9"/>
                  <a:pt x="302" y="8"/>
                  <a:pt x="306" y="8"/>
                </a:cubicBezTo>
                <a:moveTo>
                  <a:pt x="9" y="8"/>
                </a:moveTo>
                <a:lnTo>
                  <a:pt x="236" y="8"/>
                </a:lnTo>
                <a:cubicBezTo>
                  <a:pt x="237" y="8"/>
                  <a:pt x="238" y="8"/>
                  <a:pt x="240" y="9"/>
                </a:cubicBezTo>
                <a:cubicBezTo>
                  <a:pt x="241" y="10"/>
                  <a:pt x="241" y="11"/>
                  <a:pt x="242" y="12"/>
                </a:cubicBezTo>
                <a:cubicBezTo>
                  <a:pt x="243" y="14"/>
                  <a:pt x="243" y="16"/>
                  <a:pt x="244" y="18"/>
                </a:cubicBezTo>
                <a:cubicBezTo>
                  <a:pt x="244" y="21"/>
                  <a:pt x="244" y="23"/>
                  <a:pt x="244" y="27"/>
                </a:cubicBezTo>
                <a:cubicBezTo>
                  <a:pt x="244" y="30"/>
                  <a:pt x="244" y="33"/>
                  <a:pt x="244" y="35"/>
                </a:cubicBezTo>
                <a:cubicBezTo>
                  <a:pt x="243" y="37"/>
                  <a:pt x="243" y="39"/>
                  <a:pt x="242" y="41"/>
                </a:cubicBezTo>
                <a:cubicBezTo>
                  <a:pt x="241" y="42"/>
                  <a:pt x="241" y="43"/>
                  <a:pt x="240" y="44"/>
                </a:cubicBezTo>
                <a:cubicBezTo>
                  <a:pt x="238" y="45"/>
                  <a:pt x="237" y="45"/>
                  <a:pt x="236" y="45"/>
                </a:cubicBezTo>
                <a:lnTo>
                  <a:pt x="144" y="45"/>
                </a:lnTo>
                <a:lnTo>
                  <a:pt x="144" y="329"/>
                </a:lnTo>
                <a:cubicBezTo>
                  <a:pt x="144" y="330"/>
                  <a:pt x="144" y="331"/>
                  <a:pt x="143" y="332"/>
                </a:cubicBezTo>
                <a:cubicBezTo>
                  <a:pt x="142" y="333"/>
                  <a:pt x="141" y="334"/>
                  <a:pt x="139" y="335"/>
                </a:cubicBezTo>
                <a:cubicBezTo>
                  <a:pt x="138" y="335"/>
                  <a:pt x="135" y="336"/>
                  <a:pt x="133" y="336"/>
                </a:cubicBezTo>
                <a:cubicBezTo>
                  <a:pt x="130" y="337"/>
                  <a:pt x="127" y="337"/>
                  <a:pt x="122" y="337"/>
                </a:cubicBezTo>
                <a:cubicBezTo>
                  <a:pt x="118" y="337"/>
                  <a:pt x="115" y="337"/>
                  <a:pt x="112" y="336"/>
                </a:cubicBezTo>
                <a:cubicBezTo>
                  <a:pt x="109" y="336"/>
                  <a:pt x="107" y="335"/>
                  <a:pt x="105" y="335"/>
                </a:cubicBezTo>
                <a:cubicBezTo>
                  <a:pt x="103" y="334"/>
                  <a:pt x="102" y="333"/>
                  <a:pt x="102" y="332"/>
                </a:cubicBezTo>
                <a:cubicBezTo>
                  <a:pt x="101" y="331"/>
                  <a:pt x="101" y="330"/>
                  <a:pt x="101" y="329"/>
                </a:cubicBezTo>
                <a:lnTo>
                  <a:pt x="101" y="45"/>
                </a:lnTo>
                <a:lnTo>
                  <a:pt x="9" y="45"/>
                </a:lnTo>
                <a:cubicBezTo>
                  <a:pt x="7" y="45"/>
                  <a:pt x="6" y="45"/>
                  <a:pt x="5" y="44"/>
                </a:cubicBezTo>
                <a:cubicBezTo>
                  <a:pt x="4" y="43"/>
                  <a:pt x="3" y="42"/>
                  <a:pt x="2" y="41"/>
                </a:cubicBezTo>
                <a:cubicBezTo>
                  <a:pt x="2" y="39"/>
                  <a:pt x="1" y="37"/>
                  <a:pt x="1" y="35"/>
                </a:cubicBezTo>
                <a:cubicBezTo>
                  <a:pt x="0" y="33"/>
                  <a:pt x="0" y="30"/>
                  <a:pt x="0" y="27"/>
                </a:cubicBezTo>
                <a:cubicBezTo>
                  <a:pt x="0" y="23"/>
                  <a:pt x="0" y="21"/>
                  <a:pt x="1" y="18"/>
                </a:cubicBezTo>
                <a:cubicBezTo>
                  <a:pt x="1" y="16"/>
                  <a:pt x="2" y="14"/>
                  <a:pt x="2" y="12"/>
                </a:cubicBezTo>
                <a:cubicBezTo>
                  <a:pt x="3" y="11"/>
                  <a:pt x="4" y="10"/>
                  <a:pt x="5" y="9"/>
                </a:cubicBezTo>
                <a:cubicBezTo>
                  <a:pt x="6" y="8"/>
                  <a:pt x="7" y="8"/>
                  <a:pt x="9" y="8"/>
                </a:cubicBezTo>
                <a:moveTo>
                  <a:pt x="559" y="7"/>
                </a:moveTo>
                <a:cubicBezTo>
                  <a:pt x="564" y="7"/>
                  <a:pt x="568" y="7"/>
                  <a:pt x="571" y="7"/>
                </a:cubicBezTo>
                <a:cubicBezTo>
                  <a:pt x="574" y="7"/>
                  <a:pt x="576" y="8"/>
                  <a:pt x="578" y="8"/>
                </a:cubicBezTo>
                <a:cubicBezTo>
                  <a:pt x="580" y="9"/>
                  <a:pt x="581" y="10"/>
                  <a:pt x="581" y="11"/>
                </a:cubicBezTo>
                <a:cubicBezTo>
                  <a:pt x="582" y="12"/>
                  <a:pt x="582" y="14"/>
                  <a:pt x="583" y="16"/>
                </a:cubicBezTo>
                <a:lnTo>
                  <a:pt x="656" y="290"/>
                </a:lnTo>
                <a:lnTo>
                  <a:pt x="726" y="16"/>
                </a:lnTo>
                <a:cubicBezTo>
                  <a:pt x="726" y="14"/>
                  <a:pt x="727" y="13"/>
                  <a:pt x="728" y="11"/>
                </a:cubicBezTo>
                <a:cubicBezTo>
                  <a:pt x="728" y="10"/>
                  <a:pt x="730" y="9"/>
                  <a:pt x="731" y="9"/>
                </a:cubicBezTo>
                <a:cubicBezTo>
                  <a:pt x="733" y="8"/>
                  <a:pt x="736" y="7"/>
                  <a:pt x="739" y="7"/>
                </a:cubicBezTo>
                <a:cubicBezTo>
                  <a:pt x="742" y="7"/>
                  <a:pt x="746" y="7"/>
                  <a:pt x="751" y="7"/>
                </a:cubicBezTo>
                <a:cubicBezTo>
                  <a:pt x="756" y="7"/>
                  <a:pt x="759" y="7"/>
                  <a:pt x="762" y="7"/>
                </a:cubicBezTo>
                <a:cubicBezTo>
                  <a:pt x="765" y="7"/>
                  <a:pt x="767" y="8"/>
                  <a:pt x="769" y="9"/>
                </a:cubicBezTo>
                <a:cubicBezTo>
                  <a:pt x="770" y="9"/>
                  <a:pt x="771" y="10"/>
                  <a:pt x="773" y="11"/>
                </a:cubicBezTo>
                <a:cubicBezTo>
                  <a:pt x="773" y="13"/>
                  <a:pt x="774" y="14"/>
                  <a:pt x="774" y="16"/>
                </a:cubicBezTo>
                <a:lnTo>
                  <a:pt x="849" y="290"/>
                </a:lnTo>
                <a:lnTo>
                  <a:pt x="850" y="290"/>
                </a:lnTo>
                <a:lnTo>
                  <a:pt x="921" y="16"/>
                </a:lnTo>
                <a:cubicBezTo>
                  <a:pt x="922" y="14"/>
                  <a:pt x="922" y="13"/>
                  <a:pt x="923" y="11"/>
                </a:cubicBezTo>
                <a:cubicBezTo>
                  <a:pt x="924" y="10"/>
                  <a:pt x="925" y="9"/>
                  <a:pt x="926" y="9"/>
                </a:cubicBezTo>
                <a:cubicBezTo>
                  <a:pt x="928" y="8"/>
                  <a:pt x="930" y="7"/>
                  <a:pt x="933" y="7"/>
                </a:cubicBezTo>
                <a:cubicBezTo>
                  <a:pt x="936" y="7"/>
                  <a:pt x="940" y="7"/>
                  <a:pt x="945" y="7"/>
                </a:cubicBezTo>
                <a:cubicBezTo>
                  <a:pt x="950" y="7"/>
                  <a:pt x="954" y="7"/>
                  <a:pt x="957" y="7"/>
                </a:cubicBezTo>
                <a:cubicBezTo>
                  <a:pt x="960" y="8"/>
                  <a:pt x="962" y="8"/>
                  <a:pt x="963" y="9"/>
                </a:cubicBezTo>
                <a:cubicBezTo>
                  <a:pt x="964" y="11"/>
                  <a:pt x="965" y="13"/>
                  <a:pt x="965" y="15"/>
                </a:cubicBezTo>
                <a:cubicBezTo>
                  <a:pt x="965" y="17"/>
                  <a:pt x="964" y="20"/>
                  <a:pt x="964" y="23"/>
                </a:cubicBezTo>
                <a:lnTo>
                  <a:pt x="877" y="326"/>
                </a:lnTo>
                <a:cubicBezTo>
                  <a:pt x="877" y="328"/>
                  <a:pt x="876" y="330"/>
                  <a:pt x="874" y="331"/>
                </a:cubicBezTo>
                <a:cubicBezTo>
                  <a:pt x="873" y="333"/>
                  <a:pt x="871" y="334"/>
                  <a:pt x="869" y="335"/>
                </a:cubicBezTo>
                <a:cubicBezTo>
                  <a:pt x="866" y="336"/>
                  <a:pt x="863" y="336"/>
                  <a:pt x="860" y="336"/>
                </a:cubicBezTo>
                <a:cubicBezTo>
                  <a:pt x="857" y="337"/>
                  <a:pt x="852" y="337"/>
                  <a:pt x="847" y="337"/>
                </a:cubicBezTo>
                <a:cubicBezTo>
                  <a:pt x="842" y="337"/>
                  <a:pt x="837" y="337"/>
                  <a:pt x="834" y="336"/>
                </a:cubicBezTo>
                <a:cubicBezTo>
                  <a:pt x="830" y="336"/>
                  <a:pt x="827" y="336"/>
                  <a:pt x="825" y="335"/>
                </a:cubicBezTo>
                <a:cubicBezTo>
                  <a:pt x="823" y="334"/>
                  <a:pt x="821" y="333"/>
                  <a:pt x="820" y="331"/>
                </a:cubicBezTo>
                <a:cubicBezTo>
                  <a:pt x="818" y="330"/>
                  <a:pt x="818" y="328"/>
                  <a:pt x="817" y="326"/>
                </a:cubicBezTo>
                <a:lnTo>
                  <a:pt x="749" y="79"/>
                </a:lnTo>
                <a:lnTo>
                  <a:pt x="748" y="79"/>
                </a:lnTo>
                <a:lnTo>
                  <a:pt x="685" y="326"/>
                </a:lnTo>
                <a:cubicBezTo>
                  <a:pt x="684" y="328"/>
                  <a:pt x="684" y="330"/>
                  <a:pt x="683" y="331"/>
                </a:cubicBezTo>
                <a:cubicBezTo>
                  <a:pt x="681" y="333"/>
                  <a:pt x="680" y="334"/>
                  <a:pt x="677" y="335"/>
                </a:cubicBezTo>
                <a:cubicBezTo>
                  <a:pt x="675" y="336"/>
                  <a:pt x="672" y="336"/>
                  <a:pt x="669" y="336"/>
                </a:cubicBezTo>
                <a:cubicBezTo>
                  <a:pt x="666" y="337"/>
                  <a:pt x="661" y="337"/>
                  <a:pt x="656" y="337"/>
                </a:cubicBezTo>
                <a:cubicBezTo>
                  <a:pt x="650" y="337"/>
                  <a:pt x="646" y="337"/>
                  <a:pt x="642" y="336"/>
                </a:cubicBezTo>
                <a:cubicBezTo>
                  <a:pt x="638" y="336"/>
                  <a:pt x="635" y="336"/>
                  <a:pt x="633" y="335"/>
                </a:cubicBezTo>
                <a:cubicBezTo>
                  <a:pt x="630" y="334"/>
                  <a:pt x="629" y="333"/>
                  <a:pt x="627" y="331"/>
                </a:cubicBezTo>
                <a:cubicBezTo>
                  <a:pt x="626" y="330"/>
                  <a:pt x="625" y="328"/>
                  <a:pt x="625" y="326"/>
                </a:cubicBezTo>
                <a:lnTo>
                  <a:pt x="539" y="23"/>
                </a:lnTo>
                <a:cubicBezTo>
                  <a:pt x="538" y="20"/>
                  <a:pt x="537" y="16"/>
                  <a:pt x="537" y="14"/>
                </a:cubicBezTo>
                <a:cubicBezTo>
                  <a:pt x="537" y="12"/>
                  <a:pt x="538" y="10"/>
                  <a:pt x="539" y="9"/>
                </a:cubicBezTo>
                <a:cubicBezTo>
                  <a:pt x="540" y="8"/>
                  <a:pt x="543" y="7"/>
                  <a:pt x="546" y="7"/>
                </a:cubicBezTo>
                <a:cubicBezTo>
                  <a:pt x="549" y="7"/>
                  <a:pt x="553" y="7"/>
                  <a:pt x="559" y="7"/>
                </a:cubicBezTo>
                <a:moveTo>
                  <a:pt x="3445" y="3"/>
                </a:moveTo>
                <a:cubicBezTo>
                  <a:pt x="3453" y="3"/>
                  <a:pt x="3460" y="4"/>
                  <a:pt x="3467" y="5"/>
                </a:cubicBezTo>
                <a:cubicBezTo>
                  <a:pt x="3475" y="7"/>
                  <a:pt x="3482" y="8"/>
                  <a:pt x="3488" y="10"/>
                </a:cubicBezTo>
                <a:cubicBezTo>
                  <a:pt x="3495" y="12"/>
                  <a:pt x="3501" y="15"/>
                  <a:pt x="3505" y="17"/>
                </a:cubicBezTo>
                <a:cubicBezTo>
                  <a:pt x="3510" y="20"/>
                  <a:pt x="3514" y="22"/>
                  <a:pt x="3515" y="23"/>
                </a:cubicBezTo>
                <a:cubicBezTo>
                  <a:pt x="3517" y="25"/>
                  <a:pt x="3518" y="26"/>
                  <a:pt x="3519" y="27"/>
                </a:cubicBezTo>
                <a:cubicBezTo>
                  <a:pt x="3519" y="28"/>
                  <a:pt x="3520" y="29"/>
                  <a:pt x="3520" y="31"/>
                </a:cubicBezTo>
                <a:cubicBezTo>
                  <a:pt x="3520" y="32"/>
                  <a:pt x="3520" y="34"/>
                  <a:pt x="3521" y="36"/>
                </a:cubicBezTo>
                <a:cubicBezTo>
                  <a:pt x="3521" y="38"/>
                  <a:pt x="3521" y="41"/>
                  <a:pt x="3521" y="44"/>
                </a:cubicBezTo>
                <a:cubicBezTo>
                  <a:pt x="3521" y="47"/>
                  <a:pt x="3521" y="50"/>
                  <a:pt x="3520" y="52"/>
                </a:cubicBezTo>
                <a:cubicBezTo>
                  <a:pt x="3520" y="54"/>
                  <a:pt x="3520" y="56"/>
                  <a:pt x="3519" y="58"/>
                </a:cubicBezTo>
                <a:cubicBezTo>
                  <a:pt x="3519" y="59"/>
                  <a:pt x="3518" y="61"/>
                  <a:pt x="3517" y="61"/>
                </a:cubicBezTo>
                <a:cubicBezTo>
                  <a:pt x="3516" y="62"/>
                  <a:pt x="3515" y="63"/>
                  <a:pt x="3514" y="63"/>
                </a:cubicBezTo>
                <a:cubicBezTo>
                  <a:pt x="3512" y="63"/>
                  <a:pt x="3509" y="61"/>
                  <a:pt x="3505" y="59"/>
                </a:cubicBezTo>
                <a:cubicBezTo>
                  <a:pt x="3501" y="57"/>
                  <a:pt x="3497" y="54"/>
                  <a:pt x="3491" y="51"/>
                </a:cubicBezTo>
                <a:cubicBezTo>
                  <a:pt x="3485" y="48"/>
                  <a:pt x="3478" y="45"/>
                  <a:pt x="3471" y="43"/>
                </a:cubicBezTo>
                <a:cubicBezTo>
                  <a:pt x="3463" y="40"/>
                  <a:pt x="3454" y="39"/>
                  <a:pt x="3444" y="39"/>
                </a:cubicBezTo>
                <a:cubicBezTo>
                  <a:pt x="3435" y="39"/>
                  <a:pt x="3427" y="40"/>
                  <a:pt x="3420" y="43"/>
                </a:cubicBezTo>
                <a:cubicBezTo>
                  <a:pt x="3414" y="45"/>
                  <a:pt x="3408" y="49"/>
                  <a:pt x="3404" y="53"/>
                </a:cubicBezTo>
                <a:cubicBezTo>
                  <a:pt x="3399" y="57"/>
                  <a:pt x="3396" y="62"/>
                  <a:pt x="3394" y="67"/>
                </a:cubicBezTo>
                <a:cubicBezTo>
                  <a:pt x="3392" y="73"/>
                  <a:pt x="3391" y="79"/>
                  <a:pt x="3391" y="85"/>
                </a:cubicBezTo>
                <a:cubicBezTo>
                  <a:pt x="3391" y="94"/>
                  <a:pt x="3393" y="101"/>
                  <a:pt x="3397" y="108"/>
                </a:cubicBezTo>
                <a:cubicBezTo>
                  <a:pt x="3401" y="115"/>
                  <a:pt x="3407" y="120"/>
                  <a:pt x="3414" y="125"/>
                </a:cubicBezTo>
                <a:cubicBezTo>
                  <a:pt x="3421" y="131"/>
                  <a:pt x="3429" y="135"/>
                  <a:pt x="3438" y="140"/>
                </a:cubicBezTo>
                <a:cubicBezTo>
                  <a:pt x="3447" y="144"/>
                  <a:pt x="3456" y="148"/>
                  <a:pt x="3465" y="152"/>
                </a:cubicBezTo>
                <a:cubicBezTo>
                  <a:pt x="3474" y="156"/>
                  <a:pt x="3483" y="161"/>
                  <a:pt x="3492" y="166"/>
                </a:cubicBezTo>
                <a:cubicBezTo>
                  <a:pt x="3501" y="171"/>
                  <a:pt x="3509" y="177"/>
                  <a:pt x="3516" y="184"/>
                </a:cubicBezTo>
                <a:cubicBezTo>
                  <a:pt x="3523" y="191"/>
                  <a:pt x="3528" y="200"/>
                  <a:pt x="3533" y="209"/>
                </a:cubicBezTo>
                <a:cubicBezTo>
                  <a:pt x="3537" y="219"/>
                  <a:pt x="3539" y="231"/>
                  <a:pt x="3539" y="244"/>
                </a:cubicBezTo>
                <a:cubicBezTo>
                  <a:pt x="3539" y="259"/>
                  <a:pt x="3537" y="273"/>
                  <a:pt x="3531" y="284"/>
                </a:cubicBezTo>
                <a:cubicBezTo>
                  <a:pt x="3525" y="296"/>
                  <a:pt x="3517" y="307"/>
                  <a:pt x="3507" y="315"/>
                </a:cubicBezTo>
                <a:cubicBezTo>
                  <a:pt x="3497" y="323"/>
                  <a:pt x="3486" y="330"/>
                  <a:pt x="3472" y="334"/>
                </a:cubicBezTo>
                <a:cubicBezTo>
                  <a:pt x="3459" y="338"/>
                  <a:pt x="3444" y="340"/>
                  <a:pt x="3428" y="340"/>
                </a:cubicBezTo>
                <a:cubicBezTo>
                  <a:pt x="3417" y="340"/>
                  <a:pt x="3407" y="339"/>
                  <a:pt x="3398" y="337"/>
                </a:cubicBezTo>
                <a:cubicBezTo>
                  <a:pt x="3389" y="336"/>
                  <a:pt x="3380" y="333"/>
                  <a:pt x="3373" y="331"/>
                </a:cubicBezTo>
                <a:cubicBezTo>
                  <a:pt x="3365" y="328"/>
                  <a:pt x="3359" y="325"/>
                  <a:pt x="3354" y="322"/>
                </a:cubicBezTo>
                <a:cubicBezTo>
                  <a:pt x="3350" y="319"/>
                  <a:pt x="3346" y="317"/>
                  <a:pt x="3344" y="315"/>
                </a:cubicBezTo>
                <a:cubicBezTo>
                  <a:pt x="3342" y="313"/>
                  <a:pt x="3341" y="310"/>
                  <a:pt x="3340" y="307"/>
                </a:cubicBezTo>
                <a:cubicBezTo>
                  <a:pt x="3339" y="304"/>
                  <a:pt x="3339" y="300"/>
                  <a:pt x="3339" y="295"/>
                </a:cubicBezTo>
                <a:cubicBezTo>
                  <a:pt x="3339" y="291"/>
                  <a:pt x="3339" y="288"/>
                  <a:pt x="3339" y="286"/>
                </a:cubicBezTo>
                <a:cubicBezTo>
                  <a:pt x="3339" y="283"/>
                  <a:pt x="3340" y="281"/>
                  <a:pt x="3340" y="280"/>
                </a:cubicBezTo>
                <a:cubicBezTo>
                  <a:pt x="3341" y="278"/>
                  <a:pt x="3342" y="277"/>
                  <a:pt x="3343" y="276"/>
                </a:cubicBezTo>
                <a:cubicBezTo>
                  <a:pt x="3344" y="276"/>
                  <a:pt x="3345" y="276"/>
                  <a:pt x="3347" y="276"/>
                </a:cubicBezTo>
                <a:cubicBezTo>
                  <a:pt x="3349" y="276"/>
                  <a:pt x="3352" y="277"/>
                  <a:pt x="3357" y="280"/>
                </a:cubicBezTo>
                <a:cubicBezTo>
                  <a:pt x="3361" y="283"/>
                  <a:pt x="3366" y="286"/>
                  <a:pt x="3373" y="289"/>
                </a:cubicBezTo>
                <a:cubicBezTo>
                  <a:pt x="3380" y="293"/>
                  <a:pt x="3388" y="296"/>
                  <a:pt x="3398" y="299"/>
                </a:cubicBezTo>
                <a:cubicBezTo>
                  <a:pt x="3407" y="302"/>
                  <a:pt x="3418" y="303"/>
                  <a:pt x="3430" y="303"/>
                </a:cubicBezTo>
                <a:cubicBezTo>
                  <a:pt x="3440" y="303"/>
                  <a:pt x="3448" y="302"/>
                  <a:pt x="3456" y="299"/>
                </a:cubicBezTo>
                <a:cubicBezTo>
                  <a:pt x="3464" y="297"/>
                  <a:pt x="3471" y="293"/>
                  <a:pt x="3476" y="289"/>
                </a:cubicBezTo>
                <a:cubicBezTo>
                  <a:pt x="3482" y="284"/>
                  <a:pt x="3486" y="278"/>
                  <a:pt x="3489" y="271"/>
                </a:cubicBezTo>
                <a:cubicBezTo>
                  <a:pt x="3492" y="265"/>
                  <a:pt x="3494" y="257"/>
                  <a:pt x="3494" y="248"/>
                </a:cubicBezTo>
                <a:cubicBezTo>
                  <a:pt x="3494" y="239"/>
                  <a:pt x="3492" y="232"/>
                  <a:pt x="3487" y="225"/>
                </a:cubicBezTo>
                <a:cubicBezTo>
                  <a:pt x="3483" y="217"/>
                  <a:pt x="3478" y="212"/>
                  <a:pt x="3471" y="207"/>
                </a:cubicBezTo>
                <a:cubicBezTo>
                  <a:pt x="3464" y="202"/>
                  <a:pt x="3456" y="197"/>
                  <a:pt x="3447" y="193"/>
                </a:cubicBezTo>
                <a:cubicBezTo>
                  <a:pt x="3438" y="189"/>
                  <a:pt x="3429" y="185"/>
                  <a:pt x="3420" y="180"/>
                </a:cubicBezTo>
                <a:cubicBezTo>
                  <a:pt x="3411" y="176"/>
                  <a:pt x="3402" y="171"/>
                  <a:pt x="3393" y="166"/>
                </a:cubicBezTo>
                <a:cubicBezTo>
                  <a:pt x="3384" y="161"/>
                  <a:pt x="3377" y="155"/>
                  <a:pt x="3370" y="148"/>
                </a:cubicBezTo>
                <a:cubicBezTo>
                  <a:pt x="3363" y="141"/>
                  <a:pt x="3357" y="132"/>
                  <a:pt x="3353" y="123"/>
                </a:cubicBezTo>
                <a:cubicBezTo>
                  <a:pt x="3349" y="113"/>
                  <a:pt x="3347" y="102"/>
                  <a:pt x="3347" y="89"/>
                </a:cubicBezTo>
                <a:cubicBezTo>
                  <a:pt x="3347" y="75"/>
                  <a:pt x="3349" y="63"/>
                  <a:pt x="3354" y="52"/>
                </a:cubicBezTo>
                <a:cubicBezTo>
                  <a:pt x="3359" y="41"/>
                  <a:pt x="3366" y="33"/>
                  <a:pt x="3375" y="25"/>
                </a:cubicBezTo>
                <a:cubicBezTo>
                  <a:pt x="3383" y="18"/>
                  <a:pt x="3394" y="13"/>
                  <a:pt x="3406" y="9"/>
                </a:cubicBezTo>
                <a:cubicBezTo>
                  <a:pt x="3418" y="5"/>
                  <a:pt x="3431" y="3"/>
                  <a:pt x="3445" y="3"/>
                </a:cubicBezTo>
                <a:moveTo>
                  <a:pt x="4616" y="0"/>
                </a:moveTo>
                <a:cubicBezTo>
                  <a:pt x="4626" y="0"/>
                  <a:pt x="4633" y="1"/>
                  <a:pt x="4636" y="5"/>
                </a:cubicBezTo>
                <a:cubicBezTo>
                  <a:pt x="4640" y="8"/>
                  <a:pt x="4642" y="15"/>
                  <a:pt x="4642" y="25"/>
                </a:cubicBezTo>
                <a:cubicBezTo>
                  <a:pt x="4642" y="34"/>
                  <a:pt x="4640" y="41"/>
                  <a:pt x="4636" y="44"/>
                </a:cubicBezTo>
                <a:cubicBezTo>
                  <a:pt x="4633" y="48"/>
                  <a:pt x="4626" y="50"/>
                  <a:pt x="4616" y="50"/>
                </a:cubicBezTo>
                <a:cubicBezTo>
                  <a:pt x="4606" y="50"/>
                  <a:pt x="4599" y="48"/>
                  <a:pt x="4596" y="44"/>
                </a:cubicBezTo>
                <a:cubicBezTo>
                  <a:pt x="4592" y="41"/>
                  <a:pt x="4590" y="34"/>
                  <a:pt x="4590" y="25"/>
                </a:cubicBezTo>
                <a:cubicBezTo>
                  <a:pt x="4590" y="15"/>
                  <a:pt x="4592" y="9"/>
                  <a:pt x="4596" y="5"/>
                </a:cubicBezTo>
                <a:cubicBezTo>
                  <a:pt x="4599" y="2"/>
                  <a:pt x="4606" y="0"/>
                  <a:pt x="4616" y="0"/>
                </a:cubicBezTo>
                <a:moveTo>
                  <a:pt x="1157" y="0"/>
                </a:moveTo>
                <a:cubicBezTo>
                  <a:pt x="1166" y="0"/>
                  <a:pt x="1173" y="1"/>
                  <a:pt x="1176" y="5"/>
                </a:cubicBezTo>
                <a:cubicBezTo>
                  <a:pt x="1180" y="8"/>
                  <a:pt x="1182" y="15"/>
                  <a:pt x="1182" y="25"/>
                </a:cubicBezTo>
                <a:cubicBezTo>
                  <a:pt x="1182" y="34"/>
                  <a:pt x="1180" y="41"/>
                  <a:pt x="1176" y="44"/>
                </a:cubicBezTo>
                <a:cubicBezTo>
                  <a:pt x="1173" y="48"/>
                  <a:pt x="1166" y="50"/>
                  <a:pt x="1156" y="50"/>
                </a:cubicBezTo>
                <a:cubicBezTo>
                  <a:pt x="1146" y="50"/>
                  <a:pt x="1140" y="48"/>
                  <a:pt x="1136" y="44"/>
                </a:cubicBezTo>
                <a:cubicBezTo>
                  <a:pt x="1132" y="41"/>
                  <a:pt x="1131" y="34"/>
                  <a:pt x="1131" y="25"/>
                </a:cubicBezTo>
                <a:cubicBezTo>
                  <a:pt x="1131" y="15"/>
                  <a:pt x="1132" y="9"/>
                  <a:pt x="1136" y="5"/>
                </a:cubicBezTo>
                <a:cubicBezTo>
                  <a:pt x="1140" y="2"/>
                  <a:pt x="1146" y="0"/>
                  <a:pt x="1157" y="0"/>
                </a:cubicBezTo>
                <a:close/>
              </a:path>
            </a:pathLst>
          </a:custGeom>
          <a:solidFill>
            <a:srgbClr val="5b9bd5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19" name=""/>
          <p:cNvSpPr/>
          <p:nvPr/>
        </p:nvSpPr>
        <p:spPr>
          <a:xfrm>
            <a:off x="5128560" y="5642280"/>
            <a:ext cx="44640" cy="12600"/>
          </a:xfrm>
          <a:custGeom>
            <a:avLst/>
            <a:gdLst/>
            <a:ahLst/>
            <a:rect l="0" t="0" r="r" b="b"/>
            <a:pathLst>
              <a:path w="124" h="35">
                <a:moveTo>
                  <a:pt x="9" y="0"/>
                </a:moveTo>
                <a:lnTo>
                  <a:pt x="115" y="0"/>
                </a:lnTo>
                <a:cubicBezTo>
                  <a:pt x="117" y="0"/>
                  <a:pt x="118" y="0"/>
                  <a:pt x="119" y="1"/>
                </a:cubicBezTo>
                <a:cubicBezTo>
                  <a:pt x="120" y="1"/>
                  <a:pt x="121" y="2"/>
                  <a:pt x="122" y="4"/>
                </a:cubicBezTo>
                <a:cubicBezTo>
                  <a:pt x="122" y="5"/>
                  <a:pt x="123" y="7"/>
                  <a:pt x="123" y="9"/>
                </a:cubicBezTo>
                <a:cubicBezTo>
                  <a:pt x="124" y="11"/>
                  <a:pt x="124" y="14"/>
                  <a:pt x="124" y="17"/>
                </a:cubicBezTo>
                <a:cubicBezTo>
                  <a:pt x="124" y="25"/>
                  <a:pt x="123" y="29"/>
                  <a:pt x="122" y="32"/>
                </a:cubicBezTo>
                <a:cubicBezTo>
                  <a:pt x="120" y="34"/>
                  <a:pt x="118" y="35"/>
                  <a:pt x="115" y="35"/>
                </a:cubicBezTo>
                <a:lnTo>
                  <a:pt x="9" y="35"/>
                </a:lnTo>
                <a:cubicBezTo>
                  <a:pt x="6" y="35"/>
                  <a:pt x="4" y="34"/>
                  <a:pt x="2" y="32"/>
                </a:cubicBezTo>
                <a:cubicBezTo>
                  <a:pt x="0" y="29"/>
                  <a:pt x="0" y="24"/>
                  <a:pt x="0" y="17"/>
                </a:cubicBezTo>
                <a:cubicBezTo>
                  <a:pt x="0" y="11"/>
                  <a:pt x="0" y="6"/>
                  <a:pt x="2" y="4"/>
                </a:cubicBezTo>
                <a:cubicBezTo>
                  <a:pt x="4" y="1"/>
                  <a:pt x="6" y="0"/>
                  <a:pt x="9" y="0"/>
                </a:cubicBezTo>
                <a:close/>
              </a:path>
            </a:pathLst>
          </a:custGeom>
          <a:solidFill>
            <a:srgbClr val="000000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20" name=""/>
          <p:cNvSpPr/>
          <p:nvPr/>
        </p:nvSpPr>
        <p:spPr>
          <a:xfrm>
            <a:off x="5236920" y="5567760"/>
            <a:ext cx="2734200" cy="159840"/>
          </a:xfrm>
          <a:custGeom>
            <a:avLst/>
            <a:gdLst/>
            <a:ahLst/>
            <a:rect l="0" t="0" r="r" b="b"/>
            <a:pathLst>
              <a:path w="7595" h="444">
                <a:moveTo>
                  <a:pt x="6787" y="242"/>
                </a:moveTo>
                <a:cubicBezTo>
                  <a:pt x="6776" y="242"/>
                  <a:pt x="6766" y="243"/>
                  <a:pt x="6758" y="245"/>
                </a:cubicBezTo>
                <a:cubicBezTo>
                  <a:pt x="6749" y="247"/>
                  <a:pt x="6742" y="249"/>
                  <a:pt x="6737" y="253"/>
                </a:cubicBezTo>
                <a:cubicBezTo>
                  <a:pt x="6731" y="257"/>
                  <a:pt x="6727" y="262"/>
                  <a:pt x="6725" y="268"/>
                </a:cubicBezTo>
                <a:cubicBezTo>
                  <a:pt x="6722" y="273"/>
                  <a:pt x="6720" y="279"/>
                  <a:pt x="6720" y="286"/>
                </a:cubicBezTo>
                <a:cubicBezTo>
                  <a:pt x="6720" y="298"/>
                  <a:pt x="6724" y="307"/>
                  <a:pt x="6732" y="314"/>
                </a:cubicBezTo>
                <a:cubicBezTo>
                  <a:pt x="6739" y="321"/>
                  <a:pt x="6750" y="325"/>
                  <a:pt x="6763" y="325"/>
                </a:cubicBezTo>
                <a:cubicBezTo>
                  <a:pt x="6774" y="325"/>
                  <a:pt x="6784" y="322"/>
                  <a:pt x="6793" y="316"/>
                </a:cubicBezTo>
                <a:cubicBezTo>
                  <a:pt x="6803" y="311"/>
                  <a:pt x="6813" y="302"/>
                  <a:pt x="6823" y="291"/>
                </a:cubicBezTo>
                <a:lnTo>
                  <a:pt x="6823" y="242"/>
                </a:lnTo>
                <a:lnTo>
                  <a:pt x="6787" y="242"/>
                </a:lnTo>
                <a:moveTo>
                  <a:pt x="4789" y="242"/>
                </a:moveTo>
                <a:cubicBezTo>
                  <a:pt x="4778" y="242"/>
                  <a:pt x="4768" y="243"/>
                  <a:pt x="4760" y="245"/>
                </a:cubicBezTo>
                <a:cubicBezTo>
                  <a:pt x="4751" y="247"/>
                  <a:pt x="4744" y="249"/>
                  <a:pt x="4738" y="253"/>
                </a:cubicBezTo>
                <a:cubicBezTo>
                  <a:pt x="4733" y="257"/>
                  <a:pt x="4729" y="262"/>
                  <a:pt x="4726" y="268"/>
                </a:cubicBezTo>
                <a:cubicBezTo>
                  <a:pt x="4724" y="273"/>
                  <a:pt x="4722" y="279"/>
                  <a:pt x="4722" y="286"/>
                </a:cubicBezTo>
                <a:cubicBezTo>
                  <a:pt x="4722" y="298"/>
                  <a:pt x="4726" y="307"/>
                  <a:pt x="4734" y="314"/>
                </a:cubicBezTo>
                <a:cubicBezTo>
                  <a:pt x="4741" y="321"/>
                  <a:pt x="4752" y="325"/>
                  <a:pt x="4765" y="325"/>
                </a:cubicBezTo>
                <a:cubicBezTo>
                  <a:pt x="4776" y="325"/>
                  <a:pt x="4786" y="322"/>
                  <a:pt x="4795" y="316"/>
                </a:cubicBezTo>
                <a:cubicBezTo>
                  <a:pt x="4805" y="311"/>
                  <a:pt x="4815" y="302"/>
                  <a:pt x="4825" y="291"/>
                </a:cubicBezTo>
                <a:lnTo>
                  <a:pt x="4825" y="242"/>
                </a:lnTo>
                <a:lnTo>
                  <a:pt x="4789" y="242"/>
                </a:lnTo>
                <a:moveTo>
                  <a:pt x="3815" y="242"/>
                </a:moveTo>
                <a:cubicBezTo>
                  <a:pt x="3803" y="242"/>
                  <a:pt x="3793" y="243"/>
                  <a:pt x="3785" y="245"/>
                </a:cubicBezTo>
                <a:cubicBezTo>
                  <a:pt x="3776" y="247"/>
                  <a:pt x="3769" y="249"/>
                  <a:pt x="3764" y="253"/>
                </a:cubicBezTo>
                <a:cubicBezTo>
                  <a:pt x="3758" y="257"/>
                  <a:pt x="3754" y="262"/>
                  <a:pt x="3752" y="268"/>
                </a:cubicBezTo>
                <a:cubicBezTo>
                  <a:pt x="3749" y="273"/>
                  <a:pt x="3748" y="279"/>
                  <a:pt x="3748" y="286"/>
                </a:cubicBezTo>
                <a:cubicBezTo>
                  <a:pt x="3748" y="298"/>
                  <a:pt x="3751" y="307"/>
                  <a:pt x="3759" y="314"/>
                </a:cubicBezTo>
                <a:cubicBezTo>
                  <a:pt x="3766" y="321"/>
                  <a:pt x="3777" y="325"/>
                  <a:pt x="3790" y="325"/>
                </a:cubicBezTo>
                <a:cubicBezTo>
                  <a:pt x="3801" y="325"/>
                  <a:pt x="3811" y="322"/>
                  <a:pt x="3821" y="316"/>
                </a:cubicBezTo>
                <a:cubicBezTo>
                  <a:pt x="3830" y="311"/>
                  <a:pt x="3840" y="302"/>
                  <a:pt x="3850" y="291"/>
                </a:cubicBezTo>
                <a:lnTo>
                  <a:pt x="3850" y="242"/>
                </a:lnTo>
                <a:lnTo>
                  <a:pt x="3815" y="242"/>
                </a:lnTo>
                <a:moveTo>
                  <a:pt x="2464" y="242"/>
                </a:moveTo>
                <a:cubicBezTo>
                  <a:pt x="2453" y="242"/>
                  <a:pt x="2443" y="243"/>
                  <a:pt x="2435" y="245"/>
                </a:cubicBezTo>
                <a:cubicBezTo>
                  <a:pt x="2426" y="247"/>
                  <a:pt x="2419" y="249"/>
                  <a:pt x="2413" y="253"/>
                </a:cubicBezTo>
                <a:cubicBezTo>
                  <a:pt x="2408" y="257"/>
                  <a:pt x="2404" y="262"/>
                  <a:pt x="2401" y="268"/>
                </a:cubicBezTo>
                <a:cubicBezTo>
                  <a:pt x="2399" y="273"/>
                  <a:pt x="2397" y="279"/>
                  <a:pt x="2397" y="286"/>
                </a:cubicBezTo>
                <a:cubicBezTo>
                  <a:pt x="2397" y="298"/>
                  <a:pt x="2401" y="307"/>
                  <a:pt x="2408" y="314"/>
                </a:cubicBezTo>
                <a:cubicBezTo>
                  <a:pt x="2416" y="321"/>
                  <a:pt x="2426" y="325"/>
                  <a:pt x="2440" y="325"/>
                </a:cubicBezTo>
                <a:cubicBezTo>
                  <a:pt x="2451" y="325"/>
                  <a:pt x="2461" y="322"/>
                  <a:pt x="2470" y="316"/>
                </a:cubicBezTo>
                <a:cubicBezTo>
                  <a:pt x="2480" y="311"/>
                  <a:pt x="2490" y="302"/>
                  <a:pt x="2500" y="291"/>
                </a:cubicBezTo>
                <a:lnTo>
                  <a:pt x="2500" y="242"/>
                </a:lnTo>
                <a:lnTo>
                  <a:pt x="2464" y="242"/>
                </a:lnTo>
                <a:moveTo>
                  <a:pt x="7487" y="143"/>
                </a:moveTo>
                <a:cubicBezTo>
                  <a:pt x="7477" y="143"/>
                  <a:pt x="7468" y="145"/>
                  <a:pt x="7460" y="150"/>
                </a:cubicBezTo>
                <a:cubicBezTo>
                  <a:pt x="7453" y="155"/>
                  <a:pt x="7447" y="162"/>
                  <a:pt x="7442" y="170"/>
                </a:cubicBezTo>
                <a:cubicBezTo>
                  <a:pt x="7438" y="178"/>
                  <a:pt x="7434" y="188"/>
                  <a:pt x="7432" y="198"/>
                </a:cubicBezTo>
                <a:cubicBezTo>
                  <a:pt x="7430" y="209"/>
                  <a:pt x="7429" y="219"/>
                  <a:pt x="7429" y="230"/>
                </a:cubicBezTo>
                <a:cubicBezTo>
                  <a:pt x="7429" y="241"/>
                  <a:pt x="7430" y="252"/>
                  <a:pt x="7432" y="264"/>
                </a:cubicBezTo>
                <a:cubicBezTo>
                  <a:pt x="7433" y="275"/>
                  <a:pt x="7436" y="285"/>
                  <a:pt x="7441" y="294"/>
                </a:cubicBezTo>
                <a:cubicBezTo>
                  <a:pt x="7445" y="302"/>
                  <a:pt x="7451" y="309"/>
                  <a:pt x="7458" y="314"/>
                </a:cubicBezTo>
                <a:cubicBezTo>
                  <a:pt x="7465" y="319"/>
                  <a:pt x="7475" y="322"/>
                  <a:pt x="7486" y="322"/>
                </a:cubicBezTo>
                <a:cubicBezTo>
                  <a:pt x="7491" y="322"/>
                  <a:pt x="7496" y="321"/>
                  <a:pt x="7501" y="319"/>
                </a:cubicBezTo>
                <a:cubicBezTo>
                  <a:pt x="7507" y="318"/>
                  <a:pt x="7512" y="315"/>
                  <a:pt x="7517" y="312"/>
                </a:cubicBezTo>
                <a:cubicBezTo>
                  <a:pt x="7523" y="308"/>
                  <a:pt x="7528" y="304"/>
                  <a:pt x="7534" y="298"/>
                </a:cubicBezTo>
                <a:cubicBezTo>
                  <a:pt x="7540" y="292"/>
                  <a:pt x="7546" y="285"/>
                  <a:pt x="7553" y="277"/>
                </a:cubicBezTo>
                <a:lnTo>
                  <a:pt x="7553" y="185"/>
                </a:lnTo>
                <a:cubicBezTo>
                  <a:pt x="7542" y="172"/>
                  <a:pt x="7531" y="161"/>
                  <a:pt x="7520" y="154"/>
                </a:cubicBezTo>
                <a:cubicBezTo>
                  <a:pt x="7510" y="146"/>
                  <a:pt x="7499" y="143"/>
                  <a:pt x="7487" y="143"/>
                </a:cubicBezTo>
                <a:moveTo>
                  <a:pt x="534" y="142"/>
                </a:moveTo>
                <a:cubicBezTo>
                  <a:pt x="521" y="142"/>
                  <a:pt x="510" y="144"/>
                  <a:pt x="502" y="148"/>
                </a:cubicBezTo>
                <a:cubicBezTo>
                  <a:pt x="493" y="153"/>
                  <a:pt x="485" y="159"/>
                  <a:pt x="480" y="167"/>
                </a:cubicBezTo>
                <a:cubicBezTo>
                  <a:pt x="474" y="175"/>
                  <a:pt x="470" y="184"/>
                  <a:pt x="467" y="195"/>
                </a:cubicBezTo>
                <a:cubicBezTo>
                  <a:pt x="464" y="206"/>
                  <a:pt x="462" y="218"/>
                  <a:pt x="462" y="231"/>
                </a:cubicBezTo>
                <a:cubicBezTo>
                  <a:pt x="462" y="243"/>
                  <a:pt x="464" y="255"/>
                  <a:pt x="466" y="267"/>
                </a:cubicBezTo>
                <a:cubicBezTo>
                  <a:pt x="468" y="278"/>
                  <a:pt x="472" y="287"/>
                  <a:pt x="478" y="296"/>
                </a:cubicBezTo>
                <a:cubicBezTo>
                  <a:pt x="483" y="304"/>
                  <a:pt x="490" y="310"/>
                  <a:pt x="499" y="315"/>
                </a:cubicBezTo>
                <a:cubicBezTo>
                  <a:pt x="508" y="320"/>
                  <a:pt x="519" y="322"/>
                  <a:pt x="533" y="322"/>
                </a:cubicBezTo>
                <a:cubicBezTo>
                  <a:pt x="545" y="322"/>
                  <a:pt x="556" y="320"/>
                  <a:pt x="564" y="316"/>
                </a:cubicBezTo>
                <a:cubicBezTo>
                  <a:pt x="573" y="311"/>
                  <a:pt x="581" y="305"/>
                  <a:pt x="587" y="297"/>
                </a:cubicBezTo>
                <a:cubicBezTo>
                  <a:pt x="592" y="289"/>
                  <a:pt x="597" y="280"/>
                  <a:pt x="599" y="269"/>
                </a:cubicBezTo>
                <a:cubicBezTo>
                  <a:pt x="602" y="257"/>
                  <a:pt x="603" y="245"/>
                  <a:pt x="603" y="232"/>
                </a:cubicBezTo>
                <a:cubicBezTo>
                  <a:pt x="603" y="220"/>
                  <a:pt x="602" y="208"/>
                  <a:pt x="600" y="197"/>
                </a:cubicBezTo>
                <a:cubicBezTo>
                  <a:pt x="598" y="186"/>
                  <a:pt x="594" y="177"/>
                  <a:pt x="589" y="168"/>
                </a:cubicBezTo>
                <a:cubicBezTo>
                  <a:pt x="583" y="160"/>
                  <a:pt x="576" y="154"/>
                  <a:pt x="567" y="149"/>
                </a:cubicBezTo>
                <a:cubicBezTo>
                  <a:pt x="558" y="144"/>
                  <a:pt x="547" y="142"/>
                  <a:pt x="534" y="142"/>
                </a:cubicBezTo>
                <a:moveTo>
                  <a:pt x="7234" y="139"/>
                </a:moveTo>
                <a:cubicBezTo>
                  <a:pt x="7223" y="139"/>
                  <a:pt x="7214" y="141"/>
                  <a:pt x="7206" y="145"/>
                </a:cubicBezTo>
                <a:cubicBezTo>
                  <a:pt x="7199" y="149"/>
                  <a:pt x="7192" y="154"/>
                  <a:pt x="7187" y="160"/>
                </a:cubicBezTo>
                <a:cubicBezTo>
                  <a:pt x="7182" y="167"/>
                  <a:pt x="7178" y="174"/>
                  <a:pt x="7175" y="183"/>
                </a:cubicBezTo>
                <a:cubicBezTo>
                  <a:pt x="7172" y="191"/>
                  <a:pt x="7170" y="200"/>
                  <a:pt x="7170" y="209"/>
                </a:cubicBezTo>
                <a:lnTo>
                  <a:pt x="7294" y="209"/>
                </a:lnTo>
                <a:cubicBezTo>
                  <a:pt x="7294" y="188"/>
                  <a:pt x="7289" y="170"/>
                  <a:pt x="7279" y="158"/>
                </a:cubicBezTo>
                <a:cubicBezTo>
                  <a:pt x="7269" y="146"/>
                  <a:pt x="7254" y="139"/>
                  <a:pt x="7234" y="139"/>
                </a:cubicBezTo>
                <a:moveTo>
                  <a:pt x="6527" y="139"/>
                </a:moveTo>
                <a:cubicBezTo>
                  <a:pt x="6516" y="139"/>
                  <a:pt x="6507" y="141"/>
                  <a:pt x="6500" y="145"/>
                </a:cubicBezTo>
                <a:cubicBezTo>
                  <a:pt x="6492" y="149"/>
                  <a:pt x="6485" y="154"/>
                  <a:pt x="6480" y="160"/>
                </a:cubicBezTo>
                <a:cubicBezTo>
                  <a:pt x="6475" y="167"/>
                  <a:pt x="6471" y="174"/>
                  <a:pt x="6468" y="183"/>
                </a:cubicBezTo>
                <a:cubicBezTo>
                  <a:pt x="6465" y="191"/>
                  <a:pt x="6464" y="200"/>
                  <a:pt x="6463" y="209"/>
                </a:cubicBezTo>
                <a:lnTo>
                  <a:pt x="6587" y="209"/>
                </a:lnTo>
                <a:cubicBezTo>
                  <a:pt x="6587" y="188"/>
                  <a:pt x="6582" y="170"/>
                  <a:pt x="6572" y="158"/>
                </a:cubicBezTo>
                <a:cubicBezTo>
                  <a:pt x="6562" y="146"/>
                  <a:pt x="6547" y="139"/>
                  <a:pt x="6527" y="139"/>
                </a:cubicBezTo>
                <a:moveTo>
                  <a:pt x="5197" y="139"/>
                </a:moveTo>
                <a:cubicBezTo>
                  <a:pt x="5187" y="139"/>
                  <a:pt x="5178" y="141"/>
                  <a:pt x="5170" y="145"/>
                </a:cubicBezTo>
                <a:cubicBezTo>
                  <a:pt x="5162" y="149"/>
                  <a:pt x="5156" y="154"/>
                  <a:pt x="5151" y="160"/>
                </a:cubicBezTo>
                <a:cubicBezTo>
                  <a:pt x="5146" y="167"/>
                  <a:pt x="5141" y="174"/>
                  <a:pt x="5139" y="183"/>
                </a:cubicBezTo>
                <a:cubicBezTo>
                  <a:pt x="5136" y="191"/>
                  <a:pt x="5134" y="200"/>
                  <a:pt x="5134" y="209"/>
                </a:cubicBezTo>
                <a:lnTo>
                  <a:pt x="5258" y="209"/>
                </a:lnTo>
                <a:cubicBezTo>
                  <a:pt x="5258" y="188"/>
                  <a:pt x="5253" y="170"/>
                  <a:pt x="5243" y="158"/>
                </a:cubicBezTo>
                <a:cubicBezTo>
                  <a:pt x="5233" y="146"/>
                  <a:pt x="5218" y="139"/>
                  <a:pt x="5197" y="139"/>
                </a:cubicBezTo>
                <a:moveTo>
                  <a:pt x="2927" y="139"/>
                </a:moveTo>
                <a:cubicBezTo>
                  <a:pt x="2917" y="139"/>
                  <a:pt x="2908" y="141"/>
                  <a:pt x="2900" y="145"/>
                </a:cubicBezTo>
                <a:cubicBezTo>
                  <a:pt x="2892" y="149"/>
                  <a:pt x="2886" y="154"/>
                  <a:pt x="2881" y="160"/>
                </a:cubicBezTo>
                <a:cubicBezTo>
                  <a:pt x="2875" y="167"/>
                  <a:pt x="2871" y="174"/>
                  <a:pt x="2868" y="183"/>
                </a:cubicBezTo>
                <a:cubicBezTo>
                  <a:pt x="2866" y="191"/>
                  <a:pt x="2864" y="200"/>
                  <a:pt x="2864" y="209"/>
                </a:cubicBezTo>
                <a:lnTo>
                  <a:pt x="2988" y="209"/>
                </a:lnTo>
                <a:cubicBezTo>
                  <a:pt x="2988" y="188"/>
                  <a:pt x="2983" y="170"/>
                  <a:pt x="2973" y="158"/>
                </a:cubicBezTo>
                <a:cubicBezTo>
                  <a:pt x="2963" y="146"/>
                  <a:pt x="2947" y="139"/>
                  <a:pt x="2927" y="139"/>
                </a:cubicBezTo>
                <a:moveTo>
                  <a:pt x="5673" y="110"/>
                </a:moveTo>
                <a:cubicBezTo>
                  <a:pt x="5677" y="110"/>
                  <a:pt x="5680" y="111"/>
                  <a:pt x="5683" y="111"/>
                </a:cubicBezTo>
                <a:cubicBezTo>
                  <a:pt x="5686" y="111"/>
                  <a:pt x="5688" y="112"/>
                  <a:pt x="5689" y="112"/>
                </a:cubicBezTo>
                <a:cubicBezTo>
                  <a:pt x="5691" y="113"/>
                  <a:pt x="5692" y="114"/>
                  <a:pt x="5692" y="115"/>
                </a:cubicBezTo>
                <a:cubicBezTo>
                  <a:pt x="5693" y="116"/>
                  <a:pt x="5693" y="117"/>
                  <a:pt x="5693" y="118"/>
                </a:cubicBezTo>
                <a:lnTo>
                  <a:pt x="5693" y="346"/>
                </a:lnTo>
                <a:cubicBezTo>
                  <a:pt x="5693" y="347"/>
                  <a:pt x="5693" y="349"/>
                  <a:pt x="5692" y="349"/>
                </a:cubicBezTo>
                <a:cubicBezTo>
                  <a:pt x="5692" y="350"/>
                  <a:pt x="5691" y="351"/>
                  <a:pt x="5689" y="352"/>
                </a:cubicBezTo>
                <a:cubicBezTo>
                  <a:pt x="5688" y="353"/>
                  <a:pt x="5686" y="353"/>
                  <a:pt x="5683" y="353"/>
                </a:cubicBezTo>
                <a:cubicBezTo>
                  <a:pt x="5680" y="354"/>
                  <a:pt x="5677" y="354"/>
                  <a:pt x="5673" y="354"/>
                </a:cubicBezTo>
                <a:cubicBezTo>
                  <a:pt x="5668" y="354"/>
                  <a:pt x="5665" y="354"/>
                  <a:pt x="5662" y="353"/>
                </a:cubicBezTo>
                <a:cubicBezTo>
                  <a:pt x="5660" y="353"/>
                  <a:pt x="5658" y="353"/>
                  <a:pt x="5656" y="352"/>
                </a:cubicBezTo>
                <a:cubicBezTo>
                  <a:pt x="5655" y="351"/>
                  <a:pt x="5653" y="350"/>
                  <a:pt x="5653" y="349"/>
                </a:cubicBezTo>
                <a:cubicBezTo>
                  <a:pt x="5652" y="349"/>
                  <a:pt x="5652" y="347"/>
                  <a:pt x="5652" y="346"/>
                </a:cubicBezTo>
                <a:lnTo>
                  <a:pt x="5652" y="118"/>
                </a:lnTo>
                <a:cubicBezTo>
                  <a:pt x="5652" y="117"/>
                  <a:pt x="5652" y="116"/>
                  <a:pt x="5653" y="115"/>
                </a:cubicBezTo>
                <a:cubicBezTo>
                  <a:pt x="5653" y="114"/>
                  <a:pt x="5655" y="113"/>
                  <a:pt x="5656" y="112"/>
                </a:cubicBezTo>
                <a:cubicBezTo>
                  <a:pt x="5658" y="112"/>
                  <a:pt x="5660" y="111"/>
                  <a:pt x="5662" y="111"/>
                </a:cubicBezTo>
                <a:cubicBezTo>
                  <a:pt x="5665" y="111"/>
                  <a:pt x="5668" y="110"/>
                  <a:pt x="5673" y="110"/>
                </a:cubicBezTo>
                <a:moveTo>
                  <a:pt x="3351" y="110"/>
                </a:moveTo>
                <a:cubicBezTo>
                  <a:pt x="3355" y="110"/>
                  <a:pt x="3358" y="110"/>
                  <a:pt x="3361" y="111"/>
                </a:cubicBezTo>
                <a:cubicBezTo>
                  <a:pt x="3363" y="111"/>
                  <a:pt x="3365" y="111"/>
                  <a:pt x="3367" y="112"/>
                </a:cubicBezTo>
                <a:cubicBezTo>
                  <a:pt x="3369" y="113"/>
                  <a:pt x="3370" y="114"/>
                  <a:pt x="3370" y="115"/>
                </a:cubicBezTo>
                <a:cubicBezTo>
                  <a:pt x="3371" y="116"/>
                  <a:pt x="3371" y="117"/>
                  <a:pt x="3371" y="118"/>
                </a:cubicBezTo>
                <a:lnTo>
                  <a:pt x="3371" y="250"/>
                </a:lnTo>
                <a:cubicBezTo>
                  <a:pt x="3371" y="265"/>
                  <a:pt x="3373" y="275"/>
                  <a:pt x="3375" y="283"/>
                </a:cubicBezTo>
                <a:cubicBezTo>
                  <a:pt x="3376" y="291"/>
                  <a:pt x="3379" y="298"/>
                  <a:pt x="3383" y="304"/>
                </a:cubicBezTo>
                <a:cubicBezTo>
                  <a:pt x="3387" y="309"/>
                  <a:pt x="3392" y="314"/>
                  <a:pt x="3398" y="317"/>
                </a:cubicBezTo>
                <a:cubicBezTo>
                  <a:pt x="3404" y="320"/>
                  <a:pt x="3411" y="321"/>
                  <a:pt x="3419" y="321"/>
                </a:cubicBezTo>
                <a:cubicBezTo>
                  <a:pt x="3430" y="321"/>
                  <a:pt x="3440" y="318"/>
                  <a:pt x="3451" y="310"/>
                </a:cubicBezTo>
                <a:cubicBezTo>
                  <a:pt x="3461" y="303"/>
                  <a:pt x="3472" y="292"/>
                  <a:pt x="3484" y="278"/>
                </a:cubicBezTo>
                <a:lnTo>
                  <a:pt x="3484" y="118"/>
                </a:lnTo>
                <a:cubicBezTo>
                  <a:pt x="3484" y="117"/>
                  <a:pt x="3484" y="116"/>
                  <a:pt x="3484" y="115"/>
                </a:cubicBezTo>
                <a:cubicBezTo>
                  <a:pt x="3485" y="114"/>
                  <a:pt x="3486" y="113"/>
                  <a:pt x="3488" y="112"/>
                </a:cubicBezTo>
                <a:cubicBezTo>
                  <a:pt x="3490" y="111"/>
                  <a:pt x="3492" y="111"/>
                  <a:pt x="3494" y="111"/>
                </a:cubicBezTo>
                <a:cubicBezTo>
                  <a:pt x="3497" y="110"/>
                  <a:pt x="3500" y="110"/>
                  <a:pt x="3504" y="110"/>
                </a:cubicBezTo>
                <a:cubicBezTo>
                  <a:pt x="3509" y="110"/>
                  <a:pt x="3512" y="110"/>
                  <a:pt x="3515" y="111"/>
                </a:cubicBezTo>
                <a:cubicBezTo>
                  <a:pt x="3517" y="111"/>
                  <a:pt x="3519" y="111"/>
                  <a:pt x="3521" y="112"/>
                </a:cubicBezTo>
                <a:cubicBezTo>
                  <a:pt x="3522" y="113"/>
                  <a:pt x="3524" y="114"/>
                  <a:pt x="3524" y="115"/>
                </a:cubicBezTo>
                <a:cubicBezTo>
                  <a:pt x="3525" y="116"/>
                  <a:pt x="3525" y="117"/>
                  <a:pt x="3525" y="118"/>
                </a:cubicBezTo>
                <a:lnTo>
                  <a:pt x="3525" y="346"/>
                </a:lnTo>
                <a:cubicBezTo>
                  <a:pt x="3525" y="347"/>
                  <a:pt x="3525" y="349"/>
                  <a:pt x="3525" y="349"/>
                </a:cubicBezTo>
                <a:cubicBezTo>
                  <a:pt x="3524" y="350"/>
                  <a:pt x="3523" y="351"/>
                  <a:pt x="3521" y="352"/>
                </a:cubicBezTo>
                <a:cubicBezTo>
                  <a:pt x="3520" y="353"/>
                  <a:pt x="3518" y="353"/>
                  <a:pt x="3515" y="353"/>
                </a:cubicBezTo>
                <a:cubicBezTo>
                  <a:pt x="3513" y="354"/>
                  <a:pt x="3510" y="354"/>
                  <a:pt x="3507" y="354"/>
                </a:cubicBezTo>
                <a:cubicBezTo>
                  <a:pt x="3503" y="354"/>
                  <a:pt x="3500" y="354"/>
                  <a:pt x="3497" y="353"/>
                </a:cubicBezTo>
                <a:cubicBezTo>
                  <a:pt x="3495" y="353"/>
                  <a:pt x="3493" y="353"/>
                  <a:pt x="3491" y="352"/>
                </a:cubicBezTo>
                <a:cubicBezTo>
                  <a:pt x="3490" y="351"/>
                  <a:pt x="3489" y="350"/>
                  <a:pt x="3488" y="349"/>
                </a:cubicBezTo>
                <a:cubicBezTo>
                  <a:pt x="3488" y="349"/>
                  <a:pt x="3488" y="347"/>
                  <a:pt x="3488" y="346"/>
                </a:cubicBezTo>
                <a:lnTo>
                  <a:pt x="3488" y="316"/>
                </a:lnTo>
                <a:cubicBezTo>
                  <a:pt x="3475" y="330"/>
                  <a:pt x="3462" y="341"/>
                  <a:pt x="3449" y="347"/>
                </a:cubicBezTo>
                <a:cubicBezTo>
                  <a:pt x="3437" y="354"/>
                  <a:pt x="3424" y="357"/>
                  <a:pt x="3411" y="357"/>
                </a:cubicBezTo>
                <a:cubicBezTo>
                  <a:pt x="3396" y="357"/>
                  <a:pt x="3383" y="355"/>
                  <a:pt x="3373" y="350"/>
                </a:cubicBezTo>
                <a:cubicBezTo>
                  <a:pt x="3362" y="345"/>
                  <a:pt x="3354" y="338"/>
                  <a:pt x="3348" y="329"/>
                </a:cubicBezTo>
                <a:cubicBezTo>
                  <a:pt x="3341" y="320"/>
                  <a:pt x="3337" y="310"/>
                  <a:pt x="3334" y="299"/>
                </a:cubicBezTo>
                <a:cubicBezTo>
                  <a:pt x="3331" y="287"/>
                  <a:pt x="3330" y="273"/>
                  <a:pt x="3330" y="256"/>
                </a:cubicBezTo>
                <a:lnTo>
                  <a:pt x="3330" y="118"/>
                </a:lnTo>
                <a:cubicBezTo>
                  <a:pt x="3330" y="117"/>
                  <a:pt x="3330" y="116"/>
                  <a:pt x="3331" y="115"/>
                </a:cubicBezTo>
                <a:cubicBezTo>
                  <a:pt x="3331" y="114"/>
                  <a:pt x="3332" y="113"/>
                  <a:pt x="3334" y="112"/>
                </a:cubicBezTo>
                <a:cubicBezTo>
                  <a:pt x="3336" y="111"/>
                  <a:pt x="3338" y="111"/>
                  <a:pt x="3340" y="111"/>
                </a:cubicBezTo>
                <a:cubicBezTo>
                  <a:pt x="3343" y="110"/>
                  <a:pt x="3347" y="110"/>
                  <a:pt x="3351" y="110"/>
                </a:cubicBezTo>
                <a:moveTo>
                  <a:pt x="1797" y="110"/>
                </a:moveTo>
                <a:cubicBezTo>
                  <a:pt x="1802" y="110"/>
                  <a:pt x="1806" y="110"/>
                  <a:pt x="1809" y="111"/>
                </a:cubicBezTo>
                <a:cubicBezTo>
                  <a:pt x="1812" y="111"/>
                  <a:pt x="1814" y="111"/>
                  <a:pt x="1816" y="112"/>
                </a:cubicBezTo>
                <a:cubicBezTo>
                  <a:pt x="1818" y="112"/>
                  <a:pt x="1819" y="113"/>
                  <a:pt x="1820" y="114"/>
                </a:cubicBezTo>
                <a:cubicBezTo>
                  <a:pt x="1820" y="115"/>
                  <a:pt x="1821" y="116"/>
                  <a:pt x="1822" y="117"/>
                </a:cubicBezTo>
                <a:lnTo>
                  <a:pt x="1874" y="201"/>
                </a:lnTo>
                <a:lnTo>
                  <a:pt x="1926" y="117"/>
                </a:lnTo>
                <a:cubicBezTo>
                  <a:pt x="1927" y="116"/>
                  <a:pt x="1927" y="115"/>
                  <a:pt x="1928" y="114"/>
                </a:cubicBezTo>
                <a:cubicBezTo>
                  <a:pt x="1929" y="113"/>
                  <a:pt x="1930" y="113"/>
                  <a:pt x="1931" y="112"/>
                </a:cubicBezTo>
                <a:cubicBezTo>
                  <a:pt x="1933" y="111"/>
                  <a:pt x="1935" y="111"/>
                  <a:pt x="1938" y="111"/>
                </a:cubicBezTo>
                <a:cubicBezTo>
                  <a:pt x="1940" y="110"/>
                  <a:pt x="1944" y="110"/>
                  <a:pt x="1948" y="110"/>
                </a:cubicBezTo>
                <a:cubicBezTo>
                  <a:pt x="1953" y="110"/>
                  <a:pt x="1957" y="111"/>
                  <a:pt x="1960" y="111"/>
                </a:cubicBezTo>
                <a:cubicBezTo>
                  <a:pt x="1964" y="111"/>
                  <a:pt x="1966" y="112"/>
                  <a:pt x="1967" y="113"/>
                </a:cubicBezTo>
                <a:cubicBezTo>
                  <a:pt x="1969" y="114"/>
                  <a:pt x="1970" y="115"/>
                  <a:pt x="1969" y="117"/>
                </a:cubicBezTo>
                <a:cubicBezTo>
                  <a:pt x="1969" y="118"/>
                  <a:pt x="1968" y="120"/>
                  <a:pt x="1967" y="123"/>
                </a:cubicBezTo>
                <a:lnTo>
                  <a:pt x="1900" y="228"/>
                </a:lnTo>
                <a:lnTo>
                  <a:pt x="1971" y="341"/>
                </a:lnTo>
                <a:cubicBezTo>
                  <a:pt x="1972" y="344"/>
                  <a:pt x="1973" y="346"/>
                  <a:pt x="1973" y="347"/>
                </a:cubicBezTo>
                <a:cubicBezTo>
                  <a:pt x="1973" y="349"/>
                  <a:pt x="1972" y="350"/>
                  <a:pt x="1970" y="351"/>
                </a:cubicBezTo>
                <a:cubicBezTo>
                  <a:pt x="1968" y="352"/>
                  <a:pt x="1966" y="353"/>
                  <a:pt x="1963" y="353"/>
                </a:cubicBezTo>
                <a:cubicBezTo>
                  <a:pt x="1960" y="354"/>
                  <a:pt x="1955" y="354"/>
                  <a:pt x="1950" y="354"/>
                </a:cubicBezTo>
                <a:cubicBezTo>
                  <a:pt x="1945" y="354"/>
                  <a:pt x="1941" y="354"/>
                  <a:pt x="1938" y="354"/>
                </a:cubicBezTo>
                <a:cubicBezTo>
                  <a:pt x="1935" y="353"/>
                  <a:pt x="1933" y="353"/>
                  <a:pt x="1931" y="352"/>
                </a:cubicBezTo>
                <a:cubicBezTo>
                  <a:pt x="1929" y="352"/>
                  <a:pt x="1928" y="351"/>
                  <a:pt x="1927" y="350"/>
                </a:cubicBezTo>
                <a:cubicBezTo>
                  <a:pt x="1926" y="349"/>
                  <a:pt x="1925" y="348"/>
                  <a:pt x="1925" y="347"/>
                </a:cubicBezTo>
                <a:lnTo>
                  <a:pt x="1870" y="256"/>
                </a:lnTo>
                <a:lnTo>
                  <a:pt x="1816" y="347"/>
                </a:lnTo>
                <a:cubicBezTo>
                  <a:pt x="1815" y="348"/>
                  <a:pt x="1814" y="349"/>
                  <a:pt x="1814" y="350"/>
                </a:cubicBezTo>
                <a:cubicBezTo>
                  <a:pt x="1813" y="351"/>
                  <a:pt x="1811" y="352"/>
                  <a:pt x="1809" y="352"/>
                </a:cubicBezTo>
                <a:cubicBezTo>
                  <a:pt x="1808" y="353"/>
                  <a:pt x="1806" y="353"/>
                  <a:pt x="1803" y="354"/>
                </a:cubicBezTo>
                <a:cubicBezTo>
                  <a:pt x="1800" y="354"/>
                  <a:pt x="1796" y="354"/>
                  <a:pt x="1791" y="354"/>
                </a:cubicBezTo>
                <a:cubicBezTo>
                  <a:pt x="1786" y="354"/>
                  <a:pt x="1782" y="354"/>
                  <a:pt x="1779" y="353"/>
                </a:cubicBezTo>
                <a:cubicBezTo>
                  <a:pt x="1776" y="353"/>
                  <a:pt x="1774" y="352"/>
                  <a:pt x="1772" y="351"/>
                </a:cubicBezTo>
                <a:cubicBezTo>
                  <a:pt x="1771" y="350"/>
                  <a:pt x="1770" y="349"/>
                  <a:pt x="1771" y="347"/>
                </a:cubicBezTo>
                <a:cubicBezTo>
                  <a:pt x="1771" y="346"/>
                  <a:pt x="1771" y="344"/>
                  <a:pt x="1773" y="341"/>
                </a:cubicBezTo>
                <a:lnTo>
                  <a:pt x="1844" y="230"/>
                </a:lnTo>
                <a:lnTo>
                  <a:pt x="1777" y="123"/>
                </a:lnTo>
                <a:cubicBezTo>
                  <a:pt x="1775" y="121"/>
                  <a:pt x="1774" y="119"/>
                  <a:pt x="1774" y="117"/>
                </a:cubicBezTo>
                <a:cubicBezTo>
                  <a:pt x="1774" y="115"/>
                  <a:pt x="1775" y="114"/>
                  <a:pt x="1777" y="113"/>
                </a:cubicBezTo>
                <a:cubicBezTo>
                  <a:pt x="1778" y="112"/>
                  <a:pt x="1781" y="111"/>
                  <a:pt x="1784" y="111"/>
                </a:cubicBezTo>
                <a:cubicBezTo>
                  <a:pt x="1787" y="111"/>
                  <a:pt x="1792" y="110"/>
                  <a:pt x="1797" y="110"/>
                </a:cubicBezTo>
                <a:moveTo>
                  <a:pt x="1188" y="110"/>
                </a:moveTo>
                <a:cubicBezTo>
                  <a:pt x="1193" y="110"/>
                  <a:pt x="1197" y="110"/>
                  <a:pt x="1200" y="111"/>
                </a:cubicBezTo>
                <a:cubicBezTo>
                  <a:pt x="1203" y="111"/>
                  <a:pt x="1205" y="111"/>
                  <a:pt x="1207" y="112"/>
                </a:cubicBezTo>
                <a:cubicBezTo>
                  <a:pt x="1208" y="113"/>
                  <a:pt x="1210" y="114"/>
                  <a:pt x="1210" y="115"/>
                </a:cubicBezTo>
                <a:cubicBezTo>
                  <a:pt x="1211" y="116"/>
                  <a:pt x="1212" y="118"/>
                  <a:pt x="1213" y="120"/>
                </a:cubicBezTo>
                <a:lnTo>
                  <a:pt x="1278" y="303"/>
                </a:lnTo>
                <a:lnTo>
                  <a:pt x="1341" y="119"/>
                </a:lnTo>
                <a:cubicBezTo>
                  <a:pt x="1342" y="116"/>
                  <a:pt x="1343" y="114"/>
                  <a:pt x="1344" y="113"/>
                </a:cubicBezTo>
                <a:cubicBezTo>
                  <a:pt x="1346" y="112"/>
                  <a:pt x="1348" y="111"/>
                  <a:pt x="1351" y="111"/>
                </a:cubicBezTo>
                <a:cubicBezTo>
                  <a:pt x="1354" y="111"/>
                  <a:pt x="1358" y="110"/>
                  <a:pt x="1363" y="110"/>
                </a:cubicBezTo>
                <a:cubicBezTo>
                  <a:pt x="1368" y="110"/>
                  <a:pt x="1372" y="111"/>
                  <a:pt x="1375" y="111"/>
                </a:cubicBezTo>
                <a:cubicBezTo>
                  <a:pt x="1378" y="111"/>
                  <a:pt x="1380" y="112"/>
                  <a:pt x="1381" y="113"/>
                </a:cubicBezTo>
                <a:cubicBezTo>
                  <a:pt x="1383" y="115"/>
                  <a:pt x="1384" y="116"/>
                  <a:pt x="1384" y="118"/>
                </a:cubicBezTo>
                <a:cubicBezTo>
                  <a:pt x="1384" y="120"/>
                  <a:pt x="1383" y="123"/>
                  <a:pt x="1382" y="126"/>
                </a:cubicBezTo>
                <a:lnTo>
                  <a:pt x="1301" y="352"/>
                </a:lnTo>
                <a:lnTo>
                  <a:pt x="1271" y="436"/>
                </a:lnTo>
                <a:cubicBezTo>
                  <a:pt x="1270" y="439"/>
                  <a:pt x="1267" y="441"/>
                  <a:pt x="1263" y="442"/>
                </a:cubicBezTo>
                <a:cubicBezTo>
                  <a:pt x="1259" y="443"/>
                  <a:pt x="1252" y="444"/>
                  <a:pt x="1244" y="444"/>
                </a:cubicBezTo>
                <a:cubicBezTo>
                  <a:pt x="1240" y="444"/>
                  <a:pt x="1236" y="444"/>
                  <a:pt x="1233" y="444"/>
                </a:cubicBezTo>
                <a:cubicBezTo>
                  <a:pt x="1231" y="443"/>
                  <a:pt x="1229" y="442"/>
                  <a:pt x="1227" y="441"/>
                </a:cubicBezTo>
                <a:cubicBezTo>
                  <a:pt x="1226" y="440"/>
                  <a:pt x="1225" y="439"/>
                  <a:pt x="1225" y="437"/>
                </a:cubicBezTo>
                <a:cubicBezTo>
                  <a:pt x="1225" y="436"/>
                  <a:pt x="1225" y="434"/>
                  <a:pt x="1226" y="431"/>
                </a:cubicBezTo>
                <a:lnTo>
                  <a:pt x="1257" y="352"/>
                </a:lnTo>
                <a:cubicBezTo>
                  <a:pt x="1256" y="352"/>
                  <a:pt x="1254" y="351"/>
                  <a:pt x="1253" y="349"/>
                </a:cubicBezTo>
                <a:cubicBezTo>
                  <a:pt x="1252" y="348"/>
                  <a:pt x="1251" y="346"/>
                  <a:pt x="1250" y="344"/>
                </a:cubicBezTo>
                <a:lnTo>
                  <a:pt x="1169" y="126"/>
                </a:lnTo>
                <a:cubicBezTo>
                  <a:pt x="1168" y="123"/>
                  <a:pt x="1167" y="120"/>
                  <a:pt x="1167" y="118"/>
                </a:cubicBezTo>
                <a:cubicBezTo>
                  <a:pt x="1167" y="116"/>
                  <a:pt x="1168" y="115"/>
                  <a:pt x="1169" y="113"/>
                </a:cubicBezTo>
                <a:cubicBezTo>
                  <a:pt x="1171" y="112"/>
                  <a:pt x="1173" y="111"/>
                  <a:pt x="1176" y="111"/>
                </a:cubicBezTo>
                <a:cubicBezTo>
                  <a:pt x="1179" y="111"/>
                  <a:pt x="1183" y="110"/>
                  <a:pt x="1188" y="110"/>
                </a:cubicBezTo>
                <a:moveTo>
                  <a:pt x="6131" y="107"/>
                </a:moveTo>
                <a:cubicBezTo>
                  <a:pt x="6139" y="107"/>
                  <a:pt x="6146" y="108"/>
                  <a:pt x="6152" y="109"/>
                </a:cubicBezTo>
                <a:cubicBezTo>
                  <a:pt x="6159" y="110"/>
                  <a:pt x="6165" y="112"/>
                  <a:pt x="6171" y="114"/>
                </a:cubicBezTo>
                <a:cubicBezTo>
                  <a:pt x="6177" y="117"/>
                  <a:pt x="6182" y="119"/>
                  <a:pt x="6187" y="122"/>
                </a:cubicBezTo>
                <a:cubicBezTo>
                  <a:pt x="6191" y="125"/>
                  <a:pt x="6194" y="127"/>
                  <a:pt x="6196" y="129"/>
                </a:cubicBezTo>
                <a:cubicBezTo>
                  <a:pt x="6198" y="131"/>
                  <a:pt x="6200" y="133"/>
                  <a:pt x="6200" y="134"/>
                </a:cubicBezTo>
                <a:cubicBezTo>
                  <a:pt x="6201" y="135"/>
                  <a:pt x="6202" y="137"/>
                  <a:pt x="6202" y="138"/>
                </a:cubicBezTo>
                <a:cubicBezTo>
                  <a:pt x="6203" y="140"/>
                  <a:pt x="6203" y="142"/>
                  <a:pt x="6203" y="144"/>
                </a:cubicBezTo>
                <a:cubicBezTo>
                  <a:pt x="6204" y="146"/>
                  <a:pt x="6204" y="148"/>
                  <a:pt x="6204" y="151"/>
                </a:cubicBezTo>
                <a:cubicBezTo>
                  <a:pt x="6204" y="158"/>
                  <a:pt x="6203" y="162"/>
                  <a:pt x="6201" y="165"/>
                </a:cubicBezTo>
                <a:cubicBezTo>
                  <a:pt x="6200" y="168"/>
                  <a:pt x="6198" y="169"/>
                  <a:pt x="6196" y="169"/>
                </a:cubicBezTo>
                <a:cubicBezTo>
                  <a:pt x="6193" y="169"/>
                  <a:pt x="6190" y="167"/>
                  <a:pt x="6187" y="165"/>
                </a:cubicBezTo>
                <a:cubicBezTo>
                  <a:pt x="6184" y="162"/>
                  <a:pt x="6180" y="159"/>
                  <a:pt x="6175" y="155"/>
                </a:cubicBezTo>
                <a:cubicBezTo>
                  <a:pt x="6169" y="152"/>
                  <a:pt x="6163" y="149"/>
                  <a:pt x="6156" y="146"/>
                </a:cubicBezTo>
                <a:cubicBezTo>
                  <a:pt x="6149" y="143"/>
                  <a:pt x="6141" y="142"/>
                  <a:pt x="6131" y="142"/>
                </a:cubicBezTo>
                <a:cubicBezTo>
                  <a:pt x="6111" y="142"/>
                  <a:pt x="6096" y="150"/>
                  <a:pt x="6085" y="165"/>
                </a:cubicBezTo>
                <a:cubicBezTo>
                  <a:pt x="6074" y="181"/>
                  <a:pt x="6069" y="203"/>
                  <a:pt x="6069" y="232"/>
                </a:cubicBezTo>
                <a:cubicBezTo>
                  <a:pt x="6069" y="247"/>
                  <a:pt x="6070" y="260"/>
                  <a:pt x="6073" y="272"/>
                </a:cubicBezTo>
                <a:cubicBezTo>
                  <a:pt x="6076" y="283"/>
                  <a:pt x="6080" y="292"/>
                  <a:pt x="6085" y="299"/>
                </a:cubicBezTo>
                <a:cubicBezTo>
                  <a:pt x="6091" y="307"/>
                  <a:pt x="6097" y="312"/>
                  <a:pt x="6105" y="316"/>
                </a:cubicBezTo>
                <a:cubicBezTo>
                  <a:pt x="6113" y="319"/>
                  <a:pt x="6122" y="321"/>
                  <a:pt x="6132" y="321"/>
                </a:cubicBezTo>
                <a:cubicBezTo>
                  <a:pt x="6141" y="321"/>
                  <a:pt x="6150" y="320"/>
                  <a:pt x="6157" y="317"/>
                </a:cubicBezTo>
                <a:cubicBezTo>
                  <a:pt x="6164" y="314"/>
                  <a:pt x="6171" y="310"/>
                  <a:pt x="6176" y="307"/>
                </a:cubicBezTo>
                <a:cubicBezTo>
                  <a:pt x="6181" y="303"/>
                  <a:pt x="6186" y="300"/>
                  <a:pt x="6189" y="297"/>
                </a:cubicBezTo>
                <a:cubicBezTo>
                  <a:pt x="6193" y="294"/>
                  <a:pt x="6196" y="292"/>
                  <a:pt x="6198" y="292"/>
                </a:cubicBezTo>
                <a:cubicBezTo>
                  <a:pt x="6199" y="292"/>
                  <a:pt x="6200" y="293"/>
                  <a:pt x="6201" y="293"/>
                </a:cubicBezTo>
                <a:cubicBezTo>
                  <a:pt x="6201" y="294"/>
                  <a:pt x="6202" y="295"/>
                  <a:pt x="6203" y="297"/>
                </a:cubicBezTo>
                <a:cubicBezTo>
                  <a:pt x="6204" y="298"/>
                  <a:pt x="6204" y="300"/>
                  <a:pt x="6204" y="303"/>
                </a:cubicBezTo>
                <a:cubicBezTo>
                  <a:pt x="6204" y="305"/>
                  <a:pt x="6205" y="308"/>
                  <a:pt x="6205" y="312"/>
                </a:cubicBezTo>
                <a:cubicBezTo>
                  <a:pt x="6205" y="314"/>
                  <a:pt x="6205" y="317"/>
                  <a:pt x="6204" y="319"/>
                </a:cubicBezTo>
                <a:cubicBezTo>
                  <a:pt x="6204" y="321"/>
                  <a:pt x="6204" y="323"/>
                  <a:pt x="6204" y="324"/>
                </a:cubicBezTo>
                <a:cubicBezTo>
                  <a:pt x="6203" y="326"/>
                  <a:pt x="6202" y="327"/>
                  <a:pt x="6202" y="328"/>
                </a:cubicBezTo>
                <a:cubicBezTo>
                  <a:pt x="6201" y="329"/>
                  <a:pt x="6200" y="331"/>
                  <a:pt x="6198" y="333"/>
                </a:cubicBezTo>
                <a:cubicBezTo>
                  <a:pt x="6196" y="335"/>
                  <a:pt x="6192" y="338"/>
                  <a:pt x="6187" y="341"/>
                </a:cubicBezTo>
                <a:cubicBezTo>
                  <a:pt x="6182" y="344"/>
                  <a:pt x="6176" y="347"/>
                  <a:pt x="6170" y="349"/>
                </a:cubicBezTo>
                <a:cubicBezTo>
                  <a:pt x="6164" y="351"/>
                  <a:pt x="6157" y="353"/>
                  <a:pt x="6150" y="355"/>
                </a:cubicBezTo>
                <a:cubicBezTo>
                  <a:pt x="6142" y="356"/>
                  <a:pt x="6134" y="357"/>
                  <a:pt x="6127" y="357"/>
                </a:cubicBezTo>
                <a:cubicBezTo>
                  <a:pt x="6110" y="357"/>
                  <a:pt x="6096" y="355"/>
                  <a:pt x="6083" y="349"/>
                </a:cubicBezTo>
                <a:cubicBezTo>
                  <a:pt x="6071" y="344"/>
                  <a:pt x="6060" y="336"/>
                  <a:pt x="6051" y="326"/>
                </a:cubicBezTo>
                <a:cubicBezTo>
                  <a:pt x="6043" y="315"/>
                  <a:pt x="6037" y="303"/>
                  <a:pt x="6032" y="287"/>
                </a:cubicBezTo>
                <a:cubicBezTo>
                  <a:pt x="6028" y="272"/>
                  <a:pt x="6025" y="254"/>
                  <a:pt x="6025" y="234"/>
                </a:cubicBezTo>
                <a:cubicBezTo>
                  <a:pt x="6025" y="212"/>
                  <a:pt x="6028" y="193"/>
                  <a:pt x="6033" y="177"/>
                </a:cubicBezTo>
                <a:cubicBezTo>
                  <a:pt x="6039" y="161"/>
                  <a:pt x="6047" y="148"/>
                  <a:pt x="6056" y="137"/>
                </a:cubicBezTo>
                <a:cubicBezTo>
                  <a:pt x="6066" y="127"/>
                  <a:pt x="6077" y="119"/>
                  <a:pt x="6090" y="114"/>
                </a:cubicBezTo>
                <a:cubicBezTo>
                  <a:pt x="6103" y="110"/>
                  <a:pt x="6116" y="107"/>
                  <a:pt x="6131" y="107"/>
                </a:cubicBezTo>
                <a:moveTo>
                  <a:pt x="2705" y="107"/>
                </a:moveTo>
                <a:cubicBezTo>
                  <a:pt x="2713" y="107"/>
                  <a:pt x="2720" y="108"/>
                  <a:pt x="2727" y="109"/>
                </a:cubicBezTo>
                <a:cubicBezTo>
                  <a:pt x="2733" y="110"/>
                  <a:pt x="2740" y="112"/>
                  <a:pt x="2745" y="114"/>
                </a:cubicBezTo>
                <a:cubicBezTo>
                  <a:pt x="2751" y="117"/>
                  <a:pt x="2756" y="119"/>
                  <a:pt x="2761" y="122"/>
                </a:cubicBezTo>
                <a:cubicBezTo>
                  <a:pt x="2765" y="125"/>
                  <a:pt x="2768" y="127"/>
                  <a:pt x="2770" y="129"/>
                </a:cubicBezTo>
                <a:cubicBezTo>
                  <a:pt x="2772" y="131"/>
                  <a:pt x="2774" y="133"/>
                  <a:pt x="2775" y="134"/>
                </a:cubicBezTo>
                <a:cubicBezTo>
                  <a:pt x="2775" y="135"/>
                  <a:pt x="2776" y="137"/>
                  <a:pt x="2776" y="138"/>
                </a:cubicBezTo>
                <a:cubicBezTo>
                  <a:pt x="2777" y="140"/>
                  <a:pt x="2777" y="142"/>
                  <a:pt x="2777" y="144"/>
                </a:cubicBezTo>
                <a:cubicBezTo>
                  <a:pt x="2778" y="146"/>
                  <a:pt x="2778" y="148"/>
                  <a:pt x="2778" y="151"/>
                </a:cubicBezTo>
                <a:cubicBezTo>
                  <a:pt x="2778" y="158"/>
                  <a:pt x="2777" y="162"/>
                  <a:pt x="2775" y="165"/>
                </a:cubicBezTo>
                <a:cubicBezTo>
                  <a:pt x="2774" y="168"/>
                  <a:pt x="2772" y="169"/>
                  <a:pt x="2770" y="169"/>
                </a:cubicBezTo>
                <a:cubicBezTo>
                  <a:pt x="2768" y="169"/>
                  <a:pt x="2764" y="167"/>
                  <a:pt x="2761" y="165"/>
                </a:cubicBezTo>
                <a:cubicBezTo>
                  <a:pt x="2758" y="162"/>
                  <a:pt x="2754" y="159"/>
                  <a:pt x="2749" y="155"/>
                </a:cubicBezTo>
                <a:cubicBezTo>
                  <a:pt x="2744" y="152"/>
                  <a:pt x="2738" y="149"/>
                  <a:pt x="2730" y="146"/>
                </a:cubicBezTo>
                <a:cubicBezTo>
                  <a:pt x="2723" y="143"/>
                  <a:pt x="2715" y="142"/>
                  <a:pt x="2705" y="142"/>
                </a:cubicBezTo>
                <a:cubicBezTo>
                  <a:pt x="2685" y="142"/>
                  <a:pt x="2670" y="150"/>
                  <a:pt x="2659" y="165"/>
                </a:cubicBezTo>
                <a:cubicBezTo>
                  <a:pt x="2648" y="181"/>
                  <a:pt x="2643" y="203"/>
                  <a:pt x="2643" y="232"/>
                </a:cubicBezTo>
                <a:cubicBezTo>
                  <a:pt x="2643" y="247"/>
                  <a:pt x="2644" y="260"/>
                  <a:pt x="2647" y="272"/>
                </a:cubicBezTo>
                <a:cubicBezTo>
                  <a:pt x="2650" y="283"/>
                  <a:pt x="2654" y="292"/>
                  <a:pt x="2660" y="299"/>
                </a:cubicBezTo>
                <a:cubicBezTo>
                  <a:pt x="2665" y="307"/>
                  <a:pt x="2672" y="312"/>
                  <a:pt x="2679" y="316"/>
                </a:cubicBezTo>
                <a:cubicBezTo>
                  <a:pt x="2687" y="319"/>
                  <a:pt x="2696" y="321"/>
                  <a:pt x="2706" y="321"/>
                </a:cubicBezTo>
                <a:cubicBezTo>
                  <a:pt x="2716" y="321"/>
                  <a:pt x="2724" y="320"/>
                  <a:pt x="2731" y="317"/>
                </a:cubicBezTo>
                <a:cubicBezTo>
                  <a:pt x="2739" y="314"/>
                  <a:pt x="2745" y="310"/>
                  <a:pt x="2750" y="307"/>
                </a:cubicBezTo>
                <a:cubicBezTo>
                  <a:pt x="2756" y="303"/>
                  <a:pt x="2760" y="300"/>
                  <a:pt x="2764" y="297"/>
                </a:cubicBezTo>
                <a:cubicBezTo>
                  <a:pt x="2767" y="294"/>
                  <a:pt x="2770" y="292"/>
                  <a:pt x="2772" y="292"/>
                </a:cubicBezTo>
                <a:cubicBezTo>
                  <a:pt x="2773" y="292"/>
                  <a:pt x="2774" y="293"/>
                  <a:pt x="2775" y="293"/>
                </a:cubicBezTo>
                <a:cubicBezTo>
                  <a:pt x="2776" y="294"/>
                  <a:pt x="2776" y="295"/>
                  <a:pt x="2777" y="297"/>
                </a:cubicBezTo>
                <a:cubicBezTo>
                  <a:pt x="2778" y="298"/>
                  <a:pt x="2778" y="300"/>
                  <a:pt x="2778" y="303"/>
                </a:cubicBezTo>
                <a:cubicBezTo>
                  <a:pt x="2778" y="305"/>
                  <a:pt x="2779" y="308"/>
                  <a:pt x="2779" y="312"/>
                </a:cubicBezTo>
                <a:cubicBezTo>
                  <a:pt x="2779" y="314"/>
                  <a:pt x="2779" y="317"/>
                  <a:pt x="2778" y="319"/>
                </a:cubicBezTo>
                <a:cubicBezTo>
                  <a:pt x="2778" y="321"/>
                  <a:pt x="2778" y="323"/>
                  <a:pt x="2778" y="324"/>
                </a:cubicBezTo>
                <a:cubicBezTo>
                  <a:pt x="2777" y="326"/>
                  <a:pt x="2777" y="327"/>
                  <a:pt x="2776" y="328"/>
                </a:cubicBezTo>
                <a:cubicBezTo>
                  <a:pt x="2776" y="329"/>
                  <a:pt x="2774" y="331"/>
                  <a:pt x="2772" y="333"/>
                </a:cubicBezTo>
                <a:cubicBezTo>
                  <a:pt x="2770" y="335"/>
                  <a:pt x="2766" y="338"/>
                  <a:pt x="2761" y="341"/>
                </a:cubicBezTo>
                <a:cubicBezTo>
                  <a:pt x="2756" y="344"/>
                  <a:pt x="2751" y="347"/>
                  <a:pt x="2744" y="349"/>
                </a:cubicBezTo>
                <a:cubicBezTo>
                  <a:pt x="2738" y="351"/>
                  <a:pt x="2731" y="353"/>
                  <a:pt x="2724" y="355"/>
                </a:cubicBezTo>
                <a:cubicBezTo>
                  <a:pt x="2716" y="356"/>
                  <a:pt x="2709" y="357"/>
                  <a:pt x="2701" y="357"/>
                </a:cubicBezTo>
                <a:cubicBezTo>
                  <a:pt x="2685" y="357"/>
                  <a:pt x="2670" y="355"/>
                  <a:pt x="2657" y="349"/>
                </a:cubicBezTo>
                <a:cubicBezTo>
                  <a:pt x="2645" y="344"/>
                  <a:pt x="2634" y="336"/>
                  <a:pt x="2626" y="326"/>
                </a:cubicBezTo>
                <a:cubicBezTo>
                  <a:pt x="2617" y="315"/>
                  <a:pt x="2611" y="303"/>
                  <a:pt x="2606" y="287"/>
                </a:cubicBezTo>
                <a:cubicBezTo>
                  <a:pt x="2602" y="272"/>
                  <a:pt x="2600" y="254"/>
                  <a:pt x="2600" y="234"/>
                </a:cubicBezTo>
                <a:cubicBezTo>
                  <a:pt x="2600" y="212"/>
                  <a:pt x="2602" y="193"/>
                  <a:pt x="2608" y="177"/>
                </a:cubicBezTo>
                <a:cubicBezTo>
                  <a:pt x="2613" y="161"/>
                  <a:pt x="2621" y="148"/>
                  <a:pt x="2630" y="137"/>
                </a:cubicBezTo>
                <a:cubicBezTo>
                  <a:pt x="2640" y="127"/>
                  <a:pt x="2651" y="119"/>
                  <a:pt x="2664" y="114"/>
                </a:cubicBezTo>
                <a:cubicBezTo>
                  <a:pt x="2677" y="110"/>
                  <a:pt x="2691" y="107"/>
                  <a:pt x="2705" y="107"/>
                </a:cubicBezTo>
                <a:moveTo>
                  <a:pt x="7236" y="107"/>
                </a:moveTo>
                <a:cubicBezTo>
                  <a:pt x="7254" y="107"/>
                  <a:pt x="7269" y="110"/>
                  <a:pt x="7281" y="115"/>
                </a:cubicBezTo>
                <a:cubicBezTo>
                  <a:pt x="7294" y="121"/>
                  <a:pt x="7304" y="129"/>
                  <a:pt x="7312" y="138"/>
                </a:cubicBezTo>
                <a:cubicBezTo>
                  <a:pt x="7320" y="148"/>
                  <a:pt x="7326" y="159"/>
                  <a:pt x="7330" y="172"/>
                </a:cubicBezTo>
                <a:cubicBezTo>
                  <a:pt x="7334" y="186"/>
                  <a:pt x="7336" y="199"/>
                  <a:pt x="7336" y="214"/>
                </a:cubicBezTo>
                <a:lnTo>
                  <a:pt x="7336" y="222"/>
                </a:lnTo>
                <a:cubicBezTo>
                  <a:pt x="7336" y="228"/>
                  <a:pt x="7334" y="233"/>
                  <a:pt x="7331" y="236"/>
                </a:cubicBezTo>
                <a:cubicBezTo>
                  <a:pt x="7327" y="239"/>
                  <a:pt x="7324" y="240"/>
                  <a:pt x="7319" y="240"/>
                </a:cubicBezTo>
                <a:lnTo>
                  <a:pt x="7170" y="240"/>
                </a:lnTo>
                <a:cubicBezTo>
                  <a:pt x="7170" y="253"/>
                  <a:pt x="7171" y="265"/>
                  <a:pt x="7174" y="275"/>
                </a:cubicBezTo>
                <a:cubicBezTo>
                  <a:pt x="7176" y="285"/>
                  <a:pt x="7181" y="294"/>
                  <a:pt x="7186" y="301"/>
                </a:cubicBezTo>
                <a:cubicBezTo>
                  <a:pt x="7192" y="308"/>
                  <a:pt x="7200" y="314"/>
                  <a:pt x="7210" y="318"/>
                </a:cubicBezTo>
                <a:cubicBezTo>
                  <a:pt x="7219" y="321"/>
                  <a:pt x="7230" y="323"/>
                  <a:pt x="7244" y="323"/>
                </a:cubicBezTo>
                <a:cubicBezTo>
                  <a:pt x="7255" y="323"/>
                  <a:pt x="7265" y="323"/>
                  <a:pt x="7273" y="321"/>
                </a:cubicBezTo>
                <a:cubicBezTo>
                  <a:pt x="7282" y="319"/>
                  <a:pt x="7289" y="317"/>
                  <a:pt x="7295" y="315"/>
                </a:cubicBezTo>
                <a:cubicBezTo>
                  <a:pt x="7301" y="313"/>
                  <a:pt x="7306" y="311"/>
                  <a:pt x="7310" y="309"/>
                </a:cubicBezTo>
                <a:cubicBezTo>
                  <a:pt x="7314" y="307"/>
                  <a:pt x="7317" y="306"/>
                  <a:pt x="7319" y="306"/>
                </a:cubicBezTo>
                <a:cubicBezTo>
                  <a:pt x="7320" y="306"/>
                  <a:pt x="7321" y="307"/>
                  <a:pt x="7323" y="307"/>
                </a:cubicBezTo>
                <a:cubicBezTo>
                  <a:pt x="7323" y="308"/>
                  <a:pt x="7324" y="309"/>
                  <a:pt x="7325" y="310"/>
                </a:cubicBezTo>
                <a:cubicBezTo>
                  <a:pt x="7325" y="311"/>
                  <a:pt x="7325" y="313"/>
                  <a:pt x="7326" y="315"/>
                </a:cubicBezTo>
                <a:cubicBezTo>
                  <a:pt x="7326" y="317"/>
                  <a:pt x="7326" y="319"/>
                  <a:pt x="7326" y="322"/>
                </a:cubicBezTo>
                <a:cubicBezTo>
                  <a:pt x="7326" y="325"/>
                  <a:pt x="7326" y="326"/>
                  <a:pt x="7326" y="328"/>
                </a:cubicBezTo>
                <a:cubicBezTo>
                  <a:pt x="7326" y="330"/>
                  <a:pt x="7325" y="331"/>
                  <a:pt x="7325" y="332"/>
                </a:cubicBezTo>
                <a:cubicBezTo>
                  <a:pt x="7325" y="334"/>
                  <a:pt x="7325" y="335"/>
                  <a:pt x="7324" y="336"/>
                </a:cubicBezTo>
                <a:cubicBezTo>
                  <a:pt x="7323" y="337"/>
                  <a:pt x="7323" y="338"/>
                  <a:pt x="7322" y="339"/>
                </a:cubicBezTo>
                <a:cubicBezTo>
                  <a:pt x="7321" y="340"/>
                  <a:pt x="7318" y="341"/>
                  <a:pt x="7313" y="343"/>
                </a:cubicBezTo>
                <a:cubicBezTo>
                  <a:pt x="7309" y="345"/>
                  <a:pt x="7303" y="347"/>
                  <a:pt x="7296" y="349"/>
                </a:cubicBezTo>
                <a:cubicBezTo>
                  <a:pt x="7289" y="351"/>
                  <a:pt x="7280" y="353"/>
                  <a:pt x="7271" y="355"/>
                </a:cubicBezTo>
                <a:cubicBezTo>
                  <a:pt x="7261" y="356"/>
                  <a:pt x="7251" y="357"/>
                  <a:pt x="7240" y="357"/>
                </a:cubicBezTo>
                <a:cubicBezTo>
                  <a:pt x="7222" y="357"/>
                  <a:pt x="7205" y="355"/>
                  <a:pt x="7191" y="349"/>
                </a:cubicBezTo>
                <a:cubicBezTo>
                  <a:pt x="7177" y="344"/>
                  <a:pt x="7166" y="336"/>
                  <a:pt x="7156" y="326"/>
                </a:cubicBezTo>
                <a:cubicBezTo>
                  <a:pt x="7146" y="316"/>
                  <a:pt x="7139" y="303"/>
                  <a:pt x="7134" y="288"/>
                </a:cubicBezTo>
                <a:cubicBezTo>
                  <a:pt x="7129" y="272"/>
                  <a:pt x="7127" y="253"/>
                  <a:pt x="7127" y="233"/>
                </a:cubicBezTo>
                <a:cubicBezTo>
                  <a:pt x="7127" y="213"/>
                  <a:pt x="7130" y="196"/>
                  <a:pt x="7135" y="180"/>
                </a:cubicBezTo>
                <a:cubicBezTo>
                  <a:pt x="7139" y="165"/>
                  <a:pt x="7147" y="151"/>
                  <a:pt x="7156" y="140"/>
                </a:cubicBezTo>
                <a:cubicBezTo>
                  <a:pt x="7166" y="130"/>
                  <a:pt x="7177" y="121"/>
                  <a:pt x="7191" y="115"/>
                </a:cubicBezTo>
                <a:cubicBezTo>
                  <a:pt x="7204" y="110"/>
                  <a:pt x="7219" y="107"/>
                  <a:pt x="7236" y="107"/>
                </a:cubicBezTo>
                <a:moveTo>
                  <a:pt x="7009" y="107"/>
                </a:moveTo>
                <a:cubicBezTo>
                  <a:pt x="7015" y="107"/>
                  <a:pt x="7021" y="107"/>
                  <a:pt x="7027" y="108"/>
                </a:cubicBezTo>
                <a:cubicBezTo>
                  <a:pt x="7033" y="109"/>
                  <a:pt x="7039" y="111"/>
                  <a:pt x="7043" y="112"/>
                </a:cubicBezTo>
                <a:cubicBezTo>
                  <a:pt x="7048" y="114"/>
                  <a:pt x="7053" y="115"/>
                  <a:pt x="7056" y="117"/>
                </a:cubicBezTo>
                <a:cubicBezTo>
                  <a:pt x="7059" y="119"/>
                  <a:pt x="7062" y="120"/>
                  <a:pt x="7064" y="122"/>
                </a:cubicBezTo>
                <a:cubicBezTo>
                  <a:pt x="7065" y="123"/>
                  <a:pt x="7067" y="124"/>
                  <a:pt x="7067" y="125"/>
                </a:cubicBezTo>
                <a:cubicBezTo>
                  <a:pt x="7068" y="126"/>
                  <a:pt x="7068" y="127"/>
                  <a:pt x="7069" y="129"/>
                </a:cubicBezTo>
                <a:cubicBezTo>
                  <a:pt x="7069" y="130"/>
                  <a:pt x="7069" y="131"/>
                  <a:pt x="7069" y="133"/>
                </a:cubicBezTo>
                <a:cubicBezTo>
                  <a:pt x="7070" y="135"/>
                  <a:pt x="7070" y="137"/>
                  <a:pt x="7070" y="140"/>
                </a:cubicBezTo>
                <a:cubicBezTo>
                  <a:pt x="7070" y="143"/>
                  <a:pt x="7070" y="145"/>
                  <a:pt x="7069" y="148"/>
                </a:cubicBezTo>
                <a:cubicBezTo>
                  <a:pt x="7069" y="150"/>
                  <a:pt x="7069" y="151"/>
                  <a:pt x="7068" y="153"/>
                </a:cubicBezTo>
                <a:cubicBezTo>
                  <a:pt x="7067" y="154"/>
                  <a:pt x="7067" y="155"/>
                  <a:pt x="7066" y="156"/>
                </a:cubicBezTo>
                <a:cubicBezTo>
                  <a:pt x="7065" y="156"/>
                  <a:pt x="7064" y="156"/>
                  <a:pt x="7063" y="156"/>
                </a:cubicBezTo>
                <a:cubicBezTo>
                  <a:pt x="7061" y="156"/>
                  <a:pt x="7059" y="156"/>
                  <a:pt x="7057" y="154"/>
                </a:cubicBezTo>
                <a:cubicBezTo>
                  <a:pt x="7054" y="152"/>
                  <a:pt x="7050" y="150"/>
                  <a:pt x="7046" y="148"/>
                </a:cubicBezTo>
                <a:cubicBezTo>
                  <a:pt x="7041" y="146"/>
                  <a:pt x="7036" y="144"/>
                  <a:pt x="7029" y="142"/>
                </a:cubicBezTo>
                <a:cubicBezTo>
                  <a:pt x="7023" y="140"/>
                  <a:pt x="7016" y="139"/>
                  <a:pt x="7009" y="139"/>
                </a:cubicBezTo>
                <a:cubicBezTo>
                  <a:pt x="7002" y="139"/>
                  <a:pt x="6995" y="140"/>
                  <a:pt x="6990" y="141"/>
                </a:cubicBezTo>
                <a:cubicBezTo>
                  <a:pt x="6984" y="143"/>
                  <a:pt x="6980" y="145"/>
                  <a:pt x="6976" y="148"/>
                </a:cubicBezTo>
                <a:cubicBezTo>
                  <a:pt x="6973" y="151"/>
                  <a:pt x="6970" y="155"/>
                  <a:pt x="6969" y="159"/>
                </a:cubicBezTo>
                <a:cubicBezTo>
                  <a:pt x="6967" y="163"/>
                  <a:pt x="6966" y="167"/>
                  <a:pt x="6966" y="172"/>
                </a:cubicBezTo>
                <a:cubicBezTo>
                  <a:pt x="6966" y="178"/>
                  <a:pt x="6968" y="184"/>
                  <a:pt x="6971" y="188"/>
                </a:cubicBezTo>
                <a:cubicBezTo>
                  <a:pt x="6974" y="193"/>
                  <a:pt x="6979" y="197"/>
                  <a:pt x="6984" y="200"/>
                </a:cubicBezTo>
                <a:cubicBezTo>
                  <a:pt x="6990" y="203"/>
                  <a:pt x="6996" y="206"/>
                  <a:pt x="7003" y="209"/>
                </a:cubicBezTo>
                <a:cubicBezTo>
                  <a:pt x="7010" y="212"/>
                  <a:pt x="7017" y="215"/>
                  <a:pt x="7024" y="218"/>
                </a:cubicBezTo>
                <a:cubicBezTo>
                  <a:pt x="7031" y="220"/>
                  <a:pt x="7038" y="224"/>
                  <a:pt x="7045" y="227"/>
                </a:cubicBezTo>
                <a:cubicBezTo>
                  <a:pt x="7052" y="231"/>
                  <a:pt x="7058" y="235"/>
                  <a:pt x="7063" y="240"/>
                </a:cubicBezTo>
                <a:cubicBezTo>
                  <a:pt x="7069" y="245"/>
                  <a:pt x="7073" y="251"/>
                  <a:pt x="7076" y="258"/>
                </a:cubicBezTo>
                <a:cubicBezTo>
                  <a:pt x="7080" y="266"/>
                  <a:pt x="7081" y="275"/>
                  <a:pt x="7081" y="284"/>
                </a:cubicBezTo>
                <a:cubicBezTo>
                  <a:pt x="7081" y="296"/>
                  <a:pt x="7079" y="306"/>
                  <a:pt x="7075" y="315"/>
                </a:cubicBezTo>
                <a:cubicBezTo>
                  <a:pt x="7071" y="324"/>
                  <a:pt x="7064" y="332"/>
                  <a:pt x="7057" y="338"/>
                </a:cubicBezTo>
                <a:cubicBezTo>
                  <a:pt x="7049" y="345"/>
                  <a:pt x="7039" y="349"/>
                  <a:pt x="7028" y="352"/>
                </a:cubicBezTo>
                <a:cubicBezTo>
                  <a:pt x="7017" y="356"/>
                  <a:pt x="7005" y="357"/>
                  <a:pt x="6992" y="357"/>
                </a:cubicBezTo>
                <a:cubicBezTo>
                  <a:pt x="6984" y="357"/>
                  <a:pt x="6976" y="357"/>
                  <a:pt x="6969" y="355"/>
                </a:cubicBezTo>
                <a:cubicBezTo>
                  <a:pt x="6962" y="354"/>
                  <a:pt x="6955" y="352"/>
                  <a:pt x="6950" y="351"/>
                </a:cubicBezTo>
                <a:cubicBezTo>
                  <a:pt x="6944" y="349"/>
                  <a:pt x="6939" y="347"/>
                  <a:pt x="6935" y="344"/>
                </a:cubicBezTo>
                <a:cubicBezTo>
                  <a:pt x="6931" y="342"/>
                  <a:pt x="6928" y="340"/>
                  <a:pt x="6926" y="339"/>
                </a:cubicBezTo>
                <a:cubicBezTo>
                  <a:pt x="6924" y="337"/>
                  <a:pt x="6923" y="335"/>
                  <a:pt x="6922" y="332"/>
                </a:cubicBezTo>
                <a:cubicBezTo>
                  <a:pt x="6921" y="329"/>
                  <a:pt x="6921" y="325"/>
                  <a:pt x="6921" y="319"/>
                </a:cubicBezTo>
                <a:cubicBezTo>
                  <a:pt x="6921" y="316"/>
                  <a:pt x="6921" y="313"/>
                  <a:pt x="6921" y="311"/>
                </a:cubicBezTo>
                <a:cubicBezTo>
                  <a:pt x="6921" y="309"/>
                  <a:pt x="6922" y="307"/>
                  <a:pt x="6922" y="306"/>
                </a:cubicBezTo>
                <a:cubicBezTo>
                  <a:pt x="6923" y="305"/>
                  <a:pt x="6924" y="304"/>
                  <a:pt x="6925" y="303"/>
                </a:cubicBezTo>
                <a:cubicBezTo>
                  <a:pt x="6925" y="303"/>
                  <a:pt x="6926" y="302"/>
                  <a:pt x="6928" y="302"/>
                </a:cubicBezTo>
                <a:cubicBezTo>
                  <a:pt x="6930" y="302"/>
                  <a:pt x="6932" y="303"/>
                  <a:pt x="6936" y="306"/>
                </a:cubicBezTo>
                <a:cubicBezTo>
                  <a:pt x="6939" y="308"/>
                  <a:pt x="6944" y="310"/>
                  <a:pt x="6949" y="313"/>
                </a:cubicBezTo>
                <a:cubicBezTo>
                  <a:pt x="6955" y="316"/>
                  <a:pt x="6961" y="318"/>
                  <a:pt x="6968" y="320"/>
                </a:cubicBezTo>
                <a:cubicBezTo>
                  <a:pt x="6975" y="323"/>
                  <a:pt x="6984" y="324"/>
                  <a:pt x="6993" y="324"/>
                </a:cubicBezTo>
                <a:cubicBezTo>
                  <a:pt x="7000" y="324"/>
                  <a:pt x="7006" y="323"/>
                  <a:pt x="7012" y="322"/>
                </a:cubicBezTo>
                <a:cubicBezTo>
                  <a:pt x="7018" y="320"/>
                  <a:pt x="7023" y="318"/>
                  <a:pt x="7027" y="315"/>
                </a:cubicBezTo>
                <a:cubicBezTo>
                  <a:pt x="7031" y="312"/>
                  <a:pt x="7035" y="308"/>
                  <a:pt x="7037" y="304"/>
                </a:cubicBezTo>
                <a:cubicBezTo>
                  <a:pt x="7039" y="299"/>
                  <a:pt x="7040" y="294"/>
                  <a:pt x="7040" y="288"/>
                </a:cubicBezTo>
                <a:cubicBezTo>
                  <a:pt x="7040" y="281"/>
                  <a:pt x="7039" y="276"/>
                  <a:pt x="7035" y="271"/>
                </a:cubicBezTo>
                <a:cubicBezTo>
                  <a:pt x="7032" y="267"/>
                  <a:pt x="7028" y="263"/>
                  <a:pt x="7022" y="259"/>
                </a:cubicBezTo>
                <a:cubicBezTo>
                  <a:pt x="7017" y="256"/>
                  <a:pt x="7011" y="253"/>
                  <a:pt x="7004" y="250"/>
                </a:cubicBezTo>
                <a:cubicBezTo>
                  <a:pt x="6997" y="247"/>
                  <a:pt x="6991" y="245"/>
                  <a:pt x="6983" y="242"/>
                </a:cubicBezTo>
                <a:cubicBezTo>
                  <a:pt x="6976" y="239"/>
                  <a:pt x="6969" y="236"/>
                  <a:pt x="6962" y="232"/>
                </a:cubicBezTo>
                <a:cubicBezTo>
                  <a:pt x="6956" y="228"/>
                  <a:pt x="6950" y="224"/>
                  <a:pt x="6944" y="219"/>
                </a:cubicBezTo>
                <a:cubicBezTo>
                  <a:pt x="6939" y="214"/>
                  <a:pt x="6934" y="207"/>
                  <a:pt x="6931" y="200"/>
                </a:cubicBezTo>
                <a:cubicBezTo>
                  <a:pt x="6928" y="193"/>
                  <a:pt x="6926" y="184"/>
                  <a:pt x="6926" y="174"/>
                </a:cubicBezTo>
                <a:cubicBezTo>
                  <a:pt x="6926" y="165"/>
                  <a:pt x="6928" y="157"/>
                  <a:pt x="6931" y="149"/>
                </a:cubicBezTo>
                <a:cubicBezTo>
                  <a:pt x="6935" y="140"/>
                  <a:pt x="6940" y="133"/>
                  <a:pt x="6947" y="127"/>
                </a:cubicBezTo>
                <a:cubicBezTo>
                  <a:pt x="6954" y="121"/>
                  <a:pt x="6962" y="116"/>
                  <a:pt x="6973" y="112"/>
                </a:cubicBezTo>
                <a:cubicBezTo>
                  <a:pt x="6983" y="109"/>
                  <a:pt x="6995" y="107"/>
                  <a:pt x="7009" y="107"/>
                </a:cubicBezTo>
                <a:moveTo>
                  <a:pt x="6775" y="107"/>
                </a:moveTo>
                <a:cubicBezTo>
                  <a:pt x="6791" y="107"/>
                  <a:pt x="6805" y="109"/>
                  <a:pt x="6816" y="112"/>
                </a:cubicBezTo>
                <a:cubicBezTo>
                  <a:pt x="6828" y="116"/>
                  <a:pt x="6837" y="121"/>
                  <a:pt x="6844" y="129"/>
                </a:cubicBezTo>
                <a:cubicBezTo>
                  <a:pt x="6851" y="136"/>
                  <a:pt x="6856" y="145"/>
                  <a:pt x="6859" y="155"/>
                </a:cubicBezTo>
                <a:cubicBezTo>
                  <a:pt x="6863" y="166"/>
                  <a:pt x="6864" y="178"/>
                  <a:pt x="6864" y="192"/>
                </a:cubicBezTo>
                <a:lnTo>
                  <a:pt x="6864" y="346"/>
                </a:lnTo>
                <a:cubicBezTo>
                  <a:pt x="6864" y="348"/>
                  <a:pt x="6864" y="350"/>
                  <a:pt x="6862" y="351"/>
                </a:cubicBezTo>
                <a:cubicBezTo>
                  <a:pt x="6861" y="352"/>
                  <a:pt x="6859" y="353"/>
                  <a:pt x="6857" y="353"/>
                </a:cubicBezTo>
                <a:cubicBezTo>
                  <a:pt x="6854" y="354"/>
                  <a:pt x="6851" y="354"/>
                  <a:pt x="6846" y="354"/>
                </a:cubicBezTo>
                <a:cubicBezTo>
                  <a:pt x="6842" y="354"/>
                  <a:pt x="6839" y="354"/>
                  <a:pt x="6836" y="353"/>
                </a:cubicBezTo>
                <a:cubicBezTo>
                  <a:pt x="6833" y="353"/>
                  <a:pt x="6831" y="352"/>
                  <a:pt x="6830" y="351"/>
                </a:cubicBezTo>
                <a:cubicBezTo>
                  <a:pt x="6829" y="350"/>
                  <a:pt x="6828" y="348"/>
                  <a:pt x="6828" y="346"/>
                </a:cubicBezTo>
                <a:lnTo>
                  <a:pt x="6828" y="324"/>
                </a:lnTo>
                <a:cubicBezTo>
                  <a:pt x="6818" y="334"/>
                  <a:pt x="6807" y="343"/>
                  <a:pt x="6795" y="348"/>
                </a:cubicBezTo>
                <a:cubicBezTo>
                  <a:pt x="6783" y="354"/>
                  <a:pt x="6770" y="357"/>
                  <a:pt x="6757" y="357"/>
                </a:cubicBezTo>
                <a:cubicBezTo>
                  <a:pt x="6745" y="357"/>
                  <a:pt x="6734" y="356"/>
                  <a:pt x="6724" y="353"/>
                </a:cubicBezTo>
                <a:cubicBezTo>
                  <a:pt x="6714" y="349"/>
                  <a:pt x="6706" y="345"/>
                  <a:pt x="6700" y="339"/>
                </a:cubicBezTo>
                <a:cubicBezTo>
                  <a:pt x="6692" y="333"/>
                  <a:pt x="6687" y="326"/>
                  <a:pt x="6684" y="317"/>
                </a:cubicBezTo>
                <a:cubicBezTo>
                  <a:pt x="6680" y="309"/>
                  <a:pt x="6678" y="299"/>
                  <a:pt x="6678" y="288"/>
                </a:cubicBezTo>
                <a:cubicBezTo>
                  <a:pt x="6678" y="275"/>
                  <a:pt x="6680" y="264"/>
                  <a:pt x="6686" y="254"/>
                </a:cubicBezTo>
                <a:cubicBezTo>
                  <a:pt x="6691" y="244"/>
                  <a:pt x="6698" y="237"/>
                  <a:pt x="6708" y="230"/>
                </a:cubicBezTo>
                <a:cubicBezTo>
                  <a:pt x="6718" y="224"/>
                  <a:pt x="6730" y="219"/>
                  <a:pt x="6744" y="216"/>
                </a:cubicBezTo>
                <a:cubicBezTo>
                  <a:pt x="6758" y="213"/>
                  <a:pt x="6774" y="212"/>
                  <a:pt x="6792" y="212"/>
                </a:cubicBezTo>
                <a:lnTo>
                  <a:pt x="6823" y="212"/>
                </a:lnTo>
                <a:lnTo>
                  <a:pt x="6823" y="194"/>
                </a:lnTo>
                <a:cubicBezTo>
                  <a:pt x="6823" y="185"/>
                  <a:pt x="6822" y="178"/>
                  <a:pt x="6820" y="171"/>
                </a:cubicBezTo>
                <a:cubicBezTo>
                  <a:pt x="6818" y="164"/>
                  <a:pt x="6815" y="159"/>
                  <a:pt x="6811" y="154"/>
                </a:cubicBezTo>
                <a:cubicBezTo>
                  <a:pt x="6807" y="150"/>
                  <a:pt x="6802" y="146"/>
                  <a:pt x="6795" y="144"/>
                </a:cubicBezTo>
                <a:cubicBezTo>
                  <a:pt x="6788" y="142"/>
                  <a:pt x="6781" y="141"/>
                  <a:pt x="6771" y="141"/>
                </a:cubicBezTo>
                <a:cubicBezTo>
                  <a:pt x="6761" y="141"/>
                  <a:pt x="6751" y="142"/>
                  <a:pt x="6743" y="144"/>
                </a:cubicBezTo>
                <a:cubicBezTo>
                  <a:pt x="6735" y="147"/>
                  <a:pt x="6728" y="149"/>
                  <a:pt x="6722" y="152"/>
                </a:cubicBezTo>
                <a:cubicBezTo>
                  <a:pt x="6716" y="155"/>
                  <a:pt x="6710" y="158"/>
                  <a:pt x="6707" y="160"/>
                </a:cubicBezTo>
                <a:cubicBezTo>
                  <a:pt x="6702" y="163"/>
                  <a:pt x="6699" y="164"/>
                  <a:pt x="6697" y="164"/>
                </a:cubicBezTo>
                <a:cubicBezTo>
                  <a:pt x="6696" y="164"/>
                  <a:pt x="6695" y="164"/>
                  <a:pt x="6694" y="163"/>
                </a:cubicBezTo>
                <a:cubicBezTo>
                  <a:pt x="6693" y="162"/>
                  <a:pt x="6692" y="161"/>
                  <a:pt x="6691" y="160"/>
                </a:cubicBezTo>
                <a:cubicBezTo>
                  <a:pt x="6690" y="159"/>
                  <a:pt x="6690" y="157"/>
                  <a:pt x="6690" y="155"/>
                </a:cubicBezTo>
                <a:cubicBezTo>
                  <a:pt x="6689" y="153"/>
                  <a:pt x="6689" y="150"/>
                  <a:pt x="6689" y="148"/>
                </a:cubicBezTo>
                <a:cubicBezTo>
                  <a:pt x="6689" y="144"/>
                  <a:pt x="6689" y="140"/>
                  <a:pt x="6690" y="138"/>
                </a:cubicBezTo>
                <a:cubicBezTo>
                  <a:pt x="6690" y="135"/>
                  <a:pt x="6692" y="133"/>
                  <a:pt x="6694" y="131"/>
                </a:cubicBezTo>
                <a:cubicBezTo>
                  <a:pt x="6696" y="129"/>
                  <a:pt x="6700" y="126"/>
                  <a:pt x="6706" y="123"/>
                </a:cubicBezTo>
                <a:cubicBezTo>
                  <a:pt x="6712" y="120"/>
                  <a:pt x="6718" y="118"/>
                  <a:pt x="6725" y="115"/>
                </a:cubicBezTo>
                <a:cubicBezTo>
                  <a:pt x="6732" y="113"/>
                  <a:pt x="6740" y="111"/>
                  <a:pt x="6749" y="109"/>
                </a:cubicBezTo>
                <a:cubicBezTo>
                  <a:pt x="6757" y="108"/>
                  <a:pt x="6766" y="107"/>
                  <a:pt x="6775" y="107"/>
                </a:cubicBezTo>
                <a:moveTo>
                  <a:pt x="6529" y="107"/>
                </a:moveTo>
                <a:cubicBezTo>
                  <a:pt x="6547" y="107"/>
                  <a:pt x="6562" y="110"/>
                  <a:pt x="6574" y="115"/>
                </a:cubicBezTo>
                <a:cubicBezTo>
                  <a:pt x="6587" y="121"/>
                  <a:pt x="6597" y="129"/>
                  <a:pt x="6605" y="138"/>
                </a:cubicBezTo>
                <a:cubicBezTo>
                  <a:pt x="6613" y="148"/>
                  <a:pt x="6619" y="159"/>
                  <a:pt x="6623" y="172"/>
                </a:cubicBezTo>
                <a:cubicBezTo>
                  <a:pt x="6627" y="186"/>
                  <a:pt x="6629" y="199"/>
                  <a:pt x="6629" y="214"/>
                </a:cubicBezTo>
                <a:lnTo>
                  <a:pt x="6629" y="222"/>
                </a:lnTo>
                <a:cubicBezTo>
                  <a:pt x="6629" y="228"/>
                  <a:pt x="6627" y="233"/>
                  <a:pt x="6624" y="236"/>
                </a:cubicBezTo>
                <a:cubicBezTo>
                  <a:pt x="6621" y="239"/>
                  <a:pt x="6617" y="240"/>
                  <a:pt x="6612" y="240"/>
                </a:cubicBezTo>
                <a:lnTo>
                  <a:pt x="6463" y="240"/>
                </a:lnTo>
                <a:cubicBezTo>
                  <a:pt x="6463" y="253"/>
                  <a:pt x="6464" y="265"/>
                  <a:pt x="6467" y="275"/>
                </a:cubicBezTo>
                <a:cubicBezTo>
                  <a:pt x="6470" y="285"/>
                  <a:pt x="6474" y="294"/>
                  <a:pt x="6479" y="301"/>
                </a:cubicBezTo>
                <a:cubicBezTo>
                  <a:pt x="6485" y="308"/>
                  <a:pt x="6493" y="314"/>
                  <a:pt x="6503" y="318"/>
                </a:cubicBezTo>
                <a:cubicBezTo>
                  <a:pt x="6512" y="321"/>
                  <a:pt x="6524" y="323"/>
                  <a:pt x="6537" y="323"/>
                </a:cubicBezTo>
                <a:cubicBezTo>
                  <a:pt x="6548" y="323"/>
                  <a:pt x="6558" y="323"/>
                  <a:pt x="6566" y="321"/>
                </a:cubicBezTo>
                <a:cubicBezTo>
                  <a:pt x="6575" y="319"/>
                  <a:pt x="6582" y="317"/>
                  <a:pt x="6588" y="315"/>
                </a:cubicBezTo>
                <a:cubicBezTo>
                  <a:pt x="6594" y="313"/>
                  <a:pt x="6599" y="311"/>
                  <a:pt x="6603" y="309"/>
                </a:cubicBezTo>
                <a:cubicBezTo>
                  <a:pt x="6607" y="307"/>
                  <a:pt x="6610" y="306"/>
                  <a:pt x="6612" y="306"/>
                </a:cubicBezTo>
                <a:cubicBezTo>
                  <a:pt x="6613" y="306"/>
                  <a:pt x="6615" y="307"/>
                  <a:pt x="6616" y="307"/>
                </a:cubicBezTo>
                <a:cubicBezTo>
                  <a:pt x="6616" y="308"/>
                  <a:pt x="6617" y="309"/>
                  <a:pt x="6618" y="310"/>
                </a:cubicBezTo>
                <a:cubicBezTo>
                  <a:pt x="6618" y="311"/>
                  <a:pt x="6618" y="313"/>
                  <a:pt x="6619" y="315"/>
                </a:cubicBezTo>
                <a:cubicBezTo>
                  <a:pt x="6619" y="317"/>
                  <a:pt x="6619" y="319"/>
                  <a:pt x="6619" y="322"/>
                </a:cubicBezTo>
                <a:cubicBezTo>
                  <a:pt x="6619" y="325"/>
                  <a:pt x="6619" y="326"/>
                  <a:pt x="6619" y="328"/>
                </a:cubicBezTo>
                <a:cubicBezTo>
                  <a:pt x="6619" y="330"/>
                  <a:pt x="6618" y="331"/>
                  <a:pt x="6618" y="332"/>
                </a:cubicBezTo>
                <a:cubicBezTo>
                  <a:pt x="6618" y="334"/>
                  <a:pt x="6618" y="335"/>
                  <a:pt x="6617" y="336"/>
                </a:cubicBezTo>
                <a:cubicBezTo>
                  <a:pt x="6616" y="337"/>
                  <a:pt x="6616" y="338"/>
                  <a:pt x="6615" y="339"/>
                </a:cubicBezTo>
                <a:cubicBezTo>
                  <a:pt x="6614" y="340"/>
                  <a:pt x="6611" y="341"/>
                  <a:pt x="6606" y="343"/>
                </a:cubicBezTo>
                <a:cubicBezTo>
                  <a:pt x="6602" y="345"/>
                  <a:pt x="6596" y="347"/>
                  <a:pt x="6589" y="349"/>
                </a:cubicBezTo>
                <a:cubicBezTo>
                  <a:pt x="6582" y="351"/>
                  <a:pt x="6573" y="353"/>
                  <a:pt x="6564" y="355"/>
                </a:cubicBezTo>
                <a:cubicBezTo>
                  <a:pt x="6554" y="356"/>
                  <a:pt x="6544" y="357"/>
                  <a:pt x="6533" y="357"/>
                </a:cubicBezTo>
                <a:cubicBezTo>
                  <a:pt x="6515" y="357"/>
                  <a:pt x="6498" y="355"/>
                  <a:pt x="6484" y="349"/>
                </a:cubicBezTo>
                <a:cubicBezTo>
                  <a:pt x="6470" y="344"/>
                  <a:pt x="6459" y="336"/>
                  <a:pt x="6449" y="326"/>
                </a:cubicBezTo>
                <a:cubicBezTo>
                  <a:pt x="6439" y="316"/>
                  <a:pt x="6432" y="303"/>
                  <a:pt x="6427" y="288"/>
                </a:cubicBezTo>
                <a:cubicBezTo>
                  <a:pt x="6422" y="272"/>
                  <a:pt x="6420" y="253"/>
                  <a:pt x="6420" y="233"/>
                </a:cubicBezTo>
                <a:cubicBezTo>
                  <a:pt x="6420" y="213"/>
                  <a:pt x="6423" y="196"/>
                  <a:pt x="6428" y="180"/>
                </a:cubicBezTo>
                <a:cubicBezTo>
                  <a:pt x="6432" y="165"/>
                  <a:pt x="6440" y="151"/>
                  <a:pt x="6449" y="140"/>
                </a:cubicBezTo>
                <a:cubicBezTo>
                  <a:pt x="6459" y="130"/>
                  <a:pt x="6470" y="121"/>
                  <a:pt x="6484" y="115"/>
                </a:cubicBezTo>
                <a:cubicBezTo>
                  <a:pt x="6497" y="110"/>
                  <a:pt x="6512" y="107"/>
                  <a:pt x="6529" y="107"/>
                </a:cubicBezTo>
                <a:moveTo>
                  <a:pt x="6361" y="107"/>
                </a:moveTo>
                <a:cubicBezTo>
                  <a:pt x="6363" y="107"/>
                  <a:pt x="6366" y="107"/>
                  <a:pt x="6369" y="107"/>
                </a:cubicBezTo>
                <a:cubicBezTo>
                  <a:pt x="6371" y="107"/>
                  <a:pt x="6374" y="108"/>
                  <a:pt x="6377" y="109"/>
                </a:cubicBezTo>
                <a:cubicBezTo>
                  <a:pt x="6380" y="109"/>
                  <a:pt x="6383" y="110"/>
                  <a:pt x="6386" y="111"/>
                </a:cubicBezTo>
                <a:cubicBezTo>
                  <a:pt x="6388" y="112"/>
                  <a:pt x="6389" y="113"/>
                  <a:pt x="6391" y="113"/>
                </a:cubicBezTo>
                <a:cubicBezTo>
                  <a:pt x="6392" y="114"/>
                  <a:pt x="6392" y="115"/>
                  <a:pt x="6393" y="116"/>
                </a:cubicBezTo>
                <a:cubicBezTo>
                  <a:pt x="6393" y="117"/>
                  <a:pt x="6393" y="117"/>
                  <a:pt x="6393" y="119"/>
                </a:cubicBezTo>
                <a:cubicBezTo>
                  <a:pt x="6394" y="120"/>
                  <a:pt x="6394" y="122"/>
                  <a:pt x="6394" y="124"/>
                </a:cubicBezTo>
                <a:cubicBezTo>
                  <a:pt x="6394" y="126"/>
                  <a:pt x="6394" y="129"/>
                  <a:pt x="6394" y="133"/>
                </a:cubicBezTo>
                <a:cubicBezTo>
                  <a:pt x="6394" y="137"/>
                  <a:pt x="6394" y="140"/>
                  <a:pt x="6394" y="142"/>
                </a:cubicBezTo>
                <a:cubicBezTo>
                  <a:pt x="6394" y="145"/>
                  <a:pt x="6393" y="147"/>
                  <a:pt x="6393" y="148"/>
                </a:cubicBezTo>
                <a:cubicBezTo>
                  <a:pt x="6392" y="150"/>
                  <a:pt x="6392" y="151"/>
                  <a:pt x="6391" y="152"/>
                </a:cubicBezTo>
                <a:cubicBezTo>
                  <a:pt x="6390" y="152"/>
                  <a:pt x="6389" y="153"/>
                  <a:pt x="6388" y="153"/>
                </a:cubicBezTo>
                <a:cubicBezTo>
                  <a:pt x="6387" y="153"/>
                  <a:pt x="6385" y="152"/>
                  <a:pt x="6383" y="152"/>
                </a:cubicBezTo>
                <a:cubicBezTo>
                  <a:pt x="6381" y="151"/>
                  <a:pt x="6379" y="150"/>
                  <a:pt x="6376" y="149"/>
                </a:cubicBezTo>
                <a:cubicBezTo>
                  <a:pt x="6374" y="149"/>
                  <a:pt x="6371" y="148"/>
                  <a:pt x="6368" y="147"/>
                </a:cubicBezTo>
                <a:cubicBezTo>
                  <a:pt x="6365" y="146"/>
                  <a:pt x="6362" y="146"/>
                  <a:pt x="6358" y="146"/>
                </a:cubicBezTo>
                <a:cubicBezTo>
                  <a:pt x="6354" y="146"/>
                  <a:pt x="6350" y="147"/>
                  <a:pt x="6346" y="149"/>
                </a:cubicBezTo>
                <a:cubicBezTo>
                  <a:pt x="6342" y="150"/>
                  <a:pt x="6338" y="153"/>
                  <a:pt x="6333" y="157"/>
                </a:cubicBezTo>
                <a:cubicBezTo>
                  <a:pt x="6329" y="161"/>
                  <a:pt x="6324" y="166"/>
                  <a:pt x="6319" y="172"/>
                </a:cubicBezTo>
                <a:cubicBezTo>
                  <a:pt x="6314" y="179"/>
                  <a:pt x="6309" y="187"/>
                  <a:pt x="6303" y="196"/>
                </a:cubicBezTo>
                <a:lnTo>
                  <a:pt x="6303" y="346"/>
                </a:lnTo>
                <a:cubicBezTo>
                  <a:pt x="6303" y="347"/>
                  <a:pt x="6303" y="349"/>
                  <a:pt x="6302" y="349"/>
                </a:cubicBezTo>
                <a:cubicBezTo>
                  <a:pt x="6301" y="350"/>
                  <a:pt x="6300" y="351"/>
                  <a:pt x="6299" y="352"/>
                </a:cubicBezTo>
                <a:cubicBezTo>
                  <a:pt x="6297" y="353"/>
                  <a:pt x="6295" y="353"/>
                  <a:pt x="6292" y="353"/>
                </a:cubicBezTo>
                <a:cubicBezTo>
                  <a:pt x="6290" y="354"/>
                  <a:pt x="6286" y="354"/>
                  <a:pt x="6282" y="354"/>
                </a:cubicBezTo>
                <a:cubicBezTo>
                  <a:pt x="6278" y="354"/>
                  <a:pt x="6275" y="354"/>
                  <a:pt x="6272" y="353"/>
                </a:cubicBezTo>
                <a:cubicBezTo>
                  <a:pt x="6270" y="353"/>
                  <a:pt x="6267" y="353"/>
                  <a:pt x="6266" y="352"/>
                </a:cubicBezTo>
                <a:cubicBezTo>
                  <a:pt x="6264" y="351"/>
                  <a:pt x="6263" y="350"/>
                  <a:pt x="6262" y="349"/>
                </a:cubicBezTo>
                <a:cubicBezTo>
                  <a:pt x="6262" y="349"/>
                  <a:pt x="6261" y="347"/>
                  <a:pt x="6261" y="346"/>
                </a:cubicBezTo>
                <a:lnTo>
                  <a:pt x="6261" y="118"/>
                </a:lnTo>
                <a:cubicBezTo>
                  <a:pt x="6261" y="117"/>
                  <a:pt x="6262" y="116"/>
                  <a:pt x="6262" y="115"/>
                </a:cubicBezTo>
                <a:cubicBezTo>
                  <a:pt x="6263" y="114"/>
                  <a:pt x="6264" y="113"/>
                  <a:pt x="6265" y="112"/>
                </a:cubicBezTo>
                <a:cubicBezTo>
                  <a:pt x="6267" y="111"/>
                  <a:pt x="6269" y="111"/>
                  <a:pt x="6271" y="111"/>
                </a:cubicBezTo>
                <a:cubicBezTo>
                  <a:pt x="6273" y="110"/>
                  <a:pt x="6277" y="110"/>
                  <a:pt x="6280" y="110"/>
                </a:cubicBezTo>
                <a:cubicBezTo>
                  <a:pt x="6284" y="110"/>
                  <a:pt x="6287" y="110"/>
                  <a:pt x="6290" y="111"/>
                </a:cubicBezTo>
                <a:cubicBezTo>
                  <a:pt x="6292" y="111"/>
                  <a:pt x="6294" y="111"/>
                  <a:pt x="6295" y="112"/>
                </a:cubicBezTo>
                <a:cubicBezTo>
                  <a:pt x="6297" y="113"/>
                  <a:pt x="6298" y="114"/>
                  <a:pt x="6298" y="115"/>
                </a:cubicBezTo>
                <a:cubicBezTo>
                  <a:pt x="6299" y="116"/>
                  <a:pt x="6299" y="117"/>
                  <a:pt x="6299" y="118"/>
                </a:cubicBezTo>
                <a:lnTo>
                  <a:pt x="6299" y="151"/>
                </a:lnTo>
                <a:cubicBezTo>
                  <a:pt x="6305" y="142"/>
                  <a:pt x="6311" y="135"/>
                  <a:pt x="6316" y="129"/>
                </a:cubicBezTo>
                <a:cubicBezTo>
                  <a:pt x="6322" y="123"/>
                  <a:pt x="6327" y="119"/>
                  <a:pt x="6332" y="115"/>
                </a:cubicBezTo>
                <a:cubicBezTo>
                  <a:pt x="6337" y="112"/>
                  <a:pt x="6342" y="110"/>
                  <a:pt x="6347" y="109"/>
                </a:cubicBezTo>
                <a:cubicBezTo>
                  <a:pt x="6351" y="107"/>
                  <a:pt x="6356" y="107"/>
                  <a:pt x="6361" y="107"/>
                </a:cubicBezTo>
                <a:moveTo>
                  <a:pt x="5885" y="107"/>
                </a:moveTo>
                <a:cubicBezTo>
                  <a:pt x="5900" y="107"/>
                  <a:pt x="5912" y="109"/>
                  <a:pt x="5923" y="114"/>
                </a:cubicBezTo>
                <a:cubicBezTo>
                  <a:pt x="5933" y="120"/>
                  <a:pt x="5941" y="126"/>
                  <a:pt x="5948" y="135"/>
                </a:cubicBezTo>
                <a:cubicBezTo>
                  <a:pt x="5954" y="144"/>
                  <a:pt x="5959" y="154"/>
                  <a:pt x="5962" y="165"/>
                </a:cubicBezTo>
                <a:cubicBezTo>
                  <a:pt x="5964" y="177"/>
                  <a:pt x="5966" y="191"/>
                  <a:pt x="5966" y="207"/>
                </a:cubicBezTo>
                <a:lnTo>
                  <a:pt x="5966" y="346"/>
                </a:lnTo>
                <a:cubicBezTo>
                  <a:pt x="5966" y="347"/>
                  <a:pt x="5965" y="349"/>
                  <a:pt x="5965" y="349"/>
                </a:cubicBezTo>
                <a:cubicBezTo>
                  <a:pt x="5964" y="350"/>
                  <a:pt x="5963" y="351"/>
                  <a:pt x="5962" y="352"/>
                </a:cubicBezTo>
                <a:cubicBezTo>
                  <a:pt x="5960" y="353"/>
                  <a:pt x="5958" y="353"/>
                  <a:pt x="5955" y="353"/>
                </a:cubicBezTo>
                <a:cubicBezTo>
                  <a:pt x="5953" y="354"/>
                  <a:pt x="5949" y="354"/>
                  <a:pt x="5945" y="354"/>
                </a:cubicBezTo>
                <a:cubicBezTo>
                  <a:pt x="5941" y="354"/>
                  <a:pt x="5938" y="354"/>
                  <a:pt x="5935" y="353"/>
                </a:cubicBezTo>
                <a:cubicBezTo>
                  <a:pt x="5932" y="353"/>
                  <a:pt x="5930" y="353"/>
                  <a:pt x="5928" y="352"/>
                </a:cubicBezTo>
                <a:cubicBezTo>
                  <a:pt x="5927" y="351"/>
                  <a:pt x="5926" y="350"/>
                  <a:pt x="5925" y="349"/>
                </a:cubicBezTo>
                <a:cubicBezTo>
                  <a:pt x="5924" y="349"/>
                  <a:pt x="5924" y="347"/>
                  <a:pt x="5924" y="346"/>
                </a:cubicBezTo>
                <a:lnTo>
                  <a:pt x="5924" y="212"/>
                </a:lnTo>
                <a:cubicBezTo>
                  <a:pt x="5924" y="199"/>
                  <a:pt x="5923" y="189"/>
                  <a:pt x="5921" y="181"/>
                </a:cubicBezTo>
                <a:cubicBezTo>
                  <a:pt x="5919" y="173"/>
                  <a:pt x="5916" y="166"/>
                  <a:pt x="5912" y="160"/>
                </a:cubicBezTo>
                <a:cubicBezTo>
                  <a:pt x="5909" y="155"/>
                  <a:pt x="5904" y="150"/>
                  <a:pt x="5897" y="147"/>
                </a:cubicBezTo>
                <a:cubicBezTo>
                  <a:pt x="5891" y="144"/>
                  <a:pt x="5884" y="143"/>
                  <a:pt x="5876" y="143"/>
                </a:cubicBezTo>
                <a:cubicBezTo>
                  <a:pt x="5866" y="143"/>
                  <a:pt x="5855" y="147"/>
                  <a:pt x="5845" y="154"/>
                </a:cubicBezTo>
                <a:cubicBezTo>
                  <a:pt x="5835" y="161"/>
                  <a:pt x="5824" y="172"/>
                  <a:pt x="5812" y="186"/>
                </a:cubicBezTo>
                <a:lnTo>
                  <a:pt x="5812" y="346"/>
                </a:lnTo>
                <a:cubicBezTo>
                  <a:pt x="5812" y="347"/>
                  <a:pt x="5812" y="349"/>
                  <a:pt x="5811" y="349"/>
                </a:cubicBezTo>
                <a:cubicBezTo>
                  <a:pt x="5810" y="350"/>
                  <a:pt x="5809" y="351"/>
                  <a:pt x="5808" y="352"/>
                </a:cubicBezTo>
                <a:cubicBezTo>
                  <a:pt x="5806" y="353"/>
                  <a:pt x="5804" y="353"/>
                  <a:pt x="5801" y="353"/>
                </a:cubicBezTo>
                <a:cubicBezTo>
                  <a:pt x="5799" y="354"/>
                  <a:pt x="5795" y="354"/>
                  <a:pt x="5791" y="354"/>
                </a:cubicBezTo>
                <a:cubicBezTo>
                  <a:pt x="5787" y="354"/>
                  <a:pt x="5784" y="354"/>
                  <a:pt x="5781" y="353"/>
                </a:cubicBezTo>
                <a:cubicBezTo>
                  <a:pt x="5778" y="353"/>
                  <a:pt x="5776" y="353"/>
                  <a:pt x="5775" y="352"/>
                </a:cubicBezTo>
                <a:cubicBezTo>
                  <a:pt x="5773" y="351"/>
                  <a:pt x="5772" y="350"/>
                  <a:pt x="5771" y="349"/>
                </a:cubicBezTo>
                <a:cubicBezTo>
                  <a:pt x="5771" y="349"/>
                  <a:pt x="5770" y="347"/>
                  <a:pt x="5770" y="346"/>
                </a:cubicBezTo>
                <a:lnTo>
                  <a:pt x="5770" y="118"/>
                </a:lnTo>
                <a:cubicBezTo>
                  <a:pt x="5770" y="117"/>
                  <a:pt x="5771" y="116"/>
                  <a:pt x="5771" y="115"/>
                </a:cubicBezTo>
                <a:cubicBezTo>
                  <a:pt x="5772" y="114"/>
                  <a:pt x="5773" y="113"/>
                  <a:pt x="5774" y="112"/>
                </a:cubicBezTo>
                <a:cubicBezTo>
                  <a:pt x="5776" y="111"/>
                  <a:pt x="5778" y="111"/>
                  <a:pt x="5780" y="111"/>
                </a:cubicBezTo>
                <a:cubicBezTo>
                  <a:pt x="5782" y="110"/>
                  <a:pt x="5785" y="110"/>
                  <a:pt x="5789" y="110"/>
                </a:cubicBezTo>
                <a:cubicBezTo>
                  <a:pt x="5793" y="110"/>
                  <a:pt x="5796" y="110"/>
                  <a:pt x="5799" y="111"/>
                </a:cubicBezTo>
                <a:cubicBezTo>
                  <a:pt x="5801" y="111"/>
                  <a:pt x="5803" y="111"/>
                  <a:pt x="5804" y="112"/>
                </a:cubicBezTo>
                <a:cubicBezTo>
                  <a:pt x="5806" y="113"/>
                  <a:pt x="5807" y="114"/>
                  <a:pt x="5807" y="115"/>
                </a:cubicBezTo>
                <a:cubicBezTo>
                  <a:pt x="5808" y="116"/>
                  <a:pt x="5808" y="117"/>
                  <a:pt x="5808" y="118"/>
                </a:cubicBezTo>
                <a:lnTo>
                  <a:pt x="5808" y="148"/>
                </a:lnTo>
                <a:cubicBezTo>
                  <a:pt x="5821" y="134"/>
                  <a:pt x="5833" y="123"/>
                  <a:pt x="5846" y="117"/>
                </a:cubicBezTo>
                <a:cubicBezTo>
                  <a:pt x="5859" y="110"/>
                  <a:pt x="5872" y="107"/>
                  <a:pt x="5885" y="107"/>
                </a:cubicBezTo>
                <a:moveTo>
                  <a:pt x="5464" y="107"/>
                </a:moveTo>
                <a:cubicBezTo>
                  <a:pt x="5466" y="107"/>
                  <a:pt x="5468" y="107"/>
                  <a:pt x="5471" y="107"/>
                </a:cubicBezTo>
                <a:cubicBezTo>
                  <a:pt x="5474" y="107"/>
                  <a:pt x="5477" y="108"/>
                  <a:pt x="5480" y="109"/>
                </a:cubicBezTo>
                <a:cubicBezTo>
                  <a:pt x="5483" y="109"/>
                  <a:pt x="5486" y="110"/>
                  <a:pt x="5488" y="111"/>
                </a:cubicBezTo>
                <a:cubicBezTo>
                  <a:pt x="5491" y="112"/>
                  <a:pt x="5492" y="113"/>
                  <a:pt x="5493" y="113"/>
                </a:cubicBezTo>
                <a:cubicBezTo>
                  <a:pt x="5494" y="114"/>
                  <a:pt x="5495" y="115"/>
                  <a:pt x="5495" y="116"/>
                </a:cubicBezTo>
                <a:cubicBezTo>
                  <a:pt x="5496" y="117"/>
                  <a:pt x="5496" y="117"/>
                  <a:pt x="5496" y="119"/>
                </a:cubicBezTo>
                <a:cubicBezTo>
                  <a:pt x="5496" y="120"/>
                  <a:pt x="5497" y="122"/>
                  <a:pt x="5497" y="124"/>
                </a:cubicBezTo>
                <a:cubicBezTo>
                  <a:pt x="5497" y="126"/>
                  <a:pt x="5497" y="129"/>
                  <a:pt x="5497" y="133"/>
                </a:cubicBezTo>
                <a:cubicBezTo>
                  <a:pt x="5497" y="137"/>
                  <a:pt x="5497" y="140"/>
                  <a:pt x="5497" y="142"/>
                </a:cubicBezTo>
                <a:cubicBezTo>
                  <a:pt x="5496" y="145"/>
                  <a:pt x="5496" y="147"/>
                  <a:pt x="5496" y="148"/>
                </a:cubicBezTo>
                <a:cubicBezTo>
                  <a:pt x="5495" y="150"/>
                  <a:pt x="5494" y="151"/>
                  <a:pt x="5493" y="152"/>
                </a:cubicBezTo>
                <a:cubicBezTo>
                  <a:pt x="5493" y="152"/>
                  <a:pt x="5492" y="153"/>
                  <a:pt x="5490" y="153"/>
                </a:cubicBezTo>
                <a:cubicBezTo>
                  <a:pt x="5489" y="153"/>
                  <a:pt x="5487" y="152"/>
                  <a:pt x="5485" y="152"/>
                </a:cubicBezTo>
                <a:cubicBezTo>
                  <a:pt x="5484" y="151"/>
                  <a:pt x="5481" y="150"/>
                  <a:pt x="5479" y="149"/>
                </a:cubicBezTo>
                <a:cubicBezTo>
                  <a:pt x="5476" y="149"/>
                  <a:pt x="5474" y="148"/>
                  <a:pt x="5471" y="147"/>
                </a:cubicBezTo>
                <a:cubicBezTo>
                  <a:pt x="5468" y="146"/>
                  <a:pt x="5464" y="146"/>
                  <a:pt x="5461" y="146"/>
                </a:cubicBezTo>
                <a:cubicBezTo>
                  <a:pt x="5457" y="146"/>
                  <a:pt x="5452" y="147"/>
                  <a:pt x="5449" y="149"/>
                </a:cubicBezTo>
                <a:cubicBezTo>
                  <a:pt x="5444" y="150"/>
                  <a:pt x="5440" y="153"/>
                  <a:pt x="5436" y="157"/>
                </a:cubicBezTo>
                <a:cubicBezTo>
                  <a:pt x="5431" y="161"/>
                  <a:pt x="5427" y="166"/>
                  <a:pt x="5422" y="172"/>
                </a:cubicBezTo>
                <a:cubicBezTo>
                  <a:pt x="5417" y="179"/>
                  <a:pt x="5412" y="187"/>
                  <a:pt x="5406" y="196"/>
                </a:cubicBezTo>
                <a:lnTo>
                  <a:pt x="5406" y="346"/>
                </a:lnTo>
                <a:cubicBezTo>
                  <a:pt x="5406" y="347"/>
                  <a:pt x="5405" y="349"/>
                  <a:pt x="5404" y="349"/>
                </a:cubicBezTo>
                <a:cubicBezTo>
                  <a:pt x="5404" y="350"/>
                  <a:pt x="5403" y="351"/>
                  <a:pt x="5401" y="352"/>
                </a:cubicBezTo>
                <a:cubicBezTo>
                  <a:pt x="5400" y="353"/>
                  <a:pt x="5398" y="353"/>
                  <a:pt x="5395" y="353"/>
                </a:cubicBezTo>
                <a:cubicBezTo>
                  <a:pt x="5393" y="354"/>
                  <a:pt x="5389" y="354"/>
                  <a:pt x="5385" y="354"/>
                </a:cubicBezTo>
                <a:cubicBezTo>
                  <a:pt x="5381" y="354"/>
                  <a:pt x="5377" y="354"/>
                  <a:pt x="5375" y="353"/>
                </a:cubicBezTo>
                <a:cubicBezTo>
                  <a:pt x="5372" y="353"/>
                  <a:pt x="5370" y="353"/>
                  <a:pt x="5368" y="352"/>
                </a:cubicBezTo>
                <a:cubicBezTo>
                  <a:pt x="5367" y="351"/>
                  <a:pt x="5365" y="350"/>
                  <a:pt x="5365" y="349"/>
                </a:cubicBezTo>
                <a:cubicBezTo>
                  <a:pt x="5364" y="349"/>
                  <a:pt x="5364" y="347"/>
                  <a:pt x="5364" y="346"/>
                </a:cubicBezTo>
                <a:lnTo>
                  <a:pt x="5364" y="118"/>
                </a:lnTo>
                <a:cubicBezTo>
                  <a:pt x="5364" y="117"/>
                  <a:pt x="5364" y="116"/>
                  <a:pt x="5365" y="115"/>
                </a:cubicBezTo>
                <a:cubicBezTo>
                  <a:pt x="5365" y="114"/>
                  <a:pt x="5366" y="113"/>
                  <a:pt x="5368" y="112"/>
                </a:cubicBezTo>
                <a:cubicBezTo>
                  <a:pt x="5369" y="111"/>
                  <a:pt x="5371" y="111"/>
                  <a:pt x="5373" y="111"/>
                </a:cubicBezTo>
                <a:cubicBezTo>
                  <a:pt x="5376" y="110"/>
                  <a:pt x="5379" y="110"/>
                  <a:pt x="5383" y="110"/>
                </a:cubicBezTo>
                <a:cubicBezTo>
                  <a:pt x="5387" y="110"/>
                  <a:pt x="5390" y="110"/>
                  <a:pt x="5392" y="111"/>
                </a:cubicBezTo>
                <a:cubicBezTo>
                  <a:pt x="5395" y="111"/>
                  <a:pt x="5396" y="111"/>
                  <a:pt x="5398" y="112"/>
                </a:cubicBezTo>
                <a:cubicBezTo>
                  <a:pt x="5399" y="113"/>
                  <a:pt x="5400" y="114"/>
                  <a:pt x="5401" y="115"/>
                </a:cubicBezTo>
                <a:cubicBezTo>
                  <a:pt x="5401" y="116"/>
                  <a:pt x="5402" y="117"/>
                  <a:pt x="5402" y="118"/>
                </a:cubicBezTo>
                <a:lnTo>
                  <a:pt x="5402" y="151"/>
                </a:lnTo>
                <a:cubicBezTo>
                  <a:pt x="5408" y="142"/>
                  <a:pt x="5414" y="135"/>
                  <a:pt x="5419" y="129"/>
                </a:cubicBezTo>
                <a:cubicBezTo>
                  <a:pt x="5425" y="123"/>
                  <a:pt x="5430" y="119"/>
                  <a:pt x="5434" y="115"/>
                </a:cubicBezTo>
                <a:cubicBezTo>
                  <a:pt x="5439" y="112"/>
                  <a:pt x="5444" y="110"/>
                  <a:pt x="5449" y="109"/>
                </a:cubicBezTo>
                <a:cubicBezTo>
                  <a:pt x="5454" y="107"/>
                  <a:pt x="5459" y="107"/>
                  <a:pt x="5464" y="107"/>
                </a:cubicBezTo>
                <a:moveTo>
                  <a:pt x="5200" y="107"/>
                </a:moveTo>
                <a:cubicBezTo>
                  <a:pt x="5218" y="107"/>
                  <a:pt x="5233" y="110"/>
                  <a:pt x="5245" y="115"/>
                </a:cubicBezTo>
                <a:cubicBezTo>
                  <a:pt x="5258" y="121"/>
                  <a:pt x="5268" y="129"/>
                  <a:pt x="5276" y="138"/>
                </a:cubicBezTo>
                <a:cubicBezTo>
                  <a:pt x="5284" y="148"/>
                  <a:pt x="5290" y="159"/>
                  <a:pt x="5294" y="172"/>
                </a:cubicBezTo>
                <a:cubicBezTo>
                  <a:pt x="5298" y="186"/>
                  <a:pt x="5299" y="199"/>
                  <a:pt x="5299" y="214"/>
                </a:cubicBezTo>
                <a:lnTo>
                  <a:pt x="5299" y="222"/>
                </a:lnTo>
                <a:cubicBezTo>
                  <a:pt x="5299" y="228"/>
                  <a:pt x="5298" y="233"/>
                  <a:pt x="5294" y="236"/>
                </a:cubicBezTo>
                <a:cubicBezTo>
                  <a:pt x="5291" y="239"/>
                  <a:pt x="5287" y="240"/>
                  <a:pt x="5283" y="240"/>
                </a:cubicBezTo>
                <a:lnTo>
                  <a:pt x="5134" y="240"/>
                </a:lnTo>
                <a:cubicBezTo>
                  <a:pt x="5134" y="253"/>
                  <a:pt x="5135" y="265"/>
                  <a:pt x="5137" y="275"/>
                </a:cubicBezTo>
                <a:cubicBezTo>
                  <a:pt x="5140" y="285"/>
                  <a:pt x="5144" y="294"/>
                  <a:pt x="5150" y="301"/>
                </a:cubicBezTo>
                <a:cubicBezTo>
                  <a:pt x="5156" y="308"/>
                  <a:pt x="5164" y="314"/>
                  <a:pt x="5173" y="318"/>
                </a:cubicBezTo>
                <a:cubicBezTo>
                  <a:pt x="5183" y="321"/>
                  <a:pt x="5194" y="323"/>
                  <a:pt x="5208" y="323"/>
                </a:cubicBezTo>
                <a:cubicBezTo>
                  <a:pt x="5219" y="323"/>
                  <a:pt x="5228" y="323"/>
                  <a:pt x="5237" y="321"/>
                </a:cubicBezTo>
                <a:cubicBezTo>
                  <a:pt x="5245" y="319"/>
                  <a:pt x="5253" y="317"/>
                  <a:pt x="5259" y="315"/>
                </a:cubicBezTo>
                <a:cubicBezTo>
                  <a:pt x="5265" y="313"/>
                  <a:pt x="5270" y="311"/>
                  <a:pt x="5274" y="309"/>
                </a:cubicBezTo>
                <a:cubicBezTo>
                  <a:pt x="5278" y="307"/>
                  <a:pt x="5281" y="306"/>
                  <a:pt x="5283" y="306"/>
                </a:cubicBezTo>
                <a:cubicBezTo>
                  <a:pt x="5284" y="306"/>
                  <a:pt x="5285" y="307"/>
                  <a:pt x="5286" y="307"/>
                </a:cubicBezTo>
                <a:cubicBezTo>
                  <a:pt x="5287" y="308"/>
                  <a:pt x="5288" y="309"/>
                  <a:pt x="5288" y="310"/>
                </a:cubicBezTo>
                <a:cubicBezTo>
                  <a:pt x="5289" y="311"/>
                  <a:pt x="5289" y="313"/>
                  <a:pt x="5289" y="315"/>
                </a:cubicBezTo>
                <a:cubicBezTo>
                  <a:pt x="5290" y="317"/>
                  <a:pt x="5290" y="319"/>
                  <a:pt x="5290" y="322"/>
                </a:cubicBezTo>
                <a:cubicBezTo>
                  <a:pt x="5290" y="325"/>
                  <a:pt x="5290" y="326"/>
                  <a:pt x="5289" y="328"/>
                </a:cubicBezTo>
                <a:cubicBezTo>
                  <a:pt x="5289" y="330"/>
                  <a:pt x="5289" y="331"/>
                  <a:pt x="5289" y="332"/>
                </a:cubicBezTo>
                <a:cubicBezTo>
                  <a:pt x="5289" y="334"/>
                  <a:pt x="5288" y="335"/>
                  <a:pt x="5288" y="336"/>
                </a:cubicBezTo>
                <a:cubicBezTo>
                  <a:pt x="5287" y="337"/>
                  <a:pt x="5286" y="338"/>
                  <a:pt x="5286" y="339"/>
                </a:cubicBezTo>
                <a:cubicBezTo>
                  <a:pt x="5285" y="340"/>
                  <a:pt x="5282" y="341"/>
                  <a:pt x="5277" y="343"/>
                </a:cubicBezTo>
                <a:cubicBezTo>
                  <a:pt x="5273" y="345"/>
                  <a:pt x="5267" y="347"/>
                  <a:pt x="5260" y="349"/>
                </a:cubicBezTo>
                <a:cubicBezTo>
                  <a:pt x="5252" y="351"/>
                  <a:pt x="5244" y="353"/>
                  <a:pt x="5234" y="355"/>
                </a:cubicBezTo>
                <a:cubicBezTo>
                  <a:pt x="5225" y="356"/>
                  <a:pt x="5215" y="357"/>
                  <a:pt x="5204" y="357"/>
                </a:cubicBezTo>
                <a:cubicBezTo>
                  <a:pt x="5185" y="357"/>
                  <a:pt x="5169" y="355"/>
                  <a:pt x="5155" y="349"/>
                </a:cubicBezTo>
                <a:cubicBezTo>
                  <a:pt x="5141" y="344"/>
                  <a:pt x="5129" y="336"/>
                  <a:pt x="5120" y="326"/>
                </a:cubicBezTo>
                <a:cubicBezTo>
                  <a:pt x="5110" y="316"/>
                  <a:pt x="5103" y="303"/>
                  <a:pt x="5098" y="288"/>
                </a:cubicBezTo>
                <a:cubicBezTo>
                  <a:pt x="5093" y="272"/>
                  <a:pt x="5091" y="253"/>
                  <a:pt x="5091" y="233"/>
                </a:cubicBezTo>
                <a:cubicBezTo>
                  <a:pt x="5091" y="213"/>
                  <a:pt x="5093" y="196"/>
                  <a:pt x="5098" y="180"/>
                </a:cubicBezTo>
                <a:cubicBezTo>
                  <a:pt x="5103" y="165"/>
                  <a:pt x="5111" y="151"/>
                  <a:pt x="5120" y="140"/>
                </a:cubicBezTo>
                <a:cubicBezTo>
                  <a:pt x="5130" y="130"/>
                  <a:pt x="5141" y="121"/>
                  <a:pt x="5154" y="115"/>
                </a:cubicBezTo>
                <a:cubicBezTo>
                  <a:pt x="5168" y="110"/>
                  <a:pt x="5183" y="107"/>
                  <a:pt x="5200" y="107"/>
                </a:cubicBezTo>
                <a:moveTo>
                  <a:pt x="4777" y="107"/>
                </a:moveTo>
                <a:cubicBezTo>
                  <a:pt x="4793" y="107"/>
                  <a:pt x="4807" y="109"/>
                  <a:pt x="4818" y="112"/>
                </a:cubicBezTo>
                <a:cubicBezTo>
                  <a:pt x="4830" y="116"/>
                  <a:pt x="4839" y="121"/>
                  <a:pt x="4846" y="129"/>
                </a:cubicBezTo>
                <a:cubicBezTo>
                  <a:pt x="4853" y="136"/>
                  <a:pt x="4858" y="145"/>
                  <a:pt x="4861" y="155"/>
                </a:cubicBezTo>
                <a:cubicBezTo>
                  <a:pt x="4864" y="166"/>
                  <a:pt x="4866" y="178"/>
                  <a:pt x="4866" y="192"/>
                </a:cubicBezTo>
                <a:lnTo>
                  <a:pt x="4866" y="346"/>
                </a:lnTo>
                <a:cubicBezTo>
                  <a:pt x="4866" y="348"/>
                  <a:pt x="4865" y="350"/>
                  <a:pt x="4864" y="351"/>
                </a:cubicBezTo>
                <a:cubicBezTo>
                  <a:pt x="4863" y="352"/>
                  <a:pt x="4861" y="353"/>
                  <a:pt x="4858" y="353"/>
                </a:cubicBezTo>
                <a:cubicBezTo>
                  <a:pt x="4856" y="354"/>
                  <a:pt x="4853" y="354"/>
                  <a:pt x="4848" y="354"/>
                </a:cubicBezTo>
                <a:cubicBezTo>
                  <a:pt x="4844" y="354"/>
                  <a:pt x="4840" y="354"/>
                  <a:pt x="4838" y="353"/>
                </a:cubicBezTo>
                <a:cubicBezTo>
                  <a:pt x="4835" y="353"/>
                  <a:pt x="4833" y="352"/>
                  <a:pt x="4832" y="351"/>
                </a:cubicBezTo>
                <a:cubicBezTo>
                  <a:pt x="4831" y="350"/>
                  <a:pt x="4830" y="348"/>
                  <a:pt x="4830" y="346"/>
                </a:cubicBezTo>
                <a:lnTo>
                  <a:pt x="4830" y="324"/>
                </a:lnTo>
                <a:cubicBezTo>
                  <a:pt x="4820" y="334"/>
                  <a:pt x="4809" y="343"/>
                  <a:pt x="4797" y="348"/>
                </a:cubicBezTo>
                <a:cubicBezTo>
                  <a:pt x="4785" y="354"/>
                  <a:pt x="4772" y="357"/>
                  <a:pt x="4759" y="357"/>
                </a:cubicBezTo>
                <a:cubicBezTo>
                  <a:pt x="4747" y="357"/>
                  <a:pt x="4736" y="356"/>
                  <a:pt x="4726" y="353"/>
                </a:cubicBezTo>
                <a:cubicBezTo>
                  <a:pt x="4716" y="349"/>
                  <a:pt x="4708" y="345"/>
                  <a:pt x="4701" y="339"/>
                </a:cubicBezTo>
                <a:cubicBezTo>
                  <a:pt x="4694" y="333"/>
                  <a:pt x="4689" y="326"/>
                  <a:pt x="4686" y="317"/>
                </a:cubicBezTo>
                <a:cubicBezTo>
                  <a:pt x="4682" y="309"/>
                  <a:pt x="4680" y="299"/>
                  <a:pt x="4680" y="288"/>
                </a:cubicBezTo>
                <a:cubicBezTo>
                  <a:pt x="4680" y="275"/>
                  <a:pt x="4682" y="264"/>
                  <a:pt x="4688" y="254"/>
                </a:cubicBezTo>
                <a:cubicBezTo>
                  <a:pt x="4693" y="244"/>
                  <a:pt x="4700" y="237"/>
                  <a:pt x="4710" y="230"/>
                </a:cubicBezTo>
                <a:cubicBezTo>
                  <a:pt x="4720" y="224"/>
                  <a:pt x="4732" y="219"/>
                  <a:pt x="4746" y="216"/>
                </a:cubicBezTo>
                <a:cubicBezTo>
                  <a:pt x="4760" y="213"/>
                  <a:pt x="4776" y="212"/>
                  <a:pt x="4793" y="212"/>
                </a:cubicBezTo>
                <a:lnTo>
                  <a:pt x="4825" y="212"/>
                </a:lnTo>
                <a:lnTo>
                  <a:pt x="4825" y="194"/>
                </a:lnTo>
                <a:cubicBezTo>
                  <a:pt x="4825" y="185"/>
                  <a:pt x="4824" y="178"/>
                  <a:pt x="4822" y="171"/>
                </a:cubicBezTo>
                <a:cubicBezTo>
                  <a:pt x="4820" y="164"/>
                  <a:pt x="4817" y="159"/>
                  <a:pt x="4813" y="154"/>
                </a:cubicBezTo>
                <a:cubicBezTo>
                  <a:pt x="4809" y="150"/>
                  <a:pt x="4804" y="146"/>
                  <a:pt x="4797" y="144"/>
                </a:cubicBezTo>
                <a:cubicBezTo>
                  <a:pt x="4790" y="142"/>
                  <a:pt x="4783" y="141"/>
                  <a:pt x="4773" y="141"/>
                </a:cubicBezTo>
                <a:cubicBezTo>
                  <a:pt x="4762" y="141"/>
                  <a:pt x="4753" y="142"/>
                  <a:pt x="4745" y="144"/>
                </a:cubicBezTo>
                <a:cubicBezTo>
                  <a:pt x="4737" y="147"/>
                  <a:pt x="4730" y="149"/>
                  <a:pt x="4724" y="152"/>
                </a:cubicBezTo>
                <a:cubicBezTo>
                  <a:pt x="4718" y="155"/>
                  <a:pt x="4712" y="158"/>
                  <a:pt x="4708" y="160"/>
                </a:cubicBezTo>
                <a:cubicBezTo>
                  <a:pt x="4704" y="163"/>
                  <a:pt x="4701" y="164"/>
                  <a:pt x="4699" y="164"/>
                </a:cubicBezTo>
                <a:cubicBezTo>
                  <a:pt x="4698" y="164"/>
                  <a:pt x="4697" y="164"/>
                  <a:pt x="4696" y="163"/>
                </a:cubicBezTo>
                <a:cubicBezTo>
                  <a:pt x="4695" y="162"/>
                  <a:pt x="4694" y="161"/>
                  <a:pt x="4693" y="160"/>
                </a:cubicBezTo>
                <a:cubicBezTo>
                  <a:pt x="4692" y="159"/>
                  <a:pt x="4692" y="157"/>
                  <a:pt x="4692" y="155"/>
                </a:cubicBezTo>
                <a:cubicBezTo>
                  <a:pt x="4691" y="153"/>
                  <a:pt x="4691" y="150"/>
                  <a:pt x="4691" y="148"/>
                </a:cubicBezTo>
                <a:cubicBezTo>
                  <a:pt x="4691" y="144"/>
                  <a:pt x="4691" y="140"/>
                  <a:pt x="4692" y="138"/>
                </a:cubicBezTo>
                <a:cubicBezTo>
                  <a:pt x="4692" y="135"/>
                  <a:pt x="4694" y="133"/>
                  <a:pt x="4696" y="131"/>
                </a:cubicBezTo>
                <a:cubicBezTo>
                  <a:pt x="4698" y="129"/>
                  <a:pt x="4702" y="126"/>
                  <a:pt x="4708" y="123"/>
                </a:cubicBezTo>
                <a:cubicBezTo>
                  <a:pt x="4713" y="120"/>
                  <a:pt x="4720" y="118"/>
                  <a:pt x="4727" y="115"/>
                </a:cubicBezTo>
                <a:cubicBezTo>
                  <a:pt x="4734" y="113"/>
                  <a:pt x="4742" y="111"/>
                  <a:pt x="4751" y="109"/>
                </a:cubicBezTo>
                <a:cubicBezTo>
                  <a:pt x="4759" y="108"/>
                  <a:pt x="4768" y="107"/>
                  <a:pt x="4777" y="107"/>
                </a:cubicBezTo>
                <a:moveTo>
                  <a:pt x="4066" y="107"/>
                </a:moveTo>
                <a:cubicBezTo>
                  <a:pt x="4068" y="107"/>
                  <a:pt x="4070" y="107"/>
                  <a:pt x="4073" y="107"/>
                </a:cubicBezTo>
                <a:cubicBezTo>
                  <a:pt x="4076" y="107"/>
                  <a:pt x="4079" y="108"/>
                  <a:pt x="4082" y="109"/>
                </a:cubicBezTo>
                <a:cubicBezTo>
                  <a:pt x="4085" y="109"/>
                  <a:pt x="4088" y="110"/>
                  <a:pt x="4090" y="111"/>
                </a:cubicBezTo>
                <a:cubicBezTo>
                  <a:pt x="4093" y="112"/>
                  <a:pt x="4094" y="113"/>
                  <a:pt x="4095" y="113"/>
                </a:cubicBezTo>
                <a:cubicBezTo>
                  <a:pt x="4096" y="114"/>
                  <a:pt x="4097" y="115"/>
                  <a:pt x="4097" y="116"/>
                </a:cubicBezTo>
                <a:cubicBezTo>
                  <a:pt x="4098" y="117"/>
                  <a:pt x="4098" y="117"/>
                  <a:pt x="4098" y="119"/>
                </a:cubicBezTo>
                <a:cubicBezTo>
                  <a:pt x="4098" y="120"/>
                  <a:pt x="4099" y="122"/>
                  <a:pt x="4099" y="124"/>
                </a:cubicBezTo>
                <a:cubicBezTo>
                  <a:pt x="4099" y="126"/>
                  <a:pt x="4099" y="129"/>
                  <a:pt x="4099" y="133"/>
                </a:cubicBezTo>
                <a:cubicBezTo>
                  <a:pt x="4099" y="137"/>
                  <a:pt x="4099" y="140"/>
                  <a:pt x="4099" y="142"/>
                </a:cubicBezTo>
                <a:cubicBezTo>
                  <a:pt x="4098" y="145"/>
                  <a:pt x="4098" y="147"/>
                  <a:pt x="4098" y="148"/>
                </a:cubicBezTo>
                <a:cubicBezTo>
                  <a:pt x="4097" y="150"/>
                  <a:pt x="4096" y="151"/>
                  <a:pt x="4095" y="152"/>
                </a:cubicBezTo>
                <a:cubicBezTo>
                  <a:pt x="4095" y="152"/>
                  <a:pt x="4094" y="153"/>
                  <a:pt x="4092" y="153"/>
                </a:cubicBezTo>
                <a:cubicBezTo>
                  <a:pt x="4091" y="153"/>
                  <a:pt x="4089" y="152"/>
                  <a:pt x="4087" y="152"/>
                </a:cubicBezTo>
                <a:cubicBezTo>
                  <a:pt x="4086" y="151"/>
                  <a:pt x="4083" y="150"/>
                  <a:pt x="4081" y="149"/>
                </a:cubicBezTo>
                <a:cubicBezTo>
                  <a:pt x="4078" y="149"/>
                  <a:pt x="4076" y="148"/>
                  <a:pt x="4073" y="147"/>
                </a:cubicBezTo>
                <a:cubicBezTo>
                  <a:pt x="4070" y="146"/>
                  <a:pt x="4066" y="146"/>
                  <a:pt x="4063" y="146"/>
                </a:cubicBezTo>
                <a:cubicBezTo>
                  <a:pt x="4059" y="146"/>
                  <a:pt x="4054" y="147"/>
                  <a:pt x="4051" y="149"/>
                </a:cubicBezTo>
                <a:cubicBezTo>
                  <a:pt x="4046" y="150"/>
                  <a:pt x="4042" y="153"/>
                  <a:pt x="4038" y="157"/>
                </a:cubicBezTo>
                <a:cubicBezTo>
                  <a:pt x="4033" y="161"/>
                  <a:pt x="4029" y="166"/>
                  <a:pt x="4024" y="172"/>
                </a:cubicBezTo>
                <a:cubicBezTo>
                  <a:pt x="4019" y="179"/>
                  <a:pt x="4014" y="187"/>
                  <a:pt x="4008" y="196"/>
                </a:cubicBezTo>
                <a:lnTo>
                  <a:pt x="4008" y="346"/>
                </a:lnTo>
                <a:cubicBezTo>
                  <a:pt x="4008" y="347"/>
                  <a:pt x="4007" y="349"/>
                  <a:pt x="4006" y="349"/>
                </a:cubicBezTo>
                <a:cubicBezTo>
                  <a:pt x="4006" y="350"/>
                  <a:pt x="4005" y="351"/>
                  <a:pt x="4003" y="352"/>
                </a:cubicBezTo>
                <a:cubicBezTo>
                  <a:pt x="4002" y="353"/>
                  <a:pt x="4000" y="353"/>
                  <a:pt x="3997" y="353"/>
                </a:cubicBezTo>
                <a:cubicBezTo>
                  <a:pt x="3995" y="354"/>
                  <a:pt x="3991" y="354"/>
                  <a:pt x="3987" y="354"/>
                </a:cubicBezTo>
                <a:cubicBezTo>
                  <a:pt x="3983" y="354"/>
                  <a:pt x="3979" y="354"/>
                  <a:pt x="3977" y="353"/>
                </a:cubicBezTo>
                <a:cubicBezTo>
                  <a:pt x="3974" y="353"/>
                  <a:pt x="3972" y="353"/>
                  <a:pt x="3970" y="352"/>
                </a:cubicBezTo>
                <a:cubicBezTo>
                  <a:pt x="3969" y="351"/>
                  <a:pt x="3967" y="350"/>
                  <a:pt x="3967" y="349"/>
                </a:cubicBezTo>
                <a:cubicBezTo>
                  <a:pt x="3966" y="349"/>
                  <a:pt x="3966" y="347"/>
                  <a:pt x="3966" y="346"/>
                </a:cubicBezTo>
                <a:lnTo>
                  <a:pt x="3966" y="118"/>
                </a:lnTo>
                <a:cubicBezTo>
                  <a:pt x="3966" y="117"/>
                  <a:pt x="3966" y="116"/>
                  <a:pt x="3967" y="115"/>
                </a:cubicBezTo>
                <a:cubicBezTo>
                  <a:pt x="3967" y="114"/>
                  <a:pt x="3968" y="113"/>
                  <a:pt x="3970" y="112"/>
                </a:cubicBezTo>
                <a:cubicBezTo>
                  <a:pt x="3971" y="111"/>
                  <a:pt x="3973" y="111"/>
                  <a:pt x="3975" y="111"/>
                </a:cubicBezTo>
                <a:cubicBezTo>
                  <a:pt x="3978" y="110"/>
                  <a:pt x="3981" y="110"/>
                  <a:pt x="3985" y="110"/>
                </a:cubicBezTo>
                <a:cubicBezTo>
                  <a:pt x="3989" y="110"/>
                  <a:pt x="3992" y="110"/>
                  <a:pt x="3994" y="111"/>
                </a:cubicBezTo>
                <a:cubicBezTo>
                  <a:pt x="3997" y="111"/>
                  <a:pt x="3998" y="111"/>
                  <a:pt x="4000" y="112"/>
                </a:cubicBezTo>
                <a:cubicBezTo>
                  <a:pt x="4001" y="113"/>
                  <a:pt x="4002" y="114"/>
                  <a:pt x="4003" y="115"/>
                </a:cubicBezTo>
                <a:cubicBezTo>
                  <a:pt x="4003" y="116"/>
                  <a:pt x="4004" y="117"/>
                  <a:pt x="4004" y="118"/>
                </a:cubicBezTo>
                <a:lnTo>
                  <a:pt x="4004" y="151"/>
                </a:lnTo>
                <a:cubicBezTo>
                  <a:pt x="4010" y="142"/>
                  <a:pt x="4016" y="135"/>
                  <a:pt x="4021" y="129"/>
                </a:cubicBezTo>
                <a:cubicBezTo>
                  <a:pt x="4027" y="123"/>
                  <a:pt x="4032" y="119"/>
                  <a:pt x="4036" y="115"/>
                </a:cubicBezTo>
                <a:cubicBezTo>
                  <a:pt x="4041" y="112"/>
                  <a:pt x="4046" y="110"/>
                  <a:pt x="4051" y="109"/>
                </a:cubicBezTo>
                <a:cubicBezTo>
                  <a:pt x="4056" y="107"/>
                  <a:pt x="4061" y="107"/>
                  <a:pt x="4066" y="107"/>
                </a:cubicBezTo>
                <a:moveTo>
                  <a:pt x="3802" y="107"/>
                </a:moveTo>
                <a:cubicBezTo>
                  <a:pt x="3818" y="107"/>
                  <a:pt x="3832" y="109"/>
                  <a:pt x="3844" y="112"/>
                </a:cubicBezTo>
                <a:cubicBezTo>
                  <a:pt x="3855" y="116"/>
                  <a:pt x="3864" y="121"/>
                  <a:pt x="3871" y="129"/>
                </a:cubicBezTo>
                <a:cubicBezTo>
                  <a:pt x="3878" y="136"/>
                  <a:pt x="3883" y="145"/>
                  <a:pt x="3887" y="155"/>
                </a:cubicBezTo>
                <a:cubicBezTo>
                  <a:pt x="3890" y="166"/>
                  <a:pt x="3891" y="178"/>
                  <a:pt x="3891" y="192"/>
                </a:cubicBezTo>
                <a:lnTo>
                  <a:pt x="3891" y="346"/>
                </a:lnTo>
                <a:cubicBezTo>
                  <a:pt x="3891" y="348"/>
                  <a:pt x="3891" y="350"/>
                  <a:pt x="3889" y="351"/>
                </a:cubicBezTo>
                <a:cubicBezTo>
                  <a:pt x="3888" y="352"/>
                  <a:pt x="3886" y="353"/>
                  <a:pt x="3884" y="353"/>
                </a:cubicBezTo>
                <a:cubicBezTo>
                  <a:pt x="3882" y="354"/>
                  <a:pt x="3878" y="354"/>
                  <a:pt x="3873" y="354"/>
                </a:cubicBezTo>
                <a:cubicBezTo>
                  <a:pt x="3869" y="354"/>
                  <a:pt x="3866" y="354"/>
                  <a:pt x="3863" y="353"/>
                </a:cubicBezTo>
                <a:cubicBezTo>
                  <a:pt x="3860" y="353"/>
                  <a:pt x="3859" y="352"/>
                  <a:pt x="3857" y="351"/>
                </a:cubicBezTo>
                <a:cubicBezTo>
                  <a:pt x="3856" y="350"/>
                  <a:pt x="3856" y="348"/>
                  <a:pt x="3856" y="346"/>
                </a:cubicBezTo>
                <a:lnTo>
                  <a:pt x="3856" y="324"/>
                </a:lnTo>
                <a:cubicBezTo>
                  <a:pt x="3846" y="334"/>
                  <a:pt x="3835" y="343"/>
                  <a:pt x="3822" y="348"/>
                </a:cubicBezTo>
                <a:cubicBezTo>
                  <a:pt x="3810" y="354"/>
                  <a:pt x="3797" y="357"/>
                  <a:pt x="3784" y="357"/>
                </a:cubicBezTo>
                <a:cubicBezTo>
                  <a:pt x="3772" y="357"/>
                  <a:pt x="3761" y="356"/>
                  <a:pt x="3751" y="353"/>
                </a:cubicBezTo>
                <a:cubicBezTo>
                  <a:pt x="3742" y="349"/>
                  <a:pt x="3733" y="345"/>
                  <a:pt x="3727" y="339"/>
                </a:cubicBezTo>
                <a:cubicBezTo>
                  <a:pt x="3720" y="333"/>
                  <a:pt x="3714" y="326"/>
                  <a:pt x="3711" y="317"/>
                </a:cubicBezTo>
                <a:cubicBezTo>
                  <a:pt x="3707" y="309"/>
                  <a:pt x="3705" y="299"/>
                  <a:pt x="3705" y="288"/>
                </a:cubicBezTo>
                <a:cubicBezTo>
                  <a:pt x="3705" y="275"/>
                  <a:pt x="3708" y="264"/>
                  <a:pt x="3713" y="254"/>
                </a:cubicBezTo>
                <a:cubicBezTo>
                  <a:pt x="3718" y="244"/>
                  <a:pt x="3726" y="237"/>
                  <a:pt x="3735" y="230"/>
                </a:cubicBezTo>
                <a:cubicBezTo>
                  <a:pt x="3745" y="224"/>
                  <a:pt x="3757" y="219"/>
                  <a:pt x="3771" y="216"/>
                </a:cubicBezTo>
                <a:cubicBezTo>
                  <a:pt x="3785" y="213"/>
                  <a:pt x="3801" y="212"/>
                  <a:pt x="3819" y="212"/>
                </a:cubicBezTo>
                <a:lnTo>
                  <a:pt x="3850" y="212"/>
                </a:lnTo>
                <a:lnTo>
                  <a:pt x="3850" y="194"/>
                </a:lnTo>
                <a:cubicBezTo>
                  <a:pt x="3850" y="185"/>
                  <a:pt x="3849" y="178"/>
                  <a:pt x="3847" y="171"/>
                </a:cubicBezTo>
                <a:cubicBezTo>
                  <a:pt x="3846" y="164"/>
                  <a:pt x="3842" y="159"/>
                  <a:pt x="3838" y="154"/>
                </a:cubicBezTo>
                <a:cubicBezTo>
                  <a:pt x="3834" y="150"/>
                  <a:pt x="3829" y="146"/>
                  <a:pt x="3822" y="144"/>
                </a:cubicBezTo>
                <a:cubicBezTo>
                  <a:pt x="3816" y="142"/>
                  <a:pt x="3808" y="141"/>
                  <a:pt x="3798" y="141"/>
                </a:cubicBezTo>
                <a:cubicBezTo>
                  <a:pt x="3788" y="141"/>
                  <a:pt x="3779" y="142"/>
                  <a:pt x="3770" y="144"/>
                </a:cubicBezTo>
                <a:cubicBezTo>
                  <a:pt x="3762" y="147"/>
                  <a:pt x="3755" y="149"/>
                  <a:pt x="3749" y="152"/>
                </a:cubicBezTo>
                <a:cubicBezTo>
                  <a:pt x="3743" y="155"/>
                  <a:pt x="3738" y="158"/>
                  <a:pt x="3734" y="160"/>
                </a:cubicBezTo>
                <a:cubicBezTo>
                  <a:pt x="3730" y="163"/>
                  <a:pt x="3726" y="164"/>
                  <a:pt x="3725" y="164"/>
                </a:cubicBezTo>
                <a:cubicBezTo>
                  <a:pt x="3723" y="164"/>
                  <a:pt x="3722" y="164"/>
                  <a:pt x="3721" y="163"/>
                </a:cubicBezTo>
                <a:cubicBezTo>
                  <a:pt x="3720" y="162"/>
                  <a:pt x="3719" y="161"/>
                  <a:pt x="3718" y="160"/>
                </a:cubicBezTo>
                <a:cubicBezTo>
                  <a:pt x="3718" y="159"/>
                  <a:pt x="3717" y="157"/>
                  <a:pt x="3717" y="155"/>
                </a:cubicBezTo>
                <a:cubicBezTo>
                  <a:pt x="3717" y="153"/>
                  <a:pt x="3716" y="150"/>
                  <a:pt x="3716" y="148"/>
                </a:cubicBezTo>
                <a:cubicBezTo>
                  <a:pt x="3716" y="144"/>
                  <a:pt x="3717" y="140"/>
                  <a:pt x="3717" y="138"/>
                </a:cubicBezTo>
                <a:cubicBezTo>
                  <a:pt x="3718" y="135"/>
                  <a:pt x="3719" y="133"/>
                  <a:pt x="3721" y="131"/>
                </a:cubicBezTo>
                <a:cubicBezTo>
                  <a:pt x="3724" y="129"/>
                  <a:pt x="3727" y="126"/>
                  <a:pt x="3733" y="123"/>
                </a:cubicBezTo>
                <a:cubicBezTo>
                  <a:pt x="3739" y="120"/>
                  <a:pt x="3745" y="118"/>
                  <a:pt x="3752" y="115"/>
                </a:cubicBezTo>
                <a:cubicBezTo>
                  <a:pt x="3760" y="113"/>
                  <a:pt x="3767" y="111"/>
                  <a:pt x="3776" y="109"/>
                </a:cubicBezTo>
                <a:cubicBezTo>
                  <a:pt x="3785" y="108"/>
                  <a:pt x="3793" y="107"/>
                  <a:pt x="3802" y="107"/>
                </a:cubicBezTo>
                <a:moveTo>
                  <a:pt x="2929" y="107"/>
                </a:moveTo>
                <a:cubicBezTo>
                  <a:pt x="2947" y="107"/>
                  <a:pt x="2963" y="110"/>
                  <a:pt x="2975" y="115"/>
                </a:cubicBezTo>
                <a:cubicBezTo>
                  <a:pt x="2988" y="121"/>
                  <a:pt x="2998" y="129"/>
                  <a:pt x="3006" y="138"/>
                </a:cubicBezTo>
                <a:cubicBezTo>
                  <a:pt x="3014" y="148"/>
                  <a:pt x="3020" y="159"/>
                  <a:pt x="3024" y="172"/>
                </a:cubicBezTo>
                <a:cubicBezTo>
                  <a:pt x="3028" y="186"/>
                  <a:pt x="3029" y="199"/>
                  <a:pt x="3029" y="214"/>
                </a:cubicBezTo>
                <a:lnTo>
                  <a:pt x="3029" y="222"/>
                </a:lnTo>
                <a:cubicBezTo>
                  <a:pt x="3029" y="228"/>
                  <a:pt x="3028" y="233"/>
                  <a:pt x="3024" y="236"/>
                </a:cubicBezTo>
                <a:cubicBezTo>
                  <a:pt x="3021" y="239"/>
                  <a:pt x="3017" y="240"/>
                  <a:pt x="3013" y="240"/>
                </a:cubicBezTo>
                <a:lnTo>
                  <a:pt x="2864" y="240"/>
                </a:lnTo>
                <a:cubicBezTo>
                  <a:pt x="2864" y="253"/>
                  <a:pt x="2865" y="265"/>
                  <a:pt x="2867" y="275"/>
                </a:cubicBezTo>
                <a:cubicBezTo>
                  <a:pt x="2870" y="285"/>
                  <a:pt x="2874" y="294"/>
                  <a:pt x="2880" y="301"/>
                </a:cubicBezTo>
                <a:cubicBezTo>
                  <a:pt x="2886" y="308"/>
                  <a:pt x="2894" y="314"/>
                  <a:pt x="2903" y="318"/>
                </a:cubicBezTo>
                <a:cubicBezTo>
                  <a:pt x="2913" y="321"/>
                  <a:pt x="2924" y="323"/>
                  <a:pt x="2938" y="323"/>
                </a:cubicBezTo>
                <a:cubicBezTo>
                  <a:pt x="2949" y="323"/>
                  <a:pt x="2958" y="323"/>
                  <a:pt x="2967" y="321"/>
                </a:cubicBezTo>
                <a:cubicBezTo>
                  <a:pt x="2975" y="319"/>
                  <a:pt x="2983" y="317"/>
                  <a:pt x="2989" y="315"/>
                </a:cubicBezTo>
                <a:cubicBezTo>
                  <a:pt x="2995" y="313"/>
                  <a:pt x="3000" y="311"/>
                  <a:pt x="3004" y="309"/>
                </a:cubicBezTo>
                <a:cubicBezTo>
                  <a:pt x="3008" y="307"/>
                  <a:pt x="3011" y="306"/>
                  <a:pt x="3013" y="306"/>
                </a:cubicBezTo>
                <a:cubicBezTo>
                  <a:pt x="3014" y="306"/>
                  <a:pt x="3015" y="307"/>
                  <a:pt x="3016" y="307"/>
                </a:cubicBezTo>
                <a:cubicBezTo>
                  <a:pt x="3017" y="308"/>
                  <a:pt x="3018" y="309"/>
                  <a:pt x="3018" y="310"/>
                </a:cubicBezTo>
                <a:cubicBezTo>
                  <a:pt x="3019" y="311"/>
                  <a:pt x="3019" y="313"/>
                  <a:pt x="3019" y="315"/>
                </a:cubicBezTo>
                <a:cubicBezTo>
                  <a:pt x="3020" y="317"/>
                  <a:pt x="3020" y="319"/>
                  <a:pt x="3020" y="322"/>
                </a:cubicBezTo>
                <a:cubicBezTo>
                  <a:pt x="3020" y="325"/>
                  <a:pt x="3020" y="326"/>
                  <a:pt x="3019" y="328"/>
                </a:cubicBezTo>
                <a:cubicBezTo>
                  <a:pt x="3019" y="330"/>
                  <a:pt x="3019" y="331"/>
                  <a:pt x="3019" y="332"/>
                </a:cubicBezTo>
                <a:cubicBezTo>
                  <a:pt x="3019" y="334"/>
                  <a:pt x="3018" y="335"/>
                  <a:pt x="3018" y="336"/>
                </a:cubicBezTo>
                <a:cubicBezTo>
                  <a:pt x="3017" y="337"/>
                  <a:pt x="3016" y="338"/>
                  <a:pt x="3016" y="339"/>
                </a:cubicBezTo>
                <a:cubicBezTo>
                  <a:pt x="3014" y="340"/>
                  <a:pt x="3012" y="341"/>
                  <a:pt x="3007" y="343"/>
                </a:cubicBezTo>
                <a:cubicBezTo>
                  <a:pt x="3002" y="345"/>
                  <a:pt x="2997" y="347"/>
                  <a:pt x="2989" y="349"/>
                </a:cubicBezTo>
                <a:cubicBezTo>
                  <a:pt x="2982" y="351"/>
                  <a:pt x="2974" y="353"/>
                  <a:pt x="2964" y="355"/>
                </a:cubicBezTo>
                <a:cubicBezTo>
                  <a:pt x="2955" y="356"/>
                  <a:pt x="2945" y="357"/>
                  <a:pt x="2934" y="357"/>
                </a:cubicBezTo>
                <a:cubicBezTo>
                  <a:pt x="2915" y="357"/>
                  <a:pt x="2899" y="355"/>
                  <a:pt x="2885" y="349"/>
                </a:cubicBezTo>
                <a:cubicBezTo>
                  <a:pt x="2871" y="344"/>
                  <a:pt x="2859" y="336"/>
                  <a:pt x="2850" y="326"/>
                </a:cubicBezTo>
                <a:cubicBezTo>
                  <a:pt x="2840" y="316"/>
                  <a:pt x="2833" y="303"/>
                  <a:pt x="2828" y="288"/>
                </a:cubicBezTo>
                <a:cubicBezTo>
                  <a:pt x="2823" y="272"/>
                  <a:pt x="2820" y="253"/>
                  <a:pt x="2820" y="233"/>
                </a:cubicBezTo>
                <a:cubicBezTo>
                  <a:pt x="2820" y="213"/>
                  <a:pt x="2823" y="196"/>
                  <a:pt x="2828" y="180"/>
                </a:cubicBezTo>
                <a:cubicBezTo>
                  <a:pt x="2833" y="165"/>
                  <a:pt x="2841" y="151"/>
                  <a:pt x="2850" y="140"/>
                </a:cubicBezTo>
                <a:cubicBezTo>
                  <a:pt x="2860" y="130"/>
                  <a:pt x="2871" y="121"/>
                  <a:pt x="2884" y="115"/>
                </a:cubicBezTo>
                <a:cubicBezTo>
                  <a:pt x="2898" y="110"/>
                  <a:pt x="2913" y="107"/>
                  <a:pt x="2929" y="107"/>
                </a:cubicBezTo>
                <a:moveTo>
                  <a:pt x="2451" y="107"/>
                </a:moveTo>
                <a:cubicBezTo>
                  <a:pt x="2468" y="107"/>
                  <a:pt x="2482" y="109"/>
                  <a:pt x="2493" y="112"/>
                </a:cubicBezTo>
                <a:cubicBezTo>
                  <a:pt x="2505" y="116"/>
                  <a:pt x="2514" y="121"/>
                  <a:pt x="2521" y="129"/>
                </a:cubicBezTo>
                <a:cubicBezTo>
                  <a:pt x="2528" y="136"/>
                  <a:pt x="2533" y="145"/>
                  <a:pt x="2536" y="155"/>
                </a:cubicBezTo>
                <a:cubicBezTo>
                  <a:pt x="2539" y="166"/>
                  <a:pt x="2541" y="178"/>
                  <a:pt x="2541" y="192"/>
                </a:cubicBezTo>
                <a:lnTo>
                  <a:pt x="2541" y="346"/>
                </a:lnTo>
                <a:cubicBezTo>
                  <a:pt x="2541" y="348"/>
                  <a:pt x="2540" y="350"/>
                  <a:pt x="2539" y="351"/>
                </a:cubicBezTo>
                <a:cubicBezTo>
                  <a:pt x="2538" y="352"/>
                  <a:pt x="2536" y="353"/>
                  <a:pt x="2533" y="353"/>
                </a:cubicBezTo>
                <a:cubicBezTo>
                  <a:pt x="2531" y="354"/>
                  <a:pt x="2528" y="354"/>
                  <a:pt x="2523" y="354"/>
                </a:cubicBezTo>
                <a:cubicBezTo>
                  <a:pt x="2519" y="354"/>
                  <a:pt x="2515" y="354"/>
                  <a:pt x="2513" y="353"/>
                </a:cubicBezTo>
                <a:cubicBezTo>
                  <a:pt x="2510" y="353"/>
                  <a:pt x="2508" y="352"/>
                  <a:pt x="2507" y="351"/>
                </a:cubicBezTo>
                <a:cubicBezTo>
                  <a:pt x="2506" y="350"/>
                  <a:pt x="2505" y="348"/>
                  <a:pt x="2505" y="346"/>
                </a:cubicBezTo>
                <a:lnTo>
                  <a:pt x="2505" y="324"/>
                </a:lnTo>
                <a:cubicBezTo>
                  <a:pt x="2495" y="334"/>
                  <a:pt x="2484" y="343"/>
                  <a:pt x="2472" y="348"/>
                </a:cubicBezTo>
                <a:cubicBezTo>
                  <a:pt x="2460" y="354"/>
                  <a:pt x="2447" y="357"/>
                  <a:pt x="2433" y="357"/>
                </a:cubicBezTo>
                <a:cubicBezTo>
                  <a:pt x="2421" y="357"/>
                  <a:pt x="2411" y="356"/>
                  <a:pt x="2401" y="353"/>
                </a:cubicBezTo>
                <a:cubicBezTo>
                  <a:pt x="2391" y="349"/>
                  <a:pt x="2383" y="345"/>
                  <a:pt x="2376" y="339"/>
                </a:cubicBezTo>
                <a:cubicBezTo>
                  <a:pt x="2369" y="333"/>
                  <a:pt x="2364" y="326"/>
                  <a:pt x="2360" y="317"/>
                </a:cubicBezTo>
                <a:cubicBezTo>
                  <a:pt x="2357" y="309"/>
                  <a:pt x="2355" y="299"/>
                  <a:pt x="2355" y="288"/>
                </a:cubicBezTo>
                <a:cubicBezTo>
                  <a:pt x="2355" y="275"/>
                  <a:pt x="2357" y="264"/>
                  <a:pt x="2363" y="254"/>
                </a:cubicBezTo>
                <a:cubicBezTo>
                  <a:pt x="2368" y="244"/>
                  <a:pt x="2375" y="237"/>
                  <a:pt x="2385" y="230"/>
                </a:cubicBezTo>
                <a:cubicBezTo>
                  <a:pt x="2395" y="224"/>
                  <a:pt x="2407" y="219"/>
                  <a:pt x="2421" y="216"/>
                </a:cubicBezTo>
                <a:cubicBezTo>
                  <a:pt x="2435" y="213"/>
                  <a:pt x="2451" y="212"/>
                  <a:pt x="2468" y="212"/>
                </a:cubicBezTo>
                <a:lnTo>
                  <a:pt x="2500" y="212"/>
                </a:lnTo>
                <a:lnTo>
                  <a:pt x="2500" y="194"/>
                </a:lnTo>
                <a:cubicBezTo>
                  <a:pt x="2500" y="185"/>
                  <a:pt x="2499" y="178"/>
                  <a:pt x="2497" y="171"/>
                </a:cubicBezTo>
                <a:cubicBezTo>
                  <a:pt x="2495" y="164"/>
                  <a:pt x="2492" y="159"/>
                  <a:pt x="2488" y="154"/>
                </a:cubicBezTo>
                <a:cubicBezTo>
                  <a:pt x="2484" y="150"/>
                  <a:pt x="2479" y="146"/>
                  <a:pt x="2472" y="144"/>
                </a:cubicBezTo>
                <a:cubicBezTo>
                  <a:pt x="2465" y="142"/>
                  <a:pt x="2457" y="141"/>
                  <a:pt x="2448" y="141"/>
                </a:cubicBezTo>
                <a:cubicBezTo>
                  <a:pt x="2437" y="141"/>
                  <a:pt x="2428" y="142"/>
                  <a:pt x="2420" y="144"/>
                </a:cubicBezTo>
                <a:cubicBezTo>
                  <a:pt x="2412" y="147"/>
                  <a:pt x="2405" y="149"/>
                  <a:pt x="2399" y="152"/>
                </a:cubicBezTo>
                <a:cubicBezTo>
                  <a:pt x="2393" y="155"/>
                  <a:pt x="2387" y="158"/>
                  <a:pt x="2383" y="160"/>
                </a:cubicBezTo>
                <a:cubicBezTo>
                  <a:pt x="2379" y="163"/>
                  <a:pt x="2376" y="164"/>
                  <a:pt x="2374" y="164"/>
                </a:cubicBezTo>
                <a:cubicBezTo>
                  <a:pt x="2373" y="164"/>
                  <a:pt x="2372" y="164"/>
                  <a:pt x="2371" y="163"/>
                </a:cubicBezTo>
                <a:cubicBezTo>
                  <a:pt x="2370" y="162"/>
                  <a:pt x="2369" y="161"/>
                  <a:pt x="2368" y="160"/>
                </a:cubicBezTo>
                <a:cubicBezTo>
                  <a:pt x="2367" y="159"/>
                  <a:pt x="2366" y="157"/>
                  <a:pt x="2366" y="155"/>
                </a:cubicBezTo>
                <a:cubicBezTo>
                  <a:pt x="2366" y="153"/>
                  <a:pt x="2366" y="150"/>
                  <a:pt x="2366" y="148"/>
                </a:cubicBezTo>
                <a:cubicBezTo>
                  <a:pt x="2366" y="144"/>
                  <a:pt x="2366" y="140"/>
                  <a:pt x="2367" y="138"/>
                </a:cubicBezTo>
                <a:cubicBezTo>
                  <a:pt x="2367" y="135"/>
                  <a:pt x="2369" y="133"/>
                  <a:pt x="2371" y="131"/>
                </a:cubicBezTo>
                <a:cubicBezTo>
                  <a:pt x="2373" y="129"/>
                  <a:pt x="2377" y="126"/>
                  <a:pt x="2383" y="123"/>
                </a:cubicBezTo>
                <a:cubicBezTo>
                  <a:pt x="2388" y="120"/>
                  <a:pt x="2395" y="118"/>
                  <a:pt x="2402" y="115"/>
                </a:cubicBezTo>
                <a:cubicBezTo>
                  <a:pt x="2409" y="113"/>
                  <a:pt x="2417" y="111"/>
                  <a:pt x="2426" y="109"/>
                </a:cubicBezTo>
                <a:cubicBezTo>
                  <a:pt x="2434" y="108"/>
                  <a:pt x="2443" y="107"/>
                  <a:pt x="2451" y="107"/>
                </a:cubicBezTo>
                <a:moveTo>
                  <a:pt x="2296" y="107"/>
                </a:moveTo>
                <a:cubicBezTo>
                  <a:pt x="2298" y="107"/>
                  <a:pt x="2301" y="107"/>
                  <a:pt x="2304" y="107"/>
                </a:cubicBezTo>
                <a:cubicBezTo>
                  <a:pt x="2306" y="107"/>
                  <a:pt x="2309" y="108"/>
                  <a:pt x="2312" y="109"/>
                </a:cubicBezTo>
                <a:cubicBezTo>
                  <a:pt x="2315" y="109"/>
                  <a:pt x="2318" y="110"/>
                  <a:pt x="2321" y="111"/>
                </a:cubicBezTo>
                <a:cubicBezTo>
                  <a:pt x="2323" y="112"/>
                  <a:pt x="2324" y="113"/>
                  <a:pt x="2326" y="113"/>
                </a:cubicBezTo>
                <a:cubicBezTo>
                  <a:pt x="2327" y="114"/>
                  <a:pt x="2327" y="115"/>
                  <a:pt x="2328" y="116"/>
                </a:cubicBezTo>
                <a:cubicBezTo>
                  <a:pt x="2328" y="117"/>
                  <a:pt x="2328" y="117"/>
                  <a:pt x="2328" y="119"/>
                </a:cubicBezTo>
                <a:cubicBezTo>
                  <a:pt x="2329" y="120"/>
                  <a:pt x="2329" y="122"/>
                  <a:pt x="2329" y="124"/>
                </a:cubicBezTo>
                <a:cubicBezTo>
                  <a:pt x="2329" y="126"/>
                  <a:pt x="2329" y="129"/>
                  <a:pt x="2329" y="133"/>
                </a:cubicBezTo>
                <a:cubicBezTo>
                  <a:pt x="2329" y="137"/>
                  <a:pt x="2329" y="140"/>
                  <a:pt x="2329" y="142"/>
                </a:cubicBezTo>
                <a:cubicBezTo>
                  <a:pt x="2329" y="145"/>
                  <a:pt x="2328" y="147"/>
                  <a:pt x="2328" y="148"/>
                </a:cubicBezTo>
                <a:cubicBezTo>
                  <a:pt x="2327" y="150"/>
                  <a:pt x="2327" y="151"/>
                  <a:pt x="2326" y="152"/>
                </a:cubicBezTo>
                <a:cubicBezTo>
                  <a:pt x="2325" y="152"/>
                  <a:pt x="2324" y="153"/>
                  <a:pt x="2323" y="153"/>
                </a:cubicBezTo>
                <a:cubicBezTo>
                  <a:pt x="2322" y="153"/>
                  <a:pt x="2320" y="152"/>
                  <a:pt x="2318" y="152"/>
                </a:cubicBezTo>
                <a:cubicBezTo>
                  <a:pt x="2316" y="151"/>
                  <a:pt x="2314" y="150"/>
                  <a:pt x="2311" y="149"/>
                </a:cubicBezTo>
                <a:cubicBezTo>
                  <a:pt x="2309" y="149"/>
                  <a:pt x="2306" y="148"/>
                  <a:pt x="2303" y="147"/>
                </a:cubicBezTo>
                <a:cubicBezTo>
                  <a:pt x="2300" y="146"/>
                  <a:pt x="2297" y="146"/>
                  <a:pt x="2293" y="146"/>
                </a:cubicBezTo>
                <a:cubicBezTo>
                  <a:pt x="2289" y="146"/>
                  <a:pt x="2285" y="147"/>
                  <a:pt x="2281" y="149"/>
                </a:cubicBezTo>
                <a:cubicBezTo>
                  <a:pt x="2277" y="150"/>
                  <a:pt x="2273" y="153"/>
                  <a:pt x="2268" y="157"/>
                </a:cubicBezTo>
                <a:cubicBezTo>
                  <a:pt x="2264" y="161"/>
                  <a:pt x="2259" y="166"/>
                  <a:pt x="2254" y="172"/>
                </a:cubicBezTo>
                <a:cubicBezTo>
                  <a:pt x="2249" y="179"/>
                  <a:pt x="2244" y="187"/>
                  <a:pt x="2238" y="196"/>
                </a:cubicBezTo>
                <a:lnTo>
                  <a:pt x="2238" y="346"/>
                </a:lnTo>
                <a:cubicBezTo>
                  <a:pt x="2238" y="347"/>
                  <a:pt x="2238" y="349"/>
                  <a:pt x="2237" y="349"/>
                </a:cubicBezTo>
                <a:cubicBezTo>
                  <a:pt x="2236" y="350"/>
                  <a:pt x="2235" y="351"/>
                  <a:pt x="2234" y="352"/>
                </a:cubicBezTo>
                <a:cubicBezTo>
                  <a:pt x="2232" y="353"/>
                  <a:pt x="2230" y="353"/>
                  <a:pt x="2227" y="353"/>
                </a:cubicBezTo>
                <a:cubicBezTo>
                  <a:pt x="2225" y="354"/>
                  <a:pt x="2221" y="354"/>
                  <a:pt x="2217" y="354"/>
                </a:cubicBezTo>
                <a:cubicBezTo>
                  <a:pt x="2213" y="354"/>
                  <a:pt x="2210" y="354"/>
                  <a:pt x="2207" y="353"/>
                </a:cubicBezTo>
                <a:cubicBezTo>
                  <a:pt x="2205" y="353"/>
                  <a:pt x="2202" y="353"/>
                  <a:pt x="2201" y="352"/>
                </a:cubicBezTo>
                <a:cubicBezTo>
                  <a:pt x="2199" y="351"/>
                  <a:pt x="2198" y="350"/>
                  <a:pt x="2197" y="349"/>
                </a:cubicBezTo>
                <a:cubicBezTo>
                  <a:pt x="2197" y="349"/>
                  <a:pt x="2196" y="347"/>
                  <a:pt x="2196" y="346"/>
                </a:cubicBezTo>
                <a:lnTo>
                  <a:pt x="2196" y="118"/>
                </a:lnTo>
                <a:cubicBezTo>
                  <a:pt x="2196" y="117"/>
                  <a:pt x="2197" y="116"/>
                  <a:pt x="2197" y="115"/>
                </a:cubicBezTo>
                <a:cubicBezTo>
                  <a:pt x="2198" y="114"/>
                  <a:pt x="2199" y="113"/>
                  <a:pt x="2200" y="112"/>
                </a:cubicBezTo>
                <a:cubicBezTo>
                  <a:pt x="2202" y="111"/>
                  <a:pt x="2204" y="111"/>
                  <a:pt x="2206" y="111"/>
                </a:cubicBezTo>
                <a:cubicBezTo>
                  <a:pt x="2208" y="110"/>
                  <a:pt x="2212" y="110"/>
                  <a:pt x="2215" y="110"/>
                </a:cubicBezTo>
                <a:cubicBezTo>
                  <a:pt x="2219" y="110"/>
                  <a:pt x="2222" y="110"/>
                  <a:pt x="2225" y="111"/>
                </a:cubicBezTo>
                <a:cubicBezTo>
                  <a:pt x="2227" y="111"/>
                  <a:pt x="2229" y="111"/>
                  <a:pt x="2230" y="112"/>
                </a:cubicBezTo>
                <a:cubicBezTo>
                  <a:pt x="2232" y="113"/>
                  <a:pt x="2233" y="114"/>
                  <a:pt x="2233" y="115"/>
                </a:cubicBezTo>
                <a:cubicBezTo>
                  <a:pt x="2234" y="116"/>
                  <a:pt x="2234" y="117"/>
                  <a:pt x="2234" y="118"/>
                </a:cubicBezTo>
                <a:lnTo>
                  <a:pt x="2234" y="151"/>
                </a:lnTo>
                <a:cubicBezTo>
                  <a:pt x="2240" y="142"/>
                  <a:pt x="2246" y="135"/>
                  <a:pt x="2251" y="129"/>
                </a:cubicBezTo>
                <a:cubicBezTo>
                  <a:pt x="2257" y="123"/>
                  <a:pt x="2262" y="119"/>
                  <a:pt x="2267" y="115"/>
                </a:cubicBezTo>
                <a:cubicBezTo>
                  <a:pt x="2272" y="112"/>
                  <a:pt x="2277" y="110"/>
                  <a:pt x="2282" y="109"/>
                </a:cubicBezTo>
                <a:cubicBezTo>
                  <a:pt x="2286" y="107"/>
                  <a:pt x="2291" y="107"/>
                  <a:pt x="2296" y="107"/>
                </a:cubicBezTo>
                <a:moveTo>
                  <a:pt x="776" y="107"/>
                </a:moveTo>
                <a:cubicBezTo>
                  <a:pt x="782" y="107"/>
                  <a:pt x="788" y="107"/>
                  <a:pt x="794" y="108"/>
                </a:cubicBezTo>
                <a:cubicBezTo>
                  <a:pt x="801" y="109"/>
                  <a:pt x="806" y="111"/>
                  <a:pt x="811" y="112"/>
                </a:cubicBezTo>
                <a:cubicBezTo>
                  <a:pt x="816" y="114"/>
                  <a:pt x="820" y="115"/>
                  <a:pt x="823" y="117"/>
                </a:cubicBezTo>
                <a:cubicBezTo>
                  <a:pt x="827" y="119"/>
                  <a:pt x="829" y="120"/>
                  <a:pt x="831" y="122"/>
                </a:cubicBezTo>
                <a:cubicBezTo>
                  <a:pt x="833" y="123"/>
                  <a:pt x="834" y="124"/>
                  <a:pt x="835" y="125"/>
                </a:cubicBezTo>
                <a:cubicBezTo>
                  <a:pt x="835" y="126"/>
                  <a:pt x="836" y="127"/>
                  <a:pt x="836" y="129"/>
                </a:cubicBezTo>
                <a:cubicBezTo>
                  <a:pt x="836" y="130"/>
                  <a:pt x="836" y="131"/>
                  <a:pt x="837" y="133"/>
                </a:cubicBezTo>
                <a:cubicBezTo>
                  <a:pt x="837" y="135"/>
                  <a:pt x="837" y="137"/>
                  <a:pt x="837" y="140"/>
                </a:cubicBezTo>
                <a:cubicBezTo>
                  <a:pt x="837" y="143"/>
                  <a:pt x="837" y="145"/>
                  <a:pt x="837" y="148"/>
                </a:cubicBezTo>
                <a:cubicBezTo>
                  <a:pt x="836" y="150"/>
                  <a:pt x="836" y="151"/>
                  <a:pt x="836" y="153"/>
                </a:cubicBezTo>
                <a:cubicBezTo>
                  <a:pt x="835" y="154"/>
                  <a:pt x="834" y="155"/>
                  <a:pt x="834" y="156"/>
                </a:cubicBezTo>
                <a:cubicBezTo>
                  <a:pt x="833" y="156"/>
                  <a:pt x="832" y="156"/>
                  <a:pt x="831" y="156"/>
                </a:cubicBezTo>
                <a:cubicBezTo>
                  <a:pt x="829" y="156"/>
                  <a:pt x="827" y="156"/>
                  <a:pt x="824" y="154"/>
                </a:cubicBezTo>
                <a:cubicBezTo>
                  <a:pt x="821" y="152"/>
                  <a:pt x="818" y="150"/>
                  <a:pt x="813" y="148"/>
                </a:cubicBezTo>
                <a:cubicBezTo>
                  <a:pt x="809" y="146"/>
                  <a:pt x="803" y="144"/>
                  <a:pt x="797" y="142"/>
                </a:cubicBezTo>
                <a:cubicBezTo>
                  <a:pt x="791" y="140"/>
                  <a:pt x="784" y="139"/>
                  <a:pt x="776" y="139"/>
                </a:cubicBezTo>
                <a:cubicBezTo>
                  <a:pt x="769" y="139"/>
                  <a:pt x="763" y="140"/>
                  <a:pt x="757" y="141"/>
                </a:cubicBezTo>
                <a:cubicBezTo>
                  <a:pt x="752" y="143"/>
                  <a:pt x="748" y="145"/>
                  <a:pt x="744" y="148"/>
                </a:cubicBezTo>
                <a:cubicBezTo>
                  <a:pt x="740" y="151"/>
                  <a:pt x="738" y="155"/>
                  <a:pt x="736" y="159"/>
                </a:cubicBezTo>
                <a:cubicBezTo>
                  <a:pt x="734" y="163"/>
                  <a:pt x="733" y="167"/>
                  <a:pt x="733" y="172"/>
                </a:cubicBezTo>
                <a:cubicBezTo>
                  <a:pt x="733" y="178"/>
                  <a:pt x="735" y="184"/>
                  <a:pt x="739" y="188"/>
                </a:cubicBezTo>
                <a:cubicBezTo>
                  <a:pt x="742" y="193"/>
                  <a:pt x="746" y="197"/>
                  <a:pt x="752" y="200"/>
                </a:cubicBezTo>
                <a:cubicBezTo>
                  <a:pt x="757" y="203"/>
                  <a:pt x="763" y="206"/>
                  <a:pt x="770" y="209"/>
                </a:cubicBezTo>
                <a:cubicBezTo>
                  <a:pt x="777" y="212"/>
                  <a:pt x="784" y="215"/>
                  <a:pt x="791" y="218"/>
                </a:cubicBezTo>
                <a:cubicBezTo>
                  <a:pt x="798" y="220"/>
                  <a:pt x="805" y="224"/>
                  <a:pt x="812" y="227"/>
                </a:cubicBezTo>
                <a:cubicBezTo>
                  <a:pt x="820" y="231"/>
                  <a:pt x="825" y="235"/>
                  <a:pt x="831" y="240"/>
                </a:cubicBezTo>
                <a:cubicBezTo>
                  <a:pt x="836" y="245"/>
                  <a:pt x="841" y="251"/>
                  <a:pt x="844" y="258"/>
                </a:cubicBezTo>
                <a:cubicBezTo>
                  <a:pt x="847" y="266"/>
                  <a:pt x="849" y="275"/>
                  <a:pt x="849" y="284"/>
                </a:cubicBezTo>
                <a:cubicBezTo>
                  <a:pt x="849" y="296"/>
                  <a:pt x="847" y="306"/>
                  <a:pt x="842" y="315"/>
                </a:cubicBezTo>
                <a:cubicBezTo>
                  <a:pt x="838" y="324"/>
                  <a:pt x="832" y="332"/>
                  <a:pt x="824" y="338"/>
                </a:cubicBezTo>
                <a:cubicBezTo>
                  <a:pt x="816" y="345"/>
                  <a:pt x="807" y="349"/>
                  <a:pt x="796" y="352"/>
                </a:cubicBezTo>
                <a:cubicBezTo>
                  <a:pt x="785" y="356"/>
                  <a:pt x="773" y="357"/>
                  <a:pt x="760" y="357"/>
                </a:cubicBezTo>
                <a:cubicBezTo>
                  <a:pt x="752" y="357"/>
                  <a:pt x="744" y="357"/>
                  <a:pt x="737" y="355"/>
                </a:cubicBezTo>
                <a:cubicBezTo>
                  <a:pt x="730" y="354"/>
                  <a:pt x="723" y="352"/>
                  <a:pt x="717" y="351"/>
                </a:cubicBezTo>
                <a:cubicBezTo>
                  <a:pt x="711" y="349"/>
                  <a:pt x="706" y="347"/>
                  <a:pt x="702" y="344"/>
                </a:cubicBezTo>
                <a:cubicBezTo>
                  <a:pt x="698" y="342"/>
                  <a:pt x="695" y="340"/>
                  <a:pt x="694" y="339"/>
                </a:cubicBezTo>
                <a:cubicBezTo>
                  <a:pt x="692" y="337"/>
                  <a:pt x="690" y="335"/>
                  <a:pt x="689" y="332"/>
                </a:cubicBezTo>
                <a:cubicBezTo>
                  <a:pt x="689" y="329"/>
                  <a:pt x="688" y="325"/>
                  <a:pt x="688" y="319"/>
                </a:cubicBezTo>
                <a:cubicBezTo>
                  <a:pt x="688" y="316"/>
                  <a:pt x="688" y="313"/>
                  <a:pt x="689" y="311"/>
                </a:cubicBezTo>
                <a:cubicBezTo>
                  <a:pt x="689" y="309"/>
                  <a:pt x="689" y="307"/>
                  <a:pt x="690" y="306"/>
                </a:cubicBezTo>
                <a:cubicBezTo>
                  <a:pt x="690" y="305"/>
                  <a:pt x="691" y="304"/>
                  <a:pt x="692" y="303"/>
                </a:cubicBezTo>
                <a:cubicBezTo>
                  <a:pt x="693" y="303"/>
                  <a:pt x="694" y="302"/>
                  <a:pt x="695" y="302"/>
                </a:cubicBezTo>
                <a:cubicBezTo>
                  <a:pt x="697" y="302"/>
                  <a:pt x="700" y="303"/>
                  <a:pt x="703" y="306"/>
                </a:cubicBezTo>
                <a:cubicBezTo>
                  <a:pt x="707" y="308"/>
                  <a:pt x="712" y="310"/>
                  <a:pt x="717" y="313"/>
                </a:cubicBezTo>
                <a:cubicBezTo>
                  <a:pt x="722" y="316"/>
                  <a:pt x="728" y="318"/>
                  <a:pt x="736" y="320"/>
                </a:cubicBezTo>
                <a:cubicBezTo>
                  <a:pt x="743" y="323"/>
                  <a:pt x="751" y="324"/>
                  <a:pt x="761" y="324"/>
                </a:cubicBezTo>
                <a:cubicBezTo>
                  <a:pt x="768" y="324"/>
                  <a:pt x="774" y="323"/>
                  <a:pt x="780" y="322"/>
                </a:cubicBezTo>
                <a:cubicBezTo>
                  <a:pt x="785" y="320"/>
                  <a:pt x="791" y="318"/>
                  <a:pt x="794" y="315"/>
                </a:cubicBezTo>
                <a:cubicBezTo>
                  <a:pt x="799" y="312"/>
                  <a:pt x="802" y="308"/>
                  <a:pt x="804" y="304"/>
                </a:cubicBezTo>
                <a:cubicBezTo>
                  <a:pt x="806" y="299"/>
                  <a:pt x="808" y="294"/>
                  <a:pt x="808" y="288"/>
                </a:cubicBezTo>
                <a:cubicBezTo>
                  <a:pt x="808" y="281"/>
                  <a:pt x="806" y="276"/>
                  <a:pt x="803" y="271"/>
                </a:cubicBezTo>
                <a:cubicBezTo>
                  <a:pt x="799" y="267"/>
                  <a:pt x="795" y="263"/>
                  <a:pt x="790" y="259"/>
                </a:cubicBezTo>
                <a:cubicBezTo>
                  <a:pt x="785" y="256"/>
                  <a:pt x="778" y="253"/>
                  <a:pt x="772" y="250"/>
                </a:cubicBezTo>
                <a:cubicBezTo>
                  <a:pt x="765" y="247"/>
                  <a:pt x="758" y="245"/>
                  <a:pt x="751" y="242"/>
                </a:cubicBezTo>
                <a:cubicBezTo>
                  <a:pt x="744" y="239"/>
                  <a:pt x="737" y="236"/>
                  <a:pt x="730" y="232"/>
                </a:cubicBezTo>
                <a:cubicBezTo>
                  <a:pt x="723" y="228"/>
                  <a:pt x="717" y="224"/>
                  <a:pt x="712" y="219"/>
                </a:cubicBezTo>
                <a:cubicBezTo>
                  <a:pt x="706" y="214"/>
                  <a:pt x="702" y="207"/>
                  <a:pt x="698" y="200"/>
                </a:cubicBezTo>
                <a:cubicBezTo>
                  <a:pt x="695" y="193"/>
                  <a:pt x="694" y="184"/>
                  <a:pt x="694" y="174"/>
                </a:cubicBezTo>
                <a:cubicBezTo>
                  <a:pt x="694" y="165"/>
                  <a:pt x="695" y="157"/>
                  <a:pt x="699" y="149"/>
                </a:cubicBezTo>
                <a:cubicBezTo>
                  <a:pt x="702" y="140"/>
                  <a:pt x="708" y="133"/>
                  <a:pt x="714" y="127"/>
                </a:cubicBezTo>
                <a:cubicBezTo>
                  <a:pt x="721" y="121"/>
                  <a:pt x="730" y="116"/>
                  <a:pt x="740" y="112"/>
                </a:cubicBezTo>
                <a:cubicBezTo>
                  <a:pt x="751" y="109"/>
                  <a:pt x="763" y="107"/>
                  <a:pt x="776" y="107"/>
                </a:cubicBezTo>
                <a:moveTo>
                  <a:pt x="535" y="107"/>
                </a:moveTo>
                <a:cubicBezTo>
                  <a:pt x="554" y="107"/>
                  <a:pt x="570" y="110"/>
                  <a:pt x="584" y="115"/>
                </a:cubicBezTo>
                <a:cubicBezTo>
                  <a:pt x="598" y="121"/>
                  <a:pt x="610" y="129"/>
                  <a:pt x="619" y="139"/>
                </a:cubicBezTo>
                <a:cubicBezTo>
                  <a:pt x="628" y="150"/>
                  <a:pt x="635" y="163"/>
                  <a:pt x="640" y="178"/>
                </a:cubicBezTo>
                <a:cubicBezTo>
                  <a:pt x="644" y="193"/>
                  <a:pt x="647" y="210"/>
                  <a:pt x="647" y="229"/>
                </a:cubicBezTo>
                <a:cubicBezTo>
                  <a:pt x="647" y="248"/>
                  <a:pt x="644" y="266"/>
                  <a:pt x="639" y="281"/>
                </a:cubicBezTo>
                <a:cubicBezTo>
                  <a:pt x="634" y="297"/>
                  <a:pt x="627" y="310"/>
                  <a:pt x="617" y="321"/>
                </a:cubicBezTo>
                <a:cubicBezTo>
                  <a:pt x="608" y="333"/>
                  <a:pt x="595" y="341"/>
                  <a:pt x="581" y="348"/>
                </a:cubicBezTo>
                <a:cubicBezTo>
                  <a:pt x="567" y="354"/>
                  <a:pt x="550" y="357"/>
                  <a:pt x="531" y="357"/>
                </a:cubicBezTo>
                <a:cubicBezTo>
                  <a:pt x="512" y="357"/>
                  <a:pt x="496" y="354"/>
                  <a:pt x="482" y="349"/>
                </a:cubicBezTo>
                <a:cubicBezTo>
                  <a:pt x="468" y="343"/>
                  <a:pt x="456" y="335"/>
                  <a:pt x="447" y="325"/>
                </a:cubicBezTo>
                <a:cubicBezTo>
                  <a:pt x="438" y="314"/>
                  <a:pt x="431" y="301"/>
                  <a:pt x="427" y="286"/>
                </a:cubicBezTo>
                <a:cubicBezTo>
                  <a:pt x="422" y="271"/>
                  <a:pt x="419" y="253"/>
                  <a:pt x="419" y="234"/>
                </a:cubicBezTo>
                <a:cubicBezTo>
                  <a:pt x="419" y="215"/>
                  <a:pt x="422" y="198"/>
                  <a:pt x="427" y="183"/>
                </a:cubicBezTo>
                <a:cubicBezTo>
                  <a:pt x="431" y="167"/>
                  <a:pt x="439" y="154"/>
                  <a:pt x="448" y="142"/>
                </a:cubicBezTo>
                <a:cubicBezTo>
                  <a:pt x="458" y="131"/>
                  <a:pt x="470" y="122"/>
                  <a:pt x="485" y="116"/>
                </a:cubicBezTo>
                <a:cubicBezTo>
                  <a:pt x="499" y="110"/>
                  <a:pt x="516" y="107"/>
                  <a:pt x="535" y="107"/>
                </a:cubicBezTo>
                <a:moveTo>
                  <a:pt x="4967" y="50"/>
                </a:moveTo>
                <a:cubicBezTo>
                  <a:pt x="4971" y="50"/>
                  <a:pt x="4974" y="50"/>
                  <a:pt x="4977" y="50"/>
                </a:cubicBezTo>
                <a:cubicBezTo>
                  <a:pt x="4980" y="50"/>
                  <a:pt x="4982" y="51"/>
                  <a:pt x="4984" y="52"/>
                </a:cubicBezTo>
                <a:cubicBezTo>
                  <a:pt x="4985" y="53"/>
                  <a:pt x="4986" y="53"/>
                  <a:pt x="4987" y="54"/>
                </a:cubicBezTo>
                <a:cubicBezTo>
                  <a:pt x="4988" y="55"/>
                  <a:pt x="4988" y="56"/>
                  <a:pt x="4988" y="58"/>
                </a:cubicBezTo>
                <a:lnTo>
                  <a:pt x="4988" y="112"/>
                </a:lnTo>
                <a:lnTo>
                  <a:pt x="5046" y="112"/>
                </a:lnTo>
                <a:cubicBezTo>
                  <a:pt x="5047" y="112"/>
                  <a:pt x="5049" y="112"/>
                  <a:pt x="5050" y="112"/>
                </a:cubicBezTo>
                <a:cubicBezTo>
                  <a:pt x="5051" y="113"/>
                  <a:pt x="5052" y="114"/>
                  <a:pt x="5052" y="115"/>
                </a:cubicBezTo>
                <a:cubicBezTo>
                  <a:pt x="5053" y="117"/>
                  <a:pt x="5053" y="119"/>
                  <a:pt x="5054" y="121"/>
                </a:cubicBezTo>
                <a:cubicBezTo>
                  <a:pt x="5054" y="123"/>
                  <a:pt x="5055" y="126"/>
                  <a:pt x="5055" y="129"/>
                </a:cubicBezTo>
                <a:cubicBezTo>
                  <a:pt x="5055" y="135"/>
                  <a:pt x="5054" y="139"/>
                  <a:pt x="5052" y="142"/>
                </a:cubicBezTo>
                <a:cubicBezTo>
                  <a:pt x="5051" y="145"/>
                  <a:pt x="5049" y="146"/>
                  <a:pt x="5046" y="146"/>
                </a:cubicBezTo>
                <a:lnTo>
                  <a:pt x="4988" y="146"/>
                </a:lnTo>
                <a:lnTo>
                  <a:pt x="4988" y="274"/>
                </a:lnTo>
                <a:cubicBezTo>
                  <a:pt x="4988" y="289"/>
                  <a:pt x="4990" y="301"/>
                  <a:pt x="4995" y="309"/>
                </a:cubicBezTo>
                <a:cubicBezTo>
                  <a:pt x="5000" y="317"/>
                  <a:pt x="5008" y="321"/>
                  <a:pt x="5020" y="321"/>
                </a:cubicBezTo>
                <a:cubicBezTo>
                  <a:pt x="5023" y="321"/>
                  <a:pt x="5027" y="321"/>
                  <a:pt x="5030" y="320"/>
                </a:cubicBezTo>
                <a:cubicBezTo>
                  <a:pt x="5033" y="319"/>
                  <a:pt x="5036" y="318"/>
                  <a:pt x="5038" y="318"/>
                </a:cubicBezTo>
                <a:cubicBezTo>
                  <a:pt x="5040" y="317"/>
                  <a:pt x="5043" y="316"/>
                  <a:pt x="5044" y="315"/>
                </a:cubicBezTo>
                <a:cubicBezTo>
                  <a:pt x="5046" y="314"/>
                  <a:pt x="5047" y="314"/>
                  <a:pt x="5049" y="314"/>
                </a:cubicBezTo>
                <a:cubicBezTo>
                  <a:pt x="5050" y="314"/>
                  <a:pt x="5050" y="314"/>
                  <a:pt x="5051" y="315"/>
                </a:cubicBezTo>
                <a:cubicBezTo>
                  <a:pt x="5052" y="315"/>
                  <a:pt x="5052" y="316"/>
                  <a:pt x="5053" y="317"/>
                </a:cubicBezTo>
                <a:cubicBezTo>
                  <a:pt x="5053" y="318"/>
                  <a:pt x="5053" y="320"/>
                  <a:pt x="5054" y="322"/>
                </a:cubicBezTo>
                <a:cubicBezTo>
                  <a:pt x="5054" y="324"/>
                  <a:pt x="5055" y="326"/>
                  <a:pt x="5055" y="329"/>
                </a:cubicBezTo>
                <a:cubicBezTo>
                  <a:pt x="5055" y="334"/>
                  <a:pt x="5054" y="338"/>
                  <a:pt x="5053" y="341"/>
                </a:cubicBezTo>
                <a:cubicBezTo>
                  <a:pt x="5053" y="344"/>
                  <a:pt x="5052" y="346"/>
                  <a:pt x="5050" y="347"/>
                </a:cubicBezTo>
                <a:cubicBezTo>
                  <a:pt x="5049" y="349"/>
                  <a:pt x="5047" y="350"/>
                  <a:pt x="5044" y="351"/>
                </a:cubicBezTo>
                <a:cubicBezTo>
                  <a:pt x="5042" y="352"/>
                  <a:pt x="5039" y="353"/>
                  <a:pt x="5035" y="354"/>
                </a:cubicBezTo>
                <a:cubicBezTo>
                  <a:pt x="5032" y="355"/>
                  <a:pt x="5028" y="355"/>
                  <a:pt x="5024" y="356"/>
                </a:cubicBezTo>
                <a:cubicBezTo>
                  <a:pt x="5020" y="356"/>
                  <a:pt x="5016" y="357"/>
                  <a:pt x="5013" y="357"/>
                </a:cubicBezTo>
                <a:cubicBezTo>
                  <a:pt x="5001" y="357"/>
                  <a:pt x="4991" y="355"/>
                  <a:pt x="4982" y="352"/>
                </a:cubicBezTo>
                <a:cubicBezTo>
                  <a:pt x="4974" y="349"/>
                  <a:pt x="4967" y="344"/>
                  <a:pt x="4962" y="338"/>
                </a:cubicBezTo>
                <a:cubicBezTo>
                  <a:pt x="4956" y="332"/>
                  <a:pt x="4952" y="324"/>
                  <a:pt x="4950" y="314"/>
                </a:cubicBezTo>
                <a:cubicBezTo>
                  <a:pt x="4948" y="304"/>
                  <a:pt x="4946" y="293"/>
                  <a:pt x="4946" y="280"/>
                </a:cubicBezTo>
                <a:lnTo>
                  <a:pt x="4946" y="146"/>
                </a:lnTo>
                <a:lnTo>
                  <a:pt x="4914" y="146"/>
                </a:lnTo>
                <a:cubicBezTo>
                  <a:pt x="4912" y="146"/>
                  <a:pt x="4910" y="145"/>
                  <a:pt x="4908" y="142"/>
                </a:cubicBezTo>
                <a:cubicBezTo>
                  <a:pt x="4907" y="139"/>
                  <a:pt x="4906" y="135"/>
                  <a:pt x="4906" y="129"/>
                </a:cubicBezTo>
                <a:cubicBezTo>
                  <a:pt x="4906" y="126"/>
                  <a:pt x="4906" y="123"/>
                  <a:pt x="4907" y="121"/>
                </a:cubicBezTo>
                <a:cubicBezTo>
                  <a:pt x="4907" y="119"/>
                  <a:pt x="4908" y="117"/>
                  <a:pt x="4908" y="115"/>
                </a:cubicBezTo>
                <a:cubicBezTo>
                  <a:pt x="4909" y="114"/>
                  <a:pt x="4910" y="113"/>
                  <a:pt x="4911" y="112"/>
                </a:cubicBezTo>
                <a:cubicBezTo>
                  <a:pt x="4912" y="112"/>
                  <a:pt x="4913" y="112"/>
                  <a:pt x="4915" y="112"/>
                </a:cubicBezTo>
                <a:lnTo>
                  <a:pt x="4946" y="112"/>
                </a:lnTo>
                <a:lnTo>
                  <a:pt x="4946" y="58"/>
                </a:lnTo>
                <a:cubicBezTo>
                  <a:pt x="4946" y="56"/>
                  <a:pt x="4947" y="55"/>
                  <a:pt x="4947" y="54"/>
                </a:cubicBezTo>
                <a:cubicBezTo>
                  <a:pt x="4948" y="53"/>
                  <a:pt x="4949" y="53"/>
                  <a:pt x="4950" y="52"/>
                </a:cubicBezTo>
                <a:cubicBezTo>
                  <a:pt x="4952" y="51"/>
                  <a:pt x="4954" y="50"/>
                  <a:pt x="4957" y="50"/>
                </a:cubicBezTo>
                <a:cubicBezTo>
                  <a:pt x="4960" y="50"/>
                  <a:pt x="4963" y="50"/>
                  <a:pt x="4967" y="50"/>
                </a:cubicBezTo>
                <a:moveTo>
                  <a:pt x="2054" y="50"/>
                </a:moveTo>
                <a:cubicBezTo>
                  <a:pt x="2058" y="50"/>
                  <a:pt x="2061" y="50"/>
                  <a:pt x="2064" y="50"/>
                </a:cubicBezTo>
                <a:cubicBezTo>
                  <a:pt x="2067" y="50"/>
                  <a:pt x="2069" y="51"/>
                  <a:pt x="2070" y="52"/>
                </a:cubicBezTo>
                <a:cubicBezTo>
                  <a:pt x="2072" y="53"/>
                  <a:pt x="2073" y="53"/>
                  <a:pt x="2073" y="54"/>
                </a:cubicBezTo>
                <a:cubicBezTo>
                  <a:pt x="2074" y="55"/>
                  <a:pt x="2074" y="56"/>
                  <a:pt x="2074" y="58"/>
                </a:cubicBezTo>
                <a:lnTo>
                  <a:pt x="2074" y="112"/>
                </a:lnTo>
                <a:lnTo>
                  <a:pt x="2133" y="112"/>
                </a:lnTo>
                <a:cubicBezTo>
                  <a:pt x="2134" y="112"/>
                  <a:pt x="2135" y="112"/>
                  <a:pt x="2136" y="112"/>
                </a:cubicBezTo>
                <a:cubicBezTo>
                  <a:pt x="2137" y="113"/>
                  <a:pt x="2138" y="114"/>
                  <a:pt x="2139" y="115"/>
                </a:cubicBezTo>
                <a:cubicBezTo>
                  <a:pt x="2140" y="117"/>
                  <a:pt x="2140" y="119"/>
                  <a:pt x="2140" y="121"/>
                </a:cubicBezTo>
                <a:cubicBezTo>
                  <a:pt x="2141" y="123"/>
                  <a:pt x="2141" y="126"/>
                  <a:pt x="2141" y="129"/>
                </a:cubicBezTo>
                <a:cubicBezTo>
                  <a:pt x="2141" y="135"/>
                  <a:pt x="2140" y="139"/>
                  <a:pt x="2139" y="142"/>
                </a:cubicBezTo>
                <a:cubicBezTo>
                  <a:pt x="2137" y="145"/>
                  <a:pt x="2135" y="146"/>
                  <a:pt x="2133" y="146"/>
                </a:cubicBezTo>
                <a:lnTo>
                  <a:pt x="2074" y="146"/>
                </a:lnTo>
                <a:lnTo>
                  <a:pt x="2074" y="274"/>
                </a:lnTo>
                <a:cubicBezTo>
                  <a:pt x="2074" y="289"/>
                  <a:pt x="2077" y="301"/>
                  <a:pt x="2081" y="309"/>
                </a:cubicBezTo>
                <a:cubicBezTo>
                  <a:pt x="2086" y="317"/>
                  <a:pt x="2094" y="321"/>
                  <a:pt x="2106" y="321"/>
                </a:cubicBezTo>
                <a:cubicBezTo>
                  <a:pt x="2110" y="321"/>
                  <a:pt x="2113" y="321"/>
                  <a:pt x="2116" y="320"/>
                </a:cubicBezTo>
                <a:cubicBezTo>
                  <a:pt x="2119" y="319"/>
                  <a:pt x="2122" y="318"/>
                  <a:pt x="2124" y="318"/>
                </a:cubicBezTo>
                <a:cubicBezTo>
                  <a:pt x="2127" y="317"/>
                  <a:pt x="2129" y="316"/>
                  <a:pt x="2131" y="315"/>
                </a:cubicBezTo>
                <a:cubicBezTo>
                  <a:pt x="2132" y="314"/>
                  <a:pt x="2134" y="314"/>
                  <a:pt x="2135" y="314"/>
                </a:cubicBezTo>
                <a:cubicBezTo>
                  <a:pt x="2136" y="314"/>
                  <a:pt x="2137" y="314"/>
                  <a:pt x="2137" y="315"/>
                </a:cubicBezTo>
                <a:cubicBezTo>
                  <a:pt x="2138" y="315"/>
                  <a:pt x="2139" y="316"/>
                  <a:pt x="2139" y="317"/>
                </a:cubicBezTo>
                <a:cubicBezTo>
                  <a:pt x="2140" y="318"/>
                  <a:pt x="2140" y="320"/>
                  <a:pt x="2140" y="322"/>
                </a:cubicBezTo>
                <a:cubicBezTo>
                  <a:pt x="2141" y="324"/>
                  <a:pt x="2141" y="326"/>
                  <a:pt x="2141" y="329"/>
                </a:cubicBezTo>
                <a:cubicBezTo>
                  <a:pt x="2141" y="334"/>
                  <a:pt x="2141" y="338"/>
                  <a:pt x="2140" y="341"/>
                </a:cubicBezTo>
                <a:cubicBezTo>
                  <a:pt x="2139" y="344"/>
                  <a:pt x="2138" y="346"/>
                  <a:pt x="2137" y="347"/>
                </a:cubicBezTo>
                <a:cubicBezTo>
                  <a:pt x="2136" y="349"/>
                  <a:pt x="2134" y="350"/>
                  <a:pt x="2131" y="351"/>
                </a:cubicBezTo>
                <a:cubicBezTo>
                  <a:pt x="2128" y="352"/>
                  <a:pt x="2125" y="353"/>
                  <a:pt x="2122" y="354"/>
                </a:cubicBezTo>
                <a:cubicBezTo>
                  <a:pt x="2118" y="355"/>
                  <a:pt x="2115" y="355"/>
                  <a:pt x="2111" y="356"/>
                </a:cubicBezTo>
                <a:cubicBezTo>
                  <a:pt x="2107" y="356"/>
                  <a:pt x="2103" y="357"/>
                  <a:pt x="2099" y="357"/>
                </a:cubicBezTo>
                <a:cubicBezTo>
                  <a:pt x="2087" y="357"/>
                  <a:pt x="2077" y="355"/>
                  <a:pt x="2069" y="352"/>
                </a:cubicBezTo>
                <a:cubicBezTo>
                  <a:pt x="2061" y="349"/>
                  <a:pt x="2054" y="344"/>
                  <a:pt x="2048" y="338"/>
                </a:cubicBezTo>
                <a:cubicBezTo>
                  <a:pt x="2043" y="332"/>
                  <a:pt x="2039" y="324"/>
                  <a:pt x="2037" y="314"/>
                </a:cubicBezTo>
                <a:cubicBezTo>
                  <a:pt x="2034" y="304"/>
                  <a:pt x="2033" y="293"/>
                  <a:pt x="2033" y="280"/>
                </a:cubicBezTo>
                <a:lnTo>
                  <a:pt x="2033" y="146"/>
                </a:lnTo>
                <a:lnTo>
                  <a:pt x="2001" y="146"/>
                </a:lnTo>
                <a:cubicBezTo>
                  <a:pt x="1998" y="146"/>
                  <a:pt x="1996" y="145"/>
                  <a:pt x="1995" y="142"/>
                </a:cubicBezTo>
                <a:cubicBezTo>
                  <a:pt x="1994" y="139"/>
                  <a:pt x="1992" y="135"/>
                  <a:pt x="1992" y="129"/>
                </a:cubicBezTo>
                <a:cubicBezTo>
                  <a:pt x="1992" y="126"/>
                  <a:pt x="1993" y="123"/>
                  <a:pt x="1993" y="121"/>
                </a:cubicBezTo>
                <a:cubicBezTo>
                  <a:pt x="1994" y="119"/>
                  <a:pt x="1994" y="117"/>
                  <a:pt x="1995" y="115"/>
                </a:cubicBezTo>
                <a:cubicBezTo>
                  <a:pt x="1996" y="114"/>
                  <a:pt x="1996" y="113"/>
                  <a:pt x="1997" y="112"/>
                </a:cubicBezTo>
                <a:cubicBezTo>
                  <a:pt x="1999" y="112"/>
                  <a:pt x="2000" y="112"/>
                  <a:pt x="2001" y="112"/>
                </a:cubicBezTo>
                <a:lnTo>
                  <a:pt x="2033" y="112"/>
                </a:lnTo>
                <a:lnTo>
                  <a:pt x="2033" y="58"/>
                </a:lnTo>
                <a:cubicBezTo>
                  <a:pt x="2033" y="56"/>
                  <a:pt x="2033" y="55"/>
                  <a:pt x="2034" y="54"/>
                </a:cubicBezTo>
                <a:cubicBezTo>
                  <a:pt x="2034" y="53"/>
                  <a:pt x="2035" y="53"/>
                  <a:pt x="2037" y="52"/>
                </a:cubicBezTo>
                <a:cubicBezTo>
                  <a:pt x="2038" y="51"/>
                  <a:pt x="2041" y="50"/>
                  <a:pt x="2043" y="50"/>
                </a:cubicBezTo>
                <a:cubicBezTo>
                  <a:pt x="2046" y="50"/>
                  <a:pt x="2049" y="50"/>
                  <a:pt x="2054" y="50"/>
                </a:cubicBezTo>
                <a:moveTo>
                  <a:pt x="936" y="50"/>
                </a:moveTo>
                <a:cubicBezTo>
                  <a:pt x="940" y="50"/>
                  <a:pt x="943" y="50"/>
                  <a:pt x="946" y="50"/>
                </a:cubicBezTo>
                <a:cubicBezTo>
                  <a:pt x="949" y="50"/>
                  <a:pt x="951" y="51"/>
                  <a:pt x="952" y="52"/>
                </a:cubicBezTo>
                <a:cubicBezTo>
                  <a:pt x="954" y="53"/>
                  <a:pt x="955" y="53"/>
                  <a:pt x="956" y="54"/>
                </a:cubicBezTo>
                <a:cubicBezTo>
                  <a:pt x="956" y="55"/>
                  <a:pt x="957" y="56"/>
                  <a:pt x="957" y="58"/>
                </a:cubicBezTo>
                <a:lnTo>
                  <a:pt x="957" y="112"/>
                </a:lnTo>
                <a:lnTo>
                  <a:pt x="1015" y="112"/>
                </a:lnTo>
                <a:cubicBezTo>
                  <a:pt x="1016" y="112"/>
                  <a:pt x="1017" y="112"/>
                  <a:pt x="1018" y="112"/>
                </a:cubicBezTo>
                <a:cubicBezTo>
                  <a:pt x="1020" y="113"/>
                  <a:pt x="1021" y="114"/>
                  <a:pt x="1021" y="115"/>
                </a:cubicBezTo>
                <a:cubicBezTo>
                  <a:pt x="1022" y="117"/>
                  <a:pt x="1022" y="119"/>
                  <a:pt x="1023" y="121"/>
                </a:cubicBezTo>
                <a:cubicBezTo>
                  <a:pt x="1023" y="123"/>
                  <a:pt x="1023" y="126"/>
                  <a:pt x="1023" y="129"/>
                </a:cubicBezTo>
                <a:cubicBezTo>
                  <a:pt x="1023" y="135"/>
                  <a:pt x="1023" y="139"/>
                  <a:pt x="1021" y="142"/>
                </a:cubicBezTo>
                <a:cubicBezTo>
                  <a:pt x="1020" y="145"/>
                  <a:pt x="1017" y="146"/>
                  <a:pt x="1015" y="146"/>
                </a:cubicBezTo>
                <a:lnTo>
                  <a:pt x="957" y="146"/>
                </a:lnTo>
                <a:lnTo>
                  <a:pt x="957" y="274"/>
                </a:lnTo>
                <a:cubicBezTo>
                  <a:pt x="957" y="289"/>
                  <a:pt x="959" y="301"/>
                  <a:pt x="964" y="309"/>
                </a:cubicBezTo>
                <a:cubicBezTo>
                  <a:pt x="968" y="317"/>
                  <a:pt x="976" y="321"/>
                  <a:pt x="988" y="321"/>
                </a:cubicBezTo>
                <a:cubicBezTo>
                  <a:pt x="992" y="321"/>
                  <a:pt x="996" y="321"/>
                  <a:pt x="999" y="320"/>
                </a:cubicBezTo>
                <a:cubicBezTo>
                  <a:pt x="1002" y="319"/>
                  <a:pt x="1005" y="318"/>
                  <a:pt x="1007" y="318"/>
                </a:cubicBezTo>
                <a:cubicBezTo>
                  <a:pt x="1009" y="317"/>
                  <a:pt x="1011" y="316"/>
                  <a:pt x="1013" y="315"/>
                </a:cubicBezTo>
                <a:cubicBezTo>
                  <a:pt x="1015" y="314"/>
                  <a:pt x="1016" y="314"/>
                  <a:pt x="1017" y="314"/>
                </a:cubicBezTo>
                <a:cubicBezTo>
                  <a:pt x="1018" y="314"/>
                  <a:pt x="1019" y="314"/>
                  <a:pt x="1020" y="315"/>
                </a:cubicBezTo>
                <a:cubicBezTo>
                  <a:pt x="1021" y="315"/>
                  <a:pt x="1021" y="316"/>
                  <a:pt x="1022" y="317"/>
                </a:cubicBezTo>
                <a:cubicBezTo>
                  <a:pt x="1022" y="318"/>
                  <a:pt x="1022" y="320"/>
                  <a:pt x="1023" y="322"/>
                </a:cubicBezTo>
                <a:cubicBezTo>
                  <a:pt x="1023" y="324"/>
                  <a:pt x="1023" y="326"/>
                  <a:pt x="1023" y="329"/>
                </a:cubicBezTo>
                <a:cubicBezTo>
                  <a:pt x="1023" y="334"/>
                  <a:pt x="1023" y="338"/>
                  <a:pt x="1022" y="341"/>
                </a:cubicBezTo>
                <a:cubicBezTo>
                  <a:pt x="1022" y="344"/>
                  <a:pt x="1021" y="346"/>
                  <a:pt x="1019" y="347"/>
                </a:cubicBezTo>
                <a:cubicBezTo>
                  <a:pt x="1018" y="349"/>
                  <a:pt x="1016" y="350"/>
                  <a:pt x="1013" y="351"/>
                </a:cubicBezTo>
                <a:cubicBezTo>
                  <a:pt x="1011" y="352"/>
                  <a:pt x="1008" y="353"/>
                  <a:pt x="1004" y="354"/>
                </a:cubicBezTo>
                <a:cubicBezTo>
                  <a:pt x="1000" y="355"/>
                  <a:pt x="997" y="355"/>
                  <a:pt x="993" y="356"/>
                </a:cubicBezTo>
                <a:cubicBezTo>
                  <a:pt x="989" y="356"/>
                  <a:pt x="985" y="357"/>
                  <a:pt x="981" y="357"/>
                </a:cubicBezTo>
                <a:cubicBezTo>
                  <a:pt x="970" y="357"/>
                  <a:pt x="960" y="355"/>
                  <a:pt x="951" y="352"/>
                </a:cubicBezTo>
                <a:cubicBezTo>
                  <a:pt x="943" y="349"/>
                  <a:pt x="936" y="344"/>
                  <a:pt x="931" y="338"/>
                </a:cubicBezTo>
                <a:cubicBezTo>
                  <a:pt x="925" y="332"/>
                  <a:pt x="921" y="324"/>
                  <a:pt x="919" y="314"/>
                </a:cubicBezTo>
                <a:cubicBezTo>
                  <a:pt x="917" y="304"/>
                  <a:pt x="915" y="293"/>
                  <a:pt x="915" y="280"/>
                </a:cubicBezTo>
                <a:lnTo>
                  <a:pt x="915" y="146"/>
                </a:lnTo>
                <a:lnTo>
                  <a:pt x="883" y="146"/>
                </a:lnTo>
                <a:cubicBezTo>
                  <a:pt x="881" y="146"/>
                  <a:pt x="879" y="145"/>
                  <a:pt x="877" y="142"/>
                </a:cubicBezTo>
                <a:cubicBezTo>
                  <a:pt x="876" y="139"/>
                  <a:pt x="875" y="135"/>
                  <a:pt x="875" y="129"/>
                </a:cubicBezTo>
                <a:cubicBezTo>
                  <a:pt x="875" y="126"/>
                  <a:pt x="875" y="123"/>
                  <a:pt x="876" y="121"/>
                </a:cubicBezTo>
                <a:cubicBezTo>
                  <a:pt x="876" y="119"/>
                  <a:pt x="877" y="117"/>
                  <a:pt x="877" y="115"/>
                </a:cubicBezTo>
                <a:cubicBezTo>
                  <a:pt x="878" y="114"/>
                  <a:pt x="879" y="113"/>
                  <a:pt x="880" y="112"/>
                </a:cubicBezTo>
                <a:cubicBezTo>
                  <a:pt x="881" y="112"/>
                  <a:pt x="882" y="112"/>
                  <a:pt x="884" y="112"/>
                </a:cubicBezTo>
                <a:lnTo>
                  <a:pt x="915" y="112"/>
                </a:lnTo>
                <a:lnTo>
                  <a:pt x="915" y="58"/>
                </a:lnTo>
                <a:cubicBezTo>
                  <a:pt x="915" y="56"/>
                  <a:pt x="915" y="55"/>
                  <a:pt x="916" y="54"/>
                </a:cubicBezTo>
                <a:cubicBezTo>
                  <a:pt x="917" y="53"/>
                  <a:pt x="918" y="53"/>
                  <a:pt x="919" y="52"/>
                </a:cubicBezTo>
                <a:cubicBezTo>
                  <a:pt x="921" y="51"/>
                  <a:pt x="923" y="50"/>
                  <a:pt x="926" y="50"/>
                </a:cubicBezTo>
                <a:cubicBezTo>
                  <a:pt x="929" y="50"/>
                  <a:pt x="932" y="50"/>
                  <a:pt x="936" y="50"/>
                </a:cubicBezTo>
                <a:moveTo>
                  <a:pt x="1566" y="25"/>
                </a:moveTo>
                <a:lnTo>
                  <a:pt x="1720" y="25"/>
                </a:lnTo>
                <a:cubicBezTo>
                  <a:pt x="1722" y="25"/>
                  <a:pt x="1723" y="25"/>
                  <a:pt x="1724" y="26"/>
                </a:cubicBezTo>
                <a:cubicBezTo>
                  <a:pt x="1725" y="27"/>
                  <a:pt x="1726" y="28"/>
                  <a:pt x="1726" y="29"/>
                </a:cubicBezTo>
                <a:cubicBezTo>
                  <a:pt x="1727" y="31"/>
                  <a:pt x="1728" y="33"/>
                  <a:pt x="1728" y="35"/>
                </a:cubicBezTo>
                <a:cubicBezTo>
                  <a:pt x="1729" y="37"/>
                  <a:pt x="1729" y="40"/>
                  <a:pt x="1729" y="43"/>
                </a:cubicBezTo>
                <a:cubicBezTo>
                  <a:pt x="1729" y="47"/>
                  <a:pt x="1729" y="49"/>
                  <a:pt x="1728" y="51"/>
                </a:cubicBezTo>
                <a:cubicBezTo>
                  <a:pt x="1728" y="54"/>
                  <a:pt x="1727" y="56"/>
                  <a:pt x="1726" y="57"/>
                </a:cubicBezTo>
                <a:cubicBezTo>
                  <a:pt x="1726" y="58"/>
                  <a:pt x="1725" y="59"/>
                  <a:pt x="1724" y="60"/>
                </a:cubicBezTo>
                <a:cubicBezTo>
                  <a:pt x="1723" y="61"/>
                  <a:pt x="1722" y="61"/>
                  <a:pt x="1720" y="61"/>
                </a:cubicBezTo>
                <a:lnTo>
                  <a:pt x="1593" y="61"/>
                </a:lnTo>
                <a:lnTo>
                  <a:pt x="1593" y="164"/>
                </a:lnTo>
                <a:lnTo>
                  <a:pt x="1702" y="164"/>
                </a:lnTo>
                <a:cubicBezTo>
                  <a:pt x="1704" y="164"/>
                  <a:pt x="1705" y="164"/>
                  <a:pt x="1706" y="165"/>
                </a:cubicBezTo>
                <a:cubicBezTo>
                  <a:pt x="1707" y="165"/>
                  <a:pt x="1708" y="166"/>
                  <a:pt x="1708" y="168"/>
                </a:cubicBezTo>
                <a:cubicBezTo>
                  <a:pt x="1709" y="169"/>
                  <a:pt x="1710" y="171"/>
                  <a:pt x="1710" y="173"/>
                </a:cubicBezTo>
                <a:cubicBezTo>
                  <a:pt x="1711" y="176"/>
                  <a:pt x="1711" y="178"/>
                  <a:pt x="1711" y="182"/>
                </a:cubicBezTo>
                <a:cubicBezTo>
                  <a:pt x="1711" y="185"/>
                  <a:pt x="1711" y="187"/>
                  <a:pt x="1710" y="189"/>
                </a:cubicBezTo>
                <a:cubicBezTo>
                  <a:pt x="1710" y="192"/>
                  <a:pt x="1709" y="193"/>
                  <a:pt x="1708" y="195"/>
                </a:cubicBezTo>
                <a:cubicBezTo>
                  <a:pt x="1708" y="196"/>
                  <a:pt x="1707" y="197"/>
                  <a:pt x="1706" y="198"/>
                </a:cubicBezTo>
                <a:cubicBezTo>
                  <a:pt x="1705" y="198"/>
                  <a:pt x="1704" y="199"/>
                  <a:pt x="1702" y="199"/>
                </a:cubicBezTo>
                <a:lnTo>
                  <a:pt x="1593" y="199"/>
                </a:lnTo>
                <a:lnTo>
                  <a:pt x="1593" y="316"/>
                </a:lnTo>
                <a:lnTo>
                  <a:pt x="1722" y="316"/>
                </a:lnTo>
                <a:cubicBezTo>
                  <a:pt x="1723" y="316"/>
                  <a:pt x="1725" y="317"/>
                  <a:pt x="1726" y="317"/>
                </a:cubicBezTo>
                <a:cubicBezTo>
                  <a:pt x="1727" y="318"/>
                  <a:pt x="1728" y="319"/>
                  <a:pt x="1729" y="320"/>
                </a:cubicBezTo>
                <a:cubicBezTo>
                  <a:pt x="1729" y="322"/>
                  <a:pt x="1730" y="324"/>
                  <a:pt x="1730" y="326"/>
                </a:cubicBezTo>
                <a:cubicBezTo>
                  <a:pt x="1731" y="328"/>
                  <a:pt x="1731" y="331"/>
                  <a:pt x="1731" y="334"/>
                </a:cubicBezTo>
                <a:cubicBezTo>
                  <a:pt x="1731" y="338"/>
                  <a:pt x="1731" y="340"/>
                  <a:pt x="1730" y="342"/>
                </a:cubicBezTo>
                <a:cubicBezTo>
                  <a:pt x="1730" y="345"/>
                  <a:pt x="1729" y="347"/>
                  <a:pt x="1729" y="348"/>
                </a:cubicBezTo>
                <a:cubicBezTo>
                  <a:pt x="1728" y="350"/>
                  <a:pt x="1727" y="351"/>
                  <a:pt x="1726" y="351"/>
                </a:cubicBezTo>
                <a:cubicBezTo>
                  <a:pt x="1725" y="352"/>
                  <a:pt x="1723" y="352"/>
                  <a:pt x="1722" y="352"/>
                </a:cubicBezTo>
                <a:lnTo>
                  <a:pt x="1566" y="352"/>
                </a:lnTo>
                <a:cubicBezTo>
                  <a:pt x="1562" y="352"/>
                  <a:pt x="1558" y="351"/>
                  <a:pt x="1555" y="349"/>
                </a:cubicBezTo>
                <a:cubicBezTo>
                  <a:pt x="1551" y="346"/>
                  <a:pt x="1549" y="341"/>
                  <a:pt x="1549" y="335"/>
                </a:cubicBezTo>
                <a:lnTo>
                  <a:pt x="1549" y="43"/>
                </a:lnTo>
                <a:cubicBezTo>
                  <a:pt x="1549" y="36"/>
                  <a:pt x="1551" y="32"/>
                  <a:pt x="1555" y="29"/>
                </a:cubicBezTo>
                <a:cubicBezTo>
                  <a:pt x="1558" y="26"/>
                  <a:pt x="1562" y="25"/>
                  <a:pt x="1566" y="25"/>
                </a:cubicBezTo>
                <a:moveTo>
                  <a:pt x="18" y="25"/>
                </a:moveTo>
                <a:lnTo>
                  <a:pt x="45" y="25"/>
                </a:lnTo>
                <a:cubicBezTo>
                  <a:pt x="50" y="25"/>
                  <a:pt x="55" y="26"/>
                  <a:pt x="59" y="26"/>
                </a:cubicBezTo>
                <a:cubicBezTo>
                  <a:pt x="63" y="27"/>
                  <a:pt x="67" y="29"/>
                  <a:pt x="70" y="31"/>
                </a:cubicBezTo>
                <a:cubicBezTo>
                  <a:pt x="73" y="33"/>
                  <a:pt x="75" y="36"/>
                  <a:pt x="78" y="40"/>
                </a:cubicBezTo>
                <a:cubicBezTo>
                  <a:pt x="80" y="43"/>
                  <a:pt x="81" y="47"/>
                  <a:pt x="83" y="51"/>
                </a:cubicBezTo>
                <a:lnTo>
                  <a:pt x="176" y="289"/>
                </a:lnTo>
                <a:lnTo>
                  <a:pt x="177" y="289"/>
                </a:lnTo>
                <a:lnTo>
                  <a:pt x="274" y="52"/>
                </a:lnTo>
                <a:cubicBezTo>
                  <a:pt x="277" y="47"/>
                  <a:pt x="278" y="43"/>
                  <a:pt x="281" y="39"/>
                </a:cubicBezTo>
                <a:cubicBezTo>
                  <a:pt x="283" y="36"/>
                  <a:pt x="285" y="33"/>
                  <a:pt x="288" y="31"/>
                </a:cubicBezTo>
                <a:cubicBezTo>
                  <a:pt x="291" y="29"/>
                  <a:pt x="294" y="27"/>
                  <a:pt x="297" y="26"/>
                </a:cubicBezTo>
                <a:cubicBezTo>
                  <a:pt x="300" y="25"/>
                  <a:pt x="304" y="25"/>
                  <a:pt x="308" y="25"/>
                </a:cubicBezTo>
                <a:lnTo>
                  <a:pt x="336" y="25"/>
                </a:lnTo>
                <a:cubicBezTo>
                  <a:pt x="339" y="25"/>
                  <a:pt x="341" y="25"/>
                  <a:pt x="343" y="26"/>
                </a:cubicBezTo>
                <a:cubicBezTo>
                  <a:pt x="346" y="27"/>
                  <a:pt x="347" y="28"/>
                  <a:pt x="349" y="30"/>
                </a:cubicBezTo>
                <a:cubicBezTo>
                  <a:pt x="351" y="31"/>
                  <a:pt x="352" y="33"/>
                  <a:pt x="353" y="36"/>
                </a:cubicBezTo>
                <a:cubicBezTo>
                  <a:pt x="354" y="38"/>
                  <a:pt x="355" y="41"/>
                  <a:pt x="355" y="45"/>
                </a:cubicBezTo>
                <a:lnTo>
                  <a:pt x="355" y="346"/>
                </a:lnTo>
                <a:cubicBezTo>
                  <a:pt x="355" y="347"/>
                  <a:pt x="355" y="348"/>
                  <a:pt x="354" y="349"/>
                </a:cubicBezTo>
                <a:cubicBezTo>
                  <a:pt x="353" y="350"/>
                  <a:pt x="352" y="351"/>
                  <a:pt x="350" y="352"/>
                </a:cubicBezTo>
                <a:cubicBezTo>
                  <a:pt x="348" y="352"/>
                  <a:pt x="346" y="353"/>
                  <a:pt x="344" y="353"/>
                </a:cubicBezTo>
                <a:cubicBezTo>
                  <a:pt x="341" y="354"/>
                  <a:pt x="337" y="354"/>
                  <a:pt x="333" y="354"/>
                </a:cubicBezTo>
                <a:cubicBezTo>
                  <a:pt x="329" y="354"/>
                  <a:pt x="326" y="354"/>
                  <a:pt x="323" y="353"/>
                </a:cubicBezTo>
                <a:cubicBezTo>
                  <a:pt x="320" y="353"/>
                  <a:pt x="317" y="352"/>
                  <a:pt x="316" y="352"/>
                </a:cubicBezTo>
                <a:cubicBezTo>
                  <a:pt x="314" y="351"/>
                  <a:pt x="313" y="350"/>
                  <a:pt x="313" y="349"/>
                </a:cubicBezTo>
                <a:cubicBezTo>
                  <a:pt x="312" y="348"/>
                  <a:pt x="311" y="347"/>
                  <a:pt x="311" y="346"/>
                </a:cubicBezTo>
                <a:lnTo>
                  <a:pt x="311" y="61"/>
                </a:lnTo>
                <a:lnTo>
                  <a:pt x="196" y="347"/>
                </a:lnTo>
                <a:cubicBezTo>
                  <a:pt x="195" y="348"/>
                  <a:pt x="195" y="349"/>
                  <a:pt x="194" y="350"/>
                </a:cubicBezTo>
                <a:cubicBezTo>
                  <a:pt x="193" y="351"/>
                  <a:pt x="192" y="352"/>
                  <a:pt x="190" y="352"/>
                </a:cubicBezTo>
                <a:cubicBezTo>
                  <a:pt x="188" y="353"/>
                  <a:pt x="186" y="353"/>
                  <a:pt x="183" y="354"/>
                </a:cubicBezTo>
                <a:cubicBezTo>
                  <a:pt x="181" y="354"/>
                  <a:pt x="178" y="354"/>
                  <a:pt x="175" y="354"/>
                </a:cubicBezTo>
                <a:cubicBezTo>
                  <a:pt x="171" y="354"/>
                  <a:pt x="168" y="354"/>
                  <a:pt x="166" y="353"/>
                </a:cubicBezTo>
                <a:cubicBezTo>
                  <a:pt x="163" y="353"/>
                  <a:pt x="161" y="353"/>
                  <a:pt x="159" y="352"/>
                </a:cubicBezTo>
                <a:cubicBezTo>
                  <a:pt x="158" y="351"/>
                  <a:pt x="156" y="351"/>
                  <a:pt x="156" y="350"/>
                </a:cubicBezTo>
                <a:cubicBezTo>
                  <a:pt x="155" y="349"/>
                  <a:pt x="154" y="348"/>
                  <a:pt x="153" y="347"/>
                </a:cubicBezTo>
                <a:lnTo>
                  <a:pt x="44" y="61"/>
                </a:lnTo>
                <a:lnTo>
                  <a:pt x="43" y="61"/>
                </a:lnTo>
                <a:lnTo>
                  <a:pt x="43" y="346"/>
                </a:lnTo>
                <a:cubicBezTo>
                  <a:pt x="43" y="347"/>
                  <a:pt x="43" y="348"/>
                  <a:pt x="42" y="349"/>
                </a:cubicBezTo>
                <a:cubicBezTo>
                  <a:pt x="42" y="350"/>
                  <a:pt x="40" y="351"/>
                  <a:pt x="39" y="352"/>
                </a:cubicBezTo>
                <a:cubicBezTo>
                  <a:pt x="37" y="352"/>
                  <a:pt x="35" y="353"/>
                  <a:pt x="32" y="353"/>
                </a:cubicBezTo>
                <a:cubicBezTo>
                  <a:pt x="29" y="354"/>
                  <a:pt x="25" y="354"/>
                  <a:pt x="21" y="354"/>
                </a:cubicBezTo>
                <a:cubicBezTo>
                  <a:pt x="17" y="354"/>
                  <a:pt x="14" y="354"/>
                  <a:pt x="11" y="353"/>
                </a:cubicBezTo>
                <a:cubicBezTo>
                  <a:pt x="8" y="353"/>
                  <a:pt x="6" y="352"/>
                  <a:pt x="4" y="352"/>
                </a:cubicBezTo>
                <a:cubicBezTo>
                  <a:pt x="2" y="351"/>
                  <a:pt x="1" y="350"/>
                  <a:pt x="1" y="349"/>
                </a:cubicBezTo>
                <a:cubicBezTo>
                  <a:pt x="0" y="348"/>
                  <a:pt x="0" y="347"/>
                  <a:pt x="0" y="346"/>
                </a:cubicBezTo>
                <a:lnTo>
                  <a:pt x="0" y="45"/>
                </a:lnTo>
                <a:cubicBezTo>
                  <a:pt x="0" y="38"/>
                  <a:pt x="2" y="33"/>
                  <a:pt x="6" y="30"/>
                </a:cubicBezTo>
                <a:cubicBezTo>
                  <a:pt x="9" y="26"/>
                  <a:pt x="13" y="25"/>
                  <a:pt x="18" y="25"/>
                </a:cubicBezTo>
                <a:moveTo>
                  <a:pt x="4248" y="24"/>
                </a:moveTo>
                <a:cubicBezTo>
                  <a:pt x="4253" y="24"/>
                  <a:pt x="4258" y="24"/>
                  <a:pt x="4261" y="24"/>
                </a:cubicBezTo>
                <a:cubicBezTo>
                  <a:pt x="4264" y="24"/>
                  <a:pt x="4266" y="25"/>
                  <a:pt x="4268" y="25"/>
                </a:cubicBezTo>
                <a:cubicBezTo>
                  <a:pt x="4269" y="26"/>
                  <a:pt x="4270" y="27"/>
                  <a:pt x="4271" y="28"/>
                </a:cubicBezTo>
                <a:cubicBezTo>
                  <a:pt x="4271" y="29"/>
                  <a:pt x="4272" y="31"/>
                  <a:pt x="4272" y="33"/>
                </a:cubicBezTo>
                <a:lnTo>
                  <a:pt x="4346" y="307"/>
                </a:lnTo>
                <a:lnTo>
                  <a:pt x="4416" y="33"/>
                </a:lnTo>
                <a:cubicBezTo>
                  <a:pt x="4416" y="31"/>
                  <a:pt x="4417" y="30"/>
                  <a:pt x="4417" y="29"/>
                </a:cubicBezTo>
                <a:cubicBezTo>
                  <a:pt x="4418" y="27"/>
                  <a:pt x="4420" y="26"/>
                  <a:pt x="4421" y="26"/>
                </a:cubicBezTo>
                <a:cubicBezTo>
                  <a:pt x="4423" y="25"/>
                  <a:pt x="4425" y="24"/>
                  <a:pt x="4428" y="24"/>
                </a:cubicBezTo>
                <a:cubicBezTo>
                  <a:pt x="4432" y="24"/>
                  <a:pt x="4435" y="24"/>
                  <a:pt x="4441" y="24"/>
                </a:cubicBezTo>
                <a:cubicBezTo>
                  <a:pt x="4446" y="24"/>
                  <a:pt x="4450" y="24"/>
                  <a:pt x="4453" y="24"/>
                </a:cubicBezTo>
                <a:cubicBezTo>
                  <a:pt x="4456" y="24"/>
                  <a:pt x="4458" y="25"/>
                  <a:pt x="4459" y="26"/>
                </a:cubicBezTo>
                <a:cubicBezTo>
                  <a:pt x="4461" y="26"/>
                  <a:pt x="4462" y="27"/>
                  <a:pt x="4463" y="29"/>
                </a:cubicBezTo>
                <a:cubicBezTo>
                  <a:pt x="4464" y="30"/>
                  <a:pt x="4464" y="31"/>
                  <a:pt x="4465" y="33"/>
                </a:cubicBezTo>
                <a:lnTo>
                  <a:pt x="4540" y="307"/>
                </a:lnTo>
                <a:lnTo>
                  <a:pt x="4541" y="307"/>
                </a:lnTo>
                <a:lnTo>
                  <a:pt x="4612" y="33"/>
                </a:lnTo>
                <a:cubicBezTo>
                  <a:pt x="4613" y="31"/>
                  <a:pt x="4613" y="30"/>
                  <a:pt x="4614" y="29"/>
                </a:cubicBezTo>
                <a:cubicBezTo>
                  <a:pt x="4614" y="27"/>
                  <a:pt x="4615" y="26"/>
                  <a:pt x="4617" y="26"/>
                </a:cubicBezTo>
                <a:cubicBezTo>
                  <a:pt x="4619" y="25"/>
                  <a:pt x="4621" y="24"/>
                  <a:pt x="4624" y="24"/>
                </a:cubicBezTo>
                <a:cubicBezTo>
                  <a:pt x="4627" y="24"/>
                  <a:pt x="4631" y="24"/>
                  <a:pt x="4635" y="24"/>
                </a:cubicBezTo>
                <a:cubicBezTo>
                  <a:pt x="4640" y="24"/>
                  <a:pt x="4645" y="24"/>
                  <a:pt x="4647" y="24"/>
                </a:cubicBezTo>
                <a:cubicBezTo>
                  <a:pt x="4650" y="25"/>
                  <a:pt x="4652" y="25"/>
                  <a:pt x="4654" y="26"/>
                </a:cubicBezTo>
                <a:cubicBezTo>
                  <a:pt x="4655" y="28"/>
                  <a:pt x="4656" y="30"/>
                  <a:pt x="4656" y="32"/>
                </a:cubicBezTo>
                <a:cubicBezTo>
                  <a:pt x="4656" y="34"/>
                  <a:pt x="4655" y="37"/>
                  <a:pt x="4654" y="41"/>
                </a:cubicBezTo>
                <a:lnTo>
                  <a:pt x="4568" y="343"/>
                </a:lnTo>
                <a:cubicBezTo>
                  <a:pt x="4567" y="345"/>
                  <a:pt x="4566" y="347"/>
                  <a:pt x="4565" y="349"/>
                </a:cubicBezTo>
                <a:cubicBezTo>
                  <a:pt x="4563" y="350"/>
                  <a:pt x="4562" y="351"/>
                  <a:pt x="4559" y="352"/>
                </a:cubicBezTo>
                <a:cubicBezTo>
                  <a:pt x="4557" y="353"/>
                  <a:pt x="4554" y="353"/>
                  <a:pt x="4551" y="353"/>
                </a:cubicBezTo>
                <a:cubicBezTo>
                  <a:pt x="4547" y="354"/>
                  <a:pt x="4543" y="354"/>
                  <a:pt x="4538" y="354"/>
                </a:cubicBezTo>
                <a:cubicBezTo>
                  <a:pt x="4533" y="354"/>
                  <a:pt x="4528" y="354"/>
                  <a:pt x="4525" y="353"/>
                </a:cubicBezTo>
                <a:cubicBezTo>
                  <a:pt x="4521" y="353"/>
                  <a:pt x="4518" y="353"/>
                  <a:pt x="4516" y="352"/>
                </a:cubicBezTo>
                <a:cubicBezTo>
                  <a:pt x="4513" y="351"/>
                  <a:pt x="4512" y="350"/>
                  <a:pt x="4511" y="349"/>
                </a:cubicBezTo>
                <a:cubicBezTo>
                  <a:pt x="4509" y="347"/>
                  <a:pt x="4508" y="345"/>
                  <a:pt x="4508" y="343"/>
                </a:cubicBezTo>
                <a:lnTo>
                  <a:pt x="4439" y="95"/>
                </a:lnTo>
                <a:lnTo>
                  <a:pt x="4375" y="343"/>
                </a:lnTo>
                <a:cubicBezTo>
                  <a:pt x="4374" y="345"/>
                  <a:pt x="4373" y="347"/>
                  <a:pt x="4372" y="349"/>
                </a:cubicBezTo>
                <a:cubicBezTo>
                  <a:pt x="4371" y="350"/>
                  <a:pt x="4370" y="351"/>
                  <a:pt x="4367" y="352"/>
                </a:cubicBezTo>
                <a:cubicBezTo>
                  <a:pt x="4365" y="353"/>
                  <a:pt x="4362" y="353"/>
                  <a:pt x="4359" y="353"/>
                </a:cubicBezTo>
                <a:cubicBezTo>
                  <a:pt x="4355" y="354"/>
                  <a:pt x="4351" y="354"/>
                  <a:pt x="4346" y="354"/>
                </a:cubicBezTo>
                <a:cubicBezTo>
                  <a:pt x="4340" y="354"/>
                  <a:pt x="4335" y="354"/>
                  <a:pt x="4332" y="353"/>
                </a:cubicBezTo>
                <a:cubicBezTo>
                  <a:pt x="4328" y="353"/>
                  <a:pt x="4325" y="353"/>
                  <a:pt x="4323" y="352"/>
                </a:cubicBezTo>
                <a:cubicBezTo>
                  <a:pt x="4320" y="351"/>
                  <a:pt x="4318" y="350"/>
                  <a:pt x="4317" y="349"/>
                </a:cubicBezTo>
                <a:cubicBezTo>
                  <a:pt x="4316" y="347"/>
                  <a:pt x="4315" y="345"/>
                  <a:pt x="4314" y="343"/>
                </a:cubicBezTo>
                <a:lnTo>
                  <a:pt x="4228" y="41"/>
                </a:lnTo>
                <a:cubicBezTo>
                  <a:pt x="4227" y="37"/>
                  <a:pt x="4227" y="33"/>
                  <a:pt x="4227" y="31"/>
                </a:cubicBezTo>
                <a:cubicBezTo>
                  <a:pt x="4227" y="29"/>
                  <a:pt x="4227" y="27"/>
                  <a:pt x="4229" y="26"/>
                </a:cubicBezTo>
                <a:cubicBezTo>
                  <a:pt x="4230" y="25"/>
                  <a:pt x="4232" y="24"/>
                  <a:pt x="4235" y="24"/>
                </a:cubicBezTo>
                <a:cubicBezTo>
                  <a:pt x="4239" y="24"/>
                  <a:pt x="4243" y="24"/>
                  <a:pt x="4248" y="24"/>
                </a:cubicBezTo>
                <a:moveTo>
                  <a:pt x="5673" y="17"/>
                </a:moveTo>
                <a:cubicBezTo>
                  <a:pt x="5682" y="17"/>
                  <a:pt x="5689" y="18"/>
                  <a:pt x="5693" y="22"/>
                </a:cubicBezTo>
                <a:cubicBezTo>
                  <a:pt x="5697" y="25"/>
                  <a:pt x="5698" y="32"/>
                  <a:pt x="5698" y="42"/>
                </a:cubicBezTo>
                <a:cubicBezTo>
                  <a:pt x="5698" y="51"/>
                  <a:pt x="5697" y="58"/>
                  <a:pt x="5693" y="61"/>
                </a:cubicBezTo>
                <a:cubicBezTo>
                  <a:pt x="5689" y="65"/>
                  <a:pt x="5682" y="67"/>
                  <a:pt x="5672" y="67"/>
                </a:cubicBezTo>
                <a:cubicBezTo>
                  <a:pt x="5663" y="67"/>
                  <a:pt x="5656" y="65"/>
                  <a:pt x="5652" y="62"/>
                </a:cubicBezTo>
                <a:cubicBezTo>
                  <a:pt x="5649" y="58"/>
                  <a:pt x="5647" y="51"/>
                  <a:pt x="5647" y="42"/>
                </a:cubicBezTo>
                <a:cubicBezTo>
                  <a:pt x="5647" y="32"/>
                  <a:pt x="5649" y="26"/>
                  <a:pt x="5652" y="22"/>
                </a:cubicBezTo>
                <a:cubicBezTo>
                  <a:pt x="5656" y="19"/>
                  <a:pt x="5663" y="17"/>
                  <a:pt x="5673" y="17"/>
                </a:cubicBezTo>
                <a:moveTo>
                  <a:pt x="7573" y="1"/>
                </a:moveTo>
                <a:cubicBezTo>
                  <a:pt x="7578" y="1"/>
                  <a:pt x="7581" y="1"/>
                  <a:pt x="7584" y="2"/>
                </a:cubicBezTo>
                <a:cubicBezTo>
                  <a:pt x="7586" y="2"/>
                  <a:pt x="7589" y="3"/>
                  <a:pt x="7590" y="3"/>
                </a:cubicBezTo>
                <a:cubicBezTo>
                  <a:pt x="7592" y="4"/>
                  <a:pt x="7593" y="5"/>
                  <a:pt x="7593" y="6"/>
                </a:cubicBezTo>
                <a:cubicBezTo>
                  <a:pt x="7594" y="7"/>
                  <a:pt x="7595" y="8"/>
                  <a:pt x="7595" y="9"/>
                </a:cubicBezTo>
                <a:lnTo>
                  <a:pt x="7595" y="346"/>
                </a:lnTo>
                <a:cubicBezTo>
                  <a:pt x="7595" y="347"/>
                  <a:pt x="7595" y="349"/>
                  <a:pt x="7594" y="350"/>
                </a:cubicBezTo>
                <a:cubicBezTo>
                  <a:pt x="7593" y="351"/>
                  <a:pt x="7592" y="351"/>
                  <a:pt x="7591" y="352"/>
                </a:cubicBezTo>
                <a:cubicBezTo>
                  <a:pt x="7589" y="353"/>
                  <a:pt x="7587" y="353"/>
                  <a:pt x="7585" y="353"/>
                </a:cubicBezTo>
                <a:cubicBezTo>
                  <a:pt x="7583" y="354"/>
                  <a:pt x="7580" y="354"/>
                  <a:pt x="7577" y="354"/>
                </a:cubicBezTo>
                <a:cubicBezTo>
                  <a:pt x="7573" y="354"/>
                  <a:pt x="7570" y="354"/>
                  <a:pt x="7568" y="353"/>
                </a:cubicBezTo>
                <a:cubicBezTo>
                  <a:pt x="7565" y="353"/>
                  <a:pt x="7563" y="353"/>
                  <a:pt x="7562" y="352"/>
                </a:cubicBezTo>
                <a:cubicBezTo>
                  <a:pt x="7560" y="351"/>
                  <a:pt x="7559" y="351"/>
                  <a:pt x="7559" y="350"/>
                </a:cubicBezTo>
                <a:cubicBezTo>
                  <a:pt x="7558" y="349"/>
                  <a:pt x="7557" y="347"/>
                  <a:pt x="7557" y="346"/>
                </a:cubicBezTo>
                <a:lnTo>
                  <a:pt x="7557" y="316"/>
                </a:lnTo>
                <a:cubicBezTo>
                  <a:pt x="7546" y="329"/>
                  <a:pt x="7533" y="339"/>
                  <a:pt x="7520" y="346"/>
                </a:cubicBezTo>
                <a:cubicBezTo>
                  <a:pt x="7507" y="354"/>
                  <a:pt x="7494" y="357"/>
                  <a:pt x="7478" y="357"/>
                </a:cubicBezTo>
                <a:cubicBezTo>
                  <a:pt x="7462" y="357"/>
                  <a:pt x="7447" y="354"/>
                  <a:pt x="7435" y="347"/>
                </a:cubicBezTo>
                <a:cubicBezTo>
                  <a:pt x="7424" y="341"/>
                  <a:pt x="7414" y="332"/>
                  <a:pt x="7407" y="321"/>
                </a:cubicBezTo>
                <a:cubicBezTo>
                  <a:pt x="7399" y="310"/>
                  <a:pt x="7394" y="297"/>
                  <a:pt x="7391" y="282"/>
                </a:cubicBezTo>
                <a:cubicBezTo>
                  <a:pt x="7387" y="268"/>
                  <a:pt x="7386" y="251"/>
                  <a:pt x="7386" y="234"/>
                </a:cubicBezTo>
                <a:cubicBezTo>
                  <a:pt x="7386" y="215"/>
                  <a:pt x="7388" y="197"/>
                  <a:pt x="7392" y="182"/>
                </a:cubicBezTo>
                <a:cubicBezTo>
                  <a:pt x="7396" y="166"/>
                  <a:pt x="7403" y="152"/>
                  <a:pt x="7411" y="141"/>
                </a:cubicBezTo>
                <a:cubicBezTo>
                  <a:pt x="7419" y="130"/>
                  <a:pt x="7429" y="122"/>
                  <a:pt x="7441" y="116"/>
                </a:cubicBezTo>
                <a:cubicBezTo>
                  <a:pt x="7454" y="110"/>
                  <a:pt x="7468" y="107"/>
                  <a:pt x="7484" y="107"/>
                </a:cubicBezTo>
                <a:cubicBezTo>
                  <a:pt x="7497" y="107"/>
                  <a:pt x="7509" y="110"/>
                  <a:pt x="7520" y="115"/>
                </a:cubicBezTo>
                <a:cubicBezTo>
                  <a:pt x="7531" y="121"/>
                  <a:pt x="7542" y="130"/>
                  <a:pt x="7553" y="141"/>
                </a:cubicBezTo>
                <a:lnTo>
                  <a:pt x="7553" y="9"/>
                </a:lnTo>
                <a:cubicBezTo>
                  <a:pt x="7553" y="8"/>
                  <a:pt x="7553" y="7"/>
                  <a:pt x="7554" y="6"/>
                </a:cubicBezTo>
                <a:cubicBezTo>
                  <a:pt x="7554" y="5"/>
                  <a:pt x="7555" y="4"/>
                  <a:pt x="7557" y="3"/>
                </a:cubicBezTo>
                <a:cubicBezTo>
                  <a:pt x="7559" y="3"/>
                  <a:pt x="7561" y="2"/>
                  <a:pt x="7563" y="2"/>
                </a:cubicBezTo>
                <a:cubicBezTo>
                  <a:pt x="7566" y="1"/>
                  <a:pt x="7569" y="1"/>
                  <a:pt x="7573" y="1"/>
                </a:cubicBezTo>
                <a:moveTo>
                  <a:pt x="3623" y="0"/>
                </a:moveTo>
                <a:cubicBezTo>
                  <a:pt x="3627" y="0"/>
                  <a:pt x="3630" y="0"/>
                  <a:pt x="3633" y="1"/>
                </a:cubicBezTo>
                <a:cubicBezTo>
                  <a:pt x="3636" y="1"/>
                  <a:pt x="3638" y="1"/>
                  <a:pt x="3639" y="2"/>
                </a:cubicBezTo>
                <a:cubicBezTo>
                  <a:pt x="3641" y="3"/>
                  <a:pt x="3642" y="4"/>
                  <a:pt x="3642" y="5"/>
                </a:cubicBezTo>
                <a:cubicBezTo>
                  <a:pt x="3643" y="6"/>
                  <a:pt x="3643" y="7"/>
                  <a:pt x="3643" y="8"/>
                </a:cubicBezTo>
                <a:lnTo>
                  <a:pt x="3643" y="346"/>
                </a:lnTo>
                <a:cubicBezTo>
                  <a:pt x="3643" y="347"/>
                  <a:pt x="3643" y="349"/>
                  <a:pt x="3642" y="349"/>
                </a:cubicBezTo>
                <a:cubicBezTo>
                  <a:pt x="3642" y="350"/>
                  <a:pt x="3641" y="351"/>
                  <a:pt x="3639" y="352"/>
                </a:cubicBezTo>
                <a:cubicBezTo>
                  <a:pt x="3638" y="353"/>
                  <a:pt x="3636" y="353"/>
                  <a:pt x="3633" y="353"/>
                </a:cubicBezTo>
                <a:cubicBezTo>
                  <a:pt x="3630" y="354"/>
                  <a:pt x="3627" y="354"/>
                  <a:pt x="3623" y="354"/>
                </a:cubicBezTo>
                <a:cubicBezTo>
                  <a:pt x="3618" y="354"/>
                  <a:pt x="3615" y="354"/>
                  <a:pt x="3612" y="353"/>
                </a:cubicBezTo>
                <a:cubicBezTo>
                  <a:pt x="3610" y="353"/>
                  <a:pt x="3608" y="353"/>
                  <a:pt x="3606" y="352"/>
                </a:cubicBezTo>
                <a:cubicBezTo>
                  <a:pt x="3605" y="351"/>
                  <a:pt x="3603" y="350"/>
                  <a:pt x="3603" y="349"/>
                </a:cubicBezTo>
                <a:cubicBezTo>
                  <a:pt x="3602" y="349"/>
                  <a:pt x="3602" y="347"/>
                  <a:pt x="3602" y="346"/>
                </a:cubicBezTo>
                <a:lnTo>
                  <a:pt x="3602" y="8"/>
                </a:lnTo>
                <a:cubicBezTo>
                  <a:pt x="3602" y="7"/>
                  <a:pt x="3602" y="6"/>
                  <a:pt x="3603" y="5"/>
                </a:cubicBezTo>
                <a:cubicBezTo>
                  <a:pt x="3603" y="4"/>
                  <a:pt x="3605" y="3"/>
                  <a:pt x="3606" y="2"/>
                </a:cubicBezTo>
                <a:cubicBezTo>
                  <a:pt x="3608" y="1"/>
                  <a:pt x="3610" y="1"/>
                  <a:pt x="3612" y="1"/>
                </a:cubicBezTo>
                <a:cubicBezTo>
                  <a:pt x="3615" y="0"/>
                  <a:pt x="3618" y="0"/>
                  <a:pt x="3623" y="0"/>
                </a:cubicBezTo>
                <a:moveTo>
                  <a:pt x="3233" y="0"/>
                </a:moveTo>
                <a:cubicBezTo>
                  <a:pt x="3237" y="0"/>
                  <a:pt x="3241" y="0"/>
                  <a:pt x="3243" y="1"/>
                </a:cubicBezTo>
                <a:cubicBezTo>
                  <a:pt x="3246" y="1"/>
                  <a:pt x="3248" y="1"/>
                  <a:pt x="3250" y="2"/>
                </a:cubicBezTo>
                <a:cubicBezTo>
                  <a:pt x="3251" y="3"/>
                  <a:pt x="3252" y="4"/>
                  <a:pt x="3253" y="5"/>
                </a:cubicBezTo>
                <a:cubicBezTo>
                  <a:pt x="3254" y="6"/>
                  <a:pt x="3254" y="7"/>
                  <a:pt x="3254" y="8"/>
                </a:cubicBezTo>
                <a:lnTo>
                  <a:pt x="3254" y="346"/>
                </a:lnTo>
                <a:cubicBezTo>
                  <a:pt x="3254" y="347"/>
                  <a:pt x="3254" y="349"/>
                  <a:pt x="3253" y="349"/>
                </a:cubicBezTo>
                <a:cubicBezTo>
                  <a:pt x="3252" y="350"/>
                  <a:pt x="3251" y="351"/>
                  <a:pt x="3250" y="352"/>
                </a:cubicBezTo>
                <a:cubicBezTo>
                  <a:pt x="3248" y="353"/>
                  <a:pt x="3246" y="353"/>
                  <a:pt x="3243" y="353"/>
                </a:cubicBezTo>
                <a:cubicBezTo>
                  <a:pt x="3241" y="354"/>
                  <a:pt x="3237" y="354"/>
                  <a:pt x="3233" y="354"/>
                </a:cubicBezTo>
                <a:cubicBezTo>
                  <a:pt x="3229" y="354"/>
                  <a:pt x="3226" y="354"/>
                  <a:pt x="3223" y="353"/>
                </a:cubicBezTo>
                <a:cubicBezTo>
                  <a:pt x="3221" y="353"/>
                  <a:pt x="3218" y="353"/>
                  <a:pt x="3217" y="352"/>
                </a:cubicBezTo>
                <a:cubicBezTo>
                  <a:pt x="3215" y="351"/>
                  <a:pt x="3214" y="350"/>
                  <a:pt x="3213" y="349"/>
                </a:cubicBezTo>
                <a:cubicBezTo>
                  <a:pt x="3213" y="349"/>
                  <a:pt x="3212" y="347"/>
                  <a:pt x="3212" y="346"/>
                </a:cubicBezTo>
                <a:lnTo>
                  <a:pt x="3212" y="8"/>
                </a:lnTo>
                <a:cubicBezTo>
                  <a:pt x="3212" y="7"/>
                  <a:pt x="3213" y="6"/>
                  <a:pt x="3213" y="5"/>
                </a:cubicBezTo>
                <a:cubicBezTo>
                  <a:pt x="3214" y="4"/>
                  <a:pt x="3215" y="3"/>
                  <a:pt x="3217" y="2"/>
                </a:cubicBezTo>
                <a:cubicBezTo>
                  <a:pt x="3218" y="1"/>
                  <a:pt x="3221" y="1"/>
                  <a:pt x="3223" y="1"/>
                </a:cubicBezTo>
                <a:cubicBezTo>
                  <a:pt x="3226" y="0"/>
                  <a:pt x="3229" y="0"/>
                  <a:pt x="3233" y="0"/>
                </a:cubicBezTo>
                <a:moveTo>
                  <a:pt x="3115" y="0"/>
                </a:moveTo>
                <a:cubicBezTo>
                  <a:pt x="3119" y="0"/>
                  <a:pt x="3122" y="0"/>
                  <a:pt x="3125" y="1"/>
                </a:cubicBezTo>
                <a:cubicBezTo>
                  <a:pt x="3128" y="1"/>
                  <a:pt x="3130" y="1"/>
                  <a:pt x="3131" y="2"/>
                </a:cubicBezTo>
                <a:cubicBezTo>
                  <a:pt x="3133" y="3"/>
                  <a:pt x="3134" y="4"/>
                  <a:pt x="3134" y="5"/>
                </a:cubicBezTo>
                <a:cubicBezTo>
                  <a:pt x="3135" y="6"/>
                  <a:pt x="3135" y="7"/>
                  <a:pt x="3135" y="8"/>
                </a:cubicBezTo>
                <a:lnTo>
                  <a:pt x="3135" y="346"/>
                </a:lnTo>
                <a:cubicBezTo>
                  <a:pt x="3135" y="347"/>
                  <a:pt x="3135" y="349"/>
                  <a:pt x="3134" y="349"/>
                </a:cubicBezTo>
                <a:cubicBezTo>
                  <a:pt x="3134" y="350"/>
                  <a:pt x="3133" y="351"/>
                  <a:pt x="3131" y="352"/>
                </a:cubicBezTo>
                <a:cubicBezTo>
                  <a:pt x="3130" y="353"/>
                  <a:pt x="3128" y="353"/>
                  <a:pt x="3125" y="353"/>
                </a:cubicBezTo>
                <a:cubicBezTo>
                  <a:pt x="3122" y="354"/>
                  <a:pt x="3119" y="354"/>
                  <a:pt x="3115" y="354"/>
                </a:cubicBezTo>
                <a:cubicBezTo>
                  <a:pt x="3110" y="354"/>
                  <a:pt x="3107" y="354"/>
                  <a:pt x="3104" y="353"/>
                </a:cubicBezTo>
                <a:cubicBezTo>
                  <a:pt x="3102" y="353"/>
                  <a:pt x="3100" y="353"/>
                  <a:pt x="3098" y="352"/>
                </a:cubicBezTo>
                <a:cubicBezTo>
                  <a:pt x="3097" y="351"/>
                  <a:pt x="3095" y="350"/>
                  <a:pt x="3095" y="349"/>
                </a:cubicBezTo>
                <a:cubicBezTo>
                  <a:pt x="3094" y="349"/>
                  <a:pt x="3094" y="347"/>
                  <a:pt x="3094" y="346"/>
                </a:cubicBezTo>
                <a:lnTo>
                  <a:pt x="3094" y="8"/>
                </a:lnTo>
                <a:cubicBezTo>
                  <a:pt x="3094" y="7"/>
                  <a:pt x="3094" y="6"/>
                  <a:pt x="3095" y="5"/>
                </a:cubicBezTo>
                <a:cubicBezTo>
                  <a:pt x="3095" y="4"/>
                  <a:pt x="3097" y="3"/>
                  <a:pt x="3098" y="2"/>
                </a:cubicBezTo>
                <a:cubicBezTo>
                  <a:pt x="3100" y="1"/>
                  <a:pt x="3102" y="1"/>
                  <a:pt x="3104" y="1"/>
                </a:cubicBezTo>
                <a:cubicBezTo>
                  <a:pt x="3107" y="0"/>
                  <a:pt x="3110" y="0"/>
                  <a:pt x="3115" y="0"/>
                </a:cubicBezTo>
                <a:moveTo>
                  <a:pt x="1100" y="0"/>
                </a:moveTo>
                <a:cubicBezTo>
                  <a:pt x="1104" y="0"/>
                  <a:pt x="1107" y="0"/>
                  <a:pt x="1110" y="1"/>
                </a:cubicBezTo>
                <a:cubicBezTo>
                  <a:pt x="1113" y="1"/>
                  <a:pt x="1115" y="1"/>
                  <a:pt x="1116" y="2"/>
                </a:cubicBezTo>
                <a:cubicBezTo>
                  <a:pt x="1118" y="3"/>
                  <a:pt x="1119" y="4"/>
                  <a:pt x="1119" y="5"/>
                </a:cubicBezTo>
                <a:cubicBezTo>
                  <a:pt x="1120" y="6"/>
                  <a:pt x="1120" y="7"/>
                  <a:pt x="1120" y="8"/>
                </a:cubicBezTo>
                <a:lnTo>
                  <a:pt x="1120" y="346"/>
                </a:lnTo>
                <a:cubicBezTo>
                  <a:pt x="1120" y="347"/>
                  <a:pt x="1120" y="349"/>
                  <a:pt x="1119" y="349"/>
                </a:cubicBezTo>
                <a:cubicBezTo>
                  <a:pt x="1119" y="350"/>
                  <a:pt x="1118" y="351"/>
                  <a:pt x="1116" y="352"/>
                </a:cubicBezTo>
                <a:cubicBezTo>
                  <a:pt x="1115" y="353"/>
                  <a:pt x="1113" y="353"/>
                  <a:pt x="1110" y="353"/>
                </a:cubicBezTo>
                <a:cubicBezTo>
                  <a:pt x="1107" y="354"/>
                  <a:pt x="1104" y="354"/>
                  <a:pt x="1100" y="354"/>
                </a:cubicBezTo>
                <a:cubicBezTo>
                  <a:pt x="1095" y="354"/>
                  <a:pt x="1092" y="354"/>
                  <a:pt x="1089" y="353"/>
                </a:cubicBezTo>
                <a:cubicBezTo>
                  <a:pt x="1087" y="353"/>
                  <a:pt x="1085" y="353"/>
                  <a:pt x="1083" y="352"/>
                </a:cubicBezTo>
                <a:cubicBezTo>
                  <a:pt x="1082" y="351"/>
                  <a:pt x="1080" y="350"/>
                  <a:pt x="1080" y="349"/>
                </a:cubicBezTo>
                <a:cubicBezTo>
                  <a:pt x="1079" y="349"/>
                  <a:pt x="1079" y="347"/>
                  <a:pt x="1079" y="346"/>
                </a:cubicBezTo>
                <a:lnTo>
                  <a:pt x="1079" y="8"/>
                </a:lnTo>
                <a:cubicBezTo>
                  <a:pt x="1079" y="7"/>
                  <a:pt x="1079" y="6"/>
                  <a:pt x="1080" y="5"/>
                </a:cubicBezTo>
                <a:cubicBezTo>
                  <a:pt x="1080" y="4"/>
                  <a:pt x="1082" y="3"/>
                  <a:pt x="1083" y="2"/>
                </a:cubicBezTo>
                <a:cubicBezTo>
                  <a:pt x="1085" y="1"/>
                  <a:pt x="1087" y="1"/>
                  <a:pt x="1089" y="1"/>
                </a:cubicBezTo>
                <a:cubicBezTo>
                  <a:pt x="1092" y="0"/>
                  <a:pt x="1095" y="0"/>
                  <a:pt x="1100" y="0"/>
                </a:cubicBezTo>
                <a:close/>
              </a:path>
            </a:pathLst>
          </a:custGeom>
          <a:solidFill>
            <a:srgbClr val="000000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21" name=""/>
          <p:cNvSpPr/>
          <p:nvPr/>
        </p:nvSpPr>
        <p:spPr>
          <a:xfrm>
            <a:off x="5128560" y="5866200"/>
            <a:ext cx="44640" cy="12960"/>
          </a:xfrm>
          <a:custGeom>
            <a:avLst/>
            <a:gdLst/>
            <a:ahLst/>
            <a:rect l="0" t="0" r="r" b="b"/>
            <a:pathLst>
              <a:path w="124" h="36">
                <a:moveTo>
                  <a:pt x="9" y="0"/>
                </a:moveTo>
                <a:lnTo>
                  <a:pt x="115" y="0"/>
                </a:lnTo>
                <a:cubicBezTo>
                  <a:pt x="117" y="0"/>
                  <a:pt x="118" y="0"/>
                  <a:pt x="119" y="1"/>
                </a:cubicBezTo>
                <a:cubicBezTo>
                  <a:pt x="120" y="1"/>
                  <a:pt x="121" y="2"/>
                  <a:pt x="122" y="4"/>
                </a:cubicBezTo>
                <a:cubicBezTo>
                  <a:pt x="122" y="5"/>
                  <a:pt x="123" y="7"/>
                  <a:pt x="123" y="10"/>
                </a:cubicBezTo>
                <a:cubicBezTo>
                  <a:pt x="124" y="12"/>
                  <a:pt x="124" y="15"/>
                  <a:pt x="124" y="18"/>
                </a:cubicBezTo>
                <a:cubicBezTo>
                  <a:pt x="124" y="25"/>
                  <a:pt x="123" y="29"/>
                  <a:pt x="122" y="32"/>
                </a:cubicBezTo>
                <a:cubicBezTo>
                  <a:pt x="120" y="34"/>
                  <a:pt x="118" y="36"/>
                  <a:pt x="115" y="36"/>
                </a:cubicBezTo>
                <a:lnTo>
                  <a:pt x="9" y="36"/>
                </a:lnTo>
                <a:cubicBezTo>
                  <a:pt x="6" y="36"/>
                  <a:pt x="4" y="34"/>
                  <a:pt x="2" y="32"/>
                </a:cubicBezTo>
                <a:cubicBezTo>
                  <a:pt x="0" y="29"/>
                  <a:pt x="0" y="25"/>
                  <a:pt x="0" y="18"/>
                </a:cubicBezTo>
                <a:cubicBezTo>
                  <a:pt x="0" y="12"/>
                  <a:pt x="0" y="7"/>
                  <a:pt x="2" y="4"/>
                </a:cubicBezTo>
                <a:cubicBezTo>
                  <a:pt x="4" y="1"/>
                  <a:pt x="6" y="0"/>
                  <a:pt x="9" y="0"/>
                </a:cubicBezTo>
                <a:close/>
              </a:path>
            </a:pathLst>
          </a:custGeom>
          <a:solidFill>
            <a:srgbClr val="000000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22" name=""/>
          <p:cNvSpPr/>
          <p:nvPr/>
        </p:nvSpPr>
        <p:spPr>
          <a:xfrm>
            <a:off x="5236920" y="5791680"/>
            <a:ext cx="2241720" cy="160200"/>
          </a:xfrm>
          <a:custGeom>
            <a:avLst/>
            <a:gdLst/>
            <a:ahLst/>
            <a:rect l="0" t="0" r="r" b="b"/>
            <a:pathLst>
              <a:path w="6227" h="445">
                <a:moveTo>
                  <a:pt x="795" y="336"/>
                </a:moveTo>
                <a:cubicBezTo>
                  <a:pt x="790" y="341"/>
                  <a:pt x="786" y="345"/>
                  <a:pt x="782" y="348"/>
                </a:cubicBezTo>
                <a:cubicBezTo>
                  <a:pt x="779" y="352"/>
                  <a:pt x="776" y="356"/>
                  <a:pt x="774" y="359"/>
                </a:cubicBezTo>
                <a:cubicBezTo>
                  <a:pt x="772" y="363"/>
                  <a:pt x="770" y="366"/>
                  <a:pt x="770" y="369"/>
                </a:cubicBezTo>
                <a:cubicBezTo>
                  <a:pt x="769" y="373"/>
                  <a:pt x="769" y="376"/>
                  <a:pt x="769" y="380"/>
                </a:cubicBezTo>
                <a:cubicBezTo>
                  <a:pt x="769" y="391"/>
                  <a:pt x="774" y="399"/>
                  <a:pt x="785" y="405"/>
                </a:cubicBezTo>
                <a:cubicBezTo>
                  <a:pt x="796" y="410"/>
                  <a:pt x="812" y="413"/>
                  <a:pt x="831" y="413"/>
                </a:cubicBezTo>
                <a:cubicBezTo>
                  <a:pt x="844" y="413"/>
                  <a:pt x="855" y="412"/>
                  <a:pt x="863" y="409"/>
                </a:cubicBezTo>
                <a:cubicBezTo>
                  <a:pt x="872" y="407"/>
                  <a:pt x="878" y="404"/>
                  <a:pt x="884" y="400"/>
                </a:cubicBezTo>
                <a:cubicBezTo>
                  <a:pt x="889" y="396"/>
                  <a:pt x="893" y="391"/>
                  <a:pt x="895" y="386"/>
                </a:cubicBezTo>
                <a:cubicBezTo>
                  <a:pt x="897" y="381"/>
                  <a:pt x="899" y="375"/>
                  <a:pt x="899" y="369"/>
                </a:cubicBezTo>
                <a:cubicBezTo>
                  <a:pt x="899" y="360"/>
                  <a:pt x="894" y="352"/>
                  <a:pt x="887" y="347"/>
                </a:cubicBezTo>
                <a:cubicBezTo>
                  <a:pt x="878" y="342"/>
                  <a:pt x="868" y="339"/>
                  <a:pt x="854" y="338"/>
                </a:cubicBezTo>
                <a:lnTo>
                  <a:pt x="795" y="336"/>
                </a:lnTo>
                <a:moveTo>
                  <a:pt x="5776" y="243"/>
                </a:moveTo>
                <a:cubicBezTo>
                  <a:pt x="5764" y="243"/>
                  <a:pt x="5754" y="244"/>
                  <a:pt x="5746" y="246"/>
                </a:cubicBezTo>
                <a:cubicBezTo>
                  <a:pt x="5738" y="248"/>
                  <a:pt x="5730" y="251"/>
                  <a:pt x="5725" y="254"/>
                </a:cubicBezTo>
                <a:cubicBezTo>
                  <a:pt x="5719" y="258"/>
                  <a:pt x="5715" y="263"/>
                  <a:pt x="5713" y="268"/>
                </a:cubicBezTo>
                <a:cubicBezTo>
                  <a:pt x="5710" y="273"/>
                  <a:pt x="5709" y="279"/>
                  <a:pt x="5709" y="286"/>
                </a:cubicBezTo>
                <a:cubicBezTo>
                  <a:pt x="5709" y="298"/>
                  <a:pt x="5712" y="308"/>
                  <a:pt x="5720" y="315"/>
                </a:cubicBezTo>
                <a:cubicBezTo>
                  <a:pt x="5727" y="321"/>
                  <a:pt x="5738" y="325"/>
                  <a:pt x="5751" y="325"/>
                </a:cubicBezTo>
                <a:cubicBezTo>
                  <a:pt x="5762" y="325"/>
                  <a:pt x="5772" y="322"/>
                  <a:pt x="5782" y="317"/>
                </a:cubicBezTo>
                <a:cubicBezTo>
                  <a:pt x="5791" y="311"/>
                  <a:pt x="5801" y="303"/>
                  <a:pt x="5811" y="291"/>
                </a:cubicBezTo>
                <a:lnTo>
                  <a:pt x="5811" y="243"/>
                </a:lnTo>
                <a:lnTo>
                  <a:pt x="5776" y="243"/>
                </a:lnTo>
                <a:moveTo>
                  <a:pt x="1729" y="243"/>
                </a:moveTo>
                <a:cubicBezTo>
                  <a:pt x="1717" y="243"/>
                  <a:pt x="1707" y="244"/>
                  <a:pt x="1699" y="246"/>
                </a:cubicBezTo>
                <a:cubicBezTo>
                  <a:pt x="1690" y="248"/>
                  <a:pt x="1683" y="251"/>
                  <a:pt x="1678" y="254"/>
                </a:cubicBezTo>
                <a:cubicBezTo>
                  <a:pt x="1672" y="258"/>
                  <a:pt x="1668" y="263"/>
                  <a:pt x="1666" y="268"/>
                </a:cubicBezTo>
                <a:cubicBezTo>
                  <a:pt x="1663" y="273"/>
                  <a:pt x="1662" y="279"/>
                  <a:pt x="1662" y="286"/>
                </a:cubicBezTo>
                <a:cubicBezTo>
                  <a:pt x="1662" y="298"/>
                  <a:pt x="1665" y="308"/>
                  <a:pt x="1673" y="315"/>
                </a:cubicBezTo>
                <a:cubicBezTo>
                  <a:pt x="1680" y="321"/>
                  <a:pt x="1691" y="325"/>
                  <a:pt x="1704" y="325"/>
                </a:cubicBezTo>
                <a:cubicBezTo>
                  <a:pt x="1715" y="325"/>
                  <a:pt x="1725" y="322"/>
                  <a:pt x="1735" y="317"/>
                </a:cubicBezTo>
                <a:cubicBezTo>
                  <a:pt x="1744" y="311"/>
                  <a:pt x="1754" y="303"/>
                  <a:pt x="1764" y="291"/>
                </a:cubicBezTo>
                <a:lnTo>
                  <a:pt x="1764" y="243"/>
                </a:lnTo>
                <a:lnTo>
                  <a:pt x="1729" y="243"/>
                </a:lnTo>
                <a:moveTo>
                  <a:pt x="314" y="243"/>
                </a:moveTo>
                <a:cubicBezTo>
                  <a:pt x="302" y="243"/>
                  <a:pt x="292" y="244"/>
                  <a:pt x="284" y="246"/>
                </a:cubicBezTo>
                <a:cubicBezTo>
                  <a:pt x="276" y="248"/>
                  <a:pt x="268" y="251"/>
                  <a:pt x="263" y="254"/>
                </a:cubicBezTo>
                <a:cubicBezTo>
                  <a:pt x="257" y="258"/>
                  <a:pt x="253" y="263"/>
                  <a:pt x="251" y="268"/>
                </a:cubicBezTo>
                <a:cubicBezTo>
                  <a:pt x="248" y="273"/>
                  <a:pt x="247" y="279"/>
                  <a:pt x="247" y="286"/>
                </a:cubicBezTo>
                <a:cubicBezTo>
                  <a:pt x="247" y="298"/>
                  <a:pt x="250" y="308"/>
                  <a:pt x="258" y="315"/>
                </a:cubicBezTo>
                <a:cubicBezTo>
                  <a:pt x="265" y="321"/>
                  <a:pt x="276" y="325"/>
                  <a:pt x="289" y="325"/>
                </a:cubicBezTo>
                <a:cubicBezTo>
                  <a:pt x="300" y="325"/>
                  <a:pt x="310" y="322"/>
                  <a:pt x="320" y="317"/>
                </a:cubicBezTo>
                <a:cubicBezTo>
                  <a:pt x="329" y="311"/>
                  <a:pt x="339" y="303"/>
                  <a:pt x="349" y="291"/>
                </a:cubicBezTo>
                <a:lnTo>
                  <a:pt x="349" y="243"/>
                </a:lnTo>
                <a:lnTo>
                  <a:pt x="314" y="243"/>
                </a:lnTo>
                <a:moveTo>
                  <a:pt x="5520" y="144"/>
                </a:moveTo>
                <a:cubicBezTo>
                  <a:pt x="5515" y="144"/>
                  <a:pt x="5509" y="145"/>
                  <a:pt x="5504" y="146"/>
                </a:cubicBezTo>
                <a:cubicBezTo>
                  <a:pt x="5499" y="148"/>
                  <a:pt x="5493" y="150"/>
                  <a:pt x="5488" y="154"/>
                </a:cubicBezTo>
                <a:cubicBezTo>
                  <a:pt x="5482" y="157"/>
                  <a:pt x="5477" y="162"/>
                  <a:pt x="5471" y="167"/>
                </a:cubicBezTo>
                <a:cubicBezTo>
                  <a:pt x="5465" y="173"/>
                  <a:pt x="5459" y="180"/>
                  <a:pt x="5452" y="188"/>
                </a:cubicBezTo>
                <a:lnTo>
                  <a:pt x="5452" y="279"/>
                </a:lnTo>
                <a:cubicBezTo>
                  <a:pt x="5464" y="293"/>
                  <a:pt x="5475" y="303"/>
                  <a:pt x="5485" y="311"/>
                </a:cubicBezTo>
                <a:cubicBezTo>
                  <a:pt x="5495" y="318"/>
                  <a:pt x="5506" y="322"/>
                  <a:pt x="5517" y="322"/>
                </a:cubicBezTo>
                <a:cubicBezTo>
                  <a:pt x="5528" y="322"/>
                  <a:pt x="5537" y="319"/>
                  <a:pt x="5545" y="314"/>
                </a:cubicBezTo>
                <a:cubicBezTo>
                  <a:pt x="5552" y="309"/>
                  <a:pt x="5558" y="302"/>
                  <a:pt x="5563" y="294"/>
                </a:cubicBezTo>
                <a:cubicBezTo>
                  <a:pt x="5567" y="286"/>
                  <a:pt x="5571" y="276"/>
                  <a:pt x="5573" y="266"/>
                </a:cubicBezTo>
                <a:cubicBezTo>
                  <a:pt x="5575" y="255"/>
                  <a:pt x="5576" y="245"/>
                  <a:pt x="5576" y="234"/>
                </a:cubicBezTo>
                <a:cubicBezTo>
                  <a:pt x="5576" y="223"/>
                  <a:pt x="5575" y="211"/>
                  <a:pt x="5573" y="201"/>
                </a:cubicBezTo>
                <a:cubicBezTo>
                  <a:pt x="5572" y="190"/>
                  <a:pt x="5569" y="180"/>
                  <a:pt x="5564" y="172"/>
                </a:cubicBezTo>
                <a:cubicBezTo>
                  <a:pt x="5560" y="163"/>
                  <a:pt x="5554" y="157"/>
                  <a:pt x="5547" y="151"/>
                </a:cubicBezTo>
                <a:cubicBezTo>
                  <a:pt x="5540" y="146"/>
                  <a:pt x="5531" y="144"/>
                  <a:pt x="5520" y="144"/>
                </a:cubicBezTo>
                <a:moveTo>
                  <a:pt x="4880" y="144"/>
                </a:moveTo>
                <a:cubicBezTo>
                  <a:pt x="4869" y="144"/>
                  <a:pt x="4860" y="146"/>
                  <a:pt x="4852" y="151"/>
                </a:cubicBezTo>
                <a:cubicBezTo>
                  <a:pt x="4845" y="157"/>
                  <a:pt x="4839" y="163"/>
                  <a:pt x="4834" y="171"/>
                </a:cubicBezTo>
                <a:cubicBezTo>
                  <a:pt x="4830" y="180"/>
                  <a:pt x="4827" y="189"/>
                  <a:pt x="4825" y="199"/>
                </a:cubicBezTo>
                <a:cubicBezTo>
                  <a:pt x="4822" y="210"/>
                  <a:pt x="4821" y="220"/>
                  <a:pt x="4821" y="231"/>
                </a:cubicBezTo>
                <a:cubicBezTo>
                  <a:pt x="4821" y="243"/>
                  <a:pt x="4822" y="254"/>
                  <a:pt x="4824" y="265"/>
                </a:cubicBezTo>
                <a:cubicBezTo>
                  <a:pt x="4826" y="276"/>
                  <a:pt x="4829" y="285"/>
                  <a:pt x="4833" y="294"/>
                </a:cubicBezTo>
                <a:cubicBezTo>
                  <a:pt x="4838" y="302"/>
                  <a:pt x="4843" y="309"/>
                  <a:pt x="4851" y="314"/>
                </a:cubicBezTo>
                <a:cubicBezTo>
                  <a:pt x="4858" y="319"/>
                  <a:pt x="4867" y="322"/>
                  <a:pt x="4878" y="322"/>
                </a:cubicBezTo>
                <a:cubicBezTo>
                  <a:pt x="4883" y="322"/>
                  <a:pt x="4889" y="321"/>
                  <a:pt x="4894" y="320"/>
                </a:cubicBezTo>
                <a:cubicBezTo>
                  <a:pt x="4899" y="318"/>
                  <a:pt x="4904" y="316"/>
                  <a:pt x="4910" y="312"/>
                </a:cubicBezTo>
                <a:cubicBezTo>
                  <a:pt x="4915" y="309"/>
                  <a:pt x="4920" y="304"/>
                  <a:pt x="4926" y="298"/>
                </a:cubicBezTo>
                <a:cubicBezTo>
                  <a:pt x="4932" y="293"/>
                  <a:pt x="4938" y="286"/>
                  <a:pt x="4945" y="278"/>
                </a:cubicBezTo>
                <a:lnTo>
                  <a:pt x="4945" y="187"/>
                </a:lnTo>
                <a:cubicBezTo>
                  <a:pt x="4934" y="173"/>
                  <a:pt x="4923" y="162"/>
                  <a:pt x="4912" y="155"/>
                </a:cubicBezTo>
                <a:cubicBezTo>
                  <a:pt x="4902" y="148"/>
                  <a:pt x="4891" y="144"/>
                  <a:pt x="4880" y="144"/>
                </a:cubicBezTo>
                <a:moveTo>
                  <a:pt x="4360" y="144"/>
                </a:moveTo>
                <a:cubicBezTo>
                  <a:pt x="4354" y="144"/>
                  <a:pt x="4349" y="145"/>
                  <a:pt x="4344" y="146"/>
                </a:cubicBezTo>
                <a:cubicBezTo>
                  <a:pt x="4338" y="148"/>
                  <a:pt x="4333" y="150"/>
                  <a:pt x="4328" y="154"/>
                </a:cubicBezTo>
                <a:cubicBezTo>
                  <a:pt x="4323" y="157"/>
                  <a:pt x="4317" y="162"/>
                  <a:pt x="4311" y="167"/>
                </a:cubicBezTo>
                <a:cubicBezTo>
                  <a:pt x="4305" y="173"/>
                  <a:pt x="4299" y="180"/>
                  <a:pt x="4292" y="188"/>
                </a:cubicBezTo>
                <a:lnTo>
                  <a:pt x="4292" y="279"/>
                </a:lnTo>
                <a:cubicBezTo>
                  <a:pt x="4304" y="293"/>
                  <a:pt x="4315" y="303"/>
                  <a:pt x="4325" y="311"/>
                </a:cubicBezTo>
                <a:cubicBezTo>
                  <a:pt x="4336" y="318"/>
                  <a:pt x="4347" y="322"/>
                  <a:pt x="4358" y="322"/>
                </a:cubicBezTo>
                <a:cubicBezTo>
                  <a:pt x="4368" y="322"/>
                  <a:pt x="4378" y="319"/>
                  <a:pt x="4385" y="314"/>
                </a:cubicBezTo>
                <a:cubicBezTo>
                  <a:pt x="4392" y="309"/>
                  <a:pt x="4398" y="302"/>
                  <a:pt x="4403" y="294"/>
                </a:cubicBezTo>
                <a:cubicBezTo>
                  <a:pt x="4408" y="286"/>
                  <a:pt x="4411" y="276"/>
                  <a:pt x="4413" y="266"/>
                </a:cubicBezTo>
                <a:cubicBezTo>
                  <a:pt x="4415" y="256"/>
                  <a:pt x="4416" y="245"/>
                  <a:pt x="4416" y="235"/>
                </a:cubicBezTo>
                <a:cubicBezTo>
                  <a:pt x="4416" y="223"/>
                  <a:pt x="4415" y="212"/>
                  <a:pt x="4414" y="201"/>
                </a:cubicBezTo>
                <a:cubicBezTo>
                  <a:pt x="4412" y="190"/>
                  <a:pt x="4409" y="180"/>
                  <a:pt x="4404" y="172"/>
                </a:cubicBezTo>
                <a:cubicBezTo>
                  <a:pt x="4400" y="163"/>
                  <a:pt x="4394" y="157"/>
                  <a:pt x="4387" y="152"/>
                </a:cubicBezTo>
                <a:cubicBezTo>
                  <a:pt x="4380" y="146"/>
                  <a:pt x="4371" y="144"/>
                  <a:pt x="4360" y="144"/>
                </a:cubicBezTo>
                <a:moveTo>
                  <a:pt x="2238" y="144"/>
                </a:moveTo>
                <a:cubicBezTo>
                  <a:pt x="2227" y="144"/>
                  <a:pt x="2218" y="146"/>
                  <a:pt x="2211" y="151"/>
                </a:cubicBezTo>
                <a:cubicBezTo>
                  <a:pt x="2203" y="157"/>
                  <a:pt x="2197" y="163"/>
                  <a:pt x="2193" y="171"/>
                </a:cubicBezTo>
                <a:cubicBezTo>
                  <a:pt x="2188" y="180"/>
                  <a:pt x="2185" y="189"/>
                  <a:pt x="2183" y="199"/>
                </a:cubicBezTo>
                <a:cubicBezTo>
                  <a:pt x="2181" y="210"/>
                  <a:pt x="2180" y="220"/>
                  <a:pt x="2180" y="231"/>
                </a:cubicBezTo>
                <a:cubicBezTo>
                  <a:pt x="2180" y="243"/>
                  <a:pt x="2180" y="254"/>
                  <a:pt x="2182" y="265"/>
                </a:cubicBezTo>
                <a:cubicBezTo>
                  <a:pt x="2184" y="276"/>
                  <a:pt x="2187" y="285"/>
                  <a:pt x="2191" y="294"/>
                </a:cubicBezTo>
                <a:cubicBezTo>
                  <a:pt x="2196" y="302"/>
                  <a:pt x="2202" y="309"/>
                  <a:pt x="2209" y="314"/>
                </a:cubicBezTo>
                <a:cubicBezTo>
                  <a:pt x="2216" y="319"/>
                  <a:pt x="2225" y="322"/>
                  <a:pt x="2236" y="322"/>
                </a:cubicBezTo>
                <a:cubicBezTo>
                  <a:pt x="2242" y="322"/>
                  <a:pt x="2247" y="321"/>
                  <a:pt x="2252" y="320"/>
                </a:cubicBezTo>
                <a:cubicBezTo>
                  <a:pt x="2257" y="318"/>
                  <a:pt x="2263" y="316"/>
                  <a:pt x="2268" y="312"/>
                </a:cubicBezTo>
                <a:cubicBezTo>
                  <a:pt x="2273" y="309"/>
                  <a:pt x="2279" y="304"/>
                  <a:pt x="2285" y="298"/>
                </a:cubicBezTo>
                <a:cubicBezTo>
                  <a:pt x="2291" y="293"/>
                  <a:pt x="2297" y="286"/>
                  <a:pt x="2304" y="278"/>
                </a:cubicBezTo>
                <a:lnTo>
                  <a:pt x="2304" y="187"/>
                </a:lnTo>
                <a:cubicBezTo>
                  <a:pt x="2292" y="173"/>
                  <a:pt x="2281" y="162"/>
                  <a:pt x="2271" y="155"/>
                </a:cubicBezTo>
                <a:cubicBezTo>
                  <a:pt x="2260" y="148"/>
                  <a:pt x="2249" y="144"/>
                  <a:pt x="2238" y="144"/>
                </a:cubicBezTo>
                <a:moveTo>
                  <a:pt x="4620" y="143"/>
                </a:moveTo>
                <a:cubicBezTo>
                  <a:pt x="4608" y="143"/>
                  <a:pt x="4597" y="145"/>
                  <a:pt x="4588" y="149"/>
                </a:cubicBezTo>
                <a:cubicBezTo>
                  <a:pt x="4579" y="154"/>
                  <a:pt x="4572" y="160"/>
                  <a:pt x="4566" y="168"/>
                </a:cubicBezTo>
                <a:cubicBezTo>
                  <a:pt x="4560" y="176"/>
                  <a:pt x="4556" y="185"/>
                  <a:pt x="4553" y="196"/>
                </a:cubicBezTo>
                <a:cubicBezTo>
                  <a:pt x="4550" y="207"/>
                  <a:pt x="4549" y="219"/>
                  <a:pt x="4549" y="232"/>
                </a:cubicBezTo>
                <a:cubicBezTo>
                  <a:pt x="4549" y="245"/>
                  <a:pt x="4550" y="256"/>
                  <a:pt x="4552" y="267"/>
                </a:cubicBezTo>
                <a:cubicBezTo>
                  <a:pt x="4555" y="278"/>
                  <a:pt x="4559" y="288"/>
                  <a:pt x="4564" y="296"/>
                </a:cubicBezTo>
                <a:cubicBezTo>
                  <a:pt x="4569" y="304"/>
                  <a:pt x="4576" y="310"/>
                  <a:pt x="4585" y="315"/>
                </a:cubicBezTo>
                <a:cubicBezTo>
                  <a:pt x="4594" y="320"/>
                  <a:pt x="4605" y="322"/>
                  <a:pt x="4619" y="322"/>
                </a:cubicBezTo>
                <a:cubicBezTo>
                  <a:pt x="4631" y="322"/>
                  <a:pt x="4642" y="320"/>
                  <a:pt x="4651" y="316"/>
                </a:cubicBezTo>
                <a:cubicBezTo>
                  <a:pt x="4659" y="312"/>
                  <a:pt x="4667" y="305"/>
                  <a:pt x="4673" y="297"/>
                </a:cubicBezTo>
                <a:cubicBezTo>
                  <a:pt x="4678" y="290"/>
                  <a:pt x="4683" y="280"/>
                  <a:pt x="4686" y="269"/>
                </a:cubicBezTo>
                <a:cubicBezTo>
                  <a:pt x="4688" y="258"/>
                  <a:pt x="4689" y="246"/>
                  <a:pt x="4689" y="233"/>
                </a:cubicBezTo>
                <a:cubicBezTo>
                  <a:pt x="4689" y="221"/>
                  <a:pt x="4688" y="209"/>
                  <a:pt x="4686" y="198"/>
                </a:cubicBezTo>
                <a:cubicBezTo>
                  <a:pt x="4684" y="187"/>
                  <a:pt x="4680" y="178"/>
                  <a:pt x="4675" y="170"/>
                </a:cubicBezTo>
                <a:cubicBezTo>
                  <a:pt x="4670" y="161"/>
                  <a:pt x="4662" y="155"/>
                  <a:pt x="4653" y="150"/>
                </a:cubicBezTo>
                <a:cubicBezTo>
                  <a:pt x="4644" y="145"/>
                  <a:pt x="4633" y="143"/>
                  <a:pt x="4620" y="143"/>
                </a:cubicBezTo>
                <a:moveTo>
                  <a:pt x="3193" y="143"/>
                </a:moveTo>
                <a:cubicBezTo>
                  <a:pt x="3181" y="143"/>
                  <a:pt x="3170" y="145"/>
                  <a:pt x="3161" y="149"/>
                </a:cubicBezTo>
                <a:cubicBezTo>
                  <a:pt x="3152" y="154"/>
                  <a:pt x="3145" y="160"/>
                  <a:pt x="3139" y="168"/>
                </a:cubicBezTo>
                <a:cubicBezTo>
                  <a:pt x="3133" y="176"/>
                  <a:pt x="3129" y="185"/>
                  <a:pt x="3126" y="196"/>
                </a:cubicBezTo>
                <a:cubicBezTo>
                  <a:pt x="3123" y="207"/>
                  <a:pt x="3122" y="219"/>
                  <a:pt x="3122" y="232"/>
                </a:cubicBezTo>
                <a:cubicBezTo>
                  <a:pt x="3122" y="245"/>
                  <a:pt x="3123" y="256"/>
                  <a:pt x="3126" y="267"/>
                </a:cubicBezTo>
                <a:cubicBezTo>
                  <a:pt x="3128" y="278"/>
                  <a:pt x="3132" y="288"/>
                  <a:pt x="3137" y="296"/>
                </a:cubicBezTo>
                <a:cubicBezTo>
                  <a:pt x="3142" y="304"/>
                  <a:pt x="3150" y="310"/>
                  <a:pt x="3159" y="315"/>
                </a:cubicBezTo>
                <a:cubicBezTo>
                  <a:pt x="3168" y="320"/>
                  <a:pt x="3179" y="322"/>
                  <a:pt x="3192" y="322"/>
                </a:cubicBezTo>
                <a:cubicBezTo>
                  <a:pt x="3204" y="322"/>
                  <a:pt x="3215" y="320"/>
                  <a:pt x="3224" y="316"/>
                </a:cubicBezTo>
                <a:cubicBezTo>
                  <a:pt x="3233" y="312"/>
                  <a:pt x="3240" y="305"/>
                  <a:pt x="3246" y="297"/>
                </a:cubicBezTo>
                <a:cubicBezTo>
                  <a:pt x="3252" y="290"/>
                  <a:pt x="3256" y="280"/>
                  <a:pt x="3259" y="269"/>
                </a:cubicBezTo>
                <a:cubicBezTo>
                  <a:pt x="3262" y="258"/>
                  <a:pt x="3263" y="246"/>
                  <a:pt x="3263" y="233"/>
                </a:cubicBezTo>
                <a:cubicBezTo>
                  <a:pt x="3263" y="221"/>
                  <a:pt x="3262" y="209"/>
                  <a:pt x="3260" y="198"/>
                </a:cubicBezTo>
                <a:cubicBezTo>
                  <a:pt x="3257" y="187"/>
                  <a:pt x="3253" y="178"/>
                  <a:pt x="3248" y="170"/>
                </a:cubicBezTo>
                <a:cubicBezTo>
                  <a:pt x="3243" y="161"/>
                  <a:pt x="3236" y="155"/>
                  <a:pt x="3227" y="150"/>
                </a:cubicBezTo>
                <a:cubicBezTo>
                  <a:pt x="3218" y="145"/>
                  <a:pt x="3207" y="143"/>
                  <a:pt x="3193" y="143"/>
                </a:cubicBezTo>
                <a:moveTo>
                  <a:pt x="3695" y="141"/>
                </a:moveTo>
                <a:cubicBezTo>
                  <a:pt x="3684" y="141"/>
                  <a:pt x="3675" y="143"/>
                  <a:pt x="3667" y="146"/>
                </a:cubicBezTo>
                <a:cubicBezTo>
                  <a:pt x="3660" y="150"/>
                  <a:pt x="3653" y="155"/>
                  <a:pt x="3648" y="162"/>
                </a:cubicBezTo>
                <a:cubicBezTo>
                  <a:pt x="3643" y="168"/>
                  <a:pt x="3638" y="176"/>
                  <a:pt x="3636" y="184"/>
                </a:cubicBezTo>
                <a:cubicBezTo>
                  <a:pt x="3633" y="193"/>
                  <a:pt x="3631" y="201"/>
                  <a:pt x="3631" y="211"/>
                </a:cubicBezTo>
                <a:lnTo>
                  <a:pt x="3755" y="211"/>
                </a:lnTo>
                <a:cubicBezTo>
                  <a:pt x="3755" y="189"/>
                  <a:pt x="3750" y="172"/>
                  <a:pt x="3740" y="159"/>
                </a:cubicBezTo>
                <a:cubicBezTo>
                  <a:pt x="3730" y="147"/>
                  <a:pt x="3715" y="141"/>
                  <a:pt x="3695" y="141"/>
                </a:cubicBezTo>
                <a:moveTo>
                  <a:pt x="1358" y="141"/>
                </a:moveTo>
                <a:cubicBezTo>
                  <a:pt x="1348" y="141"/>
                  <a:pt x="1338" y="143"/>
                  <a:pt x="1331" y="146"/>
                </a:cubicBezTo>
                <a:cubicBezTo>
                  <a:pt x="1323" y="150"/>
                  <a:pt x="1317" y="155"/>
                  <a:pt x="1311" y="162"/>
                </a:cubicBezTo>
                <a:cubicBezTo>
                  <a:pt x="1306" y="168"/>
                  <a:pt x="1302" y="176"/>
                  <a:pt x="1299" y="184"/>
                </a:cubicBezTo>
                <a:cubicBezTo>
                  <a:pt x="1296" y="193"/>
                  <a:pt x="1295" y="201"/>
                  <a:pt x="1294" y="211"/>
                </a:cubicBezTo>
                <a:lnTo>
                  <a:pt x="1418" y="211"/>
                </a:lnTo>
                <a:cubicBezTo>
                  <a:pt x="1418" y="189"/>
                  <a:pt x="1414" y="172"/>
                  <a:pt x="1403" y="159"/>
                </a:cubicBezTo>
                <a:cubicBezTo>
                  <a:pt x="1393" y="147"/>
                  <a:pt x="1378" y="141"/>
                  <a:pt x="1358" y="141"/>
                </a:cubicBezTo>
                <a:moveTo>
                  <a:pt x="829" y="140"/>
                </a:moveTo>
                <a:cubicBezTo>
                  <a:pt x="821" y="140"/>
                  <a:pt x="814" y="142"/>
                  <a:pt x="808" y="144"/>
                </a:cubicBezTo>
                <a:cubicBezTo>
                  <a:pt x="802" y="147"/>
                  <a:pt x="797" y="151"/>
                  <a:pt x="793" y="156"/>
                </a:cubicBezTo>
                <a:cubicBezTo>
                  <a:pt x="789" y="160"/>
                  <a:pt x="786" y="166"/>
                  <a:pt x="784" y="172"/>
                </a:cubicBezTo>
                <a:cubicBezTo>
                  <a:pt x="782" y="178"/>
                  <a:pt x="781" y="184"/>
                  <a:pt x="781" y="191"/>
                </a:cubicBezTo>
                <a:cubicBezTo>
                  <a:pt x="781" y="206"/>
                  <a:pt x="785" y="218"/>
                  <a:pt x="794" y="226"/>
                </a:cubicBezTo>
                <a:cubicBezTo>
                  <a:pt x="802" y="235"/>
                  <a:pt x="814" y="239"/>
                  <a:pt x="829" y="239"/>
                </a:cubicBezTo>
                <a:cubicBezTo>
                  <a:pt x="837" y="239"/>
                  <a:pt x="845" y="238"/>
                  <a:pt x="851" y="235"/>
                </a:cubicBezTo>
                <a:cubicBezTo>
                  <a:pt x="857" y="233"/>
                  <a:pt x="862" y="229"/>
                  <a:pt x="866" y="224"/>
                </a:cubicBezTo>
                <a:cubicBezTo>
                  <a:pt x="870" y="220"/>
                  <a:pt x="873" y="215"/>
                  <a:pt x="875" y="208"/>
                </a:cubicBezTo>
                <a:cubicBezTo>
                  <a:pt x="877" y="202"/>
                  <a:pt x="877" y="196"/>
                  <a:pt x="877" y="190"/>
                </a:cubicBezTo>
                <a:cubicBezTo>
                  <a:pt x="877" y="174"/>
                  <a:pt x="873" y="162"/>
                  <a:pt x="865" y="153"/>
                </a:cubicBezTo>
                <a:cubicBezTo>
                  <a:pt x="856" y="145"/>
                  <a:pt x="844" y="140"/>
                  <a:pt x="829" y="140"/>
                </a:cubicBezTo>
                <a:moveTo>
                  <a:pt x="5054" y="112"/>
                </a:moveTo>
                <a:cubicBezTo>
                  <a:pt x="5059" y="112"/>
                  <a:pt x="5063" y="112"/>
                  <a:pt x="5066" y="112"/>
                </a:cubicBezTo>
                <a:cubicBezTo>
                  <a:pt x="5069" y="112"/>
                  <a:pt x="5071" y="113"/>
                  <a:pt x="5073" y="113"/>
                </a:cubicBezTo>
                <a:cubicBezTo>
                  <a:pt x="5074" y="114"/>
                  <a:pt x="5076" y="115"/>
                  <a:pt x="5076" y="116"/>
                </a:cubicBezTo>
                <a:cubicBezTo>
                  <a:pt x="5077" y="118"/>
                  <a:pt x="5078" y="119"/>
                  <a:pt x="5079" y="121"/>
                </a:cubicBezTo>
                <a:lnTo>
                  <a:pt x="5144" y="304"/>
                </a:lnTo>
                <a:lnTo>
                  <a:pt x="5207" y="120"/>
                </a:lnTo>
                <a:cubicBezTo>
                  <a:pt x="5208" y="117"/>
                  <a:pt x="5209" y="115"/>
                  <a:pt x="5210" y="114"/>
                </a:cubicBezTo>
                <a:cubicBezTo>
                  <a:pt x="5212" y="113"/>
                  <a:pt x="5214" y="113"/>
                  <a:pt x="5217" y="112"/>
                </a:cubicBezTo>
                <a:cubicBezTo>
                  <a:pt x="5220" y="112"/>
                  <a:pt x="5224" y="112"/>
                  <a:pt x="5230" y="112"/>
                </a:cubicBezTo>
                <a:cubicBezTo>
                  <a:pt x="5234" y="112"/>
                  <a:pt x="5238" y="112"/>
                  <a:pt x="5241" y="112"/>
                </a:cubicBezTo>
                <a:cubicBezTo>
                  <a:pt x="5244" y="113"/>
                  <a:pt x="5246" y="113"/>
                  <a:pt x="5248" y="115"/>
                </a:cubicBezTo>
                <a:cubicBezTo>
                  <a:pt x="5249" y="116"/>
                  <a:pt x="5250" y="117"/>
                  <a:pt x="5250" y="119"/>
                </a:cubicBezTo>
                <a:cubicBezTo>
                  <a:pt x="5250" y="121"/>
                  <a:pt x="5249" y="124"/>
                  <a:pt x="5248" y="127"/>
                </a:cubicBezTo>
                <a:lnTo>
                  <a:pt x="5167" y="353"/>
                </a:lnTo>
                <a:lnTo>
                  <a:pt x="5137" y="436"/>
                </a:lnTo>
                <a:cubicBezTo>
                  <a:pt x="5136" y="439"/>
                  <a:pt x="5133" y="441"/>
                  <a:pt x="5129" y="442"/>
                </a:cubicBezTo>
                <a:cubicBezTo>
                  <a:pt x="5125" y="444"/>
                  <a:pt x="5118" y="445"/>
                  <a:pt x="5110" y="445"/>
                </a:cubicBezTo>
                <a:cubicBezTo>
                  <a:pt x="5106" y="445"/>
                  <a:pt x="5102" y="444"/>
                  <a:pt x="5099" y="444"/>
                </a:cubicBezTo>
                <a:cubicBezTo>
                  <a:pt x="5097" y="443"/>
                  <a:pt x="5095" y="443"/>
                  <a:pt x="5093" y="442"/>
                </a:cubicBezTo>
                <a:cubicBezTo>
                  <a:pt x="5092" y="441"/>
                  <a:pt x="5091" y="439"/>
                  <a:pt x="5091" y="438"/>
                </a:cubicBezTo>
                <a:cubicBezTo>
                  <a:pt x="5091" y="436"/>
                  <a:pt x="5091" y="434"/>
                  <a:pt x="5092" y="432"/>
                </a:cubicBezTo>
                <a:lnTo>
                  <a:pt x="5123" y="353"/>
                </a:lnTo>
                <a:cubicBezTo>
                  <a:pt x="5122" y="352"/>
                  <a:pt x="5121" y="351"/>
                  <a:pt x="5119" y="349"/>
                </a:cubicBezTo>
                <a:cubicBezTo>
                  <a:pt x="5118" y="348"/>
                  <a:pt x="5117" y="346"/>
                  <a:pt x="5116" y="345"/>
                </a:cubicBezTo>
                <a:lnTo>
                  <a:pt x="5035" y="128"/>
                </a:lnTo>
                <a:cubicBezTo>
                  <a:pt x="5034" y="124"/>
                  <a:pt x="5033" y="121"/>
                  <a:pt x="5033" y="119"/>
                </a:cubicBezTo>
                <a:cubicBezTo>
                  <a:pt x="5033" y="117"/>
                  <a:pt x="5034" y="116"/>
                  <a:pt x="5035" y="115"/>
                </a:cubicBezTo>
                <a:cubicBezTo>
                  <a:pt x="5037" y="113"/>
                  <a:pt x="5039" y="113"/>
                  <a:pt x="5042" y="112"/>
                </a:cubicBezTo>
                <a:cubicBezTo>
                  <a:pt x="5045" y="112"/>
                  <a:pt x="5049" y="112"/>
                  <a:pt x="5054" y="112"/>
                </a:cubicBezTo>
                <a:moveTo>
                  <a:pt x="2726" y="112"/>
                </a:moveTo>
                <a:cubicBezTo>
                  <a:pt x="2731" y="112"/>
                  <a:pt x="2735" y="112"/>
                  <a:pt x="2738" y="112"/>
                </a:cubicBezTo>
                <a:cubicBezTo>
                  <a:pt x="2741" y="112"/>
                  <a:pt x="2743" y="113"/>
                  <a:pt x="2744" y="113"/>
                </a:cubicBezTo>
                <a:cubicBezTo>
                  <a:pt x="2746" y="114"/>
                  <a:pt x="2747" y="115"/>
                  <a:pt x="2747" y="116"/>
                </a:cubicBezTo>
                <a:cubicBezTo>
                  <a:pt x="2748" y="117"/>
                  <a:pt x="2749" y="118"/>
                  <a:pt x="2749" y="120"/>
                </a:cubicBezTo>
                <a:lnTo>
                  <a:pt x="2804" y="307"/>
                </a:lnTo>
                <a:lnTo>
                  <a:pt x="2805" y="309"/>
                </a:lnTo>
                <a:lnTo>
                  <a:pt x="2805" y="307"/>
                </a:lnTo>
                <a:lnTo>
                  <a:pt x="2855" y="120"/>
                </a:lnTo>
                <a:cubicBezTo>
                  <a:pt x="2856" y="118"/>
                  <a:pt x="2856" y="117"/>
                  <a:pt x="2857" y="116"/>
                </a:cubicBezTo>
                <a:cubicBezTo>
                  <a:pt x="2857" y="115"/>
                  <a:pt x="2859" y="114"/>
                  <a:pt x="2860" y="113"/>
                </a:cubicBezTo>
                <a:cubicBezTo>
                  <a:pt x="2862" y="113"/>
                  <a:pt x="2864" y="112"/>
                  <a:pt x="2866" y="112"/>
                </a:cubicBezTo>
                <a:cubicBezTo>
                  <a:pt x="2869" y="112"/>
                  <a:pt x="2873" y="112"/>
                  <a:pt x="2876" y="112"/>
                </a:cubicBezTo>
                <a:cubicBezTo>
                  <a:pt x="2881" y="112"/>
                  <a:pt x="2884" y="112"/>
                  <a:pt x="2887" y="112"/>
                </a:cubicBezTo>
                <a:cubicBezTo>
                  <a:pt x="2889" y="112"/>
                  <a:pt x="2891" y="113"/>
                  <a:pt x="2893" y="113"/>
                </a:cubicBezTo>
                <a:cubicBezTo>
                  <a:pt x="2894" y="114"/>
                  <a:pt x="2896" y="115"/>
                  <a:pt x="2896" y="116"/>
                </a:cubicBezTo>
                <a:cubicBezTo>
                  <a:pt x="2897" y="117"/>
                  <a:pt x="2897" y="118"/>
                  <a:pt x="2898" y="119"/>
                </a:cubicBezTo>
                <a:lnTo>
                  <a:pt x="2952" y="307"/>
                </a:lnTo>
                <a:lnTo>
                  <a:pt x="2952" y="309"/>
                </a:lnTo>
                <a:lnTo>
                  <a:pt x="2953" y="307"/>
                </a:lnTo>
                <a:lnTo>
                  <a:pt x="3007" y="120"/>
                </a:lnTo>
                <a:cubicBezTo>
                  <a:pt x="3007" y="118"/>
                  <a:pt x="3007" y="117"/>
                  <a:pt x="3008" y="116"/>
                </a:cubicBezTo>
                <a:cubicBezTo>
                  <a:pt x="3009" y="115"/>
                  <a:pt x="3010" y="114"/>
                  <a:pt x="3012" y="113"/>
                </a:cubicBezTo>
                <a:cubicBezTo>
                  <a:pt x="3013" y="113"/>
                  <a:pt x="3015" y="112"/>
                  <a:pt x="3018" y="112"/>
                </a:cubicBezTo>
                <a:cubicBezTo>
                  <a:pt x="3021" y="112"/>
                  <a:pt x="3025" y="112"/>
                  <a:pt x="3029" y="112"/>
                </a:cubicBezTo>
                <a:cubicBezTo>
                  <a:pt x="3033" y="112"/>
                  <a:pt x="3036" y="112"/>
                  <a:pt x="3039" y="112"/>
                </a:cubicBezTo>
                <a:cubicBezTo>
                  <a:pt x="3041" y="112"/>
                  <a:pt x="3043" y="112"/>
                  <a:pt x="3044" y="113"/>
                </a:cubicBezTo>
                <a:cubicBezTo>
                  <a:pt x="3046" y="114"/>
                  <a:pt x="3047" y="115"/>
                  <a:pt x="3048" y="115"/>
                </a:cubicBezTo>
                <a:cubicBezTo>
                  <a:pt x="3048" y="116"/>
                  <a:pt x="3048" y="117"/>
                  <a:pt x="3048" y="119"/>
                </a:cubicBezTo>
                <a:cubicBezTo>
                  <a:pt x="3048" y="120"/>
                  <a:pt x="3048" y="122"/>
                  <a:pt x="3048" y="123"/>
                </a:cubicBezTo>
                <a:cubicBezTo>
                  <a:pt x="3048" y="125"/>
                  <a:pt x="3047" y="127"/>
                  <a:pt x="3046" y="130"/>
                </a:cubicBezTo>
                <a:lnTo>
                  <a:pt x="2979" y="345"/>
                </a:lnTo>
                <a:cubicBezTo>
                  <a:pt x="2979" y="347"/>
                  <a:pt x="2978" y="349"/>
                  <a:pt x="2977" y="350"/>
                </a:cubicBezTo>
                <a:cubicBezTo>
                  <a:pt x="2976" y="351"/>
                  <a:pt x="2974" y="352"/>
                  <a:pt x="2972" y="352"/>
                </a:cubicBezTo>
                <a:cubicBezTo>
                  <a:pt x="2970" y="353"/>
                  <a:pt x="2968" y="354"/>
                  <a:pt x="2964" y="354"/>
                </a:cubicBezTo>
                <a:cubicBezTo>
                  <a:pt x="2961" y="354"/>
                  <a:pt x="2957" y="354"/>
                  <a:pt x="2952" y="354"/>
                </a:cubicBezTo>
                <a:cubicBezTo>
                  <a:pt x="2947" y="354"/>
                  <a:pt x="2942" y="354"/>
                  <a:pt x="2939" y="354"/>
                </a:cubicBezTo>
                <a:cubicBezTo>
                  <a:pt x="2935" y="353"/>
                  <a:pt x="2932" y="353"/>
                  <a:pt x="2930" y="352"/>
                </a:cubicBezTo>
                <a:cubicBezTo>
                  <a:pt x="2928" y="352"/>
                  <a:pt x="2927" y="351"/>
                  <a:pt x="2926" y="349"/>
                </a:cubicBezTo>
                <a:cubicBezTo>
                  <a:pt x="2924" y="348"/>
                  <a:pt x="2924" y="347"/>
                  <a:pt x="2923" y="345"/>
                </a:cubicBezTo>
                <a:lnTo>
                  <a:pt x="2876" y="180"/>
                </a:lnTo>
                <a:lnTo>
                  <a:pt x="2875" y="178"/>
                </a:lnTo>
                <a:lnTo>
                  <a:pt x="2875" y="180"/>
                </a:lnTo>
                <a:lnTo>
                  <a:pt x="2831" y="345"/>
                </a:lnTo>
                <a:cubicBezTo>
                  <a:pt x="2830" y="347"/>
                  <a:pt x="2829" y="349"/>
                  <a:pt x="2828" y="350"/>
                </a:cubicBezTo>
                <a:cubicBezTo>
                  <a:pt x="2827" y="351"/>
                  <a:pt x="2825" y="352"/>
                  <a:pt x="2823" y="352"/>
                </a:cubicBezTo>
                <a:cubicBezTo>
                  <a:pt x="2821" y="353"/>
                  <a:pt x="2818" y="354"/>
                  <a:pt x="2815" y="354"/>
                </a:cubicBezTo>
                <a:cubicBezTo>
                  <a:pt x="2811" y="354"/>
                  <a:pt x="2807" y="354"/>
                  <a:pt x="2802" y="354"/>
                </a:cubicBezTo>
                <a:cubicBezTo>
                  <a:pt x="2797" y="354"/>
                  <a:pt x="2793" y="354"/>
                  <a:pt x="2789" y="354"/>
                </a:cubicBezTo>
                <a:cubicBezTo>
                  <a:pt x="2786" y="353"/>
                  <a:pt x="2783" y="353"/>
                  <a:pt x="2781" y="352"/>
                </a:cubicBezTo>
                <a:cubicBezTo>
                  <a:pt x="2779" y="352"/>
                  <a:pt x="2778" y="351"/>
                  <a:pt x="2777" y="349"/>
                </a:cubicBezTo>
                <a:cubicBezTo>
                  <a:pt x="2776" y="348"/>
                  <a:pt x="2775" y="347"/>
                  <a:pt x="2774" y="345"/>
                </a:cubicBezTo>
                <a:lnTo>
                  <a:pt x="2708" y="130"/>
                </a:lnTo>
                <a:cubicBezTo>
                  <a:pt x="2707" y="127"/>
                  <a:pt x="2706" y="125"/>
                  <a:pt x="2706" y="123"/>
                </a:cubicBezTo>
                <a:cubicBezTo>
                  <a:pt x="2706" y="122"/>
                  <a:pt x="2706" y="120"/>
                  <a:pt x="2706" y="119"/>
                </a:cubicBezTo>
                <a:cubicBezTo>
                  <a:pt x="2706" y="117"/>
                  <a:pt x="2706" y="116"/>
                  <a:pt x="2707" y="115"/>
                </a:cubicBezTo>
                <a:cubicBezTo>
                  <a:pt x="2708" y="114"/>
                  <a:pt x="2709" y="114"/>
                  <a:pt x="2710" y="113"/>
                </a:cubicBezTo>
                <a:cubicBezTo>
                  <a:pt x="2712" y="112"/>
                  <a:pt x="2714" y="112"/>
                  <a:pt x="2717" y="112"/>
                </a:cubicBezTo>
                <a:cubicBezTo>
                  <a:pt x="2719" y="112"/>
                  <a:pt x="2722" y="112"/>
                  <a:pt x="2726" y="112"/>
                </a:cubicBezTo>
                <a:moveTo>
                  <a:pt x="1014" y="112"/>
                </a:moveTo>
                <a:cubicBezTo>
                  <a:pt x="1018" y="112"/>
                  <a:pt x="1022" y="112"/>
                  <a:pt x="1025" y="112"/>
                </a:cubicBezTo>
                <a:cubicBezTo>
                  <a:pt x="1028" y="112"/>
                  <a:pt x="1030" y="113"/>
                  <a:pt x="1031" y="114"/>
                </a:cubicBezTo>
                <a:cubicBezTo>
                  <a:pt x="1033" y="114"/>
                  <a:pt x="1034" y="115"/>
                  <a:pt x="1035" y="116"/>
                </a:cubicBezTo>
                <a:cubicBezTo>
                  <a:pt x="1035" y="117"/>
                  <a:pt x="1036" y="118"/>
                  <a:pt x="1036" y="119"/>
                </a:cubicBezTo>
                <a:lnTo>
                  <a:pt x="1036" y="252"/>
                </a:lnTo>
                <a:cubicBezTo>
                  <a:pt x="1036" y="265"/>
                  <a:pt x="1037" y="275"/>
                  <a:pt x="1039" y="283"/>
                </a:cubicBezTo>
                <a:cubicBezTo>
                  <a:pt x="1041" y="291"/>
                  <a:pt x="1043" y="298"/>
                  <a:pt x="1048" y="304"/>
                </a:cubicBezTo>
                <a:cubicBezTo>
                  <a:pt x="1052" y="310"/>
                  <a:pt x="1057" y="314"/>
                  <a:pt x="1063" y="317"/>
                </a:cubicBezTo>
                <a:cubicBezTo>
                  <a:pt x="1069" y="320"/>
                  <a:pt x="1076" y="322"/>
                  <a:pt x="1084" y="322"/>
                </a:cubicBezTo>
                <a:cubicBezTo>
                  <a:pt x="1094" y="322"/>
                  <a:pt x="1104" y="318"/>
                  <a:pt x="1115" y="311"/>
                </a:cubicBezTo>
                <a:cubicBezTo>
                  <a:pt x="1125" y="303"/>
                  <a:pt x="1136" y="292"/>
                  <a:pt x="1148" y="278"/>
                </a:cubicBezTo>
                <a:lnTo>
                  <a:pt x="1148" y="119"/>
                </a:lnTo>
                <a:cubicBezTo>
                  <a:pt x="1148" y="118"/>
                  <a:pt x="1148" y="117"/>
                  <a:pt x="1149" y="116"/>
                </a:cubicBezTo>
                <a:cubicBezTo>
                  <a:pt x="1149" y="115"/>
                  <a:pt x="1150" y="114"/>
                  <a:pt x="1152" y="114"/>
                </a:cubicBezTo>
                <a:cubicBezTo>
                  <a:pt x="1154" y="113"/>
                  <a:pt x="1156" y="112"/>
                  <a:pt x="1158" y="112"/>
                </a:cubicBezTo>
                <a:cubicBezTo>
                  <a:pt x="1161" y="112"/>
                  <a:pt x="1164" y="112"/>
                  <a:pt x="1169" y="112"/>
                </a:cubicBezTo>
                <a:cubicBezTo>
                  <a:pt x="1173" y="112"/>
                  <a:pt x="1176" y="112"/>
                  <a:pt x="1179" y="112"/>
                </a:cubicBezTo>
                <a:cubicBezTo>
                  <a:pt x="1181" y="112"/>
                  <a:pt x="1184" y="113"/>
                  <a:pt x="1185" y="114"/>
                </a:cubicBezTo>
                <a:cubicBezTo>
                  <a:pt x="1187" y="114"/>
                  <a:pt x="1188" y="115"/>
                  <a:pt x="1188" y="116"/>
                </a:cubicBezTo>
                <a:cubicBezTo>
                  <a:pt x="1189" y="117"/>
                  <a:pt x="1190" y="118"/>
                  <a:pt x="1190" y="119"/>
                </a:cubicBezTo>
                <a:lnTo>
                  <a:pt x="1190" y="346"/>
                </a:lnTo>
                <a:cubicBezTo>
                  <a:pt x="1190" y="348"/>
                  <a:pt x="1190" y="349"/>
                  <a:pt x="1189" y="350"/>
                </a:cubicBezTo>
                <a:cubicBezTo>
                  <a:pt x="1188" y="351"/>
                  <a:pt x="1187" y="352"/>
                  <a:pt x="1186" y="352"/>
                </a:cubicBezTo>
                <a:cubicBezTo>
                  <a:pt x="1184" y="353"/>
                  <a:pt x="1182" y="353"/>
                  <a:pt x="1180" y="354"/>
                </a:cubicBezTo>
                <a:cubicBezTo>
                  <a:pt x="1177" y="354"/>
                  <a:pt x="1174" y="354"/>
                  <a:pt x="1171" y="354"/>
                </a:cubicBezTo>
                <a:cubicBezTo>
                  <a:pt x="1167" y="354"/>
                  <a:pt x="1164" y="354"/>
                  <a:pt x="1161" y="354"/>
                </a:cubicBezTo>
                <a:cubicBezTo>
                  <a:pt x="1159" y="353"/>
                  <a:pt x="1157" y="353"/>
                  <a:pt x="1156" y="352"/>
                </a:cubicBezTo>
                <a:cubicBezTo>
                  <a:pt x="1154" y="352"/>
                  <a:pt x="1153" y="351"/>
                  <a:pt x="1152" y="350"/>
                </a:cubicBezTo>
                <a:cubicBezTo>
                  <a:pt x="1152" y="349"/>
                  <a:pt x="1152" y="348"/>
                  <a:pt x="1152" y="346"/>
                </a:cubicBezTo>
                <a:lnTo>
                  <a:pt x="1152" y="316"/>
                </a:lnTo>
                <a:cubicBezTo>
                  <a:pt x="1139" y="331"/>
                  <a:pt x="1126" y="341"/>
                  <a:pt x="1114" y="348"/>
                </a:cubicBezTo>
                <a:cubicBezTo>
                  <a:pt x="1101" y="354"/>
                  <a:pt x="1088" y="358"/>
                  <a:pt x="1075" y="358"/>
                </a:cubicBezTo>
                <a:cubicBezTo>
                  <a:pt x="1060" y="358"/>
                  <a:pt x="1047" y="355"/>
                  <a:pt x="1037" y="350"/>
                </a:cubicBezTo>
                <a:cubicBezTo>
                  <a:pt x="1027" y="345"/>
                  <a:pt x="1017" y="338"/>
                  <a:pt x="1011" y="329"/>
                </a:cubicBezTo>
                <a:cubicBezTo>
                  <a:pt x="1004" y="321"/>
                  <a:pt x="1000" y="311"/>
                  <a:pt x="997" y="299"/>
                </a:cubicBezTo>
                <a:cubicBezTo>
                  <a:pt x="994" y="288"/>
                  <a:pt x="993" y="274"/>
                  <a:pt x="993" y="257"/>
                </a:cubicBezTo>
                <a:lnTo>
                  <a:pt x="993" y="119"/>
                </a:lnTo>
                <a:cubicBezTo>
                  <a:pt x="993" y="118"/>
                  <a:pt x="993" y="117"/>
                  <a:pt x="994" y="116"/>
                </a:cubicBezTo>
                <a:cubicBezTo>
                  <a:pt x="994" y="115"/>
                  <a:pt x="996" y="114"/>
                  <a:pt x="997" y="114"/>
                </a:cubicBezTo>
                <a:cubicBezTo>
                  <a:pt x="999" y="113"/>
                  <a:pt x="1001" y="112"/>
                  <a:pt x="1004" y="112"/>
                </a:cubicBezTo>
                <a:cubicBezTo>
                  <a:pt x="1006" y="112"/>
                  <a:pt x="1010" y="112"/>
                  <a:pt x="1014" y="112"/>
                </a:cubicBezTo>
                <a:moveTo>
                  <a:pt x="655" y="112"/>
                </a:moveTo>
                <a:cubicBezTo>
                  <a:pt x="659" y="112"/>
                  <a:pt x="663" y="112"/>
                  <a:pt x="665" y="112"/>
                </a:cubicBezTo>
                <a:cubicBezTo>
                  <a:pt x="668" y="112"/>
                  <a:pt x="670" y="113"/>
                  <a:pt x="672" y="114"/>
                </a:cubicBezTo>
                <a:cubicBezTo>
                  <a:pt x="673" y="114"/>
                  <a:pt x="674" y="115"/>
                  <a:pt x="675" y="116"/>
                </a:cubicBezTo>
                <a:cubicBezTo>
                  <a:pt x="676" y="117"/>
                  <a:pt x="676" y="118"/>
                  <a:pt x="676" y="119"/>
                </a:cubicBezTo>
                <a:lnTo>
                  <a:pt x="676" y="346"/>
                </a:lnTo>
                <a:cubicBezTo>
                  <a:pt x="676" y="348"/>
                  <a:pt x="676" y="349"/>
                  <a:pt x="675" y="350"/>
                </a:cubicBezTo>
                <a:cubicBezTo>
                  <a:pt x="674" y="351"/>
                  <a:pt x="673" y="352"/>
                  <a:pt x="672" y="352"/>
                </a:cubicBezTo>
                <a:cubicBezTo>
                  <a:pt x="670" y="353"/>
                  <a:pt x="668" y="353"/>
                  <a:pt x="665" y="354"/>
                </a:cubicBezTo>
                <a:cubicBezTo>
                  <a:pt x="663" y="354"/>
                  <a:pt x="659" y="354"/>
                  <a:pt x="655" y="354"/>
                </a:cubicBezTo>
                <a:cubicBezTo>
                  <a:pt x="651" y="354"/>
                  <a:pt x="648" y="354"/>
                  <a:pt x="645" y="354"/>
                </a:cubicBezTo>
                <a:cubicBezTo>
                  <a:pt x="642" y="353"/>
                  <a:pt x="640" y="353"/>
                  <a:pt x="639" y="352"/>
                </a:cubicBezTo>
                <a:cubicBezTo>
                  <a:pt x="637" y="352"/>
                  <a:pt x="636" y="351"/>
                  <a:pt x="635" y="350"/>
                </a:cubicBezTo>
                <a:cubicBezTo>
                  <a:pt x="635" y="349"/>
                  <a:pt x="634" y="348"/>
                  <a:pt x="634" y="346"/>
                </a:cubicBezTo>
                <a:lnTo>
                  <a:pt x="634" y="119"/>
                </a:lnTo>
                <a:cubicBezTo>
                  <a:pt x="634" y="118"/>
                  <a:pt x="635" y="117"/>
                  <a:pt x="635" y="116"/>
                </a:cubicBezTo>
                <a:cubicBezTo>
                  <a:pt x="636" y="115"/>
                  <a:pt x="637" y="114"/>
                  <a:pt x="639" y="114"/>
                </a:cubicBezTo>
                <a:cubicBezTo>
                  <a:pt x="640" y="113"/>
                  <a:pt x="642" y="112"/>
                  <a:pt x="645" y="112"/>
                </a:cubicBezTo>
                <a:cubicBezTo>
                  <a:pt x="648" y="112"/>
                  <a:pt x="651" y="112"/>
                  <a:pt x="655" y="112"/>
                </a:cubicBezTo>
                <a:moveTo>
                  <a:pt x="829" y="109"/>
                </a:moveTo>
                <a:cubicBezTo>
                  <a:pt x="836" y="109"/>
                  <a:pt x="843" y="109"/>
                  <a:pt x="849" y="110"/>
                </a:cubicBezTo>
                <a:cubicBezTo>
                  <a:pt x="854" y="111"/>
                  <a:pt x="860" y="112"/>
                  <a:pt x="865" y="113"/>
                </a:cubicBezTo>
                <a:lnTo>
                  <a:pt x="934" y="113"/>
                </a:lnTo>
                <a:cubicBezTo>
                  <a:pt x="937" y="113"/>
                  <a:pt x="939" y="114"/>
                  <a:pt x="941" y="117"/>
                </a:cubicBezTo>
                <a:cubicBezTo>
                  <a:pt x="942" y="120"/>
                  <a:pt x="943" y="124"/>
                  <a:pt x="943" y="130"/>
                </a:cubicBezTo>
                <a:cubicBezTo>
                  <a:pt x="943" y="136"/>
                  <a:pt x="942" y="140"/>
                  <a:pt x="940" y="143"/>
                </a:cubicBezTo>
                <a:cubicBezTo>
                  <a:pt x="939" y="145"/>
                  <a:pt x="937" y="146"/>
                  <a:pt x="934" y="146"/>
                </a:cubicBezTo>
                <a:lnTo>
                  <a:pt x="901" y="146"/>
                </a:lnTo>
                <a:cubicBezTo>
                  <a:pt x="907" y="152"/>
                  <a:pt x="912" y="159"/>
                  <a:pt x="914" y="166"/>
                </a:cubicBezTo>
                <a:cubicBezTo>
                  <a:pt x="916" y="174"/>
                  <a:pt x="917" y="181"/>
                  <a:pt x="917" y="189"/>
                </a:cubicBezTo>
                <a:cubicBezTo>
                  <a:pt x="917" y="202"/>
                  <a:pt x="915" y="214"/>
                  <a:pt x="911" y="224"/>
                </a:cubicBezTo>
                <a:cubicBezTo>
                  <a:pt x="907" y="234"/>
                  <a:pt x="901" y="243"/>
                  <a:pt x="893" y="250"/>
                </a:cubicBezTo>
                <a:cubicBezTo>
                  <a:pt x="885" y="257"/>
                  <a:pt x="876" y="262"/>
                  <a:pt x="865" y="266"/>
                </a:cubicBezTo>
                <a:cubicBezTo>
                  <a:pt x="854" y="269"/>
                  <a:pt x="842" y="271"/>
                  <a:pt x="829" y="271"/>
                </a:cubicBezTo>
                <a:cubicBezTo>
                  <a:pt x="820" y="271"/>
                  <a:pt x="811" y="270"/>
                  <a:pt x="803" y="268"/>
                </a:cubicBezTo>
                <a:cubicBezTo>
                  <a:pt x="795" y="265"/>
                  <a:pt x="788" y="262"/>
                  <a:pt x="784" y="258"/>
                </a:cubicBezTo>
                <a:cubicBezTo>
                  <a:pt x="781" y="261"/>
                  <a:pt x="778" y="265"/>
                  <a:pt x="776" y="269"/>
                </a:cubicBezTo>
                <a:cubicBezTo>
                  <a:pt x="774" y="273"/>
                  <a:pt x="773" y="277"/>
                  <a:pt x="773" y="282"/>
                </a:cubicBezTo>
                <a:cubicBezTo>
                  <a:pt x="773" y="288"/>
                  <a:pt x="776" y="293"/>
                  <a:pt x="781" y="297"/>
                </a:cubicBezTo>
                <a:cubicBezTo>
                  <a:pt x="787" y="301"/>
                  <a:pt x="794" y="303"/>
                  <a:pt x="803" y="303"/>
                </a:cubicBezTo>
                <a:lnTo>
                  <a:pt x="863" y="306"/>
                </a:lnTo>
                <a:cubicBezTo>
                  <a:pt x="874" y="306"/>
                  <a:pt x="884" y="307"/>
                  <a:pt x="894" y="310"/>
                </a:cubicBezTo>
                <a:cubicBezTo>
                  <a:pt x="903" y="313"/>
                  <a:pt x="911" y="317"/>
                  <a:pt x="918" y="322"/>
                </a:cubicBezTo>
                <a:cubicBezTo>
                  <a:pt x="925" y="327"/>
                  <a:pt x="930" y="333"/>
                  <a:pt x="934" y="341"/>
                </a:cubicBezTo>
                <a:cubicBezTo>
                  <a:pt x="938" y="348"/>
                  <a:pt x="940" y="357"/>
                  <a:pt x="940" y="367"/>
                </a:cubicBezTo>
                <a:cubicBezTo>
                  <a:pt x="940" y="378"/>
                  <a:pt x="938" y="387"/>
                  <a:pt x="933" y="397"/>
                </a:cubicBezTo>
                <a:cubicBezTo>
                  <a:pt x="929" y="406"/>
                  <a:pt x="923" y="415"/>
                  <a:pt x="913" y="422"/>
                </a:cubicBezTo>
                <a:cubicBezTo>
                  <a:pt x="905" y="429"/>
                  <a:pt x="893" y="434"/>
                  <a:pt x="879" y="439"/>
                </a:cubicBezTo>
                <a:cubicBezTo>
                  <a:pt x="865" y="443"/>
                  <a:pt x="848" y="445"/>
                  <a:pt x="830" y="445"/>
                </a:cubicBezTo>
                <a:cubicBezTo>
                  <a:pt x="811" y="445"/>
                  <a:pt x="796" y="443"/>
                  <a:pt x="783" y="440"/>
                </a:cubicBezTo>
                <a:cubicBezTo>
                  <a:pt x="770" y="437"/>
                  <a:pt x="760" y="433"/>
                  <a:pt x="751" y="427"/>
                </a:cubicBezTo>
                <a:cubicBezTo>
                  <a:pt x="743" y="422"/>
                  <a:pt x="737" y="416"/>
                  <a:pt x="733" y="408"/>
                </a:cubicBezTo>
                <a:cubicBezTo>
                  <a:pt x="730" y="401"/>
                  <a:pt x="728" y="392"/>
                  <a:pt x="728" y="384"/>
                </a:cubicBezTo>
                <a:cubicBezTo>
                  <a:pt x="728" y="378"/>
                  <a:pt x="728" y="373"/>
                  <a:pt x="730" y="368"/>
                </a:cubicBezTo>
                <a:cubicBezTo>
                  <a:pt x="731" y="362"/>
                  <a:pt x="733" y="357"/>
                  <a:pt x="736" y="353"/>
                </a:cubicBezTo>
                <a:cubicBezTo>
                  <a:pt x="739" y="348"/>
                  <a:pt x="742" y="344"/>
                  <a:pt x="746" y="339"/>
                </a:cubicBezTo>
                <a:cubicBezTo>
                  <a:pt x="750" y="335"/>
                  <a:pt x="755" y="331"/>
                  <a:pt x="761" y="326"/>
                </a:cubicBezTo>
                <a:cubicBezTo>
                  <a:pt x="752" y="322"/>
                  <a:pt x="746" y="317"/>
                  <a:pt x="742" y="311"/>
                </a:cubicBezTo>
                <a:cubicBezTo>
                  <a:pt x="738" y="304"/>
                  <a:pt x="736" y="297"/>
                  <a:pt x="736" y="290"/>
                </a:cubicBezTo>
                <a:cubicBezTo>
                  <a:pt x="736" y="280"/>
                  <a:pt x="738" y="270"/>
                  <a:pt x="743" y="262"/>
                </a:cubicBezTo>
                <a:cubicBezTo>
                  <a:pt x="747" y="254"/>
                  <a:pt x="752" y="247"/>
                  <a:pt x="758" y="241"/>
                </a:cubicBezTo>
                <a:cubicBezTo>
                  <a:pt x="753" y="235"/>
                  <a:pt x="749" y="228"/>
                  <a:pt x="746" y="220"/>
                </a:cubicBezTo>
                <a:cubicBezTo>
                  <a:pt x="743" y="212"/>
                  <a:pt x="741" y="202"/>
                  <a:pt x="741" y="191"/>
                </a:cubicBezTo>
                <a:cubicBezTo>
                  <a:pt x="741" y="178"/>
                  <a:pt x="744" y="167"/>
                  <a:pt x="748" y="157"/>
                </a:cubicBezTo>
                <a:cubicBezTo>
                  <a:pt x="752" y="146"/>
                  <a:pt x="758" y="138"/>
                  <a:pt x="766" y="131"/>
                </a:cubicBezTo>
                <a:cubicBezTo>
                  <a:pt x="774" y="123"/>
                  <a:pt x="783" y="118"/>
                  <a:pt x="794" y="114"/>
                </a:cubicBezTo>
                <a:cubicBezTo>
                  <a:pt x="805" y="111"/>
                  <a:pt x="817" y="109"/>
                  <a:pt x="829" y="109"/>
                </a:cubicBezTo>
                <a:moveTo>
                  <a:pt x="6027" y="108"/>
                </a:moveTo>
                <a:cubicBezTo>
                  <a:pt x="6029" y="108"/>
                  <a:pt x="6031" y="108"/>
                  <a:pt x="6034" y="108"/>
                </a:cubicBezTo>
                <a:cubicBezTo>
                  <a:pt x="6037" y="109"/>
                  <a:pt x="6040" y="109"/>
                  <a:pt x="6043" y="110"/>
                </a:cubicBezTo>
                <a:cubicBezTo>
                  <a:pt x="6046" y="111"/>
                  <a:pt x="6049" y="111"/>
                  <a:pt x="6051" y="112"/>
                </a:cubicBezTo>
                <a:cubicBezTo>
                  <a:pt x="6054" y="113"/>
                  <a:pt x="6055" y="114"/>
                  <a:pt x="6056" y="115"/>
                </a:cubicBezTo>
                <a:cubicBezTo>
                  <a:pt x="6057" y="115"/>
                  <a:pt x="6058" y="116"/>
                  <a:pt x="6058" y="117"/>
                </a:cubicBezTo>
                <a:cubicBezTo>
                  <a:pt x="6059" y="118"/>
                  <a:pt x="6059" y="119"/>
                  <a:pt x="6059" y="120"/>
                </a:cubicBezTo>
                <a:cubicBezTo>
                  <a:pt x="6059" y="121"/>
                  <a:pt x="6060" y="123"/>
                  <a:pt x="6060" y="125"/>
                </a:cubicBezTo>
                <a:cubicBezTo>
                  <a:pt x="6060" y="127"/>
                  <a:pt x="6060" y="130"/>
                  <a:pt x="6060" y="134"/>
                </a:cubicBezTo>
                <a:cubicBezTo>
                  <a:pt x="6060" y="138"/>
                  <a:pt x="6060" y="141"/>
                  <a:pt x="6060" y="144"/>
                </a:cubicBezTo>
                <a:cubicBezTo>
                  <a:pt x="6059" y="146"/>
                  <a:pt x="6059" y="148"/>
                  <a:pt x="6059" y="150"/>
                </a:cubicBezTo>
                <a:cubicBezTo>
                  <a:pt x="6058" y="151"/>
                  <a:pt x="6057" y="152"/>
                  <a:pt x="6056" y="153"/>
                </a:cubicBezTo>
                <a:cubicBezTo>
                  <a:pt x="6056" y="154"/>
                  <a:pt x="6055" y="154"/>
                  <a:pt x="6053" y="154"/>
                </a:cubicBezTo>
                <a:cubicBezTo>
                  <a:pt x="6052" y="154"/>
                  <a:pt x="6050" y="154"/>
                  <a:pt x="6048" y="153"/>
                </a:cubicBezTo>
                <a:cubicBezTo>
                  <a:pt x="6047" y="152"/>
                  <a:pt x="6044" y="151"/>
                  <a:pt x="6042" y="151"/>
                </a:cubicBezTo>
                <a:cubicBezTo>
                  <a:pt x="6039" y="150"/>
                  <a:pt x="6037" y="149"/>
                  <a:pt x="6034" y="148"/>
                </a:cubicBezTo>
                <a:cubicBezTo>
                  <a:pt x="6031" y="148"/>
                  <a:pt x="6027" y="147"/>
                  <a:pt x="6024" y="147"/>
                </a:cubicBezTo>
                <a:cubicBezTo>
                  <a:pt x="6020" y="147"/>
                  <a:pt x="6016" y="148"/>
                  <a:pt x="6012" y="150"/>
                </a:cubicBezTo>
                <a:cubicBezTo>
                  <a:pt x="6007" y="152"/>
                  <a:pt x="6003" y="154"/>
                  <a:pt x="5999" y="158"/>
                </a:cubicBezTo>
                <a:cubicBezTo>
                  <a:pt x="5994" y="162"/>
                  <a:pt x="5990" y="167"/>
                  <a:pt x="5985" y="174"/>
                </a:cubicBezTo>
                <a:cubicBezTo>
                  <a:pt x="5980" y="180"/>
                  <a:pt x="5975" y="188"/>
                  <a:pt x="5969" y="197"/>
                </a:cubicBezTo>
                <a:lnTo>
                  <a:pt x="5969" y="346"/>
                </a:lnTo>
                <a:cubicBezTo>
                  <a:pt x="5969" y="348"/>
                  <a:pt x="5968" y="349"/>
                  <a:pt x="5968" y="350"/>
                </a:cubicBezTo>
                <a:cubicBezTo>
                  <a:pt x="5967" y="351"/>
                  <a:pt x="5966" y="352"/>
                  <a:pt x="5964" y="352"/>
                </a:cubicBezTo>
                <a:cubicBezTo>
                  <a:pt x="5963" y="353"/>
                  <a:pt x="5961" y="353"/>
                  <a:pt x="5958" y="354"/>
                </a:cubicBezTo>
                <a:cubicBezTo>
                  <a:pt x="5956" y="354"/>
                  <a:pt x="5952" y="354"/>
                  <a:pt x="5948" y="354"/>
                </a:cubicBezTo>
                <a:cubicBezTo>
                  <a:pt x="5944" y="354"/>
                  <a:pt x="5940" y="354"/>
                  <a:pt x="5938" y="354"/>
                </a:cubicBezTo>
                <a:cubicBezTo>
                  <a:pt x="5935" y="353"/>
                  <a:pt x="5933" y="353"/>
                  <a:pt x="5931" y="352"/>
                </a:cubicBezTo>
                <a:cubicBezTo>
                  <a:pt x="5930" y="352"/>
                  <a:pt x="5928" y="351"/>
                  <a:pt x="5928" y="350"/>
                </a:cubicBezTo>
                <a:cubicBezTo>
                  <a:pt x="5927" y="349"/>
                  <a:pt x="5927" y="348"/>
                  <a:pt x="5927" y="346"/>
                </a:cubicBezTo>
                <a:lnTo>
                  <a:pt x="5927" y="119"/>
                </a:lnTo>
                <a:cubicBezTo>
                  <a:pt x="5927" y="118"/>
                  <a:pt x="5927" y="117"/>
                  <a:pt x="5928" y="116"/>
                </a:cubicBezTo>
                <a:cubicBezTo>
                  <a:pt x="5928" y="115"/>
                  <a:pt x="5929" y="114"/>
                  <a:pt x="5931" y="114"/>
                </a:cubicBezTo>
                <a:cubicBezTo>
                  <a:pt x="5932" y="113"/>
                  <a:pt x="5934" y="112"/>
                  <a:pt x="5936" y="112"/>
                </a:cubicBezTo>
                <a:cubicBezTo>
                  <a:pt x="5939" y="112"/>
                  <a:pt x="5942" y="112"/>
                  <a:pt x="5946" y="112"/>
                </a:cubicBezTo>
                <a:cubicBezTo>
                  <a:pt x="5950" y="112"/>
                  <a:pt x="5953" y="112"/>
                  <a:pt x="5955" y="112"/>
                </a:cubicBezTo>
                <a:cubicBezTo>
                  <a:pt x="5958" y="112"/>
                  <a:pt x="5959" y="113"/>
                  <a:pt x="5961" y="114"/>
                </a:cubicBezTo>
                <a:cubicBezTo>
                  <a:pt x="5962" y="114"/>
                  <a:pt x="5963" y="115"/>
                  <a:pt x="5964" y="116"/>
                </a:cubicBezTo>
                <a:cubicBezTo>
                  <a:pt x="5964" y="117"/>
                  <a:pt x="5965" y="118"/>
                  <a:pt x="5965" y="119"/>
                </a:cubicBezTo>
                <a:lnTo>
                  <a:pt x="5965" y="152"/>
                </a:lnTo>
                <a:cubicBezTo>
                  <a:pt x="5971" y="143"/>
                  <a:pt x="5977" y="136"/>
                  <a:pt x="5982" y="130"/>
                </a:cubicBezTo>
                <a:cubicBezTo>
                  <a:pt x="5988" y="125"/>
                  <a:pt x="5993" y="120"/>
                  <a:pt x="5998" y="117"/>
                </a:cubicBezTo>
                <a:cubicBezTo>
                  <a:pt x="6002" y="114"/>
                  <a:pt x="6007" y="111"/>
                  <a:pt x="6012" y="110"/>
                </a:cubicBezTo>
                <a:cubicBezTo>
                  <a:pt x="6017" y="109"/>
                  <a:pt x="6022" y="108"/>
                  <a:pt x="6027" y="108"/>
                </a:cubicBezTo>
                <a:moveTo>
                  <a:pt x="5763" y="108"/>
                </a:moveTo>
                <a:cubicBezTo>
                  <a:pt x="5779" y="108"/>
                  <a:pt x="5793" y="110"/>
                  <a:pt x="5805" y="114"/>
                </a:cubicBezTo>
                <a:cubicBezTo>
                  <a:pt x="5816" y="117"/>
                  <a:pt x="5825" y="123"/>
                  <a:pt x="5832" y="130"/>
                </a:cubicBezTo>
                <a:cubicBezTo>
                  <a:pt x="5839" y="137"/>
                  <a:pt x="5844" y="146"/>
                  <a:pt x="5848" y="157"/>
                </a:cubicBezTo>
                <a:cubicBezTo>
                  <a:pt x="5851" y="167"/>
                  <a:pt x="5853" y="179"/>
                  <a:pt x="5853" y="194"/>
                </a:cubicBezTo>
                <a:lnTo>
                  <a:pt x="5853" y="347"/>
                </a:lnTo>
                <a:cubicBezTo>
                  <a:pt x="5853" y="349"/>
                  <a:pt x="5852" y="350"/>
                  <a:pt x="5850" y="351"/>
                </a:cubicBezTo>
                <a:cubicBezTo>
                  <a:pt x="5849" y="352"/>
                  <a:pt x="5847" y="353"/>
                  <a:pt x="5845" y="353"/>
                </a:cubicBezTo>
                <a:cubicBezTo>
                  <a:pt x="5843" y="354"/>
                  <a:pt x="5839" y="354"/>
                  <a:pt x="5835" y="354"/>
                </a:cubicBezTo>
                <a:cubicBezTo>
                  <a:pt x="5830" y="354"/>
                  <a:pt x="5827" y="354"/>
                  <a:pt x="5824" y="353"/>
                </a:cubicBezTo>
                <a:cubicBezTo>
                  <a:pt x="5821" y="353"/>
                  <a:pt x="5820" y="352"/>
                  <a:pt x="5818" y="351"/>
                </a:cubicBezTo>
                <a:cubicBezTo>
                  <a:pt x="5817" y="350"/>
                  <a:pt x="5817" y="349"/>
                  <a:pt x="5817" y="347"/>
                </a:cubicBezTo>
                <a:lnTo>
                  <a:pt x="5817" y="324"/>
                </a:lnTo>
                <a:cubicBezTo>
                  <a:pt x="5807" y="335"/>
                  <a:pt x="5796" y="343"/>
                  <a:pt x="5783" y="349"/>
                </a:cubicBezTo>
                <a:cubicBezTo>
                  <a:pt x="5771" y="355"/>
                  <a:pt x="5758" y="358"/>
                  <a:pt x="5745" y="358"/>
                </a:cubicBezTo>
                <a:cubicBezTo>
                  <a:pt x="5733" y="358"/>
                  <a:pt x="5722" y="356"/>
                  <a:pt x="5712" y="353"/>
                </a:cubicBezTo>
                <a:cubicBezTo>
                  <a:pt x="5703" y="350"/>
                  <a:pt x="5694" y="345"/>
                  <a:pt x="5688" y="339"/>
                </a:cubicBezTo>
                <a:cubicBezTo>
                  <a:pt x="5681" y="333"/>
                  <a:pt x="5675" y="326"/>
                  <a:pt x="5672" y="318"/>
                </a:cubicBezTo>
                <a:cubicBezTo>
                  <a:pt x="5668" y="309"/>
                  <a:pt x="5666" y="299"/>
                  <a:pt x="5666" y="288"/>
                </a:cubicBezTo>
                <a:cubicBezTo>
                  <a:pt x="5666" y="276"/>
                  <a:pt x="5669" y="265"/>
                  <a:pt x="5674" y="255"/>
                </a:cubicBezTo>
                <a:cubicBezTo>
                  <a:pt x="5679" y="246"/>
                  <a:pt x="5687" y="238"/>
                  <a:pt x="5696" y="232"/>
                </a:cubicBezTo>
                <a:cubicBezTo>
                  <a:pt x="5706" y="225"/>
                  <a:pt x="5718" y="221"/>
                  <a:pt x="5732" y="218"/>
                </a:cubicBezTo>
                <a:cubicBezTo>
                  <a:pt x="5746" y="215"/>
                  <a:pt x="5762" y="213"/>
                  <a:pt x="5780" y="213"/>
                </a:cubicBezTo>
                <a:lnTo>
                  <a:pt x="5811" y="213"/>
                </a:lnTo>
                <a:lnTo>
                  <a:pt x="5811" y="195"/>
                </a:lnTo>
                <a:cubicBezTo>
                  <a:pt x="5811" y="187"/>
                  <a:pt x="5810" y="179"/>
                  <a:pt x="5808" y="172"/>
                </a:cubicBezTo>
                <a:cubicBezTo>
                  <a:pt x="5807" y="165"/>
                  <a:pt x="5803" y="160"/>
                  <a:pt x="5799" y="155"/>
                </a:cubicBezTo>
                <a:cubicBezTo>
                  <a:pt x="5795" y="151"/>
                  <a:pt x="5790" y="148"/>
                  <a:pt x="5783" y="145"/>
                </a:cubicBezTo>
                <a:cubicBezTo>
                  <a:pt x="5777" y="143"/>
                  <a:pt x="5769" y="142"/>
                  <a:pt x="5759" y="142"/>
                </a:cubicBezTo>
                <a:cubicBezTo>
                  <a:pt x="5749" y="142"/>
                  <a:pt x="5740" y="143"/>
                  <a:pt x="5732" y="146"/>
                </a:cubicBezTo>
                <a:cubicBezTo>
                  <a:pt x="5723" y="148"/>
                  <a:pt x="5716" y="151"/>
                  <a:pt x="5710" y="154"/>
                </a:cubicBezTo>
                <a:cubicBezTo>
                  <a:pt x="5704" y="157"/>
                  <a:pt x="5699" y="159"/>
                  <a:pt x="5695" y="162"/>
                </a:cubicBezTo>
                <a:cubicBezTo>
                  <a:pt x="5691" y="164"/>
                  <a:pt x="5687" y="165"/>
                  <a:pt x="5686" y="165"/>
                </a:cubicBezTo>
                <a:cubicBezTo>
                  <a:pt x="5684" y="165"/>
                  <a:pt x="5683" y="165"/>
                  <a:pt x="5682" y="164"/>
                </a:cubicBezTo>
                <a:cubicBezTo>
                  <a:pt x="5681" y="164"/>
                  <a:pt x="5680" y="163"/>
                  <a:pt x="5679" y="161"/>
                </a:cubicBezTo>
                <a:cubicBezTo>
                  <a:pt x="5679" y="160"/>
                  <a:pt x="5678" y="158"/>
                  <a:pt x="5678" y="156"/>
                </a:cubicBezTo>
                <a:cubicBezTo>
                  <a:pt x="5678" y="154"/>
                  <a:pt x="5677" y="152"/>
                  <a:pt x="5677" y="149"/>
                </a:cubicBezTo>
                <a:cubicBezTo>
                  <a:pt x="5677" y="145"/>
                  <a:pt x="5678" y="142"/>
                  <a:pt x="5678" y="139"/>
                </a:cubicBezTo>
                <a:cubicBezTo>
                  <a:pt x="5679" y="137"/>
                  <a:pt x="5680" y="134"/>
                  <a:pt x="5682" y="132"/>
                </a:cubicBezTo>
                <a:cubicBezTo>
                  <a:pt x="5685" y="130"/>
                  <a:pt x="5688" y="128"/>
                  <a:pt x="5694" y="125"/>
                </a:cubicBezTo>
                <a:cubicBezTo>
                  <a:pt x="5700" y="122"/>
                  <a:pt x="5706" y="119"/>
                  <a:pt x="5713" y="117"/>
                </a:cubicBezTo>
                <a:cubicBezTo>
                  <a:pt x="5721" y="114"/>
                  <a:pt x="5728" y="112"/>
                  <a:pt x="5737" y="111"/>
                </a:cubicBezTo>
                <a:cubicBezTo>
                  <a:pt x="5746" y="109"/>
                  <a:pt x="5754" y="108"/>
                  <a:pt x="5763" y="108"/>
                </a:cubicBezTo>
                <a:moveTo>
                  <a:pt x="5528" y="108"/>
                </a:moveTo>
                <a:cubicBezTo>
                  <a:pt x="5544" y="108"/>
                  <a:pt x="5558" y="111"/>
                  <a:pt x="5570" y="118"/>
                </a:cubicBezTo>
                <a:cubicBezTo>
                  <a:pt x="5582" y="124"/>
                  <a:pt x="5591" y="133"/>
                  <a:pt x="5598" y="144"/>
                </a:cubicBezTo>
                <a:cubicBezTo>
                  <a:pt x="5606" y="155"/>
                  <a:pt x="5611" y="168"/>
                  <a:pt x="5614" y="183"/>
                </a:cubicBezTo>
                <a:cubicBezTo>
                  <a:pt x="5618" y="197"/>
                  <a:pt x="5619" y="213"/>
                  <a:pt x="5619" y="229"/>
                </a:cubicBezTo>
                <a:cubicBezTo>
                  <a:pt x="5619" y="249"/>
                  <a:pt x="5617" y="267"/>
                  <a:pt x="5613" y="283"/>
                </a:cubicBezTo>
                <a:cubicBezTo>
                  <a:pt x="5609" y="299"/>
                  <a:pt x="5602" y="312"/>
                  <a:pt x="5594" y="323"/>
                </a:cubicBezTo>
                <a:cubicBezTo>
                  <a:pt x="5586" y="334"/>
                  <a:pt x="5576" y="343"/>
                  <a:pt x="5563" y="349"/>
                </a:cubicBezTo>
                <a:cubicBezTo>
                  <a:pt x="5551" y="355"/>
                  <a:pt x="5537" y="358"/>
                  <a:pt x="5521" y="358"/>
                </a:cubicBezTo>
                <a:cubicBezTo>
                  <a:pt x="5514" y="358"/>
                  <a:pt x="5508" y="357"/>
                  <a:pt x="5502" y="355"/>
                </a:cubicBezTo>
                <a:cubicBezTo>
                  <a:pt x="5497" y="354"/>
                  <a:pt x="5491" y="352"/>
                  <a:pt x="5486" y="349"/>
                </a:cubicBezTo>
                <a:cubicBezTo>
                  <a:pt x="5480" y="346"/>
                  <a:pt x="5475" y="343"/>
                  <a:pt x="5469" y="338"/>
                </a:cubicBezTo>
                <a:cubicBezTo>
                  <a:pt x="5464" y="334"/>
                  <a:pt x="5458" y="329"/>
                  <a:pt x="5452" y="323"/>
                </a:cubicBezTo>
                <a:lnTo>
                  <a:pt x="5452" y="436"/>
                </a:lnTo>
                <a:cubicBezTo>
                  <a:pt x="5452" y="438"/>
                  <a:pt x="5452" y="439"/>
                  <a:pt x="5451" y="440"/>
                </a:cubicBezTo>
                <a:cubicBezTo>
                  <a:pt x="5450" y="441"/>
                  <a:pt x="5449" y="442"/>
                  <a:pt x="5448" y="443"/>
                </a:cubicBezTo>
                <a:cubicBezTo>
                  <a:pt x="5446" y="443"/>
                  <a:pt x="5444" y="444"/>
                  <a:pt x="5442" y="444"/>
                </a:cubicBezTo>
                <a:cubicBezTo>
                  <a:pt x="5439" y="444"/>
                  <a:pt x="5436" y="445"/>
                  <a:pt x="5431" y="445"/>
                </a:cubicBezTo>
                <a:cubicBezTo>
                  <a:pt x="5427" y="445"/>
                  <a:pt x="5424" y="444"/>
                  <a:pt x="5421" y="444"/>
                </a:cubicBezTo>
                <a:cubicBezTo>
                  <a:pt x="5419" y="444"/>
                  <a:pt x="5416" y="443"/>
                  <a:pt x="5415" y="443"/>
                </a:cubicBezTo>
                <a:cubicBezTo>
                  <a:pt x="5413" y="442"/>
                  <a:pt x="5412" y="441"/>
                  <a:pt x="5412" y="440"/>
                </a:cubicBezTo>
                <a:cubicBezTo>
                  <a:pt x="5411" y="439"/>
                  <a:pt x="5410" y="438"/>
                  <a:pt x="5410" y="436"/>
                </a:cubicBezTo>
                <a:lnTo>
                  <a:pt x="5410" y="119"/>
                </a:lnTo>
                <a:cubicBezTo>
                  <a:pt x="5410" y="118"/>
                  <a:pt x="5411" y="117"/>
                  <a:pt x="5411" y="116"/>
                </a:cubicBezTo>
                <a:cubicBezTo>
                  <a:pt x="5412" y="115"/>
                  <a:pt x="5413" y="114"/>
                  <a:pt x="5414" y="113"/>
                </a:cubicBezTo>
                <a:cubicBezTo>
                  <a:pt x="5416" y="113"/>
                  <a:pt x="5418" y="112"/>
                  <a:pt x="5420" y="112"/>
                </a:cubicBezTo>
                <a:cubicBezTo>
                  <a:pt x="5422" y="112"/>
                  <a:pt x="5425" y="112"/>
                  <a:pt x="5429" y="112"/>
                </a:cubicBezTo>
                <a:cubicBezTo>
                  <a:pt x="5432" y="112"/>
                  <a:pt x="5435" y="112"/>
                  <a:pt x="5437" y="112"/>
                </a:cubicBezTo>
                <a:cubicBezTo>
                  <a:pt x="5440" y="112"/>
                  <a:pt x="5442" y="113"/>
                  <a:pt x="5443" y="113"/>
                </a:cubicBezTo>
                <a:cubicBezTo>
                  <a:pt x="5445" y="114"/>
                  <a:pt x="5446" y="115"/>
                  <a:pt x="5446" y="116"/>
                </a:cubicBezTo>
                <a:cubicBezTo>
                  <a:pt x="5447" y="117"/>
                  <a:pt x="5447" y="118"/>
                  <a:pt x="5447" y="119"/>
                </a:cubicBezTo>
                <a:lnTo>
                  <a:pt x="5447" y="150"/>
                </a:lnTo>
                <a:cubicBezTo>
                  <a:pt x="5454" y="143"/>
                  <a:pt x="5461" y="137"/>
                  <a:pt x="5467" y="132"/>
                </a:cubicBezTo>
                <a:cubicBezTo>
                  <a:pt x="5474" y="126"/>
                  <a:pt x="5480" y="122"/>
                  <a:pt x="5486" y="119"/>
                </a:cubicBezTo>
                <a:cubicBezTo>
                  <a:pt x="5493" y="115"/>
                  <a:pt x="5499" y="113"/>
                  <a:pt x="5506" y="111"/>
                </a:cubicBezTo>
                <a:cubicBezTo>
                  <a:pt x="5513" y="109"/>
                  <a:pt x="5520" y="108"/>
                  <a:pt x="5528" y="108"/>
                </a:cubicBezTo>
                <a:moveTo>
                  <a:pt x="4621" y="108"/>
                </a:moveTo>
                <a:cubicBezTo>
                  <a:pt x="4640" y="108"/>
                  <a:pt x="4656" y="111"/>
                  <a:pt x="4670" y="116"/>
                </a:cubicBezTo>
                <a:cubicBezTo>
                  <a:pt x="4684" y="122"/>
                  <a:pt x="4696" y="130"/>
                  <a:pt x="4705" y="141"/>
                </a:cubicBezTo>
                <a:cubicBezTo>
                  <a:pt x="4714" y="151"/>
                  <a:pt x="4721" y="164"/>
                  <a:pt x="4726" y="179"/>
                </a:cubicBezTo>
                <a:cubicBezTo>
                  <a:pt x="4730" y="194"/>
                  <a:pt x="4733" y="211"/>
                  <a:pt x="4733" y="230"/>
                </a:cubicBezTo>
                <a:cubicBezTo>
                  <a:pt x="4733" y="249"/>
                  <a:pt x="4730" y="266"/>
                  <a:pt x="4725" y="281"/>
                </a:cubicBezTo>
                <a:cubicBezTo>
                  <a:pt x="4720" y="297"/>
                  <a:pt x="4713" y="310"/>
                  <a:pt x="4704" y="322"/>
                </a:cubicBezTo>
                <a:cubicBezTo>
                  <a:pt x="4694" y="333"/>
                  <a:pt x="4682" y="342"/>
                  <a:pt x="4667" y="348"/>
                </a:cubicBezTo>
                <a:cubicBezTo>
                  <a:pt x="4653" y="354"/>
                  <a:pt x="4636" y="358"/>
                  <a:pt x="4617" y="358"/>
                </a:cubicBezTo>
                <a:cubicBezTo>
                  <a:pt x="4598" y="358"/>
                  <a:pt x="4582" y="355"/>
                  <a:pt x="4568" y="349"/>
                </a:cubicBezTo>
                <a:cubicBezTo>
                  <a:pt x="4554" y="344"/>
                  <a:pt x="4542" y="336"/>
                  <a:pt x="4533" y="325"/>
                </a:cubicBezTo>
                <a:cubicBezTo>
                  <a:pt x="4524" y="314"/>
                  <a:pt x="4517" y="302"/>
                  <a:pt x="4513" y="286"/>
                </a:cubicBezTo>
                <a:cubicBezTo>
                  <a:pt x="4508" y="271"/>
                  <a:pt x="4506" y="254"/>
                  <a:pt x="4506" y="235"/>
                </a:cubicBezTo>
                <a:cubicBezTo>
                  <a:pt x="4506" y="216"/>
                  <a:pt x="4508" y="199"/>
                  <a:pt x="4513" y="184"/>
                </a:cubicBezTo>
                <a:cubicBezTo>
                  <a:pt x="4518" y="168"/>
                  <a:pt x="4525" y="155"/>
                  <a:pt x="4535" y="144"/>
                </a:cubicBezTo>
                <a:cubicBezTo>
                  <a:pt x="4544" y="132"/>
                  <a:pt x="4556" y="124"/>
                  <a:pt x="4571" y="117"/>
                </a:cubicBezTo>
                <a:cubicBezTo>
                  <a:pt x="4585" y="111"/>
                  <a:pt x="4602" y="108"/>
                  <a:pt x="4621" y="108"/>
                </a:cubicBezTo>
                <a:moveTo>
                  <a:pt x="3975" y="108"/>
                </a:moveTo>
                <a:cubicBezTo>
                  <a:pt x="3991" y="108"/>
                  <a:pt x="4003" y="111"/>
                  <a:pt x="4013" y="116"/>
                </a:cubicBezTo>
                <a:cubicBezTo>
                  <a:pt x="4024" y="121"/>
                  <a:pt x="4032" y="128"/>
                  <a:pt x="4039" y="136"/>
                </a:cubicBezTo>
                <a:cubicBezTo>
                  <a:pt x="4045" y="145"/>
                  <a:pt x="4050" y="155"/>
                  <a:pt x="4052" y="166"/>
                </a:cubicBezTo>
                <a:cubicBezTo>
                  <a:pt x="4055" y="178"/>
                  <a:pt x="4057" y="192"/>
                  <a:pt x="4057" y="208"/>
                </a:cubicBezTo>
                <a:lnTo>
                  <a:pt x="4057" y="346"/>
                </a:lnTo>
                <a:cubicBezTo>
                  <a:pt x="4057" y="348"/>
                  <a:pt x="4056" y="349"/>
                  <a:pt x="4055" y="350"/>
                </a:cubicBezTo>
                <a:cubicBezTo>
                  <a:pt x="4055" y="351"/>
                  <a:pt x="4054" y="352"/>
                  <a:pt x="4052" y="352"/>
                </a:cubicBezTo>
                <a:cubicBezTo>
                  <a:pt x="4051" y="353"/>
                  <a:pt x="4049" y="353"/>
                  <a:pt x="4046" y="354"/>
                </a:cubicBezTo>
                <a:cubicBezTo>
                  <a:pt x="4043" y="354"/>
                  <a:pt x="4040" y="354"/>
                  <a:pt x="4036" y="354"/>
                </a:cubicBezTo>
                <a:cubicBezTo>
                  <a:pt x="4032" y="354"/>
                  <a:pt x="4028" y="354"/>
                  <a:pt x="4025" y="354"/>
                </a:cubicBezTo>
                <a:cubicBezTo>
                  <a:pt x="4023" y="353"/>
                  <a:pt x="4021" y="353"/>
                  <a:pt x="4019" y="352"/>
                </a:cubicBezTo>
                <a:cubicBezTo>
                  <a:pt x="4018" y="352"/>
                  <a:pt x="4017" y="351"/>
                  <a:pt x="4016" y="350"/>
                </a:cubicBezTo>
                <a:cubicBezTo>
                  <a:pt x="4015" y="349"/>
                  <a:pt x="4015" y="348"/>
                  <a:pt x="4015" y="346"/>
                </a:cubicBezTo>
                <a:lnTo>
                  <a:pt x="4015" y="214"/>
                </a:lnTo>
                <a:cubicBezTo>
                  <a:pt x="4015" y="201"/>
                  <a:pt x="4014" y="190"/>
                  <a:pt x="4012" y="182"/>
                </a:cubicBezTo>
                <a:cubicBezTo>
                  <a:pt x="4010" y="174"/>
                  <a:pt x="4007" y="168"/>
                  <a:pt x="4003" y="162"/>
                </a:cubicBezTo>
                <a:cubicBezTo>
                  <a:pt x="3999" y="156"/>
                  <a:pt x="3994" y="152"/>
                  <a:pt x="3988" y="149"/>
                </a:cubicBezTo>
                <a:cubicBezTo>
                  <a:pt x="3982" y="146"/>
                  <a:pt x="3975" y="144"/>
                  <a:pt x="3967" y="144"/>
                </a:cubicBezTo>
                <a:cubicBezTo>
                  <a:pt x="3956" y="144"/>
                  <a:pt x="3946" y="148"/>
                  <a:pt x="3936" y="155"/>
                </a:cubicBezTo>
                <a:cubicBezTo>
                  <a:pt x="3925" y="163"/>
                  <a:pt x="3914" y="174"/>
                  <a:pt x="3903" y="188"/>
                </a:cubicBezTo>
                <a:lnTo>
                  <a:pt x="3903" y="346"/>
                </a:lnTo>
                <a:cubicBezTo>
                  <a:pt x="3903" y="348"/>
                  <a:pt x="3902" y="349"/>
                  <a:pt x="3902" y="350"/>
                </a:cubicBezTo>
                <a:cubicBezTo>
                  <a:pt x="3901" y="351"/>
                  <a:pt x="3900" y="352"/>
                  <a:pt x="3898" y="352"/>
                </a:cubicBezTo>
                <a:cubicBezTo>
                  <a:pt x="3897" y="353"/>
                  <a:pt x="3895" y="353"/>
                  <a:pt x="3892" y="354"/>
                </a:cubicBezTo>
                <a:cubicBezTo>
                  <a:pt x="3890" y="354"/>
                  <a:pt x="3886" y="354"/>
                  <a:pt x="3882" y="354"/>
                </a:cubicBezTo>
                <a:cubicBezTo>
                  <a:pt x="3878" y="354"/>
                  <a:pt x="3874" y="354"/>
                  <a:pt x="3872" y="354"/>
                </a:cubicBezTo>
                <a:cubicBezTo>
                  <a:pt x="3869" y="353"/>
                  <a:pt x="3867" y="353"/>
                  <a:pt x="3865" y="352"/>
                </a:cubicBezTo>
                <a:cubicBezTo>
                  <a:pt x="3864" y="352"/>
                  <a:pt x="3863" y="351"/>
                  <a:pt x="3862" y="350"/>
                </a:cubicBezTo>
                <a:cubicBezTo>
                  <a:pt x="3861" y="349"/>
                  <a:pt x="3861" y="348"/>
                  <a:pt x="3861" y="346"/>
                </a:cubicBezTo>
                <a:lnTo>
                  <a:pt x="3861" y="119"/>
                </a:lnTo>
                <a:cubicBezTo>
                  <a:pt x="3861" y="118"/>
                  <a:pt x="3861" y="117"/>
                  <a:pt x="3862" y="116"/>
                </a:cubicBezTo>
                <a:cubicBezTo>
                  <a:pt x="3863" y="115"/>
                  <a:pt x="3864" y="114"/>
                  <a:pt x="3865" y="114"/>
                </a:cubicBezTo>
                <a:cubicBezTo>
                  <a:pt x="3866" y="113"/>
                  <a:pt x="3869" y="112"/>
                  <a:pt x="3871" y="112"/>
                </a:cubicBezTo>
                <a:cubicBezTo>
                  <a:pt x="3873" y="112"/>
                  <a:pt x="3876" y="112"/>
                  <a:pt x="3880" y="112"/>
                </a:cubicBezTo>
                <a:cubicBezTo>
                  <a:pt x="3884" y="112"/>
                  <a:pt x="3887" y="112"/>
                  <a:pt x="3889" y="112"/>
                </a:cubicBezTo>
                <a:cubicBezTo>
                  <a:pt x="3892" y="112"/>
                  <a:pt x="3894" y="113"/>
                  <a:pt x="3895" y="114"/>
                </a:cubicBezTo>
                <a:cubicBezTo>
                  <a:pt x="3896" y="114"/>
                  <a:pt x="3897" y="115"/>
                  <a:pt x="3898" y="116"/>
                </a:cubicBezTo>
                <a:cubicBezTo>
                  <a:pt x="3898" y="117"/>
                  <a:pt x="3899" y="118"/>
                  <a:pt x="3899" y="119"/>
                </a:cubicBezTo>
                <a:lnTo>
                  <a:pt x="3899" y="149"/>
                </a:lnTo>
                <a:cubicBezTo>
                  <a:pt x="3912" y="135"/>
                  <a:pt x="3924" y="125"/>
                  <a:pt x="3937" y="118"/>
                </a:cubicBezTo>
                <a:cubicBezTo>
                  <a:pt x="3950" y="111"/>
                  <a:pt x="3962" y="108"/>
                  <a:pt x="3975" y="108"/>
                </a:cubicBezTo>
                <a:moveTo>
                  <a:pt x="3697" y="108"/>
                </a:moveTo>
                <a:cubicBezTo>
                  <a:pt x="3715" y="108"/>
                  <a:pt x="3730" y="111"/>
                  <a:pt x="3742" y="117"/>
                </a:cubicBezTo>
                <a:cubicBezTo>
                  <a:pt x="3755" y="122"/>
                  <a:pt x="3765" y="130"/>
                  <a:pt x="3773" y="140"/>
                </a:cubicBezTo>
                <a:cubicBezTo>
                  <a:pt x="3781" y="149"/>
                  <a:pt x="3787" y="161"/>
                  <a:pt x="3791" y="174"/>
                </a:cubicBezTo>
                <a:cubicBezTo>
                  <a:pt x="3795" y="187"/>
                  <a:pt x="3797" y="201"/>
                  <a:pt x="3797" y="216"/>
                </a:cubicBezTo>
                <a:lnTo>
                  <a:pt x="3797" y="223"/>
                </a:lnTo>
                <a:cubicBezTo>
                  <a:pt x="3797" y="230"/>
                  <a:pt x="3795" y="234"/>
                  <a:pt x="3792" y="237"/>
                </a:cubicBezTo>
                <a:cubicBezTo>
                  <a:pt x="3788" y="240"/>
                  <a:pt x="3785" y="241"/>
                  <a:pt x="3780" y="241"/>
                </a:cubicBezTo>
                <a:lnTo>
                  <a:pt x="3631" y="241"/>
                </a:lnTo>
                <a:cubicBezTo>
                  <a:pt x="3631" y="254"/>
                  <a:pt x="3632" y="265"/>
                  <a:pt x="3635" y="275"/>
                </a:cubicBezTo>
                <a:cubicBezTo>
                  <a:pt x="3637" y="285"/>
                  <a:pt x="3642" y="294"/>
                  <a:pt x="3647" y="301"/>
                </a:cubicBezTo>
                <a:cubicBezTo>
                  <a:pt x="3653" y="308"/>
                  <a:pt x="3661" y="314"/>
                  <a:pt x="3671" y="318"/>
                </a:cubicBezTo>
                <a:cubicBezTo>
                  <a:pt x="3680" y="322"/>
                  <a:pt x="3691" y="324"/>
                  <a:pt x="3705" y="324"/>
                </a:cubicBezTo>
                <a:cubicBezTo>
                  <a:pt x="3716" y="324"/>
                  <a:pt x="3726" y="323"/>
                  <a:pt x="3734" y="321"/>
                </a:cubicBezTo>
                <a:cubicBezTo>
                  <a:pt x="3743" y="319"/>
                  <a:pt x="3750" y="317"/>
                  <a:pt x="3756" y="315"/>
                </a:cubicBezTo>
                <a:cubicBezTo>
                  <a:pt x="3762" y="313"/>
                  <a:pt x="3767" y="311"/>
                  <a:pt x="3771" y="309"/>
                </a:cubicBezTo>
                <a:cubicBezTo>
                  <a:pt x="3775" y="307"/>
                  <a:pt x="3778" y="307"/>
                  <a:pt x="3780" y="307"/>
                </a:cubicBezTo>
                <a:cubicBezTo>
                  <a:pt x="3781" y="307"/>
                  <a:pt x="3782" y="307"/>
                  <a:pt x="3783" y="307"/>
                </a:cubicBezTo>
                <a:cubicBezTo>
                  <a:pt x="3784" y="308"/>
                  <a:pt x="3785" y="309"/>
                  <a:pt x="3786" y="310"/>
                </a:cubicBezTo>
                <a:cubicBezTo>
                  <a:pt x="3786" y="311"/>
                  <a:pt x="3786" y="313"/>
                  <a:pt x="3787" y="315"/>
                </a:cubicBezTo>
                <a:cubicBezTo>
                  <a:pt x="3787" y="317"/>
                  <a:pt x="3787" y="320"/>
                  <a:pt x="3787" y="323"/>
                </a:cubicBezTo>
                <a:cubicBezTo>
                  <a:pt x="3787" y="325"/>
                  <a:pt x="3787" y="327"/>
                  <a:pt x="3787" y="328"/>
                </a:cubicBezTo>
                <a:cubicBezTo>
                  <a:pt x="3787" y="330"/>
                  <a:pt x="3786" y="331"/>
                  <a:pt x="3786" y="333"/>
                </a:cubicBezTo>
                <a:cubicBezTo>
                  <a:pt x="3786" y="334"/>
                  <a:pt x="3786" y="335"/>
                  <a:pt x="3785" y="336"/>
                </a:cubicBezTo>
                <a:cubicBezTo>
                  <a:pt x="3784" y="337"/>
                  <a:pt x="3783" y="338"/>
                  <a:pt x="3783" y="339"/>
                </a:cubicBezTo>
                <a:cubicBezTo>
                  <a:pt x="3782" y="340"/>
                  <a:pt x="3779" y="341"/>
                  <a:pt x="3774" y="344"/>
                </a:cubicBezTo>
                <a:cubicBezTo>
                  <a:pt x="3770" y="346"/>
                  <a:pt x="3764" y="348"/>
                  <a:pt x="3757" y="350"/>
                </a:cubicBezTo>
                <a:cubicBezTo>
                  <a:pt x="3750" y="352"/>
                  <a:pt x="3741" y="353"/>
                  <a:pt x="3732" y="355"/>
                </a:cubicBezTo>
                <a:cubicBezTo>
                  <a:pt x="3722" y="357"/>
                  <a:pt x="3712" y="358"/>
                  <a:pt x="3701" y="358"/>
                </a:cubicBezTo>
                <a:cubicBezTo>
                  <a:pt x="3683" y="358"/>
                  <a:pt x="3666" y="355"/>
                  <a:pt x="3652" y="350"/>
                </a:cubicBezTo>
                <a:cubicBezTo>
                  <a:pt x="3638" y="344"/>
                  <a:pt x="3626" y="337"/>
                  <a:pt x="3617" y="326"/>
                </a:cubicBezTo>
                <a:cubicBezTo>
                  <a:pt x="3607" y="316"/>
                  <a:pt x="3600" y="303"/>
                  <a:pt x="3595" y="288"/>
                </a:cubicBezTo>
                <a:cubicBezTo>
                  <a:pt x="3590" y="272"/>
                  <a:pt x="3588" y="254"/>
                  <a:pt x="3588" y="234"/>
                </a:cubicBezTo>
                <a:cubicBezTo>
                  <a:pt x="3588" y="214"/>
                  <a:pt x="3591" y="197"/>
                  <a:pt x="3595" y="181"/>
                </a:cubicBezTo>
                <a:cubicBezTo>
                  <a:pt x="3600" y="166"/>
                  <a:pt x="3608" y="153"/>
                  <a:pt x="3617" y="142"/>
                </a:cubicBezTo>
                <a:cubicBezTo>
                  <a:pt x="3627" y="131"/>
                  <a:pt x="3638" y="123"/>
                  <a:pt x="3652" y="117"/>
                </a:cubicBezTo>
                <a:cubicBezTo>
                  <a:pt x="3665" y="111"/>
                  <a:pt x="3680" y="108"/>
                  <a:pt x="3697" y="108"/>
                </a:cubicBezTo>
                <a:moveTo>
                  <a:pt x="3195" y="108"/>
                </a:moveTo>
                <a:cubicBezTo>
                  <a:pt x="3213" y="108"/>
                  <a:pt x="3230" y="111"/>
                  <a:pt x="3244" y="116"/>
                </a:cubicBezTo>
                <a:cubicBezTo>
                  <a:pt x="3257" y="122"/>
                  <a:pt x="3269" y="130"/>
                  <a:pt x="3278" y="141"/>
                </a:cubicBezTo>
                <a:cubicBezTo>
                  <a:pt x="3287" y="151"/>
                  <a:pt x="3295" y="164"/>
                  <a:pt x="3299" y="179"/>
                </a:cubicBezTo>
                <a:cubicBezTo>
                  <a:pt x="3304" y="194"/>
                  <a:pt x="3306" y="211"/>
                  <a:pt x="3306" y="230"/>
                </a:cubicBezTo>
                <a:cubicBezTo>
                  <a:pt x="3306" y="249"/>
                  <a:pt x="3304" y="266"/>
                  <a:pt x="3299" y="281"/>
                </a:cubicBezTo>
                <a:cubicBezTo>
                  <a:pt x="3294" y="297"/>
                  <a:pt x="3286" y="310"/>
                  <a:pt x="3277" y="322"/>
                </a:cubicBezTo>
                <a:cubicBezTo>
                  <a:pt x="3267" y="333"/>
                  <a:pt x="3255" y="342"/>
                  <a:pt x="3241" y="348"/>
                </a:cubicBezTo>
                <a:cubicBezTo>
                  <a:pt x="3226" y="354"/>
                  <a:pt x="3209" y="358"/>
                  <a:pt x="3190" y="358"/>
                </a:cubicBezTo>
                <a:cubicBezTo>
                  <a:pt x="3171" y="358"/>
                  <a:pt x="3155" y="355"/>
                  <a:pt x="3141" y="349"/>
                </a:cubicBezTo>
                <a:cubicBezTo>
                  <a:pt x="3127" y="344"/>
                  <a:pt x="3116" y="336"/>
                  <a:pt x="3107" y="325"/>
                </a:cubicBezTo>
                <a:cubicBezTo>
                  <a:pt x="3097" y="314"/>
                  <a:pt x="3090" y="302"/>
                  <a:pt x="3086" y="286"/>
                </a:cubicBezTo>
                <a:cubicBezTo>
                  <a:pt x="3081" y="271"/>
                  <a:pt x="3079" y="254"/>
                  <a:pt x="3079" y="235"/>
                </a:cubicBezTo>
                <a:cubicBezTo>
                  <a:pt x="3079" y="216"/>
                  <a:pt x="3081" y="199"/>
                  <a:pt x="3086" y="184"/>
                </a:cubicBezTo>
                <a:cubicBezTo>
                  <a:pt x="3091" y="168"/>
                  <a:pt x="3098" y="155"/>
                  <a:pt x="3108" y="144"/>
                </a:cubicBezTo>
                <a:cubicBezTo>
                  <a:pt x="3117" y="132"/>
                  <a:pt x="3130" y="124"/>
                  <a:pt x="3144" y="117"/>
                </a:cubicBezTo>
                <a:cubicBezTo>
                  <a:pt x="3159" y="111"/>
                  <a:pt x="3176" y="108"/>
                  <a:pt x="3195" y="108"/>
                </a:cubicBezTo>
                <a:moveTo>
                  <a:pt x="2602" y="108"/>
                </a:moveTo>
                <a:cubicBezTo>
                  <a:pt x="2608" y="108"/>
                  <a:pt x="2614" y="109"/>
                  <a:pt x="2620" y="110"/>
                </a:cubicBezTo>
                <a:cubicBezTo>
                  <a:pt x="2626" y="111"/>
                  <a:pt x="2632" y="112"/>
                  <a:pt x="2637" y="113"/>
                </a:cubicBezTo>
                <a:cubicBezTo>
                  <a:pt x="2642" y="115"/>
                  <a:pt x="2646" y="117"/>
                  <a:pt x="2649" y="118"/>
                </a:cubicBezTo>
                <a:cubicBezTo>
                  <a:pt x="2652" y="120"/>
                  <a:pt x="2655" y="122"/>
                  <a:pt x="2657" y="123"/>
                </a:cubicBezTo>
                <a:cubicBezTo>
                  <a:pt x="2658" y="124"/>
                  <a:pt x="2660" y="125"/>
                  <a:pt x="2660" y="127"/>
                </a:cubicBezTo>
                <a:cubicBezTo>
                  <a:pt x="2661" y="128"/>
                  <a:pt x="2661" y="129"/>
                  <a:pt x="2662" y="130"/>
                </a:cubicBezTo>
                <a:cubicBezTo>
                  <a:pt x="2662" y="131"/>
                  <a:pt x="2662" y="133"/>
                  <a:pt x="2662" y="135"/>
                </a:cubicBezTo>
                <a:cubicBezTo>
                  <a:pt x="2663" y="136"/>
                  <a:pt x="2663" y="139"/>
                  <a:pt x="2663" y="141"/>
                </a:cubicBezTo>
                <a:cubicBezTo>
                  <a:pt x="2663" y="144"/>
                  <a:pt x="2663" y="147"/>
                  <a:pt x="2662" y="149"/>
                </a:cubicBezTo>
                <a:cubicBezTo>
                  <a:pt x="2662" y="151"/>
                  <a:pt x="2662" y="153"/>
                  <a:pt x="2661" y="154"/>
                </a:cubicBezTo>
                <a:cubicBezTo>
                  <a:pt x="2661" y="155"/>
                  <a:pt x="2660" y="156"/>
                  <a:pt x="2659" y="157"/>
                </a:cubicBezTo>
                <a:cubicBezTo>
                  <a:pt x="2658" y="157"/>
                  <a:pt x="2657" y="158"/>
                  <a:pt x="2656" y="158"/>
                </a:cubicBezTo>
                <a:cubicBezTo>
                  <a:pt x="2655" y="158"/>
                  <a:pt x="2652" y="157"/>
                  <a:pt x="2650" y="155"/>
                </a:cubicBezTo>
                <a:cubicBezTo>
                  <a:pt x="2647" y="153"/>
                  <a:pt x="2643" y="151"/>
                  <a:pt x="2639" y="149"/>
                </a:cubicBezTo>
                <a:cubicBezTo>
                  <a:pt x="2634" y="147"/>
                  <a:pt x="2629" y="145"/>
                  <a:pt x="2622" y="143"/>
                </a:cubicBezTo>
                <a:cubicBezTo>
                  <a:pt x="2616" y="141"/>
                  <a:pt x="2609" y="140"/>
                  <a:pt x="2602" y="140"/>
                </a:cubicBezTo>
                <a:cubicBezTo>
                  <a:pt x="2595" y="140"/>
                  <a:pt x="2588" y="141"/>
                  <a:pt x="2583" y="143"/>
                </a:cubicBezTo>
                <a:cubicBezTo>
                  <a:pt x="2577" y="144"/>
                  <a:pt x="2573" y="147"/>
                  <a:pt x="2570" y="150"/>
                </a:cubicBezTo>
                <a:cubicBezTo>
                  <a:pt x="2566" y="153"/>
                  <a:pt x="2564" y="156"/>
                  <a:pt x="2562" y="160"/>
                </a:cubicBezTo>
                <a:cubicBezTo>
                  <a:pt x="2560" y="164"/>
                  <a:pt x="2559" y="168"/>
                  <a:pt x="2559" y="173"/>
                </a:cubicBezTo>
                <a:cubicBezTo>
                  <a:pt x="2559" y="180"/>
                  <a:pt x="2561" y="185"/>
                  <a:pt x="2564" y="190"/>
                </a:cubicBezTo>
                <a:cubicBezTo>
                  <a:pt x="2567" y="194"/>
                  <a:pt x="2572" y="198"/>
                  <a:pt x="2577" y="201"/>
                </a:cubicBezTo>
                <a:cubicBezTo>
                  <a:pt x="2583" y="205"/>
                  <a:pt x="2589" y="208"/>
                  <a:pt x="2596" y="210"/>
                </a:cubicBezTo>
                <a:cubicBezTo>
                  <a:pt x="2603" y="213"/>
                  <a:pt x="2610" y="216"/>
                  <a:pt x="2617" y="219"/>
                </a:cubicBezTo>
                <a:cubicBezTo>
                  <a:pt x="2624" y="222"/>
                  <a:pt x="2631" y="225"/>
                  <a:pt x="2638" y="228"/>
                </a:cubicBezTo>
                <a:cubicBezTo>
                  <a:pt x="2645" y="232"/>
                  <a:pt x="2651" y="236"/>
                  <a:pt x="2656" y="241"/>
                </a:cubicBezTo>
                <a:cubicBezTo>
                  <a:pt x="2662" y="246"/>
                  <a:pt x="2666" y="252"/>
                  <a:pt x="2669" y="259"/>
                </a:cubicBezTo>
                <a:cubicBezTo>
                  <a:pt x="2673" y="266"/>
                  <a:pt x="2674" y="275"/>
                  <a:pt x="2674" y="285"/>
                </a:cubicBezTo>
                <a:cubicBezTo>
                  <a:pt x="2674" y="296"/>
                  <a:pt x="2672" y="307"/>
                  <a:pt x="2668" y="316"/>
                </a:cubicBezTo>
                <a:cubicBezTo>
                  <a:pt x="2664" y="325"/>
                  <a:pt x="2657" y="332"/>
                  <a:pt x="2650" y="339"/>
                </a:cubicBezTo>
                <a:cubicBezTo>
                  <a:pt x="2642" y="345"/>
                  <a:pt x="2632" y="350"/>
                  <a:pt x="2621" y="353"/>
                </a:cubicBezTo>
                <a:cubicBezTo>
                  <a:pt x="2610" y="356"/>
                  <a:pt x="2599" y="358"/>
                  <a:pt x="2585" y="358"/>
                </a:cubicBezTo>
                <a:cubicBezTo>
                  <a:pt x="2577" y="358"/>
                  <a:pt x="2570" y="357"/>
                  <a:pt x="2562" y="356"/>
                </a:cubicBezTo>
                <a:cubicBezTo>
                  <a:pt x="2555" y="354"/>
                  <a:pt x="2548" y="353"/>
                  <a:pt x="2543" y="351"/>
                </a:cubicBezTo>
                <a:cubicBezTo>
                  <a:pt x="2537" y="349"/>
                  <a:pt x="2532" y="347"/>
                  <a:pt x="2528" y="345"/>
                </a:cubicBezTo>
                <a:cubicBezTo>
                  <a:pt x="2524" y="343"/>
                  <a:pt x="2521" y="341"/>
                  <a:pt x="2519" y="339"/>
                </a:cubicBezTo>
                <a:cubicBezTo>
                  <a:pt x="2517" y="337"/>
                  <a:pt x="2516" y="335"/>
                  <a:pt x="2515" y="332"/>
                </a:cubicBezTo>
                <a:cubicBezTo>
                  <a:pt x="2514" y="329"/>
                  <a:pt x="2514" y="325"/>
                  <a:pt x="2514" y="320"/>
                </a:cubicBezTo>
                <a:cubicBezTo>
                  <a:pt x="2514" y="316"/>
                  <a:pt x="2514" y="314"/>
                  <a:pt x="2514" y="312"/>
                </a:cubicBezTo>
                <a:cubicBezTo>
                  <a:pt x="2515" y="309"/>
                  <a:pt x="2515" y="308"/>
                  <a:pt x="2516" y="306"/>
                </a:cubicBezTo>
                <a:cubicBezTo>
                  <a:pt x="2516" y="305"/>
                  <a:pt x="2517" y="304"/>
                  <a:pt x="2518" y="303"/>
                </a:cubicBezTo>
                <a:cubicBezTo>
                  <a:pt x="2518" y="303"/>
                  <a:pt x="2519" y="303"/>
                  <a:pt x="2521" y="303"/>
                </a:cubicBezTo>
                <a:cubicBezTo>
                  <a:pt x="2523" y="303"/>
                  <a:pt x="2525" y="304"/>
                  <a:pt x="2529" y="306"/>
                </a:cubicBezTo>
                <a:cubicBezTo>
                  <a:pt x="2533" y="308"/>
                  <a:pt x="2537" y="311"/>
                  <a:pt x="2542" y="313"/>
                </a:cubicBezTo>
                <a:cubicBezTo>
                  <a:pt x="2548" y="316"/>
                  <a:pt x="2554" y="319"/>
                  <a:pt x="2561" y="321"/>
                </a:cubicBezTo>
                <a:cubicBezTo>
                  <a:pt x="2569" y="323"/>
                  <a:pt x="2577" y="324"/>
                  <a:pt x="2586" y="324"/>
                </a:cubicBezTo>
                <a:cubicBezTo>
                  <a:pt x="2593" y="324"/>
                  <a:pt x="2600" y="323"/>
                  <a:pt x="2605" y="322"/>
                </a:cubicBezTo>
                <a:cubicBezTo>
                  <a:pt x="2611" y="320"/>
                  <a:pt x="2616" y="318"/>
                  <a:pt x="2620" y="315"/>
                </a:cubicBezTo>
                <a:cubicBezTo>
                  <a:pt x="2624" y="312"/>
                  <a:pt x="2628" y="309"/>
                  <a:pt x="2630" y="304"/>
                </a:cubicBezTo>
                <a:cubicBezTo>
                  <a:pt x="2632" y="299"/>
                  <a:pt x="2633" y="294"/>
                  <a:pt x="2633" y="288"/>
                </a:cubicBezTo>
                <a:cubicBezTo>
                  <a:pt x="2633" y="281"/>
                  <a:pt x="2632" y="276"/>
                  <a:pt x="2628" y="272"/>
                </a:cubicBezTo>
                <a:cubicBezTo>
                  <a:pt x="2625" y="267"/>
                  <a:pt x="2621" y="264"/>
                  <a:pt x="2615" y="260"/>
                </a:cubicBezTo>
                <a:cubicBezTo>
                  <a:pt x="2610" y="257"/>
                  <a:pt x="2604" y="254"/>
                  <a:pt x="2597" y="251"/>
                </a:cubicBezTo>
                <a:cubicBezTo>
                  <a:pt x="2590" y="249"/>
                  <a:pt x="2584" y="246"/>
                  <a:pt x="2576" y="243"/>
                </a:cubicBezTo>
                <a:cubicBezTo>
                  <a:pt x="2569" y="240"/>
                  <a:pt x="2562" y="237"/>
                  <a:pt x="2555" y="233"/>
                </a:cubicBezTo>
                <a:cubicBezTo>
                  <a:pt x="2549" y="230"/>
                  <a:pt x="2543" y="225"/>
                  <a:pt x="2537" y="220"/>
                </a:cubicBezTo>
                <a:cubicBezTo>
                  <a:pt x="2532" y="215"/>
                  <a:pt x="2528" y="209"/>
                  <a:pt x="2524" y="201"/>
                </a:cubicBezTo>
                <a:cubicBezTo>
                  <a:pt x="2521" y="194"/>
                  <a:pt x="2519" y="186"/>
                  <a:pt x="2519" y="175"/>
                </a:cubicBezTo>
                <a:cubicBezTo>
                  <a:pt x="2519" y="167"/>
                  <a:pt x="2521" y="158"/>
                  <a:pt x="2524" y="150"/>
                </a:cubicBezTo>
                <a:cubicBezTo>
                  <a:pt x="2528" y="142"/>
                  <a:pt x="2533" y="135"/>
                  <a:pt x="2540" y="128"/>
                </a:cubicBezTo>
                <a:cubicBezTo>
                  <a:pt x="2547" y="122"/>
                  <a:pt x="2555" y="117"/>
                  <a:pt x="2566" y="114"/>
                </a:cubicBezTo>
                <a:cubicBezTo>
                  <a:pt x="2576" y="110"/>
                  <a:pt x="2588" y="108"/>
                  <a:pt x="2602" y="108"/>
                </a:cubicBezTo>
                <a:moveTo>
                  <a:pt x="1994" y="108"/>
                </a:moveTo>
                <a:cubicBezTo>
                  <a:pt x="2009" y="108"/>
                  <a:pt x="2022" y="111"/>
                  <a:pt x="2032" y="116"/>
                </a:cubicBezTo>
                <a:cubicBezTo>
                  <a:pt x="2043" y="121"/>
                  <a:pt x="2051" y="128"/>
                  <a:pt x="2058" y="136"/>
                </a:cubicBezTo>
                <a:cubicBezTo>
                  <a:pt x="2064" y="145"/>
                  <a:pt x="2069" y="155"/>
                  <a:pt x="2071" y="166"/>
                </a:cubicBezTo>
                <a:cubicBezTo>
                  <a:pt x="2074" y="178"/>
                  <a:pt x="2075" y="192"/>
                  <a:pt x="2075" y="208"/>
                </a:cubicBezTo>
                <a:lnTo>
                  <a:pt x="2075" y="346"/>
                </a:lnTo>
                <a:cubicBezTo>
                  <a:pt x="2075" y="348"/>
                  <a:pt x="2075" y="349"/>
                  <a:pt x="2074" y="350"/>
                </a:cubicBezTo>
                <a:cubicBezTo>
                  <a:pt x="2074" y="351"/>
                  <a:pt x="2073" y="352"/>
                  <a:pt x="2071" y="352"/>
                </a:cubicBezTo>
                <a:cubicBezTo>
                  <a:pt x="2070" y="353"/>
                  <a:pt x="2068" y="353"/>
                  <a:pt x="2065" y="354"/>
                </a:cubicBezTo>
                <a:cubicBezTo>
                  <a:pt x="2062" y="354"/>
                  <a:pt x="2059" y="354"/>
                  <a:pt x="2055" y="354"/>
                </a:cubicBezTo>
                <a:cubicBezTo>
                  <a:pt x="2051" y="354"/>
                  <a:pt x="2047" y="354"/>
                  <a:pt x="2044" y="354"/>
                </a:cubicBezTo>
                <a:cubicBezTo>
                  <a:pt x="2042" y="353"/>
                  <a:pt x="2040" y="353"/>
                  <a:pt x="2038" y="352"/>
                </a:cubicBezTo>
                <a:cubicBezTo>
                  <a:pt x="2037" y="352"/>
                  <a:pt x="2035" y="351"/>
                  <a:pt x="2035" y="350"/>
                </a:cubicBezTo>
                <a:cubicBezTo>
                  <a:pt x="2034" y="349"/>
                  <a:pt x="2034" y="348"/>
                  <a:pt x="2034" y="346"/>
                </a:cubicBezTo>
                <a:lnTo>
                  <a:pt x="2034" y="214"/>
                </a:lnTo>
                <a:cubicBezTo>
                  <a:pt x="2034" y="201"/>
                  <a:pt x="2033" y="190"/>
                  <a:pt x="2031" y="182"/>
                </a:cubicBezTo>
                <a:cubicBezTo>
                  <a:pt x="2029" y="174"/>
                  <a:pt x="2026" y="168"/>
                  <a:pt x="2022" y="162"/>
                </a:cubicBezTo>
                <a:cubicBezTo>
                  <a:pt x="2018" y="156"/>
                  <a:pt x="2013" y="152"/>
                  <a:pt x="2007" y="149"/>
                </a:cubicBezTo>
                <a:cubicBezTo>
                  <a:pt x="2001" y="146"/>
                  <a:pt x="1994" y="144"/>
                  <a:pt x="1986" y="144"/>
                </a:cubicBezTo>
                <a:cubicBezTo>
                  <a:pt x="1975" y="144"/>
                  <a:pt x="1965" y="148"/>
                  <a:pt x="1954" y="155"/>
                </a:cubicBezTo>
                <a:cubicBezTo>
                  <a:pt x="1944" y="163"/>
                  <a:pt x="1933" y="174"/>
                  <a:pt x="1922" y="188"/>
                </a:cubicBezTo>
                <a:lnTo>
                  <a:pt x="1922" y="346"/>
                </a:lnTo>
                <a:cubicBezTo>
                  <a:pt x="1922" y="348"/>
                  <a:pt x="1921" y="349"/>
                  <a:pt x="1920" y="350"/>
                </a:cubicBezTo>
                <a:cubicBezTo>
                  <a:pt x="1920" y="351"/>
                  <a:pt x="1919" y="352"/>
                  <a:pt x="1917" y="352"/>
                </a:cubicBezTo>
                <a:cubicBezTo>
                  <a:pt x="1916" y="353"/>
                  <a:pt x="1914" y="353"/>
                  <a:pt x="1911" y="354"/>
                </a:cubicBezTo>
                <a:cubicBezTo>
                  <a:pt x="1908" y="354"/>
                  <a:pt x="1905" y="354"/>
                  <a:pt x="1901" y="354"/>
                </a:cubicBezTo>
                <a:cubicBezTo>
                  <a:pt x="1896" y="354"/>
                  <a:pt x="1893" y="354"/>
                  <a:pt x="1890" y="354"/>
                </a:cubicBezTo>
                <a:cubicBezTo>
                  <a:pt x="1888" y="353"/>
                  <a:pt x="1886" y="353"/>
                  <a:pt x="1884" y="352"/>
                </a:cubicBezTo>
                <a:cubicBezTo>
                  <a:pt x="1883" y="352"/>
                  <a:pt x="1881" y="351"/>
                  <a:pt x="1881" y="350"/>
                </a:cubicBezTo>
                <a:cubicBezTo>
                  <a:pt x="1880" y="349"/>
                  <a:pt x="1880" y="348"/>
                  <a:pt x="1880" y="346"/>
                </a:cubicBezTo>
                <a:lnTo>
                  <a:pt x="1880" y="119"/>
                </a:lnTo>
                <a:cubicBezTo>
                  <a:pt x="1880" y="118"/>
                  <a:pt x="1880" y="117"/>
                  <a:pt x="1881" y="116"/>
                </a:cubicBezTo>
                <a:cubicBezTo>
                  <a:pt x="1881" y="115"/>
                  <a:pt x="1882" y="114"/>
                  <a:pt x="1884" y="114"/>
                </a:cubicBezTo>
                <a:cubicBezTo>
                  <a:pt x="1885" y="113"/>
                  <a:pt x="1887" y="112"/>
                  <a:pt x="1889" y="112"/>
                </a:cubicBezTo>
                <a:cubicBezTo>
                  <a:pt x="1892" y="112"/>
                  <a:pt x="1895" y="112"/>
                  <a:pt x="1899" y="112"/>
                </a:cubicBezTo>
                <a:cubicBezTo>
                  <a:pt x="1902" y="112"/>
                  <a:pt x="1906" y="112"/>
                  <a:pt x="1908" y="112"/>
                </a:cubicBezTo>
                <a:cubicBezTo>
                  <a:pt x="1911" y="112"/>
                  <a:pt x="1912" y="113"/>
                  <a:pt x="1914" y="114"/>
                </a:cubicBezTo>
                <a:cubicBezTo>
                  <a:pt x="1915" y="114"/>
                  <a:pt x="1916" y="115"/>
                  <a:pt x="1917" y="116"/>
                </a:cubicBezTo>
                <a:cubicBezTo>
                  <a:pt x="1917" y="117"/>
                  <a:pt x="1918" y="118"/>
                  <a:pt x="1918" y="119"/>
                </a:cubicBezTo>
                <a:lnTo>
                  <a:pt x="1918" y="149"/>
                </a:lnTo>
                <a:cubicBezTo>
                  <a:pt x="1930" y="135"/>
                  <a:pt x="1943" y="125"/>
                  <a:pt x="1956" y="118"/>
                </a:cubicBezTo>
                <a:cubicBezTo>
                  <a:pt x="1968" y="111"/>
                  <a:pt x="1981" y="108"/>
                  <a:pt x="1994" y="108"/>
                </a:cubicBezTo>
                <a:moveTo>
                  <a:pt x="1716" y="108"/>
                </a:moveTo>
                <a:cubicBezTo>
                  <a:pt x="1732" y="108"/>
                  <a:pt x="1746" y="110"/>
                  <a:pt x="1757" y="114"/>
                </a:cubicBezTo>
                <a:cubicBezTo>
                  <a:pt x="1769" y="117"/>
                  <a:pt x="1778" y="123"/>
                  <a:pt x="1785" y="130"/>
                </a:cubicBezTo>
                <a:cubicBezTo>
                  <a:pt x="1792" y="137"/>
                  <a:pt x="1797" y="146"/>
                  <a:pt x="1801" y="157"/>
                </a:cubicBezTo>
                <a:cubicBezTo>
                  <a:pt x="1804" y="167"/>
                  <a:pt x="1805" y="179"/>
                  <a:pt x="1805" y="194"/>
                </a:cubicBezTo>
                <a:lnTo>
                  <a:pt x="1805" y="347"/>
                </a:lnTo>
                <a:cubicBezTo>
                  <a:pt x="1805" y="349"/>
                  <a:pt x="1805" y="350"/>
                  <a:pt x="1803" y="351"/>
                </a:cubicBezTo>
                <a:cubicBezTo>
                  <a:pt x="1802" y="352"/>
                  <a:pt x="1800" y="353"/>
                  <a:pt x="1798" y="353"/>
                </a:cubicBezTo>
                <a:cubicBezTo>
                  <a:pt x="1796" y="354"/>
                  <a:pt x="1792" y="354"/>
                  <a:pt x="1787" y="354"/>
                </a:cubicBezTo>
                <a:cubicBezTo>
                  <a:pt x="1783" y="354"/>
                  <a:pt x="1780" y="354"/>
                  <a:pt x="1777" y="353"/>
                </a:cubicBezTo>
                <a:cubicBezTo>
                  <a:pt x="1774" y="353"/>
                  <a:pt x="1773" y="352"/>
                  <a:pt x="1771" y="351"/>
                </a:cubicBezTo>
                <a:cubicBezTo>
                  <a:pt x="1770" y="350"/>
                  <a:pt x="1769" y="349"/>
                  <a:pt x="1769" y="347"/>
                </a:cubicBezTo>
                <a:lnTo>
                  <a:pt x="1769" y="324"/>
                </a:lnTo>
                <a:cubicBezTo>
                  <a:pt x="1760" y="335"/>
                  <a:pt x="1749" y="343"/>
                  <a:pt x="1736" y="349"/>
                </a:cubicBezTo>
                <a:cubicBezTo>
                  <a:pt x="1724" y="355"/>
                  <a:pt x="1711" y="358"/>
                  <a:pt x="1698" y="358"/>
                </a:cubicBezTo>
                <a:cubicBezTo>
                  <a:pt x="1686" y="358"/>
                  <a:pt x="1675" y="356"/>
                  <a:pt x="1665" y="353"/>
                </a:cubicBezTo>
                <a:cubicBezTo>
                  <a:pt x="1656" y="350"/>
                  <a:pt x="1647" y="345"/>
                  <a:pt x="1641" y="339"/>
                </a:cubicBezTo>
                <a:cubicBezTo>
                  <a:pt x="1634" y="333"/>
                  <a:pt x="1628" y="326"/>
                  <a:pt x="1625" y="318"/>
                </a:cubicBezTo>
                <a:cubicBezTo>
                  <a:pt x="1621" y="309"/>
                  <a:pt x="1619" y="299"/>
                  <a:pt x="1619" y="288"/>
                </a:cubicBezTo>
                <a:cubicBezTo>
                  <a:pt x="1619" y="276"/>
                  <a:pt x="1622" y="265"/>
                  <a:pt x="1627" y="255"/>
                </a:cubicBezTo>
                <a:cubicBezTo>
                  <a:pt x="1632" y="246"/>
                  <a:pt x="1640" y="238"/>
                  <a:pt x="1649" y="232"/>
                </a:cubicBezTo>
                <a:cubicBezTo>
                  <a:pt x="1659" y="225"/>
                  <a:pt x="1671" y="221"/>
                  <a:pt x="1685" y="218"/>
                </a:cubicBezTo>
                <a:cubicBezTo>
                  <a:pt x="1699" y="215"/>
                  <a:pt x="1715" y="213"/>
                  <a:pt x="1733" y="213"/>
                </a:cubicBezTo>
                <a:lnTo>
                  <a:pt x="1764" y="213"/>
                </a:lnTo>
                <a:lnTo>
                  <a:pt x="1764" y="195"/>
                </a:lnTo>
                <a:cubicBezTo>
                  <a:pt x="1764" y="187"/>
                  <a:pt x="1763" y="179"/>
                  <a:pt x="1761" y="172"/>
                </a:cubicBezTo>
                <a:cubicBezTo>
                  <a:pt x="1760" y="165"/>
                  <a:pt x="1756" y="160"/>
                  <a:pt x="1752" y="155"/>
                </a:cubicBezTo>
                <a:cubicBezTo>
                  <a:pt x="1748" y="151"/>
                  <a:pt x="1743" y="148"/>
                  <a:pt x="1736" y="145"/>
                </a:cubicBezTo>
                <a:cubicBezTo>
                  <a:pt x="1730" y="143"/>
                  <a:pt x="1722" y="142"/>
                  <a:pt x="1712" y="142"/>
                </a:cubicBezTo>
                <a:cubicBezTo>
                  <a:pt x="1702" y="142"/>
                  <a:pt x="1693" y="143"/>
                  <a:pt x="1684" y="146"/>
                </a:cubicBezTo>
                <a:cubicBezTo>
                  <a:pt x="1676" y="148"/>
                  <a:pt x="1669" y="151"/>
                  <a:pt x="1663" y="154"/>
                </a:cubicBezTo>
                <a:cubicBezTo>
                  <a:pt x="1657" y="157"/>
                  <a:pt x="1652" y="159"/>
                  <a:pt x="1648" y="162"/>
                </a:cubicBezTo>
                <a:cubicBezTo>
                  <a:pt x="1644" y="164"/>
                  <a:pt x="1640" y="165"/>
                  <a:pt x="1639" y="165"/>
                </a:cubicBezTo>
                <a:cubicBezTo>
                  <a:pt x="1637" y="165"/>
                  <a:pt x="1636" y="165"/>
                  <a:pt x="1635" y="164"/>
                </a:cubicBezTo>
                <a:cubicBezTo>
                  <a:pt x="1634" y="164"/>
                  <a:pt x="1633" y="163"/>
                  <a:pt x="1632" y="161"/>
                </a:cubicBezTo>
                <a:cubicBezTo>
                  <a:pt x="1632" y="160"/>
                  <a:pt x="1631" y="158"/>
                  <a:pt x="1631" y="156"/>
                </a:cubicBezTo>
                <a:cubicBezTo>
                  <a:pt x="1630" y="154"/>
                  <a:pt x="1630" y="152"/>
                  <a:pt x="1630" y="149"/>
                </a:cubicBezTo>
                <a:cubicBezTo>
                  <a:pt x="1630" y="145"/>
                  <a:pt x="1630" y="142"/>
                  <a:pt x="1631" y="139"/>
                </a:cubicBezTo>
                <a:cubicBezTo>
                  <a:pt x="1632" y="137"/>
                  <a:pt x="1633" y="134"/>
                  <a:pt x="1635" y="132"/>
                </a:cubicBezTo>
                <a:cubicBezTo>
                  <a:pt x="1638" y="130"/>
                  <a:pt x="1641" y="128"/>
                  <a:pt x="1647" y="125"/>
                </a:cubicBezTo>
                <a:cubicBezTo>
                  <a:pt x="1653" y="122"/>
                  <a:pt x="1659" y="119"/>
                  <a:pt x="1666" y="117"/>
                </a:cubicBezTo>
                <a:cubicBezTo>
                  <a:pt x="1674" y="114"/>
                  <a:pt x="1681" y="112"/>
                  <a:pt x="1690" y="111"/>
                </a:cubicBezTo>
                <a:cubicBezTo>
                  <a:pt x="1699" y="109"/>
                  <a:pt x="1707" y="108"/>
                  <a:pt x="1716" y="108"/>
                </a:cubicBezTo>
                <a:moveTo>
                  <a:pt x="1360" y="108"/>
                </a:moveTo>
                <a:cubicBezTo>
                  <a:pt x="1378" y="108"/>
                  <a:pt x="1393" y="111"/>
                  <a:pt x="1405" y="117"/>
                </a:cubicBezTo>
                <a:cubicBezTo>
                  <a:pt x="1418" y="122"/>
                  <a:pt x="1428" y="130"/>
                  <a:pt x="1436" y="140"/>
                </a:cubicBezTo>
                <a:cubicBezTo>
                  <a:pt x="1445" y="149"/>
                  <a:pt x="1450" y="161"/>
                  <a:pt x="1454" y="174"/>
                </a:cubicBezTo>
                <a:cubicBezTo>
                  <a:pt x="1458" y="187"/>
                  <a:pt x="1460" y="201"/>
                  <a:pt x="1460" y="216"/>
                </a:cubicBezTo>
                <a:lnTo>
                  <a:pt x="1460" y="223"/>
                </a:lnTo>
                <a:cubicBezTo>
                  <a:pt x="1460" y="230"/>
                  <a:pt x="1458" y="234"/>
                  <a:pt x="1455" y="237"/>
                </a:cubicBezTo>
                <a:cubicBezTo>
                  <a:pt x="1452" y="240"/>
                  <a:pt x="1448" y="241"/>
                  <a:pt x="1444" y="241"/>
                </a:cubicBezTo>
                <a:lnTo>
                  <a:pt x="1294" y="241"/>
                </a:lnTo>
                <a:cubicBezTo>
                  <a:pt x="1294" y="254"/>
                  <a:pt x="1295" y="265"/>
                  <a:pt x="1298" y="275"/>
                </a:cubicBezTo>
                <a:cubicBezTo>
                  <a:pt x="1301" y="285"/>
                  <a:pt x="1305" y="294"/>
                  <a:pt x="1311" y="301"/>
                </a:cubicBezTo>
                <a:cubicBezTo>
                  <a:pt x="1317" y="308"/>
                  <a:pt x="1324" y="314"/>
                  <a:pt x="1334" y="318"/>
                </a:cubicBezTo>
                <a:cubicBezTo>
                  <a:pt x="1343" y="322"/>
                  <a:pt x="1355" y="324"/>
                  <a:pt x="1368" y="324"/>
                </a:cubicBezTo>
                <a:cubicBezTo>
                  <a:pt x="1379" y="324"/>
                  <a:pt x="1389" y="323"/>
                  <a:pt x="1397" y="321"/>
                </a:cubicBezTo>
                <a:cubicBezTo>
                  <a:pt x="1406" y="319"/>
                  <a:pt x="1413" y="317"/>
                  <a:pt x="1419" y="315"/>
                </a:cubicBezTo>
                <a:cubicBezTo>
                  <a:pt x="1426" y="313"/>
                  <a:pt x="1430" y="311"/>
                  <a:pt x="1434" y="309"/>
                </a:cubicBezTo>
                <a:cubicBezTo>
                  <a:pt x="1438" y="307"/>
                  <a:pt x="1441" y="307"/>
                  <a:pt x="1444" y="307"/>
                </a:cubicBezTo>
                <a:cubicBezTo>
                  <a:pt x="1445" y="307"/>
                  <a:pt x="1446" y="307"/>
                  <a:pt x="1447" y="307"/>
                </a:cubicBezTo>
                <a:cubicBezTo>
                  <a:pt x="1447" y="308"/>
                  <a:pt x="1448" y="309"/>
                  <a:pt x="1449" y="310"/>
                </a:cubicBezTo>
                <a:cubicBezTo>
                  <a:pt x="1449" y="311"/>
                  <a:pt x="1450" y="313"/>
                  <a:pt x="1450" y="315"/>
                </a:cubicBezTo>
                <a:cubicBezTo>
                  <a:pt x="1450" y="317"/>
                  <a:pt x="1450" y="320"/>
                  <a:pt x="1450" y="323"/>
                </a:cubicBezTo>
                <a:cubicBezTo>
                  <a:pt x="1450" y="325"/>
                  <a:pt x="1450" y="327"/>
                  <a:pt x="1450" y="328"/>
                </a:cubicBezTo>
                <a:cubicBezTo>
                  <a:pt x="1450" y="330"/>
                  <a:pt x="1450" y="331"/>
                  <a:pt x="1450" y="333"/>
                </a:cubicBezTo>
                <a:cubicBezTo>
                  <a:pt x="1449" y="334"/>
                  <a:pt x="1449" y="335"/>
                  <a:pt x="1448" y="336"/>
                </a:cubicBezTo>
                <a:cubicBezTo>
                  <a:pt x="1447" y="337"/>
                  <a:pt x="1447" y="338"/>
                  <a:pt x="1446" y="339"/>
                </a:cubicBezTo>
                <a:cubicBezTo>
                  <a:pt x="1445" y="340"/>
                  <a:pt x="1442" y="341"/>
                  <a:pt x="1438" y="344"/>
                </a:cubicBezTo>
                <a:cubicBezTo>
                  <a:pt x="1433" y="346"/>
                  <a:pt x="1427" y="348"/>
                  <a:pt x="1420" y="350"/>
                </a:cubicBezTo>
                <a:cubicBezTo>
                  <a:pt x="1413" y="352"/>
                  <a:pt x="1404" y="353"/>
                  <a:pt x="1395" y="355"/>
                </a:cubicBezTo>
                <a:cubicBezTo>
                  <a:pt x="1385" y="357"/>
                  <a:pt x="1375" y="358"/>
                  <a:pt x="1364" y="358"/>
                </a:cubicBezTo>
                <a:cubicBezTo>
                  <a:pt x="1346" y="358"/>
                  <a:pt x="1330" y="355"/>
                  <a:pt x="1315" y="350"/>
                </a:cubicBezTo>
                <a:cubicBezTo>
                  <a:pt x="1301" y="344"/>
                  <a:pt x="1290" y="337"/>
                  <a:pt x="1280" y="326"/>
                </a:cubicBezTo>
                <a:cubicBezTo>
                  <a:pt x="1270" y="316"/>
                  <a:pt x="1263" y="303"/>
                  <a:pt x="1258" y="288"/>
                </a:cubicBezTo>
                <a:cubicBezTo>
                  <a:pt x="1253" y="272"/>
                  <a:pt x="1251" y="254"/>
                  <a:pt x="1251" y="234"/>
                </a:cubicBezTo>
                <a:cubicBezTo>
                  <a:pt x="1251" y="214"/>
                  <a:pt x="1254" y="197"/>
                  <a:pt x="1259" y="181"/>
                </a:cubicBezTo>
                <a:cubicBezTo>
                  <a:pt x="1264" y="166"/>
                  <a:pt x="1271" y="153"/>
                  <a:pt x="1281" y="142"/>
                </a:cubicBezTo>
                <a:cubicBezTo>
                  <a:pt x="1290" y="131"/>
                  <a:pt x="1301" y="123"/>
                  <a:pt x="1315" y="117"/>
                </a:cubicBezTo>
                <a:cubicBezTo>
                  <a:pt x="1328" y="111"/>
                  <a:pt x="1343" y="108"/>
                  <a:pt x="1360" y="108"/>
                </a:cubicBezTo>
                <a:moveTo>
                  <a:pt x="301" y="108"/>
                </a:moveTo>
                <a:cubicBezTo>
                  <a:pt x="317" y="108"/>
                  <a:pt x="331" y="110"/>
                  <a:pt x="343" y="114"/>
                </a:cubicBezTo>
                <a:cubicBezTo>
                  <a:pt x="354" y="117"/>
                  <a:pt x="363" y="123"/>
                  <a:pt x="370" y="130"/>
                </a:cubicBezTo>
                <a:cubicBezTo>
                  <a:pt x="377" y="137"/>
                  <a:pt x="382" y="146"/>
                  <a:pt x="386" y="157"/>
                </a:cubicBezTo>
                <a:cubicBezTo>
                  <a:pt x="389" y="167"/>
                  <a:pt x="391" y="179"/>
                  <a:pt x="391" y="194"/>
                </a:cubicBezTo>
                <a:lnTo>
                  <a:pt x="391" y="347"/>
                </a:lnTo>
                <a:cubicBezTo>
                  <a:pt x="391" y="349"/>
                  <a:pt x="390" y="350"/>
                  <a:pt x="388" y="351"/>
                </a:cubicBezTo>
                <a:cubicBezTo>
                  <a:pt x="387" y="352"/>
                  <a:pt x="385" y="353"/>
                  <a:pt x="383" y="353"/>
                </a:cubicBezTo>
                <a:cubicBezTo>
                  <a:pt x="381" y="354"/>
                  <a:pt x="377" y="354"/>
                  <a:pt x="373" y="354"/>
                </a:cubicBezTo>
                <a:cubicBezTo>
                  <a:pt x="368" y="354"/>
                  <a:pt x="365" y="354"/>
                  <a:pt x="362" y="353"/>
                </a:cubicBezTo>
                <a:cubicBezTo>
                  <a:pt x="359" y="353"/>
                  <a:pt x="358" y="352"/>
                  <a:pt x="356" y="351"/>
                </a:cubicBezTo>
                <a:cubicBezTo>
                  <a:pt x="355" y="350"/>
                  <a:pt x="355" y="349"/>
                  <a:pt x="355" y="347"/>
                </a:cubicBezTo>
                <a:lnTo>
                  <a:pt x="355" y="324"/>
                </a:lnTo>
                <a:cubicBezTo>
                  <a:pt x="345" y="335"/>
                  <a:pt x="334" y="343"/>
                  <a:pt x="321" y="349"/>
                </a:cubicBezTo>
                <a:cubicBezTo>
                  <a:pt x="309" y="355"/>
                  <a:pt x="296" y="358"/>
                  <a:pt x="283" y="358"/>
                </a:cubicBezTo>
                <a:cubicBezTo>
                  <a:pt x="271" y="358"/>
                  <a:pt x="260" y="356"/>
                  <a:pt x="250" y="353"/>
                </a:cubicBezTo>
                <a:cubicBezTo>
                  <a:pt x="241" y="350"/>
                  <a:pt x="232" y="345"/>
                  <a:pt x="226" y="339"/>
                </a:cubicBezTo>
                <a:cubicBezTo>
                  <a:pt x="219" y="333"/>
                  <a:pt x="213" y="326"/>
                  <a:pt x="210" y="318"/>
                </a:cubicBezTo>
                <a:cubicBezTo>
                  <a:pt x="206" y="309"/>
                  <a:pt x="204" y="299"/>
                  <a:pt x="204" y="288"/>
                </a:cubicBezTo>
                <a:cubicBezTo>
                  <a:pt x="204" y="276"/>
                  <a:pt x="207" y="265"/>
                  <a:pt x="212" y="255"/>
                </a:cubicBezTo>
                <a:cubicBezTo>
                  <a:pt x="217" y="246"/>
                  <a:pt x="225" y="238"/>
                  <a:pt x="234" y="232"/>
                </a:cubicBezTo>
                <a:cubicBezTo>
                  <a:pt x="244" y="225"/>
                  <a:pt x="256" y="221"/>
                  <a:pt x="270" y="218"/>
                </a:cubicBezTo>
                <a:cubicBezTo>
                  <a:pt x="284" y="215"/>
                  <a:pt x="300" y="213"/>
                  <a:pt x="318" y="213"/>
                </a:cubicBezTo>
                <a:lnTo>
                  <a:pt x="349" y="213"/>
                </a:lnTo>
                <a:lnTo>
                  <a:pt x="349" y="195"/>
                </a:lnTo>
                <a:cubicBezTo>
                  <a:pt x="349" y="187"/>
                  <a:pt x="348" y="179"/>
                  <a:pt x="346" y="172"/>
                </a:cubicBezTo>
                <a:cubicBezTo>
                  <a:pt x="345" y="165"/>
                  <a:pt x="341" y="160"/>
                  <a:pt x="337" y="155"/>
                </a:cubicBezTo>
                <a:cubicBezTo>
                  <a:pt x="333" y="151"/>
                  <a:pt x="328" y="148"/>
                  <a:pt x="321" y="145"/>
                </a:cubicBezTo>
                <a:cubicBezTo>
                  <a:pt x="315" y="143"/>
                  <a:pt x="307" y="142"/>
                  <a:pt x="297" y="142"/>
                </a:cubicBezTo>
                <a:cubicBezTo>
                  <a:pt x="287" y="142"/>
                  <a:pt x="278" y="143"/>
                  <a:pt x="270" y="146"/>
                </a:cubicBezTo>
                <a:cubicBezTo>
                  <a:pt x="261" y="148"/>
                  <a:pt x="254" y="151"/>
                  <a:pt x="248" y="154"/>
                </a:cubicBezTo>
                <a:cubicBezTo>
                  <a:pt x="242" y="157"/>
                  <a:pt x="237" y="159"/>
                  <a:pt x="233" y="162"/>
                </a:cubicBezTo>
                <a:cubicBezTo>
                  <a:pt x="229" y="164"/>
                  <a:pt x="225" y="165"/>
                  <a:pt x="224" y="165"/>
                </a:cubicBezTo>
                <a:cubicBezTo>
                  <a:pt x="222" y="165"/>
                  <a:pt x="221" y="165"/>
                  <a:pt x="220" y="164"/>
                </a:cubicBezTo>
                <a:cubicBezTo>
                  <a:pt x="219" y="164"/>
                  <a:pt x="218" y="163"/>
                  <a:pt x="217" y="161"/>
                </a:cubicBezTo>
                <a:cubicBezTo>
                  <a:pt x="217" y="160"/>
                  <a:pt x="216" y="158"/>
                  <a:pt x="216" y="156"/>
                </a:cubicBezTo>
                <a:cubicBezTo>
                  <a:pt x="216" y="154"/>
                  <a:pt x="215" y="152"/>
                  <a:pt x="215" y="149"/>
                </a:cubicBezTo>
                <a:cubicBezTo>
                  <a:pt x="215" y="145"/>
                  <a:pt x="216" y="142"/>
                  <a:pt x="216" y="139"/>
                </a:cubicBezTo>
                <a:cubicBezTo>
                  <a:pt x="217" y="137"/>
                  <a:pt x="218" y="134"/>
                  <a:pt x="220" y="132"/>
                </a:cubicBezTo>
                <a:cubicBezTo>
                  <a:pt x="223" y="130"/>
                  <a:pt x="226" y="128"/>
                  <a:pt x="232" y="125"/>
                </a:cubicBezTo>
                <a:cubicBezTo>
                  <a:pt x="238" y="122"/>
                  <a:pt x="244" y="119"/>
                  <a:pt x="251" y="117"/>
                </a:cubicBezTo>
                <a:cubicBezTo>
                  <a:pt x="259" y="114"/>
                  <a:pt x="266" y="112"/>
                  <a:pt x="275" y="111"/>
                </a:cubicBezTo>
                <a:cubicBezTo>
                  <a:pt x="284" y="109"/>
                  <a:pt x="292" y="108"/>
                  <a:pt x="301" y="108"/>
                </a:cubicBezTo>
                <a:moveTo>
                  <a:pt x="6140" y="50"/>
                </a:moveTo>
                <a:cubicBezTo>
                  <a:pt x="6144" y="50"/>
                  <a:pt x="6147" y="50"/>
                  <a:pt x="6150" y="50"/>
                </a:cubicBezTo>
                <a:cubicBezTo>
                  <a:pt x="6153" y="51"/>
                  <a:pt x="6155" y="51"/>
                  <a:pt x="6156" y="52"/>
                </a:cubicBezTo>
                <a:cubicBezTo>
                  <a:pt x="6158" y="53"/>
                  <a:pt x="6159" y="54"/>
                  <a:pt x="6159" y="55"/>
                </a:cubicBezTo>
                <a:cubicBezTo>
                  <a:pt x="6160" y="56"/>
                  <a:pt x="6160" y="57"/>
                  <a:pt x="6160" y="58"/>
                </a:cubicBezTo>
                <a:lnTo>
                  <a:pt x="6160" y="113"/>
                </a:lnTo>
                <a:lnTo>
                  <a:pt x="6219" y="113"/>
                </a:lnTo>
                <a:cubicBezTo>
                  <a:pt x="6220" y="113"/>
                  <a:pt x="6221" y="113"/>
                  <a:pt x="6222" y="114"/>
                </a:cubicBezTo>
                <a:cubicBezTo>
                  <a:pt x="6223" y="114"/>
                  <a:pt x="6224" y="115"/>
                  <a:pt x="6225" y="117"/>
                </a:cubicBezTo>
                <a:cubicBezTo>
                  <a:pt x="6226" y="118"/>
                  <a:pt x="6226" y="120"/>
                  <a:pt x="6226" y="122"/>
                </a:cubicBezTo>
                <a:cubicBezTo>
                  <a:pt x="6227" y="124"/>
                  <a:pt x="6227" y="127"/>
                  <a:pt x="6227" y="130"/>
                </a:cubicBezTo>
                <a:cubicBezTo>
                  <a:pt x="6227" y="136"/>
                  <a:pt x="6226" y="141"/>
                  <a:pt x="6225" y="143"/>
                </a:cubicBezTo>
                <a:cubicBezTo>
                  <a:pt x="6223" y="146"/>
                  <a:pt x="6221" y="147"/>
                  <a:pt x="6219" y="147"/>
                </a:cubicBezTo>
                <a:lnTo>
                  <a:pt x="6160" y="147"/>
                </a:lnTo>
                <a:lnTo>
                  <a:pt x="6160" y="274"/>
                </a:lnTo>
                <a:cubicBezTo>
                  <a:pt x="6160" y="290"/>
                  <a:pt x="6163" y="301"/>
                  <a:pt x="6168" y="309"/>
                </a:cubicBezTo>
                <a:cubicBezTo>
                  <a:pt x="6172" y="317"/>
                  <a:pt x="6180" y="321"/>
                  <a:pt x="6192" y="321"/>
                </a:cubicBezTo>
                <a:cubicBezTo>
                  <a:pt x="6196" y="321"/>
                  <a:pt x="6200" y="321"/>
                  <a:pt x="6202" y="320"/>
                </a:cubicBezTo>
                <a:cubicBezTo>
                  <a:pt x="6206" y="320"/>
                  <a:pt x="6208" y="319"/>
                  <a:pt x="6211" y="318"/>
                </a:cubicBezTo>
                <a:cubicBezTo>
                  <a:pt x="6213" y="317"/>
                  <a:pt x="6215" y="316"/>
                  <a:pt x="6217" y="316"/>
                </a:cubicBezTo>
                <a:cubicBezTo>
                  <a:pt x="6218" y="315"/>
                  <a:pt x="6220" y="314"/>
                  <a:pt x="6221" y="314"/>
                </a:cubicBezTo>
                <a:cubicBezTo>
                  <a:pt x="6222" y="314"/>
                  <a:pt x="6223" y="315"/>
                  <a:pt x="6224" y="315"/>
                </a:cubicBezTo>
                <a:cubicBezTo>
                  <a:pt x="6224" y="315"/>
                  <a:pt x="6225" y="316"/>
                  <a:pt x="6225" y="317"/>
                </a:cubicBezTo>
                <a:cubicBezTo>
                  <a:pt x="6226" y="319"/>
                  <a:pt x="6226" y="320"/>
                  <a:pt x="6226" y="322"/>
                </a:cubicBezTo>
                <a:cubicBezTo>
                  <a:pt x="6227" y="324"/>
                  <a:pt x="6227" y="327"/>
                  <a:pt x="6227" y="330"/>
                </a:cubicBezTo>
                <a:cubicBezTo>
                  <a:pt x="6227" y="335"/>
                  <a:pt x="6227" y="339"/>
                  <a:pt x="6226" y="341"/>
                </a:cubicBezTo>
                <a:cubicBezTo>
                  <a:pt x="6225" y="344"/>
                  <a:pt x="6224" y="346"/>
                  <a:pt x="6223" y="348"/>
                </a:cubicBezTo>
                <a:cubicBezTo>
                  <a:pt x="6222" y="349"/>
                  <a:pt x="6220" y="350"/>
                  <a:pt x="6217" y="351"/>
                </a:cubicBezTo>
                <a:cubicBezTo>
                  <a:pt x="6214" y="353"/>
                  <a:pt x="6211" y="354"/>
                  <a:pt x="6208" y="354"/>
                </a:cubicBezTo>
                <a:cubicBezTo>
                  <a:pt x="6204" y="355"/>
                  <a:pt x="6201" y="356"/>
                  <a:pt x="6197" y="356"/>
                </a:cubicBezTo>
                <a:cubicBezTo>
                  <a:pt x="6193" y="357"/>
                  <a:pt x="6189" y="357"/>
                  <a:pt x="6185" y="357"/>
                </a:cubicBezTo>
                <a:cubicBezTo>
                  <a:pt x="6174" y="357"/>
                  <a:pt x="6163" y="355"/>
                  <a:pt x="6155" y="352"/>
                </a:cubicBezTo>
                <a:cubicBezTo>
                  <a:pt x="6147" y="349"/>
                  <a:pt x="6140" y="345"/>
                  <a:pt x="6134" y="338"/>
                </a:cubicBezTo>
                <a:cubicBezTo>
                  <a:pt x="6129" y="332"/>
                  <a:pt x="6125" y="324"/>
                  <a:pt x="6123" y="314"/>
                </a:cubicBezTo>
                <a:cubicBezTo>
                  <a:pt x="6120" y="305"/>
                  <a:pt x="6119" y="293"/>
                  <a:pt x="6119" y="280"/>
                </a:cubicBezTo>
                <a:lnTo>
                  <a:pt x="6119" y="147"/>
                </a:lnTo>
                <a:lnTo>
                  <a:pt x="6087" y="147"/>
                </a:lnTo>
                <a:cubicBezTo>
                  <a:pt x="6085" y="147"/>
                  <a:pt x="6083" y="146"/>
                  <a:pt x="6081" y="143"/>
                </a:cubicBezTo>
                <a:cubicBezTo>
                  <a:pt x="6080" y="141"/>
                  <a:pt x="6079" y="136"/>
                  <a:pt x="6079" y="130"/>
                </a:cubicBezTo>
                <a:cubicBezTo>
                  <a:pt x="6079" y="127"/>
                  <a:pt x="6079" y="124"/>
                  <a:pt x="6079" y="122"/>
                </a:cubicBezTo>
                <a:cubicBezTo>
                  <a:pt x="6080" y="120"/>
                  <a:pt x="6080" y="118"/>
                  <a:pt x="6081" y="117"/>
                </a:cubicBezTo>
                <a:cubicBezTo>
                  <a:pt x="6082" y="115"/>
                  <a:pt x="6083" y="114"/>
                  <a:pt x="6084" y="114"/>
                </a:cubicBezTo>
                <a:cubicBezTo>
                  <a:pt x="6085" y="113"/>
                  <a:pt x="6086" y="113"/>
                  <a:pt x="6087" y="113"/>
                </a:cubicBezTo>
                <a:lnTo>
                  <a:pt x="6119" y="113"/>
                </a:lnTo>
                <a:lnTo>
                  <a:pt x="6119" y="58"/>
                </a:lnTo>
                <a:cubicBezTo>
                  <a:pt x="6119" y="57"/>
                  <a:pt x="6119" y="56"/>
                  <a:pt x="6120" y="55"/>
                </a:cubicBezTo>
                <a:cubicBezTo>
                  <a:pt x="6120" y="54"/>
                  <a:pt x="6121" y="53"/>
                  <a:pt x="6123" y="52"/>
                </a:cubicBezTo>
                <a:cubicBezTo>
                  <a:pt x="6125" y="51"/>
                  <a:pt x="6127" y="51"/>
                  <a:pt x="6129" y="50"/>
                </a:cubicBezTo>
                <a:cubicBezTo>
                  <a:pt x="6132" y="50"/>
                  <a:pt x="6135" y="50"/>
                  <a:pt x="6140" y="50"/>
                </a:cubicBezTo>
                <a:moveTo>
                  <a:pt x="491" y="50"/>
                </a:moveTo>
                <a:cubicBezTo>
                  <a:pt x="496" y="50"/>
                  <a:pt x="499" y="50"/>
                  <a:pt x="502" y="50"/>
                </a:cubicBezTo>
                <a:cubicBezTo>
                  <a:pt x="504" y="51"/>
                  <a:pt x="507" y="51"/>
                  <a:pt x="508" y="52"/>
                </a:cubicBezTo>
                <a:cubicBezTo>
                  <a:pt x="509" y="53"/>
                  <a:pt x="510" y="54"/>
                  <a:pt x="511" y="55"/>
                </a:cubicBezTo>
                <a:cubicBezTo>
                  <a:pt x="512" y="56"/>
                  <a:pt x="512" y="57"/>
                  <a:pt x="512" y="58"/>
                </a:cubicBezTo>
                <a:lnTo>
                  <a:pt x="512" y="113"/>
                </a:lnTo>
                <a:lnTo>
                  <a:pt x="570" y="113"/>
                </a:lnTo>
                <a:cubicBezTo>
                  <a:pt x="572" y="113"/>
                  <a:pt x="573" y="113"/>
                  <a:pt x="574" y="114"/>
                </a:cubicBezTo>
                <a:cubicBezTo>
                  <a:pt x="575" y="114"/>
                  <a:pt x="576" y="115"/>
                  <a:pt x="577" y="117"/>
                </a:cubicBezTo>
                <a:cubicBezTo>
                  <a:pt x="577" y="118"/>
                  <a:pt x="578" y="120"/>
                  <a:pt x="578" y="122"/>
                </a:cubicBezTo>
                <a:cubicBezTo>
                  <a:pt x="579" y="124"/>
                  <a:pt x="579" y="127"/>
                  <a:pt x="579" y="130"/>
                </a:cubicBezTo>
                <a:cubicBezTo>
                  <a:pt x="579" y="136"/>
                  <a:pt x="578" y="141"/>
                  <a:pt x="576" y="143"/>
                </a:cubicBezTo>
                <a:cubicBezTo>
                  <a:pt x="575" y="146"/>
                  <a:pt x="573" y="147"/>
                  <a:pt x="570" y="147"/>
                </a:cubicBezTo>
                <a:lnTo>
                  <a:pt x="512" y="147"/>
                </a:lnTo>
                <a:lnTo>
                  <a:pt x="512" y="274"/>
                </a:lnTo>
                <a:cubicBezTo>
                  <a:pt x="512" y="290"/>
                  <a:pt x="515" y="301"/>
                  <a:pt x="519" y="309"/>
                </a:cubicBezTo>
                <a:cubicBezTo>
                  <a:pt x="524" y="317"/>
                  <a:pt x="532" y="321"/>
                  <a:pt x="544" y="321"/>
                </a:cubicBezTo>
                <a:cubicBezTo>
                  <a:pt x="548" y="321"/>
                  <a:pt x="551" y="321"/>
                  <a:pt x="554" y="320"/>
                </a:cubicBezTo>
                <a:cubicBezTo>
                  <a:pt x="557" y="320"/>
                  <a:pt x="560" y="319"/>
                  <a:pt x="562" y="318"/>
                </a:cubicBezTo>
                <a:cubicBezTo>
                  <a:pt x="565" y="317"/>
                  <a:pt x="567" y="316"/>
                  <a:pt x="569" y="316"/>
                </a:cubicBezTo>
                <a:cubicBezTo>
                  <a:pt x="570" y="315"/>
                  <a:pt x="572" y="314"/>
                  <a:pt x="573" y="314"/>
                </a:cubicBezTo>
                <a:cubicBezTo>
                  <a:pt x="574" y="314"/>
                  <a:pt x="575" y="315"/>
                  <a:pt x="575" y="315"/>
                </a:cubicBezTo>
                <a:cubicBezTo>
                  <a:pt x="576" y="315"/>
                  <a:pt x="577" y="316"/>
                  <a:pt x="577" y="317"/>
                </a:cubicBezTo>
                <a:cubicBezTo>
                  <a:pt x="577" y="319"/>
                  <a:pt x="578" y="320"/>
                  <a:pt x="578" y="322"/>
                </a:cubicBezTo>
                <a:cubicBezTo>
                  <a:pt x="579" y="324"/>
                  <a:pt x="579" y="327"/>
                  <a:pt x="579" y="330"/>
                </a:cubicBezTo>
                <a:cubicBezTo>
                  <a:pt x="579" y="335"/>
                  <a:pt x="579" y="339"/>
                  <a:pt x="578" y="341"/>
                </a:cubicBezTo>
                <a:cubicBezTo>
                  <a:pt x="577" y="344"/>
                  <a:pt x="576" y="346"/>
                  <a:pt x="575" y="348"/>
                </a:cubicBezTo>
                <a:cubicBezTo>
                  <a:pt x="574" y="349"/>
                  <a:pt x="571" y="350"/>
                  <a:pt x="569" y="351"/>
                </a:cubicBezTo>
                <a:cubicBezTo>
                  <a:pt x="566" y="353"/>
                  <a:pt x="563" y="354"/>
                  <a:pt x="560" y="354"/>
                </a:cubicBezTo>
                <a:cubicBezTo>
                  <a:pt x="556" y="355"/>
                  <a:pt x="552" y="356"/>
                  <a:pt x="549" y="356"/>
                </a:cubicBezTo>
                <a:cubicBezTo>
                  <a:pt x="545" y="357"/>
                  <a:pt x="541" y="357"/>
                  <a:pt x="537" y="357"/>
                </a:cubicBezTo>
                <a:cubicBezTo>
                  <a:pt x="525" y="357"/>
                  <a:pt x="515" y="355"/>
                  <a:pt x="507" y="352"/>
                </a:cubicBezTo>
                <a:cubicBezTo>
                  <a:pt x="498" y="349"/>
                  <a:pt x="491" y="345"/>
                  <a:pt x="486" y="338"/>
                </a:cubicBezTo>
                <a:cubicBezTo>
                  <a:pt x="481" y="332"/>
                  <a:pt x="477" y="324"/>
                  <a:pt x="474" y="314"/>
                </a:cubicBezTo>
                <a:cubicBezTo>
                  <a:pt x="472" y="305"/>
                  <a:pt x="471" y="293"/>
                  <a:pt x="471" y="280"/>
                </a:cubicBezTo>
                <a:lnTo>
                  <a:pt x="471" y="147"/>
                </a:lnTo>
                <a:lnTo>
                  <a:pt x="439" y="147"/>
                </a:lnTo>
                <a:cubicBezTo>
                  <a:pt x="436" y="147"/>
                  <a:pt x="434" y="146"/>
                  <a:pt x="433" y="143"/>
                </a:cubicBezTo>
                <a:cubicBezTo>
                  <a:pt x="431" y="141"/>
                  <a:pt x="430" y="136"/>
                  <a:pt x="430" y="130"/>
                </a:cubicBezTo>
                <a:cubicBezTo>
                  <a:pt x="430" y="127"/>
                  <a:pt x="431" y="124"/>
                  <a:pt x="431" y="122"/>
                </a:cubicBezTo>
                <a:cubicBezTo>
                  <a:pt x="431" y="120"/>
                  <a:pt x="432" y="118"/>
                  <a:pt x="433" y="117"/>
                </a:cubicBezTo>
                <a:cubicBezTo>
                  <a:pt x="434" y="115"/>
                  <a:pt x="434" y="114"/>
                  <a:pt x="435" y="114"/>
                </a:cubicBezTo>
                <a:cubicBezTo>
                  <a:pt x="437" y="113"/>
                  <a:pt x="438" y="113"/>
                  <a:pt x="439" y="113"/>
                </a:cubicBezTo>
                <a:lnTo>
                  <a:pt x="471" y="113"/>
                </a:lnTo>
                <a:lnTo>
                  <a:pt x="471" y="58"/>
                </a:lnTo>
                <a:cubicBezTo>
                  <a:pt x="471" y="57"/>
                  <a:pt x="471" y="56"/>
                  <a:pt x="472" y="55"/>
                </a:cubicBezTo>
                <a:cubicBezTo>
                  <a:pt x="472" y="54"/>
                  <a:pt x="473" y="53"/>
                  <a:pt x="475" y="52"/>
                </a:cubicBezTo>
                <a:cubicBezTo>
                  <a:pt x="476" y="51"/>
                  <a:pt x="479" y="51"/>
                  <a:pt x="481" y="50"/>
                </a:cubicBezTo>
                <a:cubicBezTo>
                  <a:pt x="484" y="50"/>
                  <a:pt x="487" y="50"/>
                  <a:pt x="491" y="50"/>
                </a:cubicBezTo>
                <a:moveTo>
                  <a:pt x="16" y="25"/>
                </a:moveTo>
                <a:lnTo>
                  <a:pt x="163" y="25"/>
                </a:lnTo>
                <a:cubicBezTo>
                  <a:pt x="164" y="25"/>
                  <a:pt x="165" y="26"/>
                  <a:pt x="166" y="26"/>
                </a:cubicBezTo>
                <a:cubicBezTo>
                  <a:pt x="167" y="27"/>
                  <a:pt x="168" y="28"/>
                  <a:pt x="169" y="30"/>
                </a:cubicBezTo>
                <a:cubicBezTo>
                  <a:pt x="170" y="31"/>
                  <a:pt x="171" y="33"/>
                  <a:pt x="171" y="36"/>
                </a:cubicBezTo>
                <a:cubicBezTo>
                  <a:pt x="171" y="38"/>
                  <a:pt x="171" y="41"/>
                  <a:pt x="171" y="44"/>
                </a:cubicBezTo>
                <a:cubicBezTo>
                  <a:pt x="171" y="47"/>
                  <a:pt x="171" y="50"/>
                  <a:pt x="171" y="52"/>
                </a:cubicBezTo>
                <a:cubicBezTo>
                  <a:pt x="171" y="55"/>
                  <a:pt x="170" y="57"/>
                  <a:pt x="169" y="58"/>
                </a:cubicBezTo>
                <a:cubicBezTo>
                  <a:pt x="168" y="59"/>
                  <a:pt x="167" y="61"/>
                  <a:pt x="166" y="61"/>
                </a:cubicBezTo>
                <a:cubicBezTo>
                  <a:pt x="165" y="62"/>
                  <a:pt x="164" y="62"/>
                  <a:pt x="163" y="62"/>
                </a:cubicBezTo>
                <a:lnTo>
                  <a:pt x="43" y="62"/>
                </a:lnTo>
                <a:lnTo>
                  <a:pt x="43" y="174"/>
                </a:lnTo>
                <a:lnTo>
                  <a:pt x="156" y="174"/>
                </a:lnTo>
                <a:cubicBezTo>
                  <a:pt x="157" y="174"/>
                  <a:pt x="159" y="174"/>
                  <a:pt x="160" y="175"/>
                </a:cubicBezTo>
                <a:cubicBezTo>
                  <a:pt x="161" y="176"/>
                  <a:pt x="162" y="177"/>
                  <a:pt x="163" y="178"/>
                </a:cubicBezTo>
                <a:cubicBezTo>
                  <a:pt x="163" y="179"/>
                  <a:pt x="164" y="181"/>
                  <a:pt x="164" y="183"/>
                </a:cubicBezTo>
                <a:cubicBezTo>
                  <a:pt x="165" y="186"/>
                  <a:pt x="165" y="189"/>
                  <a:pt x="165" y="192"/>
                </a:cubicBezTo>
                <a:cubicBezTo>
                  <a:pt x="165" y="195"/>
                  <a:pt x="165" y="198"/>
                  <a:pt x="164" y="200"/>
                </a:cubicBezTo>
                <a:cubicBezTo>
                  <a:pt x="164" y="203"/>
                  <a:pt x="163" y="204"/>
                  <a:pt x="163" y="206"/>
                </a:cubicBezTo>
                <a:cubicBezTo>
                  <a:pt x="162" y="207"/>
                  <a:pt x="161" y="208"/>
                  <a:pt x="160" y="209"/>
                </a:cubicBezTo>
                <a:cubicBezTo>
                  <a:pt x="159" y="210"/>
                  <a:pt x="157" y="210"/>
                  <a:pt x="156" y="210"/>
                </a:cubicBezTo>
                <a:lnTo>
                  <a:pt x="43" y="210"/>
                </a:lnTo>
                <a:lnTo>
                  <a:pt x="43" y="346"/>
                </a:lnTo>
                <a:cubicBezTo>
                  <a:pt x="43" y="347"/>
                  <a:pt x="43" y="348"/>
                  <a:pt x="42" y="350"/>
                </a:cubicBezTo>
                <a:cubicBezTo>
                  <a:pt x="42" y="351"/>
                  <a:pt x="41" y="351"/>
                  <a:pt x="39" y="352"/>
                </a:cubicBezTo>
                <a:cubicBezTo>
                  <a:pt x="37" y="353"/>
                  <a:pt x="35" y="353"/>
                  <a:pt x="32" y="354"/>
                </a:cubicBezTo>
                <a:cubicBezTo>
                  <a:pt x="30" y="354"/>
                  <a:pt x="26" y="354"/>
                  <a:pt x="22" y="354"/>
                </a:cubicBezTo>
                <a:cubicBezTo>
                  <a:pt x="18" y="354"/>
                  <a:pt x="14" y="354"/>
                  <a:pt x="11" y="354"/>
                </a:cubicBezTo>
                <a:cubicBezTo>
                  <a:pt x="8" y="353"/>
                  <a:pt x="6" y="353"/>
                  <a:pt x="5" y="352"/>
                </a:cubicBezTo>
                <a:cubicBezTo>
                  <a:pt x="3" y="351"/>
                  <a:pt x="2" y="351"/>
                  <a:pt x="1" y="350"/>
                </a:cubicBezTo>
                <a:cubicBezTo>
                  <a:pt x="0" y="348"/>
                  <a:pt x="0" y="347"/>
                  <a:pt x="0" y="346"/>
                </a:cubicBezTo>
                <a:lnTo>
                  <a:pt x="0" y="43"/>
                </a:lnTo>
                <a:cubicBezTo>
                  <a:pt x="0" y="36"/>
                  <a:pt x="2" y="32"/>
                  <a:pt x="5" y="29"/>
                </a:cubicBezTo>
                <a:cubicBezTo>
                  <a:pt x="8" y="27"/>
                  <a:pt x="12" y="25"/>
                  <a:pt x="16" y="25"/>
                </a:cubicBezTo>
                <a:moveTo>
                  <a:pt x="655" y="17"/>
                </a:moveTo>
                <a:cubicBezTo>
                  <a:pt x="665" y="17"/>
                  <a:pt x="672" y="19"/>
                  <a:pt x="675" y="22"/>
                </a:cubicBezTo>
                <a:cubicBezTo>
                  <a:pt x="679" y="26"/>
                  <a:pt x="681" y="32"/>
                  <a:pt x="681" y="42"/>
                </a:cubicBezTo>
                <a:cubicBezTo>
                  <a:pt x="681" y="52"/>
                  <a:pt x="679" y="58"/>
                  <a:pt x="675" y="62"/>
                </a:cubicBezTo>
                <a:cubicBezTo>
                  <a:pt x="672" y="65"/>
                  <a:pt x="665" y="67"/>
                  <a:pt x="655" y="67"/>
                </a:cubicBezTo>
                <a:cubicBezTo>
                  <a:pt x="645" y="67"/>
                  <a:pt x="639" y="65"/>
                  <a:pt x="635" y="62"/>
                </a:cubicBezTo>
                <a:cubicBezTo>
                  <a:pt x="631" y="58"/>
                  <a:pt x="629" y="52"/>
                  <a:pt x="629" y="42"/>
                </a:cubicBezTo>
                <a:cubicBezTo>
                  <a:pt x="629" y="33"/>
                  <a:pt x="631" y="26"/>
                  <a:pt x="635" y="22"/>
                </a:cubicBezTo>
                <a:cubicBezTo>
                  <a:pt x="639" y="19"/>
                  <a:pt x="645" y="17"/>
                  <a:pt x="655" y="17"/>
                </a:cubicBezTo>
                <a:moveTo>
                  <a:pt x="4966" y="1"/>
                </a:moveTo>
                <a:cubicBezTo>
                  <a:pt x="4970" y="1"/>
                  <a:pt x="4973" y="2"/>
                  <a:pt x="4976" y="2"/>
                </a:cubicBezTo>
                <a:cubicBezTo>
                  <a:pt x="4979" y="2"/>
                  <a:pt x="4981" y="3"/>
                  <a:pt x="4983" y="4"/>
                </a:cubicBezTo>
                <a:cubicBezTo>
                  <a:pt x="4984" y="4"/>
                  <a:pt x="4985" y="5"/>
                  <a:pt x="4986" y="6"/>
                </a:cubicBezTo>
                <a:cubicBezTo>
                  <a:pt x="4986" y="7"/>
                  <a:pt x="4987" y="8"/>
                  <a:pt x="4987" y="9"/>
                </a:cubicBezTo>
                <a:lnTo>
                  <a:pt x="4987" y="346"/>
                </a:lnTo>
                <a:cubicBezTo>
                  <a:pt x="4987" y="348"/>
                  <a:pt x="4987" y="349"/>
                  <a:pt x="4986" y="350"/>
                </a:cubicBezTo>
                <a:cubicBezTo>
                  <a:pt x="4985" y="351"/>
                  <a:pt x="4984" y="352"/>
                  <a:pt x="4983" y="352"/>
                </a:cubicBezTo>
                <a:cubicBezTo>
                  <a:pt x="4982" y="353"/>
                  <a:pt x="4980" y="353"/>
                  <a:pt x="4977" y="354"/>
                </a:cubicBezTo>
                <a:cubicBezTo>
                  <a:pt x="4975" y="354"/>
                  <a:pt x="4972" y="354"/>
                  <a:pt x="4969" y="354"/>
                </a:cubicBezTo>
                <a:cubicBezTo>
                  <a:pt x="4965" y="354"/>
                  <a:pt x="4962" y="354"/>
                  <a:pt x="4960" y="354"/>
                </a:cubicBezTo>
                <a:cubicBezTo>
                  <a:pt x="4958" y="353"/>
                  <a:pt x="4956" y="353"/>
                  <a:pt x="4954" y="352"/>
                </a:cubicBezTo>
                <a:cubicBezTo>
                  <a:pt x="4953" y="352"/>
                  <a:pt x="4952" y="351"/>
                  <a:pt x="4951" y="350"/>
                </a:cubicBezTo>
                <a:cubicBezTo>
                  <a:pt x="4950" y="349"/>
                  <a:pt x="4950" y="348"/>
                  <a:pt x="4950" y="346"/>
                </a:cubicBezTo>
                <a:lnTo>
                  <a:pt x="4950" y="316"/>
                </a:lnTo>
                <a:cubicBezTo>
                  <a:pt x="4938" y="329"/>
                  <a:pt x="4925" y="339"/>
                  <a:pt x="4913" y="347"/>
                </a:cubicBezTo>
                <a:cubicBezTo>
                  <a:pt x="4900" y="354"/>
                  <a:pt x="4886" y="358"/>
                  <a:pt x="4870" y="358"/>
                </a:cubicBezTo>
                <a:cubicBezTo>
                  <a:pt x="4854" y="358"/>
                  <a:pt x="4840" y="354"/>
                  <a:pt x="4828" y="348"/>
                </a:cubicBezTo>
                <a:cubicBezTo>
                  <a:pt x="4816" y="341"/>
                  <a:pt x="4807" y="333"/>
                  <a:pt x="4799" y="322"/>
                </a:cubicBezTo>
                <a:cubicBezTo>
                  <a:pt x="4792" y="311"/>
                  <a:pt x="4786" y="298"/>
                  <a:pt x="4783" y="283"/>
                </a:cubicBezTo>
                <a:cubicBezTo>
                  <a:pt x="4780" y="268"/>
                  <a:pt x="4778" y="252"/>
                  <a:pt x="4778" y="236"/>
                </a:cubicBezTo>
                <a:cubicBezTo>
                  <a:pt x="4778" y="216"/>
                  <a:pt x="4780" y="199"/>
                  <a:pt x="4784" y="183"/>
                </a:cubicBezTo>
                <a:cubicBezTo>
                  <a:pt x="4789" y="167"/>
                  <a:pt x="4795" y="154"/>
                  <a:pt x="4803" y="143"/>
                </a:cubicBezTo>
                <a:cubicBezTo>
                  <a:pt x="4811" y="132"/>
                  <a:pt x="4822" y="123"/>
                  <a:pt x="4834" y="117"/>
                </a:cubicBezTo>
                <a:cubicBezTo>
                  <a:pt x="4846" y="111"/>
                  <a:pt x="4860" y="108"/>
                  <a:pt x="4876" y="108"/>
                </a:cubicBezTo>
                <a:cubicBezTo>
                  <a:pt x="4889" y="108"/>
                  <a:pt x="4901" y="111"/>
                  <a:pt x="4912" y="117"/>
                </a:cubicBezTo>
                <a:cubicBezTo>
                  <a:pt x="4923" y="123"/>
                  <a:pt x="4934" y="131"/>
                  <a:pt x="4945" y="142"/>
                </a:cubicBezTo>
                <a:lnTo>
                  <a:pt x="4945" y="9"/>
                </a:lnTo>
                <a:cubicBezTo>
                  <a:pt x="4945" y="8"/>
                  <a:pt x="4946" y="7"/>
                  <a:pt x="4946" y="6"/>
                </a:cubicBezTo>
                <a:cubicBezTo>
                  <a:pt x="4947" y="5"/>
                  <a:pt x="4948" y="4"/>
                  <a:pt x="4949" y="4"/>
                </a:cubicBezTo>
                <a:cubicBezTo>
                  <a:pt x="4951" y="3"/>
                  <a:pt x="4953" y="2"/>
                  <a:pt x="4956" y="2"/>
                </a:cubicBezTo>
                <a:cubicBezTo>
                  <a:pt x="4959" y="2"/>
                  <a:pt x="4962" y="1"/>
                  <a:pt x="4966" y="1"/>
                </a:cubicBezTo>
                <a:moveTo>
                  <a:pt x="2324" y="1"/>
                </a:moveTo>
                <a:cubicBezTo>
                  <a:pt x="2328" y="1"/>
                  <a:pt x="2332" y="2"/>
                  <a:pt x="2335" y="2"/>
                </a:cubicBezTo>
                <a:cubicBezTo>
                  <a:pt x="2337" y="2"/>
                  <a:pt x="2339" y="3"/>
                  <a:pt x="2341" y="4"/>
                </a:cubicBezTo>
                <a:cubicBezTo>
                  <a:pt x="2342" y="4"/>
                  <a:pt x="2343" y="5"/>
                  <a:pt x="2344" y="6"/>
                </a:cubicBezTo>
                <a:cubicBezTo>
                  <a:pt x="2345" y="7"/>
                  <a:pt x="2345" y="8"/>
                  <a:pt x="2345" y="9"/>
                </a:cubicBezTo>
                <a:lnTo>
                  <a:pt x="2345" y="346"/>
                </a:lnTo>
                <a:cubicBezTo>
                  <a:pt x="2345" y="348"/>
                  <a:pt x="2345" y="349"/>
                  <a:pt x="2345" y="350"/>
                </a:cubicBezTo>
                <a:cubicBezTo>
                  <a:pt x="2344" y="351"/>
                  <a:pt x="2343" y="352"/>
                  <a:pt x="2341" y="352"/>
                </a:cubicBezTo>
                <a:cubicBezTo>
                  <a:pt x="2340" y="353"/>
                  <a:pt x="2338" y="353"/>
                  <a:pt x="2336" y="354"/>
                </a:cubicBezTo>
                <a:cubicBezTo>
                  <a:pt x="2334" y="354"/>
                  <a:pt x="2330" y="354"/>
                  <a:pt x="2327" y="354"/>
                </a:cubicBezTo>
                <a:cubicBezTo>
                  <a:pt x="2324" y="354"/>
                  <a:pt x="2321" y="354"/>
                  <a:pt x="2318" y="354"/>
                </a:cubicBezTo>
                <a:cubicBezTo>
                  <a:pt x="2316" y="353"/>
                  <a:pt x="2314" y="353"/>
                  <a:pt x="2312" y="352"/>
                </a:cubicBezTo>
                <a:cubicBezTo>
                  <a:pt x="2311" y="352"/>
                  <a:pt x="2310" y="351"/>
                  <a:pt x="2309" y="350"/>
                </a:cubicBezTo>
                <a:cubicBezTo>
                  <a:pt x="2309" y="349"/>
                  <a:pt x="2308" y="348"/>
                  <a:pt x="2308" y="346"/>
                </a:cubicBezTo>
                <a:lnTo>
                  <a:pt x="2308" y="316"/>
                </a:lnTo>
                <a:cubicBezTo>
                  <a:pt x="2296" y="329"/>
                  <a:pt x="2284" y="339"/>
                  <a:pt x="2271" y="347"/>
                </a:cubicBezTo>
                <a:cubicBezTo>
                  <a:pt x="2258" y="354"/>
                  <a:pt x="2244" y="358"/>
                  <a:pt x="2229" y="358"/>
                </a:cubicBezTo>
                <a:cubicBezTo>
                  <a:pt x="2212" y="358"/>
                  <a:pt x="2198" y="354"/>
                  <a:pt x="2186" y="348"/>
                </a:cubicBezTo>
                <a:cubicBezTo>
                  <a:pt x="2174" y="341"/>
                  <a:pt x="2165" y="333"/>
                  <a:pt x="2158" y="322"/>
                </a:cubicBezTo>
                <a:cubicBezTo>
                  <a:pt x="2150" y="311"/>
                  <a:pt x="2145" y="298"/>
                  <a:pt x="2142" y="283"/>
                </a:cubicBezTo>
                <a:cubicBezTo>
                  <a:pt x="2138" y="268"/>
                  <a:pt x="2137" y="252"/>
                  <a:pt x="2137" y="236"/>
                </a:cubicBezTo>
                <a:cubicBezTo>
                  <a:pt x="2137" y="216"/>
                  <a:pt x="2138" y="199"/>
                  <a:pt x="2143" y="183"/>
                </a:cubicBezTo>
                <a:cubicBezTo>
                  <a:pt x="2147" y="167"/>
                  <a:pt x="2153" y="154"/>
                  <a:pt x="2161" y="143"/>
                </a:cubicBezTo>
                <a:cubicBezTo>
                  <a:pt x="2170" y="132"/>
                  <a:pt x="2180" y="123"/>
                  <a:pt x="2192" y="117"/>
                </a:cubicBezTo>
                <a:cubicBezTo>
                  <a:pt x="2204" y="111"/>
                  <a:pt x="2219" y="108"/>
                  <a:pt x="2234" y="108"/>
                </a:cubicBezTo>
                <a:cubicBezTo>
                  <a:pt x="2248" y="108"/>
                  <a:pt x="2260" y="111"/>
                  <a:pt x="2271" y="117"/>
                </a:cubicBezTo>
                <a:cubicBezTo>
                  <a:pt x="2282" y="123"/>
                  <a:pt x="2293" y="131"/>
                  <a:pt x="2304" y="142"/>
                </a:cubicBezTo>
                <a:lnTo>
                  <a:pt x="2304" y="9"/>
                </a:lnTo>
                <a:cubicBezTo>
                  <a:pt x="2304" y="8"/>
                  <a:pt x="2304" y="7"/>
                  <a:pt x="2304" y="6"/>
                </a:cubicBezTo>
                <a:cubicBezTo>
                  <a:pt x="2305" y="5"/>
                  <a:pt x="2306" y="4"/>
                  <a:pt x="2308" y="4"/>
                </a:cubicBezTo>
                <a:cubicBezTo>
                  <a:pt x="2310" y="3"/>
                  <a:pt x="2312" y="2"/>
                  <a:pt x="2314" y="2"/>
                </a:cubicBezTo>
                <a:cubicBezTo>
                  <a:pt x="2317" y="2"/>
                  <a:pt x="2320" y="1"/>
                  <a:pt x="2324" y="1"/>
                </a:cubicBezTo>
                <a:moveTo>
                  <a:pt x="4271" y="0"/>
                </a:moveTo>
                <a:cubicBezTo>
                  <a:pt x="4276" y="0"/>
                  <a:pt x="4279" y="1"/>
                  <a:pt x="4282" y="1"/>
                </a:cubicBezTo>
                <a:cubicBezTo>
                  <a:pt x="4284" y="1"/>
                  <a:pt x="4287" y="2"/>
                  <a:pt x="4288" y="2"/>
                </a:cubicBezTo>
                <a:cubicBezTo>
                  <a:pt x="4289" y="3"/>
                  <a:pt x="4290" y="4"/>
                  <a:pt x="4291" y="5"/>
                </a:cubicBezTo>
                <a:cubicBezTo>
                  <a:pt x="4292" y="6"/>
                  <a:pt x="4292" y="7"/>
                  <a:pt x="4292" y="9"/>
                </a:cubicBezTo>
                <a:lnTo>
                  <a:pt x="4292" y="145"/>
                </a:lnTo>
                <a:cubicBezTo>
                  <a:pt x="4299" y="139"/>
                  <a:pt x="4306" y="133"/>
                  <a:pt x="4312" y="128"/>
                </a:cubicBezTo>
                <a:cubicBezTo>
                  <a:pt x="4318" y="123"/>
                  <a:pt x="4324" y="119"/>
                  <a:pt x="4330" y="117"/>
                </a:cubicBezTo>
                <a:cubicBezTo>
                  <a:pt x="4336" y="114"/>
                  <a:pt x="4342" y="111"/>
                  <a:pt x="4349" y="110"/>
                </a:cubicBezTo>
                <a:cubicBezTo>
                  <a:pt x="4355" y="109"/>
                  <a:pt x="4361" y="108"/>
                  <a:pt x="4368" y="108"/>
                </a:cubicBezTo>
                <a:cubicBezTo>
                  <a:pt x="4384" y="108"/>
                  <a:pt x="4398" y="111"/>
                  <a:pt x="4410" y="118"/>
                </a:cubicBezTo>
                <a:cubicBezTo>
                  <a:pt x="4422" y="124"/>
                  <a:pt x="4431" y="133"/>
                  <a:pt x="4438" y="144"/>
                </a:cubicBezTo>
                <a:cubicBezTo>
                  <a:pt x="4446" y="155"/>
                  <a:pt x="4451" y="168"/>
                  <a:pt x="4454" y="183"/>
                </a:cubicBezTo>
                <a:cubicBezTo>
                  <a:pt x="4458" y="198"/>
                  <a:pt x="4459" y="213"/>
                  <a:pt x="4459" y="230"/>
                </a:cubicBezTo>
                <a:cubicBezTo>
                  <a:pt x="4459" y="250"/>
                  <a:pt x="4457" y="267"/>
                  <a:pt x="4453" y="283"/>
                </a:cubicBezTo>
                <a:cubicBezTo>
                  <a:pt x="4449" y="299"/>
                  <a:pt x="4442" y="312"/>
                  <a:pt x="4434" y="323"/>
                </a:cubicBezTo>
                <a:cubicBezTo>
                  <a:pt x="4426" y="334"/>
                  <a:pt x="4416" y="343"/>
                  <a:pt x="4403" y="349"/>
                </a:cubicBezTo>
                <a:cubicBezTo>
                  <a:pt x="4391" y="355"/>
                  <a:pt x="4378" y="358"/>
                  <a:pt x="4362" y="358"/>
                </a:cubicBezTo>
                <a:cubicBezTo>
                  <a:pt x="4355" y="358"/>
                  <a:pt x="4348" y="357"/>
                  <a:pt x="4342" y="355"/>
                </a:cubicBezTo>
                <a:cubicBezTo>
                  <a:pt x="4336" y="354"/>
                  <a:pt x="4330" y="352"/>
                  <a:pt x="4324" y="348"/>
                </a:cubicBezTo>
                <a:cubicBezTo>
                  <a:pt x="4318" y="345"/>
                  <a:pt x="4312" y="341"/>
                  <a:pt x="4306" y="336"/>
                </a:cubicBezTo>
                <a:cubicBezTo>
                  <a:pt x="4300" y="331"/>
                  <a:pt x="4294" y="326"/>
                  <a:pt x="4288" y="319"/>
                </a:cubicBezTo>
                <a:lnTo>
                  <a:pt x="4288" y="346"/>
                </a:lnTo>
                <a:cubicBezTo>
                  <a:pt x="4288" y="348"/>
                  <a:pt x="4287" y="349"/>
                  <a:pt x="4287" y="350"/>
                </a:cubicBezTo>
                <a:cubicBezTo>
                  <a:pt x="4286" y="351"/>
                  <a:pt x="4285" y="352"/>
                  <a:pt x="4283" y="352"/>
                </a:cubicBezTo>
                <a:cubicBezTo>
                  <a:pt x="4282" y="353"/>
                  <a:pt x="4280" y="353"/>
                  <a:pt x="4277" y="354"/>
                </a:cubicBezTo>
                <a:cubicBezTo>
                  <a:pt x="4275" y="354"/>
                  <a:pt x="4272" y="354"/>
                  <a:pt x="4269" y="354"/>
                </a:cubicBezTo>
                <a:cubicBezTo>
                  <a:pt x="4265" y="354"/>
                  <a:pt x="4263" y="354"/>
                  <a:pt x="4260" y="354"/>
                </a:cubicBezTo>
                <a:cubicBezTo>
                  <a:pt x="4258" y="353"/>
                  <a:pt x="4256" y="353"/>
                  <a:pt x="4254" y="352"/>
                </a:cubicBezTo>
                <a:cubicBezTo>
                  <a:pt x="4253" y="352"/>
                  <a:pt x="4252" y="351"/>
                  <a:pt x="4251" y="350"/>
                </a:cubicBezTo>
                <a:cubicBezTo>
                  <a:pt x="4251" y="349"/>
                  <a:pt x="4251" y="348"/>
                  <a:pt x="4251" y="346"/>
                </a:cubicBezTo>
                <a:lnTo>
                  <a:pt x="4251" y="9"/>
                </a:lnTo>
                <a:cubicBezTo>
                  <a:pt x="4251" y="7"/>
                  <a:pt x="4251" y="6"/>
                  <a:pt x="4252" y="5"/>
                </a:cubicBezTo>
                <a:cubicBezTo>
                  <a:pt x="4252" y="4"/>
                  <a:pt x="4253" y="3"/>
                  <a:pt x="4255" y="2"/>
                </a:cubicBezTo>
                <a:cubicBezTo>
                  <a:pt x="4257" y="2"/>
                  <a:pt x="4259" y="1"/>
                  <a:pt x="4261" y="1"/>
                </a:cubicBezTo>
                <a:cubicBezTo>
                  <a:pt x="4264" y="1"/>
                  <a:pt x="4267" y="0"/>
                  <a:pt x="4271" y="0"/>
                </a:cubicBezTo>
                <a:moveTo>
                  <a:pt x="3505" y="0"/>
                </a:moveTo>
                <a:cubicBezTo>
                  <a:pt x="3509" y="0"/>
                  <a:pt x="3513" y="1"/>
                  <a:pt x="3515" y="1"/>
                </a:cubicBezTo>
                <a:cubicBezTo>
                  <a:pt x="3518" y="1"/>
                  <a:pt x="3520" y="2"/>
                  <a:pt x="3522" y="2"/>
                </a:cubicBezTo>
                <a:cubicBezTo>
                  <a:pt x="3523" y="3"/>
                  <a:pt x="3524" y="4"/>
                  <a:pt x="3525" y="5"/>
                </a:cubicBezTo>
                <a:cubicBezTo>
                  <a:pt x="3526" y="6"/>
                  <a:pt x="3526" y="7"/>
                  <a:pt x="3526" y="9"/>
                </a:cubicBezTo>
                <a:lnTo>
                  <a:pt x="3526" y="346"/>
                </a:lnTo>
                <a:cubicBezTo>
                  <a:pt x="3526" y="348"/>
                  <a:pt x="3526" y="349"/>
                  <a:pt x="3525" y="350"/>
                </a:cubicBezTo>
                <a:cubicBezTo>
                  <a:pt x="3524" y="351"/>
                  <a:pt x="3523" y="352"/>
                  <a:pt x="3522" y="352"/>
                </a:cubicBezTo>
                <a:cubicBezTo>
                  <a:pt x="3520" y="353"/>
                  <a:pt x="3518" y="353"/>
                  <a:pt x="3515" y="354"/>
                </a:cubicBezTo>
                <a:cubicBezTo>
                  <a:pt x="3513" y="354"/>
                  <a:pt x="3509" y="354"/>
                  <a:pt x="3505" y="354"/>
                </a:cubicBezTo>
                <a:cubicBezTo>
                  <a:pt x="3501" y="354"/>
                  <a:pt x="3498" y="354"/>
                  <a:pt x="3495" y="354"/>
                </a:cubicBezTo>
                <a:cubicBezTo>
                  <a:pt x="3492" y="353"/>
                  <a:pt x="3490" y="353"/>
                  <a:pt x="3489" y="352"/>
                </a:cubicBezTo>
                <a:cubicBezTo>
                  <a:pt x="3487" y="352"/>
                  <a:pt x="3486" y="351"/>
                  <a:pt x="3485" y="350"/>
                </a:cubicBezTo>
                <a:cubicBezTo>
                  <a:pt x="3485" y="349"/>
                  <a:pt x="3484" y="348"/>
                  <a:pt x="3484" y="346"/>
                </a:cubicBezTo>
                <a:lnTo>
                  <a:pt x="3484" y="9"/>
                </a:lnTo>
                <a:cubicBezTo>
                  <a:pt x="3484" y="7"/>
                  <a:pt x="3485" y="6"/>
                  <a:pt x="3485" y="5"/>
                </a:cubicBezTo>
                <a:cubicBezTo>
                  <a:pt x="3486" y="4"/>
                  <a:pt x="3487" y="3"/>
                  <a:pt x="3489" y="2"/>
                </a:cubicBezTo>
                <a:cubicBezTo>
                  <a:pt x="3490" y="2"/>
                  <a:pt x="3492" y="1"/>
                  <a:pt x="3495" y="1"/>
                </a:cubicBezTo>
                <a:cubicBezTo>
                  <a:pt x="3498" y="1"/>
                  <a:pt x="3501" y="0"/>
                  <a:pt x="3505" y="0"/>
                </a:cubicBezTo>
                <a:moveTo>
                  <a:pt x="3387" y="0"/>
                </a:moveTo>
                <a:cubicBezTo>
                  <a:pt x="3391" y="0"/>
                  <a:pt x="3394" y="1"/>
                  <a:pt x="3397" y="1"/>
                </a:cubicBezTo>
                <a:cubicBezTo>
                  <a:pt x="3400" y="1"/>
                  <a:pt x="3402" y="2"/>
                  <a:pt x="3403" y="2"/>
                </a:cubicBezTo>
                <a:cubicBezTo>
                  <a:pt x="3405" y="3"/>
                  <a:pt x="3406" y="4"/>
                  <a:pt x="3406" y="5"/>
                </a:cubicBezTo>
                <a:cubicBezTo>
                  <a:pt x="3407" y="6"/>
                  <a:pt x="3407" y="7"/>
                  <a:pt x="3407" y="9"/>
                </a:cubicBezTo>
                <a:lnTo>
                  <a:pt x="3407" y="346"/>
                </a:lnTo>
                <a:cubicBezTo>
                  <a:pt x="3407" y="348"/>
                  <a:pt x="3407" y="349"/>
                  <a:pt x="3406" y="350"/>
                </a:cubicBezTo>
                <a:cubicBezTo>
                  <a:pt x="3406" y="351"/>
                  <a:pt x="3405" y="352"/>
                  <a:pt x="3403" y="352"/>
                </a:cubicBezTo>
                <a:cubicBezTo>
                  <a:pt x="3402" y="353"/>
                  <a:pt x="3400" y="353"/>
                  <a:pt x="3397" y="354"/>
                </a:cubicBezTo>
                <a:cubicBezTo>
                  <a:pt x="3394" y="354"/>
                  <a:pt x="3391" y="354"/>
                  <a:pt x="3387" y="354"/>
                </a:cubicBezTo>
                <a:cubicBezTo>
                  <a:pt x="3382" y="354"/>
                  <a:pt x="3379" y="354"/>
                  <a:pt x="3376" y="354"/>
                </a:cubicBezTo>
                <a:cubicBezTo>
                  <a:pt x="3374" y="353"/>
                  <a:pt x="3372" y="353"/>
                  <a:pt x="3370" y="352"/>
                </a:cubicBezTo>
                <a:cubicBezTo>
                  <a:pt x="3369" y="352"/>
                  <a:pt x="3367" y="351"/>
                  <a:pt x="3367" y="350"/>
                </a:cubicBezTo>
                <a:cubicBezTo>
                  <a:pt x="3366" y="349"/>
                  <a:pt x="3366" y="348"/>
                  <a:pt x="3366" y="346"/>
                </a:cubicBezTo>
                <a:lnTo>
                  <a:pt x="3366" y="9"/>
                </a:lnTo>
                <a:cubicBezTo>
                  <a:pt x="3366" y="7"/>
                  <a:pt x="3366" y="6"/>
                  <a:pt x="3367" y="5"/>
                </a:cubicBezTo>
                <a:cubicBezTo>
                  <a:pt x="3367" y="4"/>
                  <a:pt x="3369" y="3"/>
                  <a:pt x="3370" y="2"/>
                </a:cubicBezTo>
                <a:cubicBezTo>
                  <a:pt x="3372" y="2"/>
                  <a:pt x="3374" y="1"/>
                  <a:pt x="3376" y="1"/>
                </a:cubicBezTo>
                <a:cubicBezTo>
                  <a:pt x="3379" y="1"/>
                  <a:pt x="3382" y="0"/>
                  <a:pt x="3387" y="0"/>
                </a:cubicBezTo>
                <a:close/>
              </a:path>
            </a:pathLst>
          </a:custGeom>
          <a:solidFill>
            <a:srgbClr val="000000"/>
          </a:solidFill>
          <a:ln w="9000">
            <a:solidFill>
              <a:srgbClr val="5b9bd5"/>
            </a:solidFill>
            <a:round/>
          </a:ln>
        </p:spPr>
        <p:txBody>
          <a:bodyPr lIns="4320" rIns="4320" tIns="4320" bIns="43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23" name=""/>
          <p:cNvSpPr txBox="1"/>
          <p:nvPr/>
        </p:nvSpPr>
        <p:spPr>
          <a:xfrm>
            <a:off x="6053760" y="4901760"/>
            <a:ext cx="8892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TBW + 0.7 L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2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2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126" name="" descr=""/>
          <p:cNvPicPr/>
          <p:nvPr/>
        </p:nvPicPr>
        <p:blipFill>
          <a:blip r:embed="rId1"/>
          <a:stretch/>
        </p:blipFill>
        <p:spPr>
          <a:xfrm>
            <a:off x="0" y="642960"/>
            <a:ext cx="3933000" cy="5571360"/>
          </a:xfrm>
          <a:prstGeom prst="rect">
            <a:avLst/>
          </a:prstGeom>
          <a:ln w="0">
            <a:noFill/>
          </a:ln>
        </p:spPr>
      </p:pic>
      <p:sp>
        <p:nvSpPr>
          <p:cNvPr id="26127" name=""/>
          <p:cNvSpPr/>
          <p:nvPr/>
        </p:nvSpPr>
        <p:spPr>
          <a:xfrm>
            <a:off x="2663640" y="1150560"/>
            <a:ext cx="993960" cy="109800"/>
          </a:xfrm>
          <a:custGeom>
            <a:avLst/>
            <a:gdLst/>
            <a:ahLst/>
            <a:rect l="0" t="0" r="r" b="b"/>
            <a:pathLst>
              <a:path w="2761" h="305">
                <a:moveTo>
                  <a:pt x="0" y="305"/>
                </a:moveTo>
                <a:lnTo>
                  <a:pt x="2761" y="305"/>
                </a:lnTo>
                <a:lnTo>
                  <a:pt x="2761" y="0"/>
                </a:lnTo>
                <a:lnTo>
                  <a:pt x="0" y="0"/>
                </a:lnTo>
                <a:lnTo>
                  <a:pt x="0" y="30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28" name=""/>
          <p:cNvSpPr/>
          <p:nvPr/>
        </p:nvSpPr>
        <p:spPr>
          <a:xfrm>
            <a:off x="0" y="642960"/>
            <a:ext cx="3933720" cy="5572080"/>
          </a:xfrm>
          <a:custGeom>
            <a:avLst/>
            <a:gdLst/>
            <a:ahLst/>
            <a:rect l="0" t="0" r="r" b="b"/>
            <a:pathLst>
              <a:path w="10927" h="15478">
                <a:moveTo>
                  <a:pt x="0" y="15478"/>
                </a:moveTo>
                <a:lnTo>
                  <a:pt x="10927" y="15478"/>
                </a:lnTo>
                <a:lnTo>
                  <a:pt x="10927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000000">
              <a:alpha val="7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6129" name="" descr=""/>
          <p:cNvPicPr/>
          <p:nvPr/>
        </p:nvPicPr>
        <p:blipFill>
          <a:blip r:embed="rId2"/>
          <a:stretch/>
        </p:blipFill>
        <p:spPr>
          <a:xfrm>
            <a:off x="163080" y="2209680"/>
            <a:ext cx="2337480" cy="2794680"/>
          </a:xfrm>
          <a:prstGeom prst="rect">
            <a:avLst/>
          </a:prstGeom>
          <a:ln w="0">
            <a:noFill/>
          </a:ln>
        </p:spPr>
      </p:pic>
      <p:sp>
        <p:nvSpPr>
          <p:cNvPr id="26130" name=""/>
          <p:cNvSpPr/>
          <p:nvPr/>
        </p:nvSpPr>
        <p:spPr>
          <a:xfrm>
            <a:off x="162720" y="2209680"/>
            <a:ext cx="2338200" cy="2795400"/>
          </a:xfrm>
          <a:custGeom>
            <a:avLst/>
            <a:gdLst/>
            <a:ahLst/>
            <a:rect l="0" t="0" r="r" b="b"/>
            <a:pathLst>
              <a:path w="6495" h="7765">
                <a:moveTo>
                  <a:pt x="0" y="7765"/>
                </a:moveTo>
                <a:lnTo>
                  <a:pt x="6495" y="7765"/>
                </a:lnTo>
                <a:lnTo>
                  <a:pt x="6495" y="0"/>
                </a:lnTo>
                <a:lnTo>
                  <a:pt x="0" y="0"/>
                </a:lnTo>
                <a:lnTo>
                  <a:pt x="0" y="7765"/>
                </a:lnTo>
                <a:close/>
              </a:path>
            </a:pathLst>
          </a:custGeom>
          <a:solidFill>
            <a:srgbClr val="000000">
              <a:alpha val="6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6131" name="" descr=""/>
          <p:cNvPicPr/>
          <p:nvPr/>
        </p:nvPicPr>
        <p:blipFill>
          <a:blip r:embed="rId3"/>
          <a:stretch/>
        </p:blipFill>
        <p:spPr>
          <a:xfrm>
            <a:off x="2561760" y="1418760"/>
            <a:ext cx="1279800" cy="4705920"/>
          </a:xfrm>
          <a:prstGeom prst="rect">
            <a:avLst/>
          </a:prstGeom>
          <a:ln w="0">
            <a:noFill/>
          </a:ln>
        </p:spPr>
      </p:pic>
      <p:pic>
        <p:nvPicPr>
          <p:cNvPr id="26132" name="" descr=""/>
          <p:cNvPicPr/>
          <p:nvPr/>
        </p:nvPicPr>
        <p:blipFill>
          <a:blip r:embed="rId4"/>
          <a:stretch/>
        </p:blipFill>
        <p:spPr>
          <a:xfrm>
            <a:off x="4861440" y="3540240"/>
            <a:ext cx="732600" cy="732600"/>
          </a:xfrm>
          <a:prstGeom prst="rect">
            <a:avLst/>
          </a:prstGeom>
          <a:ln w="0">
            <a:noFill/>
          </a:ln>
        </p:spPr>
      </p:pic>
      <p:pic>
        <p:nvPicPr>
          <p:cNvPr id="26133" name="" descr=""/>
          <p:cNvPicPr/>
          <p:nvPr/>
        </p:nvPicPr>
        <p:blipFill>
          <a:blip r:embed="rId5"/>
          <a:stretch/>
        </p:blipFill>
        <p:spPr>
          <a:xfrm rot="19205400">
            <a:off x="4785480" y="2598840"/>
            <a:ext cx="883440" cy="516960"/>
          </a:xfrm>
          <a:prstGeom prst="rect">
            <a:avLst/>
          </a:prstGeom>
          <a:ln w="0">
            <a:noFill/>
          </a:ln>
        </p:spPr>
      </p:pic>
      <p:pic>
        <p:nvPicPr>
          <p:cNvPr id="26134" name="" descr=""/>
          <p:cNvPicPr/>
          <p:nvPr/>
        </p:nvPicPr>
        <p:blipFill>
          <a:blip r:embed="rId6"/>
          <a:stretch/>
        </p:blipFill>
        <p:spPr>
          <a:xfrm>
            <a:off x="4857120" y="1594080"/>
            <a:ext cx="740160" cy="529920"/>
          </a:xfrm>
          <a:prstGeom prst="rect">
            <a:avLst/>
          </a:prstGeom>
          <a:ln w="0">
            <a:noFill/>
          </a:ln>
        </p:spPr>
      </p:pic>
      <p:sp>
        <p:nvSpPr>
          <p:cNvPr id="26135" name=""/>
          <p:cNvSpPr txBox="1"/>
          <p:nvPr/>
        </p:nvSpPr>
        <p:spPr>
          <a:xfrm>
            <a:off x="5320080" y="3855600"/>
            <a:ext cx="14760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3 - Water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36" name=""/>
          <p:cNvSpPr txBox="1"/>
          <p:nvPr/>
        </p:nvSpPr>
        <p:spPr>
          <a:xfrm>
            <a:off x="5320080" y="1805040"/>
            <a:ext cx="12337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1 - Fat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137" name="" descr=""/>
          <p:cNvPicPr/>
          <p:nvPr/>
        </p:nvPicPr>
        <p:blipFill>
          <a:blip r:embed="rId7"/>
          <a:stretch/>
        </p:blipFill>
        <p:spPr>
          <a:xfrm>
            <a:off x="4791600" y="4700160"/>
            <a:ext cx="871200" cy="596880"/>
          </a:xfrm>
          <a:prstGeom prst="rect">
            <a:avLst/>
          </a:prstGeom>
          <a:ln w="0">
            <a:noFill/>
          </a:ln>
        </p:spPr>
      </p:pic>
      <p:sp>
        <p:nvSpPr>
          <p:cNvPr id="26138" name=""/>
          <p:cNvSpPr txBox="1"/>
          <p:nvPr/>
        </p:nvSpPr>
        <p:spPr>
          <a:xfrm>
            <a:off x="5320080" y="2830680"/>
            <a:ext cx="15462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2 - Muscle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39" name=""/>
          <p:cNvSpPr/>
          <p:nvPr/>
        </p:nvSpPr>
        <p:spPr>
          <a:xfrm>
            <a:off x="4722840" y="1442880"/>
            <a:ext cx="4127040" cy="2897640"/>
          </a:xfrm>
          <a:custGeom>
            <a:avLst/>
            <a:gdLst/>
            <a:ahLst/>
            <a:rect l="0" t="0" r="r" b="b"/>
            <a:pathLst>
              <a:path w="11464" h="8049">
                <a:moveTo>
                  <a:pt x="0" y="8049"/>
                </a:moveTo>
                <a:lnTo>
                  <a:pt x="11464" y="8049"/>
                </a:lnTo>
                <a:lnTo>
                  <a:pt x="11464" y="0"/>
                </a:lnTo>
                <a:lnTo>
                  <a:pt x="0" y="0"/>
                </a:lnTo>
                <a:lnTo>
                  <a:pt x="0" y="8049"/>
                </a:lnTo>
                <a:close/>
              </a:path>
            </a:pathLst>
          </a:custGeom>
          <a:solidFill>
            <a:srgbClr val="ffffff">
              <a:alpha val="84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140" name="" descr=""/>
          <p:cNvPicPr/>
          <p:nvPr/>
        </p:nvPicPr>
        <p:blipFill>
          <a:blip r:embed="rId8"/>
          <a:stretch/>
        </p:blipFill>
        <p:spPr>
          <a:xfrm>
            <a:off x="9423000" y="664560"/>
            <a:ext cx="471960" cy="331920"/>
          </a:xfrm>
          <a:prstGeom prst="rect">
            <a:avLst/>
          </a:prstGeom>
          <a:ln w="0">
            <a:noFill/>
          </a:ln>
        </p:spPr>
      </p:pic>
      <p:pic>
        <p:nvPicPr>
          <p:cNvPr id="26141" name="" descr=""/>
          <p:cNvPicPr/>
          <p:nvPr/>
        </p:nvPicPr>
        <p:blipFill>
          <a:blip r:embed="rId9"/>
          <a:stretch/>
        </p:blipFill>
        <p:spPr>
          <a:xfrm>
            <a:off x="9448920" y="690480"/>
            <a:ext cx="370080" cy="229680"/>
          </a:xfrm>
          <a:prstGeom prst="rect">
            <a:avLst/>
          </a:prstGeom>
          <a:ln w="0">
            <a:noFill/>
          </a:ln>
        </p:spPr>
      </p:pic>
      <p:pic>
        <p:nvPicPr>
          <p:cNvPr id="26142" name="" descr=""/>
          <p:cNvPicPr/>
          <p:nvPr/>
        </p:nvPicPr>
        <p:blipFill>
          <a:blip r:embed="rId10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6143" name="" descr=""/>
          <p:cNvPicPr/>
          <p:nvPr/>
        </p:nvPicPr>
        <p:blipFill>
          <a:blip r:embed="rId11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6144" name="" descr=""/>
          <p:cNvPicPr/>
          <p:nvPr/>
        </p:nvPicPr>
        <p:blipFill>
          <a:blip r:embed="rId1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sp>
        <p:nvSpPr>
          <p:cNvPr id="26145" name=""/>
          <p:cNvSpPr txBox="1"/>
          <p:nvPr/>
        </p:nvSpPr>
        <p:spPr>
          <a:xfrm>
            <a:off x="5320080" y="4905000"/>
            <a:ext cx="2411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8b0024"/>
                </a:solidFill>
                <a:latin typeface="Calibri"/>
                <a:ea typeface="Calibri"/>
              </a:rPr>
              <a:t>CHAPTER 4 – Other Parameters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4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4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148" name="" descr=""/>
          <p:cNvPicPr/>
          <p:nvPr/>
        </p:nvPicPr>
        <p:blipFill>
          <a:blip r:embed="rId1"/>
          <a:stretch/>
        </p:blipFill>
        <p:spPr>
          <a:xfrm>
            <a:off x="9423000" y="664560"/>
            <a:ext cx="471960" cy="331920"/>
          </a:xfrm>
          <a:prstGeom prst="rect">
            <a:avLst/>
          </a:prstGeom>
          <a:ln w="0">
            <a:noFill/>
          </a:ln>
        </p:spPr>
      </p:pic>
      <p:pic>
        <p:nvPicPr>
          <p:cNvPr id="26149" name="" descr=""/>
          <p:cNvPicPr/>
          <p:nvPr/>
        </p:nvPicPr>
        <p:blipFill>
          <a:blip r:embed="rId2"/>
          <a:stretch/>
        </p:blipFill>
        <p:spPr>
          <a:xfrm>
            <a:off x="9448920" y="690480"/>
            <a:ext cx="370080" cy="229680"/>
          </a:xfrm>
          <a:prstGeom prst="rect">
            <a:avLst/>
          </a:prstGeom>
          <a:ln w="0">
            <a:noFill/>
          </a:ln>
        </p:spPr>
      </p:pic>
      <p:pic>
        <p:nvPicPr>
          <p:cNvPr id="26150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6151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sp>
        <p:nvSpPr>
          <p:cNvPr id="26152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153" name="" descr=""/>
          <p:cNvPicPr/>
          <p:nvPr/>
        </p:nvPicPr>
        <p:blipFill>
          <a:blip r:embed="rId5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6154" name="" descr=""/>
          <p:cNvPicPr/>
          <p:nvPr/>
        </p:nvPicPr>
        <p:blipFill>
          <a:blip r:embed="rId6"/>
          <a:stretch/>
        </p:blipFill>
        <p:spPr>
          <a:xfrm>
            <a:off x="867240" y="1557360"/>
            <a:ext cx="2177280" cy="967320"/>
          </a:xfrm>
          <a:prstGeom prst="rect">
            <a:avLst/>
          </a:prstGeom>
          <a:ln w="0">
            <a:noFill/>
          </a:ln>
        </p:spPr>
      </p:pic>
      <p:sp>
        <p:nvSpPr>
          <p:cNvPr id="26155" name=""/>
          <p:cNvSpPr/>
          <p:nvPr/>
        </p:nvSpPr>
        <p:spPr>
          <a:xfrm>
            <a:off x="862200" y="1552680"/>
            <a:ext cx="2187720" cy="977400"/>
          </a:xfrm>
          <a:custGeom>
            <a:avLst/>
            <a:gdLst/>
            <a:ahLst/>
            <a:rect l="0" t="0" r="r" b="b"/>
            <a:pathLst>
              <a:path w="6077" h="2715">
                <a:moveTo>
                  <a:pt x="0" y="2715"/>
                </a:moveTo>
                <a:lnTo>
                  <a:pt x="6077" y="2715"/>
                </a:lnTo>
                <a:lnTo>
                  <a:pt x="6077" y="0"/>
                </a:lnTo>
                <a:lnTo>
                  <a:pt x="0" y="0"/>
                </a:lnTo>
                <a:lnTo>
                  <a:pt x="0" y="2715"/>
                </a:lnTo>
                <a:close/>
              </a:path>
            </a:pathLst>
          </a:custGeom>
          <a:noFill/>
          <a:ln w="9360">
            <a:solidFill>
              <a:srgbClr val="d9d9d9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156" name="" descr=""/>
          <p:cNvPicPr/>
          <p:nvPr/>
        </p:nvPicPr>
        <p:blipFill>
          <a:blip r:embed="rId7"/>
          <a:stretch/>
        </p:blipFill>
        <p:spPr>
          <a:xfrm>
            <a:off x="864000" y="2654640"/>
            <a:ext cx="2179080" cy="821160"/>
          </a:xfrm>
          <a:prstGeom prst="rect">
            <a:avLst/>
          </a:prstGeom>
          <a:ln w="0">
            <a:noFill/>
          </a:ln>
        </p:spPr>
      </p:pic>
      <p:sp>
        <p:nvSpPr>
          <p:cNvPr id="26157" name=""/>
          <p:cNvSpPr/>
          <p:nvPr/>
        </p:nvSpPr>
        <p:spPr>
          <a:xfrm>
            <a:off x="859320" y="2649960"/>
            <a:ext cx="2189160" cy="831240"/>
          </a:xfrm>
          <a:custGeom>
            <a:avLst/>
            <a:gdLst/>
            <a:ahLst/>
            <a:rect l="0" t="0" r="r" b="b"/>
            <a:pathLst>
              <a:path w="6081" h="2309">
                <a:moveTo>
                  <a:pt x="0" y="2309"/>
                </a:moveTo>
                <a:lnTo>
                  <a:pt x="6081" y="2309"/>
                </a:lnTo>
                <a:lnTo>
                  <a:pt x="6081" y="0"/>
                </a:lnTo>
                <a:lnTo>
                  <a:pt x="0" y="0"/>
                </a:lnTo>
                <a:lnTo>
                  <a:pt x="0" y="2309"/>
                </a:lnTo>
                <a:close/>
              </a:path>
            </a:pathLst>
          </a:custGeom>
          <a:noFill/>
          <a:ln w="9360">
            <a:solidFill>
              <a:srgbClr val="d9d9d9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58" name=""/>
          <p:cNvSpPr txBox="1"/>
          <p:nvPr/>
        </p:nvSpPr>
        <p:spPr>
          <a:xfrm>
            <a:off x="132120" y="741600"/>
            <a:ext cx="19224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Nutritional Parameters – InBody Score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59" name=""/>
          <p:cNvSpPr txBox="1"/>
          <p:nvPr/>
        </p:nvSpPr>
        <p:spPr>
          <a:xfrm>
            <a:off x="3580560" y="199116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60" name=""/>
          <p:cNvSpPr txBox="1"/>
          <p:nvPr/>
        </p:nvSpPr>
        <p:spPr>
          <a:xfrm>
            <a:off x="3867120" y="1984320"/>
            <a:ext cx="20293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InBody Score starts from 80 points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61" name=""/>
          <p:cNvSpPr txBox="1"/>
          <p:nvPr/>
        </p:nvSpPr>
        <p:spPr>
          <a:xfrm>
            <a:off x="3867120" y="2157840"/>
            <a:ext cx="44143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Larger the muscle mass, the higher the score and larger the body fat mass,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62" name=""/>
          <p:cNvSpPr txBox="1"/>
          <p:nvPr/>
        </p:nvSpPr>
        <p:spPr>
          <a:xfrm>
            <a:off x="3867120" y="2330280"/>
            <a:ext cx="11437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the lower the score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63" name=""/>
          <p:cNvSpPr txBox="1"/>
          <p:nvPr/>
        </p:nvSpPr>
        <p:spPr>
          <a:xfrm>
            <a:off x="3867120" y="2678040"/>
            <a:ext cx="32652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Score = 80 – (Fat Control Mass) – (Muscle control mass)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64" name=""/>
          <p:cNvSpPr/>
          <p:nvPr/>
        </p:nvSpPr>
        <p:spPr>
          <a:xfrm>
            <a:off x="2601000" y="3989520"/>
            <a:ext cx="1157040" cy="301680"/>
          </a:xfrm>
          <a:custGeom>
            <a:avLst/>
            <a:gdLst/>
            <a:ahLst/>
            <a:rect l="0" t="0" r="r" b="b"/>
            <a:pathLst>
              <a:path w="3214" h="838">
                <a:moveTo>
                  <a:pt x="0" y="838"/>
                </a:moveTo>
                <a:lnTo>
                  <a:pt x="3214" y="838"/>
                </a:lnTo>
                <a:lnTo>
                  <a:pt x="3214" y="0"/>
                </a:lnTo>
                <a:lnTo>
                  <a:pt x="0" y="0"/>
                </a:lnTo>
                <a:lnTo>
                  <a:pt x="0" y="838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65" name=""/>
          <p:cNvSpPr/>
          <p:nvPr/>
        </p:nvSpPr>
        <p:spPr>
          <a:xfrm>
            <a:off x="3757680" y="3989520"/>
            <a:ext cx="3193200" cy="301680"/>
          </a:xfrm>
          <a:custGeom>
            <a:avLst/>
            <a:gdLst/>
            <a:ahLst/>
            <a:rect l="0" t="0" r="r" b="b"/>
            <a:pathLst>
              <a:path w="8870" h="838">
                <a:moveTo>
                  <a:pt x="0" y="838"/>
                </a:moveTo>
                <a:lnTo>
                  <a:pt x="8870" y="838"/>
                </a:lnTo>
                <a:lnTo>
                  <a:pt x="8870" y="0"/>
                </a:lnTo>
                <a:lnTo>
                  <a:pt x="0" y="0"/>
                </a:lnTo>
                <a:lnTo>
                  <a:pt x="0" y="838"/>
                </a:lnTo>
                <a:close/>
              </a:path>
            </a:pathLst>
          </a:custGeom>
          <a:solidFill>
            <a:srgbClr val="8b00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66" name=""/>
          <p:cNvSpPr/>
          <p:nvPr/>
        </p:nvSpPr>
        <p:spPr>
          <a:xfrm>
            <a:off x="2601000" y="4290840"/>
            <a:ext cx="1157040" cy="470880"/>
          </a:xfrm>
          <a:custGeom>
            <a:avLst/>
            <a:gdLst/>
            <a:ahLst/>
            <a:rect l="0" t="0" r="r" b="b"/>
            <a:pathLst>
              <a:path w="3214" h="1308">
                <a:moveTo>
                  <a:pt x="0" y="1308"/>
                </a:moveTo>
                <a:lnTo>
                  <a:pt x="3214" y="1308"/>
                </a:lnTo>
                <a:lnTo>
                  <a:pt x="3214" y="0"/>
                </a:lnTo>
                <a:lnTo>
                  <a:pt x="0" y="0"/>
                </a:lnTo>
                <a:lnTo>
                  <a:pt x="0" y="1308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67" name=""/>
          <p:cNvSpPr/>
          <p:nvPr/>
        </p:nvSpPr>
        <p:spPr>
          <a:xfrm>
            <a:off x="3757680" y="4290840"/>
            <a:ext cx="3193200" cy="470880"/>
          </a:xfrm>
          <a:custGeom>
            <a:avLst/>
            <a:gdLst/>
            <a:ahLst/>
            <a:rect l="0" t="0" r="r" b="b"/>
            <a:pathLst>
              <a:path w="8870" h="1308">
                <a:moveTo>
                  <a:pt x="0" y="1308"/>
                </a:moveTo>
                <a:lnTo>
                  <a:pt x="8870" y="1308"/>
                </a:lnTo>
                <a:lnTo>
                  <a:pt x="8870" y="0"/>
                </a:lnTo>
                <a:lnTo>
                  <a:pt x="0" y="0"/>
                </a:lnTo>
                <a:lnTo>
                  <a:pt x="0" y="1308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68" name=""/>
          <p:cNvSpPr/>
          <p:nvPr/>
        </p:nvSpPr>
        <p:spPr>
          <a:xfrm>
            <a:off x="2601000" y="4761360"/>
            <a:ext cx="1157040" cy="301680"/>
          </a:xfrm>
          <a:custGeom>
            <a:avLst/>
            <a:gdLst/>
            <a:ahLst/>
            <a:rect l="0" t="0" r="r" b="b"/>
            <a:pathLst>
              <a:path w="3214" h="838">
                <a:moveTo>
                  <a:pt x="0" y="838"/>
                </a:moveTo>
                <a:lnTo>
                  <a:pt x="3214" y="838"/>
                </a:lnTo>
                <a:lnTo>
                  <a:pt x="3214" y="0"/>
                </a:lnTo>
                <a:lnTo>
                  <a:pt x="0" y="0"/>
                </a:lnTo>
                <a:lnTo>
                  <a:pt x="0" y="838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69" name=""/>
          <p:cNvSpPr/>
          <p:nvPr/>
        </p:nvSpPr>
        <p:spPr>
          <a:xfrm>
            <a:off x="3757680" y="4761360"/>
            <a:ext cx="3193200" cy="301680"/>
          </a:xfrm>
          <a:custGeom>
            <a:avLst/>
            <a:gdLst/>
            <a:ahLst/>
            <a:rect l="0" t="0" r="r" b="b"/>
            <a:pathLst>
              <a:path w="8870" h="838">
                <a:moveTo>
                  <a:pt x="0" y="838"/>
                </a:moveTo>
                <a:lnTo>
                  <a:pt x="8870" y="838"/>
                </a:lnTo>
                <a:lnTo>
                  <a:pt x="8870" y="0"/>
                </a:lnTo>
                <a:lnTo>
                  <a:pt x="0" y="0"/>
                </a:lnTo>
                <a:lnTo>
                  <a:pt x="0" y="838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0" name=""/>
          <p:cNvSpPr/>
          <p:nvPr/>
        </p:nvSpPr>
        <p:spPr>
          <a:xfrm>
            <a:off x="2601000" y="5062680"/>
            <a:ext cx="1157040" cy="470880"/>
          </a:xfrm>
          <a:custGeom>
            <a:avLst/>
            <a:gdLst/>
            <a:ahLst/>
            <a:rect l="0" t="0" r="r" b="b"/>
            <a:pathLst>
              <a:path w="3214" h="1308">
                <a:moveTo>
                  <a:pt x="0" y="1308"/>
                </a:moveTo>
                <a:lnTo>
                  <a:pt x="3214" y="1308"/>
                </a:lnTo>
                <a:lnTo>
                  <a:pt x="3214" y="0"/>
                </a:lnTo>
                <a:lnTo>
                  <a:pt x="0" y="0"/>
                </a:lnTo>
                <a:lnTo>
                  <a:pt x="0" y="1308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1" name=""/>
          <p:cNvSpPr/>
          <p:nvPr/>
        </p:nvSpPr>
        <p:spPr>
          <a:xfrm>
            <a:off x="3757680" y="5062680"/>
            <a:ext cx="3193200" cy="470880"/>
          </a:xfrm>
          <a:custGeom>
            <a:avLst/>
            <a:gdLst/>
            <a:ahLst/>
            <a:rect l="0" t="0" r="r" b="b"/>
            <a:pathLst>
              <a:path w="8870" h="1308">
                <a:moveTo>
                  <a:pt x="0" y="1308"/>
                </a:moveTo>
                <a:lnTo>
                  <a:pt x="8870" y="1308"/>
                </a:lnTo>
                <a:lnTo>
                  <a:pt x="8870" y="0"/>
                </a:lnTo>
                <a:lnTo>
                  <a:pt x="0" y="0"/>
                </a:lnTo>
                <a:lnTo>
                  <a:pt x="0" y="1308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2" name=""/>
          <p:cNvSpPr txBox="1"/>
          <p:nvPr/>
        </p:nvSpPr>
        <p:spPr>
          <a:xfrm>
            <a:off x="3867120" y="2851560"/>
            <a:ext cx="26935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3b3838"/>
                </a:solidFill>
                <a:latin typeface="Calibri"/>
                <a:ea typeface="Calibri"/>
              </a:rPr>
              <a:t>Ex. Score = 80 – (9.9) – (2.5) = 67.6 (round off)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3" name=""/>
          <p:cNvSpPr txBox="1"/>
          <p:nvPr/>
        </p:nvSpPr>
        <p:spPr>
          <a:xfrm>
            <a:off x="2993040" y="4039560"/>
            <a:ext cx="377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Score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4" name=""/>
          <p:cNvSpPr txBox="1"/>
          <p:nvPr/>
        </p:nvSpPr>
        <p:spPr>
          <a:xfrm>
            <a:off x="4997880" y="4039560"/>
            <a:ext cx="7232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Evaluation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5" name=""/>
          <p:cNvSpPr txBox="1"/>
          <p:nvPr/>
        </p:nvSpPr>
        <p:spPr>
          <a:xfrm>
            <a:off x="2915280" y="4425480"/>
            <a:ext cx="5266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Over 90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6" name=""/>
          <p:cNvSpPr txBox="1"/>
          <p:nvPr/>
        </p:nvSpPr>
        <p:spPr>
          <a:xfrm>
            <a:off x="3832920" y="4326120"/>
            <a:ext cx="28400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Indicates strong physique, well developed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7" name=""/>
          <p:cNvSpPr txBox="1"/>
          <p:nvPr/>
        </p:nvSpPr>
        <p:spPr>
          <a:xfrm>
            <a:off x="3832920" y="4524480"/>
            <a:ext cx="8481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muscle mass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8" name=""/>
          <p:cNvSpPr txBox="1"/>
          <p:nvPr/>
        </p:nvSpPr>
        <p:spPr>
          <a:xfrm>
            <a:off x="2970360" y="4811040"/>
            <a:ext cx="4150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70~90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79" name=""/>
          <p:cNvSpPr txBox="1"/>
          <p:nvPr/>
        </p:nvSpPr>
        <p:spPr>
          <a:xfrm>
            <a:off x="3832920" y="4811040"/>
            <a:ext cx="1727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Average healthy physique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80" name=""/>
          <p:cNvSpPr txBox="1"/>
          <p:nvPr/>
        </p:nvSpPr>
        <p:spPr>
          <a:xfrm>
            <a:off x="2869560" y="5197320"/>
            <a:ext cx="6181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Below 70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81" name=""/>
          <p:cNvSpPr txBox="1"/>
          <p:nvPr/>
        </p:nvSpPr>
        <p:spPr>
          <a:xfrm>
            <a:off x="3832920" y="5098320"/>
            <a:ext cx="27698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Regulated diet &amp; exercise are required, a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82" name=""/>
          <p:cNvSpPr/>
          <p:nvPr/>
        </p:nvSpPr>
        <p:spPr>
          <a:xfrm>
            <a:off x="2441160" y="3160440"/>
            <a:ext cx="239400" cy="76680"/>
          </a:xfrm>
          <a:custGeom>
            <a:avLst/>
            <a:gdLst/>
            <a:ahLst/>
            <a:rect l="0" t="0" r="r" b="b"/>
            <a:pathLst>
              <a:path w="665" h="213">
                <a:moveTo>
                  <a:pt x="0" y="124"/>
                </a:moveTo>
                <a:lnTo>
                  <a:pt x="488" y="124"/>
                </a:lnTo>
                <a:lnTo>
                  <a:pt x="488" y="89"/>
                </a:lnTo>
                <a:lnTo>
                  <a:pt x="0" y="89"/>
                </a:lnTo>
                <a:lnTo>
                  <a:pt x="0" y="124"/>
                </a:lnTo>
                <a:moveTo>
                  <a:pt x="453" y="213"/>
                </a:moveTo>
                <a:lnTo>
                  <a:pt x="665" y="106"/>
                </a:lnTo>
                <a:lnTo>
                  <a:pt x="453" y="0"/>
                </a:lnTo>
                <a:lnTo>
                  <a:pt x="453" y="213"/>
                </a:lnTo>
                <a:close/>
              </a:path>
            </a:pathLst>
          </a:custGeom>
          <a:solidFill>
            <a:srgbClr val="ff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83" name=""/>
          <p:cNvSpPr/>
          <p:nvPr/>
        </p:nvSpPr>
        <p:spPr>
          <a:xfrm>
            <a:off x="2441160" y="3283920"/>
            <a:ext cx="239400" cy="76680"/>
          </a:xfrm>
          <a:custGeom>
            <a:avLst/>
            <a:gdLst/>
            <a:ahLst/>
            <a:rect l="0" t="0" r="r" b="b"/>
            <a:pathLst>
              <a:path w="665" h="213">
                <a:moveTo>
                  <a:pt x="0" y="125"/>
                </a:moveTo>
                <a:lnTo>
                  <a:pt x="488" y="125"/>
                </a:lnTo>
                <a:lnTo>
                  <a:pt x="488" y="90"/>
                </a:lnTo>
                <a:lnTo>
                  <a:pt x="0" y="90"/>
                </a:lnTo>
                <a:lnTo>
                  <a:pt x="0" y="125"/>
                </a:lnTo>
                <a:moveTo>
                  <a:pt x="453" y="213"/>
                </a:moveTo>
                <a:lnTo>
                  <a:pt x="665" y="107"/>
                </a:lnTo>
                <a:lnTo>
                  <a:pt x="453" y="0"/>
                </a:lnTo>
                <a:lnTo>
                  <a:pt x="453" y="213"/>
                </a:lnTo>
                <a:close/>
              </a:path>
            </a:pathLst>
          </a:custGeom>
          <a:solidFill>
            <a:srgbClr val="ff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184" name=""/>
          <p:cNvSpPr txBox="1"/>
          <p:nvPr/>
        </p:nvSpPr>
        <p:spPr>
          <a:xfrm>
            <a:off x="3832920" y="5296320"/>
            <a:ext cx="994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weak physique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85" name=""/>
          <p:cNvSpPr txBox="1"/>
          <p:nvPr/>
        </p:nvSpPr>
        <p:spPr>
          <a:xfrm>
            <a:off x="2772000" y="3101040"/>
            <a:ext cx="6040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Lots of fat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86" name=""/>
          <p:cNvSpPr txBox="1"/>
          <p:nvPr/>
        </p:nvSpPr>
        <p:spPr>
          <a:xfrm>
            <a:off x="2767680" y="3247200"/>
            <a:ext cx="7412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Not enough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87" name=""/>
          <p:cNvSpPr txBox="1"/>
          <p:nvPr/>
        </p:nvSpPr>
        <p:spPr>
          <a:xfrm>
            <a:off x="2767680" y="3421440"/>
            <a:ext cx="4230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muscle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8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139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8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90" name=""/>
          <p:cNvSpPr txBox="1"/>
          <p:nvPr/>
        </p:nvSpPr>
        <p:spPr>
          <a:xfrm>
            <a:off x="3994560" y="27385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91" name=""/>
          <p:cNvSpPr txBox="1"/>
          <p:nvPr/>
        </p:nvSpPr>
        <p:spPr>
          <a:xfrm>
            <a:off x="4228200" y="2732040"/>
            <a:ext cx="16358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Basal Metabolic Rate (BMR)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92" name=""/>
          <p:cNvSpPr txBox="1"/>
          <p:nvPr/>
        </p:nvSpPr>
        <p:spPr>
          <a:xfrm>
            <a:off x="4228200" y="2905200"/>
            <a:ext cx="41918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Number of calories you burn to maintain your basic essential functions.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93" name=""/>
          <p:cNvSpPr txBox="1"/>
          <p:nvPr/>
        </p:nvSpPr>
        <p:spPr>
          <a:xfrm>
            <a:off x="3994560" y="3258720"/>
            <a:ext cx="14436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Arial"/>
                <a:ea typeface="Arial"/>
              </a:rPr>
              <a:t>•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194" name=""/>
          <p:cNvSpPr txBox="1"/>
          <p:nvPr/>
        </p:nvSpPr>
        <p:spPr>
          <a:xfrm>
            <a:off x="4228200" y="3251880"/>
            <a:ext cx="13176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Body Cell Mass (BCM)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195" name="" descr=""/>
          <p:cNvPicPr/>
          <p:nvPr/>
        </p:nvPicPr>
        <p:blipFill>
          <a:blip r:embed="rId1"/>
          <a:stretch/>
        </p:blipFill>
        <p:spPr>
          <a:xfrm>
            <a:off x="9423000" y="664560"/>
            <a:ext cx="471960" cy="331920"/>
          </a:xfrm>
          <a:prstGeom prst="rect">
            <a:avLst/>
          </a:prstGeom>
          <a:ln w="0">
            <a:noFill/>
          </a:ln>
        </p:spPr>
      </p:pic>
      <p:pic>
        <p:nvPicPr>
          <p:cNvPr id="26196" name="" descr=""/>
          <p:cNvPicPr/>
          <p:nvPr/>
        </p:nvPicPr>
        <p:blipFill>
          <a:blip r:embed="rId2"/>
          <a:stretch/>
        </p:blipFill>
        <p:spPr>
          <a:xfrm>
            <a:off x="9448920" y="690480"/>
            <a:ext cx="370080" cy="229680"/>
          </a:xfrm>
          <a:prstGeom prst="rect">
            <a:avLst/>
          </a:prstGeom>
          <a:ln w="0">
            <a:noFill/>
          </a:ln>
        </p:spPr>
      </p:pic>
      <p:pic>
        <p:nvPicPr>
          <p:cNvPr id="26197" name="" descr=""/>
          <p:cNvPicPr/>
          <p:nvPr/>
        </p:nvPicPr>
        <p:blipFill>
          <a:blip r:embed="rId3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6198" name="" descr=""/>
          <p:cNvPicPr/>
          <p:nvPr/>
        </p:nvPicPr>
        <p:blipFill>
          <a:blip r:embed="rId4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sp>
        <p:nvSpPr>
          <p:cNvPr id="26199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200" name="" descr=""/>
          <p:cNvPicPr/>
          <p:nvPr/>
        </p:nvPicPr>
        <p:blipFill>
          <a:blip r:embed="rId5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sp>
        <p:nvSpPr>
          <p:cNvPr id="26201" name=""/>
          <p:cNvSpPr txBox="1"/>
          <p:nvPr/>
        </p:nvSpPr>
        <p:spPr>
          <a:xfrm>
            <a:off x="4228200" y="3425400"/>
            <a:ext cx="42724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8b0024"/>
                </a:solidFill>
                <a:latin typeface="Calibri"/>
                <a:ea typeface="Calibri"/>
              </a:rPr>
              <a:t>‘</a:t>
            </a:r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Protein + ICW’, which has merits when applying to patients with Edema.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202" name="" descr=""/>
          <p:cNvPicPr/>
          <p:nvPr/>
        </p:nvPicPr>
        <p:blipFill>
          <a:blip r:embed="rId6"/>
          <a:stretch/>
        </p:blipFill>
        <p:spPr>
          <a:xfrm>
            <a:off x="778680" y="2471760"/>
            <a:ext cx="2970000" cy="1458000"/>
          </a:xfrm>
          <a:prstGeom prst="rect">
            <a:avLst/>
          </a:prstGeom>
          <a:ln w="0">
            <a:noFill/>
          </a:ln>
        </p:spPr>
      </p:pic>
      <p:sp>
        <p:nvSpPr>
          <p:cNvPr id="26203" name=""/>
          <p:cNvSpPr/>
          <p:nvPr/>
        </p:nvSpPr>
        <p:spPr>
          <a:xfrm>
            <a:off x="774000" y="2467080"/>
            <a:ext cx="2980080" cy="1468080"/>
          </a:xfrm>
          <a:custGeom>
            <a:avLst/>
            <a:gdLst/>
            <a:ahLst/>
            <a:rect l="0" t="0" r="r" b="b"/>
            <a:pathLst>
              <a:path w="8278" h="4078">
                <a:moveTo>
                  <a:pt x="0" y="4078"/>
                </a:moveTo>
                <a:lnTo>
                  <a:pt x="8278" y="4078"/>
                </a:lnTo>
                <a:lnTo>
                  <a:pt x="8278" y="0"/>
                </a:lnTo>
                <a:lnTo>
                  <a:pt x="0" y="0"/>
                </a:lnTo>
                <a:lnTo>
                  <a:pt x="0" y="4078"/>
                </a:lnTo>
                <a:close/>
              </a:path>
            </a:pathLst>
          </a:custGeom>
          <a:noFill/>
          <a:ln w="9360">
            <a:solidFill>
              <a:srgbClr val="d9d9d9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04" name=""/>
          <p:cNvSpPr txBox="1"/>
          <p:nvPr/>
        </p:nvSpPr>
        <p:spPr>
          <a:xfrm>
            <a:off x="132120" y="741600"/>
            <a:ext cx="18050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Nutritional Parameters – BMR, BCM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0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140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0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07" name=""/>
          <p:cNvSpPr/>
          <p:nvPr/>
        </p:nvSpPr>
        <p:spPr>
          <a:xfrm flipH="1">
            <a:off x="-360" y="6460200"/>
            <a:ext cx="9906120" cy="0"/>
          </a:xfrm>
          <a:prstGeom prst="line">
            <a:avLst/>
          </a:prstGeom>
          <a:ln w="6120">
            <a:solidFill>
              <a:srgbClr val="dde0e7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08" name=""/>
          <p:cNvSpPr/>
          <p:nvPr/>
        </p:nvSpPr>
        <p:spPr>
          <a:xfrm>
            <a:off x="-360" y="0"/>
            <a:ext cx="9906480" cy="53640"/>
          </a:xfrm>
          <a:custGeom>
            <a:avLst/>
            <a:gdLst/>
            <a:ahLst/>
            <a:rect l="0" t="0" r="r" b="b"/>
            <a:pathLst>
              <a:path w="27518" h="149">
                <a:moveTo>
                  <a:pt x="0" y="149"/>
                </a:moveTo>
                <a:lnTo>
                  <a:pt x="27518" y="149"/>
                </a:lnTo>
                <a:lnTo>
                  <a:pt x="27518" y="0"/>
                </a:lnTo>
                <a:lnTo>
                  <a:pt x="0" y="0"/>
                </a:lnTo>
                <a:lnTo>
                  <a:pt x="0" y="149"/>
                </a:lnTo>
                <a:close/>
              </a:path>
            </a:pathLst>
          </a:custGeom>
          <a:solidFill>
            <a:srgbClr val="656e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09" name=""/>
          <p:cNvSpPr/>
          <p:nvPr/>
        </p:nvSpPr>
        <p:spPr>
          <a:xfrm flipH="1">
            <a:off x="4642560" y="6460920"/>
            <a:ext cx="623160" cy="0"/>
          </a:xfrm>
          <a:prstGeom prst="line">
            <a:avLst/>
          </a:prstGeom>
          <a:ln w="21960">
            <a:solidFill>
              <a:srgbClr val="adb3b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0800" rIns="10800" tIns="-10800" bIns="-1080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210" name="" descr=""/>
          <p:cNvPicPr/>
          <p:nvPr/>
        </p:nvPicPr>
        <p:blipFill>
          <a:blip r:embed="rId1"/>
          <a:stretch/>
        </p:blipFill>
        <p:spPr>
          <a:xfrm>
            <a:off x="289440" y="6501240"/>
            <a:ext cx="627480" cy="280080"/>
          </a:xfrm>
          <a:prstGeom prst="rect">
            <a:avLst/>
          </a:prstGeom>
          <a:ln w="0">
            <a:noFill/>
          </a:ln>
        </p:spPr>
      </p:pic>
      <p:sp>
        <p:nvSpPr>
          <p:cNvPr id="26211" name=""/>
          <p:cNvSpPr/>
          <p:nvPr/>
        </p:nvSpPr>
        <p:spPr>
          <a:xfrm>
            <a:off x="9289080" y="6632280"/>
            <a:ext cx="126720" cy="68760"/>
          </a:xfrm>
          <a:custGeom>
            <a:avLst/>
            <a:gdLst/>
            <a:ahLst/>
            <a:rect l="0" t="0" r="r" b="b"/>
            <a:pathLst>
              <a:path w="352" h="191">
                <a:moveTo>
                  <a:pt x="206" y="36"/>
                </a:moveTo>
                <a:cubicBezTo>
                  <a:pt x="190" y="64"/>
                  <a:pt x="173" y="89"/>
                  <a:pt x="156" y="111"/>
                </a:cubicBezTo>
                <a:lnTo>
                  <a:pt x="142" y="128"/>
                </a:lnTo>
                <a:lnTo>
                  <a:pt x="206" y="128"/>
                </a:lnTo>
                <a:lnTo>
                  <a:pt x="206" y="36"/>
                </a:lnTo>
                <a:moveTo>
                  <a:pt x="205" y="4"/>
                </a:moveTo>
                <a:lnTo>
                  <a:pt x="226" y="4"/>
                </a:lnTo>
                <a:lnTo>
                  <a:pt x="226" y="128"/>
                </a:lnTo>
                <a:lnTo>
                  <a:pt x="251" y="128"/>
                </a:lnTo>
                <a:lnTo>
                  <a:pt x="251" y="146"/>
                </a:lnTo>
                <a:lnTo>
                  <a:pt x="226" y="146"/>
                </a:lnTo>
                <a:lnTo>
                  <a:pt x="226" y="191"/>
                </a:lnTo>
                <a:lnTo>
                  <a:pt x="206" y="191"/>
                </a:lnTo>
                <a:lnTo>
                  <a:pt x="206" y="146"/>
                </a:lnTo>
                <a:lnTo>
                  <a:pt x="119" y="146"/>
                </a:lnTo>
                <a:lnTo>
                  <a:pt x="119" y="129"/>
                </a:lnTo>
                <a:cubicBezTo>
                  <a:pt x="137" y="108"/>
                  <a:pt x="154" y="87"/>
                  <a:pt x="169" y="65"/>
                </a:cubicBezTo>
                <a:cubicBezTo>
                  <a:pt x="185" y="43"/>
                  <a:pt x="196" y="23"/>
                  <a:pt x="205" y="4"/>
                </a:cubicBezTo>
                <a:moveTo>
                  <a:pt x="344" y="0"/>
                </a:moveTo>
                <a:lnTo>
                  <a:pt x="352" y="0"/>
                </a:lnTo>
                <a:lnTo>
                  <a:pt x="352" y="191"/>
                </a:lnTo>
                <a:lnTo>
                  <a:pt x="332" y="191"/>
                </a:lnTo>
                <a:lnTo>
                  <a:pt x="332" y="30"/>
                </a:lnTo>
                <a:cubicBezTo>
                  <a:pt x="328" y="34"/>
                  <a:pt x="322" y="38"/>
                  <a:pt x="313" y="43"/>
                </a:cubicBezTo>
                <a:cubicBezTo>
                  <a:pt x="304" y="47"/>
                  <a:pt x="296" y="50"/>
                  <a:pt x="289" y="52"/>
                </a:cubicBezTo>
                <a:lnTo>
                  <a:pt x="289" y="31"/>
                </a:lnTo>
                <a:cubicBezTo>
                  <a:pt x="298" y="28"/>
                  <a:pt x="308" y="24"/>
                  <a:pt x="319" y="18"/>
                </a:cubicBezTo>
                <a:cubicBezTo>
                  <a:pt x="330" y="12"/>
                  <a:pt x="338" y="6"/>
                  <a:pt x="344" y="0"/>
                </a:cubicBezTo>
                <a:moveTo>
                  <a:pt x="55" y="0"/>
                </a:moveTo>
                <a:lnTo>
                  <a:pt x="63" y="0"/>
                </a:lnTo>
                <a:lnTo>
                  <a:pt x="63" y="191"/>
                </a:lnTo>
                <a:lnTo>
                  <a:pt x="43" y="191"/>
                </a:lnTo>
                <a:lnTo>
                  <a:pt x="43" y="30"/>
                </a:lnTo>
                <a:cubicBezTo>
                  <a:pt x="39" y="34"/>
                  <a:pt x="33" y="38"/>
                  <a:pt x="24" y="43"/>
                </a:cubicBezTo>
                <a:cubicBezTo>
                  <a:pt x="15" y="47"/>
                  <a:pt x="7" y="50"/>
                  <a:pt x="0" y="52"/>
                </a:cubicBezTo>
                <a:lnTo>
                  <a:pt x="0" y="31"/>
                </a:lnTo>
                <a:cubicBezTo>
                  <a:pt x="9" y="28"/>
                  <a:pt x="19" y="24"/>
                  <a:pt x="30" y="18"/>
                </a:cubicBezTo>
                <a:cubicBezTo>
                  <a:pt x="41" y="12"/>
                  <a:pt x="49" y="6"/>
                  <a:pt x="55" y="0"/>
                </a:cubicBezTo>
                <a:close/>
              </a:path>
            </a:pathLst>
          </a:custGeom>
          <a:solidFill>
            <a:srgbClr val="656e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12" name=""/>
          <p:cNvSpPr/>
          <p:nvPr/>
        </p:nvSpPr>
        <p:spPr>
          <a:xfrm>
            <a:off x="9433800" y="6647760"/>
            <a:ext cx="146160" cy="61560"/>
          </a:xfrm>
          <a:custGeom>
            <a:avLst/>
            <a:gdLst/>
            <a:ahLst/>
            <a:rect l="0" t="0" r="r" b="b"/>
            <a:pathLst>
              <a:path w="406" h="171">
                <a:moveTo>
                  <a:pt x="360" y="14"/>
                </a:moveTo>
                <a:cubicBezTo>
                  <a:pt x="339" y="14"/>
                  <a:pt x="329" y="35"/>
                  <a:pt x="329" y="78"/>
                </a:cubicBezTo>
                <a:cubicBezTo>
                  <a:pt x="329" y="117"/>
                  <a:pt x="339" y="137"/>
                  <a:pt x="359" y="137"/>
                </a:cubicBezTo>
                <a:cubicBezTo>
                  <a:pt x="380" y="137"/>
                  <a:pt x="390" y="117"/>
                  <a:pt x="390" y="77"/>
                </a:cubicBezTo>
                <a:cubicBezTo>
                  <a:pt x="390" y="35"/>
                  <a:pt x="380" y="14"/>
                  <a:pt x="360" y="14"/>
                </a:cubicBezTo>
                <a:moveTo>
                  <a:pt x="249" y="14"/>
                </a:moveTo>
                <a:cubicBezTo>
                  <a:pt x="228" y="14"/>
                  <a:pt x="218" y="35"/>
                  <a:pt x="218" y="78"/>
                </a:cubicBezTo>
                <a:cubicBezTo>
                  <a:pt x="218" y="117"/>
                  <a:pt x="228" y="137"/>
                  <a:pt x="248" y="137"/>
                </a:cubicBezTo>
                <a:cubicBezTo>
                  <a:pt x="270" y="137"/>
                  <a:pt x="280" y="117"/>
                  <a:pt x="280" y="77"/>
                </a:cubicBezTo>
                <a:cubicBezTo>
                  <a:pt x="280" y="35"/>
                  <a:pt x="270" y="14"/>
                  <a:pt x="249" y="14"/>
                </a:cubicBezTo>
                <a:moveTo>
                  <a:pt x="68" y="4"/>
                </a:moveTo>
                <a:lnTo>
                  <a:pt x="83" y="4"/>
                </a:lnTo>
                <a:lnTo>
                  <a:pt x="15" y="171"/>
                </a:lnTo>
                <a:lnTo>
                  <a:pt x="0" y="171"/>
                </a:lnTo>
                <a:lnTo>
                  <a:pt x="68" y="4"/>
                </a:lnTo>
                <a:moveTo>
                  <a:pt x="361" y="1"/>
                </a:moveTo>
                <a:cubicBezTo>
                  <a:pt x="391" y="1"/>
                  <a:pt x="406" y="26"/>
                  <a:pt x="406" y="75"/>
                </a:cubicBezTo>
                <a:cubicBezTo>
                  <a:pt x="406" y="100"/>
                  <a:pt x="401" y="118"/>
                  <a:pt x="393" y="131"/>
                </a:cubicBezTo>
                <a:cubicBezTo>
                  <a:pt x="385" y="144"/>
                  <a:pt x="373" y="150"/>
                  <a:pt x="358" y="150"/>
                </a:cubicBezTo>
                <a:cubicBezTo>
                  <a:pt x="343" y="150"/>
                  <a:pt x="332" y="144"/>
                  <a:pt x="324" y="131"/>
                </a:cubicBezTo>
                <a:cubicBezTo>
                  <a:pt x="317" y="119"/>
                  <a:pt x="313" y="102"/>
                  <a:pt x="313" y="79"/>
                </a:cubicBezTo>
                <a:cubicBezTo>
                  <a:pt x="313" y="54"/>
                  <a:pt x="317" y="34"/>
                  <a:pt x="325" y="21"/>
                </a:cubicBezTo>
                <a:cubicBezTo>
                  <a:pt x="334" y="8"/>
                  <a:pt x="346" y="1"/>
                  <a:pt x="361" y="1"/>
                </a:cubicBezTo>
                <a:moveTo>
                  <a:pt x="250" y="1"/>
                </a:moveTo>
                <a:cubicBezTo>
                  <a:pt x="281" y="1"/>
                  <a:pt x="295" y="26"/>
                  <a:pt x="295" y="75"/>
                </a:cubicBezTo>
                <a:cubicBezTo>
                  <a:pt x="295" y="100"/>
                  <a:pt x="291" y="118"/>
                  <a:pt x="283" y="131"/>
                </a:cubicBezTo>
                <a:cubicBezTo>
                  <a:pt x="275" y="144"/>
                  <a:pt x="263" y="150"/>
                  <a:pt x="246" y="150"/>
                </a:cubicBezTo>
                <a:cubicBezTo>
                  <a:pt x="232" y="150"/>
                  <a:pt x="221" y="144"/>
                  <a:pt x="213" y="131"/>
                </a:cubicBezTo>
                <a:cubicBezTo>
                  <a:pt x="206" y="119"/>
                  <a:pt x="202" y="102"/>
                  <a:pt x="202" y="79"/>
                </a:cubicBezTo>
                <a:cubicBezTo>
                  <a:pt x="202" y="54"/>
                  <a:pt x="206" y="34"/>
                  <a:pt x="214" y="21"/>
                </a:cubicBezTo>
                <a:cubicBezTo>
                  <a:pt x="222" y="8"/>
                  <a:pt x="234" y="1"/>
                  <a:pt x="250" y="1"/>
                </a:cubicBezTo>
                <a:moveTo>
                  <a:pt x="146" y="0"/>
                </a:moveTo>
                <a:lnTo>
                  <a:pt x="153" y="0"/>
                </a:lnTo>
                <a:lnTo>
                  <a:pt x="153" y="148"/>
                </a:lnTo>
                <a:lnTo>
                  <a:pt x="137" y="148"/>
                </a:lnTo>
                <a:lnTo>
                  <a:pt x="137" y="23"/>
                </a:lnTo>
                <a:cubicBezTo>
                  <a:pt x="134" y="26"/>
                  <a:pt x="129" y="29"/>
                  <a:pt x="123" y="33"/>
                </a:cubicBezTo>
                <a:cubicBezTo>
                  <a:pt x="116" y="36"/>
                  <a:pt x="110" y="39"/>
                  <a:pt x="104" y="41"/>
                </a:cubicBezTo>
                <a:lnTo>
                  <a:pt x="104" y="23"/>
                </a:lnTo>
                <a:cubicBezTo>
                  <a:pt x="111" y="21"/>
                  <a:pt x="119" y="18"/>
                  <a:pt x="127" y="14"/>
                </a:cubicBezTo>
                <a:cubicBezTo>
                  <a:pt x="135" y="9"/>
                  <a:pt x="142" y="5"/>
                  <a:pt x="146" y="0"/>
                </a:cubicBezTo>
                <a:close/>
              </a:path>
            </a:pathLst>
          </a:custGeom>
          <a:solidFill>
            <a:srgbClr val="656e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13" name=""/>
          <p:cNvSpPr/>
          <p:nvPr/>
        </p:nvSpPr>
        <p:spPr>
          <a:xfrm>
            <a:off x="6510240" y="5275800"/>
            <a:ext cx="1806480" cy="248760"/>
          </a:xfrm>
          <a:custGeom>
            <a:avLst/>
            <a:gdLst/>
            <a:ahLst/>
            <a:rect l="0" t="0" r="r" b="b"/>
            <a:pathLst>
              <a:path w="5018" h="691">
                <a:moveTo>
                  <a:pt x="0" y="691"/>
                </a:moveTo>
                <a:lnTo>
                  <a:pt x="5018" y="691"/>
                </a:lnTo>
                <a:lnTo>
                  <a:pt x="5018" y="0"/>
                </a:lnTo>
                <a:lnTo>
                  <a:pt x="0" y="0"/>
                </a:lnTo>
                <a:lnTo>
                  <a:pt x="0" y="691"/>
                </a:lnTo>
                <a:close/>
              </a:path>
            </a:pathLst>
          </a:custGeom>
          <a:solidFill>
            <a:srgbClr val="a011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14" name=""/>
          <p:cNvSpPr/>
          <p:nvPr/>
        </p:nvSpPr>
        <p:spPr>
          <a:xfrm>
            <a:off x="6217920" y="4981680"/>
            <a:ext cx="1806120" cy="250560"/>
          </a:xfrm>
          <a:custGeom>
            <a:avLst/>
            <a:gdLst/>
            <a:ahLst/>
            <a:rect l="0" t="0" r="r" b="b"/>
            <a:pathLst>
              <a:path w="5017" h="696">
                <a:moveTo>
                  <a:pt x="0" y="696"/>
                </a:moveTo>
                <a:lnTo>
                  <a:pt x="5017" y="696"/>
                </a:lnTo>
                <a:lnTo>
                  <a:pt x="5017" y="0"/>
                </a:lnTo>
                <a:lnTo>
                  <a:pt x="0" y="0"/>
                </a:lnTo>
                <a:lnTo>
                  <a:pt x="0" y="696"/>
                </a:lnTo>
                <a:close/>
              </a:path>
            </a:pathLst>
          </a:custGeom>
          <a:solidFill>
            <a:srgbClr val="a011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15" name=""/>
          <p:cNvSpPr/>
          <p:nvPr/>
        </p:nvSpPr>
        <p:spPr>
          <a:xfrm>
            <a:off x="854640" y="1261080"/>
            <a:ext cx="1065960" cy="150480"/>
          </a:xfrm>
          <a:custGeom>
            <a:avLst/>
            <a:gdLst/>
            <a:ahLst/>
            <a:rect l="0" t="0" r="r" b="b"/>
            <a:pathLst>
              <a:path w="2961" h="418">
                <a:moveTo>
                  <a:pt x="2391" y="147"/>
                </a:moveTo>
                <a:cubicBezTo>
                  <a:pt x="2376" y="147"/>
                  <a:pt x="2364" y="151"/>
                  <a:pt x="2356" y="160"/>
                </a:cubicBezTo>
                <a:cubicBezTo>
                  <a:pt x="2347" y="169"/>
                  <a:pt x="2342" y="180"/>
                  <a:pt x="2339" y="196"/>
                </a:cubicBezTo>
                <a:lnTo>
                  <a:pt x="2437" y="196"/>
                </a:lnTo>
                <a:cubicBezTo>
                  <a:pt x="2437" y="190"/>
                  <a:pt x="2436" y="184"/>
                  <a:pt x="2435" y="178"/>
                </a:cubicBezTo>
                <a:cubicBezTo>
                  <a:pt x="2433" y="172"/>
                  <a:pt x="2430" y="166"/>
                  <a:pt x="2426" y="162"/>
                </a:cubicBezTo>
                <a:cubicBezTo>
                  <a:pt x="2423" y="158"/>
                  <a:pt x="2418" y="154"/>
                  <a:pt x="2412" y="151"/>
                </a:cubicBezTo>
                <a:cubicBezTo>
                  <a:pt x="2406" y="148"/>
                  <a:pt x="2399" y="147"/>
                  <a:pt x="2391" y="147"/>
                </a:cubicBezTo>
                <a:moveTo>
                  <a:pt x="841" y="147"/>
                </a:moveTo>
                <a:cubicBezTo>
                  <a:pt x="826" y="147"/>
                  <a:pt x="814" y="151"/>
                  <a:pt x="805" y="160"/>
                </a:cubicBezTo>
                <a:cubicBezTo>
                  <a:pt x="797" y="169"/>
                  <a:pt x="791" y="180"/>
                  <a:pt x="789" y="196"/>
                </a:cubicBezTo>
                <a:lnTo>
                  <a:pt x="887" y="196"/>
                </a:lnTo>
                <a:cubicBezTo>
                  <a:pt x="887" y="190"/>
                  <a:pt x="886" y="184"/>
                  <a:pt x="884" y="178"/>
                </a:cubicBezTo>
                <a:cubicBezTo>
                  <a:pt x="883" y="172"/>
                  <a:pt x="880" y="166"/>
                  <a:pt x="876" y="162"/>
                </a:cubicBezTo>
                <a:cubicBezTo>
                  <a:pt x="872" y="158"/>
                  <a:pt x="867" y="154"/>
                  <a:pt x="862" y="151"/>
                </a:cubicBezTo>
                <a:cubicBezTo>
                  <a:pt x="856" y="148"/>
                  <a:pt x="849" y="147"/>
                  <a:pt x="841" y="147"/>
                </a:cubicBezTo>
                <a:moveTo>
                  <a:pt x="367" y="147"/>
                </a:moveTo>
                <a:cubicBezTo>
                  <a:pt x="352" y="147"/>
                  <a:pt x="340" y="151"/>
                  <a:pt x="331" y="160"/>
                </a:cubicBezTo>
                <a:cubicBezTo>
                  <a:pt x="323" y="169"/>
                  <a:pt x="317" y="180"/>
                  <a:pt x="314" y="196"/>
                </a:cubicBezTo>
                <a:lnTo>
                  <a:pt x="413" y="196"/>
                </a:lnTo>
                <a:cubicBezTo>
                  <a:pt x="413" y="190"/>
                  <a:pt x="412" y="184"/>
                  <a:pt x="410" y="178"/>
                </a:cubicBezTo>
                <a:cubicBezTo>
                  <a:pt x="408" y="172"/>
                  <a:pt x="406" y="166"/>
                  <a:pt x="402" y="162"/>
                </a:cubicBezTo>
                <a:cubicBezTo>
                  <a:pt x="398" y="158"/>
                  <a:pt x="393" y="154"/>
                  <a:pt x="387" y="151"/>
                </a:cubicBezTo>
                <a:cubicBezTo>
                  <a:pt x="382" y="148"/>
                  <a:pt x="375" y="147"/>
                  <a:pt x="367" y="147"/>
                </a:cubicBezTo>
                <a:moveTo>
                  <a:pt x="1389" y="106"/>
                </a:moveTo>
                <a:lnTo>
                  <a:pt x="1444" y="106"/>
                </a:lnTo>
                <a:cubicBezTo>
                  <a:pt x="1449" y="106"/>
                  <a:pt x="1453" y="107"/>
                  <a:pt x="1456" y="110"/>
                </a:cubicBezTo>
                <a:cubicBezTo>
                  <a:pt x="1458" y="112"/>
                  <a:pt x="1461" y="115"/>
                  <a:pt x="1462" y="118"/>
                </a:cubicBezTo>
                <a:lnTo>
                  <a:pt x="1506" y="231"/>
                </a:lnTo>
                <a:cubicBezTo>
                  <a:pt x="1508" y="235"/>
                  <a:pt x="1510" y="239"/>
                  <a:pt x="1511" y="244"/>
                </a:cubicBezTo>
                <a:cubicBezTo>
                  <a:pt x="1512" y="249"/>
                  <a:pt x="1513" y="253"/>
                  <a:pt x="1515" y="257"/>
                </a:cubicBezTo>
                <a:cubicBezTo>
                  <a:pt x="1517" y="248"/>
                  <a:pt x="1521" y="239"/>
                  <a:pt x="1524" y="230"/>
                </a:cubicBezTo>
                <a:lnTo>
                  <a:pt x="1566" y="118"/>
                </a:lnTo>
                <a:cubicBezTo>
                  <a:pt x="1567" y="115"/>
                  <a:pt x="1569" y="112"/>
                  <a:pt x="1572" y="110"/>
                </a:cubicBezTo>
                <a:cubicBezTo>
                  <a:pt x="1576" y="107"/>
                  <a:pt x="1579" y="106"/>
                  <a:pt x="1583" y="106"/>
                </a:cubicBezTo>
                <a:lnTo>
                  <a:pt x="1633" y="106"/>
                </a:lnTo>
                <a:lnTo>
                  <a:pt x="1506" y="406"/>
                </a:lnTo>
                <a:cubicBezTo>
                  <a:pt x="1504" y="410"/>
                  <a:pt x="1502" y="413"/>
                  <a:pt x="1499" y="415"/>
                </a:cubicBezTo>
                <a:cubicBezTo>
                  <a:pt x="1496" y="417"/>
                  <a:pt x="1492" y="418"/>
                  <a:pt x="1486" y="418"/>
                </a:cubicBezTo>
                <a:lnTo>
                  <a:pt x="1439" y="418"/>
                </a:lnTo>
                <a:lnTo>
                  <a:pt x="1483" y="323"/>
                </a:lnTo>
                <a:lnTo>
                  <a:pt x="1389" y="106"/>
                </a:lnTo>
                <a:moveTo>
                  <a:pt x="1141" y="106"/>
                </a:moveTo>
                <a:lnTo>
                  <a:pt x="1204" y="106"/>
                </a:lnTo>
                <a:lnTo>
                  <a:pt x="1204" y="342"/>
                </a:lnTo>
                <a:lnTo>
                  <a:pt x="1141" y="342"/>
                </a:lnTo>
                <a:lnTo>
                  <a:pt x="1141" y="106"/>
                </a:lnTo>
                <a:moveTo>
                  <a:pt x="475" y="106"/>
                </a:moveTo>
                <a:lnTo>
                  <a:pt x="527" y="106"/>
                </a:lnTo>
                <a:cubicBezTo>
                  <a:pt x="532" y="106"/>
                  <a:pt x="536" y="107"/>
                  <a:pt x="539" y="110"/>
                </a:cubicBezTo>
                <a:cubicBezTo>
                  <a:pt x="542" y="112"/>
                  <a:pt x="544" y="115"/>
                  <a:pt x="545" y="118"/>
                </a:cubicBezTo>
                <a:lnTo>
                  <a:pt x="585" y="234"/>
                </a:lnTo>
                <a:cubicBezTo>
                  <a:pt x="587" y="242"/>
                  <a:pt x="590" y="250"/>
                  <a:pt x="592" y="258"/>
                </a:cubicBezTo>
                <a:cubicBezTo>
                  <a:pt x="594" y="265"/>
                  <a:pt x="595" y="273"/>
                  <a:pt x="597" y="280"/>
                </a:cubicBezTo>
                <a:cubicBezTo>
                  <a:pt x="598" y="273"/>
                  <a:pt x="600" y="265"/>
                  <a:pt x="602" y="258"/>
                </a:cubicBezTo>
                <a:cubicBezTo>
                  <a:pt x="604" y="250"/>
                  <a:pt x="607" y="242"/>
                  <a:pt x="610" y="234"/>
                </a:cubicBezTo>
                <a:lnTo>
                  <a:pt x="651" y="118"/>
                </a:lnTo>
                <a:cubicBezTo>
                  <a:pt x="652" y="115"/>
                  <a:pt x="654" y="112"/>
                  <a:pt x="657" y="110"/>
                </a:cubicBezTo>
                <a:cubicBezTo>
                  <a:pt x="660" y="107"/>
                  <a:pt x="663" y="106"/>
                  <a:pt x="667" y="106"/>
                </a:cubicBezTo>
                <a:lnTo>
                  <a:pt x="717" y="106"/>
                </a:lnTo>
                <a:lnTo>
                  <a:pt x="625" y="342"/>
                </a:lnTo>
                <a:lnTo>
                  <a:pt x="568" y="342"/>
                </a:lnTo>
                <a:lnTo>
                  <a:pt x="475" y="106"/>
                </a:lnTo>
                <a:moveTo>
                  <a:pt x="2629" y="103"/>
                </a:moveTo>
                <a:cubicBezTo>
                  <a:pt x="2647" y="103"/>
                  <a:pt x="2662" y="106"/>
                  <a:pt x="2676" y="111"/>
                </a:cubicBezTo>
                <a:cubicBezTo>
                  <a:pt x="2689" y="117"/>
                  <a:pt x="2702" y="125"/>
                  <a:pt x="2712" y="137"/>
                </a:cubicBezTo>
                <a:lnTo>
                  <a:pt x="2696" y="159"/>
                </a:lnTo>
                <a:cubicBezTo>
                  <a:pt x="2694" y="161"/>
                  <a:pt x="2692" y="163"/>
                  <a:pt x="2690" y="165"/>
                </a:cubicBezTo>
                <a:cubicBezTo>
                  <a:pt x="2689" y="166"/>
                  <a:pt x="2686" y="166"/>
                  <a:pt x="2683" y="166"/>
                </a:cubicBezTo>
                <a:cubicBezTo>
                  <a:pt x="2680" y="166"/>
                  <a:pt x="2677" y="166"/>
                  <a:pt x="2674" y="164"/>
                </a:cubicBezTo>
                <a:cubicBezTo>
                  <a:pt x="2671" y="162"/>
                  <a:pt x="2668" y="160"/>
                  <a:pt x="2664" y="158"/>
                </a:cubicBezTo>
                <a:cubicBezTo>
                  <a:pt x="2660" y="156"/>
                  <a:pt x="2656" y="154"/>
                  <a:pt x="2651" y="153"/>
                </a:cubicBezTo>
                <a:cubicBezTo>
                  <a:pt x="2646" y="151"/>
                  <a:pt x="2640" y="150"/>
                  <a:pt x="2632" y="150"/>
                </a:cubicBezTo>
                <a:cubicBezTo>
                  <a:pt x="2623" y="150"/>
                  <a:pt x="2615" y="152"/>
                  <a:pt x="2608" y="155"/>
                </a:cubicBezTo>
                <a:cubicBezTo>
                  <a:pt x="2601" y="158"/>
                  <a:pt x="2595" y="163"/>
                  <a:pt x="2590" y="170"/>
                </a:cubicBezTo>
                <a:cubicBezTo>
                  <a:pt x="2586" y="176"/>
                  <a:pt x="2583" y="184"/>
                  <a:pt x="2580" y="193"/>
                </a:cubicBezTo>
                <a:cubicBezTo>
                  <a:pt x="2578" y="202"/>
                  <a:pt x="2577" y="213"/>
                  <a:pt x="2577" y="224"/>
                </a:cubicBezTo>
                <a:cubicBezTo>
                  <a:pt x="2577" y="248"/>
                  <a:pt x="2582" y="267"/>
                  <a:pt x="2591" y="279"/>
                </a:cubicBezTo>
                <a:cubicBezTo>
                  <a:pt x="2601" y="292"/>
                  <a:pt x="2614" y="298"/>
                  <a:pt x="2631" y="298"/>
                </a:cubicBezTo>
                <a:cubicBezTo>
                  <a:pt x="2637" y="298"/>
                  <a:pt x="2642" y="298"/>
                  <a:pt x="2646" y="297"/>
                </a:cubicBezTo>
                <a:cubicBezTo>
                  <a:pt x="2650" y="296"/>
                  <a:pt x="2654" y="295"/>
                  <a:pt x="2657" y="293"/>
                </a:cubicBezTo>
                <a:cubicBezTo>
                  <a:pt x="2660" y="292"/>
                  <a:pt x="2663" y="290"/>
                  <a:pt x="2665" y="288"/>
                </a:cubicBezTo>
                <a:cubicBezTo>
                  <a:pt x="2667" y="286"/>
                  <a:pt x="2670" y="285"/>
                  <a:pt x="2672" y="283"/>
                </a:cubicBezTo>
                <a:cubicBezTo>
                  <a:pt x="2674" y="282"/>
                  <a:pt x="2676" y="280"/>
                  <a:pt x="2678" y="279"/>
                </a:cubicBezTo>
                <a:cubicBezTo>
                  <a:pt x="2680" y="278"/>
                  <a:pt x="2682" y="278"/>
                  <a:pt x="2685" y="278"/>
                </a:cubicBezTo>
                <a:cubicBezTo>
                  <a:pt x="2690" y="278"/>
                  <a:pt x="2693" y="280"/>
                  <a:pt x="2696" y="284"/>
                </a:cubicBezTo>
                <a:lnTo>
                  <a:pt x="2714" y="306"/>
                </a:lnTo>
                <a:cubicBezTo>
                  <a:pt x="2708" y="314"/>
                  <a:pt x="2701" y="321"/>
                  <a:pt x="2693" y="325"/>
                </a:cubicBezTo>
                <a:cubicBezTo>
                  <a:pt x="2685" y="331"/>
                  <a:pt x="2677" y="335"/>
                  <a:pt x="2669" y="337"/>
                </a:cubicBezTo>
                <a:cubicBezTo>
                  <a:pt x="2661" y="341"/>
                  <a:pt x="2653" y="343"/>
                  <a:pt x="2644" y="344"/>
                </a:cubicBezTo>
                <a:cubicBezTo>
                  <a:pt x="2636" y="345"/>
                  <a:pt x="2628" y="346"/>
                  <a:pt x="2619" y="346"/>
                </a:cubicBezTo>
                <a:cubicBezTo>
                  <a:pt x="2605" y="346"/>
                  <a:pt x="2591" y="343"/>
                  <a:pt x="2578" y="337"/>
                </a:cubicBezTo>
                <a:cubicBezTo>
                  <a:pt x="2565" y="332"/>
                  <a:pt x="2554" y="324"/>
                  <a:pt x="2544" y="314"/>
                </a:cubicBezTo>
                <a:cubicBezTo>
                  <a:pt x="2535" y="303"/>
                  <a:pt x="2527" y="291"/>
                  <a:pt x="2521" y="276"/>
                </a:cubicBezTo>
                <a:cubicBezTo>
                  <a:pt x="2515" y="261"/>
                  <a:pt x="2512" y="243"/>
                  <a:pt x="2512" y="224"/>
                </a:cubicBezTo>
                <a:cubicBezTo>
                  <a:pt x="2512" y="207"/>
                  <a:pt x="2515" y="191"/>
                  <a:pt x="2520" y="176"/>
                </a:cubicBezTo>
                <a:cubicBezTo>
                  <a:pt x="2525" y="161"/>
                  <a:pt x="2533" y="148"/>
                  <a:pt x="2542" y="137"/>
                </a:cubicBezTo>
                <a:cubicBezTo>
                  <a:pt x="2552" y="127"/>
                  <a:pt x="2564" y="118"/>
                  <a:pt x="2578" y="112"/>
                </a:cubicBezTo>
                <a:cubicBezTo>
                  <a:pt x="2593" y="106"/>
                  <a:pt x="2609" y="103"/>
                  <a:pt x="2629" y="103"/>
                </a:cubicBezTo>
                <a:moveTo>
                  <a:pt x="2390" y="103"/>
                </a:moveTo>
                <a:cubicBezTo>
                  <a:pt x="2405" y="103"/>
                  <a:pt x="2419" y="105"/>
                  <a:pt x="2432" y="110"/>
                </a:cubicBezTo>
                <a:cubicBezTo>
                  <a:pt x="2444" y="115"/>
                  <a:pt x="2455" y="122"/>
                  <a:pt x="2464" y="131"/>
                </a:cubicBezTo>
                <a:cubicBezTo>
                  <a:pt x="2474" y="140"/>
                  <a:pt x="2481" y="151"/>
                  <a:pt x="2486" y="165"/>
                </a:cubicBezTo>
                <a:cubicBezTo>
                  <a:pt x="2491" y="178"/>
                  <a:pt x="2494" y="193"/>
                  <a:pt x="2494" y="210"/>
                </a:cubicBezTo>
                <a:cubicBezTo>
                  <a:pt x="2494" y="215"/>
                  <a:pt x="2493" y="219"/>
                  <a:pt x="2493" y="222"/>
                </a:cubicBezTo>
                <a:cubicBezTo>
                  <a:pt x="2493" y="225"/>
                  <a:pt x="2492" y="227"/>
                  <a:pt x="2491" y="229"/>
                </a:cubicBezTo>
                <a:cubicBezTo>
                  <a:pt x="2490" y="231"/>
                  <a:pt x="2488" y="232"/>
                  <a:pt x="2486" y="233"/>
                </a:cubicBezTo>
                <a:cubicBezTo>
                  <a:pt x="2485" y="234"/>
                  <a:pt x="2482" y="234"/>
                  <a:pt x="2479" y="234"/>
                </a:cubicBezTo>
                <a:lnTo>
                  <a:pt x="2338" y="234"/>
                </a:lnTo>
                <a:cubicBezTo>
                  <a:pt x="2340" y="256"/>
                  <a:pt x="2346" y="272"/>
                  <a:pt x="2357" y="282"/>
                </a:cubicBezTo>
                <a:cubicBezTo>
                  <a:pt x="2367" y="293"/>
                  <a:pt x="2381" y="298"/>
                  <a:pt x="2399" y="298"/>
                </a:cubicBezTo>
                <a:cubicBezTo>
                  <a:pt x="2407" y="298"/>
                  <a:pt x="2415" y="297"/>
                  <a:pt x="2421" y="295"/>
                </a:cubicBezTo>
                <a:cubicBezTo>
                  <a:pt x="2427" y="293"/>
                  <a:pt x="2433" y="290"/>
                  <a:pt x="2438" y="288"/>
                </a:cubicBezTo>
                <a:cubicBezTo>
                  <a:pt x="2443" y="285"/>
                  <a:pt x="2447" y="283"/>
                  <a:pt x="2451" y="281"/>
                </a:cubicBezTo>
                <a:cubicBezTo>
                  <a:pt x="2455" y="279"/>
                  <a:pt x="2458" y="278"/>
                  <a:pt x="2462" y="278"/>
                </a:cubicBezTo>
                <a:cubicBezTo>
                  <a:pt x="2467" y="278"/>
                  <a:pt x="2471" y="280"/>
                  <a:pt x="2474" y="284"/>
                </a:cubicBezTo>
                <a:lnTo>
                  <a:pt x="2492" y="306"/>
                </a:lnTo>
                <a:cubicBezTo>
                  <a:pt x="2485" y="314"/>
                  <a:pt x="2478" y="321"/>
                  <a:pt x="2470" y="325"/>
                </a:cubicBezTo>
                <a:cubicBezTo>
                  <a:pt x="2462" y="331"/>
                  <a:pt x="2453" y="335"/>
                  <a:pt x="2445" y="337"/>
                </a:cubicBezTo>
                <a:cubicBezTo>
                  <a:pt x="2436" y="341"/>
                  <a:pt x="2427" y="343"/>
                  <a:pt x="2418" y="344"/>
                </a:cubicBezTo>
                <a:cubicBezTo>
                  <a:pt x="2409" y="345"/>
                  <a:pt x="2401" y="346"/>
                  <a:pt x="2393" y="346"/>
                </a:cubicBezTo>
                <a:cubicBezTo>
                  <a:pt x="2376" y="346"/>
                  <a:pt x="2361" y="343"/>
                  <a:pt x="2347" y="337"/>
                </a:cubicBezTo>
                <a:cubicBezTo>
                  <a:pt x="2333" y="332"/>
                  <a:pt x="2320" y="324"/>
                  <a:pt x="2309" y="313"/>
                </a:cubicBezTo>
                <a:cubicBezTo>
                  <a:pt x="2299" y="303"/>
                  <a:pt x="2291" y="290"/>
                  <a:pt x="2284" y="274"/>
                </a:cubicBezTo>
                <a:cubicBezTo>
                  <a:pt x="2278" y="258"/>
                  <a:pt x="2275" y="240"/>
                  <a:pt x="2275" y="219"/>
                </a:cubicBezTo>
                <a:cubicBezTo>
                  <a:pt x="2275" y="203"/>
                  <a:pt x="2278" y="188"/>
                  <a:pt x="2283" y="174"/>
                </a:cubicBezTo>
                <a:cubicBezTo>
                  <a:pt x="2288" y="160"/>
                  <a:pt x="2296" y="148"/>
                  <a:pt x="2306" y="137"/>
                </a:cubicBezTo>
                <a:cubicBezTo>
                  <a:pt x="2316" y="127"/>
                  <a:pt x="2328" y="118"/>
                  <a:pt x="2342" y="112"/>
                </a:cubicBezTo>
                <a:cubicBezTo>
                  <a:pt x="2356" y="106"/>
                  <a:pt x="2372" y="103"/>
                  <a:pt x="2390" y="103"/>
                </a:cubicBezTo>
                <a:moveTo>
                  <a:pt x="840" y="103"/>
                </a:moveTo>
                <a:cubicBezTo>
                  <a:pt x="855" y="103"/>
                  <a:pt x="869" y="105"/>
                  <a:pt x="881" y="110"/>
                </a:cubicBezTo>
                <a:cubicBezTo>
                  <a:pt x="894" y="115"/>
                  <a:pt x="905" y="122"/>
                  <a:pt x="914" y="131"/>
                </a:cubicBezTo>
                <a:cubicBezTo>
                  <a:pt x="923" y="140"/>
                  <a:pt x="931" y="151"/>
                  <a:pt x="936" y="165"/>
                </a:cubicBezTo>
                <a:cubicBezTo>
                  <a:pt x="941" y="178"/>
                  <a:pt x="943" y="193"/>
                  <a:pt x="943" y="210"/>
                </a:cubicBezTo>
                <a:cubicBezTo>
                  <a:pt x="943" y="215"/>
                  <a:pt x="943" y="219"/>
                  <a:pt x="943" y="222"/>
                </a:cubicBezTo>
                <a:cubicBezTo>
                  <a:pt x="942" y="225"/>
                  <a:pt x="941" y="227"/>
                  <a:pt x="940" y="229"/>
                </a:cubicBezTo>
                <a:cubicBezTo>
                  <a:pt x="939" y="231"/>
                  <a:pt x="938" y="232"/>
                  <a:pt x="936" y="233"/>
                </a:cubicBezTo>
                <a:cubicBezTo>
                  <a:pt x="934" y="234"/>
                  <a:pt x="932" y="234"/>
                  <a:pt x="929" y="234"/>
                </a:cubicBezTo>
                <a:lnTo>
                  <a:pt x="788" y="234"/>
                </a:lnTo>
                <a:cubicBezTo>
                  <a:pt x="790" y="256"/>
                  <a:pt x="796" y="272"/>
                  <a:pt x="807" y="282"/>
                </a:cubicBezTo>
                <a:cubicBezTo>
                  <a:pt x="817" y="293"/>
                  <a:pt x="831" y="298"/>
                  <a:pt x="848" y="298"/>
                </a:cubicBezTo>
                <a:cubicBezTo>
                  <a:pt x="857" y="298"/>
                  <a:pt x="864" y="297"/>
                  <a:pt x="871" y="295"/>
                </a:cubicBezTo>
                <a:cubicBezTo>
                  <a:pt x="877" y="293"/>
                  <a:pt x="882" y="290"/>
                  <a:pt x="887" y="288"/>
                </a:cubicBezTo>
                <a:cubicBezTo>
                  <a:pt x="892" y="285"/>
                  <a:pt x="896" y="283"/>
                  <a:pt x="900" y="281"/>
                </a:cubicBezTo>
                <a:cubicBezTo>
                  <a:pt x="904" y="279"/>
                  <a:pt x="908" y="278"/>
                  <a:pt x="912" y="278"/>
                </a:cubicBezTo>
                <a:cubicBezTo>
                  <a:pt x="917" y="278"/>
                  <a:pt x="921" y="280"/>
                  <a:pt x="923" y="284"/>
                </a:cubicBezTo>
                <a:lnTo>
                  <a:pt x="942" y="306"/>
                </a:lnTo>
                <a:cubicBezTo>
                  <a:pt x="935" y="314"/>
                  <a:pt x="927" y="321"/>
                  <a:pt x="919" y="325"/>
                </a:cubicBezTo>
                <a:cubicBezTo>
                  <a:pt x="911" y="331"/>
                  <a:pt x="903" y="335"/>
                  <a:pt x="894" y="337"/>
                </a:cubicBezTo>
                <a:cubicBezTo>
                  <a:pt x="886" y="341"/>
                  <a:pt x="877" y="343"/>
                  <a:pt x="868" y="344"/>
                </a:cubicBezTo>
                <a:cubicBezTo>
                  <a:pt x="859" y="345"/>
                  <a:pt x="851" y="346"/>
                  <a:pt x="842" y="346"/>
                </a:cubicBezTo>
                <a:cubicBezTo>
                  <a:pt x="826" y="346"/>
                  <a:pt x="811" y="343"/>
                  <a:pt x="796" y="337"/>
                </a:cubicBezTo>
                <a:cubicBezTo>
                  <a:pt x="782" y="332"/>
                  <a:pt x="770" y="324"/>
                  <a:pt x="759" y="313"/>
                </a:cubicBezTo>
                <a:cubicBezTo>
                  <a:pt x="748" y="303"/>
                  <a:pt x="740" y="290"/>
                  <a:pt x="734" y="274"/>
                </a:cubicBezTo>
                <a:cubicBezTo>
                  <a:pt x="728" y="258"/>
                  <a:pt x="725" y="240"/>
                  <a:pt x="725" y="219"/>
                </a:cubicBezTo>
                <a:cubicBezTo>
                  <a:pt x="725" y="203"/>
                  <a:pt x="727" y="188"/>
                  <a:pt x="733" y="174"/>
                </a:cubicBezTo>
                <a:cubicBezTo>
                  <a:pt x="738" y="160"/>
                  <a:pt x="746" y="148"/>
                  <a:pt x="755" y="137"/>
                </a:cubicBezTo>
                <a:cubicBezTo>
                  <a:pt x="765" y="127"/>
                  <a:pt x="777" y="118"/>
                  <a:pt x="792" y="112"/>
                </a:cubicBezTo>
                <a:cubicBezTo>
                  <a:pt x="806" y="106"/>
                  <a:pt x="822" y="103"/>
                  <a:pt x="840" y="103"/>
                </a:cubicBezTo>
                <a:moveTo>
                  <a:pt x="365" y="103"/>
                </a:moveTo>
                <a:cubicBezTo>
                  <a:pt x="381" y="103"/>
                  <a:pt x="394" y="105"/>
                  <a:pt x="407" y="110"/>
                </a:cubicBezTo>
                <a:cubicBezTo>
                  <a:pt x="420" y="115"/>
                  <a:pt x="431" y="122"/>
                  <a:pt x="440" y="131"/>
                </a:cubicBezTo>
                <a:cubicBezTo>
                  <a:pt x="449" y="140"/>
                  <a:pt x="456" y="151"/>
                  <a:pt x="462" y="165"/>
                </a:cubicBezTo>
                <a:cubicBezTo>
                  <a:pt x="467" y="178"/>
                  <a:pt x="469" y="193"/>
                  <a:pt x="469" y="210"/>
                </a:cubicBezTo>
                <a:cubicBezTo>
                  <a:pt x="469" y="215"/>
                  <a:pt x="469" y="219"/>
                  <a:pt x="469" y="222"/>
                </a:cubicBezTo>
                <a:cubicBezTo>
                  <a:pt x="468" y="225"/>
                  <a:pt x="467" y="227"/>
                  <a:pt x="466" y="229"/>
                </a:cubicBezTo>
                <a:cubicBezTo>
                  <a:pt x="465" y="231"/>
                  <a:pt x="464" y="232"/>
                  <a:pt x="462" y="233"/>
                </a:cubicBezTo>
                <a:cubicBezTo>
                  <a:pt x="460" y="234"/>
                  <a:pt x="458" y="234"/>
                  <a:pt x="455" y="234"/>
                </a:cubicBezTo>
                <a:lnTo>
                  <a:pt x="314" y="234"/>
                </a:lnTo>
                <a:cubicBezTo>
                  <a:pt x="316" y="256"/>
                  <a:pt x="322" y="272"/>
                  <a:pt x="332" y="282"/>
                </a:cubicBezTo>
                <a:cubicBezTo>
                  <a:pt x="343" y="293"/>
                  <a:pt x="357" y="298"/>
                  <a:pt x="374" y="298"/>
                </a:cubicBezTo>
                <a:cubicBezTo>
                  <a:pt x="383" y="298"/>
                  <a:pt x="390" y="297"/>
                  <a:pt x="396" y="295"/>
                </a:cubicBezTo>
                <a:cubicBezTo>
                  <a:pt x="403" y="293"/>
                  <a:pt x="408" y="290"/>
                  <a:pt x="413" y="288"/>
                </a:cubicBezTo>
                <a:cubicBezTo>
                  <a:pt x="418" y="285"/>
                  <a:pt x="422" y="283"/>
                  <a:pt x="426" y="281"/>
                </a:cubicBezTo>
                <a:cubicBezTo>
                  <a:pt x="430" y="279"/>
                  <a:pt x="434" y="278"/>
                  <a:pt x="438" y="278"/>
                </a:cubicBezTo>
                <a:cubicBezTo>
                  <a:pt x="443" y="278"/>
                  <a:pt x="446" y="280"/>
                  <a:pt x="449" y="284"/>
                </a:cubicBezTo>
                <a:lnTo>
                  <a:pt x="467" y="306"/>
                </a:lnTo>
                <a:cubicBezTo>
                  <a:pt x="461" y="314"/>
                  <a:pt x="453" y="321"/>
                  <a:pt x="445" y="325"/>
                </a:cubicBezTo>
                <a:cubicBezTo>
                  <a:pt x="437" y="331"/>
                  <a:pt x="429" y="335"/>
                  <a:pt x="420" y="337"/>
                </a:cubicBezTo>
                <a:cubicBezTo>
                  <a:pt x="411" y="341"/>
                  <a:pt x="403" y="343"/>
                  <a:pt x="394" y="344"/>
                </a:cubicBezTo>
                <a:cubicBezTo>
                  <a:pt x="385" y="345"/>
                  <a:pt x="376" y="346"/>
                  <a:pt x="368" y="346"/>
                </a:cubicBezTo>
                <a:cubicBezTo>
                  <a:pt x="352" y="346"/>
                  <a:pt x="336" y="343"/>
                  <a:pt x="322" y="337"/>
                </a:cubicBezTo>
                <a:cubicBezTo>
                  <a:pt x="308" y="332"/>
                  <a:pt x="295" y="324"/>
                  <a:pt x="285" y="313"/>
                </a:cubicBezTo>
                <a:cubicBezTo>
                  <a:pt x="274" y="303"/>
                  <a:pt x="266" y="290"/>
                  <a:pt x="260" y="274"/>
                </a:cubicBezTo>
                <a:cubicBezTo>
                  <a:pt x="254" y="258"/>
                  <a:pt x="251" y="240"/>
                  <a:pt x="251" y="219"/>
                </a:cubicBezTo>
                <a:cubicBezTo>
                  <a:pt x="251" y="203"/>
                  <a:pt x="253" y="188"/>
                  <a:pt x="259" y="174"/>
                </a:cubicBezTo>
                <a:cubicBezTo>
                  <a:pt x="264" y="160"/>
                  <a:pt x="271" y="148"/>
                  <a:pt x="281" y="137"/>
                </a:cubicBezTo>
                <a:cubicBezTo>
                  <a:pt x="291" y="127"/>
                  <a:pt x="303" y="118"/>
                  <a:pt x="317" y="112"/>
                </a:cubicBezTo>
                <a:cubicBezTo>
                  <a:pt x="332" y="106"/>
                  <a:pt x="348" y="103"/>
                  <a:pt x="365" y="103"/>
                </a:cubicBezTo>
                <a:moveTo>
                  <a:pt x="1094" y="102"/>
                </a:moveTo>
                <a:cubicBezTo>
                  <a:pt x="1104" y="102"/>
                  <a:pt x="1113" y="104"/>
                  <a:pt x="1120" y="109"/>
                </a:cubicBezTo>
                <a:lnTo>
                  <a:pt x="1116" y="156"/>
                </a:lnTo>
                <a:cubicBezTo>
                  <a:pt x="1115" y="159"/>
                  <a:pt x="1114" y="161"/>
                  <a:pt x="1112" y="162"/>
                </a:cubicBezTo>
                <a:cubicBezTo>
                  <a:pt x="1111" y="164"/>
                  <a:pt x="1108" y="164"/>
                  <a:pt x="1106" y="164"/>
                </a:cubicBezTo>
                <a:cubicBezTo>
                  <a:pt x="1103" y="164"/>
                  <a:pt x="1100" y="164"/>
                  <a:pt x="1095" y="163"/>
                </a:cubicBezTo>
                <a:cubicBezTo>
                  <a:pt x="1091" y="162"/>
                  <a:pt x="1086" y="162"/>
                  <a:pt x="1082" y="162"/>
                </a:cubicBezTo>
                <a:cubicBezTo>
                  <a:pt x="1077" y="162"/>
                  <a:pt x="1071" y="163"/>
                  <a:pt x="1067" y="165"/>
                </a:cubicBezTo>
                <a:cubicBezTo>
                  <a:pt x="1062" y="166"/>
                  <a:pt x="1058" y="169"/>
                  <a:pt x="1055" y="172"/>
                </a:cubicBezTo>
                <a:cubicBezTo>
                  <a:pt x="1051" y="175"/>
                  <a:pt x="1048" y="178"/>
                  <a:pt x="1045" y="183"/>
                </a:cubicBezTo>
                <a:cubicBezTo>
                  <a:pt x="1043" y="187"/>
                  <a:pt x="1040" y="192"/>
                  <a:pt x="1038" y="198"/>
                </a:cubicBezTo>
                <a:lnTo>
                  <a:pt x="1038" y="342"/>
                </a:lnTo>
                <a:lnTo>
                  <a:pt x="974" y="342"/>
                </a:lnTo>
                <a:lnTo>
                  <a:pt x="974" y="106"/>
                </a:lnTo>
                <a:lnTo>
                  <a:pt x="1012" y="106"/>
                </a:lnTo>
                <a:cubicBezTo>
                  <a:pt x="1018" y="106"/>
                  <a:pt x="1023" y="107"/>
                  <a:pt x="1025" y="110"/>
                </a:cubicBezTo>
                <a:cubicBezTo>
                  <a:pt x="1027" y="112"/>
                  <a:pt x="1029" y="116"/>
                  <a:pt x="1030" y="122"/>
                </a:cubicBezTo>
                <a:lnTo>
                  <a:pt x="1034" y="145"/>
                </a:lnTo>
                <a:cubicBezTo>
                  <a:pt x="1041" y="132"/>
                  <a:pt x="1050" y="121"/>
                  <a:pt x="1060" y="113"/>
                </a:cubicBezTo>
                <a:cubicBezTo>
                  <a:pt x="1069" y="106"/>
                  <a:pt x="1081" y="102"/>
                  <a:pt x="1094" y="102"/>
                </a:cubicBezTo>
                <a:moveTo>
                  <a:pt x="1295" y="35"/>
                </a:moveTo>
                <a:lnTo>
                  <a:pt x="1328" y="35"/>
                </a:lnTo>
                <a:lnTo>
                  <a:pt x="1328" y="108"/>
                </a:lnTo>
                <a:lnTo>
                  <a:pt x="1389" y="108"/>
                </a:lnTo>
                <a:lnTo>
                  <a:pt x="1389" y="152"/>
                </a:lnTo>
                <a:lnTo>
                  <a:pt x="1328" y="152"/>
                </a:lnTo>
                <a:lnTo>
                  <a:pt x="1328" y="275"/>
                </a:lnTo>
                <a:cubicBezTo>
                  <a:pt x="1328" y="281"/>
                  <a:pt x="1329" y="286"/>
                  <a:pt x="1332" y="290"/>
                </a:cubicBezTo>
                <a:cubicBezTo>
                  <a:pt x="1336" y="294"/>
                  <a:pt x="1340" y="296"/>
                  <a:pt x="1346" y="296"/>
                </a:cubicBezTo>
                <a:cubicBezTo>
                  <a:pt x="1349" y="296"/>
                  <a:pt x="1352" y="296"/>
                  <a:pt x="1354" y="295"/>
                </a:cubicBezTo>
                <a:cubicBezTo>
                  <a:pt x="1356" y="294"/>
                  <a:pt x="1358" y="293"/>
                  <a:pt x="1359" y="293"/>
                </a:cubicBezTo>
                <a:cubicBezTo>
                  <a:pt x="1361" y="292"/>
                  <a:pt x="1362" y="291"/>
                  <a:pt x="1364" y="290"/>
                </a:cubicBezTo>
                <a:cubicBezTo>
                  <a:pt x="1365" y="290"/>
                  <a:pt x="1366" y="289"/>
                  <a:pt x="1367" y="289"/>
                </a:cubicBezTo>
                <a:cubicBezTo>
                  <a:pt x="1369" y="289"/>
                  <a:pt x="1371" y="290"/>
                  <a:pt x="1372" y="291"/>
                </a:cubicBezTo>
                <a:cubicBezTo>
                  <a:pt x="1373" y="291"/>
                  <a:pt x="1374" y="293"/>
                  <a:pt x="1376" y="295"/>
                </a:cubicBezTo>
                <a:lnTo>
                  <a:pt x="1395" y="325"/>
                </a:lnTo>
                <a:cubicBezTo>
                  <a:pt x="1386" y="332"/>
                  <a:pt x="1376" y="337"/>
                  <a:pt x="1365" y="341"/>
                </a:cubicBezTo>
                <a:cubicBezTo>
                  <a:pt x="1354" y="344"/>
                  <a:pt x="1343" y="346"/>
                  <a:pt x="1331" y="346"/>
                </a:cubicBezTo>
                <a:cubicBezTo>
                  <a:pt x="1320" y="346"/>
                  <a:pt x="1311" y="344"/>
                  <a:pt x="1303" y="341"/>
                </a:cubicBezTo>
                <a:cubicBezTo>
                  <a:pt x="1294" y="338"/>
                  <a:pt x="1288" y="334"/>
                  <a:pt x="1282" y="328"/>
                </a:cubicBezTo>
                <a:cubicBezTo>
                  <a:pt x="1276" y="322"/>
                  <a:pt x="1272" y="315"/>
                  <a:pt x="1269" y="307"/>
                </a:cubicBezTo>
                <a:cubicBezTo>
                  <a:pt x="1266" y="298"/>
                  <a:pt x="1265" y="289"/>
                  <a:pt x="1265" y="279"/>
                </a:cubicBezTo>
                <a:lnTo>
                  <a:pt x="1265" y="152"/>
                </a:lnTo>
                <a:lnTo>
                  <a:pt x="1243" y="152"/>
                </a:lnTo>
                <a:cubicBezTo>
                  <a:pt x="1239" y="152"/>
                  <a:pt x="1236" y="151"/>
                  <a:pt x="1234" y="148"/>
                </a:cubicBezTo>
                <a:cubicBezTo>
                  <a:pt x="1232" y="146"/>
                  <a:pt x="1231" y="143"/>
                  <a:pt x="1231" y="139"/>
                </a:cubicBezTo>
                <a:lnTo>
                  <a:pt x="1231" y="114"/>
                </a:lnTo>
                <a:lnTo>
                  <a:pt x="1268" y="107"/>
                </a:lnTo>
                <a:lnTo>
                  <a:pt x="1281" y="46"/>
                </a:lnTo>
                <a:cubicBezTo>
                  <a:pt x="1283" y="38"/>
                  <a:pt x="1287" y="35"/>
                  <a:pt x="1295" y="35"/>
                </a:cubicBezTo>
                <a:moveTo>
                  <a:pt x="1899" y="6"/>
                </a:moveTo>
                <a:cubicBezTo>
                  <a:pt x="1911" y="6"/>
                  <a:pt x="1923" y="7"/>
                  <a:pt x="1934" y="9"/>
                </a:cubicBezTo>
                <a:cubicBezTo>
                  <a:pt x="1945" y="11"/>
                  <a:pt x="1955" y="14"/>
                  <a:pt x="1964" y="18"/>
                </a:cubicBezTo>
                <a:cubicBezTo>
                  <a:pt x="1974" y="22"/>
                  <a:pt x="1983" y="26"/>
                  <a:pt x="1990" y="32"/>
                </a:cubicBezTo>
                <a:cubicBezTo>
                  <a:pt x="1999" y="37"/>
                  <a:pt x="2006" y="44"/>
                  <a:pt x="2012" y="50"/>
                </a:cubicBezTo>
                <a:lnTo>
                  <a:pt x="1989" y="82"/>
                </a:lnTo>
                <a:cubicBezTo>
                  <a:pt x="1988" y="84"/>
                  <a:pt x="1986" y="86"/>
                  <a:pt x="1984" y="87"/>
                </a:cubicBezTo>
                <a:cubicBezTo>
                  <a:pt x="1982" y="89"/>
                  <a:pt x="1979" y="89"/>
                  <a:pt x="1975" y="89"/>
                </a:cubicBezTo>
                <a:cubicBezTo>
                  <a:pt x="1971" y="89"/>
                  <a:pt x="1968" y="88"/>
                  <a:pt x="1964" y="86"/>
                </a:cubicBezTo>
                <a:cubicBezTo>
                  <a:pt x="1960" y="83"/>
                  <a:pt x="1956" y="80"/>
                  <a:pt x="1950" y="77"/>
                </a:cubicBezTo>
                <a:cubicBezTo>
                  <a:pt x="1945" y="74"/>
                  <a:pt x="1938" y="71"/>
                  <a:pt x="1930" y="68"/>
                </a:cubicBezTo>
                <a:cubicBezTo>
                  <a:pt x="1922" y="65"/>
                  <a:pt x="1911" y="64"/>
                  <a:pt x="1899" y="64"/>
                </a:cubicBezTo>
                <a:cubicBezTo>
                  <a:pt x="1885" y="64"/>
                  <a:pt x="1873" y="67"/>
                  <a:pt x="1861" y="72"/>
                </a:cubicBezTo>
                <a:cubicBezTo>
                  <a:pt x="1849" y="77"/>
                  <a:pt x="1839" y="84"/>
                  <a:pt x="1831" y="94"/>
                </a:cubicBezTo>
                <a:cubicBezTo>
                  <a:pt x="1823" y="103"/>
                  <a:pt x="1816" y="115"/>
                  <a:pt x="1812" y="129"/>
                </a:cubicBezTo>
                <a:cubicBezTo>
                  <a:pt x="1807" y="143"/>
                  <a:pt x="1805" y="159"/>
                  <a:pt x="1805" y="176"/>
                </a:cubicBezTo>
                <a:cubicBezTo>
                  <a:pt x="1805" y="194"/>
                  <a:pt x="1807" y="210"/>
                  <a:pt x="1812" y="224"/>
                </a:cubicBezTo>
                <a:cubicBezTo>
                  <a:pt x="1817" y="238"/>
                  <a:pt x="1824" y="250"/>
                  <a:pt x="1833" y="259"/>
                </a:cubicBezTo>
                <a:cubicBezTo>
                  <a:pt x="1841" y="269"/>
                  <a:pt x="1851" y="276"/>
                  <a:pt x="1863" y="281"/>
                </a:cubicBezTo>
                <a:cubicBezTo>
                  <a:pt x="1874" y="286"/>
                  <a:pt x="1887" y="288"/>
                  <a:pt x="1900" y="288"/>
                </a:cubicBezTo>
                <a:cubicBezTo>
                  <a:pt x="1908" y="288"/>
                  <a:pt x="1915" y="288"/>
                  <a:pt x="1921" y="287"/>
                </a:cubicBezTo>
                <a:cubicBezTo>
                  <a:pt x="1927" y="286"/>
                  <a:pt x="1933" y="285"/>
                  <a:pt x="1939" y="284"/>
                </a:cubicBezTo>
                <a:cubicBezTo>
                  <a:pt x="1944" y="281"/>
                  <a:pt x="1949" y="279"/>
                  <a:pt x="1954" y="276"/>
                </a:cubicBezTo>
                <a:cubicBezTo>
                  <a:pt x="1959" y="273"/>
                  <a:pt x="1963" y="270"/>
                  <a:pt x="1968" y="265"/>
                </a:cubicBezTo>
                <a:cubicBezTo>
                  <a:pt x="1970" y="264"/>
                  <a:pt x="1972" y="263"/>
                  <a:pt x="1973" y="262"/>
                </a:cubicBezTo>
                <a:cubicBezTo>
                  <a:pt x="1975" y="261"/>
                  <a:pt x="1977" y="261"/>
                  <a:pt x="1979" y="261"/>
                </a:cubicBezTo>
                <a:cubicBezTo>
                  <a:pt x="1983" y="261"/>
                  <a:pt x="1987" y="262"/>
                  <a:pt x="1989" y="264"/>
                </a:cubicBezTo>
                <a:lnTo>
                  <a:pt x="2016" y="294"/>
                </a:lnTo>
                <a:cubicBezTo>
                  <a:pt x="2003" y="311"/>
                  <a:pt x="1986" y="324"/>
                  <a:pt x="1966" y="333"/>
                </a:cubicBezTo>
                <a:cubicBezTo>
                  <a:pt x="1946" y="341"/>
                  <a:pt x="1923" y="346"/>
                  <a:pt x="1896" y="346"/>
                </a:cubicBezTo>
                <a:cubicBezTo>
                  <a:pt x="1870" y="346"/>
                  <a:pt x="1848" y="341"/>
                  <a:pt x="1828" y="333"/>
                </a:cubicBezTo>
                <a:cubicBezTo>
                  <a:pt x="1809" y="325"/>
                  <a:pt x="1792" y="313"/>
                  <a:pt x="1778" y="298"/>
                </a:cubicBezTo>
                <a:cubicBezTo>
                  <a:pt x="1764" y="283"/>
                  <a:pt x="1753" y="265"/>
                  <a:pt x="1746" y="244"/>
                </a:cubicBezTo>
                <a:cubicBezTo>
                  <a:pt x="1739" y="223"/>
                  <a:pt x="1735" y="201"/>
                  <a:pt x="1735" y="176"/>
                </a:cubicBezTo>
                <a:cubicBezTo>
                  <a:pt x="1735" y="160"/>
                  <a:pt x="1736" y="144"/>
                  <a:pt x="1740" y="129"/>
                </a:cubicBezTo>
                <a:cubicBezTo>
                  <a:pt x="1743" y="114"/>
                  <a:pt x="1749" y="101"/>
                  <a:pt x="1756" y="88"/>
                </a:cubicBezTo>
                <a:cubicBezTo>
                  <a:pt x="1763" y="76"/>
                  <a:pt x="1771" y="64"/>
                  <a:pt x="1781" y="54"/>
                </a:cubicBezTo>
                <a:cubicBezTo>
                  <a:pt x="1790" y="44"/>
                  <a:pt x="1801" y="35"/>
                  <a:pt x="1813" y="27"/>
                </a:cubicBezTo>
                <a:cubicBezTo>
                  <a:pt x="1825" y="20"/>
                  <a:pt x="1839" y="15"/>
                  <a:pt x="1853" y="11"/>
                </a:cubicBezTo>
                <a:cubicBezTo>
                  <a:pt x="1868" y="8"/>
                  <a:pt x="1883" y="6"/>
                  <a:pt x="1899" y="6"/>
                </a:cubicBezTo>
                <a:moveTo>
                  <a:pt x="125" y="6"/>
                </a:moveTo>
                <a:cubicBezTo>
                  <a:pt x="144" y="6"/>
                  <a:pt x="163" y="9"/>
                  <a:pt x="180" y="15"/>
                </a:cubicBezTo>
                <a:cubicBezTo>
                  <a:pt x="197" y="21"/>
                  <a:pt x="211" y="30"/>
                  <a:pt x="223" y="41"/>
                </a:cubicBezTo>
                <a:lnTo>
                  <a:pt x="206" y="74"/>
                </a:lnTo>
                <a:cubicBezTo>
                  <a:pt x="204" y="77"/>
                  <a:pt x="202" y="80"/>
                  <a:pt x="200" y="82"/>
                </a:cubicBezTo>
                <a:cubicBezTo>
                  <a:pt x="197" y="83"/>
                  <a:pt x="195" y="84"/>
                  <a:pt x="191" y="84"/>
                </a:cubicBezTo>
                <a:cubicBezTo>
                  <a:pt x="188" y="84"/>
                  <a:pt x="184" y="83"/>
                  <a:pt x="180" y="80"/>
                </a:cubicBezTo>
                <a:cubicBezTo>
                  <a:pt x="176" y="78"/>
                  <a:pt x="172" y="76"/>
                  <a:pt x="167" y="73"/>
                </a:cubicBezTo>
                <a:cubicBezTo>
                  <a:pt x="161" y="70"/>
                  <a:pt x="155" y="68"/>
                  <a:pt x="149" y="65"/>
                </a:cubicBezTo>
                <a:cubicBezTo>
                  <a:pt x="142" y="63"/>
                  <a:pt x="134" y="62"/>
                  <a:pt x="125" y="62"/>
                </a:cubicBezTo>
                <a:cubicBezTo>
                  <a:pt x="109" y="62"/>
                  <a:pt x="97" y="65"/>
                  <a:pt x="90" y="72"/>
                </a:cubicBezTo>
                <a:cubicBezTo>
                  <a:pt x="82" y="79"/>
                  <a:pt x="78" y="88"/>
                  <a:pt x="78" y="100"/>
                </a:cubicBezTo>
                <a:cubicBezTo>
                  <a:pt x="78" y="107"/>
                  <a:pt x="80" y="113"/>
                  <a:pt x="84" y="118"/>
                </a:cubicBezTo>
                <a:cubicBezTo>
                  <a:pt x="88" y="123"/>
                  <a:pt x="94" y="127"/>
                  <a:pt x="101" y="131"/>
                </a:cubicBezTo>
                <a:cubicBezTo>
                  <a:pt x="108" y="134"/>
                  <a:pt x="116" y="137"/>
                  <a:pt x="125" y="140"/>
                </a:cubicBezTo>
                <a:cubicBezTo>
                  <a:pt x="134" y="143"/>
                  <a:pt x="144" y="146"/>
                  <a:pt x="153" y="149"/>
                </a:cubicBezTo>
                <a:cubicBezTo>
                  <a:pt x="163" y="152"/>
                  <a:pt x="172" y="156"/>
                  <a:pt x="181" y="161"/>
                </a:cubicBezTo>
                <a:cubicBezTo>
                  <a:pt x="190" y="165"/>
                  <a:pt x="198" y="171"/>
                  <a:pt x="205" y="177"/>
                </a:cubicBezTo>
                <a:cubicBezTo>
                  <a:pt x="212" y="184"/>
                  <a:pt x="218" y="192"/>
                  <a:pt x="222" y="202"/>
                </a:cubicBezTo>
                <a:cubicBezTo>
                  <a:pt x="226" y="212"/>
                  <a:pt x="229" y="223"/>
                  <a:pt x="229" y="237"/>
                </a:cubicBezTo>
                <a:cubicBezTo>
                  <a:pt x="229" y="252"/>
                  <a:pt x="226" y="267"/>
                  <a:pt x="221" y="280"/>
                </a:cubicBezTo>
                <a:cubicBezTo>
                  <a:pt x="215" y="293"/>
                  <a:pt x="208" y="304"/>
                  <a:pt x="198" y="314"/>
                </a:cubicBezTo>
                <a:cubicBezTo>
                  <a:pt x="188" y="324"/>
                  <a:pt x="176" y="332"/>
                  <a:pt x="161" y="337"/>
                </a:cubicBezTo>
                <a:cubicBezTo>
                  <a:pt x="147" y="343"/>
                  <a:pt x="130" y="346"/>
                  <a:pt x="112" y="346"/>
                </a:cubicBezTo>
                <a:cubicBezTo>
                  <a:pt x="101" y="346"/>
                  <a:pt x="91" y="345"/>
                  <a:pt x="80" y="342"/>
                </a:cubicBezTo>
                <a:cubicBezTo>
                  <a:pt x="70" y="340"/>
                  <a:pt x="60" y="337"/>
                  <a:pt x="50" y="334"/>
                </a:cubicBezTo>
                <a:cubicBezTo>
                  <a:pt x="40" y="330"/>
                  <a:pt x="31" y="325"/>
                  <a:pt x="23" y="320"/>
                </a:cubicBezTo>
                <a:cubicBezTo>
                  <a:pt x="14" y="315"/>
                  <a:pt x="7" y="309"/>
                  <a:pt x="0" y="302"/>
                </a:cubicBezTo>
                <a:lnTo>
                  <a:pt x="20" y="270"/>
                </a:lnTo>
                <a:cubicBezTo>
                  <a:pt x="22" y="267"/>
                  <a:pt x="24" y="265"/>
                  <a:pt x="27" y="264"/>
                </a:cubicBezTo>
                <a:cubicBezTo>
                  <a:pt x="30" y="262"/>
                  <a:pt x="33" y="261"/>
                  <a:pt x="36" y="261"/>
                </a:cubicBezTo>
                <a:cubicBezTo>
                  <a:pt x="40" y="261"/>
                  <a:pt x="44" y="263"/>
                  <a:pt x="49" y="266"/>
                </a:cubicBezTo>
                <a:cubicBezTo>
                  <a:pt x="53" y="269"/>
                  <a:pt x="59" y="272"/>
                  <a:pt x="65" y="276"/>
                </a:cubicBezTo>
                <a:cubicBezTo>
                  <a:pt x="71" y="280"/>
                  <a:pt x="77" y="283"/>
                  <a:pt x="85" y="286"/>
                </a:cubicBezTo>
                <a:cubicBezTo>
                  <a:pt x="93" y="289"/>
                  <a:pt x="103" y="291"/>
                  <a:pt x="114" y="291"/>
                </a:cubicBezTo>
                <a:cubicBezTo>
                  <a:pt x="130" y="291"/>
                  <a:pt x="142" y="287"/>
                  <a:pt x="151" y="280"/>
                </a:cubicBezTo>
                <a:cubicBezTo>
                  <a:pt x="159" y="272"/>
                  <a:pt x="164" y="261"/>
                  <a:pt x="164" y="247"/>
                </a:cubicBezTo>
                <a:cubicBezTo>
                  <a:pt x="164" y="238"/>
                  <a:pt x="162" y="232"/>
                  <a:pt x="157" y="226"/>
                </a:cubicBezTo>
                <a:cubicBezTo>
                  <a:pt x="153" y="221"/>
                  <a:pt x="147" y="217"/>
                  <a:pt x="140" y="213"/>
                </a:cubicBezTo>
                <a:cubicBezTo>
                  <a:pt x="133" y="210"/>
                  <a:pt x="125" y="207"/>
                  <a:pt x="116" y="204"/>
                </a:cubicBezTo>
                <a:cubicBezTo>
                  <a:pt x="107" y="202"/>
                  <a:pt x="98" y="199"/>
                  <a:pt x="89" y="196"/>
                </a:cubicBezTo>
                <a:cubicBezTo>
                  <a:pt x="79" y="193"/>
                  <a:pt x="70" y="189"/>
                  <a:pt x="61" y="185"/>
                </a:cubicBezTo>
                <a:cubicBezTo>
                  <a:pt x="52" y="181"/>
                  <a:pt x="44" y="175"/>
                  <a:pt x="37" y="168"/>
                </a:cubicBezTo>
                <a:cubicBezTo>
                  <a:pt x="30" y="161"/>
                  <a:pt x="24" y="152"/>
                  <a:pt x="20" y="142"/>
                </a:cubicBezTo>
                <a:cubicBezTo>
                  <a:pt x="16" y="132"/>
                  <a:pt x="13" y="119"/>
                  <a:pt x="13" y="104"/>
                </a:cubicBezTo>
                <a:cubicBezTo>
                  <a:pt x="13" y="91"/>
                  <a:pt x="16" y="79"/>
                  <a:pt x="21" y="68"/>
                </a:cubicBezTo>
                <a:cubicBezTo>
                  <a:pt x="26" y="56"/>
                  <a:pt x="33" y="46"/>
                  <a:pt x="42" y="36"/>
                </a:cubicBezTo>
                <a:cubicBezTo>
                  <a:pt x="52" y="27"/>
                  <a:pt x="63" y="19"/>
                  <a:pt x="77" y="14"/>
                </a:cubicBezTo>
                <a:cubicBezTo>
                  <a:pt x="91" y="8"/>
                  <a:pt x="107" y="6"/>
                  <a:pt x="125" y="6"/>
                </a:cubicBezTo>
                <a:moveTo>
                  <a:pt x="2736" y="0"/>
                </a:moveTo>
                <a:lnTo>
                  <a:pt x="2800" y="0"/>
                </a:lnTo>
                <a:lnTo>
                  <a:pt x="2800" y="195"/>
                </a:lnTo>
                <a:lnTo>
                  <a:pt x="2810" y="195"/>
                </a:lnTo>
                <a:cubicBezTo>
                  <a:pt x="2814" y="195"/>
                  <a:pt x="2817" y="194"/>
                  <a:pt x="2819" y="193"/>
                </a:cubicBezTo>
                <a:cubicBezTo>
                  <a:pt x="2822" y="192"/>
                  <a:pt x="2824" y="190"/>
                  <a:pt x="2826" y="186"/>
                </a:cubicBezTo>
                <a:lnTo>
                  <a:pt x="2879" y="117"/>
                </a:lnTo>
                <a:cubicBezTo>
                  <a:pt x="2881" y="114"/>
                  <a:pt x="2884" y="111"/>
                  <a:pt x="2887" y="109"/>
                </a:cubicBezTo>
                <a:cubicBezTo>
                  <a:pt x="2891" y="107"/>
                  <a:pt x="2895" y="106"/>
                  <a:pt x="2900" y="106"/>
                </a:cubicBezTo>
                <a:lnTo>
                  <a:pt x="2957" y="106"/>
                </a:lnTo>
                <a:lnTo>
                  <a:pt x="2890" y="192"/>
                </a:lnTo>
                <a:cubicBezTo>
                  <a:pt x="2884" y="200"/>
                  <a:pt x="2878" y="205"/>
                  <a:pt x="2871" y="209"/>
                </a:cubicBezTo>
                <a:cubicBezTo>
                  <a:pt x="2875" y="212"/>
                  <a:pt x="2878" y="215"/>
                  <a:pt x="2880" y="218"/>
                </a:cubicBezTo>
                <a:cubicBezTo>
                  <a:pt x="2883" y="221"/>
                  <a:pt x="2885" y="225"/>
                  <a:pt x="2888" y="228"/>
                </a:cubicBezTo>
                <a:lnTo>
                  <a:pt x="2961" y="342"/>
                </a:lnTo>
                <a:lnTo>
                  <a:pt x="2904" y="342"/>
                </a:lnTo>
                <a:cubicBezTo>
                  <a:pt x="2899" y="342"/>
                  <a:pt x="2895" y="341"/>
                  <a:pt x="2891" y="340"/>
                </a:cubicBezTo>
                <a:cubicBezTo>
                  <a:pt x="2888" y="338"/>
                  <a:pt x="2885" y="335"/>
                  <a:pt x="2883" y="331"/>
                </a:cubicBezTo>
                <a:lnTo>
                  <a:pt x="2830" y="244"/>
                </a:lnTo>
                <a:cubicBezTo>
                  <a:pt x="2828" y="241"/>
                  <a:pt x="2825" y="238"/>
                  <a:pt x="2823" y="237"/>
                </a:cubicBezTo>
                <a:cubicBezTo>
                  <a:pt x="2821" y="236"/>
                  <a:pt x="2818" y="236"/>
                  <a:pt x="2813" y="236"/>
                </a:cubicBezTo>
                <a:lnTo>
                  <a:pt x="2800" y="236"/>
                </a:lnTo>
                <a:lnTo>
                  <a:pt x="2800" y="342"/>
                </a:lnTo>
                <a:lnTo>
                  <a:pt x="2736" y="342"/>
                </a:lnTo>
                <a:lnTo>
                  <a:pt x="2736" y="0"/>
                </a:lnTo>
                <a:moveTo>
                  <a:pt x="2037" y="0"/>
                </a:moveTo>
                <a:lnTo>
                  <a:pt x="2101" y="0"/>
                </a:lnTo>
                <a:lnTo>
                  <a:pt x="2101" y="129"/>
                </a:lnTo>
                <a:cubicBezTo>
                  <a:pt x="2106" y="125"/>
                  <a:pt x="2110" y="122"/>
                  <a:pt x="2115" y="119"/>
                </a:cubicBezTo>
                <a:cubicBezTo>
                  <a:pt x="2120" y="115"/>
                  <a:pt x="2125" y="112"/>
                  <a:pt x="2130" y="110"/>
                </a:cubicBezTo>
                <a:cubicBezTo>
                  <a:pt x="2136" y="108"/>
                  <a:pt x="2141" y="106"/>
                  <a:pt x="2148" y="105"/>
                </a:cubicBezTo>
                <a:cubicBezTo>
                  <a:pt x="2154" y="103"/>
                  <a:pt x="2160" y="103"/>
                  <a:pt x="2168" y="103"/>
                </a:cubicBezTo>
                <a:cubicBezTo>
                  <a:pt x="2181" y="103"/>
                  <a:pt x="2192" y="105"/>
                  <a:pt x="2202" y="109"/>
                </a:cubicBezTo>
                <a:cubicBezTo>
                  <a:pt x="2212" y="114"/>
                  <a:pt x="2220" y="120"/>
                  <a:pt x="2227" y="128"/>
                </a:cubicBezTo>
                <a:cubicBezTo>
                  <a:pt x="2233" y="136"/>
                  <a:pt x="2239" y="145"/>
                  <a:pt x="2242" y="156"/>
                </a:cubicBezTo>
                <a:cubicBezTo>
                  <a:pt x="2245" y="167"/>
                  <a:pt x="2247" y="179"/>
                  <a:pt x="2247" y="192"/>
                </a:cubicBezTo>
                <a:lnTo>
                  <a:pt x="2247" y="342"/>
                </a:lnTo>
                <a:lnTo>
                  <a:pt x="2184" y="342"/>
                </a:lnTo>
                <a:lnTo>
                  <a:pt x="2184" y="192"/>
                </a:lnTo>
                <a:cubicBezTo>
                  <a:pt x="2184" y="179"/>
                  <a:pt x="2181" y="169"/>
                  <a:pt x="2175" y="162"/>
                </a:cubicBezTo>
                <a:cubicBezTo>
                  <a:pt x="2169" y="155"/>
                  <a:pt x="2160" y="151"/>
                  <a:pt x="2148" y="151"/>
                </a:cubicBezTo>
                <a:cubicBezTo>
                  <a:pt x="2139" y="151"/>
                  <a:pt x="2131" y="153"/>
                  <a:pt x="2123" y="157"/>
                </a:cubicBezTo>
                <a:cubicBezTo>
                  <a:pt x="2116" y="160"/>
                  <a:pt x="2108" y="166"/>
                  <a:pt x="2101" y="173"/>
                </a:cubicBezTo>
                <a:lnTo>
                  <a:pt x="2101" y="342"/>
                </a:lnTo>
                <a:lnTo>
                  <a:pt x="2037" y="342"/>
                </a:lnTo>
                <a:lnTo>
                  <a:pt x="2037" y="0"/>
                </a:lnTo>
                <a:moveTo>
                  <a:pt x="1172" y="0"/>
                </a:moveTo>
                <a:cubicBezTo>
                  <a:pt x="1178" y="0"/>
                  <a:pt x="1183" y="1"/>
                  <a:pt x="1188" y="3"/>
                </a:cubicBezTo>
                <a:cubicBezTo>
                  <a:pt x="1192" y="5"/>
                  <a:pt x="1197" y="8"/>
                  <a:pt x="1200" y="11"/>
                </a:cubicBezTo>
                <a:cubicBezTo>
                  <a:pt x="1204" y="15"/>
                  <a:pt x="1207" y="19"/>
                  <a:pt x="1209" y="24"/>
                </a:cubicBezTo>
                <a:cubicBezTo>
                  <a:pt x="1211" y="28"/>
                  <a:pt x="1212" y="33"/>
                  <a:pt x="1212" y="38"/>
                </a:cubicBezTo>
                <a:cubicBezTo>
                  <a:pt x="1212" y="45"/>
                  <a:pt x="1211" y="50"/>
                  <a:pt x="1209" y="54"/>
                </a:cubicBezTo>
                <a:cubicBezTo>
                  <a:pt x="1207" y="59"/>
                  <a:pt x="1204" y="63"/>
                  <a:pt x="1200" y="67"/>
                </a:cubicBezTo>
                <a:cubicBezTo>
                  <a:pt x="1197" y="70"/>
                  <a:pt x="1192" y="73"/>
                  <a:pt x="1188" y="75"/>
                </a:cubicBezTo>
                <a:cubicBezTo>
                  <a:pt x="1183" y="77"/>
                  <a:pt x="1178" y="77"/>
                  <a:pt x="1172" y="77"/>
                </a:cubicBezTo>
                <a:cubicBezTo>
                  <a:pt x="1167" y="77"/>
                  <a:pt x="1162" y="77"/>
                  <a:pt x="1158" y="75"/>
                </a:cubicBezTo>
                <a:cubicBezTo>
                  <a:pt x="1153" y="73"/>
                  <a:pt x="1149" y="70"/>
                  <a:pt x="1145" y="67"/>
                </a:cubicBezTo>
                <a:cubicBezTo>
                  <a:pt x="1142" y="63"/>
                  <a:pt x="1139" y="59"/>
                  <a:pt x="1137" y="54"/>
                </a:cubicBezTo>
                <a:cubicBezTo>
                  <a:pt x="1135" y="50"/>
                  <a:pt x="1134" y="45"/>
                  <a:pt x="1134" y="38"/>
                </a:cubicBezTo>
                <a:cubicBezTo>
                  <a:pt x="1134" y="33"/>
                  <a:pt x="1135" y="28"/>
                  <a:pt x="1137" y="24"/>
                </a:cubicBezTo>
                <a:cubicBezTo>
                  <a:pt x="1139" y="19"/>
                  <a:pt x="1142" y="15"/>
                  <a:pt x="1145" y="11"/>
                </a:cubicBezTo>
                <a:cubicBezTo>
                  <a:pt x="1149" y="8"/>
                  <a:pt x="1153" y="5"/>
                  <a:pt x="1158" y="3"/>
                </a:cubicBezTo>
                <a:cubicBezTo>
                  <a:pt x="1162" y="1"/>
                  <a:pt x="1167" y="0"/>
                  <a:pt x="1172" y="0"/>
                </a:cubicBezTo>
                <a:close/>
              </a:path>
            </a:pathLst>
          </a:custGeom>
          <a:solidFill>
            <a:srgbClr val="a011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16" name=""/>
          <p:cNvSpPr/>
          <p:nvPr/>
        </p:nvSpPr>
        <p:spPr>
          <a:xfrm>
            <a:off x="518040" y="1162800"/>
            <a:ext cx="2231280" cy="288360"/>
          </a:xfrm>
          <a:custGeom>
            <a:avLst/>
            <a:gdLst/>
            <a:ahLst/>
            <a:rect l="0" t="0" r="r" b="b"/>
            <a:pathLst>
              <a:path w="6198" h="801">
                <a:moveTo>
                  <a:pt x="0" y="401"/>
                </a:moveTo>
                <a:cubicBezTo>
                  <a:pt x="0" y="179"/>
                  <a:pt x="179" y="0"/>
                  <a:pt x="400" y="0"/>
                </a:cubicBezTo>
                <a:lnTo>
                  <a:pt x="5798" y="0"/>
                </a:lnTo>
                <a:cubicBezTo>
                  <a:pt x="6019" y="0"/>
                  <a:pt x="6198" y="179"/>
                  <a:pt x="6198" y="401"/>
                </a:cubicBezTo>
                <a:cubicBezTo>
                  <a:pt x="6198" y="621"/>
                  <a:pt x="6019" y="801"/>
                  <a:pt x="5798" y="801"/>
                </a:cubicBezTo>
                <a:lnTo>
                  <a:pt x="400" y="801"/>
                </a:lnTo>
                <a:cubicBezTo>
                  <a:pt x="179" y="801"/>
                  <a:pt x="0" y="621"/>
                  <a:pt x="0" y="401"/>
                </a:cubicBezTo>
                <a:close/>
              </a:path>
            </a:pathLst>
          </a:custGeom>
          <a:noFill/>
          <a:ln w="12600">
            <a:solidFill>
              <a:srgbClr val="b9bfc5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17" name=""/>
          <p:cNvSpPr/>
          <p:nvPr/>
        </p:nvSpPr>
        <p:spPr>
          <a:xfrm>
            <a:off x="615600" y="1226520"/>
            <a:ext cx="162000" cy="163440"/>
          </a:xfrm>
          <a:custGeom>
            <a:avLst/>
            <a:gdLst/>
            <a:ahLst/>
            <a:rect l="0" t="0" r="r" b="b"/>
            <a:pathLst>
              <a:path w="450" h="454">
                <a:moveTo>
                  <a:pt x="224" y="0"/>
                </a:moveTo>
                <a:cubicBezTo>
                  <a:pt x="349" y="0"/>
                  <a:pt x="450" y="102"/>
                  <a:pt x="450" y="227"/>
                </a:cubicBezTo>
                <a:cubicBezTo>
                  <a:pt x="450" y="352"/>
                  <a:pt x="349" y="454"/>
                  <a:pt x="224" y="454"/>
                </a:cubicBezTo>
                <a:cubicBezTo>
                  <a:pt x="100" y="454"/>
                  <a:pt x="0" y="352"/>
                  <a:pt x="0" y="227"/>
                </a:cubicBezTo>
                <a:cubicBezTo>
                  <a:pt x="0" y="102"/>
                  <a:pt x="100" y="0"/>
                  <a:pt x="224" y="0"/>
                </a:cubicBezTo>
                <a:close/>
              </a:path>
            </a:pathLst>
          </a:custGeom>
          <a:solidFill>
            <a:srgbClr val="e7e8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18" name=""/>
          <p:cNvSpPr/>
          <p:nvPr/>
        </p:nvSpPr>
        <p:spPr>
          <a:xfrm>
            <a:off x="815040" y="1677600"/>
            <a:ext cx="189360" cy="191160"/>
          </a:xfrm>
          <a:custGeom>
            <a:avLst/>
            <a:gdLst/>
            <a:ahLst/>
            <a:rect l="0" t="0" r="r" b="b"/>
            <a:pathLst>
              <a:path w="526" h="531">
                <a:moveTo>
                  <a:pt x="264" y="0"/>
                </a:moveTo>
                <a:cubicBezTo>
                  <a:pt x="409" y="0"/>
                  <a:pt x="526" y="119"/>
                  <a:pt x="526" y="265"/>
                </a:cubicBezTo>
                <a:cubicBezTo>
                  <a:pt x="526" y="412"/>
                  <a:pt x="409" y="531"/>
                  <a:pt x="264" y="531"/>
                </a:cubicBezTo>
                <a:cubicBezTo>
                  <a:pt x="119" y="531"/>
                  <a:pt x="0" y="412"/>
                  <a:pt x="0" y="265"/>
                </a:cubicBezTo>
                <a:cubicBezTo>
                  <a:pt x="0" y="215"/>
                  <a:pt x="14" y="168"/>
                  <a:pt x="38" y="128"/>
                </a:cubicBezTo>
                <a:lnTo>
                  <a:pt x="39" y="127"/>
                </a:lnTo>
                <a:lnTo>
                  <a:pt x="40" y="131"/>
                </a:lnTo>
                <a:cubicBezTo>
                  <a:pt x="43" y="134"/>
                  <a:pt x="45" y="138"/>
                  <a:pt x="49" y="141"/>
                </a:cubicBezTo>
                <a:cubicBezTo>
                  <a:pt x="57" y="149"/>
                  <a:pt x="66" y="155"/>
                  <a:pt x="76" y="157"/>
                </a:cubicBezTo>
                <a:lnTo>
                  <a:pt x="74" y="162"/>
                </a:lnTo>
                <a:cubicBezTo>
                  <a:pt x="57" y="192"/>
                  <a:pt x="48" y="228"/>
                  <a:pt x="48" y="265"/>
                </a:cubicBezTo>
                <a:cubicBezTo>
                  <a:pt x="48" y="386"/>
                  <a:pt x="145" y="483"/>
                  <a:pt x="264" y="483"/>
                </a:cubicBezTo>
                <a:cubicBezTo>
                  <a:pt x="383" y="483"/>
                  <a:pt x="479" y="386"/>
                  <a:pt x="479" y="265"/>
                </a:cubicBezTo>
                <a:cubicBezTo>
                  <a:pt x="479" y="145"/>
                  <a:pt x="383" y="48"/>
                  <a:pt x="264" y="48"/>
                </a:cubicBezTo>
                <a:cubicBezTo>
                  <a:pt x="227" y="48"/>
                  <a:pt x="192" y="58"/>
                  <a:pt x="161" y="74"/>
                </a:cubicBezTo>
                <a:lnTo>
                  <a:pt x="158" y="77"/>
                </a:lnTo>
                <a:lnTo>
                  <a:pt x="158" y="76"/>
                </a:lnTo>
                <a:cubicBezTo>
                  <a:pt x="155" y="66"/>
                  <a:pt x="149" y="56"/>
                  <a:pt x="141" y="48"/>
                </a:cubicBezTo>
                <a:cubicBezTo>
                  <a:pt x="138" y="45"/>
                  <a:pt x="135" y="42"/>
                  <a:pt x="131" y="40"/>
                </a:cubicBezTo>
                <a:lnTo>
                  <a:pt x="128" y="39"/>
                </a:lnTo>
                <a:lnTo>
                  <a:pt x="139" y="33"/>
                </a:lnTo>
                <a:cubicBezTo>
                  <a:pt x="176" y="12"/>
                  <a:pt x="219" y="0"/>
                  <a:pt x="264" y="0"/>
                </a:cubicBezTo>
                <a:close/>
              </a:path>
            </a:pathLst>
          </a:custGeom>
          <a:solidFill>
            <a:srgbClr val="d6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19" name=""/>
          <p:cNvSpPr/>
          <p:nvPr/>
        </p:nvSpPr>
        <p:spPr>
          <a:xfrm>
            <a:off x="831960" y="1694520"/>
            <a:ext cx="34200" cy="34200"/>
          </a:xfrm>
          <a:custGeom>
            <a:avLst/>
            <a:gdLst/>
            <a:ahLst/>
            <a:rect l="0" t="0" r="r" b="b"/>
            <a:pathLst>
              <a:path w="95" h="95">
                <a:moveTo>
                  <a:pt x="82" y="80"/>
                </a:moveTo>
                <a:cubicBezTo>
                  <a:pt x="63" y="99"/>
                  <a:pt x="32" y="99"/>
                  <a:pt x="14" y="80"/>
                </a:cubicBezTo>
                <a:cubicBezTo>
                  <a:pt x="-4" y="62"/>
                  <a:pt x="-4" y="32"/>
                  <a:pt x="14" y="14"/>
                </a:cubicBezTo>
                <a:cubicBezTo>
                  <a:pt x="32" y="-5"/>
                  <a:pt x="63" y="-5"/>
                  <a:pt x="82" y="14"/>
                </a:cubicBezTo>
                <a:cubicBezTo>
                  <a:pt x="100" y="32"/>
                  <a:pt x="100" y="62"/>
                  <a:pt x="82" y="80"/>
                </a:cubicBezTo>
                <a:close/>
              </a:path>
            </a:pathLst>
          </a:custGeom>
          <a:solidFill>
            <a:srgbClr val="9e0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20" name=""/>
          <p:cNvSpPr txBox="1"/>
          <p:nvPr/>
        </p:nvSpPr>
        <p:spPr>
          <a:xfrm>
            <a:off x="1096560" y="1697760"/>
            <a:ext cx="97862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a0112d"/>
                </a:solidFill>
                <a:latin typeface="Lato Black"/>
                <a:ea typeface="Lato Black"/>
              </a:rPr>
              <a:t>Phase angle represents structural integrity and physiological functionality of the cells Used for nutritional assessment.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21" name=""/>
          <p:cNvSpPr txBox="1"/>
          <p:nvPr/>
        </p:nvSpPr>
        <p:spPr>
          <a:xfrm>
            <a:off x="1953720" y="5013000"/>
            <a:ext cx="69123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Lato"/>
                <a:ea typeface="Lato"/>
              </a:rPr>
              <a:t>Improvements in cell membrane and functionality </a:t>
            </a:r>
            <a:r>
              <a:rPr b="0" lang="en-US" sz="1470" spc="-1" strike="noStrike">
                <a:solidFill>
                  <a:srgbClr val="000000"/>
                </a:solidFill>
                <a:latin typeface="Wingdings"/>
                <a:ea typeface="Wingdings"/>
              </a:rPr>
              <a:t>→</a:t>
            </a:r>
            <a:r>
              <a:rPr b="0" lang="en-US" sz="1470" spc="-1" strike="noStrike">
                <a:solidFill>
                  <a:srgbClr val="ffffff"/>
                </a:solidFill>
                <a:latin typeface="Lato"/>
                <a:ea typeface="Lato"/>
              </a:rPr>
              <a:t> Phase angle increase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22" name=""/>
          <p:cNvSpPr txBox="1"/>
          <p:nvPr/>
        </p:nvSpPr>
        <p:spPr>
          <a:xfrm>
            <a:off x="1624680" y="5292000"/>
            <a:ext cx="766044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Lato"/>
                <a:ea typeface="Lato"/>
              </a:rPr>
              <a:t>Deterioration cellular integrity and selective permeability </a:t>
            </a:r>
            <a:r>
              <a:rPr b="0" lang="en-US" sz="1470" spc="-1" strike="noStrike">
                <a:solidFill>
                  <a:srgbClr val="000000"/>
                </a:solidFill>
                <a:latin typeface="Wingdings"/>
                <a:ea typeface="Wingdings"/>
              </a:rPr>
              <a:t>→</a:t>
            </a:r>
            <a:r>
              <a:rPr b="0" lang="en-US" sz="1470" spc="-1" strike="noStrike">
                <a:solidFill>
                  <a:srgbClr val="ffffff"/>
                </a:solidFill>
                <a:latin typeface="Lato"/>
                <a:ea typeface="Lato"/>
              </a:rPr>
              <a:t> Phase angle decrease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23" name=""/>
          <p:cNvSpPr/>
          <p:nvPr/>
        </p:nvSpPr>
        <p:spPr>
          <a:xfrm>
            <a:off x="1969560" y="3069360"/>
            <a:ext cx="754920" cy="333720"/>
          </a:xfrm>
          <a:custGeom>
            <a:avLst/>
            <a:gdLst/>
            <a:ahLst/>
            <a:rect l="0" t="0" r="r" b="b"/>
            <a:pathLst>
              <a:path w="2097" h="927">
                <a:moveTo>
                  <a:pt x="1" y="359"/>
                </a:moveTo>
                <a:lnTo>
                  <a:pt x="1" y="358"/>
                </a:lnTo>
                <a:lnTo>
                  <a:pt x="1" y="359"/>
                </a:lnTo>
                <a:lnTo>
                  <a:pt x="1" y="356"/>
                </a:lnTo>
                <a:lnTo>
                  <a:pt x="1" y="352"/>
                </a:lnTo>
                <a:lnTo>
                  <a:pt x="0" y="347"/>
                </a:lnTo>
                <a:lnTo>
                  <a:pt x="0" y="340"/>
                </a:lnTo>
                <a:lnTo>
                  <a:pt x="1" y="332"/>
                </a:lnTo>
                <a:lnTo>
                  <a:pt x="1" y="323"/>
                </a:lnTo>
                <a:lnTo>
                  <a:pt x="1" y="313"/>
                </a:lnTo>
                <a:lnTo>
                  <a:pt x="2" y="303"/>
                </a:lnTo>
                <a:lnTo>
                  <a:pt x="2" y="302"/>
                </a:lnTo>
                <a:lnTo>
                  <a:pt x="2" y="291"/>
                </a:lnTo>
                <a:lnTo>
                  <a:pt x="3" y="291"/>
                </a:lnTo>
                <a:lnTo>
                  <a:pt x="4" y="279"/>
                </a:lnTo>
                <a:lnTo>
                  <a:pt x="5" y="267"/>
                </a:lnTo>
                <a:lnTo>
                  <a:pt x="5" y="266"/>
                </a:lnTo>
                <a:lnTo>
                  <a:pt x="8" y="239"/>
                </a:lnTo>
                <a:lnTo>
                  <a:pt x="8" y="238"/>
                </a:lnTo>
                <a:lnTo>
                  <a:pt x="13" y="211"/>
                </a:lnTo>
                <a:lnTo>
                  <a:pt x="14" y="210"/>
                </a:lnTo>
                <a:lnTo>
                  <a:pt x="17" y="197"/>
                </a:lnTo>
                <a:lnTo>
                  <a:pt x="17" y="196"/>
                </a:lnTo>
                <a:lnTo>
                  <a:pt x="20" y="183"/>
                </a:lnTo>
                <a:lnTo>
                  <a:pt x="21" y="182"/>
                </a:lnTo>
                <a:lnTo>
                  <a:pt x="25" y="169"/>
                </a:lnTo>
                <a:lnTo>
                  <a:pt x="25" y="168"/>
                </a:lnTo>
                <a:lnTo>
                  <a:pt x="29" y="155"/>
                </a:lnTo>
                <a:lnTo>
                  <a:pt x="30" y="154"/>
                </a:lnTo>
                <a:lnTo>
                  <a:pt x="35" y="142"/>
                </a:lnTo>
                <a:lnTo>
                  <a:pt x="36" y="140"/>
                </a:lnTo>
                <a:lnTo>
                  <a:pt x="41" y="129"/>
                </a:lnTo>
                <a:lnTo>
                  <a:pt x="42" y="127"/>
                </a:lnTo>
                <a:lnTo>
                  <a:pt x="48" y="116"/>
                </a:lnTo>
                <a:lnTo>
                  <a:pt x="49" y="114"/>
                </a:lnTo>
                <a:lnTo>
                  <a:pt x="56" y="104"/>
                </a:lnTo>
                <a:lnTo>
                  <a:pt x="57" y="102"/>
                </a:lnTo>
                <a:lnTo>
                  <a:pt x="65" y="93"/>
                </a:lnTo>
                <a:lnTo>
                  <a:pt x="67" y="91"/>
                </a:lnTo>
                <a:lnTo>
                  <a:pt x="75" y="82"/>
                </a:lnTo>
                <a:lnTo>
                  <a:pt x="77" y="80"/>
                </a:lnTo>
                <a:lnTo>
                  <a:pt x="86" y="72"/>
                </a:lnTo>
                <a:lnTo>
                  <a:pt x="88" y="71"/>
                </a:lnTo>
                <a:lnTo>
                  <a:pt x="98" y="64"/>
                </a:lnTo>
                <a:lnTo>
                  <a:pt x="101" y="62"/>
                </a:lnTo>
                <a:lnTo>
                  <a:pt x="112" y="57"/>
                </a:lnTo>
                <a:lnTo>
                  <a:pt x="115" y="56"/>
                </a:lnTo>
                <a:lnTo>
                  <a:pt x="126" y="52"/>
                </a:lnTo>
                <a:lnTo>
                  <a:pt x="130" y="51"/>
                </a:lnTo>
                <a:lnTo>
                  <a:pt x="142" y="49"/>
                </a:lnTo>
                <a:lnTo>
                  <a:pt x="145" y="48"/>
                </a:lnTo>
                <a:lnTo>
                  <a:pt x="158" y="47"/>
                </a:lnTo>
                <a:lnTo>
                  <a:pt x="150" y="49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6" y="47"/>
                </a:lnTo>
                <a:lnTo>
                  <a:pt x="158" y="47"/>
                </a:lnTo>
                <a:lnTo>
                  <a:pt x="160" y="47"/>
                </a:lnTo>
                <a:lnTo>
                  <a:pt x="161" y="46"/>
                </a:lnTo>
                <a:lnTo>
                  <a:pt x="164" y="46"/>
                </a:lnTo>
                <a:lnTo>
                  <a:pt x="166" y="46"/>
                </a:lnTo>
                <a:lnTo>
                  <a:pt x="169" y="45"/>
                </a:lnTo>
                <a:lnTo>
                  <a:pt x="171" y="45"/>
                </a:lnTo>
                <a:lnTo>
                  <a:pt x="175" y="45"/>
                </a:lnTo>
                <a:lnTo>
                  <a:pt x="176" y="45"/>
                </a:lnTo>
                <a:lnTo>
                  <a:pt x="180" y="45"/>
                </a:lnTo>
                <a:lnTo>
                  <a:pt x="183" y="46"/>
                </a:lnTo>
                <a:lnTo>
                  <a:pt x="188" y="46"/>
                </a:lnTo>
                <a:lnTo>
                  <a:pt x="189" y="46"/>
                </a:lnTo>
                <a:lnTo>
                  <a:pt x="194" y="47"/>
                </a:lnTo>
                <a:lnTo>
                  <a:pt x="197" y="48"/>
                </a:lnTo>
                <a:lnTo>
                  <a:pt x="202" y="49"/>
                </a:lnTo>
                <a:lnTo>
                  <a:pt x="204" y="50"/>
                </a:lnTo>
                <a:lnTo>
                  <a:pt x="210" y="52"/>
                </a:lnTo>
                <a:lnTo>
                  <a:pt x="212" y="53"/>
                </a:lnTo>
                <a:lnTo>
                  <a:pt x="218" y="56"/>
                </a:lnTo>
                <a:lnTo>
                  <a:pt x="220" y="57"/>
                </a:lnTo>
                <a:lnTo>
                  <a:pt x="226" y="60"/>
                </a:lnTo>
                <a:lnTo>
                  <a:pt x="228" y="61"/>
                </a:lnTo>
                <a:lnTo>
                  <a:pt x="235" y="65"/>
                </a:lnTo>
                <a:lnTo>
                  <a:pt x="236" y="67"/>
                </a:lnTo>
                <a:lnTo>
                  <a:pt x="243" y="72"/>
                </a:lnTo>
                <a:lnTo>
                  <a:pt x="244" y="73"/>
                </a:lnTo>
                <a:lnTo>
                  <a:pt x="251" y="79"/>
                </a:lnTo>
                <a:lnTo>
                  <a:pt x="253" y="81"/>
                </a:lnTo>
                <a:lnTo>
                  <a:pt x="260" y="88"/>
                </a:lnTo>
                <a:lnTo>
                  <a:pt x="261" y="89"/>
                </a:lnTo>
                <a:lnTo>
                  <a:pt x="268" y="97"/>
                </a:lnTo>
                <a:lnTo>
                  <a:pt x="269" y="99"/>
                </a:lnTo>
                <a:lnTo>
                  <a:pt x="276" y="108"/>
                </a:lnTo>
                <a:lnTo>
                  <a:pt x="277" y="109"/>
                </a:lnTo>
                <a:lnTo>
                  <a:pt x="284" y="120"/>
                </a:lnTo>
                <a:lnTo>
                  <a:pt x="284" y="121"/>
                </a:lnTo>
                <a:lnTo>
                  <a:pt x="291" y="133"/>
                </a:lnTo>
                <a:lnTo>
                  <a:pt x="292" y="135"/>
                </a:lnTo>
                <a:lnTo>
                  <a:pt x="299" y="148"/>
                </a:lnTo>
                <a:lnTo>
                  <a:pt x="299" y="149"/>
                </a:lnTo>
                <a:lnTo>
                  <a:pt x="306" y="164"/>
                </a:lnTo>
                <a:lnTo>
                  <a:pt x="306" y="165"/>
                </a:lnTo>
                <a:lnTo>
                  <a:pt x="313" y="182"/>
                </a:lnTo>
                <a:lnTo>
                  <a:pt x="313" y="183"/>
                </a:lnTo>
                <a:lnTo>
                  <a:pt x="316" y="191"/>
                </a:lnTo>
                <a:lnTo>
                  <a:pt x="317" y="192"/>
                </a:lnTo>
                <a:lnTo>
                  <a:pt x="320" y="201"/>
                </a:lnTo>
                <a:lnTo>
                  <a:pt x="320" y="202"/>
                </a:lnTo>
                <a:lnTo>
                  <a:pt x="323" y="211"/>
                </a:lnTo>
                <a:lnTo>
                  <a:pt x="323" y="212"/>
                </a:lnTo>
                <a:lnTo>
                  <a:pt x="326" y="222"/>
                </a:lnTo>
                <a:lnTo>
                  <a:pt x="329" y="233"/>
                </a:lnTo>
                <a:lnTo>
                  <a:pt x="329" y="234"/>
                </a:lnTo>
                <a:lnTo>
                  <a:pt x="332" y="245"/>
                </a:lnTo>
                <a:lnTo>
                  <a:pt x="335" y="256"/>
                </a:lnTo>
                <a:lnTo>
                  <a:pt x="335" y="257"/>
                </a:lnTo>
                <a:lnTo>
                  <a:pt x="338" y="270"/>
                </a:lnTo>
                <a:lnTo>
                  <a:pt x="341" y="283"/>
                </a:lnTo>
                <a:lnTo>
                  <a:pt x="343" y="296"/>
                </a:lnTo>
                <a:lnTo>
                  <a:pt x="343" y="297"/>
                </a:lnTo>
                <a:lnTo>
                  <a:pt x="346" y="310"/>
                </a:lnTo>
                <a:lnTo>
                  <a:pt x="348" y="324"/>
                </a:lnTo>
                <a:lnTo>
                  <a:pt x="348" y="325"/>
                </a:lnTo>
                <a:lnTo>
                  <a:pt x="351" y="339"/>
                </a:lnTo>
                <a:lnTo>
                  <a:pt x="351" y="340"/>
                </a:lnTo>
                <a:lnTo>
                  <a:pt x="353" y="355"/>
                </a:lnTo>
                <a:lnTo>
                  <a:pt x="353" y="359"/>
                </a:lnTo>
                <a:lnTo>
                  <a:pt x="353" y="357"/>
                </a:lnTo>
                <a:lnTo>
                  <a:pt x="353" y="358"/>
                </a:lnTo>
                <a:lnTo>
                  <a:pt x="353" y="360"/>
                </a:lnTo>
                <a:lnTo>
                  <a:pt x="353" y="362"/>
                </a:lnTo>
                <a:lnTo>
                  <a:pt x="354" y="365"/>
                </a:lnTo>
                <a:lnTo>
                  <a:pt x="354" y="366"/>
                </a:lnTo>
                <a:lnTo>
                  <a:pt x="354" y="369"/>
                </a:lnTo>
                <a:lnTo>
                  <a:pt x="354" y="373"/>
                </a:lnTo>
                <a:lnTo>
                  <a:pt x="354" y="374"/>
                </a:lnTo>
                <a:lnTo>
                  <a:pt x="355" y="379"/>
                </a:lnTo>
                <a:lnTo>
                  <a:pt x="355" y="378"/>
                </a:lnTo>
                <a:lnTo>
                  <a:pt x="355" y="384"/>
                </a:lnTo>
                <a:lnTo>
                  <a:pt x="356" y="390"/>
                </a:lnTo>
                <a:lnTo>
                  <a:pt x="357" y="397"/>
                </a:lnTo>
                <a:lnTo>
                  <a:pt x="357" y="404"/>
                </a:lnTo>
                <a:lnTo>
                  <a:pt x="358" y="411"/>
                </a:lnTo>
                <a:lnTo>
                  <a:pt x="359" y="419"/>
                </a:lnTo>
                <a:lnTo>
                  <a:pt x="360" y="428"/>
                </a:lnTo>
                <a:lnTo>
                  <a:pt x="361" y="437"/>
                </a:lnTo>
                <a:lnTo>
                  <a:pt x="361" y="436"/>
                </a:lnTo>
                <a:lnTo>
                  <a:pt x="364" y="456"/>
                </a:lnTo>
                <a:lnTo>
                  <a:pt x="364" y="455"/>
                </a:lnTo>
                <a:lnTo>
                  <a:pt x="367" y="476"/>
                </a:lnTo>
                <a:lnTo>
                  <a:pt x="367" y="475"/>
                </a:lnTo>
                <a:lnTo>
                  <a:pt x="370" y="497"/>
                </a:lnTo>
                <a:lnTo>
                  <a:pt x="374" y="519"/>
                </a:lnTo>
                <a:lnTo>
                  <a:pt x="379" y="543"/>
                </a:lnTo>
                <a:lnTo>
                  <a:pt x="378" y="542"/>
                </a:lnTo>
                <a:lnTo>
                  <a:pt x="384" y="566"/>
                </a:lnTo>
                <a:lnTo>
                  <a:pt x="383" y="566"/>
                </a:lnTo>
                <a:lnTo>
                  <a:pt x="389" y="590"/>
                </a:lnTo>
                <a:lnTo>
                  <a:pt x="395" y="614"/>
                </a:lnTo>
                <a:lnTo>
                  <a:pt x="402" y="639"/>
                </a:lnTo>
                <a:lnTo>
                  <a:pt x="402" y="638"/>
                </a:lnTo>
                <a:lnTo>
                  <a:pt x="409" y="663"/>
                </a:lnTo>
                <a:lnTo>
                  <a:pt x="409" y="662"/>
                </a:lnTo>
                <a:lnTo>
                  <a:pt x="417" y="686"/>
                </a:lnTo>
                <a:lnTo>
                  <a:pt x="417" y="685"/>
                </a:lnTo>
                <a:lnTo>
                  <a:pt x="425" y="709"/>
                </a:lnTo>
                <a:lnTo>
                  <a:pt x="425" y="708"/>
                </a:lnTo>
                <a:lnTo>
                  <a:pt x="434" y="731"/>
                </a:lnTo>
                <a:lnTo>
                  <a:pt x="434" y="730"/>
                </a:lnTo>
                <a:lnTo>
                  <a:pt x="444" y="753"/>
                </a:lnTo>
                <a:lnTo>
                  <a:pt x="444" y="752"/>
                </a:lnTo>
                <a:lnTo>
                  <a:pt x="455" y="773"/>
                </a:lnTo>
                <a:lnTo>
                  <a:pt x="454" y="771"/>
                </a:lnTo>
                <a:lnTo>
                  <a:pt x="466" y="791"/>
                </a:lnTo>
                <a:lnTo>
                  <a:pt x="465" y="790"/>
                </a:lnTo>
                <a:lnTo>
                  <a:pt x="477" y="808"/>
                </a:lnTo>
                <a:lnTo>
                  <a:pt x="477" y="807"/>
                </a:lnTo>
                <a:lnTo>
                  <a:pt x="483" y="816"/>
                </a:lnTo>
                <a:lnTo>
                  <a:pt x="482" y="815"/>
                </a:lnTo>
                <a:lnTo>
                  <a:pt x="489" y="823"/>
                </a:lnTo>
                <a:lnTo>
                  <a:pt x="488" y="822"/>
                </a:lnTo>
                <a:lnTo>
                  <a:pt x="496" y="830"/>
                </a:lnTo>
                <a:lnTo>
                  <a:pt x="495" y="829"/>
                </a:lnTo>
                <a:lnTo>
                  <a:pt x="502" y="837"/>
                </a:lnTo>
                <a:lnTo>
                  <a:pt x="501" y="836"/>
                </a:lnTo>
                <a:lnTo>
                  <a:pt x="508" y="842"/>
                </a:lnTo>
                <a:lnTo>
                  <a:pt x="507" y="841"/>
                </a:lnTo>
                <a:lnTo>
                  <a:pt x="515" y="848"/>
                </a:lnTo>
                <a:lnTo>
                  <a:pt x="514" y="847"/>
                </a:lnTo>
                <a:lnTo>
                  <a:pt x="522" y="853"/>
                </a:lnTo>
                <a:lnTo>
                  <a:pt x="520" y="852"/>
                </a:lnTo>
                <a:lnTo>
                  <a:pt x="528" y="857"/>
                </a:lnTo>
                <a:lnTo>
                  <a:pt x="527" y="856"/>
                </a:lnTo>
                <a:lnTo>
                  <a:pt x="535" y="860"/>
                </a:lnTo>
                <a:lnTo>
                  <a:pt x="534" y="860"/>
                </a:lnTo>
                <a:lnTo>
                  <a:pt x="542" y="863"/>
                </a:lnTo>
                <a:lnTo>
                  <a:pt x="541" y="863"/>
                </a:lnTo>
                <a:lnTo>
                  <a:pt x="549" y="866"/>
                </a:lnTo>
                <a:lnTo>
                  <a:pt x="548" y="865"/>
                </a:lnTo>
                <a:lnTo>
                  <a:pt x="557" y="868"/>
                </a:lnTo>
                <a:lnTo>
                  <a:pt x="555" y="868"/>
                </a:lnTo>
                <a:lnTo>
                  <a:pt x="564" y="870"/>
                </a:lnTo>
                <a:lnTo>
                  <a:pt x="562" y="869"/>
                </a:lnTo>
                <a:lnTo>
                  <a:pt x="572" y="870"/>
                </a:lnTo>
                <a:lnTo>
                  <a:pt x="574" y="871"/>
                </a:lnTo>
                <a:lnTo>
                  <a:pt x="575" y="871"/>
                </a:lnTo>
                <a:lnTo>
                  <a:pt x="573" y="871"/>
                </a:lnTo>
                <a:lnTo>
                  <a:pt x="575" y="871"/>
                </a:lnTo>
                <a:lnTo>
                  <a:pt x="573" y="871"/>
                </a:lnTo>
                <a:lnTo>
                  <a:pt x="576" y="871"/>
                </a:lnTo>
                <a:lnTo>
                  <a:pt x="575" y="871"/>
                </a:lnTo>
                <a:lnTo>
                  <a:pt x="579" y="871"/>
                </a:lnTo>
                <a:lnTo>
                  <a:pt x="578" y="871"/>
                </a:lnTo>
                <a:lnTo>
                  <a:pt x="583" y="871"/>
                </a:lnTo>
                <a:lnTo>
                  <a:pt x="582" y="871"/>
                </a:lnTo>
                <a:lnTo>
                  <a:pt x="588" y="870"/>
                </a:lnTo>
                <a:lnTo>
                  <a:pt x="587" y="871"/>
                </a:lnTo>
                <a:lnTo>
                  <a:pt x="595" y="870"/>
                </a:lnTo>
                <a:lnTo>
                  <a:pt x="593" y="870"/>
                </a:lnTo>
                <a:lnTo>
                  <a:pt x="601" y="868"/>
                </a:lnTo>
                <a:lnTo>
                  <a:pt x="599" y="869"/>
                </a:lnTo>
                <a:lnTo>
                  <a:pt x="608" y="866"/>
                </a:lnTo>
                <a:lnTo>
                  <a:pt x="607" y="867"/>
                </a:lnTo>
                <a:lnTo>
                  <a:pt x="617" y="864"/>
                </a:lnTo>
                <a:lnTo>
                  <a:pt x="615" y="864"/>
                </a:lnTo>
                <a:lnTo>
                  <a:pt x="625" y="860"/>
                </a:lnTo>
                <a:lnTo>
                  <a:pt x="623" y="861"/>
                </a:lnTo>
                <a:lnTo>
                  <a:pt x="634" y="856"/>
                </a:lnTo>
                <a:lnTo>
                  <a:pt x="633" y="857"/>
                </a:lnTo>
                <a:lnTo>
                  <a:pt x="644" y="850"/>
                </a:lnTo>
                <a:lnTo>
                  <a:pt x="642" y="851"/>
                </a:lnTo>
                <a:lnTo>
                  <a:pt x="654" y="843"/>
                </a:lnTo>
                <a:lnTo>
                  <a:pt x="653" y="844"/>
                </a:lnTo>
                <a:lnTo>
                  <a:pt x="665" y="835"/>
                </a:lnTo>
                <a:lnTo>
                  <a:pt x="664" y="836"/>
                </a:lnTo>
                <a:lnTo>
                  <a:pt x="670" y="831"/>
                </a:lnTo>
                <a:lnTo>
                  <a:pt x="669" y="831"/>
                </a:lnTo>
                <a:lnTo>
                  <a:pt x="675" y="826"/>
                </a:lnTo>
                <a:lnTo>
                  <a:pt x="675" y="827"/>
                </a:lnTo>
                <a:lnTo>
                  <a:pt x="681" y="821"/>
                </a:lnTo>
                <a:lnTo>
                  <a:pt x="680" y="821"/>
                </a:lnTo>
                <a:lnTo>
                  <a:pt x="687" y="815"/>
                </a:lnTo>
                <a:lnTo>
                  <a:pt x="686" y="815"/>
                </a:lnTo>
                <a:lnTo>
                  <a:pt x="692" y="808"/>
                </a:lnTo>
                <a:lnTo>
                  <a:pt x="692" y="809"/>
                </a:lnTo>
                <a:lnTo>
                  <a:pt x="698" y="802"/>
                </a:lnTo>
                <a:lnTo>
                  <a:pt x="697" y="802"/>
                </a:lnTo>
                <a:lnTo>
                  <a:pt x="704" y="794"/>
                </a:lnTo>
                <a:lnTo>
                  <a:pt x="703" y="795"/>
                </a:lnTo>
                <a:lnTo>
                  <a:pt x="709" y="787"/>
                </a:lnTo>
                <a:lnTo>
                  <a:pt x="715" y="778"/>
                </a:lnTo>
                <a:lnTo>
                  <a:pt x="715" y="779"/>
                </a:lnTo>
                <a:lnTo>
                  <a:pt x="721" y="770"/>
                </a:lnTo>
                <a:lnTo>
                  <a:pt x="727" y="760"/>
                </a:lnTo>
                <a:lnTo>
                  <a:pt x="727" y="761"/>
                </a:lnTo>
                <a:lnTo>
                  <a:pt x="733" y="750"/>
                </a:lnTo>
                <a:lnTo>
                  <a:pt x="732" y="751"/>
                </a:lnTo>
                <a:lnTo>
                  <a:pt x="738" y="740"/>
                </a:lnTo>
                <a:lnTo>
                  <a:pt x="744" y="729"/>
                </a:lnTo>
                <a:lnTo>
                  <a:pt x="750" y="717"/>
                </a:lnTo>
                <a:lnTo>
                  <a:pt x="755" y="705"/>
                </a:lnTo>
                <a:lnTo>
                  <a:pt x="761" y="692"/>
                </a:lnTo>
                <a:lnTo>
                  <a:pt x="766" y="678"/>
                </a:lnTo>
                <a:lnTo>
                  <a:pt x="766" y="679"/>
                </a:lnTo>
                <a:lnTo>
                  <a:pt x="772" y="664"/>
                </a:lnTo>
                <a:lnTo>
                  <a:pt x="777" y="649"/>
                </a:lnTo>
                <a:lnTo>
                  <a:pt x="782" y="633"/>
                </a:lnTo>
                <a:lnTo>
                  <a:pt x="787" y="616"/>
                </a:lnTo>
                <a:lnTo>
                  <a:pt x="787" y="617"/>
                </a:lnTo>
                <a:lnTo>
                  <a:pt x="792" y="599"/>
                </a:lnTo>
                <a:lnTo>
                  <a:pt x="792" y="600"/>
                </a:lnTo>
                <a:lnTo>
                  <a:pt x="797" y="581"/>
                </a:lnTo>
                <a:lnTo>
                  <a:pt x="802" y="562"/>
                </a:lnTo>
                <a:lnTo>
                  <a:pt x="801" y="563"/>
                </a:lnTo>
                <a:lnTo>
                  <a:pt x="806" y="543"/>
                </a:lnTo>
                <a:lnTo>
                  <a:pt x="810" y="522"/>
                </a:lnTo>
                <a:lnTo>
                  <a:pt x="810" y="523"/>
                </a:lnTo>
                <a:lnTo>
                  <a:pt x="814" y="501"/>
                </a:lnTo>
                <a:lnTo>
                  <a:pt x="818" y="479"/>
                </a:lnTo>
                <a:lnTo>
                  <a:pt x="822" y="456"/>
                </a:lnTo>
                <a:lnTo>
                  <a:pt x="825" y="432"/>
                </a:lnTo>
                <a:lnTo>
                  <a:pt x="825" y="433"/>
                </a:lnTo>
                <a:lnTo>
                  <a:pt x="828" y="408"/>
                </a:lnTo>
                <a:lnTo>
                  <a:pt x="831" y="382"/>
                </a:lnTo>
                <a:lnTo>
                  <a:pt x="831" y="383"/>
                </a:lnTo>
                <a:lnTo>
                  <a:pt x="834" y="356"/>
                </a:lnTo>
                <a:lnTo>
                  <a:pt x="834" y="359"/>
                </a:lnTo>
                <a:lnTo>
                  <a:pt x="834" y="358"/>
                </a:lnTo>
                <a:lnTo>
                  <a:pt x="834" y="356"/>
                </a:lnTo>
                <a:lnTo>
                  <a:pt x="834" y="352"/>
                </a:lnTo>
                <a:lnTo>
                  <a:pt x="834" y="351"/>
                </a:lnTo>
                <a:lnTo>
                  <a:pt x="834" y="346"/>
                </a:lnTo>
                <a:lnTo>
                  <a:pt x="834" y="340"/>
                </a:lnTo>
                <a:lnTo>
                  <a:pt x="834" y="339"/>
                </a:lnTo>
                <a:lnTo>
                  <a:pt x="834" y="332"/>
                </a:lnTo>
                <a:lnTo>
                  <a:pt x="834" y="331"/>
                </a:lnTo>
                <a:lnTo>
                  <a:pt x="835" y="323"/>
                </a:lnTo>
                <a:lnTo>
                  <a:pt x="835" y="322"/>
                </a:lnTo>
                <a:lnTo>
                  <a:pt x="836" y="313"/>
                </a:lnTo>
                <a:lnTo>
                  <a:pt x="836" y="303"/>
                </a:lnTo>
                <a:lnTo>
                  <a:pt x="836" y="302"/>
                </a:lnTo>
                <a:lnTo>
                  <a:pt x="837" y="291"/>
                </a:lnTo>
                <a:lnTo>
                  <a:pt x="837" y="290"/>
                </a:lnTo>
                <a:lnTo>
                  <a:pt x="839" y="279"/>
                </a:lnTo>
                <a:lnTo>
                  <a:pt x="839" y="278"/>
                </a:lnTo>
                <a:lnTo>
                  <a:pt x="841" y="266"/>
                </a:lnTo>
                <a:lnTo>
                  <a:pt x="841" y="265"/>
                </a:lnTo>
                <a:lnTo>
                  <a:pt x="845" y="239"/>
                </a:lnTo>
                <a:lnTo>
                  <a:pt x="845" y="238"/>
                </a:lnTo>
                <a:lnTo>
                  <a:pt x="848" y="225"/>
                </a:lnTo>
                <a:lnTo>
                  <a:pt x="848" y="224"/>
                </a:lnTo>
                <a:lnTo>
                  <a:pt x="851" y="211"/>
                </a:lnTo>
                <a:lnTo>
                  <a:pt x="851" y="210"/>
                </a:lnTo>
                <a:lnTo>
                  <a:pt x="855" y="197"/>
                </a:lnTo>
                <a:lnTo>
                  <a:pt x="855" y="196"/>
                </a:lnTo>
                <a:lnTo>
                  <a:pt x="859" y="183"/>
                </a:lnTo>
                <a:lnTo>
                  <a:pt x="860" y="182"/>
                </a:lnTo>
                <a:lnTo>
                  <a:pt x="864" y="169"/>
                </a:lnTo>
                <a:lnTo>
                  <a:pt x="865" y="168"/>
                </a:lnTo>
                <a:lnTo>
                  <a:pt x="870" y="155"/>
                </a:lnTo>
                <a:lnTo>
                  <a:pt x="870" y="154"/>
                </a:lnTo>
                <a:lnTo>
                  <a:pt x="876" y="142"/>
                </a:lnTo>
                <a:lnTo>
                  <a:pt x="877" y="141"/>
                </a:lnTo>
                <a:lnTo>
                  <a:pt x="883" y="129"/>
                </a:lnTo>
                <a:lnTo>
                  <a:pt x="884" y="127"/>
                </a:lnTo>
                <a:lnTo>
                  <a:pt x="891" y="116"/>
                </a:lnTo>
                <a:lnTo>
                  <a:pt x="892" y="114"/>
                </a:lnTo>
                <a:lnTo>
                  <a:pt x="899" y="104"/>
                </a:lnTo>
                <a:lnTo>
                  <a:pt x="901" y="102"/>
                </a:lnTo>
                <a:lnTo>
                  <a:pt x="909" y="93"/>
                </a:lnTo>
                <a:lnTo>
                  <a:pt x="911" y="91"/>
                </a:lnTo>
                <a:lnTo>
                  <a:pt x="920" y="82"/>
                </a:lnTo>
                <a:lnTo>
                  <a:pt x="922" y="80"/>
                </a:lnTo>
                <a:lnTo>
                  <a:pt x="932" y="73"/>
                </a:lnTo>
                <a:lnTo>
                  <a:pt x="934" y="71"/>
                </a:lnTo>
                <a:lnTo>
                  <a:pt x="945" y="64"/>
                </a:lnTo>
                <a:lnTo>
                  <a:pt x="948" y="63"/>
                </a:lnTo>
                <a:lnTo>
                  <a:pt x="959" y="58"/>
                </a:lnTo>
                <a:lnTo>
                  <a:pt x="962" y="56"/>
                </a:lnTo>
                <a:lnTo>
                  <a:pt x="974" y="52"/>
                </a:lnTo>
                <a:lnTo>
                  <a:pt x="978" y="51"/>
                </a:lnTo>
                <a:lnTo>
                  <a:pt x="991" y="49"/>
                </a:lnTo>
                <a:lnTo>
                  <a:pt x="994" y="48"/>
                </a:lnTo>
                <a:lnTo>
                  <a:pt x="1008" y="47"/>
                </a:lnTo>
                <a:lnTo>
                  <a:pt x="1001" y="49"/>
                </a:lnTo>
                <a:lnTo>
                  <a:pt x="1002" y="49"/>
                </a:lnTo>
                <a:lnTo>
                  <a:pt x="1001" y="49"/>
                </a:lnTo>
                <a:lnTo>
                  <a:pt x="1002" y="49"/>
                </a:lnTo>
                <a:lnTo>
                  <a:pt x="1005" y="48"/>
                </a:lnTo>
                <a:lnTo>
                  <a:pt x="1006" y="47"/>
                </a:lnTo>
                <a:lnTo>
                  <a:pt x="1007" y="47"/>
                </a:lnTo>
                <a:lnTo>
                  <a:pt x="1010" y="46"/>
                </a:lnTo>
                <a:lnTo>
                  <a:pt x="1011" y="46"/>
                </a:lnTo>
                <a:lnTo>
                  <a:pt x="1014" y="46"/>
                </a:lnTo>
                <a:lnTo>
                  <a:pt x="1016" y="45"/>
                </a:lnTo>
                <a:lnTo>
                  <a:pt x="1020" y="45"/>
                </a:lnTo>
                <a:lnTo>
                  <a:pt x="1022" y="45"/>
                </a:lnTo>
                <a:lnTo>
                  <a:pt x="1026" y="45"/>
                </a:lnTo>
                <a:lnTo>
                  <a:pt x="1028" y="45"/>
                </a:lnTo>
                <a:lnTo>
                  <a:pt x="1033" y="45"/>
                </a:lnTo>
                <a:lnTo>
                  <a:pt x="1035" y="45"/>
                </a:lnTo>
                <a:lnTo>
                  <a:pt x="1040" y="45"/>
                </a:lnTo>
                <a:lnTo>
                  <a:pt x="1042" y="45"/>
                </a:lnTo>
                <a:lnTo>
                  <a:pt x="1048" y="46"/>
                </a:lnTo>
                <a:lnTo>
                  <a:pt x="1050" y="47"/>
                </a:lnTo>
                <a:lnTo>
                  <a:pt x="1057" y="48"/>
                </a:lnTo>
                <a:lnTo>
                  <a:pt x="1059" y="49"/>
                </a:lnTo>
                <a:lnTo>
                  <a:pt x="1065" y="51"/>
                </a:lnTo>
                <a:lnTo>
                  <a:pt x="1068" y="52"/>
                </a:lnTo>
                <a:lnTo>
                  <a:pt x="1075" y="55"/>
                </a:lnTo>
                <a:lnTo>
                  <a:pt x="1076" y="56"/>
                </a:lnTo>
                <a:lnTo>
                  <a:pt x="1084" y="60"/>
                </a:lnTo>
                <a:lnTo>
                  <a:pt x="1086" y="61"/>
                </a:lnTo>
                <a:lnTo>
                  <a:pt x="1093" y="66"/>
                </a:lnTo>
                <a:lnTo>
                  <a:pt x="1095" y="67"/>
                </a:lnTo>
                <a:lnTo>
                  <a:pt x="1102" y="73"/>
                </a:lnTo>
                <a:lnTo>
                  <a:pt x="1104" y="74"/>
                </a:lnTo>
                <a:lnTo>
                  <a:pt x="1112" y="81"/>
                </a:lnTo>
                <a:lnTo>
                  <a:pt x="1113" y="83"/>
                </a:lnTo>
                <a:lnTo>
                  <a:pt x="1121" y="91"/>
                </a:lnTo>
                <a:lnTo>
                  <a:pt x="1123" y="92"/>
                </a:lnTo>
                <a:lnTo>
                  <a:pt x="1131" y="102"/>
                </a:lnTo>
                <a:lnTo>
                  <a:pt x="1132" y="103"/>
                </a:lnTo>
                <a:lnTo>
                  <a:pt x="1140" y="114"/>
                </a:lnTo>
                <a:lnTo>
                  <a:pt x="1141" y="115"/>
                </a:lnTo>
                <a:lnTo>
                  <a:pt x="1149" y="128"/>
                </a:lnTo>
                <a:lnTo>
                  <a:pt x="1150" y="129"/>
                </a:lnTo>
                <a:lnTo>
                  <a:pt x="1158" y="143"/>
                </a:lnTo>
                <a:lnTo>
                  <a:pt x="1158" y="144"/>
                </a:lnTo>
                <a:lnTo>
                  <a:pt x="1162" y="151"/>
                </a:lnTo>
                <a:lnTo>
                  <a:pt x="1162" y="152"/>
                </a:lnTo>
                <a:lnTo>
                  <a:pt x="1166" y="160"/>
                </a:lnTo>
                <a:lnTo>
                  <a:pt x="1167" y="160"/>
                </a:lnTo>
                <a:lnTo>
                  <a:pt x="1171" y="169"/>
                </a:lnTo>
                <a:lnTo>
                  <a:pt x="1171" y="170"/>
                </a:lnTo>
                <a:lnTo>
                  <a:pt x="1175" y="178"/>
                </a:lnTo>
                <a:lnTo>
                  <a:pt x="1175" y="179"/>
                </a:lnTo>
                <a:lnTo>
                  <a:pt x="1179" y="189"/>
                </a:lnTo>
                <a:lnTo>
                  <a:pt x="1183" y="199"/>
                </a:lnTo>
                <a:lnTo>
                  <a:pt x="1187" y="209"/>
                </a:lnTo>
                <a:lnTo>
                  <a:pt x="1187" y="210"/>
                </a:lnTo>
                <a:lnTo>
                  <a:pt x="1191" y="221"/>
                </a:lnTo>
                <a:lnTo>
                  <a:pt x="1195" y="233"/>
                </a:lnTo>
                <a:lnTo>
                  <a:pt x="1198" y="245"/>
                </a:lnTo>
                <a:lnTo>
                  <a:pt x="1199" y="245"/>
                </a:lnTo>
                <a:lnTo>
                  <a:pt x="1202" y="258"/>
                </a:lnTo>
                <a:lnTo>
                  <a:pt x="1206" y="272"/>
                </a:lnTo>
                <a:lnTo>
                  <a:pt x="1206" y="273"/>
                </a:lnTo>
                <a:lnTo>
                  <a:pt x="1209" y="286"/>
                </a:lnTo>
                <a:lnTo>
                  <a:pt x="1209" y="287"/>
                </a:lnTo>
                <a:lnTo>
                  <a:pt x="1213" y="301"/>
                </a:lnTo>
                <a:lnTo>
                  <a:pt x="1216" y="315"/>
                </a:lnTo>
                <a:lnTo>
                  <a:pt x="1216" y="316"/>
                </a:lnTo>
                <a:lnTo>
                  <a:pt x="1219" y="331"/>
                </a:lnTo>
                <a:lnTo>
                  <a:pt x="1222" y="347"/>
                </a:lnTo>
                <a:lnTo>
                  <a:pt x="1225" y="364"/>
                </a:lnTo>
                <a:lnTo>
                  <a:pt x="1228" y="381"/>
                </a:lnTo>
                <a:lnTo>
                  <a:pt x="1228" y="382"/>
                </a:lnTo>
                <a:lnTo>
                  <a:pt x="1231" y="399"/>
                </a:lnTo>
                <a:lnTo>
                  <a:pt x="1231" y="403"/>
                </a:lnTo>
                <a:lnTo>
                  <a:pt x="1231" y="404"/>
                </a:lnTo>
                <a:lnTo>
                  <a:pt x="1231" y="402"/>
                </a:lnTo>
                <a:lnTo>
                  <a:pt x="1231" y="403"/>
                </a:lnTo>
                <a:lnTo>
                  <a:pt x="1231" y="404"/>
                </a:lnTo>
                <a:lnTo>
                  <a:pt x="1231" y="405"/>
                </a:lnTo>
                <a:lnTo>
                  <a:pt x="1231" y="407"/>
                </a:lnTo>
                <a:lnTo>
                  <a:pt x="1231" y="408"/>
                </a:lnTo>
                <a:lnTo>
                  <a:pt x="1231" y="411"/>
                </a:lnTo>
                <a:lnTo>
                  <a:pt x="1231" y="410"/>
                </a:lnTo>
                <a:lnTo>
                  <a:pt x="1232" y="414"/>
                </a:lnTo>
                <a:lnTo>
                  <a:pt x="1232" y="418"/>
                </a:lnTo>
                <a:lnTo>
                  <a:pt x="1232" y="423"/>
                </a:lnTo>
                <a:lnTo>
                  <a:pt x="1232" y="422"/>
                </a:lnTo>
                <a:lnTo>
                  <a:pt x="1232" y="427"/>
                </a:lnTo>
                <a:lnTo>
                  <a:pt x="1232" y="428"/>
                </a:lnTo>
                <a:lnTo>
                  <a:pt x="1233" y="434"/>
                </a:lnTo>
                <a:lnTo>
                  <a:pt x="1233" y="433"/>
                </a:lnTo>
                <a:lnTo>
                  <a:pt x="1233" y="439"/>
                </a:lnTo>
                <a:lnTo>
                  <a:pt x="1234" y="446"/>
                </a:lnTo>
                <a:lnTo>
                  <a:pt x="1235" y="453"/>
                </a:lnTo>
                <a:lnTo>
                  <a:pt x="1236" y="460"/>
                </a:lnTo>
                <a:lnTo>
                  <a:pt x="1237" y="477"/>
                </a:lnTo>
                <a:lnTo>
                  <a:pt x="1237" y="476"/>
                </a:lnTo>
                <a:lnTo>
                  <a:pt x="1240" y="494"/>
                </a:lnTo>
                <a:lnTo>
                  <a:pt x="1242" y="513"/>
                </a:lnTo>
                <a:lnTo>
                  <a:pt x="1246" y="533"/>
                </a:lnTo>
                <a:lnTo>
                  <a:pt x="1245" y="532"/>
                </a:lnTo>
                <a:lnTo>
                  <a:pt x="1249" y="554"/>
                </a:lnTo>
                <a:lnTo>
                  <a:pt x="1249" y="553"/>
                </a:lnTo>
                <a:lnTo>
                  <a:pt x="1254" y="575"/>
                </a:lnTo>
                <a:lnTo>
                  <a:pt x="1253" y="574"/>
                </a:lnTo>
                <a:lnTo>
                  <a:pt x="1258" y="597"/>
                </a:lnTo>
                <a:lnTo>
                  <a:pt x="1258" y="596"/>
                </a:lnTo>
                <a:lnTo>
                  <a:pt x="1264" y="619"/>
                </a:lnTo>
                <a:lnTo>
                  <a:pt x="1264" y="618"/>
                </a:lnTo>
                <a:lnTo>
                  <a:pt x="1270" y="641"/>
                </a:lnTo>
                <a:lnTo>
                  <a:pt x="1277" y="664"/>
                </a:lnTo>
                <a:lnTo>
                  <a:pt x="1277" y="663"/>
                </a:lnTo>
                <a:lnTo>
                  <a:pt x="1285" y="686"/>
                </a:lnTo>
                <a:lnTo>
                  <a:pt x="1284" y="685"/>
                </a:lnTo>
                <a:lnTo>
                  <a:pt x="1293" y="707"/>
                </a:lnTo>
                <a:lnTo>
                  <a:pt x="1293" y="706"/>
                </a:lnTo>
                <a:lnTo>
                  <a:pt x="1302" y="728"/>
                </a:lnTo>
                <a:lnTo>
                  <a:pt x="1302" y="727"/>
                </a:lnTo>
                <a:lnTo>
                  <a:pt x="1312" y="748"/>
                </a:lnTo>
                <a:lnTo>
                  <a:pt x="1311" y="747"/>
                </a:lnTo>
                <a:lnTo>
                  <a:pt x="1323" y="767"/>
                </a:lnTo>
                <a:lnTo>
                  <a:pt x="1322" y="766"/>
                </a:lnTo>
                <a:lnTo>
                  <a:pt x="1335" y="785"/>
                </a:lnTo>
                <a:lnTo>
                  <a:pt x="1333" y="784"/>
                </a:lnTo>
                <a:lnTo>
                  <a:pt x="1347" y="802"/>
                </a:lnTo>
                <a:lnTo>
                  <a:pt x="1346" y="800"/>
                </a:lnTo>
                <a:lnTo>
                  <a:pt x="1360" y="817"/>
                </a:lnTo>
                <a:lnTo>
                  <a:pt x="1359" y="816"/>
                </a:lnTo>
                <a:lnTo>
                  <a:pt x="1367" y="824"/>
                </a:lnTo>
                <a:lnTo>
                  <a:pt x="1366" y="823"/>
                </a:lnTo>
                <a:lnTo>
                  <a:pt x="1374" y="830"/>
                </a:lnTo>
                <a:lnTo>
                  <a:pt x="1373" y="829"/>
                </a:lnTo>
                <a:lnTo>
                  <a:pt x="1381" y="836"/>
                </a:lnTo>
                <a:lnTo>
                  <a:pt x="1380" y="835"/>
                </a:lnTo>
                <a:lnTo>
                  <a:pt x="1388" y="842"/>
                </a:lnTo>
                <a:lnTo>
                  <a:pt x="1387" y="841"/>
                </a:lnTo>
                <a:lnTo>
                  <a:pt x="1396" y="847"/>
                </a:lnTo>
                <a:lnTo>
                  <a:pt x="1395" y="846"/>
                </a:lnTo>
                <a:lnTo>
                  <a:pt x="1404" y="851"/>
                </a:lnTo>
                <a:lnTo>
                  <a:pt x="1403" y="851"/>
                </a:lnTo>
                <a:lnTo>
                  <a:pt x="1412" y="856"/>
                </a:lnTo>
                <a:lnTo>
                  <a:pt x="1410" y="855"/>
                </a:lnTo>
                <a:lnTo>
                  <a:pt x="1420" y="859"/>
                </a:lnTo>
                <a:lnTo>
                  <a:pt x="1419" y="859"/>
                </a:lnTo>
                <a:lnTo>
                  <a:pt x="1429" y="862"/>
                </a:lnTo>
                <a:lnTo>
                  <a:pt x="1427" y="862"/>
                </a:lnTo>
                <a:lnTo>
                  <a:pt x="1437" y="865"/>
                </a:lnTo>
                <a:lnTo>
                  <a:pt x="1436" y="865"/>
                </a:lnTo>
                <a:lnTo>
                  <a:pt x="1447" y="867"/>
                </a:lnTo>
                <a:lnTo>
                  <a:pt x="1445" y="867"/>
                </a:lnTo>
                <a:lnTo>
                  <a:pt x="1456" y="869"/>
                </a:lnTo>
                <a:lnTo>
                  <a:pt x="1454" y="869"/>
                </a:lnTo>
                <a:lnTo>
                  <a:pt x="1465" y="870"/>
                </a:lnTo>
                <a:lnTo>
                  <a:pt x="1464" y="870"/>
                </a:lnTo>
                <a:lnTo>
                  <a:pt x="1476" y="870"/>
                </a:lnTo>
                <a:lnTo>
                  <a:pt x="1478" y="871"/>
                </a:lnTo>
                <a:lnTo>
                  <a:pt x="1480" y="871"/>
                </a:lnTo>
                <a:lnTo>
                  <a:pt x="1481" y="871"/>
                </a:lnTo>
                <a:lnTo>
                  <a:pt x="1479" y="871"/>
                </a:lnTo>
                <a:lnTo>
                  <a:pt x="1481" y="871"/>
                </a:lnTo>
                <a:lnTo>
                  <a:pt x="1480" y="871"/>
                </a:lnTo>
                <a:lnTo>
                  <a:pt x="1484" y="871"/>
                </a:lnTo>
                <a:lnTo>
                  <a:pt x="1482" y="871"/>
                </a:lnTo>
                <a:lnTo>
                  <a:pt x="1486" y="871"/>
                </a:lnTo>
                <a:lnTo>
                  <a:pt x="1484" y="871"/>
                </a:lnTo>
                <a:lnTo>
                  <a:pt x="1489" y="871"/>
                </a:lnTo>
                <a:lnTo>
                  <a:pt x="1488" y="871"/>
                </a:lnTo>
                <a:lnTo>
                  <a:pt x="1493" y="870"/>
                </a:lnTo>
                <a:lnTo>
                  <a:pt x="1491" y="871"/>
                </a:lnTo>
                <a:lnTo>
                  <a:pt x="1498" y="869"/>
                </a:lnTo>
                <a:lnTo>
                  <a:pt x="1496" y="870"/>
                </a:lnTo>
                <a:lnTo>
                  <a:pt x="1503" y="868"/>
                </a:lnTo>
                <a:lnTo>
                  <a:pt x="1501" y="868"/>
                </a:lnTo>
                <a:lnTo>
                  <a:pt x="1508" y="866"/>
                </a:lnTo>
                <a:lnTo>
                  <a:pt x="1506" y="866"/>
                </a:lnTo>
                <a:lnTo>
                  <a:pt x="1515" y="863"/>
                </a:lnTo>
                <a:lnTo>
                  <a:pt x="1512" y="864"/>
                </a:lnTo>
                <a:lnTo>
                  <a:pt x="1521" y="859"/>
                </a:lnTo>
                <a:lnTo>
                  <a:pt x="1519" y="860"/>
                </a:lnTo>
                <a:lnTo>
                  <a:pt x="1528" y="854"/>
                </a:lnTo>
                <a:lnTo>
                  <a:pt x="1526" y="856"/>
                </a:lnTo>
                <a:lnTo>
                  <a:pt x="1535" y="849"/>
                </a:lnTo>
                <a:lnTo>
                  <a:pt x="1534" y="850"/>
                </a:lnTo>
                <a:lnTo>
                  <a:pt x="1543" y="842"/>
                </a:lnTo>
                <a:lnTo>
                  <a:pt x="1542" y="843"/>
                </a:lnTo>
                <a:lnTo>
                  <a:pt x="1552" y="833"/>
                </a:lnTo>
                <a:lnTo>
                  <a:pt x="1550" y="835"/>
                </a:lnTo>
                <a:lnTo>
                  <a:pt x="1560" y="823"/>
                </a:lnTo>
                <a:lnTo>
                  <a:pt x="1559" y="824"/>
                </a:lnTo>
                <a:lnTo>
                  <a:pt x="1564" y="818"/>
                </a:lnTo>
                <a:lnTo>
                  <a:pt x="1564" y="819"/>
                </a:lnTo>
                <a:lnTo>
                  <a:pt x="1568" y="812"/>
                </a:lnTo>
                <a:lnTo>
                  <a:pt x="1568" y="813"/>
                </a:lnTo>
                <a:lnTo>
                  <a:pt x="1573" y="806"/>
                </a:lnTo>
                <a:lnTo>
                  <a:pt x="1577" y="799"/>
                </a:lnTo>
                <a:lnTo>
                  <a:pt x="1582" y="791"/>
                </a:lnTo>
                <a:lnTo>
                  <a:pt x="1582" y="792"/>
                </a:lnTo>
                <a:lnTo>
                  <a:pt x="1587" y="783"/>
                </a:lnTo>
                <a:lnTo>
                  <a:pt x="1586" y="784"/>
                </a:lnTo>
                <a:lnTo>
                  <a:pt x="1591" y="775"/>
                </a:lnTo>
                <a:lnTo>
                  <a:pt x="1591" y="776"/>
                </a:lnTo>
                <a:lnTo>
                  <a:pt x="1596" y="766"/>
                </a:lnTo>
                <a:lnTo>
                  <a:pt x="1595" y="766"/>
                </a:lnTo>
                <a:lnTo>
                  <a:pt x="1600" y="756"/>
                </a:lnTo>
                <a:lnTo>
                  <a:pt x="1600" y="757"/>
                </a:lnTo>
                <a:lnTo>
                  <a:pt x="1605" y="747"/>
                </a:lnTo>
                <a:lnTo>
                  <a:pt x="1604" y="747"/>
                </a:lnTo>
                <a:lnTo>
                  <a:pt x="1609" y="736"/>
                </a:lnTo>
                <a:lnTo>
                  <a:pt x="1614" y="724"/>
                </a:lnTo>
                <a:lnTo>
                  <a:pt x="1613" y="725"/>
                </a:lnTo>
                <a:lnTo>
                  <a:pt x="1618" y="713"/>
                </a:lnTo>
                <a:lnTo>
                  <a:pt x="1623" y="700"/>
                </a:lnTo>
                <a:lnTo>
                  <a:pt x="1622" y="701"/>
                </a:lnTo>
                <a:lnTo>
                  <a:pt x="1627" y="687"/>
                </a:lnTo>
                <a:lnTo>
                  <a:pt x="1627" y="688"/>
                </a:lnTo>
                <a:lnTo>
                  <a:pt x="1631" y="673"/>
                </a:lnTo>
                <a:lnTo>
                  <a:pt x="1631" y="674"/>
                </a:lnTo>
                <a:lnTo>
                  <a:pt x="1635" y="659"/>
                </a:lnTo>
                <a:lnTo>
                  <a:pt x="1635" y="660"/>
                </a:lnTo>
                <a:lnTo>
                  <a:pt x="1639" y="644"/>
                </a:lnTo>
                <a:lnTo>
                  <a:pt x="1639" y="645"/>
                </a:lnTo>
                <a:lnTo>
                  <a:pt x="1643" y="628"/>
                </a:lnTo>
                <a:lnTo>
                  <a:pt x="1643" y="629"/>
                </a:lnTo>
                <a:lnTo>
                  <a:pt x="1647" y="612"/>
                </a:lnTo>
                <a:lnTo>
                  <a:pt x="1651" y="595"/>
                </a:lnTo>
                <a:lnTo>
                  <a:pt x="1655" y="577"/>
                </a:lnTo>
                <a:lnTo>
                  <a:pt x="1654" y="577"/>
                </a:lnTo>
                <a:lnTo>
                  <a:pt x="1658" y="558"/>
                </a:lnTo>
                <a:lnTo>
                  <a:pt x="1658" y="559"/>
                </a:lnTo>
                <a:lnTo>
                  <a:pt x="1661" y="539"/>
                </a:lnTo>
                <a:lnTo>
                  <a:pt x="1665" y="519"/>
                </a:lnTo>
                <a:lnTo>
                  <a:pt x="1668" y="498"/>
                </a:lnTo>
                <a:lnTo>
                  <a:pt x="1671" y="476"/>
                </a:lnTo>
                <a:lnTo>
                  <a:pt x="1671" y="477"/>
                </a:lnTo>
                <a:lnTo>
                  <a:pt x="1673" y="454"/>
                </a:lnTo>
                <a:lnTo>
                  <a:pt x="1676" y="430"/>
                </a:lnTo>
                <a:lnTo>
                  <a:pt x="1676" y="431"/>
                </a:lnTo>
                <a:lnTo>
                  <a:pt x="1678" y="406"/>
                </a:lnTo>
                <a:lnTo>
                  <a:pt x="1679" y="404"/>
                </a:lnTo>
                <a:lnTo>
                  <a:pt x="1679" y="403"/>
                </a:lnTo>
                <a:lnTo>
                  <a:pt x="1679" y="405"/>
                </a:lnTo>
                <a:lnTo>
                  <a:pt x="1679" y="404"/>
                </a:lnTo>
                <a:lnTo>
                  <a:pt x="1679" y="403"/>
                </a:lnTo>
                <a:lnTo>
                  <a:pt x="1679" y="401"/>
                </a:lnTo>
                <a:lnTo>
                  <a:pt x="1679" y="402"/>
                </a:lnTo>
                <a:lnTo>
                  <a:pt x="1679" y="399"/>
                </a:lnTo>
                <a:lnTo>
                  <a:pt x="1680" y="399"/>
                </a:lnTo>
                <a:lnTo>
                  <a:pt x="1680" y="396"/>
                </a:lnTo>
                <a:lnTo>
                  <a:pt x="1681" y="392"/>
                </a:lnTo>
                <a:lnTo>
                  <a:pt x="1681" y="387"/>
                </a:lnTo>
                <a:lnTo>
                  <a:pt x="1682" y="382"/>
                </a:lnTo>
                <a:lnTo>
                  <a:pt x="1683" y="376"/>
                </a:lnTo>
                <a:lnTo>
                  <a:pt x="1684" y="370"/>
                </a:lnTo>
                <a:lnTo>
                  <a:pt x="1685" y="363"/>
                </a:lnTo>
                <a:lnTo>
                  <a:pt x="1687" y="356"/>
                </a:lnTo>
                <a:lnTo>
                  <a:pt x="1688" y="348"/>
                </a:lnTo>
                <a:lnTo>
                  <a:pt x="1690" y="340"/>
                </a:lnTo>
                <a:lnTo>
                  <a:pt x="1693" y="323"/>
                </a:lnTo>
                <a:lnTo>
                  <a:pt x="1697" y="305"/>
                </a:lnTo>
                <a:lnTo>
                  <a:pt x="1697" y="304"/>
                </a:lnTo>
                <a:lnTo>
                  <a:pt x="1701" y="285"/>
                </a:lnTo>
                <a:lnTo>
                  <a:pt x="1702" y="284"/>
                </a:lnTo>
                <a:lnTo>
                  <a:pt x="1706" y="264"/>
                </a:lnTo>
                <a:lnTo>
                  <a:pt x="1707" y="264"/>
                </a:lnTo>
                <a:lnTo>
                  <a:pt x="1712" y="242"/>
                </a:lnTo>
                <a:lnTo>
                  <a:pt x="1718" y="221"/>
                </a:lnTo>
                <a:lnTo>
                  <a:pt x="1718" y="220"/>
                </a:lnTo>
                <a:lnTo>
                  <a:pt x="1725" y="199"/>
                </a:lnTo>
                <a:lnTo>
                  <a:pt x="1725" y="198"/>
                </a:lnTo>
                <a:lnTo>
                  <a:pt x="1732" y="177"/>
                </a:lnTo>
                <a:lnTo>
                  <a:pt x="1733" y="177"/>
                </a:lnTo>
                <a:lnTo>
                  <a:pt x="1741" y="156"/>
                </a:lnTo>
                <a:lnTo>
                  <a:pt x="1741" y="155"/>
                </a:lnTo>
                <a:lnTo>
                  <a:pt x="1749" y="135"/>
                </a:lnTo>
                <a:lnTo>
                  <a:pt x="1750" y="134"/>
                </a:lnTo>
                <a:lnTo>
                  <a:pt x="1759" y="115"/>
                </a:lnTo>
                <a:lnTo>
                  <a:pt x="1759" y="113"/>
                </a:lnTo>
                <a:lnTo>
                  <a:pt x="1769" y="95"/>
                </a:lnTo>
                <a:lnTo>
                  <a:pt x="1770" y="94"/>
                </a:lnTo>
                <a:lnTo>
                  <a:pt x="1780" y="77"/>
                </a:lnTo>
                <a:lnTo>
                  <a:pt x="1781" y="76"/>
                </a:lnTo>
                <a:lnTo>
                  <a:pt x="1786" y="68"/>
                </a:lnTo>
                <a:lnTo>
                  <a:pt x="1787" y="67"/>
                </a:lnTo>
                <a:lnTo>
                  <a:pt x="1792" y="60"/>
                </a:lnTo>
                <a:lnTo>
                  <a:pt x="1793" y="58"/>
                </a:lnTo>
                <a:lnTo>
                  <a:pt x="1799" y="51"/>
                </a:lnTo>
                <a:lnTo>
                  <a:pt x="1799" y="50"/>
                </a:lnTo>
                <a:lnTo>
                  <a:pt x="1805" y="44"/>
                </a:lnTo>
                <a:lnTo>
                  <a:pt x="1806" y="43"/>
                </a:lnTo>
                <a:lnTo>
                  <a:pt x="1812" y="36"/>
                </a:lnTo>
                <a:lnTo>
                  <a:pt x="1813" y="35"/>
                </a:lnTo>
                <a:lnTo>
                  <a:pt x="1820" y="30"/>
                </a:lnTo>
                <a:lnTo>
                  <a:pt x="1821" y="29"/>
                </a:lnTo>
                <a:lnTo>
                  <a:pt x="1827" y="24"/>
                </a:lnTo>
                <a:lnTo>
                  <a:pt x="1829" y="22"/>
                </a:lnTo>
                <a:lnTo>
                  <a:pt x="1835" y="18"/>
                </a:lnTo>
                <a:lnTo>
                  <a:pt x="1837" y="17"/>
                </a:lnTo>
                <a:lnTo>
                  <a:pt x="1844" y="13"/>
                </a:lnTo>
                <a:lnTo>
                  <a:pt x="1846" y="12"/>
                </a:lnTo>
                <a:lnTo>
                  <a:pt x="1853" y="9"/>
                </a:lnTo>
                <a:lnTo>
                  <a:pt x="1855" y="8"/>
                </a:lnTo>
                <a:lnTo>
                  <a:pt x="1863" y="5"/>
                </a:lnTo>
                <a:lnTo>
                  <a:pt x="1866" y="4"/>
                </a:lnTo>
                <a:lnTo>
                  <a:pt x="1873" y="3"/>
                </a:lnTo>
                <a:lnTo>
                  <a:pt x="1876" y="2"/>
                </a:lnTo>
                <a:lnTo>
                  <a:pt x="1883" y="1"/>
                </a:lnTo>
                <a:lnTo>
                  <a:pt x="1886" y="1"/>
                </a:lnTo>
                <a:lnTo>
                  <a:pt x="1894" y="0"/>
                </a:lnTo>
                <a:lnTo>
                  <a:pt x="1897" y="0"/>
                </a:lnTo>
                <a:lnTo>
                  <a:pt x="1904" y="1"/>
                </a:lnTo>
                <a:lnTo>
                  <a:pt x="1907" y="1"/>
                </a:lnTo>
                <a:lnTo>
                  <a:pt x="1915" y="2"/>
                </a:lnTo>
                <a:lnTo>
                  <a:pt x="1918" y="3"/>
                </a:lnTo>
                <a:lnTo>
                  <a:pt x="1926" y="5"/>
                </a:lnTo>
                <a:lnTo>
                  <a:pt x="1928" y="5"/>
                </a:lnTo>
                <a:lnTo>
                  <a:pt x="1937" y="8"/>
                </a:lnTo>
                <a:lnTo>
                  <a:pt x="1939" y="9"/>
                </a:lnTo>
                <a:lnTo>
                  <a:pt x="1947" y="13"/>
                </a:lnTo>
                <a:lnTo>
                  <a:pt x="1949" y="14"/>
                </a:lnTo>
                <a:lnTo>
                  <a:pt x="1958" y="19"/>
                </a:lnTo>
                <a:lnTo>
                  <a:pt x="1960" y="20"/>
                </a:lnTo>
                <a:lnTo>
                  <a:pt x="1968" y="26"/>
                </a:lnTo>
                <a:lnTo>
                  <a:pt x="1970" y="26"/>
                </a:lnTo>
                <a:lnTo>
                  <a:pt x="1979" y="33"/>
                </a:lnTo>
                <a:lnTo>
                  <a:pt x="1980" y="34"/>
                </a:lnTo>
                <a:lnTo>
                  <a:pt x="1990" y="42"/>
                </a:lnTo>
                <a:lnTo>
                  <a:pt x="1991" y="43"/>
                </a:lnTo>
                <a:lnTo>
                  <a:pt x="2000" y="52"/>
                </a:lnTo>
                <a:lnTo>
                  <a:pt x="2002" y="54"/>
                </a:lnTo>
                <a:lnTo>
                  <a:pt x="2011" y="64"/>
                </a:lnTo>
                <a:lnTo>
                  <a:pt x="2019" y="73"/>
                </a:lnTo>
                <a:lnTo>
                  <a:pt x="2027" y="82"/>
                </a:lnTo>
                <a:lnTo>
                  <a:pt x="2034" y="90"/>
                </a:lnTo>
                <a:lnTo>
                  <a:pt x="2040" y="98"/>
                </a:lnTo>
                <a:lnTo>
                  <a:pt x="2046" y="105"/>
                </a:lnTo>
                <a:lnTo>
                  <a:pt x="2052" y="111"/>
                </a:lnTo>
                <a:lnTo>
                  <a:pt x="2057" y="117"/>
                </a:lnTo>
                <a:lnTo>
                  <a:pt x="2062" y="123"/>
                </a:lnTo>
                <a:lnTo>
                  <a:pt x="2066" y="128"/>
                </a:lnTo>
                <a:lnTo>
                  <a:pt x="2071" y="132"/>
                </a:lnTo>
                <a:lnTo>
                  <a:pt x="2074" y="137"/>
                </a:lnTo>
                <a:lnTo>
                  <a:pt x="2081" y="144"/>
                </a:lnTo>
                <a:lnTo>
                  <a:pt x="2086" y="149"/>
                </a:lnTo>
                <a:lnTo>
                  <a:pt x="2086" y="150"/>
                </a:lnTo>
                <a:lnTo>
                  <a:pt x="2090" y="154"/>
                </a:lnTo>
                <a:lnTo>
                  <a:pt x="2089" y="154"/>
                </a:lnTo>
                <a:lnTo>
                  <a:pt x="2092" y="157"/>
                </a:lnTo>
                <a:lnTo>
                  <a:pt x="2094" y="160"/>
                </a:lnTo>
                <a:lnTo>
                  <a:pt x="2095" y="160"/>
                </a:lnTo>
                <a:lnTo>
                  <a:pt x="2096" y="162"/>
                </a:lnTo>
                <a:lnTo>
                  <a:pt x="2097" y="163"/>
                </a:lnTo>
                <a:lnTo>
                  <a:pt x="2096" y="162"/>
                </a:lnTo>
                <a:lnTo>
                  <a:pt x="2057" y="201"/>
                </a:lnTo>
                <a:lnTo>
                  <a:pt x="2056" y="201"/>
                </a:lnTo>
                <a:lnTo>
                  <a:pt x="2055" y="200"/>
                </a:lnTo>
                <a:lnTo>
                  <a:pt x="2054" y="199"/>
                </a:lnTo>
                <a:lnTo>
                  <a:pt x="2054" y="198"/>
                </a:lnTo>
                <a:lnTo>
                  <a:pt x="2052" y="197"/>
                </a:lnTo>
                <a:lnTo>
                  <a:pt x="2053" y="197"/>
                </a:lnTo>
                <a:lnTo>
                  <a:pt x="2050" y="194"/>
                </a:lnTo>
                <a:lnTo>
                  <a:pt x="2047" y="191"/>
                </a:lnTo>
                <a:lnTo>
                  <a:pt x="2043" y="186"/>
                </a:lnTo>
                <a:lnTo>
                  <a:pt x="2038" y="180"/>
                </a:lnTo>
                <a:lnTo>
                  <a:pt x="2032" y="173"/>
                </a:lnTo>
                <a:lnTo>
                  <a:pt x="2028" y="169"/>
                </a:lnTo>
                <a:lnTo>
                  <a:pt x="2024" y="164"/>
                </a:lnTo>
                <a:lnTo>
                  <a:pt x="2020" y="159"/>
                </a:lnTo>
                <a:lnTo>
                  <a:pt x="2015" y="154"/>
                </a:lnTo>
                <a:lnTo>
                  <a:pt x="2010" y="148"/>
                </a:lnTo>
                <a:lnTo>
                  <a:pt x="2004" y="141"/>
                </a:lnTo>
                <a:lnTo>
                  <a:pt x="1998" y="134"/>
                </a:lnTo>
                <a:lnTo>
                  <a:pt x="1992" y="127"/>
                </a:lnTo>
                <a:lnTo>
                  <a:pt x="1984" y="119"/>
                </a:lnTo>
                <a:lnTo>
                  <a:pt x="1977" y="110"/>
                </a:lnTo>
                <a:lnTo>
                  <a:pt x="1969" y="101"/>
                </a:lnTo>
                <a:lnTo>
                  <a:pt x="1960" y="90"/>
                </a:lnTo>
                <a:lnTo>
                  <a:pt x="1962" y="93"/>
                </a:lnTo>
                <a:lnTo>
                  <a:pt x="1953" y="84"/>
                </a:lnTo>
                <a:lnTo>
                  <a:pt x="1954" y="85"/>
                </a:lnTo>
                <a:lnTo>
                  <a:pt x="1944" y="77"/>
                </a:lnTo>
                <a:lnTo>
                  <a:pt x="1946" y="78"/>
                </a:lnTo>
                <a:lnTo>
                  <a:pt x="1937" y="72"/>
                </a:lnTo>
                <a:lnTo>
                  <a:pt x="1938" y="73"/>
                </a:lnTo>
                <a:lnTo>
                  <a:pt x="1929" y="67"/>
                </a:lnTo>
                <a:lnTo>
                  <a:pt x="1931" y="68"/>
                </a:lnTo>
                <a:lnTo>
                  <a:pt x="1922" y="63"/>
                </a:lnTo>
                <a:lnTo>
                  <a:pt x="1924" y="64"/>
                </a:lnTo>
                <a:lnTo>
                  <a:pt x="1916" y="60"/>
                </a:lnTo>
                <a:lnTo>
                  <a:pt x="1918" y="61"/>
                </a:lnTo>
                <a:lnTo>
                  <a:pt x="1909" y="58"/>
                </a:lnTo>
                <a:lnTo>
                  <a:pt x="1912" y="59"/>
                </a:lnTo>
                <a:lnTo>
                  <a:pt x="1904" y="57"/>
                </a:lnTo>
                <a:lnTo>
                  <a:pt x="1907" y="57"/>
                </a:lnTo>
                <a:lnTo>
                  <a:pt x="1899" y="56"/>
                </a:lnTo>
                <a:lnTo>
                  <a:pt x="1901" y="56"/>
                </a:lnTo>
                <a:lnTo>
                  <a:pt x="1893" y="56"/>
                </a:lnTo>
                <a:lnTo>
                  <a:pt x="1896" y="56"/>
                </a:lnTo>
                <a:lnTo>
                  <a:pt x="1889" y="56"/>
                </a:lnTo>
                <a:lnTo>
                  <a:pt x="1892" y="56"/>
                </a:lnTo>
                <a:lnTo>
                  <a:pt x="1884" y="57"/>
                </a:lnTo>
                <a:lnTo>
                  <a:pt x="1887" y="57"/>
                </a:lnTo>
                <a:lnTo>
                  <a:pt x="1880" y="58"/>
                </a:lnTo>
                <a:lnTo>
                  <a:pt x="1882" y="58"/>
                </a:lnTo>
                <a:lnTo>
                  <a:pt x="1875" y="60"/>
                </a:lnTo>
                <a:lnTo>
                  <a:pt x="1878" y="59"/>
                </a:lnTo>
                <a:lnTo>
                  <a:pt x="1871" y="63"/>
                </a:lnTo>
                <a:lnTo>
                  <a:pt x="1873" y="61"/>
                </a:lnTo>
                <a:lnTo>
                  <a:pt x="1866" y="65"/>
                </a:lnTo>
                <a:lnTo>
                  <a:pt x="1868" y="64"/>
                </a:lnTo>
                <a:lnTo>
                  <a:pt x="1861" y="69"/>
                </a:lnTo>
                <a:lnTo>
                  <a:pt x="1863" y="67"/>
                </a:lnTo>
                <a:lnTo>
                  <a:pt x="1856" y="72"/>
                </a:lnTo>
                <a:lnTo>
                  <a:pt x="1857" y="71"/>
                </a:lnTo>
                <a:lnTo>
                  <a:pt x="1851" y="77"/>
                </a:lnTo>
                <a:lnTo>
                  <a:pt x="1852" y="76"/>
                </a:lnTo>
                <a:lnTo>
                  <a:pt x="1846" y="82"/>
                </a:lnTo>
                <a:lnTo>
                  <a:pt x="1847" y="81"/>
                </a:lnTo>
                <a:lnTo>
                  <a:pt x="1841" y="87"/>
                </a:lnTo>
                <a:lnTo>
                  <a:pt x="1842" y="86"/>
                </a:lnTo>
                <a:lnTo>
                  <a:pt x="1836" y="93"/>
                </a:lnTo>
                <a:lnTo>
                  <a:pt x="1837" y="92"/>
                </a:lnTo>
                <a:lnTo>
                  <a:pt x="1832" y="100"/>
                </a:lnTo>
                <a:lnTo>
                  <a:pt x="1832" y="99"/>
                </a:lnTo>
                <a:lnTo>
                  <a:pt x="1827" y="107"/>
                </a:lnTo>
                <a:lnTo>
                  <a:pt x="1828" y="106"/>
                </a:lnTo>
                <a:lnTo>
                  <a:pt x="1818" y="123"/>
                </a:lnTo>
                <a:lnTo>
                  <a:pt x="1818" y="121"/>
                </a:lnTo>
                <a:lnTo>
                  <a:pt x="1809" y="140"/>
                </a:lnTo>
                <a:lnTo>
                  <a:pt x="1809" y="138"/>
                </a:lnTo>
                <a:lnTo>
                  <a:pt x="1800" y="157"/>
                </a:lnTo>
                <a:lnTo>
                  <a:pt x="1801" y="156"/>
                </a:lnTo>
                <a:lnTo>
                  <a:pt x="1793" y="177"/>
                </a:lnTo>
                <a:lnTo>
                  <a:pt x="1793" y="176"/>
                </a:lnTo>
                <a:lnTo>
                  <a:pt x="1785" y="196"/>
                </a:lnTo>
                <a:lnTo>
                  <a:pt x="1785" y="195"/>
                </a:lnTo>
                <a:lnTo>
                  <a:pt x="1778" y="216"/>
                </a:lnTo>
                <a:lnTo>
                  <a:pt x="1779" y="216"/>
                </a:lnTo>
                <a:lnTo>
                  <a:pt x="1772" y="237"/>
                </a:lnTo>
                <a:lnTo>
                  <a:pt x="1772" y="236"/>
                </a:lnTo>
                <a:lnTo>
                  <a:pt x="1766" y="257"/>
                </a:lnTo>
                <a:lnTo>
                  <a:pt x="1761" y="278"/>
                </a:lnTo>
                <a:lnTo>
                  <a:pt x="1756" y="298"/>
                </a:lnTo>
                <a:lnTo>
                  <a:pt x="1756" y="297"/>
                </a:lnTo>
                <a:lnTo>
                  <a:pt x="1752" y="317"/>
                </a:lnTo>
                <a:lnTo>
                  <a:pt x="1752" y="316"/>
                </a:lnTo>
                <a:lnTo>
                  <a:pt x="1748" y="334"/>
                </a:lnTo>
                <a:lnTo>
                  <a:pt x="1744" y="351"/>
                </a:lnTo>
                <a:lnTo>
                  <a:pt x="1743" y="359"/>
                </a:lnTo>
                <a:lnTo>
                  <a:pt x="1742" y="366"/>
                </a:lnTo>
                <a:lnTo>
                  <a:pt x="1740" y="373"/>
                </a:lnTo>
                <a:lnTo>
                  <a:pt x="1739" y="379"/>
                </a:lnTo>
                <a:lnTo>
                  <a:pt x="1739" y="380"/>
                </a:lnTo>
                <a:lnTo>
                  <a:pt x="1738" y="386"/>
                </a:lnTo>
                <a:lnTo>
                  <a:pt x="1738" y="385"/>
                </a:lnTo>
                <a:lnTo>
                  <a:pt x="1737" y="391"/>
                </a:lnTo>
                <a:lnTo>
                  <a:pt x="1737" y="396"/>
                </a:lnTo>
                <a:lnTo>
                  <a:pt x="1736" y="400"/>
                </a:lnTo>
                <a:lnTo>
                  <a:pt x="1735" y="404"/>
                </a:lnTo>
                <a:lnTo>
                  <a:pt x="1735" y="407"/>
                </a:lnTo>
                <a:lnTo>
                  <a:pt x="1734" y="409"/>
                </a:lnTo>
                <a:lnTo>
                  <a:pt x="1734" y="410"/>
                </a:lnTo>
                <a:lnTo>
                  <a:pt x="1734" y="412"/>
                </a:lnTo>
                <a:lnTo>
                  <a:pt x="1734" y="411"/>
                </a:lnTo>
                <a:lnTo>
                  <a:pt x="1734" y="412"/>
                </a:lnTo>
                <a:lnTo>
                  <a:pt x="1734" y="414"/>
                </a:lnTo>
                <a:lnTo>
                  <a:pt x="1734" y="412"/>
                </a:lnTo>
                <a:lnTo>
                  <a:pt x="1732" y="436"/>
                </a:lnTo>
                <a:lnTo>
                  <a:pt x="1732" y="437"/>
                </a:lnTo>
                <a:lnTo>
                  <a:pt x="1729" y="460"/>
                </a:lnTo>
                <a:lnTo>
                  <a:pt x="1729" y="461"/>
                </a:lnTo>
                <a:lnTo>
                  <a:pt x="1726" y="483"/>
                </a:lnTo>
                <a:lnTo>
                  <a:pt x="1726" y="484"/>
                </a:lnTo>
                <a:lnTo>
                  <a:pt x="1723" y="506"/>
                </a:lnTo>
                <a:lnTo>
                  <a:pt x="1720" y="527"/>
                </a:lnTo>
                <a:lnTo>
                  <a:pt x="1720" y="528"/>
                </a:lnTo>
                <a:lnTo>
                  <a:pt x="1717" y="548"/>
                </a:lnTo>
                <a:lnTo>
                  <a:pt x="1716" y="549"/>
                </a:lnTo>
                <a:lnTo>
                  <a:pt x="1713" y="568"/>
                </a:lnTo>
                <a:lnTo>
                  <a:pt x="1713" y="569"/>
                </a:lnTo>
                <a:lnTo>
                  <a:pt x="1709" y="588"/>
                </a:lnTo>
                <a:lnTo>
                  <a:pt x="1705" y="606"/>
                </a:lnTo>
                <a:lnTo>
                  <a:pt x="1705" y="607"/>
                </a:lnTo>
                <a:lnTo>
                  <a:pt x="1701" y="624"/>
                </a:lnTo>
                <a:lnTo>
                  <a:pt x="1701" y="625"/>
                </a:lnTo>
                <a:lnTo>
                  <a:pt x="1697" y="642"/>
                </a:lnTo>
                <a:lnTo>
                  <a:pt x="1693" y="658"/>
                </a:lnTo>
                <a:lnTo>
                  <a:pt x="1693" y="659"/>
                </a:lnTo>
                <a:lnTo>
                  <a:pt x="1689" y="674"/>
                </a:lnTo>
                <a:lnTo>
                  <a:pt x="1689" y="675"/>
                </a:lnTo>
                <a:lnTo>
                  <a:pt x="1685" y="690"/>
                </a:lnTo>
                <a:lnTo>
                  <a:pt x="1684" y="690"/>
                </a:lnTo>
                <a:lnTo>
                  <a:pt x="1680" y="704"/>
                </a:lnTo>
                <a:lnTo>
                  <a:pt x="1680" y="705"/>
                </a:lnTo>
                <a:lnTo>
                  <a:pt x="1675" y="718"/>
                </a:lnTo>
                <a:lnTo>
                  <a:pt x="1675" y="719"/>
                </a:lnTo>
                <a:lnTo>
                  <a:pt x="1671" y="732"/>
                </a:lnTo>
                <a:lnTo>
                  <a:pt x="1670" y="732"/>
                </a:lnTo>
                <a:lnTo>
                  <a:pt x="1666" y="745"/>
                </a:lnTo>
                <a:lnTo>
                  <a:pt x="1661" y="757"/>
                </a:lnTo>
                <a:lnTo>
                  <a:pt x="1656" y="769"/>
                </a:lnTo>
                <a:lnTo>
                  <a:pt x="1651" y="780"/>
                </a:lnTo>
                <a:lnTo>
                  <a:pt x="1651" y="781"/>
                </a:lnTo>
                <a:lnTo>
                  <a:pt x="1646" y="791"/>
                </a:lnTo>
                <a:lnTo>
                  <a:pt x="1645" y="791"/>
                </a:lnTo>
                <a:lnTo>
                  <a:pt x="1641" y="801"/>
                </a:lnTo>
                <a:lnTo>
                  <a:pt x="1640" y="801"/>
                </a:lnTo>
                <a:lnTo>
                  <a:pt x="1635" y="811"/>
                </a:lnTo>
                <a:lnTo>
                  <a:pt x="1630" y="820"/>
                </a:lnTo>
                <a:lnTo>
                  <a:pt x="1625" y="828"/>
                </a:lnTo>
                <a:lnTo>
                  <a:pt x="1624" y="829"/>
                </a:lnTo>
                <a:lnTo>
                  <a:pt x="1619" y="837"/>
                </a:lnTo>
                <a:lnTo>
                  <a:pt x="1614" y="845"/>
                </a:lnTo>
                <a:lnTo>
                  <a:pt x="1609" y="852"/>
                </a:lnTo>
                <a:lnTo>
                  <a:pt x="1608" y="853"/>
                </a:lnTo>
                <a:lnTo>
                  <a:pt x="1603" y="859"/>
                </a:lnTo>
                <a:lnTo>
                  <a:pt x="1602" y="860"/>
                </a:lnTo>
                <a:lnTo>
                  <a:pt x="1593" y="871"/>
                </a:lnTo>
                <a:lnTo>
                  <a:pt x="1591" y="873"/>
                </a:lnTo>
                <a:lnTo>
                  <a:pt x="1582" y="882"/>
                </a:lnTo>
                <a:lnTo>
                  <a:pt x="1580" y="884"/>
                </a:lnTo>
                <a:lnTo>
                  <a:pt x="1571" y="892"/>
                </a:lnTo>
                <a:lnTo>
                  <a:pt x="1569" y="893"/>
                </a:lnTo>
                <a:lnTo>
                  <a:pt x="1560" y="900"/>
                </a:lnTo>
                <a:lnTo>
                  <a:pt x="1558" y="901"/>
                </a:lnTo>
                <a:lnTo>
                  <a:pt x="1550" y="907"/>
                </a:lnTo>
                <a:lnTo>
                  <a:pt x="1548" y="908"/>
                </a:lnTo>
                <a:lnTo>
                  <a:pt x="1539" y="913"/>
                </a:lnTo>
                <a:lnTo>
                  <a:pt x="1537" y="914"/>
                </a:lnTo>
                <a:lnTo>
                  <a:pt x="1529" y="917"/>
                </a:lnTo>
                <a:lnTo>
                  <a:pt x="1528" y="918"/>
                </a:lnTo>
                <a:lnTo>
                  <a:pt x="1520" y="921"/>
                </a:lnTo>
                <a:lnTo>
                  <a:pt x="1518" y="921"/>
                </a:lnTo>
                <a:lnTo>
                  <a:pt x="1511" y="923"/>
                </a:lnTo>
                <a:lnTo>
                  <a:pt x="1509" y="924"/>
                </a:lnTo>
                <a:lnTo>
                  <a:pt x="1503" y="925"/>
                </a:lnTo>
                <a:lnTo>
                  <a:pt x="1501" y="926"/>
                </a:lnTo>
                <a:lnTo>
                  <a:pt x="1495" y="926"/>
                </a:lnTo>
                <a:lnTo>
                  <a:pt x="1493" y="927"/>
                </a:lnTo>
                <a:lnTo>
                  <a:pt x="1488" y="927"/>
                </a:lnTo>
                <a:lnTo>
                  <a:pt x="1487" y="927"/>
                </a:lnTo>
                <a:lnTo>
                  <a:pt x="1483" y="927"/>
                </a:lnTo>
                <a:lnTo>
                  <a:pt x="1480" y="927"/>
                </a:lnTo>
                <a:lnTo>
                  <a:pt x="1477" y="927"/>
                </a:lnTo>
                <a:lnTo>
                  <a:pt x="1476" y="927"/>
                </a:lnTo>
                <a:lnTo>
                  <a:pt x="1474" y="927"/>
                </a:lnTo>
                <a:lnTo>
                  <a:pt x="1471" y="926"/>
                </a:lnTo>
                <a:lnTo>
                  <a:pt x="1470" y="926"/>
                </a:lnTo>
                <a:lnTo>
                  <a:pt x="1471" y="926"/>
                </a:lnTo>
                <a:lnTo>
                  <a:pt x="1473" y="926"/>
                </a:lnTo>
                <a:lnTo>
                  <a:pt x="1461" y="926"/>
                </a:lnTo>
                <a:lnTo>
                  <a:pt x="1459" y="925"/>
                </a:lnTo>
                <a:lnTo>
                  <a:pt x="1448" y="924"/>
                </a:lnTo>
                <a:lnTo>
                  <a:pt x="1446" y="924"/>
                </a:lnTo>
                <a:lnTo>
                  <a:pt x="1435" y="922"/>
                </a:lnTo>
                <a:lnTo>
                  <a:pt x="1433" y="922"/>
                </a:lnTo>
                <a:lnTo>
                  <a:pt x="1423" y="919"/>
                </a:lnTo>
                <a:lnTo>
                  <a:pt x="1421" y="919"/>
                </a:lnTo>
                <a:lnTo>
                  <a:pt x="1411" y="915"/>
                </a:lnTo>
                <a:lnTo>
                  <a:pt x="1409" y="915"/>
                </a:lnTo>
                <a:lnTo>
                  <a:pt x="1399" y="911"/>
                </a:lnTo>
                <a:lnTo>
                  <a:pt x="1397" y="910"/>
                </a:lnTo>
                <a:lnTo>
                  <a:pt x="1387" y="906"/>
                </a:lnTo>
                <a:lnTo>
                  <a:pt x="1386" y="905"/>
                </a:lnTo>
                <a:lnTo>
                  <a:pt x="1376" y="900"/>
                </a:lnTo>
                <a:lnTo>
                  <a:pt x="1375" y="899"/>
                </a:lnTo>
                <a:lnTo>
                  <a:pt x="1366" y="894"/>
                </a:lnTo>
                <a:lnTo>
                  <a:pt x="1365" y="893"/>
                </a:lnTo>
                <a:lnTo>
                  <a:pt x="1356" y="887"/>
                </a:lnTo>
                <a:lnTo>
                  <a:pt x="1354" y="886"/>
                </a:lnTo>
                <a:lnTo>
                  <a:pt x="1346" y="880"/>
                </a:lnTo>
                <a:lnTo>
                  <a:pt x="1345" y="879"/>
                </a:lnTo>
                <a:lnTo>
                  <a:pt x="1337" y="872"/>
                </a:lnTo>
                <a:lnTo>
                  <a:pt x="1336" y="871"/>
                </a:lnTo>
                <a:lnTo>
                  <a:pt x="1328" y="864"/>
                </a:lnTo>
                <a:lnTo>
                  <a:pt x="1327" y="863"/>
                </a:lnTo>
                <a:lnTo>
                  <a:pt x="1319" y="855"/>
                </a:lnTo>
                <a:lnTo>
                  <a:pt x="1318" y="854"/>
                </a:lnTo>
                <a:lnTo>
                  <a:pt x="1303" y="837"/>
                </a:lnTo>
                <a:lnTo>
                  <a:pt x="1302" y="835"/>
                </a:lnTo>
                <a:lnTo>
                  <a:pt x="1289" y="817"/>
                </a:lnTo>
                <a:lnTo>
                  <a:pt x="1288" y="816"/>
                </a:lnTo>
                <a:lnTo>
                  <a:pt x="1275" y="796"/>
                </a:lnTo>
                <a:lnTo>
                  <a:pt x="1274" y="795"/>
                </a:lnTo>
                <a:lnTo>
                  <a:pt x="1263" y="774"/>
                </a:lnTo>
                <a:lnTo>
                  <a:pt x="1262" y="773"/>
                </a:lnTo>
                <a:lnTo>
                  <a:pt x="1251" y="752"/>
                </a:lnTo>
                <a:lnTo>
                  <a:pt x="1251" y="750"/>
                </a:lnTo>
                <a:lnTo>
                  <a:pt x="1241" y="728"/>
                </a:lnTo>
                <a:lnTo>
                  <a:pt x="1241" y="727"/>
                </a:lnTo>
                <a:lnTo>
                  <a:pt x="1232" y="705"/>
                </a:lnTo>
                <a:lnTo>
                  <a:pt x="1232" y="704"/>
                </a:lnTo>
                <a:lnTo>
                  <a:pt x="1224" y="681"/>
                </a:lnTo>
                <a:lnTo>
                  <a:pt x="1224" y="680"/>
                </a:lnTo>
                <a:lnTo>
                  <a:pt x="1216" y="657"/>
                </a:lnTo>
                <a:lnTo>
                  <a:pt x="1216" y="656"/>
                </a:lnTo>
                <a:lnTo>
                  <a:pt x="1210" y="633"/>
                </a:lnTo>
                <a:lnTo>
                  <a:pt x="1204" y="610"/>
                </a:lnTo>
                <a:lnTo>
                  <a:pt x="1204" y="609"/>
                </a:lnTo>
                <a:lnTo>
                  <a:pt x="1199" y="586"/>
                </a:lnTo>
                <a:lnTo>
                  <a:pt x="1194" y="564"/>
                </a:lnTo>
                <a:lnTo>
                  <a:pt x="1194" y="563"/>
                </a:lnTo>
                <a:lnTo>
                  <a:pt x="1190" y="542"/>
                </a:lnTo>
                <a:lnTo>
                  <a:pt x="1187" y="521"/>
                </a:lnTo>
                <a:lnTo>
                  <a:pt x="1184" y="502"/>
                </a:lnTo>
                <a:lnTo>
                  <a:pt x="1184" y="501"/>
                </a:lnTo>
                <a:lnTo>
                  <a:pt x="1182" y="484"/>
                </a:lnTo>
                <a:lnTo>
                  <a:pt x="1182" y="483"/>
                </a:lnTo>
                <a:lnTo>
                  <a:pt x="1180" y="467"/>
                </a:lnTo>
                <a:lnTo>
                  <a:pt x="1179" y="459"/>
                </a:lnTo>
                <a:lnTo>
                  <a:pt x="1179" y="458"/>
                </a:lnTo>
                <a:lnTo>
                  <a:pt x="1178" y="451"/>
                </a:lnTo>
                <a:lnTo>
                  <a:pt x="1178" y="444"/>
                </a:lnTo>
                <a:lnTo>
                  <a:pt x="1177" y="438"/>
                </a:lnTo>
                <a:lnTo>
                  <a:pt x="1177" y="432"/>
                </a:lnTo>
                <a:lnTo>
                  <a:pt x="1176" y="427"/>
                </a:lnTo>
                <a:lnTo>
                  <a:pt x="1176" y="426"/>
                </a:lnTo>
                <a:lnTo>
                  <a:pt x="1176" y="421"/>
                </a:lnTo>
                <a:lnTo>
                  <a:pt x="1176" y="422"/>
                </a:lnTo>
                <a:lnTo>
                  <a:pt x="1176" y="417"/>
                </a:lnTo>
                <a:lnTo>
                  <a:pt x="1175" y="414"/>
                </a:lnTo>
                <a:lnTo>
                  <a:pt x="1175" y="413"/>
                </a:lnTo>
                <a:lnTo>
                  <a:pt x="1175" y="410"/>
                </a:lnTo>
                <a:lnTo>
                  <a:pt x="1175" y="411"/>
                </a:lnTo>
                <a:lnTo>
                  <a:pt x="1175" y="408"/>
                </a:lnTo>
                <a:lnTo>
                  <a:pt x="1175" y="406"/>
                </a:lnTo>
                <a:lnTo>
                  <a:pt x="1175" y="407"/>
                </a:lnTo>
                <a:lnTo>
                  <a:pt x="1175" y="406"/>
                </a:lnTo>
                <a:lnTo>
                  <a:pt x="1175" y="404"/>
                </a:lnTo>
                <a:lnTo>
                  <a:pt x="1175" y="403"/>
                </a:lnTo>
                <a:lnTo>
                  <a:pt x="1175" y="408"/>
                </a:lnTo>
                <a:lnTo>
                  <a:pt x="1173" y="390"/>
                </a:lnTo>
                <a:lnTo>
                  <a:pt x="1170" y="373"/>
                </a:lnTo>
                <a:lnTo>
                  <a:pt x="1170" y="374"/>
                </a:lnTo>
                <a:lnTo>
                  <a:pt x="1167" y="357"/>
                </a:lnTo>
                <a:lnTo>
                  <a:pt x="1167" y="358"/>
                </a:lnTo>
                <a:lnTo>
                  <a:pt x="1164" y="342"/>
                </a:lnTo>
                <a:lnTo>
                  <a:pt x="1161" y="327"/>
                </a:lnTo>
                <a:lnTo>
                  <a:pt x="1158" y="313"/>
                </a:lnTo>
                <a:lnTo>
                  <a:pt x="1155" y="299"/>
                </a:lnTo>
                <a:lnTo>
                  <a:pt x="1155" y="300"/>
                </a:lnTo>
                <a:lnTo>
                  <a:pt x="1152" y="286"/>
                </a:lnTo>
                <a:lnTo>
                  <a:pt x="1152" y="287"/>
                </a:lnTo>
                <a:lnTo>
                  <a:pt x="1148" y="274"/>
                </a:lnTo>
                <a:lnTo>
                  <a:pt x="1145" y="261"/>
                </a:lnTo>
                <a:lnTo>
                  <a:pt x="1141" y="249"/>
                </a:lnTo>
                <a:lnTo>
                  <a:pt x="1142" y="250"/>
                </a:lnTo>
                <a:lnTo>
                  <a:pt x="1138" y="239"/>
                </a:lnTo>
                <a:lnTo>
                  <a:pt x="1134" y="228"/>
                </a:lnTo>
                <a:lnTo>
                  <a:pt x="1135" y="229"/>
                </a:lnTo>
                <a:lnTo>
                  <a:pt x="1131" y="219"/>
                </a:lnTo>
                <a:lnTo>
                  <a:pt x="1127" y="209"/>
                </a:lnTo>
                <a:lnTo>
                  <a:pt x="1127" y="210"/>
                </a:lnTo>
                <a:lnTo>
                  <a:pt x="1123" y="200"/>
                </a:lnTo>
                <a:lnTo>
                  <a:pt x="1124" y="201"/>
                </a:lnTo>
                <a:lnTo>
                  <a:pt x="1120" y="192"/>
                </a:lnTo>
                <a:lnTo>
                  <a:pt x="1120" y="193"/>
                </a:lnTo>
                <a:lnTo>
                  <a:pt x="1116" y="184"/>
                </a:lnTo>
                <a:lnTo>
                  <a:pt x="1116" y="185"/>
                </a:lnTo>
                <a:lnTo>
                  <a:pt x="1112" y="177"/>
                </a:lnTo>
                <a:lnTo>
                  <a:pt x="1113" y="177"/>
                </a:lnTo>
                <a:lnTo>
                  <a:pt x="1109" y="170"/>
                </a:lnTo>
                <a:lnTo>
                  <a:pt x="1109" y="171"/>
                </a:lnTo>
                <a:lnTo>
                  <a:pt x="1101" y="157"/>
                </a:lnTo>
                <a:lnTo>
                  <a:pt x="1102" y="158"/>
                </a:lnTo>
                <a:lnTo>
                  <a:pt x="1094" y="146"/>
                </a:lnTo>
                <a:lnTo>
                  <a:pt x="1095" y="147"/>
                </a:lnTo>
                <a:lnTo>
                  <a:pt x="1087" y="136"/>
                </a:lnTo>
                <a:lnTo>
                  <a:pt x="1088" y="138"/>
                </a:lnTo>
                <a:lnTo>
                  <a:pt x="1080" y="128"/>
                </a:lnTo>
                <a:lnTo>
                  <a:pt x="1081" y="130"/>
                </a:lnTo>
                <a:lnTo>
                  <a:pt x="1073" y="122"/>
                </a:lnTo>
                <a:lnTo>
                  <a:pt x="1075" y="123"/>
                </a:lnTo>
                <a:lnTo>
                  <a:pt x="1067" y="116"/>
                </a:lnTo>
                <a:lnTo>
                  <a:pt x="1069" y="117"/>
                </a:lnTo>
                <a:lnTo>
                  <a:pt x="1061" y="112"/>
                </a:lnTo>
                <a:lnTo>
                  <a:pt x="1063" y="113"/>
                </a:lnTo>
                <a:lnTo>
                  <a:pt x="1055" y="108"/>
                </a:lnTo>
                <a:lnTo>
                  <a:pt x="1057" y="109"/>
                </a:lnTo>
                <a:lnTo>
                  <a:pt x="1050" y="106"/>
                </a:lnTo>
                <a:lnTo>
                  <a:pt x="1052" y="106"/>
                </a:lnTo>
                <a:lnTo>
                  <a:pt x="1045" y="103"/>
                </a:lnTo>
                <a:lnTo>
                  <a:pt x="1048" y="104"/>
                </a:lnTo>
                <a:lnTo>
                  <a:pt x="1041" y="102"/>
                </a:lnTo>
                <a:lnTo>
                  <a:pt x="1043" y="103"/>
                </a:lnTo>
                <a:lnTo>
                  <a:pt x="1037" y="101"/>
                </a:lnTo>
                <a:lnTo>
                  <a:pt x="1039" y="102"/>
                </a:lnTo>
                <a:lnTo>
                  <a:pt x="1033" y="101"/>
                </a:lnTo>
                <a:lnTo>
                  <a:pt x="1035" y="101"/>
                </a:lnTo>
                <a:lnTo>
                  <a:pt x="1030" y="100"/>
                </a:lnTo>
                <a:lnTo>
                  <a:pt x="1032" y="100"/>
                </a:lnTo>
                <a:lnTo>
                  <a:pt x="1027" y="100"/>
                </a:lnTo>
                <a:lnTo>
                  <a:pt x="1029" y="100"/>
                </a:lnTo>
                <a:lnTo>
                  <a:pt x="1024" y="101"/>
                </a:lnTo>
                <a:lnTo>
                  <a:pt x="1026" y="100"/>
                </a:lnTo>
                <a:lnTo>
                  <a:pt x="1022" y="101"/>
                </a:lnTo>
                <a:lnTo>
                  <a:pt x="1024" y="101"/>
                </a:lnTo>
                <a:lnTo>
                  <a:pt x="1021" y="101"/>
                </a:lnTo>
                <a:lnTo>
                  <a:pt x="1022" y="101"/>
                </a:lnTo>
                <a:lnTo>
                  <a:pt x="1020" y="101"/>
                </a:lnTo>
                <a:lnTo>
                  <a:pt x="1021" y="101"/>
                </a:lnTo>
                <a:lnTo>
                  <a:pt x="1019" y="102"/>
                </a:lnTo>
                <a:lnTo>
                  <a:pt x="1021" y="101"/>
                </a:lnTo>
                <a:lnTo>
                  <a:pt x="1020" y="101"/>
                </a:lnTo>
                <a:lnTo>
                  <a:pt x="1019" y="102"/>
                </a:lnTo>
                <a:lnTo>
                  <a:pt x="1012" y="103"/>
                </a:lnTo>
                <a:lnTo>
                  <a:pt x="998" y="104"/>
                </a:lnTo>
                <a:lnTo>
                  <a:pt x="1001" y="104"/>
                </a:lnTo>
                <a:lnTo>
                  <a:pt x="988" y="106"/>
                </a:lnTo>
                <a:lnTo>
                  <a:pt x="992" y="105"/>
                </a:lnTo>
                <a:lnTo>
                  <a:pt x="979" y="109"/>
                </a:lnTo>
                <a:lnTo>
                  <a:pt x="983" y="108"/>
                </a:lnTo>
                <a:lnTo>
                  <a:pt x="971" y="113"/>
                </a:lnTo>
                <a:lnTo>
                  <a:pt x="974" y="112"/>
                </a:lnTo>
                <a:lnTo>
                  <a:pt x="964" y="118"/>
                </a:lnTo>
                <a:lnTo>
                  <a:pt x="966" y="117"/>
                </a:lnTo>
                <a:lnTo>
                  <a:pt x="957" y="124"/>
                </a:lnTo>
                <a:lnTo>
                  <a:pt x="959" y="123"/>
                </a:lnTo>
                <a:lnTo>
                  <a:pt x="950" y="131"/>
                </a:lnTo>
                <a:lnTo>
                  <a:pt x="951" y="129"/>
                </a:lnTo>
                <a:lnTo>
                  <a:pt x="943" y="139"/>
                </a:lnTo>
                <a:lnTo>
                  <a:pt x="945" y="137"/>
                </a:lnTo>
                <a:lnTo>
                  <a:pt x="937" y="147"/>
                </a:lnTo>
                <a:lnTo>
                  <a:pt x="938" y="146"/>
                </a:lnTo>
                <a:lnTo>
                  <a:pt x="931" y="157"/>
                </a:lnTo>
                <a:lnTo>
                  <a:pt x="932" y="155"/>
                </a:lnTo>
                <a:lnTo>
                  <a:pt x="926" y="167"/>
                </a:lnTo>
                <a:lnTo>
                  <a:pt x="927" y="166"/>
                </a:lnTo>
                <a:lnTo>
                  <a:pt x="921" y="178"/>
                </a:lnTo>
                <a:lnTo>
                  <a:pt x="921" y="176"/>
                </a:lnTo>
                <a:lnTo>
                  <a:pt x="916" y="189"/>
                </a:lnTo>
                <a:lnTo>
                  <a:pt x="917" y="188"/>
                </a:lnTo>
                <a:lnTo>
                  <a:pt x="912" y="201"/>
                </a:lnTo>
                <a:lnTo>
                  <a:pt x="913" y="200"/>
                </a:lnTo>
                <a:lnTo>
                  <a:pt x="909" y="213"/>
                </a:lnTo>
                <a:lnTo>
                  <a:pt x="909" y="212"/>
                </a:lnTo>
                <a:lnTo>
                  <a:pt x="905" y="225"/>
                </a:lnTo>
                <a:lnTo>
                  <a:pt x="905" y="224"/>
                </a:lnTo>
                <a:lnTo>
                  <a:pt x="902" y="237"/>
                </a:lnTo>
                <a:lnTo>
                  <a:pt x="903" y="236"/>
                </a:lnTo>
                <a:lnTo>
                  <a:pt x="900" y="249"/>
                </a:lnTo>
                <a:lnTo>
                  <a:pt x="900" y="248"/>
                </a:lnTo>
                <a:lnTo>
                  <a:pt x="896" y="275"/>
                </a:lnTo>
                <a:lnTo>
                  <a:pt x="896" y="274"/>
                </a:lnTo>
                <a:lnTo>
                  <a:pt x="894" y="286"/>
                </a:lnTo>
                <a:lnTo>
                  <a:pt x="894" y="285"/>
                </a:lnTo>
                <a:lnTo>
                  <a:pt x="893" y="297"/>
                </a:lnTo>
                <a:lnTo>
                  <a:pt x="893" y="296"/>
                </a:lnTo>
                <a:lnTo>
                  <a:pt x="892" y="307"/>
                </a:lnTo>
                <a:lnTo>
                  <a:pt x="891" y="317"/>
                </a:lnTo>
                <a:lnTo>
                  <a:pt x="891" y="326"/>
                </a:lnTo>
                <a:lnTo>
                  <a:pt x="890" y="334"/>
                </a:lnTo>
                <a:lnTo>
                  <a:pt x="890" y="341"/>
                </a:lnTo>
                <a:lnTo>
                  <a:pt x="890" y="347"/>
                </a:lnTo>
                <a:lnTo>
                  <a:pt x="890" y="352"/>
                </a:lnTo>
                <a:lnTo>
                  <a:pt x="890" y="356"/>
                </a:lnTo>
                <a:lnTo>
                  <a:pt x="890" y="358"/>
                </a:lnTo>
                <a:lnTo>
                  <a:pt x="890" y="359"/>
                </a:lnTo>
                <a:lnTo>
                  <a:pt x="890" y="361"/>
                </a:lnTo>
                <a:lnTo>
                  <a:pt x="887" y="388"/>
                </a:lnTo>
                <a:lnTo>
                  <a:pt x="887" y="389"/>
                </a:lnTo>
                <a:lnTo>
                  <a:pt x="884" y="414"/>
                </a:lnTo>
                <a:lnTo>
                  <a:pt x="884" y="415"/>
                </a:lnTo>
                <a:lnTo>
                  <a:pt x="881" y="440"/>
                </a:lnTo>
                <a:lnTo>
                  <a:pt x="877" y="465"/>
                </a:lnTo>
                <a:lnTo>
                  <a:pt x="873" y="488"/>
                </a:lnTo>
                <a:lnTo>
                  <a:pt x="873" y="489"/>
                </a:lnTo>
                <a:lnTo>
                  <a:pt x="869" y="511"/>
                </a:lnTo>
                <a:lnTo>
                  <a:pt x="869" y="512"/>
                </a:lnTo>
                <a:lnTo>
                  <a:pt x="865" y="533"/>
                </a:lnTo>
                <a:lnTo>
                  <a:pt x="865" y="534"/>
                </a:lnTo>
                <a:lnTo>
                  <a:pt x="861" y="554"/>
                </a:lnTo>
                <a:lnTo>
                  <a:pt x="860" y="555"/>
                </a:lnTo>
                <a:lnTo>
                  <a:pt x="856" y="575"/>
                </a:lnTo>
                <a:lnTo>
                  <a:pt x="856" y="576"/>
                </a:lnTo>
                <a:lnTo>
                  <a:pt x="851" y="595"/>
                </a:lnTo>
                <a:lnTo>
                  <a:pt x="846" y="614"/>
                </a:lnTo>
                <a:lnTo>
                  <a:pt x="841" y="632"/>
                </a:lnTo>
                <a:lnTo>
                  <a:pt x="841" y="633"/>
                </a:lnTo>
                <a:lnTo>
                  <a:pt x="835" y="650"/>
                </a:lnTo>
                <a:lnTo>
                  <a:pt x="830" y="666"/>
                </a:lnTo>
                <a:lnTo>
                  <a:pt x="830" y="667"/>
                </a:lnTo>
                <a:lnTo>
                  <a:pt x="824" y="683"/>
                </a:lnTo>
                <a:lnTo>
                  <a:pt x="819" y="698"/>
                </a:lnTo>
                <a:lnTo>
                  <a:pt x="818" y="699"/>
                </a:lnTo>
                <a:lnTo>
                  <a:pt x="813" y="713"/>
                </a:lnTo>
                <a:lnTo>
                  <a:pt x="812" y="714"/>
                </a:lnTo>
                <a:lnTo>
                  <a:pt x="807" y="727"/>
                </a:lnTo>
                <a:lnTo>
                  <a:pt x="806" y="728"/>
                </a:lnTo>
                <a:lnTo>
                  <a:pt x="800" y="741"/>
                </a:lnTo>
                <a:lnTo>
                  <a:pt x="794" y="754"/>
                </a:lnTo>
                <a:lnTo>
                  <a:pt x="788" y="766"/>
                </a:lnTo>
                <a:lnTo>
                  <a:pt x="787" y="767"/>
                </a:lnTo>
                <a:lnTo>
                  <a:pt x="781" y="778"/>
                </a:lnTo>
                <a:lnTo>
                  <a:pt x="781" y="779"/>
                </a:lnTo>
                <a:lnTo>
                  <a:pt x="775" y="789"/>
                </a:lnTo>
                <a:lnTo>
                  <a:pt x="774" y="790"/>
                </a:lnTo>
                <a:lnTo>
                  <a:pt x="768" y="800"/>
                </a:lnTo>
                <a:lnTo>
                  <a:pt x="762" y="810"/>
                </a:lnTo>
                <a:lnTo>
                  <a:pt x="761" y="811"/>
                </a:lnTo>
                <a:lnTo>
                  <a:pt x="755" y="819"/>
                </a:lnTo>
                <a:lnTo>
                  <a:pt x="754" y="820"/>
                </a:lnTo>
                <a:lnTo>
                  <a:pt x="748" y="829"/>
                </a:lnTo>
                <a:lnTo>
                  <a:pt x="747" y="829"/>
                </a:lnTo>
                <a:lnTo>
                  <a:pt x="741" y="837"/>
                </a:lnTo>
                <a:lnTo>
                  <a:pt x="741" y="838"/>
                </a:lnTo>
                <a:lnTo>
                  <a:pt x="734" y="845"/>
                </a:lnTo>
                <a:lnTo>
                  <a:pt x="734" y="846"/>
                </a:lnTo>
                <a:lnTo>
                  <a:pt x="727" y="853"/>
                </a:lnTo>
                <a:lnTo>
                  <a:pt x="727" y="854"/>
                </a:lnTo>
                <a:lnTo>
                  <a:pt x="720" y="860"/>
                </a:lnTo>
                <a:lnTo>
                  <a:pt x="714" y="867"/>
                </a:lnTo>
                <a:lnTo>
                  <a:pt x="713" y="867"/>
                </a:lnTo>
                <a:lnTo>
                  <a:pt x="707" y="873"/>
                </a:lnTo>
                <a:lnTo>
                  <a:pt x="706" y="873"/>
                </a:lnTo>
                <a:lnTo>
                  <a:pt x="700" y="879"/>
                </a:lnTo>
                <a:lnTo>
                  <a:pt x="699" y="880"/>
                </a:lnTo>
                <a:lnTo>
                  <a:pt x="687" y="889"/>
                </a:lnTo>
                <a:lnTo>
                  <a:pt x="685" y="890"/>
                </a:lnTo>
                <a:lnTo>
                  <a:pt x="673" y="898"/>
                </a:lnTo>
                <a:lnTo>
                  <a:pt x="672" y="899"/>
                </a:lnTo>
                <a:lnTo>
                  <a:pt x="660" y="905"/>
                </a:lnTo>
                <a:lnTo>
                  <a:pt x="659" y="906"/>
                </a:lnTo>
                <a:lnTo>
                  <a:pt x="648" y="911"/>
                </a:lnTo>
                <a:lnTo>
                  <a:pt x="646" y="912"/>
                </a:lnTo>
                <a:lnTo>
                  <a:pt x="636" y="916"/>
                </a:lnTo>
                <a:lnTo>
                  <a:pt x="634" y="917"/>
                </a:lnTo>
                <a:lnTo>
                  <a:pt x="624" y="920"/>
                </a:lnTo>
                <a:lnTo>
                  <a:pt x="622" y="921"/>
                </a:lnTo>
                <a:lnTo>
                  <a:pt x="613" y="923"/>
                </a:lnTo>
                <a:lnTo>
                  <a:pt x="612" y="923"/>
                </a:lnTo>
                <a:lnTo>
                  <a:pt x="603" y="925"/>
                </a:lnTo>
                <a:lnTo>
                  <a:pt x="601" y="925"/>
                </a:lnTo>
                <a:lnTo>
                  <a:pt x="594" y="926"/>
                </a:lnTo>
                <a:lnTo>
                  <a:pt x="593" y="926"/>
                </a:lnTo>
                <a:lnTo>
                  <a:pt x="586" y="927"/>
                </a:lnTo>
                <a:lnTo>
                  <a:pt x="585" y="927"/>
                </a:lnTo>
                <a:lnTo>
                  <a:pt x="579" y="927"/>
                </a:lnTo>
                <a:lnTo>
                  <a:pt x="578" y="927"/>
                </a:lnTo>
                <a:lnTo>
                  <a:pt x="574" y="927"/>
                </a:lnTo>
                <a:lnTo>
                  <a:pt x="572" y="927"/>
                </a:lnTo>
                <a:lnTo>
                  <a:pt x="569" y="927"/>
                </a:lnTo>
                <a:lnTo>
                  <a:pt x="567" y="926"/>
                </a:lnTo>
                <a:lnTo>
                  <a:pt x="565" y="926"/>
                </a:lnTo>
                <a:lnTo>
                  <a:pt x="563" y="926"/>
                </a:lnTo>
                <a:lnTo>
                  <a:pt x="562" y="926"/>
                </a:lnTo>
                <a:lnTo>
                  <a:pt x="564" y="926"/>
                </a:lnTo>
                <a:lnTo>
                  <a:pt x="555" y="925"/>
                </a:lnTo>
                <a:lnTo>
                  <a:pt x="553" y="924"/>
                </a:lnTo>
                <a:lnTo>
                  <a:pt x="543" y="922"/>
                </a:lnTo>
                <a:lnTo>
                  <a:pt x="541" y="922"/>
                </a:lnTo>
                <a:lnTo>
                  <a:pt x="532" y="919"/>
                </a:lnTo>
                <a:lnTo>
                  <a:pt x="530" y="918"/>
                </a:lnTo>
                <a:lnTo>
                  <a:pt x="521" y="915"/>
                </a:lnTo>
                <a:lnTo>
                  <a:pt x="519" y="914"/>
                </a:lnTo>
                <a:lnTo>
                  <a:pt x="510" y="910"/>
                </a:lnTo>
                <a:lnTo>
                  <a:pt x="509" y="910"/>
                </a:lnTo>
                <a:lnTo>
                  <a:pt x="500" y="905"/>
                </a:lnTo>
                <a:lnTo>
                  <a:pt x="499" y="904"/>
                </a:lnTo>
                <a:lnTo>
                  <a:pt x="490" y="899"/>
                </a:lnTo>
                <a:lnTo>
                  <a:pt x="489" y="898"/>
                </a:lnTo>
                <a:lnTo>
                  <a:pt x="481" y="892"/>
                </a:lnTo>
                <a:lnTo>
                  <a:pt x="480" y="891"/>
                </a:lnTo>
                <a:lnTo>
                  <a:pt x="472" y="885"/>
                </a:lnTo>
                <a:lnTo>
                  <a:pt x="471" y="884"/>
                </a:lnTo>
                <a:lnTo>
                  <a:pt x="463" y="877"/>
                </a:lnTo>
                <a:lnTo>
                  <a:pt x="462" y="876"/>
                </a:lnTo>
                <a:lnTo>
                  <a:pt x="455" y="869"/>
                </a:lnTo>
                <a:lnTo>
                  <a:pt x="454" y="868"/>
                </a:lnTo>
                <a:lnTo>
                  <a:pt x="447" y="860"/>
                </a:lnTo>
                <a:lnTo>
                  <a:pt x="446" y="859"/>
                </a:lnTo>
                <a:lnTo>
                  <a:pt x="439" y="851"/>
                </a:lnTo>
                <a:lnTo>
                  <a:pt x="439" y="850"/>
                </a:lnTo>
                <a:lnTo>
                  <a:pt x="432" y="841"/>
                </a:lnTo>
                <a:lnTo>
                  <a:pt x="431" y="840"/>
                </a:lnTo>
                <a:lnTo>
                  <a:pt x="419" y="821"/>
                </a:lnTo>
                <a:lnTo>
                  <a:pt x="418" y="820"/>
                </a:lnTo>
                <a:lnTo>
                  <a:pt x="406" y="800"/>
                </a:lnTo>
                <a:lnTo>
                  <a:pt x="405" y="799"/>
                </a:lnTo>
                <a:lnTo>
                  <a:pt x="394" y="777"/>
                </a:lnTo>
                <a:lnTo>
                  <a:pt x="393" y="776"/>
                </a:lnTo>
                <a:lnTo>
                  <a:pt x="383" y="754"/>
                </a:lnTo>
                <a:lnTo>
                  <a:pt x="383" y="753"/>
                </a:lnTo>
                <a:lnTo>
                  <a:pt x="373" y="730"/>
                </a:lnTo>
                <a:lnTo>
                  <a:pt x="373" y="729"/>
                </a:lnTo>
                <a:lnTo>
                  <a:pt x="364" y="705"/>
                </a:lnTo>
                <a:lnTo>
                  <a:pt x="364" y="704"/>
                </a:lnTo>
                <a:lnTo>
                  <a:pt x="356" y="679"/>
                </a:lnTo>
                <a:lnTo>
                  <a:pt x="355" y="679"/>
                </a:lnTo>
                <a:lnTo>
                  <a:pt x="348" y="654"/>
                </a:lnTo>
                <a:lnTo>
                  <a:pt x="348" y="653"/>
                </a:lnTo>
                <a:lnTo>
                  <a:pt x="341" y="628"/>
                </a:lnTo>
                <a:lnTo>
                  <a:pt x="335" y="603"/>
                </a:lnTo>
                <a:lnTo>
                  <a:pt x="329" y="578"/>
                </a:lnTo>
                <a:lnTo>
                  <a:pt x="324" y="553"/>
                </a:lnTo>
                <a:lnTo>
                  <a:pt x="319" y="529"/>
                </a:lnTo>
                <a:lnTo>
                  <a:pt x="315" y="506"/>
                </a:lnTo>
                <a:lnTo>
                  <a:pt x="312" y="484"/>
                </a:lnTo>
                <a:lnTo>
                  <a:pt x="308" y="463"/>
                </a:lnTo>
                <a:lnTo>
                  <a:pt x="306" y="444"/>
                </a:lnTo>
                <a:lnTo>
                  <a:pt x="305" y="435"/>
                </a:lnTo>
                <a:lnTo>
                  <a:pt x="304" y="426"/>
                </a:lnTo>
                <a:lnTo>
                  <a:pt x="303" y="418"/>
                </a:lnTo>
                <a:lnTo>
                  <a:pt x="302" y="410"/>
                </a:lnTo>
                <a:lnTo>
                  <a:pt x="301" y="402"/>
                </a:lnTo>
                <a:lnTo>
                  <a:pt x="300" y="396"/>
                </a:lnTo>
                <a:lnTo>
                  <a:pt x="300" y="395"/>
                </a:lnTo>
                <a:lnTo>
                  <a:pt x="300" y="389"/>
                </a:lnTo>
                <a:lnTo>
                  <a:pt x="299" y="384"/>
                </a:lnTo>
                <a:lnTo>
                  <a:pt x="299" y="383"/>
                </a:lnTo>
                <a:lnTo>
                  <a:pt x="299" y="378"/>
                </a:lnTo>
                <a:lnTo>
                  <a:pt x="299" y="379"/>
                </a:lnTo>
                <a:lnTo>
                  <a:pt x="298" y="374"/>
                </a:lnTo>
                <a:lnTo>
                  <a:pt x="298" y="370"/>
                </a:lnTo>
                <a:lnTo>
                  <a:pt x="298" y="367"/>
                </a:lnTo>
                <a:lnTo>
                  <a:pt x="297" y="364"/>
                </a:lnTo>
                <a:lnTo>
                  <a:pt x="297" y="362"/>
                </a:lnTo>
                <a:lnTo>
                  <a:pt x="297" y="361"/>
                </a:lnTo>
                <a:lnTo>
                  <a:pt x="297" y="359"/>
                </a:lnTo>
                <a:lnTo>
                  <a:pt x="297" y="363"/>
                </a:lnTo>
                <a:lnTo>
                  <a:pt x="295" y="347"/>
                </a:lnTo>
                <a:lnTo>
                  <a:pt x="295" y="348"/>
                </a:lnTo>
                <a:lnTo>
                  <a:pt x="293" y="333"/>
                </a:lnTo>
                <a:lnTo>
                  <a:pt x="293" y="334"/>
                </a:lnTo>
                <a:lnTo>
                  <a:pt x="291" y="320"/>
                </a:lnTo>
                <a:lnTo>
                  <a:pt x="288" y="306"/>
                </a:lnTo>
                <a:lnTo>
                  <a:pt x="288" y="307"/>
                </a:lnTo>
                <a:lnTo>
                  <a:pt x="286" y="294"/>
                </a:lnTo>
                <a:lnTo>
                  <a:pt x="286" y="295"/>
                </a:lnTo>
                <a:lnTo>
                  <a:pt x="283" y="282"/>
                </a:lnTo>
                <a:lnTo>
                  <a:pt x="281" y="270"/>
                </a:lnTo>
                <a:lnTo>
                  <a:pt x="281" y="271"/>
                </a:lnTo>
                <a:lnTo>
                  <a:pt x="278" y="258"/>
                </a:lnTo>
                <a:lnTo>
                  <a:pt x="278" y="259"/>
                </a:lnTo>
                <a:lnTo>
                  <a:pt x="275" y="247"/>
                </a:lnTo>
                <a:lnTo>
                  <a:pt x="275" y="248"/>
                </a:lnTo>
                <a:lnTo>
                  <a:pt x="272" y="238"/>
                </a:lnTo>
                <a:lnTo>
                  <a:pt x="269" y="228"/>
                </a:lnTo>
                <a:lnTo>
                  <a:pt x="270" y="228"/>
                </a:lnTo>
                <a:lnTo>
                  <a:pt x="267" y="219"/>
                </a:lnTo>
                <a:lnTo>
                  <a:pt x="264" y="210"/>
                </a:lnTo>
                <a:lnTo>
                  <a:pt x="261" y="201"/>
                </a:lnTo>
                <a:lnTo>
                  <a:pt x="261" y="202"/>
                </a:lnTo>
                <a:lnTo>
                  <a:pt x="254" y="186"/>
                </a:lnTo>
                <a:lnTo>
                  <a:pt x="255" y="187"/>
                </a:lnTo>
                <a:lnTo>
                  <a:pt x="248" y="172"/>
                </a:lnTo>
                <a:lnTo>
                  <a:pt x="249" y="173"/>
                </a:lnTo>
                <a:lnTo>
                  <a:pt x="242" y="160"/>
                </a:lnTo>
                <a:lnTo>
                  <a:pt x="243" y="161"/>
                </a:lnTo>
                <a:lnTo>
                  <a:pt x="236" y="149"/>
                </a:lnTo>
                <a:lnTo>
                  <a:pt x="237" y="150"/>
                </a:lnTo>
                <a:lnTo>
                  <a:pt x="230" y="140"/>
                </a:lnTo>
                <a:lnTo>
                  <a:pt x="231" y="141"/>
                </a:lnTo>
                <a:lnTo>
                  <a:pt x="224" y="132"/>
                </a:lnTo>
                <a:lnTo>
                  <a:pt x="225" y="133"/>
                </a:lnTo>
                <a:lnTo>
                  <a:pt x="218" y="125"/>
                </a:lnTo>
                <a:lnTo>
                  <a:pt x="219" y="126"/>
                </a:lnTo>
                <a:lnTo>
                  <a:pt x="212" y="119"/>
                </a:lnTo>
                <a:lnTo>
                  <a:pt x="214" y="121"/>
                </a:lnTo>
                <a:lnTo>
                  <a:pt x="207" y="115"/>
                </a:lnTo>
                <a:lnTo>
                  <a:pt x="209" y="116"/>
                </a:lnTo>
                <a:lnTo>
                  <a:pt x="202" y="111"/>
                </a:lnTo>
                <a:lnTo>
                  <a:pt x="204" y="112"/>
                </a:lnTo>
                <a:lnTo>
                  <a:pt x="197" y="108"/>
                </a:lnTo>
                <a:lnTo>
                  <a:pt x="199" y="109"/>
                </a:lnTo>
                <a:lnTo>
                  <a:pt x="193" y="106"/>
                </a:lnTo>
                <a:lnTo>
                  <a:pt x="195" y="107"/>
                </a:lnTo>
                <a:lnTo>
                  <a:pt x="189" y="104"/>
                </a:lnTo>
                <a:lnTo>
                  <a:pt x="191" y="105"/>
                </a:lnTo>
                <a:lnTo>
                  <a:pt x="185" y="103"/>
                </a:lnTo>
                <a:lnTo>
                  <a:pt x="187" y="103"/>
                </a:lnTo>
                <a:lnTo>
                  <a:pt x="182" y="102"/>
                </a:lnTo>
                <a:lnTo>
                  <a:pt x="184" y="102"/>
                </a:lnTo>
                <a:lnTo>
                  <a:pt x="179" y="101"/>
                </a:lnTo>
                <a:lnTo>
                  <a:pt x="181" y="102"/>
                </a:lnTo>
                <a:lnTo>
                  <a:pt x="176" y="101"/>
                </a:lnTo>
                <a:lnTo>
                  <a:pt x="179" y="101"/>
                </a:lnTo>
                <a:lnTo>
                  <a:pt x="174" y="101"/>
                </a:lnTo>
                <a:lnTo>
                  <a:pt x="176" y="101"/>
                </a:lnTo>
                <a:lnTo>
                  <a:pt x="172" y="101"/>
                </a:lnTo>
                <a:lnTo>
                  <a:pt x="174" y="101"/>
                </a:lnTo>
                <a:lnTo>
                  <a:pt x="170" y="101"/>
                </a:lnTo>
                <a:lnTo>
                  <a:pt x="172" y="101"/>
                </a:lnTo>
                <a:lnTo>
                  <a:pt x="169" y="102"/>
                </a:lnTo>
                <a:lnTo>
                  <a:pt x="171" y="101"/>
                </a:lnTo>
                <a:lnTo>
                  <a:pt x="168" y="102"/>
                </a:lnTo>
                <a:lnTo>
                  <a:pt x="170" y="102"/>
                </a:lnTo>
                <a:lnTo>
                  <a:pt x="168" y="102"/>
                </a:lnTo>
                <a:lnTo>
                  <a:pt x="169" y="102"/>
                </a:lnTo>
                <a:lnTo>
                  <a:pt x="168" y="102"/>
                </a:lnTo>
                <a:lnTo>
                  <a:pt x="171" y="101"/>
                </a:lnTo>
                <a:lnTo>
                  <a:pt x="170" y="101"/>
                </a:lnTo>
                <a:lnTo>
                  <a:pt x="162" y="103"/>
                </a:lnTo>
                <a:lnTo>
                  <a:pt x="149" y="104"/>
                </a:lnTo>
                <a:lnTo>
                  <a:pt x="153" y="103"/>
                </a:lnTo>
                <a:lnTo>
                  <a:pt x="141" y="106"/>
                </a:lnTo>
                <a:lnTo>
                  <a:pt x="144" y="105"/>
                </a:lnTo>
                <a:lnTo>
                  <a:pt x="133" y="109"/>
                </a:lnTo>
                <a:lnTo>
                  <a:pt x="136" y="107"/>
                </a:lnTo>
                <a:lnTo>
                  <a:pt x="126" y="113"/>
                </a:lnTo>
                <a:lnTo>
                  <a:pt x="129" y="111"/>
                </a:lnTo>
                <a:lnTo>
                  <a:pt x="119" y="117"/>
                </a:lnTo>
                <a:lnTo>
                  <a:pt x="122" y="115"/>
                </a:lnTo>
                <a:lnTo>
                  <a:pt x="113" y="123"/>
                </a:lnTo>
                <a:lnTo>
                  <a:pt x="115" y="121"/>
                </a:lnTo>
                <a:lnTo>
                  <a:pt x="107" y="129"/>
                </a:lnTo>
                <a:lnTo>
                  <a:pt x="109" y="127"/>
                </a:lnTo>
                <a:lnTo>
                  <a:pt x="101" y="137"/>
                </a:lnTo>
                <a:lnTo>
                  <a:pt x="103" y="135"/>
                </a:lnTo>
                <a:lnTo>
                  <a:pt x="96" y="145"/>
                </a:lnTo>
                <a:lnTo>
                  <a:pt x="97" y="143"/>
                </a:lnTo>
                <a:lnTo>
                  <a:pt x="91" y="155"/>
                </a:lnTo>
                <a:lnTo>
                  <a:pt x="92" y="153"/>
                </a:lnTo>
                <a:lnTo>
                  <a:pt x="86" y="164"/>
                </a:lnTo>
                <a:lnTo>
                  <a:pt x="87" y="163"/>
                </a:lnTo>
                <a:lnTo>
                  <a:pt x="82" y="175"/>
                </a:lnTo>
                <a:lnTo>
                  <a:pt x="82" y="174"/>
                </a:lnTo>
                <a:lnTo>
                  <a:pt x="78" y="187"/>
                </a:lnTo>
                <a:lnTo>
                  <a:pt x="78" y="185"/>
                </a:lnTo>
                <a:lnTo>
                  <a:pt x="74" y="198"/>
                </a:lnTo>
                <a:lnTo>
                  <a:pt x="74" y="197"/>
                </a:lnTo>
                <a:lnTo>
                  <a:pt x="71" y="210"/>
                </a:lnTo>
                <a:lnTo>
                  <a:pt x="68" y="223"/>
                </a:lnTo>
                <a:lnTo>
                  <a:pt x="68" y="222"/>
                </a:lnTo>
                <a:lnTo>
                  <a:pt x="63" y="248"/>
                </a:lnTo>
                <a:lnTo>
                  <a:pt x="64" y="247"/>
                </a:lnTo>
                <a:lnTo>
                  <a:pt x="60" y="273"/>
                </a:lnTo>
                <a:lnTo>
                  <a:pt x="60" y="272"/>
                </a:lnTo>
                <a:lnTo>
                  <a:pt x="59" y="284"/>
                </a:lnTo>
                <a:lnTo>
                  <a:pt x="58" y="296"/>
                </a:lnTo>
                <a:lnTo>
                  <a:pt x="58" y="295"/>
                </a:lnTo>
                <a:lnTo>
                  <a:pt x="57" y="306"/>
                </a:lnTo>
                <a:lnTo>
                  <a:pt x="58" y="306"/>
                </a:lnTo>
                <a:lnTo>
                  <a:pt x="57" y="316"/>
                </a:lnTo>
                <a:lnTo>
                  <a:pt x="57" y="325"/>
                </a:lnTo>
                <a:lnTo>
                  <a:pt x="56" y="333"/>
                </a:lnTo>
                <a:lnTo>
                  <a:pt x="56" y="341"/>
                </a:lnTo>
                <a:lnTo>
                  <a:pt x="56" y="340"/>
                </a:lnTo>
                <a:lnTo>
                  <a:pt x="56" y="347"/>
                </a:lnTo>
                <a:lnTo>
                  <a:pt x="56" y="346"/>
                </a:lnTo>
                <a:lnTo>
                  <a:pt x="56" y="351"/>
                </a:lnTo>
                <a:lnTo>
                  <a:pt x="56" y="355"/>
                </a:lnTo>
                <a:lnTo>
                  <a:pt x="57" y="357"/>
                </a:lnTo>
                <a:lnTo>
                  <a:pt x="57" y="358"/>
                </a:lnTo>
                <a:lnTo>
                  <a:pt x="57" y="359"/>
                </a:lnTo>
                <a:lnTo>
                  <a:pt x="1" y="359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24" name=""/>
          <p:cNvSpPr/>
          <p:nvPr/>
        </p:nvSpPr>
        <p:spPr>
          <a:xfrm>
            <a:off x="3708360" y="3095640"/>
            <a:ext cx="147240" cy="297360"/>
          </a:xfrm>
          <a:custGeom>
            <a:avLst/>
            <a:gdLst/>
            <a:ahLst/>
            <a:rect l="0" t="0" r="r" b="b"/>
            <a:pathLst>
              <a:path w="409" h="826">
                <a:moveTo>
                  <a:pt x="132" y="2"/>
                </a:moveTo>
                <a:cubicBezTo>
                  <a:pt x="0" y="2"/>
                  <a:pt x="0" y="238"/>
                  <a:pt x="0" y="280"/>
                </a:cubicBezTo>
                <a:cubicBezTo>
                  <a:pt x="0" y="283"/>
                  <a:pt x="0" y="283"/>
                  <a:pt x="0" y="286"/>
                </a:cubicBezTo>
                <a:cubicBezTo>
                  <a:pt x="0" y="286"/>
                  <a:pt x="33" y="806"/>
                  <a:pt x="244" y="825"/>
                </a:cubicBezTo>
                <a:cubicBezTo>
                  <a:pt x="244" y="825"/>
                  <a:pt x="330" y="839"/>
                  <a:pt x="409" y="725"/>
                </a:cubicBezTo>
                <a:cubicBezTo>
                  <a:pt x="316" y="568"/>
                  <a:pt x="297" y="286"/>
                  <a:pt x="297" y="286"/>
                </a:cubicBezTo>
                <a:cubicBezTo>
                  <a:pt x="255" y="-42"/>
                  <a:pt x="132" y="2"/>
                  <a:pt x="132" y="2"/>
                </a:cubicBezTo>
                <a:close/>
              </a:path>
            </a:pathLst>
          </a:custGeom>
          <a:solidFill>
            <a:srgbClr val="e9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25" name=""/>
          <p:cNvSpPr/>
          <p:nvPr/>
        </p:nvSpPr>
        <p:spPr>
          <a:xfrm>
            <a:off x="3855240" y="3095280"/>
            <a:ext cx="157320" cy="297720"/>
          </a:xfrm>
          <a:custGeom>
            <a:avLst/>
            <a:gdLst/>
            <a:ahLst/>
            <a:rect l="0" t="0" r="r" b="b"/>
            <a:pathLst>
              <a:path w="437" h="827">
                <a:moveTo>
                  <a:pt x="277" y="3"/>
                </a:moveTo>
                <a:cubicBezTo>
                  <a:pt x="123" y="6"/>
                  <a:pt x="128" y="287"/>
                  <a:pt x="128" y="287"/>
                </a:cubicBezTo>
                <a:cubicBezTo>
                  <a:pt x="106" y="519"/>
                  <a:pt x="56" y="650"/>
                  <a:pt x="0" y="726"/>
                </a:cubicBezTo>
                <a:cubicBezTo>
                  <a:pt x="33" y="782"/>
                  <a:pt x="78" y="821"/>
                  <a:pt x="131" y="826"/>
                </a:cubicBezTo>
                <a:cubicBezTo>
                  <a:pt x="131" y="826"/>
                  <a:pt x="369" y="868"/>
                  <a:pt x="426" y="287"/>
                </a:cubicBezTo>
                <a:cubicBezTo>
                  <a:pt x="426" y="287"/>
                  <a:pt x="426" y="233"/>
                  <a:pt x="437" y="172"/>
                </a:cubicBezTo>
                <a:cubicBezTo>
                  <a:pt x="372" y="-36"/>
                  <a:pt x="277" y="3"/>
                  <a:pt x="277" y="3"/>
                </a:cubicBezTo>
                <a:close/>
              </a:path>
            </a:pathLst>
          </a:custGeom>
          <a:solidFill>
            <a:srgbClr val="e9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26" name=""/>
          <p:cNvSpPr/>
          <p:nvPr/>
        </p:nvSpPr>
        <p:spPr>
          <a:xfrm>
            <a:off x="4170240" y="3079440"/>
            <a:ext cx="164520" cy="313560"/>
          </a:xfrm>
          <a:custGeom>
            <a:avLst/>
            <a:gdLst/>
            <a:ahLst/>
            <a:rect l="0" t="0" r="r" b="b"/>
            <a:pathLst>
              <a:path w="457" h="871">
                <a:moveTo>
                  <a:pt x="99" y="380"/>
                </a:moveTo>
                <a:cubicBezTo>
                  <a:pt x="79" y="585"/>
                  <a:pt x="40" y="702"/>
                  <a:pt x="0" y="772"/>
                </a:cubicBezTo>
                <a:cubicBezTo>
                  <a:pt x="40" y="831"/>
                  <a:pt x="93" y="870"/>
                  <a:pt x="163" y="870"/>
                </a:cubicBezTo>
                <a:cubicBezTo>
                  <a:pt x="163" y="870"/>
                  <a:pt x="345" y="912"/>
                  <a:pt x="395" y="380"/>
                </a:cubicBezTo>
                <a:cubicBezTo>
                  <a:pt x="395" y="380"/>
                  <a:pt x="412" y="249"/>
                  <a:pt x="457" y="139"/>
                </a:cubicBezTo>
                <a:cubicBezTo>
                  <a:pt x="373" y="44"/>
                  <a:pt x="373" y="44"/>
                  <a:pt x="373" y="44"/>
                </a:cubicBezTo>
                <a:cubicBezTo>
                  <a:pt x="169" y="-154"/>
                  <a:pt x="99" y="380"/>
                  <a:pt x="99" y="380"/>
                </a:cubicBezTo>
                <a:close/>
              </a:path>
            </a:pathLst>
          </a:custGeom>
          <a:solidFill>
            <a:srgbClr val="e9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27" name=""/>
          <p:cNvSpPr/>
          <p:nvPr/>
        </p:nvSpPr>
        <p:spPr>
          <a:xfrm>
            <a:off x="4012200" y="3095640"/>
            <a:ext cx="158400" cy="297720"/>
          </a:xfrm>
          <a:custGeom>
            <a:avLst/>
            <a:gdLst/>
            <a:ahLst/>
            <a:rect l="0" t="0" r="r" b="b"/>
            <a:pathLst>
              <a:path w="440" h="827">
                <a:moveTo>
                  <a:pt x="138" y="3"/>
                </a:moveTo>
                <a:cubicBezTo>
                  <a:pt x="51" y="6"/>
                  <a:pt x="14" y="94"/>
                  <a:pt x="0" y="172"/>
                </a:cubicBezTo>
                <a:cubicBezTo>
                  <a:pt x="11" y="214"/>
                  <a:pt x="26" y="267"/>
                  <a:pt x="34" y="331"/>
                </a:cubicBezTo>
                <a:cubicBezTo>
                  <a:pt x="34" y="331"/>
                  <a:pt x="51" y="821"/>
                  <a:pt x="306" y="826"/>
                </a:cubicBezTo>
                <a:cubicBezTo>
                  <a:pt x="306" y="826"/>
                  <a:pt x="376" y="843"/>
                  <a:pt x="440" y="728"/>
                </a:cubicBezTo>
                <a:cubicBezTo>
                  <a:pt x="339" y="586"/>
                  <a:pt x="331" y="331"/>
                  <a:pt x="331" y="331"/>
                </a:cubicBezTo>
                <a:cubicBezTo>
                  <a:pt x="278" y="-53"/>
                  <a:pt x="138" y="3"/>
                  <a:pt x="138" y="3"/>
                </a:cubicBezTo>
                <a:close/>
              </a:path>
            </a:pathLst>
          </a:custGeom>
          <a:solidFill>
            <a:srgbClr val="e9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28" name=""/>
          <p:cNvSpPr/>
          <p:nvPr/>
        </p:nvSpPr>
        <p:spPr>
          <a:xfrm>
            <a:off x="3593520" y="3071520"/>
            <a:ext cx="751320" cy="329400"/>
          </a:xfrm>
          <a:custGeom>
            <a:avLst/>
            <a:gdLst/>
            <a:ahLst/>
            <a:rect l="0" t="0" r="r" b="b"/>
            <a:pathLst>
              <a:path w="2087" h="915">
                <a:moveTo>
                  <a:pt x="0" y="353"/>
                </a:moveTo>
                <a:lnTo>
                  <a:pt x="0" y="352"/>
                </a:lnTo>
                <a:lnTo>
                  <a:pt x="0" y="353"/>
                </a:lnTo>
                <a:lnTo>
                  <a:pt x="0" y="350"/>
                </a:lnTo>
                <a:lnTo>
                  <a:pt x="0" y="346"/>
                </a:lnTo>
                <a:lnTo>
                  <a:pt x="0" y="341"/>
                </a:lnTo>
                <a:lnTo>
                  <a:pt x="0" y="334"/>
                </a:lnTo>
                <a:lnTo>
                  <a:pt x="0" y="326"/>
                </a:lnTo>
                <a:lnTo>
                  <a:pt x="0" y="317"/>
                </a:lnTo>
                <a:lnTo>
                  <a:pt x="0" y="308"/>
                </a:lnTo>
                <a:lnTo>
                  <a:pt x="0" y="307"/>
                </a:lnTo>
                <a:lnTo>
                  <a:pt x="1" y="297"/>
                </a:lnTo>
                <a:lnTo>
                  <a:pt x="2" y="286"/>
                </a:lnTo>
                <a:lnTo>
                  <a:pt x="2" y="285"/>
                </a:lnTo>
                <a:lnTo>
                  <a:pt x="3" y="274"/>
                </a:lnTo>
                <a:lnTo>
                  <a:pt x="3" y="273"/>
                </a:lnTo>
                <a:lnTo>
                  <a:pt x="4" y="261"/>
                </a:lnTo>
                <a:lnTo>
                  <a:pt x="4" y="260"/>
                </a:lnTo>
                <a:lnTo>
                  <a:pt x="7" y="235"/>
                </a:lnTo>
                <a:lnTo>
                  <a:pt x="7" y="234"/>
                </a:lnTo>
                <a:lnTo>
                  <a:pt x="12" y="207"/>
                </a:lnTo>
                <a:lnTo>
                  <a:pt x="13" y="206"/>
                </a:lnTo>
                <a:lnTo>
                  <a:pt x="16" y="193"/>
                </a:lnTo>
                <a:lnTo>
                  <a:pt x="19" y="179"/>
                </a:lnTo>
                <a:lnTo>
                  <a:pt x="20" y="179"/>
                </a:lnTo>
                <a:lnTo>
                  <a:pt x="24" y="166"/>
                </a:lnTo>
                <a:lnTo>
                  <a:pt x="24" y="165"/>
                </a:lnTo>
                <a:lnTo>
                  <a:pt x="28" y="152"/>
                </a:lnTo>
                <a:lnTo>
                  <a:pt x="29" y="150"/>
                </a:lnTo>
                <a:lnTo>
                  <a:pt x="34" y="138"/>
                </a:lnTo>
                <a:lnTo>
                  <a:pt x="34" y="137"/>
                </a:lnTo>
                <a:lnTo>
                  <a:pt x="40" y="125"/>
                </a:lnTo>
                <a:lnTo>
                  <a:pt x="40" y="124"/>
                </a:lnTo>
                <a:lnTo>
                  <a:pt x="46" y="113"/>
                </a:lnTo>
                <a:lnTo>
                  <a:pt x="47" y="111"/>
                </a:lnTo>
                <a:lnTo>
                  <a:pt x="54" y="101"/>
                </a:lnTo>
                <a:lnTo>
                  <a:pt x="55" y="99"/>
                </a:lnTo>
                <a:lnTo>
                  <a:pt x="63" y="90"/>
                </a:lnTo>
                <a:lnTo>
                  <a:pt x="64" y="89"/>
                </a:lnTo>
                <a:lnTo>
                  <a:pt x="72" y="80"/>
                </a:lnTo>
                <a:lnTo>
                  <a:pt x="74" y="78"/>
                </a:lnTo>
                <a:lnTo>
                  <a:pt x="83" y="71"/>
                </a:lnTo>
                <a:lnTo>
                  <a:pt x="85" y="69"/>
                </a:lnTo>
                <a:lnTo>
                  <a:pt x="94" y="63"/>
                </a:lnTo>
                <a:lnTo>
                  <a:pt x="97" y="61"/>
                </a:lnTo>
                <a:lnTo>
                  <a:pt x="108" y="56"/>
                </a:lnTo>
                <a:lnTo>
                  <a:pt x="110" y="55"/>
                </a:lnTo>
                <a:lnTo>
                  <a:pt x="121" y="51"/>
                </a:lnTo>
                <a:lnTo>
                  <a:pt x="124" y="51"/>
                </a:lnTo>
                <a:lnTo>
                  <a:pt x="136" y="48"/>
                </a:lnTo>
                <a:lnTo>
                  <a:pt x="139" y="48"/>
                </a:lnTo>
                <a:lnTo>
                  <a:pt x="152" y="47"/>
                </a:lnTo>
                <a:lnTo>
                  <a:pt x="145" y="49"/>
                </a:lnTo>
                <a:lnTo>
                  <a:pt x="146" y="48"/>
                </a:lnTo>
                <a:lnTo>
                  <a:pt x="148" y="48"/>
                </a:lnTo>
                <a:lnTo>
                  <a:pt x="149" y="47"/>
                </a:lnTo>
                <a:lnTo>
                  <a:pt x="151" y="47"/>
                </a:lnTo>
                <a:lnTo>
                  <a:pt x="152" y="46"/>
                </a:lnTo>
                <a:lnTo>
                  <a:pt x="155" y="46"/>
                </a:lnTo>
                <a:lnTo>
                  <a:pt x="158" y="45"/>
                </a:lnTo>
                <a:lnTo>
                  <a:pt x="160" y="45"/>
                </a:lnTo>
                <a:lnTo>
                  <a:pt x="163" y="45"/>
                </a:lnTo>
                <a:lnTo>
                  <a:pt x="165" y="45"/>
                </a:lnTo>
                <a:lnTo>
                  <a:pt x="168" y="45"/>
                </a:lnTo>
                <a:lnTo>
                  <a:pt x="170" y="45"/>
                </a:lnTo>
                <a:lnTo>
                  <a:pt x="174" y="45"/>
                </a:lnTo>
                <a:lnTo>
                  <a:pt x="176" y="45"/>
                </a:lnTo>
                <a:lnTo>
                  <a:pt x="180" y="46"/>
                </a:lnTo>
                <a:lnTo>
                  <a:pt x="182" y="46"/>
                </a:lnTo>
                <a:lnTo>
                  <a:pt x="187" y="47"/>
                </a:lnTo>
                <a:lnTo>
                  <a:pt x="189" y="47"/>
                </a:lnTo>
                <a:lnTo>
                  <a:pt x="194" y="49"/>
                </a:lnTo>
                <a:lnTo>
                  <a:pt x="196" y="49"/>
                </a:lnTo>
                <a:lnTo>
                  <a:pt x="201" y="51"/>
                </a:lnTo>
                <a:lnTo>
                  <a:pt x="203" y="52"/>
                </a:lnTo>
                <a:lnTo>
                  <a:pt x="209" y="55"/>
                </a:lnTo>
                <a:lnTo>
                  <a:pt x="211" y="55"/>
                </a:lnTo>
                <a:lnTo>
                  <a:pt x="217" y="59"/>
                </a:lnTo>
                <a:lnTo>
                  <a:pt x="218" y="60"/>
                </a:lnTo>
                <a:lnTo>
                  <a:pt x="225" y="64"/>
                </a:lnTo>
                <a:lnTo>
                  <a:pt x="226" y="65"/>
                </a:lnTo>
                <a:lnTo>
                  <a:pt x="233" y="70"/>
                </a:lnTo>
                <a:lnTo>
                  <a:pt x="234" y="71"/>
                </a:lnTo>
                <a:lnTo>
                  <a:pt x="241" y="77"/>
                </a:lnTo>
                <a:lnTo>
                  <a:pt x="242" y="78"/>
                </a:lnTo>
                <a:lnTo>
                  <a:pt x="249" y="86"/>
                </a:lnTo>
                <a:lnTo>
                  <a:pt x="250" y="87"/>
                </a:lnTo>
                <a:lnTo>
                  <a:pt x="257" y="95"/>
                </a:lnTo>
                <a:lnTo>
                  <a:pt x="258" y="96"/>
                </a:lnTo>
                <a:lnTo>
                  <a:pt x="265" y="105"/>
                </a:lnTo>
                <a:lnTo>
                  <a:pt x="265" y="106"/>
                </a:lnTo>
                <a:lnTo>
                  <a:pt x="272" y="117"/>
                </a:lnTo>
                <a:lnTo>
                  <a:pt x="273" y="118"/>
                </a:lnTo>
                <a:lnTo>
                  <a:pt x="280" y="130"/>
                </a:lnTo>
                <a:lnTo>
                  <a:pt x="280" y="131"/>
                </a:lnTo>
                <a:lnTo>
                  <a:pt x="287" y="144"/>
                </a:lnTo>
                <a:lnTo>
                  <a:pt x="288" y="146"/>
                </a:lnTo>
                <a:lnTo>
                  <a:pt x="294" y="162"/>
                </a:lnTo>
                <a:lnTo>
                  <a:pt x="295" y="162"/>
                </a:lnTo>
                <a:lnTo>
                  <a:pt x="301" y="179"/>
                </a:lnTo>
                <a:lnTo>
                  <a:pt x="305" y="188"/>
                </a:lnTo>
                <a:lnTo>
                  <a:pt x="305" y="189"/>
                </a:lnTo>
                <a:lnTo>
                  <a:pt x="308" y="198"/>
                </a:lnTo>
                <a:lnTo>
                  <a:pt x="311" y="208"/>
                </a:lnTo>
                <a:lnTo>
                  <a:pt x="311" y="209"/>
                </a:lnTo>
                <a:lnTo>
                  <a:pt x="314" y="219"/>
                </a:lnTo>
                <a:lnTo>
                  <a:pt x="317" y="229"/>
                </a:lnTo>
                <a:lnTo>
                  <a:pt x="317" y="230"/>
                </a:lnTo>
                <a:lnTo>
                  <a:pt x="320" y="241"/>
                </a:lnTo>
                <a:lnTo>
                  <a:pt x="323" y="253"/>
                </a:lnTo>
                <a:lnTo>
                  <a:pt x="326" y="265"/>
                </a:lnTo>
                <a:lnTo>
                  <a:pt x="329" y="278"/>
                </a:lnTo>
                <a:lnTo>
                  <a:pt x="331" y="291"/>
                </a:lnTo>
                <a:lnTo>
                  <a:pt x="331" y="292"/>
                </a:lnTo>
                <a:lnTo>
                  <a:pt x="334" y="305"/>
                </a:lnTo>
                <a:lnTo>
                  <a:pt x="336" y="319"/>
                </a:lnTo>
                <a:lnTo>
                  <a:pt x="336" y="320"/>
                </a:lnTo>
                <a:lnTo>
                  <a:pt x="338" y="334"/>
                </a:lnTo>
                <a:lnTo>
                  <a:pt x="339" y="334"/>
                </a:lnTo>
                <a:lnTo>
                  <a:pt x="341" y="350"/>
                </a:lnTo>
                <a:lnTo>
                  <a:pt x="341" y="353"/>
                </a:lnTo>
                <a:lnTo>
                  <a:pt x="341" y="352"/>
                </a:lnTo>
                <a:lnTo>
                  <a:pt x="341" y="353"/>
                </a:lnTo>
                <a:lnTo>
                  <a:pt x="341" y="352"/>
                </a:lnTo>
                <a:lnTo>
                  <a:pt x="341" y="354"/>
                </a:lnTo>
                <a:lnTo>
                  <a:pt x="341" y="357"/>
                </a:lnTo>
                <a:lnTo>
                  <a:pt x="341" y="360"/>
                </a:lnTo>
                <a:lnTo>
                  <a:pt x="342" y="360"/>
                </a:lnTo>
                <a:lnTo>
                  <a:pt x="342" y="364"/>
                </a:lnTo>
                <a:lnTo>
                  <a:pt x="342" y="363"/>
                </a:lnTo>
                <a:lnTo>
                  <a:pt x="342" y="368"/>
                </a:lnTo>
                <a:lnTo>
                  <a:pt x="343" y="373"/>
                </a:lnTo>
                <a:lnTo>
                  <a:pt x="343" y="378"/>
                </a:lnTo>
                <a:lnTo>
                  <a:pt x="343" y="379"/>
                </a:lnTo>
                <a:lnTo>
                  <a:pt x="344" y="385"/>
                </a:lnTo>
                <a:lnTo>
                  <a:pt x="344" y="384"/>
                </a:lnTo>
                <a:lnTo>
                  <a:pt x="344" y="391"/>
                </a:lnTo>
                <a:lnTo>
                  <a:pt x="345" y="398"/>
                </a:lnTo>
                <a:lnTo>
                  <a:pt x="346" y="406"/>
                </a:lnTo>
                <a:lnTo>
                  <a:pt x="347" y="414"/>
                </a:lnTo>
                <a:lnTo>
                  <a:pt x="348" y="422"/>
                </a:lnTo>
                <a:lnTo>
                  <a:pt x="349" y="431"/>
                </a:lnTo>
                <a:lnTo>
                  <a:pt x="352" y="450"/>
                </a:lnTo>
                <a:lnTo>
                  <a:pt x="355" y="471"/>
                </a:lnTo>
                <a:lnTo>
                  <a:pt x="355" y="470"/>
                </a:lnTo>
                <a:lnTo>
                  <a:pt x="358" y="492"/>
                </a:lnTo>
                <a:lnTo>
                  <a:pt x="362" y="514"/>
                </a:lnTo>
                <a:lnTo>
                  <a:pt x="367" y="538"/>
                </a:lnTo>
                <a:lnTo>
                  <a:pt x="366" y="537"/>
                </a:lnTo>
                <a:lnTo>
                  <a:pt x="372" y="561"/>
                </a:lnTo>
                <a:lnTo>
                  <a:pt x="377" y="585"/>
                </a:lnTo>
                <a:lnTo>
                  <a:pt x="383" y="610"/>
                </a:lnTo>
                <a:lnTo>
                  <a:pt x="383" y="609"/>
                </a:lnTo>
                <a:lnTo>
                  <a:pt x="390" y="634"/>
                </a:lnTo>
                <a:lnTo>
                  <a:pt x="397" y="658"/>
                </a:lnTo>
                <a:lnTo>
                  <a:pt x="405" y="682"/>
                </a:lnTo>
                <a:lnTo>
                  <a:pt x="405" y="681"/>
                </a:lnTo>
                <a:lnTo>
                  <a:pt x="414" y="705"/>
                </a:lnTo>
                <a:lnTo>
                  <a:pt x="413" y="704"/>
                </a:lnTo>
                <a:lnTo>
                  <a:pt x="423" y="728"/>
                </a:lnTo>
                <a:lnTo>
                  <a:pt x="422" y="727"/>
                </a:lnTo>
                <a:lnTo>
                  <a:pt x="433" y="749"/>
                </a:lnTo>
                <a:lnTo>
                  <a:pt x="432" y="748"/>
                </a:lnTo>
                <a:lnTo>
                  <a:pt x="443" y="769"/>
                </a:lnTo>
                <a:lnTo>
                  <a:pt x="443" y="768"/>
                </a:lnTo>
                <a:lnTo>
                  <a:pt x="454" y="788"/>
                </a:lnTo>
                <a:lnTo>
                  <a:pt x="454" y="787"/>
                </a:lnTo>
                <a:lnTo>
                  <a:pt x="466" y="806"/>
                </a:lnTo>
                <a:lnTo>
                  <a:pt x="466" y="805"/>
                </a:lnTo>
                <a:lnTo>
                  <a:pt x="472" y="813"/>
                </a:lnTo>
                <a:lnTo>
                  <a:pt x="478" y="821"/>
                </a:lnTo>
                <a:lnTo>
                  <a:pt x="478" y="820"/>
                </a:lnTo>
                <a:lnTo>
                  <a:pt x="485" y="828"/>
                </a:lnTo>
                <a:lnTo>
                  <a:pt x="484" y="827"/>
                </a:lnTo>
                <a:lnTo>
                  <a:pt x="491" y="835"/>
                </a:lnTo>
                <a:lnTo>
                  <a:pt x="491" y="834"/>
                </a:lnTo>
                <a:lnTo>
                  <a:pt x="498" y="840"/>
                </a:lnTo>
                <a:lnTo>
                  <a:pt x="497" y="840"/>
                </a:lnTo>
                <a:lnTo>
                  <a:pt x="505" y="846"/>
                </a:lnTo>
                <a:lnTo>
                  <a:pt x="504" y="845"/>
                </a:lnTo>
                <a:lnTo>
                  <a:pt x="512" y="851"/>
                </a:lnTo>
                <a:lnTo>
                  <a:pt x="511" y="850"/>
                </a:lnTo>
                <a:lnTo>
                  <a:pt x="519" y="855"/>
                </a:lnTo>
                <a:lnTo>
                  <a:pt x="518" y="855"/>
                </a:lnTo>
                <a:lnTo>
                  <a:pt x="526" y="859"/>
                </a:lnTo>
                <a:lnTo>
                  <a:pt x="525" y="859"/>
                </a:lnTo>
                <a:lnTo>
                  <a:pt x="533" y="863"/>
                </a:lnTo>
                <a:lnTo>
                  <a:pt x="532" y="862"/>
                </a:lnTo>
                <a:lnTo>
                  <a:pt x="541" y="865"/>
                </a:lnTo>
                <a:lnTo>
                  <a:pt x="539" y="865"/>
                </a:lnTo>
                <a:lnTo>
                  <a:pt x="549" y="867"/>
                </a:lnTo>
                <a:lnTo>
                  <a:pt x="547" y="867"/>
                </a:lnTo>
                <a:lnTo>
                  <a:pt x="556" y="869"/>
                </a:lnTo>
                <a:lnTo>
                  <a:pt x="555" y="869"/>
                </a:lnTo>
                <a:lnTo>
                  <a:pt x="564" y="870"/>
                </a:lnTo>
                <a:lnTo>
                  <a:pt x="566" y="870"/>
                </a:lnTo>
                <a:lnTo>
                  <a:pt x="567" y="871"/>
                </a:lnTo>
                <a:lnTo>
                  <a:pt x="566" y="870"/>
                </a:lnTo>
                <a:lnTo>
                  <a:pt x="568" y="871"/>
                </a:lnTo>
                <a:lnTo>
                  <a:pt x="566" y="870"/>
                </a:lnTo>
                <a:lnTo>
                  <a:pt x="569" y="871"/>
                </a:lnTo>
                <a:lnTo>
                  <a:pt x="568" y="871"/>
                </a:lnTo>
                <a:lnTo>
                  <a:pt x="572" y="871"/>
                </a:lnTo>
                <a:lnTo>
                  <a:pt x="577" y="870"/>
                </a:lnTo>
                <a:lnTo>
                  <a:pt x="576" y="871"/>
                </a:lnTo>
                <a:lnTo>
                  <a:pt x="582" y="870"/>
                </a:lnTo>
                <a:lnTo>
                  <a:pt x="581" y="870"/>
                </a:lnTo>
                <a:lnTo>
                  <a:pt x="589" y="869"/>
                </a:lnTo>
                <a:lnTo>
                  <a:pt x="587" y="869"/>
                </a:lnTo>
                <a:lnTo>
                  <a:pt x="595" y="868"/>
                </a:lnTo>
                <a:lnTo>
                  <a:pt x="594" y="868"/>
                </a:lnTo>
                <a:lnTo>
                  <a:pt x="603" y="866"/>
                </a:lnTo>
                <a:lnTo>
                  <a:pt x="602" y="866"/>
                </a:lnTo>
                <a:lnTo>
                  <a:pt x="612" y="863"/>
                </a:lnTo>
                <a:lnTo>
                  <a:pt x="610" y="864"/>
                </a:lnTo>
                <a:lnTo>
                  <a:pt x="621" y="859"/>
                </a:lnTo>
                <a:lnTo>
                  <a:pt x="619" y="860"/>
                </a:lnTo>
                <a:lnTo>
                  <a:pt x="630" y="855"/>
                </a:lnTo>
                <a:lnTo>
                  <a:pt x="629" y="855"/>
                </a:lnTo>
                <a:lnTo>
                  <a:pt x="640" y="849"/>
                </a:lnTo>
                <a:lnTo>
                  <a:pt x="639" y="850"/>
                </a:lnTo>
                <a:lnTo>
                  <a:pt x="651" y="842"/>
                </a:lnTo>
                <a:lnTo>
                  <a:pt x="649" y="843"/>
                </a:lnTo>
                <a:lnTo>
                  <a:pt x="662" y="834"/>
                </a:lnTo>
                <a:lnTo>
                  <a:pt x="661" y="834"/>
                </a:lnTo>
                <a:lnTo>
                  <a:pt x="667" y="829"/>
                </a:lnTo>
                <a:lnTo>
                  <a:pt x="666" y="830"/>
                </a:lnTo>
                <a:lnTo>
                  <a:pt x="673" y="824"/>
                </a:lnTo>
                <a:lnTo>
                  <a:pt x="672" y="825"/>
                </a:lnTo>
                <a:lnTo>
                  <a:pt x="678" y="819"/>
                </a:lnTo>
                <a:lnTo>
                  <a:pt x="684" y="812"/>
                </a:lnTo>
                <a:lnTo>
                  <a:pt x="684" y="813"/>
                </a:lnTo>
                <a:lnTo>
                  <a:pt x="690" y="806"/>
                </a:lnTo>
                <a:lnTo>
                  <a:pt x="689" y="807"/>
                </a:lnTo>
                <a:lnTo>
                  <a:pt x="696" y="799"/>
                </a:lnTo>
                <a:lnTo>
                  <a:pt x="695" y="800"/>
                </a:lnTo>
                <a:lnTo>
                  <a:pt x="701" y="792"/>
                </a:lnTo>
                <a:lnTo>
                  <a:pt x="707" y="784"/>
                </a:lnTo>
                <a:lnTo>
                  <a:pt x="713" y="776"/>
                </a:lnTo>
                <a:lnTo>
                  <a:pt x="719" y="767"/>
                </a:lnTo>
                <a:lnTo>
                  <a:pt x="725" y="757"/>
                </a:lnTo>
                <a:lnTo>
                  <a:pt x="725" y="758"/>
                </a:lnTo>
                <a:lnTo>
                  <a:pt x="731" y="747"/>
                </a:lnTo>
                <a:lnTo>
                  <a:pt x="731" y="748"/>
                </a:lnTo>
                <a:lnTo>
                  <a:pt x="737" y="737"/>
                </a:lnTo>
                <a:lnTo>
                  <a:pt x="743" y="725"/>
                </a:lnTo>
                <a:lnTo>
                  <a:pt x="742" y="726"/>
                </a:lnTo>
                <a:lnTo>
                  <a:pt x="748" y="713"/>
                </a:lnTo>
                <a:lnTo>
                  <a:pt x="748" y="714"/>
                </a:lnTo>
                <a:lnTo>
                  <a:pt x="754" y="701"/>
                </a:lnTo>
                <a:lnTo>
                  <a:pt x="760" y="688"/>
                </a:lnTo>
                <a:lnTo>
                  <a:pt x="759" y="688"/>
                </a:lnTo>
                <a:lnTo>
                  <a:pt x="765" y="674"/>
                </a:lnTo>
                <a:lnTo>
                  <a:pt x="771" y="660"/>
                </a:lnTo>
                <a:lnTo>
                  <a:pt x="770" y="660"/>
                </a:lnTo>
                <a:lnTo>
                  <a:pt x="776" y="644"/>
                </a:lnTo>
                <a:lnTo>
                  <a:pt x="776" y="645"/>
                </a:lnTo>
                <a:lnTo>
                  <a:pt x="781" y="629"/>
                </a:lnTo>
                <a:lnTo>
                  <a:pt x="786" y="612"/>
                </a:lnTo>
                <a:lnTo>
                  <a:pt x="791" y="595"/>
                </a:lnTo>
                <a:lnTo>
                  <a:pt x="796" y="576"/>
                </a:lnTo>
                <a:lnTo>
                  <a:pt x="796" y="577"/>
                </a:lnTo>
                <a:lnTo>
                  <a:pt x="800" y="558"/>
                </a:lnTo>
                <a:lnTo>
                  <a:pt x="805" y="538"/>
                </a:lnTo>
                <a:lnTo>
                  <a:pt x="809" y="517"/>
                </a:lnTo>
                <a:lnTo>
                  <a:pt x="809" y="518"/>
                </a:lnTo>
                <a:lnTo>
                  <a:pt x="813" y="496"/>
                </a:lnTo>
                <a:lnTo>
                  <a:pt x="817" y="474"/>
                </a:lnTo>
                <a:lnTo>
                  <a:pt x="821" y="451"/>
                </a:lnTo>
                <a:lnTo>
                  <a:pt x="824" y="427"/>
                </a:lnTo>
                <a:lnTo>
                  <a:pt x="824" y="428"/>
                </a:lnTo>
                <a:lnTo>
                  <a:pt x="827" y="402"/>
                </a:lnTo>
                <a:lnTo>
                  <a:pt x="827" y="403"/>
                </a:lnTo>
                <a:lnTo>
                  <a:pt x="830" y="377"/>
                </a:lnTo>
                <a:lnTo>
                  <a:pt x="833" y="350"/>
                </a:lnTo>
                <a:lnTo>
                  <a:pt x="833" y="353"/>
                </a:lnTo>
                <a:lnTo>
                  <a:pt x="833" y="352"/>
                </a:lnTo>
                <a:lnTo>
                  <a:pt x="833" y="350"/>
                </a:lnTo>
                <a:lnTo>
                  <a:pt x="833" y="346"/>
                </a:lnTo>
                <a:lnTo>
                  <a:pt x="833" y="345"/>
                </a:lnTo>
                <a:lnTo>
                  <a:pt x="833" y="340"/>
                </a:lnTo>
                <a:lnTo>
                  <a:pt x="833" y="334"/>
                </a:lnTo>
                <a:lnTo>
                  <a:pt x="833" y="326"/>
                </a:lnTo>
                <a:lnTo>
                  <a:pt x="834" y="317"/>
                </a:lnTo>
                <a:lnTo>
                  <a:pt x="835" y="307"/>
                </a:lnTo>
                <a:lnTo>
                  <a:pt x="835" y="297"/>
                </a:lnTo>
                <a:lnTo>
                  <a:pt x="836" y="286"/>
                </a:lnTo>
                <a:lnTo>
                  <a:pt x="836" y="285"/>
                </a:lnTo>
                <a:lnTo>
                  <a:pt x="838" y="274"/>
                </a:lnTo>
                <a:lnTo>
                  <a:pt x="838" y="273"/>
                </a:lnTo>
                <a:lnTo>
                  <a:pt x="840" y="261"/>
                </a:lnTo>
                <a:lnTo>
                  <a:pt x="840" y="260"/>
                </a:lnTo>
                <a:lnTo>
                  <a:pt x="844" y="235"/>
                </a:lnTo>
                <a:lnTo>
                  <a:pt x="844" y="234"/>
                </a:lnTo>
                <a:lnTo>
                  <a:pt x="847" y="221"/>
                </a:lnTo>
                <a:lnTo>
                  <a:pt x="847" y="220"/>
                </a:lnTo>
                <a:lnTo>
                  <a:pt x="850" y="207"/>
                </a:lnTo>
                <a:lnTo>
                  <a:pt x="854" y="194"/>
                </a:lnTo>
                <a:lnTo>
                  <a:pt x="854" y="193"/>
                </a:lnTo>
                <a:lnTo>
                  <a:pt x="858" y="180"/>
                </a:lnTo>
                <a:lnTo>
                  <a:pt x="858" y="179"/>
                </a:lnTo>
                <a:lnTo>
                  <a:pt x="863" y="166"/>
                </a:lnTo>
                <a:lnTo>
                  <a:pt x="863" y="165"/>
                </a:lnTo>
                <a:lnTo>
                  <a:pt x="868" y="152"/>
                </a:lnTo>
                <a:lnTo>
                  <a:pt x="869" y="150"/>
                </a:lnTo>
                <a:lnTo>
                  <a:pt x="875" y="138"/>
                </a:lnTo>
                <a:lnTo>
                  <a:pt x="875" y="137"/>
                </a:lnTo>
                <a:lnTo>
                  <a:pt x="881" y="126"/>
                </a:lnTo>
                <a:lnTo>
                  <a:pt x="882" y="124"/>
                </a:lnTo>
                <a:lnTo>
                  <a:pt x="889" y="113"/>
                </a:lnTo>
                <a:lnTo>
                  <a:pt x="890" y="112"/>
                </a:lnTo>
                <a:lnTo>
                  <a:pt x="897" y="101"/>
                </a:lnTo>
                <a:lnTo>
                  <a:pt x="899" y="100"/>
                </a:lnTo>
                <a:lnTo>
                  <a:pt x="907" y="90"/>
                </a:lnTo>
                <a:lnTo>
                  <a:pt x="908" y="89"/>
                </a:lnTo>
                <a:lnTo>
                  <a:pt x="917" y="80"/>
                </a:lnTo>
                <a:lnTo>
                  <a:pt x="919" y="79"/>
                </a:lnTo>
                <a:lnTo>
                  <a:pt x="929" y="71"/>
                </a:lnTo>
                <a:lnTo>
                  <a:pt x="931" y="70"/>
                </a:lnTo>
                <a:lnTo>
                  <a:pt x="941" y="63"/>
                </a:lnTo>
                <a:lnTo>
                  <a:pt x="944" y="62"/>
                </a:lnTo>
                <a:lnTo>
                  <a:pt x="955" y="57"/>
                </a:lnTo>
                <a:lnTo>
                  <a:pt x="957" y="56"/>
                </a:lnTo>
                <a:lnTo>
                  <a:pt x="970" y="52"/>
                </a:lnTo>
                <a:lnTo>
                  <a:pt x="972" y="51"/>
                </a:lnTo>
                <a:lnTo>
                  <a:pt x="985" y="48"/>
                </a:lnTo>
                <a:lnTo>
                  <a:pt x="988" y="48"/>
                </a:lnTo>
                <a:lnTo>
                  <a:pt x="1002" y="47"/>
                </a:lnTo>
                <a:lnTo>
                  <a:pt x="996" y="48"/>
                </a:lnTo>
                <a:lnTo>
                  <a:pt x="997" y="48"/>
                </a:lnTo>
                <a:lnTo>
                  <a:pt x="996" y="48"/>
                </a:lnTo>
                <a:lnTo>
                  <a:pt x="997" y="48"/>
                </a:lnTo>
                <a:lnTo>
                  <a:pt x="999" y="47"/>
                </a:lnTo>
                <a:lnTo>
                  <a:pt x="1001" y="47"/>
                </a:lnTo>
                <a:lnTo>
                  <a:pt x="1002" y="46"/>
                </a:lnTo>
                <a:lnTo>
                  <a:pt x="1005" y="46"/>
                </a:lnTo>
                <a:lnTo>
                  <a:pt x="1006" y="46"/>
                </a:lnTo>
                <a:lnTo>
                  <a:pt x="1009" y="45"/>
                </a:lnTo>
                <a:lnTo>
                  <a:pt x="1010" y="45"/>
                </a:lnTo>
                <a:lnTo>
                  <a:pt x="1014" y="44"/>
                </a:lnTo>
                <a:lnTo>
                  <a:pt x="1016" y="44"/>
                </a:lnTo>
                <a:lnTo>
                  <a:pt x="1020" y="44"/>
                </a:lnTo>
                <a:lnTo>
                  <a:pt x="1021" y="44"/>
                </a:lnTo>
                <a:lnTo>
                  <a:pt x="1026" y="44"/>
                </a:lnTo>
                <a:lnTo>
                  <a:pt x="1028" y="44"/>
                </a:lnTo>
                <a:lnTo>
                  <a:pt x="1033" y="45"/>
                </a:lnTo>
                <a:lnTo>
                  <a:pt x="1035" y="45"/>
                </a:lnTo>
                <a:lnTo>
                  <a:pt x="1041" y="46"/>
                </a:lnTo>
                <a:lnTo>
                  <a:pt x="1042" y="46"/>
                </a:lnTo>
                <a:lnTo>
                  <a:pt x="1049" y="48"/>
                </a:lnTo>
                <a:lnTo>
                  <a:pt x="1050" y="48"/>
                </a:lnTo>
                <a:lnTo>
                  <a:pt x="1057" y="51"/>
                </a:lnTo>
                <a:lnTo>
                  <a:pt x="1059" y="51"/>
                </a:lnTo>
                <a:lnTo>
                  <a:pt x="1066" y="54"/>
                </a:lnTo>
                <a:lnTo>
                  <a:pt x="1067" y="55"/>
                </a:lnTo>
                <a:lnTo>
                  <a:pt x="1074" y="59"/>
                </a:lnTo>
                <a:lnTo>
                  <a:pt x="1076" y="60"/>
                </a:lnTo>
                <a:lnTo>
                  <a:pt x="1083" y="65"/>
                </a:lnTo>
                <a:lnTo>
                  <a:pt x="1085" y="66"/>
                </a:lnTo>
                <a:lnTo>
                  <a:pt x="1093" y="71"/>
                </a:lnTo>
                <a:lnTo>
                  <a:pt x="1094" y="72"/>
                </a:lnTo>
                <a:lnTo>
                  <a:pt x="1102" y="79"/>
                </a:lnTo>
                <a:lnTo>
                  <a:pt x="1103" y="81"/>
                </a:lnTo>
                <a:lnTo>
                  <a:pt x="1111" y="89"/>
                </a:lnTo>
                <a:lnTo>
                  <a:pt x="1112" y="90"/>
                </a:lnTo>
                <a:lnTo>
                  <a:pt x="1120" y="99"/>
                </a:lnTo>
                <a:lnTo>
                  <a:pt x="1121" y="100"/>
                </a:lnTo>
                <a:lnTo>
                  <a:pt x="1129" y="111"/>
                </a:lnTo>
                <a:lnTo>
                  <a:pt x="1130" y="112"/>
                </a:lnTo>
                <a:lnTo>
                  <a:pt x="1138" y="125"/>
                </a:lnTo>
                <a:lnTo>
                  <a:pt x="1138" y="126"/>
                </a:lnTo>
                <a:lnTo>
                  <a:pt x="1146" y="140"/>
                </a:lnTo>
                <a:lnTo>
                  <a:pt x="1147" y="140"/>
                </a:lnTo>
                <a:lnTo>
                  <a:pt x="1151" y="148"/>
                </a:lnTo>
                <a:lnTo>
                  <a:pt x="1155" y="157"/>
                </a:lnTo>
                <a:lnTo>
                  <a:pt x="1155" y="158"/>
                </a:lnTo>
                <a:lnTo>
                  <a:pt x="1159" y="166"/>
                </a:lnTo>
                <a:lnTo>
                  <a:pt x="1159" y="167"/>
                </a:lnTo>
                <a:lnTo>
                  <a:pt x="1163" y="176"/>
                </a:lnTo>
                <a:lnTo>
                  <a:pt x="1167" y="186"/>
                </a:lnTo>
                <a:lnTo>
                  <a:pt x="1171" y="196"/>
                </a:lnTo>
                <a:lnTo>
                  <a:pt x="1175" y="206"/>
                </a:lnTo>
                <a:lnTo>
                  <a:pt x="1175" y="207"/>
                </a:lnTo>
                <a:lnTo>
                  <a:pt x="1179" y="218"/>
                </a:lnTo>
                <a:lnTo>
                  <a:pt x="1183" y="229"/>
                </a:lnTo>
                <a:lnTo>
                  <a:pt x="1183" y="230"/>
                </a:lnTo>
                <a:lnTo>
                  <a:pt x="1187" y="242"/>
                </a:lnTo>
                <a:lnTo>
                  <a:pt x="1190" y="254"/>
                </a:lnTo>
                <a:lnTo>
                  <a:pt x="1190" y="255"/>
                </a:lnTo>
                <a:lnTo>
                  <a:pt x="1194" y="268"/>
                </a:lnTo>
                <a:lnTo>
                  <a:pt x="1197" y="281"/>
                </a:lnTo>
                <a:lnTo>
                  <a:pt x="1197" y="282"/>
                </a:lnTo>
                <a:lnTo>
                  <a:pt x="1201" y="296"/>
                </a:lnTo>
                <a:lnTo>
                  <a:pt x="1204" y="311"/>
                </a:lnTo>
                <a:lnTo>
                  <a:pt x="1207" y="326"/>
                </a:lnTo>
                <a:lnTo>
                  <a:pt x="1210" y="342"/>
                </a:lnTo>
                <a:lnTo>
                  <a:pt x="1210" y="343"/>
                </a:lnTo>
                <a:lnTo>
                  <a:pt x="1213" y="359"/>
                </a:lnTo>
                <a:lnTo>
                  <a:pt x="1216" y="376"/>
                </a:lnTo>
                <a:lnTo>
                  <a:pt x="1219" y="394"/>
                </a:lnTo>
                <a:lnTo>
                  <a:pt x="1219" y="397"/>
                </a:lnTo>
                <a:lnTo>
                  <a:pt x="1219" y="398"/>
                </a:lnTo>
                <a:lnTo>
                  <a:pt x="1219" y="396"/>
                </a:lnTo>
                <a:lnTo>
                  <a:pt x="1219" y="397"/>
                </a:lnTo>
                <a:lnTo>
                  <a:pt x="1219" y="398"/>
                </a:lnTo>
                <a:lnTo>
                  <a:pt x="1219" y="400"/>
                </a:lnTo>
                <a:lnTo>
                  <a:pt x="1219" y="399"/>
                </a:lnTo>
                <a:lnTo>
                  <a:pt x="1219" y="402"/>
                </a:lnTo>
                <a:lnTo>
                  <a:pt x="1219" y="405"/>
                </a:lnTo>
                <a:lnTo>
                  <a:pt x="1219" y="408"/>
                </a:lnTo>
                <a:lnTo>
                  <a:pt x="1220" y="412"/>
                </a:lnTo>
                <a:lnTo>
                  <a:pt x="1220" y="417"/>
                </a:lnTo>
                <a:lnTo>
                  <a:pt x="1220" y="422"/>
                </a:lnTo>
                <a:lnTo>
                  <a:pt x="1221" y="428"/>
                </a:lnTo>
                <a:lnTo>
                  <a:pt x="1221" y="434"/>
                </a:lnTo>
                <a:lnTo>
                  <a:pt x="1222" y="441"/>
                </a:lnTo>
                <a:lnTo>
                  <a:pt x="1223" y="448"/>
                </a:lnTo>
                <a:lnTo>
                  <a:pt x="1223" y="447"/>
                </a:lnTo>
                <a:lnTo>
                  <a:pt x="1223" y="455"/>
                </a:lnTo>
                <a:lnTo>
                  <a:pt x="1225" y="472"/>
                </a:lnTo>
                <a:lnTo>
                  <a:pt x="1225" y="471"/>
                </a:lnTo>
                <a:lnTo>
                  <a:pt x="1228" y="489"/>
                </a:lnTo>
                <a:lnTo>
                  <a:pt x="1230" y="508"/>
                </a:lnTo>
                <a:lnTo>
                  <a:pt x="1234" y="528"/>
                </a:lnTo>
                <a:lnTo>
                  <a:pt x="1233" y="527"/>
                </a:lnTo>
                <a:lnTo>
                  <a:pt x="1237" y="549"/>
                </a:lnTo>
                <a:lnTo>
                  <a:pt x="1237" y="548"/>
                </a:lnTo>
                <a:lnTo>
                  <a:pt x="1242" y="570"/>
                </a:lnTo>
                <a:lnTo>
                  <a:pt x="1241" y="570"/>
                </a:lnTo>
                <a:lnTo>
                  <a:pt x="1246" y="592"/>
                </a:lnTo>
                <a:lnTo>
                  <a:pt x="1246" y="591"/>
                </a:lnTo>
                <a:lnTo>
                  <a:pt x="1252" y="614"/>
                </a:lnTo>
                <a:lnTo>
                  <a:pt x="1258" y="637"/>
                </a:lnTo>
                <a:lnTo>
                  <a:pt x="1258" y="636"/>
                </a:lnTo>
                <a:lnTo>
                  <a:pt x="1265" y="659"/>
                </a:lnTo>
                <a:lnTo>
                  <a:pt x="1265" y="658"/>
                </a:lnTo>
                <a:lnTo>
                  <a:pt x="1273" y="681"/>
                </a:lnTo>
                <a:lnTo>
                  <a:pt x="1272" y="681"/>
                </a:lnTo>
                <a:lnTo>
                  <a:pt x="1281" y="703"/>
                </a:lnTo>
                <a:lnTo>
                  <a:pt x="1281" y="702"/>
                </a:lnTo>
                <a:lnTo>
                  <a:pt x="1291" y="724"/>
                </a:lnTo>
                <a:lnTo>
                  <a:pt x="1290" y="723"/>
                </a:lnTo>
                <a:lnTo>
                  <a:pt x="1301" y="745"/>
                </a:lnTo>
                <a:lnTo>
                  <a:pt x="1300" y="744"/>
                </a:lnTo>
                <a:lnTo>
                  <a:pt x="1312" y="764"/>
                </a:lnTo>
                <a:lnTo>
                  <a:pt x="1311" y="763"/>
                </a:lnTo>
                <a:lnTo>
                  <a:pt x="1323" y="782"/>
                </a:lnTo>
                <a:lnTo>
                  <a:pt x="1322" y="781"/>
                </a:lnTo>
                <a:lnTo>
                  <a:pt x="1336" y="799"/>
                </a:lnTo>
                <a:lnTo>
                  <a:pt x="1335" y="798"/>
                </a:lnTo>
                <a:lnTo>
                  <a:pt x="1349" y="815"/>
                </a:lnTo>
                <a:lnTo>
                  <a:pt x="1348" y="814"/>
                </a:lnTo>
                <a:lnTo>
                  <a:pt x="1356" y="822"/>
                </a:lnTo>
                <a:lnTo>
                  <a:pt x="1355" y="821"/>
                </a:lnTo>
                <a:lnTo>
                  <a:pt x="1363" y="828"/>
                </a:lnTo>
                <a:lnTo>
                  <a:pt x="1363" y="827"/>
                </a:lnTo>
                <a:lnTo>
                  <a:pt x="1371" y="834"/>
                </a:lnTo>
                <a:lnTo>
                  <a:pt x="1370" y="834"/>
                </a:lnTo>
                <a:lnTo>
                  <a:pt x="1379" y="840"/>
                </a:lnTo>
                <a:lnTo>
                  <a:pt x="1377" y="839"/>
                </a:lnTo>
                <a:lnTo>
                  <a:pt x="1386" y="845"/>
                </a:lnTo>
                <a:lnTo>
                  <a:pt x="1385" y="845"/>
                </a:lnTo>
                <a:lnTo>
                  <a:pt x="1394" y="850"/>
                </a:lnTo>
                <a:lnTo>
                  <a:pt x="1393" y="850"/>
                </a:lnTo>
                <a:lnTo>
                  <a:pt x="1403" y="855"/>
                </a:lnTo>
                <a:lnTo>
                  <a:pt x="1402" y="854"/>
                </a:lnTo>
                <a:lnTo>
                  <a:pt x="1411" y="858"/>
                </a:lnTo>
                <a:lnTo>
                  <a:pt x="1410" y="858"/>
                </a:lnTo>
                <a:lnTo>
                  <a:pt x="1420" y="862"/>
                </a:lnTo>
                <a:lnTo>
                  <a:pt x="1419" y="861"/>
                </a:lnTo>
                <a:lnTo>
                  <a:pt x="1429" y="864"/>
                </a:lnTo>
                <a:lnTo>
                  <a:pt x="1428" y="864"/>
                </a:lnTo>
                <a:lnTo>
                  <a:pt x="1439" y="867"/>
                </a:lnTo>
                <a:lnTo>
                  <a:pt x="1437" y="866"/>
                </a:lnTo>
                <a:lnTo>
                  <a:pt x="1448" y="868"/>
                </a:lnTo>
                <a:lnTo>
                  <a:pt x="1447" y="868"/>
                </a:lnTo>
                <a:lnTo>
                  <a:pt x="1458" y="869"/>
                </a:lnTo>
                <a:lnTo>
                  <a:pt x="1457" y="869"/>
                </a:lnTo>
                <a:lnTo>
                  <a:pt x="1469" y="870"/>
                </a:lnTo>
                <a:lnTo>
                  <a:pt x="1470" y="870"/>
                </a:lnTo>
                <a:lnTo>
                  <a:pt x="1471" y="870"/>
                </a:lnTo>
                <a:lnTo>
                  <a:pt x="1472" y="870"/>
                </a:lnTo>
                <a:lnTo>
                  <a:pt x="1474" y="871"/>
                </a:lnTo>
                <a:lnTo>
                  <a:pt x="1472" y="870"/>
                </a:lnTo>
                <a:lnTo>
                  <a:pt x="1474" y="871"/>
                </a:lnTo>
                <a:lnTo>
                  <a:pt x="1477" y="871"/>
                </a:lnTo>
                <a:lnTo>
                  <a:pt x="1475" y="871"/>
                </a:lnTo>
                <a:lnTo>
                  <a:pt x="1479" y="871"/>
                </a:lnTo>
                <a:lnTo>
                  <a:pt x="1478" y="871"/>
                </a:lnTo>
                <a:lnTo>
                  <a:pt x="1483" y="870"/>
                </a:lnTo>
                <a:lnTo>
                  <a:pt x="1482" y="871"/>
                </a:lnTo>
                <a:lnTo>
                  <a:pt x="1487" y="870"/>
                </a:lnTo>
                <a:lnTo>
                  <a:pt x="1486" y="870"/>
                </a:lnTo>
                <a:lnTo>
                  <a:pt x="1493" y="869"/>
                </a:lnTo>
                <a:lnTo>
                  <a:pt x="1492" y="869"/>
                </a:lnTo>
                <a:lnTo>
                  <a:pt x="1499" y="867"/>
                </a:lnTo>
                <a:lnTo>
                  <a:pt x="1497" y="868"/>
                </a:lnTo>
                <a:lnTo>
                  <a:pt x="1505" y="865"/>
                </a:lnTo>
                <a:lnTo>
                  <a:pt x="1503" y="865"/>
                </a:lnTo>
                <a:lnTo>
                  <a:pt x="1511" y="862"/>
                </a:lnTo>
                <a:lnTo>
                  <a:pt x="1510" y="863"/>
                </a:lnTo>
                <a:lnTo>
                  <a:pt x="1518" y="858"/>
                </a:lnTo>
                <a:lnTo>
                  <a:pt x="1517" y="859"/>
                </a:lnTo>
                <a:lnTo>
                  <a:pt x="1526" y="853"/>
                </a:lnTo>
                <a:lnTo>
                  <a:pt x="1524" y="854"/>
                </a:lnTo>
                <a:lnTo>
                  <a:pt x="1533" y="847"/>
                </a:lnTo>
                <a:lnTo>
                  <a:pt x="1532" y="848"/>
                </a:lnTo>
                <a:lnTo>
                  <a:pt x="1541" y="840"/>
                </a:lnTo>
                <a:lnTo>
                  <a:pt x="1540" y="841"/>
                </a:lnTo>
                <a:lnTo>
                  <a:pt x="1550" y="831"/>
                </a:lnTo>
                <a:lnTo>
                  <a:pt x="1549" y="832"/>
                </a:lnTo>
                <a:lnTo>
                  <a:pt x="1559" y="821"/>
                </a:lnTo>
                <a:lnTo>
                  <a:pt x="1558" y="822"/>
                </a:lnTo>
                <a:lnTo>
                  <a:pt x="1563" y="816"/>
                </a:lnTo>
                <a:lnTo>
                  <a:pt x="1567" y="809"/>
                </a:lnTo>
                <a:lnTo>
                  <a:pt x="1567" y="810"/>
                </a:lnTo>
                <a:lnTo>
                  <a:pt x="1572" y="803"/>
                </a:lnTo>
                <a:lnTo>
                  <a:pt x="1577" y="796"/>
                </a:lnTo>
                <a:lnTo>
                  <a:pt x="1576" y="796"/>
                </a:lnTo>
                <a:lnTo>
                  <a:pt x="1581" y="788"/>
                </a:lnTo>
                <a:lnTo>
                  <a:pt x="1581" y="789"/>
                </a:lnTo>
                <a:lnTo>
                  <a:pt x="1586" y="780"/>
                </a:lnTo>
                <a:lnTo>
                  <a:pt x="1586" y="781"/>
                </a:lnTo>
                <a:lnTo>
                  <a:pt x="1590" y="772"/>
                </a:lnTo>
                <a:lnTo>
                  <a:pt x="1595" y="762"/>
                </a:lnTo>
                <a:lnTo>
                  <a:pt x="1595" y="763"/>
                </a:lnTo>
                <a:lnTo>
                  <a:pt x="1600" y="753"/>
                </a:lnTo>
                <a:lnTo>
                  <a:pt x="1599" y="753"/>
                </a:lnTo>
                <a:lnTo>
                  <a:pt x="1604" y="743"/>
                </a:lnTo>
                <a:lnTo>
                  <a:pt x="1609" y="732"/>
                </a:lnTo>
                <a:lnTo>
                  <a:pt x="1613" y="721"/>
                </a:lnTo>
                <a:lnTo>
                  <a:pt x="1618" y="709"/>
                </a:lnTo>
                <a:lnTo>
                  <a:pt x="1622" y="696"/>
                </a:lnTo>
                <a:lnTo>
                  <a:pt x="1622" y="697"/>
                </a:lnTo>
                <a:lnTo>
                  <a:pt x="1627" y="683"/>
                </a:lnTo>
                <a:lnTo>
                  <a:pt x="1626" y="683"/>
                </a:lnTo>
                <a:lnTo>
                  <a:pt x="1631" y="669"/>
                </a:lnTo>
                <a:lnTo>
                  <a:pt x="1635" y="655"/>
                </a:lnTo>
                <a:lnTo>
                  <a:pt x="1639" y="640"/>
                </a:lnTo>
                <a:lnTo>
                  <a:pt x="1643" y="624"/>
                </a:lnTo>
                <a:lnTo>
                  <a:pt x="1647" y="607"/>
                </a:lnTo>
                <a:lnTo>
                  <a:pt x="1651" y="590"/>
                </a:lnTo>
                <a:lnTo>
                  <a:pt x="1654" y="572"/>
                </a:lnTo>
                <a:lnTo>
                  <a:pt x="1658" y="553"/>
                </a:lnTo>
                <a:lnTo>
                  <a:pt x="1658" y="554"/>
                </a:lnTo>
                <a:lnTo>
                  <a:pt x="1661" y="534"/>
                </a:lnTo>
                <a:lnTo>
                  <a:pt x="1665" y="514"/>
                </a:lnTo>
                <a:lnTo>
                  <a:pt x="1668" y="493"/>
                </a:lnTo>
                <a:lnTo>
                  <a:pt x="1671" y="471"/>
                </a:lnTo>
                <a:lnTo>
                  <a:pt x="1673" y="448"/>
                </a:lnTo>
                <a:lnTo>
                  <a:pt x="1673" y="449"/>
                </a:lnTo>
                <a:lnTo>
                  <a:pt x="1676" y="425"/>
                </a:lnTo>
                <a:lnTo>
                  <a:pt x="1679" y="401"/>
                </a:lnTo>
                <a:lnTo>
                  <a:pt x="1679" y="399"/>
                </a:lnTo>
                <a:lnTo>
                  <a:pt x="1679" y="398"/>
                </a:lnTo>
                <a:lnTo>
                  <a:pt x="1679" y="400"/>
                </a:lnTo>
                <a:lnTo>
                  <a:pt x="1679" y="399"/>
                </a:lnTo>
                <a:lnTo>
                  <a:pt x="1679" y="398"/>
                </a:lnTo>
                <a:lnTo>
                  <a:pt x="1679" y="396"/>
                </a:lnTo>
                <a:lnTo>
                  <a:pt x="1679" y="394"/>
                </a:lnTo>
                <a:lnTo>
                  <a:pt x="1680" y="390"/>
                </a:lnTo>
                <a:lnTo>
                  <a:pt x="1680" y="391"/>
                </a:lnTo>
                <a:lnTo>
                  <a:pt x="1681" y="387"/>
                </a:lnTo>
                <a:lnTo>
                  <a:pt x="1681" y="386"/>
                </a:lnTo>
                <a:lnTo>
                  <a:pt x="1681" y="382"/>
                </a:lnTo>
                <a:lnTo>
                  <a:pt x="1682" y="377"/>
                </a:lnTo>
                <a:lnTo>
                  <a:pt x="1683" y="371"/>
                </a:lnTo>
                <a:lnTo>
                  <a:pt x="1684" y="365"/>
                </a:lnTo>
                <a:lnTo>
                  <a:pt x="1685" y="358"/>
                </a:lnTo>
                <a:lnTo>
                  <a:pt x="1687" y="351"/>
                </a:lnTo>
                <a:lnTo>
                  <a:pt x="1688" y="343"/>
                </a:lnTo>
                <a:lnTo>
                  <a:pt x="1689" y="335"/>
                </a:lnTo>
                <a:lnTo>
                  <a:pt x="1690" y="335"/>
                </a:lnTo>
                <a:lnTo>
                  <a:pt x="1693" y="318"/>
                </a:lnTo>
                <a:lnTo>
                  <a:pt x="1697" y="300"/>
                </a:lnTo>
                <a:lnTo>
                  <a:pt x="1697" y="299"/>
                </a:lnTo>
                <a:lnTo>
                  <a:pt x="1701" y="280"/>
                </a:lnTo>
                <a:lnTo>
                  <a:pt x="1706" y="260"/>
                </a:lnTo>
                <a:lnTo>
                  <a:pt x="1707" y="259"/>
                </a:lnTo>
                <a:lnTo>
                  <a:pt x="1712" y="239"/>
                </a:lnTo>
                <a:lnTo>
                  <a:pt x="1712" y="238"/>
                </a:lnTo>
                <a:lnTo>
                  <a:pt x="1718" y="217"/>
                </a:lnTo>
                <a:lnTo>
                  <a:pt x="1725" y="196"/>
                </a:lnTo>
                <a:lnTo>
                  <a:pt x="1725" y="195"/>
                </a:lnTo>
                <a:lnTo>
                  <a:pt x="1732" y="174"/>
                </a:lnTo>
                <a:lnTo>
                  <a:pt x="1740" y="153"/>
                </a:lnTo>
                <a:lnTo>
                  <a:pt x="1741" y="152"/>
                </a:lnTo>
                <a:lnTo>
                  <a:pt x="1749" y="131"/>
                </a:lnTo>
                <a:lnTo>
                  <a:pt x="1749" y="130"/>
                </a:lnTo>
                <a:lnTo>
                  <a:pt x="1758" y="111"/>
                </a:lnTo>
                <a:lnTo>
                  <a:pt x="1759" y="110"/>
                </a:lnTo>
                <a:lnTo>
                  <a:pt x="1768" y="92"/>
                </a:lnTo>
                <a:lnTo>
                  <a:pt x="1769" y="91"/>
                </a:lnTo>
                <a:lnTo>
                  <a:pt x="1779" y="74"/>
                </a:lnTo>
                <a:lnTo>
                  <a:pt x="1780" y="73"/>
                </a:lnTo>
                <a:lnTo>
                  <a:pt x="1785" y="65"/>
                </a:lnTo>
                <a:lnTo>
                  <a:pt x="1786" y="64"/>
                </a:lnTo>
                <a:lnTo>
                  <a:pt x="1791" y="57"/>
                </a:lnTo>
                <a:lnTo>
                  <a:pt x="1792" y="56"/>
                </a:lnTo>
                <a:lnTo>
                  <a:pt x="1797" y="49"/>
                </a:lnTo>
                <a:lnTo>
                  <a:pt x="1798" y="48"/>
                </a:lnTo>
                <a:lnTo>
                  <a:pt x="1804" y="41"/>
                </a:lnTo>
                <a:lnTo>
                  <a:pt x="1805" y="40"/>
                </a:lnTo>
                <a:lnTo>
                  <a:pt x="1811" y="34"/>
                </a:lnTo>
                <a:lnTo>
                  <a:pt x="1812" y="33"/>
                </a:lnTo>
                <a:lnTo>
                  <a:pt x="1818" y="28"/>
                </a:lnTo>
                <a:lnTo>
                  <a:pt x="1819" y="27"/>
                </a:lnTo>
                <a:lnTo>
                  <a:pt x="1825" y="22"/>
                </a:lnTo>
                <a:lnTo>
                  <a:pt x="1827" y="21"/>
                </a:lnTo>
                <a:lnTo>
                  <a:pt x="1833" y="17"/>
                </a:lnTo>
                <a:lnTo>
                  <a:pt x="1835" y="16"/>
                </a:lnTo>
                <a:lnTo>
                  <a:pt x="1841" y="12"/>
                </a:lnTo>
                <a:lnTo>
                  <a:pt x="1843" y="11"/>
                </a:lnTo>
                <a:lnTo>
                  <a:pt x="1850" y="8"/>
                </a:lnTo>
                <a:lnTo>
                  <a:pt x="1852" y="7"/>
                </a:lnTo>
                <a:lnTo>
                  <a:pt x="1859" y="4"/>
                </a:lnTo>
                <a:lnTo>
                  <a:pt x="1861" y="4"/>
                </a:lnTo>
                <a:lnTo>
                  <a:pt x="1868" y="2"/>
                </a:lnTo>
                <a:lnTo>
                  <a:pt x="1870" y="1"/>
                </a:lnTo>
                <a:lnTo>
                  <a:pt x="1878" y="0"/>
                </a:lnTo>
                <a:lnTo>
                  <a:pt x="1880" y="0"/>
                </a:lnTo>
                <a:lnTo>
                  <a:pt x="1888" y="0"/>
                </a:lnTo>
                <a:lnTo>
                  <a:pt x="1890" y="0"/>
                </a:lnTo>
                <a:lnTo>
                  <a:pt x="1898" y="0"/>
                </a:lnTo>
                <a:lnTo>
                  <a:pt x="1900" y="0"/>
                </a:lnTo>
                <a:lnTo>
                  <a:pt x="1908" y="2"/>
                </a:lnTo>
                <a:lnTo>
                  <a:pt x="1910" y="2"/>
                </a:lnTo>
                <a:lnTo>
                  <a:pt x="1918" y="4"/>
                </a:lnTo>
                <a:lnTo>
                  <a:pt x="1920" y="5"/>
                </a:lnTo>
                <a:lnTo>
                  <a:pt x="1928" y="8"/>
                </a:lnTo>
                <a:lnTo>
                  <a:pt x="1930" y="8"/>
                </a:lnTo>
                <a:lnTo>
                  <a:pt x="1938" y="12"/>
                </a:lnTo>
                <a:lnTo>
                  <a:pt x="1940" y="13"/>
                </a:lnTo>
                <a:lnTo>
                  <a:pt x="1949" y="18"/>
                </a:lnTo>
                <a:lnTo>
                  <a:pt x="1950" y="18"/>
                </a:lnTo>
                <a:lnTo>
                  <a:pt x="1959" y="24"/>
                </a:lnTo>
                <a:lnTo>
                  <a:pt x="1960" y="25"/>
                </a:lnTo>
                <a:lnTo>
                  <a:pt x="1969" y="32"/>
                </a:lnTo>
                <a:lnTo>
                  <a:pt x="1970" y="33"/>
                </a:lnTo>
                <a:lnTo>
                  <a:pt x="1980" y="40"/>
                </a:lnTo>
                <a:lnTo>
                  <a:pt x="1980" y="41"/>
                </a:lnTo>
                <a:lnTo>
                  <a:pt x="1990" y="50"/>
                </a:lnTo>
                <a:lnTo>
                  <a:pt x="1992" y="52"/>
                </a:lnTo>
                <a:lnTo>
                  <a:pt x="2000" y="62"/>
                </a:lnTo>
                <a:lnTo>
                  <a:pt x="2008" y="71"/>
                </a:lnTo>
                <a:lnTo>
                  <a:pt x="2016" y="80"/>
                </a:lnTo>
                <a:lnTo>
                  <a:pt x="2023" y="88"/>
                </a:lnTo>
                <a:lnTo>
                  <a:pt x="2030" y="95"/>
                </a:lnTo>
                <a:lnTo>
                  <a:pt x="2036" y="102"/>
                </a:lnTo>
                <a:lnTo>
                  <a:pt x="2041" y="109"/>
                </a:lnTo>
                <a:lnTo>
                  <a:pt x="2042" y="109"/>
                </a:lnTo>
                <a:lnTo>
                  <a:pt x="2047" y="115"/>
                </a:lnTo>
                <a:lnTo>
                  <a:pt x="2051" y="120"/>
                </a:lnTo>
                <a:lnTo>
                  <a:pt x="2056" y="125"/>
                </a:lnTo>
                <a:lnTo>
                  <a:pt x="2056" y="126"/>
                </a:lnTo>
                <a:lnTo>
                  <a:pt x="2060" y="130"/>
                </a:lnTo>
                <a:lnTo>
                  <a:pt x="2064" y="134"/>
                </a:lnTo>
                <a:lnTo>
                  <a:pt x="2070" y="141"/>
                </a:lnTo>
                <a:lnTo>
                  <a:pt x="2075" y="147"/>
                </a:lnTo>
                <a:lnTo>
                  <a:pt x="2079" y="153"/>
                </a:lnTo>
                <a:lnTo>
                  <a:pt x="2082" y="156"/>
                </a:lnTo>
                <a:lnTo>
                  <a:pt x="2084" y="158"/>
                </a:lnTo>
                <a:lnTo>
                  <a:pt x="2085" y="160"/>
                </a:lnTo>
                <a:lnTo>
                  <a:pt x="2086" y="161"/>
                </a:lnTo>
                <a:lnTo>
                  <a:pt x="2087" y="162"/>
                </a:lnTo>
                <a:lnTo>
                  <a:pt x="2085" y="160"/>
                </a:lnTo>
                <a:lnTo>
                  <a:pt x="2086" y="161"/>
                </a:lnTo>
                <a:lnTo>
                  <a:pt x="2054" y="192"/>
                </a:lnTo>
                <a:lnTo>
                  <a:pt x="2053" y="191"/>
                </a:lnTo>
                <a:lnTo>
                  <a:pt x="2052" y="190"/>
                </a:lnTo>
                <a:lnTo>
                  <a:pt x="2051" y="189"/>
                </a:lnTo>
                <a:lnTo>
                  <a:pt x="2050" y="188"/>
                </a:lnTo>
                <a:lnTo>
                  <a:pt x="2048" y="186"/>
                </a:lnTo>
                <a:lnTo>
                  <a:pt x="2048" y="185"/>
                </a:lnTo>
                <a:lnTo>
                  <a:pt x="2045" y="182"/>
                </a:lnTo>
                <a:lnTo>
                  <a:pt x="2041" y="177"/>
                </a:lnTo>
                <a:lnTo>
                  <a:pt x="2041" y="178"/>
                </a:lnTo>
                <a:lnTo>
                  <a:pt x="2036" y="172"/>
                </a:lnTo>
                <a:lnTo>
                  <a:pt x="2030" y="165"/>
                </a:lnTo>
                <a:lnTo>
                  <a:pt x="2026" y="160"/>
                </a:lnTo>
                <a:lnTo>
                  <a:pt x="2022" y="156"/>
                </a:lnTo>
                <a:lnTo>
                  <a:pt x="2018" y="150"/>
                </a:lnTo>
                <a:lnTo>
                  <a:pt x="2013" y="144"/>
                </a:lnTo>
                <a:lnTo>
                  <a:pt x="2008" y="138"/>
                </a:lnTo>
                <a:lnTo>
                  <a:pt x="2002" y="132"/>
                </a:lnTo>
                <a:lnTo>
                  <a:pt x="1996" y="125"/>
                </a:lnTo>
                <a:lnTo>
                  <a:pt x="1989" y="117"/>
                </a:lnTo>
                <a:lnTo>
                  <a:pt x="1982" y="109"/>
                </a:lnTo>
                <a:lnTo>
                  <a:pt x="1975" y="100"/>
                </a:lnTo>
                <a:lnTo>
                  <a:pt x="1967" y="91"/>
                </a:lnTo>
                <a:lnTo>
                  <a:pt x="1966" y="91"/>
                </a:lnTo>
                <a:lnTo>
                  <a:pt x="1958" y="81"/>
                </a:lnTo>
                <a:lnTo>
                  <a:pt x="1960" y="83"/>
                </a:lnTo>
                <a:lnTo>
                  <a:pt x="1950" y="74"/>
                </a:lnTo>
                <a:lnTo>
                  <a:pt x="1951" y="75"/>
                </a:lnTo>
                <a:lnTo>
                  <a:pt x="1942" y="67"/>
                </a:lnTo>
                <a:lnTo>
                  <a:pt x="1943" y="68"/>
                </a:lnTo>
                <a:lnTo>
                  <a:pt x="1934" y="61"/>
                </a:lnTo>
                <a:lnTo>
                  <a:pt x="1935" y="62"/>
                </a:lnTo>
                <a:lnTo>
                  <a:pt x="1926" y="56"/>
                </a:lnTo>
                <a:lnTo>
                  <a:pt x="1927" y="57"/>
                </a:lnTo>
                <a:lnTo>
                  <a:pt x="1919" y="52"/>
                </a:lnTo>
                <a:lnTo>
                  <a:pt x="1920" y="53"/>
                </a:lnTo>
                <a:lnTo>
                  <a:pt x="1912" y="49"/>
                </a:lnTo>
                <a:lnTo>
                  <a:pt x="1913" y="50"/>
                </a:lnTo>
                <a:lnTo>
                  <a:pt x="1905" y="47"/>
                </a:lnTo>
                <a:lnTo>
                  <a:pt x="1907" y="47"/>
                </a:lnTo>
                <a:lnTo>
                  <a:pt x="1899" y="45"/>
                </a:lnTo>
                <a:lnTo>
                  <a:pt x="1901" y="46"/>
                </a:lnTo>
                <a:lnTo>
                  <a:pt x="1893" y="45"/>
                </a:lnTo>
                <a:lnTo>
                  <a:pt x="1895" y="45"/>
                </a:lnTo>
                <a:lnTo>
                  <a:pt x="1887" y="44"/>
                </a:lnTo>
                <a:lnTo>
                  <a:pt x="1890" y="44"/>
                </a:lnTo>
                <a:lnTo>
                  <a:pt x="1882" y="45"/>
                </a:lnTo>
                <a:lnTo>
                  <a:pt x="1884" y="45"/>
                </a:lnTo>
                <a:lnTo>
                  <a:pt x="1877" y="46"/>
                </a:lnTo>
                <a:lnTo>
                  <a:pt x="1879" y="45"/>
                </a:lnTo>
                <a:lnTo>
                  <a:pt x="1872" y="47"/>
                </a:lnTo>
                <a:lnTo>
                  <a:pt x="1874" y="46"/>
                </a:lnTo>
                <a:lnTo>
                  <a:pt x="1867" y="49"/>
                </a:lnTo>
                <a:lnTo>
                  <a:pt x="1869" y="48"/>
                </a:lnTo>
                <a:lnTo>
                  <a:pt x="1862" y="51"/>
                </a:lnTo>
                <a:lnTo>
                  <a:pt x="1864" y="50"/>
                </a:lnTo>
                <a:lnTo>
                  <a:pt x="1857" y="54"/>
                </a:lnTo>
                <a:lnTo>
                  <a:pt x="1858" y="54"/>
                </a:lnTo>
                <a:lnTo>
                  <a:pt x="1852" y="58"/>
                </a:lnTo>
                <a:lnTo>
                  <a:pt x="1853" y="57"/>
                </a:lnTo>
                <a:lnTo>
                  <a:pt x="1847" y="62"/>
                </a:lnTo>
                <a:lnTo>
                  <a:pt x="1848" y="61"/>
                </a:lnTo>
                <a:lnTo>
                  <a:pt x="1842" y="67"/>
                </a:lnTo>
                <a:lnTo>
                  <a:pt x="1843" y="66"/>
                </a:lnTo>
                <a:lnTo>
                  <a:pt x="1837" y="72"/>
                </a:lnTo>
                <a:lnTo>
                  <a:pt x="1838" y="71"/>
                </a:lnTo>
                <a:lnTo>
                  <a:pt x="1832" y="78"/>
                </a:lnTo>
                <a:lnTo>
                  <a:pt x="1832" y="77"/>
                </a:lnTo>
                <a:lnTo>
                  <a:pt x="1827" y="84"/>
                </a:lnTo>
                <a:lnTo>
                  <a:pt x="1827" y="83"/>
                </a:lnTo>
                <a:lnTo>
                  <a:pt x="1822" y="91"/>
                </a:lnTo>
                <a:lnTo>
                  <a:pt x="1822" y="90"/>
                </a:lnTo>
                <a:lnTo>
                  <a:pt x="1817" y="98"/>
                </a:lnTo>
                <a:lnTo>
                  <a:pt x="1818" y="97"/>
                </a:lnTo>
                <a:lnTo>
                  <a:pt x="1807" y="114"/>
                </a:lnTo>
                <a:lnTo>
                  <a:pt x="1808" y="113"/>
                </a:lnTo>
                <a:lnTo>
                  <a:pt x="1798" y="131"/>
                </a:lnTo>
                <a:lnTo>
                  <a:pt x="1799" y="130"/>
                </a:lnTo>
                <a:lnTo>
                  <a:pt x="1790" y="149"/>
                </a:lnTo>
                <a:lnTo>
                  <a:pt x="1790" y="148"/>
                </a:lnTo>
                <a:lnTo>
                  <a:pt x="1782" y="169"/>
                </a:lnTo>
                <a:lnTo>
                  <a:pt x="1774" y="189"/>
                </a:lnTo>
                <a:lnTo>
                  <a:pt x="1775" y="189"/>
                </a:lnTo>
                <a:lnTo>
                  <a:pt x="1767" y="210"/>
                </a:lnTo>
                <a:lnTo>
                  <a:pt x="1768" y="209"/>
                </a:lnTo>
                <a:lnTo>
                  <a:pt x="1761" y="230"/>
                </a:lnTo>
                <a:lnTo>
                  <a:pt x="1755" y="251"/>
                </a:lnTo>
                <a:lnTo>
                  <a:pt x="1755" y="250"/>
                </a:lnTo>
                <a:lnTo>
                  <a:pt x="1750" y="271"/>
                </a:lnTo>
                <a:lnTo>
                  <a:pt x="1745" y="291"/>
                </a:lnTo>
                <a:lnTo>
                  <a:pt x="1745" y="290"/>
                </a:lnTo>
                <a:lnTo>
                  <a:pt x="1741" y="309"/>
                </a:lnTo>
                <a:lnTo>
                  <a:pt x="1737" y="327"/>
                </a:lnTo>
                <a:lnTo>
                  <a:pt x="1733" y="344"/>
                </a:lnTo>
                <a:lnTo>
                  <a:pt x="1732" y="352"/>
                </a:lnTo>
                <a:lnTo>
                  <a:pt x="1731" y="359"/>
                </a:lnTo>
                <a:lnTo>
                  <a:pt x="1729" y="366"/>
                </a:lnTo>
                <a:lnTo>
                  <a:pt x="1728" y="373"/>
                </a:lnTo>
                <a:lnTo>
                  <a:pt x="1727" y="379"/>
                </a:lnTo>
                <a:lnTo>
                  <a:pt x="1727" y="378"/>
                </a:lnTo>
                <a:lnTo>
                  <a:pt x="1726" y="384"/>
                </a:lnTo>
                <a:lnTo>
                  <a:pt x="1726" y="389"/>
                </a:lnTo>
                <a:lnTo>
                  <a:pt x="1725" y="393"/>
                </a:lnTo>
                <a:lnTo>
                  <a:pt x="1724" y="397"/>
                </a:lnTo>
                <a:lnTo>
                  <a:pt x="1724" y="400"/>
                </a:lnTo>
                <a:lnTo>
                  <a:pt x="1723" y="403"/>
                </a:lnTo>
                <a:lnTo>
                  <a:pt x="1723" y="405"/>
                </a:lnTo>
                <a:lnTo>
                  <a:pt x="1723" y="404"/>
                </a:lnTo>
                <a:lnTo>
                  <a:pt x="1723" y="405"/>
                </a:lnTo>
                <a:lnTo>
                  <a:pt x="1723" y="407"/>
                </a:lnTo>
                <a:lnTo>
                  <a:pt x="1723" y="405"/>
                </a:lnTo>
                <a:lnTo>
                  <a:pt x="1720" y="430"/>
                </a:lnTo>
                <a:lnTo>
                  <a:pt x="1718" y="454"/>
                </a:lnTo>
                <a:lnTo>
                  <a:pt x="1715" y="477"/>
                </a:lnTo>
                <a:lnTo>
                  <a:pt x="1712" y="499"/>
                </a:lnTo>
                <a:lnTo>
                  <a:pt x="1709" y="521"/>
                </a:lnTo>
                <a:lnTo>
                  <a:pt x="1705" y="541"/>
                </a:lnTo>
                <a:lnTo>
                  <a:pt x="1705" y="542"/>
                </a:lnTo>
                <a:lnTo>
                  <a:pt x="1702" y="561"/>
                </a:lnTo>
                <a:lnTo>
                  <a:pt x="1702" y="562"/>
                </a:lnTo>
                <a:lnTo>
                  <a:pt x="1698" y="581"/>
                </a:lnTo>
                <a:lnTo>
                  <a:pt x="1694" y="599"/>
                </a:lnTo>
                <a:lnTo>
                  <a:pt x="1694" y="600"/>
                </a:lnTo>
                <a:lnTo>
                  <a:pt x="1690" y="617"/>
                </a:lnTo>
                <a:lnTo>
                  <a:pt x="1687" y="634"/>
                </a:lnTo>
                <a:lnTo>
                  <a:pt x="1686" y="635"/>
                </a:lnTo>
                <a:lnTo>
                  <a:pt x="1682" y="651"/>
                </a:lnTo>
                <a:lnTo>
                  <a:pt x="1678" y="667"/>
                </a:lnTo>
                <a:lnTo>
                  <a:pt x="1674" y="682"/>
                </a:lnTo>
                <a:lnTo>
                  <a:pt x="1669" y="697"/>
                </a:lnTo>
                <a:lnTo>
                  <a:pt x="1665" y="711"/>
                </a:lnTo>
                <a:lnTo>
                  <a:pt x="1664" y="711"/>
                </a:lnTo>
                <a:lnTo>
                  <a:pt x="1660" y="724"/>
                </a:lnTo>
                <a:lnTo>
                  <a:pt x="1655" y="737"/>
                </a:lnTo>
                <a:lnTo>
                  <a:pt x="1650" y="749"/>
                </a:lnTo>
                <a:lnTo>
                  <a:pt x="1645" y="761"/>
                </a:lnTo>
                <a:lnTo>
                  <a:pt x="1640" y="772"/>
                </a:lnTo>
                <a:lnTo>
                  <a:pt x="1635" y="782"/>
                </a:lnTo>
                <a:lnTo>
                  <a:pt x="1635" y="783"/>
                </a:lnTo>
                <a:lnTo>
                  <a:pt x="1630" y="792"/>
                </a:lnTo>
                <a:lnTo>
                  <a:pt x="1630" y="793"/>
                </a:lnTo>
                <a:lnTo>
                  <a:pt x="1625" y="802"/>
                </a:lnTo>
                <a:lnTo>
                  <a:pt x="1620" y="811"/>
                </a:lnTo>
                <a:lnTo>
                  <a:pt x="1619" y="811"/>
                </a:lnTo>
                <a:lnTo>
                  <a:pt x="1615" y="819"/>
                </a:lnTo>
                <a:lnTo>
                  <a:pt x="1614" y="820"/>
                </a:lnTo>
                <a:lnTo>
                  <a:pt x="1609" y="828"/>
                </a:lnTo>
                <a:lnTo>
                  <a:pt x="1604" y="835"/>
                </a:lnTo>
                <a:lnTo>
                  <a:pt x="1603" y="836"/>
                </a:lnTo>
                <a:lnTo>
                  <a:pt x="1598" y="843"/>
                </a:lnTo>
                <a:lnTo>
                  <a:pt x="1593" y="849"/>
                </a:lnTo>
                <a:lnTo>
                  <a:pt x="1593" y="850"/>
                </a:lnTo>
                <a:lnTo>
                  <a:pt x="1583" y="861"/>
                </a:lnTo>
                <a:lnTo>
                  <a:pt x="1582" y="863"/>
                </a:lnTo>
                <a:lnTo>
                  <a:pt x="1572" y="872"/>
                </a:lnTo>
                <a:lnTo>
                  <a:pt x="1571" y="873"/>
                </a:lnTo>
                <a:lnTo>
                  <a:pt x="1562" y="882"/>
                </a:lnTo>
                <a:lnTo>
                  <a:pt x="1560" y="883"/>
                </a:lnTo>
                <a:lnTo>
                  <a:pt x="1551" y="890"/>
                </a:lnTo>
                <a:lnTo>
                  <a:pt x="1550" y="891"/>
                </a:lnTo>
                <a:lnTo>
                  <a:pt x="1541" y="896"/>
                </a:lnTo>
                <a:lnTo>
                  <a:pt x="1540" y="897"/>
                </a:lnTo>
                <a:lnTo>
                  <a:pt x="1531" y="902"/>
                </a:lnTo>
                <a:lnTo>
                  <a:pt x="1530" y="903"/>
                </a:lnTo>
                <a:lnTo>
                  <a:pt x="1521" y="906"/>
                </a:lnTo>
                <a:lnTo>
                  <a:pt x="1520" y="907"/>
                </a:lnTo>
                <a:lnTo>
                  <a:pt x="1513" y="910"/>
                </a:lnTo>
                <a:lnTo>
                  <a:pt x="1511" y="910"/>
                </a:lnTo>
                <a:lnTo>
                  <a:pt x="1504" y="912"/>
                </a:lnTo>
                <a:lnTo>
                  <a:pt x="1502" y="912"/>
                </a:lnTo>
                <a:lnTo>
                  <a:pt x="1496" y="914"/>
                </a:lnTo>
                <a:lnTo>
                  <a:pt x="1494" y="914"/>
                </a:lnTo>
                <a:lnTo>
                  <a:pt x="1488" y="915"/>
                </a:lnTo>
                <a:lnTo>
                  <a:pt x="1486" y="915"/>
                </a:lnTo>
                <a:lnTo>
                  <a:pt x="1481" y="915"/>
                </a:lnTo>
                <a:lnTo>
                  <a:pt x="1480" y="915"/>
                </a:lnTo>
                <a:lnTo>
                  <a:pt x="1476" y="915"/>
                </a:lnTo>
                <a:lnTo>
                  <a:pt x="1474" y="915"/>
                </a:lnTo>
                <a:lnTo>
                  <a:pt x="1471" y="915"/>
                </a:lnTo>
                <a:lnTo>
                  <a:pt x="1470" y="915"/>
                </a:lnTo>
                <a:lnTo>
                  <a:pt x="1468" y="915"/>
                </a:lnTo>
                <a:lnTo>
                  <a:pt x="1466" y="915"/>
                </a:lnTo>
                <a:lnTo>
                  <a:pt x="1464" y="914"/>
                </a:lnTo>
                <a:lnTo>
                  <a:pt x="1465" y="915"/>
                </a:lnTo>
                <a:lnTo>
                  <a:pt x="1466" y="915"/>
                </a:lnTo>
                <a:lnTo>
                  <a:pt x="1455" y="914"/>
                </a:lnTo>
                <a:lnTo>
                  <a:pt x="1453" y="914"/>
                </a:lnTo>
                <a:lnTo>
                  <a:pt x="1442" y="913"/>
                </a:lnTo>
                <a:lnTo>
                  <a:pt x="1441" y="912"/>
                </a:lnTo>
                <a:lnTo>
                  <a:pt x="1429" y="910"/>
                </a:lnTo>
                <a:lnTo>
                  <a:pt x="1428" y="910"/>
                </a:lnTo>
                <a:lnTo>
                  <a:pt x="1417" y="908"/>
                </a:lnTo>
                <a:lnTo>
                  <a:pt x="1416" y="907"/>
                </a:lnTo>
                <a:lnTo>
                  <a:pt x="1406" y="904"/>
                </a:lnTo>
                <a:lnTo>
                  <a:pt x="1404" y="904"/>
                </a:lnTo>
                <a:lnTo>
                  <a:pt x="1394" y="900"/>
                </a:lnTo>
                <a:lnTo>
                  <a:pt x="1393" y="899"/>
                </a:lnTo>
                <a:lnTo>
                  <a:pt x="1383" y="895"/>
                </a:lnTo>
                <a:lnTo>
                  <a:pt x="1382" y="894"/>
                </a:lnTo>
                <a:lnTo>
                  <a:pt x="1373" y="889"/>
                </a:lnTo>
                <a:lnTo>
                  <a:pt x="1371" y="889"/>
                </a:lnTo>
                <a:lnTo>
                  <a:pt x="1362" y="883"/>
                </a:lnTo>
                <a:lnTo>
                  <a:pt x="1361" y="883"/>
                </a:lnTo>
                <a:lnTo>
                  <a:pt x="1352" y="877"/>
                </a:lnTo>
                <a:lnTo>
                  <a:pt x="1351" y="876"/>
                </a:lnTo>
                <a:lnTo>
                  <a:pt x="1343" y="869"/>
                </a:lnTo>
                <a:lnTo>
                  <a:pt x="1342" y="869"/>
                </a:lnTo>
                <a:lnTo>
                  <a:pt x="1334" y="862"/>
                </a:lnTo>
                <a:lnTo>
                  <a:pt x="1333" y="861"/>
                </a:lnTo>
                <a:lnTo>
                  <a:pt x="1325" y="854"/>
                </a:lnTo>
                <a:lnTo>
                  <a:pt x="1324" y="853"/>
                </a:lnTo>
                <a:lnTo>
                  <a:pt x="1317" y="845"/>
                </a:lnTo>
                <a:lnTo>
                  <a:pt x="1316" y="844"/>
                </a:lnTo>
                <a:lnTo>
                  <a:pt x="1301" y="827"/>
                </a:lnTo>
                <a:lnTo>
                  <a:pt x="1300" y="826"/>
                </a:lnTo>
                <a:lnTo>
                  <a:pt x="1286" y="808"/>
                </a:lnTo>
                <a:lnTo>
                  <a:pt x="1286" y="807"/>
                </a:lnTo>
                <a:lnTo>
                  <a:pt x="1273" y="787"/>
                </a:lnTo>
                <a:lnTo>
                  <a:pt x="1272" y="786"/>
                </a:lnTo>
                <a:lnTo>
                  <a:pt x="1261" y="766"/>
                </a:lnTo>
                <a:lnTo>
                  <a:pt x="1260" y="765"/>
                </a:lnTo>
                <a:lnTo>
                  <a:pt x="1250" y="743"/>
                </a:lnTo>
                <a:lnTo>
                  <a:pt x="1249" y="742"/>
                </a:lnTo>
                <a:lnTo>
                  <a:pt x="1240" y="720"/>
                </a:lnTo>
                <a:lnTo>
                  <a:pt x="1240" y="719"/>
                </a:lnTo>
                <a:lnTo>
                  <a:pt x="1231" y="697"/>
                </a:lnTo>
                <a:lnTo>
                  <a:pt x="1230" y="696"/>
                </a:lnTo>
                <a:lnTo>
                  <a:pt x="1223" y="673"/>
                </a:lnTo>
                <a:lnTo>
                  <a:pt x="1222" y="672"/>
                </a:lnTo>
                <a:lnTo>
                  <a:pt x="1215" y="649"/>
                </a:lnTo>
                <a:lnTo>
                  <a:pt x="1209" y="626"/>
                </a:lnTo>
                <a:lnTo>
                  <a:pt x="1209" y="625"/>
                </a:lnTo>
                <a:lnTo>
                  <a:pt x="1203" y="602"/>
                </a:lnTo>
                <a:lnTo>
                  <a:pt x="1198" y="579"/>
                </a:lnTo>
                <a:lnTo>
                  <a:pt x="1193" y="557"/>
                </a:lnTo>
                <a:lnTo>
                  <a:pt x="1189" y="535"/>
                </a:lnTo>
                <a:lnTo>
                  <a:pt x="1186" y="515"/>
                </a:lnTo>
                <a:lnTo>
                  <a:pt x="1186" y="514"/>
                </a:lnTo>
                <a:lnTo>
                  <a:pt x="1183" y="495"/>
                </a:lnTo>
                <a:lnTo>
                  <a:pt x="1181" y="477"/>
                </a:lnTo>
                <a:lnTo>
                  <a:pt x="1179" y="460"/>
                </a:lnTo>
                <a:lnTo>
                  <a:pt x="1178" y="452"/>
                </a:lnTo>
                <a:lnTo>
                  <a:pt x="1177" y="445"/>
                </a:lnTo>
                <a:lnTo>
                  <a:pt x="1177" y="438"/>
                </a:lnTo>
                <a:lnTo>
                  <a:pt x="1176" y="431"/>
                </a:lnTo>
                <a:lnTo>
                  <a:pt x="1176" y="425"/>
                </a:lnTo>
                <a:lnTo>
                  <a:pt x="1176" y="426"/>
                </a:lnTo>
                <a:lnTo>
                  <a:pt x="1175" y="420"/>
                </a:lnTo>
                <a:lnTo>
                  <a:pt x="1175" y="415"/>
                </a:lnTo>
                <a:lnTo>
                  <a:pt x="1175" y="411"/>
                </a:lnTo>
                <a:lnTo>
                  <a:pt x="1175" y="407"/>
                </a:lnTo>
                <a:lnTo>
                  <a:pt x="1174" y="404"/>
                </a:lnTo>
                <a:lnTo>
                  <a:pt x="1174" y="402"/>
                </a:lnTo>
                <a:lnTo>
                  <a:pt x="1174" y="401"/>
                </a:lnTo>
                <a:lnTo>
                  <a:pt x="1174" y="400"/>
                </a:lnTo>
                <a:lnTo>
                  <a:pt x="1174" y="399"/>
                </a:lnTo>
                <a:lnTo>
                  <a:pt x="1174" y="398"/>
                </a:lnTo>
                <a:lnTo>
                  <a:pt x="1174" y="397"/>
                </a:lnTo>
                <a:lnTo>
                  <a:pt x="1174" y="401"/>
                </a:lnTo>
                <a:lnTo>
                  <a:pt x="1172" y="383"/>
                </a:lnTo>
                <a:lnTo>
                  <a:pt x="1169" y="366"/>
                </a:lnTo>
                <a:lnTo>
                  <a:pt x="1169" y="367"/>
                </a:lnTo>
                <a:lnTo>
                  <a:pt x="1166" y="350"/>
                </a:lnTo>
                <a:lnTo>
                  <a:pt x="1166" y="351"/>
                </a:lnTo>
                <a:lnTo>
                  <a:pt x="1163" y="335"/>
                </a:lnTo>
                <a:lnTo>
                  <a:pt x="1160" y="320"/>
                </a:lnTo>
                <a:lnTo>
                  <a:pt x="1157" y="306"/>
                </a:lnTo>
                <a:lnTo>
                  <a:pt x="1154" y="292"/>
                </a:lnTo>
                <a:lnTo>
                  <a:pt x="1150" y="279"/>
                </a:lnTo>
                <a:lnTo>
                  <a:pt x="1151" y="279"/>
                </a:lnTo>
                <a:lnTo>
                  <a:pt x="1147" y="266"/>
                </a:lnTo>
                <a:lnTo>
                  <a:pt x="1147" y="267"/>
                </a:lnTo>
                <a:lnTo>
                  <a:pt x="1144" y="254"/>
                </a:lnTo>
                <a:lnTo>
                  <a:pt x="1144" y="255"/>
                </a:lnTo>
                <a:lnTo>
                  <a:pt x="1140" y="243"/>
                </a:lnTo>
                <a:lnTo>
                  <a:pt x="1137" y="232"/>
                </a:lnTo>
                <a:lnTo>
                  <a:pt x="1133" y="221"/>
                </a:lnTo>
                <a:lnTo>
                  <a:pt x="1133" y="222"/>
                </a:lnTo>
                <a:lnTo>
                  <a:pt x="1129" y="212"/>
                </a:lnTo>
                <a:lnTo>
                  <a:pt x="1130" y="212"/>
                </a:lnTo>
                <a:lnTo>
                  <a:pt x="1126" y="202"/>
                </a:lnTo>
                <a:lnTo>
                  <a:pt x="1126" y="203"/>
                </a:lnTo>
                <a:lnTo>
                  <a:pt x="1122" y="193"/>
                </a:lnTo>
                <a:lnTo>
                  <a:pt x="1122" y="194"/>
                </a:lnTo>
                <a:lnTo>
                  <a:pt x="1118" y="185"/>
                </a:lnTo>
                <a:lnTo>
                  <a:pt x="1119" y="185"/>
                </a:lnTo>
                <a:lnTo>
                  <a:pt x="1115" y="177"/>
                </a:lnTo>
                <a:lnTo>
                  <a:pt x="1111" y="169"/>
                </a:lnTo>
                <a:lnTo>
                  <a:pt x="1111" y="170"/>
                </a:lnTo>
                <a:lnTo>
                  <a:pt x="1107" y="162"/>
                </a:lnTo>
                <a:lnTo>
                  <a:pt x="1108" y="163"/>
                </a:lnTo>
                <a:lnTo>
                  <a:pt x="1100" y="148"/>
                </a:lnTo>
                <a:lnTo>
                  <a:pt x="1100" y="149"/>
                </a:lnTo>
                <a:lnTo>
                  <a:pt x="1092" y="137"/>
                </a:lnTo>
                <a:lnTo>
                  <a:pt x="1093" y="138"/>
                </a:lnTo>
                <a:lnTo>
                  <a:pt x="1085" y="127"/>
                </a:lnTo>
                <a:lnTo>
                  <a:pt x="1086" y="128"/>
                </a:lnTo>
                <a:lnTo>
                  <a:pt x="1078" y="119"/>
                </a:lnTo>
                <a:lnTo>
                  <a:pt x="1079" y="120"/>
                </a:lnTo>
                <a:lnTo>
                  <a:pt x="1071" y="112"/>
                </a:lnTo>
                <a:lnTo>
                  <a:pt x="1072" y="113"/>
                </a:lnTo>
                <a:lnTo>
                  <a:pt x="1064" y="106"/>
                </a:lnTo>
                <a:lnTo>
                  <a:pt x="1066" y="107"/>
                </a:lnTo>
                <a:lnTo>
                  <a:pt x="1058" y="101"/>
                </a:lnTo>
                <a:lnTo>
                  <a:pt x="1059" y="102"/>
                </a:lnTo>
                <a:lnTo>
                  <a:pt x="1052" y="97"/>
                </a:lnTo>
                <a:lnTo>
                  <a:pt x="1054" y="98"/>
                </a:lnTo>
                <a:lnTo>
                  <a:pt x="1046" y="95"/>
                </a:lnTo>
                <a:lnTo>
                  <a:pt x="1048" y="95"/>
                </a:lnTo>
                <a:lnTo>
                  <a:pt x="1041" y="92"/>
                </a:lnTo>
                <a:lnTo>
                  <a:pt x="1043" y="93"/>
                </a:lnTo>
                <a:lnTo>
                  <a:pt x="1036" y="91"/>
                </a:lnTo>
                <a:lnTo>
                  <a:pt x="1038" y="91"/>
                </a:lnTo>
                <a:lnTo>
                  <a:pt x="1032" y="90"/>
                </a:lnTo>
                <a:lnTo>
                  <a:pt x="1033" y="90"/>
                </a:lnTo>
                <a:lnTo>
                  <a:pt x="1027" y="89"/>
                </a:lnTo>
                <a:lnTo>
                  <a:pt x="1029" y="89"/>
                </a:lnTo>
                <a:lnTo>
                  <a:pt x="1024" y="89"/>
                </a:lnTo>
                <a:lnTo>
                  <a:pt x="1026" y="89"/>
                </a:lnTo>
                <a:lnTo>
                  <a:pt x="1021" y="89"/>
                </a:lnTo>
                <a:lnTo>
                  <a:pt x="1022" y="89"/>
                </a:lnTo>
                <a:lnTo>
                  <a:pt x="1018" y="89"/>
                </a:lnTo>
                <a:lnTo>
                  <a:pt x="1019" y="89"/>
                </a:lnTo>
                <a:lnTo>
                  <a:pt x="1015" y="89"/>
                </a:lnTo>
                <a:lnTo>
                  <a:pt x="1017" y="89"/>
                </a:lnTo>
                <a:lnTo>
                  <a:pt x="1013" y="90"/>
                </a:lnTo>
                <a:lnTo>
                  <a:pt x="1014" y="89"/>
                </a:lnTo>
                <a:lnTo>
                  <a:pt x="1012" y="90"/>
                </a:lnTo>
                <a:lnTo>
                  <a:pt x="1013" y="90"/>
                </a:lnTo>
                <a:lnTo>
                  <a:pt x="1011" y="90"/>
                </a:lnTo>
                <a:lnTo>
                  <a:pt x="1013" y="90"/>
                </a:lnTo>
                <a:lnTo>
                  <a:pt x="1012" y="90"/>
                </a:lnTo>
                <a:lnTo>
                  <a:pt x="1011" y="90"/>
                </a:lnTo>
                <a:lnTo>
                  <a:pt x="1005" y="92"/>
                </a:lnTo>
                <a:lnTo>
                  <a:pt x="991" y="93"/>
                </a:lnTo>
                <a:lnTo>
                  <a:pt x="994" y="92"/>
                </a:lnTo>
                <a:lnTo>
                  <a:pt x="981" y="95"/>
                </a:lnTo>
                <a:lnTo>
                  <a:pt x="983" y="94"/>
                </a:lnTo>
                <a:lnTo>
                  <a:pt x="971" y="98"/>
                </a:lnTo>
                <a:lnTo>
                  <a:pt x="974" y="97"/>
                </a:lnTo>
                <a:lnTo>
                  <a:pt x="962" y="102"/>
                </a:lnTo>
                <a:lnTo>
                  <a:pt x="965" y="101"/>
                </a:lnTo>
                <a:lnTo>
                  <a:pt x="954" y="108"/>
                </a:lnTo>
                <a:lnTo>
                  <a:pt x="956" y="106"/>
                </a:lnTo>
                <a:lnTo>
                  <a:pt x="947" y="114"/>
                </a:lnTo>
                <a:lnTo>
                  <a:pt x="948" y="112"/>
                </a:lnTo>
                <a:lnTo>
                  <a:pt x="939" y="121"/>
                </a:lnTo>
                <a:lnTo>
                  <a:pt x="941" y="120"/>
                </a:lnTo>
                <a:lnTo>
                  <a:pt x="932" y="129"/>
                </a:lnTo>
                <a:lnTo>
                  <a:pt x="934" y="128"/>
                </a:lnTo>
                <a:lnTo>
                  <a:pt x="926" y="138"/>
                </a:lnTo>
                <a:lnTo>
                  <a:pt x="927" y="137"/>
                </a:lnTo>
                <a:lnTo>
                  <a:pt x="920" y="148"/>
                </a:lnTo>
                <a:lnTo>
                  <a:pt x="921" y="147"/>
                </a:lnTo>
                <a:lnTo>
                  <a:pt x="914" y="159"/>
                </a:lnTo>
                <a:lnTo>
                  <a:pt x="915" y="158"/>
                </a:lnTo>
                <a:lnTo>
                  <a:pt x="909" y="170"/>
                </a:lnTo>
                <a:lnTo>
                  <a:pt x="910" y="169"/>
                </a:lnTo>
                <a:lnTo>
                  <a:pt x="905" y="182"/>
                </a:lnTo>
                <a:lnTo>
                  <a:pt x="905" y="181"/>
                </a:lnTo>
                <a:lnTo>
                  <a:pt x="900" y="194"/>
                </a:lnTo>
                <a:lnTo>
                  <a:pt x="901" y="193"/>
                </a:lnTo>
                <a:lnTo>
                  <a:pt x="897" y="206"/>
                </a:lnTo>
                <a:lnTo>
                  <a:pt x="897" y="205"/>
                </a:lnTo>
                <a:lnTo>
                  <a:pt x="893" y="218"/>
                </a:lnTo>
                <a:lnTo>
                  <a:pt x="890" y="231"/>
                </a:lnTo>
                <a:lnTo>
                  <a:pt x="891" y="230"/>
                </a:lnTo>
                <a:lnTo>
                  <a:pt x="888" y="243"/>
                </a:lnTo>
                <a:lnTo>
                  <a:pt x="888" y="242"/>
                </a:lnTo>
                <a:lnTo>
                  <a:pt x="884" y="268"/>
                </a:lnTo>
                <a:lnTo>
                  <a:pt x="884" y="267"/>
                </a:lnTo>
                <a:lnTo>
                  <a:pt x="882" y="279"/>
                </a:lnTo>
                <a:lnTo>
                  <a:pt x="881" y="290"/>
                </a:lnTo>
                <a:lnTo>
                  <a:pt x="880" y="301"/>
                </a:lnTo>
                <a:lnTo>
                  <a:pt x="880" y="300"/>
                </a:lnTo>
                <a:lnTo>
                  <a:pt x="879" y="311"/>
                </a:lnTo>
                <a:lnTo>
                  <a:pt x="879" y="310"/>
                </a:lnTo>
                <a:lnTo>
                  <a:pt x="879" y="320"/>
                </a:lnTo>
                <a:lnTo>
                  <a:pt x="879" y="319"/>
                </a:lnTo>
                <a:lnTo>
                  <a:pt x="878" y="328"/>
                </a:lnTo>
                <a:lnTo>
                  <a:pt x="878" y="335"/>
                </a:lnTo>
                <a:lnTo>
                  <a:pt x="878" y="341"/>
                </a:lnTo>
                <a:lnTo>
                  <a:pt x="878" y="346"/>
                </a:lnTo>
                <a:lnTo>
                  <a:pt x="878" y="350"/>
                </a:lnTo>
                <a:lnTo>
                  <a:pt x="878" y="352"/>
                </a:lnTo>
                <a:lnTo>
                  <a:pt x="878" y="353"/>
                </a:lnTo>
                <a:lnTo>
                  <a:pt x="878" y="355"/>
                </a:lnTo>
                <a:lnTo>
                  <a:pt x="875" y="382"/>
                </a:lnTo>
                <a:lnTo>
                  <a:pt x="872" y="408"/>
                </a:lnTo>
                <a:lnTo>
                  <a:pt x="868" y="433"/>
                </a:lnTo>
                <a:lnTo>
                  <a:pt x="868" y="434"/>
                </a:lnTo>
                <a:lnTo>
                  <a:pt x="865" y="458"/>
                </a:lnTo>
                <a:lnTo>
                  <a:pt x="861" y="481"/>
                </a:lnTo>
                <a:lnTo>
                  <a:pt x="861" y="482"/>
                </a:lnTo>
                <a:lnTo>
                  <a:pt x="857" y="504"/>
                </a:lnTo>
                <a:lnTo>
                  <a:pt x="857" y="505"/>
                </a:lnTo>
                <a:lnTo>
                  <a:pt x="853" y="526"/>
                </a:lnTo>
                <a:lnTo>
                  <a:pt x="853" y="527"/>
                </a:lnTo>
                <a:lnTo>
                  <a:pt x="849" y="547"/>
                </a:lnTo>
                <a:lnTo>
                  <a:pt x="848" y="548"/>
                </a:lnTo>
                <a:lnTo>
                  <a:pt x="844" y="568"/>
                </a:lnTo>
                <a:lnTo>
                  <a:pt x="839" y="587"/>
                </a:lnTo>
                <a:lnTo>
                  <a:pt x="839" y="588"/>
                </a:lnTo>
                <a:lnTo>
                  <a:pt x="834" y="606"/>
                </a:lnTo>
                <a:lnTo>
                  <a:pt x="834" y="607"/>
                </a:lnTo>
                <a:lnTo>
                  <a:pt x="829" y="624"/>
                </a:lnTo>
                <a:lnTo>
                  <a:pt x="829" y="625"/>
                </a:lnTo>
                <a:lnTo>
                  <a:pt x="824" y="642"/>
                </a:lnTo>
                <a:lnTo>
                  <a:pt x="823" y="642"/>
                </a:lnTo>
                <a:lnTo>
                  <a:pt x="818" y="659"/>
                </a:lnTo>
                <a:lnTo>
                  <a:pt x="813" y="675"/>
                </a:lnTo>
                <a:lnTo>
                  <a:pt x="812" y="675"/>
                </a:lnTo>
                <a:lnTo>
                  <a:pt x="807" y="690"/>
                </a:lnTo>
                <a:lnTo>
                  <a:pt x="807" y="691"/>
                </a:lnTo>
                <a:lnTo>
                  <a:pt x="801" y="705"/>
                </a:lnTo>
                <a:lnTo>
                  <a:pt x="795" y="719"/>
                </a:lnTo>
                <a:lnTo>
                  <a:pt x="795" y="720"/>
                </a:lnTo>
                <a:lnTo>
                  <a:pt x="789" y="733"/>
                </a:lnTo>
                <a:lnTo>
                  <a:pt x="783" y="745"/>
                </a:lnTo>
                <a:lnTo>
                  <a:pt x="782" y="746"/>
                </a:lnTo>
                <a:lnTo>
                  <a:pt x="776" y="758"/>
                </a:lnTo>
                <a:lnTo>
                  <a:pt x="770" y="769"/>
                </a:lnTo>
                <a:lnTo>
                  <a:pt x="770" y="770"/>
                </a:lnTo>
                <a:lnTo>
                  <a:pt x="763" y="780"/>
                </a:lnTo>
                <a:lnTo>
                  <a:pt x="763" y="781"/>
                </a:lnTo>
                <a:lnTo>
                  <a:pt x="757" y="791"/>
                </a:lnTo>
                <a:lnTo>
                  <a:pt x="750" y="801"/>
                </a:lnTo>
                <a:lnTo>
                  <a:pt x="744" y="810"/>
                </a:lnTo>
                <a:lnTo>
                  <a:pt x="743" y="811"/>
                </a:lnTo>
                <a:lnTo>
                  <a:pt x="737" y="819"/>
                </a:lnTo>
                <a:lnTo>
                  <a:pt x="737" y="820"/>
                </a:lnTo>
                <a:lnTo>
                  <a:pt x="730" y="828"/>
                </a:lnTo>
                <a:lnTo>
                  <a:pt x="723" y="836"/>
                </a:lnTo>
                <a:lnTo>
                  <a:pt x="717" y="843"/>
                </a:lnTo>
                <a:lnTo>
                  <a:pt x="716" y="844"/>
                </a:lnTo>
                <a:lnTo>
                  <a:pt x="710" y="850"/>
                </a:lnTo>
                <a:lnTo>
                  <a:pt x="709" y="850"/>
                </a:lnTo>
                <a:lnTo>
                  <a:pt x="703" y="857"/>
                </a:lnTo>
                <a:lnTo>
                  <a:pt x="702" y="857"/>
                </a:lnTo>
                <a:lnTo>
                  <a:pt x="696" y="863"/>
                </a:lnTo>
                <a:lnTo>
                  <a:pt x="690" y="868"/>
                </a:lnTo>
                <a:lnTo>
                  <a:pt x="689" y="869"/>
                </a:lnTo>
                <a:lnTo>
                  <a:pt x="677" y="878"/>
                </a:lnTo>
                <a:lnTo>
                  <a:pt x="675" y="879"/>
                </a:lnTo>
                <a:lnTo>
                  <a:pt x="664" y="887"/>
                </a:lnTo>
                <a:lnTo>
                  <a:pt x="662" y="888"/>
                </a:lnTo>
                <a:lnTo>
                  <a:pt x="651" y="894"/>
                </a:lnTo>
                <a:lnTo>
                  <a:pt x="650" y="895"/>
                </a:lnTo>
                <a:lnTo>
                  <a:pt x="639" y="900"/>
                </a:lnTo>
                <a:lnTo>
                  <a:pt x="637" y="901"/>
                </a:lnTo>
                <a:lnTo>
                  <a:pt x="627" y="905"/>
                </a:lnTo>
                <a:lnTo>
                  <a:pt x="625" y="906"/>
                </a:lnTo>
                <a:lnTo>
                  <a:pt x="616" y="909"/>
                </a:lnTo>
                <a:lnTo>
                  <a:pt x="614" y="909"/>
                </a:lnTo>
                <a:lnTo>
                  <a:pt x="605" y="911"/>
                </a:lnTo>
                <a:lnTo>
                  <a:pt x="604" y="912"/>
                </a:lnTo>
                <a:lnTo>
                  <a:pt x="596" y="913"/>
                </a:lnTo>
                <a:lnTo>
                  <a:pt x="594" y="914"/>
                </a:lnTo>
                <a:lnTo>
                  <a:pt x="587" y="915"/>
                </a:lnTo>
                <a:lnTo>
                  <a:pt x="586" y="915"/>
                </a:lnTo>
                <a:lnTo>
                  <a:pt x="579" y="915"/>
                </a:lnTo>
                <a:lnTo>
                  <a:pt x="578" y="915"/>
                </a:lnTo>
                <a:lnTo>
                  <a:pt x="573" y="915"/>
                </a:lnTo>
                <a:lnTo>
                  <a:pt x="572" y="915"/>
                </a:lnTo>
                <a:lnTo>
                  <a:pt x="567" y="915"/>
                </a:lnTo>
                <a:lnTo>
                  <a:pt x="566" y="915"/>
                </a:lnTo>
                <a:lnTo>
                  <a:pt x="563" y="915"/>
                </a:lnTo>
                <a:lnTo>
                  <a:pt x="561" y="915"/>
                </a:lnTo>
                <a:lnTo>
                  <a:pt x="559" y="915"/>
                </a:lnTo>
                <a:lnTo>
                  <a:pt x="558" y="914"/>
                </a:lnTo>
                <a:lnTo>
                  <a:pt x="557" y="914"/>
                </a:lnTo>
                <a:lnTo>
                  <a:pt x="559" y="914"/>
                </a:lnTo>
                <a:lnTo>
                  <a:pt x="549" y="913"/>
                </a:lnTo>
                <a:lnTo>
                  <a:pt x="547" y="913"/>
                </a:lnTo>
                <a:lnTo>
                  <a:pt x="538" y="911"/>
                </a:lnTo>
                <a:lnTo>
                  <a:pt x="536" y="910"/>
                </a:lnTo>
                <a:lnTo>
                  <a:pt x="527" y="908"/>
                </a:lnTo>
                <a:lnTo>
                  <a:pt x="525" y="907"/>
                </a:lnTo>
                <a:lnTo>
                  <a:pt x="516" y="904"/>
                </a:lnTo>
                <a:lnTo>
                  <a:pt x="515" y="903"/>
                </a:lnTo>
                <a:lnTo>
                  <a:pt x="506" y="899"/>
                </a:lnTo>
                <a:lnTo>
                  <a:pt x="505" y="899"/>
                </a:lnTo>
                <a:lnTo>
                  <a:pt x="496" y="894"/>
                </a:lnTo>
                <a:lnTo>
                  <a:pt x="495" y="893"/>
                </a:lnTo>
                <a:lnTo>
                  <a:pt x="487" y="888"/>
                </a:lnTo>
                <a:lnTo>
                  <a:pt x="486" y="887"/>
                </a:lnTo>
                <a:lnTo>
                  <a:pt x="478" y="881"/>
                </a:lnTo>
                <a:lnTo>
                  <a:pt x="477" y="881"/>
                </a:lnTo>
                <a:lnTo>
                  <a:pt x="469" y="874"/>
                </a:lnTo>
                <a:lnTo>
                  <a:pt x="468" y="874"/>
                </a:lnTo>
                <a:lnTo>
                  <a:pt x="461" y="867"/>
                </a:lnTo>
                <a:lnTo>
                  <a:pt x="460" y="866"/>
                </a:lnTo>
                <a:lnTo>
                  <a:pt x="452" y="859"/>
                </a:lnTo>
                <a:lnTo>
                  <a:pt x="452" y="858"/>
                </a:lnTo>
                <a:lnTo>
                  <a:pt x="445" y="850"/>
                </a:lnTo>
                <a:lnTo>
                  <a:pt x="444" y="849"/>
                </a:lnTo>
                <a:lnTo>
                  <a:pt x="437" y="841"/>
                </a:lnTo>
                <a:lnTo>
                  <a:pt x="437" y="840"/>
                </a:lnTo>
                <a:lnTo>
                  <a:pt x="430" y="832"/>
                </a:lnTo>
                <a:lnTo>
                  <a:pt x="429" y="831"/>
                </a:lnTo>
                <a:lnTo>
                  <a:pt x="417" y="812"/>
                </a:lnTo>
                <a:lnTo>
                  <a:pt x="416" y="811"/>
                </a:lnTo>
                <a:lnTo>
                  <a:pt x="404" y="791"/>
                </a:lnTo>
                <a:lnTo>
                  <a:pt x="403" y="790"/>
                </a:lnTo>
                <a:lnTo>
                  <a:pt x="392" y="769"/>
                </a:lnTo>
                <a:lnTo>
                  <a:pt x="392" y="768"/>
                </a:lnTo>
                <a:lnTo>
                  <a:pt x="382" y="745"/>
                </a:lnTo>
                <a:lnTo>
                  <a:pt x="381" y="745"/>
                </a:lnTo>
                <a:lnTo>
                  <a:pt x="372" y="721"/>
                </a:lnTo>
                <a:lnTo>
                  <a:pt x="363" y="697"/>
                </a:lnTo>
                <a:lnTo>
                  <a:pt x="362" y="696"/>
                </a:lnTo>
                <a:lnTo>
                  <a:pt x="354" y="672"/>
                </a:lnTo>
                <a:lnTo>
                  <a:pt x="354" y="671"/>
                </a:lnTo>
                <a:lnTo>
                  <a:pt x="347" y="646"/>
                </a:lnTo>
                <a:lnTo>
                  <a:pt x="340" y="621"/>
                </a:lnTo>
                <a:lnTo>
                  <a:pt x="334" y="596"/>
                </a:lnTo>
                <a:lnTo>
                  <a:pt x="334" y="595"/>
                </a:lnTo>
                <a:lnTo>
                  <a:pt x="328" y="571"/>
                </a:lnTo>
                <a:lnTo>
                  <a:pt x="328" y="570"/>
                </a:lnTo>
                <a:lnTo>
                  <a:pt x="323" y="546"/>
                </a:lnTo>
                <a:lnTo>
                  <a:pt x="318" y="522"/>
                </a:lnTo>
                <a:lnTo>
                  <a:pt x="314" y="499"/>
                </a:lnTo>
                <a:lnTo>
                  <a:pt x="311" y="478"/>
                </a:lnTo>
                <a:lnTo>
                  <a:pt x="310" y="477"/>
                </a:lnTo>
                <a:lnTo>
                  <a:pt x="307" y="457"/>
                </a:lnTo>
                <a:lnTo>
                  <a:pt x="307" y="456"/>
                </a:lnTo>
                <a:lnTo>
                  <a:pt x="305" y="437"/>
                </a:lnTo>
                <a:lnTo>
                  <a:pt x="304" y="428"/>
                </a:lnTo>
                <a:lnTo>
                  <a:pt x="303" y="419"/>
                </a:lnTo>
                <a:lnTo>
                  <a:pt x="302" y="411"/>
                </a:lnTo>
                <a:lnTo>
                  <a:pt x="301" y="403"/>
                </a:lnTo>
                <a:lnTo>
                  <a:pt x="300" y="396"/>
                </a:lnTo>
                <a:lnTo>
                  <a:pt x="299" y="389"/>
                </a:lnTo>
                <a:lnTo>
                  <a:pt x="299" y="383"/>
                </a:lnTo>
                <a:lnTo>
                  <a:pt x="298" y="377"/>
                </a:lnTo>
                <a:lnTo>
                  <a:pt x="298" y="372"/>
                </a:lnTo>
                <a:lnTo>
                  <a:pt x="297" y="368"/>
                </a:lnTo>
                <a:lnTo>
                  <a:pt x="297" y="367"/>
                </a:lnTo>
                <a:lnTo>
                  <a:pt x="297" y="363"/>
                </a:lnTo>
                <a:lnTo>
                  <a:pt x="297" y="364"/>
                </a:lnTo>
                <a:lnTo>
                  <a:pt x="297" y="361"/>
                </a:lnTo>
                <a:lnTo>
                  <a:pt x="297" y="360"/>
                </a:lnTo>
                <a:lnTo>
                  <a:pt x="296" y="358"/>
                </a:lnTo>
                <a:lnTo>
                  <a:pt x="296" y="356"/>
                </a:lnTo>
                <a:lnTo>
                  <a:pt x="296" y="354"/>
                </a:lnTo>
                <a:lnTo>
                  <a:pt x="296" y="353"/>
                </a:lnTo>
                <a:lnTo>
                  <a:pt x="296" y="356"/>
                </a:lnTo>
                <a:lnTo>
                  <a:pt x="294" y="341"/>
                </a:lnTo>
                <a:lnTo>
                  <a:pt x="292" y="327"/>
                </a:lnTo>
                <a:lnTo>
                  <a:pt x="290" y="313"/>
                </a:lnTo>
                <a:lnTo>
                  <a:pt x="287" y="299"/>
                </a:lnTo>
                <a:lnTo>
                  <a:pt x="287" y="300"/>
                </a:lnTo>
                <a:lnTo>
                  <a:pt x="285" y="287"/>
                </a:lnTo>
                <a:lnTo>
                  <a:pt x="282" y="275"/>
                </a:lnTo>
                <a:lnTo>
                  <a:pt x="280" y="263"/>
                </a:lnTo>
                <a:lnTo>
                  <a:pt x="280" y="264"/>
                </a:lnTo>
                <a:lnTo>
                  <a:pt x="277" y="252"/>
                </a:lnTo>
                <a:lnTo>
                  <a:pt x="274" y="241"/>
                </a:lnTo>
                <a:lnTo>
                  <a:pt x="274" y="242"/>
                </a:lnTo>
                <a:lnTo>
                  <a:pt x="271" y="231"/>
                </a:lnTo>
                <a:lnTo>
                  <a:pt x="268" y="221"/>
                </a:lnTo>
                <a:lnTo>
                  <a:pt x="268" y="222"/>
                </a:lnTo>
                <a:lnTo>
                  <a:pt x="265" y="212"/>
                </a:lnTo>
                <a:lnTo>
                  <a:pt x="262" y="203"/>
                </a:lnTo>
                <a:lnTo>
                  <a:pt x="259" y="195"/>
                </a:lnTo>
                <a:lnTo>
                  <a:pt x="260" y="195"/>
                </a:lnTo>
                <a:lnTo>
                  <a:pt x="253" y="179"/>
                </a:lnTo>
                <a:lnTo>
                  <a:pt x="253" y="180"/>
                </a:lnTo>
                <a:lnTo>
                  <a:pt x="247" y="165"/>
                </a:lnTo>
                <a:lnTo>
                  <a:pt x="247" y="166"/>
                </a:lnTo>
                <a:lnTo>
                  <a:pt x="240" y="152"/>
                </a:lnTo>
                <a:lnTo>
                  <a:pt x="241" y="153"/>
                </a:lnTo>
                <a:lnTo>
                  <a:pt x="234" y="140"/>
                </a:lnTo>
                <a:lnTo>
                  <a:pt x="235" y="141"/>
                </a:lnTo>
                <a:lnTo>
                  <a:pt x="228" y="131"/>
                </a:lnTo>
                <a:lnTo>
                  <a:pt x="229" y="132"/>
                </a:lnTo>
                <a:lnTo>
                  <a:pt x="222" y="123"/>
                </a:lnTo>
                <a:lnTo>
                  <a:pt x="223" y="124"/>
                </a:lnTo>
                <a:lnTo>
                  <a:pt x="216" y="115"/>
                </a:lnTo>
                <a:lnTo>
                  <a:pt x="217" y="116"/>
                </a:lnTo>
                <a:lnTo>
                  <a:pt x="210" y="109"/>
                </a:lnTo>
                <a:lnTo>
                  <a:pt x="211" y="111"/>
                </a:lnTo>
                <a:lnTo>
                  <a:pt x="204" y="105"/>
                </a:lnTo>
                <a:lnTo>
                  <a:pt x="205" y="105"/>
                </a:lnTo>
                <a:lnTo>
                  <a:pt x="199" y="100"/>
                </a:lnTo>
                <a:lnTo>
                  <a:pt x="200" y="101"/>
                </a:lnTo>
                <a:lnTo>
                  <a:pt x="194" y="97"/>
                </a:lnTo>
                <a:lnTo>
                  <a:pt x="195" y="98"/>
                </a:lnTo>
                <a:lnTo>
                  <a:pt x="189" y="95"/>
                </a:lnTo>
                <a:lnTo>
                  <a:pt x="191" y="95"/>
                </a:lnTo>
                <a:lnTo>
                  <a:pt x="185" y="93"/>
                </a:lnTo>
                <a:lnTo>
                  <a:pt x="186" y="93"/>
                </a:lnTo>
                <a:lnTo>
                  <a:pt x="181" y="91"/>
                </a:lnTo>
                <a:lnTo>
                  <a:pt x="182" y="92"/>
                </a:lnTo>
                <a:lnTo>
                  <a:pt x="177" y="90"/>
                </a:lnTo>
                <a:lnTo>
                  <a:pt x="179" y="91"/>
                </a:lnTo>
                <a:lnTo>
                  <a:pt x="174" y="90"/>
                </a:lnTo>
                <a:lnTo>
                  <a:pt x="175" y="90"/>
                </a:lnTo>
                <a:lnTo>
                  <a:pt x="170" y="90"/>
                </a:lnTo>
                <a:lnTo>
                  <a:pt x="172" y="90"/>
                </a:lnTo>
                <a:lnTo>
                  <a:pt x="168" y="90"/>
                </a:lnTo>
                <a:lnTo>
                  <a:pt x="169" y="90"/>
                </a:lnTo>
                <a:lnTo>
                  <a:pt x="165" y="90"/>
                </a:lnTo>
                <a:lnTo>
                  <a:pt x="167" y="90"/>
                </a:lnTo>
                <a:lnTo>
                  <a:pt x="163" y="90"/>
                </a:lnTo>
                <a:lnTo>
                  <a:pt x="165" y="90"/>
                </a:lnTo>
                <a:lnTo>
                  <a:pt x="162" y="90"/>
                </a:lnTo>
                <a:lnTo>
                  <a:pt x="163" y="90"/>
                </a:lnTo>
                <a:lnTo>
                  <a:pt x="161" y="90"/>
                </a:lnTo>
                <a:lnTo>
                  <a:pt x="162" y="90"/>
                </a:lnTo>
                <a:lnTo>
                  <a:pt x="160" y="91"/>
                </a:lnTo>
                <a:lnTo>
                  <a:pt x="161" y="90"/>
                </a:lnTo>
                <a:lnTo>
                  <a:pt x="160" y="91"/>
                </a:lnTo>
                <a:lnTo>
                  <a:pt x="162" y="90"/>
                </a:lnTo>
                <a:lnTo>
                  <a:pt x="155" y="92"/>
                </a:lnTo>
                <a:lnTo>
                  <a:pt x="142" y="92"/>
                </a:lnTo>
                <a:lnTo>
                  <a:pt x="145" y="92"/>
                </a:lnTo>
                <a:lnTo>
                  <a:pt x="133" y="94"/>
                </a:lnTo>
                <a:lnTo>
                  <a:pt x="136" y="94"/>
                </a:lnTo>
                <a:lnTo>
                  <a:pt x="125" y="97"/>
                </a:lnTo>
                <a:lnTo>
                  <a:pt x="127" y="96"/>
                </a:lnTo>
                <a:lnTo>
                  <a:pt x="117" y="101"/>
                </a:lnTo>
                <a:lnTo>
                  <a:pt x="119" y="100"/>
                </a:lnTo>
                <a:lnTo>
                  <a:pt x="110" y="106"/>
                </a:lnTo>
                <a:lnTo>
                  <a:pt x="112" y="105"/>
                </a:lnTo>
                <a:lnTo>
                  <a:pt x="103" y="112"/>
                </a:lnTo>
                <a:lnTo>
                  <a:pt x="105" y="111"/>
                </a:lnTo>
                <a:lnTo>
                  <a:pt x="97" y="119"/>
                </a:lnTo>
                <a:lnTo>
                  <a:pt x="98" y="118"/>
                </a:lnTo>
                <a:lnTo>
                  <a:pt x="90" y="127"/>
                </a:lnTo>
                <a:lnTo>
                  <a:pt x="92" y="126"/>
                </a:lnTo>
                <a:lnTo>
                  <a:pt x="85" y="136"/>
                </a:lnTo>
                <a:lnTo>
                  <a:pt x="86" y="135"/>
                </a:lnTo>
                <a:lnTo>
                  <a:pt x="79" y="146"/>
                </a:lnTo>
                <a:lnTo>
                  <a:pt x="80" y="144"/>
                </a:lnTo>
                <a:lnTo>
                  <a:pt x="74" y="157"/>
                </a:lnTo>
                <a:lnTo>
                  <a:pt x="75" y="156"/>
                </a:lnTo>
                <a:lnTo>
                  <a:pt x="70" y="168"/>
                </a:lnTo>
                <a:lnTo>
                  <a:pt x="70" y="167"/>
                </a:lnTo>
                <a:lnTo>
                  <a:pt x="66" y="180"/>
                </a:lnTo>
                <a:lnTo>
                  <a:pt x="66" y="179"/>
                </a:lnTo>
                <a:lnTo>
                  <a:pt x="62" y="192"/>
                </a:lnTo>
                <a:lnTo>
                  <a:pt x="62" y="191"/>
                </a:lnTo>
                <a:lnTo>
                  <a:pt x="59" y="204"/>
                </a:lnTo>
                <a:lnTo>
                  <a:pt x="59" y="203"/>
                </a:lnTo>
                <a:lnTo>
                  <a:pt x="56" y="217"/>
                </a:lnTo>
                <a:lnTo>
                  <a:pt x="56" y="216"/>
                </a:lnTo>
                <a:lnTo>
                  <a:pt x="52" y="242"/>
                </a:lnTo>
                <a:lnTo>
                  <a:pt x="52" y="241"/>
                </a:lnTo>
                <a:lnTo>
                  <a:pt x="48" y="266"/>
                </a:lnTo>
                <a:lnTo>
                  <a:pt x="47" y="278"/>
                </a:lnTo>
                <a:lnTo>
                  <a:pt x="47" y="277"/>
                </a:lnTo>
                <a:lnTo>
                  <a:pt x="46" y="289"/>
                </a:lnTo>
                <a:lnTo>
                  <a:pt x="45" y="300"/>
                </a:lnTo>
                <a:lnTo>
                  <a:pt x="46" y="299"/>
                </a:lnTo>
                <a:lnTo>
                  <a:pt x="45" y="310"/>
                </a:lnTo>
                <a:lnTo>
                  <a:pt x="45" y="309"/>
                </a:lnTo>
                <a:lnTo>
                  <a:pt x="45" y="319"/>
                </a:lnTo>
                <a:lnTo>
                  <a:pt x="44" y="327"/>
                </a:lnTo>
                <a:lnTo>
                  <a:pt x="44" y="335"/>
                </a:lnTo>
                <a:lnTo>
                  <a:pt x="44" y="334"/>
                </a:lnTo>
                <a:lnTo>
                  <a:pt x="44" y="341"/>
                </a:lnTo>
                <a:lnTo>
                  <a:pt x="44" y="340"/>
                </a:lnTo>
                <a:lnTo>
                  <a:pt x="44" y="345"/>
                </a:lnTo>
                <a:lnTo>
                  <a:pt x="44" y="349"/>
                </a:lnTo>
                <a:lnTo>
                  <a:pt x="44" y="351"/>
                </a:lnTo>
                <a:lnTo>
                  <a:pt x="45" y="352"/>
                </a:lnTo>
                <a:lnTo>
                  <a:pt x="45" y="353"/>
                </a:lnTo>
                <a:lnTo>
                  <a:pt x="0" y="353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29" name=""/>
          <p:cNvSpPr/>
          <p:nvPr/>
        </p:nvSpPr>
        <p:spPr>
          <a:xfrm>
            <a:off x="3700080" y="3071520"/>
            <a:ext cx="752400" cy="329400"/>
          </a:xfrm>
          <a:custGeom>
            <a:avLst/>
            <a:gdLst/>
            <a:ahLst/>
            <a:rect l="0" t="0" r="r" b="b"/>
            <a:pathLst>
              <a:path w="2090" h="915">
                <a:moveTo>
                  <a:pt x="0" y="353"/>
                </a:moveTo>
                <a:lnTo>
                  <a:pt x="0" y="352"/>
                </a:lnTo>
                <a:lnTo>
                  <a:pt x="0" y="353"/>
                </a:lnTo>
                <a:lnTo>
                  <a:pt x="0" y="350"/>
                </a:lnTo>
                <a:lnTo>
                  <a:pt x="0" y="346"/>
                </a:lnTo>
                <a:lnTo>
                  <a:pt x="0" y="341"/>
                </a:lnTo>
                <a:lnTo>
                  <a:pt x="0" y="334"/>
                </a:lnTo>
                <a:lnTo>
                  <a:pt x="0" y="326"/>
                </a:lnTo>
                <a:lnTo>
                  <a:pt x="0" y="317"/>
                </a:lnTo>
                <a:lnTo>
                  <a:pt x="1" y="308"/>
                </a:lnTo>
                <a:lnTo>
                  <a:pt x="1" y="307"/>
                </a:lnTo>
                <a:lnTo>
                  <a:pt x="1" y="297"/>
                </a:lnTo>
                <a:lnTo>
                  <a:pt x="2" y="286"/>
                </a:lnTo>
                <a:lnTo>
                  <a:pt x="2" y="285"/>
                </a:lnTo>
                <a:lnTo>
                  <a:pt x="3" y="274"/>
                </a:lnTo>
                <a:lnTo>
                  <a:pt x="3" y="273"/>
                </a:lnTo>
                <a:lnTo>
                  <a:pt x="4" y="261"/>
                </a:lnTo>
                <a:lnTo>
                  <a:pt x="4" y="260"/>
                </a:lnTo>
                <a:lnTo>
                  <a:pt x="8" y="235"/>
                </a:lnTo>
                <a:lnTo>
                  <a:pt x="8" y="234"/>
                </a:lnTo>
                <a:lnTo>
                  <a:pt x="13" y="207"/>
                </a:lnTo>
                <a:lnTo>
                  <a:pt x="13" y="206"/>
                </a:lnTo>
                <a:lnTo>
                  <a:pt x="16" y="193"/>
                </a:lnTo>
                <a:lnTo>
                  <a:pt x="20" y="179"/>
                </a:lnTo>
                <a:lnTo>
                  <a:pt x="24" y="166"/>
                </a:lnTo>
                <a:lnTo>
                  <a:pt x="24" y="165"/>
                </a:lnTo>
                <a:lnTo>
                  <a:pt x="29" y="152"/>
                </a:lnTo>
                <a:lnTo>
                  <a:pt x="29" y="150"/>
                </a:lnTo>
                <a:lnTo>
                  <a:pt x="34" y="138"/>
                </a:lnTo>
                <a:lnTo>
                  <a:pt x="34" y="137"/>
                </a:lnTo>
                <a:lnTo>
                  <a:pt x="40" y="125"/>
                </a:lnTo>
                <a:lnTo>
                  <a:pt x="41" y="124"/>
                </a:lnTo>
                <a:lnTo>
                  <a:pt x="47" y="113"/>
                </a:lnTo>
                <a:lnTo>
                  <a:pt x="48" y="111"/>
                </a:lnTo>
                <a:lnTo>
                  <a:pt x="55" y="101"/>
                </a:lnTo>
                <a:lnTo>
                  <a:pt x="56" y="100"/>
                </a:lnTo>
                <a:lnTo>
                  <a:pt x="63" y="90"/>
                </a:lnTo>
                <a:lnTo>
                  <a:pt x="64" y="89"/>
                </a:lnTo>
                <a:lnTo>
                  <a:pt x="73" y="80"/>
                </a:lnTo>
                <a:lnTo>
                  <a:pt x="74" y="78"/>
                </a:lnTo>
                <a:lnTo>
                  <a:pt x="83" y="71"/>
                </a:lnTo>
                <a:lnTo>
                  <a:pt x="85" y="69"/>
                </a:lnTo>
                <a:lnTo>
                  <a:pt x="95" y="63"/>
                </a:lnTo>
                <a:lnTo>
                  <a:pt x="97" y="61"/>
                </a:lnTo>
                <a:lnTo>
                  <a:pt x="108" y="56"/>
                </a:lnTo>
                <a:lnTo>
                  <a:pt x="110" y="55"/>
                </a:lnTo>
                <a:lnTo>
                  <a:pt x="122" y="51"/>
                </a:lnTo>
                <a:lnTo>
                  <a:pt x="125" y="51"/>
                </a:lnTo>
                <a:lnTo>
                  <a:pt x="137" y="48"/>
                </a:lnTo>
                <a:lnTo>
                  <a:pt x="140" y="48"/>
                </a:lnTo>
                <a:lnTo>
                  <a:pt x="153" y="47"/>
                </a:lnTo>
                <a:lnTo>
                  <a:pt x="146" y="49"/>
                </a:lnTo>
                <a:lnTo>
                  <a:pt x="146" y="48"/>
                </a:lnTo>
                <a:lnTo>
                  <a:pt x="148" y="48"/>
                </a:lnTo>
                <a:lnTo>
                  <a:pt x="150" y="47"/>
                </a:lnTo>
                <a:lnTo>
                  <a:pt x="151" y="47"/>
                </a:lnTo>
                <a:lnTo>
                  <a:pt x="153" y="46"/>
                </a:lnTo>
                <a:lnTo>
                  <a:pt x="155" y="46"/>
                </a:lnTo>
                <a:lnTo>
                  <a:pt x="156" y="46"/>
                </a:lnTo>
                <a:lnTo>
                  <a:pt x="159" y="45"/>
                </a:lnTo>
                <a:lnTo>
                  <a:pt x="160" y="45"/>
                </a:lnTo>
                <a:lnTo>
                  <a:pt x="164" y="45"/>
                </a:lnTo>
                <a:lnTo>
                  <a:pt x="165" y="45"/>
                </a:lnTo>
                <a:lnTo>
                  <a:pt x="169" y="45"/>
                </a:lnTo>
                <a:lnTo>
                  <a:pt x="170" y="45"/>
                </a:lnTo>
                <a:lnTo>
                  <a:pt x="175" y="45"/>
                </a:lnTo>
                <a:lnTo>
                  <a:pt x="176" y="45"/>
                </a:lnTo>
                <a:lnTo>
                  <a:pt x="181" y="46"/>
                </a:lnTo>
                <a:lnTo>
                  <a:pt x="182" y="46"/>
                </a:lnTo>
                <a:lnTo>
                  <a:pt x="188" y="47"/>
                </a:lnTo>
                <a:lnTo>
                  <a:pt x="190" y="47"/>
                </a:lnTo>
                <a:lnTo>
                  <a:pt x="195" y="49"/>
                </a:lnTo>
                <a:lnTo>
                  <a:pt x="197" y="49"/>
                </a:lnTo>
                <a:lnTo>
                  <a:pt x="202" y="51"/>
                </a:lnTo>
                <a:lnTo>
                  <a:pt x="204" y="52"/>
                </a:lnTo>
                <a:lnTo>
                  <a:pt x="210" y="55"/>
                </a:lnTo>
                <a:lnTo>
                  <a:pt x="212" y="55"/>
                </a:lnTo>
                <a:lnTo>
                  <a:pt x="218" y="59"/>
                </a:lnTo>
                <a:lnTo>
                  <a:pt x="220" y="60"/>
                </a:lnTo>
                <a:lnTo>
                  <a:pt x="226" y="64"/>
                </a:lnTo>
                <a:lnTo>
                  <a:pt x="228" y="65"/>
                </a:lnTo>
                <a:lnTo>
                  <a:pt x="234" y="70"/>
                </a:lnTo>
                <a:lnTo>
                  <a:pt x="236" y="71"/>
                </a:lnTo>
                <a:lnTo>
                  <a:pt x="242" y="77"/>
                </a:lnTo>
                <a:lnTo>
                  <a:pt x="244" y="78"/>
                </a:lnTo>
                <a:lnTo>
                  <a:pt x="250" y="85"/>
                </a:lnTo>
                <a:lnTo>
                  <a:pt x="251" y="87"/>
                </a:lnTo>
                <a:lnTo>
                  <a:pt x="258" y="95"/>
                </a:lnTo>
                <a:lnTo>
                  <a:pt x="259" y="96"/>
                </a:lnTo>
                <a:lnTo>
                  <a:pt x="266" y="105"/>
                </a:lnTo>
                <a:lnTo>
                  <a:pt x="267" y="106"/>
                </a:lnTo>
                <a:lnTo>
                  <a:pt x="274" y="117"/>
                </a:lnTo>
                <a:lnTo>
                  <a:pt x="275" y="118"/>
                </a:lnTo>
                <a:lnTo>
                  <a:pt x="281" y="130"/>
                </a:lnTo>
                <a:lnTo>
                  <a:pt x="282" y="131"/>
                </a:lnTo>
                <a:lnTo>
                  <a:pt x="289" y="144"/>
                </a:lnTo>
                <a:lnTo>
                  <a:pt x="289" y="146"/>
                </a:lnTo>
                <a:lnTo>
                  <a:pt x="296" y="162"/>
                </a:lnTo>
                <a:lnTo>
                  <a:pt x="303" y="179"/>
                </a:lnTo>
                <a:lnTo>
                  <a:pt x="306" y="188"/>
                </a:lnTo>
                <a:lnTo>
                  <a:pt x="306" y="189"/>
                </a:lnTo>
                <a:lnTo>
                  <a:pt x="309" y="198"/>
                </a:lnTo>
                <a:lnTo>
                  <a:pt x="309" y="199"/>
                </a:lnTo>
                <a:lnTo>
                  <a:pt x="313" y="208"/>
                </a:lnTo>
                <a:lnTo>
                  <a:pt x="313" y="209"/>
                </a:lnTo>
                <a:lnTo>
                  <a:pt x="316" y="219"/>
                </a:lnTo>
                <a:lnTo>
                  <a:pt x="319" y="230"/>
                </a:lnTo>
                <a:lnTo>
                  <a:pt x="321" y="241"/>
                </a:lnTo>
                <a:lnTo>
                  <a:pt x="324" y="253"/>
                </a:lnTo>
                <a:lnTo>
                  <a:pt x="327" y="265"/>
                </a:lnTo>
                <a:lnTo>
                  <a:pt x="327" y="266"/>
                </a:lnTo>
                <a:lnTo>
                  <a:pt x="330" y="278"/>
                </a:lnTo>
                <a:lnTo>
                  <a:pt x="332" y="291"/>
                </a:lnTo>
                <a:lnTo>
                  <a:pt x="332" y="292"/>
                </a:lnTo>
                <a:lnTo>
                  <a:pt x="334" y="305"/>
                </a:lnTo>
                <a:lnTo>
                  <a:pt x="334" y="306"/>
                </a:lnTo>
                <a:lnTo>
                  <a:pt x="337" y="319"/>
                </a:lnTo>
                <a:lnTo>
                  <a:pt x="337" y="320"/>
                </a:lnTo>
                <a:lnTo>
                  <a:pt x="339" y="334"/>
                </a:lnTo>
                <a:lnTo>
                  <a:pt x="339" y="335"/>
                </a:lnTo>
                <a:lnTo>
                  <a:pt x="341" y="350"/>
                </a:lnTo>
                <a:lnTo>
                  <a:pt x="341" y="353"/>
                </a:lnTo>
                <a:lnTo>
                  <a:pt x="341" y="352"/>
                </a:lnTo>
                <a:lnTo>
                  <a:pt x="341" y="353"/>
                </a:lnTo>
                <a:lnTo>
                  <a:pt x="341" y="352"/>
                </a:lnTo>
                <a:lnTo>
                  <a:pt x="341" y="354"/>
                </a:lnTo>
                <a:lnTo>
                  <a:pt x="342" y="357"/>
                </a:lnTo>
                <a:lnTo>
                  <a:pt x="342" y="360"/>
                </a:lnTo>
                <a:lnTo>
                  <a:pt x="342" y="364"/>
                </a:lnTo>
                <a:lnTo>
                  <a:pt x="342" y="363"/>
                </a:lnTo>
                <a:lnTo>
                  <a:pt x="343" y="368"/>
                </a:lnTo>
                <a:lnTo>
                  <a:pt x="343" y="373"/>
                </a:lnTo>
                <a:lnTo>
                  <a:pt x="344" y="378"/>
                </a:lnTo>
                <a:lnTo>
                  <a:pt x="344" y="379"/>
                </a:lnTo>
                <a:lnTo>
                  <a:pt x="344" y="385"/>
                </a:lnTo>
                <a:lnTo>
                  <a:pt x="344" y="384"/>
                </a:lnTo>
                <a:lnTo>
                  <a:pt x="345" y="391"/>
                </a:lnTo>
                <a:lnTo>
                  <a:pt x="346" y="398"/>
                </a:lnTo>
                <a:lnTo>
                  <a:pt x="346" y="406"/>
                </a:lnTo>
                <a:lnTo>
                  <a:pt x="347" y="414"/>
                </a:lnTo>
                <a:lnTo>
                  <a:pt x="348" y="422"/>
                </a:lnTo>
                <a:lnTo>
                  <a:pt x="350" y="431"/>
                </a:lnTo>
                <a:lnTo>
                  <a:pt x="352" y="450"/>
                </a:lnTo>
                <a:lnTo>
                  <a:pt x="355" y="471"/>
                </a:lnTo>
                <a:lnTo>
                  <a:pt x="355" y="470"/>
                </a:lnTo>
                <a:lnTo>
                  <a:pt x="359" y="492"/>
                </a:lnTo>
                <a:lnTo>
                  <a:pt x="363" y="514"/>
                </a:lnTo>
                <a:lnTo>
                  <a:pt x="367" y="538"/>
                </a:lnTo>
                <a:lnTo>
                  <a:pt x="367" y="537"/>
                </a:lnTo>
                <a:lnTo>
                  <a:pt x="372" y="561"/>
                </a:lnTo>
                <a:lnTo>
                  <a:pt x="378" y="585"/>
                </a:lnTo>
                <a:lnTo>
                  <a:pt x="377" y="585"/>
                </a:lnTo>
                <a:lnTo>
                  <a:pt x="384" y="610"/>
                </a:lnTo>
                <a:lnTo>
                  <a:pt x="383" y="609"/>
                </a:lnTo>
                <a:lnTo>
                  <a:pt x="390" y="634"/>
                </a:lnTo>
                <a:lnTo>
                  <a:pt x="398" y="658"/>
                </a:lnTo>
                <a:lnTo>
                  <a:pt x="397" y="658"/>
                </a:lnTo>
                <a:lnTo>
                  <a:pt x="405" y="682"/>
                </a:lnTo>
                <a:lnTo>
                  <a:pt x="405" y="681"/>
                </a:lnTo>
                <a:lnTo>
                  <a:pt x="414" y="705"/>
                </a:lnTo>
                <a:lnTo>
                  <a:pt x="414" y="704"/>
                </a:lnTo>
                <a:lnTo>
                  <a:pt x="423" y="728"/>
                </a:lnTo>
                <a:lnTo>
                  <a:pt x="423" y="727"/>
                </a:lnTo>
                <a:lnTo>
                  <a:pt x="433" y="749"/>
                </a:lnTo>
                <a:lnTo>
                  <a:pt x="433" y="748"/>
                </a:lnTo>
                <a:lnTo>
                  <a:pt x="444" y="769"/>
                </a:lnTo>
                <a:lnTo>
                  <a:pt x="443" y="768"/>
                </a:lnTo>
                <a:lnTo>
                  <a:pt x="455" y="788"/>
                </a:lnTo>
                <a:lnTo>
                  <a:pt x="454" y="787"/>
                </a:lnTo>
                <a:lnTo>
                  <a:pt x="467" y="806"/>
                </a:lnTo>
                <a:lnTo>
                  <a:pt x="466" y="805"/>
                </a:lnTo>
                <a:lnTo>
                  <a:pt x="473" y="813"/>
                </a:lnTo>
                <a:lnTo>
                  <a:pt x="472" y="813"/>
                </a:lnTo>
                <a:lnTo>
                  <a:pt x="479" y="821"/>
                </a:lnTo>
                <a:lnTo>
                  <a:pt x="478" y="820"/>
                </a:lnTo>
                <a:lnTo>
                  <a:pt x="485" y="828"/>
                </a:lnTo>
                <a:lnTo>
                  <a:pt x="485" y="827"/>
                </a:lnTo>
                <a:lnTo>
                  <a:pt x="492" y="835"/>
                </a:lnTo>
                <a:lnTo>
                  <a:pt x="491" y="834"/>
                </a:lnTo>
                <a:lnTo>
                  <a:pt x="499" y="840"/>
                </a:lnTo>
                <a:lnTo>
                  <a:pt x="498" y="840"/>
                </a:lnTo>
                <a:lnTo>
                  <a:pt x="505" y="846"/>
                </a:lnTo>
                <a:lnTo>
                  <a:pt x="505" y="845"/>
                </a:lnTo>
                <a:lnTo>
                  <a:pt x="512" y="851"/>
                </a:lnTo>
                <a:lnTo>
                  <a:pt x="511" y="850"/>
                </a:lnTo>
                <a:lnTo>
                  <a:pt x="519" y="855"/>
                </a:lnTo>
                <a:lnTo>
                  <a:pt x="518" y="855"/>
                </a:lnTo>
                <a:lnTo>
                  <a:pt x="527" y="859"/>
                </a:lnTo>
                <a:lnTo>
                  <a:pt x="525" y="859"/>
                </a:lnTo>
                <a:lnTo>
                  <a:pt x="534" y="863"/>
                </a:lnTo>
                <a:lnTo>
                  <a:pt x="532" y="862"/>
                </a:lnTo>
                <a:lnTo>
                  <a:pt x="541" y="865"/>
                </a:lnTo>
                <a:lnTo>
                  <a:pt x="540" y="865"/>
                </a:lnTo>
                <a:lnTo>
                  <a:pt x="549" y="867"/>
                </a:lnTo>
                <a:lnTo>
                  <a:pt x="547" y="867"/>
                </a:lnTo>
                <a:lnTo>
                  <a:pt x="557" y="869"/>
                </a:lnTo>
                <a:lnTo>
                  <a:pt x="555" y="869"/>
                </a:lnTo>
                <a:lnTo>
                  <a:pt x="565" y="870"/>
                </a:lnTo>
                <a:lnTo>
                  <a:pt x="567" y="870"/>
                </a:lnTo>
                <a:lnTo>
                  <a:pt x="568" y="871"/>
                </a:lnTo>
                <a:lnTo>
                  <a:pt x="566" y="870"/>
                </a:lnTo>
                <a:lnTo>
                  <a:pt x="568" y="871"/>
                </a:lnTo>
                <a:lnTo>
                  <a:pt x="566" y="870"/>
                </a:lnTo>
                <a:lnTo>
                  <a:pt x="570" y="871"/>
                </a:lnTo>
                <a:lnTo>
                  <a:pt x="568" y="871"/>
                </a:lnTo>
                <a:lnTo>
                  <a:pt x="573" y="871"/>
                </a:lnTo>
                <a:lnTo>
                  <a:pt x="572" y="871"/>
                </a:lnTo>
                <a:lnTo>
                  <a:pt x="577" y="870"/>
                </a:lnTo>
                <a:lnTo>
                  <a:pt x="576" y="871"/>
                </a:lnTo>
                <a:lnTo>
                  <a:pt x="583" y="870"/>
                </a:lnTo>
                <a:lnTo>
                  <a:pt x="582" y="870"/>
                </a:lnTo>
                <a:lnTo>
                  <a:pt x="589" y="869"/>
                </a:lnTo>
                <a:lnTo>
                  <a:pt x="588" y="869"/>
                </a:lnTo>
                <a:lnTo>
                  <a:pt x="596" y="868"/>
                </a:lnTo>
                <a:lnTo>
                  <a:pt x="595" y="868"/>
                </a:lnTo>
                <a:lnTo>
                  <a:pt x="604" y="866"/>
                </a:lnTo>
                <a:lnTo>
                  <a:pt x="602" y="866"/>
                </a:lnTo>
                <a:lnTo>
                  <a:pt x="612" y="863"/>
                </a:lnTo>
                <a:lnTo>
                  <a:pt x="611" y="864"/>
                </a:lnTo>
                <a:lnTo>
                  <a:pt x="621" y="859"/>
                </a:lnTo>
                <a:lnTo>
                  <a:pt x="620" y="860"/>
                </a:lnTo>
                <a:lnTo>
                  <a:pt x="631" y="855"/>
                </a:lnTo>
                <a:lnTo>
                  <a:pt x="629" y="855"/>
                </a:lnTo>
                <a:lnTo>
                  <a:pt x="641" y="849"/>
                </a:lnTo>
                <a:lnTo>
                  <a:pt x="639" y="850"/>
                </a:lnTo>
                <a:lnTo>
                  <a:pt x="651" y="842"/>
                </a:lnTo>
                <a:lnTo>
                  <a:pt x="650" y="843"/>
                </a:lnTo>
                <a:lnTo>
                  <a:pt x="662" y="834"/>
                </a:lnTo>
                <a:lnTo>
                  <a:pt x="661" y="834"/>
                </a:lnTo>
                <a:lnTo>
                  <a:pt x="667" y="829"/>
                </a:lnTo>
                <a:lnTo>
                  <a:pt x="667" y="830"/>
                </a:lnTo>
                <a:lnTo>
                  <a:pt x="673" y="824"/>
                </a:lnTo>
                <a:lnTo>
                  <a:pt x="672" y="825"/>
                </a:lnTo>
                <a:lnTo>
                  <a:pt x="679" y="819"/>
                </a:lnTo>
                <a:lnTo>
                  <a:pt x="678" y="819"/>
                </a:lnTo>
                <a:lnTo>
                  <a:pt x="685" y="812"/>
                </a:lnTo>
                <a:lnTo>
                  <a:pt x="684" y="813"/>
                </a:lnTo>
                <a:lnTo>
                  <a:pt x="690" y="806"/>
                </a:lnTo>
                <a:lnTo>
                  <a:pt x="690" y="807"/>
                </a:lnTo>
                <a:lnTo>
                  <a:pt x="696" y="799"/>
                </a:lnTo>
                <a:lnTo>
                  <a:pt x="696" y="800"/>
                </a:lnTo>
                <a:lnTo>
                  <a:pt x="702" y="792"/>
                </a:lnTo>
                <a:lnTo>
                  <a:pt x="701" y="792"/>
                </a:lnTo>
                <a:lnTo>
                  <a:pt x="708" y="784"/>
                </a:lnTo>
                <a:lnTo>
                  <a:pt x="707" y="784"/>
                </a:lnTo>
                <a:lnTo>
                  <a:pt x="714" y="776"/>
                </a:lnTo>
                <a:lnTo>
                  <a:pt x="713" y="776"/>
                </a:lnTo>
                <a:lnTo>
                  <a:pt x="720" y="767"/>
                </a:lnTo>
                <a:lnTo>
                  <a:pt x="719" y="767"/>
                </a:lnTo>
                <a:lnTo>
                  <a:pt x="725" y="757"/>
                </a:lnTo>
                <a:lnTo>
                  <a:pt x="725" y="758"/>
                </a:lnTo>
                <a:lnTo>
                  <a:pt x="731" y="747"/>
                </a:lnTo>
                <a:lnTo>
                  <a:pt x="731" y="748"/>
                </a:lnTo>
                <a:lnTo>
                  <a:pt x="737" y="737"/>
                </a:lnTo>
                <a:lnTo>
                  <a:pt x="743" y="725"/>
                </a:lnTo>
                <a:lnTo>
                  <a:pt x="743" y="726"/>
                </a:lnTo>
                <a:lnTo>
                  <a:pt x="749" y="713"/>
                </a:lnTo>
                <a:lnTo>
                  <a:pt x="748" y="714"/>
                </a:lnTo>
                <a:lnTo>
                  <a:pt x="754" y="701"/>
                </a:lnTo>
                <a:lnTo>
                  <a:pt x="760" y="688"/>
                </a:lnTo>
                <a:lnTo>
                  <a:pt x="766" y="674"/>
                </a:lnTo>
                <a:lnTo>
                  <a:pt x="765" y="674"/>
                </a:lnTo>
                <a:lnTo>
                  <a:pt x="771" y="660"/>
                </a:lnTo>
                <a:lnTo>
                  <a:pt x="776" y="644"/>
                </a:lnTo>
                <a:lnTo>
                  <a:pt x="776" y="645"/>
                </a:lnTo>
                <a:lnTo>
                  <a:pt x="781" y="629"/>
                </a:lnTo>
                <a:lnTo>
                  <a:pt x="787" y="612"/>
                </a:lnTo>
                <a:lnTo>
                  <a:pt x="786" y="612"/>
                </a:lnTo>
                <a:lnTo>
                  <a:pt x="791" y="595"/>
                </a:lnTo>
                <a:lnTo>
                  <a:pt x="796" y="576"/>
                </a:lnTo>
                <a:lnTo>
                  <a:pt x="796" y="577"/>
                </a:lnTo>
                <a:lnTo>
                  <a:pt x="801" y="558"/>
                </a:lnTo>
                <a:lnTo>
                  <a:pt x="805" y="538"/>
                </a:lnTo>
                <a:lnTo>
                  <a:pt x="809" y="517"/>
                </a:lnTo>
                <a:lnTo>
                  <a:pt x="809" y="518"/>
                </a:lnTo>
                <a:lnTo>
                  <a:pt x="814" y="496"/>
                </a:lnTo>
                <a:lnTo>
                  <a:pt x="817" y="474"/>
                </a:lnTo>
                <a:lnTo>
                  <a:pt x="821" y="451"/>
                </a:lnTo>
                <a:lnTo>
                  <a:pt x="825" y="427"/>
                </a:lnTo>
                <a:lnTo>
                  <a:pt x="825" y="428"/>
                </a:lnTo>
                <a:lnTo>
                  <a:pt x="828" y="402"/>
                </a:lnTo>
                <a:lnTo>
                  <a:pt x="828" y="403"/>
                </a:lnTo>
                <a:lnTo>
                  <a:pt x="831" y="377"/>
                </a:lnTo>
                <a:lnTo>
                  <a:pt x="834" y="350"/>
                </a:lnTo>
                <a:lnTo>
                  <a:pt x="833" y="353"/>
                </a:lnTo>
                <a:lnTo>
                  <a:pt x="833" y="352"/>
                </a:lnTo>
                <a:lnTo>
                  <a:pt x="833" y="350"/>
                </a:lnTo>
                <a:lnTo>
                  <a:pt x="833" y="346"/>
                </a:lnTo>
                <a:lnTo>
                  <a:pt x="833" y="345"/>
                </a:lnTo>
                <a:lnTo>
                  <a:pt x="833" y="340"/>
                </a:lnTo>
                <a:lnTo>
                  <a:pt x="834" y="334"/>
                </a:lnTo>
                <a:lnTo>
                  <a:pt x="834" y="326"/>
                </a:lnTo>
                <a:lnTo>
                  <a:pt x="834" y="317"/>
                </a:lnTo>
                <a:lnTo>
                  <a:pt x="835" y="307"/>
                </a:lnTo>
                <a:lnTo>
                  <a:pt x="836" y="297"/>
                </a:lnTo>
                <a:lnTo>
                  <a:pt x="837" y="286"/>
                </a:lnTo>
                <a:lnTo>
                  <a:pt x="837" y="285"/>
                </a:lnTo>
                <a:lnTo>
                  <a:pt x="838" y="274"/>
                </a:lnTo>
                <a:lnTo>
                  <a:pt x="838" y="273"/>
                </a:lnTo>
                <a:lnTo>
                  <a:pt x="840" y="261"/>
                </a:lnTo>
                <a:lnTo>
                  <a:pt x="840" y="260"/>
                </a:lnTo>
                <a:lnTo>
                  <a:pt x="844" y="235"/>
                </a:lnTo>
                <a:lnTo>
                  <a:pt x="844" y="234"/>
                </a:lnTo>
                <a:lnTo>
                  <a:pt x="847" y="221"/>
                </a:lnTo>
                <a:lnTo>
                  <a:pt x="847" y="220"/>
                </a:lnTo>
                <a:lnTo>
                  <a:pt x="850" y="207"/>
                </a:lnTo>
                <a:lnTo>
                  <a:pt x="851" y="207"/>
                </a:lnTo>
                <a:lnTo>
                  <a:pt x="854" y="194"/>
                </a:lnTo>
                <a:lnTo>
                  <a:pt x="854" y="193"/>
                </a:lnTo>
                <a:lnTo>
                  <a:pt x="858" y="180"/>
                </a:lnTo>
                <a:lnTo>
                  <a:pt x="859" y="179"/>
                </a:lnTo>
                <a:lnTo>
                  <a:pt x="863" y="166"/>
                </a:lnTo>
                <a:lnTo>
                  <a:pt x="864" y="165"/>
                </a:lnTo>
                <a:lnTo>
                  <a:pt x="869" y="152"/>
                </a:lnTo>
                <a:lnTo>
                  <a:pt x="869" y="150"/>
                </a:lnTo>
                <a:lnTo>
                  <a:pt x="875" y="138"/>
                </a:lnTo>
                <a:lnTo>
                  <a:pt x="875" y="137"/>
                </a:lnTo>
                <a:lnTo>
                  <a:pt x="882" y="126"/>
                </a:lnTo>
                <a:lnTo>
                  <a:pt x="882" y="124"/>
                </a:lnTo>
                <a:lnTo>
                  <a:pt x="889" y="113"/>
                </a:lnTo>
                <a:lnTo>
                  <a:pt x="890" y="112"/>
                </a:lnTo>
                <a:lnTo>
                  <a:pt x="898" y="101"/>
                </a:lnTo>
                <a:lnTo>
                  <a:pt x="899" y="100"/>
                </a:lnTo>
                <a:lnTo>
                  <a:pt x="907" y="90"/>
                </a:lnTo>
                <a:lnTo>
                  <a:pt x="909" y="89"/>
                </a:lnTo>
                <a:lnTo>
                  <a:pt x="918" y="80"/>
                </a:lnTo>
                <a:lnTo>
                  <a:pt x="919" y="79"/>
                </a:lnTo>
                <a:lnTo>
                  <a:pt x="929" y="71"/>
                </a:lnTo>
                <a:lnTo>
                  <a:pt x="931" y="70"/>
                </a:lnTo>
                <a:lnTo>
                  <a:pt x="942" y="63"/>
                </a:lnTo>
                <a:lnTo>
                  <a:pt x="944" y="62"/>
                </a:lnTo>
                <a:lnTo>
                  <a:pt x="955" y="57"/>
                </a:lnTo>
                <a:lnTo>
                  <a:pt x="958" y="56"/>
                </a:lnTo>
                <a:lnTo>
                  <a:pt x="970" y="52"/>
                </a:lnTo>
                <a:lnTo>
                  <a:pt x="973" y="51"/>
                </a:lnTo>
                <a:lnTo>
                  <a:pt x="986" y="48"/>
                </a:lnTo>
                <a:lnTo>
                  <a:pt x="988" y="48"/>
                </a:lnTo>
                <a:lnTo>
                  <a:pt x="1002" y="47"/>
                </a:lnTo>
                <a:lnTo>
                  <a:pt x="997" y="48"/>
                </a:lnTo>
                <a:lnTo>
                  <a:pt x="996" y="48"/>
                </a:lnTo>
                <a:lnTo>
                  <a:pt x="998" y="48"/>
                </a:lnTo>
                <a:lnTo>
                  <a:pt x="1000" y="47"/>
                </a:lnTo>
                <a:lnTo>
                  <a:pt x="1002" y="47"/>
                </a:lnTo>
                <a:lnTo>
                  <a:pt x="1003" y="46"/>
                </a:lnTo>
                <a:lnTo>
                  <a:pt x="1005" y="46"/>
                </a:lnTo>
                <a:lnTo>
                  <a:pt x="1006" y="46"/>
                </a:lnTo>
                <a:lnTo>
                  <a:pt x="1009" y="45"/>
                </a:lnTo>
                <a:lnTo>
                  <a:pt x="1011" y="45"/>
                </a:lnTo>
                <a:lnTo>
                  <a:pt x="1015" y="44"/>
                </a:lnTo>
                <a:lnTo>
                  <a:pt x="1016" y="44"/>
                </a:lnTo>
                <a:lnTo>
                  <a:pt x="1021" y="44"/>
                </a:lnTo>
                <a:lnTo>
                  <a:pt x="1022" y="44"/>
                </a:lnTo>
                <a:lnTo>
                  <a:pt x="1027" y="44"/>
                </a:lnTo>
                <a:lnTo>
                  <a:pt x="1029" y="44"/>
                </a:lnTo>
                <a:lnTo>
                  <a:pt x="1034" y="45"/>
                </a:lnTo>
                <a:lnTo>
                  <a:pt x="1036" y="45"/>
                </a:lnTo>
                <a:lnTo>
                  <a:pt x="1042" y="46"/>
                </a:lnTo>
                <a:lnTo>
                  <a:pt x="1043" y="46"/>
                </a:lnTo>
                <a:lnTo>
                  <a:pt x="1050" y="48"/>
                </a:lnTo>
                <a:lnTo>
                  <a:pt x="1051" y="48"/>
                </a:lnTo>
                <a:lnTo>
                  <a:pt x="1058" y="50"/>
                </a:lnTo>
                <a:lnTo>
                  <a:pt x="1060" y="51"/>
                </a:lnTo>
                <a:lnTo>
                  <a:pt x="1067" y="54"/>
                </a:lnTo>
                <a:lnTo>
                  <a:pt x="1068" y="55"/>
                </a:lnTo>
                <a:lnTo>
                  <a:pt x="1076" y="59"/>
                </a:lnTo>
                <a:lnTo>
                  <a:pt x="1077" y="60"/>
                </a:lnTo>
                <a:lnTo>
                  <a:pt x="1085" y="64"/>
                </a:lnTo>
                <a:lnTo>
                  <a:pt x="1086" y="65"/>
                </a:lnTo>
                <a:lnTo>
                  <a:pt x="1094" y="71"/>
                </a:lnTo>
                <a:lnTo>
                  <a:pt x="1095" y="72"/>
                </a:lnTo>
                <a:lnTo>
                  <a:pt x="1103" y="79"/>
                </a:lnTo>
                <a:lnTo>
                  <a:pt x="1104" y="81"/>
                </a:lnTo>
                <a:lnTo>
                  <a:pt x="1112" y="89"/>
                </a:lnTo>
                <a:lnTo>
                  <a:pt x="1113" y="90"/>
                </a:lnTo>
                <a:lnTo>
                  <a:pt x="1121" y="99"/>
                </a:lnTo>
                <a:lnTo>
                  <a:pt x="1122" y="100"/>
                </a:lnTo>
                <a:lnTo>
                  <a:pt x="1130" y="111"/>
                </a:lnTo>
                <a:lnTo>
                  <a:pt x="1131" y="112"/>
                </a:lnTo>
                <a:lnTo>
                  <a:pt x="1139" y="125"/>
                </a:lnTo>
                <a:lnTo>
                  <a:pt x="1140" y="126"/>
                </a:lnTo>
                <a:lnTo>
                  <a:pt x="1148" y="140"/>
                </a:lnTo>
                <a:lnTo>
                  <a:pt x="1152" y="148"/>
                </a:lnTo>
                <a:lnTo>
                  <a:pt x="1153" y="148"/>
                </a:lnTo>
                <a:lnTo>
                  <a:pt x="1157" y="157"/>
                </a:lnTo>
                <a:lnTo>
                  <a:pt x="1157" y="158"/>
                </a:lnTo>
                <a:lnTo>
                  <a:pt x="1161" y="166"/>
                </a:lnTo>
                <a:lnTo>
                  <a:pt x="1161" y="167"/>
                </a:lnTo>
                <a:lnTo>
                  <a:pt x="1165" y="176"/>
                </a:lnTo>
                <a:lnTo>
                  <a:pt x="1169" y="186"/>
                </a:lnTo>
                <a:lnTo>
                  <a:pt x="1173" y="196"/>
                </a:lnTo>
                <a:lnTo>
                  <a:pt x="1177" y="207"/>
                </a:lnTo>
                <a:lnTo>
                  <a:pt x="1181" y="218"/>
                </a:lnTo>
                <a:lnTo>
                  <a:pt x="1184" y="230"/>
                </a:lnTo>
                <a:lnTo>
                  <a:pt x="1188" y="242"/>
                </a:lnTo>
                <a:lnTo>
                  <a:pt x="1191" y="254"/>
                </a:lnTo>
                <a:lnTo>
                  <a:pt x="1192" y="255"/>
                </a:lnTo>
                <a:lnTo>
                  <a:pt x="1195" y="268"/>
                </a:lnTo>
                <a:lnTo>
                  <a:pt x="1198" y="281"/>
                </a:lnTo>
                <a:lnTo>
                  <a:pt x="1198" y="282"/>
                </a:lnTo>
                <a:lnTo>
                  <a:pt x="1202" y="296"/>
                </a:lnTo>
                <a:lnTo>
                  <a:pt x="1205" y="311"/>
                </a:lnTo>
                <a:lnTo>
                  <a:pt x="1209" y="326"/>
                </a:lnTo>
                <a:lnTo>
                  <a:pt x="1209" y="327"/>
                </a:lnTo>
                <a:lnTo>
                  <a:pt x="1212" y="342"/>
                </a:lnTo>
                <a:lnTo>
                  <a:pt x="1212" y="343"/>
                </a:lnTo>
                <a:lnTo>
                  <a:pt x="1215" y="359"/>
                </a:lnTo>
                <a:lnTo>
                  <a:pt x="1217" y="376"/>
                </a:lnTo>
                <a:lnTo>
                  <a:pt x="1217" y="377"/>
                </a:lnTo>
                <a:lnTo>
                  <a:pt x="1220" y="394"/>
                </a:lnTo>
                <a:lnTo>
                  <a:pt x="1220" y="397"/>
                </a:lnTo>
                <a:lnTo>
                  <a:pt x="1220" y="398"/>
                </a:lnTo>
                <a:lnTo>
                  <a:pt x="1220" y="396"/>
                </a:lnTo>
                <a:lnTo>
                  <a:pt x="1220" y="397"/>
                </a:lnTo>
                <a:lnTo>
                  <a:pt x="1220" y="398"/>
                </a:lnTo>
                <a:lnTo>
                  <a:pt x="1220" y="400"/>
                </a:lnTo>
                <a:lnTo>
                  <a:pt x="1220" y="399"/>
                </a:lnTo>
                <a:lnTo>
                  <a:pt x="1220" y="402"/>
                </a:lnTo>
                <a:lnTo>
                  <a:pt x="1221" y="405"/>
                </a:lnTo>
                <a:lnTo>
                  <a:pt x="1221" y="408"/>
                </a:lnTo>
                <a:lnTo>
                  <a:pt x="1221" y="412"/>
                </a:lnTo>
                <a:lnTo>
                  <a:pt x="1221" y="417"/>
                </a:lnTo>
                <a:lnTo>
                  <a:pt x="1222" y="422"/>
                </a:lnTo>
                <a:lnTo>
                  <a:pt x="1222" y="428"/>
                </a:lnTo>
                <a:lnTo>
                  <a:pt x="1223" y="434"/>
                </a:lnTo>
                <a:lnTo>
                  <a:pt x="1223" y="441"/>
                </a:lnTo>
                <a:lnTo>
                  <a:pt x="1224" y="448"/>
                </a:lnTo>
                <a:lnTo>
                  <a:pt x="1224" y="447"/>
                </a:lnTo>
                <a:lnTo>
                  <a:pt x="1225" y="455"/>
                </a:lnTo>
                <a:lnTo>
                  <a:pt x="1227" y="472"/>
                </a:lnTo>
                <a:lnTo>
                  <a:pt x="1227" y="471"/>
                </a:lnTo>
                <a:lnTo>
                  <a:pt x="1229" y="489"/>
                </a:lnTo>
                <a:lnTo>
                  <a:pt x="1232" y="508"/>
                </a:lnTo>
                <a:lnTo>
                  <a:pt x="1235" y="528"/>
                </a:lnTo>
                <a:lnTo>
                  <a:pt x="1235" y="527"/>
                </a:lnTo>
                <a:lnTo>
                  <a:pt x="1239" y="549"/>
                </a:lnTo>
                <a:lnTo>
                  <a:pt x="1239" y="548"/>
                </a:lnTo>
                <a:lnTo>
                  <a:pt x="1243" y="570"/>
                </a:lnTo>
                <a:lnTo>
                  <a:pt x="1248" y="592"/>
                </a:lnTo>
                <a:lnTo>
                  <a:pt x="1248" y="591"/>
                </a:lnTo>
                <a:lnTo>
                  <a:pt x="1253" y="614"/>
                </a:lnTo>
                <a:lnTo>
                  <a:pt x="1260" y="637"/>
                </a:lnTo>
                <a:lnTo>
                  <a:pt x="1259" y="636"/>
                </a:lnTo>
                <a:lnTo>
                  <a:pt x="1267" y="659"/>
                </a:lnTo>
                <a:lnTo>
                  <a:pt x="1266" y="658"/>
                </a:lnTo>
                <a:lnTo>
                  <a:pt x="1274" y="681"/>
                </a:lnTo>
                <a:lnTo>
                  <a:pt x="1283" y="703"/>
                </a:lnTo>
                <a:lnTo>
                  <a:pt x="1282" y="702"/>
                </a:lnTo>
                <a:lnTo>
                  <a:pt x="1292" y="724"/>
                </a:lnTo>
                <a:lnTo>
                  <a:pt x="1291" y="723"/>
                </a:lnTo>
                <a:lnTo>
                  <a:pt x="1302" y="745"/>
                </a:lnTo>
                <a:lnTo>
                  <a:pt x="1301" y="744"/>
                </a:lnTo>
                <a:lnTo>
                  <a:pt x="1313" y="764"/>
                </a:lnTo>
                <a:lnTo>
                  <a:pt x="1312" y="763"/>
                </a:lnTo>
                <a:lnTo>
                  <a:pt x="1325" y="782"/>
                </a:lnTo>
                <a:lnTo>
                  <a:pt x="1324" y="781"/>
                </a:lnTo>
                <a:lnTo>
                  <a:pt x="1337" y="799"/>
                </a:lnTo>
                <a:lnTo>
                  <a:pt x="1336" y="798"/>
                </a:lnTo>
                <a:lnTo>
                  <a:pt x="1351" y="815"/>
                </a:lnTo>
                <a:lnTo>
                  <a:pt x="1350" y="814"/>
                </a:lnTo>
                <a:lnTo>
                  <a:pt x="1357" y="822"/>
                </a:lnTo>
                <a:lnTo>
                  <a:pt x="1357" y="821"/>
                </a:lnTo>
                <a:lnTo>
                  <a:pt x="1365" y="828"/>
                </a:lnTo>
                <a:lnTo>
                  <a:pt x="1364" y="827"/>
                </a:lnTo>
                <a:lnTo>
                  <a:pt x="1372" y="834"/>
                </a:lnTo>
                <a:lnTo>
                  <a:pt x="1371" y="834"/>
                </a:lnTo>
                <a:lnTo>
                  <a:pt x="1380" y="840"/>
                </a:lnTo>
                <a:lnTo>
                  <a:pt x="1379" y="839"/>
                </a:lnTo>
                <a:lnTo>
                  <a:pt x="1388" y="845"/>
                </a:lnTo>
                <a:lnTo>
                  <a:pt x="1387" y="845"/>
                </a:lnTo>
                <a:lnTo>
                  <a:pt x="1396" y="850"/>
                </a:lnTo>
                <a:lnTo>
                  <a:pt x="1395" y="850"/>
                </a:lnTo>
                <a:lnTo>
                  <a:pt x="1404" y="855"/>
                </a:lnTo>
                <a:lnTo>
                  <a:pt x="1403" y="854"/>
                </a:lnTo>
                <a:lnTo>
                  <a:pt x="1413" y="858"/>
                </a:lnTo>
                <a:lnTo>
                  <a:pt x="1411" y="858"/>
                </a:lnTo>
                <a:lnTo>
                  <a:pt x="1422" y="862"/>
                </a:lnTo>
                <a:lnTo>
                  <a:pt x="1420" y="861"/>
                </a:lnTo>
                <a:lnTo>
                  <a:pt x="1431" y="864"/>
                </a:lnTo>
                <a:lnTo>
                  <a:pt x="1429" y="864"/>
                </a:lnTo>
                <a:lnTo>
                  <a:pt x="1440" y="867"/>
                </a:lnTo>
                <a:lnTo>
                  <a:pt x="1439" y="866"/>
                </a:lnTo>
                <a:lnTo>
                  <a:pt x="1450" y="868"/>
                </a:lnTo>
                <a:lnTo>
                  <a:pt x="1448" y="868"/>
                </a:lnTo>
                <a:lnTo>
                  <a:pt x="1460" y="869"/>
                </a:lnTo>
                <a:lnTo>
                  <a:pt x="1458" y="869"/>
                </a:lnTo>
                <a:lnTo>
                  <a:pt x="1470" y="870"/>
                </a:lnTo>
                <a:lnTo>
                  <a:pt x="1472" y="870"/>
                </a:lnTo>
                <a:lnTo>
                  <a:pt x="1474" y="870"/>
                </a:lnTo>
                <a:lnTo>
                  <a:pt x="1475" y="871"/>
                </a:lnTo>
                <a:lnTo>
                  <a:pt x="1473" y="870"/>
                </a:lnTo>
                <a:lnTo>
                  <a:pt x="1476" y="871"/>
                </a:lnTo>
                <a:lnTo>
                  <a:pt x="1475" y="871"/>
                </a:lnTo>
                <a:lnTo>
                  <a:pt x="1478" y="871"/>
                </a:lnTo>
                <a:lnTo>
                  <a:pt x="1477" y="871"/>
                </a:lnTo>
                <a:lnTo>
                  <a:pt x="1481" y="871"/>
                </a:lnTo>
                <a:lnTo>
                  <a:pt x="1480" y="871"/>
                </a:lnTo>
                <a:lnTo>
                  <a:pt x="1485" y="870"/>
                </a:lnTo>
                <a:lnTo>
                  <a:pt x="1483" y="871"/>
                </a:lnTo>
                <a:lnTo>
                  <a:pt x="1489" y="870"/>
                </a:lnTo>
                <a:lnTo>
                  <a:pt x="1487" y="870"/>
                </a:lnTo>
                <a:lnTo>
                  <a:pt x="1494" y="869"/>
                </a:lnTo>
                <a:lnTo>
                  <a:pt x="1492" y="869"/>
                </a:lnTo>
                <a:lnTo>
                  <a:pt x="1499" y="867"/>
                </a:lnTo>
                <a:lnTo>
                  <a:pt x="1498" y="868"/>
                </a:lnTo>
                <a:lnTo>
                  <a:pt x="1505" y="865"/>
                </a:lnTo>
                <a:lnTo>
                  <a:pt x="1504" y="865"/>
                </a:lnTo>
                <a:lnTo>
                  <a:pt x="1512" y="862"/>
                </a:lnTo>
                <a:lnTo>
                  <a:pt x="1510" y="863"/>
                </a:lnTo>
                <a:lnTo>
                  <a:pt x="1518" y="858"/>
                </a:lnTo>
                <a:lnTo>
                  <a:pt x="1517" y="859"/>
                </a:lnTo>
                <a:lnTo>
                  <a:pt x="1526" y="853"/>
                </a:lnTo>
                <a:lnTo>
                  <a:pt x="1525" y="854"/>
                </a:lnTo>
                <a:lnTo>
                  <a:pt x="1534" y="847"/>
                </a:lnTo>
                <a:lnTo>
                  <a:pt x="1532" y="848"/>
                </a:lnTo>
                <a:lnTo>
                  <a:pt x="1542" y="840"/>
                </a:lnTo>
                <a:lnTo>
                  <a:pt x="1541" y="841"/>
                </a:lnTo>
                <a:lnTo>
                  <a:pt x="1550" y="831"/>
                </a:lnTo>
                <a:lnTo>
                  <a:pt x="1549" y="832"/>
                </a:lnTo>
                <a:lnTo>
                  <a:pt x="1559" y="821"/>
                </a:lnTo>
                <a:lnTo>
                  <a:pt x="1558" y="822"/>
                </a:lnTo>
                <a:lnTo>
                  <a:pt x="1563" y="816"/>
                </a:lnTo>
                <a:lnTo>
                  <a:pt x="1568" y="809"/>
                </a:lnTo>
                <a:lnTo>
                  <a:pt x="1567" y="810"/>
                </a:lnTo>
                <a:lnTo>
                  <a:pt x="1572" y="803"/>
                </a:lnTo>
                <a:lnTo>
                  <a:pt x="1577" y="796"/>
                </a:lnTo>
                <a:lnTo>
                  <a:pt x="1582" y="788"/>
                </a:lnTo>
                <a:lnTo>
                  <a:pt x="1581" y="789"/>
                </a:lnTo>
                <a:lnTo>
                  <a:pt x="1586" y="780"/>
                </a:lnTo>
                <a:lnTo>
                  <a:pt x="1586" y="781"/>
                </a:lnTo>
                <a:lnTo>
                  <a:pt x="1591" y="772"/>
                </a:lnTo>
                <a:lnTo>
                  <a:pt x="1595" y="762"/>
                </a:lnTo>
                <a:lnTo>
                  <a:pt x="1595" y="763"/>
                </a:lnTo>
                <a:lnTo>
                  <a:pt x="1600" y="753"/>
                </a:lnTo>
                <a:lnTo>
                  <a:pt x="1605" y="743"/>
                </a:lnTo>
                <a:lnTo>
                  <a:pt x="1604" y="743"/>
                </a:lnTo>
                <a:lnTo>
                  <a:pt x="1609" y="732"/>
                </a:lnTo>
                <a:lnTo>
                  <a:pt x="1614" y="721"/>
                </a:lnTo>
                <a:lnTo>
                  <a:pt x="1618" y="709"/>
                </a:lnTo>
                <a:lnTo>
                  <a:pt x="1623" y="696"/>
                </a:lnTo>
                <a:lnTo>
                  <a:pt x="1622" y="697"/>
                </a:lnTo>
                <a:lnTo>
                  <a:pt x="1627" y="683"/>
                </a:lnTo>
                <a:lnTo>
                  <a:pt x="1631" y="669"/>
                </a:lnTo>
                <a:lnTo>
                  <a:pt x="1635" y="655"/>
                </a:lnTo>
                <a:lnTo>
                  <a:pt x="1639" y="640"/>
                </a:lnTo>
                <a:lnTo>
                  <a:pt x="1643" y="624"/>
                </a:lnTo>
                <a:lnTo>
                  <a:pt x="1647" y="607"/>
                </a:lnTo>
                <a:lnTo>
                  <a:pt x="1651" y="590"/>
                </a:lnTo>
                <a:lnTo>
                  <a:pt x="1655" y="572"/>
                </a:lnTo>
                <a:lnTo>
                  <a:pt x="1658" y="553"/>
                </a:lnTo>
                <a:lnTo>
                  <a:pt x="1658" y="554"/>
                </a:lnTo>
                <a:lnTo>
                  <a:pt x="1662" y="534"/>
                </a:lnTo>
                <a:lnTo>
                  <a:pt x="1665" y="514"/>
                </a:lnTo>
                <a:lnTo>
                  <a:pt x="1668" y="493"/>
                </a:lnTo>
                <a:lnTo>
                  <a:pt x="1671" y="471"/>
                </a:lnTo>
                <a:lnTo>
                  <a:pt x="1674" y="448"/>
                </a:lnTo>
                <a:lnTo>
                  <a:pt x="1674" y="449"/>
                </a:lnTo>
                <a:lnTo>
                  <a:pt x="1676" y="425"/>
                </a:lnTo>
                <a:lnTo>
                  <a:pt x="1679" y="401"/>
                </a:lnTo>
                <a:lnTo>
                  <a:pt x="1679" y="399"/>
                </a:lnTo>
                <a:lnTo>
                  <a:pt x="1679" y="398"/>
                </a:lnTo>
                <a:lnTo>
                  <a:pt x="1679" y="400"/>
                </a:lnTo>
                <a:lnTo>
                  <a:pt x="1679" y="399"/>
                </a:lnTo>
                <a:lnTo>
                  <a:pt x="1679" y="398"/>
                </a:lnTo>
                <a:lnTo>
                  <a:pt x="1680" y="396"/>
                </a:lnTo>
                <a:lnTo>
                  <a:pt x="1679" y="396"/>
                </a:lnTo>
                <a:lnTo>
                  <a:pt x="1680" y="394"/>
                </a:lnTo>
                <a:lnTo>
                  <a:pt x="1680" y="390"/>
                </a:lnTo>
                <a:lnTo>
                  <a:pt x="1681" y="386"/>
                </a:lnTo>
                <a:lnTo>
                  <a:pt x="1682" y="382"/>
                </a:lnTo>
                <a:lnTo>
                  <a:pt x="1683" y="377"/>
                </a:lnTo>
                <a:lnTo>
                  <a:pt x="1684" y="371"/>
                </a:lnTo>
                <a:lnTo>
                  <a:pt x="1685" y="365"/>
                </a:lnTo>
                <a:lnTo>
                  <a:pt x="1686" y="358"/>
                </a:lnTo>
                <a:lnTo>
                  <a:pt x="1687" y="351"/>
                </a:lnTo>
                <a:lnTo>
                  <a:pt x="1689" y="343"/>
                </a:lnTo>
                <a:lnTo>
                  <a:pt x="1690" y="335"/>
                </a:lnTo>
                <a:lnTo>
                  <a:pt x="1694" y="318"/>
                </a:lnTo>
                <a:lnTo>
                  <a:pt x="1698" y="300"/>
                </a:lnTo>
                <a:lnTo>
                  <a:pt x="1698" y="299"/>
                </a:lnTo>
                <a:lnTo>
                  <a:pt x="1702" y="280"/>
                </a:lnTo>
                <a:lnTo>
                  <a:pt x="1703" y="280"/>
                </a:lnTo>
                <a:lnTo>
                  <a:pt x="1708" y="260"/>
                </a:lnTo>
                <a:lnTo>
                  <a:pt x="1708" y="259"/>
                </a:lnTo>
                <a:lnTo>
                  <a:pt x="1713" y="239"/>
                </a:lnTo>
                <a:lnTo>
                  <a:pt x="1713" y="238"/>
                </a:lnTo>
                <a:lnTo>
                  <a:pt x="1720" y="217"/>
                </a:lnTo>
                <a:lnTo>
                  <a:pt x="1726" y="196"/>
                </a:lnTo>
                <a:lnTo>
                  <a:pt x="1727" y="195"/>
                </a:lnTo>
                <a:lnTo>
                  <a:pt x="1734" y="174"/>
                </a:lnTo>
                <a:lnTo>
                  <a:pt x="1734" y="173"/>
                </a:lnTo>
                <a:lnTo>
                  <a:pt x="1742" y="153"/>
                </a:lnTo>
                <a:lnTo>
                  <a:pt x="1742" y="152"/>
                </a:lnTo>
                <a:lnTo>
                  <a:pt x="1751" y="131"/>
                </a:lnTo>
                <a:lnTo>
                  <a:pt x="1751" y="130"/>
                </a:lnTo>
                <a:lnTo>
                  <a:pt x="1760" y="111"/>
                </a:lnTo>
                <a:lnTo>
                  <a:pt x="1761" y="110"/>
                </a:lnTo>
                <a:lnTo>
                  <a:pt x="1771" y="92"/>
                </a:lnTo>
                <a:lnTo>
                  <a:pt x="1771" y="91"/>
                </a:lnTo>
                <a:lnTo>
                  <a:pt x="1781" y="74"/>
                </a:lnTo>
                <a:lnTo>
                  <a:pt x="1782" y="73"/>
                </a:lnTo>
                <a:lnTo>
                  <a:pt x="1788" y="65"/>
                </a:lnTo>
                <a:lnTo>
                  <a:pt x="1788" y="64"/>
                </a:lnTo>
                <a:lnTo>
                  <a:pt x="1794" y="57"/>
                </a:lnTo>
                <a:lnTo>
                  <a:pt x="1794" y="56"/>
                </a:lnTo>
                <a:lnTo>
                  <a:pt x="1800" y="49"/>
                </a:lnTo>
                <a:lnTo>
                  <a:pt x="1801" y="48"/>
                </a:lnTo>
                <a:lnTo>
                  <a:pt x="1807" y="41"/>
                </a:lnTo>
                <a:lnTo>
                  <a:pt x="1807" y="40"/>
                </a:lnTo>
                <a:lnTo>
                  <a:pt x="1813" y="34"/>
                </a:lnTo>
                <a:lnTo>
                  <a:pt x="1814" y="33"/>
                </a:lnTo>
                <a:lnTo>
                  <a:pt x="1821" y="28"/>
                </a:lnTo>
                <a:lnTo>
                  <a:pt x="1822" y="27"/>
                </a:lnTo>
                <a:lnTo>
                  <a:pt x="1828" y="22"/>
                </a:lnTo>
                <a:lnTo>
                  <a:pt x="1829" y="21"/>
                </a:lnTo>
                <a:lnTo>
                  <a:pt x="1836" y="17"/>
                </a:lnTo>
                <a:lnTo>
                  <a:pt x="1837" y="16"/>
                </a:lnTo>
                <a:lnTo>
                  <a:pt x="1844" y="12"/>
                </a:lnTo>
                <a:lnTo>
                  <a:pt x="1846" y="11"/>
                </a:lnTo>
                <a:lnTo>
                  <a:pt x="1853" y="8"/>
                </a:lnTo>
                <a:lnTo>
                  <a:pt x="1855" y="7"/>
                </a:lnTo>
                <a:lnTo>
                  <a:pt x="1862" y="4"/>
                </a:lnTo>
                <a:lnTo>
                  <a:pt x="1864" y="4"/>
                </a:lnTo>
                <a:lnTo>
                  <a:pt x="1871" y="2"/>
                </a:lnTo>
                <a:lnTo>
                  <a:pt x="1873" y="1"/>
                </a:lnTo>
                <a:lnTo>
                  <a:pt x="1881" y="0"/>
                </a:lnTo>
                <a:lnTo>
                  <a:pt x="1883" y="0"/>
                </a:lnTo>
                <a:lnTo>
                  <a:pt x="1890" y="0"/>
                </a:lnTo>
                <a:lnTo>
                  <a:pt x="1893" y="0"/>
                </a:lnTo>
                <a:lnTo>
                  <a:pt x="1901" y="0"/>
                </a:lnTo>
                <a:lnTo>
                  <a:pt x="1903" y="0"/>
                </a:lnTo>
                <a:lnTo>
                  <a:pt x="1911" y="2"/>
                </a:lnTo>
                <a:lnTo>
                  <a:pt x="1913" y="2"/>
                </a:lnTo>
                <a:lnTo>
                  <a:pt x="1921" y="4"/>
                </a:lnTo>
                <a:lnTo>
                  <a:pt x="1923" y="5"/>
                </a:lnTo>
                <a:lnTo>
                  <a:pt x="1931" y="8"/>
                </a:lnTo>
                <a:lnTo>
                  <a:pt x="1933" y="8"/>
                </a:lnTo>
                <a:lnTo>
                  <a:pt x="1942" y="12"/>
                </a:lnTo>
                <a:lnTo>
                  <a:pt x="1943" y="13"/>
                </a:lnTo>
                <a:lnTo>
                  <a:pt x="1952" y="18"/>
                </a:lnTo>
                <a:lnTo>
                  <a:pt x="1953" y="18"/>
                </a:lnTo>
                <a:lnTo>
                  <a:pt x="1962" y="24"/>
                </a:lnTo>
                <a:lnTo>
                  <a:pt x="1963" y="25"/>
                </a:lnTo>
                <a:lnTo>
                  <a:pt x="1972" y="32"/>
                </a:lnTo>
                <a:lnTo>
                  <a:pt x="1973" y="33"/>
                </a:lnTo>
                <a:lnTo>
                  <a:pt x="1983" y="40"/>
                </a:lnTo>
                <a:lnTo>
                  <a:pt x="1983" y="41"/>
                </a:lnTo>
                <a:lnTo>
                  <a:pt x="1993" y="50"/>
                </a:lnTo>
                <a:lnTo>
                  <a:pt x="1995" y="52"/>
                </a:lnTo>
                <a:lnTo>
                  <a:pt x="2003" y="62"/>
                </a:lnTo>
                <a:lnTo>
                  <a:pt x="2012" y="71"/>
                </a:lnTo>
                <a:lnTo>
                  <a:pt x="2019" y="80"/>
                </a:lnTo>
                <a:lnTo>
                  <a:pt x="2026" y="88"/>
                </a:lnTo>
                <a:lnTo>
                  <a:pt x="2033" y="95"/>
                </a:lnTo>
                <a:lnTo>
                  <a:pt x="2039" y="102"/>
                </a:lnTo>
                <a:lnTo>
                  <a:pt x="2045" y="109"/>
                </a:lnTo>
                <a:lnTo>
                  <a:pt x="2050" y="115"/>
                </a:lnTo>
                <a:lnTo>
                  <a:pt x="2055" y="120"/>
                </a:lnTo>
                <a:lnTo>
                  <a:pt x="2054" y="120"/>
                </a:lnTo>
                <a:lnTo>
                  <a:pt x="2059" y="125"/>
                </a:lnTo>
                <a:lnTo>
                  <a:pt x="2059" y="126"/>
                </a:lnTo>
                <a:lnTo>
                  <a:pt x="2063" y="130"/>
                </a:lnTo>
                <a:lnTo>
                  <a:pt x="2067" y="134"/>
                </a:lnTo>
                <a:lnTo>
                  <a:pt x="2073" y="141"/>
                </a:lnTo>
                <a:lnTo>
                  <a:pt x="2078" y="147"/>
                </a:lnTo>
                <a:lnTo>
                  <a:pt x="2082" y="153"/>
                </a:lnTo>
                <a:lnTo>
                  <a:pt x="2085" y="156"/>
                </a:lnTo>
                <a:lnTo>
                  <a:pt x="2087" y="158"/>
                </a:lnTo>
                <a:lnTo>
                  <a:pt x="2088" y="160"/>
                </a:lnTo>
                <a:lnTo>
                  <a:pt x="2089" y="161"/>
                </a:lnTo>
                <a:lnTo>
                  <a:pt x="2090" y="162"/>
                </a:lnTo>
                <a:lnTo>
                  <a:pt x="2089" y="160"/>
                </a:lnTo>
                <a:lnTo>
                  <a:pt x="2089" y="161"/>
                </a:lnTo>
                <a:lnTo>
                  <a:pt x="2057" y="192"/>
                </a:lnTo>
                <a:lnTo>
                  <a:pt x="2056" y="191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90"/>
                </a:lnTo>
                <a:lnTo>
                  <a:pt x="2053" y="188"/>
                </a:lnTo>
                <a:lnTo>
                  <a:pt x="2051" y="186"/>
                </a:lnTo>
                <a:lnTo>
                  <a:pt x="2051" y="185"/>
                </a:lnTo>
                <a:lnTo>
                  <a:pt x="2048" y="182"/>
                </a:lnTo>
                <a:lnTo>
                  <a:pt x="2044" y="177"/>
                </a:lnTo>
                <a:lnTo>
                  <a:pt x="2044" y="178"/>
                </a:lnTo>
                <a:lnTo>
                  <a:pt x="2039" y="172"/>
                </a:lnTo>
                <a:lnTo>
                  <a:pt x="2033" y="165"/>
                </a:lnTo>
                <a:lnTo>
                  <a:pt x="2029" y="160"/>
                </a:lnTo>
                <a:lnTo>
                  <a:pt x="2025" y="156"/>
                </a:lnTo>
                <a:lnTo>
                  <a:pt x="2021" y="150"/>
                </a:lnTo>
                <a:lnTo>
                  <a:pt x="2016" y="144"/>
                </a:lnTo>
                <a:lnTo>
                  <a:pt x="2011" y="138"/>
                </a:lnTo>
                <a:lnTo>
                  <a:pt x="2005" y="132"/>
                </a:lnTo>
                <a:lnTo>
                  <a:pt x="1999" y="125"/>
                </a:lnTo>
                <a:lnTo>
                  <a:pt x="1992" y="117"/>
                </a:lnTo>
                <a:lnTo>
                  <a:pt x="1985" y="109"/>
                </a:lnTo>
                <a:lnTo>
                  <a:pt x="1978" y="100"/>
                </a:lnTo>
                <a:lnTo>
                  <a:pt x="1970" y="91"/>
                </a:lnTo>
                <a:lnTo>
                  <a:pt x="1961" y="81"/>
                </a:lnTo>
                <a:lnTo>
                  <a:pt x="1963" y="83"/>
                </a:lnTo>
                <a:lnTo>
                  <a:pt x="1953" y="74"/>
                </a:lnTo>
                <a:lnTo>
                  <a:pt x="1954" y="75"/>
                </a:lnTo>
                <a:lnTo>
                  <a:pt x="1945" y="67"/>
                </a:lnTo>
                <a:lnTo>
                  <a:pt x="1946" y="68"/>
                </a:lnTo>
                <a:lnTo>
                  <a:pt x="1937" y="61"/>
                </a:lnTo>
                <a:lnTo>
                  <a:pt x="1938" y="62"/>
                </a:lnTo>
                <a:lnTo>
                  <a:pt x="1929" y="56"/>
                </a:lnTo>
                <a:lnTo>
                  <a:pt x="1930" y="57"/>
                </a:lnTo>
                <a:lnTo>
                  <a:pt x="1922" y="52"/>
                </a:lnTo>
                <a:lnTo>
                  <a:pt x="1923" y="53"/>
                </a:lnTo>
                <a:lnTo>
                  <a:pt x="1915" y="49"/>
                </a:lnTo>
                <a:lnTo>
                  <a:pt x="1916" y="50"/>
                </a:lnTo>
                <a:lnTo>
                  <a:pt x="1908" y="47"/>
                </a:lnTo>
                <a:lnTo>
                  <a:pt x="1910" y="47"/>
                </a:lnTo>
                <a:lnTo>
                  <a:pt x="1902" y="45"/>
                </a:lnTo>
                <a:lnTo>
                  <a:pt x="1904" y="46"/>
                </a:lnTo>
                <a:lnTo>
                  <a:pt x="1896" y="45"/>
                </a:lnTo>
                <a:lnTo>
                  <a:pt x="1898" y="45"/>
                </a:lnTo>
                <a:lnTo>
                  <a:pt x="1890" y="44"/>
                </a:lnTo>
                <a:lnTo>
                  <a:pt x="1893" y="44"/>
                </a:lnTo>
                <a:lnTo>
                  <a:pt x="1885" y="45"/>
                </a:lnTo>
                <a:lnTo>
                  <a:pt x="1887" y="45"/>
                </a:lnTo>
                <a:lnTo>
                  <a:pt x="1880" y="46"/>
                </a:lnTo>
                <a:lnTo>
                  <a:pt x="1882" y="45"/>
                </a:lnTo>
                <a:lnTo>
                  <a:pt x="1875" y="47"/>
                </a:lnTo>
                <a:lnTo>
                  <a:pt x="1877" y="46"/>
                </a:lnTo>
                <a:lnTo>
                  <a:pt x="1870" y="49"/>
                </a:lnTo>
                <a:lnTo>
                  <a:pt x="1872" y="48"/>
                </a:lnTo>
                <a:lnTo>
                  <a:pt x="1865" y="51"/>
                </a:lnTo>
                <a:lnTo>
                  <a:pt x="1866" y="50"/>
                </a:lnTo>
                <a:lnTo>
                  <a:pt x="1860" y="54"/>
                </a:lnTo>
                <a:lnTo>
                  <a:pt x="1861" y="54"/>
                </a:lnTo>
                <a:lnTo>
                  <a:pt x="1854" y="58"/>
                </a:lnTo>
                <a:lnTo>
                  <a:pt x="1856" y="57"/>
                </a:lnTo>
                <a:lnTo>
                  <a:pt x="1849" y="62"/>
                </a:lnTo>
                <a:lnTo>
                  <a:pt x="1850" y="61"/>
                </a:lnTo>
                <a:lnTo>
                  <a:pt x="1844" y="67"/>
                </a:lnTo>
                <a:lnTo>
                  <a:pt x="1845" y="66"/>
                </a:lnTo>
                <a:lnTo>
                  <a:pt x="1839" y="72"/>
                </a:lnTo>
                <a:lnTo>
                  <a:pt x="1840" y="71"/>
                </a:lnTo>
                <a:lnTo>
                  <a:pt x="1834" y="78"/>
                </a:lnTo>
                <a:lnTo>
                  <a:pt x="1835" y="77"/>
                </a:lnTo>
                <a:lnTo>
                  <a:pt x="1829" y="84"/>
                </a:lnTo>
                <a:lnTo>
                  <a:pt x="1830" y="83"/>
                </a:lnTo>
                <a:lnTo>
                  <a:pt x="1824" y="91"/>
                </a:lnTo>
                <a:lnTo>
                  <a:pt x="1825" y="90"/>
                </a:lnTo>
                <a:lnTo>
                  <a:pt x="1819" y="98"/>
                </a:lnTo>
                <a:lnTo>
                  <a:pt x="1820" y="97"/>
                </a:lnTo>
                <a:lnTo>
                  <a:pt x="1809" y="114"/>
                </a:lnTo>
                <a:lnTo>
                  <a:pt x="1810" y="113"/>
                </a:lnTo>
                <a:lnTo>
                  <a:pt x="1800" y="131"/>
                </a:lnTo>
                <a:lnTo>
                  <a:pt x="1801" y="130"/>
                </a:lnTo>
                <a:lnTo>
                  <a:pt x="1792" y="149"/>
                </a:lnTo>
                <a:lnTo>
                  <a:pt x="1792" y="148"/>
                </a:lnTo>
                <a:lnTo>
                  <a:pt x="1784" y="169"/>
                </a:lnTo>
                <a:lnTo>
                  <a:pt x="1776" y="189"/>
                </a:lnTo>
                <a:lnTo>
                  <a:pt x="1769" y="210"/>
                </a:lnTo>
                <a:lnTo>
                  <a:pt x="1769" y="209"/>
                </a:lnTo>
                <a:lnTo>
                  <a:pt x="1762" y="230"/>
                </a:lnTo>
                <a:lnTo>
                  <a:pt x="1763" y="230"/>
                </a:lnTo>
                <a:lnTo>
                  <a:pt x="1756" y="251"/>
                </a:lnTo>
                <a:lnTo>
                  <a:pt x="1756" y="250"/>
                </a:lnTo>
                <a:lnTo>
                  <a:pt x="1751" y="271"/>
                </a:lnTo>
                <a:lnTo>
                  <a:pt x="1746" y="291"/>
                </a:lnTo>
                <a:lnTo>
                  <a:pt x="1746" y="290"/>
                </a:lnTo>
                <a:lnTo>
                  <a:pt x="1741" y="310"/>
                </a:lnTo>
                <a:lnTo>
                  <a:pt x="1742" y="309"/>
                </a:lnTo>
                <a:lnTo>
                  <a:pt x="1738" y="328"/>
                </a:lnTo>
                <a:lnTo>
                  <a:pt x="1738" y="327"/>
                </a:lnTo>
                <a:lnTo>
                  <a:pt x="1734" y="344"/>
                </a:lnTo>
                <a:lnTo>
                  <a:pt x="1733" y="352"/>
                </a:lnTo>
                <a:lnTo>
                  <a:pt x="1731" y="359"/>
                </a:lnTo>
                <a:lnTo>
                  <a:pt x="1730" y="366"/>
                </a:lnTo>
                <a:lnTo>
                  <a:pt x="1729" y="373"/>
                </a:lnTo>
                <a:lnTo>
                  <a:pt x="1728" y="379"/>
                </a:lnTo>
                <a:lnTo>
                  <a:pt x="1728" y="378"/>
                </a:lnTo>
                <a:lnTo>
                  <a:pt x="1727" y="384"/>
                </a:lnTo>
                <a:lnTo>
                  <a:pt x="1726" y="389"/>
                </a:lnTo>
                <a:lnTo>
                  <a:pt x="1725" y="393"/>
                </a:lnTo>
                <a:lnTo>
                  <a:pt x="1725" y="394"/>
                </a:lnTo>
                <a:lnTo>
                  <a:pt x="1725" y="397"/>
                </a:lnTo>
                <a:lnTo>
                  <a:pt x="1724" y="400"/>
                </a:lnTo>
                <a:lnTo>
                  <a:pt x="1724" y="403"/>
                </a:lnTo>
                <a:lnTo>
                  <a:pt x="1723" y="405"/>
                </a:lnTo>
                <a:lnTo>
                  <a:pt x="1724" y="404"/>
                </a:lnTo>
                <a:lnTo>
                  <a:pt x="1723" y="405"/>
                </a:lnTo>
                <a:lnTo>
                  <a:pt x="1723" y="407"/>
                </a:lnTo>
                <a:lnTo>
                  <a:pt x="1723" y="405"/>
                </a:lnTo>
                <a:lnTo>
                  <a:pt x="1721" y="430"/>
                </a:lnTo>
                <a:lnTo>
                  <a:pt x="1718" y="454"/>
                </a:lnTo>
                <a:lnTo>
                  <a:pt x="1715" y="477"/>
                </a:lnTo>
                <a:lnTo>
                  <a:pt x="1712" y="499"/>
                </a:lnTo>
                <a:lnTo>
                  <a:pt x="1709" y="521"/>
                </a:lnTo>
                <a:lnTo>
                  <a:pt x="1706" y="541"/>
                </a:lnTo>
                <a:lnTo>
                  <a:pt x="1706" y="542"/>
                </a:lnTo>
                <a:lnTo>
                  <a:pt x="1702" y="561"/>
                </a:lnTo>
                <a:lnTo>
                  <a:pt x="1702" y="562"/>
                </a:lnTo>
                <a:lnTo>
                  <a:pt x="1699" y="581"/>
                </a:lnTo>
                <a:lnTo>
                  <a:pt x="1695" y="599"/>
                </a:lnTo>
                <a:lnTo>
                  <a:pt x="1695" y="600"/>
                </a:lnTo>
                <a:lnTo>
                  <a:pt x="1691" y="617"/>
                </a:lnTo>
                <a:lnTo>
                  <a:pt x="1687" y="634"/>
                </a:lnTo>
                <a:lnTo>
                  <a:pt x="1687" y="635"/>
                </a:lnTo>
                <a:lnTo>
                  <a:pt x="1683" y="651"/>
                </a:lnTo>
                <a:lnTo>
                  <a:pt x="1678" y="667"/>
                </a:lnTo>
                <a:lnTo>
                  <a:pt x="1674" y="682"/>
                </a:lnTo>
                <a:lnTo>
                  <a:pt x="1669" y="697"/>
                </a:lnTo>
                <a:lnTo>
                  <a:pt x="1665" y="711"/>
                </a:lnTo>
                <a:lnTo>
                  <a:pt x="1660" y="724"/>
                </a:lnTo>
                <a:lnTo>
                  <a:pt x="1655" y="737"/>
                </a:lnTo>
                <a:lnTo>
                  <a:pt x="1651" y="749"/>
                </a:lnTo>
                <a:lnTo>
                  <a:pt x="1650" y="749"/>
                </a:lnTo>
                <a:lnTo>
                  <a:pt x="1646" y="761"/>
                </a:lnTo>
                <a:lnTo>
                  <a:pt x="1645" y="761"/>
                </a:lnTo>
                <a:lnTo>
                  <a:pt x="1641" y="772"/>
                </a:lnTo>
                <a:lnTo>
                  <a:pt x="1640" y="772"/>
                </a:lnTo>
                <a:lnTo>
                  <a:pt x="1636" y="782"/>
                </a:lnTo>
                <a:lnTo>
                  <a:pt x="1635" y="783"/>
                </a:lnTo>
                <a:lnTo>
                  <a:pt x="1630" y="792"/>
                </a:lnTo>
                <a:lnTo>
                  <a:pt x="1630" y="793"/>
                </a:lnTo>
                <a:lnTo>
                  <a:pt x="1625" y="802"/>
                </a:lnTo>
                <a:lnTo>
                  <a:pt x="1620" y="811"/>
                </a:lnTo>
                <a:lnTo>
                  <a:pt x="1615" y="819"/>
                </a:lnTo>
                <a:lnTo>
                  <a:pt x="1614" y="820"/>
                </a:lnTo>
                <a:lnTo>
                  <a:pt x="1610" y="828"/>
                </a:lnTo>
                <a:lnTo>
                  <a:pt x="1609" y="828"/>
                </a:lnTo>
                <a:lnTo>
                  <a:pt x="1604" y="835"/>
                </a:lnTo>
                <a:lnTo>
                  <a:pt x="1604" y="836"/>
                </a:lnTo>
                <a:lnTo>
                  <a:pt x="1599" y="843"/>
                </a:lnTo>
                <a:lnTo>
                  <a:pt x="1594" y="849"/>
                </a:lnTo>
                <a:lnTo>
                  <a:pt x="1593" y="850"/>
                </a:lnTo>
                <a:lnTo>
                  <a:pt x="1583" y="861"/>
                </a:lnTo>
                <a:lnTo>
                  <a:pt x="1582" y="863"/>
                </a:lnTo>
                <a:lnTo>
                  <a:pt x="1572" y="872"/>
                </a:lnTo>
                <a:lnTo>
                  <a:pt x="1571" y="873"/>
                </a:lnTo>
                <a:lnTo>
                  <a:pt x="1562" y="882"/>
                </a:lnTo>
                <a:lnTo>
                  <a:pt x="1561" y="883"/>
                </a:lnTo>
                <a:lnTo>
                  <a:pt x="1552" y="890"/>
                </a:lnTo>
                <a:lnTo>
                  <a:pt x="1550" y="891"/>
                </a:lnTo>
                <a:lnTo>
                  <a:pt x="1541" y="896"/>
                </a:lnTo>
                <a:lnTo>
                  <a:pt x="1540" y="897"/>
                </a:lnTo>
                <a:lnTo>
                  <a:pt x="1532" y="902"/>
                </a:lnTo>
                <a:lnTo>
                  <a:pt x="1530" y="903"/>
                </a:lnTo>
                <a:lnTo>
                  <a:pt x="1522" y="906"/>
                </a:lnTo>
                <a:lnTo>
                  <a:pt x="1520" y="907"/>
                </a:lnTo>
                <a:lnTo>
                  <a:pt x="1513" y="910"/>
                </a:lnTo>
                <a:lnTo>
                  <a:pt x="1511" y="910"/>
                </a:lnTo>
                <a:lnTo>
                  <a:pt x="1504" y="912"/>
                </a:lnTo>
                <a:lnTo>
                  <a:pt x="1503" y="912"/>
                </a:lnTo>
                <a:lnTo>
                  <a:pt x="1497" y="914"/>
                </a:lnTo>
                <a:lnTo>
                  <a:pt x="1495" y="914"/>
                </a:lnTo>
                <a:lnTo>
                  <a:pt x="1489" y="915"/>
                </a:lnTo>
                <a:lnTo>
                  <a:pt x="1488" y="915"/>
                </a:lnTo>
                <a:lnTo>
                  <a:pt x="1483" y="915"/>
                </a:lnTo>
                <a:lnTo>
                  <a:pt x="1482" y="915"/>
                </a:lnTo>
                <a:lnTo>
                  <a:pt x="1477" y="915"/>
                </a:lnTo>
                <a:lnTo>
                  <a:pt x="1476" y="915"/>
                </a:lnTo>
                <a:lnTo>
                  <a:pt x="1472" y="915"/>
                </a:lnTo>
                <a:lnTo>
                  <a:pt x="1469" y="915"/>
                </a:lnTo>
                <a:lnTo>
                  <a:pt x="1467" y="915"/>
                </a:lnTo>
                <a:lnTo>
                  <a:pt x="1466" y="914"/>
                </a:lnTo>
                <a:lnTo>
                  <a:pt x="1467" y="915"/>
                </a:lnTo>
                <a:lnTo>
                  <a:pt x="1466" y="915"/>
                </a:lnTo>
                <a:lnTo>
                  <a:pt x="1468" y="915"/>
                </a:lnTo>
                <a:lnTo>
                  <a:pt x="1456" y="914"/>
                </a:lnTo>
                <a:lnTo>
                  <a:pt x="1455" y="914"/>
                </a:lnTo>
                <a:lnTo>
                  <a:pt x="1443" y="913"/>
                </a:lnTo>
                <a:lnTo>
                  <a:pt x="1442" y="912"/>
                </a:lnTo>
                <a:lnTo>
                  <a:pt x="1431" y="910"/>
                </a:lnTo>
                <a:lnTo>
                  <a:pt x="1429" y="910"/>
                </a:lnTo>
                <a:lnTo>
                  <a:pt x="1419" y="908"/>
                </a:lnTo>
                <a:lnTo>
                  <a:pt x="1418" y="907"/>
                </a:lnTo>
                <a:lnTo>
                  <a:pt x="1407" y="904"/>
                </a:lnTo>
                <a:lnTo>
                  <a:pt x="1406" y="904"/>
                </a:lnTo>
                <a:lnTo>
                  <a:pt x="1396" y="900"/>
                </a:lnTo>
                <a:lnTo>
                  <a:pt x="1394" y="899"/>
                </a:lnTo>
                <a:lnTo>
                  <a:pt x="1385" y="895"/>
                </a:lnTo>
                <a:lnTo>
                  <a:pt x="1383" y="894"/>
                </a:lnTo>
                <a:lnTo>
                  <a:pt x="1374" y="889"/>
                </a:lnTo>
                <a:lnTo>
                  <a:pt x="1373" y="889"/>
                </a:lnTo>
                <a:lnTo>
                  <a:pt x="1364" y="883"/>
                </a:lnTo>
                <a:lnTo>
                  <a:pt x="1363" y="883"/>
                </a:lnTo>
                <a:lnTo>
                  <a:pt x="1354" y="877"/>
                </a:lnTo>
                <a:lnTo>
                  <a:pt x="1353" y="876"/>
                </a:lnTo>
                <a:lnTo>
                  <a:pt x="1344" y="869"/>
                </a:lnTo>
                <a:lnTo>
                  <a:pt x="1343" y="869"/>
                </a:lnTo>
                <a:lnTo>
                  <a:pt x="1335" y="862"/>
                </a:lnTo>
                <a:lnTo>
                  <a:pt x="1334" y="861"/>
                </a:lnTo>
                <a:lnTo>
                  <a:pt x="1326" y="854"/>
                </a:lnTo>
                <a:lnTo>
                  <a:pt x="1326" y="853"/>
                </a:lnTo>
                <a:lnTo>
                  <a:pt x="1318" y="845"/>
                </a:lnTo>
                <a:lnTo>
                  <a:pt x="1317" y="844"/>
                </a:lnTo>
                <a:lnTo>
                  <a:pt x="1302" y="827"/>
                </a:lnTo>
                <a:lnTo>
                  <a:pt x="1301" y="826"/>
                </a:lnTo>
                <a:lnTo>
                  <a:pt x="1288" y="808"/>
                </a:lnTo>
                <a:lnTo>
                  <a:pt x="1287" y="807"/>
                </a:lnTo>
                <a:lnTo>
                  <a:pt x="1275" y="787"/>
                </a:lnTo>
                <a:lnTo>
                  <a:pt x="1274" y="786"/>
                </a:lnTo>
                <a:lnTo>
                  <a:pt x="1262" y="766"/>
                </a:lnTo>
                <a:lnTo>
                  <a:pt x="1262" y="765"/>
                </a:lnTo>
                <a:lnTo>
                  <a:pt x="1251" y="743"/>
                </a:lnTo>
                <a:lnTo>
                  <a:pt x="1251" y="742"/>
                </a:lnTo>
                <a:lnTo>
                  <a:pt x="1241" y="720"/>
                </a:lnTo>
                <a:lnTo>
                  <a:pt x="1241" y="719"/>
                </a:lnTo>
                <a:lnTo>
                  <a:pt x="1232" y="697"/>
                </a:lnTo>
                <a:lnTo>
                  <a:pt x="1232" y="696"/>
                </a:lnTo>
                <a:lnTo>
                  <a:pt x="1224" y="673"/>
                </a:lnTo>
                <a:lnTo>
                  <a:pt x="1224" y="672"/>
                </a:lnTo>
                <a:lnTo>
                  <a:pt x="1217" y="649"/>
                </a:lnTo>
                <a:lnTo>
                  <a:pt x="1210" y="626"/>
                </a:lnTo>
                <a:lnTo>
                  <a:pt x="1210" y="625"/>
                </a:lnTo>
                <a:lnTo>
                  <a:pt x="1203" y="602"/>
                </a:lnTo>
                <a:lnTo>
                  <a:pt x="1198" y="579"/>
                </a:lnTo>
                <a:lnTo>
                  <a:pt x="1194" y="557"/>
                </a:lnTo>
                <a:lnTo>
                  <a:pt x="1190" y="535"/>
                </a:lnTo>
                <a:lnTo>
                  <a:pt x="1186" y="515"/>
                </a:lnTo>
                <a:lnTo>
                  <a:pt x="1186" y="514"/>
                </a:lnTo>
                <a:lnTo>
                  <a:pt x="1184" y="495"/>
                </a:lnTo>
                <a:lnTo>
                  <a:pt x="1181" y="477"/>
                </a:lnTo>
                <a:lnTo>
                  <a:pt x="1179" y="460"/>
                </a:lnTo>
                <a:lnTo>
                  <a:pt x="1179" y="452"/>
                </a:lnTo>
                <a:lnTo>
                  <a:pt x="1178" y="445"/>
                </a:lnTo>
                <a:lnTo>
                  <a:pt x="1177" y="438"/>
                </a:lnTo>
                <a:lnTo>
                  <a:pt x="1177" y="431"/>
                </a:lnTo>
                <a:lnTo>
                  <a:pt x="1176" y="425"/>
                </a:lnTo>
                <a:lnTo>
                  <a:pt x="1176" y="426"/>
                </a:lnTo>
                <a:lnTo>
                  <a:pt x="1176" y="420"/>
                </a:lnTo>
                <a:lnTo>
                  <a:pt x="1175" y="415"/>
                </a:lnTo>
                <a:lnTo>
                  <a:pt x="1175" y="411"/>
                </a:lnTo>
                <a:lnTo>
                  <a:pt x="1175" y="407"/>
                </a:lnTo>
                <a:lnTo>
                  <a:pt x="1175" y="404"/>
                </a:lnTo>
                <a:lnTo>
                  <a:pt x="1175" y="402"/>
                </a:lnTo>
                <a:lnTo>
                  <a:pt x="1175" y="401"/>
                </a:lnTo>
                <a:lnTo>
                  <a:pt x="1175" y="400"/>
                </a:lnTo>
                <a:lnTo>
                  <a:pt x="1175" y="399"/>
                </a:lnTo>
                <a:lnTo>
                  <a:pt x="1174" y="398"/>
                </a:lnTo>
                <a:lnTo>
                  <a:pt x="1174" y="397"/>
                </a:lnTo>
                <a:lnTo>
                  <a:pt x="1175" y="401"/>
                </a:lnTo>
                <a:lnTo>
                  <a:pt x="1172" y="383"/>
                </a:lnTo>
                <a:lnTo>
                  <a:pt x="1170" y="366"/>
                </a:lnTo>
                <a:lnTo>
                  <a:pt x="1170" y="367"/>
                </a:lnTo>
                <a:lnTo>
                  <a:pt x="1167" y="350"/>
                </a:lnTo>
                <a:lnTo>
                  <a:pt x="1164" y="335"/>
                </a:lnTo>
                <a:lnTo>
                  <a:pt x="1161" y="320"/>
                </a:lnTo>
                <a:lnTo>
                  <a:pt x="1158" y="306"/>
                </a:lnTo>
                <a:lnTo>
                  <a:pt x="1155" y="292"/>
                </a:lnTo>
                <a:lnTo>
                  <a:pt x="1152" y="279"/>
                </a:lnTo>
                <a:lnTo>
                  <a:pt x="1148" y="266"/>
                </a:lnTo>
                <a:lnTo>
                  <a:pt x="1148" y="267"/>
                </a:lnTo>
                <a:lnTo>
                  <a:pt x="1145" y="254"/>
                </a:lnTo>
                <a:lnTo>
                  <a:pt x="1145" y="255"/>
                </a:lnTo>
                <a:lnTo>
                  <a:pt x="1141" y="243"/>
                </a:lnTo>
                <a:lnTo>
                  <a:pt x="1142" y="243"/>
                </a:lnTo>
                <a:lnTo>
                  <a:pt x="1138" y="232"/>
                </a:lnTo>
                <a:lnTo>
                  <a:pt x="1134" y="221"/>
                </a:lnTo>
                <a:lnTo>
                  <a:pt x="1135" y="222"/>
                </a:lnTo>
                <a:lnTo>
                  <a:pt x="1131" y="211"/>
                </a:lnTo>
                <a:lnTo>
                  <a:pt x="1131" y="212"/>
                </a:lnTo>
                <a:lnTo>
                  <a:pt x="1127" y="202"/>
                </a:lnTo>
                <a:lnTo>
                  <a:pt x="1127" y="203"/>
                </a:lnTo>
                <a:lnTo>
                  <a:pt x="1124" y="193"/>
                </a:lnTo>
                <a:lnTo>
                  <a:pt x="1124" y="194"/>
                </a:lnTo>
                <a:lnTo>
                  <a:pt x="1120" y="185"/>
                </a:lnTo>
                <a:lnTo>
                  <a:pt x="1116" y="177"/>
                </a:lnTo>
                <a:lnTo>
                  <a:pt x="1112" y="169"/>
                </a:lnTo>
                <a:lnTo>
                  <a:pt x="1113" y="170"/>
                </a:lnTo>
                <a:lnTo>
                  <a:pt x="1109" y="162"/>
                </a:lnTo>
                <a:lnTo>
                  <a:pt x="1109" y="163"/>
                </a:lnTo>
                <a:lnTo>
                  <a:pt x="1101" y="148"/>
                </a:lnTo>
                <a:lnTo>
                  <a:pt x="1102" y="149"/>
                </a:lnTo>
                <a:lnTo>
                  <a:pt x="1094" y="137"/>
                </a:lnTo>
                <a:lnTo>
                  <a:pt x="1095" y="138"/>
                </a:lnTo>
                <a:lnTo>
                  <a:pt x="1086" y="127"/>
                </a:lnTo>
                <a:lnTo>
                  <a:pt x="1087" y="128"/>
                </a:lnTo>
                <a:lnTo>
                  <a:pt x="1079" y="119"/>
                </a:lnTo>
                <a:lnTo>
                  <a:pt x="1080" y="120"/>
                </a:lnTo>
                <a:lnTo>
                  <a:pt x="1072" y="112"/>
                </a:lnTo>
                <a:lnTo>
                  <a:pt x="1074" y="113"/>
                </a:lnTo>
                <a:lnTo>
                  <a:pt x="1066" y="106"/>
                </a:lnTo>
                <a:lnTo>
                  <a:pt x="1067" y="107"/>
                </a:lnTo>
                <a:lnTo>
                  <a:pt x="1059" y="101"/>
                </a:lnTo>
                <a:lnTo>
                  <a:pt x="1061" y="102"/>
                </a:lnTo>
                <a:lnTo>
                  <a:pt x="1053" y="98"/>
                </a:lnTo>
                <a:lnTo>
                  <a:pt x="1055" y="98"/>
                </a:lnTo>
                <a:lnTo>
                  <a:pt x="1048" y="95"/>
                </a:lnTo>
                <a:lnTo>
                  <a:pt x="1049" y="95"/>
                </a:lnTo>
                <a:lnTo>
                  <a:pt x="1042" y="92"/>
                </a:lnTo>
                <a:lnTo>
                  <a:pt x="1044" y="93"/>
                </a:lnTo>
                <a:lnTo>
                  <a:pt x="1037" y="91"/>
                </a:lnTo>
                <a:lnTo>
                  <a:pt x="1039" y="91"/>
                </a:lnTo>
                <a:lnTo>
                  <a:pt x="1033" y="90"/>
                </a:lnTo>
                <a:lnTo>
                  <a:pt x="1034" y="90"/>
                </a:lnTo>
                <a:lnTo>
                  <a:pt x="1028" y="89"/>
                </a:lnTo>
                <a:lnTo>
                  <a:pt x="1030" y="89"/>
                </a:lnTo>
                <a:lnTo>
                  <a:pt x="1025" y="89"/>
                </a:lnTo>
                <a:lnTo>
                  <a:pt x="1026" y="89"/>
                </a:lnTo>
                <a:lnTo>
                  <a:pt x="1021" y="89"/>
                </a:lnTo>
                <a:lnTo>
                  <a:pt x="1023" y="89"/>
                </a:lnTo>
                <a:lnTo>
                  <a:pt x="1018" y="89"/>
                </a:lnTo>
                <a:lnTo>
                  <a:pt x="1020" y="89"/>
                </a:lnTo>
                <a:lnTo>
                  <a:pt x="1016" y="89"/>
                </a:lnTo>
                <a:lnTo>
                  <a:pt x="1017" y="89"/>
                </a:lnTo>
                <a:lnTo>
                  <a:pt x="1014" y="90"/>
                </a:lnTo>
                <a:lnTo>
                  <a:pt x="1015" y="90"/>
                </a:lnTo>
                <a:lnTo>
                  <a:pt x="1012" y="90"/>
                </a:lnTo>
                <a:lnTo>
                  <a:pt x="1013" y="90"/>
                </a:lnTo>
                <a:lnTo>
                  <a:pt x="1011" y="90"/>
                </a:lnTo>
                <a:lnTo>
                  <a:pt x="1013" y="90"/>
                </a:lnTo>
                <a:lnTo>
                  <a:pt x="1012" y="90"/>
                </a:lnTo>
                <a:lnTo>
                  <a:pt x="1011" y="90"/>
                </a:lnTo>
                <a:lnTo>
                  <a:pt x="1006" y="92"/>
                </a:lnTo>
                <a:lnTo>
                  <a:pt x="992" y="93"/>
                </a:lnTo>
                <a:lnTo>
                  <a:pt x="994" y="92"/>
                </a:lnTo>
                <a:lnTo>
                  <a:pt x="981" y="95"/>
                </a:lnTo>
                <a:lnTo>
                  <a:pt x="984" y="94"/>
                </a:lnTo>
                <a:lnTo>
                  <a:pt x="972" y="98"/>
                </a:lnTo>
                <a:lnTo>
                  <a:pt x="974" y="97"/>
                </a:lnTo>
                <a:lnTo>
                  <a:pt x="963" y="102"/>
                </a:lnTo>
                <a:lnTo>
                  <a:pt x="965" y="101"/>
                </a:lnTo>
                <a:lnTo>
                  <a:pt x="955" y="108"/>
                </a:lnTo>
                <a:lnTo>
                  <a:pt x="957" y="106"/>
                </a:lnTo>
                <a:lnTo>
                  <a:pt x="947" y="114"/>
                </a:lnTo>
                <a:lnTo>
                  <a:pt x="949" y="112"/>
                </a:lnTo>
                <a:lnTo>
                  <a:pt x="940" y="121"/>
                </a:lnTo>
                <a:lnTo>
                  <a:pt x="941" y="120"/>
                </a:lnTo>
                <a:lnTo>
                  <a:pt x="933" y="129"/>
                </a:lnTo>
                <a:lnTo>
                  <a:pt x="934" y="128"/>
                </a:lnTo>
                <a:lnTo>
                  <a:pt x="926" y="138"/>
                </a:lnTo>
                <a:lnTo>
                  <a:pt x="927" y="137"/>
                </a:lnTo>
                <a:lnTo>
                  <a:pt x="920" y="148"/>
                </a:lnTo>
                <a:lnTo>
                  <a:pt x="921" y="147"/>
                </a:lnTo>
                <a:lnTo>
                  <a:pt x="915" y="159"/>
                </a:lnTo>
                <a:lnTo>
                  <a:pt x="915" y="158"/>
                </a:lnTo>
                <a:lnTo>
                  <a:pt x="910" y="170"/>
                </a:lnTo>
                <a:lnTo>
                  <a:pt x="910" y="169"/>
                </a:lnTo>
                <a:lnTo>
                  <a:pt x="905" y="182"/>
                </a:lnTo>
                <a:lnTo>
                  <a:pt x="905" y="181"/>
                </a:lnTo>
                <a:lnTo>
                  <a:pt x="901" y="194"/>
                </a:lnTo>
                <a:lnTo>
                  <a:pt x="901" y="193"/>
                </a:lnTo>
                <a:lnTo>
                  <a:pt x="897" y="206"/>
                </a:lnTo>
                <a:lnTo>
                  <a:pt x="897" y="205"/>
                </a:lnTo>
                <a:lnTo>
                  <a:pt x="894" y="218"/>
                </a:lnTo>
                <a:lnTo>
                  <a:pt x="891" y="231"/>
                </a:lnTo>
                <a:lnTo>
                  <a:pt x="891" y="230"/>
                </a:lnTo>
                <a:lnTo>
                  <a:pt x="888" y="243"/>
                </a:lnTo>
                <a:lnTo>
                  <a:pt x="888" y="242"/>
                </a:lnTo>
                <a:lnTo>
                  <a:pt x="884" y="268"/>
                </a:lnTo>
                <a:lnTo>
                  <a:pt x="884" y="267"/>
                </a:lnTo>
                <a:lnTo>
                  <a:pt x="883" y="279"/>
                </a:lnTo>
                <a:lnTo>
                  <a:pt x="881" y="290"/>
                </a:lnTo>
                <a:lnTo>
                  <a:pt x="880" y="301"/>
                </a:lnTo>
                <a:lnTo>
                  <a:pt x="880" y="300"/>
                </a:lnTo>
                <a:lnTo>
                  <a:pt x="880" y="311"/>
                </a:lnTo>
                <a:lnTo>
                  <a:pt x="880" y="310"/>
                </a:lnTo>
                <a:lnTo>
                  <a:pt x="879" y="320"/>
                </a:lnTo>
                <a:lnTo>
                  <a:pt x="879" y="319"/>
                </a:lnTo>
                <a:lnTo>
                  <a:pt x="879" y="328"/>
                </a:lnTo>
                <a:lnTo>
                  <a:pt x="878" y="335"/>
                </a:lnTo>
                <a:lnTo>
                  <a:pt x="878" y="341"/>
                </a:lnTo>
                <a:lnTo>
                  <a:pt x="878" y="346"/>
                </a:lnTo>
                <a:lnTo>
                  <a:pt x="878" y="350"/>
                </a:lnTo>
                <a:lnTo>
                  <a:pt x="878" y="352"/>
                </a:lnTo>
                <a:lnTo>
                  <a:pt x="878" y="353"/>
                </a:lnTo>
                <a:lnTo>
                  <a:pt x="878" y="355"/>
                </a:lnTo>
                <a:lnTo>
                  <a:pt x="875" y="382"/>
                </a:lnTo>
                <a:lnTo>
                  <a:pt x="872" y="408"/>
                </a:lnTo>
                <a:lnTo>
                  <a:pt x="869" y="433"/>
                </a:lnTo>
                <a:lnTo>
                  <a:pt x="869" y="434"/>
                </a:lnTo>
                <a:lnTo>
                  <a:pt x="865" y="458"/>
                </a:lnTo>
                <a:lnTo>
                  <a:pt x="862" y="481"/>
                </a:lnTo>
                <a:lnTo>
                  <a:pt x="862" y="482"/>
                </a:lnTo>
                <a:lnTo>
                  <a:pt x="858" y="504"/>
                </a:lnTo>
                <a:lnTo>
                  <a:pt x="857" y="505"/>
                </a:lnTo>
                <a:lnTo>
                  <a:pt x="853" y="526"/>
                </a:lnTo>
                <a:lnTo>
                  <a:pt x="853" y="527"/>
                </a:lnTo>
                <a:lnTo>
                  <a:pt x="849" y="547"/>
                </a:lnTo>
                <a:lnTo>
                  <a:pt x="849" y="548"/>
                </a:lnTo>
                <a:lnTo>
                  <a:pt x="844" y="568"/>
                </a:lnTo>
                <a:lnTo>
                  <a:pt x="840" y="587"/>
                </a:lnTo>
                <a:lnTo>
                  <a:pt x="839" y="588"/>
                </a:lnTo>
                <a:lnTo>
                  <a:pt x="835" y="606"/>
                </a:lnTo>
                <a:lnTo>
                  <a:pt x="834" y="607"/>
                </a:lnTo>
                <a:lnTo>
                  <a:pt x="829" y="624"/>
                </a:lnTo>
                <a:lnTo>
                  <a:pt x="829" y="625"/>
                </a:lnTo>
                <a:lnTo>
                  <a:pt x="824" y="642"/>
                </a:lnTo>
                <a:lnTo>
                  <a:pt x="819" y="659"/>
                </a:lnTo>
                <a:lnTo>
                  <a:pt x="813" y="675"/>
                </a:lnTo>
                <a:lnTo>
                  <a:pt x="807" y="690"/>
                </a:lnTo>
                <a:lnTo>
                  <a:pt x="807" y="691"/>
                </a:lnTo>
                <a:lnTo>
                  <a:pt x="801" y="705"/>
                </a:lnTo>
                <a:lnTo>
                  <a:pt x="795" y="719"/>
                </a:lnTo>
                <a:lnTo>
                  <a:pt x="795" y="720"/>
                </a:lnTo>
                <a:lnTo>
                  <a:pt x="789" y="733"/>
                </a:lnTo>
                <a:lnTo>
                  <a:pt x="783" y="745"/>
                </a:lnTo>
                <a:lnTo>
                  <a:pt x="783" y="746"/>
                </a:lnTo>
                <a:lnTo>
                  <a:pt x="777" y="758"/>
                </a:lnTo>
                <a:lnTo>
                  <a:pt x="776" y="758"/>
                </a:lnTo>
                <a:lnTo>
                  <a:pt x="770" y="769"/>
                </a:lnTo>
                <a:lnTo>
                  <a:pt x="770" y="770"/>
                </a:lnTo>
                <a:lnTo>
                  <a:pt x="764" y="780"/>
                </a:lnTo>
                <a:lnTo>
                  <a:pt x="763" y="781"/>
                </a:lnTo>
                <a:lnTo>
                  <a:pt x="757" y="791"/>
                </a:lnTo>
                <a:lnTo>
                  <a:pt x="751" y="801"/>
                </a:lnTo>
                <a:lnTo>
                  <a:pt x="750" y="801"/>
                </a:lnTo>
                <a:lnTo>
                  <a:pt x="744" y="810"/>
                </a:lnTo>
                <a:lnTo>
                  <a:pt x="744" y="811"/>
                </a:lnTo>
                <a:lnTo>
                  <a:pt x="737" y="819"/>
                </a:lnTo>
                <a:lnTo>
                  <a:pt x="737" y="820"/>
                </a:lnTo>
                <a:lnTo>
                  <a:pt x="731" y="828"/>
                </a:lnTo>
                <a:lnTo>
                  <a:pt x="730" y="828"/>
                </a:lnTo>
                <a:lnTo>
                  <a:pt x="724" y="836"/>
                </a:lnTo>
                <a:lnTo>
                  <a:pt x="723" y="836"/>
                </a:lnTo>
                <a:lnTo>
                  <a:pt x="717" y="843"/>
                </a:lnTo>
                <a:lnTo>
                  <a:pt x="716" y="844"/>
                </a:lnTo>
                <a:lnTo>
                  <a:pt x="710" y="850"/>
                </a:lnTo>
                <a:lnTo>
                  <a:pt x="704" y="857"/>
                </a:lnTo>
                <a:lnTo>
                  <a:pt x="703" y="857"/>
                </a:lnTo>
                <a:lnTo>
                  <a:pt x="697" y="863"/>
                </a:lnTo>
                <a:lnTo>
                  <a:pt x="696" y="863"/>
                </a:lnTo>
                <a:lnTo>
                  <a:pt x="690" y="868"/>
                </a:lnTo>
                <a:lnTo>
                  <a:pt x="689" y="869"/>
                </a:lnTo>
                <a:lnTo>
                  <a:pt x="677" y="878"/>
                </a:lnTo>
                <a:lnTo>
                  <a:pt x="676" y="879"/>
                </a:lnTo>
                <a:lnTo>
                  <a:pt x="664" y="887"/>
                </a:lnTo>
                <a:lnTo>
                  <a:pt x="663" y="888"/>
                </a:lnTo>
                <a:lnTo>
                  <a:pt x="651" y="894"/>
                </a:lnTo>
                <a:lnTo>
                  <a:pt x="650" y="895"/>
                </a:lnTo>
                <a:lnTo>
                  <a:pt x="639" y="900"/>
                </a:lnTo>
                <a:lnTo>
                  <a:pt x="638" y="901"/>
                </a:lnTo>
                <a:lnTo>
                  <a:pt x="627" y="905"/>
                </a:lnTo>
                <a:lnTo>
                  <a:pt x="626" y="906"/>
                </a:lnTo>
                <a:lnTo>
                  <a:pt x="616" y="909"/>
                </a:lnTo>
                <a:lnTo>
                  <a:pt x="615" y="909"/>
                </a:lnTo>
                <a:lnTo>
                  <a:pt x="606" y="911"/>
                </a:lnTo>
                <a:lnTo>
                  <a:pt x="604" y="912"/>
                </a:lnTo>
                <a:lnTo>
                  <a:pt x="596" y="913"/>
                </a:lnTo>
                <a:lnTo>
                  <a:pt x="595" y="914"/>
                </a:lnTo>
                <a:lnTo>
                  <a:pt x="587" y="915"/>
                </a:lnTo>
                <a:lnTo>
                  <a:pt x="586" y="915"/>
                </a:lnTo>
                <a:lnTo>
                  <a:pt x="580" y="915"/>
                </a:lnTo>
                <a:lnTo>
                  <a:pt x="579" y="915"/>
                </a:lnTo>
                <a:lnTo>
                  <a:pt x="573" y="915"/>
                </a:lnTo>
                <a:lnTo>
                  <a:pt x="572" y="915"/>
                </a:lnTo>
                <a:lnTo>
                  <a:pt x="568" y="915"/>
                </a:lnTo>
                <a:lnTo>
                  <a:pt x="567" y="915"/>
                </a:lnTo>
                <a:lnTo>
                  <a:pt x="563" y="915"/>
                </a:lnTo>
                <a:lnTo>
                  <a:pt x="562" y="915"/>
                </a:lnTo>
                <a:lnTo>
                  <a:pt x="560" y="915"/>
                </a:lnTo>
                <a:lnTo>
                  <a:pt x="558" y="914"/>
                </a:lnTo>
                <a:lnTo>
                  <a:pt x="557" y="914"/>
                </a:lnTo>
                <a:lnTo>
                  <a:pt x="559" y="914"/>
                </a:lnTo>
                <a:lnTo>
                  <a:pt x="549" y="913"/>
                </a:lnTo>
                <a:lnTo>
                  <a:pt x="548" y="913"/>
                </a:lnTo>
                <a:lnTo>
                  <a:pt x="538" y="911"/>
                </a:lnTo>
                <a:lnTo>
                  <a:pt x="536" y="910"/>
                </a:lnTo>
                <a:lnTo>
                  <a:pt x="527" y="908"/>
                </a:lnTo>
                <a:lnTo>
                  <a:pt x="526" y="907"/>
                </a:lnTo>
                <a:lnTo>
                  <a:pt x="517" y="904"/>
                </a:lnTo>
                <a:lnTo>
                  <a:pt x="515" y="903"/>
                </a:lnTo>
                <a:lnTo>
                  <a:pt x="507" y="899"/>
                </a:lnTo>
                <a:lnTo>
                  <a:pt x="505" y="899"/>
                </a:lnTo>
                <a:lnTo>
                  <a:pt x="497" y="894"/>
                </a:lnTo>
                <a:lnTo>
                  <a:pt x="495" y="893"/>
                </a:lnTo>
                <a:lnTo>
                  <a:pt x="487" y="888"/>
                </a:lnTo>
                <a:lnTo>
                  <a:pt x="486" y="887"/>
                </a:lnTo>
                <a:lnTo>
                  <a:pt x="478" y="881"/>
                </a:lnTo>
                <a:lnTo>
                  <a:pt x="477" y="881"/>
                </a:lnTo>
                <a:lnTo>
                  <a:pt x="469" y="874"/>
                </a:lnTo>
                <a:lnTo>
                  <a:pt x="468" y="874"/>
                </a:lnTo>
                <a:lnTo>
                  <a:pt x="461" y="867"/>
                </a:lnTo>
                <a:lnTo>
                  <a:pt x="460" y="866"/>
                </a:lnTo>
                <a:lnTo>
                  <a:pt x="453" y="859"/>
                </a:lnTo>
                <a:lnTo>
                  <a:pt x="452" y="858"/>
                </a:lnTo>
                <a:lnTo>
                  <a:pt x="445" y="850"/>
                </a:lnTo>
                <a:lnTo>
                  <a:pt x="445" y="849"/>
                </a:lnTo>
                <a:lnTo>
                  <a:pt x="438" y="841"/>
                </a:lnTo>
                <a:lnTo>
                  <a:pt x="437" y="840"/>
                </a:lnTo>
                <a:lnTo>
                  <a:pt x="430" y="832"/>
                </a:lnTo>
                <a:lnTo>
                  <a:pt x="430" y="831"/>
                </a:lnTo>
                <a:lnTo>
                  <a:pt x="417" y="812"/>
                </a:lnTo>
                <a:lnTo>
                  <a:pt x="416" y="811"/>
                </a:lnTo>
                <a:lnTo>
                  <a:pt x="404" y="791"/>
                </a:lnTo>
                <a:lnTo>
                  <a:pt x="404" y="790"/>
                </a:lnTo>
                <a:lnTo>
                  <a:pt x="393" y="769"/>
                </a:lnTo>
                <a:lnTo>
                  <a:pt x="392" y="768"/>
                </a:lnTo>
                <a:lnTo>
                  <a:pt x="382" y="745"/>
                </a:lnTo>
                <a:lnTo>
                  <a:pt x="372" y="721"/>
                </a:lnTo>
                <a:lnTo>
                  <a:pt x="363" y="697"/>
                </a:lnTo>
                <a:lnTo>
                  <a:pt x="363" y="696"/>
                </a:lnTo>
                <a:lnTo>
                  <a:pt x="355" y="672"/>
                </a:lnTo>
                <a:lnTo>
                  <a:pt x="355" y="671"/>
                </a:lnTo>
                <a:lnTo>
                  <a:pt x="347" y="646"/>
                </a:lnTo>
                <a:lnTo>
                  <a:pt x="340" y="621"/>
                </a:lnTo>
                <a:lnTo>
                  <a:pt x="334" y="596"/>
                </a:lnTo>
                <a:lnTo>
                  <a:pt x="334" y="595"/>
                </a:lnTo>
                <a:lnTo>
                  <a:pt x="328" y="571"/>
                </a:lnTo>
                <a:lnTo>
                  <a:pt x="328" y="570"/>
                </a:lnTo>
                <a:lnTo>
                  <a:pt x="323" y="546"/>
                </a:lnTo>
                <a:lnTo>
                  <a:pt x="319" y="522"/>
                </a:lnTo>
                <a:lnTo>
                  <a:pt x="315" y="499"/>
                </a:lnTo>
                <a:lnTo>
                  <a:pt x="314" y="499"/>
                </a:lnTo>
                <a:lnTo>
                  <a:pt x="311" y="478"/>
                </a:lnTo>
                <a:lnTo>
                  <a:pt x="311" y="477"/>
                </a:lnTo>
                <a:lnTo>
                  <a:pt x="308" y="457"/>
                </a:lnTo>
                <a:lnTo>
                  <a:pt x="308" y="456"/>
                </a:lnTo>
                <a:lnTo>
                  <a:pt x="305" y="437"/>
                </a:lnTo>
                <a:lnTo>
                  <a:pt x="304" y="428"/>
                </a:lnTo>
                <a:lnTo>
                  <a:pt x="303" y="419"/>
                </a:lnTo>
                <a:lnTo>
                  <a:pt x="302" y="411"/>
                </a:lnTo>
                <a:lnTo>
                  <a:pt x="301" y="403"/>
                </a:lnTo>
                <a:lnTo>
                  <a:pt x="300" y="396"/>
                </a:lnTo>
                <a:lnTo>
                  <a:pt x="300" y="389"/>
                </a:lnTo>
                <a:lnTo>
                  <a:pt x="299" y="383"/>
                </a:lnTo>
                <a:lnTo>
                  <a:pt x="298" y="377"/>
                </a:lnTo>
                <a:lnTo>
                  <a:pt x="298" y="372"/>
                </a:lnTo>
                <a:lnTo>
                  <a:pt x="298" y="368"/>
                </a:lnTo>
                <a:lnTo>
                  <a:pt x="298" y="367"/>
                </a:lnTo>
                <a:lnTo>
                  <a:pt x="297" y="363"/>
                </a:lnTo>
                <a:lnTo>
                  <a:pt x="297" y="364"/>
                </a:lnTo>
                <a:lnTo>
                  <a:pt x="297" y="361"/>
                </a:lnTo>
                <a:lnTo>
                  <a:pt x="297" y="360"/>
                </a:lnTo>
                <a:lnTo>
                  <a:pt x="297" y="358"/>
                </a:lnTo>
                <a:lnTo>
                  <a:pt x="297" y="356"/>
                </a:lnTo>
                <a:lnTo>
                  <a:pt x="297" y="354"/>
                </a:lnTo>
                <a:lnTo>
                  <a:pt x="297" y="353"/>
                </a:lnTo>
                <a:lnTo>
                  <a:pt x="297" y="356"/>
                </a:lnTo>
                <a:lnTo>
                  <a:pt x="295" y="341"/>
                </a:lnTo>
                <a:lnTo>
                  <a:pt x="293" y="326"/>
                </a:lnTo>
                <a:lnTo>
                  <a:pt x="293" y="327"/>
                </a:lnTo>
                <a:lnTo>
                  <a:pt x="290" y="313"/>
                </a:lnTo>
                <a:lnTo>
                  <a:pt x="288" y="299"/>
                </a:lnTo>
                <a:lnTo>
                  <a:pt x="288" y="300"/>
                </a:lnTo>
                <a:lnTo>
                  <a:pt x="286" y="287"/>
                </a:lnTo>
                <a:lnTo>
                  <a:pt x="283" y="275"/>
                </a:lnTo>
                <a:lnTo>
                  <a:pt x="281" y="263"/>
                </a:lnTo>
                <a:lnTo>
                  <a:pt x="278" y="252"/>
                </a:lnTo>
                <a:lnTo>
                  <a:pt x="275" y="241"/>
                </a:lnTo>
                <a:lnTo>
                  <a:pt x="272" y="231"/>
                </a:lnTo>
                <a:lnTo>
                  <a:pt x="273" y="231"/>
                </a:lnTo>
                <a:lnTo>
                  <a:pt x="270" y="221"/>
                </a:lnTo>
                <a:lnTo>
                  <a:pt x="267" y="212"/>
                </a:lnTo>
                <a:lnTo>
                  <a:pt x="264" y="203"/>
                </a:lnTo>
                <a:lnTo>
                  <a:pt x="261" y="195"/>
                </a:lnTo>
                <a:lnTo>
                  <a:pt x="255" y="179"/>
                </a:lnTo>
                <a:lnTo>
                  <a:pt x="255" y="180"/>
                </a:lnTo>
                <a:lnTo>
                  <a:pt x="248" y="165"/>
                </a:lnTo>
                <a:lnTo>
                  <a:pt x="249" y="166"/>
                </a:lnTo>
                <a:lnTo>
                  <a:pt x="242" y="152"/>
                </a:lnTo>
                <a:lnTo>
                  <a:pt x="242" y="153"/>
                </a:lnTo>
                <a:lnTo>
                  <a:pt x="236" y="140"/>
                </a:lnTo>
                <a:lnTo>
                  <a:pt x="236" y="141"/>
                </a:lnTo>
                <a:lnTo>
                  <a:pt x="229" y="131"/>
                </a:lnTo>
                <a:lnTo>
                  <a:pt x="230" y="132"/>
                </a:lnTo>
                <a:lnTo>
                  <a:pt x="223" y="123"/>
                </a:lnTo>
                <a:lnTo>
                  <a:pt x="224" y="124"/>
                </a:lnTo>
                <a:lnTo>
                  <a:pt x="217" y="115"/>
                </a:lnTo>
                <a:lnTo>
                  <a:pt x="218" y="117"/>
                </a:lnTo>
                <a:lnTo>
                  <a:pt x="211" y="109"/>
                </a:lnTo>
                <a:lnTo>
                  <a:pt x="213" y="111"/>
                </a:lnTo>
                <a:lnTo>
                  <a:pt x="206" y="105"/>
                </a:lnTo>
                <a:lnTo>
                  <a:pt x="207" y="106"/>
                </a:lnTo>
                <a:lnTo>
                  <a:pt x="200" y="100"/>
                </a:lnTo>
                <a:lnTo>
                  <a:pt x="202" y="101"/>
                </a:lnTo>
                <a:lnTo>
                  <a:pt x="195" y="97"/>
                </a:lnTo>
                <a:lnTo>
                  <a:pt x="197" y="98"/>
                </a:lnTo>
                <a:lnTo>
                  <a:pt x="191" y="95"/>
                </a:lnTo>
                <a:lnTo>
                  <a:pt x="192" y="96"/>
                </a:lnTo>
                <a:lnTo>
                  <a:pt x="186" y="93"/>
                </a:lnTo>
                <a:lnTo>
                  <a:pt x="188" y="94"/>
                </a:lnTo>
                <a:lnTo>
                  <a:pt x="182" y="91"/>
                </a:lnTo>
                <a:lnTo>
                  <a:pt x="183" y="92"/>
                </a:lnTo>
                <a:lnTo>
                  <a:pt x="178" y="90"/>
                </a:lnTo>
                <a:lnTo>
                  <a:pt x="180" y="91"/>
                </a:lnTo>
                <a:lnTo>
                  <a:pt x="175" y="90"/>
                </a:lnTo>
                <a:lnTo>
                  <a:pt x="176" y="90"/>
                </a:lnTo>
                <a:lnTo>
                  <a:pt x="171" y="90"/>
                </a:lnTo>
                <a:lnTo>
                  <a:pt x="173" y="90"/>
                </a:lnTo>
                <a:lnTo>
                  <a:pt x="169" y="90"/>
                </a:lnTo>
                <a:lnTo>
                  <a:pt x="170" y="90"/>
                </a:lnTo>
                <a:lnTo>
                  <a:pt x="166" y="90"/>
                </a:lnTo>
                <a:lnTo>
                  <a:pt x="167" y="90"/>
                </a:lnTo>
                <a:lnTo>
                  <a:pt x="164" y="90"/>
                </a:lnTo>
                <a:lnTo>
                  <a:pt x="165" y="90"/>
                </a:lnTo>
                <a:lnTo>
                  <a:pt x="163" y="90"/>
                </a:lnTo>
                <a:lnTo>
                  <a:pt x="161" y="90"/>
                </a:lnTo>
                <a:lnTo>
                  <a:pt x="163" y="90"/>
                </a:lnTo>
                <a:lnTo>
                  <a:pt x="161" y="90"/>
                </a:lnTo>
                <a:lnTo>
                  <a:pt x="160" y="91"/>
                </a:lnTo>
                <a:lnTo>
                  <a:pt x="163" y="90"/>
                </a:lnTo>
                <a:lnTo>
                  <a:pt x="162" y="90"/>
                </a:lnTo>
                <a:lnTo>
                  <a:pt x="155" y="92"/>
                </a:lnTo>
                <a:lnTo>
                  <a:pt x="142" y="92"/>
                </a:lnTo>
                <a:lnTo>
                  <a:pt x="145" y="92"/>
                </a:lnTo>
                <a:lnTo>
                  <a:pt x="133" y="94"/>
                </a:lnTo>
                <a:lnTo>
                  <a:pt x="136" y="94"/>
                </a:lnTo>
                <a:lnTo>
                  <a:pt x="125" y="97"/>
                </a:lnTo>
                <a:lnTo>
                  <a:pt x="128" y="96"/>
                </a:lnTo>
                <a:lnTo>
                  <a:pt x="117" y="101"/>
                </a:lnTo>
                <a:lnTo>
                  <a:pt x="120" y="100"/>
                </a:lnTo>
                <a:lnTo>
                  <a:pt x="110" y="106"/>
                </a:lnTo>
                <a:lnTo>
                  <a:pt x="112" y="105"/>
                </a:lnTo>
                <a:lnTo>
                  <a:pt x="103" y="112"/>
                </a:lnTo>
                <a:lnTo>
                  <a:pt x="105" y="111"/>
                </a:lnTo>
                <a:lnTo>
                  <a:pt x="97" y="119"/>
                </a:lnTo>
                <a:lnTo>
                  <a:pt x="98" y="118"/>
                </a:lnTo>
                <a:lnTo>
                  <a:pt x="91" y="127"/>
                </a:lnTo>
                <a:lnTo>
                  <a:pt x="92" y="126"/>
                </a:lnTo>
                <a:lnTo>
                  <a:pt x="85" y="136"/>
                </a:lnTo>
                <a:lnTo>
                  <a:pt x="86" y="135"/>
                </a:lnTo>
                <a:lnTo>
                  <a:pt x="80" y="146"/>
                </a:lnTo>
                <a:lnTo>
                  <a:pt x="80" y="144"/>
                </a:lnTo>
                <a:lnTo>
                  <a:pt x="75" y="157"/>
                </a:lnTo>
                <a:lnTo>
                  <a:pt x="75" y="156"/>
                </a:lnTo>
                <a:lnTo>
                  <a:pt x="70" y="168"/>
                </a:lnTo>
                <a:lnTo>
                  <a:pt x="71" y="167"/>
                </a:lnTo>
                <a:lnTo>
                  <a:pt x="66" y="180"/>
                </a:lnTo>
                <a:lnTo>
                  <a:pt x="67" y="179"/>
                </a:lnTo>
                <a:lnTo>
                  <a:pt x="63" y="192"/>
                </a:lnTo>
                <a:lnTo>
                  <a:pt x="63" y="191"/>
                </a:lnTo>
                <a:lnTo>
                  <a:pt x="59" y="204"/>
                </a:lnTo>
                <a:lnTo>
                  <a:pt x="60" y="203"/>
                </a:lnTo>
                <a:lnTo>
                  <a:pt x="56" y="217"/>
                </a:lnTo>
                <a:lnTo>
                  <a:pt x="57" y="216"/>
                </a:lnTo>
                <a:lnTo>
                  <a:pt x="52" y="242"/>
                </a:lnTo>
                <a:lnTo>
                  <a:pt x="52" y="241"/>
                </a:lnTo>
                <a:lnTo>
                  <a:pt x="49" y="266"/>
                </a:lnTo>
                <a:lnTo>
                  <a:pt x="48" y="278"/>
                </a:lnTo>
                <a:lnTo>
                  <a:pt x="48" y="277"/>
                </a:lnTo>
                <a:lnTo>
                  <a:pt x="47" y="289"/>
                </a:lnTo>
                <a:lnTo>
                  <a:pt x="46" y="300"/>
                </a:lnTo>
                <a:lnTo>
                  <a:pt x="46" y="299"/>
                </a:lnTo>
                <a:lnTo>
                  <a:pt x="45" y="310"/>
                </a:lnTo>
                <a:lnTo>
                  <a:pt x="45" y="309"/>
                </a:lnTo>
                <a:lnTo>
                  <a:pt x="45" y="319"/>
                </a:lnTo>
                <a:lnTo>
                  <a:pt x="45" y="327"/>
                </a:lnTo>
                <a:lnTo>
                  <a:pt x="45" y="335"/>
                </a:lnTo>
                <a:lnTo>
                  <a:pt x="45" y="334"/>
                </a:lnTo>
                <a:lnTo>
                  <a:pt x="45" y="341"/>
                </a:lnTo>
                <a:lnTo>
                  <a:pt x="45" y="340"/>
                </a:lnTo>
                <a:lnTo>
                  <a:pt x="45" y="345"/>
                </a:lnTo>
                <a:lnTo>
                  <a:pt x="45" y="349"/>
                </a:lnTo>
                <a:lnTo>
                  <a:pt x="45" y="351"/>
                </a:lnTo>
                <a:lnTo>
                  <a:pt x="45" y="352"/>
                </a:lnTo>
                <a:lnTo>
                  <a:pt x="45" y="353"/>
                </a:lnTo>
                <a:lnTo>
                  <a:pt x="0" y="353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30" name=""/>
          <p:cNvSpPr/>
          <p:nvPr/>
        </p:nvSpPr>
        <p:spPr>
          <a:xfrm>
            <a:off x="2782080" y="2812680"/>
            <a:ext cx="745200" cy="801360"/>
          </a:xfrm>
          <a:custGeom>
            <a:avLst/>
            <a:gdLst/>
            <a:ahLst/>
            <a:rect l="0" t="0" r="r" b="b"/>
            <a:pathLst>
              <a:path w="2070" h="2226">
                <a:moveTo>
                  <a:pt x="1251" y="17"/>
                </a:moveTo>
                <a:cubicBezTo>
                  <a:pt x="778" y="-77"/>
                  <a:pt x="426" y="246"/>
                  <a:pt x="384" y="285"/>
                </a:cubicBezTo>
                <a:cubicBezTo>
                  <a:pt x="46" y="601"/>
                  <a:pt x="-125" y="1177"/>
                  <a:pt x="107" y="1655"/>
                </a:cubicBezTo>
                <a:cubicBezTo>
                  <a:pt x="297" y="2044"/>
                  <a:pt x="703" y="2260"/>
                  <a:pt x="1089" y="2221"/>
                </a:cubicBezTo>
                <a:cubicBezTo>
                  <a:pt x="1671" y="2158"/>
                  <a:pt x="2147" y="1526"/>
                  <a:pt x="2060" y="906"/>
                </a:cubicBezTo>
                <a:cubicBezTo>
                  <a:pt x="1998" y="475"/>
                  <a:pt x="1674" y="100"/>
                  <a:pt x="1251" y="17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31" name=""/>
          <p:cNvSpPr/>
          <p:nvPr/>
        </p:nvSpPr>
        <p:spPr>
          <a:xfrm>
            <a:off x="2837880" y="2872800"/>
            <a:ext cx="633240" cy="681840"/>
          </a:xfrm>
          <a:custGeom>
            <a:avLst/>
            <a:gdLst/>
            <a:ahLst/>
            <a:rect l="0" t="0" r="r" b="b"/>
            <a:pathLst>
              <a:path w="1759" h="1894">
                <a:moveTo>
                  <a:pt x="1065" y="15"/>
                </a:moveTo>
                <a:cubicBezTo>
                  <a:pt x="663" y="-66"/>
                  <a:pt x="361" y="208"/>
                  <a:pt x="324" y="242"/>
                </a:cubicBezTo>
                <a:cubicBezTo>
                  <a:pt x="39" y="510"/>
                  <a:pt x="-107" y="1001"/>
                  <a:pt x="92" y="1409"/>
                </a:cubicBezTo>
                <a:cubicBezTo>
                  <a:pt x="252" y="1739"/>
                  <a:pt x="595" y="1923"/>
                  <a:pt x="925" y="1890"/>
                </a:cubicBezTo>
                <a:cubicBezTo>
                  <a:pt x="1420" y="1837"/>
                  <a:pt x="1827" y="1300"/>
                  <a:pt x="1750" y="771"/>
                </a:cubicBezTo>
                <a:cubicBezTo>
                  <a:pt x="1700" y="404"/>
                  <a:pt x="1423" y="85"/>
                  <a:pt x="1065" y="15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32" name=""/>
          <p:cNvSpPr/>
          <p:nvPr/>
        </p:nvSpPr>
        <p:spPr>
          <a:xfrm>
            <a:off x="2886840" y="2925360"/>
            <a:ext cx="535320" cy="575640"/>
          </a:xfrm>
          <a:custGeom>
            <a:avLst/>
            <a:gdLst/>
            <a:ahLst/>
            <a:rect l="0" t="0" r="r" b="b"/>
            <a:pathLst>
              <a:path w="1487" h="1599">
                <a:moveTo>
                  <a:pt x="898" y="11"/>
                </a:moveTo>
                <a:cubicBezTo>
                  <a:pt x="560" y="-53"/>
                  <a:pt x="306" y="176"/>
                  <a:pt x="275" y="204"/>
                </a:cubicBezTo>
                <a:cubicBezTo>
                  <a:pt x="31" y="431"/>
                  <a:pt x="-90" y="845"/>
                  <a:pt x="78" y="1189"/>
                </a:cubicBezTo>
                <a:cubicBezTo>
                  <a:pt x="213" y="1469"/>
                  <a:pt x="504" y="1625"/>
                  <a:pt x="784" y="1595"/>
                </a:cubicBezTo>
                <a:cubicBezTo>
                  <a:pt x="1200" y="1553"/>
                  <a:pt x="1542" y="1097"/>
                  <a:pt x="1480" y="651"/>
                </a:cubicBezTo>
                <a:cubicBezTo>
                  <a:pt x="1435" y="341"/>
                  <a:pt x="1203" y="73"/>
                  <a:pt x="898" y="11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33" name=""/>
          <p:cNvSpPr/>
          <p:nvPr/>
        </p:nvSpPr>
        <p:spPr>
          <a:xfrm>
            <a:off x="2905200" y="2945160"/>
            <a:ext cx="498960" cy="536040"/>
          </a:xfrm>
          <a:custGeom>
            <a:avLst/>
            <a:gdLst/>
            <a:ahLst/>
            <a:rect l="0" t="0" r="r" b="b"/>
            <a:pathLst>
              <a:path w="1386" h="1489">
                <a:moveTo>
                  <a:pt x="838" y="12"/>
                </a:moveTo>
                <a:cubicBezTo>
                  <a:pt x="519" y="-53"/>
                  <a:pt x="284" y="163"/>
                  <a:pt x="256" y="191"/>
                </a:cubicBezTo>
                <a:cubicBezTo>
                  <a:pt x="30" y="401"/>
                  <a:pt x="-85" y="786"/>
                  <a:pt x="72" y="1105"/>
                </a:cubicBezTo>
                <a:cubicBezTo>
                  <a:pt x="198" y="1368"/>
                  <a:pt x="469" y="1512"/>
                  <a:pt x="729" y="1486"/>
                </a:cubicBezTo>
                <a:cubicBezTo>
                  <a:pt x="1119" y="1444"/>
                  <a:pt x="1437" y="1021"/>
                  <a:pt x="1379" y="605"/>
                </a:cubicBezTo>
                <a:cubicBezTo>
                  <a:pt x="1337" y="317"/>
                  <a:pt x="1119" y="68"/>
                  <a:pt x="838" y="12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34" name=""/>
          <p:cNvSpPr/>
          <p:nvPr/>
        </p:nvSpPr>
        <p:spPr>
          <a:xfrm>
            <a:off x="3033720" y="3282480"/>
            <a:ext cx="248040" cy="138960"/>
          </a:xfrm>
          <a:custGeom>
            <a:avLst/>
            <a:gdLst/>
            <a:ahLst/>
            <a:rect l="0" t="0" r="r" b="b"/>
            <a:pathLst>
              <a:path w="689" h="386">
                <a:moveTo>
                  <a:pt x="689" y="183"/>
                </a:moveTo>
                <a:cubicBezTo>
                  <a:pt x="692" y="290"/>
                  <a:pt x="541" y="380"/>
                  <a:pt x="351" y="386"/>
                </a:cubicBezTo>
                <a:cubicBezTo>
                  <a:pt x="160" y="391"/>
                  <a:pt x="3" y="310"/>
                  <a:pt x="0" y="203"/>
                </a:cubicBezTo>
                <a:cubicBezTo>
                  <a:pt x="-3" y="97"/>
                  <a:pt x="148" y="7"/>
                  <a:pt x="339" y="1"/>
                </a:cubicBezTo>
                <a:cubicBezTo>
                  <a:pt x="530" y="-7"/>
                  <a:pt x="686" y="77"/>
                  <a:pt x="689" y="183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35" name=""/>
          <p:cNvSpPr txBox="1"/>
          <p:nvPr/>
        </p:nvSpPr>
        <p:spPr>
          <a:xfrm>
            <a:off x="1819080" y="2937240"/>
            <a:ext cx="37116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20" spc="-1" strike="noStrike">
                <a:solidFill>
                  <a:srgbClr val="040403"/>
                </a:solidFill>
                <a:latin typeface="Lato Black"/>
                <a:ea typeface="Lato Black"/>
              </a:rPr>
              <a:t>50KHz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36" name=""/>
          <p:cNvSpPr txBox="1"/>
          <p:nvPr/>
        </p:nvSpPr>
        <p:spPr>
          <a:xfrm>
            <a:off x="2760120" y="2432160"/>
            <a:ext cx="112248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90001f"/>
                </a:solidFill>
                <a:latin typeface="Lato Black"/>
                <a:ea typeface="Lato Black"/>
              </a:rPr>
              <a:t>Healthy Cell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37" name=""/>
          <p:cNvSpPr/>
          <p:nvPr/>
        </p:nvSpPr>
        <p:spPr>
          <a:xfrm>
            <a:off x="2743560" y="2742840"/>
            <a:ext cx="135000" cy="117720"/>
          </a:xfrm>
          <a:custGeom>
            <a:avLst/>
            <a:gdLst/>
            <a:ahLst/>
            <a:rect l="0" t="0" r="r" b="b"/>
            <a:pathLst>
              <a:path w="375" h="327">
                <a:moveTo>
                  <a:pt x="23" y="0"/>
                </a:moveTo>
                <a:lnTo>
                  <a:pt x="253" y="198"/>
                </a:lnTo>
                <a:lnTo>
                  <a:pt x="230" y="225"/>
                </a:lnTo>
                <a:lnTo>
                  <a:pt x="0" y="28"/>
                </a:lnTo>
                <a:lnTo>
                  <a:pt x="23" y="0"/>
                </a:lnTo>
                <a:moveTo>
                  <a:pt x="284" y="108"/>
                </a:moveTo>
                <a:lnTo>
                  <a:pt x="375" y="327"/>
                </a:lnTo>
                <a:lnTo>
                  <a:pt x="146" y="269"/>
                </a:lnTo>
                <a:lnTo>
                  <a:pt x="284" y="108"/>
                </a:lnTo>
                <a:close/>
              </a:path>
            </a:pathLst>
          </a:custGeom>
          <a:solidFill>
            <a:srgbClr val="04040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38" name=""/>
          <p:cNvSpPr/>
          <p:nvPr/>
        </p:nvSpPr>
        <p:spPr>
          <a:xfrm>
            <a:off x="3602520" y="2849760"/>
            <a:ext cx="76680" cy="193680"/>
          </a:xfrm>
          <a:custGeom>
            <a:avLst/>
            <a:gdLst/>
            <a:ahLst/>
            <a:rect l="0" t="0" r="r" b="b"/>
            <a:pathLst>
              <a:path w="213" h="538">
                <a:moveTo>
                  <a:pt x="125" y="0"/>
                </a:moveTo>
                <a:lnTo>
                  <a:pt x="125" y="360"/>
                </a:lnTo>
                <a:lnTo>
                  <a:pt x="89" y="360"/>
                </a:lnTo>
                <a:lnTo>
                  <a:pt x="89" y="0"/>
                </a:lnTo>
                <a:lnTo>
                  <a:pt x="125" y="0"/>
                </a:lnTo>
                <a:moveTo>
                  <a:pt x="213" y="325"/>
                </a:moveTo>
                <a:lnTo>
                  <a:pt x="107" y="538"/>
                </a:lnTo>
                <a:lnTo>
                  <a:pt x="0" y="325"/>
                </a:lnTo>
                <a:lnTo>
                  <a:pt x="213" y="325"/>
                </a:lnTo>
                <a:close/>
              </a:path>
            </a:pathLst>
          </a:custGeom>
          <a:solidFill>
            <a:srgbClr val="04040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39" name=""/>
          <p:cNvSpPr/>
          <p:nvPr/>
        </p:nvSpPr>
        <p:spPr>
          <a:xfrm>
            <a:off x="3717000" y="2849760"/>
            <a:ext cx="76320" cy="193680"/>
          </a:xfrm>
          <a:custGeom>
            <a:avLst/>
            <a:gdLst/>
            <a:ahLst/>
            <a:rect l="0" t="0" r="r" b="b"/>
            <a:pathLst>
              <a:path w="212" h="538">
                <a:moveTo>
                  <a:pt x="124" y="0"/>
                </a:moveTo>
                <a:lnTo>
                  <a:pt x="124" y="360"/>
                </a:lnTo>
                <a:lnTo>
                  <a:pt x="88" y="360"/>
                </a:lnTo>
                <a:lnTo>
                  <a:pt x="88" y="0"/>
                </a:lnTo>
                <a:lnTo>
                  <a:pt x="124" y="0"/>
                </a:lnTo>
                <a:moveTo>
                  <a:pt x="212" y="325"/>
                </a:moveTo>
                <a:lnTo>
                  <a:pt x="105" y="538"/>
                </a:lnTo>
                <a:lnTo>
                  <a:pt x="0" y="325"/>
                </a:lnTo>
                <a:lnTo>
                  <a:pt x="212" y="325"/>
                </a:lnTo>
                <a:close/>
              </a:path>
            </a:pathLst>
          </a:custGeom>
          <a:solidFill>
            <a:srgbClr val="04040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40" name=""/>
          <p:cNvSpPr txBox="1"/>
          <p:nvPr/>
        </p:nvSpPr>
        <p:spPr>
          <a:xfrm>
            <a:off x="2194560" y="2695680"/>
            <a:ext cx="62100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20" spc="-1" strike="noStrike">
                <a:solidFill>
                  <a:srgbClr val="040403"/>
                </a:solidFill>
                <a:latin typeface="Lato Black"/>
                <a:ea typeface="Lato Black"/>
              </a:rPr>
              <a:t>Membrane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41" name=""/>
          <p:cNvSpPr txBox="1"/>
          <p:nvPr/>
        </p:nvSpPr>
        <p:spPr>
          <a:xfrm>
            <a:off x="3377520" y="2718000"/>
            <a:ext cx="36504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20" spc="-1" strike="noStrike">
                <a:solidFill>
                  <a:srgbClr val="040403"/>
                </a:solidFill>
                <a:latin typeface="Lato Black"/>
                <a:ea typeface="Lato Black"/>
              </a:rPr>
              <a:t>U max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42" name=""/>
          <p:cNvSpPr/>
          <p:nvPr/>
        </p:nvSpPr>
        <p:spPr>
          <a:xfrm>
            <a:off x="3758040" y="3434760"/>
            <a:ext cx="0" cy="117000"/>
          </a:xfrm>
          <a:prstGeom prst="line">
            <a:avLst/>
          </a:prstGeom>
          <a:ln w="6120">
            <a:solidFill>
              <a:srgbClr val="040403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43" name=""/>
          <p:cNvSpPr/>
          <p:nvPr/>
        </p:nvSpPr>
        <p:spPr>
          <a:xfrm>
            <a:off x="3931920" y="3434760"/>
            <a:ext cx="0" cy="117000"/>
          </a:xfrm>
          <a:prstGeom prst="line">
            <a:avLst/>
          </a:prstGeom>
          <a:ln w="6120">
            <a:solidFill>
              <a:srgbClr val="040403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44" name=""/>
          <p:cNvSpPr/>
          <p:nvPr/>
        </p:nvSpPr>
        <p:spPr>
          <a:xfrm>
            <a:off x="3754800" y="3442680"/>
            <a:ext cx="180360" cy="76320"/>
          </a:xfrm>
          <a:custGeom>
            <a:avLst/>
            <a:gdLst/>
            <a:ahLst/>
            <a:rect l="0" t="0" r="r" b="b"/>
            <a:pathLst>
              <a:path w="501" h="212">
                <a:moveTo>
                  <a:pt x="177" y="89"/>
                </a:moveTo>
                <a:lnTo>
                  <a:pt x="325" y="89"/>
                </a:lnTo>
                <a:lnTo>
                  <a:pt x="325" y="124"/>
                </a:lnTo>
                <a:lnTo>
                  <a:pt x="177" y="124"/>
                </a:lnTo>
                <a:lnTo>
                  <a:pt x="177" y="89"/>
                </a:lnTo>
                <a:moveTo>
                  <a:pt x="212" y="212"/>
                </a:moveTo>
                <a:lnTo>
                  <a:pt x="0" y="106"/>
                </a:lnTo>
                <a:lnTo>
                  <a:pt x="212" y="0"/>
                </a:lnTo>
                <a:lnTo>
                  <a:pt x="212" y="212"/>
                </a:lnTo>
                <a:moveTo>
                  <a:pt x="289" y="0"/>
                </a:moveTo>
                <a:lnTo>
                  <a:pt x="501" y="106"/>
                </a:lnTo>
                <a:lnTo>
                  <a:pt x="289" y="212"/>
                </a:lnTo>
                <a:lnTo>
                  <a:pt x="289" y="0"/>
                </a:lnTo>
                <a:close/>
              </a:path>
            </a:pathLst>
          </a:custGeom>
          <a:solidFill>
            <a:srgbClr val="04040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45" name=""/>
          <p:cNvSpPr txBox="1"/>
          <p:nvPr/>
        </p:nvSpPr>
        <p:spPr>
          <a:xfrm>
            <a:off x="3748680" y="2718000"/>
            <a:ext cx="31932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20" spc="-1" strike="noStrike">
                <a:solidFill>
                  <a:srgbClr val="040403"/>
                </a:solidFill>
                <a:latin typeface="Lato Black"/>
                <a:ea typeface="Lato Black"/>
              </a:rPr>
              <a:t>I max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46" name=""/>
          <p:cNvSpPr/>
          <p:nvPr/>
        </p:nvSpPr>
        <p:spPr>
          <a:xfrm>
            <a:off x="2720160" y="2354400"/>
            <a:ext cx="990720" cy="0"/>
          </a:xfrm>
          <a:prstGeom prst="line">
            <a:avLst/>
          </a:prstGeom>
          <a:ln w="6120">
            <a:solidFill>
              <a:srgbClr val="040403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47" name=""/>
          <p:cNvSpPr/>
          <p:nvPr/>
        </p:nvSpPr>
        <p:spPr>
          <a:xfrm>
            <a:off x="2720160" y="2649960"/>
            <a:ext cx="990720" cy="0"/>
          </a:xfrm>
          <a:prstGeom prst="line">
            <a:avLst/>
          </a:prstGeom>
          <a:ln w="6120">
            <a:solidFill>
              <a:srgbClr val="040403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48" name=""/>
          <p:cNvSpPr/>
          <p:nvPr/>
        </p:nvSpPr>
        <p:spPr>
          <a:xfrm>
            <a:off x="2188440" y="4291560"/>
            <a:ext cx="1900800" cy="250200"/>
          </a:xfrm>
          <a:custGeom>
            <a:avLst/>
            <a:gdLst/>
            <a:ahLst/>
            <a:rect l="0" t="0" r="r" b="b"/>
            <a:pathLst>
              <a:path w="5280" h="695">
                <a:moveTo>
                  <a:pt x="0" y="695"/>
                </a:moveTo>
                <a:lnTo>
                  <a:pt x="5280" y="695"/>
                </a:lnTo>
                <a:lnTo>
                  <a:pt x="5280" y="0"/>
                </a:lnTo>
                <a:lnTo>
                  <a:pt x="0" y="0"/>
                </a:lnTo>
                <a:lnTo>
                  <a:pt x="0" y="695"/>
                </a:lnTo>
                <a:close/>
              </a:path>
            </a:pathLst>
          </a:custGeom>
          <a:solidFill>
            <a:srgbClr val="3539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49" name=""/>
          <p:cNvSpPr txBox="1"/>
          <p:nvPr/>
        </p:nvSpPr>
        <p:spPr>
          <a:xfrm>
            <a:off x="3585240" y="3611160"/>
            <a:ext cx="72144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20" spc="-1" strike="noStrike">
                <a:solidFill>
                  <a:srgbClr val="040403"/>
                </a:solidFill>
                <a:latin typeface="Lato Black"/>
                <a:ea typeface="Lato Black"/>
              </a:rPr>
              <a:t>Phase Angle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50" name=""/>
          <p:cNvSpPr txBox="1"/>
          <p:nvPr/>
        </p:nvSpPr>
        <p:spPr>
          <a:xfrm>
            <a:off x="2083680" y="3902760"/>
            <a:ext cx="289620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40403"/>
                </a:solidFill>
                <a:latin typeface="Lato Black"/>
                <a:ea typeface="Lato Black"/>
              </a:rPr>
              <a:t>Intact cells with high membrane integrity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51" name=""/>
          <p:cNvSpPr/>
          <p:nvPr/>
        </p:nvSpPr>
        <p:spPr>
          <a:xfrm>
            <a:off x="3067560" y="4084200"/>
            <a:ext cx="166680" cy="145080"/>
          </a:xfrm>
          <a:custGeom>
            <a:avLst/>
            <a:gdLst/>
            <a:ahLst/>
            <a:rect l="0" t="0" r="r" b="b"/>
            <a:pathLst>
              <a:path w="463" h="403">
                <a:moveTo>
                  <a:pt x="463" y="0"/>
                </a:moveTo>
                <a:lnTo>
                  <a:pt x="232" y="403"/>
                </a:lnTo>
                <a:lnTo>
                  <a:pt x="0" y="0"/>
                </a:lnTo>
                <a:lnTo>
                  <a:pt x="463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52" name=""/>
          <p:cNvSpPr/>
          <p:nvPr/>
        </p:nvSpPr>
        <p:spPr>
          <a:xfrm>
            <a:off x="5934240" y="4291560"/>
            <a:ext cx="1900800" cy="250200"/>
          </a:xfrm>
          <a:custGeom>
            <a:avLst/>
            <a:gdLst/>
            <a:ahLst/>
            <a:rect l="0" t="0" r="r" b="b"/>
            <a:pathLst>
              <a:path w="5280" h="695">
                <a:moveTo>
                  <a:pt x="0" y="695"/>
                </a:moveTo>
                <a:lnTo>
                  <a:pt x="5280" y="695"/>
                </a:lnTo>
                <a:lnTo>
                  <a:pt x="5280" y="0"/>
                </a:lnTo>
                <a:lnTo>
                  <a:pt x="0" y="0"/>
                </a:lnTo>
                <a:lnTo>
                  <a:pt x="0" y="695"/>
                </a:lnTo>
                <a:close/>
              </a:path>
            </a:pathLst>
          </a:custGeom>
          <a:solidFill>
            <a:srgbClr val="3539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53" name=""/>
          <p:cNvSpPr/>
          <p:nvPr/>
        </p:nvSpPr>
        <p:spPr>
          <a:xfrm>
            <a:off x="5781240" y="3091680"/>
            <a:ext cx="721080" cy="318960"/>
          </a:xfrm>
          <a:custGeom>
            <a:avLst/>
            <a:gdLst/>
            <a:ahLst/>
            <a:rect l="0" t="0" r="r" b="b"/>
            <a:pathLst>
              <a:path w="2003" h="886">
                <a:moveTo>
                  <a:pt x="0" y="343"/>
                </a:moveTo>
                <a:lnTo>
                  <a:pt x="0" y="342"/>
                </a:lnTo>
                <a:lnTo>
                  <a:pt x="0" y="343"/>
                </a:lnTo>
                <a:lnTo>
                  <a:pt x="0" y="341"/>
                </a:lnTo>
                <a:lnTo>
                  <a:pt x="0" y="340"/>
                </a:lnTo>
                <a:lnTo>
                  <a:pt x="0" y="337"/>
                </a:lnTo>
                <a:lnTo>
                  <a:pt x="0" y="332"/>
                </a:lnTo>
                <a:lnTo>
                  <a:pt x="0" y="331"/>
                </a:lnTo>
                <a:lnTo>
                  <a:pt x="0" y="325"/>
                </a:lnTo>
                <a:lnTo>
                  <a:pt x="0" y="318"/>
                </a:lnTo>
                <a:lnTo>
                  <a:pt x="0" y="317"/>
                </a:lnTo>
                <a:lnTo>
                  <a:pt x="0" y="309"/>
                </a:lnTo>
                <a:lnTo>
                  <a:pt x="1" y="300"/>
                </a:lnTo>
                <a:lnTo>
                  <a:pt x="1" y="290"/>
                </a:lnTo>
                <a:lnTo>
                  <a:pt x="1" y="289"/>
                </a:lnTo>
                <a:lnTo>
                  <a:pt x="2" y="279"/>
                </a:lnTo>
                <a:lnTo>
                  <a:pt x="2" y="278"/>
                </a:lnTo>
                <a:lnTo>
                  <a:pt x="3" y="267"/>
                </a:lnTo>
                <a:lnTo>
                  <a:pt x="4" y="255"/>
                </a:lnTo>
                <a:lnTo>
                  <a:pt x="4" y="254"/>
                </a:lnTo>
                <a:lnTo>
                  <a:pt x="7" y="230"/>
                </a:lnTo>
                <a:lnTo>
                  <a:pt x="8" y="228"/>
                </a:lnTo>
                <a:lnTo>
                  <a:pt x="12" y="203"/>
                </a:lnTo>
                <a:lnTo>
                  <a:pt x="12" y="202"/>
                </a:lnTo>
                <a:lnTo>
                  <a:pt x="15" y="190"/>
                </a:lnTo>
                <a:lnTo>
                  <a:pt x="16" y="189"/>
                </a:lnTo>
                <a:lnTo>
                  <a:pt x="19" y="176"/>
                </a:lnTo>
                <a:lnTo>
                  <a:pt x="19" y="175"/>
                </a:lnTo>
                <a:lnTo>
                  <a:pt x="23" y="163"/>
                </a:lnTo>
                <a:lnTo>
                  <a:pt x="23" y="162"/>
                </a:lnTo>
                <a:lnTo>
                  <a:pt x="28" y="150"/>
                </a:lnTo>
                <a:lnTo>
                  <a:pt x="28" y="149"/>
                </a:lnTo>
                <a:lnTo>
                  <a:pt x="33" y="137"/>
                </a:lnTo>
                <a:lnTo>
                  <a:pt x="33" y="136"/>
                </a:lnTo>
                <a:lnTo>
                  <a:pt x="39" y="125"/>
                </a:lnTo>
                <a:lnTo>
                  <a:pt x="40" y="123"/>
                </a:lnTo>
                <a:lnTo>
                  <a:pt x="46" y="112"/>
                </a:lnTo>
                <a:lnTo>
                  <a:pt x="46" y="111"/>
                </a:lnTo>
                <a:lnTo>
                  <a:pt x="53" y="101"/>
                </a:lnTo>
                <a:lnTo>
                  <a:pt x="54" y="99"/>
                </a:lnTo>
                <a:lnTo>
                  <a:pt x="61" y="90"/>
                </a:lnTo>
                <a:lnTo>
                  <a:pt x="63" y="88"/>
                </a:lnTo>
                <a:lnTo>
                  <a:pt x="71" y="80"/>
                </a:lnTo>
                <a:lnTo>
                  <a:pt x="73" y="78"/>
                </a:lnTo>
                <a:lnTo>
                  <a:pt x="81" y="71"/>
                </a:lnTo>
                <a:lnTo>
                  <a:pt x="84" y="69"/>
                </a:lnTo>
                <a:lnTo>
                  <a:pt x="93" y="63"/>
                </a:lnTo>
                <a:lnTo>
                  <a:pt x="96" y="61"/>
                </a:lnTo>
                <a:lnTo>
                  <a:pt x="106" y="56"/>
                </a:lnTo>
                <a:lnTo>
                  <a:pt x="109" y="55"/>
                </a:lnTo>
                <a:lnTo>
                  <a:pt x="120" y="51"/>
                </a:lnTo>
                <a:lnTo>
                  <a:pt x="123" y="50"/>
                </a:lnTo>
                <a:lnTo>
                  <a:pt x="135" y="48"/>
                </a:lnTo>
                <a:lnTo>
                  <a:pt x="138" y="48"/>
                </a:lnTo>
                <a:lnTo>
                  <a:pt x="151" y="47"/>
                </a:lnTo>
                <a:lnTo>
                  <a:pt x="142" y="49"/>
                </a:lnTo>
                <a:lnTo>
                  <a:pt x="143" y="49"/>
                </a:lnTo>
                <a:lnTo>
                  <a:pt x="145" y="48"/>
                </a:lnTo>
                <a:lnTo>
                  <a:pt x="146" y="47"/>
                </a:lnTo>
                <a:lnTo>
                  <a:pt x="147" y="47"/>
                </a:lnTo>
                <a:lnTo>
                  <a:pt x="149" y="47"/>
                </a:lnTo>
                <a:lnTo>
                  <a:pt x="150" y="46"/>
                </a:lnTo>
                <a:lnTo>
                  <a:pt x="152" y="46"/>
                </a:lnTo>
                <a:lnTo>
                  <a:pt x="153" y="46"/>
                </a:lnTo>
                <a:lnTo>
                  <a:pt x="156" y="45"/>
                </a:lnTo>
                <a:lnTo>
                  <a:pt x="158" y="45"/>
                </a:lnTo>
                <a:lnTo>
                  <a:pt x="161" y="45"/>
                </a:lnTo>
                <a:lnTo>
                  <a:pt x="163" y="45"/>
                </a:lnTo>
                <a:lnTo>
                  <a:pt x="166" y="45"/>
                </a:lnTo>
                <a:lnTo>
                  <a:pt x="168" y="45"/>
                </a:lnTo>
                <a:lnTo>
                  <a:pt x="172" y="45"/>
                </a:lnTo>
                <a:lnTo>
                  <a:pt x="174" y="45"/>
                </a:lnTo>
                <a:lnTo>
                  <a:pt x="179" y="46"/>
                </a:lnTo>
                <a:lnTo>
                  <a:pt x="180" y="46"/>
                </a:lnTo>
                <a:lnTo>
                  <a:pt x="185" y="47"/>
                </a:lnTo>
                <a:lnTo>
                  <a:pt x="187" y="47"/>
                </a:lnTo>
                <a:lnTo>
                  <a:pt x="192" y="49"/>
                </a:lnTo>
                <a:lnTo>
                  <a:pt x="194" y="49"/>
                </a:lnTo>
                <a:lnTo>
                  <a:pt x="200" y="51"/>
                </a:lnTo>
                <a:lnTo>
                  <a:pt x="202" y="52"/>
                </a:lnTo>
                <a:lnTo>
                  <a:pt x="208" y="55"/>
                </a:lnTo>
                <a:lnTo>
                  <a:pt x="209" y="56"/>
                </a:lnTo>
                <a:lnTo>
                  <a:pt x="215" y="59"/>
                </a:lnTo>
                <a:lnTo>
                  <a:pt x="217" y="60"/>
                </a:lnTo>
                <a:lnTo>
                  <a:pt x="223" y="64"/>
                </a:lnTo>
                <a:lnTo>
                  <a:pt x="225" y="65"/>
                </a:lnTo>
                <a:lnTo>
                  <a:pt x="231" y="70"/>
                </a:lnTo>
                <a:lnTo>
                  <a:pt x="233" y="71"/>
                </a:lnTo>
                <a:lnTo>
                  <a:pt x="239" y="77"/>
                </a:lnTo>
                <a:lnTo>
                  <a:pt x="241" y="79"/>
                </a:lnTo>
                <a:lnTo>
                  <a:pt x="247" y="85"/>
                </a:lnTo>
                <a:lnTo>
                  <a:pt x="248" y="87"/>
                </a:lnTo>
                <a:lnTo>
                  <a:pt x="255" y="94"/>
                </a:lnTo>
                <a:lnTo>
                  <a:pt x="256" y="96"/>
                </a:lnTo>
                <a:lnTo>
                  <a:pt x="263" y="105"/>
                </a:lnTo>
                <a:lnTo>
                  <a:pt x="264" y="106"/>
                </a:lnTo>
                <a:lnTo>
                  <a:pt x="270" y="116"/>
                </a:lnTo>
                <a:lnTo>
                  <a:pt x="271" y="117"/>
                </a:lnTo>
                <a:lnTo>
                  <a:pt x="278" y="129"/>
                </a:lnTo>
                <a:lnTo>
                  <a:pt x="278" y="130"/>
                </a:lnTo>
                <a:lnTo>
                  <a:pt x="285" y="143"/>
                </a:lnTo>
                <a:lnTo>
                  <a:pt x="285" y="144"/>
                </a:lnTo>
                <a:lnTo>
                  <a:pt x="292" y="158"/>
                </a:lnTo>
                <a:lnTo>
                  <a:pt x="292" y="159"/>
                </a:lnTo>
                <a:lnTo>
                  <a:pt x="298" y="175"/>
                </a:lnTo>
                <a:lnTo>
                  <a:pt x="299" y="176"/>
                </a:lnTo>
                <a:lnTo>
                  <a:pt x="302" y="184"/>
                </a:lnTo>
                <a:lnTo>
                  <a:pt x="302" y="185"/>
                </a:lnTo>
                <a:lnTo>
                  <a:pt x="305" y="194"/>
                </a:lnTo>
                <a:lnTo>
                  <a:pt x="308" y="203"/>
                </a:lnTo>
                <a:lnTo>
                  <a:pt x="308" y="204"/>
                </a:lnTo>
                <a:lnTo>
                  <a:pt x="311" y="214"/>
                </a:lnTo>
                <a:lnTo>
                  <a:pt x="314" y="224"/>
                </a:lnTo>
                <a:lnTo>
                  <a:pt x="314" y="225"/>
                </a:lnTo>
                <a:lnTo>
                  <a:pt x="317" y="235"/>
                </a:lnTo>
                <a:lnTo>
                  <a:pt x="319" y="246"/>
                </a:lnTo>
                <a:lnTo>
                  <a:pt x="320" y="247"/>
                </a:lnTo>
                <a:lnTo>
                  <a:pt x="322" y="258"/>
                </a:lnTo>
                <a:lnTo>
                  <a:pt x="322" y="259"/>
                </a:lnTo>
                <a:lnTo>
                  <a:pt x="325" y="270"/>
                </a:lnTo>
                <a:lnTo>
                  <a:pt x="325" y="271"/>
                </a:lnTo>
                <a:lnTo>
                  <a:pt x="327" y="283"/>
                </a:lnTo>
                <a:lnTo>
                  <a:pt x="327" y="284"/>
                </a:lnTo>
                <a:lnTo>
                  <a:pt x="330" y="297"/>
                </a:lnTo>
                <a:lnTo>
                  <a:pt x="332" y="310"/>
                </a:lnTo>
                <a:lnTo>
                  <a:pt x="332" y="311"/>
                </a:lnTo>
                <a:lnTo>
                  <a:pt x="334" y="324"/>
                </a:lnTo>
                <a:lnTo>
                  <a:pt x="334" y="325"/>
                </a:lnTo>
                <a:lnTo>
                  <a:pt x="336" y="339"/>
                </a:lnTo>
                <a:lnTo>
                  <a:pt x="337" y="343"/>
                </a:lnTo>
                <a:lnTo>
                  <a:pt x="337" y="342"/>
                </a:lnTo>
                <a:lnTo>
                  <a:pt x="337" y="343"/>
                </a:lnTo>
                <a:lnTo>
                  <a:pt x="337" y="342"/>
                </a:lnTo>
                <a:lnTo>
                  <a:pt x="337" y="344"/>
                </a:lnTo>
                <a:lnTo>
                  <a:pt x="337" y="346"/>
                </a:lnTo>
                <a:lnTo>
                  <a:pt x="337" y="349"/>
                </a:lnTo>
                <a:lnTo>
                  <a:pt x="337" y="350"/>
                </a:lnTo>
                <a:lnTo>
                  <a:pt x="337" y="353"/>
                </a:lnTo>
                <a:lnTo>
                  <a:pt x="338" y="357"/>
                </a:lnTo>
                <a:lnTo>
                  <a:pt x="338" y="362"/>
                </a:lnTo>
                <a:lnTo>
                  <a:pt x="339" y="367"/>
                </a:lnTo>
                <a:lnTo>
                  <a:pt x="339" y="373"/>
                </a:lnTo>
                <a:lnTo>
                  <a:pt x="340" y="379"/>
                </a:lnTo>
                <a:lnTo>
                  <a:pt x="341" y="386"/>
                </a:lnTo>
                <a:lnTo>
                  <a:pt x="342" y="393"/>
                </a:lnTo>
                <a:lnTo>
                  <a:pt x="342" y="401"/>
                </a:lnTo>
                <a:lnTo>
                  <a:pt x="342" y="400"/>
                </a:lnTo>
                <a:lnTo>
                  <a:pt x="343" y="409"/>
                </a:lnTo>
                <a:lnTo>
                  <a:pt x="344" y="417"/>
                </a:lnTo>
                <a:lnTo>
                  <a:pt x="347" y="435"/>
                </a:lnTo>
                <a:lnTo>
                  <a:pt x="350" y="454"/>
                </a:lnTo>
                <a:lnTo>
                  <a:pt x="353" y="474"/>
                </a:lnTo>
                <a:lnTo>
                  <a:pt x="357" y="496"/>
                </a:lnTo>
                <a:lnTo>
                  <a:pt x="357" y="495"/>
                </a:lnTo>
                <a:lnTo>
                  <a:pt x="361" y="518"/>
                </a:lnTo>
                <a:lnTo>
                  <a:pt x="361" y="517"/>
                </a:lnTo>
                <a:lnTo>
                  <a:pt x="366" y="540"/>
                </a:lnTo>
                <a:lnTo>
                  <a:pt x="371" y="563"/>
                </a:lnTo>
                <a:lnTo>
                  <a:pt x="371" y="562"/>
                </a:lnTo>
                <a:lnTo>
                  <a:pt x="377" y="586"/>
                </a:lnTo>
                <a:lnTo>
                  <a:pt x="377" y="585"/>
                </a:lnTo>
                <a:lnTo>
                  <a:pt x="383" y="609"/>
                </a:lnTo>
                <a:lnTo>
                  <a:pt x="383" y="608"/>
                </a:lnTo>
                <a:lnTo>
                  <a:pt x="390" y="632"/>
                </a:lnTo>
                <a:lnTo>
                  <a:pt x="390" y="631"/>
                </a:lnTo>
                <a:lnTo>
                  <a:pt x="398" y="654"/>
                </a:lnTo>
                <a:lnTo>
                  <a:pt x="397" y="654"/>
                </a:lnTo>
                <a:lnTo>
                  <a:pt x="406" y="676"/>
                </a:lnTo>
                <a:lnTo>
                  <a:pt x="405" y="675"/>
                </a:lnTo>
                <a:lnTo>
                  <a:pt x="414" y="698"/>
                </a:lnTo>
                <a:lnTo>
                  <a:pt x="414" y="697"/>
                </a:lnTo>
                <a:lnTo>
                  <a:pt x="424" y="719"/>
                </a:lnTo>
                <a:lnTo>
                  <a:pt x="423" y="718"/>
                </a:lnTo>
                <a:lnTo>
                  <a:pt x="434" y="738"/>
                </a:lnTo>
                <a:lnTo>
                  <a:pt x="433" y="737"/>
                </a:lnTo>
                <a:lnTo>
                  <a:pt x="444" y="756"/>
                </a:lnTo>
                <a:lnTo>
                  <a:pt x="443" y="754"/>
                </a:lnTo>
                <a:lnTo>
                  <a:pt x="455" y="772"/>
                </a:lnTo>
                <a:lnTo>
                  <a:pt x="455" y="771"/>
                </a:lnTo>
                <a:lnTo>
                  <a:pt x="461" y="779"/>
                </a:lnTo>
                <a:lnTo>
                  <a:pt x="460" y="779"/>
                </a:lnTo>
                <a:lnTo>
                  <a:pt x="467" y="786"/>
                </a:lnTo>
                <a:lnTo>
                  <a:pt x="466" y="786"/>
                </a:lnTo>
                <a:lnTo>
                  <a:pt x="473" y="793"/>
                </a:lnTo>
                <a:lnTo>
                  <a:pt x="472" y="792"/>
                </a:lnTo>
                <a:lnTo>
                  <a:pt x="479" y="799"/>
                </a:lnTo>
                <a:lnTo>
                  <a:pt x="478" y="798"/>
                </a:lnTo>
                <a:lnTo>
                  <a:pt x="485" y="805"/>
                </a:lnTo>
                <a:lnTo>
                  <a:pt x="484" y="804"/>
                </a:lnTo>
                <a:lnTo>
                  <a:pt x="491" y="810"/>
                </a:lnTo>
                <a:lnTo>
                  <a:pt x="490" y="809"/>
                </a:lnTo>
                <a:lnTo>
                  <a:pt x="498" y="815"/>
                </a:lnTo>
                <a:lnTo>
                  <a:pt x="496" y="814"/>
                </a:lnTo>
                <a:lnTo>
                  <a:pt x="504" y="819"/>
                </a:lnTo>
                <a:lnTo>
                  <a:pt x="503" y="818"/>
                </a:lnTo>
                <a:lnTo>
                  <a:pt x="511" y="822"/>
                </a:lnTo>
                <a:lnTo>
                  <a:pt x="509" y="822"/>
                </a:lnTo>
                <a:lnTo>
                  <a:pt x="518" y="825"/>
                </a:lnTo>
                <a:lnTo>
                  <a:pt x="516" y="825"/>
                </a:lnTo>
                <a:lnTo>
                  <a:pt x="524" y="828"/>
                </a:lnTo>
                <a:lnTo>
                  <a:pt x="523" y="827"/>
                </a:lnTo>
                <a:lnTo>
                  <a:pt x="532" y="830"/>
                </a:lnTo>
                <a:lnTo>
                  <a:pt x="529" y="829"/>
                </a:lnTo>
                <a:lnTo>
                  <a:pt x="538" y="831"/>
                </a:lnTo>
                <a:lnTo>
                  <a:pt x="537" y="831"/>
                </a:lnTo>
                <a:lnTo>
                  <a:pt x="546" y="832"/>
                </a:lnTo>
                <a:lnTo>
                  <a:pt x="548" y="833"/>
                </a:lnTo>
                <a:lnTo>
                  <a:pt x="546" y="833"/>
                </a:lnTo>
                <a:lnTo>
                  <a:pt x="548" y="833"/>
                </a:lnTo>
                <a:lnTo>
                  <a:pt x="547" y="833"/>
                </a:lnTo>
                <a:lnTo>
                  <a:pt x="550" y="833"/>
                </a:lnTo>
                <a:lnTo>
                  <a:pt x="548" y="833"/>
                </a:lnTo>
                <a:lnTo>
                  <a:pt x="553" y="833"/>
                </a:lnTo>
                <a:lnTo>
                  <a:pt x="551" y="833"/>
                </a:lnTo>
                <a:lnTo>
                  <a:pt x="556" y="833"/>
                </a:lnTo>
                <a:lnTo>
                  <a:pt x="555" y="833"/>
                </a:lnTo>
                <a:lnTo>
                  <a:pt x="561" y="832"/>
                </a:lnTo>
                <a:lnTo>
                  <a:pt x="560" y="832"/>
                </a:lnTo>
                <a:lnTo>
                  <a:pt x="567" y="831"/>
                </a:lnTo>
                <a:lnTo>
                  <a:pt x="565" y="832"/>
                </a:lnTo>
                <a:lnTo>
                  <a:pt x="573" y="830"/>
                </a:lnTo>
                <a:lnTo>
                  <a:pt x="572" y="830"/>
                </a:lnTo>
                <a:lnTo>
                  <a:pt x="580" y="828"/>
                </a:lnTo>
                <a:lnTo>
                  <a:pt x="579" y="829"/>
                </a:lnTo>
                <a:lnTo>
                  <a:pt x="588" y="826"/>
                </a:lnTo>
                <a:lnTo>
                  <a:pt x="586" y="826"/>
                </a:lnTo>
                <a:lnTo>
                  <a:pt x="596" y="822"/>
                </a:lnTo>
                <a:lnTo>
                  <a:pt x="595" y="823"/>
                </a:lnTo>
                <a:lnTo>
                  <a:pt x="605" y="818"/>
                </a:lnTo>
                <a:lnTo>
                  <a:pt x="603" y="819"/>
                </a:lnTo>
                <a:lnTo>
                  <a:pt x="614" y="812"/>
                </a:lnTo>
                <a:lnTo>
                  <a:pt x="613" y="813"/>
                </a:lnTo>
                <a:lnTo>
                  <a:pt x="624" y="806"/>
                </a:lnTo>
                <a:lnTo>
                  <a:pt x="623" y="807"/>
                </a:lnTo>
                <a:lnTo>
                  <a:pt x="634" y="798"/>
                </a:lnTo>
                <a:lnTo>
                  <a:pt x="633" y="799"/>
                </a:lnTo>
                <a:lnTo>
                  <a:pt x="645" y="789"/>
                </a:lnTo>
                <a:lnTo>
                  <a:pt x="644" y="790"/>
                </a:lnTo>
                <a:lnTo>
                  <a:pt x="650" y="784"/>
                </a:lnTo>
                <a:lnTo>
                  <a:pt x="649" y="784"/>
                </a:lnTo>
                <a:lnTo>
                  <a:pt x="655" y="778"/>
                </a:lnTo>
                <a:lnTo>
                  <a:pt x="655" y="779"/>
                </a:lnTo>
                <a:lnTo>
                  <a:pt x="661" y="772"/>
                </a:lnTo>
                <a:lnTo>
                  <a:pt x="660" y="773"/>
                </a:lnTo>
                <a:lnTo>
                  <a:pt x="666" y="766"/>
                </a:lnTo>
                <a:lnTo>
                  <a:pt x="665" y="766"/>
                </a:lnTo>
                <a:lnTo>
                  <a:pt x="671" y="759"/>
                </a:lnTo>
                <a:lnTo>
                  <a:pt x="677" y="751"/>
                </a:lnTo>
                <a:lnTo>
                  <a:pt x="677" y="752"/>
                </a:lnTo>
                <a:lnTo>
                  <a:pt x="683" y="743"/>
                </a:lnTo>
                <a:lnTo>
                  <a:pt x="682" y="744"/>
                </a:lnTo>
                <a:lnTo>
                  <a:pt x="688" y="735"/>
                </a:lnTo>
                <a:lnTo>
                  <a:pt x="688" y="736"/>
                </a:lnTo>
                <a:lnTo>
                  <a:pt x="694" y="726"/>
                </a:lnTo>
                <a:lnTo>
                  <a:pt x="693" y="727"/>
                </a:lnTo>
                <a:lnTo>
                  <a:pt x="699" y="716"/>
                </a:lnTo>
                <a:lnTo>
                  <a:pt x="699" y="717"/>
                </a:lnTo>
                <a:lnTo>
                  <a:pt x="705" y="707"/>
                </a:lnTo>
                <a:lnTo>
                  <a:pt x="704" y="707"/>
                </a:lnTo>
                <a:lnTo>
                  <a:pt x="710" y="695"/>
                </a:lnTo>
                <a:lnTo>
                  <a:pt x="710" y="696"/>
                </a:lnTo>
                <a:lnTo>
                  <a:pt x="716" y="684"/>
                </a:lnTo>
                <a:lnTo>
                  <a:pt x="715" y="684"/>
                </a:lnTo>
                <a:lnTo>
                  <a:pt x="721" y="672"/>
                </a:lnTo>
                <a:lnTo>
                  <a:pt x="721" y="673"/>
                </a:lnTo>
                <a:lnTo>
                  <a:pt x="726" y="660"/>
                </a:lnTo>
                <a:lnTo>
                  <a:pt x="731" y="647"/>
                </a:lnTo>
                <a:lnTo>
                  <a:pt x="737" y="633"/>
                </a:lnTo>
                <a:lnTo>
                  <a:pt x="736" y="633"/>
                </a:lnTo>
                <a:lnTo>
                  <a:pt x="742" y="619"/>
                </a:lnTo>
                <a:lnTo>
                  <a:pt x="741" y="619"/>
                </a:lnTo>
                <a:lnTo>
                  <a:pt x="746" y="604"/>
                </a:lnTo>
                <a:lnTo>
                  <a:pt x="751" y="588"/>
                </a:lnTo>
                <a:lnTo>
                  <a:pt x="756" y="571"/>
                </a:lnTo>
                <a:lnTo>
                  <a:pt x="756" y="572"/>
                </a:lnTo>
                <a:lnTo>
                  <a:pt x="761" y="554"/>
                </a:lnTo>
                <a:lnTo>
                  <a:pt x="760" y="555"/>
                </a:lnTo>
                <a:lnTo>
                  <a:pt x="765" y="536"/>
                </a:lnTo>
                <a:lnTo>
                  <a:pt x="765" y="537"/>
                </a:lnTo>
                <a:lnTo>
                  <a:pt x="769" y="518"/>
                </a:lnTo>
                <a:lnTo>
                  <a:pt x="773" y="498"/>
                </a:lnTo>
                <a:lnTo>
                  <a:pt x="773" y="499"/>
                </a:lnTo>
                <a:lnTo>
                  <a:pt x="777" y="478"/>
                </a:lnTo>
                <a:lnTo>
                  <a:pt x="777" y="479"/>
                </a:lnTo>
                <a:lnTo>
                  <a:pt x="781" y="457"/>
                </a:lnTo>
                <a:lnTo>
                  <a:pt x="781" y="458"/>
                </a:lnTo>
                <a:lnTo>
                  <a:pt x="784" y="436"/>
                </a:lnTo>
                <a:lnTo>
                  <a:pt x="787" y="413"/>
                </a:lnTo>
                <a:lnTo>
                  <a:pt x="791" y="390"/>
                </a:lnTo>
                <a:lnTo>
                  <a:pt x="793" y="365"/>
                </a:lnTo>
                <a:lnTo>
                  <a:pt x="793" y="366"/>
                </a:lnTo>
                <a:lnTo>
                  <a:pt x="796" y="340"/>
                </a:lnTo>
                <a:lnTo>
                  <a:pt x="796" y="341"/>
                </a:lnTo>
                <a:lnTo>
                  <a:pt x="796" y="340"/>
                </a:lnTo>
                <a:lnTo>
                  <a:pt x="796" y="342"/>
                </a:lnTo>
                <a:lnTo>
                  <a:pt x="796" y="340"/>
                </a:lnTo>
                <a:lnTo>
                  <a:pt x="796" y="336"/>
                </a:lnTo>
                <a:lnTo>
                  <a:pt x="796" y="331"/>
                </a:lnTo>
                <a:lnTo>
                  <a:pt x="796" y="325"/>
                </a:lnTo>
                <a:lnTo>
                  <a:pt x="796" y="324"/>
                </a:lnTo>
                <a:lnTo>
                  <a:pt x="796" y="317"/>
                </a:lnTo>
                <a:lnTo>
                  <a:pt x="797" y="309"/>
                </a:lnTo>
                <a:lnTo>
                  <a:pt x="797" y="308"/>
                </a:lnTo>
                <a:lnTo>
                  <a:pt x="797" y="299"/>
                </a:lnTo>
                <a:lnTo>
                  <a:pt x="798" y="289"/>
                </a:lnTo>
                <a:lnTo>
                  <a:pt x="799" y="278"/>
                </a:lnTo>
                <a:lnTo>
                  <a:pt x="801" y="267"/>
                </a:lnTo>
                <a:lnTo>
                  <a:pt x="801" y="266"/>
                </a:lnTo>
                <a:lnTo>
                  <a:pt x="802" y="255"/>
                </a:lnTo>
                <a:lnTo>
                  <a:pt x="802" y="254"/>
                </a:lnTo>
                <a:lnTo>
                  <a:pt x="806" y="230"/>
                </a:lnTo>
                <a:lnTo>
                  <a:pt x="807" y="229"/>
                </a:lnTo>
                <a:lnTo>
                  <a:pt x="809" y="216"/>
                </a:lnTo>
                <a:lnTo>
                  <a:pt x="809" y="215"/>
                </a:lnTo>
                <a:lnTo>
                  <a:pt x="812" y="203"/>
                </a:lnTo>
                <a:lnTo>
                  <a:pt x="812" y="202"/>
                </a:lnTo>
                <a:lnTo>
                  <a:pt x="816" y="189"/>
                </a:lnTo>
                <a:lnTo>
                  <a:pt x="816" y="188"/>
                </a:lnTo>
                <a:lnTo>
                  <a:pt x="820" y="176"/>
                </a:lnTo>
                <a:lnTo>
                  <a:pt x="820" y="175"/>
                </a:lnTo>
                <a:lnTo>
                  <a:pt x="825" y="163"/>
                </a:lnTo>
                <a:lnTo>
                  <a:pt x="825" y="161"/>
                </a:lnTo>
                <a:lnTo>
                  <a:pt x="830" y="149"/>
                </a:lnTo>
                <a:lnTo>
                  <a:pt x="831" y="148"/>
                </a:lnTo>
                <a:lnTo>
                  <a:pt x="836" y="136"/>
                </a:lnTo>
                <a:lnTo>
                  <a:pt x="837" y="135"/>
                </a:lnTo>
                <a:lnTo>
                  <a:pt x="843" y="124"/>
                </a:lnTo>
                <a:lnTo>
                  <a:pt x="843" y="122"/>
                </a:lnTo>
                <a:lnTo>
                  <a:pt x="850" y="112"/>
                </a:lnTo>
                <a:lnTo>
                  <a:pt x="851" y="110"/>
                </a:lnTo>
                <a:lnTo>
                  <a:pt x="858" y="100"/>
                </a:lnTo>
                <a:lnTo>
                  <a:pt x="860" y="98"/>
                </a:lnTo>
                <a:lnTo>
                  <a:pt x="868" y="89"/>
                </a:lnTo>
                <a:lnTo>
                  <a:pt x="869" y="87"/>
                </a:lnTo>
                <a:lnTo>
                  <a:pt x="878" y="79"/>
                </a:lnTo>
                <a:lnTo>
                  <a:pt x="880" y="77"/>
                </a:lnTo>
                <a:lnTo>
                  <a:pt x="889" y="70"/>
                </a:lnTo>
                <a:lnTo>
                  <a:pt x="891" y="68"/>
                </a:lnTo>
                <a:lnTo>
                  <a:pt x="901" y="62"/>
                </a:lnTo>
                <a:lnTo>
                  <a:pt x="904" y="60"/>
                </a:lnTo>
                <a:lnTo>
                  <a:pt x="915" y="55"/>
                </a:lnTo>
                <a:lnTo>
                  <a:pt x="918" y="54"/>
                </a:lnTo>
                <a:lnTo>
                  <a:pt x="930" y="50"/>
                </a:lnTo>
                <a:lnTo>
                  <a:pt x="933" y="49"/>
                </a:lnTo>
                <a:lnTo>
                  <a:pt x="945" y="46"/>
                </a:lnTo>
                <a:lnTo>
                  <a:pt x="948" y="45"/>
                </a:lnTo>
                <a:lnTo>
                  <a:pt x="963" y="44"/>
                </a:lnTo>
                <a:lnTo>
                  <a:pt x="957" y="45"/>
                </a:lnTo>
                <a:lnTo>
                  <a:pt x="958" y="45"/>
                </a:lnTo>
                <a:lnTo>
                  <a:pt x="959" y="45"/>
                </a:lnTo>
                <a:lnTo>
                  <a:pt x="960" y="44"/>
                </a:lnTo>
                <a:lnTo>
                  <a:pt x="962" y="44"/>
                </a:lnTo>
                <a:lnTo>
                  <a:pt x="963" y="44"/>
                </a:lnTo>
                <a:lnTo>
                  <a:pt x="965" y="43"/>
                </a:lnTo>
                <a:lnTo>
                  <a:pt x="967" y="43"/>
                </a:lnTo>
                <a:lnTo>
                  <a:pt x="970" y="42"/>
                </a:lnTo>
                <a:lnTo>
                  <a:pt x="971" y="42"/>
                </a:lnTo>
                <a:lnTo>
                  <a:pt x="975" y="42"/>
                </a:lnTo>
                <a:lnTo>
                  <a:pt x="977" y="42"/>
                </a:lnTo>
                <a:lnTo>
                  <a:pt x="981" y="42"/>
                </a:lnTo>
                <a:lnTo>
                  <a:pt x="983" y="42"/>
                </a:lnTo>
                <a:lnTo>
                  <a:pt x="988" y="42"/>
                </a:lnTo>
                <a:lnTo>
                  <a:pt x="989" y="42"/>
                </a:lnTo>
                <a:lnTo>
                  <a:pt x="994" y="43"/>
                </a:lnTo>
                <a:lnTo>
                  <a:pt x="996" y="43"/>
                </a:lnTo>
                <a:lnTo>
                  <a:pt x="1002" y="44"/>
                </a:lnTo>
                <a:lnTo>
                  <a:pt x="1004" y="44"/>
                </a:lnTo>
                <a:lnTo>
                  <a:pt x="1010" y="46"/>
                </a:lnTo>
                <a:lnTo>
                  <a:pt x="1012" y="47"/>
                </a:lnTo>
                <a:lnTo>
                  <a:pt x="1018" y="49"/>
                </a:lnTo>
                <a:lnTo>
                  <a:pt x="1020" y="49"/>
                </a:lnTo>
                <a:lnTo>
                  <a:pt x="1027" y="52"/>
                </a:lnTo>
                <a:lnTo>
                  <a:pt x="1029" y="53"/>
                </a:lnTo>
                <a:lnTo>
                  <a:pt x="1036" y="57"/>
                </a:lnTo>
                <a:lnTo>
                  <a:pt x="1037" y="58"/>
                </a:lnTo>
                <a:lnTo>
                  <a:pt x="1044" y="63"/>
                </a:lnTo>
                <a:lnTo>
                  <a:pt x="1046" y="64"/>
                </a:lnTo>
                <a:lnTo>
                  <a:pt x="1054" y="70"/>
                </a:lnTo>
                <a:lnTo>
                  <a:pt x="1055" y="71"/>
                </a:lnTo>
                <a:lnTo>
                  <a:pt x="1062" y="78"/>
                </a:lnTo>
                <a:lnTo>
                  <a:pt x="1064" y="79"/>
                </a:lnTo>
                <a:lnTo>
                  <a:pt x="1071" y="87"/>
                </a:lnTo>
                <a:lnTo>
                  <a:pt x="1073" y="88"/>
                </a:lnTo>
                <a:lnTo>
                  <a:pt x="1080" y="97"/>
                </a:lnTo>
                <a:lnTo>
                  <a:pt x="1081" y="98"/>
                </a:lnTo>
                <a:lnTo>
                  <a:pt x="1089" y="109"/>
                </a:lnTo>
                <a:lnTo>
                  <a:pt x="1090" y="110"/>
                </a:lnTo>
                <a:lnTo>
                  <a:pt x="1098" y="122"/>
                </a:lnTo>
                <a:lnTo>
                  <a:pt x="1098" y="123"/>
                </a:lnTo>
                <a:lnTo>
                  <a:pt x="1106" y="136"/>
                </a:lnTo>
                <a:lnTo>
                  <a:pt x="1107" y="137"/>
                </a:lnTo>
                <a:lnTo>
                  <a:pt x="1110" y="145"/>
                </a:lnTo>
                <a:lnTo>
                  <a:pt x="1111" y="145"/>
                </a:lnTo>
                <a:lnTo>
                  <a:pt x="1114" y="153"/>
                </a:lnTo>
                <a:lnTo>
                  <a:pt x="1115" y="153"/>
                </a:lnTo>
                <a:lnTo>
                  <a:pt x="1119" y="161"/>
                </a:lnTo>
                <a:lnTo>
                  <a:pt x="1119" y="162"/>
                </a:lnTo>
                <a:lnTo>
                  <a:pt x="1122" y="170"/>
                </a:lnTo>
                <a:lnTo>
                  <a:pt x="1123" y="171"/>
                </a:lnTo>
                <a:lnTo>
                  <a:pt x="1126" y="180"/>
                </a:lnTo>
                <a:lnTo>
                  <a:pt x="1127" y="180"/>
                </a:lnTo>
                <a:lnTo>
                  <a:pt x="1130" y="190"/>
                </a:lnTo>
                <a:lnTo>
                  <a:pt x="1134" y="200"/>
                </a:lnTo>
                <a:lnTo>
                  <a:pt x="1134" y="201"/>
                </a:lnTo>
                <a:lnTo>
                  <a:pt x="1138" y="211"/>
                </a:lnTo>
                <a:lnTo>
                  <a:pt x="1141" y="222"/>
                </a:lnTo>
                <a:lnTo>
                  <a:pt x="1142" y="223"/>
                </a:lnTo>
                <a:lnTo>
                  <a:pt x="1145" y="234"/>
                </a:lnTo>
                <a:lnTo>
                  <a:pt x="1149" y="246"/>
                </a:lnTo>
                <a:lnTo>
                  <a:pt x="1152" y="258"/>
                </a:lnTo>
                <a:lnTo>
                  <a:pt x="1152" y="259"/>
                </a:lnTo>
                <a:lnTo>
                  <a:pt x="1155" y="272"/>
                </a:lnTo>
                <a:lnTo>
                  <a:pt x="1158" y="285"/>
                </a:lnTo>
                <a:lnTo>
                  <a:pt x="1159" y="286"/>
                </a:lnTo>
                <a:lnTo>
                  <a:pt x="1162" y="300"/>
                </a:lnTo>
                <a:lnTo>
                  <a:pt x="1165" y="314"/>
                </a:lnTo>
                <a:lnTo>
                  <a:pt x="1165" y="315"/>
                </a:lnTo>
                <a:lnTo>
                  <a:pt x="1168" y="330"/>
                </a:lnTo>
                <a:lnTo>
                  <a:pt x="1170" y="346"/>
                </a:lnTo>
                <a:lnTo>
                  <a:pt x="1171" y="346"/>
                </a:lnTo>
                <a:lnTo>
                  <a:pt x="1173" y="362"/>
                </a:lnTo>
                <a:lnTo>
                  <a:pt x="1176" y="379"/>
                </a:lnTo>
                <a:lnTo>
                  <a:pt x="1176" y="383"/>
                </a:lnTo>
                <a:lnTo>
                  <a:pt x="1176" y="382"/>
                </a:lnTo>
                <a:lnTo>
                  <a:pt x="1176" y="383"/>
                </a:lnTo>
                <a:lnTo>
                  <a:pt x="1176" y="385"/>
                </a:lnTo>
                <a:lnTo>
                  <a:pt x="1176" y="384"/>
                </a:lnTo>
                <a:lnTo>
                  <a:pt x="1176" y="387"/>
                </a:lnTo>
                <a:lnTo>
                  <a:pt x="1176" y="390"/>
                </a:lnTo>
                <a:lnTo>
                  <a:pt x="1177" y="393"/>
                </a:lnTo>
                <a:lnTo>
                  <a:pt x="1177" y="397"/>
                </a:lnTo>
                <a:lnTo>
                  <a:pt x="1177" y="402"/>
                </a:lnTo>
                <a:lnTo>
                  <a:pt x="1177" y="401"/>
                </a:lnTo>
                <a:lnTo>
                  <a:pt x="1178" y="406"/>
                </a:lnTo>
                <a:lnTo>
                  <a:pt x="1178" y="412"/>
                </a:lnTo>
                <a:lnTo>
                  <a:pt x="1178" y="411"/>
                </a:lnTo>
                <a:lnTo>
                  <a:pt x="1178" y="418"/>
                </a:lnTo>
                <a:lnTo>
                  <a:pt x="1178" y="417"/>
                </a:lnTo>
                <a:lnTo>
                  <a:pt x="1179" y="424"/>
                </a:lnTo>
                <a:lnTo>
                  <a:pt x="1180" y="431"/>
                </a:lnTo>
                <a:lnTo>
                  <a:pt x="1180" y="430"/>
                </a:lnTo>
                <a:lnTo>
                  <a:pt x="1180" y="438"/>
                </a:lnTo>
                <a:lnTo>
                  <a:pt x="1182" y="454"/>
                </a:lnTo>
                <a:lnTo>
                  <a:pt x="1182" y="453"/>
                </a:lnTo>
                <a:lnTo>
                  <a:pt x="1184" y="470"/>
                </a:lnTo>
                <a:lnTo>
                  <a:pt x="1187" y="488"/>
                </a:lnTo>
                <a:lnTo>
                  <a:pt x="1190" y="507"/>
                </a:lnTo>
                <a:lnTo>
                  <a:pt x="1194" y="527"/>
                </a:lnTo>
                <a:lnTo>
                  <a:pt x="1193" y="527"/>
                </a:lnTo>
                <a:lnTo>
                  <a:pt x="1198" y="548"/>
                </a:lnTo>
                <a:lnTo>
                  <a:pt x="1198" y="547"/>
                </a:lnTo>
                <a:lnTo>
                  <a:pt x="1202" y="569"/>
                </a:lnTo>
                <a:lnTo>
                  <a:pt x="1202" y="568"/>
                </a:lnTo>
                <a:lnTo>
                  <a:pt x="1208" y="590"/>
                </a:lnTo>
                <a:lnTo>
                  <a:pt x="1207" y="589"/>
                </a:lnTo>
                <a:lnTo>
                  <a:pt x="1214" y="611"/>
                </a:lnTo>
                <a:lnTo>
                  <a:pt x="1213" y="611"/>
                </a:lnTo>
                <a:lnTo>
                  <a:pt x="1220" y="633"/>
                </a:lnTo>
                <a:lnTo>
                  <a:pt x="1220" y="632"/>
                </a:lnTo>
                <a:lnTo>
                  <a:pt x="1227" y="654"/>
                </a:lnTo>
                <a:lnTo>
                  <a:pt x="1227" y="653"/>
                </a:lnTo>
                <a:lnTo>
                  <a:pt x="1235" y="675"/>
                </a:lnTo>
                <a:lnTo>
                  <a:pt x="1235" y="674"/>
                </a:lnTo>
                <a:lnTo>
                  <a:pt x="1244" y="695"/>
                </a:lnTo>
                <a:lnTo>
                  <a:pt x="1244" y="694"/>
                </a:lnTo>
                <a:lnTo>
                  <a:pt x="1254" y="715"/>
                </a:lnTo>
                <a:lnTo>
                  <a:pt x="1253" y="714"/>
                </a:lnTo>
                <a:lnTo>
                  <a:pt x="1264" y="733"/>
                </a:lnTo>
                <a:lnTo>
                  <a:pt x="1263" y="732"/>
                </a:lnTo>
                <a:lnTo>
                  <a:pt x="1275" y="751"/>
                </a:lnTo>
                <a:lnTo>
                  <a:pt x="1274" y="749"/>
                </a:lnTo>
                <a:lnTo>
                  <a:pt x="1287" y="767"/>
                </a:lnTo>
                <a:lnTo>
                  <a:pt x="1286" y="765"/>
                </a:lnTo>
                <a:lnTo>
                  <a:pt x="1299" y="781"/>
                </a:lnTo>
                <a:lnTo>
                  <a:pt x="1298" y="780"/>
                </a:lnTo>
                <a:lnTo>
                  <a:pt x="1306" y="787"/>
                </a:lnTo>
                <a:lnTo>
                  <a:pt x="1305" y="786"/>
                </a:lnTo>
                <a:lnTo>
                  <a:pt x="1312" y="793"/>
                </a:lnTo>
                <a:lnTo>
                  <a:pt x="1311" y="793"/>
                </a:lnTo>
                <a:lnTo>
                  <a:pt x="1319" y="799"/>
                </a:lnTo>
                <a:lnTo>
                  <a:pt x="1318" y="799"/>
                </a:lnTo>
                <a:lnTo>
                  <a:pt x="1327" y="805"/>
                </a:lnTo>
                <a:lnTo>
                  <a:pt x="1325" y="804"/>
                </a:lnTo>
                <a:lnTo>
                  <a:pt x="1334" y="810"/>
                </a:lnTo>
                <a:lnTo>
                  <a:pt x="1332" y="809"/>
                </a:lnTo>
                <a:lnTo>
                  <a:pt x="1341" y="814"/>
                </a:lnTo>
                <a:lnTo>
                  <a:pt x="1340" y="813"/>
                </a:lnTo>
                <a:lnTo>
                  <a:pt x="1349" y="818"/>
                </a:lnTo>
                <a:lnTo>
                  <a:pt x="1347" y="817"/>
                </a:lnTo>
                <a:lnTo>
                  <a:pt x="1357" y="822"/>
                </a:lnTo>
                <a:lnTo>
                  <a:pt x="1355" y="821"/>
                </a:lnTo>
                <a:lnTo>
                  <a:pt x="1365" y="825"/>
                </a:lnTo>
                <a:lnTo>
                  <a:pt x="1363" y="824"/>
                </a:lnTo>
                <a:lnTo>
                  <a:pt x="1373" y="827"/>
                </a:lnTo>
                <a:lnTo>
                  <a:pt x="1372" y="827"/>
                </a:lnTo>
                <a:lnTo>
                  <a:pt x="1382" y="829"/>
                </a:lnTo>
                <a:lnTo>
                  <a:pt x="1380" y="829"/>
                </a:lnTo>
                <a:lnTo>
                  <a:pt x="1391" y="831"/>
                </a:lnTo>
                <a:lnTo>
                  <a:pt x="1389" y="831"/>
                </a:lnTo>
                <a:lnTo>
                  <a:pt x="1400" y="832"/>
                </a:lnTo>
                <a:lnTo>
                  <a:pt x="1399" y="832"/>
                </a:lnTo>
                <a:lnTo>
                  <a:pt x="1410" y="832"/>
                </a:lnTo>
                <a:lnTo>
                  <a:pt x="1418" y="834"/>
                </a:lnTo>
                <a:lnTo>
                  <a:pt x="1414" y="833"/>
                </a:lnTo>
                <a:lnTo>
                  <a:pt x="1415" y="833"/>
                </a:lnTo>
                <a:lnTo>
                  <a:pt x="1413" y="833"/>
                </a:lnTo>
                <a:lnTo>
                  <a:pt x="1415" y="833"/>
                </a:lnTo>
                <a:lnTo>
                  <a:pt x="1414" y="833"/>
                </a:lnTo>
                <a:lnTo>
                  <a:pt x="1418" y="833"/>
                </a:lnTo>
                <a:lnTo>
                  <a:pt x="1415" y="833"/>
                </a:lnTo>
                <a:lnTo>
                  <a:pt x="1420" y="833"/>
                </a:lnTo>
                <a:lnTo>
                  <a:pt x="1418" y="833"/>
                </a:lnTo>
                <a:lnTo>
                  <a:pt x="1423" y="833"/>
                </a:lnTo>
                <a:lnTo>
                  <a:pt x="1421" y="833"/>
                </a:lnTo>
                <a:lnTo>
                  <a:pt x="1427" y="832"/>
                </a:lnTo>
                <a:lnTo>
                  <a:pt x="1425" y="832"/>
                </a:lnTo>
                <a:lnTo>
                  <a:pt x="1431" y="831"/>
                </a:lnTo>
                <a:lnTo>
                  <a:pt x="1429" y="832"/>
                </a:lnTo>
                <a:lnTo>
                  <a:pt x="1436" y="830"/>
                </a:lnTo>
                <a:lnTo>
                  <a:pt x="1434" y="830"/>
                </a:lnTo>
                <a:lnTo>
                  <a:pt x="1441" y="828"/>
                </a:lnTo>
                <a:lnTo>
                  <a:pt x="1439" y="828"/>
                </a:lnTo>
                <a:lnTo>
                  <a:pt x="1447" y="825"/>
                </a:lnTo>
                <a:lnTo>
                  <a:pt x="1445" y="826"/>
                </a:lnTo>
                <a:lnTo>
                  <a:pt x="1453" y="822"/>
                </a:lnTo>
                <a:lnTo>
                  <a:pt x="1451" y="822"/>
                </a:lnTo>
                <a:lnTo>
                  <a:pt x="1460" y="817"/>
                </a:lnTo>
                <a:lnTo>
                  <a:pt x="1458" y="818"/>
                </a:lnTo>
                <a:lnTo>
                  <a:pt x="1467" y="812"/>
                </a:lnTo>
                <a:lnTo>
                  <a:pt x="1465" y="813"/>
                </a:lnTo>
                <a:lnTo>
                  <a:pt x="1474" y="805"/>
                </a:lnTo>
                <a:lnTo>
                  <a:pt x="1473" y="806"/>
                </a:lnTo>
                <a:lnTo>
                  <a:pt x="1482" y="797"/>
                </a:lnTo>
                <a:lnTo>
                  <a:pt x="1481" y="798"/>
                </a:lnTo>
                <a:lnTo>
                  <a:pt x="1490" y="787"/>
                </a:lnTo>
                <a:lnTo>
                  <a:pt x="1490" y="788"/>
                </a:lnTo>
                <a:lnTo>
                  <a:pt x="1494" y="782"/>
                </a:lnTo>
                <a:lnTo>
                  <a:pt x="1494" y="783"/>
                </a:lnTo>
                <a:lnTo>
                  <a:pt x="1498" y="777"/>
                </a:lnTo>
                <a:lnTo>
                  <a:pt x="1503" y="770"/>
                </a:lnTo>
                <a:lnTo>
                  <a:pt x="1502" y="771"/>
                </a:lnTo>
                <a:lnTo>
                  <a:pt x="1507" y="764"/>
                </a:lnTo>
                <a:lnTo>
                  <a:pt x="1507" y="765"/>
                </a:lnTo>
                <a:lnTo>
                  <a:pt x="1511" y="757"/>
                </a:lnTo>
                <a:lnTo>
                  <a:pt x="1516" y="749"/>
                </a:lnTo>
                <a:lnTo>
                  <a:pt x="1515" y="750"/>
                </a:lnTo>
                <a:lnTo>
                  <a:pt x="1520" y="741"/>
                </a:lnTo>
                <a:lnTo>
                  <a:pt x="1520" y="742"/>
                </a:lnTo>
                <a:lnTo>
                  <a:pt x="1524" y="733"/>
                </a:lnTo>
                <a:lnTo>
                  <a:pt x="1529" y="724"/>
                </a:lnTo>
                <a:lnTo>
                  <a:pt x="1528" y="724"/>
                </a:lnTo>
                <a:lnTo>
                  <a:pt x="1533" y="714"/>
                </a:lnTo>
                <a:lnTo>
                  <a:pt x="1533" y="715"/>
                </a:lnTo>
                <a:lnTo>
                  <a:pt x="1537" y="703"/>
                </a:lnTo>
                <a:lnTo>
                  <a:pt x="1542" y="692"/>
                </a:lnTo>
                <a:lnTo>
                  <a:pt x="1541" y="693"/>
                </a:lnTo>
                <a:lnTo>
                  <a:pt x="1546" y="681"/>
                </a:lnTo>
                <a:lnTo>
                  <a:pt x="1550" y="669"/>
                </a:lnTo>
                <a:lnTo>
                  <a:pt x="1550" y="670"/>
                </a:lnTo>
                <a:lnTo>
                  <a:pt x="1554" y="657"/>
                </a:lnTo>
                <a:lnTo>
                  <a:pt x="1558" y="643"/>
                </a:lnTo>
                <a:lnTo>
                  <a:pt x="1558" y="644"/>
                </a:lnTo>
                <a:lnTo>
                  <a:pt x="1562" y="630"/>
                </a:lnTo>
                <a:lnTo>
                  <a:pt x="1566" y="615"/>
                </a:lnTo>
                <a:lnTo>
                  <a:pt x="1566" y="616"/>
                </a:lnTo>
                <a:lnTo>
                  <a:pt x="1570" y="600"/>
                </a:lnTo>
                <a:lnTo>
                  <a:pt x="1570" y="601"/>
                </a:lnTo>
                <a:lnTo>
                  <a:pt x="1573" y="585"/>
                </a:lnTo>
                <a:lnTo>
                  <a:pt x="1577" y="568"/>
                </a:lnTo>
                <a:lnTo>
                  <a:pt x="1577" y="569"/>
                </a:lnTo>
                <a:lnTo>
                  <a:pt x="1581" y="551"/>
                </a:lnTo>
                <a:lnTo>
                  <a:pt x="1580" y="552"/>
                </a:lnTo>
                <a:lnTo>
                  <a:pt x="1584" y="533"/>
                </a:lnTo>
                <a:lnTo>
                  <a:pt x="1584" y="534"/>
                </a:lnTo>
                <a:lnTo>
                  <a:pt x="1587" y="515"/>
                </a:lnTo>
                <a:lnTo>
                  <a:pt x="1590" y="496"/>
                </a:lnTo>
                <a:lnTo>
                  <a:pt x="1593" y="476"/>
                </a:lnTo>
                <a:lnTo>
                  <a:pt x="1596" y="455"/>
                </a:lnTo>
                <a:lnTo>
                  <a:pt x="1596" y="456"/>
                </a:lnTo>
                <a:lnTo>
                  <a:pt x="1599" y="434"/>
                </a:lnTo>
                <a:lnTo>
                  <a:pt x="1601" y="411"/>
                </a:lnTo>
                <a:lnTo>
                  <a:pt x="1601" y="412"/>
                </a:lnTo>
                <a:lnTo>
                  <a:pt x="1603" y="388"/>
                </a:lnTo>
                <a:lnTo>
                  <a:pt x="1604" y="386"/>
                </a:lnTo>
                <a:lnTo>
                  <a:pt x="1604" y="385"/>
                </a:lnTo>
                <a:lnTo>
                  <a:pt x="1604" y="388"/>
                </a:lnTo>
                <a:lnTo>
                  <a:pt x="1604" y="386"/>
                </a:lnTo>
                <a:lnTo>
                  <a:pt x="1604" y="385"/>
                </a:lnTo>
                <a:lnTo>
                  <a:pt x="1604" y="384"/>
                </a:lnTo>
                <a:lnTo>
                  <a:pt x="1604" y="382"/>
                </a:lnTo>
                <a:lnTo>
                  <a:pt x="1604" y="381"/>
                </a:lnTo>
                <a:lnTo>
                  <a:pt x="1605" y="378"/>
                </a:lnTo>
                <a:lnTo>
                  <a:pt x="1605" y="375"/>
                </a:lnTo>
                <a:lnTo>
                  <a:pt x="1605" y="374"/>
                </a:lnTo>
                <a:lnTo>
                  <a:pt x="1606" y="370"/>
                </a:lnTo>
                <a:lnTo>
                  <a:pt x="1607" y="365"/>
                </a:lnTo>
                <a:lnTo>
                  <a:pt x="1608" y="360"/>
                </a:lnTo>
                <a:lnTo>
                  <a:pt x="1609" y="354"/>
                </a:lnTo>
                <a:lnTo>
                  <a:pt x="1610" y="347"/>
                </a:lnTo>
                <a:lnTo>
                  <a:pt x="1611" y="341"/>
                </a:lnTo>
                <a:lnTo>
                  <a:pt x="1611" y="340"/>
                </a:lnTo>
                <a:lnTo>
                  <a:pt x="1613" y="333"/>
                </a:lnTo>
                <a:lnTo>
                  <a:pt x="1614" y="326"/>
                </a:lnTo>
                <a:lnTo>
                  <a:pt x="1614" y="325"/>
                </a:lnTo>
                <a:lnTo>
                  <a:pt x="1617" y="309"/>
                </a:lnTo>
                <a:lnTo>
                  <a:pt x="1621" y="291"/>
                </a:lnTo>
                <a:lnTo>
                  <a:pt x="1625" y="273"/>
                </a:lnTo>
                <a:lnTo>
                  <a:pt x="1626" y="272"/>
                </a:lnTo>
                <a:lnTo>
                  <a:pt x="1630" y="253"/>
                </a:lnTo>
                <a:lnTo>
                  <a:pt x="1636" y="233"/>
                </a:lnTo>
                <a:lnTo>
                  <a:pt x="1636" y="232"/>
                </a:lnTo>
                <a:lnTo>
                  <a:pt x="1642" y="212"/>
                </a:lnTo>
                <a:lnTo>
                  <a:pt x="1648" y="191"/>
                </a:lnTo>
                <a:lnTo>
                  <a:pt x="1655" y="171"/>
                </a:lnTo>
                <a:lnTo>
                  <a:pt x="1655" y="170"/>
                </a:lnTo>
                <a:lnTo>
                  <a:pt x="1663" y="150"/>
                </a:lnTo>
                <a:lnTo>
                  <a:pt x="1663" y="149"/>
                </a:lnTo>
                <a:lnTo>
                  <a:pt x="1671" y="130"/>
                </a:lnTo>
                <a:lnTo>
                  <a:pt x="1672" y="129"/>
                </a:lnTo>
                <a:lnTo>
                  <a:pt x="1680" y="111"/>
                </a:lnTo>
                <a:lnTo>
                  <a:pt x="1681" y="109"/>
                </a:lnTo>
                <a:lnTo>
                  <a:pt x="1690" y="92"/>
                </a:lnTo>
                <a:lnTo>
                  <a:pt x="1691" y="91"/>
                </a:lnTo>
                <a:lnTo>
                  <a:pt x="1700" y="74"/>
                </a:lnTo>
                <a:lnTo>
                  <a:pt x="1701" y="73"/>
                </a:lnTo>
                <a:lnTo>
                  <a:pt x="1706" y="66"/>
                </a:lnTo>
                <a:lnTo>
                  <a:pt x="1707" y="65"/>
                </a:lnTo>
                <a:lnTo>
                  <a:pt x="1712" y="58"/>
                </a:lnTo>
                <a:lnTo>
                  <a:pt x="1713" y="57"/>
                </a:lnTo>
                <a:lnTo>
                  <a:pt x="1718" y="50"/>
                </a:lnTo>
                <a:lnTo>
                  <a:pt x="1719" y="49"/>
                </a:lnTo>
                <a:lnTo>
                  <a:pt x="1724" y="43"/>
                </a:lnTo>
                <a:lnTo>
                  <a:pt x="1725" y="42"/>
                </a:lnTo>
                <a:lnTo>
                  <a:pt x="1731" y="36"/>
                </a:lnTo>
                <a:lnTo>
                  <a:pt x="1732" y="35"/>
                </a:lnTo>
                <a:lnTo>
                  <a:pt x="1738" y="29"/>
                </a:lnTo>
                <a:lnTo>
                  <a:pt x="1739" y="28"/>
                </a:lnTo>
                <a:lnTo>
                  <a:pt x="1746" y="23"/>
                </a:lnTo>
                <a:lnTo>
                  <a:pt x="1747" y="22"/>
                </a:lnTo>
                <a:lnTo>
                  <a:pt x="1753" y="18"/>
                </a:lnTo>
                <a:lnTo>
                  <a:pt x="1755" y="17"/>
                </a:lnTo>
                <a:lnTo>
                  <a:pt x="1762" y="13"/>
                </a:lnTo>
                <a:lnTo>
                  <a:pt x="1763" y="12"/>
                </a:lnTo>
                <a:lnTo>
                  <a:pt x="1770" y="9"/>
                </a:lnTo>
                <a:lnTo>
                  <a:pt x="1772" y="8"/>
                </a:lnTo>
                <a:lnTo>
                  <a:pt x="1779" y="5"/>
                </a:lnTo>
                <a:lnTo>
                  <a:pt x="1781" y="5"/>
                </a:lnTo>
                <a:lnTo>
                  <a:pt x="1788" y="3"/>
                </a:lnTo>
                <a:lnTo>
                  <a:pt x="1791" y="2"/>
                </a:lnTo>
                <a:lnTo>
                  <a:pt x="1798" y="1"/>
                </a:lnTo>
                <a:lnTo>
                  <a:pt x="1800" y="1"/>
                </a:lnTo>
                <a:lnTo>
                  <a:pt x="1808" y="0"/>
                </a:lnTo>
                <a:lnTo>
                  <a:pt x="1811" y="0"/>
                </a:lnTo>
                <a:lnTo>
                  <a:pt x="1818" y="1"/>
                </a:lnTo>
                <a:lnTo>
                  <a:pt x="1820" y="1"/>
                </a:lnTo>
                <a:lnTo>
                  <a:pt x="1828" y="2"/>
                </a:lnTo>
                <a:lnTo>
                  <a:pt x="1831" y="2"/>
                </a:lnTo>
                <a:lnTo>
                  <a:pt x="1838" y="4"/>
                </a:lnTo>
                <a:lnTo>
                  <a:pt x="1841" y="5"/>
                </a:lnTo>
                <a:lnTo>
                  <a:pt x="1849" y="8"/>
                </a:lnTo>
                <a:lnTo>
                  <a:pt x="1851" y="8"/>
                </a:lnTo>
                <a:lnTo>
                  <a:pt x="1859" y="12"/>
                </a:lnTo>
                <a:lnTo>
                  <a:pt x="1861" y="13"/>
                </a:lnTo>
                <a:lnTo>
                  <a:pt x="1869" y="17"/>
                </a:lnTo>
                <a:lnTo>
                  <a:pt x="1871" y="18"/>
                </a:lnTo>
                <a:lnTo>
                  <a:pt x="1879" y="24"/>
                </a:lnTo>
                <a:lnTo>
                  <a:pt x="1881" y="25"/>
                </a:lnTo>
                <a:lnTo>
                  <a:pt x="1889" y="31"/>
                </a:lnTo>
                <a:lnTo>
                  <a:pt x="1890" y="32"/>
                </a:lnTo>
                <a:lnTo>
                  <a:pt x="1899" y="39"/>
                </a:lnTo>
                <a:lnTo>
                  <a:pt x="1900" y="40"/>
                </a:lnTo>
                <a:lnTo>
                  <a:pt x="1909" y="48"/>
                </a:lnTo>
                <a:lnTo>
                  <a:pt x="1912" y="51"/>
                </a:lnTo>
                <a:lnTo>
                  <a:pt x="1920" y="61"/>
                </a:lnTo>
                <a:lnTo>
                  <a:pt x="1928" y="70"/>
                </a:lnTo>
                <a:lnTo>
                  <a:pt x="1935" y="78"/>
                </a:lnTo>
                <a:lnTo>
                  <a:pt x="1942" y="86"/>
                </a:lnTo>
                <a:lnTo>
                  <a:pt x="1948" y="93"/>
                </a:lnTo>
                <a:lnTo>
                  <a:pt x="1948" y="94"/>
                </a:lnTo>
                <a:lnTo>
                  <a:pt x="1954" y="101"/>
                </a:lnTo>
                <a:lnTo>
                  <a:pt x="1954" y="100"/>
                </a:lnTo>
                <a:lnTo>
                  <a:pt x="1960" y="107"/>
                </a:lnTo>
                <a:lnTo>
                  <a:pt x="1959" y="107"/>
                </a:lnTo>
                <a:lnTo>
                  <a:pt x="1964" y="112"/>
                </a:lnTo>
                <a:lnTo>
                  <a:pt x="1965" y="113"/>
                </a:lnTo>
                <a:lnTo>
                  <a:pt x="1969" y="118"/>
                </a:lnTo>
                <a:lnTo>
                  <a:pt x="1973" y="123"/>
                </a:lnTo>
                <a:lnTo>
                  <a:pt x="1977" y="127"/>
                </a:lnTo>
                <a:lnTo>
                  <a:pt x="1981" y="131"/>
                </a:lnTo>
                <a:lnTo>
                  <a:pt x="1987" y="139"/>
                </a:lnTo>
                <a:lnTo>
                  <a:pt x="1991" y="144"/>
                </a:lnTo>
                <a:lnTo>
                  <a:pt x="1992" y="144"/>
                </a:lnTo>
                <a:lnTo>
                  <a:pt x="1995" y="149"/>
                </a:lnTo>
                <a:lnTo>
                  <a:pt x="1998" y="152"/>
                </a:lnTo>
                <a:lnTo>
                  <a:pt x="2000" y="154"/>
                </a:lnTo>
                <a:lnTo>
                  <a:pt x="2001" y="156"/>
                </a:lnTo>
                <a:lnTo>
                  <a:pt x="2002" y="157"/>
                </a:lnTo>
                <a:lnTo>
                  <a:pt x="2003" y="158"/>
                </a:lnTo>
                <a:lnTo>
                  <a:pt x="2002" y="157"/>
                </a:lnTo>
                <a:lnTo>
                  <a:pt x="2003" y="157"/>
                </a:lnTo>
                <a:lnTo>
                  <a:pt x="2001" y="156"/>
                </a:lnTo>
                <a:lnTo>
                  <a:pt x="1964" y="194"/>
                </a:lnTo>
                <a:lnTo>
                  <a:pt x="1963" y="194"/>
                </a:lnTo>
                <a:lnTo>
                  <a:pt x="1962" y="192"/>
                </a:lnTo>
                <a:lnTo>
                  <a:pt x="1961" y="191"/>
                </a:lnTo>
                <a:lnTo>
                  <a:pt x="1960" y="190"/>
                </a:lnTo>
                <a:lnTo>
                  <a:pt x="1961" y="191"/>
                </a:lnTo>
                <a:lnTo>
                  <a:pt x="1960" y="189"/>
                </a:lnTo>
                <a:lnTo>
                  <a:pt x="1959" y="189"/>
                </a:lnTo>
                <a:lnTo>
                  <a:pt x="1957" y="187"/>
                </a:lnTo>
                <a:lnTo>
                  <a:pt x="1955" y="183"/>
                </a:lnTo>
                <a:lnTo>
                  <a:pt x="1954" y="183"/>
                </a:lnTo>
                <a:lnTo>
                  <a:pt x="1951" y="179"/>
                </a:lnTo>
                <a:lnTo>
                  <a:pt x="1946" y="173"/>
                </a:lnTo>
                <a:lnTo>
                  <a:pt x="1940" y="166"/>
                </a:lnTo>
                <a:lnTo>
                  <a:pt x="1937" y="162"/>
                </a:lnTo>
                <a:lnTo>
                  <a:pt x="1933" y="158"/>
                </a:lnTo>
                <a:lnTo>
                  <a:pt x="1933" y="157"/>
                </a:lnTo>
                <a:lnTo>
                  <a:pt x="1928" y="152"/>
                </a:lnTo>
                <a:lnTo>
                  <a:pt x="1924" y="147"/>
                </a:lnTo>
                <a:lnTo>
                  <a:pt x="1919" y="141"/>
                </a:lnTo>
                <a:lnTo>
                  <a:pt x="1914" y="135"/>
                </a:lnTo>
                <a:lnTo>
                  <a:pt x="1913" y="135"/>
                </a:lnTo>
                <a:lnTo>
                  <a:pt x="1908" y="128"/>
                </a:lnTo>
                <a:lnTo>
                  <a:pt x="1901" y="121"/>
                </a:lnTo>
                <a:lnTo>
                  <a:pt x="1895" y="113"/>
                </a:lnTo>
                <a:lnTo>
                  <a:pt x="1887" y="104"/>
                </a:lnTo>
                <a:lnTo>
                  <a:pt x="1880" y="95"/>
                </a:lnTo>
                <a:lnTo>
                  <a:pt x="1871" y="85"/>
                </a:lnTo>
                <a:lnTo>
                  <a:pt x="1873" y="88"/>
                </a:lnTo>
                <a:lnTo>
                  <a:pt x="1864" y="80"/>
                </a:lnTo>
                <a:lnTo>
                  <a:pt x="1866" y="80"/>
                </a:lnTo>
                <a:lnTo>
                  <a:pt x="1857" y="73"/>
                </a:lnTo>
                <a:lnTo>
                  <a:pt x="1858" y="74"/>
                </a:lnTo>
                <a:lnTo>
                  <a:pt x="1849" y="68"/>
                </a:lnTo>
                <a:lnTo>
                  <a:pt x="1851" y="69"/>
                </a:lnTo>
                <a:lnTo>
                  <a:pt x="1842" y="63"/>
                </a:lnTo>
                <a:lnTo>
                  <a:pt x="1844" y="64"/>
                </a:lnTo>
                <a:lnTo>
                  <a:pt x="1836" y="60"/>
                </a:lnTo>
                <a:lnTo>
                  <a:pt x="1838" y="61"/>
                </a:lnTo>
                <a:lnTo>
                  <a:pt x="1829" y="57"/>
                </a:lnTo>
                <a:lnTo>
                  <a:pt x="1831" y="58"/>
                </a:lnTo>
                <a:lnTo>
                  <a:pt x="1823" y="55"/>
                </a:lnTo>
                <a:lnTo>
                  <a:pt x="1826" y="56"/>
                </a:lnTo>
                <a:lnTo>
                  <a:pt x="1818" y="54"/>
                </a:lnTo>
                <a:lnTo>
                  <a:pt x="1820" y="55"/>
                </a:lnTo>
                <a:lnTo>
                  <a:pt x="1813" y="54"/>
                </a:lnTo>
                <a:lnTo>
                  <a:pt x="1816" y="54"/>
                </a:lnTo>
                <a:lnTo>
                  <a:pt x="1808" y="53"/>
                </a:lnTo>
                <a:lnTo>
                  <a:pt x="1811" y="53"/>
                </a:lnTo>
                <a:lnTo>
                  <a:pt x="1804" y="54"/>
                </a:lnTo>
                <a:lnTo>
                  <a:pt x="1806" y="54"/>
                </a:lnTo>
                <a:lnTo>
                  <a:pt x="1799" y="55"/>
                </a:lnTo>
                <a:lnTo>
                  <a:pt x="1802" y="54"/>
                </a:lnTo>
                <a:lnTo>
                  <a:pt x="1795" y="56"/>
                </a:lnTo>
                <a:lnTo>
                  <a:pt x="1798" y="55"/>
                </a:lnTo>
                <a:lnTo>
                  <a:pt x="1791" y="58"/>
                </a:lnTo>
                <a:lnTo>
                  <a:pt x="1793" y="57"/>
                </a:lnTo>
                <a:lnTo>
                  <a:pt x="1787" y="60"/>
                </a:lnTo>
                <a:lnTo>
                  <a:pt x="1788" y="59"/>
                </a:lnTo>
                <a:lnTo>
                  <a:pt x="1782" y="63"/>
                </a:lnTo>
                <a:lnTo>
                  <a:pt x="1784" y="62"/>
                </a:lnTo>
                <a:lnTo>
                  <a:pt x="1778" y="66"/>
                </a:lnTo>
                <a:lnTo>
                  <a:pt x="1779" y="65"/>
                </a:lnTo>
                <a:lnTo>
                  <a:pt x="1773" y="70"/>
                </a:lnTo>
                <a:lnTo>
                  <a:pt x="1774" y="69"/>
                </a:lnTo>
                <a:lnTo>
                  <a:pt x="1768" y="74"/>
                </a:lnTo>
                <a:lnTo>
                  <a:pt x="1769" y="73"/>
                </a:lnTo>
                <a:lnTo>
                  <a:pt x="1764" y="79"/>
                </a:lnTo>
                <a:lnTo>
                  <a:pt x="1765" y="78"/>
                </a:lnTo>
                <a:lnTo>
                  <a:pt x="1759" y="84"/>
                </a:lnTo>
                <a:lnTo>
                  <a:pt x="1760" y="83"/>
                </a:lnTo>
                <a:lnTo>
                  <a:pt x="1754" y="90"/>
                </a:lnTo>
                <a:lnTo>
                  <a:pt x="1755" y="89"/>
                </a:lnTo>
                <a:lnTo>
                  <a:pt x="1750" y="96"/>
                </a:lnTo>
                <a:lnTo>
                  <a:pt x="1745" y="103"/>
                </a:lnTo>
                <a:lnTo>
                  <a:pt x="1746" y="102"/>
                </a:lnTo>
                <a:lnTo>
                  <a:pt x="1736" y="118"/>
                </a:lnTo>
                <a:lnTo>
                  <a:pt x="1737" y="117"/>
                </a:lnTo>
                <a:lnTo>
                  <a:pt x="1728" y="134"/>
                </a:lnTo>
                <a:lnTo>
                  <a:pt x="1728" y="133"/>
                </a:lnTo>
                <a:lnTo>
                  <a:pt x="1720" y="151"/>
                </a:lnTo>
                <a:lnTo>
                  <a:pt x="1720" y="150"/>
                </a:lnTo>
                <a:lnTo>
                  <a:pt x="1712" y="170"/>
                </a:lnTo>
                <a:lnTo>
                  <a:pt x="1713" y="169"/>
                </a:lnTo>
                <a:lnTo>
                  <a:pt x="1705" y="189"/>
                </a:lnTo>
                <a:lnTo>
                  <a:pt x="1706" y="188"/>
                </a:lnTo>
                <a:lnTo>
                  <a:pt x="1699" y="208"/>
                </a:lnTo>
                <a:lnTo>
                  <a:pt x="1699" y="207"/>
                </a:lnTo>
                <a:lnTo>
                  <a:pt x="1693" y="227"/>
                </a:lnTo>
                <a:lnTo>
                  <a:pt x="1687" y="247"/>
                </a:lnTo>
                <a:lnTo>
                  <a:pt x="1687" y="246"/>
                </a:lnTo>
                <a:lnTo>
                  <a:pt x="1682" y="266"/>
                </a:lnTo>
                <a:lnTo>
                  <a:pt x="1677" y="285"/>
                </a:lnTo>
                <a:lnTo>
                  <a:pt x="1677" y="284"/>
                </a:lnTo>
                <a:lnTo>
                  <a:pt x="1673" y="303"/>
                </a:lnTo>
                <a:lnTo>
                  <a:pt x="1670" y="320"/>
                </a:lnTo>
                <a:lnTo>
                  <a:pt x="1666" y="336"/>
                </a:lnTo>
                <a:lnTo>
                  <a:pt x="1666" y="335"/>
                </a:lnTo>
                <a:lnTo>
                  <a:pt x="1665" y="343"/>
                </a:lnTo>
                <a:lnTo>
                  <a:pt x="1664" y="350"/>
                </a:lnTo>
                <a:lnTo>
                  <a:pt x="1663" y="357"/>
                </a:lnTo>
                <a:lnTo>
                  <a:pt x="1663" y="356"/>
                </a:lnTo>
                <a:lnTo>
                  <a:pt x="1662" y="363"/>
                </a:lnTo>
                <a:lnTo>
                  <a:pt x="1660" y="369"/>
                </a:lnTo>
                <a:lnTo>
                  <a:pt x="1661" y="368"/>
                </a:lnTo>
                <a:lnTo>
                  <a:pt x="1660" y="374"/>
                </a:lnTo>
                <a:lnTo>
                  <a:pt x="1660" y="373"/>
                </a:lnTo>
                <a:lnTo>
                  <a:pt x="1659" y="378"/>
                </a:lnTo>
                <a:lnTo>
                  <a:pt x="1659" y="379"/>
                </a:lnTo>
                <a:lnTo>
                  <a:pt x="1658" y="383"/>
                </a:lnTo>
                <a:lnTo>
                  <a:pt x="1658" y="382"/>
                </a:lnTo>
                <a:lnTo>
                  <a:pt x="1658" y="386"/>
                </a:lnTo>
                <a:lnTo>
                  <a:pt x="1657" y="389"/>
                </a:lnTo>
                <a:lnTo>
                  <a:pt x="1657" y="391"/>
                </a:lnTo>
                <a:lnTo>
                  <a:pt x="1657" y="392"/>
                </a:lnTo>
                <a:lnTo>
                  <a:pt x="1657" y="394"/>
                </a:lnTo>
                <a:lnTo>
                  <a:pt x="1657" y="393"/>
                </a:lnTo>
                <a:lnTo>
                  <a:pt x="1657" y="394"/>
                </a:lnTo>
                <a:lnTo>
                  <a:pt x="1656" y="396"/>
                </a:lnTo>
                <a:lnTo>
                  <a:pt x="1657" y="394"/>
                </a:lnTo>
                <a:lnTo>
                  <a:pt x="1654" y="417"/>
                </a:lnTo>
                <a:lnTo>
                  <a:pt x="1652" y="440"/>
                </a:lnTo>
                <a:lnTo>
                  <a:pt x="1649" y="462"/>
                </a:lnTo>
                <a:lnTo>
                  <a:pt x="1646" y="483"/>
                </a:lnTo>
                <a:lnTo>
                  <a:pt x="1646" y="484"/>
                </a:lnTo>
                <a:lnTo>
                  <a:pt x="1643" y="504"/>
                </a:lnTo>
                <a:lnTo>
                  <a:pt x="1640" y="524"/>
                </a:lnTo>
                <a:lnTo>
                  <a:pt x="1636" y="543"/>
                </a:lnTo>
                <a:lnTo>
                  <a:pt x="1633" y="562"/>
                </a:lnTo>
                <a:lnTo>
                  <a:pt x="1629" y="579"/>
                </a:lnTo>
                <a:lnTo>
                  <a:pt x="1629" y="580"/>
                </a:lnTo>
                <a:lnTo>
                  <a:pt x="1625" y="597"/>
                </a:lnTo>
                <a:lnTo>
                  <a:pt x="1622" y="613"/>
                </a:lnTo>
                <a:lnTo>
                  <a:pt x="1621" y="614"/>
                </a:lnTo>
                <a:lnTo>
                  <a:pt x="1618" y="629"/>
                </a:lnTo>
                <a:lnTo>
                  <a:pt x="1613" y="644"/>
                </a:lnTo>
                <a:lnTo>
                  <a:pt x="1613" y="645"/>
                </a:lnTo>
                <a:lnTo>
                  <a:pt x="1609" y="659"/>
                </a:lnTo>
                <a:lnTo>
                  <a:pt x="1605" y="673"/>
                </a:lnTo>
                <a:lnTo>
                  <a:pt x="1600" y="686"/>
                </a:lnTo>
                <a:lnTo>
                  <a:pt x="1600" y="687"/>
                </a:lnTo>
                <a:lnTo>
                  <a:pt x="1596" y="699"/>
                </a:lnTo>
                <a:lnTo>
                  <a:pt x="1596" y="700"/>
                </a:lnTo>
                <a:lnTo>
                  <a:pt x="1591" y="712"/>
                </a:lnTo>
                <a:lnTo>
                  <a:pt x="1591" y="713"/>
                </a:lnTo>
                <a:lnTo>
                  <a:pt x="1587" y="724"/>
                </a:lnTo>
                <a:lnTo>
                  <a:pt x="1586" y="725"/>
                </a:lnTo>
                <a:lnTo>
                  <a:pt x="1582" y="735"/>
                </a:lnTo>
                <a:lnTo>
                  <a:pt x="1582" y="736"/>
                </a:lnTo>
                <a:lnTo>
                  <a:pt x="1577" y="746"/>
                </a:lnTo>
                <a:lnTo>
                  <a:pt x="1577" y="747"/>
                </a:lnTo>
                <a:lnTo>
                  <a:pt x="1572" y="756"/>
                </a:lnTo>
                <a:lnTo>
                  <a:pt x="1572" y="757"/>
                </a:lnTo>
                <a:lnTo>
                  <a:pt x="1567" y="766"/>
                </a:lnTo>
                <a:lnTo>
                  <a:pt x="1567" y="767"/>
                </a:lnTo>
                <a:lnTo>
                  <a:pt x="1562" y="775"/>
                </a:lnTo>
                <a:lnTo>
                  <a:pt x="1562" y="776"/>
                </a:lnTo>
                <a:lnTo>
                  <a:pt x="1557" y="784"/>
                </a:lnTo>
                <a:lnTo>
                  <a:pt x="1557" y="785"/>
                </a:lnTo>
                <a:lnTo>
                  <a:pt x="1552" y="792"/>
                </a:lnTo>
                <a:lnTo>
                  <a:pt x="1552" y="793"/>
                </a:lnTo>
                <a:lnTo>
                  <a:pt x="1547" y="800"/>
                </a:lnTo>
                <a:lnTo>
                  <a:pt x="1547" y="801"/>
                </a:lnTo>
                <a:lnTo>
                  <a:pt x="1542" y="808"/>
                </a:lnTo>
                <a:lnTo>
                  <a:pt x="1541" y="808"/>
                </a:lnTo>
                <a:lnTo>
                  <a:pt x="1537" y="815"/>
                </a:lnTo>
                <a:lnTo>
                  <a:pt x="1536" y="815"/>
                </a:lnTo>
                <a:lnTo>
                  <a:pt x="1532" y="821"/>
                </a:lnTo>
                <a:lnTo>
                  <a:pt x="1531" y="822"/>
                </a:lnTo>
                <a:lnTo>
                  <a:pt x="1521" y="833"/>
                </a:lnTo>
                <a:lnTo>
                  <a:pt x="1520" y="834"/>
                </a:lnTo>
                <a:lnTo>
                  <a:pt x="1511" y="844"/>
                </a:lnTo>
                <a:lnTo>
                  <a:pt x="1510" y="845"/>
                </a:lnTo>
                <a:lnTo>
                  <a:pt x="1501" y="853"/>
                </a:lnTo>
                <a:lnTo>
                  <a:pt x="1499" y="854"/>
                </a:lnTo>
                <a:lnTo>
                  <a:pt x="1490" y="861"/>
                </a:lnTo>
                <a:lnTo>
                  <a:pt x="1489" y="862"/>
                </a:lnTo>
                <a:lnTo>
                  <a:pt x="1480" y="867"/>
                </a:lnTo>
                <a:lnTo>
                  <a:pt x="1479" y="868"/>
                </a:lnTo>
                <a:lnTo>
                  <a:pt x="1471" y="873"/>
                </a:lnTo>
                <a:lnTo>
                  <a:pt x="1469" y="874"/>
                </a:lnTo>
                <a:lnTo>
                  <a:pt x="1461" y="877"/>
                </a:lnTo>
                <a:lnTo>
                  <a:pt x="1459" y="878"/>
                </a:lnTo>
                <a:lnTo>
                  <a:pt x="1452" y="880"/>
                </a:lnTo>
                <a:lnTo>
                  <a:pt x="1450" y="881"/>
                </a:lnTo>
                <a:lnTo>
                  <a:pt x="1444" y="883"/>
                </a:lnTo>
                <a:lnTo>
                  <a:pt x="1442" y="883"/>
                </a:lnTo>
                <a:lnTo>
                  <a:pt x="1436" y="885"/>
                </a:lnTo>
                <a:lnTo>
                  <a:pt x="1434" y="885"/>
                </a:lnTo>
                <a:lnTo>
                  <a:pt x="1428" y="886"/>
                </a:lnTo>
                <a:lnTo>
                  <a:pt x="1427" y="886"/>
                </a:lnTo>
                <a:lnTo>
                  <a:pt x="1422" y="886"/>
                </a:lnTo>
                <a:lnTo>
                  <a:pt x="1420" y="886"/>
                </a:lnTo>
                <a:lnTo>
                  <a:pt x="1416" y="886"/>
                </a:lnTo>
                <a:lnTo>
                  <a:pt x="1414" y="886"/>
                </a:lnTo>
                <a:lnTo>
                  <a:pt x="1411" y="886"/>
                </a:lnTo>
                <a:lnTo>
                  <a:pt x="1410" y="886"/>
                </a:lnTo>
                <a:lnTo>
                  <a:pt x="1408" y="886"/>
                </a:lnTo>
                <a:lnTo>
                  <a:pt x="1406" y="886"/>
                </a:lnTo>
                <a:lnTo>
                  <a:pt x="1404" y="885"/>
                </a:lnTo>
                <a:lnTo>
                  <a:pt x="1400" y="884"/>
                </a:lnTo>
                <a:lnTo>
                  <a:pt x="1399" y="884"/>
                </a:lnTo>
                <a:lnTo>
                  <a:pt x="1407" y="886"/>
                </a:lnTo>
                <a:lnTo>
                  <a:pt x="1396" y="885"/>
                </a:lnTo>
                <a:lnTo>
                  <a:pt x="1394" y="885"/>
                </a:lnTo>
                <a:lnTo>
                  <a:pt x="1383" y="884"/>
                </a:lnTo>
                <a:lnTo>
                  <a:pt x="1381" y="883"/>
                </a:lnTo>
                <a:lnTo>
                  <a:pt x="1371" y="881"/>
                </a:lnTo>
                <a:lnTo>
                  <a:pt x="1369" y="881"/>
                </a:lnTo>
                <a:lnTo>
                  <a:pt x="1359" y="879"/>
                </a:lnTo>
                <a:lnTo>
                  <a:pt x="1357" y="878"/>
                </a:lnTo>
                <a:lnTo>
                  <a:pt x="1348" y="875"/>
                </a:lnTo>
                <a:lnTo>
                  <a:pt x="1346" y="874"/>
                </a:lnTo>
                <a:lnTo>
                  <a:pt x="1336" y="871"/>
                </a:lnTo>
                <a:lnTo>
                  <a:pt x="1335" y="870"/>
                </a:lnTo>
                <a:lnTo>
                  <a:pt x="1326" y="866"/>
                </a:lnTo>
                <a:lnTo>
                  <a:pt x="1324" y="865"/>
                </a:lnTo>
                <a:lnTo>
                  <a:pt x="1315" y="861"/>
                </a:lnTo>
                <a:lnTo>
                  <a:pt x="1314" y="860"/>
                </a:lnTo>
                <a:lnTo>
                  <a:pt x="1305" y="855"/>
                </a:lnTo>
                <a:lnTo>
                  <a:pt x="1304" y="854"/>
                </a:lnTo>
                <a:lnTo>
                  <a:pt x="1295" y="848"/>
                </a:lnTo>
                <a:lnTo>
                  <a:pt x="1294" y="847"/>
                </a:lnTo>
                <a:lnTo>
                  <a:pt x="1286" y="841"/>
                </a:lnTo>
                <a:lnTo>
                  <a:pt x="1285" y="840"/>
                </a:lnTo>
                <a:lnTo>
                  <a:pt x="1277" y="833"/>
                </a:lnTo>
                <a:lnTo>
                  <a:pt x="1276" y="833"/>
                </a:lnTo>
                <a:lnTo>
                  <a:pt x="1268" y="826"/>
                </a:lnTo>
                <a:lnTo>
                  <a:pt x="1267" y="825"/>
                </a:lnTo>
                <a:lnTo>
                  <a:pt x="1260" y="817"/>
                </a:lnTo>
                <a:lnTo>
                  <a:pt x="1259" y="816"/>
                </a:lnTo>
                <a:lnTo>
                  <a:pt x="1245" y="800"/>
                </a:lnTo>
                <a:lnTo>
                  <a:pt x="1244" y="798"/>
                </a:lnTo>
                <a:lnTo>
                  <a:pt x="1231" y="781"/>
                </a:lnTo>
                <a:lnTo>
                  <a:pt x="1230" y="779"/>
                </a:lnTo>
                <a:lnTo>
                  <a:pt x="1218" y="761"/>
                </a:lnTo>
                <a:lnTo>
                  <a:pt x="1217" y="759"/>
                </a:lnTo>
                <a:lnTo>
                  <a:pt x="1206" y="740"/>
                </a:lnTo>
                <a:lnTo>
                  <a:pt x="1206" y="739"/>
                </a:lnTo>
                <a:lnTo>
                  <a:pt x="1196" y="718"/>
                </a:lnTo>
                <a:lnTo>
                  <a:pt x="1195" y="717"/>
                </a:lnTo>
                <a:lnTo>
                  <a:pt x="1186" y="695"/>
                </a:lnTo>
                <a:lnTo>
                  <a:pt x="1186" y="694"/>
                </a:lnTo>
                <a:lnTo>
                  <a:pt x="1177" y="672"/>
                </a:lnTo>
                <a:lnTo>
                  <a:pt x="1177" y="671"/>
                </a:lnTo>
                <a:lnTo>
                  <a:pt x="1169" y="649"/>
                </a:lnTo>
                <a:lnTo>
                  <a:pt x="1169" y="648"/>
                </a:lnTo>
                <a:lnTo>
                  <a:pt x="1162" y="626"/>
                </a:lnTo>
                <a:lnTo>
                  <a:pt x="1156" y="603"/>
                </a:lnTo>
                <a:lnTo>
                  <a:pt x="1150" y="581"/>
                </a:lnTo>
                <a:lnTo>
                  <a:pt x="1150" y="580"/>
                </a:lnTo>
                <a:lnTo>
                  <a:pt x="1145" y="559"/>
                </a:lnTo>
                <a:lnTo>
                  <a:pt x="1145" y="558"/>
                </a:lnTo>
                <a:lnTo>
                  <a:pt x="1141" y="537"/>
                </a:lnTo>
                <a:lnTo>
                  <a:pt x="1137" y="516"/>
                </a:lnTo>
                <a:lnTo>
                  <a:pt x="1134" y="496"/>
                </a:lnTo>
                <a:lnTo>
                  <a:pt x="1131" y="477"/>
                </a:lnTo>
                <a:lnTo>
                  <a:pt x="1129" y="460"/>
                </a:lnTo>
                <a:lnTo>
                  <a:pt x="1129" y="459"/>
                </a:lnTo>
                <a:lnTo>
                  <a:pt x="1127" y="444"/>
                </a:lnTo>
                <a:lnTo>
                  <a:pt x="1127" y="436"/>
                </a:lnTo>
                <a:lnTo>
                  <a:pt x="1126" y="429"/>
                </a:lnTo>
                <a:lnTo>
                  <a:pt x="1125" y="422"/>
                </a:lnTo>
                <a:lnTo>
                  <a:pt x="1125" y="416"/>
                </a:lnTo>
                <a:lnTo>
                  <a:pt x="1124" y="410"/>
                </a:lnTo>
                <a:lnTo>
                  <a:pt x="1124" y="405"/>
                </a:lnTo>
                <a:lnTo>
                  <a:pt x="1124" y="400"/>
                </a:lnTo>
                <a:lnTo>
                  <a:pt x="1123" y="396"/>
                </a:lnTo>
                <a:lnTo>
                  <a:pt x="1123" y="393"/>
                </a:lnTo>
                <a:lnTo>
                  <a:pt x="1123" y="392"/>
                </a:lnTo>
                <a:lnTo>
                  <a:pt x="1123" y="390"/>
                </a:lnTo>
                <a:lnTo>
                  <a:pt x="1123" y="388"/>
                </a:lnTo>
                <a:lnTo>
                  <a:pt x="1123" y="387"/>
                </a:lnTo>
                <a:lnTo>
                  <a:pt x="1123" y="386"/>
                </a:lnTo>
                <a:lnTo>
                  <a:pt x="1123" y="385"/>
                </a:lnTo>
                <a:lnTo>
                  <a:pt x="1123" y="383"/>
                </a:lnTo>
                <a:lnTo>
                  <a:pt x="1123" y="387"/>
                </a:lnTo>
                <a:lnTo>
                  <a:pt x="1120" y="370"/>
                </a:lnTo>
                <a:lnTo>
                  <a:pt x="1120" y="371"/>
                </a:lnTo>
                <a:lnTo>
                  <a:pt x="1118" y="355"/>
                </a:lnTo>
                <a:lnTo>
                  <a:pt x="1115" y="339"/>
                </a:lnTo>
                <a:lnTo>
                  <a:pt x="1115" y="340"/>
                </a:lnTo>
                <a:lnTo>
                  <a:pt x="1112" y="325"/>
                </a:lnTo>
                <a:lnTo>
                  <a:pt x="1109" y="311"/>
                </a:lnTo>
                <a:lnTo>
                  <a:pt x="1106" y="297"/>
                </a:lnTo>
                <a:lnTo>
                  <a:pt x="1107" y="298"/>
                </a:lnTo>
                <a:lnTo>
                  <a:pt x="1103" y="284"/>
                </a:lnTo>
                <a:lnTo>
                  <a:pt x="1103" y="285"/>
                </a:lnTo>
                <a:lnTo>
                  <a:pt x="1100" y="272"/>
                </a:lnTo>
                <a:lnTo>
                  <a:pt x="1097" y="260"/>
                </a:lnTo>
                <a:lnTo>
                  <a:pt x="1097" y="261"/>
                </a:lnTo>
                <a:lnTo>
                  <a:pt x="1094" y="249"/>
                </a:lnTo>
                <a:lnTo>
                  <a:pt x="1090" y="238"/>
                </a:lnTo>
                <a:lnTo>
                  <a:pt x="1091" y="238"/>
                </a:lnTo>
                <a:lnTo>
                  <a:pt x="1087" y="228"/>
                </a:lnTo>
                <a:lnTo>
                  <a:pt x="1084" y="218"/>
                </a:lnTo>
                <a:lnTo>
                  <a:pt x="1080" y="209"/>
                </a:lnTo>
                <a:lnTo>
                  <a:pt x="1077" y="200"/>
                </a:lnTo>
                <a:lnTo>
                  <a:pt x="1073" y="191"/>
                </a:lnTo>
                <a:lnTo>
                  <a:pt x="1074" y="192"/>
                </a:lnTo>
                <a:lnTo>
                  <a:pt x="1070" y="183"/>
                </a:lnTo>
                <a:lnTo>
                  <a:pt x="1070" y="184"/>
                </a:lnTo>
                <a:lnTo>
                  <a:pt x="1066" y="176"/>
                </a:lnTo>
                <a:lnTo>
                  <a:pt x="1067" y="177"/>
                </a:lnTo>
                <a:lnTo>
                  <a:pt x="1063" y="169"/>
                </a:lnTo>
                <a:lnTo>
                  <a:pt x="1059" y="162"/>
                </a:lnTo>
                <a:lnTo>
                  <a:pt x="1060" y="163"/>
                </a:lnTo>
                <a:lnTo>
                  <a:pt x="1052" y="150"/>
                </a:lnTo>
                <a:lnTo>
                  <a:pt x="1053" y="151"/>
                </a:lnTo>
                <a:lnTo>
                  <a:pt x="1045" y="139"/>
                </a:lnTo>
                <a:lnTo>
                  <a:pt x="1046" y="141"/>
                </a:lnTo>
                <a:lnTo>
                  <a:pt x="1038" y="130"/>
                </a:lnTo>
                <a:lnTo>
                  <a:pt x="1039" y="132"/>
                </a:lnTo>
                <a:lnTo>
                  <a:pt x="1032" y="122"/>
                </a:lnTo>
                <a:lnTo>
                  <a:pt x="1033" y="124"/>
                </a:lnTo>
                <a:lnTo>
                  <a:pt x="1026" y="116"/>
                </a:lnTo>
                <a:lnTo>
                  <a:pt x="1027" y="117"/>
                </a:lnTo>
                <a:lnTo>
                  <a:pt x="1019" y="111"/>
                </a:lnTo>
                <a:lnTo>
                  <a:pt x="1021" y="112"/>
                </a:lnTo>
                <a:lnTo>
                  <a:pt x="1014" y="106"/>
                </a:lnTo>
                <a:lnTo>
                  <a:pt x="1015" y="108"/>
                </a:lnTo>
                <a:lnTo>
                  <a:pt x="1008" y="103"/>
                </a:lnTo>
                <a:lnTo>
                  <a:pt x="1010" y="104"/>
                </a:lnTo>
                <a:lnTo>
                  <a:pt x="1003" y="100"/>
                </a:lnTo>
                <a:lnTo>
                  <a:pt x="1005" y="101"/>
                </a:lnTo>
                <a:lnTo>
                  <a:pt x="999" y="98"/>
                </a:lnTo>
                <a:lnTo>
                  <a:pt x="1000" y="99"/>
                </a:lnTo>
                <a:lnTo>
                  <a:pt x="994" y="97"/>
                </a:lnTo>
                <a:lnTo>
                  <a:pt x="996" y="97"/>
                </a:lnTo>
                <a:lnTo>
                  <a:pt x="990" y="96"/>
                </a:lnTo>
                <a:lnTo>
                  <a:pt x="992" y="96"/>
                </a:lnTo>
                <a:lnTo>
                  <a:pt x="987" y="95"/>
                </a:lnTo>
                <a:lnTo>
                  <a:pt x="989" y="96"/>
                </a:lnTo>
                <a:lnTo>
                  <a:pt x="984" y="95"/>
                </a:lnTo>
                <a:lnTo>
                  <a:pt x="985" y="95"/>
                </a:lnTo>
                <a:lnTo>
                  <a:pt x="981" y="95"/>
                </a:lnTo>
                <a:lnTo>
                  <a:pt x="983" y="95"/>
                </a:lnTo>
                <a:lnTo>
                  <a:pt x="978" y="95"/>
                </a:lnTo>
                <a:lnTo>
                  <a:pt x="980" y="95"/>
                </a:lnTo>
                <a:lnTo>
                  <a:pt x="976" y="95"/>
                </a:lnTo>
                <a:lnTo>
                  <a:pt x="978" y="95"/>
                </a:lnTo>
                <a:lnTo>
                  <a:pt x="975" y="96"/>
                </a:lnTo>
                <a:lnTo>
                  <a:pt x="977" y="95"/>
                </a:lnTo>
                <a:lnTo>
                  <a:pt x="974" y="96"/>
                </a:lnTo>
                <a:lnTo>
                  <a:pt x="975" y="96"/>
                </a:lnTo>
                <a:lnTo>
                  <a:pt x="973" y="96"/>
                </a:lnTo>
                <a:lnTo>
                  <a:pt x="975" y="96"/>
                </a:lnTo>
                <a:lnTo>
                  <a:pt x="974" y="96"/>
                </a:lnTo>
                <a:lnTo>
                  <a:pt x="968" y="97"/>
                </a:lnTo>
                <a:lnTo>
                  <a:pt x="954" y="99"/>
                </a:lnTo>
                <a:lnTo>
                  <a:pt x="957" y="98"/>
                </a:lnTo>
                <a:lnTo>
                  <a:pt x="944" y="101"/>
                </a:lnTo>
                <a:lnTo>
                  <a:pt x="947" y="100"/>
                </a:lnTo>
                <a:lnTo>
                  <a:pt x="935" y="104"/>
                </a:lnTo>
                <a:lnTo>
                  <a:pt x="938" y="103"/>
                </a:lnTo>
                <a:lnTo>
                  <a:pt x="928" y="108"/>
                </a:lnTo>
                <a:lnTo>
                  <a:pt x="930" y="107"/>
                </a:lnTo>
                <a:lnTo>
                  <a:pt x="920" y="113"/>
                </a:lnTo>
                <a:lnTo>
                  <a:pt x="922" y="111"/>
                </a:lnTo>
                <a:lnTo>
                  <a:pt x="913" y="119"/>
                </a:lnTo>
                <a:lnTo>
                  <a:pt x="915" y="117"/>
                </a:lnTo>
                <a:lnTo>
                  <a:pt x="907" y="125"/>
                </a:lnTo>
                <a:lnTo>
                  <a:pt x="908" y="124"/>
                </a:lnTo>
                <a:lnTo>
                  <a:pt x="900" y="133"/>
                </a:lnTo>
                <a:lnTo>
                  <a:pt x="902" y="131"/>
                </a:lnTo>
                <a:lnTo>
                  <a:pt x="894" y="141"/>
                </a:lnTo>
                <a:lnTo>
                  <a:pt x="896" y="140"/>
                </a:lnTo>
                <a:lnTo>
                  <a:pt x="889" y="150"/>
                </a:lnTo>
                <a:lnTo>
                  <a:pt x="890" y="149"/>
                </a:lnTo>
                <a:lnTo>
                  <a:pt x="884" y="160"/>
                </a:lnTo>
                <a:lnTo>
                  <a:pt x="884" y="159"/>
                </a:lnTo>
                <a:lnTo>
                  <a:pt x="879" y="171"/>
                </a:lnTo>
                <a:lnTo>
                  <a:pt x="880" y="169"/>
                </a:lnTo>
                <a:lnTo>
                  <a:pt x="875" y="181"/>
                </a:lnTo>
                <a:lnTo>
                  <a:pt x="875" y="180"/>
                </a:lnTo>
                <a:lnTo>
                  <a:pt x="871" y="193"/>
                </a:lnTo>
                <a:lnTo>
                  <a:pt x="871" y="192"/>
                </a:lnTo>
                <a:lnTo>
                  <a:pt x="867" y="204"/>
                </a:lnTo>
                <a:lnTo>
                  <a:pt x="867" y="203"/>
                </a:lnTo>
                <a:lnTo>
                  <a:pt x="864" y="216"/>
                </a:lnTo>
                <a:lnTo>
                  <a:pt x="864" y="215"/>
                </a:lnTo>
                <a:lnTo>
                  <a:pt x="861" y="228"/>
                </a:lnTo>
                <a:lnTo>
                  <a:pt x="861" y="227"/>
                </a:lnTo>
                <a:lnTo>
                  <a:pt x="859" y="239"/>
                </a:lnTo>
                <a:lnTo>
                  <a:pt x="859" y="238"/>
                </a:lnTo>
                <a:lnTo>
                  <a:pt x="855" y="263"/>
                </a:lnTo>
                <a:lnTo>
                  <a:pt x="855" y="262"/>
                </a:lnTo>
                <a:lnTo>
                  <a:pt x="854" y="273"/>
                </a:lnTo>
                <a:lnTo>
                  <a:pt x="852" y="284"/>
                </a:lnTo>
                <a:lnTo>
                  <a:pt x="852" y="283"/>
                </a:lnTo>
                <a:lnTo>
                  <a:pt x="851" y="294"/>
                </a:lnTo>
                <a:lnTo>
                  <a:pt x="851" y="293"/>
                </a:lnTo>
                <a:lnTo>
                  <a:pt x="851" y="303"/>
                </a:lnTo>
                <a:lnTo>
                  <a:pt x="850" y="312"/>
                </a:lnTo>
                <a:lnTo>
                  <a:pt x="850" y="320"/>
                </a:lnTo>
                <a:lnTo>
                  <a:pt x="850" y="319"/>
                </a:lnTo>
                <a:lnTo>
                  <a:pt x="849" y="326"/>
                </a:lnTo>
                <a:lnTo>
                  <a:pt x="849" y="332"/>
                </a:lnTo>
                <a:lnTo>
                  <a:pt x="849" y="337"/>
                </a:lnTo>
                <a:lnTo>
                  <a:pt x="849" y="336"/>
                </a:lnTo>
                <a:lnTo>
                  <a:pt x="849" y="340"/>
                </a:lnTo>
                <a:lnTo>
                  <a:pt x="849" y="342"/>
                </a:lnTo>
                <a:lnTo>
                  <a:pt x="849" y="345"/>
                </a:lnTo>
                <a:lnTo>
                  <a:pt x="849" y="346"/>
                </a:lnTo>
                <a:lnTo>
                  <a:pt x="847" y="371"/>
                </a:lnTo>
                <a:lnTo>
                  <a:pt x="846" y="372"/>
                </a:lnTo>
                <a:lnTo>
                  <a:pt x="844" y="396"/>
                </a:lnTo>
                <a:lnTo>
                  <a:pt x="844" y="397"/>
                </a:lnTo>
                <a:lnTo>
                  <a:pt x="840" y="420"/>
                </a:lnTo>
                <a:lnTo>
                  <a:pt x="840" y="421"/>
                </a:lnTo>
                <a:lnTo>
                  <a:pt x="837" y="444"/>
                </a:lnTo>
                <a:lnTo>
                  <a:pt x="833" y="466"/>
                </a:lnTo>
                <a:lnTo>
                  <a:pt x="830" y="488"/>
                </a:lnTo>
                <a:lnTo>
                  <a:pt x="826" y="509"/>
                </a:lnTo>
                <a:lnTo>
                  <a:pt x="825" y="509"/>
                </a:lnTo>
                <a:lnTo>
                  <a:pt x="821" y="529"/>
                </a:lnTo>
                <a:lnTo>
                  <a:pt x="821" y="530"/>
                </a:lnTo>
                <a:lnTo>
                  <a:pt x="817" y="549"/>
                </a:lnTo>
                <a:lnTo>
                  <a:pt x="812" y="567"/>
                </a:lnTo>
                <a:lnTo>
                  <a:pt x="812" y="568"/>
                </a:lnTo>
                <a:lnTo>
                  <a:pt x="808" y="586"/>
                </a:lnTo>
                <a:lnTo>
                  <a:pt x="807" y="586"/>
                </a:lnTo>
                <a:lnTo>
                  <a:pt x="803" y="603"/>
                </a:lnTo>
                <a:lnTo>
                  <a:pt x="802" y="603"/>
                </a:lnTo>
                <a:lnTo>
                  <a:pt x="797" y="620"/>
                </a:lnTo>
                <a:lnTo>
                  <a:pt x="792" y="636"/>
                </a:lnTo>
                <a:lnTo>
                  <a:pt x="787" y="651"/>
                </a:lnTo>
                <a:lnTo>
                  <a:pt x="787" y="652"/>
                </a:lnTo>
                <a:lnTo>
                  <a:pt x="781" y="666"/>
                </a:lnTo>
                <a:lnTo>
                  <a:pt x="776" y="680"/>
                </a:lnTo>
                <a:lnTo>
                  <a:pt x="775" y="681"/>
                </a:lnTo>
                <a:lnTo>
                  <a:pt x="770" y="694"/>
                </a:lnTo>
                <a:lnTo>
                  <a:pt x="764" y="708"/>
                </a:lnTo>
                <a:lnTo>
                  <a:pt x="758" y="720"/>
                </a:lnTo>
                <a:lnTo>
                  <a:pt x="752" y="732"/>
                </a:lnTo>
                <a:lnTo>
                  <a:pt x="746" y="743"/>
                </a:lnTo>
                <a:lnTo>
                  <a:pt x="745" y="744"/>
                </a:lnTo>
                <a:lnTo>
                  <a:pt x="739" y="754"/>
                </a:lnTo>
                <a:lnTo>
                  <a:pt x="733" y="764"/>
                </a:lnTo>
                <a:lnTo>
                  <a:pt x="727" y="773"/>
                </a:lnTo>
                <a:lnTo>
                  <a:pt x="726" y="774"/>
                </a:lnTo>
                <a:lnTo>
                  <a:pt x="720" y="783"/>
                </a:lnTo>
                <a:lnTo>
                  <a:pt x="714" y="791"/>
                </a:lnTo>
                <a:lnTo>
                  <a:pt x="713" y="792"/>
                </a:lnTo>
                <a:lnTo>
                  <a:pt x="707" y="799"/>
                </a:lnTo>
                <a:lnTo>
                  <a:pt x="707" y="800"/>
                </a:lnTo>
                <a:lnTo>
                  <a:pt x="701" y="807"/>
                </a:lnTo>
                <a:lnTo>
                  <a:pt x="700" y="808"/>
                </a:lnTo>
                <a:lnTo>
                  <a:pt x="694" y="815"/>
                </a:lnTo>
                <a:lnTo>
                  <a:pt x="688" y="821"/>
                </a:lnTo>
                <a:lnTo>
                  <a:pt x="687" y="822"/>
                </a:lnTo>
                <a:lnTo>
                  <a:pt x="681" y="828"/>
                </a:lnTo>
                <a:lnTo>
                  <a:pt x="680" y="829"/>
                </a:lnTo>
                <a:lnTo>
                  <a:pt x="668" y="839"/>
                </a:lnTo>
                <a:lnTo>
                  <a:pt x="667" y="840"/>
                </a:lnTo>
                <a:lnTo>
                  <a:pt x="655" y="849"/>
                </a:lnTo>
                <a:lnTo>
                  <a:pt x="654" y="850"/>
                </a:lnTo>
                <a:lnTo>
                  <a:pt x="642" y="858"/>
                </a:lnTo>
                <a:lnTo>
                  <a:pt x="641" y="859"/>
                </a:lnTo>
                <a:lnTo>
                  <a:pt x="630" y="865"/>
                </a:lnTo>
                <a:lnTo>
                  <a:pt x="629" y="866"/>
                </a:lnTo>
                <a:lnTo>
                  <a:pt x="618" y="871"/>
                </a:lnTo>
                <a:lnTo>
                  <a:pt x="617" y="871"/>
                </a:lnTo>
                <a:lnTo>
                  <a:pt x="607" y="876"/>
                </a:lnTo>
                <a:lnTo>
                  <a:pt x="605" y="876"/>
                </a:lnTo>
                <a:lnTo>
                  <a:pt x="596" y="879"/>
                </a:lnTo>
                <a:lnTo>
                  <a:pt x="594" y="880"/>
                </a:lnTo>
                <a:lnTo>
                  <a:pt x="585" y="882"/>
                </a:lnTo>
                <a:lnTo>
                  <a:pt x="584" y="882"/>
                </a:lnTo>
                <a:lnTo>
                  <a:pt x="576" y="884"/>
                </a:lnTo>
                <a:lnTo>
                  <a:pt x="574" y="884"/>
                </a:lnTo>
                <a:lnTo>
                  <a:pt x="567" y="885"/>
                </a:lnTo>
                <a:lnTo>
                  <a:pt x="566" y="885"/>
                </a:lnTo>
                <a:lnTo>
                  <a:pt x="560" y="886"/>
                </a:lnTo>
                <a:lnTo>
                  <a:pt x="558" y="886"/>
                </a:lnTo>
                <a:lnTo>
                  <a:pt x="553" y="886"/>
                </a:lnTo>
                <a:lnTo>
                  <a:pt x="552" y="886"/>
                </a:lnTo>
                <a:lnTo>
                  <a:pt x="547" y="886"/>
                </a:lnTo>
                <a:lnTo>
                  <a:pt x="546" y="886"/>
                </a:lnTo>
                <a:lnTo>
                  <a:pt x="543" y="886"/>
                </a:lnTo>
                <a:lnTo>
                  <a:pt x="542" y="886"/>
                </a:lnTo>
                <a:lnTo>
                  <a:pt x="540" y="886"/>
                </a:lnTo>
                <a:lnTo>
                  <a:pt x="537" y="885"/>
                </a:lnTo>
                <a:lnTo>
                  <a:pt x="536" y="885"/>
                </a:lnTo>
                <a:lnTo>
                  <a:pt x="538" y="885"/>
                </a:lnTo>
                <a:lnTo>
                  <a:pt x="529" y="884"/>
                </a:lnTo>
                <a:lnTo>
                  <a:pt x="527" y="884"/>
                </a:lnTo>
                <a:lnTo>
                  <a:pt x="518" y="882"/>
                </a:lnTo>
                <a:lnTo>
                  <a:pt x="516" y="881"/>
                </a:lnTo>
                <a:lnTo>
                  <a:pt x="507" y="878"/>
                </a:lnTo>
                <a:lnTo>
                  <a:pt x="505" y="878"/>
                </a:lnTo>
                <a:lnTo>
                  <a:pt x="497" y="875"/>
                </a:lnTo>
                <a:lnTo>
                  <a:pt x="495" y="874"/>
                </a:lnTo>
                <a:lnTo>
                  <a:pt x="487" y="870"/>
                </a:lnTo>
                <a:lnTo>
                  <a:pt x="485" y="869"/>
                </a:lnTo>
                <a:lnTo>
                  <a:pt x="477" y="865"/>
                </a:lnTo>
                <a:lnTo>
                  <a:pt x="476" y="864"/>
                </a:lnTo>
                <a:lnTo>
                  <a:pt x="468" y="859"/>
                </a:lnTo>
                <a:lnTo>
                  <a:pt x="466" y="858"/>
                </a:lnTo>
                <a:lnTo>
                  <a:pt x="459" y="852"/>
                </a:lnTo>
                <a:lnTo>
                  <a:pt x="458" y="851"/>
                </a:lnTo>
                <a:lnTo>
                  <a:pt x="450" y="845"/>
                </a:lnTo>
                <a:lnTo>
                  <a:pt x="449" y="844"/>
                </a:lnTo>
                <a:lnTo>
                  <a:pt x="442" y="838"/>
                </a:lnTo>
                <a:lnTo>
                  <a:pt x="441" y="837"/>
                </a:lnTo>
                <a:lnTo>
                  <a:pt x="434" y="830"/>
                </a:lnTo>
                <a:lnTo>
                  <a:pt x="433" y="829"/>
                </a:lnTo>
                <a:lnTo>
                  <a:pt x="426" y="821"/>
                </a:lnTo>
                <a:lnTo>
                  <a:pt x="419" y="813"/>
                </a:lnTo>
                <a:lnTo>
                  <a:pt x="418" y="812"/>
                </a:lnTo>
                <a:lnTo>
                  <a:pt x="412" y="803"/>
                </a:lnTo>
                <a:lnTo>
                  <a:pt x="411" y="802"/>
                </a:lnTo>
                <a:lnTo>
                  <a:pt x="399" y="784"/>
                </a:lnTo>
                <a:lnTo>
                  <a:pt x="398" y="783"/>
                </a:lnTo>
                <a:lnTo>
                  <a:pt x="387" y="764"/>
                </a:lnTo>
                <a:lnTo>
                  <a:pt x="386" y="763"/>
                </a:lnTo>
                <a:lnTo>
                  <a:pt x="376" y="742"/>
                </a:lnTo>
                <a:lnTo>
                  <a:pt x="375" y="741"/>
                </a:lnTo>
                <a:lnTo>
                  <a:pt x="365" y="720"/>
                </a:lnTo>
                <a:lnTo>
                  <a:pt x="365" y="719"/>
                </a:lnTo>
                <a:lnTo>
                  <a:pt x="356" y="696"/>
                </a:lnTo>
                <a:lnTo>
                  <a:pt x="356" y="695"/>
                </a:lnTo>
                <a:lnTo>
                  <a:pt x="347" y="672"/>
                </a:lnTo>
                <a:lnTo>
                  <a:pt x="347" y="671"/>
                </a:lnTo>
                <a:lnTo>
                  <a:pt x="339" y="648"/>
                </a:lnTo>
                <a:lnTo>
                  <a:pt x="339" y="647"/>
                </a:lnTo>
                <a:lnTo>
                  <a:pt x="332" y="624"/>
                </a:lnTo>
                <a:lnTo>
                  <a:pt x="332" y="623"/>
                </a:lnTo>
                <a:lnTo>
                  <a:pt x="325" y="600"/>
                </a:lnTo>
                <a:lnTo>
                  <a:pt x="325" y="599"/>
                </a:lnTo>
                <a:lnTo>
                  <a:pt x="319" y="575"/>
                </a:lnTo>
                <a:lnTo>
                  <a:pt x="314" y="552"/>
                </a:lnTo>
                <a:lnTo>
                  <a:pt x="314" y="551"/>
                </a:lnTo>
                <a:lnTo>
                  <a:pt x="309" y="528"/>
                </a:lnTo>
                <a:lnTo>
                  <a:pt x="304" y="505"/>
                </a:lnTo>
                <a:lnTo>
                  <a:pt x="300" y="483"/>
                </a:lnTo>
                <a:lnTo>
                  <a:pt x="297" y="462"/>
                </a:lnTo>
                <a:lnTo>
                  <a:pt x="294" y="443"/>
                </a:lnTo>
                <a:lnTo>
                  <a:pt x="294" y="442"/>
                </a:lnTo>
                <a:lnTo>
                  <a:pt x="292" y="424"/>
                </a:lnTo>
                <a:lnTo>
                  <a:pt x="290" y="415"/>
                </a:lnTo>
                <a:lnTo>
                  <a:pt x="289" y="407"/>
                </a:lnTo>
                <a:lnTo>
                  <a:pt x="288" y="399"/>
                </a:lnTo>
                <a:lnTo>
                  <a:pt x="289" y="399"/>
                </a:lnTo>
                <a:lnTo>
                  <a:pt x="288" y="392"/>
                </a:lnTo>
                <a:lnTo>
                  <a:pt x="287" y="385"/>
                </a:lnTo>
                <a:lnTo>
                  <a:pt x="286" y="378"/>
                </a:lnTo>
                <a:lnTo>
                  <a:pt x="286" y="372"/>
                </a:lnTo>
                <a:lnTo>
                  <a:pt x="285" y="367"/>
                </a:lnTo>
                <a:lnTo>
                  <a:pt x="285" y="362"/>
                </a:lnTo>
                <a:lnTo>
                  <a:pt x="284" y="358"/>
                </a:lnTo>
                <a:lnTo>
                  <a:pt x="284" y="357"/>
                </a:lnTo>
                <a:lnTo>
                  <a:pt x="284" y="354"/>
                </a:lnTo>
                <a:lnTo>
                  <a:pt x="284" y="351"/>
                </a:lnTo>
                <a:lnTo>
                  <a:pt x="283" y="348"/>
                </a:lnTo>
                <a:lnTo>
                  <a:pt x="283" y="346"/>
                </a:lnTo>
                <a:lnTo>
                  <a:pt x="283" y="345"/>
                </a:lnTo>
                <a:lnTo>
                  <a:pt x="283" y="343"/>
                </a:lnTo>
                <a:lnTo>
                  <a:pt x="283" y="347"/>
                </a:lnTo>
                <a:lnTo>
                  <a:pt x="281" y="332"/>
                </a:lnTo>
                <a:lnTo>
                  <a:pt x="281" y="333"/>
                </a:lnTo>
                <a:lnTo>
                  <a:pt x="279" y="319"/>
                </a:lnTo>
                <a:lnTo>
                  <a:pt x="277" y="306"/>
                </a:lnTo>
                <a:lnTo>
                  <a:pt x="275" y="293"/>
                </a:lnTo>
                <a:lnTo>
                  <a:pt x="275" y="294"/>
                </a:lnTo>
                <a:lnTo>
                  <a:pt x="272" y="281"/>
                </a:lnTo>
                <a:lnTo>
                  <a:pt x="273" y="282"/>
                </a:lnTo>
                <a:lnTo>
                  <a:pt x="270" y="270"/>
                </a:lnTo>
                <a:lnTo>
                  <a:pt x="267" y="259"/>
                </a:lnTo>
                <a:lnTo>
                  <a:pt x="268" y="259"/>
                </a:lnTo>
                <a:lnTo>
                  <a:pt x="265" y="248"/>
                </a:lnTo>
                <a:lnTo>
                  <a:pt x="262" y="238"/>
                </a:lnTo>
                <a:lnTo>
                  <a:pt x="260" y="228"/>
                </a:lnTo>
                <a:lnTo>
                  <a:pt x="260" y="229"/>
                </a:lnTo>
                <a:lnTo>
                  <a:pt x="257" y="219"/>
                </a:lnTo>
                <a:lnTo>
                  <a:pt x="257" y="220"/>
                </a:lnTo>
                <a:lnTo>
                  <a:pt x="254" y="210"/>
                </a:lnTo>
                <a:lnTo>
                  <a:pt x="254" y="211"/>
                </a:lnTo>
                <a:lnTo>
                  <a:pt x="251" y="202"/>
                </a:lnTo>
                <a:lnTo>
                  <a:pt x="248" y="194"/>
                </a:lnTo>
                <a:lnTo>
                  <a:pt x="249" y="195"/>
                </a:lnTo>
                <a:lnTo>
                  <a:pt x="242" y="179"/>
                </a:lnTo>
                <a:lnTo>
                  <a:pt x="243" y="180"/>
                </a:lnTo>
                <a:lnTo>
                  <a:pt x="236" y="166"/>
                </a:lnTo>
                <a:lnTo>
                  <a:pt x="237" y="167"/>
                </a:lnTo>
                <a:lnTo>
                  <a:pt x="231" y="154"/>
                </a:lnTo>
                <a:lnTo>
                  <a:pt x="231" y="155"/>
                </a:lnTo>
                <a:lnTo>
                  <a:pt x="225" y="144"/>
                </a:lnTo>
                <a:lnTo>
                  <a:pt x="225" y="145"/>
                </a:lnTo>
                <a:lnTo>
                  <a:pt x="219" y="135"/>
                </a:lnTo>
                <a:lnTo>
                  <a:pt x="220" y="136"/>
                </a:lnTo>
                <a:lnTo>
                  <a:pt x="213" y="128"/>
                </a:lnTo>
                <a:lnTo>
                  <a:pt x="214" y="129"/>
                </a:lnTo>
                <a:lnTo>
                  <a:pt x="208" y="121"/>
                </a:lnTo>
                <a:lnTo>
                  <a:pt x="209" y="122"/>
                </a:lnTo>
                <a:lnTo>
                  <a:pt x="202" y="115"/>
                </a:lnTo>
                <a:lnTo>
                  <a:pt x="204" y="117"/>
                </a:lnTo>
                <a:lnTo>
                  <a:pt x="197" y="111"/>
                </a:lnTo>
                <a:lnTo>
                  <a:pt x="199" y="112"/>
                </a:lnTo>
                <a:lnTo>
                  <a:pt x="192" y="107"/>
                </a:lnTo>
                <a:lnTo>
                  <a:pt x="194" y="109"/>
                </a:lnTo>
                <a:lnTo>
                  <a:pt x="188" y="105"/>
                </a:lnTo>
                <a:lnTo>
                  <a:pt x="190" y="106"/>
                </a:lnTo>
                <a:lnTo>
                  <a:pt x="184" y="102"/>
                </a:lnTo>
                <a:lnTo>
                  <a:pt x="186" y="103"/>
                </a:lnTo>
                <a:lnTo>
                  <a:pt x="180" y="101"/>
                </a:lnTo>
                <a:lnTo>
                  <a:pt x="182" y="102"/>
                </a:lnTo>
                <a:lnTo>
                  <a:pt x="176" y="100"/>
                </a:lnTo>
                <a:lnTo>
                  <a:pt x="178" y="100"/>
                </a:lnTo>
                <a:lnTo>
                  <a:pt x="173" y="99"/>
                </a:lnTo>
                <a:lnTo>
                  <a:pt x="175" y="99"/>
                </a:lnTo>
                <a:lnTo>
                  <a:pt x="171" y="98"/>
                </a:lnTo>
                <a:lnTo>
                  <a:pt x="172" y="99"/>
                </a:lnTo>
                <a:lnTo>
                  <a:pt x="168" y="98"/>
                </a:lnTo>
                <a:lnTo>
                  <a:pt x="170" y="98"/>
                </a:lnTo>
                <a:lnTo>
                  <a:pt x="166" y="98"/>
                </a:lnTo>
                <a:lnTo>
                  <a:pt x="167" y="98"/>
                </a:lnTo>
                <a:lnTo>
                  <a:pt x="164" y="98"/>
                </a:lnTo>
                <a:lnTo>
                  <a:pt x="165" y="98"/>
                </a:lnTo>
                <a:lnTo>
                  <a:pt x="162" y="98"/>
                </a:lnTo>
                <a:lnTo>
                  <a:pt x="164" y="98"/>
                </a:lnTo>
                <a:lnTo>
                  <a:pt x="161" y="99"/>
                </a:lnTo>
                <a:lnTo>
                  <a:pt x="162" y="98"/>
                </a:lnTo>
                <a:lnTo>
                  <a:pt x="160" y="99"/>
                </a:lnTo>
                <a:lnTo>
                  <a:pt x="162" y="99"/>
                </a:lnTo>
                <a:lnTo>
                  <a:pt x="160" y="99"/>
                </a:lnTo>
                <a:lnTo>
                  <a:pt x="161" y="99"/>
                </a:lnTo>
                <a:lnTo>
                  <a:pt x="160" y="99"/>
                </a:lnTo>
                <a:lnTo>
                  <a:pt x="163" y="98"/>
                </a:lnTo>
                <a:lnTo>
                  <a:pt x="162" y="98"/>
                </a:lnTo>
                <a:lnTo>
                  <a:pt x="154" y="100"/>
                </a:lnTo>
                <a:lnTo>
                  <a:pt x="142" y="101"/>
                </a:lnTo>
                <a:lnTo>
                  <a:pt x="145" y="100"/>
                </a:lnTo>
                <a:lnTo>
                  <a:pt x="134" y="103"/>
                </a:lnTo>
                <a:lnTo>
                  <a:pt x="137" y="102"/>
                </a:lnTo>
                <a:lnTo>
                  <a:pt x="126" y="105"/>
                </a:lnTo>
                <a:lnTo>
                  <a:pt x="129" y="104"/>
                </a:lnTo>
                <a:lnTo>
                  <a:pt x="120" y="109"/>
                </a:lnTo>
                <a:lnTo>
                  <a:pt x="123" y="107"/>
                </a:lnTo>
                <a:lnTo>
                  <a:pt x="114" y="113"/>
                </a:lnTo>
                <a:lnTo>
                  <a:pt x="116" y="112"/>
                </a:lnTo>
                <a:lnTo>
                  <a:pt x="107" y="119"/>
                </a:lnTo>
                <a:lnTo>
                  <a:pt x="109" y="117"/>
                </a:lnTo>
                <a:lnTo>
                  <a:pt x="102" y="125"/>
                </a:lnTo>
                <a:lnTo>
                  <a:pt x="103" y="123"/>
                </a:lnTo>
                <a:lnTo>
                  <a:pt x="96" y="132"/>
                </a:lnTo>
                <a:lnTo>
                  <a:pt x="98" y="130"/>
                </a:lnTo>
                <a:lnTo>
                  <a:pt x="91" y="140"/>
                </a:lnTo>
                <a:lnTo>
                  <a:pt x="92" y="139"/>
                </a:lnTo>
                <a:lnTo>
                  <a:pt x="86" y="149"/>
                </a:lnTo>
                <a:lnTo>
                  <a:pt x="87" y="147"/>
                </a:lnTo>
                <a:lnTo>
                  <a:pt x="82" y="159"/>
                </a:lnTo>
                <a:lnTo>
                  <a:pt x="82" y="157"/>
                </a:lnTo>
                <a:lnTo>
                  <a:pt x="77" y="169"/>
                </a:lnTo>
                <a:lnTo>
                  <a:pt x="78" y="168"/>
                </a:lnTo>
                <a:lnTo>
                  <a:pt x="74" y="180"/>
                </a:lnTo>
                <a:lnTo>
                  <a:pt x="74" y="179"/>
                </a:lnTo>
                <a:lnTo>
                  <a:pt x="70" y="191"/>
                </a:lnTo>
                <a:lnTo>
                  <a:pt x="71" y="190"/>
                </a:lnTo>
                <a:lnTo>
                  <a:pt x="67" y="202"/>
                </a:lnTo>
                <a:lnTo>
                  <a:pt x="65" y="214"/>
                </a:lnTo>
                <a:lnTo>
                  <a:pt x="65" y="213"/>
                </a:lnTo>
                <a:lnTo>
                  <a:pt x="60" y="238"/>
                </a:lnTo>
                <a:lnTo>
                  <a:pt x="60" y="237"/>
                </a:lnTo>
                <a:lnTo>
                  <a:pt x="57" y="261"/>
                </a:lnTo>
                <a:lnTo>
                  <a:pt x="57" y="260"/>
                </a:lnTo>
                <a:lnTo>
                  <a:pt x="56" y="272"/>
                </a:lnTo>
                <a:lnTo>
                  <a:pt x="55" y="283"/>
                </a:lnTo>
                <a:lnTo>
                  <a:pt x="55" y="282"/>
                </a:lnTo>
                <a:lnTo>
                  <a:pt x="54" y="293"/>
                </a:lnTo>
                <a:lnTo>
                  <a:pt x="54" y="292"/>
                </a:lnTo>
                <a:lnTo>
                  <a:pt x="54" y="302"/>
                </a:lnTo>
                <a:lnTo>
                  <a:pt x="54" y="311"/>
                </a:lnTo>
                <a:lnTo>
                  <a:pt x="53" y="319"/>
                </a:lnTo>
                <a:lnTo>
                  <a:pt x="53" y="326"/>
                </a:lnTo>
                <a:lnTo>
                  <a:pt x="53" y="325"/>
                </a:lnTo>
                <a:lnTo>
                  <a:pt x="53" y="331"/>
                </a:lnTo>
                <a:lnTo>
                  <a:pt x="53" y="336"/>
                </a:lnTo>
                <a:lnTo>
                  <a:pt x="53" y="339"/>
                </a:lnTo>
                <a:lnTo>
                  <a:pt x="53" y="341"/>
                </a:lnTo>
                <a:lnTo>
                  <a:pt x="54" y="342"/>
                </a:lnTo>
                <a:lnTo>
                  <a:pt x="54" y="343"/>
                </a:lnTo>
                <a:lnTo>
                  <a:pt x="0" y="343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54" name=""/>
          <p:cNvSpPr/>
          <p:nvPr/>
        </p:nvSpPr>
        <p:spPr>
          <a:xfrm>
            <a:off x="7403040" y="3105000"/>
            <a:ext cx="196560" cy="291240"/>
          </a:xfrm>
          <a:custGeom>
            <a:avLst/>
            <a:gdLst/>
            <a:ahLst/>
            <a:rect l="0" t="0" r="r" b="b"/>
            <a:pathLst>
              <a:path w="546" h="809">
                <a:moveTo>
                  <a:pt x="256" y="279"/>
                </a:moveTo>
                <a:cubicBezTo>
                  <a:pt x="198" y="-41"/>
                  <a:pt x="37" y="2"/>
                  <a:pt x="37" y="2"/>
                </a:cubicBezTo>
                <a:cubicBezTo>
                  <a:pt x="24" y="2"/>
                  <a:pt x="11" y="4"/>
                  <a:pt x="0" y="7"/>
                </a:cubicBezTo>
                <a:cubicBezTo>
                  <a:pt x="51" y="23"/>
                  <a:pt x="125" y="82"/>
                  <a:pt x="160" y="279"/>
                </a:cubicBezTo>
                <a:cubicBezTo>
                  <a:pt x="160" y="279"/>
                  <a:pt x="206" y="787"/>
                  <a:pt x="482" y="809"/>
                </a:cubicBezTo>
                <a:cubicBezTo>
                  <a:pt x="482" y="809"/>
                  <a:pt x="508" y="811"/>
                  <a:pt x="546" y="803"/>
                </a:cubicBezTo>
                <a:cubicBezTo>
                  <a:pt x="296" y="747"/>
                  <a:pt x="256" y="279"/>
                  <a:pt x="256" y="279"/>
                </a:cubicBezTo>
                <a:close/>
              </a:path>
            </a:pathLst>
          </a:custGeom>
          <a:solidFill>
            <a:srgbClr val="e9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55" name=""/>
          <p:cNvSpPr/>
          <p:nvPr/>
        </p:nvSpPr>
        <p:spPr>
          <a:xfrm>
            <a:off x="7808760" y="3103920"/>
            <a:ext cx="215640" cy="293040"/>
          </a:xfrm>
          <a:custGeom>
            <a:avLst/>
            <a:gdLst/>
            <a:ahLst/>
            <a:rect l="0" t="0" r="r" b="b"/>
            <a:pathLst>
              <a:path w="599" h="814">
                <a:moveTo>
                  <a:pt x="289" y="326"/>
                </a:moveTo>
                <a:cubicBezTo>
                  <a:pt x="217" y="-50"/>
                  <a:pt x="32" y="3"/>
                  <a:pt x="32" y="3"/>
                </a:cubicBezTo>
                <a:cubicBezTo>
                  <a:pt x="21" y="3"/>
                  <a:pt x="11" y="6"/>
                  <a:pt x="0" y="8"/>
                </a:cubicBezTo>
                <a:cubicBezTo>
                  <a:pt x="61" y="24"/>
                  <a:pt x="148" y="94"/>
                  <a:pt x="193" y="326"/>
                </a:cubicBezTo>
                <a:cubicBezTo>
                  <a:pt x="193" y="326"/>
                  <a:pt x="217" y="807"/>
                  <a:pt x="551" y="813"/>
                </a:cubicBezTo>
                <a:cubicBezTo>
                  <a:pt x="551" y="813"/>
                  <a:pt x="570" y="818"/>
                  <a:pt x="599" y="810"/>
                </a:cubicBezTo>
                <a:cubicBezTo>
                  <a:pt x="308" y="762"/>
                  <a:pt x="289" y="326"/>
                  <a:pt x="289" y="326"/>
                </a:cubicBezTo>
                <a:close/>
              </a:path>
            </a:pathLst>
          </a:custGeom>
          <a:solidFill>
            <a:srgbClr val="e9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56" name=""/>
          <p:cNvSpPr/>
          <p:nvPr/>
        </p:nvSpPr>
        <p:spPr>
          <a:xfrm>
            <a:off x="7599240" y="3103920"/>
            <a:ext cx="209880" cy="292680"/>
          </a:xfrm>
          <a:custGeom>
            <a:avLst/>
            <a:gdLst/>
            <a:ahLst/>
            <a:rect l="0" t="0" r="r" b="b"/>
            <a:pathLst>
              <a:path w="583" h="813">
                <a:moveTo>
                  <a:pt x="521" y="2"/>
                </a:moveTo>
                <a:cubicBezTo>
                  <a:pt x="316" y="7"/>
                  <a:pt x="324" y="282"/>
                  <a:pt x="324" y="282"/>
                </a:cubicBezTo>
                <a:cubicBezTo>
                  <a:pt x="270" y="691"/>
                  <a:pt x="93" y="785"/>
                  <a:pt x="0" y="806"/>
                </a:cubicBezTo>
                <a:cubicBezTo>
                  <a:pt x="10" y="809"/>
                  <a:pt x="21" y="812"/>
                  <a:pt x="32" y="812"/>
                </a:cubicBezTo>
                <a:cubicBezTo>
                  <a:pt x="32" y="812"/>
                  <a:pt x="345" y="852"/>
                  <a:pt x="420" y="282"/>
                </a:cubicBezTo>
                <a:cubicBezTo>
                  <a:pt x="420" y="282"/>
                  <a:pt x="412" y="37"/>
                  <a:pt x="583" y="7"/>
                </a:cubicBezTo>
                <a:cubicBezTo>
                  <a:pt x="548" y="-6"/>
                  <a:pt x="521" y="2"/>
                  <a:pt x="521" y="2"/>
                </a:cubicBezTo>
                <a:close/>
              </a:path>
            </a:pathLst>
          </a:custGeom>
          <a:solidFill>
            <a:srgbClr val="e9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57" name=""/>
          <p:cNvSpPr/>
          <p:nvPr/>
        </p:nvSpPr>
        <p:spPr>
          <a:xfrm>
            <a:off x="8024040" y="3089160"/>
            <a:ext cx="201240" cy="307440"/>
          </a:xfrm>
          <a:custGeom>
            <a:avLst/>
            <a:gdLst/>
            <a:ahLst/>
            <a:rect l="0" t="0" r="r" b="b"/>
            <a:pathLst>
              <a:path w="559" h="854">
                <a:moveTo>
                  <a:pt x="259" y="372"/>
                </a:moveTo>
                <a:cubicBezTo>
                  <a:pt x="211" y="746"/>
                  <a:pt x="75" y="831"/>
                  <a:pt x="0" y="850"/>
                </a:cubicBezTo>
                <a:cubicBezTo>
                  <a:pt x="16" y="853"/>
                  <a:pt x="32" y="853"/>
                  <a:pt x="48" y="853"/>
                </a:cubicBezTo>
                <a:cubicBezTo>
                  <a:pt x="48" y="853"/>
                  <a:pt x="288" y="895"/>
                  <a:pt x="353" y="372"/>
                </a:cubicBezTo>
                <a:cubicBezTo>
                  <a:pt x="353" y="372"/>
                  <a:pt x="410" y="62"/>
                  <a:pt x="559" y="8"/>
                </a:cubicBezTo>
                <a:cubicBezTo>
                  <a:pt x="337" y="-66"/>
                  <a:pt x="259" y="372"/>
                  <a:pt x="259" y="372"/>
                </a:cubicBezTo>
                <a:close/>
              </a:path>
            </a:pathLst>
          </a:custGeom>
          <a:solidFill>
            <a:srgbClr val="e9e8e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58" name=""/>
          <p:cNvSpPr/>
          <p:nvPr/>
        </p:nvSpPr>
        <p:spPr>
          <a:xfrm>
            <a:off x="7592400" y="3096000"/>
            <a:ext cx="214560" cy="305640"/>
          </a:xfrm>
          <a:custGeom>
            <a:avLst/>
            <a:gdLst/>
            <a:ahLst/>
            <a:rect l="0" t="0" r="r" b="b"/>
            <a:pathLst>
              <a:path w="596" h="849">
                <a:moveTo>
                  <a:pt x="580" y="50"/>
                </a:moveTo>
                <a:lnTo>
                  <a:pt x="574" y="47"/>
                </a:lnTo>
                <a:lnTo>
                  <a:pt x="575" y="48"/>
                </a:lnTo>
                <a:lnTo>
                  <a:pt x="569" y="46"/>
                </a:lnTo>
                <a:lnTo>
                  <a:pt x="570" y="46"/>
                </a:lnTo>
                <a:lnTo>
                  <a:pt x="564" y="45"/>
                </a:lnTo>
                <a:lnTo>
                  <a:pt x="565" y="45"/>
                </a:lnTo>
                <a:lnTo>
                  <a:pt x="559" y="44"/>
                </a:lnTo>
                <a:lnTo>
                  <a:pt x="561" y="44"/>
                </a:lnTo>
                <a:lnTo>
                  <a:pt x="551" y="43"/>
                </a:lnTo>
                <a:lnTo>
                  <a:pt x="552" y="43"/>
                </a:lnTo>
                <a:lnTo>
                  <a:pt x="548" y="43"/>
                </a:lnTo>
                <a:lnTo>
                  <a:pt x="544" y="43"/>
                </a:lnTo>
                <a:lnTo>
                  <a:pt x="545" y="43"/>
                </a:lnTo>
                <a:lnTo>
                  <a:pt x="541" y="43"/>
                </a:lnTo>
                <a:lnTo>
                  <a:pt x="542" y="43"/>
                </a:lnTo>
                <a:lnTo>
                  <a:pt x="538" y="44"/>
                </a:lnTo>
                <a:lnTo>
                  <a:pt x="539" y="44"/>
                </a:lnTo>
                <a:lnTo>
                  <a:pt x="536" y="44"/>
                </a:lnTo>
                <a:lnTo>
                  <a:pt x="537" y="44"/>
                </a:lnTo>
                <a:lnTo>
                  <a:pt x="535" y="44"/>
                </a:lnTo>
                <a:lnTo>
                  <a:pt x="534" y="44"/>
                </a:lnTo>
                <a:lnTo>
                  <a:pt x="532" y="45"/>
                </a:lnTo>
                <a:lnTo>
                  <a:pt x="534" y="44"/>
                </a:lnTo>
                <a:lnTo>
                  <a:pt x="532" y="45"/>
                </a:lnTo>
                <a:lnTo>
                  <a:pt x="534" y="44"/>
                </a:lnTo>
                <a:lnTo>
                  <a:pt x="533" y="44"/>
                </a:lnTo>
                <a:lnTo>
                  <a:pt x="531" y="45"/>
                </a:lnTo>
                <a:lnTo>
                  <a:pt x="530" y="45"/>
                </a:lnTo>
                <a:lnTo>
                  <a:pt x="528" y="45"/>
                </a:lnTo>
                <a:lnTo>
                  <a:pt x="509" y="47"/>
                </a:lnTo>
                <a:lnTo>
                  <a:pt x="511" y="47"/>
                </a:lnTo>
                <a:lnTo>
                  <a:pt x="493" y="49"/>
                </a:lnTo>
                <a:lnTo>
                  <a:pt x="495" y="49"/>
                </a:lnTo>
                <a:lnTo>
                  <a:pt x="479" y="53"/>
                </a:lnTo>
                <a:lnTo>
                  <a:pt x="481" y="52"/>
                </a:lnTo>
                <a:lnTo>
                  <a:pt x="466" y="58"/>
                </a:lnTo>
                <a:lnTo>
                  <a:pt x="468" y="57"/>
                </a:lnTo>
                <a:lnTo>
                  <a:pt x="454" y="64"/>
                </a:lnTo>
                <a:lnTo>
                  <a:pt x="455" y="63"/>
                </a:lnTo>
                <a:lnTo>
                  <a:pt x="442" y="70"/>
                </a:lnTo>
                <a:lnTo>
                  <a:pt x="444" y="69"/>
                </a:lnTo>
                <a:lnTo>
                  <a:pt x="432" y="78"/>
                </a:lnTo>
                <a:lnTo>
                  <a:pt x="433" y="77"/>
                </a:lnTo>
                <a:lnTo>
                  <a:pt x="423" y="86"/>
                </a:lnTo>
                <a:lnTo>
                  <a:pt x="424" y="85"/>
                </a:lnTo>
                <a:lnTo>
                  <a:pt x="414" y="95"/>
                </a:lnTo>
                <a:lnTo>
                  <a:pt x="415" y="94"/>
                </a:lnTo>
                <a:lnTo>
                  <a:pt x="406" y="105"/>
                </a:lnTo>
                <a:lnTo>
                  <a:pt x="406" y="104"/>
                </a:lnTo>
                <a:lnTo>
                  <a:pt x="398" y="116"/>
                </a:lnTo>
                <a:lnTo>
                  <a:pt x="399" y="114"/>
                </a:lnTo>
                <a:lnTo>
                  <a:pt x="391" y="127"/>
                </a:lnTo>
                <a:lnTo>
                  <a:pt x="392" y="125"/>
                </a:lnTo>
                <a:lnTo>
                  <a:pt x="385" y="138"/>
                </a:lnTo>
                <a:lnTo>
                  <a:pt x="386" y="137"/>
                </a:lnTo>
                <a:lnTo>
                  <a:pt x="380" y="149"/>
                </a:lnTo>
                <a:lnTo>
                  <a:pt x="375" y="161"/>
                </a:lnTo>
                <a:lnTo>
                  <a:pt x="375" y="160"/>
                </a:lnTo>
                <a:lnTo>
                  <a:pt x="370" y="174"/>
                </a:lnTo>
                <a:lnTo>
                  <a:pt x="371" y="173"/>
                </a:lnTo>
                <a:lnTo>
                  <a:pt x="366" y="186"/>
                </a:lnTo>
                <a:lnTo>
                  <a:pt x="367" y="185"/>
                </a:lnTo>
                <a:lnTo>
                  <a:pt x="363" y="198"/>
                </a:lnTo>
                <a:lnTo>
                  <a:pt x="363" y="197"/>
                </a:lnTo>
                <a:lnTo>
                  <a:pt x="360" y="210"/>
                </a:lnTo>
                <a:lnTo>
                  <a:pt x="360" y="209"/>
                </a:lnTo>
                <a:lnTo>
                  <a:pt x="358" y="221"/>
                </a:lnTo>
                <a:lnTo>
                  <a:pt x="356" y="233"/>
                </a:lnTo>
                <a:lnTo>
                  <a:pt x="356" y="232"/>
                </a:lnTo>
                <a:lnTo>
                  <a:pt x="354" y="244"/>
                </a:lnTo>
                <a:lnTo>
                  <a:pt x="354" y="243"/>
                </a:lnTo>
                <a:lnTo>
                  <a:pt x="353" y="254"/>
                </a:lnTo>
                <a:lnTo>
                  <a:pt x="353" y="253"/>
                </a:lnTo>
                <a:lnTo>
                  <a:pt x="352" y="264"/>
                </a:lnTo>
                <a:lnTo>
                  <a:pt x="352" y="263"/>
                </a:lnTo>
                <a:lnTo>
                  <a:pt x="351" y="272"/>
                </a:lnTo>
                <a:lnTo>
                  <a:pt x="350" y="280"/>
                </a:lnTo>
                <a:lnTo>
                  <a:pt x="350" y="287"/>
                </a:lnTo>
                <a:lnTo>
                  <a:pt x="350" y="293"/>
                </a:lnTo>
                <a:lnTo>
                  <a:pt x="350" y="299"/>
                </a:lnTo>
                <a:lnTo>
                  <a:pt x="350" y="303"/>
                </a:lnTo>
                <a:lnTo>
                  <a:pt x="350" y="302"/>
                </a:lnTo>
                <a:lnTo>
                  <a:pt x="350" y="304"/>
                </a:lnTo>
                <a:lnTo>
                  <a:pt x="350" y="305"/>
                </a:lnTo>
                <a:lnTo>
                  <a:pt x="350" y="308"/>
                </a:lnTo>
                <a:lnTo>
                  <a:pt x="347" y="327"/>
                </a:lnTo>
                <a:lnTo>
                  <a:pt x="344" y="346"/>
                </a:lnTo>
                <a:lnTo>
                  <a:pt x="341" y="364"/>
                </a:lnTo>
                <a:lnTo>
                  <a:pt x="338" y="382"/>
                </a:lnTo>
                <a:lnTo>
                  <a:pt x="335" y="399"/>
                </a:lnTo>
                <a:lnTo>
                  <a:pt x="335" y="400"/>
                </a:lnTo>
                <a:lnTo>
                  <a:pt x="331" y="416"/>
                </a:lnTo>
                <a:lnTo>
                  <a:pt x="328" y="433"/>
                </a:lnTo>
                <a:lnTo>
                  <a:pt x="324" y="449"/>
                </a:lnTo>
                <a:lnTo>
                  <a:pt x="320" y="465"/>
                </a:lnTo>
                <a:lnTo>
                  <a:pt x="316" y="480"/>
                </a:lnTo>
                <a:lnTo>
                  <a:pt x="312" y="495"/>
                </a:lnTo>
                <a:lnTo>
                  <a:pt x="307" y="509"/>
                </a:lnTo>
                <a:lnTo>
                  <a:pt x="307" y="510"/>
                </a:lnTo>
                <a:lnTo>
                  <a:pt x="298" y="537"/>
                </a:lnTo>
                <a:lnTo>
                  <a:pt x="298" y="538"/>
                </a:lnTo>
                <a:lnTo>
                  <a:pt x="289" y="563"/>
                </a:lnTo>
                <a:lnTo>
                  <a:pt x="288" y="564"/>
                </a:lnTo>
                <a:lnTo>
                  <a:pt x="279" y="588"/>
                </a:lnTo>
                <a:lnTo>
                  <a:pt x="278" y="589"/>
                </a:lnTo>
                <a:lnTo>
                  <a:pt x="268" y="612"/>
                </a:lnTo>
                <a:lnTo>
                  <a:pt x="268" y="613"/>
                </a:lnTo>
                <a:lnTo>
                  <a:pt x="257" y="634"/>
                </a:lnTo>
                <a:lnTo>
                  <a:pt x="257" y="635"/>
                </a:lnTo>
                <a:lnTo>
                  <a:pt x="246" y="655"/>
                </a:lnTo>
                <a:lnTo>
                  <a:pt x="235" y="674"/>
                </a:lnTo>
                <a:lnTo>
                  <a:pt x="234" y="675"/>
                </a:lnTo>
                <a:lnTo>
                  <a:pt x="223" y="692"/>
                </a:lnTo>
                <a:lnTo>
                  <a:pt x="223" y="693"/>
                </a:lnTo>
                <a:lnTo>
                  <a:pt x="211" y="709"/>
                </a:lnTo>
                <a:lnTo>
                  <a:pt x="210" y="710"/>
                </a:lnTo>
                <a:lnTo>
                  <a:pt x="199" y="725"/>
                </a:lnTo>
                <a:lnTo>
                  <a:pt x="198" y="726"/>
                </a:lnTo>
                <a:lnTo>
                  <a:pt x="186" y="739"/>
                </a:lnTo>
                <a:lnTo>
                  <a:pt x="186" y="740"/>
                </a:lnTo>
                <a:lnTo>
                  <a:pt x="174" y="753"/>
                </a:lnTo>
                <a:lnTo>
                  <a:pt x="173" y="754"/>
                </a:lnTo>
                <a:lnTo>
                  <a:pt x="161" y="765"/>
                </a:lnTo>
                <a:lnTo>
                  <a:pt x="161" y="766"/>
                </a:lnTo>
                <a:lnTo>
                  <a:pt x="149" y="777"/>
                </a:lnTo>
                <a:lnTo>
                  <a:pt x="148" y="777"/>
                </a:lnTo>
                <a:lnTo>
                  <a:pt x="136" y="787"/>
                </a:lnTo>
                <a:lnTo>
                  <a:pt x="136" y="788"/>
                </a:lnTo>
                <a:lnTo>
                  <a:pt x="124" y="797"/>
                </a:lnTo>
                <a:lnTo>
                  <a:pt x="123" y="797"/>
                </a:lnTo>
                <a:lnTo>
                  <a:pt x="111" y="805"/>
                </a:lnTo>
                <a:lnTo>
                  <a:pt x="111" y="806"/>
                </a:lnTo>
                <a:lnTo>
                  <a:pt x="99" y="813"/>
                </a:lnTo>
                <a:lnTo>
                  <a:pt x="98" y="813"/>
                </a:lnTo>
                <a:lnTo>
                  <a:pt x="87" y="820"/>
                </a:lnTo>
                <a:lnTo>
                  <a:pt x="86" y="820"/>
                </a:lnTo>
                <a:lnTo>
                  <a:pt x="75" y="826"/>
                </a:lnTo>
                <a:lnTo>
                  <a:pt x="74" y="826"/>
                </a:lnTo>
                <a:lnTo>
                  <a:pt x="63" y="831"/>
                </a:lnTo>
                <a:lnTo>
                  <a:pt x="62" y="832"/>
                </a:lnTo>
                <a:lnTo>
                  <a:pt x="52" y="836"/>
                </a:lnTo>
                <a:lnTo>
                  <a:pt x="51" y="836"/>
                </a:lnTo>
                <a:lnTo>
                  <a:pt x="41" y="840"/>
                </a:lnTo>
                <a:lnTo>
                  <a:pt x="40" y="840"/>
                </a:lnTo>
                <a:lnTo>
                  <a:pt x="30" y="843"/>
                </a:lnTo>
                <a:lnTo>
                  <a:pt x="29" y="844"/>
                </a:lnTo>
                <a:lnTo>
                  <a:pt x="20" y="846"/>
                </a:lnTo>
                <a:lnTo>
                  <a:pt x="19" y="847"/>
                </a:lnTo>
                <a:lnTo>
                  <a:pt x="10" y="849"/>
                </a:lnTo>
                <a:lnTo>
                  <a:pt x="0" y="807"/>
                </a:lnTo>
                <a:lnTo>
                  <a:pt x="9" y="805"/>
                </a:lnTo>
                <a:lnTo>
                  <a:pt x="8" y="805"/>
                </a:lnTo>
                <a:lnTo>
                  <a:pt x="18" y="803"/>
                </a:lnTo>
                <a:lnTo>
                  <a:pt x="17" y="803"/>
                </a:lnTo>
                <a:lnTo>
                  <a:pt x="27" y="800"/>
                </a:lnTo>
                <a:lnTo>
                  <a:pt x="26" y="800"/>
                </a:lnTo>
                <a:lnTo>
                  <a:pt x="36" y="796"/>
                </a:lnTo>
                <a:lnTo>
                  <a:pt x="46" y="792"/>
                </a:lnTo>
                <a:lnTo>
                  <a:pt x="56" y="788"/>
                </a:lnTo>
                <a:lnTo>
                  <a:pt x="67" y="782"/>
                </a:lnTo>
                <a:lnTo>
                  <a:pt x="66" y="783"/>
                </a:lnTo>
                <a:lnTo>
                  <a:pt x="77" y="776"/>
                </a:lnTo>
                <a:lnTo>
                  <a:pt x="76" y="777"/>
                </a:lnTo>
                <a:lnTo>
                  <a:pt x="88" y="770"/>
                </a:lnTo>
                <a:lnTo>
                  <a:pt x="87" y="770"/>
                </a:lnTo>
                <a:lnTo>
                  <a:pt x="99" y="762"/>
                </a:lnTo>
                <a:lnTo>
                  <a:pt x="98" y="763"/>
                </a:lnTo>
                <a:lnTo>
                  <a:pt x="110" y="754"/>
                </a:lnTo>
                <a:lnTo>
                  <a:pt x="109" y="754"/>
                </a:lnTo>
                <a:lnTo>
                  <a:pt x="121" y="745"/>
                </a:lnTo>
                <a:lnTo>
                  <a:pt x="120" y="745"/>
                </a:lnTo>
                <a:lnTo>
                  <a:pt x="132" y="734"/>
                </a:lnTo>
                <a:lnTo>
                  <a:pt x="131" y="735"/>
                </a:lnTo>
                <a:lnTo>
                  <a:pt x="143" y="723"/>
                </a:lnTo>
                <a:lnTo>
                  <a:pt x="143" y="724"/>
                </a:lnTo>
                <a:lnTo>
                  <a:pt x="154" y="711"/>
                </a:lnTo>
                <a:lnTo>
                  <a:pt x="154" y="712"/>
                </a:lnTo>
                <a:lnTo>
                  <a:pt x="166" y="698"/>
                </a:lnTo>
                <a:lnTo>
                  <a:pt x="165" y="699"/>
                </a:lnTo>
                <a:lnTo>
                  <a:pt x="177" y="684"/>
                </a:lnTo>
                <a:lnTo>
                  <a:pt x="176" y="685"/>
                </a:lnTo>
                <a:lnTo>
                  <a:pt x="188" y="668"/>
                </a:lnTo>
                <a:lnTo>
                  <a:pt x="187" y="669"/>
                </a:lnTo>
                <a:lnTo>
                  <a:pt x="198" y="652"/>
                </a:lnTo>
                <a:lnTo>
                  <a:pt x="209" y="634"/>
                </a:lnTo>
                <a:lnTo>
                  <a:pt x="219" y="614"/>
                </a:lnTo>
                <a:lnTo>
                  <a:pt x="219" y="615"/>
                </a:lnTo>
                <a:lnTo>
                  <a:pt x="230" y="594"/>
                </a:lnTo>
                <a:lnTo>
                  <a:pt x="229" y="594"/>
                </a:lnTo>
                <a:lnTo>
                  <a:pt x="239" y="572"/>
                </a:lnTo>
                <a:lnTo>
                  <a:pt x="249" y="548"/>
                </a:lnTo>
                <a:lnTo>
                  <a:pt x="249" y="549"/>
                </a:lnTo>
                <a:lnTo>
                  <a:pt x="258" y="523"/>
                </a:lnTo>
                <a:lnTo>
                  <a:pt x="258" y="524"/>
                </a:lnTo>
                <a:lnTo>
                  <a:pt x="267" y="497"/>
                </a:lnTo>
                <a:lnTo>
                  <a:pt x="266" y="497"/>
                </a:lnTo>
                <a:lnTo>
                  <a:pt x="271" y="483"/>
                </a:lnTo>
                <a:lnTo>
                  <a:pt x="275" y="469"/>
                </a:lnTo>
                <a:lnTo>
                  <a:pt x="279" y="454"/>
                </a:lnTo>
                <a:lnTo>
                  <a:pt x="282" y="439"/>
                </a:lnTo>
                <a:lnTo>
                  <a:pt x="286" y="423"/>
                </a:lnTo>
                <a:lnTo>
                  <a:pt x="286" y="424"/>
                </a:lnTo>
                <a:lnTo>
                  <a:pt x="290" y="407"/>
                </a:lnTo>
                <a:lnTo>
                  <a:pt x="289" y="408"/>
                </a:lnTo>
                <a:lnTo>
                  <a:pt x="293" y="391"/>
                </a:lnTo>
                <a:lnTo>
                  <a:pt x="296" y="374"/>
                </a:lnTo>
                <a:lnTo>
                  <a:pt x="296" y="375"/>
                </a:lnTo>
                <a:lnTo>
                  <a:pt x="299" y="357"/>
                </a:lnTo>
                <a:lnTo>
                  <a:pt x="302" y="339"/>
                </a:lnTo>
                <a:lnTo>
                  <a:pt x="302" y="340"/>
                </a:lnTo>
                <a:lnTo>
                  <a:pt x="305" y="321"/>
                </a:lnTo>
                <a:lnTo>
                  <a:pt x="307" y="302"/>
                </a:lnTo>
                <a:lnTo>
                  <a:pt x="307" y="305"/>
                </a:lnTo>
                <a:lnTo>
                  <a:pt x="307" y="304"/>
                </a:lnTo>
                <a:lnTo>
                  <a:pt x="307" y="305"/>
                </a:lnTo>
                <a:lnTo>
                  <a:pt x="307" y="303"/>
                </a:lnTo>
                <a:lnTo>
                  <a:pt x="307" y="302"/>
                </a:lnTo>
                <a:lnTo>
                  <a:pt x="307" y="298"/>
                </a:lnTo>
                <a:lnTo>
                  <a:pt x="307" y="292"/>
                </a:lnTo>
                <a:lnTo>
                  <a:pt x="307" y="286"/>
                </a:lnTo>
                <a:lnTo>
                  <a:pt x="307" y="285"/>
                </a:lnTo>
                <a:lnTo>
                  <a:pt x="308" y="278"/>
                </a:lnTo>
                <a:lnTo>
                  <a:pt x="308" y="269"/>
                </a:lnTo>
                <a:lnTo>
                  <a:pt x="309" y="259"/>
                </a:lnTo>
                <a:lnTo>
                  <a:pt x="310" y="249"/>
                </a:lnTo>
                <a:lnTo>
                  <a:pt x="312" y="238"/>
                </a:lnTo>
                <a:lnTo>
                  <a:pt x="312" y="237"/>
                </a:lnTo>
                <a:lnTo>
                  <a:pt x="314" y="226"/>
                </a:lnTo>
                <a:lnTo>
                  <a:pt x="314" y="225"/>
                </a:lnTo>
                <a:lnTo>
                  <a:pt x="316" y="213"/>
                </a:lnTo>
                <a:lnTo>
                  <a:pt x="318" y="200"/>
                </a:lnTo>
                <a:lnTo>
                  <a:pt x="319" y="200"/>
                </a:lnTo>
                <a:lnTo>
                  <a:pt x="322" y="187"/>
                </a:lnTo>
                <a:lnTo>
                  <a:pt x="322" y="186"/>
                </a:lnTo>
                <a:lnTo>
                  <a:pt x="325" y="174"/>
                </a:lnTo>
                <a:lnTo>
                  <a:pt x="326" y="173"/>
                </a:lnTo>
                <a:lnTo>
                  <a:pt x="330" y="160"/>
                </a:lnTo>
                <a:lnTo>
                  <a:pt x="330" y="159"/>
                </a:lnTo>
                <a:lnTo>
                  <a:pt x="335" y="146"/>
                </a:lnTo>
                <a:lnTo>
                  <a:pt x="335" y="145"/>
                </a:lnTo>
                <a:lnTo>
                  <a:pt x="341" y="132"/>
                </a:lnTo>
                <a:lnTo>
                  <a:pt x="341" y="131"/>
                </a:lnTo>
                <a:lnTo>
                  <a:pt x="347" y="118"/>
                </a:lnTo>
                <a:lnTo>
                  <a:pt x="348" y="117"/>
                </a:lnTo>
                <a:lnTo>
                  <a:pt x="354" y="105"/>
                </a:lnTo>
                <a:lnTo>
                  <a:pt x="355" y="104"/>
                </a:lnTo>
                <a:lnTo>
                  <a:pt x="363" y="92"/>
                </a:lnTo>
                <a:lnTo>
                  <a:pt x="363" y="91"/>
                </a:lnTo>
                <a:lnTo>
                  <a:pt x="372" y="79"/>
                </a:lnTo>
                <a:lnTo>
                  <a:pt x="373" y="78"/>
                </a:lnTo>
                <a:lnTo>
                  <a:pt x="382" y="67"/>
                </a:lnTo>
                <a:lnTo>
                  <a:pt x="383" y="66"/>
                </a:lnTo>
                <a:lnTo>
                  <a:pt x="393" y="55"/>
                </a:lnTo>
                <a:lnTo>
                  <a:pt x="394" y="54"/>
                </a:lnTo>
                <a:lnTo>
                  <a:pt x="406" y="44"/>
                </a:lnTo>
                <a:lnTo>
                  <a:pt x="407" y="43"/>
                </a:lnTo>
                <a:lnTo>
                  <a:pt x="419" y="35"/>
                </a:lnTo>
                <a:lnTo>
                  <a:pt x="421" y="34"/>
                </a:lnTo>
                <a:lnTo>
                  <a:pt x="434" y="26"/>
                </a:lnTo>
                <a:lnTo>
                  <a:pt x="435" y="25"/>
                </a:lnTo>
                <a:lnTo>
                  <a:pt x="449" y="18"/>
                </a:lnTo>
                <a:lnTo>
                  <a:pt x="451" y="18"/>
                </a:lnTo>
                <a:lnTo>
                  <a:pt x="467" y="12"/>
                </a:lnTo>
                <a:lnTo>
                  <a:pt x="468" y="12"/>
                </a:lnTo>
                <a:lnTo>
                  <a:pt x="485" y="7"/>
                </a:lnTo>
                <a:lnTo>
                  <a:pt x="487" y="7"/>
                </a:lnTo>
                <a:lnTo>
                  <a:pt x="504" y="4"/>
                </a:lnTo>
                <a:lnTo>
                  <a:pt x="506" y="4"/>
                </a:lnTo>
                <a:lnTo>
                  <a:pt x="525" y="3"/>
                </a:lnTo>
                <a:lnTo>
                  <a:pt x="522" y="3"/>
                </a:lnTo>
                <a:lnTo>
                  <a:pt x="520" y="4"/>
                </a:lnTo>
                <a:lnTo>
                  <a:pt x="521" y="3"/>
                </a:lnTo>
                <a:lnTo>
                  <a:pt x="523" y="3"/>
                </a:lnTo>
                <a:lnTo>
                  <a:pt x="524" y="3"/>
                </a:lnTo>
                <a:lnTo>
                  <a:pt x="525" y="2"/>
                </a:lnTo>
                <a:lnTo>
                  <a:pt x="527" y="2"/>
                </a:lnTo>
                <a:lnTo>
                  <a:pt x="529" y="2"/>
                </a:lnTo>
                <a:lnTo>
                  <a:pt x="531" y="1"/>
                </a:lnTo>
                <a:lnTo>
                  <a:pt x="534" y="1"/>
                </a:lnTo>
                <a:lnTo>
                  <a:pt x="538" y="1"/>
                </a:lnTo>
                <a:lnTo>
                  <a:pt x="539" y="1"/>
                </a:lnTo>
                <a:lnTo>
                  <a:pt x="543" y="0"/>
                </a:lnTo>
                <a:lnTo>
                  <a:pt x="544" y="0"/>
                </a:lnTo>
                <a:lnTo>
                  <a:pt x="548" y="0"/>
                </a:lnTo>
                <a:lnTo>
                  <a:pt x="549" y="0"/>
                </a:lnTo>
                <a:lnTo>
                  <a:pt x="553" y="1"/>
                </a:lnTo>
                <a:lnTo>
                  <a:pt x="555" y="1"/>
                </a:lnTo>
                <a:lnTo>
                  <a:pt x="565" y="2"/>
                </a:lnTo>
                <a:lnTo>
                  <a:pt x="567" y="2"/>
                </a:lnTo>
                <a:lnTo>
                  <a:pt x="573" y="3"/>
                </a:lnTo>
                <a:lnTo>
                  <a:pt x="574" y="3"/>
                </a:lnTo>
                <a:lnTo>
                  <a:pt x="580" y="5"/>
                </a:lnTo>
                <a:lnTo>
                  <a:pt x="581" y="5"/>
                </a:lnTo>
                <a:lnTo>
                  <a:pt x="587" y="7"/>
                </a:lnTo>
                <a:lnTo>
                  <a:pt x="588" y="7"/>
                </a:lnTo>
                <a:lnTo>
                  <a:pt x="596" y="9"/>
                </a:lnTo>
                <a:lnTo>
                  <a:pt x="580" y="50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59" name=""/>
          <p:cNvSpPr/>
          <p:nvPr/>
        </p:nvSpPr>
        <p:spPr>
          <a:xfrm>
            <a:off x="7801560" y="3099240"/>
            <a:ext cx="219960" cy="305280"/>
          </a:xfrm>
          <a:custGeom>
            <a:avLst/>
            <a:gdLst/>
            <a:ahLst/>
            <a:rect l="0" t="0" r="r" b="b"/>
            <a:pathLst>
              <a:path w="611" h="848">
                <a:moveTo>
                  <a:pt x="611" y="843"/>
                </a:moveTo>
                <a:lnTo>
                  <a:pt x="600" y="845"/>
                </a:lnTo>
                <a:lnTo>
                  <a:pt x="598" y="846"/>
                </a:lnTo>
                <a:lnTo>
                  <a:pt x="589" y="847"/>
                </a:lnTo>
                <a:lnTo>
                  <a:pt x="587" y="847"/>
                </a:lnTo>
                <a:lnTo>
                  <a:pt x="579" y="848"/>
                </a:lnTo>
                <a:lnTo>
                  <a:pt x="578" y="848"/>
                </a:lnTo>
                <a:lnTo>
                  <a:pt x="571" y="848"/>
                </a:lnTo>
                <a:lnTo>
                  <a:pt x="569" y="848"/>
                </a:lnTo>
                <a:lnTo>
                  <a:pt x="564" y="847"/>
                </a:lnTo>
                <a:lnTo>
                  <a:pt x="562" y="847"/>
                </a:lnTo>
                <a:lnTo>
                  <a:pt x="557" y="847"/>
                </a:lnTo>
                <a:lnTo>
                  <a:pt x="556" y="846"/>
                </a:lnTo>
                <a:lnTo>
                  <a:pt x="555" y="846"/>
                </a:lnTo>
                <a:lnTo>
                  <a:pt x="553" y="846"/>
                </a:lnTo>
                <a:lnTo>
                  <a:pt x="552" y="845"/>
                </a:lnTo>
                <a:lnTo>
                  <a:pt x="553" y="846"/>
                </a:lnTo>
                <a:lnTo>
                  <a:pt x="550" y="845"/>
                </a:lnTo>
                <a:lnTo>
                  <a:pt x="556" y="846"/>
                </a:lnTo>
                <a:lnTo>
                  <a:pt x="540" y="845"/>
                </a:lnTo>
                <a:lnTo>
                  <a:pt x="539" y="845"/>
                </a:lnTo>
                <a:lnTo>
                  <a:pt x="524" y="844"/>
                </a:lnTo>
                <a:lnTo>
                  <a:pt x="523" y="844"/>
                </a:lnTo>
                <a:lnTo>
                  <a:pt x="509" y="842"/>
                </a:lnTo>
                <a:lnTo>
                  <a:pt x="508" y="842"/>
                </a:lnTo>
                <a:lnTo>
                  <a:pt x="493" y="839"/>
                </a:lnTo>
                <a:lnTo>
                  <a:pt x="492" y="839"/>
                </a:lnTo>
                <a:lnTo>
                  <a:pt x="479" y="836"/>
                </a:lnTo>
                <a:lnTo>
                  <a:pt x="478" y="836"/>
                </a:lnTo>
                <a:lnTo>
                  <a:pt x="464" y="832"/>
                </a:lnTo>
                <a:lnTo>
                  <a:pt x="463" y="832"/>
                </a:lnTo>
                <a:lnTo>
                  <a:pt x="450" y="827"/>
                </a:lnTo>
                <a:lnTo>
                  <a:pt x="449" y="827"/>
                </a:lnTo>
                <a:lnTo>
                  <a:pt x="437" y="822"/>
                </a:lnTo>
                <a:lnTo>
                  <a:pt x="436" y="822"/>
                </a:lnTo>
                <a:lnTo>
                  <a:pt x="424" y="816"/>
                </a:lnTo>
                <a:lnTo>
                  <a:pt x="423" y="816"/>
                </a:lnTo>
                <a:lnTo>
                  <a:pt x="411" y="810"/>
                </a:lnTo>
                <a:lnTo>
                  <a:pt x="410" y="810"/>
                </a:lnTo>
                <a:lnTo>
                  <a:pt x="399" y="803"/>
                </a:lnTo>
                <a:lnTo>
                  <a:pt x="398" y="803"/>
                </a:lnTo>
                <a:lnTo>
                  <a:pt x="387" y="796"/>
                </a:lnTo>
                <a:lnTo>
                  <a:pt x="386" y="795"/>
                </a:lnTo>
                <a:lnTo>
                  <a:pt x="376" y="788"/>
                </a:lnTo>
                <a:lnTo>
                  <a:pt x="375" y="788"/>
                </a:lnTo>
                <a:lnTo>
                  <a:pt x="365" y="780"/>
                </a:lnTo>
                <a:lnTo>
                  <a:pt x="364" y="779"/>
                </a:lnTo>
                <a:lnTo>
                  <a:pt x="345" y="763"/>
                </a:lnTo>
                <a:lnTo>
                  <a:pt x="344" y="762"/>
                </a:lnTo>
                <a:lnTo>
                  <a:pt x="326" y="744"/>
                </a:lnTo>
                <a:lnTo>
                  <a:pt x="325" y="743"/>
                </a:lnTo>
                <a:lnTo>
                  <a:pt x="308" y="724"/>
                </a:lnTo>
                <a:lnTo>
                  <a:pt x="308" y="722"/>
                </a:lnTo>
                <a:lnTo>
                  <a:pt x="292" y="702"/>
                </a:lnTo>
                <a:lnTo>
                  <a:pt x="292" y="701"/>
                </a:lnTo>
                <a:lnTo>
                  <a:pt x="278" y="680"/>
                </a:lnTo>
                <a:lnTo>
                  <a:pt x="277" y="679"/>
                </a:lnTo>
                <a:lnTo>
                  <a:pt x="264" y="658"/>
                </a:lnTo>
                <a:lnTo>
                  <a:pt x="264" y="657"/>
                </a:lnTo>
                <a:lnTo>
                  <a:pt x="252" y="635"/>
                </a:lnTo>
                <a:lnTo>
                  <a:pt x="252" y="634"/>
                </a:lnTo>
                <a:lnTo>
                  <a:pt x="242" y="611"/>
                </a:lnTo>
                <a:lnTo>
                  <a:pt x="241" y="611"/>
                </a:lnTo>
                <a:lnTo>
                  <a:pt x="232" y="588"/>
                </a:lnTo>
                <a:lnTo>
                  <a:pt x="231" y="587"/>
                </a:lnTo>
                <a:lnTo>
                  <a:pt x="223" y="565"/>
                </a:lnTo>
                <a:lnTo>
                  <a:pt x="223" y="564"/>
                </a:lnTo>
                <a:lnTo>
                  <a:pt x="215" y="542"/>
                </a:lnTo>
                <a:lnTo>
                  <a:pt x="215" y="541"/>
                </a:lnTo>
                <a:lnTo>
                  <a:pt x="208" y="519"/>
                </a:lnTo>
                <a:lnTo>
                  <a:pt x="208" y="518"/>
                </a:lnTo>
                <a:lnTo>
                  <a:pt x="203" y="497"/>
                </a:lnTo>
                <a:lnTo>
                  <a:pt x="202" y="496"/>
                </a:lnTo>
                <a:lnTo>
                  <a:pt x="197" y="475"/>
                </a:lnTo>
                <a:lnTo>
                  <a:pt x="193" y="455"/>
                </a:lnTo>
                <a:lnTo>
                  <a:pt x="189" y="436"/>
                </a:lnTo>
                <a:lnTo>
                  <a:pt x="189" y="435"/>
                </a:lnTo>
                <a:lnTo>
                  <a:pt x="186" y="417"/>
                </a:lnTo>
                <a:lnTo>
                  <a:pt x="184" y="401"/>
                </a:lnTo>
                <a:lnTo>
                  <a:pt x="183" y="393"/>
                </a:lnTo>
                <a:lnTo>
                  <a:pt x="182" y="386"/>
                </a:lnTo>
                <a:lnTo>
                  <a:pt x="181" y="379"/>
                </a:lnTo>
                <a:lnTo>
                  <a:pt x="180" y="373"/>
                </a:lnTo>
                <a:lnTo>
                  <a:pt x="179" y="367"/>
                </a:lnTo>
                <a:lnTo>
                  <a:pt x="179" y="362"/>
                </a:lnTo>
                <a:lnTo>
                  <a:pt x="178" y="357"/>
                </a:lnTo>
                <a:lnTo>
                  <a:pt x="178" y="352"/>
                </a:lnTo>
                <a:lnTo>
                  <a:pt x="178" y="349"/>
                </a:lnTo>
                <a:lnTo>
                  <a:pt x="178" y="346"/>
                </a:lnTo>
                <a:lnTo>
                  <a:pt x="177" y="344"/>
                </a:lnTo>
                <a:lnTo>
                  <a:pt x="177" y="343"/>
                </a:lnTo>
                <a:lnTo>
                  <a:pt x="177" y="341"/>
                </a:lnTo>
                <a:lnTo>
                  <a:pt x="177" y="340"/>
                </a:lnTo>
                <a:lnTo>
                  <a:pt x="178" y="343"/>
                </a:lnTo>
                <a:lnTo>
                  <a:pt x="173" y="322"/>
                </a:lnTo>
                <a:lnTo>
                  <a:pt x="174" y="322"/>
                </a:lnTo>
                <a:lnTo>
                  <a:pt x="169" y="302"/>
                </a:lnTo>
                <a:lnTo>
                  <a:pt x="164" y="283"/>
                </a:lnTo>
                <a:lnTo>
                  <a:pt x="159" y="264"/>
                </a:lnTo>
                <a:lnTo>
                  <a:pt x="154" y="247"/>
                </a:lnTo>
                <a:lnTo>
                  <a:pt x="155" y="247"/>
                </a:lnTo>
                <a:lnTo>
                  <a:pt x="149" y="230"/>
                </a:lnTo>
                <a:lnTo>
                  <a:pt x="149" y="231"/>
                </a:lnTo>
                <a:lnTo>
                  <a:pt x="144" y="215"/>
                </a:lnTo>
                <a:lnTo>
                  <a:pt x="138" y="200"/>
                </a:lnTo>
                <a:lnTo>
                  <a:pt x="138" y="201"/>
                </a:lnTo>
                <a:lnTo>
                  <a:pt x="133" y="186"/>
                </a:lnTo>
                <a:lnTo>
                  <a:pt x="133" y="187"/>
                </a:lnTo>
                <a:lnTo>
                  <a:pt x="127" y="173"/>
                </a:lnTo>
                <a:lnTo>
                  <a:pt x="127" y="174"/>
                </a:lnTo>
                <a:lnTo>
                  <a:pt x="121" y="161"/>
                </a:lnTo>
                <a:lnTo>
                  <a:pt x="121" y="162"/>
                </a:lnTo>
                <a:lnTo>
                  <a:pt x="115" y="149"/>
                </a:lnTo>
                <a:lnTo>
                  <a:pt x="115" y="150"/>
                </a:lnTo>
                <a:lnTo>
                  <a:pt x="109" y="139"/>
                </a:lnTo>
                <a:lnTo>
                  <a:pt x="110" y="139"/>
                </a:lnTo>
                <a:lnTo>
                  <a:pt x="103" y="128"/>
                </a:lnTo>
                <a:lnTo>
                  <a:pt x="104" y="129"/>
                </a:lnTo>
                <a:lnTo>
                  <a:pt x="97" y="119"/>
                </a:lnTo>
                <a:lnTo>
                  <a:pt x="98" y="120"/>
                </a:lnTo>
                <a:lnTo>
                  <a:pt x="91" y="110"/>
                </a:lnTo>
                <a:lnTo>
                  <a:pt x="92" y="111"/>
                </a:lnTo>
                <a:lnTo>
                  <a:pt x="85" y="102"/>
                </a:lnTo>
                <a:lnTo>
                  <a:pt x="86" y="103"/>
                </a:lnTo>
                <a:lnTo>
                  <a:pt x="79" y="95"/>
                </a:lnTo>
                <a:lnTo>
                  <a:pt x="80" y="95"/>
                </a:lnTo>
                <a:lnTo>
                  <a:pt x="73" y="88"/>
                </a:lnTo>
                <a:lnTo>
                  <a:pt x="67" y="81"/>
                </a:lnTo>
                <a:lnTo>
                  <a:pt x="67" y="82"/>
                </a:lnTo>
                <a:lnTo>
                  <a:pt x="61" y="76"/>
                </a:lnTo>
                <a:lnTo>
                  <a:pt x="62" y="76"/>
                </a:lnTo>
                <a:lnTo>
                  <a:pt x="55" y="70"/>
                </a:lnTo>
                <a:lnTo>
                  <a:pt x="56" y="71"/>
                </a:lnTo>
                <a:lnTo>
                  <a:pt x="49" y="66"/>
                </a:lnTo>
                <a:lnTo>
                  <a:pt x="50" y="66"/>
                </a:lnTo>
                <a:lnTo>
                  <a:pt x="43" y="61"/>
                </a:lnTo>
                <a:lnTo>
                  <a:pt x="44" y="62"/>
                </a:lnTo>
                <a:lnTo>
                  <a:pt x="38" y="57"/>
                </a:lnTo>
                <a:lnTo>
                  <a:pt x="38" y="58"/>
                </a:lnTo>
                <a:lnTo>
                  <a:pt x="32" y="54"/>
                </a:lnTo>
                <a:lnTo>
                  <a:pt x="33" y="55"/>
                </a:lnTo>
                <a:lnTo>
                  <a:pt x="27" y="51"/>
                </a:lnTo>
                <a:lnTo>
                  <a:pt x="21" y="48"/>
                </a:lnTo>
                <a:lnTo>
                  <a:pt x="22" y="49"/>
                </a:lnTo>
                <a:lnTo>
                  <a:pt x="10" y="44"/>
                </a:lnTo>
                <a:lnTo>
                  <a:pt x="12" y="44"/>
                </a:lnTo>
                <a:lnTo>
                  <a:pt x="0" y="41"/>
                </a:lnTo>
                <a:lnTo>
                  <a:pt x="13" y="0"/>
                </a:lnTo>
                <a:lnTo>
                  <a:pt x="25" y="4"/>
                </a:lnTo>
                <a:lnTo>
                  <a:pt x="26" y="4"/>
                </a:lnTo>
                <a:lnTo>
                  <a:pt x="39" y="9"/>
                </a:lnTo>
                <a:lnTo>
                  <a:pt x="40" y="10"/>
                </a:lnTo>
                <a:lnTo>
                  <a:pt x="46" y="13"/>
                </a:lnTo>
                <a:lnTo>
                  <a:pt x="47" y="14"/>
                </a:lnTo>
                <a:lnTo>
                  <a:pt x="53" y="17"/>
                </a:lnTo>
                <a:lnTo>
                  <a:pt x="55" y="18"/>
                </a:lnTo>
                <a:lnTo>
                  <a:pt x="61" y="22"/>
                </a:lnTo>
                <a:lnTo>
                  <a:pt x="62" y="22"/>
                </a:lnTo>
                <a:lnTo>
                  <a:pt x="68" y="26"/>
                </a:lnTo>
                <a:lnTo>
                  <a:pt x="69" y="27"/>
                </a:lnTo>
                <a:lnTo>
                  <a:pt x="75" y="32"/>
                </a:lnTo>
                <a:lnTo>
                  <a:pt x="76" y="33"/>
                </a:lnTo>
                <a:lnTo>
                  <a:pt x="83" y="38"/>
                </a:lnTo>
                <a:lnTo>
                  <a:pt x="90" y="44"/>
                </a:lnTo>
                <a:lnTo>
                  <a:pt x="91" y="45"/>
                </a:lnTo>
                <a:lnTo>
                  <a:pt x="97" y="51"/>
                </a:lnTo>
                <a:lnTo>
                  <a:pt x="98" y="52"/>
                </a:lnTo>
                <a:lnTo>
                  <a:pt x="105" y="59"/>
                </a:lnTo>
                <a:lnTo>
                  <a:pt x="105" y="60"/>
                </a:lnTo>
                <a:lnTo>
                  <a:pt x="112" y="67"/>
                </a:lnTo>
                <a:lnTo>
                  <a:pt x="112" y="68"/>
                </a:lnTo>
                <a:lnTo>
                  <a:pt x="119" y="76"/>
                </a:lnTo>
                <a:lnTo>
                  <a:pt x="119" y="77"/>
                </a:lnTo>
                <a:lnTo>
                  <a:pt x="126" y="85"/>
                </a:lnTo>
                <a:lnTo>
                  <a:pt x="126" y="86"/>
                </a:lnTo>
                <a:lnTo>
                  <a:pt x="133" y="95"/>
                </a:lnTo>
                <a:lnTo>
                  <a:pt x="133" y="96"/>
                </a:lnTo>
                <a:lnTo>
                  <a:pt x="140" y="106"/>
                </a:lnTo>
                <a:lnTo>
                  <a:pt x="140" y="107"/>
                </a:lnTo>
                <a:lnTo>
                  <a:pt x="146" y="118"/>
                </a:lnTo>
                <a:lnTo>
                  <a:pt x="147" y="118"/>
                </a:lnTo>
                <a:lnTo>
                  <a:pt x="153" y="129"/>
                </a:lnTo>
                <a:lnTo>
                  <a:pt x="153" y="130"/>
                </a:lnTo>
                <a:lnTo>
                  <a:pt x="159" y="142"/>
                </a:lnTo>
                <a:lnTo>
                  <a:pt x="160" y="143"/>
                </a:lnTo>
                <a:lnTo>
                  <a:pt x="166" y="156"/>
                </a:lnTo>
                <a:lnTo>
                  <a:pt x="172" y="170"/>
                </a:lnTo>
                <a:lnTo>
                  <a:pt x="178" y="185"/>
                </a:lnTo>
                <a:lnTo>
                  <a:pt x="184" y="200"/>
                </a:lnTo>
                <a:lnTo>
                  <a:pt x="184" y="201"/>
                </a:lnTo>
                <a:lnTo>
                  <a:pt x="190" y="217"/>
                </a:lnTo>
                <a:lnTo>
                  <a:pt x="195" y="234"/>
                </a:lnTo>
                <a:lnTo>
                  <a:pt x="195" y="235"/>
                </a:lnTo>
                <a:lnTo>
                  <a:pt x="200" y="252"/>
                </a:lnTo>
                <a:lnTo>
                  <a:pt x="201" y="253"/>
                </a:lnTo>
                <a:lnTo>
                  <a:pt x="206" y="271"/>
                </a:lnTo>
                <a:lnTo>
                  <a:pt x="206" y="272"/>
                </a:lnTo>
                <a:lnTo>
                  <a:pt x="211" y="292"/>
                </a:lnTo>
                <a:lnTo>
                  <a:pt x="211" y="293"/>
                </a:lnTo>
                <a:lnTo>
                  <a:pt x="215" y="313"/>
                </a:lnTo>
                <a:lnTo>
                  <a:pt x="215" y="314"/>
                </a:lnTo>
                <a:lnTo>
                  <a:pt x="219" y="335"/>
                </a:lnTo>
                <a:lnTo>
                  <a:pt x="220" y="338"/>
                </a:lnTo>
                <a:lnTo>
                  <a:pt x="220" y="339"/>
                </a:lnTo>
                <a:lnTo>
                  <a:pt x="220" y="341"/>
                </a:lnTo>
                <a:lnTo>
                  <a:pt x="220" y="340"/>
                </a:lnTo>
                <a:lnTo>
                  <a:pt x="220" y="342"/>
                </a:lnTo>
                <a:lnTo>
                  <a:pt x="220" y="343"/>
                </a:lnTo>
                <a:lnTo>
                  <a:pt x="220" y="346"/>
                </a:lnTo>
                <a:lnTo>
                  <a:pt x="220" y="345"/>
                </a:lnTo>
                <a:lnTo>
                  <a:pt x="221" y="349"/>
                </a:lnTo>
                <a:lnTo>
                  <a:pt x="221" y="353"/>
                </a:lnTo>
                <a:lnTo>
                  <a:pt x="221" y="357"/>
                </a:lnTo>
                <a:lnTo>
                  <a:pt x="222" y="362"/>
                </a:lnTo>
                <a:lnTo>
                  <a:pt x="223" y="368"/>
                </a:lnTo>
                <a:lnTo>
                  <a:pt x="223" y="374"/>
                </a:lnTo>
                <a:lnTo>
                  <a:pt x="224" y="381"/>
                </a:lnTo>
                <a:lnTo>
                  <a:pt x="224" y="380"/>
                </a:lnTo>
                <a:lnTo>
                  <a:pt x="225" y="387"/>
                </a:lnTo>
                <a:lnTo>
                  <a:pt x="226" y="395"/>
                </a:lnTo>
                <a:lnTo>
                  <a:pt x="228" y="411"/>
                </a:lnTo>
                <a:lnTo>
                  <a:pt x="228" y="410"/>
                </a:lnTo>
                <a:lnTo>
                  <a:pt x="231" y="428"/>
                </a:lnTo>
                <a:lnTo>
                  <a:pt x="231" y="427"/>
                </a:lnTo>
                <a:lnTo>
                  <a:pt x="235" y="446"/>
                </a:lnTo>
                <a:lnTo>
                  <a:pt x="239" y="466"/>
                </a:lnTo>
                <a:lnTo>
                  <a:pt x="239" y="465"/>
                </a:lnTo>
                <a:lnTo>
                  <a:pt x="244" y="486"/>
                </a:lnTo>
                <a:lnTo>
                  <a:pt x="250" y="507"/>
                </a:lnTo>
                <a:lnTo>
                  <a:pt x="249" y="507"/>
                </a:lnTo>
                <a:lnTo>
                  <a:pt x="256" y="529"/>
                </a:lnTo>
                <a:lnTo>
                  <a:pt x="256" y="528"/>
                </a:lnTo>
                <a:lnTo>
                  <a:pt x="263" y="550"/>
                </a:lnTo>
                <a:lnTo>
                  <a:pt x="272" y="572"/>
                </a:lnTo>
                <a:lnTo>
                  <a:pt x="271" y="572"/>
                </a:lnTo>
                <a:lnTo>
                  <a:pt x="281" y="594"/>
                </a:lnTo>
                <a:lnTo>
                  <a:pt x="280" y="593"/>
                </a:lnTo>
                <a:lnTo>
                  <a:pt x="291" y="616"/>
                </a:lnTo>
                <a:lnTo>
                  <a:pt x="290" y="615"/>
                </a:lnTo>
                <a:lnTo>
                  <a:pt x="302" y="637"/>
                </a:lnTo>
                <a:lnTo>
                  <a:pt x="301" y="636"/>
                </a:lnTo>
                <a:lnTo>
                  <a:pt x="314" y="658"/>
                </a:lnTo>
                <a:lnTo>
                  <a:pt x="313" y="657"/>
                </a:lnTo>
                <a:lnTo>
                  <a:pt x="327" y="678"/>
                </a:lnTo>
                <a:lnTo>
                  <a:pt x="326" y="677"/>
                </a:lnTo>
                <a:lnTo>
                  <a:pt x="342" y="697"/>
                </a:lnTo>
                <a:lnTo>
                  <a:pt x="341" y="696"/>
                </a:lnTo>
                <a:lnTo>
                  <a:pt x="357" y="715"/>
                </a:lnTo>
                <a:lnTo>
                  <a:pt x="356" y="714"/>
                </a:lnTo>
                <a:lnTo>
                  <a:pt x="374" y="731"/>
                </a:lnTo>
                <a:lnTo>
                  <a:pt x="373" y="730"/>
                </a:lnTo>
                <a:lnTo>
                  <a:pt x="392" y="747"/>
                </a:lnTo>
                <a:lnTo>
                  <a:pt x="391" y="746"/>
                </a:lnTo>
                <a:lnTo>
                  <a:pt x="401" y="753"/>
                </a:lnTo>
                <a:lnTo>
                  <a:pt x="400" y="753"/>
                </a:lnTo>
                <a:lnTo>
                  <a:pt x="411" y="760"/>
                </a:lnTo>
                <a:lnTo>
                  <a:pt x="410" y="760"/>
                </a:lnTo>
                <a:lnTo>
                  <a:pt x="421" y="767"/>
                </a:lnTo>
                <a:lnTo>
                  <a:pt x="420" y="766"/>
                </a:lnTo>
                <a:lnTo>
                  <a:pt x="431" y="772"/>
                </a:lnTo>
                <a:lnTo>
                  <a:pt x="430" y="772"/>
                </a:lnTo>
                <a:lnTo>
                  <a:pt x="442" y="778"/>
                </a:lnTo>
                <a:lnTo>
                  <a:pt x="441" y="777"/>
                </a:lnTo>
                <a:lnTo>
                  <a:pt x="453" y="783"/>
                </a:lnTo>
                <a:lnTo>
                  <a:pt x="452" y="782"/>
                </a:lnTo>
                <a:lnTo>
                  <a:pt x="465" y="787"/>
                </a:lnTo>
                <a:lnTo>
                  <a:pt x="464" y="787"/>
                </a:lnTo>
                <a:lnTo>
                  <a:pt x="477" y="791"/>
                </a:lnTo>
                <a:lnTo>
                  <a:pt x="476" y="791"/>
                </a:lnTo>
                <a:lnTo>
                  <a:pt x="489" y="795"/>
                </a:lnTo>
                <a:lnTo>
                  <a:pt x="488" y="794"/>
                </a:lnTo>
                <a:lnTo>
                  <a:pt x="502" y="797"/>
                </a:lnTo>
                <a:lnTo>
                  <a:pt x="501" y="797"/>
                </a:lnTo>
                <a:lnTo>
                  <a:pt x="515" y="800"/>
                </a:lnTo>
                <a:lnTo>
                  <a:pt x="514" y="800"/>
                </a:lnTo>
                <a:lnTo>
                  <a:pt x="529" y="802"/>
                </a:lnTo>
                <a:lnTo>
                  <a:pt x="528" y="801"/>
                </a:lnTo>
                <a:lnTo>
                  <a:pt x="543" y="803"/>
                </a:lnTo>
                <a:lnTo>
                  <a:pt x="542" y="803"/>
                </a:lnTo>
                <a:lnTo>
                  <a:pt x="557" y="803"/>
                </a:lnTo>
                <a:lnTo>
                  <a:pt x="564" y="804"/>
                </a:lnTo>
                <a:lnTo>
                  <a:pt x="565" y="804"/>
                </a:lnTo>
                <a:lnTo>
                  <a:pt x="562" y="804"/>
                </a:lnTo>
                <a:lnTo>
                  <a:pt x="563" y="804"/>
                </a:lnTo>
                <a:lnTo>
                  <a:pt x="564" y="804"/>
                </a:lnTo>
                <a:lnTo>
                  <a:pt x="565" y="804"/>
                </a:lnTo>
                <a:lnTo>
                  <a:pt x="563" y="804"/>
                </a:lnTo>
                <a:lnTo>
                  <a:pt x="565" y="804"/>
                </a:lnTo>
                <a:lnTo>
                  <a:pt x="564" y="804"/>
                </a:lnTo>
                <a:lnTo>
                  <a:pt x="568" y="805"/>
                </a:lnTo>
                <a:lnTo>
                  <a:pt x="567" y="805"/>
                </a:lnTo>
                <a:lnTo>
                  <a:pt x="572" y="805"/>
                </a:lnTo>
                <a:lnTo>
                  <a:pt x="571" y="805"/>
                </a:lnTo>
                <a:lnTo>
                  <a:pt x="578" y="805"/>
                </a:lnTo>
                <a:lnTo>
                  <a:pt x="576" y="805"/>
                </a:lnTo>
                <a:lnTo>
                  <a:pt x="584" y="804"/>
                </a:lnTo>
                <a:lnTo>
                  <a:pt x="583" y="805"/>
                </a:lnTo>
                <a:lnTo>
                  <a:pt x="592" y="803"/>
                </a:lnTo>
                <a:lnTo>
                  <a:pt x="590" y="804"/>
                </a:lnTo>
                <a:lnTo>
                  <a:pt x="601" y="801"/>
                </a:lnTo>
                <a:lnTo>
                  <a:pt x="611" y="843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0" name=""/>
          <p:cNvSpPr/>
          <p:nvPr/>
        </p:nvSpPr>
        <p:spPr>
          <a:xfrm>
            <a:off x="8017200" y="3081600"/>
            <a:ext cx="205560" cy="321120"/>
          </a:xfrm>
          <a:custGeom>
            <a:avLst/>
            <a:gdLst/>
            <a:ahLst/>
            <a:rect l="0" t="0" r="r" b="b"/>
            <a:pathLst>
              <a:path w="571" h="892">
                <a:moveTo>
                  <a:pt x="559" y="50"/>
                </a:moveTo>
                <a:lnTo>
                  <a:pt x="548" y="47"/>
                </a:lnTo>
                <a:lnTo>
                  <a:pt x="549" y="47"/>
                </a:lnTo>
                <a:lnTo>
                  <a:pt x="539" y="45"/>
                </a:lnTo>
                <a:lnTo>
                  <a:pt x="541" y="45"/>
                </a:lnTo>
                <a:lnTo>
                  <a:pt x="531" y="43"/>
                </a:lnTo>
                <a:lnTo>
                  <a:pt x="532" y="43"/>
                </a:lnTo>
                <a:lnTo>
                  <a:pt x="523" y="42"/>
                </a:lnTo>
                <a:lnTo>
                  <a:pt x="524" y="42"/>
                </a:lnTo>
                <a:lnTo>
                  <a:pt x="515" y="42"/>
                </a:lnTo>
                <a:lnTo>
                  <a:pt x="516" y="42"/>
                </a:lnTo>
                <a:lnTo>
                  <a:pt x="507" y="42"/>
                </a:lnTo>
                <a:lnTo>
                  <a:pt x="508" y="42"/>
                </a:lnTo>
                <a:lnTo>
                  <a:pt x="499" y="43"/>
                </a:lnTo>
                <a:lnTo>
                  <a:pt x="501" y="43"/>
                </a:lnTo>
                <a:lnTo>
                  <a:pt x="492" y="45"/>
                </a:lnTo>
                <a:lnTo>
                  <a:pt x="493" y="44"/>
                </a:lnTo>
                <a:lnTo>
                  <a:pt x="485" y="46"/>
                </a:lnTo>
                <a:lnTo>
                  <a:pt x="486" y="46"/>
                </a:lnTo>
                <a:lnTo>
                  <a:pt x="477" y="49"/>
                </a:lnTo>
                <a:lnTo>
                  <a:pt x="479" y="48"/>
                </a:lnTo>
                <a:lnTo>
                  <a:pt x="471" y="51"/>
                </a:lnTo>
                <a:lnTo>
                  <a:pt x="472" y="51"/>
                </a:lnTo>
                <a:lnTo>
                  <a:pt x="464" y="55"/>
                </a:lnTo>
                <a:lnTo>
                  <a:pt x="465" y="54"/>
                </a:lnTo>
                <a:lnTo>
                  <a:pt x="457" y="58"/>
                </a:lnTo>
                <a:lnTo>
                  <a:pt x="458" y="58"/>
                </a:lnTo>
                <a:lnTo>
                  <a:pt x="450" y="62"/>
                </a:lnTo>
                <a:lnTo>
                  <a:pt x="451" y="62"/>
                </a:lnTo>
                <a:lnTo>
                  <a:pt x="444" y="67"/>
                </a:lnTo>
                <a:lnTo>
                  <a:pt x="445" y="66"/>
                </a:lnTo>
                <a:lnTo>
                  <a:pt x="437" y="72"/>
                </a:lnTo>
                <a:lnTo>
                  <a:pt x="439" y="71"/>
                </a:lnTo>
                <a:lnTo>
                  <a:pt x="425" y="83"/>
                </a:lnTo>
                <a:lnTo>
                  <a:pt x="426" y="82"/>
                </a:lnTo>
                <a:lnTo>
                  <a:pt x="413" y="95"/>
                </a:lnTo>
                <a:lnTo>
                  <a:pt x="414" y="94"/>
                </a:lnTo>
                <a:lnTo>
                  <a:pt x="401" y="109"/>
                </a:lnTo>
                <a:lnTo>
                  <a:pt x="402" y="108"/>
                </a:lnTo>
                <a:lnTo>
                  <a:pt x="390" y="124"/>
                </a:lnTo>
                <a:lnTo>
                  <a:pt x="391" y="123"/>
                </a:lnTo>
                <a:lnTo>
                  <a:pt x="379" y="140"/>
                </a:lnTo>
                <a:lnTo>
                  <a:pt x="380" y="139"/>
                </a:lnTo>
                <a:lnTo>
                  <a:pt x="370" y="157"/>
                </a:lnTo>
                <a:lnTo>
                  <a:pt x="370" y="156"/>
                </a:lnTo>
                <a:lnTo>
                  <a:pt x="360" y="174"/>
                </a:lnTo>
                <a:lnTo>
                  <a:pt x="351" y="192"/>
                </a:lnTo>
                <a:lnTo>
                  <a:pt x="352" y="192"/>
                </a:lnTo>
                <a:lnTo>
                  <a:pt x="343" y="211"/>
                </a:lnTo>
                <a:lnTo>
                  <a:pt x="343" y="210"/>
                </a:lnTo>
                <a:lnTo>
                  <a:pt x="336" y="229"/>
                </a:lnTo>
                <a:lnTo>
                  <a:pt x="336" y="228"/>
                </a:lnTo>
                <a:lnTo>
                  <a:pt x="329" y="247"/>
                </a:lnTo>
                <a:lnTo>
                  <a:pt x="322" y="265"/>
                </a:lnTo>
                <a:lnTo>
                  <a:pt x="322" y="264"/>
                </a:lnTo>
                <a:lnTo>
                  <a:pt x="316" y="283"/>
                </a:lnTo>
                <a:lnTo>
                  <a:pt x="316" y="282"/>
                </a:lnTo>
                <a:lnTo>
                  <a:pt x="311" y="299"/>
                </a:lnTo>
                <a:lnTo>
                  <a:pt x="306" y="316"/>
                </a:lnTo>
                <a:lnTo>
                  <a:pt x="306" y="315"/>
                </a:lnTo>
                <a:lnTo>
                  <a:pt x="302" y="331"/>
                </a:lnTo>
                <a:lnTo>
                  <a:pt x="298" y="345"/>
                </a:lnTo>
                <a:lnTo>
                  <a:pt x="295" y="358"/>
                </a:lnTo>
                <a:lnTo>
                  <a:pt x="295" y="357"/>
                </a:lnTo>
                <a:lnTo>
                  <a:pt x="294" y="363"/>
                </a:lnTo>
                <a:lnTo>
                  <a:pt x="292" y="369"/>
                </a:lnTo>
                <a:lnTo>
                  <a:pt x="291" y="374"/>
                </a:lnTo>
                <a:lnTo>
                  <a:pt x="290" y="378"/>
                </a:lnTo>
                <a:lnTo>
                  <a:pt x="289" y="383"/>
                </a:lnTo>
                <a:lnTo>
                  <a:pt x="289" y="382"/>
                </a:lnTo>
                <a:lnTo>
                  <a:pt x="289" y="386"/>
                </a:lnTo>
                <a:lnTo>
                  <a:pt x="288" y="389"/>
                </a:lnTo>
                <a:lnTo>
                  <a:pt x="287" y="392"/>
                </a:lnTo>
                <a:lnTo>
                  <a:pt x="288" y="392"/>
                </a:lnTo>
                <a:lnTo>
                  <a:pt x="287" y="394"/>
                </a:lnTo>
                <a:lnTo>
                  <a:pt x="287" y="393"/>
                </a:lnTo>
                <a:lnTo>
                  <a:pt x="287" y="395"/>
                </a:lnTo>
                <a:lnTo>
                  <a:pt x="287" y="396"/>
                </a:lnTo>
                <a:lnTo>
                  <a:pt x="287" y="397"/>
                </a:lnTo>
                <a:lnTo>
                  <a:pt x="287" y="395"/>
                </a:lnTo>
                <a:lnTo>
                  <a:pt x="285" y="412"/>
                </a:lnTo>
                <a:lnTo>
                  <a:pt x="285" y="413"/>
                </a:lnTo>
                <a:lnTo>
                  <a:pt x="282" y="430"/>
                </a:lnTo>
                <a:lnTo>
                  <a:pt x="280" y="446"/>
                </a:lnTo>
                <a:lnTo>
                  <a:pt x="279" y="446"/>
                </a:lnTo>
                <a:lnTo>
                  <a:pt x="277" y="463"/>
                </a:lnTo>
                <a:lnTo>
                  <a:pt x="271" y="494"/>
                </a:lnTo>
                <a:lnTo>
                  <a:pt x="265" y="524"/>
                </a:lnTo>
                <a:lnTo>
                  <a:pt x="258" y="552"/>
                </a:lnTo>
                <a:lnTo>
                  <a:pt x="258" y="553"/>
                </a:lnTo>
                <a:lnTo>
                  <a:pt x="251" y="579"/>
                </a:lnTo>
                <a:lnTo>
                  <a:pt x="251" y="580"/>
                </a:lnTo>
                <a:lnTo>
                  <a:pt x="244" y="604"/>
                </a:lnTo>
                <a:lnTo>
                  <a:pt x="243" y="605"/>
                </a:lnTo>
                <a:lnTo>
                  <a:pt x="236" y="628"/>
                </a:lnTo>
                <a:lnTo>
                  <a:pt x="236" y="629"/>
                </a:lnTo>
                <a:lnTo>
                  <a:pt x="228" y="651"/>
                </a:lnTo>
                <a:lnTo>
                  <a:pt x="227" y="652"/>
                </a:lnTo>
                <a:lnTo>
                  <a:pt x="219" y="673"/>
                </a:lnTo>
                <a:lnTo>
                  <a:pt x="211" y="693"/>
                </a:lnTo>
                <a:lnTo>
                  <a:pt x="210" y="693"/>
                </a:lnTo>
                <a:lnTo>
                  <a:pt x="201" y="712"/>
                </a:lnTo>
                <a:lnTo>
                  <a:pt x="200" y="712"/>
                </a:lnTo>
                <a:lnTo>
                  <a:pt x="192" y="730"/>
                </a:lnTo>
                <a:lnTo>
                  <a:pt x="191" y="730"/>
                </a:lnTo>
                <a:lnTo>
                  <a:pt x="182" y="746"/>
                </a:lnTo>
                <a:lnTo>
                  <a:pt x="182" y="747"/>
                </a:lnTo>
                <a:lnTo>
                  <a:pt x="173" y="762"/>
                </a:lnTo>
                <a:lnTo>
                  <a:pt x="172" y="762"/>
                </a:lnTo>
                <a:lnTo>
                  <a:pt x="163" y="776"/>
                </a:lnTo>
                <a:lnTo>
                  <a:pt x="162" y="777"/>
                </a:lnTo>
                <a:lnTo>
                  <a:pt x="153" y="789"/>
                </a:lnTo>
                <a:lnTo>
                  <a:pt x="153" y="790"/>
                </a:lnTo>
                <a:lnTo>
                  <a:pt x="143" y="803"/>
                </a:lnTo>
                <a:lnTo>
                  <a:pt x="143" y="804"/>
                </a:lnTo>
                <a:lnTo>
                  <a:pt x="133" y="814"/>
                </a:lnTo>
                <a:lnTo>
                  <a:pt x="133" y="815"/>
                </a:lnTo>
                <a:lnTo>
                  <a:pt x="123" y="825"/>
                </a:lnTo>
                <a:lnTo>
                  <a:pt x="123" y="826"/>
                </a:lnTo>
                <a:lnTo>
                  <a:pt x="113" y="834"/>
                </a:lnTo>
                <a:lnTo>
                  <a:pt x="113" y="835"/>
                </a:lnTo>
                <a:lnTo>
                  <a:pt x="103" y="843"/>
                </a:lnTo>
                <a:lnTo>
                  <a:pt x="102" y="844"/>
                </a:lnTo>
                <a:lnTo>
                  <a:pt x="93" y="851"/>
                </a:lnTo>
                <a:lnTo>
                  <a:pt x="92" y="852"/>
                </a:lnTo>
                <a:lnTo>
                  <a:pt x="83" y="858"/>
                </a:lnTo>
                <a:lnTo>
                  <a:pt x="83" y="859"/>
                </a:lnTo>
                <a:lnTo>
                  <a:pt x="74" y="865"/>
                </a:lnTo>
                <a:lnTo>
                  <a:pt x="73" y="865"/>
                </a:lnTo>
                <a:lnTo>
                  <a:pt x="64" y="870"/>
                </a:lnTo>
                <a:lnTo>
                  <a:pt x="63" y="871"/>
                </a:lnTo>
                <a:lnTo>
                  <a:pt x="55" y="875"/>
                </a:lnTo>
                <a:lnTo>
                  <a:pt x="54" y="876"/>
                </a:lnTo>
                <a:lnTo>
                  <a:pt x="45" y="880"/>
                </a:lnTo>
                <a:lnTo>
                  <a:pt x="36" y="883"/>
                </a:lnTo>
                <a:lnTo>
                  <a:pt x="36" y="884"/>
                </a:lnTo>
                <a:lnTo>
                  <a:pt x="28" y="887"/>
                </a:lnTo>
                <a:lnTo>
                  <a:pt x="27" y="887"/>
                </a:lnTo>
                <a:lnTo>
                  <a:pt x="19" y="889"/>
                </a:lnTo>
                <a:lnTo>
                  <a:pt x="18" y="890"/>
                </a:lnTo>
                <a:lnTo>
                  <a:pt x="11" y="892"/>
                </a:lnTo>
                <a:lnTo>
                  <a:pt x="0" y="850"/>
                </a:lnTo>
                <a:lnTo>
                  <a:pt x="7" y="848"/>
                </a:lnTo>
                <a:lnTo>
                  <a:pt x="6" y="849"/>
                </a:lnTo>
                <a:lnTo>
                  <a:pt x="14" y="846"/>
                </a:lnTo>
                <a:lnTo>
                  <a:pt x="13" y="847"/>
                </a:lnTo>
                <a:lnTo>
                  <a:pt x="21" y="844"/>
                </a:lnTo>
                <a:lnTo>
                  <a:pt x="20" y="844"/>
                </a:lnTo>
                <a:lnTo>
                  <a:pt x="28" y="841"/>
                </a:lnTo>
                <a:lnTo>
                  <a:pt x="27" y="841"/>
                </a:lnTo>
                <a:lnTo>
                  <a:pt x="36" y="837"/>
                </a:lnTo>
                <a:lnTo>
                  <a:pt x="35" y="838"/>
                </a:lnTo>
                <a:lnTo>
                  <a:pt x="43" y="833"/>
                </a:lnTo>
                <a:lnTo>
                  <a:pt x="42" y="834"/>
                </a:lnTo>
                <a:lnTo>
                  <a:pt x="51" y="828"/>
                </a:lnTo>
                <a:lnTo>
                  <a:pt x="50" y="829"/>
                </a:lnTo>
                <a:lnTo>
                  <a:pt x="59" y="823"/>
                </a:lnTo>
                <a:lnTo>
                  <a:pt x="58" y="824"/>
                </a:lnTo>
                <a:lnTo>
                  <a:pt x="68" y="817"/>
                </a:lnTo>
                <a:lnTo>
                  <a:pt x="67" y="818"/>
                </a:lnTo>
                <a:lnTo>
                  <a:pt x="76" y="810"/>
                </a:lnTo>
                <a:lnTo>
                  <a:pt x="75" y="811"/>
                </a:lnTo>
                <a:lnTo>
                  <a:pt x="84" y="803"/>
                </a:lnTo>
                <a:lnTo>
                  <a:pt x="84" y="804"/>
                </a:lnTo>
                <a:lnTo>
                  <a:pt x="93" y="794"/>
                </a:lnTo>
                <a:lnTo>
                  <a:pt x="92" y="794"/>
                </a:lnTo>
                <a:lnTo>
                  <a:pt x="102" y="785"/>
                </a:lnTo>
                <a:lnTo>
                  <a:pt x="101" y="785"/>
                </a:lnTo>
                <a:lnTo>
                  <a:pt x="110" y="775"/>
                </a:lnTo>
                <a:lnTo>
                  <a:pt x="119" y="764"/>
                </a:lnTo>
                <a:lnTo>
                  <a:pt x="128" y="752"/>
                </a:lnTo>
                <a:lnTo>
                  <a:pt x="137" y="739"/>
                </a:lnTo>
                <a:lnTo>
                  <a:pt x="136" y="739"/>
                </a:lnTo>
                <a:lnTo>
                  <a:pt x="145" y="725"/>
                </a:lnTo>
                <a:lnTo>
                  <a:pt x="154" y="709"/>
                </a:lnTo>
                <a:lnTo>
                  <a:pt x="154" y="710"/>
                </a:lnTo>
                <a:lnTo>
                  <a:pt x="162" y="693"/>
                </a:lnTo>
                <a:lnTo>
                  <a:pt x="162" y="694"/>
                </a:lnTo>
                <a:lnTo>
                  <a:pt x="171" y="675"/>
                </a:lnTo>
                <a:lnTo>
                  <a:pt x="170" y="676"/>
                </a:lnTo>
                <a:lnTo>
                  <a:pt x="179" y="656"/>
                </a:lnTo>
                <a:lnTo>
                  <a:pt x="179" y="657"/>
                </a:lnTo>
                <a:lnTo>
                  <a:pt x="187" y="636"/>
                </a:lnTo>
                <a:lnTo>
                  <a:pt x="186" y="637"/>
                </a:lnTo>
                <a:lnTo>
                  <a:pt x="194" y="615"/>
                </a:lnTo>
                <a:lnTo>
                  <a:pt x="202" y="592"/>
                </a:lnTo>
                <a:lnTo>
                  <a:pt x="210" y="568"/>
                </a:lnTo>
                <a:lnTo>
                  <a:pt x="217" y="542"/>
                </a:lnTo>
                <a:lnTo>
                  <a:pt x="216" y="542"/>
                </a:lnTo>
                <a:lnTo>
                  <a:pt x="223" y="514"/>
                </a:lnTo>
                <a:lnTo>
                  <a:pt x="223" y="515"/>
                </a:lnTo>
                <a:lnTo>
                  <a:pt x="229" y="486"/>
                </a:lnTo>
                <a:lnTo>
                  <a:pt x="235" y="455"/>
                </a:lnTo>
                <a:lnTo>
                  <a:pt x="237" y="439"/>
                </a:lnTo>
                <a:lnTo>
                  <a:pt x="237" y="440"/>
                </a:lnTo>
                <a:lnTo>
                  <a:pt x="240" y="423"/>
                </a:lnTo>
                <a:lnTo>
                  <a:pt x="242" y="407"/>
                </a:lnTo>
                <a:lnTo>
                  <a:pt x="244" y="390"/>
                </a:lnTo>
                <a:lnTo>
                  <a:pt x="245" y="388"/>
                </a:lnTo>
                <a:lnTo>
                  <a:pt x="245" y="387"/>
                </a:lnTo>
                <a:lnTo>
                  <a:pt x="245" y="386"/>
                </a:lnTo>
                <a:lnTo>
                  <a:pt x="246" y="383"/>
                </a:lnTo>
                <a:lnTo>
                  <a:pt x="246" y="381"/>
                </a:lnTo>
                <a:lnTo>
                  <a:pt x="246" y="380"/>
                </a:lnTo>
                <a:lnTo>
                  <a:pt x="247" y="377"/>
                </a:lnTo>
                <a:lnTo>
                  <a:pt x="247" y="374"/>
                </a:lnTo>
                <a:lnTo>
                  <a:pt x="248" y="373"/>
                </a:lnTo>
                <a:lnTo>
                  <a:pt x="249" y="369"/>
                </a:lnTo>
                <a:lnTo>
                  <a:pt x="250" y="364"/>
                </a:lnTo>
                <a:lnTo>
                  <a:pt x="251" y="359"/>
                </a:lnTo>
                <a:lnTo>
                  <a:pt x="252" y="354"/>
                </a:lnTo>
                <a:lnTo>
                  <a:pt x="252" y="353"/>
                </a:lnTo>
                <a:lnTo>
                  <a:pt x="254" y="347"/>
                </a:lnTo>
                <a:lnTo>
                  <a:pt x="257" y="334"/>
                </a:lnTo>
                <a:lnTo>
                  <a:pt x="261" y="320"/>
                </a:lnTo>
                <a:lnTo>
                  <a:pt x="261" y="319"/>
                </a:lnTo>
                <a:lnTo>
                  <a:pt x="265" y="304"/>
                </a:lnTo>
                <a:lnTo>
                  <a:pt x="270" y="287"/>
                </a:lnTo>
                <a:lnTo>
                  <a:pt x="275" y="269"/>
                </a:lnTo>
                <a:lnTo>
                  <a:pt x="276" y="269"/>
                </a:lnTo>
                <a:lnTo>
                  <a:pt x="282" y="251"/>
                </a:lnTo>
                <a:lnTo>
                  <a:pt x="288" y="232"/>
                </a:lnTo>
                <a:lnTo>
                  <a:pt x="289" y="232"/>
                </a:lnTo>
                <a:lnTo>
                  <a:pt x="296" y="213"/>
                </a:lnTo>
                <a:lnTo>
                  <a:pt x="296" y="212"/>
                </a:lnTo>
                <a:lnTo>
                  <a:pt x="304" y="194"/>
                </a:lnTo>
                <a:lnTo>
                  <a:pt x="304" y="193"/>
                </a:lnTo>
                <a:lnTo>
                  <a:pt x="313" y="174"/>
                </a:lnTo>
                <a:lnTo>
                  <a:pt x="322" y="155"/>
                </a:lnTo>
                <a:lnTo>
                  <a:pt x="322" y="154"/>
                </a:lnTo>
                <a:lnTo>
                  <a:pt x="332" y="136"/>
                </a:lnTo>
                <a:lnTo>
                  <a:pt x="333" y="135"/>
                </a:lnTo>
                <a:lnTo>
                  <a:pt x="343" y="117"/>
                </a:lnTo>
                <a:lnTo>
                  <a:pt x="344" y="117"/>
                </a:lnTo>
                <a:lnTo>
                  <a:pt x="355" y="100"/>
                </a:lnTo>
                <a:lnTo>
                  <a:pt x="356" y="99"/>
                </a:lnTo>
                <a:lnTo>
                  <a:pt x="368" y="83"/>
                </a:lnTo>
                <a:lnTo>
                  <a:pt x="368" y="82"/>
                </a:lnTo>
                <a:lnTo>
                  <a:pt x="381" y="67"/>
                </a:lnTo>
                <a:lnTo>
                  <a:pt x="382" y="66"/>
                </a:lnTo>
                <a:lnTo>
                  <a:pt x="395" y="52"/>
                </a:lnTo>
                <a:lnTo>
                  <a:pt x="396" y="51"/>
                </a:lnTo>
                <a:lnTo>
                  <a:pt x="410" y="39"/>
                </a:lnTo>
                <a:lnTo>
                  <a:pt x="412" y="38"/>
                </a:lnTo>
                <a:lnTo>
                  <a:pt x="419" y="32"/>
                </a:lnTo>
                <a:lnTo>
                  <a:pt x="420" y="31"/>
                </a:lnTo>
                <a:lnTo>
                  <a:pt x="427" y="26"/>
                </a:lnTo>
                <a:lnTo>
                  <a:pt x="428" y="26"/>
                </a:lnTo>
                <a:lnTo>
                  <a:pt x="436" y="21"/>
                </a:lnTo>
                <a:lnTo>
                  <a:pt x="437" y="21"/>
                </a:lnTo>
                <a:lnTo>
                  <a:pt x="445" y="16"/>
                </a:lnTo>
                <a:lnTo>
                  <a:pt x="446" y="16"/>
                </a:lnTo>
                <a:lnTo>
                  <a:pt x="454" y="12"/>
                </a:lnTo>
                <a:lnTo>
                  <a:pt x="455" y="12"/>
                </a:lnTo>
                <a:lnTo>
                  <a:pt x="463" y="8"/>
                </a:lnTo>
                <a:lnTo>
                  <a:pt x="465" y="8"/>
                </a:lnTo>
                <a:lnTo>
                  <a:pt x="473" y="5"/>
                </a:lnTo>
                <a:lnTo>
                  <a:pt x="475" y="5"/>
                </a:lnTo>
                <a:lnTo>
                  <a:pt x="483" y="3"/>
                </a:lnTo>
                <a:lnTo>
                  <a:pt x="485" y="3"/>
                </a:lnTo>
                <a:lnTo>
                  <a:pt x="494" y="1"/>
                </a:lnTo>
                <a:lnTo>
                  <a:pt x="495" y="1"/>
                </a:lnTo>
                <a:lnTo>
                  <a:pt x="504" y="0"/>
                </a:lnTo>
                <a:lnTo>
                  <a:pt x="506" y="0"/>
                </a:lnTo>
                <a:lnTo>
                  <a:pt x="515" y="0"/>
                </a:lnTo>
                <a:lnTo>
                  <a:pt x="516" y="0"/>
                </a:lnTo>
                <a:lnTo>
                  <a:pt x="526" y="0"/>
                </a:lnTo>
                <a:lnTo>
                  <a:pt x="527" y="0"/>
                </a:lnTo>
                <a:lnTo>
                  <a:pt x="537" y="1"/>
                </a:lnTo>
                <a:lnTo>
                  <a:pt x="538" y="1"/>
                </a:lnTo>
                <a:lnTo>
                  <a:pt x="548" y="3"/>
                </a:lnTo>
                <a:lnTo>
                  <a:pt x="549" y="3"/>
                </a:lnTo>
                <a:lnTo>
                  <a:pt x="560" y="6"/>
                </a:lnTo>
                <a:lnTo>
                  <a:pt x="561" y="6"/>
                </a:lnTo>
                <a:lnTo>
                  <a:pt x="571" y="9"/>
                </a:lnTo>
                <a:lnTo>
                  <a:pt x="559" y="50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1" name=""/>
          <p:cNvSpPr/>
          <p:nvPr/>
        </p:nvSpPr>
        <p:spPr>
          <a:xfrm>
            <a:off x="7395480" y="3100320"/>
            <a:ext cx="200520" cy="303480"/>
          </a:xfrm>
          <a:custGeom>
            <a:avLst/>
            <a:gdLst/>
            <a:ahLst/>
            <a:rect l="0" t="0" r="r" b="b"/>
            <a:pathLst>
              <a:path w="557" h="843">
                <a:moveTo>
                  <a:pt x="557" y="837"/>
                </a:moveTo>
                <a:lnTo>
                  <a:pt x="544" y="840"/>
                </a:lnTo>
                <a:lnTo>
                  <a:pt x="543" y="840"/>
                </a:lnTo>
                <a:lnTo>
                  <a:pt x="531" y="842"/>
                </a:lnTo>
                <a:lnTo>
                  <a:pt x="530" y="842"/>
                </a:lnTo>
                <a:lnTo>
                  <a:pt x="519" y="843"/>
                </a:lnTo>
                <a:lnTo>
                  <a:pt x="518" y="843"/>
                </a:lnTo>
                <a:lnTo>
                  <a:pt x="513" y="843"/>
                </a:lnTo>
                <a:lnTo>
                  <a:pt x="512" y="843"/>
                </a:lnTo>
                <a:lnTo>
                  <a:pt x="508" y="843"/>
                </a:lnTo>
                <a:lnTo>
                  <a:pt x="504" y="843"/>
                </a:lnTo>
                <a:lnTo>
                  <a:pt x="503" y="843"/>
                </a:lnTo>
                <a:lnTo>
                  <a:pt x="500" y="843"/>
                </a:lnTo>
                <a:lnTo>
                  <a:pt x="497" y="843"/>
                </a:lnTo>
                <a:lnTo>
                  <a:pt x="496" y="843"/>
                </a:lnTo>
                <a:lnTo>
                  <a:pt x="493" y="843"/>
                </a:lnTo>
                <a:lnTo>
                  <a:pt x="491" y="843"/>
                </a:lnTo>
                <a:lnTo>
                  <a:pt x="490" y="843"/>
                </a:lnTo>
                <a:lnTo>
                  <a:pt x="489" y="843"/>
                </a:lnTo>
                <a:lnTo>
                  <a:pt x="488" y="843"/>
                </a:lnTo>
                <a:lnTo>
                  <a:pt x="490" y="843"/>
                </a:lnTo>
                <a:lnTo>
                  <a:pt x="489" y="843"/>
                </a:lnTo>
                <a:lnTo>
                  <a:pt x="487" y="843"/>
                </a:lnTo>
                <a:lnTo>
                  <a:pt x="474" y="841"/>
                </a:lnTo>
                <a:lnTo>
                  <a:pt x="473" y="841"/>
                </a:lnTo>
                <a:lnTo>
                  <a:pt x="461" y="839"/>
                </a:lnTo>
                <a:lnTo>
                  <a:pt x="459" y="839"/>
                </a:lnTo>
                <a:lnTo>
                  <a:pt x="448" y="836"/>
                </a:lnTo>
                <a:lnTo>
                  <a:pt x="446" y="836"/>
                </a:lnTo>
                <a:lnTo>
                  <a:pt x="435" y="833"/>
                </a:lnTo>
                <a:lnTo>
                  <a:pt x="433" y="832"/>
                </a:lnTo>
                <a:lnTo>
                  <a:pt x="422" y="828"/>
                </a:lnTo>
                <a:lnTo>
                  <a:pt x="421" y="828"/>
                </a:lnTo>
                <a:lnTo>
                  <a:pt x="410" y="823"/>
                </a:lnTo>
                <a:lnTo>
                  <a:pt x="409" y="823"/>
                </a:lnTo>
                <a:lnTo>
                  <a:pt x="398" y="818"/>
                </a:lnTo>
                <a:lnTo>
                  <a:pt x="397" y="817"/>
                </a:lnTo>
                <a:lnTo>
                  <a:pt x="386" y="812"/>
                </a:lnTo>
                <a:lnTo>
                  <a:pt x="386" y="811"/>
                </a:lnTo>
                <a:lnTo>
                  <a:pt x="375" y="805"/>
                </a:lnTo>
                <a:lnTo>
                  <a:pt x="374" y="804"/>
                </a:lnTo>
                <a:lnTo>
                  <a:pt x="365" y="797"/>
                </a:lnTo>
                <a:lnTo>
                  <a:pt x="364" y="797"/>
                </a:lnTo>
                <a:lnTo>
                  <a:pt x="354" y="790"/>
                </a:lnTo>
                <a:lnTo>
                  <a:pt x="353" y="789"/>
                </a:lnTo>
                <a:lnTo>
                  <a:pt x="344" y="781"/>
                </a:lnTo>
                <a:lnTo>
                  <a:pt x="343" y="781"/>
                </a:lnTo>
                <a:lnTo>
                  <a:pt x="334" y="773"/>
                </a:lnTo>
                <a:lnTo>
                  <a:pt x="334" y="772"/>
                </a:lnTo>
                <a:lnTo>
                  <a:pt x="325" y="764"/>
                </a:lnTo>
                <a:lnTo>
                  <a:pt x="324" y="763"/>
                </a:lnTo>
                <a:lnTo>
                  <a:pt x="307" y="744"/>
                </a:lnTo>
                <a:lnTo>
                  <a:pt x="306" y="743"/>
                </a:lnTo>
                <a:lnTo>
                  <a:pt x="291" y="724"/>
                </a:lnTo>
                <a:lnTo>
                  <a:pt x="290" y="723"/>
                </a:lnTo>
                <a:lnTo>
                  <a:pt x="276" y="702"/>
                </a:lnTo>
                <a:lnTo>
                  <a:pt x="275" y="701"/>
                </a:lnTo>
                <a:lnTo>
                  <a:pt x="260" y="679"/>
                </a:lnTo>
                <a:lnTo>
                  <a:pt x="260" y="678"/>
                </a:lnTo>
                <a:lnTo>
                  <a:pt x="247" y="655"/>
                </a:lnTo>
                <a:lnTo>
                  <a:pt x="235" y="631"/>
                </a:lnTo>
                <a:lnTo>
                  <a:pt x="235" y="630"/>
                </a:lnTo>
                <a:lnTo>
                  <a:pt x="224" y="607"/>
                </a:lnTo>
                <a:lnTo>
                  <a:pt x="224" y="606"/>
                </a:lnTo>
                <a:lnTo>
                  <a:pt x="214" y="582"/>
                </a:lnTo>
                <a:lnTo>
                  <a:pt x="214" y="581"/>
                </a:lnTo>
                <a:lnTo>
                  <a:pt x="205" y="557"/>
                </a:lnTo>
                <a:lnTo>
                  <a:pt x="205" y="556"/>
                </a:lnTo>
                <a:lnTo>
                  <a:pt x="197" y="532"/>
                </a:lnTo>
                <a:lnTo>
                  <a:pt x="196" y="532"/>
                </a:lnTo>
                <a:lnTo>
                  <a:pt x="189" y="508"/>
                </a:lnTo>
                <a:lnTo>
                  <a:pt x="189" y="507"/>
                </a:lnTo>
                <a:lnTo>
                  <a:pt x="182" y="483"/>
                </a:lnTo>
                <a:lnTo>
                  <a:pt x="176" y="460"/>
                </a:lnTo>
                <a:lnTo>
                  <a:pt x="171" y="438"/>
                </a:lnTo>
                <a:lnTo>
                  <a:pt x="171" y="437"/>
                </a:lnTo>
                <a:lnTo>
                  <a:pt x="166" y="416"/>
                </a:lnTo>
                <a:lnTo>
                  <a:pt x="162" y="396"/>
                </a:lnTo>
                <a:lnTo>
                  <a:pt x="162" y="395"/>
                </a:lnTo>
                <a:lnTo>
                  <a:pt x="158" y="377"/>
                </a:lnTo>
                <a:lnTo>
                  <a:pt x="158" y="376"/>
                </a:lnTo>
                <a:lnTo>
                  <a:pt x="157" y="368"/>
                </a:lnTo>
                <a:lnTo>
                  <a:pt x="155" y="359"/>
                </a:lnTo>
                <a:lnTo>
                  <a:pt x="154" y="351"/>
                </a:lnTo>
                <a:lnTo>
                  <a:pt x="153" y="344"/>
                </a:lnTo>
                <a:lnTo>
                  <a:pt x="153" y="343"/>
                </a:lnTo>
                <a:lnTo>
                  <a:pt x="152" y="336"/>
                </a:lnTo>
                <a:lnTo>
                  <a:pt x="151" y="330"/>
                </a:lnTo>
                <a:lnTo>
                  <a:pt x="151" y="329"/>
                </a:lnTo>
                <a:lnTo>
                  <a:pt x="150" y="323"/>
                </a:lnTo>
                <a:lnTo>
                  <a:pt x="149" y="318"/>
                </a:lnTo>
                <a:lnTo>
                  <a:pt x="148" y="313"/>
                </a:lnTo>
                <a:lnTo>
                  <a:pt x="148" y="308"/>
                </a:lnTo>
                <a:lnTo>
                  <a:pt x="147" y="304"/>
                </a:lnTo>
                <a:lnTo>
                  <a:pt x="147" y="305"/>
                </a:lnTo>
                <a:lnTo>
                  <a:pt x="147" y="302"/>
                </a:lnTo>
                <a:lnTo>
                  <a:pt x="147" y="301"/>
                </a:lnTo>
                <a:lnTo>
                  <a:pt x="147" y="299"/>
                </a:lnTo>
                <a:lnTo>
                  <a:pt x="147" y="298"/>
                </a:lnTo>
                <a:lnTo>
                  <a:pt x="147" y="296"/>
                </a:lnTo>
                <a:lnTo>
                  <a:pt x="147" y="297"/>
                </a:lnTo>
                <a:lnTo>
                  <a:pt x="147" y="296"/>
                </a:lnTo>
                <a:lnTo>
                  <a:pt x="147" y="297"/>
                </a:lnTo>
                <a:lnTo>
                  <a:pt x="144" y="279"/>
                </a:lnTo>
                <a:lnTo>
                  <a:pt x="144" y="280"/>
                </a:lnTo>
                <a:lnTo>
                  <a:pt x="140" y="262"/>
                </a:lnTo>
                <a:lnTo>
                  <a:pt x="140" y="263"/>
                </a:lnTo>
                <a:lnTo>
                  <a:pt x="136" y="246"/>
                </a:lnTo>
                <a:lnTo>
                  <a:pt x="136" y="247"/>
                </a:lnTo>
                <a:lnTo>
                  <a:pt x="132" y="231"/>
                </a:lnTo>
                <a:lnTo>
                  <a:pt x="133" y="231"/>
                </a:lnTo>
                <a:lnTo>
                  <a:pt x="128" y="215"/>
                </a:lnTo>
                <a:lnTo>
                  <a:pt x="128" y="216"/>
                </a:lnTo>
                <a:lnTo>
                  <a:pt x="124" y="201"/>
                </a:lnTo>
                <a:lnTo>
                  <a:pt x="124" y="202"/>
                </a:lnTo>
                <a:lnTo>
                  <a:pt x="120" y="188"/>
                </a:lnTo>
                <a:lnTo>
                  <a:pt x="120" y="189"/>
                </a:lnTo>
                <a:lnTo>
                  <a:pt x="115" y="176"/>
                </a:lnTo>
                <a:lnTo>
                  <a:pt x="111" y="164"/>
                </a:lnTo>
                <a:lnTo>
                  <a:pt x="111" y="165"/>
                </a:lnTo>
                <a:lnTo>
                  <a:pt x="106" y="153"/>
                </a:lnTo>
                <a:lnTo>
                  <a:pt x="106" y="154"/>
                </a:lnTo>
                <a:lnTo>
                  <a:pt x="101" y="143"/>
                </a:lnTo>
                <a:lnTo>
                  <a:pt x="101" y="144"/>
                </a:lnTo>
                <a:lnTo>
                  <a:pt x="96" y="133"/>
                </a:lnTo>
                <a:lnTo>
                  <a:pt x="97" y="134"/>
                </a:lnTo>
                <a:lnTo>
                  <a:pt x="91" y="124"/>
                </a:lnTo>
                <a:lnTo>
                  <a:pt x="92" y="125"/>
                </a:lnTo>
                <a:lnTo>
                  <a:pt x="86" y="115"/>
                </a:lnTo>
                <a:lnTo>
                  <a:pt x="87" y="116"/>
                </a:lnTo>
                <a:lnTo>
                  <a:pt x="81" y="108"/>
                </a:lnTo>
                <a:lnTo>
                  <a:pt x="82" y="108"/>
                </a:lnTo>
                <a:lnTo>
                  <a:pt x="76" y="100"/>
                </a:lnTo>
                <a:lnTo>
                  <a:pt x="76" y="101"/>
                </a:lnTo>
                <a:lnTo>
                  <a:pt x="71" y="93"/>
                </a:lnTo>
                <a:lnTo>
                  <a:pt x="72" y="94"/>
                </a:lnTo>
                <a:lnTo>
                  <a:pt x="66" y="87"/>
                </a:lnTo>
                <a:lnTo>
                  <a:pt x="66" y="88"/>
                </a:lnTo>
                <a:lnTo>
                  <a:pt x="61" y="81"/>
                </a:lnTo>
                <a:lnTo>
                  <a:pt x="61" y="82"/>
                </a:lnTo>
                <a:lnTo>
                  <a:pt x="56" y="76"/>
                </a:lnTo>
                <a:lnTo>
                  <a:pt x="51" y="71"/>
                </a:lnTo>
                <a:lnTo>
                  <a:pt x="52" y="71"/>
                </a:lnTo>
                <a:lnTo>
                  <a:pt x="46" y="66"/>
                </a:lnTo>
                <a:lnTo>
                  <a:pt x="46" y="67"/>
                </a:lnTo>
                <a:lnTo>
                  <a:pt x="41" y="62"/>
                </a:lnTo>
                <a:lnTo>
                  <a:pt x="42" y="63"/>
                </a:lnTo>
                <a:lnTo>
                  <a:pt x="36" y="58"/>
                </a:lnTo>
                <a:lnTo>
                  <a:pt x="37" y="59"/>
                </a:lnTo>
                <a:lnTo>
                  <a:pt x="26" y="52"/>
                </a:lnTo>
                <a:lnTo>
                  <a:pt x="28" y="53"/>
                </a:lnTo>
                <a:lnTo>
                  <a:pt x="17" y="47"/>
                </a:lnTo>
                <a:lnTo>
                  <a:pt x="19" y="48"/>
                </a:lnTo>
                <a:lnTo>
                  <a:pt x="9" y="43"/>
                </a:lnTo>
                <a:lnTo>
                  <a:pt x="10" y="44"/>
                </a:lnTo>
                <a:lnTo>
                  <a:pt x="0" y="40"/>
                </a:lnTo>
                <a:lnTo>
                  <a:pt x="15" y="0"/>
                </a:lnTo>
                <a:lnTo>
                  <a:pt x="25" y="4"/>
                </a:lnTo>
                <a:lnTo>
                  <a:pt x="26" y="4"/>
                </a:lnTo>
                <a:lnTo>
                  <a:pt x="36" y="9"/>
                </a:lnTo>
                <a:lnTo>
                  <a:pt x="38" y="10"/>
                </a:lnTo>
                <a:lnTo>
                  <a:pt x="49" y="16"/>
                </a:lnTo>
                <a:lnTo>
                  <a:pt x="50" y="17"/>
                </a:lnTo>
                <a:lnTo>
                  <a:pt x="61" y="24"/>
                </a:lnTo>
                <a:lnTo>
                  <a:pt x="62" y="25"/>
                </a:lnTo>
                <a:lnTo>
                  <a:pt x="68" y="29"/>
                </a:lnTo>
                <a:lnTo>
                  <a:pt x="69" y="30"/>
                </a:lnTo>
                <a:lnTo>
                  <a:pt x="74" y="34"/>
                </a:lnTo>
                <a:lnTo>
                  <a:pt x="75" y="35"/>
                </a:lnTo>
                <a:lnTo>
                  <a:pt x="80" y="40"/>
                </a:lnTo>
                <a:lnTo>
                  <a:pt x="81" y="40"/>
                </a:lnTo>
                <a:lnTo>
                  <a:pt x="87" y="46"/>
                </a:lnTo>
                <a:lnTo>
                  <a:pt x="87" y="47"/>
                </a:lnTo>
                <a:lnTo>
                  <a:pt x="93" y="53"/>
                </a:lnTo>
                <a:lnTo>
                  <a:pt x="99" y="60"/>
                </a:lnTo>
                <a:lnTo>
                  <a:pt x="105" y="67"/>
                </a:lnTo>
                <a:lnTo>
                  <a:pt x="105" y="68"/>
                </a:lnTo>
                <a:lnTo>
                  <a:pt x="111" y="76"/>
                </a:lnTo>
                <a:lnTo>
                  <a:pt x="117" y="84"/>
                </a:lnTo>
                <a:lnTo>
                  <a:pt x="117" y="85"/>
                </a:lnTo>
                <a:lnTo>
                  <a:pt x="123" y="93"/>
                </a:lnTo>
                <a:lnTo>
                  <a:pt x="123" y="94"/>
                </a:lnTo>
                <a:lnTo>
                  <a:pt x="128" y="103"/>
                </a:lnTo>
                <a:lnTo>
                  <a:pt x="129" y="104"/>
                </a:lnTo>
                <a:lnTo>
                  <a:pt x="134" y="113"/>
                </a:lnTo>
                <a:lnTo>
                  <a:pt x="134" y="114"/>
                </a:lnTo>
                <a:lnTo>
                  <a:pt x="140" y="124"/>
                </a:lnTo>
                <a:lnTo>
                  <a:pt x="140" y="125"/>
                </a:lnTo>
                <a:lnTo>
                  <a:pt x="145" y="136"/>
                </a:lnTo>
                <a:lnTo>
                  <a:pt x="150" y="148"/>
                </a:lnTo>
                <a:lnTo>
                  <a:pt x="150" y="149"/>
                </a:lnTo>
                <a:lnTo>
                  <a:pt x="155" y="161"/>
                </a:lnTo>
                <a:lnTo>
                  <a:pt x="160" y="174"/>
                </a:lnTo>
                <a:lnTo>
                  <a:pt x="160" y="175"/>
                </a:lnTo>
                <a:lnTo>
                  <a:pt x="165" y="189"/>
                </a:lnTo>
                <a:lnTo>
                  <a:pt x="169" y="203"/>
                </a:lnTo>
                <a:lnTo>
                  <a:pt x="169" y="204"/>
                </a:lnTo>
                <a:lnTo>
                  <a:pt x="174" y="219"/>
                </a:lnTo>
                <a:lnTo>
                  <a:pt x="178" y="236"/>
                </a:lnTo>
                <a:lnTo>
                  <a:pt x="178" y="237"/>
                </a:lnTo>
                <a:lnTo>
                  <a:pt x="182" y="253"/>
                </a:lnTo>
                <a:lnTo>
                  <a:pt x="182" y="254"/>
                </a:lnTo>
                <a:lnTo>
                  <a:pt x="185" y="271"/>
                </a:lnTo>
                <a:lnTo>
                  <a:pt x="186" y="271"/>
                </a:lnTo>
                <a:lnTo>
                  <a:pt x="189" y="289"/>
                </a:lnTo>
                <a:lnTo>
                  <a:pt x="189" y="290"/>
                </a:lnTo>
                <a:lnTo>
                  <a:pt x="189" y="291"/>
                </a:lnTo>
                <a:lnTo>
                  <a:pt x="189" y="292"/>
                </a:lnTo>
                <a:lnTo>
                  <a:pt x="189" y="293"/>
                </a:lnTo>
                <a:lnTo>
                  <a:pt x="189" y="295"/>
                </a:lnTo>
                <a:lnTo>
                  <a:pt x="189" y="294"/>
                </a:lnTo>
                <a:lnTo>
                  <a:pt x="190" y="297"/>
                </a:lnTo>
                <a:lnTo>
                  <a:pt x="189" y="296"/>
                </a:lnTo>
                <a:lnTo>
                  <a:pt x="190" y="299"/>
                </a:lnTo>
                <a:lnTo>
                  <a:pt x="190" y="300"/>
                </a:lnTo>
                <a:lnTo>
                  <a:pt x="190" y="303"/>
                </a:lnTo>
                <a:lnTo>
                  <a:pt x="191" y="307"/>
                </a:lnTo>
                <a:lnTo>
                  <a:pt x="191" y="312"/>
                </a:lnTo>
                <a:lnTo>
                  <a:pt x="192" y="318"/>
                </a:lnTo>
                <a:lnTo>
                  <a:pt x="193" y="324"/>
                </a:lnTo>
                <a:lnTo>
                  <a:pt x="193" y="323"/>
                </a:lnTo>
                <a:lnTo>
                  <a:pt x="194" y="330"/>
                </a:lnTo>
                <a:lnTo>
                  <a:pt x="195" y="337"/>
                </a:lnTo>
                <a:lnTo>
                  <a:pt x="196" y="344"/>
                </a:lnTo>
                <a:lnTo>
                  <a:pt x="197" y="352"/>
                </a:lnTo>
                <a:lnTo>
                  <a:pt x="199" y="360"/>
                </a:lnTo>
                <a:lnTo>
                  <a:pt x="200" y="369"/>
                </a:lnTo>
                <a:lnTo>
                  <a:pt x="204" y="387"/>
                </a:lnTo>
                <a:lnTo>
                  <a:pt x="208" y="407"/>
                </a:lnTo>
                <a:lnTo>
                  <a:pt x="212" y="428"/>
                </a:lnTo>
                <a:lnTo>
                  <a:pt x="217" y="450"/>
                </a:lnTo>
                <a:lnTo>
                  <a:pt x="217" y="449"/>
                </a:lnTo>
                <a:lnTo>
                  <a:pt x="223" y="472"/>
                </a:lnTo>
                <a:lnTo>
                  <a:pt x="230" y="495"/>
                </a:lnTo>
                <a:lnTo>
                  <a:pt x="237" y="519"/>
                </a:lnTo>
                <a:lnTo>
                  <a:pt x="237" y="518"/>
                </a:lnTo>
                <a:lnTo>
                  <a:pt x="245" y="543"/>
                </a:lnTo>
                <a:lnTo>
                  <a:pt x="245" y="542"/>
                </a:lnTo>
                <a:lnTo>
                  <a:pt x="254" y="566"/>
                </a:lnTo>
                <a:lnTo>
                  <a:pt x="264" y="590"/>
                </a:lnTo>
                <a:lnTo>
                  <a:pt x="263" y="589"/>
                </a:lnTo>
                <a:lnTo>
                  <a:pt x="275" y="613"/>
                </a:lnTo>
                <a:lnTo>
                  <a:pt x="275" y="612"/>
                </a:lnTo>
                <a:lnTo>
                  <a:pt x="286" y="636"/>
                </a:lnTo>
                <a:lnTo>
                  <a:pt x="286" y="635"/>
                </a:lnTo>
                <a:lnTo>
                  <a:pt x="298" y="657"/>
                </a:lnTo>
                <a:lnTo>
                  <a:pt x="311" y="678"/>
                </a:lnTo>
                <a:lnTo>
                  <a:pt x="311" y="677"/>
                </a:lnTo>
                <a:lnTo>
                  <a:pt x="325" y="698"/>
                </a:lnTo>
                <a:lnTo>
                  <a:pt x="324" y="697"/>
                </a:lnTo>
                <a:lnTo>
                  <a:pt x="340" y="717"/>
                </a:lnTo>
                <a:lnTo>
                  <a:pt x="339" y="716"/>
                </a:lnTo>
                <a:lnTo>
                  <a:pt x="356" y="734"/>
                </a:lnTo>
                <a:lnTo>
                  <a:pt x="355" y="733"/>
                </a:lnTo>
                <a:lnTo>
                  <a:pt x="364" y="742"/>
                </a:lnTo>
                <a:lnTo>
                  <a:pt x="363" y="741"/>
                </a:lnTo>
                <a:lnTo>
                  <a:pt x="372" y="749"/>
                </a:lnTo>
                <a:lnTo>
                  <a:pt x="371" y="748"/>
                </a:lnTo>
                <a:lnTo>
                  <a:pt x="380" y="756"/>
                </a:lnTo>
                <a:lnTo>
                  <a:pt x="389" y="763"/>
                </a:lnTo>
                <a:lnTo>
                  <a:pt x="389" y="762"/>
                </a:lnTo>
                <a:lnTo>
                  <a:pt x="398" y="769"/>
                </a:lnTo>
                <a:lnTo>
                  <a:pt x="397" y="768"/>
                </a:lnTo>
                <a:lnTo>
                  <a:pt x="408" y="775"/>
                </a:lnTo>
                <a:lnTo>
                  <a:pt x="407" y="774"/>
                </a:lnTo>
                <a:lnTo>
                  <a:pt x="417" y="780"/>
                </a:lnTo>
                <a:lnTo>
                  <a:pt x="416" y="779"/>
                </a:lnTo>
                <a:lnTo>
                  <a:pt x="427" y="784"/>
                </a:lnTo>
                <a:lnTo>
                  <a:pt x="426" y="784"/>
                </a:lnTo>
                <a:lnTo>
                  <a:pt x="437" y="788"/>
                </a:lnTo>
                <a:lnTo>
                  <a:pt x="436" y="788"/>
                </a:lnTo>
                <a:lnTo>
                  <a:pt x="447" y="792"/>
                </a:lnTo>
                <a:lnTo>
                  <a:pt x="446" y="792"/>
                </a:lnTo>
                <a:lnTo>
                  <a:pt x="458" y="795"/>
                </a:lnTo>
                <a:lnTo>
                  <a:pt x="457" y="795"/>
                </a:lnTo>
                <a:lnTo>
                  <a:pt x="469" y="797"/>
                </a:lnTo>
                <a:lnTo>
                  <a:pt x="468" y="797"/>
                </a:lnTo>
                <a:lnTo>
                  <a:pt x="480" y="799"/>
                </a:lnTo>
                <a:lnTo>
                  <a:pt x="479" y="799"/>
                </a:lnTo>
                <a:lnTo>
                  <a:pt x="492" y="800"/>
                </a:lnTo>
                <a:lnTo>
                  <a:pt x="489" y="800"/>
                </a:lnTo>
                <a:lnTo>
                  <a:pt x="490" y="800"/>
                </a:lnTo>
                <a:lnTo>
                  <a:pt x="491" y="800"/>
                </a:lnTo>
                <a:lnTo>
                  <a:pt x="492" y="800"/>
                </a:lnTo>
                <a:lnTo>
                  <a:pt x="494" y="801"/>
                </a:lnTo>
                <a:lnTo>
                  <a:pt x="493" y="800"/>
                </a:lnTo>
                <a:lnTo>
                  <a:pt x="495" y="801"/>
                </a:lnTo>
                <a:lnTo>
                  <a:pt x="498" y="801"/>
                </a:lnTo>
                <a:lnTo>
                  <a:pt x="497" y="801"/>
                </a:lnTo>
                <a:lnTo>
                  <a:pt x="500" y="801"/>
                </a:lnTo>
                <a:lnTo>
                  <a:pt x="503" y="801"/>
                </a:lnTo>
                <a:lnTo>
                  <a:pt x="507" y="801"/>
                </a:lnTo>
                <a:lnTo>
                  <a:pt x="511" y="800"/>
                </a:lnTo>
                <a:lnTo>
                  <a:pt x="510" y="801"/>
                </a:lnTo>
                <a:lnTo>
                  <a:pt x="515" y="800"/>
                </a:lnTo>
                <a:lnTo>
                  <a:pt x="526" y="799"/>
                </a:lnTo>
                <a:lnTo>
                  <a:pt x="525" y="799"/>
                </a:lnTo>
                <a:lnTo>
                  <a:pt x="537" y="798"/>
                </a:lnTo>
                <a:lnTo>
                  <a:pt x="536" y="798"/>
                </a:lnTo>
                <a:lnTo>
                  <a:pt x="549" y="795"/>
                </a:lnTo>
                <a:lnTo>
                  <a:pt x="557" y="837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2" name=""/>
          <p:cNvSpPr/>
          <p:nvPr/>
        </p:nvSpPr>
        <p:spPr>
          <a:xfrm>
            <a:off x="8018280" y="3085200"/>
            <a:ext cx="205200" cy="318960"/>
          </a:xfrm>
          <a:custGeom>
            <a:avLst/>
            <a:gdLst/>
            <a:ahLst/>
            <a:rect l="0" t="0" r="r" b="b"/>
            <a:pathLst>
              <a:path w="570" h="886">
                <a:moveTo>
                  <a:pt x="570" y="39"/>
                </a:moveTo>
                <a:lnTo>
                  <a:pt x="556" y="45"/>
                </a:lnTo>
                <a:lnTo>
                  <a:pt x="558" y="44"/>
                </a:lnTo>
                <a:lnTo>
                  <a:pt x="545" y="51"/>
                </a:lnTo>
                <a:lnTo>
                  <a:pt x="547" y="50"/>
                </a:lnTo>
                <a:lnTo>
                  <a:pt x="534" y="59"/>
                </a:lnTo>
                <a:lnTo>
                  <a:pt x="536" y="57"/>
                </a:lnTo>
                <a:lnTo>
                  <a:pt x="523" y="67"/>
                </a:lnTo>
                <a:lnTo>
                  <a:pt x="525" y="66"/>
                </a:lnTo>
                <a:lnTo>
                  <a:pt x="513" y="77"/>
                </a:lnTo>
                <a:lnTo>
                  <a:pt x="514" y="76"/>
                </a:lnTo>
                <a:lnTo>
                  <a:pt x="503" y="87"/>
                </a:lnTo>
                <a:lnTo>
                  <a:pt x="504" y="86"/>
                </a:lnTo>
                <a:lnTo>
                  <a:pt x="493" y="99"/>
                </a:lnTo>
                <a:lnTo>
                  <a:pt x="494" y="98"/>
                </a:lnTo>
                <a:lnTo>
                  <a:pt x="484" y="111"/>
                </a:lnTo>
                <a:lnTo>
                  <a:pt x="475" y="125"/>
                </a:lnTo>
                <a:lnTo>
                  <a:pt x="475" y="124"/>
                </a:lnTo>
                <a:lnTo>
                  <a:pt x="466" y="138"/>
                </a:lnTo>
                <a:lnTo>
                  <a:pt x="458" y="153"/>
                </a:lnTo>
                <a:lnTo>
                  <a:pt x="458" y="152"/>
                </a:lnTo>
                <a:lnTo>
                  <a:pt x="450" y="168"/>
                </a:lnTo>
                <a:lnTo>
                  <a:pt x="450" y="167"/>
                </a:lnTo>
                <a:lnTo>
                  <a:pt x="442" y="183"/>
                </a:lnTo>
                <a:lnTo>
                  <a:pt x="443" y="182"/>
                </a:lnTo>
                <a:lnTo>
                  <a:pt x="435" y="198"/>
                </a:lnTo>
                <a:lnTo>
                  <a:pt x="436" y="197"/>
                </a:lnTo>
                <a:lnTo>
                  <a:pt x="429" y="213"/>
                </a:lnTo>
                <a:lnTo>
                  <a:pt x="423" y="229"/>
                </a:lnTo>
                <a:lnTo>
                  <a:pt x="423" y="228"/>
                </a:lnTo>
                <a:lnTo>
                  <a:pt x="417" y="244"/>
                </a:lnTo>
                <a:lnTo>
                  <a:pt x="412" y="259"/>
                </a:lnTo>
                <a:lnTo>
                  <a:pt x="407" y="274"/>
                </a:lnTo>
                <a:lnTo>
                  <a:pt x="407" y="273"/>
                </a:lnTo>
                <a:lnTo>
                  <a:pt x="402" y="288"/>
                </a:lnTo>
                <a:lnTo>
                  <a:pt x="398" y="302"/>
                </a:lnTo>
                <a:lnTo>
                  <a:pt x="398" y="301"/>
                </a:lnTo>
                <a:lnTo>
                  <a:pt x="394" y="315"/>
                </a:lnTo>
                <a:lnTo>
                  <a:pt x="391" y="327"/>
                </a:lnTo>
                <a:lnTo>
                  <a:pt x="388" y="339"/>
                </a:lnTo>
                <a:lnTo>
                  <a:pt x="388" y="338"/>
                </a:lnTo>
                <a:lnTo>
                  <a:pt x="385" y="349"/>
                </a:lnTo>
                <a:lnTo>
                  <a:pt x="383" y="358"/>
                </a:lnTo>
                <a:lnTo>
                  <a:pt x="381" y="367"/>
                </a:lnTo>
                <a:lnTo>
                  <a:pt x="381" y="366"/>
                </a:lnTo>
                <a:lnTo>
                  <a:pt x="380" y="373"/>
                </a:lnTo>
                <a:lnTo>
                  <a:pt x="379" y="379"/>
                </a:lnTo>
                <a:lnTo>
                  <a:pt x="378" y="383"/>
                </a:lnTo>
                <a:lnTo>
                  <a:pt x="378" y="382"/>
                </a:lnTo>
                <a:lnTo>
                  <a:pt x="378" y="384"/>
                </a:lnTo>
                <a:lnTo>
                  <a:pt x="377" y="386"/>
                </a:lnTo>
                <a:lnTo>
                  <a:pt x="377" y="387"/>
                </a:lnTo>
                <a:lnTo>
                  <a:pt x="378" y="384"/>
                </a:lnTo>
                <a:lnTo>
                  <a:pt x="377" y="389"/>
                </a:lnTo>
                <a:lnTo>
                  <a:pt x="376" y="389"/>
                </a:lnTo>
                <a:lnTo>
                  <a:pt x="377" y="385"/>
                </a:lnTo>
                <a:lnTo>
                  <a:pt x="374" y="409"/>
                </a:lnTo>
                <a:lnTo>
                  <a:pt x="371" y="433"/>
                </a:lnTo>
                <a:lnTo>
                  <a:pt x="367" y="456"/>
                </a:lnTo>
                <a:lnTo>
                  <a:pt x="363" y="478"/>
                </a:lnTo>
                <a:lnTo>
                  <a:pt x="359" y="499"/>
                </a:lnTo>
                <a:lnTo>
                  <a:pt x="355" y="519"/>
                </a:lnTo>
                <a:lnTo>
                  <a:pt x="355" y="520"/>
                </a:lnTo>
                <a:lnTo>
                  <a:pt x="350" y="539"/>
                </a:lnTo>
                <a:lnTo>
                  <a:pt x="350" y="540"/>
                </a:lnTo>
                <a:lnTo>
                  <a:pt x="345" y="558"/>
                </a:lnTo>
                <a:lnTo>
                  <a:pt x="345" y="559"/>
                </a:lnTo>
                <a:lnTo>
                  <a:pt x="340" y="577"/>
                </a:lnTo>
                <a:lnTo>
                  <a:pt x="335" y="594"/>
                </a:lnTo>
                <a:lnTo>
                  <a:pt x="335" y="595"/>
                </a:lnTo>
                <a:lnTo>
                  <a:pt x="330" y="611"/>
                </a:lnTo>
                <a:lnTo>
                  <a:pt x="330" y="612"/>
                </a:lnTo>
                <a:lnTo>
                  <a:pt x="324" y="628"/>
                </a:lnTo>
                <a:lnTo>
                  <a:pt x="319" y="643"/>
                </a:lnTo>
                <a:lnTo>
                  <a:pt x="318" y="644"/>
                </a:lnTo>
                <a:lnTo>
                  <a:pt x="313" y="658"/>
                </a:lnTo>
                <a:lnTo>
                  <a:pt x="313" y="659"/>
                </a:lnTo>
                <a:lnTo>
                  <a:pt x="307" y="673"/>
                </a:lnTo>
                <a:lnTo>
                  <a:pt x="301" y="687"/>
                </a:lnTo>
                <a:lnTo>
                  <a:pt x="300" y="687"/>
                </a:lnTo>
                <a:lnTo>
                  <a:pt x="294" y="700"/>
                </a:lnTo>
                <a:lnTo>
                  <a:pt x="288" y="713"/>
                </a:lnTo>
                <a:lnTo>
                  <a:pt x="288" y="714"/>
                </a:lnTo>
                <a:lnTo>
                  <a:pt x="282" y="726"/>
                </a:lnTo>
                <a:lnTo>
                  <a:pt x="281" y="726"/>
                </a:lnTo>
                <a:lnTo>
                  <a:pt x="275" y="737"/>
                </a:lnTo>
                <a:lnTo>
                  <a:pt x="275" y="738"/>
                </a:lnTo>
                <a:lnTo>
                  <a:pt x="268" y="748"/>
                </a:lnTo>
                <a:lnTo>
                  <a:pt x="262" y="758"/>
                </a:lnTo>
                <a:lnTo>
                  <a:pt x="261" y="759"/>
                </a:lnTo>
                <a:lnTo>
                  <a:pt x="255" y="768"/>
                </a:lnTo>
                <a:lnTo>
                  <a:pt x="255" y="769"/>
                </a:lnTo>
                <a:lnTo>
                  <a:pt x="248" y="778"/>
                </a:lnTo>
                <a:lnTo>
                  <a:pt x="241" y="787"/>
                </a:lnTo>
                <a:lnTo>
                  <a:pt x="234" y="795"/>
                </a:lnTo>
                <a:lnTo>
                  <a:pt x="234" y="796"/>
                </a:lnTo>
                <a:lnTo>
                  <a:pt x="227" y="803"/>
                </a:lnTo>
                <a:lnTo>
                  <a:pt x="220" y="810"/>
                </a:lnTo>
                <a:lnTo>
                  <a:pt x="220" y="811"/>
                </a:lnTo>
                <a:lnTo>
                  <a:pt x="213" y="817"/>
                </a:lnTo>
                <a:lnTo>
                  <a:pt x="213" y="818"/>
                </a:lnTo>
                <a:lnTo>
                  <a:pt x="206" y="824"/>
                </a:lnTo>
                <a:lnTo>
                  <a:pt x="206" y="825"/>
                </a:lnTo>
                <a:lnTo>
                  <a:pt x="198" y="830"/>
                </a:lnTo>
                <a:lnTo>
                  <a:pt x="198" y="831"/>
                </a:lnTo>
                <a:lnTo>
                  <a:pt x="191" y="836"/>
                </a:lnTo>
                <a:lnTo>
                  <a:pt x="190" y="837"/>
                </a:lnTo>
                <a:lnTo>
                  <a:pt x="178" y="846"/>
                </a:lnTo>
                <a:lnTo>
                  <a:pt x="176" y="847"/>
                </a:lnTo>
                <a:lnTo>
                  <a:pt x="164" y="855"/>
                </a:lnTo>
                <a:lnTo>
                  <a:pt x="163" y="856"/>
                </a:lnTo>
                <a:lnTo>
                  <a:pt x="150" y="863"/>
                </a:lnTo>
                <a:lnTo>
                  <a:pt x="149" y="863"/>
                </a:lnTo>
                <a:lnTo>
                  <a:pt x="138" y="869"/>
                </a:lnTo>
                <a:lnTo>
                  <a:pt x="136" y="869"/>
                </a:lnTo>
                <a:lnTo>
                  <a:pt x="125" y="874"/>
                </a:lnTo>
                <a:lnTo>
                  <a:pt x="124" y="874"/>
                </a:lnTo>
                <a:lnTo>
                  <a:pt x="113" y="878"/>
                </a:lnTo>
                <a:lnTo>
                  <a:pt x="112" y="878"/>
                </a:lnTo>
                <a:lnTo>
                  <a:pt x="102" y="881"/>
                </a:lnTo>
                <a:lnTo>
                  <a:pt x="101" y="881"/>
                </a:lnTo>
                <a:lnTo>
                  <a:pt x="91" y="883"/>
                </a:lnTo>
                <a:lnTo>
                  <a:pt x="90" y="883"/>
                </a:lnTo>
                <a:lnTo>
                  <a:pt x="82" y="884"/>
                </a:lnTo>
                <a:lnTo>
                  <a:pt x="81" y="884"/>
                </a:lnTo>
                <a:lnTo>
                  <a:pt x="73" y="885"/>
                </a:lnTo>
                <a:lnTo>
                  <a:pt x="72" y="885"/>
                </a:lnTo>
                <a:lnTo>
                  <a:pt x="65" y="886"/>
                </a:lnTo>
                <a:lnTo>
                  <a:pt x="64" y="886"/>
                </a:lnTo>
                <a:lnTo>
                  <a:pt x="59" y="886"/>
                </a:lnTo>
                <a:lnTo>
                  <a:pt x="58" y="886"/>
                </a:lnTo>
                <a:lnTo>
                  <a:pt x="53" y="885"/>
                </a:lnTo>
                <a:lnTo>
                  <a:pt x="52" y="885"/>
                </a:lnTo>
                <a:lnTo>
                  <a:pt x="49" y="885"/>
                </a:lnTo>
                <a:lnTo>
                  <a:pt x="48" y="885"/>
                </a:lnTo>
                <a:lnTo>
                  <a:pt x="46" y="885"/>
                </a:lnTo>
                <a:lnTo>
                  <a:pt x="45" y="884"/>
                </a:lnTo>
                <a:lnTo>
                  <a:pt x="44" y="884"/>
                </a:lnTo>
                <a:lnTo>
                  <a:pt x="48" y="885"/>
                </a:lnTo>
                <a:lnTo>
                  <a:pt x="38" y="885"/>
                </a:lnTo>
                <a:lnTo>
                  <a:pt x="37" y="885"/>
                </a:lnTo>
                <a:lnTo>
                  <a:pt x="26" y="885"/>
                </a:lnTo>
                <a:lnTo>
                  <a:pt x="25" y="885"/>
                </a:lnTo>
                <a:lnTo>
                  <a:pt x="13" y="884"/>
                </a:lnTo>
                <a:lnTo>
                  <a:pt x="12" y="884"/>
                </a:lnTo>
                <a:lnTo>
                  <a:pt x="0" y="882"/>
                </a:lnTo>
                <a:lnTo>
                  <a:pt x="5" y="840"/>
                </a:lnTo>
                <a:lnTo>
                  <a:pt x="17" y="841"/>
                </a:lnTo>
                <a:lnTo>
                  <a:pt x="16" y="841"/>
                </a:lnTo>
                <a:lnTo>
                  <a:pt x="28" y="842"/>
                </a:lnTo>
                <a:lnTo>
                  <a:pt x="27" y="842"/>
                </a:lnTo>
                <a:lnTo>
                  <a:pt x="38" y="842"/>
                </a:lnTo>
                <a:lnTo>
                  <a:pt x="37" y="842"/>
                </a:lnTo>
                <a:lnTo>
                  <a:pt x="48" y="842"/>
                </a:lnTo>
                <a:lnTo>
                  <a:pt x="52" y="842"/>
                </a:lnTo>
                <a:lnTo>
                  <a:pt x="53" y="842"/>
                </a:lnTo>
                <a:lnTo>
                  <a:pt x="52" y="842"/>
                </a:lnTo>
                <a:lnTo>
                  <a:pt x="54" y="843"/>
                </a:lnTo>
                <a:lnTo>
                  <a:pt x="53" y="842"/>
                </a:lnTo>
                <a:lnTo>
                  <a:pt x="56" y="843"/>
                </a:lnTo>
                <a:lnTo>
                  <a:pt x="55" y="843"/>
                </a:lnTo>
                <a:lnTo>
                  <a:pt x="60" y="843"/>
                </a:lnTo>
                <a:lnTo>
                  <a:pt x="59" y="843"/>
                </a:lnTo>
                <a:lnTo>
                  <a:pt x="64" y="843"/>
                </a:lnTo>
                <a:lnTo>
                  <a:pt x="63" y="843"/>
                </a:lnTo>
                <a:lnTo>
                  <a:pt x="70" y="843"/>
                </a:lnTo>
                <a:lnTo>
                  <a:pt x="69" y="843"/>
                </a:lnTo>
                <a:lnTo>
                  <a:pt x="76" y="842"/>
                </a:lnTo>
                <a:lnTo>
                  <a:pt x="75" y="842"/>
                </a:lnTo>
                <a:lnTo>
                  <a:pt x="84" y="841"/>
                </a:lnTo>
                <a:lnTo>
                  <a:pt x="83" y="841"/>
                </a:lnTo>
                <a:lnTo>
                  <a:pt x="92" y="839"/>
                </a:lnTo>
                <a:lnTo>
                  <a:pt x="91" y="839"/>
                </a:lnTo>
                <a:lnTo>
                  <a:pt x="101" y="837"/>
                </a:lnTo>
                <a:lnTo>
                  <a:pt x="100" y="837"/>
                </a:lnTo>
                <a:lnTo>
                  <a:pt x="110" y="834"/>
                </a:lnTo>
                <a:lnTo>
                  <a:pt x="109" y="834"/>
                </a:lnTo>
                <a:lnTo>
                  <a:pt x="120" y="830"/>
                </a:lnTo>
                <a:lnTo>
                  <a:pt x="119" y="830"/>
                </a:lnTo>
                <a:lnTo>
                  <a:pt x="131" y="825"/>
                </a:lnTo>
                <a:lnTo>
                  <a:pt x="130" y="825"/>
                </a:lnTo>
                <a:lnTo>
                  <a:pt x="142" y="818"/>
                </a:lnTo>
                <a:lnTo>
                  <a:pt x="141" y="819"/>
                </a:lnTo>
                <a:lnTo>
                  <a:pt x="153" y="811"/>
                </a:lnTo>
                <a:lnTo>
                  <a:pt x="152" y="812"/>
                </a:lnTo>
                <a:lnTo>
                  <a:pt x="165" y="802"/>
                </a:lnTo>
                <a:lnTo>
                  <a:pt x="164" y="803"/>
                </a:lnTo>
                <a:lnTo>
                  <a:pt x="170" y="798"/>
                </a:lnTo>
                <a:lnTo>
                  <a:pt x="177" y="792"/>
                </a:lnTo>
                <a:lnTo>
                  <a:pt x="176" y="793"/>
                </a:lnTo>
                <a:lnTo>
                  <a:pt x="182" y="787"/>
                </a:lnTo>
                <a:lnTo>
                  <a:pt x="189" y="781"/>
                </a:lnTo>
                <a:lnTo>
                  <a:pt x="188" y="781"/>
                </a:lnTo>
                <a:lnTo>
                  <a:pt x="195" y="774"/>
                </a:lnTo>
                <a:lnTo>
                  <a:pt x="194" y="775"/>
                </a:lnTo>
                <a:lnTo>
                  <a:pt x="201" y="767"/>
                </a:lnTo>
                <a:lnTo>
                  <a:pt x="200" y="768"/>
                </a:lnTo>
                <a:lnTo>
                  <a:pt x="208" y="760"/>
                </a:lnTo>
                <a:lnTo>
                  <a:pt x="207" y="760"/>
                </a:lnTo>
                <a:lnTo>
                  <a:pt x="214" y="752"/>
                </a:lnTo>
                <a:lnTo>
                  <a:pt x="220" y="744"/>
                </a:lnTo>
                <a:lnTo>
                  <a:pt x="226" y="735"/>
                </a:lnTo>
                <a:lnTo>
                  <a:pt x="232" y="725"/>
                </a:lnTo>
                <a:lnTo>
                  <a:pt x="232" y="726"/>
                </a:lnTo>
                <a:lnTo>
                  <a:pt x="238" y="715"/>
                </a:lnTo>
                <a:lnTo>
                  <a:pt x="238" y="716"/>
                </a:lnTo>
                <a:lnTo>
                  <a:pt x="244" y="704"/>
                </a:lnTo>
                <a:lnTo>
                  <a:pt x="250" y="693"/>
                </a:lnTo>
                <a:lnTo>
                  <a:pt x="256" y="681"/>
                </a:lnTo>
                <a:lnTo>
                  <a:pt x="256" y="682"/>
                </a:lnTo>
                <a:lnTo>
                  <a:pt x="262" y="669"/>
                </a:lnTo>
                <a:lnTo>
                  <a:pt x="268" y="656"/>
                </a:lnTo>
                <a:lnTo>
                  <a:pt x="267" y="657"/>
                </a:lnTo>
                <a:lnTo>
                  <a:pt x="273" y="643"/>
                </a:lnTo>
                <a:lnTo>
                  <a:pt x="279" y="628"/>
                </a:lnTo>
                <a:lnTo>
                  <a:pt x="278" y="629"/>
                </a:lnTo>
                <a:lnTo>
                  <a:pt x="284" y="614"/>
                </a:lnTo>
                <a:lnTo>
                  <a:pt x="289" y="598"/>
                </a:lnTo>
                <a:lnTo>
                  <a:pt x="289" y="599"/>
                </a:lnTo>
                <a:lnTo>
                  <a:pt x="294" y="582"/>
                </a:lnTo>
                <a:lnTo>
                  <a:pt x="299" y="565"/>
                </a:lnTo>
                <a:lnTo>
                  <a:pt x="304" y="548"/>
                </a:lnTo>
                <a:lnTo>
                  <a:pt x="309" y="529"/>
                </a:lnTo>
                <a:lnTo>
                  <a:pt x="308" y="530"/>
                </a:lnTo>
                <a:lnTo>
                  <a:pt x="313" y="510"/>
                </a:lnTo>
                <a:lnTo>
                  <a:pt x="313" y="511"/>
                </a:lnTo>
                <a:lnTo>
                  <a:pt x="317" y="490"/>
                </a:lnTo>
                <a:lnTo>
                  <a:pt x="317" y="491"/>
                </a:lnTo>
                <a:lnTo>
                  <a:pt x="321" y="470"/>
                </a:lnTo>
                <a:lnTo>
                  <a:pt x="325" y="448"/>
                </a:lnTo>
                <a:lnTo>
                  <a:pt x="325" y="449"/>
                </a:lnTo>
                <a:lnTo>
                  <a:pt x="329" y="426"/>
                </a:lnTo>
                <a:lnTo>
                  <a:pt x="329" y="427"/>
                </a:lnTo>
                <a:lnTo>
                  <a:pt x="332" y="403"/>
                </a:lnTo>
                <a:lnTo>
                  <a:pt x="332" y="404"/>
                </a:lnTo>
                <a:lnTo>
                  <a:pt x="335" y="380"/>
                </a:lnTo>
                <a:lnTo>
                  <a:pt x="336" y="376"/>
                </a:lnTo>
                <a:lnTo>
                  <a:pt x="336" y="375"/>
                </a:lnTo>
                <a:lnTo>
                  <a:pt x="335" y="380"/>
                </a:lnTo>
                <a:lnTo>
                  <a:pt x="335" y="379"/>
                </a:lnTo>
                <a:lnTo>
                  <a:pt x="336" y="376"/>
                </a:lnTo>
                <a:lnTo>
                  <a:pt x="336" y="375"/>
                </a:lnTo>
                <a:lnTo>
                  <a:pt x="336" y="377"/>
                </a:lnTo>
                <a:lnTo>
                  <a:pt x="336" y="375"/>
                </a:lnTo>
                <a:lnTo>
                  <a:pt x="337" y="371"/>
                </a:lnTo>
                <a:lnTo>
                  <a:pt x="337" y="370"/>
                </a:lnTo>
                <a:lnTo>
                  <a:pt x="338" y="364"/>
                </a:lnTo>
                <a:lnTo>
                  <a:pt x="340" y="357"/>
                </a:lnTo>
                <a:lnTo>
                  <a:pt x="341" y="349"/>
                </a:lnTo>
                <a:lnTo>
                  <a:pt x="342" y="348"/>
                </a:lnTo>
                <a:lnTo>
                  <a:pt x="344" y="339"/>
                </a:lnTo>
                <a:lnTo>
                  <a:pt x="347" y="328"/>
                </a:lnTo>
                <a:lnTo>
                  <a:pt x="350" y="316"/>
                </a:lnTo>
                <a:lnTo>
                  <a:pt x="353" y="303"/>
                </a:lnTo>
                <a:lnTo>
                  <a:pt x="357" y="290"/>
                </a:lnTo>
                <a:lnTo>
                  <a:pt x="361" y="275"/>
                </a:lnTo>
                <a:lnTo>
                  <a:pt x="366" y="260"/>
                </a:lnTo>
                <a:lnTo>
                  <a:pt x="371" y="245"/>
                </a:lnTo>
                <a:lnTo>
                  <a:pt x="377" y="229"/>
                </a:lnTo>
                <a:lnTo>
                  <a:pt x="383" y="213"/>
                </a:lnTo>
                <a:lnTo>
                  <a:pt x="389" y="197"/>
                </a:lnTo>
                <a:lnTo>
                  <a:pt x="390" y="197"/>
                </a:lnTo>
                <a:lnTo>
                  <a:pt x="396" y="181"/>
                </a:lnTo>
                <a:lnTo>
                  <a:pt x="397" y="180"/>
                </a:lnTo>
                <a:lnTo>
                  <a:pt x="404" y="164"/>
                </a:lnTo>
                <a:lnTo>
                  <a:pt x="412" y="148"/>
                </a:lnTo>
                <a:lnTo>
                  <a:pt x="420" y="132"/>
                </a:lnTo>
                <a:lnTo>
                  <a:pt x="421" y="132"/>
                </a:lnTo>
                <a:lnTo>
                  <a:pt x="429" y="117"/>
                </a:lnTo>
                <a:lnTo>
                  <a:pt x="430" y="116"/>
                </a:lnTo>
                <a:lnTo>
                  <a:pt x="439" y="101"/>
                </a:lnTo>
                <a:lnTo>
                  <a:pt x="439" y="100"/>
                </a:lnTo>
                <a:lnTo>
                  <a:pt x="449" y="87"/>
                </a:lnTo>
                <a:lnTo>
                  <a:pt x="450" y="86"/>
                </a:lnTo>
                <a:lnTo>
                  <a:pt x="460" y="72"/>
                </a:lnTo>
                <a:lnTo>
                  <a:pt x="460" y="71"/>
                </a:lnTo>
                <a:lnTo>
                  <a:pt x="471" y="59"/>
                </a:lnTo>
                <a:lnTo>
                  <a:pt x="472" y="58"/>
                </a:lnTo>
                <a:lnTo>
                  <a:pt x="483" y="46"/>
                </a:lnTo>
                <a:lnTo>
                  <a:pt x="484" y="45"/>
                </a:lnTo>
                <a:lnTo>
                  <a:pt x="496" y="35"/>
                </a:lnTo>
                <a:lnTo>
                  <a:pt x="497" y="34"/>
                </a:lnTo>
                <a:lnTo>
                  <a:pt x="509" y="24"/>
                </a:lnTo>
                <a:lnTo>
                  <a:pt x="510" y="23"/>
                </a:lnTo>
                <a:lnTo>
                  <a:pt x="523" y="14"/>
                </a:lnTo>
                <a:lnTo>
                  <a:pt x="525" y="13"/>
                </a:lnTo>
                <a:lnTo>
                  <a:pt x="538" y="6"/>
                </a:lnTo>
                <a:lnTo>
                  <a:pt x="540" y="5"/>
                </a:lnTo>
                <a:lnTo>
                  <a:pt x="554" y="0"/>
                </a:lnTo>
                <a:lnTo>
                  <a:pt x="570" y="39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3" name=""/>
          <p:cNvSpPr/>
          <p:nvPr/>
        </p:nvSpPr>
        <p:spPr>
          <a:xfrm>
            <a:off x="7396560" y="3097080"/>
            <a:ext cx="200160" cy="304560"/>
          </a:xfrm>
          <a:custGeom>
            <a:avLst/>
            <a:gdLst/>
            <a:ahLst/>
            <a:rect l="0" t="0" r="r" b="b"/>
            <a:pathLst>
              <a:path w="556" h="846">
                <a:moveTo>
                  <a:pt x="545" y="846"/>
                </a:moveTo>
                <a:lnTo>
                  <a:pt x="534" y="843"/>
                </a:lnTo>
                <a:lnTo>
                  <a:pt x="532" y="843"/>
                </a:lnTo>
                <a:lnTo>
                  <a:pt x="521" y="839"/>
                </a:lnTo>
                <a:lnTo>
                  <a:pt x="520" y="839"/>
                </a:lnTo>
                <a:lnTo>
                  <a:pt x="509" y="835"/>
                </a:lnTo>
                <a:lnTo>
                  <a:pt x="508" y="834"/>
                </a:lnTo>
                <a:lnTo>
                  <a:pt x="498" y="830"/>
                </a:lnTo>
                <a:lnTo>
                  <a:pt x="497" y="829"/>
                </a:lnTo>
                <a:lnTo>
                  <a:pt x="486" y="824"/>
                </a:lnTo>
                <a:lnTo>
                  <a:pt x="476" y="818"/>
                </a:lnTo>
                <a:lnTo>
                  <a:pt x="475" y="818"/>
                </a:lnTo>
                <a:lnTo>
                  <a:pt x="465" y="811"/>
                </a:lnTo>
                <a:lnTo>
                  <a:pt x="464" y="811"/>
                </a:lnTo>
                <a:lnTo>
                  <a:pt x="455" y="804"/>
                </a:lnTo>
                <a:lnTo>
                  <a:pt x="454" y="804"/>
                </a:lnTo>
                <a:lnTo>
                  <a:pt x="445" y="797"/>
                </a:lnTo>
                <a:lnTo>
                  <a:pt x="444" y="796"/>
                </a:lnTo>
                <a:lnTo>
                  <a:pt x="435" y="789"/>
                </a:lnTo>
                <a:lnTo>
                  <a:pt x="434" y="788"/>
                </a:lnTo>
                <a:lnTo>
                  <a:pt x="417" y="772"/>
                </a:lnTo>
                <a:lnTo>
                  <a:pt x="416" y="771"/>
                </a:lnTo>
                <a:lnTo>
                  <a:pt x="400" y="753"/>
                </a:lnTo>
                <a:lnTo>
                  <a:pt x="399" y="752"/>
                </a:lnTo>
                <a:lnTo>
                  <a:pt x="384" y="733"/>
                </a:lnTo>
                <a:lnTo>
                  <a:pt x="383" y="732"/>
                </a:lnTo>
                <a:lnTo>
                  <a:pt x="369" y="712"/>
                </a:lnTo>
                <a:lnTo>
                  <a:pt x="368" y="711"/>
                </a:lnTo>
                <a:lnTo>
                  <a:pt x="355" y="691"/>
                </a:lnTo>
                <a:lnTo>
                  <a:pt x="355" y="690"/>
                </a:lnTo>
                <a:lnTo>
                  <a:pt x="343" y="668"/>
                </a:lnTo>
                <a:lnTo>
                  <a:pt x="342" y="667"/>
                </a:lnTo>
                <a:lnTo>
                  <a:pt x="331" y="645"/>
                </a:lnTo>
                <a:lnTo>
                  <a:pt x="331" y="644"/>
                </a:lnTo>
                <a:lnTo>
                  <a:pt x="320" y="621"/>
                </a:lnTo>
                <a:lnTo>
                  <a:pt x="310" y="598"/>
                </a:lnTo>
                <a:lnTo>
                  <a:pt x="310" y="597"/>
                </a:lnTo>
                <a:lnTo>
                  <a:pt x="301" y="574"/>
                </a:lnTo>
                <a:lnTo>
                  <a:pt x="301" y="573"/>
                </a:lnTo>
                <a:lnTo>
                  <a:pt x="293" y="550"/>
                </a:lnTo>
                <a:lnTo>
                  <a:pt x="293" y="549"/>
                </a:lnTo>
                <a:lnTo>
                  <a:pt x="285" y="526"/>
                </a:lnTo>
                <a:lnTo>
                  <a:pt x="279" y="503"/>
                </a:lnTo>
                <a:lnTo>
                  <a:pt x="278" y="502"/>
                </a:lnTo>
                <a:lnTo>
                  <a:pt x="272" y="480"/>
                </a:lnTo>
                <a:lnTo>
                  <a:pt x="267" y="458"/>
                </a:lnTo>
                <a:lnTo>
                  <a:pt x="262" y="437"/>
                </a:lnTo>
                <a:lnTo>
                  <a:pt x="258" y="417"/>
                </a:lnTo>
                <a:lnTo>
                  <a:pt x="258" y="416"/>
                </a:lnTo>
                <a:lnTo>
                  <a:pt x="254" y="398"/>
                </a:lnTo>
                <a:lnTo>
                  <a:pt x="254" y="397"/>
                </a:lnTo>
                <a:lnTo>
                  <a:pt x="251" y="380"/>
                </a:lnTo>
                <a:lnTo>
                  <a:pt x="248" y="364"/>
                </a:lnTo>
                <a:lnTo>
                  <a:pt x="248" y="363"/>
                </a:lnTo>
                <a:lnTo>
                  <a:pt x="247" y="356"/>
                </a:lnTo>
                <a:lnTo>
                  <a:pt x="246" y="349"/>
                </a:lnTo>
                <a:lnTo>
                  <a:pt x="245" y="342"/>
                </a:lnTo>
                <a:lnTo>
                  <a:pt x="244" y="336"/>
                </a:lnTo>
                <a:lnTo>
                  <a:pt x="244" y="330"/>
                </a:lnTo>
                <a:lnTo>
                  <a:pt x="243" y="325"/>
                </a:lnTo>
                <a:lnTo>
                  <a:pt x="242" y="320"/>
                </a:lnTo>
                <a:lnTo>
                  <a:pt x="242" y="316"/>
                </a:lnTo>
                <a:lnTo>
                  <a:pt x="241" y="313"/>
                </a:lnTo>
                <a:lnTo>
                  <a:pt x="241" y="310"/>
                </a:lnTo>
                <a:lnTo>
                  <a:pt x="241" y="309"/>
                </a:lnTo>
                <a:lnTo>
                  <a:pt x="241" y="307"/>
                </a:lnTo>
                <a:lnTo>
                  <a:pt x="241" y="308"/>
                </a:lnTo>
                <a:lnTo>
                  <a:pt x="241" y="306"/>
                </a:lnTo>
                <a:lnTo>
                  <a:pt x="241" y="305"/>
                </a:lnTo>
                <a:lnTo>
                  <a:pt x="241" y="304"/>
                </a:lnTo>
                <a:lnTo>
                  <a:pt x="241" y="307"/>
                </a:lnTo>
                <a:lnTo>
                  <a:pt x="241" y="306"/>
                </a:lnTo>
                <a:lnTo>
                  <a:pt x="238" y="291"/>
                </a:lnTo>
                <a:lnTo>
                  <a:pt x="238" y="292"/>
                </a:lnTo>
                <a:lnTo>
                  <a:pt x="235" y="278"/>
                </a:lnTo>
                <a:lnTo>
                  <a:pt x="232" y="264"/>
                </a:lnTo>
                <a:lnTo>
                  <a:pt x="232" y="265"/>
                </a:lnTo>
                <a:lnTo>
                  <a:pt x="228" y="251"/>
                </a:lnTo>
                <a:lnTo>
                  <a:pt x="225" y="238"/>
                </a:lnTo>
                <a:lnTo>
                  <a:pt x="225" y="239"/>
                </a:lnTo>
                <a:lnTo>
                  <a:pt x="221" y="226"/>
                </a:lnTo>
                <a:lnTo>
                  <a:pt x="222" y="227"/>
                </a:lnTo>
                <a:lnTo>
                  <a:pt x="218" y="215"/>
                </a:lnTo>
                <a:lnTo>
                  <a:pt x="214" y="204"/>
                </a:lnTo>
                <a:lnTo>
                  <a:pt x="215" y="204"/>
                </a:lnTo>
                <a:lnTo>
                  <a:pt x="211" y="194"/>
                </a:lnTo>
                <a:lnTo>
                  <a:pt x="207" y="184"/>
                </a:lnTo>
                <a:lnTo>
                  <a:pt x="203" y="174"/>
                </a:lnTo>
                <a:lnTo>
                  <a:pt x="204" y="175"/>
                </a:lnTo>
                <a:lnTo>
                  <a:pt x="199" y="165"/>
                </a:lnTo>
                <a:lnTo>
                  <a:pt x="200" y="166"/>
                </a:lnTo>
                <a:lnTo>
                  <a:pt x="195" y="157"/>
                </a:lnTo>
                <a:lnTo>
                  <a:pt x="196" y="157"/>
                </a:lnTo>
                <a:lnTo>
                  <a:pt x="191" y="148"/>
                </a:lnTo>
                <a:lnTo>
                  <a:pt x="192" y="149"/>
                </a:lnTo>
                <a:lnTo>
                  <a:pt x="183" y="133"/>
                </a:lnTo>
                <a:lnTo>
                  <a:pt x="184" y="134"/>
                </a:lnTo>
                <a:lnTo>
                  <a:pt x="175" y="119"/>
                </a:lnTo>
                <a:lnTo>
                  <a:pt x="176" y="120"/>
                </a:lnTo>
                <a:lnTo>
                  <a:pt x="167" y="107"/>
                </a:lnTo>
                <a:lnTo>
                  <a:pt x="167" y="108"/>
                </a:lnTo>
                <a:lnTo>
                  <a:pt x="158" y="96"/>
                </a:lnTo>
                <a:lnTo>
                  <a:pt x="159" y="97"/>
                </a:lnTo>
                <a:lnTo>
                  <a:pt x="150" y="87"/>
                </a:lnTo>
                <a:lnTo>
                  <a:pt x="151" y="88"/>
                </a:lnTo>
                <a:lnTo>
                  <a:pt x="142" y="79"/>
                </a:lnTo>
                <a:lnTo>
                  <a:pt x="143" y="80"/>
                </a:lnTo>
                <a:lnTo>
                  <a:pt x="133" y="71"/>
                </a:lnTo>
                <a:lnTo>
                  <a:pt x="134" y="72"/>
                </a:lnTo>
                <a:lnTo>
                  <a:pt x="125" y="65"/>
                </a:lnTo>
                <a:lnTo>
                  <a:pt x="127" y="66"/>
                </a:lnTo>
                <a:lnTo>
                  <a:pt x="118" y="60"/>
                </a:lnTo>
                <a:lnTo>
                  <a:pt x="119" y="61"/>
                </a:lnTo>
                <a:lnTo>
                  <a:pt x="110" y="56"/>
                </a:lnTo>
                <a:lnTo>
                  <a:pt x="111" y="57"/>
                </a:lnTo>
                <a:lnTo>
                  <a:pt x="103" y="52"/>
                </a:lnTo>
                <a:lnTo>
                  <a:pt x="104" y="53"/>
                </a:lnTo>
                <a:lnTo>
                  <a:pt x="96" y="50"/>
                </a:lnTo>
                <a:lnTo>
                  <a:pt x="97" y="50"/>
                </a:lnTo>
                <a:lnTo>
                  <a:pt x="89" y="47"/>
                </a:lnTo>
                <a:lnTo>
                  <a:pt x="90" y="48"/>
                </a:lnTo>
                <a:lnTo>
                  <a:pt x="83" y="46"/>
                </a:lnTo>
                <a:lnTo>
                  <a:pt x="84" y="46"/>
                </a:lnTo>
                <a:lnTo>
                  <a:pt x="77" y="45"/>
                </a:lnTo>
                <a:lnTo>
                  <a:pt x="78" y="45"/>
                </a:lnTo>
                <a:lnTo>
                  <a:pt x="71" y="44"/>
                </a:lnTo>
                <a:lnTo>
                  <a:pt x="72" y="44"/>
                </a:lnTo>
                <a:lnTo>
                  <a:pt x="66" y="43"/>
                </a:lnTo>
                <a:lnTo>
                  <a:pt x="67" y="43"/>
                </a:lnTo>
                <a:lnTo>
                  <a:pt x="61" y="43"/>
                </a:lnTo>
                <a:lnTo>
                  <a:pt x="62" y="43"/>
                </a:lnTo>
                <a:lnTo>
                  <a:pt x="57" y="43"/>
                </a:lnTo>
                <a:lnTo>
                  <a:pt x="58" y="43"/>
                </a:lnTo>
                <a:lnTo>
                  <a:pt x="54" y="43"/>
                </a:lnTo>
                <a:lnTo>
                  <a:pt x="55" y="43"/>
                </a:lnTo>
                <a:lnTo>
                  <a:pt x="51" y="44"/>
                </a:lnTo>
                <a:lnTo>
                  <a:pt x="52" y="44"/>
                </a:lnTo>
                <a:lnTo>
                  <a:pt x="49" y="44"/>
                </a:lnTo>
                <a:lnTo>
                  <a:pt x="50" y="44"/>
                </a:lnTo>
                <a:lnTo>
                  <a:pt x="47" y="44"/>
                </a:lnTo>
                <a:lnTo>
                  <a:pt x="48" y="44"/>
                </a:lnTo>
                <a:lnTo>
                  <a:pt x="46" y="45"/>
                </a:lnTo>
                <a:lnTo>
                  <a:pt x="48" y="44"/>
                </a:lnTo>
                <a:lnTo>
                  <a:pt x="43" y="45"/>
                </a:lnTo>
                <a:lnTo>
                  <a:pt x="33" y="46"/>
                </a:lnTo>
                <a:lnTo>
                  <a:pt x="35" y="45"/>
                </a:lnTo>
                <a:lnTo>
                  <a:pt x="25" y="47"/>
                </a:lnTo>
                <a:lnTo>
                  <a:pt x="26" y="46"/>
                </a:lnTo>
                <a:lnTo>
                  <a:pt x="17" y="48"/>
                </a:lnTo>
                <a:lnTo>
                  <a:pt x="18" y="48"/>
                </a:lnTo>
                <a:lnTo>
                  <a:pt x="9" y="50"/>
                </a:lnTo>
                <a:lnTo>
                  <a:pt x="0" y="8"/>
                </a:lnTo>
                <a:lnTo>
                  <a:pt x="8" y="6"/>
                </a:lnTo>
                <a:lnTo>
                  <a:pt x="9" y="6"/>
                </a:lnTo>
                <a:lnTo>
                  <a:pt x="18" y="4"/>
                </a:lnTo>
                <a:lnTo>
                  <a:pt x="20" y="4"/>
                </a:lnTo>
                <a:lnTo>
                  <a:pt x="29" y="3"/>
                </a:lnTo>
                <a:lnTo>
                  <a:pt x="31" y="3"/>
                </a:lnTo>
                <a:lnTo>
                  <a:pt x="41" y="2"/>
                </a:lnTo>
                <a:lnTo>
                  <a:pt x="36" y="3"/>
                </a:lnTo>
                <a:lnTo>
                  <a:pt x="38" y="3"/>
                </a:lnTo>
                <a:lnTo>
                  <a:pt x="39" y="2"/>
                </a:lnTo>
                <a:lnTo>
                  <a:pt x="40" y="2"/>
                </a:lnTo>
                <a:lnTo>
                  <a:pt x="42" y="2"/>
                </a:lnTo>
                <a:lnTo>
                  <a:pt x="43" y="2"/>
                </a:lnTo>
                <a:lnTo>
                  <a:pt x="46" y="1"/>
                </a:lnTo>
                <a:lnTo>
                  <a:pt x="47" y="1"/>
                </a:lnTo>
                <a:lnTo>
                  <a:pt x="50" y="1"/>
                </a:lnTo>
                <a:lnTo>
                  <a:pt x="52" y="1"/>
                </a:lnTo>
                <a:lnTo>
                  <a:pt x="56" y="1"/>
                </a:lnTo>
                <a:lnTo>
                  <a:pt x="57" y="1"/>
                </a:lnTo>
                <a:lnTo>
                  <a:pt x="62" y="0"/>
                </a:lnTo>
                <a:lnTo>
                  <a:pt x="63" y="1"/>
                </a:lnTo>
                <a:lnTo>
                  <a:pt x="69" y="1"/>
                </a:lnTo>
                <a:lnTo>
                  <a:pt x="70" y="1"/>
                </a:lnTo>
                <a:lnTo>
                  <a:pt x="76" y="1"/>
                </a:lnTo>
                <a:lnTo>
                  <a:pt x="77" y="1"/>
                </a:lnTo>
                <a:lnTo>
                  <a:pt x="84" y="3"/>
                </a:lnTo>
                <a:lnTo>
                  <a:pt x="85" y="3"/>
                </a:lnTo>
                <a:lnTo>
                  <a:pt x="92" y="4"/>
                </a:lnTo>
                <a:lnTo>
                  <a:pt x="94" y="4"/>
                </a:lnTo>
                <a:lnTo>
                  <a:pt x="101" y="7"/>
                </a:lnTo>
                <a:lnTo>
                  <a:pt x="103" y="7"/>
                </a:lnTo>
                <a:lnTo>
                  <a:pt x="111" y="10"/>
                </a:lnTo>
                <a:lnTo>
                  <a:pt x="112" y="10"/>
                </a:lnTo>
                <a:lnTo>
                  <a:pt x="120" y="13"/>
                </a:lnTo>
                <a:lnTo>
                  <a:pt x="121" y="14"/>
                </a:lnTo>
                <a:lnTo>
                  <a:pt x="130" y="18"/>
                </a:lnTo>
                <a:lnTo>
                  <a:pt x="131" y="19"/>
                </a:lnTo>
                <a:lnTo>
                  <a:pt x="140" y="24"/>
                </a:lnTo>
                <a:lnTo>
                  <a:pt x="141" y="25"/>
                </a:lnTo>
                <a:lnTo>
                  <a:pt x="150" y="31"/>
                </a:lnTo>
                <a:lnTo>
                  <a:pt x="152" y="32"/>
                </a:lnTo>
                <a:lnTo>
                  <a:pt x="161" y="39"/>
                </a:lnTo>
                <a:lnTo>
                  <a:pt x="162" y="39"/>
                </a:lnTo>
                <a:lnTo>
                  <a:pt x="171" y="48"/>
                </a:lnTo>
                <a:lnTo>
                  <a:pt x="172" y="48"/>
                </a:lnTo>
                <a:lnTo>
                  <a:pt x="181" y="58"/>
                </a:lnTo>
                <a:lnTo>
                  <a:pt x="182" y="59"/>
                </a:lnTo>
                <a:lnTo>
                  <a:pt x="191" y="69"/>
                </a:lnTo>
                <a:lnTo>
                  <a:pt x="192" y="70"/>
                </a:lnTo>
                <a:lnTo>
                  <a:pt x="201" y="82"/>
                </a:lnTo>
                <a:lnTo>
                  <a:pt x="202" y="83"/>
                </a:lnTo>
                <a:lnTo>
                  <a:pt x="211" y="96"/>
                </a:lnTo>
                <a:lnTo>
                  <a:pt x="212" y="97"/>
                </a:lnTo>
                <a:lnTo>
                  <a:pt x="220" y="112"/>
                </a:lnTo>
                <a:lnTo>
                  <a:pt x="221" y="113"/>
                </a:lnTo>
                <a:lnTo>
                  <a:pt x="230" y="129"/>
                </a:lnTo>
                <a:lnTo>
                  <a:pt x="231" y="130"/>
                </a:lnTo>
                <a:lnTo>
                  <a:pt x="235" y="138"/>
                </a:lnTo>
                <a:lnTo>
                  <a:pt x="235" y="139"/>
                </a:lnTo>
                <a:lnTo>
                  <a:pt x="239" y="148"/>
                </a:lnTo>
                <a:lnTo>
                  <a:pt x="240" y="148"/>
                </a:lnTo>
                <a:lnTo>
                  <a:pt x="244" y="158"/>
                </a:lnTo>
                <a:lnTo>
                  <a:pt x="248" y="168"/>
                </a:lnTo>
                <a:lnTo>
                  <a:pt x="248" y="169"/>
                </a:lnTo>
                <a:lnTo>
                  <a:pt x="252" y="179"/>
                </a:lnTo>
                <a:lnTo>
                  <a:pt x="252" y="180"/>
                </a:lnTo>
                <a:lnTo>
                  <a:pt x="256" y="190"/>
                </a:lnTo>
                <a:lnTo>
                  <a:pt x="256" y="191"/>
                </a:lnTo>
                <a:lnTo>
                  <a:pt x="260" y="202"/>
                </a:lnTo>
                <a:lnTo>
                  <a:pt x="263" y="214"/>
                </a:lnTo>
                <a:lnTo>
                  <a:pt x="264" y="215"/>
                </a:lnTo>
                <a:lnTo>
                  <a:pt x="267" y="227"/>
                </a:lnTo>
                <a:lnTo>
                  <a:pt x="270" y="240"/>
                </a:lnTo>
                <a:lnTo>
                  <a:pt x="271" y="240"/>
                </a:lnTo>
                <a:lnTo>
                  <a:pt x="274" y="254"/>
                </a:lnTo>
                <a:lnTo>
                  <a:pt x="277" y="269"/>
                </a:lnTo>
                <a:lnTo>
                  <a:pt x="280" y="283"/>
                </a:lnTo>
                <a:lnTo>
                  <a:pt x="280" y="284"/>
                </a:lnTo>
                <a:lnTo>
                  <a:pt x="283" y="298"/>
                </a:lnTo>
                <a:lnTo>
                  <a:pt x="283" y="301"/>
                </a:lnTo>
                <a:lnTo>
                  <a:pt x="283" y="302"/>
                </a:lnTo>
                <a:lnTo>
                  <a:pt x="283" y="301"/>
                </a:lnTo>
                <a:lnTo>
                  <a:pt x="283" y="303"/>
                </a:lnTo>
                <a:lnTo>
                  <a:pt x="284" y="306"/>
                </a:lnTo>
                <a:lnTo>
                  <a:pt x="284" y="305"/>
                </a:lnTo>
                <a:lnTo>
                  <a:pt x="284" y="308"/>
                </a:lnTo>
                <a:lnTo>
                  <a:pt x="284" y="311"/>
                </a:lnTo>
                <a:lnTo>
                  <a:pt x="285" y="315"/>
                </a:lnTo>
                <a:lnTo>
                  <a:pt x="285" y="320"/>
                </a:lnTo>
                <a:lnTo>
                  <a:pt x="286" y="325"/>
                </a:lnTo>
                <a:lnTo>
                  <a:pt x="287" y="330"/>
                </a:lnTo>
                <a:lnTo>
                  <a:pt x="288" y="336"/>
                </a:lnTo>
                <a:lnTo>
                  <a:pt x="288" y="343"/>
                </a:lnTo>
                <a:lnTo>
                  <a:pt x="289" y="350"/>
                </a:lnTo>
                <a:lnTo>
                  <a:pt x="289" y="349"/>
                </a:lnTo>
                <a:lnTo>
                  <a:pt x="291" y="357"/>
                </a:lnTo>
                <a:lnTo>
                  <a:pt x="290" y="357"/>
                </a:lnTo>
                <a:lnTo>
                  <a:pt x="293" y="373"/>
                </a:lnTo>
                <a:lnTo>
                  <a:pt x="293" y="372"/>
                </a:lnTo>
                <a:lnTo>
                  <a:pt x="296" y="390"/>
                </a:lnTo>
                <a:lnTo>
                  <a:pt x="296" y="389"/>
                </a:lnTo>
                <a:lnTo>
                  <a:pt x="300" y="408"/>
                </a:lnTo>
                <a:lnTo>
                  <a:pt x="304" y="428"/>
                </a:lnTo>
                <a:lnTo>
                  <a:pt x="304" y="427"/>
                </a:lnTo>
                <a:lnTo>
                  <a:pt x="309" y="448"/>
                </a:lnTo>
                <a:lnTo>
                  <a:pt x="314" y="470"/>
                </a:lnTo>
                <a:lnTo>
                  <a:pt x="314" y="469"/>
                </a:lnTo>
                <a:lnTo>
                  <a:pt x="320" y="491"/>
                </a:lnTo>
                <a:lnTo>
                  <a:pt x="326" y="514"/>
                </a:lnTo>
                <a:lnTo>
                  <a:pt x="326" y="513"/>
                </a:lnTo>
                <a:lnTo>
                  <a:pt x="333" y="536"/>
                </a:lnTo>
                <a:lnTo>
                  <a:pt x="341" y="559"/>
                </a:lnTo>
                <a:lnTo>
                  <a:pt x="341" y="558"/>
                </a:lnTo>
                <a:lnTo>
                  <a:pt x="350" y="582"/>
                </a:lnTo>
                <a:lnTo>
                  <a:pt x="350" y="581"/>
                </a:lnTo>
                <a:lnTo>
                  <a:pt x="359" y="604"/>
                </a:lnTo>
                <a:lnTo>
                  <a:pt x="369" y="626"/>
                </a:lnTo>
                <a:lnTo>
                  <a:pt x="380" y="648"/>
                </a:lnTo>
                <a:lnTo>
                  <a:pt x="380" y="647"/>
                </a:lnTo>
                <a:lnTo>
                  <a:pt x="392" y="669"/>
                </a:lnTo>
                <a:lnTo>
                  <a:pt x="392" y="668"/>
                </a:lnTo>
                <a:lnTo>
                  <a:pt x="405" y="689"/>
                </a:lnTo>
                <a:lnTo>
                  <a:pt x="404" y="688"/>
                </a:lnTo>
                <a:lnTo>
                  <a:pt x="418" y="708"/>
                </a:lnTo>
                <a:lnTo>
                  <a:pt x="417" y="707"/>
                </a:lnTo>
                <a:lnTo>
                  <a:pt x="432" y="725"/>
                </a:lnTo>
                <a:lnTo>
                  <a:pt x="431" y="724"/>
                </a:lnTo>
                <a:lnTo>
                  <a:pt x="447" y="742"/>
                </a:lnTo>
                <a:lnTo>
                  <a:pt x="446" y="741"/>
                </a:lnTo>
                <a:lnTo>
                  <a:pt x="463" y="757"/>
                </a:lnTo>
                <a:lnTo>
                  <a:pt x="462" y="756"/>
                </a:lnTo>
                <a:lnTo>
                  <a:pt x="471" y="763"/>
                </a:lnTo>
                <a:lnTo>
                  <a:pt x="480" y="770"/>
                </a:lnTo>
                <a:lnTo>
                  <a:pt x="479" y="769"/>
                </a:lnTo>
                <a:lnTo>
                  <a:pt x="488" y="776"/>
                </a:lnTo>
                <a:lnTo>
                  <a:pt x="487" y="775"/>
                </a:lnTo>
                <a:lnTo>
                  <a:pt x="497" y="781"/>
                </a:lnTo>
                <a:lnTo>
                  <a:pt x="496" y="781"/>
                </a:lnTo>
                <a:lnTo>
                  <a:pt x="506" y="786"/>
                </a:lnTo>
                <a:lnTo>
                  <a:pt x="505" y="786"/>
                </a:lnTo>
                <a:lnTo>
                  <a:pt x="516" y="791"/>
                </a:lnTo>
                <a:lnTo>
                  <a:pt x="515" y="791"/>
                </a:lnTo>
                <a:lnTo>
                  <a:pt x="525" y="795"/>
                </a:lnTo>
                <a:lnTo>
                  <a:pt x="524" y="795"/>
                </a:lnTo>
                <a:lnTo>
                  <a:pt x="535" y="799"/>
                </a:lnTo>
                <a:lnTo>
                  <a:pt x="534" y="799"/>
                </a:lnTo>
                <a:lnTo>
                  <a:pt x="545" y="802"/>
                </a:lnTo>
                <a:lnTo>
                  <a:pt x="544" y="802"/>
                </a:lnTo>
                <a:lnTo>
                  <a:pt x="556" y="805"/>
                </a:lnTo>
                <a:lnTo>
                  <a:pt x="545" y="846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4" name=""/>
          <p:cNvSpPr/>
          <p:nvPr/>
        </p:nvSpPr>
        <p:spPr>
          <a:xfrm>
            <a:off x="7801920" y="3096000"/>
            <a:ext cx="219240" cy="306720"/>
          </a:xfrm>
          <a:custGeom>
            <a:avLst/>
            <a:gdLst/>
            <a:ahLst/>
            <a:rect l="0" t="0" r="r" b="b"/>
            <a:pathLst>
              <a:path w="609" h="852">
                <a:moveTo>
                  <a:pt x="601" y="852"/>
                </a:moveTo>
                <a:lnTo>
                  <a:pt x="587" y="849"/>
                </a:lnTo>
                <a:lnTo>
                  <a:pt x="586" y="849"/>
                </a:lnTo>
                <a:lnTo>
                  <a:pt x="573" y="846"/>
                </a:lnTo>
                <a:lnTo>
                  <a:pt x="572" y="846"/>
                </a:lnTo>
                <a:lnTo>
                  <a:pt x="560" y="842"/>
                </a:lnTo>
                <a:lnTo>
                  <a:pt x="559" y="842"/>
                </a:lnTo>
                <a:lnTo>
                  <a:pt x="546" y="838"/>
                </a:lnTo>
                <a:lnTo>
                  <a:pt x="545" y="838"/>
                </a:lnTo>
                <a:lnTo>
                  <a:pt x="534" y="833"/>
                </a:lnTo>
                <a:lnTo>
                  <a:pt x="533" y="833"/>
                </a:lnTo>
                <a:lnTo>
                  <a:pt x="521" y="828"/>
                </a:lnTo>
                <a:lnTo>
                  <a:pt x="520" y="827"/>
                </a:lnTo>
                <a:lnTo>
                  <a:pt x="509" y="822"/>
                </a:lnTo>
                <a:lnTo>
                  <a:pt x="508" y="821"/>
                </a:lnTo>
                <a:lnTo>
                  <a:pt x="498" y="815"/>
                </a:lnTo>
                <a:lnTo>
                  <a:pt x="497" y="815"/>
                </a:lnTo>
                <a:lnTo>
                  <a:pt x="486" y="808"/>
                </a:lnTo>
                <a:lnTo>
                  <a:pt x="474" y="801"/>
                </a:lnTo>
                <a:lnTo>
                  <a:pt x="473" y="800"/>
                </a:lnTo>
                <a:lnTo>
                  <a:pt x="454" y="786"/>
                </a:lnTo>
                <a:lnTo>
                  <a:pt x="453" y="784"/>
                </a:lnTo>
                <a:lnTo>
                  <a:pt x="435" y="768"/>
                </a:lnTo>
                <a:lnTo>
                  <a:pt x="434" y="767"/>
                </a:lnTo>
                <a:lnTo>
                  <a:pt x="417" y="750"/>
                </a:lnTo>
                <a:lnTo>
                  <a:pt x="416" y="749"/>
                </a:lnTo>
                <a:lnTo>
                  <a:pt x="401" y="731"/>
                </a:lnTo>
                <a:lnTo>
                  <a:pt x="400" y="730"/>
                </a:lnTo>
                <a:lnTo>
                  <a:pt x="386" y="710"/>
                </a:lnTo>
                <a:lnTo>
                  <a:pt x="385" y="709"/>
                </a:lnTo>
                <a:lnTo>
                  <a:pt x="372" y="689"/>
                </a:lnTo>
                <a:lnTo>
                  <a:pt x="371" y="688"/>
                </a:lnTo>
                <a:lnTo>
                  <a:pt x="359" y="668"/>
                </a:lnTo>
                <a:lnTo>
                  <a:pt x="359" y="667"/>
                </a:lnTo>
                <a:lnTo>
                  <a:pt x="348" y="646"/>
                </a:lnTo>
                <a:lnTo>
                  <a:pt x="347" y="645"/>
                </a:lnTo>
                <a:lnTo>
                  <a:pt x="337" y="624"/>
                </a:lnTo>
                <a:lnTo>
                  <a:pt x="337" y="623"/>
                </a:lnTo>
                <a:lnTo>
                  <a:pt x="328" y="601"/>
                </a:lnTo>
                <a:lnTo>
                  <a:pt x="320" y="579"/>
                </a:lnTo>
                <a:lnTo>
                  <a:pt x="319" y="578"/>
                </a:lnTo>
                <a:lnTo>
                  <a:pt x="312" y="557"/>
                </a:lnTo>
                <a:lnTo>
                  <a:pt x="312" y="556"/>
                </a:lnTo>
                <a:lnTo>
                  <a:pt x="305" y="535"/>
                </a:lnTo>
                <a:lnTo>
                  <a:pt x="300" y="514"/>
                </a:lnTo>
                <a:lnTo>
                  <a:pt x="299" y="513"/>
                </a:lnTo>
                <a:lnTo>
                  <a:pt x="294" y="493"/>
                </a:lnTo>
                <a:lnTo>
                  <a:pt x="290" y="473"/>
                </a:lnTo>
                <a:lnTo>
                  <a:pt x="286" y="454"/>
                </a:lnTo>
                <a:lnTo>
                  <a:pt x="283" y="437"/>
                </a:lnTo>
                <a:lnTo>
                  <a:pt x="283" y="436"/>
                </a:lnTo>
                <a:lnTo>
                  <a:pt x="280" y="420"/>
                </a:lnTo>
                <a:lnTo>
                  <a:pt x="278" y="405"/>
                </a:lnTo>
                <a:lnTo>
                  <a:pt x="277" y="398"/>
                </a:lnTo>
                <a:lnTo>
                  <a:pt x="277" y="397"/>
                </a:lnTo>
                <a:lnTo>
                  <a:pt x="276" y="391"/>
                </a:lnTo>
                <a:lnTo>
                  <a:pt x="276" y="385"/>
                </a:lnTo>
                <a:lnTo>
                  <a:pt x="275" y="379"/>
                </a:lnTo>
                <a:lnTo>
                  <a:pt x="274" y="374"/>
                </a:lnTo>
                <a:lnTo>
                  <a:pt x="274" y="373"/>
                </a:lnTo>
                <a:lnTo>
                  <a:pt x="274" y="368"/>
                </a:lnTo>
                <a:lnTo>
                  <a:pt x="274" y="369"/>
                </a:lnTo>
                <a:lnTo>
                  <a:pt x="274" y="364"/>
                </a:lnTo>
                <a:lnTo>
                  <a:pt x="273" y="360"/>
                </a:lnTo>
                <a:lnTo>
                  <a:pt x="273" y="357"/>
                </a:lnTo>
                <a:lnTo>
                  <a:pt x="273" y="356"/>
                </a:lnTo>
                <a:lnTo>
                  <a:pt x="273" y="354"/>
                </a:lnTo>
                <a:lnTo>
                  <a:pt x="273" y="352"/>
                </a:lnTo>
                <a:lnTo>
                  <a:pt x="273" y="351"/>
                </a:lnTo>
                <a:lnTo>
                  <a:pt x="273" y="349"/>
                </a:lnTo>
                <a:lnTo>
                  <a:pt x="273" y="348"/>
                </a:lnTo>
                <a:lnTo>
                  <a:pt x="273" y="352"/>
                </a:lnTo>
                <a:lnTo>
                  <a:pt x="269" y="335"/>
                </a:lnTo>
                <a:lnTo>
                  <a:pt x="266" y="318"/>
                </a:lnTo>
                <a:lnTo>
                  <a:pt x="262" y="302"/>
                </a:lnTo>
                <a:lnTo>
                  <a:pt x="258" y="287"/>
                </a:lnTo>
                <a:lnTo>
                  <a:pt x="254" y="272"/>
                </a:lnTo>
                <a:lnTo>
                  <a:pt x="250" y="258"/>
                </a:lnTo>
                <a:lnTo>
                  <a:pt x="250" y="259"/>
                </a:lnTo>
                <a:lnTo>
                  <a:pt x="246" y="245"/>
                </a:lnTo>
                <a:lnTo>
                  <a:pt x="241" y="232"/>
                </a:lnTo>
                <a:lnTo>
                  <a:pt x="237" y="220"/>
                </a:lnTo>
                <a:lnTo>
                  <a:pt x="232" y="208"/>
                </a:lnTo>
                <a:lnTo>
                  <a:pt x="228" y="197"/>
                </a:lnTo>
                <a:lnTo>
                  <a:pt x="223" y="186"/>
                </a:lnTo>
                <a:lnTo>
                  <a:pt x="218" y="176"/>
                </a:lnTo>
                <a:lnTo>
                  <a:pt x="213" y="166"/>
                </a:lnTo>
                <a:lnTo>
                  <a:pt x="214" y="167"/>
                </a:lnTo>
                <a:lnTo>
                  <a:pt x="209" y="157"/>
                </a:lnTo>
                <a:lnTo>
                  <a:pt x="204" y="148"/>
                </a:lnTo>
                <a:lnTo>
                  <a:pt x="204" y="149"/>
                </a:lnTo>
                <a:lnTo>
                  <a:pt x="199" y="140"/>
                </a:lnTo>
                <a:lnTo>
                  <a:pt x="194" y="132"/>
                </a:lnTo>
                <a:lnTo>
                  <a:pt x="194" y="133"/>
                </a:lnTo>
                <a:lnTo>
                  <a:pt x="189" y="125"/>
                </a:lnTo>
                <a:lnTo>
                  <a:pt x="184" y="118"/>
                </a:lnTo>
                <a:lnTo>
                  <a:pt x="179" y="111"/>
                </a:lnTo>
                <a:lnTo>
                  <a:pt x="179" y="112"/>
                </a:lnTo>
                <a:lnTo>
                  <a:pt x="174" y="105"/>
                </a:lnTo>
                <a:lnTo>
                  <a:pt x="175" y="106"/>
                </a:lnTo>
                <a:lnTo>
                  <a:pt x="164" y="94"/>
                </a:lnTo>
                <a:lnTo>
                  <a:pt x="165" y="95"/>
                </a:lnTo>
                <a:lnTo>
                  <a:pt x="154" y="84"/>
                </a:lnTo>
                <a:lnTo>
                  <a:pt x="155" y="85"/>
                </a:lnTo>
                <a:lnTo>
                  <a:pt x="144" y="75"/>
                </a:lnTo>
                <a:lnTo>
                  <a:pt x="146" y="76"/>
                </a:lnTo>
                <a:lnTo>
                  <a:pt x="135" y="68"/>
                </a:lnTo>
                <a:lnTo>
                  <a:pt x="136" y="69"/>
                </a:lnTo>
                <a:lnTo>
                  <a:pt x="126" y="62"/>
                </a:lnTo>
                <a:lnTo>
                  <a:pt x="127" y="63"/>
                </a:lnTo>
                <a:lnTo>
                  <a:pt x="117" y="57"/>
                </a:lnTo>
                <a:lnTo>
                  <a:pt x="118" y="58"/>
                </a:lnTo>
                <a:lnTo>
                  <a:pt x="108" y="53"/>
                </a:lnTo>
                <a:lnTo>
                  <a:pt x="110" y="54"/>
                </a:lnTo>
                <a:lnTo>
                  <a:pt x="100" y="50"/>
                </a:lnTo>
                <a:lnTo>
                  <a:pt x="101" y="50"/>
                </a:lnTo>
                <a:lnTo>
                  <a:pt x="92" y="47"/>
                </a:lnTo>
                <a:lnTo>
                  <a:pt x="94" y="48"/>
                </a:lnTo>
                <a:lnTo>
                  <a:pt x="85" y="45"/>
                </a:lnTo>
                <a:lnTo>
                  <a:pt x="86" y="46"/>
                </a:lnTo>
                <a:lnTo>
                  <a:pt x="78" y="44"/>
                </a:lnTo>
                <a:lnTo>
                  <a:pt x="79" y="44"/>
                </a:lnTo>
                <a:lnTo>
                  <a:pt x="71" y="43"/>
                </a:lnTo>
                <a:lnTo>
                  <a:pt x="73" y="43"/>
                </a:lnTo>
                <a:lnTo>
                  <a:pt x="65" y="43"/>
                </a:lnTo>
                <a:lnTo>
                  <a:pt x="66" y="43"/>
                </a:lnTo>
                <a:lnTo>
                  <a:pt x="60" y="43"/>
                </a:lnTo>
                <a:lnTo>
                  <a:pt x="61" y="43"/>
                </a:lnTo>
                <a:lnTo>
                  <a:pt x="56" y="43"/>
                </a:lnTo>
                <a:lnTo>
                  <a:pt x="51" y="43"/>
                </a:lnTo>
                <a:lnTo>
                  <a:pt x="52" y="43"/>
                </a:lnTo>
                <a:lnTo>
                  <a:pt x="48" y="44"/>
                </a:lnTo>
                <a:lnTo>
                  <a:pt x="49" y="44"/>
                </a:lnTo>
                <a:lnTo>
                  <a:pt x="45" y="44"/>
                </a:lnTo>
                <a:lnTo>
                  <a:pt x="46" y="44"/>
                </a:lnTo>
                <a:lnTo>
                  <a:pt x="44" y="44"/>
                </a:lnTo>
                <a:lnTo>
                  <a:pt x="43" y="45"/>
                </a:lnTo>
                <a:lnTo>
                  <a:pt x="39" y="45"/>
                </a:lnTo>
                <a:lnTo>
                  <a:pt x="31" y="46"/>
                </a:lnTo>
                <a:lnTo>
                  <a:pt x="33" y="46"/>
                </a:lnTo>
                <a:lnTo>
                  <a:pt x="25" y="47"/>
                </a:lnTo>
                <a:lnTo>
                  <a:pt x="26" y="47"/>
                </a:lnTo>
                <a:lnTo>
                  <a:pt x="18" y="48"/>
                </a:lnTo>
                <a:lnTo>
                  <a:pt x="19" y="48"/>
                </a:lnTo>
                <a:lnTo>
                  <a:pt x="11" y="50"/>
                </a:lnTo>
                <a:lnTo>
                  <a:pt x="0" y="9"/>
                </a:lnTo>
                <a:lnTo>
                  <a:pt x="8" y="7"/>
                </a:lnTo>
                <a:lnTo>
                  <a:pt x="9" y="7"/>
                </a:lnTo>
                <a:lnTo>
                  <a:pt x="17" y="5"/>
                </a:lnTo>
                <a:lnTo>
                  <a:pt x="18" y="5"/>
                </a:lnTo>
                <a:lnTo>
                  <a:pt x="26" y="3"/>
                </a:lnTo>
                <a:lnTo>
                  <a:pt x="28" y="3"/>
                </a:lnTo>
                <a:lnTo>
                  <a:pt x="36" y="3"/>
                </a:lnTo>
                <a:lnTo>
                  <a:pt x="32" y="3"/>
                </a:lnTo>
                <a:lnTo>
                  <a:pt x="33" y="3"/>
                </a:lnTo>
                <a:lnTo>
                  <a:pt x="35" y="3"/>
                </a:lnTo>
                <a:lnTo>
                  <a:pt x="36" y="3"/>
                </a:lnTo>
                <a:lnTo>
                  <a:pt x="38" y="2"/>
                </a:lnTo>
                <a:lnTo>
                  <a:pt x="39" y="2"/>
                </a:lnTo>
                <a:lnTo>
                  <a:pt x="42" y="1"/>
                </a:lnTo>
                <a:lnTo>
                  <a:pt x="43" y="1"/>
                </a:lnTo>
                <a:lnTo>
                  <a:pt x="47" y="1"/>
                </a:lnTo>
                <a:lnTo>
                  <a:pt x="48" y="1"/>
                </a:lnTo>
                <a:lnTo>
                  <a:pt x="53" y="0"/>
                </a:lnTo>
                <a:lnTo>
                  <a:pt x="54" y="0"/>
                </a:lnTo>
                <a:lnTo>
                  <a:pt x="60" y="0"/>
                </a:lnTo>
                <a:lnTo>
                  <a:pt x="61" y="0"/>
                </a:lnTo>
                <a:lnTo>
                  <a:pt x="68" y="0"/>
                </a:lnTo>
                <a:lnTo>
                  <a:pt x="69" y="0"/>
                </a:lnTo>
                <a:lnTo>
                  <a:pt x="76" y="1"/>
                </a:lnTo>
                <a:lnTo>
                  <a:pt x="77" y="1"/>
                </a:lnTo>
                <a:lnTo>
                  <a:pt x="85" y="2"/>
                </a:lnTo>
                <a:lnTo>
                  <a:pt x="86" y="2"/>
                </a:lnTo>
                <a:lnTo>
                  <a:pt x="94" y="4"/>
                </a:lnTo>
                <a:lnTo>
                  <a:pt x="96" y="4"/>
                </a:lnTo>
                <a:lnTo>
                  <a:pt x="104" y="6"/>
                </a:lnTo>
                <a:lnTo>
                  <a:pt x="106" y="7"/>
                </a:lnTo>
                <a:lnTo>
                  <a:pt x="115" y="10"/>
                </a:lnTo>
                <a:lnTo>
                  <a:pt x="116" y="10"/>
                </a:lnTo>
                <a:lnTo>
                  <a:pt x="126" y="14"/>
                </a:lnTo>
                <a:lnTo>
                  <a:pt x="127" y="15"/>
                </a:lnTo>
                <a:lnTo>
                  <a:pt x="137" y="19"/>
                </a:lnTo>
                <a:lnTo>
                  <a:pt x="138" y="20"/>
                </a:lnTo>
                <a:lnTo>
                  <a:pt x="148" y="26"/>
                </a:lnTo>
                <a:lnTo>
                  <a:pt x="150" y="27"/>
                </a:lnTo>
                <a:lnTo>
                  <a:pt x="160" y="34"/>
                </a:lnTo>
                <a:lnTo>
                  <a:pt x="161" y="34"/>
                </a:lnTo>
                <a:lnTo>
                  <a:pt x="172" y="42"/>
                </a:lnTo>
                <a:lnTo>
                  <a:pt x="173" y="43"/>
                </a:lnTo>
                <a:lnTo>
                  <a:pt x="183" y="53"/>
                </a:lnTo>
                <a:lnTo>
                  <a:pt x="184" y="54"/>
                </a:lnTo>
                <a:lnTo>
                  <a:pt x="195" y="64"/>
                </a:lnTo>
                <a:lnTo>
                  <a:pt x="196" y="65"/>
                </a:lnTo>
                <a:lnTo>
                  <a:pt x="207" y="78"/>
                </a:lnTo>
                <a:lnTo>
                  <a:pt x="213" y="85"/>
                </a:lnTo>
                <a:lnTo>
                  <a:pt x="218" y="92"/>
                </a:lnTo>
                <a:lnTo>
                  <a:pt x="219" y="93"/>
                </a:lnTo>
                <a:lnTo>
                  <a:pt x="224" y="100"/>
                </a:lnTo>
                <a:lnTo>
                  <a:pt x="224" y="101"/>
                </a:lnTo>
                <a:lnTo>
                  <a:pt x="230" y="109"/>
                </a:lnTo>
                <a:lnTo>
                  <a:pt x="235" y="118"/>
                </a:lnTo>
                <a:lnTo>
                  <a:pt x="236" y="118"/>
                </a:lnTo>
                <a:lnTo>
                  <a:pt x="241" y="127"/>
                </a:lnTo>
                <a:lnTo>
                  <a:pt x="246" y="137"/>
                </a:lnTo>
                <a:lnTo>
                  <a:pt x="251" y="147"/>
                </a:lnTo>
                <a:lnTo>
                  <a:pt x="252" y="147"/>
                </a:lnTo>
                <a:lnTo>
                  <a:pt x="257" y="157"/>
                </a:lnTo>
                <a:lnTo>
                  <a:pt x="257" y="158"/>
                </a:lnTo>
                <a:lnTo>
                  <a:pt x="262" y="169"/>
                </a:lnTo>
                <a:lnTo>
                  <a:pt x="267" y="180"/>
                </a:lnTo>
                <a:lnTo>
                  <a:pt x="267" y="181"/>
                </a:lnTo>
                <a:lnTo>
                  <a:pt x="272" y="192"/>
                </a:lnTo>
                <a:lnTo>
                  <a:pt x="272" y="193"/>
                </a:lnTo>
                <a:lnTo>
                  <a:pt x="277" y="205"/>
                </a:lnTo>
                <a:lnTo>
                  <a:pt x="282" y="218"/>
                </a:lnTo>
                <a:lnTo>
                  <a:pt x="286" y="231"/>
                </a:lnTo>
                <a:lnTo>
                  <a:pt x="286" y="232"/>
                </a:lnTo>
                <a:lnTo>
                  <a:pt x="291" y="246"/>
                </a:lnTo>
                <a:lnTo>
                  <a:pt x="295" y="260"/>
                </a:lnTo>
                <a:lnTo>
                  <a:pt x="295" y="261"/>
                </a:lnTo>
                <a:lnTo>
                  <a:pt x="299" y="276"/>
                </a:lnTo>
                <a:lnTo>
                  <a:pt x="303" y="292"/>
                </a:lnTo>
                <a:lnTo>
                  <a:pt x="307" y="308"/>
                </a:lnTo>
                <a:lnTo>
                  <a:pt x="308" y="308"/>
                </a:lnTo>
                <a:lnTo>
                  <a:pt x="311" y="326"/>
                </a:lnTo>
                <a:lnTo>
                  <a:pt x="315" y="343"/>
                </a:lnTo>
                <a:lnTo>
                  <a:pt x="315" y="344"/>
                </a:lnTo>
                <a:lnTo>
                  <a:pt x="315" y="348"/>
                </a:lnTo>
                <a:lnTo>
                  <a:pt x="315" y="349"/>
                </a:lnTo>
                <a:lnTo>
                  <a:pt x="315" y="347"/>
                </a:lnTo>
                <a:lnTo>
                  <a:pt x="315" y="349"/>
                </a:lnTo>
                <a:lnTo>
                  <a:pt x="316" y="351"/>
                </a:lnTo>
                <a:lnTo>
                  <a:pt x="316" y="352"/>
                </a:lnTo>
                <a:lnTo>
                  <a:pt x="316" y="354"/>
                </a:lnTo>
                <a:lnTo>
                  <a:pt x="316" y="357"/>
                </a:lnTo>
                <a:lnTo>
                  <a:pt x="316" y="361"/>
                </a:lnTo>
                <a:lnTo>
                  <a:pt x="316" y="360"/>
                </a:lnTo>
                <a:lnTo>
                  <a:pt x="317" y="365"/>
                </a:lnTo>
                <a:lnTo>
                  <a:pt x="317" y="370"/>
                </a:lnTo>
                <a:lnTo>
                  <a:pt x="317" y="369"/>
                </a:lnTo>
                <a:lnTo>
                  <a:pt x="318" y="374"/>
                </a:lnTo>
                <a:lnTo>
                  <a:pt x="318" y="380"/>
                </a:lnTo>
                <a:lnTo>
                  <a:pt x="319" y="386"/>
                </a:lnTo>
                <a:lnTo>
                  <a:pt x="320" y="392"/>
                </a:lnTo>
                <a:lnTo>
                  <a:pt x="320" y="399"/>
                </a:lnTo>
                <a:lnTo>
                  <a:pt x="323" y="414"/>
                </a:lnTo>
                <a:lnTo>
                  <a:pt x="322" y="413"/>
                </a:lnTo>
                <a:lnTo>
                  <a:pt x="325" y="429"/>
                </a:lnTo>
                <a:lnTo>
                  <a:pt x="328" y="446"/>
                </a:lnTo>
                <a:lnTo>
                  <a:pt x="332" y="465"/>
                </a:lnTo>
                <a:lnTo>
                  <a:pt x="332" y="464"/>
                </a:lnTo>
                <a:lnTo>
                  <a:pt x="336" y="483"/>
                </a:lnTo>
                <a:lnTo>
                  <a:pt x="341" y="503"/>
                </a:lnTo>
                <a:lnTo>
                  <a:pt x="347" y="523"/>
                </a:lnTo>
                <a:lnTo>
                  <a:pt x="346" y="523"/>
                </a:lnTo>
                <a:lnTo>
                  <a:pt x="353" y="544"/>
                </a:lnTo>
                <a:lnTo>
                  <a:pt x="353" y="543"/>
                </a:lnTo>
                <a:lnTo>
                  <a:pt x="360" y="565"/>
                </a:lnTo>
                <a:lnTo>
                  <a:pt x="360" y="564"/>
                </a:lnTo>
                <a:lnTo>
                  <a:pt x="368" y="586"/>
                </a:lnTo>
                <a:lnTo>
                  <a:pt x="367" y="585"/>
                </a:lnTo>
                <a:lnTo>
                  <a:pt x="377" y="606"/>
                </a:lnTo>
                <a:lnTo>
                  <a:pt x="376" y="606"/>
                </a:lnTo>
                <a:lnTo>
                  <a:pt x="386" y="627"/>
                </a:lnTo>
                <a:lnTo>
                  <a:pt x="386" y="626"/>
                </a:lnTo>
                <a:lnTo>
                  <a:pt x="397" y="647"/>
                </a:lnTo>
                <a:lnTo>
                  <a:pt x="396" y="646"/>
                </a:lnTo>
                <a:lnTo>
                  <a:pt x="408" y="667"/>
                </a:lnTo>
                <a:lnTo>
                  <a:pt x="408" y="666"/>
                </a:lnTo>
                <a:lnTo>
                  <a:pt x="421" y="686"/>
                </a:lnTo>
                <a:lnTo>
                  <a:pt x="420" y="685"/>
                </a:lnTo>
                <a:lnTo>
                  <a:pt x="434" y="704"/>
                </a:lnTo>
                <a:lnTo>
                  <a:pt x="434" y="703"/>
                </a:lnTo>
                <a:lnTo>
                  <a:pt x="449" y="722"/>
                </a:lnTo>
                <a:lnTo>
                  <a:pt x="448" y="720"/>
                </a:lnTo>
                <a:lnTo>
                  <a:pt x="464" y="738"/>
                </a:lnTo>
                <a:lnTo>
                  <a:pt x="463" y="737"/>
                </a:lnTo>
                <a:lnTo>
                  <a:pt x="481" y="753"/>
                </a:lnTo>
                <a:lnTo>
                  <a:pt x="480" y="752"/>
                </a:lnTo>
                <a:lnTo>
                  <a:pt x="500" y="766"/>
                </a:lnTo>
                <a:lnTo>
                  <a:pt x="499" y="766"/>
                </a:lnTo>
                <a:lnTo>
                  <a:pt x="509" y="772"/>
                </a:lnTo>
                <a:lnTo>
                  <a:pt x="519" y="778"/>
                </a:lnTo>
                <a:lnTo>
                  <a:pt x="518" y="778"/>
                </a:lnTo>
                <a:lnTo>
                  <a:pt x="529" y="784"/>
                </a:lnTo>
                <a:lnTo>
                  <a:pt x="528" y="783"/>
                </a:lnTo>
                <a:lnTo>
                  <a:pt x="539" y="789"/>
                </a:lnTo>
                <a:lnTo>
                  <a:pt x="538" y="788"/>
                </a:lnTo>
                <a:lnTo>
                  <a:pt x="550" y="793"/>
                </a:lnTo>
                <a:lnTo>
                  <a:pt x="549" y="793"/>
                </a:lnTo>
                <a:lnTo>
                  <a:pt x="561" y="798"/>
                </a:lnTo>
                <a:lnTo>
                  <a:pt x="560" y="797"/>
                </a:lnTo>
                <a:lnTo>
                  <a:pt x="572" y="802"/>
                </a:lnTo>
                <a:lnTo>
                  <a:pt x="571" y="801"/>
                </a:lnTo>
                <a:lnTo>
                  <a:pt x="584" y="805"/>
                </a:lnTo>
                <a:lnTo>
                  <a:pt x="583" y="805"/>
                </a:lnTo>
                <a:lnTo>
                  <a:pt x="596" y="808"/>
                </a:lnTo>
                <a:lnTo>
                  <a:pt x="595" y="807"/>
                </a:lnTo>
                <a:lnTo>
                  <a:pt x="609" y="810"/>
                </a:lnTo>
                <a:lnTo>
                  <a:pt x="601" y="852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5" name=""/>
          <p:cNvSpPr/>
          <p:nvPr/>
        </p:nvSpPr>
        <p:spPr>
          <a:xfrm>
            <a:off x="7592400" y="3099240"/>
            <a:ext cx="213480" cy="304920"/>
          </a:xfrm>
          <a:custGeom>
            <a:avLst/>
            <a:gdLst/>
            <a:ahLst/>
            <a:rect l="0" t="0" r="r" b="b"/>
            <a:pathLst>
              <a:path w="593" h="847">
                <a:moveTo>
                  <a:pt x="593" y="41"/>
                </a:moveTo>
                <a:lnTo>
                  <a:pt x="578" y="45"/>
                </a:lnTo>
                <a:lnTo>
                  <a:pt x="579" y="44"/>
                </a:lnTo>
                <a:lnTo>
                  <a:pt x="565" y="49"/>
                </a:lnTo>
                <a:lnTo>
                  <a:pt x="567" y="48"/>
                </a:lnTo>
                <a:lnTo>
                  <a:pt x="553" y="54"/>
                </a:lnTo>
                <a:lnTo>
                  <a:pt x="555" y="53"/>
                </a:lnTo>
                <a:lnTo>
                  <a:pt x="542" y="60"/>
                </a:lnTo>
                <a:lnTo>
                  <a:pt x="544" y="59"/>
                </a:lnTo>
                <a:lnTo>
                  <a:pt x="532" y="66"/>
                </a:lnTo>
                <a:lnTo>
                  <a:pt x="534" y="65"/>
                </a:lnTo>
                <a:lnTo>
                  <a:pt x="523" y="74"/>
                </a:lnTo>
                <a:lnTo>
                  <a:pt x="525" y="72"/>
                </a:lnTo>
                <a:lnTo>
                  <a:pt x="515" y="82"/>
                </a:lnTo>
                <a:lnTo>
                  <a:pt x="516" y="80"/>
                </a:lnTo>
                <a:lnTo>
                  <a:pt x="507" y="90"/>
                </a:lnTo>
                <a:lnTo>
                  <a:pt x="508" y="89"/>
                </a:lnTo>
                <a:lnTo>
                  <a:pt x="499" y="100"/>
                </a:lnTo>
                <a:lnTo>
                  <a:pt x="500" y="98"/>
                </a:lnTo>
                <a:lnTo>
                  <a:pt x="493" y="109"/>
                </a:lnTo>
                <a:lnTo>
                  <a:pt x="493" y="108"/>
                </a:lnTo>
                <a:lnTo>
                  <a:pt x="486" y="120"/>
                </a:lnTo>
                <a:lnTo>
                  <a:pt x="487" y="119"/>
                </a:lnTo>
                <a:lnTo>
                  <a:pt x="480" y="130"/>
                </a:lnTo>
                <a:lnTo>
                  <a:pt x="480" y="129"/>
                </a:lnTo>
                <a:lnTo>
                  <a:pt x="475" y="141"/>
                </a:lnTo>
                <a:lnTo>
                  <a:pt x="475" y="140"/>
                </a:lnTo>
                <a:lnTo>
                  <a:pt x="470" y="153"/>
                </a:lnTo>
                <a:lnTo>
                  <a:pt x="470" y="152"/>
                </a:lnTo>
                <a:lnTo>
                  <a:pt x="466" y="164"/>
                </a:lnTo>
                <a:lnTo>
                  <a:pt x="466" y="163"/>
                </a:lnTo>
                <a:lnTo>
                  <a:pt x="462" y="175"/>
                </a:lnTo>
                <a:lnTo>
                  <a:pt x="463" y="175"/>
                </a:lnTo>
                <a:lnTo>
                  <a:pt x="459" y="187"/>
                </a:lnTo>
                <a:lnTo>
                  <a:pt x="459" y="186"/>
                </a:lnTo>
                <a:lnTo>
                  <a:pt x="456" y="198"/>
                </a:lnTo>
                <a:lnTo>
                  <a:pt x="457" y="197"/>
                </a:lnTo>
                <a:lnTo>
                  <a:pt x="454" y="209"/>
                </a:lnTo>
                <a:lnTo>
                  <a:pt x="452" y="220"/>
                </a:lnTo>
                <a:lnTo>
                  <a:pt x="452" y="219"/>
                </a:lnTo>
                <a:lnTo>
                  <a:pt x="450" y="230"/>
                </a:lnTo>
                <a:lnTo>
                  <a:pt x="451" y="230"/>
                </a:lnTo>
                <a:lnTo>
                  <a:pt x="449" y="240"/>
                </a:lnTo>
                <a:lnTo>
                  <a:pt x="448" y="250"/>
                </a:lnTo>
                <a:lnTo>
                  <a:pt x="448" y="249"/>
                </a:lnTo>
                <a:lnTo>
                  <a:pt x="447" y="258"/>
                </a:lnTo>
                <a:lnTo>
                  <a:pt x="447" y="267"/>
                </a:lnTo>
                <a:lnTo>
                  <a:pt x="446" y="275"/>
                </a:lnTo>
                <a:lnTo>
                  <a:pt x="446" y="274"/>
                </a:lnTo>
                <a:lnTo>
                  <a:pt x="446" y="281"/>
                </a:lnTo>
                <a:lnTo>
                  <a:pt x="446" y="286"/>
                </a:lnTo>
                <a:lnTo>
                  <a:pt x="446" y="291"/>
                </a:lnTo>
                <a:lnTo>
                  <a:pt x="446" y="290"/>
                </a:lnTo>
                <a:lnTo>
                  <a:pt x="446" y="294"/>
                </a:lnTo>
                <a:lnTo>
                  <a:pt x="446" y="293"/>
                </a:lnTo>
                <a:lnTo>
                  <a:pt x="446" y="295"/>
                </a:lnTo>
                <a:lnTo>
                  <a:pt x="446" y="296"/>
                </a:lnTo>
                <a:lnTo>
                  <a:pt x="446" y="299"/>
                </a:lnTo>
                <a:lnTo>
                  <a:pt x="442" y="325"/>
                </a:lnTo>
                <a:lnTo>
                  <a:pt x="442" y="326"/>
                </a:lnTo>
                <a:lnTo>
                  <a:pt x="438" y="351"/>
                </a:lnTo>
                <a:lnTo>
                  <a:pt x="438" y="352"/>
                </a:lnTo>
                <a:lnTo>
                  <a:pt x="434" y="376"/>
                </a:lnTo>
                <a:lnTo>
                  <a:pt x="429" y="400"/>
                </a:lnTo>
                <a:lnTo>
                  <a:pt x="424" y="423"/>
                </a:lnTo>
                <a:lnTo>
                  <a:pt x="424" y="424"/>
                </a:lnTo>
                <a:lnTo>
                  <a:pt x="419" y="446"/>
                </a:lnTo>
                <a:lnTo>
                  <a:pt x="418" y="446"/>
                </a:lnTo>
                <a:lnTo>
                  <a:pt x="413" y="467"/>
                </a:lnTo>
                <a:lnTo>
                  <a:pt x="413" y="468"/>
                </a:lnTo>
                <a:lnTo>
                  <a:pt x="407" y="488"/>
                </a:lnTo>
                <a:lnTo>
                  <a:pt x="401" y="508"/>
                </a:lnTo>
                <a:lnTo>
                  <a:pt x="395" y="527"/>
                </a:lnTo>
                <a:lnTo>
                  <a:pt x="394" y="528"/>
                </a:lnTo>
                <a:lnTo>
                  <a:pt x="388" y="546"/>
                </a:lnTo>
                <a:lnTo>
                  <a:pt x="381" y="564"/>
                </a:lnTo>
                <a:lnTo>
                  <a:pt x="374" y="581"/>
                </a:lnTo>
                <a:lnTo>
                  <a:pt x="367" y="597"/>
                </a:lnTo>
                <a:lnTo>
                  <a:pt x="367" y="598"/>
                </a:lnTo>
                <a:lnTo>
                  <a:pt x="359" y="613"/>
                </a:lnTo>
                <a:lnTo>
                  <a:pt x="359" y="614"/>
                </a:lnTo>
                <a:lnTo>
                  <a:pt x="352" y="628"/>
                </a:lnTo>
                <a:lnTo>
                  <a:pt x="351" y="629"/>
                </a:lnTo>
                <a:lnTo>
                  <a:pt x="344" y="643"/>
                </a:lnTo>
                <a:lnTo>
                  <a:pt x="336" y="657"/>
                </a:lnTo>
                <a:lnTo>
                  <a:pt x="328" y="670"/>
                </a:lnTo>
                <a:lnTo>
                  <a:pt x="320" y="682"/>
                </a:lnTo>
                <a:lnTo>
                  <a:pt x="319" y="683"/>
                </a:lnTo>
                <a:lnTo>
                  <a:pt x="311" y="694"/>
                </a:lnTo>
                <a:lnTo>
                  <a:pt x="311" y="695"/>
                </a:lnTo>
                <a:lnTo>
                  <a:pt x="303" y="706"/>
                </a:lnTo>
                <a:lnTo>
                  <a:pt x="302" y="706"/>
                </a:lnTo>
                <a:lnTo>
                  <a:pt x="294" y="717"/>
                </a:lnTo>
                <a:lnTo>
                  <a:pt x="286" y="727"/>
                </a:lnTo>
                <a:lnTo>
                  <a:pt x="285" y="727"/>
                </a:lnTo>
                <a:lnTo>
                  <a:pt x="277" y="737"/>
                </a:lnTo>
                <a:lnTo>
                  <a:pt x="276" y="737"/>
                </a:lnTo>
                <a:lnTo>
                  <a:pt x="268" y="746"/>
                </a:lnTo>
                <a:lnTo>
                  <a:pt x="259" y="755"/>
                </a:lnTo>
                <a:lnTo>
                  <a:pt x="251" y="763"/>
                </a:lnTo>
                <a:lnTo>
                  <a:pt x="250" y="763"/>
                </a:lnTo>
                <a:lnTo>
                  <a:pt x="242" y="771"/>
                </a:lnTo>
                <a:lnTo>
                  <a:pt x="241" y="771"/>
                </a:lnTo>
                <a:lnTo>
                  <a:pt x="233" y="778"/>
                </a:lnTo>
                <a:lnTo>
                  <a:pt x="224" y="785"/>
                </a:lnTo>
                <a:lnTo>
                  <a:pt x="215" y="791"/>
                </a:lnTo>
                <a:lnTo>
                  <a:pt x="207" y="797"/>
                </a:lnTo>
                <a:lnTo>
                  <a:pt x="206" y="797"/>
                </a:lnTo>
                <a:lnTo>
                  <a:pt x="198" y="802"/>
                </a:lnTo>
                <a:lnTo>
                  <a:pt x="197" y="803"/>
                </a:lnTo>
                <a:lnTo>
                  <a:pt x="181" y="812"/>
                </a:lnTo>
                <a:lnTo>
                  <a:pt x="180" y="812"/>
                </a:lnTo>
                <a:lnTo>
                  <a:pt x="165" y="820"/>
                </a:lnTo>
                <a:lnTo>
                  <a:pt x="164" y="821"/>
                </a:lnTo>
                <a:lnTo>
                  <a:pt x="149" y="827"/>
                </a:lnTo>
                <a:lnTo>
                  <a:pt x="147" y="827"/>
                </a:lnTo>
                <a:lnTo>
                  <a:pt x="133" y="833"/>
                </a:lnTo>
                <a:lnTo>
                  <a:pt x="132" y="833"/>
                </a:lnTo>
                <a:lnTo>
                  <a:pt x="118" y="837"/>
                </a:lnTo>
                <a:lnTo>
                  <a:pt x="117" y="837"/>
                </a:lnTo>
                <a:lnTo>
                  <a:pt x="104" y="840"/>
                </a:lnTo>
                <a:lnTo>
                  <a:pt x="103" y="841"/>
                </a:lnTo>
                <a:lnTo>
                  <a:pt x="91" y="843"/>
                </a:lnTo>
                <a:lnTo>
                  <a:pt x="90" y="843"/>
                </a:lnTo>
                <a:lnTo>
                  <a:pt x="79" y="845"/>
                </a:lnTo>
                <a:lnTo>
                  <a:pt x="69" y="846"/>
                </a:lnTo>
                <a:lnTo>
                  <a:pt x="68" y="846"/>
                </a:lnTo>
                <a:lnTo>
                  <a:pt x="59" y="846"/>
                </a:lnTo>
                <a:lnTo>
                  <a:pt x="58" y="846"/>
                </a:lnTo>
                <a:lnTo>
                  <a:pt x="51" y="846"/>
                </a:lnTo>
                <a:lnTo>
                  <a:pt x="51" y="847"/>
                </a:lnTo>
                <a:lnTo>
                  <a:pt x="45" y="846"/>
                </a:lnTo>
                <a:lnTo>
                  <a:pt x="44" y="846"/>
                </a:lnTo>
                <a:lnTo>
                  <a:pt x="41" y="846"/>
                </a:lnTo>
                <a:lnTo>
                  <a:pt x="42" y="846"/>
                </a:lnTo>
                <a:lnTo>
                  <a:pt x="40" y="846"/>
                </a:lnTo>
                <a:lnTo>
                  <a:pt x="39" y="846"/>
                </a:lnTo>
                <a:lnTo>
                  <a:pt x="37" y="846"/>
                </a:lnTo>
                <a:lnTo>
                  <a:pt x="38" y="846"/>
                </a:lnTo>
                <a:lnTo>
                  <a:pt x="37" y="846"/>
                </a:lnTo>
                <a:lnTo>
                  <a:pt x="34" y="846"/>
                </a:lnTo>
                <a:lnTo>
                  <a:pt x="33" y="845"/>
                </a:lnTo>
                <a:lnTo>
                  <a:pt x="37" y="846"/>
                </a:lnTo>
                <a:lnTo>
                  <a:pt x="36" y="846"/>
                </a:lnTo>
                <a:lnTo>
                  <a:pt x="28" y="845"/>
                </a:lnTo>
                <a:lnTo>
                  <a:pt x="26" y="845"/>
                </a:lnTo>
                <a:lnTo>
                  <a:pt x="18" y="844"/>
                </a:lnTo>
                <a:lnTo>
                  <a:pt x="17" y="844"/>
                </a:lnTo>
                <a:lnTo>
                  <a:pt x="9" y="842"/>
                </a:lnTo>
                <a:lnTo>
                  <a:pt x="8" y="842"/>
                </a:lnTo>
                <a:lnTo>
                  <a:pt x="0" y="840"/>
                </a:lnTo>
                <a:lnTo>
                  <a:pt x="10" y="799"/>
                </a:lnTo>
                <a:lnTo>
                  <a:pt x="19" y="801"/>
                </a:lnTo>
                <a:lnTo>
                  <a:pt x="18" y="800"/>
                </a:lnTo>
                <a:lnTo>
                  <a:pt x="26" y="802"/>
                </a:lnTo>
                <a:lnTo>
                  <a:pt x="25" y="802"/>
                </a:lnTo>
                <a:lnTo>
                  <a:pt x="33" y="803"/>
                </a:lnTo>
                <a:lnTo>
                  <a:pt x="31" y="803"/>
                </a:lnTo>
                <a:lnTo>
                  <a:pt x="38" y="803"/>
                </a:lnTo>
                <a:lnTo>
                  <a:pt x="37" y="803"/>
                </a:lnTo>
                <a:lnTo>
                  <a:pt x="42" y="804"/>
                </a:lnTo>
                <a:lnTo>
                  <a:pt x="39" y="803"/>
                </a:lnTo>
                <a:lnTo>
                  <a:pt x="40" y="803"/>
                </a:lnTo>
                <a:lnTo>
                  <a:pt x="41" y="803"/>
                </a:lnTo>
                <a:lnTo>
                  <a:pt x="43" y="804"/>
                </a:lnTo>
                <a:lnTo>
                  <a:pt x="41" y="804"/>
                </a:lnTo>
                <a:lnTo>
                  <a:pt x="43" y="804"/>
                </a:lnTo>
                <a:lnTo>
                  <a:pt x="44" y="804"/>
                </a:lnTo>
                <a:lnTo>
                  <a:pt x="46" y="804"/>
                </a:lnTo>
                <a:lnTo>
                  <a:pt x="45" y="804"/>
                </a:lnTo>
                <a:lnTo>
                  <a:pt x="51" y="804"/>
                </a:lnTo>
                <a:lnTo>
                  <a:pt x="50" y="804"/>
                </a:lnTo>
                <a:lnTo>
                  <a:pt x="58" y="804"/>
                </a:lnTo>
                <a:lnTo>
                  <a:pt x="57" y="804"/>
                </a:lnTo>
                <a:lnTo>
                  <a:pt x="65" y="803"/>
                </a:lnTo>
                <a:lnTo>
                  <a:pt x="64" y="803"/>
                </a:lnTo>
                <a:lnTo>
                  <a:pt x="74" y="802"/>
                </a:lnTo>
                <a:lnTo>
                  <a:pt x="73" y="802"/>
                </a:lnTo>
                <a:lnTo>
                  <a:pt x="84" y="801"/>
                </a:lnTo>
                <a:lnTo>
                  <a:pt x="83" y="801"/>
                </a:lnTo>
                <a:lnTo>
                  <a:pt x="95" y="799"/>
                </a:lnTo>
                <a:lnTo>
                  <a:pt x="94" y="799"/>
                </a:lnTo>
                <a:lnTo>
                  <a:pt x="107" y="796"/>
                </a:lnTo>
                <a:lnTo>
                  <a:pt x="106" y="796"/>
                </a:lnTo>
                <a:lnTo>
                  <a:pt x="120" y="792"/>
                </a:lnTo>
                <a:lnTo>
                  <a:pt x="119" y="792"/>
                </a:lnTo>
                <a:lnTo>
                  <a:pt x="133" y="787"/>
                </a:lnTo>
                <a:lnTo>
                  <a:pt x="132" y="788"/>
                </a:lnTo>
                <a:lnTo>
                  <a:pt x="147" y="781"/>
                </a:lnTo>
                <a:lnTo>
                  <a:pt x="146" y="782"/>
                </a:lnTo>
                <a:lnTo>
                  <a:pt x="161" y="774"/>
                </a:lnTo>
                <a:lnTo>
                  <a:pt x="160" y="775"/>
                </a:lnTo>
                <a:lnTo>
                  <a:pt x="176" y="766"/>
                </a:lnTo>
                <a:lnTo>
                  <a:pt x="175" y="766"/>
                </a:lnTo>
                <a:lnTo>
                  <a:pt x="183" y="761"/>
                </a:lnTo>
                <a:lnTo>
                  <a:pt x="191" y="756"/>
                </a:lnTo>
                <a:lnTo>
                  <a:pt x="199" y="750"/>
                </a:lnTo>
                <a:lnTo>
                  <a:pt x="198" y="751"/>
                </a:lnTo>
                <a:lnTo>
                  <a:pt x="206" y="744"/>
                </a:lnTo>
                <a:lnTo>
                  <a:pt x="206" y="745"/>
                </a:lnTo>
                <a:lnTo>
                  <a:pt x="214" y="738"/>
                </a:lnTo>
                <a:lnTo>
                  <a:pt x="222" y="731"/>
                </a:lnTo>
                <a:lnTo>
                  <a:pt x="222" y="732"/>
                </a:lnTo>
                <a:lnTo>
                  <a:pt x="230" y="724"/>
                </a:lnTo>
                <a:lnTo>
                  <a:pt x="229" y="724"/>
                </a:lnTo>
                <a:lnTo>
                  <a:pt x="238" y="716"/>
                </a:lnTo>
                <a:lnTo>
                  <a:pt x="237" y="717"/>
                </a:lnTo>
                <a:lnTo>
                  <a:pt x="245" y="708"/>
                </a:lnTo>
                <a:lnTo>
                  <a:pt x="253" y="699"/>
                </a:lnTo>
                <a:lnTo>
                  <a:pt x="261" y="690"/>
                </a:lnTo>
                <a:lnTo>
                  <a:pt x="269" y="680"/>
                </a:lnTo>
                <a:lnTo>
                  <a:pt x="268" y="680"/>
                </a:lnTo>
                <a:lnTo>
                  <a:pt x="277" y="669"/>
                </a:lnTo>
                <a:lnTo>
                  <a:pt x="276" y="670"/>
                </a:lnTo>
                <a:lnTo>
                  <a:pt x="284" y="659"/>
                </a:lnTo>
                <a:lnTo>
                  <a:pt x="292" y="647"/>
                </a:lnTo>
                <a:lnTo>
                  <a:pt x="291" y="647"/>
                </a:lnTo>
                <a:lnTo>
                  <a:pt x="299" y="635"/>
                </a:lnTo>
                <a:lnTo>
                  <a:pt x="307" y="622"/>
                </a:lnTo>
                <a:lnTo>
                  <a:pt x="306" y="623"/>
                </a:lnTo>
                <a:lnTo>
                  <a:pt x="314" y="609"/>
                </a:lnTo>
                <a:lnTo>
                  <a:pt x="321" y="594"/>
                </a:lnTo>
                <a:lnTo>
                  <a:pt x="321" y="595"/>
                </a:lnTo>
                <a:lnTo>
                  <a:pt x="328" y="580"/>
                </a:lnTo>
                <a:lnTo>
                  <a:pt x="335" y="564"/>
                </a:lnTo>
                <a:lnTo>
                  <a:pt x="335" y="565"/>
                </a:lnTo>
                <a:lnTo>
                  <a:pt x="341" y="548"/>
                </a:lnTo>
                <a:lnTo>
                  <a:pt x="341" y="549"/>
                </a:lnTo>
                <a:lnTo>
                  <a:pt x="348" y="531"/>
                </a:lnTo>
                <a:lnTo>
                  <a:pt x="348" y="532"/>
                </a:lnTo>
                <a:lnTo>
                  <a:pt x="354" y="513"/>
                </a:lnTo>
                <a:lnTo>
                  <a:pt x="354" y="514"/>
                </a:lnTo>
                <a:lnTo>
                  <a:pt x="360" y="495"/>
                </a:lnTo>
                <a:lnTo>
                  <a:pt x="366" y="476"/>
                </a:lnTo>
                <a:lnTo>
                  <a:pt x="372" y="456"/>
                </a:lnTo>
                <a:lnTo>
                  <a:pt x="377" y="435"/>
                </a:lnTo>
                <a:lnTo>
                  <a:pt x="377" y="436"/>
                </a:lnTo>
                <a:lnTo>
                  <a:pt x="382" y="414"/>
                </a:lnTo>
                <a:lnTo>
                  <a:pt x="387" y="391"/>
                </a:lnTo>
                <a:lnTo>
                  <a:pt x="387" y="392"/>
                </a:lnTo>
                <a:lnTo>
                  <a:pt x="392" y="368"/>
                </a:lnTo>
                <a:lnTo>
                  <a:pt x="392" y="369"/>
                </a:lnTo>
                <a:lnTo>
                  <a:pt x="396" y="344"/>
                </a:lnTo>
                <a:lnTo>
                  <a:pt x="400" y="319"/>
                </a:lnTo>
                <a:lnTo>
                  <a:pt x="400" y="320"/>
                </a:lnTo>
                <a:lnTo>
                  <a:pt x="403" y="293"/>
                </a:lnTo>
                <a:lnTo>
                  <a:pt x="403" y="296"/>
                </a:lnTo>
                <a:lnTo>
                  <a:pt x="403" y="294"/>
                </a:lnTo>
                <a:lnTo>
                  <a:pt x="403" y="290"/>
                </a:lnTo>
                <a:lnTo>
                  <a:pt x="403" y="285"/>
                </a:lnTo>
                <a:lnTo>
                  <a:pt x="403" y="280"/>
                </a:lnTo>
                <a:lnTo>
                  <a:pt x="403" y="279"/>
                </a:lnTo>
                <a:lnTo>
                  <a:pt x="404" y="273"/>
                </a:lnTo>
                <a:lnTo>
                  <a:pt x="404" y="272"/>
                </a:lnTo>
                <a:lnTo>
                  <a:pt x="404" y="265"/>
                </a:lnTo>
                <a:lnTo>
                  <a:pt x="404" y="263"/>
                </a:lnTo>
                <a:lnTo>
                  <a:pt x="405" y="255"/>
                </a:lnTo>
                <a:lnTo>
                  <a:pt x="406" y="245"/>
                </a:lnTo>
                <a:lnTo>
                  <a:pt x="407" y="235"/>
                </a:lnTo>
                <a:lnTo>
                  <a:pt x="408" y="224"/>
                </a:lnTo>
                <a:lnTo>
                  <a:pt x="410" y="213"/>
                </a:lnTo>
                <a:lnTo>
                  <a:pt x="410" y="212"/>
                </a:lnTo>
                <a:lnTo>
                  <a:pt x="412" y="201"/>
                </a:lnTo>
                <a:lnTo>
                  <a:pt x="412" y="200"/>
                </a:lnTo>
                <a:lnTo>
                  <a:pt x="415" y="189"/>
                </a:lnTo>
                <a:lnTo>
                  <a:pt x="415" y="188"/>
                </a:lnTo>
                <a:lnTo>
                  <a:pt x="418" y="176"/>
                </a:lnTo>
                <a:lnTo>
                  <a:pt x="418" y="175"/>
                </a:lnTo>
                <a:lnTo>
                  <a:pt x="421" y="163"/>
                </a:lnTo>
                <a:lnTo>
                  <a:pt x="422" y="162"/>
                </a:lnTo>
                <a:lnTo>
                  <a:pt x="426" y="150"/>
                </a:lnTo>
                <a:lnTo>
                  <a:pt x="426" y="149"/>
                </a:lnTo>
                <a:lnTo>
                  <a:pt x="430" y="137"/>
                </a:lnTo>
                <a:lnTo>
                  <a:pt x="431" y="136"/>
                </a:lnTo>
                <a:lnTo>
                  <a:pt x="436" y="124"/>
                </a:lnTo>
                <a:lnTo>
                  <a:pt x="436" y="123"/>
                </a:lnTo>
                <a:lnTo>
                  <a:pt x="442" y="111"/>
                </a:lnTo>
                <a:lnTo>
                  <a:pt x="442" y="110"/>
                </a:lnTo>
                <a:lnTo>
                  <a:pt x="448" y="99"/>
                </a:lnTo>
                <a:lnTo>
                  <a:pt x="449" y="98"/>
                </a:lnTo>
                <a:lnTo>
                  <a:pt x="456" y="86"/>
                </a:lnTo>
                <a:lnTo>
                  <a:pt x="456" y="85"/>
                </a:lnTo>
                <a:lnTo>
                  <a:pt x="464" y="74"/>
                </a:lnTo>
                <a:lnTo>
                  <a:pt x="465" y="73"/>
                </a:lnTo>
                <a:lnTo>
                  <a:pt x="473" y="62"/>
                </a:lnTo>
                <a:lnTo>
                  <a:pt x="474" y="61"/>
                </a:lnTo>
                <a:lnTo>
                  <a:pt x="484" y="51"/>
                </a:lnTo>
                <a:lnTo>
                  <a:pt x="486" y="50"/>
                </a:lnTo>
                <a:lnTo>
                  <a:pt x="496" y="41"/>
                </a:lnTo>
                <a:lnTo>
                  <a:pt x="497" y="40"/>
                </a:lnTo>
                <a:lnTo>
                  <a:pt x="508" y="32"/>
                </a:lnTo>
                <a:lnTo>
                  <a:pt x="509" y="30"/>
                </a:lnTo>
                <a:lnTo>
                  <a:pt x="521" y="23"/>
                </a:lnTo>
                <a:lnTo>
                  <a:pt x="523" y="22"/>
                </a:lnTo>
                <a:lnTo>
                  <a:pt x="535" y="15"/>
                </a:lnTo>
                <a:lnTo>
                  <a:pt x="537" y="14"/>
                </a:lnTo>
                <a:lnTo>
                  <a:pt x="550" y="9"/>
                </a:lnTo>
                <a:lnTo>
                  <a:pt x="552" y="8"/>
                </a:lnTo>
                <a:lnTo>
                  <a:pt x="567" y="3"/>
                </a:lnTo>
                <a:lnTo>
                  <a:pt x="569" y="3"/>
                </a:lnTo>
                <a:lnTo>
                  <a:pt x="584" y="0"/>
                </a:lnTo>
                <a:lnTo>
                  <a:pt x="593" y="41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6" name=""/>
          <p:cNvSpPr/>
          <p:nvPr/>
        </p:nvSpPr>
        <p:spPr>
          <a:xfrm>
            <a:off x="7344360" y="3097800"/>
            <a:ext cx="67680" cy="15840"/>
          </a:xfrm>
          <a:custGeom>
            <a:avLst/>
            <a:gdLst/>
            <a:ahLst/>
            <a:rect l="0" t="0" r="r" b="b"/>
            <a:pathLst>
              <a:path w="188" h="44">
                <a:moveTo>
                  <a:pt x="0" y="44"/>
                </a:moveTo>
                <a:lnTo>
                  <a:pt x="188" y="44"/>
                </a:lnTo>
                <a:lnTo>
                  <a:pt x="188" y="0"/>
                </a:lnTo>
                <a:lnTo>
                  <a:pt x="0" y="0"/>
                </a:lnTo>
                <a:lnTo>
                  <a:pt x="0" y="44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7" name=""/>
          <p:cNvSpPr/>
          <p:nvPr/>
        </p:nvSpPr>
        <p:spPr>
          <a:xfrm>
            <a:off x="8220240" y="3084480"/>
            <a:ext cx="50400" cy="15840"/>
          </a:xfrm>
          <a:custGeom>
            <a:avLst/>
            <a:gdLst/>
            <a:ahLst/>
            <a:rect l="0" t="0" r="r" b="b"/>
            <a:pathLst>
              <a:path w="140" h="44">
                <a:moveTo>
                  <a:pt x="0" y="44"/>
                </a:moveTo>
                <a:lnTo>
                  <a:pt x="140" y="44"/>
                </a:lnTo>
                <a:lnTo>
                  <a:pt x="140" y="0"/>
                </a:lnTo>
                <a:lnTo>
                  <a:pt x="0" y="0"/>
                </a:lnTo>
                <a:lnTo>
                  <a:pt x="0" y="44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8" name=""/>
          <p:cNvSpPr/>
          <p:nvPr/>
        </p:nvSpPr>
        <p:spPr>
          <a:xfrm>
            <a:off x="6656040" y="2847960"/>
            <a:ext cx="570240" cy="751320"/>
          </a:xfrm>
          <a:custGeom>
            <a:avLst/>
            <a:gdLst/>
            <a:ahLst/>
            <a:rect l="0" t="0" r="r" b="b"/>
            <a:pathLst>
              <a:path w="1584" h="2087">
                <a:moveTo>
                  <a:pt x="1044" y="59"/>
                </a:moveTo>
                <a:cubicBezTo>
                  <a:pt x="935" y="-29"/>
                  <a:pt x="817" y="-13"/>
                  <a:pt x="721" y="70"/>
                </a:cubicBezTo>
                <a:cubicBezTo>
                  <a:pt x="681" y="105"/>
                  <a:pt x="636" y="129"/>
                  <a:pt x="588" y="142"/>
                </a:cubicBezTo>
                <a:cubicBezTo>
                  <a:pt x="524" y="158"/>
                  <a:pt x="475" y="195"/>
                  <a:pt x="454" y="238"/>
                </a:cubicBezTo>
                <a:cubicBezTo>
                  <a:pt x="425" y="289"/>
                  <a:pt x="390" y="334"/>
                  <a:pt x="347" y="366"/>
                </a:cubicBezTo>
                <a:cubicBezTo>
                  <a:pt x="235" y="452"/>
                  <a:pt x="155" y="566"/>
                  <a:pt x="126" y="700"/>
                </a:cubicBezTo>
                <a:cubicBezTo>
                  <a:pt x="112" y="753"/>
                  <a:pt x="96" y="807"/>
                  <a:pt x="70" y="852"/>
                </a:cubicBezTo>
                <a:cubicBezTo>
                  <a:pt x="-8" y="988"/>
                  <a:pt x="-24" y="1169"/>
                  <a:pt x="37" y="1348"/>
                </a:cubicBezTo>
                <a:cubicBezTo>
                  <a:pt x="56" y="1399"/>
                  <a:pt x="67" y="1455"/>
                  <a:pt x="67" y="1512"/>
                </a:cubicBezTo>
                <a:cubicBezTo>
                  <a:pt x="72" y="1680"/>
                  <a:pt x="136" y="1795"/>
                  <a:pt x="240" y="1853"/>
                </a:cubicBezTo>
                <a:cubicBezTo>
                  <a:pt x="280" y="1875"/>
                  <a:pt x="318" y="1910"/>
                  <a:pt x="347" y="1952"/>
                </a:cubicBezTo>
                <a:cubicBezTo>
                  <a:pt x="419" y="2062"/>
                  <a:pt x="521" y="2107"/>
                  <a:pt x="636" y="2078"/>
                </a:cubicBezTo>
                <a:cubicBezTo>
                  <a:pt x="676" y="2067"/>
                  <a:pt x="716" y="2067"/>
                  <a:pt x="753" y="2075"/>
                </a:cubicBezTo>
                <a:cubicBezTo>
                  <a:pt x="940" y="2115"/>
                  <a:pt x="1135" y="1939"/>
                  <a:pt x="1258" y="1728"/>
                </a:cubicBezTo>
                <a:cubicBezTo>
                  <a:pt x="1282" y="1688"/>
                  <a:pt x="1312" y="1653"/>
                  <a:pt x="1344" y="1624"/>
                </a:cubicBezTo>
                <a:cubicBezTo>
                  <a:pt x="1505" y="1480"/>
                  <a:pt x="1585" y="1319"/>
                  <a:pt x="1566" y="1089"/>
                </a:cubicBezTo>
                <a:cubicBezTo>
                  <a:pt x="1561" y="1036"/>
                  <a:pt x="1563" y="983"/>
                  <a:pt x="1571" y="929"/>
                </a:cubicBezTo>
                <a:cubicBezTo>
                  <a:pt x="1603" y="769"/>
                  <a:pt x="1574" y="609"/>
                  <a:pt x="1491" y="500"/>
                </a:cubicBezTo>
                <a:cubicBezTo>
                  <a:pt x="1459" y="460"/>
                  <a:pt x="1435" y="412"/>
                  <a:pt x="1419" y="358"/>
                </a:cubicBezTo>
                <a:cubicBezTo>
                  <a:pt x="1376" y="214"/>
                  <a:pt x="1285" y="131"/>
                  <a:pt x="1164" y="113"/>
                </a:cubicBezTo>
                <a:cubicBezTo>
                  <a:pt x="1122" y="105"/>
                  <a:pt x="1082" y="86"/>
                  <a:pt x="1044" y="59"/>
                </a:cubicBez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69" name=""/>
          <p:cNvSpPr/>
          <p:nvPr/>
        </p:nvSpPr>
        <p:spPr>
          <a:xfrm>
            <a:off x="6704640" y="2912400"/>
            <a:ext cx="474120" cy="623880"/>
          </a:xfrm>
          <a:custGeom>
            <a:avLst/>
            <a:gdLst/>
            <a:ahLst/>
            <a:rect l="0" t="0" r="r" b="b"/>
            <a:pathLst>
              <a:path w="1317" h="1733">
                <a:moveTo>
                  <a:pt x="858" y="38"/>
                </a:moveTo>
                <a:cubicBezTo>
                  <a:pt x="770" y="-21"/>
                  <a:pt x="679" y="-8"/>
                  <a:pt x="604" y="56"/>
                </a:cubicBezTo>
                <a:cubicBezTo>
                  <a:pt x="567" y="86"/>
                  <a:pt x="527" y="107"/>
                  <a:pt x="484" y="120"/>
                </a:cubicBezTo>
                <a:cubicBezTo>
                  <a:pt x="438" y="131"/>
                  <a:pt x="403" y="158"/>
                  <a:pt x="382" y="190"/>
                </a:cubicBezTo>
                <a:cubicBezTo>
                  <a:pt x="349" y="241"/>
                  <a:pt x="309" y="286"/>
                  <a:pt x="267" y="321"/>
                </a:cubicBezTo>
                <a:cubicBezTo>
                  <a:pt x="189" y="387"/>
                  <a:pt x="133" y="473"/>
                  <a:pt x="109" y="569"/>
                </a:cubicBezTo>
                <a:cubicBezTo>
                  <a:pt x="96" y="622"/>
                  <a:pt x="77" y="673"/>
                  <a:pt x="53" y="716"/>
                </a:cubicBezTo>
                <a:cubicBezTo>
                  <a:pt x="-6" y="825"/>
                  <a:pt x="-16" y="964"/>
                  <a:pt x="26" y="1102"/>
                </a:cubicBezTo>
                <a:cubicBezTo>
                  <a:pt x="42" y="1156"/>
                  <a:pt x="56" y="1212"/>
                  <a:pt x="58" y="1271"/>
                </a:cubicBezTo>
                <a:cubicBezTo>
                  <a:pt x="66" y="1393"/>
                  <a:pt x="112" y="1482"/>
                  <a:pt x="187" y="1530"/>
                </a:cubicBezTo>
                <a:cubicBezTo>
                  <a:pt x="229" y="1557"/>
                  <a:pt x="267" y="1592"/>
                  <a:pt x="299" y="1634"/>
                </a:cubicBezTo>
                <a:cubicBezTo>
                  <a:pt x="355" y="1712"/>
                  <a:pt x="435" y="1747"/>
                  <a:pt x="524" y="1728"/>
                </a:cubicBezTo>
                <a:cubicBezTo>
                  <a:pt x="561" y="1720"/>
                  <a:pt x="599" y="1717"/>
                  <a:pt x="636" y="1725"/>
                </a:cubicBezTo>
                <a:cubicBezTo>
                  <a:pt x="786" y="1749"/>
                  <a:pt x="938" y="1613"/>
                  <a:pt x="1037" y="1450"/>
                </a:cubicBezTo>
                <a:cubicBezTo>
                  <a:pt x="1063" y="1407"/>
                  <a:pt x="1095" y="1367"/>
                  <a:pt x="1133" y="1335"/>
                </a:cubicBezTo>
                <a:cubicBezTo>
                  <a:pt x="1250" y="1223"/>
                  <a:pt x="1312" y="1097"/>
                  <a:pt x="1301" y="924"/>
                </a:cubicBezTo>
                <a:cubicBezTo>
                  <a:pt x="1298" y="865"/>
                  <a:pt x="1301" y="806"/>
                  <a:pt x="1312" y="748"/>
                </a:cubicBezTo>
                <a:cubicBezTo>
                  <a:pt x="1328" y="628"/>
                  <a:pt x="1306" y="510"/>
                  <a:pt x="1245" y="425"/>
                </a:cubicBezTo>
                <a:cubicBezTo>
                  <a:pt x="1216" y="385"/>
                  <a:pt x="1194" y="337"/>
                  <a:pt x="1176" y="283"/>
                </a:cubicBezTo>
                <a:cubicBezTo>
                  <a:pt x="1141" y="179"/>
                  <a:pt x="1074" y="115"/>
                  <a:pt x="983" y="96"/>
                </a:cubicBezTo>
                <a:cubicBezTo>
                  <a:pt x="938" y="86"/>
                  <a:pt x="895" y="67"/>
                  <a:pt x="858" y="3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270" name=""/>
          <p:cNvSpPr/>
          <p:nvPr/>
        </p:nvSpPr>
        <p:spPr>
          <a:xfrm>
            <a:off x="6741000" y="2946240"/>
            <a:ext cx="404280" cy="559800"/>
          </a:xfrm>
          <a:custGeom>
            <a:avLst/>
            <a:gdLst/>
            <a:ahLst/>
            <a:rect l="0" t="0" r="r" b="b"/>
            <a:pathLst>
              <a:path w="1123" h="1555">
                <a:moveTo>
                  <a:pt x="537" y="1455"/>
                </a:moveTo>
                <a:lnTo>
                  <a:pt x="540" y="1456"/>
                </a:lnTo>
                <a:lnTo>
                  <a:pt x="556" y="1458"/>
                </a:lnTo>
                <a:lnTo>
                  <a:pt x="553" y="1457"/>
                </a:lnTo>
                <a:lnTo>
                  <a:pt x="568" y="1458"/>
                </a:lnTo>
                <a:lnTo>
                  <a:pt x="566" y="1458"/>
                </a:lnTo>
                <a:lnTo>
                  <a:pt x="581" y="1459"/>
                </a:lnTo>
                <a:lnTo>
                  <a:pt x="578" y="1459"/>
                </a:lnTo>
                <a:lnTo>
                  <a:pt x="593" y="1458"/>
                </a:lnTo>
                <a:lnTo>
                  <a:pt x="590" y="1458"/>
                </a:lnTo>
                <a:lnTo>
                  <a:pt x="605" y="1456"/>
                </a:lnTo>
                <a:lnTo>
                  <a:pt x="603" y="1457"/>
                </a:lnTo>
                <a:lnTo>
                  <a:pt x="617" y="1454"/>
                </a:lnTo>
                <a:lnTo>
                  <a:pt x="615" y="1454"/>
                </a:lnTo>
                <a:lnTo>
                  <a:pt x="629" y="1451"/>
                </a:lnTo>
                <a:lnTo>
                  <a:pt x="626" y="1452"/>
                </a:lnTo>
                <a:lnTo>
                  <a:pt x="640" y="1447"/>
                </a:lnTo>
                <a:lnTo>
                  <a:pt x="638" y="1448"/>
                </a:lnTo>
                <a:lnTo>
                  <a:pt x="652" y="1443"/>
                </a:lnTo>
                <a:lnTo>
                  <a:pt x="649" y="1444"/>
                </a:lnTo>
                <a:lnTo>
                  <a:pt x="663" y="1438"/>
                </a:lnTo>
                <a:lnTo>
                  <a:pt x="661" y="1439"/>
                </a:lnTo>
                <a:lnTo>
                  <a:pt x="674" y="1433"/>
                </a:lnTo>
                <a:lnTo>
                  <a:pt x="672" y="1434"/>
                </a:lnTo>
                <a:lnTo>
                  <a:pt x="685" y="1427"/>
                </a:lnTo>
                <a:lnTo>
                  <a:pt x="683" y="1428"/>
                </a:lnTo>
                <a:lnTo>
                  <a:pt x="695" y="1420"/>
                </a:lnTo>
                <a:lnTo>
                  <a:pt x="694" y="1421"/>
                </a:lnTo>
                <a:lnTo>
                  <a:pt x="706" y="1413"/>
                </a:lnTo>
                <a:lnTo>
                  <a:pt x="704" y="1415"/>
                </a:lnTo>
                <a:lnTo>
                  <a:pt x="715" y="1406"/>
                </a:lnTo>
                <a:lnTo>
                  <a:pt x="714" y="1407"/>
                </a:lnTo>
                <a:lnTo>
                  <a:pt x="725" y="1398"/>
                </a:lnTo>
                <a:lnTo>
                  <a:pt x="724" y="1399"/>
                </a:lnTo>
                <a:lnTo>
                  <a:pt x="735" y="1390"/>
                </a:lnTo>
                <a:lnTo>
                  <a:pt x="734" y="1391"/>
                </a:lnTo>
                <a:lnTo>
                  <a:pt x="744" y="1381"/>
                </a:lnTo>
                <a:lnTo>
                  <a:pt x="743" y="1383"/>
                </a:lnTo>
                <a:lnTo>
                  <a:pt x="753" y="1373"/>
                </a:lnTo>
                <a:lnTo>
                  <a:pt x="752" y="1374"/>
                </a:lnTo>
                <a:lnTo>
                  <a:pt x="761" y="1364"/>
                </a:lnTo>
                <a:lnTo>
                  <a:pt x="760" y="1365"/>
                </a:lnTo>
                <a:lnTo>
                  <a:pt x="770" y="1355"/>
                </a:lnTo>
                <a:lnTo>
                  <a:pt x="769" y="1356"/>
                </a:lnTo>
                <a:lnTo>
                  <a:pt x="777" y="1345"/>
                </a:lnTo>
                <a:lnTo>
                  <a:pt x="776" y="1346"/>
                </a:lnTo>
                <a:lnTo>
                  <a:pt x="785" y="1336"/>
                </a:lnTo>
                <a:lnTo>
                  <a:pt x="784" y="1337"/>
                </a:lnTo>
                <a:lnTo>
                  <a:pt x="792" y="1326"/>
                </a:lnTo>
                <a:lnTo>
                  <a:pt x="791" y="1328"/>
                </a:lnTo>
                <a:lnTo>
                  <a:pt x="798" y="1317"/>
                </a:lnTo>
                <a:lnTo>
                  <a:pt x="798" y="1318"/>
                </a:lnTo>
                <a:lnTo>
                  <a:pt x="804" y="1308"/>
                </a:lnTo>
                <a:lnTo>
                  <a:pt x="804" y="1309"/>
                </a:lnTo>
                <a:lnTo>
                  <a:pt x="810" y="1299"/>
                </a:lnTo>
                <a:lnTo>
                  <a:pt x="809" y="1300"/>
                </a:lnTo>
                <a:lnTo>
                  <a:pt x="815" y="1290"/>
                </a:lnTo>
                <a:lnTo>
                  <a:pt x="814" y="1291"/>
                </a:lnTo>
                <a:lnTo>
                  <a:pt x="820" y="1281"/>
                </a:lnTo>
                <a:lnTo>
                  <a:pt x="819" y="1283"/>
                </a:lnTo>
                <a:lnTo>
                  <a:pt x="824" y="1273"/>
                </a:lnTo>
                <a:lnTo>
                  <a:pt x="823" y="1274"/>
                </a:lnTo>
                <a:lnTo>
                  <a:pt x="828" y="1265"/>
                </a:lnTo>
                <a:lnTo>
                  <a:pt x="827" y="1267"/>
                </a:lnTo>
                <a:lnTo>
                  <a:pt x="831" y="1258"/>
                </a:lnTo>
                <a:lnTo>
                  <a:pt x="843" y="1228"/>
                </a:lnTo>
                <a:lnTo>
                  <a:pt x="844" y="1226"/>
                </a:lnTo>
                <a:lnTo>
                  <a:pt x="858" y="1197"/>
                </a:lnTo>
                <a:lnTo>
                  <a:pt x="859" y="1195"/>
                </a:lnTo>
                <a:lnTo>
                  <a:pt x="866" y="1180"/>
                </a:lnTo>
                <a:lnTo>
                  <a:pt x="867" y="1179"/>
                </a:lnTo>
                <a:lnTo>
                  <a:pt x="875" y="1165"/>
                </a:lnTo>
                <a:lnTo>
                  <a:pt x="876" y="1164"/>
                </a:lnTo>
                <a:lnTo>
                  <a:pt x="884" y="1150"/>
                </a:lnTo>
                <a:lnTo>
                  <a:pt x="885" y="1148"/>
                </a:lnTo>
                <a:lnTo>
                  <a:pt x="895" y="1135"/>
                </a:lnTo>
                <a:lnTo>
                  <a:pt x="894" y="1136"/>
                </a:lnTo>
                <a:lnTo>
                  <a:pt x="907" y="1115"/>
                </a:lnTo>
                <a:lnTo>
                  <a:pt x="907" y="1116"/>
                </a:lnTo>
                <a:lnTo>
                  <a:pt x="919" y="1096"/>
                </a:lnTo>
                <a:lnTo>
                  <a:pt x="918" y="1097"/>
                </a:lnTo>
                <a:lnTo>
                  <a:pt x="930" y="1076"/>
                </a:lnTo>
                <a:lnTo>
                  <a:pt x="930" y="1077"/>
                </a:lnTo>
                <a:lnTo>
                  <a:pt x="941" y="1056"/>
                </a:lnTo>
                <a:lnTo>
                  <a:pt x="940" y="1057"/>
                </a:lnTo>
                <a:lnTo>
                  <a:pt x="951" y="1035"/>
                </a:lnTo>
                <a:lnTo>
                  <a:pt x="950" y="1037"/>
                </a:lnTo>
                <a:lnTo>
                  <a:pt x="961" y="1015"/>
                </a:lnTo>
                <a:lnTo>
                  <a:pt x="960" y="1016"/>
                </a:lnTo>
                <a:lnTo>
                  <a:pt x="970" y="994"/>
                </a:lnTo>
                <a:lnTo>
                  <a:pt x="969" y="995"/>
                </a:lnTo>
                <a:lnTo>
                  <a:pt x="978" y="972"/>
                </a:lnTo>
                <a:lnTo>
                  <a:pt x="977" y="974"/>
                </a:lnTo>
                <a:lnTo>
                  <a:pt x="986" y="951"/>
                </a:lnTo>
                <a:lnTo>
                  <a:pt x="985" y="952"/>
                </a:lnTo>
                <a:lnTo>
                  <a:pt x="993" y="929"/>
                </a:lnTo>
                <a:lnTo>
                  <a:pt x="992" y="931"/>
                </a:lnTo>
                <a:lnTo>
                  <a:pt x="999" y="908"/>
                </a:lnTo>
                <a:lnTo>
                  <a:pt x="999" y="909"/>
                </a:lnTo>
                <a:lnTo>
                  <a:pt x="1005" y="886"/>
                </a:lnTo>
                <a:lnTo>
                  <a:pt x="1005" y="887"/>
                </a:lnTo>
                <a:lnTo>
                  <a:pt x="1010" y="863"/>
                </a:lnTo>
                <a:lnTo>
                  <a:pt x="1010" y="865"/>
                </a:lnTo>
                <a:lnTo>
                  <a:pt x="1015" y="841"/>
                </a:lnTo>
                <a:lnTo>
                  <a:pt x="1014" y="843"/>
                </a:lnTo>
                <a:lnTo>
                  <a:pt x="1019" y="819"/>
                </a:lnTo>
                <a:lnTo>
                  <a:pt x="1018" y="820"/>
                </a:lnTo>
                <a:lnTo>
                  <a:pt x="1022" y="796"/>
                </a:lnTo>
                <a:lnTo>
                  <a:pt x="1021" y="798"/>
                </a:lnTo>
                <a:lnTo>
                  <a:pt x="1024" y="774"/>
                </a:lnTo>
                <a:lnTo>
                  <a:pt x="1024" y="775"/>
                </a:lnTo>
                <a:lnTo>
                  <a:pt x="1026" y="751"/>
                </a:lnTo>
                <a:lnTo>
                  <a:pt x="1026" y="753"/>
                </a:lnTo>
                <a:lnTo>
                  <a:pt x="1027" y="729"/>
                </a:lnTo>
                <a:lnTo>
                  <a:pt x="1027" y="730"/>
                </a:lnTo>
                <a:lnTo>
                  <a:pt x="1027" y="706"/>
                </a:lnTo>
                <a:lnTo>
                  <a:pt x="1027" y="708"/>
                </a:lnTo>
                <a:lnTo>
                  <a:pt x="1026" y="684"/>
                </a:lnTo>
                <a:lnTo>
                  <a:pt x="1026" y="686"/>
                </a:lnTo>
                <a:lnTo>
                  <a:pt x="1025" y="661"/>
                </a:lnTo>
                <a:lnTo>
                  <a:pt x="1025" y="663"/>
                </a:lnTo>
                <a:lnTo>
                  <a:pt x="1023" y="639"/>
                </a:lnTo>
                <a:lnTo>
                  <a:pt x="1023" y="640"/>
                </a:lnTo>
                <a:lnTo>
                  <a:pt x="1020" y="616"/>
                </a:lnTo>
                <a:lnTo>
                  <a:pt x="1020" y="618"/>
                </a:lnTo>
                <a:lnTo>
                  <a:pt x="1016" y="594"/>
                </a:lnTo>
                <a:lnTo>
                  <a:pt x="1016" y="596"/>
                </a:lnTo>
                <a:lnTo>
                  <a:pt x="1011" y="572"/>
                </a:lnTo>
                <a:lnTo>
                  <a:pt x="1012" y="574"/>
                </a:lnTo>
                <a:lnTo>
                  <a:pt x="1006" y="550"/>
                </a:lnTo>
                <a:lnTo>
                  <a:pt x="1006" y="552"/>
                </a:lnTo>
                <a:lnTo>
                  <a:pt x="1000" y="528"/>
                </a:lnTo>
                <a:lnTo>
                  <a:pt x="1000" y="530"/>
                </a:lnTo>
                <a:lnTo>
                  <a:pt x="992" y="506"/>
                </a:lnTo>
                <a:lnTo>
                  <a:pt x="993" y="508"/>
                </a:lnTo>
                <a:lnTo>
                  <a:pt x="984" y="485"/>
                </a:lnTo>
                <a:lnTo>
                  <a:pt x="985" y="487"/>
                </a:lnTo>
                <a:lnTo>
                  <a:pt x="976" y="464"/>
                </a:lnTo>
                <a:lnTo>
                  <a:pt x="976" y="465"/>
                </a:lnTo>
                <a:lnTo>
                  <a:pt x="966" y="443"/>
                </a:lnTo>
                <a:lnTo>
                  <a:pt x="966" y="442"/>
                </a:lnTo>
                <a:lnTo>
                  <a:pt x="954" y="416"/>
                </a:lnTo>
                <a:lnTo>
                  <a:pt x="954" y="415"/>
                </a:lnTo>
                <a:lnTo>
                  <a:pt x="943" y="388"/>
                </a:lnTo>
                <a:lnTo>
                  <a:pt x="942" y="387"/>
                </a:lnTo>
                <a:lnTo>
                  <a:pt x="932" y="361"/>
                </a:lnTo>
                <a:lnTo>
                  <a:pt x="932" y="360"/>
                </a:lnTo>
                <a:lnTo>
                  <a:pt x="922" y="331"/>
                </a:lnTo>
                <a:lnTo>
                  <a:pt x="914" y="311"/>
                </a:lnTo>
                <a:lnTo>
                  <a:pt x="915" y="312"/>
                </a:lnTo>
                <a:lnTo>
                  <a:pt x="907" y="292"/>
                </a:lnTo>
                <a:lnTo>
                  <a:pt x="907" y="294"/>
                </a:lnTo>
                <a:lnTo>
                  <a:pt x="899" y="275"/>
                </a:lnTo>
                <a:lnTo>
                  <a:pt x="900" y="277"/>
                </a:lnTo>
                <a:lnTo>
                  <a:pt x="889" y="258"/>
                </a:lnTo>
                <a:lnTo>
                  <a:pt x="890" y="260"/>
                </a:lnTo>
                <a:lnTo>
                  <a:pt x="881" y="243"/>
                </a:lnTo>
                <a:lnTo>
                  <a:pt x="882" y="244"/>
                </a:lnTo>
                <a:lnTo>
                  <a:pt x="871" y="228"/>
                </a:lnTo>
                <a:lnTo>
                  <a:pt x="873" y="229"/>
                </a:lnTo>
                <a:lnTo>
                  <a:pt x="862" y="213"/>
                </a:lnTo>
                <a:lnTo>
                  <a:pt x="863" y="215"/>
                </a:lnTo>
                <a:lnTo>
                  <a:pt x="852" y="200"/>
                </a:lnTo>
                <a:lnTo>
                  <a:pt x="853" y="202"/>
                </a:lnTo>
                <a:lnTo>
                  <a:pt x="842" y="188"/>
                </a:lnTo>
                <a:lnTo>
                  <a:pt x="843" y="189"/>
                </a:lnTo>
                <a:lnTo>
                  <a:pt x="832" y="176"/>
                </a:lnTo>
                <a:lnTo>
                  <a:pt x="833" y="178"/>
                </a:lnTo>
                <a:lnTo>
                  <a:pt x="821" y="165"/>
                </a:lnTo>
                <a:lnTo>
                  <a:pt x="823" y="167"/>
                </a:lnTo>
                <a:lnTo>
                  <a:pt x="810" y="155"/>
                </a:lnTo>
                <a:lnTo>
                  <a:pt x="812" y="157"/>
                </a:lnTo>
                <a:lnTo>
                  <a:pt x="799" y="146"/>
                </a:lnTo>
                <a:lnTo>
                  <a:pt x="801" y="147"/>
                </a:lnTo>
                <a:lnTo>
                  <a:pt x="787" y="137"/>
                </a:lnTo>
                <a:lnTo>
                  <a:pt x="790" y="139"/>
                </a:lnTo>
                <a:lnTo>
                  <a:pt x="776" y="130"/>
                </a:lnTo>
                <a:lnTo>
                  <a:pt x="778" y="131"/>
                </a:lnTo>
                <a:lnTo>
                  <a:pt x="764" y="123"/>
                </a:lnTo>
                <a:lnTo>
                  <a:pt x="767" y="124"/>
                </a:lnTo>
                <a:lnTo>
                  <a:pt x="752" y="117"/>
                </a:lnTo>
                <a:lnTo>
                  <a:pt x="755" y="118"/>
                </a:lnTo>
                <a:lnTo>
                  <a:pt x="741" y="111"/>
                </a:lnTo>
                <a:lnTo>
                  <a:pt x="743" y="113"/>
                </a:lnTo>
                <a:lnTo>
                  <a:pt x="729" y="107"/>
                </a:lnTo>
                <a:lnTo>
                  <a:pt x="731" y="108"/>
                </a:lnTo>
                <a:lnTo>
                  <a:pt x="716" y="103"/>
                </a:lnTo>
                <a:lnTo>
                  <a:pt x="719" y="104"/>
                </a:lnTo>
                <a:lnTo>
                  <a:pt x="704" y="100"/>
                </a:lnTo>
                <a:lnTo>
                  <a:pt x="707" y="101"/>
                </a:lnTo>
                <a:lnTo>
                  <a:pt x="692" y="98"/>
                </a:lnTo>
                <a:lnTo>
                  <a:pt x="695" y="98"/>
                </a:lnTo>
                <a:lnTo>
                  <a:pt x="679" y="97"/>
                </a:lnTo>
                <a:lnTo>
                  <a:pt x="682" y="97"/>
                </a:lnTo>
                <a:lnTo>
                  <a:pt x="667" y="96"/>
                </a:lnTo>
                <a:lnTo>
                  <a:pt x="670" y="96"/>
                </a:lnTo>
                <a:lnTo>
                  <a:pt x="654" y="96"/>
                </a:lnTo>
                <a:lnTo>
                  <a:pt x="657" y="96"/>
                </a:lnTo>
                <a:lnTo>
                  <a:pt x="642" y="97"/>
                </a:lnTo>
                <a:lnTo>
                  <a:pt x="644" y="97"/>
                </a:lnTo>
                <a:lnTo>
                  <a:pt x="628" y="98"/>
                </a:lnTo>
                <a:lnTo>
                  <a:pt x="631" y="98"/>
                </a:lnTo>
                <a:lnTo>
                  <a:pt x="616" y="101"/>
                </a:lnTo>
                <a:lnTo>
                  <a:pt x="618" y="100"/>
                </a:lnTo>
                <a:lnTo>
                  <a:pt x="603" y="104"/>
                </a:lnTo>
                <a:lnTo>
                  <a:pt x="605" y="103"/>
                </a:lnTo>
                <a:lnTo>
                  <a:pt x="589" y="108"/>
                </a:lnTo>
                <a:lnTo>
                  <a:pt x="592" y="107"/>
                </a:lnTo>
                <a:lnTo>
                  <a:pt x="576" y="113"/>
                </a:lnTo>
                <a:lnTo>
                  <a:pt x="579" y="112"/>
                </a:lnTo>
                <a:lnTo>
                  <a:pt x="563" y="119"/>
                </a:lnTo>
                <a:lnTo>
                  <a:pt x="566" y="117"/>
                </a:lnTo>
                <a:lnTo>
                  <a:pt x="557" y="122"/>
                </a:lnTo>
                <a:lnTo>
                  <a:pt x="555" y="123"/>
                </a:lnTo>
                <a:lnTo>
                  <a:pt x="545" y="127"/>
                </a:lnTo>
                <a:lnTo>
                  <a:pt x="543" y="128"/>
                </a:lnTo>
                <a:lnTo>
                  <a:pt x="533" y="132"/>
                </a:lnTo>
                <a:lnTo>
                  <a:pt x="531" y="133"/>
                </a:lnTo>
                <a:lnTo>
                  <a:pt x="521" y="136"/>
                </a:lnTo>
                <a:lnTo>
                  <a:pt x="519" y="137"/>
                </a:lnTo>
                <a:lnTo>
                  <a:pt x="509" y="140"/>
                </a:lnTo>
                <a:lnTo>
                  <a:pt x="507" y="140"/>
                </a:lnTo>
                <a:lnTo>
                  <a:pt x="497" y="142"/>
                </a:lnTo>
                <a:lnTo>
                  <a:pt x="495" y="143"/>
                </a:lnTo>
                <a:lnTo>
                  <a:pt x="485" y="145"/>
                </a:lnTo>
                <a:lnTo>
                  <a:pt x="483" y="145"/>
                </a:lnTo>
                <a:lnTo>
                  <a:pt x="473" y="146"/>
                </a:lnTo>
                <a:lnTo>
                  <a:pt x="474" y="146"/>
                </a:lnTo>
                <a:lnTo>
                  <a:pt x="463" y="148"/>
                </a:lnTo>
                <a:lnTo>
                  <a:pt x="466" y="147"/>
                </a:lnTo>
                <a:lnTo>
                  <a:pt x="455" y="150"/>
                </a:lnTo>
                <a:lnTo>
                  <a:pt x="457" y="149"/>
                </a:lnTo>
                <a:lnTo>
                  <a:pt x="447" y="152"/>
                </a:lnTo>
                <a:lnTo>
                  <a:pt x="449" y="151"/>
                </a:lnTo>
                <a:lnTo>
                  <a:pt x="439" y="155"/>
                </a:lnTo>
                <a:lnTo>
                  <a:pt x="441" y="154"/>
                </a:lnTo>
                <a:lnTo>
                  <a:pt x="430" y="158"/>
                </a:lnTo>
                <a:lnTo>
                  <a:pt x="433" y="157"/>
                </a:lnTo>
                <a:lnTo>
                  <a:pt x="422" y="162"/>
                </a:lnTo>
                <a:lnTo>
                  <a:pt x="424" y="161"/>
                </a:lnTo>
                <a:lnTo>
                  <a:pt x="414" y="166"/>
                </a:lnTo>
                <a:lnTo>
                  <a:pt x="416" y="165"/>
                </a:lnTo>
                <a:lnTo>
                  <a:pt x="406" y="171"/>
                </a:lnTo>
                <a:lnTo>
                  <a:pt x="407" y="170"/>
                </a:lnTo>
                <a:lnTo>
                  <a:pt x="397" y="176"/>
                </a:lnTo>
                <a:lnTo>
                  <a:pt x="399" y="175"/>
                </a:lnTo>
                <a:lnTo>
                  <a:pt x="389" y="182"/>
                </a:lnTo>
                <a:lnTo>
                  <a:pt x="391" y="181"/>
                </a:lnTo>
                <a:lnTo>
                  <a:pt x="381" y="188"/>
                </a:lnTo>
                <a:lnTo>
                  <a:pt x="383" y="187"/>
                </a:lnTo>
                <a:lnTo>
                  <a:pt x="373" y="195"/>
                </a:lnTo>
                <a:lnTo>
                  <a:pt x="374" y="194"/>
                </a:lnTo>
                <a:lnTo>
                  <a:pt x="365" y="202"/>
                </a:lnTo>
                <a:lnTo>
                  <a:pt x="366" y="201"/>
                </a:lnTo>
                <a:lnTo>
                  <a:pt x="357" y="210"/>
                </a:lnTo>
                <a:lnTo>
                  <a:pt x="358" y="209"/>
                </a:lnTo>
                <a:lnTo>
                  <a:pt x="349" y="218"/>
                </a:lnTo>
                <a:lnTo>
                  <a:pt x="350" y="217"/>
                </a:lnTo>
                <a:lnTo>
                  <a:pt x="341" y="226"/>
                </a:lnTo>
                <a:lnTo>
                  <a:pt x="342" y="225"/>
                </a:lnTo>
                <a:lnTo>
                  <a:pt x="333" y="235"/>
                </a:lnTo>
                <a:lnTo>
                  <a:pt x="334" y="234"/>
                </a:lnTo>
                <a:lnTo>
                  <a:pt x="326" y="245"/>
                </a:lnTo>
                <a:lnTo>
                  <a:pt x="327" y="243"/>
                </a:lnTo>
                <a:lnTo>
                  <a:pt x="311" y="265"/>
                </a:lnTo>
                <a:lnTo>
                  <a:pt x="312" y="263"/>
                </a:lnTo>
                <a:lnTo>
                  <a:pt x="296" y="286"/>
                </a:lnTo>
                <a:lnTo>
                  <a:pt x="298" y="284"/>
                </a:lnTo>
                <a:lnTo>
                  <a:pt x="283" y="309"/>
                </a:lnTo>
                <a:lnTo>
                  <a:pt x="284" y="307"/>
                </a:lnTo>
                <a:lnTo>
                  <a:pt x="270" y="333"/>
                </a:lnTo>
                <a:lnTo>
                  <a:pt x="271" y="331"/>
                </a:lnTo>
                <a:lnTo>
                  <a:pt x="258" y="359"/>
                </a:lnTo>
                <a:lnTo>
                  <a:pt x="259" y="356"/>
                </a:lnTo>
                <a:lnTo>
                  <a:pt x="247" y="385"/>
                </a:lnTo>
                <a:lnTo>
                  <a:pt x="247" y="384"/>
                </a:lnTo>
                <a:lnTo>
                  <a:pt x="236" y="413"/>
                </a:lnTo>
                <a:lnTo>
                  <a:pt x="229" y="431"/>
                </a:lnTo>
                <a:lnTo>
                  <a:pt x="229" y="432"/>
                </a:lnTo>
                <a:lnTo>
                  <a:pt x="222" y="449"/>
                </a:lnTo>
                <a:lnTo>
                  <a:pt x="221" y="450"/>
                </a:lnTo>
                <a:lnTo>
                  <a:pt x="206" y="484"/>
                </a:lnTo>
                <a:lnTo>
                  <a:pt x="206" y="485"/>
                </a:lnTo>
                <a:lnTo>
                  <a:pt x="198" y="502"/>
                </a:lnTo>
                <a:lnTo>
                  <a:pt x="197" y="503"/>
                </a:lnTo>
                <a:lnTo>
                  <a:pt x="189" y="519"/>
                </a:lnTo>
                <a:lnTo>
                  <a:pt x="188" y="520"/>
                </a:lnTo>
                <a:lnTo>
                  <a:pt x="179" y="537"/>
                </a:lnTo>
                <a:lnTo>
                  <a:pt x="178" y="538"/>
                </a:lnTo>
                <a:lnTo>
                  <a:pt x="168" y="554"/>
                </a:lnTo>
                <a:lnTo>
                  <a:pt x="169" y="552"/>
                </a:lnTo>
                <a:lnTo>
                  <a:pt x="156" y="577"/>
                </a:lnTo>
                <a:lnTo>
                  <a:pt x="157" y="575"/>
                </a:lnTo>
                <a:lnTo>
                  <a:pt x="145" y="599"/>
                </a:lnTo>
                <a:lnTo>
                  <a:pt x="146" y="597"/>
                </a:lnTo>
                <a:lnTo>
                  <a:pt x="135" y="622"/>
                </a:lnTo>
                <a:lnTo>
                  <a:pt x="135" y="620"/>
                </a:lnTo>
                <a:lnTo>
                  <a:pt x="126" y="646"/>
                </a:lnTo>
                <a:lnTo>
                  <a:pt x="126" y="644"/>
                </a:lnTo>
                <a:lnTo>
                  <a:pt x="118" y="669"/>
                </a:lnTo>
                <a:lnTo>
                  <a:pt x="119" y="667"/>
                </a:lnTo>
                <a:lnTo>
                  <a:pt x="111" y="693"/>
                </a:lnTo>
                <a:lnTo>
                  <a:pt x="112" y="691"/>
                </a:lnTo>
                <a:lnTo>
                  <a:pt x="106" y="717"/>
                </a:lnTo>
                <a:lnTo>
                  <a:pt x="107" y="714"/>
                </a:lnTo>
                <a:lnTo>
                  <a:pt x="102" y="741"/>
                </a:lnTo>
                <a:lnTo>
                  <a:pt x="102" y="738"/>
                </a:lnTo>
                <a:lnTo>
                  <a:pt x="99" y="765"/>
                </a:lnTo>
                <a:lnTo>
                  <a:pt x="99" y="762"/>
                </a:lnTo>
                <a:lnTo>
                  <a:pt x="97" y="789"/>
                </a:lnTo>
                <a:lnTo>
                  <a:pt x="97" y="787"/>
                </a:lnTo>
                <a:lnTo>
                  <a:pt x="97" y="813"/>
                </a:lnTo>
                <a:lnTo>
                  <a:pt x="97" y="811"/>
                </a:lnTo>
                <a:lnTo>
                  <a:pt x="97" y="838"/>
                </a:lnTo>
                <a:lnTo>
                  <a:pt x="97" y="835"/>
                </a:lnTo>
                <a:lnTo>
                  <a:pt x="99" y="862"/>
                </a:lnTo>
                <a:lnTo>
                  <a:pt x="99" y="859"/>
                </a:lnTo>
                <a:lnTo>
                  <a:pt x="102" y="886"/>
                </a:lnTo>
                <a:lnTo>
                  <a:pt x="102" y="884"/>
                </a:lnTo>
                <a:lnTo>
                  <a:pt x="107" y="910"/>
                </a:lnTo>
                <a:lnTo>
                  <a:pt x="106" y="908"/>
                </a:lnTo>
                <a:lnTo>
                  <a:pt x="113" y="934"/>
                </a:lnTo>
                <a:lnTo>
                  <a:pt x="113" y="936"/>
                </a:lnTo>
                <a:lnTo>
                  <a:pt x="119" y="966"/>
                </a:lnTo>
                <a:lnTo>
                  <a:pt x="125" y="996"/>
                </a:lnTo>
                <a:lnTo>
                  <a:pt x="125" y="997"/>
                </a:lnTo>
                <a:lnTo>
                  <a:pt x="130" y="1027"/>
                </a:lnTo>
                <a:lnTo>
                  <a:pt x="130" y="1028"/>
                </a:lnTo>
                <a:lnTo>
                  <a:pt x="135" y="1058"/>
                </a:lnTo>
                <a:lnTo>
                  <a:pt x="135" y="1060"/>
                </a:lnTo>
                <a:lnTo>
                  <a:pt x="138" y="1083"/>
                </a:lnTo>
                <a:lnTo>
                  <a:pt x="137" y="1082"/>
                </a:lnTo>
                <a:lnTo>
                  <a:pt x="141" y="1104"/>
                </a:lnTo>
                <a:lnTo>
                  <a:pt x="140" y="1103"/>
                </a:lnTo>
                <a:lnTo>
                  <a:pt x="144" y="1125"/>
                </a:lnTo>
                <a:lnTo>
                  <a:pt x="144" y="1124"/>
                </a:lnTo>
                <a:lnTo>
                  <a:pt x="149" y="1146"/>
                </a:lnTo>
                <a:lnTo>
                  <a:pt x="148" y="1144"/>
                </a:lnTo>
                <a:lnTo>
                  <a:pt x="154" y="1165"/>
                </a:lnTo>
                <a:lnTo>
                  <a:pt x="153" y="1164"/>
                </a:lnTo>
                <a:lnTo>
                  <a:pt x="159" y="1185"/>
                </a:lnTo>
                <a:lnTo>
                  <a:pt x="159" y="1183"/>
                </a:lnTo>
                <a:lnTo>
                  <a:pt x="165" y="1204"/>
                </a:lnTo>
                <a:lnTo>
                  <a:pt x="165" y="1202"/>
                </a:lnTo>
                <a:lnTo>
                  <a:pt x="172" y="1222"/>
                </a:lnTo>
                <a:lnTo>
                  <a:pt x="171" y="1220"/>
                </a:lnTo>
                <a:lnTo>
                  <a:pt x="179" y="1240"/>
                </a:lnTo>
                <a:lnTo>
                  <a:pt x="178" y="1238"/>
                </a:lnTo>
                <a:lnTo>
                  <a:pt x="187" y="1257"/>
                </a:lnTo>
                <a:lnTo>
                  <a:pt x="186" y="1255"/>
                </a:lnTo>
                <a:lnTo>
                  <a:pt x="195" y="1273"/>
                </a:lnTo>
                <a:lnTo>
                  <a:pt x="194" y="1272"/>
                </a:lnTo>
                <a:lnTo>
                  <a:pt x="203" y="1290"/>
                </a:lnTo>
                <a:lnTo>
                  <a:pt x="202" y="1288"/>
                </a:lnTo>
                <a:lnTo>
                  <a:pt x="212" y="1305"/>
                </a:lnTo>
                <a:lnTo>
                  <a:pt x="211" y="1303"/>
                </a:lnTo>
                <a:lnTo>
                  <a:pt x="222" y="1319"/>
                </a:lnTo>
                <a:lnTo>
                  <a:pt x="220" y="1318"/>
                </a:lnTo>
                <a:lnTo>
                  <a:pt x="231" y="1333"/>
                </a:lnTo>
                <a:lnTo>
                  <a:pt x="230" y="1332"/>
                </a:lnTo>
                <a:lnTo>
                  <a:pt x="242" y="1347"/>
                </a:lnTo>
                <a:lnTo>
                  <a:pt x="240" y="1345"/>
                </a:lnTo>
                <a:lnTo>
                  <a:pt x="252" y="1359"/>
                </a:lnTo>
                <a:lnTo>
                  <a:pt x="251" y="1357"/>
                </a:lnTo>
                <a:lnTo>
                  <a:pt x="263" y="1371"/>
                </a:lnTo>
                <a:lnTo>
                  <a:pt x="261" y="1369"/>
                </a:lnTo>
                <a:lnTo>
                  <a:pt x="274" y="1382"/>
                </a:lnTo>
                <a:lnTo>
                  <a:pt x="272" y="1380"/>
                </a:lnTo>
                <a:lnTo>
                  <a:pt x="286" y="1392"/>
                </a:lnTo>
                <a:lnTo>
                  <a:pt x="284" y="1390"/>
                </a:lnTo>
                <a:lnTo>
                  <a:pt x="297" y="1401"/>
                </a:lnTo>
                <a:lnTo>
                  <a:pt x="295" y="1400"/>
                </a:lnTo>
                <a:lnTo>
                  <a:pt x="309" y="1410"/>
                </a:lnTo>
                <a:lnTo>
                  <a:pt x="307" y="1408"/>
                </a:lnTo>
                <a:lnTo>
                  <a:pt x="322" y="1418"/>
                </a:lnTo>
                <a:lnTo>
                  <a:pt x="319" y="1416"/>
                </a:lnTo>
                <a:lnTo>
                  <a:pt x="334" y="1425"/>
                </a:lnTo>
                <a:lnTo>
                  <a:pt x="331" y="1423"/>
                </a:lnTo>
                <a:lnTo>
                  <a:pt x="346" y="1431"/>
                </a:lnTo>
                <a:lnTo>
                  <a:pt x="344" y="1429"/>
                </a:lnTo>
                <a:lnTo>
                  <a:pt x="359" y="1436"/>
                </a:lnTo>
                <a:lnTo>
                  <a:pt x="357" y="1435"/>
                </a:lnTo>
                <a:lnTo>
                  <a:pt x="372" y="1440"/>
                </a:lnTo>
                <a:lnTo>
                  <a:pt x="370" y="1439"/>
                </a:lnTo>
                <a:lnTo>
                  <a:pt x="386" y="1444"/>
                </a:lnTo>
                <a:lnTo>
                  <a:pt x="383" y="1443"/>
                </a:lnTo>
                <a:lnTo>
                  <a:pt x="399" y="1447"/>
                </a:lnTo>
                <a:lnTo>
                  <a:pt x="396" y="1446"/>
                </a:lnTo>
                <a:lnTo>
                  <a:pt x="413" y="1449"/>
                </a:lnTo>
                <a:lnTo>
                  <a:pt x="410" y="1448"/>
                </a:lnTo>
                <a:lnTo>
                  <a:pt x="427" y="1450"/>
                </a:lnTo>
                <a:lnTo>
                  <a:pt x="423" y="1449"/>
                </a:lnTo>
                <a:lnTo>
                  <a:pt x="440" y="1450"/>
                </a:lnTo>
                <a:lnTo>
                  <a:pt x="441" y="1450"/>
                </a:lnTo>
                <a:lnTo>
                  <a:pt x="463" y="1450"/>
                </a:lnTo>
                <a:lnTo>
                  <a:pt x="465" y="1450"/>
                </a:lnTo>
                <a:lnTo>
                  <a:pt x="488" y="1451"/>
                </a:lnTo>
                <a:lnTo>
                  <a:pt x="489" y="1452"/>
                </a:lnTo>
                <a:lnTo>
                  <a:pt x="513" y="1453"/>
                </a:lnTo>
                <a:lnTo>
                  <a:pt x="537" y="1455"/>
                </a:lnTo>
                <a:moveTo>
                  <a:pt x="505" y="1549"/>
                </a:moveTo>
                <a:lnTo>
                  <a:pt x="506" y="1549"/>
                </a:lnTo>
                <a:lnTo>
                  <a:pt x="482" y="1547"/>
                </a:lnTo>
                <a:lnTo>
                  <a:pt x="483" y="1547"/>
                </a:lnTo>
                <a:lnTo>
                  <a:pt x="460" y="1546"/>
                </a:lnTo>
                <a:lnTo>
                  <a:pt x="461" y="1546"/>
                </a:lnTo>
                <a:lnTo>
                  <a:pt x="439" y="1546"/>
                </a:lnTo>
                <a:lnTo>
                  <a:pt x="422" y="1546"/>
                </a:lnTo>
                <a:lnTo>
                  <a:pt x="419" y="1545"/>
                </a:lnTo>
                <a:lnTo>
                  <a:pt x="402" y="1544"/>
                </a:lnTo>
                <a:lnTo>
                  <a:pt x="399" y="1544"/>
                </a:lnTo>
                <a:lnTo>
                  <a:pt x="382" y="1541"/>
                </a:lnTo>
                <a:lnTo>
                  <a:pt x="379" y="1541"/>
                </a:lnTo>
                <a:lnTo>
                  <a:pt x="363" y="1537"/>
                </a:lnTo>
                <a:lnTo>
                  <a:pt x="360" y="1536"/>
                </a:lnTo>
                <a:lnTo>
                  <a:pt x="344" y="1532"/>
                </a:lnTo>
                <a:lnTo>
                  <a:pt x="341" y="1531"/>
                </a:lnTo>
                <a:lnTo>
                  <a:pt x="325" y="1526"/>
                </a:lnTo>
                <a:lnTo>
                  <a:pt x="322" y="1524"/>
                </a:lnTo>
                <a:lnTo>
                  <a:pt x="307" y="1518"/>
                </a:lnTo>
                <a:lnTo>
                  <a:pt x="304" y="1517"/>
                </a:lnTo>
                <a:lnTo>
                  <a:pt x="289" y="1509"/>
                </a:lnTo>
                <a:lnTo>
                  <a:pt x="287" y="1508"/>
                </a:lnTo>
                <a:lnTo>
                  <a:pt x="272" y="1500"/>
                </a:lnTo>
                <a:lnTo>
                  <a:pt x="270" y="1498"/>
                </a:lnTo>
                <a:lnTo>
                  <a:pt x="255" y="1489"/>
                </a:lnTo>
                <a:lnTo>
                  <a:pt x="253" y="1488"/>
                </a:lnTo>
                <a:lnTo>
                  <a:pt x="239" y="1478"/>
                </a:lnTo>
                <a:lnTo>
                  <a:pt x="237" y="1476"/>
                </a:lnTo>
                <a:lnTo>
                  <a:pt x="223" y="1465"/>
                </a:lnTo>
                <a:lnTo>
                  <a:pt x="222" y="1464"/>
                </a:lnTo>
                <a:lnTo>
                  <a:pt x="208" y="1452"/>
                </a:lnTo>
                <a:lnTo>
                  <a:pt x="207" y="1450"/>
                </a:lnTo>
                <a:lnTo>
                  <a:pt x="194" y="1437"/>
                </a:lnTo>
                <a:lnTo>
                  <a:pt x="192" y="1436"/>
                </a:lnTo>
                <a:lnTo>
                  <a:pt x="180" y="1422"/>
                </a:lnTo>
                <a:lnTo>
                  <a:pt x="178" y="1421"/>
                </a:lnTo>
                <a:lnTo>
                  <a:pt x="167" y="1407"/>
                </a:lnTo>
                <a:lnTo>
                  <a:pt x="165" y="1405"/>
                </a:lnTo>
                <a:lnTo>
                  <a:pt x="154" y="1390"/>
                </a:lnTo>
                <a:lnTo>
                  <a:pt x="153" y="1388"/>
                </a:lnTo>
                <a:lnTo>
                  <a:pt x="142" y="1373"/>
                </a:lnTo>
                <a:lnTo>
                  <a:pt x="141" y="1371"/>
                </a:lnTo>
                <a:lnTo>
                  <a:pt x="130" y="1355"/>
                </a:lnTo>
                <a:lnTo>
                  <a:pt x="129" y="1353"/>
                </a:lnTo>
                <a:lnTo>
                  <a:pt x="119" y="1336"/>
                </a:lnTo>
                <a:lnTo>
                  <a:pt x="118" y="1335"/>
                </a:lnTo>
                <a:lnTo>
                  <a:pt x="109" y="1317"/>
                </a:lnTo>
                <a:lnTo>
                  <a:pt x="108" y="1315"/>
                </a:lnTo>
                <a:lnTo>
                  <a:pt x="99" y="1297"/>
                </a:lnTo>
                <a:lnTo>
                  <a:pt x="99" y="1296"/>
                </a:lnTo>
                <a:lnTo>
                  <a:pt x="90" y="1277"/>
                </a:lnTo>
                <a:lnTo>
                  <a:pt x="90" y="1275"/>
                </a:lnTo>
                <a:lnTo>
                  <a:pt x="82" y="1256"/>
                </a:lnTo>
                <a:lnTo>
                  <a:pt x="81" y="1254"/>
                </a:lnTo>
                <a:lnTo>
                  <a:pt x="74" y="1234"/>
                </a:lnTo>
                <a:lnTo>
                  <a:pt x="74" y="1233"/>
                </a:lnTo>
                <a:lnTo>
                  <a:pt x="67" y="1212"/>
                </a:lnTo>
                <a:lnTo>
                  <a:pt x="67" y="1211"/>
                </a:lnTo>
                <a:lnTo>
                  <a:pt x="61" y="1190"/>
                </a:lnTo>
                <a:lnTo>
                  <a:pt x="60" y="1188"/>
                </a:lnTo>
                <a:lnTo>
                  <a:pt x="55" y="1167"/>
                </a:lnTo>
                <a:lnTo>
                  <a:pt x="55" y="1165"/>
                </a:lnTo>
                <a:lnTo>
                  <a:pt x="50" y="1143"/>
                </a:lnTo>
                <a:lnTo>
                  <a:pt x="50" y="1142"/>
                </a:lnTo>
                <a:lnTo>
                  <a:pt x="46" y="1120"/>
                </a:lnTo>
                <a:lnTo>
                  <a:pt x="46" y="1118"/>
                </a:lnTo>
                <a:lnTo>
                  <a:pt x="42" y="1096"/>
                </a:lnTo>
                <a:lnTo>
                  <a:pt x="42" y="1094"/>
                </a:lnTo>
                <a:lnTo>
                  <a:pt x="40" y="1071"/>
                </a:lnTo>
                <a:lnTo>
                  <a:pt x="40" y="1073"/>
                </a:lnTo>
                <a:lnTo>
                  <a:pt x="35" y="1043"/>
                </a:lnTo>
                <a:lnTo>
                  <a:pt x="35" y="1044"/>
                </a:lnTo>
                <a:lnTo>
                  <a:pt x="30" y="1014"/>
                </a:lnTo>
                <a:lnTo>
                  <a:pt x="25" y="985"/>
                </a:lnTo>
                <a:lnTo>
                  <a:pt x="19" y="955"/>
                </a:lnTo>
                <a:lnTo>
                  <a:pt x="19" y="957"/>
                </a:lnTo>
                <a:lnTo>
                  <a:pt x="13" y="930"/>
                </a:lnTo>
                <a:lnTo>
                  <a:pt x="12" y="928"/>
                </a:lnTo>
                <a:lnTo>
                  <a:pt x="7" y="901"/>
                </a:lnTo>
                <a:lnTo>
                  <a:pt x="7" y="898"/>
                </a:lnTo>
                <a:lnTo>
                  <a:pt x="4" y="872"/>
                </a:lnTo>
                <a:lnTo>
                  <a:pt x="3" y="869"/>
                </a:lnTo>
                <a:lnTo>
                  <a:pt x="1" y="842"/>
                </a:lnTo>
                <a:lnTo>
                  <a:pt x="1" y="840"/>
                </a:lnTo>
                <a:lnTo>
                  <a:pt x="0" y="813"/>
                </a:lnTo>
                <a:lnTo>
                  <a:pt x="0" y="811"/>
                </a:lnTo>
                <a:lnTo>
                  <a:pt x="1" y="784"/>
                </a:lnTo>
                <a:lnTo>
                  <a:pt x="1" y="782"/>
                </a:lnTo>
                <a:lnTo>
                  <a:pt x="3" y="755"/>
                </a:lnTo>
                <a:lnTo>
                  <a:pt x="4" y="753"/>
                </a:lnTo>
                <a:lnTo>
                  <a:pt x="7" y="726"/>
                </a:lnTo>
                <a:lnTo>
                  <a:pt x="7" y="724"/>
                </a:lnTo>
                <a:lnTo>
                  <a:pt x="12" y="698"/>
                </a:lnTo>
                <a:lnTo>
                  <a:pt x="12" y="695"/>
                </a:lnTo>
                <a:lnTo>
                  <a:pt x="18" y="669"/>
                </a:lnTo>
                <a:lnTo>
                  <a:pt x="19" y="667"/>
                </a:lnTo>
                <a:lnTo>
                  <a:pt x="26" y="641"/>
                </a:lnTo>
                <a:lnTo>
                  <a:pt x="27" y="639"/>
                </a:lnTo>
                <a:lnTo>
                  <a:pt x="35" y="613"/>
                </a:lnTo>
                <a:lnTo>
                  <a:pt x="36" y="611"/>
                </a:lnTo>
                <a:lnTo>
                  <a:pt x="46" y="586"/>
                </a:lnTo>
                <a:lnTo>
                  <a:pt x="47" y="584"/>
                </a:lnTo>
                <a:lnTo>
                  <a:pt x="58" y="559"/>
                </a:lnTo>
                <a:lnTo>
                  <a:pt x="59" y="557"/>
                </a:lnTo>
                <a:lnTo>
                  <a:pt x="71" y="532"/>
                </a:lnTo>
                <a:lnTo>
                  <a:pt x="72" y="530"/>
                </a:lnTo>
                <a:lnTo>
                  <a:pt x="85" y="506"/>
                </a:lnTo>
                <a:lnTo>
                  <a:pt x="86" y="504"/>
                </a:lnTo>
                <a:lnTo>
                  <a:pt x="96" y="488"/>
                </a:lnTo>
                <a:lnTo>
                  <a:pt x="95" y="490"/>
                </a:lnTo>
                <a:lnTo>
                  <a:pt x="104" y="474"/>
                </a:lnTo>
                <a:lnTo>
                  <a:pt x="103" y="475"/>
                </a:lnTo>
                <a:lnTo>
                  <a:pt x="112" y="459"/>
                </a:lnTo>
                <a:lnTo>
                  <a:pt x="111" y="460"/>
                </a:lnTo>
                <a:lnTo>
                  <a:pt x="119" y="444"/>
                </a:lnTo>
                <a:lnTo>
                  <a:pt x="118" y="445"/>
                </a:lnTo>
                <a:lnTo>
                  <a:pt x="133" y="411"/>
                </a:lnTo>
                <a:lnTo>
                  <a:pt x="133" y="413"/>
                </a:lnTo>
                <a:lnTo>
                  <a:pt x="140" y="395"/>
                </a:lnTo>
                <a:lnTo>
                  <a:pt x="140" y="396"/>
                </a:lnTo>
                <a:lnTo>
                  <a:pt x="147" y="378"/>
                </a:lnTo>
                <a:lnTo>
                  <a:pt x="146" y="379"/>
                </a:lnTo>
                <a:lnTo>
                  <a:pt x="157" y="349"/>
                </a:lnTo>
                <a:lnTo>
                  <a:pt x="158" y="347"/>
                </a:lnTo>
                <a:lnTo>
                  <a:pt x="170" y="319"/>
                </a:lnTo>
                <a:lnTo>
                  <a:pt x="171" y="317"/>
                </a:lnTo>
                <a:lnTo>
                  <a:pt x="184" y="290"/>
                </a:lnTo>
                <a:lnTo>
                  <a:pt x="185" y="288"/>
                </a:lnTo>
                <a:lnTo>
                  <a:pt x="199" y="262"/>
                </a:lnTo>
                <a:lnTo>
                  <a:pt x="200" y="260"/>
                </a:lnTo>
                <a:lnTo>
                  <a:pt x="215" y="235"/>
                </a:lnTo>
                <a:lnTo>
                  <a:pt x="216" y="233"/>
                </a:lnTo>
                <a:lnTo>
                  <a:pt x="232" y="209"/>
                </a:lnTo>
                <a:lnTo>
                  <a:pt x="234" y="207"/>
                </a:lnTo>
                <a:lnTo>
                  <a:pt x="250" y="185"/>
                </a:lnTo>
                <a:lnTo>
                  <a:pt x="251" y="184"/>
                </a:lnTo>
                <a:lnTo>
                  <a:pt x="260" y="173"/>
                </a:lnTo>
                <a:lnTo>
                  <a:pt x="261" y="172"/>
                </a:lnTo>
                <a:lnTo>
                  <a:pt x="270" y="162"/>
                </a:lnTo>
                <a:lnTo>
                  <a:pt x="271" y="161"/>
                </a:lnTo>
                <a:lnTo>
                  <a:pt x="279" y="151"/>
                </a:lnTo>
                <a:lnTo>
                  <a:pt x="281" y="150"/>
                </a:lnTo>
                <a:lnTo>
                  <a:pt x="290" y="141"/>
                </a:lnTo>
                <a:lnTo>
                  <a:pt x="291" y="140"/>
                </a:lnTo>
                <a:lnTo>
                  <a:pt x="300" y="131"/>
                </a:lnTo>
                <a:lnTo>
                  <a:pt x="301" y="130"/>
                </a:lnTo>
                <a:lnTo>
                  <a:pt x="311" y="122"/>
                </a:lnTo>
                <a:lnTo>
                  <a:pt x="312" y="121"/>
                </a:lnTo>
                <a:lnTo>
                  <a:pt x="322" y="113"/>
                </a:lnTo>
                <a:lnTo>
                  <a:pt x="323" y="112"/>
                </a:lnTo>
                <a:lnTo>
                  <a:pt x="333" y="104"/>
                </a:lnTo>
                <a:lnTo>
                  <a:pt x="334" y="103"/>
                </a:lnTo>
                <a:lnTo>
                  <a:pt x="344" y="96"/>
                </a:lnTo>
                <a:lnTo>
                  <a:pt x="346" y="95"/>
                </a:lnTo>
                <a:lnTo>
                  <a:pt x="356" y="89"/>
                </a:lnTo>
                <a:lnTo>
                  <a:pt x="358" y="88"/>
                </a:lnTo>
                <a:lnTo>
                  <a:pt x="368" y="82"/>
                </a:lnTo>
                <a:lnTo>
                  <a:pt x="370" y="81"/>
                </a:lnTo>
                <a:lnTo>
                  <a:pt x="380" y="76"/>
                </a:lnTo>
                <a:lnTo>
                  <a:pt x="382" y="75"/>
                </a:lnTo>
                <a:lnTo>
                  <a:pt x="393" y="70"/>
                </a:lnTo>
                <a:lnTo>
                  <a:pt x="395" y="69"/>
                </a:lnTo>
                <a:lnTo>
                  <a:pt x="405" y="65"/>
                </a:lnTo>
                <a:lnTo>
                  <a:pt x="408" y="64"/>
                </a:lnTo>
                <a:lnTo>
                  <a:pt x="418" y="60"/>
                </a:lnTo>
                <a:lnTo>
                  <a:pt x="421" y="60"/>
                </a:lnTo>
                <a:lnTo>
                  <a:pt x="432" y="57"/>
                </a:lnTo>
                <a:lnTo>
                  <a:pt x="434" y="56"/>
                </a:lnTo>
                <a:lnTo>
                  <a:pt x="445" y="54"/>
                </a:lnTo>
                <a:lnTo>
                  <a:pt x="448" y="53"/>
                </a:lnTo>
                <a:lnTo>
                  <a:pt x="459" y="51"/>
                </a:lnTo>
                <a:lnTo>
                  <a:pt x="460" y="51"/>
                </a:lnTo>
                <a:lnTo>
                  <a:pt x="470" y="50"/>
                </a:lnTo>
                <a:lnTo>
                  <a:pt x="468" y="50"/>
                </a:lnTo>
                <a:lnTo>
                  <a:pt x="478" y="48"/>
                </a:lnTo>
                <a:lnTo>
                  <a:pt x="476" y="49"/>
                </a:lnTo>
                <a:lnTo>
                  <a:pt x="486" y="46"/>
                </a:lnTo>
                <a:lnTo>
                  <a:pt x="483" y="47"/>
                </a:lnTo>
                <a:lnTo>
                  <a:pt x="493" y="44"/>
                </a:lnTo>
                <a:lnTo>
                  <a:pt x="491" y="45"/>
                </a:lnTo>
                <a:lnTo>
                  <a:pt x="501" y="42"/>
                </a:lnTo>
                <a:lnTo>
                  <a:pt x="498" y="43"/>
                </a:lnTo>
                <a:lnTo>
                  <a:pt x="508" y="39"/>
                </a:lnTo>
                <a:lnTo>
                  <a:pt x="505" y="40"/>
                </a:lnTo>
                <a:lnTo>
                  <a:pt x="515" y="36"/>
                </a:lnTo>
                <a:lnTo>
                  <a:pt x="512" y="37"/>
                </a:lnTo>
                <a:lnTo>
                  <a:pt x="521" y="32"/>
                </a:lnTo>
                <a:lnTo>
                  <a:pt x="525" y="30"/>
                </a:lnTo>
                <a:lnTo>
                  <a:pt x="541" y="24"/>
                </a:lnTo>
                <a:lnTo>
                  <a:pt x="543" y="23"/>
                </a:lnTo>
                <a:lnTo>
                  <a:pt x="559" y="17"/>
                </a:lnTo>
                <a:lnTo>
                  <a:pt x="562" y="16"/>
                </a:lnTo>
                <a:lnTo>
                  <a:pt x="577" y="11"/>
                </a:lnTo>
                <a:lnTo>
                  <a:pt x="580" y="11"/>
                </a:lnTo>
                <a:lnTo>
                  <a:pt x="596" y="7"/>
                </a:lnTo>
                <a:lnTo>
                  <a:pt x="599" y="6"/>
                </a:lnTo>
                <a:lnTo>
                  <a:pt x="614" y="3"/>
                </a:lnTo>
                <a:lnTo>
                  <a:pt x="617" y="3"/>
                </a:lnTo>
                <a:lnTo>
                  <a:pt x="633" y="1"/>
                </a:lnTo>
                <a:lnTo>
                  <a:pt x="636" y="1"/>
                </a:lnTo>
                <a:lnTo>
                  <a:pt x="651" y="0"/>
                </a:lnTo>
                <a:lnTo>
                  <a:pt x="655" y="0"/>
                </a:lnTo>
                <a:lnTo>
                  <a:pt x="670" y="0"/>
                </a:lnTo>
                <a:lnTo>
                  <a:pt x="673" y="0"/>
                </a:lnTo>
                <a:lnTo>
                  <a:pt x="688" y="1"/>
                </a:lnTo>
                <a:lnTo>
                  <a:pt x="691" y="1"/>
                </a:lnTo>
                <a:lnTo>
                  <a:pt x="707" y="3"/>
                </a:lnTo>
                <a:lnTo>
                  <a:pt x="709" y="4"/>
                </a:lnTo>
                <a:lnTo>
                  <a:pt x="725" y="6"/>
                </a:lnTo>
                <a:lnTo>
                  <a:pt x="728" y="7"/>
                </a:lnTo>
                <a:lnTo>
                  <a:pt x="743" y="11"/>
                </a:lnTo>
                <a:lnTo>
                  <a:pt x="745" y="12"/>
                </a:lnTo>
                <a:lnTo>
                  <a:pt x="760" y="16"/>
                </a:lnTo>
                <a:lnTo>
                  <a:pt x="763" y="17"/>
                </a:lnTo>
                <a:lnTo>
                  <a:pt x="778" y="23"/>
                </a:lnTo>
                <a:lnTo>
                  <a:pt x="780" y="24"/>
                </a:lnTo>
                <a:lnTo>
                  <a:pt x="794" y="30"/>
                </a:lnTo>
                <a:lnTo>
                  <a:pt x="797" y="32"/>
                </a:lnTo>
                <a:lnTo>
                  <a:pt x="811" y="39"/>
                </a:lnTo>
                <a:lnTo>
                  <a:pt x="813" y="40"/>
                </a:lnTo>
                <a:lnTo>
                  <a:pt x="827" y="49"/>
                </a:lnTo>
                <a:lnTo>
                  <a:pt x="829" y="50"/>
                </a:lnTo>
                <a:lnTo>
                  <a:pt x="843" y="59"/>
                </a:lnTo>
                <a:lnTo>
                  <a:pt x="845" y="61"/>
                </a:lnTo>
                <a:lnTo>
                  <a:pt x="859" y="71"/>
                </a:lnTo>
                <a:lnTo>
                  <a:pt x="860" y="72"/>
                </a:lnTo>
                <a:lnTo>
                  <a:pt x="873" y="83"/>
                </a:lnTo>
                <a:lnTo>
                  <a:pt x="875" y="85"/>
                </a:lnTo>
                <a:lnTo>
                  <a:pt x="888" y="96"/>
                </a:lnTo>
                <a:lnTo>
                  <a:pt x="890" y="98"/>
                </a:lnTo>
                <a:lnTo>
                  <a:pt x="903" y="111"/>
                </a:lnTo>
                <a:lnTo>
                  <a:pt x="904" y="112"/>
                </a:lnTo>
                <a:lnTo>
                  <a:pt x="916" y="126"/>
                </a:lnTo>
                <a:lnTo>
                  <a:pt x="918" y="127"/>
                </a:lnTo>
                <a:lnTo>
                  <a:pt x="929" y="142"/>
                </a:lnTo>
                <a:lnTo>
                  <a:pt x="931" y="143"/>
                </a:lnTo>
                <a:lnTo>
                  <a:pt x="942" y="158"/>
                </a:lnTo>
                <a:lnTo>
                  <a:pt x="943" y="160"/>
                </a:lnTo>
                <a:lnTo>
                  <a:pt x="953" y="176"/>
                </a:lnTo>
                <a:lnTo>
                  <a:pt x="955" y="178"/>
                </a:lnTo>
                <a:lnTo>
                  <a:pt x="965" y="194"/>
                </a:lnTo>
                <a:lnTo>
                  <a:pt x="966" y="196"/>
                </a:lnTo>
                <a:lnTo>
                  <a:pt x="975" y="214"/>
                </a:lnTo>
                <a:lnTo>
                  <a:pt x="976" y="215"/>
                </a:lnTo>
                <a:lnTo>
                  <a:pt x="985" y="234"/>
                </a:lnTo>
                <a:lnTo>
                  <a:pt x="986" y="235"/>
                </a:lnTo>
                <a:lnTo>
                  <a:pt x="995" y="254"/>
                </a:lnTo>
                <a:lnTo>
                  <a:pt x="996" y="256"/>
                </a:lnTo>
                <a:lnTo>
                  <a:pt x="1004" y="276"/>
                </a:lnTo>
                <a:lnTo>
                  <a:pt x="1004" y="278"/>
                </a:lnTo>
                <a:lnTo>
                  <a:pt x="1012" y="298"/>
                </a:lnTo>
                <a:lnTo>
                  <a:pt x="1022" y="326"/>
                </a:lnTo>
                <a:lnTo>
                  <a:pt x="1022" y="325"/>
                </a:lnTo>
                <a:lnTo>
                  <a:pt x="1032" y="352"/>
                </a:lnTo>
                <a:lnTo>
                  <a:pt x="1032" y="351"/>
                </a:lnTo>
                <a:lnTo>
                  <a:pt x="1042" y="378"/>
                </a:lnTo>
                <a:lnTo>
                  <a:pt x="1042" y="377"/>
                </a:lnTo>
                <a:lnTo>
                  <a:pt x="1054" y="403"/>
                </a:lnTo>
                <a:lnTo>
                  <a:pt x="1053" y="402"/>
                </a:lnTo>
                <a:lnTo>
                  <a:pt x="1064" y="425"/>
                </a:lnTo>
                <a:lnTo>
                  <a:pt x="1065" y="427"/>
                </a:lnTo>
                <a:lnTo>
                  <a:pt x="1074" y="450"/>
                </a:lnTo>
                <a:lnTo>
                  <a:pt x="1075" y="452"/>
                </a:lnTo>
                <a:lnTo>
                  <a:pt x="1083" y="475"/>
                </a:lnTo>
                <a:lnTo>
                  <a:pt x="1084" y="477"/>
                </a:lnTo>
                <a:lnTo>
                  <a:pt x="1092" y="500"/>
                </a:lnTo>
                <a:lnTo>
                  <a:pt x="1092" y="502"/>
                </a:lnTo>
                <a:lnTo>
                  <a:pt x="1099" y="525"/>
                </a:lnTo>
                <a:lnTo>
                  <a:pt x="1099" y="527"/>
                </a:lnTo>
                <a:lnTo>
                  <a:pt x="1105" y="551"/>
                </a:lnTo>
                <a:lnTo>
                  <a:pt x="1106" y="553"/>
                </a:lnTo>
                <a:lnTo>
                  <a:pt x="1110" y="577"/>
                </a:lnTo>
                <a:lnTo>
                  <a:pt x="1111" y="578"/>
                </a:lnTo>
                <a:lnTo>
                  <a:pt x="1115" y="602"/>
                </a:lnTo>
                <a:lnTo>
                  <a:pt x="1115" y="604"/>
                </a:lnTo>
                <a:lnTo>
                  <a:pt x="1118" y="628"/>
                </a:lnTo>
                <a:lnTo>
                  <a:pt x="1118" y="630"/>
                </a:lnTo>
                <a:lnTo>
                  <a:pt x="1121" y="654"/>
                </a:lnTo>
                <a:lnTo>
                  <a:pt x="1121" y="655"/>
                </a:lnTo>
                <a:lnTo>
                  <a:pt x="1122" y="680"/>
                </a:lnTo>
                <a:lnTo>
                  <a:pt x="1122" y="681"/>
                </a:lnTo>
                <a:lnTo>
                  <a:pt x="1123" y="706"/>
                </a:lnTo>
                <a:lnTo>
                  <a:pt x="1123" y="707"/>
                </a:lnTo>
                <a:lnTo>
                  <a:pt x="1123" y="731"/>
                </a:lnTo>
                <a:lnTo>
                  <a:pt x="1123" y="733"/>
                </a:lnTo>
                <a:lnTo>
                  <a:pt x="1122" y="757"/>
                </a:lnTo>
                <a:lnTo>
                  <a:pt x="1122" y="759"/>
                </a:lnTo>
                <a:lnTo>
                  <a:pt x="1120" y="783"/>
                </a:lnTo>
                <a:lnTo>
                  <a:pt x="1120" y="784"/>
                </a:lnTo>
                <a:lnTo>
                  <a:pt x="1117" y="808"/>
                </a:lnTo>
                <a:lnTo>
                  <a:pt x="1117" y="810"/>
                </a:lnTo>
                <a:lnTo>
                  <a:pt x="1114" y="833"/>
                </a:lnTo>
                <a:lnTo>
                  <a:pt x="1113" y="835"/>
                </a:lnTo>
                <a:lnTo>
                  <a:pt x="1109" y="859"/>
                </a:lnTo>
                <a:lnTo>
                  <a:pt x="1109" y="860"/>
                </a:lnTo>
                <a:lnTo>
                  <a:pt x="1104" y="884"/>
                </a:lnTo>
                <a:lnTo>
                  <a:pt x="1104" y="885"/>
                </a:lnTo>
                <a:lnTo>
                  <a:pt x="1098" y="909"/>
                </a:lnTo>
                <a:lnTo>
                  <a:pt x="1098" y="910"/>
                </a:lnTo>
                <a:lnTo>
                  <a:pt x="1092" y="934"/>
                </a:lnTo>
                <a:lnTo>
                  <a:pt x="1091" y="935"/>
                </a:lnTo>
                <a:lnTo>
                  <a:pt x="1085" y="958"/>
                </a:lnTo>
                <a:lnTo>
                  <a:pt x="1084" y="959"/>
                </a:lnTo>
                <a:lnTo>
                  <a:pt x="1077" y="982"/>
                </a:lnTo>
                <a:lnTo>
                  <a:pt x="1076" y="984"/>
                </a:lnTo>
                <a:lnTo>
                  <a:pt x="1068" y="1007"/>
                </a:lnTo>
                <a:lnTo>
                  <a:pt x="1067" y="1008"/>
                </a:lnTo>
                <a:lnTo>
                  <a:pt x="1058" y="1030"/>
                </a:lnTo>
                <a:lnTo>
                  <a:pt x="1058" y="1031"/>
                </a:lnTo>
                <a:lnTo>
                  <a:pt x="1048" y="1054"/>
                </a:lnTo>
                <a:lnTo>
                  <a:pt x="1048" y="1055"/>
                </a:lnTo>
                <a:lnTo>
                  <a:pt x="1038" y="1077"/>
                </a:lnTo>
                <a:lnTo>
                  <a:pt x="1037" y="1078"/>
                </a:lnTo>
                <a:lnTo>
                  <a:pt x="1026" y="1100"/>
                </a:lnTo>
                <a:lnTo>
                  <a:pt x="1026" y="1101"/>
                </a:lnTo>
                <a:lnTo>
                  <a:pt x="1015" y="1122"/>
                </a:lnTo>
                <a:lnTo>
                  <a:pt x="1014" y="1123"/>
                </a:lnTo>
                <a:lnTo>
                  <a:pt x="1002" y="1144"/>
                </a:lnTo>
                <a:lnTo>
                  <a:pt x="1001" y="1146"/>
                </a:lnTo>
                <a:lnTo>
                  <a:pt x="989" y="1166"/>
                </a:lnTo>
                <a:lnTo>
                  <a:pt x="988" y="1167"/>
                </a:lnTo>
                <a:lnTo>
                  <a:pt x="975" y="1187"/>
                </a:lnTo>
                <a:lnTo>
                  <a:pt x="975" y="1188"/>
                </a:lnTo>
                <a:lnTo>
                  <a:pt x="966" y="1201"/>
                </a:lnTo>
                <a:lnTo>
                  <a:pt x="967" y="1200"/>
                </a:lnTo>
                <a:lnTo>
                  <a:pt x="959" y="1213"/>
                </a:lnTo>
                <a:lnTo>
                  <a:pt x="960" y="1212"/>
                </a:lnTo>
                <a:lnTo>
                  <a:pt x="952" y="1226"/>
                </a:lnTo>
                <a:lnTo>
                  <a:pt x="952" y="1225"/>
                </a:lnTo>
                <a:lnTo>
                  <a:pt x="945" y="1239"/>
                </a:lnTo>
                <a:lnTo>
                  <a:pt x="946" y="1237"/>
                </a:lnTo>
                <a:lnTo>
                  <a:pt x="932" y="1267"/>
                </a:lnTo>
                <a:lnTo>
                  <a:pt x="933" y="1265"/>
                </a:lnTo>
                <a:lnTo>
                  <a:pt x="920" y="1295"/>
                </a:lnTo>
                <a:lnTo>
                  <a:pt x="917" y="1304"/>
                </a:lnTo>
                <a:lnTo>
                  <a:pt x="916" y="1306"/>
                </a:lnTo>
                <a:lnTo>
                  <a:pt x="911" y="1315"/>
                </a:lnTo>
                <a:lnTo>
                  <a:pt x="911" y="1316"/>
                </a:lnTo>
                <a:lnTo>
                  <a:pt x="906" y="1326"/>
                </a:lnTo>
                <a:lnTo>
                  <a:pt x="905" y="1327"/>
                </a:lnTo>
                <a:lnTo>
                  <a:pt x="900" y="1337"/>
                </a:lnTo>
                <a:lnTo>
                  <a:pt x="899" y="1338"/>
                </a:lnTo>
                <a:lnTo>
                  <a:pt x="892" y="1348"/>
                </a:lnTo>
                <a:lnTo>
                  <a:pt x="892" y="1349"/>
                </a:lnTo>
                <a:lnTo>
                  <a:pt x="885" y="1360"/>
                </a:lnTo>
                <a:lnTo>
                  <a:pt x="884" y="1361"/>
                </a:lnTo>
                <a:lnTo>
                  <a:pt x="878" y="1371"/>
                </a:lnTo>
                <a:lnTo>
                  <a:pt x="877" y="1372"/>
                </a:lnTo>
                <a:lnTo>
                  <a:pt x="870" y="1383"/>
                </a:lnTo>
                <a:lnTo>
                  <a:pt x="869" y="1384"/>
                </a:lnTo>
                <a:lnTo>
                  <a:pt x="861" y="1395"/>
                </a:lnTo>
                <a:lnTo>
                  <a:pt x="860" y="1396"/>
                </a:lnTo>
                <a:lnTo>
                  <a:pt x="852" y="1406"/>
                </a:lnTo>
                <a:lnTo>
                  <a:pt x="851" y="1407"/>
                </a:lnTo>
                <a:lnTo>
                  <a:pt x="842" y="1417"/>
                </a:lnTo>
                <a:lnTo>
                  <a:pt x="841" y="1419"/>
                </a:lnTo>
                <a:lnTo>
                  <a:pt x="832" y="1429"/>
                </a:lnTo>
                <a:lnTo>
                  <a:pt x="831" y="1430"/>
                </a:lnTo>
                <a:lnTo>
                  <a:pt x="821" y="1440"/>
                </a:lnTo>
                <a:lnTo>
                  <a:pt x="820" y="1441"/>
                </a:lnTo>
                <a:lnTo>
                  <a:pt x="810" y="1451"/>
                </a:lnTo>
                <a:lnTo>
                  <a:pt x="809" y="1452"/>
                </a:lnTo>
                <a:lnTo>
                  <a:pt x="799" y="1462"/>
                </a:lnTo>
                <a:lnTo>
                  <a:pt x="797" y="1463"/>
                </a:lnTo>
                <a:lnTo>
                  <a:pt x="786" y="1472"/>
                </a:lnTo>
                <a:lnTo>
                  <a:pt x="785" y="1473"/>
                </a:lnTo>
                <a:lnTo>
                  <a:pt x="774" y="1482"/>
                </a:lnTo>
                <a:lnTo>
                  <a:pt x="772" y="1483"/>
                </a:lnTo>
                <a:lnTo>
                  <a:pt x="761" y="1492"/>
                </a:lnTo>
                <a:lnTo>
                  <a:pt x="759" y="1493"/>
                </a:lnTo>
                <a:lnTo>
                  <a:pt x="747" y="1501"/>
                </a:lnTo>
                <a:lnTo>
                  <a:pt x="745" y="1502"/>
                </a:lnTo>
                <a:lnTo>
                  <a:pt x="733" y="1510"/>
                </a:lnTo>
                <a:lnTo>
                  <a:pt x="731" y="1511"/>
                </a:lnTo>
                <a:lnTo>
                  <a:pt x="718" y="1518"/>
                </a:lnTo>
                <a:lnTo>
                  <a:pt x="716" y="1519"/>
                </a:lnTo>
                <a:lnTo>
                  <a:pt x="703" y="1525"/>
                </a:lnTo>
                <a:lnTo>
                  <a:pt x="701" y="1526"/>
                </a:lnTo>
                <a:lnTo>
                  <a:pt x="687" y="1532"/>
                </a:lnTo>
                <a:lnTo>
                  <a:pt x="685" y="1533"/>
                </a:lnTo>
                <a:lnTo>
                  <a:pt x="671" y="1538"/>
                </a:lnTo>
                <a:lnTo>
                  <a:pt x="669" y="1539"/>
                </a:lnTo>
                <a:lnTo>
                  <a:pt x="655" y="1543"/>
                </a:lnTo>
                <a:lnTo>
                  <a:pt x="652" y="1544"/>
                </a:lnTo>
                <a:lnTo>
                  <a:pt x="637" y="1548"/>
                </a:lnTo>
                <a:lnTo>
                  <a:pt x="635" y="1548"/>
                </a:lnTo>
                <a:lnTo>
                  <a:pt x="620" y="1551"/>
                </a:lnTo>
                <a:lnTo>
                  <a:pt x="617" y="1551"/>
                </a:lnTo>
                <a:lnTo>
                  <a:pt x="602" y="1553"/>
                </a:lnTo>
                <a:lnTo>
                  <a:pt x="599" y="1554"/>
                </a:lnTo>
                <a:lnTo>
                  <a:pt x="584" y="1554"/>
                </a:lnTo>
                <a:lnTo>
                  <a:pt x="580" y="1555"/>
                </a:lnTo>
                <a:lnTo>
                  <a:pt x="565" y="1554"/>
                </a:lnTo>
                <a:lnTo>
                  <a:pt x="562" y="1554"/>
                </a:lnTo>
                <a:lnTo>
                  <a:pt x="546" y="1553"/>
                </a:lnTo>
                <a:lnTo>
                  <a:pt x="543" y="1553"/>
                </a:lnTo>
                <a:lnTo>
                  <a:pt x="527" y="1551"/>
                </a:lnTo>
                <a:lnTo>
                  <a:pt x="529" y="1551"/>
                </a:lnTo>
                <a:lnTo>
                  <a:pt x="505" y="1549"/>
                </a:ln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71" name=""/>
          <p:cNvSpPr/>
          <p:nvPr/>
        </p:nvSpPr>
        <p:spPr>
          <a:xfrm>
            <a:off x="6976800" y="3191760"/>
            <a:ext cx="104760" cy="180720"/>
          </a:xfrm>
          <a:custGeom>
            <a:avLst/>
            <a:gdLst/>
            <a:ahLst/>
            <a:rect l="0" t="0" r="r" b="b"/>
            <a:pathLst>
              <a:path w="291" h="502">
                <a:moveTo>
                  <a:pt x="233" y="9"/>
                </a:moveTo>
                <a:cubicBezTo>
                  <a:pt x="299" y="38"/>
                  <a:pt x="313" y="169"/>
                  <a:pt x="257" y="305"/>
                </a:cubicBezTo>
                <a:cubicBezTo>
                  <a:pt x="203" y="440"/>
                  <a:pt x="103" y="525"/>
                  <a:pt x="37" y="496"/>
                </a:cubicBezTo>
                <a:cubicBezTo>
                  <a:pt x="-33" y="466"/>
                  <a:pt x="10" y="286"/>
                  <a:pt x="63" y="153"/>
                </a:cubicBezTo>
                <a:cubicBezTo>
                  <a:pt x="119" y="17"/>
                  <a:pt x="162" y="-20"/>
                  <a:pt x="233" y="9"/>
                </a:cubicBezTo>
                <a:close/>
              </a:path>
            </a:pathLst>
          </a:custGeom>
          <a:solidFill>
            <a:srgbClr val="585f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72" name=""/>
          <p:cNvSpPr/>
          <p:nvPr/>
        </p:nvSpPr>
        <p:spPr>
          <a:xfrm>
            <a:off x="6721560" y="2865600"/>
            <a:ext cx="54000" cy="58680"/>
          </a:xfrm>
          <a:custGeom>
            <a:avLst/>
            <a:gdLst/>
            <a:ahLst/>
            <a:rect l="0" t="0" r="r" b="b"/>
            <a:pathLst>
              <a:path w="150" h="163">
                <a:moveTo>
                  <a:pt x="150" y="81"/>
                </a:moveTo>
                <a:cubicBezTo>
                  <a:pt x="150" y="126"/>
                  <a:pt x="118" y="163"/>
                  <a:pt x="75" y="163"/>
                </a:cubicBezTo>
                <a:cubicBezTo>
                  <a:pt x="35" y="163"/>
                  <a:pt x="0" y="126"/>
                  <a:pt x="0" y="81"/>
                </a:cubicBezTo>
                <a:cubicBezTo>
                  <a:pt x="0" y="34"/>
                  <a:pt x="35" y="0"/>
                  <a:pt x="75" y="0"/>
                </a:cubicBezTo>
                <a:cubicBezTo>
                  <a:pt x="118" y="0"/>
                  <a:pt x="150" y="34"/>
                  <a:pt x="150" y="81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73" name=""/>
          <p:cNvSpPr/>
          <p:nvPr/>
        </p:nvSpPr>
        <p:spPr>
          <a:xfrm>
            <a:off x="6873480" y="2997000"/>
            <a:ext cx="74160" cy="22680"/>
          </a:xfrm>
          <a:custGeom>
            <a:avLst/>
            <a:gdLst/>
            <a:ahLst/>
            <a:rect l="0" t="0" r="r" b="b"/>
            <a:pathLst>
              <a:path w="206" h="63">
                <a:moveTo>
                  <a:pt x="206" y="33"/>
                </a:moveTo>
                <a:cubicBezTo>
                  <a:pt x="206" y="49"/>
                  <a:pt x="161" y="63"/>
                  <a:pt x="105" y="63"/>
                </a:cubicBezTo>
                <a:cubicBezTo>
                  <a:pt x="45" y="63"/>
                  <a:pt x="0" y="49"/>
                  <a:pt x="0" y="33"/>
                </a:cubicBezTo>
                <a:cubicBezTo>
                  <a:pt x="0" y="15"/>
                  <a:pt x="45" y="0"/>
                  <a:pt x="105" y="0"/>
                </a:cubicBezTo>
                <a:cubicBezTo>
                  <a:pt x="161" y="0"/>
                  <a:pt x="206" y="15"/>
                  <a:pt x="206" y="33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74" name=""/>
          <p:cNvSpPr/>
          <p:nvPr/>
        </p:nvSpPr>
        <p:spPr>
          <a:xfrm>
            <a:off x="6999120" y="3117240"/>
            <a:ext cx="21600" cy="30960"/>
          </a:xfrm>
          <a:custGeom>
            <a:avLst/>
            <a:gdLst/>
            <a:ahLst/>
            <a:rect l="0" t="0" r="r" b="b"/>
            <a:pathLst>
              <a:path w="60" h="86">
                <a:moveTo>
                  <a:pt x="60" y="42"/>
                </a:moveTo>
                <a:cubicBezTo>
                  <a:pt x="60" y="68"/>
                  <a:pt x="47" y="86"/>
                  <a:pt x="31" y="86"/>
                </a:cubicBezTo>
                <a:cubicBezTo>
                  <a:pt x="14" y="86"/>
                  <a:pt x="0" y="68"/>
                  <a:pt x="0" y="42"/>
                </a:cubicBezTo>
                <a:cubicBezTo>
                  <a:pt x="0" y="18"/>
                  <a:pt x="14" y="0"/>
                  <a:pt x="31" y="0"/>
                </a:cubicBezTo>
                <a:cubicBezTo>
                  <a:pt x="47" y="0"/>
                  <a:pt x="60" y="18"/>
                  <a:pt x="60" y="42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75" name=""/>
          <p:cNvSpPr/>
          <p:nvPr/>
        </p:nvSpPr>
        <p:spPr>
          <a:xfrm>
            <a:off x="6873480" y="3147840"/>
            <a:ext cx="37800" cy="32040"/>
          </a:xfrm>
          <a:custGeom>
            <a:avLst/>
            <a:gdLst/>
            <a:ahLst/>
            <a:rect l="0" t="0" r="r" b="b"/>
            <a:pathLst>
              <a:path w="105" h="89">
                <a:moveTo>
                  <a:pt x="105" y="44"/>
                </a:moveTo>
                <a:cubicBezTo>
                  <a:pt x="105" y="68"/>
                  <a:pt x="80" y="89"/>
                  <a:pt x="50" y="89"/>
                </a:cubicBezTo>
                <a:cubicBezTo>
                  <a:pt x="24" y="89"/>
                  <a:pt x="0" y="68"/>
                  <a:pt x="0" y="44"/>
                </a:cubicBezTo>
                <a:cubicBezTo>
                  <a:pt x="0" y="20"/>
                  <a:pt x="24" y="0"/>
                  <a:pt x="50" y="0"/>
                </a:cubicBezTo>
                <a:cubicBezTo>
                  <a:pt x="80" y="0"/>
                  <a:pt x="105" y="20"/>
                  <a:pt x="105" y="44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76" name=""/>
          <p:cNvSpPr/>
          <p:nvPr/>
        </p:nvSpPr>
        <p:spPr>
          <a:xfrm>
            <a:off x="6646320" y="3269880"/>
            <a:ext cx="41040" cy="46440"/>
          </a:xfrm>
          <a:custGeom>
            <a:avLst/>
            <a:gdLst/>
            <a:ahLst/>
            <a:rect l="0" t="0" r="r" b="b"/>
            <a:pathLst>
              <a:path w="114" h="129">
                <a:moveTo>
                  <a:pt x="114" y="64"/>
                </a:moveTo>
                <a:cubicBezTo>
                  <a:pt x="114" y="100"/>
                  <a:pt x="90" y="129"/>
                  <a:pt x="56" y="129"/>
                </a:cubicBezTo>
                <a:cubicBezTo>
                  <a:pt x="24" y="129"/>
                  <a:pt x="0" y="100"/>
                  <a:pt x="0" y="64"/>
                </a:cubicBezTo>
                <a:cubicBezTo>
                  <a:pt x="0" y="27"/>
                  <a:pt x="24" y="0"/>
                  <a:pt x="56" y="0"/>
                </a:cubicBezTo>
                <a:cubicBezTo>
                  <a:pt x="90" y="0"/>
                  <a:pt x="114" y="27"/>
                  <a:pt x="114" y="64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77" name=""/>
          <p:cNvSpPr/>
          <p:nvPr/>
        </p:nvSpPr>
        <p:spPr>
          <a:xfrm>
            <a:off x="7009920" y="3332160"/>
            <a:ext cx="22320" cy="36000"/>
          </a:xfrm>
          <a:custGeom>
            <a:avLst/>
            <a:gdLst/>
            <a:ahLst/>
            <a:rect l="0" t="0" r="r" b="b"/>
            <a:pathLst>
              <a:path w="62" h="100">
                <a:moveTo>
                  <a:pt x="62" y="52"/>
                </a:moveTo>
                <a:cubicBezTo>
                  <a:pt x="62" y="79"/>
                  <a:pt x="49" y="100"/>
                  <a:pt x="33" y="100"/>
                </a:cubicBezTo>
                <a:cubicBezTo>
                  <a:pt x="13" y="100"/>
                  <a:pt x="0" y="79"/>
                  <a:pt x="0" y="52"/>
                </a:cubicBezTo>
                <a:cubicBezTo>
                  <a:pt x="0" y="23"/>
                  <a:pt x="13" y="0"/>
                  <a:pt x="33" y="0"/>
                </a:cubicBezTo>
                <a:cubicBezTo>
                  <a:pt x="49" y="0"/>
                  <a:pt x="62" y="23"/>
                  <a:pt x="62" y="52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78" name=""/>
          <p:cNvSpPr/>
          <p:nvPr/>
        </p:nvSpPr>
        <p:spPr>
          <a:xfrm>
            <a:off x="7148160" y="2971080"/>
            <a:ext cx="47520" cy="48600"/>
          </a:xfrm>
          <a:custGeom>
            <a:avLst/>
            <a:gdLst/>
            <a:ahLst/>
            <a:rect l="0" t="0" r="r" b="b"/>
            <a:pathLst>
              <a:path w="132" h="135">
                <a:moveTo>
                  <a:pt x="132" y="68"/>
                </a:moveTo>
                <a:cubicBezTo>
                  <a:pt x="132" y="105"/>
                  <a:pt x="103" y="135"/>
                  <a:pt x="67" y="135"/>
                </a:cubicBezTo>
                <a:cubicBezTo>
                  <a:pt x="30" y="135"/>
                  <a:pt x="0" y="105"/>
                  <a:pt x="0" y="68"/>
                </a:cubicBezTo>
                <a:cubicBezTo>
                  <a:pt x="0" y="30"/>
                  <a:pt x="30" y="0"/>
                  <a:pt x="67" y="0"/>
                </a:cubicBezTo>
                <a:cubicBezTo>
                  <a:pt x="103" y="0"/>
                  <a:pt x="132" y="30"/>
                  <a:pt x="132" y="68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79" name=""/>
          <p:cNvSpPr/>
          <p:nvPr/>
        </p:nvSpPr>
        <p:spPr>
          <a:xfrm>
            <a:off x="7079040" y="2816640"/>
            <a:ext cx="52200" cy="49320"/>
          </a:xfrm>
          <a:custGeom>
            <a:avLst/>
            <a:gdLst/>
            <a:ahLst/>
            <a:rect l="0" t="0" r="r" b="b"/>
            <a:pathLst>
              <a:path w="145" h="137">
                <a:moveTo>
                  <a:pt x="145" y="66"/>
                </a:moveTo>
                <a:cubicBezTo>
                  <a:pt x="145" y="104"/>
                  <a:pt x="112" y="137"/>
                  <a:pt x="72" y="137"/>
                </a:cubicBezTo>
                <a:cubicBezTo>
                  <a:pt x="32" y="137"/>
                  <a:pt x="0" y="104"/>
                  <a:pt x="0" y="66"/>
                </a:cubicBezTo>
                <a:cubicBezTo>
                  <a:pt x="0" y="29"/>
                  <a:pt x="32" y="0"/>
                  <a:pt x="72" y="0"/>
                </a:cubicBezTo>
                <a:cubicBezTo>
                  <a:pt x="112" y="0"/>
                  <a:pt x="145" y="29"/>
                  <a:pt x="145" y="66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0" name=""/>
          <p:cNvSpPr/>
          <p:nvPr/>
        </p:nvSpPr>
        <p:spPr>
          <a:xfrm>
            <a:off x="6687000" y="3561120"/>
            <a:ext cx="61560" cy="42480"/>
          </a:xfrm>
          <a:custGeom>
            <a:avLst/>
            <a:gdLst/>
            <a:ahLst/>
            <a:rect l="0" t="0" r="r" b="b"/>
            <a:pathLst>
              <a:path w="171" h="118">
                <a:moveTo>
                  <a:pt x="171" y="58"/>
                </a:moveTo>
                <a:cubicBezTo>
                  <a:pt x="171" y="26"/>
                  <a:pt x="134" y="0"/>
                  <a:pt x="86" y="0"/>
                </a:cubicBezTo>
                <a:cubicBezTo>
                  <a:pt x="37" y="0"/>
                  <a:pt x="0" y="26"/>
                  <a:pt x="0" y="58"/>
                </a:cubicBezTo>
                <a:cubicBezTo>
                  <a:pt x="0" y="90"/>
                  <a:pt x="37" y="118"/>
                  <a:pt x="86" y="118"/>
                </a:cubicBezTo>
                <a:cubicBezTo>
                  <a:pt x="134" y="118"/>
                  <a:pt x="171" y="90"/>
                  <a:pt x="171" y="58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1" name=""/>
          <p:cNvSpPr/>
          <p:nvPr/>
        </p:nvSpPr>
        <p:spPr>
          <a:xfrm>
            <a:off x="6981840" y="3557160"/>
            <a:ext cx="39960" cy="46440"/>
          </a:xfrm>
          <a:custGeom>
            <a:avLst/>
            <a:gdLst/>
            <a:ahLst/>
            <a:rect l="0" t="0" r="r" b="b"/>
            <a:pathLst>
              <a:path w="111" h="129">
                <a:moveTo>
                  <a:pt x="111" y="65"/>
                </a:moveTo>
                <a:cubicBezTo>
                  <a:pt x="111" y="29"/>
                  <a:pt x="87" y="0"/>
                  <a:pt x="54" y="0"/>
                </a:cubicBezTo>
                <a:cubicBezTo>
                  <a:pt x="24" y="0"/>
                  <a:pt x="0" y="29"/>
                  <a:pt x="0" y="65"/>
                </a:cubicBezTo>
                <a:cubicBezTo>
                  <a:pt x="0" y="100"/>
                  <a:pt x="24" y="129"/>
                  <a:pt x="54" y="129"/>
                </a:cubicBezTo>
                <a:cubicBezTo>
                  <a:pt x="87" y="129"/>
                  <a:pt x="111" y="100"/>
                  <a:pt x="111" y="65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2" name=""/>
          <p:cNvSpPr/>
          <p:nvPr/>
        </p:nvSpPr>
        <p:spPr>
          <a:xfrm>
            <a:off x="6563880" y="3087360"/>
            <a:ext cx="30240" cy="30960"/>
          </a:xfrm>
          <a:custGeom>
            <a:avLst/>
            <a:gdLst/>
            <a:ahLst/>
            <a:rect l="0" t="0" r="r" b="b"/>
            <a:pathLst>
              <a:path w="84" h="86">
                <a:moveTo>
                  <a:pt x="84" y="43"/>
                </a:moveTo>
                <a:cubicBezTo>
                  <a:pt x="84" y="68"/>
                  <a:pt x="65" y="86"/>
                  <a:pt x="41" y="86"/>
                </a:cubicBezTo>
                <a:cubicBezTo>
                  <a:pt x="19" y="86"/>
                  <a:pt x="0" y="68"/>
                  <a:pt x="0" y="43"/>
                </a:cubicBezTo>
                <a:cubicBezTo>
                  <a:pt x="0" y="19"/>
                  <a:pt x="19" y="0"/>
                  <a:pt x="41" y="0"/>
                </a:cubicBezTo>
                <a:cubicBezTo>
                  <a:pt x="65" y="0"/>
                  <a:pt x="84" y="19"/>
                  <a:pt x="84" y="43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3" name=""/>
          <p:cNvSpPr/>
          <p:nvPr/>
        </p:nvSpPr>
        <p:spPr>
          <a:xfrm>
            <a:off x="6522480" y="3390840"/>
            <a:ext cx="73440" cy="30240"/>
          </a:xfrm>
          <a:custGeom>
            <a:avLst/>
            <a:gdLst/>
            <a:ahLst/>
            <a:rect l="0" t="0" r="r" b="b"/>
            <a:pathLst>
              <a:path w="204" h="84">
                <a:moveTo>
                  <a:pt x="204" y="43"/>
                </a:moveTo>
                <a:cubicBezTo>
                  <a:pt x="204" y="19"/>
                  <a:pt x="157" y="0"/>
                  <a:pt x="101" y="0"/>
                </a:cubicBezTo>
                <a:cubicBezTo>
                  <a:pt x="45" y="0"/>
                  <a:pt x="0" y="19"/>
                  <a:pt x="0" y="43"/>
                </a:cubicBezTo>
                <a:cubicBezTo>
                  <a:pt x="0" y="65"/>
                  <a:pt x="45" y="84"/>
                  <a:pt x="101" y="84"/>
                </a:cubicBezTo>
                <a:cubicBezTo>
                  <a:pt x="157" y="84"/>
                  <a:pt x="204" y="65"/>
                  <a:pt x="204" y="43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4" name=""/>
          <p:cNvSpPr/>
          <p:nvPr/>
        </p:nvSpPr>
        <p:spPr>
          <a:xfrm>
            <a:off x="7188480" y="3230640"/>
            <a:ext cx="36000" cy="38520"/>
          </a:xfrm>
          <a:custGeom>
            <a:avLst/>
            <a:gdLst/>
            <a:ahLst/>
            <a:rect l="0" t="0" r="r" b="b"/>
            <a:pathLst>
              <a:path w="100" h="107">
                <a:moveTo>
                  <a:pt x="100" y="53"/>
                </a:moveTo>
                <a:cubicBezTo>
                  <a:pt x="100" y="82"/>
                  <a:pt x="79" y="107"/>
                  <a:pt x="51" y="107"/>
                </a:cubicBezTo>
                <a:cubicBezTo>
                  <a:pt x="25" y="107"/>
                  <a:pt x="0" y="82"/>
                  <a:pt x="0" y="53"/>
                </a:cubicBezTo>
                <a:cubicBezTo>
                  <a:pt x="0" y="24"/>
                  <a:pt x="25" y="0"/>
                  <a:pt x="51" y="0"/>
                </a:cubicBezTo>
                <a:cubicBezTo>
                  <a:pt x="79" y="0"/>
                  <a:pt x="100" y="24"/>
                  <a:pt x="100" y="53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5" name=""/>
          <p:cNvSpPr/>
          <p:nvPr/>
        </p:nvSpPr>
        <p:spPr>
          <a:xfrm>
            <a:off x="6772320" y="337932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6"/>
                </a:moveTo>
                <a:cubicBezTo>
                  <a:pt x="87" y="70"/>
                  <a:pt x="68" y="89"/>
                  <a:pt x="44" y="89"/>
                </a:cubicBezTo>
                <a:cubicBezTo>
                  <a:pt x="20" y="89"/>
                  <a:pt x="0" y="70"/>
                  <a:pt x="0" y="46"/>
                </a:cubicBezTo>
                <a:cubicBezTo>
                  <a:pt x="0" y="22"/>
                  <a:pt x="20" y="0"/>
                  <a:pt x="44" y="0"/>
                </a:cubicBezTo>
                <a:cubicBezTo>
                  <a:pt x="68" y="0"/>
                  <a:pt x="87" y="22"/>
                  <a:pt x="87" y="46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6" name=""/>
          <p:cNvSpPr/>
          <p:nvPr/>
        </p:nvSpPr>
        <p:spPr>
          <a:xfrm>
            <a:off x="7152120" y="3395880"/>
            <a:ext cx="32040" cy="25200"/>
          </a:xfrm>
          <a:custGeom>
            <a:avLst/>
            <a:gdLst/>
            <a:ahLst/>
            <a:rect l="0" t="0" r="r" b="b"/>
            <a:pathLst>
              <a:path w="89" h="70">
                <a:moveTo>
                  <a:pt x="89" y="34"/>
                </a:moveTo>
                <a:cubicBezTo>
                  <a:pt x="89" y="53"/>
                  <a:pt x="68" y="70"/>
                  <a:pt x="43" y="70"/>
                </a:cubicBezTo>
                <a:cubicBezTo>
                  <a:pt x="19" y="70"/>
                  <a:pt x="0" y="53"/>
                  <a:pt x="0" y="34"/>
                </a:cubicBezTo>
                <a:cubicBezTo>
                  <a:pt x="0" y="16"/>
                  <a:pt x="19" y="0"/>
                  <a:pt x="43" y="0"/>
                </a:cubicBezTo>
                <a:cubicBezTo>
                  <a:pt x="68" y="0"/>
                  <a:pt x="89" y="16"/>
                  <a:pt x="89" y="34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7" name=""/>
          <p:cNvSpPr/>
          <p:nvPr/>
        </p:nvSpPr>
        <p:spPr>
          <a:xfrm>
            <a:off x="6827040" y="2764800"/>
            <a:ext cx="46800" cy="32760"/>
          </a:xfrm>
          <a:custGeom>
            <a:avLst/>
            <a:gdLst/>
            <a:ahLst/>
            <a:rect l="0" t="0" r="r" b="b"/>
            <a:pathLst>
              <a:path w="130" h="91">
                <a:moveTo>
                  <a:pt x="130" y="46"/>
                </a:moveTo>
                <a:cubicBezTo>
                  <a:pt x="130" y="73"/>
                  <a:pt x="100" y="91"/>
                  <a:pt x="65" y="91"/>
                </a:cubicBezTo>
                <a:cubicBezTo>
                  <a:pt x="30" y="91"/>
                  <a:pt x="0" y="73"/>
                  <a:pt x="0" y="46"/>
                </a:cubicBezTo>
                <a:cubicBezTo>
                  <a:pt x="0" y="22"/>
                  <a:pt x="30" y="0"/>
                  <a:pt x="65" y="0"/>
                </a:cubicBezTo>
                <a:cubicBezTo>
                  <a:pt x="100" y="0"/>
                  <a:pt x="130" y="22"/>
                  <a:pt x="130" y="46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8" name=""/>
          <p:cNvSpPr/>
          <p:nvPr/>
        </p:nvSpPr>
        <p:spPr>
          <a:xfrm>
            <a:off x="6572520" y="2971080"/>
            <a:ext cx="47520" cy="26280"/>
          </a:xfrm>
          <a:custGeom>
            <a:avLst/>
            <a:gdLst/>
            <a:ahLst/>
            <a:rect l="0" t="0" r="r" b="b"/>
            <a:pathLst>
              <a:path w="132" h="73">
                <a:moveTo>
                  <a:pt x="132" y="35"/>
                </a:moveTo>
                <a:cubicBezTo>
                  <a:pt x="132" y="56"/>
                  <a:pt x="102" y="73"/>
                  <a:pt x="65" y="73"/>
                </a:cubicBezTo>
                <a:cubicBezTo>
                  <a:pt x="30" y="73"/>
                  <a:pt x="0" y="56"/>
                  <a:pt x="0" y="35"/>
                </a:cubicBezTo>
                <a:cubicBezTo>
                  <a:pt x="0" y="16"/>
                  <a:pt x="30" y="0"/>
                  <a:pt x="65" y="0"/>
                </a:cubicBezTo>
                <a:cubicBezTo>
                  <a:pt x="102" y="0"/>
                  <a:pt x="132" y="16"/>
                  <a:pt x="132" y="35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89" name=""/>
          <p:cNvSpPr/>
          <p:nvPr/>
        </p:nvSpPr>
        <p:spPr>
          <a:xfrm>
            <a:off x="6558840" y="3245040"/>
            <a:ext cx="24480" cy="33840"/>
          </a:xfrm>
          <a:custGeom>
            <a:avLst/>
            <a:gdLst/>
            <a:ahLst/>
            <a:rect l="0" t="0" r="r" b="b"/>
            <a:pathLst>
              <a:path w="68" h="94">
                <a:moveTo>
                  <a:pt x="68" y="45"/>
                </a:moveTo>
                <a:cubicBezTo>
                  <a:pt x="68" y="73"/>
                  <a:pt x="55" y="94"/>
                  <a:pt x="36" y="94"/>
                </a:cubicBezTo>
                <a:cubicBezTo>
                  <a:pt x="16" y="94"/>
                  <a:pt x="0" y="73"/>
                  <a:pt x="0" y="45"/>
                </a:cubicBezTo>
                <a:cubicBezTo>
                  <a:pt x="0" y="21"/>
                  <a:pt x="16" y="0"/>
                  <a:pt x="36" y="0"/>
                </a:cubicBezTo>
                <a:cubicBezTo>
                  <a:pt x="55" y="0"/>
                  <a:pt x="68" y="21"/>
                  <a:pt x="68" y="45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0" name=""/>
          <p:cNvSpPr/>
          <p:nvPr/>
        </p:nvSpPr>
        <p:spPr>
          <a:xfrm>
            <a:off x="6748200" y="3071880"/>
            <a:ext cx="27360" cy="26280"/>
          </a:xfrm>
          <a:custGeom>
            <a:avLst/>
            <a:gdLst/>
            <a:ahLst/>
            <a:rect l="0" t="0" r="r" b="b"/>
            <a:pathLst>
              <a:path w="76" h="73">
                <a:moveTo>
                  <a:pt x="76" y="35"/>
                </a:moveTo>
                <a:cubicBezTo>
                  <a:pt x="76" y="56"/>
                  <a:pt x="60" y="73"/>
                  <a:pt x="39" y="73"/>
                </a:cubicBezTo>
                <a:cubicBezTo>
                  <a:pt x="17" y="73"/>
                  <a:pt x="0" y="56"/>
                  <a:pt x="0" y="35"/>
                </a:cubicBezTo>
                <a:cubicBezTo>
                  <a:pt x="0" y="16"/>
                  <a:pt x="17" y="0"/>
                  <a:pt x="39" y="0"/>
                </a:cubicBezTo>
                <a:cubicBezTo>
                  <a:pt x="60" y="0"/>
                  <a:pt x="76" y="16"/>
                  <a:pt x="76" y="35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1" name=""/>
          <p:cNvSpPr/>
          <p:nvPr/>
        </p:nvSpPr>
        <p:spPr>
          <a:xfrm>
            <a:off x="6865560" y="3485880"/>
            <a:ext cx="34200" cy="42840"/>
          </a:xfrm>
          <a:custGeom>
            <a:avLst/>
            <a:gdLst/>
            <a:ahLst/>
            <a:rect l="0" t="0" r="r" b="b"/>
            <a:pathLst>
              <a:path w="95" h="119">
                <a:moveTo>
                  <a:pt x="95" y="59"/>
                </a:moveTo>
                <a:cubicBezTo>
                  <a:pt x="95" y="95"/>
                  <a:pt x="73" y="119"/>
                  <a:pt x="49" y="119"/>
                </a:cubicBezTo>
                <a:cubicBezTo>
                  <a:pt x="22" y="119"/>
                  <a:pt x="0" y="95"/>
                  <a:pt x="0" y="59"/>
                </a:cubicBezTo>
                <a:cubicBezTo>
                  <a:pt x="0" y="27"/>
                  <a:pt x="22" y="0"/>
                  <a:pt x="49" y="0"/>
                </a:cubicBezTo>
                <a:cubicBezTo>
                  <a:pt x="73" y="0"/>
                  <a:pt x="95" y="27"/>
                  <a:pt x="95" y="59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2" name=""/>
          <p:cNvSpPr/>
          <p:nvPr/>
        </p:nvSpPr>
        <p:spPr>
          <a:xfrm>
            <a:off x="7111800" y="3472920"/>
            <a:ext cx="42480" cy="64080"/>
          </a:xfrm>
          <a:custGeom>
            <a:avLst/>
            <a:gdLst/>
            <a:ahLst/>
            <a:rect l="0" t="0" r="r" b="b"/>
            <a:pathLst>
              <a:path w="118" h="178">
                <a:moveTo>
                  <a:pt x="109" y="71"/>
                </a:moveTo>
                <a:cubicBezTo>
                  <a:pt x="125" y="119"/>
                  <a:pt x="117" y="167"/>
                  <a:pt x="91" y="175"/>
                </a:cubicBezTo>
                <a:cubicBezTo>
                  <a:pt x="63" y="187"/>
                  <a:pt x="28" y="154"/>
                  <a:pt x="10" y="106"/>
                </a:cubicBezTo>
                <a:cubicBezTo>
                  <a:pt x="-9" y="58"/>
                  <a:pt x="-1" y="12"/>
                  <a:pt x="26" y="2"/>
                </a:cubicBezTo>
                <a:cubicBezTo>
                  <a:pt x="52" y="-10"/>
                  <a:pt x="91" y="23"/>
                  <a:pt x="109" y="71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3" name=""/>
          <p:cNvSpPr/>
          <p:nvPr/>
        </p:nvSpPr>
        <p:spPr>
          <a:xfrm>
            <a:off x="6850080" y="3292920"/>
            <a:ext cx="65880" cy="39600"/>
          </a:xfrm>
          <a:custGeom>
            <a:avLst/>
            <a:gdLst/>
            <a:ahLst/>
            <a:rect l="0" t="0" r="r" b="b"/>
            <a:pathLst>
              <a:path w="183" h="110">
                <a:moveTo>
                  <a:pt x="183" y="53"/>
                </a:moveTo>
                <a:cubicBezTo>
                  <a:pt x="183" y="84"/>
                  <a:pt x="143" y="110"/>
                  <a:pt x="92" y="110"/>
                </a:cubicBezTo>
                <a:cubicBezTo>
                  <a:pt x="41" y="110"/>
                  <a:pt x="0" y="84"/>
                  <a:pt x="0" y="53"/>
                </a:cubicBezTo>
                <a:cubicBezTo>
                  <a:pt x="0" y="24"/>
                  <a:pt x="41" y="0"/>
                  <a:pt x="92" y="0"/>
                </a:cubicBezTo>
                <a:cubicBezTo>
                  <a:pt x="143" y="0"/>
                  <a:pt x="183" y="24"/>
                  <a:pt x="183" y="53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4" name=""/>
          <p:cNvSpPr/>
          <p:nvPr/>
        </p:nvSpPr>
        <p:spPr>
          <a:xfrm>
            <a:off x="6935040" y="3238200"/>
            <a:ext cx="28080" cy="23400"/>
          </a:xfrm>
          <a:custGeom>
            <a:avLst/>
            <a:gdLst/>
            <a:ahLst/>
            <a:rect l="0" t="0" r="r" b="b"/>
            <a:pathLst>
              <a:path w="78" h="65">
                <a:moveTo>
                  <a:pt x="78" y="32"/>
                </a:moveTo>
                <a:cubicBezTo>
                  <a:pt x="78" y="51"/>
                  <a:pt x="59" y="65"/>
                  <a:pt x="41" y="65"/>
                </a:cubicBezTo>
                <a:cubicBezTo>
                  <a:pt x="18" y="65"/>
                  <a:pt x="0" y="51"/>
                  <a:pt x="0" y="32"/>
                </a:cubicBezTo>
                <a:cubicBezTo>
                  <a:pt x="0" y="13"/>
                  <a:pt x="18" y="0"/>
                  <a:pt x="41" y="0"/>
                </a:cubicBezTo>
                <a:cubicBezTo>
                  <a:pt x="59" y="0"/>
                  <a:pt x="78" y="13"/>
                  <a:pt x="78" y="32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5" name=""/>
          <p:cNvSpPr/>
          <p:nvPr/>
        </p:nvSpPr>
        <p:spPr>
          <a:xfrm>
            <a:off x="6787800" y="3209400"/>
            <a:ext cx="39600" cy="29160"/>
          </a:xfrm>
          <a:custGeom>
            <a:avLst/>
            <a:gdLst/>
            <a:ahLst/>
            <a:rect l="0" t="0" r="r" b="b"/>
            <a:pathLst>
              <a:path w="110" h="81">
                <a:moveTo>
                  <a:pt x="110" y="41"/>
                </a:moveTo>
                <a:cubicBezTo>
                  <a:pt x="110" y="62"/>
                  <a:pt x="86" y="81"/>
                  <a:pt x="56" y="81"/>
                </a:cubicBezTo>
                <a:cubicBezTo>
                  <a:pt x="24" y="81"/>
                  <a:pt x="0" y="62"/>
                  <a:pt x="0" y="41"/>
                </a:cubicBezTo>
                <a:cubicBezTo>
                  <a:pt x="0" y="17"/>
                  <a:pt x="24" y="0"/>
                  <a:pt x="56" y="0"/>
                </a:cubicBezTo>
                <a:cubicBezTo>
                  <a:pt x="86" y="0"/>
                  <a:pt x="110" y="17"/>
                  <a:pt x="110" y="41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6" name=""/>
          <p:cNvSpPr/>
          <p:nvPr/>
        </p:nvSpPr>
        <p:spPr>
          <a:xfrm>
            <a:off x="7087680" y="3008520"/>
            <a:ext cx="24480" cy="42840"/>
          </a:xfrm>
          <a:custGeom>
            <a:avLst/>
            <a:gdLst/>
            <a:ahLst/>
            <a:rect l="0" t="0" r="r" b="b"/>
            <a:pathLst>
              <a:path w="68" h="119">
                <a:moveTo>
                  <a:pt x="68" y="60"/>
                </a:moveTo>
                <a:cubicBezTo>
                  <a:pt x="68" y="92"/>
                  <a:pt x="54" y="119"/>
                  <a:pt x="36" y="119"/>
                </a:cubicBezTo>
                <a:cubicBezTo>
                  <a:pt x="17" y="119"/>
                  <a:pt x="0" y="92"/>
                  <a:pt x="0" y="60"/>
                </a:cubicBezTo>
                <a:cubicBezTo>
                  <a:pt x="0" y="28"/>
                  <a:pt x="17" y="0"/>
                  <a:pt x="36" y="0"/>
                </a:cubicBezTo>
                <a:cubicBezTo>
                  <a:pt x="54" y="0"/>
                  <a:pt x="68" y="28"/>
                  <a:pt x="68" y="60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7" name=""/>
          <p:cNvSpPr/>
          <p:nvPr/>
        </p:nvSpPr>
        <p:spPr>
          <a:xfrm>
            <a:off x="7242480" y="3117240"/>
            <a:ext cx="27360" cy="62640"/>
          </a:xfrm>
          <a:custGeom>
            <a:avLst/>
            <a:gdLst/>
            <a:ahLst/>
            <a:rect l="0" t="0" r="r" b="b"/>
            <a:pathLst>
              <a:path w="76" h="174">
                <a:moveTo>
                  <a:pt x="76" y="86"/>
                </a:moveTo>
                <a:cubicBezTo>
                  <a:pt x="76" y="134"/>
                  <a:pt x="60" y="174"/>
                  <a:pt x="37" y="174"/>
                </a:cubicBezTo>
                <a:cubicBezTo>
                  <a:pt x="16" y="174"/>
                  <a:pt x="0" y="134"/>
                  <a:pt x="0" y="86"/>
                </a:cubicBezTo>
                <a:cubicBezTo>
                  <a:pt x="0" y="37"/>
                  <a:pt x="16" y="0"/>
                  <a:pt x="37" y="0"/>
                </a:cubicBezTo>
                <a:cubicBezTo>
                  <a:pt x="60" y="0"/>
                  <a:pt x="76" y="37"/>
                  <a:pt x="76" y="86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8" name=""/>
          <p:cNvSpPr/>
          <p:nvPr/>
        </p:nvSpPr>
        <p:spPr>
          <a:xfrm>
            <a:off x="7226280" y="3029760"/>
            <a:ext cx="50040" cy="21600"/>
          </a:xfrm>
          <a:custGeom>
            <a:avLst/>
            <a:gdLst/>
            <a:ahLst/>
            <a:rect l="0" t="0" r="r" b="b"/>
            <a:pathLst>
              <a:path w="139" h="60">
                <a:moveTo>
                  <a:pt x="139" y="30"/>
                </a:moveTo>
                <a:cubicBezTo>
                  <a:pt x="139" y="46"/>
                  <a:pt x="107" y="60"/>
                  <a:pt x="70" y="60"/>
                </a:cubicBezTo>
                <a:cubicBezTo>
                  <a:pt x="30" y="60"/>
                  <a:pt x="0" y="46"/>
                  <a:pt x="0" y="30"/>
                </a:cubicBezTo>
                <a:cubicBezTo>
                  <a:pt x="0" y="13"/>
                  <a:pt x="30" y="0"/>
                  <a:pt x="70" y="0"/>
                </a:cubicBezTo>
                <a:cubicBezTo>
                  <a:pt x="107" y="0"/>
                  <a:pt x="139" y="13"/>
                  <a:pt x="139" y="30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299" name=""/>
          <p:cNvSpPr/>
          <p:nvPr/>
        </p:nvSpPr>
        <p:spPr>
          <a:xfrm>
            <a:off x="6844680" y="3603240"/>
            <a:ext cx="55080" cy="28080"/>
          </a:xfrm>
          <a:custGeom>
            <a:avLst/>
            <a:gdLst/>
            <a:ahLst/>
            <a:rect l="0" t="0" r="r" b="b"/>
            <a:pathLst>
              <a:path w="153" h="78">
                <a:moveTo>
                  <a:pt x="153" y="37"/>
                </a:moveTo>
                <a:cubicBezTo>
                  <a:pt x="153" y="60"/>
                  <a:pt x="118" y="78"/>
                  <a:pt x="78" y="78"/>
                </a:cubicBezTo>
                <a:cubicBezTo>
                  <a:pt x="34" y="78"/>
                  <a:pt x="0" y="60"/>
                  <a:pt x="0" y="37"/>
                </a:cubicBezTo>
                <a:cubicBezTo>
                  <a:pt x="0" y="16"/>
                  <a:pt x="34" y="0"/>
                  <a:pt x="78" y="0"/>
                </a:cubicBezTo>
                <a:cubicBezTo>
                  <a:pt x="118" y="0"/>
                  <a:pt x="153" y="16"/>
                  <a:pt x="153" y="37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0" name=""/>
          <p:cNvSpPr/>
          <p:nvPr/>
        </p:nvSpPr>
        <p:spPr>
          <a:xfrm>
            <a:off x="7251120" y="3350520"/>
            <a:ext cx="25200" cy="45720"/>
          </a:xfrm>
          <a:custGeom>
            <a:avLst/>
            <a:gdLst/>
            <a:ahLst/>
            <a:rect l="0" t="0" r="r" b="b"/>
            <a:pathLst>
              <a:path w="70" h="127">
                <a:moveTo>
                  <a:pt x="70" y="63"/>
                </a:moveTo>
                <a:cubicBezTo>
                  <a:pt x="70" y="97"/>
                  <a:pt x="54" y="127"/>
                  <a:pt x="35" y="127"/>
                </a:cubicBezTo>
                <a:cubicBezTo>
                  <a:pt x="16" y="127"/>
                  <a:pt x="0" y="97"/>
                  <a:pt x="0" y="63"/>
                </a:cubicBezTo>
                <a:cubicBezTo>
                  <a:pt x="0" y="28"/>
                  <a:pt x="16" y="0"/>
                  <a:pt x="35" y="0"/>
                </a:cubicBezTo>
                <a:cubicBezTo>
                  <a:pt x="54" y="0"/>
                  <a:pt x="70" y="28"/>
                  <a:pt x="70" y="63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1" name=""/>
          <p:cNvSpPr/>
          <p:nvPr/>
        </p:nvSpPr>
        <p:spPr>
          <a:xfrm>
            <a:off x="6910920" y="3411000"/>
            <a:ext cx="15480" cy="19800"/>
          </a:xfrm>
          <a:custGeom>
            <a:avLst/>
            <a:gdLst/>
            <a:ahLst/>
            <a:rect l="0" t="0" r="r" b="b"/>
            <a:pathLst>
              <a:path w="43" h="55">
                <a:moveTo>
                  <a:pt x="43" y="27"/>
                </a:moveTo>
                <a:cubicBezTo>
                  <a:pt x="43" y="44"/>
                  <a:pt x="33" y="55"/>
                  <a:pt x="22" y="55"/>
                </a:cubicBezTo>
                <a:cubicBezTo>
                  <a:pt x="8" y="55"/>
                  <a:pt x="0" y="44"/>
                  <a:pt x="0" y="27"/>
                </a:cubicBezTo>
                <a:cubicBezTo>
                  <a:pt x="0" y="11"/>
                  <a:pt x="8" y="0"/>
                  <a:pt x="22" y="0"/>
                </a:cubicBezTo>
                <a:cubicBezTo>
                  <a:pt x="33" y="0"/>
                  <a:pt x="43" y="11"/>
                  <a:pt x="43" y="27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2" name=""/>
          <p:cNvSpPr/>
          <p:nvPr/>
        </p:nvSpPr>
        <p:spPr>
          <a:xfrm>
            <a:off x="7057800" y="3225600"/>
            <a:ext cx="20520" cy="19800"/>
          </a:xfrm>
          <a:custGeom>
            <a:avLst/>
            <a:gdLst/>
            <a:ahLst/>
            <a:rect l="0" t="0" r="r" b="b"/>
            <a:pathLst>
              <a:path w="57" h="55">
                <a:moveTo>
                  <a:pt x="57" y="28"/>
                </a:moveTo>
                <a:cubicBezTo>
                  <a:pt x="57" y="44"/>
                  <a:pt x="44" y="55"/>
                  <a:pt x="28" y="55"/>
                </a:cubicBezTo>
                <a:cubicBezTo>
                  <a:pt x="14" y="55"/>
                  <a:pt x="0" y="44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44" y="0"/>
                  <a:pt x="57" y="14"/>
                  <a:pt x="57" y="28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3" name=""/>
          <p:cNvSpPr/>
          <p:nvPr/>
        </p:nvSpPr>
        <p:spPr>
          <a:xfrm>
            <a:off x="6666480" y="3451320"/>
            <a:ext cx="27360" cy="54360"/>
          </a:xfrm>
          <a:custGeom>
            <a:avLst/>
            <a:gdLst/>
            <a:ahLst/>
            <a:rect l="0" t="0" r="r" b="b"/>
            <a:pathLst>
              <a:path w="76" h="151">
                <a:moveTo>
                  <a:pt x="76" y="76"/>
                </a:moveTo>
                <a:cubicBezTo>
                  <a:pt x="76" y="116"/>
                  <a:pt x="60" y="151"/>
                  <a:pt x="39" y="151"/>
                </a:cubicBezTo>
                <a:cubicBezTo>
                  <a:pt x="17" y="151"/>
                  <a:pt x="0" y="116"/>
                  <a:pt x="0" y="76"/>
                </a:cubicBezTo>
                <a:cubicBezTo>
                  <a:pt x="0" y="33"/>
                  <a:pt x="17" y="0"/>
                  <a:pt x="39" y="0"/>
                </a:cubicBezTo>
                <a:cubicBezTo>
                  <a:pt x="60" y="0"/>
                  <a:pt x="76" y="33"/>
                  <a:pt x="76" y="76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4" name=""/>
          <p:cNvSpPr/>
          <p:nvPr/>
        </p:nvSpPr>
        <p:spPr>
          <a:xfrm>
            <a:off x="7226280" y="2865600"/>
            <a:ext cx="37800" cy="45360"/>
          </a:xfrm>
          <a:custGeom>
            <a:avLst/>
            <a:gdLst/>
            <a:ahLst/>
            <a:rect l="0" t="0" r="r" b="b"/>
            <a:pathLst>
              <a:path w="105" h="126">
                <a:moveTo>
                  <a:pt x="105" y="61"/>
                </a:moveTo>
                <a:cubicBezTo>
                  <a:pt x="105" y="96"/>
                  <a:pt x="81" y="126"/>
                  <a:pt x="50" y="126"/>
                </a:cubicBezTo>
                <a:cubicBezTo>
                  <a:pt x="24" y="126"/>
                  <a:pt x="0" y="96"/>
                  <a:pt x="0" y="61"/>
                </a:cubicBezTo>
                <a:cubicBezTo>
                  <a:pt x="0" y="26"/>
                  <a:pt x="24" y="0"/>
                  <a:pt x="50" y="0"/>
                </a:cubicBezTo>
                <a:cubicBezTo>
                  <a:pt x="81" y="0"/>
                  <a:pt x="105" y="26"/>
                  <a:pt x="105" y="61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5" name=""/>
          <p:cNvSpPr/>
          <p:nvPr/>
        </p:nvSpPr>
        <p:spPr>
          <a:xfrm>
            <a:off x="6930000" y="3066120"/>
            <a:ext cx="11160" cy="10080"/>
          </a:xfrm>
          <a:custGeom>
            <a:avLst/>
            <a:gdLst/>
            <a:ahLst/>
            <a:rect l="0" t="0" r="r" b="b"/>
            <a:pathLst>
              <a:path w="31" h="28">
                <a:moveTo>
                  <a:pt x="31" y="14"/>
                </a:moveTo>
                <a:cubicBezTo>
                  <a:pt x="31" y="22"/>
                  <a:pt x="25" y="28"/>
                  <a:pt x="16" y="28"/>
                </a:cubicBezTo>
                <a:cubicBezTo>
                  <a:pt x="6" y="28"/>
                  <a:pt x="0" y="22"/>
                  <a:pt x="0" y="14"/>
                </a:cubicBezTo>
                <a:cubicBezTo>
                  <a:pt x="0" y="6"/>
                  <a:pt x="6" y="0"/>
                  <a:pt x="16" y="0"/>
                </a:cubicBezTo>
                <a:cubicBezTo>
                  <a:pt x="25" y="0"/>
                  <a:pt x="31" y="6"/>
                  <a:pt x="31" y="14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6" name=""/>
          <p:cNvSpPr/>
          <p:nvPr/>
        </p:nvSpPr>
        <p:spPr>
          <a:xfrm>
            <a:off x="6832800" y="3117240"/>
            <a:ext cx="12240" cy="11880"/>
          </a:xfrm>
          <a:custGeom>
            <a:avLst/>
            <a:gdLst/>
            <a:ahLst/>
            <a:rect l="0" t="0" r="r" b="b"/>
            <a:pathLst>
              <a:path w="34" h="33">
                <a:moveTo>
                  <a:pt x="34" y="17"/>
                </a:moveTo>
                <a:cubicBezTo>
                  <a:pt x="34" y="25"/>
                  <a:pt x="26" y="33"/>
                  <a:pt x="17" y="33"/>
                </a:cubicBezTo>
                <a:cubicBezTo>
                  <a:pt x="8" y="33"/>
                  <a:pt x="0" y="25"/>
                  <a:pt x="0" y="17"/>
                </a:cubicBezTo>
                <a:cubicBezTo>
                  <a:pt x="0" y="5"/>
                  <a:pt x="8" y="0"/>
                  <a:pt x="17" y="0"/>
                </a:cubicBezTo>
                <a:cubicBezTo>
                  <a:pt x="26" y="0"/>
                  <a:pt x="34" y="5"/>
                  <a:pt x="34" y="17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7" name=""/>
          <p:cNvSpPr/>
          <p:nvPr/>
        </p:nvSpPr>
        <p:spPr>
          <a:xfrm>
            <a:off x="7183800" y="3493800"/>
            <a:ext cx="11880" cy="11880"/>
          </a:xfrm>
          <a:custGeom>
            <a:avLst/>
            <a:gdLst/>
            <a:ahLst/>
            <a:rect l="0" t="0" r="r" b="b"/>
            <a:pathLst>
              <a:path w="33" h="33">
                <a:moveTo>
                  <a:pt x="33" y="17"/>
                </a:moveTo>
                <a:cubicBezTo>
                  <a:pt x="33" y="25"/>
                  <a:pt x="24" y="33"/>
                  <a:pt x="16" y="33"/>
                </a:cubicBezTo>
                <a:cubicBezTo>
                  <a:pt x="5" y="33"/>
                  <a:pt x="0" y="25"/>
                  <a:pt x="0" y="17"/>
                </a:cubicBezTo>
                <a:cubicBezTo>
                  <a:pt x="0" y="5"/>
                  <a:pt x="5" y="0"/>
                  <a:pt x="16" y="0"/>
                </a:cubicBezTo>
                <a:cubicBezTo>
                  <a:pt x="24" y="0"/>
                  <a:pt x="33" y="5"/>
                  <a:pt x="33" y="17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8" name=""/>
          <p:cNvSpPr/>
          <p:nvPr/>
        </p:nvSpPr>
        <p:spPr>
          <a:xfrm>
            <a:off x="6981840" y="3446640"/>
            <a:ext cx="9000" cy="10080"/>
          </a:xfrm>
          <a:custGeom>
            <a:avLst/>
            <a:gdLst/>
            <a:ahLst/>
            <a:rect l="0" t="0" r="r" b="b"/>
            <a:pathLst>
              <a:path w="25" h="28">
                <a:moveTo>
                  <a:pt x="25" y="14"/>
                </a:moveTo>
                <a:cubicBezTo>
                  <a:pt x="25" y="22"/>
                  <a:pt x="20" y="28"/>
                  <a:pt x="15" y="28"/>
                </a:cubicBezTo>
                <a:cubicBezTo>
                  <a:pt x="6" y="28"/>
                  <a:pt x="0" y="22"/>
                  <a:pt x="0" y="14"/>
                </a:cubicBezTo>
                <a:cubicBezTo>
                  <a:pt x="0" y="5"/>
                  <a:pt x="6" y="0"/>
                  <a:pt x="15" y="0"/>
                </a:cubicBezTo>
                <a:cubicBezTo>
                  <a:pt x="20" y="0"/>
                  <a:pt x="25" y="5"/>
                  <a:pt x="25" y="14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09" name=""/>
          <p:cNvSpPr/>
          <p:nvPr/>
        </p:nvSpPr>
        <p:spPr>
          <a:xfrm>
            <a:off x="6982920" y="2797200"/>
            <a:ext cx="16560" cy="19800"/>
          </a:xfrm>
          <a:custGeom>
            <a:avLst/>
            <a:gdLst/>
            <a:ahLst/>
            <a:rect l="0" t="0" r="r" b="b"/>
            <a:pathLst>
              <a:path w="46" h="55">
                <a:moveTo>
                  <a:pt x="46" y="27"/>
                </a:moveTo>
                <a:cubicBezTo>
                  <a:pt x="46" y="43"/>
                  <a:pt x="36" y="55"/>
                  <a:pt x="22" y="55"/>
                </a:cubicBezTo>
                <a:cubicBezTo>
                  <a:pt x="11" y="55"/>
                  <a:pt x="0" y="43"/>
                  <a:pt x="0" y="27"/>
                </a:cubicBezTo>
                <a:cubicBezTo>
                  <a:pt x="0" y="14"/>
                  <a:pt x="11" y="0"/>
                  <a:pt x="22" y="0"/>
                </a:cubicBezTo>
                <a:cubicBezTo>
                  <a:pt x="36" y="0"/>
                  <a:pt x="46" y="14"/>
                  <a:pt x="46" y="27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10" name=""/>
          <p:cNvSpPr/>
          <p:nvPr/>
        </p:nvSpPr>
        <p:spPr>
          <a:xfrm>
            <a:off x="7083000" y="3567600"/>
            <a:ext cx="17640" cy="18720"/>
          </a:xfrm>
          <a:custGeom>
            <a:avLst/>
            <a:gdLst/>
            <a:ahLst/>
            <a:rect l="0" t="0" r="r" b="b"/>
            <a:pathLst>
              <a:path w="49" h="52">
                <a:moveTo>
                  <a:pt x="49" y="28"/>
                </a:moveTo>
                <a:cubicBezTo>
                  <a:pt x="49" y="41"/>
                  <a:pt x="38" y="52"/>
                  <a:pt x="24" y="52"/>
                </a:cubicBezTo>
                <a:cubicBezTo>
                  <a:pt x="10" y="52"/>
                  <a:pt x="0" y="41"/>
                  <a:pt x="0" y="28"/>
                </a:cubicBezTo>
                <a:cubicBezTo>
                  <a:pt x="0" y="11"/>
                  <a:pt x="10" y="0"/>
                  <a:pt x="24" y="0"/>
                </a:cubicBezTo>
                <a:cubicBezTo>
                  <a:pt x="38" y="0"/>
                  <a:pt x="49" y="11"/>
                  <a:pt x="49" y="28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11" name=""/>
          <p:cNvSpPr/>
          <p:nvPr/>
        </p:nvSpPr>
        <p:spPr>
          <a:xfrm>
            <a:off x="6626160" y="3545640"/>
            <a:ext cx="14760" cy="22320"/>
          </a:xfrm>
          <a:custGeom>
            <a:avLst/>
            <a:gdLst/>
            <a:ahLst/>
            <a:rect l="0" t="0" r="r" b="b"/>
            <a:pathLst>
              <a:path w="41" h="62">
                <a:moveTo>
                  <a:pt x="41" y="30"/>
                </a:moveTo>
                <a:cubicBezTo>
                  <a:pt x="41" y="49"/>
                  <a:pt x="33" y="62"/>
                  <a:pt x="23" y="62"/>
                </a:cubicBezTo>
                <a:cubicBezTo>
                  <a:pt x="8" y="62"/>
                  <a:pt x="0" y="49"/>
                  <a:pt x="0" y="30"/>
                </a:cubicBezTo>
                <a:cubicBezTo>
                  <a:pt x="0" y="14"/>
                  <a:pt x="8" y="0"/>
                  <a:pt x="23" y="0"/>
                </a:cubicBezTo>
                <a:cubicBezTo>
                  <a:pt x="33" y="0"/>
                  <a:pt x="41" y="14"/>
                  <a:pt x="41" y="30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12" name=""/>
          <p:cNvSpPr/>
          <p:nvPr/>
        </p:nvSpPr>
        <p:spPr>
          <a:xfrm>
            <a:off x="7275960" y="3283200"/>
            <a:ext cx="18000" cy="19800"/>
          </a:xfrm>
          <a:custGeom>
            <a:avLst/>
            <a:gdLst/>
            <a:ahLst/>
            <a:rect l="0" t="0" r="r" b="b"/>
            <a:pathLst>
              <a:path w="50" h="55">
                <a:moveTo>
                  <a:pt x="50" y="28"/>
                </a:moveTo>
                <a:cubicBezTo>
                  <a:pt x="50" y="41"/>
                  <a:pt x="39" y="55"/>
                  <a:pt x="26" y="55"/>
                </a:cubicBezTo>
                <a:cubicBezTo>
                  <a:pt x="11" y="55"/>
                  <a:pt x="0" y="41"/>
                  <a:pt x="0" y="28"/>
                </a:cubicBezTo>
                <a:cubicBezTo>
                  <a:pt x="0" y="11"/>
                  <a:pt x="11" y="0"/>
                  <a:pt x="26" y="0"/>
                </a:cubicBezTo>
                <a:cubicBezTo>
                  <a:pt x="39" y="0"/>
                  <a:pt x="50" y="11"/>
                  <a:pt x="50" y="28"/>
                </a:cubicBezTo>
                <a:close/>
              </a:path>
            </a:pathLst>
          </a:custGeom>
          <a:solidFill>
            <a:srgbClr val="97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13" name=""/>
          <p:cNvSpPr txBox="1"/>
          <p:nvPr/>
        </p:nvSpPr>
        <p:spPr>
          <a:xfrm>
            <a:off x="2335680" y="4300560"/>
            <a:ext cx="2041200" cy="239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ffffff"/>
                </a:solidFill>
                <a:latin typeface="Lato Black"/>
                <a:ea typeface="Lato Black"/>
              </a:rPr>
              <a:t>High Phase Angle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14" name=""/>
          <p:cNvSpPr txBox="1"/>
          <p:nvPr/>
        </p:nvSpPr>
        <p:spPr>
          <a:xfrm>
            <a:off x="6432120" y="2424960"/>
            <a:ext cx="127944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90001f"/>
                </a:solidFill>
                <a:latin typeface="Lato Black"/>
                <a:ea typeface="Lato Black"/>
              </a:rPr>
              <a:t>Damaged Cell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15" name=""/>
          <p:cNvSpPr txBox="1"/>
          <p:nvPr/>
        </p:nvSpPr>
        <p:spPr>
          <a:xfrm>
            <a:off x="6050880" y="3883680"/>
            <a:ext cx="225792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40403"/>
                </a:solidFill>
                <a:latin typeface="Lato Black"/>
                <a:ea typeface="Lato Black"/>
              </a:rPr>
              <a:t>Damaged cell or low cell density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16" name=""/>
          <p:cNvSpPr/>
          <p:nvPr/>
        </p:nvSpPr>
        <p:spPr>
          <a:xfrm>
            <a:off x="6859440" y="4102560"/>
            <a:ext cx="166320" cy="145080"/>
          </a:xfrm>
          <a:custGeom>
            <a:avLst/>
            <a:gdLst/>
            <a:ahLst/>
            <a:rect l="0" t="0" r="r" b="b"/>
            <a:pathLst>
              <a:path w="462" h="403">
                <a:moveTo>
                  <a:pt x="462" y="0"/>
                </a:moveTo>
                <a:lnTo>
                  <a:pt x="231" y="403"/>
                </a:lnTo>
                <a:lnTo>
                  <a:pt x="0" y="0"/>
                </a:lnTo>
                <a:lnTo>
                  <a:pt x="462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17" name=""/>
          <p:cNvSpPr/>
          <p:nvPr/>
        </p:nvSpPr>
        <p:spPr>
          <a:xfrm>
            <a:off x="6533280" y="2365200"/>
            <a:ext cx="860400" cy="0"/>
          </a:xfrm>
          <a:prstGeom prst="line">
            <a:avLst/>
          </a:prstGeom>
          <a:ln w="6120">
            <a:solidFill>
              <a:srgbClr val="040403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18" name=""/>
          <p:cNvSpPr/>
          <p:nvPr/>
        </p:nvSpPr>
        <p:spPr>
          <a:xfrm>
            <a:off x="6533280" y="2648520"/>
            <a:ext cx="860400" cy="0"/>
          </a:xfrm>
          <a:prstGeom prst="line">
            <a:avLst/>
          </a:prstGeom>
          <a:ln w="6120">
            <a:solidFill>
              <a:srgbClr val="040403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19" name=""/>
          <p:cNvSpPr txBox="1"/>
          <p:nvPr/>
        </p:nvSpPr>
        <p:spPr>
          <a:xfrm>
            <a:off x="6083640" y="4300560"/>
            <a:ext cx="1966680" cy="239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ffffff"/>
                </a:solidFill>
                <a:latin typeface="Lato Black"/>
                <a:ea typeface="Lato Black"/>
              </a:rPr>
              <a:t>Low Phase Angle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20" name=""/>
          <p:cNvSpPr txBox="1"/>
          <p:nvPr/>
        </p:nvSpPr>
        <p:spPr>
          <a:xfrm>
            <a:off x="5497200" y="2963880"/>
            <a:ext cx="371160" cy="120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20" spc="-1" strike="noStrike">
                <a:solidFill>
                  <a:srgbClr val="040403"/>
                </a:solidFill>
                <a:latin typeface="Lato Black"/>
                <a:ea typeface="Lato Black"/>
              </a:rPr>
              <a:t>50KHz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2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22" name=""/>
          <p:cNvSpPr/>
          <p:nvPr/>
        </p:nvSpPr>
        <p:spPr>
          <a:xfrm flipH="1">
            <a:off x="-360" y="6460200"/>
            <a:ext cx="9906120" cy="0"/>
          </a:xfrm>
          <a:prstGeom prst="line">
            <a:avLst/>
          </a:prstGeom>
          <a:ln w="6120">
            <a:solidFill>
              <a:srgbClr val="dde0e7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23" name=""/>
          <p:cNvSpPr/>
          <p:nvPr/>
        </p:nvSpPr>
        <p:spPr>
          <a:xfrm>
            <a:off x="-360" y="0"/>
            <a:ext cx="9906480" cy="53640"/>
          </a:xfrm>
          <a:custGeom>
            <a:avLst/>
            <a:gdLst/>
            <a:ahLst/>
            <a:rect l="0" t="0" r="r" b="b"/>
            <a:pathLst>
              <a:path w="27518" h="149">
                <a:moveTo>
                  <a:pt x="0" y="149"/>
                </a:moveTo>
                <a:lnTo>
                  <a:pt x="27518" y="149"/>
                </a:lnTo>
                <a:lnTo>
                  <a:pt x="27518" y="0"/>
                </a:lnTo>
                <a:lnTo>
                  <a:pt x="0" y="0"/>
                </a:lnTo>
                <a:lnTo>
                  <a:pt x="0" y="149"/>
                </a:lnTo>
                <a:close/>
              </a:path>
            </a:pathLst>
          </a:custGeom>
          <a:solidFill>
            <a:srgbClr val="656e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24" name=""/>
          <p:cNvSpPr/>
          <p:nvPr/>
        </p:nvSpPr>
        <p:spPr>
          <a:xfrm flipH="1">
            <a:off x="4642560" y="6460920"/>
            <a:ext cx="623160" cy="0"/>
          </a:xfrm>
          <a:prstGeom prst="line">
            <a:avLst/>
          </a:prstGeom>
          <a:ln w="21960">
            <a:solidFill>
              <a:srgbClr val="adb3b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0800" rIns="10800" tIns="-10800" bIns="-1080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325" name="" descr=""/>
          <p:cNvPicPr/>
          <p:nvPr/>
        </p:nvPicPr>
        <p:blipFill>
          <a:blip r:embed="rId1"/>
          <a:stretch/>
        </p:blipFill>
        <p:spPr>
          <a:xfrm>
            <a:off x="289440" y="6501240"/>
            <a:ext cx="627480" cy="280080"/>
          </a:xfrm>
          <a:prstGeom prst="rect">
            <a:avLst/>
          </a:prstGeom>
          <a:ln w="0">
            <a:noFill/>
          </a:ln>
        </p:spPr>
      </p:pic>
      <p:sp>
        <p:nvSpPr>
          <p:cNvPr id="26326" name=""/>
          <p:cNvSpPr/>
          <p:nvPr/>
        </p:nvSpPr>
        <p:spPr>
          <a:xfrm>
            <a:off x="9289080" y="6632280"/>
            <a:ext cx="139680" cy="68760"/>
          </a:xfrm>
          <a:custGeom>
            <a:avLst/>
            <a:gdLst/>
            <a:ahLst/>
            <a:rect l="0" t="0" r="r" b="b"/>
            <a:pathLst>
              <a:path w="388" h="191">
                <a:moveTo>
                  <a:pt x="206" y="36"/>
                </a:moveTo>
                <a:cubicBezTo>
                  <a:pt x="190" y="64"/>
                  <a:pt x="173" y="89"/>
                  <a:pt x="156" y="111"/>
                </a:cubicBezTo>
                <a:lnTo>
                  <a:pt x="142" y="128"/>
                </a:lnTo>
                <a:lnTo>
                  <a:pt x="206" y="128"/>
                </a:lnTo>
                <a:lnTo>
                  <a:pt x="206" y="36"/>
                </a:lnTo>
                <a:moveTo>
                  <a:pt x="205" y="4"/>
                </a:moveTo>
                <a:lnTo>
                  <a:pt x="226" y="4"/>
                </a:lnTo>
                <a:lnTo>
                  <a:pt x="226" y="128"/>
                </a:lnTo>
                <a:lnTo>
                  <a:pt x="251" y="128"/>
                </a:lnTo>
                <a:lnTo>
                  <a:pt x="251" y="146"/>
                </a:lnTo>
                <a:lnTo>
                  <a:pt x="226" y="146"/>
                </a:lnTo>
                <a:lnTo>
                  <a:pt x="226" y="191"/>
                </a:lnTo>
                <a:lnTo>
                  <a:pt x="206" y="191"/>
                </a:lnTo>
                <a:lnTo>
                  <a:pt x="206" y="146"/>
                </a:lnTo>
                <a:lnTo>
                  <a:pt x="119" y="146"/>
                </a:lnTo>
                <a:lnTo>
                  <a:pt x="119" y="129"/>
                </a:lnTo>
                <a:cubicBezTo>
                  <a:pt x="137" y="108"/>
                  <a:pt x="154" y="87"/>
                  <a:pt x="169" y="65"/>
                </a:cubicBezTo>
                <a:cubicBezTo>
                  <a:pt x="185" y="43"/>
                  <a:pt x="196" y="23"/>
                  <a:pt x="205" y="4"/>
                </a:cubicBezTo>
                <a:moveTo>
                  <a:pt x="330" y="1"/>
                </a:moveTo>
                <a:cubicBezTo>
                  <a:pt x="346" y="1"/>
                  <a:pt x="359" y="7"/>
                  <a:pt x="368" y="16"/>
                </a:cubicBezTo>
                <a:cubicBezTo>
                  <a:pt x="378" y="25"/>
                  <a:pt x="383" y="37"/>
                  <a:pt x="383" y="53"/>
                </a:cubicBezTo>
                <a:cubicBezTo>
                  <a:pt x="383" y="66"/>
                  <a:pt x="380" y="78"/>
                  <a:pt x="374" y="88"/>
                </a:cubicBezTo>
                <a:cubicBezTo>
                  <a:pt x="368" y="98"/>
                  <a:pt x="357" y="108"/>
                  <a:pt x="342" y="119"/>
                </a:cubicBezTo>
                <a:cubicBezTo>
                  <a:pt x="328" y="129"/>
                  <a:pt x="318" y="136"/>
                  <a:pt x="313" y="142"/>
                </a:cubicBezTo>
                <a:cubicBezTo>
                  <a:pt x="307" y="147"/>
                  <a:pt x="303" y="151"/>
                  <a:pt x="301" y="156"/>
                </a:cubicBezTo>
                <a:cubicBezTo>
                  <a:pt x="299" y="161"/>
                  <a:pt x="297" y="166"/>
                  <a:pt x="297" y="172"/>
                </a:cubicBezTo>
                <a:lnTo>
                  <a:pt x="388" y="172"/>
                </a:lnTo>
                <a:lnTo>
                  <a:pt x="388" y="191"/>
                </a:lnTo>
                <a:lnTo>
                  <a:pt x="276" y="191"/>
                </a:lnTo>
                <a:lnTo>
                  <a:pt x="276" y="181"/>
                </a:lnTo>
                <a:cubicBezTo>
                  <a:pt x="276" y="171"/>
                  <a:pt x="278" y="163"/>
                  <a:pt x="280" y="155"/>
                </a:cubicBezTo>
                <a:cubicBezTo>
                  <a:pt x="283" y="148"/>
                  <a:pt x="288" y="141"/>
                  <a:pt x="295" y="134"/>
                </a:cubicBezTo>
                <a:cubicBezTo>
                  <a:pt x="301" y="128"/>
                  <a:pt x="312" y="119"/>
                  <a:pt x="326" y="109"/>
                </a:cubicBezTo>
                <a:cubicBezTo>
                  <a:pt x="340" y="100"/>
                  <a:pt x="349" y="91"/>
                  <a:pt x="355" y="83"/>
                </a:cubicBezTo>
                <a:cubicBezTo>
                  <a:pt x="361" y="75"/>
                  <a:pt x="363" y="65"/>
                  <a:pt x="363" y="54"/>
                </a:cubicBezTo>
                <a:cubicBezTo>
                  <a:pt x="363" y="43"/>
                  <a:pt x="360" y="35"/>
                  <a:pt x="354" y="28"/>
                </a:cubicBezTo>
                <a:cubicBezTo>
                  <a:pt x="347" y="22"/>
                  <a:pt x="338" y="19"/>
                  <a:pt x="327" y="19"/>
                </a:cubicBezTo>
                <a:cubicBezTo>
                  <a:pt x="320" y="19"/>
                  <a:pt x="312" y="21"/>
                  <a:pt x="304" y="25"/>
                </a:cubicBezTo>
                <a:cubicBezTo>
                  <a:pt x="297" y="29"/>
                  <a:pt x="290" y="34"/>
                  <a:pt x="283" y="41"/>
                </a:cubicBezTo>
                <a:lnTo>
                  <a:pt x="283" y="20"/>
                </a:lnTo>
                <a:cubicBezTo>
                  <a:pt x="295" y="8"/>
                  <a:pt x="311" y="1"/>
                  <a:pt x="330" y="1"/>
                </a:cubicBezTo>
                <a:moveTo>
                  <a:pt x="55" y="0"/>
                </a:moveTo>
                <a:lnTo>
                  <a:pt x="63" y="0"/>
                </a:lnTo>
                <a:lnTo>
                  <a:pt x="63" y="191"/>
                </a:lnTo>
                <a:lnTo>
                  <a:pt x="43" y="191"/>
                </a:lnTo>
                <a:lnTo>
                  <a:pt x="43" y="30"/>
                </a:lnTo>
                <a:cubicBezTo>
                  <a:pt x="39" y="34"/>
                  <a:pt x="33" y="38"/>
                  <a:pt x="24" y="43"/>
                </a:cubicBezTo>
                <a:cubicBezTo>
                  <a:pt x="15" y="47"/>
                  <a:pt x="7" y="50"/>
                  <a:pt x="0" y="52"/>
                </a:cubicBezTo>
                <a:lnTo>
                  <a:pt x="0" y="31"/>
                </a:lnTo>
                <a:cubicBezTo>
                  <a:pt x="9" y="28"/>
                  <a:pt x="19" y="24"/>
                  <a:pt x="30" y="18"/>
                </a:cubicBezTo>
                <a:cubicBezTo>
                  <a:pt x="41" y="12"/>
                  <a:pt x="49" y="6"/>
                  <a:pt x="55" y="0"/>
                </a:cubicBezTo>
                <a:close/>
              </a:path>
            </a:pathLst>
          </a:custGeom>
          <a:solidFill>
            <a:srgbClr val="656e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27" name=""/>
          <p:cNvSpPr/>
          <p:nvPr/>
        </p:nvSpPr>
        <p:spPr>
          <a:xfrm>
            <a:off x="9433800" y="6647760"/>
            <a:ext cx="146160" cy="61560"/>
          </a:xfrm>
          <a:custGeom>
            <a:avLst/>
            <a:gdLst/>
            <a:ahLst/>
            <a:rect l="0" t="0" r="r" b="b"/>
            <a:pathLst>
              <a:path w="406" h="171">
                <a:moveTo>
                  <a:pt x="360" y="14"/>
                </a:moveTo>
                <a:cubicBezTo>
                  <a:pt x="339" y="14"/>
                  <a:pt x="329" y="35"/>
                  <a:pt x="329" y="78"/>
                </a:cubicBezTo>
                <a:cubicBezTo>
                  <a:pt x="329" y="117"/>
                  <a:pt x="339" y="137"/>
                  <a:pt x="359" y="137"/>
                </a:cubicBezTo>
                <a:cubicBezTo>
                  <a:pt x="380" y="137"/>
                  <a:pt x="390" y="117"/>
                  <a:pt x="390" y="77"/>
                </a:cubicBezTo>
                <a:cubicBezTo>
                  <a:pt x="390" y="35"/>
                  <a:pt x="380" y="14"/>
                  <a:pt x="360" y="14"/>
                </a:cubicBezTo>
                <a:moveTo>
                  <a:pt x="249" y="14"/>
                </a:moveTo>
                <a:cubicBezTo>
                  <a:pt x="228" y="14"/>
                  <a:pt x="218" y="35"/>
                  <a:pt x="218" y="78"/>
                </a:cubicBezTo>
                <a:cubicBezTo>
                  <a:pt x="218" y="117"/>
                  <a:pt x="228" y="137"/>
                  <a:pt x="248" y="137"/>
                </a:cubicBezTo>
                <a:cubicBezTo>
                  <a:pt x="270" y="137"/>
                  <a:pt x="280" y="117"/>
                  <a:pt x="280" y="77"/>
                </a:cubicBezTo>
                <a:cubicBezTo>
                  <a:pt x="280" y="35"/>
                  <a:pt x="270" y="14"/>
                  <a:pt x="249" y="14"/>
                </a:cubicBezTo>
                <a:moveTo>
                  <a:pt x="68" y="4"/>
                </a:moveTo>
                <a:lnTo>
                  <a:pt x="83" y="4"/>
                </a:lnTo>
                <a:lnTo>
                  <a:pt x="15" y="171"/>
                </a:lnTo>
                <a:lnTo>
                  <a:pt x="0" y="171"/>
                </a:lnTo>
                <a:lnTo>
                  <a:pt x="68" y="4"/>
                </a:lnTo>
                <a:moveTo>
                  <a:pt x="361" y="1"/>
                </a:moveTo>
                <a:cubicBezTo>
                  <a:pt x="391" y="1"/>
                  <a:pt x="406" y="26"/>
                  <a:pt x="406" y="75"/>
                </a:cubicBezTo>
                <a:cubicBezTo>
                  <a:pt x="406" y="100"/>
                  <a:pt x="401" y="118"/>
                  <a:pt x="393" y="131"/>
                </a:cubicBezTo>
                <a:cubicBezTo>
                  <a:pt x="385" y="144"/>
                  <a:pt x="373" y="150"/>
                  <a:pt x="358" y="150"/>
                </a:cubicBezTo>
                <a:cubicBezTo>
                  <a:pt x="343" y="150"/>
                  <a:pt x="332" y="144"/>
                  <a:pt x="324" y="131"/>
                </a:cubicBezTo>
                <a:cubicBezTo>
                  <a:pt x="317" y="119"/>
                  <a:pt x="313" y="102"/>
                  <a:pt x="313" y="79"/>
                </a:cubicBezTo>
                <a:cubicBezTo>
                  <a:pt x="313" y="54"/>
                  <a:pt x="317" y="34"/>
                  <a:pt x="325" y="21"/>
                </a:cubicBezTo>
                <a:cubicBezTo>
                  <a:pt x="334" y="8"/>
                  <a:pt x="346" y="1"/>
                  <a:pt x="361" y="1"/>
                </a:cubicBezTo>
                <a:moveTo>
                  <a:pt x="250" y="1"/>
                </a:moveTo>
                <a:cubicBezTo>
                  <a:pt x="281" y="1"/>
                  <a:pt x="295" y="26"/>
                  <a:pt x="295" y="75"/>
                </a:cubicBezTo>
                <a:cubicBezTo>
                  <a:pt x="295" y="100"/>
                  <a:pt x="291" y="118"/>
                  <a:pt x="283" y="131"/>
                </a:cubicBezTo>
                <a:cubicBezTo>
                  <a:pt x="275" y="144"/>
                  <a:pt x="263" y="150"/>
                  <a:pt x="246" y="150"/>
                </a:cubicBezTo>
                <a:cubicBezTo>
                  <a:pt x="232" y="150"/>
                  <a:pt x="221" y="144"/>
                  <a:pt x="213" y="131"/>
                </a:cubicBezTo>
                <a:cubicBezTo>
                  <a:pt x="206" y="119"/>
                  <a:pt x="202" y="102"/>
                  <a:pt x="202" y="79"/>
                </a:cubicBezTo>
                <a:cubicBezTo>
                  <a:pt x="202" y="54"/>
                  <a:pt x="206" y="34"/>
                  <a:pt x="214" y="21"/>
                </a:cubicBezTo>
                <a:cubicBezTo>
                  <a:pt x="222" y="8"/>
                  <a:pt x="234" y="1"/>
                  <a:pt x="250" y="1"/>
                </a:cubicBezTo>
                <a:moveTo>
                  <a:pt x="146" y="0"/>
                </a:moveTo>
                <a:lnTo>
                  <a:pt x="153" y="0"/>
                </a:lnTo>
                <a:lnTo>
                  <a:pt x="153" y="148"/>
                </a:lnTo>
                <a:lnTo>
                  <a:pt x="137" y="148"/>
                </a:lnTo>
                <a:lnTo>
                  <a:pt x="137" y="23"/>
                </a:lnTo>
                <a:cubicBezTo>
                  <a:pt x="134" y="26"/>
                  <a:pt x="129" y="29"/>
                  <a:pt x="123" y="33"/>
                </a:cubicBezTo>
                <a:cubicBezTo>
                  <a:pt x="116" y="36"/>
                  <a:pt x="110" y="39"/>
                  <a:pt x="104" y="41"/>
                </a:cubicBezTo>
                <a:lnTo>
                  <a:pt x="104" y="23"/>
                </a:lnTo>
                <a:cubicBezTo>
                  <a:pt x="111" y="21"/>
                  <a:pt x="119" y="18"/>
                  <a:pt x="127" y="14"/>
                </a:cubicBezTo>
                <a:cubicBezTo>
                  <a:pt x="135" y="9"/>
                  <a:pt x="142" y="5"/>
                  <a:pt x="146" y="0"/>
                </a:cubicBezTo>
                <a:close/>
              </a:path>
            </a:pathLst>
          </a:custGeom>
          <a:solidFill>
            <a:srgbClr val="656e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28" name=""/>
          <p:cNvSpPr/>
          <p:nvPr/>
        </p:nvSpPr>
        <p:spPr>
          <a:xfrm>
            <a:off x="871560" y="1261080"/>
            <a:ext cx="1065960" cy="150480"/>
          </a:xfrm>
          <a:custGeom>
            <a:avLst/>
            <a:gdLst/>
            <a:ahLst/>
            <a:rect l="0" t="0" r="r" b="b"/>
            <a:pathLst>
              <a:path w="2961" h="418">
                <a:moveTo>
                  <a:pt x="2391" y="147"/>
                </a:moveTo>
                <a:cubicBezTo>
                  <a:pt x="2376" y="147"/>
                  <a:pt x="2364" y="151"/>
                  <a:pt x="2356" y="160"/>
                </a:cubicBezTo>
                <a:cubicBezTo>
                  <a:pt x="2347" y="169"/>
                  <a:pt x="2342" y="180"/>
                  <a:pt x="2339" y="196"/>
                </a:cubicBezTo>
                <a:lnTo>
                  <a:pt x="2437" y="196"/>
                </a:lnTo>
                <a:cubicBezTo>
                  <a:pt x="2437" y="190"/>
                  <a:pt x="2436" y="184"/>
                  <a:pt x="2434" y="178"/>
                </a:cubicBezTo>
                <a:cubicBezTo>
                  <a:pt x="2433" y="172"/>
                  <a:pt x="2430" y="166"/>
                  <a:pt x="2426" y="162"/>
                </a:cubicBezTo>
                <a:cubicBezTo>
                  <a:pt x="2422" y="158"/>
                  <a:pt x="2417" y="154"/>
                  <a:pt x="2412" y="151"/>
                </a:cubicBezTo>
                <a:cubicBezTo>
                  <a:pt x="2406" y="148"/>
                  <a:pt x="2399" y="147"/>
                  <a:pt x="2391" y="147"/>
                </a:cubicBezTo>
                <a:moveTo>
                  <a:pt x="841" y="147"/>
                </a:moveTo>
                <a:cubicBezTo>
                  <a:pt x="826" y="147"/>
                  <a:pt x="814" y="151"/>
                  <a:pt x="805" y="160"/>
                </a:cubicBezTo>
                <a:cubicBezTo>
                  <a:pt x="797" y="169"/>
                  <a:pt x="791" y="180"/>
                  <a:pt x="788" y="196"/>
                </a:cubicBezTo>
                <a:lnTo>
                  <a:pt x="887" y="196"/>
                </a:lnTo>
                <a:cubicBezTo>
                  <a:pt x="887" y="190"/>
                  <a:pt x="886" y="184"/>
                  <a:pt x="884" y="178"/>
                </a:cubicBezTo>
                <a:cubicBezTo>
                  <a:pt x="882" y="172"/>
                  <a:pt x="880" y="166"/>
                  <a:pt x="876" y="162"/>
                </a:cubicBezTo>
                <a:cubicBezTo>
                  <a:pt x="872" y="158"/>
                  <a:pt x="867" y="154"/>
                  <a:pt x="861" y="151"/>
                </a:cubicBezTo>
                <a:cubicBezTo>
                  <a:pt x="856" y="148"/>
                  <a:pt x="849" y="147"/>
                  <a:pt x="841" y="147"/>
                </a:cubicBezTo>
                <a:moveTo>
                  <a:pt x="367" y="147"/>
                </a:moveTo>
                <a:cubicBezTo>
                  <a:pt x="351" y="147"/>
                  <a:pt x="340" y="151"/>
                  <a:pt x="331" y="160"/>
                </a:cubicBezTo>
                <a:cubicBezTo>
                  <a:pt x="323" y="169"/>
                  <a:pt x="317" y="180"/>
                  <a:pt x="314" y="196"/>
                </a:cubicBezTo>
                <a:lnTo>
                  <a:pt x="413" y="196"/>
                </a:lnTo>
                <a:cubicBezTo>
                  <a:pt x="413" y="190"/>
                  <a:pt x="412" y="184"/>
                  <a:pt x="410" y="178"/>
                </a:cubicBezTo>
                <a:cubicBezTo>
                  <a:pt x="408" y="172"/>
                  <a:pt x="406" y="166"/>
                  <a:pt x="402" y="162"/>
                </a:cubicBezTo>
                <a:cubicBezTo>
                  <a:pt x="398" y="158"/>
                  <a:pt x="393" y="154"/>
                  <a:pt x="387" y="151"/>
                </a:cubicBezTo>
                <a:cubicBezTo>
                  <a:pt x="381" y="148"/>
                  <a:pt x="375" y="147"/>
                  <a:pt x="367" y="147"/>
                </a:cubicBezTo>
                <a:moveTo>
                  <a:pt x="1388" y="106"/>
                </a:moveTo>
                <a:lnTo>
                  <a:pt x="1444" y="106"/>
                </a:lnTo>
                <a:cubicBezTo>
                  <a:pt x="1449" y="106"/>
                  <a:pt x="1453" y="107"/>
                  <a:pt x="1456" y="110"/>
                </a:cubicBezTo>
                <a:cubicBezTo>
                  <a:pt x="1458" y="112"/>
                  <a:pt x="1460" y="115"/>
                  <a:pt x="1462" y="118"/>
                </a:cubicBezTo>
                <a:lnTo>
                  <a:pt x="1506" y="231"/>
                </a:lnTo>
                <a:cubicBezTo>
                  <a:pt x="1508" y="235"/>
                  <a:pt x="1510" y="239"/>
                  <a:pt x="1511" y="244"/>
                </a:cubicBezTo>
                <a:cubicBezTo>
                  <a:pt x="1512" y="249"/>
                  <a:pt x="1513" y="253"/>
                  <a:pt x="1514" y="257"/>
                </a:cubicBezTo>
                <a:cubicBezTo>
                  <a:pt x="1517" y="248"/>
                  <a:pt x="1520" y="239"/>
                  <a:pt x="1524" y="230"/>
                </a:cubicBezTo>
                <a:lnTo>
                  <a:pt x="1566" y="118"/>
                </a:lnTo>
                <a:cubicBezTo>
                  <a:pt x="1567" y="115"/>
                  <a:pt x="1569" y="112"/>
                  <a:pt x="1572" y="110"/>
                </a:cubicBezTo>
                <a:cubicBezTo>
                  <a:pt x="1575" y="107"/>
                  <a:pt x="1579" y="106"/>
                  <a:pt x="1583" y="106"/>
                </a:cubicBezTo>
                <a:lnTo>
                  <a:pt x="1633" y="106"/>
                </a:lnTo>
                <a:lnTo>
                  <a:pt x="1506" y="406"/>
                </a:lnTo>
                <a:cubicBezTo>
                  <a:pt x="1504" y="410"/>
                  <a:pt x="1502" y="413"/>
                  <a:pt x="1499" y="415"/>
                </a:cubicBezTo>
                <a:cubicBezTo>
                  <a:pt x="1496" y="417"/>
                  <a:pt x="1492" y="418"/>
                  <a:pt x="1486" y="418"/>
                </a:cubicBezTo>
                <a:lnTo>
                  <a:pt x="1439" y="418"/>
                </a:lnTo>
                <a:lnTo>
                  <a:pt x="1483" y="323"/>
                </a:lnTo>
                <a:lnTo>
                  <a:pt x="1388" y="106"/>
                </a:lnTo>
                <a:moveTo>
                  <a:pt x="1141" y="106"/>
                </a:moveTo>
                <a:lnTo>
                  <a:pt x="1204" y="106"/>
                </a:lnTo>
                <a:lnTo>
                  <a:pt x="1204" y="342"/>
                </a:lnTo>
                <a:lnTo>
                  <a:pt x="1141" y="342"/>
                </a:lnTo>
                <a:lnTo>
                  <a:pt x="1141" y="106"/>
                </a:lnTo>
                <a:moveTo>
                  <a:pt x="475" y="106"/>
                </a:moveTo>
                <a:lnTo>
                  <a:pt x="527" y="106"/>
                </a:lnTo>
                <a:cubicBezTo>
                  <a:pt x="532" y="106"/>
                  <a:pt x="536" y="107"/>
                  <a:pt x="539" y="110"/>
                </a:cubicBezTo>
                <a:cubicBezTo>
                  <a:pt x="542" y="112"/>
                  <a:pt x="544" y="115"/>
                  <a:pt x="545" y="118"/>
                </a:cubicBezTo>
                <a:lnTo>
                  <a:pt x="585" y="234"/>
                </a:lnTo>
                <a:cubicBezTo>
                  <a:pt x="587" y="242"/>
                  <a:pt x="589" y="250"/>
                  <a:pt x="591" y="258"/>
                </a:cubicBezTo>
                <a:cubicBezTo>
                  <a:pt x="593" y="265"/>
                  <a:pt x="595" y="273"/>
                  <a:pt x="597" y="280"/>
                </a:cubicBezTo>
                <a:cubicBezTo>
                  <a:pt x="598" y="273"/>
                  <a:pt x="600" y="265"/>
                  <a:pt x="602" y="258"/>
                </a:cubicBezTo>
                <a:cubicBezTo>
                  <a:pt x="604" y="250"/>
                  <a:pt x="607" y="242"/>
                  <a:pt x="609" y="234"/>
                </a:cubicBezTo>
                <a:lnTo>
                  <a:pt x="650" y="118"/>
                </a:lnTo>
                <a:cubicBezTo>
                  <a:pt x="651" y="115"/>
                  <a:pt x="654" y="112"/>
                  <a:pt x="657" y="110"/>
                </a:cubicBezTo>
                <a:cubicBezTo>
                  <a:pt x="660" y="107"/>
                  <a:pt x="663" y="106"/>
                  <a:pt x="667" y="106"/>
                </a:cubicBezTo>
                <a:lnTo>
                  <a:pt x="717" y="106"/>
                </a:lnTo>
                <a:lnTo>
                  <a:pt x="625" y="342"/>
                </a:lnTo>
                <a:lnTo>
                  <a:pt x="567" y="342"/>
                </a:lnTo>
                <a:lnTo>
                  <a:pt x="475" y="106"/>
                </a:lnTo>
                <a:moveTo>
                  <a:pt x="2628" y="103"/>
                </a:moveTo>
                <a:cubicBezTo>
                  <a:pt x="2646" y="103"/>
                  <a:pt x="2662" y="106"/>
                  <a:pt x="2676" y="111"/>
                </a:cubicBezTo>
                <a:cubicBezTo>
                  <a:pt x="2689" y="117"/>
                  <a:pt x="2701" y="125"/>
                  <a:pt x="2712" y="137"/>
                </a:cubicBezTo>
                <a:lnTo>
                  <a:pt x="2696" y="159"/>
                </a:lnTo>
                <a:cubicBezTo>
                  <a:pt x="2694" y="161"/>
                  <a:pt x="2692" y="163"/>
                  <a:pt x="2690" y="165"/>
                </a:cubicBezTo>
                <a:cubicBezTo>
                  <a:pt x="2688" y="166"/>
                  <a:pt x="2686" y="166"/>
                  <a:pt x="2682" y="166"/>
                </a:cubicBezTo>
                <a:cubicBezTo>
                  <a:pt x="2680" y="166"/>
                  <a:pt x="2676" y="166"/>
                  <a:pt x="2674" y="164"/>
                </a:cubicBezTo>
                <a:cubicBezTo>
                  <a:pt x="2671" y="162"/>
                  <a:pt x="2668" y="160"/>
                  <a:pt x="2664" y="158"/>
                </a:cubicBezTo>
                <a:cubicBezTo>
                  <a:pt x="2660" y="156"/>
                  <a:pt x="2656" y="154"/>
                  <a:pt x="2651" y="153"/>
                </a:cubicBezTo>
                <a:cubicBezTo>
                  <a:pt x="2646" y="151"/>
                  <a:pt x="2640" y="150"/>
                  <a:pt x="2632" y="150"/>
                </a:cubicBezTo>
                <a:cubicBezTo>
                  <a:pt x="2623" y="150"/>
                  <a:pt x="2615" y="152"/>
                  <a:pt x="2608" y="155"/>
                </a:cubicBezTo>
                <a:cubicBezTo>
                  <a:pt x="2601" y="158"/>
                  <a:pt x="2595" y="163"/>
                  <a:pt x="2590" y="170"/>
                </a:cubicBezTo>
                <a:cubicBezTo>
                  <a:pt x="2586" y="176"/>
                  <a:pt x="2582" y="184"/>
                  <a:pt x="2580" y="193"/>
                </a:cubicBezTo>
                <a:cubicBezTo>
                  <a:pt x="2578" y="202"/>
                  <a:pt x="2577" y="213"/>
                  <a:pt x="2577" y="224"/>
                </a:cubicBezTo>
                <a:cubicBezTo>
                  <a:pt x="2577" y="248"/>
                  <a:pt x="2582" y="267"/>
                  <a:pt x="2591" y="279"/>
                </a:cubicBezTo>
                <a:cubicBezTo>
                  <a:pt x="2601" y="292"/>
                  <a:pt x="2614" y="298"/>
                  <a:pt x="2631" y="298"/>
                </a:cubicBezTo>
                <a:cubicBezTo>
                  <a:pt x="2637" y="298"/>
                  <a:pt x="2642" y="298"/>
                  <a:pt x="2646" y="297"/>
                </a:cubicBezTo>
                <a:cubicBezTo>
                  <a:pt x="2650" y="296"/>
                  <a:pt x="2654" y="295"/>
                  <a:pt x="2657" y="293"/>
                </a:cubicBezTo>
                <a:cubicBezTo>
                  <a:pt x="2660" y="292"/>
                  <a:pt x="2663" y="290"/>
                  <a:pt x="2665" y="288"/>
                </a:cubicBezTo>
                <a:cubicBezTo>
                  <a:pt x="2667" y="286"/>
                  <a:pt x="2670" y="285"/>
                  <a:pt x="2671" y="283"/>
                </a:cubicBezTo>
                <a:cubicBezTo>
                  <a:pt x="2674" y="282"/>
                  <a:pt x="2676" y="280"/>
                  <a:pt x="2678" y="279"/>
                </a:cubicBezTo>
                <a:cubicBezTo>
                  <a:pt x="2680" y="278"/>
                  <a:pt x="2682" y="278"/>
                  <a:pt x="2685" y="278"/>
                </a:cubicBezTo>
                <a:cubicBezTo>
                  <a:pt x="2689" y="278"/>
                  <a:pt x="2693" y="280"/>
                  <a:pt x="2696" y="284"/>
                </a:cubicBezTo>
                <a:lnTo>
                  <a:pt x="2714" y="306"/>
                </a:lnTo>
                <a:cubicBezTo>
                  <a:pt x="2707" y="314"/>
                  <a:pt x="2700" y="321"/>
                  <a:pt x="2693" y="325"/>
                </a:cubicBezTo>
                <a:cubicBezTo>
                  <a:pt x="2685" y="331"/>
                  <a:pt x="2677" y="335"/>
                  <a:pt x="2669" y="337"/>
                </a:cubicBezTo>
                <a:cubicBezTo>
                  <a:pt x="2661" y="341"/>
                  <a:pt x="2653" y="343"/>
                  <a:pt x="2644" y="344"/>
                </a:cubicBezTo>
                <a:cubicBezTo>
                  <a:pt x="2636" y="345"/>
                  <a:pt x="2628" y="346"/>
                  <a:pt x="2619" y="346"/>
                </a:cubicBezTo>
                <a:cubicBezTo>
                  <a:pt x="2605" y="346"/>
                  <a:pt x="2591" y="343"/>
                  <a:pt x="2578" y="337"/>
                </a:cubicBezTo>
                <a:cubicBezTo>
                  <a:pt x="2565" y="332"/>
                  <a:pt x="2554" y="324"/>
                  <a:pt x="2544" y="314"/>
                </a:cubicBezTo>
                <a:cubicBezTo>
                  <a:pt x="2535" y="303"/>
                  <a:pt x="2527" y="291"/>
                  <a:pt x="2521" y="276"/>
                </a:cubicBezTo>
                <a:cubicBezTo>
                  <a:pt x="2515" y="261"/>
                  <a:pt x="2512" y="243"/>
                  <a:pt x="2512" y="224"/>
                </a:cubicBezTo>
                <a:cubicBezTo>
                  <a:pt x="2512" y="207"/>
                  <a:pt x="2515" y="191"/>
                  <a:pt x="2520" y="176"/>
                </a:cubicBezTo>
                <a:cubicBezTo>
                  <a:pt x="2525" y="161"/>
                  <a:pt x="2533" y="148"/>
                  <a:pt x="2542" y="137"/>
                </a:cubicBezTo>
                <a:cubicBezTo>
                  <a:pt x="2552" y="127"/>
                  <a:pt x="2564" y="118"/>
                  <a:pt x="2578" y="112"/>
                </a:cubicBezTo>
                <a:cubicBezTo>
                  <a:pt x="2593" y="106"/>
                  <a:pt x="2609" y="103"/>
                  <a:pt x="2628" y="103"/>
                </a:cubicBezTo>
                <a:moveTo>
                  <a:pt x="2390" y="103"/>
                </a:moveTo>
                <a:cubicBezTo>
                  <a:pt x="2405" y="103"/>
                  <a:pt x="2419" y="105"/>
                  <a:pt x="2432" y="110"/>
                </a:cubicBezTo>
                <a:cubicBezTo>
                  <a:pt x="2444" y="115"/>
                  <a:pt x="2455" y="122"/>
                  <a:pt x="2464" y="131"/>
                </a:cubicBezTo>
                <a:cubicBezTo>
                  <a:pt x="2474" y="140"/>
                  <a:pt x="2481" y="151"/>
                  <a:pt x="2486" y="165"/>
                </a:cubicBezTo>
                <a:cubicBezTo>
                  <a:pt x="2491" y="178"/>
                  <a:pt x="2494" y="193"/>
                  <a:pt x="2494" y="210"/>
                </a:cubicBezTo>
                <a:cubicBezTo>
                  <a:pt x="2494" y="215"/>
                  <a:pt x="2493" y="219"/>
                  <a:pt x="2493" y="222"/>
                </a:cubicBezTo>
                <a:cubicBezTo>
                  <a:pt x="2493" y="225"/>
                  <a:pt x="2492" y="227"/>
                  <a:pt x="2491" y="229"/>
                </a:cubicBezTo>
                <a:cubicBezTo>
                  <a:pt x="2489" y="231"/>
                  <a:pt x="2488" y="232"/>
                  <a:pt x="2486" y="233"/>
                </a:cubicBezTo>
                <a:cubicBezTo>
                  <a:pt x="2485" y="234"/>
                  <a:pt x="2482" y="234"/>
                  <a:pt x="2479" y="234"/>
                </a:cubicBezTo>
                <a:lnTo>
                  <a:pt x="2338" y="234"/>
                </a:lnTo>
                <a:cubicBezTo>
                  <a:pt x="2340" y="256"/>
                  <a:pt x="2346" y="272"/>
                  <a:pt x="2357" y="282"/>
                </a:cubicBezTo>
                <a:cubicBezTo>
                  <a:pt x="2367" y="293"/>
                  <a:pt x="2381" y="298"/>
                  <a:pt x="2398" y="298"/>
                </a:cubicBezTo>
                <a:cubicBezTo>
                  <a:pt x="2407" y="298"/>
                  <a:pt x="2415" y="297"/>
                  <a:pt x="2421" y="295"/>
                </a:cubicBezTo>
                <a:cubicBezTo>
                  <a:pt x="2427" y="293"/>
                  <a:pt x="2433" y="290"/>
                  <a:pt x="2438" y="288"/>
                </a:cubicBezTo>
                <a:cubicBezTo>
                  <a:pt x="2442" y="285"/>
                  <a:pt x="2447" y="283"/>
                  <a:pt x="2451" y="281"/>
                </a:cubicBezTo>
                <a:cubicBezTo>
                  <a:pt x="2455" y="279"/>
                  <a:pt x="2458" y="278"/>
                  <a:pt x="2462" y="278"/>
                </a:cubicBezTo>
                <a:cubicBezTo>
                  <a:pt x="2467" y="278"/>
                  <a:pt x="2471" y="280"/>
                  <a:pt x="2474" y="284"/>
                </a:cubicBezTo>
                <a:lnTo>
                  <a:pt x="2492" y="306"/>
                </a:lnTo>
                <a:cubicBezTo>
                  <a:pt x="2485" y="314"/>
                  <a:pt x="2478" y="321"/>
                  <a:pt x="2470" y="325"/>
                </a:cubicBezTo>
                <a:cubicBezTo>
                  <a:pt x="2462" y="331"/>
                  <a:pt x="2453" y="335"/>
                  <a:pt x="2445" y="337"/>
                </a:cubicBezTo>
                <a:cubicBezTo>
                  <a:pt x="2436" y="341"/>
                  <a:pt x="2427" y="343"/>
                  <a:pt x="2418" y="344"/>
                </a:cubicBezTo>
                <a:cubicBezTo>
                  <a:pt x="2409" y="345"/>
                  <a:pt x="2401" y="346"/>
                  <a:pt x="2393" y="346"/>
                </a:cubicBezTo>
                <a:cubicBezTo>
                  <a:pt x="2376" y="346"/>
                  <a:pt x="2361" y="343"/>
                  <a:pt x="2347" y="337"/>
                </a:cubicBezTo>
                <a:cubicBezTo>
                  <a:pt x="2332" y="332"/>
                  <a:pt x="2320" y="324"/>
                  <a:pt x="2309" y="313"/>
                </a:cubicBezTo>
                <a:cubicBezTo>
                  <a:pt x="2299" y="303"/>
                  <a:pt x="2290" y="290"/>
                  <a:pt x="2284" y="274"/>
                </a:cubicBezTo>
                <a:cubicBezTo>
                  <a:pt x="2278" y="258"/>
                  <a:pt x="2275" y="240"/>
                  <a:pt x="2275" y="219"/>
                </a:cubicBezTo>
                <a:cubicBezTo>
                  <a:pt x="2275" y="203"/>
                  <a:pt x="2278" y="188"/>
                  <a:pt x="2283" y="174"/>
                </a:cubicBezTo>
                <a:cubicBezTo>
                  <a:pt x="2288" y="160"/>
                  <a:pt x="2296" y="148"/>
                  <a:pt x="2306" y="137"/>
                </a:cubicBezTo>
                <a:cubicBezTo>
                  <a:pt x="2316" y="127"/>
                  <a:pt x="2328" y="118"/>
                  <a:pt x="2342" y="112"/>
                </a:cubicBezTo>
                <a:cubicBezTo>
                  <a:pt x="2356" y="106"/>
                  <a:pt x="2372" y="103"/>
                  <a:pt x="2390" y="103"/>
                </a:cubicBezTo>
                <a:moveTo>
                  <a:pt x="839" y="103"/>
                </a:moveTo>
                <a:cubicBezTo>
                  <a:pt x="855" y="103"/>
                  <a:pt x="868" y="105"/>
                  <a:pt x="881" y="110"/>
                </a:cubicBezTo>
                <a:cubicBezTo>
                  <a:pt x="894" y="115"/>
                  <a:pt x="905" y="122"/>
                  <a:pt x="914" y="131"/>
                </a:cubicBezTo>
                <a:cubicBezTo>
                  <a:pt x="923" y="140"/>
                  <a:pt x="930" y="151"/>
                  <a:pt x="936" y="165"/>
                </a:cubicBezTo>
                <a:cubicBezTo>
                  <a:pt x="941" y="178"/>
                  <a:pt x="943" y="193"/>
                  <a:pt x="943" y="210"/>
                </a:cubicBezTo>
                <a:cubicBezTo>
                  <a:pt x="943" y="215"/>
                  <a:pt x="943" y="219"/>
                  <a:pt x="943" y="222"/>
                </a:cubicBezTo>
                <a:cubicBezTo>
                  <a:pt x="942" y="225"/>
                  <a:pt x="941" y="227"/>
                  <a:pt x="940" y="229"/>
                </a:cubicBezTo>
                <a:cubicBezTo>
                  <a:pt x="939" y="231"/>
                  <a:pt x="938" y="232"/>
                  <a:pt x="936" y="233"/>
                </a:cubicBezTo>
                <a:cubicBezTo>
                  <a:pt x="934" y="234"/>
                  <a:pt x="932" y="234"/>
                  <a:pt x="929" y="234"/>
                </a:cubicBezTo>
                <a:lnTo>
                  <a:pt x="788" y="234"/>
                </a:lnTo>
                <a:cubicBezTo>
                  <a:pt x="790" y="256"/>
                  <a:pt x="796" y="272"/>
                  <a:pt x="806" y="282"/>
                </a:cubicBezTo>
                <a:cubicBezTo>
                  <a:pt x="817" y="293"/>
                  <a:pt x="831" y="298"/>
                  <a:pt x="848" y="298"/>
                </a:cubicBezTo>
                <a:cubicBezTo>
                  <a:pt x="857" y="298"/>
                  <a:pt x="864" y="297"/>
                  <a:pt x="870" y="295"/>
                </a:cubicBezTo>
                <a:cubicBezTo>
                  <a:pt x="877" y="293"/>
                  <a:pt x="882" y="290"/>
                  <a:pt x="887" y="288"/>
                </a:cubicBezTo>
                <a:cubicBezTo>
                  <a:pt x="892" y="285"/>
                  <a:pt x="896" y="283"/>
                  <a:pt x="900" y="281"/>
                </a:cubicBezTo>
                <a:cubicBezTo>
                  <a:pt x="904" y="279"/>
                  <a:pt x="908" y="278"/>
                  <a:pt x="912" y="278"/>
                </a:cubicBezTo>
                <a:cubicBezTo>
                  <a:pt x="917" y="278"/>
                  <a:pt x="920" y="280"/>
                  <a:pt x="923" y="284"/>
                </a:cubicBezTo>
                <a:lnTo>
                  <a:pt x="941" y="306"/>
                </a:lnTo>
                <a:cubicBezTo>
                  <a:pt x="935" y="314"/>
                  <a:pt x="927" y="321"/>
                  <a:pt x="919" y="325"/>
                </a:cubicBezTo>
                <a:cubicBezTo>
                  <a:pt x="911" y="331"/>
                  <a:pt x="903" y="335"/>
                  <a:pt x="894" y="337"/>
                </a:cubicBezTo>
                <a:cubicBezTo>
                  <a:pt x="885" y="341"/>
                  <a:pt x="877" y="343"/>
                  <a:pt x="868" y="344"/>
                </a:cubicBezTo>
                <a:cubicBezTo>
                  <a:pt x="859" y="345"/>
                  <a:pt x="850" y="346"/>
                  <a:pt x="842" y="346"/>
                </a:cubicBezTo>
                <a:cubicBezTo>
                  <a:pt x="826" y="346"/>
                  <a:pt x="810" y="343"/>
                  <a:pt x="796" y="337"/>
                </a:cubicBezTo>
                <a:cubicBezTo>
                  <a:pt x="782" y="332"/>
                  <a:pt x="769" y="324"/>
                  <a:pt x="759" y="313"/>
                </a:cubicBezTo>
                <a:cubicBezTo>
                  <a:pt x="748" y="303"/>
                  <a:pt x="740" y="290"/>
                  <a:pt x="734" y="274"/>
                </a:cubicBezTo>
                <a:cubicBezTo>
                  <a:pt x="728" y="258"/>
                  <a:pt x="725" y="240"/>
                  <a:pt x="725" y="219"/>
                </a:cubicBezTo>
                <a:cubicBezTo>
                  <a:pt x="725" y="203"/>
                  <a:pt x="727" y="188"/>
                  <a:pt x="733" y="174"/>
                </a:cubicBezTo>
                <a:cubicBezTo>
                  <a:pt x="738" y="160"/>
                  <a:pt x="745" y="148"/>
                  <a:pt x="755" y="137"/>
                </a:cubicBezTo>
                <a:cubicBezTo>
                  <a:pt x="765" y="127"/>
                  <a:pt x="777" y="118"/>
                  <a:pt x="791" y="112"/>
                </a:cubicBezTo>
                <a:cubicBezTo>
                  <a:pt x="806" y="106"/>
                  <a:pt x="822" y="103"/>
                  <a:pt x="839" y="103"/>
                </a:cubicBezTo>
                <a:moveTo>
                  <a:pt x="365" y="103"/>
                </a:moveTo>
                <a:cubicBezTo>
                  <a:pt x="380" y="103"/>
                  <a:pt x="394" y="105"/>
                  <a:pt x="407" y="110"/>
                </a:cubicBezTo>
                <a:cubicBezTo>
                  <a:pt x="420" y="115"/>
                  <a:pt x="431" y="122"/>
                  <a:pt x="440" y="131"/>
                </a:cubicBezTo>
                <a:cubicBezTo>
                  <a:pt x="449" y="140"/>
                  <a:pt x="456" y="151"/>
                  <a:pt x="461" y="165"/>
                </a:cubicBezTo>
                <a:cubicBezTo>
                  <a:pt x="467" y="178"/>
                  <a:pt x="469" y="193"/>
                  <a:pt x="469" y="210"/>
                </a:cubicBezTo>
                <a:cubicBezTo>
                  <a:pt x="469" y="215"/>
                  <a:pt x="469" y="219"/>
                  <a:pt x="468" y="222"/>
                </a:cubicBezTo>
                <a:cubicBezTo>
                  <a:pt x="468" y="225"/>
                  <a:pt x="467" y="227"/>
                  <a:pt x="466" y="229"/>
                </a:cubicBezTo>
                <a:cubicBezTo>
                  <a:pt x="465" y="231"/>
                  <a:pt x="464" y="232"/>
                  <a:pt x="462" y="233"/>
                </a:cubicBezTo>
                <a:cubicBezTo>
                  <a:pt x="460" y="234"/>
                  <a:pt x="458" y="234"/>
                  <a:pt x="455" y="234"/>
                </a:cubicBezTo>
                <a:lnTo>
                  <a:pt x="313" y="234"/>
                </a:lnTo>
                <a:cubicBezTo>
                  <a:pt x="315" y="256"/>
                  <a:pt x="322" y="272"/>
                  <a:pt x="332" y="282"/>
                </a:cubicBezTo>
                <a:cubicBezTo>
                  <a:pt x="343" y="293"/>
                  <a:pt x="357" y="298"/>
                  <a:pt x="374" y="298"/>
                </a:cubicBezTo>
                <a:cubicBezTo>
                  <a:pt x="382" y="298"/>
                  <a:pt x="390" y="297"/>
                  <a:pt x="396" y="295"/>
                </a:cubicBezTo>
                <a:cubicBezTo>
                  <a:pt x="403" y="293"/>
                  <a:pt x="408" y="290"/>
                  <a:pt x="413" y="288"/>
                </a:cubicBezTo>
                <a:cubicBezTo>
                  <a:pt x="418" y="285"/>
                  <a:pt x="422" y="283"/>
                  <a:pt x="426" y="281"/>
                </a:cubicBezTo>
                <a:cubicBezTo>
                  <a:pt x="430" y="279"/>
                  <a:pt x="434" y="278"/>
                  <a:pt x="438" y="278"/>
                </a:cubicBezTo>
                <a:cubicBezTo>
                  <a:pt x="442" y="278"/>
                  <a:pt x="446" y="280"/>
                  <a:pt x="449" y="284"/>
                </a:cubicBezTo>
                <a:lnTo>
                  <a:pt x="467" y="306"/>
                </a:lnTo>
                <a:cubicBezTo>
                  <a:pt x="461" y="314"/>
                  <a:pt x="453" y="321"/>
                  <a:pt x="445" y="325"/>
                </a:cubicBezTo>
                <a:cubicBezTo>
                  <a:pt x="437" y="331"/>
                  <a:pt x="429" y="335"/>
                  <a:pt x="420" y="337"/>
                </a:cubicBezTo>
                <a:cubicBezTo>
                  <a:pt x="411" y="341"/>
                  <a:pt x="403" y="343"/>
                  <a:pt x="394" y="344"/>
                </a:cubicBezTo>
                <a:cubicBezTo>
                  <a:pt x="385" y="345"/>
                  <a:pt x="376" y="346"/>
                  <a:pt x="368" y="346"/>
                </a:cubicBezTo>
                <a:cubicBezTo>
                  <a:pt x="352" y="346"/>
                  <a:pt x="336" y="343"/>
                  <a:pt x="322" y="337"/>
                </a:cubicBezTo>
                <a:cubicBezTo>
                  <a:pt x="308" y="332"/>
                  <a:pt x="295" y="324"/>
                  <a:pt x="285" y="313"/>
                </a:cubicBezTo>
                <a:cubicBezTo>
                  <a:pt x="274" y="303"/>
                  <a:pt x="266" y="290"/>
                  <a:pt x="260" y="274"/>
                </a:cubicBezTo>
                <a:cubicBezTo>
                  <a:pt x="254" y="258"/>
                  <a:pt x="251" y="240"/>
                  <a:pt x="251" y="219"/>
                </a:cubicBezTo>
                <a:cubicBezTo>
                  <a:pt x="251" y="203"/>
                  <a:pt x="253" y="188"/>
                  <a:pt x="258" y="174"/>
                </a:cubicBezTo>
                <a:cubicBezTo>
                  <a:pt x="264" y="160"/>
                  <a:pt x="271" y="148"/>
                  <a:pt x="281" y="137"/>
                </a:cubicBezTo>
                <a:cubicBezTo>
                  <a:pt x="291" y="127"/>
                  <a:pt x="303" y="118"/>
                  <a:pt x="317" y="112"/>
                </a:cubicBezTo>
                <a:cubicBezTo>
                  <a:pt x="332" y="106"/>
                  <a:pt x="348" y="103"/>
                  <a:pt x="365" y="103"/>
                </a:cubicBezTo>
                <a:moveTo>
                  <a:pt x="1094" y="102"/>
                </a:moveTo>
                <a:cubicBezTo>
                  <a:pt x="1104" y="102"/>
                  <a:pt x="1113" y="104"/>
                  <a:pt x="1120" y="109"/>
                </a:cubicBezTo>
                <a:lnTo>
                  <a:pt x="1116" y="156"/>
                </a:lnTo>
                <a:cubicBezTo>
                  <a:pt x="1115" y="159"/>
                  <a:pt x="1114" y="161"/>
                  <a:pt x="1112" y="162"/>
                </a:cubicBezTo>
                <a:cubicBezTo>
                  <a:pt x="1111" y="164"/>
                  <a:pt x="1108" y="164"/>
                  <a:pt x="1106" y="164"/>
                </a:cubicBezTo>
                <a:cubicBezTo>
                  <a:pt x="1103" y="164"/>
                  <a:pt x="1100" y="164"/>
                  <a:pt x="1095" y="163"/>
                </a:cubicBezTo>
                <a:cubicBezTo>
                  <a:pt x="1091" y="162"/>
                  <a:pt x="1086" y="162"/>
                  <a:pt x="1082" y="162"/>
                </a:cubicBezTo>
                <a:cubicBezTo>
                  <a:pt x="1076" y="162"/>
                  <a:pt x="1071" y="163"/>
                  <a:pt x="1067" y="165"/>
                </a:cubicBezTo>
                <a:cubicBezTo>
                  <a:pt x="1062" y="166"/>
                  <a:pt x="1058" y="169"/>
                  <a:pt x="1055" y="172"/>
                </a:cubicBezTo>
                <a:cubicBezTo>
                  <a:pt x="1051" y="175"/>
                  <a:pt x="1048" y="178"/>
                  <a:pt x="1045" y="183"/>
                </a:cubicBezTo>
                <a:cubicBezTo>
                  <a:pt x="1043" y="187"/>
                  <a:pt x="1040" y="192"/>
                  <a:pt x="1037" y="198"/>
                </a:cubicBezTo>
                <a:lnTo>
                  <a:pt x="1037" y="342"/>
                </a:lnTo>
                <a:lnTo>
                  <a:pt x="974" y="342"/>
                </a:lnTo>
                <a:lnTo>
                  <a:pt x="974" y="106"/>
                </a:lnTo>
                <a:lnTo>
                  <a:pt x="1012" y="106"/>
                </a:lnTo>
                <a:cubicBezTo>
                  <a:pt x="1018" y="106"/>
                  <a:pt x="1022" y="107"/>
                  <a:pt x="1025" y="110"/>
                </a:cubicBezTo>
                <a:cubicBezTo>
                  <a:pt x="1027" y="112"/>
                  <a:pt x="1029" y="116"/>
                  <a:pt x="1030" y="122"/>
                </a:cubicBezTo>
                <a:lnTo>
                  <a:pt x="1034" y="145"/>
                </a:lnTo>
                <a:cubicBezTo>
                  <a:pt x="1041" y="132"/>
                  <a:pt x="1050" y="121"/>
                  <a:pt x="1059" y="113"/>
                </a:cubicBezTo>
                <a:cubicBezTo>
                  <a:pt x="1069" y="106"/>
                  <a:pt x="1081" y="102"/>
                  <a:pt x="1094" y="102"/>
                </a:cubicBezTo>
                <a:moveTo>
                  <a:pt x="1295" y="35"/>
                </a:moveTo>
                <a:lnTo>
                  <a:pt x="1328" y="35"/>
                </a:lnTo>
                <a:lnTo>
                  <a:pt x="1328" y="108"/>
                </a:lnTo>
                <a:lnTo>
                  <a:pt x="1388" y="108"/>
                </a:lnTo>
                <a:lnTo>
                  <a:pt x="1388" y="152"/>
                </a:lnTo>
                <a:lnTo>
                  <a:pt x="1328" y="152"/>
                </a:lnTo>
                <a:lnTo>
                  <a:pt x="1328" y="275"/>
                </a:lnTo>
                <a:cubicBezTo>
                  <a:pt x="1328" y="281"/>
                  <a:pt x="1329" y="286"/>
                  <a:pt x="1332" y="290"/>
                </a:cubicBezTo>
                <a:cubicBezTo>
                  <a:pt x="1336" y="294"/>
                  <a:pt x="1340" y="296"/>
                  <a:pt x="1346" y="296"/>
                </a:cubicBezTo>
                <a:cubicBezTo>
                  <a:pt x="1349" y="296"/>
                  <a:pt x="1351" y="296"/>
                  <a:pt x="1354" y="295"/>
                </a:cubicBezTo>
                <a:cubicBezTo>
                  <a:pt x="1356" y="294"/>
                  <a:pt x="1357" y="293"/>
                  <a:pt x="1359" y="293"/>
                </a:cubicBezTo>
                <a:cubicBezTo>
                  <a:pt x="1361" y="292"/>
                  <a:pt x="1362" y="291"/>
                  <a:pt x="1363" y="290"/>
                </a:cubicBezTo>
                <a:cubicBezTo>
                  <a:pt x="1365" y="290"/>
                  <a:pt x="1366" y="289"/>
                  <a:pt x="1367" y="289"/>
                </a:cubicBezTo>
                <a:cubicBezTo>
                  <a:pt x="1369" y="289"/>
                  <a:pt x="1371" y="290"/>
                  <a:pt x="1372" y="291"/>
                </a:cubicBezTo>
                <a:cubicBezTo>
                  <a:pt x="1373" y="291"/>
                  <a:pt x="1374" y="293"/>
                  <a:pt x="1375" y="295"/>
                </a:cubicBezTo>
                <a:lnTo>
                  <a:pt x="1394" y="325"/>
                </a:lnTo>
                <a:cubicBezTo>
                  <a:pt x="1386" y="332"/>
                  <a:pt x="1376" y="337"/>
                  <a:pt x="1365" y="341"/>
                </a:cubicBezTo>
                <a:cubicBezTo>
                  <a:pt x="1354" y="344"/>
                  <a:pt x="1343" y="346"/>
                  <a:pt x="1331" y="346"/>
                </a:cubicBezTo>
                <a:cubicBezTo>
                  <a:pt x="1320" y="346"/>
                  <a:pt x="1311" y="344"/>
                  <a:pt x="1302" y="341"/>
                </a:cubicBezTo>
                <a:cubicBezTo>
                  <a:pt x="1294" y="338"/>
                  <a:pt x="1287" y="334"/>
                  <a:pt x="1282" y="328"/>
                </a:cubicBezTo>
                <a:cubicBezTo>
                  <a:pt x="1276" y="322"/>
                  <a:pt x="1272" y="315"/>
                  <a:pt x="1269" y="307"/>
                </a:cubicBezTo>
                <a:cubicBezTo>
                  <a:pt x="1266" y="298"/>
                  <a:pt x="1265" y="289"/>
                  <a:pt x="1265" y="279"/>
                </a:cubicBezTo>
                <a:lnTo>
                  <a:pt x="1265" y="152"/>
                </a:lnTo>
                <a:lnTo>
                  <a:pt x="1242" y="152"/>
                </a:lnTo>
                <a:cubicBezTo>
                  <a:pt x="1239" y="152"/>
                  <a:pt x="1236" y="151"/>
                  <a:pt x="1234" y="148"/>
                </a:cubicBezTo>
                <a:cubicBezTo>
                  <a:pt x="1232" y="146"/>
                  <a:pt x="1230" y="143"/>
                  <a:pt x="1230" y="139"/>
                </a:cubicBezTo>
                <a:lnTo>
                  <a:pt x="1230" y="114"/>
                </a:lnTo>
                <a:lnTo>
                  <a:pt x="1268" y="107"/>
                </a:lnTo>
                <a:lnTo>
                  <a:pt x="1281" y="46"/>
                </a:lnTo>
                <a:cubicBezTo>
                  <a:pt x="1283" y="38"/>
                  <a:pt x="1287" y="35"/>
                  <a:pt x="1295" y="35"/>
                </a:cubicBezTo>
                <a:moveTo>
                  <a:pt x="1899" y="6"/>
                </a:moveTo>
                <a:cubicBezTo>
                  <a:pt x="1911" y="6"/>
                  <a:pt x="1923" y="7"/>
                  <a:pt x="1934" y="9"/>
                </a:cubicBezTo>
                <a:cubicBezTo>
                  <a:pt x="1945" y="11"/>
                  <a:pt x="1955" y="14"/>
                  <a:pt x="1964" y="18"/>
                </a:cubicBezTo>
                <a:cubicBezTo>
                  <a:pt x="1974" y="22"/>
                  <a:pt x="1983" y="26"/>
                  <a:pt x="1990" y="32"/>
                </a:cubicBezTo>
                <a:cubicBezTo>
                  <a:pt x="1998" y="37"/>
                  <a:pt x="2006" y="44"/>
                  <a:pt x="2012" y="50"/>
                </a:cubicBezTo>
                <a:lnTo>
                  <a:pt x="1989" y="82"/>
                </a:lnTo>
                <a:cubicBezTo>
                  <a:pt x="1988" y="84"/>
                  <a:pt x="1986" y="86"/>
                  <a:pt x="1984" y="87"/>
                </a:cubicBezTo>
                <a:cubicBezTo>
                  <a:pt x="1982" y="89"/>
                  <a:pt x="1979" y="89"/>
                  <a:pt x="1975" y="89"/>
                </a:cubicBezTo>
                <a:cubicBezTo>
                  <a:pt x="1971" y="89"/>
                  <a:pt x="1968" y="88"/>
                  <a:pt x="1964" y="86"/>
                </a:cubicBezTo>
                <a:cubicBezTo>
                  <a:pt x="1960" y="83"/>
                  <a:pt x="1956" y="80"/>
                  <a:pt x="1950" y="77"/>
                </a:cubicBezTo>
                <a:cubicBezTo>
                  <a:pt x="1945" y="74"/>
                  <a:pt x="1938" y="71"/>
                  <a:pt x="1930" y="68"/>
                </a:cubicBezTo>
                <a:cubicBezTo>
                  <a:pt x="1922" y="65"/>
                  <a:pt x="1911" y="64"/>
                  <a:pt x="1899" y="64"/>
                </a:cubicBezTo>
                <a:cubicBezTo>
                  <a:pt x="1885" y="64"/>
                  <a:pt x="1872" y="67"/>
                  <a:pt x="1861" y="72"/>
                </a:cubicBezTo>
                <a:cubicBezTo>
                  <a:pt x="1849" y="77"/>
                  <a:pt x="1839" y="84"/>
                  <a:pt x="1831" y="94"/>
                </a:cubicBezTo>
                <a:cubicBezTo>
                  <a:pt x="1823" y="103"/>
                  <a:pt x="1816" y="115"/>
                  <a:pt x="1811" y="129"/>
                </a:cubicBezTo>
                <a:cubicBezTo>
                  <a:pt x="1807" y="143"/>
                  <a:pt x="1805" y="159"/>
                  <a:pt x="1805" y="176"/>
                </a:cubicBezTo>
                <a:cubicBezTo>
                  <a:pt x="1805" y="194"/>
                  <a:pt x="1807" y="210"/>
                  <a:pt x="1812" y="224"/>
                </a:cubicBezTo>
                <a:cubicBezTo>
                  <a:pt x="1817" y="238"/>
                  <a:pt x="1824" y="250"/>
                  <a:pt x="1833" y="259"/>
                </a:cubicBezTo>
                <a:cubicBezTo>
                  <a:pt x="1841" y="269"/>
                  <a:pt x="1851" y="276"/>
                  <a:pt x="1863" y="281"/>
                </a:cubicBezTo>
                <a:cubicBezTo>
                  <a:pt x="1874" y="286"/>
                  <a:pt x="1887" y="288"/>
                  <a:pt x="1900" y="288"/>
                </a:cubicBezTo>
                <a:cubicBezTo>
                  <a:pt x="1907" y="288"/>
                  <a:pt x="1914" y="288"/>
                  <a:pt x="1921" y="287"/>
                </a:cubicBezTo>
                <a:cubicBezTo>
                  <a:pt x="1927" y="286"/>
                  <a:pt x="1933" y="285"/>
                  <a:pt x="1938" y="284"/>
                </a:cubicBezTo>
                <a:cubicBezTo>
                  <a:pt x="1944" y="281"/>
                  <a:pt x="1949" y="279"/>
                  <a:pt x="1954" y="276"/>
                </a:cubicBezTo>
                <a:cubicBezTo>
                  <a:pt x="1959" y="273"/>
                  <a:pt x="1963" y="270"/>
                  <a:pt x="1968" y="265"/>
                </a:cubicBezTo>
                <a:cubicBezTo>
                  <a:pt x="1970" y="264"/>
                  <a:pt x="1972" y="263"/>
                  <a:pt x="1973" y="262"/>
                </a:cubicBezTo>
                <a:cubicBezTo>
                  <a:pt x="1975" y="261"/>
                  <a:pt x="1977" y="261"/>
                  <a:pt x="1979" y="261"/>
                </a:cubicBezTo>
                <a:cubicBezTo>
                  <a:pt x="1983" y="261"/>
                  <a:pt x="1986" y="262"/>
                  <a:pt x="1989" y="264"/>
                </a:cubicBezTo>
                <a:lnTo>
                  <a:pt x="2016" y="294"/>
                </a:lnTo>
                <a:cubicBezTo>
                  <a:pt x="2003" y="311"/>
                  <a:pt x="1986" y="324"/>
                  <a:pt x="1966" y="333"/>
                </a:cubicBezTo>
                <a:cubicBezTo>
                  <a:pt x="1946" y="341"/>
                  <a:pt x="1923" y="346"/>
                  <a:pt x="1895" y="346"/>
                </a:cubicBezTo>
                <a:cubicBezTo>
                  <a:pt x="1870" y="346"/>
                  <a:pt x="1848" y="341"/>
                  <a:pt x="1828" y="333"/>
                </a:cubicBezTo>
                <a:cubicBezTo>
                  <a:pt x="1808" y="325"/>
                  <a:pt x="1792" y="313"/>
                  <a:pt x="1778" y="298"/>
                </a:cubicBezTo>
                <a:cubicBezTo>
                  <a:pt x="1764" y="283"/>
                  <a:pt x="1753" y="265"/>
                  <a:pt x="1746" y="244"/>
                </a:cubicBezTo>
                <a:cubicBezTo>
                  <a:pt x="1738" y="223"/>
                  <a:pt x="1735" y="201"/>
                  <a:pt x="1735" y="176"/>
                </a:cubicBezTo>
                <a:cubicBezTo>
                  <a:pt x="1735" y="160"/>
                  <a:pt x="1736" y="144"/>
                  <a:pt x="1740" y="129"/>
                </a:cubicBezTo>
                <a:cubicBezTo>
                  <a:pt x="1743" y="114"/>
                  <a:pt x="1749" y="101"/>
                  <a:pt x="1756" y="88"/>
                </a:cubicBezTo>
                <a:cubicBezTo>
                  <a:pt x="1762" y="76"/>
                  <a:pt x="1771" y="64"/>
                  <a:pt x="1780" y="54"/>
                </a:cubicBezTo>
                <a:cubicBezTo>
                  <a:pt x="1790" y="44"/>
                  <a:pt x="1801" y="35"/>
                  <a:pt x="1813" y="27"/>
                </a:cubicBezTo>
                <a:cubicBezTo>
                  <a:pt x="1825" y="20"/>
                  <a:pt x="1839" y="15"/>
                  <a:pt x="1853" y="11"/>
                </a:cubicBezTo>
                <a:cubicBezTo>
                  <a:pt x="1868" y="8"/>
                  <a:pt x="1883" y="6"/>
                  <a:pt x="1899" y="6"/>
                </a:cubicBezTo>
                <a:moveTo>
                  <a:pt x="124" y="6"/>
                </a:moveTo>
                <a:cubicBezTo>
                  <a:pt x="144" y="6"/>
                  <a:pt x="163" y="9"/>
                  <a:pt x="180" y="15"/>
                </a:cubicBezTo>
                <a:cubicBezTo>
                  <a:pt x="197" y="21"/>
                  <a:pt x="211" y="30"/>
                  <a:pt x="223" y="41"/>
                </a:cubicBezTo>
                <a:lnTo>
                  <a:pt x="206" y="74"/>
                </a:lnTo>
                <a:cubicBezTo>
                  <a:pt x="204" y="77"/>
                  <a:pt x="202" y="80"/>
                  <a:pt x="199" y="82"/>
                </a:cubicBezTo>
                <a:cubicBezTo>
                  <a:pt x="197" y="83"/>
                  <a:pt x="194" y="84"/>
                  <a:pt x="191" y="84"/>
                </a:cubicBezTo>
                <a:cubicBezTo>
                  <a:pt x="188" y="84"/>
                  <a:pt x="184" y="83"/>
                  <a:pt x="180" y="80"/>
                </a:cubicBezTo>
                <a:cubicBezTo>
                  <a:pt x="176" y="78"/>
                  <a:pt x="172" y="76"/>
                  <a:pt x="166" y="73"/>
                </a:cubicBezTo>
                <a:cubicBezTo>
                  <a:pt x="161" y="70"/>
                  <a:pt x="155" y="68"/>
                  <a:pt x="149" y="65"/>
                </a:cubicBezTo>
                <a:cubicBezTo>
                  <a:pt x="142" y="63"/>
                  <a:pt x="134" y="62"/>
                  <a:pt x="125" y="62"/>
                </a:cubicBezTo>
                <a:cubicBezTo>
                  <a:pt x="109" y="62"/>
                  <a:pt x="97" y="65"/>
                  <a:pt x="89" y="72"/>
                </a:cubicBezTo>
                <a:cubicBezTo>
                  <a:pt x="81" y="79"/>
                  <a:pt x="78" y="88"/>
                  <a:pt x="78" y="100"/>
                </a:cubicBezTo>
                <a:cubicBezTo>
                  <a:pt x="78" y="107"/>
                  <a:pt x="80" y="113"/>
                  <a:pt x="84" y="118"/>
                </a:cubicBezTo>
                <a:cubicBezTo>
                  <a:pt x="88" y="123"/>
                  <a:pt x="94" y="127"/>
                  <a:pt x="101" y="131"/>
                </a:cubicBezTo>
                <a:cubicBezTo>
                  <a:pt x="108" y="134"/>
                  <a:pt x="116" y="137"/>
                  <a:pt x="125" y="140"/>
                </a:cubicBezTo>
                <a:cubicBezTo>
                  <a:pt x="134" y="143"/>
                  <a:pt x="144" y="146"/>
                  <a:pt x="153" y="149"/>
                </a:cubicBezTo>
                <a:cubicBezTo>
                  <a:pt x="162" y="152"/>
                  <a:pt x="172" y="156"/>
                  <a:pt x="181" y="161"/>
                </a:cubicBezTo>
                <a:cubicBezTo>
                  <a:pt x="190" y="165"/>
                  <a:pt x="198" y="171"/>
                  <a:pt x="205" y="177"/>
                </a:cubicBezTo>
                <a:cubicBezTo>
                  <a:pt x="212" y="184"/>
                  <a:pt x="218" y="192"/>
                  <a:pt x="222" y="202"/>
                </a:cubicBezTo>
                <a:cubicBezTo>
                  <a:pt x="226" y="212"/>
                  <a:pt x="228" y="223"/>
                  <a:pt x="228" y="237"/>
                </a:cubicBezTo>
                <a:cubicBezTo>
                  <a:pt x="228" y="252"/>
                  <a:pt x="226" y="267"/>
                  <a:pt x="221" y="280"/>
                </a:cubicBezTo>
                <a:cubicBezTo>
                  <a:pt x="215" y="293"/>
                  <a:pt x="208" y="304"/>
                  <a:pt x="198" y="314"/>
                </a:cubicBezTo>
                <a:cubicBezTo>
                  <a:pt x="188" y="324"/>
                  <a:pt x="176" y="332"/>
                  <a:pt x="161" y="337"/>
                </a:cubicBezTo>
                <a:cubicBezTo>
                  <a:pt x="147" y="343"/>
                  <a:pt x="130" y="346"/>
                  <a:pt x="112" y="346"/>
                </a:cubicBezTo>
                <a:cubicBezTo>
                  <a:pt x="101" y="346"/>
                  <a:pt x="91" y="345"/>
                  <a:pt x="80" y="342"/>
                </a:cubicBezTo>
                <a:cubicBezTo>
                  <a:pt x="70" y="340"/>
                  <a:pt x="60" y="337"/>
                  <a:pt x="50" y="334"/>
                </a:cubicBezTo>
                <a:cubicBezTo>
                  <a:pt x="40" y="330"/>
                  <a:pt x="31" y="325"/>
                  <a:pt x="23" y="320"/>
                </a:cubicBezTo>
                <a:cubicBezTo>
                  <a:pt x="14" y="315"/>
                  <a:pt x="7" y="309"/>
                  <a:pt x="0" y="302"/>
                </a:cubicBezTo>
                <a:lnTo>
                  <a:pt x="20" y="270"/>
                </a:lnTo>
                <a:cubicBezTo>
                  <a:pt x="22" y="267"/>
                  <a:pt x="24" y="265"/>
                  <a:pt x="27" y="264"/>
                </a:cubicBezTo>
                <a:cubicBezTo>
                  <a:pt x="30" y="262"/>
                  <a:pt x="33" y="261"/>
                  <a:pt x="36" y="261"/>
                </a:cubicBezTo>
                <a:cubicBezTo>
                  <a:pt x="40" y="261"/>
                  <a:pt x="44" y="263"/>
                  <a:pt x="49" y="266"/>
                </a:cubicBezTo>
                <a:cubicBezTo>
                  <a:pt x="53" y="269"/>
                  <a:pt x="59" y="272"/>
                  <a:pt x="64" y="276"/>
                </a:cubicBezTo>
                <a:cubicBezTo>
                  <a:pt x="70" y="280"/>
                  <a:pt x="77" y="283"/>
                  <a:pt x="85" y="286"/>
                </a:cubicBezTo>
                <a:cubicBezTo>
                  <a:pt x="93" y="289"/>
                  <a:pt x="102" y="291"/>
                  <a:pt x="113" y="291"/>
                </a:cubicBezTo>
                <a:cubicBezTo>
                  <a:pt x="129" y="291"/>
                  <a:pt x="142" y="287"/>
                  <a:pt x="151" y="280"/>
                </a:cubicBezTo>
                <a:cubicBezTo>
                  <a:pt x="159" y="272"/>
                  <a:pt x="164" y="261"/>
                  <a:pt x="164" y="247"/>
                </a:cubicBezTo>
                <a:cubicBezTo>
                  <a:pt x="164" y="238"/>
                  <a:pt x="162" y="232"/>
                  <a:pt x="157" y="226"/>
                </a:cubicBezTo>
                <a:cubicBezTo>
                  <a:pt x="153" y="221"/>
                  <a:pt x="147" y="217"/>
                  <a:pt x="140" y="213"/>
                </a:cubicBezTo>
                <a:cubicBezTo>
                  <a:pt x="133" y="210"/>
                  <a:pt x="125" y="207"/>
                  <a:pt x="116" y="204"/>
                </a:cubicBezTo>
                <a:cubicBezTo>
                  <a:pt x="107" y="202"/>
                  <a:pt x="98" y="199"/>
                  <a:pt x="89" y="196"/>
                </a:cubicBezTo>
                <a:cubicBezTo>
                  <a:pt x="79" y="193"/>
                  <a:pt x="70" y="189"/>
                  <a:pt x="61" y="185"/>
                </a:cubicBezTo>
                <a:cubicBezTo>
                  <a:pt x="52" y="181"/>
                  <a:pt x="44" y="175"/>
                  <a:pt x="37" y="168"/>
                </a:cubicBezTo>
                <a:cubicBezTo>
                  <a:pt x="30" y="161"/>
                  <a:pt x="24" y="152"/>
                  <a:pt x="20" y="142"/>
                </a:cubicBezTo>
                <a:cubicBezTo>
                  <a:pt x="15" y="132"/>
                  <a:pt x="13" y="119"/>
                  <a:pt x="13" y="104"/>
                </a:cubicBezTo>
                <a:cubicBezTo>
                  <a:pt x="13" y="91"/>
                  <a:pt x="16" y="79"/>
                  <a:pt x="21" y="68"/>
                </a:cubicBezTo>
                <a:cubicBezTo>
                  <a:pt x="25" y="56"/>
                  <a:pt x="33" y="46"/>
                  <a:pt x="42" y="36"/>
                </a:cubicBezTo>
                <a:cubicBezTo>
                  <a:pt x="52" y="27"/>
                  <a:pt x="63" y="19"/>
                  <a:pt x="77" y="14"/>
                </a:cubicBezTo>
                <a:cubicBezTo>
                  <a:pt x="91" y="8"/>
                  <a:pt x="107" y="6"/>
                  <a:pt x="124" y="6"/>
                </a:cubicBezTo>
                <a:moveTo>
                  <a:pt x="2736" y="0"/>
                </a:moveTo>
                <a:lnTo>
                  <a:pt x="2800" y="0"/>
                </a:lnTo>
                <a:lnTo>
                  <a:pt x="2800" y="195"/>
                </a:lnTo>
                <a:lnTo>
                  <a:pt x="2810" y="195"/>
                </a:lnTo>
                <a:cubicBezTo>
                  <a:pt x="2814" y="195"/>
                  <a:pt x="2817" y="194"/>
                  <a:pt x="2819" y="193"/>
                </a:cubicBezTo>
                <a:cubicBezTo>
                  <a:pt x="2822" y="192"/>
                  <a:pt x="2824" y="190"/>
                  <a:pt x="2826" y="186"/>
                </a:cubicBezTo>
                <a:lnTo>
                  <a:pt x="2878" y="117"/>
                </a:lnTo>
                <a:cubicBezTo>
                  <a:pt x="2881" y="114"/>
                  <a:pt x="2884" y="111"/>
                  <a:pt x="2887" y="109"/>
                </a:cubicBezTo>
                <a:cubicBezTo>
                  <a:pt x="2891" y="107"/>
                  <a:pt x="2894" y="106"/>
                  <a:pt x="2900" y="106"/>
                </a:cubicBezTo>
                <a:lnTo>
                  <a:pt x="2957" y="106"/>
                </a:lnTo>
                <a:lnTo>
                  <a:pt x="2890" y="192"/>
                </a:lnTo>
                <a:cubicBezTo>
                  <a:pt x="2884" y="200"/>
                  <a:pt x="2878" y="205"/>
                  <a:pt x="2871" y="209"/>
                </a:cubicBezTo>
                <a:cubicBezTo>
                  <a:pt x="2875" y="212"/>
                  <a:pt x="2878" y="215"/>
                  <a:pt x="2880" y="218"/>
                </a:cubicBezTo>
                <a:cubicBezTo>
                  <a:pt x="2883" y="221"/>
                  <a:pt x="2885" y="225"/>
                  <a:pt x="2888" y="228"/>
                </a:cubicBezTo>
                <a:lnTo>
                  <a:pt x="2961" y="342"/>
                </a:lnTo>
                <a:lnTo>
                  <a:pt x="2904" y="342"/>
                </a:lnTo>
                <a:cubicBezTo>
                  <a:pt x="2899" y="342"/>
                  <a:pt x="2895" y="341"/>
                  <a:pt x="2891" y="340"/>
                </a:cubicBezTo>
                <a:cubicBezTo>
                  <a:pt x="2888" y="338"/>
                  <a:pt x="2885" y="335"/>
                  <a:pt x="2883" y="331"/>
                </a:cubicBezTo>
                <a:lnTo>
                  <a:pt x="2830" y="244"/>
                </a:lnTo>
                <a:cubicBezTo>
                  <a:pt x="2827" y="241"/>
                  <a:pt x="2825" y="238"/>
                  <a:pt x="2823" y="237"/>
                </a:cubicBezTo>
                <a:cubicBezTo>
                  <a:pt x="2821" y="236"/>
                  <a:pt x="2817" y="236"/>
                  <a:pt x="2813" y="236"/>
                </a:cubicBezTo>
                <a:lnTo>
                  <a:pt x="2800" y="236"/>
                </a:lnTo>
                <a:lnTo>
                  <a:pt x="2800" y="342"/>
                </a:lnTo>
                <a:lnTo>
                  <a:pt x="2736" y="342"/>
                </a:lnTo>
                <a:lnTo>
                  <a:pt x="2736" y="0"/>
                </a:lnTo>
                <a:moveTo>
                  <a:pt x="2038" y="0"/>
                </a:moveTo>
                <a:lnTo>
                  <a:pt x="2101" y="0"/>
                </a:lnTo>
                <a:lnTo>
                  <a:pt x="2101" y="129"/>
                </a:lnTo>
                <a:cubicBezTo>
                  <a:pt x="2105" y="125"/>
                  <a:pt x="2110" y="122"/>
                  <a:pt x="2115" y="119"/>
                </a:cubicBezTo>
                <a:cubicBezTo>
                  <a:pt x="2120" y="115"/>
                  <a:pt x="2125" y="112"/>
                  <a:pt x="2130" y="110"/>
                </a:cubicBezTo>
                <a:cubicBezTo>
                  <a:pt x="2136" y="108"/>
                  <a:pt x="2141" y="106"/>
                  <a:pt x="2148" y="105"/>
                </a:cubicBezTo>
                <a:cubicBezTo>
                  <a:pt x="2154" y="103"/>
                  <a:pt x="2160" y="103"/>
                  <a:pt x="2167" y="103"/>
                </a:cubicBezTo>
                <a:cubicBezTo>
                  <a:pt x="2180" y="103"/>
                  <a:pt x="2192" y="105"/>
                  <a:pt x="2202" y="109"/>
                </a:cubicBezTo>
                <a:cubicBezTo>
                  <a:pt x="2211" y="114"/>
                  <a:pt x="2220" y="120"/>
                  <a:pt x="2227" y="128"/>
                </a:cubicBezTo>
                <a:cubicBezTo>
                  <a:pt x="2233" y="136"/>
                  <a:pt x="2239" y="145"/>
                  <a:pt x="2242" y="156"/>
                </a:cubicBezTo>
                <a:cubicBezTo>
                  <a:pt x="2245" y="167"/>
                  <a:pt x="2247" y="179"/>
                  <a:pt x="2247" y="192"/>
                </a:cubicBezTo>
                <a:lnTo>
                  <a:pt x="2247" y="342"/>
                </a:lnTo>
                <a:lnTo>
                  <a:pt x="2184" y="342"/>
                </a:lnTo>
                <a:lnTo>
                  <a:pt x="2184" y="192"/>
                </a:lnTo>
                <a:cubicBezTo>
                  <a:pt x="2184" y="179"/>
                  <a:pt x="2181" y="169"/>
                  <a:pt x="2175" y="162"/>
                </a:cubicBezTo>
                <a:cubicBezTo>
                  <a:pt x="2169" y="155"/>
                  <a:pt x="2160" y="151"/>
                  <a:pt x="2148" y="151"/>
                </a:cubicBezTo>
                <a:cubicBezTo>
                  <a:pt x="2139" y="151"/>
                  <a:pt x="2131" y="153"/>
                  <a:pt x="2123" y="157"/>
                </a:cubicBezTo>
                <a:cubicBezTo>
                  <a:pt x="2116" y="160"/>
                  <a:pt x="2108" y="166"/>
                  <a:pt x="2101" y="173"/>
                </a:cubicBezTo>
                <a:lnTo>
                  <a:pt x="2101" y="342"/>
                </a:lnTo>
                <a:lnTo>
                  <a:pt x="2038" y="342"/>
                </a:lnTo>
                <a:lnTo>
                  <a:pt x="2038" y="0"/>
                </a:lnTo>
                <a:moveTo>
                  <a:pt x="1172" y="0"/>
                </a:moveTo>
                <a:cubicBezTo>
                  <a:pt x="1178" y="0"/>
                  <a:pt x="1183" y="1"/>
                  <a:pt x="1187" y="3"/>
                </a:cubicBezTo>
                <a:cubicBezTo>
                  <a:pt x="1192" y="5"/>
                  <a:pt x="1197" y="8"/>
                  <a:pt x="1200" y="11"/>
                </a:cubicBezTo>
                <a:cubicBezTo>
                  <a:pt x="1204" y="15"/>
                  <a:pt x="1206" y="19"/>
                  <a:pt x="1209" y="24"/>
                </a:cubicBezTo>
                <a:cubicBezTo>
                  <a:pt x="1211" y="28"/>
                  <a:pt x="1212" y="33"/>
                  <a:pt x="1212" y="38"/>
                </a:cubicBezTo>
                <a:cubicBezTo>
                  <a:pt x="1212" y="45"/>
                  <a:pt x="1211" y="50"/>
                  <a:pt x="1209" y="54"/>
                </a:cubicBezTo>
                <a:cubicBezTo>
                  <a:pt x="1206" y="59"/>
                  <a:pt x="1204" y="63"/>
                  <a:pt x="1200" y="67"/>
                </a:cubicBezTo>
                <a:cubicBezTo>
                  <a:pt x="1197" y="70"/>
                  <a:pt x="1192" y="73"/>
                  <a:pt x="1187" y="75"/>
                </a:cubicBezTo>
                <a:cubicBezTo>
                  <a:pt x="1183" y="77"/>
                  <a:pt x="1178" y="77"/>
                  <a:pt x="1172" y="77"/>
                </a:cubicBezTo>
                <a:cubicBezTo>
                  <a:pt x="1167" y="77"/>
                  <a:pt x="1162" y="77"/>
                  <a:pt x="1157" y="75"/>
                </a:cubicBezTo>
                <a:cubicBezTo>
                  <a:pt x="1153" y="73"/>
                  <a:pt x="1149" y="70"/>
                  <a:pt x="1145" y="67"/>
                </a:cubicBezTo>
                <a:cubicBezTo>
                  <a:pt x="1142" y="63"/>
                  <a:pt x="1139" y="59"/>
                  <a:pt x="1137" y="54"/>
                </a:cubicBezTo>
                <a:cubicBezTo>
                  <a:pt x="1135" y="50"/>
                  <a:pt x="1134" y="45"/>
                  <a:pt x="1134" y="38"/>
                </a:cubicBezTo>
                <a:cubicBezTo>
                  <a:pt x="1134" y="33"/>
                  <a:pt x="1135" y="28"/>
                  <a:pt x="1137" y="24"/>
                </a:cubicBezTo>
                <a:cubicBezTo>
                  <a:pt x="1139" y="19"/>
                  <a:pt x="1142" y="15"/>
                  <a:pt x="1145" y="11"/>
                </a:cubicBezTo>
                <a:cubicBezTo>
                  <a:pt x="1149" y="8"/>
                  <a:pt x="1153" y="5"/>
                  <a:pt x="1157" y="3"/>
                </a:cubicBezTo>
                <a:cubicBezTo>
                  <a:pt x="1162" y="1"/>
                  <a:pt x="1167" y="0"/>
                  <a:pt x="1172" y="0"/>
                </a:cubicBezTo>
                <a:close/>
              </a:path>
            </a:pathLst>
          </a:custGeom>
          <a:solidFill>
            <a:srgbClr val="a011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29" name=""/>
          <p:cNvSpPr/>
          <p:nvPr/>
        </p:nvSpPr>
        <p:spPr>
          <a:xfrm>
            <a:off x="518040" y="1162800"/>
            <a:ext cx="2231280" cy="288360"/>
          </a:xfrm>
          <a:custGeom>
            <a:avLst/>
            <a:gdLst/>
            <a:ahLst/>
            <a:rect l="0" t="0" r="r" b="b"/>
            <a:pathLst>
              <a:path w="6198" h="801">
                <a:moveTo>
                  <a:pt x="0" y="401"/>
                </a:moveTo>
                <a:cubicBezTo>
                  <a:pt x="0" y="179"/>
                  <a:pt x="179" y="0"/>
                  <a:pt x="400" y="0"/>
                </a:cubicBezTo>
                <a:lnTo>
                  <a:pt x="5798" y="0"/>
                </a:lnTo>
                <a:cubicBezTo>
                  <a:pt x="6019" y="0"/>
                  <a:pt x="6198" y="179"/>
                  <a:pt x="6198" y="401"/>
                </a:cubicBezTo>
                <a:cubicBezTo>
                  <a:pt x="6198" y="621"/>
                  <a:pt x="6019" y="801"/>
                  <a:pt x="5798" y="801"/>
                </a:cubicBezTo>
                <a:lnTo>
                  <a:pt x="400" y="801"/>
                </a:lnTo>
                <a:cubicBezTo>
                  <a:pt x="179" y="801"/>
                  <a:pt x="0" y="621"/>
                  <a:pt x="0" y="401"/>
                </a:cubicBezTo>
                <a:close/>
              </a:path>
            </a:pathLst>
          </a:custGeom>
          <a:noFill/>
          <a:ln w="12600">
            <a:solidFill>
              <a:srgbClr val="b9bfc5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30" name=""/>
          <p:cNvSpPr/>
          <p:nvPr/>
        </p:nvSpPr>
        <p:spPr>
          <a:xfrm>
            <a:off x="615600" y="1226520"/>
            <a:ext cx="162000" cy="163440"/>
          </a:xfrm>
          <a:custGeom>
            <a:avLst/>
            <a:gdLst/>
            <a:ahLst/>
            <a:rect l="0" t="0" r="r" b="b"/>
            <a:pathLst>
              <a:path w="450" h="454">
                <a:moveTo>
                  <a:pt x="224" y="0"/>
                </a:moveTo>
                <a:cubicBezTo>
                  <a:pt x="349" y="0"/>
                  <a:pt x="450" y="102"/>
                  <a:pt x="450" y="227"/>
                </a:cubicBezTo>
                <a:cubicBezTo>
                  <a:pt x="450" y="352"/>
                  <a:pt x="349" y="454"/>
                  <a:pt x="224" y="454"/>
                </a:cubicBezTo>
                <a:cubicBezTo>
                  <a:pt x="100" y="454"/>
                  <a:pt x="0" y="352"/>
                  <a:pt x="0" y="227"/>
                </a:cubicBezTo>
                <a:cubicBezTo>
                  <a:pt x="0" y="102"/>
                  <a:pt x="100" y="0"/>
                  <a:pt x="224" y="0"/>
                </a:cubicBezTo>
                <a:close/>
              </a:path>
            </a:pathLst>
          </a:custGeom>
          <a:solidFill>
            <a:srgbClr val="e7e8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31" name=""/>
          <p:cNvSpPr txBox="1"/>
          <p:nvPr/>
        </p:nvSpPr>
        <p:spPr>
          <a:xfrm>
            <a:off x="1058400" y="1699920"/>
            <a:ext cx="86295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4b4f5a"/>
                </a:solidFill>
                <a:latin typeface="Lato"/>
                <a:ea typeface="Lato"/>
              </a:rPr>
              <a:t>Using the BIA method, sending alternating current through the human body yields impedance (Z) values,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32" name=""/>
          <p:cNvSpPr txBox="1"/>
          <p:nvPr/>
        </p:nvSpPr>
        <p:spPr>
          <a:xfrm>
            <a:off x="7891560" y="1699920"/>
            <a:ext cx="106452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4b4f5a"/>
                </a:solidFill>
                <a:latin typeface="Lato"/>
                <a:ea typeface="Lato"/>
              </a:rPr>
              <a:t>which can be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33" name=""/>
          <p:cNvSpPr txBox="1"/>
          <p:nvPr/>
        </p:nvSpPr>
        <p:spPr>
          <a:xfrm>
            <a:off x="1058400" y="1991160"/>
            <a:ext cx="99752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4b4f5a"/>
                </a:solidFill>
                <a:latin typeface="Lato"/>
                <a:ea typeface="Lato"/>
              </a:rPr>
              <a:t>distinguished into resistance (R) and reactance (Xc). Since PhA represents the relative Xc value to R, PhA increases as Xc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34" name=""/>
          <p:cNvSpPr txBox="1"/>
          <p:nvPr/>
        </p:nvSpPr>
        <p:spPr>
          <a:xfrm>
            <a:off x="1058400" y="2283480"/>
            <a:ext cx="505872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4b4f5a"/>
                </a:solidFill>
                <a:latin typeface="Lato"/>
                <a:ea typeface="Lato"/>
              </a:rPr>
              <a:t>increases, and PhA decreases proportionally as Xc decreases.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335" name="" descr=""/>
          <p:cNvPicPr/>
          <p:nvPr/>
        </p:nvPicPr>
        <p:blipFill>
          <a:blip r:embed="rId2"/>
          <a:stretch/>
        </p:blipFill>
        <p:spPr>
          <a:xfrm>
            <a:off x="5167800" y="2581560"/>
            <a:ext cx="4068720" cy="1883160"/>
          </a:xfrm>
          <a:prstGeom prst="rect">
            <a:avLst/>
          </a:prstGeom>
          <a:ln w="0">
            <a:noFill/>
          </a:ln>
        </p:spPr>
      </p:pic>
      <p:pic>
        <p:nvPicPr>
          <p:cNvPr id="26336" name="" descr=""/>
          <p:cNvPicPr/>
          <p:nvPr/>
        </p:nvPicPr>
        <p:blipFill>
          <a:blip r:embed="rId3"/>
          <a:stretch/>
        </p:blipFill>
        <p:spPr>
          <a:xfrm>
            <a:off x="5614560" y="4561200"/>
            <a:ext cx="2998800" cy="606240"/>
          </a:xfrm>
          <a:prstGeom prst="rect">
            <a:avLst/>
          </a:prstGeom>
          <a:ln w="0">
            <a:noFill/>
          </a:ln>
        </p:spPr>
      </p:pic>
      <p:sp>
        <p:nvSpPr>
          <p:cNvPr id="26337" name=""/>
          <p:cNvSpPr/>
          <p:nvPr/>
        </p:nvSpPr>
        <p:spPr>
          <a:xfrm>
            <a:off x="7412400" y="5074920"/>
            <a:ext cx="1201320" cy="93600"/>
          </a:xfrm>
          <a:custGeom>
            <a:avLst/>
            <a:gdLst/>
            <a:ahLst/>
            <a:rect l="0" t="0" r="r" b="b"/>
            <a:pathLst>
              <a:path w="3337" h="260">
                <a:moveTo>
                  <a:pt x="0" y="260"/>
                </a:moveTo>
                <a:lnTo>
                  <a:pt x="3337" y="260"/>
                </a:lnTo>
                <a:lnTo>
                  <a:pt x="3337" y="0"/>
                </a:lnTo>
                <a:lnTo>
                  <a:pt x="0" y="0"/>
                </a:lnTo>
                <a:lnTo>
                  <a:pt x="0" y="26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338" name="" descr=""/>
          <p:cNvPicPr/>
          <p:nvPr/>
        </p:nvPicPr>
        <p:blipFill>
          <a:blip r:embed="rId4"/>
          <a:stretch/>
        </p:blipFill>
        <p:spPr>
          <a:xfrm>
            <a:off x="518040" y="2747880"/>
            <a:ext cx="4504680" cy="2445840"/>
          </a:xfrm>
          <a:prstGeom prst="rect">
            <a:avLst/>
          </a:prstGeom>
          <a:ln w="0">
            <a:noFill/>
          </a:ln>
        </p:spPr>
      </p:pic>
      <p:sp>
        <p:nvSpPr>
          <p:cNvPr id="26339" name=""/>
          <p:cNvSpPr/>
          <p:nvPr/>
        </p:nvSpPr>
        <p:spPr>
          <a:xfrm>
            <a:off x="815040" y="1677600"/>
            <a:ext cx="189360" cy="191160"/>
          </a:xfrm>
          <a:custGeom>
            <a:avLst/>
            <a:gdLst/>
            <a:ahLst/>
            <a:rect l="0" t="0" r="r" b="b"/>
            <a:pathLst>
              <a:path w="526" h="531">
                <a:moveTo>
                  <a:pt x="264" y="0"/>
                </a:moveTo>
                <a:cubicBezTo>
                  <a:pt x="409" y="0"/>
                  <a:pt x="526" y="119"/>
                  <a:pt x="526" y="265"/>
                </a:cubicBezTo>
                <a:cubicBezTo>
                  <a:pt x="526" y="412"/>
                  <a:pt x="409" y="531"/>
                  <a:pt x="264" y="531"/>
                </a:cubicBezTo>
                <a:cubicBezTo>
                  <a:pt x="119" y="531"/>
                  <a:pt x="0" y="412"/>
                  <a:pt x="0" y="265"/>
                </a:cubicBezTo>
                <a:cubicBezTo>
                  <a:pt x="0" y="215"/>
                  <a:pt x="14" y="168"/>
                  <a:pt x="38" y="128"/>
                </a:cubicBezTo>
                <a:lnTo>
                  <a:pt x="39" y="127"/>
                </a:lnTo>
                <a:lnTo>
                  <a:pt x="40" y="131"/>
                </a:lnTo>
                <a:cubicBezTo>
                  <a:pt x="43" y="134"/>
                  <a:pt x="45" y="138"/>
                  <a:pt x="49" y="141"/>
                </a:cubicBezTo>
                <a:cubicBezTo>
                  <a:pt x="57" y="149"/>
                  <a:pt x="66" y="155"/>
                  <a:pt x="76" y="157"/>
                </a:cubicBezTo>
                <a:lnTo>
                  <a:pt x="74" y="162"/>
                </a:lnTo>
                <a:cubicBezTo>
                  <a:pt x="57" y="192"/>
                  <a:pt x="48" y="228"/>
                  <a:pt x="48" y="265"/>
                </a:cubicBezTo>
                <a:cubicBezTo>
                  <a:pt x="48" y="386"/>
                  <a:pt x="145" y="483"/>
                  <a:pt x="264" y="483"/>
                </a:cubicBezTo>
                <a:cubicBezTo>
                  <a:pt x="383" y="483"/>
                  <a:pt x="479" y="386"/>
                  <a:pt x="479" y="265"/>
                </a:cubicBezTo>
                <a:cubicBezTo>
                  <a:pt x="479" y="145"/>
                  <a:pt x="383" y="48"/>
                  <a:pt x="264" y="48"/>
                </a:cubicBezTo>
                <a:cubicBezTo>
                  <a:pt x="227" y="48"/>
                  <a:pt x="192" y="58"/>
                  <a:pt x="161" y="74"/>
                </a:cubicBezTo>
                <a:lnTo>
                  <a:pt x="158" y="77"/>
                </a:lnTo>
                <a:lnTo>
                  <a:pt x="158" y="76"/>
                </a:lnTo>
                <a:cubicBezTo>
                  <a:pt x="155" y="66"/>
                  <a:pt x="149" y="56"/>
                  <a:pt x="141" y="48"/>
                </a:cubicBezTo>
                <a:cubicBezTo>
                  <a:pt x="138" y="45"/>
                  <a:pt x="135" y="42"/>
                  <a:pt x="131" y="40"/>
                </a:cubicBezTo>
                <a:lnTo>
                  <a:pt x="128" y="39"/>
                </a:lnTo>
                <a:lnTo>
                  <a:pt x="139" y="33"/>
                </a:lnTo>
                <a:cubicBezTo>
                  <a:pt x="176" y="12"/>
                  <a:pt x="219" y="0"/>
                  <a:pt x="264" y="0"/>
                </a:cubicBezTo>
                <a:close/>
              </a:path>
            </a:pathLst>
          </a:custGeom>
          <a:solidFill>
            <a:srgbClr val="d6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40" name=""/>
          <p:cNvSpPr/>
          <p:nvPr/>
        </p:nvSpPr>
        <p:spPr>
          <a:xfrm>
            <a:off x="831960" y="1694520"/>
            <a:ext cx="34200" cy="34200"/>
          </a:xfrm>
          <a:custGeom>
            <a:avLst/>
            <a:gdLst/>
            <a:ahLst/>
            <a:rect l="0" t="0" r="r" b="b"/>
            <a:pathLst>
              <a:path w="95" h="95">
                <a:moveTo>
                  <a:pt x="82" y="80"/>
                </a:moveTo>
                <a:cubicBezTo>
                  <a:pt x="63" y="99"/>
                  <a:pt x="32" y="99"/>
                  <a:pt x="14" y="80"/>
                </a:cubicBezTo>
                <a:cubicBezTo>
                  <a:pt x="-4" y="62"/>
                  <a:pt x="-4" y="32"/>
                  <a:pt x="14" y="14"/>
                </a:cubicBezTo>
                <a:cubicBezTo>
                  <a:pt x="32" y="-5"/>
                  <a:pt x="63" y="-5"/>
                  <a:pt x="82" y="14"/>
                </a:cubicBezTo>
                <a:cubicBezTo>
                  <a:pt x="100" y="32"/>
                  <a:pt x="100" y="62"/>
                  <a:pt x="82" y="80"/>
                </a:cubicBezTo>
                <a:close/>
              </a:path>
            </a:pathLst>
          </a:custGeom>
          <a:solidFill>
            <a:srgbClr val="9e0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41" name=""/>
          <p:cNvSpPr txBox="1"/>
          <p:nvPr/>
        </p:nvSpPr>
        <p:spPr>
          <a:xfrm>
            <a:off x="8195760" y="5502240"/>
            <a:ext cx="1227600" cy="101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650" spc="-1" strike="noStrike">
                <a:solidFill>
                  <a:srgbClr val="000000"/>
                </a:solidFill>
                <a:latin typeface="Calibri"/>
                <a:ea typeface="Calibri"/>
              </a:rPr>
              <a:t>Clinical Nutrition 2004;23:1226-1243</a:t>
            </a:r>
            <a:endParaRPr b="0" lang="en-US" sz="65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43" name=""/>
          <p:cNvSpPr/>
          <p:nvPr/>
        </p:nvSpPr>
        <p:spPr>
          <a:xfrm flipH="1">
            <a:off x="-360" y="6460200"/>
            <a:ext cx="9906120" cy="0"/>
          </a:xfrm>
          <a:prstGeom prst="line">
            <a:avLst/>
          </a:prstGeom>
          <a:ln w="6120">
            <a:solidFill>
              <a:srgbClr val="dde0e7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44" name=""/>
          <p:cNvSpPr/>
          <p:nvPr/>
        </p:nvSpPr>
        <p:spPr>
          <a:xfrm>
            <a:off x="-360" y="0"/>
            <a:ext cx="9906480" cy="53640"/>
          </a:xfrm>
          <a:custGeom>
            <a:avLst/>
            <a:gdLst/>
            <a:ahLst/>
            <a:rect l="0" t="0" r="r" b="b"/>
            <a:pathLst>
              <a:path w="27518" h="149">
                <a:moveTo>
                  <a:pt x="0" y="149"/>
                </a:moveTo>
                <a:lnTo>
                  <a:pt x="27518" y="149"/>
                </a:lnTo>
                <a:lnTo>
                  <a:pt x="27518" y="0"/>
                </a:lnTo>
                <a:lnTo>
                  <a:pt x="0" y="0"/>
                </a:lnTo>
                <a:lnTo>
                  <a:pt x="0" y="149"/>
                </a:lnTo>
                <a:close/>
              </a:path>
            </a:pathLst>
          </a:custGeom>
          <a:solidFill>
            <a:srgbClr val="656e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45" name=""/>
          <p:cNvSpPr/>
          <p:nvPr/>
        </p:nvSpPr>
        <p:spPr>
          <a:xfrm flipH="1">
            <a:off x="4642560" y="6460920"/>
            <a:ext cx="623160" cy="0"/>
          </a:xfrm>
          <a:prstGeom prst="line">
            <a:avLst/>
          </a:prstGeom>
          <a:ln w="21960">
            <a:solidFill>
              <a:srgbClr val="adb3b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0800" rIns="10800" tIns="-10800" bIns="-1080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346" name="" descr=""/>
          <p:cNvPicPr/>
          <p:nvPr/>
        </p:nvPicPr>
        <p:blipFill>
          <a:blip r:embed="rId1"/>
          <a:stretch/>
        </p:blipFill>
        <p:spPr>
          <a:xfrm>
            <a:off x="289440" y="6501240"/>
            <a:ext cx="627480" cy="280080"/>
          </a:xfrm>
          <a:prstGeom prst="rect">
            <a:avLst/>
          </a:prstGeom>
          <a:ln w="0">
            <a:noFill/>
          </a:ln>
        </p:spPr>
      </p:pic>
      <p:sp>
        <p:nvSpPr>
          <p:cNvPr id="26347" name=""/>
          <p:cNvSpPr/>
          <p:nvPr/>
        </p:nvSpPr>
        <p:spPr>
          <a:xfrm>
            <a:off x="9289080" y="6632280"/>
            <a:ext cx="138600" cy="69840"/>
          </a:xfrm>
          <a:custGeom>
            <a:avLst/>
            <a:gdLst/>
            <a:ahLst/>
            <a:rect l="0" t="0" r="r" b="b"/>
            <a:pathLst>
              <a:path w="385" h="194">
                <a:moveTo>
                  <a:pt x="207" y="35"/>
                </a:moveTo>
                <a:cubicBezTo>
                  <a:pt x="191" y="63"/>
                  <a:pt x="174" y="88"/>
                  <a:pt x="157" y="111"/>
                </a:cubicBezTo>
                <a:lnTo>
                  <a:pt x="143" y="128"/>
                </a:lnTo>
                <a:lnTo>
                  <a:pt x="207" y="128"/>
                </a:lnTo>
                <a:lnTo>
                  <a:pt x="207" y="35"/>
                </a:lnTo>
                <a:moveTo>
                  <a:pt x="206" y="4"/>
                </a:moveTo>
                <a:lnTo>
                  <a:pt x="227" y="4"/>
                </a:lnTo>
                <a:lnTo>
                  <a:pt x="227" y="128"/>
                </a:lnTo>
                <a:lnTo>
                  <a:pt x="252" y="128"/>
                </a:lnTo>
                <a:lnTo>
                  <a:pt x="252" y="146"/>
                </a:lnTo>
                <a:lnTo>
                  <a:pt x="227" y="146"/>
                </a:lnTo>
                <a:lnTo>
                  <a:pt x="227" y="191"/>
                </a:lnTo>
                <a:lnTo>
                  <a:pt x="207" y="191"/>
                </a:lnTo>
                <a:lnTo>
                  <a:pt x="207" y="146"/>
                </a:lnTo>
                <a:lnTo>
                  <a:pt x="120" y="146"/>
                </a:lnTo>
                <a:lnTo>
                  <a:pt x="120" y="129"/>
                </a:lnTo>
                <a:cubicBezTo>
                  <a:pt x="138" y="108"/>
                  <a:pt x="155" y="86"/>
                  <a:pt x="170" y="64"/>
                </a:cubicBezTo>
                <a:cubicBezTo>
                  <a:pt x="186" y="42"/>
                  <a:pt x="197" y="22"/>
                  <a:pt x="206" y="4"/>
                </a:cubicBezTo>
                <a:moveTo>
                  <a:pt x="328" y="1"/>
                </a:moveTo>
                <a:cubicBezTo>
                  <a:pt x="343" y="1"/>
                  <a:pt x="355" y="5"/>
                  <a:pt x="364" y="13"/>
                </a:cubicBezTo>
                <a:cubicBezTo>
                  <a:pt x="374" y="21"/>
                  <a:pt x="379" y="32"/>
                  <a:pt x="379" y="45"/>
                </a:cubicBezTo>
                <a:cubicBezTo>
                  <a:pt x="379" y="69"/>
                  <a:pt x="366" y="85"/>
                  <a:pt x="342" y="92"/>
                </a:cubicBezTo>
                <a:lnTo>
                  <a:pt x="342" y="93"/>
                </a:lnTo>
                <a:cubicBezTo>
                  <a:pt x="355" y="94"/>
                  <a:pt x="365" y="99"/>
                  <a:pt x="373" y="108"/>
                </a:cubicBezTo>
                <a:cubicBezTo>
                  <a:pt x="381" y="116"/>
                  <a:pt x="385" y="126"/>
                  <a:pt x="385" y="138"/>
                </a:cubicBezTo>
                <a:cubicBezTo>
                  <a:pt x="385" y="155"/>
                  <a:pt x="379" y="168"/>
                  <a:pt x="367" y="179"/>
                </a:cubicBezTo>
                <a:cubicBezTo>
                  <a:pt x="355" y="189"/>
                  <a:pt x="339" y="194"/>
                  <a:pt x="320" y="194"/>
                </a:cubicBezTo>
                <a:cubicBezTo>
                  <a:pt x="303" y="194"/>
                  <a:pt x="289" y="190"/>
                  <a:pt x="279" y="184"/>
                </a:cubicBezTo>
                <a:lnTo>
                  <a:pt x="279" y="162"/>
                </a:lnTo>
                <a:cubicBezTo>
                  <a:pt x="291" y="172"/>
                  <a:pt x="306" y="177"/>
                  <a:pt x="321" y="177"/>
                </a:cubicBezTo>
                <a:cubicBezTo>
                  <a:pt x="334" y="177"/>
                  <a:pt x="345" y="173"/>
                  <a:pt x="353" y="167"/>
                </a:cubicBezTo>
                <a:cubicBezTo>
                  <a:pt x="361" y="160"/>
                  <a:pt x="365" y="151"/>
                  <a:pt x="365" y="140"/>
                </a:cubicBezTo>
                <a:cubicBezTo>
                  <a:pt x="365" y="115"/>
                  <a:pt x="347" y="102"/>
                  <a:pt x="313" y="102"/>
                </a:cubicBezTo>
                <a:lnTo>
                  <a:pt x="297" y="102"/>
                </a:lnTo>
                <a:lnTo>
                  <a:pt x="297" y="85"/>
                </a:lnTo>
                <a:lnTo>
                  <a:pt x="312" y="85"/>
                </a:lnTo>
                <a:cubicBezTo>
                  <a:pt x="343" y="85"/>
                  <a:pt x="358" y="73"/>
                  <a:pt x="358" y="50"/>
                </a:cubicBezTo>
                <a:cubicBezTo>
                  <a:pt x="358" y="29"/>
                  <a:pt x="346" y="18"/>
                  <a:pt x="323" y="18"/>
                </a:cubicBezTo>
                <a:cubicBezTo>
                  <a:pt x="310" y="18"/>
                  <a:pt x="297" y="23"/>
                  <a:pt x="286" y="32"/>
                </a:cubicBezTo>
                <a:lnTo>
                  <a:pt x="286" y="12"/>
                </a:lnTo>
                <a:cubicBezTo>
                  <a:pt x="298" y="4"/>
                  <a:pt x="312" y="1"/>
                  <a:pt x="328" y="1"/>
                </a:cubicBezTo>
                <a:moveTo>
                  <a:pt x="55" y="0"/>
                </a:moveTo>
                <a:lnTo>
                  <a:pt x="63" y="0"/>
                </a:lnTo>
                <a:lnTo>
                  <a:pt x="63" y="191"/>
                </a:lnTo>
                <a:lnTo>
                  <a:pt x="43" y="191"/>
                </a:lnTo>
                <a:lnTo>
                  <a:pt x="43" y="29"/>
                </a:lnTo>
                <a:cubicBezTo>
                  <a:pt x="39" y="33"/>
                  <a:pt x="33" y="37"/>
                  <a:pt x="24" y="42"/>
                </a:cubicBezTo>
                <a:cubicBezTo>
                  <a:pt x="15" y="46"/>
                  <a:pt x="7" y="49"/>
                  <a:pt x="0" y="51"/>
                </a:cubicBezTo>
                <a:lnTo>
                  <a:pt x="0" y="30"/>
                </a:lnTo>
                <a:cubicBezTo>
                  <a:pt x="9" y="27"/>
                  <a:pt x="19" y="23"/>
                  <a:pt x="30" y="17"/>
                </a:cubicBezTo>
                <a:cubicBezTo>
                  <a:pt x="41" y="11"/>
                  <a:pt x="49" y="5"/>
                  <a:pt x="55" y="0"/>
                </a:cubicBezTo>
                <a:close/>
              </a:path>
            </a:pathLst>
          </a:custGeom>
          <a:solidFill>
            <a:srgbClr val="656e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48" name=""/>
          <p:cNvSpPr/>
          <p:nvPr/>
        </p:nvSpPr>
        <p:spPr>
          <a:xfrm>
            <a:off x="9433800" y="6647760"/>
            <a:ext cx="146160" cy="61560"/>
          </a:xfrm>
          <a:custGeom>
            <a:avLst/>
            <a:gdLst/>
            <a:ahLst/>
            <a:rect l="0" t="0" r="r" b="b"/>
            <a:pathLst>
              <a:path w="406" h="171">
                <a:moveTo>
                  <a:pt x="360" y="14"/>
                </a:moveTo>
                <a:cubicBezTo>
                  <a:pt x="339" y="14"/>
                  <a:pt x="329" y="35"/>
                  <a:pt x="329" y="78"/>
                </a:cubicBezTo>
                <a:cubicBezTo>
                  <a:pt x="329" y="117"/>
                  <a:pt x="339" y="137"/>
                  <a:pt x="359" y="137"/>
                </a:cubicBezTo>
                <a:cubicBezTo>
                  <a:pt x="380" y="137"/>
                  <a:pt x="390" y="117"/>
                  <a:pt x="390" y="77"/>
                </a:cubicBezTo>
                <a:cubicBezTo>
                  <a:pt x="390" y="35"/>
                  <a:pt x="380" y="14"/>
                  <a:pt x="360" y="14"/>
                </a:cubicBezTo>
                <a:moveTo>
                  <a:pt x="249" y="14"/>
                </a:moveTo>
                <a:cubicBezTo>
                  <a:pt x="228" y="14"/>
                  <a:pt x="218" y="35"/>
                  <a:pt x="218" y="78"/>
                </a:cubicBezTo>
                <a:cubicBezTo>
                  <a:pt x="218" y="117"/>
                  <a:pt x="228" y="137"/>
                  <a:pt x="248" y="137"/>
                </a:cubicBezTo>
                <a:cubicBezTo>
                  <a:pt x="270" y="137"/>
                  <a:pt x="280" y="117"/>
                  <a:pt x="280" y="77"/>
                </a:cubicBezTo>
                <a:cubicBezTo>
                  <a:pt x="280" y="35"/>
                  <a:pt x="270" y="14"/>
                  <a:pt x="249" y="14"/>
                </a:cubicBezTo>
                <a:moveTo>
                  <a:pt x="68" y="4"/>
                </a:moveTo>
                <a:lnTo>
                  <a:pt x="83" y="4"/>
                </a:lnTo>
                <a:lnTo>
                  <a:pt x="15" y="171"/>
                </a:lnTo>
                <a:lnTo>
                  <a:pt x="0" y="171"/>
                </a:lnTo>
                <a:lnTo>
                  <a:pt x="68" y="4"/>
                </a:lnTo>
                <a:moveTo>
                  <a:pt x="361" y="1"/>
                </a:moveTo>
                <a:cubicBezTo>
                  <a:pt x="391" y="1"/>
                  <a:pt x="406" y="26"/>
                  <a:pt x="406" y="75"/>
                </a:cubicBezTo>
                <a:cubicBezTo>
                  <a:pt x="406" y="100"/>
                  <a:pt x="401" y="118"/>
                  <a:pt x="393" y="131"/>
                </a:cubicBezTo>
                <a:cubicBezTo>
                  <a:pt x="385" y="144"/>
                  <a:pt x="373" y="150"/>
                  <a:pt x="358" y="150"/>
                </a:cubicBezTo>
                <a:cubicBezTo>
                  <a:pt x="343" y="150"/>
                  <a:pt x="332" y="144"/>
                  <a:pt x="324" y="131"/>
                </a:cubicBezTo>
                <a:cubicBezTo>
                  <a:pt x="317" y="119"/>
                  <a:pt x="313" y="102"/>
                  <a:pt x="313" y="79"/>
                </a:cubicBezTo>
                <a:cubicBezTo>
                  <a:pt x="313" y="54"/>
                  <a:pt x="317" y="34"/>
                  <a:pt x="325" y="21"/>
                </a:cubicBezTo>
                <a:cubicBezTo>
                  <a:pt x="334" y="8"/>
                  <a:pt x="346" y="1"/>
                  <a:pt x="361" y="1"/>
                </a:cubicBezTo>
                <a:moveTo>
                  <a:pt x="250" y="1"/>
                </a:moveTo>
                <a:cubicBezTo>
                  <a:pt x="281" y="1"/>
                  <a:pt x="295" y="26"/>
                  <a:pt x="295" y="75"/>
                </a:cubicBezTo>
                <a:cubicBezTo>
                  <a:pt x="295" y="100"/>
                  <a:pt x="291" y="118"/>
                  <a:pt x="283" y="131"/>
                </a:cubicBezTo>
                <a:cubicBezTo>
                  <a:pt x="275" y="144"/>
                  <a:pt x="263" y="150"/>
                  <a:pt x="246" y="150"/>
                </a:cubicBezTo>
                <a:cubicBezTo>
                  <a:pt x="232" y="150"/>
                  <a:pt x="221" y="144"/>
                  <a:pt x="213" y="131"/>
                </a:cubicBezTo>
                <a:cubicBezTo>
                  <a:pt x="206" y="119"/>
                  <a:pt x="202" y="102"/>
                  <a:pt x="202" y="79"/>
                </a:cubicBezTo>
                <a:cubicBezTo>
                  <a:pt x="202" y="54"/>
                  <a:pt x="206" y="34"/>
                  <a:pt x="214" y="21"/>
                </a:cubicBezTo>
                <a:cubicBezTo>
                  <a:pt x="222" y="8"/>
                  <a:pt x="234" y="1"/>
                  <a:pt x="250" y="1"/>
                </a:cubicBezTo>
                <a:moveTo>
                  <a:pt x="146" y="0"/>
                </a:moveTo>
                <a:lnTo>
                  <a:pt x="153" y="0"/>
                </a:lnTo>
                <a:lnTo>
                  <a:pt x="153" y="148"/>
                </a:lnTo>
                <a:lnTo>
                  <a:pt x="137" y="148"/>
                </a:lnTo>
                <a:lnTo>
                  <a:pt x="137" y="23"/>
                </a:lnTo>
                <a:cubicBezTo>
                  <a:pt x="134" y="26"/>
                  <a:pt x="129" y="29"/>
                  <a:pt x="123" y="33"/>
                </a:cubicBezTo>
                <a:cubicBezTo>
                  <a:pt x="116" y="36"/>
                  <a:pt x="110" y="39"/>
                  <a:pt x="104" y="41"/>
                </a:cubicBezTo>
                <a:lnTo>
                  <a:pt x="104" y="23"/>
                </a:lnTo>
                <a:cubicBezTo>
                  <a:pt x="111" y="21"/>
                  <a:pt x="119" y="18"/>
                  <a:pt x="127" y="14"/>
                </a:cubicBezTo>
                <a:cubicBezTo>
                  <a:pt x="135" y="9"/>
                  <a:pt x="142" y="5"/>
                  <a:pt x="146" y="0"/>
                </a:cubicBezTo>
                <a:close/>
              </a:path>
            </a:pathLst>
          </a:custGeom>
          <a:solidFill>
            <a:srgbClr val="656e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49" name=""/>
          <p:cNvSpPr/>
          <p:nvPr/>
        </p:nvSpPr>
        <p:spPr>
          <a:xfrm>
            <a:off x="854640" y="1261080"/>
            <a:ext cx="1065960" cy="150480"/>
          </a:xfrm>
          <a:custGeom>
            <a:avLst/>
            <a:gdLst/>
            <a:ahLst/>
            <a:rect l="0" t="0" r="r" b="b"/>
            <a:pathLst>
              <a:path w="2961" h="418">
                <a:moveTo>
                  <a:pt x="2391" y="147"/>
                </a:moveTo>
                <a:cubicBezTo>
                  <a:pt x="2376" y="147"/>
                  <a:pt x="2364" y="151"/>
                  <a:pt x="2356" y="160"/>
                </a:cubicBezTo>
                <a:cubicBezTo>
                  <a:pt x="2347" y="169"/>
                  <a:pt x="2342" y="180"/>
                  <a:pt x="2339" y="196"/>
                </a:cubicBezTo>
                <a:lnTo>
                  <a:pt x="2437" y="196"/>
                </a:lnTo>
                <a:cubicBezTo>
                  <a:pt x="2437" y="190"/>
                  <a:pt x="2436" y="184"/>
                  <a:pt x="2435" y="178"/>
                </a:cubicBezTo>
                <a:cubicBezTo>
                  <a:pt x="2433" y="172"/>
                  <a:pt x="2430" y="166"/>
                  <a:pt x="2426" y="162"/>
                </a:cubicBezTo>
                <a:cubicBezTo>
                  <a:pt x="2423" y="158"/>
                  <a:pt x="2418" y="154"/>
                  <a:pt x="2412" y="151"/>
                </a:cubicBezTo>
                <a:cubicBezTo>
                  <a:pt x="2406" y="148"/>
                  <a:pt x="2399" y="147"/>
                  <a:pt x="2391" y="147"/>
                </a:cubicBezTo>
                <a:moveTo>
                  <a:pt x="841" y="147"/>
                </a:moveTo>
                <a:cubicBezTo>
                  <a:pt x="826" y="147"/>
                  <a:pt x="814" y="151"/>
                  <a:pt x="805" y="160"/>
                </a:cubicBezTo>
                <a:cubicBezTo>
                  <a:pt x="797" y="169"/>
                  <a:pt x="791" y="180"/>
                  <a:pt x="789" y="196"/>
                </a:cubicBezTo>
                <a:lnTo>
                  <a:pt x="887" y="196"/>
                </a:lnTo>
                <a:cubicBezTo>
                  <a:pt x="887" y="190"/>
                  <a:pt x="886" y="184"/>
                  <a:pt x="884" y="178"/>
                </a:cubicBezTo>
                <a:cubicBezTo>
                  <a:pt x="883" y="172"/>
                  <a:pt x="880" y="166"/>
                  <a:pt x="876" y="162"/>
                </a:cubicBezTo>
                <a:cubicBezTo>
                  <a:pt x="872" y="158"/>
                  <a:pt x="867" y="154"/>
                  <a:pt x="862" y="151"/>
                </a:cubicBezTo>
                <a:cubicBezTo>
                  <a:pt x="856" y="148"/>
                  <a:pt x="849" y="147"/>
                  <a:pt x="841" y="147"/>
                </a:cubicBezTo>
                <a:moveTo>
                  <a:pt x="367" y="147"/>
                </a:moveTo>
                <a:cubicBezTo>
                  <a:pt x="352" y="147"/>
                  <a:pt x="340" y="151"/>
                  <a:pt x="331" y="160"/>
                </a:cubicBezTo>
                <a:cubicBezTo>
                  <a:pt x="323" y="169"/>
                  <a:pt x="317" y="180"/>
                  <a:pt x="314" y="196"/>
                </a:cubicBezTo>
                <a:lnTo>
                  <a:pt x="413" y="196"/>
                </a:lnTo>
                <a:cubicBezTo>
                  <a:pt x="413" y="190"/>
                  <a:pt x="412" y="184"/>
                  <a:pt x="410" y="178"/>
                </a:cubicBezTo>
                <a:cubicBezTo>
                  <a:pt x="408" y="172"/>
                  <a:pt x="406" y="166"/>
                  <a:pt x="402" y="162"/>
                </a:cubicBezTo>
                <a:cubicBezTo>
                  <a:pt x="398" y="158"/>
                  <a:pt x="393" y="154"/>
                  <a:pt x="387" y="151"/>
                </a:cubicBezTo>
                <a:cubicBezTo>
                  <a:pt x="382" y="148"/>
                  <a:pt x="375" y="147"/>
                  <a:pt x="367" y="147"/>
                </a:cubicBezTo>
                <a:moveTo>
                  <a:pt x="1389" y="106"/>
                </a:moveTo>
                <a:lnTo>
                  <a:pt x="1444" y="106"/>
                </a:lnTo>
                <a:cubicBezTo>
                  <a:pt x="1449" y="106"/>
                  <a:pt x="1453" y="107"/>
                  <a:pt x="1456" y="110"/>
                </a:cubicBezTo>
                <a:cubicBezTo>
                  <a:pt x="1458" y="112"/>
                  <a:pt x="1461" y="115"/>
                  <a:pt x="1462" y="118"/>
                </a:cubicBezTo>
                <a:lnTo>
                  <a:pt x="1506" y="231"/>
                </a:lnTo>
                <a:cubicBezTo>
                  <a:pt x="1508" y="235"/>
                  <a:pt x="1510" y="239"/>
                  <a:pt x="1511" y="244"/>
                </a:cubicBezTo>
                <a:cubicBezTo>
                  <a:pt x="1512" y="249"/>
                  <a:pt x="1513" y="253"/>
                  <a:pt x="1515" y="257"/>
                </a:cubicBezTo>
                <a:cubicBezTo>
                  <a:pt x="1517" y="248"/>
                  <a:pt x="1521" y="239"/>
                  <a:pt x="1524" y="230"/>
                </a:cubicBezTo>
                <a:lnTo>
                  <a:pt x="1566" y="118"/>
                </a:lnTo>
                <a:cubicBezTo>
                  <a:pt x="1567" y="115"/>
                  <a:pt x="1569" y="112"/>
                  <a:pt x="1572" y="110"/>
                </a:cubicBezTo>
                <a:cubicBezTo>
                  <a:pt x="1576" y="107"/>
                  <a:pt x="1579" y="106"/>
                  <a:pt x="1583" y="106"/>
                </a:cubicBezTo>
                <a:lnTo>
                  <a:pt x="1633" y="106"/>
                </a:lnTo>
                <a:lnTo>
                  <a:pt x="1506" y="406"/>
                </a:lnTo>
                <a:cubicBezTo>
                  <a:pt x="1504" y="410"/>
                  <a:pt x="1502" y="413"/>
                  <a:pt x="1499" y="415"/>
                </a:cubicBezTo>
                <a:cubicBezTo>
                  <a:pt x="1496" y="417"/>
                  <a:pt x="1492" y="418"/>
                  <a:pt x="1486" y="418"/>
                </a:cubicBezTo>
                <a:lnTo>
                  <a:pt x="1439" y="418"/>
                </a:lnTo>
                <a:lnTo>
                  <a:pt x="1483" y="323"/>
                </a:lnTo>
                <a:lnTo>
                  <a:pt x="1389" y="106"/>
                </a:lnTo>
                <a:moveTo>
                  <a:pt x="1141" y="106"/>
                </a:moveTo>
                <a:lnTo>
                  <a:pt x="1204" y="106"/>
                </a:lnTo>
                <a:lnTo>
                  <a:pt x="1204" y="342"/>
                </a:lnTo>
                <a:lnTo>
                  <a:pt x="1141" y="342"/>
                </a:lnTo>
                <a:lnTo>
                  <a:pt x="1141" y="106"/>
                </a:lnTo>
                <a:moveTo>
                  <a:pt x="475" y="106"/>
                </a:moveTo>
                <a:lnTo>
                  <a:pt x="527" y="106"/>
                </a:lnTo>
                <a:cubicBezTo>
                  <a:pt x="532" y="106"/>
                  <a:pt x="536" y="107"/>
                  <a:pt x="539" y="110"/>
                </a:cubicBezTo>
                <a:cubicBezTo>
                  <a:pt x="542" y="112"/>
                  <a:pt x="544" y="115"/>
                  <a:pt x="545" y="118"/>
                </a:cubicBezTo>
                <a:lnTo>
                  <a:pt x="585" y="234"/>
                </a:lnTo>
                <a:cubicBezTo>
                  <a:pt x="587" y="242"/>
                  <a:pt x="590" y="250"/>
                  <a:pt x="592" y="258"/>
                </a:cubicBezTo>
                <a:cubicBezTo>
                  <a:pt x="594" y="265"/>
                  <a:pt x="595" y="273"/>
                  <a:pt x="597" y="280"/>
                </a:cubicBezTo>
                <a:cubicBezTo>
                  <a:pt x="598" y="273"/>
                  <a:pt x="600" y="265"/>
                  <a:pt x="602" y="258"/>
                </a:cubicBezTo>
                <a:cubicBezTo>
                  <a:pt x="604" y="250"/>
                  <a:pt x="607" y="242"/>
                  <a:pt x="610" y="234"/>
                </a:cubicBezTo>
                <a:lnTo>
                  <a:pt x="651" y="118"/>
                </a:lnTo>
                <a:cubicBezTo>
                  <a:pt x="652" y="115"/>
                  <a:pt x="654" y="112"/>
                  <a:pt x="657" y="110"/>
                </a:cubicBezTo>
                <a:cubicBezTo>
                  <a:pt x="660" y="107"/>
                  <a:pt x="663" y="106"/>
                  <a:pt x="667" y="106"/>
                </a:cubicBezTo>
                <a:lnTo>
                  <a:pt x="717" y="106"/>
                </a:lnTo>
                <a:lnTo>
                  <a:pt x="625" y="342"/>
                </a:lnTo>
                <a:lnTo>
                  <a:pt x="568" y="342"/>
                </a:lnTo>
                <a:lnTo>
                  <a:pt x="475" y="106"/>
                </a:lnTo>
                <a:moveTo>
                  <a:pt x="2629" y="103"/>
                </a:moveTo>
                <a:cubicBezTo>
                  <a:pt x="2647" y="103"/>
                  <a:pt x="2662" y="106"/>
                  <a:pt x="2676" y="111"/>
                </a:cubicBezTo>
                <a:cubicBezTo>
                  <a:pt x="2689" y="117"/>
                  <a:pt x="2702" y="125"/>
                  <a:pt x="2712" y="137"/>
                </a:cubicBezTo>
                <a:lnTo>
                  <a:pt x="2696" y="159"/>
                </a:lnTo>
                <a:cubicBezTo>
                  <a:pt x="2694" y="161"/>
                  <a:pt x="2692" y="163"/>
                  <a:pt x="2690" y="165"/>
                </a:cubicBezTo>
                <a:cubicBezTo>
                  <a:pt x="2689" y="166"/>
                  <a:pt x="2686" y="166"/>
                  <a:pt x="2683" y="166"/>
                </a:cubicBezTo>
                <a:cubicBezTo>
                  <a:pt x="2680" y="166"/>
                  <a:pt x="2677" y="166"/>
                  <a:pt x="2674" y="164"/>
                </a:cubicBezTo>
                <a:cubicBezTo>
                  <a:pt x="2671" y="162"/>
                  <a:pt x="2668" y="160"/>
                  <a:pt x="2664" y="158"/>
                </a:cubicBezTo>
                <a:cubicBezTo>
                  <a:pt x="2660" y="156"/>
                  <a:pt x="2656" y="154"/>
                  <a:pt x="2651" y="153"/>
                </a:cubicBezTo>
                <a:cubicBezTo>
                  <a:pt x="2646" y="151"/>
                  <a:pt x="2640" y="150"/>
                  <a:pt x="2632" y="150"/>
                </a:cubicBezTo>
                <a:cubicBezTo>
                  <a:pt x="2623" y="150"/>
                  <a:pt x="2615" y="152"/>
                  <a:pt x="2608" y="155"/>
                </a:cubicBezTo>
                <a:cubicBezTo>
                  <a:pt x="2601" y="158"/>
                  <a:pt x="2595" y="163"/>
                  <a:pt x="2590" y="170"/>
                </a:cubicBezTo>
                <a:cubicBezTo>
                  <a:pt x="2586" y="176"/>
                  <a:pt x="2583" y="184"/>
                  <a:pt x="2580" y="193"/>
                </a:cubicBezTo>
                <a:cubicBezTo>
                  <a:pt x="2578" y="202"/>
                  <a:pt x="2577" y="213"/>
                  <a:pt x="2577" y="224"/>
                </a:cubicBezTo>
                <a:cubicBezTo>
                  <a:pt x="2577" y="248"/>
                  <a:pt x="2582" y="267"/>
                  <a:pt x="2591" y="279"/>
                </a:cubicBezTo>
                <a:cubicBezTo>
                  <a:pt x="2601" y="292"/>
                  <a:pt x="2614" y="298"/>
                  <a:pt x="2631" y="298"/>
                </a:cubicBezTo>
                <a:cubicBezTo>
                  <a:pt x="2637" y="298"/>
                  <a:pt x="2642" y="298"/>
                  <a:pt x="2646" y="297"/>
                </a:cubicBezTo>
                <a:cubicBezTo>
                  <a:pt x="2650" y="296"/>
                  <a:pt x="2654" y="295"/>
                  <a:pt x="2657" y="293"/>
                </a:cubicBezTo>
                <a:cubicBezTo>
                  <a:pt x="2660" y="292"/>
                  <a:pt x="2663" y="290"/>
                  <a:pt x="2665" y="288"/>
                </a:cubicBezTo>
                <a:cubicBezTo>
                  <a:pt x="2667" y="286"/>
                  <a:pt x="2670" y="285"/>
                  <a:pt x="2672" y="283"/>
                </a:cubicBezTo>
                <a:cubicBezTo>
                  <a:pt x="2674" y="282"/>
                  <a:pt x="2676" y="280"/>
                  <a:pt x="2678" y="279"/>
                </a:cubicBezTo>
                <a:cubicBezTo>
                  <a:pt x="2680" y="278"/>
                  <a:pt x="2682" y="278"/>
                  <a:pt x="2685" y="278"/>
                </a:cubicBezTo>
                <a:cubicBezTo>
                  <a:pt x="2690" y="278"/>
                  <a:pt x="2693" y="280"/>
                  <a:pt x="2696" y="284"/>
                </a:cubicBezTo>
                <a:lnTo>
                  <a:pt x="2714" y="306"/>
                </a:lnTo>
                <a:cubicBezTo>
                  <a:pt x="2708" y="314"/>
                  <a:pt x="2701" y="321"/>
                  <a:pt x="2693" y="325"/>
                </a:cubicBezTo>
                <a:cubicBezTo>
                  <a:pt x="2685" y="331"/>
                  <a:pt x="2677" y="335"/>
                  <a:pt x="2669" y="337"/>
                </a:cubicBezTo>
                <a:cubicBezTo>
                  <a:pt x="2661" y="341"/>
                  <a:pt x="2653" y="343"/>
                  <a:pt x="2644" y="344"/>
                </a:cubicBezTo>
                <a:cubicBezTo>
                  <a:pt x="2636" y="345"/>
                  <a:pt x="2628" y="346"/>
                  <a:pt x="2619" y="346"/>
                </a:cubicBezTo>
                <a:cubicBezTo>
                  <a:pt x="2605" y="346"/>
                  <a:pt x="2591" y="343"/>
                  <a:pt x="2578" y="337"/>
                </a:cubicBezTo>
                <a:cubicBezTo>
                  <a:pt x="2565" y="332"/>
                  <a:pt x="2554" y="324"/>
                  <a:pt x="2544" y="314"/>
                </a:cubicBezTo>
                <a:cubicBezTo>
                  <a:pt x="2535" y="303"/>
                  <a:pt x="2527" y="291"/>
                  <a:pt x="2521" y="276"/>
                </a:cubicBezTo>
                <a:cubicBezTo>
                  <a:pt x="2515" y="261"/>
                  <a:pt x="2512" y="243"/>
                  <a:pt x="2512" y="224"/>
                </a:cubicBezTo>
                <a:cubicBezTo>
                  <a:pt x="2512" y="207"/>
                  <a:pt x="2515" y="191"/>
                  <a:pt x="2520" y="176"/>
                </a:cubicBezTo>
                <a:cubicBezTo>
                  <a:pt x="2525" y="161"/>
                  <a:pt x="2533" y="148"/>
                  <a:pt x="2542" y="137"/>
                </a:cubicBezTo>
                <a:cubicBezTo>
                  <a:pt x="2552" y="127"/>
                  <a:pt x="2564" y="118"/>
                  <a:pt x="2578" y="112"/>
                </a:cubicBezTo>
                <a:cubicBezTo>
                  <a:pt x="2593" y="106"/>
                  <a:pt x="2609" y="103"/>
                  <a:pt x="2629" y="103"/>
                </a:cubicBezTo>
                <a:moveTo>
                  <a:pt x="2390" y="103"/>
                </a:moveTo>
                <a:cubicBezTo>
                  <a:pt x="2405" y="103"/>
                  <a:pt x="2419" y="105"/>
                  <a:pt x="2432" y="110"/>
                </a:cubicBezTo>
                <a:cubicBezTo>
                  <a:pt x="2444" y="115"/>
                  <a:pt x="2455" y="122"/>
                  <a:pt x="2464" y="131"/>
                </a:cubicBezTo>
                <a:cubicBezTo>
                  <a:pt x="2474" y="140"/>
                  <a:pt x="2481" y="151"/>
                  <a:pt x="2486" y="165"/>
                </a:cubicBezTo>
                <a:cubicBezTo>
                  <a:pt x="2491" y="178"/>
                  <a:pt x="2494" y="193"/>
                  <a:pt x="2494" y="210"/>
                </a:cubicBezTo>
                <a:cubicBezTo>
                  <a:pt x="2494" y="215"/>
                  <a:pt x="2493" y="219"/>
                  <a:pt x="2493" y="222"/>
                </a:cubicBezTo>
                <a:cubicBezTo>
                  <a:pt x="2493" y="225"/>
                  <a:pt x="2492" y="227"/>
                  <a:pt x="2491" y="229"/>
                </a:cubicBezTo>
                <a:cubicBezTo>
                  <a:pt x="2490" y="231"/>
                  <a:pt x="2488" y="232"/>
                  <a:pt x="2486" y="233"/>
                </a:cubicBezTo>
                <a:cubicBezTo>
                  <a:pt x="2485" y="234"/>
                  <a:pt x="2482" y="234"/>
                  <a:pt x="2479" y="234"/>
                </a:cubicBezTo>
                <a:lnTo>
                  <a:pt x="2338" y="234"/>
                </a:lnTo>
                <a:cubicBezTo>
                  <a:pt x="2340" y="256"/>
                  <a:pt x="2346" y="272"/>
                  <a:pt x="2357" y="282"/>
                </a:cubicBezTo>
                <a:cubicBezTo>
                  <a:pt x="2367" y="293"/>
                  <a:pt x="2381" y="298"/>
                  <a:pt x="2399" y="298"/>
                </a:cubicBezTo>
                <a:cubicBezTo>
                  <a:pt x="2407" y="298"/>
                  <a:pt x="2415" y="297"/>
                  <a:pt x="2421" y="295"/>
                </a:cubicBezTo>
                <a:cubicBezTo>
                  <a:pt x="2427" y="293"/>
                  <a:pt x="2433" y="290"/>
                  <a:pt x="2438" y="288"/>
                </a:cubicBezTo>
                <a:cubicBezTo>
                  <a:pt x="2443" y="285"/>
                  <a:pt x="2447" y="283"/>
                  <a:pt x="2451" y="281"/>
                </a:cubicBezTo>
                <a:cubicBezTo>
                  <a:pt x="2455" y="279"/>
                  <a:pt x="2458" y="278"/>
                  <a:pt x="2462" y="278"/>
                </a:cubicBezTo>
                <a:cubicBezTo>
                  <a:pt x="2467" y="278"/>
                  <a:pt x="2471" y="280"/>
                  <a:pt x="2474" y="284"/>
                </a:cubicBezTo>
                <a:lnTo>
                  <a:pt x="2492" y="306"/>
                </a:lnTo>
                <a:cubicBezTo>
                  <a:pt x="2485" y="314"/>
                  <a:pt x="2478" y="321"/>
                  <a:pt x="2470" y="325"/>
                </a:cubicBezTo>
                <a:cubicBezTo>
                  <a:pt x="2462" y="331"/>
                  <a:pt x="2453" y="335"/>
                  <a:pt x="2445" y="337"/>
                </a:cubicBezTo>
                <a:cubicBezTo>
                  <a:pt x="2436" y="341"/>
                  <a:pt x="2427" y="343"/>
                  <a:pt x="2418" y="344"/>
                </a:cubicBezTo>
                <a:cubicBezTo>
                  <a:pt x="2409" y="345"/>
                  <a:pt x="2401" y="346"/>
                  <a:pt x="2393" y="346"/>
                </a:cubicBezTo>
                <a:cubicBezTo>
                  <a:pt x="2376" y="346"/>
                  <a:pt x="2361" y="343"/>
                  <a:pt x="2347" y="337"/>
                </a:cubicBezTo>
                <a:cubicBezTo>
                  <a:pt x="2333" y="332"/>
                  <a:pt x="2320" y="324"/>
                  <a:pt x="2309" y="313"/>
                </a:cubicBezTo>
                <a:cubicBezTo>
                  <a:pt x="2299" y="303"/>
                  <a:pt x="2291" y="290"/>
                  <a:pt x="2284" y="274"/>
                </a:cubicBezTo>
                <a:cubicBezTo>
                  <a:pt x="2278" y="258"/>
                  <a:pt x="2275" y="240"/>
                  <a:pt x="2275" y="219"/>
                </a:cubicBezTo>
                <a:cubicBezTo>
                  <a:pt x="2275" y="203"/>
                  <a:pt x="2278" y="188"/>
                  <a:pt x="2283" y="174"/>
                </a:cubicBezTo>
                <a:cubicBezTo>
                  <a:pt x="2288" y="160"/>
                  <a:pt x="2296" y="148"/>
                  <a:pt x="2306" y="137"/>
                </a:cubicBezTo>
                <a:cubicBezTo>
                  <a:pt x="2316" y="127"/>
                  <a:pt x="2328" y="118"/>
                  <a:pt x="2342" y="112"/>
                </a:cubicBezTo>
                <a:cubicBezTo>
                  <a:pt x="2356" y="106"/>
                  <a:pt x="2372" y="103"/>
                  <a:pt x="2390" y="103"/>
                </a:cubicBezTo>
                <a:moveTo>
                  <a:pt x="840" y="103"/>
                </a:moveTo>
                <a:cubicBezTo>
                  <a:pt x="855" y="103"/>
                  <a:pt x="869" y="105"/>
                  <a:pt x="881" y="110"/>
                </a:cubicBezTo>
                <a:cubicBezTo>
                  <a:pt x="894" y="115"/>
                  <a:pt x="905" y="122"/>
                  <a:pt x="914" y="131"/>
                </a:cubicBezTo>
                <a:cubicBezTo>
                  <a:pt x="923" y="140"/>
                  <a:pt x="931" y="151"/>
                  <a:pt x="936" y="165"/>
                </a:cubicBezTo>
                <a:cubicBezTo>
                  <a:pt x="941" y="178"/>
                  <a:pt x="943" y="193"/>
                  <a:pt x="943" y="210"/>
                </a:cubicBezTo>
                <a:cubicBezTo>
                  <a:pt x="943" y="215"/>
                  <a:pt x="943" y="219"/>
                  <a:pt x="943" y="222"/>
                </a:cubicBezTo>
                <a:cubicBezTo>
                  <a:pt x="942" y="225"/>
                  <a:pt x="941" y="227"/>
                  <a:pt x="940" y="229"/>
                </a:cubicBezTo>
                <a:cubicBezTo>
                  <a:pt x="939" y="231"/>
                  <a:pt x="938" y="232"/>
                  <a:pt x="936" y="233"/>
                </a:cubicBezTo>
                <a:cubicBezTo>
                  <a:pt x="934" y="234"/>
                  <a:pt x="932" y="234"/>
                  <a:pt x="929" y="234"/>
                </a:cubicBezTo>
                <a:lnTo>
                  <a:pt x="788" y="234"/>
                </a:lnTo>
                <a:cubicBezTo>
                  <a:pt x="790" y="256"/>
                  <a:pt x="796" y="272"/>
                  <a:pt x="807" y="282"/>
                </a:cubicBezTo>
                <a:cubicBezTo>
                  <a:pt x="817" y="293"/>
                  <a:pt x="831" y="298"/>
                  <a:pt x="848" y="298"/>
                </a:cubicBezTo>
                <a:cubicBezTo>
                  <a:pt x="857" y="298"/>
                  <a:pt x="864" y="297"/>
                  <a:pt x="871" y="295"/>
                </a:cubicBezTo>
                <a:cubicBezTo>
                  <a:pt x="877" y="293"/>
                  <a:pt x="882" y="290"/>
                  <a:pt x="887" y="288"/>
                </a:cubicBezTo>
                <a:cubicBezTo>
                  <a:pt x="892" y="285"/>
                  <a:pt x="896" y="283"/>
                  <a:pt x="900" y="281"/>
                </a:cubicBezTo>
                <a:cubicBezTo>
                  <a:pt x="904" y="279"/>
                  <a:pt x="908" y="278"/>
                  <a:pt x="912" y="278"/>
                </a:cubicBezTo>
                <a:cubicBezTo>
                  <a:pt x="917" y="278"/>
                  <a:pt x="921" y="280"/>
                  <a:pt x="923" y="284"/>
                </a:cubicBezTo>
                <a:lnTo>
                  <a:pt x="942" y="306"/>
                </a:lnTo>
                <a:cubicBezTo>
                  <a:pt x="935" y="314"/>
                  <a:pt x="927" y="321"/>
                  <a:pt x="919" y="325"/>
                </a:cubicBezTo>
                <a:cubicBezTo>
                  <a:pt x="911" y="331"/>
                  <a:pt x="903" y="335"/>
                  <a:pt x="894" y="337"/>
                </a:cubicBezTo>
                <a:cubicBezTo>
                  <a:pt x="886" y="341"/>
                  <a:pt x="877" y="343"/>
                  <a:pt x="868" y="344"/>
                </a:cubicBezTo>
                <a:cubicBezTo>
                  <a:pt x="859" y="345"/>
                  <a:pt x="851" y="346"/>
                  <a:pt x="842" y="346"/>
                </a:cubicBezTo>
                <a:cubicBezTo>
                  <a:pt x="826" y="346"/>
                  <a:pt x="811" y="343"/>
                  <a:pt x="796" y="337"/>
                </a:cubicBezTo>
                <a:cubicBezTo>
                  <a:pt x="782" y="332"/>
                  <a:pt x="770" y="324"/>
                  <a:pt x="759" y="313"/>
                </a:cubicBezTo>
                <a:cubicBezTo>
                  <a:pt x="748" y="303"/>
                  <a:pt x="740" y="290"/>
                  <a:pt x="734" y="274"/>
                </a:cubicBezTo>
                <a:cubicBezTo>
                  <a:pt x="728" y="258"/>
                  <a:pt x="725" y="240"/>
                  <a:pt x="725" y="219"/>
                </a:cubicBezTo>
                <a:cubicBezTo>
                  <a:pt x="725" y="203"/>
                  <a:pt x="727" y="188"/>
                  <a:pt x="733" y="174"/>
                </a:cubicBezTo>
                <a:cubicBezTo>
                  <a:pt x="738" y="160"/>
                  <a:pt x="746" y="148"/>
                  <a:pt x="755" y="137"/>
                </a:cubicBezTo>
                <a:cubicBezTo>
                  <a:pt x="765" y="127"/>
                  <a:pt x="777" y="118"/>
                  <a:pt x="792" y="112"/>
                </a:cubicBezTo>
                <a:cubicBezTo>
                  <a:pt x="806" y="106"/>
                  <a:pt x="822" y="103"/>
                  <a:pt x="840" y="103"/>
                </a:cubicBezTo>
                <a:moveTo>
                  <a:pt x="365" y="103"/>
                </a:moveTo>
                <a:cubicBezTo>
                  <a:pt x="381" y="103"/>
                  <a:pt x="394" y="105"/>
                  <a:pt x="407" y="110"/>
                </a:cubicBezTo>
                <a:cubicBezTo>
                  <a:pt x="420" y="115"/>
                  <a:pt x="431" y="122"/>
                  <a:pt x="440" y="131"/>
                </a:cubicBezTo>
                <a:cubicBezTo>
                  <a:pt x="449" y="140"/>
                  <a:pt x="456" y="151"/>
                  <a:pt x="462" y="165"/>
                </a:cubicBezTo>
                <a:cubicBezTo>
                  <a:pt x="467" y="178"/>
                  <a:pt x="469" y="193"/>
                  <a:pt x="469" y="210"/>
                </a:cubicBezTo>
                <a:cubicBezTo>
                  <a:pt x="469" y="215"/>
                  <a:pt x="469" y="219"/>
                  <a:pt x="469" y="222"/>
                </a:cubicBezTo>
                <a:cubicBezTo>
                  <a:pt x="468" y="225"/>
                  <a:pt x="467" y="227"/>
                  <a:pt x="466" y="229"/>
                </a:cubicBezTo>
                <a:cubicBezTo>
                  <a:pt x="465" y="231"/>
                  <a:pt x="464" y="232"/>
                  <a:pt x="462" y="233"/>
                </a:cubicBezTo>
                <a:cubicBezTo>
                  <a:pt x="460" y="234"/>
                  <a:pt x="458" y="234"/>
                  <a:pt x="455" y="234"/>
                </a:cubicBezTo>
                <a:lnTo>
                  <a:pt x="314" y="234"/>
                </a:lnTo>
                <a:cubicBezTo>
                  <a:pt x="316" y="256"/>
                  <a:pt x="322" y="272"/>
                  <a:pt x="332" y="282"/>
                </a:cubicBezTo>
                <a:cubicBezTo>
                  <a:pt x="343" y="293"/>
                  <a:pt x="357" y="298"/>
                  <a:pt x="374" y="298"/>
                </a:cubicBezTo>
                <a:cubicBezTo>
                  <a:pt x="383" y="298"/>
                  <a:pt x="390" y="297"/>
                  <a:pt x="396" y="295"/>
                </a:cubicBezTo>
                <a:cubicBezTo>
                  <a:pt x="403" y="293"/>
                  <a:pt x="408" y="290"/>
                  <a:pt x="413" y="288"/>
                </a:cubicBezTo>
                <a:cubicBezTo>
                  <a:pt x="418" y="285"/>
                  <a:pt x="422" y="283"/>
                  <a:pt x="426" y="281"/>
                </a:cubicBezTo>
                <a:cubicBezTo>
                  <a:pt x="430" y="279"/>
                  <a:pt x="434" y="278"/>
                  <a:pt x="438" y="278"/>
                </a:cubicBezTo>
                <a:cubicBezTo>
                  <a:pt x="443" y="278"/>
                  <a:pt x="446" y="280"/>
                  <a:pt x="449" y="284"/>
                </a:cubicBezTo>
                <a:lnTo>
                  <a:pt x="467" y="306"/>
                </a:lnTo>
                <a:cubicBezTo>
                  <a:pt x="461" y="314"/>
                  <a:pt x="453" y="321"/>
                  <a:pt x="445" y="325"/>
                </a:cubicBezTo>
                <a:cubicBezTo>
                  <a:pt x="437" y="331"/>
                  <a:pt x="429" y="335"/>
                  <a:pt x="420" y="337"/>
                </a:cubicBezTo>
                <a:cubicBezTo>
                  <a:pt x="411" y="341"/>
                  <a:pt x="403" y="343"/>
                  <a:pt x="394" y="344"/>
                </a:cubicBezTo>
                <a:cubicBezTo>
                  <a:pt x="385" y="345"/>
                  <a:pt x="376" y="346"/>
                  <a:pt x="368" y="346"/>
                </a:cubicBezTo>
                <a:cubicBezTo>
                  <a:pt x="352" y="346"/>
                  <a:pt x="336" y="343"/>
                  <a:pt x="322" y="337"/>
                </a:cubicBezTo>
                <a:cubicBezTo>
                  <a:pt x="308" y="332"/>
                  <a:pt x="295" y="324"/>
                  <a:pt x="285" y="313"/>
                </a:cubicBezTo>
                <a:cubicBezTo>
                  <a:pt x="274" y="303"/>
                  <a:pt x="266" y="290"/>
                  <a:pt x="260" y="274"/>
                </a:cubicBezTo>
                <a:cubicBezTo>
                  <a:pt x="254" y="258"/>
                  <a:pt x="251" y="240"/>
                  <a:pt x="251" y="219"/>
                </a:cubicBezTo>
                <a:cubicBezTo>
                  <a:pt x="251" y="203"/>
                  <a:pt x="253" y="188"/>
                  <a:pt x="259" y="174"/>
                </a:cubicBezTo>
                <a:cubicBezTo>
                  <a:pt x="264" y="160"/>
                  <a:pt x="271" y="148"/>
                  <a:pt x="281" y="137"/>
                </a:cubicBezTo>
                <a:cubicBezTo>
                  <a:pt x="291" y="127"/>
                  <a:pt x="303" y="118"/>
                  <a:pt x="317" y="112"/>
                </a:cubicBezTo>
                <a:cubicBezTo>
                  <a:pt x="332" y="106"/>
                  <a:pt x="348" y="103"/>
                  <a:pt x="365" y="103"/>
                </a:cubicBezTo>
                <a:moveTo>
                  <a:pt x="1094" y="102"/>
                </a:moveTo>
                <a:cubicBezTo>
                  <a:pt x="1104" y="102"/>
                  <a:pt x="1113" y="104"/>
                  <a:pt x="1120" y="109"/>
                </a:cubicBezTo>
                <a:lnTo>
                  <a:pt x="1116" y="156"/>
                </a:lnTo>
                <a:cubicBezTo>
                  <a:pt x="1115" y="159"/>
                  <a:pt x="1114" y="161"/>
                  <a:pt x="1112" y="162"/>
                </a:cubicBezTo>
                <a:cubicBezTo>
                  <a:pt x="1111" y="164"/>
                  <a:pt x="1108" y="164"/>
                  <a:pt x="1106" y="164"/>
                </a:cubicBezTo>
                <a:cubicBezTo>
                  <a:pt x="1103" y="164"/>
                  <a:pt x="1100" y="164"/>
                  <a:pt x="1095" y="163"/>
                </a:cubicBezTo>
                <a:cubicBezTo>
                  <a:pt x="1091" y="162"/>
                  <a:pt x="1086" y="162"/>
                  <a:pt x="1082" y="162"/>
                </a:cubicBezTo>
                <a:cubicBezTo>
                  <a:pt x="1077" y="162"/>
                  <a:pt x="1071" y="163"/>
                  <a:pt x="1067" y="165"/>
                </a:cubicBezTo>
                <a:cubicBezTo>
                  <a:pt x="1062" y="166"/>
                  <a:pt x="1058" y="169"/>
                  <a:pt x="1055" y="172"/>
                </a:cubicBezTo>
                <a:cubicBezTo>
                  <a:pt x="1051" y="175"/>
                  <a:pt x="1048" y="178"/>
                  <a:pt x="1045" y="183"/>
                </a:cubicBezTo>
                <a:cubicBezTo>
                  <a:pt x="1043" y="187"/>
                  <a:pt x="1040" y="192"/>
                  <a:pt x="1038" y="198"/>
                </a:cubicBezTo>
                <a:lnTo>
                  <a:pt x="1038" y="342"/>
                </a:lnTo>
                <a:lnTo>
                  <a:pt x="974" y="342"/>
                </a:lnTo>
                <a:lnTo>
                  <a:pt x="974" y="106"/>
                </a:lnTo>
                <a:lnTo>
                  <a:pt x="1012" y="106"/>
                </a:lnTo>
                <a:cubicBezTo>
                  <a:pt x="1018" y="106"/>
                  <a:pt x="1023" y="107"/>
                  <a:pt x="1025" y="110"/>
                </a:cubicBezTo>
                <a:cubicBezTo>
                  <a:pt x="1027" y="112"/>
                  <a:pt x="1029" y="116"/>
                  <a:pt x="1030" y="122"/>
                </a:cubicBezTo>
                <a:lnTo>
                  <a:pt x="1034" y="145"/>
                </a:lnTo>
                <a:cubicBezTo>
                  <a:pt x="1041" y="132"/>
                  <a:pt x="1050" y="121"/>
                  <a:pt x="1060" y="113"/>
                </a:cubicBezTo>
                <a:cubicBezTo>
                  <a:pt x="1069" y="106"/>
                  <a:pt x="1081" y="102"/>
                  <a:pt x="1094" y="102"/>
                </a:cubicBezTo>
                <a:moveTo>
                  <a:pt x="1295" y="35"/>
                </a:moveTo>
                <a:lnTo>
                  <a:pt x="1328" y="35"/>
                </a:lnTo>
                <a:lnTo>
                  <a:pt x="1328" y="108"/>
                </a:lnTo>
                <a:lnTo>
                  <a:pt x="1389" y="108"/>
                </a:lnTo>
                <a:lnTo>
                  <a:pt x="1389" y="152"/>
                </a:lnTo>
                <a:lnTo>
                  <a:pt x="1328" y="152"/>
                </a:lnTo>
                <a:lnTo>
                  <a:pt x="1328" y="275"/>
                </a:lnTo>
                <a:cubicBezTo>
                  <a:pt x="1328" y="281"/>
                  <a:pt x="1329" y="286"/>
                  <a:pt x="1332" y="290"/>
                </a:cubicBezTo>
                <a:cubicBezTo>
                  <a:pt x="1336" y="294"/>
                  <a:pt x="1340" y="296"/>
                  <a:pt x="1346" y="296"/>
                </a:cubicBezTo>
                <a:cubicBezTo>
                  <a:pt x="1349" y="296"/>
                  <a:pt x="1352" y="296"/>
                  <a:pt x="1354" y="295"/>
                </a:cubicBezTo>
                <a:cubicBezTo>
                  <a:pt x="1356" y="294"/>
                  <a:pt x="1358" y="293"/>
                  <a:pt x="1359" y="293"/>
                </a:cubicBezTo>
                <a:cubicBezTo>
                  <a:pt x="1361" y="292"/>
                  <a:pt x="1362" y="291"/>
                  <a:pt x="1364" y="290"/>
                </a:cubicBezTo>
                <a:cubicBezTo>
                  <a:pt x="1365" y="290"/>
                  <a:pt x="1366" y="289"/>
                  <a:pt x="1367" y="289"/>
                </a:cubicBezTo>
                <a:cubicBezTo>
                  <a:pt x="1369" y="289"/>
                  <a:pt x="1371" y="290"/>
                  <a:pt x="1372" y="291"/>
                </a:cubicBezTo>
                <a:cubicBezTo>
                  <a:pt x="1373" y="291"/>
                  <a:pt x="1374" y="293"/>
                  <a:pt x="1376" y="295"/>
                </a:cubicBezTo>
                <a:lnTo>
                  <a:pt x="1395" y="325"/>
                </a:lnTo>
                <a:cubicBezTo>
                  <a:pt x="1386" y="332"/>
                  <a:pt x="1376" y="337"/>
                  <a:pt x="1365" y="341"/>
                </a:cubicBezTo>
                <a:cubicBezTo>
                  <a:pt x="1354" y="344"/>
                  <a:pt x="1343" y="346"/>
                  <a:pt x="1331" y="346"/>
                </a:cubicBezTo>
                <a:cubicBezTo>
                  <a:pt x="1320" y="346"/>
                  <a:pt x="1311" y="344"/>
                  <a:pt x="1303" y="341"/>
                </a:cubicBezTo>
                <a:cubicBezTo>
                  <a:pt x="1294" y="338"/>
                  <a:pt x="1288" y="334"/>
                  <a:pt x="1282" y="328"/>
                </a:cubicBezTo>
                <a:cubicBezTo>
                  <a:pt x="1276" y="322"/>
                  <a:pt x="1272" y="315"/>
                  <a:pt x="1269" y="307"/>
                </a:cubicBezTo>
                <a:cubicBezTo>
                  <a:pt x="1266" y="298"/>
                  <a:pt x="1265" y="289"/>
                  <a:pt x="1265" y="279"/>
                </a:cubicBezTo>
                <a:lnTo>
                  <a:pt x="1265" y="152"/>
                </a:lnTo>
                <a:lnTo>
                  <a:pt x="1243" y="152"/>
                </a:lnTo>
                <a:cubicBezTo>
                  <a:pt x="1239" y="152"/>
                  <a:pt x="1236" y="151"/>
                  <a:pt x="1234" y="148"/>
                </a:cubicBezTo>
                <a:cubicBezTo>
                  <a:pt x="1232" y="146"/>
                  <a:pt x="1231" y="143"/>
                  <a:pt x="1231" y="139"/>
                </a:cubicBezTo>
                <a:lnTo>
                  <a:pt x="1231" y="114"/>
                </a:lnTo>
                <a:lnTo>
                  <a:pt x="1268" y="107"/>
                </a:lnTo>
                <a:lnTo>
                  <a:pt x="1281" y="46"/>
                </a:lnTo>
                <a:cubicBezTo>
                  <a:pt x="1283" y="38"/>
                  <a:pt x="1287" y="35"/>
                  <a:pt x="1295" y="35"/>
                </a:cubicBezTo>
                <a:moveTo>
                  <a:pt x="1899" y="6"/>
                </a:moveTo>
                <a:cubicBezTo>
                  <a:pt x="1911" y="6"/>
                  <a:pt x="1923" y="7"/>
                  <a:pt x="1934" y="9"/>
                </a:cubicBezTo>
                <a:cubicBezTo>
                  <a:pt x="1945" y="11"/>
                  <a:pt x="1955" y="14"/>
                  <a:pt x="1964" y="18"/>
                </a:cubicBezTo>
                <a:cubicBezTo>
                  <a:pt x="1974" y="22"/>
                  <a:pt x="1983" y="26"/>
                  <a:pt x="1990" y="32"/>
                </a:cubicBezTo>
                <a:cubicBezTo>
                  <a:pt x="1999" y="37"/>
                  <a:pt x="2006" y="44"/>
                  <a:pt x="2012" y="50"/>
                </a:cubicBezTo>
                <a:lnTo>
                  <a:pt x="1989" y="82"/>
                </a:lnTo>
                <a:cubicBezTo>
                  <a:pt x="1988" y="84"/>
                  <a:pt x="1986" y="86"/>
                  <a:pt x="1984" y="87"/>
                </a:cubicBezTo>
                <a:cubicBezTo>
                  <a:pt x="1982" y="89"/>
                  <a:pt x="1979" y="89"/>
                  <a:pt x="1975" y="89"/>
                </a:cubicBezTo>
                <a:cubicBezTo>
                  <a:pt x="1971" y="89"/>
                  <a:pt x="1968" y="88"/>
                  <a:pt x="1964" y="86"/>
                </a:cubicBezTo>
                <a:cubicBezTo>
                  <a:pt x="1960" y="83"/>
                  <a:pt x="1956" y="80"/>
                  <a:pt x="1950" y="77"/>
                </a:cubicBezTo>
                <a:cubicBezTo>
                  <a:pt x="1945" y="74"/>
                  <a:pt x="1938" y="71"/>
                  <a:pt x="1930" y="68"/>
                </a:cubicBezTo>
                <a:cubicBezTo>
                  <a:pt x="1922" y="65"/>
                  <a:pt x="1911" y="64"/>
                  <a:pt x="1899" y="64"/>
                </a:cubicBezTo>
                <a:cubicBezTo>
                  <a:pt x="1885" y="64"/>
                  <a:pt x="1873" y="67"/>
                  <a:pt x="1861" y="72"/>
                </a:cubicBezTo>
                <a:cubicBezTo>
                  <a:pt x="1849" y="77"/>
                  <a:pt x="1839" y="84"/>
                  <a:pt x="1831" y="94"/>
                </a:cubicBezTo>
                <a:cubicBezTo>
                  <a:pt x="1823" y="103"/>
                  <a:pt x="1816" y="115"/>
                  <a:pt x="1812" y="129"/>
                </a:cubicBezTo>
                <a:cubicBezTo>
                  <a:pt x="1807" y="143"/>
                  <a:pt x="1805" y="159"/>
                  <a:pt x="1805" y="176"/>
                </a:cubicBezTo>
                <a:cubicBezTo>
                  <a:pt x="1805" y="194"/>
                  <a:pt x="1807" y="210"/>
                  <a:pt x="1812" y="224"/>
                </a:cubicBezTo>
                <a:cubicBezTo>
                  <a:pt x="1817" y="238"/>
                  <a:pt x="1824" y="250"/>
                  <a:pt x="1833" y="259"/>
                </a:cubicBezTo>
                <a:cubicBezTo>
                  <a:pt x="1841" y="269"/>
                  <a:pt x="1851" y="276"/>
                  <a:pt x="1863" y="281"/>
                </a:cubicBezTo>
                <a:cubicBezTo>
                  <a:pt x="1874" y="286"/>
                  <a:pt x="1887" y="288"/>
                  <a:pt x="1900" y="288"/>
                </a:cubicBezTo>
                <a:cubicBezTo>
                  <a:pt x="1908" y="288"/>
                  <a:pt x="1915" y="288"/>
                  <a:pt x="1921" y="287"/>
                </a:cubicBezTo>
                <a:cubicBezTo>
                  <a:pt x="1927" y="286"/>
                  <a:pt x="1933" y="285"/>
                  <a:pt x="1939" y="284"/>
                </a:cubicBezTo>
                <a:cubicBezTo>
                  <a:pt x="1944" y="281"/>
                  <a:pt x="1949" y="279"/>
                  <a:pt x="1954" y="276"/>
                </a:cubicBezTo>
                <a:cubicBezTo>
                  <a:pt x="1959" y="273"/>
                  <a:pt x="1963" y="270"/>
                  <a:pt x="1968" y="265"/>
                </a:cubicBezTo>
                <a:cubicBezTo>
                  <a:pt x="1970" y="264"/>
                  <a:pt x="1972" y="263"/>
                  <a:pt x="1973" y="262"/>
                </a:cubicBezTo>
                <a:cubicBezTo>
                  <a:pt x="1975" y="261"/>
                  <a:pt x="1977" y="261"/>
                  <a:pt x="1979" y="261"/>
                </a:cubicBezTo>
                <a:cubicBezTo>
                  <a:pt x="1983" y="261"/>
                  <a:pt x="1987" y="262"/>
                  <a:pt x="1989" y="264"/>
                </a:cubicBezTo>
                <a:lnTo>
                  <a:pt x="2016" y="294"/>
                </a:lnTo>
                <a:cubicBezTo>
                  <a:pt x="2003" y="311"/>
                  <a:pt x="1986" y="324"/>
                  <a:pt x="1966" y="333"/>
                </a:cubicBezTo>
                <a:cubicBezTo>
                  <a:pt x="1946" y="341"/>
                  <a:pt x="1923" y="346"/>
                  <a:pt x="1896" y="346"/>
                </a:cubicBezTo>
                <a:cubicBezTo>
                  <a:pt x="1870" y="346"/>
                  <a:pt x="1848" y="341"/>
                  <a:pt x="1828" y="333"/>
                </a:cubicBezTo>
                <a:cubicBezTo>
                  <a:pt x="1809" y="325"/>
                  <a:pt x="1792" y="313"/>
                  <a:pt x="1778" y="298"/>
                </a:cubicBezTo>
                <a:cubicBezTo>
                  <a:pt x="1764" y="283"/>
                  <a:pt x="1753" y="265"/>
                  <a:pt x="1746" y="244"/>
                </a:cubicBezTo>
                <a:cubicBezTo>
                  <a:pt x="1739" y="223"/>
                  <a:pt x="1735" y="201"/>
                  <a:pt x="1735" y="176"/>
                </a:cubicBezTo>
                <a:cubicBezTo>
                  <a:pt x="1735" y="160"/>
                  <a:pt x="1736" y="144"/>
                  <a:pt x="1740" y="129"/>
                </a:cubicBezTo>
                <a:cubicBezTo>
                  <a:pt x="1743" y="114"/>
                  <a:pt x="1749" y="101"/>
                  <a:pt x="1756" y="88"/>
                </a:cubicBezTo>
                <a:cubicBezTo>
                  <a:pt x="1763" y="76"/>
                  <a:pt x="1771" y="64"/>
                  <a:pt x="1781" y="54"/>
                </a:cubicBezTo>
                <a:cubicBezTo>
                  <a:pt x="1790" y="44"/>
                  <a:pt x="1801" y="35"/>
                  <a:pt x="1813" y="27"/>
                </a:cubicBezTo>
                <a:cubicBezTo>
                  <a:pt x="1825" y="20"/>
                  <a:pt x="1839" y="15"/>
                  <a:pt x="1853" y="11"/>
                </a:cubicBezTo>
                <a:cubicBezTo>
                  <a:pt x="1868" y="8"/>
                  <a:pt x="1883" y="6"/>
                  <a:pt x="1899" y="6"/>
                </a:cubicBezTo>
                <a:moveTo>
                  <a:pt x="125" y="6"/>
                </a:moveTo>
                <a:cubicBezTo>
                  <a:pt x="144" y="6"/>
                  <a:pt x="163" y="9"/>
                  <a:pt x="180" y="15"/>
                </a:cubicBezTo>
                <a:cubicBezTo>
                  <a:pt x="197" y="21"/>
                  <a:pt x="211" y="30"/>
                  <a:pt x="223" y="41"/>
                </a:cubicBezTo>
                <a:lnTo>
                  <a:pt x="206" y="74"/>
                </a:lnTo>
                <a:cubicBezTo>
                  <a:pt x="204" y="77"/>
                  <a:pt x="202" y="80"/>
                  <a:pt x="200" y="82"/>
                </a:cubicBezTo>
                <a:cubicBezTo>
                  <a:pt x="197" y="83"/>
                  <a:pt x="195" y="84"/>
                  <a:pt x="191" y="84"/>
                </a:cubicBezTo>
                <a:cubicBezTo>
                  <a:pt x="188" y="84"/>
                  <a:pt x="184" y="83"/>
                  <a:pt x="180" y="80"/>
                </a:cubicBezTo>
                <a:cubicBezTo>
                  <a:pt x="176" y="78"/>
                  <a:pt x="172" y="76"/>
                  <a:pt x="167" y="73"/>
                </a:cubicBezTo>
                <a:cubicBezTo>
                  <a:pt x="161" y="70"/>
                  <a:pt x="155" y="68"/>
                  <a:pt x="149" y="65"/>
                </a:cubicBezTo>
                <a:cubicBezTo>
                  <a:pt x="142" y="63"/>
                  <a:pt x="134" y="62"/>
                  <a:pt x="125" y="62"/>
                </a:cubicBezTo>
                <a:cubicBezTo>
                  <a:pt x="109" y="62"/>
                  <a:pt x="97" y="65"/>
                  <a:pt x="90" y="72"/>
                </a:cubicBezTo>
                <a:cubicBezTo>
                  <a:pt x="82" y="79"/>
                  <a:pt x="78" y="88"/>
                  <a:pt x="78" y="100"/>
                </a:cubicBezTo>
                <a:cubicBezTo>
                  <a:pt x="78" y="107"/>
                  <a:pt x="80" y="113"/>
                  <a:pt x="84" y="118"/>
                </a:cubicBezTo>
                <a:cubicBezTo>
                  <a:pt x="88" y="123"/>
                  <a:pt x="94" y="127"/>
                  <a:pt x="101" y="131"/>
                </a:cubicBezTo>
                <a:cubicBezTo>
                  <a:pt x="108" y="134"/>
                  <a:pt x="116" y="137"/>
                  <a:pt x="125" y="140"/>
                </a:cubicBezTo>
                <a:cubicBezTo>
                  <a:pt x="134" y="143"/>
                  <a:pt x="144" y="146"/>
                  <a:pt x="153" y="149"/>
                </a:cubicBezTo>
                <a:cubicBezTo>
                  <a:pt x="163" y="152"/>
                  <a:pt x="172" y="156"/>
                  <a:pt x="181" y="161"/>
                </a:cubicBezTo>
                <a:cubicBezTo>
                  <a:pt x="190" y="165"/>
                  <a:pt x="198" y="171"/>
                  <a:pt x="205" y="177"/>
                </a:cubicBezTo>
                <a:cubicBezTo>
                  <a:pt x="212" y="184"/>
                  <a:pt x="218" y="192"/>
                  <a:pt x="222" y="202"/>
                </a:cubicBezTo>
                <a:cubicBezTo>
                  <a:pt x="226" y="212"/>
                  <a:pt x="229" y="223"/>
                  <a:pt x="229" y="237"/>
                </a:cubicBezTo>
                <a:cubicBezTo>
                  <a:pt x="229" y="252"/>
                  <a:pt x="226" y="267"/>
                  <a:pt x="221" y="280"/>
                </a:cubicBezTo>
                <a:cubicBezTo>
                  <a:pt x="215" y="293"/>
                  <a:pt x="208" y="304"/>
                  <a:pt x="198" y="314"/>
                </a:cubicBezTo>
                <a:cubicBezTo>
                  <a:pt x="188" y="324"/>
                  <a:pt x="176" y="332"/>
                  <a:pt x="161" y="337"/>
                </a:cubicBezTo>
                <a:cubicBezTo>
                  <a:pt x="147" y="343"/>
                  <a:pt x="130" y="346"/>
                  <a:pt x="112" y="346"/>
                </a:cubicBezTo>
                <a:cubicBezTo>
                  <a:pt x="101" y="346"/>
                  <a:pt x="91" y="345"/>
                  <a:pt x="80" y="342"/>
                </a:cubicBezTo>
                <a:cubicBezTo>
                  <a:pt x="70" y="340"/>
                  <a:pt x="60" y="337"/>
                  <a:pt x="50" y="334"/>
                </a:cubicBezTo>
                <a:cubicBezTo>
                  <a:pt x="40" y="330"/>
                  <a:pt x="31" y="325"/>
                  <a:pt x="23" y="320"/>
                </a:cubicBezTo>
                <a:cubicBezTo>
                  <a:pt x="14" y="315"/>
                  <a:pt x="7" y="309"/>
                  <a:pt x="0" y="302"/>
                </a:cubicBezTo>
                <a:lnTo>
                  <a:pt x="20" y="270"/>
                </a:lnTo>
                <a:cubicBezTo>
                  <a:pt x="22" y="267"/>
                  <a:pt x="24" y="265"/>
                  <a:pt x="27" y="264"/>
                </a:cubicBezTo>
                <a:cubicBezTo>
                  <a:pt x="30" y="262"/>
                  <a:pt x="33" y="261"/>
                  <a:pt x="36" y="261"/>
                </a:cubicBezTo>
                <a:cubicBezTo>
                  <a:pt x="40" y="261"/>
                  <a:pt x="44" y="263"/>
                  <a:pt x="49" y="266"/>
                </a:cubicBezTo>
                <a:cubicBezTo>
                  <a:pt x="53" y="269"/>
                  <a:pt x="59" y="272"/>
                  <a:pt x="65" y="276"/>
                </a:cubicBezTo>
                <a:cubicBezTo>
                  <a:pt x="71" y="280"/>
                  <a:pt x="77" y="283"/>
                  <a:pt x="85" y="286"/>
                </a:cubicBezTo>
                <a:cubicBezTo>
                  <a:pt x="93" y="289"/>
                  <a:pt x="103" y="291"/>
                  <a:pt x="114" y="291"/>
                </a:cubicBezTo>
                <a:cubicBezTo>
                  <a:pt x="130" y="291"/>
                  <a:pt x="142" y="287"/>
                  <a:pt x="151" y="280"/>
                </a:cubicBezTo>
                <a:cubicBezTo>
                  <a:pt x="159" y="272"/>
                  <a:pt x="164" y="261"/>
                  <a:pt x="164" y="247"/>
                </a:cubicBezTo>
                <a:cubicBezTo>
                  <a:pt x="164" y="238"/>
                  <a:pt x="162" y="232"/>
                  <a:pt x="157" y="226"/>
                </a:cubicBezTo>
                <a:cubicBezTo>
                  <a:pt x="153" y="221"/>
                  <a:pt x="147" y="217"/>
                  <a:pt x="140" y="213"/>
                </a:cubicBezTo>
                <a:cubicBezTo>
                  <a:pt x="133" y="210"/>
                  <a:pt x="125" y="207"/>
                  <a:pt x="116" y="204"/>
                </a:cubicBezTo>
                <a:cubicBezTo>
                  <a:pt x="107" y="202"/>
                  <a:pt x="98" y="199"/>
                  <a:pt x="89" y="196"/>
                </a:cubicBezTo>
                <a:cubicBezTo>
                  <a:pt x="79" y="193"/>
                  <a:pt x="70" y="189"/>
                  <a:pt x="61" y="185"/>
                </a:cubicBezTo>
                <a:cubicBezTo>
                  <a:pt x="52" y="181"/>
                  <a:pt x="44" y="175"/>
                  <a:pt x="37" y="168"/>
                </a:cubicBezTo>
                <a:cubicBezTo>
                  <a:pt x="30" y="161"/>
                  <a:pt x="24" y="152"/>
                  <a:pt x="20" y="142"/>
                </a:cubicBezTo>
                <a:cubicBezTo>
                  <a:pt x="16" y="132"/>
                  <a:pt x="13" y="119"/>
                  <a:pt x="13" y="104"/>
                </a:cubicBezTo>
                <a:cubicBezTo>
                  <a:pt x="13" y="91"/>
                  <a:pt x="16" y="79"/>
                  <a:pt x="21" y="68"/>
                </a:cubicBezTo>
                <a:cubicBezTo>
                  <a:pt x="26" y="56"/>
                  <a:pt x="33" y="46"/>
                  <a:pt x="42" y="36"/>
                </a:cubicBezTo>
                <a:cubicBezTo>
                  <a:pt x="52" y="27"/>
                  <a:pt x="63" y="19"/>
                  <a:pt x="77" y="14"/>
                </a:cubicBezTo>
                <a:cubicBezTo>
                  <a:pt x="91" y="8"/>
                  <a:pt x="107" y="6"/>
                  <a:pt x="125" y="6"/>
                </a:cubicBezTo>
                <a:moveTo>
                  <a:pt x="2736" y="0"/>
                </a:moveTo>
                <a:lnTo>
                  <a:pt x="2800" y="0"/>
                </a:lnTo>
                <a:lnTo>
                  <a:pt x="2800" y="195"/>
                </a:lnTo>
                <a:lnTo>
                  <a:pt x="2810" y="195"/>
                </a:lnTo>
                <a:cubicBezTo>
                  <a:pt x="2814" y="195"/>
                  <a:pt x="2817" y="194"/>
                  <a:pt x="2819" y="193"/>
                </a:cubicBezTo>
                <a:cubicBezTo>
                  <a:pt x="2822" y="192"/>
                  <a:pt x="2824" y="190"/>
                  <a:pt x="2826" y="186"/>
                </a:cubicBezTo>
                <a:lnTo>
                  <a:pt x="2879" y="117"/>
                </a:lnTo>
                <a:cubicBezTo>
                  <a:pt x="2881" y="114"/>
                  <a:pt x="2884" y="111"/>
                  <a:pt x="2887" y="109"/>
                </a:cubicBezTo>
                <a:cubicBezTo>
                  <a:pt x="2891" y="107"/>
                  <a:pt x="2895" y="106"/>
                  <a:pt x="2900" y="106"/>
                </a:cubicBezTo>
                <a:lnTo>
                  <a:pt x="2957" y="106"/>
                </a:lnTo>
                <a:lnTo>
                  <a:pt x="2890" y="192"/>
                </a:lnTo>
                <a:cubicBezTo>
                  <a:pt x="2884" y="200"/>
                  <a:pt x="2878" y="205"/>
                  <a:pt x="2871" y="209"/>
                </a:cubicBezTo>
                <a:cubicBezTo>
                  <a:pt x="2875" y="212"/>
                  <a:pt x="2878" y="215"/>
                  <a:pt x="2880" y="218"/>
                </a:cubicBezTo>
                <a:cubicBezTo>
                  <a:pt x="2883" y="221"/>
                  <a:pt x="2885" y="225"/>
                  <a:pt x="2888" y="228"/>
                </a:cubicBezTo>
                <a:lnTo>
                  <a:pt x="2961" y="342"/>
                </a:lnTo>
                <a:lnTo>
                  <a:pt x="2904" y="342"/>
                </a:lnTo>
                <a:cubicBezTo>
                  <a:pt x="2899" y="342"/>
                  <a:pt x="2895" y="341"/>
                  <a:pt x="2891" y="340"/>
                </a:cubicBezTo>
                <a:cubicBezTo>
                  <a:pt x="2888" y="338"/>
                  <a:pt x="2885" y="335"/>
                  <a:pt x="2883" y="331"/>
                </a:cubicBezTo>
                <a:lnTo>
                  <a:pt x="2830" y="244"/>
                </a:lnTo>
                <a:cubicBezTo>
                  <a:pt x="2828" y="241"/>
                  <a:pt x="2825" y="238"/>
                  <a:pt x="2823" y="237"/>
                </a:cubicBezTo>
                <a:cubicBezTo>
                  <a:pt x="2821" y="236"/>
                  <a:pt x="2818" y="236"/>
                  <a:pt x="2813" y="236"/>
                </a:cubicBezTo>
                <a:lnTo>
                  <a:pt x="2800" y="236"/>
                </a:lnTo>
                <a:lnTo>
                  <a:pt x="2800" y="342"/>
                </a:lnTo>
                <a:lnTo>
                  <a:pt x="2736" y="342"/>
                </a:lnTo>
                <a:lnTo>
                  <a:pt x="2736" y="0"/>
                </a:lnTo>
                <a:moveTo>
                  <a:pt x="2037" y="0"/>
                </a:moveTo>
                <a:lnTo>
                  <a:pt x="2101" y="0"/>
                </a:lnTo>
                <a:lnTo>
                  <a:pt x="2101" y="129"/>
                </a:lnTo>
                <a:cubicBezTo>
                  <a:pt x="2106" y="125"/>
                  <a:pt x="2110" y="122"/>
                  <a:pt x="2115" y="119"/>
                </a:cubicBezTo>
                <a:cubicBezTo>
                  <a:pt x="2120" y="115"/>
                  <a:pt x="2125" y="112"/>
                  <a:pt x="2130" y="110"/>
                </a:cubicBezTo>
                <a:cubicBezTo>
                  <a:pt x="2136" y="108"/>
                  <a:pt x="2141" y="106"/>
                  <a:pt x="2148" y="105"/>
                </a:cubicBezTo>
                <a:cubicBezTo>
                  <a:pt x="2154" y="103"/>
                  <a:pt x="2160" y="103"/>
                  <a:pt x="2168" y="103"/>
                </a:cubicBezTo>
                <a:cubicBezTo>
                  <a:pt x="2181" y="103"/>
                  <a:pt x="2192" y="105"/>
                  <a:pt x="2202" y="109"/>
                </a:cubicBezTo>
                <a:cubicBezTo>
                  <a:pt x="2212" y="114"/>
                  <a:pt x="2220" y="120"/>
                  <a:pt x="2227" y="128"/>
                </a:cubicBezTo>
                <a:cubicBezTo>
                  <a:pt x="2233" y="136"/>
                  <a:pt x="2239" y="145"/>
                  <a:pt x="2242" y="156"/>
                </a:cubicBezTo>
                <a:cubicBezTo>
                  <a:pt x="2245" y="167"/>
                  <a:pt x="2247" y="179"/>
                  <a:pt x="2247" y="192"/>
                </a:cubicBezTo>
                <a:lnTo>
                  <a:pt x="2247" y="342"/>
                </a:lnTo>
                <a:lnTo>
                  <a:pt x="2184" y="342"/>
                </a:lnTo>
                <a:lnTo>
                  <a:pt x="2184" y="192"/>
                </a:lnTo>
                <a:cubicBezTo>
                  <a:pt x="2184" y="179"/>
                  <a:pt x="2181" y="169"/>
                  <a:pt x="2175" y="162"/>
                </a:cubicBezTo>
                <a:cubicBezTo>
                  <a:pt x="2169" y="155"/>
                  <a:pt x="2160" y="151"/>
                  <a:pt x="2148" y="151"/>
                </a:cubicBezTo>
                <a:cubicBezTo>
                  <a:pt x="2139" y="151"/>
                  <a:pt x="2131" y="153"/>
                  <a:pt x="2123" y="157"/>
                </a:cubicBezTo>
                <a:cubicBezTo>
                  <a:pt x="2116" y="160"/>
                  <a:pt x="2108" y="166"/>
                  <a:pt x="2101" y="173"/>
                </a:cubicBezTo>
                <a:lnTo>
                  <a:pt x="2101" y="342"/>
                </a:lnTo>
                <a:lnTo>
                  <a:pt x="2037" y="342"/>
                </a:lnTo>
                <a:lnTo>
                  <a:pt x="2037" y="0"/>
                </a:lnTo>
                <a:moveTo>
                  <a:pt x="1172" y="0"/>
                </a:moveTo>
                <a:cubicBezTo>
                  <a:pt x="1178" y="0"/>
                  <a:pt x="1183" y="1"/>
                  <a:pt x="1188" y="3"/>
                </a:cubicBezTo>
                <a:cubicBezTo>
                  <a:pt x="1192" y="5"/>
                  <a:pt x="1197" y="8"/>
                  <a:pt x="1200" y="11"/>
                </a:cubicBezTo>
                <a:cubicBezTo>
                  <a:pt x="1204" y="15"/>
                  <a:pt x="1207" y="19"/>
                  <a:pt x="1209" y="24"/>
                </a:cubicBezTo>
                <a:cubicBezTo>
                  <a:pt x="1211" y="28"/>
                  <a:pt x="1212" y="33"/>
                  <a:pt x="1212" y="38"/>
                </a:cubicBezTo>
                <a:cubicBezTo>
                  <a:pt x="1212" y="45"/>
                  <a:pt x="1211" y="50"/>
                  <a:pt x="1209" y="54"/>
                </a:cubicBezTo>
                <a:cubicBezTo>
                  <a:pt x="1207" y="59"/>
                  <a:pt x="1204" y="63"/>
                  <a:pt x="1200" y="67"/>
                </a:cubicBezTo>
                <a:cubicBezTo>
                  <a:pt x="1197" y="70"/>
                  <a:pt x="1192" y="73"/>
                  <a:pt x="1188" y="75"/>
                </a:cubicBezTo>
                <a:cubicBezTo>
                  <a:pt x="1183" y="77"/>
                  <a:pt x="1178" y="77"/>
                  <a:pt x="1172" y="77"/>
                </a:cubicBezTo>
                <a:cubicBezTo>
                  <a:pt x="1167" y="77"/>
                  <a:pt x="1162" y="77"/>
                  <a:pt x="1158" y="75"/>
                </a:cubicBezTo>
                <a:cubicBezTo>
                  <a:pt x="1153" y="73"/>
                  <a:pt x="1149" y="70"/>
                  <a:pt x="1145" y="67"/>
                </a:cubicBezTo>
                <a:cubicBezTo>
                  <a:pt x="1142" y="63"/>
                  <a:pt x="1139" y="59"/>
                  <a:pt x="1137" y="54"/>
                </a:cubicBezTo>
                <a:cubicBezTo>
                  <a:pt x="1135" y="50"/>
                  <a:pt x="1134" y="45"/>
                  <a:pt x="1134" y="38"/>
                </a:cubicBezTo>
                <a:cubicBezTo>
                  <a:pt x="1134" y="33"/>
                  <a:pt x="1135" y="28"/>
                  <a:pt x="1137" y="24"/>
                </a:cubicBezTo>
                <a:cubicBezTo>
                  <a:pt x="1139" y="19"/>
                  <a:pt x="1142" y="15"/>
                  <a:pt x="1145" y="11"/>
                </a:cubicBezTo>
                <a:cubicBezTo>
                  <a:pt x="1149" y="8"/>
                  <a:pt x="1153" y="5"/>
                  <a:pt x="1158" y="3"/>
                </a:cubicBezTo>
                <a:cubicBezTo>
                  <a:pt x="1162" y="1"/>
                  <a:pt x="1167" y="0"/>
                  <a:pt x="1172" y="0"/>
                </a:cubicBezTo>
                <a:close/>
              </a:path>
            </a:pathLst>
          </a:custGeom>
          <a:solidFill>
            <a:srgbClr val="a011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50" name=""/>
          <p:cNvSpPr/>
          <p:nvPr/>
        </p:nvSpPr>
        <p:spPr>
          <a:xfrm>
            <a:off x="518040" y="1162800"/>
            <a:ext cx="2231280" cy="288360"/>
          </a:xfrm>
          <a:custGeom>
            <a:avLst/>
            <a:gdLst/>
            <a:ahLst/>
            <a:rect l="0" t="0" r="r" b="b"/>
            <a:pathLst>
              <a:path w="6198" h="801">
                <a:moveTo>
                  <a:pt x="0" y="401"/>
                </a:moveTo>
                <a:cubicBezTo>
                  <a:pt x="0" y="179"/>
                  <a:pt x="179" y="0"/>
                  <a:pt x="400" y="0"/>
                </a:cubicBezTo>
                <a:lnTo>
                  <a:pt x="5798" y="0"/>
                </a:lnTo>
                <a:cubicBezTo>
                  <a:pt x="6019" y="0"/>
                  <a:pt x="6198" y="179"/>
                  <a:pt x="6198" y="401"/>
                </a:cubicBezTo>
                <a:cubicBezTo>
                  <a:pt x="6198" y="621"/>
                  <a:pt x="6019" y="801"/>
                  <a:pt x="5798" y="801"/>
                </a:cubicBezTo>
                <a:lnTo>
                  <a:pt x="400" y="801"/>
                </a:lnTo>
                <a:cubicBezTo>
                  <a:pt x="179" y="801"/>
                  <a:pt x="0" y="621"/>
                  <a:pt x="0" y="401"/>
                </a:cubicBezTo>
                <a:close/>
              </a:path>
            </a:pathLst>
          </a:custGeom>
          <a:noFill/>
          <a:ln w="12600">
            <a:solidFill>
              <a:srgbClr val="b9bfc5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51" name=""/>
          <p:cNvSpPr/>
          <p:nvPr/>
        </p:nvSpPr>
        <p:spPr>
          <a:xfrm>
            <a:off x="615600" y="1226520"/>
            <a:ext cx="162000" cy="163440"/>
          </a:xfrm>
          <a:custGeom>
            <a:avLst/>
            <a:gdLst/>
            <a:ahLst/>
            <a:rect l="0" t="0" r="r" b="b"/>
            <a:pathLst>
              <a:path w="450" h="454">
                <a:moveTo>
                  <a:pt x="224" y="0"/>
                </a:moveTo>
                <a:cubicBezTo>
                  <a:pt x="349" y="0"/>
                  <a:pt x="450" y="102"/>
                  <a:pt x="450" y="227"/>
                </a:cubicBezTo>
                <a:cubicBezTo>
                  <a:pt x="450" y="352"/>
                  <a:pt x="349" y="454"/>
                  <a:pt x="224" y="454"/>
                </a:cubicBezTo>
                <a:cubicBezTo>
                  <a:pt x="100" y="454"/>
                  <a:pt x="0" y="352"/>
                  <a:pt x="0" y="227"/>
                </a:cubicBezTo>
                <a:cubicBezTo>
                  <a:pt x="0" y="102"/>
                  <a:pt x="100" y="0"/>
                  <a:pt x="224" y="0"/>
                </a:cubicBezTo>
                <a:close/>
              </a:path>
            </a:pathLst>
          </a:custGeom>
          <a:solidFill>
            <a:srgbClr val="e7e8e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52" name=""/>
          <p:cNvSpPr txBox="1"/>
          <p:nvPr/>
        </p:nvSpPr>
        <p:spPr>
          <a:xfrm>
            <a:off x="8083800" y="5667480"/>
            <a:ext cx="1888920" cy="10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90" spc="-1" strike="noStrike">
                <a:solidFill>
                  <a:srgbClr val="000000"/>
                </a:solidFill>
                <a:latin typeface="Lato"/>
                <a:ea typeface="Lato"/>
              </a:rPr>
              <a:t>International Urology and Nephrology 2023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53" name=""/>
          <p:cNvSpPr/>
          <p:nvPr/>
        </p:nvSpPr>
        <p:spPr>
          <a:xfrm>
            <a:off x="815040" y="1677600"/>
            <a:ext cx="189360" cy="191160"/>
          </a:xfrm>
          <a:custGeom>
            <a:avLst/>
            <a:gdLst/>
            <a:ahLst/>
            <a:rect l="0" t="0" r="r" b="b"/>
            <a:pathLst>
              <a:path w="526" h="531">
                <a:moveTo>
                  <a:pt x="264" y="0"/>
                </a:moveTo>
                <a:cubicBezTo>
                  <a:pt x="409" y="0"/>
                  <a:pt x="526" y="119"/>
                  <a:pt x="526" y="265"/>
                </a:cubicBezTo>
                <a:cubicBezTo>
                  <a:pt x="526" y="412"/>
                  <a:pt x="409" y="531"/>
                  <a:pt x="264" y="531"/>
                </a:cubicBezTo>
                <a:cubicBezTo>
                  <a:pt x="119" y="531"/>
                  <a:pt x="0" y="412"/>
                  <a:pt x="0" y="265"/>
                </a:cubicBezTo>
                <a:cubicBezTo>
                  <a:pt x="0" y="215"/>
                  <a:pt x="14" y="168"/>
                  <a:pt x="38" y="128"/>
                </a:cubicBezTo>
                <a:lnTo>
                  <a:pt x="39" y="127"/>
                </a:lnTo>
                <a:lnTo>
                  <a:pt x="40" y="131"/>
                </a:lnTo>
                <a:cubicBezTo>
                  <a:pt x="43" y="134"/>
                  <a:pt x="45" y="138"/>
                  <a:pt x="49" y="141"/>
                </a:cubicBezTo>
                <a:cubicBezTo>
                  <a:pt x="57" y="149"/>
                  <a:pt x="66" y="155"/>
                  <a:pt x="76" y="157"/>
                </a:cubicBezTo>
                <a:lnTo>
                  <a:pt x="74" y="162"/>
                </a:lnTo>
                <a:cubicBezTo>
                  <a:pt x="57" y="192"/>
                  <a:pt x="48" y="228"/>
                  <a:pt x="48" y="265"/>
                </a:cubicBezTo>
                <a:cubicBezTo>
                  <a:pt x="48" y="386"/>
                  <a:pt x="145" y="483"/>
                  <a:pt x="264" y="483"/>
                </a:cubicBezTo>
                <a:cubicBezTo>
                  <a:pt x="383" y="483"/>
                  <a:pt x="479" y="386"/>
                  <a:pt x="479" y="265"/>
                </a:cubicBezTo>
                <a:cubicBezTo>
                  <a:pt x="479" y="145"/>
                  <a:pt x="383" y="48"/>
                  <a:pt x="264" y="48"/>
                </a:cubicBezTo>
                <a:cubicBezTo>
                  <a:pt x="227" y="48"/>
                  <a:pt x="192" y="58"/>
                  <a:pt x="161" y="74"/>
                </a:cubicBezTo>
                <a:lnTo>
                  <a:pt x="158" y="77"/>
                </a:lnTo>
                <a:lnTo>
                  <a:pt x="158" y="76"/>
                </a:lnTo>
                <a:cubicBezTo>
                  <a:pt x="155" y="66"/>
                  <a:pt x="149" y="56"/>
                  <a:pt x="141" y="48"/>
                </a:cubicBezTo>
                <a:cubicBezTo>
                  <a:pt x="138" y="45"/>
                  <a:pt x="135" y="42"/>
                  <a:pt x="131" y="40"/>
                </a:cubicBezTo>
                <a:lnTo>
                  <a:pt x="128" y="39"/>
                </a:lnTo>
                <a:lnTo>
                  <a:pt x="139" y="33"/>
                </a:lnTo>
                <a:cubicBezTo>
                  <a:pt x="176" y="12"/>
                  <a:pt x="219" y="0"/>
                  <a:pt x="264" y="0"/>
                </a:cubicBezTo>
                <a:close/>
              </a:path>
            </a:pathLst>
          </a:custGeom>
          <a:solidFill>
            <a:srgbClr val="d6d9d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54" name=""/>
          <p:cNvSpPr/>
          <p:nvPr/>
        </p:nvSpPr>
        <p:spPr>
          <a:xfrm>
            <a:off x="831960" y="1694520"/>
            <a:ext cx="34200" cy="34200"/>
          </a:xfrm>
          <a:custGeom>
            <a:avLst/>
            <a:gdLst/>
            <a:ahLst/>
            <a:rect l="0" t="0" r="r" b="b"/>
            <a:pathLst>
              <a:path w="95" h="95">
                <a:moveTo>
                  <a:pt x="82" y="80"/>
                </a:moveTo>
                <a:cubicBezTo>
                  <a:pt x="63" y="99"/>
                  <a:pt x="32" y="99"/>
                  <a:pt x="14" y="80"/>
                </a:cubicBezTo>
                <a:cubicBezTo>
                  <a:pt x="-4" y="62"/>
                  <a:pt x="-4" y="32"/>
                  <a:pt x="14" y="14"/>
                </a:cubicBezTo>
                <a:cubicBezTo>
                  <a:pt x="32" y="-5"/>
                  <a:pt x="63" y="-5"/>
                  <a:pt x="82" y="14"/>
                </a:cubicBezTo>
                <a:cubicBezTo>
                  <a:pt x="100" y="32"/>
                  <a:pt x="100" y="62"/>
                  <a:pt x="82" y="80"/>
                </a:cubicBezTo>
                <a:close/>
              </a:path>
            </a:pathLst>
          </a:custGeom>
          <a:solidFill>
            <a:srgbClr val="9e0b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6355" name="" descr=""/>
          <p:cNvPicPr/>
          <p:nvPr/>
        </p:nvPicPr>
        <p:blipFill>
          <a:blip r:embed="rId2"/>
          <a:stretch/>
        </p:blipFill>
        <p:spPr>
          <a:xfrm>
            <a:off x="463320" y="2206800"/>
            <a:ext cx="5025960" cy="551160"/>
          </a:xfrm>
          <a:prstGeom prst="rect">
            <a:avLst/>
          </a:prstGeom>
          <a:ln w="0">
            <a:noFill/>
          </a:ln>
        </p:spPr>
      </p:pic>
      <p:pic>
        <p:nvPicPr>
          <p:cNvPr id="26356" name="" descr=""/>
          <p:cNvPicPr/>
          <p:nvPr/>
        </p:nvPicPr>
        <p:blipFill>
          <a:blip r:embed="rId3"/>
          <a:stretch/>
        </p:blipFill>
        <p:spPr>
          <a:xfrm>
            <a:off x="85320" y="2775240"/>
            <a:ext cx="4916160" cy="3133080"/>
          </a:xfrm>
          <a:prstGeom prst="rect">
            <a:avLst/>
          </a:prstGeom>
          <a:ln w="0">
            <a:noFill/>
          </a:ln>
        </p:spPr>
      </p:pic>
      <p:sp>
        <p:nvSpPr>
          <p:cNvPr id="26357" name=""/>
          <p:cNvSpPr txBox="1"/>
          <p:nvPr/>
        </p:nvSpPr>
        <p:spPr>
          <a:xfrm>
            <a:off x="1096560" y="1697760"/>
            <a:ext cx="752760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a0112d"/>
                </a:solidFill>
                <a:latin typeface="Lato Black"/>
                <a:ea typeface="Lato Black"/>
              </a:rPr>
              <a:t>Phase angle can be used as nutrition and mortality assessment for kidney disease patients.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58" name=""/>
          <p:cNvSpPr txBox="1"/>
          <p:nvPr/>
        </p:nvSpPr>
        <p:spPr>
          <a:xfrm>
            <a:off x="4780080" y="2957760"/>
            <a:ext cx="56487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Lato"/>
                <a:ea typeface="Lato"/>
              </a:rPr>
              <a:t>The optimal cut-off value for phase angle as a predictor of death risk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59" name=""/>
          <p:cNvSpPr txBox="1"/>
          <p:nvPr/>
        </p:nvSpPr>
        <p:spPr>
          <a:xfrm>
            <a:off x="4578840" y="3129840"/>
            <a:ext cx="61545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Lato"/>
                <a:ea typeface="Lato"/>
              </a:rPr>
              <a:t>in MHD patients was 4.50°. Additionally, lower phase angle, increased age,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60" name=""/>
          <p:cNvSpPr txBox="1"/>
          <p:nvPr/>
        </p:nvSpPr>
        <p:spPr>
          <a:xfrm>
            <a:off x="4627800" y="3303360"/>
            <a:ext cx="59792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Lato"/>
                <a:ea typeface="Lato"/>
              </a:rPr>
              <a:t>longer dialysis vintage, lower KT/V, and hypoproteinemia were identified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61" name=""/>
          <p:cNvSpPr/>
          <p:nvPr/>
        </p:nvSpPr>
        <p:spPr>
          <a:xfrm>
            <a:off x="4794480" y="4277520"/>
            <a:ext cx="4360320" cy="957600"/>
          </a:xfrm>
          <a:custGeom>
            <a:avLst/>
            <a:gdLst/>
            <a:ahLst/>
            <a:rect l="0" t="0" r="r" b="b"/>
            <a:pathLst>
              <a:path w="12112" h="2660">
                <a:moveTo>
                  <a:pt x="0" y="2660"/>
                </a:moveTo>
                <a:lnTo>
                  <a:pt x="12112" y="2660"/>
                </a:lnTo>
                <a:lnTo>
                  <a:pt x="12112" y="0"/>
                </a:lnTo>
                <a:lnTo>
                  <a:pt x="0" y="0"/>
                </a:lnTo>
                <a:lnTo>
                  <a:pt x="0" y="2660"/>
                </a:lnTo>
                <a:close/>
              </a:path>
            </a:pathLst>
          </a:custGeom>
          <a:solidFill>
            <a:srgbClr val="a011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62" name=""/>
          <p:cNvSpPr txBox="1"/>
          <p:nvPr/>
        </p:nvSpPr>
        <p:spPr>
          <a:xfrm>
            <a:off x="5320080" y="3477600"/>
            <a:ext cx="423900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0000"/>
                </a:solidFill>
                <a:latin typeface="Lato"/>
                <a:ea typeface="Lato"/>
              </a:rPr>
              <a:t>as significant risk factors for death in MHD patients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63" name=""/>
          <p:cNvSpPr txBox="1"/>
          <p:nvPr/>
        </p:nvSpPr>
        <p:spPr>
          <a:xfrm>
            <a:off x="4859640" y="4418640"/>
            <a:ext cx="491580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Lato"/>
                <a:ea typeface="Lato"/>
              </a:rPr>
              <a:t>lower phase angle, increased age, longer dialysis duration,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64" name=""/>
          <p:cNvSpPr txBox="1"/>
          <p:nvPr/>
        </p:nvSpPr>
        <p:spPr>
          <a:xfrm>
            <a:off x="4963320" y="4665600"/>
            <a:ext cx="454824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Lato"/>
                <a:ea typeface="Lato"/>
              </a:rPr>
              <a:t>and hypoproteinemia can be used to predict the risk of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365" name=""/>
          <p:cNvSpPr/>
          <p:nvPr/>
        </p:nvSpPr>
        <p:spPr>
          <a:xfrm>
            <a:off x="6822720" y="391788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66" name=""/>
          <p:cNvSpPr/>
          <p:nvPr/>
        </p:nvSpPr>
        <p:spPr>
          <a:xfrm>
            <a:off x="6822720" y="3919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67" name=""/>
          <p:cNvSpPr/>
          <p:nvPr/>
        </p:nvSpPr>
        <p:spPr>
          <a:xfrm>
            <a:off x="6822720" y="3920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2020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68" name=""/>
          <p:cNvSpPr/>
          <p:nvPr/>
        </p:nvSpPr>
        <p:spPr>
          <a:xfrm>
            <a:off x="6822720" y="3921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3030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69" name=""/>
          <p:cNvSpPr/>
          <p:nvPr/>
        </p:nvSpPr>
        <p:spPr>
          <a:xfrm>
            <a:off x="6822720" y="392256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04040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0" name=""/>
          <p:cNvSpPr/>
          <p:nvPr/>
        </p:nvSpPr>
        <p:spPr>
          <a:xfrm>
            <a:off x="6822720" y="3924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505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1" name=""/>
          <p:cNvSpPr/>
          <p:nvPr/>
        </p:nvSpPr>
        <p:spPr>
          <a:xfrm>
            <a:off x="6822720" y="39250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6060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2" name=""/>
          <p:cNvSpPr/>
          <p:nvPr/>
        </p:nvSpPr>
        <p:spPr>
          <a:xfrm>
            <a:off x="6822720" y="3926160"/>
            <a:ext cx="303840" cy="2160"/>
          </a:xfrm>
          <a:custGeom>
            <a:avLst/>
            <a:gdLst/>
            <a:ahLst/>
            <a:rect l="0" t="0" r="r" b="b"/>
            <a:pathLst>
              <a:path w="844" h="6">
                <a:moveTo>
                  <a:pt x="0" y="0"/>
                </a:moveTo>
                <a:lnTo>
                  <a:pt x="844" y="0"/>
                </a:lnTo>
                <a:lnTo>
                  <a:pt x="844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0707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3" name=""/>
          <p:cNvSpPr/>
          <p:nvPr/>
        </p:nvSpPr>
        <p:spPr>
          <a:xfrm>
            <a:off x="6822720" y="3927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8080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4" name=""/>
          <p:cNvSpPr/>
          <p:nvPr/>
        </p:nvSpPr>
        <p:spPr>
          <a:xfrm>
            <a:off x="6822720" y="3928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9090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5" name=""/>
          <p:cNvSpPr/>
          <p:nvPr/>
        </p:nvSpPr>
        <p:spPr>
          <a:xfrm>
            <a:off x="6822720" y="3929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a0a0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6" name=""/>
          <p:cNvSpPr/>
          <p:nvPr/>
        </p:nvSpPr>
        <p:spPr>
          <a:xfrm>
            <a:off x="6822720" y="393084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0b0b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7" name=""/>
          <p:cNvSpPr/>
          <p:nvPr/>
        </p:nvSpPr>
        <p:spPr>
          <a:xfrm>
            <a:off x="6822720" y="3932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c0c0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8" name=""/>
          <p:cNvSpPr/>
          <p:nvPr/>
        </p:nvSpPr>
        <p:spPr>
          <a:xfrm>
            <a:off x="6822720" y="3933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d0d0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79" name=""/>
          <p:cNvSpPr/>
          <p:nvPr/>
        </p:nvSpPr>
        <p:spPr>
          <a:xfrm>
            <a:off x="6822720" y="393444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0e0e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0" name=""/>
          <p:cNvSpPr/>
          <p:nvPr/>
        </p:nvSpPr>
        <p:spPr>
          <a:xfrm>
            <a:off x="6822720" y="3935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f0f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1" name=""/>
          <p:cNvSpPr/>
          <p:nvPr/>
        </p:nvSpPr>
        <p:spPr>
          <a:xfrm>
            <a:off x="6822720" y="3936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0101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2" name=""/>
          <p:cNvSpPr/>
          <p:nvPr/>
        </p:nvSpPr>
        <p:spPr>
          <a:xfrm>
            <a:off x="6822720" y="3938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111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3" name=""/>
          <p:cNvSpPr/>
          <p:nvPr/>
        </p:nvSpPr>
        <p:spPr>
          <a:xfrm>
            <a:off x="6822720" y="3939120"/>
            <a:ext cx="303840" cy="2160"/>
          </a:xfrm>
          <a:custGeom>
            <a:avLst/>
            <a:gdLst/>
            <a:ahLst/>
            <a:rect l="0" t="0" r="r" b="b"/>
            <a:pathLst>
              <a:path w="844" h="6">
                <a:moveTo>
                  <a:pt x="0" y="0"/>
                </a:moveTo>
                <a:lnTo>
                  <a:pt x="844" y="0"/>
                </a:lnTo>
                <a:lnTo>
                  <a:pt x="844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1212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4" name=""/>
          <p:cNvSpPr/>
          <p:nvPr/>
        </p:nvSpPr>
        <p:spPr>
          <a:xfrm>
            <a:off x="6822720" y="3940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313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5" name=""/>
          <p:cNvSpPr/>
          <p:nvPr/>
        </p:nvSpPr>
        <p:spPr>
          <a:xfrm>
            <a:off x="6822720" y="3941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414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6" name=""/>
          <p:cNvSpPr/>
          <p:nvPr/>
        </p:nvSpPr>
        <p:spPr>
          <a:xfrm>
            <a:off x="6822720" y="3942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7" name=""/>
          <p:cNvSpPr/>
          <p:nvPr/>
        </p:nvSpPr>
        <p:spPr>
          <a:xfrm>
            <a:off x="6822720" y="394380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1616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8" name=""/>
          <p:cNvSpPr/>
          <p:nvPr/>
        </p:nvSpPr>
        <p:spPr>
          <a:xfrm>
            <a:off x="6822720" y="3945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717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89" name=""/>
          <p:cNvSpPr/>
          <p:nvPr/>
        </p:nvSpPr>
        <p:spPr>
          <a:xfrm>
            <a:off x="6822720" y="3946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818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0" name=""/>
          <p:cNvSpPr/>
          <p:nvPr/>
        </p:nvSpPr>
        <p:spPr>
          <a:xfrm>
            <a:off x="6822720" y="394740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1919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1" name=""/>
          <p:cNvSpPr/>
          <p:nvPr/>
        </p:nvSpPr>
        <p:spPr>
          <a:xfrm>
            <a:off x="6822720" y="3948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a1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2" name=""/>
          <p:cNvSpPr/>
          <p:nvPr/>
        </p:nvSpPr>
        <p:spPr>
          <a:xfrm>
            <a:off x="6822720" y="3949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b1b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3" name=""/>
          <p:cNvSpPr/>
          <p:nvPr/>
        </p:nvSpPr>
        <p:spPr>
          <a:xfrm>
            <a:off x="6822720" y="3951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c1c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4" name=""/>
          <p:cNvSpPr/>
          <p:nvPr/>
        </p:nvSpPr>
        <p:spPr>
          <a:xfrm>
            <a:off x="6822720" y="3952080"/>
            <a:ext cx="303840" cy="2160"/>
          </a:xfrm>
          <a:custGeom>
            <a:avLst/>
            <a:gdLst/>
            <a:ahLst/>
            <a:rect l="0" t="0" r="r" b="b"/>
            <a:pathLst>
              <a:path w="844" h="6">
                <a:moveTo>
                  <a:pt x="0" y="0"/>
                </a:moveTo>
                <a:lnTo>
                  <a:pt x="844" y="0"/>
                </a:lnTo>
                <a:lnTo>
                  <a:pt x="844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1d1d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5" name=""/>
          <p:cNvSpPr/>
          <p:nvPr/>
        </p:nvSpPr>
        <p:spPr>
          <a:xfrm>
            <a:off x="6822720" y="3953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e1e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6" name=""/>
          <p:cNvSpPr/>
          <p:nvPr/>
        </p:nvSpPr>
        <p:spPr>
          <a:xfrm>
            <a:off x="6822720" y="3954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f1f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7" name=""/>
          <p:cNvSpPr/>
          <p:nvPr/>
        </p:nvSpPr>
        <p:spPr>
          <a:xfrm>
            <a:off x="6822720" y="3955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020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8" name=""/>
          <p:cNvSpPr/>
          <p:nvPr/>
        </p:nvSpPr>
        <p:spPr>
          <a:xfrm>
            <a:off x="6822720" y="395676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2121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399" name=""/>
          <p:cNvSpPr/>
          <p:nvPr/>
        </p:nvSpPr>
        <p:spPr>
          <a:xfrm>
            <a:off x="6822720" y="3958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222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0" name=""/>
          <p:cNvSpPr/>
          <p:nvPr/>
        </p:nvSpPr>
        <p:spPr>
          <a:xfrm>
            <a:off x="6822720" y="3959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323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1" name=""/>
          <p:cNvSpPr/>
          <p:nvPr/>
        </p:nvSpPr>
        <p:spPr>
          <a:xfrm>
            <a:off x="6822720" y="396036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2424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2" name=""/>
          <p:cNvSpPr/>
          <p:nvPr/>
        </p:nvSpPr>
        <p:spPr>
          <a:xfrm>
            <a:off x="6822720" y="3961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5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3" name=""/>
          <p:cNvSpPr/>
          <p:nvPr/>
        </p:nvSpPr>
        <p:spPr>
          <a:xfrm>
            <a:off x="6822720" y="3962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4" name=""/>
          <p:cNvSpPr/>
          <p:nvPr/>
        </p:nvSpPr>
        <p:spPr>
          <a:xfrm>
            <a:off x="6822720" y="3963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7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5" name=""/>
          <p:cNvSpPr/>
          <p:nvPr/>
        </p:nvSpPr>
        <p:spPr>
          <a:xfrm>
            <a:off x="6822720" y="3965040"/>
            <a:ext cx="303840" cy="2160"/>
          </a:xfrm>
          <a:custGeom>
            <a:avLst/>
            <a:gdLst/>
            <a:ahLst/>
            <a:rect l="0" t="0" r="r" b="b"/>
            <a:pathLst>
              <a:path w="844" h="6">
                <a:moveTo>
                  <a:pt x="0" y="0"/>
                </a:moveTo>
                <a:lnTo>
                  <a:pt x="844" y="0"/>
                </a:lnTo>
                <a:lnTo>
                  <a:pt x="844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28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6" name=""/>
          <p:cNvSpPr/>
          <p:nvPr/>
        </p:nvSpPr>
        <p:spPr>
          <a:xfrm>
            <a:off x="6822720" y="3966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9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7" name=""/>
          <p:cNvSpPr/>
          <p:nvPr/>
        </p:nvSpPr>
        <p:spPr>
          <a:xfrm>
            <a:off x="6822720" y="3967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a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8" name=""/>
          <p:cNvSpPr/>
          <p:nvPr/>
        </p:nvSpPr>
        <p:spPr>
          <a:xfrm>
            <a:off x="6822720" y="3968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b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09" name=""/>
          <p:cNvSpPr/>
          <p:nvPr/>
        </p:nvSpPr>
        <p:spPr>
          <a:xfrm>
            <a:off x="6822720" y="39693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2b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0" name=""/>
          <p:cNvSpPr/>
          <p:nvPr/>
        </p:nvSpPr>
        <p:spPr>
          <a:xfrm>
            <a:off x="6822720" y="3969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1" name=""/>
          <p:cNvSpPr/>
          <p:nvPr/>
        </p:nvSpPr>
        <p:spPr>
          <a:xfrm>
            <a:off x="6822720" y="3970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2" name=""/>
          <p:cNvSpPr/>
          <p:nvPr/>
        </p:nvSpPr>
        <p:spPr>
          <a:xfrm>
            <a:off x="6822720" y="39711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2d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3" name=""/>
          <p:cNvSpPr/>
          <p:nvPr/>
        </p:nvSpPr>
        <p:spPr>
          <a:xfrm>
            <a:off x="6822720" y="3971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d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4" name=""/>
          <p:cNvSpPr/>
          <p:nvPr/>
        </p:nvSpPr>
        <p:spPr>
          <a:xfrm>
            <a:off x="6822720" y="3972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e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5" name=""/>
          <p:cNvSpPr/>
          <p:nvPr/>
        </p:nvSpPr>
        <p:spPr>
          <a:xfrm>
            <a:off x="6822720" y="39729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2e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6" name=""/>
          <p:cNvSpPr/>
          <p:nvPr/>
        </p:nvSpPr>
        <p:spPr>
          <a:xfrm>
            <a:off x="6822720" y="3973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f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7" name=""/>
          <p:cNvSpPr/>
          <p:nvPr/>
        </p:nvSpPr>
        <p:spPr>
          <a:xfrm>
            <a:off x="6822720" y="3974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f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8" name=""/>
          <p:cNvSpPr/>
          <p:nvPr/>
        </p:nvSpPr>
        <p:spPr>
          <a:xfrm>
            <a:off x="6822720" y="39747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19" name=""/>
          <p:cNvSpPr/>
          <p:nvPr/>
        </p:nvSpPr>
        <p:spPr>
          <a:xfrm>
            <a:off x="6822720" y="3975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0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0" name=""/>
          <p:cNvSpPr/>
          <p:nvPr/>
        </p:nvSpPr>
        <p:spPr>
          <a:xfrm>
            <a:off x="6822720" y="39758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1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1" name=""/>
          <p:cNvSpPr/>
          <p:nvPr/>
        </p:nvSpPr>
        <p:spPr>
          <a:xfrm>
            <a:off x="6822720" y="3976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1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2" name=""/>
          <p:cNvSpPr/>
          <p:nvPr/>
        </p:nvSpPr>
        <p:spPr>
          <a:xfrm>
            <a:off x="6822720" y="3976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2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3" name=""/>
          <p:cNvSpPr/>
          <p:nvPr/>
        </p:nvSpPr>
        <p:spPr>
          <a:xfrm>
            <a:off x="6822720" y="39776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2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4" name=""/>
          <p:cNvSpPr/>
          <p:nvPr/>
        </p:nvSpPr>
        <p:spPr>
          <a:xfrm>
            <a:off x="6822720" y="3978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5" name=""/>
          <p:cNvSpPr/>
          <p:nvPr/>
        </p:nvSpPr>
        <p:spPr>
          <a:xfrm>
            <a:off x="6822720" y="3978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6" name=""/>
          <p:cNvSpPr/>
          <p:nvPr/>
        </p:nvSpPr>
        <p:spPr>
          <a:xfrm>
            <a:off x="6822720" y="39794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4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7" name=""/>
          <p:cNvSpPr/>
          <p:nvPr/>
        </p:nvSpPr>
        <p:spPr>
          <a:xfrm>
            <a:off x="6822720" y="3979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4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8" name=""/>
          <p:cNvSpPr/>
          <p:nvPr/>
        </p:nvSpPr>
        <p:spPr>
          <a:xfrm>
            <a:off x="6822720" y="3980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5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29" name=""/>
          <p:cNvSpPr/>
          <p:nvPr/>
        </p:nvSpPr>
        <p:spPr>
          <a:xfrm>
            <a:off x="6822720" y="39812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5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0" name=""/>
          <p:cNvSpPr/>
          <p:nvPr/>
        </p:nvSpPr>
        <p:spPr>
          <a:xfrm>
            <a:off x="6822720" y="3981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6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1" name=""/>
          <p:cNvSpPr/>
          <p:nvPr/>
        </p:nvSpPr>
        <p:spPr>
          <a:xfrm>
            <a:off x="6822720" y="39823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6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2" name=""/>
          <p:cNvSpPr/>
          <p:nvPr/>
        </p:nvSpPr>
        <p:spPr>
          <a:xfrm>
            <a:off x="6822720" y="3982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7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3" name=""/>
          <p:cNvSpPr/>
          <p:nvPr/>
        </p:nvSpPr>
        <p:spPr>
          <a:xfrm>
            <a:off x="6822720" y="3983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7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4" name=""/>
          <p:cNvSpPr/>
          <p:nvPr/>
        </p:nvSpPr>
        <p:spPr>
          <a:xfrm>
            <a:off x="6822720" y="39841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8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5" name=""/>
          <p:cNvSpPr/>
          <p:nvPr/>
        </p:nvSpPr>
        <p:spPr>
          <a:xfrm>
            <a:off x="6822720" y="3984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8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6" name=""/>
          <p:cNvSpPr/>
          <p:nvPr/>
        </p:nvSpPr>
        <p:spPr>
          <a:xfrm>
            <a:off x="6822720" y="3985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9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7" name=""/>
          <p:cNvSpPr/>
          <p:nvPr/>
        </p:nvSpPr>
        <p:spPr>
          <a:xfrm>
            <a:off x="6822720" y="39859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9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8" name=""/>
          <p:cNvSpPr/>
          <p:nvPr/>
        </p:nvSpPr>
        <p:spPr>
          <a:xfrm>
            <a:off x="6822720" y="3986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39" name=""/>
          <p:cNvSpPr/>
          <p:nvPr/>
        </p:nvSpPr>
        <p:spPr>
          <a:xfrm>
            <a:off x="6822720" y="3987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0" name=""/>
          <p:cNvSpPr/>
          <p:nvPr/>
        </p:nvSpPr>
        <p:spPr>
          <a:xfrm>
            <a:off x="6822720" y="39877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b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1" name=""/>
          <p:cNvSpPr/>
          <p:nvPr/>
        </p:nvSpPr>
        <p:spPr>
          <a:xfrm>
            <a:off x="6822720" y="39880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b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2" name=""/>
          <p:cNvSpPr/>
          <p:nvPr/>
        </p:nvSpPr>
        <p:spPr>
          <a:xfrm>
            <a:off x="6822720" y="39888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c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3" name=""/>
          <p:cNvSpPr/>
          <p:nvPr/>
        </p:nvSpPr>
        <p:spPr>
          <a:xfrm>
            <a:off x="6822720" y="39891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c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4" name=""/>
          <p:cNvSpPr/>
          <p:nvPr/>
        </p:nvSpPr>
        <p:spPr>
          <a:xfrm>
            <a:off x="6822720" y="3989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d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5" name=""/>
          <p:cNvSpPr/>
          <p:nvPr/>
        </p:nvSpPr>
        <p:spPr>
          <a:xfrm>
            <a:off x="6822720" y="39906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d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6" name=""/>
          <p:cNvSpPr/>
          <p:nvPr/>
        </p:nvSpPr>
        <p:spPr>
          <a:xfrm>
            <a:off x="6822720" y="3990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7" name=""/>
          <p:cNvSpPr/>
          <p:nvPr/>
        </p:nvSpPr>
        <p:spPr>
          <a:xfrm>
            <a:off x="6822720" y="3991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8" name=""/>
          <p:cNvSpPr/>
          <p:nvPr/>
        </p:nvSpPr>
        <p:spPr>
          <a:xfrm>
            <a:off x="6822720" y="39924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f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49" name=""/>
          <p:cNvSpPr/>
          <p:nvPr/>
        </p:nvSpPr>
        <p:spPr>
          <a:xfrm>
            <a:off x="6822720" y="3992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f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0" name=""/>
          <p:cNvSpPr/>
          <p:nvPr/>
        </p:nvSpPr>
        <p:spPr>
          <a:xfrm>
            <a:off x="6822720" y="3993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1" name=""/>
          <p:cNvSpPr/>
          <p:nvPr/>
        </p:nvSpPr>
        <p:spPr>
          <a:xfrm>
            <a:off x="6822720" y="39942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2" name=""/>
          <p:cNvSpPr/>
          <p:nvPr/>
        </p:nvSpPr>
        <p:spPr>
          <a:xfrm>
            <a:off x="6822720" y="3994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3" name=""/>
          <p:cNvSpPr/>
          <p:nvPr/>
        </p:nvSpPr>
        <p:spPr>
          <a:xfrm>
            <a:off x="6822720" y="39952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4" name=""/>
          <p:cNvSpPr/>
          <p:nvPr/>
        </p:nvSpPr>
        <p:spPr>
          <a:xfrm>
            <a:off x="6822720" y="3995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5" name=""/>
          <p:cNvSpPr/>
          <p:nvPr/>
        </p:nvSpPr>
        <p:spPr>
          <a:xfrm>
            <a:off x="6822720" y="3996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3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6" name=""/>
          <p:cNvSpPr/>
          <p:nvPr/>
        </p:nvSpPr>
        <p:spPr>
          <a:xfrm>
            <a:off x="6822720" y="39970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3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7" name=""/>
          <p:cNvSpPr/>
          <p:nvPr/>
        </p:nvSpPr>
        <p:spPr>
          <a:xfrm>
            <a:off x="6822720" y="3997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4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8" name=""/>
          <p:cNvSpPr/>
          <p:nvPr/>
        </p:nvSpPr>
        <p:spPr>
          <a:xfrm>
            <a:off x="6822720" y="39981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4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59" name=""/>
          <p:cNvSpPr/>
          <p:nvPr/>
        </p:nvSpPr>
        <p:spPr>
          <a:xfrm>
            <a:off x="6822720" y="39988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5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0" name=""/>
          <p:cNvSpPr/>
          <p:nvPr/>
        </p:nvSpPr>
        <p:spPr>
          <a:xfrm>
            <a:off x="6822720" y="3999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5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1" name=""/>
          <p:cNvSpPr/>
          <p:nvPr/>
        </p:nvSpPr>
        <p:spPr>
          <a:xfrm>
            <a:off x="6822720" y="3999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6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2" name=""/>
          <p:cNvSpPr/>
          <p:nvPr/>
        </p:nvSpPr>
        <p:spPr>
          <a:xfrm>
            <a:off x="6822720" y="40006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6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3" name=""/>
          <p:cNvSpPr/>
          <p:nvPr/>
        </p:nvSpPr>
        <p:spPr>
          <a:xfrm>
            <a:off x="6822720" y="4001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7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4" name=""/>
          <p:cNvSpPr/>
          <p:nvPr/>
        </p:nvSpPr>
        <p:spPr>
          <a:xfrm>
            <a:off x="6822720" y="4001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7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5" name=""/>
          <p:cNvSpPr/>
          <p:nvPr/>
        </p:nvSpPr>
        <p:spPr>
          <a:xfrm>
            <a:off x="6822720" y="40024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6" name=""/>
          <p:cNvSpPr/>
          <p:nvPr/>
        </p:nvSpPr>
        <p:spPr>
          <a:xfrm>
            <a:off x="6822720" y="4002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7" name=""/>
          <p:cNvSpPr/>
          <p:nvPr/>
        </p:nvSpPr>
        <p:spPr>
          <a:xfrm>
            <a:off x="6822720" y="40035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8" name=""/>
          <p:cNvSpPr/>
          <p:nvPr/>
        </p:nvSpPr>
        <p:spPr>
          <a:xfrm>
            <a:off x="6822720" y="4003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69" name=""/>
          <p:cNvSpPr/>
          <p:nvPr/>
        </p:nvSpPr>
        <p:spPr>
          <a:xfrm>
            <a:off x="6822720" y="4004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a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0" name=""/>
          <p:cNvSpPr/>
          <p:nvPr/>
        </p:nvSpPr>
        <p:spPr>
          <a:xfrm>
            <a:off x="6822720" y="40053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a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1" name=""/>
          <p:cNvSpPr/>
          <p:nvPr/>
        </p:nvSpPr>
        <p:spPr>
          <a:xfrm>
            <a:off x="6822720" y="4005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b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2" name=""/>
          <p:cNvSpPr/>
          <p:nvPr/>
        </p:nvSpPr>
        <p:spPr>
          <a:xfrm>
            <a:off x="6822720" y="4006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b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3" name=""/>
          <p:cNvSpPr/>
          <p:nvPr/>
        </p:nvSpPr>
        <p:spPr>
          <a:xfrm>
            <a:off x="6822720" y="40071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c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4" name=""/>
          <p:cNvSpPr/>
          <p:nvPr/>
        </p:nvSpPr>
        <p:spPr>
          <a:xfrm>
            <a:off x="6822720" y="4007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c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5" name=""/>
          <p:cNvSpPr/>
          <p:nvPr/>
        </p:nvSpPr>
        <p:spPr>
          <a:xfrm>
            <a:off x="6822720" y="4008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d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6" name=""/>
          <p:cNvSpPr/>
          <p:nvPr/>
        </p:nvSpPr>
        <p:spPr>
          <a:xfrm>
            <a:off x="6822720" y="40089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d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7" name=""/>
          <p:cNvSpPr/>
          <p:nvPr/>
        </p:nvSpPr>
        <p:spPr>
          <a:xfrm>
            <a:off x="6822720" y="4009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e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8" name=""/>
          <p:cNvSpPr/>
          <p:nvPr/>
        </p:nvSpPr>
        <p:spPr>
          <a:xfrm>
            <a:off x="6822720" y="40100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e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79" name=""/>
          <p:cNvSpPr/>
          <p:nvPr/>
        </p:nvSpPr>
        <p:spPr>
          <a:xfrm>
            <a:off x="6822720" y="4010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f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0" name=""/>
          <p:cNvSpPr/>
          <p:nvPr/>
        </p:nvSpPr>
        <p:spPr>
          <a:xfrm>
            <a:off x="6822720" y="4011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f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1" name=""/>
          <p:cNvSpPr/>
          <p:nvPr/>
        </p:nvSpPr>
        <p:spPr>
          <a:xfrm>
            <a:off x="6822720" y="40118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0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2" name=""/>
          <p:cNvSpPr/>
          <p:nvPr/>
        </p:nvSpPr>
        <p:spPr>
          <a:xfrm>
            <a:off x="6822720" y="4012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0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3" name=""/>
          <p:cNvSpPr/>
          <p:nvPr/>
        </p:nvSpPr>
        <p:spPr>
          <a:xfrm>
            <a:off x="6822720" y="4012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151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4" name=""/>
          <p:cNvSpPr/>
          <p:nvPr/>
        </p:nvSpPr>
        <p:spPr>
          <a:xfrm>
            <a:off x="6822720" y="40136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151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5" name=""/>
          <p:cNvSpPr/>
          <p:nvPr/>
        </p:nvSpPr>
        <p:spPr>
          <a:xfrm>
            <a:off x="6822720" y="4014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25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6" name=""/>
          <p:cNvSpPr/>
          <p:nvPr/>
        </p:nvSpPr>
        <p:spPr>
          <a:xfrm>
            <a:off x="6822720" y="4014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25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7" name=""/>
          <p:cNvSpPr/>
          <p:nvPr/>
        </p:nvSpPr>
        <p:spPr>
          <a:xfrm>
            <a:off x="6822720" y="40154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353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8" name=""/>
          <p:cNvSpPr/>
          <p:nvPr/>
        </p:nvSpPr>
        <p:spPr>
          <a:xfrm>
            <a:off x="6822720" y="4015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353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89" name=""/>
          <p:cNvSpPr/>
          <p:nvPr/>
        </p:nvSpPr>
        <p:spPr>
          <a:xfrm>
            <a:off x="6822720" y="40165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45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0" name=""/>
          <p:cNvSpPr/>
          <p:nvPr/>
        </p:nvSpPr>
        <p:spPr>
          <a:xfrm>
            <a:off x="6822720" y="4016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45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1" name=""/>
          <p:cNvSpPr/>
          <p:nvPr/>
        </p:nvSpPr>
        <p:spPr>
          <a:xfrm>
            <a:off x="6822720" y="4017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55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2" name=""/>
          <p:cNvSpPr/>
          <p:nvPr/>
        </p:nvSpPr>
        <p:spPr>
          <a:xfrm>
            <a:off x="6822720" y="40183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55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3" name=""/>
          <p:cNvSpPr/>
          <p:nvPr/>
        </p:nvSpPr>
        <p:spPr>
          <a:xfrm>
            <a:off x="6822720" y="4018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65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4" name=""/>
          <p:cNvSpPr/>
          <p:nvPr/>
        </p:nvSpPr>
        <p:spPr>
          <a:xfrm>
            <a:off x="6822720" y="4019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65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5" name=""/>
          <p:cNvSpPr/>
          <p:nvPr/>
        </p:nvSpPr>
        <p:spPr>
          <a:xfrm>
            <a:off x="6822720" y="40201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75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6" name=""/>
          <p:cNvSpPr/>
          <p:nvPr/>
        </p:nvSpPr>
        <p:spPr>
          <a:xfrm>
            <a:off x="6822720" y="4020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75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7" name=""/>
          <p:cNvSpPr/>
          <p:nvPr/>
        </p:nvSpPr>
        <p:spPr>
          <a:xfrm>
            <a:off x="6822720" y="4021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8" name=""/>
          <p:cNvSpPr/>
          <p:nvPr/>
        </p:nvSpPr>
        <p:spPr>
          <a:xfrm>
            <a:off x="6822720" y="40219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499" name=""/>
          <p:cNvSpPr/>
          <p:nvPr/>
        </p:nvSpPr>
        <p:spPr>
          <a:xfrm>
            <a:off x="6822720" y="4022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959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0" name=""/>
          <p:cNvSpPr/>
          <p:nvPr/>
        </p:nvSpPr>
        <p:spPr>
          <a:xfrm>
            <a:off x="6822720" y="40230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959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1" name=""/>
          <p:cNvSpPr/>
          <p:nvPr/>
        </p:nvSpPr>
        <p:spPr>
          <a:xfrm>
            <a:off x="6822720" y="4023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a5a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2" name=""/>
          <p:cNvSpPr/>
          <p:nvPr/>
        </p:nvSpPr>
        <p:spPr>
          <a:xfrm>
            <a:off x="6822720" y="40240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a5a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3" name=""/>
          <p:cNvSpPr/>
          <p:nvPr/>
        </p:nvSpPr>
        <p:spPr>
          <a:xfrm>
            <a:off x="6822720" y="40248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b5b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4" name=""/>
          <p:cNvSpPr/>
          <p:nvPr/>
        </p:nvSpPr>
        <p:spPr>
          <a:xfrm>
            <a:off x="6822720" y="40251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b5b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5" name=""/>
          <p:cNvSpPr/>
          <p:nvPr/>
        </p:nvSpPr>
        <p:spPr>
          <a:xfrm>
            <a:off x="6822720" y="4025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c5c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6" name=""/>
          <p:cNvSpPr/>
          <p:nvPr/>
        </p:nvSpPr>
        <p:spPr>
          <a:xfrm>
            <a:off x="6822720" y="40266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c5c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7" name=""/>
          <p:cNvSpPr/>
          <p:nvPr/>
        </p:nvSpPr>
        <p:spPr>
          <a:xfrm>
            <a:off x="6822720" y="4026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d5d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8" name=""/>
          <p:cNvSpPr/>
          <p:nvPr/>
        </p:nvSpPr>
        <p:spPr>
          <a:xfrm>
            <a:off x="6822720" y="4027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d5d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09" name=""/>
          <p:cNvSpPr/>
          <p:nvPr/>
        </p:nvSpPr>
        <p:spPr>
          <a:xfrm>
            <a:off x="6822720" y="40284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e5e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0" name=""/>
          <p:cNvSpPr/>
          <p:nvPr/>
        </p:nvSpPr>
        <p:spPr>
          <a:xfrm>
            <a:off x="6822720" y="4028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e5e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1" name=""/>
          <p:cNvSpPr/>
          <p:nvPr/>
        </p:nvSpPr>
        <p:spPr>
          <a:xfrm>
            <a:off x="6822720" y="40294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2" name=""/>
          <p:cNvSpPr/>
          <p:nvPr/>
        </p:nvSpPr>
        <p:spPr>
          <a:xfrm>
            <a:off x="6822720" y="4029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3" name=""/>
          <p:cNvSpPr/>
          <p:nvPr/>
        </p:nvSpPr>
        <p:spPr>
          <a:xfrm>
            <a:off x="6822720" y="4030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4" name=""/>
          <p:cNvSpPr/>
          <p:nvPr/>
        </p:nvSpPr>
        <p:spPr>
          <a:xfrm>
            <a:off x="6822720" y="40312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5" name=""/>
          <p:cNvSpPr/>
          <p:nvPr/>
        </p:nvSpPr>
        <p:spPr>
          <a:xfrm>
            <a:off x="6822720" y="4031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6" name=""/>
          <p:cNvSpPr/>
          <p:nvPr/>
        </p:nvSpPr>
        <p:spPr>
          <a:xfrm>
            <a:off x="6822720" y="4032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7" name=""/>
          <p:cNvSpPr/>
          <p:nvPr/>
        </p:nvSpPr>
        <p:spPr>
          <a:xfrm>
            <a:off x="6822720" y="40330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8" name=""/>
          <p:cNvSpPr/>
          <p:nvPr/>
        </p:nvSpPr>
        <p:spPr>
          <a:xfrm>
            <a:off x="6822720" y="4033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19" name=""/>
          <p:cNvSpPr/>
          <p:nvPr/>
        </p:nvSpPr>
        <p:spPr>
          <a:xfrm>
            <a:off x="6822720" y="40341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363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0" name=""/>
          <p:cNvSpPr/>
          <p:nvPr/>
        </p:nvSpPr>
        <p:spPr>
          <a:xfrm>
            <a:off x="6822720" y="40348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363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1" name=""/>
          <p:cNvSpPr/>
          <p:nvPr/>
        </p:nvSpPr>
        <p:spPr>
          <a:xfrm>
            <a:off x="6822720" y="4035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2" name=""/>
          <p:cNvSpPr/>
          <p:nvPr/>
        </p:nvSpPr>
        <p:spPr>
          <a:xfrm>
            <a:off x="6822720" y="40359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3" name=""/>
          <p:cNvSpPr/>
          <p:nvPr/>
        </p:nvSpPr>
        <p:spPr>
          <a:xfrm>
            <a:off x="6822720" y="4036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4" name=""/>
          <p:cNvSpPr/>
          <p:nvPr/>
        </p:nvSpPr>
        <p:spPr>
          <a:xfrm>
            <a:off x="6822720" y="4037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5" name=""/>
          <p:cNvSpPr/>
          <p:nvPr/>
        </p:nvSpPr>
        <p:spPr>
          <a:xfrm>
            <a:off x="6822720" y="40377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6" name=""/>
          <p:cNvSpPr/>
          <p:nvPr/>
        </p:nvSpPr>
        <p:spPr>
          <a:xfrm>
            <a:off x="6822720" y="4038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7" name=""/>
          <p:cNvSpPr/>
          <p:nvPr/>
        </p:nvSpPr>
        <p:spPr>
          <a:xfrm>
            <a:off x="6822720" y="4038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8" name=""/>
          <p:cNvSpPr/>
          <p:nvPr/>
        </p:nvSpPr>
        <p:spPr>
          <a:xfrm>
            <a:off x="6822720" y="40395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29" name=""/>
          <p:cNvSpPr/>
          <p:nvPr/>
        </p:nvSpPr>
        <p:spPr>
          <a:xfrm>
            <a:off x="6822720" y="4039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0" name=""/>
          <p:cNvSpPr/>
          <p:nvPr/>
        </p:nvSpPr>
        <p:spPr>
          <a:xfrm>
            <a:off x="6822720" y="4040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1" name=""/>
          <p:cNvSpPr/>
          <p:nvPr/>
        </p:nvSpPr>
        <p:spPr>
          <a:xfrm>
            <a:off x="6822720" y="40413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2" name=""/>
          <p:cNvSpPr/>
          <p:nvPr/>
        </p:nvSpPr>
        <p:spPr>
          <a:xfrm>
            <a:off x="6822720" y="4041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3" name=""/>
          <p:cNvSpPr/>
          <p:nvPr/>
        </p:nvSpPr>
        <p:spPr>
          <a:xfrm>
            <a:off x="6822720" y="40424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4" name=""/>
          <p:cNvSpPr/>
          <p:nvPr/>
        </p:nvSpPr>
        <p:spPr>
          <a:xfrm>
            <a:off x="6822720" y="4042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5" name=""/>
          <p:cNvSpPr/>
          <p:nvPr/>
        </p:nvSpPr>
        <p:spPr>
          <a:xfrm>
            <a:off x="6822720" y="4043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6" name=""/>
          <p:cNvSpPr/>
          <p:nvPr/>
        </p:nvSpPr>
        <p:spPr>
          <a:xfrm>
            <a:off x="6822720" y="40442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7" name=""/>
          <p:cNvSpPr/>
          <p:nvPr/>
        </p:nvSpPr>
        <p:spPr>
          <a:xfrm>
            <a:off x="6822720" y="4044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c6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8" name=""/>
          <p:cNvSpPr/>
          <p:nvPr/>
        </p:nvSpPr>
        <p:spPr>
          <a:xfrm>
            <a:off x="6822720" y="4045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c6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39" name=""/>
          <p:cNvSpPr/>
          <p:nvPr/>
        </p:nvSpPr>
        <p:spPr>
          <a:xfrm>
            <a:off x="6822720" y="40460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0" name=""/>
          <p:cNvSpPr/>
          <p:nvPr/>
        </p:nvSpPr>
        <p:spPr>
          <a:xfrm>
            <a:off x="6822720" y="4046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1" name=""/>
          <p:cNvSpPr/>
          <p:nvPr/>
        </p:nvSpPr>
        <p:spPr>
          <a:xfrm>
            <a:off x="6822720" y="4047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e6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2" name=""/>
          <p:cNvSpPr/>
          <p:nvPr/>
        </p:nvSpPr>
        <p:spPr>
          <a:xfrm>
            <a:off x="6822720" y="40478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e6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3" name=""/>
          <p:cNvSpPr/>
          <p:nvPr/>
        </p:nvSpPr>
        <p:spPr>
          <a:xfrm>
            <a:off x="6822720" y="4048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4" name=""/>
          <p:cNvSpPr/>
          <p:nvPr/>
        </p:nvSpPr>
        <p:spPr>
          <a:xfrm>
            <a:off x="6822720" y="40489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5" name=""/>
          <p:cNvSpPr/>
          <p:nvPr/>
        </p:nvSpPr>
        <p:spPr>
          <a:xfrm>
            <a:off x="6822720" y="4049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6" name=""/>
          <p:cNvSpPr/>
          <p:nvPr/>
        </p:nvSpPr>
        <p:spPr>
          <a:xfrm>
            <a:off x="6822720" y="4050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7" name=""/>
          <p:cNvSpPr/>
          <p:nvPr/>
        </p:nvSpPr>
        <p:spPr>
          <a:xfrm>
            <a:off x="6822720" y="40507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171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8" name=""/>
          <p:cNvSpPr/>
          <p:nvPr/>
        </p:nvSpPr>
        <p:spPr>
          <a:xfrm>
            <a:off x="6822720" y="40510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171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49" name=""/>
          <p:cNvSpPr/>
          <p:nvPr/>
        </p:nvSpPr>
        <p:spPr>
          <a:xfrm>
            <a:off x="6822720" y="4051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0" name=""/>
          <p:cNvSpPr/>
          <p:nvPr/>
        </p:nvSpPr>
        <p:spPr>
          <a:xfrm>
            <a:off x="6822720" y="40525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1" name=""/>
          <p:cNvSpPr/>
          <p:nvPr/>
        </p:nvSpPr>
        <p:spPr>
          <a:xfrm>
            <a:off x="6822720" y="4052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2" name=""/>
          <p:cNvSpPr/>
          <p:nvPr/>
        </p:nvSpPr>
        <p:spPr>
          <a:xfrm>
            <a:off x="6822720" y="4053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3" name=""/>
          <p:cNvSpPr/>
          <p:nvPr/>
        </p:nvSpPr>
        <p:spPr>
          <a:xfrm>
            <a:off x="6822720" y="40543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4" name=""/>
          <p:cNvSpPr/>
          <p:nvPr/>
        </p:nvSpPr>
        <p:spPr>
          <a:xfrm>
            <a:off x="6822720" y="4054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5" name=""/>
          <p:cNvSpPr/>
          <p:nvPr/>
        </p:nvSpPr>
        <p:spPr>
          <a:xfrm>
            <a:off x="6822720" y="40554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57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6" name=""/>
          <p:cNvSpPr/>
          <p:nvPr/>
        </p:nvSpPr>
        <p:spPr>
          <a:xfrm>
            <a:off x="6822720" y="4055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57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7" name=""/>
          <p:cNvSpPr/>
          <p:nvPr/>
        </p:nvSpPr>
        <p:spPr>
          <a:xfrm>
            <a:off x="6822720" y="4056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67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8" name=""/>
          <p:cNvSpPr/>
          <p:nvPr/>
        </p:nvSpPr>
        <p:spPr>
          <a:xfrm>
            <a:off x="6822720" y="40572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67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59" name=""/>
          <p:cNvSpPr/>
          <p:nvPr/>
        </p:nvSpPr>
        <p:spPr>
          <a:xfrm>
            <a:off x="6822720" y="4057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0" name=""/>
          <p:cNvSpPr/>
          <p:nvPr/>
        </p:nvSpPr>
        <p:spPr>
          <a:xfrm>
            <a:off x="6822720" y="4058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1" name=""/>
          <p:cNvSpPr/>
          <p:nvPr/>
        </p:nvSpPr>
        <p:spPr>
          <a:xfrm>
            <a:off x="6822720" y="40590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7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2" name=""/>
          <p:cNvSpPr/>
          <p:nvPr/>
        </p:nvSpPr>
        <p:spPr>
          <a:xfrm>
            <a:off x="6822720" y="4059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87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3" name=""/>
          <p:cNvSpPr/>
          <p:nvPr/>
        </p:nvSpPr>
        <p:spPr>
          <a:xfrm>
            <a:off x="6822720" y="40600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4" name=""/>
          <p:cNvSpPr/>
          <p:nvPr/>
        </p:nvSpPr>
        <p:spPr>
          <a:xfrm>
            <a:off x="6822720" y="40608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5" name=""/>
          <p:cNvSpPr/>
          <p:nvPr/>
        </p:nvSpPr>
        <p:spPr>
          <a:xfrm>
            <a:off x="6822720" y="40611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a7a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6" name=""/>
          <p:cNvSpPr/>
          <p:nvPr/>
        </p:nvSpPr>
        <p:spPr>
          <a:xfrm>
            <a:off x="6822720" y="40618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7a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7" name=""/>
          <p:cNvSpPr/>
          <p:nvPr/>
        </p:nvSpPr>
        <p:spPr>
          <a:xfrm>
            <a:off x="6822720" y="4062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b7b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8" name=""/>
          <p:cNvSpPr/>
          <p:nvPr/>
        </p:nvSpPr>
        <p:spPr>
          <a:xfrm>
            <a:off x="6822720" y="4062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b7b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69" name=""/>
          <p:cNvSpPr/>
          <p:nvPr/>
        </p:nvSpPr>
        <p:spPr>
          <a:xfrm>
            <a:off x="6822720" y="40636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0" name=""/>
          <p:cNvSpPr/>
          <p:nvPr/>
        </p:nvSpPr>
        <p:spPr>
          <a:xfrm>
            <a:off x="6822720" y="4064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1" name=""/>
          <p:cNvSpPr/>
          <p:nvPr/>
        </p:nvSpPr>
        <p:spPr>
          <a:xfrm>
            <a:off x="6822720" y="4064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2" name=""/>
          <p:cNvSpPr/>
          <p:nvPr/>
        </p:nvSpPr>
        <p:spPr>
          <a:xfrm>
            <a:off x="6822720" y="40654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3" name=""/>
          <p:cNvSpPr/>
          <p:nvPr/>
        </p:nvSpPr>
        <p:spPr>
          <a:xfrm>
            <a:off x="6822720" y="4065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4" name=""/>
          <p:cNvSpPr/>
          <p:nvPr/>
        </p:nvSpPr>
        <p:spPr>
          <a:xfrm>
            <a:off x="6822720" y="4066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5" name=""/>
          <p:cNvSpPr/>
          <p:nvPr/>
        </p:nvSpPr>
        <p:spPr>
          <a:xfrm>
            <a:off x="6822720" y="40672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6" name=""/>
          <p:cNvSpPr/>
          <p:nvPr/>
        </p:nvSpPr>
        <p:spPr>
          <a:xfrm>
            <a:off x="6822720" y="4067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7" name=""/>
          <p:cNvSpPr/>
          <p:nvPr/>
        </p:nvSpPr>
        <p:spPr>
          <a:xfrm>
            <a:off x="6822720" y="40683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8" name=""/>
          <p:cNvSpPr/>
          <p:nvPr/>
        </p:nvSpPr>
        <p:spPr>
          <a:xfrm>
            <a:off x="6822720" y="3917880"/>
            <a:ext cx="303840" cy="75960"/>
          </a:xfrm>
          <a:custGeom>
            <a:avLst/>
            <a:gdLst/>
            <a:ahLst/>
            <a:rect l="0" t="0" r="r" b="b"/>
            <a:pathLst>
              <a:path w="844" h="211">
                <a:moveTo>
                  <a:pt x="0" y="0"/>
                </a:moveTo>
                <a:lnTo>
                  <a:pt x="844" y="0"/>
                </a:lnTo>
                <a:lnTo>
                  <a:pt x="844" y="211"/>
                </a:lnTo>
                <a:lnTo>
                  <a:pt x="0" y="211"/>
                </a:lnTo>
                <a:lnTo>
                  <a:pt x="0" y="0"/>
                </a:lnTo>
                <a:close/>
              </a:path>
            </a:pathLst>
          </a:custGeom>
          <a:solidFill>
            <a:srgbClr val="909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79" name=""/>
          <p:cNvSpPr/>
          <p:nvPr/>
        </p:nvSpPr>
        <p:spPr>
          <a:xfrm>
            <a:off x="6822720" y="3993480"/>
            <a:ext cx="303840" cy="75600"/>
          </a:xfrm>
          <a:custGeom>
            <a:avLst/>
            <a:gdLst/>
            <a:ahLst/>
            <a:rect l="0" t="0" r="r" b="b"/>
            <a:pathLst>
              <a:path w="844" h="210">
                <a:moveTo>
                  <a:pt x="0" y="0"/>
                </a:moveTo>
                <a:lnTo>
                  <a:pt x="844" y="0"/>
                </a:lnTo>
                <a:lnTo>
                  <a:pt x="844" y="210"/>
                </a:lnTo>
                <a:lnTo>
                  <a:pt x="0" y="210"/>
                </a:lnTo>
                <a:lnTo>
                  <a:pt x="0" y="0"/>
                </a:lnTo>
                <a:close/>
              </a:path>
            </a:pathLst>
          </a:custGeom>
          <a:solidFill>
            <a:srgbClr val="909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80" name=""/>
          <p:cNvSpPr/>
          <p:nvPr/>
        </p:nvSpPr>
        <p:spPr>
          <a:xfrm>
            <a:off x="6822720" y="3917880"/>
            <a:ext cx="303840" cy="151200"/>
          </a:xfrm>
          <a:custGeom>
            <a:avLst/>
            <a:gdLst/>
            <a:ahLst/>
            <a:rect l="0" t="0" r="r" b="b"/>
            <a:pathLst>
              <a:path fill="none" w="844" h="420">
                <a:moveTo>
                  <a:pt x="844" y="0"/>
                </a:moveTo>
                <a:lnTo>
                  <a:pt x="421" y="420"/>
                </a:lnTo>
                <a:lnTo>
                  <a:pt x="0" y="0"/>
                </a:lnTo>
              </a:path>
            </a:pathLst>
          </a:custGeom>
          <a:ln w="12600">
            <a:solidFill>
              <a:srgbClr val="656e7d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581" name=""/>
          <p:cNvSpPr/>
          <p:nvPr/>
        </p:nvSpPr>
        <p:spPr>
          <a:xfrm>
            <a:off x="6822720" y="3794760"/>
            <a:ext cx="303840" cy="2160"/>
          </a:xfrm>
          <a:custGeom>
            <a:avLst/>
            <a:gdLst/>
            <a:ahLst/>
            <a:rect l="0" t="0" r="r" b="b"/>
            <a:pathLst>
              <a:path w="844" h="6">
                <a:moveTo>
                  <a:pt x="0" y="0"/>
                </a:moveTo>
                <a:lnTo>
                  <a:pt x="844" y="0"/>
                </a:lnTo>
                <a:lnTo>
                  <a:pt x="844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82" name=""/>
          <p:cNvSpPr/>
          <p:nvPr/>
        </p:nvSpPr>
        <p:spPr>
          <a:xfrm>
            <a:off x="6822720" y="3795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83" name=""/>
          <p:cNvSpPr/>
          <p:nvPr/>
        </p:nvSpPr>
        <p:spPr>
          <a:xfrm>
            <a:off x="6822720" y="3796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2020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84" name=""/>
          <p:cNvSpPr/>
          <p:nvPr/>
        </p:nvSpPr>
        <p:spPr>
          <a:xfrm>
            <a:off x="6822720" y="379800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03030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85" name=""/>
          <p:cNvSpPr/>
          <p:nvPr/>
        </p:nvSpPr>
        <p:spPr>
          <a:xfrm>
            <a:off x="6822720" y="3799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4040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86" name=""/>
          <p:cNvSpPr/>
          <p:nvPr/>
        </p:nvSpPr>
        <p:spPr>
          <a:xfrm>
            <a:off x="6822720" y="3800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5050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87" name=""/>
          <p:cNvSpPr/>
          <p:nvPr/>
        </p:nvSpPr>
        <p:spPr>
          <a:xfrm>
            <a:off x="6822720" y="380160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06060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88" name=""/>
          <p:cNvSpPr/>
          <p:nvPr/>
        </p:nvSpPr>
        <p:spPr>
          <a:xfrm>
            <a:off x="6822720" y="3803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7070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89" name=""/>
          <p:cNvSpPr/>
          <p:nvPr/>
        </p:nvSpPr>
        <p:spPr>
          <a:xfrm>
            <a:off x="6822720" y="3804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8080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0" name=""/>
          <p:cNvSpPr/>
          <p:nvPr/>
        </p:nvSpPr>
        <p:spPr>
          <a:xfrm>
            <a:off x="6822720" y="3805200"/>
            <a:ext cx="303840" cy="2160"/>
          </a:xfrm>
          <a:custGeom>
            <a:avLst/>
            <a:gdLst/>
            <a:ahLst/>
            <a:rect l="0" t="0" r="r" b="b"/>
            <a:pathLst>
              <a:path w="844" h="6">
                <a:moveTo>
                  <a:pt x="0" y="0"/>
                </a:moveTo>
                <a:lnTo>
                  <a:pt x="844" y="0"/>
                </a:lnTo>
                <a:lnTo>
                  <a:pt x="844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09090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1" name=""/>
          <p:cNvSpPr/>
          <p:nvPr/>
        </p:nvSpPr>
        <p:spPr>
          <a:xfrm>
            <a:off x="6822720" y="3806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a0a0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2" name=""/>
          <p:cNvSpPr/>
          <p:nvPr/>
        </p:nvSpPr>
        <p:spPr>
          <a:xfrm>
            <a:off x="6822720" y="3807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b0b0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3" name=""/>
          <p:cNvSpPr/>
          <p:nvPr/>
        </p:nvSpPr>
        <p:spPr>
          <a:xfrm>
            <a:off x="6822720" y="3808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c0c0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4" name=""/>
          <p:cNvSpPr/>
          <p:nvPr/>
        </p:nvSpPr>
        <p:spPr>
          <a:xfrm>
            <a:off x="6822720" y="380988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0d0d0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5" name=""/>
          <p:cNvSpPr/>
          <p:nvPr/>
        </p:nvSpPr>
        <p:spPr>
          <a:xfrm>
            <a:off x="6822720" y="3811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e0e0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6" name=""/>
          <p:cNvSpPr/>
          <p:nvPr/>
        </p:nvSpPr>
        <p:spPr>
          <a:xfrm>
            <a:off x="6822720" y="3812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0f0f0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7" name=""/>
          <p:cNvSpPr/>
          <p:nvPr/>
        </p:nvSpPr>
        <p:spPr>
          <a:xfrm>
            <a:off x="6822720" y="381348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10101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8" name=""/>
          <p:cNvSpPr/>
          <p:nvPr/>
        </p:nvSpPr>
        <p:spPr>
          <a:xfrm>
            <a:off x="6822720" y="3814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111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599" name=""/>
          <p:cNvSpPr/>
          <p:nvPr/>
        </p:nvSpPr>
        <p:spPr>
          <a:xfrm>
            <a:off x="6822720" y="3816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2121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0" name=""/>
          <p:cNvSpPr/>
          <p:nvPr/>
        </p:nvSpPr>
        <p:spPr>
          <a:xfrm>
            <a:off x="6822720" y="3817080"/>
            <a:ext cx="303840" cy="2160"/>
          </a:xfrm>
          <a:custGeom>
            <a:avLst/>
            <a:gdLst/>
            <a:ahLst/>
            <a:rect l="0" t="0" r="r" b="b"/>
            <a:pathLst>
              <a:path w="844" h="6">
                <a:moveTo>
                  <a:pt x="0" y="0"/>
                </a:moveTo>
                <a:lnTo>
                  <a:pt x="844" y="0"/>
                </a:lnTo>
                <a:lnTo>
                  <a:pt x="844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13131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1" name=""/>
          <p:cNvSpPr/>
          <p:nvPr/>
        </p:nvSpPr>
        <p:spPr>
          <a:xfrm>
            <a:off x="6822720" y="3818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4141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2" name=""/>
          <p:cNvSpPr/>
          <p:nvPr/>
        </p:nvSpPr>
        <p:spPr>
          <a:xfrm>
            <a:off x="6822720" y="3819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3" name=""/>
          <p:cNvSpPr/>
          <p:nvPr/>
        </p:nvSpPr>
        <p:spPr>
          <a:xfrm>
            <a:off x="6822720" y="382068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16161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4" name=""/>
          <p:cNvSpPr/>
          <p:nvPr/>
        </p:nvSpPr>
        <p:spPr>
          <a:xfrm>
            <a:off x="6822720" y="3822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7171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5" name=""/>
          <p:cNvSpPr/>
          <p:nvPr/>
        </p:nvSpPr>
        <p:spPr>
          <a:xfrm>
            <a:off x="6822720" y="3823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8181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6" name=""/>
          <p:cNvSpPr/>
          <p:nvPr/>
        </p:nvSpPr>
        <p:spPr>
          <a:xfrm>
            <a:off x="6822720" y="3824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9191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7" name=""/>
          <p:cNvSpPr/>
          <p:nvPr/>
        </p:nvSpPr>
        <p:spPr>
          <a:xfrm>
            <a:off x="6822720" y="382536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1a1a1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8" name=""/>
          <p:cNvSpPr/>
          <p:nvPr/>
        </p:nvSpPr>
        <p:spPr>
          <a:xfrm>
            <a:off x="6822720" y="3826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b1b1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09" name=""/>
          <p:cNvSpPr/>
          <p:nvPr/>
        </p:nvSpPr>
        <p:spPr>
          <a:xfrm>
            <a:off x="6822720" y="3827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c1c1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0" name=""/>
          <p:cNvSpPr/>
          <p:nvPr/>
        </p:nvSpPr>
        <p:spPr>
          <a:xfrm>
            <a:off x="6822720" y="3828960"/>
            <a:ext cx="303840" cy="2160"/>
          </a:xfrm>
          <a:custGeom>
            <a:avLst/>
            <a:gdLst/>
            <a:ahLst/>
            <a:rect l="0" t="0" r="r" b="b"/>
            <a:pathLst>
              <a:path w="844" h="6">
                <a:moveTo>
                  <a:pt x="0" y="0"/>
                </a:moveTo>
                <a:lnTo>
                  <a:pt x="844" y="0"/>
                </a:lnTo>
                <a:lnTo>
                  <a:pt x="844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1d1d1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1" name=""/>
          <p:cNvSpPr/>
          <p:nvPr/>
        </p:nvSpPr>
        <p:spPr>
          <a:xfrm>
            <a:off x="6822720" y="3830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e1e1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2" name=""/>
          <p:cNvSpPr/>
          <p:nvPr/>
        </p:nvSpPr>
        <p:spPr>
          <a:xfrm>
            <a:off x="6822720" y="3831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1f1f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3" name=""/>
          <p:cNvSpPr/>
          <p:nvPr/>
        </p:nvSpPr>
        <p:spPr>
          <a:xfrm>
            <a:off x="6822720" y="383256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20202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4" name=""/>
          <p:cNvSpPr/>
          <p:nvPr/>
        </p:nvSpPr>
        <p:spPr>
          <a:xfrm>
            <a:off x="6822720" y="3834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1212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5" name=""/>
          <p:cNvSpPr/>
          <p:nvPr/>
        </p:nvSpPr>
        <p:spPr>
          <a:xfrm>
            <a:off x="6822720" y="38350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2222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6" name=""/>
          <p:cNvSpPr/>
          <p:nvPr/>
        </p:nvSpPr>
        <p:spPr>
          <a:xfrm>
            <a:off x="6822720" y="383616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2323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7" name=""/>
          <p:cNvSpPr/>
          <p:nvPr/>
        </p:nvSpPr>
        <p:spPr>
          <a:xfrm>
            <a:off x="6822720" y="3837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4242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8" name=""/>
          <p:cNvSpPr/>
          <p:nvPr/>
        </p:nvSpPr>
        <p:spPr>
          <a:xfrm>
            <a:off x="6822720" y="3838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525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19" name=""/>
          <p:cNvSpPr/>
          <p:nvPr/>
        </p:nvSpPr>
        <p:spPr>
          <a:xfrm>
            <a:off x="6822720" y="3839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0" name=""/>
          <p:cNvSpPr/>
          <p:nvPr/>
        </p:nvSpPr>
        <p:spPr>
          <a:xfrm>
            <a:off x="6822720" y="3840840"/>
            <a:ext cx="303840" cy="2160"/>
          </a:xfrm>
          <a:custGeom>
            <a:avLst/>
            <a:gdLst/>
            <a:ahLst/>
            <a:rect l="0" t="0" r="r" b="b"/>
            <a:pathLst>
              <a:path w="844" h="6">
                <a:moveTo>
                  <a:pt x="0" y="0"/>
                </a:moveTo>
                <a:lnTo>
                  <a:pt x="844" y="0"/>
                </a:lnTo>
                <a:lnTo>
                  <a:pt x="844" y="6"/>
                </a:lnTo>
                <a:lnTo>
                  <a:pt x="0" y="6"/>
                </a:lnTo>
                <a:lnTo>
                  <a:pt x="0" y="0"/>
                </a:lnTo>
                <a:close/>
              </a:path>
            </a:pathLst>
          </a:custGeom>
          <a:solidFill>
            <a:srgbClr val="27272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1" name=""/>
          <p:cNvSpPr/>
          <p:nvPr/>
        </p:nvSpPr>
        <p:spPr>
          <a:xfrm>
            <a:off x="6822720" y="3842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8282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2" name=""/>
          <p:cNvSpPr/>
          <p:nvPr/>
        </p:nvSpPr>
        <p:spPr>
          <a:xfrm>
            <a:off x="6822720" y="3843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929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3" name=""/>
          <p:cNvSpPr/>
          <p:nvPr/>
        </p:nvSpPr>
        <p:spPr>
          <a:xfrm>
            <a:off x="6822720" y="3844440"/>
            <a:ext cx="303840" cy="1800"/>
          </a:xfrm>
          <a:custGeom>
            <a:avLst/>
            <a:gdLst/>
            <a:ahLst/>
            <a:rect l="0" t="0" r="r" b="b"/>
            <a:pathLst>
              <a:path w="844" h="5">
                <a:moveTo>
                  <a:pt x="0" y="0"/>
                </a:moveTo>
                <a:lnTo>
                  <a:pt x="844" y="0"/>
                </a:lnTo>
                <a:lnTo>
                  <a:pt x="844" y="5"/>
                </a:lnTo>
                <a:lnTo>
                  <a:pt x="0" y="5"/>
                </a:lnTo>
                <a:lnTo>
                  <a:pt x="0" y="0"/>
                </a:lnTo>
                <a:close/>
              </a:path>
            </a:pathLst>
          </a:custGeom>
          <a:solidFill>
            <a:srgbClr val="2a2a2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4" name=""/>
          <p:cNvSpPr/>
          <p:nvPr/>
        </p:nvSpPr>
        <p:spPr>
          <a:xfrm>
            <a:off x="6822720" y="38458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2b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5" name=""/>
          <p:cNvSpPr/>
          <p:nvPr/>
        </p:nvSpPr>
        <p:spPr>
          <a:xfrm>
            <a:off x="6822720" y="3846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b2b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6" name=""/>
          <p:cNvSpPr/>
          <p:nvPr/>
        </p:nvSpPr>
        <p:spPr>
          <a:xfrm>
            <a:off x="6822720" y="3846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7" name=""/>
          <p:cNvSpPr/>
          <p:nvPr/>
        </p:nvSpPr>
        <p:spPr>
          <a:xfrm>
            <a:off x="6822720" y="38476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2c2c2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8" name=""/>
          <p:cNvSpPr/>
          <p:nvPr/>
        </p:nvSpPr>
        <p:spPr>
          <a:xfrm>
            <a:off x="6822720" y="3848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d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29" name=""/>
          <p:cNvSpPr/>
          <p:nvPr/>
        </p:nvSpPr>
        <p:spPr>
          <a:xfrm>
            <a:off x="6822720" y="3848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d2d2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0" name=""/>
          <p:cNvSpPr/>
          <p:nvPr/>
        </p:nvSpPr>
        <p:spPr>
          <a:xfrm>
            <a:off x="6822720" y="38494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2e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1" name=""/>
          <p:cNvSpPr/>
          <p:nvPr/>
        </p:nvSpPr>
        <p:spPr>
          <a:xfrm>
            <a:off x="6822720" y="3849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e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2" name=""/>
          <p:cNvSpPr/>
          <p:nvPr/>
        </p:nvSpPr>
        <p:spPr>
          <a:xfrm>
            <a:off x="6822720" y="3850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2f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3" name=""/>
          <p:cNvSpPr/>
          <p:nvPr/>
        </p:nvSpPr>
        <p:spPr>
          <a:xfrm>
            <a:off x="6822720" y="38512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2f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4" name=""/>
          <p:cNvSpPr/>
          <p:nvPr/>
        </p:nvSpPr>
        <p:spPr>
          <a:xfrm>
            <a:off x="6822720" y="3851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0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5" name=""/>
          <p:cNvSpPr/>
          <p:nvPr/>
        </p:nvSpPr>
        <p:spPr>
          <a:xfrm>
            <a:off x="6822720" y="3852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0303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6" name=""/>
          <p:cNvSpPr/>
          <p:nvPr/>
        </p:nvSpPr>
        <p:spPr>
          <a:xfrm>
            <a:off x="6822720" y="38530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1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7" name=""/>
          <p:cNvSpPr/>
          <p:nvPr/>
        </p:nvSpPr>
        <p:spPr>
          <a:xfrm>
            <a:off x="6822720" y="3853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1313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8" name=""/>
          <p:cNvSpPr/>
          <p:nvPr/>
        </p:nvSpPr>
        <p:spPr>
          <a:xfrm>
            <a:off x="6822720" y="38541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2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39" name=""/>
          <p:cNvSpPr/>
          <p:nvPr/>
        </p:nvSpPr>
        <p:spPr>
          <a:xfrm>
            <a:off x="6822720" y="38548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2323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0" name=""/>
          <p:cNvSpPr/>
          <p:nvPr/>
        </p:nvSpPr>
        <p:spPr>
          <a:xfrm>
            <a:off x="6822720" y="3855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1" name=""/>
          <p:cNvSpPr/>
          <p:nvPr/>
        </p:nvSpPr>
        <p:spPr>
          <a:xfrm>
            <a:off x="6822720" y="38559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3333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2" name=""/>
          <p:cNvSpPr/>
          <p:nvPr/>
        </p:nvSpPr>
        <p:spPr>
          <a:xfrm>
            <a:off x="6822720" y="3856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4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3" name=""/>
          <p:cNvSpPr/>
          <p:nvPr/>
        </p:nvSpPr>
        <p:spPr>
          <a:xfrm>
            <a:off x="6822720" y="3857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4343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4" name=""/>
          <p:cNvSpPr/>
          <p:nvPr/>
        </p:nvSpPr>
        <p:spPr>
          <a:xfrm>
            <a:off x="6822720" y="38577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5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5" name=""/>
          <p:cNvSpPr/>
          <p:nvPr/>
        </p:nvSpPr>
        <p:spPr>
          <a:xfrm>
            <a:off x="6822720" y="3858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5353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6" name=""/>
          <p:cNvSpPr/>
          <p:nvPr/>
        </p:nvSpPr>
        <p:spPr>
          <a:xfrm>
            <a:off x="6822720" y="3858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6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7" name=""/>
          <p:cNvSpPr/>
          <p:nvPr/>
        </p:nvSpPr>
        <p:spPr>
          <a:xfrm>
            <a:off x="6822720" y="38595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6363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8" name=""/>
          <p:cNvSpPr/>
          <p:nvPr/>
        </p:nvSpPr>
        <p:spPr>
          <a:xfrm>
            <a:off x="6822720" y="3859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7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49" name=""/>
          <p:cNvSpPr/>
          <p:nvPr/>
        </p:nvSpPr>
        <p:spPr>
          <a:xfrm>
            <a:off x="6822720" y="3860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7373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0" name=""/>
          <p:cNvSpPr/>
          <p:nvPr/>
        </p:nvSpPr>
        <p:spPr>
          <a:xfrm>
            <a:off x="6822720" y="38613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8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1" name=""/>
          <p:cNvSpPr/>
          <p:nvPr/>
        </p:nvSpPr>
        <p:spPr>
          <a:xfrm>
            <a:off x="6822720" y="3861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838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2" name=""/>
          <p:cNvSpPr/>
          <p:nvPr/>
        </p:nvSpPr>
        <p:spPr>
          <a:xfrm>
            <a:off x="6822720" y="3862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9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3" name=""/>
          <p:cNvSpPr/>
          <p:nvPr/>
        </p:nvSpPr>
        <p:spPr>
          <a:xfrm>
            <a:off x="6822720" y="38631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9393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4" name=""/>
          <p:cNvSpPr/>
          <p:nvPr/>
        </p:nvSpPr>
        <p:spPr>
          <a:xfrm>
            <a:off x="6822720" y="3863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5" name=""/>
          <p:cNvSpPr/>
          <p:nvPr/>
        </p:nvSpPr>
        <p:spPr>
          <a:xfrm>
            <a:off x="6822720" y="3864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a3a3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6" name=""/>
          <p:cNvSpPr/>
          <p:nvPr/>
        </p:nvSpPr>
        <p:spPr>
          <a:xfrm>
            <a:off x="6822720" y="38649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b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7" name=""/>
          <p:cNvSpPr/>
          <p:nvPr/>
        </p:nvSpPr>
        <p:spPr>
          <a:xfrm>
            <a:off x="6822720" y="3865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b3b3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8" name=""/>
          <p:cNvSpPr/>
          <p:nvPr/>
        </p:nvSpPr>
        <p:spPr>
          <a:xfrm>
            <a:off x="6822720" y="3866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c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59" name=""/>
          <p:cNvSpPr/>
          <p:nvPr/>
        </p:nvSpPr>
        <p:spPr>
          <a:xfrm>
            <a:off x="6822720" y="38667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c3c3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0" name=""/>
          <p:cNvSpPr/>
          <p:nvPr/>
        </p:nvSpPr>
        <p:spPr>
          <a:xfrm>
            <a:off x="6822720" y="3867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d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1" name=""/>
          <p:cNvSpPr/>
          <p:nvPr/>
        </p:nvSpPr>
        <p:spPr>
          <a:xfrm>
            <a:off x="6822720" y="3867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d3d3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2" name=""/>
          <p:cNvSpPr/>
          <p:nvPr/>
        </p:nvSpPr>
        <p:spPr>
          <a:xfrm>
            <a:off x="6822720" y="38685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3" name=""/>
          <p:cNvSpPr/>
          <p:nvPr/>
        </p:nvSpPr>
        <p:spPr>
          <a:xfrm>
            <a:off x="6822720" y="3868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4" name=""/>
          <p:cNvSpPr/>
          <p:nvPr/>
        </p:nvSpPr>
        <p:spPr>
          <a:xfrm>
            <a:off x="6822720" y="3869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3f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5" name=""/>
          <p:cNvSpPr/>
          <p:nvPr/>
        </p:nvSpPr>
        <p:spPr>
          <a:xfrm>
            <a:off x="6822720" y="38703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f3f3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6" name=""/>
          <p:cNvSpPr/>
          <p:nvPr/>
        </p:nvSpPr>
        <p:spPr>
          <a:xfrm>
            <a:off x="6822720" y="3870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7" name=""/>
          <p:cNvSpPr/>
          <p:nvPr/>
        </p:nvSpPr>
        <p:spPr>
          <a:xfrm>
            <a:off x="6822720" y="38714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8" name=""/>
          <p:cNvSpPr/>
          <p:nvPr/>
        </p:nvSpPr>
        <p:spPr>
          <a:xfrm>
            <a:off x="6822720" y="3871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141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69" name=""/>
          <p:cNvSpPr/>
          <p:nvPr/>
        </p:nvSpPr>
        <p:spPr>
          <a:xfrm>
            <a:off x="6822720" y="3872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0" name=""/>
          <p:cNvSpPr/>
          <p:nvPr/>
        </p:nvSpPr>
        <p:spPr>
          <a:xfrm>
            <a:off x="6822720" y="38732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2424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1" name=""/>
          <p:cNvSpPr/>
          <p:nvPr/>
        </p:nvSpPr>
        <p:spPr>
          <a:xfrm>
            <a:off x="6822720" y="3873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3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2" name=""/>
          <p:cNvSpPr/>
          <p:nvPr/>
        </p:nvSpPr>
        <p:spPr>
          <a:xfrm>
            <a:off x="6822720" y="3874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3434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3" name=""/>
          <p:cNvSpPr/>
          <p:nvPr/>
        </p:nvSpPr>
        <p:spPr>
          <a:xfrm>
            <a:off x="6822720" y="38750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4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4" name=""/>
          <p:cNvSpPr/>
          <p:nvPr/>
        </p:nvSpPr>
        <p:spPr>
          <a:xfrm>
            <a:off x="6822720" y="3875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444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5" name=""/>
          <p:cNvSpPr/>
          <p:nvPr/>
        </p:nvSpPr>
        <p:spPr>
          <a:xfrm>
            <a:off x="6822720" y="3876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5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6" name=""/>
          <p:cNvSpPr/>
          <p:nvPr/>
        </p:nvSpPr>
        <p:spPr>
          <a:xfrm>
            <a:off x="6822720" y="38768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5454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7" name=""/>
          <p:cNvSpPr/>
          <p:nvPr/>
        </p:nvSpPr>
        <p:spPr>
          <a:xfrm>
            <a:off x="6822720" y="3877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6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8" name=""/>
          <p:cNvSpPr/>
          <p:nvPr/>
        </p:nvSpPr>
        <p:spPr>
          <a:xfrm>
            <a:off x="6822720" y="3877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6464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79" name=""/>
          <p:cNvSpPr/>
          <p:nvPr/>
        </p:nvSpPr>
        <p:spPr>
          <a:xfrm>
            <a:off x="6822720" y="38786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7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0" name=""/>
          <p:cNvSpPr/>
          <p:nvPr/>
        </p:nvSpPr>
        <p:spPr>
          <a:xfrm>
            <a:off x="6822720" y="3879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7474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1" name=""/>
          <p:cNvSpPr/>
          <p:nvPr/>
        </p:nvSpPr>
        <p:spPr>
          <a:xfrm>
            <a:off x="6822720" y="3879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2" name=""/>
          <p:cNvSpPr/>
          <p:nvPr/>
        </p:nvSpPr>
        <p:spPr>
          <a:xfrm>
            <a:off x="6822720" y="38804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8484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3" name=""/>
          <p:cNvSpPr/>
          <p:nvPr/>
        </p:nvSpPr>
        <p:spPr>
          <a:xfrm>
            <a:off x="6822720" y="3880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4" name=""/>
          <p:cNvSpPr/>
          <p:nvPr/>
        </p:nvSpPr>
        <p:spPr>
          <a:xfrm>
            <a:off x="6822720" y="3881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9494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5" name=""/>
          <p:cNvSpPr/>
          <p:nvPr/>
        </p:nvSpPr>
        <p:spPr>
          <a:xfrm>
            <a:off x="6822720" y="38822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a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6" name=""/>
          <p:cNvSpPr/>
          <p:nvPr/>
        </p:nvSpPr>
        <p:spPr>
          <a:xfrm>
            <a:off x="6822720" y="3882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a4a4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7" name=""/>
          <p:cNvSpPr/>
          <p:nvPr/>
        </p:nvSpPr>
        <p:spPr>
          <a:xfrm>
            <a:off x="6822720" y="3883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b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8" name=""/>
          <p:cNvSpPr/>
          <p:nvPr/>
        </p:nvSpPr>
        <p:spPr>
          <a:xfrm>
            <a:off x="6822720" y="38840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b4b4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89" name=""/>
          <p:cNvSpPr/>
          <p:nvPr/>
        </p:nvSpPr>
        <p:spPr>
          <a:xfrm>
            <a:off x="6822720" y="3884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c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0" name=""/>
          <p:cNvSpPr/>
          <p:nvPr/>
        </p:nvSpPr>
        <p:spPr>
          <a:xfrm>
            <a:off x="6822720" y="3885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c4c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1" name=""/>
          <p:cNvSpPr/>
          <p:nvPr/>
        </p:nvSpPr>
        <p:spPr>
          <a:xfrm>
            <a:off x="6822720" y="388584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d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2" name=""/>
          <p:cNvSpPr/>
          <p:nvPr/>
        </p:nvSpPr>
        <p:spPr>
          <a:xfrm>
            <a:off x="6822720" y="3886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d4d4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3" name=""/>
          <p:cNvSpPr/>
          <p:nvPr/>
        </p:nvSpPr>
        <p:spPr>
          <a:xfrm>
            <a:off x="6822720" y="38869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e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4" name=""/>
          <p:cNvSpPr/>
          <p:nvPr/>
        </p:nvSpPr>
        <p:spPr>
          <a:xfrm>
            <a:off x="6822720" y="3887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e4e4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5" name=""/>
          <p:cNvSpPr/>
          <p:nvPr/>
        </p:nvSpPr>
        <p:spPr>
          <a:xfrm>
            <a:off x="6822720" y="3888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4f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6" name=""/>
          <p:cNvSpPr/>
          <p:nvPr/>
        </p:nvSpPr>
        <p:spPr>
          <a:xfrm>
            <a:off x="6822720" y="38887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4f4f4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7" name=""/>
          <p:cNvSpPr/>
          <p:nvPr/>
        </p:nvSpPr>
        <p:spPr>
          <a:xfrm>
            <a:off x="6822720" y="38890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0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8" name=""/>
          <p:cNvSpPr/>
          <p:nvPr/>
        </p:nvSpPr>
        <p:spPr>
          <a:xfrm>
            <a:off x="6822720" y="3889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0505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699" name=""/>
          <p:cNvSpPr/>
          <p:nvPr/>
        </p:nvSpPr>
        <p:spPr>
          <a:xfrm>
            <a:off x="6822720" y="38905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151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0" name=""/>
          <p:cNvSpPr/>
          <p:nvPr/>
        </p:nvSpPr>
        <p:spPr>
          <a:xfrm>
            <a:off x="6822720" y="3890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1515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1" name=""/>
          <p:cNvSpPr/>
          <p:nvPr/>
        </p:nvSpPr>
        <p:spPr>
          <a:xfrm>
            <a:off x="6822720" y="3891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25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2" name=""/>
          <p:cNvSpPr/>
          <p:nvPr/>
        </p:nvSpPr>
        <p:spPr>
          <a:xfrm>
            <a:off x="6822720" y="38923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2525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3" name=""/>
          <p:cNvSpPr/>
          <p:nvPr/>
        </p:nvSpPr>
        <p:spPr>
          <a:xfrm>
            <a:off x="6822720" y="3892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353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4" name=""/>
          <p:cNvSpPr/>
          <p:nvPr/>
        </p:nvSpPr>
        <p:spPr>
          <a:xfrm>
            <a:off x="6822720" y="38934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3535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5" name=""/>
          <p:cNvSpPr/>
          <p:nvPr/>
        </p:nvSpPr>
        <p:spPr>
          <a:xfrm>
            <a:off x="6822720" y="38941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45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6" name=""/>
          <p:cNvSpPr/>
          <p:nvPr/>
        </p:nvSpPr>
        <p:spPr>
          <a:xfrm>
            <a:off x="6822720" y="3894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4545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7" name=""/>
          <p:cNvSpPr/>
          <p:nvPr/>
        </p:nvSpPr>
        <p:spPr>
          <a:xfrm>
            <a:off x="6822720" y="38952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55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8" name=""/>
          <p:cNvSpPr/>
          <p:nvPr/>
        </p:nvSpPr>
        <p:spPr>
          <a:xfrm>
            <a:off x="6822720" y="38959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5555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09" name=""/>
          <p:cNvSpPr/>
          <p:nvPr/>
        </p:nvSpPr>
        <p:spPr>
          <a:xfrm>
            <a:off x="6822720" y="3896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65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0" name=""/>
          <p:cNvSpPr/>
          <p:nvPr/>
        </p:nvSpPr>
        <p:spPr>
          <a:xfrm>
            <a:off x="6822720" y="38970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6565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1" name=""/>
          <p:cNvSpPr/>
          <p:nvPr/>
        </p:nvSpPr>
        <p:spPr>
          <a:xfrm>
            <a:off x="6822720" y="38977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75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2" name=""/>
          <p:cNvSpPr/>
          <p:nvPr/>
        </p:nvSpPr>
        <p:spPr>
          <a:xfrm>
            <a:off x="6822720" y="38980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7575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3" name=""/>
          <p:cNvSpPr/>
          <p:nvPr/>
        </p:nvSpPr>
        <p:spPr>
          <a:xfrm>
            <a:off x="6822720" y="38988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4" name=""/>
          <p:cNvSpPr/>
          <p:nvPr/>
        </p:nvSpPr>
        <p:spPr>
          <a:xfrm>
            <a:off x="6822720" y="38995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5" name=""/>
          <p:cNvSpPr/>
          <p:nvPr/>
        </p:nvSpPr>
        <p:spPr>
          <a:xfrm>
            <a:off x="6822720" y="3899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959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6" name=""/>
          <p:cNvSpPr/>
          <p:nvPr/>
        </p:nvSpPr>
        <p:spPr>
          <a:xfrm>
            <a:off x="6822720" y="390060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959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7" name=""/>
          <p:cNvSpPr/>
          <p:nvPr/>
        </p:nvSpPr>
        <p:spPr>
          <a:xfrm>
            <a:off x="6822720" y="390132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a5a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8" name=""/>
          <p:cNvSpPr/>
          <p:nvPr/>
        </p:nvSpPr>
        <p:spPr>
          <a:xfrm>
            <a:off x="6822720" y="3901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a5a5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19" name=""/>
          <p:cNvSpPr/>
          <p:nvPr/>
        </p:nvSpPr>
        <p:spPr>
          <a:xfrm>
            <a:off x="6822720" y="39024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b5b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0" name=""/>
          <p:cNvSpPr/>
          <p:nvPr/>
        </p:nvSpPr>
        <p:spPr>
          <a:xfrm>
            <a:off x="6822720" y="3902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b5b5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1" name=""/>
          <p:cNvSpPr/>
          <p:nvPr/>
        </p:nvSpPr>
        <p:spPr>
          <a:xfrm>
            <a:off x="6822720" y="3903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c5c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2" name=""/>
          <p:cNvSpPr/>
          <p:nvPr/>
        </p:nvSpPr>
        <p:spPr>
          <a:xfrm>
            <a:off x="6822720" y="39042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c5c5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3" name=""/>
          <p:cNvSpPr/>
          <p:nvPr/>
        </p:nvSpPr>
        <p:spPr>
          <a:xfrm>
            <a:off x="6822720" y="3904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d5d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4" name=""/>
          <p:cNvSpPr/>
          <p:nvPr/>
        </p:nvSpPr>
        <p:spPr>
          <a:xfrm>
            <a:off x="6822720" y="3905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d5d5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5" name=""/>
          <p:cNvSpPr/>
          <p:nvPr/>
        </p:nvSpPr>
        <p:spPr>
          <a:xfrm>
            <a:off x="6822720" y="39060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e5e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6" name=""/>
          <p:cNvSpPr/>
          <p:nvPr/>
        </p:nvSpPr>
        <p:spPr>
          <a:xfrm>
            <a:off x="6822720" y="3906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e5e5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7" name=""/>
          <p:cNvSpPr/>
          <p:nvPr/>
        </p:nvSpPr>
        <p:spPr>
          <a:xfrm>
            <a:off x="6822720" y="39070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8" name=""/>
          <p:cNvSpPr/>
          <p:nvPr/>
        </p:nvSpPr>
        <p:spPr>
          <a:xfrm>
            <a:off x="6822720" y="39078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5f5f5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29" name=""/>
          <p:cNvSpPr/>
          <p:nvPr/>
        </p:nvSpPr>
        <p:spPr>
          <a:xfrm>
            <a:off x="6822720" y="39081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0" name=""/>
          <p:cNvSpPr/>
          <p:nvPr/>
        </p:nvSpPr>
        <p:spPr>
          <a:xfrm>
            <a:off x="6822720" y="39088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1" name=""/>
          <p:cNvSpPr/>
          <p:nvPr/>
        </p:nvSpPr>
        <p:spPr>
          <a:xfrm>
            <a:off x="6822720" y="39096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2" name=""/>
          <p:cNvSpPr/>
          <p:nvPr/>
        </p:nvSpPr>
        <p:spPr>
          <a:xfrm>
            <a:off x="6822720" y="3909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3" name=""/>
          <p:cNvSpPr/>
          <p:nvPr/>
        </p:nvSpPr>
        <p:spPr>
          <a:xfrm>
            <a:off x="6822720" y="39106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4" name=""/>
          <p:cNvSpPr/>
          <p:nvPr/>
        </p:nvSpPr>
        <p:spPr>
          <a:xfrm>
            <a:off x="6822720" y="39114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2626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5" name=""/>
          <p:cNvSpPr/>
          <p:nvPr/>
        </p:nvSpPr>
        <p:spPr>
          <a:xfrm>
            <a:off x="6822720" y="3911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363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6" name=""/>
          <p:cNvSpPr/>
          <p:nvPr/>
        </p:nvSpPr>
        <p:spPr>
          <a:xfrm>
            <a:off x="6822720" y="39124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3636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7" name=""/>
          <p:cNvSpPr/>
          <p:nvPr/>
        </p:nvSpPr>
        <p:spPr>
          <a:xfrm>
            <a:off x="6822720" y="39132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8" name=""/>
          <p:cNvSpPr/>
          <p:nvPr/>
        </p:nvSpPr>
        <p:spPr>
          <a:xfrm>
            <a:off x="6822720" y="3913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39" name=""/>
          <p:cNvSpPr/>
          <p:nvPr/>
        </p:nvSpPr>
        <p:spPr>
          <a:xfrm>
            <a:off x="6822720" y="391428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0" name=""/>
          <p:cNvSpPr/>
          <p:nvPr/>
        </p:nvSpPr>
        <p:spPr>
          <a:xfrm>
            <a:off x="6822720" y="391500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1" name=""/>
          <p:cNvSpPr/>
          <p:nvPr/>
        </p:nvSpPr>
        <p:spPr>
          <a:xfrm>
            <a:off x="6822720" y="3915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2" name=""/>
          <p:cNvSpPr/>
          <p:nvPr/>
        </p:nvSpPr>
        <p:spPr>
          <a:xfrm>
            <a:off x="6822720" y="39160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3" name=""/>
          <p:cNvSpPr/>
          <p:nvPr/>
        </p:nvSpPr>
        <p:spPr>
          <a:xfrm>
            <a:off x="6822720" y="3916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4" name=""/>
          <p:cNvSpPr/>
          <p:nvPr/>
        </p:nvSpPr>
        <p:spPr>
          <a:xfrm>
            <a:off x="6822720" y="39171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7676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5" name=""/>
          <p:cNvSpPr/>
          <p:nvPr/>
        </p:nvSpPr>
        <p:spPr>
          <a:xfrm>
            <a:off x="6822720" y="39178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6" name=""/>
          <p:cNvSpPr/>
          <p:nvPr/>
        </p:nvSpPr>
        <p:spPr>
          <a:xfrm>
            <a:off x="6822720" y="3918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8686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7" name=""/>
          <p:cNvSpPr/>
          <p:nvPr/>
        </p:nvSpPr>
        <p:spPr>
          <a:xfrm>
            <a:off x="6822720" y="3918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8" name=""/>
          <p:cNvSpPr/>
          <p:nvPr/>
        </p:nvSpPr>
        <p:spPr>
          <a:xfrm>
            <a:off x="6822720" y="39196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9696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49" name=""/>
          <p:cNvSpPr/>
          <p:nvPr/>
        </p:nvSpPr>
        <p:spPr>
          <a:xfrm>
            <a:off x="6822720" y="3920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0" name=""/>
          <p:cNvSpPr/>
          <p:nvPr/>
        </p:nvSpPr>
        <p:spPr>
          <a:xfrm>
            <a:off x="6822720" y="3920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1" name=""/>
          <p:cNvSpPr/>
          <p:nvPr/>
        </p:nvSpPr>
        <p:spPr>
          <a:xfrm>
            <a:off x="6822720" y="39214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2" name=""/>
          <p:cNvSpPr/>
          <p:nvPr/>
        </p:nvSpPr>
        <p:spPr>
          <a:xfrm>
            <a:off x="6822720" y="3921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b6b6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3" name=""/>
          <p:cNvSpPr/>
          <p:nvPr/>
        </p:nvSpPr>
        <p:spPr>
          <a:xfrm>
            <a:off x="6822720" y="39225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c6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4" name=""/>
          <p:cNvSpPr/>
          <p:nvPr/>
        </p:nvSpPr>
        <p:spPr>
          <a:xfrm>
            <a:off x="6822720" y="39232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c6c6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5" name=""/>
          <p:cNvSpPr/>
          <p:nvPr/>
        </p:nvSpPr>
        <p:spPr>
          <a:xfrm>
            <a:off x="6822720" y="3923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6" name=""/>
          <p:cNvSpPr/>
          <p:nvPr/>
        </p:nvSpPr>
        <p:spPr>
          <a:xfrm>
            <a:off x="6822720" y="39243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7" name=""/>
          <p:cNvSpPr/>
          <p:nvPr/>
        </p:nvSpPr>
        <p:spPr>
          <a:xfrm>
            <a:off x="6822720" y="39250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e6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8" name=""/>
          <p:cNvSpPr/>
          <p:nvPr/>
        </p:nvSpPr>
        <p:spPr>
          <a:xfrm>
            <a:off x="6822720" y="3925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e6e6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59" name=""/>
          <p:cNvSpPr/>
          <p:nvPr/>
        </p:nvSpPr>
        <p:spPr>
          <a:xfrm>
            <a:off x="6822720" y="39261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0" name=""/>
          <p:cNvSpPr/>
          <p:nvPr/>
        </p:nvSpPr>
        <p:spPr>
          <a:xfrm>
            <a:off x="6822720" y="39268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6f6f6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1" name=""/>
          <p:cNvSpPr/>
          <p:nvPr/>
        </p:nvSpPr>
        <p:spPr>
          <a:xfrm>
            <a:off x="6822720" y="3927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2" name=""/>
          <p:cNvSpPr/>
          <p:nvPr/>
        </p:nvSpPr>
        <p:spPr>
          <a:xfrm>
            <a:off x="6822720" y="39279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0707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3" name=""/>
          <p:cNvSpPr/>
          <p:nvPr/>
        </p:nvSpPr>
        <p:spPr>
          <a:xfrm>
            <a:off x="6822720" y="39286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171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4" name=""/>
          <p:cNvSpPr/>
          <p:nvPr/>
        </p:nvSpPr>
        <p:spPr>
          <a:xfrm>
            <a:off x="6822720" y="3929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1717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5" name=""/>
          <p:cNvSpPr/>
          <p:nvPr/>
        </p:nvSpPr>
        <p:spPr>
          <a:xfrm>
            <a:off x="6822720" y="392976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6" name=""/>
          <p:cNvSpPr/>
          <p:nvPr/>
        </p:nvSpPr>
        <p:spPr>
          <a:xfrm>
            <a:off x="6822720" y="393048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2727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7" name=""/>
          <p:cNvSpPr/>
          <p:nvPr/>
        </p:nvSpPr>
        <p:spPr>
          <a:xfrm>
            <a:off x="6822720" y="3930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8" name=""/>
          <p:cNvSpPr/>
          <p:nvPr/>
        </p:nvSpPr>
        <p:spPr>
          <a:xfrm>
            <a:off x="6822720" y="39315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69" name=""/>
          <p:cNvSpPr/>
          <p:nvPr/>
        </p:nvSpPr>
        <p:spPr>
          <a:xfrm>
            <a:off x="6822720" y="3931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0" name=""/>
          <p:cNvSpPr/>
          <p:nvPr/>
        </p:nvSpPr>
        <p:spPr>
          <a:xfrm>
            <a:off x="6822720" y="3932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4747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1" name=""/>
          <p:cNvSpPr/>
          <p:nvPr/>
        </p:nvSpPr>
        <p:spPr>
          <a:xfrm>
            <a:off x="6822720" y="39333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57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2" name=""/>
          <p:cNvSpPr/>
          <p:nvPr/>
        </p:nvSpPr>
        <p:spPr>
          <a:xfrm>
            <a:off x="6822720" y="3933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5757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3" name=""/>
          <p:cNvSpPr/>
          <p:nvPr/>
        </p:nvSpPr>
        <p:spPr>
          <a:xfrm>
            <a:off x="6822720" y="3934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67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4" name=""/>
          <p:cNvSpPr/>
          <p:nvPr/>
        </p:nvSpPr>
        <p:spPr>
          <a:xfrm>
            <a:off x="6822720" y="39351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6767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5" name=""/>
          <p:cNvSpPr/>
          <p:nvPr/>
        </p:nvSpPr>
        <p:spPr>
          <a:xfrm>
            <a:off x="6822720" y="3935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6" name=""/>
          <p:cNvSpPr/>
          <p:nvPr/>
        </p:nvSpPr>
        <p:spPr>
          <a:xfrm>
            <a:off x="6822720" y="3936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7" name=""/>
          <p:cNvSpPr/>
          <p:nvPr/>
        </p:nvSpPr>
        <p:spPr>
          <a:xfrm>
            <a:off x="6822720" y="39369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7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8" name=""/>
          <p:cNvSpPr/>
          <p:nvPr/>
        </p:nvSpPr>
        <p:spPr>
          <a:xfrm>
            <a:off x="6822720" y="3937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8787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79" name=""/>
          <p:cNvSpPr/>
          <p:nvPr/>
        </p:nvSpPr>
        <p:spPr>
          <a:xfrm>
            <a:off x="6822720" y="39380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0" name=""/>
          <p:cNvSpPr/>
          <p:nvPr/>
        </p:nvSpPr>
        <p:spPr>
          <a:xfrm>
            <a:off x="6822720" y="39387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9797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1" name=""/>
          <p:cNvSpPr/>
          <p:nvPr/>
        </p:nvSpPr>
        <p:spPr>
          <a:xfrm>
            <a:off x="6822720" y="39391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a7a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2" name=""/>
          <p:cNvSpPr/>
          <p:nvPr/>
        </p:nvSpPr>
        <p:spPr>
          <a:xfrm>
            <a:off x="6822720" y="39398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a7a7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3" name=""/>
          <p:cNvSpPr/>
          <p:nvPr/>
        </p:nvSpPr>
        <p:spPr>
          <a:xfrm>
            <a:off x="6822720" y="39405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b7b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4" name=""/>
          <p:cNvSpPr/>
          <p:nvPr/>
        </p:nvSpPr>
        <p:spPr>
          <a:xfrm>
            <a:off x="6822720" y="39409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b7b7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5" name=""/>
          <p:cNvSpPr/>
          <p:nvPr/>
        </p:nvSpPr>
        <p:spPr>
          <a:xfrm>
            <a:off x="6822720" y="39416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6" name=""/>
          <p:cNvSpPr/>
          <p:nvPr/>
        </p:nvSpPr>
        <p:spPr>
          <a:xfrm>
            <a:off x="6822720" y="39423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7" name=""/>
          <p:cNvSpPr/>
          <p:nvPr/>
        </p:nvSpPr>
        <p:spPr>
          <a:xfrm>
            <a:off x="6822720" y="39427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8" name=""/>
          <p:cNvSpPr/>
          <p:nvPr/>
        </p:nvSpPr>
        <p:spPr>
          <a:xfrm>
            <a:off x="6822720" y="39434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89" name=""/>
          <p:cNvSpPr/>
          <p:nvPr/>
        </p:nvSpPr>
        <p:spPr>
          <a:xfrm>
            <a:off x="6822720" y="39441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90" name=""/>
          <p:cNvSpPr/>
          <p:nvPr/>
        </p:nvSpPr>
        <p:spPr>
          <a:xfrm>
            <a:off x="6822720" y="39445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e7e7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91" name=""/>
          <p:cNvSpPr/>
          <p:nvPr/>
        </p:nvSpPr>
        <p:spPr>
          <a:xfrm>
            <a:off x="6822720" y="394524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92" name=""/>
          <p:cNvSpPr/>
          <p:nvPr/>
        </p:nvSpPr>
        <p:spPr>
          <a:xfrm>
            <a:off x="6822720" y="3945960"/>
            <a:ext cx="303840" cy="720"/>
          </a:xfrm>
          <a:custGeom>
            <a:avLst/>
            <a:gdLst/>
            <a:ahLst/>
            <a:rect l="0" t="0" r="r" b="b"/>
            <a:pathLst>
              <a:path w="844" h="2">
                <a:moveTo>
                  <a:pt x="0" y="0"/>
                </a:moveTo>
                <a:lnTo>
                  <a:pt x="844" y="0"/>
                </a:lnTo>
                <a:lnTo>
                  <a:pt x="844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93" name=""/>
          <p:cNvSpPr/>
          <p:nvPr/>
        </p:nvSpPr>
        <p:spPr>
          <a:xfrm>
            <a:off x="6822720" y="3946320"/>
            <a:ext cx="303840" cy="1440"/>
          </a:xfrm>
          <a:custGeom>
            <a:avLst/>
            <a:gdLst/>
            <a:ahLst/>
            <a:rect l="0" t="0" r="r" b="b"/>
            <a:pathLst>
              <a:path w="844" h="4">
                <a:moveTo>
                  <a:pt x="0" y="0"/>
                </a:moveTo>
                <a:lnTo>
                  <a:pt x="844" y="0"/>
                </a:lnTo>
                <a:lnTo>
                  <a:pt x="844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94" name=""/>
          <p:cNvSpPr/>
          <p:nvPr/>
        </p:nvSpPr>
        <p:spPr>
          <a:xfrm>
            <a:off x="6822720" y="3794760"/>
            <a:ext cx="303840" cy="76680"/>
          </a:xfrm>
          <a:custGeom>
            <a:avLst/>
            <a:gdLst/>
            <a:ahLst/>
            <a:rect l="0" t="0" r="r" b="b"/>
            <a:pathLst>
              <a:path w="844" h="213">
                <a:moveTo>
                  <a:pt x="0" y="0"/>
                </a:moveTo>
                <a:lnTo>
                  <a:pt x="844" y="0"/>
                </a:lnTo>
                <a:lnTo>
                  <a:pt x="844" y="213"/>
                </a:lnTo>
                <a:lnTo>
                  <a:pt x="0" y="213"/>
                </a:lnTo>
                <a:lnTo>
                  <a:pt x="0" y="0"/>
                </a:lnTo>
                <a:close/>
              </a:path>
            </a:pathLst>
          </a:custGeom>
          <a:solidFill>
            <a:srgbClr val="909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95" name=""/>
          <p:cNvSpPr/>
          <p:nvPr/>
        </p:nvSpPr>
        <p:spPr>
          <a:xfrm>
            <a:off x="6822720" y="3870720"/>
            <a:ext cx="303840" cy="76680"/>
          </a:xfrm>
          <a:custGeom>
            <a:avLst/>
            <a:gdLst/>
            <a:ahLst/>
            <a:rect l="0" t="0" r="r" b="b"/>
            <a:pathLst>
              <a:path w="844" h="213">
                <a:moveTo>
                  <a:pt x="0" y="0"/>
                </a:moveTo>
                <a:lnTo>
                  <a:pt x="844" y="0"/>
                </a:lnTo>
                <a:lnTo>
                  <a:pt x="844" y="213"/>
                </a:lnTo>
                <a:lnTo>
                  <a:pt x="0" y="213"/>
                </a:lnTo>
                <a:lnTo>
                  <a:pt x="0" y="0"/>
                </a:lnTo>
                <a:close/>
              </a:path>
            </a:pathLst>
          </a:custGeom>
          <a:solidFill>
            <a:srgbClr val="909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796" name=""/>
          <p:cNvSpPr/>
          <p:nvPr/>
        </p:nvSpPr>
        <p:spPr>
          <a:xfrm>
            <a:off x="6822720" y="3794760"/>
            <a:ext cx="303840" cy="153000"/>
          </a:xfrm>
          <a:custGeom>
            <a:avLst/>
            <a:gdLst/>
            <a:ahLst/>
            <a:rect l="0" t="0" r="r" b="b"/>
            <a:pathLst>
              <a:path fill="none" w="844" h="425">
                <a:moveTo>
                  <a:pt x="844" y="0"/>
                </a:moveTo>
                <a:lnTo>
                  <a:pt x="421" y="425"/>
                </a:lnTo>
                <a:lnTo>
                  <a:pt x="0" y="0"/>
                </a:lnTo>
              </a:path>
            </a:pathLst>
          </a:custGeom>
          <a:ln w="12600">
            <a:solidFill>
              <a:srgbClr val="656e7d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797" name=""/>
          <p:cNvSpPr txBox="1"/>
          <p:nvPr/>
        </p:nvSpPr>
        <p:spPr>
          <a:xfrm>
            <a:off x="5676840" y="4914000"/>
            <a:ext cx="292068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Lato"/>
                <a:ea typeface="Lato"/>
              </a:rPr>
              <a:t>mortality in this patient population.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9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799" name="" descr=""/>
          <p:cNvPicPr/>
          <p:nvPr/>
        </p:nvPicPr>
        <p:blipFill>
          <a:blip r:embed="rId1"/>
          <a:stretch/>
        </p:blipFill>
        <p:spPr>
          <a:xfrm>
            <a:off x="1618560" y="1908000"/>
            <a:ext cx="2599560" cy="3475800"/>
          </a:xfrm>
          <a:prstGeom prst="rect">
            <a:avLst/>
          </a:prstGeom>
          <a:ln w="0">
            <a:noFill/>
          </a:ln>
        </p:spPr>
      </p:pic>
      <p:sp>
        <p:nvSpPr>
          <p:cNvPr id="26800" name=""/>
          <p:cNvSpPr/>
          <p:nvPr/>
        </p:nvSpPr>
        <p:spPr>
          <a:xfrm>
            <a:off x="1613520" y="1902960"/>
            <a:ext cx="2609640" cy="3486240"/>
          </a:xfrm>
          <a:custGeom>
            <a:avLst/>
            <a:gdLst/>
            <a:ahLst/>
            <a:rect l="0" t="0" r="r" b="b"/>
            <a:pathLst>
              <a:path w="7249" h="9684">
                <a:moveTo>
                  <a:pt x="0" y="9684"/>
                </a:moveTo>
                <a:lnTo>
                  <a:pt x="7249" y="9684"/>
                </a:lnTo>
                <a:lnTo>
                  <a:pt x="7249" y="0"/>
                </a:lnTo>
                <a:lnTo>
                  <a:pt x="0" y="0"/>
                </a:lnTo>
                <a:lnTo>
                  <a:pt x="0" y="9684"/>
                </a:lnTo>
                <a:close/>
              </a:path>
            </a:pathLst>
          </a:custGeom>
          <a:noFill/>
          <a:ln w="9360">
            <a:solidFill>
              <a:srgbClr val="bfbfbf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801" name="" descr=""/>
          <p:cNvPicPr/>
          <p:nvPr/>
        </p:nvPicPr>
        <p:blipFill>
          <a:blip r:embed="rId2"/>
          <a:stretch/>
        </p:blipFill>
        <p:spPr>
          <a:xfrm>
            <a:off x="4759560" y="4217040"/>
            <a:ext cx="3234960" cy="1647000"/>
          </a:xfrm>
          <a:prstGeom prst="rect">
            <a:avLst/>
          </a:prstGeom>
          <a:ln w="0">
            <a:noFill/>
          </a:ln>
        </p:spPr>
      </p:pic>
      <p:sp>
        <p:nvSpPr>
          <p:cNvPr id="26802" name=""/>
          <p:cNvSpPr/>
          <p:nvPr/>
        </p:nvSpPr>
        <p:spPr>
          <a:xfrm>
            <a:off x="4783680" y="5154120"/>
            <a:ext cx="3162240" cy="0"/>
          </a:xfrm>
          <a:prstGeom prst="line">
            <a:avLst/>
          </a:prstGeom>
          <a:ln w="6120">
            <a:solidFill>
              <a:srgbClr val="8c292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803" name="" descr=""/>
          <p:cNvPicPr/>
          <p:nvPr/>
        </p:nvPicPr>
        <p:blipFill>
          <a:blip r:embed="rId3"/>
          <a:stretch/>
        </p:blipFill>
        <p:spPr>
          <a:xfrm>
            <a:off x="4765680" y="3371040"/>
            <a:ext cx="3228840" cy="845640"/>
          </a:xfrm>
          <a:prstGeom prst="rect">
            <a:avLst/>
          </a:prstGeom>
          <a:ln w="0">
            <a:noFill/>
          </a:ln>
        </p:spPr>
      </p:pic>
      <p:sp>
        <p:nvSpPr>
          <p:cNvPr id="26804" name=""/>
          <p:cNvSpPr/>
          <p:nvPr/>
        </p:nvSpPr>
        <p:spPr>
          <a:xfrm>
            <a:off x="4783680" y="5283360"/>
            <a:ext cx="3162240" cy="0"/>
          </a:xfrm>
          <a:prstGeom prst="line">
            <a:avLst/>
          </a:prstGeom>
          <a:ln w="6120">
            <a:solidFill>
              <a:srgbClr val="8c292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05" name=""/>
          <p:cNvSpPr/>
          <p:nvPr/>
        </p:nvSpPr>
        <p:spPr>
          <a:xfrm>
            <a:off x="5143320" y="3945600"/>
            <a:ext cx="2852280" cy="0"/>
          </a:xfrm>
          <a:prstGeom prst="line">
            <a:avLst/>
          </a:prstGeom>
          <a:ln w="6120">
            <a:solidFill>
              <a:srgbClr val="8c292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06" name=""/>
          <p:cNvSpPr/>
          <p:nvPr/>
        </p:nvSpPr>
        <p:spPr>
          <a:xfrm>
            <a:off x="4852080" y="4058280"/>
            <a:ext cx="3142440" cy="0"/>
          </a:xfrm>
          <a:prstGeom prst="line">
            <a:avLst/>
          </a:prstGeom>
          <a:ln w="6120">
            <a:solidFill>
              <a:srgbClr val="8c292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807" name="" descr=""/>
          <p:cNvPicPr/>
          <p:nvPr/>
        </p:nvPicPr>
        <p:blipFill>
          <a:blip r:embed="rId4"/>
          <a:stretch/>
        </p:blipFill>
        <p:spPr>
          <a:xfrm>
            <a:off x="4952880" y="1554480"/>
            <a:ext cx="2781000" cy="1775160"/>
          </a:xfrm>
          <a:prstGeom prst="rect">
            <a:avLst/>
          </a:prstGeom>
          <a:ln w="0">
            <a:noFill/>
          </a:ln>
        </p:spPr>
      </p:pic>
      <p:sp>
        <p:nvSpPr>
          <p:cNvPr id="26808" name=""/>
          <p:cNvSpPr txBox="1"/>
          <p:nvPr/>
        </p:nvSpPr>
        <p:spPr>
          <a:xfrm>
            <a:off x="597960" y="812880"/>
            <a:ext cx="8343000" cy="36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610" spc="-1" strike="noStrike">
                <a:solidFill>
                  <a:srgbClr val="c00000"/>
                </a:solidFill>
                <a:latin typeface="Arial"/>
                <a:ea typeface="Arial"/>
              </a:rPr>
              <a:t>Phase Angle </a:t>
            </a:r>
            <a:r>
              <a:rPr b="0" lang="en-US" sz="2610" spc="-1" strike="noStrike">
                <a:solidFill>
                  <a:srgbClr val="000000"/>
                </a:solidFill>
                <a:latin typeface="Arial"/>
                <a:ea typeface="Arial"/>
              </a:rPr>
              <a:t>in Nutritional Assessment (Cardiac surgery)</a:t>
            </a:r>
            <a:endParaRPr b="0" lang="en-US" sz="26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0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144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1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11" name=""/>
          <p:cNvSpPr/>
          <p:nvPr/>
        </p:nvSpPr>
        <p:spPr>
          <a:xfrm>
            <a:off x="1238760" y="6062400"/>
            <a:ext cx="7430040" cy="152640"/>
          </a:xfrm>
          <a:custGeom>
            <a:avLst/>
            <a:gdLst/>
            <a:ahLst/>
            <a:rect l="0" t="0" r="r" b="b"/>
            <a:pathLst>
              <a:path w="20639" h="424">
                <a:moveTo>
                  <a:pt x="0" y="424"/>
                </a:moveTo>
                <a:lnTo>
                  <a:pt x="20639" y="424"/>
                </a:lnTo>
                <a:lnTo>
                  <a:pt x="20639" y="0"/>
                </a:lnTo>
                <a:lnTo>
                  <a:pt x="0" y="0"/>
                </a:lnTo>
                <a:lnTo>
                  <a:pt x="0" y="424"/>
                </a:lnTo>
                <a:close/>
              </a:path>
            </a:pathLst>
          </a:custGeom>
          <a:solidFill>
            <a:srgbClr val="c55a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6812" name="" descr=""/>
          <p:cNvPicPr/>
          <p:nvPr/>
        </p:nvPicPr>
        <p:blipFill>
          <a:blip r:embed="rId1"/>
          <a:stretch/>
        </p:blipFill>
        <p:spPr>
          <a:xfrm>
            <a:off x="1705320" y="2141280"/>
            <a:ext cx="4742280" cy="537480"/>
          </a:xfrm>
          <a:prstGeom prst="rect">
            <a:avLst/>
          </a:prstGeom>
          <a:ln w="0">
            <a:noFill/>
          </a:ln>
        </p:spPr>
      </p:pic>
      <p:pic>
        <p:nvPicPr>
          <p:cNvPr id="26813" name="" descr=""/>
          <p:cNvPicPr/>
          <p:nvPr/>
        </p:nvPicPr>
        <p:blipFill>
          <a:blip r:embed="rId2"/>
          <a:stretch/>
        </p:blipFill>
        <p:spPr>
          <a:xfrm>
            <a:off x="1719000" y="2795040"/>
            <a:ext cx="3041640" cy="165600"/>
          </a:xfrm>
          <a:prstGeom prst="rect">
            <a:avLst/>
          </a:prstGeom>
          <a:ln w="0">
            <a:noFill/>
          </a:ln>
        </p:spPr>
      </p:pic>
      <p:pic>
        <p:nvPicPr>
          <p:cNvPr id="26814" name="" descr=""/>
          <p:cNvPicPr/>
          <p:nvPr/>
        </p:nvPicPr>
        <p:blipFill>
          <a:blip r:embed="rId3"/>
          <a:stretch/>
        </p:blipFill>
        <p:spPr>
          <a:xfrm>
            <a:off x="1743480" y="2959560"/>
            <a:ext cx="4707360" cy="417240"/>
          </a:xfrm>
          <a:prstGeom prst="rect">
            <a:avLst/>
          </a:prstGeom>
          <a:ln w="0">
            <a:noFill/>
          </a:ln>
        </p:spPr>
      </p:pic>
      <p:pic>
        <p:nvPicPr>
          <p:cNvPr id="26815" name="" descr=""/>
          <p:cNvPicPr/>
          <p:nvPr/>
        </p:nvPicPr>
        <p:blipFill>
          <a:blip r:embed="rId4"/>
          <a:stretch/>
        </p:blipFill>
        <p:spPr>
          <a:xfrm>
            <a:off x="1742040" y="3549240"/>
            <a:ext cx="5175000" cy="2334240"/>
          </a:xfrm>
          <a:prstGeom prst="rect">
            <a:avLst/>
          </a:prstGeom>
          <a:ln w="0">
            <a:noFill/>
          </a:ln>
        </p:spPr>
      </p:pic>
      <p:pic>
        <p:nvPicPr>
          <p:cNvPr id="26816" name="" descr=""/>
          <p:cNvPicPr/>
          <p:nvPr/>
        </p:nvPicPr>
        <p:blipFill>
          <a:blip r:embed="rId5"/>
          <a:stretch/>
        </p:blipFill>
        <p:spPr>
          <a:xfrm>
            <a:off x="7351920" y="5835240"/>
            <a:ext cx="1227960" cy="226800"/>
          </a:xfrm>
          <a:prstGeom prst="rect">
            <a:avLst/>
          </a:prstGeom>
          <a:ln w="0">
            <a:noFill/>
          </a:ln>
        </p:spPr>
      </p:pic>
      <p:sp>
        <p:nvSpPr>
          <p:cNvPr id="26817" name=""/>
          <p:cNvSpPr/>
          <p:nvPr/>
        </p:nvSpPr>
        <p:spPr>
          <a:xfrm>
            <a:off x="1743120" y="4850640"/>
            <a:ext cx="5174640" cy="175680"/>
          </a:xfrm>
          <a:custGeom>
            <a:avLst/>
            <a:gdLst/>
            <a:ahLst/>
            <a:rect l="0" t="0" r="r" b="b"/>
            <a:pathLst>
              <a:path w="14374" h="488">
                <a:moveTo>
                  <a:pt x="0" y="488"/>
                </a:moveTo>
                <a:lnTo>
                  <a:pt x="14374" y="488"/>
                </a:lnTo>
                <a:lnTo>
                  <a:pt x="14374" y="0"/>
                </a:lnTo>
                <a:lnTo>
                  <a:pt x="0" y="0"/>
                </a:lnTo>
                <a:lnTo>
                  <a:pt x="0" y="488"/>
                </a:lnTo>
                <a:close/>
              </a:path>
            </a:pathLst>
          </a:custGeom>
          <a:noFill/>
          <a:ln w="9360">
            <a:solidFill>
              <a:srgbClr val="c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18" name=""/>
          <p:cNvSpPr/>
          <p:nvPr/>
        </p:nvSpPr>
        <p:spPr>
          <a:xfrm>
            <a:off x="1769040" y="4538160"/>
            <a:ext cx="5172840" cy="177120"/>
          </a:xfrm>
          <a:custGeom>
            <a:avLst/>
            <a:gdLst/>
            <a:ahLst/>
            <a:rect l="0" t="0" r="r" b="b"/>
            <a:pathLst>
              <a:path w="14369" h="492">
                <a:moveTo>
                  <a:pt x="0" y="492"/>
                </a:moveTo>
                <a:lnTo>
                  <a:pt x="14369" y="492"/>
                </a:lnTo>
                <a:lnTo>
                  <a:pt x="14369" y="0"/>
                </a:lnTo>
                <a:lnTo>
                  <a:pt x="0" y="0"/>
                </a:lnTo>
                <a:lnTo>
                  <a:pt x="0" y="492"/>
                </a:lnTo>
                <a:close/>
              </a:path>
            </a:pathLst>
          </a:custGeom>
          <a:noFill/>
          <a:ln w="9360">
            <a:solidFill>
              <a:srgbClr val="c00000"/>
            </a:solidFill>
            <a:miter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19" name=""/>
          <p:cNvSpPr txBox="1"/>
          <p:nvPr/>
        </p:nvSpPr>
        <p:spPr>
          <a:xfrm>
            <a:off x="7972200" y="58640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145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20" name=""/>
          <p:cNvSpPr txBox="1"/>
          <p:nvPr/>
        </p:nvSpPr>
        <p:spPr>
          <a:xfrm>
            <a:off x="1710000" y="1755720"/>
            <a:ext cx="45133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7f7f7f"/>
                </a:solidFill>
                <a:latin typeface="Calibri"/>
                <a:ea typeface="Calibri"/>
              </a:rPr>
              <a:t>Mortality of Critical Care Patients and relation with ECW/TBW, Phase angle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21" name=""/>
          <p:cNvSpPr txBox="1"/>
          <p:nvPr/>
        </p:nvSpPr>
        <p:spPr>
          <a:xfrm>
            <a:off x="597960" y="812880"/>
            <a:ext cx="6578280" cy="36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610" spc="-1" strike="noStrike">
                <a:solidFill>
                  <a:srgbClr val="c00000"/>
                </a:solidFill>
                <a:latin typeface="Arial"/>
                <a:ea typeface="Arial"/>
              </a:rPr>
              <a:t>Phase Angle </a:t>
            </a:r>
            <a:r>
              <a:rPr b="0" lang="en-US" sz="2610" spc="-1" strike="noStrike">
                <a:solidFill>
                  <a:srgbClr val="000000"/>
                </a:solidFill>
                <a:latin typeface="Arial"/>
                <a:ea typeface="Arial"/>
              </a:rPr>
              <a:t>in Nutritional Assessment (ICU)</a:t>
            </a:r>
            <a:endParaRPr b="0" lang="en-US" sz="261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23" name=""/>
          <p:cNvSpPr txBox="1"/>
          <p:nvPr/>
        </p:nvSpPr>
        <p:spPr>
          <a:xfrm>
            <a:off x="392760" y="1461240"/>
            <a:ext cx="21405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Phase Angle and Injury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24" name=""/>
          <p:cNvSpPr/>
          <p:nvPr/>
        </p:nvSpPr>
        <p:spPr>
          <a:xfrm>
            <a:off x="9664920" y="853200"/>
            <a:ext cx="49320" cy="379800"/>
          </a:xfrm>
          <a:custGeom>
            <a:avLst/>
            <a:gdLst/>
            <a:ahLst/>
            <a:rect l="0" t="0" r="r" b="b"/>
            <a:pathLst>
              <a:path w="137" h="1055">
                <a:moveTo>
                  <a:pt x="0" y="1055"/>
                </a:moveTo>
                <a:lnTo>
                  <a:pt x="137" y="1055"/>
                </a:lnTo>
                <a:lnTo>
                  <a:pt x="137" y="0"/>
                </a:lnTo>
                <a:lnTo>
                  <a:pt x="0" y="0"/>
                </a:lnTo>
                <a:lnTo>
                  <a:pt x="0" y="1055"/>
                </a:lnTo>
                <a:close/>
              </a:path>
            </a:pathLst>
          </a:custGeom>
          <a:solidFill>
            <a:srgbClr val="95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825" name=""/>
          <p:cNvSpPr/>
          <p:nvPr/>
        </p:nvSpPr>
        <p:spPr>
          <a:xfrm>
            <a:off x="196560" y="853200"/>
            <a:ext cx="9493200" cy="49320"/>
          </a:xfrm>
          <a:custGeom>
            <a:avLst/>
            <a:gdLst/>
            <a:ahLst/>
            <a:rect l="0" t="0" r="r" b="b"/>
            <a:pathLst>
              <a:path w="26370" h="137">
                <a:moveTo>
                  <a:pt x="0" y="137"/>
                </a:moveTo>
                <a:lnTo>
                  <a:pt x="26370" y="137"/>
                </a:lnTo>
                <a:lnTo>
                  <a:pt x="26370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95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6826" name="" descr=""/>
          <p:cNvPicPr/>
          <p:nvPr/>
        </p:nvPicPr>
        <p:blipFill>
          <a:blip r:embed="rId1"/>
          <a:stretch/>
        </p:blipFill>
        <p:spPr>
          <a:xfrm>
            <a:off x="9087480" y="1005840"/>
            <a:ext cx="502560" cy="142920"/>
          </a:xfrm>
          <a:prstGeom prst="rect">
            <a:avLst/>
          </a:prstGeom>
          <a:ln w="0">
            <a:noFill/>
          </a:ln>
        </p:spPr>
      </p:pic>
      <p:sp>
        <p:nvSpPr>
          <p:cNvPr id="26827" name=""/>
          <p:cNvSpPr txBox="1"/>
          <p:nvPr/>
        </p:nvSpPr>
        <p:spPr>
          <a:xfrm>
            <a:off x="456120" y="1004760"/>
            <a:ext cx="618840" cy="721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4880" spc="-1" strike="noStrike">
                <a:solidFill>
                  <a:srgbClr val="ffffff"/>
                </a:solidFill>
                <a:latin typeface="Malgun Gothic"/>
                <a:ea typeface="Malgun Gothic"/>
              </a:rPr>
              <a:t>3</a:t>
            </a:r>
            <a:endParaRPr b="0" lang="en-US" sz="48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28" name=""/>
          <p:cNvSpPr txBox="1"/>
          <p:nvPr/>
        </p:nvSpPr>
        <p:spPr>
          <a:xfrm>
            <a:off x="1202760" y="1889280"/>
            <a:ext cx="88855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HCR Batang"/>
                <a:ea typeface="HCR Batang"/>
              </a:rPr>
              <a:t>Advantages of BIA measurement as an indicator of muscle damage in soccer players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829" name="" descr=""/>
          <p:cNvPicPr/>
          <p:nvPr/>
        </p:nvPicPr>
        <p:blipFill>
          <a:blip r:embed="rId2"/>
          <a:stretch/>
        </p:blipFill>
        <p:spPr>
          <a:xfrm>
            <a:off x="1423440" y="4178880"/>
            <a:ext cx="3537000" cy="1935000"/>
          </a:xfrm>
          <a:prstGeom prst="rect">
            <a:avLst/>
          </a:prstGeom>
          <a:ln w="0">
            <a:noFill/>
          </a:ln>
        </p:spPr>
      </p:pic>
      <p:pic>
        <p:nvPicPr>
          <p:cNvPr id="26830" name="" descr=""/>
          <p:cNvPicPr/>
          <p:nvPr/>
        </p:nvPicPr>
        <p:blipFill>
          <a:blip r:embed="rId3"/>
          <a:stretch/>
        </p:blipFill>
        <p:spPr>
          <a:xfrm>
            <a:off x="4925520" y="4227480"/>
            <a:ext cx="3666240" cy="1936800"/>
          </a:xfrm>
          <a:prstGeom prst="rect">
            <a:avLst/>
          </a:prstGeom>
          <a:ln w="0">
            <a:noFill/>
          </a:ln>
        </p:spPr>
      </p:pic>
      <p:pic>
        <p:nvPicPr>
          <p:cNvPr id="26831" name="" descr=""/>
          <p:cNvPicPr/>
          <p:nvPr/>
        </p:nvPicPr>
        <p:blipFill>
          <a:blip r:embed="rId4"/>
          <a:stretch/>
        </p:blipFill>
        <p:spPr>
          <a:xfrm>
            <a:off x="1423440" y="2613600"/>
            <a:ext cx="4772880" cy="299880"/>
          </a:xfrm>
          <a:prstGeom prst="rect">
            <a:avLst/>
          </a:prstGeom>
          <a:ln w="0">
            <a:noFill/>
          </a:ln>
        </p:spPr>
      </p:pic>
      <p:pic>
        <p:nvPicPr>
          <p:cNvPr id="26832" name="" descr=""/>
          <p:cNvPicPr/>
          <p:nvPr/>
        </p:nvPicPr>
        <p:blipFill>
          <a:blip r:embed="rId5"/>
          <a:stretch/>
        </p:blipFill>
        <p:spPr>
          <a:xfrm>
            <a:off x="987480" y="2913840"/>
            <a:ext cx="3710520" cy="1150200"/>
          </a:xfrm>
          <a:prstGeom prst="rect">
            <a:avLst/>
          </a:prstGeom>
          <a:ln w="0">
            <a:noFill/>
          </a:ln>
        </p:spPr>
      </p:pic>
      <p:sp>
        <p:nvSpPr>
          <p:cNvPr id="26833" name=""/>
          <p:cNvSpPr txBox="1"/>
          <p:nvPr/>
        </p:nvSpPr>
        <p:spPr>
          <a:xfrm>
            <a:off x="1722240" y="2223000"/>
            <a:ext cx="769212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90001f"/>
                </a:solidFill>
                <a:latin typeface="HCRBatang"/>
                <a:ea typeface="HCRBatang"/>
              </a:rPr>
              <a:t>“</a:t>
            </a:r>
            <a:r>
              <a:rPr b="1" lang="en-US" sz="1470" spc="-1" strike="noStrike">
                <a:solidFill>
                  <a:srgbClr val="90001f"/>
                </a:solidFill>
                <a:latin typeface="HCRBatang"/>
                <a:ea typeface="HCRBatang"/>
              </a:rPr>
              <a:t>R, </a:t>
            </a:r>
            <a:r>
              <a:rPr b="1" lang="en-US" sz="1470" spc="-1" strike="noStrike">
                <a:solidFill>
                  <a:srgbClr val="90001f"/>
                </a:solidFill>
                <a:latin typeface="HCR Batang"/>
                <a:ea typeface="HCR Batang"/>
              </a:rPr>
              <a:t>Xc, PA bioimpedance</a:t>
            </a:r>
            <a:r>
              <a:rPr b="1" lang="en-US" sz="1470" spc="-1" strike="noStrike">
                <a:solidFill>
                  <a:srgbClr val="90001f"/>
                </a:solidFill>
                <a:latin typeface="HCRBatang"/>
                <a:ea typeface="HCRBatang"/>
              </a:rPr>
              <a:t> parameters are highly related to injury degree”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34" name=""/>
          <p:cNvSpPr txBox="1"/>
          <p:nvPr/>
        </p:nvSpPr>
        <p:spPr>
          <a:xfrm>
            <a:off x="7512480" y="6060960"/>
            <a:ext cx="33300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820" spc="-1" strike="noStrike">
                <a:solidFill>
                  <a:srgbClr val="000000"/>
                </a:solidFill>
                <a:latin typeface="Calibri"/>
                <a:ea typeface="Calibri"/>
              </a:rPr>
              <a:t>Source: </a:t>
            </a:r>
            <a:endParaRPr b="0" lang="en-US" sz="8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35" name=""/>
          <p:cNvSpPr txBox="1"/>
          <p:nvPr/>
        </p:nvSpPr>
        <p:spPr>
          <a:xfrm>
            <a:off x="7873560" y="6063480"/>
            <a:ext cx="109188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860" spc="-1" strike="noStrike">
                <a:solidFill>
                  <a:srgbClr val="000000"/>
                </a:solidFill>
                <a:latin typeface="Malgun Gothic"/>
                <a:ea typeface="Malgun Gothic"/>
              </a:rPr>
              <a:t>Physiol, Meas, 2013</a:t>
            </a:r>
            <a:endParaRPr b="0" lang="en-US" sz="8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36" name=""/>
          <p:cNvSpPr txBox="1"/>
          <p:nvPr/>
        </p:nvSpPr>
        <p:spPr>
          <a:xfrm>
            <a:off x="385920" y="1098720"/>
            <a:ext cx="4787640" cy="288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950b29"/>
                </a:solidFill>
                <a:latin typeface="Malgun Gothic"/>
                <a:ea typeface="Malgun Gothic"/>
              </a:rPr>
              <a:t>Injury &amp; Rehab Status Monitoring 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3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146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3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39" name=""/>
          <p:cNvSpPr/>
          <p:nvPr/>
        </p:nvSpPr>
        <p:spPr>
          <a:xfrm>
            <a:off x="1238760" y="6062400"/>
            <a:ext cx="7430040" cy="152640"/>
          </a:xfrm>
          <a:custGeom>
            <a:avLst/>
            <a:gdLst/>
            <a:ahLst/>
            <a:rect l="0" t="0" r="r" b="b"/>
            <a:pathLst>
              <a:path w="20639" h="424">
                <a:moveTo>
                  <a:pt x="0" y="424"/>
                </a:moveTo>
                <a:lnTo>
                  <a:pt x="20639" y="424"/>
                </a:lnTo>
                <a:lnTo>
                  <a:pt x="20639" y="0"/>
                </a:lnTo>
                <a:lnTo>
                  <a:pt x="0" y="0"/>
                </a:lnTo>
                <a:lnTo>
                  <a:pt x="0" y="424"/>
                </a:lnTo>
                <a:close/>
              </a:path>
            </a:pathLst>
          </a:custGeom>
          <a:solidFill>
            <a:srgbClr val="a82e2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840" name=""/>
          <p:cNvSpPr/>
          <p:nvPr/>
        </p:nvSpPr>
        <p:spPr>
          <a:xfrm>
            <a:off x="1238760" y="1232640"/>
            <a:ext cx="7429680" cy="0"/>
          </a:xfrm>
          <a:prstGeom prst="line">
            <a:avLst/>
          </a:prstGeom>
          <a:ln w="63360">
            <a:solidFill>
              <a:srgbClr val="7f7f7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31680" rIns="31680" tIns="-31680" bIns="-31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841" name="" descr=""/>
          <p:cNvPicPr/>
          <p:nvPr/>
        </p:nvPicPr>
        <p:blipFill>
          <a:blip r:embed="rId1"/>
          <a:stretch/>
        </p:blipFill>
        <p:spPr>
          <a:xfrm>
            <a:off x="7687080" y="882360"/>
            <a:ext cx="952200" cy="328680"/>
          </a:xfrm>
          <a:prstGeom prst="rect">
            <a:avLst/>
          </a:prstGeom>
          <a:ln w="0">
            <a:noFill/>
          </a:ln>
        </p:spPr>
      </p:pic>
      <p:pic>
        <p:nvPicPr>
          <p:cNvPr id="26842" name="" descr=""/>
          <p:cNvPicPr/>
          <p:nvPr/>
        </p:nvPicPr>
        <p:blipFill>
          <a:blip r:embed="rId2"/>
          <a:stretch/>
        </p:blipFill>
        <p:spPr>
          <a:xfrm>
            <a:off x="6400800" y="1286280"/>
            <a:ext cx="3193920" cy="4484880"/>
          </a:xfrm>
          <a:prstGeom prst="rect">
            <a:avLst/>
          </a:prstGeom>
          <a:ln w="0">
            <a:noFill/>
          </a:ln>
        </p:spPr>
      </p:pic>
      <p:pic>
        <p:nvPicPr>
          <p:cNvPr id="26843" name="" descr=""/>
          <p:cNvPicPr/>
          <p:nvPr/>
        </p:nvPicPr>
        <p:blipFill>
          <a:blip r:embed="rId3"/>
          <a:stretch/>
        </p:blipFill>
        <p:spPr>
          <a:xfrm>
            <a:off x="74520" y="1278720"/>
            <a:ext cx="3168000" cy="4486320"/>
          </a:xfrm>
          <a:prstGeom prst="rect">
            <a:avLst/>
          </a:prstGeom>
          <a:ln w="0">
            <a:noFill/>
          </a:ln>
        </p:spPr>
      </p:pic>
      <p:pic>
        <p:nvPicPr>
          <p:cNvPr id="26844" name="" descr=""/>
          <p:cNvPicPr/>
          <p:nvPr/>
        </p:nvPicPr>
        <p:blipFill>
          <a:blip r:embed="rId4"/>
          <a:stretch/>
        </p:blipFill>
        <p:spPr>
          <a:xfrm>
            <a:off x="3214080" y="1277280"/>
            <a:ext cx="3186360" cy="4486320"/>
          </a:xfrm>
          <a:prstGeom prst="rect">
            <a:avLst/>
          </a:prstGeom>
          <a:ln w="0">
            <a:noFill/>
          </a:ln>
        </p:spPr>
      </p:pic>
      <p:sp>
        <p:nvSpPr>
          <p:cNvPr id="26845" name=""/>
          <p:cNvSpPr txBox="1"/>
          <p:nvPr/>
        </p:nvSpPr>
        <p:spPr>
          <a:xfrm>
            <a:off x="1365480" y="915480"/>
            <a:ext cx="18752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Injury Management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46" name=""/>
          <p:cNvSpPr txBox="1"/>
          <p:nvPr/>
        </p:nvSpPr>
        <p:spPr>
          <a:xfrm>
            <a:off x="7344000" y="5744520"/>
            <a:ext cx="11667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[Normal Stage]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47" name=""/>
          <p:cNvSpPr txBox="1"/>
          <p:nvPr/>
        </p:nvSpPr>
        <p:spPr>
          <a:xfrm>
            <a:off x="1120320" y="5762160"/>
            <a:ext cx="10400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[Injury Stage]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48" name=""/>
          <p:cNvSpPr/>
          <p:nvPr/>
        </p:nvSpPr>
        <p:spPr>
          <a:xfrm>
            <a:off x="8448120" y="4766040"/>
            <a:ext cx="948240" cy="204840"/>
          </a:xfrm>
          <a:custGeom>
            <a:avLst/>
            <a:gdLst/>
            <a:ahLst/>
            <a:rect l="0" t="0" r="r" b="b"/>
            <a:pathLst>
              <a:path w="2634" h="569">
                <a:moveTo>
                  <a:pt x="0" y="569"/>
                </a:moveTo>
                <a:lnTo>
                  <a:pt x="2634" y="569"/>
                </a:lnTo>
                <a:lnTo>
                  <a:pt x="2634" y="0"/>
                </a:lnTo>
                <a:lnTo>
                  <a:pt x="0" y="0"/>
                </a:lnTo>
                <a:lnTo>
                  <a:pt x="0" y="569"/>
                </a:ln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49" name=""/>
          <p:cNvSpPr/>
          <p:nvPr/>
        </p:nvSpPr>
        <p:spPr>
          <a:xfrm>
            <a:off x="2120400" y="4766040"/>
            <a:ext cx="946800" cy="204840"/>
          </a:xfrm>
          <a:custGeom>
            <a:avLst/>
            <a:gdLst/>
            <a:ahLst/>
            <a:rect l="0" t="0" r="r" b="b"/>
            <a:pathLst>
              <a:path w="2630" h="569">
                <a:moveTo>
                  <a:pt x="0" y="569"/>
                </a:moveTo>
                <a:lnTo>
                  <a:pt x="2630" y="569"/>
                </a:lnTo>
                <a:lnTo>
                  <a:pt x="2630" y="0"/>
                </a:lnTo>
                <a:lnTo>
                  <a:pt x="0" y="0"/>
                </a:lnTo>
                <a:lnTo>
                  <a:pt x="0" y="569"/>
                </a:ln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50" name=""/>
          <p:cNvSpPr/>
          <p:nvPr/>
        </p:nvSpPr>
        <p:spPr>
          <a:xfrm>
            <a:off x="5264640" y="4766040"/>
            <a:ext cx="948240" cy="204840"/>
          </a:xfrm>
          <a:custGeom>
            <a:avLst/>
            <a:gdLst/>
            <a:ahLst/>
            <a:rect l="0" t="0" r="r" b="b"/>
            <a:pathLst>
              <a:path w="2634" h="569">
                <a:moveTo>
                  <a:pt x="0" y="569"/>
                </a:moveTo>
                <a:lnTo>
                  <a:pt x="2634" y="569"/>
                </a:lnTo>
                <a:lnTo>
                  <a:pt x="2634" y="0"/>
                </a:lnTo>
                <a:lnTo>
                  <a:pt x="0" y="0"/>
                </a:lnTo>
                <a:lnTo>
                  <a:pt x="0" y="569"/>
                </a:ln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51" name=""/>
          <p:cNvSpPr/>
          <p:nvPr/>
        </p:nvSpPr>
        <p:spPr>
          <a:xfrm>
            <a:off x="596520" y="4170240"/>
            <a:ext cx="376560" cy="474480"/>
          </a:xfrm>
          <a:custGeom>
            <a:avLst/>
            <a:gdLst/>
            <a:ahLst/>
            <a:rect l="0" t="0" r="r" b="b"/>
            <a:pathLst>
              <a:path w="1046" h="1318">
                <a:moveTo>
                  <a:pt x="0" y="1318"/>
                </a:moveTo>
                <a:lnTo>
                  <a:pt x="1046" y="1318"/>
                </a:lnTo>
                <a:lnTo>
                  <a:pt x="1046" y="0"/>
                </a:lnTo>
                <a:lnTo>
                  <a:pt x="0" y="0"/>
                </a:lnTo>
                <a:lnTo>
                  <a:pt x="0" y="1318"/>
                </a:ln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52" name=""/>
          <p:cNvSpPr/>
          <p:nvPr/>
        </p:nvSpPr>
        <p:spPr>
          <a:xfrm>
            <a:off x="3737520" y="4170240"/>
            <a:ext cx="375120" cy="474480"/>
          </a:xfrm>
          <a:custGeom>
            <a:avLst/>
            <a:gdLst/>
            <a:ahLst/>
            <a:rect l="0" t="0" r="r" b="b"/>
            <a:pathLst>
              <a:path w="1042" h="1318">
                <a:moveTo>
                  <a:pt x="0" y="1318"/>
                </a:moveTo>
                <a:lnTo>
                  <a:pt x="1042" y="1318"/>
                </a:lnTo>
                <a:lnTo>
                  <a:pt x="1042" y="0"/>
                </a:lnTo>
                <a:lnTo>
                  <a:pt x="0" y="0"/>
                </a:lnTo>
                <a:lnTo>
                  <a:pt x="0" y="1318"/>
                </a:ln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53" name=""/>
          <p:cNvSpPr/>
          <p:nvPr/>
        </p:nvSpPr>
        <p:spPr>
          <a:xfrm>
            <a:off x="6962040" y="4333320"/>
            <a:ext cx="1485000" cy="203040"/>
          </a:xfrm>
          <a:custGeom>
            <a:avLst/>
            <a:gdLst/>
            <a:ahLst/>
            <a:rect l="0" t="0" r="r" b="b"/>
            <a:pathLst>
              <a:path w="4125" h="564">
                <a:moveTo>
                  <a:pt x="0" y="564"/>
                </a:moveTo>
                <a:lnTo>
                  <a:pt x="4125" y="564"/>
                </a:lnTo>
                <a:lnTo>
                  <a:pt x="4125" y="0"/>
                </a:lnTo>
                <a:lnTo>
                  <a:pt x="0" y="0"/>
                </a:lnTo>
                <a:lnTo>
                  <a:pt x="0" y="564"/>
                </a:ln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54" name=""/>
          <p:cNvSpPr txBox="1"/>
          <p:nvPr/>
        </p:nvSpPr>
        <p:spPr>
          <a:xfrm>
            <a:off x="4187160" y="5715360"/>
            <a:ext cx="13251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[Injury Recovery]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5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147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5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57" name=""/>
          <p:cNvSpPr/>
          <p:nvPr/>
        </p:nvSpPr>
        <p:spPr>
          <a:xfrm>
            <a:off x="9664920" y="853200"/>
            <a:ext cx="49320" cy="379800"/>
          </a:xfrm>
          <a:custGeom>
            <a:avLst/>
            <a:gdLst/>
            <a:ahLst/>
            <a:rect l="0" t="0" r="r" b="b"/>
            <a:pathLst>
              <a:path w="137" h="1055">
                <a:moveTo>
                  <a:pt x="0" y="1055"/>
                </a:moveTo>
                <a:lnTo>
                  <a:pt x="137" y="1055"/>
                </a:lnTo>
                <a:lnTo>
                  <a:pt x="137" y="0"/>
                </a:lnTo>
                <a:lnTo>
                  <a:pt x="0" y="0"/>
                </a:lnTo>
                <a:lnTo>
                  <a:pt x="0" y="1055"/>
                </a:lnTo>
                <a:close/>
              </a:path>
            </a:pathLst>
          </a:custGeom>
          <a:solidFill>
            <a:srgbClr val="95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858" name=""/>
          <p:cNvSpPr/>
          <p:nvPr/>
        </p:nvSpPr>
        <p:spPr>
          <a:xfrm>
            <a:off x="196560" y="853200"/>
            <a:ext cx="9493200" cy="49320"/>
          </a:xfrm>
          <a:custGeom>
            <a:avLst/>
            <a:gdLst/>
            <a:ahLst/>
            <a:rect l="0" t="0" r="r" b="b"/>
            <a:pathLst>
              <a:path w="26370" h="137">
                <a:moveTo>
                  <a:pt x="0" y="137"/>
                </a:moveTo>
                <a:lnTo>
                  <a:pt x="26370" y="137"/>
                </a:lnTo>
                <a:lnTo>
                  <a:pt x="26370" y="0"/>
                </a:lnTo>
                <a:lnTo>
                  <a:pt x="0" y="0"/>
                </a:lnTo>
                <a:lnTo>
                  <a:pt x="0" y="137"/>
                </a:lnTo>
                <a:close/>
              </a:path>
            </a:pathLst>
          </a:custGeom>
          <a:solidFill>
            <a:srgbClr val="950b2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6859" name="" descr=""/>
          <p:cNvPicPr/>
          <p:nvPr/>
        </p:nvPicPr>
        <p:blipFill>
          <a:blip r:embed="rId1"/>
          <a:stretch/>
        </p:blipFill>
        <p:spPr>
          <a:xfrm>
            <a:off x="9087480" y="1005840"/>
            <a:ext cx="502560" cy="142920"/>
          </a:xfrm>
          <a:prstGeom prst="rect">
            <a:avLst/>
          </a:prstGeom>
          <a:ln w="0">
            <a:noFill/>
          </a:ln>
        </p:spPr>
      </p:pic>
      <p:pic>
        <p:nvPicPr>
          <p:cNvPr id="26860" name="" descr=""/>
          <p:cNvPicPr/>
          <p:nvPr/>
        </p:nvPicPr>
        <p:blipFill>
          <a:blip r:embed="rId2"/>
          <a:stretch/>
        </p:blipFill>
        <p:spPr>
          <a:xfrm>
            <a:off x="1775520" y="2397240"/>
            <a:ext cx="4978440" cy="3014280"/>
          </a:xfrm>
          <a:prstGeom prst="rect">
            <a:avLst/>
          </a:prstGeom>
          <a:ln w="0">
            <a:noFill/>
          </a:ln>
        </p:spPr>
      </p:pic>
      <p:sp>
        <p:nvSpPr>
          <p:cNvPr id="26861" name=""/>
          <p:cNvSpPr/>
          <p:nvPr/>
        </p:nvSpPr>
        <p:spPr>
          <a:xfrm>
            <a:off x="7118280" y="1781280"/>
            <a:ext cx="2383920" cy="1664640"/>
          </a:xfrm>
          <a:custGeom>
            <a:avLst/>
            <a:gdLst/>
            <a:ahLst/>
            <a:rect l="0" t="0" r="r" b="b"/>
            <a:pathLst>
              <a:path w="6622" h="4624">
                <a:moveTo>
                  <a:pt x="0" y="4624"/>
                </a:moveTo>
                <a:lnTo>
                  <a:pt x="6622" y="4624"/>
                </a:lnTo>
                <a:lnTo>
                  <a:pt x="6622" y="0"/>
                </a:lnTo>
                <a:lnTo>
                  <a:pt x="0" y="0"/>
                </a:lnTo>
                <a:lnTo>
                  <a:pt x="0" y="4624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862" name="" descr=""/>
          <p:cNvPicPr/>
          <p:nvPr/>
        </p:nvPicPr>
        <p:blipFill>
          <a:blip r:embed="rId3"/>
          <a:stretch/>
        </p:blipFill>
        <p:spPr>
          <a:xfrm>
            <a:off x="6964560" y="1673280"/>
            <a:ext cx="508680" cy="444600"/>
          </a:xfrm>
          <a:prstGeom prst="rect">
            <a:avLst/>
          </a:prstGeom>
          <a:ln w="0">
            <a:noFill/>
          </a:ln>
        </p:spPr>
      </p:pic>
      <p:sp>
        <p:nvSpPr>
          <p:cNvPr id="26863" name=""/>
          <p:cNvSpPr txBox="1"/>
          <p:nvPr/>
        </p:nvSpPr>
        <p:spPr>
          <a:xfrm>
            <a:off x="456120" y="1004760"/>
            <a:ext cx="618840" cy="721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4880" spc="-1" strike="noStrike">
                <a:solidFill>
                  <a:srgbClr val="ffffff"/>
                </a:solidFill>
                <a:latin typeface="Malgun Gothic"/>
                <a:ea typeface="Malgun Gothic"/>
              </a:rPr>
              <a:t>3</a:t>
            </a:r>
            <a:endParaRPr b="0" lang="en-US" sz="48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64" name=""/>
          <p:cNvSpPr txBox="1"/>
          <p:nvPr/>
        </p:nvSpPr>
        <p:spPr>
          <a:xfrm>
            <a:off x="7332120" y="1906560"/>
            <a:ext cx="1687680" cy="239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90001f"/>
                </a:solidFill>
                <a:latin typeface="Malgun Gothic"/>
                <a:ea typeface="Malgun Gothic"/>
              </a:rPr>
              <a:t>Injury severity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65" name=""/>
          <p:cNvSpPr txBox="1"/>
          <p:nvPr/>
        </p:nvSpPr>
        <p:spPr>
          <a:xfrm>
            <a:off x="7145280" y="1750680"/>
            <a:ext cx="1443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ff"/>
                </a:solidFill>
                <a:latin typeface="Malgun Gothic"/>
                <a:ea typeface="Malgun Gothic"/>
              </a:rPr>
              <a:t>1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66" name=""/>
          <p:cNvSpPr txBox="1"/>
          <p:nvPr/>
        </p:nvSpPr>
        <p:spPr>
          <a:xfrm>
            <a:off x="7332120" y="2206080"/>
            <a:ext cx="12398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Right Leg injured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67" name=""/>
          <p:cNvSpPr txBox="1"/>
          <p:nvPr/>
        </p:nvSpPr>
        <p:spPr>
          <a:xfrm>
            <a:off x="7332120" y="2379960"/>
            <a:ext cx="159336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ECW Ratio 0.347 to 0.374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68" name=""/>
          <p:cNvSpPr/>
          <p:nvPr/>
        </p:nvSpPr>
        <p:spPr>
          <a:xfrm>
            <a:off x="7238880" y="2715480"/>
            <a:ext cx="2145960" cy="643680"/>
          </a:xfrm>
          <a:custGeom>
            <a:avLst/>
            <a:gdLst/>
            <a:ahLst/>
            <a:rect l="0" t="0" r="r" b="b"/>
            <a:pathLst>
              <a:path w="5961" h="1788">
                <a:moveTo>
                  <a:pt x="0" y="1788"/>
                </a:moveTo>
                <a:lnTo>
                  <a:pt x="5961" y="1788"/>
                </a:lnTo>
                <a:lnTo>
                  <a:pt x="5961" y="0"/>
                </a:lnTo>
                <a:lnTo>
                  <a:pt x="0" y="0"/>
                </a:lnTo>
                <a:lnTo>
                  <a:pt x="0" y="1788"/>
                </a:lnTo>
                <a:close/>
              </a:path>
            </a:pathLst>
          </a:custGeom>
          <a:solidFill>
            <a:srgbClr val="3539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869" name=""/>
          <p:cNvSpPr txBox="1"/>
          <p:nvPr/>
        </p:nvSpPr>
        <p:spPr>
          <a:xfrm>
            <a:off x="7332120" y="2527560"/>
            <a:ext cx="151380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0" spc="-1" strike="noStrike">
                <a:solidFill>
                  <a:srgbClr val="000000"/>
                </a:solidFill>
                <a:latin typeface="Malgun Gothic"/>
                <a:ea typeface="Malgun Gothic"/>
              </a:rPr>
              <a:t>Phase Angle 9.2</a:t>
            </a:r>
            <a:r>
              <a:rPr b="0" lang="en-US" sz="980" spc="-1" strike="noStrike">
                <a:solidFill>
                  <a:srgbClr val="000000"/>
                </a:solidFill>
                <a:latin typeface="MalgunGothic"/>
                <a:ea typeface="MalgunGothic"/>
              </a:rPr>
              <a:t>°</a:t>
            </a:r>
            <a:r>
              <a:rPr b="0" lang="en-US" sz="980" spc="-1" strike="noStrike">
                <a:solidFill>
                  <a:srgbClr val="000000"/>
                </a:solidFill>
                <a:latin typeface="Malgun Gothic"/>
                <a:ea typeface="Malgun Gothic"/>
              </a:rPr>
              <a:t> to 6.6</a:t>
            </a:r>
            <a:r>
              <a:rPr b="0" lang="en-US" sz="980" spc="-1" strike="noStrike">
                <a:solidFill>
                  <a:srgbClr val="000000"/>
                </a:solidFill>
                <a:latin typeface="MalgunGothic"/>
                <a:ea typeface="MalgunGothic"/>
              </a:rPr>
              <a:t>°</a:t>
            </a:r>
            <a:endParaRPr b="0" lang="en-US" sz="9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70" name=""/>
          <p:cNvSpPr txBox="1"/>
          <p:nvPr/>
        </p:nvSpPr>
        <p:spPr>
          <a:xfrm>
            <a:off x="7559640" y="2862000"/>
            <a:ext cx="15354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ff"/>
                </a:solidFill>
                <a:latin typeface="Calibri"/>
                <a:ea typeface="Calibri"/>
              </a:rPr>
              <a:t>The severity of the injury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71" name=""/>
          <p:cNvSpPr/>
          <p:nvPr/>
        </p:nvSpPr>
        <p:spPr>
          <a:xfrm>
            <a:off x="3472920" y="2115000"/>
            <a:ext cx="76680" cy="291240"/>
          </a:xfrm>
          <a:custGeom>
            <a:avLst/>
            <a:gdLst/>
            <a:ahLst/>
            <a:rect l="0" t="0" r="r" b="b"/>
            <a:pathLst>
              <a:path w="213" h="809">
                <a:moveTo>
                  <a:pt x="124" y="0"/>
                </a:moveTo>
                <a:lnTo>
                  <a:pt x="124" y="632"/>
                </a:lnTo>
                <a:lnTo>
                  <a:pt x="88" y="632"/>
                </a:lnTo>
                <a:lnTo>
                  <a:pt x="88" y="0"/>
                </a:lnTo>
                <a:lnTo>
                  <a:pt x="124" y="0"/>
                </a:lnTo>
                <a:moveTo>
                  <a:pt x="213" y="597"/>
                </a:moveTo>
                <a:lnTo>
                  <a:pt x="106" y="809"/>
                </a:lnTo>
                <a:lnTo>
                  <a:pt x="0" y="597"/>
                </a:lnTo>
                <a:lnTo>
                  <a:pt x="213" y="597"/>
                </a:lnTo>
                <a:close/>
              </a:path>
            </a:pathLst>
          </a:custGeom>
          <a:solidFill>
            <a:srgbClr val="9d1e2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872" name=""/>
          <p:cNvSpPr/>
          <p:nvPr/>
        </p:nvSpPr>
        <p:spPr>
          <a:xfrm>
            <a:off x="3511080" y="2115000"/>
            <a:ext cx="3606480" cy="0"/>
          </a:xfrm>
          <a:prstGeom prst="line">
            <a:avLst/>
          </a:prstGeom>
          <a:ln w="6120">
            <a:solidFill>
              <a:srgbClr val="9d1e23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73" name=""/>
          <p:cNvSpPr/>
          <p:nvPr/>
        </p:nvSpPr>
        <p:spPr>
          <a:xfrm>
            <a:off x="3219120" y="3929400"/>
            <a:ext cx="843120" cy="297720"/>
          </a:xfrm>
          <a:custGeom>
            <a:avLst/>
            <a:gdLst/>
            <a:ahLst/>
            <a:rect l="0" t="0" r="r" b="b"/>
            <a:pathLst>
              <a:path w="2342" h="827">
                <a:moveTo>
                  <a:pt x="0" y="414"/>
                </a:moveTo>
                <a:cubicBezTo>
                  <a:pt x="0" y="185"/>
                  <a:pt x="525" y="0"/>
                  <a:pt x="1171" y="0"/>
                </a:cubicBezTo>
                <a:cubicBezTo>
                  <a:pt x="1818" y="0"/>
                  <a:pt x="2342" y="185"/>
                  <a:pt x="2342" y="414"/>
                </a:cubicBezTo>
                <a:cubicBezTo>
                  <a:pt x="2342" y="642"/>
                  <a:pt x="1818" y="827"/>
                  <a:pt x="1171" y="827"/>
                </a:cubicBezTo>
                <a:cubicBezTo>
                  <a:pt x="525" y="827"/>
                  <a:pt x="0" y="642"/>
                  <a:pt x="0" y="414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74" name=""/>
          <p:cNvSpPr/>
          <p:nvPr/>
        </p:nvSpPr>
        <p:spPr>
          <a:xfrm>
            <a:off x="3327480" y="5000760"/>
            <a:ext cx="841680" cy="297720"/>
          </a:xfrm>
          <a:custGeom>
            <a:avLst/>
            <a:gdLst/>
            <a:ahLst/>
            <a:rect l="0" t="0" r="r" b="b"/>
            <a:pathLst>
              <a:path w="2338" h="827">
                <a:moveTo>
                  <a:pt x="0" y="413"/>
                </a:moveTo>
                <a:cubicBezTo>
                  <a:pt x="0" y="185"/>
                  <a:pt x="523" y="0"/>
                  <a:pt x="1168" y="0"/>
                </a:cubicBezTo>
                <a:cubicBezTo>
                  <a:pt x="1815" y="0"/>
                  <a:pt x="2338" y="185"/>
                  <a:pt x="2338" y="413"/>
                </a:cubicBezTo>
                <a:cubicBezTo>
                  <a:pt x="2338" y="642"/>
                  <a:pt x="1815" y="827"/>
                  <a:pt x="1168" y="827"/>
                </a:cubicBezTo>
                <a:cubicBezTo>
                  <a:pt x="523" y="827"/>
                  <a:pt x="0" y="642"/>
                  <a:pt x="0" y="413"/>
                </a:cubicBezTo>
                <a:close/>
              </a:path>
            </a:pathLst>
          </a:custGeom>
          <a:noFill/>
          <a:ln w="28440">
            <a:solidFill>
              <a:srgbClr val="00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75" name=""/>
          <p:cNvSpPr/>
          <p:nvPr/>
        </p:nvSpPr>
        <p:spPr>
          <a:xfrm>
            <a:off x="7116840" y="3983400"/>
            <a:ext cx="2383920" cy="1911600"/>
          </a:xfrm>
          <a:custGeom>
            <a:avLst/>
            <a:gdLst/>
            <a:ahLst/>
            <a:rect l="0" t="0" r="r" b="b"/>
            <a:pathLst>
              <a:path w="6622" h="5310">
                <a:moveTo>
                  <a:pt x="0" y="5310"/>
                </a:moveTo>
                <a:lnTo>
                  <a:pt x="6622" y="5310"/>
                </a:lnTo>
                <a:lnTo>
                  <a:pt x="6622" y="0"/>
                </a:lnTo>
                <a:lnTo>
                  <a:pt x="0" y="0"/>
                </a:lnTo>
                <a:lnTo>
                  <a:pt x="0" y="5310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876" name="" descr=""/>
          <p:cNvPicPr/>
          <p:nvPr/>
        </p:nvPicPr>
        <p:blipFill>
          <a:blip r:embed="rId4"/>
          <a:stretch/>
        </p:blipFill>
        <p:spPr>
          <a:xfrm>
            <a:off x="6961680" y="3877200"/>
            <a:ext cx="510120" cy="443160"/>
          </a:xfrm>
          <a:prstGeom prst="rect">
            <a:avLst/>
          </a:prstGeom>
          <a:ln w="0">
            <a:noFill/>
          </a:ln>
        </p:spPr>
      </p:pic>
      <p:sp>
        <p:nvSpPr>
          <p:cNvPr id="26877" name=""/>
          <p:cNvSpPr txBox="1"/>
          <p:nvPr/>
        </p:nvSpPr>
        <p:spPr>
          <a:xfrm>
            <a:off x="7745760" y="3035880"/>
            <a:ext cx="11329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ff"/>
                </a:solidFill>
                <a:latin typeface="Calibri"/>
                <a:ea typeface="Calibri"/>
              </a:rPr>
              <a:t>can be determined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78" name=""/>
          <p:cNvSpPr txBox="1"/>
          <p:nvPr/>
        </p:nvSpPr>
        <p:spPr>
          <a:xfrm>
            <a:off x="7330320" y="4109760"/>
            <a:ext cx="1761120" cy="239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90001f"/>
                </a:solidFill>
                <a:latin typeface="Malgun Gothic"/>
                <a:ea typeface="Malgun Gothic"/>
              </a:rPr>
              <a:t>Injury recovery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79" name=""/>
          <p:cNvSpPr txBox="1"/>
          <p:nvPr/>
        </p:nvSpPr>
        <p:spPr>
          <a:xfrm>
            <a:off x="7143120" y="3954240"/>
            <a:ext cx="1443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ff"/>
                </a:solidFill>
                <a:latin typeface="Malgun Gothic"/>
                <a:ea typeface="Malgun Gothic"/>
              </a:rPr>
              <a:t>2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80" name=""/>
          <p:cNvSpPr txBox="1"/>
          <p:nvPr/>
        </p:nvSpPr>
        <p:spPr>
          <a:xfrm>
            <a:off x="7330680" y="4409640"/>
            <a:ext cx="14666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Right Leg recovered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81" name=""/>
          <p:cNvSpPr txBox="1"/>
          <p:nvPr/>
        </p:nvSpPr>
        <p:spPr>
          <a:xfrm>
            <a:off x="7330680" y="4583160"/>
            <a:ext cx="175500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ECW Ratio and Phase Angle 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82" name=""/>
          <p:cNvSpPr/>
          <p:nvPr/>
        </p:nvSpPr>
        <p:spPr>
          <a:xfrm>
            <a:off x="7237440" y="4917600"/>
            <a:ext cx="2144520" cy="896760"/>
          </a:xfrm>
          <a:custGeom>
            <a:avLst/>
            <a:gdLst/>
            <a:ahLst/>
            <a:rect l="0" t="0" r="r" b="b"/>
            <a:pathLst>
              <a:path w="5957" h="2491">
                <a:moveTo>
                  <a:pt x="0" y="2491"/>
                </a:moveTo>
                <a:lnTo>
                  <a:pt x="5957" y="2491"/>
                </a:lnTo>
                <a:lnTo>
                  <a:pt x="5957" y="0"/>
                </a:lnTo>
                <a:lnTo>
                  <a:pt x="0" y="0"/>
                </a:lnTo>
                <a:lnTo>
                  <a:pt x="0" y="2491"/>
                </a:lnTo>
                <a:close/>
              </a:path>
            </a:pathLst>
          </a:custGeom>
          <a:solidFill>
            <a:srgbClr val="35394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883" name=""/>
          <p:cNvSpPr txBox="1"/>
          <p:nvPr/>
        </p:nvSpPr>
        <p:spPr>
          <a:xfrm>
            <a:off x="7330680" y="4731120"/>
            <a:ext cx="2082600" cy="143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getting back to the previous level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84" name=""/>
          <p:cNvSpPr txBox="1"/>
          <p:nvPr/>
        </p:nvSpPr>
        <p:spPr>
          <a:xfrm>
            <a:off x="7413480" y="5104800"/>
            <a:ext cx="18266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ff"/>
                </a:solidFill>
                <a:latin typeface="Calibri"/>
                <a:ea typeface="Calibri"/>
              </a:rPr>
              <a:t>it is possible to determine the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85" name=""/>
          <p:cNvSpPr txBox="1"/>
          <p:nvPr/>
        </p:nvSpPr>
        <p:spPr>
          <a:xfrm>
            <a:off x="7503120" y="5279040"/>
            <a:ext cx="16452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ff"/>
                </a:solidFill>
                <a:latin typeface="Calibri"/>
                <a:ea typeface="Calibri"/>
              </a:rPr>
              <a:t>ideal time of return for the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86" name=""/>
          <p:cNvSpPr/>
          <p:nvPr/>
        </p:nvSpPr>
        <p:spPr>
          <a:xfrm>
            <a:off x="6469200" y="4291560"/>
            <a:ext cx="647640" cy="556200"/>
          </a:xfrm>
          <a:custGeom>
            <a:avLst/>
            <a:gdLst/>
            <a:ahLst/>
            <a:rect l="0" t="0" r="r" b="b"/>
            <a:pathLst>
              <a:path w="1799" h="1545">
                <a:moveTo>
                  <a:pt x="1799" y="1545"/>
                </a:moveTo>
                <a:lnTo>
                  <a:pt x="1186" y="1545"/>
                </a:lnTo>
                <a:lnTo>
                  <a:pt x="1186" y="105"/>
                </a:lnTo>
                <a:lnTo>
                  <a:pt x="1203" y="123"/>
                </a:lnTo>
                <a:lnTo>
                  <a:pt x="176" y="123"/>
                </a:lnTo>
                <a:lnTo>
                  <a:pt x="176" y="88"/>
                </a:lnTo>
                <a:lnTo>
                  <a:pt x="1221" y="88"/>
                </a:lnTo>
                <a:lnTo>
                  <a:pt x="1221" y="1527"/>
                </a:lnTo>
                <a:lnTo>
                  <a:pt x="1203" y="1509"/>
                </a:lnTo>
                <a:lnTo>
                  <a:pt x="1799" y="1509"/>
                </a:lnTo>
                <a:lnTo>
                  <a:pt x="1799" y="1545"/>
                </a:lnTo>
                <a:moveTo>
                  <a:pt x="212" y="211"/>
                </a:moveTo>
                <a:lnTo>
                  <a:pt x="0" y="105"/>
                </a:lnTo>
                <a:lnTo>
                  <a:pt x="212" y="0"/>
                </a:lnTo>
                <a:lnTo>
                  <a:pt x="212" y="211"/>
                </a:lnTo>
                <a:close/>
              </a:path>
            </a:pathLst>
          </a:custGeom>
          <a:solidFill>
            <a:srgbClr val="90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887" name=""/>
          <p:cNvSpPr/>
          <p:nvPr/>
        </p:nvSpPr>
        <p:spPr>
          <a:xfrm>
            <a:off x="6125400" y="3915720"/>
            <a:ext cx="881280" cy="308160"/>
          </a:xfrm>
          <a:custGeom>
            <a:avLst/>
            <a:gdLst/>
            <a:ahLst/>
            <a:rect l="0" t="0" r="r" b="b"/>
            <a:pathLst>
              <a:path w="2448" h="856">
                <a:moveTo>
                  <a:pt x="0" y="428"/>
                </a:moveTo>
                <a:cubicBezTo>
                  <a:pt x="0" y="192"/>
                  <a:pt x="548" y="0"/>
                  <a:pt x="1224" y="0"/>
                </a:cubicBezTo>
                <a:cubicBezTo>
                  <a:pt x="1900" y="0"/>
                  <a:pt x="2448" y="192"/>
                  <a:pt x="2448" y="428"/>
                </a:cubicBezTo>
                <a:cubicBezTo>
                  <a:pt x="2448" y="664"/>
                  <a:pt x="1900" y="856"/>
                  <a:pt x="1224" y="856"/>
                </a:cubicBezTo>
                <a:cubicBezTo>
                  <a:pt x="548" y="856"/>
                  <a:pt x="0" y="664"/>
                  <a:pt x="0" y="428"/>
                </a:cubicBez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88" name=""/>
          <p:cNvSpPr/>
          <p:nvPr/>
        </p:nvSpPr>
        <p:spPr>
          <a:xfrm>
            <a:off x="6159240" y="5040360"/>
            <a:ext cx="880920" cy="201600"/>
          </a:xfrm>
          <a:custGeom>
            <a:avLst/>
            <a:gdLst/>
            <a:ahLst/>
            <a:rect l="0" t="0" r="r" b="b"/>
            <a:pathLst>
              <a:path w="2447" h="560">
                <a:moveTo>
                  <a:pt x="0" y="281"/>
                </a:moveTo>
                <a:cubicBezTo>
                  <a:pt x="0" y="125"/>
                  <a:pt x="547" y="0"/>
                  <a:pt x="1223" y="0"/>
                </a:cubicBezTo>
                <a:cubicBezTo>
                  <a:pt x="1900" y="0"/>
                  <a:pt x="2447" y="125"/>
                  <a:pt x="2447" y="281"/>
                </a:cubicBezTo>
                <a:cubicBezTo>
                  <a:pt x="2447" y="435"/>
                  <a:pt x="1900" y="560"/>
                  <a:pt x="1223" y="560"/>
                </a:cubicBezTo>
                <a:cubicBezTo>
                  <a:pt x="547" y="560"/>
                  <a:pt x="0" y="435"/>
                  <a:pt x="0" y="281"/>
                </a:cubicBezTo>
                <a:close/>
              </a:path>
            </a:pathLst>
          </a:custGeom>
          <a:noFill/>
          <a:ln w="28440">
            <a:solidFill>
              <a:srgbClr val="ff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89" name=""/>
          <p:cNvSpPr txBox="1"/>
          <p:nvPr/>
        </p:nvSpPr>
        <p:spPr>
          <a:xfrm>
            <a:off x="7864560" y="5451120"/>
            <a:ext cx="8938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ff"/>
                </a:solidFill>
                <a:latin typeface="Calibri"/>
                <a:ea typeface="Calibri"/>
              </a:rPr>
              <a:t>injured athlete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0" name=""/>
          <p:cNvSpPr txBox="1"/>
          <p:nvPr/>
        </p:nvSpPr>
        <p:spPr>
          <a:xfrm>
            <a:off x="1228320" y="2634840"/>
            <a:ext cx="3636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Weight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1" name=""/>
          <p:cNvSpPr txBox="1"/>
          <p:nvPr/>
        </p:nvSpPr>
        <p:spPr>
          <a:xfrm>
            <a:off x="1266120" y="2798640"/>
            <a:ext cx="2674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SMM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2" name=""/>
          <p:cNvSpPr txBox="1"/>
          <p:nvPr/>
        </p:nvSpPr>
        <p:spPr>
          <a:xfrm>
            <a:off x="910800" y="2962440"/>
            <a:ext cx="7275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9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3" name=""/>
          <p:cNvSpPr/>
          <p:nvPr/>
        </p:nvSpPr>
        <p:spPr>
          <a:xfrm>
            <a:off x="968040" y="4352040"/>
            <a:ext cx="612720" cy="152640"/>
          </a:xfrm>
          <a:custGeom>
            <a:avLst/>
            <a:gdLst/>
            <a:ahLst/>
            <a:rect l="0" t="0" r="r" b="b"/>
            <a:pathLst>
              <a:path w="1702" h="424">
                <a:moveTo>
                  <a:pt x="0" y="424"/>
                </a:moveTo>
                <a:lnTo>
                  <a:pt x="1702" y="424"/>
                </a:lnTo>
                <a:lnTo>
                  <a:pt x="1702" y="0"/>
                </a:lnTo>
                <a:lnTo>
                  <a:pt x="0" y="0"/>
                </a:lnTo>
                <a:lnTo>
                  <a:pt x="0" y="424"/>
                </a:lnTo>
                <a:close/>
              </a:path>
            </a:pathLst>
          </a:custGeom>
          <a:solidFill>
            <a:srgbClr val="fff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4" name=""/>
          <p:cNvSpPr txBox="1"/>
          <p:nvPr/>
        </p:nvSpPr>
        <p:spPr>
          <a:xfrm>
            <a:off x="1266120" y="3134520"/>
            <a:ext cx="1882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PBF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5" name=""/>
          <p:cNvSpPr/>
          <p:nvPr/>
        </p:nvSpPr>
        <p:spPr>
          <a:xfrm>
            <a:off x="1046160" y="3310200"/>
            <a:ext cx="527400" cy="153000"/>
          </a:xfrm>
          <a:custGeom>
            <a:avLst/>
            <a:gdLst/>
            <a:ahLst/>
            <a:rect l="0" t="0" r="r" b="b"/>
            <a:pathLst>
              <a:path w="1465" h="425">
                <a:moveTo>
                  <a:pt x="0" y="425"/>
                </a:moveTo>
                <a:lnTo>
                  <a:pt x="1465" y="425"/>
                </a:lnTo>
                <a:lnTo>
                  <a:pt x="1465" y="0"/>
                </a:lnTo>
                <a:lnTo>
                  <a:pt x="0" y="0"/>
                </a:lnTo>
                <a:lnTo>
                  <a:pt x="0" y="425"/>
                </a:lnTo>
                <a:close/>
              </a:path>
            </a:pathLst>
          </a:custGeom>
          <a:solidFill>
            <a:srgbClr val="fff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6" name=""/>
          <p:cNvSpPr txBox="1"/>
          <p:nvPr/>
        </p:nvSpPr>
        <p:spPr>
          <a:xfrm>
            <a:off x="968400" y="4354560"/>
            <a:ext cx="60876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Phase Angle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7" name=""/>
          <p:cNvSpPr txBox="1"/>
          <p:nvPr/>
        </p:nvSpPr>
        <p:spPr>
          <a:xfrm>
            <a:off x="1046520" y="3312720"/>
            <a:ext cx="5234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ECW Ratio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8" name=""/>
          <p:cNvSpPr txBox="1"/>
          <p:nvPr/>
        </p:nvSpPr>
        <p:spPr>
          <a:xfrm>
            <a:off x="1339200" y="3536280"/>
            <a:ext cx="1378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RA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899" name=""/>
          <p:cNvSpPr txBox="1"/>
          <p:nvPr/>
        </p:nvSpPr>
        <p:spPr>
          <a:xfrm>
            <a:off x="1339200" y="3681000"/>
            <a:ext cx="1231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LA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0" name=""/>
          <p:cNvSpPr txBox="1"/>
          <p:nvPr/>
        </p:nvSpPr>
        <p:spPr>
          <a:xfrm>
            <a:off x="1339200" y="3846240"/>
            <a:ext cx="127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0" spc="-1" strike="noStrike">
                <a:solidFill>
                  <a:srgbClr val="000000"/>
                </a:solidFill>
                <a:latin typeface="Calibri"/>
                <a:ea typeface="Calibri"/>
              </a:rPr>
              <a:t>TR</a:t>
            </a:r>
            <a:endParaRPr b="0" lang="en-US" sz="9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1" name=""/>
          <p:cNvSpPr txBox="1"/>
          <p:nvPr/>
        </p:nvSpPr>
        <p:spPr>
          <a:xfrm>
            <a:off x="1339200" y="4009680"/>
            <a:ext cx="1231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RL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2" name=""/>
          <p:cNvSpPr txBox="1"/>
          <p:nvPr/>
        </p:nvSpPr>
        <p:spPr>
          <a:xfrm>
            <a:off x="1339200" y="4155840"/>
            <a:ext cx="1231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LL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3" name=""/>
          <p:cNvSpPr txBox="1"/>
          <p:nvPr/>
        </p:nvSpPr>
        <p:spPr>
          <a:xfrm>
            <a:off x="1339920" y="4537800"/>
            <a:ext cx="1378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RA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4" name=""/>
          <p:cNvSpPr txBox="1"/>
          <p:nvPr/>
        </p:nvSpPr>
        <p:spPr>
          <a:xfrm>
            <a:off x="1339920" y="4707360"/>
            <a:ext cx="1231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LA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5" name=""/>
          <p:cNvSpPr txBox="1"/>
          <p:nvPr/>
        </p:nvSpPr>
        <p:spPr>
          <a:xfrm>
            <a:off x="1339920" y="4873320"/>
            <a:ext cx="1270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TR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6" name=""/>
          <p:cNvSpPr txBox="1"/>
          <p:nvPr/>
        </p:nvSpPr>
        <p:spPr>
          <a:xfrm>
            <a:off x="1356480" y="5060880"/>
            <a:ext cx="1231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RL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7" name=""/>
          <p:cNvSpPr txBox="1"/>
          <p:nvPr/>
        </p:nvSpPr>
        <p:spPr>
          <a:xfrm>
            <a:off x="1364760" y="5256360"/>
            <a:ext cx="12312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LL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8" name=""/>
          <p:cNvSpPr txBox="1"/>
          <p:nvPr/>
        </p:nvSpPr>
        <p:spPr>
          <a:xfrm>
            <a:off x="344520" y="1098720"/>
            <a:ext cx="4787640" cy="288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950b29"/>
                </a:solidFill>
                <a:latin typeface="Malgun Gothic"/>
                <a:ea typeface="Malgun Gothic"/>
              </a:rPr>
              <a:t>Injury &amp; Rehab Status Monitoring 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09" name=""/>
          <p:cNvSpPr txBox="1"/>
          <p:nvPr/>
        </p:nvSpPr>
        <p:spPr>
          <a:xfrm>
            <a:off x="351720" y="1461240"/>
            <a:ext cx="4097160" cy="216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Injury Parameters (ECW Ratio, Phase Angle)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1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148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1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12" name=""/>
          <p:cNvSpPr/>
          <p:nvPr/>
        </p:nvSpPr>
        <p:spPr>
          <a:xfrm>
            <a:off x="0" y="642960"/>
            <a:ext cx="4973040" cy="5572080"/>
          </a:xfrm>
          <a:custGeom>
            <a:avLst/>
            <a:gdLst/>
            <a:ahLst/>
            <a:rect l="0" t="0" r="r" b="b"/>
            <a:pathLst>
              <a:path w="13814" h="15478">
                <a:moveTo>
                  <a:pt x="0" y="15478"/>
                </a:moveTo>
                <a:lnTo>
                  <a:pt x="13814" y="15478"/>
                </a:lnTo>
                <a:lnTo>
                  <a:pt x="13814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13" name=""/>
          <p:cNvSpPr/>
          <p:nvPr/>
        </p:nvSpPr>
        <p:spPr>
          <a:xfrm>
            <a:off x="0" y="642960"/>
            <a:ext cx="4973040" cy="5572080"/>
          </a:xfrm>
          <a:custGeom>
            <a:avLst/>
            <a:gdLst/>
            <a:ahLst/>
            <a:rect l="0" t="0" r="r" b="b"/>
            <a:pathLst>
              <a:path w="13814" h="15478">
                <a:moveTo>
                  <a:pt x="0" y="15478"/>
                </a:moveTo>
                <a:lnTo>
                  <a:pt x="13814" y="15478"/>
                </a:lnTo>
                <a:lnTo>
                  <a:pt x="13814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914" name="" descr=""/>
          <p:cNvPicPr/>
          <p:nvPr/>
        </p:nvPicPr>
        <p:blipFill>
          <a:blip r:embed="rId1"/>
          <a:stretch/>
        </p:blipFill>
        <p:spPr>
          <a:xfrm>
            <a:off x="2148840" y="642960"/>
            <a:ext cx="674640" cy="1528200"/>
          </a:xfrm>
          <a:prstGeom prst="rect">
            <a:avLst/>
          </a:prstGeom>
          <a:ln w="0">
            <a:noFill/>
          </a:ln>
        </p:spPr>
      </p:pic>
      <p:sp>
        <p:nvSpPr>
          <p:cNvPr id="26915" name=""/>
          <p:cNvSpPr txBox="1"/>
          <p:nvPr/>
        </p:nvSpPr>
        <p:spPr>
          <a:xfrm>
            <a:off x="775440" y="2919240"/>
            <a:ext cx="3501360" cy="353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280" spc="-1" strike="noStrike">
                <a:solidFill>
                  <a:srgbClr val="ffffff"/>
                </a:solidFill>
                <a:latin typeface="Calibri"/>
                <a:ea typeface="Calibri"/>
              </a:rPr>
              <a:t>RECOMMENDED WORK OUT </a:t>
            </a:r>
            <a:endParaRPr b="0" lang="en-US" sz="22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16" name=""/>
          <p:cNvSpPr/>
          <p:nvPr/>
        </p:nvSpPr>
        <p:spPr>
          <a:xfrm>
            <a:off x="2077920" y="4177800"/>
            <a:ext cx="819000" cy="0"/>
          </a:xfrm>
          <a:prstGeom prst="line">
            <a:avLst/>
          </a:prstGeom>
          <a:ln w="3780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8720" rIns="18720" tIns="-18720" bIns="-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17" name=""/>
          <p:cNvSpPr txBox="1"/>
          <p:nvPr/>
        </p:nvSpPr>
        <p:spPr>
          <a:xfrm>
            <a:off x="892800" y="3266280"/>
            <a:ext cx="3205800" cy="353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280" spc="-1" strike="noStrike">
                <a:solidFill>
                  <a:srgbClr val="ffffff"/>
                </a:solidFill>
                <a:latin typeface="Calibri"/>
                <a:ea typeface="Calibri"/>
              </a:rPr>
              <a:t>ROUTINE FOR BODY TYPES</a:t>
            </a:r>
            <a:endParaRPr b="0" lang="en-US" sz="22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18" name=""/>
          <p:cNvSpPr/>
          <p:nvPr/>
        </p:nvSpPr>
        <p:spPr>
          <a:xfrm>
            <a:off x="5509080" y="1540440"/>
            <a:ext cx="303876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19" name=""/>
          <p:cNvSpPr txBox="1"/>
          <p:nvPr/>
        </p:nvSpPr>
        <p:spPr>
          <a:xfrm>
            <a:off x="5514480" y="1367280"/>
            <a:ext cx="4107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MON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0" name=""/>
          <p:cNvSpPr/>
          <p:nvPr/>
        </p:nvSpPr>
        <p:spPr>
          <a:xfrm>
            <a:off x="5509080" y="1976400"/>
            <a:ext cx="303876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1" name=""/>
          <p:cNvSpPr txBox="1"/>
          <p:nvPr/>
        </p:nvSpPr>
        <p:spPr>
          <a:xfrm>
            <a:off x="5514480" y="1802520"/>
            <a:ext cx="3038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TUE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2" name=""/>
          <p:cNvSpPr/>
          <p:nvPr/>
        </p:nvSpPr>
        <p:spPr>
          <a:xfrm>
            <a:off x="5509080" y="2410920"/>
            <a:ext cx="303876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3" name=""/>
          <p:cNvSpPr txBox="1"/>
          <p:nvPr/>
        </p:nvSpPr>
        <p:spPr>
          <a:xfrm>
            <a:off x="5514480" y="2237760"/>
            <a:ext cx="3754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WED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4" name=""/>
          <p:cNvSpPr/>
          <p:nvPr/>
        </p:nvSpPr>
        <p:spPr>
          <a:xfrm>
            <a:off x="5509080" y="2845080"/>
            <a:ext cx="303876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5" name=""/>
          <p:cNvSpPr txBox="1"/>
          <p:nvPr/>
        </p:nvSpPr>
        <p:spPr>
          <a:xfrm>
            <a:off x="5514480" y="2673000"/>
            <a:ext cx="3315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THU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6" name=""/>
          <p:cNvSpPr/>
          <p:nvPr/>
        </p:nvSpPr>
        <p:spPr>
          <a:xfrm>
            <a:off x="5509080" y="3281040"/>
            <a:ext cx="303876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7" name=""/>
          <p:cNvSpPr txBox="1"/>
          <p:nvPr/>
        </p:nvSpPr>
        <p:spPr>
          <a:xfrm>
            <a:off x="5514480" y="3107880"/>
            <a:ext cx="2401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FRI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8" name=""/>
          <p:cNvSpPr/>
          <p:nvPr/>
        </p:nvSpPr>
        <p:spPr>
          <a:xfrm>
            <a:off x="5509080" y="3715200"/>
            <a:ext cx="303876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29" name=""/>
          <p:cNvSpPr txBox="1"/>
          <p:nvPr/>
        </p:nvSpPr>
        <p:spPr>
          <a:xfrm>
            <a:off x="5514480" y="3542760"/>
            <a:ext cx="2919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SAT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30" name=""/>
          <p:cNvSpPr/>
          <p:nvPr/>
        </p:nvSpPr>
        <p:spPr>
          <a:xfrm>
            <a:off x="5509080" y="4151160"/>
            <a:ext cx="303876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931" name="" descr=""/>
          <p:cNvPicPr/>
          <p:nvPr/>
        </p:nvPicPr>
        <p:blipFill>
          <a:blip r:embed="rId2"/>
          <a:stretch/>
        </p:blipFill>
        <p:spPr>
          <a:xfrm>
            <a:off x="6892920" y="2880360"/>
            <a:ext cx="3407400" cy="3334320"/>
          </a:xfrm>
          <a:prstGeom prst="rect">
            <a:avLst/>
          </a:prstGeom>
          <a:ln w="0">
            <a:noFill/>
          </a:ln>
        </p:spPr>
      </p:pic>
      <p:sp>
        <p:nvSpPr>
          <p:cNvPr id="26932" name=""/>
          <p:cNvSpPr/>
          <p:nvPr/>
        </p:nvSpPr>
        <p:spPr>
          <a:xfrm>
            <a:off x="6469920" y="2418480"/>
            <a:ext cx="1463040" cy="854280"/>
          </a:xfrm>
          <a:custGeom>
            <a:avLst/>
            <a:gdLst/>
            <a:ahLst/>
            <a:rect l="0" t="0" r="r" b="b"/>
            <a:pathLst>
              <a:path w="4064" h="2373">
                <a:moveTo>
                  <a:pt x="0" y="1191"/>
                </a:moveTo>
                <a:lnTo>
                  <a:pt x="3683" y="0"/>
                </a:lnTo>
                <a:lnTo>
                  <a:pt x="4064" y="1181"/>
                </a:lnTo>
                <a:lnTo>
                  <a:pt x="382" y="2373"/>
                </a:lnTo>
                <a:lnTo>
                  <a:pt x="0" y="119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33" name=""/>
          <p:cNvSpPr/>
          <p:nvPr/>
        </p:nvSpPr>
        <p:spPr>
          <a:xfrm>
            <a:off x="6790680" y="2510280"/>
            <a:ext cx="703080" cy="345960"/>
          </a:xfrm>
          <a:custGeom>
            <a:avLst/>
            <a:gdLst/>
            <a:ahLst/>
            <a:rect l="0" t="0" r="r" b="b"/>
            <a:pathLst>
              <a:path w="1953" h="961">
                <a:moveTo>
                  <a:pt x="304" y="693"/>
                </a:moveTo>
                <a:lnTo>
                  <a:pt x="303" y="933"/>
                </a:lnTo>
                <a:lnTo>
                  <a:pt x="217" y="961"/>
                </a:lnTo>
                <a:lnTo>
                  <a:pt x="50" y="600"/>
                </a:lnTo>
                <a:cubicBezTo>
                  <a:pt x="38" y="602"/>
                  <a:pt x="27" y="601"/>
                  <a:pt x="19" y="596"/>
                </a:cubicBezTo>
                <a:cubicBezTo>
                  <a:pt x="11" y="591"/>
                  <a:pt x="6" y="584"/>
                  <a:pt x="2" y="574"/>
                </a:cubicBezTo>
                <a:cubicBezTo>
                  <a:pt x="-2" y="562"/>
                  <a:pt x="-1" y="551"/>
                  <a:pt x="5" y="541"/>
                </a:cubicBezTo>
                <a:cubicBezTo>
                  <a:pt x="10" y="531"/>
                  <a:pt x="22" y="524"/>
                  <a:pt x="41" y="518"/>
                </a:cubicBezTo>
                <a:lnTo>
                  <a:pt x="143" y="485"/>
                </a:lnTo>
                <a:cubicBezTo>
                  <a:pt x="161" y="479"/>
                  <a:pt x="176" y="478"/>
                  <a:pt x="186" y="483"/>
                </a:cubicBezTo>
                <a:cubicBezTo>
                  <a:pt x="196" y="487"/>
                  <a:pt x="203" y="495"/>
                  <a:pt x="206" y="506"/>
                </a:cubicBezTo>
                <a:cubicBezTo>
                  <a:pt x="210" y="518"/>
                  <a:pt x="209" y="529"/>
                  <a:pt x="203" y="538"/>
                </a:cubicBezTo>
                <a:cubicBezTo>
                  <a:pt x="198" y="548"/>
                  <a:pt x="186" y="556"/>
                  <a:pt x="168" y="561"/>
                </a:cubicBezTo>
                <a:lnTo>
                  <a:pt x="128" y="574"/>
                </a:lnTo>
                <a:lnTo>
                  <a:pt x="222" y="780"/>
                </a:lnTo>
                <a:lnTo>
                  <a:pt x="225" y="583"/>
                </a:lnTo>
                <a:lnTo>
                  <a:pt x="304" y="557"/>
                </a:lnTo>
                <a:lnTo>
                  <a:pt x="422" y="716"/>
                </a:lnTo>
                <a:lnTo>
                  <a:pt x="378" y="494"/>
                </a:lnTo>
                <a:lnTo>
                  <a:pt x="338" y="506"/>
                </a:lnTo>
                <a:cubicBezTo>
                  <a:pt x="319" y="512"/>
                  <a:pt x="305" y="513"/>
                  <a:pt x="295" y="509"/>
                </a:cubicBezTo>
                <a:cubicBezTo>
                  <a:pt x="285" y="504"/>
                  <a:pt x="278" y="496"/>
                  <a:pt x="274" y="485"/>
                </a:cubicBezTo>
                <a:cubicBezTo>
                  <a:pt x="271" y="473"/>
                  <a:pt x="272" y="463"/>
                  <a:pt x="277" y="453"/>
                </a:cubicBezTo>
                <a:cubicBezTo>
                  <a:pt x="283" y="443"/>
                  <a:pt x="295" y="435"/>
                  <a:pt x="313" y="429"/>
                </a:cubicBezTo>
                <a:lnTo>
                  <a:pt x="415" y="397"/>
                </a:lnTo>
                <a:cubicBezTo>
                  <a:pt x="433" y="391"/>
                  <a:pt x="448" y="390"/>
                  <a:pt x="458" y="395"/>
                </a:cubicBezTo>
                <a:cubicBezTo>
                  <a:pt x="468" y="399"/>
                  <a:pt x="475" y="407"/>
                  <a:pt x="478" y="419"/>
                </a:cubicBezTo>
                <a:cubicBezTo>
                  <a:pt x="481" y="428"/>
                  <a:pt x="481" y="438"/>
                  <a:pt x="477" y="447"/>
                </a:cubicBezTo>
                <a:cubicBezTo>
                  <a:pt x="473" y="456"/>
                  <a:pt x="466" y="463"/>
                  <a:pt x="455" y="469"/>
                </a:cubicBezTo>
                <a:lnTo>
                  <a:pt x="532" y="859"/>
                </a:lnTo>
                <a:lnTo>
                  <a:pt x="448" y="887"/>
                </a:lnTo>
                <a:lnTo>
                  <a:pt x="304" y="693"/>
                </a:lnTo>
                <a:moveTo>
                  <a:pt x="979" y="534"/>
                </a:moveTo>
                <a:cubicBezTo>
                  <a:pt x="989" y="564"/>
                  <a:pt x="990" y="595"/>
                  <a:pt x="982" y="628"/>
                </a:cubicBezTo>
                <a:cubicBezTo>
                  <a:pt x="975" y="661"/>
                  <a:pt x="958" y="690"/>
                  <a:pt x="931" y="717"/>
                </a:cubicBezTo>
                <a:cubicBezTo>
                  <a:pt x="904" y="744"/>
                  <a:pt x="873" y="763"/>
                  <a:pt x="838" y="774"/>
                </a:cubicBezTo>
                <a:cubicBezTo>
                  <a:pt x="803" y="785"/>
                  <a:pt x="767" y="788"/>
                  <a:pt x="730" y="783"/>
                </a:cubicBezTo>
                <a:cubicBezTo>
                  <a:pt x="693" y="777"/>
                  <a:pt x="661" y="763"/>
                  <a:pt x="636" y="740"/>
                </a:cubicBezTo>
                <a:cubicBezTo>
                  <a:pt x="610" y="718"/>
                  <a:pt x="592" y="692"/>
                  <a:pt x="583" y="662"/>
                </a:cubicBezTo>
                <a:cubicBezTo>
                  <a:pt x="573" y="631"/>
                  <a:pt x="571" y="598"/>
                  <a:pt x="579" y="563"/>
                </a:cubicBezTo>
                <a:cubicBezTo>
                  <a:pt x="586" y="528"/>
                  <a:pt x="603" y="497"/>
                  <a:pt x="629" y="470"/>
                </a:cubicBezTo>
                <a:cubicBezTo>
                  <a:pt x="656" y="443"/>
                  <a:pt x="686" y="423"/>
                  <a:pt x="721" y="413"/>
                </a:cubicBezTo>
                <a:cubicBezTo>
                  <a:pt x="756" y="401"/>
                  <a:pt x="792" y="399"/>
                  <a:pt x="830" y="406"/>
                </a:cubicBezTo>
                <a:cubicBezTo>
                  <a:pt x="868" y="413"/>
                  <a:pt x="899" y="428"/>
                  <a:pt x="926" y="452"/>
                </a:cubicBezTo>
                <a:cubicBezTo>
                  <a:pt x="951" y="476"/>
                  <a:pt x="969" y="504"/>
                  <a:pt x="979" y="534"/>
                </a:cubicBezTo>
                <a:moveTo>
                  <a:pt x="903" y="560"/>
                </a:moveTo>
                <a:cubicBezTo>
                  <a:pt x="895" y="535"/>
                  <a:pt x="879" y="515"/>
                  <a:pt x="854" y="500"/>
                </a:cubicBezTo>
                <a:cubicBezTo>
                  <a:pt x="821" y="480"/>
                  <a:pt x="785" y="476"/>
                  <a:pt x="746" y="489"/>
                </a:cubicBezTo>
                <a:cubicBezTo>
                  <a:pt x="711" y="500"/>
                  <a:pt x="686" y="520"/>
                  <a:pt x="669" y="550"/>
                </a:cubicBezTo>
                <a:cubicBezTo>
                  <a:pt x="654" y="580"/>
                  <a:pt x="650" y="609"/>
                  <a:pt x="660" y="639"/>
                </a:cubicBezTo>
                <a:cubicBezTo>
                  <a:pt x="667" y="662"/>
                  <a:pt x="686" y="681"/>
                  <a:pt x="716" y="694"/>
                </a:cubicBezTo>
                <a:cubicBezTo>
                  <a:pt x="747" y="707"/>
                  <a:pt x="779" y="709"/>
                  <a:pt x="813" y="698"/>
                </a:cubicBezTo>
                <a:cubicBezTo>
                  <a:pt x="847" y="686"/>
                  <a:pt x="873" y="667"/>
                  <a:pt x="890" y="638"/>
                </a:cubicBezTo>
                <a:cubicBezTo>
                  <a:pt x="906" y="610"/>
                  <a:pt x="911" y="584"/>
                  <a:pt x="903" y="560"/>
                </a:cubicBezTo>
                <a:moveTo>
                  <a:pt x="1167" y="279"/>
                </a:moveTo>
                <a:lnTo>
                  <a:pt x="1182" y="327"/>
                </a:lnTo>
                <a:cubicBezTo>
                  <a:pt x="1207" y="294"/>
                  <a:pt x="1227" y="270"/>
                  <a:pt x="1243" y="256"/>
                </a:cubicBezTo>
                <a:cubicBezTo>
                  <a:pt x="1259" y="243"/>
                  <a:pt x="1276" y="233"/>
                  <a:pt x="1292" y="228"/>
                </a:cubicBezTo>
                <a:cubicBezTo>
                  <a:pt x="1316" y="219"/>
                  <a:pt x="1344" y="220"/>
                  <a:pt x="1373" y="232"/>
                </a:cubicBezTo>
                <a:cubicBezTo>
                  <a:pt x="1393" y="239"/>
                  <a:pt x="1405" y="250"/>
                  <a:pt x="1409" y="262"/>
                </a:cubicBezTo>
                <a:cubicBezTo>
                  <a:pt x="1413" y="273"/>
                  <a:pt x="1412" y="284"/>
                  <a:pt x="1407" y="294"/>
                </a:cubicBezTo>
                <a:cubicBezTo>
                  <a:pt x="1402" y="304"/>
                  <a:pt x="1394" y="311"/>
                  <a:pt x="1383" y="314"/>
                </a:cubicBezTo>
                <a:cubicBezTo>
                  <a:pt x="1374" y="317"/>
                  <a:pt x="1362" y="316"/>
                  <a:pt x="1349" y="310"/>
                </a:cubicBezTo>
                <a:cubicBezTo>
                  <a:pt x="1335" y="304"/>
                  <a:pt x="1324" y="302"/>
                  <a:pt x="1316" y="305"/>
                </a:cubicBezTo>
                <a:cubicBezTo>
                  <a:pt x="1305" y="308"/>
                  <a:pt x="1291" y="320"/>
                  <a:pt x="1274" y="340"/>
                </a:cubicBezTo>
                <a:cubicBezTo>
                  <a:pt x="1258" y="361"/>
                  <a:pt x="1237" y="389"/>
                  <a:pt x="1214" y="427"/>
                </a:cubicBezTo>
                <a:lnTo>
                  <a:pt x="1252" y="542"/>
                </a:lnTo>
                <a:lnTo>
                  <a:pt x="1361" y="507"/>
                </a:lnTo>
                <a:cubicBezTo>
                  <a:pt x="1379" y="501"/>
                  <a:pt x="1393" y="500"/>
                  <a:pt x="1404" y="505"/>
                </a:cubicBezTo>
                <a:cubicBezTo>
                  <a:pt x="1414" y="509"/>
                  <a:pt x="1421" y="517"/>
                  <a:pt x="1424" y="529"/>
                </a:cubicBezTo>
                <a:cubicBezTo>
                  <a:pt x="1428" y="540"/>
                  <a:pt x="1427" y="550"/>
                  <a:pt x="1422" y="560"/>
                </a:cubicBezTo>
                <a:cubicBezTo>
                  <a:pt x="1416" y="570"/>
                  <a:pt x="1404" y="577"/>
                  <a:pt x="1386" y="583"/>
                </a:cubicBezTo>
                <a:lnTo>
                  <a:pt x="1154" y="658"/>
                </a:lnTo>
                <a:cubicBezTo>
                  <a:pt x="1136" y="664"/>
                  <a:pt x="1121" y="665"/>
                  <a:pt x="1111" y="660"/>
                </a:cubicBezTo>
                <a:cubicBezTo>
                  <a:pt x="1101" y="656"/>
                  <a:pt x="1094" y="648"/>
                  <a:pt x="1091" y="636"/>
                </a:cubicBezTo>
                <a:cubicBezTo>
                  <a:pt x="1087" y="625"/>
                  <a:pt x="1088" y="615"/>
                  <a:pt x="1093" y="605"/>
                </a:cubicBezTo>
                <a:cubicBezTo>
                  <a:pt x="1099" y="595"/>
                  <a:pt x="1111" y="588"/>
                  <a:pt x="1129" y="582"/>
                </a:cubicBezTo>
                <a:lnTo>
                  <a:pt x="1175" y="567"/>
                </a:lnTo>
                <a:lnTo>
                  <a:pt x="1115" y="381"/>
                </a:lnTo>
                <a:lnTo>
                  <a:pt x="1087" y="390"/>
                </a:lnTo>
                <a:cubicBezTo>
                  <a:pt x="1069" y="396"/>
                  <a:pt x="1055" y="396"/>
                  <a:pt x="1044" y="392"/>
                </a:cubicBezTo>
                <a:cubicBezTo>
                  <a:pt x="1034" y="387"/>
                  <a:pt x="1027" y="379"/>
                  <a:pt x="1024" y="368"/>
                </a:cubicBezTo>
                <a:cubicBezTo>
                  <a:pt x="1020" y="356"/>
                  <a:pt x="1021" y="346"/>
                  <a:pt x="1026" y="336"/>
                </a:cubicBezTo>
                <a:cubicBezTo>
                  <a:pt x="1032" y="327"/>
                  <a:pt x="1044" y="319"/>
                  <a:pt x="1062" y="313"/>
                </a:cubicBezTo>
                <a:lnTo>
                  <a:pt x="1167" y="279"/>
                </a:lnTo>
                <a:moveTo>
                  <a:pt x="1648" y="358"/>
                </a:moveTo>
                <a:lnTo>
                  <a:pt x="1690" y="485"/>
                </a:lnTo>
                <a:lnTo>
                  <a:pt x="1599" y="515"/>
                </a:lnTo>
                <a:cubicBezTo>
                  <a:pt x="1580" y="520"/>
                  <a:pt x="1566" y="521"/>
                  <a:pt x="1556" y="517"/>
                </a:cubicBezTo>
                <a:cubicBezTo>
                  <a:pt x="1546" y="512"/>
                  <a:pt x="1539" y="504"/>
                  <a:pt x="1535" y="493"/>
                </a:cubicBezTo>
                <a:cubicBezTo>
                  <a:pt x="1532" y="481"/>
                  <a:pt x="1533" y="471"/>
                  <a:pt x="1538" y="461"/>
                </a:cubicBezTo>
                <a:cubicBezTo>
                  <a:pt x="1544" y="451"/>
                  <a:pt x="1556" y="444"/>
                  <a:pt x="1574" y="438"/>
                </a:cubicBezTo>
                <a:lnTo>
                  <a:pt x="1587" y="434"/>
                </a:lnTo>
                <a:lnTo>
                  <a:pt x="1480" y="101"/>
                </a:lnTo>
                <a:lnTo>
                  <a:pt x="1467" y="105"/>
                </a:lnTo>
                <a:cubicBezTo>
                  <a:pt x="1448" y="111"/>
                  <a:pt x="1434" y="112"/>
                  <a:pt x="1424" y="107"/>
                </a:cubicBezTo>
                <a:cubicBezTo>
                  <a:pt x="1414" y="103"/>
                  <a:pt x="1407" y="95"/>
                  <a:pt x="1403" y="83"/>
                </a:cubicBezTo>
                <a:cubicBezTo>
                  <a:pt x="1400" y="72"/>
                  <a:pt x="1401" y="62"/>
                  <a:pt x="1406" y="52"/>
                </a:cubicBezTo>
                <a:cubicBezTo>
                  <a:pt x="1412" y="43"/>
                  <a:pt x="1424" y="35"/>
                  <a:pt x="1442" y="29"/>
                </a:cubicBezTo>
                <a:lnTo>
                  <a:pt x="1532" y="0"/>
                </a:lnTo>
                <a:lnTo>
                  <a:pt x="1615" y="259"/>
                </a:lnTo>
                <a:lnTo>
                  <a:pt x="1661" y="190"/>
                </a:lnTo>
                <a:cubicBezTo>
                  <a:pt x="1651" y="182"/>
                  <a:pt x="1645" y="174"/>
                  <a:pt x="1643" y="167"/>
                </a:cubicBezTo>
                <a:cubicBezTo>
                  <a:pt x="1639" y="156"/>
                  <a:pt x="1640" y="145"/>
                  <a:pt x="1645" y="136"/>
                </a:cubicBezTo>
                <a:cubicBezTo>
                  <a:pt x="1651" y="126"/>
                  <a:pt x="1663" y="118"/>
                  <a:pt x="1681" y="112"/>
                </a:cubicBezTo>
                <a:lnTo>
                  <a:pt x="1769" y="84"/>
                </a:lnTo>
                <a:cubicBezTo>
                  <a:pt x="1787" y="78"/>
                  <a:pt x="1801" y="77"/>
                  <a:pt x="1811" y="82"/>
                </a:cubicBezTo>
                <a:cubicBezTo>
                  <a:pt x="1822" y="87"/>
                  <a:pt x="1829" y="94"/>
                  <a:pt x="1832" y="106"/>
                </a:cubicBezTo>
                <a:cubicBezTo>
                  <a:pt x="1836" y="117"/>
                  <a:pt x="1835" y="128"/>
                  <a:pt x="1829" y="137"/>
                </a:cubicBezTo>
                <a:cubicBezTo>
                  <a:pt x="1824" y="147"/>
                  <a:pt x="1812" y="155"/>
                  <a:pt x="1793" y="161"/>
                </a:cubicBezTo>
                <a:lnTo>
                  <a:pt x="1772" y="167"/>
                </a:lnTo>
                <a:lnTo>
                  <a:pt x="1703" y="274"/>
                </a:lnTo>
                <a:lnTo>
                  <a:pt x="1864" y="344"/>
                </a:lnTo>
                <a:lnTo>
                  <a:pt x="1887" y="337"/>
                </a:lnTo>
                <a:cubicBezTo>
                  <a:pt x="1905" y="331"/>
                  <a:pt x="1920" y="330"/>
                  <a:pt x="1930" y="335"/>
                </a:cubicBezTo>
                <a:cubicBezTo>
                  <a:pt x="1940" y="340"/>
                  <a:pt x="1947" y="348"/>
                  <a:pt x="1950" y="359"/>
                </a:cubicBezTo>
                <a:cubicBezTo>
                  <a:pt x="1954" y="370"/>
                  <a:pt x="1953" y="380"/>
                  <a:pt x="1948" y="390"/>
                </a:cubicBezTo>
                <a:cubicBezTo>
                  <a:pt x="1942" y="400"/>
                  <a:pt x="1930" y="408"/>
                  <a:pt x="1912" y="414"/>
                </a:cubicBezTo>
                <a:lnTo>
                  <a:pt x="1823" y="442"/>
                </a:lnTo>
                <a:cubicBezTo>
                  <a:pt x="1805" y="448"/>
                  <a:pt x="1791" y="449"/>
                  <a:pt x="1780" y="444"/>
                </a:cubicBezTo>
                <a:cubicBezTo>
                  <a:pt x="1770" y="440"/>
                  <a:pt x="1763" y="432"/>
                  <a:pt x="1760" y="420"/>
                </a:cubicBezTo>
                <a:cubicBezTo>
                  <a:pt x="1757" y="410"/>
                  <a:pt x="1758" y="399"/>
                  <a:pt x="1763" y="387"/>
                </a:cubicBezTo>
                <a:lnTo>
                  <a:pt x="1659" y="342"/>
                </a:lnTo>
                <a:lnTo>
                  <a:pt x="1648" y="358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34" name=""/>
          <p:cNvSpPr/>
          <p:nvPr/>
        </p:nvSpPr>
        <p:spPr>
          <a:xfrm>
            <a:off x="6923520" y="2828520"/>
            <a:ext cx="618840" cy="347760"/>
          </a:xfrm>
          <a:custGeom>
            <a:avLst/>
            <a:gdLst/>
            <a:ahLst/>
            <a:rect l="0" t="0" r="r" b="b"/>
            <a:pathLst>
              <a:path w="1719" h="966">
                <a:moveTo>
                  <a:pt x="444" y="649"/>
                </a:moveTo>
                <a:cubicBezTo>
                  <a:pt x="466" y="717"/>
                  <a:pt x="462" y="781"/>
                  <a:pt x="434" y="840"/>
                </a:cubicBezTo>
                <a:cubicBezTo>
                  <a:pt x="405" y="899"/>
                  <a:pt x="363" y="938"/>
                  <a:pt x="306" y="956"/>
                </a:cubicBezTo>
                <a:cubicBezTo>
                  <a:pt x="255" y="972"/>
                  <a:pt x="202" y="969"/>
                  <a:pt x="149" y="944"/>
                </a:cubicBezTo>
                <a:cubicBezTo>
                  <a:pt x="83" y="914"/>
                  <a:pt x="38" y="862"/>
                  <a:pt x="14" y="788"/>
                </a:cubicBezTo>
                <a:cubicBezTo>
                  <a:pt x="-10" y="714"/>
                  <a:pt x="-4" y="645"/>
                  <a:pt x="32" y="582"/>
                </a:cubicBezTo>
                <a:cubicBezTo>
                  <a:pt x="61" y="530"/>
                  <a:pt x="101" y="497"/>
                  <a:pt x="152" y="480"/>
                </a:cubicBezTo>
                <a:cubicBezTo>
                  <a:pt x="209" y="462"/>
                  <a:pt x="266" y="468"/>
                  <a:pt x="324" y="500"/>
                </a:cubicBezTo>
                <a:cubicBezTo>
                  <a:pt x="382" y="531"/>
                  <a:pt x="422" y="581"/>
                  <a:pt x="444" y="649"/>
                </a:cubicBezTo>
                <a:moveTo>
                  <a:pt x="367" y="674"/>
                </a:moveTo>
                <a:cubicBezTo>
                  <a:pt x="352" y="627"/>
                  <a:pt x="326" y="593"/>
                  <a:pt x="287" y="572"/>
                </a:cubicBezTo>
                <a:cubicBezTo>
                  <a:pt x="250" y="550"/>
                  <a:pt x="213" y="545"/>
                  <a:pt x="177" y="557"/>
                </a:cubicBezTo>
                <a:cubicBezTo>
                  <a:pt x="141" y="569"/>
                  <a:pt x="114" y="594"/>
                  <a:pt x="96" y="634"/>
                </a:cubicBezTo>
                <a:cubicBezTo>
                  <a:pt x="77" y="674"/>
                  <a:pt x="76" y="717"/>
                  <a:pt x="91" y="763"/>
                </a:cubicBezTo>
                <a:cubicBezTo>
                  <a:pt x="106" y="809"/>
                  <a:pt x="133" y="843"/>
                  <a:pt x="171" y="865"/>
                </a:cubicBezTo>
                <a:cubicBezTo>
                  <a:pt x="208" y="886"/>
                  <a:pt x="245" y="891"/>
                  <a:pt x="281" y="879"/>
                </a:cubicBezTo>
                <a:cubicBezTo>
                  <a:pt x="317" y="868"/>
                  <a:pt x="344" y="842"/>
                  <a:pt x="362" y="803"/>
                </a:cubicBezTo>
                <a:cubicBezTo>
                  <a:pt x="381" y="763"/>
                  <a:pt x="382" y="720"/>
                  <a:pt x="367" y="674"/>
                </a:cubicBezTo>
                <a:moveTo>
                  <a:pt x="815" y="404"/>
                </a:moveTo>
                <a:lnTo>
                  <a:pt x="900" y="667"/>
                </a:lnTo>
                <a:cubicBezTo>
                  <a:pt x="916" y="662"/>
                  <a:pt x="929" y="662"/>
                  <a:pt x="940" y="666"/>
                </a:cubicBezTo>
                <a:cubicBezTo>
                  <a:pt x="950" y="671"/>
                  <a:pt x="956" y="679"/>
                  <a:pt x="960" y="690"/>
                </a:cubicBezTo>
                <a:cubicBezTo>
                  <a:pt x="964" y="702"/>
                  <a:pt x="963" y="712"/>
                  <a:pt x="957" y="722"/>
                </a:cubicBezTo>
                <a:cubicBezTo>
                  <a:pt x="952" y="731"/>
                  <a:pt x="940" y="739"/>
                  <a:pt x="921" y="745"/>
                </a:cubicBezTo>
                <a:lnTo>
                  <a:pt x="848" y="769"/>
                </a:lnTo>
                <a:lnTo>
                  <a:pt x="843" y="751"/>
                </a:lnTo>
                <a:cubicBezTo>
                  <a:pt x="824" y="768"/>
                  <a:pt x="805" y="782"/>
                  <a:pt x="787" y="794"/>
                </a:cubicBezTo>
                <a:cubicBezTo>
                  <a:pt x="769" y="805"/>
                  <a:pt x="751" y="814"/>
                  <a:pt x="733" y="819"/>
                </a:cubicBezTo>
                <a:cubicBezTo>
                  <a:pt x="708" y="828"/>
                  <a:pt x="684" y="830"/>
                  <a:pt x="662" y="825"/>
                </a:cubicBezTo>
                <a:cubicBezTo>
                  <a:pt x="640" y="820"/>
                  <a:pt x="621" y="810"/>
                  <a:pt x="604" y="795"/>
                </a:cubicBezTo>
                <a:cubicBezTo>
                  <a:pt x="592" y="784"/>
                  <a:pt x="583" y="769"/>
                  <a:pt x="576" y="748"/>
                </a:cubicBezTo>
                <a:lnTo>
                  <a:pt x="523" y="583"/>
                </a:lnTo>
                <a:lnTo>
                  <a:pt x="509" y="588"/>
                </a:lnTo>
                <a:cubicBezTo>
                  <a:pt x="491" y="594"/>
                  <a:pt x="476" y="594"/>
                  <a:pt x="466" y="590"/>
                </a:cubicBezTo>
                <a:cubicBezTo>
                  <a:pt x="456" y="585"/>
                  <a:pt x="449" y="577"/>
                  <a:pt x="445" y="566"/>
                </a:cubicBezTo>
                <a:cubicBezTo>
                  <a:pt x="442" y="555"/>
                  <a:pt x="443" y="544"/>
                  <a:pt x="448" y="535"/>
                </a:cubicBezTo>
                <a:cubicBezTo>
                  <a:pt x="454" y="525"/>
                  <a:pt x="466" y="517"/>
                  <a:pt x="484" y="511"/>
                </a:cubicBezTo>
                <a:lnTo>
                  <a:pt x="575" y="482"/>
                </a:lnTo>
                <a:lnTo>
                  <a:pt x="649" y="710"/>
                </a:lnTo>
                <a:cubicBezTo>
                  <a:pt x="654" y="726"/>
                  <a:pt x="662" y="737"/>
                  <a:pt x="672" y="742"/>
                </a:cubicBezTo>
                <a:cubicBezTo>
                  <a:pt x="682" y="747"/>
                  <a:pt x="696" y="747"/>
                  <a:pt x="712" y="742"/>
                </a:cubicBezTo>
                <a:cubicBezTo>
                  <a:pt x="727" y="737"/>
                  <a:pt x="743" y="728"/>
                  <a:pt x="759" y="716"/>
                </a:cubicBezTo>
                <a:cubicBezTo>
                  <a:pt x="775" y="705"/>
                  <a:pt x="793" y="686"/>
                  <a:pt x="814" y="662"/>
                </a:cubicBezTo>
                <a:lnTo>
                  <a:pt x="763" y="506"/>
                </a:lnTo>
                <a:lnTo>
                  <a:pt x="736" y="515"/>
                </a:lnTo>
                <a:cubicBezTo>
                  <a:pt x="717" y="521"/>
                  <a:pt x="703" y="521"/>
                  <a:pt x="693" y="517"/>
                </a:cubicBezTo>
                <a:cubicBezTo>
                  <a:pt x="683" y="512"/>
                  <a:pt x="676" y="504"/>
                  <a:pt x="672" y="493"/>
                </a:cubicBezTo>
                <a:cubicBezTo>
                  <a:pt x="668" y="482"/>
                  <a:pt x="669" y="471"/>
                  <a:pt x="675" y="462"/>
                </a:cubicBezTo>
                <a:cubicBezTo>
                  <a:pt x="680" y="452"/>
                  <a:pt x="692" y="444"/>
                  <a:pt x="711" y="438"/>
                </a:cubicBezTo>
                <a:lnTo>
                  <a:pt x="815" y="404"/>
                </a:lnTo>
                <a:moveTo>
                  <a:pt x="1117" y="391"/>
                </a:moveTo>
                <a:lnTo>
                  <a:pt x="1167" y="545"/>
                </a:lnTo>
                <a:cubicBezTo>
                  <a:pt x="1172" y="561"/>
                  <a:pt x="1179" y="571"/>
                  <a:pt x="1188" y="574"/>
                </a:cubicBezTo>
                <a:cubicBezTo>
                  <a:pt x="1201" y="579"/>
                  <a:pt x="1221" y="577"/>
                  <a:pt x="1248" y="568"/>
                </a:cubicBezTo>
                <a:cubicBezTo>
                  <a:pt x="1287" y="556"/>
                  <a:pt x="1320" y="536"/>
                  <a:pt x="1348" y="508"/>
                </a:cubicBezTo>
                <a:cubicBezTo>
                  <a:pt x="1359" y="498"/>
                  <a:pt x="1368" y="491"/>
                  <a:pt x="1375" y="489"/>
                </a:cubicBezTo>
                <a:cubicBezTo>
                  <a:pt x="1385" y="486"/>
                  <a:pt x="1395" y="487"/>
                  <a:pt x="1405" y="492"/>
                </a:cubicBezTo>
                <a:cubicBezTo>
                  <a:pt x="1414" y="497"/>
                  <a:pt x="1421" y="505"/>
                  <a:pt x="1424" y="515"/>
                </a:cubicBezTo>
                <a:cubicBezTo>
                  <a:pt x="1428" y="526"/>
                  <a:pt x="1426" y="535"/>
                  <a:pt x="1421" y="545"/>
                </a:cubicBezTo>
                <a:cubicBezTo>
                  <a:pt x="1412" y="561"/>
                  <a:pt x="1392" y="579"/>
                  <a:pt x="1359" y="601"/>
                </a:cubicBezTo>
                <a:cubicBezTo>
                  <a:pt x="1326" y="622"/>
                  <a:pt x="1297" y="637"/>
                  <a:pt x="1273" y="645"/>
                </a:cubicBezTo>
                <a:cubicBezTo>
                  <a:pt x="1225" y="660"/>
                  <a:pt x="1186" y="662"/>
                  <a:pt x="1156" y="649"/>
                </a:cubicBezTo>
                <a:cubicBezTo>
                  <a:pt x="1125" y="636"/>
                  <a:pt x="1105" y="614"/>
                  <a:pt x="1095" y="585"/>
                </a:cubicBezTo>
                <a:lnTo>
                  <a:pt x="1041" y="416"/>
                </a:lnTo>
                <a:lnTo>
                  <a:pt x="1013" y="425"/>
                </a:lnTo>
                <a:cubicBezTo>
                  <a:pt x="995" y="431"/>
                  <a:pt x="981" y="432"/>
                  <a:pt x="970" y="427"/>
                </a:cubicBezTo>
                <a:cubicBezTo>
                  <a:pt x="960" y="422"/>
                  <a:pt x="953" y="414"/>
                  <a:pt x="950" y="403"/>
                </a:cubicBezTo>
                <a:cubicBezTo>
                  <a:pt x="946" y="392"/>
                  <a:pt x="947" y="382"/>
                  <a:pt x="952" y="372"/>
                </a:cubicBezTo>
                <a:cubicBezTo>
                  <a:pt x="958" y="362"/>
                  <a:pt x="970" y="354"/>
                  <a:pt x="988" y="348"/>
                </a:cubicBezTo>
                <a:lnTo>
                  <a:pt x="1016" y="339"/>
                </a:lnTo>
                <a:lnTo>
                  <a:pt x="994" y="269"/>
                </a:lnTo>
                <a:cubicBezTo>
                  <a:pt x="988" y="251"/>
                  <a:pt x="987" y="237"/>
                  <a:pt x="991" y="226"/>
                </a:cubicBezTo>
                <a:cubicBezTo>
                  <a:pt x="996" y="216"/>
                  <a:pt x="1004" y="209"/>
                  <a:pt x="1016" y="206"/>
                </a:cubicBezTo>
                <a:cubicBezTo>
                  <a:pt x="1027" y="202"/>
                  <a:pt x="1037" y="203"/>
                  <a:pt x="1047" y="208"/>
                </a:cubicBezTo>
                <a:cubicBezTo>
                  <a:pt x="1057" y="214"/>
                  <a:pt x="1065" y="226"/>
                  <a:pt x="1071" y="244"/>
                </a:cubicBezTo>
                <a:lnTo>
                  <a:pt x="1093" y="314"/>
                </a:lnTo>
                <a:lnTo>
                  <a:pt x="1234" y="268"/>
                </a:lnTo>
                <a:cubicBezTo>
                  <a:pt x="1253" y="262"/>
                  <a:pt x="1267" y="261"/>
                  <a:pt x="1277" y="266"/>
                </a:cubicBezTo>
                <a:cubicBezTo>
                  <a:pt x="1287" y="270"/>
                  <a:pt x="1294" y="278"/>
                  <a:pt x="1298" y="290"/>
                </a:cubicBezTo>
                <a:cubicBezTo>
                  <a:pt x="1302" y="301"/>
                  <a:pt x="1301" y="311"/>
                  <a:pt x="1295" y="321"/>
                </a:cubicBezTo>
                <a:cubicBezTo>
                  <a:pt x="1290" y="331"/>
                  <a:pt x="1278" y="339"/>
                  <a:pt x="1259" y="345"/>
                </a:cubicBezTo>
                <a:lnTo>
                  <a:pt x="1117" y="391"/>
                </a:lnTo>
                <a:moveTo>
                  <a:pt x="1605" y="72"/>
                </a:moveTo>
                <a:lnTo>
                  <a:pt x="1659" y="309"/>
                </a:lnTo>
                <a:cubicBezTo>
                  <a:pt x="1662" y="322"/>
                  <a:pt x="1661" y="332"/>
                  <a:pt x="1656" y="341"/>
                </a:cubicBezTo>
                <a:cubicBezTo>
                  <a:pt x="1651" y="351"/>
                  <a:pt x="1643" y="357"/>
                  <a:pt x="1633" y="360"/>
                </a:cubicBezTo>
                <a:cubicBezTo>
                  <a:pt x="1622" y="364"/>
                  <a:pt x="1613" y="363"/>
                  <a:pt x="1604" y="359"/>
                </a:cubicBezTo>
                <a:cubicBezTo>
                  <a:pt x="1594" y="355"/>
                  <a:pt x="1587" y="347"/>
                  <a:pt x="1582" y="334"/>
                </a:cubicBezTo>
                <a:lnTo>
                  <a:pt x="1486" y="110"/>
                </a:lnTo>
                <a:cubicBezTo>
                  <a:pt x="1481" y="99"/>
                  <a:pt x="1478" y="91"/>
                  <a:pt x="1477" y="87"/>
                </a:cubicBezTo>
                <a:cubicBezTo>
                  <a:pt x="1471" y="68"/>
                  <a:pt x="1472" y="50"/>
                  <a:pt x="1480" y="35"/>
                </a:cubicBezTo>
                <a:cubicBezTo>
                  <a:pt x="1487" y="19"/>
                  <a:pt x="1500" y="9"/>
                  <a:pt x="1517" y="3"/>
                </a:cubicBezTo>
                <a:cubicBezTo>
                  <a:pt x="1535" y="-3"/>
                  <a:pt x="1551" y="-1"/>
                  <a:pt x="1567" y="7"/>
                </a:cubicBezTo>
                <a:cubicBezTo>
                  <a:pt x="1583" y="15"/>
                  <a:pt x="1593" y="28"/>
                  <a:pt x="1599" y="46"/>
                </a:cubicBezTo>
                <a:cubicBezTo>
                  <a:pt x="1600" y="50"/>
                  <a:pt x="1602" y="58"/>
                  <a:pt x="1605" y="72"/>
                </a:cubicBezTo>
                <a:moveTo>
                  <a:pt x="1716" y="457"/>
                </a:moveTo>
                <a:cubicBezTo>
                  <a:pt x="1720" y="468"/>
                  <a:pt x="1719" y="479"/>
                  <a:pt x="1713" y="489"/>
                </a:cubicBezTo>
                <a:cubicBezTo>
                  <a:pt x="1707" y="499"/>
                  <a:pt x="1697" y="506"/>
                  <a:pt x="1683" y="511"/>
                </a:cubicBezTo>
                <a:cubicBezTo>
                  <a:pt x="1668" y="516"/>
                  <a:pt x="1655" y="516"/>
                  <a:pt x="1645" y="511"/>
                </a:cubicBezTo>
                <a:cubicBezTo>
                  <a:pt x="1634" y="506"/>
                  <a:pt x="1627" y="498"/>
                  <a:pt x="1623" y="487"/>
                </a:cubicBezTo>
                <a:cubicBezTo>
                  <a:pt x="1620" y="476"/>
                  <a:pt x="1621" y="466"/>
                  <a:pt x="1627" y="456"/>
                </a:cubicBezTo>
                <a:cubicBezTo>
                  <a:pt x="1632" y="445"/>
                  <a:pt x="1642" y="438"/>
                  <a:pt x="1657" y="433"/>
                </a:cubicBezTo>
                <a:cubicBezTo>
                  <a:pt x="1672" y="428"/>
                  <a:pt x="1684" y="428"/>
                  <a:pt x="1695" y="433"/>
                </a:cubicBezTo>
                <a:cubicBezTo>
                  <a:pt x="1706" y="438"/>
                  <a:pt x="1713" y="446"/>
                  <a:pt x="1716" y="457"/>
                </a:cubicBez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35" name=""/>
          <p:cNvSpPr/>
          <p:nvPr/>
        </p:nvSpPr>
        <p:spPr>
          <a:xfrm>
            <a:off x="4972680" y="655200"/>
            <a:ext cx="4933440" cy="5572080"/>
          </a:xfrm>
          <a:custGeom>
            <a:avLst/>
            <a:gdLst/>
            <a:ahLst/>
            <a:rect l="0" t="0" r="r" b="b"/>
            <a:pathLst>
              <a:path w="13704" h="15478">
                <a:moveTo>
                  <a:pt x="0" y="15478"/>
                </a:moveTo>
                <a:lnTo>
                  <a:pt x="13704" y="15478"/>
                </a:lnTo>
                <a:lnTo>
                  <a:pt x="13704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ffffff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936" name="" descr=""/>
          <p:cNvPicPr/>
          <p:nvPr/>
        </p:nvPicPr>
        <p:blipFill>
          <a:blip r:embed="rId3"/>
          <a:stretch/>
        </p:blipFill>
        <p:spPr>
          <a:xfrm>
            <a:off x="4334400" y="642960"/>
            <a:ext cx="5571360" cy="5571360"/>
          </a:xfrm>
          <a:prstGeom prst="rect">
            <a:avLst/>
          </a:prstGeom>
          <a:ln w="0">
            <a:noFill/>
          </a:ln>
        </p:spPr>
      </p:pic>
      <p:sp>
        <p:nvSpPr>
          <p:cNvPr id="26937" name=""/>
          <p:cNvSpPr txBox="1"/>
          <p:nvPr/>
        </p:nvSpPr>
        <p:spPr>
          <a:xfrm>
            <a:off x="5514480" y="3978000"/>
            <a:ext cx="3315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SUN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3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149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940" name="" descr=""/>
          <p:cNvPicPr/>
          <p:nvPr/>
        </p:nvPicPr>
        <p:blipFill>
          <a:blip r:embed="rId1"/>
          <a:stretch/>
        </p:blipFill>
        <p:spPr>
          <a:xfrm>
            <a:off x="175320" y="1522440"/>
            <a:ext cx="3268800" cy="4620240"/>
          </a:xfrm>
          <a:prstGeom prst="rect">
            <a:avLst/>
          </a:prstGeom>
          <a:ln w="0">
            <a:noFill/>
          </a:ln>
        </p:spPr>
      </p:pic>
      <p:sp>
        <p:nvSpPr>
          <p:cNvPr id="26941" name=""/>
          <p:cNvSpPr/>
          <p:nvPr/>
        </p:nvSpPr>
        <p:spPr>
          <a:xfrm>
            <a:off x="146160" y="1522440"/>
            <a:ext cx="3316680" cy="4692600"/>
          </a:xfrm>
          <a:custGeom>
            <a:avLst/>
            <a:gdLst/>
            <a:ahLst/>
            <a:rect l="0" t="0" r="r" b="b"/>
            <a:pathLst>
              <a:path w="9213" h="13035">
                <a:moveTo>
                  <a:pt x="0" y="13035"/>
                </a:moveTo>
                <a:lnTo>
                  <a:pt x="9213" y="13035"/>
                </a:lnTo>
                <a:lnTo>
                  <a:pt x="9213" y="0"/>
                </a:lnTo>
                <a:lnTo>
                  <a:pt x="0" y="0"/>
                </a:lnTo>
                <a:lnTo>
                  <a:pt x="0" y="13035"/>
                </a:lnTo>
                <a:close/>
              </a:path>
            </a:pathLst>
          </a:custGeom>
          <a:solidFill>
            <a:srgbClr val="ffffff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42" name=""/>
          <p:cNvSpPr/>
          <p:nvPr/>
        </p:nvSpPr>
        <p:spPr>
          <a:xfrm>
            <a:off x="4106880" y="1156680"/>
            <a:ext cx="91800" cy="341640"/>
          </a:xfrm>
          <a:custGeom>
            <a:avLst/>
            <a:gdLst/>
            <a:ahLst/>
            <a:rect l="0" t="0" r="r" b="b"/>
            <a:pathLst>
              <a:path w="255" h="949">
                <a:moveTo>
                  <a:pt x="0" y="949"/>
                </a:moveTo>
                <a:lnTo>
                  <a:pt x="255" y="949"/>
                </a:lnTo>
                <a:lnTo>
                  <a:pt x="255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6943" name="" descr=""/>
          <p:cNvPicPr/>
          <p:nvPr/>
        </p:nvPicPr>
        <p:blipFill>
          <a:blip r:embed="rId2"/>
          <a:stretch/>
        </p:blipFill>
        <p:spPr>
          <a:xfrm>
            <a:off x="429840" y="2685240"/>
            <a:ext cx="3401280" cy="1711080"/>
          </a:xfrm>
          <a:prstGeom prst="rect">
            <a:avLst/>
          </a:prstGeom>
          <a:ln w="0">
            <a:noFill/>
          </a:ln>
        </p:spPr>
      </p:pic>
      <p:pic>
        <p:nvPicPr>
          <p:cNvPr id="26944" name="" descr=""/>
          <p:cNvPicPr/>
          <p:nvPr/>
        </p:nvPicPr>
        <p:blipFill>
          <a:blip r:embed="rId3"/>
          <a:stretch/>
        </p:blipFill>
        <p:spPr>
          <a:xfrm>
            <a:off x="466200" y="2721960"/>
            <a:ext cx="3279240" cy="1589040"/>
          </a:xfrm>
          <a:prstGeom prst="rect">
            <a:avLst/>
          </a:prstGeom>
          <a:ln w="0">
            <a:noFill/>
          </a:ln>
        </p:spPr>
      </p:pic>
      <p:sp>
        <p:nvSpPr>
          <p:cNvPr id="26945" name=""/>
          <p:cNvSpPr/>
          <p:nvPr/>
        </p:nvSpPr>
        <p:spPr>
          <a:xfrm>
            <a:off x="461520" y="2716920"/>
            <a:ext cx="3289320" cy="1599480"/>
          </a:xfrm>
          <a:custGeom>
            <a:avLst/>
            <a:gdLst/>
            <a:ahLst/>
            <a:rect l="0" t="0" r="r" b="b"/>
            <a:pathLst>
              <a:path w="9137" h="4443">
                <a:moveTo>
                  <a:pt x="0" y="4443"/>
                </a:moveTo>
                <a:lnTo>
                  <a:pt x="9137" y="4443"/>
                </a:lnTo>
                <a:lnTo>
                  <a:pt x="9137" y="0"/>
                </a:lnTo>
                <a:lnTo>
                  <a:pt x="0" y="0"/>
                </a:lnTo>
                <a:lnTo>
                  <a:pt x="0" y="4443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46" name=""/>
          <p:cNvSpPr/>
          <p:nvPr/>
        </p:nvSpPr>
        <p:spPr>
          <a:xfrm flipH="1">
            <a:off x="1635840" y="3024360"/>
            <a:ext cx="320040" cy="1216800"/>
          </a:xfrm>
          <a:prstGeom prst="line">
            <a:avLst/>
          </a:prstGeom>
          <a:ln w="28440">
            <a:solidFill>
              <a:srgbClr val="b50938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47" name=""/>
          <p:cNvSpPr/>
          <p:nvPr/>
        </p:nvSpPr>
        <p:spPr>
          <a:xfrm>
            <a:off x="146160" y="1156680"/>
            <a:ext cx="3814920" cy="294480"/>
          </a:xfrm>
          <a:custGeom>
            <a:avLst/>
            <a:gdLst/>
            <a:ahLst/>
            <a:rect l="0" t="0" r="r" b="b"/>
            <a:pathLst>
              <a:path w="10597" h="818">
                <a:moveTo>
                  <a:pt x="0" y="818"/>
                </a:moveTo>
                <a:lnTo>
                  <a:pt x="10597" y="818"/>
                </a:lnTo>
                <a:lnTo>
                  <a:pt x="10597" y="0"/>
                </a:lnTo>
                <a:lnTo>
                  <a:pt x="0" y="0"/>
                </a:lnTo>
                <a:lnTo>
                  <a:pt x="0" y="818"/>
                </a:lnTo>
                <a:close/>
              </a:path>
            </a:pathLst>
          </a:custGeom>
          <a:solidFill>
            <a:srgbClr val="b50938"/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48" name=""/>
          <p:cNvSpPr txBox="1"/>
          <p:nvPr/>
        </p:nvSpPr>
        <p:spPr>
          <a:xfrm>
            <a:off x="4337280" y="1247400"/>
            <a:ext cx="867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WORKOUT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49" name=""/>
          <p:cNvSpPr/>
          <p:nvPr/>
        </p:nvSpPr>
        <p:spPr>
          <a:xfrm>
            <a:off x="146160" y="1442880"/>
            <a:ext cx="3814920" cy="4700520"/>
          </a:xfrm>
          <a:custGeom>
            <a:avLst/>
            <a:gdLst/>
            <a:ahLst/>
            <a:rect l="0" t="0" r="r" b="b"/>
            <a:pathLst>
              <a:path w="10597" h="13057">
                <a:moveTo>
                  <a:pt x="0" y="13057"/>
                </a:moveTo>
                <a:lnTo>
                  <a:pt x="10597" y="13057"/>
                </a:lnTo>
                <a:lnTo>
                  <a:pt x="10597" y="0"/>
                </a:lnTo>
                <a:lnTo>
                  <a:pt x="0" y="0"/>
                </a:lnTo>
                <a:lnTo>
                  <a:pt x="0" y="13057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50" name=""/>
          <p:cNvSpPr txBox="1"/>
          <p:nvPr/>
        </p:nvSpPr>
        <p:spPr>
          <a:xfrm>
            <a:off x="1802160" y="1189800"/>
            <a:ext cx="503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TYPE 1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51" name=""/>
          <p:cNvSpPr txBox="1"/>
          <p:nvPr/>
        </p:nvSpPr>
        <p:spPr>
          <a:xfrm>
            <a:off x="4337280" y="2080080"/>
            <a:ext cx="1920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Frequency: 2 times / week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52" name=""/>
          <p:cNvSpPr txBox="1"/>
          <p:nvPr/>
        </p:nvSpPr>
        <p:spPr>
          <a:xfrm>
            <a:off x="4337280" y="2377080"/>
            <a:ext cx="26251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Volume: 4 sets, 8-12 reps / exercise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53" name=""/>
          <p:cNvSpPr txBox="1"/>
          <p:nvPr/>
        </p:nvSpPr>
        <p:spPr>
          <a:xfrm>
            <a:off x="4337280" y="2674440"/>
            <a:ext cx="22867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Rest: 60 seconds between sets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54" name=""/>
          <p:cNvSpPr/>
          <p:nvPr/>
        </p:nvSpPr>
        <p:spPr>
          <a:xfrm>
            <a:off x="4853880" y="3730680"/>
            <a:ext cx="1431360" cy="433080"/>
          </a:xfrm>
          <a:custGeom>
            <a:avLst/>
            <a:gdLst/>
            <a:ahLst/>
            <a:rect l="0" t="0" r="r" b="b"/>
            <a:pathLst>
              <a:path w="3976" h="1203">
                <a:moveTo>
                  <a:pt x="0" y="0"/>
                </a:moveTo>
                <a:lnTo>
                  <a:pt x="3375" y="0"/>
                </a:lnTo>
                <a:lnTo>
                  <a:pt x="3976" y="601"/>
                </a:lnTo>
                <a:lnTo>
                  <a:pt x="3375" y="1203"/>
                </a:lnTo>
                <a:lnTo>
                  <a:pt x="0" y="1203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55" name=""/>
          <p:cNvSpPr txBox="1"/>
          <p:nvPr/>
        </p:nvSpPr>
        <p:spPr>
          <a:xfrm>
            <a:off x="4337280" y="2971800"/>
            <a:ext cx="2945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Tempo: Lift 2 seconds / lower 4 seconds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56" name=""/>
          <p:cNvSpPr/>
          <p:nvPr/>
        </p:nvSpPr>
        <p:spPr>
          <a:xfrm>
            <a:off x="6213240" y="3730680"/>
            <a:ext cx="1431360" cy="433080"/>
          </a:xfrm>
          <a:custGeom>
            <a:avLst/>
            <a:gdLst/>
            <a:ahLst/>
            <a:rect l="0" t="0" r="r" b="b"/>
            <a:pathLst>
              <a:path w="3976" h="1203">
                <a:moveTo>
                  <a:pt x="0" y="0"/>
                </a:moveTo>
                <a:lnTo>
                  <a:pt x="3375" y="0"/>
                </a:lnTo>
                <a:lnTo>
                  <a:pt x="3976" y="601"/>
                </a:lnTo>
                <a:lnTo>
                  <a:pt x="3375" y="1203"/>
                </a:lnTo>
                <a:lnTo>
                  <a:pt x="0" y="1203"/>
                </a:lnTo>
                <a:lnTo>
                  <a:pt x="601" y="601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57" name=""/>
          <p:cNvSpPr txBox="1"/>
          <p:nvPr/>
        </p:nvSpPr>
        <p:spPr>
          <a:xfrm>
            <a:off x="5324400" y="3845880"/>
            <a:ext cx="383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Squat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58" name=""/>
          <p:cNvSpPr/>
          <p:nvPr/>
        </p:nvSpPr>
        <p:spPr>
          <a:xfrm>
            <a:off x="7572600" y="3730680"/>
            <a:ext cx="1429920" cy="433080"/>
          </a:xfrm>
          <a:custGeom>
            <a:avLst/>
            <a:gdLst/>
            <a:ahLst/>
            <a:rect l="0" t="0" r="r" b="b"/>
            <a:pathLst>
              <a:path w="3972" h="1203">
                <a:moveTo>
                  <a:pt x="0" y="0"/>
                </a:moveTo>
                <a:lnTo>
                  <a:pt x="3371" y="0"/>
                </a:lnTo>
                <a:lnTo>
                  <a:pt x="3972" y="601"/>
                </a:lnTo>
                <a:lnTo>
                  <a:pt x="3371" y="1203"/>
                </a:lnTo>
                <a:lnTo>
                  <a:pt x="0" y="1203"/>
                </a:lnTo>
                <a:lnTo>
                  <a:pt x="601" y="601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59" name=""/>
          <p:cNvSpPr txBox="1"/>
          <p:nvPr/>
        </p:nvSpPr>
        <p:spPr>
          <a:xfrm>
            <a:off x="6618600" y="3845880"/>
            <a:ext cx="6210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Leg press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60" name=""/>
          <p:cNvSpPr txBox="1"/>
          <p:nvPr/>
        </p:nvSpPr>
        <p:spPr>
          <a:xfrm>
            <a:off x="8174880" y="3746880"/>
            <a:ext cx="2660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Leg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61" name=""/>
          <p:cNvSpPr/>
          <p:nvPr/>
        </p:nvSpPr>
        <p:spPr>
          <a:xfrm>
            <a:off x="4138920" y="4361400"/>
            <a:ext cx="1429920" cy="433440"/>
          </a:xfrm>
          <a:custGeom>
            <a:avLst/>
            <a:gdLst/>
            <a:ahLst/>
            <a:rect l="0" t="0" r="r" b="b"/>
            <a:pathLst>
              <a:path w="3972" h="1204">
                <a:moveTo>
                  <a:pt x="0" y="0"/>
                </a:moveTo>
                <a:lnTo>
                  <a:pt x="3371" y="0"/>
                </a:lnTo>
                <a:lnTo>
                  <a:pt x="3972" y="602"/>
                </a:lnTo>
                <a:lnTo>
                  <a:pt x="3371" y="1204"/>
                </a:lnTo>
                <a:lnTo>
                  <a:pt x="0" y="1204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62" name=""/>
          <p:cNvSpPr txBox="1"/>
          <p:nvPr/>
        </p:nvSpPr>
        <p:spPr>
          <a:xfrm>
            <a:off x="7964280" y="3944880"/>
            <a:ext cx="6516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extension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63" name=""/>
          <p:cNvSpPr/>
          <p:nvPr/>
        </p:nvSpPr>
        <p:spPr>
          <a:xfrm>
            <a:off x="5511960" y="4361400"/>
            <a:ext cx="1429920" cy="433440"/>
          </a:xfrm>
          <a:custGeom>
            <a:avLst/>
            <a:gdLst/>
            <a:ahLst/>
            <a:rect l="0" t="0" r="r" b="b"/>
            <a:pathLst>
              <a:path w="3972" h="1204">
                <a:moveTo>
                  <a:pt x="0" y="0"/>
                </a:moveTo>
                <a:lnTo>
                  <a:pt x="3371" y="0"/>
                </a:lnTo>
                <a:lnTo>
                  <a:pt x="3972" y="602"/>
                </a:lnTo>
                <a:lnTo>
                  <a:pt x="3371" y="1204"/>
                </a:lnTo>
                <a:lnTo>
                  <a:pt x="0" y="1204"/>
                </a:lnTo>
                <a:lnTo>
                  <a:pt x="602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64" name=""/>
          <p:cNvSpPr txBox="1"/>
          <p:nvPr/>
        </p:nvSpPr>
        <p:spPr>
          <a:xfrm>
            <a:off x="4653720" y="4477320"/>
            <a:ext cx="401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Lunge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65" name=""/>
          <p:cNvSpPr/>
          <p:nvPr/>
        </p:nvSpPr>
        <p:spPr>
          <a:xfrm>
            <a:off x="6885360" y="4361400"/>
            <a:ext cx="1431360" cy="433440"/>
          </a:xfrm>
          <a:custGeom>
            <a:avLst/>
            <a:gdLst/>
            <a:ahLst/>
            <a:rect l="0" t="0" r="r" b="b"/>
            <a:pathLst>
              <a:path w="3976" h="1204">
                <a:moveTo>
                  <a:pt x="0" y="0"/>
                </a:moveTo>
                <a:lnTo>
                  <a:pt x="3375" y="0"/>
                </a:lnTo>
                <a:lnTo>
                  <a:pt x="3976" y="602"/>
                </a:lnTo>
                <a:lnTo>
                  <a:pt x="3375" y="1204"/>
                </a:lnTo>
                <a:lnTo>
                  <a:pt x="0" y="1204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66" name=""/>
          <p:cNvSpPr txBox="1"/>
          <p:nvPr/>
        </p:nvSpPr>
        <p:spPr>
          <a:xfrm>
            <a:off x="5967720" y="4477320"/>
            <a:ext cx="517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Leg curl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67" name=""/>
          <p:cNvSpPr txBox="1"/>
          <p:nvPr/>
        </p:nvSpPr>
        <p:spPr>
          <a:xfrm>
            <a:off x="7309080" y="4377960"/>
            <a:ext cx="6210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Standing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68" name=""/>
          <p:cNvSpPr/>
          <p:nvPr/>
        </p:nvSpPr>
        <p:spPr>
          <a:xfrm>
            <a:off x="8258400" y="4361400"/>
            <a:ext cx="1413000" cy="433440"/>
          </a:xfrm>
          <a:custGeom>
            <a:avLst/>
            <a:gdLst/>
            <a:ahLst/>
            <a:rect l="0" t="0" r="r" b="b"/>
            <a:pathLst>
              <a:path w="3925" h="1204">
                <a:moveTo>
                  <a:pt x="0" y="0"/>
                </a:moveTo>
                <a:lnTo>
                  <a:pt x="3925" y="0"/>
                </a:lnTo>
                <a:cubicBezTo>
                  <a:pt x="3925" y="201"/>
                  <a:pt x="3925" y="401"/>
                  <a:pt x="3925" y="602"/>
                </a:cubicBezTo>
                <a:lnTo>
                  <a:pt x="3912" y="1204"/>
                </a:lnTo>
                <a:lnTo>
                  <a:pt x="0" y="1204"/>
                </a:lnTo>
                <a:lnTo>
                  <a:pt x="594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69" name=""/>
          <p:cNvSpPr txBox="1"/>
          <p:nvPr/>
        </p:nvSpPr>
        <p:spPr>
          <a:xfrm>
            <a:off x="7304400" y="4576320"/>
            <a:ext cx="5936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calf raise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70" name=""/>
          <p:cNvSpPr txBox="1"/>
          <p:nvPr/>
        </p:nvSpPr>
        <p:spPr>
          <a:xfrm>
            <a:off x="8737200" y="4377960"/>
            <a:ext cx="497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Seated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71" name=""/>
          <p:cNvSpPr/>
          <p:nvPr/>
        </p:nvSpPr>
        <p:spPr>
          <a:xfrm>
            <a:off x="214560" y="2339280"/>
            <a:ext cx="3623040" cy="317160"/>
          </a:xfrm>
          <a:custGeom>
            <a:avLst/>
            <a:gdLst/>
            <a:ahLst/>
            <a:rect l="0" t="0" r="r" b="b"/>
            <a:pathLst>
              <a:path w="10064" h="881">
                <a:moveTo>
                  <a:pt x="0" y="881"/>
                </a:moveTo>
                <a:lnTo>
                  <a:pt x="10064" y="881"/>
                </a:lnTo>
                <a:lnTo>
                  <a:pt x="10064" y="0"/>
                </a:lnTo>
                <a:lnTo>
                  <a:pt x="0" y="0"/>
                </a:lnTo>
                <a:lnTo>
                  <a:pt x="0" y="88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72" name=""/>
          <p:cNvSpPr txBox="1"/>
          <p:nvPr/>
        </p:nvSpPr>
        <p:spPr>
          <a:xfrm>
            <a:off x="8669880" y="4576320"/>
            <a:ext cx="5936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calf raise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73" name=""/>
          <p:cNvSpPr txBox="1"/>
          <p:nvPr/>
        </p:nvSpPr>
        <p:spPr>
          <a:xfrm>
            <a:off x="1132560" y="2382480"/>
            <a:ext cx="178848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b50938"/>
                </a:solidFill>
                <a:latin typeface="Calibri"/>
                <a:ea typeface="Calibri"/>
              </a:rPr>
              <a:t>Developed Upper Body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7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7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6976" name="" descr=""/>
          <p:cNvPicPr/>
          <p:nvPr/>
        </p:nvPicPr>
        <p:blipFill>
          <a:blip r:embed="rId1"/>
          <a:stretch/>
        </p:blipFill>
        <p:spPr>
          <a:xfrm>
            <a:off x="175320" y="1517040"/>
            <a:ext cx="3286800" cy="4625640"/>
          </a:xfrm>
          <a:prstGeom prst="rect">
            <a:avLst/>
          </a:prstGeom>
          <a:ln w="0">
            <a:noFill/>
          </a:ln>
        </p:spPr>
      </p:pic>
      <p:sp>
        <p:nvSpPr>
          <p:cNvPr id="26977" name=""/>
          <p:cNvSpPr/>
          <p:nvPr/>
        </p:nvSpPr>
        <p:spPr>
          <a:xfrm>
            <a:off x="146160" y="1522440"/>
            <a:ext cx="3316680" cy="4692600"/>
          </a:xfrm>
          <a:custGeom>
            <a:avLst/>
            <a:gdLst/>
            <a:ahLst/>
            <a:rect l="0" t="0" r="r" b="b"/>
            <a:pathLst>
              <a:path w="9213" h="13035">
                <a:moveTo>
                  <a:pt x="0" y="13035"/>
                </a:moveTo>
                <a:lnTo>
                  <a:pt x="9213" y="13035"/>
                </a:lnTo>
                <a:lnTo>
                  <a:pt x="9213" y="0"/>
                </a:lnTo>
                <a:lnTo>
                  <a:pt x="0" y="0"/>
                </a:lnTo>
                <a:lnTo>
                  <a:pt x="0" y="13035"/>
                </a:lnTo>
                <a:close/>
              </a:path>
            </a:pathLst>
          </a:custGeom>
          <a:solidFill>
            <a:srgbClr val="ffffff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78" name=""/>
          <p:cNvSpPr/>
          <p:nvPr/>
        </p:nvSpPr>
        <p:spPr>
          <a:xfrm>
            <a:off x="4106880" y="1156680"/>
            <a:ext cx="91800" cy="341640"/>
          </a:xfrm>
          <a:custGeom>
            <a:avLst/>
            <a:gdLst/>
            <a:ahLst/>
            <a:rect l="0" t="0" r="r" b="b"/>
            <a:pathLst>
              <a:path w="255" h="949">
                <a:moveTo>
                  <a:pt x="0" y="949"/>
                </a:moveTo>
                <a:lnTo>
                  <a:pt x="255" y="949"/>
                </a:lnTo>
                <a:lnTo>
                  <a:pt x="255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79" name=""/>
          <p:cNvSpPr/>
          <p:nvPr/>
        </p:nvSpPr>
        <p:spPr>
          <a:xfrm>
            <a:off x="146160" y="1156680"/>
            <a:ext cx="3814920" cy="294480"/>
          </a:xfrm>
          <a:custGeom>
            <a:avLst/>
            <a:gdLst/>
            <a:ahLst/>
            <a:rect l="0" t="0" r="r" b="b"/>
            <a:pathLst>
              <a:path w="10597" h="818">
                <a:moveTo>
                  <a:pt x="0" y="818"/>
                </a:moveTo>
                <a:lnTo>
                  <a:pt x="10597" y="818"/>
                </a:lnTo>
                <a:lnTo>
                  <a:pt x="10597" y="0"/>
                </a:lnTo>
                <a:lnTo>
                  <a:pt x="0" y="0"/>
                </a:lnTo>
                <a:lnTo>
                  <a:pt x="0" y="818"/>
                </a:lnTo>
                <a:close/>
              </a:path>
            </a:pathLst>
          </a:custGeom>
          <a:solidFill>
            <a:srgbClr val="b50938"/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80" name=""/>
          <p:cNvSpPr txBox="1"/>
          <p:nvPr/>
        </p:nvSpPr>
        <p:spPr>
          <a:xfrm>
            <a:off x="4337280" y="1247400"/>
            <a:ext cx="867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WORKOUT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81" name=""/>
          <p:cNvSpPr/>
          <p:nvPr/>
        </p:nvSpPr>
        <p:spPr>
          <a:xfrm>
            <a:off x="146160" y="1442880"/>
            <a:ext cx="3814920" cy="4700520"/>
          </a:xfrm>
          <a:custGeom>
            <a:avLst/>
            <a:gdLst/>
            <a:ahLst/>
            <a:rect l="0" t="0" r="r" b="b"/>
            <a:pathLst>
              <a:path w="10597" h="13057">
                <a:moveTo>
                  <a:pt x="0" y="13057"/>
                </a:moveTo>
                <a:lnTo>
                  <a:pt x="10597" y="13057"/>
                </a:lnTo>
                <a:lnTo>
                  <a:pt x="10597" y="0"/>
                </a:lnTo>
                <a:lnTo>
                  <a:pt x="0" y="0"/>
                </a:lnTo>
                <a:lnTo>
                  <a:pt x="0" y="13057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82" name=""/>
          <p:cNvSpPr txBox="1"/>
          <p:nvPr/>
        </p:nvSpPr>
        <p:spPr>
          <a:xfrm>
            <a:off x="1802160" y="1189800"/>
            <a:ext cx="503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TYPE 2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83" name=""/>
          <p:cNvSpPr txBox="1"/>
          <p:nvPr/>
        </p:nvSpPr>
        <p:spPr>
          <a:xfrm>
            <a:off x="4337280" y="2080080"/>
            <a:ext cx="1920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Frequency: 2 times / week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84" name=""/>
          <p:cNvSpPr txBox="1"/>
          <p:nvPr/>
        </p:nvSpPr>
        <p:spPr>
          <a:xfrm>
            <a:off x="4337280" y="2377080"/>
            <a:ext cx="26251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Volume: 4 sets, 8-12 reps / exercise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85" name=""/>
          <p:cNvSpPr txBox="1"/>
          <p:nvPr/>
        </p:nvSpPr>
        <p:spPr>
          <a:xfrm>
            <a:off x="4337280" y="2674440"/>
            <a:ext cx="22867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Rest: 60 seconds between sets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86" name=""/>
          <p:cNvSpPr/>
          <p:nvPr/>
        </p:nvSpPr>
        <p:spPr>
          <a:xfrm>
            <a:off x="4023360" y="3880080"/>
            <a:ext cx="1431720" cy="434520"/>
          </a:xfrm>
          <a:custGeom>
            <a:avLst/>
            <a:gdLst/>
            <a:ahLst/>
            <a:rect l="0" t="0" r="r" b="b"/>
            <a:pathLst>
              <a:path w="3977" h="1207">
                <a:moveTo>
                  <a:pt x="0" y="0"/>
                </a:moveTo>
                <a:lnTo>
                  <a:pt x="3373" y="0"/>
                </a:lnTo>
                <a:lnTo>
                  <a:pt x="3977" y="603"/>
                </a:lnTo>
                <a:lnTo>
                  <a:pt x="3373" y="1207"/>
                </a:lnTo>
                <a:lnTo>
                  <a:pt x="0" y="1207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87" name=""/>
          <p:cNvSpPr txBox="1"/>
          <p:nvPr/>
        </p:nvSpPr>
        <p:spPr>
          <a:xfrm>
            <a:off x="4337280" y="2971800"/>
            <a:ext cx="2945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Tempo: Lift 2 seconds / lower 4 seconds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88" name=""/>
          <p:cNvSpPr/>
          <p:nvPr/>
        </p:nvSpPr>
        <p:spPr>
          <a:xfrm>
            <a:off x="5376600" y="3880080"/>
            <a:ext cx="1704240" cy="434520"/>
          </a:xfrm>
          <a:custGeom>
            <a:avLst/>
            <a:gdLst/>
            <a:ahLst/>
            <a:rect l="0" t="0" r="r" b="b"/>
            <a:pathLst>
              <a:path w="4734" h="1207">
                <a:moveTo>
                  <a:pt x="0" y="0"/>
                </a:moveTo>
                <a:lnTo>
                  <a:pt x="4130" y="0"/>
                </a:lnTo>
                <a:lnTo>
                  <a:pt x="4734" y="603"/>
                </a:lnTo>
                <a:lnTo>
                  <a:pt x="4130" y="1207"/>
                </a:lnTo>
                <a:lnTo>
                  <a:pt x="0" y="1207"/>
                </a:lnTo>
                <a:lnTo>
                  <a:pt x="603" y="603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89" name=""/>
          <p:cNvSpPr txBox="1"/>
          <p:nvPr/>
        </p:nvSpPr>
        <p:spPr>
          <a:xfrm>
            <a:off x="4280040" y="3996360"/>
            <a:ext cx="805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Bench press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90" name=""/>
          <p:cNvSpPr txBox="1"/>
          <p:nvPr/>
        </p:nvSpPr>
        <p:spPr>
          <a:xfrm>
            <a:off x="5677920" y="3897000"/>
            <a:ext cx="10965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Inclince dumbell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91" name=""/>
          <p:cNvSpPr/>
          <p:nvPr/>
        </p:nvSpPr>
        <p:spPr>
          <a:xfrm>
            <a:off x="7002720" y="3880080"/>
            <a:ext cx="1429920" cy="434520"/>
          </a:xfrm>
          <a:custGeom>
            <a:avLst/>
            <a:gdLst/>
            <a:ahLst/>
            <a:rect l="0" t="0" r="r" b="b"/>
            <a:pathLst>
              <a:path w="3972" h="1207">
                <a:moveTo>
                  <a:pt x="0" y="0"/>
                </a:moveTo>
                <a:lnTo>
                  <a:pt x="3368" y="0"/>
                </a:lnTo>
                <a:lnTo>
                  <a:pt x="3972" y="603"/>
                </a:lnTo>
                <a:lnTo>
                  <a:pt x="3368" y="1207"/>
                </a:lnTo>
                <a:lnTo>
                  <a:pt x="0" y="1207"/>
                </a:lnTo>
                <a:lnTo>
                  <a:pt x="603" y="603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92" name=""/>
          <p:cNvSpPr txBox="1"/>
          <p:nvPr/>
        </p:nvSpPr>
        <p:spPr>
          <a:xfrm>
            <a:off x="6051240" y="4095360"/>
            <a:ext cx="3542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press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93" name=""/>
          <p:cNvSpPr txBox="1"/>
          <p:nvPr/>
        </p:nvSpPr>
        <p:spPr>
          <a:xfrm>
            <a:off x="7473240" y="3897000"/>
            <a:ext cx="5266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Lat pull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94" name=""/>
          <p:cNvSpPr/>
          <p:nvPr/>
        </p:nvSpPr>
        <p:spPr>
          <a:xfrm>
            <a:off x="8354520" y="3876840"/>
            <a:ext cx="1431360" cy="434880"/>
          </a:xfrm>
          <a:custGeom>
            <a:avLst/>
            <a:gdLst/>
            <a:ahLst/>
            <a:rect l="0" t="0" r="r" b="b"/>
            <a:pathLst>
              <a:path w="3976" h="1208">
                <a:moveTo>
                  <a:pt x="0" y="0"/>
                </a:moveTo>
                <a:lnTo>
                  <a:pt x="3372" y="0"/>
                </a:lnTo>
                <a:lnTo>
                  <a:pt x="3976" y="603"/>
                </a:lnTo>
                <a:lnTo>
                  <a:pt x="3372" y="1208"/>
                </a:lnTo>
                <a:lnTo>
                  <a:pt x="0" y="1208"/>
                </a:lnTo>
                <a:lnTo>
                  <a:pt x="603" y="603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95" name=""/>
          <p:cNvSpPr txBox="1"/>
          <p:nvPr/>
        </p:nvSpPr>
        <p:spPr>
          <a:xfrm>
            <a:off x="7529760" y="4095360"/>
            <a:ext cx="377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down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96" name=""/>
          <p:cNvSpPr/>
          <p:nvPr/>
        </p:nvSpPr>
        <p:spPr>
          <a:xfrm>
            <a:off x="4023360" y="4431600"/>
            <a:ext cx="1704240" cy="433080"/>
          </a:xfrm>
          <a:custGeom>
            <a:avLst/>
            <a:gdLst/>
            <a:ahLst/>
            <a:rect l="0" t="0" r="r" b="b"/>
            <a:pathLst>
              <a:path w="4734" h="1203">
                <a:moveTo>
                  <a:pt x="0" y="0"/>
                </a:moveTo>
                <a:lnTo>
                  <a:pt x="4133" y="0"/>
                </a:lnTo>
                <a:lnTo>
                  <a:pt x="4734" y="602"/>
                </a:lnTo>
                <a:lnTo>
                  <a:pt x="4133" y="1203"/>
                </a:lnTo>
                <a:lnTo>
                  <a:pt x="0" y="1203"/>
                </a:lnTo>
                <a:lnTo>
                  <a:pt x="602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6997" name=""/>
          <p:cNvSpPr txBox="1"/>
          <p:nvPr/>
        </p:nvSpPr>
        <p:spPr>
          <a:xfrm>
            <a:off x="8686080" y="3993480"/>
            <a:ext cx="7689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Barbell row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98" name=""/>
          <p:cNvSpPr txBox="1"/>
          <p:nvPr/>
        </p:nvSpPr>
        <p:spPr>
          <a:xfrm>
            <a:off x="4592880" y="4448160"/>
            <a:ext cx="5630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Dumbell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6999" name=""/>
          <p:cNvSpPr/>
          <p:nvPr/>
        </p:nvSpPr>
        <p:spPr>
          <a:xfrm>
            <a:off x="7013160" y="4428720"/>
            <a:ext cx="1431360" cy="433080"/>
          </a:xfrm>
          <a:custGeom>
            <a:avLst/>
            <a:gdLst/>
            <a:ahLst/>
            <a:rect l="0" t="0" r="r" b="b"/>
            <a:pathLst>
              <a:path w="3976" h="1203">
                <a:moveTo>
                  <a:pt x="0" y="0"/>
                </a:moveTo>
                <a:lnTo>
                  <a:pt x="3375" y="0"/>
                </a:lnTo>
                <a:lnTo>
                  <a:pt x="3976" y="602"/>
                </a:lnTo>
                <a:lnTo>
                  <a:pt x="3375" y="1203"/>
                </a:lnTo>
                <a:lnTo>
                  <a:pt x="0" y="1203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00" name=""/>
          <p:cNvSpPr txBox="1"/>
          <p:nvPr/>
        </p:nvSpPr>
        <p:spPr>
          <a:xfrm>
            <a:off x="4382280" y="4646160"/>
            <a:ext cx="9792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shoulder press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01" name=""/>
          <p:cNvSpPr/>
          <p:nvPr/>
        </p:nvSpPr>
        <p:spPr>
          <a:xfrm>
            <a:off x="8372520" y="4436280"/>
            <a:ext cx="1413360" cy="434520"/>
          </a:xfrm>
          <a:custGeom>
            <a:avLst/>
            <a:gdLst/>
            <a:ahLst/>
            <a:rect l="0" t="0" r="r" b="b"/>
            <a:pathLst>
              <a:path w="3926" h="1207">
                <a:moveTo>
                  <a:pt x="0" y="0"/>
                </a:moveTo>
                <a:lnTo>
                  <a:pt x="3925" y="0"/>
                </a:lnTo>
                <a:cubicBezTo>
                  <a:pt x="3925" y="201"/>
                  <a:pt x="3926" y="403"/>
                  <a:pt x="3926" y="604"/>
                </a:cubicBezTo>
                <a:lnTo>
                  <a:pt x="3912" y="1207"/>
                </a:lnTo>
                <a:lnTo>
                  <a:pt x="0" y="1207"/>
                </a:lnTo>
                <a:lnTo>
                  <a:pt x="595" y="604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02" name=""/>
          <p:cNvSpPr txBox="1"/>
          <p:nvPr/>
        </p:nvSpPr>
        <p:spPr>
          <a:xfrm>
            <a:off x="7347600" y="4543560"/>
            <a:ext cx="7581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Barbell curl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003" name="" descr=""/>
          <p:cNvPicPr/>
          <p:nvPr/>
        </p:nvPicPr>
        <p:blipFill>
          <a:blip r:embed="rId2"/>
          <a:stretch/>
        </p:blipFill>
        <p:spPr>
          <a:xfrm>
            <a:off x="429840" y="2676240"/>
            <a:ext cx="3387600" cy="1720080"/>
          </a:xfrm>
          <a:prstGeom prst="rect">
            <a:avLst/>
          </a:prstGeom>
          <a:ln w="0">
            <a:noFill/>
          </a:ln>
        </p:spPr>
      </p:pic>
      <p:pic>
        <p:nvPicPr>
          <p:cNvPr id="27004" name="" descr=""/>
          <p:cNvPicPr/>
          <p:nvPr/>
        </p:nvPicPr>
        <p:blipFill>
          <a:blip r:embed="rId3"/>
          <a:stretch/>
        </p:blipFill>
        <p:spPr>
          <a:xfrm>
            <a:off x="466200" y="2712600"/>
            <a:ext cx="3265560" cy="1598400"/>
          </a:xfrm>
          <a:prstGeom prst="rect">
            <a:avLst/>
          </a:prstGeom>
          <a:ln w="0">
            <a:noFill/>
          </a:ln>
        </p:spPr>
      </p:pic>
      <p:sp>
        <p:nvSpPr>
          <p:cNvPr id="27005" name=""/>
          <p:cNvSpPr/>
          <p:nvPr/>
        </p:nvSpPr>
        <p:spPr>
          <a:xfrm>
            <a:off x="461520" y="2707560"/>
            <a:ext cx="3275640" cy="1608840"/>
          </a:xfrm>
          <a:custGeom>
            <a:avLst/>
            <a:gdLst/>
            <a:ahLst/>
            <a:rect l="0" t="0" r="r" b="b"/>
            <a:pathLst>
              <a:path w="9099" h="4469">
                <a:moveTo>
                  <a:pt x="0" y="4469"/>
                </a:moveTo>
                <a:lnTo>
                  <a:pt x="9099" y="4469"/>
                </a:lnTo>
                <a:lnTo>
                  <a:pt x="9099" y="0"/>
                </a:lnTo>
                <a:lnTo>
                  <a:pt x="0" y="0"/>
                </a:lnTo>
                <a:lnTo>
                  <a:pt x="0" y="4469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06" name=""/>
          <p:cNvSpPr/>
          <p:nvPr/>
        </p:nvSpPr>
        <p:spPr>
          <a:xfrm>
            <a:off x="1843200" y="3092760"/>
            <a:ext cx="484560" cy="1128960"/>
          </a:xfrm>
          <a:prstGeom prst="line">
            <a:avLst/>
          </a:prstGeom>
          <a:ln w="28440">
            <a:solidFill>
              <a:srgbClr val="b50938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07" name=""/>
          <p:cNvSpPr/>
          <p:nvPr/>
        </p:nvSpPr>
        <p:spPr>
          <a:xfrm>
            <a:off x="5655240" y="4431600"/>
            <a:ext cx="1429920" cy="433080"/>
          </a:xfrm>
          <a:custGeom>
            <a:avLst/>
            <a:gdLst/>
            <a:ahLst/>
            <a:rect l="0" t="0" r="r" b="b"/>
            <a:pathLst>
              <a:path w="3972" h="1203">
                <a:moveTo>
                  <a:pt x="0" y="0"/>
                </a:moveTo>
                <a:lnTo>
                  <a:pt x="3371" y="0"/>
                </a:lnTo>
                <a:lnTo>
                  <a:pt x="3972" y="602"/>
                </a:lnTo>
                <a:lnTo>
                  <a:pt x="3371" y="1203"/>
                </a:lnTo>
                <a:lnTo>
                  <a:pt x="0" y="1203"/>
                </a:lnTo>
                <a:lnTo>
                  <a:pt x="602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08" name=""/>
          <p:cNvSpPr txBox="1"/>
          <p:nvPr/>
        </p:nvSpPr>
        <p:spPr>
          <a:xfrm>
            <a:off x="8493120" y="4552560"/>
            <a:ext cx="11818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Tricep pressdown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09" name=""/>
          <p:cNvSpPr/>
          <p:nvPr/>
        </p:nvSpPr>
        <p:spPr>
          <a:xfrm>
            <a:off x="214560" y="2339280"/>
            <a:ext cx="3623040" cy="317160"/>
          </a:xfrm>
          <a:custGeom>
            <a:avLst/>
            <a:gdLst/>
            <a:ahLst/>
            <a:rect l="0" t="0" r="r" b="b"/>
            <a:pathLst>
              <a:path w="10064" h="881">
                <a:moveTo>
                  <a:pt x="0" y="881"/>
                </a:moveTo>
                <a:lnTo>
                  <a:pt x="10064" y="881"/>
                </a:lnTo>
                <a:lnTo>
                  <a:pt x="10064" y="0"/>
                </a:lnTo>
                <a:lnTo>
                  <a:pt x="0" y="0"/>
                </a:lnTo>
                <a:lnTo>
                  <a:pt x="0" y="88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10" name=""/>
          <p:cNvSpPr txBox="1"/>
          <p:nvPr/>
        </p:nvSpPr>
        <p:spPr>
          <a:xfrm>
            <a:off x="5964480" y="4547160"/>
            <a:ext cx="8161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Lateral raise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11" name=""/>
          <p:cNvSpPr txBox="1"/>
          <p:nvPr/>
        </p:nvSpPr>
        <p:spPr>
          <a:xfrm>
            <a:off x="1135800" y="2382480"/>
            <a:ext cx="17838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b50938"/>
                </a:solidFill>
                <a:latin typeface="Calibri"/>
                <a:ea typeface="Calibri"/>
              </a:rPr>
              <a:t>Developed Lower Body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1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1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014" name="" descr=""/>
          <p:cNvPicPr/>
          <p:nvPr/>
        </p:nvPicPr>
        <p:blipFill>
          <a:blip r:embed="rId1"/>
          <a:stretch/>
        </p:blipFill>
        <p:spPr>
          <a:xfrm>
            <a:off x="175320" y="1497960"/>
            <a:ext cx="3195360" cy="4615920"/>
          </a:xfrm>
          <a:prstGeom prst="rect">
            <a:avLst/>
          </a:prstGeom>
          <a:ln w="0">
            <a:noFill/>
          </a:ln>
        </p:spPr>
      </p:pic>
      <p:sp>
        <p:nvSpPr>
          <p:cNvPr id="27015" name=""/>
          <p:cNvSpPr/>
          <p:nvPr/>
        </p:nvSpPr>
        <p:spPr>
          <a:xfrm>
            <a:off x="146160" y="1522440"/>
            <a:ext cx="3316680" cy="4692600"/>
          </a:xfrm>
          <a:custGeom>
            <a:avLst/>
            <a:gdLst/>
            <a:ahLst/>
            <a:rect l="0" t="0" r="r" b="b"/>
            <a:pathLst>
              <a:path w="9213" h="13035">
                <a:moveTo>
                  <a:pt x="0" y="13035"/>
                </a:moveTo>
                <a:lnTo>
                  <a:pt x="9213" y="13035"/>
                </a:lnTo>
                <a:lnTo>
                  <a:pt x="9213" y="0"/>
                </a:lnTo>
                <a:lnTo>
                  <a:pt x="0" y="0"/>
                </a:lnTo>
                <a:lnTo>
                  <a:pt x="0" y="13035"/>
                </a:lnTo>
                <a:close/>
              </a:path>
            </a:pathLst>
          </a:custGeom>
          <a:solidFill>
            <a:srgbClr val="ffffff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16" name=""/>
          <p:cNvSpPr/>
          <p:nvPr/>
        </p:nvSpPr>
        <p:spPr>
          <a:xfrm>
            <a:off x="4106880" y="1156680"/>
            <a:ext cx="91800" cy="341640"/>
          </a:xfrm>
          <a:custGeom>
            <a:avLst/>
            <a:gdLst/>
            <a:ahLst/>
            <a:rect l="0" t="0" r="r" b="b"/>
            <a:pathLst>
              <a:path w="255" h="949">
                <a:moveTo>
                  <a:pt x="0" y="949"/>
                </a:moveTo>
                <a:lnTo>
                  <a:pt x="255" y="949"/>
                </a:lnTo>
                <a:lnTo>
                  <a:pt x="255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17" name=""/>
          <p:cNvSpPr/>
          <p:nvPr/>
        </p:nvSpPr>
        <p:spPr>
          <a:xfrm>
            <a:off x="146160" y="1156680"/>
            <a:ext cx="3814920" cy="294480"/>
          </a:xfrm>
          <a:custGeom>
            <a:avLst/>
            <a:gdLst/>
            <a:ahLst/>
            <a:rect l="0" t="0" r="r" b="b"/>
            <a:pathLst>
              <a:path w="10597" h="818">
                <a:moveTo>
                  <a:pt x="0" y="818"/>
                </a:moveTo>
                <a:lnTo>
                  <a:pt x="10597" y="818"/>
                </a:lnTo>
                <a:lnTo>
                  <a:pt x="10597" y="0"/>
                </a:lnTo>
                <a:lnTo>
                  <a:pt x="0" y="0"/>
                </a:lnTo>
                <a:lnTo>
                  <a:pt x="0" y="818"/>
                </a:lnTo>
                <a:close/>
              </a:path>
            </a:pathLst>
          </a:custGeom>
          <a:solidFill>
            <a:srgbClr val="b50938"/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18" name=""/>
          <p:cNvSpPr txBox="1"/>
          <p:nvPr/>
        </p:nvSpPr>
        <p:spPr>
          <a:xfrm>
            <a:off x="4337280" y="1247400"/>
            <a:ext cx="867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WORKOUT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19" name=""/>
          <p:cNvSpPr/>
          <p:nvPr/>
        </p:nvSpPr>
        <p:spPr>
          <a:xfrm>
            <a:off x="146160" y="1442880"/>
            <a:ext cx="3814920" cy="4700520"/>
          </a:xfrm>
          <a:custGeom>
            <a:avLst/>
            <a:gdLst/>
            <a:ahLst/>
            <a:rect l="0" t="0" r="r" b="b"/>
            <a:pathLst>
              <a:path w="10597" h="13057">
                <a:moveTo>
                  <a:pt x="0" y="13057"/>
                </a:moveTo>
                <a:lnTo>
                  <a:pt x="10597" y="13057"/>
                </a:lnTo>
                <a:lnTo>
                  <a:pt x="10597" y="0"/>
                </a:lnTo>
                <a:lnTo>
                  <a:pt x="0" y="0"/>
                </a:lnTo>
                <a:lnTo>
                  <a:pt x="0" y="13057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20" name=""/>
          <p:cNvSpPr txBox="1"/>
          <p:nvPr/>
        </p:nvSpPr>
        <p:spPr>
          <a:xfrm>
            <a:off x="1802160" y="1189800"/>
            <a:ext cx="503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TYPE 3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21" name=""/>
          <p:cNvSpPr txBox="1"/>
          <p:nvPr/>
        </p:nvSpPr>
        <p:spPr>
          <a:xfrm>
            <a:off x="4337280" y="2080080"/>
            <a:ext cx="1920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Frequency: 2 times / week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22" name=""/>
          <p:cNvSpPr txBox="1"/>
          <p:nvPr/>
        </p:nvSpPr>
        <p:spPr>
          <a:xfrm>
            <a:off x="4337280" y="2377080"/>
            <a:ext cx="26251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Volume: 4 sets, 8-12 reps / exercise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23" name=""/>
          <p:cNvSpPr txBox="1"/>
          <p:nvPr/>
        </p:nvSpPr>
        <p:spPr>
          <a:xfrm>
            <a:off x="4337280" y="2674440"/>
            <a:ext cx="22867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Rest: 60 seconds between sets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24" name=""/>
          <p:cNvSpPr/>
          <p:nvPr/>
        </p:nvSpPr>
        <p:spPr>
          <a:xfrm>
            <a:off x="4861440" y="3876840"/>
            <a:ext cx="1431360" cy="434880"/>
          </a:xfrm>
          <a:custGeom>
            <a:avLst/>
            <a:gdLst/>
            <a:ahLst/>
            <a:rect l="0" t="0" r="r" b="b"/>
            <a:pathLst>
              <a:path w="3976" h="1208">
                <a:moveTo>
                  <a:pt x="0" y="0"/>
                </a:moveTo>
                <a:lnTo>
                  <a:pt x="3373" y="0"/>
                </a:lnTo>
                <a:lnTo>
                  <a:pt x="3976" y="603"/>
                </a:lnTo>
                <a:lnTo>
                  <a:pt x="3373" y="1208"/>
                </a:lnTo>
                <a:lnTo>
                  <a:pt x="0" y="1208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25" name=""/>
          <p:cNvSpPr txBox="1"/>
          <p:nvPr/>
        </p:nvSpPr>
        <p:spPr>
          <a:xfrm>
            <a:off x="4337280" y="2971800"/>
            <a:ext cx="2945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Tempo: Lift 2 seconds / lower 4 seconds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26" name=""/>
          <p:cNvSpPr/>
          <p:nvPr/>
        </p:nvSpPr>
        <p:spPr>
          <a:xfrm>
            <a:off x="7584840" y="3880080"/>
            <a:ext cx="1429920" cy="433080"/>
          </a:xfrm>
          <a:custGeom>
            <a:avLst/>
            <a:gdLst/>
            <a:ahLst/>
            <a:rect l="0" t="0" r="r" b="b"/>
            <a:pathLst>
              <a:path w="3972" h="1203">
                <a:moveTo>
                  <a:pt x="0" y="0"/>
                </a:moveTo>
                <a:lnTo>
                  <a:pt x="3371" y="0"/>
                </a:lnTo>
                <a:lnTo>
                  <a:pt x="3972" y="601"/>
                </a:lnTo>
                <a:lnTo>
                  <a:pt x="3371" y="1203"/>
                </a:lnTo>
                <a:lnTo>
                  <a:pt x="0" y="1203"/>
                </a:lnTo>
                <a:lnTo>
                  <a:pt x="601" y="601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27" name=""/>
          <p:cNvSpPr txBox="1"/>
          <p:nvPr/>
        </p:nvSpPr>
        <p:spPr>
          <a:xfrm>
            <a:off x="5119200" y="3993480"/>
            <a:ext cx="805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Bench press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28" name=""/>
          <p:cNvSpPr/>
          <p:nvPr/>
        </p:nvSpPr>
        <p:spPr>
          <a:xfrm>
            <a:off x="4106880" y="4439160"/>
            <a:ext cx="1431360" cy="433080"/>
          </a:xfrm>
          <a:custGeom>
            <a:avLst/>
            <a:gdLst/>
            <a:ahLst/>
            <a:rect l="0" t="0" r="r" b="b"/>
            <a:pathLst>
              <a:path w="3976" h="1203">
                <a:moveTo>
                  <a:pt x="0" y="0"/>
                </a:moveTo>
                <a:lnTo>
                  <a:pt x="3375" y="0"/>
                </a:lnTo>
                <a:lnTo>
                  <a:pt x="3976" y="602"/>
                </a:lnTo>
                <a:lnTo>
                  <a:pt x="3375" y="1203"/>
                </a:lnTo>
                <a:lnTo>
                  <a:pt x="0" y="1203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29" name=""/>
          <p:cNvSpPr txBox="1"/>
          <p:nvPr/>
        </p:nvSpPr>
        <p:spPr>
          <a:xfrm>
            <a:off x="8083080" y="3994920"/>
            <a:ext cx="4352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Pec fly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30" name=""/>
          <p:cNvSpPr txBox="1"/>
          <p:nvPr/>
        </p:nvSpPr>
        <p:spPr>
          <a:xfrm>
            <a:off x="4666320" y="4456080"/>
            <a:ext cx="3495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Rack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31" name=""/>
          <p:cNvSpPr/>
          <p:nvPr/>
        </p:nvSpPr>
        <p:spPr>
          <a:xfrm>
            <a:off x="8179200" y="4428720"/>
            <a:ext cx="1413000" cy="433080"/>
          </a:xfrm>
          <a:custGeom>
            <a:avLst/>
            <a:gdLst/>
            <a:ahLst/>
            <a:rect l="0" t="0" r="r" b="b"/>
            <a:pathLst>
              <a:path w="3925" h="1203">
                <a:moveTo>
                  <a:pt x="0" y="0"/>
                </a:moveTo>
                <a:lnTo>
                  <a:pt x="3925" y="0"/>
                </a:lnTo>
                <a:cubicBezTo>
                  <a:pt x="3925" y="200"/>
                  <a:pt x="3925" y="401"/>
                  <a:pt x="3925" y="602"/>
                </a:cubicBezTo>
                <a:lnTo>
                  <a:pt x="3912" y="1203"/>
                </a:lnTo>
                <a:lnTo>
                  <a:pt x="0" y="1203"/>
                </a:lnTo>
                <a:lnTo>
                  <a:pt x="594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32" name=""/>
          <p:cNvSpPr txBox="1"/>
          <p:nvPr/>
        </p:nvSpPr>
        <p:spPr>
          <a:xfrm>
            <a:off x="4531680" y="4654440"/>
            <a:ext cx="575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deadlifts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33" name=""/>
          <p:cNvSpPr txBox="1"/>
          <p:nvPr/>
        </p:nvSpPr>
        <p:spPr>
          <a:xfrm>
            <a:off x="8665200" y="4444920"/>
            <a:ext cx="4791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Incline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34" name=""/>
          <p:cNvSpPr/>
          <p:nvPr/>
        </p:nvSpPr>
        <p:spPr>
          <a:xfrm>
            <a:off x="6821280" y="4430160"/>
            <a:ext cx="1431360" cy="433080"/>
          </a:xfrm>
          <a:custGeom>
            <a:avLst/>
            <a:gdLst/>
            <a:ahLst/>
            <a:rect l="0" t="0" r="r" b="b"/>
            <a:pathLst>
              <a:path w="3976" h="1203">
                <a:moveTo>
                  <a:pt x="0" y="0"/>
                </a:moveTo>
                <a:lnTo>
                  <a:pt x="3375" y="0"/>
                </a:lnTo>
                <a:lnTo>
                  <a:pt x="3976" y="602"/>
                </a:lnTo>
                <a:lnTo>
                  <a:pt x="3375" y="1203"/>
                </a:lnTo>
                <a:lnTo>
                  <a:pt x="0" y="1203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35" name=""/>
          <p:cNvSpPr txBox="1"/>
          <p:nvPr/>
        </p:nvSpPr>
        <p:spPr>
          <a:xfrm>
            <a:off x="8608680" y="4643280"/>
            <a:ext cx="5540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leg raise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36" name=""/>
          <p:cNvSpPr txBox="1"/>
          <p:nvPr/>
        </p:nvSpPr>
        <p:spPr>
          <a:xfrm>
            <a:off x="7257600" y="4447440"/>
            <a:ext cx="5950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45’ Back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037" name="" descr=""/>
          <p:cNvPicPr/>
          <p:nvPr/>
        </p:nvPicPr>
        <p:blipFill>
          <a:blip r:embed="rId2"/>
          <a:stretch/>
        </p:blipFill>
        <p:spPr>
          <a:xfrm>
            <a:off x="432720" y="2676240"/>
            <a:ext cx="3381480" cy="1720080"/>
          </a:xfrm>
          <a:prstGeom prst="rect">
            <a:avLst/>
          </a:prstGeom>
          <a:ln w="0">
            <a:noFill/>
          </a:ln>
        </p:spPr>
      </p:pic>
      <p:pic>
        <p:nvPicPr>
          <p:cNvPr id="27038" name="" descr=""/>
          <p:cNvPicPr/>
          <p:nvPr/>
        </p:nvPicPr>
        <p:blipFill>
          <a:blip r:embed="rId3"/>
          <a:stretch/>
        </p:blipFill>
        <p:spPr>
          <a:xfrm>
            <a:off x="469440" y="2712600"/>
            <a:ext cx="3259440" cy="1598400"/>
          </a:xfrm>
          <a:prstGeom prst="rect">
            <a:avLst/>
          </a:prstGeom>
          <a:ln w="0">
            <a:noFill/>
          </a:ln>
        </p:spPr>
      </p:pic>
      <p:sp>
        <p:nvSpPr>
          <p:cNvPr id="27039" name=""/>
          <p:cNvSpPr/>
          <p:nvPr/>
        </p:nvSpPr>
        <p:spPr>
          <a:xfrm>
            <a:off x="464400" y="2707560"/>
            <a:ext cx="3269880" cy="1608840"/>
          </a:xfrm>
          <a:custGeom>
            <a:avLst/>
            <a:gdLst/>
            <a:ahLst/>
            <a:rect l="0" t="0" r="r" b="b"/>
            <a:pathLst>
              <a:path w="9083" h="4469">
                <a:moveTo>
                  <a:pt x="0" y="4469"/>
                </a:moveTo>
                <a:lnTo>
                  <a:pt x="9083" y="4469"/>
                </a:lnTo>
                <a:lnTo>
                  <a:pt x="9083" y="0"/>
                </a:lnTo>
                <a:lnTo>
                  <a:pt x="0" y="0"/>
                </a:lnTo>
                <a:lnTo>
                  <a:pt x="0" y="4469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40" name=""/>
          <p:cNvSpPr/>
          <p:nvPr/>
        </p:nvSpPr>
        <p:spPr>
          <a:xfrm>
            <a:off x="541440" y="3475440"/>
            <a:ext cx="2694960" cy="297360"/>
          </a:xfrm>
          <a:custGeom>
            <a:avLst/>
            <a:gdLst/>
            <a:ahLst/>
            <a:rect l="0" t="0" r="r" b="b"/>
            <a:pathLst>
              <a:path w="7486" h="826">
                <a:moveTo>
                  <a:pt x="0" y="826"/>
                </a:moveTo>
                <a:lnTo>
                  <a:pt x="7486" y="826"/>
                </a:lnTo>
                <a:lnTo>
                  <a:pt x="7486" y="0"/>
                </a:lnTo>
                <a:lnTo>
                  <a:pt x="0" y="0"/>
                </a:lnTo>
                <a:lnTo>
                  <a:pt x="0" y="826"/>
                </a:lnTo>
                <a:close/>
              </a:path>
            </a:pathLst>
          </a:custGeom>
          <a:noFill/>
          <a:ln w="28440">
            <a:solidFill>
              <a:srgbClr val="b50938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41" name=""/>
          <p:cNvSpPr/>
          <p:nvPr/>
        </p:nvSpPr>
        <p:spPr>
          <a:xfrm>
            <a:off x="6223680" y="3876840"/>
            <a:ext cx="1429920" cy="434880"/>
          </a:xfrm>
          <a:custGeom>
            <a:avLst/>
            <a:gdLst/>
            <a:ahLst/>
            <a:rect l="0" t="0" r="r" b="b"/>
            <a:pathLst>
              <a:path w="3972" h="1208">
                <a:moveTo>
                  <a:pt x="0" y="0"/>
                </a:moveTo>
                <a:lnTo>
                  <a:pt x="3369" y="0"/>
                </a:lnTo>
                <a:lnTo>
                  <a:pt x="3972" y="603"/>
                </a:lnTo>
                <a:lnTo>
                  <a:pt x="3369" y="1208"/>
                </a:lnTo>
                <a:lnTo>
                  <a:pt x="0" y="1208"/>
                </a:lnTo>
                <a:lnTo>
                  <a:pt x="605" y="603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42" name=""/>
          <p:cNvSpPr txBox="1"/>
          <p:nvPr/>
        </p:nvSpPr>
        <p:spPr>
          <a:xfrm>
            <a:off x="7213320" y="4645440"/>
            <a:ext cx="6516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extension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43" name=""/>
          <p:cNvSpPr/>
          <p:nvPr/>
        </p:nvSpPr>
        <p:spPr>
          <a:xfrm>
            <a:off x="5464800" y="4439160"/>
            <a:ext cx="1429920" cy="433080"/>
          </a:xfrm>
          <a:custGeom>
            <a:avLst/>
            <a:gdLst/>
            <a:ahLst/>
            <a:rect l="0" t="0" r="r" b="b"/>
            <a:pathLst>
              <a:path w="3972" h="1203">
                <a:moveTo>
                  <a:pt x="0" y="0"/>
                </a:moveTo>
                <a:lnTo>
                  <a:pt x="3371" y="0"/>
                </a:lnTo>
                <a:lnTo>
                  <a:pt x="3972" y="602"/>
                </a:lnTo>
                <a:lnTo>
                  <a:pt x="3371" y="1203"/>
                </a:lnTo>
                <a:lnTo>
                  <a:pt x="0" y="1203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44" name=""/>
          <p:cNvSpPr txBox="1"/>
          <p:nvPr/>
        </p:nvSpPr>
        <p:spPr>
          <a:xfrm>
            <a:off x="6602760" y="3993480"/>
            <a:ext cx="6714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Cable row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45" name=""/>
          <p:cNvSpPr txBox="1"/>
          <p:nvPr/>
        </p:nvSpPr>
        <p:spPr>
          <a:xfrm>
            <a:off x="5845320" y="4456080"/>
            <a:ext cx="706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Crunch sit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46" name=""/>
          <p:cNvSpPr/>
          <p:nvPr/>
        </p:nvSpPr>
        <p:spPr>
          <a:xfrm>
            <a:off x="214560" y="2339280"/>
            <a:ext cx="3623040" cy="317160"/>
          </a:xfrm>
          <a:custGeom>
            <a:avLst/>
            <a:gdLst/>
            <a:ahLst/>
            <a:rect l="0" t="0" r="r" b="b"/>
            <a:pathLst>
              <a:path w="10064" h="881">
                <a:moveTo>
                  <a:pt x="0" y="881"/>
                </a:moveTo>
                <a:lnTo>
                  <a:pt x="10064" y="881"/>
                </a:lnTo>
                <a:lnTo>
                  <a:pt x="10064" y="0"/>
                </a:lnTo>
                <a:lnTo>
                  <a:pt x="0" y="0"/>
                </a:lnTo>
                <a:lnTo>
                  <a:pt x="0" y="88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47" name=""/>
          <p:cNvSpPr txBox="1"/>
          <p:nvPr/>
        </p:nvSpPr>
        <p:spPr>
          <a:xfrm>
            <a:off x="6061680" y="4654440"/>
            <a:ext cx="2368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ups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48" name=""/>
          <p:cNvSpPr txBox="1"/>
          <p:nvPr/>
        </p:nvSpPr>
        <p:spPr>
          <a:xfrm>
            <a:off x="1568520" y="2382480"/>
            <a:ext cx="9320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b50938"/>
                </a:solidFill>
                <a:latin typeface="Calibri"/>
                <a:ea typeface="Calibri"/>
              </a:rPr>
              <a:t>Weak Trunk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4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5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051" name="" descr=""/>
          <p:cNvPicPr/>
          <p:nvPr/>
        </p:nvPicPr>
        <p:blipFill>
          <a:blip r:embed="rId1"/>
          <a:stretch/>
        </p:blipFill>
        <p:spPr>
          <a:xfrm>
            <a:off x="190440" y="1472040"/>
            <a:ext cx="3271680" cy="4649400"/>
          </a:xfrm>
          <a:prstGeom prst="rect">
            <a:avLst/>
          </a:prstGeom>
          <a:ln w="0">
            <a:noFill/>
          </a:ln>
        </p:spPr>
      </p:pic>
      <p:sp>
        <p:nvSpPr>
          <p:cNvPr id="27052" name=""/>
          <p:cNvSpPr/>
          <p:nvPr/>
        </p:nvSpPr>
        <p:spPr>
          <a:xfrm>
            <a:off x="181080" y="1429200"/>
            <a:ext cx="3316680" cy="4692960"/>
          </a:xfrm>
          <a:custGeom>
            <a:avLst/>
            <a:gdLst/>
            <a:ahLst/>
            <a:rect l="0" t="0" r="r" b="b"/>
            <a:pathLst>
              <a:path w="9213" h="13036">
                <a:moveTo>
                  <a:pt x="0" y="13036"/>
                </a:moveTo>
                <a:lnTo>
                  <a:pt x="9213" y="13036"/>
                </a:lnTo>
                <a:lnTo>
                  <a:pt x="9213" y="0"/>
                </a:lnTo>
                <a:lnTo>
                  <a:pt x="0" y="0"/>
                </a:lnTo>
                <a:lnTo>
                  <a:pt x="0" y="13036"/>
                </a:lnTo>
                <a:close/>
              </a:path>
            </a:pathLst>
          </a:custGeom>
          <a:solidFill>
            <a:srgbClr val="ffffff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53" name=""/>
          <p:cNvSpPr/>
          <p:nvPr/>
        </p:nvSpPr>
        <p:spPr>
          <a:xfrm>
            <a:off x="4106880" y="1156680"/>
            <a:ext cx="91800" cy="341640"/>
          </a:xfrm>
          <a:custGeom>
            <a:avLst/>
            <a:gdLst/>
            <a:ahLst/>
            <a:rect l="0" t="0" r="r" b="b"/>
            <a:pathLst>
              <a:path w="255" h="949">
                <a:moveTo>
                  <a:pt x="0" y="949"/>
                </a:moveTo>
                <a:lnTo>
                  <a:pt x="255" y="949"/>
                </a:lnTo>
                <a:lnTo>
                  <a:pt x="255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54" name=""/>
          <p:cNvSpPr/>
          <p:nvPr/>
        </p:nvSpPr>
        <p:spPr>
          <a:xfrm>
            <a:off x="146160" y="1156680"/>
            <a:ext cx="3814920" cy="294480"/>
          </a:xfrm>
          <a:custGeom>
            <a:avLst/>
            <a:gdLst/>
            <a:ahLst/>
            <a:rect l="0" t="0" r="r" b="b"/>
            <a:pathLst>
              <a:path w="10597" h="818">
                <a:moveTo>
                  <a:pt x="0" y="818"/>
                </a:moveTo>
                <a:lnTo>
                  <a:pt x="10597" y="818"/>
                </a:lnTo>
                <a:lnTo>
                  <a:pt x="10597" y="0"/>
                </a:lnTo>
                <a:lnTo>
                  <a:pt x="0" y="0"/>
                </a:lnTo>
                <a:lnTo>
                  <a:pt x="0" y="818"/>
                </a:lnTo>
                <a:close/>
              </a:path>
            </a:pathLst>
          </a:custGeom>
          <a:solidFill>
            <a:srgbClr val="b50938"/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55" name=""/>
          <p:cNvSpPr txBox="1"/>
          <p:nvPr/>
        </p:nvSpPr>
        <p:spPr>
          <a:xfrm>
            <a:off x="4337280" y="1247400"/>
            <a:ext cx="867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WORKOUT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56" name=""/>
          <p:cNvSpPr/>
          <p:nvPr/>
        </p:nvSpPr>
        <p:spPr>
          <a:xfrm>
            <a:off x="146160" y="1442880"/>
            <a:ext cx="3814920" cy="4700520"/>
          </a:xfrm>
          <a:custGeom>
            <a:avLst/>
            <a:gdLst/>
            <a:ahLst/>
            <a:rect l="0" t="0" r="r" b="b"/>
            <a:pathLst>
              <a:path w="10597" h="13057">
                <a:moveTo>
                  <a:pt x="0" y="13057"/>
                </a:moveTo>
                <a:lnTo>
                  <a:pt x="10597" y="13057"/>
                </a:lnTo>
                <a:lnTo>
                  <a:pt x="10597" y="0"/>
                </a:lnTo>
                <a:lnTo>
                  <a:pt x="0" y="0"/>
                </a:lnTo>
                <a:lnTo>
                  <a:pt x="0" y="13057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57" name=""/>
          <p:cNvSpPr txBox="1"/>
          <p:nvPr/>
        </p:nvSpPr>
        <p:spPr>
          <a:xfrm>
            <a:off x="1802160" y="1189800"/>
            <a:ext cx="503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TYPE 4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58" name=""/>
          <p:cNvSpPr txBox="1"/>
          <p:nvPr/>
        </p:nvSpPr>
        <p:spPr>
          <a:xfrm>
            <a:off x="4337280" y="2080080"/>
            <a:ext cx="1920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Frequency: 2 times / week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59" name=""/>
          <p:cNvSpPr txBox="1"/>
          <p:nvPr/>
        </p:nvSpPr>
        <p:spPr>
          <a:xfrm>
            <a:off x="4337280" y="2377080"/>
            <a:ext cx="26251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Volume: 4 sets, 8-12 reps / exercise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60" name=""/>
          <p:cNvSpPr txBox="1"/>
          <p:nvPr/>
        </p:nvSpPr>
        <p:spPr>
          <a:xfrm>
            <a:off x="4337280" y="2674440"/>
            <a:ext cx="22867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Rest: 60 seconds between sets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61" name=""/>
          <p:cNvSpPr/>
          <p:nvPr/>
        </p:nvSpPr>
        <p:spPr>
          <a:xfrm>
            <a:off x="4472640" y="4000320"/>
            <a:ext cx="1596240" cy="433080"/>
          </a:xfrm>
          <a:custGeom>
            <a:avLst/>
            <a:gdLst/>
            <a:ahLst/>
            <a:rect l="0" t="0" r="r" b="b"/>
            <a:pathLst>
              <a:path w="4434" h="1203">
                <a:moveTo>
                  <a:pt x="0" y="0"/>
                </a:moveTo>
                <a:lnTo>
                  <a:pt x="3832" y="0"/>
                </a:lnTo>
                <a:lnTo>
                  <a:pt x="4434" y="602"/>
                </a:lnTo>
                <a:lnTo>
                  <a:pt x="3832" y="1203"/>
                </a:lnTo>
                <a:lnTo>
                  <a:pt x="0" y="1203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62" name=""/>
          <p:cNvSpPr txBox="1"/>
          <p:nvPr/>
        </p:nvSpPr>
        <p:spPr>
          <a:xfrm>
            <a:off x="4337280" y="2971800"/>
            <a:ext cx="2945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Tempo: Lift 2 seconds / lower 4 seconds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63" name=""/>
          <p:cNvSpPr txBox="1"/>
          <p:nvPr/>
        </p:nvSpPr>
        <p:spPr>
          <a:xfrm>
            <a:off x="4718160" y="4016880"/>
            <a:ext cx="10400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Alternate front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64" name=""/>
          <p:cNvSpPr/>
          <p:nvPr/>
        </p:nvSpPr>
        <p:spPr>
          <a:xfrm>
            <a:off x="7680960" y="4000320"/>
            <a:ext cx="1632600" cy="433080"/>
          </a:xfrm>
          <a:custGeom>
            <a:avLst/>
            <a:gdLst/>
            <a:ahLst/>
            <a:rect l="0" t="0" r="r" b="b"/>
            <a:pathLst>
              <a:path w="4535" h="1203">
                <a:moveTo>
                  <a:pt x="0" y="0"/>
                </a:moveTo>
                <a:lnTo>
                  <a:pt x="3934" y="0"/>
                </a:lnTo>
                <a:lnTo>
                  <a:pt x="4535" y="602"/>
                </a:lnTo>
                <a:lnTo>
                  <a:pt x="3934" y="1203"/>
                </a:lnTo>
                <a:lnTo>
                  <a:pt x="0" y="1203"/>
                </a:lnTo>
                <a:lnTo>
                  <a:pt x="602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65" name=""/>
          <p:cNvSpPr txBox="1"/>
          <p:nvPr/>
        </p:nvSpPr>
        <p:spPr>
          <a:xfrm>
            <a:off x="4762440" y="4214880"/>
            <a:ext cx="9061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dumbell raise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66" name=""/>
          <p:cNvSpPr txBox="1"/>
          <p:nvPr/>
        </p:nvSpPr>
        <p:spPr>
          <a:xfrm>
            <a:off x="8021880" y="4016880"/>
            <a:ext cx="9928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Concentration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67" name=""/>
          <p:cNvSpPr/>
          <p:nvPr/>
        </p:nvSpPr>
        <p:spPr>
          <a:xfrm>
            <a:off x="4472640" y="4541400"/>
            <a:ext cx="1596240" cy="433080"/>
          </a:xfrm>
          <a:custGeom>
            <a:avLst/>
            <a:gdLst/>
            <a:ahLst/>
            <a:rect l="0" t="0" r="r" b="b"/>
            <a:pathLst>
              <a:path w="4434" h="1203">
                <a:moveTo>
                  <a:pt x="0" y="0"/>
                </a:moveTo>
                <a:lnTo>
                  <a:pt x="3832" y="0"/>
                </a:lnTo>
                <a:lnTo>
                  <a:pt x="4434" y="602"/>
                </a:lnTo>
                <a:lnTo>
                  <a:pt x="3832" y="1203"/>
                </a:lnTo>
                <a:lnTo>
                  <a:pt x="0" y="1203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68" name=""/>
          <p:cNvSpPr txBox="1"/>
          <p:nvPr/>
        </p:nvSpPr>
        <p:spPr>
          <a:xfrm>
            <a:off x="8372160" y="4214880"/>
            <a:ext cx="2505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curl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69" name=""/>
          <p:cNvSpPr txBox="1"/>
          <p:nvPr/>
        </p:nvSpPr>
        <p:spPr>
          <a:xfrm>
            <a:off x="4979160" y="4558320"/>
            <a:ext cx="6195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One arm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70" name=""/>
          <p:cNvSpPr/>
          <p:nvPr/>
        </p:nvSpPr>
        <p:spPr>
          <a:xfrm>
            <a:off x="7900200" y="4541400"/>
            <a:ext cx="1413000" cy="433080"/>
          </a:xfrm>
          <a:custGeom>
            <a:avLst/>
            <a:gdLst/>
            <a:ahLst/>
            <a:rect l="0" t="0" r="r" b="b"/>
            <a:pathLst>
              <a:path w="3925" h="1203">
                <a:moveTo>
                  <a:pt x="0" y="0"/>
                </a:moveTo>
                <a:lnTo>
                  <a:pt x="3925" y="0"/>
                </a:lnTo>
                <a:cubicBezTo>
                  <a:pt x="3925" y="201"/>
                  <a:pt x="3925" y="402"/>
                  <a:pt x="3925" y="602"/>
                </a:cubicBezTo>
                <a:lnTo>
                  <a:pt x="3912" y="1203"/>
                </a:lnTo>
                <a:lnTo>
                  <a:pt x="0" y="1203"/>
                </a:lnTo>
                <a:lnTo>
                  <a:pt x="594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71" name=""/>
          <p:cNvSpPr txBox="1"/>
          <p:nvPr/>
        </p:nvSpPr>
        <p:spPr>
          <a:xfrm>
            <a:off x="4825080" y="4756320"/>
            <a:ext cx="8877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preacher curl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72" name=""/>
          <p:cNvSpPr/>
          <p:nvPr/>
        </p:nvSpPr>
        <p:spPr>
          <a:xfrm>
            <a:off x="5963400" y="4000320"/>
            <a:ext cx="1821240" cy="433080"/>
          </a:xfrm>
          <a:custGeom>
            <a:avLst/>
            <a:gdLst/>
            <a:ahLst/>
            <a:rect l="0" t="0" r="r" b="b"/>
            <a:pathLst>
              <a:path w="5059" h="1203">
                <a:moveTo>
                  <a:pt x="0" y="0"/>
                </a:moveTo>
                <a:lnTo>
                  <a:pt x="4458" y="0"/>
                </a:lnTo>
                <a:lnTo>
                  <a:pt x="5059" y="602"/>
                </a:lnTo>
                <a:lnTo>
                  <a:pt x="4458" y="1203"/>
                </a:lnTo>
                <a:lnTo>
                  <a:pt x="0" y="1203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73" name=""/>
          <p:cNvSpPr txBox="1"/>
          <p:nvPr/>
        </p:nvSpPr>
        <p:spPr>
          <a:xfrm>
            <a:off x="8021160" y="4657320"/>
            <a:ext cx="11667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Dumbell kickback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74" name=""/>
          <p:cNvSpPr txBox="1"/>
          <p:nvPr/>
        </p:nvSpPr>
        <p:spPr>
          <a:xfrm>
            <a:off x="6324480" y="4016880"/>
            <a:ext cx="11314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Single arm cable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75" name=""/>
          <p:cNvSpPr/>
          <p:nvPr/>
        </p:nvSpPr>
        <p:spPr>
          <a:xfrm>
            <a:off x="5967720" y="4541400"/>
            <a:ext cx="2033280" cy="433080"/>
          </a:xfrm>
          <a:custGeom>
            <a:avLst/>
            <a:gdLst/>
            <a:ahLst/>
            <a:rect l="0" t="0" r="r" b="b"/>
            <a:pathLst>
              <a:path w="5648" h="1203">
                <a:moveTo>
                  <a:pt x="0" y="0"/>
                </a:moveTo>
                <a:lnTo>
                  <a:pt x="5047" y="0"/>
                </a:lnTo>
                <a:lnTo>
                  <a:pt x="5648" y="602"/>
                </a:lnTo>
                <a:lnTo>
                  <a:pt x="5047" y="1203"/>
                </a:lnTo>
                <a:lnTo>
                  <a:pt x="0" y="1203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76" name=""/>
          <p:cNvSpPr txBox="1"/>
          <p:nvPr/>
        </p:nvSpPr>
        <p:spPr>
          <a:xfrm>
            <a:off x="6484680" y="4214880"/>
            <a:ext cx="785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lateral raise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77" name=""/>
          <p:cNvSpPr txBox="1"/>
          <p:nvPr/>
        </p:nvSpPr>
        <p:spPr>
          <a:xfrm>
            <a:off x="6355080" y="4558320"/>
            <a:ext cx="12898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One arm overhead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078" name="" descr=""/>
          <p:cNvPicPr/>
          <p:nvPr/>
        </p:nvPicPr>
        <p:blipFill>
          <a:blip r:embed="rId2"/>
          <a:stretch/>
        </p:blipFill>
        <p:spPr>
          <a:xfrm>
            <a:off x="435960" y="2679120"/>
            <a:ext cx="3395160" cy="1717200"/>
          </a:xfrm>
          <a:prstGeom prst="rect">
            <a:avLst/>
          </a:prstGeom>
          <a:ln w="0">
            <a:noFill/>
          </a:ln>
        </p:spPr>
      </p:pic>
      <p:pic>
        <p:nvPicPr>
          <p:cNvPr id="27079" name="" descr=""/>
          <p:cNvPicPr/>
          <p:nvPr/>
        </p:nvPicPr>
        <p:blipFill>
          <a:blip r:embed="rId3"/>
          <a:stretch/>
        </p:blipFill>
        <p:spPr>
          <a:xfrm>
            <a:off x="472320" y="2715840"/>
            <a:ext cx="3273120" cy="1595160"/>
          </a:xfrm>
          <a:prstGeom prst="rect">
            <a:avLst/>
          </a:prstGeom>
          <a:ln w="0">
            <a:noFill/>
          </a:ln>
        </p:spPr>
      </p:pic>
      <p:sp>
        <p:nvSpPr>
          <p:cNvPr id="27080" name=""/>
          <p:cNvSpPr/>
          <p:nvPr/>
        </p:nvSpPr>
        <p:spPr>
          <a:xfrm>
            <a:off x="467640" y="2710800"/>
            <a:ext cx="3283200" cy="1605600"/>
          </a:xfrm>
          <a:custGeom>
            <a:avLst/>
            <a:gdLst/>
            <a:ahLst/>
            <a:rect l="0" t="0" r="r" b="b"/>
            <a:pathLst>
              <a:path w="9120" h="4460">
                <a:moveTo>
                  <a:pt x="0" y="4460"/>
                </a:moveTo>
                <a:lnTo>
                  <a:pt x="9120" y="4460"/>
                </a:lnTo>
                <a:lnTo>
                  <a:pt x="9120" y="0"/>
                </a:lnTo>
                <a:lnTo>
                  <a:pt x="0" y="0"/>
                </a:lnTo>
                <a:lnTo>
                  <a:pt x="0" y="446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81" name=""/>
          <p:cNvSpPr/>
          <p:nvPr/>
        </p:nvSpPr>
        <p:spPr>
          <a:xfrm>
            <a:off x="2342880" y="3208680"/>
            <a:ext cx="294480" cy="257760"/>
          </a:xfrm>
          <a:custGeom>
            <a:avLst/>
            <a:gdLst/>
            <a:ahLst/>
            <a:rect l="0" t="0" r="r" b="b"/>
            <a:pathLst>
              <a:path fill="none" w="818" h="716">
                <a:moveTo>
                  <a:pt x="619" y="0"/>
                </a:moveTo>
                <a:lnTo>
                  <a:pt x="818" y="0"/>
                </a:lnTo>
                <a:lnTo>
                  <a:pt x="818" y="716"/>
                </a:lnTo>
                <a:lnTo>
                  <a:pt x="0" y="716"/>
                </a:lnTo>
              </a:path>
            </a:pathLst>
          </a:custGeom>
          <a:ln w="28440">
            <a:solidFill>
              <a:srgbClr val="b50938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82" name=""/>
          <p:cNvSpPr/>
          <p:nvPr/>
        </p:nvSpPr>
        <p:spPr>
          <a:xfrm>
            <a:off x="214560" y="2339280"/>
            <a:ext cx="3623040" cy="317160"/>
          </a:xfrm>
          <a:custGeom>
            <a:avLst/>
            <a:gdLst/>
            <a:ahLst/>
            <a:rect l="0" t="0" r="r" b="b"/>
            <a:pathLst>
              <a:path w="10064" h="881">
                <a:moveTo>
                  <a:pt x="0" y="881"/>
                </a:moveTo>
                <a:lnTo>
                  <a:pt x="10064" y="881"/>
                </a:lnTo>
                <a:lnTo>
                  <a:pt x="10064" y="0"/>
                </a:lnTo>
                <a:lnTo>
                  <a:pt x="0" y="0"/>
                </a:lnTo>
                <a:lnTo>
                  <a:pt x="0" y="88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83" name=""/>
          <p:cNvSpPr txBox="1"/>
          <p:nvPr/>
        </p:nvSpPr>
        <p:spPr>
          <a:xfrm>
            <a:off x="6446520" y="4756320"/>
            <a:ext cx="10782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tricep extension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84" name=""/>
          <p:cNvSpPr txBox="1"/>
          <p:nvPr/>
        </p:nvSpPr>
        <p:spPr>
          <a:xfrm>
            <a:off x="915840" y="2382480"/>
            <a:ext cx="2222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b50938"/>
                </a:solidFill>
                <a:latin typeface="Calibri"/>
                <a:ea typeface="Calibri"/>
              </a:rPr>
              <a:t>Upper Left / Right Imbalance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8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8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87" name=""/>
          <p:cNvSpPr/>
          <p:nvPr/>
        </p:nvSpPr>
        <p:spPr>
          <a:xfrm>
            <a:off x="7718760" y="4000320"/>
            <a:ext cx="1836720" cy="433080"/>
          </a:xfrm>
          <a:custGeom>
            <a:avLst/>
            <a:gdLst/>
            <a:ahLst/>
            <a:rect l="0" t="0" r="r" b="b"/>
            <a:pathLst>
              <a:path w="5102" h="1203">
                <a:moveTo>
                  <a:pt x="0" y="0"/>
                </a:moveTo>
                <a:lnTo>
                  <a:pt x="4501" y="0"/>
                </a:lnTo>
                <a:lnTo>
                  <a:pt x="5102" y="602"/>
                </a:lnTo>
                <a:lnTo>
                  <a:pt x="4501" y="1203"/>
                </a:lnTo>
                <a:lnTo>
                  <a:pt x="0" y="1203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7088" name="" descr=""/>
          <p:cNvPicPr/>
          <p:nvPr/>
        </p:nvPicPr>
        <p:blipFill>
          <a:blip r:embed="rId1"/>
          <a:stretch/>
        </p:blipFill>
        <p:spPr>
          <a:xfrm>
            <a:off x="132480" y="1434240"/>
            <a:ext cx="3324960" cy="4723920"/>
          </a:xfrm>
          <a:prstGeom prst="rect">
            <a:avLst/>
          </a:prstGeom>
          <a:ln w="0">
            <a:noFill/>
          </a:ln>
        </p:spPr>
      </p:pic>
      <p:pic>
        <p:nvPicPr>
          <p:cNvPr id="27089" name="" descr=""/>
          <p:cNvPicPr/>
          <p:nvPr/>
        </p:nvPicPr>
        <p:blipFill>
          <a:blip r:embed="rId2"/>
          <a:stretch/>
        </p:blipFill>
        <p:spPr>
          <a:xfrm>
            <a:off x="185760" y="1449360"/>
            <a:ext cx="3223080" cy="4622040"/>
          </a:xfrm>
          <a:prstGeom prst="rect">
            <a:avLst/>
          </a:prstGeom>
          <a:ln w="0">
            <a:noFill/>
          </a:ln>
        </p:spPr>
      </p:pic>
      <p:sp>
        <p:nvSpPr>
          <p:cNvPr id="27090" name=""/>
          <p:cNvSpPr txBox="1"/>
          <p:nvPr/>
        </p:nvSpPr>
        <p:spPr>
          <a:xfrm>
            <a:off x="8285400" y="4115880"/>
            <a:ext cx="7016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Split squat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91" name=""/>
          <p:cNvSpPr txBox="1"/>
          <p:nvPr/>
        </p:nvSpPr>
        <p:spPr>
          <a:xfrm>
            <a:off x="2768400" y="3710520"/>
            <a:ext cx="60120" cy="65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5.</a:t>
            </a:r>
            <a:endParaRPr b="0" lang="en-US" sz="4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92" name=""/>
          <p:cNvSpPr/>
          <p:nvPr/>
        </p:nvSpPr>
        <p:spPr>
          <a:xfrm>
            <a:off x="126360" y="1417320"/>
            <a:ext cx="3316680" cy="4692960"/>
          </a:xfrm>
          <a:custGeom>
            <a:avLst/>
            <a:gdLst/>
            <a:ahLst/>
            <a:rect l="0" t="0" r="r" b="b"/>
            <a:pathLst>
              <a:path w="9213" h="13036">
                <a:moveTo>
                  <a:pt x="0" y="13036"/>
                </a:moveTo>
                <a:lnTo>
                  <a:pt x="9213" y="13036"/>
                </a:lnTo>
                <a:lnTo>
                  <a:pt x="9213" y="0"/>
                </a:lnTo>
                <a:lnTo>
                  <a:pt x="0" y="0"/>
                </a:lnTo>
                <a:lnTo>
                  <a:pt x="0" y="13036"/>
                </a:lnTo>
                <a:close/>
              </a:path>
            </a:pathLst>
          </a:custGeom>
          <a:solidFill>
            <a:srgbClr val="ffffff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93" name=""/>
          <p:cNvSpPr/>
          <p:nvPr/>
        </p:nvSpPr>
        <p:spPr>
          <a:xfrm>
            <a:off x="4106880" y="1156680"/>
            <a:ext cx="91800" cy="341640"/>
          </a:xfrm>
          <a:custGeom>
            <a:avLst/>
            <a:gdLst/>
            <a:ahLst/>
            <a:rect l="0" t="0" r="r" b="b"/>
            <a:pathLst>
              <a:path w="255" h="949">
                <a:moveTo>
                  <a:pt x="0" y="949"/>
                </a:moveTo>
                <a:lnTo>
                  <a:pt x="255" y="949"/>
                </a:lnTo>
                <a:lnTo>
                  <a:pt x="255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94" name=""/>
          <p:cNvSpPr txBox="1"/>
          <p:nvPr/>
        </p:nvSpPr>
        <p:spPr>
          <a:xfrm>
            <a:off x="2768400" y="3777840"/>
            <a:ext cx="56160" cy="65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50" spc="-1" strike="noStrike">
                <a:solidFill>
                  <a:srgbClr val="000000"/>
                </a:solidFill>
                <a:latin typeface="Malgun Gothic"/>
                <a:ea typeface="Malgun Gothic"/>
              </a:rPr>
              <a:t>4</a:t>
            </a:r>
            <a:endParaRPr b="0" lang="en-US" sz="4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95" name=""/>
          <p:cNvSpPr/>
          <p:nvPr/>
        </p:nvSpPr>
        <p:spPr>
          <a:xfrm>
            <a:off x="146160" y="1156680"/>
            <a:ext cx="3814920" cy="294480"/>
          </a:xfrm>
          <a:custGeom>
            <a:avLst/>
            <a:gdLst/>
            <a:ahLst/>
            <a:rect l="0" t="0" r="r" b="b"/>
            <a:pathLst>
              <a:path w="10597" h="818">
                <a:moveTo>
                  <a:pt x="0" y="818"/>
                </a:moveTo>
                <a:lnTo>
                  <a:pt x="10597" y="818"/>
                </a:lnTo>
                <a:lnTo>
                  <a:pt x="10597" y="0"/>
                </a:lnTo>
                <a:lnTo>
                  <a:pt x="0" y="0"/>
                </a:lnTo>
                <a:lnTo>
                  <a:pt x="0" y="818"/>
                </a:lnTo>
                <a:close/>
              </a:path>
            </a:pathLst>
          </a:custGeom>
          <a:solidFill>
            <a:srgbClr val="b50938"/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096" name=""/>
          <p:cNvSpPr txBox="1"/>
          <p:nvPr/>
        </p:nvSpPr>
        <p:spPr>
          <a:xfrm>
            <a:off x="4337280" y="1247400"/>
            <a:ext cx="867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WORKOUT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97" name=""/>
          <p:cNvSpPr/>
          <p:nvPr/>
        </p:nvSpPr>
        <p:spPr>
          <a:xfrm>
            <a:off x="146160" y="1442880"/>
            <a:ext cx="3814920" cy="4700520"/>
          </a:xfrm>
          <a:custGeom>
            <a:avLst/>
            <a:gdLst/>
            <a:ahLst/>
            <a:rect l="0" t="0" r="r" b="b"/>
            <a:pathLst>
              <a:path w="10597" h="13057">
                <a:moveTo>
                  <a:pt x="0" y="13057"/>
                </a:moveTo>
                <a:lnTo>
                  <a:pt x="10597" y="13057"/>
                </a:lnTo>
                <a:lnTo>
                  <a:pt x="10597" y="0"/>
                </a:lnTo>
                <a:lnTo>
                  <a:pt x="0" y="0"/>
                </a:lnTo>
                <a:lnTo>
                  <a:pt x="0" y="13057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98" name=""/>
          <p:cNvSpPr txBox="1"/>
          <p:nvPr/>
        </p:nvSpPr>
        <p:spPr>
          <a:xfrm>
            <a:off x="1802160" y="1189800"/>
            <a:ext cx="5036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TYPE 5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099" name=""/>
          <p:cNvSpPr txBox="1"/>
          <p:nvPr/>
        </p:nvSpPr>
        <p:spPr>
          <a:xfrm>
            <a:off x="4337280" y="208008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0" name=""/>
          <p:cNvSpPr txBox="1"/>
          <p:nvPr/>
        </p:nvSpPr>
        <p:spPr>
          <a:xfrm>
            <a:off x="4570560" y="2080080"/>
            <a:ext cx="19209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Frequency: 2 times / week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1" name=""/>
          <p:cNvSpPr txBox="1"/>
          <p:nvPr/>
        </p:nvSpPr>
        <p:spPr>
          <a:xfrm>
            <a:off x="4337280" y="237708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2" name=""/>
          <p:cNvSpPr txBox="1"/>
          <p:nvPr/>
        </p:nvSpPr>
        <p:spPr>
          <a:xfrm>
            <a:off x="4570560" y="2377080"/>
            <a:ext cx="27165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Volume: 4 sets, 12-15 reps / exercise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3" name=""/>
          <p:cNvSpPr txBox="1"/>
          <p:nvPr/>
        </p:nvSpPr>
        <p:spPr>
          <a:xfrm>
            <a:off x="4337280" y="267444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4" name=""/>
          <p:cNvSpPr txBox="1"/>
          <p:nvPr/>
        </p:nvSpPr>
        <p:spPr>
          <a:xfrm>
            <a:off x="4570560" y="2674440"/>
            <a:ext cx="22867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Rest: 60 seconds between sets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5" name=""/>
          <p:cNvSpPr txBox="1"/>
          <p:nvPr/>
        </p:nvSpPr>
        <p:spPr>
          <a:xfrm>
            <a:off x="4337280" y="297180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6" name=""/>
          <p:cNvSpPr txBox="1"/>
          <p:nvPr/>
        </p:nvSpPr>
        <p:spPr>
          <a:xfrm>
            <a:off x="4570560" y="2971800"/>
            <a:ext cx="23324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Tempo: Lift 2 seconds / lower 4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7" name=""/>
          <p:cNvSpPr/>
          <p:nvPr/>
        </p:nvSpPr>
        <p:spPr>
          <a:xfrm>
            <a:off x="4472640" y="4000320"/>
            <a:ext cx="1596240" cy="433080"/>
          </a:xfrm>
          <a:custGeom>
            <a:avLst/>
            <a:gdLst/>
            <a:ahLst/>
            <a:rect l="0" t="0" r="r" b="b"/>
            <a:pathLst>
              <a:path w="4434" h="1203">
                <a:moveTo>
                  <a:pt x="0" y="0"/>
                </a:moveTo>
                <a:lnTo>
                  <a:pt x="3832" y="0"/>
                </a:lnTo>
                <a:lnTo>
                  <a:pt x="4434" y="602"/>
                </a:lnTo>
                <a:lnTo>
                  <a:pt x="3832" y="1203"/>
                </a:lnTo>
                <a:lnTo>
                  <a:pt x="0" y="1203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108" name=""/>
          <p:cNvSpPr txBox="1"/>
          <p:nvPr/>
        </p:nvSpPr>
        <p:spPr>
          <a:xfrm>
            <a:off x="4570560" y="3269160"/>
            <a:ext cx="61344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seconds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09" name=""/>
          <p:cNvSpPr txBox="1"/>
          <p:nvPr/>
        </p:nvSpPr>
        <p:spPr>
          <a:xfrm>
            <a:off x="4899600" y="4016880"/>
            <a:ext cx="6681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Single leg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10" name=""/>
          <p:cNvSpPr/>
          <p:nvPr/>
        </p:nvSpPr>
        <p:spPr>
          <a:xfrm>
            <a:off x="4472640" y="4541400"/>
            <a:ext cx="1596240" cy="433080"/>
          </a:xfrm>
          <a:custGeom>
            <a:avLst/>
            <a:gdLst/>
            <a:ahLst/>
            <a:rect l="0" t="0" r="r" b="b"/>
            <a:pathLst>
              <a:path w="4434" h="1203">
                <a:moveTo>
                  <a:pt x="0" y="0"/>
                </a:moveTo>
                <a:lnTo>
                  <a:pt x="3832" y="0"/>
                </a:lnTo>
                <a:lnTo>
                  <a:pt x="4434" y="602"/>
                </a:lnTo>
                <a:lnTo>
                  <a:pt x="3832" y="1203"/>
                </a:lnTo>
                <a:lnTo>
                  <a:pt x="0" y="1203"/>
                </a:lnTo>
                <a:lnTo>
                  <a:pt x="601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111" name=""/>
          <p:cNvSpPr txBox="1"/>
          <p:nvPr/>
        </p:nvSpPr>
        <p:spPr>
          <a:xfrm>
            <a:off x="4922640" y="4214880"/>
            <a:ext cx="5889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leg press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12" name=""/>
          <p:cNvSpPr txBox="1"/>
          <p:nvPr/>
        </p:nvSpPr>
        <p:spPr>
          <a:xfrm>
            <a:off x="4953240" y="4558320"/>
            <a:ext cx="66816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Single leg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13" name=""/>
          <p:cNvSpPr/>
          <p:nvPr/>
        </p:nvSpPr>
        <p:spPr>
          <a:xfrm>
            <a:off x="5975280" y="4000320"/>
            <a:ext cx="1837080" cy="433080"/>
          </a:xfrm>
          <a:custGeom>
            <a:avLst/>
            <a:gdLst/>
            <a:ahLst/>
            <a:rect l="0" t="0" r="r" b="b"/>
            <a:pathLst>
              <a:path w="5103" h="1203">
                <a:moveTo>
                  <a:pt x="0" y="0"/>
                </a:moveTo>
                <a:lnTo>
                  <a:pt x="4501" y="0"/>
                </a:lnTo>
                <a:lnTo>
                  <a:pt x="5103" y="602"/>
                </a:lnTo>
                <a:lnTo>
                  <a:pt x="4501" y="1203"/>
                </a:lnTo>
                <a:lnTo>
                  <a:pt x="0" y="1203"/>
                </a:lnTo>
                <a:lnTo>
                  <a:pt x="602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114" name=""/>
          <p:cNvSpPr txBox="1"/>
          <p:nvPr/>
        </p:nvSpPr>
        <p:spPr>
          <a:xfrm>
            <a:off x="4947120" y="4756320"/>
            <a:ext cx="6516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extension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15" name=""/>
          <p:cNvSpPr/>
          <p:nvPr/>
        </p:nvSpPr>
        <p:spPr>
          <a:xfrm>
            <a:off x="5969160" y="4541400"/>
            <a:ext cx="1848960" cy="433080"/>
          </a:xfrm>
          <a:custGeom>
            <a:avLst/>
            <a:gdLst/>
            <a:ahLst/>
            <a:rect l="0" t="0" r="r" b="b"/>
            <a:pathLst>
              <a:path w="5136" h="1203">
                <a:moveTo>
                  <a:pt x="0" y="0"/>
                </a:moveTo>
                <a:lnTo>
                  <a:pt x="4535" y="0"/>
                </a:lnTo>
                <a:lnTo>
                  <a:pt x="5136" y="602"/>
                </a:lnTo>
                <a:lnTo>
                  <a:pt x="4535" y="1203"/>
                </a:lnTo>
                <a:lnTo>
                  <a:pt x="0" y="1203"/>
                </a:lnTo>
                <a:lnTo>
                  <a:pt x="602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116" name=""/>
          <p:cNvSpPr txBox="1"/>
          <p:nvPr/>
        </p:nvSpPr>
        <p:spPr>
          <a:xfrm>
            <a:off x="6544800" y="4115880"/>
            <a:ext cx="6955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Box set up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17" name=""/>
          <p:cNvSpPr/>
          <p:nvPr/>
        </p:nvSpPr>
        <p:spPr>
          <a:xfrm>
            <a:off x="7718760" y="4541400"/>
            <a:ext cx="1794240" cy="433080"/>
          </a:xfrm>
          <a:custGeom>
            <a:avLst/>
            <a:gdLst/>
            <a:ahLst/>
            <a:rect l="0" t="0" r="r" b="b"/>
            <a:pathLst>
              <a:path w="4984" h="1203">
                <a:moveTo>
                  <a:pt x="0" y="0"/>
                </a:moveTo>
                <a:lnTo>
                  <a:pt x="4984" y="14"/>
                </a:lnTo>
                <a:lnTo>
                  <a:pt x="4984" y="602"/>
                </a:lnTo>
                <a:lnTo>
                  <a:pt x="4971" y="1203"/>
                </a:lnTo>
                <a:lnTo>
                  <a:pt x="0" y="1203"/>
                </a:lnTo>
                <a:lnTo>
                  <a:pt x="570" y="602"/>
                </a:lnTo>
                <a:lnTo>
                  <a:pt x="0" y="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118" name=""/>
          <p:cNvSpPr txBox="1"/>
          <p:nvPr/>
        </p:nvSpPr>
        <p:spPr>
          <a:xfrm>
            <a:off x="6429960" y="4657320"/>
            <a:ext cx="9198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Single leg curl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19" name=""/>
          <p:cNvSpPr txBox="1"/>
          <p:nvPr/>
        </p:nvSpPr>
        <p:spPr>
          <a:xfrm>
            <a:off x="8043120" y="4558320"/>
            <a:ext cx="11804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One leg calf raise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20" name="" descr=""/>
          <p:cNvPicPr/>
          <p:nvPr/>
        </p:nvPicPr>
        <p:blipFill>
          <a:blip r:embed="rId3"/>
          <a:stretch/>
        </p:blipFill>
        <p:spPr>
          <a:xfrm>
            <a:off x="435960" y="2679120"/>
            <a:ext cx="3395160" cy="1717200"/>
          </a:xfrm>
          <a:prstGeom prst="rect">
            <a:avLst/>
          </a:prstGeom>
          <a:ln w="0">
            <a:noFill/>
          </a:ln>
        </p:spPr>
      </p:pic>
      <p:pic>
        <p:nvPicPr>
          <p:cNvPr id="27121" name="" descr=""/>
          <p:cNvPicPr/>
          <p:nvPr/>
        </p:nvPicPr>
        <p:blipFill>
          <a:blip r:embed="rId4"/>
          <a:stretch/>
        </p:blipFill>
        <p:spPr>
          <a:xfrm>
            <a:off x="472320" y="2715840"/>
            <a:ext cx="3273120" cy="1595160"/>
          </a:xfrm>
          <a:prstGeom prst="rect">
            <a:avLst/>
          </a:prstGeom>
          <a:ln w="0">
            <a:noFill/>
          </a:ln>
        </p:spPr>
      </p:pic>
      <p:sp>
        <p:nvSpPr>
          <p:cNvPr id="27122" name=""/>
          <p:cNvSpPr/>
          <p:nvPr/>
        </p:nvSpPr>
        <p:spPr>
          <a:xfrm>
            <a:off x="467640" y="2710800"/>
            <a:ext cx="3283200" cy="1605600"/>
          </a:xfrm>
          <a:custGeom>
            <a:avLst/>
            <a:gdLst/>
            <a:ahLst/>
            <a:rect l="0" t="0" r="r" b="b"/>
            <a:pathLst>
              <a:path w="9120" h="4460">
                <a:moveTo>
                  <a:pt x="0" y="4460"/>
                </a:moveTo>
                <a:lnTo>
                  <a:pt x="9120" y="4460"/>
                </a:lnTo>
                <a:lnTo>
                  <a:pt x="9120" y="0"/>
                </a:lnTo>
                <a:lnTo>
                  <a:pt x="0" y="0"/>
                </a:lnTo>
                <a:lnTo>
                  <a:pt x="0" y="4460"/>
                </a:lnTo>
                <a:close/>
              </a:path>
            </a:pathLst>
          </a:custGeom>
          <a:noFill/>
          <a:ln w="9360">
            <a:solidFill>
              <a:srgbClr val="000000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23" name=""/>
          <p:cNvSpPr/>
          <p:nvPr/>
        </p:nvSpPr>
        <p:spPr>
          <a:xfrm>
            <a:off x="2902320" y="3950640"/>
            <a:ext cx="201600" cy="282600"/>
          </a:xfrm>
          <a:custGeom>
            <a:avLst/>
            <a:gdLst/>
            <a:ahLst/>
            <a:rect l="0" t="0" r="r" b="b"/>
            <a:pathLst>
              <a:path fill="none" w="560" h="785">
                <a:moveTo>
                  <a:pt x="0" y="0"/>
                </a:moveTo>
                <a:lnTo>
                  <a:pt x="560" y="0"/>
                </a:lnTo>
                <a:lnTo>
                  <a:pt x="560" y="785"/>
                </a:lnTo>
                <a:lnTo>
                  <a:pt x="272" y="785"/>
                </a:lnTo>
              </a:path>
            </a:pathLst>
          </a:custGeom>
          <a:ln w="28440">
            <a:solidFill>
              <a:srgbClr val="b50938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24" name=""/>
          <p:cNvSpPr/>
          <p:nvPr/>
        </p:nvSpPr>
        <p:spPr>
          <a:xfrm>
            <a:off x="214560" y="2339280"/>
            <a:ext cx="3623040" cy="317160"/>
          </a:xfrm>
          <a:custGeom>
            <a:avLst/>
            <a:gdLst/>
            <a:ahLst/>
            <a:rect l="0" t="0" r="r" b="b"/>
            <a:pathLst>
              <a:path w="10064" h="881">
                <a:moveTo>
                  <a:pt x="0" y="881"/>
                </a:moveTo>
                <a:lnTo>
                  <a:pt x="10064" y="881"/>
                </a:lnTo>
                <a:lnTo>
                  <a:pt x="10064" y="0"/>
                </a:lnTo>
                <a:lnTo>
                  <a:pt x="0" y="0"/>
                </a:lnTo>
                <a:lnTo>
                  <a:pt x="0" y="88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25" name=""/>
          <p:cNvSpPr txBox="1"/>
          <p:nvPr/>
        </p:nvSpPr>
        <p:spPr>
          <a:xfrm>
            <a:off x="8172720" y="4756320"/>
            <a:ext cx="8830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ffffff"/>
                </a:solidFill>
                <a:latin typeface="Calibri"/>
                <a:ea typeface="Calibri"/>
              </a:rPr>
              <a:t>with dumbell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26" name=""/>
          <p:cNvSpPr txBox="1"/>
          <p:nvPr/>
        </p:nvSpPr>
        <p:spPr>
          <a:xfrm>
            <a:off x="919080" y="2382480"/>
            <a:ext cx="221976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b50938"/>
                </a:solidFill>
                <a:latin typeface="Calibri"/>
                <a:ea typeface="Calibri"/>
              </a:rPr>
              <a:t>Lower Left / Right Imbalance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2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2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29" name="" descr=""/>
          <p:cNvPicPr/>
          <p:nvPr/>
        </p:nvPicPr>
        <p:blipFill>
          <a:blip r:embed="rId1"/>
          <a:stretch/>
        </p:blipFill>
        <p:spPr>
          <a:xfrm>
            <a:off x="5385960" y="1072800"/>
            <a:ext cx="3324960" cy="4711680"/>
          </a:xfrm>
          <a:prstGeom prst="rect">
            <a:avLst/>
          </a:prstGeom>
          <a:ln w="0">
            <a:noFill/>
          </a:ln>
        </p:spPr>
      </p:pic>
      <p:sp>
        <p:nvSpPr>
          <p:cNvPr id="27130" name=""/>
          <p:cNvSpPr/>
          <p:nvPr/>
        </p:nvSpPr>
        <p:spPr>
          <a:xfrm>
            <a:off x="0" y="642960"/>
            <a:ext cx="4973040" cy="5572080"/>
          </a:xfrm>
          <a:custGeom>
            <a:avLst/>
            <a:gdLst/>
            <a:ahLst/>
            <a:rect l="0" t="0" r="r" b="b"/>
            <a:pathLst>
              <a:path w="13814" h="15478">
                <a:moveTo>
                  <a:pt x="0" y="15478"/>
                </a:moveTo>
                <a:lnTo>
                  <a:pt x="13814" y="15478"/>
                </a:lnTo>
                <a:lnTo>
                  <a:pt x="13814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131" name=""/>
          <p:cNvSpPr/>
          <p:nvPr/>
        </p:nvSpPr>
        <p:spPr>
          <a:xfrm>
            <a:off x="0" y="642960"/>
            <a:ext cx="4973040" cy="5572080"/>
          </a:xfrm>
          <a:custGeom>
            <a:avLst/>
            <a:gdLst/>
            <a:ahLst/>
            <a:rect l="0" t="0" r="r" b="b"/>
            <a:pathLst>
              <a:path w="13814" h="15478">
                <a:moveTo>
                  <a:pt x="0" y="15478"/>
                </a:moveTo>
                <a:lnTo>
                  <a:pt x="13814" y="15478"/>
                </a:lnTo>
                <a:lnTo>
                  <a:pt x="13814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32" name="" descr=""/>
          <p:cNvPicPr/>
          <p:nvPr/>
        </p:nvPicPr>
        <p:blipFill>
          <a:blip r:embed="rId2"/>
          <a:stretch/>
        </p:blipFill>
        <p:spPr>
          <a:xfrm>
            <a:off x="2220480" y="642960"/>
            <a:ext cx="529920" cy="1631880"/>
          </a:xfrm>
          <a:prstGeom prst="rect">
            <a:avLst/>
          </a:prstGeom>
          <a:ln w="0">
            <a:noFill/>
          </a:ln>
        </p:spPr>
      </p:pic>
      <p:sp>
        <p:nvSpPr>
          <p:cNvPr id="27133" name=""/>
          <p:cNvSpPr/>
          <p:nvPr/>
        </p:nvSpPr>
        <p:spPr>
          <a:xfrm>
            <a:off x="2077920" y="3876120"/>
            <a:ext cx="819000" cy="0"/>
          </a:xfrm>
          <a:prstGeom prst="line">
            <a:avLst/>
          </a:prstGeom>
          <a:ln w="37800">
            <a:solidFill>
              <a:srgbClr val="d0cece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8720" rIns="18720" tIns="-18720" bIns="-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34" name=""/>
          <p:cNvSpPr/>
          <p:nvPr/>
        </p:nvSpPr>
        <p:spPr>
          <a:xfrm>
            <a:off x="5385600" y="1002600"/>
            <a:ext cx="3499560" cy="4782600"/>
          </a:xfrm>
          <a:custGeom>
            <a:avLst/>
            <a:gdLst/>
            <a:ahLst/>
            <a:rect l="0" t="0" r="r" b="b"/>
            <a:pathLst>
              <a:path w="9721" h="13285">
                <a:moveTo>
                  <a:pt x="0" y="13285"/>
                </a:moveTo>
                <a:lnTo>
                  <a:pt x="9721" y="13285"/>
                </a:lnTo>
                <a:lnTo>
                  <a:pt x="9721" y="0"/>
                </a:lnTo>
                <a:lnTo>
                  <a:pt x="0" y="0"/>
                </a:lnTo>
                <a:lnTo>
                  <a:pt x="0" y="13285"/>
                </a:lnTo>
                <a:close/>
              </a:path>
            </a:pathLst>
          </a:custGeom>
          <a:solidFill>
            <a:srgbClr val="ffffff">
              <a:alpha val="5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35" name="" descr=""/>
          <p:cNvPicPr/>
          <p:nvPr/>
        </p:nvPicPr>
        <p:blipFill>
          <a:blip r:embed="rId3"/>
          <a:stretch/>
        </p:blipFill>
        <p:spPr>
          <a:xfrm>
            <a:off x="7158240" y="1751040"/>
            <a:ext cx="2924280" cy="4387320"/>
          </a:xfrm>
          <a:prstGeom prst="rect">
            <a:avLst/>
          </a:prstGeom>
          <a:ln w="0">
            <a:noFill/>
          </a:ln>
        </p:spPr>
      </p:pic>
      <p:sp>
        <p:nvSpPr>
          <p:cNvPr id="27136" name=""/>
          <p:cNvSpPr/>
          <p:nvPr/>
        </p:nvSpPr>
        <p:spPr>
          <a:xfrm>
            <a:off x="5223960" y="642960"/>
            <a:ext cx="4407840" cy="5572080"/>
          </a:xfrm>
          <a:custGeom>
            <a:avLst/>
            <a:gdLst/>
            <a:ahLst/>
            <a:rect l="0" t="0" r="r" b="b"/>
            <a:pathLst>
              <a:path w="12244" h="15478">
                <a:moveTo>
                  <a:pt x="0" y="15478"/>
                </a:moveTo>
                <a:lnTo>
                  <a:pt x="12244" y="15478"/>
                </a:lnTo>
                <a:lnTo>
                  <a:pt x="12244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ffffff">
              <a:alpha val="5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37" name=""/>
          <p:cNvSpPr txBox="1"/>
          <p:nvPr/>
        </p:nvSpPr>
        <p:spPr>
          <a:xfrm>
            <a:off x="1072440" y="2919240"/>
            <a:ext cx="2850480" cy="353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280" spc="-1" strike="noStrike">
                <a:solidFill>
                  <a:srgbClr val="ffffff"/>
                </a:solidFill>
                <a:latin typeface="Calibri"/>
                <a:ea typeface="Calibri"/>
              </a:rPr>
              <a:t>PRECAUTIONARY STEPS</a:t>
            </a:r>
            <a:endParaRPr b="0" lang="en-US" sz="22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3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0" name=""/>
          <p:cNvSpPr/>
          <p:nvPr/>
        </p:nvSpPr>
        <p:spPr>
          <a:xfrm>
            <a:off x="7153560" y="3681720"/>
            <a:ext cx="2046960" cy="1931400"/>
          </a:xfrm>
          <a:custGeom>
            <a:avLst/>
            <a:gdLst/>
            <a:ahLst/>
            <a:rect l="0" t="0" r="r" b="b"/>
            <a:pathLst>
              <a:path w="5686" h="5365">
                <a:moveTo>
                  <a:pt x="0" y="5365"/>
                </a:moveTo>
                <a:lnTo>
                  <a:pt x="2843" y="0"/>
                </a:lnTo>
                <a:lnTo>
                  <a:pt x="5686" y="5365"/>
                </a:lnTo>
                <a:lnTo>
                  <a:pt x="0" y="5365"/>
                </a:lnTo>
                <a:close/>
              </a:path>
            </a:pathLst>
          </a:custGeom>
          <a:solidFill>
            <a:srgbClr val="fff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1" name=""/>
          <p:cNvSpPr/>
          <p:nvPr/>
        </p:nvSpPr>
        <p:spPr>
          <a:xfrm>
            <a:off x="6968880" y="3444480"/>
            <a:ext cx="2416320" cy="2279880"/>
          </a:xfrm>
          <a:custGeom>
            <a:avLst/>
            <a:gdLst/>
            <a:ahLst/>
            <a:rect l="0" t="0" r="r" b="b"/>
            <a:pathLst>
              <a:path w="6712" h="6333">
                <a:moveTo>
                  <a:pt x="0" y="6333"/>
                </a:moveTo>
                <a:lnTo>
                  <a:pt x="3355" y="0"/>
                </a:lnTo>
                <a:lnTo>
                  <a:pt x="6712" y="6333"/>
                </a:lnTo>
                <a:lnTo>
                  <a:pt x="0" y="6333"/>
                </a:lnTo>
                <a:moveTo>
                  <a:pt x="6507" y="6208"/>
                </a:moveTo>
                <a:lnTo>
                  <a:pt x="3355" y="264"/>
                </a:lnTo>
                <a:lnTo>
                  <a:pt x="205" y="6208"/>
                </a:lnTo>
                <a:lnTo>
                  <a:pt x="6507" y="6208"/>
                </a:lnTo>
                <a:moveTo>
                  <a:pt x="410" y="6085"/>
                </a:moveTo>
                <a:lnTo>
                  <a:pt x="3355" y="527"/>
                </a:lnTo>
                <a:lnTo>
                  <a:pt x="6302" y="6085"/>
                </a:lnTo>
                <a:lnTo>
                  <a:pt x="410" y="6085"/>
                </a:lnTo>
                <a:moveTo>
                  <a:pt x="5686" y="5714"/>
                </a:moveTo>
                <a:lnTo>
                  <a:pt x="3355" y="1319"/>
                </a:lnTo>
                <a:lnTo>
                  <a:pt x="1026" y="5714"/>
                </a:lnTo>
                <a:lnTo>
                  <a:pt x="5686" y="5714"/>
                </a:lnTo>
                <a:close/>
              </a:path>
            </a:pathLst>
          </a:custGeom>
          <a:solidFill>
            <a:srgbClr val="9733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142" name=""/>
          <p:cNvSpPr txBox="1"/>
          <p:nvPr/>
        </p:nvSpPr>
        <p:spPr>
          <a:xfrm>
            <a:off x="7872120" y="4008960"/>
            <a:ext cx="1444680" cy="1683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380" spc="-1" strike="noStrike">
                <a:solidFill>
                  <a:srgbClr val="000000"/>
                </a:solidFill>
                <a:latin typeface="NanumGothicExtraBold"/>
                <a:ea typeface="NanumGothicExtraBold"/>
              </a:rPr>
              <a:t>!</a:t>
            </a:r>
            <a:endParaRPr b="0" lang="en-US" sz="113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3" name=""/>
          <p:cNvSpPr txBox="1"/>
          <p:nvPr/>
        </p:nvSpPr>
        <p:spPr>
          <a:xfrm>
            <a:off x="435240" y="169128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4" name=""/>
          <p:cNvSpPr txBox="1"/>
          <p:nvPr/>
        </p:nvSpPr>
        <p:spPr>
          <a:xfrm>
            <a:off x="668520" y="1683720"/>
            <a:ext cx="33274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with arms straightened.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5" name=""/>
          <p:cNvSpPr txBox="1"/>
          <p:nvPr/>
        </p:nvSpPr>
        <p:spPr>
          <a:xfrm>
            <a:off x="435240" y="202824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6" name=""/>
          <p:cNvSpPr txBox="1"/>
          <p:nvPr/>
        </p:nvSpPr>
        <p:spPr>
          <a:xfrm>
            <a:off x="668520" y="2020320"/>
            <a:ext cx="41216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with the arms apart from the torso.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7" name=""/>
          <p:cNvSpPr txBox="1"/>
          <p:nvPr/>
        </p:nvSpPr>
        <p:spPr>
          <a:xfrm>
            <a:off x="435240" y="236484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8" name=""/>
          <p:cNvSpPr txBox="1"/>
          <p:nvPr/>
        </p:nvSpPr>
        <p:spPr>
          <a:xfrm>
            <a:off x="668520" y="2357280"/>
            <a:ext cx="2704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with bare feet.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49" name=""/>
          <p:cNvSpPr txBox="1"/>
          <p:nvPr/>
        </p:nvSpPr>
        <p:spPr>
          <a:xfrm>
            <a:off x="435240" y="2701440"/>
            <a:ext cx="1645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0" name=""/>
          <p:cNvSpPr txBox="1"/>
          <p:nvPr/>
        </p:nvSpPr>
        <p:spPr>
          <a:xfrm>
            <a:off x="668520" y="2693880"/>
            <a:ext cx="34358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prior to physical exercise.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1" name=""/>
          <p:cNvSpPr txBox="1"/>
          <p:nvPr/>
        </p:nvSpPr>
        <p:spPr>
          <a:xfrm>
            <a:off x="435240" y="303912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2" name=""/>
          <p:cNvSpPr txBox="1"/>
          <p:nvPr/>
        </p:nvSpPr>
        <p:spPr>
          <a:xfrm>
            <a:off x="668520" y="3031200"/>
            <a:ext cx="59896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at room temperature</a:t>
            </a:r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 to prevent changes in body temperature.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3" name=""/>
          <p:cNvSpPr txBox="1"/>
          <p:nvPr/>
        </p:nvSpPr>
        <p:spPr>
          <a:xfrm>
            <a:off x="435240" y="337572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4" name=""/>
          <p:cNvSpPr txBox="1"/>
          <p:nvPr/>
        </p:nvSpPr>
        <p:spPr>
          <a:xfrm>
            <a:off x="668520" y="3368160"/>
            <a:ext cx="39128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prior to taking a shower or bath.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5" name=""/>
          <p:cNvSpPr txBox="1"/>
          <p:nvPr/>
        </p:nvSpPr>
        <p:spPr>
          <a:xfrm>
            <a:off x="435240" y="371268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6" name=""/>
          <p:cNvSpPr txBox="1"/>
          <p:nvPr/>
        </p:nvSpPr>
        <p:spPr>
          <a:xfrm>
            <a:off x="668520" y="3704760"/>
            <a:ext cx="364284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after going to the bathroom.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7" name=""/>
          <p:cNvSpPr txBox="1"/>
          <p:nvPr/>
        </p:nvSpPr>
        <p:spPr>
          <a:xfrm>
            <a:off x="435240" y="4049280"/>
            <a:ext cx="16452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8" name=""/>
          <p:cNvSpPr txBox="1"/>
          <p:nvPr/>
        </p:nvSpPr>
        <p:spPr>
          <a:xfrm>
            <a:off x="668520" y="4041360"/>
            <a:ext cx="33487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with an empty stomach.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59" name=""/>
          <p:cNvSpPr txBox="1"/>
          <p:nvPr/>
        </p:nvSpPr>
        <p:spPr>
          <a:xfrm>
            <a:off x="435240" y="438660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60" name=""/>
          <p:cNvSpPr txBox="1"/>
          <p:nvPr/>
        </p:nvSpPr>
        <p:spPr>
          <a:xfrm>
            <a:off x="668520" y="4378680"/>
            <a:ext cx="46699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should not</a:t>
            </a:r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 be tested during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menstruation</a:t>
            </a:r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 for precise results.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61" name=""/>
          <p:cNvSpPr txBox="1"/>
          <p:nvPr/>
        </p:nvSpPr>
        <p:spPr>
          <a:xfrm>
            <a:off x="435240" y="4723200"/>
            <a:ext cx="16416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•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62" name=""/>
          <p:cNvSpPr/>
          <p:nvPr/>
        </p:nvSpPr>
        <p:spPr>
          <a:xfrm>
            <a:off x="6714720" y="3459240"/>
            <a:ext cx="2924640" cy="2399040"/>
          </a:xfrm>
          <a:custGeom>
            <a:avLst/>
            <a:gdLst/>
            <a:ahLst/>
            <a:rect l="0" t="0" r="r" b="b"/>
            <a:pathLst>
              <a:path w="8124" h="6664">
                <a:moveTo>
                  <a:pt x="0" y="6664"/>
                </a:moveTo>
                <a:lnTo>
                  <a:pt x="4062" y="0"/>
                </a:lnTo>
                <a:lnTo>
                  <a:pt x="8124" y="6664"/>
                </a:lnTo>
                <a:lnTo>
                  <a:pt x="0" y="6664"/>
                </a:lnTo>
                <a:close/>
              </a:path>
            </a:pathLst>
          </a:custGeom>
          <a:solidFill>
            <a:srgbClr val="ffffff">
              <a:alpha val="7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63" name=""/>
          <p:cNvSpPr/>
          <p:nvPr/>
        </p:nvSpPr>
        <p:spPr>
          <a:xfrm>
            <a:off x="165960" y="799920"/>
            <a:ext cx="92160" cy="341640"/>
          </a:xfrm>
          <a:custGeom>
            <a:avLst/>
            <a:gdLst/>
            <a:ahLst/>
            <a:rect l="0" t="0" r="r" b="b"/>
            <a:pathLst>
              <a:path w="256" h="949">
                <a:moveTo>
                  <a:pt x="0" y="949"/>
                </a:moveTo>
                <a:lnTo>
                  <a:pt x="256" y="949"/>
                </a:lnTo>
                <a:lnTo>
                  <a:pt x="256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164" name=""/>
          <p:cNvSpPr txBox="1"/>
          <p:nvPr/>
        </p:nvSpPr>
        <p:spPr>
          <a:xfrm>
            <a:off x="668520" y="4715640"/>
            <a:ext cx="4220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InBody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results may vary</a:t>
            </a:r>
            <a:r>
              <a:rPr b="1" lang="en-US" sz="1300" spc="-1" strike="noStrike">
                <a:solidFill>
                  <a:srgbClr val="000000"/>
                </a:solidFill>
                <a:latin typeface="Calibri"/>
                <a:ea typeface="Calibri"/>
              </a:rPr>
              <a:t> if the</a:t>
            </a:r>
            <a:r>
              <a:rPr b="1" lang="en-US" sz="1300" spc="-1" strike="noStrike">
                <a:solidFill>
                  <a:srgbClr val="b50938"/>
                </a:solidFill>
                <a:latin typeface="Calibri"/>
                <a:ea typeface="Calibri"/>
              </a:rPr>
              <a:t> input height and weight differs.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65" name=""/>
          <p:cNvSpPr txBox="1"/>
          <p:nvPr/>
        </p:nvSpPr>
        <p:spPr>
          <a:xfrm>
            <a:off x="349200" y="892080"/>
            <a:ext cx="179748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Precautionary Steps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6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6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68" name=""/>
          <p:cNvSpPr/>
          <p:nvPr/>
        </p:nvSpPr>
        <p:spPr>
          <a:xfrm>
            <a:off x="190440" y="1442880"/>
            <a:ext cx="4966920" cy="4555800"/>
          </a:xfrm>
          <a:custGeom>
            <a:avLst/>
            <a:gdLst/>
            <a:ahLst/>
            <a:rect l="0" t="0" r="r" b="b"/>
            <a:pathLst>
              <a:path w="13797" h="12655">
                <a:moveTo>
                  <a:pt x="0" y="12655"/>
                </a:moveTo>
                <a:lnTo>
                  <a:pt x="13797" y="12655"/>
                </a:lnTo>
                <a:lnTo>
                  <a:pt x="13797" y="0"/>
                </a:lnTo>
                <a:lnTo>
                  <a:pt x="0" y="0"/>
                </a:lnTo>
                <a:lnTo>
                  <a:pt x="0" y="12655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69" name=""/>
          <p:cNvSpPr/>
          <p:nvPr/>
        </p:nvSpPr>
        <p:spPr>
          <a:xfrm>
            <a:off x="190440" y="1138320"/>
            <a:ext cx="4966920" cy="294480"/>
          </a:xfrm>
          <a:custGeom>
            <a:avLst/>
            <a:gdLst/>
            <a:ahLst/>
            <a:rect l="0" t="0" r="r" b="b"/>
            <a:pathLst>
              <a:path w="13797" h="818">
                <a:moveTo>
                  <a:pt x="0" y="818"/>
                </a:moveTo>
                <a:lnTo>
                  <a:pt x="13797" y="818"/>
                </a:lnTo>
                <a:lnTo>
                  <a:pt x="13797" y="0"/>
                </a:lnTo>
                <a:lnTo>
                  <a:pt x="0" y="0"/>
                </a:lnTo>
                <a:lnTo>
                  <a:pt x="0" y="818"/>
                </a:lnTo>
                <a:close/>
              </a:path>
            </a:pathLst>
          </a:custGeom>
          <a:solidFill>
            <a:srgbClr val="b50938"/>
          </a:solidFill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7170" name="" descr=""/>
          <p:cNvPicPr/>
          <p:nvPr/>
        </p:nvPicPr>
        <p:blipFill>
          <a:blip r:embed="rId1"/>
          <a:stretch/>
        </p:blipFill>
        <p:spPr>
          <a:xfrm>
            <a:off x="454320" y="2380320"/>
            <a:ext cx="3041640" cy="2224800"/>
          </a:xfrm>
          <a:prstGeom prst="rect">
            <a:avLst/>
          </a:prstGeom>
          <a:ln w="0">
            <a:noFill/>
          </a:ln>
        </p:spPr>
      </p:pic>
      <p:sp>
        <p:nvSpPr>
          <p:cNvPr id="27171" name=""/>
          <p:cNvSpPr/>
          <p:nvPr/>
        </p:nvSpPr>
        <p:spPr>
          <a:xfrm>
            <a:off x="449280" y="2375640"/>
            <a:ext cx="3051720" cy="2234880"/>
          </a:xfrm>
          <a:custGeom>
            <a:avLst/>
            <a:gdLst/>
            <a:ahLst/>
            <a:rect l="0" t="0" r="r" b="b"/>
            <a:pathLst>
              <a:path w="8477" h="6208">
                <a:moveTo>
                  <a:pt x="0" y="6208"/>
                </a:moveTo>
                <a:lnTo>
                  <a:pt x="8477" y="6208"/>
                </a:lnTo>
                <a:lnTo>
                  <a:pt x="8477" y="0"/>
                </a:lnTo>
                <a:lnTo>
                  <a:pt x="0" y="0"/>
                </a:lnTo>
                <a:lnTo>
                  <a:pt x="0" y="6208"/>
                </a:lnTo>
                <a:close/>
              </a:path>
            </a:pathLst>
          </a:custGeom>
          <a:noFill/>
          <a:ln w="9360">
            <a:solidFill>
              <a:srgbClr val="d9d9d9"/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72" name=""/>
          <p:cNvSpPr/>
          <p:nvPr/>
        </p:nvSpPr>
        <p:spPr>
          <a:xfrm>
            <a:off x="507240" y="3456360"/>
            <a:ext cx="759240" cy="1106640"/>
          </a:xfrm>
          <a:custGeom>
            <a:avLst/>
            <a:gdLst/>
            <a:ahLst/>
            <a:rect l="0" t="0" r="r" b="b"/>
            <a:pathLst>
              <a:path w="2109" h="3074">
                <a:moveTo>
                  <a:pt x="0" y="3074"/>
                </a:moveTo>
                <a:lnTo>
                  <a:pt x="2109" y="3074"/>
                </a:lnTo>
                <a:lnTo>
                  <a:pt x="2109" y="0"/>
                </a:lnTo>
                <a:lnTo>
                  <a:pt x="0" y="0"/>
                </a:lnTo>
                <a:lnTo>
                  <a:pt x="0" y="3074"/>
                </a:lnTo>
                <a:close/>
              </a:path>
            </a:pathLst>
          </a:custGeom>
          <a:noFill/>
          <a:ln w="12600">
            <a:solidFill>
              <a:srgbClr val="0000f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73" name=""/>
          <p:cNvSpPr txBox="1"/>
          <p:nvPr/>
        </p:nvSpPr>
        <p:spPr>
          <a:xfrm>
            <a:off x="2205720" y="1171440"/>
            <a:ext cx="9410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ffffff"/>
                </a:solidFill>
                <a:latin typeface="Calibri"/>
                <a:ea typeface="Calibri"/>
              </a:rPr>
              <a:t>Result Sheet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74" name="" descr=""/>
          <p:cNvPicPr/>
          <p:nvPr/>
        </p:nvPicPr>
        <p:blipFill>
          <a:blip r:embed="rId2"/>
          <a:stretch/>
        </p:blipFill>
        <p:spPr>
          <a:xfrm flipH="1" rot="13444200">
            <a:off x="631800" y="4737960"/>
            <a:ext cx="624960" cy="237960"/>
          </a:xfrm>
          <a:prstGeom prst="rect">
            <a:avLst/>
          </a:prstGeom>
          <a:ln w="0">
            <a:noFill/>
          </a:ln>
        </p:spPr>
      </p:pic>
      <p:sp>
        <p:nvSpPr>
          <p:cNvPr id="27175" name=""/>
          <p:cNvSpPr txBox="1"/>
          <p:nvPr/>
        </p:nvSpPr>
        <p:spPr>
          <a:xfrm>
            <a:off x="599400" y="5253480"/>
            <a:ext cx="4234680" cy="184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“ </a:t>
            </a:r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The</a:t>
            </a:r>
            <a:r>
              <a:rPr b="1" lang="en-US" sz="1300" spc="-1" strike="noStrike">
                <a:solidFill>
                  <a:srgbClr val="b50938"/>
                </a:solidFill>
                <a:latin typeface="Arial"/>
                <a:ea typeface="Arial"/>
              </a:rPr>
              <a:t> higher the frequency</a:t>
            </a:r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, the </a:t>
            </a:r>
            <a:r>
              <a:rPr b="1" lang="en-US" sz="1300" spc="-1" strike="noStrike">
                <a:solidFill>
                  <a:srgbClr val="0000ff"/>
                </a:solidFill>
                <a:latin typeface="Arial"/>
                <a:ea typeface="Arial"/>
              </a:rPr>
              <a:t>lower the Impedance</a:t>
            </a:r>
            <a:r>
              <a:rPr b="1" lang="en-US" sz="1300" spc="-1" strike="noStrike">
                <a:solidFill>
                  <a:srgbClr val="000000"/>
                </a:solidFill>
                <a:latin typeface="Arial"/>
                <a:ea typeface="Arial"/>
              </a:rPr>
              <a:t>.”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76" name=""/>
          <p:cNvSpPr txBox="1"/>
          <p:nvPr/>
        </p:nvSpPr>
        <p:spPr>
          <a:xfrm>
            <a:off x="5655960" y="2381760"/>
            <a:ext cx="360180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b50938"/>
                </a:solidFill>
                <a:latin typeface="Arial"/>
                <a:ea typeface="Arial"/>
              </a:rPr>
              <a:t>If there is an error in impedance, the 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77" name=""/>
          <p:cNvSpPr/>
          <p:nvPr/>
        </p:nvSpPr>
        <p:spPr>
          <a:xfrm>
            <a:off x="0" y="995040"/>
            <a:ext cx="9905760" cy="0"/>
          </a:xfrm>
          <a:prstGeom prst="line">
            <a:avLst/>
          </a:prstGeom>
          <a:ln w="6120">
            <a:solidFill>
              <a:srgbClr val="bfbfb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78" name="" descr=""/>
          <p:cNvPicPr/>
          <p:nvPr/>
        </p:nvPicPr>
        <p:blipFill>
          <a:blip r:embed="rId3"/>
          <a:stretch/>
        </p:blipFill>
        <p:spPr>
          <a:xfrm>
            <a:off x="5775840" y="3613320"/>
            <a:ext cx="3303720" cy="1546560"/>
          </a:xfrm>
          <a:prstGeom prst="rect">
            <a:avLst/>
          </a:prstGeom>
          <a:ln w="0">
            <a:noFill/>
          </a:ln>
        </p:spPr>
      </p:pic>
      <p:sp>
        <p:nvSpPr>
          <p:cNvPr id="27179" name=""/>
          <p:cNvSpPr txBox="1"/>
          <p:nvPr/>
        </p:nvSpPr>
        <p:spPr>
          <a:xfrm>
            <a:off x="5839200" y="2753640"/>
            <a:ext cx="31784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b50938"/>
                </a:solidFill>
                <a:latin typeface="Arial"/>
                <a:ea typeface="Arial"/>
              </a:rPr>
              <a:t>measurement cannot be trusted.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8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8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82" name=""/>
          <p:cNvSpPr/>
          <p:nvPr/>
        </p:nvSpPr>
        <p:spPr>
          <a:xfrm>
            <a:off x="0" y="642960"/>
            <a:ext cx="3564720" cy="5572080"/>
          </a:xfrm>
          <a:custGeom>
            <a:avLst/>
            <a:gdLst/>
            <a:ahLst/>
            <a:rect l="0" t="0" r="r" b="b"/>
            <a:pathLst>
              <a:path w="9902" h="15478">
                <a:moveTo>
                  <a:pt x="0" y="15478"/>
                </a:moveTo>
                <a:lnTo>
                  <a:pt x="9902" y="15478"/>
                </a:lnTo>
                <a:lnTo>
                  <a:pt x="9902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183" name=""/>
          <p:cNvSpPr/>
          <p:nvPr/>
        </p:nvSpPr>
        <p:spPr>
          <a:xfrm>
            <a:off x="0" y="642960"/>
            <a:ext cx="3564720" cy="5572080"/>
          </a:xfrm>
          <a:custGeom>
            <a:avLst/>
            <a:gdLst/>
            <a:ahLst/>
            <a:rect l="0" t="0" r="r" b="b"/>
            <a:pathLst>
              <a:path w="9902" h="15478">
                <a:moveTo>
                  <a:pt x="0" y="15478"/>
                </a:moveTo>
                <a:lnTo>
                  <a:pt x="9902" y="15478"/>
                </a:lnTo>
                <a:lnTo>
                  <a:pt x="9902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84" name="" descr=""/>
          <p:cNvPicPr/>
          <p:nvPr/>
        </p:nvPicPr>
        <p:blipFill>
          <a:blip r:embed="rId1"/>
          <a:stretch/>
        </p:blipFill>
        <p:spPr>
          <a:xfrm>
            <a:off x="1806120" y="642960"/>
            <a:ext cx="376200" cy="1631880"/>
          </a:xfrm>
          <a:prstGeom prst="rect">
            <a:avLst/>
          </a:prstGeom>
          <a:ln w="0">
            <a:noFill/>
          </a:ln>
        </p:spPr>
      </p:pic>
      <p:sp>
        <p:nvSpPr>
          <p:cNvPr id="27185" name=""/>
          <p:cNvSpPr txBox="1"/>
          <p:nvPr/>
        </p:nvSpPr>
        <p:spPr>
          <a:xfrm>
            <a:off x="1200240" y="2919240"/>
            <a:ext cx="1596240" cy="353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280" spc="-1" strike="noStrike">
                <a:solidFill>
                  <a:srgbClr val="ffffff"/>
                </a:solidFill>
                <a:latin typeface="Calibri"/>
                <a:ea typeface="Calibri"/>
              </a:rPr>
              <a:t>Consultation </a:t>
            </a:r>
            <a:endParaRPr b="0" lang="en-US" sz="22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86" name=""/>
          <p:cNvSpPr/>
          <p:nvPr/>
        </p:nvSpPr>
        <p:spPr>
          <a:xfrm>
            <a:off x="1687680" y="3876120"/>
            <a:ext cx="583200" cy="0"/>
          </a:xfrm>
          <a:prstGeom prst="line">
            <a:avLst/>
          </a:prstGeom>
          <a:ln w="37800">
            <a:solidFill>
              <a:srgbClr val="d0cece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8720" rIns="18720" tIns="-18720" bIns="-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87" name="" descr=""/>
          <p:cNvPicPr/>
          <p:nvPr/>
        </p:nvPicPr>
        <p:blipFill>
          <a:blip r:embed="rId2"/>
          <a:stretch/>
        </p:blipFill>
        <p:spPr>
          <a:xfrm>
            <a:off x="3564720" y="642960"/>
            <a:ext cx="6337800" cy="5571360"/>
          </a:xfrm>
          <a:prstGeom prst="rect">
            <a:avLst/>
          </a:prstGeom>
          <a:ln w="0">
            <a:noFill/>
          </a:ln>
        </p:spPr>
      </p:pic>
      <p:sp>
        <p:nvSpPr>
          <p:cNvPr id="27188" name=""/>
          <p:cNvSpPr txBox="1"/>
          <p:nvPr/>
        </p:nvSpPr>
        <p:spPr>
          <a:xfrm>
            <a:off x="1438200" y="3266280"/>
            <a:ext cx="1053720" cy="353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280" spc="-1" strike="noStrike">
                <a:solidFill>
                  <a:srgbClr val="ffffff"/>
                </a:solidFill>
                <a:latin typeface="Calibri"/>
                <a:ea typeface="Calibri"/>
              </a:rPr>
              <a:t>Proposal</a:t>
            </a:r>
            <a:endParaRPr b="0" lang="en-US" sz="22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8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9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91" name="" descr=""/>
          <p:cNvPicPr/>
          <p:nvPr/>
        </p:nvPicPr>
        <p:blipFill>
          <a:blip r:embed="rId1"/>
          <a:stretch/>
        </p:blipFill>
        <p:spPr>
          <a:xfrm>
            <a:off x="1152000" y="1822680"/>
            <a:ext cx="2207880" cy="2546280"/>
          </a:xfrm>
          <a:prstGeom prst="rect">
            <a:avLst/>
          </a:prstGeom>
          <a:ln w="0">
            <a:noFill/>
          </a:ln>
        </p:spPr>
      </p:pic>
      <p:pic>
        <p:nvPicPr>
          <p:cNvPr id="27192" name="" descr=""/>
          <p:cNvPicPr/>
          <p:nvPr/>
        </p:nvPicPr>
        <p:blipFill>
          <a:blip r:embed="rId2"/>
          <a:stretch/>
        </p:blipFill>
        <p:spPr>
          <a:xfrm>
            <a:off x="1577520" y="766440"/>
            <a:ext cx="1161000" cy="1159560"/>
          </a:xfrm>
          <a:prstGeom prst="rect">
            <a:avLst/>
          </a:prstGeom>
          <a:ln w="0">
            <a:noFill/>
          </a:ln>
        </p:spPr>
      </p:pic>
      <p:sp>
        <p:nvSpPr>
          <p:cNvPr id="27193" name=""/>
          <p:cNvSpPr txBox="1"/>
          <p:nvPr/>
        </p:nvSpPr>
        <p:spPr>
          <a:xfrm>
            <a:off x="6204240" y="1179720"/>
            <a:ext cx="1514160" cy="680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390" spc="-1" strike="noStrike">
                <a:solidFill>
                  <a:srgbClr val="000000"/>
                </a:solidFill>
                <a:latin typeface="Calibri"/>
                <a:ea typeface="Calibri"/>
              </a:rPr>
              <a:t>Post-it</a:t>
            </a:r>
            <a:endParaRPr b="0" lang="en-US" sz="43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94" name=""/>
          <p:cNvSpPr txBox="1"/>
          <p:nvPr/>
        </p:nvSpPr>
        <p:spPr>
          <a:xfrm>
            <a:off x="1652760" y="2108160"/>
            <a:ext cx="9014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Sticky notes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195" name=""/>
          <p:cNvSpPr txBox="1"/>
          <p:nvPr/>
        </p:nvSpPr>
        <p:spPr>
          <a:xfrm>
            <a:off x="6204240" y="2757240"/>
            <a:ext cx="1840320" cy="680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390" spc="-1" strike="noStrike">
                <a:solidFill>
                  <a:srgbClr val="000000"/>
                </a:solidFill>
                <a:latin typeface="Calibri"/>
                <a:ea typeface="Calibri"/>
              </a:rPr>
              <a:t>Kleenex</a:t>
            </a:r>
            <a:endParaRPr b="0" lang="en-US" sz="439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196" name="" descr=""/>
          <p:cNvPicPr/>
          <p:nvPr/>
        </p:nvPicPr>
        <p:blipFill>
          <a:blip r:embed="rId3"/>
          <a:stretch/>
        </p:blipFill>
        <p:spPr>
          <a:xfrm>
            <a:off x="1956960" y="4183560"/>
            <a:ext cx="1829880" cy="1602720"/>
          </a:xfrm>
          <a:prstGeom prst="rect">
            <a:avLst/>
          </a:prstGeom>
          <a:ln w="0">
            <a:noFill/>
          </a:ln>
        </p:spPr>
      </p:pic>
      <p:pic>
        <p:nvPicPr>
          <p:cNvPr id="27197" name="" descr=""/>
          <p:cNvPicPr/>
          <p:nvPr/>
        </p:nvPicPr>
        <p:blipFill>
          <a:blip r:embed="rId4"/>
          <a:stretch/>
        </p:blipFill>
        <p:spPr>
          <a:xfrm>
            <a:off x="91440" y="4183560"/>
            <a:ext cx="1880280" cy="1602720"/>
          </a:xfrm>
          <a:prstGeom prst="rect">
            <a:avLst/>
          </a:prstGeom>
          <a:ln w="0">
            <a:noFill/>
          </a:ln>
        </p:spPr>
      </p:pic>
      <p:pic>
        <p:nvPicPr>
          <p:cNvPr id="27198" name="" descr=""/>
          <p:cNvPicPr/>
          <p:nvPr/>
        </p:nvPicPr>
        <p:blipFill>
          <a:blip r:embed="rId5"/>
          <a:stretch/>
        </p:blipFill>
        <p:spPr>
          <a:xfrm>
            <a:off x="3787200" y="4183560"/>
            <a:ext cx="2003760" cy="1602720"/>
          </a:xfrm>
          <a:prstGeom prst="rect">
            <a:avLst/>
          </a:prstGeom>
          <a:ln w="0">
            <a:noFill/>
          </a:ln>
        </p:spPr>
      </p:pic>
      <p:sp>
        <p:nvSpPr>
          <p:cNvPr id="27199" name=""/>
          <p:cNvSpPr txBox="1"/>
          <p:nvPr/>
        </p:nvSpPr>
        <p:spPr>
          <a:xfrm>
            <a:off x="1652760" y="3789000"/>
            <a:ext cx="90900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Facial tissue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00" name=""/>
          <p:cNvSpPr txBox="1"/>
          <p:nvPr/>
        </p:nvSpPr>
        <p:spPr>
          <a:xfrm>
            <a:off x="6204240" y="4700160"/>
            <a:ext cx="1623960" cy="680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390" spc="-1" strike="noStrike">
                <a:solidFill>
                  <a:srgbClr val="c00000"/>
                </a:solidFill>
                <a:latin typeface="Calibri"/>
                <a:ea typeface="Calibri"/>
              </a:rPr>
              <a:t>InBody</a:t>
            </a:r>
            <a:endParaRPr b="0" lang="en-US" sz="43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01" name=""/>
          <p:cNvSpPr txBox="1"/>
          <p:nvPr/>
        </p:nvSpPr>
        <p:spPr>
          <a:xfrm>
            <a:off x="1562040" y="5877720"/>
            <a:ext cx="207324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Body Composition Analyzer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0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159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0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04" name="" descr=""/>
          <p:cNvPicPr/>
          <p:nvPr/>
        </p:nvPicPr>
        <p:blipFill>
          <a:blip r:embed="rId1"/>
          <a:stretch/>
        </p:blipFill>
        <p:spPr>
          <a:xfrm>
            <a:off x="234720" y="1606320"/>
            <a:ext cx="2227680" cy="2227680"/>
          </a:xfrm>
          <a:prstGeom prst="rect">
            <a:avLst/>
          </a:prstGeom>
          <a:ln w="0">
            <a:noFill/>
          </a:ln>
        </p:spPr>
      </p:pic>
      <p:sp>
        <p:nvSpPr>
          <p:cNvPr id="27205" name=""/>
          <p:cNvSpPr/>
          <p:nvPr/>
        </p:nvSpPr>
        <p:spPr>
          <a:xfrm>
            <a:off x="218520" y="1591920"/>
            <a:ext cx="2260440" cy="2256840"/>
          </a:xfrm>
          <a:custGeom>
            <a:avLst/>
            <a:gdLst/>
            <a:ahLst/>
            <a:rect l="0" t="0" r="r" b="b"/>
            <a:pathLst>
              <a:path w="6279" h="6269">
                <a:moveTo>
                  <a:pt x="1567" y="0"/>
                </a:moveTo>
                <a:lnTo>
                  <a:pt x="4712" y="0"/>
                </a:lnTo>
                <a:lnTo>
                  <a:pt x="6279" y="3134"/>
                </a:lnTo>
                <a:lnTo>
                  <a:pt x="4712" y="6269"/>
                </a:lnTo>
                <a:lnTo>
                  <a:pt x="1567" y="6269"/>
                </a:lnTo>
                <a:lnTo>
                  <a:pt x="0" y="3134"/>
                </a:lnTo>
                <a:lnTo>
                  <a:pt x="1567" y="0"/>
                </a:lnTo>
                <a:close/>
              </a:path>
            </a:pathLst>
          </a:custGeom>
          <a:noFill/>
          <a:ln w="28440">
            <a:solidFill>
              <a:srgbClr val="ffffff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06" name="" descr=""/>
          <p:cNvPicPr/>
          <p:nvPr/>
        </p:nvPicPr>
        <p:blipFill>
          <a:blip r:embed="rId2"/>
          <a:stretch/>
        </p:blipFill>
        <p:spPr>
          <a:xfrm>
            <a:off x="1970640" y="2700360"/>
            <a:ext cx="2229120" cy="2227680"/>
          </a:xfrm>
          <a:prstGeom prst="rect">
            <a:avLst/>
          </a:prstGeom>
          <a:ln w="0">
            <a:noFill/>
          </a:ln>
        </p:spPr>
      </p:pic>
      <p:sp>
        <p:nvSpPr>
          <p:cNvPr id="27207" name=""/>
          <p:cNvSpPr/>
          <p:nvPr/>
        </p:nvSpPr>
        <p:spPr>
          <a:xfrm>
            <a:off x="1954440" y="2685960"/>
            <a:ext cx="2261880" cy="2257200"/>
          </a:xfrm>
          <a:custGeom>
            <a:avLst/>
            <a:gdLst/>
            <a:ahLst/>
            <a:rect l="0" t="0" r="r" b="b"/>
            <a:pathLst>
              <a:path w="6283" h="6270">
                <a:moveTo>
                  <a:pt x="1567" y="0"/>
                </a:moveTo>
                <a:lnTo>
                  <a:pt x="4716" y="0"/>
                </a:lnTo>
                <a:lnTo>
                  <a:pt x="6283" y="3136"/>
                </a:lnTo>
                <a:lnTo>
                  <a:pt x="4716" y="6270"/>
                </a:lnTo>
                <a:lnTo>
                  <a:pt x="1567" y="6270"/>
                </a:lnTo>
                <a:lnTo>
                  <a:pt x="0" y="3136"/>
                </a:lnTo>
                <a:lnTo>
                  <a:pt x="1567" y="0"/>
                </a:lnTo>
                <a:close/>
              </a:path>
            </a:pathLst>
          </a:custGeom>
          <a:noFill/>
          <a:ln w="28440">
            <a:solidFill>
              <a:srgbClr val="ffffff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08" name="" descr=""/>
          <p:cNvPicPr/>
          <p:nvPr/>
        </p:nvPicPr>
        <p:blipFill>
          <a:blip r:embed="rId3"/>
          <a:stretch/>
        </p:blipFill>
        <p:spPr>
          <a:xfrm>
            <a:off x="248400" y="3814560"/>
            <a:ext cx="2227680" cy="2227680"/>
          </a:xfrm>
          <a:prstGeom prst="rect">
            <a:avLst/>
          </a:prstGeom>
          <a:ln w="0">
            <a:noFill/>
          </a:ln>
        </p:spPr>
      </p:pic>
      <p:sp>
        <p:nvSpPr>
          <p:cNvPr id="27209" name=""/>
          <p:cNvSpPr/>
          <p:nvPr/>
        </p:nvSpPr>
        <p:spPr>
          <a:xfrm>
            <a:off x="232200" y="3800160"/>
            <a:ext cx="2260440" cy="2256840"/>
          </a:xfrm>
          <a:custGeom>
            <a:avLst/>
            <a:gdLst/>
            <a:ahLst/>
            <a:rect l="0" t="0" r="r" b="b"/>
            <a:pathLst>
              <a:path w="6279" h="6269">
                <a:moveTo>
                  <a:pt x="1567" y="0"/>
                </a:moveTo>
                <a:lnTo>
                  <a:pt x="4712" y="0"/>
                </a:lnTo>
                <a:lnTo>
                  <a:pt x="6279" y="3134"/>
                </a:lnTo>
                <a:lnTo>
                  <a:pt x="4712" y="6269"/>
                </a:lnTo>
                <a:lnTo>
                  <a:pt x="1567" y="6269"/>
                </a:lnTo>
                <a:lnTo>
                  <a:pt x="0" y="3134"/>
                </a:lnTo>
                <a:lnTo>
                  <a:pt x="1567" y="0"/>
                </a:lnTo>
                <a:close/>
              </a:path>
            </a:pathLst>
          </a:custGeom>
          <a:noFill/>
          <a:ln w="28440">
            <a:solidFill>
              <a:srgbClr val="ffffff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10" name="" descr=""/>
          <p:cNvPicPr/>
          <p:nvPr/>
        </p:nvPicPr>
        <p:blipFill>
          <a:blip r:embed="rId4"/>
          <a:stretch/>
        </p:blipFill>
        <p:spPr>
          <a:xfrm>
            <a:off x="3691080" y="1568160"/>
            <a:ext cx="2227680" cy="2229120"/>
          </a:xfrm>
          <a:prstGeom prst="rect">
            <a:avLst/>
          </a:prstGeom>
          <a:ln w="0">
            <a:noFill/>
          </a:ln>
        </p:spPr>
      </p:pic>
      <p:sp>
        <p:nvSpPr>
          <p:cNvPr id="27211" name=""/>
          <p:cNvSpPr/>
          <p:nvPr/>
        </p:nvSpPr>
        <p:spPr>
          <a:xfrm>
            <a:off x="3674880" y="1553760"/>
            <a:ext cx="2260440" cy="2258280"/>
          </a:xfrm>
          <a:custGeom>
            <a:avLst/>
            <a:gdLst/>
            <a:ahLst/>
            <a:rect l="0" t="0" r="r" b="b"/>
            <a:pathLst>
              <a:path w="6279" h="6273">
                <a:moveTo>
                  <a:pt x="1567" y="0"/>
                </a:moveTo>
                <a:lnTo>
                  <a:pt x="4711" y="0"/>
                </a:lnTo>
                <a:lnTo>
                  <a:pt x="6279" y="3136"/>
                </a:lnTo>
                <a:lnTo>
                  <a:pt x="4711" y="6273"/>
                </a:lnTo>
                <a:lnTo>
                  <a:pt x="1567" y="6273"/>
                </a:lnTo>
                <a:lnTo>
                  <a:pt x="0" y="3136"/>
                </a:lnTo>
                <a:lnTo>
                  <a:pt x="1567" y="0"/>
                </a:lnTo>
                <a:close/>
              </a:path>
            </a:pathLst>
          </a:custGeom>
          <a:noFill/>
          <a:ln w="28440">
            <a:solidFill>
              <a:srgbClr val="ffffff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12" name="" descr=""/>
          <p:cNvPicPr/>
          <p:nvPr/>
        </p:nvPicPr>
        <p:blipFill>
          <a:blip r:embed="rId5"/>
          <a:stretch/>
        </p:blipFill>
        <p:spPr>
          <a:xfrm>
            <a:off x="3686400" y="3854160"/>
            <a:ext cx="2229120" cy="2227680"/>
          </a:xfrm>
          <a:prstGeom prst="rect">
            <a:avLst/>
          </a:prstGeom>
          <a:ln w="0">
            <a:noFill/>
          </a:ln>
        </p:spPr>
      </p:pic>
      <p:sp>
        <p:nvSpPr>
          <p:cNvPr id="27213" name=""/>
          <p:cNvSpPr/>
          <p:nvPr/>
        </p:nvSpPr>
        <p:spPr>
          <a:xfrm>
            <a:off x="3670200" y="3839760"/>
            <a:ext cx="2262240" cy="2256840"/>
          </a:xfrm>
          <a:custGeom>
            <a:avLst/>
            <a:gdLst/>
            <a:ahLst/>
            <a:rect l="0" t="0" r="r" b="b"/>
            <a:pathLst>
              <a:path w="6284" h="6269">
                <a:moveTo>
                  <a:pt x="1568" y="0"/>
                </a:moveTo>
                <a:lnTo>
                  <a:pt x="4716" y="0"/>
                </a:lnTo>
                <a:lnTo>
                  <a:pt x="6284" y="3134"/>
                </a:lnTo>
                <a:lnTo>
                  <a:pt x="4716" y="6269"/>
                </a:lnTo>
                <a:lnTo>
                  <a:pt x="1568" y="6269"/>
                </a:lnTo>
                <a:lnTo>
                  <a:pt x="0" y="3134"/>
                </a:lnTo>
                <a:lnTo>
                  <a:pt x="1568" y="0"/>
                </a:lnTo>
                <a:close/>
              </a:path>
            </a:pathLst>
          </a:custGeom>
          <a:noFill/>
          <a:ln w="28440">
            <a:solidFill>
              <a:srgbClr val="ffffff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14" name=""/>
          <p:cNvSpPr txBox="1"/>
          <p:nvPr/>
        </p:nvSpPr>
        <p:spPr>
          <a:xfrm>
            <a:off x="6533280" y="2023920"/>
            <a:ext cx="2599200" cy="5079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570" spc="-1" strike="noStrike">
                <a:solidFill>
                  <a:srgbClr val="000000"/>
                </a:solidFill>
                <a:latin typeface="Arial"/>
                <a:ea typeface="Arial"/>
              </a:rPr>
              <a:t>InBody Test</a:t>
            </a:r>
            <a:endParaRPr b="0" lang="en-US" sz="35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15" name=""/>
          <p:cNvSpPr txBox="1"/>
          <p:nvPr/>
        </p:nvSpPr>
        <p:spPr>
          <a:xfrm>
            <a:off x="6056280" y="3195000"/>
            <a:ext cx="248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"/>
                <a:ea typeface="Arial"/>
              </a:rPr>
              <a:t>1.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16" name=""/>
          <p:cNvSpPr txBox="1"/>
          <p:nvPr/>
        </p:nvSpPr>
        <p:spPr>
          <a:xfrm>
            <a:off x="6428160" y="3195000"/>
            <a:ext cx="3077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"/>
                <a:ea typeface="Arial"/>
              </a:rPr>
              <a:t>(Beginning)PT counseling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17" name=""/>
          <p:cNvSpPr txBox="1"/>
          <p:nvPr/>
        </p:nvSpPr>
        <p:spPr>
          <a:xfrm>
            <a:off x="6056280" y="4086720"/>
            <a:ext cx="248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"/>
                <a:ea typeface="Arial"/>
              </a:rPr>
              <a:t>2.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18" name=""/>
          <p:cNvSpPr txBox="1"/>
          <p:nvPr/>
        </p:nvSpPr>
        <p:spPr>
          <a:xfrm>
            <a:off x="6428160" y="4086720"/>
            <a:ext cx="3173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"/>
                <a:ea typeface="Arial"/>
              </a:rPr>
              <a:t>(Middle)Monitoring change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19" name=""/>
          <p:cNvSpPr txBox="1"/>
          <p:nvPr/>
        </p:nvSpPr>
        <p:spPr>
          <a:xfrm>
            <a:off x="6056280" y="4978440"/>
            <a:ext cx="248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"/>
                <a:ea typeface="Arial"/>
              </a:rPr>
              <a:t>3.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20" name="" descr=""/>
          <p:cNvPicPr/>
          <p:nvPr/>
        </p:nvPicPr>
        <p:blipFill>
          <a:blip r:embed="rId6"/>
          <a:stretch/>
        </p:blipFill>
        <p:spPr>
          <a:xfrm>
            <a:off x="1946160" y="4974480"/>
            <a:ext cx="2229120" cy="1189800"/>
          </a:xfrm>
          <a:prstGeom prst="rect">
            <a:avLst/>
          </a:prstGeom>
          <a:ln w="0">
            <a:noFill/>
          </a:ln>
        </p:spPr>
      </p:pic>
      <p:sp>
        <p:nvSpPr>
          <p:cNvPr id="27221" name=""/>
          <p:cNvSpPr/>
          <p:nvPr/>
        </p:nvSpPr>
        <p:spPr>
          <a:xfrm>
            <a:off x="1929960" y="4959720"/>
            <a:ext cx="2261880" cy="2251080"/>
          </a:xfrm>
          <a:custGeom>
            <a:avLst/>
            <a:gdLst/>
            <a:ahLst/>
            <a:rect l="0" t="0" r="r" b="b"/>
            <a:pathLst>
              <a:path w="6283" h="6253">
                <a:moveTo>
                  <a:pt x="1563" y="0"/>
                </a:moveTo>
                <a:lnTo>
                  <a:pt x="4720" y="0"/>
                </a:lnTo>
                <a:lnTo>
                  <a:pt x="6283" y="3127"/>
                </a:lnTo>
                <a:lnTo>
                  <a:pt x="4720" y="6253"/>
                </a:lnTo>
                <a:lnTo>
                  <a:pt x="1563" y="6253"/>
                </a:lnTo>
                <a:lnTo>
                  <a:pt x="0" y="3127"/>
                </a:lnTo>
                <a:lnTo>
                  <a:pt x="1563" y="0"/>
                </a:lnTo>
                <a:close/>
              </a:path>
            </a:pathLst>
          </a:custGeom>
          <a:noFill/>
          <a:ln w="28440">
            <a:solidFill>
              <a:srgbClr val="ffffff"/>
            </a:solidFill>
            <a:round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22" name=""/>
          <p:cNvSpPr/>
          <p:nvPr/>
        </p:nvSpPr>
        <p:spPr>
          <a:xfrm>
            <a:off x="1776960" y="6102000"/>
            <a:ext cx="2790720" cy="1166040"/>
          </a:xfrm>
          <a:custGeom>
            <a:avLst/>
            <a:gdLst/>
            <a:ahLst/>
            <a:rect l="0" t="0" r="r" b="b"/>
            <a:pathLst>
              <a:path w="7752" h="3239">
                <a:moveTo>
                  <a:pt x="0" y="3239"/>
                </a:moveTo>
                <a:lnTo>
                  <a:pt x="7752" y="3239"/>
                </a:lnTo>
                <a:lnTo>
                  <a:pt x="7752" y="0"/>
                </a:lnTo>
                <a:lnTo>
                  <a:pt x="0" y="0"/>
                </a:lnTo>
                <a:lnTo>
                  <a:pt x="0" y="323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23" name=""/>
          <p:cNvSpPr/>
          <p:nvPr/>
        </p:nvSpPr>
        <p:spPr>
          <a:xfrm>
            <a:off x="1776960" y="6102000"/>
            <a:ext cx="2790720" cy="1166040"/>
          </a:xfrm>
          <a:custGeom>
            <a:avLst/>
            <a:gdLst/>
            <a:ahLst/>
            <a:rect l="0" t="0" r="r" b="b"/>
            <a:pathLst>
              <a:path w="7752" h="3239">
                <a:moveTo>
                  <a:pt x="0" y="3239"/>
                </a:moveTo>
                <a:lnTo>
                  <a:pt x="7752" y="3239"/>
                </a:lnTo>
                <a:lnTo>
                  <a:pt x="7752" y="0"/>
                </a:lnTo>
                <a:lnTo>
                  <a:pt x="0" y="0"/>
                </a:lnTo>
                <a:lnTo>
                  <a:pt x="0" y="3239"/>
                </a:lnTo>
                <a:close/>
              </a:path>
            </a:pathLst>
          </a:custGeom>
          <a:noFill/>
          <a:ln w="12600">
            <a:solidFill>
              <a:srgbClr val="fffff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24" name=""/>
          <p:cNvSpPr txBox="1"/>
          <p:nvPr/>
        </p:nvSpPr>
        <p:spPr>
          <a:xfrm>
            <a:off x="6428160" y="4978440"/>
            <a:ext cx="31186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960" spc="-1" strike="noStrike">
                <a:solidFill>
                  <a:srgbClr val="000000"/>
                </a:solidFill>
                <a:latin typeface="Arial"/>
                <a:ea typeface="Arial"/>
              </a:rPr>
              <a:t>(End)Target goal checking</a:t>
            </a:r>
            <a:endParaRPr b="0" lang="en-US" sz="196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25" name=""/>
          <p:cNvSpPr/>
          <p:nvPr/>
        </p:nvSpPr>
        <p:spPr>
          <a:xfrm>
            <a:off x="-10800" y="1464480"/>
            <a:ext cx="5541480" cy="62640"/>
          </a:xfrm>
          <a:custGeom>
            <a:avLst/>
            <a:gdLst/>
            <a:ahLst/>
            <a:rect l="0" t="0" r="r" b="b"/>
            <a:pathLst>
              <a:path w="15393" h="174">
                <a:moveTo>
                  <a:pt x="0" y="174"/>
                </a:moveTo>
                <a:lnTo>
                  <a:pt x="15393" y="174"/>
                </a:lnTo>
                <a:lnTo>
                  <a:pt x="15393" y="0"/>
                </a:lnTo>
                <a:lnTo>
                  <a:pt x="0" y="0"/>
                </a:lnTo>
                <a:lnTo>
                  <a:pt x="0" y="174"/>
                </a:lnTo>
                <a:close/>
              </a:path>
            </a:pathLst>
          </a:custGeom>
          <a:solidFill>
            <a:srgbClr val="90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26" name=""/>
          <p:cNvSpPr txBox="1"/>
          <p:nvPr/>
        </p:nvSpPr>
        <p:spPr>
          <a:xfrm>
            <a:off x="255240" y="869400"/>
            <a:ext cx="5255640" cy="460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250" spc="-1" strike="noStrike">
                <a:solidFill>
                  <a:srgbClr val="000000"/>
                </a:solidFill>
                <a:latin typeface="Arial"/>
                <a:ea typeface="Arial"/>
              </a:rPr>
              <a:t>Personal Training in Korea</a:t>
            </a:r>
            <a:endParaRPr b="0" lang="en-US" sz="32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2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2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29" name=""/>
          <p:cNvSpPr txBox="1"/>
          <p:nvPr/>
        </p:nvSpPr>
        <p:spPr>
          <a:xfrm>
            <a:off x="266400" y="868320"/>
            <a:ext cx="5414040" cy="460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250" spc="-1" strike="noStrike">
                <a:solidFill>
                  <a:srgbClr val="000000"/>
                </a:solidFill>
                <a:latin typeface="Arial"/>
                <a:ea typeface="Arial"/>
              </a:rPr>
              <a:t>(Beginning) PT Counseling </a:t>
            </a:r>
            <a:endParaRPr b="0" lang="en-US" sz="32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0" name=""/>
          <p:cNvSpPr txBox="1"/>
          <p:nvPr/>
        </p:nvSpPr>
        <p:spPr>
          <a:xfrm>
            <a:off x="356760" y="1777320"/>
            <a:ext cx="520200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[Target]    To attract a new client to Personal Training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1" name=""/>
          <p:cNvSpPr txBox="1"/>
          <p:nvPr/>
        </p:nvSpPr>
        <p:spPr>
          <a:xfrm>
            <a:off x="356760" y="2149200"/>
            <a:ext cx="238896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[Steps]     1. InBody Test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2" name=""/>
          <p:cNvSpPr txBox="1"/>
          <p:nvPr/>
        </p:nvSpPr>
        <p:spPr>
          <a:xfrm>
            <a:off x="1359720" y="2519640"/>
            <a:ext cx="148500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2. Consultation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3" name=""/>
          <p:cNvSpPr txBox="1"/>
          <p:nvPr/>
        </p:nvSpPr>
        <p:spPr>
          <a:xfrm>
            <a:off x="1591200" y="2909160"/>
            <a:ext cx="219060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- what is body composition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4" name=""/>
          <p:cNvSpPr txBox="1"/>
          <p:nvPr/>
        </p:nvSpPr>
        <p:spPr>
          <a:xfrm>
            <a:off x="1585080" y="3254040"/>
            <a:ext cx="115740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- CID analysis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5" name=""/>
          <p:cNvSpPr txBox="1"/>
          <p:nvPr/>
        </p:nvSpPr>
        <p:spPr>
          <a:xfrm>
            <a:off x="1585080" y="3587760"/>
            <a:ext cx="200484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- PBF, Visceral Fat Area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6" name=""/>
          <p:cNvSpPr txBox="1"/>
          <p:nvPr/>
        </p:nvSpPr>
        <p:spPr>
          <a:xfrm>
            <a:off x="1585080" y="3922920"/>
            <a:ext cx="108432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- ECW Ratio 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7" name=""/>
          <p:cNvSpPr txBox="1"/>
          <p:nvPr/>
        </p:nvSpPr>
        <p:spPr>
          <a:xfrm>
            <a:off x="1585080" y="4256640"/>
            <a:ext cx="97164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- Imbalance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8" name=""/>
          <p:cNvSpPr txBox="1"/>
          <p:nvPr/>
        </p:nvSpPr>
        <p:spPr>
          <a:xfrm>
            <a:off x="1556280" y="4601880"/>
            <a:ext cx="31784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3. Showing motivating examples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39" name=""/>
          <p:cNvSpPr txBox="1"/>
          <p:nvPr/>
        </p:nvSpPr>
        <p:spPr>
          <a:xfrm>
            <a:off x="1614240" y="4972320"/>
            <a:ext cx="14288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before &amp; after 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40" name=""/>
          <p:cNvSpPr txBox="1"/>
          <p:nvPr/>
        </p:nvSpPr>
        <p:spPr>
          <a:xfrm>
            <a:off x="1556280" y="5344200"/>
            <a:ext cx="380628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4. Setting goals and body profile photo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41" name="" descr=""/>
          <p:cNvPicPr/>
          <p:nvPr/>
        </p:nvPicPr>
        <p:blipFill>
          <a:blip r:embed="rId1"/>
          <a:stretch/>
        </p:blipFill>
        <p:spPr>
          <a:xfrm>
            <a:off x="6361200" y="1464480"/>
            <a:ext cx="3279240" cy="4637160"/>
          </a:xfrm>
          <a:prstGeom prst="rect">
            <a:avLst/>
          </a:prstGeom>
          <a:ln w="0">
            <a:noFill/>
          </a:ln>
        </p:spPr>
      </p:pic>
      <p:sp>
        <p:nvSpPr>
          <p:cNvPr id="27242" name=""/>
          <p:cNvSpPr/>
          <p:nvPr/>
        </p:nvSpPr>
        <p:spPr>
          <a:xfrm>
            <a:off x="0" y="1464480"/>
            <a:ext cx="5634360" cy="62640"/>
          </a:xfrm>
          <a:custGeom>
            <a:avLst/>
            <a:gdLst/>
            <a:ahLst/>
            <a:rect l="0" t="0" r="r" b="b"/>
            <a:pathLst>
              <a:path w="15651" h="174">
                <a:moveTo>
                  <a:pt x="0" y="174"/>
                </a:moveTo>
                <a:lnTo>
                  <a:pt x="15651" y="174"/>
                </a:lnTo>
                <a:lnTo>
                  <a:pt x="15651" y="0"/>
                </a:lnTo>
                <a:lnTo>
                  <a:pt x="0" y="0"/>
                </a:lnTo>
                <a:lnTo>
                  <a:pt x="0" y="174"/>
                </a:lnTo>
                <a:close/>
              </a:path>
            </a:pathLst>
          </a:custGeom>
          <a:solidFill>
            <a:srgbClr val="90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43" name=""/>
          <p:cNvSpPr txBox="1"/>
          <p:nvPr/>
        </p:nvSpPr>
        <p:spPr>
          <a:xfrm>
            <a:off x="1614240" y="5715720"/>
            <a:ext cx="105228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time basis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44" name="" descr=""/>
          <p:cNvPicPr/>
          <p:nvPr/>
        </p:nvPicPr>
        <p:blipFill>
          <a:blip r:embed="rId2"/>
          <a:stretch/>
        </p:blipFill>
        <p:spPr>
          <a:xfrm>
            <a:off x="5225760" y="1700640"/>
            <a:ext cx="4608360" cy="4425480"/>
          </a:xfrm>
          <a:prstGeom prst="rect">
            <a:avLst/>
          </a:prstGeom>
          <a:ln w="0">
            <a:noFill/>
          </a:ln>
        </p:spPr>
      </p:pic>
      <p:sp>
        <p:nvSpPr>
          <p:cNvPr id="27245" name=""/>
          <p:cNvSpPr txBox="1"/>
          <p:nvPr/>
        </p:nvSpPr>
        <p:spPr>
          <a:xfrm>
            <a:off x="7587720" y="2890080"/>
            <a:ext cx="328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0000"/>
                </a:solidFill>
                <a:latin typeface="Calibri"/>
                <a:ea typeface="Calibri"/>
              </a:rPr>
              <a:t>-5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46" name=""/>
          <p:cNvSpPr txBox="1"/>
          <p:nvPr/>
        </p:nvSpPr>
        <p:spPr>
          <a:xfrm>
            <a:off x="7494120" y="3054240"/>
            <a:ext cx="3589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0000"/>
                </a:solidFill>
                <a:latin typeface="Calibri"/>
                <a:ea typeface="Calibri"/>
              </a:rPr>
              <a:t>+3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47" name=""/>
          <p:cNvSpPr txBox="1"/>
          <p:nvPr/>
        </p:nvSpPr>
        <p:spPr>
          <a:xfrm>
            <a:off x="7623000" y="3209400"/>
            <a:ext cx="32832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0000"/>
                </a:solidFill>
                <a:latin typeface="Calibri"/>
                <a:ea typeface="Calibri"/>
              </a:rPr>
              <a:t>-6 kg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48" name=""/>
          <p:cNvSpPr txBox="1"/>
          <p:nvPr/>
        </p:nvSpPr>
        <p:spPr>
          <a:xfrm>
            <a:off x="7765560" y="4553640"/>
            <a:ext cx="377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0000"/>
                </a:solidFill>
                <a:latin typeface="Calibri"/>
                <a:ea typeface="Calibri"/>
              </a:rPr>
              <a:t>0.380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49" name=""/>
          <p:cNvSpPr txBox="1"/>
          <p:nvPr/>
        </p:nvSpPr>
        <p:spPr>
          <a:xfrm>
            <a:off x="7744680" y="3988440"/>
            <a:ext cx="377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0000"/>
                </a:solidFill>
                <a:latin typeface="Calibri"/>
                <a:ea typeface="Calibri"/>
              </a:rPr>
              <a:t>0.372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50" name=""/>
          <p:cNvSpPr txBox="1"/>
          <p:nvPr/>
        </p:nvSpPr>
        <p:spPr>
          <a:xfrm>
            <a:off x="9098280" y="3024000"/>
            <a:ext cx="25380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0000"/>
                </a:solidFill>
                <a:latin typeface="Calibri"/>
                <a:ea typeface="Calibri"/>
              </a:rPr>
              <a:t>- 30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51" name=""/>
          <p:cNvSpPr txBox="1"/>
          <p:nvPr/>
        </p:nvSpPr>
        <p:spPr>
          <a:xfrm>
            <a:off x="7788960" y="3619440"/>
            <a:ext cx="287280" cy="2016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ff0000"/>
                </a:solidFill>
                <a:latin typeface="Calibri"/>
                <a:ea typeface="Calibri"/>
              </a:rPr>
              <a:t>23%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5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5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54" name=""/>
          <p:cNvSpPr txBox="1"/>
          <p:nvPr/>
        </p:nvSpPr>
        <p:spPr>
          <a:xfrm>
            <a:off x="276840" y="857880"/>
            <a:ext cx="5391000" cy="460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250" spc="-1" strike="noStrike">
                <a:solidFill>
                  <a:srgbClr val="000000"/>
                </a:solidFill>
                <a:latin typeface="Arial"/>
                <a:ea typeface="Arial"/>
              </a:rPr>
              <a:t>(Middle) Monitoring change</a:t>
            </a:r>
            <a:endParaRPr b="0" lang="en-US" sz="32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55" name=""/>
          <p:cNvSpPr txBox="1"/>
          <p:nvPr/>
        </p:nvSpPr>
        <p:spPr>
          <a:xfrm>
            <a:off x="386640" y="1953360"/>
            <a:ext cx="487008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[Target]    To demonstrate PT program is effective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56" name=""/>
          <p:cNvSpPr txBox="1"/>
          <p:nvPr/>
        </p:nvSpPr>
        <p:spPr>
          <a:xfrm>
            <a:off x="1529640" y="2325240"/>
            <a:ext cx="366912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To find out weak points and to advise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57" name=""/>
          <p:cNvSpPr txBox="1"/>
          <p:nvPr/>
        </p:nvSpPr>
        <p:spPr>
          <a:xfrm>
            <a:off x="386640" y="2788200"/>
            <a:ext cx="52934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[Steps]     1. Find the best frequency of measurement  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58" name=""/>
          <p:cNvSpPr txBox="1"/>
          <p:nvPr/>
        </p:nvSpPr>
        <p:spPr>
          <a:xfrm>
            <a:off x="1529640" y="3160800"/>
            <a:ext cx="391140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2. Give feedback based on results sheet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59" name=""/>
          <p:cNvSpPr txBox="1"/>
          <p:nvPr/>
        </p:nvSpPr>
        <p:spPr>
          <a:xfrm>
            <a:off x="1529640" y="3532680"/>
            <a:ext cx="23324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3. Advise with expertise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60" name=""/>
          <p:cNvSpPr txBox="1"/>
          <p:nvPr/>
        </p:nvSpPr>
        <p:spPr>
          <a:xfrm>
            <a:off x="1585800" y="3903120"/>
            <a:ext cx="91512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anatomy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61" name=""/>
          <p:cNvSpPr txBox="1"/>
          <p:nvPr/>
        </p:nvSpPr>
        <p:spPr>
          <a:xfrm>
            <a:off x="1585800" y="4275360"/>
            <a:ext cx="8114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kinetics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62" name=""/>
          <p:cNvSpPr txBox="1"/>
          <p:nvPr/>
        </p:nvSpPr>
        <p:spPr>
          <a:xfrm>
            <a:off x="1585800" y="4646880"/>
            <a:ext cx="177300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nutritional science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63" name=""/>
          <p:cNvSpPr txBox="1"/>
          <p:nvPr/>
        </p:nvSpPr>
        <p:spPr>
          <a:xfrm>
            <a:off x="1585800" y="5018760"/>
            <a:ext cx="129168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rehabilitation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64" name="" descr=""/>
          <p:cNvPicPr/>
          <p:nvPr/>
        </p:nvPicPr>
        <p:blipFill>
          <a:blip r:embed="rId1"/>
          <a:stretch/>
        </p:blipFill>
        <p:spPr>
          <a:xfrm>
            <a:off x="6356520" y="1527120"/>
            <a:ext cx="3264120" cy="4618800"/>
          </a:xfrm>
          <a:prstGeom prst="rect">
            <a:avLst/>
          </a:prstGeom>
          <a:ln w="0">
            <a:noFill/>
          </a:ln>
        </p:spPr>
      </p:pic>
      <p:sp>
        <p:nvSpPr>
          <p:cNvPr id="27265" name=""/>
          <p:cNvSpPr/>
          <p:nvPr/>
        </p:nvSpPr>
        <p:spPr>
          <a:xfrm>
            <a:off x="0" y="1464480"/>
            <a:ext cx="5634360" cy="62640"/>
          </a:xfrm>
          <a:custGeom>
            <a:avLst/>
            <a:gdLst/>
            <a:ahLst/>
            <a:rect l="0" t="0" r="r" b="b"/>
            <a:pathLst>
              <a:path w="15651" h="174">
                <a:moveTo>
                  <a:pt x="0" y="174"/>
                </a:moveTo>
                <a:lnTo>
                  <a:pt x="15651" y="174"/>
                </a:lnTo>
                <a:lnTo>
                  <a:pt x="15651" y="0"/>
                </a:lnTo>
                <a:lnTo>
                  <a:pt x="0" y="0"/>
                </a:lnTo>
                <a:lnTo>
                  <a:pt x="0" y="174"/>
                </a:lnTo>
                <a:close/>
              </a:path>
            </a:pathLst>
          </a:custGeom>
          <a:solidFill>
            <a:srgbClr val="90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7266" name="" descr=""/>
          <p:cNvPicPr/>
          <p:nvPr/>
        </p:nvPicPr>
        <p:blipFill>
          <a:blip r:embed="rId2"/>
          <a:stretch/>
        </p:blipFill>
        <p:spPr>
          <a:xfrm>
            <a:off x="7624440" y="2730960"/>
            <a:ext cx="348480" cy="348480"/>
          </a:xfrm>
          <a:prstGeom prst="rect">
            <a:avLst/>
          </a:prstGeom>
          <a:ln w="0">
            <a:noFill/>
          </a:ln>
        </p:spPr>
      </p:pic>
      <p:pic>
        <p:nvPicPr>
          <p:cNvPr id="27267" name="" descr=""/>
          <p:cNvPicPr/>
          <p:nvPr/>
        </p:nvPicPr>
        <p:blipFill>
          <a:blip r:embed="rId3"/>
          <a:stretch/>
        </p:blipFill>
        <p:spPr>
          <a:xfrm>
            <a:off x="7386840" y="2906280"/>
            <a:ext cx="312120" cy="310680"/>
          </a:xfrm>
          <a:prstGeom prst="rect">
            <a:avLst/>
          </a:prstGeom>
          <a:ln w="0">
            <a:noFill/>
          </a:ln>
        </p:spPr>
      </p:pic>
      <p:pic>
        <p:nvPicPr>
          <p:cNvPr id="27268" name="" descr=""/>
          <p:cNvPicPr/>
          <p:nvPr/>
        </p:nvPicPr>
        <p:blipFill>
          <a:blip r:embed="rId4"/>
          <a:stretch/>
        </p:blipFill>
        <p:spPr>
          <a:xfrm>
            <a:off x="8321040" y="4416480"/>
            <a:ext cx="310680" cy="310680"/>
          </a:xfrm>
          <a:prstGeom prst="rect">
            <a:avLst/>
          </a:prstGeom>
          <a:ln w="0">
            <a:noFill/>
          </a:ln>
        </p:spPr>
      </p:pic>
      <p:pic>
        <p:nvPicPr>
          <p:cNvPr id="27269" name="" descr=""/>
          <p:cNvPicPr/>
          <p:nvPr/>
        </p:nvPicPr>
        <p:blipFill>
          <a:blip r:embed="rId5"/>
          <a:stretch/>
        </p:blipFill>
        <p:spPr>
          <a:xfrm>
            <a:off x="7639920" y="3037320"/>
            <a:ext cx="348480" cy="348480"/>
          </a:xfrm>
          <a:prstGeom prst="rect">
            <a:avLst/>
          </a:prstGeom>
          <a:ln w="0">
            <a:noFill/>
          </a:ln>
        </p:spPr>
      </p:pic>
      <p:pic>
        <p:nvPicPr>
          <p:cNvPr id="27270" name="" descr=""/>
          <p:cNvPicPr/>
          <p:nvPr/>
        </p:nvPicPr>
        <p:blipFill>
          <a:blip r:embed="rId6"/>
          <a:stretch/>
        </p:blipFill>
        <p:spPr>
          <a:xfrm>
            <a:off x="8994600" y="2868120"/>
            <a:ext cx="347040" cy="348480"/>
          </a:xfrm>
          <a:prstGeom prst="rect">
            <a:avLst/>
          </a:prstGeom>
          <a:ln w="0">
            <a:noFill/>
          </a:ln>
        </p:spPr>
      </p:pic>
      <p:pic>
        <p:nvPicPr>
          <p:cNvPr id="27271" name="" descr=""/>
          <p:cNvPicPr/>
          <p:nvPr/>
        </p:nvPicPr>
        <p:blipFill>
          <a:blip r:embed="rId7"/>
          <a:stretch/>
        </p:blipFill>
        <p:spPr>
          <a:xfrm>
            <a:off x="8331840" y="3898440"/>
            <a:ext cx="348480" cy="348480"/>
          </a:xfrm>
          <a:prstGeom prst="rect">
            <a:avLst/>
          </a:prstGeom>
          <a:ln w="0">
            <a:noFill/>
          </a:ln>
        </p:spPr>
      </p:pic>
      <p:pic>
        <p:nvPicPr>
          <p:cNvPr id="27272" name="" descr=""/>
          <p:cNvPicPr/>
          <p:nvPr/>
        </p:nvPicPr>
        <p:blipFill>
          <a:blip r:embed="rId8"/>
          <a:stretch/>
        </p:blipFill>
        <p:spPr>
          <a:xfrm>
            <a:off x="7536240" y="3454920"/>
            <a:ext cx="348480" cy="348480"/>
          </a:xfrm>
          <a:prstGeom prst="rect">
            <a:avLst/>
          </a:prstGeom>
          <a:ln w="0">
            <a:noFill/>
          </a:ln>
        </p:spPr>
      </p:pic>
      <p:pic>
        <p:nvPicPr>
          <p:cNvPr id="27273" name="" descr=""/>
          <p:cNvPicPr/>
          <p:nvPr/>
        </p:nvPicPr>
        <p:blipFill>
          <a:blip r:embed="rId9"/>
          <a:stretch/>
        </p:blipFill>
        <p:spPr>
          <a:xfrm>
            <a:off x="7312320" y="3960720"/>
            <a:ext cx="348480" cy="348480"/>
          </a:xfrm>
          <a:prstGeom prst="rect">
            <a:avLst/>
          </a:prstGeom>
          <a:ln w="0">
            <a:noFill/>
          </a:ln>
        </p:spPr>
      </p:pic>
      <p:sp>
        <p:nvSpPr>
          <p:cNvPr id="27274" name=""/>
          <p:cNvSpPr txBox="1"/>
          <p:nvPr/>
        </p:nvSpPr>
        <p:spPr>
          <a:xfrm>
            <a:off x="1585800" y="5389200"/>
            <a:ext cx="18068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InBody knowledge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7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7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77" name=""/>
          <p:cNvSpPr txBox="1"/>
          <p:nvPr/>
        </p:nvSpPr>
        <p:spPr>
          <a:xfrm>
            <a:off x="266400" y="857880"/>
            <a:ext cx="5185440" cy="460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250" spc="-1" strike="noStrike">
                <a:solidFill>
                  <a:srgbClr val="000000"/>
                </a:solidFill>
                <a:latin typeface="Arial"/>
                <a:ea typeface="Arial"/>
              </a:rPr>
              <a:t>(End)Target goal checking</a:t>
            </a:r>
            <a:endParaRPr b="0" lang="en-US" sz="32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78" name=""/>
          <p:cNvSpPr txBox="1"/>
          <p:nvPr/>
        </p:nvSpPr>
        <p:spPr>
          <a:xfrm>
            <a:off x="335160" y="1874160"/>
            <a:ext cx="330336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[Target]     Before and After check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79" name=""/>
          <p:cNvSpPr txBox="1"/>
          <p:nvPr/>
        </p:nvSpPr>
        <p:spPr>
          <a:xfrm>
            <a:off x="1535040" y="2246040"/>
            <a:ext cx="14288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InBody results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80" name=""/>
          <p:cNvSpPr txBox="1"/>
          <p:nvPr/>
        </p:nvSpPr>
        <p:spPr>
          <a:xfrm>
            <a:off x="1535040" y="2616480"/>
            <a:ext cx="176112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body profile photo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81" name=""/>
          <p:cNvSpPr txBox="1"/>
          <p:nvPr/>
        </p:nvSpPr>
        <p:spPr>
          <a:xfrm>
            <a:off x="335160" y="3174120"/>
            <a:ext cx="270900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[Steps]      1. Show changes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82" name=""/>
          <p:cNvSpPr txBox="1"/>
          <p:nvPr/>
        </p:nvSpPr>
        <p:spPr>
          <a:xfrm>
            <a:off x="1535040" y="3546360"/>
            <a:ext cx="258408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Body composition changes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83" name=""/>
          <p:cNvSpPr txBox="1"/>
          <p:nvPr/>
        </p:nvSpPr>
        <p:spPr>
          <a:xfrm>
            <a:off x="1535040" y="3918240"/>
            <a:ext cx="204732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appearance changes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84" name=""/>
          <p:cNvSpPr txBox="1"/>
          <p:nvPr/>
        </p:nvSpPr>
        <p:spPr>
          <a:xfrm>
            <a:off x="1478520" y="4288680"/>
            <a:ext cx="262980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2. Recommend to continue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85" name=""/>
          <p:cNvSpPr txBox="1"/>
          <p:nvPr/>
        </p:nvSpPr>
        <p:spPr>
          <a:xfrm>
            <a:off x="1535040" y="4660200"/>
            <a:ext cx="323604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- If some goals were not met within 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86" name=""/>
          <p:cNvSpPr txBox="1"/>
          <p:nvPr/>
        </p:nvSpPr>
        <p:spPr>
          <a:xfrm>
            <a:off x="1649160" y="5032440"/>
            <a:ext cx="252756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limited time, recommend to 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87" name="" descr=""/>
          <p:cNvPicPr/>
          <p:nvPr/>
        </p:nvPicPr>
        <p:blipFill>
          <a:blip r:embed="rId1"/>
          <a:stretch/>
        </p:blipFill>
        <p:spPr>
          <a:xfrm>
            <a:off x="5083920" y="1722240"/>
            <a:ext cx="4577760" cy="4294440"/>
          </a:xfrm>
          <a:prstGeom prst="rect">
            <a:avLst/>
          </a:prstGeom>
          <a:ln w="0">
            <a:noFill/>
          </a:ln>
        </p:spPr>
      </p:pic>
      <p:sp>
        <p:nvSpPr>
          <p:cNvPr id="27288" name=""/>
          <p:cNvSpPr/>
          <p:nvPr/>
        </p:nvSpPr>
        <p:spPr>
          <a:xfrm>
            <a:off x="0" y="1464480"/>
            <a:ext cx="5634360" cy="62640"/>
          </a:xfrm>
          <a:custGeom>
            <a:avLst/>
            <a:gdLst/>
            <a:ahLst/>
            <a:rect l="0" t="0" r="r" b="b"/>
            <a:pathLst>
              <a:path w="15651" h="174">
                <a:moveTo>
                  <a:pt x="0" y="174"/>
                </a:moveTo>
                <a:lnTo>
                  <a:pt x="15651" y="174"/>
                </a:lnTo>
                <a:lnTo>
                  <a:pt x="15651" y="0"/>
                </a:lnTo>
                <a:lnTo>
                  <a:pt x="0" y="0"/>
                </a:lnTo>
                <a:lnTo>
                  <a:pt x="0" y="174"/>
                </a:lnTo>
                <a:close/>
              </a:path>
            </a:pathLst>
          </a:custGeom>
          <a:solidFill>
            <a:srgbClr val="90001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89" name=""/>
          <p:cNvSpPr txBox="1"/>
          <p:nvPr/>
        </p:nvSpPr>
        <p:spPr>
          <a:xfrm>
            <a:off x="335160" y="5404320"/>
            <a:ext cx="777960" cy="230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20" spc="-1" strike="noStrike">
                <a:solidFill>
                  <a:srgbClr val="000000"/>
                </a:solidFill>
                <a:latin typeface="Arial"/>
                <a:ea typeface="Arial"/>
              </a:rPr>
              <a:t>continue</a:t>
            </a:r>
            <a:endParaRPr b="0" lang="en-US" sz="16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90" name=""/>
          <p:cNvSpPr txBox="1"/>
          <p:nvPr/>
        </p:nvSpPr>
        <p:spPr>
          <a:xfrm>
            <a:off x="8660520" y="3441240"/>
            <a:ext cx="8722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00"/>
                </a:solidFill>
                <a:latin typeface="Calibri"/>
                <a:ea typeface="Calibri"/>
              </a:rPr>
              <a:t>Body Fat Mass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91" name=""/>
          <p:cNvSpPr txBox="1"/>
          <p:nvPr/>
        </p:nvSpPr>
        <p:spPr>
          <a:xfrm>
            <a:off x="9081000" y="2968920"/>
            <a:ext cx="4366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00"/>
                </a:solidFill>
                <a:latin typeface="Calibri"/>
                <a:ea typeface="Calibri"/>
              </a:rPr>
              <a:t>Weight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92" name=""/>
          <p:cNvSpPr txBox="1"/>
          <p:nvPr/>
        </p:nvSpPr>
        <p:spPr>
          <a:xfrm>
            <a:off x="9025560" y="3789000"/>
            <a:ext cx="2246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ffff00"/>
                </a:solidFill>
                <a:latin typeface="Calibri"/>
                <a:ea typeface="Calibri"/>
              </a:rPr>
              <a:t>PBF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29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9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95" name="" descr=""/>
          <p:cNvPicPr/>
          <p:nvPr/>
        </p:nvPicPr>
        <p:blipFill>
          <a:blip r:embed="rId1"/>
          <a:stretch/>
        </p:blipFill>
        <p:spPr>
          <a:xfrm>
            <a:off x="5385960" y="1072800"/>
            <a:ext cx="3324960" cy="4711680"/>
          </a:xfrm>
          <a:prstGeom prst="rect">
            <a:avLst/>
          </a:prstGeom>
          <a:ln w="0">
            <a:noFill/>
          </a:ln>
        </p:spPr>
      </p:pic>
      <p:sp>
        <p:nvSpPr>
          <p:cNvPr id="27296" name=""/>
          <p:cNvSpPr/>
          <p:nvPr/>
        </p:nvSpPr>
        <p:spPr>
          <a:xfrm>
            <a:off x="0" y="642960"/>
            <a:ext cx="4973040" cy="5572080"/>
          </a:xfrm>
          <a:custGeom>
            <a:avLst/>
            <a:gdLst/>
            <a:ahLst/>
            <a:rect l="0" t="0" r="r" b="b"/>
            <a:pathLst>
              <a:path w="13814" h="15478">
                <a:moveTo>
                  <a:pt x="0" y="15478"/>
                </a:moveTo>
                <a:lnTo>
                  <a:pt x="13814" y="15478"/>
                </a:lnTo>
                <a:lnTo>
                  <a:pt x="13814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297" name=""/>
          <p:cNvSpPr/>
          <p:nvPr/>
        </p:nvSpPr>
        <p:spPr>
          <a:xfrm>
            <a:off x="0" y="642960"/>
            <a:ext cx="4973040" cy="5572080"/>
          </a:xfrm>
          <a:custGeom>
            <a:avLst/>
            <a:gdLst/>
            <a:ahLst/>
            <a:rect l="0" t="0" r="r" b="b"/>
            <a:pathLst>
              <a:path w="13814" h="15478">
                <a:moveTo>
                  <a:pt x="0" y="15478"/>
                </a:moveTo>
                <a:lnTo>
                  <a:pt x="13814" y="15478"/>
                </a:lnTo>
                <a:lnTo>
                  <a:pt x="13814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noFill/>
          <a:ln w="12600">
            <a:solidFill>
              <a:srgbClr val="b5093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298" name="" descr=""/>
          <p:cNvPicPr/>
          <p:nvPr/>
        </p:nvPicPr>
        <p:blipFill>
          <a:blip r:embed="rId2"/>
          <a:stretch/>
        </p:blipFill>
        <p:spPr>
          <a:xfrm>
            <a:off x="2220480" y="642960"/>
            <a:ext cx="529920" cy="1631880"/>
          </a:xfrm>
          <a:prstGeom prst="rect">
            <a:avLst/>
          </a:prstGeom>
          <a:ln w="0">
            <a:noFill/>
          </a:ln>
        </p:spPr>
      </p:pic>
      <p:sp>
        <p:nvSpPr>
          <p:cNvPr id="27299" name=""/>
          <p:cNvSpPr/>
          <p:nvPr/>
        </p:nvSpPr>
        <p:spPr>
          <a:xfrm>
            <a:off x="2077920" y="3876120"/>
            <a:ext cx="819000" cy="0"/>
          </a:xfrm>
          <a:prstGeom prst="line">
            <a:avLst/>
          </a:prstGeom>
          <a:ln w="37800">
            <a:solidFill>
              <a:srgbClr val="d0cece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18720" rIns="18720" tIns="-18720" bIns="-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00" name=""/>
          <p:cNvSpPr/>
          <p:nvPr/>
        </p:nvSpPr>
        <p:spPr>
          <a:xfrm>
            <a:off x="5385600" y="1002600"/>
            <a:ext cx="3499560" cy="4782600"/>
          </a:xfrm>
          <a:custGeom>
            <a:avLst/>
            <a:gdLst/>
            <a:ahLst/>
            <a:rect l="0" t="0" r="r" b="b"/>
            <a:pathLst>
              <a:path w="9721" h="13285">
                <a:moveTo>
                  <a:pt x="0" y="13285"/>
                </a:moveTo>
                <a:lnTo>
                  <a:pt x="9721" y="13285"/>
                </a:lnTo>
                <a:lnTo>
                  <a:pt x="9721" y="0"/>
                </a:lnTo>
                <a:lnTo>
                  <a:pt x="0" y="0"/>
                </a:lnTo>
                <a:lnTo>
                  <a:pt x="0" y="13285"/>
                </a:lnTo>
                <a:close/>
              </a:path>
            </a:pathLst>
          </a:custGeom>
          <a:solidFill>
            <a:srgbClr val="ffffff">
              <a:alpha val="5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301" name="" descr=""/>
          <p:cNvPicPr/>
          <p:nvPr/>
        </p:nvPicPr>
        <p:blipFill>
          <a:blip r:embed="rId3"/>
          <a:stretch/>
        </p:blipFill>
        <p:spPr>
          <a:xfrm>
            <a:off x="7158240" y="1751040"/>
            <a:ext cx="2924280" cy="4387320"/>
          </a:xfrm>
          <a:prstGeom prst="rect">
            <a:avLst/>
          </a:prstGeom>
          <a:ln w="0">
            <a:noFill/>
          </a:ln>
        </p:spPr>
      </p:pic>
      <p:sp>
        <p:nvSpPr>
          <p:cNvPr id="27302" name=""/>
          <p:cNvSpPr/>
          <p:nvPr/>
        </p:nvSpPr>
        <p:spPr>
          <a:xfrm>
            <a:off x="5223960" y="642960"/>
            <a:ext cx="4407840" cy="5572080"/>
          </a:xfrm>
          <a:custGeom>
            <a:avLst/>
            <a:gdLst/>
            <a:ahLst/>
            <a:rect l="0" t="0" r="r" b="b"/>
            <a:pathLst>
              <a:path w="12244" h="15478">
                <a:moveTo>
                  <a:pt x="0" y="15478"/>
                </a:moveTo>
                <a:lnTo>
                  <a:pt x="12244" y="15478"/>
                </a:lnTo>
                <a:lnTo>
                  <a:pt x="12244" y="0"/>
                </a:lnTo>
                <a:lnTo>
                  <a:pt x="0" y="0"/>
                </a:lnTo>
                <a:lnTo>
                  <a:pt x="0" y="15478"/>
                </a:lnTo>
                <a:close/>
              </a:path>
            </a:pathLst>
          </a:custGeom>
          <a:solidFill>
            <a:srgbClr val="ffffff">
              <a:alpha val="53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03" name=""/>
          <p:cNvSpPr txBox="1"/>
          <p:nvPr/>
        </p:nvSpPr>
        <p:spPr>
          <a:xfrm>
            <a:off x="2197440" y="2919240"/>
            <a:ext cx="578160" cy="353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280" spc="-1" strike="noStrike">
                <a:solidFill>
                  <a:srgbClr val="ffffff"/>
                </a:solidFill>
                <a:latin typeface="Calibri"/>
                <a:ea typeface="Calibri"/>
              </a:rPr>
              <a:t>Q&amp;A</a:t>
            </a:r>
            <a:endParaRPr b="0" lang="en-US" sz="22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0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0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06" name=""/>
          <p:cNvSpPr/>
          <p:nvPr/>
        </p:nvSpPr>
        <p:spPr>
          <a:xfrm>
            <a:off x="417240" y="1447560"/>
            <a:ext cx="4185360" cy="1170720"/>
          </a:xfrm>
          <a:custGeom>
            <a:avLst/>
            <a:gdLst/>
            <a:ahLst/>
            <a:rect l="0" t="0" r="r" b="b"/>
            <a:pathLst>
              <a:path w="11626" h="3252">
                <a:moveTo>
                  <a:pt x="0" y="3252"/>
                </a:moveTo>
                <a:lnTo>
                  <a:pt x="11626" y="3252"/>
                </a:lnTo>
                <a:lnTo>
                  <a:pt x="11626" y="0"/>
                </a:lnTo>
                <a:lnTo>
                  <a:pt x="0" y="0"/>
                </a:lnTo>
                <a:lnTo>
                  <a:pt x="0" y="325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07" name=""/>
          <p:cNvSpPr txBox="1"/>
          <p:nvPr/>
        </p:nvSpPr>
        <p:spPr>
          <a:xfrm>
            <a:off x="713160" y="1839600"/>
            <a:ext cx="464868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70c0"/>
                </a:solidFill>
                <a:latin typeface="Calibri Light"/>
                <a:ea typeface="Calibri Light"/>
              </a:rPr>
              <a:t>I eat a lot of meat</a:t>
            </a:r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, however, why does the Body Composition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08" name=""/>
          <p:cNvSpPr/>
          <p:nvPr/>
        </p:nvSpPr>
        <p:spPr>
          <a:xfrm>
            <a:off x="136080" y="1222200"/>
            <a:ext cx="433800" cy="442440"/>
          </a:xfrm>
          <a:custGeom>
            <a:avLst/>
            <a:gdLst/>
            <a:ahLst/>
            <a:rect l="0" t="0" r="r" b="b"/>
            <a:pathLst>
              <a:path w="1205" h="1229">
                <a:moveTo>
                  <a:pt x="1011" y="979"/>
                </a:moveTo>
                <a:lnTo>
                  <a:pt x="1205" y="1229"/>
                </a:lnTo>
                <a:lnTo>
                  <a:pt x="954" y="1229"/>
                </a:lnTo>
                <a:lnTo>
                  <a:pt x="855" y="1103"/>
                </a:lnTo>
                <a:cubicBezTo>
                  <a:pt x="774" y="1147"/>
                  <a:pt x="684" y="1170"/>
                  <a:pt x="584" y="1170"/>
                </a:cubicBezTo>
                <a:cubicBezTo>
                  <a:pt x="416" y="1170"/>
                  <a:pt x="278" y="1112"/>
                  <a:pt x="166" y="997"/>
                </a:cubicBezTo>
                <a:cubicBezTo>
                  <a:pt x="55" y="881"/>
                  <a:pt x="0" y="743"/>
                  <a:pt x="0" y="584"/>
                </a:cubicBezTo>
                <a:cubicBezTo>
                  <a:pt x="0" y="477"/>
                  <a:pt x="26" y="380"/>
                  <a:pt x="77" y="291"/>
                </a:cubicBezTo>
                <a:cubicBezTo>
                  <a:pt x="129" y="201"/>
                  <a:pt x="199" y="131"/>
                  <a:pt x="291" y="78"/>
                </a:cubicBezTo>
                <a:cubicBezTo>
                  <a:pt x="381" y="26"/>
                  <a:pt x="477" y="0"/>
                  <a:pt x="581" y="0"/>
                </a:cubicBezTo>
                <a:cubicBezTo>
                  <a:pt x="739" y="0"/>
                  <a:pt x="875" y="57"/>
                  <a:pt x="988" y="171"/>
                </a:cubicBezTo>
                <a:cubicBezTo>
                  <a:pt x="1101" y="285"/>
                  <a:pt x="1158" y="424"/>
                  <a:pt x="1158" y="588"/>
                </a:cubicBezTo>
                <a:cubicBezTo>
                  <a:pt x="1158" y="738"/>
                  <a:pt x="1109" y="869"/>
                  <a:pt x="1011" y="979"/>
                </a:cubicBezTo>
                <a:moveTo>
                  <a:pt x="879" y="807"/>
                </a:moveTo>
                <a:cubicBezTo>
                  <a:pt x="924" y="740"/>
                  <a:pt x="946" y="667"/>
                  <a:pt x="946" y="586"/>
                </a:cubicBezTo>
                <a:cubicBezTo>
                  <a:pt x="946" y="480"/>
                  <a:pt x="910" y="391"/>
                  <a:pt x="839" y="317"/>
                </a:cubicBezTo>
                <a:cubicBezTo>
                  <a:pt x="768" y="244"/>
                  <a:pt x="682" y="207"/>
                  <a:pt x="581" y="207"/>
                </a:cubicBezTo>
                <a:cubicBezTo>
                  <a:pt x="477" y="207"/>
                  <a:pt x="390" y="243"/>
                  <a:pt x="320" y="314"/>
                </a:cubicBezTo>
                <a:cubicBezTo>
                  <a:pt x="249" y="386"/>
                  <a:pt x="213" y="477"/>
                  <a:pt x="213" y="588"/>
                </a:cubicBezTo>
                <a:cubicBezTo>
                  <a:pt x="213" y="710"/>
                  <a:pt x="259" y="808"/>
                  <a:pt x="347" y="879"/>
                </a:cubicBezTo>
                <a:cubicBezTo>
                  <a:pt x="416" y="937"/>
                  <a:pt x="495" y="964"/>
                  <a:pt x="583" y="964"/>
                </a:cubicBezTo>
                <a:cubicBezTo>
                  <a:pt x="633" y="964"/>
                  <a:pt x="681" y="955"/>
                  <a:pt x="725" y="935"/>
                </a:cubicBezTo>
                <a:lnTo>
                  <a:pt x="526" y="678"/>
                </a:lnTo>
                <a:lnTo>
                  <a:pt x="779" y="678"/>
                </a:lnTo>
                <a:lnTo>
                  <a:pt x="879" y="807"/>
                </a:lnTo>
                <a:close/>
              </a:path>
            </a:pathLst>
          </a:custGeom>
          <a:solidFill>
            <a:srgbClr val="0070c0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09" name=""/>
          <p:cNvSpPr/>
          <p:nvPr/>
        </p:nvSpPr>
        <p:spPr>
          <a:xfrm>
            <a:off x="165960" y="799920"/>
            <a:ext cx="92160" cy="341640"/>
          </a:xfrm>
          <a:custGeom>
            <a:avLst/>
            <a:gdLst/>
            <a:ahLst/>
            <a:rect l="0" t="0" r="r" b="b"/>
            <a:pathLst>
              <a:path w="256" h="949">
                <a:moveTo>
                  <a:pt x="0" y="949"/>
                </a:moveTo>
                <a:lnTo>
                  <a:pt x="256" y="949"/>
                </a:lnTo>
                <a:lnTo>
                  <a:pt x="256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10" name=""/>
          <p:cNvSpPr txBox="1"/>
          <p:nvPr/>
        </p:nvSpPr>
        <p:spPr>
          <a:xfrm>
            <a:off x="713160" y="2100240"/>
            <a:ext cx="22154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Analysis show </a:t>
            </a:r>
            <a:r>
              <a:rPr b="1" lang="en-US" sz="1140" spc="-1" strike="noStrike">
                <a:solidFill>
                  <a:srgbClr val="0070c0"/>
                </a:solidFill>
                <a:latin typeface="Calibri Light"/>
                <a:ea typeface="Calibri Light"/>
              </a:rPr>
              <a:t>a low protein</a:t>
            </a:r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?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11" name=""/>
          <p:cNvSpPr/>
          <p:nvPr/>
        </p:nvSpPr>
        <p:spPr>
          <a:xfrm>
            <a:off x="5170680" y="1447560"/>
            <a:ext cx="4185360" cy="1170720"/>
          </a:xfrm>
          <a:custGeom>
            <a:avLst/>
            <a:gdLst/>
            <a:ahLst/>
            <a:rect l="0" t="0" r="r" b="b"/>
            <a:pathLst>
              <a:path w="11626" h="3252">
                <a:moveTo>
                  <a:pt x="0" y="3252"/>
                </a:moveTo>
                <a:lnTo>
                  <a:pt x="11626" y="3252"/>
                </a:lnTo>
                <a:lnTo>
                  <a:pt x="11626" y="0"/>
                </a:lnTo>
                <a:lnTo>
                  <a:pt x="0" y="0"/>
                </a:lnTo>
                <a:lnTo>
                  <a:pt x="0" y="325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12" name=""/>
          <p:cNvSpPr txBox="1"/>
          <p:nvPr/>
        </p:nvSpPr>
        <p:spPr>
          <a:xfrm>
            <a:off x="349200" y="892080"/>
            <a:ext cx="41364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Q&amp;A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13" name=""/>
          <p:cNvSpPr txBox="1"/>
          <p:nvPr/>
        </p:nvSpPr>
        <p:spPr>
          <a:xfrm>
            <a:off x="5467320" y="1708200"/>
            <a:ext cx="47678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Just as piling bricks does not result in a building, </a:t>
            </a:r>
            <a:r>
              <a:rPr b="1" lang="en-US" sz="1140" spc="-1" strike="noStrike">
                <a:solidFill>
                  <a:srgbClr val="c00000"/>
                </a:solidFill>
                <a:latin typeface="Calibri Light"/>
                <a:ea typeface="Calibri Light"/>
              </a:rPr>
              <a:t>protein intake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14" name=""/>
          <p:cNvSpPr/>
          <p:nvPr/>
        </p:nvSpPr>
        <p:spPr>
          <a:xfrm>
            <a:off x="4911120" y="1250280"/>
            <a:ext cx="386280" cy="401040"/>
          </a:xfrm>
          <a:custGeom>
            <a:avLst/>
            <a:gdLst/>
            <a:ahLst/>
            <a:rect l="0" t="0" r="r" b="b"/>
            <a:pathLst>
              <a:path w="1073" h="1114">
                <a:moveTo>
                  <a:pt x="429" y="0"/>
                </a:moveTo>
                <a:lnTo>
                  <a:pt x="644" y="0"/>
                </a:lnTo>
                <a:lnTo>
                  <a:pt x="1073" y="1114"/>
                </a:lnTo>
                <a:lnTo>
                  <a:pt x="853" y="1114"/>
                </a:lnTo>
                <a:lnTo>
                  <a:pt x="765" y="884"/>
                </a:lnTo>
                <a:lnTo>
                  <a:pt x="311" y="884"/>
                </a:lnTo>
                <a:lnTo>
                  <a:pt x="220" y="1114"/>
                </a:lnTo>
                <a:lnTo>
                  <a:pt x="0" y="1114"/>
                </a:lnTo>
                <a:lnTo>
                  <a:pt x="429" y="0"/>
                </a:lnTo>
                <a:moveTo>
                  <a:pt x="538" y="295"/>
                </a:moveTo>
                <a:lnTo>
                  <a:pt x="389" y="678"/>
                </a:lnTo>
                <a:lnTo>
                  <a:pt x="687" y="678"/>
                </a:lnTo>
                <a:lnTo>
                  <a:pt x="538" y="295"/>
                </a:lnTo>
                <a:close/>
              </a:path>
            </a:pathLst>
          </a:custGeom>
          <a:solidFill>
            <a:srgbClr val="b50938">
              <a:alpha val="6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15" name=""/>
          <p:cNvSpPr/>
          <p:nvPr/>
        </p:nvSpPr>
        <p:spPr>
          <a:xfrm>
            <a:off x="4737960" y="1961280"/>
            <a:ext cx="295920" cy="341640"/>
          </a:xfrm>
          <a:custGeom>
            <a:avLst/>
            <a:gdLst/>
            <a:ahLst/>
            <a:rect l="0" t="0" r="r" b="b"/>
            <a:pathLst>
              <a:path w="822" h="949">
                <a:moveTo>
                  <a:pt x="0" y="237"/>
                </a:moveTo>
                <a:lnTo>
                  <a:pt x="412" y="237"/>
                </a:lnTo>
                <a:lnTo>
                  <a:pt x="412" y="0"/>
                </a:lnTo>
                <a:lnTo>
                  <a:pt x="822" y="474"/>
                </a:lnTo>
                <a:lnTo>
                  <a:pt x="412" y="949"/>
                </a:lnTo>
                <a:lnTo>
                  <a:pt x="412" y="711"/>
                </a:lnTo>
                <a:lnTo>
                  <a:pt x="0" y="711"/>
                </a:lnTo>
                <a:lnTo>
                  <a:pt x="0" y="237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16" name=""/>
          <p:cNvSpPr txBox="1"/>
          <p:nvPr/>
        </p:nvSpPr>
        <p:spPr>
          <a:xfrm>
            <a:off x="5467320" y="1968840"/>
            <a:ext cx="532872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c00000"/>
                </a:solidFill>
                <a:latin typeface="Calibri Light"/>
                <a:ea typeface="Calibri Light"/>
              </a:rPr>
              <a:t>alone is not absorbed into the body, regular exercise is required</a:t>
            </a:r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17" name=""/>
          <p:cNvSpPr/>
          <p:nvPr/>
        </p:nvSpPr>
        <p:spPr>
          <a:xfrm>
            <a:off x="417240" y="2901600"/>
            <a:ext cx="4185360" cy="1777320"/>
          </a:xfrm>
          <a:custGeom>
            <a:avLst/>
            <a:gdLst/>
            <a:ahLst/>
            <a:rect l="0" t="0" r="r" b="b"/>
            <a:pathLst>
              <a:path w="11626" h="4937">
                <a:moveTo>
                  <a:pt x="0" y="4937"/>
                </a:moveTo>
                <a:lnTo>
                  <a:pt x="11626" y="4937"/>
                </a:lnTo>
                <a:lnTo>
                  <a:pt x="11626" y="0"/>
                </a:lnTo>
                <a:lnTo>
                  <a:pt x="0" y="0"/>
                </a:lnTo>
                <a:lnTo>
                  <a:pt x="0" y="4937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18" name=""/>
          <p:cNvSpPr txBox="1"/>
          <p:nvPr/>
        </p:nvSpPr>
        <p:spPr>
          <a:xfrm>
            <a:off x="554040" y="1261440"/>
            <a:ext cx="113616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70c0"/>
                </a:solidFill>
                <a:latin typeface="Cambria"/>
                <a:ea typeface="Cambria"/>
              </a:rPr>
              <a:t>Meat = Muscle?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19" name=""/>
          <p:cNvSpPr txBox="1"/>
          <p:nvPr/>
        </p:nvSpPr>
        <p:spPr>
          <a:xfrm>
            <a:off x="713160" y="3610440"/>
            <a:ext cx="34311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How should I </a:t>
            </a:r>
            <a:r>
              <a:rPr b="1" lang="en-US" sz="1140" spc="-1" strike="noStrike">
                <a:solidFill>
                  <a:srgbClr val="0070c0"/>
                </a:solidFill>
                <a:latin typeface="Calibri"/>
                <a:ea typeface="Calibri"/>
              </a:rPr>
              <a:t>intake mineral supplements </a:t>
            </a:r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when the Body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0" name=""/>
          <p:cNvSpPr/>
          <p:nvPr/>
        </p:nvSpPr>
        <p:spPr>
          <a:xfrm>
            <a:off x="5170680" y="2901600"/>
            <a:ext cx="4185360" cy="1777320"/>
          </a:xfrm>
          <a:custGeom>
            <a:avLst/>
            <a:gdLst/>
            <a:ahLst/>
            <a:rect l="0" t="0" r="r" b="b"/>
            <a:pathLst>
              <a:path w="11626" h="4937">
                <a:moveTo>
                  <a:pt x="0" y="4937"/>
                </a:moveTo>
                <a:lnTo>
                  <a:pt x="11626" y="4937"/>
                </a:lnTo>
                <a:lnTo>
                  <a:pt x="11626" y="0"/>
                </a:lnTo>
                <a:lnTo>
                  <a:pt x="0" y="0"/>
                </a:lnTo>
                <a:lnTo>
                  <a:pt x="0" y="4937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1" name=""/>
          <p:cNvSpPr txBox="1"/>
          <p:nvPr/>
        </p:nvSpPr>
        <p:spPr>
          <a:xfrm>
            <a:off x="713160" y="3871080"/>
            <a:ext cx="26280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Composition Analysis shows a </a:t>
            </a:r>
            <a:r>
              <a:rPr b="1" lang="en-US" sz="1140" spc="-1" strike="noStrike">
                <a:solidFill>
                  <a:srgbClr val="0070c0"/>
                </a:solidFill>
                <a:latin typeface="Calibri"/>
                <a:ea typeface="Calibri"/>
              </a:rPr>
              <a:t>low minerals</a:t>
            </a:r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?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2" name=""/>
          <p:cNvSpPr txBox="1"/>
          <p:nvPr/>
        </p:nvSpPr>
        <p:spPr>
          <a:xfrm>
            <a:off x="5467320" y="3200040"/>
            <a:ext cx="328644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When subject is underweight or </a:t>
            </a:r>
            <a:r>
              <a:rPr b="1" lang="en-US" sz="1140" spc="-1" strike="noStrike">
                <a:solidFill>
                  <a:srgbClr val="c00000"/>
                </a:solidFill>
                <a:latin typeface="Calibri"/>
                <a:ea typeface="Calibri"/>
              </a:rPr>
              <a:t>lacks muscle</a:t>
            </a:r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, the Body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3" name=""/>
          <p:cNvSpPr txBox="1"/>
          <p:nvPr/>
        </p:nvSpPr>
        <p:spPr>
          <a:xfrm>
            <a:off x="5467320" y="3460680"/>
            <a:ext cx="25275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Composition Analysis shows </a:t>
            </a:r>
            <a:r>
              <a:rPr b="1" lang="en-US" sz="1140" spc="-1" strike="noStrike">
                <a:solidFill>
                  <a:srgbClr val="c00000"/>
                </a:solidFill>
                <a:latin typeface="Calibri"/>
                <a:ea typeface="Calibri"/>
              </a:rPr>
              <a:t>low minerals</a:t>
            </a:r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.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4" name=""/>
          <p:cNvSpPr txBox="1"/>
          <p:nvPr/>
        </p:nvSpPr>
        <p:spPr>
          <a:xfrm>
            <a:off x="5467320" y="3719520"/>
            <a:ext cx="361872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It is recommended to consult a professional about increasing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5" name=""/>
          <p:cNvSpPr txBox="1"/>
          <p:nvPr/>
        </p:nvSpPr>
        <p:spPr>
          <a:xfrm>
            <a:off x="5467320" y="3980160"/>
            <a:ext cx="29145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weight or muscle together with intake of mineral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6" name=""/>
          <p:cNvSpPr/>
          <p:nvPr/>
        </p:nvSpPr>
        <p:spPr>
          <a:xfrm>
            <a:off x="4737960" y="3723120"/>
            <a:ext cx="295920" cy="341640"/>
          </a:xfrm>
          <a:custGeom>
            <a:avLst/>
            <a:gdLst/>
            <a:ahLst/>
            <a:rect l="0" t="0" r="r" b="b"/>
            <a:pathLst>
              <a:path w="822" h="949">
                <a:moveTo>
                  <a:pt x="0" y="237"/>
                </a:moveTo>
                <a:lnTo>
                  <a:pt x="412" y="237"/>
                </a:lnTo>
                <a:lnTo>
                  <a:pt x="412" y="0"/>
                </a:lnTo>
                <a:lnTo>
                  <a:pt x="822" y="474"/>
                </a:lnTo>
                <a:lnTo>
                  <a:pt x="412" y="949"/>
                </a:lnTo>
                <a:lnTo>
                  <a:pt x="412" y="712"/>
                </a:lnTo>
                <a:lnTo>
                  <a:pt x="0" y="712"/>
                </a:lnTo>
                <a:lnTo>
                  <a:pt x="0" y="237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7" name=""/>
          <p:cNvSpPr txBox="1"/>
          <p:nvPr/>
        </p:nvSpPr>
        <p:spPr>
          <a:xfrm>
            <a:off x="5467320" y="4241160"/>
            <a:ext cx="7948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supplements.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8" name=""/>
          <p:cNvSpPr/>
          <p:nvPr/>
        </p:nvSpPr>
        <p:spPr>
          <a:xfrm>
            <a:off x="417240" y="4960440"/>
            <a:ext cx="4185360" cy="1116000"/>
          </a:xfrm>
          <a:custGeom>
            <a:avLst/>
            <a:gdLst/>
            <a:ahLst/>
            <a:rect l="0" t="0" r="r" b="b"/>
            <a:pathLst>
              <a:path w="11626" h="3100">
                <a:moveTo>
                  <a:pt x="0" y="3100"/>
                </a:moveTo>
                <a:lnTo>
                  <a:pt x="11626" y="3100"/>
                </a:lnTo>
                <a:lnTo>
                  <a:pt x="11626" y="0"/>
                </a:lnTo>
                <a:lnTo>
                  <a:pt x="0" y="0"/>
                </a:lnTo>
                <a:lnTo>
                  <a:pt x="0" y="3100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29" name=""/>
          <p:cNvSpPr txBox="1"/>
          <p:nvPr/>
        </p:nvSpPr>
        <p:spPr>
          <a:xfrm>
            <a:off x="554040" y="2716560"/>
            <a:ext cx="165744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70c0"/>
                </a:solidFill>
                <a:latin typeface="Cambria"/>
                <a:ea typeface="Cambria"/>
              </a:rPr>
              <a:t>Mineral supplements?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0" name=""/>
          <p:cNvSpPr txBox="1"/>
          <p:nvPr/>
        </p:nvSpPr>
        <p:spPr>
          <a:xfrm>
            <a:off x="713160" y="5191200"/>
            <a:ext cx="22518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The Body composition Analysis shows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1" name=""/>
          <p:cNvSpPr txBox="1"/>
          <p:nvPr/>
        </p:nvSpPr>
        <p:spPr>
          <a:xfrm>
            <a:off x="2968920" y="5194800"/>
            <a:ext cx="101412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70c0"/>
                </a:solidFill>
                <a:latin typeface="Calibri Light"/>
                <a:ea typeface="Calibri Light"/>
              </a:rPr>
              <a:t>low body fat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2" name=""/>
          <p:cNvSpPr txBox="1"/>
          <p:nvPr/>
        </p:nvSpPr>
        <p:spPr>
          <a:xfrm>
            <a:off x="3681000" y="5191200"/>
            <a:ext cx="65160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, do I need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3" name=""/>
          <p:cNvSpPr txBox="1"/>
          <p:nvPr/>
        </p:nvSpPr>
        <p:spPr>
          <a:xfrm>
            <a:off x="713160" y="5451840"/>
            <a:ext cx="214668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to increase the amount of body fat?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4" name=""/>
          <p:cNvSpPr/>
          <p:nvPr/>
        </p:nvSpPr>
        <p:spPr>
          <a:xfrm>
            <a:off x="5170680" y="4960440"/>
            <a:ext cx="4185360" cy="1116000"/>
          </a:xfrm>
          <a:custGeom>
            <a:avLst/>
            <a:gdLst/>
            <a:ahLst/>
            <a:rect l="0" t="0" r="r" b="b"/>
            <a:pathLst>
              <a:path w="11626" h="3100">
                <a:moveTo>
                  <a:pt x="0" y="3100"/>
                </a:moveTo>
                <a:lnTo>
                  <a:pt x="11626" y="3100"/>
                </a:lnTo>
                <a:lnTo>
                  <a:pt x="11626" y="0"/>
                </a:lnTo>
                <a:lnTo>
                  <a:pt x="0" y="0"/>
                </a:lnTo>
                <a:lnTo>
                  <a:pt x="0" y="3100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5" name=""/>
          <p:cNvSpPr txBox="1"/>
          <p:nvPr/>
        </p:nvSpPr>
        <p:spPr>
          <a:xfrm>
            <a:off x="2860920" y="5455440"/>
            <a:ext cx="159012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40" spc="-1" strike="noStrike">
                <a:solidFill>
                  <a:srgbClr val="0070c0"/>
                </a:solidFill>
                <a:latin typeface="Calibri Light"/>
                <a:ea typeface="Calibri Light"/>
              </a:rPr>
              <a:t>Is there a problem?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6" name=""/>
          <p:cNvSpPr txBox="1"/>
          <p:nvPr/>
        </p:nvSpPr>
        <p:spPr>
          <a:xfrm>
            <a:off x="5467320" y="5194800"/>
            <a:ext cx="46094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For females, too low body fat may result in irregular menstrual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7" name=""/>
          <p:cNvSpPr txBox="1"/>
          <p:nvPr/>
        </p:nvSpPr>
        <p:spPr>
          <a:xfrm>
            <a:off x="5467320" y="5455440"/>
            <a:ext cx="447372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cycle, so it is important to maintain a proper amount of body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8" name=""/>
          <p:cNvSpPr/>
          <p:nvPr/>
        </p:nvSpPr>
        <p:spPr>
          <a:xfrm>
            <a:off x="4737960" y="5474160"/>
            <a:ext cx="295920" cy="341640"/>
          </a:xfrm>
          <a:custGeom>
            <a:avLst/>
            <a:gdLst/>
            <a:ahLst/>
            <a:rect l="0" t="0" r="r" b="b"/>
            <a:pathLst>
              <a:path w="822" h="949">
                <a:moveTo>
                  <a:pt x="0" y="237"/>
                </a:moveTo>
                <a:lnTo>
                  <a:pt x="412" y="237"/>
                </a:lnTo>
                <a:lnTo>
                  <a:pt x="412" y="0"/>
                </a:lnTo>
                <a:lnTo>
                  <a:pt x="822" y="475"/>
                </a:lnTo>
                <a:lnTo>
                  <a:pt x="412" y="949"/>
                </a:lnTo>
                <a:lnTo>
                  <a:pt x="412" y="712"/>
                </a:lnTo>
                <a:lnTo>
                  <a:pt x="0" y="712"/>
                </a:lnTo>
                <a:lnTo>
                  <a:pt x="0" y="237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39" name=""/>
          <p:cNvSpPr txBox="1"/>
          <p:nvPr/>
        </p:nvSpPr>
        <p:spPr>
          <a:xfrm>
            <a:off x="5467320" y="5714640"/>
            <a:ext cx="66960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fat mass.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40" name=""/>
          <p:cNvSpPr txBox="1"/>
          <p:nvPr/>
        </p:nvSpPr>
        <p:spPr>
          <a:xfrm>
            <a:off x="554040" y="4775040"/>
            <a:ext cx="274104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70c0"/>
                </a:solidFill>
                <a:latin typeface="Cambria"/>
                <a:ea typeface="Cambria"/>
              </a:rPr>
              <a:t>The lower the fat, the healthier I am?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4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43" name=""/>
          <p:cNvSpPr/>
          <p:nvPr/>
        </p:nvSpPr>
        <p:spPr>
          <a:xfrm>
            <a:off x="165960" y="799920"/>
            <a:ext cx="92160" cy="341640"/>
          </a:xfrm>
          <a:custGeom>
            <a:avLst/>
            <a:gdLst/>
            <a:ahLst/>
            <a:rect l="0" t="0" r="r" b="b"/>
            <a:pathLst>
              <a:path w="256" h="949">
                <a:moveTo>
                  <a:pt x="0" y="949"/>
                </a:moveTo>
                <a:lnTo>
                  <a:pt x="256" y="949"/>
                </a:lnTo>
                <a:lnTo>
                  <a:pt x="256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44" name=""/>
          <p:cNvSpPr txBox="1"/>
          <p:nvPr/>
        </p:nvSpPr>
        <p:spPr>
          <a:xfrm>
            <a:off x="307080" y="1209600"/>
            <a:ext cx="557280" cy="649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390" spc="-1" strike="noStrike">
                <a:solidFill>
                  <a:srgbClr val="0070c0"/>
                </a:solidFill>
                <a:latin typeface="Century Gothic"/>
                <a:ea typeface="Century Gothic"/>
              </a:rPr>
              <a:t>Q</a:t>
            </a:r>
            <a:endParaRPr b="0" lang="en-US" sz="43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45" name=""/>
          <p:cNvSpPr txBox="1"/>
          <p:nvPr/>
        </p:nvSpPr>
        <p:spPr>
          <a:xfrm>
            <a:off x="349200" y="892080"/>
            <a:ext cx="41364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Q&amp;A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46" name=""/>
          <p:cNvSpPr txBox="1"/>
          <p:nvPr/>
        </p:nvSpPr>
        <p:spPr>
          <a:xfrm>
            <a:off x="831600" y="1441080"/>
            <a:ext cx="464292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70c0"/>
                </a:solidFill>
                <a:latin typeface="Cambria"/>
                <a:ea typeface="Cambria"/>
              </a:rPr>
              <a:t>There are many different terms for muscles. What is different?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47" name=""/>
          <p:cNvSpPr/>
          <p:nvPr/>
        </p:nvSpPr>
        <p:spPr>
          <a:xfrm>
            <a:off x="819720" y="2311560"/>
            <a:ext cx="4185360" cy="448560"/>
          </a:xfrm>
          <a:custGeom>
            <a:avLst/>
            <a:gdLst/>
            <a:ahLst/>
            <a:rect l="0" t="0" r="r" b="b"/>
            <a:pathLst>
              <a:path w="11626" h="1246">
                <a:moveTo>
                  <a:pt x="0" y="1246"/>
                </a:moveTo>
                <a:lnTo>
                  <a:pt x="11626" y="1246"/>
                </a:lnTo>
                <a:lnTo>
                  <a:pt x="11626" y="0"/>
                </a:lnTo>
                <a:lnTo>
                  <a:pt x="0" y="0"/>
                </a:lnTo>
                <a:lnTo>
                  <a:pt x="0" y="1246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48" name=""/>
          <p:cNvSpPr txBox="1"/>
          <p:nvPr/>
        </p:nvSpPr>
        <p:spPr>
          <a:xfrm>
            <a:off x="334800" y="2201400"/>
            <a:ext cx="557280" cy="649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390" spc="-1" strike="noStrike">
                <a:solidFill>
                  <a:srgbClr val="b50938"/>
                </a:solidFill>
                <a:latin typeface="Century Gothic"/>
                <a:ea typeface="Century Gothic"/>
              </a:rPr>
              <a:t>A</a:t>
            </a:r>
            <a:endParaRPr b="0" lang="en-US" sz="43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49" name=""/>
          <p:cNvSpPr txBox="1"/>
          <p:nvPr/>
        </p:nvSpPr>
        <p:spPr>
          <a:xfrm>
            <a:off x="896400" y="2474640"/>
            <a:ext cx="123048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Total Body Mass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50" name=""/>
          <p:cNvSpPr txBox="1"/>
          <p:nvPr/>
        </p:nvSpPr>
        <p:spPr>
          <a:xfrm>
            <a:off x="1881360" y="2471040"/>
            <a:ext cx="1443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–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51" name=""/>
          <p:cNvSpPr txBox="1"/>
          <p:nvPr/>
        </p:nvSpPr>
        <p:spPr>
          <a:xfrm>
            <a:off x="1986480" y="2474640"/>
            <a:ext cx="10508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 Fat Mass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352" name="" descr=""/>
          <p:cNvPicPr/>
          <p:nvPr/>
        </p:nvPicPr>
        <p:blipFill>
          <a:blip r:embed="rId1"/>
          <a:stretch/>
        </p:blipFill>
        <p:spPr>
          <a:xfrm>
            <a:off x="5689080" y="897480"/>
            <a:ext cx="3399840" cy="4910040"/>
          </a:xfrm>
          <a:prstGeom prst="rect">
            <a:avLst/>
          </a:prstGeom>
          <a:ln w="0">
            <a:noFill/>
          </a:ln>
        </p:spPr>
      </p:pic>
      <p:sp>
        <p:nvSpPr>
          <p:cNvPr id="27353" name=""/>
          <p:cNvSpPr/>
          <p:nvPr/>
        </p:nvSpPr>
        <p:spPr>
          <a:xfrm>
            <a:off x="7437600" y="1134360"/>
            <a:ext cx="516960" cy="138960"/>
          </a:xfrm>
          <a:custGeom>
            <a:avLst/>
            <a:gdLst/>
            <a:ahLst/>
            <a:rect l="0" t="0" r="r" b="b"/>
            <a:pathLst>
              <a:path w="1436" h="386">
                <a:moveTo>
                  <a:pt x="0" y="386"/>
                </a:moveTo>
                <a:lnTo>
                  <a:pt x="1436" y="386"/>
                </a:lnTo>
                <a:lnTo>
                  <a:pt x="1436" y="0"/>
                </a:lnTo>
                <a:lnTo>
                  <a:pt x="0" y="0"/>
                </a:lnTo>
                <a:lnTo>
                  <a:pt x="0" y="386"/>
                </a:lnTo>
                <a:close/>
              </a:path>
            </a:pathLst>
          </a:custGeom>
          <a:noFill/>
          <a:ln w="37800">
            <a:solidFill>
              <a:srgbClr val="0070c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54" name=""/>
          <p:cNvSpPr/>
          <p:nvPr/>
        </p:nvSpPr>
        <p:spPr>
          <a:xfrm>
            <a:off x="7981920" y="1130040"/>
            <a:ext cx="515160" cy="138960"/>
          </a:xfrm>
          <a:custGeom>
            <a:avLst/>
            <a:gdLst/>
            <a:ahLst/>
            <a:rect l="0" t="0" r="r" b="b"/>
            <a:pathLst>
              <a:path w="1431" h="386">
                <a:moveTo>
                  <a:pt x="0" y="386"/>
                </a:moveTo>
                <a:lnTo>
                  <a:pt x="1431" y="386"/>
                </a:lnTo>
                <a:lnTo>
                  <a:pt x="1431" y="0"/>
                </a:lnTo>
                <a:lnTo>
                  <a:pt x="0" y="0"/>
                </a:lnTo>
                <a:lnTo>
                  <a:pt x="0" y="386"/>
                </a:lnTo>
                <a:close/>
              </a:path>
            </a:pathLst>
          </a:custGeom>
          <a:noFill/>
          <a:ln w="37800">
            <a:solidFill>
              <a:srgbClr val="0070c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55" name=""/>
          <p:cNvSpPr/>
          <p:nvPr/>
        </p:nvSpPr>
        <p:spPr>
          <a:xfrm>
            <a:off x="5711040" y="2835360"/>
            <a:ext cx="684720" cy="204480"/>
          </a:xfrm>
          <a:custGeom>
            <a:avLst/>
            <a:gdLst/>
            <a:ahLst/>
            <a:rect l="0" t="0" r="r" b="b"/>
            <a:pathLst>
              <a:path w="1902" h="568">
                <a:moveTo>
                  <a:pt x="0" y="568"/>
                </a:moveTo>
                <a:lnTo>
                  <a:pt x="1902" y="568"/>
                </a:lnTo>
                <a:lnTo>
                  <a:pt x="1902" y="0"/>
                </a:lnTo>
                <a:lnTo>
                  <a:pt x="0" y="0"/>
                </a:lnTo>
                <a:lnTo>
                  <a:pt x="0" y="568"/>
                </a:lnTo>
                <a:close/>
              </a:path>
            </a:pathLst>
          </a:custGeom>
          <a:noFill/>
          <a:ln w="37800">
            <a:solidFill>
              <a:srgbClr val="0070c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56" name=""/>
          <p:cNvSpPr/>
          <p:nvPr/>
        </p:nvSpPr>
        <p:spPr>
          <a:xfrm>
            <a:off x="819720" y="3104280"/>
            <a:ext cx="4185360" cy="747000"/>
          </a:xfrm>
          <a:custGeom>
            <a:avLst/>
            <a:gdLst/>
            <a:ahLst/>
            <a:rect l="0" t="0" r="r" b="b"/>
            <a:pathLst>
              <a:path w="11626" h="2075">
                <a:moveTo>
                  <a:pt x="0" y="2075"/>
                </a:moveTo>
                <a:lnTo>
                  <a:pt x="11626" y="2075"/>
                </a:lnTo>
                <a:lnTo>
                  <a:pt x="11626" y="0"/>
                </a:lnTo>
                <a:lnTo>
                  <a:pt x="0" y="0"/>
                </a:lnTo>
                <a:lnTo>
                  <a:pt x="0" y="2075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57" name=""/>
          <p:cNvSpPr txBox="1"/>
          <p:nvPr/>
        </p:nvSpPr>
        <p:spPr>
          <a:xfrm>
            <a:off x="831600" y="2171520"/>
            <a:ext cx="149580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mbria"/>
                <a:ea typeface="Cambria"/>
              </a:rPr>
              <a:t>Fat Free Mass (FFM)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58" name=""/>
          <p:cNvSpPr txBox="1"/>
          <p:nvPr/>
        </p:nvSpPr>
        <p:spPr>
          <a:xfrm>
            <a:off x="896400" y="3244320"/>
            <a:ext cx="105228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Fat Free Mass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59" name=""/>
          <p:cNvSpPr txBox="1"/>
          <p:nvPr/>
        </p:nvSpPr>
        <p:spPr>
          <a:xfrm>
            <a:off x="1739520" y="3240720"/>
            <a:ext cx="1443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–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0" name=""/>
          <p:cNvSpPr txBox="1"/>
          <p:nvPr/>
        </p:nvSpPr>
        <p:spPr>
          <a:xfrm>
            <a:off x="1844640" y="3244320"/>
            <a:ext cx="11894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Osseous Mineral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1" name=""/>
          <p:cNvSpPr txBox="1"/>
          <p:nvPr/>
        </p:nvSpPr>
        <p:spPr>
          <a:xfrm>
            <a:off x="896400" y="3567600"/>
            <a:ext cx="13982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= Total Body Mass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2" name=""/>
          <p:cNvSpPr txBox="1"/>
          <p:nvPr/>
        </p:nvSpPr>
        <p:spPr>
          <a:xfrm>
            <a:off x="1986480" y="3564000"/>
            <a:ext cx="1443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–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3" name=""/>
          <p:cNvSpPr txBox="1"/>
          <p:nvPr/>
        </p:nvSpPr>
        <p:spPr>
          <a:xfrm>
            <a:off x="2090160" y="3567600"/>
            <a:ext cx="10965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 Fat Mass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4" name=""/>
          <p:cNvSpPr txBox="1"/>
          <p:nvPr/>
        </p:nvSpPr>
        <p:spPr>
          <a:xfrm>
            <a:off x="2964960" y="3564000"/>
            <a:ext cx="144360" cy="177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"/>
                <a:ea typeface="Calibri"/>
              </a:rPr>
              <a:t>–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5" name=""/>
          <p:cNvSpPr txBox="1"/>
          <p:nvPr/>
        </p:nvSpPr>
        <p:spPr>
          <a:xfrm>
            <a:off x="3070080" y="3567600"/>
            <a:ext cx="11894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Osseous Mineral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6" name=""/>
          <p:cNvSpPr/>
          <p:nvPr/>
        </p:nvSpPr>
        <p:spPr>
          <a:xfrm>
            <a:off x="819720" y="4242600"/>
            <a:ext cx="4185360" cy="416520"/>
          </a:xfrm>
          <a:custGeom>
            <a:avLst/>
            <a:gdLst/>
            <a:ahLst/>
            <a:rect l="0" t="0" r="r" b="b"/>
            <a:pathLst>
              <a:path w="11626" h="1157">
                <a:moveTo>
                  <a:pt x="0" y="1157"/>
                </a:moveTo>
                <a:lnTo>
                  <a:pt x="11626" y="1157"/>
                </a:lnTo>
                <a:lnTo>
                  <a:pt x="11626" y="0"/>
                </a:lnTo>
                <a:lnTo>
                  <a:pt x="0" y="0"/>
                </a:lnTo>
                <a:lnTo>
                  <a:pt x="0" y="1157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7" name=""/>
          <p:cNvSpPr txBox="1"/>
          <p:nvPr/>
        </p:nvSpPr>
        <p:spPr>
          <a:xfrm>
            <a:off x="831600" y="2963880"/>
            <a:ext cx="108432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mbria"/>
                <a:ea typeface="Cambria"/>
              </a:rPr>
              <a:t>Soft Lean Mass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8" name=""/>
          <p:cNvSpPr txBox="1"/>
          <p:nvPr/>
        </p:nvSpPr>
        <p:spPr>
          <a:xfrm>
            <a:off x="896400" y="4406400"/>
            <a:ext cx="23979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Sum of limbs muscle mass / 0.75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69" name=""/>
          <p:cNvSpPr/>
          <p:nvPr/>
        </p:nvSpPr>
        <p:spPr>
          <a:xfrm>
            <a:off x="5721840" y="4411080"/>
            <a:ext cx="673920" cy="559800"/>
          </a:xfrm>
          <a:custGeom>
            <a:avLst/>
            <a:gdLst/>
            <a:ahLst/>
            <a:rect l="0" t="0" r="r" b="b"/>
            <a:pathLst>
              <a:path w="1872" h="1555">
                <a:moveTo>
                  <a:pt x="0" y="1555"/>
                </a:moveTo>
                <a:lnTo>
                  <a:pt x="1872" y="1555"/>
                </a:lnTo>
                <a:lnTo>
                  <a:pt x="1872" y="0"/>
                </a:lnTo>
                <a:lnTo>
                  <a:pt x="0" y="0"/>
                </a:lnTo>
                <a:lnTo>
                  <a:pt x="0" y="1555"/>
                </a:lnTo>
                <a:close/>
              </a:path>
            </a:pathLst>
          </a:custGeom>
          <a:noFill/>
          <a:ln w="37800">
            <a:solidFill>
              <a:srgbClr val="b50938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70" name=""/>
          <p:cNvSpPr/>
          <p:nvPr/>
        </p:nvSpPr>
        <p:spPr>
          <a:xfrm>
            <a:off x="5711040" y="5220360"/>
            <a:ext cx="684720" cy="493920"/>
          </a:xfrm>
          <a:custGeom>
            <a:avLst/>
            <a:gdLst/>
            <a:ahLst/>
            <a:rect l="0" t="0" r="r" b="b"/>
            <a:pathLst>
              <a:path w="1902" h="1372">
                <a:moveTo>
                  <a:pt x="0" y="1372"/>
                </a:moveTo>
                <a:lnTo>
                  <a:pt x="1902" y="1372"/>
                </a:lnTo>
                <a:lnTo>
                  <a:pt x="1902" y="0"/>
                </a:lnTo>
                <a:lnTo>
                  <a:pt x="0" y="0"/>
                </a:lnTo>
                <a:lnTo>
                  <a:pt x="0" y="1372"/>
                </a:lnTo>
                <a:close/>
              </a:path>
            </a:pathLst>
          </a:custGeom>
          <a:noFill/>
          <a:ln w="37800">
            <a:solidFill>
              <a:srgbClr val="b50938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71" name=""/>
          <p:cNvSpPr/>
          <p:nvPr/>
        </p:nvSpPr>
        <p:spPr>
          <a:xfrm>
            <a:off x="5004720" y="4431240"/>
            <a:ext cx="718920" cy="266040"/>
          </a:xfrm>
          <a:custGeom>
            <a:avLst/>
            <a:gdLst/>
            <a:ahLst/>
            <a:rect l="0" t="0" r="r" b="b"/>
            <a:pathLst>
              <a:path w="1997" h="739">
                <a:moveTo>
                  <a:pt x="1985" y="739"/>
                </a:moveTo>
                <a:lnTo>
                  <a:pt x="27" y="84"/>
                </a:lnTo>
                <a:lnTo>
                  <a:pt x="39" y="50"/>
                </a:lnTo>
                <a:lnTo>
                  <a:pt x="1997" y="705"/>
                </a:lnTo>
                <a:lnTo>
                  <a:pt x="1985" y="739"/>
                </a:lnTo>
                <a:moveTo>
                  <a:pt x="181" y="263"/>
                </a:moveTo>
                <a:lnTo>
                  <a:pt x="0" y="56"/>
                </a:lnTo>
                <a:lnTo>
                  <a:pt x="269" y="0"/>
                </a:lnTo>
                <a:cubicBezTo>
                  <a:pt x="279" y="-2"/>
                  <a:pt x="288" y="4"/>
                  <a:pt x="290" y="13"/>
                </a:cubicBezTo>
                <a:cubicBezTo>
                  <a:pt x="292" y="23"/>
                  <a:pt x="286" y="32"/>
                  <a:pt x="276" y="34"/>
                </a:cubicBezTo>
                <a:lnTo>
                  <a:pt x="36" y="84"/>
                </a:lnTo>
                <a:lnTo>
                  <a:pt x="46" y="55"/>
                </a:lnTo>
                <a:lnTo>
                  <a:pt x="208" y="240"/>
                </a:lnTo>
                <a:cubicBezTo>
                  <a:pt x="214" y="247"/>
                  <a:pt x="214" y="258"/>
                  <a:pt x="206" y="265"/>
                </a:cubicBezTo>
                <a:cubicBezTo>
                  <a:pt x="199" y="271"/>
                  <a:pt x="188" y="270"/>
                  <a:pt x="181" y="263"/>
                </a:cubicBez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72" name=""/>
          <p:cNvSpPr/>
          <p:nvPr/>
        </p:nvSpPr>
        <p:spPr>
          <a:xfrm>
            <a:off x="5004720" y="4451400"/>
            <a:ext cx="711000" cy="1019160"/>
          </a:xfrm>
          <a:custGeom>
            <a:avLst/>
            <a:gdLst/>
            <a:ahLst/>
            <a:rect l="0" t="0" r="r" b="b"/>
            <a:pathLst>
              <a:path w="1975" h="2831">
                <a:moveTo>
                  <a:pt x="1946" y="2831"/>
                </a:moveTo>
                <a:lnTo>
                  <a:pt x="5" y="39"/>
                </a:lnTo>
                <a:lnTo>
                  <a:pt x="34" y="19"/>
                </a:lnTo>
                <a:lnTo>
                  <a:pt x="1975" y="2811"/>
                </a:lnTo>
                <a:lnTo>
                  <a:pt x="1946" y="2831"/>
                </a:lnTo>
                <a:moveTo>
                  <a:pt x="22" y="275"/>
                </a:moveTo>
                <a:lnTo>
                  <a:pt x="0" y="0"/>
                </a:lnTo>
                <a:lnTo>
                  <a:pt x="249" y="116"/>
                </a:lnTo>
                <a:cubicBezTo>
                  <a:pt x="258" y="120"/>
                  <a:pt x="262" y="131"/>
                  <a:pt x="258" y="139"/>
                </a:cubicBezTo>
                <a:cubicBezTo>
                  <a:pt x="254" y="148"/>
                  <a:pt x="243" y="152"/>
                  <a:pt x="234" y="148"/>
                </a:cubicBezTo>
                <a:lnTo>
                  <a:pt x="12" y="45"/>
                </a:lnTo>
                <a:lnTo>
                  <a:pt x="37" y="27"/>
                </a:lnTo>
                <a:lnTo>
                  <a:pt x="57" y="272"/>
                </a:lnTo>
                <a:cubicBezTo>
                  <a:pt x="58" y="281"/>
                  <a:pt x="50" y="290"/>
                  <a:pt x="40" y="291"/>
                </a:cubicBezTo>
                <a:cubicBezTo>
                  <a:pt x="31" y="291"/>
                  <a:pt x="22" y="284"/>
                  <a:pt x="22" y="275"/>
                </a:cubicBez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73" name=""/>
          <p:cNvSpPr/>
          <p:nvPr/>
        </p:nvSpPr>
        <p:spPr>
          <a:xfrm>
            <a:off x="819720" y="5064120"/>
            <a:ext cx="4185360" cy="416520"/>
          </a:xfrm>
          <a:custGeom>
            <a:avLst/>
            <a:gdLst/>
            <a:ahLst/>
            <a:rect l="0" t="0" r="r" b="b"/>
            <a:pathLst>
              <a:path w="11626" h="1157">
                <a:moveTo>
                  <a:pt x="0" y="1157"/>
                </a:moveTo>
                <a:lnTo>
                  <a:pt x="11626" y="1157"/>
                </a:lnTo>
                <a:lnTo>
                  <a:pt x="11626" y="0"/>
                </a:lnTo>
                <a:lnTo>
                  <a:pt x="0" y="0"/>
                </a:lnTo>
                <a:lnTo>
                  <a:pt x="0" y="1157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74" name=""/>
          <p:cNvSpPr txBox="1"/>
          <p:nvPr/>
        </p:nvSpPr>
        <p:spPr>
          <a:xfrm>
            <a:off x="831600" y="4103280"/>
            <a:ext cx="208548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mbria"/>
                <a:ea typeface="Cambria"/>
              </a:rPr>
              <a:t>Skeletal Muscle Mass (SMM)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75" name=""/>
          <p:cNvSpPr txBox="1"/>
          <p:nvPr/>
        </p:nvSpPr>
        <p:spPr>
          <a:xfrm>
            <a:off x="896400" y="5227920"/>
            <a:ext cx="244512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Fat Free Mass in a given segment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76" name=""/>
          <p:cNvSpPr/>
          <p:nvPr/>
        </p:nvSpPr>
        <p:spPr>
          <a:xfrm>
            <a:off x="5735520" y="4149000"/>
            <a:ext cx="1323000" cy="193680"/>
          </a:xfrm>
          <a:custGeom>
            <a:avLst/>
            <a:gdLst/>
            <a:ahLst/>
            <a:rect l="0" t="0" r="r" b="b"/>
            <a:pathLst>
              <a:path w="3675" h="538">
                <a:moveTo>
                  <a:pt x="0" y="538"/>
                </a:moveTo>
                <a:lnTo>
                  <a:pt x="3675" y="538"/>
                </a:lnTo>
                <a:lnTo>
                  <a:pt x="3675" y="0"/>
                </a:lnTo>
                <a:lnTo>
                  <a:pt x="0" y="0"/>
                </a:lnTo>
                <a:lnTo>
                  <a:pt x="0" y="538"/>
                </a:lnTo>
                <a:close/>
              </a:path>
            </a:pathLst>
          </a:custGeom>
          <a:noFill/>
          <a:ln w="37800">
            <a:solidFill>
              <a:srgbClr val="0070c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77" name=""/>
          <p:cNvSpPr txBox="1"/>
          <p:nvPr/>
        </p:nvSpPr>
        <p:spPr>
          <a:xfrm>
            <a:off x="831600" y="4925160"/>
            <a:ext cx="116964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mbria"/>
                <a:ea typeface="Cambria"/>
              </a:rPr>
              <a:t>Segmental Lean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7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7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80" name=""/>
          <p:cNvSpPr/>
          <p:nvPr/>
        </p:nvSpPr>
        <p:spPr>
          <a:xfrm>
            <a:off x="165960" y="799920"/>
            <a:ext cx="92160" cy="341640"/>
          </a:xfrm>
          <a:custGeom>
            <a:avLst/>
            <a:gdLst/>
            <a:ahLst/>
            <a:rect l="0" t="0" r="r" b="b"/>
            <a:pathLst>
              <a:path w="256" h="949">
                <a:moveTo>
                  <a:pt x="0" y="949"/>
                </a:moveTo>
                <a:lnTo>
                  <a:pt x="256" y="949"/>
                </a:lnTo>
                <a:lnTo>
                  <a:pt x="256" y="0"/>
                </a:lnTo>
                <a:lnTo>
                  <a:pt x="0" y="0"/>
                </a:lnTo>
                <a:lnTo>
                  <a:pt x="0" y="949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81" name=""/>
          <p:cNvSpPr txBox="1"/>
          <p:nvPr/>
        </p:nvSpPr>
        <p:spPr>
          <a:xfrm>
            <a:off x="307080" y="1209600"/>
            <a:ext cx="557280" cy="649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390" spc="-1" strike="noStrike">
                <a:solidFill>
                  <a:srgbClr val="0070c0"/>
                </a:solidFill>
                <a:latin typeface="Century Gothic"/>
                <a:ea typeface="Century Gothic"/>
              </a:rPr>
              <a:t>Q</a:t>
            </a:r>
            <a:endParaRPr b="0" lang="en-US" sz="43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82" name=""/>
          <p:cNvSpPr txBox="1"/>
          <p:nvPr/>
        </p:nvSpPr>
        <p:spPr>
          <a:xfrm>
            <a:off x="349200" y="892080"/>
            <a:ext cx="41364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000000"/>
                </a:solidFill>
                <a:latin typeface="Arial"/>
                <a:ea typeface="Arial"/>
              </a:rPr>
              <a:t>Q&amp;A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83" name=""/>
          <p:cNvSpPr/>
          <p:nvPr/>
        </p:nvSpPr>
        <p:spPr>
          <a:xfrm>
            <a:off x="879120" y="2200320"/>
            <a:ext cx="8382240" cy="1478880"/>
          </a:xfrm>
          <a:custGeom>
            <a:avLst/>
            <a:gdLst/>
            <a:ahLst/>
            <a:rect l="0" t="0" r="r" b="b"/>
            <a:pathLst>
              <a:path w="23284" h="4108">
                <a:moveTo>
                  <a:pt x="0" y="4108"/>
                </a:moveTo>
                <a:lnTo>
                  <a:pt x="23284" y="4108"/>
                </a:lnTo>
                <a:lnTo>
                  <a:pt x="23284" y="0"/>
                </a:lnTo>
                <a:lnTo>
                  <a:pt x="0" y="0"/>
                </a:lnTo>
                <a:lnTo>
                  <a:pt x="0" y="4108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84" name=""/>
          <p:cNvSpPr txBox="1"/>
          <p:nvPr/>
        </p:nvSpPr>
        <p:spPr>
          <a:xfrm>
            <a:off x="916200" y="1441080"/>
            <a:ext cx="399060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0070c0"/>
                </a:solidFill>
                <a:latin typeface="Cambria"/>
                <a:ea typeface="Cambria"/>
              </a:rPr>
              <a:t>How can we calculate Ideal weight and Target weight?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85" name=""/>
          <p:cNvSpPr txBox="1"/>
          <p:nvPr/>
        </p:nvSpPr>
        <p:spPr>
          <a:xfrm>
            <a:off x="970920" y="2366640"/>
            <a:ext cx="22654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= Ideal BMI x height(m) x height(m)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86" name=""/>
          <p:cNvSpPr txBox="1"/>
          <p:nvPr/>
        </p:nvSpPr>
        <p:spPr>
          <a:xfrm>
            <a:off x="905400" y="2060280"/>
            <a:ext cx="94572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mbria"/>
                <a:ea typeface="Cambria"/>
              </a:rPr>
              <a:t>Ideal Weight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87" name=""/>
          <p:cNvSpPr/>
          <p:nvPr/>
        </p:nvSpPr>
        <p:spPr>
          <a:xfrm>
            <a:off x="970200" y="2888640"/>
            <a:ext cx="4551120" cy="8280"/>
          </a:xfrm>
          <a:custGeom>
            <a:avLst/>
            <a:gdLst/>
            <a:ahLst/>
            <a:rect l="0" t="0" r="r" b="b"/>
            <a:pathLst>
              <a:path w="12642" h="23">
                <a:moveTo>
                  <a:pt x="0" y="0"/>
                </a:moveTo>
                <a:lnTo>
                  <a:pt x="4215" y="0"/>
                </a:lnTo>
                <a:lnTo>
                  <a:pt x="8429" y="0"/>
                </a:lnTo>
                <a:lnTo>
                  <a:pt x="12642" y="0"/>
                </a:lnTo>
                <a:lnTo>
                  <a:pt x="12642" y="23"/>
                </a:lnTo>
                <a:lnTo>
                  <a:pt x="8429" y="23"/>
                </a:lnTo>
                <a:lnTo>
                  <a:pt x="4215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88" name=""/>
          <p:cNvSpPr txBox="1"/>
          <p:nvPr/>
        </p:nvSpPr>
        <p:spPr>
          <a:xfrm>
            <a:off x="970920" y="2742840"/>
            <a:ext cx="462744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Factor of total weight and height, and does not factor body composition.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89" name=""/>
          <p:cNvSpPr txBox="1"/>
          <p:nvPr/>
        </p:nvSpPr>
        <p:spPr>
          <a:xfrm>
            <a:off x="970920" y="3004200"/>
            <a:ext cx="411264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The ideal weight can be found using the BMI or Broca’s method.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0" name=""/>
          <p:cNvSpPr txBox="1"/>
          <p:nvPr/>
        </p:nvSpPr>
        <p:spPr>
          <a:xfrm>
            <a:off x="970920" y="3263040"/>
            <a:ext cx="13600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Male : 22 x height(m)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1" name=""/>
          <p:cNvSpPr txBox="1"/>
          <p:nvPr/>
        </p:nvSpPr>
        <p:spPr>
          <a:xfrm>
            <a:off x="2332080" y="3264480"/>
            <a:ext cx="95760" cy="10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50" spc="-1" strike="noStrike">
                <a:solidFill>
                  <a:srgbClr val="404040"/>
                </a:solidFill>
                <a:latin typeface="Arial"/>
                <a:ea typeface="Arial"/>
              </a:rPr>
              <a:t>2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2" name=""/>
          <p:cNvSpPr txBox="1"/>
          <p:nvPr/>
        </p:nvSpPr>
        <p:spPr>
          <a:xfrm>
            <a:off x="2799720" y="3263040"/>
            <a:ext cx="15292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Female : 21 x height(m)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3" name=""/>
          <p:cNvSpPr/>
          <p:nvPr/>
        </p:nvSpPr>
        <p:spPr>
          <a:xfrm>
            <a:off x="879120" y="4110120"/>
            <a:ext cx="8382240" cy="1765080"/>
          </a:xfrm>
          <a:custGeom>
            <a:avLst/>
            <a:gdLst/>
            <a:ahLst/>
            <a:rect l="0" t="0" r="r" b="b"/>
            <a:pathLst>
              <a:path w="23284" h="4903">
                <a:moveTo>
                  <a:pt x="0" y="4903"/>
                </a:moveTo>
                <a:lnTo>
                  <a:pt x="23284" y="4903"/>
                </a:lnTo>
                <a:lnTo>
                  <a:pt x="23284" y="0"/>
                </a:lnTo>
                <a:lnTo>
                  <a:pt x="0" y="0"/>
                </a:lnTo>
                <a:lnTo>
                  <a:pt x="0" y="4903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4" name=""/>
          <p:cNvSpPr txBox="1"/>
          <p:nvPr/>
        </p:nvSpPr>
        <p:spPr>
          <a:xfrm>
            <a:off x="4330440" y="3264480"/>
            <a:ext cx="95760" cy="10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50" spc="-1" strike="noStrike">
                <a:solidFill>
                  <a:srgbClr val="404040"/>
                </a:solidFill>
                <a:latin typeface="Arial"/>
                <a:ea typeface="Arial"/>
              </a:rPr>
              <a:t>2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5" name=""/>
          <p:cNvSpPr txBox="1"/>
          <p:nvPr/>
        </p:nvSpPr>
        <p:spPr>
          <a:xfrm>
            <a:off x="970920" y="4339800"/>
            <a:ext cx="418104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Fat Control = Standard Percent Body Fat(15 or 23) x Ideal weight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6" name=""/>
          <p:cNvSpPr txBox="1"/>
          <p:nvPr/>
        </p:nvSpPr>
        <p:spPr>
          <a:xfrm>
            <a:off x="970920" y="4600440"/>
            <a:ext cx="403632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Muscle Control = Ideal Percent Muscle(85 or 77) x Ideal weight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7" name=""/>
          <p:cNvSpPr txBox="1"/>
          <p:nvPr/>
        </p:nvSpPr>
        <p:spPr>
          <a:xfrm>
            <a:off x="905400" y="3969720"/>
            <a:ext cx="105696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mbria"/>
                <a:ea typeface="Cambria"/>
              </a:rPr>
              <a:t>Target Weight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398" name=""/>
          <p:cNvSpPr/>
          <p:nvPr/>
        </p:nvSpPr>
        <p:spPr>
          <a:xfrm>
            <a:off x="5144760" y="5076360"/>
            <a:ext cx="396360" cy="7920"/>
          </a:xfrm>
          <a:custGeom>
            <a:avLst/>
            <a:gdLst/>
            <a:ahLst/>
            <a:rect l="0" t="0" r="r" b="b"/>
            <a:pathLst>
              <a:path w="1101" h="22">
                <a:moveTo>
                  <a:pt x="0" y="22"/>
                </a:moveTo>
                <a:lnTo>
                  <a:pt x="1101" y="22"/>
                </a:lnTo>
                <a:lnTo>
                  <a:pt x="1101" y="0"/>
                </a:lnTo>
                <a:lnTo>
                  <a:pt x="0" y="0"/>
                </a:lnTo>
                <a:lnTo>
                  <a:pt x="0" y="22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399" name=""/>
          <p:cNvSpPr txBox="1"/>
          <p:nvPr/>
        </p:nvSpPr>
        <p:spPr>
          <a:xfrm>
            <a:off x="970920" y="4931280"/>
            <a:ext cx="460332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InBody’s output of muscle and fat mass for proposed standard is based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00" name=""/>
          <p:cNvSpPr/>
          <p:nvPr/>
        </p:nvSpPr>
        <p:spPr>
          <a:xfrm>
            <a:off x="970200" y="5337000"/>
            <a:ext cx="2748240" cy="7920"/>
          </a:xfrm>
          <a:custGeom>
            <a:avLst/>
            <a:gdLst/>
            <a:ahLst/>
            <a:rect l="0" t="0" r="r" b="b"/>
            <a:pathLst>
              <a:path w="7634" h="22">
                <a:moveTo>
                  <a:pt x="0" y="0"/>
                </a:moveTo>
                <a:lnTo>
                  <a:pt x="2546" y="0"/>
                </a:lnTo>
                <a:lnTo>
                  <a:pt x="5090" y="0"/>
                </a:lnTo>
                <a:lnTo>
                  <a:pt x="7634" y="0"/>
                </a:lnTo>
                <a:lnTo>
                  <a:pt x="7634" y="22"/>
                </a:lnTo>
                <a:lnTo>
                  <a:pt x="5090" y="22"/>
                </a:lnTo>
                <a:lnTo>
                  <a:pt x="2546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401" name=""/>
          <p:cNvSpPr txBox="1"/>
          <p:nvPr/>
        </p:nvSpPr>
        <p:spPr>
          <a:xfrm>
            <a:off x="970920" y="5191920"/>
            <a:ext cx="453924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on standard weight and standard body fat. In other words, the body fat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02" name=""/>
          <p:cNvSpPr txBox="1"/>
          <p:nvPr/>
        </p:nvSpPr>
        <p:spPr>
          <a:xfrm>
            <a:off x="970920" y="5451480"/>
            <a:ext cx="432144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mass for the standard weight is when the subject is of the standard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03" name=""/>
          <p:cNvSpPr txBox="1"/>
          <p:nvPr/>
        </p:nvSpPr>
        <p:spPr>
          <a:xfrm>
            <a:off x="970920" y="5712120"/>
            <a:ext cx="46198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weight and the subject has standard body fat ratio (15% for males, 23% 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04" name=""/>
          <p:cNvSpPr txBox="1"/>
          <p:nvPr/>
        </p:nvSpPr>
        <p:spPr>
          <a:xfrm>
            <a:off x="970920" y="5972760"/>
            <a:ext cx="8038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for females).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05" name=""/>
          <p:cNvSpPr txBox="1"/>
          <p:nvPr/>
        </p:nvSpPr>
        <p:spPr>
          <a:xfrm>
            <a:off x="334800" y="2201400"/>
            <a:ext cx="557280" cy="649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390" spc="-1" strike="noStrike">
                <a:solidFill>
                  <a:srgbClr val="b50938"/>
                </a:solidFill>
                <a:latin typeface="Century Gothic"/>
                <a:ea typeface="Century Gothic"/>
              </a:rPr>
              <a:t>A</a:t>
            </a:r>
            <a:endParaRPr b="0" lang="en-US" sz="43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0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0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408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7409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7410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7411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7412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7413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7414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415" name="" descr=""/>
          <p:cNvPicPr/>
          <p:nvPr/>
        </p:nvPicPr>
        <p:blipFill>
          <a:blip r:embed="rId7"/>
          <a:stretch/>
        </p:blipFill>
        <p:spPr>
          <a:xfrm>
            <a:off x="73080" y="947880"/>
            <a:ext cx="3483360" cy="5237640"/>
          </a:xfrm>
          <a:prstGeom prst="rect">
            <a:avLst/>
          </a:prstGeom>
          <a:ln w="0">
            <a:noFill/>
          </a:ln>
        </p:spPr>
      </p:pic>
      <p:sp>
        <p:nvSpPr>
          <p:cNvPr id="27416" name=""/>
          <p:cNvSpPr/>
          <p:nvPr/>
        </p:nvSpPr>
        <p:spPr>
          <a:xfrm>
            <a:off x="2460960" y="1424880"/>
            <a:ext cx="881280" cy="102240"/>
          </a:xfrm>
          <a:custGeom>
            <a:avLst/>
            <a:gdLst/>
            <a:ahLst/>
            <a:rect l="0" t="0" r="r" b="b"/>
            <a:pathLst>
              <a:path w="2448" h="284">
                <a:moveTo>
                  <a:pt x="0" y="284"/>
                </a:moveTo>
                <a:lnTo>
                  <a:pt x="2448" y="284"/>
                </a:lnTo>
                <a:lnTo>
                  <a:pt x="2448" y="0"/>
                </a:lnTo>
                <a:lnTo>
                  <a:pt x="0" y="0"/>
                </a:lnTo>
                <a:lnTo>
                  <a:pt x="0" y="28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17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18" name=""/>
          <p:cNvSpPr txBox="1"/>
          <p:nvPr/>
        </p:nvSpPr>
        <p:spPr>
          <a:xfrm>
            <a:off x="4450320" y="1256400"/>
            <a:ext cx="3449520" cy="22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70" spc="-1" strike="noStrike">
                <a:solidFill>
                  <a:srgbClr val="000000"/>
                </a:solidFill>
                <a:latin typeface="Calibri"/>
                <a:ea typeface="Calibri"/>
              </a:rPr>
              <a:t>Current weight? Ideal weight? Target weight?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419" name="" descr=""/>
          <p:cNvPicPr/>
          <p:nvPr/>
        </p:nvPicPr>
        <p:blipFill>
          <a:blip r:embed="rId8"/>
          <a:stretch/>
        </p:blipFill>
        <p:spPr>
          <a:xfrm>
            <a:off x="1894320" y="1591200"/>
            <a:ext cx="381600" cy="284040"/>
          </a:xfrm>
          <a:prstGeom prst="rect">
            <a:avLst/>
          </a:prstGeom>
          <a:ln w="0">
            <a:noFill/>
          </a:ln>
        </p:spPr>
      </p:pic>
      <p:pic>
        <p:nvPicPr>
          <p:cNvPr id="27420" name="" descr=""/>
          <p:cNvPicPr/>
          <p:nvPr/>
        </p:nvPicPr>
        <p:blipFill>
          <a:blip r:embed="rId9"/>
          <a:stretch/>
        </p:blipFill>
        <p:spPr>
          <a:xfrm>
            <a:off x="2314800" y="3205080"/>
            <a:ext cx="837000" cy="120960"/>
          </a:xfrm>
          <a:prstGeom prst="rect">
            <a:avLst/>
          </a:prstGeom>
          <a:ln w="0">
            <a:noFill/>
          </a:ln>
        </p:spPr>
      </p:pic>
      <p:pic>
        <p:nvPicPr>
          <p:cNvPr id="27421" name="" descr=""/>
          <p:cNvPicPr/>
          <p:nvPr/>
        </p:nvPicPr>
        <p:blipFill>
          <a:blip r:embed="rId10"/>
          <a:stretch/>
        </p:blipFill>
        <p:spPr>
          <a:xfrm>
            <a:off x="1193400" y="3601080"/>
            <a:ext cx="564120" cy="168120"/>
          </a:xfrm>
          <a:prstGeom prst="rect">
            <a:avLst/>
          </a:prstGeom>
          <a:ln w="0">
            <a:noFill/>
          </a:ln>
        </p:spPr>
      </p:pic>
      <p:sp>
        <p:nvSpPr>
          <p:cNvPr id="27422" name=""/>
          <p:cNvSpPr/>
          <p:nvPr/>
        </p:nvSpPr>
        <p:spPr>
          <a:xfrm>
            <a:off x="3930120" y="455400"/>
            <a:ext cx="52200" cy="342000"/>
          </a:xfrm>
          <a:custGeom>
            <a:avLst/>
            <a:gdLst/>
            <a:ahLst/>
            <a:rect l="0" t="0" r="r" b="b"/>
            <a:pathLst>
              <a:path w="145" h="950">
                <a:moveTo>
                  <a:pt x="0" y="950"/>
                </a:moveTo>
                <a:lnTo>
                  <a:pt x="145" y="950"/>
                </a:lnTo>
                <a:lnTo>
                  <a:pt x="145" y="0"/>
                </a:lnTo>
                <a:lnTo>
                  <a:pt x="0" y="0"/>
                </a:lnTo>
                <a:lnTo>
                  <a:pt x="0" y="950"/>
                </a:lnTo>
                <a:close/>
              </a:path>
            </a:pathLst>
          </a:custGeom>
          <a:solidFill>
            <a:srgbClr val="b5093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423" name=""/>
          <p:cNvSpPr/>
          <p:nvPr/>
        </p:nvSpPr>
        <p:spPr>
          <a:xfrm>
            <a:off x="4471200" y="1856160"/>
            <a:ext cx="4869720" cy="1217880"/>
          </a:xfrm>
          <a:custGeom>
            <a:avLst/>
            <a:gdLst/>
            <a:ahLst/>
            <a:rect l="0" t="0" r="r" b="b"/>
            <a:pathLst>
              <a:path w="13527" h="3383">
                <a:moveTo>
                  <a:pt x="0" y="3383"/>
                </a:moveTo>
                <a:lnTo>
                  <a:pt x="13527" y="3383"/>
                </a:lnTo>
                <a:lnTo>
                  <a:pt x="13527" y="0"/>
                </a:lnTo>
                <a:lnTo>
                  <a:pt x="0" y="0"/>
                </a:lnTo>
                <a:lnTo>
                  <a:pt x="0" y="3383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24" name=""/>
          <p:cNvSpPr txBox="1"/>
          <p:nvPr/>
        </p:nvSpPr>
        <p:spPr>
          <a:xfrm>
            <a:off x="3909240" y="1040040"/>
            <a:ext cx="453960" cy="529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570" spc="-1" strike="noStrike">
                <a:solidFill>
                  <a:srgbClr val="000000"/>
                </a:solidFill>
                <a:latin typeface="Century Gothic"/>
                <a:ea typeface="Century Gothic"/>
              </a:rPr>
              <a:t>Q</a:t>
            </a:r>
            <a:endParaRPr b="0" lang="en-US" sz="35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25" name=""/>
          <p:cNvSpPr/>
          <p:nvPr/>
        </p:nvSpPr>
        <p:spPr>
          <a:xfrm>
            <a:off x="4685400" y="2167920"/>
            <a:ext cx="2139840" cy="7920"/>
          </a:xfrm>
          <a:custGeom>
            <a:avLst/>
            <a:gdLst/>
            <a:ahLst/>
            <a:rect l="0" t="0" r="r" b="b"/>
            <a:pathLst>
              <a:path w="5944" h="22">
                <a:moveTo>
                  <a:pt x="0" y="0"/>
                </a:moveTo>
                <a:lnTo>
                  <a:pt x="1486" y="0"/>
                </a:lnTo>
                <a:lnTo>
                  <a:pt x="2973" y="0"/>
                </a:lnTo>
                <a:lnTo>
                  <a:pt x="4459" y="0"/>
                </a:lnTo>
                <a:lnTo>
                  <a:pt x="5944" y="0"/>
                </a:lnTo>
                <a:lnTo>
                  <a:pt x="5944" y="22"/>
                </a:lnTo>
                <a:lnTo>
                  <a:pt x="4459" y="22"/>
                </a:lnTo>
                <a:lnTo>
                  <a:pt x="2973" y="22"/>
                </a:lnTo>
                <a:lnTo>
                  <a:pt x="1486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426" name=""/>
          <p:cNvSpPr txBox="1"/>
          <p:nvPr/>
        </p:nvSpPr>
        <p:spPr>
          <a:xfrm>
            <a:off x="4563000" y="2022480"/>
            <a:ext cx="22654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= Ideal BMI x height(m) x height(m)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27" name=""/>
          <p:cNvSpPr txBox="1"/>
          <p:nvPr/>
        </p:nvSpPr>
        <p:spPr>
          <a:xfrm>
            <a:off x="4497840" y="1716120"/>
            <a:ext cx="41076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mbria"/>
                <a:ea typeface="Cambria"/>
              </a:rPr>
              <a:t>Ideal 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28" name=""/>
          <p:cNvSpPr txBox="1"/>
          <p:nvPr/>
        </p:nvSpPr>
        <p:spPr>
          <a:xfrm>
            <a:off x="4497840" y="2013480"/>
            <a:ext cx="53568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mbria"/>
                <a:ea typeface="Cambria"/>
              </a:rPr>
              <a:t>Weight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29" name=""/>
          <p:cNvSpPr txBox="1"/>
          <p:nvPr/>
        </p:nvSpPr>
        <p:spPr>
          <a:xfrm>
            <a:off x="4563000" y="2408760"/>
            <a:ext cx="13600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Male : 22 x height(m)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0" name=""/>
          <p:cNvSpPr txBox="1"/>
          <p:nvPr/>
        </p:nvSpPr>
        <p:spPr>
          <a:xfrm>
            <a:off x="5924160" y="2410200"/>
            <a:ext cx="95760" cy="10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50" spc="-1" strike="noStrike">
                <a:solidFill>
                  <a:srgbClr val="404040"/>
                </a:solidFill>
                <a:latin typeface="Arial"/>
                <a:ea typeface="Arial"/>
              </a:rPr>
              <a:t>2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1" name=""/>
          <p:cNvSpPr txBox="1"/>
          <p:nvPr/>
        </p:nvSpPr>
        <p:spPr>
          <a:xfrm>
            <a:off x="6391800" y="2408760"/>
            <a:ext cx="15292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Female : 21 x height(m)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2" name=""/>
          <p:cNvSpPr txBox="1"/>
          <p:nvPr/>
        </p:nvSpPr>
        <p:spPr>
          <a:xfrm>
            <a:off x="7922520" y="2410200"/>
            <a:ext cx="95760" cy="10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50" spc="-1" strike="noStrike">
                <a:solidFill>
                  <a:srgbClr val="404040"/>
                </a:solidFill>
                <a:latin typeface="Arial"/>
                <a:ea typeface="Arial"/>
              </a:rPr>
              <a:t>2</a:t>
            </a:r>
            <a:endParaRPr b="0" lang="en-US" sz="7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3" name=""/>
          <p:cNvSpPr/>
          <p:nvPr/>
        </p:nvSpPr>
        <p:spPr>
          <a:xfrm>
            <a:off x="4488120" y="3765600"/>
            <a:ext cx="4869360" cy="1765080"/>
          </a:xfrm>
          <a:custGeom>
            <a:avLst/>
            <a:gdLst/>
            <a:ahLst/>
            <a:rect l="0" t="0" r="r" b="b"/>
            <a:pathLst>
              <a:path w="13526" h="4903">
                <a:moveTo>
                  <a:pt x="0" y="4903"/>
                </a:moveTo>
                <a:lnTo>
                  <a:pt x="13526" y="4903"/>
                </a:lnTo>
                <a:lnTo>
                  <a:pt x="13526" y="0"/>
                </a:lnTo>
                <a:lnTo>
                  <a:pt x="0" y="0"/>
                </a:lnTo>
                <a:lnTo>
                  <a:pt x="0" y="4903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4" name=""/>
          <p:cNvSpPr txBox="1"/>
          <p:nvPr/>
        </p:nvSpPr>
        <p:spPr>
          <a:xfrm>
            <a:off x="4563000" y="2842920"/>
            <a:ext cx="286884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Ex) Jane Doe: 21 x 1.569 x 1.569 = 51.69 kg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5" name=""/>
          <p:cNvSpPr txBox="1"/>
          <p:nvPr/>
        </p:nvSpPr>
        <p:spPr>
          <a:xfrm>
            <a:off x="4497840" y="3625560"/>
            <a:ext cx="1056960" cy="18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300" spc="-1" strike="noStrike">
                <a:solidFill>
                  <a:srgbClr val="b50938"/>
                </a:solidFill>
                <a:latin typeface="Cambria"/>
                <a:ea typeface="Cambria"/>
              </a:rPr>
              <a:t>Target Weight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6" name=""/>
          <p:cNvSpPr txBox="1"/>
          <p:nvPr/>
        </p:nvSpPr>
        <p:spPr>
          <a:xfrm>
            <a:off x="3931920" y="1734840"/>
            <a:ext cx="453960" cy="529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580" spc="-1" strike="noStrike">
                <a:solidFill>
                  <a:srgbClr val="000000"/>
                </a:solidFill>
                <a:latin typeface="Century Gothic"/>
                <a:ea typeface="Century Gothic"/>
              </a:rPr>
              <a:t>A</a:t>
            </a:r>
            <a:endParaRPr b="0" lang="en-US" sz="358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7" name=""/>
          <p:cNvSpPr/>
          <p:nvPr/>
        </p:nvSpPr>
        <p:spPr>
          <a:xfrm>
            <a:off x="4685400" y="4032720"/>
            <a:ext cx="2031840" cy="7920"/>
          </a:xfrm>
          <a:custGeom>
            <a:avLst/>
            <a:gdLst/>
            <a:ahLst/>
            <a:rect l="0" t="0" r="r" b="b"/>
            <a:pathLst>
              <a:path w="5644" h="22">
                <a:moveTo>
                  <a:pt x="0" y="0"/>
                </a:moveTo>
                <a:lnTo>
                  <a:pt x="2822" y="0"/>
                </a:lnTo>
                <a:lnTo>
                  <a:pt x="5644" y="0"/>
                </a:lnTo>
                <a:lnTo>
                  <a:pt x="5644" y="22"/>
                </a:lnTo>
                <a:lnTo>
                  <a:pt x="2822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438" name=""/>
          <p:cNvSpPr txBox="1"/>
          <p:nvPr/>
        </p:nvSpPr>
        <p:spPr>
          <a:xfrm>
            <a:off x="4563000" y="3887640"/>
            <a:ext cx="215712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= Current weight + Weight control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39" name=""/>
          <p:cNvSpPr txBox="1"/>
          <p:nvPr/>
        </p:nvSpPr>
        <p:spPr>
          <a:xfrm>
            <a:off x="4563000" y="4407120"/>
            <a:ext cx="35362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Fat Control = 15%(male) or 23%(female) x Ideal weight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40" name=""/>
          <p:cNvSpPr txBox="1"/>
          <p:nvPr/>
        </p:nvSpPr>
        <p:spPr>
          <a:xfrm>
            <a:off x="4563000" y="4667760"/>
            <a:ext cx="378648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Muscle Control = 85%(male) or 77%(female) x Ideal weight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41" name=""/>
          <p:cNvSpPr txBox="1"/>
          <p:nvPr/>
        </p:nvSpPr>
        <p:spPr>
          <a:xfrm>
            <a:off x="4563000" y="5076360"/>
            <a:ext cx="4417200" cy="162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404040"/>
                </a:solidFill>
                <a:latin typeface="Arial"/>
                <a:ea typeface="Arial"/>
              </a:rPr>
              <a:t>Ex) Jane Doe: 59.1 – 9.9(Fat control) + 2.5(Muscle control) = 51.7 kg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4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444" name="" descr=""/>
          <p:cNvPicPr/>
          <p:nvPr/>
        </p:nvPicPr>
        <p:blipFill>
          <a:blip r:embed="rId1"/>
          <a:stretch/>
        </p:blipFill>
        <p:spPr>
          <a:xfrm rot="21051600">
            <a:off x="8311320" y="672120"/>
            <a:ext cx="289080" cy="255600"/>
          </a:xfrm>
          <a:prstGeom prst="rect">
            <a:avLst/>
          </a:prstGeom>
          <a:ln w="0">
            <a:noFill/>
          </a:ln>
        </p:spPr>
      </p:pic>
      <p:pic>
        <p:nvPicPr>
          <p:cNvPr id="27445" name="" descr=""/>
          <p:cNvPicPr/>
          <p:nvPr/>
        </p:nvPicPr>
        <p:blipFill>
          <a:blip r:embed="rId2"/>
          <a:stretch/>
        </p:blipFill>
        <p:spPr>
          <a:xfrm>
            <a:off x="9089280" y="652320"/>
            <a:ext cx="293760" cy="295200"/>
          </a:xfrm>
          <a:prstGeom prst="rect">
            <a:avLst/>
          </a:prstGeom>
          <a:ln w="0">
            <a:noFill/>
          </a:ln>
        </p:spPr>
      </p:pic>
      <p:pic>
        <p:nvPicPr>
          <p:cNvPr id="27446" name="" descr=""/>
          <p:cNvPicPr/>
          <p:nvPr/>
        </p:nvPicPr>
        <p:blipFill>
          <a:blip r:embed="rId3"/>
          <a:stretch/>
        </p:blipFill>
        <p:spPr>
          <a:xfrm rot="18660000">
            <a:off x="8707320" y="702360"/>
            <a:ext cx="276840" cy="194760"/>
          </a:xfrm>
          <a:prstGeom prst="rect">
            <a:avLst/>
          </a:prstGeom>
          <a:ln w="0">
            <a:noFill/>
          </a:ln>
        </p:spPr>
      </p:pic>
      <p:pic>
        <p:nvPicPr>
          <p:cNvPr id="27447" name="" descr=""/>
          <p:cNvPicPr/>
          <p:nvPr/>
        </p:nvPicPr>
        <p:blipFill>
          <a:blip r:embed="rId4"/>
          <a:stretch/>
        </p:blipFill>
        <p:spPr>
          <a:xfrm>
            <a:off x="9465480" y="681120"/>
            <a:ext cx="348480" cy="239040"/>
          </a:xfrm>
          <a:prstGeom prst="rect">
            <a:avLst/>
          </a:prstGeom>
          <a:ln w="0">
            <a:noFill/>
          </a:ln>
        </p:spPr>
      </p:pic>
      <p:pic>
        <p:nvPicPr>
          <p:cNvPr id="27448" name="" descr=""/>
          <p:cNvPicPr/>
          <p:nvPr/>
        </p:nvPicPr>
        <p:blipFill>
          <a:blip r:embed="rId5"/>
          <a:stretch/>
        </p:blipFill>
        <p:spPr>
          <a:xfrm>
            <a:off x="8633520" y="582120"/>
            <a:ext cx="475200" cy="484200"/>
          </a:xfrm>
          <a:prstGeom prst="rect">
            <a:avLst/>
          </a:prstGeom>
          <a:ln w="0">
            <a:noFill/>
          </a:ln>
        </p:spPr>
      </p:pic>
      <p:pic>
        <p:nvPicPr>
          <p:cNvPr id="27449" name="" descr=""/>
          <p:cNvPicPr/>
          <p:nvPr/>
        </p:nvPicPr>
        <p:blipFill>
          <a:blip r:embed="rId6"/>
          <a:stretch/>
        </p:blipFill>
        <p:spPr>
          <a:xfrm rot="18652200">
            <a:off x="8691120" y="686520"/>
            <a:ext cx="309600" cy="227160"/>
          </a:xfrm>
          <a:prstGeom prst="rect">
            <a:avLst/>
          </a:prstGeom>
          <a:ln w="0">
            <a:noFill/>
          </a:ln>
        </p:spPr>
      </p:pic>
      <p:sp>
        <p:nvSpPr>
          <p:cNvPr id="27450" name=""/>
          <p:cNvSpPr/>
          <p:nvPr/>
        </p:nvSpPr>
        <p:spPr>
          <a:xfrm>
            <a:off x="73080" y="731520"/>
            <a:ext cx="8188560" cy="189360"/>
          </a:xfrm>
          <a:custGeom>
            <a:avLst/>
            <a:gdLst/>
            <a:ahLst/>
            <a:rect l="0" t="0" r="r" b="b"/>
            <a:pathLst>
              <a:path fill="none" w="22746" h="526">
                <a:moveTo>
                  <a:pt x="0" y="526"/>
                </a:moveTo>
                <a:lnTo>
                  <a:pt x="0" y="0"/>
                </a:lnTo>
                <a:lnTo>
                  <a:pt x="22746" y="0"/>
                </a:lnTo>
              </a:path>
            </a:pathLst>
          </a:custGeom>
          <a:ln w="12600">
            <a:solidFill>
              <a:srgbClr val="8b0024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451" name="" descr=""/>
          <p:cNvPicPr/>
          <p:nvPr/>
        </p:nvPicPr>
        <p:blipFill>
          <a:blip r:embed="rId7"/>
          <a:stretch/>
        </p:blipFill>
        <p:spPr>
          <a:xfrm>
            <a:off x="1332000" y="1431000"/>
            <a:ext cx="3366000" cy="348480"/>
          </a:xfrm>
          <a:prstGeom prst="rect">
            <a:avLst/>
          </a:prstGeom>
          <a:ln w="0">
            <a:noFill/>
          </a:ln>
        </p:spPr>
      </p:pic>
      <p:sp>
        <p:nvSpPr>
          <p:cNvPr id="27452" name=""/>
          <p:cNvSpPr txBox="1"/>
          <p:nvPr/>
        </p:nvSpPr>
        <p:spPr>
          <a:xfrm>
            <a:off x="132120" y="741600"/>
            <a:ext cx="187668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8b0024"/>
                </a:solidFill>
                <a:latin typeface="Calibri"/>
                <a:ea typeface="Calibri"/>
              </a:rPr>
              <a:t>How to read Segmental Lean Analysis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53" name=""/>
          <p:cNvSpPr txBox="1"/>
          <p:nvPr/>
        </p:nvSpPr>
        <p:spPr>
          <a:xfrm>
            <a:off x="321120" y="1475280"/>
            <a:ext cx="77040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Current weight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54" name=""/>
          <p:cNvSpPr/>
          <p:nvPr/>
        </p:nvSpPr>
        <p:spPr>
          <a:xfrm>
            <a:off x="5967720" y="1375920"/>
            <a:ext cx="3367080" cy="975960"/>
          </a:xfrm>
          <a:custGeom>
            <a:avLst/>
            <a:gdLst/>
            <a:ahLst/>
            <a:rect l="0" t="0" r="r" b="b"/>
            <a:pathLst>
              <a:path w="9353" h="2711">
                <a:moveTo>
                  <a:pt x="0" y="2711"/>
                </a:moveTo>
                <a:lnTo>
                  <a:pt x="9353" y="2711"/>
                </a:lnTo>
                <a:lnTo>
                  <a:pt x="9353" y="0"/>
                </a:lnTo>
                <a:lnTo>
                  <a:pt x="0" y="0"/>
                </a:lnTo>
                <a:lnTo>
                  <a:pt x="0" y="2711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55" name=""/>
          <p:cNvSpPr txBox="1"/>
          <p:nvPr/>
        </p:nvSpPr>
        <p:spPr>
          <a:xfrm>
            <a:off x="5055840" y="1471680"/>
            <a:ext cx="633240" cy="151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70" spc="-1" strike="noStrike">
                <a:solidFill>
                  <a:srgbClr val="000000"/>
                </a:solidFill>
                <a:latin typeface="Calibri"/>
                <a:ea typeface="Calibri"/>
              </a:rPr>
              <a:t>Ideal weight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56" name=""/>
          <p:cNvSpPr/>
          <p:nvPr/>
        </p:nvSpPr>
        <p:spPr>
          <a:xfrm>
            <a:off x="6168240" y="1656360"/>
            <a:ext cx="1827360" cy="6480"/>
          </a:xfrm>
          <a:custGeom>
            <a:avLst/>
            <a:gdLst/>
            <a:ahLst/>
            <a:rect l="0" t="0" r="r" b="b"/>
            <a:pathLst>
              <a:path w="5076" h="18">
                <a:moveTo>
                  <a:pt x="0" y="0"/>
                </a:moveTo>
                <a:lnTo>
                  <a:pt x="1692" y="0"/>
                </a:lnTo>
                <a:lnTo>
                  <a:pt x="3384" y="0"/>
                </a:lnTo>
                <a:lnTo>
                  <a:pt x="5076" y="0"/>
                </a:lnTo>
                <a:lnTo>
                  <a:pt x="5076" y="18"/>
                </a:lnTo>
                <a:lnTo>
                  <a:pt x="3384" y="18"/>
                </a:lnTo>
                <a:lnTo>
                  <a:pt x="1692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457" name=""/>
          <p:cNvSpPr txBox="1"/>
          <p:nvPr/>
        </p:nvSpPr>
        <p:spPr>
          <a:xfrm>
            <a:off x="6061320" y="1532880"/>
            <a:ext cx="193176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404040"/>
                </a:solidFill>
                <a:latin typeface="Arial"/>
                <a:ea typeface="Arial"/>
              </a:rPr>
              <a:t>= Ideal BMI x height(m) x height(m)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58" name=""/>
          <p:cNvSpPr txBox="1"/>
          <p:nvPr/>
        </p:nvSpPr>
        <p:spPr>
          <a:xfrm>
            <a:off x="6061320" y="1805760"/>
            <a:ext cx="115884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404040"/>
                </a:solidFill>
                <a:latin typeface="Arial"/>
                <a:ea typeface="Arial"/>
              </a:rPr>
              <a:t>Male : 22 x height(m)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59" name=""/>
          <p:cNvSpPr txBox="1"/>
          <p:nvPr/>
        </p:nvSpPr>
        <p:spPr>
          <a:xfrm>
            <a:off x="7222320" y="1806480"/>
            <a:ext cx="8208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50" spc="-1" strike="noStrike">
                <a:solidFill>
                  <a:srgbClr val="404040"/>
                </a:solidFill>
                <a:latin typeface="Arial"/>
                <a:ea typeface="Arial"/>
              </a:rPr>
              <a:t>2</a:t>
            </a:r>
            <a:endParaRPr b="0" lang="en-US" sz="6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0" name=""/>
          <p:cNvSpPr txBox="1"/>
          <p:nvPr/>
        </p:nvSpPr>
        <p:spPr>
          <a:xfrm>
            <a:off x="7890480" y="1805760"/>
            <a:ext cx="130392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404040"/>
                </a:solidFill>
                <a:latin typeface="Arial"/>
                <a:ea typeface="Arial"/>
              </a:rPr>
              <a:t>Female : 21 x height(m)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1" name=""/>
          <p:cNvSpPr txBox="1"/>
          <p:nvPr/>
        </p:nvSpPr>
        <p:spPr>
          <a:xfrm>
            <a:off x="9196560" y="1806480"/>
            <a:ext cx="8208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50" spc="-1" strike="noStrike">
                <a:solidFill>
                  <a:srgbClr val="404040"/>
                </a:solidFill>
                <a:latin typeface="Arial"/>
                <a:ea typeface="Arial"/>
              </a:rPr>
              <a:t>2</a:t>
            </a:r>
            <a:endParaRPr b="0" lang="en-US" sz="6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2" name=""/>
          <p:cNvSpPr txBox="1"/>
          <p:nvPr/>
        </p:nvSpPr>
        <p:spPr>
          <a:xfrm>
            <a:off x="6061320" y="2176200"/>
            <a:ext cx="2458800" cy="137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70" spc="-1" strike="noStrike">
                <a:solidFill>
                  <a:srgbClr val="404040"/>
                </a:solidFill>
                <a:latin typeface="Arial"/>
                <a:ea typeface="Arial"/>
              </a:rPr>
              <a:t>Ex) Jane Doe: 21 x 1.569 x 1.569 = </a:t>
            </a:r>
            <a:r>
              <a:rPr b="1" lang="en-US" sz="970" spc="-1" strike="noStrike">
                <a:solidFill>
                  <a:srgbClr val="404040"/>
                </a:solidFill>
                <a:latin typeface="Arial"/>
                <a:ea typeface="Arial"/>
              </a:rPr>
              <a:t>51.69 kg</a:t>
            </a:r>
            <a:endParaRPr b="0" lang="en-US" sz="9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3" name=""/>
          <p:cNvSpPr txBox="1"/>
          <p:nvPr/>
        </p:nvSpPr>
        <p:spPr>
          <a:xfrm>
            <a:off x="1689120" y="4116960"/>
            <a:ext cx="1971360" cy="21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70" spc="-1" strike="noStrike">
                <a:solidFill>
                  <a:srgbClr val="cc0000"/>
                </a:solidFill>
                <a:latin typeface="Cambria"/>
                <a:ea typeface="Cambria"/>
              </a:rPr>
              <a:t>Interpretation example</a:t>
            </a:r>
            <a:endParaRPr b="0" lang="en-US" sz="14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4" name=""/>
          <p:cNvSpPr txBox="1"/>
          <p:nvPr/>
        </p:nvSpPr>
        <p:spPr>
          <a:xfrm>
            <a:off x="1721160" y="4336920"/>
            <a:ext cx="375876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mbria"/>
                <a:ea typeface="Cambria"/>
              </a:rPr>
              <a:t>- You have 2.01kg of lean mass(muscle mass) on your right arm,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5" name=""/>
          <p:cNvSpPr txBox="1"/>
          <p:nvPr/>
        </p:nvSpPr>
        <p:spPr>
          <a:xfrm>
            <a:off x="5876640" y="4336920"/>
            <a:ext cx="184320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mbria"/>
                <a:ea typeface="Cambria"/>
              </a:rPr>
              <a:t>which means 102.1% enough to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6" name=""/>
          <p:cNvSpPr txBox="1"/>
          <p:nvPr/>
        </p:nvSpPr>
        <p:spPr>
          <a:xfrm>
            <a:off x="1689120" y="4509000"/>
            <a:ext cx="592308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mbria"/>
                <a:ea typeface="Cambria"/>
              </a:rPr>
              <a:t>support your current weight. Whereas your left arm does not have enough lean mass showing 97.8%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7" name=""/>
          <p:cNvSpPr txBox="1"/>
          <p:nvPr/>
        </p:nvSpPr>
        <p:spPr>
          <a:xfrm>
            <a:off x="1689120" y="4682880"/>
            <a:ext cx="9410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mbria"/>
                <a:ea typeface="Cambria"/>
              </a:rPr>
              <a:t>of development.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8" name=""/>
          <p:cNvSpPr txBox="1"/>
          <p:nvPr/>
        </p:nvSpPr>
        <p:spPr>
          <a:xfrm>
            <a:off x="1721160" y="5030280"/>
            <a:ext cx="583308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mbria"/>
                <a:ea typeface="Cambria"/>
              </a:rPr>
              <a:t>- The length of top bar is based on ideal weight where your weight bar is at 100%. On your left arm,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69" name=""/>
          <p:cNvSpPr txBox="1"/>
          <p:nvPr/>
        </p:nvSpPr>
        <p:spPr>
          <a:xfrm>
            <a:off x="1689120" y="5202360"/>
            <a:ext cx="36842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mbria"/>
                <a:ea typeface="Cambria"/>
              </a:rPr>
              <a:t>if we compare 1.93kg of lean mass to your ideal weight 51.69kg,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70" name=""/>
          <p:cNvSpPr txBox="1"/>
          <p:nvPr/>
        </p:nvSpPr>
        <p:spPr>
          <a:xfrm>
            <a:off x="5754600" y="5202360"/>
            <a:ext cx="202464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mbria"/>
                <a:ea typeface="Cambria"/>
              </a:rPr>
              <a:t>it will be enough (Top bar length).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471" name="" descr=""/>
          <p:cNvPicPr/>
          <p:nvPr/>
        </p:nvPicPr>
        <p:blipFill>
          <a:blip r:embed="rId8"/>
          <a:stretch/>
        </p:blipFill>
        <p:spPr>
          <a:xfrm>
            <a:off x="2042280" y="2642760"/>
            <a:ext cx="5310720" cy="1208160"/>
          </a:xfrm>
          <a:prstGeom prst="rect">
            <a:avLst/>
          </a:prstGeom>
          <a:ln w="0">
            <a:noFill/>
          </a:ln>
        </p:spPr>
      </p:pic>
      <p:sp>
        <p:nvSpPr>
          <p:cNvPr id="27472" name=""/>
          <p:cNvSpPr/>
          <p:nvPr/>
        </p:nvSpPr>
        <p:spPr>
          <a:xfrm>
            <a:off x="2016720" y="2617200"/>
            <a:ext cx="5362200" cy="1259640"/>
          </a:xfrm>
          <a:custGeom>
            <a:avLst/>
            <a:gdLst/>
            <a:ahLst/>
            <a:rect l="0" t="0" r="r" b="b"/>
            <a:pathLst>
              <a:path w="14895" h="3499">
                <a:moveTo>
                  <a:pt x="0" y="3499"/>
                </a:moveTo>
                <a:lnTo>
                  <a:pt x="14895" y="3499"/>
                </a:lnTo>
                <a:lnTo>
                  <a:pt x="14895" y="0"/>
                </a:lnTo>
                <a:lnTo>
                  <a:pt x="0" y="0"/>
                </a:lnTo>
                <a:lnTo>
                  <a:pt x="0" y="3499"/>
                </a:lnTo>
                <a:close/>
              </a:path>
            </a:pathLst>
          </a:custGeom>
          <a:noFill/>
          <a:ln w="50760">
            <a:solidFill>
              <a:srgbClr val="ff0000"/>
            </a:solidFill>
            <a:round/>
          </a:ln>
        </p:spPr>
        <p:txBody>
          <a:bodyPr lIns="25200" rIns="25200" tIns="25200" bIns="2520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73" name=""/>
          <p:cNvSpPr txBox="1"/>
          <p:nvPr/>
        </p:nvSpPr>
        <p:spPr>
          <a:xfrm>
            <a:off x="1689120" y="5375880"/>
            <a:ext cx="4338000" cy="16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40" spc="-1" strike="noStrike">
                <a:solidFill>
                  <a:srgbClr val="000000"/>
                </a:solidFill>
                <a:latin typeface="Cambria"/>
                <a:ea typeface="Cambria"/>
              </a:rPr>
              <a:t>But if we compare it to your current weight, it’s not enough saying 97.8%.</a:t>
            </a:r>
            <a:endParaRPr b="0" lang="en-US" sz="11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7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169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7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476" name="" descr=""/>
          <p:cNvPicPr/>
          <p:nvPr/>
        </p:nvPicPr>
        <p:blipFill>
          <a:blip r:embed="rId1"/>
          <a:stretch/>
        </p:blipFill>
        <p:spPr>
          <a:xfrm>
            <a:off x="2432160" y="637200"/>
            <a:ext cx="4564080" cy="5571360"/>
          </a:xfrm>
          <a:prstGeom prst="rect">
            <a:avLst/>
          </a:prstGeom>
          <a:ln w="0">
            <a:noFill/>
          </a:ln>
        </p:spPr>
      </p:pic>
      <p:sp>
        <p:nvSpPr>
          <p:cNvPr id="2747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7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479" name="" descr=""/>
          <p:cNvPicPr/>
          <p:nvPr/>
        </p:nvPicPr>
        <p:blipFill>
          <a:blip r:embed="rId1"/>
          <a:stretch/>
        </p:blipFill>
        <p:spPr>
          <a:xfrm>
            <a:off x="2450520" y="642960"/>
            <a:ext cx="4519800" cy="5571360"/>
          </a:xfrm>
          <a:prstGeom prst="rect">
            <a:avLst/>
          </a:prstGeom>
          <a:ln w="0">
            <a:noFill/>
          </a:ln>
        </p:spPr>
      </p:pic>
      <p:sp>
        <p:nvSpPr>
          <p:cNvPr id="2748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8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82" name=""/>
          <p:cNvSpPr/>
          <p:nvPr/>
        </p:nvSpPr>
        <p:spPr>
          <a:xfrm>
            <a:off x="381600" y="3435840"/>
            <a:ext cx="9144720" cy="28440"/>
          </a:xfrm>
          <a:prstGeom prst="line">
            <a:avLst/>
          </a:prstGeom>
          <a:ln w="18720">
            <a:solidFill>
              <a:srgbClr val="7f7f7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483" name="" descr=""/>
          <p:cNvPicPr/>
          <p:nvPr/>
        </p:nvPicPr>
        <p:blipFill>
          <a:blip r:embed="rId1"/>
          <a:stretch/>
        </p:blipFill>
        <p:spPr>
          <a:xfrm>
            <a:off x="1612440" y="2281320"/>
            <a:ext cx="2783160" cy="666360"/>
          </a:xfrm>
          <a:prstGeom prst="rect">
            <a:avLst/>
          </a:prstGeom>
          <a:ln w="0">
            <a:noFill/>
          </a:ln>
        </p:spPr>
      </p:pic>
      <p:pic>
        <p:nvPicPr>
          <p:cNvPr id="27484" name="" descr=""/>
          <p:cNvPicPr/>
          <p:nvPr/>
        </p:nvPicPr>
        <p:blipFill>
          <a:blip r:embed="rId2"/>
          <a:stretch/>
        </p:blipFill>
        <p:spPr>
          <a:xfrm>
            <a:off x="4014360" y="2281320"/>
            <a:ext cx="1475640" cy="666360"/>
          </a:xfrm>
          <a:prstGeom prst="rect">
            <a:avLst/>
          </a:prstGeom>
          <a:ln w="0">
            <a:noFill/>
          </a:ln>
        </p:spPr>
      </p:pic>
      <p:pic>
        <p:nvPicPr>
          <p:cNvPr id="27485" name="" descr=""/>
          <p:cNvPicPr/>
          <p:nvPr/>
        </p:nvPicPr>
        <p:blipFill>
          <a:blip r:embed="rId3"/>
          <a:stretch/>
        </p:blipFill>
        <p:spPr>
          <a:xfrm>
            <a:off x="5230440" y="2281320"/>
            <a:ext cx="3213000" cy="666360"/>
          </a:xfrm>
          <a:prstGeom prst="rect">
            <a:avLst/>
          </a:prstGeom>
          <a:ln w="0">
            <a:noFill/>
          </a:ln>
        </p:spPr>
      </p:pic>
      <p:pic>
        <p:nvPicPr>
          <p:cNvPr id="27486" name="" descr=""/>
          <p:cNvPicPr/>
          <p:nvPr/>
        </p:nvPicPr>
        <p:blipFill>
          <a:blip r:embed="rId4"/>
          <a:stretch/>
        </p:blipFill>
        <p:spPr>
          <a:xfrm>
            <a:off x="3442680" y="1191600"/>
            <a:ext cx="3172680" cy="903240"/>
          </a:xfrm>
          <a:prstGeom prst="rect">
            <a:avLst/>
          </a:prstGeom>
          <a:ln w="0">
            <a:noFill/>
          </a:ln>
        </p:spPr>
      </p:pic>
      <p:sp>
        <p:nvSpPr>
          <p:cNvPr id="27487" name=""/>
          <p:cNvSpPr txBox="1"/>
          <p:nvPr/>
        </p:nvSpPr>
        <p:spPr>
          <a:xfrm>
            <a:off x="1804320" y="2396160"/>
            <a:ext cx="7372440" cy="369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500" spc="-1" strike="noStrike">
                <a:solidFill>
                  <a:srgbClr val="595959"/>
                </a:solidFill>
                <a:latin typeface="Malgun Gothic"/>
                <a:ea typeface="Malgun Gothic"/>
              </a:rPr>
              <a:t>FAQ regarding InBody Result Parameters</a:t>
            </a:r>
            <a:endParaRPr b="0" lang="en-US" sz="2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88" name=""/>
          <p:cNvSpPr txBox="1"/>
          <p:nvPr/>
        </p:nvSpPr>
        <p:spPr>
          <a:xfrm>
            <a:off x="5398560" y="3631680"/>
            <a:ext cx="151920" cy="171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404040"/>
                </a:solidFill>
                <a:latin typeface="Arial"/>
                <a:ea typeface="Arial"/>
              </a:rPr>
              <a:t>•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89" name=""/>
          <p:cNvSpPr/>
          <p:nvPr/>
        </p:nvSpPr>
        <p:spPr>
          <a:xfrm>
            <a:off x="381600" y="332640"/>
            <a:ext cx="9144720" cy="28800"/>
          </a:xfrm>
          <a:prstGeom prst="line">
            <a:avLst/>
          </a:prstGeom>
          <a:ln w="18720">
            <a:solidFill>
              <a:srgbClr val="7f7f7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90" name=""/>
          <p:cNvSpPr/>
          <p:nvPr/>
        </p:nvSpPr>
        <p:spPr>
          <a:xfrm>
            <a:off x="380880" y="6720480"/>
            <a:ext cx="9144720" cy="142200"/>
          </a:xfrm>
          <a:custGeom>
            <a:avLst/>
            <a:gdLst/>
            <a:ahLst/>
            <a:rect l="0" t="0" r="r" b="b"/>
            <a:pathLst>
              <a:path w="25402" h="395">
                <a:moveTo>
                  <a:pt x="0" y="395"/>
                </a:moveTo>
                <a:lnTo>
                  <a:pt x="25402" y="395"/>
                </a:lnTo>
                <a:lnTo>
                  <a:pt x="25402" y="0"/>
                </a:lnTo>
                <a:lnTo>
                  <a:pt x="0" y="0"/>
                </a:lnTo>
                <a:lnTo>
                  <a:pt x="0" y="395"/>
                </a:lnTo>
                <a:close/>
              </a:path>
            </a:pathLst>
          </a:custGeom>
          <a:solidFill>
            <a:srgbClr val="c55a1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491" name=""/>
          <p:cNvSpPr txBox="1"/>
          <p:nvPr/>
        </p:nvSpPr>
        <p:spPr>
          <a:xfrm>
            <a:off x="5741640" y="3628080"/>
            <a:ext cx="47008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404040"/>
                </a:solidFill>
                <a:latin typeface="Malgun Gothic"/>
                <a:ea typeface="Malgun Gothic"/>
              </a:rPr>
              <a:t>2018. 03. 13  / InBody Clinical Support Team / Lisa Cha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92" name=""/>
          <p:cNvSpPr/>
          <p:nvPr/>
        </p:nvSpPr>
        <p:spPr>
          <a:xfrm>
            <a:off x="141480" y="6307560"/>
            <a:ext cx="2016720" cy="401400"/>
          </a:xfrm>
          <a:custGeom>
            <a:avLst/>
            <a:gdLst/>
            <a:ahLst/>
            <a:rect l="0" t="0" r="r" b="b"/>
            <a:pathLst>
              <a:path w="5602" h="1115">
                <a:moveTo>
                  <a:pt x="0" y="1115"/>
                </a:moveTo>
                <a:lnTo>
                  <a:pt x="5602" y="1115"/>
                </a:lnTo>
                <a:lnTo>
                  <a:pt x="5602" y="0"/>
                </a:lnTo>
                <a:lnTo>
                  <a:pt x="0" y="0"/>
                </a:lnTo>
                <a:lnTo>
                  <a:pt x="0" y="1115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fffff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93" name=""/>
          <p:cNvSpPr txBox="1"/>
          <p:nvPr/>
        </p:nvSpPr>
        <p:spPr>
          <a:xfrm>
            <a:off x="9127080" y="6663960"/>
            <a:ext cx="3085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ffffff"/>
                </a:solidFill>
                <a:latin typeface="Calibri"/>
                <a:ea typeface="Calibri"/>
              </a:rPr>
              <a:t>172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9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95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Normal Range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96" name=""/>
          <p:cNvSpPr txBox="1"/>
          <p:nvPr/>
        </p:nvSpPr>
        <p:spPr>
          <a:xfrm>
            <a:off x="657000" y="804960"/>
            <a:ext cx="4524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reference for BMI normal range?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97" name=""/>
          <p:cNvSpPr txBox="1"/>
          <p:nvPr/>
        </p:nvSpPr>
        <p:spPr>
          <a:xfrm>
            <a:off x="1042200" y="3613680"/>
            <a:ext cx="2689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98" name=""/>
          <p:cNvSpPr txBox="1"/>
          <p:nvPr/>
        </p:nvSpPr>
        <p:spPr>
          <a:xfrm>
            <a:off x="1042200" y="3918600"/>
            <a:ext cx="80154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normal range for BMI is based on recommendations for a </a:t>
            </a:r>
            <a:r>
              <a:rPr b="0" i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healthy weight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499" name=""/>
          <p:cNvSpPr txBox="1"/>
          <p:nvPr/>
        </p:nvSpPr>
        <p:spPr>
          <a:xfrm>
            <a:off x="1042200" y="4223160"/>
            <a:ext cx="73508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range (based on height) for reducing health risks associated with being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00" name=""/>
          <p:cNvSpPr txBox="1"/>
          <p:nvPr/>
        </p:nvSpPr>
        <p:spPr>
          <a:xfrm>
            <a:off x="1042200" y="4528080"/>
            <a:ext cx="19818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over/underweight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01" name=""/>
          <p:cNvSpPr txBox="1"/>
          <p:nvPr/>
        </p:nvSpPr>
        <p:spPr>
          <a:xfrm>
            <a:off x="1042200" y="5137920"/>
            <a:ext cx="66603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These </a:t>
            </a:r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ranges are set by the World Health Organization (WHO)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02" name=""/>
          <p:cNvSpPr txBox="1"/>
          <p:nvPr/>
        </p:nvSpPr>
        <p:spPr>
          <a:xfrm>
            <a:off x="1042200" y="5442840"/>
            <a:ext cx="57567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healthy range published by WHO is 18.5 - 24.9kg/m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03" name=""/>
          <p:cNvSpPr txBox="1"/>
          <p:nvPr/>
        </p:nvSpPr>
        <p:spPr>
          <a:xfrm>
            <a:off x="6789960" y="5447880"/>
            <a:ext cx="168840" cy="207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13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04" name=""/>
          <p:cNvSpPr txBox="1"/>
          <p:nvPr/>
        </p:nvSpPr>
        <p:spPr>
          <a:xfrm>
            <a:off x="6875280" y="5442840"/>
            <a:ext cx="2541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505" name="" descr=""/>
          <p:cNvPicPr/>
          <p:nvPr/>
        </p:nvPicPr>
        <p:blipFill>
          <a:blip r:embed="rId1"/>
          <a:stretch/>
        </p:blipFill>
        <p:spPr>
          <a:xfrm>
            <a:off x="2142720" y="1776960"/>
            <a:ext cx="5620320" cy="1269000"/>
          </a:xfrm>
          <a:prstGeom prst="rect">
            <a:avLst/>
          </a:prstGeom>
          <a:ln w="0">
            <a:noFill/>
          </a:ln>
        </p:spPr>
      </p:pic>
      <p:sp>
        <p:nvSpPr>
          <p:cNvPr id="27506" name=""/>
          <p:cNvSpPr/>
          <p:nvPr/>
        </p:nvSpPr>
        <p:spPr>
          <a:xfrm>
            <a:off x="2269800" y="2205720"/>
            <a:ext cx="5367960" cy="407520"/>
          </a:xfrm>
          <a:custGeom>
            <a:avLst/>
            <a:gdLst/>
            <a:ahLst/>
            <a:rect l="0" t="0" r="r" b="b"/>
            <a:pathLst>
              <a:path w="14911" h="1132">
                <a:moveTo>
                  <a:pt x="0" y="1132"/>
                </a:moveTo>
                <a:lnTo>
                  <a:pt x="14911" y="1132"/>
                </a:lnTo>
                <a:lnTo>
                  <a:pt x="14911" y="0"/>
                </a:lnTo>
                <a:lnTo>
                  <a:pt x="0" y="0"/>
                </a:lnTo>
                <a:lnTo>
                  <a:pt x="0" y="1132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07" name=""/>
          <p:cNvSpPr txBox="1"/>
          <p:nvPr/>
        </p:nvSpPr>
        <p:spPr>
          <a:xfrm>
            <a:off x="1042200" y="5747760"/>
            <a:ext cx="52434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This is the default BMI range on all InBody devices.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0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0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10" name=""/>
          <p:cNvSpPr txBox="1"/>
          <p:nvPr/>
        </p:nvSpPr>
        <p:spPr>
          <a:xfrm>
            <a:off x="1183680" y="3865320"/>
            <a:ext cx="3117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11" name=""/>
          <p:cNvSpPr txBox="1"/>
          <p:nvPr/>
        </p:nvSpPr>
        <p:spPr>
          <a:xfrm>
            <a:off x="1183680" y="4149720"/>
            <a:ext cx="74088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normal range for BMI for Asians are different from WHO standards.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12" name=""/>
          <p:cNvSpPr txBox="1"/>
          <p:nvPr/>
        </p:nvSpPr>
        <p:spPr>
          <a:xfrm>
            <a:off x="1183680" y="4759200"/>
            <a:ext cx="66164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According to the, the normal BMI for Asian reference is </a:t>
            </a:r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18.5-23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13" name=""/>
          <p:cNvSpPr txBox="1"/>
          <p:nvPr/>
        </p:nvSpPr>
        <p:spPr>
          <a:xfrm>
            <a:off x="1183680" y="5064120"/>
            <a:ext cx="76557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This Guideline was set by </a:t>
            </a:r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WPRO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 (The Steering Committee of the Regional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514" name="" descr=""/>
          <p:cNvPicPr/>
          <p:nvPr/>
        </p:nvPicPr>
        <p:blipFill>
          <a:blip r:embed="rId1"/>
          <a:stretch/>
        </p:blipFill>
        <p:spPr>
          <a:xfrm>
            <a:off x="2142720" y="1882080"/>
            <a:ext cx="5620320" cy="1269000"/>
          </a:xfrm>
          <a:prstGeom prst="rect">
            <a:avLst/>
          </a:prstGeom>
          <a:ln w="0">
            <a:noFill/>
          </a:ln>
        </p:spPr>
      </p:pic>
      <p:sp>
        <p:nvSpPr>
          <p:cNvPr id="27515" name=""/>
          <p:cNvSpPr/>
          <p:nvPr/>
        </p:nvSpPr>
        <p:spPr>
          <a:xfrm>
            <a:off x="2269800" y="2312640"/>
            <a:ext cx="5367960" cy="405720"/>
          </a:xfrm>
          <a:custGeom>
            <a:avLst/>
            <a:gdLst/>
            <a:ahLst/>
            <a:rect l="0" t="0" r="r" b="b"/>
            <a:pathLst>
              <a:path w="14911" h="1127">
                <a:moveTo>
                  <a:pt x="0" y="1127"/>
                </a:moveTo>
                <a:lnTo>
                  <a:pt x="14911" y="1127"/>
                </a:lnTo>
                <a:lnTo>
                  <a:pt x="14911" y="0"/>
                </a:lnTo>
                <a:lnTo>
                  <a:pt x="0" y="0"/>
                </a:lnTo>
                <a:lnTo>
                  <a:pt x="0" y="1127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16" name=""/>
          <p:cNvSpPr txBox="1"/>
          <p:nvPr/>
        </p:nvSpPr>
        <p:spPr>
          <a:xfrm>
            <a:off x="1183680" y="5369040"/>
            <a:ext cx="48470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office for the Western Pacific Region of WHO).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17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Normal Range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18" name=""/>
          <p:cNvSpPr txBox="1"/>
          <p:nvPr/>
        </p:nvSpPr>
        <p:spPr>
          <a:xfrm>
            <a:off x="657000" y="804960"/>
            <a:ext cx="4524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reference for BMI normal range?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1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2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521" name="" descr=""/>
          <p:cNvPicPr/>
          <p:nvPr/>
        </p:nvPicPr>
        <p:blipFill>
          <a:blip r:embed="rId1"/>
          <a:stretch/>
        </p:blipFill>
        <p:spPr>
          <a:xfrm>
            <a:off x="1170360" y="2110680"/>
            <a:ext cx="4687560" cy="1424520"/>
          </a:xfrm>
          <a:prstGeom prst="rect">
            <a:avLst/>
          </a:prstGeom>
          <a:ln w="0">
            <a:noFill/>
          </a:ln>
        </p:spPr>
      </p:pic>
      <p:sp>
        <p:nvSpPr>
          <p:cNvPr id="27522" name=""/>
          <p:cNvSpPr txBox="1"/>
          <p:nvPr/>
        </p:nvSpPr>
        <p:spPr>
          <a:xfrm>
            <a:off x="1032840" y="4264200"/>
            <a:ext cx="3117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23" name=""/>
          <p:cNvSpPr txBox="1"/>
          <p:nvPr/>
        </p:nvSpPr>
        <p:spPr>
          <a:xfrm>
            <a:off x="1032840" y="4547520"/>
            <a:ext cx="78202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normal range for weight is based on the </a:t>
            </a:r>
            <a:r>
              <a:rPr b="0" i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normal(deal) BMI range set by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24" name=""/>
          <p:cNvSpPr txBox="1"/>
          <p:nvPr/>
        </p:nvSpPr>
        <p:spPr>
          <a:xfrm>
            <a:off x="1032840" y="4853160"/>
            <a:ext cx="6163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WHO.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25" name=""/>
          <p:cNvSpPr txBox="1"/>
          <p:nvPr/>
        </p:nvSpPr>
        <p:spPr>
          <a:xfrm>
            <a:off x="1032840" y="5462640"/>
            <a:ext cx="75063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normal range for weight can be calculated using the height and BMI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526" name="" descr=""/>
          <p:cNvPicPr/>
          <p:nvPr/>
        </p:nvPicPr>
        <p:blipFill>
          <a:blip r:embed="rId2"/>
          <a:stretch/>
        </p:blipFill>
        <p:spPr>
          <a:xfrm>
            <a:off x="6298560" y="1856160"/>
            <a:ext cx="1973160" cy="1060200"/>
          </a:xfrm>
          <a:prstGeom prst="rect">
            <a:avLst/>
          </a:prstGeom>
          <a:ln w="0">
            <a:noFill/>
          </a:ln>
        </p:spPr>
      </p:pic>
      <p:pic>
        <p:nvPicPr>
          <p:cNvPr id="27527" name="" descr=""/>
          <p:cNvPicPr/>
          <p:nvPr/>
        </p:nvPicPr>
        <p:blipFill>
          <a:blip r:embed="rId3"/>
          <a:stretch/>
        </p:blipFill>
        <p:spPr>
          <a:xfrm>
            <a:off x="6298560" y="3076920"/>
            <a:ext cx="2000520" cy="804240"/>
          </a:xfrm>
          <a:prstGeom prst="rect">
            <a:avLst/>
          </a:prstGeom>
          <a:ln w="0">
            <a:noFill/>
          </a:ln>
        </p:spPr>
      </p:pic>
      <p:sp>
        <p:nvSpPr>
          <p:cNvPr id="27528" name=""/>
          <p:cNvSpPr/>
          <p:nvPr/>
        </p:nvSpPr>
        <p:spPr>
          <a:xfrm>
            <a:off x="6298560" y="3881520"/>
            <a:ext cx="199980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29" name=""/>
          <p:cNvSpPr txBox="1"/>
          <p:nvPr/>
        </p:nvSpPr>
        <p:spPr>
          <a:xfrm>
            <a:off x="1032840" y="5767200"/>
            <a:ext cx="14529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normal range.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30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Normal Range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31" name=""/>
          <p:cNvSpPr txBox="1"/>
          <p:nvPr/>
        </p:nvSpPr>
        <p:spPr>
          <a:xfrm>
            <a:off x="657000" y="804960"/>
            <a:ext cx="4787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reference for weight normal range?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3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3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534" name="" descr=""/>
          <p:cNvPicPr/>
          <p:nvPr/>
        </p:nvPicPr>
        <p:blipFill>
          <a:blip r:embed="rId1"/>
          <a:stretch/>
        </p:blipFill>
        <p:spPr>
          <a:xfrm>
            <a:off x="565560" y="4436280"/>
            <a:ext cx="5185800" cy="1625760"/>
          </a:xfrm>
          <a:prstGeom prst="rect">
            <a:avLst/>
          </a:prstGeom>
          <a:ln w="0">
            <a:noFill/>
          </a:ln>
        </p:spPr>
      </p:pic>
      <p:pic>
        <p:nvPicPr>
          <p:cNvPr id="27535" name="" descr=""/>
          <p:cNvPicPr/>
          <p:nvPr/>
        </p:nvPicPr>
        <p:blipFill>
          <a:blip r:embed="rId2"/>
          <a:stretch/>
        </p:blipFill>
        <p:spPr>
          <a:xfrm>
            <a:off x="4893480" y="4710600"/>
            <a:ext cx="4501440" cy="1625760"/>
          </a:xfrm>
          <a:prstGeom prst="rect">
            <a:avLst/>
          </a:prstGeom>
          <a:ln w="0">
            <a:noFill/>
          </a:ln>
        </p:spPr>
      </p:pic>
      <p:pic>
        <p:nvPicPr>
          <p:cNvPr id="27536" name="" descr=""/>
          <p:cNvPicPr/>
          <p:nvPr/>
        </p:nvPicPr>
        <p:blipFill>
          <a:blip r:embed="rId3"/>
          <a:stretch/>
        </p:blipFill>
        <p:spPr>
          <a:xfrm>
            <a:off x="5582520" y="2365200"/>
            <a:ext cx="3792960" cy="2070720"/>
          </a:xfrm>
          <a:prstGeom prst="rect">
            <a:avLst/>
          </a:prstGeom>
          <a:ln w="0">
            <a:noFill/>
          </a:ln>
        </p:spPr>
      </p:pic>
      <p:pic>
        <p:nvPicPr>
          <p:cNvPr id="27537" name="" descr=""/>
          <p:cNvPicPr/>
          <p:nvPr/>
        </p:nvPicPr>
        <p:blipFill>
          <a:blip r:embed="rId4"/>
          <a:stretch/>
        </p:blipFill>
        <p:spPr>
          <a:xfrm>
            <a:off x="565560" y="2292120"/>
            <a:ext cx="4955760" cy="2031120"/>
          </a:xfrm>
          <a:prstGeom prst="rect">
            <a:avLst/>
          </a:prstGeom>
          <a:ln w="0">
            <a:noFill/>
          </a:ln>
        </p:spPr>
      </p:pic>
      <p:sp>
        <p:nvSpPr>
          <p:cNvPr id="27538" name=""/>
          <p:cNvSpPr txBox="1"/>
          <p:nvPr/>
        </p:nvSpPr>
        <p:spPr>
          <a:xfrm>
            <a:off x="700920" y="1647360"/>
            <a:ext cx="3117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39" name=""/>
          <p:cNvSpPr/>
          <p:nvPr/>
        </p:nvSpPr>
        <p:spPr>
          <a:xfrm>
            <a:off x="635400" y="3180240"/>
            <a:ext cx="3353040" cy="212400"/>
          </a:xfrm>
          <a:custGeom>
            <a:avLst/>
            <a:gdLst/>
            <a:ahLst/>
            <a:rect l="0" t="0" r="r" b="b"/>
            <a:pathLst>
              <a:path w="9314" h="590">
                <a:moveTo>
                  <a:pt x="0" y="590"/>
                </a:moveTo>
                <a:lnTo>
                  <a:pt x="9314" y="590"/>
                </a:lnTo>
                <a:lnTo>
                  <a:pt x="9314" y="0"/>
                </a:lnTo>
                <a:lnTo>
                  <a:pt x="0" y="0"/>
                </a:lnTo>
                <a:lnTo>
                  <a:pt x="0" y="590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0" name=""/>
          <p:cNvSpPr/>
          <p:nvPr/>
        </p:nvSpPr>
        <p:spPr>
          <a:xfrm>
            <a:off x="1702080" y="5198040"/>
            <a:ext cx="2362680" cy="843120"/>
          </a:xfrm>
          <a:custGeom>
            <a:avLst/>
            <a:gdLst/>
            <a:ahLst/>
            <a:rect l="0" t="0" r="r" b="b"/>
            <a:pathLst>
              <a:path w="6563" h="2342">
                <a:moveTo>
                  <a:pt x="0" y="2342"/>
                </a:moveTo>
                <a:lnTo>
                  <a:pt x="6563" y="2342"/>
                </a:lnTo>
                <a:lnTo>
                  <a:pt x="6563" y="0"/>
                </a:lnTo>
                <a:lnTo>
                  <a:pt x="0" y="0"/>
                </a:lnTo>
                <a:lnTo>
                  <a:pt x="0" y="2342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1" name=""/>
          <p:cNvSpPr/>
          <p:nvPr/>
        </p:nvSpPr>
        <p:spPr>
          <a:xfrm>
            <a:off x="5676840" y="3433320"/>
            <a:ext cx="3322440" cy="466920"/>
          </a:xfrm>
          <a:custGeom>
            <a:avLst/>
            <a:gdLst/>
            <a:ahLst/>
            <a:rect l="0" t="0" r="r" b="b"/>
            <a:pathLst>
              <a:path w="9229" h="1297">
                <a:moveTo>
                  <a:pt x="0" y="1297"/>
                </a:moveTo>
                <a:lnTo>
                  <a:pt x="9229" y="1297"/>
                </a:lnTo>
                <a:lnTo>
                  <a:pt x="9229" y="0"/>
                </a:lnTo>
                <a:lnTo>
                  <a:pt x="0" y="0"/>
                </a:lnTo>
                <a:lnTo>
                  <a:pt x="0" y="1297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2" name=""/>
          <p:cNvSpPr/>
          <p:nvPr/>
        </p:nvSpPr>
        <p:spPr>
          <a:xfrm>
            <a:off x="4981680" y="5798520"/>
            <a:ext cx="2682720" cy="133200"/>
          </a:xfrm>
          <a:custGeom>
            <a:avLst/>
            <a:gdLst/>
            <a:ahLst/>
            <a:rect l="0" t="0" r="r" b="b"/>
            <a:pathLst>
              <a:path w="7452" h="370">
                <a:moveTo>
                  <a:pt x="0" y="370"/>
                </a:moveTo>
                <a:lnTo>
                  <a:pt x="7452" y="370"/>
                </a:lnTo>
                <a:lnTo>
                  <a:pt x="7452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3" name=""/>
          <p:cNvSpPr txBox="1"/>
          <p:nvPr/>
        </p:nvSpPr>
        <p:spPr>
          <a:xfrm>
            <a:off x="700920" y="1931040"/>
            <a:ext cx="61758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normal range for PBF is 10-20%(male), 18-28%(female).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4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Normal Range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5" name=""/>
          <p:cNvSpPr txBox="1"/>
          <p:nvPr/>
        </p:nvSpPr>
        <p:spPr>
          <a:xfrm>
            <a:off x="657000" y="804960"/>
            <a:ext cx="6246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reference for PBF(Percent Body Fat) normal range?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8" name=""/>
          <p:cNvSpPr txBox="1"/>
          <p:nvPr/>
        </p:nvSpPr>
        <p:spPr>
          <a:xfrm>
            <a:off x="963720" y="4670280"/>
            <a:ext cx="81115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A: Organizations such as the American College of Sports Medicine (ACSM) and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49" name=""/>
          <p:cNvSpPr txBox="1"/>
          <p:nvPr/>
        </p:nvSpPr>
        <p:spPr>
          <a:xfrm>
            <a:off x="1192680" y="4975200"/>
            <a:ext cx="77486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American Council on Exercise (ACE) have published various categories f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550" name="" descr=""/>
          <p:cNvPicPr/>
          <p:nvPr/>
        </p:nvPicPr>
        <p:blipFill>
          <a:blip r:embed="rId1"/>
          <a:stretch/>
        </p:blipFill>
        <p:spPr>
          <a:xfrm>
            <a:off x="1240560" y="2208240"/>
            <a:ext cx="3742560" cy="1528200"/>
          </a:xfrm>
          <a:prstGeom prst="rect">
            <a:avLst/>
          </a:prstGeom>
          <a:ln w="0">
            <a:noFill/>
          </a:ln>
        </p:spPr>
      </p:pic>
      <p:pic>
        <p:nvPicPr>
          <p:cNvPr id="27551" name="" descr=""/>
          <p:cNvPicPr/>
          <p:nvPr/>
        </p:nvPicPr>
        <p:blipFill>
          <a:blip r:embed="rId2"/>
          <a:stretch/>
        </p:blipFill>
        <p:spPr>
          <a:xfrm>
            <a:off x="5498640" y="2193120"/>
            <a:ext cx="2867760" cy="1523520"/>
          </a:xfrm>
          <a:prstGeom prst="rect">
            <a:avLst/>
          </a:prstGeom>
          <a:ln w="0">
            <a:noFill/>
          </a:ln>
        </p:spPr>
      </p:pic>
      <p:sp>
        <p:nvSpPr>
          <p:cNvPr id="27552" name=""/>
          <p:cNvSpPr txBox="1"/>
          <p:nvPr/>
        </p:nvSpPr>
        <p:spPr>
          <a:xfrm>
            <a:off x="1192680" y="5280120"/>
            <a:ext cx="57326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or body fat ranges according to associated health risks.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53" name=""/>
          <p:cNvSpPr txBox="1"/>
          <p:nvPr/>
        </p:nvSpPr>
        <p:spPr>
          <a:xfrm>
            <a:off x="2749680" y="3805200"/>
            <a:ext cx="6181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ACSM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54" name=""/>
          <p:cNvSpPr txBox="1"/>
          <p:nvPr/>
        </p:nvSpPr>
        <p:spPr>
          <a:xfrm>
            <a:off x="6710400" y="3783600"/>
            <a:ext cx="445680" cy="34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190" spc="-1" strike="noStrike">
                <a:solidFill>
                  <a:srgbClr val="000000"/>
                </a:solidFill>
                <a:latin typeface="Calibri"/>
                <a:ea typeface="Calibri"/>
              </a:rPr>
              <a:t>ACE</a:t>
            </a:r>
            <a:endParaRPr b="0" lang="en-US" sz="21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55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Normal Range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56" name=""/>
          <p:cNvSpPr txBox="1"/>
          <p:nvPr/>
        </p:nvSpPr>
        <p:spPr>
          <a:xfrm>
            <a:off x="657000" y="804960"/>
            <a:ext cx="6246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reference for PBF(Percent Body Fat) normal range?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5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5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559" name="" descr=""/>
          <p:cNvPicPr/>
          <p:nvPr/>
        </p:nvPicPr>
        <p:blipFill>
          <a:blip r:embed="rId1"/>
          <a:stretch/>
        </p:blipFill>
        <p:spPr>
          <a:xfrm>
            <a:off x="1859400" y="2163960"/>
            <a:ext cx="6039360" cy="465840"/>
          </a:xfrm>
          <a:prstGeom prst="rect">
            <a:avLst/>
          </a:prstGeom>
          <a:ln w="0">
            <a:noFill/>
          </a:ln>
        </p:spPr>
      </p:pic>
      <p:sp>
        <p:nvSpPr>
          <p:cNvPr id="27560" name=""/>
          <p:cNvSpPr txBox="1"/>
          <p:nvPr/>
        </p:nvSpPr>
        <p:spPr>
          <a:xfrm>
            <a:off x="1112040" y="3618360"/>
            <a:ext cx="3117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61" name=""/>
          <p:cNvSpPr txBox="1"/>
          <p:nvPr/>
        </p:nvSpPr>
        <p:spPr>
          <a:xfrm>
            <a:off x="1112040" y="3901680"/>
            <a:ext cx="61758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normal range for PBF is 10-20%(male), 18-28%(female).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62" name=""/>
          <p:cNvSpPr txBox="1"/>
          <p:nvPr/>
        </p:nvSpPr>
        <p:spPr>
          <a:xfrm>
            <a:off x="1112040" y="4511880"/>
            <a:ext cx="80992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By combining these data sets with additional data collected through research,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63" name=""/>
          <p:cNvSpPr txBox="1"/>
          <p:nvPr/>
        </p:nvSpPr>
        <p:spPr>
          <a:xfrm>
            <a:off x="1112040" y="4816800"/>
            <a:ext cx="77760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InBody sets a recommended average body fat percentage of 15% for males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64" name=""/>
          <p:cNvSpPr txBox="1"/>
          <p:nvPr/>
        </p:nvSpPr>
        <p:spPr>
          <a:xfrm>
            <a:off x="1112040" y="5121360"/>
            <a:ext cx="73630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and 23% for females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. Increasing the limits to  +/-5% provides a normal,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65" name=""/>
          <p:cNvSpPr txBox="1"/>
          <p:nvPr/>
        </p:nvSpPr>
        <p:spPr>
          <a:xfrm>
            <a:off x="1112040" y="5426640"/>
            <a:ext cx="40410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healthy range for lowering health risks.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66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Normal Range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67" name=""/>
          <p:cNvSpPr txBox="1"/>
          <p:nvPr/>
        </p:nvSpPr>
        <p:spPr>
          <a:xfrm>
            <a:off x="657000" y="804960"/>
            <a:ext cx="6246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reference for PBF(Percent Body Fat) normal range?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6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6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570" name="" descr=""/>
          <p:cNvPicPr/>
          <p:nvPr/>
        </p:nvPicPr>
        <p:blipFill>
          <a:blip r:embed="rId1"/>
          <a:stretch/>
        </p:blipFill>
        <p:spPr>
          <a:xfrm>
            <a:off x="2520720" y="2919960"/>
            <a:ext cx="4821480" cy="377640"/>
          </a:xfrm>
          <a:prstGeom prst="rect">
            <a:avLst/>
          </a:prstGeom>
          <a:ln w="0">
            <a:noFill/>
          </a:ln>
        </p:spPr>
      </p:pic>
      <p:pic>
        <p:nvPicPr>
          <p:cNvPr id="27571" name="" descr=""/>
          <p:cNvPicPr/>
          <p:nvPr/>
        </p:nvPicPr>
        <p:blipFill>
          <a:blip r:embed="rId2"/>
          <a:stretch/>
        </p:blipFill>
        <p:spPr>
          <a:xfrm>
            <a:off x="3095280" y="1429560"/>
            <a:ext cx="3672360" cy="1389600"/>
          </a:xfrm>
          <a:prstGeom prst="rect">
            <a:avLst/>
          </a:prstGeom>
          <a:ln w="0">
            <a:noFill/>
          </a:ln>
        </p:spPr>
      </p:pic>
      <p:sp>
        <p:nvSpPr>
          <p:cNvPr id="27572" name=""/>
          <p:cNvSpPr txBox="1"/>
          <p:nvPr/>
        </p:nvSpPr>
        <p:spPr>
          <a:xfrm>
            <a:off x="1050480" y="3460680"/>
            <a:ext cx="3117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73" name=""/>
          <p:cNvSpPr txBox="1"/>
          <p:nvPr/>
        </p:nvSpPr>
        <p:spPr>
          <a:xfrm>
            <a:off x="1050480" y="3744360"/>
            <a:ext cx="23050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FFM(Fat Free Mass)   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74" name=""/>
          <p:cNvSpPr txBox="1"/>
          <p:nvPr/>
        </p:nvSpPr>
        <p:spPr>
          <a:xfrm>
            <a:off x="1050480" y="4049280"/>
            <a:ext cx="50680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– 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Sum of all the non-fat components in the body.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75" name=""/>
          <p:cNvSpPr txBox="1"/>
          <p:nvPr/>
        </p:nvSpPr>
        <p:spPr>
          <a:xfrm>
            <a:off x="1050480" y="4353840"/>
            <a:ext cx="63190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– 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Sum of TBW + Protein + Minerals = Body Weight – Fat mass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76" name=""/>
          <p:cNvSpPr txBox="1"/>
          <p:nvPr/>
        </p:nvSpPr>
        <p:spPr>
          <a:xfrm>
            <a:off x="1050480" y="4659120"/>
            <a:ext cx="23065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SLM(Soft Lean Mass) 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77" name=""/>
          <p:cNvSpPr txBox="1"/>
          <p:nvPr/>
        </p:nvSpPr>
        <p:spPr>
          <a:xfrm>
            <a:off x="1050480" y="4964040"/>
            <a:ext cx="41108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– 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Sum of ‘soft’ components among FFM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78" name=""/>
          <p:cNvSpPr txBox="1"/>
          <p:nvPr/>
        </p:nvSpPr>
        <p:spPr>
          <a:xfrm>
            <a:off x="1050480" y="5268600"/>
            <a:ext cx="49658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– 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FFM – Osseous minerals (Excluding the bones)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79" name=""/>
          <p:cNvSpPr txBox="1"/>
          <p:nvPr/>
        </p:nvSpPr>
        <p:spPr>
          <a:xfrm>
            <a:off x="1050480" y="5573160"/>
            <a:ext cx="30121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SMM(Skeletal muscle mass)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0" name=""/>
          <p:cNvSpPr txBox="1"/>
          <p:nvPr/>
        </p:nvSpPr>
        <p:spPr>
          <a:xfrm>
            <a:off x="1050480" y="5878800"/>
            <a:ext cx="37605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– 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Muscle that are around the bones.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1" name=""/>
          <p:cNvSpPr txBox="1"/>
          <p:nvPr/>
        </p:nvSpPr>
        <p:spPr>
          <a:xfrm>
            <a:off x="1050480" y="6183360"/>
            <a:ext cx="50785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– 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Muscle which is influenced by diet and exercise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2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3" name=""/>
          <p:cNvSpPr txBox="1"/>
          <p:nvPr/>
        </p:nvSpPr>
        <p:spPr>
          <a:xfrm>
            <a:off x="657000" y="804960"/>
            <a:ext cx="5315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difference between FFM, SLM and SMM?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179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8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6" name=""/>
          <p:cNvSpPr/>
          <p:nvPr/>
        </p:nvSpPr>
        <p:spPr>
          <a:xfrm>
            <a:off x="685800" y="2394000"/>
            <a:ext cx="6139080" cy="4066560"/>
          </a:xfrm>
          <a:custGeom>
            <a:avLst/>
            <a:gdLst/>
            <a:ahLst/>
            <a:rect l="0" t="0" r="r" b="b"/>
            <a:pathLst>
              <a:path w="17053" h="11296">
                <a:moveTo>
                  <a:pt x="0" y="1882"/>
                </a:moveTo>
                <a:cubicBezTo>
                  <a:pt x="0" y="843"/>
                  <a:pt x="843" y="0"/>
                  <a:pt x="1883" y="0"/>
                </a:cubicBezTo>
                <a:lnTo>
                  <a:pt x="15171" y="0"/>
                </a:lnTo>
                <a:cubicBezTo>
                  <a:pt x="16211" y="0"/>
                  <a:pt x="17053" y="843"/>
                  <a:pt x="17053" y="1882"/>
                </a:cubicBezTo>
                <a:lnTo>
                  <a:pt x="17053" y="9412"/>
                </a:lnTo>
                <a:cubicBezTo>
                  <a:pt x="17053" y="10453"/>
                  <a:pt x="16211" y="11296"/>
                  <a:pt x="15171" y="11296"/>
                </a:cubicBezTo>
                <a:lnTo>
                  <a:pt x="1883" y="11296"/>
                </a:lnTo>
                <a:cubicBezTo>
                  <a:pt x="843" y="11296"/>
                  <a:pt x="0" y="10453"/>
                  <a:pt x="0" y="9412"/>
                </a:cubicBezTo>
                <a:lnTo>
                  <a:pt x="0" y="1882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7" name=""/>
          <p:cNvSpPr/>
          <p:nvPr/>
        </p:nvSpPr>
        <p:spPr>
          <a:xfrm>
            <a:off x="1673280" y="3046320"/>
            <a:ext cx="5153040" cy="3414240"/>
          </a:xfrm>
          <a:custGeom>
            <a:avLst/>
            <a:gdLst/>
            <a:ahLst/>
            <a:rect l="0" t="0" r="r" b="b"/>
            <a:pathLst>
              <a:path w="14314" h="9484">
                <a:moveTo>
                  <a:pt x="0" y="1580"/>
                </a:moveTo>
                <a:cubicBezTo>
                  <a:pt x="0" y="708"/>
                  <a:pt x="707" y="0"/>
                  <a:pt x="1580" y="0"/>
                </a:cubicBezTo>
                <a:lnTo>
                  <a:pt x="12733" y="0"/>
                </a:lnTo>
                <a:cubicBezTo>
                  <a:pt x="13606" y="0"/>
                  <a:pt x="14314" y="708"/>
                  <a:pt x="14314" y="1580"/>
                </a:cubicBezTo>
                <a:lnTo>
                  <a:pt x="14314" y="7903"/>
                </a:lnTo>
                <a:cubicBezTo>
                  <a:pt x="14314" y="8776"/>
                  <a:pt x="13606" y="9484"/>
                  <a:pt x="12733" y="9484"/>
                </a:cubicBezTo>
                <a:lnTo>
                  <a:pt x="1580" y="9484"/>
                </a:lnTo>
                <a:cubicBezTo>
                  <a:pt x="707" y="9484"/>
                  <a:pt x="0" y="8776"/>
                  <a:pt x="0" y="7903"/>
                </a:cubicBezTo>
                <a:lnTo>
                  <a:pt x="0" y="1580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8" name=""/>
          <p:cNvSpPr txBox="1"/>
          <p:nvPr/>
        </p:nvSpPr>
        <p:spPr>
          <a:xfrm>
            <a:off x="2411640" y="1943280"/>
            <a:ext cx="26845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Whole Body Composition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89" name=""/>
          <p:cNvSpPr/>
          <p:nvPr/>
        </p:nvSpPr>
        <p:spPr>
          <a:xfrm>
            <a:off x="2883240" y="3953160"/>
            <a:ext cx="3941280" cy="2505600"/>
          </a:xfrm>
          <a:custGeom>
            <a:avLst/>
            <a:gdLst/>
            <a:ahLst/>
            <a:rect l="0" t="0" r="r" b="b"/>
            <a:pathLst>
              <a:path w="10948" h="6960">
                <a:moveTo>
                  <a:pt x="0" y="1160"/>
                </a:moveTo>
                <a:cubicBezTo>
                  <a:pt x="0" y="519"/>
                  <a:pt x="519" y="0"/>
                  <a:pt x="1160" y="0"/>
                </a:cubicBezTo>
                <a:lnTo>
                  <a:pt x="9788" y="0"/>
                </a:lnTo>
                <a:cubicBezTo>
                  <a:pt x="10429" y="0"/>
                  <a:pt x="10948" y="519"/>
                  <a:pt x="10948" y="1160"/>
                </a:cubicBezTo>
                <a:lnTo>
                  <a:pt x="10948" y="5799"/>
                </a:lnTo>
                <a:cubicBezTo>
                  <a:pt x="10948" y="6441"/>
                  <a:pt x="10429" y="6960"/>
                  <a:pt x="9788" y="6960"/>
                </a:cubicBezTo>
                <a:lnTo>
                  <a:pt x="1160" y="6960"/>
                </a:lnTo>
                <a:cubicBezTo>
                  <a:pt x="519" y="6960"/>
                  <a:pt x="0" y="6441"/>
                  <a:pt x="0" y="5799"/>
                </a:cubicBezTo>
                <a:lnTo>
                  <a:pt x="0" y="1160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0" name=""/>
          <p:cNvSpPr txBox="1"/>
          <p:nvPr/>
        </p:nvSpPr>
        <p:spPr>
          <a:xfrm>
            <a:off x="1478880" y="2641320"/>
            <a:ext cx="3970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FAT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1" name=""/>
          <p:cNvSpPr txBox="1"/>
          <p:nvPr/>
        </p:nvSpPr>
        <p:spPr>
          <a:xfrm>
            <a:off x="1949040" y="3324960"/>
            <a:ext cx="8784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Osseous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2" name=""/>
          <p:cNvSpPr/>
          <p:nvPr/>
        </p:nvSpPr>
        <p:spPr>
          <a:xfrm>
            <a:off x="8279640" y="3043080"/>
            <a:ext cx="585720" cy="3415680"/>
          </a:xfrm>
          <a:custGeom>
            <a:avLst/>
            <a:gdLst/>
            <a:ahLst/>
            <a:rect l="0" t="0" r="r" b="b"/>
            <a:pathLst>
              <a:path fill="none" w="1627" h="9488">
                <a:moveTo>
                  <a:pt x="0" y="0"/>
                </a:moveTo>
                <a:cubicBezTo>
                  <a:pt x="449" y="0"/>
                  <a:pt x="814" y="61"/>
                  <a:pt x="814" y="136"/>
                </a:cubicBezTo>
                <a:lnTo>
                  <a:pt x="814" y="4632"/>
                </a:lnTo>
                <a:cubicBezTo>
                  <a:pt x="814" y="4707"/>
                  <a:pt x="1178" y="4768"/>
                  <a:pt x="1627" y="4768"/>
                </a:cubicBezTo>
                <a:cubicBezTo>
                  <a:pt x="1178" y="4768"/>
                  <a:pt x="814" y="4828"/>
                  <a:pt x="814" y="4903"/>
                </a:cubicBezTo>
                <a:lnTo>
                  <a:pt x="814" y="9353"/>
                </a:lnTo>
                <a:cubicBezTo>
                  <a:pt x="814" y="9428"/>
                  <a:pt x="449" y="9488"/>
                  <a:pt x="0" y="9488"/>
                </a:cubicBezTo>
              </a:path>
            </a:pathLst>
          </a:custGeom>
          <a:ln w="6120">
            <a:solidFill>
              <a:srgbClr val="c00000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3" name=""/>
          <p:cNvSpPr txBox="1"/>
          <p:nvPr/>
        </p:nvSpPr>
        <p:spPr>
          <a:xfrm>
            <a:off x="1979280" y="3630240"/>
            <a:ext cx="8283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Mineral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4" name=""/>
          <p:cNvSpPr/>
          <p:nvPr/>
        </p:nvSpPr>
        <p:spPr>
          <a:xfrm>
            <a:off x="3011400" y="4126680"/>
            <a:ext cx="1372320" cy="1372320"/>
          </a:xfrm>
          <a:custGeom>
            <a:avLst/>
            <a:gdLst/>
            <a:ahLst/>
            <a:rect l="0" t="0" r="r" b="b"/>
            <a:pathLst>
              <a:path w="3812" h="3812">
                <a:moveTo>
                  <a:pt x="0" y="1906"/>
                </a:moveTo>
                <a:cubicBezTo>
                  <a:pt x="0" y="853"/>
                  <a:pt x="854" y="0"/>
                  <a:pt x="1906" y="0"/>
                </a:cubicBezTo>
                <a:cubicBezTo>
                  <a:pt x="2959" y="0"/>
                  <a:pt x="3812" y="853"/>
                  <a:pt x="3812" y="1906"/>
                </a:cubicBezTo>
                <a:cubicBezTo>
                  <a:pt x="3812" y="2959"/>
                  <a:pt x="2959" y="3812"/>
                  <a:pt x="1906" y="3812"/>
                </a:cubicBezTo>
                <a:cubicBezTo>
                  <a:pt x="854" y="3812"/>
                  <a:pt x="0" y="2959"/>
                  <a:pt x="0" y="1906"/>
                </a:cubicBez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5" name=""/>
          <p:cNvSpPr txBox="1"/>
          <p:nvPr/>
        </p:nvSpPr>
        <p:spPr>
          <a:xfrm>
            <a:off x="9003960" y="4595760"/>
            <a:ext cx="4564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FFM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6" name=""/>
          <p:cNvSpPr txBox="1"/>
          <p:nvPr/>
        </p:nvSpPr>
        <p:spPr>
          <a:xfrm>
            <a:off x="3463920" y="4398480"/>
            <a:ext cx="465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Non-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7" name=""/>
          <p:cNvSpPr txBox="1"/>
          <p:nvPr/>
        </p:nvSpPr>
        <p:spPr>
          <a:xfrm>
            <a:off x="3305160" y="4672800"/>
            <a:ext cx="8406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Osseous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8" name=""/>
          <p:cNvSpPr/>
          <p:nvPr/>
        </p:nvSpPr>
        <p:spPr>
          <a:xfrm>
            <a:off x="5370480" y="3998880"/>
            <a:ext cx="1295640" cy="1231560"/>
          </a:xfrm>
          <a:custGeom>
            <a:avLst/>
            <a:gdLst/>
            <a:ahLst/>
            <a:rect l="0" t="0" r="r" b="b"/>
            <a:pathLst>
              <a:path w="3599" h="3421">
                <a:moveTo>
                  <a:pt x="0" y="1711"/>
                </a:moveTo>
                <a:cubicBezTo>
                  <a:pt x="0" y="766"/>
                  <a:pt x="805" y="0"/>
                  <a:pt x="1800" y="0"/>
                </a:cubicBezTo>
                <a:cubicBezTo>
                  <a:pt x="2794" y="0"/>
                  <a:pt x="3599" y="766"/>
                  <a:pt x="3599" y="1711"/>
                </a:cubicBezTo>
                <a:cubicBezTo>
                  <a:pt x="3599" y="2655"/>
                  <a:pt x="2794" y="3421"/>
                  <a:pt x="1800" y="3421"/>
                </a:cubicBezTo>
                <a:cubicBezTo>
                  <a:pt x="805" y="3421"/>
                  <a:pt x="0" y="2655"/>
                  <a:pt x="0" y="1711"/>
                </a:cubicBez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599" name=""/>
          <p:cNvSpPr txBox="1"/>
          <p:nvPr/>
        </p:nvSpPr>
        <p:spPr>
          <a:xfrm>
            <a:off x="3328200" y="4947120"/>
            <a:ext cx="744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Mineral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0" name=""/>
          <p:cNvSpPr/>
          <p:nvPr/>
        </p:nvSpPr>
        <p:spPr>
          <a:xfrm>
            <a:off x="4231800" y="5289480"/>
            <a:ext cx="2016720" cy="1108440"/>
          </a:xfrm>
          <a:custGeom>
            <a:avLst/>
            <a:gdLst/>
            <a:ahLst/>
            <a:rect l="0" t="0" r="r" b="b"/>
            <a:pathLst>
              <a:path w="5602" h="3079">
                <a:moveTo>
                  <a:pt x="0" y="513"/>
                </a:moveTo>
                <a:cubicBezTo>
                  <a:pt x="0" y="230"/>
                  <a:pt x="230" y="0"/>
                  <a:pt x="513" y="0"/>
                </a:cubicBezTo>
                <a:lnTo>
                  <a:pt x="5089" y="0"/>
                </a:lnTo>
                <a:cubicBezTo>
                  <a:pt x="5373" y="0"/>
                  <a:pt x="5602" y="230"/>
                  <a:pt x="5602" y="513"/>
                </a:cubicBezTo>
                <a:lnTo>
                  <a:pt x="5602" y="2566"/>
                </a:lnTo>
                <a:cubicBezTo>
                  <a:pt x="5602" y="2849"/>
                  <a:pt x="5373" y="3079"/>
                  <a:pt x="5089" y="3079"/>
                </a:cubicBezTo>
                <a:lnTo>
                  <a:pt x="513" y="3079"/>
                </a:lnTo>
                <a:cubicBezTo>
                  <a:pt x="230" y="3079"/>
                  <a:pt x="0" y="2849"/>
                  <a:pt x="0" y="2566"/>
                </a:cubicBezTo>
                <a:lnTo>
                  <a:pt x="0" y="513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1" name=""/>
          <p:cNvSpPr/>
          <p:nvPr/>
        </p:nvSpPr>
        <p:spPr>
          <a:xfrm>
            <a:off x="4934520" y="5294160"/>
            <a:ext cx="0" cy="1103760"/>
          </a:xfrm>
          <a:prstGeom prst="line">
            <a:avLst/>
          </a:prstGeom>
          <a:ln w="12600">
            <a:solidFill>
              <a:srgbClr val="c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2" name=""/>
          <p:cNvSpPr txBox="1"/>
          <p:nvPr/>
        </p:nvSpPr>
        <p:spPr>
          <a:xfrm>
            <a:off x="5671080" y="4473360"/>
            <a:ext cx="698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Protein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3" name=""/>
          <p:cNvSpPr txBox="1"/>
          <p:nvPr/>
        </p:nvSpPr>
        <p:spPr>
          <a:xfrm>
            <a:off x="4366080" y="5741280"/>
            <a:ext cx="439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ECW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4" name=""/>
          <p:cNvSpPr/>
          <p:nvPr/>
        </p:nvSpPr>
        <p:spPr>
          <a:xfrm>
            <a:off x="6883560" y="3998880"/>
            <a:ext cx="317520" cy="2461680"/>
          </a:xfrm>
          <a:custGeom>
            <a:avLst/>
            <a:gdLst/>
            <a:ahLst/>
            <a:rect l="0" t="0" r="r" b="b"/>
            <a:pathLst>
              <a:path fill="none" w="882" h="6838">
                <a:moveTo>
                  <a:pt x="0" y="0"/>
                </a:moveTo>
                <a:cubicBezTo>
                  <a:pt x="244" y="0"/>
                  <a:pt x="441" y="33"/>
                  <a:pt x="441" y="73"/>
                </a:cubicBezTo>
                <a:lnTo>
                  <a:pt x="441" y="3362"/>
                </a:lnTo>
                <a:cubicBezTo>
                  <a:pt x="441" y="3402"/>
                  <a:pt x="638" y="3435"/>
                  <a:pt x="882" y="3435"/>
                </a:cubicBezTo>
                <a:cubicBezTo>
                  <a:pt x="638" y="3435"/>
                  <a:pt x="441" y="3468"/>
                  <a:pt x="441" y="3508"/>
                </a:cubicBezTo>
                <a:lnTo>
                  <a:pt x="441" y="6764"/>
                </a:lnTo>
                <a:cubicBezTo>
                  <a:pt x="441" y="6805"/>
                  <a:pt x="244" y="6838"/>
                  <a:pt x="0" y="6838"/>
                </a:cubicBezTo>
              </a:path>
            </a:pathLst>
          </a:custGeom>
          <a:ln w="6120">
            <a:solidFill>
              <a:srgbClr val="c00000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5" name=""/>
          <p:cNvSpPr txBox="1"/>
          <p:nvPr/>
        </p:nvSpPr>
        <p:spPr>
          <a:xfrm>
            <a:off x="5385960" y="5747400"/>
            <a:ext cx="389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ICW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6" name=""/>
          <p:cNvSpPr txBox="1"/>
          <p:nvPr/>
        </p:nvSpPr>
        <p:spPr>
          <a:xfrm>
            <a:off x="7698600" y="4543560"/>
            <a:ext cx="404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SLM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7" name=""/>
          <p:cNvSpPr txBox="1"/>
          <p:nvPr/>
        </p:nvSpPr>
        <p:spPr>
          <a:xfrm>
            <a:off x="7843320" y="4818600"/>
            <a:ext cx="228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=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8" name=""/>
          <p:cNvSpPr txBox="1"/>
          <p:nvPr/>
        </p:nvSpPr>
        <p:spPr>
          <a:xfrm>
            <a:off x="7288560" y="5092920"/>
            <a:ext cx="12276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Muscle Mass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09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0" name=""/>
          <p:cNvSpPr txBox="1"/>
          <p:nvPr/>
        </p:nvSpPr>
        <p:spPr>
          <a:xfrm>
            <a:off x="657000" y="804960"/>
            <a:ext cx="5315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difference between FFM, SLM and SMM?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1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3" name=""/>
          <p:cNvSpPr/>
          <p:nvPr/>
        </p:nvSpPr>
        <p:spPr>
          <a:xfrm>
            <a:off x="819720" y="2529720"/>
            <a:ext cx="3941280" cy="2869920"/>
          </a:xfrm>
          <a:custGeom>
            <a:avLst/>
            <a:gdLst/>
            <a:ahLst/>
            <a:rect l="0" t="0" r="r" b="b"/>
            <a:pathLst>
              <a:path w="10948" h="7972">
                <a:moveTo>
                  <a:pt x="0" y="1328"/>
                </a:moveTo>
                <a:cubicBezTo>
                  <a:pt x="0" y="595"/>
                  <a:pt x="595" y="0"/>
                  <a:pt x="1329" y="0"/>
                </a:cubicBezTo>
                <a:lnTo>
                  <a:pt x="9620" y="0"/>
                </a:lnTo>
                <a:cubicBezTo>
                  <a:pt x="10354" y="0"/>
                  <a:pt x="10948" y="595"/>
                  <a:pt x="10948" y="1328"/>
                </a:cubicBezTo>
                <a:lnTo>
                  <a:pt x="10948" y="6644"/>
                </a:lnTo>
                <a:cubicBezTo>
                  <a:pt x="10948" y="7377"/>
                  <a:pt x="10354" y="7972"/>
                  <a:pt x="9620" y="7972"/>
                </a:cubicBezTo>
                <a:lnTo>
                  <a:pt x="1329" y="7972"/>
                </a:lnTo>
                <a:cubicBezTo>
                  <a:pt x="595" y="7972"/>
                  <a:pt x="0" y="7377"/>
                  <a:pt x="0" y="6644"/>
                </a:cubicBezTo>
                <a:lnTo>
                  <a:pt x="0" y="1328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4" name=""/>
          <p:cNvSpPr/>
          <p:nvPr/>
        </p:nvSpPr>
        <p:spPr>
          <a:xfrm>
            <a:off x="956880" y="3090600"/>
            <a:ext cx="1372320" cy="1372320"/>
          </a:xfrm>
          <a:custGeom>
            <a:avLst/>
            <a:gdLst/>
            <a:ahLst/>
            <a:rect l="0" t="0" r="r" b="b"/>
            <a:pathLst>
              <a:path w="3812" h="3812">
                <a:moveTo>
                  <a:pt x="0" y="1906"/>
                </a:moveTo>
                <a:cubicBezTo>
                  <a:pt x="0" y="853"/>
                  <a:pt x="854" y="0"/>
                  <a:pt x="1906" y="0"/>
                </a:cubicBezTo>
                <a:cubicBezTo>
                  <a:pt x="2959" y="0"/>
                  <a:pt x="3812" y="853"/>
                  <a:pt x="3812" y="1906"/>
                </a:cubicBezTo>
                <a:cubicBezTo>
                  <a:pt x="3812" y="2958"/>
                  <a:pt x="2959" y="3812"/>
                  <a:pt x="1906" y="3812"/>
                </a:cubicBezTo>
                <a:cubicBezTo>
                  <a:pt x="854" y="3812"/>
                  <a:pt x="0" y="2958"/>
                  <a:pt x="0" y="1906"/>
                </a:cubicBez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5" name=""/>
          <p:cNvSpPr txBox="1"/>
          <p:nvPr/>
        </p:nvSpPr>
        <p:spPr>
          <a:xfrm>
            <a:off x="1413000" y="3362040"/>
            <a:ext cx="4579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Non-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6" name=""/>
          <p:cNvSpPr txBox="1"/>
          <p:nvPr/>
        </p:nvSpPr>
        <p:spPr>
          <a:xfrm>
            <a:off x="1254600" y="3636360"/>
            <a:ext cx="825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Osseous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7" name=""/>
          <p:cNvSpPr/>
          <p:nvPr/>
        </p:nvSpPr>
        <p:spPr>
          <a:xfrm>
            <a:off x="2643840" y="2763000"/>
            <a:ext cx="1216800" cy="1216440"/>
          </a:xfrm>
          <a:custGeom>
            <a:avLst/>
            <a:gdLst/>
            <a:ahLst/>
            <a:rect l="0" t="0" r="r" b="b"/>
            <a:pathLst>
              <a:path w="3380" h="3379">
                <a:moveTo>
                  <a:pt x="0" y="1690"/>
                </a:moveTo>
                <a:cubicBezTo>
                  <a:pt x="0" y="756"/>
                  <a:pt x="757" y="0"/>
                  <a:pt x="1690" y="0"/>
                </a:cubicBezTo>
                <a:cubicBezTo>
                  <a:pt x="2623" y="0"/>
                  <a:pt x="3380" y="756"/>
                  <a:pt x="3380" y="1690"/>
                </a:cubicBezTo>
                <a:cubicBezTo>
                  <a:pt x="3380" y="2622"/>
                  <a:pt x="2623" y="3379"/>
                  <a:pt x="1690" y="3379"/>
                </a:cubicBezTo>
                <a:cubicBezTo>
                  <a:pt x="757" y="3379"/>
                  <a:pt x="0" y="2622"/>
                  <a:pt x="0" y="1690"/>
                </a:cubicBez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8" name=""/>
          <p:cNvSpPr txBox="1"/>
          <p:nvPr/>
        </p:nvSpPr>
        <p:spPr>
          <a:xfrm>
            <a:off x="1283400" y="3910680"/>
            <a:ext cx="723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Mineral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19" name=""/>
          <p:cNvSpPr/>
          <p:nvPr/>
        </p:nvSpPr>
        <p:spPr>
          <a:xfrm>
            <a:off x="2484000" y="4140360"/>
            <a:ext cx="2016720" cy="1038240"/>
          </a:xfrm>
          <a:custGeom>
            <a:avLst/>
            <a:gdLst/>
            <a:ahLst/>
            <a:rect l="0" t="0" r="r" b="b"/>
            <a:pathLst>
              <a:path w="5602" h="2884">
                <a:moveTo>
                  <a:pt x="0" y="481"/>
                </a:moveTo>
                <a:cubicBezTo>
                  <a:pt x="0" y="216"/>
                  <a:pt x="215" y="0"/>
                  <a:pt x="480" y="0"/>
                </a:cubicBezTo>
                <a:lnTo>
                  <a:pt x="5121" y="0"/>
                </a:lnTo>
                <a:cubicBezTo>
                  <a:pt x="5386" y="0"/>
                  <a:pt x="5602" y="216"/>
                  <a:pt x="5602" y="481"/>
                </a:cubicBezTo>
                <a:lnTo>
                  <a:pt x="5602" y="2404"/>
                </a:lnTo>
                <a:cubicBezTo>
                  <a:pt x="5602" y="2669"/>
                  <a:pt x="5386" y="2884"/>
                  <a:pt x="5121" y="2884"/>
                </a:cubicBezTo>
                <a:lnTo>
                  <a:pt x="480" y="2884"/>
                </a:lnTo>
                <a:cubicBezTo>
                  <a:pt x="215" y="2884"/>
                  <a:pt x="0" y="2669"/>
                  <a:pt x="0" y="2404"/>
                </a:cubicBezTo>
                <a:lnTo>
                  <a:pt x="0" y="481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0" name=""/>
          <p:cNvSpPr/>
          <p:nvPr/>
        </p:nvSpPr>
        <p:spPr>
          <a:xfrm>
            <a:off x="3186360" y="4140360"/>
            <a:ext cx="0" cy="1038600"/>
          </a:xfrm>
          <a:prstGeom prst="line">
            <a:avLst/>
          </a:prstGeom>
          <a:ln w="12600">
            <a:solidFill>
              <a:srgbClr val="c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1" name=""/>
          <p:cNvSpPr txBox="1"/>
          <p:nvPr/>
        </p:nvSpPr>
        <p:spPr>
          <a:xfrm>
            <a:off x="2915640" y="3230640"/>
            <a:ext cx="6804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Protein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2" name=""/>
          <p:cNvSpPr txBox="1"/>
          <p:nvPr/>
        </p:nvSpPr>
        <p:spPr>
          <a:xfrm>
            <a:off x="2637720" y="4497480"/>
            <a:ext cx="4366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ECW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3" name=""/>
          <p:cNvSpPr txBox="1"/>
          <p:nvPr/>
        </p:nvSpPr>
        <p:spPr>
          <a:xfrm>
            <a:off x="3659040" y="4505400"/>
            <a:ext cx="3834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ICW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4" name=""/>
          <p:cNvSpPr/>
          <p:nvPr/>
        </p:nvSpPr>
        <p:spPr>
          <a:xfrm>
            <a:off x="4981680" y="2529720"/>
            <a:ext cx="3941640" cy="2869920"/>
          </a:xfrm>
          <a:custGeom>
            <a:avLst/>
            <a:gdLst/>
            <a:ahLst/>
            <a:rect l="0" t="0" r="r" b="b"/>
            <a:pathLst>
              <a:path w="10949" h="7972">
                <a:moveTo>
                  <a:pt x="0" y="1328"/>
                </a:moveTo>
                <a:cubicBezTo>
                  <a:pt x="0" y="595"/>
                  <a:pt x="595" y="0"/>
                  <a:pt x="1329" y="0"/>
                </a:cubicBezTo>
                <a:lnTo>
                  <a:pt x="9620" y="0"/>
                </a:lnTo>
                <a:cubicBezTo>
                  <a:pt x="10354" y="0"/>
                  <a:pt x="10949" y="595"/>
                  <a:pt x="10949" y="1328"/>
                </a:cubicBezTo>
                <a:lnTo>
                  <a:pt x="10949" y="6644"/>
                </a:lnTo>
                <a:cubicBezTo>
                  <a:pt x="10949" y="7377"/>
                  <a:pt x="10354" y="7972"/>
                  <a:pt x="9620" y="7972"/>
                </a:cubicBezTo>
                <a:lnTo>
                  <a:pt x="1329" y="7972"/>
                </a:lnTo>
                <a:cubicBezTo>
                  <a:pt x="595" y="7972"/>
                  <a:pt x="0" y="7377"/>
                  <a:pt x="0" y="6644"/>
                </a:cubicBezTo>
                <a:lnTo>
                  <a:pt x="0" y="1328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5" name=""/>
          <p:cNvSpPr txBox="1"/>
          <p:nvPr/>
        </p:nvSpPr>
        <p:spPr>
          <a:xfrm>
            <a:off x="1311480" y="2199600"/>
            <a:ext cx="2849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Soft Lean Mass(=Muscle Mass)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6" name=""/>
          <p:cNvSpPr/>
          <p:nvPr/>
        </p:nvSpPr>
        <p:spPr>
          <a:xfrm>
            <a:off x="5123520" y="2695680"/>
            <a:ext cx="1445040" cy="1445040"/>
          </a:xfrm>
          <a:custGeom>
            <a:avLst/>
            <a:gdLst/>
            <a:ahLst/>
            <a:rect l="0" t="0" r="r" b="b"/>
            <a:pathLst>
              <a:path w="4014" h="4014">
                <a:moveTo>
                  <a:pt x="0" y="2007"/>
                </a:moveTo>
                <a:cubicBezTo>
                  <a:pt x="0" y="899"/>
                  <a:pt x="898" y="0"/>
                  <a:pt x="2007" y="0"/>
                </a:cubicBezTo>
                <a:cubicBezTo>
                  <a:pt x="3115" y="0"/>
                  <a:pt x="4014" y="899"/>
                  <a:pt x="4014" y="2007"/>
                </a:cubicBezTo>
                <a:cubicBezTo>
                  <a:pt x="4014" y="3116"/>
                  <a:pt x="3115" y="4014"/>
                  <a:pt x="2007" y="4014"/>
                </a:cubicBezTo>
                <a:cubicBezTo>
                  <a:pt x="898" y="4014"/>
                  <a:pt x="0" y="3116"/>
                  <a:pt x="0" y="2007"/>
                </a:cubicBez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7" name=""/>
          <p:cNvSpPr txBox="1"/>
          <p:nvPr/>
        </p:nvSpPr>
        <p:spPr>
          <a:xfrm>
            <a:off x="5474520" y="2199600"/>
            <a:ext cx="2849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Soft Lean Mass(=Muscle Mass)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8" name=""/>
          <p:cNvSpPr txBox="1"/>
          <p:nvPr/>
        </p:nvSpPr>
        <p:spPr>
          <a:xfrm>
            <a:off x="5489280" y="3002760"/>
            <a:ext cx="727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Skeletal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29" name=""/>
          <p:cNvSpPr txBox="1"/>
          <p:nvPr/>
        </p:nvSpPr>
        <p:spPr>
          <a:xfrm>
            <a:off x="5513400" y="3277080"/>
            <a:ext cx="720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Muscle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0" name=""/>
          <p:cNvSpPr/>
          <p:nvPr/>
        </p:nvSpPr>
        <p:spPr>
          <a:xfrm>
            <a:off x="7345440" y="2677320"/>
            <a:ext cx="1445040" cy="1445400"/>
          </a:xfrm>
          <a:custGeom>
            <a:avLst/>
            <a:gdLst/>
            <a:ahLst/>
            <a:rect l="0" t="0" r="r" b="b"/>
            <a:pathLst>
              <a:path w="4014" h="4015">
                <a:moveTo>
                  <a:pt x="0" y="2007"/>
                </a:moveTo>
                <a:cubicBezTo>
                  <a:pt x="0" y="899"/>
                  <a:pt x="899" y="0"/>
                  <a:pt x="2008" y="0"/>
                </a:cubicBezTo>
                <a:cubicBezTo>
                  <a:pt x="3116" y="0"/>
                  <a:pt x="4014" y="899"/>
                  <a:pt x="4014" y="2007"/>
                </a:cubicBezTo>
                <a:cubicBezTo>
                  <a:pt x="4014" y="3116"/>
                  <a:pt x="3116" y="4015"/>
                  <a:pt x="2008" y="4015"/>
                </a:cubicBezTo>
                <a:cubicBezTo>
                  <a:pt x="899" y="4015"/>
                  <a:pt x="0" y="3116"/>
                  <a:pt x="0" y="2007"/>
                </a:cubicBez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1" name=""/>
          <p:cNvSpPr txBox="1"/>
          <p:nvPr/>
        </p:nvSpPr>
        <p:spPr>
          <a:xfrm>
            <a:off x="5604840" y="3551040"/>
            <a:ext cx="4838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Mass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2" name=""/>
          <p:cNvSpPr txBox="1"/>
          <p:nvPr/>
        </p:nvSpPr>
        <p:spPr>
          <a:xfrm>
            <a:off x="7725960" y="3121920"/>
            <a:ext cx="741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Cardiac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3" name=""/>
          <p:cNvSpPr/>
          <p:nvPr/>
        </p:nvSpPr>
        <p:spPr>
          <a:xfrm>
            <a:off x="6229800" y="3818880"/>
            <a:ext cx="1445400" cy="1445040"/>
          </a:xfrm>
          <a:custGeom>
            <a:avLst/>
            <a:gdLst/>
            <a:ahLst/>
            <a:rect l="0" t="0" r="r" b="b"/>
            <a:pathLst>
              <a:path w="4015" h="4014">
                <a:moveTo>
                  <a:pt x="0" y="2007"/>
                </a:moveTo>
                <a:cubicBezTo>
                  <a:pt x="0" y="899"/>
                  <a:pt x="900" y="0"/>
                  <a:pt x="2008" y="0"/>
                </a:cubicBezTo>
                <a:cubicBezTo>
                  <a:pt x="3116" y="0"/>
                  <a:pt x="4015" y="899"/>
                  <a:pt x="4015" y="2007"/>
                </a:cubicBezTo>
                <a:cubicBezTo>
                  <a:pt x="4015" y="3115"/>
                  <a:pt x="3116" y="4014"/>
                  <a:pt x="2008" y="4014"/>
                </a:cubicBezTo>
                <a:cubicBezTo>
                  <a:pt x="900" y="4014"/>
                  <a:pt x="0" y="3115"/>
                  <a:pt x="0" y="2007"/>
                </a:cubicBez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4" name=""/>
          <p:cNvSpPr txBox="1"/>
          <p:nvPr/>
        </p:nvSpPr>
        <p:spPr>
          <a:xfrm>
            <a:off x="7735320" y="3396240"/>
            <a:ext cx="6681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Muscle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5" name=""/>
          <p:cNvSpPr txBox="1"/>
          <p:nvPr/>
        </p:nvSpPr>
        <p:spPr>
          <a:xfrm>
            <a:off x="6673680" y="4264200"/>
            <a:ext cx="6195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Organ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6" name=""/>
          <p:cNvSpPr txBox="1"/>
          <p:nvPr/>
        </p:nvSpPr>
        <p:spPr>
          <a:xfrm>
            <a:off x="6620400" y="4538520"/>
            <a:ext cx="6681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Muscle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7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8" name=""/>
          <p:cNvSpPr txBox="1"/>
          <p:nvPr/>
        </p:nvSpPr>
        <p:spPr>
          <a:xfrm>
            <a:off x="657000" y="804960"/>
            <a:ext cx="5315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difference between FFM, SLM and SMM?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3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641" name="" descr=""/>
          <p:cNvPicPr/>
          <p:nvPr/>
        </p:nvPicPr>
        <p:blipFill>
          <a:blip r:embed="rId1"/>
          <a:stretch/>
        </p:blipFill>
        <p:spPr>
          <a:xfrm>
            <a:off x="5122080" y="1551600"/>
            <a:ext cx="3623760" cy="2046240"/>
          </a:xfrm>
          <a:prstGeom prst="rect">
            <a:avLst/>
          </a:prstGeom>
          <a:ln w="0">
            <a:noFill/>
          </a:ln>
        </p:spPr>
      </p:pic>
      <p:pic>
        <p:nvPicPr>
          <p:cNvPr id="27642" name="" descr=""/>
          <p:cNvPicPr/>
          <p:nvPr/>
        </p:nvPicPr>
        <p:blipFill>
          <a:blip r:embed="rId2"/>
          <a:stretch/>
        </p:blipFill>
        <p:spPr>
          <a:xfrm>
            <a:off x="788040" y="1723680"/>
            <a:ext cx="4250160" cy="1608840"/>
          </a:xfrm>
          <a:prstGeom prst="rect">
            <a:avLst/>
          </a:prstGeom>
          <a:ln w="0">
            <a:noFill/>
          </a:ln>
        </p:spPr>
      </p:pic>
      <p:sp>
        <p:nvSpPr>
          <p:cNvPr id="27643" name=""/>
          <p:cNvSpPr txBox="1"/>
          <p:nvPr/>
        </p:nvSpPr>
        <p:spPr>
          <a:xfrm>
            <a:off x="879120" y="4028400"/>
            <a:ext cx="2689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44" name=""/>
          <p:cNvSpPr txBox="1"/>
          <p:nvPr/>
        </p:nvSpPr>
        <p:spPr>
          <a:xfrm>
            <a:off x="879120" y="4334040"/>
            <a:ext cx="78339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total segmental FFM is only the amount in the arms, legs and the trunk.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45" name=""/>
          <p:cNvSpPr txBox="1"/>
          <p:nvPr/>
        </p:nvSpPr>
        <p:spPr>
          <a:xfrm>
            <a:off x="879120" y="4943520"/>
            <a:ext cx="74516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On the other hand, the total body FFM includes the head and neck FFM.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46" name=""/>
          <p:cNvSpPr txBox="1"/>
          <p:nvPr/>
        </p:nvSpPr>
        <p:spPr>
          <a:xfrm>
            <a:off x="879120" y="5553360"/>
            <a:ext cx="65098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According to the results, the subject has a difference of 5.31kg.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47" name=""/>
          <p:cNvSpPr/>
          <p:nvPr/>
        </p:nvSpPr>
        <p:spPr>
          <a:xfrm>
            <a:off x="7991640" y="2554200"/>
            <a:ext cx="1271520" cy="525960"/>
          </a:xfrm>
          <a:custGeom>
            <a:avLst/>
            <a:gdLst/>
            <a:ahLst/>
            <a:rect l="0" t="0" r="r" b="b"/>
            <a:pathLst>
              <a:path w="3532" h="1461">
                <a:moveTo>
                  <a:pt x="0" y="1461"/>
                </a:moveTo>
                <a:lnTo>
                  <a:pt x="3532" y="1461"/>
                </a:lnTo>
                <a:lnTo>
                  <a:pt x="3532" y="0"/>
                </a:lnTo>
                <a:lnTo>
                  <a:pt x="0" y="0"/>
                </a:lnTo>
                <a:lnTo>
                  <a:pt x="0" y="1461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48" name=""/>
          <p:cNvSpPr txBox="1"/>
          <p:nvPr/>
        </p:nvSpPr>
        <p:spPr>
          <a:xfrm>
            <a:off x="879120" y="5858280"/>
            <a:ext cx="68558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Which means this subject has 5.31kg of FFM in the head and neck.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49" name=""/>
          <p:cNvSpPr txBox="1"/>
          <p:nvPr/>
        </p:nvSpPr>
        <p:spPr>
          <a:xfrm>
            <a:off x="8448840" y="2571480"/>
            <a:ext cx="4075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Sum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50" name=""/>
          <p:cNvSpPr/>
          <p:nvPr/>
        </p:nvSpPr>
        <p:spPr>
          <a:xfrm>
            <a:off x="7560360" y="2090880"/>
            <a:ext cx="305280" cy="1422000"/>
          </a:xfrm>
          <a:custGeom>
            <a:avLst/>
            <a:gdLst/>
            <a:ahLst/>
            <a:rect l="0" t="0" r="r" b="b"/>
            <a:pathLst>
              <a:path fill="none" w="848" h="3950">
                <a:moveTo>
                  <a:pt x="0" y="0"/>
                </a:moveTo>
                <a:cubicBezTo>
                  <a:pt x="234" y="0"/>
                  <a:pt x="423" y="31"/>
                  <a:pt x="423" y="70"/>
                </a:cubicBezTo>
                <a:lnTo>
                  <a:pt x="423" y="1966"/>
                </a:lnTo>
                <a:cubicBezTo>
                  <a:pt x="423" y="2005"/>
                  <a:pt x="614" y="2037"/>
                  <a:pt x="848" y="2037"/>
                </a:cubicBezTo>
                <a:cubicBezTo>
                  <a:pt x="614" y="2037"/>
                  <a:pt x="423" y="2068"/>
                  <a:pt x="423" y="2107"/>
                </a:cubicBezTo>
                <a:lnTo>
                  <a:pt x="423" y="3880"/>
                </a:lnTo>
                <a:cubicBezTo>
                  <a:pt x="423" y="3919"/>
                  <a:pt x="234" y="3950"/>
                  <a:pt x="0" y="3950"/>
                </a:cubicBezTo>
              </a:path>
            </a:pathLst>
          </a:custGeom>
          <a:ln w="6120">
            <a:solidFill>
              <a:srgbClr val="c00000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51" name=""/>
          <p:cNvSpPr/>
          <p:nvPr/>
        </p:nvSpPr>
        <p:spPr>
          <a:xfrm>
            <a:off x="3667320" y="1938960"/>
            <a:ext cx="667800" cy="1067400"/>
          </a:xfrm>
          <a:custGeom>
            <a:avLst/>
            <a:gdLst/>
            <a:ahLst/>
            <a:rect l="0" t="0" r="r" b="b"/>
            <a:pathLst>
              <a:path w="1855" h="2965">
                <a:moveTo>
                  <a:pt x="0" y="2965"/>
                </a:moveTo>
                <a:lnTo>
                  <a:pt x="1855" y="2965"/>
                </a:lnTo>
                <a:lnTo>
                  <a:pt x="1855" y="0"/>
                </a:lnTo>
                <a:lnTo>
                  <a:pt x="0" y="0"/>
                </a:lnTo>
                <a:lnTo>
                  <a:pt x="0" y="2965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52" name=""/>
          <p:cNvSpPr txBox="1"/>
          <p:nvPr/>
        </p:nvSpPr>
        <p:spPr>
          <a:xfrm>
            <a:off x="8206560" y="2814840"/>
            <a:ext cx="8420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= 31.99 kg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53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54" name=""/>
          <p:cNvSpPr txBox="1"/>
          <p:nvPr/>
        </p:nvSpPr>
        <p:spPr>
          <a:xfrm>
            <a:off x="657000" y="804960"/>
            <a:ext cx="7395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Why is there a difference with total FFM and sum of segmental FFM(Lean)?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5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657" name="" descr=""/>
          <p:cNvPicPr/>
          <p:nvPr/>
        </p:nvPicPr>
        <p:blipFill>
          <a:blip r:embed="rId1"/>
          <a:stretch/>
        </p:blipFill>
        <p:spPr>
          <a:xfrm>
            <a:off x="4866120" y="1716120"/>
            <a:ext cx="3088800" cy="1592280"/>
          </a:xfrm>
          <a:prstGeom prst="rect">
            <a:avLst/>
          </a:prstGeom>
          <a:ln w="0">
            <a:noFill/>
          </a:ln>
        </p:spPr>
      </p:pic>
      <p:pic>
        <p:nvPicPr>
          <p:cNvPr id="27658" name="" descr=""/>
          <p:cNvPicPr/>
          <p:nvPr/>
        </p:nvPicPr>
        <p:blipFill>
          <a:blip r:embed="rId2"/>
          <a:stretch/>
        </p:blipFill>
        <p:spPr>
          <a:xfrm>
            <a:off x="615600" y="1716120"/>
            <a:ext cx="4250160" cy="1608840"/>
          </a:xfrm>
          <a:prstGeom prst="rect">
            <a:avLst/>
          </a:prstGeom>
          <a:ln w="0">
            <a:noFill/>
          </a:ln>
        </p:spPr>
      </p:pic>
      <p:sp>
        <p:nvSpPr>
          <p:cNvPr id="27659" name=""/>
          <p:cNvSpPr txBox="1"/>
          <p:nvPr/>
        </p:nvSpPr>
        <p:spPr>
          <a:xfrm>
            <a:off x="1002960" y="3950640"/>
            <a:ext cx="2689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0" name=""/>
          <p:cNvSpPr txBox="1"/>
          <p:nvPr/>
        </p:nvSpPr>
        <p:spPr>
          <a:xfrm>
            <a:off x="1002960" y="4254840"/>
            <a:ext cx="77166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total segmental FM is only the amount in the arms, legs and the trunk.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1" name=""/>
          <p:cNvSpPr txBox="1"/>
          <p:nvPr/>
        </p:nvSpPr>
        <p:spPr>
          <a:xfrm>
            <a:off x="1002960" y="4865400"/>
            <a:ext cx="72183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On the other hand, the total body FM includes the head and neck FM.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2" name=""/>
          <p:cNvSpPr txBox="1"/>
          <p:nvPr/>
        </p:nvSpPr>
        <p:spPr>
          <a:xfrm>
            <a:off x="1002960" y="5474880"/>
            <a:ext cx="63817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According to the results, the subject has a difference of 1.3kg.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3" name=""/>
          <p:cNvSpPr/>
          <p:nvPr/>
        </p:nvSpPr>
        <p:spPr>
          <a:xfrm>
            <a:off x="8153280" y="2360520"/>
            <a:ext cx="1039680" cy="525960"/>
          </a:xfrm>
          <a:custGeom>
            <a:avLst/>
            <a:gdLst/>
            <a:ahLst/>
            <a:rect l="0" t="0" r="r" b="b"/>
            <a:pathLst>
              <a:path w="2888" h="1461">
                <a:moveTo>
                  <a:pt x="0" y="1461"/>
                </a:moveTo>
                <a:lnTo>
                  <a:pt x="2888" y="1461"/>
                </a:lnTo>
                <a:lnTo>
                  <a:pt x="2888" y="0"/>
                </a:lnTo>
                <a:lnTo>
                  <a:pt x="0" y="0"/>
                </a:lnTo>
                <a:lnTo>
                  <a:pt x="0" y="1461"/>
                </a:lnTo>
                <a:close/>
              </a:path>
            </a:pathLst>
          </a:custGeom>
          <a:solidFill>
            <a:srgbClr val="ffffff"/>
          </a:solidFill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4" name=""/>
          <p:cNvSpPr txBox="1"/>
          <p:nvPr/>
        </p:nvSpPr>
        <p:spPr>
          <a:xfrm>
            <a:off x="1002960" y="5779800"/>
            <a:ext cx="67276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Which means this subject has 1.3kg of FFM in the head and neck.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5" name=""/>
          <p:cNvSpPr txBox="1"/>
          <p:nvPr/>
        </p:nvSpPr>
        <p:spPr>
          <a:xfrm>
            <a:off x="8493120" y="2378160"/>
            <a:ext cx="4075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Sum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6" name=""/>
          <p:cNvSpPr/>
          <p:nvPr/>
        </p:nvSpPr>
        <p:spPr>
          <a:xfrm>
            <a:off x="7772400" y="1964160"/>
            <a:ext cx="288720" cy="1302120"/>
          </a:xfrm>
          <a:custGeom>
            <a:avLst/>
            <a:gdLst/>
            <a:ahLst/>
            <a:rect l="0" t="0" r="r" b="b"/>
            <a:pathLst>
              <a:path fill="none" w="802" h="3617">
                <a:moveTo>
                  <a:pt x="0" y="0"/>
                </a:moveTo>
                <a:cubicBezTo>
                  <a:pt x="221" y="0"/>
                  <a:pt x="401" y="30"/>
                  <a:pt x="401" y="67"/>
                </a:cubicBezTo>
                <a:lnTo>
                  <a:pt x="401" y="1797"/>
                </a:lnTo>
                <a:cubicBezTo>
                  <a:pt x="401" y="1834"/>
                  <a:pt x="581" y="1864"/>
                  <a:pt x="802" y="1864"/>
                </a:cubicBezTo>
                <a:cubicBezTo>
                  <a:pt x="581" y="1864"/>
                  <a:pt x="401" y="1894"/>
                  <a:pt x="401" y="1931"/>
                </a:cubicBezTo>
                <a:lnTo>
                  <a:pt x="401" y="3549"/>
                </a:lnTo>
                <a:cubicBezTo>
                  <a:pt x="401" y="3587"/>
                  <a:pt x="221" y="3617"/>
                  <a:pt x="0" y="3617"/>
                </a:cubicBezTo>
              </a:path>
            </a:pathLst>
          </a:custGeom>
          <a:ln w="6120">
            <a:solidFill>
              <a:srgbClr val="c00000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7" name=""/>
          <p:cNvSpPr/>
          <p:nvPr/>
        </p:nvSpPr>
        <p:spPr>
          <a:xfrm>
            <a:off x="616320" y="2986200"/>
            <a:ext cx="1550160" cy="323280"/>
          </a:xfrm>
          <a:custGeom>
            <a:avLst/>
            <a:gdLst/>
            <a:ahLst/>
            <a:rect l="0" t="0" r="r" b="b"/>
            <a:pathLst>
              <a:path w="4306" h="898">
                <a:moveTo>
                  <a:pt x="0" y="898"/>
                </a:moveTo>
                <a:lnTo>
                  <a:pt x="4306" y="898"/>
                </a:lnTo>
                <a:lnTo>
                  <a:pt x="4306" y="0"/>
                </a:lnTo>
                <a:lnTo>
                  <a:pt x="0" y="0"/>
                </a:lnTo>
                <a:lnTo>
                  <a:pt x="0" y="898"/>
                </a:lnTo>
                <a:close/>
              </a:path>
            </a:pathLst>
          </a:custGeom>
          <a:noFill/>
          <a:ln w="28440">
            <a:solidFill>
              <a:srgbClr val="c00000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8" name=""/>
          <p:cNvSpPr txBox="1"/>
          <p:nvPr/>
        </p:nvSpPr>
        <p:spPr>
          <a:xfrm>
            <a:off x="8302680" y="2621880"/>
            <a:ext cx="7398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= 20.5 kg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69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70" name=""/>
          <p:cNvSpPr txBox="1"/>
          <p:nvPr/>
        </p:nvSpPr>
        <p:spPr>
          <a:xfrm>
            <a:off x="657000" y="804960"/>
            <a:ext cx="6596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Why is there a difference with total FM and sum of segmental FM?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7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7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73" name=""/>
          <p:cNvSpPr txBox="1"/>
          <p:nvPr/>
        </p:nvSpPr>
        <p:spPr>
          <a:xfrm>
            <a:off x="1068480" y="4975200"/>
            <a:ext cx="2541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74" name=""/>
          <p:cNvSpPr txBox="1"/>
          <p:nvPr/>
        </p:nvSpPr>
        <p:spPr>
          <a:xfrm>
            <a:off x="1068480" y="5280120"/>
            <a:ext cx="68101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References above say that the human head weighs about 4.5-5kg.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675" name="" descr=""/>
          <p:cNvPicPr/>
          <p:nvPr/>
        </p:nvPicPr>
        <p:blipFill>
          <a:blip r:embed="rId1"/>
          <a:stretch/>
        </p:blipFill>
        <p:spPr>
          <a:xfrm>
            <a:off x="2409480" y="1447920"/>
            <a:ext cx="5220720" cy="3171240"/>
          </a:xfrm>
          <a:prstGeom prst="rect">
            <a:avLst/>
          </a:prstGeom>
          <a:ln w="0">
            <a:noFill/>
          </a:ln>
        </p:spPr>
      </p:pic>
      <p:sp>
        <p:nvSpPr>
          <p:cNvPr id="27676" name=""/>
          <p:cNvSpPr txBox="1"/>
          <p:nvPr/>
        </p:nvSpPr>
        <p:spPr>
          <a:xfrm>
            <a:off x="1068480" y="5889960"/>
            <a:ext cx="71377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If the neck is included, it can be up to approximately 7-9kg (or more).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77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78" name=""/>
          <p:cNvSpPr txBox="1"/>
          <p:nvPr/>
        </p:nvSpPr>
        <p:spPr>
          <a:xfrm>
            <a:off x="657000" y="804960"/>
            <a:ext cx="47890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Does InBody’shead and neck mass make sense?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7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8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681" name="" descr=""/>
          <p:cNvPicPr/>
          <p:nvPr/>
        </p:nvPicPr>
        <p:blipFill>
          <a:blip r:embed="rId1"/>
          <a:stretch/>
        </p:blipFill>
        <p:spPr>
          <a:xfrm>
            <a:off x="1071360" y="1984320"/>
            <a:ext cx="1909080" cy="3546000"/>
          </a:xfrm>
          <a:prstGeom prst="rect">
            <a:avLst/>
          </a:prstGeom>
          <a:ln w="0">
            <a:noFill/>
          </a:ln>
        </p:spPr>
      </p:pic>
      <p:sp>
        <p:nvSpPr>
          <p:cNvPr id="27682" name=""/>
          <p:cNvSpPr txBox="1"/>
          <p:nvPr/>
        </p:nvSpPr>
        <p:spPr>
          <a:xfrm>
            <a:off x="3503520" y="2748600"/>
            <a:ext cx="2689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83" name=""/>
          <p:cNvSpPr txBox="1"/>
          <p:nvPr/>
        </p:nvSpPr>
        <p:spPr>
          <a:xfrm>
            <a:off x="3503520" y="3053160"/>
            <a:ext cx="49492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InBody’s segmental lean mass is derived from a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84" name=""/>
          <p:cNvSpPr txBox="1"/>
          <p:nvPr/>
        </p:nvSpPr>
        <p:spPr>
          <a:xfrm>
            <a:off x="3503520" y="3357720"/>
            <a:ext cx="32576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regression equation with DEXA.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85" name=""/>
          <p:cNvSpPr txBox="1"/>
          <p:nvPr/>
        </p:nvSpPr>
        <p:spPr>
          <a:xfrm>
            <a:off x="3503520" y="3967920"/>
            <a:ext cx="55375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Then from subtracting the segmental lean mass from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86" name=""/>
          <p:cNvSpPr txBox="1"/>
          <p:nvPr/>
        </p:nvSpPr>
        <p:spPr>
          <a:xfrm>
            <a:off x="3503520" y="4272840"/>
            <a:ext cx="54900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total FFM(LBM), we can get the head and neck FMM.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87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88" name=""/>
          <p:cNvSpPr txBox="1"/>
          <p:nvPr/>
        </p:nvSpPr>
        <p:spPr>
          <a:xfrm>
            <a:off x="657000" y="804960"/>
            <a:ext cx="5682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How does the InBodymeasure the head and neck values?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8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9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691" name="" descr=""/>
          <p:cNvPicPr/>
          <p:nvPr/>
        </p:nvPicPr>
        <p:blipFill>
          <a:blip r:embed="rId1"/>
          <a:stretch/>
        </p:blipFill>
        <p:spPr>
          <a:xfrm>
            <a:off x="3630240" y="1527120"/>
            <a:ext cx="2575080" cy="2171520"/>
          </a:xfrm>
          <a:prstGeom prst="rect">
            <a:avLst/>
          </a:prstGeom>
          <a:ln w="0">
            <a:noFill/>
          </a:ln>
        </p:spPr>
      </p:pic>
      <p:sp>
        <p:nvSpPr>
          <p:cNvPr id="27692" name=""/>
          <p:cNvSpPr txBox="1"/>
          <p:nvPr/>
        </p:nvSpPr>
        <p:spPr>
          <a:xfrm>
            <a:off x="874800" y="4214520"/>
            <a:ext cx="2689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93" name=""/>
          <p:cNvSpPr txBox="1"/>
          <p:nvPr/>
        </p:nvSpPr>
        <p:spPr>
          <a:xfrm>
            <a:off x="874800" y="4519080"/>
            <a:ext cx="74361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BIA can not differentiate between the visceral fat and subcutaneous fat.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94" name=""/>
          <p:cNvSpPr txBox="1"/>
          <p:nvPr/>
        </p:nvSpPr>
        <p:spPr>
          <a:xfrm>
            <a:off x="874800" y="5129280"/>
            <a:ext cx="58557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InBody made regression equations with CT’s VFA results.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95" name=""/>
          <p:cNvSpPr txBox="1"/>
          <p:nvPr/>
        </p:nvSpPr>
        <p:spPr>
          <a:xfrm>
            <a:off x="874800" y="5433840"/>
            <a:ext cx="78584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Estimation is based on research findings on the link between an individual’s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96" name=""/>
          <p:cNvSpPr txBox="1"/>
          <p:nvPr/>
        </p:nvSpPr>
        <p:spPr>
          <a:xfrm>
            <a:off x="874800" y="5738400"/>
            <a:ext cx="71924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segmental distribution of lean and fat mass and trends in fat storage.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97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98" name=""/>
          <p:cNvSpPr txBox="1"/>
          <p:nvPr/>
        </p:nvSpPr>
        <p:spPr>
          <a:xfrm>
            <a:off x="657000" y="804960"/>
            <a:ext cx="4370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How does the InBodymeasure Visceral Fat?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69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0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701" name="" descr=""/>
          <p:cNvPicPr/>
          <p:nvPr/>
        </p:nvPicPr>
        <p:blipFill>
          <a:blip r:embed="rId1"/>
          <a:stretch/>
        </p:blipFill>
        <p:spPr>
          <a:xfrm>
            <a:off x="2246400" y="1751040"/>
            <a:ext cx="1983960" cy="1671480"/>
          </a:xfrm>
          <a:prstGeom prst="rect">
            <a:avLst/>
          </a:prstGeom>
          <a:ln w="0">
            <a:noFill/>
          </a:ln>
        </p:spPr>
      </p:pic>
      <p:pic>
        <p:nvPicPr>
          <p:cNvPr id="27702" name="" descr=""/>
          <p:cNvPicPr/>
          <p:nvPr/>
        </p:nvPicPr>
        <p:blipFill>
          <a:blip r:embed="rId2"/>
          <a:stretch/>
        </p:blipFill>
        <p:spPr>
          <a:xfrm>
            <a:off x="4678560" y="2247840"/>
            <a:ext cx="3303720" cy="665640"/>
          </a:xfrm>
          <a:prstGeom prst="rect">
            <a:avLst/>
          </a:prstGeom>
          <a:ln w="0">
            <a:noFill/>
          </a:ln>
        </p:spPr>
      </p:pic>
      <p:sp>
        <p:nvSpPr>
          <p:cNvPr id="27703" name=""/>
          <p:cNvSpPr txBox="1"/>
          <p:nvPr/>
        </p:nvSpPr>
        <p:spPr>
          <a:xfrm>
            <a:off x="1032840" y="3850560"/>
            <a:ext cx="2736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A: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04" name=""/>
          <p:cNvSpPr txBox="1"/>
          <p:nvPr/>
        </p:nvSpPr>
        <p:spPr>
          <a:xfrm>
            <a:off x="1032840" y="4155480"/>
            <a:ext cx="47052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VFA estimates the area of visceral fat in cm2.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05" name=""/>
          <p:cNvSpPr txBox="1"/>
          <p:nvPr/>
        </p:nvSpPr>
        <p:spPr>
          <a:xfrm>
            <a:off x="1032840" y="4765320"/>
            <a:ext cx="76496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VFL provides a simplified measure of visceral fat area with a range from 1-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06" name=""/>
          <p:cNvSpPr txBox="1"/>
          <p:nvPr/>
        </p:nvSpPr>
        <p:spPr>
          <a:xfrm>
            <a:off x="1032840" y="5070240"/>
            <a:ext cx="77929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20. Each level is equivalent to 10 cm2 of VFA. Therefore, a VFA of 11.3 cm2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07" name=""/>
          <p:cNvSpPr txBox="1"/>
          <p:nvPr/>
        </p:nvSpPr>
        <p:spPr>
          <a:xfrm>
            <a:off x="1032840" y="5374800"/>
            <a:ext cx="35715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would be equivalent to a VFL of 1.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08" name=""/>
          <p:cNvSpPr txBox="1"/>
          <p:nvPr/>
        </p:nvSpPr>
        <p:spPr>
          <a:xfrm>
            <a:off x="1032840" y="5984280"/>
            <a:ext cx="26600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Maximum VFL is Level 20.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09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0" name=""/>
          <p:cNvSpPr txBox="1"/>
          <p:nvPr/>
        </p:nvSpPr>
        <p:spPr>
          <a:xfrm>
            <a:off x="657000" y="804960"/>
            <a:ext cx="4598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the difference between VFA and VFL?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1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3" name=""/>
          <p:cNvSpPr txBox="1"/>
          <p:nvPr/>
        </p:nvSpPr>
        <p:spPr>
          <a:xfrm>
            <a:off x="4352400" y="2277720"/>
            <a:ext cx="2689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4" name=""/>
          <p:cNvSpPr txBox="1"/>
          <p:nvPr/>
        </p:nvSpPr>
        <p:spPr>
          <a:xfrm>
            <a:off x="4352400" y="2582640"/>
            <a:ext cx="46321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InBody </a:t>
            </a:r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adapts its segmental analysis to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5" name=""/>
          <p:cNvSpPr txBox="1"/>
          <p:nvPr/>
        </p:nvSpPr>
        <p:spPr>
          <a:xfrm>
            <a:off x="4352400" y="2887200"/>
            <a:ext cx="39877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“cut lines” used in DEXA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 scanning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6" name=""/>
          <p:cNvSpPr txBox="1"/>
          <p:nvPr/>
        </p:nvSpPr>
        <p:spPr>
          <a:xfrm>
            <a:off x="4352400" y="3191760"/>
            <a:ext cx="12945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procedures.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7" name=""/>
          <p:cNvSpPr txBox="1"/>
          <p:nvPr/>
        </p:nvSpPr>
        <p:spPr>
          <a:xfrm>
            <a:off x="4352400" y="3802320"/>
            <a:ext cx="43196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DEXA “cut lines” </a:t>
            </a:r>
            <a:r>
              <a:rPr b="0" i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unequally divide the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8" name=""/>
          <p:cNvSpPr txBox="1"/>
          <p:nvPr/>
        </p:nvSpPr>
        <p:spPr>
          <a:xfrm>
            <a:off x="4352400" y="4106880"/>
            <a:ext cx="42436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shoulders and glutes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. While a part of the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19" name=""/>
          <p:cNvSpPr txBox="1"/>
          <p:nvPr/>
        </p:nvSpPr>
        <p:spPr>
          <a:xfrm>
            <a:off x="4352400" y="4411800"/>
            <a:ext cx="46594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shoulders will be in the arm segments, some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20" name=""/>
          <p:cNvSpPr txBox="1"/>
          <p:nvPr/>
        </p:nvSpPr>
        <p:spPr>
          <a:xfrm>
            <a:off x="4352400" y="4716360"/>
            <a:ext cx="45270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will be in the trunk section. Likewise, a part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21" name=""/>
          <p:cNvSpPr txBox="1"/>
          <p:nvPr/>
        </p:nvSpPr>
        <p:spPr>
          <a:xfrm>
            <a:off x="4352400" y="5021640"/>
            <a:ext cx="46000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of the glutes will be in the leg segments and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722" name="" descr=""/>
          <p:cNvPicPr/>
          <p:nvPr/>
        </p:nvPicPr>
        <p:blipFill>
          <a:blip r:embed="rId1"/>
          <a:stretch/>
        </p:blipFill>
        <p:spPr>
          <a:xfrm>
            <a:off x="1086480" y="1901880"/>
            <a:ext cx="2828160" cy="4145040"/>
          </a:xfrm>
          <a:prstGeom prst="rect">
            <a:avLst/>
          </a:prstGeom>
          <a:ln w="0">
            <a:noFill/>
          </a:ln>
        </p:spPr>
      </p:pic>
      <p:sp>
        <p:nvSpPr>
          <p:cNvPr id="27723" name=""/>
          <p:cNvSpPr txBox="1"/>
          <p:nvPr/>
        </p:nvSpPr>
        <p:spPr>
          <a:xfrm>
            <a:off x="4352400" y="5326560"/>
            <a:ext cx="26859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some will be in the trunk.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24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25" name=""/>
          <p:cNvSpPr txBox="1"/>
          <p:nvPr/>
        </p:nvSpPr>
        <p:spPr>
          <a:xfrm>
            <a:off x="657000" y="804960"/>
            <a:ext cx="4168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How does the InBodysegment the body?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26" name=""/>
          <p:cNvSpPr txBox="1"/>
          <p:nvPr/>
        </p:nvSpPr>
        <p:spPr>
          <a:xfrm>
            <a:off x="823320" y="1080000"/>
            <a:ext cx="67003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Which parts of the body (i.e. shoulders/glutes) are in which segments?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2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2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29" name=""/>
          <p:cNvSpPr txBox="1"/>
          <p:nvPr/>
        </p:nvSpPr>
        <p:spPr>
          <a:xfrm>
            <a:off x="1167120" y="3353040"/>
            <a:ext cx="2736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A: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30" name=""/>
          <p:cNvSpPr txBox="1"/>
          <p:nvPr/>
        </p:nvSpPr>
        <p:spPr>
          <a:xfrm>
            <a:off x="1167120" y="3657600"/>
            <a:ext cx="73112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SMM is calculated using the physiological theory which states that the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31" name=""/>
          <p:cNvSpPr txBox="1"/>
          <p:nvPr/>
        </p:nvSpPr>
        <p:spPr>
          <a:xfrm>
            <a:off x="1167120" y="3962880"/>
            <a:ext cx="53650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arms and legs contain 75% of the whole body SMM.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32" name=""/>
          <p:cNvSpPr txBox="1"/>
          <p:nvPr/>
        </p:nvSpPr>
        <p:spPr>
          <a:xfrm>
            <a:off x="1167120" y="4572720"/>
            <a:ext cx="68270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However, when calculating SMM InBody considers </a:t>
            </a:r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ECW ratio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 and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33" name=""/>
          <p:cNvSpPr txBox="1"/>
          <p:nvPr/>
        </p:nvSpPr>
        <p:spPr>
          <a:xfrm>
            <a:off x="1167120" y="4877280"/>
            <a:ext cx="28767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upper/lower body balance</a:t>
            </a:r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34" name=""/>
          <p:cNvSpPr txBox="1"/>
          <p:nvPr/>
        </p:nvSpPr>
        <p:spPr>
          <a:xfrm>
            <a:off x="1167120" y="5487480"/>
            <a:ext cx="6102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SMM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735" name="" descr=""/>
          <p:cNvPicPr/>
          <p:nvPr/>
        </p:nvPicPr>
        <p:blipFill>
          <a:blip r:embed="rId1"/>
          <a:stretch/>
        </p:blipFill>
        <p:spPr>
          <a:xfrm>
            <a:off x="2026800" y="2081880"/>
            <a:ext cx="5833440" cy="456840"/>
          </a:xfrm>
          <a:prstGeom prst="rect">
            <a:avLst/>
          </a:prstGeom>
          <a:ln w="0">
            <a:noFill/>
          </a:ln>
        </p:spPr>
      </p:pic>
      <p:sp>
        <p:nvSpPr>
          <p:cNvPr id="27736" name=""/>
          <p:cNvSpPr txBox="1"/>
          <p:nvPr/>
        </p:nvSpPr>
        <p:spPr>
          <a:xfrm>
            <a:off x="1167120" y="5792040"/>
            <a:ext cx="72457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= (RA+LA+RL+LL lean mass) / 0.75 and consider ECW ratio and balance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37" name=""/>
          <p:cNvSpPr txBox="1"/>
          <p:nvPr/>
        </p:nvSpPr>
        <p:spPr>
          <a:xfrm>
            <a:off x="529200" y="230040"/>
            <a:ext cx="17409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Result Parameters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38" name=""/>
          <p:cNvSpPr txBox="1"/>
          <p:nvPr/>
        </p:nvSpPr>
        <p:spPr>
          <a:xfrm>
            <a:off x="657000" y="804960"/>
            <a:ext cx="2591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How is SMM calculated?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3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189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4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1" name=""/>
          <p:cNvSpPr txBox="1"/>
          <p:nvPr/>
        </p:nvSpPr>
        <p:spPr>
          <a:xfrm>
            <a:off x="935640" y="1799280"/>
            <a:ext cx="2023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A.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2" name=""/>
          <p:cNvSpPr txBox="1"/>
          <p:nvPr/>
        </p:nvSpPr>
        <p:spPr>
          <a:xfrm>
            <a:off x="935640" y="2043360"/>
            <a:ext cx="79333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Since the implant is not an electronic material like a pacemaker, there is no problem with safety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3" name=""/>
          <p:cNvSpPr txBox="1"/>
          <p:nvPr/>
        </p:nvSpPr>
        <p:spPr>
          <a:xfrm>
            <a:off x="935640" y="2287080"/>
            <a:ext cx="36752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regardless of the size and insertion position.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4" name=""/>
          <p:cNvSpPr txBox="1"/>
          <p:nvPr/>
        </p:nvSpPr>
        <p:spPr>
          <a:xfrm>
            <a:off x="935640" y="2774880"/>
            <a:ext cx="76572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Metallic implants, however, are better conductors of currents than water. Therefore, InBody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5" name=""/>
          <p:cNvSpPr txBox="1"/>
          <p:nvPr/>
        </p:nvSpPr>
        <p:spPr>
          <a:xfrm>
            <a:off x="935640" y="3018600"/>
            <a:ext cx="70995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measurements are taken around the implant site, the equipment determines that the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6" name=""/>
          <p:cNvSpPr txBox="1"/>
          <p:nvPr/>
        </p:nvSpPr>
        <p:spPr>
          <a:xfrm>
            <a:off x="935640" y="3262320"/>
            <a:ext cx="79315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impedance readings are low, and therefore the person has a lot of body water and muscle mass.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7" name=""/>
          <p:cNvSpPr txBox="1"/>
          <p:nvPr/>
        </p:nvSpPr>
        <p:spPr>
          <a:xfrm>
            <a:off x="935640" y="3750480"/>
            <a:ext cx="79362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Also, how the implants affect the body composition varies by the material, shape, size, insertion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8" name=""/>
          <p:cNvSpPr txBox="1"/>
          <p:nvPr/>
        </p:nvSpPr>
        <p:spPr>
          <a:xfrm>
            <a:off x="935640" y="3994200"/>
            <a:ext cx="79880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site, etc. of the implants. Since clinical trials cannot be performed for such implants, it is virtually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49" name=""/>
          <p:cNvSpPr txBox="1"/>
          <p:nvPr/>
        </p:nvSpPr>
        <p:spPr>
          <a:xfrm>
            <a:off x="935640" y="4238280"/>
            <a:ext cx="38077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impossible to provide a useful reference for it.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0" name=""/>
          <p:cNvSpPr txBox="1"/>
          <p:nvPr/>
        </p:nvSpPr>
        <p:spPr>
          <a:xfrm>
            <a:off x="935640" y="4726080"/>
            <a:ext cx="77623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Therefore, those with implants should use InBody only to monitor body composition changes.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1" name=""/>
          <p:cNvSpPr txBox="1"/>
          <p:nvPr/>
        </p:nvSpPr>
        <p:spPr>
          <a:xfrm>
            <a:off x="935640" y="4970160"/>
            <a:ext cx="78753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However, if the implants are only small bolts or similar, they would have very little influence on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2" name=""/>
          <p:cNvSpPr txBox="1"/>
          <p:nvPr/>
        </p:nvSpPr>
        <p:spPr>
          <a:xfrm>
            <a:off x="935640" y="5213880"/>
            <a:ext cx="75261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the impedance readings, and any resulting changes may be regarded to be within the error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3" name=""/>
          <p:cNvSpPr txBox="1"/>
          <p:nvPr/>
        </p:nvSpPr>
        <p:spPr>
          <a:xfrm>
            <a:off x="935640" y="5457600"/>
            <a:ext cx="5220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range.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4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Interpretation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5" name=""/>
          <p:cNvSpPr txBox="1"/>
          <p:nvPr/>
        </p:nvSpPr>
        <p:spPr>
          <a:xfrm>
            <a:off x="657000" y="804960"/>
            <a:ext cx="4734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Can we measure patients with metal implants?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8" name=""/>
          <p:cNvSpPr txBox="1"/>
          <p:nvPr/>
        </p:nvSpPr>
        <p:spPr>
          <a:xfrm>
            <a:off x="1235520" y="2368800"/>
            <a:ext cx="2541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59" name=""/>
          <p:cNvSpPr txBox="1"/>
          <p:nvPr/>
        </p:nvSpPr>
        <p:spPr>
          <a:xfrm>
            <a:off x="1235520" y="2673720"/>
            <a:ext cx="72352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Since the stent is not an electronic material like a pacemaker, there is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0" name=""/>
          <p:cNvSpPr txBox="1"/>
          <p:nvPr/>
        </p:nvSpPr>
        <p:spPr>
          <a:xfrm>
            <a:off x="1235520" y="2978640"/>
            <a:ext cx="70203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no problem with safety regardless of the size and insertion position.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1" name=""/>
          <p:cNvSpPr txBox="1"/>
          <p:nvPr/>
        </p:nvSpPr>
        <p:spPr>
          <a:xfrm>
            <a:off x="1235520" y="3588480"/>
            <a:ext cx="69577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In addition, although the stent is a metallic material through which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2" name=""/>
          <p:cNvSpPr txBox="1"/>
          <p:nvPr/>
        </p:nvSpPr>
        <p:spPr>
          <a:xfrm>
            <a:off x="1235520" y="3893040"/>
            <a:ext cx="66013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current flows, its size is very small. The influence on impedance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3" name=""/>
          <p:cNvSpPr txBox="1"/>
          <p:nvPr/>
        </p:nvSpPr>
        <p:spPr>
          <a:xfrm>
            <a:off x="1235520" y="4197960"/>
            <a:ext cx="70567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measurements is also within the error range. The body composition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4" name=""/>
          <p:cNvSpPr txBox="1"/>
          <p:nvPr/>
        </p:nvSpPr>
        <p:spPr>
          <a:xfrm>
            <a:off x="1235520" y="4502520"/>
            <a:ext cx="64396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measurements can be used with the same level of confidence.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5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Interpretation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6" name=""/>
          <p:cNvSpPr txBox="1"/>
          <p:nvPr/>
        </p:nvSpPr>
        <p:spPr>
          <a:xfrm>
            <a:off x="657000" y="804960"/>
            <a:ext cx="5688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Can a patient with cardiovascular Stent measure InBody?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7" name=""/>
          <p:cNvSpPr txBox="1"/>
          <p:nvPr/>
        </p:nvSpPr>
        <p:spPr>
          <a:xfrm>
            <a:off x="823320" y="1080000"/>
            <a:ext cx="69624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Is there any effect in the result values when measuring these population?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6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6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0" name=""/>
          <p:cNvSpPr txBox="1"/>
          <p:nvPr/>
        </p:nvSpPr>
        <p:spPr>
          <a:xfrm>
            <a:off x="1297080" y="2009160"/>
            <a:ext cx="2736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A: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1" name=""/>
          <p:cNvSpPr txBox="1"/>
          <p:nvPr/>
        </p:nvSpPr>
        <p:spPr>
          <a:xfrm>
            <a:off x="1297080" y="2314080"/>
            <a:ext cx="38883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Breast implants are measured as FAT.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2" name=""/>
          <p:cNvSpPr txBox="1"/>
          <p:nvPr/>
        </p:nvSpPr>
        <p:spPr>
          <a:xfrm>
            <a:off x="1297080" y="2923920"/>
            <a:ext cx="65052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In female body builders, there are cases when their fat mass is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3" name=""/>
          <p:cNvSpPr txBox="1"/>
          <p:nvPr/>
        </p:nvSpPr>
        <p:spPr>
          <a:xfrm>
            <a:off x="1297080" y="3228840"/>
            <a:ext cx="33566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measured higher than expected.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4" name=""/>
          <p:cNvSpPr txBox="1"/>
          <p:nvPr/>
        </p:nvSpPr>
        <p:spPr>
          <a:xfrm>
            <a:off x="1297080" y="3837960"/>
            <a:ext cx="67903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Subjects with breast implants or any other cosmetic implants can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5" name=""/>
          <p:cNvSpPr txBox="1"/>
          <p:nvPr/>
        </p:nvSpPr>
        <p:spPr>
          <a:xfrm>
            <a:off x="1297080" y="4143600"/>
            <a:ext cx="16419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appear like this.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6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Interpretation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7" name=""/>
          <p:cNvSpPr txBox="1"/>
          <p:nvPr/>
        </p:nvSpPr>
        <p:spPr>
          <a:xfrm>
            <a:off x="657000" y="804960"/>
            <a:ext cx="38840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What is breast implants measured as?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7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7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0" name=""/>
          <p:cNvSpPr txBox="1"/>
          <p:nvPr/>
        </p:nvSpPr>
        <p:spPr>
          <a:xfrm>
            <a:off x="1158840" y="1821960"/>
            <a:ext cx="2541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1" name=""/>
          <p:cNvSpPr txBox="1"/>
          <p:nvPr/>
        </p:nvSpPr>
        <p:spPr>
          <a:xfrm>
            <a:off x="1158840" y="2126520"/>
            <a:ext cx="68756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When you use an analyzer like InBody, which analyzes body water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2" name=""/>
          <p:cNvSpPr txBox="1"/>
          <p:nvPr/>
        </p:nvSpPr>
        <p:spPr>
          <a:xfrm>
            <a:off x="1158840" y="2431800"/>
            <a:ext cx="64746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content using impedance measurements, on a patient with an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3" name=""/>
          <p:cNvSpPr txBox="1"/>
          <p:nvPr/>
        </p:nvSpPr>
        <p:spPr>
          <a:xfrm>
            <a:off x="1158840" y="2736360"/>
            <a:ext cx="75765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amputated limb, there is less resistance that hinders the flow of currents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4" name=""/>
          <p:cNvSpPr txBox="1"/>
          <p:nvPr/>
        </p:nvSpPr>
        <p:spPr>
          <a:xfrm>
            <a:off x="1158840" y="3041280"/>
            <a:ext cx="72320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in proportion to the length of the limb that is not present. As a result,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5" name=""/>
          <p:cNvSpPr txBox="1"/>
          <p:nvPr/>
        </p:nvSpPr>
        <p:spPr>
          <a:xfrm>
            <a:off x="1158840" y="3345840"/>
            <a:ext cx="73630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the analyzer thinks that particular segment of the body contains a high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6" name=""/>
          <p:cNvSpPr txBox="1"/>
          <p:nvPr/>
        </p:nvSpPr>
        <p:spPr>
          <a:xfrm>
            <a:off x="1158840" y="3651120"/>
            <a:ext cx="765108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level of body water. This happens because InBody has not been given any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7" name=""/>
          <p:cNvSpPr txBox="1"/>
          <p:nvPr/>
        </p:nvSpPr>
        <p:spPr>
          <a:xfrm>
            <a:off x="1158840" y="3956040"/>
            <a:ext cx="713772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information about the shorter limb. Thinking that all limbs are of the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8" name=""/>
          <p:cNvSpPr txBox="1"/>
          <p:nvPr/>
        </p:nvSpPr>
        <p:spPr>
          <a:xfrm>
            <a:off x="1158840" y="4260960"/>
            <a:ext cx="74088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normal lengths, InBody calculates body water using the low impedance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89" name=""/>
          <p:cNvSpPr txBox="1"/>
          <p:nvPr/>
        </p:nvSpPr>
        <p:spPr>
          <a:xfrm>
            <a:off x="1158840" y="4565520"/>
            <a:ext cx="9471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readings.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0" name=""/>
          <p:cNvSpPr txBox="1"/>
          <p:nvPr/>
        </p:nvSpPr>
        <p:spPr>
          <a:xfrm>
            <a:off x="1158840" y="5175360"/>
            <a:ext cx="666216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However, since InBody is an analyzer that shows the impedance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1" name=""/>
          <p:cNvSpPr txBox="1"/>
          <p:nvPr/>
        </p:nvSpPr>
        <p:spPr>
          <a:xfrm>
            <a:off x="1158840" y="5480280"/>
            <a:ext cx="752760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measurements as they are, you can use InBody to monitor the condition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2" name=""/>
          <p:cNvSpPr txBox="1"/>
          <p:nvPr/>
        </p:nvSpPr>
        <p:spPr>
          <a:xfrm>
            <a:off x="1158840" y="5785200"/>
            <a:ext cx="2451240" cy="311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"/>
                <a:ea typeface="Calibri"/>
              </a:rPr>
              <a:t>of the amputated limb. 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3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Interpretation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4" name=""/>
          <p:cNvSpPr txBox="1"/>
          <p:nvPr/>
        </p:nvSpPr>
        <p:spPr>
          <a:xfrm>
            <a:off x="657000" y="804960"/>
            <a:ext cx="57643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How much can we trust the result of amputated patients?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5" name=""/>
          <p:cNvSpPr txBox="1"/>
          <p:nvPr/>
        </p:nvSpPr>
        <p:spPr>
          <a:xfrm>
            <a:off x="823320" y="1080000"/>
            <a:ext cx="70477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Is there a minimum length of the amputated segment to measure InBody?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9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8" name=""/>
          <p:cNvSpPr txBox="1"/>
          <p:nvPr/>
        </p:nvSpPr>
        <p:spPr>
          <a:xfrm>
            <a:off x="529200" y="230040"/>
            <a:ext cx="1349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Interpretation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799" name=""/>
          <p:cNvSpPr txBox="1"/>
          <p:nvPr/>
        </p:nvSpPr>
        <p:spPr>
          <a:xfrm>
            <a:off x="657000" y="804960"/>
            <a:ext cx="57643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Q. How much can we trust the result of amputated patients?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800" name="" descr=""/>
          <p:cNvPicPr/>
          <p:nvPr/>
        </p:nvPicPr>
        <p:blipFill>
          <a:blip r:embed="rId1"/>
          <a:stretch/>
        </p:blipFill>
        <p:spPr>
          <a:xfrm>
            <a:off x="1350360" y="1539360"/>
            <a:ext cx="3582720" cy="4922280"/>
          </a:xfrm>
          <a:prstGeom prst="rect">
            <a:avLst/>
          </a:prstGeom>
          <a:ln w="0">
            <a:noFill/>
          </a:ln>
        </p:spPr>
      </p:pic>
      <p:pic>
        <p:nvPicPr>
          <p:cNvPr id="27801" name="" descr=""/>
          <p:cNvPicPr/>
          <p:nvPr/>
        </p:nvPicPr>
        <p:blipFill>
          <a:blip r:embed="rId2"/>
          <a:stretch/>
        </p:blipFill>
        <p:spPr>
          <a:xfrm>
            <a:off x="3744360" y="4625280"/>
            <a:ext cx="5780160" cy="1386360"/>
          </a:xfrm>
          <a:prstGeom prst="rect">
            <a:avLst/>
          </a:prstGeom>
          <a:ln w="0">
            <a:noFill/>
          </a:ln>
        </p:spPr>
      </p:pic>
      <p:sp>
        <p:nvSpPr>
          <p:cNvPr id="27802" name=""/>
          <p:cNvSpPr txBox="1"/>
          <p:nvPr/>
        </p:nvSpPr>
        <p:spPr>
          <a:xfrm>
            <a:off x="823320" y="1080000"/>
            <a:ext cx="70477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Is there a minimum length of the amputated segment to measure InBody?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0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0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05" name=""/>
          <p:cNvSpPr txBox="1"/>
          <p:nvPr/>
        </p:nvSpPr>
        <p:spPr>
          <a:xfrm>
            <a:off x="3372480" y="2795040"/>
            <a:ext cx="4732920" cy="482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250" spc="-1" strike="noStrike">
                <a:solidFill>
                  <a:srgbClr val="b50938"/>
                </a:solidFill>
                <a:latin typeface="Calibri Light"/>
                <a:ea typeface="Calibri Light"/>
              </a:rPr>
              <a:t>Precautionary Steps</a:t>
            </a:r>
            <a:endParaRPr b="0" lang="en-US" sz="32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06" name=""/>
          <p:cNvSpPr/>
          <p:nvPr/>
        </p:nvSpPr>
        <p:spPr>
          <a:xfrm>
            <a:off x="0" y="5667480"/>
            <a:ext cx="9905760" cy="0"/>
          </a:xfrm>
          <a:prstGeom prst="line">
            <a:avLst/>
          </a:prstGeom>
          <a:ln w="6120">
            <a:solidFill>
              <a:srgbClr val="d9d9d9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807" name="" descr=""/>
          <p:cNvPicPr/>
          <p:nvPr/>
        </p:nvPicPr>
        <p:blipFill>
          <a:blip r:embed="rId1"/>
          <a:stretch/>
        </p:blipFill>
        <p:spPr>
          <a:xfrm>
            <a:off x="8708040" y="5832360"/>
            <a:ext cx="804240" cy="228240"/>
          </a:xfrm>
          <a:prstGeom prst="rect">
            <a:avLst/>
          </a:prstGeom>
          <a:ln w="0">
            <a:noFill/>
          </a:ln>
        </p:spPr>
      </p:pic>
      <p:sp>
        <p:nvSpPr>
          <p:cNvPr id="27808" name=""/>
          <p:cNvSpPr txBox="1"/>
          <p:nvPr/>
        </p:nvSpPr>
        <p:spPr>
          <a:xfrm>
            <a:off x="4351680" y="3415680"/>
            <a:ext cx="120168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i="1" lang="en-US" sz="2400" spc="-1" strike="noStrike">
                <a:solidFill>
                  <a:srgbClr val="7f7f7f"/>
                </a:solidFill>
                <a:latin typeface="Calibri"/>
                <a:ea typeface="Calibri"/>
              </a:rPr>
              <a:t>-Lisa Cha-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0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1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11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12" name=""/>
          <p:cNvSpPr txBox="1"/>
          <p:nvPr/>
        </p:nvSpPr>
        <p:spPr>
          <a:xfrm>
            <a:off x="444240" y="2765880"/>
            <a:ext cx="5327280" cy="532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6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Precautionary steps for</a:t>
            </a:r>
            <a:endParaRPr b="0" lang="en-US" sz="3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13" name=""/>
          <p:cNvSpPr/>
          <p:nvPr/>
        </p:nvSpPr>
        <p:spPr>
          <a:xfrm>
            <a:off x="174960" y="255960"/>
            <a:ext cx="49320" cy="381240"/>
          </a:xfrm>
          <a:custGeom>
            <a:avLst/>
            <a:gdLst/>
            <a:ahLst/>
            <a:rect l="0" t="0" r="r" b="b"/>
            <a:pathLst>
              <a:path w="137" h="1059">
                <a:moveTo>
                  <a:pt x="0" y="1059"/>
                </a:moveTo>
                <a:lnTo>
                  <a:pt x="137" y="1059"/>
                </a:lnTo>
                <a:lnTo>
                  <a:pt x="137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814" name=""/>
          <p:cNvSpPr/>
          <p:nvPr/>
        </p:nvSpPr>
        <p:spPr>
          <a:xfrm>
            <a:off x="9681840" y="255960"/>
            <a:ext cx="48960" cy="381240"/>
          </a:xfrm>
          <a:custGeom>
            <a:avLst/>
            <a:gdLst/>
            <a:ahLst/>
            <a:rect l="0" t="0" r="r" b="b"/>
            <a:pathLst>
              <a:path w="136" h="1059">
                <a:moveTo>
                  <a:pt x="0" y="1059"/>
                </a:moveTo>
                <a:lnTo>
                  <a:pt x="136" y="1059"/>
                </a:lnTo>
                <a:lnTo>
                  <a:pt x="136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815" name=""/>
          <p:cNvSpPr/>
          <p:nvPr/>
        </p:nvSpPr>
        <p:spPr>
          <a:xfrm>
            <a:off x="222480" y="255960"/>
            <a:ext cx="9494640" cy="50400"/>
          </a:xfrm>
          <a:custGeom>
            <a:avLst/>
            <a:gdLst/>
            <a:ahLst/>
            <a:rect l="0" t="0" r="r" b="b"/>
            <a:pathLst>
              <a:path w="26374" h="140">
                <a:moveTo>
                  <a:pt x="0" y="140"/>
                </a:moveTo>
                <a:lnTo>
                  <a:pt x="26374" y="140"/>
                </a:lnTo>
                <a:lnTo>
                  <a:pt x="26374" y="0"/>
                </a:lnTo>
                <a:lnTo>
                  <a:pt x="0" y="0"/>
                </a:lnTo>
                <a:lnTo>
                  <a:pt x="0" y="140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7816" name="" descr=""/>
          <p:cNvPicPr/>
          <p:nvPr/>
        </p:nvPicPr>
        <p:blipFill>
          <a:blip r:embed="rId1"/>
          <a:stretch/>
        </p:blipFill>
        <p:spPr>
          <a:xfrm>
            <a:off x="475560" y="6284880"/>
            <a:ext cx="679320" cy="193320"/>
          </a:xfrm>
          <a:prstGeom prst="rect">
            <a:avLst/>
          </a:prstGeom>
          <a:ln w="0">
            <a:noFill/>
          </a:ln>
        </p:spPr>
      </p:pic>
      <p:sp>
        <p:nvSpPr>
          <p:cNvPr id="27817" name=""/>
          <p:cNvSpPr/>
          <p:nvPr/>
        </p:nvSpPr>
        <p:spPr>
          <a:xfrm>
            <a:off x="1252440" y="6303240"/>
            <a:ext cx="0" cy="146160"/>
          </a:xfrm>
          <a:prstGeom prst="line">
            <a:avLst/>
          </a:prstGeom>
          <a:ln w="12600">
            <a:solidFill>
              <a:srgbClr val="7f7f7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18" name=""/>
          <p:cNvSpPr/>
          <p:nvPr/>
        </p:nvSpPr>
        <p:spPr>
          <a:xfrm>
            <a:off x="3965400" y="6303240"/>
            <a:ext cx="0" cy="146160"/>
          </a:xfrm>
          <a:prstGeom prst="line">
            <a:avLst/>
          </a:prstGeom>
          <a:ln w="12600">
            <a:solidFill>
              <a:srgbClr val="7f7f7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19" name=""/>
          <p:cNvSpPr txBox="1"/>
          <p:nvPr/>
        </p:nvSpPr>
        <p:spPr>
          <a:xfrm>
            <a:off x="444240" y="3451680"/>
            <a:ext cx="8216640" cy="532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6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Accurate InBody measurements</a:t>
            </a:r>
            <a:endParaRPr b="0" lang="en-US" sz="3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20" name=""/>
          <p:cNvSpPr txBox="1"/>
          <p:nvPr/>
        </p:nvSpPr>
        <p:spPr>
          <a:xfrm>
            <a:off x="1385640" y="6294600"/>
            <a:ext cx="280044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Malgun Gothic Semilight"/>
                <a:ea typeface="Malgun Gothic Semilight"/>
              </a:rPr>
              <a:t>BWA Dept. Clinical Team Lisa Cha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21" name=""/>
          <p:cNvSpPr txBox="1"/>
          <p:nvPr/>
        </p:nvSpPr>
        <p:spPr>
          <a:xfrm>
            <a:off x="4143240" y="6294600"/>
            <a:ext cx="942480" cy="190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00" spc="-1" strike="noStrike">
                <a:solidFill>
                  <a:srgbClr val="000000"/>
                </a:solidFill>
                <a:latin typeface="Malgun Gothic Semilight"/>
                <a:ea typeface="Malgun Gothic Semilight"/>
              </a:rPr>
              <a:t>2019.03.11</a:t>
            </a:r>
            <a:endParaRPr b="0" lang="en-US" sz="13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822" name="" descr=""/>
          <p:cNvPicPr/>
          <p:nvPr/>
        </p:nvPicPr>
        <p:blipFill>
          <a:blip r:embed="rId2"/>
          <a:stretch/>
        </p:blipFill>
        <p:spPr>
          <a:xfrm>
            <a:off x="6146280" y="1094400"/>
            <a:ext cx="3625200" cy="5435640"/>
          </a:xfrm>
          <a:prstGeom prst="rect">
            <a:avLst/>
          </a:prstGeom>
          <a:ln w="0">
            <a:noFill/>
          </a:ln>
        </p:spPr>
      </p:pic>
      <p:sp>
        <p:nvSpPr>
          <p:cNvPr id="27823" name=""/>
          <p:cNvSpPr txBox="1"/>
          <p:nvPr/>
        </p:nvSpPr>
        <p:spPr>
          <a:xfrm>
            <a:off x="444240" y="2284200"/>
            <a:ext cx="15858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InBody Basics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2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2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26" name=""/>
          <p:cNvSpPr/>
          <p:nvPr/>
        </p:nvSpPr>
        <p:spPr>
          <a:xfrm>
            <a:off x="174960" y="255960"/>
            <a:ext cx="49320" cy="381240"/>
          </a:xfrm>
          <a:custGeom>
            <a:avLst/>
            <a:gdLst/>
            <a:ahLst/>
            <a:rect l="0" t="0" r="r" b="b"/>
            <a:pathLst>
              <a:path w="137" h="1059">
                <a:moveTo>
                  <a:pt x="0" y="1059"/>
                </a:moveTo>
                <a:lnTo>
                  <a:pt x="137" y="1059"/>
                </a:lnTo>
                <a:lnTo>
                  <a:pt x="137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827" name=""/>
          <p:cNvSpPr/>
          <p:nvPr/>
        </p:nvSpPr>
        <p:spPr>
          <a:xfrm>
            <a:off x="9681840" y="255960"/>
            <a:ext cx="48960" cy="381240"/>
          </a:xfrm>
          <a:custGeom>
            <a:avLst/>
            <a:gdLst/>
            <a:ahLst/>
            <a:rect l="0" t="0" r="r" b="b"/>
            <a:pathLst>
              <a:path w="136" h="1059">
                <a:moveTo>
                  <a:pt x="0" y="1059"/>
                </a:moveTo>
                <a:lnTo>
                  <a:pt x="136" y="1059"/>
                </a:lnTo>
                <a:lnTo>
                  <a:pt x="136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828" name=""/>
          <p:cNvSpPr/>
          <p:nvPr/>
        </p:nvSpPr>
        <p:spPr>
          <a:xfrm>
            <a:off x="222480" y="255960"/>
            <a:ext cx="9494640" cy="50400"/>
          </a:xfrm>
          <a:custGeom>
            <a:avLst/>
            <a:gdLst/>
            <a:ahLst/>
            <a:rect l="0" t="0" r="r" b="b"/>
            <a:pathLst>
              <a:path w="26374" h="140">
                <a:moveTo>
                  <a:pt x="0" y="140"/>
                </a:moveTo>
                <a:lnTo>
                  <a:pt x="26374" y="140"/>
                </a:lnTo>
                <a:lnTo>
                  <a:pt x="26374" y="0"/>
                </a:lnTo>
                <a:lnTo>
                  <a:pt x="0" y="0"/>
                </a:lnTo>
                <a:lnTo>
                  <a:pt x="0" y="140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829" name=""/>
          <p:cNvSpPr txBox="1"/>
          <p:nvPr/>
        </p:nvSpPr>
        <p:spPr>
          <a:xfrm>
            <a:off x="436320" y="437040"/>
            <a:ext cx="183708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CONTENTS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0" name=""/>
          <p:cNvSpPr txBox="1"/>
          <p:nvPr/>
        </p:nvSpPr>
        <p:spPr>
          <a:xfrm>
            <a:off x="314280" y="141444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1" name=""/>
          <p:cNvSpPr txBox="1"/>
          <p:nvPr/>
        </p:nvSpPr>
        <p:spPr>
          <a:xfrm>
            <a:off x="657360" y="1409400"/>
            <a:ext cx="40971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with arms straightened.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2" name=""/>
          <p:cNvSpPr txBox="1"/>
          <p:nvPr/>
        </p:nvSpPr>
        <p:spPr>
          <a:xfrm>
            <a:off x="314280" y="182880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3" name=""/>
          <p:cNvSpPr txBox="1"/>
          <p:nvPr/>
        </p:nvSpPr>
        <p:spPr>
          <a:xfrm>
            <a:off x="657360" y="1823760"/>
            <a:ext cx="50742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with the arms apart from the torso.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4" name=""/>
          <p:cNvSpPr txBox="1"/>
          <p:nvPr/>
        </p:nvSpPr>
        <p:spPr>
          <a:xfrm>
            <a:off x="314280" y="224316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5" name=""/>
          <p:cNvSpPr txBox="1"/>
          <p:nvPr/>
        </p:nvSpPr>
        <p:spPr>
          <a:xfrm>
            <a:off x="657360" y="2238480"/>
            <a:ext cx="33307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with bare feet.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6" name=""/>
          <p:cNvSpPr txBox="1"/>
          <p:nvPr/>
        </p:nvSpPr>
        <p:spPr>
          <a:xfrm>
            <a:off x="314280" y="265824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7" name=""/>
          <p:cNvSpPr txBox="1"/>
          <p:nvPr/>
        </p:nvSpPr>
        <p:spPr>
          <a:xfrm>
            <a:off x="657360" y="2653200"/>
            <a:ext cx="42314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prior to physical exercise.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8" name=""/>
          <p:cNvSpPr txBox="1"/>
          <p:nvPr/>
        </p:nvSpPr>
        <p:spPr>
          <a:xfrm>
            <a:off x="314280" y="307260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39" name=""/>
          <p:cNvSpPr txBox="1"/>
          <p:nvPr/>
        </p:nvSpPr>
        <p:spPr>
          <a:xfrm>
            <a:off x="657360" y="3067920"/>
            <a:ext cx="73767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at room temperature</a:t>
            </a:r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 to prevent changes in body temperature.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0" name=""/>
          <p:cNvSpPr txBox="1"/>
          <p:nvPr/>
        </p:nvSpPr>
        <p:spPr>
          <a:xfrm>
            <a:off x="314280" y="348732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1" name=""/>
          <p:cNvSpPr txBox="1"/>
          <p:nvPr/>
        </p:nvSpPr>
        <p:spPr>
          <a:xfrm>
            <a:off x="657360" y="3482280"/>
            <a:ext cx="481824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prior to taking a shower or bath.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2" name=""/>
          <p:cNvSpPr txBox="1"/>
          <p:nvPr/>
        </p:nvSpPr>
        <p:spPr>
          <a:xfrm>
            <a:off x="314280" y="390204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3" name=""/>
          <p:cNvSpPr txBox="1"/>
          <p:nvPr/>
        </p:nvSpPr>
        <p:spPr>
          <a:xfrm>
            <a:off x="657360" y="3897360"/>
            <a:ext cx="44859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after going to the bathroom.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4" name=""/>
          <p:cNvSpPr txBox="1"/>
          <p:nvPr/>
        </p:nvSpPr>
        <p:spPr>
          <a:xfrm>
            <a:off x="314280" y="431676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5" name=""/>
          <p:cNvSpPr txBox="1"/>
          <p:nvPr/>
        </p:nvSpPr>
        <p:spPr>
          <a:xfrm>
            <a:off x="657360" y="4311720"/>
            <a:ext cx="412452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with an empty stomach.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6" name=""/>
          <p:cNvSpPr txBox="1"/>
          <p:nvPr/>
        </p:nvSpPr>
        <p:spPr>
          <a:xfrm>
            <a:off x="314280" y="473112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7" name=""/>
          <p:cNvSpPr txBox="1"/>
          <p:nvPr/>
        </p:nvSpPr>
        <p:spPr>
          <a:xfrm>
            <a:off x="657360" y="4726080"/>
            <a:ext cx="575208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should not</a:t>
            </a:r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 be tested during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menstruation</a:t>
            </a:r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 for precise results.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8" name=""/>
          <p:cNvSpPr txBox="1"/>
          <p:nvPr/>
        </p:nvSpPr>
        <p:spPr>
          <a:xfrm>
            <a:off x="314280" y="5145480"/>
            <a:ext cx="20268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49" name=""/>
          <p:cNvSpPr txBox="1"/>
          <p:nvPr/>
        </p:nvSpPr>
        <p:spPr>
          <a:xfrm>
            <a:off x="657360" y="5140440"/>
            <a:ext cx="519876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InBody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results may vary</a:t>
            </a:r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 if the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input height and weight differs.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50" name=""/>
          <p:cNvSpPr txBox="1"/>
          <p:nvPr/>
        </p:nvSpPr>
        <p:spPr>
          <a:xfrm>
            <a:off x="314280" y="556056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51" name=""/>
          <p:cNvSpPr/>
          <p:nvPr/>
        </p:nvSpPr>
        <p:spPr>
          <a:xfrm>
            <a:off x="6774120" y="3786840"/>
            <a:ext cx="2521080" cy="2378160"/>
          </a:xfrm>
          <a:custGeom>
            <a:avLst/>
            <a:gdLst/>
            <a:ahLst/>
            <a:rect l="0" t="0" r="r" b="b"/>
            <a:pathLst>
              <a:path w="7003" h="6606">
                <a:moveTo>
                  <a:pt x="0" y="6606"/>
                </a:moveTo>
                <a:lnTo>
                  <a:pt x="3501" y="0"/>
                </a:lnTo>
                <a:lnTo>
                  <a:pt x="7003" y="6606"/>
                </a:lnTo>
                <a:lnTo>
                  <a:pt x="0" y="6606"/>
                </a:lnTo>
                <a:close/>
              </a:path>
            </a:pathLst>
          </a:custGeom>
          <a:solidFill>
            <a:srgbClr val="ffff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52" name=""/>
          <p:cNvSpPr/>
          <p:nvPr/>
        </p:nvSpPr>
        <p:spPr>
          <a:xfrm>
            <a:off x="6589440" y="3549600"/>
            <a:ext cx="2890440" cy="2726280"/>
          </a:xfrm>
          <a:custGeom>
            <a:avLst/>
            <a:gdLst/>
            <a:ahLst/>
            <a:rect l="0" t="0" r="r" b="b"/>
            <a:pathLst>
              <a:path w="8029" h="7573">
                <a:moveTo>
                  <a:pt x="0" y="7573"/>
                </a:moveTo>
                <a:lnTo>
                  <a:pt x="4015" y="0"/>
                </a:lnTo>
                <a:lnTo>
                  <a:pt x="8029" y="7573"/>
                </a:lnTo>
                <a:lnTo>
                  <a:pt x="0" y="7573"/>
                </a:lnTo>
                <a:moveTo>
                  <a:pt x="7824" y="7450"/>
                </a:moveTo>
                <a:lnTo>
                  <a:pt x="4015" y="264"/>
                </a:lnTo>
                <a:lnTo>
                  <a:pt x="205" y="7450"/>
                </a:lnTo>
                <a:lnTo>
                  <a:pt x="7824" y="7450"/>
                </a:lnTo>
                <a:moveTo>
                  <a:pt x="410" y="7326"/>
                </a:moveTo>
                <a:lnTo>
                  <a:pt x="4015" y="527"/>
                </a:lnTo>
                <a:lnTo>
                  <a:pt x="7618" y="7326"/>
                </a:lnTo>
                <a:lnTo>
                  <a:pt x="410" y="7326"/>
                </a:lnTo>
                <a:moveTo>
                  <a:pt x="7003" y="6956"/>
                </a:moveTo>
                <a:lnTo>
                  <a:pt x="4015" y="1318"/>
                </a:lnTo>
                <a:lnTo>
                  <a:pt x="1026" y="6956"/>
                </a:lnTo>
                <a:lnTo>
                  <a:pt x="7003" y="6956"/>
                </a:lnTo>
                <a:close/>
              </a:path>
            </a:pathLst>
          </a:custGeom>
          <a:solidFill>
            <a:srgbClr val="97332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853" name=""/>
          <p:cNvSpPr txBox="1"/>
          <p:nvPr/>
        </p:nvSpPr>
        <p:spPr>
          <a:xfrm>
            <a:off x="657360" y="5555520"/>
            <a:ext cx="4964400" cy="2487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Calibri"/>
                <a:ea typeface="Calibri"/>
              </a:rPr>
              <a:t>Reason why</a:t>
            </a:r>
            <a:r>
              <a:rPr b="1" lang="en-US" sz="1600" spc="-1" strike="noStrike">
                <a:solidFill>
                  <a:srgbClr val="ff0000"/>
                </a:solidFill>
                <a:latin typeface="Calibri"/>
                <a:ea typeface="Calibri"/>
              </a:rPr>
              <a:t> percent body fat varies before and after sleep.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54" name=""/>
          <p:cNvSpPr/>
          <p:nvPr/>
        </p:nvSpPr>
        <p:spPr>
          <a:xfrm>
            <a:off x="6254280" y="3514320"/>
            <a:ext cx="3600000" cy="2952360"/>
          </a:xfrm>
          <a:custGeom>
            <a:avLst/>
            <a:gdLst/>
            <a:ahLst/>
            <a:rect l="0" t="0" r="r" b="b"/>
            <a:pathLst>
              <a:path w="10000" h="8201">
                <a:moveTo>
                  <a:pt x="0" y="8201"/>
                </a:moveTo>
                <a:lnTo>
                  <a:pt x="5000" y="0"/>
                </a:lnTo>
                <a:lnTo>
                  <a:pt x="10000" y="8201"/>
                </a:lnTo>
                <a:lnTo>
                  <a:pt x="0" y="8201"/>
                </a:lnTo>
                <a:close/>
              </a:path>
            </a:pathLst>
          </a:custGeom>
          <a:solidFill>
            <a:srgbClr val="ffffff">
              <a:alpha val="7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55" name=""/>
          <p:cNvSpPr txBox="1"/>
          <p:nvPr/>
        </p:nvSpPr>
        <p:spPr>
          <a:xfrm>
            <a:off x="7659000" y="4178880"/>
            <a:ext cx="1778400" cy="20700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010" spc="-1" strike="noStrike">
                <a:solidFill>
                  <a:srgbClr val="000000"/>
                </a:solidFill>
                <a:latin typeface="NanumGothicExtraBold"/>
                <a:ea typeface="NanumGothicExtraBold"/>
              </a:rPr>
              <a:t>!</a:t>
            </a:r>
            <a:endParaRPr b="0" lang="en-US" sz="140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5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58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859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27860" name=""/>
          <p:cNvSpPr/>
          <p:nvPr/>
        </p:nvSpPr>
        <p:spPr>
          <a:xfrm>
            <a:off x="3861720" y="2905920"/>
            <a:ext cx="2409840" cy="369360"/>
          </a:xfrm>
          <a:custGeom>
            <a:avLst/>
            <a:gdLst/>
            <a:ahLst/>
            <a:rect l="0" t="0" r="r" b="b"/>
            <a:pathLst>
              <a:path w="6694" h="1026">
                <a:moveTo>
                  <a:pt x="0" y="1026"/>
                </a:moveTo>
                <a:lnTo>
                  <a:pt x="6694" y="1026"/>
                </a:lnTo>
                <a:lnTo>
                  <a:pt x="6694" y="0"/>
                </a:lnTo>
                <a:lnTo>
                  <a:pt x="0" y="0"/>
                </a:lnTo>
                <a:lnTo>
                  <a:pt x="0" y="102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861" name=""/>
          <p:cNvSpPr txBox="1"/>
          <p:nvPr/>
        </p:nvSpPr>
        <p:spPr>
          <a:xfrm>
            <a:off x="3403800" y="2249280"/>
            <a:ext cx="511236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Precautionary Steps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62" name=""/>
          <p:cNvSpPr txBox="1"/>
          <p:nvPr/>
        </p:nvSpPr>
        <p:spPr>
          <a:xfrm>
            <a:off x="4465440" y="2953800"/>
            <a:ext cx="15156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Internal tests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6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6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865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sp>
        <p:nvSpPr>
          <p:cNvPr id="27866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867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7868" name=""/>
          <p:cNvSpPr txBox="1"/>
          <p:nvPr/>
        </p:nvSpPr>
        <p:spPr>
          <a:xfrm>
            <a:off x="484560" y="399960"/>
            <a:ext cx="616068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with arms straightened.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69" name=""/>
          <p:cNvSpPr txBox="1"/>
          <p:nvPr/>
        </p:nvSpPr>
        <p:spPr>
          <a:xfrm>
            <a:off x="5621400" y="4338000"/>
            <a:ext cx="7016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Impedance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0" name=""/>
          <p:cNvSpPr txBox="1"/>
          <p:nvPr/>
        </p:nvSpPr>
        <p:spPr>
          <a:xfrm>
            <a:off x="6385320" y="4362480"/>
            <a:ext cx="16725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is affected by the cross-sectional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1" name=""/>
          <p:cNvSpPr txBox="1"/>
          <p:nvPr/>
        </p:nvSpPr>
        <p:spPr>
          <a:xfrm>
            <a:off x="8224920" y="4362480"/>
            <a:ext cx="14270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area so the resistance value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2" name=""/>
          <p:cNvSpPr txBox="1"/>
          <p:nvPr/>
        </p:nvSpPr>
        <p:spPr>
          <a:xfrm>
            <a:off x="5621400" y="4520880"/>
            <a:ext cx="36370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differs when current goes through a regular cylinder and bent cylinder.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3" name=""/>
          <p:cNvSpPr txBox="1"/>
          <p:nvPr/>
        </p:nvSpPr>
        <p:spPr>
          <a:xfrm>
            <a:off x="5621400" y="482580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If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4" name=""/>
          <p:cNvSpPr txBox="1"/>
          <p:nvPr/>
        </p:nvSpPr>
        <p:spPr>
          <a:xfrm>
            <a:off x="5741640" y="4850640"/>
            <a:ext cx="40071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 arm or the leg is bent while testing InBody, the length of the cylinder(arm,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5" name=""/>
          <p:cNvSpPr txBox="1"/>
          <p:nvPr/>
        </p:nvSpPr>
        <p:spPr>
          <a:xfrm>
            <a:off x="5621400" y="5009040"/>
            <a:ext cx="40514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leg), which the current passes, will decrease. This leads to impedance decrease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6" name=""/>
          <p:cNvSpPr txBox="1"/>
          <p:nvPr/>
        </p:nvSpPr>
        <p:spPr>
          <a:xfrm>
            <a:off x="5621400" y="5161680"/>
            <a:ext cx="2434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in the bent area that results in decrease of PBF.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7" name=""/>
          <p:cNvSpPr txBox="1"/>
          <p:nvPr/>
        </p:nvSpPr>
        <p:spPr>
          <a:xfrm>
            <a:off x="5621400" y="5465880"/>
            <a:ext cx="842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Experimental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8" name=""/>
          <p:cNvSpPr txBox="1"/>
          <p:nvPr/>
        </p:nvSpPr>
        <p:spPr>
          <a:xfrm>
            <a:off x="6527160" y="5465880"/>
            <a:ext cx="456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Results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79" name=""/>
          <p:cNvSpPr txBox="1"/>
          <p:nvPr/>
        </p:nvSpPr>
        <p:spPr>
          <a:xfrm>
            <a:off x="7031520" y="5490720"/>
            <a:ext cx="25398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show that when InBody was tested with the arms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80" name=""/>
          <p:cNvSpPr txBox="1"/>
          <p:nvPr/>
        </p:nvSpPr>
        <p:spPr>
          <a:xfrm>
            <a:off x="5621400" y="5649120"/>
            <a:ext cx="2703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bent,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81" name=""/>
          <p:cNvSpPr txBox="1"/>
          <p:nvPr/>
        </p:nvSpPr>
        <p:spPr>
          <a:xfrm>
            <a:off x="5946120" y="5649120"/>
            <a:ext cx="35744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upper limb impedance decreased compared to testing while the arms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82" name=""/>
          <p:cNvSpPr/>
          <p:nvPr/>
        </p:nvSpPr>
        <p:spPr>
          <a:xfrm>
            <a:off x="5528880" y="3933360"/>
            <a:ext cx="1152360" cy="288360"/>
          </a:xfrm>
          <a:custGeom>
            <a:avLst/>
            <a:gdLst/>
            <a:ahLst/>
            <a:rect l="0" t="0" r="r" b="b"/>
            <a:pathLst>
              <a:path w="3201" h="801">
                <a:moveTo>
                  <a:pt x="0" y="801"/>
                </a:moveTo>
                <a:lnTo>
                  <a:pt x="3201" y="801"/>
                </a:lnTo>
                <a:lnTo>
                  <a:pt x="3201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883" name=""/>
          <p:cNvSpPr txBox="1"/>
          <p:nvPr/>
        </p:nvSpPr>
        <p:spPr>
          <a:xfrm>
            <a:off x="5621400" y="5801400"/>
            <a:ext cx="37285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were straightened. This caused underestimation of the percent body fat.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84" name=""/>
          <p:cNvSpPr txBox="1"/>
          <p:nvPr/>
        </p:nvSpPr>
        <p:spPr>
          <a:xfrm>
            <a:off x="5769720" y="397188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885" name="" descr=""/>
          <p:cNvPicPr/>
          <p:nvPr/>
        </p:nvPicPr>
        <p:blipFill>
          <a:blip r:embed="rId3"/>
          <a:stretch/>
        </p:blipFill>
        <p:spPr>
          <a:xfrm>
            <a:off x="201240" y="1772280"/>
            <a:ext cx="5039640" cy="4320360"/>
          </a:xfrm>
          <a:prstGeom prst="rect">
            <a:avLst/>
          </a:prstGeom>
          <a:ln w="0">
            <a:noFill/>
          </a:ln>
        </p:spPr>
      </p:pic>
      <p:sp>
        <p:nvSpPr>
          <p:cNvPr id="27886" name=""/>
          <p:cNvSpPr/>
          <p:nvPr/>
        </p:nvSpPr>
        <p:spPr>
          <a:xfrm>
            <a:off x="127800" y="1412640"/>
            <a:ext cx="5256720" cy="4968360"/>
          </a:xfrm>
          <a:custGeom>
            <a:avLst/>
            <a:gdLst/>
            <a:ahLst/>
            <a:rect l="0" t="0" r="r" b="b"/>
            <a:pathLst>
              <a:path w="14602" h="13801">
                <a:moveTo>
                  <a:pt x="0" y="13801"/>
                </a:moveTo>
                <a:lnTo>
                  <a:pt x="14602" y="13801"/>
                </a:lnTo>
                <a:lnTo>
                  <a:pt x="14602" y="0"/>
                </a:lnTo>
                <a:lnTo>
                  <a:pt x="0" y="0"/>
                </a:lnTo>
                <a:lnTo>
                  <a:pt x="0" y="13801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87" name=""/>
          <p:cNvSpPr txBox="1"/>
          <p:nvPr/>
        </p:nvSpPr>
        <p:spPr>
          <a:xfrm>
            <a:off x="1877400" y="1126440"/>
            <a:ext cx="318888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 PBF difference from posture change&gt;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88" name=""/>
          <p:cNvSpPr txBox="1"/>
          <p:nvPr/>
        </p:nvSpPr>
        <p:spPr>
          <a:xfrm>
            <a:off x="1078920" y="1604880"/>
            <a:ext cx="140436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28, Height 183cm, Male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89" name=""/>
          <p:cNvSpPr txBox="1"/>
          <p:nvPr/>
        </p:nvSpPr>
        <p:spPr>
          <a:xfrm>
            <a:off x="2543400" y="1604880"/>
            <a:ext cx="140436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30, Height 174cm, Male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890" name="" descr=""/>
          <p:cNvPicPr/>
          <p:nvPr/>
        </p:nvPicPr>
        <p:blipFill>
          <a:blip r:embed="rId4"/>
          <a:stretch/>
        </p:blipFill>
        <p:spPr>
          <a:xfrm>
            <a:off x="5489280" y="1484280"/>
            <a:ext cx="1440000" cy="1799640"/>
          </a:xfrm>
          <a:prstGeom prst="rect">
            <a:avLst/>
          </a:prstGeom>
          <a:ln w="0">
            <a:noFill/>
          </a:ln>
        </p:spPr>
      </p:pic>
      <p:pic>
        <p:nvPicPr>
          <p:cNvPr id="27891" name="" descr=""/>
          <p:cNvPicPr/>
          <p:nvPr/>
        </p:nvPicPr>
        <p:blipFill>
          <a:blip r:embed="rId5"/>
          <a:stretch/>
        </p:blipFill>
        <p:spPr>
          <a:xfrm>
            <a:off x="7001280" y="1484280"/>
            <a:ext cx="1440000" cy="1799640"/>
          </a:xfrm>
          <a:prstGeom prst="rect">
            <a:avLst/>
          </a:prstGeom>
          <a:ln w="0">
            <a:noFill/>
          </a:ln>
        </p:spPr>
      </p:pic>
      <p:pic>
        <p:nvPicPr>
          <p:cNvPr id="27892" name="" descr=""/>
          <p:cNvPicPr/>
          <p:nvPr/>
        </p:nvPicPr>
        <p:blipFill>
          <a:blip r:embed="rId6"/>
          <a:stretch/>
        </p:blipFill>
        <p:spPr>
          <a:xfrm>
            <a:off x="8514720" y="1484280"/>
            <a:ext cx="1294920" cy="1799640"/>
          </a:xfrm>
          <a:prstGeom prst="rect">
            <a:avLst/>
          </a:prstGeom>
          <a:ln w="0">
            <a:noFill/>
          </a:ln>
        </p:spPr>
      </p:pic>
      <p:sp>
        <p:nvSpPr>
          <p:cNvPr id="27893" name=""/>
          <p:cNvSpPr txBox="1"/>
          <p:nvPr/>
        </p:nvSpPr>
        <p:spPr>
          <a:xfrm>
            <a:off x="4031640" y="1604880"/>
            <a:ext cx="143496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29, Height 178cm , Male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94" name=""/>
          <p:cNvSpPr txBox="1"/>
          <p:nvPr/>
        </p:nvSpPr>
        <p:spPr>
          <a:xfrm>
            <a:off x="1036800" y="6176880"/>
            <a:ext cx="68940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Correct Posture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95" name=""/>
          <p:cNvSpPr txBox="1"/>
          <p:nvPr/>
        </p:nvSpPr>
        <p:spPr>
          <a:xfrm>
            <a:off x="1680120" y="6176880"/>
            <a:ext cx="593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Bent Forward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96" name=""/>
          <p:cNvSpPr txBox="1"/>
          <p:nvPr/>
        </p:nvSpPr>
        <p:spPr>
          <a:xfrm>
            <a:off x="5763960" y="3380040"/>
            <a:ext cx="127008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c00000"/>
                </a:solidFill>
                <a:latin typeface="MalgunGothic"/>
                <a:ea typeface="MalgunGothic"/>
              </a:rPr>
              <a:t>▲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 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Correct Posture (O) 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97" name=""/>
          <p:cNvSpPr txBox="1"/>
          <p:nvPr/>
        </p:nvSpPr>
        <p:spPr>
          <a:xfrm>
            <a:off x="7271640" y="3380040"/>
            <a:ext cx="118188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c00000"/>
                </a:solidFill>
                <a:latin typeface="MalgunGothic"/>
                <a:ea typeface="MalgunGothic"/>
              </a:rPr>
              <a:t>▲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 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Wrong Posture (X)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98" name=""/>
          <p:cNvSpPr txBox="1"/>
          <p:nvPr/>
        </p:nvSpPr>
        <p:spPr>
          <a:xfrm>
            <a:off x="4031640" y="6175080"/>
            <a:ext cx="56448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Correct Posture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899" name=""/>
          <p:cNvSpPr txBox="1"/>
          <p:nvPr/>
        </p:nvSpPr>
        <p:spPr>
          <a:xfrm>
            <a:off x="4687200" y="6175080"/>
            <a:ext cx="48852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90" spc="-1" strike="noStrike">
                <a:solidFill>
                  <a:srgbClr val="000000"/>
                </a:solidFill>
                <a:latin typeface="Calibri"/>
                <a:ea typeface="Calibri"/>
              </a:rPr>
              <a:t>Bent Forward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00" name=""/>
          <p:cNvSpPr txBox="1"/>
          <p:nvPr/>
        </p:nvSpPr>
        <p:spPr>
          <a:xfrm>
            <a:off x="2529360" y="6176880"/>
            <a:ext cx="68940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Correct Posture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01" name=""/>
          <p:cNvSpPr txBox="1"/>
          <p:nvPr/>
        </p:nvSpPr>
        <p:spPr>
          <a:xfrm>
            <a:off x="3172680" y="6176880"/>
            <a:ext cx="593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Bent Forward</a:t>
            </a:r>
            <a:endParaRPr b="0" lang="en-US" sz="6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02" name=""/>
          <p:cNvSpPr txBox="1"/>
          <p:nvPr/>
        </p:nvSpPr>
        <p:spPr>
          <a:xfrm>
            <a:off x="8728200" y="3380040"/>
            <a:ext cx="118188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c00000"/>
                </a:solidFill>
                <a:latin typeface="MalgunGothic"/>
                <a:ea typeface="MalgunGothic"/>
              </a:rPr>
              <a:t>▲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 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Wrong Posture (X)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0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199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0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905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7906" name="" descr=""/>
          <p:cNvPicPr/>
          <p:nvPr/>
        </p:nvPicPr>
        <p:blipFill>
          <a:blip r:embed="rId2"/>
          <a:stretch/>
        </p:blipFill>
        <p:spPr>
          <a:xfrm>
            <a:off x="344520" y="1557360"/>
            <a:ext cx="5603400" cy="4463280"/>
          </a:xfrm>
          <a:prstGeom prst="rect">
            <a:avLst/>
          </a:prstGeom>
          <a:ln w="0">
            <a:noFill/>
          </a:ln>
        </p:spPr>
      </p:pic>
      <p:pic>
        <p:nvPicPr>
          <p:cNvPr id="27907" name="" descr=""/>
          <p:cNvPicPr/>
          <p:nvPr/>
        </p:nvPicPr>
        <p:blipFill>
          <a:blip r:embed="rId3"/>
          <a:stretch/>
        </p:blipFill>
        <p:spPr>
          <a:xfrm>
            <a:off x="6464880" y="1557360"/>
            <a:ext cx="1440000" cy="1799640"/>
          </a:xfrm>
          <a:prstGeom prst="rect">
            <a:avLst/>
          </a:prstGeom>
          <a:ln w="0">
            <a:noFill/>
          </a:ln>
        </p:spPr>
      </p:pic>
      <p:pic>
        <p:nvPicPr>
          <p:cNvPr id="27908" name="" descr=""/>
          <p:cNvPicPr/>
          <p:nvPr/>
        </p:nvPicPr>
        <p:blipFill>
          <a:blip r:embed="rId4"/>
          <a:stretch/>
        </p:blipFill>
        <p:spPr>
          <a:xfrm>
            <a:off x="8121240" y="1557360"/>
            <a:ext cx="1440000" cy="1799640"/>
          </a:xfrm>
          <a:prstGeom prst="rect">
            <a:avLst/>
          </a:prstGeom>
          <a:ln w="0">
            <a:noFill/>
          </a:ln>
        </p:spPr>
      </p:pic>
      <p:sp>
        <p:nvSpPr>
          <p:cNvPr id="27909" name=""/>
          <p:cNvSpPr/>
          <p:nvPr/>
        </p:nvSpPr>
        <p:spPr>
          <a:xfrm>
            <a:off x="272520" y="1412640"/>
            <a:ext cx="5904360" cy="4897080"/>
          </a:xfrm>
          <a:custGeom>
            <a:avLst/>
            <a:gdLst/>
            <a:ahLst/>
            <a:rect l="0" t="0" r="r" b="b"/>
            <a:pathLst>
              <a:path w="16401" h="13603">
                <a:moveTo>
                  <a:pt x="0" y="13603"/>
                </a:moveTo>
                <a:lnTo>
                  <a:pt x="16401" y="13603"/>
                </a:lnTo>
                <a:lnTo>
                  <a:pt x="16401" y="0"/>
                </a:lnTo>
                <a:lnTo>
                  <a:pt x="0" y="0"/>
                </a:lnTo>
                <a:lnTo>
                  <a:pt x="0" y="13603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10" name=""/>
          <p:cNvSpPr txBox="1"/>
          <p:nvPr/>
        </p:nvSpPr>
        <p:spPr>
          <a:xfrm>
            <a:off x="1740240" y="1530720"/>
            <a:ext cx="162216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28, Height 183cm, Male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11" name=""/>
          <p:cNvSpPr txBox="1"/>
          <p:nvPr/>
        </p:nvSpPr>
        <p:spPr>
          <a:xfrm>
            <a:off x="4214160" y="1530720"/>
            <a:ext cx="169380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29, Height 178cm,  Male 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12" name=""/>
          <p:cNvSpPr txBox="1"/>
          <p:nvPr/>
        </p:nvSpPr>
        <p:spPr>
          <a:xfrm>
            <a:off x="1359360" y="6121080"/>
            <a:ext cx="6940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Stand at attention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13" name=""/>
          <p:cNvSpPr txBox="1"/>
          <p:nvPr/>
        </p:nvSpPr>
        <p:spPr>
          <a:xfrm>
            <a:off x="1972080" y="6121080"/>
            <a:ext cx="42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About 15</a:t>
            </a:r>
            <a:r>
              <a:rPr b="0" lang="en-US" sz="600" spc="-1" strike="noStrike">
                <a:solidFill>
                  <a:srgbClr val="000000"/>
                </a:solidFill>
                <a:latin typeface="MalgunGothic"/>
                <a:ea typeface="MalgunGothic"/>
              </a:rPr>
              <a:t>︒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14" name=""/>
          <p:cNvSpPr txBox="1"/>
          <p:nvPr/>
        </p:nvSpPr>
        <p:spPr>
          <a:xfrm>
            <a:off x="2417040" y="6119280"/>
            <a:ext cx="284040" cy="93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"/>
                <a:ea typeface="Calibri"/>
              </a:rPr>
              <a:t>About 30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15" name=""/>
          <p:cNvSpPr txBox="1"/>
          <p:nvPr/>
        </p:nvSpPr>
        <p:spPr>
          <a:xfrm>
            <a:off x="2698920" y="6121080"/>
            <a:ext cx="7704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MalgunGothic"/>
                <a:ea typeface="MalgunGothic"/>
              </a:rPr>
              <a:t>︒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16" name=""/>
          <p:cNvSpPr txBox="1"/>
          <p:nvPr/>
        </p:nvSpPr>
        <p:spPr>
          <a:xfrm>
            <a:off x="2828880" y="6119280"/>
            <a:ext cx="284040" cy="93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"/>
                <a:ea typeface="Calibri"/>
              </a:rPr>
              <a:t>About 60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917" name="" descr=""/>
          <p:cNvPicPr/>
          <p:nvPr/>
        </p:nvPicPr>
        <p:blipFill>
          <a:blip r:embed="rId5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7918" name=""/>
          <p:cNvSpPr txBox="1"/>
          <p:nvPr/>
        </p:nvSpPr>
        <p:spPr>
          <a:xfrm>
            <a:off x="3110760" y="6121080"/>
            <a:ext cx="7704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MalgunGothic"/>
                <a:ea typeface="MalgunGothic"/>
              </a:rPr>
              <a:t>︒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19" name=""/>
          <p:cNvSpPr txBox="1"/>
          <p:nvPr/>
        </p:nvSpPr>
        <p:spPr>
          <a:xfrm>
            <a:off x="6413760" y="4122000"/>
            <a:ext cx="7016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Impedance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0" name=""/>
          <p:cNvSpPr txBox="1"/>
          <p:nvPr/>
        </p:nvSpPr>
        <p:spPr>
          <a:xfrm>
            <a:off x="7198920" y="4139280"/>
            <a:ext cx="13392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Calibri"/>
                <a:ea typeface="Calibri"/>
              </a:rPr>
              <a:t>is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1" name=""/>
          <p:cNvSpPr txBox="1"/>
          <p:nvPr/>
        </p:nvSpPr>
        <p:spPr>
          <a:xfrm>
            <a:off x="7360200" y="4139280"/>
            <a:ext cx="90144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Calibri"/>
                <a:ea typeface="Calibri"/>
              </a:rPr>
              <a:t>a resistance that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2" name=""/>
          <p:cNvSpPr txBox="1"/>
          <p:nvPr/>
        </p:nvSpPr>
        <p:spPr>
          <a:xfrm>
            <a:off x="8415000" y="4139280"/>
            <a:ext cx="35424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Calibri"/>
                <a:ea typeface="Calibri"/>
              </a:rPr>
              <a:t>occurs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3" name=""/>
          <p:cNvSpPr txBox="1"/>
          <p:nvPr/>
        </p:nvSpPr>
        <p:spPr>
          <a:xfrm>
            <a:off x="8840520" y="4139280"/>
            <a:ext cx="73692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Calibri"/>
                <a:ea typeface="Calibri"/>
              </a:rPr>
              <a:t>when current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4" name=""/>
          <p:cNvSpPr txBox="1"/>
          <p:nvPr/>
        </p:nvSpPr>
        <p:spPr>
          <a:xfrm>
            <a:off x="6413760" y="4304160"/>
            <a:ext cx="284760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Calibri"/>
                <a:ea typeface="Calibri"/>
              </a:rPr>
              <a:t>flows. It is affected by the length and cross-sectional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5" name=""/>
          <p:cNvSpPr txBox="1"/>
          <p:nvPr/>
        </p:nvSpPr>
        <p:spPr>
          <a:xfrm>
            <a:off x="9375480" y="4304160"/>
            <a:ext cx="24156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Calibri"/>
                <a:ea typeface="Calibri"/>
              </a:rPr>
              <a:t>area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6" name=""/>
          <p:cNvSpPr txBox="1"/>
          <p:nvPr/>
        </p:nvSpPr>
        <p:spPr>
          <a:xfrm>
            <a:off x="6413760" y="4464000"/>
            <a:ext cx="945720" cy="165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50" spc="-1" strike="noStrike">
                <a:solidFill>
                  <a:srgbClr val="000000"/>
                </a:solidFill>
                <a:latin typeface="Calibri"/>
                <a:ea typeface="Calibri"/>
              </a:rPr>
              <a:t>of the conductor.</a:t>
            </a:r>
            <a:endParaRPr b="0" lang="en-US" sz="105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7" name=""/>
          <p:cNvSpPr txBox="1"/>
          <p:nvPr/>
        </p:nvSpPr>
        <p:spPr>
          <a:xfrm>
            <a:off x="6413760" y="480780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If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8" name=""/>
          <p:cNvSpPr txBox="1"/>
          <p:nvPr/>
        </p:nvSpPr>
        <p:spPr>
          <a:xfrm>
            <a:off x="6567480" y="4835520"/>
            <a:ext cx="5781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InBody is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29" name=""/>
          <p:cNvSpPr txBox="1"/>
          <p:nvPr/>
        </p:nvSpPr>
        <p:spPr>
          <a:xfrm>
            <a:off x="7127280" y="4835520"/>
            <a:ext cx="9165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tested without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0" name=""/>
          <p:cNvSpPr txBox="1"/>
          <p:nvPr/>
        </p:nvSpPr>
        <p:spPr>
          <a:xfrm>
            <a:off x="7981920" y="4835520"/>
            <a:ext cx="3193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arms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1" name=""/>
          <p:cNvSpPr txBox="1"/>
          <p:nvPr/>
        </p:nvSpPr>
        <p:spPr>
          <a:xfrm>
            <a:off x="8299080" y="4835520"/>
            <a:ext cx="337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apart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2" name=""/>
          <p:cNvSpPr txBox="1"/>
          <p:nvPr/>
        </p:nvSpPr>
        <p:spPr>
          <a:xfrm>
            <a:off x="8636040" y="4835520"/>
            <a:ext cx="1063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from the torso in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3" name=""/>
          <p:cNvSpPr txBox="1"/>
          <p:nvPr/>
        </p:nvSpPr>
        <p:spPr>
          <a:xfrm>
            <a:off x="6413760" y="4994280"/>
            <a:ext cx="621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topless or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4" name=""/>
          <p:cNvSpPr txBox="1"/>
          <p:nvPr/>
        </p:nvSpPr>
        <p:spPr>
          <a:xfrm>
            <a:off x="7003800" y="4994280"/>
            <a:ext cx="11894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sleeveless clothes,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5" name=""/>
          <p:cNvSpPr txBox="1"/>
          <p:nvPr/>
        </p:nvSpPr>
        <p:spPr>
          <a:xfrm>
            <a:off x="8035560" y="4994280"/>
            <a:ext cx="6652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 armpit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6" name=""/>
          <p:cNvSpPr txBox="1"/>
          <p:nvPr/>
        </p:nvSpPr>
        <p:spPr>
          <a:xfrm>
            <a:off x="8663400" y="4994280"/>
            <a:ext cx="2095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will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7" name=""/>
          <p:cNvSpPr txBox="1"/>
          <p:nvPr/>
        </p:nvSpPr>
        <p:spPr>
          <a:xfrm>
            <a:off x="8895240" y="4994280"/>
            <a:ext cx="819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attach to the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8" name=""/>
          <p:cNvSpPr txBox="1"/>
          <p:nvPr/>
        </p:nvSpPr>
        <p:spPr>
          <a:xfrm>
            <a:off x="6413760" y="5146560"/>
            <a:ext cx="38944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torso resulting in impedance decrease. Likewise, if the thighs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39" name=""/>
          <p:cNvSpPr txBox="1"/>
          <p:nvPr/>
        </p:nvSpPr>
        <p:spPr>
          <a:xfrm>
            <a:off x="6413760" y="5298840"/>
            <a:ext cx="12931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attach to each other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0" name=""/>
          <p:cNvSpPr txBox="1"/>
          <p:nvPr/>
        </p:nvSpPr>
        <p:spPr>
          <a:xfrm>
            <a:off x="7601040" y="5298840"/>
            <a:ext cx="1349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while wearing shorts,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1" name=""/>
          <p:cNvSpPr txBox="1"/>
          <p:nvPr/>
        </p:nvSpPr>
        <p:spPr>
          <a:xfrm>
            <a:off x="8811360" y="5298840"/>
            <a:ext cx="593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 lower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2" name=""/>
          <p:cNvSpPr txBox="1"/>
          <p:nvPr/>
        </p:nvSpPr>
        <p:spPr>
          <a:xfrm>
            <a:off x="9389160" y="5298840"/>
            <a:ext cx="2736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limb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3" name=""/>
          <p:cNvSpPr txBox="1"/>
          <p:nvPr/>
        </p:nvSpPr>
        <p:spPr>
          <a:xfrm>
            <a:off x="6413760" y="5451480"/>
            <a:ext cx="1609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impedance will decrease.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4" name=""/>
          <p:cNvSpPr txBox="1"/>
          <p:nvPr/>
        </p:nvSpPr>
        <p:spPr>
          <a:xfrm>
            <a:off x="6413760" y="5753160"/>
            <a:ext cx="842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Experimental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5" name=""/>
          <p:cNvSpPr txBox="1"/>
          <p:nvPr/>
        </p:nvSpPr>
        <p:spPr>
          <a:xfrm>
            <a:off x="7325280" y="5753160"/>
            <a:ext cx="456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Results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6" name=""/>
          <p:cNvSpPr txBox="1"/>
          <p:nvPr/>
        </p:nvSpPr>
        <p:spPr>
          <a:xfrm>
            <a:off x="7835760" y="5780880"/>
            <a:ext cx="623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show that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7" name=""/>
          <p:cNvSpPr txBox="1"/>
          <p:nvPr/>
        </p:nvSpPr>
        <p:spPr>
          <a:xfrm>
            <a:off x="8428680" y="5780880"/>
            <a:ext cx="13694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as the angle between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8" name=""/>
          <p:cNvSpPr txBox="1"/>
          <p:nvPr/>
        </p:nvSpPr>
        <p:spPr>
          <a:xfrm>
            <a:off x="6413760" y="5939280"/>
            <a:ext cx="39844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arm and torso got smaller, the arm and torso attached to each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49" name=""/>
          <p:cNvSpPr txBox="1"/>
          <p:nvPr/>
        </p:nvSpPr>
        <p:spPr>
          <a:xfrm>
            <a:off x="6413760" y="6091560"/>
            <a:ext cx="26312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other. This led to underestimation in PBF.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0" name=""/>
          <p:cNvSpPr txBox="1"/>
          <p:nvPr/>
        </p:nvSpPr>
        <p:spPr>
          <a:xfrm>
            <a:off x="1693800" y="1126440"/>
            <a:ext cx="437148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 PBF difference from angle between arms and torso&gt;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1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2" name=""/>
          <p:cNvSpPr txBox="1"/>
          <p:nvPr/>
        </p:nvSpPr>
        <p:spPr>
          <a:xfrm>
            <a:off x="484560" y="399960"/>
            <a:ext cx="763128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with the arms apart from the torso.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3" name=""/>
          <p:cNvSpPr txBox="1"/>
          <p:nvPr/>
        </p:nvSpPr>
        <p:spPr>
          <a:xfrm>
            <a:off x="3814560" y="6117840"/>
            <a:ext cx="6940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Stand at attention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4" name=""/>
          <p:cNvSpPr txBox="1"/>
          <p:nvPr/>
        </p:nvSpPr>
        <p:spPr>
          <a:xfrm>
            <a:off x="4427280" y="6117840"/>
            <a:ext cx="42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About 15</a:t>
            </a:r>
            <a:r>
              <a:rPr b="0" lang="en-US" sz="600" spc="-1" strike="noStrike">
                <a:solidFill>
                  <a:srgbClr val="000000"/>
                </a:solidFill>
                <a:latin typeface="MalgunGothic"/>
                <a:ea typeface="MalgunGothic"/>
              </a:rPr>
              <a:t>︒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5" name=""/>
          <p:cNvSpPr txBox="1"/>
          <p:nvPr/>
        </p:nvSpPr>
        <p:spPr>
          <a:xfrm>
            <a:off x="4872240" y="6116040"/>
            <a:ext cx="284040" cy="93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"/>
                <a:ea typeface="Calibri"/>
              </a:rPr>
              <a:t>About 30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6" name=""/>
          <p:cNvSpPr txBox="1"/>
          <p:nvPr/>
        </p:nvSpPr>
        <p:spPr>
          <a:xfrm>
            <a:off x="5154120" y="6117840"/>
            <a:ext cx="7704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MalgunGothic"/>
                <a:ea typeface="MalgunGothic"/>
              </a:rPr>
              <a:t>︒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7" name=""/>
          <p:cNvSpPr txBox="1"/>
          <p:nvPr/>
        </p:nvSpPr>
        <p:spPr>
          <a:xfrm>
            <a:off x="5283720" y="6116040"/>
            <a:ext cx="284040" cy="93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"/>
                <a:ea typeface="Calibri"/>
              </a:rPr>
              <a:t>About 60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8" name=""/>
          <p:cNvSpPr txBox="1"/>
          <p:nvPr/>
        </p:nvSpPr>
        <p:spPr>
          <a:xfrm>
            <a:off x="5565960" y="6117840"/>
            <a:ext cx="7704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MalgunGothic"/>
                <a:ea typeface="MalgunGothic"/>
              </a:rPr>
              <a:t>︒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59" name=""/>
          <p:cNvSpPr txBox="1"/>
          <p:nvPr/>
        </p:nvSpPr>
        <p:spPr>
          <a:xfrm>
            <a:off x="6756120" y="3479400"/>
            <a:ext cx="127008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c00000"/>
                </a:solidFill>
                <a:latin typeface="MalgunGothic"/>
                <a:ea typeface="MalgunGothic"/>
              </a:rPr>
              <a:t>▲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 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Correct Posture (O) 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60" name=""/>
          <p:cNvSpPr/>
          <p:nvPr/>
        </p:nvSpPr>
        <p:spPr>
          <a:xfrm>
            <a:off x="6392880" y="3770280"/>
            <a:ext cx="1152720" cy="288360"/>
          </a:xfrm>
          <a:custGeom>
            <a:avLst/>
            <a:gdLst/>
            <a:ahLst/>
            <a:rect l="0" t="0" r="r" b="b"/>
            <a:pathLst>
              <a:path w="3202" h="801">
                <a:moveTo>
                  <a:pt x="0" y="801"/>
                </a:moveTo>
                <a:lnTo>
                  <a:pt x="3202" y="801"/>
                </a:lnTo>
                <a:lnTo>
                  <a:pt x="3202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7961" name=""/>
          <p:cNvSpPr txBox="1"/>
          <p:nvPr/>
        </p:nvSpPr>
        <p:spPr>
          <a:xfrm>
            <a:off x="8424000" y="3479040"/>
            <a:ext cx="118188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c00000"/>
                </a:solidFill>
                <a:latin typeface="MalgunGothic"/>
                <a:ea typeface="MalgunGothic"/>
              </a:rPr>
              <a:t>▲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 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Wrong Posture (X)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62" name=""/>
          <p:cNvSpPr txBox="1"/>
          <p:nvPr/>
        </p:nvSpPr>
        <p:spPr>
          <a:xfrm>
            <a:off x="6634080" y="380952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6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6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965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7966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7967" name=""/>
          <p:cNvSpPr txBox="1"/>
          <p:nvPr/>
        </p:nvSpPr>
        <p:spPr>
          <a:xfrm>
            <a:off x="6557760" y="4209480"/>
            <a:ext cx="5950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InBody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68" name=""/>
          <p:cNvSpPr txBox="1"/>
          <p:nvPr/>
        </p:nvSpPr>
        <p:spPr>
          <a:xfrm>
            <a:off x="7022520" y="4233600"/>
            <a:ext cx="3278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uses a touch type method that makes the electrical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69" name=""/>
          <p:cNvSpPr txBox="1"/>
          <p:nvPr/>
        </p:nvSpPr>
        <p:spPr>
          <a:xfrm>
            <a:off x="6557760" y="4392000"/>
            <a:ext cx="22334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connection by direct attachment of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0" name=""/>
          <p:cNvSpPr txBox="1"/>
          <p:nvPr/>
        </p:nvSpPr>
        <p:spPr>
          <a:xfrm>
            <a:off x="8499600" y="4392000"/>
            <a:ext cx="1367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hands and feet to the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1" name=""/>
          <p:cNvSpPr txBox="1"/>
          <p:nvPr/>
        </p:nvSpPr>
        <p:spPr>
          <a:xfrm>
            <a:off x="6557760" y="4544640"/>
            <a:ext cx="637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electrode.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2" name=""/>
          <p:cNvSpPr txBox="1"/>
          <p:nvPr/>
        </p:nvSpPr>
        <p:spPr>
          <a:xfrm>
            <a:off x="6557760" y="4846320"/>
            <a:ext cx="4885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Contact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3" name=""/>
          <p:cNvSpPr txBox="1"/>
          <p:nvPr/>
        </p:nvSpPr>
        <p:spPr>
          <a:xfrm>
            <a:off x="7117200" y="4846320"/>
            <a:ext cx="6714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Resistance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4" name=""/>
          <p:cNvSpPr txBox="1"/>
          <p:nvPr/>
        </p:nvSpPr>
        <p:spPr>
          <a:xfrm>
            <a:off x="7853400" y="4870800"/>
            <a:ext cx="801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is the degree of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5" name=""/>
          <p:cNvSpPr txBox="1"/>
          <p:nvPr/>
        </p:nvSpPr>
        <p:spPr>
          <a:xfrm>
            <a:off x="8805960" y="4870800"/>
            <a:ext cx="8481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disturbance that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6" name=""/>
          <p:cNvSpPr txBox="1"/>
          <p:nvPr/>
        </p:nvSpPr>
        <p:spPr>
          <a:xfrm>
            <a:off x="6557760" y="5029560"/>
            <a:ext cx="23475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occurs between two attaching conductors(i.e.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7" name=""/>
          <p:cNvSpPr txBox="1"/>
          <p:nvPr/>
        </p:nvSpPr>
        <p:spPr>
          <a:xfrm>
            <a:off x="9096840" y="5029560"/>
            <a:ext cx="5583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 InBody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8" name=""/>
          <p:cNvSpPr txBox="1"/>
          <p:nvPr/>
        </p:nvSpPr>
        <p:spPr>
          <a:xfrm>
            <a:off x="6557760" y="5181840"/>
            <a:ext cx="10141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electrode and skin).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79" name=""/>
          <p:cNvSpPr txBox="1"/>
          <p:nvPr/>
        </p:nvSpPr>
        <p:spPr>
          <a:xfrm>
            <a:off x="7646040" y="5181840"/>
            <a:ext cx="1975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 contact resistance increases when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0" name=""/>
          <p:cNvSpPr txBox="1"/>
          <p:nvPr/>
        </p:nvSpPr>
        <p:spPr>
          <a:xfrm>
            <a:off x="6557760" y="5334120"/>
            <a:ext cx="27684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 contact condition of the electrode and skin is bad.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1" name=""/>
          <p:cNvSpPr txBox="1"/>
          <p:nvPr/>
        </p:nvSpPr>
        <p:spPr>
          <a:xfrm>
            <a:off x="6557760" y="5638680"/>
            <a:ext cx="842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Experimental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2" name=""/>
          <p:cNvSpPr txBox="1"/>
          <p:nvPr/>
        </p:nvSpPr>
        <p:spPr>
          <a:xfrm>
            <a:off x="7457040" y="5638680"/>
            <a:ext cx="456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Results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3" name=""/>
          <p:cNvSpPr txBox="1"/>
          <p:nvPr/>
        </p:nvSpPr>
        <p:spPr>
          <a:xfrm>
            <a:off x="7969320" y="5663520"/>
            <a:ext cx="16480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show that there was impedance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4" name=""/>
          <p:cNvSpPr txBox="1"/>
          <p:nvPr/>
        </p:nvSpPr>
        <p:spPr>
          <a:xfrm>
            <a:off x="6557760" y="5821920"/>
            <a:ext cx="21967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change when testing InBody wearing socks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5" name=""/>
          <p:cNvSpPr txBox="1"/>
          <p:nvPr/>
        </p:nvSpPr>
        <p:spPr>
          <a:xfrm>
            <a:off x="9031320" y="5821920"/>
            <a:ext cx="126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or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6" name=""/>
          <p:cNvSpPr txBox="1"/>
          <p:nvPr/>
        </p:nvSpPr>
        <p:spPr>
          <a:xfrm>
            <a:off x="9211320" y="5821920"/>
            <a:ext cx="4748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stockings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7" name=""/>
          <p:cNvSpPr txBox="1"/>
          <p:nvPr/>
        </p:nvSpPr>
        <p:spPr>
          <a:xfrm>
            <a:off x="6557760" y="5974200"/>
            <a:ext cx="31204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compared to bare feet. This led to maximum 6.8% of error in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88" name=""/>
          <p:cNvSpPr/>
          <p:nvPr/>
        </p:nvSpPr>
        <p:spPr>
          <a:xfrm>
            <a:off x="127800" y="1412640"/>
            <a:ext cx="6265440" cy="4968360"/>
          </a:xfrm>
          <a:custGeom>
            <a:avLst/>
            <a:gdLst/>
            <a:ahLst/>
            <a:rect l="0" t="0" r="r" b="b"/>
            <a:pathLst>
              <a:path w="17404" h="13801">
                <a:moveTo>
                  <a:pt x="0" y="13801"/>
                </a:moveTo>
                <a:lnTo>
                  <a:pt x="17404" y="13801"/>
                </a:lnTo>
                <a:lnTo>
                  <a:pt x="17404" y="0"/>
                </a:lnTo>
                <a:lnTo>
                  <a:pt x="0" y="0"/>
                </a:lnTo>
                <a:lnTo>
                  <a:pt x="0" y="13801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989" name="" descr=""/>
          <p:cNvPicPr/>
          <p:nvPr/>
        </p:nvPicPr>
        <p:blipFill>
          <a:blip r:embed="rId3"/>
          <a:stretch/>
        </p:blipFill>
        <p:spPr>
          <a:xfrm>
            <a:off x="272880" y="1845720"/>
            <a:ext cx="6048360" cy="4103640"/>
          </a:xfrm>
          <a:prstGeom prst="rect">
            <a:avLst/>
          </a:prstGeom>
          <a:ln w="0">
            <a:noFill/>
          </a:ln>
        </p:spPr>
      </p:pic>
      <p:sp>
        <p:nvSpPr>
          <p:cNvPr id="27990" name=""/>
          <p:cNvSpPr txBox="1"/>
          <p:nvPr/>
        </p:nvSpPr>
        <p:spPr>
          <a:xfrm>
            <a:off x="6557760" y="6126480"/>
            <a:ext cx="2246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PBF.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91" name=""/>
          <p:cNvSpPr txBox="1"/>
          <p:nvPr/>
        </p:nvSpPr>
        <p:spPr>
          <a:xfrm>
            <a:off x="1957680" y="1126440"/>
            <a:ext cx="417960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&lt;PBF difference from wearing socks and stockings&gt;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92" name=""/>
          <p:cNvSpPr txBox="1"/>
          <p:nvPr/>
        </p:nvSpPr>
        <p:spPr>
          <a:xfrm>
            <a:off x="1443960" y="1661040"/>
            <a:ext cx="1977480" cy="134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29, Height 162cm, Female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93" name=""/>
          <p:cNvSpPr txBox="1"/>
          <p:nvPr/>
        </p:nvSpPr>
        <p:spPr>
          <a:xfrm>
            <a:off x="4181040" y="1661040"/>
            <a:ext cx="2140560" cy="134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26, Height 157.5cm, Female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94" name=""/>
          <p:cNvSpPr txBox="1"/>
          <p:nvPr/>
        </p:nvSpPr>
        <p:spPr>
          <a:xfrm>
            <a:off x="6444720" y="3548880"/>
            <a:ext cx="10188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c00000"/>
                </a:solidFill>
                <a:latin typeface="MalgunGothic"/>
                <a:ea typeface="MalgunGothic"/>
              </a:rPr>
              <a:t>▲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7995" name=""/>
          <p:cNvSpPr txBox="1"/>
          <p:nvPr/>
        </p:nvSpPr>
        <p:spPr>
          <a:xfrm>
            <a:off x="6568200" y="3546360"/>
            <a:ext cx="173340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c00000"/>
                </a:solidFill>
                <a:latin typeface="Calibri"/>
                <a:ea typeface="Calibri"/>
              </a:rPr>
              <a:t>Incorrect measurement: Stockings, Socks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7996" name="" descr=""/>
          <p:cNvPicPr/>
          <p:nvPr/>
        </p:nvPicPr>
        <p:blipFill>
          <a:blip r:embed="rId4"/>
          <a:stretch/>
        </p:blipFill>
        <p:spPr>
          <a:xfrm>
            <a:off x="8697600" y="2565000"/>
            <a:ext cx="1032840" cy="906480"/>
          </a:xfrm>
          <a:prstGeom prst="rect">
            <a:avLst/>
          </a:prstGeom>
          <a:ln w="0">
            <a:noFill/>
          </a:ln>
        </p:spPr>
      </p:pic>
      <p:pic>
        <p:nvPicPr>
          <p:cNvPr id="27997" name="" descr=""/>
          <p:cNvPicPr/>
          <p:nvPr/>
        </p:nvPicPr>
        <p:blipFill>
          <a:blip r:embed="rId5"/>
          <a:stretch/>
        </p:blipFill>
        <p:spPr>
          <a:xfrm>
            <a:off x="7577280" y="2565000"/>
            <a:ext cx="1048320" cy="906480"/>
          </a:xfrm>
          <a:prstGeom prst="rect">
            <a:avLst/>
          </a:prstGeom>
          <a:ln w="0">
            <a:noFill/>
          </a:ln>
        </p:spPr>
      </p:pic>
      <p:pic>
        <p:nvPicPr>
          <p:cNvPr id="27998" name="" descr=""/>
          <p:cNvPicPr/>
          <p:nvPr/>
        </p:nvPicPr>
        <p:blipFill>
          <a:blip r:embed="rId6"/>
          <a:stretch/>
        </p:blipFill>
        <p:spPr>
          <a:xfrm>
            <a:off x="6464880" y="2565000"/>
            <a:ext cx="1060200" cy="914040"/>
          </a:xfrm>
          <a:prstGeom prst="rect">
            <a:avLst/>
          </a:prstGeom>
          <a:ln w="0">
            <a:noFill/>
          </a:ln>
        </p:spPr>
      </p:pic>
      <p:pic>
        <p:nvPicPr>
          <p:cNvPr id="27999" name="" descr=""/>
          <p:cNvPicPr/>
          <p:nvPr/>
        </p:nvPicPr>
        <p:blipFill>
          <a:blip r:embed="rId7"/>
          <a:stretch/>
        </p:blipFill>
        <p:spPr>
          <a:xfrm>
            <a:off x="6489360" y="1412640"/>
            <a:ext cx="1025280" cy="914040"/>
          </a:xfrm>
          <a:prstGeom prst="rect">
            <a:avLst/>
          </a:prstGeom>
          <a:ln w="0">
            <a:noFill/>
          </a:ln>
        </p:spPr>
      </p:pic>
      <p:sp>
        <p:nvSpPr>
          <p:cNvPr id="28000" name=""/>
          <p:cNvSpPr txBox="1"/>
          <p:nvPr/>
        </p:nvSpPr>
        <p:spPr>
          <a:xfrm>
            <a:off x="6460920" y="2396520"/>
            <a:ext cx="197712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c00000"/>
                </a:solidFill>
                <a:latin typeface="MalgunGothic"/>
                <a:ea typeface="MalgunGothic"/>
              </a:rPr>
              <a:t>▲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 </a:t>
            </a:r>
            <a:r>
              <a:rPr b="1" lang="en-US" sz="810" spc="-1" strike="noStrike">
                <a:solidFill>
                  <a:srgbClr val="c00000"/>
                </a:solidFill>
                <a:latin typeface="Calibri Light"/>
                <a:ea typeface="Calibri Light"/>
              </a:rPr>
              <a:t>Correct measurement: Bare feet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01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02" name=""/>
          <p:cNvSpPr/>
          <p:nvPr/>
        </p:nvSpPr>
        <p:spPr>
          <a:xfrm>
            <a:off x="6490440" y="3837240"/>
            <a:ext cx="1152720" cy="288360"/>
          </a:xfrm>
          <a:custGeom>
            <a:avLst/>
            <a:gdLst/>
            <a:ahLst/>
            <a:rect l="0" t="0" r="r" b="b"/>
            <a:pathLst>
              <a:path w="3202" h="801">
                <a:moveTo>
                  <a:pt x="0" y="801"/>
                </a:moveTo>
                <a:lnTo>
                  <a:pt x="3202" y="801"/>
                </a:lnTo>
                <a:lnTo>
                  <a:pt x="3202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003" name=""/>
          <p:cNvSpPr txBox="1"/>
          <p:nvPr/>
        </p:nvSpPr>
        <p:spPr>
          <a:xfrm>
            <a:off x="484560" y="399960"/>
            <a:ext cx="500868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with bare feet.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04" name=""/>
          <p:cNvSpPr txBox="1"/>
          <p:nvPr/>
        </p:nvSpPr>
        <p:spPr>
          <a:xfrm>
            <a:off x="6731280" y="387576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05" name=""/>
          <p:cNvSpPr txBox="1"/>
          <p:nvPr/>
        </p:nvSpPr>
        <p:spPr>
          <a:xfrm>
            <a:off x="1521000" y="5932800"/>
            <a:ext cx="177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Bare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06" name=""/>
          <p:cNvSpPr txBox="1"/>
          <p:nvPr/>
        </p:nvSpPr>
        <p:spPr>
          <a:xfrm>
            <a:off x="1523880" y="6024240"/>
            <a:ext cx="1666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Feet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07" name=""/>
          <p:cNvSpPr txBox="1"/>
          <p:nvPr/>
        </p:nvSpPr>
        <p:spPr>
          <a:xfrm>
            <a:off x="2021040" y="5930640"/>
            <a:ext cx="1638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08" name=""/>
          <p:cNvSpPr txBox="1"/>
          <p:nvPr/>
        </p:nvSpPr>
        <p:spPr>
          <a:xfrm>
            <a:off x="1944720" y="6022080"/>
            <a:ext cx="3679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Stockings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09" name=""/>
          <p:cNvSpPr txBox="1"/>
          <p:nvPr/>
        </p:nvSpPr>
        <p:spPr>
          <a:xfrm>
            <a:off x="3145680" y="5976720"/>
            <a:ext cx="2203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Socks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0" name=""/>
          <p:cNvSpPr txBox="1"/>
          <p:nvPr/>
        </p:nvSpPr>
        <p:spPr>
          <a:xfrm>
            <a:off x="2557800" y="5938560"/>
            <a:ext cx="2019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Thick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1" name=""/>
          <p:cNvSpPr txBox="1"/>
          <p:nvPr/>
        </p:nvSpPr>
        <p:spPr>
          <a:xfrm>
            <a:off x="2495520" y="6030360"/>
            <a:ext cx="3679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Stockings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2" name=""/>
          <p:cNvSpPr txBox="1"/>
          <p:nvPr/>
        </p:nvSpPr>
        <p:spPr>
          <a:xfrm>
            <a:off x="4231080" y="5952960"/>
            <a:ext cx="177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Bare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3" name=""/>
          <p:cNvSpPr txBox="1"/>
          <p:nvPr/>
        </p:nvSpPr>
        <p:spPr>
          <a:xfrm>
            <a:off x="4234320" y="6044400"/>
            <a:ext cx="1666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Feet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4" name=""/>
          <p:cNvSpPr txBox="1"/>
          <p:nvPr/>
        </p:nvSpPr>
        <p:spPr>
          <a:xfrm>
            <a:off x="4731480" y="5951160"/>
            <a:ext cx="1638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5" name=""/>
          <p:cNvSpPr txBox="1"/>
          <p:nvPr/>
        </p:nvSpPr>
        <p:spPr>
          <a:xfrm>
            <a:off x="4655160" y="6042600"/>
            <a:ext cx="3679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Stockings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6" name=""/>
          <p:cNvSpPr txBox="1"/>
          <p:nvPr/>
        </p:nvSpPr>
        <p:spPr>
          <a:xfrm>
            <a:off x="5855760" y="5997240"/>
            <a:ext cx="2203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Socks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7" name=""/>
          <p:cNvSpPr txBox="1"/>
          <p:nvPr/>
        </p:nvSpPr>
        <p:spPr>
          <a:xfrm>
            <a:off x="5268240" y="5959080"/>
            <a:ext cx="2019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Thick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8" name=""/>
          <p:cNvSpPr txBox="1"/>
          <p:nvPr/>
        </p:nvSpPr>
        <p:spPr>
          <a:xfrm>
            <a:off x="5205600" y="6050520"/>
            <a:ext cx="3679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Stockings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1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2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021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8022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8023" name=""/>
          <p:cNvSpPr txBox="1"/>
          <p:nvPr/>
        </p:nvSpPr>
        <p:spPr>
          <a:xfrm>
            <a:off x="6557760" y="4136760"/>
            <a:ext cx="142560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When Exercising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24" name=""/>
          <p:cNvSpPr txBox="1"/>
          <p:nvPr/>
        </p:nvSpPr>
        <p:spPr>
          <a:xfrm>
            <a:off x="7586640" y="4160880"/>
            <a:ext cx="2565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our body distributes more body water to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25" name=""/>
          <p:cNvSpPr txBox="1"/>
          <p:nvPr/>
        </p:nvSpPr>
        <p:spPr>
          <a:xfrm>
            <a:off x="6557760" y="4319280"/>
            <a:ext cx="3720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 exercising part to quickly supply nutrients and remove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26" name=""/>
          <p:cNvSpPr txBox="1"/>
          <p:nvPr/>
        </p:nvSpPr>
        <p:spPr>
          <a:xfrm>
            <a:off x="6557760" y="4471560"/>
            <a:ext cx="832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 wastes.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27" name=""/>
          <p:cNvSpPr txBox="1"/>
          <p:nvPr/>
        </p:nvSpPr>
        <p:spPr>
          <a:xfrm>
            <a:off x="6557760" y="4776840"/>
            <a:ext cx="4352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28" name=""/>
          <p:cNvSpPr txBox="1"/>
          <p:nvPr/>
        </p:nvSpPr>
        <p:spPr>
          <a:xfrm>
            <a:off x="6932520" y="4776840"/>
            <a:ext cx="7171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Exercise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29" name=""/>
          <p:cNvSpPr txBox="1"/>
          <p:nvPr/>
        </p:nvSpPr>
        <p:spPr>
          <a:xfrm>
            <a:off x="7489080" y="4800960"/>
            <a:ext cx="713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 water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0" name=""/>
          <p:cNvSpPr txBox="1"/>
          <p:nvPr/>
        </p:nvSpPr>
        <p:spPr>
          <a:xfrm>
            <a:off x="8159760" y="4800960"/>
            <a:ext cx="1764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is retained in the exercising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1" name=""/>
          <p:cNvSpPr txBox="1"/>
          <p:nvPr/>
        </p:nvSpPr>
        <p:spPr>
          <a:xfrm>
            <a:off x="6557760" y="4959360"/>
            <a:ext cx="3254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parts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2" name=""/>
          <p:cNvSpPr txBox="1"/>
          <p:nvPr/>
        </p:nvSpPr>
        <p:spPr>
          <a:xfrm>
            <a:off x="6892920" y="4959360"/>
            <a:ext cx="8265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which makes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3" name=""/>
          <p:cNvSpPr txBox="1"/>
          <p:nvPr/>
        </p:nvSpPr>
        <p:spPr>
          <a:xfrm>
            <a:off x="7674840" y="495936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4" name=""/>
          <p:cNvSpPr txBox="1"/>
          <p:nvPr/>
        </p:nvSpPr>
        <p:spPr>
          <a:xfrm>
            <a:off x="7818480" y="4959360"/>
            <a:ext cx="2354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feel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5" name=""/>
          <p:cNvSpPr txBox="1"/>
          <p:nvPr/>
        </p:nvSpPr>
        <p:spPr>
          <a:xfrm>
            <a:off x="8086680" y="4959360"/>
            <a:ext cx="277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stiff.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6" name=""/>
          <p:cNvSpPr txBox="1"/>
          <p:nvPr/>
        </p:nvSpPr>
        <p:spPr>
          <a:xfrm>
            <a:off x="8386920" y="4959360"/>
            <a:ext cx="3193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7" name=""/>
          <p:cNvSpPr txBox="1"/>
          <p:nvPr/>
        </p:nvSpPr>
        <p:spPr>
          <a:xfrm>
            <a:off x="8719200" y="4959360"/>
            <a:ext cx="3603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water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8" name=""/>
          <p:cNvSpPr txBox="1"/>
          <p:nvPr/>
        </p:nvSpPr>
        <p:spPr>
          <a:xfrm>
            <a:off x="9091080" y="4959360"/>
            <a:ext cx="720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distribution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39" name=""/>
          <p:cNvSpPr txBox="1"/>
          <p:nvPr/>
        </p:nvSpPr>
        <p:spPr>
          <a:xfrm>
            <a:off x="6557760" y="5111640"/>
            <a:ext cx="3661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change by exercise can lead to measurement error in BIA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0" name=""/>
          <p:cNvSpPr txBox="1"/>
          <p:nvPr/>
        </p:nvSpPr>
        <p:spPr>
          <a:xfrm>
            <a:off x="6557760" y="5263920"/>
            <a:ext cx="7430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technology.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1" name=""/>
          <p:cNvSpPr txBox="1"/>
          <p:nvPr/>
        </p:nvSpPr>
        <p:spPr>
          <a:xfrm>
            <a:off x="6557760" y="5569560"/>
            <a:ext cx="11408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Experimental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2" name=""/>
          <p:cNvSpPr txBox="1"/>
          <p:nvPr/>
        </p:nvSpPr>
        <p:spPr>
          <a:xfrm>
            <a:off x="7401960" y="5569560"/>
            <a:ext cx="6361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Results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3" name=""/>
          <p:cNvSpPr txBox="1"/>
          <p:nvPr/>
        </p:nvSpPr>
        <p:spPr>
          <a:xfrm>
            <a:off x="7882560" y="5593680"/>
            <a:ext cx="21801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show decrease in impedance right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4" name=""/>
          <p:cNvSpPr txBox="1"/>
          <p:nvPr/>
        </p:nvSpPr>
        <p:spPr>
          <a:xfrm>
            <a:off x="6557760" y="5752080"/>
            <a:ext cx="38581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 30 minutes of upper and lower body exercise which led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5" name=""/>
          <p:cNvSpPr txBox="1"/>
          <p:nvPr/>
        </p:nvSpPr>
        <p:spPr>
          <a:xfrm>
            <a:off x="6557760" y="5904720"/>
            <a:ext cx="1169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 changes in PBF.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6" name=""/>
          <p:cNvSpPr txBox="1"/>
          <p:nvPr/>
        </p:nvSpPr>
        <p:spPr>
          <a:xfrm>
            <a:off x="7560720" y="5904720"/>
            <a:ext cx="2563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PBF difference due to exercise differs by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7" name=""/>
          <p:cNvSpPr/>
          <p:nvPr/>
        </p:nvSpPr>
        <p:spPr>
          <a:xfrm>
            <a:off x="127800" y="1412640"/>
            <a:ext cx="6265440" cy="4968360"/>
          </a:xfrm>
          <a:custGeom>
            <a:avLst/>
            <a:gdLst/>
            <a:ahLst/>
            <a:rect l="0" t="0" r="r" b="b"/>
            <a:pathLst>
              <a:path w="17404" h="13801">
                <a:moveTo>
                  <a:pt x="0" y="13801"/>
                </a:moveTo>
                <a:lnTo>
                  <a:pt x="17404" y="13801"/>
                </a:lnTo>
                <a:lnTo>
                  <a:pt x="17404" y="0"/>
                </a:lnTo>
                <a:lnTo>
                  <a:pt x="0" y="0"/>
                </a:lnTo>
                <a:lnTo>
                  <a:pt x="0" y="13801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8" name=""/>
          <p:cNvSpPr txBox="1"/>
          <p:nvPr/>
        </p:nvSpPr>
        <p:spPr>
          <a:xfrm>
            <a:off x="6557760" y="6057000"/>
            <a:ext cx="2987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individual depending on exercise performance.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49" name=""/>
          <p:cNvSpPr txBox="1"/>
          <p:nvPr/>
        </p:nvSpPr>
        <p:spPr>
          <a:xfrm>
            <a:off x="1707480" y="1172160"/>
            <a:ext cx="46353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 29, 162cm, Female, PBF difference before and after exercise&gt;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50" name=""/>
          <p:cNvSpPr txBox="1"/>
          <p:nvPr/>
        </p:nvSpPr>
        <p:spPr>
          <a:xfrm>
            <a:off x="1084320" y="1674720"/>
            <a:ext cx="2260800" cy="11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Upper Body Exercise(30min. Dumbbell)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051" name="" descr=""/>
          <p:cNvPicPr/>
          <p:nvPr/>
        </p:nvPicPr>
        <p:blipFill>
          <a:blip r:embed="rId3"/>
          <a:stretch/>
        </p:blipFill>
        <p:spPr>
          <a:xfrm>
            <a:off x="227160" y="1917360"/>
            <a:ext cx="6094080" cy="4032000"/>
          </a:xfrm>
          <a:prstGeom prst="rect">
            <a:avLst/>
          </a:prstGeom>
          <a:ln w="0">
            <a:noFill/>
          </a:ln>
        </p:spPr>
      </p:pic>
      <p:pic>
        <p:nvPicPr>
          <p:cNvPr id="28052" name="" descr=""/>
          <p:cNvPicPr/>
          <p:nvPr/>
        </p:nvPicPr>
        <p:blipFill>
          <a:blip r:embed="rId4"/>
          <a:stretch/>
        </p:blipFill>
        <p:spPr>
          <a:xfrm>
            <a:off x="6536520" y="1412640"/>
            <a:ext cx="3241080" cy="2159280"/>
          </a:xfrm>
          <a:prstGeom prst="rect">
            <a:avLst/>
          </a:prstGeom>
          <a:ln w="0">
            <a:noFill/>
          </a:ln>
        </p:spPr>
      </p:pic>
      <p:sp>
        <p:nvSpPr>
          <p:cNvPr id="28053" name=""/>
          <p:cNvSpPr txBox="1"/>
          <p:nvPr/>
        </p:nvSpPr>
        <p:spPr>
          <a:xfrm>
            <a:off x="3862800" y="1672200"/>
            <a:ext cx="1546200" cy="125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810" spc="-1" strike="noStrike">
                <a:solidFill>
                  <a:srgbClr val="000000"/>
                </a:solidFill>
                <a:latin typeface="Calibri"/>
                <a:ea typeface="Calibri"/>
              </a:rPr>
              <a:t>Lower Body Exercise(30min. Cycling)</a:t>
            </a:r>
            <a:endParaRPr b="0" lang="en-US" sz="8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54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55" name=""/>
          <p:cNvSpPr/>
          <p:nvPr/>
        </p:nvSpPr>
        <p:spPr>
          <a:xfrm>
            <a:off x="6521040" y="3691080"/>
            <a:ext cx="1152360" cy="288360"/>
          </a:xfrm>
          <a:custGeom>
            <a:avLst/>
            <a:gdLst/>
            <a:ahLst/>
            <a:rect l="0" t="0" r="r" b="b"/>
            <a:pathLst>
              <a:path w="3201" h="801">
                <a:moveTo>
                  <a:pt x="0" y="801"/>
                </a:moveTo>
                <a:lnTo>
                  <a:pt x="3201" y="801"/>
                </a:lnTo>
                <a:lnTo>
                  <a:pt x="3201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056" name=""/>
          <p:cNvSpPr txBox="1"/>
          <p:nvPr/>
        </p:nvSpPr>
        <p:spPr>
          <a:xfrm>
            <a:off x="484560" y="399960"/>
            <a:ext cx="636336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prior to physical exercise.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57" name=""/>
          <p:cNvSpPr txBox="1"/>
          <p:nvPr/>
        </p:nvSpPr>
        <p:spPr>
          <a:xfrm>
            <a:off x="6762240" y="372924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58" name=""/>
          <p:cNvSpPr txBox="1"/>
          <p:nvPr/>
        </p:nvSpPr>
        <p:spPr>
          <a:xfrm>
            <a:off x="1278720" y="600444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59" name=""/>
          <p:cNvSpPr txBox="1"/>
          <p:nvPr/>
        </p:nvSpPr>
        <p:spPr>
          <a:xfrm>
            <a:off x="1750320" y="595980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0" name=""/>
          <p:cNvSpPr txBox="1"/>
          <p:nvPr/>
        </p:nvSpPr>
        <p:spPr>
          <a:xfrm>
            <a:off x="1752120" y="60512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1" name=""/>
          <p:cNvSpPr txBox="1"/>
          <p:nvPr/>
        </p:nvSpPr>
        <p:spPr>
          <a:xfrm>
            <a:off x="2245320" y="595260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20min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2" name=""/>
          <p:cNvSpPr txBox="1"/>
          <p:nvPr/>
        </p:nvSpPr>
        <p:spPr>
          <a:xfrm>
            <a:off x="2265120" y="60440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3" name=""/>
          <p:cNvSpPr txBox="1"/>
          <p:nvPr/>
        </p:nvSpPr>
        <p:spPr>
          <a:xfrm>
            <a:off x="2771280" y="596664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40min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4" name=""/>
          <p:cNvSpPr txBox="1"/>
          <p:nvPr/>
        </p:nvSpPr>
        <p:spPr>
          <a:xfrm>
            <a:off x="2791080" y="605808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5" name=""/>
          <p:cNvSpPr txBox="1"/>
          <p:nvPr/>
        </p:nvSpPr>
        <p:spPr>
          <a:xfrm>
            <a:off x="3210840" y="596304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60min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6" name=""/>
          <p:cNvSpPr txBox="1"/>
          <p:nvPr/>
        </p:nvSpPr>
        <p:spPr>
          <a:xfrm>
            <a:off x="3230640" y="605448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7" name=""/>
          <p:cNvSpPr txBox="1"/>
          <p:nvPr/>
        </p:nvSpPr>
        <p:spPr>
          <a:xfrm>
            <a:off x="4033080" y="601452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8" name=""/>
          <p:cNvSpPr txBox="1"/>
          <p:nvPr/>
        </p:nvSpPr>
        <p:spPr>
          <a:xfrm>
            <a:off x="4505040" y="596988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69" name=""/>
          <p:cNvSpPr txBox="1"/>
          <p:nvPr/>
        </p:nvSpPr>
        <p:spPr>
          <a:xfrm>
            <a:off x="4506480" y="606132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70" name=""/>
          <p:cNvSpPr txBox="1"/>
          <p:nvPr/>
        </p:nvSpPr>
        <p:spPr>
          <a:xfrm>
            <a:off x="4999680" y="596232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20min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71" name=""/>
          <p:cNvSpPr txBox="1"/>
          <p:nvPr/>
        </p:nvSpPr>
        <p:spPr>
          <a:xfrm>
            <a:off x="5019480" y="605376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72" name=""/>
          <p:cNvSpPr txBox="1"/>
          <p:nvPr/>
        </p:nvSpPr>
        <p:spPr>
          <a:xfrm>
            <a:off x="5525640" y="597636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40min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73" name=""/>
          <p:cNvSpPr txBox="1"/>
          <p:nvPr/>
        </p:nvSpPr>
        <p:spPr>
          <a:xfrm>
            <a:off x="5545440" y="606780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74" name=""/>
          <p:cNvSpPr txBox="1"/>
          <p:nvPr/>
        </p:nvSpPr>
        <p:spPr>
          <a:xfrm>
            <a:off x="5964840" y="597312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60min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75" name=""/>
          <p:cNvSpPr txBox="1"/>
          <p:nvPr/>
        </p:nvSpPr>
        <p:spPr>
          <a:xfrm>
            <a:off x="5984640" y="606456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7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7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078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8079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8080" name=""/>
          <p:cNvSpPr/>
          <p:nvPr/>
        </p:nvSpPr>
        <p:spPr>
          <a:xfrm>
            <a:off x="200880" y="1484280"/>
            <a:ext cx="6408720" cy="4896720"/>
          </a:xfrm>
          <a:custGeom>
            <a:avLst/>
            <a:gdLst/>
            <a:ahLst/>
            <a:rect l="0" t="0" r="r" b="b"/>
            <a:pathLst>
              <a:path w="17802" h="13602">
                <a:moveTo>
                  <a:pt x="0" y="13602"/>
                </a:moveTo>
                <a:lnTo>
                  <a:pt x="17802" y="13602"/>
                </a:lnTo>
                <a:lnTo>
                  <a:pt x="17802" y="0"/>
                </a:lnTo>
                <a:lnTo>
                  <a:pt x="0" y="0"/>
                </a:lnTo>
                <a:lnTo>
                  <a:pt x="0" y="13602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081" name="" descr=""/>
          <p:cNvPicPr/>
          <p:nvPr/>
        </p:nvPicPr>
        <p:blipFill>
          <a:blip r:embed="rId3"/>
          <a:stretch/>
        </p:blipFill>
        <p:spPr>
          <a:xfrm>
            <a:off x="272880" y="1601640"/>
            <a:ext cx="6191640" cy="4491000"/>
          </a:xfrm>
          <a:prstGeom prst="rect">
            <a:avLst/>
          </a:prstGeom>
          <a:ln w="0">
            <a:noFill/>
          </a:ln>
        </p:spPr>
      </p:pic>
      <p:sp>
        <p:nvSpPr>
          <p:cNvPr id="28082" name=""/>
          <p:cNvSpPr txBox="1"/>
          <p:nvPr/>
        </p:nvSpPr>
        <p:spPr>
          <a:xfrm>
            <a:off x="1876320" y="1550520"/>
            <a:ext cx="399960" cy="134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Sauna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83" name=""/>
          <p:cNvSpPr txBox="1"/>
          <p:nvPr/>
        </p:nvSpPr>
        <p:spPr>
          <a:xfrm>
            <a:off x="4632840" y="1550520"/>
            <a:ext cx="592200" cy="134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Ice Room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84" name=""/>
          <p:cNvSpPr/>
          <p:nvPr/>
        </p:nvSpPr>
        <p:spPr>
          <a:xfrm>
            <a:off x="272520" y="1988640"/>
            <a:ext cx="576360" cy="649440"/>
          </a:xfrm>
          <a:custGeom>
            <a:avLst/>
            <a:gdLst/>
            <a:ahLst/>
            <a:rect l="0" t="0" r="r" b="b"/>
            <a:pathLst>
              <a:path w="1601" h="1804">
                <a:moveTo>
                  <a:pt x="0" y="1804"/>
                </a:moveTo>
                <a:lnTo>
                  <a:pt x="1601" y="1804"/>
                </a:lnTo>
                <a:lnTo>
                  <a:pt x="1601" y="0"/>
                </a:lnTo>
                <a:lnTo>
                  <a:pt x="0" y="0"/>
                </a:lnTo>
                <a:lnTo>
                  <a:pt x="0" y="180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85" name=""/>
          <p:cNvSpPr txBox="1"/>
          <p:nvPr/>
        </p:nvSpPr>
        <p:spPr>
          <a:xfrm>
            <a:off x="1018080" y="1172160"/>
            <a:ext cx="65736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 29, 162cm, Female, PBF difference by 30 minute exposure in hot and cold environment &gt;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86" name=""/>
          <p:cNvSpPr txBox="1"/>
          <p:nvPr/>
        </p:nvSpPr>
        <p:spPr>
          <a:xfrm>
            <a:off x="517680" y="2180520"/>
            <a:ext cx="241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 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87" name=""/>
          <p:cNvSpPr txBox="1"/>
          <p:nvPr/>
        </p:nvSpPr>
        <p:spPr>
          <a:xfrm>
            <a:off x="405000" y="2271960"/>
            <a:ext cx="54324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temperature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88" name=""/>
          <p:cNvSpPr txBox="1"/>
          <p:nvPr/>
        </p:nvSpPr>
        <p:spPr>
          <a:xfrm>
            <a:off x="6743880" y="3700800"/>
            <a:ext cx="6058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Human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89" name=""/>
          <p:cNvSpPr txBox="1"/>
          <p:nvPr/>
        </p:nvSpPr>
        <p:spPr>
          <a:xfrm>
            <a:off x="7289280" y="3700800"/>
            <a:ext cx="4291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0" name=""/>
          <p:cNvSpPr txBox="1"/>
          <p:nvPr/>
        </p:nvSpPr>
        <p:spPr>
          <a:xfrm>
            <a:off x="7685640" y="3724920"/>
            <a:ext cx="3924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shows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1" name=""/>
          <p:cNvSpPr txBox="1"/>
          <p:nvPr/>
        </p:nvSpPr>
        <p:spPr>
          <a:xfrm>
            <a:off x="8085240" y="3724920"/>
            <a:ext cx="531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changes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2" name=""/>
          <p:cNvSpPr txBox="1"/>
          <p:nvPr/>
        </p:nvSpPr>
        <p:spPr>
          <a:xfrm>
            <a:off x="8586360" y="3724920"/>
            <a:ext cx="846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 blood flow,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3" name=""/>
          <p:cNvSpPr txBox="1"/>
          <p:nvPr/>
        </p:nvSpPr>
        <p:spPr>
          <a:xfrm>
            <a:off x="9471960" y="3724920"/>
            <a:ext cx="313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4" name=""/>
          <p:cNvSpPr txBox="1"/>
          <p:nvPr/>
        </p:nvSpPr>
        <p:spPr>
          <a:xfrm>
            <a:off x="6743880" y="3882960"/>
            <a:ext cx="3685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temperature and skin temperature when exposed in a hot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5" name=""/>
          <p:cNvSpPr txBox="1"/>
          <p:nvPr/>
        </p:nvSpPr>
        <p:spPr>
          <a:xfrm>
            <a:off x="6743880" y="4036320"/>
            <a:ext cx="13204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or cold environment.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6" name=""/>
          <p:cNvSpPr txBox="1"/>
          <p:nvPr/>
        </p:nvSpPr>
        <p:spPr>
          <a:xfrm>
            <a:off x="6743880" y="4341240"/>
            <a:ext cx="5950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InBody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7" name=""/>
          <p:cNvSpPr txBox="1"/>
          <p:nvPr/>
        </p:nvSpPr>
        <p:spPr>
          <a:xfrm>
            <a:off x="7226640" y="4365360"/>
            <a:ext cx="2941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and other body composition analyzers use BIA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8" name=""/>
          <p:cNvSpPr txBox="1"/>
          <p:nvPr/>
        </p:nvSpPr>
        <p:spPr>
          <a:xfrm>
            <a:off x="6743880" y="4523760"/>
            <a:ext cx="2599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technology to measure body impedance.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099" name=""/>
          <p:cNvSpPr txBox="1"/>
          <p:nvPr/>
        </p:nvSpPr>
        <p:spPr>
          <a:xfrm>
            <a:off x="8926200" y="4523760"/>
            <a:ext cx="9777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 impedance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0" name=""/>
          <p:cNvSpPr txBox="1"/>
          <p:nvPr/>
        </p:nvSpPr>
        <p:spPr>
          <a:xfrm>
            <a:off x="6743880" y="4676400"/>
            <a:ext cx="35150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is affected by room temperature and skin temperature.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1" name=""/>
          <p:cNvSpPr txBox="1"/>
          <p:nvPr/>
        </p:nvSpPr>
        <p:spPr>
          <a:xfrm>
            <a:off x="6743880" y="4828680"/>
            <a:ext cx="6987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(Generally,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2" name=""/>
          <p:cNvSpPr txBox="1"/>
          <p:nvPr/>
        </p:nvSpPr>
        <p:spPr>
          <a:xfrm>
            <a:off x="7367040" y="4828680"/>
            <a:ext cx="27622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impedance and temperature have negative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3" name=""/>
          <p:cNvSpPr txBox="1"/>
          <p:nvPr/>
        </p:nvSpPr>
        <p:spPr>
          <a:xfrm>
            <a:off x="6743880" y="4980960"/>
            <a:ext cx="733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correlation)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4" name=""/>
          <p:cNvSpPr txBox="1"/>
          <p:nvPr/>
        </p:nvSpPr>
        <p:spPr>
          <a:xfrm>
            <a:off x="6743880" y="5282640"/>
            <a:ext cx="842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Experimental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5" name=""/>
          <p:cNvSpPr txBox="1"/>
          <p:nvPr/>
        </p:nvSpPr>
        <p:spPr>
          <a:xfrm>
            <a:off x="7655040" y="5282640"/>
            <a:ext cx="456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Results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6" name=""/>
          <p:cNvSpPr txBox="1"/>
          <p:nvPr/>
        </p:nvSpPr>
        <p:spPr>
          <a:xfrm>
            <a:off x="8164440" y="5307480"/>
            <a:ext cx="14209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show when 5 adults in their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7" name=""/>
          <p:cNvSpPr txBox="1"/>
          <p:nvPr/>
        </p:nvSpPr>
        <p:spPr>
          <a:xfrm>
            <a:off x="6743880" y="5465880"/>
            <a:ext cx="1774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20s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8" name=""/>
          <p:cNvSpPr txBox="1"/>
          <p:nvPr/>
        </p:nvSpPr>
        <p:spPr>
          <a:xfrm>
            <a:off x="6996600" y="5465880"/>
            <a:ext cx="19026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were exposed in a cold environment,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09" name=""/>
          <p:cNvSpPr txBox="1"/>
          <p:nvPr/>
        </p:nvSpPr>
        <p:spPr>
          <a:xfrm>
            <a:off x="9212760" y="5465880"/>
            <a:ext cx="2444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their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0" name=""/>
          <p:cNvSpPr txBox="1"/>
          <p:nvPr/>
        </p:nvSpPr>
        <p:spPr>
          <a:xfrm>
            <a:off x="9532800" y="5465880"/>
            <a:ext cx="1926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PBF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1" name=""/>
          <p:cNvSpPr txBox="1"/>
          <p:nvPr/>
        </p:nvSpPr>
        <p:spPr>
          <a:xfrm>
            <a:off x="6743880" y="5618520"/>
            <a:ext cx="13039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increased 1.3~4.2% while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2" name=""/>
          <p:cNvSpPr txBox="1"/>
          <p:nvPr/>
        </p:nvSpPr>
        <p:spPr>
          <a:xfrm>
            <a:off x="8245080" y="5618520"/>
            <a:ext cx="2444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their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3" name=""/>
          <p:cNvSpPr txBox="1"/>
          <p:nvPr/>
        </p:nvSpPr>
        <p:spPr>
          <a:xfrm>
            <a:off x="8575920" y="5618520"/>
            <a:ext cx="4075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average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4" name=""/>
          <p:cNvSpPr txBox="1"/>
          <p:nvPr/>
        </p:nvSpPr>
        <p:spPr>
          <a:xfrm>
            <a:off x="9068040" y="5618520"/>
            <a:ext cx="6559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temperature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5" name=""/>
          <p:cNvSpPr txBox="1"/>
          <p:nvPr/>
        </p:nvSpPr>
        <p:spPr>
          <a:xfrm>
            <a:off x="6743880" y="5772240"/>
            <a:ext cx="6285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dropped 1.1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6" name=""/>
          <p:cNvSpPr txBox="1"/>
          <p:nvPr/>
        </p:nvSpPr>
        <p:spPr>
          <a:xfrm>
            <a:off x="7437240" y="5775480"/>
            <a:ext cx="1425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MalgunGothic"/>
                <a:ea typeface="MalgunGothic"/>
              </a:rPr>
              <a:t>℃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7" name=""/>
          <p:cNvSpPr txBox="1"/>
          <p:nvPr/>
        </p:nvSpPr>
        <p:spPr>
          <a:xfrm>
            <a:off x="7557480" y="5772240"/>
            <a:ext cx="126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8" name=""/>
          <p:cNvSpPr txBox="1"/>
          <p:nvPr/>
        </p:nvSpPr>
        <p:spPr>
          <a:xfrm>
            <a:off x="7635240" y="5772240"/>
            <a:ext cx="9820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On the other hand,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19" name=""/>
          <p:cNvSpPr txBox="1"/>
          <p:nvPr/>
        </p:nvSpPr>
        <p:spPr>
          <a:xfrm>
            <a:off x="8719200" y="5772240"/>
            <a:ext cx="9579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when exposed in a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20" name=""/>
          <p:cNvSpPr txBox="1"/>
          <p:nvPr/>
        </p:nvSpPr>
        <p:spPr>
          <a:xfrm>
            <a:off x="6743880" y="5923080"/>
            <a:ext cx="1760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hot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21" name=""/>
          <p:cNvSpPr txBox="1"/>
          <p:nvPr/>
        </p:nvSpPr>
        <p:spPr>
          <a:xfrm>
            <a:off x="6989040" y="5923080"/>
            <a:ext cx="6652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environment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22" name=""/>
          <p:cNvSpPr txBox="1"/>
          <p:nvPr/>
        </p:nvSpPr>
        <p:spPr>
          <a:xfrm>
            <a:off x="7725240" y="5923080"/>
            <a:ext cx="2444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their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23" name=""/>
          <p:cNvSpPr txBox="1"/>
          <p:nvPr/>
        </p:nvSpPr>
        <p:spPr>
          <a:xfrm>
            <a:off x="8039160" y="5923080"/>
            <a:ext cx="15580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PBF decreased 1.7~3.2% while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24" name=""/>
          <p:cNvSpPr txBox="1"/>
          <p:nvPr/>
        </p:nvSpPr>
        <p:spPr>
          <a:xfrm>
            <a:off x="6743880" y="6077160"/>
            <a:ext cx="20793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their average temperature increased 1.7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25" name=""/>
          <p:cNvSpPr txBox="1"/>
          <p:nvPr/>
        </p:nvSpPr>
        <p:spPr>
          <a:xfrm>
            <a:off x="8831880" y="6080040"/>
            <a:ext cx="1425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MalgunGothic"/>
                <a:ea typeface="MalgunGothic"/>
              </a:rPr>
              <a:t>℃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126" name="" descr=""/>
          <p:cNvPicPr/>
          <p:nvPr/>
        </p:nvPicPr>
        <p:blipFill>
          <a:blip r:embed="rId4"/>
          <a:stretch/>
        </p:blipFill>
        <p:spPr>
          <a:xfrm>
            <a:off x="6681240" y="1194840"/>
            <a:ext cx="3096360" cy="2016000"/>
          </a:xfrm>
          <a:prstGeom prst="rect">
            <a:avLst/>
          </a:prstGeom>
          <a:ln w="0">
            <a:noFill/>
          </a:ln>
        </p:spPr>
      </p:pic>
      <p:sp>
        <p:nvSpPr>
          <p:cNvPr id="28127" name=""/>
          <p:cNvSpPr txBox="1"/>
          <p:nvPr/>
        </p:nvSpPr>
        <p:spPr>
          <a:xfrm>
            <a:off x="8952120" y="6077160"/>
            <a:ext cx="126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28" name=""/>
          <p:cNvSpPr txBox="1"/>
          <p:nvPr/>
        </p:nvSpPr>
        <p:spPr>
          <a:xfrm>
            <a:off x="109080" y="5364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29" name=""/>
          <p:cNvSpPr txBox="1"/>
          <p:nvPr/>
        </p:nvSpPr>
        <p:spPr>
          <a:xfrm>
            <a:off x="452160" y="46440"/>
            <a:ext cx="862524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at room temperature</a:t>
            </a:r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 to prevent changes in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0" name=""/>
          <p:cNvSpPr/>
          <p:nvPr/>
        </p:nvSpPr>
        <p:spPr>
          <a:xfrm>
            <a:off x="6680880" y="3291840"/>
            <a:ext cx="1152720" cy="288360"/>
          </a:xfrm>
          <a:custGeom>
            <a:avLst/>
            <a:gdLst/>
            <a:ahLst/>
            <a:rect l="0" t="0" r="r" b="b"/>
            <a:pathLst>
              <a:path w="3202" h="801">
                <a:moveTo>
                  <a:pt x="0" y="801"/>
                </a:moveTo>
                <a:lnTo>
                  <a:pt x="3202" y="801"/>
                </a:lnTo>
                <a:lnTo>
                  <a:pt x="3202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131" name=""/>
          <p:cNvSpPr txBox="1"/>
          <p:nvPr/>
        </p:nvSpPr>
        <p:spPr>
          <a:xfrm>
            <a:off x="452160" y="412200"/>
            <a:ext cx="239940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body temperature.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2" name=""/>
          <p:cNvSpPr txBox="1"/>
          <p:nvPr/>
        </p:nvSpPr>
        <p:spPr>
          <a:xfrm>
            <a:off x="6922080" y="333108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3" name=""/>
          <p:cNvSpPr txBox="1"/>
          <p:nvPr/>
        </p:nvSpPr>
        <p:spPr>
          <a:xfrm>
            <a:off x="1382400" y="613944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4" name=""/>
          <p:cNvSpPr txBox="1"/>
          <p:nvPr/>
        </p:nvSpPr>
        <p:spPr>
          <a:xfrm>
            <a:off x="1758600" y="609444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5" name=""/>
          <p:cNvSpPr txBox="1"/>
          <p:nvPr/>
        </p:nvSpPr>
        <p:spPr>
          <a:xfrm>
            <a:off x="1760400" y="618588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6" name=""/>
          <p:cNvSpPr txBox="1"/>
          <p:nvPr/>
        </p:nvSpPr>
        <p:spPr>
          <a:xfrm>
            <a:off x="2122560" y="609408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7" name=""/>
          <p:cNvSpPr txBox="1"/>
          <p:nvPr/>
        </p:nvSpPr>
        <p:spPr>
          <a:xfrm>
            <a:off x="2142360" y="618552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8" name=""/>
          <p:cNvSpPr txBox="1"/>
          <p:nvPr/>
        </p:nvSpPr>
        <p:spPr>
          <a:xfrm>
            <a:off x="2493720" y="609300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20min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39" name=""/>
          <p:cNvSpPr txBox="1"/>
          <p:nvPr/>
        </p:nvSpPr>
        <p:spPr>
          <a:xfrm>
            <a:off x="2513880" y="61844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0" name=""/>
          <p:cNvSpPr txBox="1"/>
          <p:nvPr/>
        </p:nvSpPr>
        <p:spPr>
          <a:xfrm>
            <a:off x="2833200" y="609192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30min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1" name=""/>
          <p:cNvSpPr txBox="1"/>
          <p:nvPr/>
        </p:nvSpPr>
        <p:spPr>
          <a:xfrm>
            <a:off x="2853000" y="618336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2" name=""/>
          <p:cNvSpPr txBox="1"/>
          <p:nvPr/>
        </p:nvSpPr>
        <p:spPr>
          <a:xfrm>
            <a:off x="3616560" y="613944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3" name=""/>
          <p:cNvSpPr txBox="1"/>
          <p:nvPr/>
        </p:nvSpPr>
        <p:spPr>
          <a:xfrm>
            <a:off x="3992760" y="609444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4" name=""/>
          <p:cNvSpPr txBox="1"/>
          <p:nvPr/>
        </p:nvSpPr>
        <p:spPr>
          <a:xfrm>
            <a:off x="3994560" y="618588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5" name=""/>
          <p:cNvSpPr txBox="1"/>
          <p:nvPr/>
        </p:nvSpPr>
        <p:spPr>
          <a:xfrm>
            <a:off x="4356720" y="609408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6" name=""/>
          <p:cNvSpPr txBox="1"/>
          <p:nvPr/>
        </p:nvSpPr>
        <p:spPr>
          <a:xfrm>
            <a:off x="4376520" y="618552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7" name=""/>
          <p:cNvSpPr txBox="1"/>
          <p:nvPr/>
        </p:nvSpPr>
        <p:spPr>
          <a:xfrm>
            <a:off x="4728240" y="609300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20min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8" name=""/>
          <p:cNvSpPr txBox="1"/>
          <p:nvPr/>
        </p:nvSpPr>
        <p:spPr>
          <a:xfrm>
            <a:off x="4748040" y="61844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49" name=""/>
          <p:cNvSpPr txBox="1"/>
          <p:nvPr/>
        </p:nvSpPr>
        <p:spPr>
          <a:xfrm>
            <a:off x="5067360" y="609192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30min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50" name=""/>
          <p:cNvSpPr txBox="1"/>
          <p:nvPr/>
        </p:nvSpPr>
        <p:spPr>
          <a:xfrm>
            <a:off x="5087160" y="618336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51" name=""/>
          <p:cNvSpPr txBox="1"/>
          <p:nvPr/>
        </p:nvSpPr>
        <p:spPr>
          <a:xfrm>
            <a:off x="5406480" y="610020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40min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52" name=""/>
          <p:cNvSpPr txBox="1"/>
          <p:nvPr/>
        </p:nvSpPr>
        <p:spPr>
          <a:xfrm>
            <a:off x="5426280" y="61916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53" name=""/>
          <p:cNvSpPr txBox="1"/>
          <p:nvPr/>
        </p:nvSpPr>
        <p:spPr>
          <a:xfrm>
            <a:off x="5786640" y="609804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50min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54" name=""/>
          <p:cNvSpPr txBox="1"/>
          <p:nvPr/>
        </p:nvSpPr>
        <p:spPr>
          <a:xfrm>
            <a:off x="5806440" y="618948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55" name=""/>
          <p:cNvSpPr txBox="1"/>
          <p:nvPr/>
        </p:nvSpPr>
        <p:spPr>
          <a:xfrm>
            <a:off x="6103800" y="609192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60min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56" name=""/>
          <p:cNvSpPr txBox="1"/>
          <p:nvPr/>
        </p:nvSpPr>
        <p:spPr>
          <a:xfrm>
            <a:off x="6123600" y="618336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5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5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159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8160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8161" name=""/>
          <p:cNvSpPr/>
          <p:nvPr/>
        </p:nvSpPr>
        <p:spPr>
          <a:xfrm>
            <a:off x="127800" y="1412640"/>
            <a:ext cx="6265440" cy="4968360"/>
          </a:xfrm>
          <a:custGeom>
            <a:avLst/>
            <a:gdLst/>
            <a:ahLst/>
            <a:rect l="0" t="0" r="r" b="b"/>
            <a:pathLst>
              <a:path w="17404" h="13801">
                <a:moveTo>
                  <a:pt x="0" y="13801"/>
                </a:moveTo>
                <a:lnTo>
                  <a:pt x="17404" y="13801"/>
                </a:lnTo>
                <a:lnTo>
                  <a:pt x="17404" y="0"/>
                </a:lnTo>
                <a:lnTo>
                  <a:pt x="0" y="0"/>
                </a:lnTo>
                <a:lnTo>
                  <a:pt x="0" y="13801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162" name="" descr=""/>
          <p:cNvPicPr/>
          <p:nvPr/>
        </p:nvPicPr>
        <p:blipFill>
          <a:blip r:embed="rId3"/>
          <a:stretch/>
        </p:blipFill>
        <p:spPr>
          <a:xfrm>
            <a:off x="201240" y="1659600"/>
            <a:ext cx="6120000" cy="4393440"/>
          </a:xfrm>
          <a:prstGeom prst="rect">
            <a:avLst/>
          </a:prstGeom>
          <a:ln w="0">
            <a:noFill/>
          </a:ln>
        </p:spPr>
      </p:pic>
      <p:sp>
        <p:nvSpPr>
          <p:cNvPr id="28163" name=""/>
          <p:cNvSpPr txBox="1"/>
          <p:nvPr/>
        </p:nvSpPr>
        <p:spPr>
          <a:xfrm>
            <a:off x="1473480" y="1139040"/>
            <a:ext cx="36370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&lt; 29, 162cm, Female, PBF difference before and after taking a shower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64" name=""/>
          <p:cNvSpPr txBox="1"/>
          <p:nvPr/>
        </p:nvSpPr>
        <p:spPr>
          <a:xfrm>
            <a:off x="5130000" y="1141920"/>
            <a:ext cx="1501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&gt;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65" name=""/>
          <p:cNvSpPr txBox="1"/>
          <p:nvPr/>
        </p:nvSpPr>
        <p:spPr>
          <a:xfrm>
            <a:off x="1300320" y="6100560"/>
            <a:ext cx="4867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 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66" name=""/>
          <p:cNvSpPr txBox="1"/>
          <p:nvPr/>
        </p:nvSpPr>
        <p:spPr>
          <a:xfrm>
            <a:off x="2020680" y="6100560"/>
            <a:ext cx="4867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 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67" name=""/>
          <p:cNvSpPr txBox="1"/>
          <p:nvPr/>
        </p:nvSpPr>
        <p:spPr>
          <a:xfrm>
            <a:off x="2740680" y="6100560"/>
            <a:ext cx="4626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68" name=""/>
          <p:cNvSpPr txBox="1"/>
          <p:nvPr/>
        </p:nvSpPr>
        <p:spPr>
          <a:xfrm>
            <a:off x="3533040" y="6100560"/>
            <a:ext cx="4867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 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69" name=""/>
          <p:cNvSpPr txBox="1"/>
          <p:nvPr/>
        </p:nvSpPr>
        <p:spPr>
          <a:xfrm>
            <a:off x="4253400" y="6100560"/>
            <a:ext cx="4867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 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0" name=""/>
          <p:cNvSpPr txBox="1"/>
          <p:nvPr/>
        </p:nvSpPr>
        <p:spPr>
          <a:xfrm>
            <a:off x="4973400" y="6100560"/>
            <a:ext cx="4867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 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1" name=""/>
          <p:cNvSpPr txBox="1"/>
          <p:nvPr/>
        </p:nvSpPr>
        <p:spPr>
          <a:xfrm>
            <a:off x="5765400" y="6100560"/>
            <a:ext cx="4867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 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2" name=""/>
          <p:cNvSpPr txBox="1"/>
          <p:nvPr/>
        </p:nvSpPr>
        <p:spPr>
          <a:xfrm>
            <a:off x="6557760" y="3597480"/>
            <a:ext cx="14104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Taking a shower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3" name=""/>
          <p:cNvSpPr txBox="1"/>
          <p:nvPr/>
        </p:nvSpPr>
        <p:spPr>
          <a:xfrm>
            <a:off x="7696080" y="3597480"/>
            <a:ext cx="1807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or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4" name=""/>
          <p:cNvSpPr txBox="1"/>
          <p:nvPr/>
        </p:nvSpPr>
        <p:spPr>
          <a:xfrm>
            <a:off x="7909920" y="3597480"/>
            <a:ext cx="3938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bath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5" name=""/>
          <p:cNvSpPr txBox="1"/>
          <p:nvPr/>
        </p:nvSpPr>
        <p:spPr>
          <a:xfrm>
            <a:off x="8258760" y="3621600"/>
            <a:ext cx="335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leads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6" name=""/>
          <p:cNvSpPr txBox="1"/>
          <p:nvPr/>
        </p:nvSpPr>
        <p:spPr>
          <a:xfrm>
            <a:off x="8595720" y="3621600"/>
            <a:ext cx="6987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 changes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7" name=""/>
          <p:cNvSpPr txBox="1"/>
          <p:nvPr/>
        </p:nvSpPr>
        <p:spPr>
          <a:xfrm>
            <a:off x="9266040" y="3621600"/>
            <a:ext cx="468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 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8" name=""/>
          <p:cNvSpPr txBox="1"/>
          <p:nvPr/>
        </p:nvSpPr>
        <p:spPr>
          <a:xfrm>
            <a:off x="6557760" y="3780000"/>
            <a:ext cx="8373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temperature.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79" name=""/>
          <p:cNvSpPr txBox="1"/>
          <p:nvPr/>
        </p:nvSpPr>
        <p:spPr>
          <a:xfrm>
            <a:off x="7289280" y="3780000"/>
            <a:ext cx="1271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This leads in control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0" name=""/>
          <p:cNvSpPr txBox="1"/>
          <p:nvPr/>
        </p:nvSpPr>
        <p:spPr>
          <a:xfrm>
            <a:off x="8403480" y="3780000"/>
            <a:ext cx="14637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of the blood flow in the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1" name=""/>
          <p:cNvSpPr txBox="1"/>
          <p:nvPr/>
        </p:nvSpPr>
        <p:spPr>
          <a:xfrm>
            <a:off x="6557760" y="3932640"/>
            <a:ext cx="2538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skin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2" name=""/>
          <p:cNvSpPr txBox="1"/>
          <p:nvPr/>
        </p:nvSpPr>
        <p:spPr>
          <a:xfrm>
            <a:off x="6856560" y="3932640"/>
            <a:ext cx="466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surface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3" name=""/>
          <p:cNvSpPr txBox="1"/>
          <p:nvPr/>
        </p:nvSpPr>
        <p:spPr>
          <a:xfrm>
            <a:off x="7333560" y="393264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4" name=""/>
          <p:cNvSpPr txBox="1"/>
          <p:nvPr/>
        </p:nvSpPr>
        <p:spPr>
          <a:xfrm>
            <a:off x="7528680" y="3932640"/>
            <a:ext cx="3391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order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5" name=""/>
          <p:cNvSpPr txBox="1"/>
          <p:nvPr/>
        </p:nvSpPr>
        <p:spPr>
          <a:xfrm>
            <a:off x="7914240" y="3932640"/>
            <a:ext cx="127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6" name=""/>
          <p:cNvSpPr txBox="1"/>
          <p:nvPr/>
        </p:nvSpPr>
        <p:spPr>
          <a:xfrm>
            <a:off x="8123040" y="3932640"/>
            <a:ext cx="5583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maintain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7" name=""/>
          <p:cNvSpPr txBox="1"/>
          <p:nvPr/>
        </p:nvSpPr>
        <p:spPr>
          <a:xfrm>
            <a:off x="8674920" y="3932640"/>
            <a:ext cx="313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8" name=""/>
          <p:cNvSpPr txBox="1"/>
          <p:nvPr/>
        </p:nvSpPr>
        <p:spPr>
          <a:xfrm>
            <a:off x="9029880" y="3932640"/>
            <a:ext cx="7977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temperature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89" name=""/>
          <p:cNvSpPr txBox="1"/>
          <p:nvPr/>
        </p:nvSpPr>
        <p:spPr>
          <a:xfrm>
            <a:off x="6557760" y="4084920"/>
            <a:ext cx="835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homeostasis.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0" name=""/>
          <p:cNvSpPr txBox="1"/>
          <p:nvPr/>
        </p:nvSpPr>
        <p:spPr>
          <a:xfrm>
            <a:off x="6557760" y="4390200"/>
            <a:ext cx="16574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When Temperature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1" name=""/>
          <p:cNvSpPr txBox="1"/>
          <p:nvPr/>
        </p:nvSpPr>
        <p:spPr>
          <a:xfrm>
            <a:off x="7795440" y="4413960"/>
            <a:ext cx="337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rises,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2" name=""/>
          <p:cNvSpPr txBox="1"/>
          <p:nvPr/>
        </p:nvSpPr>
        <p:spPr>
          <a:xfrm>
            <a:off x="8100360" y="4413960"/>
            <a:ext cx="18964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our body increases blood flow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3" name=""/>
          <p:cNvSpPr txBox="1"/>
          <p:nvPr/>
        </p:nvSpPr>
        <p:spPr>
          <a:xfrm>
            <a:off x="6557760" y="4572360"/>
            <a:ext cx="25855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by expanding skin blood vessels in order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4" name=""/>
          <p:cNvSpPr txBox="1"/>
          <p:nvPr/>
        </p:nvSpPr>
        <p:spPr>
          <a:xfrm>
            <a:off x="8857800" y="4572360"/>
            <a:ext cx="9500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 increase the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5" name=""/>
          <p:cNvSpPr txBox="1"/>
          <p:nvPr/>
        </p:nvSpPr>
        <p:spPr>
          <a:xfrm>
            <a:off x="6557760" y="4725360"/>
            <a:ext cx="313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6" name=""/>
          <p:cNvSpPr txBox="1"/>
          <p:nvPr/>
        </p:nvSpPr>
        <p:spPr>
          <a:xfrm>
            <a:off x="6912720" y="4725360"/>
            <a:ext cx="2858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heat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7" name=""/>
          <p:cNvSpPr txBox="1"/>
          <p:nvPr/>
        </p:nvSpPr>
        <p:spPr>
          <a:xfrm>
            <a:off x="7243560" y="4725360"/>
            <a:ext cx="503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release.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8" name=""/>
          <p:cNvSpPr txBox="1"/>
          <p:nvPr/>
        </p:nvSpPr>
        <p:spPr>
          <a:xfrm>
            <a:off x="7749720" y="4725360"/>
            <a:ext cx="178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199" name=""/>
          <p:cNvSpPr txBox="1"/>
          <p:nvPr/>
        </p:nvSpPr>
        <p:spPr>
          <a:xfrm>
            <a:off x="7998120" y="4725360"/>
            <a:ext cx="208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0" name=""/>
          <p:cNvSpPr txBox="1"/>
          <p:nvPr/>
        </p:nvSpPr>
        <p:spPr>
          <a:xfrm>
            <a:off x="8271000" y="4725360"/>
            <a:ext cx="337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other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1" name=""/>
          <p:cNvSpPr txBox="1"/>
          <p:nvPr/>
        </p:nvSpPr>
        <p:spPr>
          <a:xfrm>
            <a:off x="8653680" y="4725360"/>
            <a:ext cx="358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hand,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2" name=""/>
          <p:cNvSpPr txBox="1"/>
          <p:nvPr/>
        </p:nvSpPr>
        <p:spPr>
          <a:xfrm>
            <a:off x="9045360" y="4725360"/>
            <a:ext cx="342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when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3" name=""/>
          <p:cNvSpPr txBox="1"/>
          <p:nvPr/>
        </p:nvSpPr>
        <p:spPr>
          <a:xfrm>
            <a:off x="9430920" y="4725360"/>
            <a:ext cx="313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4" name=""/>
          <p:cNvSpPr txBox="1"/>
          <p:nvPr/>
        </p:nvSpPr>
        <p:spPr>
          <a:xfrm>
            <a:off x="6557760" y="4877640"/>
            <a:ext cx="7977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temperature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5" name=""/>
          <p:cNvSpPr txBox="1"/>
          <p:nvPr/>
        </p:nvSpPr>
        <p:spPr>
          <a:xfrm>
            <a:off x="7292520" y="4877640"/>
            <a:ext cx="3952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drops,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6" name=""/>
          <p:cNvSpPr txBox="1"/>
          <p:nvPr/>
        </p:nvSpPr>
        <p:spPr>
          <a:xfrm>
            <a:off x="7699320" y="4877640"/>
            <a:ext cx="2095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our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7" name=""/>
          <p:cNvSpPr txBox="1"/>
          <p:nvPr/>
        </p:nvSpPr>
        <p:spPr>
          <a:xfrm>
            <a:off x="7957080" y="4877640"/>
            <a:ext cx="313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8" name=""/>
          <p:cNvSpPr txBox="1"/>
          <p:nvPr/>
        </p:nvSpPr>
        <p:spPr>
          <a:xfrm>
            <a:off x="8294040" y="4877640"/>
            <a:ext cx="643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decreases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09" name=""/>
          <p:cNvSpPr txBox="1"/>
          <p:nvPr/>
        </p:nvSpPr>
        <p:spPr>
          <a:xfrm>
            <a:off x="8888400" y="4877640"/>
            <a:ext cx="846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blood flow by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0" name=""/>
          <p:cNvSpPr txBox="1"/>
          <p:nvPr/>
        </p:nvSpPr>
        <p:spPr>
          <a:xfrm>
            <a:off x="6557760" y="5029920"/>
            <a:ext cx="24451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contracting skin blood vessels in order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1" name=""/>
          <p:cNvSpPr txBox="1"/>
          <p:nvPr/>
        </p:nvSpPr>
        <p:spPr>
          <a:xfrm>
            <a:off x="8737200" y="5029920"/>
            <a:ext cx="10994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 decrease 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2" name=""/>
          <p:cNvSpPr txBox="1"/>
          <p:nvPr/>
        </p:nvSpPr>
        <p:spPr>
          <a:xfrm>
            <a:off x="6557760" y="5182560"/>
            <a:ext cx="3854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heat release. The blood flow from temperature change leads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3" name=""/>
          <p:cNvSpPr txBox="1"/>
          <p:nvPr/>
        </p:nvSpPr>
        <p:spPr>
          <a:xfrm>
            <a:off x="6557760" y="5334840"/>
            <a:ext cx="2961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 impedance change that results in PBF error.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4" name=""/>
          <p:cNvSpPr txBox="1"/>
          <p:nvPr/>
        </p:nvSpPr>
        <p:spPr>
          <a:xfrm>
            <a:off x="6557760" y="5636520"/>
            <a:ext cx="842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Experimental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5" name=""/>
          <p:cNvSpPr txBox="1"/>
          <p:nvPr/>
        </p:nvSpPr>
        <p:spPr>
          <a:xfrm>
            <a:off x="7449480" y="5636520"/>
            <a:ext cx="456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Results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6" name=""/>
          <p:cNvSpPr txBox="1"/>
          <p:nvPr/>
        </p:nvSpPr>
        <p:spPr>
          <a:xfrm>
            <a:off x="7940160" y="5661000"/>
            <a:ext cx="16923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show when a 27 year old woman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7" name=""/>
          <p:cNvSpPr txBox="1"/>
          <p:nvPr/>
        </p:nvSpPr>
        <p:spPr>
          <a:xfrm>
            <a:off x="6557760" y="5819400"/>
            <a:ext cx="15796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tested InBody before and after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8" name=""/>
          <p:cNvSpPr txBox="1"/>
          <p:nvPr/>
        </p:nvSpPr>
        <p:spPr>
          <a:xfrm>
            <a:off x="8321400" y="5819400"/>
            <a:ext cx="7077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15 minutes of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19" name=""/>
          <p:cNvSpPr txBox="1"/>
          <p:nvPr/>
        </p:nvSpPr>
        <p:spPr>
          <a:xfrm>
            <a:off x="9148680" y="5819400"/>
            <a:ext cx="1760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hot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20" name=""/>
          <p:cNvSpPr txBox="1"/>
          <p:nvPr/>
        </p:nvSpPr>
        <p:spPr>
          <a:xfrm>
            <a:off x="9383400" y="5819400"/>
            <a:ext cx="3009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water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221" name="" descr=""/>
          <p:cNvPicPr/>
          <p:nvPr/>
        </p:nvPicPr>
        <p:blipFill>
          <a:blip r:embed="rId4"/>
          <a:stretch/>
        </p:blipFill>
        <p:spPr>
          <a:xfrm>
            <a:off x="6528960" y="1094400"/>
            <a:ext cx="3096360" cy="2016000"/>
          </a:xfrm>
          <a:prstGeom prst="rect">
            <a:avLst/>
          </a:prstGeom>
          <a:ln w="0">
            <a:noFill/>
          </a:ln>
        </p:spPr>
      </p:pic>
      <p:sp>
        <p:nvSpPr>
          <p:cNvPr id="28222" name=""/>
          <p:cNvSpPr txBox="1"/>
          <p:nvPr/>
        </p:nvSpPr>
        <p:spPr>
          <a:xfrm>
            <a:off x="6557760" y="5972400"/>
            <a:ext cx="29833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shower, PBF decreased minimum 0.5% to maximum 1.9%.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23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24" name=""/>
          <p:cNvSpPr/>
          <p:nvPr/>
        </p:nvSpPr>
        <p:spPr>
          <a:xfrm>
            <a:off x="6521040" y="3212280"/>
            <a:ext cx="1152360" cy="288360"/>
          </a:xfrm>
          <a:custGeom>
            <a:avLst/>
            <a:gdLst/>
            <a:ahLst/>
            <a:rect l="0" t="0" r="r" b="b"/>
            <a:pathLst>
              <a:path w="3201" h="801">
                <a:moveTo>
                  <a:pt x="0" y="801"/>
                </a:moveTo>
                <a:lnTo>
                  <a:pt x="3201" y="801"/>
                </a:lnTo>
                <a:lnTo>
                  <a:pt x="3201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225" name=""/>
          <p:cNvSpPr txBox="1"/>
          <p:nvPr/>
        </p:nvSpPr>
        <p:spPr>
          <a:xfrm>
            <a:off x="484560" y="399960"/>
            <a:ext cx="72457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prior to taking a shower or bath.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26" name=""/>
          <p:cNvSpPr txBox="1"/>
          <p:nvPr/>
        </p:nvSpPr>
        <p:spPr>
          <a:xfrm>
            <a:off x="6762240" y="325152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2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2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229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8230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8231" name=""/>
          <p:cNvSpPr/>
          <p:nvPr/>
        </p:nvSpPr>
        <p:spPr>
          <a:xfrm>
            <a:off x="127800" y="1484280"/>
            <a:ext cx="6553440" cy="4896720"/>
          </a:xfrm>
          <a:custGeom>
            <a:avLst/>
            <a:gdLst/>
            <a:ahLst/>
            <a:rect l="0" t="0" r="r" b="b"/>
            <a:pathLst>
              <a:path w="18204" h="13602">
                <a:moveTo>
                  <a:pt x="0" y="13602"/>
                </a:moveTo>
                <a:lnTo>
                  <a:pt x="18204" y="13602"/>
                </a:lnTo>
                <a:lnTo>
                  <a:pt x="18204" y="0"/>
                </a:lnTo>
                <a:lnTo>
                  <a:pt x="0" y="0"/>
                </a:lnTo>
                <a:lnTo>
                  <a:pt x="0" y="13602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232" name="" descr=""/>
          <p:cNvPicPr/>
          <p:nvPr/>
        </p:nvPicPr>
        <p:blipFill>
          <a:blip r:embed="rId3"/>
          <a:stretch/>
        </p:blipFill>
        <p:spPr>
          <a:xfrm>
            <a:off x="344520" y="1629000"/>
            <a:ext cx="6191640" cy="4246920"/>
          </a:xfrm>
          <a:prstGeom prst="rect">
            <a:avLst/>
          </a:prstGeom>
          <a:ln w="0">
            <a:noFill/>
          </a:ln>
        </p:spPr>
      </p:pic>
      <p:sp>
        <p:nvSpPr>
          <p:cNvPr id="28233" name=""/>
          <p:cNvSpPr txBox="1"/>
          <p:nvPr/>
        </p:nvSpPr>
        <p:spPr>
          <a:xfrm>
            <a:off x="1275480" y="1244160"/>
            <a:ext cx="5740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 26, 157.5cm Female, PBF difference before and after going to the bathroom&gt;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34" name=""/>
          <p:cNvSpPr txBox="1"/>
          <p:nvPr/>
        </p:nvSpPr>
        <p:spPr>
          <a:xfrm>
            <a:off x="1253880" y="588456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35" name=""/>
          <p:cNvSpPr txBox="1"/>
          <p:nvPr/>
        </p:nvSpPr>
        <p:spPr>
          <a:xfrm>
            <a:off x="6799320" y="2108880"/>
            <a:ext cx="4885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When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36" name=""/>
          <p:cNvSpPr txBox="1"/>
          <p:nvPr/>
        </p:nvSpPr>
        <p:spPr>
          <a:xfrm>
            <a:off x="7283880" y="2108880"/>
            <a:ext cx="4291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37" name=""/>
          <p:cNvSpPr txBox="1"/>
          <p:nvPr/>
        </p:nvSpPr>
        <p:spPr>
          <a:xfrm>
            <a:off x="7707600" y="2108880"/>
            <a:ext cx="10706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Composition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38" name=""/>
          <p:cNvSpPr txBox="1"/>
          <p:nvPr/>
        </p:nvSpPr>
        <p:spPr>
          <a:xfrm>
            <a:off x="8591760" y="213300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39" name=""/>
          <p:cNvSpPr txBox="1"/>
          <p:nvPr/>
        </p:nvSpPr>
        <p:spPr>
          <a:xfrm>
            <a:off x="8777520" y="2133000"/>
            <a:ext cx="5875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classified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0" name=""/>
          <p:cNvSpPr txBox="1"/>
          <p:nvPr/>
        </p:nvSpPr>
        <p:spPr>
          <a:xfrm>
            <a:off x="9352080" y="2133000"/>
            <a:ext cx="1548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1" name=""/>
          <p:cNvSpPr txBox="1"/>
          <p:nvPr/>
        </p:nvSpPr>
        <p:spPr>
          <a:xfrm>
            <a:off x="9584280" y="213300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2-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2" name=""/>
          <p:cNvSpPr txBox="1"/>
          <p:nvPr/>
        </p:nvSpPr>
        <p:spPr>
          <a:xfrm>
            <a:off x="6799320" y="2291400"/>
            <a:ext cx="8604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compartment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3" name=""/>
          <p:cNvSpPr txBox="1"/>
          <p:nvPr/>
        </p:nvSpPr>
        <p:spPr>
          <a:xfrm>
            <a:off x="7562880" y="2291400"/>
            <a:ext cx="4334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model,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4" name=""/>
          <p:cNvSpPr txBox="1"/>
          <p:nvPr/>
        </p:nvSpPr>
        <p:spPr>
          <a:xfrm>
            <a:off x="7981920" y="229140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5" name=""/>
          <p:cNvSpPr txBox="1"/>
          <p:nvPr/>
        </p:nvSpPr>
        <p:spPr>
          <a:xfrm>
            <a:off x="8111520" y="2291400"/>
            <a:ext cx="14882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can be divided into</a:t>
            </a:r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 Fat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6" name=""/>
          <p:cNvSpPr txBox="1"/>
          <p:nvPr/>
        </p:nvSpPr>
        <p:spPr>
          <a:xfrm>
            <a:off x="9463680" y="2291400"/>
            <a:ext cx="3207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Free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7" name=""/>
          <p:cNvSpPr txBox="1"/>
          <p:nvPr/>
        </p:nvSpPr>
        <p:spPr>
          <a:xfrm>
            <a:off x="6799320" y="2443680"/>
            <a:ext cx="34704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mass</a:t>
            </a:r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 and</a:t>
            </a:r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 Fat mass</a:t>
            </a:r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. BIA principle calculates fat mass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8" name=""/>
          <p:cNvSpPr txBox="1"/>
          <p:nvPr/>
        </p:nvSpPr>
        <p:spPr>
          <a:xfrm>
            <a:off x="9564480" y="2443680"/>
            <a:ext cx="1548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49" name=""/>
          <p:cNvSpPr txBox="1"/>
          <p:nvPr/>
        </p:nvSpPr>
        <p:spPr>
          <a:xfrm>
            <a:off x="6799320" y="2596320"/>
            <a:ext cx="3528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subtracting fat free mass from weight which is the total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0" name=""/>
          <p:cNvSpPr txBox="1"/>
          <p:nvPr/>
        </p:nvSpPr>
        <p:spPr>
          <a:xfrm>
            <a:off x="6799320" y="2748240"/>
            <a:ext cx="1740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of whole body composition.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1" name=""/>
          <p:cNvSpPr txBox="1"/>
          <p:nvPr/>
        </p:nvSpPr>
        <p:spPr>
          <a:xfrm>
            <a:off x="6799320" y="3054240"/>
            <a:ext cx="13813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Feces and Urine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2" name=""/>
          <p:cNvSpPr txBox="1"/>
          <p:nvPr/>
        </p:nvSpPr>
        <p:spPr>
          <a:xfrm>
            <a:off x="7814520" y="3078360"/>
            <a:ext cx="2376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is inside the organs so it can not be a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3" name=""/>
          <p:cNvSpPr txBox="1"/>
          <p:nvPr/>
        </p:nvSpPr>
        <p:spPr>
          <a:xfrm>
            <a:off x="6799320" y="3236760"/>
            <a:ext cx="502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path for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4" name=""/>
          <p:cNvSpPr txBox="1"/>
          <p:nvPr/>
        </p:nvSpPr>
        <p:spPr>
          <a:xfrm>
            <a:off x="7317360" y="3236760"/>
            <a:ext cx="2698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electricity flow according to BIA principles.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5" name=""/>
          <p:cNvSpPr txBox="1"/>
          <p:nvPr/>
        </p:nvSpPr>
        <p:spPr>
          <a:xfrm>
            <a:off x="6799320" y="3389040"/>
            <a:ext cx="597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However,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6" name=""/>
          <p:cNvSpPr txBox="1"/>
          <p:nvPr/>
        </p:nvSpPr>
        <p:spPr>
          <a:xfrm>
            <a:off x="7346160" y="3389040"/>
            <a:ext cx="1321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because these affect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7" name=""/>
          <p:cNvSpPr txBox="1"/>
          <p:nvPr/>
        </p:nvSpPr>
        <p:spPr>
          <a:xfrm>
            <a:off x="8512560" y="3389040"/>
            <a:ext cx="10674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 body weight,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8" name=""/>
          <p:cNvSpPr txBox="1"/>
          <p:nvPr/>
        </p:nvSpPr>
        <p:spPr>
          <a:xfrm>
            <a:off x="9485280" y="338904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59" name=""/>
          <p:cNvSpPr txBox="1"/>
          <p:nvPr/>
        </p:nvSpPr>
        <p:spPr>
          <a:xfrm>
            <a:off x="9608400" y="338904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0" name=""/>
          <p:cNvSpPr txBox="1"/>
          <p:nvPr/>
        </p:nvSpPr>
        <p:spPr>
          <a:xfrm>
            <a:off x="6799320" y="3541320"/>
            <a:ext cx="3519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known that these two are considered as body fat mass.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1" name=""/>
          <p:cNvSpPr txBox="1"/>
          <p:nvPr/>
        </p:nvSpPr>
        <p:spPr>
          <a:xfrm>
            <a:off x="6799320" y="3873600"/>
            <a:ext cx="8420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Experimental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2" name=""/>
          <p:cNvSpPr txBox="1"/>
          <p:nvPr/>
        </p:nvSpPr>
        <p:spPr>
          <a:xfrm>
            <a:off x="7727400" y="3873600"/>
            <a:ext cx="45648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Results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3" name=""/>
          <p:cNvSpPr txBox="1"/>
          <p:nvPr/>
        </p:nvSpPr>
        <p:spPr>
          <a:xfrm>
            <a:off x="8268480" y="3898080"/>
            <a:ext cx="12794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show when three female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4" name=""/>
          <p:cNvSpPr txBox="1"/>
          <p:nvPr/>
        </p:nvSpPr>
        <p:spPr>
          <a:xfrm>
            <a:off x="6799320" y="4056480"/>
            <a:ext cx="11149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tested InBody before,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5" name=""/>
          <p:cNvSpPr txBox="1"/>
          <p:nvPr/>
        </p:nvSpPr>
        <p:spPr>
          <a:xfrm>
            <a:off x="7988040" y="4056480"/>
            <a:ext cx="16146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right after and 10 minutes after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6" name=""/>
          <p:cNvSpPr txBox="1"/>
          <p:nvPr/>
        </p:nvSpPr>
        <p:spPr>
          <a:xfrm>
            <a:off x="6799320" y="4209120"/>
            <a:ext cx="2811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going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7" name=""/>
          <p:cNvSpPr txBox="1"/>
          <p:nvPr/>
        </p:nvSpPr>
        <p:spPr>
          <a:xfrm>
            <a:off x="7161840" y="4209120"/>
            <a:ext cx="8845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to the bathroom,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8" name=""/>
          <p:cNvSpPr txBox="1"/>
          <p:nvPr/>
        </p:nvSpPr>
        <p:spPr>
          <a:xfrm>
            <a:off x="8235000" y="4209120"/>
            <a:ext cx="2444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their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69" name=""/>
          <p:cNvSpPr txBox="1"/>
          <p:nvPr/>
        </p:nvSpPr>
        <p:spPr>
          <a:xfrm>
            <a:off x="8562600" y="4209120"/>
            <a:ext cx="1926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PBF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0" name=""/>
          <p:cNvSpPr txBox="1"/>
          <p:nvPr/>
        </p:nvSpPr>
        <p:spPr>
          <a:xfrm>
            <a:off x="8853840" y="4209120"/>
            <a:ext cx="4381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differed.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1" name=""/>
          <p:cNvSpPr txBox="1"/>
          <p:nvPr/>
        </p:nvSpPr>
        <p:spPr>
          <a:xfrm>
            <a:off x="9376560" y="4209120"/>
            <a:ext cx="3085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When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2" name=""/>
          <p:cNvSpPr txBox="1"/>
          <p:nvPr/>
        </p:nvSpPr>
        <p:spPr>
          <a:xfrm>
            <a:off x="6799320" y="4361760"/>
            <a:ext cx="2709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InBody was tested right after going to the bathroom,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3" name=""/>
          <p:cNvSpPr txBox="1"/>
          <p:nvPr/>
        </p:nvSpPr>
        <p:spPr>
          <a:xfrm>
            <a:off x="6799320" y="4514040"/>
            <a:ext cx="1713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4" name=""/>
          <p:cNvSpPr txBox="1"/>
          <p:nvPr/>
        </p:nvSpPr>
        <p:spPr>
          <a:xfrm>
            <a:off x="7067520" y="4514040"/>
            <a:ext cx="5295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decreased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5" name=""/>
          <p:cNvSpPr txBox="1"/>
          <p:nvPr/>
        </p:nvSpPr>
        <p:spPr>
          <a:xfrm>
            <a:off x="7693920" y="4514040"/>
            <a:ext cx="3513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weight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6" name=""/>
          <p:cNvSpPr txBox="1"/>
          <p:nvPr/>
        </p:nvSpPr>
        <p:spPr>
          <a:xfrm>
            <a:off x="8142120" y="4514040"/>
            <a:ext cx="7610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from excretion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7" name=""/>
          <p:cNvSpPr txBox="1"/>
          <p:nvPr/>
        </p:nvSpPr>
        <p:spPr>
          <a:xfrm>
            <a:off x="9071640" y="4514040"/>
            <a:ext cx="4244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resulted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8" name=""/>
          <p:cNvSpPr txBox="1"/>
          <p:nvPr/>
        </p:nvSpPr>
        <p:spPr>
          <a:xfrm>
            <a:off x="9591840" y="4514040"/>
            <a:ext cx="126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79" name=""/>
          <p:cNvSpPr txBox="1"/>
          <p:nvPr/>
        </p:nvSpPr>
        <p:spPr>
          <a:xfrm>
            <a:off x="6799320" y="4666320"/>
            <a:ext cx="8406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decrease in PBF.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0" name=""/>
          <p:cNvSpPr txBox="1"/>
          <p:nvPr/>
        </p:nvSpPr>
        <p:spPr>
          <a:xfrm>
            <a:off x="7829640" y="4666320"/>
            <a:ext cx="4946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However,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1" name=""/>
          <p:cNvSpPr txBox="1"/>
          <p:nvPr/>
        </p:nvSpPr>
        <p:spPr>
          <a:xfrm>
            <a:off x="8408880" y="4666320"/>
            <a:ext cx="11178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there were no certain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2" name=""/>
          <p:cNvSpPr txBox="1"/>
          <p:nvPr/>
        </p:nvSpPr>
        <p:spPr>
          <a:xfrm>
            <a:off x="6799320" y="4818960"/>
            <a:ext cx="20322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pattern in PBF change after 10 minutes.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3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4" name=""/>
          <p:cNvSpPr/>
          <p:nvPr/>
        </p:nvSpPr>
        <p:spPr>
          <a:xfrm>
            <a:off x="6752520" y="1629000"/>
            <a:ext cx="1152720" cy="288360"/>
          </a:xfrm>
          <a:custGeom>
            <a:avLst/>
            <a:gdLst/>
            <a:ahLst/>
            <a:rect l="0" t="0" r="r" b="b"/>
            <a:pathLst>
              <a:path w="3202" h="801">
                <a:moveTo>
                  <a:pt x="0" y="801"/>
                </a:moveTo>
                <a:lnTo>
                  <a:pt x="3202" y="801"/>
                </a:lnTo>
                <a:lnTo>
                  <a:pt x="3202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285" name=""/>
          <p:cNvSpPr txBox="1"/>
          <p:nvPr/>
        </p:nvSpPr>
        <p:spPr>
          <a:xfrm>
            <a:off x="484560" y="399960"/>
            <a:ext cx="674748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after going to the bathroom.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6" name=""/>
          <p:cNvSpPr txBox="1"/>
          <p:nvPr/>
        </p:nvSpPr>
        <p:spPr>
          <a:xfrm>
            <a:off x="6994440" y="166716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7" name=""/>
          <p:cNvSpPr txBox="1"/>
          <p:nvPr/>
        </p:nvSpPr>
        <p:spPr>
          <a:xfrm>
            <a:off x="1525680" y="583920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8" name=""/>
          <p:cNvSpPr txBox="1"/>
          <p:nvPr/>
        </p:nvSpPr>
        <p:spPr>
          <a:xfrm>
            <a:off x="1527120" y="59306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89" name=""/>
          <p:cNvSpPr txBox="1"/>
          <p:nvPr/>
        </p:nvSpPr>
        <p:spPr>
          <a:xfrm>
            <a:off x="1754280" y="583848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0" name=""/>
          <p:cNvSpPr txBox="1"/>
          <p:nvPr/>
        </p:nvSpPr>
        <p:spPr>
          <a:xfrm>
            <a:off x="1774080" y="592992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1" name=""/>
          <p:cNvSpPr txBox="1"/>
          <p:nvPr/>
        </p:nvSpPr>
        <p:spPr>
          <a:xfrm>
            <a:off x="2119680" y="588348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2" name=""/>
          <p:cNvSpPr txBox="1"/>
          <p:nvPr/>
        </p:nvSpPr>
        <p:spPr>
          <a:xfrm>
            <a:off x="2390760" y="583848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3" name=""/>
          <p:cNvSpPr txBox="1"/>
          <p:nvPr/>
        </p:nvSpPr>
        <p:spPr>
          <a:xfrm>
            <a:off x="2392560" y="592992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4" name=""/>
          <p:cNvSpPr txBox="1"/>
          <p:nvPr/>
        </p:nvSpPr>
        <p:spPr>
          <a:xfrm>
            <a:off x="2619720" y="583740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5" name=""/>
          <p:cNvSpPr txBox="1"/>
          <p:nvPr/>
        </p:nvSpPr>
        <p:spPr>
          <a:xfrm>
            <a:off x="2639520" y="59288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6" name=""/>
          <p:cNvSpPr txBox="1"/>
          <p:nvPr/>
        </p:nvSpPr>
        <p:spPr>
          <a:xfrm>
            <a:off x="2962080" y="588348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7" name=""/>
          <p:cNvSpPr txBox="1"/>
          <p:nvPr/>
        </p:nvSpPr>
        <p:spPr>
          <a:xfrm>
            <a:off x="3233520" y="583848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8" name=""/>
          <p:cNvSpPr txBox="1"/>
          <p:nvPr/>
        </p:nvSpPr>
        <p:spPr>
          <a:xfrm>
            <a:off x="3235320" y="592992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299" name=""/>
          <p:cNvSpPr txBox="1"/>
          <p:nvPr/>
        </p:nvSpPr>
        <p:spPr>
          <a:xfrm>
            <a:off x="3462480" y="583740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0" name=""/>
          <p:cNvSpPr txBox="1"/>
          <p:nvPr/>
        </p:nvSpPr>
        <p:spPr>
          <a:xfrm>
            <a:off x="3482280" y="59288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1" name=""/>
          <p:cNvSpPr txBox="1"/>
          <p:nvPr/>
        </p:nvSpPr>
        <p:spPr>
          <a:xfrm>
            <a:off x="4077360" y="590400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2" name=""/>
          <p:cNvSpPr txBox="1"/>
          <p:nvPr/>
        </p:nvSpPr>
        <p:spPr>
          <a:xfrm>
            <a:off x="4348440" y="585900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3" name=""/>
          <p:cNvSpPr txBox="1"/>
          <p:nvPr/>
        </p:nvSpPr>
        <p:spPr>
          <a:xfrm>
            <a:off x="4350240" y="59504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4" name=""/>
          <p:cNvSpPr txBox="1"/>
          <p:nvPr/>
        </p:nvSpPr>
        <p:spPr>
          <a:xfrm>
            <a:off x="4577400" y="585756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5" name=""/>
          <p:cNvSpPr txBox="1"/>
          <p:nvPr/>
        </p:nvSpPr>
        <p:spPr>
          <a:xfrm>
            <a:off x="4597200" y="594900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6" name=""/>
          <p:cNvSpPr txBox="1"/>
          <p:nvPr/>
        </p:nvSpPr>
        <p:spPr>
          <a:xfrm>
            <a:off x="4962240" y="588348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7" name=""/>
          <p:cNvSpPr txBox="1"/>
          <p:nvPr/>
        </p:nvSpPr>
        <p:spPr>
          <a:xfrm>
            <a:off x="5234040" y="583848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8" name=""/>
          <p:cNvSpPr txBox="1"/>
          <p:nvPr/>
        </p:nvSpPr>
        <p:spPr>
          <a:xfrm>
            <a:off x="5235480" y="592992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09" name=""/>
          <p:cNvSpPr txBox="1"/>
          <p:nvPr/>
        </p:nvSpPr>
        <p:spPr>
          <a:xfrm>
            <a:off x="5462640" y="583740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10" name=""/>
          <p:cNvSpPr txBox="1"/>
          <p:nvPr/>
        </p:nvSpPr>
        <p:spPr>
          <a:xfrm>
            <a:off x="5482440" y="59288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11" name=""/>
          <p:cNvSpPr txBox="1"/>
          <p:nvPr/>
        </p:nvSpPr>
        <p:spPr>
          <a:xfrm>
            <a:off x="5800680" y="588960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12" name=""/>
          <p:cNvSpPr txBox="1"/>
          <p:nvPr/>
        </p:nvSpPr>
        <p:spPr>
          <a:xfrm>
            <a:off x="6072120" y="5844600"/>
            <a:ext cx="2005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Right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13" name=""/>
          <p:cNvSpPr txBox="1"/>
          <p:nvPr/>
        </p:nvSpPr>
        <p:spPr>
          <a:xfrm>
            <a:off x="6073920" y="593604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14" name=""/>
          <p:cNvSpPr txBox="1"/>
          <p:nvPr/>
        </p:nvSpPr>
        <p:spPr>
          <a:xfrm>
            <a:off x="6300720" y="584316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15" name=""/>
          <p:cNvSpPr txBox="1"/>
          <p:nvPr/>
        </p:nvSpPr>
        <p:spPr>
          <a:xfrm>
            <a:off x="6320520" y="5934600"/>
            <a:ext cx="18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1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1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318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8319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8320" name=""/>
          <p:cNvSpPr/>
          <p:nvPr/>
        </p:nvSpPr>
        <p:spPr>
          <a:xfrm>
            <a:off x="127800" y="1484280"/>
            <a:ext cx="6265440" cy="4537080"/>
          </a:xfrm>
          <a:custGeom>
            <a:avLst/>
            <a:gdLst/>
            <a:ahLst/>
            <a:rect l="0" t="0" r="r" b="b"/>
            <a:pathLst>
              <a:path w="17404" h="12603">
                <a:moveTo>
                  <a:pt x="0" y="12603"/>
                </a:moveTo>
                <a:lnTo>
                  <a:pt x="17404" y="12603"/>
                </a:lnTo>
                <a:lnTo>
                  <a:pt x="17404" y="0"/>
                </a:lnTo>
                <a:lnTo>
                  <a:pt x="0" y="0"/>
                </a:lnTo>
                <a:lnTo>
                  <a:pt x="0" y="12603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21" name=""/>
          <p:cNvSpPr txBox="1"/>
          <p:nvPr/>
        </p:nvSpPr>
        <p:spPr>
          <a:xfrm>
            <a:off x="2368800" y="1213920"/>
            <a:ext cx="2872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&lt;PBF difference due to food ingestion&gt;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22" name=""/>
          <p:cNvSpPr txBox="1"/>
          <p:nvPr/>
        </p:nvSpPr>
        <p:spPr>
          <a:xfrm>
            <a:off x="1738080" y="1675440"/>
            <a:ext cx="1815840" cy="134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31, Height 180cm, Male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323" name="" descr=""/>
          <p:cNvPicPr/>
          <p:nvPr/>
        </p:nvPicPr>
        <p:blipFill>
          <a:blip r:embed="rId3"/>
          <a:stretch/>
        </p:blipFill>
        <p:spPr>
          <a:xfrm>
            <a:off x="272880" y="1917360"/>
            <a:ext cx="5960160" cy="3815640"/>
          </a:xfrm>
          <a:prstGeom prst="rect">
            <a:avLst/>
          </a:prstGeom>
          <a:ln w="0">
            <a:noFill/>
          </a:ln>
        </p:spPr>
      </p:pic>
      <p:sp>
        <p:nvSpPr>
          <p:cNvPr id="28324" name=""/>
          <p:cNvSpPr txBox="1"/>
          <p:nvPr/>
        </p:nvSpPr>
        <p:spPr>
          <a:xfrm>
            <a:off x="4311720" y="1675440"/>
            <a:ext cx="2017080" cy="134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27,  Height 162cm, Female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25" name=""/>
          <p:cNvSpPr txBox="1"/>
          <p:nvPr/>
        </p:nvSpPr>
        <p:spPr>
          <a:xfrm>
            <a:off x="1514520" y="572580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326" name="" descr=""/>
          <p:cNvPicPr/>
          <p:nvPr/>
        </p:nvPicPr>
        <p:blipFill>
          <a:blip r:embed="rId4"/>
          <a:stretch/>
        </p:blipFill>
        <p:spPr>
          <a:xfrm>
            <a:off x="6423840" y="1484280"/>
            <a:ext cx="3414960" cy="1758240"/>
          </a:xfrm>
          <a:prstGeom prst="rect">
            <a:avLst/>
          </a:prstGeom>
          <a:ln w="0">
            <a:noFill/>
          </a:ln>
        </p:spPr>
      </p:pic>
      <p:sp>
        <p:nvSpPr>
          <p:cNvPr id="28327" name=""/>
          <p:cNvSpPr txBox="1"/>
          <p:nvPr/>
        </p:nvSpPr>
        <p:spPr>
          <a:xfrm>
            <a:off x="1522080" y="5817240"/>
            <a:ext cx="24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28" name=""/>
          <p:cNvSpPr txBox="1"/>
          <p:nvPr/>
        </p:nvSpPr>
        <p:spPr>
          <a:xfrm>
            <a:off x="6470280" y="3731760"/>
            <a:ext cx="12823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Food Ingestion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29" name=""/>
          <p:cNvSpPr txBox="1"/>
          <p:nvPr/>
        </p:nvSpPr>
        <p:spPr>
          <a:xfrm>
            <a:off x="7439400" y="3755880"/>
            <a:ext cx="25718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increases weight and is therefore known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0" name=""/>
          <p:cNvSpPr txBox="1"/>
          <p:nvPr/>
        </p:nvSpPr>
        <p:spPr>
          <a:xfrm>
            <a:off x="6470280" y="3913920"/>
            <a:ext cx="12304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 increase percent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1" name=""/>
          <p:cNvSpPr txBox="1"/>
          <p:nvPr/>
        </p:nvSpPr>
        <p:spPr>
          <a:xfrm>
            <a:off x="7594920" y="3913920"/>
            <a:ext cx="524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 fat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2" name=""/>
          <p:cNvSpPr txBox="1"/>
          <p:nvPr/>
        </p:nvSpPr>
        <p:spPr>
          <a:xfrm>
            <a:off x="8116200" y="3913920"/>
            <a:ext cx="16938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following the BIA principle.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3" name=""/>
          <p:cNvSpPr txBox="1"/>
          <p:nvPr/>
        </p:nvSpPr>
        <p:spPr>
          <a:xfrm>
            <a:off x="6470280" y="4066920"/>
            <a:ext cx="597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However,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4" name=""/>
          <p:cNvSpPr txBox="1"/>
          <p:nvPr/>
        </p:nvSpPr>
        <p:spPr>
          <a:xfrm>
            <a:off x="7006680" y="4066920"/>
            <a:ext cx="31172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 truth ingesting food decreases impedance and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5" name=""/>
          <p:cNvSpPr txBox="1"/>
          <p:nvPr/>
        </p:nvSpPr>
        <p:spPr>
          <a:xfrm>
            <a:off x="6470280" y="4219200"/>
            <a:ext cx="1745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can lower percent body fat.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6" name=""/>
          <p:cNvSpPr txBox="1"/>
          <p:nvPr/>
        </p:nvSpPr>
        <p:spPr>
          <a:xfrm>
            <a:off x="6470280" y="4524120"/>
            <a:ext cx="309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7" name=""/>
          <p:cNvSpPr txBox="1"/>
          <p:nvPr/>
        </p:nvSpPr>
        <p:spPr>
          <a:xfrm>
            <a:off x="6808680" y="4524120"/>
            <a:ext cx="399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8" name=""/>
          <p:cNvSpPr txBox="1"/>
          <p:nvPr/>
        </p:nvSpPr>
        <p:spPr>
          <a:xfrm>
            <a:off x="7209360" y="4524120"/>
            <a:ext cx="3193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food,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39" name=""/>
          <p:cNvSpPr txBox="1"/>
          <p:nvPr/>
        </p:nvSpPr>
        <p:spPr>
          <a:xfrm>
            <a:off x="7560000" y="4524120"/>
            <a:ext cx="4914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blood is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0" name=""/>
          <p:cNvSpPr txBox="1"/>
          <p:nvPr/>
        </p:nvSpPr>
        <p:spPr>
          <a:xfrm>
            <a:off x="8094960" y="4524120"/>
            <a:ext cx="6865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intensively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1" name=""/>
          <p:cNvSpPr txBox="1"/>
          <p:nvPr/>
        </p:nvSpPr>
        <p:spPr>
          <a:xfrm>
            <a:off x="8723160" y="4524120"/>
            <a:ext cx="9500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supplied to the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2" name=""/>
          <p:cNvSpPr txBox="1"/>
          <p:nvPr/>
        </p:nvSpPr>
        <p:spPr>
          <a:xfrm>
            <a:off x="6470280" y="4676400"/>
            <a:ext cx="39142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digestive organs increasing the peristalsis, secretion rate and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3" name=""/>
          <p:cNvSpPr txBox="1"/>
          <p:nvPr/>
        </p:nvSpPr>
        <p:spPr>
          <a:xfrm>
            <a:off x="6470280" y="4829040"/>
            <a:ext cx="3676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absorption rate of the digestive tract along with the blood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4" name=""/>
          <p:cNvSpPr txBox="1"/>
          <p:nvPr/>
        </p:nvSpPr>
        <p:spPr>
          <a:xfrm>
            <a:off x="6470280" y="4981320"/>
            <a:ext cx="3734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flow. This status lasted about 2~4 hours before stabilizing.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5" name=""/>
          <p:cNvSpPr txBox="1"/>
          <p:nvPr/>
        </p:nvSpPr>
        <p:spPr>
          <a:xfrm>
            <a:off x="6470280" y="5286960"/>
            <a:ext cx="18295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Experimental Results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6" name=""/>
          <p:cNvSpPr txBox="1"/>
          <p:nvPr/>
        </p:nvSpPr>
        <p:spPr>
          <a:xfrm>
            <a:off x="7767360" y="5310720"/>
            <a:ext cx="22914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show that PBF of 2 male and female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7" name=""/>
          <p:cNvSpPr txBox="1"/>
          <p:nvPr/>
        </p:nvSpPr>
        <p:spPr>
          <a:xfrm>
            <a:off x="6470280" y="5469480"/>
            <a:ext cx="524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subjects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8" name=""/>
          <p:cNvSpPr txBox="1"/>
          <p:nvPr/>
        </p:nvSpPr>
        <p:spPr>
          <a:xfrm>
            <a:off x="6985440" y="5469480"/>
            <a:ext cx="593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gradually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49" name=""/>
          <p:cNvSpPr txBox="1"/>
          <p:nvPr/>
        </p:nvSpPr>
        <p:spPr>
          <a:xfrm>
            <a:off x="7553880" y="5469480"/>
            <a:ext cx="535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declined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0" name=""/>
          <p:cNvSpPr txBox="1"/>
          <p:nvPr/>
        </p:nvSpPr>
        <p:spPr>
          <a:xfrm>
            <a:off x="8090280" y="5469480"/>
            <a:ext cx="1746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for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1" name=""/>
          <p:cNvSpPr txBox="1"/>
          <p:nvPr/>
        </p:nvSpPr>
        <p:spPr>
          <a:xfrm>
            <a:off x="8336160" y="546948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3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2" name=""/>
          <p:cNvSpPr txBox="1"/>
          <p:nvPr/>
        </p:nvSpPr>
        <p:spPr>
          <a:xfrm>
            <a:off x="8497440" y="5469480"/>
            <a:ext cx="355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hours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3" name=""/>
          <p:cNvSpPr txBox="1"/>
          <p:nvPr/>
        </p:nvSpPr>
        <p:spPr>
          <a:xfrm>
            <a:off x="8886240" y="5469480"/>
            <a:ext cx="300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4" name=""/>
          <p:cNvSpPr txBox="1"/>
          <p:nvPr/>
        </p:nvSpPr>
        <p:spPr>
          <a:xfrm>
            <a:off x="9230760" y="5469480"/>
            <a:ext cx="445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dinner.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5" name=""/>
          <p:cNvSpPr txBox="1"/>
          <p:nvPr/>
        </p:nvSpPr>
        <p:spPr>
          <a:xfrm>
            <a:off x="6470280" y="5621760"/>
            <a:ext cx="7034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Impedance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6" name=""/>
          <p:cNvSpPr txBox="1"/>
          <p:nvPr/>
        </p:nvSpPr>
        <p:spPr>
          <a:xfrm>
            <a:off x="7128720" y="562176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of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7" name=""/>
          <p:cNvSpPr txBox="1"/>
          <p:nvPr/>
        </p:nvSpPr>
        <p:spPr>
          <a:xfrm>
            <a:off x="7317720" y="562176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5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8" name=""/>
          <p:cNvSpPr txBox="1"/>
          <p:nvPr/>
        </p:nvSpPr>
        <p:spPr>
          <a:xfrm>
            <a:off x="7467120" y="5621760"/>
            <a:ext cx="524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subjects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59" name=""/>
          <p:cNvSpPr txBox="1"/>
          <p:nvPr/>
        </p:nvSpPr>
        <p:spPr>
          <a:xfrm>
            <a:off x="7971480" y="5621760"/>
            <a:ext cx="3636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 the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0" name=""/>
          <p:cNvSpPr txBox="1"/>
          <p:nvPr/>
        </p:nvSpPr>
        <p:spPr>
          <a:xfrm>
            <a:off x="8407800" y="5621760"/>
            <a:ext cx="6285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additional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1" name=""/>
          <p:cNvSpPr txBox="1"/>
          <p:nvPr/>
        </p:nvSpPr>
        <p:spPr>
          <a:xfrm>
            <a:off x="9008280" y="5621760"/>
            <a:ext cx="7293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experiment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2" name=""/>
          <p:cNvSpPr txBox="1"/>
          <p:nvPr/>
        </p:nvSpPr>
        <p:spPr>
          <a:xfrm>
            <a:off x="6470280" y="5774040"/>
            <a:ext cx="2017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decreased right after breakfast,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3" name=""/>
          <p:cNvSpPr txBox="1"/>
          <p:nvPr/>
        </p:nvSpPr>
        <p:spPr>
          <a:xfrm>
            <a:off x="8166600" y="5774040"/>
            <a:ext cx="16970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lunch and dinner but there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4" name=""/>
          <p:cNvSpPr txBox="1"/>
          <p:nvPr/>
        </p:nvSpPr>
        <p:spPr>
          <a:xfrm>
            <a:off x="6470280" y="5926320"/>
            <a:ext cx="2862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was no certain pattern on the change of PBF.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5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6" name=""/>
          <p:cNvSpPr/>
          <p:nvPr/>
        </p:nvSpPr>
        <p:spPr>
          <a:xfrm>
            <a:off x="6449400" y="3357360"/>
            <a:ext cx="1152360" cy="288360"/>
          </a:xfrm>
          <a:custGeom>
            <a:avLst/>
            <a:gdLst/>
            <a:ahLst/>
            <a:rect l="0" t="0" r="r" b="b"/>
            <a:pathLst>
              <a:path w="3201" h="801">
                <a:moveTo>
                  <a:pt x="0" y="801"/>
                </a:moveTo>
                <a:lnTo>
                  <a:pt x="3201" y="801"/>
                </a:lnTo>
                <a:lnTo>
                  <a:pt x="3201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367" name=""/>
          <p:cNvSpPr txBox="1"/>
          <p:nvPr/>
        </p:nvSpPr>
        <p:spPr>
          <a:xfrm>
            <a:off x="484560" y="399960"/>
            <a:ext cx="62017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 should be tested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with an empty stomach.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8" name=""/>
          <p:cNvSpPr txBox="1"/>
          <p:nvPr/>
        </p:nvSpPr>
        <p:spPr>
          <a:xfrm>
            <a:off x="6690240" y="339588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69" name=""/>
          <p:cNvSpPr txBox="1"/>
          <p:nvPr/>
        </p:nvSpPr>
        <p:spPr>
          <a:xfrm>
            <a:off x="1972080" y="5725800"/>
            <a:ext cx="4456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0" name=""/>
          <p:cNvSpPr txBox="1"/>
          <p:nvPr/>
        </p:nvSpPr>
        <p:spPr>
          <a:xfrm>
            <a:off x="2057400" y="5817240"/>
            <a:ext cx="24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1" name=""/>
          <p:cNvSpPr txBox="1"/>
          <p:nvPr/>
        </p:nvSpPr>
        <p:spPr>
          <a:xfrm>
            <a:off x="2556720" y="5740560"/>
            <a:ext cx="4456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90min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2" name=""/>
          <p:cNvSpPr txBox="1"/>
          <p:nvPr/>
        </p:nvSpPr>
        <p:spPr>
          <a:xfrm>
            <a:off x="2642040" y="5832000"/>
            <a:ext cx="24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3" name=""/>
          <p:cNvSpPr txBox="1"/>
          <p:nvPr/>
        </p:nvSpPr>
        <p:spPr>
          <a:xfrm>
            <a:off x="3080520" y="5740560"/>
            <a:ext cx="49464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180min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4" name=""/>
          <p:cNvSpPr txBox="1"/>
          <p:nvPr/>
        </p:nvSpPr>
        <p:spPr>
          <a:xfrm>
            <a:off x="3185640" y="5832000"/>
            <a:ext cx="24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5" name=""/>
          <p:cNvSpPr txBox="1"/>
          <p:nvPr/>
        </p:nvSpPr>
        <p:spPr>
          <a:xfrm>
            <a:off x="4122720" y="5738760"/>
            <a:ext cx="2505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6" name=""/>
          <p:cNvSpPr txBox="1"/>
          <p:nvPr/>
        </p:nvSpPr>
        <p:spPr>
          <a:xfrm>
            <a:off x="4130280" y="5830200"/>
            <a:ext cx="24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7" name=""/>
          <p:cNvSpPr txBox="1"/>
          <p:nvPr/>
        </p:nvSpPr>
        <p:spPr>
          <a:xfrm>
            <a:off x="4579920" y="5739120"/>
            <a:ext cx="4456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10min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8" name=""/>
          <p:cNvSpPr txBox="1"/>
          <p:nvPr/>
        </p:nvSpPr>
        <p:spPr>
          <a:xfrm>
            <a:off x="4665240" y="5830560"/>
            <a:ext cx="24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79" name=""/>
          <p:cNvSpPr txBox="1"/>
          <p:nvPr/>
        </p:nvSpPr>
        <p:spPr>
          <a:xfrm>
            <a:off x="5164920" y="5753520"/>
            <a:ext cx="4456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90min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80" name=""/>
          <p:cNvSpPr txBox="1"/>
          <p:nvPr/>
        </p:nvSpPr>
        <p:spPr>
          <a:xfrm>
            <a:off x="5250240" y="5844960"/>
            <a:ext cx="24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81" name=""/>
          <p:cNvSpPr txBox="1"/>
          <p:nvPr/>
        </p:nvSpPr>
        <p:spPr>
          <a:xfrm>
            <a:off x="5688720" y="5753520"/>
            <a:ext cx="49464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180min after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82" name=""/>
          <p:cNvSpPr txBox="1"/>
          <p:nvPr/>
        </p:nvSpPr>
        <p:spPr>
          <a:xfrm>
            <a:off x="5793840" y="5844960"/>
            <a:ext cx="2430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8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8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385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8386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8387" name=""/>
          <p:cNvSpPr/>
          <p:nvPr/>
        </p:nvSpPr>
        <p:spPr>
          <a:xfrm>
            <a:off x="127800" y="1341000"/>
            <a:ext cx="6265440" cy="4823640"/>
          </a:xfrm>
          <a:custGeom>
            <a:avLst/>
            <a:gdLst/>
            <a:ahLst/>
            <a:rect l="0" t="0" r="r" b="b"/>
            <a:pathLst>
              <a:path w="17404" h="13399">
                <a:moveTo>
                  <a:pt x="0" y="13399"/>
                </a:moveTo>
                <a:lnTo>
                  <a:pt x="17404" y="13399"/>
                </a:lnTo>
                <a:lnTo>
                  <a:pt x="17404" y="0"/>
                </a:lnTo>
                <a:lnTo>
                  <a:pt x="0" y="0"/>
                </a:lnTo>
                <a:lnTo>
                  <a:pt x="0" y="13399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88" name=""/>
          <p:cNvSpPr txBox="1"/>
          <p:nvPr/>
        </p:nvSpPr>
        <p:spPr>
          <a:xfrm>
            <a:off x="1443960" y="1427760"/>
            <a:ext cx="1977480" cy="134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29, Height 162cm, Female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389" name="" descr=""/>
          <p:cNvPicPr/>
          <p:nvPr/>
        </p:nvPicPr>
        <p:blipFill>
          <a:blip r:embed="rId3"/>
          <a:stretch/>
        </p:blipFill>
        <p:spPr>
          <a:xfrm>
            <a:off x="272880" y="1629000"/>
            <a:ext cx="6013440" cy="4032000"/>
          </a:xfrm>
          <a:prstGeom prst="rect">
            <a:avLst/>
          </a:prstGeom>
          <a:ln w="0">
            <a:noFill/>
          </a:ln>
        </p:spPr>
      </p:pic>
      <p:sp>
        <p:nvSpPr>
          <p:cNvPr id="28390" name=""/>
          <p:cNvSpPr txBox="1"/>
          <p:nvPr/>
        </p:nvSpPr>
        <p:spPr>
          <a:xfrm>
            <a:off x="4226400" y="1427760"/>
            <a:ext cx="1977480" cy="134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Age 27, Height 161cm, Female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1" name=""/>
          <p:cNvSpPr txBox="1"/>
          <p:nvPr/>
        </p:nvSpPr>
        <p:spPr>
          <a:xfrm>
            <a:off x="1275840" y="5648040"/>
            <a:ext cx="5493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Progestational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2" name=""/>
          <p:cNvSpPr txBox="1"/>
          <p:nvPr/>
        </p:nvSpPr>
        <p:spPr>
          <a:xfrm>
            <a:off x="1411560" y="5739480"/>
            <a:ext cx="2203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Stage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3" name=""/>
          <p:cNvSpPr txBox="1"/>
          <p:nvPr/>
        </p:nvSpPr>
        <p:spPr>
          <a:xfrm>
            <a:off x="6557760" y="2137320"/>
            <a:ext cx="6436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Women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4" name=""/>
          <p:cNvSpPr txBox="1"/>
          <p:nvPr/>
        </p:nvSpPr>
        <p:spPr>
          <a:xfrm>
            <a:off x="7111080" y="2161080"/>
            <a:ext cx="10155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have temporary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5" name=""/>
          <p:cNvSpPr txBox="1"/>
          <p:nvPr/>
        </p:nvSpPr>
        <p:spPr>
          <a:xfrm>
            <a:off x="8040960" y="2161080"/>
            <a:ext cx="425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weight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6" name=""/>
          <p:cNvSpPr txBox="1"/>
          <p:nvPr/>
        </p:nvSpPr>
        <p:spPr>
          <a:xfrm>
            <a:off x="8460000" y="2161080"/>
            <a:ext cx="1402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and body composition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7" name=""/>
          <p:cNvSpPr txBox="1"/>
          <p:nvPr/>
        </p:nvSpPr>
        <p:spPr>
          <a:xfrm>
            <a:off x="6557760" y="2319480"/>
            <a:ext cx="4654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change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8" name=""/>
          <p:cNvSpPr txBox="1"/>
          <p:nvPr/>
        </p:nvSpPr>
        <p:spPr>
          <a:xfrm>
            <a:off x="7019640" y="2319480"/>
            <a:ext cx="1548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by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399" name=""/>
          <p:cNvSpPr txBox="1"/>
          <p:nvPr/>
        </p:nvSpPr>
        <p:spPr>
          <a:xfrm>
            <a:off x="7232760" y="2319480"/>
            <a:ext cx="2948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their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0" name=""/>
          <p:cNvSpPr txBox="1"/>
          <p:nvPr/>
        </p:nvSpPr>
        <p:spPr>
          <a:xfrm>
            <a:off x="7568280" y="2319480"/>
            <a:ext cx="6408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menstrual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1" name=""/>
          <p:cNvSpPr txBox="1"/>
          <p:nvPr/>
        </p:nvSpPr>
        <p:spPr>
          <a:xfrm>
            <a:off x="8181000" y="2319480"/>
            <a:ext cx="326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cycle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2" name=""/>
          <p:cNvSpPr txBox="1"/>
          <p:nvPr/>
        </p:nvSpPr>
        <p:spPr>
          <a:xfrm>
            <a:off x="8526960" y="2319480"/>
            <a:ext cx="2383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due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3" name=""/>
          <p:cNvSpPr txBox="1"/>
          <p:nvPr/>
        </p:nvSpPr>
        <p:spPr>
          <a:xfrm>
            <a:off x="8813520" y="2319480"/>
            <a:ext cx="127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4" name=""/>
          <p:cNvSpPr txBox="1"/>
          <p:nvPr/>
        </p:nvSpPr>
        <p:spPr>
          <a:xfrm>
            <a:off x="9013320" y="2319480"/>
            <a:ext cx="579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influence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5" name=""/>
          <p:cNvSpPr txBox="1"/>
          <p:nvPr/>
        </p:nvSpPr>
        <p:spPr>
          <a:xfrm>
            <a:off x="9581760" y="2319480"/>
            <a:ext cx="1263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of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6" name=""/>
          <p:cNvSpPr txBox="1"/>
          <p:nvPr/>
        </p:nvSpPr>
        <p:spPr>
          <a:xfrm>
            <a:off x="6557760" y="2472480"/>
            <a:ext cx="6087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hormone.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7" name=""/>
          <p:cNvSpPr txBox="1"/>
          <p:nvPr/>
        </p:nvSpPr>
        <p:spPr>
          <a:xfrm>
            <a:off x="6557760" y="2777760"/>
            <a:ext cx="14821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 Progestational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8" name=""/>
          <p:cNvSpPr txBox="1"/>
          <p:nvPr/>
        </p:nvSpPr>
        <p:spPr>
          <a:xfrm>
            <a:off x="7659720" y="2777760"/>
            <a:ext cx="5554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Stage,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09" name=""/>
          <p:cNvSpPr txBox="1"/>
          <p:nvPr/>
        </p:nvSpPr>
        <p:spPr>
          <a:xfrm>
            <a:off x="8077320" y="2801880"/>
            <a:ext cx="13892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there is a tendency of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0" name=""/>
          <p:cNvSpPr txBox="1"/>
          <p:nvPr/>
        </p:nvSpPr>
        <p:spPr>
          <a:xfrm>
            <a:off x="9337680" y="2801880"/>
            <a:ext cx="425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weight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1" name=""/>
          <p:cNvSpPr txBox="1"/>
          <p:nvPr/>
        </p:nvSpPr>
        <p:spPr>
          <a:xfrm>
            <a:off x="6557760" y="2960280"/>
            <a:ext cx="1072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gain due to 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2" name=""/>
          <p:cNvSpPr txBox="1"/>
          <p:nvPr/>
        </p:nvSpPr>
        <p:spPr>
          <a:xfrm>
            <a:off x="7630560" y="2960280"/>
            <a:ext cx="3603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water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3" name=""/>
          <p:cNvSpPr txBox="1"/>
          <p:nvPr/>
        </p:nvSpPr>
        <p:spPr>
          <a:xfrm>
            <a:off x="8004240" y="2960280"/>
            <a:ext cx="6195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retention.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4" name=""/>
          <p:cNvSpPr txBox="1"/>
          <p:nvPr/>
        </p:nvSpPr>
        <p:spPr>
          <a:xfrm>
            <a:off x="8593920" y="2960280"/>
            <a:ext cx="597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However,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5" name=""/>
          <p:cNvSpPr txBox="1"/>
          <p:nvPr/>
        </p:nvSpPr>
        <p:spPr>
          <a:xfrm>
            <a:off x="9160920" y="2960280"/>
            <a:ext cx="592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 InBody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6" name=""/>
          <p:cNvSpPr txBox="1"/>
          <p:nvPr/>
        </p:nvSpPr>
        <p:spPr>
          <a:xfrm>
            <a:off x="6557760" y="3112560"/>
            <a:ext cx="8845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measurement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7" name=""/>
          <p:cNvSpPr txBox="1"/>
          <p:nvPr/>
        </p:nvSpPr>
        <p:spPr>
          <a:xfrm>
            <a:off x="7330320" y="3112560"/>
            <a:ext cx="27424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 accumulated water is considered as fat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8" name=""/>
          <p:cNvSpPr txBox="1"/>
          <p:nvPr/>
        </p:nvSpPr>
        <p:spPr>
          <a:xfrm>
            <a:off x="6557760" y="3264840"/>
            <a:ext cx="2056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free mass so the PBF decreases.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19" name=""/>
          <p:cNvSpPr txBox="1"/>
          <p:nvPr/>
        </p:nvSpPr>
        <p:spPr>
          <a:xfrm>
            <a:off x="8325720" y="3264840"/>
            <a:ext cx="12031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On the other hand,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0" name=""/>
          <p:cNvSpPr txBox="1"/>
          <p:nvPr/>
        </p:nvSpPr>
        <p:spPr>
          <a:xfrm>
            <a:off x="9406440" y="3264840"/>
            <a:ext cx="337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there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1" name=""/>
          <p:cNvSpPr txBox="1"/>
          <p:nvPr/>
        </p:nvSpPr>
        <p:spPr>
          <a:xfrm>
            <a:off x="6557760" y="3417480"/>
            <a:ext cx="39020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are cases where PBF increases due to increased appetite and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2" name=""/>
          <p:cNvSpPr txBox="1"/>
          <p:nvPr/>
        </p:nvSpPr>
        <p:spPr>
          <a:xfrm>
            <a:off x="6557760" y="3569760"/>
            <a:ext cx="37756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eating patterns such as preference in salty and sweet food.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3" name=""/>
          <p:cNvSpPr txBox="1"/>
          <p:nvPr/>
        </p:nvSpPr>
        <p:spPr>
          <a:xfrm>
            <a:off x="6557760" y="3875040"/>
            <a:ext cx="11408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Experimental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4" name=""/>
          <p:cNvSpPr txBox="1"/>
          <p:nvPr/>
        </p:nvSpPr>
        <p:spPr>
          <a:xfrm>
            <a:off x="7411320" y="3875040"/>
            <a:ext cx="6361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Results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5" name=""/>
          <p:cNvSpPr txBox="1"/>
          <p:nvPr/>
        </p:nvSpPr>
        <p:spPr>
          <a:xfrm>
            <a:off x="7902360" y="3899160"/>
            <a:ext cx="2017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 a three months follow up in 2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6" name=""/>
          <p:cNvSpPr txBox="1"/>
          <p:nvPr/>
        </p:nvSpPr>
        <p:spPr>
          <a:xfrm>
            <a:off x="6557760" y="4057920"/>
            <a:ext cx="37468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female showed up and downs un their PBF in premenstrual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7" name=""/>
          <p:cNvSpPr txBox="1"/>
          <p:nvPr/>
        </p:nvSpPr>
        <p:spPr>
          <a:xfrm>
            <a:off x="6557760" y="4210200"/>
            <a:ext cx="38365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and menstrual period. The tendency differed by month even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8" name=""/>
          <p:cNvSpPr txBox="1"/>
          <p:nvPr/>
        </p:nvSpPr>
        <p:spPr>
          <a:xfrm>
            <a:off x="6557760" y="4362480"/>
            <a:ext cx="1261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 the same person.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29" name=""/>
          <p:cNvSpPr txBox="1"/>
          <p:nvPr/>
        </p:nvSpPr>
        <p:spPr>
          <a:xfrm>
            <a:off x="7777080" y="4362480"/>
            <a:ext cx="494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 other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0" name=""/>
          <p:cNvSpPr txBox="1"/>
          <p:nvPr/>
        </p:nvSpPr>
        <p:spPr>
          <a:xfrm>
            <a:off x="8303040" y="4362480"/>
            <a:ext cx="4197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words,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1" name=""/>
          <p:cNvSpPr txBox="1"/>
          <p:nvPr/>
        </p:nvSpPr>
        <p:spPr>
          <a:xfrm>
            <a:off x="8723520" y="4362480"/>
            <a:ext cx="3132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body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2" name=""/>
          <p:cNvSpPr txBox="1"/>
          <p:nvPr/>
        </p:nvSpPr>
        <p:spPr>
          <a:xfrm>
            <a:off x="9051120" y="4362480"/>
            <a:ext cx="7718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composition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3" name=""/>
          <p:cNvSpPr txBox="1"/>
          <p:nvPr/>
        </p:nvSpPr>
        <p:spPr>
          <a:xfrm>
            <a:off x="6557760" y="4515120"/>
            <a:ext cx="38336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change by menstrual cycle differs by people so it con not be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4" name=""/>
          <p:cNvSpPr txBox="1"/>
          <p:nvPr/>
        </p:nvSpPr>
        <p:spPr>
          <a:xfrm>
            <a:off x="6557760" y="4667400"/>
            <a:ext cx="6422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predicted.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5" name=""/>
          <p:cNvSpPr txBox="1"/>
          <p:nvPr/>
        </p:nvSpPr>
        <p:spPr>
          <a:xfrm>
            <a:off x="7240680" y="4667400"/>
            <a:ext cx="5979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However,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6" name=""/>
          <p:cNvSpPr txBox="1"/>
          <p:nvPr/>
        </p:nvSpPr>
        <p:spPr>
          <a:xfrm>
            <a:off x="7891560" y="4667400"/>
            <a:ext cx="4687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biggest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7" name=""/>
          <p:cNvSpPr txBox="1"/>
          <p:nvPr/>
        </p:nvSpPr>
        <p:spPr>
          <a:xfrm>
            <a:off x="8415720" y="4667400"/>
            <a:ext cx="637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difference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8" name=""/>
          <p:cNvSpPr txBox="1"/>
          <p:nvPr/>
        </p:nvSpPr>
        <p:spPr>
          <a:xfrm>
            <a:off x="9100080" y="4667400"/>
            <a:ext cx="4150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occurs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39" name=""/>
          <p:cNvSpPr txBox="1"/>
          <p:nvPr/>
        </p:nvSpPr>
        <p:spPr>
          <a:xfrm>
            <a:off x="9590760" y="4667400"/>
            <a:ext cx="126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0" name=""/>
          <p:cNvSpPr txBox="1"/>
          <p:nvPr/>
        </p:nvSpPr>
        <p:spPr>
          <a:xfrm>
            <a:off x="6557760" y="4819680"/>
            <a:ext cx="388404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progestational and menstruation stage so it is recommended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1" name=""/>
          <p:cNvSpPr txBox="1"/>
          <p:nvPr/>
        </p:nvSpPr>
        <p:spPr>
          <a:xfrm>
            <a:off x="6557760" y="4971960"/>
            <a:ext cx="18493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to avoid testing in this stage.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2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3" name=""/>
          <p:cNvSpPr/>
          <p:nvPr/>
        </p:nvSpPr>
        <p:spPr>
          <a:xfrm>
            <a:off x="6525720" y="1594080"/>
            <a:ext cx="1152360" cy="288360"/>
          </a:xfrm>
          <a:custGeom>
            <a:avLst/>
            <a:gdLst/>
            <a:ahLst/>
            <a:rect l="0" t="0" r="r" b="b"/>
            <a:pathLst>
              <a:path w="3201" h="801">
                <a:moveTo>
                  <a:pt x="0" y="801"/>
                </a:moveTo>
                <a:lnTo>
                  <a:pt x="3201" y="801"/>
                </a:lnTo>
                <a:lnTo>
                  <a:pt x="3201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444" name=""/>
          <p:cNvSpPr txBox="1"/>
          <p:nvPr/>
        </p:nvSpPr>
        <p:spPr>
          <a:xfrm>
            <a:off x="484560" y="399960"/>
            <a:ext cx="865116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should not</a:t>
            </a:r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 be tested during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menstruation</a:t>
            </a:r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 for precise results.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5" name=""/>
          <p:cNvSpPr txBox="1"/>
          <p:nvPr/>
        </p:nvSpPr>
        <p:spPr>
          <a:xfrm>
            <a:off x="6766920" y="163260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6" name=""/>
          <p:cNvSpPr txBox="1"/>
          <p:nvPr/>
        </p:nvSpPr>
        <p:spPr>
          <a:xfrm>
            <a:off x="2439000" y="1100160"/>
            <a:ext cx="26874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&lt;PBF difference by menstrual cycle&gt;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7" name=""/>
          <p:cNvSpPr txBox="1"/>
          <p:nvPr/>
        </p:nvSpPr>
        <p:spPr>
          <a:xfrm>
            <a:off x="1879920" y="5648040"/>
            <a:ext cx="3787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Menstrual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8" name=""/>
          <p:cNvSpPr txBox="1"/>
          <p:nvPr/>
        </p:nvSpPr>
        <p:spPr>
          <a:xfrm>
            <a:off x="1937880" y="573948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Period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49" name=""/>
          <p:cNvSpPr txBox="1"/>
          <p:nvPr/>
        </p:nvSpPr>
        <p:spPr>
          <a:xfrm>
            <a:off x="2561760" y="5648400"/>
            <a:ext cx="3438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Follicular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0" name=""/>
          <p:cNvSpPr txBox="1"/>
          <p:nvPr/>
        </p:nvSpPr>
        <p:spPr>
          <a:xfrm>
            <a:off x="2608920" y="5739840"/>
            <a:ext cx="2278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Phase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1" name=""/>
          <p:cNvSpPr txBox="1"/>
          <p:nvPr/>
        </p:nvSpPr>
        <p:spPr>
          <a:xfrm>
            <a:off x="3034800" y="5647680"/>
            <a:ext cx="36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Ovulation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2" name=""/>
          <p:cNvSpPr txBox="1"/>
          <p:nvPr/>
        </p:nvSpPr>
        <p:spPr>
          <a:xfrm>
            <a:off x="3085200" y="573912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Period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3" name=""/>
          <p:cNvSpPr txBox="1"/>
          <p:nvPr/>
        </p:nvSpPr>
        <p:spPr>
          <a:xfrm>
            <a:off x="3837600" y="5648040"/>
            <a:ext cx="5493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Progestational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4" name=""/>
          <p:cNvSpPr txBox="1"/>
          <p:nvPr/>
        </p:nvSpPr>
        <p:spPr>
          <a:xfrm>
            <a:off x="3973320" y="5739480"/>
            <a:ext cx="2203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Stage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5" name=""/>
          <p:cNvSpPr txBox="1"/>
          <p:nvPr/>
        </p:nvSpPr>
        <p:spPr>
          <a:xfrm>
            <a:off x="4441680" y="5648040"/>
            <a:ext cx="3787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Menstrual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6" name=""/>
          <p:cNvSpPr txBox="1"/>
          <p:nvPr/>
        </p:nvSpPr>
        <p:spPr>
          <a:xfrm>
            <a:off x="4499640" y="573948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Period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7" name=""/>
          <p:cNvSpPr txBox="1"/>
          <p:nvPr/>
        </p:nvSpPr>
        <p:spPr>
          <a:xfrm>
            <a:off x="5123520" y="5648400"/>
            <a:ext cx="34380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Follicular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8" name=""/>
          <p:cNvSpPr txBox="1"/>
          <p:nvPr/>
        </p:nvSpPr>
        <p:spPr>
          <a:xfrm>
            <a:off x="5171040" y="5739840"/>
            <a:ext cx="2278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Phase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59" name=""/>
          <p:cNvSpPr txBox="1"/>
          <p:nvPr/>
        </p:nvSpPr>
        <p:spPr>
          <a:xfrm>
            <a:off x="5596920" y="5647680"/>
            <a:ext cx="36648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Ovulation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60" name=""/>
          <p:cNvSpPr txBox="1"/>
          <p:nvPr/>
        </p:nvSpPr>
        <p:spPr>
          <a:xfrm>
            <a:off x="5646960" y="5739120"/>
            <a:ext cx="24012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Period</a:t>
            </a:r>
            <a:endParaRPr b="0" lang="en-US" sz="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6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463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8464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8465" name=""/>
          <p:cNvSpPr/>
          <p:nvPr/>
        </p:nvSpPr>
        <p:spPr>
          <a:xfrm>
            <a:off x="200880" y="1484280"/>
            <a:ext cx="9504000" cy="2809080"/>
          </a:xfrm>
          <a:custGeom>
            <a:avLst/>
            <a:gdLst/>
            <a:ahLst/>
            <a:rect l="0" t="0" r="r" b="b"/>
            <a:pathLst>
              <a:path w="26400" h="7803">
                <a:moveTo>
                  <a:pt x="0" y="7803"/>
                </a:moveTo>
                <a:lnTo>
                  <a:pt x="26400" y="7803"/>
                </a:lnTo>
                <a:lnTo>
                  <a:pt x="26400" y="0"/>
                </a:lnTo>
                <a:lnTo>
                  <a:pt x="0" y="0"/>
                </a:lnTo>
                <a:lnTo>
                  <a:pt x="0" y="7803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66" name=""/>
          <p:cNvSpPr/>
          <p:nvPr/>
        </p:nvSpPr>
        <p:spPr>
          <a:xfrm>
            <a:off x="416160" y="2035440"/>
            <a:ext cx="1013760" cy="461520"/>
          </a:xfrm>
          <a:custGeom>
            <a:avLst/>
            <a:gdLst/>
            <a:ahLst/>
            <a:rect l="0" t="0" r="r" b="b"/>
            <a:pathLst>
              <a:path w="2816" h="1282">
                <a:moveTo>
                  <a:pt x="0" y="1282"/>
                </a:moveTo>
                <a:lnTo>
                  <a:pt x="2816" y="1282"/>
                </a:lnTo>
                <a:lnTo>
                  <a:pt x="2816" y="0"/>
                </a:lnTo>
                <a:lnTo>
                  <a:pt x="0" y="0"/>
                </a:lnTo>
                <a:lnTo>
                  <a:pt x="0" y="128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67" name=""/>
          <p:cNvSpPr/>
          <p:nvPr/>
        </p:nvSpPr>
        <p:spPr>
          <a:xfrm>
            <a:off x="1429560" y="2035440"/>
            <a:ext cx="734400" cy="461520"/>
          </a:xfrm>
          <a:custGeom>
            <a:avLst/>
            <a:gdLst/>
            <a:ahLst/>
            <a:rect l="0" t="0" r="r" b="b"/>
            <a:pathLst>
              <a:path w="2040" h="1282">
                <a:moveTo>
                  <a:pt x="0" y="1282"/>
                </a:moveTo>
                <a:lnTo>
                  <a:pt x="2040" y="1282"/>
                </a:lnTo>
                <a:lnTo>
                  <a:pt x="2040" y="0"/>
                </a:lnTo>
                <a:lnTo>
                  <a:pt x="0" y="0"/>
                </a:lnTo>
                <a:lnTo>
                  <a:pt x="0" y="128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68" name=""/>
          <p:cNvSpPr/>
          <p:nvPr/>
        </p:nvSpPr>
        <p:spPr>
          <a:xfrm>
            <a:off x="2163600" y="2035440"/>
            <a:ext cx="1064880" cy="461520"/>
          </a:xfrm>
          <a:custGeom>
            <a:avLst/>
            <a:gdLst/>
            <a:ahLst/>
            <a:rect l="0" t="0" r="r" b="b"/>
            <a:pathLst>
              <a:path w="2958" h="1282">
                <a:moveTo>
                  <a:pt x="0" y="1282"/>
                </a:moveTo>
                <a:lnTo>
                  <a:pt x="2958" y="1282"/>
                </a:lnTo>
                <a:lnTo>
                  <a:pt x="2958" y="0"/>
                </a:lnTo>
                <a:lnTo>
                  <a:pt x="0" y="0"/>
                </a:lnTo>
                <a:lnTo>
                  <a:pt x="0" y="128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69" name=""/>
          <p:cNvSpPr/>
          <p:nvPr/>
        </p:nvSpPr>
        <p:spPr>
          <a:xfrm>
            <a:off x="3228120" y="2035440"/>
            <a:ext cx="1120320" cy="461520"/>
          </a:xfrm>
          <a:custGeom>
            <a:avLst/>
            <a:gdLst/>
            <a:ahLst/>
            <a:rect l="0" t="0" r="r" b="b"/>
            <a:pathLst>
              <a:path w="3112" h="1282">
                <a:moveTo>
                  <a:pt x="0" y="1282"/>
                </a:moveTo>
                <a:lnTo>
                  <a:pt x="3112" y="1282"/>
                </a:lnTo>
                <a:lnTo>
                  <a:pt x="3112" y="0"/>
                </a:lnTo>
                <a:lnTo>
                  <a:pt x="0" y="0"/>
                </a:lnTo>
                <a:lnTo>
                  <a:pt x="0" y="128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0" name=""/>
          <p:cNvSpPr/>
          <p:nvPr/>
        </p:nvSpPr>
        <p:spPr>
          <a:xfrm>
            <a:off x="4348080" y="2035440"/>
            <a:ext cx="1120680" cy="461520"/>
          </a:xfrm>
          <a:custGeom>
            <a:avLst/>
            <a:gdLst/>
            <a:ahLst/>
            <a:rect l="0" t="0" r="r" b="b"/>
            <a:pathLst>
              <a:path w="3113" h="1282">
                <a:moveTo>
                  <a:pt x="0" y="1282"/>
                </a:moveTo>
                <a:lnTo>
                  <a:pt x="3113" y="1282"/>
                </a:lnTo>
                <a:lnTo>
                  <a:pt x="3113" y="0"/>
                </a:lnTo>
                <a:lnTo>
                  <a:pt x="0" y="0"/>
                </a:lnTo>
                <a:lnTo>
                  <a:pt x="0" y="128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1" name=""/>
          <p:cNvSpPr/>
          <p:nvPr/>
        </p:nvSpPr>
        <p:spPr>
          <a:xfrm>
            <a:off x="5468400" y="2035440"/>
            <a:ext cx="790200" cy="461520"/>
          </a:xfrm>
          <a:custGeom>
            <a:avLst/>
            <a:gdLst/>
            <a:ahLst/>
            <a:rect l="0" t="0" r="r" b="b"/>
            <a:pathLst>
              <a:path w="2195" h="1282">
                <a:moveTo>
                  <a:pt x="0" y="1282"/>
                </a:moveTo>
                <a:lnTo>
                  <a:pt x="2195" y="1282"/>
                </a:lnTo>
                <a:lnTo>
                  <a:pt x="2195" y="0"/>
                </a:lnTo>
                <a:lnTo>
                  <a:pt x="0" y="0"/>
                </a:lnTo>
                <a:lnTo>
                  <a:pt x="0" y="128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2" name=""/>
          <p:cNvSpPr/>
          <p:nvPr/>
        </p:nvSpPr>
        <p:spPr>
          <a:xfrm>
            <a:off x="6258240" y="2035440"/>
            <a:ext cx="1016280" cy="461520"/>
          </a:xfrm>
          <a:custGeom>
            <a:avLst/>
            <a:gdLst/>
            <a:ahLst/>
            <a:rect l="0" t="0" r="r" b="b"/>
            <a:pathLst>
              <a:path w="2823" h="1282">
                <a:moveTo>
                  <a:pt x="0" y="1282"/>
                </a:moveTo>
                <a:lnTo>
                  <a:pt x="2823" y="1282"/>
                </a:lnTo>
                <a:lnTo>
                  <a:pt x="2823" y="0"/>
                </a:lnTo>
                <a:lnTo>
                  <a:pt x="0" y="0"/>
                </a:lnTo>
                <a:lnTo>
                  <a:pt x="0" y="128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3" name=""/>
          <p:cNvSpPr/>
          <p:nvPr/>
        </p:nvSpPr>
        <p:spPr>
          <a:xfrm>
            <a:off x="7274160" y="2035440"/>
            <a:ext cx="1071720" cy="461520"/>
          </a:xfrm>
          <a:custGeom>
            <a:avLst/>
            <a:gdLst/>
            <a:ahLst/>
            <a:rect l="0" t="0" r="r" b="b"/>
            <a:pathLst>
              <a:path w="2977" h="1282">
                <a:moveTo>
                  <a:pt x="0" y="1282"/>
                </a:moveTo>
                <a:lnTo>
                  <a:pt x="2977" y="1282"/>
                </a:lnTo>
                <a:lnTo>
                  <a:pt x="2977" y="0"/>
                </a:lnTo>
                <a:lnTo>
                  <a:pt x="0" y="0"/>
                </a:lnTo>
                <a:lnTo>
                  <a:pt x="0" y="128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4" name=""/>
          <p:cNvSpPr/>
          <p:nvPr/>
        </p:nvSpPr>
        <p:spPr>
          <a:xfrm>
            <a:off x="8345520" y="2035440"/>
            <a:ext cx="1072080" cy="461520"/>
          </a:xfrm>
          <a:custGeom>
            <a:avLst/>
            <a:gdLst/>
            <a:ahLst/>
            <a:rect l="0" t="0" r="r" b="b"/>
            <a:pathLst>
              <a:path w="2978" h="1282">
                <a:moveTo>
                  <a:pt x="0" y="1282"/>
                </a:moveTo>
                <a:lnTo>
                  <a:pt x="2978" y="1282"/>
                </a:lnTo>
                <a:lnTo>
                  <a:pt x="2978" y="0"/>
                </a:lnTo>
                <a:lnTo>
                  <a:pt x="0" y="0"/>
                </a:lnTo>
                <a:lnTo>
                  <a:pt x="0" y="1282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5" name=""/>
          <p:cNvSpPr/>
          <p:nvPr/>
        </p:nvSpPr>
        <p:spPr>
          <a:xfrm>
            <a:off x="416160" y="2812680"/>
            <a:ext cx="1013760" cy="316440"/>
          </a:xfrm>
          <a:custGeom>
            <a:avLst/>
            <a:gdLst/>
            <a:ahLst/>
            <a:rect l="0" t="0" r="r" b="b"/>
            <a:pathLst>
              <a:path w="2816" h="879">
                <a:moveTo>
                  <a:pt x="0" y="879"/>
                </a:moveTo>
                <a:lnTo>
                  <a:pt x="2816" y="879"/>
                </a:lnTo>
                <a:lnTo>
                  <a:pt x="2816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6" name=""/>
          <p:cNvSpPr/>
          <p:nvPr/>
        </p:nvSpPr>
        <p:spPr>
          <a:xfrm>
            <a:off x="1429560" y="2812680"/>
            <a:ext cx="734400" cy="316440"/>
          </a:xfrm>
          <a:custGeom>
            <a:avLst/>
            <a:gdLst/>
            <a:ahLst/>
            <a:rect l="0" t="0" r="r" b="b"/>
            <a:pathLst>
              <a:path w="2040" h="879">
                <a:moveTo>
                  <a:pt x="0" y="879"/>
                </a:moveTo>
                <a:lnTo>
                  <a:pt x="2040" y="879"/>
                </a:lnTo>
                <a:lnTo>
                  <a:pt x="2040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7" name=""/>
          <p:cNvSpPr/>
          <p:nvPr/>
        </p:nvSpPr>
        <p:spPr>
          <a:xfrm>
            <a:off x="2163600" y="2812680"/>
            <a:ext cx="1064880" cy="316440"/>
          </a:xfrm>
          <a:custGeom>
            <a:avLst/>
            <a:gdLst/>
            <a:ahLst/>
            <a:rect l="0" t="0" r="r" b="b"/>
            <a:pathLst>
              <a:path w="2958" h="879">
                <a:moveTo>
                  <a:pt x="0" y="879"/>
                </a:moveTo>
                <a:lnTo>
                  <a:pt x="2958" y="879"/>
                </a:lnTo>
                <a:lnTo>
                  <a:pt x="2958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8" name=""/>
          <p:cNvSpPr/>
          <p:nvPr/>
        </p:nvSpPr>
        <p:spPr>
          <a:xfrm>
            <a:off x="3228120" y="2812680"/>
            <a:ext cx="1120320" cy="316440"/>
          </a:xfrm>
          <a:custGeom>
            <a:avLst/>
            <a:gdLst/>
            <a:ahLst/>
            <a:rect l="0" t="0" r="r" b="b"/>
            <a:pathLst>
              <a:path w="3112" h="879">
                <a:moveTo>
                  <a:pt x="0" y="879"/>
                </a:moveTo>
                <a:lnTo>
                  <a:pt x="3112" y="879"/>
                </a:lnTo>
                <a:lnTo>
                  <a:pt x="3112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79" name=""/>
          <p:cNvSpPr/>
          <p:nvPr/>
        </p:nvSpPr>
        <p:spPr>
          <a:xfrm>
            <a:off x="4348080" y="2812680"/>
            <a:ext cx="1120680" cy="316440"/>
          </a:xfrm>
          <a:custGeom>
            <a:avLst/>
            <a:gdLst/>
            <a:ahLst/>
            <a:rect l="0" t="0" r="r" b="b"/>
            <a:pathLst>
              <a:path w="3113" h="879">
                <a:moveTo>
                  <a:pt x="0" y="879"/>
                </a:moveTo>
                <a:lnTo>
                  <a:pt x="3113" y="879"/>
                </a:lnTo>
                <a:lnTo>
                  <a:pt x="3113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0" name=""/>
          <p:cNvSpPr/>
          <p:nvPr/>
        </p:nvSpPr>
        <p:spPr>
          <a:xfrm>
            <a:off x="5468400" y="2812680"/>
            <a:ext cx="790200" cy="316440"/>
          </a:xfrm>
          <a:custGeom>
            <a:avLst/>
            <a:gdLst/>
            <a:ahLst/>
            <a:rect l="0" t="0" r="r" b="b"/>
            <a:pathLst>
              <a:path w="2195" h="879">
                <a:moveTo>
                  <a:pt x="0" y="879"/>
                </a:moveTo>
                <a:lnTo>
                  <a:pt x="2195" y="879"/>
                </a:lnTo>
                <a:lnTo>
                  <a:pt x="2195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1" name=""/>
          <p:cNvSpPr/>
          <p:nvPr/>
        </p:nvSpPr>
        <p:spPr>
          <a:xfrm>
            <a:off x="6258240" y="2812680"/>
            <a:ext cx="1016280" cy="316440"/>
          </a:xfrm>
          <a:custGeom>
            <a:avLst/>
            <a:gdLst/>
            <a:ahLst/>
            <a:rect l="0" t="0" r="r" b="b"/>
            <a:pathLst>
              <a:path w="2823" h="879">
                <a:moveTo>
                  <a:pt x="0" y="879"/>
                </a:moveTo>
                <a:lnTo>
                  <a:pt x="2823" y="879"/>
                </a:lnTo>
                <a:lnTo>
                  <a:pt x="2823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2" name=""/>
          <p:cNvSpPr/>
          <p:nvPr/>
        </p:nvSpPr>
        <p:spPr>
          <a:xfrm>
            <a:off x="7274160" y="2812680"/>
            <a:ext cx="1071720" cy="316440"/>
          </a:xfrm>
          <a:custGeom>
            <a:avLst/>
            <a:gdLst/>
            <a:ahLst/>
            <a:rect l="0" t="0" r="r" b="b"/>
            <a:pathLst>
              <a:path w="2977" h="879">
                <a:moveTo>
                  <a:pt x="0" y="879"/>
                </a:moveTo>
                <a:lnTo>
                  <a:pt x="2977" y="879"/>
                </a:lnTo>
                <a:lnTo>
                  <a:pt x="2977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3" name=""/>
          <p:cNvSpPr/>
          <p:nvPr/>
        </p:nvSpPr>
        <p:spPr>
          <a:xfrm>
            <a:off x="8345520" y="2812680"/>
            <a:ext cx="1072080" cy="316440"/>
          </a:xfrm>
          <a:custGeom>
            <a:avLst/>
            <a:gdLst/>
            <a:ahLst/>
            <a:rect l="0" t="0" r="r" b="b"/>
            <a:pathLst>
              <a:path w="2978" h="879">
                <a:moveTo>
                  <a:pt x="0" y="879"/>
                </a:moveTo>
                <a:lnTo>
                  <a:pt x="2978" y="879"/>
                </a:lnTo>
                <a:lnTo>
                  <a:pt x="2978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4" name=""/>
          <p:cNvSpPr/>
          <p:nvPr/>
        </p:nvSpPr>
        <p:spPr>
          <a:xfrm>
            <a:off x="416160" y="3444840"/>
            <a:ext cx="1013760" cy="316440"/>
          </a:xfrm>
          <a:custGeom>
            <a:avLst/>
            <a:gdLst/>
            <a:ahLst/>
            <a:rect l="0" t="0" r="r" b="b"/>
            <a:pathLst>
              <a:path w="2816" h="879">
                <a:moveTo>
                  <a:pt x="0" y="879"/>
                </a:moveTo>
                <a:lnTo>
                  <a:pt x="2816" y="879"/>
                </a:lnTo>
                <a:lnTo>
                  <a:pt x="2816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5" name=""/>
          <p:cNvSpPr/>
          <p:nvPr/>
        </p:nvSpPr>
        <p:spPr>
          <a:xfrm>
            <a:off x="1429560" y="3444840"/>
            <a:ext cx="734400" cy="316440"/>
          </a:xfrm>
          <a:custGeom>
            <a:avLst/>
            <a:gdLst/>
            <a:ahLst/>
            <a:rect l="0" t="0" r="r" b="b"/>
            <a:pathLst>
              <a:path w="2040" h="879">
                <a:moveTo>
                  <a:pt x="0" y="879"/>
                </a:moveTo>
                <a:lnTo>
                  <a:pt x="2040" y="879"/>
                </a:lnTo>
                <a:lnTo>
                  <a:pt x="2040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6" name=""/>
          <p:cNvSpPr/>
          <p:nvPr/>
        </p:nvSpPr>
        <p:spPr>
          <a:xfrm>
            <a:off x="2163600" y="3444840"/>
            <a:ext cx="1064880" cy="316440"/>
          </a:xfrm>
          <a:custGeom>
            <a:avLst/>
            <a:gdLst/>
            <a:ahLst/>
            <a:rect l="0" t="0" r="r" b="b"/>
            <a:pathLst>
              <a:path w="2958" h="879">
                <a:moveTo>
                  <a:pt x="0" y="879"/>
                </a:moveTo>
                <a:lnTo>
                  <a:pt x="2958" y="879"/>
                </a:lnTo>
                <a:lnTo>
                  <a:pt x="2958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7" name=""/>
          <p:cNvSpPr/>
          <p:nvPr/>
        </p:nvSpPr>
        <p:spPr>
          <a:xfrm>
            <a:off x="3228120" y="3444840"/>
            <a:ext cx="1120320" cy="316440"/>
          </a:xfrm>
          <a:custGeom>
            <a:avLst/>
            <a:gdLst/>
            <a:ahLst/>
            <a:rect l="0" t="0" r="r" b="b"/>
            <a:pathLst>
              <a:path w="3112" h="879">
                <a:moveTo>
                  <a:pt x="0" y="879"/>
                </a:moveTo>
                <a:lnTo>
                  <a:pt x="3112" y="879"/>
                </a:lnTo>
                <a:lnTo>
                  <a:pt x="3112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8" name=""/>
          <p:cNvSpPr/>
          <p:nvPr/>
        </p:nvSpPr>
        <p:spPr>
          <a:xfrm>
            <a:off x="4348080" y="3444840"/>
            <a:ext cx="1120680" cy="316440"/>
          </a:xfrm>
          <a:custGeom>
            <a:avLst/>
            <a:gdLst/>
            <a:ahLst/>
            <a:rect l="0" t="0" r="r" b="b"/>
            <a:pathLst>
              <a:path w="3113" h="879">
                <a:moveTo>
                  <a:pt x="0" y="879"/>
                </a:moveTo>
                <a:lnTo>
                  <a:pt x="3113" y="879"/>
                </a:lnTo>
                <a:lnTo>
                  <a:pt x="3113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89" name=""/>
          <p:cNvSpPr/>
          <p:nvPr/>
        </p:nvSpPr>
        <p:spPr>
          <a:xfrm>
            <a:off x="5468400" y="3444840"/>
            <a:ext cx="790200" cy="316440"/>
          </a:xfrm>
          <a:custGeom>
            <a:avLst/>
            <a:gdLst/>
            <a:ahLst/>
            <a:rect l="0" t="0" r="r" b="b"/>
            <a:pathLst>
              <a:path w="2195" h="879">
                <a:moveTo>
                  <a:pt x="0" y="879"/>
                </a:moveTo>
                <a:lnTo>
                  <a:pt x="2195" y="879"/>
                </a:lnTo>
                <a:lnTo>
                  <a:pt x="2195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0" name=""/>
          <p:cNvSpPr/>
          <p:nvPr/>
        </p:nvSpPr>
        <p:spPr>
          <a:xfrm>
            <a:off x="6258240" y="3444840"/>
            <a:ext cx="1016280" cy="316440"/>
          </a:xfrm>
          <a:custGeom>
            <a:avLst/>
            <a:gdLst/>
            <a:ahLst/>
            <a:rect l="0" t="0" r="r" b="b"/>
            <a:pathLst>
              <a:path w="2823" h="879">
                <a:moveTo>
                  <a:pt x="0" y="879"/>
                </a:moveTo>
                <a:lnTo>
                  <a:pt x="2823" y="879"/>
                </a:lnTo>
                <a:lnTo>
                  <a:pt x="2823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1" name=""/>
          <p:cNvSpPr/>
          <p:nvPr/>
        </p:nvSpPr>
        <p:spPr>
          <a:xfrm>
            <a:off x="7274160" y="3444840"/>
            <a:ext cx="1071720" cy="316440"/>
          </a:xfrm>
          <a:custGeom>
            <a:avLst/>
            <a:gdLst/>
            <a:ahLst/>
            <a:rect l="0" t="0" r="r" b="b"/>
            <a:pathLst>
              <a:path w="2977" h="879">
                <a:moveTo>
                  <a:pt x="0" y="879"/>
                </a:moveTo>
                <a:lnTo>
                  <a:pt x="2977" y="879"/>
                </a:lnTo>
                <a:lnTo>
                  <a:pt x="2977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2" name=""/>
          <p:cNvSpPr/>
          <p:nvPr/>
        </p:nvSpPr>
        <p:spPr>
          <a:xfrm>
            <a:off x="8345520" y="3444840"/>
            <a:ext cx="1072080" cy="316440"/>
          </a:xfrm>
          <a:custGeom>
            <a:avLst/>
            <a:gdLst/>
            <a:ahLst/>
            <a:rect l="0" t="0" r="r" b="b"/>
            <a:pathLst>
              <a:path w="2978" h="879">
                <a:moveTo>
                  <a:pt x="0" y="879"/>
                </a:moveTo>
                <a:lnTo>
                  <a:pt x="2978" y="879"/>
                </a:lnTo>
                <a:lnTo>
                  <a:pt x="2978" y="0"/>
                </a:lnTo>
                <a:lnTo>
                  <a:pt x="0" y="0"/>
                </a:lnTo>
                <a:lnTo>
                  <a:pt x="0" y="879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3" name=""/>
          <p:cNvSpPr/>
          <p:nvPr/>
        </p:nvSpPr>
        <p:spPr>
          <a:xfrm>
            <a:off x="416160" y="2035080"/>
            <a:ext cx="90010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4" name=""/>
          <p:cNvSpPr/>
          <p:nvPr/>
        </p:nvSpPr>
        <p:spPr>
          <a:xfrm>
            <a:off x="416160" y="1628640"/>
            <a:ext cx="90010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5" name=""/>
          <p:cNvSpPr/>
          <p:nvPr/>
        </p:nvSpPr>
        <p:spPr>
          <a:xfrm>
            <a:off x="416160" y="4077000"/>
            <a:ext cx="90010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6" name=""/>
          <p:cNvSpPr txBox="1"/>
          <p:nvPr/>
        </p:nvSpPr>
        <p:spPr>
          <a:xfrm>
            <a:off x="2953080" y="1771200"/>
            <a:ext cx="102168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Changes in height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7" name=""/>
          <p:cNvSpPr txBox="1"/>
          <p:nvPr/>
        </p:nvSpPr>
        <p:spPr>
          <a:xfrm>
            <a:off x="6785280" y="1771200"/>
            <a:ext cx="134640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Changes in body weight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8" name=""/>
          <p:cNvSpPr txBox="1"/>
          <p:nvPr/>
        </p:nvSpPr>
        <p:spPr>
          <a:xfrm>
            <a:off x="782280" y="2205000"/>
            <a:ext cx="2797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Items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499" name=""/>
          <p:cNvSpPr txBox="1"/>
          <p:nvPr/>
        </p:nvSpPr>
        <p:spPr>
          <a:xfrm>
            <a:off x="1549080" y="2205000"/>
            <a:ext cx="49608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Standard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0" name=""/>
          <p:cNvSpPr txBox="1"/>
          <p:nvPr/>
        </p:nvSpPr>
        <p:spPr>
          <a:xfrm>
            <a:off x="2568240" y="2136600"/>
            <a:ext cx="28584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-2cm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1" name=""/>
          <p:cNvSpPr txBox="1"/>
          <p:nvPr/>
        </p:nvSpPr>
        <p:spPr>
          <a:xfrm>
            <a:off x="2449440" y="2274120"/>
            <a:ext cx="4885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Decrease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2" name=""/>
          <p:cNvSpPr txBox="1"/>
          <p:nvPr/>
        </p:nvSpPr>
        <p:spPr>
          <a:xfrm>
            <a:off x="3646800" y="2136600"/>
            <a:ext cx="28260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+1cm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3" name=""/>
          <p:cNvSpPr txBox="1"/>
          <p:nvPr/>
        </p:nvSpPr>
        <p:spPr>
          <a:xfrm>
            <a:off x="3567600" y="2274120"/>
            <a:ext cx="438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Increase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4" name=""/>
          <p:cNvSpPr txBox="1"/>
          <p:nvPr/>
        </p:nvSpPr>
        <p:spPr>
          <a:xfrm>
            <a:off x="4767120" y="2136600"/>
            <a:ext cx="31464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+3cm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5" name=""/>
          <p:cNvSpPr txBox="1"/>
          <p:nvPr/>
        </p:nvSpPr>
        <p:spPr>
          <a:xfrm>
            <a:off x="4687920" y="2274120"/>
            <a:ext cx="438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Increase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6" name=""/>
          <p:cNvSpPr txBox="1"/>
          <p:nvPr/>
        </p:nvSpPr>
        <p:spPr>
          <a:xfrm>
            <a:off x="5616000" y="2205000"/>
            <a:ext cx="49608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Standard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7" name=""/>
          <p:cNvSpPr txBox="1"/>
          <p:nvPr/>
        </p:nvSpPr>
        <p:spPr>
          <a:xfrm>
            <a:off x="6654600" y="2136600"/>
            <a:ext cx="25380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-2kg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8" name=""/>
          <p:cNvSpPr txBox="1"/>
          <p:nvPr/>
        </p:nvSpPr>
        <p:spPr>
          <a:xfrm>
            <a:off x="6520680" y="2274120"/>
            <a:ext cx="4885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Decrease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09" name=""/>
          <p:cNvSpPr txBox="1"/>
          <p:nvPr/>
        </p:nvSpPr>
        <p:spPr>
          <a:xfrm>
            <a:off x="7684560" y="2136600"/>
            <a:ext cx="28260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+1kg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0" name=""/>
          <p:cNvSpPr txBox="1"/>
          <p:nvPr/>
        </p:nvSpPr>
        <p:spPr>
          <a:xfrm>
            <a:off x="7589880" y="2274120"/>
            <a:ext cx="438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Increase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1" name=""/>
          <p:cNvSpPr txBox="1"/>
          <p:nvPr/>
        </p:nvSpPr>
        <p:spPr>
          <a:xfrm>
            <a:off x="8756280" y="2136600"/>
            <a:ext cx="28260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+3kg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2" name=""/>
          <p:cNvSpPr txBox="1"/>
          <p:nvPr/>
        </p:nvSpPr>
        <p:spPr>
          <a:xfrm>
            <a:off x="8661960" y="2274120"/>
            <a:ext cx="438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Increase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3" name=""/>
          <p:cNvSpPr txBox="1"/>
          <p:nvPr/>
        </p:nvSpPr>
        <p:spPr>
          <a:xfrm>
            <a:off x="623880" y="2594160"/>
            <a:ext cx="6285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Height(cm)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4" name=""/>
          <p:cNvSpPr txBox="1"/>
          <p:nvPr/>
        </p:nvSpPr>
        <p:spPr>
          <a:xfrm>
            <a:off x="1701360" y="2594160"/>
            <a:ext cx="1911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162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5" name=""/>
          <p:cNvSpPr txBox="1"/>
          <p:nvPr/>
        </p:nvSpPr>
        <p:spPr>
          <a:xfrm>
            <a:off x="2600280" y="2594160"/>
            <a:ext cx="1911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160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6" name=""/>
          <p:cNvSpPr txBox="1"/>
          <p:nvPr/>
        </p:nvSpPr>
        <p:spPr>
          <a:xfrm>
            <a:off x="3692520" y="2594160"/>
            <a:ext cx="1911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163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7" name=""/>
          <p:cNvSpPr txBox="1"/>
          <p:nvPr/>
        </p:nvSpPr>
        <p:spPr>
          <a:xfrm>
            <a:off x="4812840" y="2594160"/>
            <a:ext cx="1911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165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8" name=""/>
          <p:cNvSpPr txBox="1"/>
          <p:nvPr/>
        </p:nvSpPr>
        <p:spPr>
          <a:xfrm>
            <a:off x="5768280" y="2594160"/>
            <a:ext cx="1911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162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19" name=""/>
          <p:cNvSpPr txBox="1"/>
          <p:nvPr/>
        </p:nvSpPr>
        <p:spPr>
          <a:xfrm>
            <a:off x="6671520" y="2594160"/>
            <a:ext cx="1911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162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0" name=""/>
          <p:cNvSpPr txBox="1"/>
          <p:nvPr/>
        </p:nvSpPr>
        <p:spPr>
          <a:xfrm>
            <a:off x="7715160" y="2594160"/>
            <a:ext cx="1911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162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1" name=""/>
          <p:cNvSpPr txBox="1"/>
          <p:nvPr/>
        </p:nvSpPr>
        <p:spPr>
          <a:xfrm>
            <a:off x="8786880" y="2594160"/>
            <a:ext cx="1911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162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2" name=""/>
          <p:cNvSpPr txBox="1"/>
          <p:nvPr/>
        </p:nvSpPr>
        <p:spPr>
          <a:xfrm>
            <a:off x="627120" y="2910240"/>
            <a:ext cx="62244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Weight(kg)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3" name=""/>
          <p:cNvSpPr txBox="1"/>
          <p:nvPr/>
        </p:nvSpPr>
        <p:spPr>
          <a:xfrm>
            <a:off x="1684800" y="29102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44.4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4" name=""/>
          <p:cNvSpPr txBox="1"/>
          <p:nvPr/>
        </p:nvSpPr>
        <p:spPr>
          <a:xfrm>
            <a:off x="2583360" y="29102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44.3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5" name=""/>
          <p:cNvSpPr txBox="1"/>
          <p:nvPr/>
        </p:nvSpPr>
        <p:spPr>
          <a:xfrm>
            <a:off x="3677040" y="29102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44.3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6" name=""/>
          <p:cNvSpPr txBox="1"/>
          <p:nvPr/>
        </p:nvSpPr>
        <p:spPr>
          <a:xfrm>
            <a:off x="4797720" y="29102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44.3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7" name=""/>
          <p:cNvSpPr txBox="1"/>
          <p:nvPr/>
        </p:nvSpPr>
        <p:spPr>
          <a:xfrm>
            <a:off x="5751720" y="29102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46.4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8" name=""/>
          <p:cNvSpPr txBox="1"/>
          <p:nvPr/>
        </p:nvSpPr>
        <p:spPr>
          <a:xfrm>
            <a:off x="6654600" y="29102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44.4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29" name=""/>
          <p:cNvSpPr txBox="1"/>
          <p:nvPr/>
        </p:nvSpPr>
        <p:spPr>
          <a:xfrm>
            <a:off x="7700040" y="29102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47.4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0" name=""/>
          <p:cNvSpPr txBox="1"/>
          <p:nvPr/>
        </p:nvSpPr>
        <p:spPr>
          <a:xfrm>
            <a:off x="8771400" y="29102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49.4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1" name=""/>
          <p:cNvSpPr txBox="1"/>
          <p:nvPr/>
        </p:nvSpPr>
        <p:spPr>
          <a:xfrm>
            <a:off x="707760" y="3225960"/>
            <a:ext cx="46404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SLM(kg)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2" name=""/>
          <p:cNvSpPr txBox="1"/>
          <p:nvPr/>
        </p:nvSpPr>
        <p:spPr>
          <a:xfrm>
            <a:off x="1684800" y="322596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34.3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3" name=""/>
          <p:cNvSpPr txBox="1"/>
          <p:nvPr/>
        </p:nvSpPr>
        <p:spPr>
          <a:xfrm>
            <a:off x="2583360" y="322596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33.8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4" name=""/>
          <p:cNvSpPr txBox="1"/>
          <p:nvPr/>
        </p:nvSpPr>
        <p:spPr>
          <a:xfrm>
            <a:off x="3724560" y="3225960"/>
            <a:ext cx="12708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35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5" name=""/>
          <p:cNvSpPr txBox="1"/>
          <p:nvPr/>
        </p:nvSpPr>
        <p:spPr>
          <a:xfrm>
            <a:off x="4797720" y="322596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35.8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6" name=""/>
          <p:cNvSpPr txBox="1"/>
          <p:nvPr/>
        </p:nvSpPr>
        <p:spPr>
          <a:xfrm>
            <a:off x="5751720" y="322596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34.8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7" name=""/>
          <p:cNvSpPr txBox="1"/>
          <p:nvPr/>
        </p:nvSpPr>
        <p:spPr>
          <a:xfrm>
            <a:off x="6654600" y="322596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34.3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8" name=""/>
          <p:cNvSpPr txBox="1"/>
          <p:nvPr/>
        </p:nvSpPr>
        <p:spPr>
          <a:xfrm>
            <a:off x="7700040" y="322596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35.1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39" name=""/>
          <p:cNvSpPr txBox="1"/>
          <p:nvPr/>
        </p:nvSpPr>
        <p:spPr>
          <a:xfrm>
            <a:off x="8771400" y="322596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35.2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0" name=""/>
          <p:cNvSpPr txBox="1"/>
          <p:nvPr/>
        </p:nvSpPr>
        <p:spPr>
          <a:xfrm>
            <a:off x="595080" y="3542760"/>
            <a:ext cx="6865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Body Fat(kg)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1" name=""/>
          <p:cNvSpPr txBox="1"/>
          <p:nvPr/>
        </p:nvSpPr>
        <p:spPr>
          <a:xfrm>
            <a:off x="1716480" y="3542760"/>
            <a:ext cx="159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8.1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2" name=""/>
          <p:cNvSpPr txBox="1"/>
          <p:nvPr/>
        </p:nvSpPr>
        <p:spPr>
          <a:xfrm>
            <a:off x="2615400" y="3542760"/>
            <a:ext cx="159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8.5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3" name=""/>
          <p:cNvSpPr txBox="1"/>
          <p:nvPr/>
        </p:nvSpPr>
        <p:spPr>
          <a:xfrm>
            <a:off x="3709080" y="3542760"/>
            <a:ext cx="159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7.2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4" name=""/>
          <p:cNvSpPr txBox="1"/>
          <p:nvPr/>
        </p:nvSpPr>
        <p:spPr>
          <a:xfrm>
            <a:off x="4829400" y="3542760"/>
            <a:ext cx="159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6.4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5" name=""/>
          <p:cNvSpPr txBox="1"/>
          <p:nvPr/>
        </p:nvSpPr>
        <p:spPr>
          <a:xfrm>
            <a:off x="5783760" y="3542760"/>
            <a:ext cx="159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9.5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6" name=""/>
          <p:cNvSpPr txBox="1"/>
          <p:nvPr/>
        </p:nvSpPr>
        <p:spPr>
          <a:xfrm>
            <a:off x="6686640" y="3542760"/>
            <a:ext cx="159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8.1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7" name=""/>
          <p:cNvSpPr txBox="1"/>
          <p:nvPr/>
        </p:nvSpPr>
        <p:spPr>
          <a:xfrm>
            <a:off x="7700040" y="354276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10.2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8" name=""/>
          <p:cNvSpPr txBox="1"/>
          <p:nvPr/>
        </p:nvSpPr>
        <p:spPr>
          <a:xfrm>
            <a:off x="8771400" y="354276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11.9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49" name=""/>
          <p:cNvSpPr txBox="1"/>
          <p:nvPr/>
        </p:nvSpPr>
        <p:spPr>
          <a:xfrm>
            <a:off x="721440" y="3858840"/>
            <a:ext cx="43812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ff0000"/>
                </a:solidFill>
                <a:latin typeface="Arial"/>
                <a:ea typeface="Arial"/>
              </a:rPr>
              <a:t>PBF(%)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50" name=""/>
          <p:cNvSpPr txBox="1"/>
          <p:nvPr/>
        </p:nvSpPr>
        <p:spPr>
          <a:xfrm>
            <a:off x="1684800" y="38588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18.2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51" name=""/>
          <p:cNvSpPr txBox="1"/>
          <p:nvPr/>
        </p:nvSpPr>
        <p:spPr>
          <a:xfrm>
            <a:off x="2583360" y="38588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ff0000"/>
                </a:solidFill>
                <a:latin typeface="Arial"/>
                <a:ea typeface="Arial"/>
              </a:rPr>
              <a:t>19.1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52" name=""/>
          <p:cNvSpPr txBox="1"/>
          <p:nvPr/>
        </p:nvSpPr>
        <p:spPr>
          <a:xfrm>
            <a:off x="3677040" y="38588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ff0000"/>
                </a:solidFill>
                <a:latin typeface="Arial"/>
                <a:ea typeface="Arial"/>
              </a:rPr>
              <a:t>16.3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53" name=""/>
          <p:cNvSpPr txBox="1"/>
          <p:nvPr/>
        </p:nvSpPr>
        <p:spPr>
          <a:xfrm>
            <a:off x="4797720" y="38588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ff0000"/>
                </a:solidFill>
                <a:latin typeface="Arial"/>
                <a:ea typeface="Arial"/>
              </a:rPr>
              <a:t>14.4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54" name=""/>
          <p:cNvSpPr txBox="1"/>
          <p:nvPr/>
        </p:nvSpPr>
        <p:spPr>
          <a:xfrm>
            <a:off x="5751720" y="38588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000000"/>
                </a:solidFill>
                <a:latin typeface="Arial"/>
                <a:ea typeface="Arial"/>
              </a:rPr>
              <a:t>20.4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55" name=""/>
          <p:cNvSpPr txBox="1"/>
          <p:nvPr/>
        </p:nvSpPr>
        <p:spPr>
          <a:xfrm>
            <a:off x="6654600" y="38588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ff0000"/>
                </a:solidFill>
                <a:latin typeface="Arial"/>
                <a:ea typeface="Arial"/>
              </a:rPr>
              <a:t>18.2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56" name=""/>
          <p:cNvSpPr txBox="1"/>
          <p:nvPr/>
        </p:nvSpPr>
        <p:spPr>
          <a:xfrm>
            <a:off x="7700040" y="38588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ff0000"/>
                </a:solidFill>
                <a:latin typeface="Arial"/>
                <a:ea typeface="Arial"/>
              </a:rPr>
              <a:t>21.5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57" name=""/>
          <p:cNvSpPr txBox="1"/>
          <p:nvPr/>
        </p:nvSpPr>
        <p:spPr>
          <a:xfrm>
            <a:off x="8771400" y="3858840"/>
            <a:ext cx="221760" cy="1285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00" spc="-1" strike="noStrike">
                <a:solidFill>
                  <a:srgbClr val="ff0000"/>
                </a:solidFill>
                <a:latin typeface="Arial"/>
                <a:ea typeface="Arial"/>
              </a:rPr>
              <a:t>24.1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558" name="" descr=""/>
          <p:cNvPicPr/>
          <p:nvPr/>
        </p:nvPicPr>
        <p:blipFill>
          <a:blip r:embed="rId3"/>
          <a:stretch/>
        </p:blipFill>
        <p:spPr>
          <a:xfrm>
            <a:off x="201240" y="4364640"/>
            <a:ext cx="2592000" cy="2304000"/>
          </a:xfrm>
          <a:prstGeom prst="rect">
            <a:avLst/>
          </a:prstGeom>
          <a:ln w="0">
            <a:noFill/>
          </a:ln>
        </p:spPr>
      </p:pic>
      <p:sp>
        <p:nvSpPr>
          <p:cNvPr id="28559" name=""/>
          <p:cNvSpPr txBox="1"/>
          <p:nvPr/>
        </p:nvSpPr>
        <p:spPr>
          <a:xfrm>
            <a:off x="2896200" y="1141560"/>
            <a:ext cx="597312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&lt;29, 162cm, Female, PBF difference due to Height and Weight difference&gt;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0" name=""/>
          <p:cNvSpPr txBox="1"/>
          <p:nvPr/>
        </p:nvSpPr>
        <p:spPr>
          <a:xfrm>
            <a:off x="2956680" y="4778640"/>
            <a:ext cx="44424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"/>
                <a:ea typeface="Calibri"/>
              </a:rPr>
              <a:t>InBody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1" name=""/>
          <p:cNvSpPr txBox="1"/>
          <p:nvPr/>
        </p:nvSpPr>
        <p:spPr>
          <a:xfrm>
            <a:off x="3430800" y="4803480"/>
            <a:ext cx="53042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calculates body water by </a:t>
            </a:r>
            <a:r>
              <a:rPr b="1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Impedance Index</a:t>
            </a:r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 which is the value of height(m) square divided by resistance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2" name=""/>
          <p:cNvSpPr txBox="1"/>
          <p:nvPr/>
        </p:nvSpPr>
        <p:spPr>
          <a:xfrm>
            <a:off x="2956680" y="4961880"/>
            <a:ext cx="62733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As we can see in the TBW equation, height is positively correlated with TBW so if the input height increases, the TBW also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3" name=""/>
          <p:cNvSpPr txBox="1"/>
          <p:nvPr/>
        </p:nvSpPr>
        <p:spPr>
          <a:xfrm>
            <a:off x="2956680" y="5114160"/>
            <a:ext cx="18234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increases resulting in PBF decrease.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4" name=""/>
          <p:cNvSpPr txBox="1"/>
          <p:nvPr/>
        </p:nvSpPr>
        <p:spPr>
          <a:xfrm>
            <a:off x="2956680" y="5419080"/>
            <a:ext cx="34815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Also when Body Composition is classified by 2-compartment model,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5" name=""/>
          <p:cNvSpPr txBox="1"/>
          <p:nvPr/>
        </p:nvSpPr>
        <p:spPr>
          <a:xfrm>
            <a:off x="6619680" y="5419080"/>
            <a:ext cx="25459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it can be divided into Fat Free mass and Fat mass.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6" name=""/>
          <p:cNvSpPr txBox="1"/>
          <p:nvPr/>
        </p:nvSpPr>
        <p:spPr>
          <a:xfrm>
            <a:off x="9376920" y="5419080"/>
            <a:ext cx="2217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So if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7" name=""/>
          <p:cNvSpPr txBox="1"/>
          <p:nvPr/>
        </p:nvSpPr>
        <p:spPr>
          <a:xfrm>
            <a:off x="2956680" y="5571360"/>
            <a:ext cx="559224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weight increases without any change in fat free mass, the increased weight will result in increase of fat mass.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8" name=""/>
          <p:cNvSpPr txBox="1"/>
          <p:nvPr/>
        </p:nvSpPr>
        <p:spPr>
          <a:xfrm>
            <a:off x="2956680" y="5876280"/>
            <a:ext cx="78696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In other words,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69" name=""/>
          <p:cNvSpPr txBox="1"/>
          <p:nvPr/>
        </p:nvSpPr>
        <p:spPr>
          <a:xfrm>
            <a:off x="3853080" y="5876280"/>
            <a:ext cx="3268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height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0" name=""/>
          <p:cNvSpPr txBox="1"/>
          <p:nvPr/>
        </p:nvSpPr>
        <p:spPr>
          <a:xfrm>
            <a:off x="4235400" y="5876280"/>
            <a:ext cx="5724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and weight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1" name=""/>
          <p:cNvSpPr txBox="1"/>
          <p:nvPr/>
        </p:nvSpPr>
        <p:spPr>
          <a:xfrm>
            <a:off x="4889520" y="5876280"/>
            <a:ext cx="10537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are a very important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2" name=""/>
          <p:cNvSpPr txBox="1"/>
          <p:nvPr/>
        </p:nvSpPr>
        <p:spPr>
          <a:xfrm>
            <a:off x="6081480" y="5876280"/>
            <a:ext cx="306252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variable in BIA principle so when monitoring InBody results,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3" name=""/>
          <p:cNvSpPr txBox="1"/>
          <p:nvPr/>
        </p:nvSpPr>
        <p:spPr>
          <a:xfrm>
            <a:off x="9411840" y="5876280"/>
            <a:ext cx="126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4" name=""/>
          <p:cNvSpPr txBox="1"/>
          <p:nvPr/>
        </p:nvSpPr>
        <p:spPr>
          <a:xfrm>
            <a:off x="9538560" y="5876280"/>
            <a:ext cx="126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is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5" name=""/>
          <p:cNvSpPr txBox="1"/>
          <p:nvPr/>
        </p:nvSpPr>
        <p:spPr>
          <a:xfrm>
            <a:off x="2956680" y="6028200"/>
            <a:ext cx="308088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000" spc="-1" strike="noStrike">
                <a:solidFill>
                  <a:srgbClr val="000000"/>
                </a:solidFill>
                <a:latin typeface="Calibri"/>
                <a:ea typeface="Calibri"/>
              </a:rPr>
              <a:t>important to wear light clothes and enter your exact height.</a:t>
            </a:r>
            <a:endParaRPr b="0" lang="en-US" sz="1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6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7" name=""/>
          <p:cNvSpPr/>
          <p:nvPr/>
        </p:nvSpPr>
        <p:spPr>
          <a:xfrm>
            <a:off x="2864880" y="4420800"/>
            <a:ext cx="1152720" cy="288360"/>
          </a:xfrm>
          <a:custGeom>
            <a:avLst/>
            <a:gdLst/>
            <a:ahLst/>
            <a:rect l="0" t="0" r="r" b="b"/>
            <a:pathLst>
              <a:path w="3202" h="801">
                <a:moveTo>
                  <a:pt x="0" y="801"/>
                </a:moveTo>
                <a:lnTo>
                  <a:pt x="3202" y="801"/>
                </a:lnTo>
                <a:lnTo>
                  <a:pt x="3202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578" name=""/>
          <p:cNvSpPr txBox="1"/>
          <p:nvPr/>
        </p:nvSpPr>
        <p:spPr>
          <a:xfrm>
            <a:off x="484560" y="399960"/>
            <a:ext cx="781920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InBody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results may vary</a:t>
            </a:r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 if the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input height and weight differs.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79" name=""/>
          <p:cNvSpPr txBox="1"/>
          <p:nvPr/>
        </p:nvSpPr>
        <p:spPr>
          <a:xfrm>
            <a:off x="3105000" y="445968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8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8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582" name="" descr=""/>
          <p:cNvPicPr/>
          <p:nvPr/>
        </p:nvPicPr>
        <p:blipFill>
          <a:blip r:embed="rId1"/>
          <a:stretch/>
        </p:blipFill>
        <p:spPr>
          <a:xfrm rot="10800000">
            <a:off x="360" y="620280"/>
            <a:ext cx="9905760" cy="575640"/>
          </a:xfrm>
          <a:prstGeom prst="rect">
            <a:avLst/>
          </a:prstGeom>
          <a:ln w="0">
            <a:noFill/>
          </a:ln>
        </p:spPr>
      </p:pic>
      <p:pic>
        <p:nvPicPr>
          <p:cNvPr id="28583" name="" descr=""/>
          <p:cNvPicPr/>
          <p:nvPr/>
        </p:nvPicPr>
        <p:blipFill>
          <a:blip r:embed="rId2"/>
          <a:stretch/>
        </p:blipFill>
        <p:spPr>
          <a:xfrm>
            <a:off x="344520" y="6452640"/>
            <a:ext cx="9145080" cy="48240"/>
          </a:xfrm>
          <a:prstGeom prst="rect">
            <a:avLst/>
          </a:prstGeom>
          <a:ln w="0">
            <a:noFill/>
          </a:ln>
        </p:spPr>
      </p:pic>
      <p:sp>
        <p:nvSpPr>
          <p:cNvPr id="28584" name=""/>
          <p:cNvSpPr/>
          <p:nvPr/>
        </p:nvSpPr>
        <p:spPr>
          <a:xfrm>
            <a:off x="200880" y="1484280"/>
            <a:ext cx="9504000" cy="3601440"/>
          </a:xfrm>
          <a:custGeom>
            <a:avLst/>
            <a:gdLst/>
            <a:ahLst/>
            <a:rect l="0" t="0" r="r" b="b"/>
            <a:pathLst>
              <a:path w="26400" h="10004">
                <a:moveTo>
                  <a:pt x="0" y="10004"/>
                </a:moveTo>
                <a:lnTo>
                  <a:pt x="26400" y="10004"/>
                </a:lnTo>
                <a:lnTo>
                  <a:pt x="26400" y="0"/>
                </a:lnTo>
                <a:lnTo>
                  <a:pt x="0" y="0"/>
                </a:lnTo>
                <a:lnTo>
                  <a:pt x="0" y="10004"/>
                </a:lnTo>
                <a:close/>
              </a:path>
            </a:pathLst>
          </a:custGeom>
          <a:noFill/>
          <a:ln w="12600">
            <a:solidFill>
              <a:srgbClr val="deebf7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85" name=""/>
          <p:cNvSpPr txBox="1"/>
          <p:nvPr/>
        </p:nvSpPr>
        <p:spPr>
          <a:xfrm>
            <a:off x="1949040" y="1172160"/>
            <a:ext cx="86724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&lt;27, 162cm, Female, PBF difference between before sleeping, immediately after waking up and 30min after waking up&gt;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86" name=""/>
          <p:cNvSpPr txBox="1"/>
          <p:nvPr/>
        </p:nvSpPr>
        <p:spPr>
          <a:xfrm>
            <a:off x="5279040" y="1604520"/>
            <a:ext cx="10432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 Sleeping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87" name=""/>
          <p:cNvSpPr txBox="1"/>
          <p:nvPr/>
        </p:nvSpPr>
        <p:spPr>
          <a:xfrm>
            <a:off x="6115680" y="1601280"/>
            <a:ext cx="126000" cy="154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"/>
                <a:ea typeface="Calibri"/>
              </a:rPr>
              <a:t>→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588" name="" descr=""/>
          <p:cNvPicPr/>
          <p:nvPr/>
        </p:nvPicPr>
        <p:blipFill>
          <a:blip r:embed="rId3"/>
          <a:stretch/>
        </p:blipFill>
        <p:spPr>
          <a:xfrm>
            <a:off x="416160" y="1989000"/>
            <a:ext cx="9145080" cy="2880000"/>
          </a:xfrm>
          <a:prstGeom prst="rect">
            <a:avLst/>
          </a:prstGeom>
          <a:ln w="0">
            <a:noFill/>
          </a:ln>
        </p:spPr>
      </p:pic>
      <p:sp>
        <p:nvSpPr>
          <p:cNvPr id="28589" name=""/>
          <p:cNvSpPr txBox="1"/>
          <p:nvPr/>
        </p:nvSpPr>
        <p:spPr>
          <a:xfrm>
            <a:off x="6258960" y="1604520"/>
            <a:ext cx="42390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After waking up Max weight change: 0.8kg, Max PBF change 1.8% 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0" name=""/>
          <p:cNvSpPr txBox="1"/>
          <p:nvPr/>
        </p:nvSpPr>
        <p:spPr>
          <a:xfrm>
            <a:off x="5395320" y="1821960"/>
            <a:ext cx="506016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MalgunGothic"/>
                <a:ea typeface="MalgunGothic"/>
              </a:rPr>
              <a:t>●</a:t>
            </a:r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 </a:t>
            </a:r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Before sleeping</a:t>
            </a:r>
            <a:r>
              <a:rPr b="0" lang="en-US" sz="989" spc="-1" strike="noStrike">
                <a:solidFill>
                  <a:srgbClr val="000000"/>
                </a:solidFill>
                <a:latin typeface="MalgunGothic"/>
                <a:ea typeface="MalgunGothic"/>
              </a:rPr>
              <a:t> ◆</a:t>
            </a:r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 Immediately after waking up </a:t>
            </a:r>
            <a:r>
              <a:rPr b="0" lang="en-US" sz="989" spc="-1" strike="noStrike">
                <a:solidFill>
                  <a:srgbClr val="000000"/>
                </a:solidFill>
                <a:latin typeface="MalgunGothic"/>
                <a:ea typeface="MalgunGothic"/>
              </a:rPr>
              <a:t>▲</a:t>
            </a:r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 30 minutes after waking up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1" name=""/>
          <p:cNvSpPr txBox="1"/>
          <p:nvPr/>
        </p:nvSpPr>
        <p:spPr>
          <a:xfrm>
            <a:off x="1732680" y="4844520"/>
            <a:ext cx="8439120" cy="1346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Day1  Day2  Day3  Day4   Day5   Day6    Day7  Day8    Day9   Day10 Day11  Day12  Day13  Day14  Day15  Day16  Day17  Day18   Day19  Day20 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2" name=""/>
          <p:cNvSpPr txBox="1"/>
          <p:nvPr/>
        </p:nvSpPr>
        <p:spPr>
          <a:xfrm>
            <a:off x="363960" y="5718600"/>
            <a:ext cx="20869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Sleeping and Waking up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3" name=""/>
          <p:cNvSpPr txBox="1"/>
          <p:nvPr/>
        </p:nvSpPr>
        <p:spPr>
          <a:xfrm>
            <a:off x="1868400" y="5742720"/>
            <a:ext cx="94219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occurs with a posture change which results in body water redistribution leading in segmental impedance change. Impedance change due to posture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4" name=""/>
          <p:cNvSpPr txBox="1"/>
          <p:nvPr/>
        </p:nvSpPr>
        <p:spPr>
          <a:xfrm>
            <a:off x="363960" y="5901120"/>
            <a:ext cx="1115928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change occurs for over 15 minutes after posture change, and body water distribution stabilizing time gets longer when the same posture was lasted longer. Generally, average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5" name=""/>
          <p:cNvSpPr txBox="1"/>
          <p:nvPr/>
        </p:nvSpPr>
        <p:spPr>
          <a:xfrm>
            <a:off x="363960" y="6053760"/>
            <a:ext cx="1129212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sleeping hours in bed are about 6-7 hours. So certain amount of time is needed to stabilize the body water distribution. In other words, testing InBody right after waking up is not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6" name=""/>
          <p:cNvSpPr txBox="1"/>
          <p:nvPr/>
        </p:nvSpPr>
        <p:spPr>
          <a:xfrm>
            <a:off x="363960" y="6206040"/>
            <a:ext cx="959400" cy="148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000000"/>
                </a:solidFill>
                <a:latin typeface="Calibri Light"/>
                <a:ea typeface="Calibri Light"/>
              </a:rPr>
              <a:t>recommended.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7" name=""/>
          <p:cNvSpPr txBox="1"/>
          <p:nvPr/>
        </p:nvSpPr>
        <p:spPr>
          <a:xfrm>
            <a:off x="141840" y="4071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400" spc="-1" strike="noStrike">
                <a:solidFill>
                  <a:srgbClr val="000000"/>
                </a:solidFill>
                <a:latin typeface="Wingdings"/>
                <a:ea typeface="Wingdings"/>
              </a:rPr>
              <a:t>➢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598" name=""/>
          <p:cNvSpPr/>
          <p:nvPr/>
        </p:nvSpPr>
        <p:spPr>
          <a:xfrm>
            <a:off x="200880" y="5271480"/>
            <a:ext cx="1152720" cy="288360"/>
          </a:xfrm>
          <a:custGeom>
            <a:avLst/>
            <a:gdLst/>
            <a:ahLst/>
            <a:rect l="0" t="0" r="r" b="b"/>
            <a:pathLst>
              <a:path w="3202" h="801">
                <a:moveTo>
                  <a:pt x="0" y="801"/>
                </a:moveTo>
                <a:lnTo>
                  <a:pt x="3202" y="801"/>
                </a:lnTo>
                <a:lnTo>
                  <a:pt x="3202" y="0"/>
                </a:lnTo>
                <a:lnTo>
                  <a:pt x="0" y="0"/>
                </a:lnTo>
                <a:lnTo>
                  <a:pt x="0" y="80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599" name=""/>
          <p:cNvSpPr txBox="1"/>
          <p:nvPr/>
        </p:nvSpPr>
        <p:spPr>
          <a:xfrm>
            <a:off x="484560" y="399960"/>
            <a:ext cx="7465320" cy="372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000000"/>
                </a:solidFill>
                <a:latin typeface="Calibri"/>
                <a:ea typeface="Calibri"/>
              </a:rPr>
              <a:t>Reason why</a:t>
            </a:r>
            <a:r>
              <a:rPr b="1" lang="en-US" sz="2400" spc="-1" strike="noStrike">
                <a:solidFill>
                  <a:srgbClr val="ff0000"/>
                </a:solidFill>
                <a:latin typeface="Calibri"/>
                <a:ea typeface="Calibri"/>
              </a:rPr>
              <a:t> percent body fat varies before and after sleep.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00" name=""/>
          <p:cNvSpPr txBox="1"/>
          <p:nvPr/>
        </p:nvSpPr>
        <p:spPr>
          <a:xfrm>
            <a:off x="440280" y="5310360"/>
            <a:ext cx="95184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ffffff"/>
                </a:solidFill>
                <a:latin typeface="Calibri Light"/>
                <a:ea typeface="Calibri Light"/>
              </a:rPr>
              <a:t>Summary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0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209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0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603" name="" descr=""/>
          <p:cNvPicPr/>
          <p:nvPr/>
        </p:nvPicPr>
        <p:blipFill>
          <a:blip r:embed="rId1"/>
          <a:stretch/>
        </p:blipFill>
        <p:spPr>
          <a:xfrm>
            <a:off x="4915080" y="608040"/>
            <a:ext cx="4336920" cy="4852080"/>
          </a:xfrm>
          <a:prstGeom prst="rect">
            <a:avLst/>
          </a:prstGeom>
          <a:ln w="0">
            <a:noFill/>
          </a:ln>
        </p:spPr>
      </p:pic>
      <p:sp>
        <p:nvSpPr>
          <p:cNvPr id="28604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05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06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8607" name="" descr=""/>
          <p:cNvPicPr/>
          <p:nvPr/>
        </p:nvPicPr>
        <p:blipFill>
          <a:blip r:embed="rId2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28608" name="" descr=""/>
          <p:cNvPicPr/>
          <p:nvPr/>
        </p:nvPicPr>
        <p:blipFill>
          <a:blip r:embed="rId3"/>
          <a:stretch/>
        </p:blipFill>
        <p:spPr>
          <a:xfrm>
            <a:off x="437400" y="1132200"/>
            <a:ext cx="4565520" cy="3445560"/>
          </a:xfrm>
          <a:prstGeom prst="rect">
            <a:avLst/>
          </a:prstGeom>
          <a:ln w="0">
            <a:noFill/>
          </a:ln>
        </p:spPr>
      </p:pic>
      <p:sp>
        <p:nvSpPr>
          <p:cNvPr id="28609" name=""/>
          <p:cNvSpPr/>
          <p:nvPr/>
        </p:nvSpPr>
        <p:spPr>
          <a:xfrm>
            <a:off x="3382200" y="3034800"/>
            <a:ext cx="757800" cy="92160"/>
          </a:xfrm>
          <a:custGeom>
            <a:avLst/>
            <a:gdLst/>
            <a:ahLst/>
            <a:rect l="0" t="0" r="r" b="b"/>
            <a:pathLst>
              <a:path w="2105" h="256">
                <a:moveTo>
                  <a:pt x="0" y="256"/>
                </a:moveTo>
                <a:lnTo>
                  <a:pt x="2105" y="256"/>
                </a:lnTo>
                <a:lnTo>
                  <a:pt x="2105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noFill/>
          <a:ln w="18720">
            <a:solidFill>
              <a:srgbClr val="ff000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0" name=""/>
          <p:cNvSpPr/>
          <p:nvPr/>
        </p:nvSpPr>
        <p:spPr>
          <a:xfrm>
            <a:off x="3382200" y="2658600"/>
            <a:ext cx="757800" cy="97560"/>
          </a:xfrm>
          <a:custGeom>
            <a:avLst/>
            <a:gdLst/>
            <a:ahLst/>
            <a:rect l="0" t="0" r="r" b="b"/>
            <a:pathLst>
              <a:path w="2105" h="271">
                <a:moveTo>
                  <a:pt x="0" y="271"/>
                </a:moveTo>
                <a:lnTo>
                  <a:pt x="2105" y="271"/>
                </a:lnTo>
                <a:lnTo>
                  <a:pt x="2105" y="0"/>
                </a:lnTo>
                <a:lnTo>
                  <a:pt x="0" y="0"/>
                </a:lnTo>
                <a:lnTo>
                  <a:pt x="0" y="271"/>
                </a:lnTo>
                <a:close/>
              </a:path>
            </a:pathLst>
          </a:custGeom>
          <a:noFill/>
          <a:ln w="18720">
            <a:solidFill>
              <a:srgbClr val="ffff0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1" name=""/>
          <p:cNvSpPr/>
          <p:nvPr/>
        </p:nvSpPr>
        <p:spPr>
          <a:xfrm>
            <a:off x="3382200" y="3132360"/>
            <a:ext cx="757800" cy="108720"/>
          </a:xfrm>
          <a:custGeom>
            <a:avLst/>
            <a:gdLst/>
            <a:ahLst/>
            <a:rect l="0" t="0" r="r" b="b"/>
            <a:pathLst>
              <a:path w="2105" h="302">
                <a:moveTo>
                  <a:pt x="0" y="302"/>
                </a:moveTo>
                <a:lnTo>
                  <a:pt x="2105" y="302"/>
                </a:lnTo>
                <a:lnTo>
                  <a:pt x="2105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noFill/>
          <a:ln w="18720">
            <a:solidFill>
              <a:srgbClr val="00b0f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2" name=""/>
          <p:cNvSpPr/>
          <p:nvPr/>
        </p:nvSpPr>
        <p:spPr>
          <a:xfrm>
            <a:off x="3382200" y="2771280"/>
            <a:ext cx="757800" cy="104040"/>
          </a:xfrm>
          <a:custGeom>
            <a:avLst/>
            <a:gdLst/>
            <a:ahLst/>
            <a:rect l="0" t="0" r="r" b="b"/>
            <a:pathLst>
              <a:path w="2105" h="289">
                <a:moveTo>
                  <a:pt x="0" y="289"/>
                </a:moveTo>
                <a:lnTo>
                  <a:pt x="2105" y="289"/>
                </a:lnTo>
                <a:lnTo>
                  <a:pt x="2105" y="0"/>
                </a:lnTo>
                <a:lnTo>
                  <a:pt x="0" y="0"/>
                </a:lnTo>
                <a:lnTo>
                  <a:pt x="0" y="289"/>
                </a:lnTo>
                <a:close/>
              </a:path>
            </a:pathLst>
          </a:custGeom>
          <a:noFill/>
          <a:ln w="18720">
            <a:solidFill>
              <a:srgbClr val="7030a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3" name=""/>
          <p:cNvSpPr/>
          <p:nvPr/>
        </p:nvSpPr>
        <p:spPr>
          <a:xfrm>
            <a:off x="3382200" y="3575880"/>
            <a:ext cx="757800" cy="113040"/>
          </a:xfrm>
          <a:custGeom>
            <a:avLst/>
            <a:gdLst/>
            <a:ahLst/>
            <a:rect l="0" t="0" r="r" b="b"/>
            <a:pathLst>
              <a:path w="2105" h="314">
                <a:moveTo>
                  <a:pt x="0" y="314"/>
                </a:moveTo>
                <a:lnTo>
                  <a:pt x="2105" y="314"/>
                </a:lnTo>
                <a:lnTo>
                  <a:pt x="2105" y="0"/>
                </a:lnTo>
                <a:lnTo>
                  <a:pt x="0" y="0"/>
                </a:lnTo>
                <a:lnTo>
                  <a:pt x="0" y="314"/>
                </a:lnTo>
                <a:close/>
              </a:path>
            </a:pathLst>
          </a:custGeom>
          <a:noFill/>
          <a:ln w="18720">
            <a:solidFill>
              <a:srgbClr val="00b05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4" name=""/>
          <p:cNvSpPr/>
          <p:nvPr/>
        </p:nvSpPr>
        <p:spPr>
          <a:xfrm>
            <a:off x="5983920" y="4161240"/>
            <a:ext cx="369000" cy="187560"/>
          </a:xfrm>
          <a:custGeom>
            <a:avLst/>
            <a:gdLst/>
            <a:ahLst/>
            <a:rect l="0" t="0" r="r" b="b"/>
            <a:pathLst>
              <a:path w="1025" h="521">
                <a:moveTo>
                  <a:pt x="0" y="521"/>
                </a:moveTo>
                <a:lnTo>
                  <a:pt x="1025" y="521"/>
                </a:lnTo>
                <a:lnTo>
                  <a:pt x="1025" y="0"/>
                </a:lnTo>
                <a:lnTo>
                  <a:pt x="0" y="0"/>
                </a:lnTo>
                <a:lnTo>
                  <a:pt x="0" y="521"/>
                </a:lnTo>
                <a:close/>
              </a:path>
            </a:pathLst>
          </a:custGeom>
          <a:noFill/>
          <a:ln w="34920">
            <a:solidFill>
              <a:srgbClr val="ffff0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5" name=""/>
          <p:cNvSpPr/>
          <p:nvPr/>
        </p:nvSpPr>
        <p:spPr>
          <a:xfrm>
            <a:off x="5968440" y="4389840"/>
            <a:ext cx="369360" cy="186120"/>
          </a:xfrm>
          <a:custGeom>
            <a:avLst/>
            <a:gdLst/>
            <a:ahLst/>
            <a:rect l="0" t="0" r="r" b="b"/>
            <a:pathLst>
              <a:path w="1026" h="517">
                <a:moveTo>
                  <a:pt x="0" y="517"/>
                </a:moveTo>
                <a:lnTo>
                  <a:pt x="1026" y="517"/>
                </a:lnTo>
                <a:lnTo>
                  <a:pt x="1026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noFill/>
          <a:ln w="34920">
            <a:solidFill>
              <a:srgbClr val="00b05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6" name=""/>
          <p:cNvSpPr/>
          <p:nvPr/>
        </p:nvSpPr>
        <p:spPr>
          <a:xfrm>
            <a:off x="5999040" y="4601520"/>
            <a:ext cx="369000" cy="187920"/>
          </a:xfrm>
          <a:custGeom>
            <a:avLst/>
            <a:gdLst/>
            <a:ahLst/>
            <a:rect l="0" t="0" r="r" b="b"/>
            <a:pathLst>
              <a:path w="1025" h="522">
                <a:moveTo>
                  <a:pt x="0" y="522"/>
                </a:moveTo>
                <a:lnTo>
                  <a:pt x="1025" y="522"/>
                </a:lnTo>
                <a:lnTo>
                  <a:pt x="1025" y="0"/>
                </a:lnTo>
                <a:lnTo>
                  <a:pt x="0" y="0"/>
                </a:lnTo>
                <a:lnTo>
                  <a:pt x="0" y="522"/>
                </a:lnTo>
                <a:close/>
              </a:path>
            </a:pathLst>
          </a:custGeom>
          <a:noFill/>
          <a:ln w="34920">
            <a:solidFill>
              <a:srgbClr val="00b0f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7" name=""/>
          <p:cNvSpPr/>
          <p:nvPr/>
        </p:nvSpPr>
        <p:spPr>
          <a:xfrm>
            <a:off x="5994360" y="4804200"/>
            <a:ext cx="369360" cy="186480"/>
          </a:xfrm>
          <a:custGeom>
            <a:avLst/>
            <a:gdLst/>
            <a:ahLst/>
            <a:rect l="0" t="0" r="r" b="b"/>
            <a:pathLst>
              <a:path w="1026" h="518">
                <a:moveTo>
                  <a:pt x="0" y="518"/>
                </a:moveTo>
                <a:lnTo>
                  <a:pt x="1026" y="518"/>
                </a:lnTo>
                <a:lnTo>
                  <a:pt x="1026" y="0"/>
                </a:lnTo>
                <a:lnTo>
                  <a:pt x="0" y="0"/>
                </a:lnTo>
                <a:lnTo>
                  <a:pt x="0" y="518"/>
                </a:lnTo>
                <a:close/>
              </a:path>
            </a:pathLst>
          </a:custGeom>
          <a:noFill/>
          <a:ln w="34920">
            <a:solidFill>
              <a:srgbClr val="7030a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8" name=""/>
          <p:cNvSpPr/>
          <p:nvPr/>
        </p:nvSpPr>
        <p:spPr>
          <a:xfrm>
            <a:off x="6000480" y="3955320"/>
            <a:ext cx="369360" cy="187920"/>
          </a:xfrm>
          <a:custGeom>
            <a:avLst/>
            <a:gdLst/>
            <a:ahLst/>
            <a:rect l="0" t="0" r="r" b="b"/>
            <a:pathLst>
              <a:path w="1026" h="522">
                <a:moveTo>
                  <a:pt x="0" y="522"/>
                </a:moveTo>
                <a:lnTo>
                  <a:pt x="1026" y="522"/>
                </a:lnTo>
                <a:lnTo>
                  <a:pt x="1026" y="0"/>
                </a:lnTo>
                <a:lnTo>
                  <a:pt x="0" y="0"/>
                </a:lnTo>
                <a:lnTo>
                  <a:pt x="0" y="522"/>
                </a:lnTo>
                <a:close/>
              </a:path>
            </a:pathLst>
          </a:custGeom>
          <a:noFill/>
          <a:ln w="34920">
            <a:solidFill>
              <a:srgbClr val="ff000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19" name=""/>
          <p:cNvSpPr/>
          <p:nvPr/>
        </p:nvSpPr>
        <p:spPr>
          <a:xfrm>
            <a:off x="565200" y="5309280"/>
            <a:ext cx="8394480" cy="1372320"/>
          </a:xfrm>
          <a:custGeom>
            <a:avLst/>
            <a:gdLst/>
            <a:ahLst/>
            <a:rect l="0" t="0" r="r" b="b"/>
            <a:pathLst>
              <a:path w="23318" h="3812">
                <a:moveTo>
                  <a:pt x="0" y="3812"/>
                </a:moveTo>
                <a:lnTo>
                  <a:pt x="23318" y="3812"/>
                </a:lnTo>
                <a:lnTo>
                  <a:pt x="23318" y="0"/>
                </a:lnTo>
                <a:lnTo>
                  <a:pt x="0" y="0"/>
                </a:lnTo>
                <a:lnTo>
                  <a:pt x="0" y="3812"/>
                </a:lnTo>
                <a:close/>
              </a:path>
            </a:pathLst>
          </a:custGeom>
          <a:solidFill>
            <a:srgbClr val="ffffff">
              <a:alpha val="75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0" name=""/>
          <p:cNvSpPr txBox="1"/>
          <p:nvPr/>
        </p:nvSpPr>
        <p:spPr>
          <a:xfrm>
            <a:off x="436320" y="423360"/>
            <a:ext cx="54979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Precautions for DEXA validation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1" name=""/>
          <p:cNvSpPr txBox="1"/>
          <p:nvPr/>
        </p:nvSpPr>
        <p:spPr>
          <a:xfrm>
            <a:off x="657000" y="5352840"/>
            <a:ext cx="686340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ff0000"/>
                </a:solidFill>
                <a:latin typeface="Calibri"/>
                <a:ea typeface="Calibri"/>
              </a:rPr>
              <a:t>(Red)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right arm lean + BMC 1.508 + 0.130 = 1.638 =  BIA right arm lean 1.66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2" name=""/>
          <p:cNvSpPr txBox="1"/>
          <p:nvPr/>
        </p:nvSpPr>
        <p:spPr>
          <a:xfrm>
            <a:off x="657000" y="5605560"/>
            <a:ext cx="68601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ffff00"/>
                </a:solidFill>
                <a:latin typeface="Calibri"/>
                <a:ea typeface="Calibri"/>
              </a:rPr>
              <a:t>(Yellow)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left arm lean + BMC 1.525 + 0.136 = 1.661 =  BIA left arm lean 1.64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3" name=""/>
          <p:cNvSpPr txBox="1"/>
          <p:nvPr/>
        </p:nvSpPr>
        <p:spPr>
          <a:xfrm>
            <a:off x="657000" y="5858280"/>
            <a:ext cx="668808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92d050"/>
                </a:solidFill>
                <a:latin typeface="Calibri"/>
                <a:ea typeface="Calibri"/>
              </a:rPr>
              <a:t>(Green)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trunk lean + BMC = 17.628 + 0.667 = 18.295 = BIA lean mass 16.2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4" name=""/>
          <p:cNvSpPr txBox="1"/>
          <p:nvPr/>
        </p:nvSpPr>
        <p:spPr>
          <a:xfrm>
            <a:off x="657000" y="6113520"/>
            <a:ext cx="647928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b0f0"/>
                </a:solidFill>
                <a:latin typeface="Calibri"/>
                <a:ea typeface="Calibri"/>
              </a:rPr>
              <a:t>(Blue)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right leg lean + BMC 5.571+0.428= 4.78 =  BIA right leg lean 4.73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5" name=""/>
          <p:cNvSpPr txBox="1"/>
          <p:nvPr/>
        </p:nvSpPr>
        <p:spPr>
          <a:xfrm>
            <a:off x="657000" y="6366600"/>
            <a:ext cx="65739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7030a0"/>
                </a:solidFill>
                <a:latin typeface="Calibri"/>
                <a:ea typeface="Calibri"/>
              </a:rPr>
              <a:t>(Purple)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left leg lean + BMC 5.501+ 0.409 =5.015 =  BIA left leg lean 4.66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6" name=""/>
          <p:cNvSpPr txBox="1"/>
          <p:nvPr/>
        </p:nvSpPr>
        <p:spPr>
          <a:xfrm>
            <a:off x="657000" y="804960"/>
            <a:ext cx="1680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[InBody VS DEXA]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2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29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630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28631" name=""/>
          <p:cNvSpPr/>
          <p:nvPr/>
        </p:nvSpPr>
        <p:spPr>
          <a:xfrm>
            <a:off x="3134520" y="2901600"/>
            <a:ext cx="3636720" cy="370440"/>
          </a:xfrm>
          <a:custGeom>
            <a:avLst/>
            <a:gdLst/>
            <a:ahLst/>
            <a:rect l="0" t="0" r="r" b="b"/>
            <a:pathLst>
              <a:path w="10102" h="1029">
                <a:moveTo>
                  <a:pt x="0" y="1029"/>
                </a:moveTo>
                <a:lnTo>
                  <a:pt x="10102" y="1029"/>
                </a:lnTo>
                <a:lnTo>
                  <a:pt x="10102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32" name=""/>
          <p:cNvSpPr txBox="1"/>
          <p:nvPr/>
        </p:nvSpPr>
        <p:spPr>
          <a:xfrm>
            <a:off x="4061160" y="2237040"/>
            <a:ext cx="2132640" cy="619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"/>
                <a:ea typeface="Calibri"/>
              </a:rPr>
              <a:t>Thank you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33" name=""/>
          <p:cNvSpPr txBox="1"/>
          <p:nvPr/>
        </p:nvSpPr>
        <p:spPr>
          <a:xfrm>
            <a:off x="4028760" y="2944440"/>
            <a:ext cx="18554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"/>
                <a:ea typeface="Calibri"/>
              </a:rPr>
              <a:t>Precautionary Steps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3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3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36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637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28638" name=""/>
          <p:cNvSpPr/>
          <p:nvPr/>
        </p:nvSpPr>
        <p:spPr>
          <a:xfrm>
            <a:off x="3861720" y="2905920"/>
            <a:ext cx="2409840" cy="369360"/>
          </a:xfrm>
          <a:custGeom>
            <a:avLst/>
            <a:gdLst/>
            <a:ahLst/>
            <a:rect l="0" t="0" r="r" b="b"/>
            <a:pathLst>
              <a:path w="6694" h="1026">
                <a:moveTo>
                  <a:pt x="0" y="1026"/>
                </a:moveTo>
                <a:lnTo>
                  <a:pt x="6694" y="1026"/>
                </a:lnTo>
                <a:lnTo>
                  <a:pt x="6694" y="0"/>
                </a:lnTo>
                <a:lnTo>
                  <a:pt x="0" y="0"/>
                </a:lnTo>
                <a:lnTo>
                  <a:pt x="0" y="102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39" name=""/>
          <p:cNvSpPr txBox="1"/>
          <p:nvPr/>
        </p:nvSpPr>
        <p:spPr>
          <a:xfrm>
            <a:off x="3060360" y="2249280"/>
            <a:ext cx="603108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All about Bioimpedance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40" name=""/>
          <p:cNvSpPr txBox="1"/>
          <p:nvPr/>
        </p:nvSpPr>
        <p:spPr>
          <a:xfrm>
            <a:off x="4395240" y="2953800"/>
            <a:ext cx="170928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Characteristics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4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4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4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4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4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864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8647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48" name=""/>
          <p:cNvSpPr/>
          <p:nvPr/>
        </p:nvSpPr>
        <p:spPr>
          <a:xfrm>
            <a:off x="831960" y="1758600"/>
            <a:ext cx="2233080" cy="2159640"/>
          </a:xfrm>
          <a:custGeom>
            <a:avLst/>
            <a:gdLst/>
            <a:ahLst/>
            <a:rect l="0" t="0" r="r" b="b"/>
            <a:pathLst>
              <a:path w="6203" h="5999">
                <a:moveTo>
                  <a:pt x="0" y="154"/>
                </a:moveTo>
                <a:cubicBezTo>
                  <a:pt x="0" y="69"/>
                  <a:pt x="69" y="0"/>
                  <a:pt x="154" y="0"/>
                </a:cubicBezTo>
                <a:lnTo>
                  <a:pt x="6049" y="0"/>
                </a:lnTo>
                <a:cubicBezTo>
                  <a:pt x="6134" y="0"/>
                  <a:pt x="6203" y="69"/>
                  <a:pt x="6203" y="154"/>
                </a:cubicBezTo>
                <a:lnTo>
                  <a:pt x="6203" y="5845"/>
                </a:lnTo>
                <a:cubicBezTo>
                  <a:pt x="6203" y="5930"/>
                  <a:pt x="6134" y="5999"/>
                  <a:pt x="6049" y="5999"/>
                </a:cubicBezTo>
                <a:lnTo>
                  <a:pt x="154" y="5999"/>
                </a:lnTo>
                <a:cubicBezTo>
                  <a:pt x="69" y="5999"/>
                  <a:pt x="0" y="5930"/>
                  <a:pt x="0" y="5845"/>
                </a:cubicBezTo>
                <a:lnTo>
                  <a:pt x="0" y="154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49" name=""/>
          <p:cNvSpPr/>
          <p:nvPr/>
        </p:nvSpPr>
        <p:spPr>
          <a:xfrm>
            <a:off x="3785400" y="1758600"/>
            <a:ext cx="2231640" cy="2159640"/>
          </a:xfrm>
          <a:custGeom>
            <a:avLst/>
            <a:gdLst/>
            <a:ahLst/>
            <a:rect l="0" t="0" r="r" b="b"/>
            <a:pathLst>
              <a:path w="6199" h="5999">
                <a:moveTo>
                  <a:pt x="0" y="154"/>
                </a:moveTo>
                <a:cubicBezTo>
                  <a:pt x="0" y="69"/>
                  <a:pt x="69" y="0"/>
                  <a:pt x="154" y="0"/>
                </a:cubicBezTo>
                <a:lnTo>
                  <a:pt x="6045" y="0"/>
                </a:lnTo>
                <a:cubicBezTo>
                  <a:pt x="6130" y="0"/>
                  <a:pt x="6199" y="69"/>
                  <a:pt x="6199" y="154"/>
                </a:cubicBezTo>
                <a:lnTo>
                  <a:pt x="6199" y="5845"/>
                </a:lnTo>
                <a:cubicBezTo>
                  <a:pt x="6199" y="5930"/>
                  <a:pt x="6130" y="5999"/>
                  <a:pt x="6045" y="5999"/>
                </a:cubicBezTo>
                <a:lnTo>
                  <a:pt x="154" y="5999"/>
                </a:lnTo>
                <a:cubicBezTo>
                  <a:pt x="69" y="5999"/>
                  <a:pt x="0" y="5930"/>
                  <a:pt x="0" y="5845"/>
                </a:cubicBezTo>
                <a:lnTo>
                  <a:pt x="0" y="154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50" name=""/>
          <p:cNvSpPr/>
          <p:nvPr/>
        </p:nvSpPr>
        <p:spPr>
          <a:xfrm>
            <a:off x="427680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51" name=""/>
          <p:cNvSpPr/>
          <p:nvPr/>
        </p:nvSpPr>
        <p:spPr>
          <a:xfrm>
            <a:off x="428148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52" name=""/>
          <p:cNvSpPr/>
          <p:nvPr/>
        </p:nvSpPr>
        <p:spPr>
          <a:xfrm>
            <a:off x="428616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53" name=""/>
          <p:cNvSpPr/>
          <p:nvPr/>
        </p:nvSpPr>
        <p:spPr>
          <a:xfrm>
            <a:off x="429084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54" name=""/>
          <p:cNvSpPr/>
          <p:nvPr/>
        </p:nvSpPr>
        <p:spPr>
          <a:xfrm>
            <a:off x="42955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55" name=""/>
          <p:cNvSpPr/>
          <p:nvPr/>
        </p:nvSpPr>
        <p:spPr>
          <a:xfrm>
            <a:off x="42980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56" name=""/>
          <p:cNvSpPr/>
          <p:nvPr/>
        </p:nvSpPr>
        <p:spPr>
          <a:xfrm>
            <a:off x="43002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57" name=""/>
          <p:cNvSpPr/>
          <p:nvPr/>
        </p:nvSpPr>
        <p:spPr>
          <a:xfrm>
            <a:off x="43023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58" name=""/>
          <p:cNvSpPr/>
          <p:nvPr/>
        </p:nvSpPr>
        <p:spPr>
          <a:xfrm>
            <a:off x="43048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59" name=""/>
          <p:cNvSpPr/>
          <p:nvPr/>
        </p:nvSpPr>
        <p:spPr>
          <a:xfrm>
            <a:off x="43070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0" name=""/>
          <p:cNvSpPr/>
          <p:nvPr/>
        </p:nvSpPr>
        <p:spPr>
          <a:xfrm>
            <a:off x="43095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1" name=""/>
          <p:cNvSpPr/>
          <p:nvPr/>
        </p:nvSpPr>
        <p:spPr>
          <a:xfrm>
            <a:off x="43117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2" name=""/>
          <p:cNvSpPr/>
          <p:nvPr/>
        </p:nvSpPr>
        <p:spPr>
          <a:xfrm>
            <a:off x="43142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3" name=""/>
          <p:cNvSpPr/>
          <p:nvPr/>
        </p:nvSpPr>
        <p:spPr>
          <a:xfrm>
            <a:off x="431640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4" name=""/>
          <p:cNvSpPr/>
          <p:nvPr/>
        </p:nvSpPr>
        <p:spPr>
          <a:xfrm>
            <a:off x="43189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5" name=""/>
          <p:cNvSpPr/>
          <p:nvPr/>
        </p:nvSpPr>
        <p:spPr>
          <a:xfrm>
            <a:off x="43210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6" name=""/>
          <p:cNvSpPr/>
          <p:nvPr/>
        </p:nvSpPr>
        <p:spPr>
          <a:xfrm>
            <a:off x="43236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7" name=""/>
          <p:cNvSpPr/>
          <p:nvPr/>
        </p:nvSpPr>
        <p:spPr>
          <a:xfrm>
            <a:off x="43257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8" name=""/>
          <p:cNvSpPr/>
          <p:nvPr/>
        </p:nvSpPr>
        <p:spPr>
          <a:xfrm>
            <a:off x="43282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69" name=""/>
          <p:cNvSpPr/>
          <p:nvPr/>
        </p:nvSpPr>
        <p:spPr>
          <a:xfrm>
            <a:off x="43304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0" name=""/>
          <p:cNvSpPr/>
          <p:nvPr/>
        </p:nvSpPr>
        <p:spPr>
          <a:xfrm>
            <a:off x="43329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1" name=""/>
          <p:cNvSpPr/>
          <p:nvPr/>
        </p:nvSpPr>
        <p:spPr>
          <a:xfrm>
            <a:off x="43351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2" name=""/>
          <p:cNvSpPr/>
          <p:nvPr/>
        </p:nvSpPr>
        <p:spPr>
          <a:xfrm>
            <a:off x="43372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3" name=""/>
          <p:cNvSpPr/>
          <p:nvPr/>
        </p:nvSpPr>
        <p:spPr>
          <a:xfrm>
            <a:off x="43398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4" name=""/>
          <p:cNvSpPr/>
          <p:nvPr/>
        </p:nvSpPr>
        <p:spPr>
          <a:xfrm>
            <a:off x="43419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5" name=""/>
          <p:cNvSpPr/>
          <p:nvPr/>
        </p:nvSpPr>
        <p:spPr>
          <a:xfrm>
            <a:off x="43444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6" name=""/>
          <p:cNvSpPr/>
          <p:nvPr/>
        </p:nvSpPr>
        <p:spPr>
          <a:xfrm>
            <a:off x="434664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7" name=""/>
          <p:cNvSpPr/>
          <p:nvPr/>
        </p:nvSpPr>
        <p:spPr>
          <a:xfrm>
            <a:off x="43491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8" name=""/>
          <p:cNvSpPr/>
          <p:nvPr/>
        </p:nvSpPr>
        <p:spPr>
          <a:xfrm>
            <a:off x="43513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79" name=""/>
          <p:cNvSpPr/>
          <p:nvPr/>
        </p:nvSpPr>
        <p:spPr>
          <a:xfrm>
            <a:off x="43538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0" name=""/>
          <p:cNvSpPr/>
          <p:nvPr/>
        </p:nvSpPr>
        <p:spPr>
          <a:xfrm>
            <a:off x="43560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1" name=""/>
          <p:cNvSpPr/>
          <p:nvPr/>
        </p:nvSpPr>
        <p:spPr>
          <a:xfrm>
            <a:off x="43585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2" name=""/>
          <p:cNvSpPr/>
          <p:nvPr/>
        </p:nvSpPr>
        <p:spPr>
          <a:xfrm>
            <a:off x="43606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3" name=""/>
          <p:cNvSpPr/>
          <p:nvPr/>
        </p:nvSpPr>
        <p:spPr>
          <a:xfrm>
            <a:off x="43632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4" name=""/>
          <p:cNvSpPr/>
          <p:nvPr/>
        </p:nvSpPr>
        <p:spPr>
          <a:xfrm>
            <a:off x="43653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5" name=""/>
          <p:cNvSpPr/>
          <p:nvPr/>
        </p:nvSpPr>
        <p:spPr>
          <a:xfrm>
            <a:off x="43678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6" name=""/>
          <p:cNvSpPr/>
          <p:nvPr/>
        </p:nvSpPr>
        <p:spPr>
          <a:xfrm>
            <a:off x="43700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7" name=""/>
          <p:cNvSpPr/>
          <p:nvPr/>
        </p:nvSpPr>
        <p:spPr>
          <a:xfrm>
            <a:off x="43722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8" name=""/>
          <p:cNvSpPr/>
          <p:nvPr/>
        </p:nvSpPr>
        <p:spPr>
          <a:xfrm>
            <a:off x="43747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89" name=""/>
          <p:cNvSpPr/>
          <p:nvPr/>
        </p:nvSpPr>
        <p:spPr>
          <a:xfrm>
            <a:off x="437688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690" name=""/>
          <p:cNvSpPr/>
          <p:nvPr/>
        </p:nvSpPr>
        <p:spPr>
          <a:xfrm>
            <a:off x="43794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1" name=""/>
          <p:cNvSpPr/>
          <p:nvPr/>
        </p:nvSpPr>
        <p:spPr>
          <a:xfrm>
            <a:off x="43815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2" name=""/>
          <p:cNvSpPr/>
          <p:nvPr/>
        </p:nvSpPr>
        <p:spPr>
          <a:xfrm>
            <a:off x="43840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3" name=""/>
          <p:cNvSpPr/>
          <p:nvPr/>
        </p:nvSpPr>
        <p:spPr>
          <a:xfrm>
            <a:off x="43862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4" name=""/>
          <p:cNvSpPr/>
          <p:nvPr/>
        </p:nvSpPr>
        <p:spPr>
          <a:xfrm>
            <a:off x="43887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5" name=""/>
          <p:cNvSpPr/>
          <p:nvPr/>
        </p:nvSpPr>
        <p:spPr>
          <a:xfrm>
            <a:off x="43909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6" name=""/>
          <p:cNvSpPr/>
          <p:nvPr/>
        </p:nvSpPr>
        <p:spPr>
          <a:xfrm>
            <a:off x="43934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7" name=""/>
          <p:cNvSpPr/>
          <p:nvPr/>
        </p:nvSpPr>
        <p:spPr>
          <a:xfrm>
            <a:off x="43956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8" name=""/>
          <p:cNvSpPr/>
          <p:nvPr/>
        </p:nvSpPr>
        <p:spPr>
          <a:xfrm>
            <a:off x="43981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699" name=""/>
          <p:cNvSpPr/>
          <p:nvPr/>
        </p:nvSpPr>
        <p:spPr>
          <a:xfrm>
            <a:off x="44002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0" name=""/>
          <p:cNvSpPr/>
          <p:nvPr/>
        </p:nvSpPr>
        <p:spPr>
          <a:xfrm>
            <a:off x="44028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1" name=""/>
          <p:cNvSpPr/>
          <p:nvPr/>
        </p:nvSpPr>
        <p:spPr>
          <a:xfrm>
            <a:off x="44049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2" name=""/>
          <p:cNvSpPr/>
          <p:nvPr/>
        </p:nvSpPr>
        <p:spPr>
          <a:xfrm>
            <a:off x="440712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3" name=""/>
          <p:cNvSpPr/>
          <p:nvPr/>
        </p:nvSpPr>
        <p:spPr>
          <a:xfrm>
            <a:off x="44096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4" name=""/>
          <p:cNvSpPr/>
          <p:nvPr/>
        </p:nvSpPr>
        <p:spPr>
          <a:xfrm>
            <a:off x="44118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5" name=""/>
          <p:cNvSpPr/>
          <p:nvPr/>
        </p:nvSpPr>
        <p:spPr>
          <a:xfrm>
            <a:off x="44143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6" name=""/>
          <p:cNvSpPr/>
          <p:nvPr/>
        </p:nvSpPr>
        <p:spPr>
          <a:xfrm>
            <a:off x="44164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7" name=""/>
          <p:cNvSpPr/>
          <p:nvPr/>
        </p:nvSpPr>
        <p:spPr>
          <a:xfrm>
            <a:off x="44190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8" name=""/>
          <p:cNvSpPr/>
          <p:nvPr/>
        </p:nvSpPr>
        <p:spPr>
          <a:xfrm>
            <a:off x="44211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09" name=""/>
          <p:cNvSpPr/>
          <p:nvPr/>
        </p:nvSpPr>
        <p:spPr>
          <a:xfrm>
            <a:off x="44236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0" name=""/>
          <p:cNvSpPr/>
          <p:nvPr/>
        </p:nvSpPr>
        <p:spPr>
          <a:xfrm>
            <a:off x="44258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1" name=""/>
          <p:cNvSpPr/>
          <p:nvPr/>
        </p:nvSpPr>
        <p:spPr>
          <a:xfrm>
            <a:off x="44283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2" name=""/>
          <p:cNvSpPr/>
          <p:nvPr/>
        </p:nvSpPr>
        <p:spPr>
          <a:xfrm>
            <a:off x="44305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3" name=""/>
          <p:cNvSpPr/>
          <p:nvPr/>
        </p:nvSpPr>
        <p:spPr>
          <a:xfrm>
            <a:off x="44330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4" name=""/>
          <p:cNvSpPr/>
          <p:nvPr/>
        </p:nvSpPr>
        <p:spPr>
          <a:xfrm>
            <a:off x="44352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5" name=""/>
          <p:cNvSpPr/>
          <p:nvPr/>
        </p:nvSpPr>
        <p:spPr>
          <a:xfrm>
            <a:off x="443736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6" name=""/>
          <p:cNvSpPr/>
          <p:nvPr/>
        </p:nvSpPr>
        <p:spPr>
          <a:xfrm>
            <a:off x="44398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7" name=""/>
          <p:cNvSpPr/>
          <p:nvPr/>
        </p:nvSpPr>
        <p:spPr>
          <a:xfrm>
            <a:off x="44420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8" name=""/>
          <p:cNvSpPr/>
          <p:nvPr/>
        </p:nvSpPr>
        <p:spPr>
          <a:xfrm>
            <a:off x="44445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19" name=""/>
          <p:cNvSpPr/>
          <p:nvPr/>
        </p:nvSpPr>
        <p:spPr>
          <a:xfrm>
            <a:off x="44467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0" name=""/>
          <p:cNvSpPr/>
          <p:nvPr/>
        </p:nvSpPr>
        <p:spPr>
          <a:xfrm>
            <a:off x="44492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1" name=""/>
          <p:cNvSpPr/>
          <p:nvPr/>
        </p:nvSpPr>
        <p:spPr>
          <a:xfrm>
            <a:off x="44514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2" name=""/>
          <p:cNvSpPr/>
          <p:nvPr/>
        </p:nvSpPr>
        <p:spPr>
          <a:xfrm>
            <a:off x="44539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3" name=""/>
          <p:cNvSpPr/>
          <p:nvPr/>
        </p:nvSpPr>
        <p:spPr>
          <a:xfrm>
            <a:off x="44560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4" name=""/>
          <p:cNvSpPr/>
          <p:nvPr/>
        </p:nvSpPr>
        <p:spPr>
          <a:xfrm>
            <a:off x="44586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5" name=""/>
          <p:cNvSpPr/>
          <p:nvPr/>
        </p:nvSpPr>
        <p:spPr>
          <a:xfrm>
            <a:off x="44607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6" name=""/>
          <p:cNvSpPr/>
          <p:nvPr/>
        </p:nvSpPr>
        <p:spPr>
          <a:xfrm>
            <a:off x="44632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7" name=""/>
          <p:cNvSpPr/>
          <p:nvPr/>
        </p:nvSpPr>
        <p:spPr>
          <a:xfrm>
            <a:off x="446544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8" name=""/>
          <p:cNvSpPr/>
          <p:nvPr/>
        </p:nvSpPr>
        <p:spPr>
          <a:xfrm>
            <a:off x="44679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29" name=""/>
          <p:cNvSpPr/>
          <p:nvPr/>
        </p:nvSpPr>
        <p:spPr>
          <a:xfrm>
            <a:off x="44701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0" name=""/>
          <p:cNvSpPr/>
          <p:nvPr/>
        </p:nvSpPr>
        <p:spPr>
          <a:xfrm>
            <a:off x="44722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1" name=""/>
          <p:cNvSpPr/>
          <p:nvPr/>
        </p:nvSpPr>
        <p:spPr>
          <a:xfrm>
            <a:off x="44748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2" name=""/>
          <p:cNvSpPr/>
          <p:nvPr/>
        </p:nvSpPr>
        <p:spPr>
          <a:xfrm>
            <a:off x="44769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3" name=""/>
          <p:cNvSpPr/>
          <p:nvPr/>
        </p:nvSpPr>
        <p:spPr>
          <a:xfrm>
            <a:off x="44794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4" name=""/>
          <p:cNvSpPr/>
          <p:nvPr/>
        </p:nvSpPr>
        <p:spPr>
          <a:xfrm>
            <a:off x="44816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5" name=""/>
          <p:cNvSpPr/>
          <p:nvPr/>
        </p:nvSpPr>
        <p:spPr>
          <a:xfrm>
            <a:off x="44841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6" name=""/>
          <p:cNvSpPr/>
          <p:nvPr/>
        </p:nvSpPr>
        <p:spPr>
          <a:xfrm>
            <a:off x="44863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7" name=""/>
          <p:cNvSpPr/>
          <p:nvPr/>
        </p:nvSpPr>
        <p:spPr>
          <a:xfrm>
            <a:off x="44888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8" name=""/>
          <p:cNvSpPr/>
          <p:nvPr/>
        </p:nvSpPr>
        <p:spPr>
          <a:xfrm>
            <a:off x="44910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39" name=""/>
          <p:cNvSpPr/>
          <p:nvPr/>
        </p:nvSpPr>
        <p:spPr>
          <a:xfrm>
            <a:off x="44935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0" name=""/>
          <p:cNvSpPr/>
          <p:nvPr/>
        </p:nvSpPr>
        <p:spPr>
          <a:xfrm>
            <a:off x="449568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1" name=""/>
          <p:cNvSpPr/>
          <p:nvPr/>
        </p:nvSpPr>
        <p:spPr>
          <a:xfrm>
            <a:off x="44982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2" name=""/>
          <p:cNvSpPr/>
          <p:nvPr/>
        </p:nvSpPr>
        <p:spPr>
          <a:xfrm>
            <a:off x="45003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3" name=""/>
          <p:cNvSpPr/>
          <p:nvPr/>
        </p:nvSpPr>
        <p:spPr>
          <a:xfrm>
            <a:off x="45028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4" name=""/>
          <p:cNvSpPr/>
          <p:nvPr/>
        </p:nvSpPr>
        <p:spPr>
          <a:xfrm>
            <a:off x="45050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5" name=""/>
          <p:cNvSpPr/>
          <p:nvPr/>
        </p:nvSpPr>
        <p:spPr>
          <a:xfrm>
            <a:off x="45072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6" name=""/>
          <p:cNvSpPr/>
          <p:nvPr/>
        </p:nvSpPr>
        <p:spPr>
          <a:xfrm>
            <a:off x="45097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7" name=""/>
          <p:cNvSpPr/>
          <p:nvPr/>
        </p:nvSpPr>
        <p:spPr>
          <a:xfrm>
            <a:off x="45118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8" name=""/>
          <p:cNvSpPr/>
          <p:nvPr/>
        </p:nvSpPr>
        <p:spPr>
          <a:xfrm>
            <a:off x="45144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49" name=""/>
          <p:cNvSpPr/>
          <p:nvPr/>
        </p:nvSpPr>
        <p:spPr>
          <a:xfrm>
            <a:off x="45165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0" name=""/>
          <p:cNvSpPr/>
          <p:nvPr/>
        </p:nvSpPr>
        <p:spPr>
          <a:xfrm>
            <a:off x="45190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1" name=""/>
          <p:cNvSpPr/>
          <p:nvPr/>
        </p:nvSpPr>
        <p:spPr>
          <a:xfrm>
            <a:off x="45212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2" name=""/>
          <p:cNvSpPr/>
          <p:nvPr/>
        </p:nvSpPr>
        <p:spPr>
          <a:xfrm>
            <a:off x="452376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3" name=""/>
          <p:cNvSpPr/>
          <p:nvPr/>
        </p:nvSpPr>
        <p:spPr>
          <a:xfrm>
            <a:off x="452844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4" name=""/>
          <p:cNvSpPr/>
          <p:nvPr/>
        </p:nvSpPr>
        <p:spPr>
          <a:xfrm>
            <a:off x="45331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5" name=""/>
          <p:cNvSpPr/>
          <p:nvPr/>
        </p:nvSpPr>
        <p:spPr>
          <a:xfrm>
            <a:off x="45352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6" name=""/>
          <p:cNvSpPr/>
          <p:nvPr/>
        </p:nvSpPr>
        <p:spPr>
          <a:xfrm>
            <a:off x="4537800" y="2213280"/>
            <a:ext cx="4680" cy="1347840"/>
          </a:xfrm>
          <a:custGeom>
            <a:avLst/>
            <a:gdLst/>
            <a:ahLst/>
            <a:rect l="0" t="0" r="r" b="b"/>
            <a:pathLst>
              <a:path w="13" h="3744">
                <a:moveTo>
                  <a:pt x="0" y="3744"/>
                </a:moveTo>
                <a:lnTo>
                  <a:pt x="0" y="0"/>
                </a:lnTo>
                <a:lnTo>
                  <a:pt x="13" y="0"/>
                </a:lnTo>
                <a:lnTo>
                  <a:pt x="13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7" name=""/>
          <p:cNvSpPr/>
          <p:nvPr/>
        </p:nvSpPr>
        <p:spPr>
          <a:xfrm>
            <a:off x="45421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8" name=""/>
          <p:cNvSpPr/>
          <p:nvPr/>
        </p:nvSpPr>
        <p:spPr>
          <a:xfrm>
            <a:off x="45446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59" name=""/>
          <p:cNvSpPr/>
          <p:nvPr/>
        </p:nvSpPr>
        <p:spPr>
          <a:xfrm>
            <a:off x="4546800" y="2213280"/>
            <a:ext cx="5400" cy="1347840"/>
          </a:xfrm>
          <a:custGeom>
            <a:avLst/>
            <a:gdLst/>
            <a:ahLst/>
            <a:rect l="0" t="0" r="r" b="b"/>
            <a:pathLst>
              <a:path w="15" h="3744">
                <a:moveTo>
                  <a:pt x="0" y="3744"/>
                </a:moveTo>
                <a:lnTo>
                  <a:pt x="0" y="0"/>
                </a:lnTo>
                <a:lnTo>
                  <a:pt x="15" y="0"/>
                </a:lnTo>
                <a:lnTo>
                  <a:pt x="15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0" name=""/>
          <p:cNvSpPr/>
          <p:nvPr/>
        </p:nvSpPr>
        <p:spPr>
          <a:xfrm>
            <a:off x="45514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1" name=""/>
          <p:cNvSpPr/>
          <p:nvPr/>
        </p:nvSpPr>
        <p:spPr>
          <a:xfrm>
            <a:off x="45540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2" name=""/>
          <p:cNvSpPr/>
          <p:nvPr/>
        </p:nvSpPr>
        <p:spPr>
          <a:xfrm>
            <a:off x="4556160" y="2213280"/>
            <a:ext cx="9720" cy="1347840"/>
          </a:xfrm>
          <a:custGeom>
            <a:avLst/>
            <a:gdLst/>
            <a:ahLst/>
            <a:rect l="0" t="0" r="r" b="b"/>
            <a:pathLst>
              <a:path w="27" h="3744">
                <a:moveTo>
                  <a:pt x="0" y="3744"/>
                </a:moveTo>
                <a:lnTo>
                  <a:pt x="0" y="0"/>
                </a:lnTo>
                <a:lnTo>
                  <a:pt x="27" y="0"/>
                </a:lnTo>
                <a:lnTo>
                  <a:pt x="2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3" name=""/>
          <p:cNvSpPr/>
          <p:nvPr/>
        </p:nvSpPr>
        <p:spPr>
          <a:xfrm>
            <a:off x="45655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4" name=""/>
          <p:cNvSpPr/>
          <p:nvPr/>
        </p:nvSpPr>
        <p:spPr>
          <a:xfrm>
            <a:off x="45680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5" name=""/>
          <p:cNvSpPr/>
          <p:nvPr/>
        </p:nvSpPr>
        <p:spPr>
          <a:xfrm>
            <a:off x="457020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6" name=""/>
          <p:cNvSpPr/>
          <p:nvPr/>
        </p:nvSpPr>
        <p:spPr>
          <a:xfrm>
            <a:off x="4574880" y="2213280"/>
            <a:ext cx="9720" cy="1347840"/>
          </a:xfrm>
          <a:custGeom>
            <a:avLst/>
            <a:gdLst/>
            <a:ahLst/>
            <a:rect l="0" t="0" r="r" b="b"/>
            <a:pathLst>
              <a:path w="27" h="3744">
                <a:moveTo>
                  <a:pt x="0" y="3744"/>
                </a:moveTo>
                <a:lnTo>
                  <a:pt x="0" y="0"/>
                </a:lnTo>
                <a:lnTo>
                  <a:pt x="27" y="0"/>
                </a:lnTo>
                <a:lnTo>
                  <a:pt x="2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7" name=""/>
          <p:cNvSpPr/>
          <p:nvPr/>
        </p:nvSpPr>
        <p:spPr>
          <a:xfrm>
            <a:off x="4584240" y="2213280"/>
            <a:ext cx="9720" cy="1347840"/>
          </a:xfrm>
          <a:custGeom>
            <a:avLst/>
            <a:gdLst/>
            <a:ahLst/>
            <a:rect l="0" t="0" r="r" b="b"/>
            <a:pathLst>
              <a:path w="27" h="3744">
                <a:moveTo>
                  <a:pt x="0" y="3744"/>
                </a:moveTo>
                <a:lnTo>
                  <a:pt x="0" y="0"/>
                </a:lnTo>
                <a:lnTo>
                  <a:pt x="27" y="0"/>
                </a:lnTo>
                <a:lnTo>
                  <a:pt x="2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8" name=""/>
          <p:cNvSpPr/>
          <p:nvPr/>
        </p:nvSpPr>
        <p:spPr>
          <a:xfrm>
            <a:off x="45936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69" name=""/>
          <p:cNvSpPr/>
          <p:nvPr/>
        </p:nvSpPr>
        <p:spPr>
          <a:xfrm>
            <a:off x="45957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0" name=""/>
          <p:cNvSpPr/>
          <p:nvPr/>
        </p:nvSpPr>
        <p:spPr>
          <a:xfrm>
            <a:off x="459828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1" name=""/>
          <p:cNvSpPr/>
          <p:nvPr/>
        </p:nvSpPr>
        <p:spPr>
          <a:xfrm>
            <a:off x="46029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2" name=""/>
          <p:cNvSpPr/>
          <p:nvPr/>
        </p:nvSpPr>
        <p:spPr>
          <a:xfrm>
            <a:off x="46051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3" name=""/>
          <p:cNvSpPr/>
          <p:nvPr/>
        </p:nvSpPr>
        <p:spPr>
          <a:xfrm>
            <a:off x="4607280" y="2213280"/>
            <a:ext cx="5400" cy="1347840"/>
          </a:xfrm>
          <a:custGeom>
            <a:avLst/>
            <a:gdLst/>
            <a:ahLst/>
            <a:rect l="0" t="0" r="r" b="b"/>
            <a:pathLst>
              <a:path w="15" h="3744">
                <a:moveTo>
                  <a:pt x="0" y="3744"/>
                </a:moveTo>
                <a:lnTo>
                  <a:pt x="0" y="0"/>
                </a:lnTo>
                <a:lnTo>
                  <a:pt x="15" y="0"/>
                </a:lnTo>
                <a:lnTo>
                  <a:pt x="15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4" name=""/>
          <p:cNvSpPr/>
          <p:nvPr/>
        </p:nvSpPr>
        <p:spPr>
          <a:xfrm>
            <a:off x="46119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5" name=""/>
          <p:cNvSpPr/>
          <p:nvPr/>
        </p:nvSpPr>
        <p:spPr>
          <a:xfrm>
            <a:off x="46144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6" name=""/>
          <p:cNvSpPr/>
          <p:nvPr/>
        </p:nvSpPr>
        <p:spPr>
          <a:xfrm>
            <a:off x="461664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7" name=""/>
          <p:cNvSpPr/>
          <p:nvPr/>
        </p:nvSpPr>
        <p:spPr>
          <a:xfrm>
            <a:off x="46213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8" name=""/>
          <p:cNvSpPr/>
          <p:nvPr/>
        </p:nvSpPr>
        <p:spPr>
          <a:xfrm>
            <a:off x="46238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79" name=""/>
          <p:cNvSpPr/>
          <p:nvPr/>
        </p:nvSpPr>
        <p:spPr>
          <a:xfrm>
            <a:off x="46260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0" name=""/>
          <p:cNvSpPr/>
          <p:nvPr/>
        </p:nvSpPr>
        <p:spPr>
          <a:xfrm>
            <a:off x="46285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1" name=""/>
          <p:cNvSpPr/>
          <p:nvPr/>
        </p:nvSpPr>
        <p:spPr>
          <a:xfrm>
            <a:off x="46306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2" name=""/>
          <p:cNvSpPr/>
          <p:nvPr/>
        </p:nvSpPr>
        <p:spPr>
          <a:xfrm>
            <a:off x="46332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3" name=""/>
          <p:cNvSpPr/>
          <p:nvPr/>
        </p:nvSpPr>
        <p:spPr>
          <a:xfrm>
            <a:off x="46353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4" name=""/>
          <p:cNvSpPr/>
          <p:nvPr/>
        </p:nvSpPr>
        <p:spPr>
          <a:xfrm>
            <a:off x="46378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5" name=""/>
          <p:cNvSpPr/>
          <p:nvPr/>
        </p:nvSpPr>
        <p:spPr>
          <a:xfrm>
            <a:off x="46400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6" name=""/>
          <p:cNvSpPr/>
          <p:nvPr/>
        </p:nvSpPr>
        <p:spPr>
          <a:xfrm>
            <a:off x="46422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7" name=""/>
          <p:cNvSpPr/>
          <p:nvPr/>
        </p:nvSpPr>
        <p:spPr>
          <a:xfrm>
            <a:off x="46447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8" name=""/>
          <p:cNvSpPr/>
          <p:nvPr/>
        </p:nvSpPr>
        <p:spPr>
          <a:xfrm>
            <a:off x="464688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89" name=""/>
          <p:cNvSpPr/>
          <p:nvPr/>
        </p:nvSpPr>
        <p:spPr>
          <a:xfrm>
            <a:off x="46494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0" name=""/>
          <p:cNvSpPr/>
          <p:nvPr/>
        </p:nvSpPr>
        <p:spPr>
          <a:xfrm>
            <a:off x="46515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1" name=""/>
          <p:cNvSpPr/>
          <p:nvPr/>
        </p:nvSpPr>
        <p:spPr>
          <a:xfrm>
            <a:off x="46540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2" name=""/>
          <p:cNvSpPr/>
          <p:nvPr/>
        </p:nvSpPr>
        <p:spPr>
          <a:xfrm>
            <a:off x="46562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3" name=""/>
          <p:cNvSpPr/>
          <p:nvPr/>
        </p:nvSpPr>
        <p:spPr>
          <a:xfrm>
            <a:off x="46587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4" name=""/>
          <p:cNvSpPr/>
          <p:nvPr/>
        </p:nvSpPr>
        <p:spPr>
          <a:xfrm>
            <a:off x="46609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5" name=""/>
          <p:cNvSpPr/>
          <p:nvPr/>
        </p:nvSpPr>
        <p:spPr>
          <a:xfrm>
            <a:off x="46634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6" name=""/>
          <p:cNvSpPr/>
          <p:nvPr/>
        </p:nvSpPr>
        <p:spPr>
          <a:xfrm>
            <a:off x="46656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7" name=""/>
          <p:cNvSpPr/>
          <p:nvPr/>
        </p:nvSpPr>
        <p:spPr>
          <a:xfrm>
            <a:off x="46681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8" name=""/>
          <p:cNvSpPr/>
          <p:nvPr/>
        </p:nvSpPr>
        <p:spPr>
          <a:xfrm>
            <a:off x="46702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799" name=""/>
          <p:cNvSpPr/>
          <p:nvPr/>
        </p:nvSpPr>
        <p:spPr>
          <a:xfrm>
            <a:off x="46728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0" name=""/>
          <p:cNvSpPr/>
          <p:nvPr/>
        </p:nvSpPr>
        <p:spPr>
          <a:xfrm>
            <a:off x="46749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1" name=""/>
          <p:cNvSpPr/>
          <p:nvPr/>
        </p:nvSpPr>
        <p:spPr>
          <a:xfrm>
            <a:off x="467712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2" name=""/>
          <p:cNvSpPr/>
          <p:nvPr/>
        </p:nvSpPr>
        <p:spPr>
          <a:xfrm>
            <a:off x="46796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3" name=""/>
          <p:cNvSpPr/>
          <p:nvPr/>
        </p:nvSpPr>
        <p:spPr>
          <a:xfrm>
            <a:off x="46818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4" name=""/>
          <p:cNvSpPr/>
          <p:nvPr/>
        </p:nvSpPr>
        <p:spPr>
          <a:xfrm>
            <a:off x="46843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5" name=""/>
          <p:cNvSpPr/>
          <p:nvPr/>
        </p:nvSpPr>
        <p:spPr>
          <a:xfrm>
            <a:off x="46864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6" name=""/>
          <p:cNvSpPr/>
          <p:nvPr/>
        </p:nvSpPr>
        <p:spPr>
          <a:xfrm>
            <a:off x="46890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7" name=""/>
          <p:cNvSpPr/>
          <p:nvPr/>
        </p:nvSpPr>
        <p:spPr>
          <a:xfrm>
            <a:off x="46911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8" name=""/>
          <p:cNvSpPr/>
          <p:nvPr/>
        </p:nvSpPr>
        <p:spPr>
          <a:xfrm>
            <a:off x="46936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09" name=""/>
          <p:cNvSpPr/>
          <p:nvPr/>
        </p:nvSpPr>
        <p:spPr>
          <a:xfrm>
            <a:off x="46958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0" name=""/>
          <p:cNvSpPr/>
          <p:nvPr/>
        </p:nvSpPr>
        <p:spPr>
          <a:xfrm>
            <a:off x="46983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1" name=""/>
          <p:cNvSpPr/>
          <p:nvPr/>
        </p:nvSpPr>
        <p:spPr>
          <a:xfrm>
            <a:off x="47005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2" name=""/>
          <p:cNvSpPr/>
          <p:nvPr/>
        </p:nvSpPr>
        <p:spPr>
          <a:xfrm>
            <a:off x="47030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3" name=""/>
          <p:cNvSpPr/>
          <p:nvPr/>
        </p:nvSpPr>
        <p:spPr>
          <a:xfrm>
            <a:off x="470520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4" name=""/>
          <p:cNvSpPr/>
          <p:nvPr/>
        </p:nvSpPr>
        <p:spPr>
          <a:xfrm>
            <a:off x="47077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5" name=""/>
          <p:cNvSpPr/>
          <p:nvPr/>
        </p:nvSpPr>
        <p:spPr>
          <a:xfrm>
            <a:off x="47098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6" name=""/>
          <p:cNvSpPr/>
          <p:nvPr/>
        </p:nvSpPr>
        <p:spPr>
          <a:xfrm>
            <a:off x="47120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7" name=""/>
          <p:cNvSpPr/>
          <p:nvPr/>
        </p:nvSpPr>
        <p:spPr>
          <a:xfrm>
            <a:off x="47145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8" name=""/>
          <p:cNvSpPr/>
          <p:nvPr/>
        </p:nvSpPr>
        <p:spPr>
          <a:xfrm>
            <a:off x="47167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19" name=""/>
          <p:cNvSpPr/>
          <p:nvPr/>
        </p:nvSpPr>
        <p:spPr>
          <a:xfrm>
            <a:off x="47192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0" name=""/>
          <p:cNvSpPr/>
          <p:nvPr/>
        </p:nvSpPr>
        <p:spPr>
          <a:xfrm>
            <a:off x="47214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1" name=""/>
          <p:cNvSpPr/>
          <p:nvPr/>
        </p:nvSpPr>
        <p:spPr>
          <a:xfrm>
            <a:off x="47239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2" name=""/>
          <p:cNvSpPr/>
          <p:nvPr/>
        </p:nvSpPr>
        <p:spPr>
          <a:xfrm>
            <a:off x="47260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3" name=""/>
          <p:cNvSpPr/>
          <p:nvPr/>
        </p:nvSpPr>
        <p:spPr>
          <a:xfrm>
            <a:off x="47286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4" name=""/>
          <p:cNvSpPr/>
          <p:nvPr/>
        </p:nvSpPr>
        <p:spPr>
          <a:xfrm>
            <a:off x="47307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5" name=""/>
          <p:cNvSpPr/>
          <p:nvPr/>
        </p:nvSpPr>
        <p:spPr>
          <a:xfrm>
            <a:off x="47332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6" name=""/>
          <p:cNvSpPr/>
          <p:nvPr/>
        </p:nvSpPr>
        <p:spPr>
          <a:xfrm>
            <a:off x="473544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7" name=""/>
          <p:cNvSpPr/>
          <p:nvPr/>
        </p:nvSpPr>
        <p:spPr>
          <a:xfrm>
            <a:off x="47379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8" name=""/>
          <p:cNvSpPr/>
          <p:nvPr/>
        </p:nvSpPr>
        <p:spPr>
          <a:xfrm>
            <a:off x="47401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29" name=""/>
          <p:cNvSpPr/>
          <p:nvPr/>
        </p:nvSpPr>
        <p:spPr>
          <a:xfrm>
            <a:off x="47426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0" name=""/>
          <p:cNvSpPr/>
          <p:nvPr/>
        </p:nvSpPr>
        <p:spPr>
          <a:xfrm>
            <a:off x="47448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1" name=""/>
          <p:cNvSpPr/>
          <p:nvPr/>
        </p:nvSpPr>
        <p:spPr>
          <a:xfrm>
            <a:off x="47469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2" name=""/>
          <p:cNvSpPr/>
          <p:nvPr/>
        </p:nvSpPr>
        <p:spPr>
          <a:xfrm>
            <a:off x="47494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3" name=""/>
          <p:cNvSpPr/>
          <p:nvPr/>
        </p:nvSpPr>
        <p:spPr>
          <a:xfrm>
            <a:off x="47516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4" name=""/>
          <p:cNvSpPr/>
          <p:nvPr/>
        </p:nvSpPr>
        <p:spPr>
          <a:xfrm>
            <a:off x="47541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5" name=""/>
          <p:cNvSpPr/>
          <p:nvPr/>
        </p:nvSpPr>
        <p:spPr>
          <a:xfrm>
            <a:off x="47563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6" name=""/>
          <p:cNvSpPr/>
          <p:nvPr/>
        </p:nvSpPr>
        <p:spPr>
          <a:xfrm>
            <a:off x="47588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7" name=""/>
          <p:cNvSpPr/>
          <p:nvPr/>
        </p:nvSpPr>
        <p:spPr>
          <a:xfrm>
            <a:off x="47610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8" name=""/>
          <p:cNvSpPr/>
          <p:nvPr/>
        </p:nvSpPr>
        <p:spPr>
          <a:xfrm>
            <a:off x="47635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39" name=""/>
          <p:cNvSpPr/>
          <p:nvPr/>
        </p:nvSpPr>
        <p:spPr>
          <a:xfrm>
            <a:off x="476568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40" name=""/>
          <p:cNvSpPr/>
          <p:nvPr/>
        </p:nvSpPr>
        <p:spPr>
          <a:xfrm>
            <a:off x="47682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41" name=""/>
          <p:cNvSpPr/>
          <p:nvPr/>
        </p:nvSpPr>
        <p:spPr>
          <a:xfrm>
            <a:off x="47703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42" name=""/>
          <p:cNvSpPr/>
          <p:nvPr/>
        </p:nvSpPr>
        <p:spPr>
          <a:xfrm>
            <a:off x="47728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43" name=""/>
          <p:cNvSpPr/>
          <p:nvPr/>
        </p:nvSpPr>
        <p:spPr>
          <a:xfrm>
            <a:off x="47750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44" name=""/>
          <p:cNvSpPr/>
          <p:nvPr/>
        </p:nvSpPr>
        <p:spPr>
          <a:xfrm>
            <a:off x="47772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45" name=""/>
          <p:cNvSpPr/>
          <p:nvPr/>
        </p:nvSpPr>
        <p:spPr>
          <a:xfrm>
            <a:off x="47797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46" name=""/>
          <p:cNvSpPr/>
          <p:nvPr/>
        </p:nvSpPr>
        <p:spPr>
          <a:xfrm>
            <a:off x="47818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47" name=""/>
          <p:cNvSpPr/>
          <p:nvPr/>
        </p:nvSpPr>
        <p:spPr>
          <a:xfrm>
            <a:off x="47844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48" name=""/>
          <p:cNvSpPr/>
          <p:nvPr/>
        </p:nvSpPr>
        <p:spPr>
          <a:xfrm>
            <a:off x="478656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49" name=""/>
          <p:cNvSpPr/>
          <p:nvPr/>
        </p:nvSpPr>
        <p:spPr>
          <a:xfrm>
            <a:off x="47890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0" name=""/>
          <p:cNvSpPr/>
          <p:nvPr/>
        </p:nvSpPr>
        <p:spPr>
          <a:xfrm>
            <a:off x="47912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1" name=""/>
          <p:cNvSpPr/>
          <p:nvPr/>
        </p:nvSpPr>
        <p:spPr>
          <a:xfrm>
            <a:off x="47937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2" name=""/>
          <p:cNvSpPr/>
          <p:nvPr/>
        </p:nvSpPr>
        <p:spPr>
          <a:xfrm>
            <a:off x="479592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3" name=""/>
          <p:cNvSpPr/>
          <p:nvPr/>
        </p:nvSpPr>
        <p:spPr>
          <a:xfrm>
            <a:off x="47984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4" name=""/>
          <p:cNvSpPr/>
          <p:nvPr/>
        </p:nvSpPr>
        <p:spPr>
          <a:xfrm>
            <a:off x="48006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5" name=""/>
          <p:cNvSpPr/>
          <p:nvPr/>
        </p:nvSpPr>
        <p:spPr>
          <a:xfrm>
            <a:off x="48031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6" name=""/>
          <p:cNvSpPr/>
          <p:nvPr/>
        </p:nvSpPr>
        <p:spPr>
          <a:xfrm>
            <a:off x="48052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7" name=""/>
          <p:cNvSpPr/>
          <p:nvPr/>
        </p:nvSpPr>
        <p:spPr>
          <a:xfrm>
            <a:off x="48078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8" name=""/>
          <p:cNvSpPr/>
          <p:nvPr/>
        </p:nvSpPr>
        <p:spPr>
          <a:xfrm>
            <a:off x="48099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59" name=""/>
          <p:cNvSpPr/>
          <p:nvPr/>
        </p:nvSpPr>
        <p:spPr>
          <a:xfrm>
            <a:off x="48121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0" name=""/>
          <p:cNvSpPr/>
          <p:nvPr/>
        </p:nvSpPr>
        <p:spPr>
          <a:xfrm>
            <a:off x="48146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1" name=""/>
          <p:cNvSpPr/>
          <p:nvPr/>
        </p:nvSpPr>
        <p:spPr>
          <a:xfrm>
            <a:off x="48168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2" name=""/>
          <p:cNvSpPr/>
          <p:nvPr/>
        </p:nvSpPr>
        <p:spPr>
          <a:xfrm>
            <a:off x="48193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3" name=""/>
          <p:cNvSpPr/>
          <p:nvPr/>
        </p:nvSpPr>
        <p:spPr>
          <a:xfrm>
            <a:off x="482148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4" name=""/>
          <p:cNvSpPr/>
          <p:nvPr/>
        </p:nvSpPr>
        <p:spPr>
          <a:xfrm>
            <a:off x="482400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5" name=""/>
          <p:cNvSpPr/>
          <p:nvPr/>
        </p:nvSpPr>
        <p:spPr>
          <a:xfrm>
            <a:off x="4826160" y="2213280"/>
            <a:ext cx="3240" cy="1347840"/>
          </a:xfrm>
          <a:custGeom>
            <a:avLst/>
            <a:gdLst/>
            <a:ahLst/>
            <a:rect l="0" t="0" r="r" b="b"/>
            <a:pathLst>
              <a:path w="9" h="3744">
                <a:moveTo>
                  <a:pt x="0" y="3744"/>
                </a:moveTo>
                <a:lnTo>
                  <a:pt x="0" y="0"/>
                </a:lnTo>
                <a:lnTo>
                  <a:pt x="9" y="0"/>
                </a:lnTo>
                <a:lnTo>
                  <a:pt x="9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6" name=""/>
          <p:cNvSpPr/>
          <p:nvPr/>
        </p:nvSpPr>
        <p:spPr>
          <a:xfrm>
            <a:off x="48286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7" name=""/>
          <p:cNvSpPr/>
          <p:nvPr/>
        </p:nvSpPr>
        <p:spPr>
          <a:xfrm>
            <a:off x="48308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8" name=""/>
          <p:cNvSpPr/>
          <p:nvPr/>
        </p:nvSpPr>
        <p:spPr>
          <a:xfrm>
            <a:off x="48333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69" name=""/>
          <p:cNvSpPr/>
          <p:nvPr/>
        </p:nvSpPr>
        <p:spPr>
          <a:xfrm>
            <a:off x="48355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0" name=""/>
          <p:cNvSpPr/>
          <p:nvPr/>
        </p:nvSpPr>
        <p:spPr>
          <a:xfrm>
            <a:off x="483804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1" name=""/>
          <p:cNvSpPr/>
          <p:nvPr/>
        </p:nvSpPr>
        <p:spPr>
          <a:xfrm>
            <a:off x="484020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2" name=""/>
          <p:cNvSpPr/>
          <p:nvPr/>
        </p:nvSpPr>
        <p:spPr>
          <a:xfrm>
            <a:off x="484272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3" name=""/>
          <p:cNvSpPr/>
          <p:nvPr/>
        </p:nvSpPr>
        <p:spPr>
          <a:xfrm>
            <a:off x="484488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4" name=""/>
          <p:cNvSpPr/>
          <p:nvPr/>
        </p:nvSpPr>
        <p:spPr>
          <a:xfrm>
            <a:off x="484704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5" name=""/>
          <p:cNvSpPr/>
          <p:nvPr/>
        </p:nvSpPr>
        <p:spPr>
          <a:xfrm>
            <a:off x="4849560" y="2213280"/>
            <a:ext cx="2520" cy="1347840"/>
          </a:xfrm>
          <a:custGeom>
            <a:avLst/>
            <a:gdLst/>
            <a:ahLst/>
            <a:rect l="0" t="0" r="r" b="b"/>
            <a:pathLst>
              <a:path w="7" h="3744">
                <a:moveTo>
                  <a:pt x="0" y="3744"/>
                </a:moveTo>
                <a:lnTo>
                  <a:pt x="0" y="0"/>
                </a:lnTo>
                <a:lnTo>
                  <a:pt x="7" y="0"/>
                </a:lnTo>
                <a:lnTo>
                  <a:pt x="7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6" name=""/>
          <p:cNvSpPr/>
          <p:nvPr/>
        </p:nvSpPr>
        <p:spPr>
          <a:xfrm>
            <a:off x="4851720" y="2213280"/>
            <a:ext cx="2880" cy="1347840"/>
          </a:xfrm>
          <a:custGeom>
            <a:avLst/>
            <a:gdLst/>
            <a:ahLst/>
            <a:rect l="0" t="0" r="r" b="b"/>
            <a:pathLst>
              <a:path w="8" h="3744">
                <a:moveTo>
                  <a:pt x="0" y="3744"/>
                </a:moveTo>
                <a:lnTo>
                  <a:pt x="0" y="0"/>
                </a:lnTo>
                <a:lnTo>
                  <a:pt x="8" y="0"/>
                </a:lnTo>
                <a:lnTo>
                  <a:pt x="8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7" name=""/>
          <p:cNvSpPr/>
          <p:nvPr/>
        </p:nvSpPr>
        <p:spPr>
          <a:xfrm>
            <a:off x="485424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8" name=""/>
          <p:cNvSpPr/>
          <p:nvPr/>
        </p:nvSpPr>
        <p:spPr>
          <a:xfrm>
            <a:off x="485892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79" name=""/>
          <p:cNvSpPr/>
          <p:nvPr/>
        </p:nvSpPr>
        <p:spPr>
          <a:xfrm>
            <a:off x="486360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80" name=""/>
          <p:cNvSpPr/>
          <p:nvPr/>
        </p:nvSpPr>
        <p:spPr>
          <a:xfrm>
            <a:off x="4868280" y="2213280"/>
            <a:ext cx="5040" cy="1347840"/>
          </a:xfrm>
          <a:custGeom>
            <a:avLst/>
            <a:gdLst/>
            <a:ahLst/>
            <a:rect l="0" t="0" r="r" b="b"/>
            <a:pathLst>
              <a:path w="14" h="3744">
                <a:moveTo>
                  <a:pt x="0" y="3744"/>
                </a:moveTo>
                <a:lnTo>
                  <a:pt x="0" y="0"/>
                </a:lnTo>
                <a:lnTo>
                  <a:pt x="14" y="0"/>
                </a:lnTo>
                <a:lnTo>
                  <a:pt x="14" y="3744"/>
                </a:lnTo>
                <a:lnTo>
                  <a:pt x="0" y="3744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81" name=""/>
          <p:cNvSpPr/>
          <p:nvPr/>
        </p:nvSpPr>
        <p:spPr>
          <a:xfrm>
            <a:off x="4276800" y="2213280"/>
            <a:ext cx="596520" cy="1347840"/>
          </a:xfrm>
          <a:custGeom>
            <a:avLst/>
            <a:gdLst/>
            <a:ahLst/>
            <a:rect l="0" t="0" r="r" b="b"/>
            <a:pathLst>
              <a:path w="1657" h="3744">
                <a:moveTo>
                  <a:pt x="0" y="3744"/>
                </a:moveTo>
                <a:lnTo>
                  <a:pt x="1657" y="3744"/>
                </a:lnTo>
                <a:lnTo>
                  <a:pt x="1657" y="0"/>
                </a:lnTo>
                <a:lnTo>
                  <a:pt x="0" y="0"/>
                </a:lnTo>
                <a:lnTo>
                  <a:pt x="0" y="3744"/>
                </a:lnTo>
                <a:close/>
              </a:path>
            </a:pathLst>
          </a:custGeom>
          <a:noFill/>
          <a:ln w="28440">
            <a:solidFill>
              <a:srgbClr val="e7e6e6">
                <a:alpha val="77000"/>
              </a:srgbClr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82" name=""/>
          <p:cNvSpPr txBox="1"/>
          <p:nvPr/>
        </p:nvSpPr>
        <p:spPr>
          <a:xfrm>
            <a:off x="671760" y="1027080"/>
            <a:ext cx="4155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83" name=""/>
          <p:cNvSpPr txBox="1"/>
          <p:nvPr/>
        </p:nvSpPr>
        <p:spPr>
          <a:xfrm>
            <a:off x="4294080" y="2761560"/>
            <a:ext cx="6559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Trunk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84" name=""/>
          <p:cNvSpPr txBox="1"/>
          <p:nvPr/>
        </p:nvSpPr>
        <p:spPr>
          <a:xfrm>
            <a:off x="4965120" y="2176920"/>
            <a:ext cx="5385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Gothic"/>
                <a:ea typeface="MalgunGothic"/>
              </a:rPr>
              <a:t>40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85" name=""/>
          <p:cNvSpPr/>
          <p:nvPr/>
        </p:nvSpPr>
        <p:spPr>
          <a:xfrm>
            <a:off x="1409400" y="3390840"/>
            <a:ext cx="1296000" cy="76320"/>
          </a:xfrm>
          <a:custGeom>
            <a:avLst/>
            <a:gdLst/>
            <a:ahLst/>
            <a:rect l="0" t="0" r="r" b="b"/>
            <a:pathLst>
              <a:path w="3600" h="212">
                <a:moveTo>
                  <a:pt x="0" y="88"/>
                </a:moveTo>
                <a:lnTo>
                  <a:pt x="3423" y="88"/>
                </a:lnTo>
                <a:lnTo>
                  <a:pt x="3423" y="123"/>
                </a:lnTo>
                <a:lnTo>
                  <a:pt x="0" y="123"/>
                </a:lnTo>
                <a:lnTo>
                  <a:pt x="0" y="88"/>
                </a:lnTo>
                <a:moveTo>
                  <a:pt x="3388" y="0"/>
                </a:moveTo>
                <a:lnTo>
                  <a:pt x="3600" y="106"/>
                </a:lnTo>
                <a:lnTo>
                  <a:pt x="3388" y="212"/>
                </a:lnTo>
                <a:lnTo>
                  <a:pt x="33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86" name=""/>
          <p:cNvSpPr/>
          <p:nvPr/>
        </p:nvSpPr>
        <p:spPr>
          <a:xfrm>
            <a:off x="1368360" y="2130480"/>
            <a:ext cx="76680" cy="1298880"/>
          </a:xfrm>
          <a:custGeom>
            <a:avLst/>
            <a:gdLst/>
            <a:ahLst/>
            <a:rect l="0" t="0" r="r" b="b"/>
            <a:pathLst>
              <a:path w="213" h="3608">
                <a:moveTo>
                  <a:pt x="97" y="3608"/>
                </a:moveTo>
                <a:lnTo>
                  <a:pt x="89" y="176"/>
                </a:lnTo>
                <a:lnTo>
                  <a:pt x="125" y="176"/>
                </a:lnTo>
                <a:lnTo>
                  <a:pt x="133" y="3608"/>
                </a:lnTo>
                <a:lnTo>
                  <a:pt x="97" y="3608"/>
                </a:lnTo>
                <a:moveTo>
                  <a:pt x="0" y="212"/>
                </a:moveTo>
                <a:lnTo>
                  <a:pt x="107" y="0"/>
                </a:lnTo>
                <a:lnTo>
                  <a:pt x="213" y="211"/>
                </a:lnTo>
                <a:lnTo>
                  <a:pt x="0" y="212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887" name=""/>
          <p:cNvSpPr/>
          <p:nvPr/>
        </p:nvSpPr>
        <p:spPr>
          <a:xfrm>
            <a:off x="1552680" y="2493000"/>
            <a:ext cx="793080" cy="79308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88" name=""/>
          <p:cNvSpPr txBox="1"/>
          <p:nvPr/>
        </p:nvSpPr>
        <p:spPr>
          <a:xfrm>
            <a:off x="4965120" y="3323160"/>
            <a:ext cx="5385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Gothic"/>
                <a:ea typeface="MalgunGothic"/>
              </a:rPr>
              <a:t>10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89" name=""/>
          <p:cNvSpPr txBox="1"/>
          <p:nvPr/>
        </p:nvSpPr>
        <p:spPr>
          <a:xfrm>
            <a:off x="2005560" y="3482640"/>
            <a:ext cx="8024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Frequency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90" name=""/>
          <p:cNvSpPr/>
          <p:nvPr/>
        </p:nvSpPr>
        <p:spPr>
          <a:xfrm>
            <a:off x="6735960" y="1758600"/>
            <a:ext cx="2233080" cy="2159640"/>
          </a:xfrm>
          <a:custGeom>
            <a:avLst/>
            <a:gdLst/>
            <a:ahLst/>
            <a:rect l="0" t="0" r="r" b="b"/>
            <a:pathLst>
              <a:path w="6203" h="5999">
                <a:moveTo>
                  <a:pt x="0" y="154"/>
                </a:moveTo>
                <a:cubicBezTo>
                  <a:pt x="0" y="69"/>
                  <a:pt x="69" y="0"/>
                  <a:pt x="154" y="0"/>
                </a:cubicBezTo>
                <a:lnTo>
                  <a:pt x="6049" y="0"/>
                </a:lnTo>
                <a:cubicBezTo>
                  <a:pt x="6134" y="0"/>
                  <a:pt x="6203" y="69"/>
                  <a:pt x="6203" y="154"/>
                </a:cubicBezTo>
                <a:lnTo>
                  <a:pt x="6203" y="5845"/>
                </a:lnTo>
                <a:cubicBezTo>
                  <a:pt x="6203" y="5930"/>
                  <a:pt x="6134" y="5999"/>
                  <a:pt x="6049" y="5999"/>
                </a:cubicBezTo>
                <a:lnTo>
                  <a:pt x="154" y="5999"/>
                </a:lnTo>
                <a:cubicBezTo>
                  <a:pt x="69" y="5999"/>
                  <a:pt x="0" y="5930"/>
                  <a:pt x="0" y="5845"/>
                </a:cubicBezTo>
                <a:lnTo>
                  <a:pt x="0" y="154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8891" name="" descr=""/>
          <p:cNvPicPr/>
          <p:nvPr/>
        </p:nvPicPr>
        <p:blipFill>
          <a:blip r:embed="rId2"/>
          <a:stretch/>
        </p:blipFill>
        <p:spPr>
          <a:xfrm>
            <a:off x="6954120" y="1973520"/>
            <a:ext cx="1797840" cy="1695960"/>
          </a:xfrm>
          <a:prstGeom prst="rect">
            <a:avLst/>
          </a:prstGeom>
          <a:ln w="0">
            <a:noFill/>
          </a:ln>
        </p:spPr>
      </p:pic>
      <p:sp>
        <p:nvSpPr>
          <p:cNvPr id="28892" name=""/>
          <p:cNvSpPr txBox="1"/>
          <p:nvPr/>
        </p:nvSpPr>
        <p:spPr>
          <a:xfrm rot="5400000">
            <a:off x="757080" y="2482560"/>
            <a:ext cx="84816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Impedance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93" name=""/>
          <p:cNvSpPr/>
          <p:nvPr/>
        </p:nvSpPr>
        <p:spPr>
          <a:xfrm>
            <a:off x="831960" y="4321800"/>
            <a:ext cx="2233080" cy="2161440"/>
          </a:xfrm>
          <a:custGeom>
            <a:avLst/>
            <a:gdLst/>
            <a:ahLst/>
            <a:rect l="0" t="0" r="r" b="b"/>
            <a:pathLst>
              <a:path w="6203" h="6004">
                <a:moveTo>
                  <a:pt x="0" y="154"/>
                </a:moveTo>
                <a:cubicBezTo>
                  <a:pt x="0" y="69"/>
                  <a:pt x="69" y="0"/>
                  <a:pt x="154" y="0"/>
                </a:cubicBezTo>
                <a:lnTo>
                  <a:pt x="6049" y="0"/>
                </a:lnTo>
                <a:cubicBezTo>
                  <a:pt x="6134" y="0"/>
                  <a:pt x="6203" y="69"/>
                  <a:pt x="6203" y="154"/>
                </a:cubicBezTo>
                <a:lnTo>
                  <a:pt x="6203" y="5850"/>
                </a:lnTo>
                <a:cubicBezTo>
                  <a:pt x="6203" y="5935"/>
                  <a:pt x="6134" y="6004"/>
                  <a:pt x="6049" y="6004"/>
                </a:cubicBezTo>
                <a:lnTo>
                  <a:pt x="154" y="6004"/>
                </a:lnTo>
                <a:cubicBezTo>
                  <a:pt x="69" y="6004"/>
                  <a:pt x="0" y="5935"/>
                  <a:pt x="0" y="5850"/>
                </a:cubicBezTo>
                <a:lnTo>
                  <a:pt x="0" y="154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94" name=""/>
          <p:cNvSpPr/>
          <p:nvPr/>
        </p:nvSpPr>
        <p:spPr>
          <a:xfrm>
            <a:off x="1236600" y="4776840"/>
            <a:ext cx="597600" cy="42480"/>
          </a:xfrm>
          <a:custGeom>
            <a:avLst/>
            <a:gdLst/>
            <a:ahLst/>
            <a:rect l="0" t="0" r="r" b="b"/>
            <a:pathLst>
              <a:path w="1660" h="118">
                <a:moveTo>
                  <a:pt x="0" y="0"/>
                </a:moveTo>
                <a:lnTo>
                  <a:pt x="1660" y="0"/>
                </a:lnTo>
                <a:lnTo>
                  <a:pt x="1660" y="118"/>
                </a:lnTo>
                <a:lnTo>
                  <a:pt x="0" y="118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95" name=""/>
          <p:cNvSpPr/>
          <p:nvPr/>
        </p:nvSpPr>
        <p:spPr>
          <a:xfrm>
            <a:off x="1236600" y="4818960"/>
            <a:ext cx="597600" cy="42480"/>
          </a:xfrm>
          <a:custGeom>
            <a:avLst/>
            <a:gdLst/>
            <a:ahLst/>
            <a:rect l="0" t="0" r="r" b="b"/>
            <a:pathLst>
              <a:path w="1660" h="118">
                <a:moveTo>
                  <a:pt x="0" y="0"/>
                </a:moveTo>
                <a:lnTo>
                  <a:pt x="1660" y="0"/>
                </a:lnTo>
                <a:lnTo>
                  <a:pt x="1660" y="118"/>
                </a:lnTo>
                <a:lnTo>
                  <a:pt x="0" y="118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96" name=""/>
          <p:cNvSpPr/>
          <p:nvPr/>
        </p:nvSpPr>
        <p:spPr>
          <a:xfrm>
            <a:off x="1236600" y="48610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97" name=""/>
          <p:cNvSpPr/>
          <p:nvPr/>
        </p:nvSpPr>
        <p:spPr>
          <a:xfrm>
            <a:off x="1236600" y="487152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98" name=""/>
          <p:cNvSpPr/>
          <p:nvPr/>
        </p:nvSpPr>
        <p:spPr>
          <a:xfrm>
            <a:off x="1236600" y="487692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899" name=""/>
          <p:cNvSpPr/>
          <p:nvPr/>
        </p:nvSpPr>
        <p:spPr>
          <a:xfrm>
            <a:off x="1236600" y="4881960"/>
            <a:ext cx="597600" cy="21600"/>
          </a:xfrm>
          <a:custGeom>
            <a:avLst/>
            <a:gdLst/>
            <a:ahLst/>
            <a:rect l="0" t="0" r="r" b="b"/>
            <a:pathLst>
              <a:path w="1660" h="60">
                <a:moveTo>
                  <a:pt x="0" y="0"/>
                </a:moveTo>
                <a:lnTo>
                  <a:pt x="1660" y="0"/>
                </a:lnTo>
                <a:lnTo>
                  <a:pt x="1660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0" name=""/>
          <p:cNvSpPr/>
          <p:nvPr/>
        </p:nvSpPr>
        <p:spPr>
          <a:xfrm>
            <a:off x="1236600" y="490320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1" name=""/>
          <p:cNvSpPr/>
          <p:nvPr/>
        </p:nvSpPr>
        <p:spPr>
          <a:xfrm>
            <a:off x="1236600" y="491364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2" name=""/>
          <p:cNvSpPr/>
          <p:nvPr/>
        </p:nvSpPr>
        <p:spPr>
          <a:xfrm>
            <a:off x="1236600" y="491904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3" name=""/>
          <p:cNvSpPr/>
          <p:nvPr/>
        </p:nvSpPr>
        <p:spPr>
          <a:xfrm>
            <a:off x="1236600" y="4924080"/>
            <a:ext cx="597600" cy="21600"/>
          </a:xfrm>
          <a:custGeom>
            <a:avLst/>
            <a:gdLst/>
            <a:ahLst/>
            <a:rect l="0" t="0" r="r" b="b"/>
            <a:pathLst>
              <a:path w="1660" h="60">
                <a:moveTo>
                  <a:pt x="0" y="0"/>
                </a:moveTo>
                <a:lnTo>
                  <a:pt x="1660" y="0"/>
                </a:lnTo>
                <a:lnTo>
                  <a:pt x="1660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4" name=""/>
          <p:cNvSpPr/>
          <p:nvPr/>
        </p:nvSpPr>
        <p:spPr>
          <a:xfrm>
            <a:off x="1236600" y="494532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5" name=""/>
          <p:cNvSpPr/>
          <p:nvPr/>
        </p:nvSpPr>
        <p:spPr>
          <a:xfrm>
            <a:off x="1236600" y="495576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6" name=""/>
          <p:cNvSpPr/>
          <p:nvPr/>
        </p:nvSpPr>
        <p:spPr>
          <a:xfrm>
            <a:off x="1236600" y="4966200"/>
            <a:ext cx="597600" cy="21600"/>
          </a:xfrm>
          <a:custGeom>
            <a:avLst/>
            <a:gdLst/>
            <a:ahLst/>
            <a:rect l="0" t="0" r="r" b="b"/>
            <a:pathLst>
              <a:path w="1660" h="60">
                <a:moveTo>
                  <a:pt x="0" y="0"/>
                </a:moveTo>
                <a:lnTo>
                  <a:pt x="1660" y="0"/>
                </a:lnTo>
                <a:lnTo>
                  <a:pt x="1660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7" name=""/>
          <p:cNvSpPr/>
          <p:nvPr/>
        </p:nvSpPr>
        <p:spPr>
          <a:xfrm>
            <a:off x="1236600" y="498744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8" name=""/>
          <p:cNvSpPr/>
          <p:nvPr/>
        </p:nvSpPr>
        <p:spPr>
          <a:xfrm>
            <a:off x="1236600" y="49924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09" name=""/>
          <p:cNvSpPr/>
          <p:nvPr/>
        </p:nvSpPr>
        <p:spPr>
          <a:xfrm>
            <a:off x="1236600" y="49978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0" name=""/>
          <p:cNvSpPr/>
          <p:nvPr/>
        </p:nvSpPr>
        <p:spPr>
          <a:xfrm>
            <a:off x="1236600" y="500832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1" name=""/>
          <p:cNvSpPr/>
          <p:nvPr/>
        </p:nvSpPr>
        <p:spPr>
          <a:xfrm>
            <a:off x="1236600" y="501876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2" name=""/>
          <p:cNvSpPr/>
          <p:nvPr/>
        </p:nvSpPr>
        <p:spPr>
          <a:xfrm>
            <a:off x="1236600" y="502956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3" name=""/>
          <p:cNvSpPr/>
          <p:nvPr/>
        </p:nvSpPr>
        <p:spPr>
          <a:xfrm>
            <a:off x="1236600" y="504000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4" name=""/>
          <p:cNvSpPr/>
          <p:nvPr/>
        </p:nvSpPr>
        <p:spPr>
          <a:xfrm>
            <a:off x="1236600" y="504504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5" name=""/>
          <p:cNvSpPr/>
          <p:nvPr/>
        </p:nvSpPr>
        <p:spPr>
          <a:xfrm>
            <a:off x="1236600" y="50504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6" name=""/>
          <p:cNvSpPr/>
          <p:nvPr/>
        </p:nvSpPr>
        <p:spPr>
          <a:xfrm>
            <a:off x="1236600" y="50608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7" name=""/>
          <p:cNvSpPr/>
          <p:nvPr/>
        </p:nvSpPr>
        <p:spPr>
          <a:xfrm>
            <a:off x="1236600" y="50662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8" name=""/>
          <p:cNvSpPr/>
          <p:nvPr/>
        </p:nvSpPr>
        <p:spPr>
          <a:xfrm>
            <a:off x="1236600" y="50716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19" name=""/>
          <p:cNvSpPr/>
          <p:nvPr/>
        </p:nvSpPr>
        <p:spPr>
          <a:xfrm>
            <a:off x="1236600" y="508212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0" name=""/>
          <p:cNvSpPr/>
          <p:nvPr/>
        </p:nvSpPr>
        <p:spPr>
          <a:xfrm>
            <a:off x="1236600" y="50871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1" name=""/>
          <p:cNvSpPr/>
          <p:nvPr/>
        </p:nvSpPr>
        <p:spPr>
          <a:xfrm>
            <a:off x="1236600" y="509256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2" name=""/>
          <p:cNvSpPr/>
          <p:nvPr/>
        </p:nvSpPr>
        <p:spPr>
          <a:xfrm>
            <a:off x="1236600" y="510300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3" name=""/>
          <p:cNvSpPr/>
          <p:nvPr/>
        </p:nvSpPr>
        <p:spPr>
          <a:xfrm>
            <a:off x="1236600" y="511344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4" name=""/>
          <p:cNvSpPr/>
          <p:nvPr/>
        </p:nvSpPr>
        <p:spPr>
          <a:xfrm>
            <a:off x="1236600" y="51242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5" name=""/>
          <p:cNvSpPr/>
          <p:nvPr/>
        </p:nvSpPr>
        <p:spPr>
          <a:xfrm>
            <a:off x="1236600" y="51346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6" name=""/>
          <p:cNvSpPr/>
          <p:nvPr/>
        </p:nvSpPr>
        <p:spPr>
          <a:xfrm>
            <a:off x="1236600" y="514008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7" name=""/>
          <p:cNvSpPr/>
          <p:nvPr/>
        </p:nvSpPr>
        <p:spPr>
          <a:xfrm>
            <a:off x="1236600" y="514512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8" name=""/>
          <p:cNvSpPr/>
          <p:nvPr/>
        </p:nvSpPr>
        <p:spPr>
          <a:xfrm>
            <a:off x="1236600" y="515556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29" name=""/>
          <p:cNvSpPr/>
          <p:nvPr/>
        </p:nvSpPr>
        <p:spPr>
          <a:xfrm>
            <a:off x="1236600" y="516636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0" name=""/>
          <p:cNvSpPr/>
          <p:nvPr/>
        </p:nvSpPr>
        <p:spPr>
          <a:xfrm>
            <a:off x="1236600" y="51714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1" name=""/>
          <p:cNvSpPr/>
          <p:nvPr/>
        </p:nvSpPr>
        <p:spPr>
          <a:xfrm>
            <a:off x="1236600" y="517680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2" name=""/>
          <p:cNvSpPr/>
          <p:nvPr/>
        </p:nvSpPr>
        <p:spPr>
          <a:xfrm>
            <a:off x="1236600" y="51872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3" name=""/>
          <p:cNvSpPr/>
          <p:nvPr/>
        </p:nvSpPr>
        <p:spPr>
          <a:xfrm>
            <a:off x="1236600" y="51976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4" name=""/>
          <p:cNvSpPr/>
          <p:nvPr/>
        </p:nvSpPr>
        <p:spPr>
          <a:xfrm>
            <a:off x="1236600" y="52030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5" name=""/>
          <p:cNvSpPr/>
          <p:nvPr/>
        </p:nvSpPr>
        <p:spPr>
          <a:xfrm>
            <a:off x="1236600" y="52084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6" name=""/>
          <p:cNvSpPr/>
          <p:nvPr/>
        </p:nvSpPr>
        <p:spPr>
          <a:xfrm>
            <a:off x="1236600" y="521892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7" name=""/>
          <p:cNvSpPr/>
          <p:nvPr/>
        </p:nvSpPr>
        <p:spPr>
          <a:xfrm>
            <a:off x="1236600" y="522936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8" name=""/>
          <p:cNvSpPr/>
          <p:nvPr/>
        </p:nvSpPr>
        <p:spPr>
          <a:xfrm>
            <a:off x="1236600" y="52398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39" name=""/>
          <p:cNvSpPr/>
          <p:nvPr/>
        </p:nvSpPr>
        <p:spPr>
          <a:xfrm>
            <a:off x="1236600" y="52452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0" name=""/>
          <p:cNvSpPr/>
          <p:nvPr/>
        </p:nvSpPr>
        <p:spPr>
          <a:xfrm>
            <a:off x="1236600" y="525060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1" name=""/>
          <p:cNvSpPr/>
          <p:nvPr/>
        </p:nvSpPr>
        <p:spPr>
          <a:xfrm>
            <a:off x="1236600" y="525564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2" name=""/>
          <p:cNvSpPr/>
          <p:nvPr/>
        </p:nvSpPr>
        <p:spPr>
          <a:xfrm>
            <a:off x="1236600" y="526104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3" name=""/>
          <p:cNvSpPr/>
          <p:nvPr/>
        </p:nvSpPr>
        <p:spPr>
          <a:xfrm>
            <a:off x="1236600" y="52660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4" name=""/>
          <p:cNvSpPr/>
          <p:nvPr/>
        </p:nvSpPr>
        <p:spPr>
          <a:xfrm>
            <a:off x="1236600" y="52714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5" name=""/>
          <p:cNvSpPr/>
          <p:nvPr/>
        </p:nvSpPr>
        <p:spPr>
          <a:xfrm>
            <a:off x="1236600" y="527688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6" name=""/>
          <p:cNvSpPr/>
          <p:nvPr/>
        </p:nvSpPr>
        <p:spPr>
          <a:xfrm>
            <a:off x="1236600" y="528192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7" name=""/>
          <p:cNvSpPr/>
          <p:nvPr/>
        </p:nvSpPr>
        <p:spPr>
          <a:xfrm>
            <a:off x="1236600" y="529236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8" name=""/>
          <p:cNvSpPr/>
          <p:nvPr/>
        </p:nvSpPr>
        <p:spPr>
          <a:xfrm>
            <a:off x="1236600" y="530316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49" name=""/>
          <p:cNvSpPr/>
          <p:nvPr/>
        </p:nvSpPr>
        <p:spPr>
          <a:xfrm>
            <a:off x="1236600" y="531360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0" name=""/>
          <p:cNvSpPr/>
          <p:nvPr/>
        </p:nvSpPr>
        <p:spPr>
          <a:xfrm>
            <a:off x="1236600" y="53240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1" name=""/>
          <p:cNvSpPr/>
          <p:nvPr/>
        </p:nvSpPr>
        <p:spPr>
          <a:xfrm>
            <a:off x="1236600" y="533448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2" name=""/>
          <p:cNvSpPr/>
          <p:nvPr/>
        </p:nvSpPr>
        <p:spPr>
          <a:xfrm>
            <a:off x="1236600" y="53452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3" name=""/>
          <p:cNvSpPr/>
          <p:nvPr/>
        </p:nvSpPr>
        <p:spPr>
          <a:xfrm>
            <a:off x="1236600" y="535572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4" name=""/>
          <p:cNvSpPr/>
          <p:nvPr/>
        </p:nvSpPr>
        <p:spPr>
          <a:xfrm>
            <a:off x="1236600" y="536616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5" name=""/>
          <p:cNvSpPr/>
          <p:nvPr/>
        </p:nvSpPr>
        <p:spPr>
          <a:xfrm>
            <a:off x="1236600" y="537660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6" name=""/>
          <p:cNvSpPr/>
          <p:nvPr/>
        </p:nvSpPr>
        <p:spPr>
          <a:xfrm>
            <a:off x="1236600" y="538740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7" name=""/>
          <p:cNvSpPr/>
          <p:nvPr/>
        </p:nvSpPr>
        <p:spPr>
          <a:xfrm>
            <a:off x="1236600" y="53978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8" name=""/>
          <p:cNvSpPr/>
          <p:nvPr/>
        </p:nvSpPr>
        <p:spPr>
          <a:xfrm>
            <a:off x="1236600" y="54082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59" name=""/>
          <p:cNvSpPr/>
          <p:nvPr/>
        </p:nvSpPr>
        <p:spPr>
          <a:xfrm>
            <a:off x="1236600" y="541368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0" name=""/>
          <p:cNvSpPr/>
          <p:nvPr/>
        </p:nvSpPr>
        <p:spPr>
          <a:xfrm>
            <a:off x="1236600" y="541872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1" name=""/>
          <p:cNvSpPr/>
          <p:nvPr/>
        </p:nvSpPr>
        <p:spPr>
          <a:xfrm>
            <a:off x="1236600" y="542412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2" name=""/>
          <p:cNvSpPr/>
          <p:nvPr/>
        </p:nvSpPr>
        <p:spPr>
          <a:xfrm>
            <a:off x="1236600" y="542952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3" name=""/>
          <p:cNvSpPr/>
          <p:nvPr/>
        </p:nvSpPr>
        <p:spPr>
          <a:xfrm>
            <a:off x="1236600" y="54345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4" name=""/>
          <p:cNvSpPr/>
          <p:nvPr/>
        </p:nvSpPr>
        <p:spPr>
          <a:xfrm>
            <a:off x="1236600" y="543996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5" name=""/>
          <p:cNvSpPr/>
          <p:nvPr/>
        </p:nvSpPr>
        <p:spPr>
          <a:xfrm>
            <a:off x="1236600" y="54450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6" name=""/>
          <p:cNvSpPr/>
          <p:nvPr/>
        </p:nvSpPr>
        <p:spPr>
          <a:xfrm>
            <a:off x="1236600" y="5450400"/>
            <a:ext cx="597600" cy="6120"/>
          </a:xfrm>
          <a:custGeom>
            <a:avLst/>
            <a:gdLst/>
            <a:ahLst/>
            <a:rect l="0" t="0" r="r" b="b"/>
            <a:pathLst>
              <a:path w="1660" h="17">
                <a:moveTo>
                  <a:pt x="0" y="0"/>
                </a:moveTo>
                <a:lnTo>
                  <a:pt x="1660" y="0"/>
                </a:lnTo>
                <a:lnTo>
                  <a:pt x="1660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7" name=""/>
          <p:cNvSpPr/>
          <p:nvPr/>
        </p:nvSpPr>
        <p:spPr>
          <a:xfrm>
            <a:off x="1236600" y="545580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8" name=""/>
          <p:cNvSpPr/>
          <p:nvPr/>
        </p:nvSpPr>
        <p:spPr>
          <a:xfrm>
            <a:off x="1236600" y="54608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69" name=""/>
          <p:cNvSpPr/>
          <p:nvPr/>
        </p:nvSpPr>
        <p:spPr>
          <a:xfrm>
            <a:off x="1236600" y="547128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0" name=""/>
          <p:cNvSpPr/>
          <p:nvPr/>
        </p:nvSpPr>
        <p:spPr>
          <a:xfrm>
            <a:off x="1236600" y="54820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1" name=""/>
          <p:cNvSpPr/>
          <p:nvPr/>
        </p:nvSpPr>
        <p:spPr>
          <a:xfrm>
            <a:off x="1236600" y="549252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2" name=""/>
          <p:cNvSpPr/>
          <p:nvPr/>
        </p:nvSpPr>
        <p:spPr>
          <a:xfrm>
            <a:off x="1236600" y="549792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3" name=""/>
          <p:cNvSpPr/>
          <p:nvPr/>
        </p:nvSpPr>
        <p:spPr>
          <a:xfrm>
            <a:off x="1236600" y="55029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4" name=""/>
          <p:cNvSpPr/>
          <p:nvPr/>
        </p:nvSpPr>
        <p:spPr>
          <a:xfrm>
            <a:off x="1236600" y="550836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5" name=""/>
          <p:cNvSpPr/>
          <p:nvPr/>
        </p:nvSpPr>
        <p:spPr>
          <a:xfrm>
            <a:off x="1236600" y="55134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6" name=""/>
          <p:cNvSpPr/>
          <p:nvPr/>
        </p:nvSpPr>
        <p:spPr>
          <a:xfrm>
            <a:off x="1236600" y="55188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7" name=""/>
          <p:cNvSpPr/>
          <p:nvPr/>
        </p:nvSpPr>
        <p:spPr>
          <a:xfrm>
            <a:off x="1236600" y="552420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8" name=""/>
          <p:cNvSpPr/>
          <p:nvPr/>
        </p:nvSpPr>
        <p:spPr>
          <a:xfrm>
            <a:off x="1236600" y="552924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79" name=""/>
          <p:cNvSpPr/>
          <p:nvPr/>
        </p:nvSpPr>
        <p:spPr>
          <a:xfrm>
            <a:off x="1236600" y="55346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0" name=""/>
          <p:cNvSpPr/>
          <p:nvPr/>
        </p:nvSpPr>
        <p:spPr>
          <a:xfrm>
            <a:off x="1236600" y="55450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1" name=""/>
          <p:cNvSpPr/>
          <p:nvPr/>
        </p:nvSpPr>
        <p:spPr>
          <a:xfrm>
            <a:off x="1236600" y="555552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2" name=""/>
          <p:cNvSpPr/>
          <p:nvPr/>
        </p:nvSpPr>
        <p:spPr>
          <a:xfrm>
            <a:off x="1236600" y="556092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3" name=""/>
          <p:cNvSpPr/>
          <p:nvPr/>
        </p:nvSpPr>
        <p:spPr>
          <a:xfrm>
            <a:off x="1236600" y="556632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4" name=""/>
          <p:cNvSpPr/>
          <p:nvPr/>
        </p:nvSpPr>
        <p:spPr>
          <a:xfrm>
            <a:off x="1236600" y="5571360"/>
            <a:ext cx="597600" cy="6120"/>
          </a:xfrm>
          <a:custGeom>
            <a:avLst/>
            <a:gdLst/>
            <a:ahLst/>
            <a:rect l="0" t="0" r="r" b="b"/>
            <a:pathLst>
              <a:path w="1660" h="17">
                <a:moveTo>
                  <a:pt x="0" y="0"/>
                </a:moveTo>
                <a:lnTo>
                  <a:pt x="1660" y="0"/>
                </a:lnTo>
                <a:lnTo>
                  <a:pt x="1660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5" name=""/>
          <p:cNvSpPr/>
          <p:nvPr/>
        </p:nvSpPr>
        <p:spPr>
          <a:xfrm>
            <a:off x="1236600" y="557676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6" name=""/>
          <p:cNvSpPr/>
          <p:nvPr/>
        </p:nvSpPr>
        <p:spPr>
          <a:xfrm>
            <a:off x="1236600" y="55818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7" name=""/>
          <p:cNvSpPr/>
          <p:nvPr/>
        </p:nvSpPr>
        <p:spPr>
          <a:xfrm>
            <a:off x="1236600" y="55872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8" name=""/>
          <p:cNvSpPr/>
          <p:nvPr/>
        </p:nvSpPr>
        <p:spPr>
          <a:xfrm>
            <a:off x="1236600" y="559260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89" name=""/>
          <p:cNvSpPr/>
          <p:nvPr/>
        </p:nvSpPr>
        <p:spPr>
          <a:xfrm>
            <a:off x="1236600" y="559764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90" name=""/>
          <p:cNvSpPr/>
          <p:nvPr/>
        </p:nvSpPr>
        <p:spPr>
          <a:xfrm>
            <a:off x="1236600" y="56084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91" name=""/>
          <p:cNvSpPr/>
          <p:nvPr/>
        </p:nvSpPr>
        <p:spPr>
          <a:xfrm>
            <a:off x="1236600" y="56188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92" name=""/>
          <p:cNvSpPr/>
          <p:nvPr/>
        </p:nvSpPr>
        <p:spPr>
          <a:xfrm>
            <a:off x="1236600" y="562932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93" name=""/>
          <p:cNvSpPr/>
          <p:nvPr/>
        </p:nvSpPr>
        <p:spPr>
          <a:xfrm>
            <a:off x="1236600" y="563472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94" name=""/>
          <p:cNvSpPr/>
          <p:nvPr/>
        </p:nvSpPr>
        <p:spPr>
          <a:xfrm>
            <a:off x="1236600" y="56397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95" name=""/>
          <p:cNvSpPr/>
          <p:nvPr/>
        </p:nvSpPr>
        <p:spPr>
          <a:xfrm>
            <a:off x="1236600" y="56451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8996" name=""/>
          <p:cNvSpPr/>
          <p:nvPr/>
        </p:nvSpPr>
        <p:spPr>
          <a:xfrm>
            <a:off x="1236600" y="565056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997" name=""/>
          <p:cNvSpPr/>
          <p:nvPr/>
        </p:nvSpPr>
        <p:spPr>
          <a:xfrm>
            <a:off x="1236600" y="56556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998" name=""/>
          <p:cNvSpPr/>
          <p:nvPr/>
        </p:nvSpPr>
        <p:spPr>
          <a:xfrm>
            <a:off x="1236600" y="566100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8999" name=""/>
          <p:cNvSpPr/>
          <p:nvPr/>
        </p:nvSpPr>
        <p:spPr>
          <a:xfrm>
            <a:off x="1236600" y="566604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0" name=""/>
          <p:cNvSpPr/>
          <p:nvPr/>
        </p:nvSpPr>
        <p:spPr>
          <a:xfrm>
            <a:off x="1236600" y="567144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1" name=""/>
          <p:cNvSpPr/>
          <p:nvPr/>
        </p:nvSpPr>
        <p:spPr>
          <a:xfrm>
            <a:off x="1236600" y="567684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2" name=""/>
          <p:cNvSpPr/>
          <p:nvPr/>
        </p:nvSpPr>
        <p:spPr>
          <a:xfrm>
            <a:off x="1236600" y="56818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3" name=""/>
          <p:cNvSpPr/>
          <p:nvPr/>
        </p:nvSpPr>
        <p:spPr>
          <a:xfrm>
            <a:off x="1236600" y="568728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4" name=""/>
          <p:cNvSpPr/>
          <p:nvPr/>
        </p:nvSpPr>
        <p:spPr>
          <a:xfrm>
            <a:off x="1236600" y="569232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5" name=""/>
          <p:cNvSpPr/>
          <p:nvPr/>
        </p:nvSpPr>
        <p:spPr>
          <a:xfrm>
            <a:off x="1236600" y="570312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6" name=""/>
          <p:cNvSpPr/>
          <p:nvPr/>
        </p:nvSpPr>
        <p:spPr>
          <a:xfrm>
            <a:off x="1236600" y="571356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7" name=""/>
          <p:cNvSpPr/>
          <p:nvPr/>
        </p:nvSpPr>
        <p:spPr>
          <a:xfrm>
            <a:off x="1236600" y="572400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8" name=""/>
          <p:cNvSpPr/>
          <p:nvPr/>
        </p:nvSpPr>
        <p:spPr>
          <a:xfrm>
            <a:off x="1236600" y="573444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09" name=""/>
          <p:cNvSpPr/>
          <p:nvPr/>
        </p:nvSpPr>
        <p:spPr>
          <a:xfrm>
            <a:off x="1236600" y="574524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0" name=""/>
          <p:cNvSpPr/>
          <p:nvPr/>
        </p:nvSpPr>
        <p:spPr>
          <a:xfrm>
            <a:off x="1236600" y="57502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1" name=""/>
          <p:cNvSpPr/>
          <p:nvPr/>
        </p:nvSpPr>
        <p:spPr>
          <a:xfrm>
            <a:off x="1236600" y="57556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2" name=""/>
          <p:cNvSpPr/>
          <p:nvPr/>
        </p:nvSpPr>
        <p:spPr>
          <a:xfrm>
            <a:off x="1236600" y="576612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3" name=""/>
          <p:cNvSpPr/>
          <p:nvPr/>
        </p:nvSpPr>
        <p:spPr>
          <a:xfrm>
            <a:off x="1236600" y="577152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4" name=""/>
          <p:cNvSpPr/>
          <p:nvPr/>
        </p:nvSpPr>
        <p:spPr>
          <a:xfrm>
            <a:off x="1236600" y="57765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5" name=""/>
          <p:cNvSpPr/>
          <p:nvPr/>
        </p:nvSpPr>
        <p:spPr>
          <a:xfrm>
            <a:off x="1236600" y="57819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6" name=""/>
          <p:cNvSpPr/>
          <p:nvPr/>
        </p:nvSpPr>
        <p:spPr>
          <a:xfrm>
            <a:off x="1236600" y="578736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7" name=""/>
          <p:cNvSpPr/>
          <p:nvPr/>
        </p:nvSpPr>
        <p:spPr>
          <a:xfrm>
            <a:off x="1236600" y="57924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8" name=""/>
          <p:cNvSpPr/>
          <p:nvPr/>
        </p:nvSpPr>
        <p:spPr>
          <a:xfrm>
            <a:off x="1236600" y="579780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19" name=""/>
          <p:cNvSpPr/>
          <p:nvPr/>
        </p:nvSpPr>
        <p:spPr>
          <a:xfrm>
            <a:off x="1236600" y="580284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0" name=""/>
          <p:cNvSpPr/>
          <p:nvPr/>
        </p:nvSpPr>
        <p:spPr>
          <a:xfrm>
            <a:off x="1236600" y="58082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1" name=""/>
          <p:cNvSpPr/>
          <p:nvPr/>
        </p:nvSpPr>
        <p:spPr>
          <a:xfrm>
            <a:off x="1236600" y="581868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2" name=""/>
          <p:cNvSpPr/>
          <p:nvPr/>
        </p:nvSpPr>
        <p:spPr>
          <a:xfrm>
            <a:off x="1236600" y="58294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3" name=""/>
          <p:cNvSpPr/>
          <p:nvPr/>
        </p:nvSpPr>
        <p:spPr>
          <a:xfrm>
            <a:off x="1236600" y="583992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4" name=""/>
          <p:cNvSpPr/>
          <p:nvPr/>
        </p:nvSpPr>
        <p:spPr>
          <a:xfrm>
            <a:off x="1236600" y="58449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5" name=""/>
          <p:cNvSpPr/>
          <p:nvPr/>
        </p:nvSpPr>
        <p:spPr>
          <a:xfrm>
            <a:off x="1236600" y="58503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6" name=""/>
          <p:cNvSpPr/>
          <p:nvPr/>
        </p:nvSpPr>
        <p:spPr>
          <a:xfrm>
            <a:off x="1236600" y="585576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7" name=""/>
          <p:cNvSpPr/>
          <p:nvPr/>
        </p:nvSpPr>
        <p:spPr>
          <a:xfrm>
            <a:off x="1236600" y="586080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8" name=""/>
          <p:cNvSpPr/>
          <p:nvPr/>
        </p:nvSpPr>
        <p:spPr>
          <a:xfrm>
            <a:off x="1236600" y="587124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29" name=""/>
          <p:cNvSpPr/>
          <p:nvPr/>
        </p:nvSpPr>
        <p:spPr>
          <a:xfrm>
            <a:off x="1236600" y="587664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0" name=""/>
          <p:cNvSpPr/>
          <p:nvPr/>
        </p:nvSpPr>
        <p:spPr>
          <a:xfrm>
            <a:off x="1236600" y="588204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1" name=""/>
          <p:cNvSpPr/>
          <p:nvPr/>
        </p:nvSpPr>
        <p:spPr>
          <a:xfrm>
            <a:off x="1236600" y="58870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2" name=""/>
          <p:cNvSpPr/>
          <p:nvPr/>
        </p:nvSpPr>
        <p:spPr>
          <a:xfrm>
            <a:off x="1236600" y="58924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3" name=""/>
          <p:cNvSpPr/>
          <p:nvPr/>
        </p:nvSpPr>
        <p:spPr>
          <a:xfrm>
            <a:off x="1236600" y="590292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4" name=""/>
          <p:cNvSpPr/>
          <p:nvPr/>
        </p:nvSpPr>
        <p:spPr>
          <a:xfrm>
            <a:off x="1236600" y="5913360"/>
            <a:ext cx="597600" cy="11160"/>
          </a:xfrm>
          <a:custGeom>
            <a:avLst/>
            <a:gdLst/>
            <a:ahLst/>
            <a:rect l="0" t="0" r="r" b="b"/>
            <a:pathLst>
              <a:path w="1660" h="31">
                <a:moveTo>
                  <a:pt x="0" y="0"/>
                </a:moveTo>
                <a:lnTo>
                  <a:pt x="1660" y="0"/>
                </a:lnTo>
                <a:lnTo>
                  <a:pt x="1660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5" name=""/>
          <p:cNvSpPr/>
          <p:nvPr/>
        </p:nvSpPr>
        <p:spPr>
          <a:xfrm>
            <a:off x="1236600" y="592416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6" name=""/>
          <p:cNvSpPr/>
          <p:nvPr/>
        </p:nvSpPr>
        <p:spPr>
          <a:xfrm>
            <a:off x="1236600" y="59346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7" name=""/>
          <p:cNvSpPr/>
          <p:nvPr/>
        </p:nvSpPr>
        <p:spPr>
          <a:xfrm>
            <a:off x="1236600" y="594000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8" name=""/>
          <p:cNvSpPr/>
          <p:nvPr/>
        </p:nvSpPr>
        <p:spPr>
          <a:xfrm>
            <a:off x="1236600" y="59450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39" name=""/>
          <p:cNvSpPr/>
          <p:nvPr/>
        </p:nvSpPr>
        <p:spPr>
          <a:xfrm>
            <a:off x="1236600" y="59554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0" name=""/>
          <p:cNvSpPr/>
          <p:nvPr/>
        </p:nvSpPr>
        <p:spPr>
          <a:xfrm>
            <a:off x="1236600" y="596088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1" name=""/>
          <p:cNvSpPr/>
          <p:nvPr/>
        </p:nvSpPr>
        <p:spPr>
          <a:xfrm>
            <a:off x="1236600" y="59662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2" name=""/>
          <p:cNvSpPr/>
          <p:nvPr/>
        </p:nvSpPr>
        <p:spPr>
          <a:xfrm>
            <a:off x="1236600" y="5976720"/>
            <a:ext cx="597600" cy="5400"/>
          </a:xfrm>
          <a:custGeom>
            <a:avLst/>
            <a:gdLst/>
            <a:ahLst/>
            <a:rect l="0" t="0" r="r" b="b"/>
            <a:pathLst>
              <a:path w="1660" h="15">
                <a:moveTo>
                  <a:pt x="0" y="0"/>
                </a:moveTo>
                <a:lnTo>
                  <a:pt x="1660" y="0"/>
                </a:lnTo>
                <a:lnTo>
                  <a:pt x="1660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3" name=""/>
          <p:cNvSpPr/>
          <p:nvPr/>
        </p:nvSpPr>
        <p:spPr>
          <a:xfrm>
            <a:off x="1236600" y="598176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4" name=""/>
          <p:cNvSpPr/>
          <p:nvPr/>
        </p:nvSpPr>
        <p:spPr>
          <a:xfrm>
            <a:off x="1236600" y="598716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5" name=""/>
          <p:cNvSpPr/>
          <p:nvPr/>
        </p:nvSpPr>
        <p:spPr>
          <a:xfrm>
            <a:off x="1236600" y="59976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6" name=""/>
          <p:cNvSpPr/>
          <p:nvPr/>
        </p:nvSpPr>
        <p:spPr>
          <a:xfrm>
            <a:off x="1236600" y="6003000"/>
            <a:ext cx="597600" cy="5760"/>
          </a:xfrm>
          <a:custGeom>
            <a:avLst/>
            <a:gdLst/>
            <a:ahLst/>
            <a:rect l="0" t="0" r="r" b="b"/>
            <a:pathLst>
              <a:path w="1660" h="16">
                <a:moveTo>
                  <a:pt x="0" y="0"/>
                </a:moveTo>
                <a:lnTo>
                  <a:pt x="1660" y="0"/>
                </a:lnTo>
                <a:lnTo>
                  <a:pt x="1660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7" name=""/>
          <p:cNvSpPr/>
          <p:nvPr/>
        </p:nvSpPr>
        <p:spPr>
          <a:xfrm>
            <a:off x="1236600" y="600840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8" name=""/>
          <p:cNvSpPr/>
          <p:nvPr/>
        </p:nvSpPr>
        <p:spPr>
          <a:xfrm>
            <a:off x="1236600" y="601884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49" name=""/>
          <p:cNvSpPr/>
          <p:nvPr/>
        </p:nvSpPr>
        <p:spPr>
          <a:xfrm>
            <a:off x="1236600" y="6029280"/>
            <a:ext cx="597600" cy="10800"/>
          </a:xfrm>
          <a:custGeom>
            <a:avLst/>
            <a:gdLst/>
            <a:ahLst/>
            <a:rect l="0" t="0" r="r" b="b"/>
            <a:pathLst>
              <a:path w="1660" h="30">
                <a:moveTo>
                  <a:pt x="0" y="0"/>
                </a:moveTo>
                <a:lnTo>
                  <a:pt x="1660" y="0"/>
                </a:lnTo>
                <a:lnTo>
                  <a:pt x="166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50" name=""/>
          <p:cNvSpPr/>
          <p:nvPr/>
        </p:nvSpPr>
        <p:spPr>
          <a:xfrm>
            <a:off x="1236600" y="6039720"/>
            <a:ext cx="597600" cy="21600"/>
          </a:xfrm>
          <a:custGeom>
            <a:avLst/>
            <a:gdLst/>
            <a:ahLst/>
            <a:rect l="0" t="0" r="r" b="b"/>
            <a:pathLst>
              <a:path w="1660" h="60">
                <a:moveTo>
                  <a:pt x="0" y="0"/>
                </a:moveTo>
                <a:lnTo>
                  <a:pt x="1660" y="0"/>
                </a:lnTo>
                <a:lnTo>
                  <a:pt x="1660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51" name=""/>
          <p:cNvSpPr/>
          <p:nvPr/>
        </p:nvSpPr>
        <p:spPr>
          <a:xfrm>
            <a:off x="1236600" y="6060960"/>
            <a:ext cx="597600" cy="21240"/>
          </a:xfrm>
          <a:custGeom>
            <a:avLst/>
            <a:gdLst/>
            <a:ahLst/>
            <a:rect l="0" t="0" r="r" b="b"/>
            <a:pathLst>
              <a:path w="1660" h="59">
                <a:moveTo>
                  <a:pt x="0" y="0"/>
                </a:moveTo>
                <a:lnTo>
                  <a:pt x="1660" y="0"/>
                </a:lnTo>
                <a:lnTo>
                  <a:pt x="1660" y="59"/>
                </a:lnTo>
                <a:lnTo>
                  <a:pt x="0" y="59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52" name=""/>
          <p:cNvSpPr/>
          <p:nvPr/>
        </p:nvSpPr>
        <p:spPr>
          <a:xfrm>
            <a:off x="1236600" y="6081840"/>
            <a:ext cx="597600" cy="21600"/>
          </a:xfrm>
          <a:custGeom>
            <a:avLst/>
            <a:gdLst/>
            <a:ahLst/>
            <a:rect l="0" t="0" r="r" b="b"/>
            <a:pathLst>
              <a:path w="1660" h="60">
                <a:moveTo>
                  <a:pt x="0" y="0"/>
                </a:moveTo>
                <a:lnTo>
                  <a:pt x="1660" y="0"/>
                </a:lnTo>
                <a:lnTo>
                  <a:pt x="1660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53" name=""/>
          <p:cNvSpPr/>
          <p:nvPr/>
        </p:nvSpPr>
        <p:spPr>
          <a:xfrm>
            <a:off x="1236600" y="6103080"/>
            <a:ext cx="597600" cy="21240"/>
          </a:xfrm>
          <a:custGeom>
            <a:avLst/>
            <a:gdLst/>
            <a:ahLst/>
            <a:rect l="0" t="0" r="r" b="b"/>
            <a:pathLst>
              <a:path w="1660" h="59">
                <a:moveTo>
                  <a:pt x="0" y="0"/>
                </a:moveTo>
                <a:lnTo>
                  <a:pt x="1660" y="0"/>
                </a:lnTo>
                <a:lnTo>
                  <a:pt x="1660" y="59"/>
                </a:lnTo>
                <a:lnTo>
                  <a:pt x="0" y="59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54" name=""/>
          <p:cNvSpPr/>
          <p:nvPr/>
        </p:nvSpPr>
        <p:spPr>
          <a:xfrm>
            <a:off x="1236600" y="4776840"/>
            <a:ext cx="597600" cy="1347480"/>
          </a:xfrm>
          <a:custGeom>
            <a:avLst/>
            <a:gdLst/>
            <a:ahLst/>
            <a:rect l="0" t="0" r="r" b="b"/>
            <a:pathLst>
              <a:path w="1660" h="3743">
                <a:moveTo>
                  <a:pt x="0" y="3743"/>
                </a:moveTo>
                <a:lnTo>
                  <a:pt x="1660" y="3743"/>
                </a:lnTo>
                <a:lnTo>
                  <a:pt x="1660" y="0"/>
                </a:lnTo>
                <a:lnTo>
                  <a:pt x="0" y="0"/>
                </a:lnTo>
                <a:lnTo>
                  <a:pt x="0" y="3743"/>
                </a:lnTo>
                <a:close/>
              </a:path>
            </a:pathLst>
          </a:custGeom>
          <a:noFill/>
          <a:ln w="28440">
            <a:solidFill>
              <a:srgbClr val="c0c0c0">
                <a:alpha val="77000"/>
              </a:srgbClr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55" name=""/>
          <p:cNvSpPr txBox="1"/>
          <p:nvPr/>
        </p:nvSpPr>
        <p:spPr>
          <a:xfrm>
            <a:off x="7694640" y="3295080"/>
            <a:ext cx="2541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000" spc="-1" strike="noStrike">
                <a:solidFill>
                  <a:srgbClr val="000000"/>
                </a:solidFill>
                <a:latin typeface="Verdana"/>
                <a:ea typeface="Verdana"/>
              </a:rPr>
              <a:t>?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056" name=""/>
          <p:cNvSpPr/>
          <p:nvPr/>
        </p:nvSpPr>
        <p:spPr>
          <a:xfrm>
            <a:off x="2100600" y="4776840"/>
            <a:ext cx="596160" cy="21240"/>
          </a:xfrm>
          <a:custGeom>
            <a:avLst/>
            <a:gdLst/>
            <a:ahLst/>
            <a:rect l="0" t="0" r="r" b="b"/>
            <a:pathLst>
              <a:path w="1656" h="59">
                <a:moveTo>
                  <a:pt x="0" y="0"/>
                </a:moveTo>
                <a:lnTo>
                  <a:pt x="1656" y="0"/>
                </a:lnTo>
                <a:lnTo>
                  <a:pt x="1656" y="59"/>
                </a:lnTo>
                <a:lnTo>
                  <a:pt x="0" y="59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57" name=""/>
          <p:cNvSpPr/>
          <p:nvPr/>
        </p:nvSpPr>
        <p:spPr>
          <a:xfrm>
            <a:off x="2100600" y="4797720"/>
            <a:ext cx="596160" cy="21600"/>
          </a:xfrm>
          <a:custGeom>
            <a:avLst/>
            <a:gdLst/>
            <a:ahLst/>
            <a:rect l="0" t="0" r="r" b="b"/>
            <a:pathLst>
              <a:path w="1656" h="60">
                <a:moveTo>
                  <a:pt x="0" y="0"/>
                </a:moveTo>
                <a:lnTo>
                  <a:pt x="1656" y="0"/>
                </a:lnTo>
                <a:lnTo>
                  <a:pt x="1656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58" name=""/>
          <p:cNvSpPr/>
          <p:nvPr/>
        </p:nvSpPr>
        <p:spPr>
          <a:xfrm>
            <a:off x="2100600" y="4818960"/>
            <a:ext cx="596160" cy="21240"/>
          </a:xfrm>
          <a:custGeom>
            <a:avLst/>
            <a:gdLst/>
            <a:ahLst/>
            <a:rect l="0" t="0" r="r" b="b"/>
            <a:pathLst>
              <a:path w="1656" h="59">
                <a:moveTo>
                  <a:pt x="0" y="0"/>
                </a:moveTo>
                <a:lnTo>
                  <a:pt x="1656" y="0"/>
                </a:lnTo>
                <a:lnTo>
                  <a:pt x="1656" y="59"/>
                </a:lnTo>
                <a:lnTo>
                  <a:pt x="0" y="59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59" name=""/>
          <p:cNvSpPr/>
          <p:nvPr/>
        </p:nvSpPr>
        <p:spPr>
          <a:xfrm>
            <a:off x="2100600" y="4839840"/>
            <a:ext cx="596160" cy="21600"/>
          </a:xfrm>
          <a:custGeom>
            <a:avLst/>
            <a:gdLst/>
            <a:ahLst/>
            <a:rect l="0" t="0" r="r" b="b"/>
            <a:pathLst>
              <a:path w="1656" h="60">
                <a:moveTo>
                  <a:pt x="0" y="0"/>
                </a:moveTo>
                <a:lnTo>
                  <a:pt x="1656" y="0"/>
                </a:lnTo>
                <a:lnTo>
                  <a:pt x="1656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0" name=""/>
          <p:cNvSpPr/>
          <p:nvPr/>
        </p:nvSpPr>
        <p:spPr>
          <a:xfrm>
            <a:off x="2100600" y="48610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1" name=""/>
          <p:cNvSpPr/>
          <p:nvPr/>
        </p:nvSpPr>
        <p:spPr>
          <a:xfrm>
            <a:off x="2100600" y="48715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2" name=""/>
          <p:cNvSpPr/>
          <p:nvPr/>
        </p:nvSpPr>
        <p:spPr>
          <a:xfrm>
            <a:off x="2100600" y="488196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3" name=""/>
          <p:cNvSpPr/>
          <p:nvPr/>
        </p:nvSpPr>
        <p:spPr>
          <a:xfrm>
            <a:off x="2100600" y="48924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4" name=""/>
          <p:cNvSpPr/>
          <p:nvPr/>
        </p:nvSpPr>
        <p:spPr>
          <a:xfrm>
            <a:off x="2100600" y="48978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5" name=""/>
          <p:cNvSpPr/>
          <p:nvPr/>
        </p:nvSpPr>
        <p:spPr>
          <a:xfrm>
            <a:off x="2100600" y="490320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6" name=""/>
          <p:cNvSpPr/>
          <p:nvPr/>
        </p:nvSpPr>
        <p:spPr>
          <a:xfrm>
            <a:off x="2100600" y="491364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7" name=""/>
          <p:cNvSpPr/>
          <p:nvPr/>
        </p:nvSpPr>
        <p:spPr>
          <a:xfrm>
            <a:off x="2100600" y="491904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8" name=""/>
          <p:cNvSpPr/>
          <p:nvPr/>
        </p:nvSpPr>
        <p:spPr>
          <a:xfrm>
            <a:off x="2100600" y="49240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69" name=""/>
          <p:cNvSpPr/>
          <p:nvPr/>
        </p:nvSpPr>
        <p:spPr>
          <a:xfrm>
            <a:off x="2100600" y="49345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0" name=""/>
          <p:cNvSpPr/>
          <p:nvPr/>
        </p:nvSpPr>
        <p:spPr>
          <a:xfrm>
            <a:off x="2100600" y="49399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1" name=""/>
          <p:cNvSpPr/>
          <p:nvPr/>
        </p:nvSpPr>
        <p:spPr>
          <a:xfrm>
            <a:off x="2100600" y="49453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2" name=""/>
          <p:cNvSpPr/>
          <p:nvPr/>
        </p:nvSpPr>
        <p:spPr>
          <a:xfrm>
            <a:off x="2100600" y="49557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3" name=""/>
          <p:cNvSpPr/>
          <p:nvPr/>
        </p:nvSpPr>
        <p:spPr>
          <a:xfrm>
            <a:off x="2100600" y="496116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4" name=""/>
          <p:cNvSpPr/>
          <p:nvPr/>
        </p:nvSpPr>
        <p:spPr>
          <a:xfrm>
            <a:off x="2100600" y="496620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5" name=""/>
          <p:cNvSpPr/>
          <p:nvPr/>
        </p:nvSpPr>
        <p:spPr>
          <a:xfrm>
            <a:off x="2100600" y="497664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6" name=""/>
          <p:cNvSpPr/>
          <p:nvPr/>
        </p:nvSpPr>
        <p:spPr>
          <a:xfrm>
            <a:off x="2100600" y="498744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7" name=""/>
          <p:cNvSpPr/>
          <p:nvPr/>
        </p:nvSpPr>
        <p:spPr>
          <a:xfrm>
            <a:off x="2100600" y="49978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8" name=""/>
          <p:cNvSpPr/>
          <p:nvPr/>
        </p:nvSpPr>
        <p:spPr>
          <a:xfrm>
            <a:off x="2100600" y="50083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79" name=""/>
          <p:cNvSpPr/>
          <p:nvPr/>
        </p:nvSpPr>
        <p:spPr>
          <a:xfrm>
            <a:off x="2100600" y="501372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0" name=""/>
          <p:cNvSpPr/>
          <p:nvPr/>
        </p:nvSpPr>
        <p:spPr>
          <a:xfrm>
            <a:off x="2100600" y="50187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1" name=""/>
          <p:cNvSpPr/>
          <p:nvPr/>
        </p:nvSpPr>
        <p:spPr>
          <a:xfrm>
            <a:off x="2100600" y="50241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2" name=""/>
          <p:cNvSpPr/>
          <p:nvPr/>
        </p:nvSpPr>
        <p:spPr>
          <a:xfrm>
            <a:off x="2100600" y="502956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3" name=""/>
          <p:cNvSpPr/>
          <p:nvPr/>
        </p:nvSpPr>
        <p:spPr>
          <a:xfrm>
            <a:off x="2100600" y="504000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4" name=""/>
          <p:cNvSpPr/>
          <p:nvPr/>
        </p:nvSpPr>
        <p:spPr>
          <a:xfrm>
            <a:off x="2100600" y="504504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5" name=""/>
          <p:cNvSpPr/>
          <p:nvPr/>
        </p:nvSpPr>
        <p:spPr>
          <a:xfrm>
            <a:off x="2100600" y="505044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6" name=""/>
          <p:cNvSpPr/>
          <p:nvPr/>
        </p:nvSpPr>
        <p:spPr>
          <a:xfrm>
            <a:off x="2100600" y="505584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7" name=""/>
          <p:cNvSpPr/>
          <p:nvPr/>
        </p:nvSpPr>
        <p:spPr>
          <a:xfrm>
            <a:off x="2100600" y="506088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8" name=""/>
          <p:cNvSpPr/>
          <p:nvPr/>
        </p:nvSpPr>
        <p:spPr>
          <a:xfrm>
            <a:off x="2100600" y="50716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89" name=""/>
          <p:cNvSpPr/>
          <p:nvPr/>
        </p:nvSpPr>
        <p:spPr>
          <a:xfrm>
            <a:off x="2100600" y="50821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0" name=""/>
          <p:cNvSpPr/>
          <p:nvPr/>
        </p:nvSpPr>
        <p:spPr>
          <a:xfrm>
            <a:off x="2100600" y="5092560"/>
            <a:ext cx="596160" cy="6120"/>
          </a:xfrm>
          <a:custGeom>
            <a:avLst/>
            <a:gdLst/>
            <a:ahLst/>
            <a:rect l="0" t="0" r="r" b="b"/>
            <a:pathLst>
              <a:path w="1656" h="17">
                <a:moveTo>
                  <a:pt x="0" y="0"/>
                </a:moveTo>
                <a:lnTo>
                  <a:pt x="1656" y="0"/>
                </a:lnTo>
                <a:lnTo>
                  <a:pt x="1656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1" name=""/>
          <p:cNvSpPr/>
          <p:nvPr/>
        </p:nvSpPr>
        <p:spPr>
          <a:xfrm>
            <a:off x="2100600" y="509796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2" name=""/>
          <p:cNvSpPr/>
          <p:nvPr/>
        </p:nvSpPr>
        <p:spPr>
          <a:xfrm>
            <a:off x="2100600" y="51030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3" name=""/>
          <p:cNvSpPr/>
          <p:nvPr/>
        </p:nvSpPr>
        <p:spPr>
          <a:xfrm>
            <a:off x="2100600" y="510840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4" name=""/>
          <p:cNvSpPr/>
          <p:nvPr/>
        </p:nvSpPr>
        <p:spPr>
          <a:xfrm>
            <a:off x="2100600" y="511344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5" name=""/>
          <p:cNvSpPr/>
          <p:nvPr/>
        </p:nvSpPr>
        <p:spPr>
          <a:xfrm>
            <a:off x="2100600" y="511884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6" name=""/>
          <p:cNvSpPr/>
          <p:nvPr/>
        </p:nvSpPr>
        <p:spPr>
          <a:xfrm>
            <a:off x="2100600" y="512424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7" name=""/>
          <p:cNvSpPr/>
          <p:nvPr/>
        </p:nvSpPr>
        <p:spPr>
          <a:xfrm>
            <a:off x="2100600" y="512928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8" name=""/>
          <p:cNvSpPr/>
          <p:nvPr/>
        </p:nvSpPr>
        <p:spPr>
          <a:xfrm>
            <a:off x="2100600" y="51346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099" name=""/>
          <p:cNvSpPr/>
          <p:nvPr/>
        </p:nvSpPr>
        <p:spPr>
          <a:xfrm>
            <a:off x="2100600" y="51451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0" name=""/>
          <p:cNvSpPr/>
          <p:nvPr/>
        </p:nvSpPr>
        <p:spPr>
          <a:xfrm>
            <a:off x="2100600" y="515052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1" name=""/>
          <p:cNvSpPr/>
          <p:nvPr/>
        </p:nvSpPr>
        <p:spPr>
          <a:xfrm>
            <a:off x="2100600" y="515556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2" name=""/>
          <p:cNvSpPr/>
          <p:nvPr/>
        </p:nvSpPr>
        <p:spPr>
          <a:xfrm>
            <a:off x="2100600" y="516636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3" name=""/>
          <p:cNvSpPr/>
          <p:nvPr/>
        </p:nvSpPr>
        <p:spPr>
          <a:xfrm>
            <a:off x="2100600" y="517680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4" name=""/>
          <p:cNvSpPr/>
          <p:nvPr/>
        </p:nvSpPr>
        <p:spPr>
          <a:xfrm>
            <a:off x="2100600" y="518724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5" name=""/>
          <p:cNvSpPr/>
          <p:nvPr/>
        </p:nvSpPr>
        <p:spPr>
          <a:xfrm>
            <a:off x="2100600" y="519768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6" name=""/>
          <p:cNvSpPr/>
          <p:nvPr/>
        </p:nvSpPr>
        <p:spPr>
          <a:xfrm>
            <a:off x="2100600" y="520848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7" name=""/>
          <p:cNvSpPr/>
          <p:nvPr/>
        </p:nvSpPr>
        <p:spPr>
          <a:xfrm>
            <a:off x="2100600" y="5213520"/>
            <a:ext cx="596160" cy="6120"/>
          </a:xfrm>
          <a:custGeom>
            <a:avLst/>
            <a:gdLst/>
            <a:ahLst/>
            <a:rect l="0" t="0" r="r" b="b"/>
            <a:pathLst>
              <a:path w="1656" h="17">
                <a:moveTo>
                  <a:pt x="0" y="0"/>
                </a:moveTo>
                <a:lnTo>
                  <a:pt x="1656" y="0"/>
                </a:lnTo>
                <a:lnTo>
                  <a:pt x="1656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8" name=""/>
          <p:cNvSpPr/>
          <p:nvPr/>
        </p:nvSpPr>
        <p:spPr>
          <a:xfrm>
            <a:off x="2100600" y="521892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09" name=""/>
          <p:cNvSpPr/>
          <p:nvPr/>
        </p:nvSpPr>
        <p:spPr>
          <a:xfrm>
            <a:off x="2100600" y="52239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10" name=""/>
          <p:cNvSpPr/>
          <p:nvPr/>
        </p:nvSpPr>
        <p:spPr>
          <a:xfrm>
            <a:off x="2100600" y="52293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11" name=""/>
          <p:cNvSpPr/>
          <p:nvPr/>
        </p:nvSpPr>
        <p:spPr>
          <a:xfrm>
            <a:off x="2100600" y="523476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12" name=""/>
          <p:cNvSpPr/>
          <p:nvPr/>
        </p:nvSpPr>
        <p:spPr>
          <a:xfrm>
            <a:off x="2100600" y="52398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113" name=""/>
          <p:cNvSpPr/>
          <p:nvPr/>
        </p:nvSpPr>
        <p:spPr>
          <a:xfrm>
            <a:off x="2100600" y="52452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14" name=""/>
          <p:cNvSpPr/>
          <p:nvPr/>
        </p:nvSpPr>
        <p:spPr>
          <a:xfrm>
            <a:off x="2100600" y="525060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15" name=""/>
          <p:cNvSpPr/>
          <p:nvPr/>
        </p:nvSpPr>
        <p:spPr>
          <a:xfrm>
            <a:off x="2100600" y="525564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16" name=""/>
          <p:cNvSpPr/>
          <p:nvPr/>
        </p:nvSpPr>
        <p:spPr>
          <a:xfrm>
            <a:off x="2100600" y="526104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17" name=""/>
          <p:cNvSpPr/>
          <p:nvPr/>
        </p:nvSpPr>
        <p:spPr>
          <a:xfrm>
            <a:off x="2100600" y="526608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18" name=""/>
          <p:cNvSpPr/>
          <p:nvPr/>
        </p:nvSpPr>
        <p:spPr>
          <a:xfrm>
            <a:off x="2100600" y="52714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19" name=""/>
          <p:cNvSpPr/>
          <p:nvPr/>
        </p:nvSpPr>
        <p:spPr>
          <a:xfrm>
            <a:off x="2100600" y="52819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0" name=""/>
          <p:cNvSpPr/>
          <p:nvPr/>
        </p:nvSpPr>
        <p:spPr>
          <a:xfrm>
            <a:off x="2100600" y="529236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1" name=""/>
          <p:cNvSpPr/>
          <p:nvPr/>
        </p:nvSpPr>
        <p:spPr>
          <a:xfrm>
            <a:off x="2100600" y="530316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2" name=""/>
          <p:cNvSpPr/>
          <p:nvPr/>
        </p:nvSpPr>
        <p:spPr>
          <a:xfrm>
            <a:off x="2100600" y="53082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3" name=""/>
          <p:cNvSpPr/>
          <p:nvPr/>
        </p:nvSpPr>
        <p:spPr>
          <a:xfrm>
            <a:off x="2100600" y="53136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4" name=""/>
          <p:cNvSpPr/>
          <p:nvPr/>
        </p:nvSpPr>
        <p:spPr>
          <a:xfrm>
            <a:off x="2100600" y="531900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5" name=""/>
          <p:cNvSpPr/>
          <p:nvPr/>
        </p:nvSpPr>
        <p:spPr>
          <a:xfrm>
            <a:off x="2100600" y="532404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6" name=""/>
          <p:cNvSpPr/>
          <p:nvPr/>
        </p:nvSpPr>
        <p:spPr>
          <a:xfrm>
            <a:off x="2100600" y="532944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7" name=""/>
          <p:cNvSpPr/>
          <p:nvPr/>
        </p:nvSpPr>
        <p:spPr>
          <a:xfrm>
            <a:off x="2100600" y="5334480"/>
            <a:ext cx="596160" cy="6120"/>
          </a:xfrm>
          <a:custGeom>
            <a:avLst/>
            <a:gdLst/>
            <a:ahLst/>
            <a:rect l="0" t="0" r="r" b="b"/>
            <a:pathLst>
              <a:path w="1656" h="17">
                <a:moveTo>
                  <a:pt x="0" y="0"/>
                </a:moveTo>
                <a:lnTo>
                  <a:pt x="1656" y="0"/>
                </a:lnTo>
                <a:lnTo>
                  <a:pt x="1656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8" name=""/>
          <p:cNvSpPr/>
          <p:nvPr/>
        </p:nvSpPr>
        <p:spPr>
          <a:xfrm>
            <a:off x="2100600" y="533988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29" name=""/>
          <p:cNvSpPr/>
          <p:nvPr/>
        </p:nvSpPr>
        <p:spPr>
          <a:xfrm>
            <a:off x="2100600" y="53452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0" name=""/>
          <p:cNvSpPr/>
          <p:nvPr/>
        </p:nvSpPr>
        <p:spPr>
          <a:xfrm>
            <a:off x="2100600" y="53557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1" name=""/>
          <p:cNvSpPr/>
          <p:nvPr/>
        </p:nvSpPr>
        <p:spPr>
          <a:xfrm>
            <a:off x="2100600" y="53661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2" name=""/>
          <p:cNvSpPr/>
          <p:nvPr/>
        </p:nvSpPr>
        <p:spPr>
          <a:xfrm>
            <a:off x="2100600" y="537156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3" name=""/>
          <p:cNvSpPr/>
          <p:nvPr/>
        </p:nvSpPr>
        <p:spPr>
          <a:xfrm>
            <a:off x="2100600" y="53766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4" name=""/>
          <p:cNvSpPr/>
          <p:nvPr/>
        </p:nvSpPr>
        <p:spPr>
          <a:xfrm>
            <a:off x="2100600" y="53820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5" name=""/>
          <p:cNvSpPr/>
          <p:nvPr/>
        </p:nvSpPr>
        <p:spPr>
          <a:xfrm>
            <a:off x="2100600" y="538740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6" name=""/>
          <p:cNvSpPr/>
          <p:nvPr/>
        </p:nvSpPr>
        <p:spPr>
          <a:xfrm>
            <a:off x="2100600" y="539244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7" name=""/>
          <p:cNvSpPr/>
          <p:nvPr/>
        </p:nvSpPr>
        <p:spPr>
          <a:xfrm>
            <a:off x="2100600" y="539784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8" name=""/>
          <p:cNvSpPr/>
          <p:nvPr/>
        </p:nvSpPr>
        <p:spPr>
          <a:xfrm>
            <a:off x="2100600" y="540288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39" name=""/>
          <p:cNvSpPr/>
          <p:nvPr/>
        </p:nvSpPr>
        <p:spPr>
          <a:xfrm>
            <a:off x="2100600" y="54082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0" name=""/>
          <p:cNvSpPr/>
          <p:nvPr/>
        </p:nvSpPr>
        <p:spPr>
          <a:xfrm>
            <a:off x="2100600" y="541872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1" name=""/>
          <p:cNvSpPr/>
          <p:nvPr/>
        </p:nvSpPr>
        <p:spPr>
          <a:xfrm>
            <a:off x="2100600" y="54295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2" name=""/>
          <p:cNvSpPr/>
          <p:nvPr/>
        </p:nvSpPr>
        <p:spPr>
          <a:xfrm>
            <a:off x="2100600" y="543996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3" name=""/>
          <p:cNvSpPr/>
          <p:nvPr/>
        </p:nvSpPr>
        <p:spPr>
          <a:xfrm>
            <a:off x="2100600" y="54450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4" name=""/>
          <p:cNvSpPr/>
          <p:nvPr/>
        </p:nvSpPr>
        <p:spPr>
          <a:xfrm>
            <a:off x="2100600" y="5450400"/>
            <a:ext cx="596160" cy="6120"/>
          </a:xfrm>
          <a:custGeom>
            <a:avLst/>
            <a:gdLst/>
            <a:ahLst/>
            <a:rect l="0" t="0" r="r" b="b"/>
            <a:pathLst>
              <a:path w="1656" h="17">
                <a:moveTo>
                  <a:pt x="0" y="0"/>
                </a:moveTo>
                <a:lnTo>
                  <a:pt x="1656" y="0"/>
                </a:lnTo>
                <a:lnTo>
                  <a:pt x="1656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5" name=""/>
          <p:cNvSpPr/>
          <p:nvPr/>
        </p:nvSpPr>
        <p:spPr>
          <a:xfrm>
            <a:off x="2100600" y="545580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6" name=""/>
          <p:cNvSpPr/>
          <p:nvPr/>
        </p:nvSpPr>
        <p:spPr>
          <a:xfrm>
            <a:off x="2100600" y="546084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7" name=""/>
          <p:cNvSpPr/>
          <p:nvPr/>
        </p:nvSpPr>
        <p:spPr>
          <a:xfrm>
            <a:off x="2100600" y="546624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8" name=""/>
          <p:cNvSpPr/>
          <p:nvPr/>
        </p:nvSpPr>
        <p:spPr>
          <a:xfrm>
            <a:off x="2100600" y="547128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49" name=""/>
          <p:cNvSpPr/>
          <p:nvPr/>
        </p:nvSpPr>
        <p:spPr>
          <a:xfrm>
            <a:off x="2100600" y="547668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0" name=""/>
          <p:cNvSpPr/>
          <p:nvPr/>
        </p:nvSpPr>
        <p:spPr>
          <a:xfrm>
            <a:off x="2100600" y="548208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1" name=""/>
          <p:cNvSpPr/>
          <p:nvPr/>
        </p:nvSpPr>
        <p:spPr>
          <a:xfrm>
            <a:off x="2100600" y="54871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2" name=""/>
          <p:cNvSpPr/>
          <p:nvPr/>
        </p:nvSpPr>
        <p:spPr>
          <a:xfrm>
            <a:off x="2100600" y="54925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3" name=""/>
          <p:cNvSpPr/>
          <p:nvPr/>
        </p:nvSpPr>
        <p:spPr>
          <a:xfrm>
            <a:off x="2100600" y="550296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4" name=""/>
          <p:cNvSpPr/>
          <p:nvPr/>
        </p:nvSpPr>
        <p:spPr>
          <a:xfrm>
            <a:off x="2100600" y="551340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5" name=""/>
          <p:cNvSpPr/>
          <p:nvPr/>
        </p:nvSpPr>
        <p:spPr>
          <a:xfrm>
            <a:off x="2100600" y="552420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6" name=""/>
          <p:cNvSpPr/>
          <p:nvPr/>
        </p:nvSpPr>
        <p:spPr>
          <a:xfrm>
            <a:off x="2100600" y="553464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7" name=""/>
          <p:cNvSpPr/>
          <p:nvPr/>
        </p:nvSpPr>
        <p:spPr>
          <a:xfrm>
            <a:off x="2100600" y="55450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8" name=""/>
          <p:cNvSpPr/>
          <p:nvPr/>
        </p:nvSpPr>
        <p:spPr>
          <a:xfrm>
            <a:off x="2100600" y="555552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59" name=""/>
          <p:cNvSpPr/>
          <p:nvPr/>
        </p:nvSpPr>
        <p:spPr>
          <a:xfrm>
            <a:off x="2100600" y="55663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0" name=""/>
          <p:cNvSpPr/>
          <p:nvPr/>
        </p:nvSpPr>
        <p:spPr>
          <a:xfrm>
            <a:off x="2100600" y="557676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1" name=""/>
          <p:cNvSpPr/>
          <p:nvPr/>
        </p:nvSpPr>
        <p:spPr>
          <a:xfrm>
            <a:off x="2100600" y="558720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2" name=""/>
          <p:cNvSpPr/>
          <p:nvPr/>
        </p:nvSpPr>
        <p:spPr>
          <a:xfrm>
            <a:off x="2100600" y="559764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3" name=""/>
          <p:cNvSpPr/>
          <p:nvPr/>
        </p:nvSpPr>
        <p:spPr>
          <a:xfrm>
            <a:off x="2100600" y="560844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4" name=""/>
          <p:cNvSpPr/>
          <p:nvPr/>
        </p:nvSpPr>
        <p:spPr>
          <a:xfrm>
            <a:off x="2100600" y="561888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5" name=""/>
          <p:cNvSpPr/>
          <p:nvPr/>
        </p:nvSpPr>
        <p:spPr>
          <a:xfrm>
            <a:off x="2100600" y="56239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6" name=""/>
          <p:cNvSpPr/>
          <p:nvPr/>
        </p:nvSpPr>
        <p:spPr>
          <a:xfrm>
            <a:off x="2100600" y="56293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7" name=""/>
          <p:cNvSpPr/>
          <p:nvPr/>
        </p:nvSpPr>
        <p:spPr>
          <a:xfrm>
            <a:off x="2100600" y="563472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8" name=""/>
          <p:cNvSpPr/>
          <p:nvPr/>
        </p:nvSpPr>
        <p:spPr>
          <a:xfrm>
            <a:off x="2100600" y="56397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69" name=""/>
          <p:cNvSpPr/>
          <p:nvPr/>
        </p:nvSpPr>
        <p:spPr>
          <a:xfrm>
            <a:off x="2100600" y="56451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0" name=""/>
          <p:cNvSpPr/>
          <p:nvPr/>
        </p:nvSpPr>
        <p:spPr>
          <a:xfrm>
            <a:off x="2100600" y="565056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1" name=""/>
          <p:cNvSpPr/>
          <p:nvPr/>
        </p:nvSpPr>
        <p:spPr>
          <a:xfrm>
            <a:off x="2100600" y="56556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2" name=""/>
          <p:cNvSpPr/>
          <p:nvPr/>
        </p:nvSpPr>
        <p:spPr>
          <a:xfrm>
            <a:off x="2100600" y="566100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3" name=""/>
          <p:cNvSpPr/>
          <p:nvPr/>
        </p:nvSpPr>
        <p:spPr>
          <a:xfrm>
            <a:off x="2100600" y="567144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4" name=""/>
          <p:cNvSpPr/>
          <p:nvPr/>
        </p:nvSpPr>
        <p:spPr>
          <a:xfrm>
            <a:off x="2100600" y="56818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5" name=""/>
          <p:cNvSpPr/>
          <p:nvPr/>
        </p:nvSpPr>
        <p:spPr>
          <a:xfrm>
            <a:off x="2100600" y="5692320"/>
            <a:ext cx="596160" cy="6120"/>
          </a:xfrm>
          <a:custGeom>
            <a:avLst/>
            <a:gdLst/>
            <a:ahLst/>
            <a:rect l="0" t="0" r="r" b="b"/>
            <a:pathLst>
              <a:path w="1656" h="17">
                <a:moveTo>
                  <a:pt x="0" y="0"/>
                </a:moveTo>
                <a:lnTo>
                  <a:pt x="1656" y="0"/>
                </a:lnTo>
                <a:lnTo>
                  <a:pt x="1656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6" name=""/>
          <p:cNvSpPr/>
          <p:nvPr/>
        </p:nvSpPr>
        <p:spPr>
          <a:xfrm>
            <a:off x="2100600" y="56977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7" name=""/>
          <p:cNvSpPr/>
          <p:nvPr/>
        </p:nvSpPr>
        <p:spPr>
          <a:xfrm>
            <a:off x="2100600" y="57031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8" name=""/>
          <p:cNvSpPr/>
          <p:nvPr/>
        </p:nvSpPr>
        <p:spPr>
          <a:xfrm>
            <a:off x="2100600" y="571356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79" name=""/>
          <p:cNvSpPr/>
          <p:nvPr/>
        </p:nvSpPr>
        <p:spPr>
          <a:xfrm>
            <a:off x="2100600" y="572400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0" name=""/>
          <p:cNvSpPr/>
          <p:nvPr/>
        </p:nvSpPr>
        <p:spPr>
          <a:xfrm>
            <a:off x="2100600" y="572940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1" name=""/>
          <p:cNvSpPr/>
          <p:nvPr/>
        </p:nvSpPr>
        <p:spPr>
          <a:xfrm>
            <a:off x="2100600" y="573444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2" name=""/>
          <p:cNvSpPr/>
          <p:nvPr/>
        </p:nvSpPr>
        <p:spPr>
          <a:xfrm>
            <a:off x="2100600" y="574524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3" name=""/>
          <p:cNvSpPr/>
          <p:nvPr/>
        </p:nvSpPr>
        <p:spPr>
          <a:xfrm>
            <a:off x="2100600" y="575568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4" name=""/>
          <p:cNvSpPr/>
          <p:nvPr/>
        </p:nvSpPr>
        <p:spPr>
          <a:xfrm>
            <a:off x="2100600" y="57607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5" name=""/>
          <p:cNvSpPr/>
          <p:nvPr/>
        </p:nvSpPr>
        <p:spPr>
          <a:xfrm>
            <a:off x="2100600" y="57661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6" name=""/>
          <p:cNvSpPr/>
          <p:nvPr/>
        </p:nvSpPr>
        <p:spPr>
          <a:xfrm>
            <a:off x="2100600" y="577656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7" name=""/>
          <p:cNvSpPr/>
          <p:nvPr/>
        </p:nvSpPr>
        <p:spPr>
          <a:xfrm>
            <a:off x="2100600" y="578736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8" name=""/>
          <p:cNvSpPr/>
          <p:nvPr/>
        </p:nvSpPr>
        <p:spPr>
          <a:xfrm>
            <a:off x="2100600" y="579780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89" name=""/>
          <p:cNvSpPr/>
          <p:nvPr/>
        </p:nvSpPr>
        <p:spPr>
          <a:xfrm>
            <a:off x="2100600" y="5808240"/>
            <a:ext cx="596160" cy="6120"/>
          </a:xfrm>
          <a:custGeom>
            <a:avLst/>
            <a:gdLst/>
            <a:ahLst/>
            <a:rect l="0" t="0" r="r" b="b"/>
            <a:pathLst>
              <a:path w="1656" h="17">
                <a:moveTo>
                  <a:pt x="0" y="0"/>
                </a:moveTo>
                <a:lnTo>
                  <a:pt x="1656" y="0"/>
                </a:lnTo>
                <a:lnTo>
                  <a:pt x="1656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0" name=""/>
          <p:cNvSpPr/>
          <p:nvPr/>
        </p:nvSpPr>
        <p:spPr>
          <a:xfrm>
            <a:off x="2100600" y="581364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1" name=""/>
          <p:cNvSpPr/>
          <p:nvPr/>
        </p:nvSpPr>
        <p:spPr>
          <a:xfrm>
            <a:off x="2100600" y="581868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2" name=""/>
          <p:cNvSpPr/>
          <p:nvPr/>
        </p:nvSpPr>
        <p:spPr>
          <a:xfrm>
            <a:off x="2100600" y="582948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3" name=""/>
          <p:cNvSpPr/>
          <p:nvPr/>
        </p:nvSpPr>
        <p:spPr>
          <a:xfrm>
            <a:off x="2100600" y="58345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4" name=""/>
          <p:cNvSpPr/>
          <p:nvPr/>
        </p:nvSpPr>
        <p:spPr>
          <a:xfrm>
            <a:off x="2100600" y="583992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5" name=""/>
          <p:cNvSpPr/>
          <p:nvPr/>
        </p:nvSpPr>
        <p:spPr>
          <a:xfrm>
            <a:off x="2100600" y="58503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6" name=""/>
          <p:cNvSpPr/>
          <p:nvPr/>
        </p:nvSpPr>
        <p:spPr>
          <a:xfrm>
            <a:off x="2100600" y="585576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7" name=""/>
          <p:cNvSpPr/>
          <p:nvPr/>
        </p:nvSpPr>
        <p:spPr>
          <a:xfrm>
            <a:off x="2100600" y="586080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8" name=""/>
          <p:cNvSpPr/>
          <p:nvPr/>
        </p:nvSpPr>
        <p:spPr>
          <a:xfrm>
            <a:off x="2100600" y="5871240"/>
            <a:ext cx="596160" cy="11160"/>
          </a:xfrm>
          <a:custGeom>
            <a:avLst/>
            <a:gdLst/>
            <a:ahLst/>
            <a:rect l="0" t="0" r="r" b="b"/>
            <a:pathLst>
              <a:path w="1656" h="31">
                <a:moveTo>
                  <a:pt x="0" y="0"/>
                </a:moveTo>
                <a:lnTo>
                  <a:pt x="1656" y="0"/>
                </a:lnTo>
                <a:lnTo>
                  <a:pt x="1656" y="31"/>
                </a:lnTo>
                <a:lnTo>
                  <a:pt x="0" y="31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199" name=""/>
          <p:cNvSpPr/>
          <p:nvPr/>
        </p:nvSpPr>
        <p:spPr>
          <a:xfrm>
            <a:off x="2100600" y="588204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0" name=""/>
          <p:cNvSpPr/>
          <p:nvPr/>
        </p:nvSpPr>
        <p:spPr>
          <a:xfrm>
            <a:off x="2100600" y="58924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1" name=""/>
          <p:cNvSpPr/>
          <p:nvPr/>
        </p:nvSpPr>
        <p:spPr>
          <a:xfrm>
            <a:off x="2100600" y="590292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2" name=""/>
          <p:cNvSpPr/>
          <p:nvPr/>
        </p:nvSpPr>
        <p:spPr>
          <a:xfrm>
            <a:off x="2100600" y="590832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3" name=""/>
          <p:cNvSpPr/>
          <p:nvPr/>
        </p:nvSpPr>
        <p:spPr>
          <a:xfrm>
            <a:off x="2100600" y="5913360"/>
            <a:ext cx="596160" cy="21600"/>
          </a:xfrm>
          <a:custGeom>
            <a:avLst/>
            <a:gdLst/>
            <a:ahLst/>
            <a:rect l="0" t="0" r="r" b="b"/>
            <a:pathLst>
              <a:path w="1656" h="60">
                <a:moveTo>
                  <a:pt x="0" y="0"/>
                </a:moveTo>
                <a:lnTo>
                  <a:pt x="1656" y="0"/>
                </a:lnTo>
                <a:lnTo>
                  <a:pt x="1656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4" name=""/>
          <p:cNvSpPr/>
          <p:nvPr/>
        </p:nvSpPr>
        <p:spPr>
          <a:xfrm>
            <a:off x="2100600" y="593460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5" name=""/>
          <p:cNvSpPr/>
          <p:nvPr/>
        </p:nvSpPr>
        <p:spPr>
          <a:xfrm>
            <a:off x="2100600" y="594504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6" name=""/>
          <p:cNvSpPr/>
          <p:nvPr/>
        </p:nvSpPr>
        <p:spPr>
          <a:xfrm>
            <a:off x="2100600" y="5955480"/>
            <a:ext cx="596160" cy="21600"/>
          </a:xfrm>
          <a:custGeom>
            <a:avLst/>
            <a:gdLst/>
            <a:ahLst/>
            <a:rect l="0" t="0" r="r" b="b"/>
            <a:pathLst>
              <a:path w="1656" h="60">
                <a:moveTo>
                  <a:pt x="0" y="0"/>
                </a:moveTo>
                <a:lnTo>
                  <a:pt x="1656" y="0"/>
                </a:lnTo>
                <a:lnTo>
                  <a:pt x="1656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7" name=""/>
          <p:cNvSpPr/>
          <p:nvPr/>
        </p:nvSpPr>
        <p:spPr>
          <a:xfrm>
            <a:off x="2100600" y="597672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8" name=""/>
          <p:cNvSpPr/>
          <p:nvPr/>
        </p:nvSpPr>
        <p:spPr>
          <a:xfrm>
            <a:off x="2100600" y="598176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09" name=""/>
          <p:cNvSpPr/>
          <p:nvPr/>
        </p:nvSpPr>
        <p:spPr>
          <a:xfrm>
            <a:off x="2100600" y="598716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0" name=""/>
          <p:cNvSpPr/>
          <p:nvPr/>
        </p:nvSpPr>
        <p:spPr>
          <a:xfrm>
            <a:off x="2100600" y="5997600"/>
            <a:ext cx="596160" cy="21600"/>
          </a:xfrm>
          <a:custGeom>
            <a:avLst/>
            <a:gdLst/>
            <a:ahLst/>
            <a:rect l="0" t="0" r="r" b="b"/>
            <a:pathLst>
              <a:path w="1656" h="60">
                <a:moveTo>
                  <a:pt x="0" y="0"/>
                </a:moveTo>
                <a:lnTo>
                  <a:pt x="1656" y="0"/>
                </a:lnTo>
                <a:lnTo>
                  <a:pt x="1656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1" name=""/>
          <p:cNvSpPr/>
          <p:nvPr/>
        </p:nvSpPr>
        <p:spPr>
          <a:xfrm>
            <a:off x="2100600" y="6018840"/>
            <a:ext cx="596160" cy="5400"/>
          </a:xfrm>
          <a:custGeom>
            <a:avLst/>
            <a:gdLst/>
            <a:ahLst/>
            <a:rect l="0" t="0" r="r" b="b"/>
            <a:pathLst>
              <a:path w="1656" h="15">
                <a:moveTo>
                  <a:pt x="0" y="0"/>
                </a:moveTo>
                <a:lnTo>
                  <a:pt x="1656" y="0"/>
                </a:lnTo>
                <a:lnTo>
                  <a:pt x="1656" y="15"/>
                </a:lnTo>
                <a:lnTo>
                  <a:pt x="0" y="15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2" name=""/>
          <p:cNvSpPr/>
          <p:nvPr/>
        </p:nvSpPr>
        <p:spPr>
          <a:xfrm>
            <a:off x="2100600" y="6023880"/>
            <a:ext cx="596160" cy="5760"/>
          </a:xfrm>
          <a:custGeom>
            <a:avLst/>
            <a:gdLst/>
            <a:ahLst/>
            <a:rect l="0" t="0" r="r" b="b"/>
            <a:pathLst>
              <a:path w="1656" h="16">
                <a:moveTo>
                  <a:pt x="0" y="0"/>
                </a:moveTo>
                <a:lnTo>
                  <a:pt x="1656" y="0"/>
                </a:lnTo>
                <a:lnTo>
                  <a:pt x="1656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3" name=""/>
          <p:cNvSpPr/>
          <p:nvPr/>
        </p:nvSpPr>
        <p:spPr>
          <a:xfrm>
            <a:off x="2100600" y="6029280"/>
            <a:ext cx="596160" cy="10800"/>
          </a:xfrm>
          <a:custGeom>
            <a:avLst/>
            <a:gdLst/>
            <a:ahLst/>
            <a:rect l="0" t="0" r="r" b="b"/>
            <a:pathLst>
              <a:path w="1656" h="30">
                <a:moveTo>
                  <a:pt x="0" y="0"/>
                </a:moveTo>
                <a:lnTo>
                  <a:pt x="1656" y="0"/>
                </a:lnTo>
                <a:lnTo>
                  <a:pt x="1656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4" name=""/>
          <p:cNvSpPr/>
          <p:nvPr/>
        </p:nvSpPr>
        <p:spPr>
          <a:xfrm>
            <a:off x="2100600" y="6039720"/>
            <a:ext cx="596160" cy="42480"/>
          </a:xfrm>
          <a:custGeom>
            <a:avLst/>
            <a:gdLst/>
            <a:ahLst/>
            <a:rect l="0" t="0" r="r" b="b"/>
            <a:pathLst>
              <a:path w="1656" h="118">
                <a:moveTo>
                  <a:pt x="0" y="0"/>
                </a:moveTo>
                <a:lnTo>
                  <a:pt x="1656" y="0"/>
                </a:lnTo>
                <a:lnTo>
                  <a:pt x="1656" y="118"/>
                </a:lnTo>
                <a:lnTo>
                  <a:pt x="0" y="118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5" name=""/>
          <p:cNvSpPr/>
          <p:nvPr/>
        </p:nvSpPr>
        <p:spPr>
          <a:xfrm>
            <a:off x="2100600" y="6081840"/>
            <a:ext cx="596160" cy="42480"/>
          </a:xfrm>
          <a:custGeom>
            <a:avLst/>
            <a:gdLst/>
            <a:ahLst/>
            <a:rect l="0" t="0" r="r" b="b"/>
            <a:pathLst>
              <a:path w="1656" h="118">
                <a:moveTo>
                  <a:pt x="0" y="0"/>
                </a:moveTo>
                <a:lnTo>
                  <a:pt x="1656" y="0"/>
                </a:lnTo>
                <a:lnTo>
                  <a:pt x="1656" y="118"/>
                </a:lnTo>
                <a:lnTo>
                  <a:pt x="0" y="118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6" name=""/>
          <p:cNvSpPr/>
          <p:nvPr/>
        </p:nvSpPr>
        <p:spPr>
          <a:xfrm>
            <a:off x="2100600" y="4776840"/>
            <a:ext cx="596160" cy="1347480"/>
          </a:xfrm>
          <a:custGeom>
            <a:avLst/>
            <a:gdLst/>
            <a:ahLst/>
            <a:rect l="0" t="0" r="r" b="b"/>
            <a:pathLst>
              <a:path w="1656" h="3743">
                <a:moveTo>
                  <a:pt x="0" y="3743"/>
                </a:moveTo>
                <a:lnTo>
                  <a:pt x="1656" y="3743"/>
                </a:lnTo>
                <a:lnTo>
                  <a:pt x="1656" y="0"/>
                </a:lnTo>
                <a:lnTo>
                  <a:pt x="0" y="0"/>
                </a:lnTo>
                <a:lnTo>
                  <a:pt x="0" y="3743"/>
                </a:lnTo>
                <a:close/>
              </a:path>
            </a:pathLst>
          </a:custGeom>
          <a:noFill/>
          <a:ln w="28440">
            <a:solidFill>
              <a:srgbClr val="c0c0c0">
                <a:alpha val="77000"/>
              </a:srgbClr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7" name=""/>
          <p:cNvSpPr txBox="1"/>
          <p:nvPr/>
        </p:nvSpPr>
        <p:spPr>
          <a:xfrm>
            <a:off x="1368000" y="5326200"/>
            <a:ext cx="3740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left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8" name=""/>
          <p:cNvSpPr/>
          <p:nvPr/>
        </p:nvSpPr>
        <p:spPr>
          <a:xfrm>
            <a:off x="3785400" y="4321800"/>
            <a:ext cx="2231640" cy="2161440"/>
          </a:xfrm>
          <a:custGeom>
            <a:avLst/>
            <a:gdLst/>
            <a:ahLst/>
            <a:rect l="0" t="0" r="r" b="b"/>
            <a:pathLst>
              <a:path w="6199" h="6004">
                <a:moveTo>
                  <a:pt x="0" y="154"/>
                </a:moveTo>
                <a:cubicBezTo>
                  <a:pt x="0" y="69"/>
                  <a:pt x="69" y="0"/>
                  <a:pt x="154" y="0"/>
                </a:cubicBezTo>
                <a:lnTo>
                  <a:pt x="6045" y="0"/>
                </a:lnTo>
                <a:cubicBezTo>
                  <a:pt x="6130" y="0"/>
                  <a:pt x="6199" y="69"/>
                  <a:pt x="6199" y="154"/>
                </a:cubicBezTo>
                <a:lnTo>
                  <a:pt x="6199" y="5850"/>
                </a:lnTo>
                <a:cubicBezTo>
                  <a:pt x="6199" y="5935"/>
                  <a:pt x="6130" y="6004"/>
                  <a:pt x="6045" y="6004"/>
                </a:cubicBezTo>
                <a:lnTo>
                  <a:pt x="154" y="6004"/>
                </a:lnTo>
                <a:cubicBezTo>
                  <a:pt x="69" y="6004"/>
                  <a:pt x="0" y="5935"/>
                  <a:pt x="0" y="5850"/>
                </a:cubicBezTo>
                <a:lnTo>
                  <a:pt x="0" y="154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19" name=""/>
          <p:cNvSpPr txBox="1"/>
          <p:nvPr/>
        </p:nvSpPr>
        <p:spPr>
          <a:xfrm>
            <a:off x="2155680" y="5326200"/>
            <a:ext cx="5371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right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20" name=""/>
          <p:cNvSpPr txBox="1"/>
          <p:nvPr/>
        </p:nvSpPr>
        <p:spPr>
          <a:xfrm>
            <a:off x="6595200" y="4691880"/>
            <a:ext cx="241020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We can check if the data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21" name=""/>
          <p:cNvSpPr txBox="1"/>
          <p:nvPr/>
        </p:nvSpPr>
        <p:spPr>
          <a:xfrm>
            <a:off x="6595200" y="5058000"/>
            <a:ext cx="244368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is reliable or not through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22" name=""/>
          <p:cNvSpPr txBox="1"/>
          <p:nvPr/>
        </p:nvSpPr>
        <p:spPr>
          <a:xfrm>
            <a:off x="6595200" y="5423760"/>
            <a:ext cx="18248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the patterns of the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23" name=""/>
          <p:cNvSpPr/>
          <p:nvPr/>
        </p:nvSpPr>
        <p:spPr>
          <a:xfrm>
            <a:off x="4215960" y="4831560"/>
            <a:ext cx="696960" cy="933120"/>
          </a:xfrm>
          <a:custGeom>
            <a:avLst/>
            <a:gdLst/>
            <a:ahLst/>
            <a:rect l="0" t="0" r="r" b="b"/>
            <a:pathLst>
              <a:path fill="none" w="1936" h="2592">
                <a:moveTo>
                  <a:pt x="0" y="2592"/>
                </a:moveTo>
                <a:cubicBezTo>
                  <a:pt x="173" y="2550"/>
                  <a:pt x="346" y="2508"/>
                  <a:pt x="466" y="2415"/>
                </a:cubicBezTo>
                <a:cubicBezTo>
                  <a:pt x="586" y="2322"/>
                  <a:pt x="647" y="2174"/>
                  <a:pt x="718" y="2035"/>
                </a:cubicBezTo>
                <a:cubicBezTo>
                  <a:pt x="790" y="1896"/>
                  <a:pt x="835" y="1774"/>
                  <a:pt x="894" y="1579"/>
                </a:cubicBezTo>
                <a:cubicBezTo>
                  <a:pt x="952" y="1385"/>
                  <a:pt x="981" y="1086"/>
                  <a:pt x="1069" y="871"/>
                </a:cubicBezTo>
                <a:cubicBezTo>
                  <a:pt x="1156" y="654"/>
                  <a:pt x="1282" y="426"/>
                  <a:pt x="1418" y="287"/>
                </a:cubicBezTo>
                <a:cubicBezTo>
                  <a:pt x="1554" y="148"/>
                  <a:pt x="1803" y="80"/>
                  <a:pt x="1884" y="34"/>
                </a:cubicBezTo>
                <a:cubicBezTo>
                  <a:pt x="1965" y="-12"/>
                  <a:pt x="1935" y="-2"/>
                  <a:pt x="1904" y="9"/>
                </a:cubicBezTo>
              </a:path>
            </a:pathLst>
          </a:custGeom>
          <a:ln w="28440">
            <a:solidFill>
              <a:srgbClr val="ff6699">
                <a:alpha val="77000"/>
              </a:srgbClr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24" name=""/>
          <p:cNvSpPr/>
          <p:nvPr/>
        </p:nvSpPr>
        <p:spPr>
          <a:xfrm>
            <a:off x="4910400" y="4837320"/>
            <a:ext cx="674640" cy="927000"/>
          </a:xfrm>
          <a:custGeom>
            <a:avLst/>
            <a:gdLst/>
            <a:ahLst/>
            <a:rect l="0" t="0" r="r" b="b"/>
            <a:pathLst>
              <a:path fill="none" w="1874" h="2575">
                <a:moveTo>
                  <a:pt x="1874" y="2575"/>
                </a:moveTo>
                <a:cubicBezTo>
                  <a:pt x="1706" y="2533"/>
                  <a:pt x="1538" y="2491"/>
                  <a:pt x="1423" y="2399"/>
                </a:cubicBezTo>
                <a:cubicBezTo>
                  <a:pt x="1307" y="2307"/>
                  <a:pt x="1247" y="2160"/>
                  <a:pt x="1178" y="2022"/>
                </a:cubicBezTo>
                <a:cubicBezTo>
                  <a:pt x="1109" y="1883"/>
                  <a:pt x="1066" y="1762"/>
                  <a:pt x="1009" y="1569"/>
                </a:cubicBezTo>
                <a:cubicBezTo>
                  <a:pt x="953" y="1376"/>
                  <a:pt x="925" y="1079"/>
                  <a:pt x="840" y="865"/>
                </a:cubicBezTo>
                <a:cubicBezTo>
                  <a:pt x="756" y="650"/>
                  <a:pt x="634" y="424"/>
                  <a:pt x="502" y="285"/>
                </a:cubicBezTo>
                <a:cubicBezTo>
                  <a:pt x="369" y="147"/>
                  <a:pt x="128" y="80"/>
                  <a:pt x="50" y="34"/>
                </a:cubicBezTo>
                <a:cubicBezTo>
                  <a:pt x="-28" y="-12"/>
                  <a:pt x="1" y="-2"/>
                  <a:pt x="31" y="8"/>
                </a:cubicBezTo>
              </a:path>
            </a:pathLst>
          </a:custGeom>
          <a:ln w="28440">
            <a:solidFill>
              <a:srgbClr val="993366">
                <a:alpha val="77000"/>
              </a:srgbClr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25" name=""/>
          <p:cNvSpPr/>
          <p:nvPr/>
        </p:nvSpPr>
        <p:spPr>
          <a:xfrm>
            <a:off x="4143600" y="6085080"/>
            <a:ext cx="1585440" cy="76680"/>
          </a:xfrm>
          <a:custGeom>
            <a:avLst/>
            <a:gdLst/>
            <a:ahLst/>
            <a:rect l="0" t="0" r="r" b="b"/>
            <a:pathLst>
              <a:path w="4404" h="213">
                <a:moveTo>
                  <a:pt x="0" y="89"/>
                </a:moveTo>
                <a:lnTo>
                  <a:pt x="4227" y="89"/>
                </a:lnTo>
                <a:lnTo>
                  <a:pt x="4227" y="125"/>
                </a:lnTo>
                <a:lnTo>
                  <a:pt x="0" y="125"/>
                </a:lnTo>
                <a:lnTo>
                  <a:pt x="0" y="89"/>
                </a:lnTo>
                <a:moveTo>
                  <a:pt x="4192" y="0"/>
                </a:moveTo>
                <a:lnTo>
                  <a:pt x="4404" y="107"/>
                </a:lnTo>
                <a:lnTo>
                  <a:pt x="4192" y="213"/>
                </a:lnTo>
                <a:lnTo>
                  <a:pt x="419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26" name=""/>
          <p:cNvSpPr/>
          <p:nvPr/>
        </p:nvSpPr>
        <p:spPr>
          <a:xfrm>
            <a:off x="4105440" y="4681440"/>
            <a:ext cx="76680" cy="1442160"/>
          </a:xfrm>
          <a:custGeom>
            <a:avLst/>
            <a:gdLst/>
            <a:ahLst/>
            <a:rect l="0" t="0" r="r" b="b"/>
            <a:pathLst>
              <a:path w="213" h="4006">
                <a:moveTo>
                  <a:pt x="88" y="4006"/>
                </a:moveTo>
                <a:lnTo>
                  <a:pt x="88" y="177"/>
                </a:lnTo>
                <a:lnTo>
                  <a:pt x="125" y="177"/>
                </a:lnTo>
                <a:lnTo>
                  <a:pt x="125" y="4006"/>
                </a:lnTo>
                <a:lnTo>
                  <a:pt x="88" y="4006"/>
                </a:lnTo>
                <a:moveTo>
                  <a:pt x="0" y="212"/>
                </a:moveTo>
                <a:lnTo>
                  <a:pt x="107" y="0"/>
                </a:lnTo>
                <a:lnTo>
                  <a:pt x="213" y="212"/>
                </a:lnTo>
                <a:lnTo>
                  <a:pt x="0" y="212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27" name=""/>
          <p:cNvSpPr txBox="1"/>
          <p:nvPr/>
        </p:nvSpPr>
        <p:spPr>
          <a:xfrm>
            <a:off x="6595200" y="5789520"/>
            <a:ext cx="180216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impedance values.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2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2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30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31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32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233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234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35" name=""/>
          <p:cNvSpPr txBox="1"/>
          <p:nvPr/>
        </p:nvSpPr>
        <p:spPr>
          <a:xfrm>
            <a:off x="767520" y="1297080"/>
            <a:ext cx="6171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InBody_Impedancedecrease]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36" name=""/>
          <p:cNvSpPr txBox="1"/>
          <p:nvPr/>
        </p:nvSpPr>
        <p:spPr>
          <a:xfrm>
            <a:off x="3249360" y="2171880"/>
            <a:ext cx="59702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1. Check the impedance get lower as the frequency increases.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37" name=""/>
          <p:cNvSpPr txBox="1"/>
          <p:nvPr/>
        </p:nvSpPr>
        <p:spPr>
          <a:xfrm>
            <a:off x="3249360" y="2612160"/>
            <a:ext cx="57783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According to the theory of BIA technology, impedance measured on high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38" name=""/>
          <p:cNvSpPr txBox="1"/>
          <p:nvPr/>
        </p:nvSpPr>
        <p:spPr>
          <a:xfrm>
            <a:off x="3249360" y="2932200"/>
            <a:ext cx="430128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frequency is smaller than impedance of low frequency.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39" name=""/>
          <p:cNvSpPr txBox="1"/>
          <p:nvPr/>
        </p:nvSpPr>
        <p:spPr>
          <a:xfrm>
            <a:off x="3249360" y="3252240"/>
            <a:ext cx="60051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Therefore, as the frequency increase the impedance gets smaller for all five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40" name=""/>
          <p:cNvSpPr/>
          <p:nvPr/>
        </p:nvSpPr>
        <p:spPr>
          <a:xfrm>
            <a:off x="780120" y="2034360"/>
            <a:ext cx="2233080" cy="2079000"/>
          </a:xfrm>
          <a:custGeom>
            <a:avLst/>
            <a:gdLst/>
            <a:ahLst/>
            <a:rect l="0" t="0" r="r" b="b"/>
            <a:pathLst>
              <a:path w="6203" h="5775">
                <a:moveTo>
                  <a:pt x="0" y="148"/>
                </a:moveTo>
                <a:cubicBezTo>
                  <a:pt x="0" y="66"/>
                  <a:pt x="66" y="0"/>
                  <a:pt x="148" y="0"/>
                </a:cubicBezTo>
                <a:lnTo>
                  <a:pt x="6055" y="0"/>
                </a:lnTo>
                <a:cubicBezTo>
                  <a:pt x="6136" y="0"/>
                  <a:pt x="6203" y="66"/>
                  <a:pt x="6203" y="148"/>
                </a:cubicBezTo>
                <a:lnTo>
                  <a:pt x="6203" y="5627"/>
                </a:lnTo>
                <a:cubicBezTo>
                  <a:pt x="6203" y="5709"/>
                  <a:pt x="6136" y="5775"/>
                  <a:pt x="6055" y="5775"/>
                </a:cubicBezTo>
                <a:lnTo>
                  <a:pt x="148" y="5775"/>
                </a:lnTo>
                <a:cubicBezTo>
                  <a:pt x="66" y="5775"/>
                  <a:pt x="0" y="5709"/>
                  <a:pt x="0" y="5627"/>
                </a:cubicBezTo>
                <a:lnTo>
                  <a:pt x="0" y="148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41" name=""/>
          <p:cNvSpPr/>
          <p:nvPr/>
        </p:nvSpPr>
        <p:spPr>
          <a:xfrm>
            <a:off x="1343880" y="3564360"/>
            <a:ext cx="1296000" cy="76680"/>
          </a:xfrm>
          <a:custGeom>
            <a:avLst/>
            <a:gdLst/>
            <a:ahLst/>
            <a:rect l="0" t="0" r="r" b="b"/>
            <a:pathLst>
              <a:path w="3600" h="213">
                <a:moveTo>
                  <a:pt x="0" y="88"/>
                </a:moveTo>
                <a:lnTo>
                  <a:pt x="3423" y="88"/>
                </a:lnTo>
                <a:lnTo>
                  <a:pt x="3423" y="125"/>
                </a:lnTo>
                <a:lnTo>
                  <a:pt x="0" y="125"/>
                </a:lnTo>
                <a:lnTo>
                  <a:pt x="0" y="88"/>
                </a:lnTo>
                <a:moveTo>
                  <a:pt x="3388" y="0"/>
                </a:moveTo>
                <a:lnTo>
                  <a:pt x="3600" y="106"/>
                </a:lnTo>
                <a:lnTo>
                  <a:pt x="3388" y="213"/>
                </a:lnTo>
                <a:lnTo>
                  <a:pt x="33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42" name=""/>
          <p:cNvSpPr/>
          <p:nvPr/>
        </p:nvSpPr>
        <p:spPr>
          <a:xfrm>
            <a:off x="1304640" y="2305800"/>
            <a:ext cx="76320" cy="1297080"/>
          </a:xfrm>
          <a:custGeom>
            <a:avLst/>
            <a:gdLst/>
            <a:ahLst/>
            <a:rect l="0" t="0" r="r" b="b"/>
            <a:pathLst>
              <a:path w="212" h="3603">
                <a:moveTo>
                  <a:pt x="93" y="3603"/>
                </a:moveTo>
                <a:lnTo>
                  <a:pt x="89" y="176"/>
                </a:lnTo>
                <a:lnTo>
                  <a:pt x="124" y="176"/>
                </a:lnTo>
                <a:lnTo>
                  <a:pt x="128" y="3603"/>
                </a:lnTo>
                <a:lnTo>
                  <a:pt x="93" y="3603"/>
                </a:lnTo>
                <a:moveTo>
                  <a:pt x="0" y="211"/>
                </a:moveTo>
                <a:lnTo>
                  <a:pt x="106" y="0"/>
                </a:lnTo>
                <a:lnTo>
                  <a:pt x="212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43" name=""/>
          <p:cNvSpPr/>
          <p:nvPr/>
        </p:nvSpPr>
        <p:spPr>
          <a:xfrm>
            <a:off x="1488600" y="2668320"/>
            <a:ext cx="793080" cy="79272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44" name=""/>
          <p:cNvSpPr txBox="1"/>
          <p:nvPr/>
        </p:nvSpPr>
        <p:spPr>
          <a:xfrm>
            <a:off x="3249360" y="3572280"/>
            <a:ext cx="88164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body parts.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45" name=""/>
          <p:cNvSpPr txBox="1"/>
          <p:nvPr/>
        </p:nvSpPr>
        <p:spPr>
          <a:xfrm>
            <a:off x="1941120" y="3657600"/>
            <a:ext cx="8024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Frequency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46" name=""/>
          <p:cNvSpPr txBox="1"/>
          <p:nvPr/>
        </p:nvSpPr>
        <p:spPr>
          <a:xfrm rot="5400000">
            <a:off x="692280" y="2657160"/>
            <a:ext cx="84816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Impedance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4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4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4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5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5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252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253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254" name="" descr=""/>
          <p:cNvPicPr/>
          <p:nvPr/>
        </p:nvPicPr>
        <p:blipFill>
          <a:blip r:embed="rId2"/>
          <a:stretch/>
        </p:blipFill>
        <p:spPr>
          <a:xfrm>
            <a:off x="766440" y="1542240"/>
            <a:ext cx="3343320" cy="4739400"/>
          </a:xfrm>
          <a:prstGeom prst="rect">
            <a:avLst/>
          </a:prstGeom>
          <a:ln w="0">
            <a:noFill/>
          </a:ln>
        </p:spPr>
      </p:pic>
      <p:pic>
        <p:nvPicPr>
          <p:cNvPr id="29255" name="" descr=""/>
          <p:cNvPicPr/>
          <p:nvPr/>
        </p:nvPicPr>
        <p:blipFill>
          <a:blip r:embed="rId3"/>
          <a:stretch/>
        </p:blipFill>
        <p:spPr>
          <a:xfrm>
            <a:off x="1956960" y="2272320"/>
            <a:ext cx="7373520" cy="4100040"/>
          </a:xfrm>
          <a:prstGeom prst="rect">
            <a:avLst/>
          </a:prstGeom>
          <a:ln w="0">
            <a:noFill/>
          </a:ln>
        </p:spPr>
      </p:pic>
      <p:sp>
        <p:nvSpPr>
          <p:cNvPr id="29256" name=""/>
          <p:cNvSpPr txBox="1"/>
          <p:nvPr/>
        </p:nvSpPr>
        <p:spPr>
          <a:xfrm>
            <a:off x="726480" y="1006200"/>
            <a:ext cx="6171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InBody_Impedancedecrease]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57" name=""/>
          <p:cNvSpPr/>
          <p:nvPr/>
        </p:nvSpPr>
        <p:spPr>
          <a:xfrm>
            <a:off x="2212560" y="2554200"/>
            <a:ext cx="6855480" cy="3493080"/>
          </a:xfrm>
          <a:custGeom>
            <a:avLst/>
            <a:gdLst/>
            <a:ahLst/>
            <a:rect l="0" t="0" r="r" b="b"/>
            <a:pathLst>
              <a:path w="19043" h="9703">
                <a:moveTo>
                  <a:pt x="0" y="9703"/>
                </a:moveTo>
                <a:lnTo>
                  <a:pt x="19043" y="9703"/>
                </a:lnTo>
                <a:lnTo>
                  <a:pt x="19043" y="0"/>
                </a:lnTo>
                <a:lnTo>
                  <a:pt x="0" y="0"/>
                </a:lnTo>
                <a:lnTo>
                  <a:pt x="0" y="970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258" name="" descr=""/>
          <p:cNvPicPr/>
          <p:nvPr/>
        </p:nvPicPr>
        <p:blipFill>
          <a:blip r:embed="rId4"/>
          <a:stretch/>
        </p:blipFill>
        <p:spPr>
          <a:xfrm rot="60000">
            <a:off x="2292480" y="2718000"/>
            <a:ext cx="6770160" cy="3238200"/>
          </a:xfrm>
          <a:prstGeom prst="rect">
            <a:avLst/>
          </a:prstGeom>
          <a:ln w="0">
            <a:noFill/>
          </a:ln>
        </p:spPr>
      </p:pic>
      <p:sp>
        <p:nvSpPr>
          <p:cNvPr id="29259" name=""/>
          <p:cNvSpPr/>
          <p:nvPr/>
        </p:nvSpPr>
        <p:spPr>
          <a:xfrm>
            <a:off x="3614760" y="3093480"/>
            <a:ext cx="341640" cy="2687400"/>
          </a:xfrm>
          <a:custGeom>
            <a:avLst/>
            <a:gdLst/>
            <a:ahLst/>
            <a:rect l="0" t="0" r="r" b="b"/>
            <a:pathLst>
              <a:path w="949" h="7465">
                <a:moveTo>
                  <a:pt x="0" y="6990"/>
                </a:moveTo>
                <a:lnTo>
                  <a:pt x="237" y="6990"/>
                </a:lnTo>
                <a:lnTo>
                  <a:pt x="237" y="0"/>
                </a:lnTo>
                <a:lnTo>
                  <a:pt x="711" y="0"/>
                </a:lnTo>
                <a:lnTo>
                  <a:pt x="711" y="6990"/>
                </a:lnTo>
                <a:lnTo>
                  <a:pt x="949" y="6990"/>
                </a:lnTo>
                <a:lnTo>
                  <a:pt x="474" y="7465"/>
                </a:lnTo>
                <a:lnTo>
                  <a:pt x="0" y="6990"/>
                </a:lnTo>
                <a:close/>
              </a:path>
            </a:pathLst>
          </a:custGeom>
          <a:solidFill>
            <a:srgbClr val="c00000"/>
          </a:solidFill>
          <a:ln w="6120">
            <a:solidFill>
              <a:srgbClr val="c00000"/>
            </a:solidFill>
            <a:miter/>
          </a:ln>
        </p:spPr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60" name=""/>
          <p:cNvSpPr txBox="1"/>
          <p:nvPr/>
        </p:nvSpPr>
        <p:spPr>
          <a:xfrm>
            <a:off x="4082760" y="1916640"/>
            <a:ext cx="119412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Normal Data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6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6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6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6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6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26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29267" name="" descr=""/>
          <p:cNvPicPr/>
          <p:nvPr/>
        </p:nvPicPr>
        <p:blipFill>
          <a:blip r:embed="rId2"/>
          <a:stretch/>
        </p:blipFill>
        <p:spPr>
          <a:xfrm>
            <a:off x="813960" y="1542240"/>
            <a:ext cx="3346200" cy="4739400"/>
          </a:xfrm>
          <a:prstGeom prst="rect">
            <a:avLst/>
          </a:prstGeom>
          <a:ln w="0">
            <a:noFill/>
          </a:ln>
        </p:spPr>
      </p:pic>
      <p:pic>
        <p:nvPicPr>
          <p:cNvPr id="29268" name="" descr=""/>
          <p:cNvPicPr/>
          <p:nvPr/>
        </p:nvPicPr>
        <p:blipFill>
          <a:blip r:embed="rId3"/>
          <a:stretch/>
        </p:blipFill>
        <p:spPr>
          <a:xfrm>
            <a:off x="2004120" y="2272320"/>
            <a:ext cx="7374960" cy="4100040"/>
          </a:xfrm>
          <a:prstGeom prst="rect">
            <a:avLst/>
          </a:prstGeom>
          <a:ln w="0">
            <a:noFill/>
          </a:ln>
        </p:spPr>
      </p:pic>
      <p:sp>
        <p:nvSpPr>
          <p:cNvPr id="29269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70" name=""/>
          <p:cNvSpPr/>
          <p:nvPr/>
        </p:nvSpPr>
        <p:spPr>
          <a:xfrm>
            <a:off x="2327040" y="2486880"/>
            <a:ext cx="6672240" cy="3566520"/>
          </a:xfrm>
          <a:custGeom>
            <a:avLst/>
            <a:gdLst/>
            <a:ahLst/>
            <a:rect l="0" t="0" r="r" b="b"/>
            <a:pathLst>
              <a:path w="18534" h="9907">
                <a:moveTo>
                  <a:pt x="0" y="9907"/>
                </a:moveTo>
                <a:lnTo>
                  <a:pt x="18534" y="9907"/>
                </a:lnTo>
                <a:lnTo>
                  <a:pt x="18534" y="0"/>
                </a:lnTo>
                <a:lnTo>
                  <a:pt x="0" y="0"/>
                </a:lnTo>
                <a:lnTo>
                  <a:pt x="0" y="990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271" name="" descr=""/>
          <p:cNvPicPr/>
          <p:nvPr/>
        </p:nvPicPr>
        <p:blipFill>
          <a:blip r:embed="rId4"/>
          <a:stretch/>
        </p:blipFill>
        <p:spPr>
          <a:xfrm>
            <a:off x="2449080" y="2708280"/>
            <a:ext cx="6411240" cy="3088800"/>
          </a:xfrm>
          <a:prstGeom prst="rect">
            <a:avLst/>
          </a:prstGeom>
          <a:ln w="0">
            <a:noFill/>
          </a:ln>
        </p:spPr>
      </p:pic>
      <p:sp>
        <p:nvSpPr>
          <p:cNvPr id="29272" name=""/>
          <p:cNvSpPr/>
          <p:nvPr/>
        </p:nvSpPr>
        <p:spPr>
          <a:xfrm>
            <a:off x="5969160" y="4410360"/>
            <a:ext cx="920880" cy="491040"/>
          </a:xfrm>
          <a:custGeom>
            <a:avLst/>
            <a:gdLst/>
            <a:ahLst/>
            <a:rect l="0" t="0" r="r" b="b"/>
            <a:pathLst>
              <a:path w="2558" h="1364">
                <a:moveTo>
                  <a:pt x="0" y="681"/>
                </a:moveTo>
                <a:cubicBezTo>
                  <a:pt x="0" y="305"/>
                  <a:pt x="574" y="0"/>
                  <a:pt x="1280" y="0"/>
                </a:cubicBezTo>
                <a:cubicBezTo>
                  <a:pt x="1986" y="0"/>
                  <a:pt x="2558" y="305"/>
                  <a:pt x="2558" y="681"/>
                </a:cubicBezTo>
                <a:cubicBezTo>
                  <a:pt x="2558" y="1059"/>
                  <a:pt x="1986" y="1364"/>
                  <a:pt x="1280" y="1364"/>
                </a:cubicBezTo>
                <a:cubicBezTo>
                  <a:pt x="574" y="1364"/>
                  <a:pt x="0" y="1059"/>
                  <a:pt x="0" y="681"/>
                </a:cubicBezTo>
                <a:close/>
              </a:path>
            </a:pathLst>
          </a:custGeom>
          <a:noFill/>
          <a:ln w="12600">
            <a:solidFill>
              <a:srgbClr val="9c1f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73" name=""/>
          <p:cNvSpPr txBox="1"/>
          <p:nvPr/>
        </p:nvSpPr>
        <p:spPr>
          <a:xfrm>
            <a:off x="4155840" y="1927440"/>
            <a:ext cx="322236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Reversed Trunk Impedance value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74" name=""/>
          <p:cNvSpPr txBox="1"/>
          <p:nvPr/>
        </p:nvSpPr>
        <p:spPr>
          <a:xfrm>
            <a:off x="774360" y="1006200"/>
            <a:ext cx="6171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InBody_Impedancedecrease]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7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7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7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7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7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28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281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282" name="" descr=""/>
          <p:cNvPicPr/>
          <p:nvPr/>
        </p:nvPicPr>
        <p:blipFill>
          <a:blip r:embed="rId2"/>
          <a:stretch/>
        </p:blipFill>
        <p:spPr>
          <a:xfrm>
            <a:off x="807840" y="1690200"/>
            <a:ext cx="3343320" cy="4740840"/>
          </a:xfrm>
          <a:prstGeom prst="rect">
            <a:avLst/>
          </a:prstGeom>
          <a:ln w="0">
            <a:noFill/>
          </a:ln>
        </p:spPr>
      </p:pic>
      <p:pic>
        <p:nvPicPr>
          <p:cNvPr id="29283" name="" descr=""/>
          <p:cNvPicPr/>
          <p:nvPr/>
        </p:nvPicPr>
        <p:blipFill>
          <a:blip r:embed="rId3"/>
          <a:stretch/>
        </p:blipFill>
        <p:spPr>
          <a:xfrm>
            <a:off x="1998000" y="2420280"/>
            <a:ext cx="7373520" cy="4101480"/>
          </a:xfrm>
          <a:prstGeom prst="rect">
            <a:avLst/>
          </a:prstGeom>
          <a:ln w="0">
            <a:noFill/>
          </a:ln>
        </p:spPr>
      </p:pic>
      <p:sp>
        <p:nvSpPr>
          <p:cNvPr id="29284" name=""/>
          <p:cNvSpPr/>
          <p:nvPr/>
        </p:nvSpPr>
        <p:spPr>
          <a:xfrm>
            <a:off x="2282760" y="2679120"/>
            <a:ext cx="6739560" cy="3526920"/>
          </a:xfrm>
          <a:custGeom>
            <a:avLst/>
            <a:gdLst/>
            <a:ahLst/>
            <a:rect l="0" t="0" r="r" b="b"/>
            <a:pathLst>
              <a:path w="18721" h="9797">
                <a:moveTo>
                  <a:pt x="0" y="9797"/>
                </a:moveTo>
                <a:lnTo>
                  <a:pt x="18721" y="9797"/>
                </a:lnTo>
                <a:lnTo>
                  <a:pt x="18721" y="0"/>
                </a:lnTo>
                <a:lnTo>
                  <a:pt x="0" y="0"/>
                </a:lnTo>
                <a:lnTo>
                  <a:pt x="0" y="9797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285" name="" descr=""/>
          <p:cNvPicPr/>
          <p:nvPr/>
        </p:nvPicPr>
        <p:blipFill>
          <a:blip r:embed="rId4"/>
          <a:stretch/>
        </p:blipFill>
        <p:spPr>
          <a:xfrm>
            <a:off x="2343960" y="2866680"/>
            <a:ext cx="6654960" cy="3197160"/>
          </a:xfrm>
          <a:prstGeom prst="rect">
            <a:avLst/>
          </a:prstGeom>
          <a:ln w="0">
            <a:noFill/>
          </a:ln>
        </p:spPr>
      </p:pic>
      <p:sp>
        <p:nvSpPr>
          <p:cNvPr id="29286" name=""/>
          <p:cNvSpPr/>
          <p:nvPr/>
        </p:nvSpPr>
        <p:spPr>
          <a:xfrm>
            <a:off x="3855600" y="4105440"/>
            <a:ext cx="996840" cy="520200"/>
          </a:xfrm>
          <a:custGeom>
            <a:avLst/>
            <a:gdLst/>
            <a:ahLst/>
            <a:rect l="0" t="0" r="r" b="b"/>
            <a:pathLst>
              <a:path w="2769" h="1445">
                <a:moveTo>
                  <a:pt x="0" y="722"/>
                </a:moveTo>
                <a:cubicBezTo>
                  <a:pt x="0" y="323"/>
                  <a:pt x="620" y="0"/>
                  <a:pt x="1384" y="0"/>
                </a:cubicBezTo>
                <a:cubicBezTo>
                  <a:pt x="2150" y="0"/>
                  <a:pt x="2769" y="323"/>
                  <a:pt x="2769" y="722"/>
                </a:cubicBezTo>
                <a:cubicBezTo>
                  <a:pt x="2769" y="1122"/>
                  <a:pt x="2150" y="1445"/>
                  <a:pt x="1384" y="1445"/>
                </a:cubicBezTo>
                <a:cubicBezTo>
                  <a:pt x="620" y="1445"/>
                  <a:pt x="0" y="1122"/>
                  <a:pt x="0" y="722"/>
                </a:cubicBezTo>
                <a:close/>
              </a:path>
            </a:pathLst>
          </a:custGeom>
          <a:noFill/>
          <a:ln w="12600">
            <a:solidFill>
              <a:srgbClr val="9c1f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87" name=""/>
          <p:cNvSpPr txBox="1"/>
          <p:nvPr/>
        </p:nvSpPr>
        <p:spPr>
          <a:xfrm>
            <a:off x="4152960" y="2079720"/>
            <a:ext cx="312048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Reversed  Right Arm Impedance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88" name=""/>
          <p:cNvSpPr txBox="1"/>
          <p:nvPr/>
        </p:nvSpPr>
        <p:spPr>
          <a:xfrm>
            <a:off x="767520" y="1154160"/>
            <a:ext cx="6171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InBody_Impedancedecrease]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8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9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91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92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293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294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295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96" name=""/>
          <p:cNvSpPr txBox="1"/>
          <p:nvPr/>
        </p:nvSpPr>
        <p:spPr>
          <a:xfrm>
            <a:off x="803880" y="868320"/>
            <a:ext cx="6171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InBody_Impedancedecrease]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97" name=""/>
          <p:cNvSpPr txBox="1"/>
          <p:nvPr/>
        </p:nvSpPr>
        <p:spPr>
          <a:xfrm>
            <a:off x="3285360" y="1743480"/>
            <a:ext cx="59702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1. Check the impedance get lower as the frequency increases.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98" name=""/>
          <p:cNvSpPr txBox="1"/>
          <p:nvPr/>
        </p:nvSpPr>
        <p:spPr>
          <a:xfrm>
            <a:off x="3285360" y="2183040"/>
            <a:ext cx="57783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According to the theory of BIA technology, impedance measured on high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299" name=""/>
          <p:cNvSpPr txBox="1"/>
          <p:nvPr/>
        </p:nvSpPr>
        <p:spPr>
          <a:xfrm>
            <a:off x="3285360" y="2503440"/>
            <a:ext cx="430128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frequency is smaller than impedance of low frequency.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00" name=""/>
          <p:cNvSpPr txBox="1"/>
          <p:nvPr/>
        </p:nvSpPr>
        <p:spPr>
          <a:xfrm>
            <a:off x="3285360" y="2823480"/>
            <a:ext cx="60051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Therefore, as the frequency increase the impedance gets smaller for all five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01" name=""/>
          <p:cNvSpPr/>
          <p:nvPr/>
        </p:nvSpPr>
        <p:spPr>
          <a:xfrm>
            <a:off x="816840" y="1605960"/>
            <a:ext cx="2232720" cy="2079360"/>
          </a:xfrm>
          <a:custGeom>
            <a:avLst/>
            <a:gdLst/>
            <a:ahLst/>
            <a:rect l="0" t="0" r="r" b="b"/>
            <a:pathLst>
              <a:path w="6202" h="5776">
                <a:moveTo>
                  <a:pt x="0" y="149"/>
                </a:moveTo>
                <a:cubicBezTo>
                  <a:pt x="0" y="67"/>
                  <a:pt x="66" y="0"/>
                  <a:pt x="148" y="0"/>
                </a:cubicBezTo>
                <a:lnTo>
                  <a:pt x="6054" y="0"/>
                </a:lnTo>
                <a:cubicBezTo>
                  <a:pt x="6136" y="0"/>
                  <a:pt x="6202" y="67"/>
                  <a:pt x="6202" y="149"/>
                </a:cubicBezTo>
                <a:lnTo>
                  <a:pt x="6202" y="5628"/>
                </a:lnTo>
                <a:cubicBezTo>
                  <a:pt x="6202" y="5709"/>
                  <a:pt x="6136" y="5776"/>
                  <a:pt x="6054" y="5776"/>
                </a:cubicBezTo>
                <a:lnTo>
                  <a:pt x="148" y="5776"/>
                </a:lnTo>
                <a:cubicBezTo>
                  <a:pt x="66" y="5776"/>
                  <a:pt x="0" y="5709"/>
                  <a:pt x="0" y="5628"/>
                </a:cubicBezTo>
                <a:lnTo>
                  <a:pt x="0" y="149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02" name=""/>
          <p:cNvSpPr/>
          <p:nvPr/>
        </p:nvSpPr>
        <p:spPr>
          <a:xfrm>
            <a:off x="1380600" y="3136320"/>
            <a:ext cx="1295640" cy="76320"/>
          </a:xfrm>
          <a:custGeom>
            <a:avLst/>
            <a:gdLst/>
            <a:ahLst/>
            <a:rect l="0" t="0" r="r" b="b"/>
            <a:pathLst>
              <a:path w="3599" h="212">
                <a:moveTo>
                  <a:pt x="0" y="89"/>
                </a:moveTo>
                <a:lnTo>
                  <a:pt x="3423" y="89"/>
                </a:lnTo>
                <a:lnTo>
                  <a:pt x="3423" y="124"/>
                </a:lnTo>
                <a:lnTo>
                  <a:pt x="0" y="124"/>
                </a:lnTo>
                <a:lnTo>
                  <a:pt x="0" y="89"/>
                </a:lnTo>
                <a:moveTo>
                  <a:pt x="3388" y="0"/>
                </a:moveTo>
                <a:lnTo>
                  <a:pt x="3599" y="107"/>
                </a:lnTo>
                <a:lnTo>
                  <a:pt x="3388" y="212"/>
                </a:lnTo>
                <a:lnTo>
                  <a:pt x="33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03" name=""/>
          <p:cNvSpPr/>
          <p:nvPr/>
        </p:nvSpPr>
        <p:spPr>
          <a:xfrm>
            <a:off x="1341000" y="1877400"/>
            <a:ext cx="76680" cy="1297440"/>
          </a:xfrm>
          <a:custGeom>
            <a:avLst/>
            <a:gdLst/>
            <a:ahLst/>
            <a:rect l="0" t="0" r="r" b="b"/>
            <a:pathLst>
              <a:path w="213" h="3604">
                <a:moveTo>
                  <a:pt x="92" y="3604"/>
                </a:moveTo>
                <a:lnTo>
                  <a:pt x="88" y="176"/>
                </a:lnTo>
                <a:lnTo>
                  <a:pt x="124" y="176"/>
                </a:lnTo>
                <a:lnTo>
                  <a:pt x="128" y="3604"/>
                </a:lnTo>
                <a:lnTo>
                  <a:pt x="92" y="3604"/>
                </a:lnTo>
                <a:moveTo>
                  <a:pt x="0" y="213"/>
                </a:moveTo>
                <a:lnTo>
                  <a:pt x="106" y="0"/>
                </a:lnTo>
                <a:lnTo>
                  <a:pt x="213" y="213"/>
                </a:lnTo>
                <a:lnTo>
                  <a:pt x="0" y="213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04" name=""/>
          <p:cNvSpPr/>
          <p:nvPr/>
        </p:nvSpPr>
        <p:spPr>
          <a:xfrm>
            <a:off x="1525320" y="2240280"/>
            <a:ext cx="791280" cy="791640"/>
          </a:xfrm>
          <a:prstGeom prst="line">
            <a:avLst/>
          </a:prstGeom>
          <a:ln w="936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05" name=""/>
          <p:cNvSpPr txBox="1"/>
          <p:nvPr/>
        </p:nvSpPr>
        <p:spPr>
          <a:xfrm>
            <a:off x="3285360" y="3143520"/>
            <a:ext cx="88164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body parts.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06" name=""/>
          <p:cNvSpPr txBox="1"/>
          <p:nvPr/>
        </p:nvSpPr>
        <p:spPr>
          <a:xfrm>
            <a:off x="1977120" y="3229200"/>
            <a:ext cx="8024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Frequency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07" name=""/>
          <p:cNvSpPr/>
          <p:nvPr/>
        </p:nvSpPr>
        <p:spPr>
          <a:xfrm>
            <a:off x="0" y="3779280"/>
            <a:ext cx="10067760" cy="2946240"/>
          </a:xfrm>
          <a:custGeom>
            <a:avLst/>
            <a:gdLst/>
            <a:ahLst/>
            <a:rect l="0" t="0" r="r" b="b"/>
            <a:pathLst>
              <a:path w="27966" h="8184">
                <a:moveTo>
                  <a:pt x="0" y="8184"/>
                </a:moveTo>
                <a:lnTo>
                  <a:pt x="27966" y="8184"/>
                </a:lnTo>
                <a:lnTo>
                  <a:pt x="27966" y="0"/>
                </a:lnTo>
                <a:lnTo>
                  <a:pt x="0" y="0"/>
                </a:lnTo>
                <a:lnTo>
                  <a:pt x="0" y="8184"/>
                </a:lnTo>
                <a:close/>
              </a:path>
            </a:pathLst>
          </a:custGeom>
          <a:solidFill>
            <a:srgbClr val="59595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08" name=""/>
          <p:cNvSpPr/>
          <p:nvPr/>
        </p:nvSpPr>
        <p:spPr>
          <a:xfrm>
            <a:off x="0" y="3779280"/>
            <a:ext cx="10067760" cy="2946240"/>
          </a:xfrm>
          <a:custGeom>
            <a:avLst/>
            <a:gdLst/>
            <a:ahLst/>
            <a:rect l="0" t="0" r="r" b="b"/>
            <a:pathLst>
              <a:path w="27966" h="8184">
                <a:moveTo>
                  <a:pt x="0" y="8184"/>
                </a:moveTo>
                <a:lnTo>
                  <a:pt x="27966" y="8184"/>
                </a:lnTo>
                <a:lnTo>
                  <a:pt x="27966" y="0"/>
                </a:lnTo>
                <a:lnTo>
                  <a:pt x="0" y="0"/>
                </a:lnTo>
                <a:lnTo>
                  <a:pt x="0" y="8184"/>
                </a:lnTo>
                <a:close/>
              </a:path>
            </a:pathLst>
          </a:custGeom>
          <a:noFill/>
          <a:ln w="12600">
            <a:solidFill>
              <a:srgbClr val="595959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09" name=""/>
          <p:cNvSpPr txBox="1"/>
          <p:nvPr/>
        </p:nvSpPr>
        <p:spPr>
          <a:xfrm rot="5400000">
            <a:off x="729000" y="2228400"/>
            <a:ext cx="84816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Impedance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0" name=""/>
          <p:cNvSpPr txBox="1"/>
          <p:nvPr/>
        </p:nvSpPr>
        <p:spPr>
          <a:xfrm>
            <a:off x="996840" y="4212720"/>
            <a:ext cx="63237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ffffff"/>
                </a:solidFill>
                <a:latin typeface="Calibri"/>
                <a:ea typeface="Calibri"/>
              </a:rPr>
              <a:t>Q. Why does impedance decrease as it goes to higher frequencies?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1" name=""/>
          <p:cNvSpPr txBox="1"/>
          <p:nvPr/>
        </p:nvSpPr>
        <p:spPr>
          <a:xfrm>
            <a:off x="1825920" y="4856400"/>
            <a:ext cx="1146600" cy="434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790" spc="-1" strike="noStrike">
                <a:solidFill>
                  <a:srgbClr val="ffffff"/>
                </a:solidFill>
                <a:latin typeface="Calibri"/>
                <a:ea typeface="Calibri"/>
              </a:rPr>
              <a:t>Volume</a:t>
            </a:r>
            <a:endParaRPr b="0" lang="en-US" sz="27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2" name=""/>
          <p:cNvSpPr txBox="1"/>
          <p:nvPr/>
        </p:nvSpPr>
        <p:spPr>
          <a:xfrm>
            <a:off x="2836440" y="4908240"/>
            <a:ext cx="354600" cy="35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790" spc="-1" strike="noStrike">
                <a:solidFill>
                  <a:srgbClr val="ffffff"/>
                </a:solidFill>
                <a:latin typeface="CambriaMath"/>
                <a:ea typeface="CambriaMath"/>
              </a:rPr>
              <a:t>=</a:t>
            </a:r>
            <a:endParaRPr b="0" lang="en-US" sz="27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3" name=""/>
          <p:cNvSpPr/>
          <p:nvPr/>
        </p:nvSpPr>
        <p:spPr>
          <a:xfrm>
            <a:off x="3378600" y="5079960"/>
            <a:ext cx="1301760" cy="23400"/>
          </a:xfrm>
          <a:custGeom>
            <a:avLst/>
            <a:gdLst/>
            <a:ahLst/>
            <a:rect l="0" t="0" r="r" b="b"/>
            <a:pathLst>
              <a:path w="3616" h="65">
                <a:moveTo>
                  <a:pt x="0" y="0"/>
                </a:moveTo>
                <a:lnTo>
                  <a:pt x="1807" y="0"/>
                </a:lnTo>
                <a:lnTo>
                  <a:pt x="3616" y="0"/>
                </a:lnTo>
                <a:lnTo>
                  <a:pt x="3616" y="65"/>
                </a:lnTo>
                <a:lnTo>
                  <a:pt x="1807" y="65"/>
                </a:lnTo>
                <a:lnTo>
                  <a:pt x="0" y="6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4" name=""/>
          <p:cNvSpPr txBox="1"/>
          <p:nvPr/>
        </p:nvSpPr>
        <p:spPr>
          <a:xfrm>
            <a:off x="3147840" y="4856400"/>
            <a:ext cx="354600" cy="434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790" spc="-1" strike="noStrike">
                <a:solidFill>
                  <a:srgbClr val="ffffff"/>
                </a:solidFill>
                <a:latin typeface="Calibri"/>
                <a:ea typeface="Calibri"/>
              </a:rPr>
              <a:t>ρ</a:t>
            </a:r>
            <a:endParaRPr b="0" lang="en-US" sz="27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5" name=""/>
          <p:cNvSpPr txBox="1"/>
          <p:nvPr/>
        </p:nvSpPr>
        <p:spPr>
          <a:xfrm>
            <a:off x="3556080" y="4776120"/>
            <a:ext cx="819000" cy="259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40" spc="-1" strike="noStrike">
                <a:solidFill>
                  <a:srgbClr val="ffffff"/>
                </a:solidFill>
                <a:latin typeface="CambriaMath"/>
                <a:ea typeface="CambriaMath"/>
              </a:rPr>
              <a:t>𝐿𝑒𝑛𝑔𝑡ℎ</a:t>
            </a:r>
            <a:endParaRPr b="0" lang="en-US" sz="20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6" name=""/>
          <p:cNvSpPr txBox="1"/>
          <p:nvPr/>
        </p:nvSpPr>
        <p:spPr>
          <a:xfrm>
            <a:off x="4376160" y="4718880"/>
            <a:ext cx="213120" cy="213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9" spc="-1" strike="noStrike">
                <a:solidFill>
                  <a:srgbClr val="ffffff"/>
                </a:solidFill>
                <a:latin typeface="CambriaMath"/>
                <a:ea typeface="CambriaMath"/>
              </a:rPr>
              <a:t>2</a:t>
            </a:r>
            <a:endParaRPr b="0" lang="en-US" sz="167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7" name=""/>
          <p:cNvSpPr txBox="1"/>
          <p:nvPr/>
        </p:nvSpPr>
        <p:spPr>
          <a:xfrm>
            <a:off x="3379320" y="5163840"/>
            <a:ext cx="1252080" cy="259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40" spc="-1" strike="noStrike">
                <a:solidFill>
                  <a:srgbClr val="ffffff"/>
                </a:solidFill>
                <a:latin typeface="CambriaMath"/>
                <a:ea typeface="CambriaMath"/>
              </a:rPr>
              <a:t>𝐼𝑚𝑝𝑒𝑑𝑎𝑛𝑐𝑒</a:t>
            </a:r>
            <a:endParaRPr b="0" lang="en-US" sz="20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8" name=""/>
          <p:cNvSpPr/>
          <p:nvPr/>
        </p:nvSpPr>
        <p:spPr>
          <a:xfrm>
            <a:off x="2489040" y="5784120"/>
            <a:ext cx="2859120" cy="329400"/>
          </a:xfrm>
          <a:custGeom>
            <a:avLst/>
            <a:gdLst/>
            <a:ahLst/>
            <a:rect l="0" t="0" r="r" b="b"/>
            <a:pathLst>
              <a:path w="7942" h="915">
                <a:moveTo>
                  <a:pt x="7651" y="0"/>
                </a:moveTo>
                <a:cubicBezTo>
                  <a:pt x="7744" y="25"/>
                  <a:pt x="7816" y="79"/>
                  <a:pt x="7867" y="161"/>
                </a:cubicBezTo>
                <a:cubicBezTo>
                  <a:pt x="7917" y="243"/>
                  <a:pt x="7942" y="342"/>
                  <a:pt x="7942" y="458"/>
                </a:cubicBezTo>
                <a:cubicBezTo>
                  <a:pt x="7942" y="574"/>
                  <a:pt x="7917" y="673"/>
                  <a:pt x="7867" y="754"/>
                </a:cubicBezTo>
                <a:cubicBezTo>
                  <a:pt x="7817" y="837"/>
                  <a:pt x="7745" y="890"/>
                  <a:pt x="7651" y="915"/>
                </a:cubicBezTo>
                <a:lnTo>
                  <a:pt x="7639" y="878"/>
                </a:lnTo>
                <a:cubicBezTo>
                  <a:pt x="7713" y="853"/>
                  <a:pt x="7768" y="803"/>
                  <a:pt x="7805" y="731"/>
                </a:cubicBezTo>
                <a:cubicBezTo>
                  <a:pt x="7841" y="658"/>
                  <a:pt x="7859" y="565"/>
                  <a:pt x="7859" y="453"/>
                </a:cubicBezTo>
                <a:cubicBezTo>
                  <a:pt x="7859" y="344"/>
                  <a:pt x="7841" y="254"/>
                  <a:pt x="7805" y="182"/>
                </a:cubicBezTo>
                <a:cubicBezTo>
                  <a:pt x="7769" y="111"/>
                  <a:pt x="7713" y="62"/>
                  <a:pt x="7638" y="38"/>
                </a:cubicBezTo>
                <a:lnTo>
                  <a:pt x="7651" y="0"/>
                </a:lnTo>
                <a:moveTo>
                  <a:pt x="292" y="0"/>
                </a:moveTo>
                <a:lnTo>
                  <a:pt x="305" y="38"/>
                </a:lnTo>
                <a:cubicBezTo>
                  <a:pt x="230" y="62"/>
                  <a:pt x="174" y="111"/>
                  <a:pt x="138" y="182"/>
                </a:cubicBezTo>
                <a:cubicBezTo>
                  <a:pt x="102" y="254"/>
                  <a:pt x="84" y="344"/>
                  <a:pt x="84" y="453"/>
                </a:cubicBezTo>
                <a:cubicBezTo>
                  <a:pt x="84" y="565"/>
                  <a:pt x="102" y="658"/>
                  <a:pt x="138" y="731"/>
                </a:cubicBezTo>
                <a:cubicBezTo>
                  <a:pt x="174" y="803"/>
                  <a:pt x="229" y="853"/>
                  <a:pt x="303" y="878"/>
                </a:cubicBezTo>
                <a:lnTo>
                  <a:pt x="292" y="915"/>
                </a:lnTo>
                <a:cubicBezTo>
                  <a:pt x="198" y="890"/>
                  <a:pt x="126" y="837"/>
                  <a:pt x="75" y="754"/>
                </a:cubicBezTo>
                <a:cubicBezTo>
                  <a:pt x="25" y="673"/>
                  <a:pt x="0" y="574"/>
                  <a:pt x="0" y="458"/>
                </a:cubicBezTo>
                <a:cubicBezTo>
                  <a:pt x="0" y="342"/>
                  <a:pt x="26" y="243"/>
                  <a:pt x="76" y="161"/>
                </a:cubicBezTo>
                <a:cubicBezTo>
                  <a:pt x="126" y="79"/>
                  <a:pt x="198" y="25"/>
                  <a:pt x="292" y="0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19" name=""/>
          <p:cNvSpPr txBox="1"/>
          <p:nvPr/>
        </p:nvSpPr>
        <p:spPr>
          <a:xfrm>
            <a:off x="1825920" y="5713200"/>
            <a:ext cx="697320" cy="434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800" spc="-1" strike="noStrike">
                <a:solidFill>
                  <a:srgbClr val="ffffff"/>
                </a:solidFill>
                <a:latin typeface="Calibri"/>
                <a:ea typeface="Calibri"/>
              </a:rPr>
              <a:t>TBW</a:t>
            </a:r>
            <a:endParaRPr b="0" lang="en-US" sz="2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20" name=""/>
          <p:cNvSpPr txBox="1"/>
          <p:nvPr/>
        </p:nvSpPr>
        <p:spPr>
          <a:xfrm>
            <a:off x="2606400" y="5765040"/>
            <a:ext cx="3266640" cy="35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800" spc="-1" strike="noStrike">
                <a:solidFill>
                  <a:srgbClr val="ffffff"/>
                </a:solidFill>
                <a:latin typeface="CambriaMath"/>
                <a:ea typeface="CambriaMath"/>
              </a:rPr>
              <a:t>𝐓𝐨𝐭𝐚𝐥 𝐁𝐨𝐝𝐲 𝐖𝐚𝐭𝐞𝐫</a:t>
            </a:r>
            <a:endParaRPr b="0" lang="en-US" sz="2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21" name=""/>
          <p:cNvSpPr/>
          <p:nvPr/>
        </p:nvSpPr>
        <p:spPr>
          <a:xfrm>
            <a:off x="5844240" y="5937120"/>
            <a:ext cx="1302120" cy="23400"/>
          </a:xfrm>
          <a:custGeom>
            <a:avLst/>
            <a:gdLst/>
            <a:ahLst/>
            <a:rect l="0" t="0" r="r" b="b"/>
            <a:pathLst>
              <a:path w="3617" h="65">
                <a:moveTo>
                  <a:pt x="0" y="65"/>
                </a:moveTo>
                <a:lnTo>
                  <a:pt x="3617" y="65"/>
                </a:lnTo>
                <a:lnTo>
                  <a:pt x="3617" y="0"/>
                </a:lnTo>
                <a:lnTo>
                  <a:pt x="0" y="0"/>
                </a:lnTo>
                <a:lnTo>
                  <a:pt x="0" y="6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22" name=""/>
          <p:cNvSpPr txBox="1"/>
          <p:nvPr/>
        </p:nvSpPr>
        <p:spPr>
          <a:xfrm>
            <a:off x="5439960" y="5721840"/>
            <a:ext cx="354960" cy="4132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800" spc="-1" strike="noStrike">
                <a:solidFill>
                  <a:srgbClr val="ffffff"/>
                </a:solidFill>
                <a:latin typeface="MalgunGothic"/>
                <a:ea typeface="MalgunGothic"/>
              </a:rPr>
              <a:t>∝</a:t>
            </a:r>
            <a:endParaRPr b="0" lang="en-US" sz="2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23" name=""/>
          <p:cNvSpPr txBox="1"/>
          <p:nvPr/>
        </p:nvSpPr>
        <p:spPr>
          <a:xfrm>
            <a:off x="6030000" y="5634000"/>
            <a:ext cx="791640" cy="259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40" spc="-1" strike="noStrike">
                <a:solidFill>
                  <a:srgbClr val="ffffff"/>
                </a:solidFill>
                <a:latin typeface="CambriaMath"/>
                <a:ea typeface="CambriaMath"/>
              </a:rPr>
              <a:t>𝐻𝑒𝑖𝑔ℎ𝑡</a:t>
            </a:r>
            <a:endParaRPr b="0" lang="en-US" sz="20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24" name=""/>
          <p:cNvSpPr txBox="1"/>
          <p:nvPr/>
        </p:nvSpPr>
        <p:spPr>
          <a:xfrm>
            <a:off x="6836400" y="5576400"/>
            <a:ext cx="213120" cy="213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9" spc="-1" strike="noStrike">
                <a:solidFill>
                  <a:srgbClr val="ffffff"/>
                </a:solidFill>
                <a:latin typeface="CambriaMath"/>
                <a:ea typeface="CambriaMath"/>
              </a:rPr>
              <a:t>2</a:t>
            </a:r>
            <a:endParaRPr b="0" lang="en-US" sz="167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25" name=""/>
          <p:cNvSpPr txBox="1"/>
          <p:nvPr/>
        </p:nvSpPr>
        <p:spPr>
          <a:xfrm>
            <a:off x="5845320" y="6021360"/>
            <a:ext cx="1252080" cy="2595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40" spc="-1" strike="noStrike">
                <a:solidFill>
                  <a:srgbClr val="ffffff"/>
                </a:solidFill>
                <a:latin typeface="CambriaMath"/>
                <a:ea typeface="CambriaMath"/>
              </a:rPr>
              <a:t>𝐼𝑚𝑝𝑒𝑑𝑎𝑛𝑐𝑒</a:t>
            </a:r>
            <a:endParaRPr b="0" lang="en-US" sz="204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2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2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2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2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3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331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332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33" name=""/>
          <p:cNvSpPr txBox="1"/>
          <p:nvPr/>
        </p:nvSpPr>
        <p:spPr>
          <a:xfrm>
            <a:off x="639000" y="1139040"/>
            <a:ext cx="5871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InBody_TrunkImpedance]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34" name=""/>
          <p:cNvSpPr txBox="1"/>
          <p:nvPr/>
        </p:nvSpPr>
        <p:spPr>
          <a:xfrm>
            <a:off x="3219480" y="1812240"/>
            <a:ext cx="529632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2. Check if the trunk impedance is not higher than 40</a:t>
            </a:r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Ω</a:t>
            </a:r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35" name=""/>
          <p:cNvSpPr txBox="1"/>
          <p:nvPr/>
        </p:nvSpPr>
        <p:spPr>
          <a:xfrm>
            <a:off x="3219480" y="2251440"/>
            <a:ext cx="586800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Trunk is the shortest but the widest part of our body, thus, the value of the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36" name=""/>
          <p:cNvSpPr txBox="1"/>
          <p:nvPr/>
        </p:nvSpPr>
        <p:spPr>
          <a:xfrm>
            <a:off x="3219480" y="2572200"/>
            <a:ext cx="58071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impedance is lower. </a:t>
            </a:r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In most of cases, trunk impedance is not higher than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37" name=""/>
          <p:cNvSpPr/>
          <p:nvPr/>
        </p:nvSpPr>
        <p:spPr>
          <a:xfrm>
            <a:off x="677880" y="1674720"/>
            <a:ext cx="2233080" cy="2079000"/>
          </a:xfrm>
          <a:custGeom>
            <a:avLst/>
            <a:gdLst/>
            <a:ahLst/>
            <a:rect l="0" t="0" r="r" b="b"/>
            <a:pathLst>
              <a:path w="6203" h="5775">
                <a:moveTo>
                  <a:pt x="0" y="148"/>
                </a:moveTo>
                <a:cubicBezTo>
                  <a:pt x="0" y="66"/>
                  <a:pt x="67" y="0"/>
                  <a:pt x="149" y="0"/>
                </a:cubicBezTo>
                <a:lnTo>
                  <a:pt x="6055" y="0"/>
                </a:lnTo>
                <a:cubicBezTo>
                  <a:pt x="6137" y="0"/>
                  <a:pt x="6203" y="66"/>
                  <a:pt x="6203" y="148"/>
                </a:cubicBezTo>
                <a:lnTo>
                  <a:pt x="6203" y="5627"/>
                </a:lnTo>
                <a:cubicBezTo>
                  <a:pt x="6203" y="5709"/>
                  <a:pt x="6137" y="5775"/>
                  <a:pt x="6055" y="5775"/>
                </a:cubicBezTo>
                <a:lnTo>
                  <a:pt x="149" y="5775"/>
                </a:lnTo>
                <a:cubicBezTo>
                  <a:pt x="67" y="5775"/>
                  <a:pt x="0" y="5709"/>
                  <a:pt x="0" y="5627"/>
                </a:cubicBezTo>
                <a:lnTo>
                  <a:pt x="0" y="148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38" name=""/>
          <p:cNvSpPr/>
          <p:nvPr/>
        </p:nvSpPr>
        <p:spPr>
          <a:xfrm>
            <a:off x="109332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39" name=""/>
          <p:cNvSpPr/>
          <p:nvPr/>
        </p:nvSpPr>
        <p:spPr>
          <a:xfrm>
            <a:off x="109800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0" name=""/>
          <p:cNvSpPr/>
          <p:nvPr/>
        </p:nvSpPr>
        <p:spPr>
          <a:xfrm>
            <a:off x="110268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1" name=""/>
          <p:cNvSpPr/>
          <p:nvPr/>
        </p:nvSpPr>
        <p:spPr>
          <a:xfrm>
            <a:off x="110736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2" name=""/>
          <p:cNvSpPr/>
          <p:nvPr/>
        </p:nvSpPr>
        <p:spPr>
          <a:xfrm>
            <a:off x="11120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3" name=""/>
          <p:cNvSpPr/>
          <p:nvPr/>
        </p:nvSpPr>
        <p:spPr>
          <a:xfrm>
            <a:off x="11142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4" name=""/>
          <p:cNvSpPr/>
          <p:nvPr/>
        </p:nvSpPr>
        <p:spPr>
          <a:xfrm>
            <a:off x="11167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5" name=""/>
          <p:cNvSpPr/>
          <p:nvPr/>
        </p:nvSpPr>
        <p:spPr>
          <a:xfrm>
            <a:off x="11188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6" name=""/>
          <p:cNvSpPr/>
          <p:nvPr/>
        </p:nvSpPr>
        <p:spPr>
          <a:xfrm>
            <a:off x="11214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7" name=""/>
          <p:cNvSpPr/>
          <p:nvPr/>
        </p:nvSpPr>
        <p:spPr>
          <a:xfrm>
            <a:off x="11235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8" name=""/>
          <p:cNvSpPr/>
          <p:nvPr/>
        </p:nvSpPr>
        <p:spPr>
          <a:xfrm>
            <a:off x="11260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49" name=""/>
          <p:cNvSpPr/>
          <p:nvPr/>
        </p:nvSpPr>
        <p:spPr>
          <a:xfrm>
            <a:off x="112824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0" name=""/>
          <p:cNvSpPr/>
          <p:nvPr/>
        </p:nvSpPr>
        <p:spPr>
          <a:xfrm>
            <a:off x="11307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1" name=""/>
          <p:cNvSpPr/>
          <p:nvPr/>
        </p:nvSpPr>
        <p:spPr>
          <a:xfrm>
            <a:off x="11329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2" name=""/>
          <p:cNvSpPr/>
          <p:nvPr/>
        </p:nvSpPr>
        <p:spPr>
          <a:xfrm>
            <a:off x="11354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3" name=""/>
          <p:cNvSpPr/>
          <p:nvPr/>
        </p:nvSpPr>
        <p:spPr>
          <a:xfrm>
            <a:off x="11376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4" name=""/>
          <p:cNvSpPr/>
          <p:nvPr/>
        </p:nvSpPr>
        <p:spPr>
          <a:xfrm>
            <a:off x="11401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5" name=""/>
          <p:cNvSpPr/>
          <p:nvPr/>
        </p:nvSpPr>
        <p:spPr>
          <a:xfrm>
            <a:off x="11422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6" name=""/>
          <p:cNvSpPr/>
          <p:nvPr/>
        </p:nvSpPr>
        <p:spPr>
          <a:xfrm>
            <a:off x="11448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7" name=""/>
          <p:cNvSpPr/>
          <p:nvPr/>
        </p:nvSpPr>
        <p:spPr>
          <a:xfrm>
            <a:off x="11469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8" name=""/>
          <p:cNvSpPr/>
          <p:nvPr/>
        </p:nvSpPr>
        <p:spPr>
          <a:xfrm>
            <a:off x="11491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59" name=""/>
          <p:cNvSpPr/>
          <p:nvPr/>
        </p:nvSpPr>
        <p:spPr>
          <a:xfrm>
            <a:off x="11516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0" name=""/>
          <p:cNvSpPr/>
          <p:nvPr/>
        </p:nvSpPr>
        <p:spPr>
          <a:xfrm>
            <a:off x="11538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1" name=""/>
          <p:cNvSpPr/>
          <p:nvPr/>
        </p:nvSpPr>
        <p:spPr>
          <a:xfrm>
            <a:off x="11563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2" name=""/>
          <p:cNvSpPr/>
          <p:nvPr/>
        </p:nvSpPr>
        <p:spPr>
          <a:xfrm>
            <a:off x="115848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3" name=""/>
          <p:cNvSpPr/>
          <p:nvPr/>
        </p:nvSpPr>
        <p:spPr>
          <a:xfrm>
            <a:off x="11610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4" name=""/>
          <p:cNvSpPr/>
          <p:nvPr/>
        </p:nvSpPr>
        <p:spPr>
          <a:xfrm>
            <a:off x="11631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5" name=""/>
          <p:cNvSpPr/>
          <p:nvPr/>
        </p:nvSpPr>
        <p:spPr>
          <a:xfrm>
            <a:off x="11656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6" name=""/>
          <p:cNvSpPr/>
          <p:nvPr/>
        </p:nvSpPr>
        <p:spPr>
          <a:xfrm>
            <a:off x="11678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7" name=""/>
          <p:cNvSpPr/>
          <p:nvPr/>
        </p:nvSpPr>
        <p:spPr>
          <a:xfrm>
            <a:off x="11703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8" name=""/>
          <p:cNvSpPr/>
          <p:nvPr/>
        </p:nvSpPr>
        <p:spPr>
          <a:xfrm>
            <a:off x="11725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69" name=""/>
          <p:cNvSpPr/>
          <p:nvPr/>
        </p:nvSpPr>
        <p:spPr>
          <a:xfrm>
            <a:off x="11750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70" name=""/>
          <p:cNvSpPr/>
          <p:nvPr/>
        </p:nvSpPr>
        <p:spPr>
          <a:xfrm>
            <a:off x="11772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71" name=""/>
          <p:cNvSpPr/>
          <p:nvPr/>
        </p:nvSpPr>
        <p:spPr>
          <a:xfrm>
            <a:off x="11797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72" name=""/>
          <p:cNvSpPr/>
          <p:nvPr/>
        </p:nvSpPr>
        <p:spPr>
          <a:xfrm>
            <a:off x="11818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73" name=""/>
          <p:cNvSpPr/>
          <p:nvPr/>
        </p:nvSpPr>
        <p:spPr>
          <a:xfrm>
            <a:off x="11844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74" name=""/>
          <p:cNvSpPr/>
          <p:nvPr/>
        </p:nvSpPr>
        <p:spPr>
          <a:xfrm>
            <a:off x="118656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75" name=""/>
          <p:cNvSpPr/>
          <p:nvPr/>
        </p:nvSpPr>
        <p:spPr>
          <a:xfrm>
            <a:off x="11890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76" name=""/>
          <p:cNvSpPr/>
          <p:nvPr/>
        </p:nvSpPr>
        <p:spPr>
          <a:xfrm>
            <a:off x="11912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77" name=""/>
          <p:cNvSpPr/>
          <p:nvPr/>
        </p:nvSpPr>
        <p:spPr>
          <a:xfrm>
            <a:off x="11937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378" name=""/>
          <p:cNvSpPr/>
          <p:nvPr/>
        </p:nvSpPr>
        <p:spPr>
          <a:xfrm>
            <a:off x="11959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79" name=""/>
          <p:cNvSpPr/>
          <p:nvPr/>
        </p:nvSpPr>
        <p:spPr>
          <a:xfrm>
            <a:off x="11984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0" name=""/>
          <p:cNvSpPr/>
          <p:nvPr/>
        </p:nvSpPr>
        <p:spPr>
          <a:xfrm>
            <a:off x="12006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1" name=""/>
          <p:cNvSpPr/>
          <p:nvPr/>
        </p:nvSpPr>
        <p:spPr>
          <a:xfrm>
            <a:off x="12031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2" name=""/>
          <p:cNvSpPr/>
          <p:nvPr/>
        </p:nvSpPr>
        <p:spPr>
          <a:xfrm>
            <a:off x="12052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3" name=""/>
          <p:cNvSpPr/>
          <p:nvPr/>
        </p:nvSpPr>
        <p:spPr>
          <a:xfrm>
            <a:off x="12078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4" name=""/>
          <p:cNvSpPr/>
          <p:nvPr/>
        </p:nvSpPr>
        <p:spPr>
          <a:xfrm>
            <a:off x="12099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5" name=""/>
          <p:cNvSpPr/>
          <p:nvPr/>
        </p:nvSpPr>
        <p:spPr>
          <a:xfrm>
            <a:off x="12124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6" name=""/>
          <p:cNvSpPr/>
          <p:nvPr/>
        </p:nvSpPr>
        <p:spPr>
          <a:xfrm>
            <a:off x="12146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7" name=""/>
          <p:cNvSpPr/>
          <p:nvPr/>
        </p:nvSpPr>
        <p:spPr>
          <a:xfrm>
            <a:off x="121680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8" name=""/>
          <p:cNvSpPr/>
          <p:nvPr/>
        </p:nvSpPr>
        <p:spPr>
          <a:xfrm>
            <a:off x="12193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89" name=""/>
          <p:cNvSpPr/>
          <p:nvPr/>
        </p:nvSpPr>
        <p:spPr>
          <a:xfrm>
            <a:off x="12214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0" name=""/>
          <p:cNvSpPr/>
          <p:nvPr/>
        </p:nvSpPr>
        <p:spPr>
          <a:xfrm>
            <a:off x="12240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1" name=""/>
          <p:cNvSpPr/>
          <p:nvPr/>
        </p:nvSpPr>
        <p:spPr>
          <a:xfrm>
            <a:off x="12261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2" name=""/>
          <p:cNvSpPr/>
          <p:nvPr/>
        </p:nvSpPr>
        <p:spPr>
          <a:xfrm>
            <a:off x="12286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3" name=""/>
          <p:cNvSpPr/>
          <p:nvPr/>
        </p:nvSpPr>
        <p:spPr>
          <a:xfrm>
            <a:off x="12308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4" name=""/>
          <p:cNvSpPr/>
          <p:nvPr/>
        </p:nvSpPr>
        <p:spPr>
          <a:xfrm>
            <a:off x="12333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5" name=""/>
          <p:cNvSpPr/>
          <p:nvPr/>
        </p:nvSpPr>
        <p:spPr>
          <a:xfrm>
            <a:off x="12355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6" name=""/>
          <p:cNvSpPr/>
          <p:nvPr/>
        </p:nvSpPr>
        <p:spPr>
          <a:xfrm>
            <a:off x="12380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7" name=""/>
          <p:cNvSpPr/>
          <p:nvPr/>
        </p:nvSpPr>
        <p:spPr>
          <a:xfrm>
            <a:off x="12402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8" name=""/>
          <p:cNvSpPr/>
          <p:nvPr/>
        </p:nvSpPr>
        <p:spPr>
          <a:xfrm>
            <a:off x="12427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399" name=""/>
          <p:cNvSpPr/>
          <p:nvPr/>
        </p:nvSpPr>
        <p:spPr>
          <a:xfrm>
            <a:off x="124488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0" name=""/>
          <p:cNvSpPr/>
          <p:nvPr/>
        </p:nvSpPr>
        <p:spPr>
          <a:xfrm>
            <a:off x="12474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1" name=""/>
          <p:cNvSpPr/>
          <p:nvPr/>
        </p:nvSpPr>
        <p:spPr>
          <a:xfrm>
            <a:off x="12495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2" name=""/>
          <p:cNvSpPr/>
          <p:nvPr/>
        </p:nvSpPr>
        <p:spPr>
          <a:xfrm>
            <a:off x="12520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3" name=""/>
          <p:cNvSpPr/>
          <p:nvPr/>
        </p:nvSpPr>
        <p:spPr>
          <a:xfrm>
            <a:off x="12542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4" name=""/>
          <p:cNvSpPr/>
          <p:nvPr/>
        </p:nvSpPr>
        <p:spPr>
          <a:xfrm>
            <a:off x="12567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5" name=""/>
          <p:cNvSpPr/>
          <p:nvPr/>
        </p:nvSpPr>
        <p:spPr>
          <a:xfrm>
            <a:off x="12589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6" name=""/>
          <p:cNvSpPr/>
          <p:nvPr/>
        </p:nvSpPr>
        <p:spPr>
          <a:xfrm>
            <a:off x="12614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7" name=""/>
          <p:cNvSpPr/>
          <p:nvPr/>
        </p:nvSpPr>
        <p:spPr>
          <a:xfrm>
            <a:off x="12636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8" name=""/>
          <p:cNvSpPr/>
          <p:nvPr/>
        </p:nvSpPr>
        <p:spPr>
          <a:xfrm>
            <a:off x="12661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09" name=""/>
          <p:cNvSpPr/>
          <p:nvPr/>
        </p:nvSpPr>
        <p:spPr>
          <a:xfrm>
            <a:off x="12682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0" name=""/>
          <p:cNvSpPr/>
          <p:nvPr/>
        </p:nvSpPr>
        <p:spPr>
          <a:xfrm>
            <a:off x="12708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1" name=""/>
          <p:cNvSpPr/>
          <p:nvPr/>
        </p:nvSpPr>
        <p:spPr>
          <a:xfrm>
            <a:off x="127296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2" name=""/>
          <p:cNvSpPr/>
          <p:nvPr/>
        </p:nvSpPr>
        <p:spPr>
          <a:xfrm>
            <a:off x="12754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3" name=""/>
          <p:cNvSpPr/>
          <p:nvPr/>
        </p:nvSpPr>
        <p:spPr>
          <a:xfrm>
            <a:off x="12776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4" name=""/>
          <p:cNvSpPr/>
          <p:nvPr/>
        </p:nvSpPr>
        <p:spPr>
          <a:xfrm>
            <a:off x="12801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5" name=""/>
          <p:cNvSpPr/>
          <p:nvPr/>
        </p:nvSpPr>
        <p:spPr>
          <a:xfrm>
            <a:off x="12823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6" name=""/>
          <p:cNvSpPr/>
          <p:nvPr/>
        </p:nvSpPr>
        <p:spPr>
          <a:xfrm>
            <a:off x="12844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7" name=""/>
          <p:cNvSpPr/>
          <p:nvPr/>
        </p:nvSpPr>
        <p:spPr>
          <a:xfrm>
            <a:off x="12870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8" name=""/>
          <p:cNvSpPr/>
          <p:nvPr/>
        </p:nvSpPr>
        <p:spPr>
          <a:xfrm>
            <a:off x="12891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19" name=""/>
          <p:cNvSpPr/>
          <p:nvPr/>
        </p:nvSpPr>
        <p:spPr>
          <a:xfrm>
            <a:off x="12916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0" name=""/>
          <p:cNvSpPr/>
          <p:nvPr/>
        </p:nvSpPr>
        <p:spPr>
          <a:xfrm>
            <a:off x="12938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1" name=""/>
          <p:cNvSpPr/>
          <p:nvPr/>
        </p:nvSpPr>
        <p:spPr>
          <a:xfrm>
            <a:off x="12963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2" name=""/>
          <p:cNvSpPr/>
          <p:nvPr/>
        </p:nvSpPr>
        <p:spPr>
          <a:xfrm>
            <a:off x="12985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3" name=""/>
          <p:cNvSpPr/>
          <p:nvPr/>
        </p:nvSpPr>
        <p:spPr>
          <a:xfrm>
            <a:off x="13010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4" name=""/>
          <p:cNvSpPr/>
          <p:nvPr/>
        </p:nvSpPr>
        <p:spPr>
          <a:xfrm>
            <a:off x="130320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5" name=""/>
          <p:cNvSpPr/>
          <p:nvPr/>
        </p:nvSpPr>
        <p:spPr>
          <a:xfrm>
            <a:off x="13057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6" name=""/>
          <p:cNvSpPr/>
          <p:nvPr/>
        </p:nvSpPr>
        <p:spPr>
          <a:xfrm>
            <a:off x="13078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7" name=""/>
          <p:cNvSpPr/>
          <p:nvPr/>
        </p:nvSpPr>
        <p:spPr>
          <a:xfrm>
            <a:off x="13104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8" name=""/>
          <p:cNvSpPr/>
          <p:nvPr/>
        </p:nvSpPr>
        <p:spPr>
          <a:xfrm>
            <a:off x="13125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29" name=""/>
          <p:cNvSpPr/>
          <p:nvPr/>
        </p:nvSpPr>
        <p:spPr>
          <a:xfrm>
            <a:off x="13150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0" name=""/>
          <p:cNvSpPr/>
          <p:nvPr/>
        </p:nvSpPr>
        <p:spPr>
          <a:xfrm>
            <a:off x="13172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1" name=""/>
          <p:cNvSpPr/>
          <p:nvPr/>
        </p:nvSpPr>
        <p:spPr>
          <a:xfrm>
            <a:off x="13197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2" name=""/>
          <p:cNvSpPr/>
          <p:nvPr/>
        </p:nvSpPr>
        <p:spPr>
          <a:xfrm>
            <a:off x="13219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3" name=""/>
          <p:cNvSpPr/>
          <p:nvPr/>
        </p:nvSpPr>
        <p:spPr>
          <a:xfrm>
            <a:off x="13244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4" name=""/>
          <p:cNvSpPr/>
          <p:nvPr/>
        </p:nvSpPr>
        <p:spPr>
          <a:xfrm>
            <a:off x="13266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5" name=""/>
          <p:cNvSpPr/>
          <p:nvPr/>
        </p:nvSpPr>
        <p:spPr>
          <a:xfrm>
            <a:off x="13291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6" name=""/>
          <p:cNvSpPr/>
          <p:nvPr/>
        </p:nvSpPr>
        <p:spPr>
          <a:xfrm>
            <a:off x="133128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7" name=""/>
          <p:cNvSpPr/>
          <p:nvPr/>
        </p:nvSpPr>
        <p:spPr>
          <a:xfrm>
            <a:off x="13338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8" name=""/>
          <p:cNvSpPr/>
          <p:nvPr/>
        </p:nvSpPr>
        <p:spPr>
          <a:xfrm>
            <a:off x="13359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39" name=""/>
          <p:cNvSpPr/>
          <p:nvPr/>
        </p:nvSpPr>
        <p:spPr>
          <a:xfrm>
            <a:off x="13384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0" name=""/>
          <p:cNvSpPr/>
          <p:nvPr/>
        </p:nvSpPr>
        <p:spPr>
          <a:xfrm>
            <a:off x="134064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1" name=""/>
          <p:cNvSpPr/>
          <p:nvPr/>
        </p:nvSpPr>
        <p:spPr>
          <a:xfrm>
            <a:off x="134532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2" name=""/>
          <p:cNvSpPr/>
          <p:nvPr/>
        </p:nvSpPr>
        <p:spPr>
          <a:xfrm>
            <a:off x="13500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3" name=""/>
          <p:cNvSpPr/>
          <p:nvPr/>
        </p:nvSpPr>
        <p:spPr>
          <a:xfrm>
            <a:off x="13521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4" name=""/>
          <p:cNvSpPr/>
          <p:nvPr/>
        </p:nvSpPr>
        <p:spPr>
          <a:xfrm>
            <a:off x="135468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5" name=""/>
          <p:cNvSpPr/>
          <p:nvPr/>
        </p:nvSpPr>
        <p:spPr>
          <a:xfrm>
            <a:off x="13593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6" name=""/>
          <p:cNvSpPr/>
          <p:nvPr/>
        </p:nvSpPr>
        <p:spPr>
          <a:xfrm>
            <a:off x="136152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7" name=""/>
          <p:cNvSpPr/>
          <p:nvPr/>
        </p:nvSpPr>
        <p:spPr>
          <a:xfrm>
            <a:off x="136404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8" name=""/>
          <p:cNvSpPr/>
          <p:nvPr/>
        </p:nvSpPr>
        <p:spPr>
          <a:xfrm>
            <a:off x="13687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49" name=""/>
          <p:cNvSpPr/>
          <p:nvPr/>
        </p:nvSpPr>
        <p:spPr>
          <a:xfrm>
            <a:off x="13708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0" name=""/>
          <p:cNvSpPr/>
          <p:nvPr/>
        </p:nvSpPr>
        <p:spPr>
          <a:xfrm>
            <a:off x="1373400" y="2053440"/>
            <a:ext cx="9720" cy="1347480"/>
          </a:xfrm>
          <a:custGeom>
            <a:avLst/>
            <a:gdLst/>
            <a:ahLst/>
            <a:rect l="0" t="0" r="r" b="b"/>
            <a:pathLst>
              <a:path w="27" h="3743">
                <a:moveTo>
                  <a:pt x="0" y="3743"/>
                </a:moveTo>
                <a:lnTo>
                  <a:pt x="0" y="0"/>
                </a:lnTo>
                <a:lnTo>
                  <a:pt x="27" y="0"/>
                </a:lnTo>
                <a:lnTo>
                  <a:pt x="2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1" name=""/>
          <p:cNvSpPr/>
          <p:nvPr/>
        </p:nvSpPr>
        <p:spPr>
          <a:xfrm>
            <a:off x="13827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2" name=""/>
          <p:cNvSpPr/>
          <p:nvPr/>
        </p:nvSpPr>
        <p:spPr>
          <a:xfrm>
            <a:off x="13849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3" name=""/>
          <p:cNvSpPr/>
          <p:nvPr/>
        </p:nvSpPr>
        <p:spPr>
          <a:xfrm>
            <a:off x="138744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4" name=""/>
          <p:cNvSpPr/>
          <p:nvPr/>
        </p:nvSpPr>
        <p:spPr>
          <a:xfrm>
            <a:off x="1392120" y="2053440"/>
            <a:ext cx="9720" cy="1347480"/>
          </a:xfrm>
          <a:custGeom>
            <a:avLst/>
            <a:gdLst/>
            <a:ahLst/>
            <a:rect l="0" t="0" r="r" b="b"/>
            <a:pathLst>
              <a:path w="27" h="3743">
                <a:moveTo>
                  <a:pt x="0" y="3743"/>
                </a:moveTo>
                <a:lnTo>
                  <a:pt x="0" y="0"/>
                </a:lnTo>
                <a:lnTo>
                  <a:pt x="27" y="0"/>
                </a:lnTo>
                <a:lnTo>
                  <a:pt x="2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5" name=""/>
          <p:cNvSpPr/>
          <p:nvPr/>
        </p:nvSpPr>
        <p:spPr>
          <a:xfrm>
            <a:off x="1401480" y="2053440"/>
            <a:ext cx="9720" cy="1347480"/>
          </a:xfrm>
          <a:custGeom>
            <a:avLst/>
            <a:gdLst/>
            <a:ahLst/>
            <a:rect l="0" t="0" r="r" b="b"/>
            <a:pathLst>
              <a:path w="27" h="3743">
                <a:moveTo>
                  <a:pt x="0" y="3743"/>
                </a:moveTo>
                <a:lnTo>
                  <a:pt x="0" y="0"/>
                </a:lnTo>
                <a:lnTo>
                  <a:pt x="27" y="0"/>
                </a:lnTo>
                <a:lnTo>
                  <a:pt x="2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6" name=""/>
          <p:cNvSpPr/>
          <p:nvPr/>
        </p:nvSpPr>
        <p:spPr>
          <a:xfrm>
            <a:off x="14108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7" name=""/>
          <p:cNvSpPr/>
          <p:nvPr/>
        </p:nvSpPr>
        <p:spPr>
          <a:xfrm>
            <a:off x="14130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8" name=""/>
          <p:cNvSpPr/>
          <p:nvPr/>
        </p:nvSpPr>
        <p:spPr>
          <a:xfrm>
            <a:off x="141516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59" name=""/>
          <p:cNvSpPr/>
          <p:nvPr/>
        </p:nvSpPr>
        <p:spPr>
          <a:xfrm>
            <a:off x="141984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0" name=""/>
          <p:cNvSpPr/>
          <p:nvPr/>
        </p:nvSpPr>
        <p:spPr>
          <a:xfrm>
            <a:off x="14223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1" name=""/>
          <p:cNvSpPr/>
          <p:nvPr/>
        </p:nvSpPr>
        <p:spPr>
          <a:xfrm>
            <a:off x="142452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2" name=""/>
          <p:cNvSpPr/>
          <p:nvPr/>
        </p:nvSpPr>
        <p:spPr>
          <a:xfrm>
            <a:off x="14292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3" name=""/>
          <p:cNvSpPr/>
          <p:nvPr/>
        </p:nvSpPr>
        <p:spPr>
          <a:xfrm>
            <a:off x="14317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4" name=""/>
          <p:cNvSpPr/>
          <p:nvPr/>
        </p:nvSpPr>
        <p:spPr>
          <a:xfrm>
            <a:off x="143388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5" name=""/>
          <p:cNvSpPr/>
          <p:nvPr/>
        </p:nvSpPr>
        <p:spPr>
          <a:xfrm>
            <a:off x="14385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6" name=""/>
          <p:cNvSpPr/>
          <p:nvPr/>
        </p:nvSpPr>
        <p:spPr>
          <a:xfrm>
            <a:off x="14410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7" name=""/>
          <p:cNvSpPr/>
          <p:nvPr/>
        </p:nvSpPr>
        <p:spPr>
          <a:xfrm>
            <a:off x="14432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8" name=""/>
          <p:cNvSpPr/>
          <p:nvPr/>
        </p:nvSpPr>
        <p:spPr>
          <a:xfrm>
            <a:off x="14457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69" name=""/>
          <p:cNvSpPr/>
          <p:nvPr/>
        </p:nvSpPr>
        <p:spPr>
          <a:xfrm>
            <a:off x="144792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0" name=""/>
          <p:cNvSpPr/>
          <p:nvPr/>
        </p:nvSpPr>
        <p:spPr>
          <a:xfrm>
            <a:off x="14504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1" name=""/>
          <p:cNvSpPr/>
          <p:nvPr/>
        </p:nvSpPr>
        <p:spPr>
          <a:xfrm>
            <a:off x="14526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2" name=""/>
          <p:cNvSpPr/>
          <p:nvPr/>
        </p:nvSpPr>
        <p:spPr>
          <a:xfrm>
            <a:off x="14551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3" name=""/>
          <p:cNvSpPr/>
          <p:nvPr/>
        </p:nvSpPr>
        <p:spPr>
          <a:xfrm>
            <a:off x="14572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4" name=""/>
          <p:cNvSpPr/>
          <p:nvPr/>
        </p:nvSpPr>
        <p:spPr>
          <a:xfrm>
            <a:off x="14598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5" name=""/>
          <p:cNvSpPr/>
          <p:nvPr/>
        </p:nvSpPr>
        <p:spPr>
          <a:xfrm>
            <a:off x="14619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6" name=""/>
          <p:cNvSpPr/>
          <p:nvPr/>
        </p:nvSpPr>
        <p:spPr>
          <a:xfrm>
            <a:off x="14644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7" name=""/>
          <p:cNvSpPr/>
          <p:nvPr/>
        </p:nvSpPr>
        <p:spPr>
          <a:xfrm>
            <a:off x="14666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8" name=""/>
          <p:cNvSpPr/>
          <p:nvPr/>
        </p:nvSpPr>
        <p:spPr>
          <a:xfrm>
            <a:off x="14691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79" name=""/>
          <p:cNvSpPr/>
          <p:nvPr/>
        </p:nvSpPr>
        <p:spPr>
          <a:xfrm>
            <a:off x="14713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0" name=""/>
          <p:cNvSpPr/>
          <p:nvPr/>
        </p:nvSpPr>
        <p:spPr>
          <a:xfrm>
            <a:off x="14738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1" name=""/>
          <p:cNvSpPr/>
          <p:nvPr/>
        </p:nvSpPr>
        <p:spPr>
          <a:xfrm>
            <a:off x="14760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2" name=""/>
          <p:cNvSpPr/>
          <p:nvPr/>
        </p:nvSpPr>
        <p:spPr>
          <a:xfrm>
            <a:off x="147816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3" name=""/>
          <p:cNvSpPr/>
          <p:nvPr/>
        </p:nvSpPr>
        <p:spPr>
          <a:xfrm>
            <a:off x="14806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4" name=""/>
          <p:cNvSpPr/>
          <p:nvPr/>
        </p:nvSpPr>
        <p:spPr>
          <a:xfrm>
            <a:off x="14828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5" name=""/>
          <p:cNvSpPr/>
          <p:nvPr/>
        </p:nvSpPr>
        <p:spPr>
          <a:xfrm>
            <a:off x="14853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6" name=""/>
          <p:cNvSpPr/>
          <p:nvPr/>
        </p:nvSpPr>
        <p:spPr>
          <a:xfrm>
            <a:off x="14875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7" name=""/>
          <p:cNvSpPr/>
          <p:nvPr/>
        </p:nvSpPr>
        <p:spPr>
          <a:xfrm>
            <a:off x="14900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8" name=""/>
          <p:cNvSpPr/>
          <p:nvPr/>
        </p:nvSpPr>
        <p:spPr>
          <a:xfrm>
            <a:off x="14922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89" name=""/>
          <p:cNvSpPr/>
          <p:nvPr/>
        </p:nvSpPr>
        <p:spPr>
          <a:xfrm>
            <a:off x="14947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0" name=""/>
          <p:cNvSpPr/>
          <p:nvPr/>
        </p:nvSpPr>
        <p:spPr>
          <a:xfrm>
            <a:off x="14968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1" name=""/>
          <p:cNvSpPr/>
          <p:nvPr/>
        </p:nvSpPr>
        <p:spPr>
          <a:xfrm>
            <a:off x="14994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2" name=""/>
          <p:cNvSpPr/>
          <p:nvPr/>
        </p:nvSpPr>
        <p:spPr>
          <a:xfrm>
            <a:off x="15015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3" name=""/>
          <p:cNvSpPr/>
          <p:nvPr/>
        </p:nvSpPr>
        <p:spPr>
          <a:xfrm>
            <a:off x="15040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4" name=""/>
          <p:cNvSpPr/>
          <p:nvPr/>
        </p:nvSpPr>
        <p:spPr>
          <a:xfrm>
            <a:off x="150624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5" name=""/>
          <p:cNvSpPr/>
          <p:nvPr/>
        </p:nvSpPr>
        <p:spPr>
          <a:xfrm>
            <a:off x="15087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6" name=""/>
          <p:cNvSpPr/>
          <p:nvPr/>
        </p:nvSpPr>
        <p:spPr>
          <a:xfrm>
            <a:off x="15109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7" name=""/>
          <p:cNvSpPr/>
          <p:nvPr/>
        </p:nvSpPr>
        <p:spPr>
          <a:xfrm>
            <a:off x="15134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8" name=""/>
          <p:cNvSpPr/>
          <p:nvPr/>
        </p:nvSpPr>
        <p:spPr>
          <a:xfrm>
            <a:off x="15156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499" name=""/>
          <p:cNvSpPr/>
          <p:nvPr/>
        </p:nvSpPr>
        <p:spPr>
          <a:xfrm>
            <a:off x="15181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0" name=""/>
          <p:cNvSpPr/>
          <p:nvPr/>
        </p:nvSpPr>
        <p:spPr>
          <a:xfrm>
            <a:off x="15202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1" name=""/>
          <p:cNvSpPr/>
          <p:nvPr/>
        </p:nvSpPr>
        <p:spPr>
          <a:xfrm>
            <a:off x="15228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2" name=""/>
          <p:cNvSpPr/>
          <p:nvPr/>
        </p:nvSpPr>
        <p:spPr>
          <a:xfrm>
            <a:off x="15249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3" name=""/>
          <p:cNvSpPr/>
          <p:nvPr/>
        </p:nvSpPr>
        <p:spPr>
          <a:xfrm>
            <a:off x="15274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4" name=""/>
          <p:cNvSpPr/>
          <p:nvPr/>
        </p:nvSpPr>
        <p:spPr>
          <a:xfrm>
            <a:off x="15296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5" name=""/>
          <p:cNvSpPr/>
          <p:nvPr/>
        </p:nvSpPr>
        <p:spPr>
          <a:xfrm>
            <a:off x="15321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6" name=""/>
          <p:cNvSpPr/>
          <p:nvPr/>
        </p:nvSpPr>
        <p:spPr>
          <a:xfrm>
            <a:off x="153432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7" name=""/>
          <p:cNvSpPr/>
          <p:nvPr/>
        </p:nvSpPr>
        <p:spPr>
          <a:xfrm>
            <a:off x="15368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8" name=""/>
          <p:cNvSpPr/>
          <p:nvPr/>
        </p:nvSpPr>
        <p:spPr>
          <a:xfrm>
            <a:off x="15390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09" name=""/>
          <p:cNvSpPr/>
          <p:nvPr/>
        </p:nvSpPr>
        <p:spPr>
          <a:xfrm>
            <a:off x="15415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0" name=""/>
          <p:cNvSpPr/>
          <p:nvPr/>
        </p:nvSpPr>
        <p:spPr>
          <a:xfrm>
            <a:off x="15436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1" name=""/>
          <p:cNvSpPr/>
          <p:nvPr/>
        </p:nvSpPr>
        <p:spPr>
          <a:xfrm>
            <a:off x="15458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2" name=""/>
          <p:cNvSpPr/>
          <p:nvPr/>
        </p:nvSpPr>
        <p:spPr>
          <a:xfrm>
            <a:off x="15483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3" name=""/>
          <p:cNvSpPr/>
          <p:nvPr/>
        </p:nvSpPr>
        <p:spPr>
          <a:xfrm>
            <a:off x="15505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4" name=""/>
          <p:cNvSpPr/>
          <p:nvPr/>
        </p:nvSpPr>
        <p:spPr>
          <a:xfrm>
            <a:off x="15530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5" name=""/>
          <p:cNvSpPr/>
          <p:nvPr/>
        </p:nvSpPr>
        <p:spPr>
          <a:xfrm>
            <a:off x="15552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6" name=""/>
          <p:cNvSpPr/>
          <p:nvPr/>
        </p:nvSpPr>
        <p:spPr>
          <a:xfrm>
            <a:off x="15577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7" name=""/>
          <p:cNvSpPr/>
          <p:nvPr/>
        </p:nvSpPr>
        <p:spPr>
          <a:xfrm>
            <a:off x="15598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8" name=""/>
          <p:cNvSpPr/>
          <p:nvPr/>
        </p:nvSpPr>
        <p:spPr>
          <a:xfrm>
            <a:off x="15624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19" name=""/>
          <p:cNvSpPr/>
          <p:nvPr/>
        </p:nvSpPr>
        <p:spPr>
          <a:xfrm>
            <a:off x="156456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20" name=""/>
          <p:cNvSpPr/>
          <p:nvPr/>
        </p:nvSpPr>
        <p:spPr>
          <a:xfrm>
            <a:off x="15670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21" name=""/>
          <p:cNvSpPr/>
          <p:nvPr/>
        </p:nvSpPr>
        <p:spPr>
          <a:xfrm>
            <a:off x="15692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22" name=""/>
          <p:cNvSpPr/>
          <p:nvPr/>
        </p:nvSpPr>
        <p:spPr>
          <a:xfrm>
            <a:off x="15717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23" name=""/>
          <p:cNvSpPr/>
          <p:nvPr/>
        </p:nvSpPr>
        <p:spPr>
          <a:xfrm>
            <a:off x="15739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24" name=""/>
          <p:cNvSpPr/>
          <p:nvPr/>
        </p:nvSpPr>
        <p:spPr>
          <a:xfrm>
            <a:off x="15764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25" name=""/>
          <p:cNvSpPr/>
          <p:nvPr/>
        </p:nvSpPr>
        <p:spPr>
          <a:xfrm>
            <a:off x="15786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26" name=""/>
          <p:cNvSpPr/>
          <p:nvPr/>
        </p:nvSpPr>
        <p:spPr>
          <a:xfrm>
            <a:off x="15811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27" name=""/>
          <p:cNvSpPr/>
          <p:nvPr/>
        </p:nvSpPr>
        <p:spPr>
          <a:xfrm>
            <a:off x="15832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28" name=""/>
          <p:cNvSpPr/>
          <p:nvPr/>
        </p:nvSpPr>
        <p:spPr>
          <a:xfrm>
            <a:off x="15858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29" name=""/>
          <p:cNvSpPr/>
          <p:nvPr/>
        </p:nvSpPr>
        <p:spPr>
          <a:xfrm>
            <a:off x="15879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0" name=""/>
          <p:cNvSpPr/>
          <p:nvPr/>
        </p:nvSpPr>
        <p:spPr>
          <a:xfrm>
            <a:off x="15904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1" name=""/>
          <p:cNvSpPr/>
          <p:nvPr/>
        </p:nvSpPr>
        <p:spPr>
          <a:xfrm>
            <a:off x="159264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2" name=""/>
          <p:cNvSpPr/>
          <p:nvPr/>
        </p:nvSpPr>
        <p:spPr>
          <a:xfrm>
            <a:off x="15951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3" name=""/>
          <p:cNvSpPr/>
          <p:nvPr/>
        </p:nvSpPr>
        <p:spPr>
          <a:xfrm>
            <a:off x="15973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4" name=""/>
          <p:cNvSpPr/>
          <p:nvPr/>
        </p:nvSpPr>
        <p:spPr>
          <a:xfrm>
            <a:off x="15998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5" name=""/>
          <p:cNvSpPr/>
          <p:nvPr/>
        </p:nvSpPr>
        <p:spPr>
          <a:xfrm>
            <a:off x="16020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6" name=""/>
          <p:cNvSpPr/>
          <p:nvPr/>
        </p:nvSpPr>
        <p:spPr>
          <a:xfrm>
            <a:off x="16045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7" name=""/>
          <p:cNvSpPr/>
          <p:nvPr/>
        </p:nvSpPr>
        <p:spPr>
          <a:xfrm>
            <a:off x="16066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8" name=""/>
          <p:cNvSpPr/>
          <p:nvPr/>
        </p:nvSpPr>
        <p:spPr>
          <a:xfrm>
            <a:off x="16092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39" name=""/>
          <p:cNvSpPr/>
          <p:nvPr/>
        </p:nvSpPr>
        <p:spPr>
          <a:xfrm>
            <a:off x="16113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0" name=""/>
          <p:cNvSpPr/>
          <p:nvPr/>
        </p:nvSpPr>
        <p:spPr>
          <a:xfrm>
            <a:off x="16135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1" name=""/>
          <p:cNvSpPr/>
          <p:nvPr/>
        </p:nvSpPr>
        <p:spPr>
          <a:xfrm>
            <a:off x="16160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2" name=""/>
          <p:cNvSpPr/>
          <p:nvPr/>
        </p:nvSpPr>
        <p:spPr>
          <a:xfrm>
            <a:off x="16182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3" name=""/>
          <p:cNvSpPr/>
          <p:nvPr/>
        </p:nvSpPr>
        <p:spPr>
          <a:xfrm>
            <a:off x="16207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4" name=""/>
          <p:cNvSpPr/>
          <p:nvPr/>
        </p:nvSpPr>
        <p:spPr>
          <a:xfrm>
            <a:off x="162288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5" name=""/>
          <p:cNvSpPr/>
          <p:nvPr/>
        </p:nvSpPr>
        <p:spPr>
          <a:xfrm>
            <a:off x="16254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6" name=""/>
          <p:cNvSpPr/>
          <p:nvPr/>
        </p:nvSpPr>
        <p:spPr>
          <a:xfrm>
            <a:off x="162756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7" name=""/>
          <p:cNvSpPr/>
          <p:nvPr/>
        </p:nvSpPr>
        <p:spPr>
          <a:xfrm>
            <a:off x="16300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8" name=""/>
          <p:cNvSpPr/>
          <p:nvPr/>
        </p:nvSpPr>
        <p:spPr>
          <a:xfrm>
            <a:off x="16322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49" name=""/>
          <p:cNvSpPr/>
          <p:nvPr/>
        </p:nvSpPr>
        <p:spPr>
          <a:xfrm>
            <a:off x="16347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0" name=""/>
          <p:cNvSpPr/>
          <p:nvPr/>
        </p:nvSpPr>
        <p:spPr>
          <a:xfrm>
            <a:off x="16369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1" name=""/>
          <p:cNvSpPr/>
          <p:nvPr/>
        </p:nvSpPr>
        <p:spPr>
          <a:xfrm>
            <a:off x="16394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2" name=""/>
          <p:cNvSpPr/>
          <p:nvPr/>
        </p:nvSpPr>
        <p:spPr>
          <a:xfrm>
            <a:off x="16416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3" name=""/>
          <p:cNvSpPr/>
          <p:nvPr/>
        </p:nvSpPr>
        <p:spPr>
          <a:xfrm>
            <a:off x="16441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4" name=""/>
          <p:cNvSpPr/>
          <p:nvPr/>
        </p:nvSpPr>
        <p:spPr>
          <a:xfrm>
            <a:off x="16462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5" name=""/>
          <p:cNvSpPr/>
          <p:nvPr/>
        </p:nvSpPr>
        <p:spPr>
          <a:xfrm>
            <a:off x="164880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6" name=""/>
          <p:cNvSpPr/>
          <p:nvPr/>
        </p:nvSpPr>
        <p:spPr>
          <a:xfrm>
            <a:off x="1650960" y="2053440"/>
            <a:ext cx="3240" cy="1347480"/>
          </a:xfrm>
          <a:custGeom>
            <a:avLst/>
            <a:gdLst/>
            <a:ahLst/>
            <a:rect l="0" t="0" r="r" b="b"/>
            <a:pathLst>
              <a:path w="9" h="3743">
                <a:moveTo>
                  <a:pt x="0" y="3743"/>
                </a:moveTo>
                <a:lnTo>
                  <a:pt x="0" y="0"/>
                </a:lnTo>
                <a:lnTo>
                  <a:pt x="9" y="0"/>
                </a:lnTo>
                <a:lnTo>
                  <a:pt x="9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7" name=""/>
          <p:cNvSpPr/>
          <p:nvPr/>
        </p:nvSpPr>
        <p:spPr>
          <a:xfrm>
            <a:off x="165348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8" name=""/>
          <p:cNvSpPr/>
          <p:nvPr/>
        </p:nvSpPr>
        <p:spPr>
          <a:xfrm>
            <a:off x="165564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59" name=""/>
          <p:cNvSpPr/>
          <p:nvPr/>
        </p:nvSpPr>
        <p:spPr>
          <a:xfrm>
            <a:off x="165816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0" name=""/>
          <p:cNvSpPr/>
          <p:nvPr/>
        </p:nvSpPr>
        <p:spPr>
          <a:xfrm>
            <a:off x="166032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1" name=""/>
          <p:cNvSpPr/>
          <p:nvPr/>
        </p:nvSpPr>
        <p:spPr>
          <a:xfrm>
            <a:off x="166284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2" name=""/>
          <p:cNvSpPr/>
          <p:nvPr/>
        </p:nvSpPr>
        <p:spPr>
          <a:xfrm>
            <a:off x="166500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3" name=""/>
          <p:cNvSpPr/>
          <p:nvPr/>
        </p:nvSpPr>
        <p:spPr>
          <a:xfrm>
            <a:off x="1667520" y="2053440"/>
            <a:ext cx="2520" cy="1347480"/>
          </a:xfrm>
          <a:custGeom>
            <a:avLst/>
            <a:gdLst/>
            <a:ahLst/>
            <a:rect l="0" t="0" r="r" b="b"/>
            <a:pathLst>
              <a:path w="7" h="3743">
                <a:moveTo>
                  <a:pt x="0" y="3743"/>
                </a:moveTo>
                <a:lnTo>
                  <a:pt x="0" y="0"/>
                </a:lnTo>
                <a:lnTo>
                  <a:pt x="7" y="0"/>
                </a:lnTo>
                <a:lnTo>
                  <a:pt x="7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4" name=""/>
          <p:cNvSpPr/>
          <p:nvPr/>
        </p:nvSpPr>
        <p:spPr>
          <a:xfrm>
            <a:off x="1669680" y="2053440"/>
            <a:ext cx="2880" cy="1347480"/>
          </a:xfrm>
          <a:custGeom>
            <a:avLst/>
            <a:gdLst/>
            <a:ahLst/>
            <a:rect l="0" t="0" r="r" b="b"/>
            <a:pathLst>
              <a:path w="8" h="3743">
                <a:moveTo>
                  <a:pt x="0" y="3743"/>
                </a:moveTo>
                <a:lnTo>
                  <a:pt x="0" y="0"/>
                </a:lnTo>
                <a:lnTo>
                  <a:pt x="8" y="0"/>
                </a:lnTo>
                <a:lnTo>
                  <a:pt x="8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5" name=""/>
          <p:cNvSpPr/>
          <p:nvPr/>
        </p:nvSpPr>
        <p:spPr>
          <a:xfrm>
            <a:off x="1672200" y="2053440"/>
            <a:ext cx="4680" cy="1347480"/>
          </a:xfrm>
          <a:custGeom>
            <a:avLst/>
            <a:gdLst/>
            <a:ahLst/>
            <a:rect l="0" t="0" r="r" b="b"/>
            <a:pathLst>
              <a:path w="13" h="3743">
                <a:moveTo>
                  <a:pt x="0" y="3743"/>
                </a:moveTo>
                <a:lnTo>
                  <a:pt x="0" y="0"/>
                </a:lnTo>
                <a:lnTo>
                  <a:pt x="13" y="0"/>
                </a:lnTo>
                <a:lnTo>
                  <a:pt x="13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6" name=""/>
          <p:cNvSpPr/>
          <p:nvPr/>
        </p:nvSpPr>
        <p:spPr>
          <a:xfrm>
            <a:off x="167652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7" name=""/>
          <p:cNvSpPr/>
          <p:nvPr/>
        </p:nvSpPr>
        <p:spPr>
          <a:xfrm>
            <a:off x="168120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8" name=""/>
          <p:cNvSpPr/>
          <p:nvPr/>
        </p:nvSpPr>
        <p:spPr>
          <a:xfrm>
            <a:off x="1685880" y="2053440"/>
            <a:ext cx="5040" cy="1347480"/>
          </a:xfrm>
          <a:custGeom>
            <a:avLst/>
            <a:gdLst/>
            <a:ahLst/>
            <a:rect l="0" t="0" r="r" b="b"/>
            <a:pathLst>
              <a:path w="14" h="3743">
                <a:moveTo>
                  <a:pt x="0" y="3743"/>
                </a:moveTo>
                <a:lnTo>
                  <a:pt x="0" y="0"/>
                </a:lnTo>
                <a:lnTo>
                  <a:pt x="14" y="0"/>
                </a:lnTo>
                <a:lnTo>
                  <a:pt x="14" y="3743"/>
                </a:lnTo>
                <a:lnTo>
                  <a:pt x="0" y="3743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69" name=""/>
          <p:cNvSpPr/>
          <p:nvPr/>
        </p:nvSpPr>
        <p:spPr>
          <a:xfrm>
            <a:off x="1093320" y="2053440"/>
            <a:ext cx="597600" cy="1347480"/>
          </a:xfrm>
          <a:custGeom>
            <a:avLst/>
            <a:gdLst/>
            <a:ahLst/>
            <a:rect l="0" t="0" r="r" b="b"/>
            <a:pathLst>
              <a:path w="1660" h="3743">
                <a:moveTo>
                  <a:pt x="0" y="3743"/>
                </a:moveTo>
                <a:lnTo>
                  <a:pt x="1660" y="3743"/>
                </a:lnTo>
                <a:lnTo>
                  <a:pt x="1660" y="0"/>
                </a:lnTo>
                <a:lnTo>
                  <a:pt x="0" y="0"/>
                </a:lnTo>
                <a:lnTo>
                  <a:pt x="0" y="3743"/>
                </a:lnTo>
                <a:close/>
              </a:path>
            </a:pathLst>
          </a:custGeom>
          <a:noFill/>
          <a:ln w="28440">
            <a:solidFill>
              <a:srgbClr val="e7e6e6">
                <a:alpha val="77000"/>
              </a:srgbClr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70" name=""/>
          <p:cNvSpPr txBox="1"/>
          <p:nvPr/>
        </p:nvSpPr>
        <p:spPr>
          <a:xfrm>
            <a:off x="3219480" y="2892240"/>
            <a:ext cx="20307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40Ω and lower than 10Ω.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71" name=""/>
          <p:cNvSpPr txBox="1"/>
          <p:nvPr/>
        </p:nvSpPr>
        <p:spPr>
          <a:xfrm>
            <a:off x="1110600" y="2602080"/>
            <a:ext cx="6559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Trunk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72" name=""/>
          <p:cNvSpPr txBox="1"/>
          <p:nvPr/>
        </p:nvSpPr>
        <p:spPr>
          <a:xfrm>
            <a:off x="1781640" y="2017440"/>
            <a:ext cx="5385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Gothic"/>
                <a:ea typeface="MalgunGothic"/>
              </a:rPr>
              <a:t>40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573" name="" descr=""/>
          <p:cNvPicPr/>
          <p:nvPr/>
        </p:nvPicPr>
        <p:blipFill>
          <a:blip r:embed="rId2"/>
          <a:stretch/>
        </p:blipFill>
        <p:spPr>
          <a:xfrm>
            <a:off x="3284280" y="4488120"/>
            <a:ext cx="5762520" cy="2012040"/>
          </a:xfrm>
          <a:prstGeom prst="rect">
            <a:avLst/>
          </a:prstGeom>
          <a:ln w="0">
            <a:noFill/>
          </a:ln>
        </p:spPr>
      </p:pic>
      <p:pic>
        <p:nvPicPr>
          <p:cNvPr id="29574" name="" descr=""/>
          <p:cNvPicPr/>
          <p:nvPr/>
        </p:nvPicPr>
        <p:blipFill>
          <a:blip r:embed="rId3"/>
          <a:stretch/>
        </p:blipFill>
        <p:spPr>
          <a:xfrm>
            <a:off x="3585960" y="4809600"/>
            <a:ext cx="4969440" cy="1337760"/>
          </a:xfrm>
          <a:prstGeom prst="rect">
            <a:avLst/>
          </a:prstGeom>
          <a:ln w="0">
            <a:noFill/>
          </a:ln>
        </p:spPr>
      </p:pic>
      <p:sp>
        <p:nvSpPr>
          <p:cNvPr id="29575" name=""/>
          <p:cNvSpPr/>
          <p:nvPr/>
        </p:nvSpPr>
        <p:spPr>
          <a:xfrm>
            <a:off x="6442560" y="5031360"/>
            <a:ext cx="576360" cy="1009080"/>
          </a:xfrm>
          <a:custGeom>
            <a:avLst/>
            <a:gdLst/>
            <a:ahLst/>
            <a:rect l="0" t="0" r="r" b="b"/>
            <a:pathLst>
              <a:path w="1601" h="2803">
                <a:moveTo>
                  <a:pt x="0" y="2803"/>
                </a:moveTo>
                <a:lnTo>
                  <a:pt x="1601" y="2803"/>
                </a:lnTo>
                <a:lnTo>
                  <a:pt x="1601" y="0"/>
                </a:lnTo>
                <a:lnTo>
                  <a:pt x="0" y="0"/>
                </a:lnTo>
                <a:lnTo>
                  <a:pt x="0" y="2803"/>
                </a:lnTo>
                <a:close/>
              </a:path>
            </a:pathLst>
          </a:custGeom>
          <a:noFill/>
          <a:ln w="37800">
            <a:solidFill>
              <a:srgbClr val="9c1f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76" name=""/>
          <p:cNvSpPr txBox="1"/>
          <p:nvPr/>
        </p:nvSpPr>
        <p:spPr>
          <a:xfrm>
            <a:off x="1781640" y="3163680"/>
            <a:ext cx="5385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Gothic"/>
                <a:ea typeface="MalgunGothic"/>
              </a:rPr>
              <a:t>10 Ω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77" name=""/>
          <p:cNvSpPr txBox="1"/>
          <p:nvPr/>
        </p:nvSpPr>
        <p:spPr>
          <a:xfrm>
            <a:off x="3430800" y="4187880"/>
            <a:ext cx="141948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Abnormal data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7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219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7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80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81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82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583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584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585" name="" descr=""/>
          <p:cNvPicPr/>
          <p:nvPr/>
        </p:nvPicPr>
        <p:blipFill>
          <a:blip r:embed="rId2"/>
          <a:stretch/>
        </p:blipFill>
        <p:spPr>
          <a:xfrm>
            <a:off x="795600" y="1670400"/>
            <a:ext cx="3442320" cy="4739400"/>
          </a:xfrm>
          <a:prstGeom prst="rect">
            <a:avLst/>
          </a:prstGeom>
          <a:ln w="0">
            <a:noFill/>
          </a:ln>
        </p:spPr>
      </p:pic>
      <p:pic>
        <p:nvPicPr>
          <p:cNvPr id="29586" name="" descr=""/>
          <p:cNvPicPr/>
          <p:nvPr/>
        </p:nvPicPr>
        <p:blipFill>
          <a:blip r:embed="rId3"/>
          <a:stretch/>
        </p:blipFill>
        <p:spPr>
          <a:xfrm>
            <a:off x="1984320" y="2348640"/>
            <a:ext cx="7374960" cy="4100040"/>
          </a:xfrm>
          <a:prstGeom prst="rect">
            <a:avLst/>
          </a:prstGeom>
          <a:ln w="0">
            <a:noFill/>
          </a:ln>
        </p:spPr>
      </p:pic>
      <p:sp>
        <p:nvSpPr>
          <p:cNvPr id="29587" name=""/>
          <p:cNvSpPr/>
          <p:nvPr/>
        </p:nvSpPr>
        <p:spPr>
          <a:xfrm>
            <a:off x="2340720" y="2649960"/>
            <a:ext cx="6701400" cy="3374640"/>
          </a:xfrm>
          <a:custGeom>
            <a:avLst/>
            <a:gdLst/>
            <a:ahLst/>
            <a:rect l="0" t="0" r="r" b="b"/>
            <a:pathLst>
              <a:path w="18615" h="9374">
                <a:moveTo>
                  <a:pt x="0" y="9374"/>
                </a:moveTo>
                <a:lnTo>
                  <a:pt x="18615" y="9374"/>
                </a:lnTo>
                <a:lnTo>
                  <a:pt x="18615" y="0"/>
                </a:lnTo>
                <a:lnTo>
                  <a:pt x="0" y="0"/>
                </a:lnTo>
                <a:lnTo>
                  <a:pt x="0" y="937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588" name="" descr=""/>
          <p:cNvPicPr/>
          <p:nvPr/>
        </p:nvPicPr>
        <p:blipFill>
          <a:blip r:embed="rId4"/>
          <a:stretch/>
        </p:blipFill>
        <p:spPr>
          <a:xfrm>
            <a:off x="2453760" y="3243240"/>
            <a:ext cx="6450840" cy="2093760"/>
          </a:xfrm>
          <a:prstGeom prst="rect">
            <a:avLst/>
          </a:prstGeom>
          <a:ln w="0">
            <a:noFill/>
          </a:ln>
        </p:spPr>
      </p:pic>
      <p:sp>
        <p:nvSpPr>
          <p:cNvPr id="29589" name=""/>
          <p:cNvSpPr/>
          <p:nvPr/>
        </p:nvSpPr>
        <p:spPr>
          <a:xfrm>
            <a:off x="6101280" y="3580560"/>
            <a:ext cx="757800" cy="591480"/>
          </a:xfrm>
          <a:custGeom>
            <a:avLst/>
            <a:gdLst/>
            <a:ahLst/>
            <a:rect l="0" t="0" r="r" b="b"/>
            <a:pathLst>
              <a:path w="2105" h="1643">
                <a:moveTo>
                  <a:pt x="0" y="1643"/>
                </a:moveTo>
                <a:lnTo>
                  <a:pt x="2105" y="1643"/>
                </a:lnTo>
                <a:lnTo>
                  <a:pt x="2105" y="0"/>
                </a:lnTo>
                <a:lnTo>
                  <a:pt x="0" y="0"/>
                </a:lnTo>
                <a:lnTo>
                  <a:pt x="0" y="1643"/>
                </a:lnTo>
                <a:close/>
              </a:path>
            </a:pathLst>
          </a:custGeom>
          <a:noFill/>
          <a:ln w="37800">
            <a:solidFill>
              <a:srgbClr val="9c1f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90" name=""/>
          <p:cNvSpPr txBox="1"/>
          <p:nvPr/>
        </p:nvSpPr>
        <p:spPr>
          <a:xfrm>
            <a:off x="754920" y="1134360"/>
            <a:ext cx="5871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InBody_TrunkImpedance]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91" name=""/>
          <p:cNvSpPr/>
          <p:nvPr/>
        </p:nvSpPr>
        <p:spPr>
          <a:xfrm>
            <a:off x="795960" y="2862720"/>
            <a:ext cx="1120680" cy="591480"/>
          </a:xfrm>
          <a:custGeom>
            <a:avLst/>
            <a:gdLst/>
            <a:ahLst/>
            <a:rect l="0" t="0" r="r" b="b"/>
            <a:pathLst>
              <a:path w="3113" h="1643">
                <a:moveTo>
                  <a:pt x="0" y="1643"/>
                </a:moveTo>
                <a:lnTo>
                  <a:pt x="3113" y="1643"/>
                </a:lnTo>
                <a:lnTo>
                  <a:pt x="3113" y="0"/>
                </a:lnTo>
                <a:lnTo>
                  <a:pt x="0" y="0"/>
                </a:lnTo>
                <a:lnTo>
                  <a:pt x="0" y="1643"/>
                </a:lnTo>
                <a:close/>
              </a:path>
            </a:pathLst>
          </a:custGeom>
          <a:noFill/>
          <a:ln w="37800">
            <a:solidFill>
              <a:srgbClr val="9c1f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92" name=""/>
          <p:cNvSpPr txBox="1"/>
          <p:nvPr/>
        </p:nvSpPr>
        <p:spPr>
          <a:xfrm>
            <a:off x="4387320" y="2061720"/>
            <a:ext cx="43808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Impedance data from an underweight person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9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59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9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59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59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29599" name="" descr=""/>
          <p:cNvPicPr/>
          <p:nvPr/>
        </p:nvPicPr>
        <p:blipFill>
          <a:blip r:embed="rId2"/>
          <a:stretch/>
        </p:blipFill>
        <p:spPr>
          <a:xfrm>
            <a:off x="873360" y="1414440"/>
            <a:ext cx="3960360" cy="5355000"/>
          </a:xfrm>
          <a:prstGeom prst="rect">
            <a:avLst/>
          </a:prstGeom>
          <a:ln w="0">
            <a:noFill/>
          </a:ln>
        </p:spPr>
      </p:pic>
      <p:pic>
        <p:nvPicPr>
          <p:cNvPr id="29600" name="" descr=""/>
          <p:cNvPicPr/>
          <p:nvPr/>
        </p:nvPicPr>
        <p:blipFill>
          <a:blip r:embed="rId3"/>
          <a:stretch/>
        </p:blipFill>
        <p:spPr>
          <a:xfrm>
            <a:off x="2904840" y="3111840"/>
            <a:ext cx="6549120" cy="3467520"/>
          </a:xfrm>
          <a:prstGeom prst="rect">
            <a:avLst/>
          </a:prstGeom>
          <a:ln w="0">
            <a:noFill/>
          </a:ln>
        </p:spPr>
      </p:pic>
      <p:sp>
        <p:nvSpPr>
          <p:cNvPr id="29601" name=""/>
          <p:cNvSpPr/>
          <p:nvPr/>
        </p:nvSpPr>
        <p:spPr>
          <a:xfrm>
            <a:off x="3323520" y="3358800"/>
            <a:ext cx="5823720" cy="2876040"/>
          </a:xfrm>
          <a:custGeom>
            <a:avLst/>
            <a:gdLst/>
            <a:ahLst/>
            <a:rect l="0" t="0" r="r" b="b"/>
            <a:pathLst>
              <a:path w="16177" h="7989">
                <a:moveTo>
                  <a:pt x="0" y="7989"/>
                </a:moveTo>
                <a:lnTo>
                  <a:pt x="16177" y="7989"/>
                </a:lnTo>
                <a:lnTo>
                  <a:pt x="16177" y="0"/>
                </a:lnTo>
                <a:lnTo>
                  <a:pt x="0" y="0"/>
                </a:lnTo>
                <a:lnTo>
                  <a:pt x="0" y="7989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02" name=""/>
          <p:cNvSpPr/>
          <p:nvPr/>
        </p:nvSpPr>
        <p:spPr>
          <a:xfrm>
            <a:off x="6160680" y="4976280"/>
            <a:ext cx="945000" cy="1096200"/>
          </a:xfrm>
          <a:custGeom>
            <a:avLst/>
            <a:gdLst/>
            <a:ahLst/>
            <a:rect l="0" t="0" r="r" b="b"/>
            <a:pathLst>
              <a:path w="2625" h="3045">
                <a:moveTo>
                  <a:pt x="0" y="3045"/>
                </a:moveTo>
                <a:lnTo>
                  <a:pt x="2625" y="3045"/>
                </a:lnTo>
                <a:lnTo>
                  <a:pt x="2625" y="0"/>
                </a:lnTo>
                <a:lnTo>
                  <a:pt x="0" y="0"/>
                </a:lnTo>
                <a:lnTo>
                  <a:pt x="0" y="3045"/>
                </a:lnTo>
                <a:close/>
              </a:path>
            </a:pathLst>
          </a:custGeom>
          <a:noFill/>
          <a:ln w="37800">
            <a:solidFill>
              <a:srgbClr val="9c1f00"/>
            </a:solidFill>
            <a:miter/>
          </a:ln>
        </p:spPr>
        <p:txBody>
          <a:bodyPr lIns="18720" rIns="18720" tIns="18720" bIns="187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03" name=""/>
          <p:cNvSpPr/>
          <p:nvPr/>
        </p:nvSpPr>
        <p:spPr>
          <a:xfrm>
            <a:off x="4370760" y="3570120"/>
            <a:ext cx="0" cy="24732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04" name=""/>
          <p:cNvSpPr/>
          <p:nvPr/>
        </p:nvSpPr>
        <p:spPr>
          <a:xfrm>
            <a:off x="5276160" y="3570120"/>
            <a:ext cx="0" cy="24732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05" name=""/>
          <p:cNvSpPr/>
          <p:nvPr/>
        </p:nvSpPr>
        <p:spPr>
          <a:xfrm>
            <a:off x="6181920" y="3570120"/>
            <a:ext cx="0" cy="24732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06" name=""/>
          <p:cNvSpPr/>
          <p:nvPr/>
        </p:nvSpPr>
        <p:spPr>
          <a:xfrm>
            <a:off x="7087680" y="3570120"/>
            <a:ext cx="0" cy="24732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07" name=""/>
          <p:cNvSpPr/>
          <p:nvPr/>
        </p:nvSpPr>
        <p:spPr>
          <a:xfrm>
            <a:off x="7993080" y="3570120"/>
            <a:ext cx="0" cy="24732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08" name=""/>
          <p:cNvSpPr/>
          <p:nvPr/>
        </p:nvSpPr>
        <p:spPr>
          <a:xfrm>
            <a:off x="3461760" y="3925800"/>
            <a:ext cx="544032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09" name=""/>
          <p:cNvSpPr/>
          <p:nvPr/>
        </p:nvSpPr>
        <p:spPr>
          <a:xfrm>
            <a:off x="3461760" y="4278240"/>
            <a:ext cx="544032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0" name=""/>
          <p:cNvSpPr/>
          <p:nvPr/>
        </p:nvSpPr>
        <p:spPr>
          <a:xfrm>
            <a:off x="3461760" y="4630680"/>
            <a:ext cx="544032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1" name=""/>
          <p:cNvSpPr/>
          <p:nvPr/>
        </p:nvSpPr>
        <p:spPr>
          <a:xfrm>
            <a:off x="3461760" y="4983120"/>
            <a:ext cx="544032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2" name=""/>
          <p:cNvSpPr/>
          <p:nvPr/>
        </p:nvSpPr>
        <p:spPr>
          <a:xfrm>
            <a:off x="3461760" y="5335560"/>
            <a:ext cx="544032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3" name=""/>
          <p:cNvSpPr/>
          <p:nvPr/>
        </p:nvSpPr>
        <p:spPr>
          <a:xfrm>
            <a:off x="3461760" y="5688000"/>
            <a:ext cx="544032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4" name=""/>
          <p:cNvSpPr/>
          <p:nvPr/>
        </p:nvSpPr>
        <p:spPr>
          <a:xfrm>
            <a:off x="3465000" y="3922560"/>
            <a:ext cx="0" cy="212076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5" name=""/>
          <p:cNvSpPr/>
          <p:nvPr/>
        </p:nvSpPr>
        <p:spPr>
          <a:xfrm>
            <a:off x="8898840" y="3570120"/>
            <a:ext cx="0" cy="24732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6" name=""/>
          <p:cNvSpPr/>
          <p:nvPr/>
        </p:nvSpPr>
        <p:spPr>
          <a:xfrm>
            <a:off x="4367520" y="3573360"/>
            <a:ext cx="453456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7" name=""/>
          <p:cNvSpPr/>
          <p:nvPr/>
        </p:nvSpPr>
        <p:spPr>
          <a:xfrm>
            <a:off x="3461760" y="6040440"/>
            <a:ext cx="544032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8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19" name=""/>
          <p:cNvSpPr txBox="1"/>
          <p:nvPr/>
        </p:nvSpPr>
        <p:spPr>
          <a:xfrm>
            <a:off x="4646520" y="3613320"/>
            <a:ext cx="35280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RA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0" name=""/>
          <p:cNvSpPr txBox="1"/>
          <p:nvPr/>
        </p:nvSpPr>
        <p:spPr>
          <a:xfrm>
            <a:off x="5573880" y="3613320"/>
            <a:ext cx="3117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LA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1" name=""/>
          <p:cNvSpPr txBox="1"/>
          <p:nvPr/>
        </p:nvSpPr>
        <p:spPr>
          <a:xfrm>
            <a:off x="6465960" y="3613320"/>
            <a:ext cx="33912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TR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2" name=""/>
          <p:cNvSpPr txBox="1"/>
          <p:nvPr/>
        </p:nvSpPr>
        <p:spPr>
          <a:xfrm>
            <a:off x="7377840" y="3613320"/>
            <a:ext cx="32544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RL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3" name=""/>
          <p:cNvSpPr txBox="1"/>
          <p:nvPr/>
        </p:nvSpPr>
        <p:spPr>
          <a:xfrm>
            <a:off x="8304840" y="3613320"/>
            <a:ext cx="28260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LL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4" name=""/>
          <p:cNvSpPr txBox="1"/>
          <p:nvPr/>
        </p:nvSpPr>
        <p:spPr>
          <a:xfrm>
            <a:off x="3778560" y="3966120"/>
            <a:ext cx="5799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1kHz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5" name=""/>
          <p:cNvSpPr txBox="1"/>
          <p:nvPr/>
        </p:nvSpPr>
        <p:spPr>
          <a:xfrm>
            <a:off x="4515480" y="39801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224.1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6" name=""/>
          <p:cNvSpPr txBox="1"/>
          <p:nvPr/>
        </p:nvSpPr>
        <p:spPr>
          <a:xfrm>
            <a:off x="5421600" y="39801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215.9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7" name=""/>
          <p:cNvSpPr txBox="1"/>
          <p:nvPr/>
        </p:nvSpPr>
        <p:spPr>
          <a:xfrm>
            <a:off x="6397560" y="3980160"/>
            <a:ext cx="5662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15.2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8" name=""/>
          <p:cNvSpPr txBox="1"/>
          <p:nvPr/>
        </p:nvSpPr>
        <p:spPr>
          <a:xfrm>
            <a:off x="7233120" y="39801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201.7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29" name=""/>
          <p:cNvSpPr txBox="1"/>
          <p:nvPr/>
        </p:nvSpPr>
        <p:spPr>
          <a:xfrm>
            <a:off x="8138880" y="39801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205.3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0" name=""/>
          <p:cNvSpPr txBox="1"/>
          <p:nvPr/>
        </p:nvSpPr>
        <p:spPr>
          <a:xfrm>
            <a:off x="3778560" y="4318560"/>
            <a:ext cx="5799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5kHz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1" name=""/>
          <p:cNvSpPr txBox="1"/>
          <p:nvPr/>
        </p:nvSpPr>
        <p:spPr>
          <a:xfrm>
            <a:off x="4515480" y="433260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216.3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2" name=""/>
          <p:cNvSpPr txBox="1"/>
          <p:nvPr/>
        </p:nvSpPr>
        <p:spPr>
          <a:xfrm>
            <a:off x="5421600" y="433260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208.4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3" name=""/>
          <p:cNvSpPr txBox="1"/>
          <p:nvPr/>
        </p:nvSpPr>
        <p:spPr>
          <a:xfrm>
            <a:off x="6397560" y="4332600"/>
            <a:ext cx="5662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14.5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4" name=""/>
          <p:cNvSpPr txBox="1"/>
          <p:nvPr/>
        </p:nvSpPr>
        <p:spPr>
          <a:xfrm>
            <a:off x="7233120" y="433260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195.5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5" name=""/>
          <p:cNvSpPr txBox="1"/>
          <p:nvPr/>
        </p:nvSpPr>
        <p:spPr>
          <a:xfrm>
            <a:off x="8138880" y="433260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198.8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6" name=""/>
          <p:cNvSpPr txBox="1"/>
          <p:nvPr/>
        </p:nvSpPr>
        <p:spPr>
          <a:xfrm>
            <a:off x="3636720" y="4671000"/>
            <a:ext cx="72144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50kHz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7" name=""/>
          <p:cNvSpPr txBox="1"/>
          <p:nvPr/>
        </p:nvSpPr>
        <p:spPr>
          <a:xfrm>
            <a:off x="4515480" y="468504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178.5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8" name=""/>
          <p:cNvSpPr txBox="1"/>
          <p:nvPr/>
        </p:nvSpPr>
        <p:spPr>
          <a:xfrm>
            <a:off x="5421600" y="468504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173.7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39" name=""/>
          <p:cNvSpPr txBox="1"/>
          <p:nvPr/>
        </p:nvSpPr>
        <p:spPr>
          <a:xfrm>
            <a:off x="6397560" y="4685040"/>
            <a:ext cx="5662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11.0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0" name=""/>
          <p:cNvSpPr txBox="1"/>
          <p:nvPr/>
        </p:nvSpPr>
        <p:spPr>
          <a:xfrm>
            <a:off x="7233120" y="468504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161.4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1" name=""/>
          <p:cNvSpPr txBox="1"/>
          <p:nvPr/>
        </p:nvSpPr>
        <p:spPr>
          <a:xfrm>
            <a:off x="8138880" y="468504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162.3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2" name=""/>
          <p:cNvSpPr txBox="1"/>
          <p:nvPr/>
        </p:nvSpPr>
        <p:spPr>
          <a:xfrm>
            <a:off x="3495240" y="5023440"/>
            <a:ext cx="86328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250kHz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3" name=""/>
          <p:cNvSpPr txBox="1"/>
          <p:nvPr/>
        </p:nvSpPr>
        <p:spPr>
          <a:xfrm>
            <a:off x="4515480" y="50374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154.5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4" name=""/>
          <p:cNvSpPr txBox="1"/>
          <p:nvPr/>
        </p:nvSpPr>
        <p:spPr>
          <a:xfrm>
            <a:off x="5421600" y="50374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150.8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5" name=""/>
          <p:cNvSpPr txBox="1"/>
          <p:nvPr/>
        </p:nvSpPr>
        <p:spPr>
          <a:xfrm>
            <a:off x="6467760" y="5037480"/>
            <a:ext cx="40464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8.3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6" name=""/>
          <p:cNvSpPr txBox="1"/>
          <p:nvPr/>
        </p:nvSpPr>
        <p:spPr>
          <a:xfrm>
            <a:off x="7233120" y="50374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139.5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7" name=""/>
          <p:cNvSpPr txBox="1"/>
          <p:nvPr/>
        </p:nvSpPr>
        <p:spPr>
          <a:xfrm>
            <a:off x="8138880" y="50374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139.6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8" name=""/>
          <p:cNvSpPr txBox="1"/>
          <p:nvPr/>
        </p:nvSpPr>
        <p:spPr>
          <a:xfrm>
            <a:off x="3495240" y="5375520"/>
            <a:ext cx="86328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500kHz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49" name=""/>
          <p:cNvSpPr txBox="1"/>
          <p:nvPr/>
        </p:nvSpPr>
        <p:spPr>
          <a:xfrm>
            <a:off x="4515480" y="53895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147.8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0" name=""/>
          <p:cNvSpPr txBox="1"/>
          <p:nvPr/>
        </p:nvSpPr>
        <p:spPr>
          <a:xfrm>
            <a:off x="5421600" y="53895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144.5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1" name=""/>
          <p:cNvSpPr txBox="1"/>
          <p:nvPr/>
        </p:nvSpPr>
        <p:spPr>
          <a:xfrm>
            <a:off x="6467760" y="5389560"/>
            <a:ext cx="40464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7.7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2" name=""/>
          <p:cNvSpPr txBox="1"/>
          <p:nvPr/>
        </p:nvSpPr>
        <p:spPr>
          <a:xfrm>
            <a:off x="7233120" y="53895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134.1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3" name=""/>
          <p:cNvSpPr txBox="1"/>
          <p:nvPr/>
        </p:nvSpPr>
        <p:spPr>
          <a:xfrm>
            <a:off x="8138880" y="53895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134.5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4" name=""/>
          <p:cNvSpPr txBox="1"/>
          <p:nvPr/>
        </p:nvSpPr>
        <p:spPr>
          <a:xfrm>
            <a:off x="3694680" y="5728680"/>
            <a:ext cx="66528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1MHz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5" name=""/>
          <p:cNvSpPr txBox="1"/>
          <p:nvPr/>
        </p:nvSpPr>
        <p:spPr>
          <a:xfrm>
            <a:off x="4515480" y="57423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142.1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6" name=""/>
          <p:cNvSpPr txBox="1"/>
          <p:nvPr/>
        </p:nvSpPr>
        <p:spPr>
          <a:xfrm>
            <a:off x="5421600" y="57423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139.2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7" name=""/>
          <p:cNvSpPr txBox="1"/>
          <p:nvPr/>
        </p:nvSpPr>
        <p:spPr>
          <a:xfrm>
            <a:off x="6467760" y="5742360"/>
            <a:ext cx="40464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7.3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58" name=""/>
          <p:cNvSpPr txBox="1"/>
          <p:nvPr/>
        </p:nvSpPr>
        <p:spPr>
          <a:xfrm>
            <a:off x="7233120" y="57423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130.7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659" name="" descr=""/>
          <p:cNvPicPr/>
          <p:nvPr/>
        </p:nvPicPr>
        <p:blipFill>
          <a:blip r:embed="rId4"/>
          <a:stretch/>
        </p:blipFill>
        <p:spPr>
          <a:xfrm>
            <a:off x="2676240" y="3227760"/>
            <a:ext cx="1505520" cy="3291480"/>
          </a:xfrm>
          <a:prstGeom prst="rect">
            <a:avLst/>
          </a:prstGeom>
          <a:ln w="0">
            <a:noFill/>
          </a:ln>
        </p:spPr>
      </p:pic>
      <p:sp>
        <p:nvSpPr>
          <p:cNvPr id="29660" name=""/>
          <p:cNvSpPr txBox="1"/>
          <p:nvPr/>
        </p:nvSpPr>
        <p:spPr>
          <a:xfrm>
            <a:off x="8138880" y="57423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130.9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61" name=""/>
          <p:cNvSpPr txBox="1"/>
          <p:nvPr/>
        </p:nvSpPr>
        <p:spPr>
          <a:xfrm>
            <a:off x="5045040" y="2824920"/>
            <a:ext cx="395388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Impedance data from a muscular person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62" name=""/>
          <p:cNvSpPr txBox="1"/>
          <p:nvPr/>
        </p:nvSpPr>
        <p:spPr>
          <a:xfrm>
            <a:off x="849960" y="1006200"/>
            <a:ext cx="5871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InBody_TrunkImpedance]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6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6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6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66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66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66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669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670" name="" descr=""/>
          <p:cNvPicPr/>
          <p:nvPr/>
        </p:nvPicPr>
        <p:blipFill>
          <a:blip r:embed="rId2"/>
          <a:stretch/>
        </p:blipFill>
        <p:spPr>
          <a:xfrm>
            <a:off x="827640" y="1539360"/>
            <a:ext cx="3789720" cy="5357880"/>
          </a:xfrm>
          <a:prstGeom prst="rect">
            <a:avLst/>
          </a:prstGeom>
          <a:ln w="0">
            <a:noFill/>
          </a:ln>
        </p:spPr>
      </p:pic>
      <p:sp>
        <p:nvSpPr>
          <p:cNvPr id="29671" name=""/>
          <p:cNvSpPr txBox="1"/>
          <p:nvPr/>
        </p:nvSpPr>
        <p:spPr>
          <a:xfrm>
            <a:off x="769680" y="1006200"/>
            <a:ext cx="5871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InBody_TrunkImpedance]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672" name="" descr=""/>
          <p:cNvPicPr/>
          <p:nvPr/>
        </p:nvPicPr>
        <p:blipFill>
          <a:blip r:embed="rId3"/>
          <a:stretch/>
        </p:blipFill>
        <p:spPr>
          <a:xfrm>
            <a:off x="2979360" y="3336120"/>
            <a:ext cx="6411960" cy="3444480"/>
          </a:xfrm>
          <a:prstGeom prst="rect">
            <a:avLst/>
          </a:prstGeom>
          <a:ln w="0">
            <a:noFill/>
          </a:ln>
        </p:spPr>
      </p:pic>
      <p:sp>
        <p:nvSpPr>
          <p:cNvPr id="29673" name=""/>
          <p:cNvSpPr/>
          <p:nvPr/>
        </p:nvSpPr>
        <p:spPr>
          <a:xfrm>
            <a:off x="3380040" y="3603960"/>
            <a:ext cx="5645160" cy="2881080"/>
          </a:xfrm>
          <a:custGeom>
            <a:avLst/>
            <a:gdLst/>
            <a:ahLst/>
            <a:rect l="0" t="0" r="r" b="b"/>
            <a:pathLst>
              <a:path w="15681" h="8003">
                <a:moveTo>
                  <a:pt x="0" y="8003"/>
                </a:moveTo>
                <a:lnTo>
                  <a:pt x="15681" y="8003"/>
                </a:lnTo>
                <a:lnTo>
                  <a:pt x="15681" y="0"/>
                </a:lnTo>
                <a:lnTo>
                  <a:pt x="0" y="0"/>
                </a:lnTo>
                <a:lnTo>
                  <a:pt x="0" y="800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74" name=""/>
          <p:cNvSpPr/>
          <p:nvPr/>
        </p:nvSpPr>
        <p:spPr>
          <a:xfrm>
            <a:off x="4389480" y="3769560"/>
            <a:ext cx="0" cy="24948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75" name=""/>
          <p:cNvSpPr/>
          <p:nvPr/>
        </p:nvSpPr>
        <p:spPr>
          <a:xfrm>
            <a:off x="5285880" y="3769560"/>
            <a:ext cx="0" cy="24948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76" name=""/>
          <p:cNvSpPr/>
          <p:nvPr/>
        </p:nvSpPr>
        <p:spPr>
          <a:xfrm>
            <a:off x="6182280" y="3769560"/>
            <a:ext cx="0" cy="24948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77" name=""/>
          <p:cNvSpPr/>
          <p:nvPr/>
        </p:nvSpPr>
        <p:spPr>
          <a:xfrm>
            <a:off x="7078680" y="3769560"/>
            <a:ext cx="0" cy="24948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78" name=""/>
          <p:cNvSpPr/>
          <p:nvPr/>
        </p:nvSpPr>
        <p:spPr>
          <a:xfrm>
            <a:off x="7974720" y="3769560"/>
            <a:ext cx="0" cy="24948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79" name=""/>
          <p:cNvSpPr/>
          <p:nvPr/>
        </p:nvSpPr>
        <p:spPr>
          <a:xfrm>
            <a:off x="3490200" y="4128120"/>
            <a:ext cx="538416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0" name=""/>
          <p:cNvSpPr/>
          <p:nvPr/>
        </p:nvSpPr>
        <p:spPr>
          <a:xfrm>
            <a:off x="3490200" y="4483440"/>
            <a:ext cx="538416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1" name=""/>
          <p:cNvSpPr/>
          <p:nvPr/>
        </p:nvSpPr>
        <p:spPr>
          <a:xfrm>
            <a:off x="3490200" y="4839120"/>
            <a:ext cx="538416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2" name=""/>
          <p:cNvSpPr/>
          <p:nvPr/>
        </p:nvSpPr>
        <p:spPr>
          <a:xfrm>
            <a:off x="3490200" y="5194800"/>
            <a:ext cx="538416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3" name=""/>
          <p:cNvSpPr/>
          <p:nvPr/>
        </p:nvSpPr>
        <p:spPr>
          <a:xfrm>
            <a:off x="3490200" y="5550120"/>
            <a:ext cx="538416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4" name=""/>
          <p:cNvSpPr/>
          <p:nvPr/>
        </p:nvSpPr>
        <p:spPr>
          <a:xfrm>
            <a:off x="3490200" y="5905800"/>
            <a:ext cx="538416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5" name=""/>
          <p:cNvSpPr/>
          <p:nvPr/>
        </p:nvSpPr>
        <p:spPr>
          <a:xfrm>
            <a:off x="3493440" y="4124880"/>
            <a:ext cx="0" cy="213948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6" name=""/>
          <p:cNvSpPr/>
          <p:nvPr/>
        </p:nvSpPr>
        <p:spPr>
          <a:xfrm>
            <a:off x="8871120" y="3769560"/>
            <a:ext cx="0" cy="249480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7" name=""/>
          <p:cNvSpPr/>
          <p:nvPr/>
        </p:nvSpPr>
        <p:spPr>
          <a:xfrm>
            <a:off x="4386240" y="3772440"/>
            <a:ext cx="448812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8" name=""/>
          <p:cNvSpPr/>
          <p:nvPr/>
        </p:nvSpPr>
        <p:spPr>
          <a:xfrm>
            <a:off x="3490200" y="6261120"/>
            <a:ext cx="5384160" cy="0"/>
          </a:xfrm>
          <a:prstGeom prst="line">
            <a:avLst/>
          </a:prstGeom>
          <a:ln w="612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89" name=""/>
          <p:cNvSpPr txBox="1"/>
          <p:nvPr/>
        </p:nvSpPr>
        <p:spPr>
          <a:xfrm>
            <a:off x="4630680" y="3063960"/>
            <a:ext cx="32774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Impedance data from a HD patient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0" name=""/>
          <p:cNvSpPr txBox="1"/>
          <p:nvPr/>
        </p:nvSpPr>
        <p:spPr>
          <a:xfrm>
            <a:off x="4661280" y="3814200"/>
            <a:ext cx="35280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RA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1" name=""/>
          <p:cNvSpPr txBox="1"/>
          <p:nvPr/>
        </p:nvSpPr>
        <p:spPr>
          <a:xfrm>
            <a:off x="5579280" y="3814200"/>
            <a:ext cx="3117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LA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2" name=""/>
          <p:cNvSpPr txBox="1"/>
          <p:nvPr/>
        </p:nvSpPr>
        <p:spPr>
          <a:xfrm>
            <a:off x="6461640" y="3814200"/>
            <a:ext cx="33912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TR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3" name=""/>
          <p:cNvSpPr txBox="1"/>
          <p:nvPr/>
        </p:nvSpPr>
        <p:spPr>
          <a:xfrm>
            <a:off x="7364160" y="3814200"/>
            <a:ext cx="32544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RL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4" name=""/>
          <p:cNvSpPr txBox="1"/>
          <p:nvPr/>
        </p:nvSpPr>
        <p:spPr>
          <a:xfrm>
            <a:off x="8282160" y="3814200"/>
            <a:ext cx="28260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LL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5" name=""/>
          <p:cNvSpPr txBox="1"/>
          <p:nvPr/>
        </p:nvSpPr>
        <p:spPr>
          <a:xfrm>
            <a:off x="3797640" y="4169880"/>
            <a:ext cx="5799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1kHz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6" name=""/>
          <p:cNvSpPr txBox="1"/>
          <p:nvPr/>
        </p:nvSpPr>
        <p:spPr>
          <a:xfrm>
            <a:off x="4530240" y="41835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312.5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7" name=""/>
          <p:cNvSpPr txBox="1"/>
          <p:nvPr/>
        </p:nvSpPr>
        <p:spPr>
          <a:xfrm>
            <a:off x="5426640" y="41835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244.9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8" name=""/>
          <p:cNvSpPr txBox="1"/>
          <p:nvPr/>
        </p:nvSpPr>
        <p:spPr>
          <a:xfrm>
            <a:off x="6393240" y="4183560"/>
            <a:ext cx="5662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14.2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699" name=""/>
          <p:cNvSpPr txBox="1"/>
          <p:nvPr/>
        </p:nvSpPr>
        <p:spPr>
          <a:xfrm>
            <a:off x="7219440" y="41835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127.3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0" name=""/>
          <p:cNvSpPr txBox="1"/>
          <p:nvPr/>
        </p:nvSpPr>
        <p:spPr>
          <a:xfrm>
            <a:off x="8115840" y="41835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128.3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1" name=""/>
          <p:cNvSpPr txBox="1"/>
          <p:nvPr/>
        </p:nvSpPr>
        <p:spPr>
          <a:xfrm>
            <a:off x="3797640" y="4525560"/>
            <a:ext cx="57996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5kHz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2" name=""/>
          <p:cNvSpPr txBox="1"/>
          <p:nvPr/>
        </p:nvSpPr>
        <p:spPr>
          <a:xfrm>
            <a:off x="4530240" y="453924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309.1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3" name=""/>
          <p:cNvSpPr txBox="1"/>
          <p:nvPr/>
        </p:nvSpPr>
        <p:spPr>
          <a:xfrm>
            <a:off x="5426640" y="453924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243.0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4" name=""/>
          <p:cNvSpPr txBox="1"/>
          <p:nvPr/>
        </p:nvSpPr>
        <p:spPr>
          <a:xfrm>
            <a:off x="6393240" y="4539240"/>
            <a:ext cx="5662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14.1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5" name=""/>
          <p:cNvSpPr txBox="1"/>
          <p:nvPr/>
        </p:nvSpPr>
        <p:spPr>
          <a:xfrm>
            <a:off x="7219440" y="453924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125.5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6" name=""/>
          <p:cNvSpPr txBox="1"/>
          <p:nvPr/>
        </p:nvSpPr>
        <p:spPr>
          <a:xfrm>
            <a:off x="8115840" y="453924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126.3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7" name=""/>
          <p:cNvSpPr txBox="1"/>
          <p:nvPr/>
        </p:nvSpPr>
        <p:spPr>
          <a:xfrm>
            <a:off x="3656160" y="4881240"/>
            <a:ext cx="72144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50kHz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8" name=""/>
          <p:cNvSpPr txBox="1"/>
          <p:nvPr/>
        </p:nvSpPr>
        <p:spPr>
          <a:xfrm>
            <a:off x="4530240" y="48952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289.9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09" name=""/>
          <p:cNvSpPr txBox="1"/>
          <p:nvPr/>
        </p:nvSpPr>
        <p:spPr>
          <a:xfrm>
            <a:off x="5426640" y="48952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230.9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0" name=""/>
          <p:cNvSpPr txBox="1"/>
          <p:nvPr/>
        </p:nvSpPr>
        <p:spPr>
          <a:xfrm>
            <a:off x="6393240" y="4895280"/>
            <a:ext cx="5662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13.6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1" name=""/>
          <p:cNvSpPr txBox="1"/>
          <p:nvPr/>
        </p:nvSpPr>
        <p:spPr>
          <a:xfrm>
            <a:off x="7219440" y="48952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118.1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2" name=""/>
          <p:cNvSpPr txBox="1"/>
          <p:nvPr/>
        </p:nvSpPr>
        <p:spPr>
          <a:xfrm>
            <a:off x="8115840" y="48952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118.7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3" name=""/>
          <p:cNvSpPr txBox="1"/>
          <p:nvPr/>
        </p:nvSpPr>
        <p:spPr>
          <a:xfrm>
            <a:off x="3514320" y="5236560"/>
            <a:ext cx="86328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250kHz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4" name=""/>
          <p:cNvSpPr txBox="1"/>
          <p:nvPr/>
        </p:nvSpPr>
        <p:spPr>
          <a:xfrm>
            <a:off x="4530240" y="525060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269.6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5" name=""/>
          <p:cNvSpPr txBox="1"/>
          <p:nvPr/>
        </p:nvSpPr>
        <p:spPr>
          <a:xfrm>
            <a:off x="5426640" y="525060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214.6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6" name=""/>
          <p:cNvSpPr txBox="1"/>
          <p:nvPr/>
        </p:nvSpPr>
        <p:spPr>
          <a:xfrm>
            <a:off x="6393240" y="5250600"/>
            <a:ext cx="5662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12.6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7" name=""/>
          <p:cNvSpPr txBox="1"/>
          <p:nvPr/>
        </p:nvSpPr>
        <p:spPr>
          <a:xfrm>
            <a:off x="7219440" y="525060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112.2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8" name=""/>
          <p:cNvSpPr txBox="1"/>
          <p:nvPr/>
        </p:nvSpPr>
        <p:spPr>
          <a:xfrm>
            <a:off x="8115840" y="525060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113.2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19" name=""/>
          <p:cNvSpPr txBox="1"/>
          <p:nvPr/>
        </p:nvSpPr>
        <p:spPr>
          <a:xfrm>
            <a:off x="3514320" y="5592240"/>
            <a:ext cx="86328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500kHz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0" name=""/>
          <p:cNvSpPr txBox="1"/>
          <p:nvPr/>
        </p:nvSpPr>
        <p:spPr>
          <a:xfrm>
            <a:off x="4530240" y="56062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259.7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1" name=""/>
          <p:cNvSpPr txBox="1"/>
          <p:nvPr/>
        </p:nvSpPr>
        <p:spPr>
          <a:xfrm>
            <a:off x="5426640" y="56062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206.2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2" name=""/>
          <p:cNvSpPr txBox="1"/>
          <p:nvPr/>
        </p:nvSpPr>
        <p:spPr>
          <a:xfrm>
            <a:off x="6393240" y="5606280"/>
            <a:ext cx="5662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11.7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3" name=""/>
          <p:cNvSpPr txBox="1"/>
          <p:nvPr/>
        </p:nvSpPr>
        <p:spPr>
          <a:xfrm>
            <a:off x="7219440" y="56062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109.5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4" name=""/>
          <p:cNvSpPr txBox="1"/>
          <p:nvPr/>
        </p:nvSpPr>
        <p:spPr>
          <a:xfrm>
            <a:off x="8115840" y="560628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109.9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5" name=""/>
          <p:cNvSpPr txBox="1"/>
          <p:nvPr/>
        </p:nvSpPr>
        <p:spPr>
          <a:xfrm>
            <a:off x="3714120" y="5947920"/>
            <a:ext cx="665280" cy="283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Arial"/>
                <a:ea typeface="Arial"/>
              </a:rPr>
              <a:t>1MHz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6" name=""/>
          <p:cNvSpPr txBox="1"/>
          <p:nvPr/>
        </p:nvSpPr>
        <p:spPr>
          <a:xfrm>
            <a:off x="4530240" y="59619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244.2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7" name=""/>
          <p:cNvSpPr txBox="1"/>
          <p:nvPr/>
        </p:nvSpPr>
        <p:spPr>
          <a:xfrm>
            <a:off x="5426640" y="59619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195.3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8" name=""/>
          <p:cNvSpPr txBox="1"/>
          <p:nvPr/>
        </p:nvSpPr>
        <p:spPr>
          <a:xfrm>
            <a:off x="6463440" y="5961960"/>
            <a:ext cx="40464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9.2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29" name=""/>
          <p:cNvSpPr txBox="1"/>
          <p:nvPr/>
        </p:nvSpPr>
        <p:spPr>
          <a:xfrm>
            <a:off x="7219440" y="59619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103.8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30" name=""/>
          <p:cNvSpPr txBox="1"/>
          <p:nvPr/>
        </p:nvSpPr>
        <p:spPr>
          <a:xfrm>
            <a:off x="8115840" y="5961960"/>
            <a:ext cx="729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104.2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3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3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3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3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3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73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737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38" name=""/>
          <p:cNvSpPr txBox="1"/>
          <p:nvPr/>
        </p:nvSpPr>
        <p:spPr>
          <a:xfrm>
            <a:off x="711360" y="1082520"/>
            <a:ext cx="5871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InBody_TrunkImpedance]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739" name="" descr=""/>
          <p:cNvPicPr/>
          <p:nvPr/>
        </p:nvPicPr>
        <p:blipFill>
          <a:blip r:embed="rId2"/>
          <a:stretch/>
        </p:blipFill>
        <p:spPr>
          <a:xfrm>
            <a:off x="751320" y="1618560"/>
            <a:ext cx="3346200" cy="4739400"/>
          </a:xfrm>
          <a:prstGeom prst="rect">
            <a:avLst/>
          </a:prstGeom>
          <a:ln w="0">
            <a:noFill/>
          </a:ln>
        </p:spPr>
      </p:pic>
      <p:pic>
        <p:nvPicPr>
          <p:cNvPr id="29740" name="" descr=""/>
          <p:cNvPicPr/>
          <p:nvPr/>
        </p:nvPicPr>
        <p:blipFill>
          <a:blip r:embed="rId3"/>
          <a:stretch/>
        </p:blipFill>
        <p:spPr>
          <a:xfrm>
            <a:off x="762120" y="1629000"/>
            <a:ext cx="3346200" cy="4739400"/>
          </a:xfrm>
          <a:prstGeom prst="rect">
            <a:avLst/>
          </a:prstGeom>
          <a:ln w="0">
            <a:noFill/>
          </a:ln>
        </p:spPr>
      </p:pic>
      <p:pic>
        <p:nvPicPr>
          <p:cNvPr id="29741" name="" descr=""/>
          <p:cNvPicPr/>
          <p:nvPr/>
        </p:nvPicPr>
        <p:blipFill>
          <a:blip r:embed="rId4"/>
          <a:stretch/>
        </p:blipFill>
        <p:spPr>
          <a:xfrm>
            <a:off x="3000600" y="2930760"/>
            <a:ext cx="6314400" cy="3517920"/>
          </a:xfrm>
          <a:prstGeom prst="rect">
            <a:avLst/>
          </a:prstGeom>
          <a:ln w="0">
            <a:noFill/>
          </a:ln>
        </p:spPr>
      </p:pic>
      <p:sp>
        <p:nvSpPr>
          <p:cNvPr id="29742" name=""/>
          <p:cNvSpPr/>
          <p:nvPr/>
        </p:nvSpPr>
        <p:spPr>
          <a:xfrm>
            <a:off x="3253680" y="3204720"/>
            <a:ext cx="5636160" cy="2874600"/>
          </a:xfrm>
          <a:custGeom>
            <a:avLst/>
            <a:gdLst/>
            <a:ahLst/>
            <a:rect l="0" t="0" r="r" b="b"/>
            <a:pathLst>
              <a:path w="15656" h="7985">
                <a:moveTo>
                  <a:pt x="0" y="7985"/>
                </a:moveTo>
                <a:lnTo>
                  <a:pt x="15656" y="7985"/>
                </a:lnTo>
                <a:lnTo>
                  <a:pt x="15656" y="0"/>
                </a:lnTo>
                <a:lnTo>
                  <a:pt x="0" y="0"/>
                </a:lnTo>
                <a:lnTo>
                  <a:pt x="0" y="7985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743" name="" descr=""/>
          <p:cNvPicPr/>
          <p:nvPr/>
        </p:nvPicPr>
        <p:blipFill>
          <a:blip r:embed="rId5"/>
          <a:stretch/>
        </p:blipFill>
        <p:spPr>
          <a:xfrm>
            <a:off x="3311640" y="3323880"/>
            <a:ext cx="5490720" cy="2666520"/>
          </a:xfrm>
          <a:prstGeom prst="rect">
            <a:avLst/>
          </a:prstGeom>
          <a:ln w="0">
            <a:noFill/>
          </a:ln>
        </p:spPr>
      </p:pic>
      <p:sp>
        <p:nvSpPr>
          <p:cNvPr id="29744" name=""/>
          <p:cNvSpPr/>
          <p:nvPr/>
        </p:nvSpPr>
        <p:spPr>
          <a:xfrm>
            <a:off x="6390000" y="3654360"/>
            <a:ext cx="673920" cy="2359440"/>
          </a:xfrm>
          <a:custGeom>
            <a:avLst/>
            <a:gdLst/>
            <a:ahLst/>
            <a:rect l="0" t="0" r="r" b="b"/>
            <a:pathLst>
              <a:path w="1872" h="6554">
                <a:moveTo>
                  <a:pt x="0" y="6554"/>
                </a:moveTo>
                <a:lnTo>
                  <a:pt x="1872" y="6554"/>
                </a:lnTo>
                <a:lnTo>
                  <a:pt x="1872" y="0"/>
                </a:lnTo>
                <a:lnTo>
                  <a:pt x="0" y="0"/>
                </a:lnTo>
                <a:lnTo>
                  <a:pt x="0" y="6554"/>
                </a:lnTo>
                <a:close/>
              </a:path>
            </a:pathLst>
          </a:custGeom>
          <a:noFill/>
          <a:ln w="12600">
            <a:solidFill>
              <a:srgbClr val="9c1f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45" name=""/>
          <p:cNvSpPr txBox="1"/>
          <p:nvPr/>
        </p:nvSpPr>
        <p:spPr>
          <a:xfrm>
            <a:off x="4187880" y="2540520"/>
            <a:ext cx="287208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404040"/>
                </a:solidFill>
                <a:latin typeface="Arial"/>
                <a:ea typeface="Arial"/>
              </a:rPr>
              <a:t>Trunk Impedance is abnormal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4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4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4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4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5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751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752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53" name=""/>
          <p:cNvSpPr/>
          <p:nvPr/>
        </p:nvSpPr>
        <p:spPr>
          <a:xfrm>
            <a:off x="780120" y="1719000"/>
            <a:ext cx="2233080" cy="2077560"/>
          </a:xfrm>
          <a:custGeom>
            <a:avLst/>
            <a:gdLst/>
            <a:ahLst/>
            <a:rect l="0" t="0" r="r" b="b"/>
            <a:pathLst>
              <a:path w="6203" h="5771">
                <a:moveTo>
                  <a:pt x="0" y="148"/>
                </a:moveTo>
                <a:cubicBezTo>
                  <a:pt x="0" y="66"/>
                  <a:pt x="66" y="0"/>
                  <a:pt x="148" y="0"/>
                </a:cubicBezTo>
                <a:lnTo>
                  <a:pt x="6055" y="0"/>
                </a:lnTo>
                <a:cubicBezTo>
                  <a:pt x="6136" y="0"/>
                  <a:pt x="6203" y="66"/>
                  <a:pt x="6203" y="148"/>
                </a:cubicBezTo>
                <a:lnTo>
                  <a:pt x="6203" y="5623"/>
                </a:lnTo>
                <a:cubicBezTo>
                  <a:pt x="6203" y="5704"/>
                  <a:pt x="6136" y="5771"/>
                  <a:pt x="6055" y="5771"/>
                </a:cubicBezTo>
                <a:lnTo>
                  <a:pt x="148" y="5771"/>
                </a:lnTo>
                <a:cubicBezTo>
                  <a:pt x="66" y="5771"/>
                  <a:pt x="0" y="5704"/>
                  <a:pt x="0" y="5623"/>
                </a:cubicBezTo>
                <a:lnTo>
                  <a:pt x="0" y="148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754" name="" descr=""/>
          <p:cNvPicPr/>
          <p:nvPr/>
        </p:nvPicPr>
        <p:blipFill>
          <a:blip r:embed="rId2"/>
          <a:stretch/>
        </p:blipFill>
        <p:spPr>
          <a:xfrm>
            <a:off x="998280" y="1906560"/>
            <a:ext cx="1797840" cy="1694160"/>
          </a:xfrm>
          <a:prstGeom prst="rect">
            <a:avLst/>
          </a:prstGeom>
          <a:ln w="0">
            <a:noFill/>
          </a:ln>
        </p:spPr>
      </p:pic>
      <p:sp>
        <p:nvSpPr>
          <p:cNvPr id="29755" name=""/>
          <p:cNvSpPr txBox="1"/>
          <p:nvPr/>
        </p:nvSpPr>
        <p:spPr>
          <a:xfrm>
            <a:off x="740520" y="1182960"/>
            <a:ext cx="7550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InBody_Impedancedifference between R/L]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56" name=""/>
          <p:cNvSpPr txBox="1"/>
          <p:nvPr/>
        </p:nvSpPr>
        <p:spPr>
          <a:xfrm>
            <a:off x="3385440" y="1855800"/>
            <a:ext cx="572184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3. Check if the difference between right and left impedance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57" name=""/>
          <p:cNvSpPr txBox="1"/>
          <p:nvPr/>
        </p:nvSpPr>
        <p:spPr>
          <a:xfrm>
            <a:off x="3385440" y="2221560"/>
            <a:ext cx="181728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is higher than 30</a:t>
            </a:r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Ω.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58" name=""/>
          <p:cNvSpPr txBox="1"/>
          <p:nvPr/>
        </p:nvSpPr>
        <p:spPr>
          <a:xfrm>
            <a:off x="3385440" y="2661480"/>
            <a:ext cx="580860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Generally speaking, the difference between right and left arm is less than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59" name=""/>
          <p:cNvSpPr txBox="1"/>
          <p:nvPr/>
        </p:nvSpPr>
        <p:spPr>
          <a:xfrm>
            <a:off x="3385440" y="2981880"/>
            <a:ext cx="536688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30Ω. However, this difference could be higher when the person has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60" name=""/>
          <p:cNvSpPr txBox="1"/>
          <p:nvPr/>
        </p:nvSpPr>
        <p:spPr>
          <a:xfrm>
            <a:off x="3385440" y="3301920"/>
            <a:ext cx="548100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different amount of water or muscles due to disease, sprain, fracture,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61" name=""/>
          <p:cNvSpPr txBox="1"/>
          <p:nvPr/>
        </p:nvSpPr>
        <p:spPr>
          <a:xfrm>
            <a:off x="3385440" y="3621960"/>
            <a:ext cx="24285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injury and inserted prostheses.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62" name=""/>
          <p:cNvSpPr txBox="1"/>
          <p:nvPr/>
        </p:nvSpPr>
        <p:spPr>
          <a:xfrm>
            <a:off x="3385440" y="3942000"/>
            <a:ext cx="565020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Therefore, when the difference of the impedance in right and left part is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63" name=""/>
          <p:cNvSpPr txBox="1"/>
          <p:nvPr/>
        </p:nvSpPr>
        <p:spPr>
          <a:xfrm>
            <a:off x="3385440" y="4261680"/>
            <a:ext cx="310212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higher, make sure to verify its history.  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6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6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6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6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769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770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771" name="" descr=""/>
          <p:cNvPicPr/>
          <p:nvPr/>
        </p:nvPicPr>
        <p:blipFill>
          <a:blip r:embed="rId2"/>
          <a:stretch/>
        </p:blipFill>
        <p:spPr>
          <a:xfrm>
            <a:off x="824400" y="1742040"/>
            <a:ext cx="3344760" cy="4740840"/>
          </a:xfrm>
          <a:prstGeom prst="rect">
            <a:avLst/>
          </a:prstGeom>
          <a:ln w="0">
            <a:noFill/>
          </a:ln>
        </p:spPr>
      </p:pic>
      <p:pic>
        <p:nvPicPr>
          <p:cNvPr id="29772" name="" descr=""/>
          <p:cNvPicPr/>
          <p:nvPr/>
        </p:nvPicPr>
        <p:blipFill>
          <a:blip r:embed="rId3"/>
          <a:stretch/>
        </p:blipFill>
        <p:spPr>
          <a:xfrm>
            <a:off x="2014560" y="2337840"/>
            <a:ext cx="7373520" cy="4100040"/>
          </a:xfrm>
          <a:prstGeom prst="rect">
            <a:avLst/>
          </a:prstGeom>
          <a:ln w="0">
            <a:noFill/>
          </a:ln>
        </p:spPr>
      </p:pic>
      <p:sp>
        <p:nvSpPr>
          <p:cNvPr id="29773" name=""/>
          <p:cNvSpPr/>
          <p:nvPr/>
        </p:nvSpPr>
        <p:spPr>
          <a:xfrm>
            <a:off x="2327040" y="2627280"/>
            <a:ext cx="6644880" cy="3475080"/>
          </a:xfrm>
          <a:custGeom>
            <a:avLst/>
            <a:gdLst/>
            <a:ahLst/>
            <a:rect l="0" t="0" r="r" b="b"/>
            <a:pathLst>
              <a:path w="18458" h="9653">
                <a:moveTo>
                  <a:pt x="0" y="9653"/>
                </a:moveTo>
                <a:lnTo>
                  <a:pt x="18458" y="9653"/>
                </a:lnTo>
                <a:lnTo>
                  <a:pt x="18458" y="0"/>
                </a:lnTo>
                <a:lnTo>
                  <a:pt x="0" y="0"/>
                </a:lnTo>
                <a:lnTo>
                  <a:pt x="0" y="965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774" name="" descr=""/>
          <p:cNvPicPr/>
          <p:nvPr/>
        </p:nvPicPr>
        <p:blipFill>
          <a:blip r:embed="rId4"/>
          <a:stretch/>
        </p:blipFill>
        <p:spPr>
          <a:xfrm>
            <a:off x="2613600" y="2843640"/>
            <a:ext cx="5970600" cy="2815920"/>
          </a:xfrm>
          <a:prstGeom prst="rect">
            <a:avLst/>
          </a:prstGeom>
          <a:ln w="0">
            <a:noFill/>
          </a:ln>
        </p:spPr>
      </p:pic>
      <p:sp>
        <p:nvSpPr>
          <p:cNvPr id="29775" name=""/>
          <p:cNvSpPr/>
          <p:nvPr/>
        </p:nvSpPr>
        <p:spPr>
          <a:xfrm>
            <a:off x="4169520" y="2081520"/>
            <a:ext cx="460440" cy="213840"/>
          </a:xfrm>
          <a:custGeom>
            <a:avLst/>
            <a:gdLst/>
            <a:ahLst/>
            <a:rect l="0" t="0" r="r" b="b"/>
            <a:pathLst>
              <a:path w="1279" h="594">
                <a:moveTo>
                  <a:pt x="0" y="148"/>
                </a:moveTo>
                <a:lnTo>
                  <a:pt x="983" y="148"/>
                </a:lnTo>
                <a:lnTo>
                  <a:pt x="983" y="0"/>
                </a:lnTo>
                <a:lnTo>
                  <a:pt x="1279" y="297"/>
                </a:lnTo>
                <a:lnTo>
                  <a:pt x="983" y="594"/>
                </a:lnTo>
                <a:lnTo>
                  <a:pt x="983" y="446"/>
                </a:lnTo>
                <a:lnTo>
                  <a:pt x="0" y="446"/>
                </a:lnTo>
                <a:lnTo>
                  <a:pt x="0" y="148"/>
                </a:lnTo>
                <a:close/>
              </a:path>
            </a:pathLst>
          </a:custGeom>
          <a:solidFill>
            <a:srgbClr val="c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76" name=""/>
          <p:cNvSpPr txBox="1"/>
          <p:nvPr/>
        </p:nvSpPr>
        <p:spPr>
          <a:xfrm>
            <a:off x="784080" y="1071720"/>
            <a:ext cx="7550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InBody_Impedancedifference between R/L]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77" name=""/>
          <p:cNvSpPr txBox="1"/>
          <p:nvPr/>
        </p:nvSpPr>
        <p:spPr>
          <a:xfrm>
            <a:off x="4131720" y="1833120"/>
            <a:ext cx="51915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Significant Difference between Right and left arm Impedance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778" name="" descr=""/>
          <p:cNvPicPr/>
          <p:nvPr/>
        </p:nvPicPr>
        <p:blipFill>
          <a:blip r:embed="rId5"/>
          <a:stretch/>
        </p:blipFill>
        <p:spPr>
          <a:xfrm>
            <a:off x="-903600" y="3840480"/>
            <a:ext cx="3500280" cy="1868040"/>
          </a:xfrm>
          <a:prstGeom prst="rect">
            <a:avLst/>
          </a:prstGeom>
          <a:ln w="0">
            <a:noFill/>
          </a:ln>
        </p:spPr>
      </p:pic>
      <p:sp>
        <p:nvSpPr>
          <p:cNvPr id="29779" name=""/>
          <p:cNvSpPr txBox="1"/>
          <p:nvPr/>
        </p:nvSpPr>
        <p:spPr>
          <a:xfrm>
            <a:off x="2715120" y="2046960"/>
            <a:ext cx="277452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70c0"/>
                </a:solidFill>
                <a:latin typeface="Arial"/>
                <a:ea typeface="Arial"/>
              </a:rPr>
              <a:t>Dialysis access from the left arm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8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8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82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83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84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78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786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29787" name="" descr=""/>
          <p:cNvPicPr/>
          <p:nvPr/>
        </p:nvPicPr>
        <p:blipFill>
          <a:blip r:embed="rId2"/>
          <a:stretch/>
        </p:blipFill>
        <p:spPr>
          <a:xfrm>
            <a:off x="824400" y="1670400"/>
            <a:ext cx="3346200" cy="4739400"/>
          </a:xfrm>
          <a:prstGeom prst="rect">
            <a:avLst/>
          </a:prstGeom>
          <a:ln w="0">
            <a:noFill/>
          </a:ln>
        </p:spPr>
      </p:pic>
      <p:pic>
        <p:nvPicPr>
          <p:cNvPr id="29788" name="" descr=""/>
          <p:cNvPicPr/>
          <p:nvPr/>
        </p:nvPicPr>
        <p:blipFill>
          <a:blip r:embed="rId3"/>
          <a:stretch/>
        </p:blipFill>
        <p:spPr>
          <a:xfrm>
            <a:off x="1990440" y="2442960"/>
            <a:ext cx="7374960" cy="3987360"/>
          </a:xfrm>
          <a:prstGeom prst="rect">
            <a:avLst/>
          </a:prstGeom>
          <a:ln w="0">
            <a:noFill/>
          </a:ln>
        </p:spPr>
      </p:pic>
      <p:pic>
        <p:nvPicPr>
          <p:cNvPr id="29789" name="" descr=""/>
          <p:cNvPicPr/>
          <p:nvPr/>
        </p:nvPicPr>
        <p:blipFill>
          <a:blip r:embed="rId4"/>
          <a:stretch/>
        </p:blipFill>
        <p:spPr>
          <a:xfrm>
            <a:off x="2263320" y="2944440"/>
            <a:ext cx="6959880" cy="2956320"/>
          </a:xfrm>
          <a:prstGeom prst="rect">
            <a:avLst/>
          </a:prstGeom>
          <a:ln w="0">
            <a:noFill/>
          </a:ln>
        </p:spPr>
      </p:pic>
      <p:sp>
        <p:nvSpPr>
          <p:cNvPr id="29790" name=""/>
          <p:cNvSpPr txBox="1"/>
          <p:nvPr/>
        </p:nvSpPr>
        <p:spPr>
          <a:xfrm>
            <a:off x="784080" y="1053000"/>
            <a:ext cx="7550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InBody_Impedancedifference between R/L]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91" name=""/>
          <p:cNvSpPr txBox="1"/>
          <p:nvPr/>
        </p:nvSpPr>
        <p:spPr>
          <a:xfrm>
            <a:off x="4184280" y="1814040"/>
            <a:ext cx="512280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Significant Difference between Right and left leg Impedance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92" name=""/>
          <p:cNvSpPr/>
          <p:nvPr/>
        </p:nvSpPr>
        <p:spPr>
          <a:xfrm>
            <a:off x="4166280" y="2101320"/>
            <a:ext cx="460800" cy="215280"/>
          </a:xfrm>
          <a:custGeom>
            <a:avLst/>
            <a:gdLst/>
            <a:ahLst/>
            <a:rect l="0" t="0" r="r" b="b"/>
            <a:pathLst>
              <a:path w="1280" h="598">
                <a:moveTo>
                  <a:pt x="0" y="149"/>
                </a:moveTo>
                <a:lnTo>
                  <a:pt x="981" y="149"/>
                </a:lnTo>
                <a:lnTo>
                  <a:pt x="981" y="0"/>
                </a:lnTo>
                <a:lnTo>
                  <a:pt x="1280" y="299"/>
                </a:lnTo>
                <a:lnTo>
                  <a:pt x="981" y="598"/>
                </a:lnTo>
                <a:lnTo>
                  <a:pt x="981" y="449"/>
                </a:lnTo>
                <a:lnTo>
                  <a:pt x="0" y="449"/>
                </a:lnTo>
                <a:lnTo>
                  <a:pt x="0" y="149"/>
                </a:lnTo>
                <a:close/>
              </a:path>
            </a:pathLst>
          </a:custGeom>
          <a:solidFill>
            <a:srgbClr val="c0000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793" name="" descr=""/>
          <p:cNvPicPr/>
          <p:nvPr/>
        </p:nvPicPr>
        <p:blipFill>
          <a:blip r:embed="rId5"/>
          <a:stretch/>
        </p:blipFill>
        <p:spPr>
          <a:xfrm>
            <a:off x="746640" y="3590640"/>
            <a:ext cx="6394320" cy="1618200"/>
          </a:xfrm>
          <a:prstGeom prst="rect">
            <a:avLst/>
          </a:prstGeom>
          <a:ln w="0">
            <a:noFill/>
          </a:ln>
        </p:spPr>
      </p:pic>
      <p:sp>
        <p:nvSpPr>
          <p:cNvPr id="29794" name=""/>
          <p:cNvSpPr txBox="1"/>
          <p:nvPr/>
        </p:nvSpPr>
        <p:spPr>
          <a:xfrm>
            <a:off x="4722120" y="2111400"/>
            <a:ext cx="21801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70c0"/>
                </a:solidFill>
                <a:latin typeface="Arial"/>
                <a:ea typeface="Arial"/>
              </a:rPr>
              <a:t>Right leg amputee patient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9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79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9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79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2980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29801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02" name=""/>
          <p:cNvSpPr/>
          <p:nvPr/>
        </p:nvSpPr>
        <p:spPr>
          <a:xfrm>
            <a:off x="751320" y="1703520"/>
            <a:ext cx="2232720" cy="2079360"/>
          </a:xfrm>
          <a:custGeom>
            <a:avLst/>
            <a:gdLst/>
            <a:ahLst/>
            <a:rect l="0" t="0" r="r" b="b"/>
            <a:pathLst>
              <a:path w="6202" h="5776">
                <a:moveTo>
                  <a:pt x="0" y="149"/>
                </a:moveTo>
                <a:cubicBezTo>
                  <a:pt x="0" y="67"/>
                  <a:pt x="66" y="0"/>
                  <a:pt x="148" y="0"/>
                </a:cubicBezTo>
                <a:lnTo>
                  <a:pt x="6054" y="0"/>
                </a:lnTo>
                <a:cubicBezTo>
                  <a:pt x="6136" y="0"/>
                  <a:pt x="6202" y="67"/>
                  <a:pt x="6202" y="149"/>
                </a:cubicBezTo>
                <a:lnTo>
                  <a:pt x="6202" y="5627"/>
                </a:lnTo>
                <a:cubicBezTo>
                  <a:pt x="6202" y="5709"/>
                  <a:pt x="6136" y="5776"/>
                  <a:pt x="6054" y="5776"/>
                </a:cubicBezTo>
                <a:lnTo>
                  <a:pt x="148" y="5776"/>
                </a:lnTo>
                <a:cubicBezTo>
                  <a:pt x="66" y="5776"/>
                  <a:pt x="0" y="5709"/>
                  <a:pt x="0" y="5627"/>
                </a:cubicBezTo>
                <a:lnTo>
                  <a:pt x="0" y="149"/>
                </a:lnTo>
                <a:close/>
              </a:path>
            </a:pathLst>
          </a:custGeom>
          <a:solidFill>
            <a:srgbClr val="c0c0c0">
              <a:alpha val="77000"/>
            </a:srgbClr>
          </a:solidFill>
          <a:ln w="9360">
            <a:solidFill>
              <a:srgbClr val="808080">
                <a:alpha val="77000"/>
              </a:srgbClr>
            </a:solidFill>
            <a:round/>
          </a:ln>
        </p:spPr>
        <p:txBody>
          <a:bodyPr lIns="4680" rIns="4680" tIns="4680" bIns="46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03" name=""/>
          <p:cNvSpPr/>
          <p:nvPr/>
        </p:nvSpPr>
        <p:spPr>
          <a:xfrm>
            <a:off x="1068840" y="2042640"/>
            <a:ext cx="641880" cy="46080"/>
          </a:xfrm>
          <a:custGeom>
            <a:avLst/>
            <a:gdLst/>
            <a:ahLst/>
            <a:rect l="0" t="0" r="r" b="b"/>
            <a:pathLst>
              <a:path w="1783" h="128">
                <a:moveTo>
                  <a:pt x="0" y="0"/>
                </a:moveTo>
                <a:lnTo>
                  <a:pt x="1783" y="0"/>
                </a:lnTo>
                <a:lnTo>
                  <a:pt x="1783" y="128"/>
                </a:lnTo>
                <a:lnTo>
                  <a:pt x="0" y="128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04" name=""/>
          <p:cNvSpPr/>
          <p:nvPr/>
        </p:nvSpPr>
        <p:spPr>
          <a:xfrm>
            <a:off x="1068840" y="2088360"/>
            <a:ext cx="641880" cy="45720"/>
          </a:xfrm>
          <a:custGeom>
            <a:avLst/>
            <a:gdLst/>
            <a:ahLst/>
            <a:rect l="0" t="0" r="r" b="b"/>
            <a:pathLst>
              <a:path w="1783" h="127">
                <a:moveTo>
                  <a:pt x="0" y="0"/>
                </a:moveTo>
                <a:lnTo>
                  <a:pt x="1783" y="0"/>
                </a:lnTo>
                <a:lnTo>
                  <a:pt x="1783" y="127"/>
                </a:lnTo>
                <a:lnTo>
                  <a:pt x="0" y="127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05" name=""/>
          <p:cNvSpPr/>
          <p:nvPr/>
        </p:nvSpPr>
        <p:spPr>
          <a:xfrm>
            <a:off x="1068840" y="21337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06" name=""/>
          <p:cNvSpPr/>
          <p:nvPr/>
        </p:nvSpPr>
        <p:spPr>
          <a:xfrm>
            <a:off x="1068840" y="21452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07" name=""/>
          <p:cNvSpPr/>
          <p:nvPr/>
        </p:nvSpPr>
        <p:spPr>
          <a:xfrm>
            <a:off x="1068840" y="21510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08" name=""/>
          <p:cNvSpPr/>
          <p:nvPr/>
        </p:nvSpPr>
        <p:spPr>
          <a:xfrm>
            <a:off x="1068840" y="215676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09" name=""/>
          <p:cNvSpPr/>
          <p:nvPr/>
        </p:nvSpPr>
        <p:spPr>
          <a:xfrm>
            <a:off x="1068840" y="21794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0" name=""/>
          <p:cNvSpPr/>
          <p:nvPr/>
        </p:nvSpPr>
        <p:spPr>
          <a:xfrm>
            <a:off x="1068840" y="21909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1" name=""/>
          <p:cNvSpPr/>
          <p:nvPr/>
        </p:nvSpPr>
        <p:spPr>
          <a:xfrm>
            <a:off x="1068840" y="219672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2" name=""/>
          <p:cNvSpPr/>
          <p:nvPr/>
        </p:nvSpPr>
        <p:spPr>
          <a:xfrm>
            <a:off x="1068840" y="2202120"/>
            <a:ext cx="641880" cy="23400"/>
          </a:xfrm>
          <a:custGeom>
            <a:avLst/>
            <a:gdLst/>
            <a:ahLst/>
            <a:rect l="0" t="0" r="r" b="b"/>
            <a:pathLst>
              <a:path w="1783" h="65">
                <a:moveTo>
                  <a:pt x="0" y="0"/>
                </a:moveTo>
                <a:lnTo>
                  <a:pt x="1783" y="0"/>
                </a:lnTo>
                <a:lnTo>
                  <a:pt x="1783" y="65"/>
                </a:lnTo>
                <a:lnTo>
                  <a:pt x="0" y="65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3" name=""/>
          <p:cNvSpPr/>
          <p:nvPr/>
        </p:nvSpPr>
        <p:spPr>
          <a:xfrm>
            <a:off x="1068840" y="22251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4" name=""/>
          <p:cNvSpPr/>
          <p:nvPr/>
        </p:nvSpPr>
        <p:spPr>
          <a:xfrm>
            <a:off x="1068840" y="22363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5" name=""/>
          <p:cNvSpPr/>
          <p:nvPr/>
        </p:nvSpPr>
        <p:spPr>
          <a:xfrm>
            <a:off x="1068840" y="224784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6" name=""/>
          <p:cNvSpPr/>
          <p:nvPr/>
        </p:nvSpPr>
        <p:spPr>
          <a:xfrm>
            <a:off x="1068840" y="22705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7" name=""/>
          <p:cNvSpPr/>
          <p:nvPr/>
        </p:nvSpPr>
        <p:spPr>
          <a:xfrm>
            <a:off x="1068840" y="22762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8" name=""/>
          <p:cNvSpPr/>
          <p:nvPr/>
        </p:nvSpPr>
        <p:spPr>
          <a:xfrm>
            <a:off x="1068840" y="2282040"/>
            <a:ext cx="641880" cy="12240"/>
          </a:xfrm>
          <a:custGeom>
            <a:avLst/>
            <a:gdLst/>
            <a:ahLst/>
            <a:rect l="0" t="0" r="r" b="b"/>
            <a:pathLst>
              <a:path w="1783" h="34">
                <a:moveTo>
                  <a:pt x="0" y="0"/>
                </a:moveTo>
                <a:lnTo>
                  <a:pt x="1783" y="0"/>
                </a:lnTo>
                <a:lnTo>
                  <a:pt x="1783" y="34"/>
                </a:lnTo>
                <a:lnTo>
                  <a:pt x="0" y="34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19" name=""/>
          <p:cNvSpPr/>
          <p:nvPr/>
        </p:nvSpPr>
        <p:spPr>
          <a:xfrm>
            <a:off x="1068840" y="22935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0" name=""/>
          <p:cNvSpPr/>
          <p:nvPr/>
        </p:nvSpPr>
        <p:spPr>
          <a:xfrm>
            <a:off x="1068840" y="23047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1" name=""/>
          <p:cNvSpPr/>
          <p:nvPr/>
        </p:nvSpPr>
        <p:spPr>
          <a:xfrm>
            <a:off x="1068840" y="23162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2" name=""/>
          <p:cNvSpPr/>
          <p:nvPr/>
        </p:nvSpPr>
        <p:spPr>
          <a:xfrm>
            <a:off x="1068840" y="232776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3" name=""/>
          <p:cNvSpPr/>
          <p:nvPr/>
        </p:nvSpPr>
        <p:spPr>
          <a:xfrm>
            <a:off x="1068840" y="23331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4" name=""/>
          <p:cNvSpPr/>
          <p:nvPr/>
        </p:nvSpPr>
        <p:spPr>
          <a:xfrm>
            <a:off x="1068840" y="23389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5" name=""/>
          <p:cNvSpPr/>
          <p:nvPr/>
        </p:nvSpPr>
        <p:spPr>
          <a:xfrm>
            <a:off x="1068840" y="23504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6" name=""/>
          <p:cNvSpPr/>
          <p:nvPr/>
        </p:nvSpPr>
        <p:spPr>
          <a:xfrm>
            <a:off x="1068840" y="23562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7" name=""/>
          <p:cNvSpPr/>
          <p:nvPr/>
        </p:nvSpPr>
        <p:spPr>
          <a:xfrm>
            <a:off x="1068840" y="23619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8" name=""/>
          <p:cNvSpPr/>
          <p:nvPr/>
        </p:nvSpPr>
        <p:spPr>
          <a:xfrm>
            <a:off x="1068840" y="23731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29" name=""/>
          <p:cNvSpPr/>
          <p:nvPr/>
        </p:nvSpPr>
        <p:spPr>
          <a:xfrm>
            <a:off x="1068840" y="23788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0" name=""/>
          <p:cNvSpPr/>
          <p:nvPr/>
        </p:nvSpPr>
        <p:spPr>
          <a:xfrm>
            <a:off x="1068840" y="238464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1" name=""/>
          <p:cNvSpPr/>
          <p:nvPr/>
        </p:nvSpPr>
        <p:spPr>
          <a:xfrm>
            <a:off x="1068840" y="23958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2" name=""/>
          <p:cNvSpPr/>
          <p:nvPr/>
        </p:nvSpPr>
        <p:spPr>
          <a:xfrm>
            <a:off x="1068840" y="24073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3" name=""/>
          <p:cNvSpPr/>
          <p:nvPr/>
        </p:nvSpPr>
        <p:spPr>
          <a:xfrm>
            <a:off x="1068840" y="241884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4" name=""/>
          <p:cNvSpPr/>
          <p:nvPr/>
        </p:nvSpPr>
        <p:spPr>
          <a:xfrm>
            <a:off x="1068840" y="24300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5" name=""/>
          <p:cNvSpPr/>
          <p:nvPr/>
        </p:nvSpPr>
        <p:spPr>
          <a:xfrm>
            <a:off x="1068840" y="24357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6" name=""/>
          <p:cNvSpPr/>
          <p:nvPr/>
        </p:nvSpPr>
        <p:spPr>
          <a:xfrm>
            <a:off x="1068840" y="24415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7" name=""/>
          <p:cNvSpPr/>
          <p:nvPr/>
        </p:nvSpPr>
        <p:spPr>
          <a:xfrm>
            <a:off x="1068840" y="245304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8" name=""/>
          <p:cNvSpPr/>
          <p:nvPr/>
        </p:nvSpPr>
        <p:spPr>
          <a:xfrm>
            <a:off x="1068840" y="24642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39" name=""/>
          <p:cNvSpPr/>
          <p:nvPr/>
        </p:nvSpPr>
        <p:spPr>
          <a:xfrm>
            <a:off x="1068840" y="24699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0" name=""/>
          <p:cNvSpPr/>
          <p:nvPr/>
        </p:nvSpPr>
        <p:spPr>
          <a:xfrm>
            <a:off x="1068840" y="24757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1" name=""/>
          <p:cNvSpPr/>
          <p:nvPr/>
        </p:nvSpPr>
        <p:spPr>
          <a:xfrm>
            <a:off x="1068840" y="248724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2" name=""/>
          <p:cNvSpPr/>
          <p:nvPr/>
        </p:nvSpPr>
        <p:spPr>
          <a:xfrm>
            <a:off x="1068840" y="24984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3" name=""/>
          <p:cNvSpPr/>
          <p:nvPr/>
        </p:nvSpPr>
        <p:spPr>
          <a:xfrm>
            <a:off x="1068840" y="25041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4" name=""/>
          <p:cNvSpPr/>
          <p:nvPr/>
        </p:nvSpPr>
        <p:spPr>
          <a:xfrm>
            <a:off x="1068840" y="25099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5" name=""/>
          <p:cNvSpPr/>
          <p:nvPr/>
        </p:nvSpPr>
        <p:spPr>
          <a:xfrm>
            <a:off x="1068840" y="252144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6" name=""/>
          <p:cNvSpPr/>
          <p:nvPr/>
        </p:nvSpPr>
        <p:spPr>
          <a:xfrm>
            <a:off x="1068840" y="25326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7" name=""/>
          <p:cNvSpPr/>
          <p:nvPr/>
        </p:nvSpPr>
        <p:spPr>
          <a:xfrm>
            <a:off x="1068840" y="25441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8" name=""/>
          <p:cNvSpPr/>
          <p:nvPr/>
        </p:nvSpPr>
        <p:spPr>
          <a:xfrm>
            <a:off x="1068840" y="25498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49" name=""/>
          <p:cNvSpPr/>
          <p:nvPr/>
        </p:nvSpPr>
        <p:spPr>
          <a:xfrm>
            <a:off x="1068840" y="255564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0" name=""/>
          <p:cNvSpPr/>
          <p:nvPr/>
        </p:nvSpPr>
        <p:spPr>
          <a:xfrm>
            <a:off x="1068840" y="25610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1" name=""/>
          <p:cNvSpPr/>
          <p:nvPr/>
        </p:nvSpPr>
        <p:spPr>
          <a:xfrm>
            <a:off x="1068840" y="25668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2" name=""/>
          <p:cNvSpPr/>
          <p:nvPr/>
        </p:nvSpPr>
        <p:spPr>
          <a:xfrm>
            <a:off x="1068840" y="25725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3" name=""/>
          <p:cNvSpPr/>
          <p:nvPr/>
        </p:nvSpPr>
        <p:spPr>
          <a:xfrm>
            <a:off x="1068840" y="25783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4" name=""/>
          <p:cNvSpPr/>
          <p:nvPr/>
        </p:nvSpPr>
        <p:spPr>
          <a:xfrm>
            <a:off x="1068840" y="25840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5" name=""/>
          <p:cNvSpPr/>
          <p:nvPr/>
        </p:nvSpPr>
        <p:spPr>
          <a:xfrm>
            <a:off x="1068840" y="258984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6" name=""/>
          <p:cNvSpPr/>
          <p:nvPr/>
        </p:nvSpPr>
        <p:spPr>
          <a:xfrm>
            <a:off x="1068840" y="26010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7" name=""/>
          <p:cNvSpPr/>
          <p:nvPr/>
        </p:nvSpPr>
        <p:spPr>
          <a:xfrm>
            <a:off x="1068840" y="261252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8" name=""/>
          <p:cNvSpPr/>
          <p:nvPr/>
        </p:nvSpPr>
        <p:spPr>
          <a:xfrm>
            <a:off x="1068840" y="26236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59" name=""/>
          <p:cNvSpPr/>
          <p:nvPr/>
        </p:nvSpPr>
        <p:spPr>
          <a:xfrm>
            <a:off x="1068840" y="26352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0" name=""/>
          <p:cNvSpPr/>
          <p:nvPr/>
        </p:nvSpPr>
        <p:spPr>
          <a:xfrm>
            <a:off x="1068840" y="264672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1" name=""/>
          <p:cNvSpPr/>
          <p:nvPr/>
        </p:nvSpPr>
        <p:spPr>
          <a:xfrm>
            <a:off x="1068840" y="26578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2" name=""/>
          <p:cNvSpPr/>
          <p:nvPr/>
        </p:nvSpPr>
        <p:spPr>
          <a:xfrm>
            <a:off x="1068840" y="26694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3" name=""/>
          <p:cNvSpPr/>
          <p:nvPr/>
        </p:nvSpPr>
        <p:spPr>
          <a:xfrm>
            <a:off x="1068840" y="268092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4" name=""/>
          <p:cNvSpPr/>
          <p:nvPr/>
        </p:nvSpPr>
        <p:spPr>
          <a:xfrm>
            <a:off x="1068840" y="26920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5" name=""/>
          <p:cNvSpPr/>
          <p:nvPr/>
        </p:nvSpPr>
        <p:spPr>
          <a:xfrm>
            <a:off x="1068840" y="27036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6" name=""/>
          <p:cNvSpPr/>
          <p:nvPr/>
        </p:nvSpPr>
        <p:spPr>
          <a:xfrm>
            <a:off x="1068840" y="271512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7" name=""/>
          <p:cNvSpPr/>
          <p:nvPr/>
        </p:nvSpPr>
        <p:spPr>
          <a:xfrm>
            <a:off x="1068840" y="27262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8" name=""/>
          <p:cNvSpPr/>
          <p:nvPr/>
        </p:nvSpPr>
        <p:spPr>
          <a:xfrm>
            <a:off x="1068840" y="27320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69" name=""/>
          <p:cNvSpPr/>
          <p:nvPr/>
        </p:nvSpPr>
        <p:spPr>
          <a:xfrm>
            <a:off x="1068840" y="27378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0" name=""/>
          <p:cNvSpPr/>
          <p:nvPr/>
        </p:nvSpPr>
        <p:spPr>
          <a:xfrm>
            <a:off x="1068840" y="27435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1" name=""/>
          <p:cNvSpPr/>
          <p:nvPr/>
        </p:nvSpPr>
        <p:spPr>
          <a:xfrm>
            <a:off x="1068840" y="274932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2" name=""/>
          <p:cNvSpPr/>
          <p:nvPr/>
        </p:nvSpPr>
        <p:spPr>
          <a:xfrm>
            <a:off x="1068840" y="27547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3" name=""/>
          <p:cNvSpPr/>
          <p:nvPr/>
        </p:nvSpPr>
        <p:spPr>
          <a:xfrm>
            <a:off x="1068840" y="27604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4" name=""/>
          <p:cNvSpPr/>
          <p:nvPr/>
        </p:nvSpPr>
        <p:spPr>
          <a:xfrm>
            <a:off x="1068840" y="27662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5" name=""/>
          <p:cNvSpPr/>
          <p:nvPr/>
        </p:nvSpPr>
        <p:spPr>
          <a:xfrm>
            <a:off x="1068840" y="27720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6" name=""/>
          <p:cNvSpPr/>
          <p:nvPr/>
        </p:nvSpPr>
        <p:spPr>
          <a:xfrm>
            <a:off x="1068840" y="27777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7" name=""/>
          <p:cNvSpPr/>
          <p:nvPr/>
        </p:nvSpPr>
        <p:spPr>
          <a:xfrm>
            <a:off x="1068840" y="278352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8" name=""/>
          <p:cNvSpPr/>
          <p:nvPr/>
        </p:nvSpPr>
        <p:spPr>
          <a:xfrm>
            <a:off x="1068840" y="27946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79" name=""/>
          <p:cNvSpPr/>
          <p:nvPr/>
        </p:nvSpPr>
        <p:spPr>
          <a:xfrm>
            <a:off x="1068840" y="28062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0" name=""/>
          <p:cNvSpPr/>
          <p:nvPr/>
        </p:nvSpPr>
        <p:spPr>
          <a:xfrm>
            <a:off x="1068840" y="281772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1" name=""/>
          <p:cNvSpPr/>
          <p:nvPr/>
        </p:nvSpPr>
        <p:spPr>
          <a:xfrm>
            <a:off x="1068840" y="28231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2" name=""/>
          <p:cNvSpPr/>
          <p:nvPr/>
        </p:nvSpPr>
        <p:spPr>
          <a:xfrm>
            <a:off x="1068840" y="28288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3" name=""/>
          <p:cNvSpPr/>
          <p:nvPr/>
        </p:nvSpPr>
        <p:spPr>
          <a:xfrm>
            <a:off x="1068840" y="28346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4" name=""/>
          <p:cNvSpPr/>
          <p:nvPr/>
        </p:nvSpPr>
        <p:spPr>
          <a:xfrm>
            <a:off x="1068840" y="28404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5" name=""/>
          <p:cNvSpPr/>
          <p:nvPr/>
        </p:nvSpPr>
        <p:spPr>
          <a:xfrm>
            <a:off x="1068840" y="284616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6" name=""/>
          <p:cNvSpPr/>
          <p:nvPr/>
        </p:nvSpPr>
        <p:spPr>
          <a:xfrm>
            <a:off x="1068840" y="28515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7" name=""/>
          <p:cNvSpPr/>
          <p:nvPr/>
        </p:nvSpPr>
        <p:spPr>
          <a:xfrm>
            <a:off x="1068840" y="28573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8" name=""/>
          <p:cNvSpPr/>
          <p:nvPr/>
        </p:nvSpPr>
        <p:spPr>
          <a:xfrm>
            <a:off x="1068840" y="28630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89" name=""/>
          <p:cNvSpPr/>
          <p:nvPr/>
        </p:nvSpPr>
        <p:spPr>
          <a:xfrm>
            <a:off x="1068840" y="28746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0" name=""/>
          <p:cNvSpPr/>
          <p:nvPr/>
        </p:nvSpPr>
        <p:spPr>
          <a:xfrm>
            <a:off x="1068840" y="28857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1" name=""/>
          <p:cNvSpPr/>
          <p:nvPr/>
        </p:nvSpPr>
        <p:spPr>
          <a:xfrm>
            <a:off x="1068840" y="28915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2" name=""/>
          <p:cNvSpPr/>
          <p:nvPr/>
        </p:nvSpPr>
        <p:spPr>
          <a:xfrm>
            <a:off x="1068840" y="28972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3" name=""/>
          <p:cNvSpPr/>
          <p:nvPr/>
        </p:nvSpPr>
        <p:spPr>
          <a:xfrm>
            <a:off x="1068840" y="29030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4" name=""/>
          <p:cNvSpPr/>
          <p:nvPr/>
        </p:nvSpPr>
        <p:spPr>
          <a:xfrm>
            <a:off x="1068840" y="29088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5" name=""/>
          <p:cNvSpPr/>
          <p:nvPr/>
        </p:nvSpPr>
        <p:spPr>
          <a:xfrm>
            <a:off x="1068840" y="291456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6" name=""/>
          <p:cNvSpPr/>
          <p:nvPr/>
        </p:nvSpPr>
        <p:spPr>
          <a:xfrm>
            <a:off x="1068840" y="29199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7" name=""/>
          <p:cNvSpPr/>
          <p:nvPr/>
        </p:nvSpPr>
        <p:spPr>
          <a:xfrm>
            <a:off x="1068840" y="29257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8" name=""/>
          <p:cNvSpPr/>
          <p:nvPr/>
        </p:nvSpPr>
        <p:spPr>
          <a:xfrm>
            <a:off x="1068840" y="29314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899" name=""/>
          <p:cNvSpPr/>
          <p:nvPr/>
        </p:nvSpPr>
        <p:spPr>
          <a:xfrm>
            <a:off x="1068840" y="29430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00" name=""/>
          <p:cNvSpPr/>
          <p:nvPr/>
        </p:nvSpPr>
        <p:spPr>
          <a:xfrm>
            <a:off x="1068840" y="29541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01" name=""/>
          <p:cNvSpPr/>
          <p:nvPr/>
        </p:nvSpPr>
        <p:spPr>
          <a:xfrm>
            <a:off x="1068840" y="29656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02" name=""/>
          <p:cNvSpPr/>
          <p:nvPr/>
        </p:nvSpPr>
        <p:spPr>
          <a:xfrm>
            <a:off x="1068840" y="29714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03" name=""/>
          <p:cNvSpPr/>
          <p:nvPr/>
        </p:nvSpPr>
        <p:spPr>
          <a:xfrm>
            <a:off x="1068840" y="297720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04" name=""/>
          <p:cNvSpPr/>
          <p:nvPr/>
        </p:nvSpPr>
        <p:spPr>
          <a:xfrm>
            <a:off x="1068840" y="29826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05" name=""/>
          <p:cNvSpPr/>
          <p:nvPr/>
        </p:nvSpPr>
        <p:spPr>
          <a:xfrm>
            <a:off x="1068840" y="29883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06" name=""/>
          <p:cNvSpPr/>
          <p:nvPr/>
        </p:nvSpPr>
        <p:spPr>
          <a:xfrm>
            <a:off x="1068840" y="29941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07" name=""/>
          <p:cNvSpPr/>
          <p:nvPr/>
        </p:nvSpPr>
        <p:spPr>
          <a:xfrm>
            <a:off x="1068840" y="29998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08" name=""/>
          <p:cNvSpPr/>
          <p:nvPr/>
        </p:nvSpPr>
        <p:spPr>
          <a:xfrm>
            <a:off x="1068840" y="30056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09" name=""/>
          <p:cNvSpPr/>
          <p:nvPr/>
        </p:nvSpPr>
        <p:spPr>
          <a:xfrm>
            <a:off x="1068840" y="301140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0" name=""/>
          <p:cNvSpPr/>
          <p:nvPr/>
        </p:nvSpPr>
        <p:spPr>
          <a:xfrm>
            <a:off x="1068840" y="30168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1" name=""/>
          <p:cNvSpPr/>
          <p:nvPr/>
        </p:nvSpPr>
        <p:spPr>
          <a:xfrm>
            <a:off x="1068840" y="30225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2" name=""/>
          <p:cNvSpPr/>
          <p:nvPr/>
        </p:nvSpPr>
        <p:spPr>
          <a:xfrm>
            <a:off x="1068840" y="30283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3" name=""/>
          <p:cNvSpPr/>
          <p:nvPr/>
        </p:nvSpPr>
        <p:spPr>
          <a:xfrm>
            <a:off x="1068840" y="30340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4" name=""/>
          <p:cNvSpPr/>
          <p:nvPr/>
        </p:nvSpPr>
        <p:spPr>
          <a:xfrm>
            <a:off x="1068840" y="30456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5" name=""/>
          <p:cNvSpPr/>
          <p:nvPr/>
        </p:nvSpPr>
        <p:spPr>
          <a:xfrm>
            <a:off x="1068840" y="30567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6" name=""/>
          <p:cNvSpPr/>
          <p:nvPr/>
        </p:nvSpPr>
        <p:spPr>
          <a:xfrm>
            <a:off x="1068840" y="30682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7" name=""/>
          <p:cNvSpPr/>
          <p:nvPr/>
        </p:nvSpPr>
        <p:spPr>
          <a:xfrm>
            <a:off x="1068840" y="30798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8" name=""/>
          <p:cNvSpPr/>
          <p:nvPr/>
        </p:nvSpPr>
        <p:spPr>
          <a:xfrm>
            <a:off x="1068840" y="30909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19" name=""/>
          <p:cNvSpPr/>
          <p:nvPr/>
        </p:nvSpPr>
        <p:spPr>
          <a:xfrm>
            <a:off x="1068840" y="30967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0" name=""/>
          <p:cNvSpPr/>
          <p:nvPr/>
        </p:nvSpPr>
        <p:spPr>
          <a:xfrm>
            <a:off x="1068840" y="310248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1" name=""/>
          <p:cNvSpPr/>
          <p:nvPr/>
        </p:nvSpPr>
        <p:spPr>
          <a:xfrm>
            <a:off x="1068840" y="31136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2" name=""/>
          <p:cNvSpPr/>
          <p:nvPr/>
        </p:nvSpPr>
        <p:spPr>
          <a:xfrm>
            <a:off x="1068840" y="31194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3" name=""/>
          <p:cNvSpPr/>
          <p:nvPr/>
        </p:nvSpPr>
        <p:spPr>
          <a:xfrm>
            <a:off x="1068840" y="31251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4" name=""/>
          <p:cNvSpPr/>
          <p:nvPr/>
        </p:nvSpPr>
        <p:spPr>
          <a:xfrm>
            <a:off x="1068840" y="31309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5" name=""/>
          <p:cNvSpPr/>
          <p:nvPr/>
        </p:nvSpPr>
        <p:spPr>
          <a:xfrm>
            <a:off x="1068840" y="31366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6" name=""/>
          <p:cNvSpPr/>
          <p:nvPr/>
        </p:nvSpPr>
        <p:spPr>
          <a:xfrm>
            <a:off x="1068840" y="314244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7" name=""/>
          <p:cNvSpPr/>
          <p:nvPr/>
        </p:nvSpPr>
        <p:spPr>
          <a:xfrm>
            <a:off x="1068840" y="31478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8" name=""/>
          <p:cNvSpPr/>
          <p:nvPr/>
        </p:nvSpPr>
        <p:spPr>
          <a:xfrm>
            <a:off x="1068840" y="31536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29" name=""/>
          <p:cNvSpPr/>
          <p:nvPr/>
        </p:nvSpPr>
        <p:spPr>
          <a:xfrm>
            <a:off x="1068840" y="31593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0" name=""/>
          <p:cNvSpPr/>
          <p:nvPr/>
        </p:nvSpPr>
        <p:spPr>
          <a:xfrm>
            <a:off x="1068840" y="317088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1" name=""/>
          <p:cNvSpPr/>
          <p:nvPr/>
        </p:nvSpPr>
        <p:spPr>
          <a:xfrm>
            <a:off x="1068840" y="31820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2" name=""/>
          <p:cNvSpPr/>
          <p:nvPr/>
        </p:nvSpPr>
        <p:spPr>
          <a:xfrm>
            <a:off x="1068840" y="31935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3" name=""/>
          <p:cNvSpPr/>
          <p:nvPr/>
        </p:nvSpPr>
        <p:spPr>
          <a:xfrm>
            <a:off x="1068840" y="31993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4" name=""/>
          <p:cNvSpPr/>
          <p:nvPr/>
        </p:nvSpPr>
        <p:spPr>
          <a:xfrm>
            <a:off x="1068840" y="320508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5" name=""/>
          <p:cNvSpPr/>
          <p:nvPr/>
        </p:nvSpPr>
        <p:spPr>
          <a:xfrm>
            <a:off x="1068840" y="32104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6" name=""/>
          <p:cNvSpPr/>
          <p:nvPr/>
        </p:nvSpPr>
        <p:spPr>
          <a:xfrm>
            <a:off x="1068840" y="32162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7" name=""/>
          <p:cNvSpPr/>
          <p:nvPr/>
        </p:nvSpPr>
        <p:spPr>
          <a:xfrm>
            <a:off x="1068840" y="32277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8" name=""/>
          <p:cNvSpPr/>
          <p:nvPr/>
        </p:nvSpPr>
        <p:spPr>
          <a:xfrm>
            <a:off x="1068840" y="32335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39" name=""/>
          <p:cNvSpPr/>
          <p:nvPr/>
        </p:nvSpPr>
        <p:spPr>
          <a:xfrm>
            <a:off x="1068840" y="323928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0" name=""/>
          <p:cNvSpPr/>
          <p:nvPr/>
        </p:nvSpPr>
        <p:spPr>
          <a:xfrm>
            <a:off x="1068840" y="32446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1" name=""/>
          <p:cNvSpPr/>
          <p:nvPr/>
        </p:nvSpPr>
        <p:spPr>
          <a:xfrm>
            <a:off x="1068840" y="32504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2" name=""/>
          <p:cNvSpPr/>
          <p:nvPr/>
        </p:nvSpPr>
        <p:spPr>
          <a:xfrm>
            <a:off x="1068840" y="32619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3" name=""/>
          <p:cNvSpPr/>
          <p:nvPr/>
        </p:nvSpPr>
        <p:spPr>
          <a:xfrm>
            <a:off x="1068840" y="327348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4" name=""/>
          <p:cNvSpPr/>
          <p:nvPr/>
        </p:nvSpPr>
        <p:spPr>
          <a:xfrm>
            <a:off x="1068840" y="32846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5" name=""/>
          <p:cNvSpPr/>
          <p:nvPr/>
        </p:nvSpPr>
        <p:spPr>
          <a:xfrm>
            <a:off x="1068840" y="32961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6" name=""/>
          <p:cNvSpPr/>
          <p:nvPr/>
        </p:nvSpPr>
        <p:spPr>
          <a:xfrm>
            <a:off x="1068840" y="33019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7" name=""/>
          <p:cNvSpPr/>
          <p:nvPr/>
        </p:nvSpPr>
        <p:spPr>
          <a:xfrm>
            <a:off x="1068840" y="330768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8" name=""/>
          <p:cNvSpPr/>
          <p:nvPr/>
        </p:nvSpPr>
        <p:spPr>
          <a:xfrm>
            <a:off x="1068840" y="33188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49" name=""/>
          <p:cNvSpPr/>
          <p:nvPr/>
        </p:nvSpPr>
        <p:spPr>
          <a:xfrm>
            <a:off x="1068840" y="33246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0" name=""/>
          <p:cNvSpPr/>
          <p:nvPr/>
        </p:nvSpPr>
        <p:spPr>
          <a:xfrm>
            <a:off x="1068840" y="33303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1" name=""/>
          <p:cNvSpPr/>
          <p:nvPr/>
        </p:nvSpPr>
        <p:spPr>
          <a:xfrm>
            <a:off x="1068840" y="33415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2" name=""/>
          <p:cNvSpPr/>
          <p:nvPr/>
        </p:nvSpPr>
        <p:spPr>
          <a:xfrm>
            <a:off x="1068840" y="33472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3" name=""/>
          <p:cNvSpPr/>
          <p:nvPr/>
        </p:nvSpPr>
        <p:spPr>
          <a:xfrm>
            <a:off x="1068840" y="33530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4" name=""/>
          <p:cNvSpPr/>
          <p:nvPr/>
        </p:nvSpPr>
        <p:spPr>
          <a:xfrm>
            <a:off x="1068840" y="33645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5" name=""/>
          <p:cNvSpPr/>
          <p:nvPr/>
        </p:nvSpPr>
        <p:spPr>
          <a:xfrm>
            <a:off x="1068840" y="337032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6" name=""/>
          <p:cNvSpPr/>
          <p:nvPr/>
        </p:nvSpPr>
        <p:spPr>
          <a:xfrm>
            <a:off x="1068840" y="3375720"/>
            <a:ext cx="641880" cy="12240"/>
          </a:xfrm>
          <a:custGeom>
            <a:avLst/>
            <a:gdLst/>
            <a:ahLst/>
            <a:rect l="0" t="0" r="r" b="b"/>
            <a:pathLst>
              <a:path w="1783" h="34">
                <a:moveTo>
                  <a:pt x="0" y="0"/>
                </a:moveTo>
                <a:lnTo>
                  <a:pt x="1783" y="0"/>
                </a:lnTo>
                <a:lnTo>
                  <a:pt x="1783" y="34"/>
                </a:lnTo>
                <a:lnTo>
                  <a:pt x="0" y="34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7" name=""/>
          <p:cNvSpPr/>
          <p:nvPr/>
        </p:nvSpPr>
        <p:spPr>
          <a:xfrm>
            <a:off x="1068840" y="33872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8" name=""/>
          <p:cNvSpPr/>
          <p:nvPr/>
        </p:nvSpPr>
        <p:spPr>
          <a:xfrm>
            <a:off x="1068840" y="33987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59" name=""/>
          <p:cNvSpPr/>
          <p:nvPr/>
        </p:nvSpPr>
        <p:spPr>
          <a:xfrm>
            <a:off x="1068840" y="3409920"/>
            <a:ext cx="641880" cy="23400"/>
          </a:xfrm>
          <a:custGeom>
            <a:avLst/>
            <a:gdLst/>
            <a:ahLst/>
            <a:rect l="0" t="0" r="r" b="b"/>
            <a:pathLst>
              <a:path w="1783" h="65">
                <a:moveTo>
                  <a:pt x="0" y="0"/>
                </a:moveTo>
                <a:lnTo>
                  <a:pt x="1783" y="0"/>
                </a:lnTo>
                <a:lnTo>
                  <a:pt x="1783" y="65"/>
                </a:lnTo>
                <a:lnTo>
                  <a:pt x="0" y="65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60" name=""/>
          <p:cNvSpPr/>
          <p:nvPr/>
        </p:nvSpPr>
        <p:spPr>
          <a:xfrm>
            <a:off x="1068840" y="343296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61" name=""/>
          <p:cNvSpPr/>
          <p:nvPr/>
        </p:nvSpPr>
        <p:spPr>
          <a:xfrm>
            <a:off x="1068840" y="345564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62" name=""/>
          <p:cNvSpPr/>
          <p:nvPr/>
        </p:nvSpPr>
        <p:spPr>
          <a:xfrm>
            <a:off x="1068840" y="3478320"/>
            <a:ext cx="641880" cy="23400"/>
          </a:xfrm>
          <a:custGeom>
            <a:avLst/>
            <a:gdLst/>
            <a:ahLst/>
            <a:rect l="0" t="0" r="r" b="b"/>
            <a:pathLst>
              <a:path w="1783" h="65">
                <a:moveTo>
                  <a:pt x="0" y="0"/>
                </a:moveTo>
                <a:lnTo>
                  <a:pt x="1783" y="0"/>
                </a:lnTo>
                <a:lnTo>
                  <a:pt x="1783" y="65"/>
                </a:lnTo>
                <a:lnTo>
                  <a:pt x="0" y="65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63" name=""/>
          <p:cNvSpPr/>
          <p:nvPr/>
        </p:nvSpPr>
        <p:spPr>
          <a:xfrm>
            <a:off x="1068840" y="2042640"/>
            <a:ext cx="641880" cy="1459080"/>
          </a:xfrm>
          <a:custGeom>
            <a:avLst/>
            <a:gdLst/>
            <a:ahLst/>
            <a:rect l="0" t="0" r="r" b="b"/>
            <a:pathLst>
              <a:path w="1783" h="4053">
                <a:moveTo>
                  <a:pt x="0" y="4053"/>
                </a:moveTo>
                <a:lnTo>
                  <a:pt x="1783" y="4053"/>
                </a:lnTo>
                <a:lnTo>
                  <a:pt x="1783" y="0"/>
                </a:lnTo>
                <a:lnTo>
                  <a:pt x="0" y="0"/>
                </a:lnTo>
                <a:lnTo>
                  <a:pt x="0" y="4053"/>
                </a:lnTo>
                <a:close/>
              </a:path>
            </a:pathLst>
          </a:custGeom>
          <a:noFill/>
          <a:ln w="28440">
            <a:solidFill>
              <a:srgbClr val="c0c0c0">
                <a:alpha val="77000"/>
              </a:srgbClr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64" name=""/>
          <p:cNvSpPr txBox="1"/>
          <p:nvPr/>
        </p:nvSpPr>
        <p:spPr>
          <a:xfrm>
            <a:off x="711360" y="1168200"/>
            <a:ext cx="7416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InBody_Impedancetendancybetween R/L]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29965" name=""/>
          <p:cNvSpPr/>
          <p:nvPr/>
        </p:nvSpPr>
        <p:spPr>
          <a:xfrm>
            <a:off x="1998720" y="2042640"/>
            <a:ext cx="641880" cy="23400"/>
          </a:xfrm>
          <a:custGeom>
            <a:avLst/>
            <a:gdLst/>
            <a:ahLst/>
            <a:rect l="0" t="0" r="r" b="b"/>
            <a:pathLst>
              <a:path w="1783" h="65">
                <a:moveTo>
                  <a:pt x="0" y="0"/>
                </a:moveTo>
                <a:lnTo>
                  <a:pt x="1783" y="0"/>
                </a:lnTo>
                <a:lnTo>
                  <a:pt x="1783" y="65"/>
                </a:lnTo>
                <a:lnTo>
                  <a:pt x="0" y="65"/>
                </a:lnTo>
                <a:lnTo>
                  <a:pt x="0" y="0"/>
                </a:lnTo>
                <a:close/>
              </a:path>
            </a:pathLst>
          </a:custGeom>
          <a:solidFill>
            <a:srgbClr val="7f7f7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66" name=""/>
          <p:cNvSpPr/>
          <p:nvPr/>
        </p:nvSpPr>
        <p:spPr>
          <a:xfrm>
            <a:off x="1998720" y="206568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67" name=""/>
          <p:cNvSpPr/>
          <p:nvPr/>
        </p:nvSpPr>
        <p:spPr>
          <a:xfrm>
            <a:off x="1998720" y="208836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68" name=""/>
          <p:cNvSpPr/>
          <p:nvPr/>
        </p:nvSpPr>
        <p:spPr>
          <a:xfrm>
            <a:off x="1998720" y="211104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69" name=""/>
          <p:cNvSpPr/>
          <p:nvPr/>
        </p:nvSpPr>
        <p:spPr>
          <a:xfrm>
            <a:off x="1998720" y="21337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0" name=""/>
          <p:cNvSpPr/>
          <p:nvPr/>
        </p:nvSpPr>
        <p:spPr>
          <a:xfrm>
            <a:off x="1998720" y="21452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1" name=""/>
          <p:cNvSpPr/>
          <p:nvPr/>
        </p:nvSpPr>
        <p:spPr>
          <a:xfrm>
            <a:off x="1998720" y="21567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2" name=""/>
          <p:cNvSpPr/>
          <p:nvPr/>
        </p:nvSpPr>
        <p:spPr>
          <a:xfrm>
            <a:off x="1998720" y="21679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82828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3" name=""/>
          <p:cNvSpPr/>
          <p:nvPr/>
        </p:nvSpPr>
        <p:spPr>
          <a:xfrm>
            <a:off x="1998720" y="21736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4" name=""/>
          <p:cNvSpPr/>
          <p:nvPr/>
        </p:nvSpPr>
        <p:spPr>
          <a:xfrm>
            <a:off x="1998720" y="21794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5" name=""/>
          <p:cNvSpPr/>
          <p:nvPr/>
        </p:nvSpPr>
        <p:spPr>
          <a:xfrm>
            <a:off x="1998720" y="21909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6" name=""/>
          <p:cNvSpPr/>
          <p:nvPr/>
        </p:nvSpPr>
        <p:spPr>
          <a:xfrm>
            <a:off x="1998720" y="219672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7" name=""/>
          <p:cNvSpPr/>
          <p:nvPr/>
        </p:nvSpPr>
        <p:spPr>
          <a:xfrm>
            <a:off x="1998720" y="22021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8" name=""/>
          <p:cNvSpPr/>
          <p:nvPr/>
        </p:nvSpPr>
        <p:spPr>
          <a:xfrm>
            <a:off x="1998720" y="22136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4848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79" name=""/>
          <p:cNvSpPr/>
          <p:nvPr/>
        </p:nvSpPr>
        <p:spPr>
          <a:xfrm>
            <a:off x="1998720" y="22194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0" name=""/>
          <p:cNvSpPr/>
          <p:nvPr/>
        </p:nvSpPr>
        <p:spPr>
          <a:xfrm>
            <a:off x="1998720" y="22251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1" name=""/>
          <p:cNvSpPr/>
          <p:nvPr/>
        </p:nvSpPr>
        <p:spPr>
          <a:xfrm>
            <a:off x="1998720" y="22363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2" name=""/>
          <p:cNvSpPr/>
          <p:nvPr/>
        </p:nvSpPr>
        <p:spPr>
          <a:xfrm>
            <a:off x="1998720" y="22420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3" name=""/>
          <p:cNvSpPr/>
          <p:nvPr/>
        </p:nvSpPr>
        <p:spPr>
          <a:xfrm>
            <a:off x="1998720" y="22478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6868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4" name=""/>
          <p:cNvSpPr/>
          <p:nvPr/>
        </p:nvSpPr>
        <p:spPr>
          <a:xfrm>
            <a:off x="1998720" y="22593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5" name=""/>
          <p:cNvSpPr/>
          <p:nvPr/>
        </p:nvSpPr>
        <p:spPr>
          <a:xfrm>
            <a:off x="1998720" y="22705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7878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6" name=""/>
          <p:cNvSpPr/>
          <p:nvPr/>
        </p:nvSpPr>
        <p:spPr>
          <a:xfrm>
            <a:off x="1998720" y="2282040"/>
            <a:ext cx="641880" cy="12240"/>
          </a:xfrm>
          <a:custGeom>
            <a:avLst/>
            <a:gdLst/>
            <a:ahLst/>
            <a:rect l="0" t="0" r="r" b="b"/>
            <a:pathLst>
              <a:path w="1783" h="34">
                <a:moveTo>
                  <a:pt x="0" y="0"/>
                </a:moveTo>
                <a:lnTo>
                  <a:pt x="1783" y="0"/>
                </a:lnTo>
                <a:lnTo>
                  <a:pt x="1783" y="34"/>
                </a:lnTo>
                <a:lnTo>
                  <a:pt x="0" y="34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7" name=""/>
          <p:cNvSpPr/>
          <p:nvPr/>
        </p:nvSpPr>
        <p:spPr>
          <a:xfrm>
            <a:off x="1998720" y="229356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8888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8" name=""/>
          <p:cNvSpPr/>
          <p:nvPr/>
        </p:nvSpPr>
        <p:spPr>
          <a:xfrm>
            <a:off x="1998720" y="22989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89" name=""/>
          <p:cNvSpPr/>
          <p:nvPr/>
        </p:nvSpPr>
        <p:spPr>
          <a:xfrm>
            <a:off x="1998720" y="23047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9898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0" name=""/>
          <p:cNvSpPr/>
          <p:nvPr/>
        </p:nvSpPr>
        <p:spPr>
          <a:xfrm>
            <a:off x="1998720" y="23104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1" name=""/>
          <p:cNvSpPr/>
          <p:nvPr/>
        </p:nvSpPr>
        <p:spPr>
          <a:xfrm>
            <a:off x="1998720" y="23162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2" name=""/>
          <p:cNvSpPr/>
          <p:nvPr/>
        </p:nvSpPr>
        <p:spPr>
          <a:xfrm>
            <a:off x="1998720" y="232776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a8a8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3" name=""/>
          <p:cNvSpPr/>
          <p:nvPr/>
        </p:nvSpPr>
        <p:spPr>
          <a:xfrm>
            <a:off x="1998720" y="23331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4" name=""/>
          <p:cNvSpPr/>
          <p:nvPr/>
        </p:nvSpPr>
        <p:spPr>
          <a:xfrm>
            <a:off x="1998720" y="23389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5" name=""/>
          <p:cNvSpPr/>
          <p:nvPr/>
        </p:nvSpPr>
        <p:spPr>
          <a:xfrm>
            <a:off x="1998720" y="23446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6" name=""/>
          <p:cNvSpPr/>
          <p:nvPr/>
        </p:nvSpPr>
        <p:spPr>
          <a:xfrm>
            <a:off x="1998720" y="23504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c8c8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7" name=""/>
          <p:cNvSpPr/>
          <p:nvPr/>
        </p:nvSpPr>
        <p:spPr>
          <a:xfrm>
            <a:off x="1998720" y="23619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8d8d8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8" name=""/>
          <p:cNvSpPr/>
          <p:nvPr/>
        </p:nvSpPr>
        <p:spPr>
          <a:xfrm>
            <a:off x="1998720" y="23731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29999" name=""/>
          <p:cNvSpPr/>
          <p:nvPr/>
        </p:nvSpPr>
        <p:spPr>
          <a:xfrm>
            <a:off x="1998720" y="23846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e8e8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0" name=""/>
          <p:cNvSpPr/>
          <p:nvPr/>
        </p:nvSpPr>
        <p:spPr>
          <a:xfrm>
            <a:off x="1998720" y="239040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1" name=""/>
          <p:cNvSpPr/>
          <p:nvPr/>
        </p:nvSpPr>
        <p:spPr>
          <a:xfrm>
            <a:off x="1998720" y="23958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8f8f8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2" name=""/>
          <p:cNvSpPr/>
          <p:nvPr/>
        </p:nvSpPr>
        <p:spPr>
          <a:xfrm>
            <a:off x="1998720" y="24015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3" name=""/>
          <p:cNvSpPr/>
          <p:nvPr/>
        </p:nvSpPr>
        <p:spPr>
          <a:xfrm>
            <a:off x="1998720" y="24073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0909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4" name=""/>
          <p:cNvSpPr/>
          <p:nvPr/>
        </p:nvSpPr>
        <p:spPr>
          <a:xfrm>
            <a:off x="1998720" y="24130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5" name=""/>
          <p:cNvSpPr/>
          <p:nvPr/>
        </p:nvSpPr>
        <p:spPr>
          <a:xfrm>
            <a:off x="1998720" y="24188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1919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6" name=""/>
          <p:cNvSpPr/>
          <p:nvPr/>
        </p:nvSpPr>
        <p:spPr>
          <a:xfrm>
            <a:off x="1998720" y="242460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7" name=""/>
          <p:cNvSpPr/>
          <p:nvPr/>
        </p:nvSpPr>
        <p:spPr>
          <a:xfrm>
            <a:off x="1998720" y="24300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8" name=""/>
          <p:cNvSpPr/>
          <p:nvPr/>
        </p:nvSpPr>
        <p:spPr>
          <a:xfrm>
            <a:off x="1998720" y="24415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09" name=""/>
          <p:cNvSpPr/>
          <p:nvPr/>
        </p:nvSpPr>
        <p:spPr>
          <a:xfrm>
            <a:off x="1998720" y="24472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0" name=""/>
          <p:cNvSpPr/>
          <p:nvPr/>
        </p:nvSpPr>
        <p:spPr>
          <a:xfrm>
            <a:off x="1998720" y="245304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94949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1" name=""/>
          <p:cNvSpPr/>
          <p:nvPr/>
        </p:nvSpPr>
        <p:spPr>
          <a:xfrm>
            <a:off x="1998720" y="24642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95959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2" name=""/>
          <p:cNvSpPr/>
          <p:nvPr/>
        </p:nvSpPr>
        <p:spPr>
          <a:xfrm>
            <a:off x="1998720" y="24757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3" name=""/>
          <p:cNvSpPr/>
          <p:nvPr/>
        </p:nvSpPr>
        <p:spPr>
          <a:xfrm>
            <a:off x="1998720" y="248724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97979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4" name=""/>
          <p:cNvSpPr/>
          <p:nvPr/>
        </p:nvSpPr>
        <p:spPr>
          <a:xfrm>
            <a:off x="1998720" y="24984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98989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5" name=""/>
          <p:cNvSpPr/>
          <p:nvPr/>
        </p:nvSpPr>
        <p:spPr>
          <a:xfrm>
            <a:off x="1998720" y="25099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6" name=""/>
          <p:cNvSpPr/>
          <p:nvPr/>
        </p:nvSpPr>
        <p:spPr>
          <a:xfrm>
            <a:off x="1998720" y="25156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7" name=""/>
          <p:cNvSpPr/>
          <p:nvPr/>
        </p:nvSpPr>
        <p:spPr>
          <a:xfrm>
            <a:off x="1998720" y="252144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a9a9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8" name=""/>
          <p:cNvSpPr/>
          <p:nvPr/>
        </p:nvSpPr>
        <p:spPr>
          <a:xfrm>
            <a:off x="1998720" y="25268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19" name=""/>
          <p:cNvSpPr/>
          <p:nvPr/>
        </p:nvSpPr>
        <p:spPr>
          <a:xfrm>
            <a:off x="1998720" y="25326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b9b9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20" name=""/>
          <p:cNvSpPr/>
          <p:nvPr/>
        </p:nvSpPr>
        <p:spPr>
          <a:xfrm>
            <a:off x="1998720" y="25383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21" name=""/>
          <p:cNvSpPr/>
          <p:nvPr/>
        </p:nvSpPr>
        <p:spPr>
          <a:xfrm>
            <a:off x="1998720" y="25441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c9c9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022" name=""/>
          <p:cNvSpPr/>
          <p:nvPr/>
        </p:nvSpPr>
        <p:spPr>
          <a:xfrm>
            <a:off x="1998720" y="25498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23" name=""/>
          <p:cNvSpPr/>
          <p:nvPr/>
        </p:nvSpPr>
        <p:spPr>
          <a:xfrm>
            <a:off x="1998720" y="255564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24" name=""/>
          <p:cNvSpPr/>
          <p:nvPr/>
        </p:nvSpPr>
        <p:spPr>
          <a:xfrm>
            <a:off x="1998720" y="25610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25" name=""/>
          <p:cNvSpPr/>
          <p:nvPr/>
        </p:nvSpPr>
        <p:spPr>
          <a:xfrm>
            <a:off x="1998720" y="25668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26" name=""/>
          <p:cNvSpPr/>
          <p:nvPr/>
        </p:nvSpPr>
        <p:spPr>
          <a:xfrm>
            <a:off x="1998720" y="25725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9f9f9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27" name=""/>
          <p:cNvSpPr/>
          <p:nvPr/>
        </p:nvSpPr>
        <p:spPr>
          <a:xfrm>
            <a:off x="1998720" y="257832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a0a0a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28" name=""/>
          <p:cNvSpPr/>
          <p:nvPr/>
        </p:nvSpPr>
        <p:spPr>
          <a:xfrm>
            <a:off x="1998720" y="258984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a1a1a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29" name=""/>
          <p:cNvSpPr/>
          <p:nvPr/>
        </p:nvSpPr>
        <p:spPr>
          <a:xfrm>
            <a:off x="1998720" y="26010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a2a2a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0" name=""/>
          <p:cNvSpPr/>
          <p:nvPr/>
        </p:nvSpPr>
        <p:spPr>
          <a:xfrm>
            <a:off x="1998720" y="26125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3a3a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1" name=""/>
          <p:cNvSpPr/>
          <p:nvPr/>
        </p:nvSpPr>
        <p:spPr>
          <a:xfrm>
            <a:off x="1998720" y="261828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2" name=""/>
          <p:cNvSpPr/>
          <p:nvPr/>
        </p:nvSpPr>
        <p:spPr>
          <a:xfrm>
            <a:off x="1998720" y="26236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3" name=""/>
          <p:cNvSpPr/>
          <p:nvPr/>
        </p:nvSpPr>
        <p:spPr>
          <a:xfrm>
            <a:off x="1998720" y="26294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4" name=""/>
          <p:cNvSpPr/>
          <p:nvPr/>
        </p:nvSpPr>
        <p:spPr>
          <a:xfrm>
            <a:off x="1998720" y="26352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5" name=""/>
          <p:cNvSpPr/>
          <p:nvPr/>
        </p:nvSpPr>
        <p:spPr>
          <a:xfrm>
            <a:off x="1998720" y="26409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6a6a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6" name=""/>
          <p:cNvSpPr/>
          <p:nvPr/>
        </p:nvSpPr>
        <p:spPr>
          <a:xfrm>
            <a:off x="1998720" y="26467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7" name=""/>
          <p:cNvSpPr/>
          <p:nvPr/>
        </p:nvSpPr>
        <p:spPr>
          <a:xfrm>
            <a:off x="1998720" y="265248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8" name=""/>
          <p:cNvSpPr/>
          <p:nvPr/>
        </p:nvSpPr>
        <p:spPr>
          <a:xfrm>
            <a:off x="1998720" y="26578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a8a8a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39" name=""/>
          <p:cNvSpPr/>
          <p:nvPr/>
        </p:nvSpPr>
        <p:spPr>
          <a:xfrm>
            <a:off x="1998720" y="26694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a9a9a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0" name=""/>
          <p:cNvSpPr/>
          <p:nvPr/>
        </p:nvSpPr>
        <p:spPr>
          <a:xfrm>
            <a:off x="1998720" y="26809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1" name=""/>
          <p:cNvSpPr/>
          <p:nvPr/>
        </p:nvSpPr>
        <p:spPr>
          <a:xfrm>
            <a:off x="1998720" y="268668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2" name=""/>
          <p:cNvSpPr/>
          <p:nvPr/>
        </p:nvSpPr>
        <p:spPr>
          <a:xfrm>
            <a:off x="1998720" y="26920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baba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3" name=""/>
          <p:cNvSpPr/>
          <p:nvPr/>
        </p:nvSpPr>
        <p:spPr>
          <a:xfrm>
            <a:off x="1998720" y="26978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4" name=""/>
          <p:cNvSpPr/>
          <p:nvPr/>
        </p:nvSpPr>
        <p:spPr>
          <a:xfrm>
            <a:off x="1998720" y="27036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caca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5" name=""/>
          <p:cNvSpPr/>
          <p:nvPr/>
        </p:nvSpPr>
        <p:spPr>
          <a:xfrm>
            <a:off x="1998720" y="27093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dada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6" name=""/>
          <p:cNvSpPr/>
          <p:nvPr/>
        </p:nvSpPr>
        <p:spPr>
          <a:xfrm>
            <a:off x="1998720" y="27151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7" name=""/>
          <p:cNvSpPr/>
          <p:nvPr/>
        </p:nvSpPr>
        <p:spPr>
          <a:xfrm>
            <a:off x="1998720" y="272088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8" name=""/>
          <p:cNvSpPr/>
          <p:nvPr/>
        </p:nvSpPr>
        <p:spPr>
          <a:xfrm>
            <a:off x="1998720" y="27262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afafa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49" name=""/>
          <p:cNvSpPr/>
          <p:nvPr/>
        </p:nvSpPr>
        <p:spPr>
          <a:xfrm>
            <a:off x="1998720" y="273780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0b0b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0" name=""/>
          <p:cNvSpPr/>
          <p:nvPr/>
        </p:nvSpPr>
        <p:spPr>
          <a:xfrm>
            <a:off x="1998720" y="274932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b1b1b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1" name=""/>
          <p:cNvSpPr/>
          <p:nvPr/>
        </p:nvSpPr>
        <p:spPr>
          <a:xfrm>
            <a:off x="1998720" y="27604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2b2b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2" name=""/>
          <p:cNvSpPr/>
          <p:nvPr/>
        </p:nvSpPr>
        <p:spPr>
          <a:xfrm>
            <a:off x="1998720" y="27662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3" name=""/>
          <p:cNvSpPr/>
          <p:nvPr/>
        </p:nvSpPr>
        <p:spPr>
          <a:xfrm>
            <a:off x="1998720" y="27720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3b3b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4" name=""/>
          <p:cNvSpPr/>
          <p:nvPr/>
        </p:nvSpPr>
        <p:spPr>
          <a:xfrm>
            <a:off x="1998720" y="27777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5" name=""/>
          <p:cNvSpPr/>
          <p:nvPr/>
        </p:nvSpPr>
        <p:spPr>
          <a:xfrm>
            <a:off x="1998720" y="278352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b4b4b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6" name=""/>
          <p:cNvSpPr/>
          <p:nvPr/>
        </p:nvSpPr>
        <p:spPr>
          <a:xfrm>
            <a:off x="1998720" y="27889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7" name=""/>
          <p:cNvSpPr/>
          <p:nvPr/>
        </p:nvSpPr>
        <p:spPr>
          <a:xfrm>
            <a:off x="1998720" y="27946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8" name=""/>
          <p:cNvSpPr/>
          <p:nvPr/>
        </p:nvSpPr>
        <p:spPr>
          <a:xfrm>
            <a:off x="1998720" y="28004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6b6b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59" name=""/>
          <p:cNvSpPr/>
          <p:nvPr/>
        </p:nvSpPr>
        <p:spPr>
          <a:xfrm>
            <a:off x="1998720" y="28062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0" name=""/>
          <p:cNvSpPr/>
          <p:nvPr/>
        </p:nvSpPr>
        <p:spPr>
          <a:xfrm>
            <a:off x="1998720" y="28119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1" name=""/>
          <p:cNvSpPr/>
          <p:nvPr/>
        </p:nvSpPr>
        <p:spPr>
          <a:xfrm>
            <a:off x="1998720" y="281772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b8b8b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2" name=""/>
          <p:cNvSpPr/>
          <p:nvPr/>
        </p:nvSpPr>
        <p:spPr>
          <a:xfrm>
            <a:off x="1998720" y="2828880"/>
            <a:ext cx="641880" cy="12240"/>
          </a:xfrm>
          <a:custGeom>
            <a:avLst/>
            <a:gdLst/>
            <a:ahLst/>
            <a:rect l="0" t="0" r="r" b="b"/>
            <a:pathLst>
              <a:path w="1783" h="34">
                <a:moveTo>
                  <a:pt x="0" y="0"/>
                </a:moveTo>
                <a:lnTo>
                  <a:pt x="1783" y="0"/>
                </a:lnTo>
                <a:lnTo>
                  <a:pt x="1783" y="34"/>
                </a:lnTo>
                <a:lnTo>
                  <a:pt x="0" y="34"/>
                </a:lnTo>
                <a:lnTo>
                  <a:pt x="0" y="0"/>
                </a:lnTo>
                <a:close/>
              </a:path>
            </a:pathLst>
          </a:custGeom>
          <a:solidFill>
            <a:srgbClr val="b9b9b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3" name=""/>
          <p:cNvSpPr/>
          <p:nvPr/>
        </p:nvSpPr>
        <p:spPr>
          <a:xfrm>
            <a:off x="1998720" y="28404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babab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4" name=""/>
          <p:cNvSpPr/>
          <p:nvPr/>
        </p:nvSpPr>
        <p:spPr>
          <a:xfrm>
            <a:off x="1998720" y="28515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bbbb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5" name=""/>
          <p:cNvSpPr/>
          <p:nvPr/>
        </p:nvSpPr>
        <p:spPr>
          <a:xfrm>
            <a:off x="1998720" y="28630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cbcb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6" name=""/>
          <p:cNvSpPr/>
          <p:nvPr/>
        </p:nvSpPr>
        <p:spPr>
          <a:xfrm>
            <a:off x="1998720" y="28746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bdbdb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7" name=""/>
          <p:cNvSpPr/>
          <p:nvPr/>
        </p:nvSpPr>
        <p:spPr>
          <a:xfrm>
            <a:off x="1998720" y="28857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ebeb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8" name=""/>
          <p:cNvSpPr/>
          <p:nvPr/>
        </p:nvSpPr>
        <p:spPr>
          <a:xfrm>
            <a:off x="1998720" y="28972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bfbfb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69" name=""/>
          <p:cNvSpPr/>
          <p:nvPr/>
        </p:nvSpPr>
        <p:spPr>
          <a:xfrm>
            <a:off x="1998720" y="29088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0c0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0" name=""/>
          <p:cNvSpPr/>
          <p:nvPr/>
        </p:nvSpPr>
        <p:spPr>
          <a:xfrm>
            <a:off x="1998720" y="29199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1c1c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1" name=""/>
          <p:cNvSpPr/>
          <p:nvPr/>
        </p:nvSpPr>
        <p:spPr>
          <a:xfrm>
            <a:off x="1998720" y="29314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2c2c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2" name=""/>
          <p:cNvSpPr/>
          <p:nvPr/>
        </p:nvSpPr>
        <p:spPr>
          <a:xfrm>
            <a:off x="1998720" y="29430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3" name=""/>
          <p:cNvSpPr/>
          <p:nvPr/>
        </p:nvSpPr>
        <p:spPr>
          <a:xfrm>
            <a:off x="1998720" y="29541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3c3c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4" name=""/>
          <p:cNvSpPr/>
          <p:nvPr/>
        </p:nvSpPr>
        <p:spPr>
          <a:xfrm>
            <a:off x="1998720" y="29599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5" name=""/>
          <p:cNvSpPr/>
          <p:nvPr/>
        </p:nvSpPr>
        <p:spPr>
          <a:xfrm>
            <a:off x="1998720" y="29656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4c4c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6" name=""/>
          <p:cNvSpPr/>
          <p:nvPr/>
        </p:nvSpPr>
        <p:spPr>
          <a:xfrm>
            <a:off x="1998720" y="29714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7" name=""/>
          <p:cNvSpPr/>
          <p:nvPr/>
        </p:nvSpPr>
        <p:spPr>
          <a:xfrm>
            <a:off x="1998720" y="297720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8" name=""/>
          <p:cNvSpPr/>
          <p:nvPr/>
        </p:nvSpPr>
        <p:spPr>
          <a:xfrm>
            <a:off x="1998720" y="29826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79" name=""/>
          <p:cNvSpPr/>
          <p:nvPr/>
        </p:nvSpPr>
        <p:spPr>
          <a:xfrm>
            <a:off x="1998720" y="29883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0" name=""/>
          <p:cNvSpPr/>
          <p:nvPr/>
        </p:nvSpPr>
        <p:spPr>
          <a:xfrm>
            <a:off x="1998720" y="2994120"/>
            <a:ext cx="641880" cy="6480"/>
          </a:xfrm>
          <a:custGeom>
            <a:avLst/>
            <a:gdLst/>
            <a:ahLst/>
            <a:rect l="0" t="0" r="r" b="b"/>
            <a:pathLst>
              <a:path w="1783" h="18">
                <a:moveTo>
                  <a:pt x="0" y="0"/>
                </a:moveTo>
                <a:lnTo>
                  <a:pt x="1783" y="0"/>
                </a:lnTo>
                <a:lnTo>
                  <a:pt x="1783" y="18"/>
                </a:lnTo>
                <a:lnTo>
                  <a:pt x="0" y="18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1" name=""/>
          <p:cNvSpPr/>
          <p:nvPr/>
        </p:nvSpPr>
        <p:spPr>
          <a:xfrm>
            <a:off x="1998720" y="299988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7c7c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2" name=""/>
          <p:cNvSpPr/>
          <p:nvPr/>
        </p:nvSpPr>
        <p:spPr>
          <a:xfrm>
            <a:off x="1998720" y="30114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8c8c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3" name=""/>
          <p:cNvSpPr/>
          <p:nvPr/>
        </p:nvSpPr>
        <p:spPr>
          <a:xfrm>
            <a:off x="1998720" y="30225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4" name=""/>
          <p:cNvSpPr/>
          <p:nvPr/>
        </p:nvSpPr>
        <p:spPr>
          <a:xfrm>
            <a:off x="1998720" y="30340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9c9c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5" name=""/>
          <p:cNvSpPr/>
          <p:nvPr/>
        </p:nvSpPr>
        <p:spPr>
          <a:xfrm>
            <a:off x="1998720" y="30398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6" name=""/>
          <p:cNvSpPr/>
          <p:nvPr/>
        </p:nvSpPr>
        <p:spPr>
          <a:xfrm>
            <a:off x="1998720" y="30456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acaca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7" name=""/>
          <p:cNvSpPr/>
          <p:nvPr/>
        </p:nvSpPr>
        <p:spPr>
          <a:xfrm>
            <a:off x="1998720" y="30567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8" name=""/>
          <p:cNvSpPr/>
          <p:nvPr/>
        </p:nvSpPr>
        <p:spPr>
          <a:xfrm>
            <a:off x="1998720" y="30682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bcbcb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89" name=""/>
          <p:cNvSpPr/>
          <p:nvPr/>
        </p:nvSpPr>
        <p:spPr>
          <a:xfrm>
            <a:off x="1998720" y="30740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0" name=""/>
          <p:cNvSpPr/>
          <p:nvPr/>
        </p:nvSpPr>
        <p:spPr>
          <a:xfrm>
            <a:off x="1998720" y="307980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cccc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1" name=""/>
          <p:cNvSpPr/>
          <p:nvPr/>
        </p:nvSpPr>
        <p:spPr>
          <a:xfrm>
            <a:off x="1998720" y="30909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2" name=""/>
          <p:cNvSpPr/>
          <p:nvPr/>
        </p:nvSpPr>
        <p:spPr>
          <a:xfrm>
            <a:off x="1998720" y="31024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3" name=""/>
          <p:cNvSpPr/>
          <p:nvPr/>
        </p:nvSpPr>
        <p:spPr>
          <a:xfrm>
            <a:off x="1998720" y="310824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4" name=""/>
          <p:cNvSpPr/>
          <p:nvPr/>
        </p:nvSpPr>
        <p:spPr>
          <a:xfrm>
            <a:off x="1998720" y="31136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5" name=""/>
          <p:cNvSpPr/>
          <p:nvPr/>
        </p:nvSpPr>
        <p:spPr>
          <a:xfrm>
            <a:off x="1998720" y="31251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6" name=""/>
          <p:cNvSpPr/>
          <p:nvPr/>
        </p:nvSpPr>
        <p:spPr>
          <a:xfrm>
            <a:off x="1998720" y="313668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cfcfc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7" name=""/>
          <p:cNvSpPr/>
          <p:nvPr/>
        </p:nvSpPr>
        <p:spPr>
          <a:xfrm>
            <a:off x="1998720" y="31478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8" name=""/>
          <p:cNvSpPr/>
          <p:nvPr/>
        </p:nvSpPr>
        <p:spPr>
          <a:xfrm>
            <a:off x="1998720" y="31593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0d0d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099" name=""/>
          <p:cNvSpPr/>
          <p:nvPr/>
        </p:nvSpPr>
        <p:spPr>
          <a:xfrm>
            <a:off x="1998720" y="31651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0" name=""/>
          <p:cNvSpPr/>
          <p:nvPr/>
        </p:nvSpPr>
        <p:spPr>
          <a:xfrm>
            <a:off x="1998720" y="317088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1" name=""/>
          <p:cNvSpPr/>
          <p:nvPr/>
        </p:nvSpPr>
        <p:spPr>
          <a:xfrm>
            <a:off x="1998720" y="31820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1d1d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2" name=""/>
          <p:cNvSpPr/>
          <p:nvPr/>
        </p:nvSpPr>
        <p:spPr>
          <a:xfrm>
            <a:off x="1998720" y="31878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3" name=""/>
          <p:cNvSpPr/>
          <p:nvPr/>
        </p:nvSpPr>
        <p:spPr>
          <a:xfrm>
            <a:off x="1998720" y="31935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4" name=""/>
          <p:cNvSpPr/>
          <p:nvPr/>
        </p:nvSpPr>
        <p:spPr>
          <a:xfrm>
            <a:off x="1998720" y="3205080"/>
            <a:ext cx="641880" cy="5760"/>
          </a:xfrm>
          <a:custGeom>
            <a:avLst/>
            <a:gdLst/>
            <a:ahLst/>
            <a:rect l="0" t="0" r="r" b="b"/>
            <a:pathLst>
              <a:path w="1783" h="16">
                <a:moveTo>
                  <a:pt x="0" y="0"/>
                </a:moveTo>
                <a:lnTo>
                  <a:pt x="1783" y="0"/>
                </a:lnTo>
                <a:lnTo>
                  <a:pt x="1783" y="16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5" name=""/>
          <p:cNvSpPr/>
          <p:nvPr/>
        </p:nvSpPr>
        <p:spPr>
          <a:xfrm>
            <a:off x="1998720" y="32104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6" name=""/>
          <p:cNvSpPr/>
          <p:nvPr/>
        </p:nvSpPr>
        <p:spPr>
          <a:xfrm>
            <a:off x="1998720" y="32162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7" name=""/>
          <p:cNvSpPr/>
          <p:nvPr/>
        </p:nvSpPr>
        <p:spPr>
          <a:xfrm>
            <a:off x="1998720" y="32277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3d3d3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8" name=""/>
          <p:cNvSpPr/>
          <p:nvPr/>
        </p:nvSpPr>
        <p:spPr>
          <a:xfrm>
            <a:off x="1998720" y="323928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09" name=""/>
          <p:cNvSpPr/>
          <p:nvPr/>
        </p:nvSpPr>
        <p:spPr>
          <a:xfrm>
            <a:off x="1998720" y="32504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0" name=""/>
          <p:cNvSpPr/>
          <p:nvPr/>
        </p:nvSpPr>
        <p:spPr>
          <a:xfrm>
            <a:off x="1998720" y="326196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4d4d4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1" name=""/>
          <p:cNvSpPr/>
          <p:nvPr/>
        </p:nvSpPr>
        <p:spPr>
          <a:xfrm>
            <a:off x="1998720" y="32677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2" name=""/>
          <p:cNvSpPr/>
          <p:nvPr/>
        </p:nvSpPr>
        <p:spPr>
          <a:xfrm>
            <a:off x="1998720" y="327348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3" name=""/>
          <p:cNvSpPr/>
          <p:nvPr/>
        </p:nvSpPr>
        <p:spPr>
          <a:xfrm>
            <a:off x="1998720" y="329616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5d5d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4" name=""/>
          <p:cNvSpPr/>
          <p:nvPr/>
        </p:nvSpPr>
        <p:spPr>
          <a:xfrm>
            <a:off x="1998720" y="330768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5" name=""/>
          <p:cNvSpPr/>
          <p:nvPr/>
        </p:nvSpPr>
        <p:spPr>
          <a:xfrm>
            <a:off x="1998720" y="331884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6" name=""/>
          <p:cNvSpPr/>
          <p:nvPr/>
        </p:nvSpPr>
        <p:spPr>
          <a:xfrm>
            <a:off x="1998720" y="334152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6d6d6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7" name=""/>
          <p:cNvSpPr/>
          <p:nvPr/>
        </p:nvSpPr>
        <p:spPr>
          <a:xfrm>
            <a:off x="1998720" y="334728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8" name=""/>
          <p:cNvSpPr/>
          <p:nvPr/>
        </p:nvSpPr>
        <p:spPr>
          <a:xfrm>
            <a:off x="1998720" y="3353040"/>
            <a:ext cx="641880" cy="11880"/>
          </a:xfrm>
          <a:custGeom>
            <a:avLst/>
            <a:gdLst/>
            <a:ahLst/>
            <a:rect l="0" t="0" r="r" b="b"/>
            <a:pathLst>
              <a:path w="1783" h="33">
                <a:moveTo>
                  <a:pt x="0" y="0"/>
                </a:moveTo>
                <a:lnTo>
                  <a:pt x="1783" y="0"/>
                </a:lnTo>
                <a:lnTo>
                  <a:pt x="1783" y="33"/>
                </a:lnTo>
                <a:lnTo>
                  <a:pt x="0" y="33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19" name=""/>
          <p:cNvSpPr/>
          <p:nvPr/>
        </p:nvSpPr>
        <p:spPr>
          <a:xfrm>
            <a:off x="1998720" y="3364560"/>
            <a:ext cx="641880" cy="23040"/>
          </a:xfrm>
          <a:custGeom>
            <a:avLst/>
            <a:gdLst/>
            <a:ahLst/>
            <a:rect l="0" t="0" r="r" b="b"/>
            <a:pathLst>
              <a:path w="1783" h="64">
                <a:moveTo>
                  <a:pt x="0" y="0"/>
                </a:moveTo>
                <a:lnTo>
                  <a:pt x="1783" y="0"/>
                </a:lnTo>
                <a:lnTo>
                  <a:pt x="1783" y="64"/>
                </a:lnTo>
                <a:lnTo>
                  <a:pt x="0" y="64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0" name=""/>
          <p:cNvSpPr/>
          <p:nvPr/>
        </p:nvSpPr>
        <p:spPr>
          <a:xfrm>
            <a:off x="1998720" y="338724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7d7d7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1" name=""/>
          <p:cNvSpPr/>
          <p:nvPr/>
        </p:nvSpPr>
        <p:spPr>
          <a:xfrm>
            <a:off x="1998720" y="3393000"/>
            <a:ext cx="641880" cy="6120"/>
          </a:xfrm>
          <a:custGeom>
            <a:avLst/>
            <a:gdLst/>
            <a:ahLst/>
            <a:rect l="0" t="0" r="r" b="b"/>
            <a:pathLst>
              <a:path w="1783" h="17">
                <a:moveTo>
                  <a:pt x="0" y="0"/>
                </a:moveTo>
                <a:lnTo>
                  <a:pt x="1783" y="0"/>
                </a:lnTo>
                <a:lnTo>
                  <a:pt x="178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2" name=""/>
          <p:cNvSpPr/>
          <p:nvPr/>
        </p:nvSpPr>
        <p:spPr>
          <a:xfrm>
            <a:off x="1998720" y="3398760"/>
            <a:ext cx="641880" cy="11520"/>
          </a:xfrm>
          <a:custGeom>
            <a:avLst/>
            <a:gdLst/>
            <a:ahLst/>
            <a:rect l="0" t="0" r="r" b="b"/>
            <a:pathLst>
              <a:path w="1783" h="32">
                <a:moveTo>
                  <a:pt x="0" y="0"/>
                </a:moveTo>
                <a:lnTo>
                  <a:pt x="1783" y="0"/>
                </a:lnTo>
                <a:lnTo>
                  <a:pt x="1783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3" name=""/>
          <p:cNvSpPr/>
          <p:nvPr/>
        </p:nvSpPr>
        <p:spPr>
          <a:xfrm>
            <a:off x="1998720" y="3409920"/>
            <a:ext cx="641880" cy="46080"/>
          </a:xfrm>
          <a:custGeom>
            <a:avLst/>
            <a:gdLst/>
            <a:ahLst/>
            <a:rect l="0" t="0" r="r" b="b"/>
            <a:pathLst>
              <a:path w="1783" h="128">
                <a:moveTo>
                  <a:pt x="0" y="0"/>
                </a:moveTo>
                <a:lnTo>
                  <a:pt x="1783" y="0"/>
                </a:lnTo>
                <a:lnTo>
                  <a:pt x="1783" y="128"/>
                </a:lnTo>
                <a:lnTo>
                  <a:pt x="0" y="128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4" name=""/>
          <p:cNvSpPr/>
          <p:nvPr/>
        </p:nvSpPr>
        <p:spPr>
          <a:xfrm>
            <a:off x="1998720" y="3455640"/>
            <a:ext cx="641880" cy="46080"/>
          </a:xfrm>
          <a:custGeom>
            <a:avLst/>
            <a:gdLst/>
            <a:ahLst/>
            <a:rect l="0" t="0" r="r" b="b"/>
            <a:pathLst>
              <a:path w="1783" h="128">
                <a:moveTo>
                  <a:pt x="0" y="0"/>
                </a:moveTo>
                <a:lnTo>
                  <a:pt x="1783" y="0"/>
                </a:lnTo>
                <a:lnTo>
                  <a:pt x="1783" y="128"/>
                </a:lnTo>
                <a:lnTo>
                  <a:pt x="0" y="128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5" name=""/>
          <p:cNvSpPr/>
          <p:nvPr/>
        </p:nvSpPr>
        <p:spPr>
          <a:xfrm>
            <a:off x="1998720" y="2042640"/>
            <a:ext cx="641880" cy="1459080"/>
          </a:xfrm>
          <a:custGeom>
            <a:avLst/>
            <a:gdLst/>
            <a:ahLst/>
            <a:rect l="0" t="0" r="r" b="b"/>
            <a:pathLst>
              <a:path w="1783" h="4053">
                <a:moveTo>
                  <a:pt x="0" y="4053"/>
                </a:moveTo>
                <a:lnTo>
                  <a:pt x="1783" y="4053"/>
                </a:lnTo>
                <a:lnTo>
                  <a:pt x="1783" y="0"/>
                </a:lnTo>
                <a:lnTo>
                  <a:pt x="0" y="0"/>
                </a:lnTo>
                <a:lnTo>
                  <a:pt x="0" y="4053"/>
                </a:lnTo>
                <a:close/>
              </a:path>
            </a:pathLst>
          </a:custGeom>
          <a:noFill/>
          <a:ln w="28440">
            <a:solidFill>
              <a:srgbClr val="c0c0c0">
                <a:alpha val="77000"/>
              </a:srgbClr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6" name=""/>
          <p:cNvSpPr txBox="1"/>
          <p:nvPr/>
        </p:nvSpPr>
        <p:spPr>
          <a:xfrm>
            <a:off x="1222560" y="2647080"/>
            <a:ext cx="3740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left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7" name=""/>
          <p:cNvSpPr txBox="1"/>
          <p:nvPr/>
        </p:nvSpPr>
        <p:spPr>
          <a:xfrm>
            <a:off x="2075760" y="2647080"/>
            <a:ext cx="5371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right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8" name=""/>
          <p:cNvSpPr txBox="1"/>
          <p:nvPr/>
        </p:nvSpPr>
        <p:spPr>
          <a:xfrm>
            <a:off x="3280320" y="1841400"/>
            <a:ext cx="510156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4. Check if the impedance of the right and left part is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29" name=""/>
          <p:cNvSpPr txBox="1"/>
          <p:nvPr/>
        </p:nvSpPr>
        <p:spPr>
          <a:xfrm>
            <a:off x="3280320" y="2207160"/>
            <a:ext cx="95796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reversed.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30" name=""/>
          <p:cNvSpPr txBox="1"/>
          <p:nvPr/>
        </p:nvSpPr>
        <p:spPr>
          <a:xfrm>
            <a:off x="3280320" y="2647080"/>
            <a:ext cx="58773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It is not common to see the impedance reversal in right and left part of our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31" name=""/>
          <p:cNvSpPr txBox="1"/>
          <p:nvPr/>
        </p:nvSpPr>
        <p:spPr>
          <a:xfrm>
            <a:off x="3280320" y="2967120"/>
            <a:ext cx="58665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9c1f00"/>
                </a:solidFill>
                <a:latin typeface="Arial"/>
                <a:ea typeface="Arial"/>
              </a:rPr>
              <a:t>body except for the orthopedics and edema patients. </a:t>
            </a:r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If impedance of right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32" name=""/>
          <p:cNvSpPr txBox="1"/>
          <p:nvPr/>
        </p:nvSpPr>
        <p:spPr>
          <a:xfrm>
            <a:off x="3280320" y="3287160"/>
            <a:ext cx="59367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leg is higher in low frequencies while impedance of left leg is higher in high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33" name=""/>
          <p:cNvSpPr txBox="1"/>
          <p:nvPr/>
        </p:nvSpPr>
        <p:spPr>
          <a:xfrm>
            <a:off x="3280320" y="3607200"/>
            <a:ext cx="370692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frequencies, make sure to check the ‘Edema’. 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3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3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3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3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3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139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140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41" name=""/>
          <p:cNvSpPr txBox="1"/>
          <p:nvPr/>
        </p:nvSpPr>
        <p:spPr>
          <a:xfrm>
            <a:off x="4033080" y="1693440"/>
            <a:ext cx="50223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Impedance tendency in legs: </a:t>
            </a:r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Impedance of right leg is higher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42" name=""/>
          <p:cNvSpPr txBox="1"/>
          <p:nvPr/>
        </p:nvSpPr>
        <p:spPr>
          <a:xfrm>
            <a:off x="4033080" y="2013480"/>
            <a:ext cx="492624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in low frequencies while impedance of left leg is higher in high 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143" name="" descr=""/>
          <p:cNvPicPr/>
          <p:nvPr/>
        </p:nvPicPr>
        <p:blipFill>
          <a:blip r:embed="rId2"/>
          <a:stretch/>
        </p:blipFill>
        <p:spPr>
          <a:xfrm>
            <a:off x="693360" y="1542240"/>
            <a:ext cx="3350880" cy="4748400"/>
          </a:xfrm>
          <a:prstGeom prst="rect">
            <a:avLst/>
          </a:prstGeom>
          <a:ln w="0">
            <a:noFill/>
          </a:ln>
        </p:spPr>
      </p:pic>
      <p:pic>
        <p:nvPicPr>
          <p:cNvPr id="30144" name="" descr=""/>
          <p:cNvPicPr/>
          <p:nvPr/>
        </p:nvPicPr>
        <p:blipFill>
          <a:blip r:embed="rId3"/>
          <a:stretch/>
        </p:blipFill>
        <p:spPr>
          <a:xfrm>
            <a:off x="4431960" y="2848320"/>
            <a:ext cx="5471640" cy="4007160"/>
          </a:xfrm>
          <a:prstGeom prst="rect">
            <a:avLst/>
          </a:prstGeom>
          <a:ln w="0">
            <a:noFill/>
          </a:ln>
        </p:spPr>
      </p:pic>
      <p:sp>
        <p:nvSpPr>
          <p:cNvPr id="30145" name=""/>
          <p:cNvSpPr/>
          <p:nvPr/>
        </p:nvSpPr>
        <p:spPr>
          <a:xfrm>
            <a:off x="4785120" y="3120840"/>
            <a:ext cx="6667920" cy="3374640"/>
          </a:xfrm>
          <a:custGeom>
            <a:avLst/>
            <a:gdLst/>
            <a:ahLst/>
            <a:rect l="0" t="0" r="r" b="b"/>
            <a:pathLst>
              <a:path w="18522" h="9374">
                <a:moveTo>
                  <a:pt x="0" y="9374"/>
                </a:moveTo>
                <a:lnTo>
                  <a:pt x="18522" y="9374"/>
                </a:lnTo>
                <a:lnTo>
                  <a:pt x="18522" y="0"/>
                </a:lnTo>
                <a:lnTo>
                  <a:pt x="0" y="0"/>
                </a:lnTo>
                <a:lnTo>
                  <a:pt x="0" y="9374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146" name="" descr=""/>
          <p:cNvPicPr/>
          <p:nvPr/>
        </p:nvPicPr>
        <p:blipFill>
          <a:blip r:embed="rId4"/>
          <a:stretch/>
        </p:blipFill>
        <p:spPr>
          <a:xfrm>
            <a:off x="4916520" y="3355920"/>
            <a:ext cx="6281640" cy="2791440"/>
          </a:xfrm>
          <a:prstGeom prst="rect">
            <a:avLst/>
          </a:prstGeom>
          <a:ln w="0">
            <a:noFill/>
          </a:ln>
        </p:spPr>
      </p:pic>
      <p:sp>
        <p:nvSpPr>
          <p:cNvPr id="30147" name=""/>
          <p:cNvSpPr/>
          <p:nvPr/>
        </p:nvSpPr>
        <p:spPr>
          <a:xfrm>
            <a:off x="9229320" y="3779280"/>
            <a:ext cx="804960" cy="1280880"/>
          </a:xfrm>
          <a:custGeom>
            <a:avLst/>
            <a:gdLst/>
            <a:ahLst/>
            <a:rect l="0" t="0" r="r" b="b"/>
            <a:pathLst>
              <a:path w="2236" h="3558">
                <a:moveTo>
                  <a:pt x="0" y="3558"/>
                </a:moveTo>
                <a:lnTo>
                  <a:pt x="2236" y="3558"/>
                </a:lnTo>
                <a:lnTo>
                  <a:pt x="2236" y="0"/>
                </a:lnTo>
                <a:lnTo>
                  <a:pt x="0" y="0"/>
                </a:lnTo>
                <a:lnTo>
                  <a:pt x="0" y="3558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48" name=""/>
          <p:cNvSpPr txBox="1"/>
          <p:nvPr/>
        </p:nvSpPr>
        <p:spPr>
          <a:xfrm>
            <a:off x="4033080" y="2333880"/>
            <a:ext cx="2725560" cy="200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Arial"/>
                <a:ea typeface="Arial"/>
              </a:rPr>
              <a:t>frequencies. Please check edema.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49" name=""/>
          <p:cNvSpPr txBox="1"/>
          <p:nvPr/>
        </p:nvSpPr>
        <p:spPr>
          <a:xfrm>
            <a:off x="653400" y="1006200"/>
            <a:ext cx="7416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InBody_Impedancetendancybetween R/L]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5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5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52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53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54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15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156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57" name=""/>
          <p:cNvSpPr/>
          <p:nvPr/>
        </p:nvSpPr>
        <p:spPr>
          <a:xfrm>
            <a:off x="1201680" y="2122920"/>
            <a:ext cx="397440" cy="460440"/>
          </a:xfrm>
          <a:custGeom>
            <a:avLst/>
            <a:gdLst/>
            <a:ahLst/>
            <a:rect l="0" t="0" r="r" b="b"/>
            <a:pathLst>
              <a:path w="1104" h="1279">
                <a:moveTo>
                  <a:pt x="234" y="816"/>
                </a:moveTo>
                <a:lnTo>
                  <a:pt x="398" y="995"/>
                </a:lnTo>
                <a:lnTo>
                  <a:pt x="428" y="1028"/>
                </a:lnTo>
                <a:lnTo>
                  <a:pt x="441" y="994"/>
                </a:lnTo>
                <a:lnTo>
                  <a:pt x="455" y="959"/>
                </a:lnTo>
                <a:lnTo>
                  <a:pt x="470" y="925"/>
                </a:lnTo>
                <a:lnTo>
                  <a:pt x="485" y="891"/>
                </a:lnTo>
                <a:lnTo>
                  <a:pt x="500" y="857"/>
                </a:lnTo>
                <a:lnTo>
                  <a:pt x="516" y="824"/>
                </a:lnTo>
                <a:lnTo>
                  <a:pt x="534" y="790"/>
                </a:lnTo>
                <a:lnTo>
                  <a:pt x="551" y="757"/>
                </a:lnTo>
                <a:lnTo>
                  <a:pt x="569" y="724"/>
                </a:lnTo>
                <a:lnTo>
                  <a:pt x="587" y="691"/>
                </a:lnTo>
                <a:lnTo>
                  <a:pt x="605" y="658"/>
                </a:lnTo>
                <a:lnTo>
                  <a:pt x="624" y="625"/>
                </a:lnTo>
                <a:lnTo>
                  <a:pt x="644" y="592"/>
                </a:lnTo>
                <a:lnTo>
                  <a:pt x="663" y="560"/>
                </a:lnTo>
                <a:lnTo>
                  <a:pt x="684" y="528"/>
                </a:lnTo>
                <a:lnTo>
                  <a:pt x="705" y="496"/>
                </a:lnTo>
                <a:lnTo>
                  <a:pt x="726" y="464"/>
                </a:lnTo>
                <a:lnTo>
                  <a:pt x="748" y="432"/>
                </a:lnTo>
                <a:lnTo>
                  <a:pt x="770" y="400"/>
                </a:lnTo>
                <a:lnTo>
                  <a:pt x="792" y="369"/>
                </a:lnTo>
                <a:lnTo>
                  <a:pt x="815" y="337"/>
                </a:lnTo>
                <a:lnTo>
                  <a:pt x="839" y="306"/>
                </a:lnTo>
                <a:lnTo>
                  <a:pt x="863" y="275"/>
                </a:lnTo>
                <a:lnTo>
                  <a:pt x="887" y="244"/>
                </a:lnTo>
                <a:lnTo>
                  <a:pt x="911" y="213"/>
                </a:lnTo>
                <a:lnTo>
                  <a:pt x="936" y="182"/>
                </a:lnTo>
                <a:lnTo>
                  <a:pt x="962" y="151"/>
                </a:lnTo>
                <a:lnTo>
                  <a:pt x="987" y="121"/>
                </a:lnTo>
                <a:lnTo>
                  <a:pt x="1013" y="90"/>
                </a:lnTo>
                <a:lnTo>
                  <a:pt x="1040" y="60"/>
                </a:lnTo>
                <a:lnTo>
                  <a:pt x="1067" y="30"/>
                </a:lnTo>
                <a:lnTo>
                  <a:pt x="1094" y="0"/>
                </a:lnTo>
                <a:lnTo>
                  <a:pt x="1104" y="3"/>
                </a:lnTo>
                <a:lnTo>
                  <a:pt x="1082" y="40"/>
                </a:lnTo>
                <a:lnTo>
                  <a:pt x="1060" y="77"/>
                </a:lnTo>
                <a:lnTo>
                  <a:pt x="1038" y="114"/>
                </a:lnTo>
                <a:lnTo>
                  <a:pt x="1017" y="151"/>
                </a:lnTo>
                <a:lnTo>
                  <a:pt x="997" y="188"/>
                </a:lnTo>
                <a:lnTo>
                  <a:pt x="976" y="225"/>
                </a:lnTo>
                <a:lnTo>
                  <a:pt x="956" y="263"/>
                </a:lnTo>
                <a:lnTo>
                  <a:pt x="936" y="300"/>
                </a:lnTo>
                <a:lnTo>
                  <a:pt x="917" y="338"/>
                </a:lnTo>
                <a:lnTo>
                  <a:pt x="898" y="375"/>
                </a:lnTo>
                <a:lnTo>
                  <a:pt x="879" y="413"/>
                </a:lnTo>
                <a:lnTo>
                  <a:pt x="861" y="451"/>
                </a:lnTo>
                <a:lnTo>
                  <a:pt x="843" y="488"/>
                </a:lnTo>
                <a:lnTo>
                  <a:pt x="825" y="526"/>
                </a:lnTo>
                <a:lnTo>
                  <a:pt x="808" y="564"/>
                </a:lnTo>
                <a:lnTo>
                  <a:pt x="791" y="602"/>
                </a:lnTo>
                <a:lnTo>
                  <a:pt x="774" y="640"/>
                </a:lnTo>
                <a:lnTo>
                  <a:pt x="758" y="679"/>
                </a:lnTo>
                <a:lnTo>
                  <a:pt x="742" y="717"/>
                </a:lnTo>
                <a:lnTo>
                  <a:pt x="727" y="755"/>
                </a:lnTo>
                <a:lnTo>
                  <a:pt x="712" y="794"/>
                </a:lnTo>
                <a:lnTo>
                  <a:pt x="698" y="832"/>
                </a:lnTo>
                <a:lnTo>
                  <a:pt x="684" y="871"/>
                </a:lnTo>
                <a:lnTo>
                  <a:pt x="670" y="910"/>
                </a:lnTo>
                <a:lnTo>
                  <a:pt x="657" y="948"/>
                </a:lnTo>
                <a:lnTo>
                  <a:pt x="644" y="987"/>
                </a:lnTo>
                <a:lnTo>
                  <a:pt x="631" y="1026"/>
                </a:lnTo>
                <a:lnTo>
                  <a:pt x="619" y="1065"/>
                </a:lnTo>
                <a:lnTo>
                  <a:pt x="608" y="1105"/>
                </a:lnTo>
                <a:lnTo>
                  <a:pt x="596" y="1145"/>
                </a:lnTo>
                <a:lnTo>
                  <a:pt x="586" y="1184"/>
                </a:lnTo>
                <a:lnTo>
                  <a:pt x="575" y="1224"/>
                </a:lnTo>
                <a:lnTo>
                  <a:pt x="575" y="1226"/>
                </a:lnTo>
                <a:lnTo>
                  <a:pt x="574" y="1229"/>
                </a:lnTo>
                <a:lnTo>
                  <a:pt x="573" y="1231"/>
                </a:lnTo>
                <a:lnTo>
                  <a:pt x="571" y="1233"/>
                </a:lnTo>
                <a:lnTo>
                  <a:pt x="570" y="1236"/>
                </a:lnTo>
                <a:lnTo>
                  <a:pt x="568" y="1238"/>
                </a:lnTo>
                <a:lnTo>
                  <a:pt x="567" y="1240"/>
                </a:lnTo>
                <a:lnTo>
                  <a:pt x="565" y="1243"/>
                </a:lnTo>
                <a:lnTo>
                  <a:pt x="563" y="1245"/>
                </a:lnTo>
                <a:lnTo>
                  <a:pt x="560" y="1247"/>
                </a:lnTo>
                <a:lnTo>
                  <a:pt x="558" y="1249"/>
                </a:lnTo>
                <a:lnTo>
                  <a:pt x="556" y="1251"/>
                </a:lnTo>
                <a:lnTo>
                  <a:pt x="553" y="1253"/>
                </a:lnTo>
                <a:lnTo>
                  <a:pt x="550" y="1255"/>
                </a:lnTo>
                <a:lnTo>
                  <a:pt x="548" y="1257"/>
                </a:lnTo>
                <a:lnTo>
                  <a:pt x="545" y="1259"/>
                </a:lnTo>
                <a:lnTo>
                  <a:pt x="542" y="1261"/>
                </a:lnTo>
                <a:lnTo>
                  <a:pt x="538" y="1262"/>
                </a:lnTo>
                <a:lnTo>
                  <a:pt x="535" y="1264"/>
                </a:lnTo>
                <a:lnTo>
                  <a:pt x="532" y="1266"/>
                </a:lnTo>
                <a:lnTo>
                  <a:pt x="528" y="1267"/>
                </a:lnTo>
                <a:lnTo>
                  <a:pt x="525" y="1269"/>
                </a:lnTo>
                <a:lnTo>
                  <a:pt x="521" y="1270"/>
                </a:lnTo>
                <a:lnTo>
                  <a:pt x="517" y="1271"/>
                </a:lnTo>
                <a:lnTo>
                  <a:pt x="513" y="1272"/>
                </a:lnTo>
                <a:lnTo>
                  <a:pt x="509" y="1274"/>
                </a:lnTo>
                <a:lnTo>
                  <a:pt x="506" y="1274"/>
                </a:lnTo>
                <a:lnTo>
                  <a:pt x="502" y="1275"/>
                </a:lnTo>
                <a:lnTo>
                  <a:pt x="498" y="1276"/>
                </a:lnTo>
                <a:lnTo>
                  <a:pt x="494" y="1277"/>
                </a:lnTo>
                <a:lnTo>
                  <a:pt x="490" y="1277"/>
                </a:lnTo>
                <a:lnTo>
                  <a:pt x="486" y="1278"/>
                </a:lnTo>
                <a:lnTo>
                  <a:pt x="482" y="1278"/>
                </a:lnTo>
                <a:lnTo>
                  <a:pt x="478" y="1279"/>
                </a:lnTo>
                <a:lnTo>
                  <a:pt x="474" y="1279"/>
                </a:lnTo>
                <a:lnTo>
                  <a:pt x="470" y="1279"/>
                </a:lnTo>
                <a:lnTo>
                  <a:pt x="466" y="1279"/>
                </a:lnTo>
                <a:lnTo>
                  <a:pt x="462" y="1279"/>
                </a:lnTo>
                <a:lnTo>
                  <a:pt x="458" y="1278"/>
                </a:lnTo>
                <a:lnTo>
                  <a:pt x="454" y="1278"/>
                </a:lnTo>
                <a:lnTo>
                  <a:pt x="450" y="1278"/>
                </a:lnTo>
                <a:lnTo>
                  <a:pt x="446" y="1277"/>
                </a:lnTo>
                <a:lnTo>
                  <a:pt x="442" y="1276"/>
                </a:lnTo>
                <a:lnTo>
                  <a:pt x="438" y="1276"/>
                </a:lnTo>
                <a:lnTo>
                  <a:pt x="434" y="1275"/>
                </a:lnTo>
                <a:lnTo>
                  <a:pt x="430" y="1274"/>
                </a:lnTo>
                <a:lnTo>
                  <a:pt x="427" y="1273"/>
                </a:lnTo>
                <a:lnTo>
                  <a:pt x="423" y="1272"/>
                </a:lnTo>
                <a:lnTo>
                  <a:pt x="419" y="1271"/>
                </a:lnTo>
                <a:lnTo>
                  <a:pt x="416" y="1270"/>
                </a:lnTo>
                <a:lnTo>
                  <a:pt x="412" y="1268"/>
                </a:lnTo>
                <a:lnTo>
                  <a:pt x="409" y="1267"/>
                </a:lnTo>
                <a:lnTo>
                  <a:pt x="405" y="1265"/>
                </a:lnTo>
                <a:lnTo>
                  <a:pt x="402" y="1264"/>
                </a:lnTo>
                <a:lnTo>
                  <a:pt x="399" y="1262"/>
                </a:lnTo>
                <a:lnTo>
                  <a:pt x="395" y="1261"/>
                </a:lnTo>
                <a:lnTo>
                  <a:pt x="392" y="1259"/>
                </a:lnTo>
                <a:lnTo>
                  <a:pt x="389" y="1257"/>
                </a:lnTo>
                <a:lnTo>
                  <a:pt x="386" y="1256"/>
                </a:lnTo>
                <a:lnTo>
                  <a:pt x="383" y="1254"/>
                </a:lnTo>
                <a:lnTo>
                  <a:pt x="381" y="1252"/>
                </a:lnTo>
                <a:lnTo>
                  <a:pt x="378" y="1250"/>
                </a:lnTo>
                <a:lnTo>
                  <a:pt x="375" y="1248"/>
                </a:lnTo>
                <a:lnTo>
                  <a:pt x="373" y="1246"/>
                </a:lnTo>
                <a:lnTo>
                  <a:pt x="18" y="897"/>
                </a:lnTo>
                <a:lnTo>
                  <a:pt x="15" y="893"/>
                </a:lnTo>
                <a:lnTo>
                  <a:pt x="12" y="890"/>
                </a:lnTo>
                <a:lnTo>
                  <a:pt x="10" y="886"/>
                </a:lnTo>
                <a:lnTo>
                  <a:pt x="7" y="882"/>
                </a:lnTo>
                <a:lnTo>
                  <a:pt x="6" y="879"/>
                </a:lnTo>
                <a:lnTo>
                  <a:pt x="4" y="875"/>
                </a:lnTo>
                <a:lnTo>
                  <a:pt x="3" y="871"/>
                </a:lnTo>
                <a:lnTo>
                  <a:pt x="2" y="867"/>
                </a:lnTo>
                <a:lnTo>
                  <a:pt x="1" y="864"/>
                </a:lnTo>
                <a:lnTo>
                  <a:pt x="0" y="860"/>
                </a:lnTo>
                <a:lnTo>
                  <a:pt x="0" y="856"/>
                </a:lnTo>
                <a:lnTo>
                  <a:pt x="0" y="852"/>
                </a:lnTo>
                <a:lnTo>
                  <a:pt x="1" y="848"/>
                </a:lnTo>
                <a:lnTo>
                  <a:pt x="2" y="845"/>
                </a:lnTo>
                <a:lnTo>
                  <a:pt x="3" y="841"/>
                </a:lnTo>
                <a:lnTo>
                  <a:pt x="4" y="837"/>
                </a:lnTo>
                <a:lnTo>
                  <a:pt x="6" y="834"/>
                </a:lnTo>
                <a:lnTo>
                  <a:pt x="7" y="830"/>
                </a:lnTo>
                <a:lnTo>
                  <a:pt x="10" y="827"/>
                </a:lnTo>
                <a:lnTo>
                  <a:pt x="12" y="823"/>
                </a:lnTo>
                <a:lnTo>
                  <a:pt x="15" y="820"/>
                </a:lnTo>
                <a:lnTo>
                  <a:pt x="18" y="816"/>
                </a:lnTo>
                <a:lnTo>
                  <a:pt x="21" y="813"/>
                </a:lnTo>
                <a:lnTo>
                  <a:pt x="24" y="810"/>
                </a:lnTo>
                <a:lnTo>
                  <a:pt x="28" y="807"/>
                </a:lnTo>
                <a:lnTo>
                  <a:pt x="32" y="804"/>
                </a:lnTo>
                <a:lnTo>
                  <a:pt x="36" y="801"/>
                </a:lnTo>
                <a:lnTo>
                  <a:pt x="41" y="798"/>
                </a:lnTo>
                <a:lnTo>
                  <a:pt x="46" y="796"/>
                </a:lnTo>
                <a:lnTo>
                  <a:pt x="51" y="793"/>
                </a:lnTo>
                <a:lnTo>
                  <a:pt x="56" y="791"/>
                </a:lnTo>
                <a:lnTo>
                  <a:pt x="61" y="789"/>
                </a:lnTo>
                <a:lnTo>
                  <a:pt x="67" y="787"/>
                </a:lnTo>
                <a:lnTo>
                  <a:pt x="73" y="785"/>
                </a:lnTo>
                <a:lnTo>
                  <a:pt x="79" y="783"/>
                </a:lnTo>
                <a:lnTo>
                  <a:pt x="84" y="782"/>
                </a:lnTo>
                <a:lnTo>
                  <a:pt x="90" y="781"/>
                </a:lnTo>
                <a:lnTo>
                  <a:pt x="96" y="780"/>
                </a:lnTo>
                <a:lnTo>
                  <a:pt x="102" y="779"/>
                </a:lnTo>
                <a:lnTo>
                  <a:pt x="109" y="778"/>
                </a:lnTo>
                <a:lnTo>
                  <a:pt x="115" y="778"/>
                </a:lnTo>
                <a:lnTo>
                  <a:pt x="121" y="778"/>
                </a:lnTo>
                <a:lnTo>
                  <a:pt x="127" y="778"/>
                </a:lnTo>
                <a:lnTo>
                  <a:pt x="133" y="778"/>
                </a:lnTo>
                <a:lnTo>
                  <a:pt x="139" y="778"/>
                </a:lnTo>
                <a:lnTo>
                  <a:pt x="145" y="778"/>
                </a:lnTo>
                <a:lnTo>
                  <a:pt x="151" y="779"/>
                </a:lnTo>
                <a:lnTo>
                  <a:pt x="157" y="780"/>
                </a:lnTo>
                <a:lnTo>
                  <a:pt x="163" y="781"/>
                </a:lnTo>
                <a:lnTo>
                  <a:pt x="168" y="782"/>
                </a:lnTo>
                <a:lnTo>
                  <a:pt x="174" y="783"/>
                </a:lnTo>
                <a:lnTo>
                  <a:pt x="180" y="785"/>
                </a:lnTo>
                <a:lnTo>
                  <a:pt x="185" y="787"/>
                </a:lnTo>
                <a:lnTo>
                  <a:pt x="190" y="789"/>
                </a:lnTo>
                <a:lnTo>
                  <a:pt x="196" y="791"/>
                </a:lnTo>
                <a:lnTo>
                  <a:pt x="201" y="793"/>
                </a:lnTo>
                <a:lnTo>
                  <a:pt x="205" y="795"/>
                </a:lnTo>
                <a:lnTo>
                  <a:pt x="210" y="798"/>
                </a:lnTo>
                <a:lnTo>
                  <a:pt x="215" y="800"/>
                </a:lnTo>
                <a:lnTo>
                  <a:pt x="219" y="803"/>
                </a:lnTo>
                <a:lnTo>
                  <a:pt x="223" y="806"/>
                </a:lnTo>
                <a:lnTo>
                  <a:pt x="227" y="809"/>
                </a:lnTo>
                <a:lnTo>
                  <a:pt x="231" y="812"/>
                </a:lnTo>
                <a:lnTo>
                  <a:pt x="234" y="816"/>
                </a:lnTo>
                <a:close/>
              </a:path>
            </a:pathLst>
          </a:custGeom>
          <a:solidFill>
            <a:srgbClr val="db2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58" name=""/>
          <p:cNvSpPr/>
          <p:nvPr/>
        </p:nvSpPr>
        <p:spPr>
          <a:xfrm>
            <a:off x="1202040" y="2163960"/>
            <a:ext cx="372240" cy="396360"/>
          </a:xfrm>
          <a:custGeom>
            <a:avLst/>
            <a:gdLst/>
            <a:ahLst/>
            <a:rect l="0" t="0" r="r" b="b"/>
            <a:pathLst>
              <a:path w="1034" h="1101">
                <a:moveTo>
                  <a:pt x="233" y="703"/>
                </a:moveTo>
                <a:lnTo>
                  <a:pt x="286" y="759"/>
                </a:lnTo>
                <a:lnTo>
                  <a:pt x="57" y="823"/>
                </a:lnTo>
                <a:lnTo>
                  <a:pt x="17" y="784"/>
                </a:lnTo>
                <a:lnTo>
                  <a:pt x="15" y="782"/>
                </a:lnTo>
                <a:lnTo>
                  <a:pt x="14" y="780"/>
                </a:lnTo>
                <a:lnTo>
                  <a:pt x="12" y="778"/>
                </a:lnTo>
                <a:lnTo>
                  <a:pt x="10" y="775"/>
                </a:lnTo>
                <a:lnTo>
                  <a:pt x="9" y="773"/>
                </a:lnTo>
                <a:lnTo>
                  <a:pt x="7" y="771"/>
                </a:lnTo>
                <a:lnTo>
                  <a:pt x="6" y="769"/>
                </a:lnTo>
                <a:lnTo>
                  <a:pt x="5" y="767"/>
                </a:lnTo>
                <a:lnTo>
                  <a:pt x="4" y="765"/>
                </a:lnTo>
                <a:lnTo>
                  <a:pt x="3" y="762"/>
                </a:lnTo>
                <a:lnTo>
                  <a:pt x="2" y="760"/>
                </a:lnTo>
                <a:lnTo>
                  <a:pt x="1" y="758"/>
                </a:lnTo>
                <a:lnTo>
                  <a:pt x="1" y="756"/>
                </a:lnTo>
                <a:lnTo>
                  <a:pt x="0" y="753"/>
                </a:lnTo>
                <a:lnTo>
                  <a:pt x="0" y="751"/>
                </a:lnTo>
                <a:lnTo>
                  <a:pt x="0" y="749"/>
                </a:lnTo>
                <a:lnTo>
                  <a:pt x="231" y="701"/>
                </a:lnTo>
                <a:lnTo>
                  <a:pt x="232" y="702"/>
                </a:lnTo>
                <a:lnTo>
                  <a:pt x="233" y="703"/>
                </a:lnTo>
                <a:moveTo>
                  <a:pt x="329" y="806"/>
                </a:moveTo>
                <a:lnTo>
                  <a:pt x="395" y="879"/>
                </a:lnTo>
                <a:lnTo>
                  <a:pt x="171" y="935"/>
                </a:lnTo>
                <a:lnTo>
                  <a:pt x="82" y="847"/>
                </a:lnTo>
                <a:lnTo>
                  <a:pt x="329" y="806"/>
                </a:lnTo>
                <a:moveTo>
                  <a:pt x="447" y="866"/>
                </a:moveTo>
                <a:lnTo>
                  <a:pt x="449" y="860"/>
                </a:lnTo>
                <a:lnTo>
                  <a:pt x="452" y="855"/>
                </a:lnTo>
                <a:lnTo>
                  <a:pt x="454" y="850"/>
                </a:lnTo>
                <a:lnTo>
                  <a:pt x="456" y="844"/>
                </a:lnTo>
                <a:lnTo>
                  <a:pt x="458" y="839"/>
                </a:lnTo>
                <a:lnTo>
                  <a:pt x="461" y="834"/>
                </a:lnTo>
                <a:lnTo>
                  <a:pt x="463" y="828"/>
                </a:lnTo>
                <a:lnTo>
                  <a:pt x="465" y="823"/>
                </a:lnTo>
                <a:lnTo>
                  <a:pt x="467" y="818"/>
                </a:lnTo>
                <a:lnTo>
                  <a:pt x="470" y="813"/>
                </a:lnTo>
                <a:lnTo>
                  <a:pt x="472" y="807"/>
                </a:lnTo>
                <a:lnTo>
                  <a:pt x="474" y="802"/>
                </a:lnTo>
                <a:lnTo>
                  <a:pt x="477" y="797"/>
                </a:lnTo>
                <a:lnTo>
                  <a:pt x="479" y="791"/>
                </a:lnTo>
                <a:lnTo>
                  <a:pt x="481" y="786"/>
                </a:lnTo>
                <a:lnTo>
                  <a:pt x="484" y="781"/>
                </a:lnTo>
                <a:lnTo>
                  <a:pt x="686" y="747"/>
                </a:lnTo>
                <a:lnTo>
                  <a:pt x="685" y="751"/>
                </a:lnTo>
                <a:lnTo>
                  <a:pt x="683" y="755"/>
                </a:lnTo>
                <a:lnTo>
                  <a:pt x="682" y="759"/>
                </a:lnTo>
                <a:lnTo>
                  <a:pt x="681" y="763"/>
                </a:lnTo>
                <a:lnTo>
                  <a:pt x="679" y="767"/>
                </a:lnTo>
                <a:lnTo>
                  <a:pt x="678" y="771"/>
                </a:lnTo>
                <a:lnTo>
                  <a:pt x="676" y="775"/>
                </a:lnTo>
                <a:lnTo>
                  <a:pt x="675" y="779"/>
                </a:lnTo>
                <a:lnTo>
                  <a:pt x="674" y="783"/>
                </a:lnTo>
                <a:lnTo>
                  <a:pt x="672" y="787"/>
                </a:lnTo>
                <a:lnTo>
                  <a:pt x="671" y="791"/>
                </a:lnTo>
                <a:lnTo>
                  <a:pt x="669" y="795"/>
                </a:lnTo>
                <a:lnTo>
                  <a:pt x="668" y="799"/>
                </a:lnTo>
                <a:lnTo>
                  <a:pt x="666" y="803"/>
                </a:lnTo>
                <a:lnTo>
                  <a:pt x="665" y="807"/>
                </a:lnTo>
                <a:lnTo>
                  <a:pt x="664" y="811"/>
                </a:lnTo>
                <a:lnTo>
                  <a:pt x="447" y="866"/>
                </a:lnTo>
                <a:moveTo>
                  <a:pt x="526" y="691"/>
                </a:moveTo>
                <a:lnTo>
                  <a:pt x="528" y="687"/>
                </a:lnTo>
                <a:lnTo>
                  <a:pt x="530" y="684"/>
                </a:lnTo>
                <a:lnTo>
                  <a:pt x="531" y="680"/>
                </a:lnTo>
                <a:lnTo>
                  <a:pt x="533" y="676"/>
                </a:lnTo>
                <a:lnTo>
                  <a:pt x="535" y="673"/>
                </a:lnTo>
                <a:lnTo>
                  <a:pt x="537" y="669"/>
                </a:lnTo>
                <a:lnTo>
                  <a:pt x="539" y="665"/>
                </a:lnTo>
                <a:lnTo>
                  <a:pt x="541" y="662"/>
                </a:lnTo>
                <a:lnTo>
                  <a:pt x="543" y="658"/>
                </a:lnTo>
                <a:lnTo>
                  <a:pt x="544" y="654"/>
                </a:lnTo>
                <a:lnTo>
                  <a:pt x="546" y="651"/>
                </a:lnTo>
                <a:lnTo>
                  <a:pt x="548" y="647"/>
                </a:lnTo>
                <a:lnTo>
                  <a:pt x="550" y="644"/>
                </a:lnTo>
                <a:lnTo>
                  <a:pt x="552" y="640"/>
                </a:lnTo>
                <a:lnTo>
                  <a:pt x="554" y="636"/>
                </a:lnTo>
                <a:lnTo>
                  <a:pt x="556" y="633"/>
                </a:lnTo>
                <a:lnTo>
                  <a:pt x="746" y="593"/>
                </a:lnTo>
                <a:lnTo>
                  <a:pt x="744" y="598"/>
                </a:lnTo>
                <a:lnTo>
                  <a:pt x="742" y="603"/>
                </a:lnTo>
                <a:lnTo>
                  <a:pt x="740" y="608"/>
                </a:lnTo>
                <a:lnTo>
                  <a:pt x="738" y="613"/>
                </a:lnTo>
                <a:lnTo>
                  <a:pt x="736" y="618"/>
                </a:lnTo>
                <a:lnTo>
                  <a:pt x="734" y="623"/>
                </a:lnTo>
                <a:lnTo>
                  <a:pt x="732" y="628"/>
                </a:lnTo>
                <a:lnTo>
                  <a:pt x="730" y="633"/>
                </a:lnTo>
                <a:lnTo>
                  <a:pt x="526" y="691"/>
                </a:lnTo>
                <a:moveTo>
                  <a:pt x="633" y="496"/>
                </a:moveTo>
                <a:lnTo>
                  <a:pt x="642" y="480"/>
                </a:lnTo>
                <a:lnTo>
                  <a:pt x="651" y="465"/>
                </a:lnTo>
                <a:lnTo>
                  <a:pt x="660" y="450"/>
                </a:lnTo>
                <a:lnTo>
                  <a:pt x="670" y="435"/>
                </a:lnTo>
                <a:lnTo>
                  <a:pt x="679" y="420"/>
                </a:lnTo>
                <a:lnTo>
                  <a:pt x="689" y="405"/>
                </a:lnTo>
                <a:lnTo>
                  <a:pt x="698" y="390"/>
                </a:lnTo>
                <a:lnTo>
                  <a:pt x="708" y="376"/>
                </a:lnTo>
                <a:lnTo>
                  <a:pt x="718" y="361"/>
                </a:lnTo>
                <a:lnTo>
                  <a:pt x="728" y="346"/>
                </a:lnTo>
                <a:lnTo>
                  <a:pt x="738" y="331"/>
                </a:lnTo>
                <a:lnTo>
                  <a:pt x="748" y="316"/>
                </a:lnTo>
                <a:lnTo>
                  <a:pt x="759" y="302"/>
                </a:lnTo>
                <a:lnTo>
                  <a:pt x="769" y="287"/>
                </a:lnTo>
                <a:lnTo>
                  <a:pt x="779" y="272"/>
                </a:lnTo>
                <a:lnTo>
                  <a:pt x="790" y="258"/>
                </a:lnTo>
                <a:lnTo>
                  <a:pt x="902" y="252"/>
                </a:lnTo>
                <a:lnTo>
                  <a:pt x="896" y="263"/>
                </a:lnTo>
                <a:lnTo>
                  <a:pt x="890" y="275"/>
                </a:lnTo>
                <a:lnTo>
                  <a:pt x="885" y="286"/>
                </a:lnTo>
                <a:lnTo>
                  <a:pt x="879" y="297"/>
                </a:lnTo>
                <a:lnTo>
                  <a:pt x="874" y="308"/>
                </a:lnTo>
                <a:lnTo>
                  <a:pt x="868" y="319"/>
                </a:lnTo>
                <a:lnTo>
                  <a:pt x="863" y="331"/>
                </a:lnTo>
                <a:lnTo>
                  <a:pt x="858" y="342"/>
                </a:lnTo>
                <a:lnTo>
                  <a:pt x="852" y="353"/>
                </a:lnTo>
                <a:lnTo>
                  <a:pt x="847" y="364"/>
                </a:lnTo>
                <a:lnTo>
                  <a:pt x="841" y="376"/>
                </a:lnTo>
                <a:lnTo>
                  <a:pt x="836" y="387"/>
                </a:lnTo>
                <a:lnTo>
                  <a:pt x="831" y="398"/>
                </a:lnTo>
                <a:lnTo>
                  <a:pt x="826" y="410"/>
                </a:lnTo>
                <a:lnTo>
                  <a:pt x="821" y="421"/>
                </a:lnTo>
                <a:lnTo>
                  <a:pt x="815" y="432"/>
                </a:lnTo>
                <a:lnTo>
                  <a:pt x="633" y="496"/>
                </a:lnTo>
                <a:moveTo>
                  <a:pt x="842" y="188"/>
                </a:moveTo>
                <a:lnTo>
                  <a:pt x="851" y="176"/>
                </a:lnTo>
                <a:lnTo>
                  <a:pt x="860" y="164"/>
                </a:lnTo>
                <a:lnTo>
                  <a:pt x="869" y="152"/>
                </a:lnTo>
                <a:lnTo>
                  <a:pt x="878" y="140"/>
                </a:lnTo>
                <a:lnTo>
                  <a:pt x="887" y="129"/>
                </a:lnTo>
                <a:lnTo>
                  <a:pt x="896" y="117"/>
                </a:lnTo>
                <a:lnTo>
                  <a:pt x="906" y="105"/>
                </a:lnTo>
                <a:lnTo>
                  <a:pt x="915" y="94"/>
                </a:lnTo>
                <a:lnTo>
                  <a:pt x="925" y="82"/>
                </a:lnTo>
                <a:lnTo>
                  <a:pt x="934" y="70"/>
                </a:lnTo>
                <a:lnTo>
                  <a:pt x="944" y="59"/>
                </a:lnTo>
                <a:lnTo>
                  <a:pt x="953" y="47"/>
                </a:lnTo>
                <a:lnTo>
                  <a:pt x="963" y="34"/>
                </a:lnTo>
                <a:lnTo>
                  <a:pt x="973" y="23"/>
                </a:lnTo>
                <a:lnTo>
                  <a:pt x="983" y="11"/>
                </a:lnTo>
                <a:lnTo>
                  <a:pt x="992" y="0"/>
                </a:lnTo>
                <a:lnTo>
                  <a:pt x="1034" y="5"/>
                </a:lnTo>
                <a:lnTo>
                  <a:pt x="1028" y="15"/>
                </a:lnTo>
                <a:lnTo>
                  <a:pt x="1022" y="26"/>
                </a:lnTo>
                <a:lnTo>
                  <a:pt x="1017" y="36"/>
                </a:lnTo>
                <a:lnTo>
                  <a:pt x="1011" y="48"/>
                </a:lnTo>
                <a:lnTo>
                  <a:pt x="1005" y="58"/>
                </a:lnTo>
                <a:lnTo>
                  <a:pt x="999" y="69"/>
                </a:lnTo>
                <a:lnTo>
                  <a:pt x="993" y="80"/>
                </a:lnTo>
                <a:lnTo>
                  <a:pt x="987" y="90"/>
                </a:lnTo>
                <a:lnTo>
                  <a:pt x="981" y="101"/>
                </a:lnTo>
                <a:lnTo>
                  <a:pt x="976" y="111"/>
                </a:lnTo>
                <a:lnTo>
                  <a:pt x="970" y="122"/>
                </a:lnTo>
                <a:lnTo>
                  <a:pt x="964" y="133"/>
                </a:lnTo>
                <a:lnTo>
                  <a:pt x="958" y="143"/>
                </a:lnTo>
                <a:lnTo>
                  <a:pt x="953" y="154"/>
                </a:lnTo>
                <a:lnTo>
                  <a:pt x="947" y="164"/>
                </a:lnTo>
                <a:lnTo>
                  <a:pt x="942" y="175"/>
                </a:lnTo>
                <a:lnTo>
                  <a:pt x="842" y="188"/>
                </a:lnTo>
                <a:moveTo>
                  <a:pt x="606" y="993"/>
                </a:moveTo>
                <a:lnTo>
                  <a:pt x="605" y="998"/>
                </a:lnTo>
                <a:lnTo>
                  <a:pt x="604" y="1002"/>
                </a:lnTo>
                <a:lnTo>
                  <a:pt x="602" y="1006"/>
                </a:lnTo>
                <a:lnTo>
                  <a:pt x="601" y="1011"/>
                </a:lnTo>
                <a:lnTo>
                  <a:pt x="600" y="1015"/>
                </a:lnTo>
                <a:lnTo>
                  <a:pt x="599" y="1020"/>
                </a:lnTo>
                <a:lnTo>
                  <a:pt x="597" y="1024"/>
                </a:lnTo>
                <a:lnTo>
                  <a:pt x="596" y="1029"/>
                </a:lnTo>
                <a:lnTo>
                  <a:pt x="595" y="1033"/>
                </a:lnTo>
                <a:lnTo>
                  <a:pt x="594" y="1038"/>
                </a:lnTo>
                <a:lnTo>
                  <a:pt x="592" y="1042"/>
                </a:lnTo>
                <a:lnTo>
                  <a:pt x="591" y="1046"/>
                </a:lnTo>
                <a:lnTo>
                  <a:pt x="590" y="1051"/>
                </a:lnTo>
                <a:lnTo>
                  <a:pt x="589" y="1055"/>
                </a:lnTo>
                <a:lnTo>
                  <a:pt x="587" y="1060"/>
                </a:lnTo>
                <a:lnTo>
                  <a:pt x="586" y="1064"/>
                </a:lnTo>
                <a:lnTo>
                  <a:pt x="341" y="1101"/>
                </a:lnTo>
                <a:lnTo>
                  <a:pt x="246" y="1009"/>
                </a:lnTo>
                <a:lnTo>
                  <a:pt x="606" y="993"/>
                </a:lnTo>
                <a:moveTo>
                  <a:pt x="10" y="712"/>
                </a:moveTo>
                <a:lnTo>
                  <a:pt x="12" y="709"/>
                </a:lnTo>
                <a:lnTo>
                  <a:pt x="14" y="706"/>
                </a:lnTo>
                <a:lnTo>
                  <a:pt x="16" y="704"/>
                </a:lnTo>
                <a:lnTo>
                  <a:pt x="19" y="701"/>
                </a:lnTo>
                <a:lnTo>
                  <a:pt x="21" y="699"/>
                </a:lnTo>
                <a:lnTo>
                  <a:pt x="24" y="696"/>
                </a:lnTo>
                <a:lnTo>
                  <a:pt x="27" y="694"/>
                </a:lnTo>
                <a:lnTo>
                  <a:pt x="30" y="692"/>
                </a:lnTo>
                <a:lnTo>
                  <a:pt x="33" y="689"/>
                </a:lnTo>
                <a:lnTo>
                  <a:pt x="37" y="687"/>
                </a:lnTo>
                <a:lnTo>
                  <a:pt x="40" y="685"/>
                </a:lnTo>
                <a:lnTo>
                  <a:pt x="44" y="683"/>
                </a:lnTo>
                <a:lnTo>
                  <a:pt x="48" y="681"/>
                </a:lnTo>
                <a:lnTo>
                  <a:pt x="52" y="679"/>
                </a:lnTo>
                <a:lnTo>
                  <a:pt x="56" y="678"/>
                </a:lnTo>
                <a:lnTo>
                  <a:pt x="60" y="676"/>
                </a:lnTo>
                <a:lnTo>
                  <a:pt x="65" y="674"/>
                </a:lnTo>
                <a:lnTo>
                  <a:pt x="70" y="673"/>
                </a:lnTo>
                <a:lnTo>
                  <a:pt x="75" y="671"/>
                </a:lnTo>
                <a:lnTo>
                  <a:pt x="80" y="670"/>
                </a:lnTo>
                <a:lnTo>
                  <a:pt x="85" y="669"/>
                </a:lnTo>
                <a:lnTo>
                  <a:pt x="91" y="668"/>
                </a:lnTo>
                <a:lnTo>
                  <a:pt x="96" y="667"/>
                </a:lnTo>
                <a:lnTo>
                  <a:pt x="101" y="666"/>
                </a:lnTo>
                <a:lnTo>
                  <a:pt x="106" y="666"/>
                </a:lnTo>
                <a:lnTo>
                  <a:pt x="112" y="665"/>
                </a:lnTo>
                <a:lnTo>
                  <a:pt x="117" y="665"/>
                </a:lnTo>
                <a:lnTo>
                  <a:pt x="122" y="665"/>
                </a:lnTo>
                <a:lnTo>
                  <a:pt x="127" y="665"/>
                </a:lnTo>
                <a:lnTo>
                  <a:pt x="133" y="665"/>
                </a:lnTo>
                <a:lnTo>
                  <a:pt x="138" y="665"/>
                </a:lnTo>
                <a:lnTo>
                  <a:pt x="143" y="665"/>
                </a:lnTo>
                <a:lnTo>
                  <a:pt x="10" y="712"/>
                </a:lnTo>
                <a:close/>
              </a:path>
            </a:pathLst>
          </a:custGeom>
          <a:solidFill>
            <a:srgbClr val="bd2d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59" name=""/>
          <p:cNvSpPr txBox="1"/>
          <p:nvPr/>
        </p:nvSpPr>
        <p:spPr>
          <a:xfrm>
            <a:off x="885600" y="1006200"/>
            <a:ext cx="4155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60" name=""/>
          <p:cNvSpPr txBox="1"/>
          <p:nvPr/>
        </p:nvSpPr>
        <p:spPr>
          <a:xfrm>
            <a:off x="1685520" y="2271960"/>
            <a:ext cx="362160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Impedance should decrease as the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61" name=""/>
          <p:cNvSpPr/>
          <p:nvPr/>
        </p:nvSpPr>
        <p:spPr>
          <a:xfrm>
            <a:off x="1201680" y="3556800"/>
            <a:ext cx="397440" cy="459000"/>
          </a:xfrm>
          <a:custGeom>
            <a:avLst/>
            <a:gdLst/>
            <a:ahLst/>
            <a:rect l="0" t="0" r="r" b="b"/>
            <a:pathLst>
              <a:path w="1104" h="1275">
                <a:moveTo>
                  <a:pt x="234" y="814"/>
                </a:moveTo>
                <a:lnTo>
                  <a:pt x="398" y="993"/>
                </a:lnTo>
                <a:lnTo>
                  <a:pt x="428" y="1026"/>
                </a:lnTo>
                <a:lnTo>
                  <a:pt x="441" y="992"/>
                </a:lnTo>
                <a:lnTo>
                  <a:pt x="455" y="958"/>
                </a:lnTo>
                <a:lnTo>
                  <a:pt x="470" y="923"/>
                </a:lnTo>
                <a:lnTo>
                  <a:pt x="485" y="889"/>
                </a:lnTo>
                <a:lnTo>
                  <a:pt x="500" y="855"/>
                </a:lnTo>
                <a:lnTo>
                  <a:pt x="516" y="821"/>
                </a:lnTo>
                <a:lnTo>
                  <a:pt x="534" y="788"/>
                </a:lnTo>
                <a:lnTo>
                  <a:pt x="551" y="755"/>
                </a:lnTo>
                <a:lnTo>
                  <a:pt x="569" y="722"/>
                </a:lnTo>
                <a:lnTo>
                  <a:pt x="587" y="689"/>
                </a:lnTo>
                <a:lnTo>
                  <a:pt x="605" y="656"/>
                </a:lnTo>
                <a:lnTo>
                  <a:pt x="624" y="623"/>
                </a:lnTo>
                <a:lnTo>
                  <a:pt x="644" y="591"/>
                </a:lnTo>
                <a:lnTo>
                  <a:pt x="663" y="559"/>
                </a:lnTo>
                <a:lnTo>
                  <a:pt x="684" y="527"/>
                </a:lnTo>
                <a:lnTo>
                  <a:pt x="705" y="494"/>
                </a:lnTo>
                <a:lnTo>
                  <a:pt x="726" y="463"/>
                </a:lnTo>
                <a:lnTo>
                  <a:pt x="748" y="431"/>
                </a:lnTo>
                <a:lnTo>
                  <a:pt x="770" y="399"/>
                </a:lnTo>
                <a:lnTo>
                  <a:pt x="792" y="368"/>
                </a:lnTo>
                <a:lnTo>
                  <a:pt x="815" y="337"/>
                </a:lnTo>
                <a:lnTo>
                  <a:pt x="839" y="305"/>
                </a:lnTo>
                <a:lnTo>
                  <a:pt x="863" y="274"/>
                </a:lnTo>
                <a:lnTo>
                  <a:pt x="887" y="243"/>
                </a:lnTo>
                <a:lnTo>
                  <a:pt x="911" y="213"/>
                </a:lnTo>
                <a:lnTo>
                  <a:pt x="936" y="182"/>
                </a:lnTo>
                <a:lnTo>
                  <a:pt x="962" y="151"/>
                </a:lnTo>
                <a:lnTo>
                  <a:pt x="987" y="121"/>
                </a:lnTo>
                <a:lnTo>
                  <a:pt x="1013" y="91"/>
                </a:lnTo>
                <a:lnTo>
                  <a:pt x="1040" y="60"/>
                </a:lnTo>
                <a:lnTo>
                  <a:pt x="1067" y="30"/>
                </a:lnTo>
                <a:lnTo>
                  <a:pt x="1094" y="0"/>
                </a:lnTo>
                <a:lnTo>
                  <a:pt x="1104" y="3"/>
                </a:lnTo>
                <a:lnTo>
                  <a:pt x="1082" y="40"/>
                </a:lnTo>
                <a:lnTo>
                  <a:pt x="1060" y="77"/>
                </a:lnTo>
                <a:lnTo>
                  <a:pt x="1038" y="114"/>
                </a:lnTo>
                <a:lnTo>
                  <a:pt x="1017" y="151"/>
                </a:lnTo>
                <a:lnTo>
                  <a:pt x="997" y="188"/>
                </a:lnTo>
                <a:lnTo>
                  <a:pt x="976" y="225"/>
                </a:lnTo>
                <a:lnTo>
                  <a:pt x="956" y="262"/>
                </a:lnTo>
                <a:lnTo>
                  <a:pt x="936" y="300"/>
                </a:lnTo>
                <a:lnTo>
                  <a:pt x="917" y="337"/>
                </a:lnTo>
                <a:lnTo>
                  <a:pt x="898" y="374"/>
                </a:lnTo>
                <a:lnTo>
                  <a:pt x="879" y="412"/>
                </a:lnTo>
                <a:lnTo>
                  <a:pt x="861" y="450"/>
                </a:lnTo>
                <a:lnTo>
                  <a:pt x="843" y="487"/>
                </a:lnTo>
                <a:lnTo>
                  <a:pt x="825" y="525"/>
                </a:lnTo>
                <a:lnTo>
                  <a:pt x="808" y="563"/>
                </a:lnTo>
                <a:lnTo>
                  <a:pt x="791" y="601"/>
                </a:lnTo>
                <a:lnTo>
                  <a:pt x="774" y="639"/>
                </a:lnTo>
                <a:lnTo>
                  <a:pt x="758" y="677"/>
                </a:lnTo>
                <a:lnTo>
                  <a:pt x="742" y="715"/>
                </a:lnTo>
                <a:lnTo>
                  <a:pt x="727" y="753"/>
                </a:lnTo>
                <a:lnTo>
                  <a:pt x="712" y="792"/>
                </a:lnTo>
                <a:lnTo>
                  <a:pt x="698" y="830"/>
                </a:lnTo>
                <a:lnTo>
                  <a:pt x="684" y="869"/>
                </a:lnTo>
                <a:lnTo>
                  <a:pt x="670" y="907"/>
                </a:lnTo>
                <a:lnTo>
                  <a:pt x="657" y="947"/>
                </a:lnTo>
                <a:lnTo>
                  <a:pt x="644" y="986"/>
                </a:lnTo>
                <a:lnTo>
                  <a:pt x="631" y="1024"/>
                </a:lnTo>
                <a:lnTo>
                  <a:pt x="619" y="1063"/>
                </a:lnTo>
                <a:lnTo>
                  <a:pt x="608" y="1102"/>
                </a:lnTo>
                <a:lnTo>
                  <a:pt x="596" y="1142"/>
                </a:lnTo>
                <a:lnTo>
                  <a:pt x="586" y="1181"/>
                </a:lnTo>
                <a:lnTo>
                  <a:pt x="575" y="1220"/>
                </a:lnTo>
                <a:lnTo>
                  <a:pt x="575" y="1223"/>
                </a:lnTo>
                <a:lnTo>
                  <a:pt x="574" y="1225"/>
                </a:lnTo>
                <a:lnTo>
                  <a:pt x="573" y="1227"/>
                </a:lnTo>
                <a:lnTo>
                  <a:pt x="571" y="1230"/>
                </a:lnTo>
                <a:lnTo>
                  <a:pt x="570" y="1232"/>
                </a:lnTo>
                <a:lnTo>
                  <a:pt x="568" y="1235"/>
                </a:lnTo>
                <a:lnTo>
                  <a:pt x="567" y="1237"/>
                </a:lnTo>
                <a:lnTo>
                  <a:pt x="565" y="1239"/>
                </a:lnTo>
                <a:lnTo>
                  <a:pt x="563" y="1241"/>
                </a:lnTo>
                <a:lnTo>
                  <a:pt x="560" y="1244"/>
                </a:lnTo>
                <a:lnTo>
                  <a:pt x="558" y="1246"/>
                </a:lnTo>
                <a:lnTo>
                  <a:pt x="556" y="1248"/>
                </a:lnTo>
                <a:lnTo>
                  <a:pt x="553" y="1250"/>
                </a:lnTo>
                <a:lnTo>
                  <a:pt x="550" y="1252"/>
                </a:lnTo>
                <a:lnTo>
                  <a:pt x="548" y="1254"/>
                </a:lnTo>
                <a:lnTo>
                  <a:pt x="545" y="1255"/>
                </a:lnTo>
                <a:lnTo>
                  <a:pt x="542" y="1257"/>
                </a:lnTo>
                <a:lnTo>
                  <a:pt x="538" y="1259"/>
                </a:lnTo>
                <a:lnTo>
                  <a:pt x="535" y="1261"/>
                </a:lnTo>
                <a:lnTo>
                  <a:pt x="532" y="1262"/>
                </a:lnTo>
                <a:lnTo>
                  <a:pt x="528" y="1264"/>
                </a:lnTo>
                <a:lnTo>
                  <a:pt x="525" y="1265"/>
                </a:lnTo>
                <a:lnTo>
                  <a:pt x="521" y="1266"/>
                </a:lnTo>
                <a:lnTo>
                  <a:pt x="517" y="1268"/>
                </a:lnTo>
                <a:lnTo>
                  <a:pt x="513" y="1269"/>
                </a:lnTo>
                <a:lnTo>
                  <a:pt x="509" y="1270"/>
                </a:lnTo>
                <a:lnTo>
                  <a:pt x="506" y="1271"/>
                </a:lnTo>
                <a:lnTo>
                  <a:pt x="502" y="1272"/>
                </a:lnTo>
                <a:lnTo>
                  <a:pt x="498" y="1273"/>
                </a:lnTo>
                <a:lnTo>
                  <a:pt x="494" y="1273"/>
                </a:lnTo>
                <a:lnTo>
                  <a:pt x="490" y="1274"/>
                </a:lnTo>
                <a:lnTo>
                  <a:pt x="486" y="1274"/>
                </a:lnTo>
                <a:lnTo>
                  <a:pt x="482" y="1275"/>
                </a:lnTo>
                <a:lnTo>
                  <a:pt x="478" y="1275"/>
                </a:lnTo>
                <a:lnTo>
                  <a:pt x="474" y="1275"/>
                </a:lnTo>
                <a:lnTo>
                  <a:pt x="470" y="1275"/>
                </a:lnTo>
                <a:lnTo>
                  <a:pt x="466" y="1275"/>
                </a:lnTo>
                <a:lnTo>
                  <a:pt x="462" y="1275"/>
                </a:lnTo>
                <a:lnTo>
                  <a:pt x="458" y="1275"/>
                </a:lnTo>
                <a:lnTo>
                  <a:pt x="454" y="1274"/>
                </a:lnTo>
                <a:lnTo>
                  <a:pt x="450" y="1274"/>
                </a:lnTo>
                <a:lnTo>
                  <a:pt x="446" y="1273"/>
                </a:lnTo>
                <a:lnTo>
                  <a:pt x="442" y="1273"/>
                </a:lnTo>
                <a:lnTo>
                  <a:pt x="438" y="1272"/>
                </a:lnTo>
                <a:lnTo>
                  <a:pt x="434" y="1271"/>
                </a:lnTo>
                <a:lnTo>
                  <a:pt x="430" y="1270"/>
                </a:lnTo>
                <a:lnTo>
                  <a:pt x="427" y="1269"/>
                </a:lnTo>
                <a:lnTo>
                  <a:pt x="423" y="1268"/>
                </a:lnTo>
                <a:lnTo>
                  <a:pt x="419" y="1267"/>
                </a:lnTo>
                <a:lnTo>
                  <a:pt x="416" y="1266"/>
                </a:lnTo>
                <a:lnTo>
                  <a:pt x="412" y="1265"/>
                </a:lnTo>
                <a:lnTo>
                  <a:pt x="409" y="1263"/>
                </a:lnTo>
                <a:lnTo>
                  <a:pt x="405" y="1262"/>
                </a:lnTo>
                <a:lnTo>
                  <a:pt x="402" y="1260"/>
                </a:lnTo>
                <a:lnTo>
                  <a:pt x="399" y="1259"/>
                </a:lnTo>
                <a:lnTo>
                  <a:pt x="395" y="1257"/>
                </a:lnTo>
                <a:lnTo>
                  <a:pt x="392" y="1256"/>
                </a:lnTo>
                <a:lnTo>
                  <a:pt x="389" y="1254"/>
                </a:lnTo>
                <a:lnTo>
                  <a:pt x="386" y="1252"/>
                </a:lnTo>
                <a:lnTo>
                  <a:pt x="383" y="1250"/>
                </a:lnTo>
                <a:lnTo>
                  <a:pt x="381" y="1248"/>
                </a:lnTo>
                <a:lnTo>
                  <a:pt x="378" y="1246"/>
                </a:lnTo>
                <a:lnTo>
                  <a:pt x="375" y="1244"/>
                </a:lnTo>
                <a:lnTo>
                  <a:pt x="373" y="1242"/>
                </a:lnTo>
                <a:lnTo>
                  <a:pt x="18" y="894"/>
                </a:lnTo>
                <a:lnTo>
                  <a:pt x="15" y="891"/>
                </a:lnTo>
                <a:lnTo>
                  <a:pt x="12" y="887"/>
                </a:lnTo>
                <a:lnTo>
                  <a:pt x="10" y="884"/>
                </a:lnTo>
                <a:lnTo>
                  <a:pt x="7" y="880"/>
                </a:lnTo>
                <a:lnTo>
                  <a:pt x="6" y="876"/>
                </a:lnTo>
                <a:lnTo>
                  <a:pt x="4" y="873"/>
                </a:lnTo>
                <a:lnTo>
                  <a:pt x="3" y="869"/>
                </a:lnTo>
                <a:lnTo>
                  <a:pt x="2" y="865"/>
                </a:lnTo>
                <a:lnTo>
                  <a:pt x="1" y="861"/>
                </a:lnTo>
                <a:lnTo>
                  <a:pt x="0" y="857"/>
                </a:lnTo>
                <a:lnTo>
                  <a:pt x="0" y="854"/>
                </a:lnTo>
                <a:lnTo>
                  <a:pt x="0" y="850"/>
                </a:lnTo>
                <a:lnTo>
                  <a:pt x="1" y="846"/>
                </a:lnTo>
                <a:lnTo>
                  <a:pt x="2" y="842"/>
                </a:lnTo>
                <a:lnTo>
                  <a:pt x="3" y="839"/>
                </a:lnTo>
                <a:lnTo>
                  <a:pt x="4" y="835"/>
                </a:lnTo>
                <a:lnTo>
                  <a:pt x="6" y="831"/>
                </a:lnTo>
                <a:lnTo>
                  <a:pt x="7" y="828"/>
                </a:lnTo>
                <a:lnTo>
                  <a:pt x="10" y="824"/>
                </a:lnTo>
                <a:lnTo>
                  <a:pt x="12" y="821"/>
                </a:lnTo>
                <a:lnTo>
                  <a:pt x="15" y="818"/>
                </a:lnTo>
                <a:lnTo>
                  <a:pt x="18" y="814"/>
                </a:lnTo>
                <a:lnTo>
                  <a:pt x="21" y="811"/>
                </a:lnTo>
                <a:lnTo>
                  <a:pt x="24" y="808"/>
                </a:lnTo>
                <a:lnTo>
                  <a:pt x="28" y="805"/>
                </a:lnTo>
                <a:lnTo>
                  <a:pt x="32" y="802"/>
                </a:lnTo>
                <a:lnTo>
                  <a:pt x="36" y="799"/>
                </a:lnTo>
                <a:lnTo>
                  <a:pt x="41" y="796"/>
                </a:lnTo>
                <a:lnTo>
                  <a:pt x="46" y="794"/>
                </a:lnTo>
                <a:lnTo>
                  <a:pt x="51" y="791"/>
                </a:lnTo>
                <a:lnTo>
                  <a:pt x="56" y="789"/>
                </a:lnTo>
                <a:lnTo>
                  <a:pt x="61" y="787"/>
                </a:lnTo>
                <a:lnTo>
                  <a:pt x="67" y="785"/>
                </a:lnTo>
                <a:lnTo>
                  <a:pt x="73" y="783"/>
                </a:lnTo>
                <a:lnTo>
                  <a:pt x="79" y="781"/>
                </a:lnTo>
                <a:lnTo>
                  <a:pt x="84" y="780"/>
                </a:lnTo>
                <a:lnTo>
                  <a:pt x="90" y="779"/>
                </a:lnTo>
                <a:lnTo>
                  <a:pt x="96" y="778"/>
                </a:lnTo>
                <a:lnTo>
                  <a:pt x="102" y="777"/>
                </a:lnTo>
                <a:lnTo>
                  <a:pt x="109" y="776"/>
                </a:lnTo>
                <a:lnTo>
                  <a:pt x="115" y="776"/>
                </a:lnTo>
                <a:lnTo>
                  <a:pt x="121" y="776"/>
                </a:lnTo>
                <a:lnTo>
                  <a:pt x="127" y="776"/>
                </a:lnTo>
                <a:lnTo>
                  <a:pt x="133" y="776"/>
                </a:lnTo>
                <a:lnTo>
                  <a:pt x="139" y="776"/>
                </a:lnTo>
                <a:lnTo>
                  <a:pt x="145" y="776"/>
                </a:lnTo>
                <a:lnTo>
                  <a:pt x="151" y="777"/>
                </a:lnTo>
                <a:lnTo>
                  <a:pt x="157" y="778"/>
                </a:lnTo>
                <a:lnTo>
                  <a:pt x="163" y="779"/>
                </a:lnTo>
                <a:lnTo>
                  <a:pt x="168" y="780"/>
                </a:lnTo>
                <a:lnTo>
                  <a:pt x="174" y="781"/>
                </a:lnTo>
                <a:lnTo>
                  <a:pt x="180" y="783"/>
                </a:lnTo>
                <a:lnTo>
                  <a:pt x="185" y="785"/>
                </a:lnTo>
                <a:lnTo>
                  <a:pt x="190" y="786"/>
                </a:lnTo>
                <a:lnTo>
                  <a:pt x="196" y="788"/>
                </a:lnTo>
                <a:lnTo>
                  <a:pt x="201" y="791"/>
                </a:lnTo>
                <a:lnTo>
                  <a:pt x="205" y="793"/>
                </a:lnTo>
                <a:lnTo>
                  <a:pt x="210" y="795"/>
                </a:lnTo>
                <a:lnTo>
                  <a:pt x="215" y="798"/>
                </a:lnTo>
                <a:lnTo>
                  <a:pt x="219" y="801"/>
                </a:lnTo>
                <a:lnTo>
                  <a:pt x="223" y="804"/>
                </a:lnTo>
                <a:lnTo>
                  <a:pt x="227" y="807"/>
                </a:lnTo>
                <a:lnTo>
                  <a:pt x="231" y="810"/>
                </a:lnTo>
                <a:lnTo>
                  <a:pt x="234" y="814"/>
                </a:lnTo>
                <a:close/>
              </a:path>
            </a:pathLst>
          </a:custGeom>
          <a:solidFill>
            <a:srgbClr val="db2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62" name=""/>
          <p:cNvSpPr/>
          <p:nvPr/>
        </p:nvSpPr>
        <p:spPr>
          <a:xfrm>
            <a:off x="1202040" y="3597840"/>
            <a:ext cx="372240" cy="394920"/>
          </a:xfrm>
          <a:custGeom>
            <a:avLst/>
            <a:gdLst/>
            <a:ahLst/>
            <a:rect l="0" t="0" r="r" b="b"/>
            <a:pathLst>
              <a:path w="1034" h="1097">
                <a:moveTo>
                  <a:pt x="233" y="701"/>
                </a:moveTo>
                <a:lnTo>
                  <a:pt x="286" y="757"/>
                </a:lnTo>
                <a:lnTo>
                  <a:pt x="57" y="821"/>
                </a:lnTo>
                <a:lnTo>
                  <a:pt x="17" y="781"/>
                </a:lnTo>
                <a:lnTo>
                  <a:pt x="15" y="779"/>
                </a:lnTo>
                <a:lnTo>
                  <a:pt x="14" y="777"/>
                </a:lnTo>
                <a:lnTo>
                  <a:pt x="12" y="775"/>
                </a:lnTo>
                <a:lnTo>
                  <a:pt x="10" y="773"/>
                </a:lnTo>
                <a:lnTo>
                  <a:pt x="9" y="771"/>
                </a:lnTo>
                <a:lnTo>
                  <a:pt x="7" y="769"/>
                </a:lnTo>
                <a:lnTo>
                  <a:pt x="6" y="767"/>
                </a:lnTo>
                <a:lnTo>
                  <a:pt x="5" y="764"/>
                </a:lnTo>
                <a:lnTo>
                  <a:pt x="4" y="762"/>
                </a:lnTo>
                <a:lnTo>
                  <a:pt x="3" y="760"/>
                </a:lnTo>
                <a:lnTo>
                  <a:pt x="2" y="758"/>
                </a:lnTo>
                <a:lnTo>
                  <a:pt x="1" y="756"/>
                </a:lnTo>
                <a:lnTo>
                  <a:pt x="1" y="753"/>
                </a:lnTo>
                <a:lnTo>
                  <a:pt x="0" y="751"/>
                </a:lnTo>
                <a:lnTo>
                  <a:pt x="0" y="749"/>
                </a:lnTo>
                <a:lnTo>
                  <a:pt x="0" y="747"/>
                </a:lnTo>
                <a:lnTo>
                  <a:pt x="231" y="698"/>
                </a:lnTo>
                <a:lnTo>
                  <a:pt x="232" y="699"/>
                </a:lnTo>
                <a:lnTo>
                  <a:pt x="233" y="701"/>
                </a:lnTo>
                <a:moveTo>
                  <a:pt x="329" y="804"/>
                </a:moveTo>
                <a:lnTo>
                  <a:pt x="395" y="876"/>
                </a:lnTo>
                <a:lnTo>
                  <a:pt x="171" y="932"/>
                </a:lnTo>
                <a:lnTo>
                  <a:pt x="82" y="844"/>
                </a:lnTo>
                <a:lnTo>
                  <a:pt x="329" y="804"/>
                </a:lnTo>
                <a:moveTo>
                  <a:pt x="447" y="863"/>
                </a:moveTo>
                <a:lnTo>
                  <a:pt x="449" y="858"/>
                </a:lnTo>
                <a:lnTo>
                  <a:pt x="452" y="852"/>
                </a:lnTo>
                <a:lnTo>
                  <a:pt x="454" y="847"/>
                </a:lnTo>
                <a:lnTo>
                  <a:pt x="456" y="842"/>
                </a:lnTo>
                <a:lnTo>
                  <a:pt x="458" y="836"/>
                </a:lnTo>
                <a:lnTo>
                  <a:pt x="461" y="831"/>
                </a:lnTo>
                <a:lnTo>
                  <a:pt x="463" y="826"/>
                </a:lnTo>
                <a:lnTo>
                  <a:pt x="465" y="821"/>
                </a:lnTo>
                <a:lnTo>
                  <a:pt x="467" y="815"/>
                </a:lnTo>
                <a:lnTo>
                  <a:pt x="470" y="810"/>
                </a:lnTo>
                <a:lnTo>
                  <a:pt x="472" y="805"/>
                </a:lnTo>
                <a:lnTo>
                  <a:pt x="474" y="799"/>
                </a:lnTo>
                <a:lnTo>
                  <a:pt x="477" y="794"/>
                </a:lnTo>
                <a:lnTo>
                  <a:pt x="479" y="789"/>
                </a:lnTo>
                <a:lnTo>
                  <a:pt x="481" y="784"/>
                </a:lnTo>
                <a:lnTo>
                  <a:pt x="484" y="778"/>
                </a:lnTo>
                <a:lnTo>
                  <a:pt x="686" y="745"/>
                </a:lnTo>
                <a:lnTo>
                  <a:pt x="685" y="749"/>
                </a:lnTo>
                <a:lnTo>
                  <a:pt x="683" y="753"/>
                </a:lnTo>
                <a:lnTo>
                  <a:pt x="682" y="757"/>
                </a:lnTo>
                <a:lnTo>
                  <a:pt x="681" y="761"/>
                </a:lnTo>
                <a:lnTo>
                  <a:pt x="679" y="765"/>
                </a:lnTo>
                <a:lnTo>
                  <a:pt x="678" y="769"/>
                </a:lnTo>
                <a:lnTo>
                  <a:pt x="676" y="773"/>
                </a:lnTo>
                <a:lnTo>
                  <a:pt x="675" y="777"/>
                </a:lnTo>
                <a:lnTo>
                  <a:pt x="674" y="781"/>
                </a:lnTo>
                <a:lnTo>
                  <a:pt x="672" y="785"/>
                </a:lnTo>
                <a:lnTo>
                  <a:pt x="671" y="789"/>
                </a:lnTo>
                <a:lnTo>
                  <a:pt x="669" y="793"/>
                </a:lnTo>
                <a:lnTo>
                  <a:pt x="668" y="797"/>
                </a:lnTo>
                <a:lnTo>
                  <a:pt x="666" y="801"/>
                </a:lnTo>
                <a:lnTo>
                  <a:pt x="665" y="805"/>
                </a:lnTo>
                <a:lnTo>
                  <a:pt x="664" y="809"/>
                </a:lnTo>
                <a:lnTo>
                  <a:pt x="447" y="863"/>
                </a:lnTo>
                <a:moveTo>
                  <a:pt x="526" y="689"/>
                </a:moveTo>
                <a:lnTo>
                  <a:pt x="528" y="685"/>
                </a:lnTo>
                <a:lnTo>
                  <a:pt x="530" y="682"/>
                </a:lnTo>
                <a:lnTo>
                  <a:pt x="531" y="678"/>
                </a:lnTo>
                <a:lnTo>
                  <a:pt x="533" y="674"/>
                </a:lnTo>
                <a:lnTo>
                  <a:pt x="535" y="671"/>
                </a:lnTo>
                <a:lnTo>
                  <a:pt x="537" y="667"/>
                </a:lnTo>
                <a:lnTo>
                  <a:pt x="539" y="663"/>
                </a:lnTo>
                <a:lnTo>
                  <a:pt x="541" y="660"/>
                </a:lnTo>
                <a:lnTo>
                  <a:pt x="543" y="656"/>
                </a:lnTo>
                <a:lnTo>
                  <a:pt x="544" y="653"/>
                </a:lnTo>
                <a:lnTo>
                  <a:pt x="546" y="649"/>
                </a:lnTo>
                <a:lnTo>
                  <a:pt x="548" y="645"/>
                </a:lnTo>
                <a:lnTo>
                  <a:pt x="550" y="642"/>
                </a:lnTo>
                <a:lnTo>
                  <a:pt x="552" y="638"/>
                </a:lnTo>
                <a:lnTo>
                  <a:pt x="554" y="634"/>
                </a:lnTo>
                <a:lnTo>
                  <a:pt x="556" y="631"/>
                </a:lnTo>
                <a:lnTo>
                  <a:pt x="746" y="591"/>
                </a:lnTo>
                <a:lnTo>
                  <a:pt x="744" y="596"/>
                </a:lnTo>
                <a:lnTo>
                  <a:pt x="742" y="601"/>
                </a:lnTo>
                <a:lnTo>
                  <a:pt x="740" y="606"/>
                </a:lnTo>
                <a:lnTo>
                  <a:pt x="738" y="611"/>
                </a:lnTo>
                <a:lnTo>
                  <a:pt x="736" y="616"/>
                </a:lnTo>
                <a:lnTo>
                  <a:pt x="734" y="621"/>
                </a:lnTo>
                <a:lnTo>
                  <a:pt x="732" y="626"/>
                </a:lnTo>
                <a:lnTo>
                  <a:pt x="730" y="631"/>
                </a:lnTo>
                <a:lnTo>
                  <a:pt x="526" y="689"/>
                </a:lnTo>
                <a:moveTo>
                  <a:pt x="633" y="494"/>
                </a:moveTo>
                <a:lnTo>
                  <a:pt x="642" y="479"/>
                </a:lnTo>
                <a:lnTo>
                  <a:pt x="651" y="464"/>
                </a:lnTo>
                <a:lnTo>
                  <a:pt x="660" y="449"/>
                </a:lnTo>
                <a:lnTo>
                  <a:pt x="670" y="434"/>
                </a:lnTo>
                <a:lnTo>
                  <a:pt x="679" y="419"/>
                </a:lnTo>
                <a:lnTo>
                  <a:pt x="689" y="403"/>
                </a:lnTo>
                <a:lnTo>
                  <a:pt x="698" y="388"/>
                </a:lnTo>
                <a:lnTo>
                  <a:pt x="708" y="373"/>
                </a:lnTo>
                <a:lnTo>
                  <a:pt x="718" y="359"/>
                </a:lnTo>
                <a:lnTo>
                  <a:pt x="728" y="344"/>
                </a:lnTo>
                <a:lnTo>
                  <a:pt x="738" y="329"/>
                </a:lnTo>
                <a:lnTo>
                  <a:pt x="748" y="314"/>
                </a:lnTo>
                <a:lnTo>
                  <a:pt x="759" y="300"/>
                </a:lnTo>
                <a:lnTo>
                  <a:pt x="769" y="285"/>
                </a:lnTo>
                <a:lnTo>
                  <a:pt x="779" y="271"/>
                </a:lnTo>
                <a:lnTo>
                  <a:pt x="790" y="256"/>
                </a:lnTo>
                <a:lnTo>
                  <a:pt x="902" y="251"/>
                </a:lnTo>
                <a:lnTo>
                  <a:pt x="896" y="262"/>
                </a:lnTo>
                <a:lnTo>
                  <a:pt x="890" y="273"/>
                </a:lnTo>
                <a:lnTo>
                  <a:pt x="885" y="284"/>
                </a:lnTo>
                <a:lnTo>
                  <a:pt x="879" y="295"/>
                </a:lnTo>
                <a:lnTo>
                  <a:pt x="874" y="306"/>
                </a:lnTo>
                <a:lnTo>
                  <a:pt x="868" y="318"/>
                </a:lnTo>
                <a:lnTo>
                  <a:pt x="863" y="329"/>
                </a:lnTo>
                <a:lnTo>
                  <a:pt x="858" y="340"/>
                </a:lnTo>
                <a:lnTo>
                  <a:pt x="852" y="351"/>
                </a:lnTo>
                <a:lnTo>
                  <a:pt x="847" y="362"/>
                </a:lnTo>
                <a:lnTo>
                  <a:pt x="841" y="374"/>
                </a:lnTo>
                <a:lnTo>
                  <a:pt x="836" y="385"/>
                </a:lnTo>
                <a:lnTo>
                  <a:pt x="831" y="396"/>
                </a:lnTo>
                <a:lnTo>
                  <a:pt x="826" y="407"/>
                </a:lnTo>
                <a:lnTo>
                  <a:pt x="821" y="420"/>
                </a:lnTo>
                <a:lnTo>
                  <a:pt x="815" y="431"/>
                </a:lnTo>
                <a:lnTo>
                  <a:pt x="633" y="494"/>
                </a:lnTo>
                <a:moveTo>
                  <a:pt x="842" y="186"/>
                </a:moveTo>
                <a:lnTo>
                  <a:pt x="851" y="174"/>
                </a:lnTo>
                <a:lnTo>
                  <a:pt x="860" y="163"/>
                </a:lnTo>
                <a:lnTo>
                  <a:pt x="869" y="151"/>
                </a:lnTo>
                <a:lnTo>
                  <a:pt x="878" y="139"/>
                </a:lnTo>
                <a:lnTo>
                  <a:pt x="887" y="127"/>
                </a:lnTo>
                <a:lnTo>
                  <a:pt x="896" y="116"/>
                </a:lnTo>
                <a:lnTo>
                  <a:pt x="906" y="104"/>
                </a:lnTo>
                <a:lnTo>
                  <a:pt x="915" y="92"/>
                </a:lnTo>
                <a:lnTo>
                  <a:pt x="925" y="81"/>
                </a:lnTo>
                <a:lnTo>
                  <a:pt x="934" y="69"/>
                </a:lnTo>
                <a:lnTo>
                  <a:pt x="944" y="58"/>
                </a:lnTo>
                <a:lnTo>
                  <a:pt x="953" y="46"/>
                </a:lnTo>
                <a:lnTo>
                  <a:pt x="963" y="34"/>
                </a:lnTo>
                <a:lnTo>
                  <a:pt x="973" y="23"/>
                </a:lnTo>
                <a:lnTo>
                  <a:pt x="983" y="11"/>
                </a:lnTo>
                <a:lnTo>
                  <a:pt x="992" y="0"/>
                </a:lnTo>
                <a:lnTo>
                  <a:pt x="1034" y="5"/>
                </a:lnTo>
                <a:lnTo>
                  <a:pt x="1028" y="15"/>
                </a:lnTo>
                <a:lnTo>
                  <a:pt x="1022" y="26"/>
                </a:lnTo>
                <a:lnTo>
                  <a:pt x="1017" y="36"/>
                </a:lnTo>
                <a:lnTo>
                  <a:pt x="1011" y="47"/>
                </a:lnTo>
                <a:lnTo>
                  <a:pt x="1005" y="57"/>
                </a:lnTo>
                <a:lnTo>
                  <a:pt x="999" y="68"/>
                </a:lnTo>
                <a:lnTo>
                  <a:pt x="993" y="79"/>
                </a:lnTo>
                <a:lnTo>
                  <a:pt x="987" y="89"/>
                </a:lnTo>
                <a:lnTo>
                  <a:pt x="981" y="100"/>
                </a:lnTo>
                <a:lnTo>
                  <a:pt x="976" y="110"/>
                </a:lnTo>
                <a:lnTo>
                  <a:pt x="970" y="121"/>
                </a:lnTo>
                <a:lnTo>
                  <a:pt x="964" y="131"/>
                </a:lnTo>
                <a:lnTo>
                  <a:pt x="958" y="142"/>
                </a:lnTo>
                <a:lnTo>
                  <a:pt x="953" y="152"/>
                </a:lnTo>
                <a:lnTo>
                  <a:pt x="947" y="163"/>
                </a:lnTo>
                <a:lnTo>
                  <a:pt x="942" y="174"/>
                </a:lnTo>
                <a:lnTo>
                  <a:pt x="842" y="186"/>
                </a:lnTo>
                <a:moveTo>
                  <a:pt x="606" y="990"/>
                </a:moveTo>
                <a:lnTo>
                  <a:pt x="605" y="994"/>
                </a:lnTo>
                <a:lnTo>
                  <a:pt x="604" y="999"/>
                </a:lnTo>
                <a:lnTo>
                  <a:pt x="602" y="1003"/>
                </a:lnTo>
                <a:lnTo>
                  <a:pt x="601" y="1008"/>
                </a:lnTo>
                <a:lnTo>
                  <a:pt x="600" y="1012"/>
                </a:lnTo>
                <a:lnTo>
                  <a:pt x="599" y="1017"/>
                </a:lnTo>
                <a:lnTo>
                  <a:pt x="597" y="1021"/>
                </a:lnTo>
                <a:lnTo>
                  <a:pt x="596" y="1025"/>
                </a:lnTo>
                <a:lnTo>
                  <a:pt x="595" y="1030"/>
                </a:lnTo>
                <a:lnTo>
                  <a:pt x="594" y="1034"/>
                </a:lnTo>
                <a:lnTo>
                  <a:pt x="592" y="1039"/>
                </a:lnTo>
                <a:lnTo>
                  <a:pt x="591" y="1043"/>
                </a:lnTo>
                <a:lnTo>
                  <a:pt x="590" y="1048"/>
                </a:lnTo>
                <a:lnTo>
                  <a:pt x="589" y="1052"/>
                </a:lnTo>
                <a:lnTo>
                  <a:pt x="587" y="1056"/>
                </a:lnTo>
                <a:lnTo>
                  <a:pt x="586" y="1061"/>
                </a:lnTo>
                <a:lnTo>
                  <a:pt x="341" y="1097"/>
                </a:lnTo>
                <a:lnTo>
                  <a:pt x="246" y="1005"/>
                </a:lnTo>
                <a:lnTo>
                  <a:pt x="606" y="990"/>
                </a:lnTo>
                <a:moveTo>
                  <a:pt x="10" y="710"/>
                </a:moveTo>
                <a:lnTo>
                  <a:pt x="12" y="707"/>
                </a:lnTo>
                <a:lnTo>
                  <a:pt x="14" y="704"/>
                </a:lnTo>
                <a:lnTo>
                  <a:pt x="16" y="702"/>
                </a:lnTo>
                <a:lnTo>
                  <a:pt x="19" y="699"/>
                </a:lnTo>
                <a:lnTo>
                  <a:pt x="21" y="697"/>
                </a:lnTo>
                <a:lnTo>
                  <a:pt x="24" y="694"/>
                </a:lnTo>
                <a:lnTo>
                  <a:pt x="27" y="692"/>
                </a:lnTo>
                <a:lnTo>
                  <a:pt x="30" y="690"/>
                </a:lnTo>
                <a:lnTo>
                  <a:pt x="33" y="687"/>
                </a:lnTo>
                <a:lnTo>
                  <a:pt x="37" y="685"/>
                </a:lnTo>
                <a:lnTo>
                  <a:pt x="40" y="683"/>
                </a:lnTo>
                <a:lnTo>
                  <a:pt x="44" y="681"/>
                </a:lnTo>
                <a:lnTo>
                  <a:pt x="48" y="679"/>
                </a:lnTo>
                <a:lnTo>
                  <a:pt x="52" y="677"/>
                </a:lnTo>
                <a:lnTo>
                  <a:pt x="56" y="676"/>
                </a:lnTo>
                <a:lnTo>
                  <a:pt x="60" y="674"/>
                </a:lnTo>
                <a:lnTo>
                  <a:pt x="65" y="672"/>
                </a:lnTo>
                <a:lnTo>
                  <a:pt x="70" y="671"/>
                </a:lnTo>
                <a:lnTo>
                  <a:pt x="75" y="669"/>
                </a:lnTo>
                <a:lnTo>
                  <a:pt x="80" y="668"/>
                </a:lnTo>
                <a:lnTo>
                  <a:pt x="85" y="667"/>
                </a:lnTo>
                <a:lnTo>
                  <a:pt x="91" y="666"/>
                </a:lnTo>
                <a:lnTo>
                  <a:pt x="96" y="665"/>
                </a:lnTo>
                <a:lnTo>
                  <a:pt x="101" y="664"/>
                </a:lnTo>
                <a:lnTo>
                  <a:pt x="106" y="664"/>
                </a:lnTo>
                <a:lnTo>
                  <a:pt x="112" y="663"/>
                </a:lnTo>
                <a:lnTo>
                  <a:pt x="117" y="663"/>
                </a:lnTo>
                <a:lnTo>
                  <a:pt x="122" y="663"/>
                </a:lnTo>
                <a:lnTo>
                  <a:pt x="127" y="663"/>
                </a:lnTo>
                <a:lnTo>
                  <a:pt x="133" y="663"/>
                </a:lnTo>
                <a:lnTo>
                  <a:pt x="138" y="663"/>
                </a:lnTo>
                <a:lnTo>
                  <a:pt x="143" y="663"/>
                </a:lnTo>
                <a:lnTo>
                  <a:pt x="10" y="710"/>
                </a:lnTo>
                <a:close/>
              </a:path>
            </a:pathLst>
          </a:custGeom>
          <a:solidFill>
            <a:srgbClr val="bd2d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63" name=""/>
          <p:cNvSpPr txBox="1"/>
          <p:nvPr/>
        </p:nvSpPr>
        <p:spPr>
          <a:xfrm>
            <a:off x="1685520" y="2683440"/>
            <a:ext cx="210996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frequency increases.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64" name=""/>
          <p:cNvSpPr/>
          <p:nvPr/>
        </p:nvSpPr>
        <p:spPr>
          <a:xfrm>
            <a:off x="1201680" y="4686120"/>
            <a:ext cx="397440" cy="460440"/>
          </a:xfrm>
          <a:custGeom>
            <a:avLst/>
            <a:gdLst/>
            <a:ahLst/>
            <a:rect l="0" t="0" r="r" b="b"/>
            <a:pathLst>
              <a:path w="1104" h="1279">
                <a:moveTo>
                  <a:pt x="234" y="817"/>
                </a:moveTo>
                <a:lnTo>
                  <a:pt x="398" y="996"/>
                </a:lnTo>
                <a:lnTo>
                  <a:pt x="428" y="1030"/>
                </a:lnTo>
                <a:lnTo>
                  <a:pt x="441" y="995"/>
                </a:lnTo>
                <a:lnTo>
                  <a:pt x="455" y="961"/>
                </a:lnTo>
                <a:lnTo>
                  <a:pt x="470" y="927"/>
                </a:lnTo>
                <a:lnTo>
                  <a:pt x="485" y="893"/>
                </a:lnTo>
                <a:lnTo>
                  <a:pt x="500" y="859"/>
                </a:lnTo>
                <a:lnTo>
                  <a:pt x="516" y="825"/>
                </a:lnTo>
                <a:lnTo>
                  <a:pt x="534" y="792"/>
                </a:lnTo>
                <a:lnTo>
                  <a:pt x="551" y="758"/>
                </a:lnTo>
                <a:lnTo>
                  <a:pt x="569" y="725"/>
                </a:lnTo>
                <a:lnTo>
                  <a:pt x="587" y="692"/>
                </a:lnTo>
                <a:lnTo>
                  <a:pt x="605" y="659"/>
                </a:lnTo>
                <a:lnTo>
                  <a:pt x="624" y="626"/>
                </a:lnTo>
                <a:lnTo>
                  <a:pt x="644" y="594"/>
                </a:lnTo>
                <a:lnTo>
                  <a:pt x="663" y="561"/>
                </a:lnTo>
                <a:lnTo>
                  <a:pt x="684" y="529"/>
                </a:lnTo>
                <a:lnTo>
                  <a:pt x="705" y="497"/>
                </a:lnTo>
                <a:lnTo>
                  <a:pt x="726" y="465"/>
                </a:lnTo>
                <a:lnTo>
                  <a:pt x="748" y="433"/>
                </a:lnTo>
                <a:lnTo>
                  <a:pt x="770" y="401"/>
                </a:lnTo>
                <a:lnTo>
                  <a:pt x="792" y="369"/>
                </a:lnTo>
                <a:lnTo>
                  <a:pt x="815" y="338"/>
                </a:lnTo>
                <a:lnTo>
                  <a:pt x="839" y="306"/>
                </a:lnTo>
                <a:lnTo>
                  <a:pt x="863" y="275"/>
                </a:lnTo>
                <a:lnTo>
                  <a:pt x="887" y="244"/>
                </a:lnTo>
                <a:lnTo>
                  <a:pt x="911" y="213"/>
                </a:lnTo>
                <a:lnTo>
                  <a:pt x="936" y="182"/>
                </a:lnTo>
                <a:lnTo>
                  <a:pt x="962" y="152"/>
                </a:lnTo>
                <a:lnTo>
                  <a:pt x="987" y="121"/>
                </a:lnTo>
                <a:lnTo>
                  <a:pt x="1013" y="91"/>
                </a:lnTo>
                <a:lnTo>
                  <a:pt x="1040" y="61"/>
                </a:lnTo>
                <a:lnTo>
                  <a:pt x="1067" y="30"/>
                </a:lnTo>
                <a:lnTo>
                  <a:pt x="1094" y="0"/>
                </a:lnTo>
                <a:lnTo>
                  <a:pt x="1104" y="3"/>
                </a:lnTo>
                <a:lnTo>
                  <a:pt x="1082" y="40"/>
                </a:lnTo>
                <a:lnTo>
                  <a:pt x="1060" y="77"/>
                </a:lnTo>
                <a:lnTo>
                  <a:pt x="1038" y="114"/>
                </a:lnTo>
                <a:lnTo>
                  <a:pt x="1017" y="151"/>
                </a:lnTo>
                <a:lnTo>
                  <a:pt x="997" y="189"/>
                </a:lnTo>
                <a:lnTo>
                  <a:pt x="976" y="226"/>
                </a:lnTo>
                <a:lnTo>
                  <a:pt x="956" y="263"/>
                </a:lnTo>
                <a:lnTo>
                  <a:pt x="936" y="301"/>
                </a:lnTo>
                <a:lnTo>
                  <a:pt x="917" y="338"/>
                </a:lnTo>
                <a:lnTo>
                  <a:pt x="898" y="376"/>
                </a:lnTo>
                <a:lnTo>
                  <a:pt x="879" y="414"/>
                </a:lnTo>
                <a:lnTo>
                  <a:pt x="861" y="452"/>
                </a:lnTo>
                <a:lnTo>
                  <a:pt x="843" y="490"/>
                </a:lnTo>
                <a:lnTo>
                  <a:pt x="825" y="528"/>
                </a:lnTo>
                <a:lnTo>
                  <a:pt x="808" y="566"/>
                </a:lnTo>
                <a:lnTo>
                  <a:pt x="791" y="604"/>
                </a:lnTo>
                <a:lnTo>
                  <a:pt x="774" y="642"/>
                </a:lnTo>
                <a:lnTo>
                  <a:pt x="758" y="680"/>
                </a:lnTo>
                <a:lnTo>
                  <a:pt x="742" y="718"/>
                </a:lnTo>
                <a:lnTo>
                  <a:pt x="727" y="757"/>
                </a:lnTo>
                <a:lnTo>
                  <a:pt x="712" y="795"/>
                </a:lnTo>
                <a:lnTo>
                  <a:pt x="698" y="834"/>
                </a:lnTo>
                <a:lnTo>
                  <a:pt x="684" y="872"/>
                </a:lnTo>
                <a:lnTo>
                  <a:pt x="670" y="911"/>
                </a:lnTo>
                <a:lnTo>
                  <a:pt x="657" y="950"/>
                </a:lnTo>
                <a:lnTo>
                  <a:pt x="644" y="989"/>
                </a:lnTo>
                <a:lnTo>
                  <a:pt x="631" y="1028"/>
                </a:lnTo>
                <a:lnTo>
                  <a:pt x="619" y="1067"/>
                </a:lnTo>
                <a:lnTo>
                  <a:pt x="608" y="1106"/>
                </a:lnTo>
                <a:lnTo>
                  <a:pt x="596" y="1145"/>
                </a:lnTo>
                <a:lnTo>
                  <a:pt x="586" y="1185"/>
                </a:lnTo>
                <a:lnTo>
                  <a:pt x="575" y="1224"/>
                </a:lnTo>
                <a:lnTo>
                  <a:pt x="575" y="1227"/>
                </a:lnTo>
                <a:lnTo>
                  <a:pt x="574" y="1229"/>
                </a:lnTo>
                <a:lnTo>
                  <a:pt x="573" y="1231"/>
                </a:lnTo>
                <a:lnTo>
                  <a:pt x="571" y="1234"/>
                </a:lnTo>
                <a:lnTo>
                  <a:pt x="570" y="1236"/>
                </a:lnTo>
                <a:lnTo>
                  <a:pt x="568" y="1239"/>
                </a:lnTo>
                <a:lnTo>
                  <a:pt x="567" y="1241"/>
                </a:lnTo>
                <a:lnTo>
                  <a:pt x="565" y="1243"/>
                </a:lnTo>
                <a:lnTo>
                  <a:pt x="563" y="1245"/>
                </a:lnTo>
                <a:lnTo>
                  <a:pt x="560" y="1248"/>
                </a:lnTo>
                <a:lnTo>
                  <a:pt x="558" y="1250"/>
                </a:lnTo>
                <a:lnTo>
                  <a:pt x="556" y="1252"/>
                </a:lnTo>
                <a:lnTo>
                  <a:pt x="553" y="1254"/>
                </a:lnTo>
                <a:lnTo>
                  <a:pt x="550" y="1256"/>
                </a:lnTo>
                <a:lnTo>
                  <a:pt x="548" y="1258"/>
                </a:lnTo>
                <a:lnTo>
                  <a:pt x="545" y="1260"/>
                </a:lnTo>
                <a:lnTo>
                  <a:pt x="542" y="1261"/>
                </a:lnTo>
                <a:lnTo>
                  <a:pt x="538" y="1263"/>
                </a:lnTo>
                <a:lnTo>
                  <a:pt x="535" y="1265"/>
                </a:lnTo>
                <a:lnTo>
                  <a:pt x="532" y="1266"/>
                </a:lnTo>
                <a:lnTo>
                  <a:pt x="528" y="1268"/>
                </a:lnTo>
                <a:lnTo>
                  <a:pt x="525" y="1269"/>
                </a:lnTo>
                <a:lnTo>
                  <a:pt x="521" y="1270"/>
                </a:lnTo>
                <a:lnTo>
                  <a:pt x="517" y="1272"/>
                </a:lnTo>
                <a:lnTo>
                  <a:pt x="513" y="1273"/>
                </a:lnTo>
                <a:lnTo>
                  <a:pt x="509" y="1274"/>
                </a:lnTo>
                <a:lnTo>
                  <a:pt x="506" y="1275"/>
                </a:lnTo>
                <a:lnTo>
                  <a:pt x="502" y="1276"/>
                </a:lnTo>
                <a:lnTo>
                  <a:pt x="498" y="1277"/>
                </a:lnTo>
                <a:lnTo>
                  <a:pt x="494" y="1277"/>
                </a:lnTo>
                <a:lnTo>
                  <a:pt x="490" y="1278"/>
                </a:lnTo>
                <a:lnTo>
                  <a:pt x="486" y="1278"/>
                </a:lnTo>
                <a:lnTo>
                  <a:pt x="482" y="1279"/>
                </a:lnTo>
                <a:lnTo>
                  <a:pt x="478" y="1279"/>
                </a:lnTo>
                <a:lnTo>
                  <a:pt x="474" y="1279"/>
                </a:lnTo>
                <a:lnTo>
                  <a:pt x="470" y="1279"/>
                </a:lnTo>
                <a:lnTo>
                  <a:pt x="466" y="1279"/>
                </a:lnTo>
                <a:lnTo>
                  <a:pt x="462" y="1279"/>
                </a:lnTo>
                <a:lnTo>
                  <a:pt x="458" y="1279"/>
                </a:lnTo>
                <a:lnTo>
                  <a:pt x="454" y="1279"/>
                </a:lnTo>
                <a:lnTo>
                  <a:pt x="450" y="1278"/>
                </a:lnTo>
                <a:lnTo>
                  <a:pt x="446" y="1277"/>
                </a:lnTo>
                <a:lnTo>
                  <a:pt x="442" y="1277"/>
                </a:lnTo>
                <a:lnTo>
                  <a:pt x="438" y="1276"/>
                </a:lnTo>
                <a:lnTo>
                  <a:pt x="434" y="1275"/>
                </a:lnTo>
                <a:lnTo>
                  <a:pt x="430" y="1274"/>
                </a:lnTo>
                <a:lnTo>
                  <a:pt x="427" y="1273"/>
                </a:lnTo>
                <a:lnTo>
                  <a:pt x="423" y="1272"/>
                </a:lnTo>
                <a:lnTo>
                  <a:pt x="419" y="1271"/>
                </a:lnTo>
                <a:lnTo>
                  <a:pt x="416" y="1270"/>
                </a:lnTo>
                <a:lnTo>
                  <a:pt x="412" y="1269"/>
                </a:lnTo>
                <a:lnTo>
                  <a:pt x="409" y="1267"/>
                </a:lnTo>
                <a:lnTo>
                  <a:pt x="405" y="1266"/>
                </a:lnTo>
                <a:lnTo>
                  <a:pt x="402" y="1264"/>
                </a:lnTo>
                <a:lnTo>
                  <a:pt x="399" y="1263"/>
                </a:lnTo>
                <a:lnTo>
                  <a:pt x="395" y="1261"/>
                </a:lnTo>
                <a:lnTo>
                  <a:pt x="392" y="1260"/>
                </a:lnTo>
                <a:lnTo>
                  <a:pt x="389" y="1258"/>
                </a:lnTo>
                <a:lnTo>
                  <a:pt x="386" y="1256"/>
                </a:lnTo>
                <a:lnTo>
                  <a:pt x="383" y="1254"/>
                </a:lnTo>
                <a:lnTo>
                  <a:pt x="381" y="1252"/>
                </a:lnTo>
                <a:lnTo>
                  <a:pt x="378" y="1250"/>
                </a:lnTo>
                <a:lnTo>
                  <a:pt x="375" y="1248"/>
                </a:lnTo>
                <a:lnTo>
                  <a:pt x="373" y="1246"/>
                </a:lnTo>
                <a:lnTo>
                  <a:pt x="18" y="898"/>
                </a:lnTo>
                <a:lnTo>
                  <a:pt x="15" y="895"/>
                </a:lnTo>
                <a:lnTo>
                  <a:pt x="12" y="891"/>
                </a:lnTo>
                <a:lnTo>
                  <a:pt x="10" y="888"/>
                </a:lnTo>
                <a:lnTo>
                  <a:pt x="7" y="884"/>
                </a:lnTo>
                <a:lnTo>
                  <a:pt x="6" y="880"/>
                </a:lnTo>
                <a:lnTo>
                  <a:pt x="4" y="876"/>
                </a:lnTo>
                <a:lnTo>
                  <a:pt x="3" y="873"/>
                </a:lnTo>
                <a:lnTo>
                  <a:pt x="2" y="869"/>
                </a:lnTo>
                <a:lnTo>
                  <a:pt x="1" y="865"/>
                </a:lnTo>
                <a:lnTo>
                  <a:pt x="0" y="861"/>
                </a:lnTo>
                <a:lnTo>
                  <a:pt x="0" y="857"/>
                </a:lnTo>
                <a:lnTo>
                  <a:pt x="0" y="854"/>
                </a:lnTo>
                <a:lnTo>
                  <a:pt x="1" y="850"/>
                </a:lnTo>
                <a:lnTo>
                  <a:pt x="2" y="846"/>
                </a:lnTo>
                <a:lnTo>
                  <a:pt x="3" y="842"/>
                </a:lnTo>
                <a:lnTo>
                  <a:pt x="4" y="839"/>
                </a:lnTo>
                <a:lnTo>
                  <a:pt x="6" y="835"/>
                </a:lnTo>
                <a:lnTo>
                  <a:pt x="7" y="832"/>
                </a:lnTo>
                <a:lnTo>
                  <a:pt x="10" y="828"/>
                </a:lnTo>
                <a:lnTo>
                  <a:pt x="12" y="824"/>
                </a:lnTo>
                <a:lnTo>
                  <a:pt x="15" y="821"/>
                </a:lnTo>
                <a:lnTo>
                  <a:pt x="18" y="818"/>
                </a:lnTo>
                <a:lnTo>
                  <a:pt x="21" y="815"/>
                </a:lnTo>
                <a:lnTo>
                  <a:pt x="24" y="811"/>
                </a:lnTo>
                <a:lnTo>
                  <a:pt x="28" y="808"/>
                </a:lnTo>
                <a:lnTo>
                  <a:pt x="32" y="805"/>
                </a:lnTo>
                <a:lnTo>
                  <a:pt x="36" y="803"/>
                </a:lnTo>
                <a:lnTo>
                  <a:pt x="41" y="800"/>
                </a:lnTo>
                <a:lnTo>
                  <a:pt x="46" y="797"/>
                </a:lnTo>
                <a:lnTo>
                  <a:pt x="51" y="795"/>
                </a:lnTo>
                <a:lnTo>
                  <a:pt x="56" y="793"/>
                </a:lnTo>
                <a:lnTo>
                  <a:pt x="61" y="790"/>
                </a:lnTo>
                <a:lnTo>
                  <a:pt x="67" y="788"/>
                </a:lnTo>
                <a:lnTo>
                  <a:pt x="73" y="787"/>
                </a:lnTo>
                <a:lnTo>
                  <a:pt x="79" y="785"/>
                </a:lnTo>
                <a:lnTo>
                  <a:pt x="84" y="784"/>
                </a:lnTo>
                <a:lnTo>
                  <a:pt x="90" y="782"/>
                </a:lnTo>
                <a:lnTo>
                  <a:pt x="96" y="781"/>
                </a:lnTo>
                <a:lnTo>
                  <a:pt x="102" y="780"/>
                </a:lnTo>
                <a:lnTo>
                  <a:pt x="109" y="780"/>
                </a:lnTo>
                <a:lnTo>
                  <a:pt x="115" y="779"/>
                </a:lnTo>
                <a:lnTo>
                  <a:pt x="121" y="779"/>
                </a:lnTo>
                <a:lnTo>
                  <a:pt x="127" y="779"/>
                </a:lnTo>
                <a:lnTo>
                  <a:pt x="133" y="779"/>
                </a:lnTo>
                <a:lnTo>
                  <a:pt x="139" y="780"/>
                </a:lnTo>
                <a:lnTo>
                  <a:pt x="145" y="780"/>
                </a:lnTo>
                <a:lnTo>
                  <a:pt x="151" y="781"/>
                </a:lnTo>
                <a:lnTo>
                  <a:pt x="157" y="781"/>
                </a:lnTo>
                <a:lnTo>
                  <a:pt x="163" y="782"/>
                </a:lnTo>
                <a:lnTo>
                  <a:pt x="168" y="784"/>
                </a:lnTo>
                <a:lnTo>
                  <a:pt x="174" y="785"/>
                </a:lnTo>
                <a:lnTo>
                  <a:pt x="180" y="786"/>
                </a:lnTo>
                <a:lnTo>
                  <a:pt x="185" y="788"/>
                </a:lnTo>
                <a:lnTo>
                  <a:pt x="190" y="790"/>
                </a:lnTo>
                <a:lnTo>
                  <a:pt x="196" y="792"/>
                </a:lnTo>
                <a:lnTo>
                  <a:pt x="201" y="794"/>
                </a:lnTo>
                <a:lnTo>
                  <a:pt x="205" y="797"/>
                </a:lnTo>
                <a:lnTo>
                  <a:pt x="210" y="799"/>
                </a:lnTo>
                <a:lnTo>
                  <a:pt x="215" y="802"/>
                </a:lnTo>
                <a:lnTo>
                  <a:pt x="219" y="804"/>
                </a:lnTo>
                <a:lnTo>
                  <a:pt x="223" y="807"/>
                </a:lnTo>
                <a:lnTo>
                  <a:pt x="227" y="811"/>
                </a:lnTo>
                <a:lnTo>
                  <a:pt x="231" y="814"/>
                </a:lnTo>
                <a:lnTo>
                  <a:pt x="234" y="817"/>
                </a:lnTo>
                <a:close/>
              </a:path>
            </a:pathLst>
          </a:custGeom>
          <a:solidFill>
            <a:srgbClr val="db214c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65" name=""/>
          <p:cNvSpPr/>
          <p:nvPr/>
        </p:nvSpPr>
        <p:spPr>
          <a:xfrm>
            <a:off x="1202040" y="4727160"/>
            <a:ext cx="372240" cy="396360"/>
          </a:xfrm>
          <a:custGeom>
            <a:avLst/>
            <a:gdLst/>
            <a:ahLst/>
            <a:rect l="0" t="0" r="r" b="b"/>
            <a:pathLst>
              <a:path w="1034" h="1101">
                <a:moveTo>
                  <a:pt x="233" y="703"/>
                </a:moveTo>
                <a:lnTo>
                  <a:pt x="286" y="759"/>
                </a:lnTo>
                <a:lnTo>
                  <a:pt x="57" y="824"/>
                </a:lnTo>
                <a:lnTo>
                  <a:pt x="17" y="784"/>
                </a:lnTo>
                <a:lnTo>
                  <a:pt x="15" y="782"/>
                </a:lnTo>
                <a:lnTo>
                  <a:pt x="14" y="780"/>
                </a:lnTo>
                <a:lnTo>
                  <a:pt x="12" y="778"/>
                </a:lnTo>
                <a:lnTo>
                  <a:pt x="10" y="776"/>
                </a:lnTo>
                <a:lnTo>
                  <a:pt x="9" y="774"/>
                </a:lnTo>
                <a:lnTo>
                  <a:pt x="7" y="772"/>
                </a:lnTo>
                <a:lnTo>
                  <a:pt x="6" y="769"/>
                </a:lnTo>
                <a:lnTo>
                  <a:pt x="5" y="767"/>
                </a:lnTo>
                <a:lnTo>
                  <a:pt x="4" y="765"/>
                </a:lnTo>
                <a:lnTo>
                  <a:pt x="3" y="763"/>
                </a:lnTo>
                <a:lnTo>
                  <a:pt x="2" y="761"/>
                </a:lnTo>
                <a:lnTo>
                  <a:pt x="1" y="758"/>
                </a:lnTo>
                <a:lnTo>
                  <a:pt x="1" y="756"/>
                </a:lnTo>
                <a:lnTo>
                  <a:pt x="0" y="754"/>
                </a:lnTo>
                <a:lnTo>
                  <a:pt x="0" y="752"/>
                </a:lnTo>
                <a:lnTo>
                  <a:pt x="0" y="749"/>
                </a:lnTo>
                <a:lnTo>
                  <a:pt x="231" y="701"/>
                </a:lnTo>
                <a:lnTo>
                  <a:pt x="232" y="702"/>
                </a:lnTo>
                <a:lnTo>
                  <a:pt x="233" y="703"/>
                </a:lnTo>
                <a:moveTo>
                  <a:pt x="329" y="807"/>
                </a:moveTo>
                <a:lnTo>
                  <a:pt x="395" y="879"/>
                </a:lnTo>
                <a:lnTo>
                  <a:pt x="171" y="935"/>
                </a:lnTo>
                <a:lnTo>
                  <a:pt x="82" y="847"/>
                </a:lnTo>
                <a:lnTo>
                  <a:pt x="329" y="807"/>
                </a:lnTo>
                <a:moveTo>
                  <a:pt x="447" y="866"/>
                </a:moveTo>
                <a:lnTo>
                  <a:pt x="449" y="861"/>
                </a:lnTo>
                <a:lnTo>
                  <a:pt x="452" y="855"/>
                </a:lnTo>
                <a:lnTo>
                  <a:pt x="454" y="850"/>
                </a:lnTo>
                <a:lnTo>
                  <a:pt x="456" y="845"/>
                </a:lnTo>
                <a:lnTo>
                  <a:pt x="458" y="839"/>
                </a:lnTo>
                <a:lnTo>
                  <a:pt x="461" y="834"/>
                </a:lnTo>
                <a:lnTo>
                  <a:pt x="463" y="829"/>
                </a:lnTo>
                <a:lnTo>
                  <a:pt x="465" y="824"/>
                </a:lnTo>
                <a:lnTo>
                  <a:pt x="467" y="818"/>
                </a:lnTo>
                <a:lnTo>
                  <a:pt x="470" y="813"/>
                </a:lnTo>
                <a:lnTo>
                  <a:pt x="472" y="808"/>
                </a:lnTo>
                <a:lnTo>
                  <a:pt x="474" y="802"/>
                </a:lnTo>
                <a:lnTo>
                  <a:pt x="477" y="797"/>
                </a:lnTo>
                <a:lnTo>
                  <a:pt x="479" y="792"/>
                </a:lnTo>
                <a:lnTo>
                  <a:pt x="481" y="787"/>
                </a:lnTo>
                <a:lnTo>
                  <a:pt x="484" y="781"/>
                </a:lnTo>
                <a:lnTo>
                  <a:pt x="686" y="748"/>
                </a:lnTo>
                <a:lnTo>
                  <a:pt x="685" y="752"/>
                </a:lnTo>
                <a:lnTo>
                  <a:pt x="683" y="756"/>
                </a:lnTo>
                <a:lnTo>
                  <a:pt x="682" y="760"/>
                </a:lnTo>
                <a:lnTo>
                  <a:pt x="681" y="764"/>
                </a:lnTo>
                <a:lnTo>
                  <a:pt x="679" y="768"/>
                </a:lnTo>
                <a:lnTo>
                  <a:pt x="678" y="772"/>
                </a:lnTo>
                <a:lnTo>
                  <a:pt x="676" y="776"/>
                </a:lnTo>
                <a:lnTo>
                  <a:pt x="675" y="780"/>
                </a:lnTo>
                <a:lnTo>
                  <a:pt x="674" y="784"/>
                </a:lnTo>
                <a:lnTo>
                  <a:pt x="672" y="788"/>
                </a:lnTo>
                <a:lnTo>
                  <a:pt x="671" y="792"/>
                </a:lnTo>
                <a:lnTo>
                  <a:pt x="669" y="796"/>
                </a:lnTo>
                <a:lnTo>
                  <a:pt x="668" y="800"/>
                </a:lnTo>
                <a:lnTo>
                  <a:pt x="666" y="804"/>
                </a:lnTo>
                <a:lnTo>
                  <a:pt x="665" y="808"/>
                </a:lnTo>
                <a:lnTo>
                  <a:pt x="664" y="812"/>
                </a:lnTo>
                <a:lnTo>
                  <a:pt x="447" y="866"/>
                </a:lnTo>
                <a:moveTo>
                  <a:pt x="526" y="691"/>
                </a:moveTo>
                <a:lnTo>
                  <a:pt x="528" y="688"/>
                </a:lnTo>
                <a:lnTo>
                  <a:pt x="530" y="684"/>
                </a:lnTo>
                <a:lnTo>
                  <a:pt x="531" y="680"/>
                </a:lnTo>
                <a:lnTo>
                  <a:pt x="533" y="677"/>
                </a:lnTo>
                <a:lnTo>
                  <a:pt x="535" y="673"/>
                </a:lnTo>
                <a:lnTo>
                  <a:pt x="537" y="670"/>
                </a:lnTo>
                <a:lnTo>
                  <a:pt x="539" y="666"/>
                </a:lnTo>
                <a:lnTo>
                  <a:pt x="541" y="662"/>
                </a:lnTo>
                <a:lnTo>
                  <a:pt x="543" y="659"/>
                </a:lnTo>
                <a:lnTo>
                  <a:pt x="544" y="655"/>
                </a:lnTo>
                <a:lnTo>
                  <a:pt x="546" y="651"/>
                </a:lnTo>
                <a:lnTo>
                  <a:pt x="548" y="648"/>
                </a:lnTo>
                <a:lnTo>
                  <a:pt x="550" y="644"/>
                </a:lnTo>
                <a:lnTo>
                  <a:pt x="552" y="640"/>
                </a:lnTo>
                <a:lnTo>
                  <a:pt x="554" y="637"/>
                </a:lnTo>
                <a:lnTo>
                  <a:pt x="556" y="633"/>
                </a:lnTo>
                <a:lnTo>
                  <a:pt x="746" y="592"/>
                </a:lnTo>
                <a:lnTo>
                  <a:pt x="744" y="597"/>
                </a:lnTo>
                <a:lnTo>
                  <a:pt x="742" y="602"/>
                </a:lnTo>
                <a:lnTo>
                  <a:pt x="740" y="607"/>
                </a:lnTo>
                <a:lnTo>
                  <a:pt x="738" y="613"/>
                </a:lnTo>
                <a:lnTo>
                  <a:pt x="736" y="618"/>
                </a:lnTo>
                <a:lnTo>
                  <a:pt x="734" y="624"/>
                </a:lnTo>
                <a:lnTo>
                  <a:pt x="732" y="629"/>
                </a:lnTo>
                <a:lnTo>
                  <a:pt x="730" y="634"/>
                </a:lnTo>
                <a:lnTo>
                  <a:pt x="526" y="691"/>
                </a:lnTo>
                <a:moveTo>
                  <a:pt x="633" y="495"/>
                </a:moveTo>
                <a:lnTo>
                  <a:pt x="642" y="480"/>
                </a:lnTo>
                <a:lnTo>
                  <a:pt x="651" y="465"/>
                </a:lnTo>
                <a:lnTo>
                  <a:pt x="660" y="450"/>
                </a:lnTo>
                <a:lnTo>
                  <a:pt x="670" y="435"/>
                </a:lnTo>
                <a:lnTo>
                  <a:pt x="679" y="420"/>
                </a:lnTo>
                <a:lnTo>
                  <a:pt x="689" y="405"/>
                </a:lnTo>
                <a:lnTo>
                  <a:pt x="698" y="390"/>
                </a:lnTo>
                <a:lnTo>
                  <a:pt x="708" y="375"/>
                </a:lnTo>
                <a:lnTo>
                  <a:pt x="718" y="360"/>
                </a:lnTo>
                <a:lnTo>
                  <a:pt x="728" y="345"/>
                </a:lnTo>
                <a:lnTo>
                  <a:pt x="738" y="331"/>
                </a:lnTo>
                <a:lnTo>
                  <a:pt x="748" y="316"/>
                </a:lnTo>
                <a:lnTo>
                  <a:pt x="759" y="301"/>
                </a:lnTo>
                <a:lnTo>
                  <a:pt x="769" y="286"/>
                </a:lnTo>
                <a:lnTo>
                  <a:pt x="779" y="272"/>
                </a:lnTo>
                <a:lnTo>
                  <a:pt x="790" y="257"/>
                </a:lnTo>
                <a:lnTo>
                  <a:pt x="902" y="252"/>
                </a:lnTo>
                <a:lnTo>
                  <a:pt x="896" y="263"/>
                </a:lnTo>
                <a:lnTo>
                  <a:pt x="890" y="274"/>
                </a:lnTo>
                <a:lnTo>
                  <a:pt x="885" y="285"/>
                </a:lnTo>
                <a:lnTo>
                  <a:pt x="879" y="296"/>
                </a:lnTo>
                <a:lnTo>
                  <a:pt x="874" y="308"/>
                </a:lnTo>
                <a:lnTo>
                  <a:pt x="868" y="319"/>
                </a:lnTo>
                <a:lnTo>
                  <a:pt x="863" y="330"/>
                </a:lnTo>
                <a:lnTo>
                  <a:pt x="858" y="341"/>
                </a:lnTo>
                <a:lnTo>
                  <a:pt x="852" y="353"/>
                </a:lnTo>
                <a:lnTo>
                  <a:pt x="847" y="364"/>
                </a:lnTo>
                <a:lnTo>
                  <a:pt x="841" y="375"/>
                </a:lnTo>
                <a:lnTo>
                  <a:pt x="836" y="386"/>
                </a:lnTo>
                <a:lnTo>
                  <a:pt x="831" y="398"/>
                </a:lnTo>
                <a:lnTo>
                  <a:pt x="826" y="409"/>
                </a:lnTo>
                <a:lnTo>
                  <a:pt x="821" y="420"/>
                </a:lnTo>
                <a:lnTo>
                  <a:pt x="815" y="431"/>
                </a:lnTo>
                <a:lnTo>
                  <a:pt x="633" y="495"/>
                </a:lnTo>
                <a:moveTo>
                  <a:pt x="842" y="187"/>
                </a:moveTo>
                <a:lnTo>
                  <a:pt x="851" y="175"/>
                </a:lnTo>
                <a:lnTo>
                  <a:pt x="860" y="163"/>
                </a:lnTo>
                <a:lnTo>
                  <a:pt x="869" y="152"/>
                </a:lnTo>
                <a:lnTo>
                  <a:pt x="878" y="140"/>
                </a:lnTo>
                <a:lnTo>
                  <a:pt x="887" y="128"/>
                </a:lnTo>
                <a:lnTo>
                  <a:pt x="896" y="116"/>
                </a:lnTo>
                <a:lnTo>
                  <a:pt x="906" y="105"/>
                </a:lnTo>
                <a:lnTo>
                  <a:pt x="915" y="93"/>
                </a:lnTo>
                <a:lnTo>
                  <a:pt x="925" y="81"/>
                </a:lnTo>
                <a:lnTo>
                  <a:pt x="934" y="70"/>
                </a:lnTo>
                <a:lnTo>
                  <a:pt x="944" y="58"/>
                </a:lnTo>
                <a:lnTo>
                  <a:pt x="953" y="46"/>
                </a:lnTo>
                <a:lnTo>
                  <a:pt x="963" y="35"/>
                </a:lnTo>
                <a:lnTo>
                  <a:pt x="973" y="23"/>
                </a:lnTo>
                <a:lnTo>
                  <a:pt x="983" y="12"/>
                </a:lnTo>
                <a:lnTo>
                  <a:pt x="992" y="0"/>
                </a:lnTo>
                <a:lnTo>
                  <a:pt x="1034" y="5"/>
                </a:lnTo>
                <a:lnTo>
                  <a:pt x="1028" y="16"/>
                </a:lnTo>
                <a:lnTo>
                  <a:pt x="1022" y="26"/>
                </a:lnTo>
                <a:lnTo>
                  <a:pt x="1017" y="37"/>
                </a:lnTo>
                <a:lnTo>
                  <a:pt x="1011" y="47"/>
                </a:lnTo>
                <a:lnTo>
                  <a:pt x="1005" y="58"/>
                </a:lnTo>
                <a:lnTo>
                  <a:pt x="999" y="69"/>
                </a:lnTo>
                <a:lnTo>
                  <a:pt x="993" y="79"/>
                </a:lnTo>
                <a:lnTo>
                  <a:pt x="987" y="90"/>
                </a:lnTo>
                <a:lnTo>
                  <a:pt x="981" y="100"/>
                </a:lnTo>
                <a:lnTo>
                  <a:pt x="976" y="111"/>
                </a:lnTo>
                <a:lnTo>
                  <a:pt x="970" y="121"/>
                </a:lnTo>
                <a:lnTo>
                  <a:pt x="964" y="132"/>
                </a:lnTo>
                <a:lnTo>
                  <a:pt x="958" y="143"/>
                </a:lnTo>
                <a:lnTo>
                  <a:pt x="953" y="153"/>
                </a:lnTo>
                <a:lnTo>
                  <a:pt x="947" y="164"/>
                </a:lnTo>
                <a:lnTo>
                  <a:pt x="942" y="174"/>
                </a:lnTo>
                <a:lnTo>
                  <a:pt x="842" y="187"/>
                </a:lnTo>
                <a:moveTo>
                  <a:pt x="606" y="994"/>
                </a:moveTo>
                <a:lnTo>
                  <a:pt x="605" y="998"/>
                </a:lnTo>
                <a:lnTo>
                  <a:pt x="604" y="1003"/>
                </a:lnTo>
                <a:lnTo>
                  <a:pt x="602" y="1007"/>
                </a:lnTo>
                <a:lnTo>
                  <a:pt x="601" y="1011"/>
                </a:lnTo>
                <a:lnTo>
                  <a:pt x="600" y="1016"/>
                </a:lnTo>
                <a:lnTo>
                  <a:pt x="599" y="1020"/>
                </a:lnTo>
                <a:lnTo>
                  <a:pt x="597" y="1025"/>
                </a:lnTo>
                <a:lnTo>
                  <a:pt x="596" y="1029"/>
                </a:lnTo>
                <a:lnTo>
                  <a:pt x="595" y="1034"/>
                </a:lnTo>
                <a:lnTo>
                  <a:pt x="594" y="1038"/>
                </a:lnTo>
                <a:lnTo>
                  <a:pt x="592" y="1042"/>
                </a:lnTo>
                <a:lnTo>
                  <a:pt x="591" y="1047"/>
                </a:lnTo>
                <a:lnTo>
                  <a:pt x="590" y="1051"/>
                </a:lnTo>
                <a:lnTo>
                  <a:pt x="589" y="1056"/>
                </a:lnTo>
                <a:lnTo>
                  <a:pt x="587" y="1060"/>
                </a:lnTo>
                <a:lnTo>
                  <a:pt x="586" y="1065"/>
                </a:lnTo>
                <a:lnTo>
                  <a:pt x="341" y="1101"/>
                </a:lnTo>
                <a:lnTo>
                  <a:pt x="246" y="1009"/>
                </a:lnTo>
                <a:lnTo>
                  <a:pt x="606" y="994"/>
                </a:lnTo>
                <a:moveTo>
                  <a:pt x="10" y="712"/>
                </a:moveTo>
                <a:lnTo>
                  <a:pt x="12" y="710"/>
                </a:lnTo>
                <a:lnTo>
                  <a:pt x="14" y="707"/>
                </a:lnTo>
                <a:lnTo>
                  <a:pt x="16" y="704"/>
                </a:lnTo>
                <a:lnTo>
                  <a:pt x="19" y="702"/>
                </a:lnTo>
                <a:lnTo>
                  <a:pt x="21" y="699"/>
                </a:lnTo>
                <a:lnTo>
                  <a:pt x="24" y="697"/>
                </a:lnTo>
                <a:lnTo>
                  <a:pt x="27" y="694"/>
                </a:lnTo>
                <a:lnTo>
                  <a:pt x="30" y="692"/>
                </a:lnTo>
                <a:lnTo>
                  <a:pt x="33" y="690"/>
                </a:lnTo>
                <a:lnTo>
                  <a:pt x="37" y="688"/>
                </a:lnTo>
                <a:lnTo>
                  <a:pt x="40" y="686"/>
                </a:lnTo>
                <a:lnTo>
                  <a:pt x="44" y="684"/>
                </a:lnTo>
                <a:lnTo>
                  <a:pt x="48" y="682"/>
                </a:lnTo>
                <a:lnTo>
                  <a:pt x="52" y="680"/>
                </a:lnTo>
                <a:lnTo>
                  <a:pt x="56" y="678"/>
                </a:lnTo>
                <a:lnTo>
                  <a:pt x="60" y="676"/>
                </a:lnTo>
                <a:lnTo>
                  <a:pt x="65" y="675"/>
                </a:lnTo>
                <a:lnTo>
                  <a:pt x="70" y="673"/>
                </a:lnTo>
                <a:lnTo>
                  <a:pt x="75" y="672"/>
                </a:lnTo>
                <a:lnTo>
                  <a:pt x="80" y="670"/>
                </a:lnTo>
                <a:lnTo>
                  <a:pt x="85" y="669"/>
                </a:lnTo>
                <a:lnTo>
                  <a:pt x="91" y="668"/>
                </a:lnTo>
                <a:lnTo>
                  <a:pt x="96" y="667"/>
                </a:lnTo>
                <a:lnTo>
                  <a:pt x="101" y="667"/>
                </a:lnTo>
                <a:lnTo>
                  <a:pt x="106" y="666"/>
                </a:lnTo>
                <a:lnTo>
                  <a:pt x="112" y="666"/>
                </a:lnTo>
                <a:lnTo>
                  <a:pt x="117" y="665"/>
                </a:lnTo>
                <a:lnTo>
                  <a:pt x="122" y="665"/>
                </a:lnTo>
                <a:lnTo>
                  <a:pt x="127" y="665"/>
                </a:lnTo>
                <a:lnTo>
                  <a:pt x="133" y="665"/>
                </a:lnTo>
                <a:lnTo>
                  <a:pt x="138" y="666"/>
                </a:lnTo>
                <a:lnTo>
                  <a:pt x="143" y="666"/>
                </a:lnTo>
                <a:lnTo>
                  <a:pt x="10" y="712"/>
                </a:lnTo>
                <a:close/>
              </a:path>
            </a:pathLst>
          </a:custGeom>
          <a:solidFill>
            <a:srgbClr val="bd2d41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66" name=""/>
          <p:cNvSpPr txBox="1"/>
          <p:nvPr/>
        </p:nvSpPr>
        <p:spPr>
          <a:xfrm>
            <a:off x="1685520" y="3705840"/>
            <a:ext cx="467640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Each impedance shouldn’t be too low or high.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67" name=""/>
          <p:cNvSpPr txBox="1"/>
          <p:nvPr/>
        </p:nvSpPr>
        <p:spPr>
          <a:xfrm>
            <a:off x="1685520" y="4836240"/>
            <a:ext cx="428328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The impedance difference of left and right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168" name="" descr=""/>
          <p:cNvPicPr/>
          <p:nvPr/>
        </p:nvPicPr>
        <p:blipFill>
          <a:blip r:embed="rId2"/>
          <a:stretch/>
        </p:blipFill>
        <p:spPr>
          <a:xfrm>
            <a:off x="6419160" y="1333440"/>
            <a:ext cx="2544840" cy="5155200"/>
          </a:xfrm>
          <a:prstGeom prst="rect">
            <a:avLst/>
          </a:prstGeom>
          <a:ln w="0">
            <a:noFill/>
          </a:ln>
        </p:spPr>
      </p:pic>
      <p:sp>
        <p:nvSpPr>
          <p:cNvPr id="30169" name=""/>
          <p:cNvSpPr txBox="1"/>
          <p:nvPr/>
        </p:nvSpPr>
        <p:spPr>
          <a:xfrm>
            <a:off x="1685520" y="5247360"/>
            <a:ext cx="405288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Arial"/>
                <a:ea typeface="Arial"/>
              </a:rPr>
              <a:t>segments should be lower than 30ohm.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7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229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7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72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73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74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17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176" name=""/>
          <p:cNvSpPr txBox="1"/>
          <p:nvPr/>
        </p:nvSpPr>
        <p:spPr>
          <a:xfrm>
            <a:off x="436320" y="423360"/>
            <a:ext cx="57567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All about bioelectrical impedance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77" name=""/>
          <p:cNvSpPr txBox="1"/>
          <p:nvPr/>
        </p:nvSpPr>
        <p:spPr>
          <a:xfrm>
            <a:off x="676080" y="1255320"/>
            <a:ext cx="4155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[What to check after measuring the InBody]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78" name=""/>
          <p:cNvSpPr txBox="1"/>
          <p:nvPr/>
        </p:nvSpPr>
        <p:spPr>
          <a:xfrm>
            <a:off x="1018800" y="2423880"/>
            <a:ext cx="5907600" cy="256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5b9bd5"/>
                </a:solidFill>
                <a:latin typeface="Arial"/>
                <a:ea typeface="Arial"/>
              </a:rPr>
              <a:t>Make sure if the measurement is correctly done using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79" name=""/>
          <p:cNvSpPr txBox="1"/>
          <p:nvPr/>
        </p:nvSpPr>
        <p:spPr>
          <a:xfrm>
            <a:off x="6989400" y="2354760"/>
            <a:ext cx="1896480" cy="340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861c22"/>
                </a:solidFill>
                <a:latin typeface="Arial"/>
                <a:ea typeface="Arial"/>
              </a:rPr>
              <a:t>“</a:t>
            </a:r>
            <a:r>
              <a:rPr b="1" lang="en-US" sz="2400" spc="-1" strike="noStrike">
                <a:solidFill>
                  <a:srgbClr val="861c22"/>
                </a:solidFill>
                <a:latin typeface="Arial"/>
                <a:ea typeface="Arial"/>
              </a:rPr>
              <a:t>Impedance”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80" name=""/>
          <p:cNvSpPr txBox="1"/>
          <p:nvPr/>
        </p:nvSpPr>
        <p:spPr>
          <a:xfrm>
            <a:off x="1192680" y="3566520"/>
            <a:ext cx="754740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For the accurate measurements, impedance is important as it is the individual value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81" name=""/>
          <p:cNvSpPr txBox="1"/>
          <p:nvPr/>
        </p:nvSpPr>
        <p:spPr>
          <a:xfrm>
            <a:off x="1192680" y="3932280"/>
            <a:ext cx="705240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related to the body composition. With this impedance, we can firstly determine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82" name=""/>
          <p:cNvSpPr txBox="1"/>
          <p:nvPr/>
        </p:nvSpPr>
        <p:spPr>
          <a:xfrm>
            <a:off x="1192680" y="4298040"/>
            <a:ext cx="3999600" cy="226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Arial"/>
                <a:ea typeface="Arial"/>
              </a:rPr>
              <a:t>whether the measurement is correctly done. 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8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8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85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186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30187" name=""/>
          <p:cNvSpPr/>
          <p:nvPr/>
        </p:nvSpPr>
        <p:spPr>
          <a:xfrm>
            <a:off x="3861720" y="2905920"/>
            <a:ext cx="2409840" cy="369360"/>
          </a:xfrm>
          <a:custGeom>
            <a:avLst/>
            <a:gdLst/>
            <a:ahLst/>
            <a:rect l="0" t="0" r="r" b="b"/>
            <a:pathLst>
              <a:path w="6694" h="1026">
                <a:moveTo>
                  <a:pt x="0" y="1026"/>
                </a:moveTo>
                <a:lnTo>
                  <a:pt x="6694" y="1026"/>
                </a:lnTo>
                <a:lnTo>
                  <a:pt x="6694" y="0"/>
                </a:lnTo>
                <a:lnTo>
                  <a:pt x="0" y="0"/>
                </a:lnTo>
                <a:lnTo>
                  <a:pt x="0" y="102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88" name=""/>
          <p:cNvSpPr txBox="1"/>
          <p:nvPr/>
        </p:nvSpPr>
        <p:spPr>
          <a:xfrm>
            <a:off x="4197600" y="2249280"/>
            <a:ext cx="266148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Thank You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89" name=""/>
          <p:cNvSpPr txBox="1"/>
          <p:nvPr/>
        </p:nvSpPr>
        <p:spPr>
          <a:xfrm>
            <a:off x="4129920" y="2953800"/>
            <a:ext cx="2369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InBody Technologies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9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9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92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93" name=""/>
          <p:cNvSpPr txBox="1"/>
          <p:nvPr/>
        </p:nvSpPr>
        <p:spPr>
          <a:xfrm>
            <a:off x="444240" y="2765880"/>
            <a:ext cx="4082040" cy="532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6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Validation studies</a:t>
            </a:r>
            <a:endParaRPr b="0" lang="en-US" sz="3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94" name=""/>
          <p:cNvSpPr/>
          <p:nvPr/>
        </p:nvSpPr>
        <p:spPr>
          <a:xfrm>
            <a:off x="174960" y="255960"/>
            <a:ext cx="49320" cy="381240"/>
          </a:xfrm>
          <a:custGeom>
            <a:avLst/>
            <a:gdLst/>
            <a:ahLst/>
            <a:rect l="0" t="0" r="r" b="b"/>
            <a:pathLst>
              <a:path w="137" h="1059">
                <a:moveTo>
                  <a:pt x="0" y="1059"/>
                </a:moveTo>
                <a:lnTo>
                  <a:pt x="137" y="1059"/>
                </a:lnTo>
                <a:lnTo>
                  <a:pt x="137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95" name=""/>
          <p:cNvSpPr/>
          <p:nvPr/>
        </p:nvSpPr>
        <p:spPr>
          <a:xfrm>
            <a:off x="9681840" y="255960"/>
            <a:ext cx="48960" cy="381240"/>
          </a:xfrm>
          <a:custGeom>
            <a:avLst/>
            <a:gdLst/>
            <a:ahLst/>
            <a:rect l="0" t="0" r="r" b="b"/>
            <a:pathLst>
              <a:path w="136" h="1059">
                <a:moveTo>
                  <a:pt x="0" y="1059"/>
                </a:moveTo>
                <a:lnTo>
                  <a:pt x="136" y="1059"/>
                </a:lnTo>
                <a:lnTo>
                  <a:pt x="136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196" name=""/>
          <p:cNvSpPr/>
          <p:nvPr/>
        </p:nvSpPr>
        <p:spPr>
          <a:xfrm>
            <a:off x="222480" y="255960"/>
            <a:ext cx="9494640" cy="50400"/>
          </a:xfrm>
          <a:custGeom>
            <a:avLst/>
            <a:gdLst/>
            <a:ahLst/>
            <a:rect l="0" t="0" r="r" b="b"/>
            <a:pathLst>
              <a:path w="26374" h="140">
                <a:moveTo>
                  <a:pt x="0" y="140"/>
                </a:moveTo>
                <a:lnTo>
                  <a:pt x="26374" y="140"/>
                </a:lnTo>
                <a:lnTo>
                  <a:pt x="26374" y="0"/>
                </a:lnTo>
                <a:lnTo>
                  <a:pt x="0" y="0"/>
                </a:lnTo>
                <a:lnTo>
                  <a:pt x="0" y="140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197" name="" descr=""/>
          <p:cNvPicPr/>
          <p:nvPr/>
        </p:nvPicPr>
        <p:blipFill>
          <a:blip r:embed="rId1"/>
          <a:stretch/>
        </p:blipFill>
        <p:spPr>
          <a:xfrm>
            <a:off x="475560" y="6284880"/>
            <a:ext cx="679320" cy="193320"/>
          </a:xfrm>
          <a:prstGeom prst="rect">
            <a:avLst/>
          </a:prstGeom>
          <a:ln w="0">
            <a:noFill/>
          </a:ln>
        </p:spPr>
      </p:pic>
      <p:sp>
        <p:nvSpPr>
          <p:cNvPr id="30198" name=""/>
          <p:cNvSpPr/>
          <p:nvPr/>
        </p:nvSpPr>
        <p:spPr>
          <a:xfrm>
            <a:off x="1252440" y="6303240"/>
            <a:ext cx="0" cy="146160"/>
          </a:xfrm>
          <a:prstGeom prst="line">
            <a:avLst/>
          </a:prstGeom>
          <a:ln w="12600">
            <a:solidFill>
              <a:srgbClr val="7f7f7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199" name=""/>
          <p:cNvSpPr txBox="1"/>
          <p:nvPr/>
        </p:nvSpPr>
        <p:spPr>
          <a:xfrm>
            <a:off x="444240" y="3453840"/>
            <a:ext cx="737856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40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InBody vs Gold Standards</a:t>
            </a:r>
            <a:endParaRPr b="0" lang="en-US" sz="40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200" name="" descr=""/>
          <p:cNvPicPr/>
          <p:nvPr/>
        </p:nvPicPr>
        <p:blipFill>
          <a:blip r:embed="rId2"/>
          <a:stretch/>
        </p:blipFill>
        <p:spPr>
          <a:xfrm>
            <a:off x="6146280" y="1094400"/>
            <a:ext cx="3625200" cy="5435640"/>
          </a:xfrm>
          <a:prstGeom prst="rect">
            <a:avLst/>
          </a:prstGeom>
          <a:ln w="0">
            <a:noFill/>
          </a:ln>
        </p:spPr>
      </p:pic>
      <p:sp>
        <p:nvSpPr>
          <p:cNvPr id="30201" name=""/>
          <p:cNvSpPr txBox="1"/>
          <p:nvPr/>
        </p:nvSpPr>
        <p:spPr>
          <a:xfrm>
            <a:off x="444240" y="2284200"/>
            <a:ext cx="15858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InBody Basics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0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04" name=""/>
          <p:cNvSpPr/>
          <p:nvPr/>
        </p:nvSpPr>
        <p:spPr>
          <a:xfrm>
            <a:off x="174960" y="255960"/>
            <a:ext cx="49320" cy="381240"/>
          </a:xfrm>
          <a:custGeom>
            <a:avLst/>
            <a:gdLst/>
            <a:ahLst/>
            <a:rect l="0" t="0" r="r" b="b"/>
            <a:pathLst>
              <a:path w="137" h="1059">
                <a:moveTo>
                  <a:pt x="0" y="1059"/>
                </a:moveTo>
                <a:lnTo>
                  <a:pt x="137" y="1059"/>
                </a:lnTo>
                <a:lnTo>
                  <a:pt x="137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05" name=""/>
          <p:cNvSpPr/>
          <p:nvPr/>
        </p:nvSpPr>
        <p:spPr>
          <a:xfrm>
            <a:off x="9681840" y="255960"/>
            <a:ext cx="48960" cy="381240"/>
          </a:xfrm>
          <a:custGeom>
            <a:avLst/>
            <a:gdLst/>
            <a:ahLst/>
            <a:rect l="0" t="0" r="r" b="b"/>
            <a:pathLst>
              <a:path w="136" h="1059">
                <a:moveTo>
                  <a:pt x="0" y="1059"/>
                </a:moveTo>
                <a:lnTo>
                  <a:pt x="136" y="1059"/>
                </a:lnTo>
                <a:lnTo>
                  <a:pt x="136" y="0"/>
                </a:lnTo>
                <a:lnTo>
                  <a:pt x="0" y="0"/>
                </a:lnTo>
                <a:lnTo>
                  <a:pt x="0" y="1059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06" name=""/>
          <p:cNvSpPr/>
          <p:nvPr/>
        </p:nvSpPr>
        <p:spPr>
          <a:xfrm>
            <a:off x="222480" y="255960"/>
            <a:ext cx="9494640" cy="50400"/>
          </a:xfrm>
          <a:custGeom>
            <a:avLst/>
            <a:gdLst/>
            <a:ahLst/>
            <a:rect l="0" t="0" r="r" b="b"/>
            <a:pathLst>
              <a:path w="26374" h="140">
                <a:moveTo>
                  <a:pt x="0" y="140"/>
                </a:moveTo>
                <a:lnTo>
                  <a:pt x="26374" y="140"/>
                </a:lnTo>
                <a:lnTo>
                  <a:pt x="26374" y="0"/>
                </a:lnTo>
                <a:lnTo>
                  <a:pt x="0" y="0"/>
                </a:lnTo>
                <a:lnTo>
                  <a:pt x="0" y="140"/>
                </a:lnTo>
                <a:close/>
              </a:path>
            </a:pathLst>
          </a:custGeom>
          <a:solidFill>
            <a:srgbClr val="90001f"/>
          </a:solidFill>
          <a:ln w="12600">
            <a:solidFill>
              <a:srgbClr val="90001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07" name=""/>
          <p:cNvSpPr/>
          <p:nvPr/>
        </p:nvSpPr>
        <p:spPr>
          <a:xfrm>
            <a:off x="2633400" y="3262680"/>
            <a:ext cx="686880" cy="0"/>
          </a:xfrm>
          <a:prstGeom prst="line">
            <a:avLst/>
          </a:prstGeom>
          <a:ln w="6120">
            <a:solidFill>
              <a:srgbClr val="e2d3c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08" name=""/>
          <p:cNvSpPr/>
          <p:nvPr/>
        </p:nvSpPr>
        <p:spPr>
          <a:xfrm>
            <a:off x="2633400" y="4559760"/>
            <a:ext cx="686880" cy="0"/>
          </a:xfrm>
          <a:prstGeom prst="line">
            <a:avLst/>
          </a:prstGeom>
          <a:ln w="6120">
            <a:solidFill>
              <a:srgbClr val="e2d3c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09" name=""/>
          <p:cNvSpPr/>
          <p:nvPr/>
        </p:nvSpPr>
        <p:spPr>
          <a:xfrm>
            <a:off x="2633400" y="1915560"/>
            <a:ext cx="686880" cy="0"/>
          </a:xfrm>
          <a:prstGeom prst="line">
            <a:avLst/>
          </a:prstGeom>
          <a:ln w="6120">
            <a:solidFill>
              <a:srgbClr val="e2d3c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10" name=""/>
          <p:cNvSpPr/>
          <p:nvPr/>
        </p:nvSpPr>
        <p:spPr>
          <a:xfrm>
            <a:off x="2264400" y="1719000"/>
            <a:ext cx="389160" cy="388800"/>
          </a:xfrm>
          <a:custGeom>
            <a:avLst/>
            <a:gdLst/>
            <a:ahLst/>
            <a:rect l="0" t="0" r="r" b="b"/>
            <a:pathLst>
              <a:path w="1081" h="1080">
                <a:moveTo>
                  <a:pt x="0" y="540"/>
                </a:moveTo>
                <a:cubicBezTo>
                  <a:pt x="0" y="242"/>
                  <a:pt x="242" y="0"/>
                  <a:pt x="540" y="0"/>
                </a:cubicBezTo>
                <a:cubicBezTo>
                  <a:pt x="839" y="0"/>
                  <a:pt x="1081" y="242"/>
                  <a:pt x="1081" y="540"/>
                </a:cubicBezTo>
                <a:cubicBezTo>
                  <a:pt x="1081" y="839"/>
                  <a:pt x="839" y="1080"/>
                  <a:pt x="540" y="1080"/>
                </a:cubicBezTo>
                <a:cubicBezTo>
                  <a:pt x="242" y="1080"/>
                  <a:pt x="0" y="839"/>
                  <a:pt x="0" y="540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11" name=""/>
          <p:cNvSpPr/>
          <p:nvPr/>
        </p:nvSpPr>
        <p:spPr>
          <a:xfrm>
            <a:off x="3242880" y="1528560"/>
            <a:ext cx="4270680" cy="841320"/>
          </a:xfrm>
          <a:custGeom>
            <a:avLst/>
            <a:gdLst/>
            <a:ahLst/>
            <a:rect l="0" t="0" r="r" b="b"/>
            <a:pathLst>
              <a:path w="11863" h="2337">
                <a:moveTo>
                  <a:pt x="0" y="2337"/>
                </a:moveTo>
                <a:lnTo>
                  <a:pt x="11863" y="2337"/>
                </a:lnTo>
                <a:lnTo>
                  <a:pt x="11863" y="0"/>
                </a:lnTo>
                <a:lnTo>
                  <a:pt x="0" y="0"/>
                </a:lnTo>
                <a:lnTo>
                  <a:pt x="0" y="2337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12" name=""/>
          <p:cNvSpPr/>
          <p:nvPr/>
        </p:nvSpPr>
        <p:spPr>
          <a:xfrm>
            <a:off x="3242880" y="2837520"/>
            <a:ext cx="4270680" cy="841680"/>
          </a:xfrm>
          <a:custGeom>
            <a:avLst/>
            <a:gdLst/>
            <a:ahLst/>
            <a:rect l="0" t="0" r="r" b="b"/>
            <a:pathLst>
              <a:path w="11863" h="2338">
                <a:moveTo>
                  <a:pt x="0" y="2338"/>
                </a:moveTo>
                <a:lnTo>
                  <a:pt x="11863" y="2338"/>
                </a:lnTo>
                <a:lnTo>
                  <a:pt x="11863" y="0"/>
                </a:lnTo>
                <a:lnTo>
                  <a:pt x="0" y="0"/>
                </a:lnTo>
                <a:lnTo>
                  <a:pt x="0" y="2338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13" name=""/>
          <p:cNvSpPr/>
          <p:nvPr/>
        </p:nvSpPr>
        <p:spPr>
          <a:xfrm>
            <a:off x="3242880" y="4145040"/>
            <a:ext cx="4270680" cy="841680"/>
          </a:xfrm>
          <a:custGeom>
            <a:avLst/>
            <a:gdLst/>
            <a:ahLst/>
            <a:rect l="0" t="0" r="r" b="b"/>
            <a:pathLst>
              <a:path w="11863" h="2338">
                <a:moveTo>
                  <a:pt x="0" y="2338"/>
                </a:moveTo>
                <a:lnTo>
                  <a:pt x="11863" y="2338"/>
                </a:lnTo>
                <a:lnTo>
                  <a:pt x="11863" y="0"/>
                </a:lnTo>
                <a:lnTo>
                  <a:pt x="0" y="0"/>
                </a:lnTo>
                <a:lnTo>
                  <a:pt x="0" y="2338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14" name=""/>
          <p:cNvSpPr/>
          <p:nvPr/>
        </p:nvSpPr>
        <p:spPr>
          <a:xfrm>
            <a:off x="3242880" y="2369520"/>
            <a:ext cx="4270680" cy="468360"/>
          </a:xfrm>
          <a:custGeom>
            <a:avLst/>
            <a:gdLst/>
            <a:ahLst/>
            <a:rect l="0" t="0" r="r" b="b"/>
            <a:pathLst>
              <a:path w="11863" h="1301">
                <a:moveTo>
                  <a:pt x="0" y="1301"/>
                </a:moveTo>
                <a:lnTo>
                  <a:pt x="1615" y="0"/>
                </a:lnTo>
                <a:lnTo>
                  <a:pt x="11863" y="0"/>
                </a:lnTo>
                <a:lnTo>
                  <a:pt x="10248" y="1301"/>
                </a:lnTo>
                <a:lnTo>
                  <a:pt x="0" y="1301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15" name=""/>
          <p:cNvSpPr/>
          <p:nvPr/>
        </p:nvSpPr>
        <p:spPr>
          <a:xfrm>
            <a:off x="3242880" y="3678840"/>
            <a:ext cx="4270680" cy="466560"/>
          </a:xfrm>
          <a:custGeom>
            <a:avLst/>
            <a:gdLst/>
            <a:ahLst/>
            <a:rect l="0" t="0" r="r" b="b"/>
            <a:pathLst>
              <a:path w="11863" h="1296">
                <a:moveTo>
                  <a:pt x="0" y="1296"/>
                </a:moveTo>
                <a:lnTo>
                  <a:pt x="1610" y="0"/>
                </a:lnTo>
                <a:lnTo>
                  <a:pt x="11863" y="0"/>
                </a:lnTo>
                <a:lnTo>
                  <a:pt x="10253" y="1296"/>
                </a:lnTo>
                <a:lnTo>
                  <a:pt x="0" y="129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16" name=""/>
          <p:cNvSpPr txBox="1"/>
          <p:nvPr/>
        </p:nvSpPr>
        <p:spPr>
          <a:xfrm>
            <a:off x="436320" y="437040"/>
            <a:ext cx="183708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90001f"/>
                </a:solidFill>
                <a:latin typeface="Malgun Gothic"/>
                <a:ea typeface="Malgun Gothic"/>
              </a:rPr>
              <a:t>CONTENTS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17" name=""/>
          <p:cNvSpPr txBox="1"/>
          <p:nvPr/>
        </p:nvSpPr>
        <p:spPr>
          <a:xfrm>
            <a:off x="2364480" y="179568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01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18" name=""/>
          <p:cNvSpPr txBox="1"/>
          <p:nvPr/>
        </p:nvSpPr>
        <p:spPr>
          <a:xfrm>
            <a:off x="3534480" y="1777680"/>
            <a:ext cx="404244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Precautions for DEXA validation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19" name=""/>
          <p:cNvSpPr txBox="1"/>
          <p:nvPr/>
        </p:nvSpPr>
        <p:spPr>
          <a:xfrm>
            <a:off x="3534480" y="3107880"/>
            <a:ext cx="24436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InBodyvs DEXA, CT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20" name=""/>
          <p:cNvSpPr txBox="1"/>
          <p:nvPr/>
        </p:nvSpPr>
        <p:spPr>
          <a:xfrm>
            <a:off x="3534480" y="4416480"/>
            <a:ext cx="143928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InBodyvs D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21" name=""/>
          <p:cNvSpPr txBox="1"/>
          <p:nvPr/>
        </p:nvSpPr>
        <p:spPr>
          <a:xfrm>
            <a:off x="4507200" y="4558320"/>
            <a:ext cx="168840" cy="196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330" spc="-1" strike="noStrike">
                <a:solidFill>
                  <a:srgbClr val="000000"/>
                </a:solidFill>
                <a:latin typeface="Calibri Light"/>
                <a:ea typeface="Calibri Light"/>
              </a:rPr>
              <a:t>2</a:t>
            </a:r>
            <a:endParaRPr b="0" lang="en-US" sz="13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22" name=""/>
          <p:cNvSpPr/>
          <p:nvPr/>
        </p:nvSpPr>
        <p:spPr>
          <a:xfrm>
            <a:off x="2264400" y="3076920"/>
            <a:ext cx="389160" cy="388800"/>
          </a:xfrm>
          <a:custGeom>
            <a:avLst/>
            <a:gdLst/>
            <a:ahLst/>
            <a:rect l="0" t="0" r="r" b="b"/>
            <a:pathLst>
              <a:path w="1081" h="1080">
                <a:moveTo>
                  <a:pt x="0" y="539"/>
                </a:moveTo>
                <a:cubicBezTo>
                  <a:pt x="0" y="241"/>
                  <a:pt x="242" y="0"/>
                  <a:pt x="540" y="0"/>
                </a:cubicBezTo>
                <a:cubicBezTo>
                  <a:pt x="839" y="0"/>
                  <a:pt x="1081" y="241"/>
                  <a:pt x="1081" y="539"/>
                </a:cubicBezTo>
                <a:cubicBezTo>
                  <a:pt x="1081" y="838"/>
                  <a:pt x="839" y="1080"/>
                  <a:pt x="540" y="1080"/>
                </a:cubicBezTo>
                <a:cubicBezTo>
                  <a:pt x="242" y="1080"/>
                  <a:pt x="0" y="838"/>
                  <a:pt x="0" y="539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23" name=""/>
          <p:cNvSpPr txBox="1"/>
          <p:nvPr/>
        </p:nvSpPr>
        <p:spPr>
          <a:xfrm>
            <a:off x="4580280" y="4416480"/>
            <a:ext cx="2541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O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24" name=""/>
          <p:cNvSpPr/>
          <p:nvPr/>
        </p:nvSpPr>
        <p:spPr>
          <a:xfrm>
            <a:off x="2264400" y="4384440"/>
            <a:ext cx="389160" cy="388800"/>
          </a:xfrm>
          <a:custGeom>
            <a:avLst/>
            <a:gdLst/>
            <a:ahLst/>
            <a:rect l="0" t="0" r="r" b="b"/>
            <a:pathLst>
              <a:path w="1081" h="1080">
                <a:moveTo>
                  <a:pt x="0" y="541"/>
                </a:moveTo>
                <a:cubicBezTo>
                  <a:pt x="0" y="242"/>
                  <a:pt x="242" y="0"/>
                  <a:pt x="540" y="0"/>
                </a:cubicBezTo>
                <a:cubicBezTo>
                  <a:pt x="839" y="0"/>
                  <a:pt x="1081" y="242"/>
                  <a:pt x="1081" y="541"/>
                </a:cubicBezTo>
                <a:cubicBezTo>
                  <a:pt x="1081" y="839"/>
                  <a:pt x="839" y="1080"/>
                  <a:pt x="540" y="1080"/>
                </a:cubicBezTo>
                <a:cubicBezTo>
                  <a:pt x="242" y="1080"/>
                  <a:pt x="0" y="839"/>
                  <a:pt x="0" y="541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25" name=""/>
          <p:cNvSpPr txBox="1"/>
          <p:nvPr/>
        </p:nvSpPr>
        <p:spPr>
          <a:xfrm>
            <a:off x="2364480" y="315360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02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26" name=""/>
          <p:cNvSpPr txBox="1"/>
          <p:nvPr/>
        </p:nvSpPr>
        <p:spPr>
          <a:xfrm>
            <a:off x="2364480" y="446184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03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27" name=""/>
          <p:cNvSpPr txBox="1"/>
          <p:nvPr/>
        </p:nvSpPr>
        <p:spPr>
          <a:xfrm>
            <a:off x="6211080" y="2920680"/>
            <a:ext cx="30708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FFM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28" name=""/>
          <p:cNvSpPr txBox="1"/>
          <p:nvPr/>
        </p:nvSpPr>
        <p:spPr>
          <a:xfrm>
            <a:off x="6211080" y="3195000"/>
            <a:ext cx="32364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BFM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29" name=""/>
          <p:cNvSpPr/>
          <p:nvPr/>
        </p:nvSpPr>
        <p:spPr>
          <a:xfrm>
            <a:off x="6001200" y="3142440"/>
            <a:ext cx="0" cy="195120"/>
          </a:xfrm>
          <a:prstGeom prst="line">
            <a:avLst/>
          </a:prstGeom>
          <a:ln w="6120">
            <a:solidFill>
              <a:srgbClr val="7a2f2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30" name=""/>
          <p:cNvSpPr/>
          <p:nvPr/>
        </p:nvSpPr>
        <p:spPr>
          <a:xfrm>
            <a:off x="6001200" y="4482000"/>
            <a:ext cx="0" cy="195120"/>
          </a:xfrm>
          <a:prstGeom prst="line">
            <a:avLst/>
          </a:prstGeom>
          <a:ln w="6120">
            <a:solidFill>
              <a:srgbClr val="7a2f2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31" name=""/>
          <p:cNvSpPr/>
          <p:nvPr/>
        </p:nvSpPr>
        <p:spPr>
          <a:xfrm>
            <a:off x="3242880" y="5445000"/>
            <a:ext cx="4270680" cy="841680"/>
          </a:xfrm>
          <a:custGeom>
            <a:avLst/>
            <a:gdLst/>
            <a:ahLst/>
            <a:rect l="0" t="0" r="r" b="b"/>
            <a:pathLst>
              <a:path w="11863" h="2338">
                <a:moveTo>
                  <a:pt x="0" y="2338"/>
                </a:moveTo>
                <a:lnTo>
                  <a:pt x="11863" y="2338"/>
                </a:lnTo>
                <a:lnTo>
                  <a:pt x="11863" y="0"/>
                </a:lnTo>
                <a:lnTo>
                  <a:pt x="0" y="0"/>
                </a:lnTo>
                <a:lnTo>
                  <a:pt x="0" y="2338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32" name=""/>
          <p:cNvSpPr/>
          <p:nvPr/>
        </p:nvSpPr>
        <p:spPr>
          <a:xfrm>
            <a:off x="3242880" y="4977360"/>
            <a:ext cx="4270680" cy="468000"/>
          </a:xfrm>
          <a:custGeom>
            <a:avLst/>
            <a:gdLst/>
            <a:ahLst/>
            <a:rect l="0" t="0" r="r" b="b"/>
            <a:pathLst>
              <a:path w="11863" h="1300">
                <a:moveTo>
                  <a:pt x="0" y="1300"/>
                </a:moveTo>
                <a:lnTo>
                  <a:pt x="1615" y="0"/>
                </a:lnTo>
                <a:lnTo>
                  <a:pt x="11863" y="0"/>
                </a:lnTo>
                <a:lnTo>
                  <a:pt x="10248" y="1300"/>
                </a:lnTo>
                <a:lnTo>
                  <a:pt x="0" y="1300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33" name=""/>
          <p:cNvSpPr txBox="1"/>
          <p:nvPr/>
        </p:nvSpPr>
        <p:spPr>
          <a:xfrm>
            <a:off x="6211080" y="3469320"/>
            <a:ext cx="36036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SMM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34" name=""/>
          <p:cNvSpPr/>
          <p:nvPr/>
        </p:nvSpPr>
        <p:spPr>
          <a:xfrm>
            <a:off x="2264400" y="5684400"/>
            <a:ext cx="389160" cy="388800"/>
          </a:xfrm>
          <a:custGeom>
            <a:avLst/>
            <a:gdLst/>
            <a:ahLst/>
            <a:rect l="0" t="0" r="r" b="b"/>
            <a:pathLst>
              <a:path w="1081" h="1080">
                <a:moveTo>
                  <a:pt x="0" y="540"/>
                </a:moveTo>
                <a:cubicBezTo>
                  <a:pt x="0" y="241"/>
                  <a:pt x="242" y="0"/>
                  <a:pt x="540" y="0"/>
                </a:cubicBezTo>
                <a:cubicBezTo>
                  <a:pt x="839" y="0"/>
                  <a:pt x="1081" y="241"/>
                  <a:pt x="1081" y="540"/>
                </a:cubicBezTo>
                <a:cubicBezTo>
                  <a:pt x="1081" y="838"/>
                  <a:pt x="839" y="1080"/>
                  <a:pt x="540" y="1080"/>
                </a:cubicBezTo>
                <a:cubicBezTo>
                  <a:pt x="242" y="1080"/>
                  <a:pt x="0" y="838"/>
                  <a:pt x="0" y="540"/>
                </a:cubicBez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35" name=""/>
          <p:cNvSpPr txBox="1"/>
          <p:nvPr/>
        </p:nvSpPr>
        <p:spPr>
          <a:xfrm>
            <a:off x="3534480" y="5716080"/>
            <a:ext cx="194832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InBodyvs DEXA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36" name=""/>
          <p:cNvSpPr txBox="1"/>
          <p:nvPr/>
        </p:nvSpPr>
        <p:spPr>
          <a:xfrm>
            <a:off x="2364480" y="5761800"/>
            <a:ext cx="2901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04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37" name=""/>
          <p:cNvSpPr/>
          <p:nvPr/>
        </p:nvSpPr>
        <p:spPr>
          <a:xfrm>
            <a:off x="6001200" y="5781960"/>
            <a:ext cx="0" cy="195120"/>
          </a:xfrm>
          <a:prstGeom prst="line">
            <a:avLst/>
          </a:prstGeom>
          <a:ln w="6120">
            <a:solidFill>
              <a:srgbClr val="7a2f2f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2880" bIns="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38" name=""/>
          <p:cNvSpPr txBox="1"/>
          <p:nvPr/>
        </p:nvSpPr>
        <p:spPr>
          <a:xfrm>
            <a:off x="6211080" y="5780880"/>
            <a:ext cx="31464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BMC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3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4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41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242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30243" name=""/>
          <p:cNvSpPr/>
          <p:nvPr/>
        </p:nvSpPr>
        <p:spPr>
          <a:xfrm>
            <a:off x="3861720" y="2905920"/>
            <a:ext cx="2409840" cy="369360"/>
          </a:xfrm>
          <a:custGeom>
            <a:avLst/>
            <a:gdLst/>
            <a:ahLst/>
            <a:rect l="0" t="0" r="r" b="b"/>
            <a:pathLst>
              <a:path w="6694" h="1026">
                <a:moveTo>
                  <a:pt x="0" y="1026"/>
                </a:moveTo>
                <a:lnTo>
                  <a:pt x="6694" y="1026"/>
                </a:lnTo>
                <a:lnTo>
                  <a:pt x="6694" y="0"/>
                </a:lnTo>
                <a:lnTo>
                  <a:pt x="0" y="0"/>
                </a:lnTo>
                <a:lnTo>
                  <a:pt x="0" y="1026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44" name=""/>
          <p:cNvSpPr txBox="1"/>
          <p:nvPr/>
        </p:nvSpPr>
        <p:spPr>
          <a:xfrm>
            <a:off x="2458800" y="2249280"/>
            <a:ext cx="806112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Precautions for DEXA validation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45" name=""/>
          <p:cNvSpPr txBox="1"/>
          <p:nvPr/>
        </p:nvSpPr>
        <p:spPr>
          <a:xfrm>
            <a:off x="4355280" y="2953800"/>
            <a:ext cx="18219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InBody vs DEXA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4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4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48" name=""/>
          <p:cNvSpPr txBox="1"/>
          <p:nvPr/>
        </p:nvSpPr>
        <p:spPr>
          <a:xfrm>
            <a:off x="428040" y="960840"/>
            <a:ext cx="131760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40403"/>
                </a:solidFill>
                <a:latin typeface="Calibri Light"/>
                <a:ea typeface="Calibri Light"/>
              </a:rPr>
              <a:t>Definition: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49" name=""/>
          <p:cNvSpPr txBox="1"/>
          <p:nvPr/>
        </p:nvSpPr>
        <p:spPr>
          <a:xfrm>
            <a:off x="428040" y="1289880"/>
            <a:ext cx="709632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040403"/>
                </a:solidFill>
                <a:latin typeface="Calibri Light"/>
                <a:ea typeface="Calibri Light"/>
              </a:rPr>
              <a:t>Loss of muscle tissue as a natural part of aging process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50" name=""/>
          <p:cNvSpPr/>
          <p:nvPr/>
        </p:nvSpPr>
        <p:spPr>
          <a:xfrm>
            <a:off x="2117520" y="2353680"/>
            <a:ext cx="6056640" cy="1315440"/>
          </a:xfrm>
          <a:custGeom>
            <a:avLst/>
            <a:gdLst/>
            <a:ahLst/>
            <a:rect l="0" t="0" r="r" b="b"/>
            <a:pathLst>
              <a:path w="16824" h="3654">
                <a:moveTo>
                  <a:pt x="0" y="609"/>
                </a:moveTo>
                <a:cubicBezTo>
                  <a:pt x="0" y="273"/>
                  <a:pt x="272" y="0"/>
                  <a:pt x="609" y="0"/>
                </a:cubicBezTo>
                <a:lnTo>
                  <a:pt x="16215" y="0"/>
                </a:lnTo>
                <a:cubicBezTo>
                  <a:pt x="16551" y="0"/>
                  <a:pt x="16824" y="273"/>
                  <a:pt x="16824" y="609"/>
                </a:cubicBezTo>
                <a:lnTo>
                  <a:pt x="16824" y="3045"/>
                </a:lnTo>
                <a:cubicBezTo>
                  <a:pt x="16824" y="3382"/>
                  <a:pt x="16551" y="3654"/>
                  <a:pt x="16215" y="3654"/>
                </a:cubicBezTo>
                <a:lnTo>
                  <a:pt x="609" y="3654"/>
                </a:lnTo>
                <a:cubicBezTo>
                  <a:pt x="272" y="3654"/>
                  <a:pt x="0" y="3382"/>
                  <a:pt x="0" y="3045"/>
                </a:cubicBezTo>
                <a:lnTo>
                  <a:pt x="0" y="609"/>
                </a:lnTo>
                <a:close/>
              </a:path>
            </a:pathLst>
          </a:custGeom>
          <a:noFill/>
          <a:ln w="18720">
            <a:solidFill>
              <a:srgbClr val="c0000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51" name=""/>
          <p:cNvSpPr/>
          <p:nvPr/>
        </p:nvSpPr>
        <p:spPr>
          <a:xfrm>
            <a:off x="1630440" y="2162520"/>
            <a:ext cx="972720" cy="381240"/>
          </a:xfrm>
          <a:custGeom>
            <a:avLst/>
            <a:gdLst/>
            <a:ahLst/>
            <a:rect l="0" t="0" r="r" b="b"/>
            <a:pathLst>
              <a:path w="2702" h="1059">
                <a:moveTo>
                  <a:pt x="0" y="176"/>
                </a:moveTo>
                <a:cubicBezTo>
                  <a:pt x="0" y="79"/>
                  <a:pt x="79" y="0"/>
                  <a:pt x="177" y="0"/>
                </a:cubicBezTo>
                <a:lnTo>
                  <a:pt x="2526" y="0"/>
                </a:lnTo>
                <a:cubicBezTo>
                  <a:pt x="2623" y="0"/>
                  <a:pt x="2702" y="79"/>
                  <a:pt x="2702" y="176"/>
                </a:cubicBezTo>
                <a:lnTo>
                  <a:pt x="2702" y="883"/>
                </a:lnTo>
                <a:cubicBezTo>
                  <a:pt x="2702" y="980"/>
                  <a:pt x="2623" y="1059"/>
                  <a:pt x="2526" y="1059"/>
                </a:cubicBezTo>
                <a:lnTo>
                  <a:pt x="177" y="1059"/>
                </a:lnTo>
                <a:cubicBezTo>
                  <a:pt x="79" y="1059"/>
                  <a:pt x="0" y="980"/>
                  <a:pt x="0" y="883"/>
                </a:cubicBezTo>
                <a:lnTo>
                  <a:pt x="0" y="176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52" name=""/>
          <p:cNvSpPr txBox="1"/>
          <p:nvPr/>
        </p:nvSpPr>
        <p:spPr>
          <a:xfrm>
            <a:off x="6144480" y="6677640"/>
            <a:ext cx="4428360" cy="1832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89" spc="-1" strike="noStrike">
                <a:solidFill>
                  <a:srgbClr val="7f7f7f"/>
                </a:solidFill>
                <a:latin typeface="Calibri Light"/>
                <a:ea typeface="Calibri Light"/>
              </a:rPr>
              <a:t>*Ref 1. </a:t>
            </a:r>
            <a:r>
              <a:rPr b="0" lang="zh-CN" sz="989" spc="-1" strike="noStrike">
                <a:solidFill>
                  <a:srgbClr val="7f7f7f"/>
                </a:solidFill>
                <a:latin typeface="MalgunGothic"/>
                <a:ea typeface="MalgunGothic"/>
              </a:rPr>
              <a:t>문연실</a:t>
            </a:r>
            <a:r>
              <a:rPr b="0" lang="en-US" sz="989" spc="-1" strike="noStrike">
                <a:solidFill>
                  <a:srgbClr val="7f7f7f"/>
                </a:solidFill>
                <a:latin typeface="Calibri Light"/>
                <a:ea typeface="Calibri Light"/>
              </a:rPr>
              <a:t>, </a:t>
            </a:r>
            <a:r>
              <a:rPr b="0" lang="zh-CN" sz="989" spc="-1" strike="noStrike">
                <a:solidFill>
                  <a:srgbClr val="7f7f7f"/>
                </a:solidFill>
                <a:latin typeface="MalgunGothic"/>
                <a:ea typeface="MalgunGothic"/>
              </a:rPr>
              <a:t>한설희</a:t>
            </a:r>
            <a:r>
              <a:rPr b="0" lang="en-US" sz="989" spc="-1" strike="noStrike">
                <a:solidFill>
                  <a:srgbClr val="7f7f7f"/>
                </a:solidFill>
                <a:latin typeface="Calibri Light"/>
                <a:ea typeface="Calibri Light"/>
              </a:rPr>
              <a:t>, J Korean Neurol Assoc. 2017;35(4 suppl):16-19</a:t>
            </a:r>
            <a:endParaRPr b="0" lang="en-US" sz="98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53" name=""/>
          <p:cNvSpPr/>
          <p:nvPr/>
        </p:nvSpPr>
        <p:spPr>
          <a:xfrm>
            <a:off x="2117520" y="4386600"/>
            <a:ext cx="6056640" cy="1315800"/>
          </a:xfrm>
          <a:custGeom>
            <a:avLst/>
            <a:gdLst/>
            <a:ahLst/>
            <a:rect l="0" t="0" r="r" b="b"/>
            <a:pathLst>
              <a:path w="16824" h="3655">
                <a:moveTo>
                  <a:pt x="0" y="610"/>
                </a:moveTo>
                <a:cubicBezTo>
                  <a:pt x="0" y="273"/>
                  <a:pt x="272" y="0"/>
                  <a:pt x="609" y="0"/>
                </a:cubicBezTo>
                <a:lnTo>
                  <a:pt x="16215" y="0"/>
                </a:lnTo>
                <a:cubicBezTo>
                  <a:pt x="16551" y="0"/>
                  <a:pt x="16824" y="273"/>
                  <a:pt x="16824" y="610"/>
                </a:cubicBezTo>
                <a:lnTo>
                  <a:pt x="16824" y="3046"/>
                </a:lnTo>
                <a:cubicBezTo>
                  <a:pt x="16824" y="3382"/>
                  <a:pt x="16551" y="3655"/>
                  <a:pt x="16215" y="3655"/>
                </a:cubicBezTo>
                <a:lnTo>
                  <a:pt x="609" y="3655"/>
                </a:lnTo>
                <a:cubicBezTo>
                  <a:pt x="272" y="3655"/>
                  <a:pt x="0" y="3382"/>
                  <a:pt x="0" y="3046"/>
                </a:cubicBezTo>
                <a:lnTo>
                  <a:pt x="0" y="610"/>
                </a:lnTo>
                <a:close/>
              </a:path>
            </a:pathLst>
          </a:custGeom>
          <a:noFill/>
          <a:ln w="18720">
            <a:solidFill>
              <a:srgbClr val="c0000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54" name=""/>
          <p:cNvSpPr/>
          <p:nvPr/>
        </p:nvSpPr>
        <p:spPr>
          <a:xfrm>
            <a:off x="1630440" y="4195440"/>
            <a:ext cx="972720" cy="381240"/>
          </a:xfrm>
          <a:custGeom>
            <a:avLst/>
            <a:gdLst/>
            <a:ahLst/>
            <a:rect l="0" t="0" r="r" b="b"/>
            <a:pathLst>
              <a:path w="2702" h="1059">
                <a:moveTo>
                  <a:pt x="0" y="176"/>
                </a:moveTo>
                <a:cubicBezTo>
                  <a:pt x="0" y="79"/>
                  <a:pt x="79" y="0"/>
                  <a:pt x="177" y="0"/>
                </a:cubicBezTo>
                <a:lnTo>
                  <a:pt x="2526" y="0"/>
                </a:lnTo>
                <a:cubicBezTo>
                  <a:pt x="2623" y="0"/>
                  <a:pt x="2702" y="79"/>
                  <a:pt x="2702" y="176"/>
                </a:cubicBezTo>
                <a:lnTo>
                  <a:pt x="2702" y="883"/>
                </a:lnTo>
                <a:cubicBezTo>
                  <a:pt x="2702" y="980"/>
                  <a:pt x="2623" y="1059"/>
                  <a:pt x="2526" y="1059"/>
                </a:cubicBezTo>
                <a:lnTo>
                  <a:pt x="177" y="1059"/>
                </a:lnTo>
                <a:cubicBezTo>
                  <a:pt x="79" y="1059"/>
                  <a:pt x="0" y="980"/>
                  <a:pt x="0" y="883"/>
                </a:cubicBezTo>
                <a:lnTo>
                  <a:pt x="0" y="176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55" name=""/>
          <p:cNvSpPr txBox="1"/>
          <p:nvPr/>
        </p:nvSpPr>
        <p:spPr>
          <a:xfrm>
            <a:off x="1857600" y="2202840"/>
            <a:ext cx="648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1998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56" name=""/>
          <p:cNvSpPr txBox="1"/>
          <p:nvPr/>
        </p:nvSpPr>
        <p:spPr>
          <a:xfrm>
            <a:off x="1857600" y="4236840"/>
            <a:ext cx="648360" cy="295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20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2010</a:t>
            </a:r>
            <a:endParaRPr b="0" lang="en-US" sz="20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57" name=""/>
          <p:cNvSpPr txBox="1"/>
          <p:nvPr/>
        </p:nvSpPr>
        <p:spPr>
          <a:xfrm>
            <a:off x="2372040" y="4585680"/>
            <a:ext cx="695484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Defining muscle function only with muscle mass seemed insufficient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58" name=""/>
          <p:cNvSpPr txBox="1"/>
          <p:nvPr/>
        </p:nvSpPr>
        <p:spPr>
          <a:xfrm>
            <a:off x="2617200" y="5072040"/>
            <a:ext cx="683748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Sarcopenia = Total concept of </a:t>
            </a:r>
            <a:r>
              <a:rPr b="1" lang="en-US" sz="18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muscle function decrease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59" name=""/>
          <p:cNvSpPr txBox="1"/>
          <p:nvPr/>
        </p:nvSpPr>
        <p:spPr>
          <a:xfrm>
            <a:off x="2778840" y="5346360"/>
            <a:ext cx="6619680" cy="209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4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Overall assessment of </a:t>
            </a:r>
            <a:r>
              <a:rPr b="1" lang="en-US" sz="14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muscle mass, strength, physical performance</a:t>
            </a:r>
            <a:endParaRPr b="0" lang="en-US" sz="14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0" name=""/>
          <p:cNvSpPr txBox="1"/>
          <p:nvPr/>
        </p:nvSpPr>
        <p:spPr>
          <a:xfrm>
            <a:off x="2233440" y="2519640"/>
            <a:ext cx="80323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Baumgartner attempted to </a:t>
            </a:r>
            <a:r>
              <a:rPr b="1" lang="en-US" sz="18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define sarcopenia by dividing muscle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1" name=""/>
          <p:cNvSpPr txBox="1"/>
          <p:nvPr/>
        </p:nvSpPr>
        <p:spPr>
          <a:xfrm>
            <a:off x="2856600" y="2793960"/>
            <a:ext cx="55328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mass measured by DXA with height &lt; 2SD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2" name=""/>
          <p:cNvSpPr txBox="1"/>
          <p:nvPr/>
        </p:nvSpPr>
        <p:spPr>
          <a:xfrm>
            <a:off x="6636600" y="2876040"/>
            <a:ext cx="1168200" cy="1634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 Light"/>
                <a:ea typeface="Calibri Light"/>
              </a:rPr>
              <a:t>(Young adults)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3" name=""/>
          <p:cNvSpPr txBox="1"/>
          <p:nvPr/>
        </p:nvSpPr>
        <p:spPr>
          <a:xfrm>
            <a:off x="3025800" y="3281400"/>
            <a:ext cx="17060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ASM/height(m)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4" name=""/>
          <p:cNvSpPr txBox="1"/>
          <p:nvPr/>
        </p:nvSpPr>
        <p:spPr>
          <a:xfrm>
            <a:off x="4434120" y="3283920"/>
            <a:ext cx="1519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2 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5" name=""/>
          <p:cNvSpPr txBox="1"/>
          <p:nvPr/>
        </p:nvSpPr>
        <p:spPr>
          <a:xfrm>
            <a:off x="4545360" y="3281400"/>
            <a:ext cx="12780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&lt;7.26kg/m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6" name=""/>
          <p:cNvSpPr txBox="1"/>
          <p:nvPr/>
        </p:nvSpPr>
        <p:spPr>
          <a:xfrm>
            <a:off x="5544000" y="3283920"/>
            <a:ext cx="1519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7" name=""/>
          <p:cNvSpPr txBox="1"/>
          <p:nvPr/>
        </p:nvSpPr>
        <p:spPr>
          <a:xfrm>
            <a:off x="5621760" y="3281400"/>
            <a:ext cx="16070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(M), 5.45kg/m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8" name=""/>
          <p:cNvSpPr txBox="1"/>
          <p:nvPr/>
        </p:nvSpPr>
        <p:spPr>
          <a:xfrm>
            <a:off x="6944760" y="3283920"/>
            <a:ext cx="1519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6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7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7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72" name=""/>
          <p:cNvSpPr txBox="1"/>
          <p:nvPr/>
        </p:nvSpPr>
        <p:spPr>
          <a:xfrm>
            <a:off x="7022520" y="3281400"/>
            <a:ext cx="3099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000000"/>
                </a:solidFill>
                <a:latin typeface="Calibri Light"/>
                <a:ea typeface="Calibri Light"/>
              </a:rPr>
              <a:t>(F)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273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274" name=""/>
          <p:cNvSpPr txBox="1"/>
          <p:nvPr/>
        </p:nvSpPr>
        <p:spPr>
          <a:xfrm>
            <a:off x="436320" y="423360"/>
            <a:ext cx="349668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What is Sarcopenia?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7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7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7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7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7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28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30281" name="" descr=""/>
          <p:cNvPicPr/>
          <p:nvPr/>
        </p:nvPicPr>
        <p:blipFill>
          <a:blip r:embed="rId2"/>
          <a:stretch/>
        </p:blipFill>
        <p:spPr>
          <a:xfrm>
            <a:off x="4794480" y="2855880"/>
            <a:ext cx="4257720" cy="1865160"/>
          </a:xfrm>
          <a:prstGeom prst="rect">
            <a:avLst/>
          </a:prstGeom>
          <a:ln w="0">
            <a:noFill/>
          </a:ln>
        </p:spPr>
      </p:pic>
      <p:pic>
        <p:nvPicPr>
          <p:cNvPr id="30282" name="" descr=""/>
          <p:cNvPicPr/>
          <p:nvPr/>
        </p:nvPicPr>
        <p:blipFill>
          <a:blip r:embed="rId3"/>
          <a:stretch/>
        </p:blipFill>
        <p:spPr>
          <a:xfrm>
            <a:off x="900720" y="1754280"/>
            <a:ext cx="2361960" cy="3821760"/>
          </a:xfrm>
          <a:prstGeom prst="rect">
            <a:avLst/>
          </a:prstGeom>
          <a:ln w="0">
            <a:noFill/>
          </a:ln>
        </p:spPr>
      </p:pic>
      <p:sp>
        <p:nvSpPr>
          <p:cNvPr id="30283" name=""/>
          <p:cNvSpPr txBox="1"/>
          <p:nvPr/>
        </p:nvSpPr>
        <p:spPr>
          <a:xfrm>
            <a:off x="436320" y="423360"/>
            <a:ext cx="54979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Precautions for DEXA validation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84" name=""/>
          <p:cNvSpPr txBox="1"/>
          <p:nvPr/>
        </p:nvSpPr>
        <p:spPr>
          <a:xfrm>
            <a:off x="3682440" y="3413160"/>
            <a:ext cx="433440" cy="4971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3209" spc="-1" strike="noStrike">
                <a:solidFill>
                  <a:srgbClr val="000000"/>
                </a:solidFill>
                <a:latin typeface="Calibri"/>
                <a:ea typeface="Calibri"/>
              </a:rPr>
              <a:t>VS</a:t>
            </a:r>
            <a:endParaRPr b="0" lang="en-US" sz="3209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8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8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8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8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8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29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291" name=""/>
          <p:cNvSpPr txBox="1"/>
          <p:nvPr/>
        </p:nvSpPr>
        <p:spPr>
          <a:xfrm>
            <a:off x="436320" y="423360"/>
            <a:ext cx="54979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Precautions for DEXA validation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92" name=""/>
          <p:cNvSpPr txBox="1"/>
          <p:nvPr/>
        </p:nvSpPr>
        <p:spPr>
          <a:xfrm>
            <a:off x="1198080" y="4543560"/>
            <a:ext cx="61632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InBody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93" name=""/>
          <p:cNvSpPr/>
          <p:nvPr/>
        </p:nvSpPr>
        <p:spPr>
          <a:xfrm>
            <a:off x="1949040" y="1732680"/>
            <a:ext cx="684720" cy="471240"/>
          </a:xfrm>
          <a:custGeom>
            <a:avLst/>
            <a:gdLst/>
            <a:ahLst/>
            <a:rect l="0" t="0" r="r" b="b"/>
            <a:pathLst>
              <a:path w="1902" h="1309">
                <a:moveTo>
                  <a:pt x="0" y="1309"/>
                </a:moveTo>
                <a:lnTo>
                  <a:pt x="1902" y="1309"/>
                </a:lnTo>
                <a:lnTo>
                  <a:pt x="1902" y="0"/>
                </a:lnTo>
                <a:lnTo>
                  <a:pt x="0" y="0"/>
                </a:lnTo>
                <a:lnTo>
                  <a:pt x="0" y="1309"/>
                </a:lnTo>
                <a:close/>
              </a:path>
            </a:pathLst>
          </a:custGeom>
          <a:solidFill>
            <a:srgbClr val="d9d9d9"/>
          </a:solidFill>
          <a:ln w="12600">
            <a:solidFill>
              <a:srgbClr val="bfbfb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94" name=""/>
          <p:cNvSpPr/>
          <p:nvPr/>
        </p:nvSpPr>
        <p:spPr>
          <a:xfrm>
            <a:off x="2691360" y="1732680"/>
            <a:ext cx="3874320" cy="471240"/>
          </a:xfrm>
          <a:custGeom>
            <a:avLst/>
            <a:gdLst/>
            <a:ahLst/>
            <a:rect l="0" t="0" r="r" b="b"/>
            <a:pathLst>
              <a:path w="10762" h="1309">
                <a:moveTo>
                  <a:pt x="0" y="1309"/>
                </a:moveTo>
                <a:lnTo>
                  <a:pt x="10762" y="1309"/>
                </a:lnTo>
                <a:lnTo>
                  <a:pt x="10762" y="0"/>
                </a:lnTo>
                <a:lnTo>
                  <a:pt x="0" y="0"/>
                </a:lnTo>
                <a:lnTo>
                  <a:pt x="0" y="1309"/>
                </a:lnTo>
                <a:close/>
              </a:path>
            </a:pathLst>
          </a:custGeom>
          <a:solidFill>
            <a:srgbClr val="4472c4"/>
          </a:solidFill>
          <a:ln w="12600">
            <a:solidFill>
              <a:srgbClr val="2f528f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295" name=""/>
          <p:cNvSpPr/>
          <p:nvPr/>
        </p:nvSpPr>
        <p:spPr>
          <a:xfrm>
            <a:off x="6618600" y="1732680"/>
            <a:ext cx="2195280" cy="471240"/>
          </a:xfrm>
          <a:custGeom>
            <a:avLst/>
            <a:gdLst/>
            <a:ahLst/>
            <a:rect l="0" t="0" r="r" b="b"/>
            <a:pathLst>
              <a:path w="6098" h="1309">
                <a:moveTo>
                  <a:pt x="0" y="1309"/>
                </a:moveTo>
                <a:lnTo>
                  <a:pt x="6098" y="1309"/>
                </a:lnTo>
                <a:lnTo>
                  <a:pt x="6098" y="0"/>
                </a:lnTo>
                <a:lnTo>
                  <a:pt x="0" y="0"/>
                </a:lnTo>
                <a:lnTo>
                  <a:pt x="0" y="1309"/>
                </a:lnTo>
                <a:close/>
              </a:path>
            </a:pathLst>
          </a:custGeom>
          <a:solidFill>
            <a:srgbClr val="ffff00"/>
          </a:solidFill>
          <a:ln w="12600">
            <a:solidFill>
              <a:srgbClr val="ffe36d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96" name=""/>
          <p:cNvSpPr txBox="1"/>
          <p:nvPr/>
        </p:nvSpPr>
        <p:spPr>
          <a:xfrm>
            <a:off x="1184400" y="1849680"/>
            <a:ext cx="48240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DEXA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97" name=""/>
          <p:cNvSpPr txBox="1"/>
          <p:nvPr/>
        </p:nvSpPr>
        <p:spPr>
          <a:xfrm>
            <a:off x="2014920" y="2262600"/>
            <a:ext cx="49140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Bone 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98" name=""/>
          <p:cNvSpPr txBox="1"/>
          <p:nvPr/>
        </p:nvSpPr>
        <p:spPr>
          <a:xfrm>
            <a:off x="2014920" y="2515680"/>
            <a:ext cx="6591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mineral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299" name=""/>
          <p:cNvSpPr txBox="1"/>
          <p:nvPr/>
        </p:nvSpPr>
        <p:spPr>
          <a:xfrm>
            <a:off x="4132440" y="2268360"/>
            <a:ext cx="51588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(Soft) 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00" name=""/>
          <p:cNvSpPr txBox="1"/>
          <p:nvPr/>
        </p:nvSpPr>
        <p:spPr>
          <a:xfrm>
            <a:off x="4132440" y="2521440"/>
            <a:ext cx="89064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Lean mass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01" name=""/>
          <p:cNvSpPr txBox="1"/>
          <p:nvPr/>
        </p:nvSpPr>
        <p:spPr>
          <a:xfrm>
            <a:off x="7536600" y="2256840"/>
            <a:ext cx="2703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Fat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02" name=""/>
          <p:cNvSpPr/>
          <p:nvPr/>
        </p:nvSpPr>
        <p:spPr>
          <a:xfrm>
            <a:off x="1949040" y="4436280"/>
            <a:ext cx="791280" cy="471240"/>
          </a:xfrm>
          <a:custGeom>
            <a:avLst/>
            <a:gdLst/>
            <a:ahLst/>
            <a:rect l="0" t="0" r="r" b="b"/>
            <a:pathLst>
              <a:path w="2198" h="1309">
                <a:moveTo>
                  <a:pt x="0" y="1309"/>
                </a:moveTo>
                <a:lnTo>
                  <a:pt x="2198" y="1309"/>
                </a:lnTo>
                <a:lnTo>
                  <a:pt x="2198" y="0"/>
                </a:lnTo>
                <a:lnTo>
                  <a:pt x="0" y="0"/>
                </a:lnTo>
                <a:lnTo>
                  <a:pt x="0" y="1309"/>
                </a:lnTo>
                <a:close/>
              </a:path>
            </a:pathLst>
          </a:custGeom>
          <a:solidFill>
            <a:srgbClr val="a6a6a6"/>
          </a:solidFill>
          <a:ln w="12600">
            <a:solidFill>
              <a:srgbClr val="787878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03" name=""/>
          <p:cNvSpPr/>
          <p:nvPr/>
        </p:nvSpPr>
        <p:spPr>
          <a:xfrm>
            <a:off x="2790360" y="4439160"/>
            <a:ext cx="2687040" cy="473040"/>
          </a:xfrm>
          <a:custGeom>
            <a:avLst/>
            <a:gdLst/>
            <a:ahLst/>
            <a:rect l="0" t="0" r="r" b="b"/>
            <a:pathLst>
              <a:path w="7464" h="1314">
                <a:moveTo>
                  <a:pt x="0" y="1314"/>
                </a:moveTo>
                <a:lnTo>
                  <a:pt x="7464" y="1314"/>
                </a:lnTo>
                <a:lnTo>
                  <a:pt x="7464" y="0"/>
                </a:lnTo>
                <a:lnTo>
                  <a:pt x="0" y="0"/>
                </a:lnTo>
                <a:lnTo>
                  <a:pt x="0" y="1314"/>
                </a:lnTo>
                <a:close/>
              </a:path>
            </a:pathLst>
          </a:custGeom>
          <a:solidFill>
            <a:srgbClr val="5b9bd5"/>
          </a:solidFill>
          <a:ln w="12600">
            <a:solidFill>
              <a:srgbClr val="41719c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04" name=""/>
          <p:cNvSpPr/>
          <p:nvPr/>
        </p:nvSpPr>
        <p:spPr>
          <a:xfrm>
            <a:off x="5550120" y="4436280"/>
            <a:ext cx="1015560" cy="471240"/>
          </a:xfrm>
          <a:custGeom>
            <a:avLst/>
            <a:gdLst/>
            <a:ahLst/>
            <a:rect l="0" t="0" r="r" b="b"/>
            <a:pathLst>
              <a:path w="2821" h="1309">
                <a:moveTo>
                  <a:pt x="0" y="1309"/>
                </a:moveTo>
                <a:lnTo>
                  <a:pt x="2821" y="1309"/>
                </a:lnTo>
                <a:lnTo>
                  <a:pt x="2821" y="0"/>
                </a:lnTo>
                <a:lnTo>
                  <a:pt x="0" y="0"/>
                </a:lnTo>
                <a:lnTo>
                  <a:pt x="0" y="1309"/>
                </a:lnTo>
                <a:close/>
              </a:path>
            </a:pathLst>
          </a:custGeom>
          <a:solidFill>
            <a:srgbClr val="70ad47"/>
          </a:solidFill>
          <a:ln w="12600">
            <a:solidFill>
              <a:srgbClr val="507e32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05" name=""/>
          <p:cNvSpPr txBox="1"/>
          <p:nvPr/>
        </p:nvSpPr>
        <p:spPr>
          <a:xfrm>
            <a:off x="7536600" y="2509920"/>
            <a:ext cx="43668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mass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06" name=""/>
          <p:cNvSpPr txBox="1"/>
          <p:nvPr/>
        </p:nvSpPr>
        <p:spPr>
          <a:xfrm>
            <a:off x="7514280" y="4963680"/>
            <a:ext cx="2703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Fat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07" name=""/>
          <p:cNvSpPr txBox="1"/>
          <p:nvPr/>
        </p:nvSpPr>
        <p:spPr>
          <a:xfrm>
            <a:off x="7514280" y="5216760"/>
            <a:ext cx="43668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mass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08" name=""/>
          <p:cNvSpPr txBox="1"/>
          <p:nvPr/>
        </p:nvSpPr>
        <p:spPr>
          <a:xfrm>
            <a:off x="5738760" y="4964040"/>
            <a:ext cx="63180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Protein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09" name=""/>
          <p:cNvSpPr txBox="1"/>
          <p:nvPr/>
        </p:nvSpPr>
        <p:spPr>
          <a:xfrm>
            <a:off x="3867120" y="4964040"/>
            <a:ext cx="5403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Water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0" name=""/>
          <p:cNvSpPr/>
          <p:nvPr/>
        </p:nvSpPr>
        <p:spPr>
          <a:xfrm>
            <a:off x="1949760" y="3952440"/>
            <a:ext cx="4616640" cy="314280"/>
          </a:xfrm>
          <a:custGeom>
            <a:avLst/>
            <a:gdLst/>
            <a:ahLst/>
            <a:rect l="0" t="0" r="r" b="b"/>
            <a:pathLst>
              <a:path fill="none" w="12824" h="873">
                <a:moveTo>
                  <a:pt x="0" y="873"/>
                </a:moveTo>
                <a:cubicBezTo>
                  <a:pt x="0" y="631"/>
                  <a:pt x="33" y="436"/>
                  <a:pt x="73" y="436"/>
                </a:cubicBezTo>
                <a:lnTo>
                  <a:pt x="6340" y="436"/>
                </a:lnTo>
                <a:cubicBezTo>
                  <a:pt x="6380" y="436"/>
                  <a:pt x="6412" y="241"/>
                  <a:pt x="6412" y="0"/>
                </a:cubicBezTo>
                <a:cubicBezTo>
                  <a:pt x="6412" y="241"/>
                  <a:pt x="6445" y="436"/>
                  <a:pt x="6485" y="436"/>
                </a:cubicBezTo>
                <a:lnTo>
                  <a:pt x="12751" y="436"/>
                </a:lnTo>
                <a:cubicBezTo>
                  <a:pt x="12791" y="436"/>
                  <a:pt x="12824" y="631"/>
                  <a:pt x="12824" y="873"/>
                </a:cubicBezTo>
              </a:path>
            </a:pathLst>
          </a:custGeom>
          <a:ln w="28440">
            <a:solidFill>
              <a:srgbClr val="7f7f7f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1" name=""/>
          <p:cNvSpPr txBox="1"/>
          <p:nvPr/>
        </p:nvSpPr>
        <p:spPr>
          <a:xfrm>
            <a:off x="2037600" y="4964040"/>
            <a:ext cx="66960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Mineral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2" name=""/>
          <p:cNvSpPr/>
          <p:nvPr/>
        </p:nvSpPr>
        <p:spPr>
          <a:xfrm>
            <a:off x="1949760" y="2780280"/>
            <a:ext cx="4616640" cy="314280"/>
          </a:xfrm>
          <a:custGeom>
            <a:avLst/>
            <a:gdLst/>
            <a:ahLst/>
            <a:rect l="0" t="0" r="r" b="b"/>
            <a:pathLst>
              <a:path fill="none" w="12824" h="873">
                <a:moveTo>
                  <a:pt x="12824" y="0"/>
                </a:moveTo>
                <a:cubicBezTo>
                  <a:pt x="12824" y="241"/>
                  <a:pt x="12791" y="436"/>
                  <a:pt x="12751" y="436"/>
                </a:cubicBezTo>
                <a:lnTo>
                  <a:pt x="6485" y="436"/>
                </a:lnTo>
                <a:cubicBezTo>
                  <a:pt x="6445" y="436"/>
                  <a:pt x="6412" y="632"/>
                  <a:pt x="6412" y="873"/>
                </a:cubicBezTo>
                <a:cubicBezTo>
                  <a:pt x="6412" y="632"/>
                  <a:pt x="6380" y="436"/>
                  <a:pt x="6340" y="436"/>
                </a:cubicBezTo>
                <a:lnTo>
                  <a:pt x="73" y="436"/>
                </a:lnTo>
                <a:cubicBezTo>
                  <a:pt x="33" y="436"/>
                  <a:pt x="0" y="241"/>
                  <a:pt x="0" y="0"/>
                </a:cubicBezTo>
              </a:path>
            </a:pathLst>
          </a:custGeom>
          <a:ln w="28440">
            <a:solidFill>
              <a:srgbClr val="7f7f7f"/>
            </a:solidFill>
            <a:miter/>
          </a:ln>
        </p:spPr>
        <p:txBody>
          <a:bodyPr lIns="14040" rIns="14040" tIns="14040" bIns="1404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3" name=""/>
          <p:cNvSpPr txBox="1"/>
          <p:nvPr/>
        </p:nvSpPr>
        <p:spPr>
          <a:xfrm>
            <a:off x="2881800" y="3384360"/>
            <a:ext cx="275004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Fat free mass (Lean body mass)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4" name=""/>
          <p:cNvSpPr txBox="1"/>
          <p:nvPr/>
        </p:nvSpPr>
        <p:spPr>
          <a:xfrm>
            <a:off x="1198800" y="5605920"/>
            <a:ext cx="21132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-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5" name=""/>
          <p:cNvSpPr txBox="1"/>
          <p:nvPr/>
        </p:nvSpPr>
        <p:spPr>
          <a:xfrm>
            <a:off x="1462320" y="5605920"/>
            <a:ext cx="28047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DEXA fat mass = InBody fat mass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6" name=""/>
          <p:cNvSpPr txBox="1"/>
          <p:nvPr/>
        </p:nvSpPr>
        <p:spPr>
          <a:xfrm>
            <a:off x="1198800" y="5859000"/>
            <a:ext cx="21132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-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7" name=""/>
          <p:cNvSpPr txBox="1"/>
          <p:nvPr/>
        </p:nvSpPr>
        <p:spPr>
          <a:xfrm>
            <a:off x="1462320" y="5859000"/>
            <a:ext cx="613620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DEXA bone mineral + lean mass = InBody fat free mass(lean body mass)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8" name=""/>
          <p:cNvSpPr txBox="1"/>
          <p:nvPr/>
        </p:nvSpPr>
        <p:spPr>
          <a:xfrm>
            <a:off x="1198800" y="6112080"/>
            <a:ext cx="21132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-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19" name=""/>
          <p:cNvSpPr txBox="1"/>
          <p:nvPr/>
        </p:nvSpPr>
        <p:spPr>
          <a:xfrm>
            <a:off x="1462320" y="6112080"/>
            <a:ext cx="32619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DEXA bone mineral ≠ InBody mineral  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20" name=""/>
          <p:cNvSpPr txBox="1"/>
          <p:nvPr/>
        </p:nvSpPr>
        <p:spPr>
          <a:xfrm>
            <a:off x="1198800" y="6366600"/>
            <a:ext cx="21132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-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21" name=""/>
          <p:cNvSpPr/>
          <p:nvPr/>
        </p:nvSpPr>
        <p:spPr>
          <a:xfrm>
            <a:off x="6636960" y="4425480"/>
            <a:ext cx="2195280" cy="472680"/>
          </a:xfrm>
          <a:custGeom>
            <a:avLst/>
            <a:gdLst/>
            <a:ahLst/>
            <a:rect l="0" t="0" r="r" b="b"/>
            <a:pathLst>
              <a:path w="6098" h="1313">
                <a:moveTo>
                  <a:pt x="0" y="1313"/>
                </a:moveTo>
                <a:lnTo>
                  <a:pt x="6098" y="1313"/>
                </a:lnTo>
                <a:lnTo>
                  <a:pt x="6098" y="0"/>
                </a:lnTo>
                <a:lnTo>
                  <a:pt x="0" y="0"/>
                </a:lnTo>
                <a:lnTo>
                  <a:pt x="0" y="1313"/>
                </a:lnTo>
                <a:close/>
              </a:path>
            </a:pathLst>
          </a:custGeom>
          <a:solidFill>
            <a:srgbClr val="ffff00"/>
          </a:solidFill>
          <a:ln w="12600">
            <a:solidFill>
              <a:srgbClr val="ffe36d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22" name=""/>
          <p:cNvSpPr txBox="1"/>
          <p:nvPr/>
        </p:nvSpPr>
        <p:spPr>
          <a:xfrm>
            <a:off x="1462320" y="6366600"/>
            <a:ext cx="437292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DEXA bone mineral = InBody bone mineral content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23" name=""/>
          <p:cNvSpPr txBox="1"/>
          <p:nvPr/>
        </p:nvSpPr>
        <p:spPr>
          <a:xfrm>
            <a:off x="657000" y="1173960"/>
            <a:ext cx="3251520" cy="3448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220" spc="-1" strike="noStrike">
                <a:solidFill>
                  <a:srgbClr val="000000"/>
                </a:solidFill>
                <a:latin typeface="Calibri"/>
                <a:ea typeface="Calibri"/>
              </a:rPr>
              <a:t>Comparison of DXA and BIA</a:t>
            </a:r>
            <a:endParaRPr b="0" lang="en-US" sz="222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2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2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2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2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2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329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30330" name="" descr=""/>
          <p:cNvPicPr/>
          <p:nvPr/>
        </p:nvPicPr>
        <p:blipFill>
          <a:blip r:embed="rId2"/>
          <a:stretch/>
        </p:blipFill>
        <p:spPr>
          <a:xfrm>
            <a:off x="5143680" y="1168920"/>
            <a:ext cx="4336920" cy="4850640"/>
          </a:xfrm>
          <a:prstGeom prst="rect">
            <a:avLst/>
          </a:prstGeom>
          <a:ln w="0">
            <a:noFill/>
          </a:ln>
        </p:spPr>
      </p:pic>
      <p:pic>
        <p:nvPicPr>
          <p:cNvPr id="30331" name="" descr=""/>
          <p:cNvPicPr/>
          <p:nvPr/>
        </p:nvPicPr>
        <p:blipFill>
          <a:blip r:embed="rId3"/>
          <a:stretch/>
        </p:blipFill>
        <p:spPr>
          <a:xfrm>
            <a:off x="542520" y="964800"/>
            <a:ext cx="4532040" cy="4251600"/>
          </a:xfrm>
          <a:prstGeom prst="rect">
            <a:avLst/>
          </a:prstGeom>
          <a:ln w="0">
            <a:noFill/>
          </a:ln>
        </p:spPr>
      </p:pic>
      <p:sp>
        <p:nvSpPr>
          <p:cNvPr id="30332" name=""/>
          <p:cNvSpPr/>
          <p:nvPr/>
        </p:nvSpPr>
        <p:spPr>
          <a:xfrm>
            <a:off x="3873240" y="4418640"/>
            <a:ext cx="279000" cy="180360"/>
          </a:xfrm>
          <a:custGeom>
            <a:avLst/>
            <a:gdLst/>
            <a:ahLst/>
            <a:rect l="0" t="0" r="r" b="b"/>
            <a:pathLst>
              <a:path w="775" h="501">
                <a:moveTo>
                  <a:pt x="0" y="501"/>
                </a:moveTo>
                <a:lnTo>
                  <a:pt x="775" y="501"/>
                </a:lnTo>
                <a:lnTo>
                  <a:pt x="775" y="0"/>
                </a:lnTo>
                <a:lnTo>
                  <a:pt x="0" y="0"/>
                </a:lnTo>
                <a:lnTo>
                  <a:pt x="0" y="501"/>
                </a:lnTo>
                <a:close/>
              </a:path>
            </a:pathLst>
          </a:custGeom>
          <a:noFill/>
          <a:ln w="34920">
            <a:solidFill>
              <a:srgbClr val="ed7d31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33" name=""/>
          <p:cNvSpPr/>
          <p:nvPr/>
        </p:nvSpPr>
        <p:spPr>
          <a:xfrm>
            <a:off x="4583160" y="4426200"/>
            <a:ext cx="275040" cy="177120"/>
          </a:xfrm>
          <a:custGeom>
            <a:avLst/>
            <a:gdLst/>
            <a:ahLst/>
            <a:rect l="0" t="0" r="r" b="b"/>
            <a:pathLst>
              <a:path w="764" h="492">
                <a:moveTo>
                  <a:pt x="0" y="492"/>
                </a:moveTo>
                <a:lnTo>
                  <a:pt x="764" y="492"/>
                </a:lnTo>
                <a:lnTo>
                  <a:pt x="764" y="0"/>
                </a:lnTo>
                <a:lnTo>
                  <a:pt x="0" y="0"/>
                </a:lnTo>
                <a:lnTo>
                  <a:pt x="0" y="492"/>
                </a:lnTo>
                <a:close/>
              </a:path>
            </a:pathLst>
          </a:custGeom>
          <a:noFill/>
          <a:ln w="34920">
            <a:solidFill>
              <a:srgbClr val="7f7f7f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34" name=""/>
          <p:cNvSpPr/>
          <p:nvPr/>
        </p:nvSpPr>
        <p:spPr>
          <a:xfrm>
            <a:off x="4223520" y="4427640"/>
            <a:ext cx="290160" cy="171360"/>
          </a:xfrm>
          <a:custGeom>
            <a:avLst/>
            <a:gdLst/>
            <a:ahLst/>
            <a:rect l="0" t="0" r="r" b="b"/>
            <a:pathLst>
              <a:path w="806" h="476">
                <a:moveTo>
                  <a:pt x="0" y="476"/>
                </a:moveTo>
                <a:lnTo>
                  <a:pt x="806" y="476"/>
                </a:lnTo>
                <a:lnTo>
                  <a:pt x="806" y="0"/>
                </a:lnTo>
                <a:lnTo>
                  <a:pt x="0" y="0"/>
                </a:lnTo>
                <a:lnTo>
                  <a:pt x="0" y="476"/>
                </a:lnTo>
                <a:close/>
              </a:path>
            </a:pathLst>
          </a:custGeom>
          <a:noFill/>
          <a:ln w="34920">
            <a:solidFill>
              <a:srgbClr val="7030a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35" name=""/>
          <p:cNvSpPr/>
          <p:nvPr/>
        </p:nvSpPr>
        <p:spPr>
          <a:xfrm>
            <a:off x="670320" y="5681160"/>
            <a:ext cx="8460000" cy="1372320"/>
          </a:xfrm>
          <a:custGeom>
            <a:avLst/>
            <a:gdLst/>
            <a:ahLst/>
            <a:rect l="0" t="0" r="r" b="b"/>
            <a:pathLst>
              <a:path w="23500" h="3812">
                <a:moveTo>
                  <a:pt x="0" y="3812"/>
                </a:moveTo>
                <a:lnTo>
                  <a:pt x="23500" y="3812"/>
                </a:lnTo>
                <a:lnTo>
                  <a:pt x="23500" y="0"/>
                </a:lnTo>
                <a:lnTo>
                  <a:pt x="0" y="0"/>
                </a:lnTo>
                <a:lnTo>
                  <a:pt x="0" y="3812"/>
                </a:lnTo>
                <a:close/>
              </a:path>
            </a:pathLst>
          </a:custGeom>
          <a:solidFill>
            <a:srgbClr val="ffffff">
              <a:alpha val="75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36" name=""/>
          <p:cNvSpPr txBox="1"/>
          <p:nvPr/>
        </p:nvSpPr>
        <p:spPr>
          <a:xfrm>
            <a:off x="436320" y="423360"/>
            <a:ext cx="54979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Precautions for DEXA validation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37" name=""/>
          <p:cNvSpPr txBox="1"/>
          <p:nvPr/>
        </p:nvSpPr>
        <p:spPr>
          <a:xfrm>
            <a:off x="762120" y="5724720"/>
            <a:ext cx="444024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ed7d31"/>
                </a:solidFill>
                <a:latin typeface="Calibri"/>
                <a:ea typeface="Calibri"/>
              </a:rPr>
              <a:t>(Orange)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fat mass 22.9kg = BIA fat mass 23.6kg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38" name=""/>
          <p:cNvSpPr txBox="1"/>
          <p:nvPr/>
        </p:nvSpPr>
        <p:spPr>
          <a:xfrm>
            <a:off x="762120" y="5977440"/>
            <a:ext cx="49539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7030a0"/>
                </a:solidFill>
                <a:latin typeface="Calibri"/>
                <a:ea typeface="Calibri"/>
              </a:rPr>
              <a:t>(Purple)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lean mass 34.6kg =BIA soft lean mass 34.7kg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39" name=""/>
          <p:cNvSpPr txBox="1"/>
          <p:nvPr/>
        </p:nvSpPr>
        <p:spPr>
          <a:xfrm>
            <a:off x="762120" y="6230520"/>
            <a:ext cx="457884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7f7f7f"/>
                </a:solidFill>
                <a:latin typeface="Calibri"/>
                <a:ea typeface="Calibri"/>
              </a:rPr>
              <a:t>(Grey)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bone mineral 2.28kg ≠ BIA mineral 2.75kg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0" name=""/>
          <p:cNvSpPr/>
          <p:nvPr/>
        </p:nvSpPr>
        <p:spPr>
          <a:xfrm>
            <a:off x="5797800" y="2698200"/>
            <a:ext cx="447120" cy="183240"/>
          </a:xfrm>
          <a:custGeom>
            <a:avLst/>
            <a:gdLst/>
            <a:ahLst/>
            <a:rect l="0" t="0" r="r" b="b"/>
            <a:pathLst>
              <a:path w="1242" h="509">
                <a:moveTo>
                  <a:pt x="0" y="509"/>
                </a:moveTo>
                <a:lnTo>
                  <a:pt x="1242" y="509"/>
                </a:lnTo>
                <a:lnTo>
                  <a:pt x="1242" y="0"/>
                </a:lnTo>
                <a:lnTo>
                  <a:pt x="0" y="0"/>
                </a:lnTo>
                <a:lnTo>
                  <a:pt x="0" y="509"/>
                </a:lnTo>
                <a:close/>
              </a:path>
            </a:pathLst>
          </a:custGeom>
          <a:noFill/>
          <a:ln w="34920">
            <a:solidFill>
              <a:srgbClr val="ed7d31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1" name=""/>
          <p:cNvSpPr/>
          <p:nvPr/>
        </p:nvSpPr>
        <p:spPr>
          <a:xfrm>
            <a:off x="5797800" y="2469600"/>
            <a:ext cx="447120" cy="189360"/>
          </a:xfrm>
          <a:custGeom>
            <a:avLst/>
            <a:gdLst/>
            <a:ahLst/>
            <a:rect l="0" t="0" r="r" b="b"/>
            <a:pathLst>
              <a:path w="1242" h="526">
                <a:moveTo>
                  <a:pt x="0" y="526"/>
                </a:moveTo>
                <a:lnTo>
                  <a:pt x="1242" y="526"/>
                </a:lnTo>
                <a:lnTo>
                  <a:pt x="1242" y="0"/>
                </a:lnTo>
                <a:lnTo>
                  <a:pt x="0" y="0"/>
                </a:lnTo>
                <a:lnTo>
                  <a:pt x="0" y="526"/>
                </a:lnTo>
                <a:close/>
              </a:path>
            </a:pathLst>
          </a:custGeom>
          <a:noFill/>
          <a:ln w="34920">
            <a:solidFill>
              <a:srgbClr val="7f7f7f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2" name=""/>
          <p:cNvSpPr/>
          <p:nvPr/>
        </p:nvSpPr>
        <p:spPr>
          <a:xfrm>
            <a:off x="6604200" y="2196720"/>
            <a:ext cx="425520" cy="273240"/>
          </a:xfrm>
          <a:custGeom>
            <a:avLst/>
            <a:gdLst/>
            <a:ahLst/>
            <a:rect l="0" t="0" r="r" b="b"/>
            <a:pathLst>
              <a:path w="1182" h="759">
                <a:moveTo>
                  <a:pt x="0" y="759"/>
                </a:moveTo>
                <a:lnTo>
                  <a:pt x="1182" y="759"/>
                </a:lnTo>
                <a:lnTo>
                  <a:pt x="1182" y="0"/>
                </a:lnTo>
                <a:lnTo>
                  <a:pt x="0" y="0"/>
                </a:lnTo>
                <a:lnTo>
                  <a:pt x="0" y="759"/>
                </a:lnTo>
                <a:close/>
              </a:path>
            </a:pathLst>
          </a:custGeom>
          <a:noFill/>
          <a:ln w="34920">
            <a:solidFill>
              <a:srgbClr val="7030a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3" name=""/>
          <p:cNvSpPr/>
          <p:nvPr/>
        </p:nvSpPr>
        <p:spPr>
          <a:xfrm>
            <a:off x="2147040" y="1168560"/>
            <a:ext cx="1353600" cy="465480"/>
          </a:xfrm>
          <a:custGeom>
            <a:avLst/>
            <a:gdLst/>
            <a:ahLst/>
            <a:rect l="0" t="0" r="r" b="b"/>
            <a:pathLst>
              <a:path w="3760" h="1293">
                <a:moveTo>
                  <a:pt x="0" y="1293"/>
                </a:moveTo>
                <a:lnTo>
                  <a:pt x="3760" y="1293"/>
                </a:lnTo>
                <a:lnTo>
                  <a:pt x="3760" y="0"/>
                </a:lnTo>
                <a:lnTo>
                  <a:pt x="0" y="0"/>
                </a:lnTo>
                <a:lnTo>
                  <a:pt x="0" y="1293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4" name=""/>
          <p:cNvSpPr/>
          <p:nvPr/>
        </p:nvSpPr>
        <p:spPr>
          <a:xfrm>
            <a:off x="1482840" y="1703520"/>
            <a:ext cx="1028880" cy="393840"/>
          </a:xfrm>
          <a:custGeom>
            <a:avLst/>
            <a:gdLst/>
            <a:ahLst/>
            <a:rect l="0" t="0" r="r" b="b"/>
            <a:pathLst>
              <a:path w="2858" h="1094">
                <a:moveTo>
                  <a:pt x="0" y="1094"/>
                </a:moveTo>
                <a:lnTo>
                  <a:pt x="2858" y="1094"/>
                </a:lnTo>
                <a:lnTo>
                  <a:pt x="2858" y="0"/>
                </a:lnTo>
                <a:lnTo>
                  <a:pt x="0" y="0"/>
                </a:lnTo>
                <a:lnTo>
                  <a:pt x="0" y="1094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5" name=""/>
          <p:cNvSpPr/>
          <p:nvPr/>
        </p:nvSpPr>
        <p:spPr>
          <a:xfrm>
            <a:off x="5352120" y="1783080"/>
            <a:ext cx="2383920" cy="137520"/>
          </a:xfrm>
          <a:custGeom>
            <a:avLst/>
            <a:gdLst/>
            <a:ahLst/>
            <a:rect l="0" t="0" r="r" b="b"/>
            <a:pathLst>
              <a:path w="6622" h="382">
                <a:moveTo>
                  <a:pt x="0" y="382"/>
                </a:moveTo>
                <a:lnTo>
                  <a:pt x="6622" y="382"/>
                </a:lnTo>
                <a:lnTo>
                  <a:pt x="6622" y="0"/>
                </a:lnTo>
                <a:lnTo>
                  <a:pt x="0" y="0"/>
                </a:lnTo>
                <a:lnTo>
                  <a:pt x="0" y="382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6" name=""/>
          <p:cNvSpPr/>
          <p:nvPr/>
        </p:nvSpPr>
        <p:spPr>
          <a:xfrm>
            <a:off x="8010000" y="1388160"/>
            <a:ext cx="1353600" cy="463680"/>
          </a:xfrm>
          <a:custGeom>
            <a:avLst/>
            <a:gdLst/>
            <a:ahLst/>
            <a:rect l="0" t="0" r="r" b="b"/>
            <a:pathLst>
              <a:path w="3760" h="1288">
                <a:moveTo>
                  <a:pt x="0" y="1288"/>
                </a:moveTo>
                <a:lnTo>
                  <a:pt x="3760" y="1288"/>
                </a:lnTo>
                <a:lnTo>
                  <a:pt x="3760" y="0"/>
                </a:lnTo>
                <a:lnTo>
                  <a:pt x="0" y="0"/>
                </a:lnTo>
                <a:lnTo>
                  <a:pt x="0" y="1288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7" name=""/>
          <p:cNvSpPr/>
          <p:nvPr/>
        </p:nvSpPr>
        <p:spPr>
          <a:xfrm>
            <a:off x="3596400" y="1703520"/>
            <a:ext cx="1227240" cy="393840"/>
          </a:xfrm>
          <a:custGeom>
            <a:avLst/>
            <a:gdLst/>
            <a:ahLst/>
            <a:rect l="0" t="0" r="r" b="b"/>
            <a:pathLst>
              <a:path w="3409" h="1094">
                <a:moveTo>
                  <a:pt x="0" y="1094"/>
                </a:moveTo>
                <a:lnTo>
                  <a:pt x="3409" y="1094"/>
                </a:lnTo>
                <a:lnTo>
                  <a:pt x="3409" y="0"/>
                </a:lnTo>
                <a:lnTo>
                  <a:pt x="0" y="0"/>
                </a:lnTo>
                <a:lnTo>
                  <a:pt x="0" y="1094"/>
                </a:lnTo>
                <a:close/>
              </a:path>
            </a:pathLst>
          </a:custGeom>
          <a:solidFill>
            <a:srgbClr val="f2f2f2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8" name=""/>
          <p:cNvSpPr txBox="1"/>
          <p:nvPr/>
        </p:nvSpPr>
        <p:spPr>
          <a:xfrm>
            <a:off x="762120" y="6485400"/>
            <a:ext cx="784620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Fat free mass = lean + bone mineral = 34.6 + 2.28 = 36.9kg = BIA Fat free mass 37.0kg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49" name=""/>
          <p:cNvSpPr txBox="1"/>
          <p:nvPr/>
        </p:nvSpPr>
        <p:spPr>
          <a:xfrm>
            <a:off x="762120" y="1094040"/>
            <a:ext cx="1680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[InBody VS DEXA]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5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5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352" name="" descr=""/>
          <p:cNvPicPr/>
          <p:nvPr/>
        </p:nvPicPr>
        <p:blipFill>
          <a:blip r:embed="rId1"/>
          <a:stretch/>
        </p:blipFill>
        <p:spPr>
          <a:xfrm>
            <a:off x="4915080" y="608040"/>
            <a:ext cx="4336920" cy="4852080"/>
          </a:xfrm>
          <a:prstGeom prst="rect">
            <a:avLst/>
          </a:prstGeom>
          <a:ln w="0">
            <a:noFill/>
          </a:ln>
        </p:spPr>
      </p:pic>
      <p:sp>
        <p:nvSpPr>
          <p:cNvPr id="3035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5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5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356" name="" descr=""/>
          <p:cNvPicPr/>
          <p:nvPr/>
        </p:nvPicPr>
        <p:blipFill>
          <a:blip r:embed="rId2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30357" name="" descr=""/>
          <p:cNvPicPr/>
          <p:nvPr/>
        </p:nvPicPr>
        <p:blipFill>
          <a:blip r:embed="rId3"/>
          <a:stretch/>
        </p:blipFill>
        <p:spPr>
          <a:xfrm>
            <a:off x="437400" y="1132200"/>
            <a:ext cx="4565520" cy="3445560"/>
          </a:xfrm>
          <a:prstGeom prst="rect">
            <a:avLst/>
          </a:prstGeom>
          <a:ln w="0">
            <a:noFill/>
          </a:ln>
        </p:spPr>
      </p:pic>
      <p:sp>
        <p:nvSpPr>
          <p:cNvPr id="30358" name=""/>
          <p:cNvSpPr/>
          <p:nvPr/>
        </p:nvSpPr>
        <p:spPr>
          <a:xfrm>
            <a:off x="3382200" y="3034800"/>
            <a:ext cx="757800" cy="92160"/>
          </a:xfrm>
          <a:custGeom>
            <a:avLst/>
            <a:gdLst/>
            <a:ahLst/>
            <a:rect l="0" t="0" r="r" b="b"/>
            <a:pathLst>
              <a:path w="2105" h="256">
                <a:moveTo>
                  <a:pt x="0" y="256"/>
                </a:moveTo>
                <a:lnTo>
                  <a:pt x="2105" y="256"/>
                </a:lnTo>
                <a:lnTo>
                  <a:pt x="2105" y="0"/>
                </a:lnTo>
                <a:lnTo>
                  <a:pt x="0" y="0"/>
                </a:lnTo>
                <a:lnTo>
                  <a:pt x="0" y="256"/>
                </a:lnTo>
                <a:close/>
              </a:path>
            </a:pathLst>
          </a:custGeom>
          <a:noFill/>
          <a:ln w="18720">
            <a:solidFill>
              <a:srgbClr val="ff000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59" name=""/>
          <p:cNvSpPr/>
          <p:nvPr/>
        </p:nvSpPr>
        <p:spPr>
          <a:xfrm>
            <a:off x="3382200" y="2658600"/>
            <a:ext cx="757800" cy="97560"/>
          </a:xfrm>
          <a:custGeom>
            <a:avLst/>
            <a:gdLst/>
            <a:ahLst/>
            <a:rect l="0" t="0" r="r" b="b"/>
            <a:pathLst>
              <a:path w="2105" h="271">
                <a:moveTo>
                  <a:pt x="0" y="271"/>
                </a:moveTo>
                <a:lnTo>
                  <a:pt x="2105" y="271"/>
                </a:lnTo>
                <a:lnTo>
                  <a:pt x="2105" y="0"/>
                </a:lnTo>
                <a:lnTo>
                  <a:pt x="0" y="0"/>
                </a:lnTo>
                <a:lnTo>
                  <a:pt x="0" y="271"/>
                </a:lnTo>
                <a:close/>
              </a:path>
            </a:pathLst>
          </a:custGeom>
          <a:noFill/>
          <a:ln w="18720">
            <a:solidFill>
              <a:srgbClr val="ffff0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0" name=""/>
          <p:cNvSpPr/>
          <p:nvPr/>
        </p:nvSpPr>
        <p:spPr>
          <a:xfrm>
            <a:off x="3382200" y="3132360"/>
            <a:ext cx="757800" cy="108720"/>
          </a:xfrm>
          <a:custGeom>
            <a:avLst/>
            <a:gdLst/>
            <a:ahLst/>
            <a:rect l="0" t="0" r="r" b="b"/>
            <a:pathLst>
              <a:path w="2105" h="302">
                <a:moveTo>
                  <a:pt x="0" y="302"/>
                </a:moveTo>
                <a:lnTo>
                  <a:pt x="2105" y="302"/>
                </a:lnTo>
                <a:lnTo>
                  <a:pt x="2105" y="0"/>
                </a:lnTo>
                <a:lnTo>
                  <a:pt x="0" y="0"/>
                </a:lnTo>
                <a:lnTo>
                  <a:pt x="0" y="302"/>
                </a:lnTo>
                <a:close/>
              </a:path>
            </a:pathLst>
          </a:custGeom>
          <a:noFill/>
          <a:ln w="18720">
            <a:solidFill>
              <a:srgbClr val="00b0f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1" name=""/>
          <p:cNvSpPr/>
          <p:nvPr/>
        </p:nvSpPr>
        <p:spPr>
          <a:xfrm>
            <a:off x="3382200" y="2771280"/>
            <a:ext cx="757800" cy="104040"/>
          </a:xfrm>
          <a:custGeom>
            <a:avLst/>
            <a:gdLst/>
            <a:ahLst/>
            <a:rect l="0" t="0" r="r" b="b"/>
            <a:pathLst>
              <a:path w="2105" h="289">
                <a:moveTo>
                  <a:pt x="0" y="289"/>
                </a:moveTo>
                <a:lnTo>
                  <a:pt x="2105" y="289"/>
                </a:lnTo>
                <a:lnTo>
                  <a:pt x="2105" y="0"/>
                </a:lnTo>
                <a:lnTo>
                  <a:pt x="0" y="0"/>
                </a:lnTo>
                <a:lnTo>
                  <a:pt x="0" y="289"/>
                </a:lnTo>
                <a:close/>
              </a:path>
            </a:pathLst>
          </a:custGeom>
          <a:noFill/>
          <a:ln w="18720">
            <a:solidFill>
              <a:srgbClr val="7030a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2" name=""/>
          <p:cNvSpPr/>
          <p:nvPr/>
        </p:nvSpPr>
        <p:spPr>
          <a:xfrm>
            <a:off x="3382200" y="3575880"/>
            <a:ext cx="757800" cy="113040"/>
          </a:xfrm>
          <a:custGeom>
            <a:avLst/>
            <a:gdLst/>
            <a:ahLst/>
            <a:rect l="0" t="0" r="r" b="b"/>
            <a:pathLst>
              <a:path w="2105" h="314">
                <a:moveTo>
                  <a:pt x="0" y="314"/>
                </a:moveTo>
                <a:lnTo>
                  <a:pt x="2105" y="314"/>
                </a:lnTo>
                <a:lnTo>
                  <a:pt x="2105" y="0"/>
                </a:lnTo>
                <a:lnTo>
                  <a:pt x="0" y="0"/>
                </a:lnTo>
                <a:lnTo>
                  <a:pt x="0" y="314"/>
                </a:lnTo>
                <a:close/>
              </a:path>
            </a:pathLst>
          </a:custGeom>
          <a:noFill/>
          <a:ln w="18720">
            <a:solidFill>
              <a:srgbClr val="00b05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3" name=""/>
          <p:cNvSpPr/>
          <p:nvPr/>
        </p:nvSpPr>
        <p:spPr>
          <a:xfrm>
            <a:off x="5983920" y="4161240"/>
            <a:ext cx="369000" cy="187560"/>
          </a:xfrm>
          <a:custGeom>
            <a:avLst/>
            <a:gdLst/>
            <a:ahLst/>
            <a:rect l="0" t="0" r="r" b="b"/>
            <a:pathLst>
              <a:path w="1025" h="521">
                <a:moveTo>
                  <a:pt x="0" y="521"/>
                </a:moveTo>
                <a:lnTo>
                  <a:pt x="1025" y="521"/>
                </a:lnTo>
                <a:lnTo>
                  <a:pt x="1025" y="0"/>
                </a:lnTo>
                <a:lnTo>
                  <a:pt x="0" y="0"/>
                </a:lnTo>
                <a:lnTo>
                  <a:pt x="0" y="521"/>
                </a:lnTo>
                <a:close/>
              </a:path>
            </a:pathLst>
          </a:custGeom>
          <a:noFill/>
          <a:ln w="34920">
            <a:solidFill>
              <a:srgbClr val="ffff0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4" name=""/>
          <p:cNvSpPr/>
          <p:nvPr/>
        </p:nvSpPr>
        <p:spPr>
          <a:xfrm>
            <a:off x="5968440" y="4389840"/>
            <a:ext cx="369360" cy="186120"/>
          </a:xfrm>
          <a:custGeom>
            <a:avLst/>
            <a:gdLst/>
            <a:ahLst/>
            <a:rect l="0" t="0" r="r" b="b"/>
            <a:pathLst>
              <a:path w="1026" h="517">
                <a:moveTo>
                  <a:pt x="0" y="517"/>
                </a:moveTo>
                <a:lnTo>
                  <a:pt x="1026" y="517"/>
                </a:lnTo>
                <a:lnTo>
                  <a:pt x="1026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noFill/>
          <a:ln w="34920">
            <a:solidFill>
              <a:srgbClr val="00b05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5" name=""/>
          <p:cNvSpPr/>
          <p:nvPr/>
        </p:nvSpPr>
        <p:spPr>
          <a:xfrm>
            <a:off x="5999040" y="4601520"/>
            <a:ext cx="369000" cy="187920"/>
          </a:xfrm>
          <a:custGeom>
            <a:avLst/>
            <a:gdLst/>
            <a:ahLst/>
            <a:rect l="0" t="0" r="r" b="b"/>
            <a:pathLst>
              <a:path w="1025" h="522">
                <a:moveTo>
                  <a:pt x="0" y="522"/>
                </a:moveTo>
                <a:lnTo>
                  <a:pt x="1025" y="522"/>
                </a:lnTo>
                <a:lnTo>
                  <a:pt x="1025" y="0"/>
                </a:lnTo>
                <a:lnTo>
                  <a:pt x="0" y="0"/>
                </a:lnTo>
                <a:lnTo>
                  <a:pt x="0" y="522"/>
                </a:lnTo>
                <a:close/>
              </a:path>
            </a:pathLst>
          </a:custGeom>
          <a:noFill/>
          <a:ln w="34920">
            <a:solidFill>
              <a:srgbClr val="00b0f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6" name=""/>
          <p:cNvSpPr/>
          <p:nvPr/>
        </p:nvSpPr>
        <p:spPr>
          <a:xfrm>
            <a:off x="5994360" y="4804200"/>
            <a:ext cx="369360" cy="186480"/>
          </a:xfrm>
          <a:custGeom>
            <a:avLst/>
            <a:gdLst/>
            <a:ahLst/>
            <a:rect l="0" t="0" r="r" b="b"/>
            <a:pathLst>
              <a:path w="1026" h="518">
                <a:moveTo>
                  <a:pt x="0" y="518"/>
                </a:moveTo>
                <a:lnTo>
                  <a:pt x="1026" y="518"/>
                </a:lnTo>
                <a:lnTo>
                  <a:pt x="1026" y="0"/>
                </a:lnTo>
                <a:lnTo>
                  <a:pt x="0" y="0"/>
                </a:lnTo>
                <a:lnTo>
                  <a:pt x="0" y="518"/>
                </a:lnTo>
                <a:close/>
              </a:path>
            </a:pathLst>
          </a:custGeom>
          <a:noFill/>
          <a:ln w="34920">
            <a:solidFill>
              <a:srgbClr val="7030a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7" name=""/>
          <p:cNvSpPr/>
          <p:nvPr/>
        </p:nvSpPr>
        <p:spPr>
          <a:xfrm>
            <a:off x="6000480" y="3955320"/>
            <a:ext cx="369360" cy="187920"/>
          </a:xfrm>
          <a:custGeom>
            <a:avLst/>
            <a:gdLst/>
            <a:ahLst/>
            <a:rect l="0" t="0" r="r" b="b"/>
            <a:pathLst>
              <a:path w="1026" h="522">
                <a:moveTo>
                  <a:pt x="0" y="522"/>
                </a:moveTo>
                <a:lnTo>
                  <a:pt x="1026" y="522"/>
                </a:lnTo>
                <a:lnTo>
                  <a:pt x="1026" y="0"/>
                </a:lnTo>
                <a:lnTo>
                  <a:pt x="0" y="0"/>
                </a:lnTo>
                <a:lnTo>
                  <a:pt x="0" y="522"/>
                </a:lnTo>
                <a:close/>
              </a:path>
            </a:pathLst>
          </a:custGeom>
          <a:noFill/>
          <a:ln w="34920">
            <a:solidFill>
              <a:srgbClr val="ff0000"/>
            </a:solidFill>
            <a:miter/>
          </a:ln>
        </p:spPr>
        <p:txBody>
          <a:bodyPr lIns="17280" rIns="17280" tIns="17280" bIns="172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8" name=""/>
          <p:cNvSpPr/>
          <p:nvPr/>
        </p:nvSpPr>
        <p:spPr>
          <a:xfrm>
            <a:off x="565200" y="5309280"/>
            <a:ext cx="8394480" cy="1372320"/>
          </a:xfrm>
          <a:custGeom>
            <a:avLst/>
            <a:gdLst/>
            <a:ahLst/>
            <a:rect l="0" t="0" r="r" b="b"/>
            <a:pathLst>
              <a:path w="23318" h="3812">
                <a:moveTo>
                  <a:pt x="0" y="3812"/>
                </a:moveTo>
                <a:lnTo>
                  <a:pt x="23318" y="3812"/>
                </a:lnTo>
                <a:lnTo>
                  <a:pt x="23318" y="0"/>
                </a:lnTo>
                <a:lnTo>
                  <a:pt x="0" y="0"/>
                </a:lnTo>
                <a:lnTo>
                  <a:pt x="0" y="3812"/>
                </a:lnTo>
                <a:close/>
              </a:path>
            </a:pathLst>
          </a:custGeom>
          <a:solidFill>
            <a:srgbClr val="ffffff">
              <a:alpha val="75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69" name=""/>
          <p:cNvSpPr txBox="1"/>
          <p:nvPr/>
        </p:nvSpPr>
        <p:spPr>
          <a:xfrm>
            <a:off x="436320" y="423360"/>
            <a:ext cx="54979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Precautions for DEXA validation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70" name=""/>
          <p:cNvSpPr txBox="1"/>
          <p:nvPr/>
        </p:nvSpPr>
        <p:spPr>
          <a:xfrm>
            <a:off x="657000" y="5352840"/>
            <a:ext cx="686340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ff0000"/>
                </a:solidFill>
                <a:latin typeface="Calibri"/>
                <a:ea typeface="Calibri"/>
              </a:rPr>
              <a:t>(Red)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right arm lean + BMC 1.508 + 0.130 = 1.638 =  BIA right arm lean 1.66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71" name=""/>
          <p:cNvSpPr txBox="1"/>
          <p:nvPr/>
        </p:nvSpPr>
        <p:spPr>
          <a:xfrm>
            <a:off x="657000" y="5605560"/>
            <a:ext cx="68601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ffff00"/>
                </a:solidFill>
                <a:latin typeface="Calibri"/>
                <a:ea typeface="Calibri"/>
              </a:rPr>
              <a:t>(Yellow)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left arm lean + BMC 1.525 + 0.136 = 1.661 =  BIA left arm lean 1.64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72" name=""/>
          <p:cNvSpPr txBox="1"/>
          <p:nvPr/>
        </p:nvSpPr>
        <p:spPr>
          <a:xfrm>
            <a:off x="657000" y="5858280"/>
            <a:ext cx="668808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92d050"/>
                </a:solidFill>
                <a:latin typeface="Calibri"/>
                <a:ea typeface="Calibri"/>
              </a:rPr>
              <a:t>(Green)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trunk lean + BMC = 17.628 + 0.667 = 18.295 = BIA lean mass 16.2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73" name=""/>
          <p:cNvSpPr txBox="1"/>
          <p:nvPr/>
        </p:nvSpPr>
        <p:spPr>
          <a:xfrm>
            <a:off x="657000" y="6113520"/>
            <a:ext cx="647928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00b0f0"/>
                </a:solidFill>
                <a:latin typeface="Calibri"/>
                <a:ea typeface="Calibri"/>
              </a:rPr>
              <a:t>(Blue)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right leg lean + BMC 5.571+0.428= 4.78 =  BIA right leg lean 4.73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74" name=""/>
          <p:cNvSpPr txBox="1"/>
          <p:nvPr/>
        </p:nvSpPr>
        <p:spPr>
          <a:xfrm>
            <a:off x="657000" y="6366600"/>
            <a:ext cx="6573960" cy="258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670" spc="-1" strike="noStrike">
                <a:solidFill>
                  <a:srgbClr val="7030a0"/>
                </a:solidFill>
                <a:latin typeface="Calibri"/>
                <a:ea typeface="Calibri"/>
              </a:rPr>
              <a:t>(Purple) </a:t>
            </a:r>
            <a:r>
              <a:rPr b="0" lang="en-US" sz="1670" spc="-1" strike="noStrike">
                <a:solidFill>
                  <a:srgbClr val="000000"/>
                </a:solidFill>
                <a:latin typeface="Calibri"/>
                <a:ea typeface="Calibri"/>
              </a:rPr>
              <a:t>DXA left leg lean + BMC 5.501+ 0.409 =5.015 =  BIA left leg lean 4.66</a:t>
            </a:r>
            <a:endParaRPr b="0" lang="en-US" sz="167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75" name=""/>
          <p:cNvSpPr txBox="1"/>
          <p:nvPr/>
        </p:nvSpPr>
        <p:spPr>
          <a:xfrm>
            <a:off x="657000" y="804960"/>
            <a:ext cx="16801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000000"/>
                </a:solidFill>
                <a:latin typeface="Calibri"/>
                <a:ea typeface="Calibri"/>
              </a:rPr>
              <a:t>[InBody VS DEXA]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7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239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7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78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379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30380" name=""/>
          <p:cNvSpPr/>
          <p:nvPr/>
        </p:nvSpPr>
        <p:spPr>
          <a:xfrm>
            <a:off x="3802320" y="2901600"/>
            <a:ext cx="2818080" cy="370440"/>
          </a:xfrm>
          <a:custGeom>
            <a:avLst/>
            <a:gdLst/>
            <a:ahLst/>
            <a:rect l="0" t="0" r="r" b="b"/>
            <a:pathLst>
              <a:path w="7828" h="1029">
                <a:moveTo>
                  <a:pt x="0" y="1029"/>
                </a:moveTo>
                <a:lnTo>
                  <a:pt x="7828" y="1029"/>
                </a:lnTo>
                <a:lnTo>
                  <a:pt x="7828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81" name=""/>
          <p:cNvSpPr txBox="1"/>
          <p:nvPr/>
        </p:nvSpPr>
        <p:spPr>
          <a:xfrm>
            <a:off x="3112920" y="2249280"/>
            <a:ext cx="634212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 Light"/>
                <a:ea typeface="Calibri Light"/>
              </a:rPr>
              <a:t>InBodyValidation Studies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82" name=""/>
          <p:cNvSpPr txBox="1"/>
          <p:nvPr/>
        </p:nvSpPr>
        <p:spPr>
          <a:xfrm>
            <a:off x="4501440" y="2951640"/>
            <a:ext cx="18219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 Light"/>
                <a:ea typeface="Calibri Light"/>
              </a:rPr>
              <a:t>InBody vs DEXA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8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8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8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8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38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38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389" name=""/>
          <p:cNvSpPr/>
          <p:nvPr/>
        </p:nvSpPr>
        <p:spPr>
          <a:xfrm>
            <a:off x="575280" y="1353240"/>
            <a:ext cx="0" cy="49366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0" name=""/>
          <p:cNvSpPr/>
          <p:nvPr/>
        </p:nvSpPr>
        <p:spPr>
          <a:xfrm>
            <a:off x="1137960" y="1353240"/>
            <a:ext cx="0" cy="49366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1" name=""/>
          <p:cNvSpPr/>
          <p:nvPr/>
        </p:nvSpPr>
        <p:spPr>
          <a:xfrm>
            <a:off x="4109760" y="1353240"/>
            <a:ext cx="0" cy="49366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2" name=""/>
          <p:cNvSpPr/>
          <p:nvPr/>
        </p:nvSpPr>
        <p:spPr>
          <a:xfrm>
            <a:off x="4861800" y="1353240"/>
            <a:ext cx="0" cy="49366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3" name=""/>
          <p:cNvSpPr/>
          <p:nvPr/>
        </p:nvSpPr>
        <p:spPr>
          <a:xfrm>
            <a:off x="6052320" y="1353240"/>
            <a:ext cx="0" cy="49366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4" name=""/>
          <p:cNvSpPr/>
          <p:nvPr/>
        </p:nvSpPr>
        <p:spPr>
          <a:xfrm>
            <a:off x="7072200" y="1353240"/>
            <a:ext cx="0" cy="49366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5" name=""/>
          <p:cNvSpPr/>
          <p:nvPr/>
        </p:nvSpPr>
        <p:spPr>
          <a:xfrm>
            <a:off x="8338320" y="1353240"/>
            <a:ext cx="0" cy="49366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6" name=""/>
          <p:cNvSpPr/>
          <p:nvPr/>
        </p:nvSpPr>
        <p:spPr>
          <a:xfrm>
            <a:off x="338400" y="174024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7" name=""/>
          <p:cNvSpPr/>
          <p:nvPr/>
        </p:nvSpPr>
        <p:spPr>
          <a:xfrm>
            <a:off x="338400" y="241092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8" name=""/>
          <p:cNvSpPr/>
          <p:nvPr/>
        </p:nvSpPr>
        <p:spPr>
          <a:xfrm>
            <a:off x="338400" y="358416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399" name=""/>
          <p:cNvSpPr/>
          <p:nvPr/>
        </p:nvSpPr>
        <p:spPr>
          <a:xfrm>
            <a:off x="338400" y="425484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0" name=""/>
          <p:cNvSpPr/>
          <p:nvPr/>
        </p:nvSpPr>
        <p:spPr>
          <a:xfrm>
            <a:off x="338400" y="527796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1" name=""/>
          <p:cNvSpPr/>
          <p:nvPr/>
        </p:nvSpPr>
        <p:spPr>
          <a:xfrm>
            <a:off x="344880" y="1353240"/>
            <a:ext cx="0" cy="49366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2" name=""/>
          <p:cNvSpPr/>
          <p:nvPr/>
        </p:nvSpPr>
        <p:spPr>
          <a:xfrm>
            <a:off x="9736200" y="1353240"/>
            <a:ext cx="0" cy="49366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3" name=""/>
          <p:cNvSpPr/>
          <p:nvPr/>
        </p:nvSpPr>
        <p:spPr>
          <a:xfrm>
            <a:off x="338400" y="135972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4" name=""/>
          <p:cNvSpPr/>
          <p:nvPr/>
        </p:nvSpPr>
        <p:spPr>
          <a:xfrm>
            <a:off x="338400" y="628380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5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6" name=""/>
          <p:cNvSpPr txBox="1"/>
          <p:nvPr/>
        </p:nvSpPr>
        <p:spPr>
          <a:xfrm>
            <a:off x="625320" y="1464480"/>
            <a:ext cx="465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Country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7" name=""/>
          <p:cNvSpPr txBox="1"/>
          <p:nvPr/>
        </p:nvSpPr>
        <p:spPr>
          <a:xfrm>
            <a:off x="2361600" y="1464480"/>
            <a:ext cx="529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Research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8" name=""/>
          <p:cNvSpPr txBox="1"/>
          <p:nvPr/>
        </p:nvSpPr>
        <p:spPr>
          <a:xfrm>
            <a:off x="4160880" y="1380600"/>
            <a:ext cx="654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Publication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09" name=""/>
          <p:cNvSpPr txBox="1"/>
          <p:nvPr/>
        </p:nvSpPr>
        <p:spPr>
          <a:xfrm>
            <a:off x="4360320" y="1548000"/>
            <a:ext cx="262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Year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0" name=""/>
          <p:cNvSpPr txBox="1"/>
          <p:nvPr/>
        </p:nvSpPr>
        <p:spPr>
          <a:xfrm>
            <a:off x="5245200" y="1464480"/>
            <a:ext cx="425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1" name=""/>
          <p:cNvSpPr txBox="1"/>
          <p:nvPr/>
        </p:nvSpPr>
        <p:spPr>
          <a:xfrm>
            <a:off x="6368400" y="1464480"/>
            <a:ext cx="389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Device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2" name=""/>
          <p:cNvSpPr txBox="1"/>
          <p:nvPr/>
        </p:nvSpPr>
        <p:spPr>
          <a:xfrm>
            <a:off x="7463160" y="1464480"/>
            <a:ext cx="4867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Subjects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3" name=""/>
          <p:cNvSpPr txBox="1"/>
          <p:nvPr/>
        </p:nvSpPr>
        <p:spPr>
          <a:xfrm>
            <a:off x="8711280" y="1380600"/>
            <a:ext cx="6559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Correlation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4" name=""/>
          <p:cNvSpPr txBox="1"/>
          <p:nvPr/>
        </p:nvSpPr>
        <p:spPr>
          <a:xfrm>
            <a:off x="8724960" y="1548000"/>
            <a:ext cx="625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Coefficient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5" name=""/>
          <p:cNvSpPr txBox="1"/>
          <p:nvPr/>
        </p:nvSpPr>
        <p:spPr>
          <a:xfrm>
            <a:off x="423720" y="199008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6" name=""/>
          <p:cNvSpPr txBox="1"/>
          <p:nvPr/>
        </p:nvSpPr>
        <p:spPr>
          <a:xfrm>
            <a:off x="694080" y="1990080"/>
            <a:ext cx="326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Japan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7" name=""/>
          <p:cNvSpPr txBox="1"/>
          <p:nvPr/>
        </p:nvSpPr>
        <p:spPr>
          <a:xfrm>
            <a:off x="1539720" y="1738800"/>
            <a:ext cx="221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Dual Energy X-ray Absorptiometry and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8" name=""/>
          <p:cNvSpPr txBox="1"/>
          <p:nvPr/>
        </p:nvSpPr>
        <p:spPr>
          <a:xfrm>
            <a:off x="1312920" y="1906200"/>
            <a:ext cx="26769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Bioimpedance Analysis are Clinically Useful for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19" name=""/>
          <p:cNvSpPr txBox="1"/>
          <p:nvPr/>
        </p:nvSpPr>
        <p:spPr>
          <a:xfrm>
            <a:off x="1353960" y="2073960"/>
            <a:ext cx="2600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Measuring Muscle Mass in Kidney Transplant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0" name=""/>
          <p:cNvSpPr txBox="1"/>
          <p:nvPr/>
        </p:nvSpPr>
        <p:spPr>
          <a:xfrm>
            <a:off x="1851120" y="2241720"/>
            <a:ext cx="1559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Recipients With Sarcopenia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1" name=""/>
          <p:cNvSpPr txBox="1"/>
          <p:nvPr/>
        </p:nvSpPr>
        <p:spPr>
          <a:xfrm>
            <a:off x="4343760" y="199008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2018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2" name=""/>
          <p:cNvSpPr txBox="1"/>
          <p:nvPr/>
        </p:nvSpPr>
        <p:spPr>
          <a:xfrm>
            <a:off x="5016240" y="1906200"/>
            <a:ext cx="900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Transplantation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3" name=""/>
          <p:cNvSpPr txBox="1"/>
          <p:nvPr/>
        </p:nvSpPr>
        <p:spPr>
          <a:xfrm>
            <a:off x="5110920" y="2073960"/>
            <a:ext cx="694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Proceedings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4" name=""/>
          <p:cNvSpPr txBox="1"/>
          <p:nvPr/>
        </p:nvSpPr>
        <p:spPr>
          <a:xfrm>
            <a:off x="6153480" y="1822320"/>
            <a:ext cx="84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DEXA(Hologic)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5" name=""/>
          <p:cNvSpPr txBox="1"/>
          <p:nvPr/>
        </p:nvSpPr>
        <p:spPr>
          <a:xfrm>
            <a:off x="6341040" y="1990080"/>
            <a:ext cx="442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CT vs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6" name=""/>
          <p:cNvSpPr txBox="1"/>
          <p:nvPr/>
        </p:nvSpPr>
        <p:spPr>
          <a:xfrm>
            <a:off x="6257160" y="2157840"/>
            <a:ext cx="608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InBody720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7" name=""/>
          <p:cNvSpPr txBox="1"/>
          <p:nvPr/>
        </p:nvSpPr>
        <p:spPr>
          <a:xfrm>
            <a:off x="7108200" y="1906200"/>
            <a:ext cx="1239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58  Kidney transplant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8" name=""/>
          <p:cNvSpPr txBox="1"/>
          <p:nvPr/>
        </p:nvSpPr>
        <p:spPr>
          <a:xfrm>
            <a:off x="7426800" y="2073960"/>
            <a:ext cx="561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recipients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29" name=""/>
          <p:cNvSpPr txBox="1"/>
          <p:nvPr/>
        </p:nvSpPr>
        <p:spPr>
          <a:xfrm>
            <a:off x="8373960" y="1822320"/>
            <a:ext cx="311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SMM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0" name=""/>
          <p:cNvSpPr txBox="1"/>
          <p:nvPr/>
        </p:nvSpPr>
        <p:spPr>
          <a:xfrm>
            <a:off x="8373960" y="1990080"/>
            <a:ext cx="1169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BIA vs DXA (r=0.900)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1" name=""/>
          <p:cNvSpPr txBox="1"/>
          <p:nvPr/>
        </p:nvSpPr>
        <p:spPr>
          <a:xfrm>
            <a:off x="8373960" y="2157840"/>
            <a:ext cx="1072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BIA vs CT (r=0.761)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2" name=""/>
          <p:cNvSpPr txBox="1"/>
          <p:nvPr/>
        </p:nvSpPr>
        <p:spPr>
          <a:xfrm>
            <a:off x="423720" y="291204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3" name=""/>
          <p:cNvSpPr txBox="1"/>
          <p:nvPr/>
        </p:nvSpPr>
        <p:spPr>
          <a:xfrm>
            <a:off x="613080" y="2912040"/>
            <a:ext cx="488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Thailand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4" name=""/>
          <p:cNvSpPr txBox="1"/>
          <p:nvPr/>
        </p:nvSpPr>
        <p:spPr>
          <a:xfrm>
            <a:off x="1265400" y="2660760"/>
            <a:ext cx="27727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Evaluation of Body Composition in Hemodialysis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5" name=""/>
          <p:cNvSpPr txBox="1"/>
          <p:nvPr/>
        </p:nvSpPr>
        <p:spPr>
          <a:xfrm>
            <a:off x="1187640" y="2828160"/>
            <a:ext cx="2935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Thai Patients: Comparison between Two Models of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6" name=""/>
          <p:cNvSpPr txBox="1"/>
          <p:nvPr/>
        </p:nvSpPr>
        <p:spPr>
          <a:xfrm>
            <a:off x="1203120" y="2995560"/>
            <a:ext cx="2891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Bioelectrical Impedance Analyzer and Dual-Energy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7" name=""/>
          <p:cNvSpPr txBox="1"/>
          <p:nvPr/>
        </p:nvSpPr>
        <p:spPr>
          <a:xfrm>
            <a:off x="2000520" y="3163680"/>
            <a:ext cx="1253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X-Ray Absorptiometry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8" name=""/>
          <p:cNvSpPr txBox="1"/>
          <p:nvPr/>
        </p:nvSpPr>
        <p:spPr>
          <a:xfrm>
            <a:off x="4343760" y="291204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2018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39" name=""/>
          <p:cNvSpPr txBox="1"/>
          <p:nvPr/>
        </p:nvSpPr>
        <p:spPr>
          <a:xfrm>
            <a:off x="4903560" y="2828160"/>
            <a:ext cx="1111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 of Nutrition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0" name=""/>
          <p:cNvSpPr txBox="1"/>
          <p:nvPr/>
        </p:nvSpPr>
        <p:spPr>
          <a:xfrm>
            <a:off x="4995000" y="2995560"/>
            <a:ext cx="928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and Metabolism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1" name=""/>
          <p:cNvSpPr txBox="1"/>
          <p:nvPr/>
        </p:nvSpPr>
        <p:spPr>
          <a:xfrm>
            <a:off x="6153480" y="2744640"/>
            <a:ext cx="84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DEXA(Hologic)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2" name=""/>
          <p:cNvSpPr txBox="1"/>
          <p:nvPr/>
        </p:nvSpPr>
        <p:spPr>
          <a:xfrm>
            <a:off x="6155280" y="2912040"/>
            <a:ext cx="851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 S10,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3" name=""/>
          <p:cNvSpPr txBox="1"/>
          <p:nvPr/>
        </p:nvSpPr>
        <p:spPr>
          <a:xfrm>
            <a:off x="6257160" y="3080160"/>
            <a:ext cx="608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InBody720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4" name=""/>
          <p:cNvSpPr txBox="1"/>
          <p:nvPr/>
        </p:nvSpPr>
        <p:spPr>
          <a:xfrm>
            <a:off x="7374960" y="2912040"/>
            <a:ext cx="6681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HD 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5" name=""/>
          <p:cNvSpPr txBox="1"/>
          <p:nvPr/>
        </p:nvSpPr>
        <p:spPr>
          <a:xfrm>
            <a:off x="8373960" y="2409120"/>
            <a:ext cx="648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InBody S10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6" name=""/>
          <p:cNvSpPr txBox="1"/>
          <p:nvPr/>
        </p:nvSpPr>
        <p:spPr>
          <a:xfrm>
            <a:off x="8373960" y="257688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7" name=""/>
          <p:cNvSpPr txBox="1"/>
          <p:nvPr/>
        </p:nvSpPr>
        <p:spPr>
          <a:xfrm>
            <a:off x="8373960" y="2744640"/>
            <a:ext cx="773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Male (r=0.91)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8" name=""/>
          <p:cNvSpPr txBox="1"/>
          <p:nvPr/>
        </p:nvSpPr>
        <p:spPr>
          <a:xfrm>
            <a:off x="8373960" y="2912040"/>
            <a:ext cx="900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Female (r=0.95)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49" name=""/>
          <p:cNvSpPr txBox="1"/>
          <p:nvPr/>
        </p:nvSpPr>
        <p:spPr>
          <a:xfrm>
            <a:off x="8373960" y="3080160"/>
            <a:ext cx="77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Fat free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0" name=""/>
          <p:cNvSpPr txBox="1"/>
          <p:nvPr/>
        </p:nvSpPr>
        <p:spPr>
          <a:xfrm>
            <a:off x="8373960" y="3247560"/>
            <a:ext cx="773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Male (r=0.84)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1" name=""/>
          <p:cNvSpPr txBox="1"/>
          <p:nvPr/>
        </p:nvSpPr>
        <p:spPr>
          <a:xfrm>
            <a:off x="8373960" y="3415320"/>
            <a:ext cx="900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Female (r=0.68)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2" name=""/>
          <p:cNvSpPr txBox="1"/>
          <p:nvPr/>
        </p:nvSpPr>
        <p:spPr>
          <a:xfrm>
            <a:off x="423720" y="383436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3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3" name=""/>
          <p:cNvSpPr txBox="1"/>
          <p:nvPr/>
        </p:nvSpPr>
        <p:spPr>
          <a:xfrm>
            <a:off x="745920" y="3834360"/>
            <a:ext cx="224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Iran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4" name=""/>
          <p:cNvSpPr txBox="1"/>
          <p:nvPr/>
        </p:nvSpPr>
        <p:spPr>
          <a:xfrm>
            <a:off x="1323360" y="3583080"/>
            <a:ext cx="2651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Comparison of Body Composition Assessed by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5" name=""/>
          <p:cNvSpPr txBox="1"/>
          <p:nvPr/>
        </p:nvSpPr>
        <p:spPr>
          <a:xfrm>
            <a:off x="1477440" y="3750480"/>
            <a:ext cx="2340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Multi-Frequency Segmental Bioelectrical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6" name=""/>
          <p:cNvSpPr txBox="1"/>
          <p:nvPr/>
        </p:nvSpPr>
        <p:spPr>
          <a:xfrm>
            <a:off x="1413360" y="3918240"/>
            <a:ext cx="246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Impedance Analysis and Dual Energy X-Ray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7" name=""/>
          <p:cNvSpPr txBox="1"/>
          <p:nvPr/>
        </p:nvSpPr>
        <p:spPr>
          <a:xfrm>
            <a:off x="1476000" y="4086000"/>
            <a:ext cx="2317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Absorptiometry in Hemodialysis 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8" name=""/>
          <p:cNvSpPr txBox="1"/>
          <p:nvPr/>
        </p:nvSpPr>
        <p:spPr>
          <a:xfrm>
            <a:off x="4343760" y="383436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2018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59" name=""/>
          <p:cNvSpPr txBox="1"/>
          <p:nvPr/>
        </p:nvSpPr>
        <p:spPr>
          <a:xfrm>
            <a:off x="5000040" y="3750480"/>
            <a:ext cx="953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Nephro-Urology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0" name=""/>
          <p:cNvSpPr txBox="1"/>
          <p:nvPr/>
        </p:nvSpPr>
        <p:spPr>
          <a:xfrm>
            <a:off x="5216400" y="3918240"/>
            <a:ext cx="483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Monthly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1" name=""/>
          <p:cNvSpPr txBox="1"/>
          <p:nvPr/>
        </p:nvSpPr>
        <p:spPr>
          <a:xfrm>
            <a:off x="6117120" y="3750480"/>
            <a:ext cx="941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DEXA(STRATOS)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2" name=""/>
          <p:cNvSpPr txBox="1"/>
          <p:nvPr/>
        </p:nvSpPr>
        <p:spPr>
          <a:xfrm>
            <a:off x="6171840" y="3918240"/>
            <a:ext cx="784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 S10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3" name=""/>
          <p:cNvSpPr txBox="1"/>
          <p:nvPr/>
        </p:nvSpPr>
        <p:spPr>
          <a:xfrm>
            <a:off x="7227000" y="3834360"/>
            <a:ext cx="9637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43 ESRD 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4" name=""/>
          <p:cNvSpPr txBox="1"/>
          <p:nvPr/>
        </p:nvSpPr>
        <p:spPr>
          <a:xfrm>
            <a:off x="8373960" y="358308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5" name=""/>
          <p:cNvSpPr txBox="1"/>
          <p:nvPr/>
        </p:nvSpPr>
        <p:spPr>
          <a:xfrm>
            <a:off x="8373960" y="375048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6" name=""/>
          <p:cNvSpPr txBox="1"/>
          <p:nvPr/>
        </p:nvSpPr>
        <p:spPr>
          <a:xfrm>
            <a:off x="8450280" y="375300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7" name=""/>
          <p:cNvSpPr txBox="1"/>
          <p:nvPr/>
        </p:nvSpPr>
        <p:spPr>
          <a:xfrm>
            <a:off x="8497440" y="3750480"/>
            <a:ext cx="389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=0.869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8" name=""/>
          <p:cNvSpPr txBox="1"/>
          <p:nvPr/>
        </p:nvSpPr>
        <p:spPr>
          <a:xfrm>
            <a:off x="8373960" y="3918240"/>
            <a:ext cx="77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Fat free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69" name=""/>
          <p:cNvSpPr txBox="1"/>
          <p:nvPr/>
        </p:nvSpPr>
        <p:spPr>
          <a:xfrm>
            <a:off x="8373960" y="408600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0" name=""/>
          <p:cNvSpPr txBox="1"/>
          <p:nvPr/>
        </p:nvSpPr>
        <p:spPr>
          <a:xfrm>
            <a:off x="8450280" y="408816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1" name=""/>
          <p:cNvSpPr txBox="1"/>
          <p:nvPr/>
        </p:nvSpPr>
        <p:spPr>
          <a:xfrm>
            <a:off x="8497440" y="4086000"/>
            <a:ext cx="389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=0.886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2" name=""/>
          <p:cNvSpPr txBox="1"/>
          <p:nvPr/>
        </p:nvSpPr>
        <p:spPr>
          <a:xfrm>
            <a:off x="423720" y="468144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4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3" name=""/>
          <p:cNvSpPr txBox="1"/>
          <p:nvPr/>
        </p:nvSpPr>
        <p:spPr>
          <a:xfrm>
            <a:off x="739800" y="4681440"/>
            <a:ext cx="2354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USA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4" name=""/>
          <p:cNvSpPr txBox="1"/>
          <p:nvPr/>
        </p:nvSpPr>
        <p:spPr>
          <a:xfrm>
            <a:off x="1476000" y="4513680"/>
            <a:ext cx="2350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Comparison of total and segmental body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5" name=""/>
          <p:cNvSpPr txBox="1"/>
          <p:nvPr/>
        </p:nvSpPr>
        <p:spPr>
          <a:xfrm>
            <a:off x="1366200" y="4681440"/>
            <a:ext cx="25639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composition using  DXA and multi-frequency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6" name=""/>
          <p:cNvSpPr txBox="1"/>
          <p:nvPr/>
        </p:nvSpPr>
        <p:spPr>
          <a:xfrm>
            <a:off x="1411920" y="4849200"/>
            <a:ext cx="2448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bioimpedance in collegiate female athletes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7" name=""/>
          <p:cNvSpPr txBox="1"/>
          <p:nvPr/>
        </p:nvSpPr>
        <p:spPr>
          <a:xfrm>
            <a:off x="4343760" y="468144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8" name=""/>
          <p:cNvSpPr txBox="1"/>
          <p:nvPr/>
        </p:nvSpPr>
        <p:spPr>
          <a:xfrm>
            <a:off x="5176800" y="4430160"/>
            <a:ext cx="593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 of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79" name=""/>
          <p:cNvSpPr txBox="1"/>
          <p:nvPr/>
        </p:nvSpPr>
        <p:spPr>
          <a:xfrm>
            <a:off x="5077440" y="4597560"/>
            <a:ext cx="799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Strength  and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0" name=""/>
          <p:cNvSpPr txBox="1"/>
          <p:nvPr/>
        </p:nvSpPr>
        <p:spPr>
          <a:xfrm>
            <a:off x="5095800" y="4765320"/>
            <a:ext cx="7581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Conditioning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1" name=""/>
          <p:cNvSpPr txBox="1"/>
          <p:nvPr/>
        </p:nvSpPr>
        <p:spPr>
          <a:xfrm>
            <a:off x="5199480" y="4933080"/>
            <a:ext cx="518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Research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2" name=""/>
          <p:cNvSpPr txBox="1"/>
          <p:nvPr/>
        </p:nvSpPr>
        <p:spPr>
          <a:xfrm>
            <a:off x="6205320" y="4597560"/>
            <a:ext cx="715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DEXA(Lunar)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3" name=""/>
          <p:cNvSpPr txBox="1"/>
          <p:nvPr/>
        </p:nvSpPr>
        <p:spPr>
          <a:xfrm>
            <a:off x="6199200" y="4765320"/>
            <a:ext cx="75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InBody720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4" name=""/>
          <p:cNvSpPr txBox="1"/>
          <p:nvPr/>
        </p:nvSpPr>
        <p:spPr>
          <a:xfrm>
            <a:off x="7125120" y="4597560"/>
            <a:ext cx="1197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45 American Female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5" name=""/>
          <p:cNvSpPr txBox="1"/>
          <p:nvPr/>
        </p:nvSpPr>
        <p:spPr>
          <a:xfrm>
            <a:off x="7176600" y="4765320"/>
            <a:ext cx="1072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Collegiate Athletes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6" name=""/>
          <p:cNvSpPr txBox="1"/>
          <p:nvPr/>
        </p:nvSpPr>
        <p:spPr>
          <a:xfrm>
            <a:off x="8373960" y="4597560"/>
            <a:ext cx="965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Percent body fat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7" name=""/>
          <p:cNvSpPr txBox="1"/>
          <p:nvPr/>
        </p:nvSpPr>
        <p:spPr>
          <a:xfrm>
            <a:off x="8373960" y="4765320"/>
            <a:ext cx="430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 = 0.94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8" name=""/>
          <p:cNvSpPr txBox="1"/>
          <p:nvPr/>
        </p:nvSpPr>
        <p:spPr>
          <a:xfrm>
            <a:off x="423720" y="569628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89" name=""/>
          <p:cNvSpPr txBox="1"/>
          <p:nvPr/>
        </p:nvSpPr>
        <p:spPr>
          <a:xfrm>
            <a:off x="703080" y="5696280"/>
            <a:ext cx="311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Brazil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0" name=""/>
          <p:cNvSpPr txBox="1"/>
          <p:nvPr/>
        </p:nvSpPr>
        <p:spPr>
          <a:xfrm>
            <a:off x="1193760" y="5528520"/>
            <a:ext cx="2878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Comparison of two bioelectrical impedance device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1" name=""/>
          <p:cNvSpPr txBox="1"/>
          <p:nvPr/>
        </p:nvSpPr>
        <p:spPr>
          <a:xfrm>
            <a:off x="1446840" y="5696280"/>
            <a:ext cx="24069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 and dual energy x ray absorptiometry to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2" name=""/>
          <p:cNvSpPr txBox="1"/>
          <p:nvPr/>
        </p:nvSpPr>
        <p:spPr>
          <a:xfrm>
            <a:off x="1430280" y="5863680"/>
            <a:ext cx="2416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Evaluate body composition in heart failure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3" name=""/>
          <p:cNvSpPr txBox="1"/>
          <p:nvPr/>
        </p:nvSpPr>
        <p:spPr>
          <a:xfrm>
            <a:off x="4343760" y="569628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2014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4" name=""/>
          <p:cNvSpPr txBox="1"/>
          <p:nvPr/>
        </p:nvSpPr>
        <p:spPr>
          <a:xfrm>
            <a:off x="4955400" y="5528520"/>
            <a:ext cx="1040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 of Human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5" name=""/>
          <p:cNvSpPr txBox="1"/>
          <p:nvPr/>
        </p:nvSpPr>
        <p:spPr>
          <a:xfrm>
            <a:off x="5077800" y="5696280"/>
            <a:ext cx="796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Nutrition and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6" name=""/>
          <p:cNvSpPr txBox="1"/>
          <p:nvPr/>
        </p:nvSpPr>
        <p:spPr>
          <a:xfrm>
            <a:off x="5210280" y="5863680"/>
            <a:ext cx="497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Dietetics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7" name=""/>
          <p:cNvSpPr txBox="1"/>
          <p:nvPr/>
        </p:nvSpPr>
        <p:spPr>
          <a:xfrm>
            <a:off x="6138360" y="5528520"/>
            <a:ext cx="881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 (Hologic)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8" name=""/>
          <p:cNvSpPr txBox="1"/>
          <p:nvPr/>
        </p:nvSpPr>
        <p:spPr>
          <a:xfrm>
            <a:off x="6234480" y="5696280"/>
            <a:ext cx="662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BodyStat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499" name=""/>
          <p:cNvSpPr txBox="1"/>
          <p:nvPr/>
        </p:nvSpPr>
        <p:spPr>
          <a:xfrm>
            <a:off x="6184080" y="5863680"/>
            <a:ext cx="75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InBody230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0" name=""/>
          <p:cNvSpPr txBox="1"/>
          <p:nvPr/>
        </p:nvSpPr>
        <p:spPr>
          <a:xfrm>
            <a:off x="7202520" y="5612400"/>
            <a:ext cx="1041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55 Brazilian Heart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1" name=""/>
          <p:cNvSpPr txBox="1"/>
          <p:nvPr/>
        </p:nvSpPr>
        <p:spPr>
          <a:xfrm>
            <a:off x="7269840" y="5779800"/>
            <a:ext cx="884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Failure 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2" name=""/>
          <p:cNvSpPr txBox="1"/>
          <p:nvPr/>
        </p:nvSpPr>
        <p:spPr>
          <a:xfrm>
            <a:off x="8373960" y="5276880"/>
            <a:ext cx="77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Fat free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3" name=""/>
          <p:cNvSpPr txBox="1"/>
          <p:nvPr/>
        </p:nvSpPr>
        <p:spPr>
          <a:xfrm>
            <a:off x="8373960" y="5444640"/>
            <a:ext cx="502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 = 0.930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4" name=""/>
          <p:cNvSpPr txBox="1"/>
          <p:nvPr/>
        </p:nvSpPr>
        <p:spPr>
          <a:xfrm>
            <a:off x="8373960" y="561240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5" name=""/>
          <p:cNvSpPr txBox="1"/>
          <p:nvPr/>
        </p:nvSpPr>
        <p:spPr>
          <a:xfrm>
            <a:off x="8373960" y="5779800"/>
            <a:ext cx="502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 = 0.905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6" name=""/>
          <p:cNvSpPr txBox="1"/>
          <p:nvPr/>
        </p:nvSpPr>
        <p:spPr>
          <a:xfrm>
            <a:off x="8373960" y="5947560"/>
            <a:ext cx="965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Percent body fat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7" name=""/>
          <p:cNvSpPr txBox="1"/>
          <p:nvPr/>
        </p:nvSpPr>
        <p:spPr>
          <a:xfrm>
            <a:off x="8373960" y="6115320"/>
            <a:ext cx="502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 = 0.803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08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09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0" name=""/>
          <p:cNvSpPr/>
          <p:nvPr/>
        </p:nvSpPr>
        <p:spPr>
          <a:xfrm>
            <a:off x="512640" y="1239120"/>
            <a:ext cx="0" cy="524952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1" name=""/>
          <p:cNvSpPr/>
          <p:nvPr/>
        </p:nvSpPr>
        <p:spPr>
          <a:xfrm>
            <a:off x="1075320" y="1239120"/>
            <a:ext cx="0" cy="524952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2" name=""/>
          <p:cNvSpPr/>
          <p:nvPr/>
        </p:nvSpPr>
        <p:spPr>
          <a:xfrm>
            <a:off x="4063320" y="1239120"/>
            <a:ext cx="0" cy="524952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3" name=""/>
          <p:cNvSpPr/>
          <p:nvPr/>
        </p:nvSpPr>
        <p:spPr>
          <a:xfrm>
            <a:off x="4799160" y="1239120"/>
            <a:ext cx="0" cy="524952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4" name=""/>
          <p:cNvSpPr/>
          <p:nvPr/>
        </p:nvSpPr>
        <p:spPr>
          <a:xfrm>
            <a:off x="5720760" y="1239120"/>
            <a:ext cx="0" cy="524952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5" name=""/>
          <p:cNvSpPr/>
          <p:nvPr/>
        </p:nvSpPr>
        <p:spPr>
          <a:xfrm>
            <a:off x="7009560" y="1239120"/>
            <a:ext cx="0" cy="524952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6" name=""/>
          <p:cNvSpPr/>
          <p:nvPr/>
        </p:nvSpPr>
        <p:spPr>
          <a:xfrm>
            <a:off x="8275680" y="1239120"/>
            <a:ext cx="0" cy="524952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7" name=""/>
          <p:cNvSpPr/>
          <p:nvPr/>
        </p:nvSpPr>
        <p:spPr>
          <a:xfrm>
            <a:off x="275760" y="158076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8" name=""/>
          <p:cNvSpPr/>
          <p:nvPr/>
        </p:nvSpPr>
        <p:spPr>
          <a:xfrm>
            <a:off x="275760" y="241884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19" name=""/>
          <p:cNvSpPr/>
          <p:nvPr/>
        </p:nvSpPr>
        <p:spPr>
          <a:xfrm>
            <a:off x="275760" y="342468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0" name=""/>
          <p:cNvSpPr/>
          <p:nvPr/>
        </p:nvSpPr>
        <p:spPr>
          <a:xfrm>
            <a:off x="275760" y="443052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1" name=""/>
          <p:cNvSpPr/>
          <p:nvPr/>
        </p:nvSpPr>
        <p:spPr>
          <a:xfrm>
            <a:off x="275760" y="512136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2" name=""/>
          <p:cNvSpPr/>
          <p:nvPr/>
        </p:nvSpPr>
        <p:spPr>
          <a:xfrm>
            <a:off x="275760" y="581184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3" name=""/>
          <p:cNvSpPr/>
          <p:nvPr/>
        </p:nvSpPr>
        <p:spPr>
          <a:xfrm>
            <a:off x="282240" y="1239120"/>
            <a:ext cx="0" cy="524952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4" name=""/>
          <p:cNvSpPr/>
          <p:nvPr/>
        </p:nvSpPr>
        <p:spPr>
          <a:xfrm>
            <a:off x="9673560" y="1239120"/>
            <a:ext cx="0" cy="524952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5" name=""/>
          <p:cNvSpPr/>
          <p:nvPr/>
        </p:nvSpPr>
        <p:spPr>
          <a:xfrm>
            <a:off x="275760" y="124524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6" name=""/>
          <p:cNvSpPr/>
          <p:nvPr/>
        </p:nvSpPr>
        <p:spPr>
          <a:xfrm>
            <a:off x="275760" y="6482520"/>
            <a:ext cx="94042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7" name=""/>
          <p:cNvSpPr txBox="1"/>
          <p:nvPr/>
        </p:nvSpPr>
        <p:spPr>
          <a:xfrm>
            <a:off x="562680" y="1327320"/>
            <a:ext cx="465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Country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8" name=""/>
          <p:cNvSpPr txBox="1"/>
          <p:nvPr/>
        </p:nvSpPr>
        <p:spPr>
          <a:xfrm>
            <a:off x="2306880" y="1327320"/>
            <a:ext cx="529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Research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29" name=""/>
          <p:cNvSpPr txBox="1"/>
          <p:nvPr/>
        </p:nvSpPr>
        <p:spPr>
          <a:xfrm>
            <a:off x="4106160" y="1243440"/>
            <a:ext cx="654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Publication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0" name=""/>
          <p:cNvSpPr txBox="1"/>
          <p:nvPr/>
        </p:nvSpPr>
        <p:spPr>
          <a:xfrm>
            <a:off x="4306320" y="1410840"/>
            <a:ext cx="262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Year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1" name=""/>
          <p:cNvSpPr txBox="1"/>
          <p:nvPr/>
        </p:nvSpPr>
        <p:spPr>
          <a:xfrm>
            <a:off x="5048280" y="1327320"/>
            <a:ext cx="425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2" name=""/>
          <p:cNvSpPr txBox="1"/>
          <p:nvPr/>
        </p:nvSpPr>
        <p:spPr>
          <a:xfrm>
            <a:off x="6171480" y="1327320"/>
            <a:ext cx="389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Device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3" name=""/>
          <p:cNvSpPr txBox="1"/>
          <p:nvPr/>
        </p:nvSpPr>
        <p:spPr>
          <a:xfrm>
            <a:off x="7400520" y="1327320"/>
            <a:ext cx="4867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Subjects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4" name=""/>
          <p:cNvSpPr txBox="1"/>
          <p:nvPr/>
        </p:nvSpPr>
        <p:spPr>
          <a:xfrm>
            <a:off x="8648640" y="1243440"/>
            <a:ext cx="6559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Correlation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5" name=""/>
          <p:cNvSpPr txBox="1"/>
          <p:nvPr/>
        </p:nvSpPr>
        <p:spPr>
          <a:xfrm>
            <a:off x="8662320" y="1410840"/>
            <a:ext cx="625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Coefficient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6" name=""/>
          <p:cNvSpPr txBox="1"/>
          <p:nvPr/>
        </p:nvSpPr>
        <p:spPr>
          <a:xfrm>
            <a:off x="360720" y="191412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6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7" name=""/>
          <p:cNvSpPr txBox="1"/>
          <p:nvPr/>
        </p:nvSpPr>
        <p:spPr>
          <a:xfrm>
            <a:off x="629640" y="1914120"/>
            <a:ext cx="333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Korea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8" name=""/>
          <p:cNvSpPr txBox="1"/>
          <p:nvPr/>
        </p:nvSpPr>
        <p:spPr>
          <a:xfrm>
            <a:off x="1241280" y="1662840"/>
            <a:ext cx="2709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Comparison of bioimpedance analysis and dual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39" name=""/>
          <p:cNvSpPr txBox="1"/>
          <p:nvPr/>
        </p:nvSpPr>
        <p:spPr>
          <a:xfrm>
            <a:off x="1235160" y="1830240"/>
            <a:ext cx="2721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energy X-ray absorptiometry body composition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0" name=""/>
          <p:cNvSpPr txBox="1"/>
          <p:nvPr/>
        </p:nvSpPr>
        <p:spPr>
          <a:xfrm>
            <a:off x="1306800" y="1998000"/>
            <a:ext cx="2580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measurements in peritoneal dialysis patients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1" name=""/>
          <p:cNvSpPr txBox="1"/>
          <p:nvPr/>
        </p:nvSpPr>
        <p:spPr>
          <a:xfrm>
            <a:off x="1986840" y="2165760"/>
            <a:ext cx="1175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According  to edema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2" name=""/>
          <p:cNvSpPr txBox="1"/>
          <p:nvPr/>
        </p:nvSpPr>
        <p:spPr>
          <a:xfrm>
            <a:off x="4289040" y="191412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3" name=""/>
          <p:cNvSpPr txBox="1"/>
          <p:nvPr/>
        </p:nvSpPr>
        <p:spPr>
          <a:xfrm>
            <a:off x="5060160" y="1830240"/>
            <a:ext cx="435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Clinical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4" name=""/>
          <p:cNvSpPr txBox="1"/>
          <p:nvPr/>
        </p:nvSpPr>
        <p:spPr>
          <a:xfrm>
            <a:off x="4927680" y="1998000"/>
            <a:ext cx="6667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Nephrology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5" name=""/>
          <p:cNvSpPr txBox="1"/>
          <p:nvPr/>
        </p:nvSpPr>
        <p:spPr>
          <a:xfrm>
            <a:off x="5956560" y="1830240"/>
            <a:ext cx="819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DEXA(Hologic)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6" name=""/>
          <p:cNvSpPr txBox="1"/>
          <p:nvPr/>
        </p:nvSpPr>
        <p:spPr>
          <a:xfrm>
            <a:off x="6020280" y="1998000"/>
            <a:ext cx="723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InBody4.0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7" name=""/>
          <p:cNvSpPr txBox="1"/>
          <p:nvPr/>
        </p:nvSpPr>
        <p:spPr>
          <a:xfrm>
            <a:off x="7319880" y="1746360"/>
            <a:ext cx="651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535 Korean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8" name=""/>
          <p:cNvSpPr txBox="1"/>
          <p:nvPr/>
        </p:nvSpPr>
        <p:spPr>
          <a:xfrm>
            <a:off x="7127640" y="1914120"/>
            <a:ext cx="1073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Peritoneal Dialysis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49" name=""/>
          <p:cNvSpPr txBox="1"/>
          <p:nvPr/>
        </p:nvSpPr>
        <p:spPr>
          <a:xfrm>
            <a:off x="7414200" y="2081880"/>
            <a:ext cx="462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0" name=""/>
          <p:cNvSpPr txBox="1"/>
          <p:nvPr/>
        </p:nvSpPr>
        <p:spPr>
          <a:xfrm>
            <a:off x="8311320" y="157824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1" name=""/>
          <p:cNvSpPr txBox="1"/>
          <p:nvPr/>
        </p:nvSpPr>
        <p:spPr>
          <a:xfrm>
            <a:off x="8311320" y="1746360"/>
            <a:ext cx="322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1st : 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2" name=""/>
          <p:cNvSpPr txBox="1"/>
          <p:nvPr/>
        </p:nvSpPr>
        <p:spPr>
          <a:xfrm>
            <a:off x="8631360" y="174888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3" name=""/>
          <p:cNvSpPr txBox="1"/>
          <p:nvPr/>
        </p:nvSpPr>
        <p:spPr>
          <a:xfrm>
            <a:off x="8710560" y="1746360"/>
            <a:ext cx="421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 0.981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4" name=""/>
          <p:cNvSpPr txBox="1"/>
          <p:nvPr/>
        </p:nvSpPr>
        <p:spPr>
          <a:xfrm>
            <a:off x="8311320" y="1914120"/>
            <a:ext cx="3679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2nd : 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5" name=""/>
          <p:cNvSpPr txBox="1"/>
          <p:nvPr/>
        </p:nvSpPr>
        <p:spPr>
          <a:xfrm>
            <a:off x="8678520" y="191628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6" name=""/>
          <p:cNvSpPr txBox="1"/>
          <p:nvPr/>
        </p:nvSpPr>
        <p:spPr>
          <a:xfrm>
            <a:off x="8759160" y="1914120"/>
            <a:ext cx="421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 0.962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7" name=""/>
          <p:cNvSpPr txBox="1"/>
          <p:nvPr/>
        </p:nvSpPr>
        <p:spPr>
          <a:xfrm>
            <a:off x="8311320" y="2081880"/>
            <a:ext cx="343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3rd : 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8" name=""/>
          <p:cNvSpPr txBox="1"/>
          <p:nvPr/>
        </p:nvSpPr>
        <p:spPr>
          <a:xfrm>
            <a:off x="8652600" y="208404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59" name=""/>
          <p:cNvSpPr txBox="1"/>
          <p:nvPr/>
        </p:nvSpPr>
        <p:spPr>
          <a:xfrm>
            <a:off x="8733240" y="2081880"/>
            <a:ext cx="421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 0.962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0" name=""/>
          <p:cNvSpPr txBox="1"/>
          <p:nvPr/>
        </p:nvSpPr>
        <p:spPr>
          <a:xfrm>
            <a:off x="8311320" y="2249280"/>
            <a:ext cx="342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4th : 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1" name=""/>
          <p:cNvSpPr txBox="1"/>
          <p:nvPr/>
        </p:nvSpPr>
        <p:spPr>
          <a:xfrm>
            <a:off x="8652600" y="225180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2" name=""/>
          <p:cNvSpPr txBox="1"/>
          <p:nvPr/>
        </p:nvSpPr>
        <p:spPr>
          <a:xfrm>
            <a:off x="8731800" y="2249280"/>
            <a:ext cx="421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 0.971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3" name=""/>
          <p:cNvSpPr txBox="1"/>
          <p:nvPr/>
        </p:nvSpPr>
        <p:spPr>
          <a:xfrm>
            <a:off x="360720" y="283608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7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4" name=""/>
          <p:cNvSpPr txBox="1"/>
          <p:nvPr/>
        </p:nvSpPr>
        <p:spPr>
          <a:xfrm>
            <a:off x="628560" y="2836080"/>
            <a:ext cx="333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Korea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5" name=""/>
          <p:cNvSpPr txBox="1"/>
          <p:nvPr/>
        </p:nvSpPr>
        <p:spPr>
          <a:xfrm>
            <a:off x="1112040" y="2668680"/>
            <a:ext cx="2967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Comparisons of obesity assessments in over-weight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6" name=""/>
          <p:cNvSpPr txBox="1"/>
          <p:nvPr/>
        </p:nvSpPr>
        <p:spPr>
          <a:xfrm>
            <a:off x="1122480" y="2836080"/>
            <a:ext cx="2958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elementary Students  using anthropometry, BIA, CT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7" name=""/>
          <p:cNvSpPr txBox="1"/>
          <p:nvPr/>
        </p:nvSpPr>
        <p:spPr>
          <a:xfrm>
            <a:off x="2293200" y="3004200"/>
            <a:ext cx="555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and DEXA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8" name=""/>
          <p:cNvSpPr txBox="1"/>
          <p:nvPr/>
        </p:nvSpPr>
        <p:spPr>
          <a:xfrm>
            <a:off x="4288320" y="283608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69" name=""/>
          <p:cNvSpPr txBox="1"/>
          <p:nvPr/>
        </p:nvSpPr>
        <p:spPr>
          <a:xfrm>
            <a:off x="5001120" y="2668680"/>
            <a:ext cx="549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Nutrition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0" name=""/>
          <p:cNvSpPr txBox="1"/>
          <p:nvPr/>
        </p:nvSpPr>
        <p:spPr>
          <a:xfrm>
            <a:off x="5002560" y="2836080"/>
            <a:ext cx="518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Research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1" name=""/>
          <p:cNvSpPr txBox="1"/>
          <p:nvPr/>
        </p:nvSpPr>
        <p:spPr>
          <a:xfrm>
            <a:off x="4911120" y="3004200"/>
            <a:ext cx="701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and Practice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2" name=""/>
          <p:cNvSpPr txBox="1"/>
          <p:nvPr/>
        </p:nvSpPr>
        <p:spPr>
          <a:xfrm>
            <a:off x="5739120" y="2752200"/>
            <a:ext cx="1261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DEXA(Not mentioned)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3" name=""/>
          <p:cNvSpPr txBox="1"/>
          <p:nvPr/>
        </p:nvSpPr>
        <p:spPr>
          <a:xfrm>
            <a:off x="5993640" y="2919600"/>
            <a:ext cx="75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InBody230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4" name=""/>
          <p:cNvSpPr txBox="1"/>
          <p:nvPr/>
        </p:nvSpPr>
        <p:spPr>
          <a:xfrm>
            <a:off x="7322760" y="2584800"/>
            <a:ext cx="640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103 Obese,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5" name=""/>
          <p:cNvSpPr txBox="1"/>
          <p:nvPr/>
        </p:nvSpPr>
        <p:spPr>
          <a:xfrm>
            <a:off x="7097400" y="2752200"/>
            <a:ext cx="11329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Overweight Korean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6" name=""/>
          <p:cNvSpPr txBox="1"/>
          <p:nvPr/>
        </p:nvSpPr>
        <p:spPr>
          <a:xfrm>
            <a:off x="7066800" y="2919600"/>
            <a:ext cx="1160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Children between 2-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7" name=""/>
          <p:cNvSpPr txBox="1"/>
          <p:nvPr/>
        </p:nvSpPr>
        <p:spPr>
          <a:xfrm>
            <a:off x="7389720" y="308808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6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8" name=""/>
          <p:cNvSpPr txBox="1"/>
          <p:nvPr/>
        </p:nvSpPr>
        <p:spPr>
          <a:xfrm>
            <a:off x="7461360" y="309024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th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79" name=""/>
          <p:cNvSpPr txBox="1"/>
          <p:nvPr/>
        </p:nvSpPr>
        <p:spPr>
          <a:xfrm>
            <a:off x="7574400" y="3088080"/>
            <a:ext cx="3254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grade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0" name=""/>
          <p:cNvSpPr txBox="1"/>
          <p:nvPr/>
        </p:nvSpPr>
        <p:spPr>
          <a:xfrm>
            <a:off x="8302680" y="2417040"/>
            <a:ext cx="77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Fat free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1" name=""/>
          <p:cNvSpPr txBox="1"/>
          <p:nvPr/>
        </p:nvSpPr>
        <p:spPr>
          <a:xfrm>
            <a:off x="8302680" y="2584800"/>
            <a:ext cx="723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 : r = 0.878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2" name=""/>
          <p:cNvSpPr txBox="1"/>
          <p:nvPr/>
        </p:nvSpPr>
        <p:spPr>
          <a:xfrm>
            <a:off x="8302680" y="2752200"/>
            <a:ext cx="634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 : r =0.944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3" name=""/>
          <p:cNvSpPr txBox="1"/>
          <p:nvPr/>
        </p:nvSpPr>
        <p:spPr>
          <a:xfrm>
            <a:off x="8302680" y="291960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4" name=""/>
          <p:cNvSpPr txBox="1"/>
          <p:nvPr/>
        </p:nvSpPr>
        <p:spPr>
          <a:xfrm>
            <a:off x="8302680" y="3088080"/>
            <a:ext cx="723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 : r = 0.853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5" name=""/>
          <p:cNvSpPr txBox="1"/>
          <p:nvPr/>
        </p:nvSpPr>
        <p:spPr>
          <a:xfrm>
            <a:off x="8302680" y="3255480"/>
            <a:ext cx="634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 : r =0.887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6" name=""/>
          <p:cNvSpPr txBox="1"/>
          <p:nvPr/>
        </p:nvSpPr>
        <p:spPr>
          <a:xfrm>
            <a:off x="360720" y="384228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8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7" name=""/>
          <p:cNvSpPr txBox="1"/>
          <p:nvPr/>
        </p:nvSpPr>
        <p:spPr>
          <a:xfrm>
            <a:off x="629640" y="3842280"/>
            <a:ext cx="333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Korea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8" name=""/>
          <p:cNvSpPr txBox="1"/>
          <p:nvPr/>
        </p:nvSpPr>
        <p:spPr>
          <a:xfrm>
            <a:off x="1191240" y="3423240"/>
            <a:ext cx="2778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Cross-calibration of multi-frequency bioelectrical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89" name=""/>
          <p:cNvSpPr txBox="1"/>
          <p:nvPr/>
        </p:nvSpPr>
        <p:spPr>
          <a:xfrm>
            <a:off x="1374480" y="3591000"/>
            <a:ext cx="2474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impedance analysis with eight-point tactile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0" name=""/>
          <p:cNvSpPr txBox="1"/>
          <p:nvPr/>
        </p:nvSpPr>
        <p:spPr>
          <a:xfrm>
            <a:off x="1107360" y="3758400"/>
            <a:ext cx="2949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electrodes and dual-energy X-ray absorptiometry fo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1" name=""/>
          <p:cNvSpPr txBox="1"/>
          <p:nvPr/>
        </p:nvSpPr>
        <p:spPr>
          <a:xfrm>
            <a:off x="2544840" y="392616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2" name=""/>
          <p:cNvSpPr txBox="1"/>
          <p:nvPr/>
        </p:nvSpPr>
        <p:spPr>
          <a:xfrm>
            <a:off x="1107360" y="4093920"/>
            <a:ext cx="2983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assessment of body composition in healthy children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3" name=""/>
          <p:cNvSpPr txBox="1"/>
          <p:nvPr/>
        </p:nvSpPr>
        <p:spPr>
          <a:xfrm>
            <a:off x="2076840" y="4261320"/>
            <a:ext cx="989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aged 6 – 18 years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4" name=""/>
          <p:cNvSpPr txBox="1"/>
          <p:nvPr/>
        </p:nvSpPr>
        <p:spPr>
          <a:xfrm>
            <a:off x="4288320" y="384228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2009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5" name=""/>
          <p:cNvSpPr txBox="1"/>
          <p:nvPr/>
        </p:nvSpPr>
        <p:spPr>
          <a:xfrm>
            <a:off x="4984200" y="3758400"/>
            <a:ext cx="5889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Pediatrics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6" name=""/>
          <p:cNvSpPr txBox="1"/>
          <p:nvPr/>
        </p:nvSpPr>
        <p:spPr>
          <a:xfrm>
            <a:off x="4892760" y="3926160"/>
            <a:ext cx="739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International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7" name=""/>
          <p:cNvSpPr txBox="1"/>
          <p:nvPr/>
        </p:nvSpPr>
        <p:spPr>
          <a:xfrm>
            <a:off x="6006960" y="3758400"/>
            <a:ext cx="715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DEXA(Lunar)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8" name=""/>
          <p:cNvSpPr txBox="1"/>
          <p:nvPr/>
        </p:nvSpPr>
        <p:spPr>
          <a:xfrm>
            <a:off x="6002280" y="3926160"/>
            <a:ext cx="75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InBody720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599" name=""/>
          <p:cNvSpPr txBox="1"/>
          <p:nvPr/>
        </p:nvSpPr>
        <p:spPr>
          <a:xfrm>
            <a:off x="7066800" y="3674880"/>
            <a:ext cx="1192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166 Korean Children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0" name=""/>
          <p:cNvSpPr txBox="1"/>
          <p:nvPr/>
        </p:nvSpPr>
        <p:spPr>
          <a:xfrm>
            <a:off x="7176600" y="3842280"/>
            <a:ext cx="9684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and Adolescents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1" name=""/>
          <p:cNvSpPr txBox="1"/>
          <p:nvPr/>
        </p:nvSpPr>
        <p:spPr>
          <a:xfrm>
            <a:off x="7115400" y="4010040"/>
            <a:ext cx="1061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under 18 years old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2" name=""/>
          <p:cNvSpPr txBox="1"/>
          <p:nvPr/>
        </p:nvSpPr>
        <p:spPr>
          <a:xfrm>
            <a:off x="8302680" y="3423240"/>
            <a:ext cx="77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Fat free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3" name=""/>
          <p:cNvSpPr txBox="1"/>
          <p:nvPr/>
        </p:nvSpPr>
        <p:spPr>
          <a:xfrm>
            <a:off x="8302680" y="359100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4" name=""/>
          <p:cNvSpPr txBox="1"/>
          <p:nvPr/>
        </p:nvSpPr>
        <p:spPr>
          <a:xfrm>
            <a:off x="8351640" y="359316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5" name=""/>
          <p:cNvSpPr txBox="1"/>
          <p:nvPr/>
        </p:nvSpPr>
        <p:spPr>
          <a:xfrm>
            <a:off x="8430840" y="3591000"/>
            <a:ext cx="421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 0.990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6" name=""/>
          <p:cNvSpPr txBox="1"/>
          <p:nvPr/>
        </p:nvSpPr>
        <p:spPr>
          <a:xfrm>
            <a:off x="8302680" y="375840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7" name=""/>
          <p:cNvSpPr txBox="1"/>
          <p:nvPr/>
        </p:nvSpPr>
        <p:spPr>
          <a:xfrm>
            <a:off x="8302680" y="392616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8" name=""/>
          <p:cNvSpPr txBox="1"/>
          <p:nvPr/>
        </p:nvSpPr>
        <p:spPr>
          <a:xfrm>
            <a:off x="8351640" y="392868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09" name=""/>
          <p:cNvSpPr txBox="1"/>
          <p:nvPr/>
        </p:nvSpPr>
        <p:spPr>
          <a:xfrm>
            <a:off x="8430840" y="3926160"/>
            <a:ext cx="421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 0.934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0" name=""/>
          <p:cNvSpPr txBox="1"/>
          <p:nvPr/>
        </p:nvSpPr>
        <p:spPr>
          <a:xfrm>
            <a:off x="8302680" y="4093920"/>
            <a:ext cx="965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Percent body fat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1" name=""/>
          <p:cNvSpPr txBox="1"/>
          <p:nvPr/>
        </p:nvSpPr>
        <p:spPr>
          <a:xfrm>
            <a:off x="8302680" y="4261320"/>
            <a:ext cx="140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2" name=""/>
          <p:cNvSpPr txBox="1"/>
          <p:nvPr/>
        </p:nvSpPr>
        <p:spPr>
          <a:xfrm>
            <a:off x="8351640" y="426384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3" name=""/>
          <p:cNvSpPr txBox="1"/>
          <p:nvPr/>
        </p:nvSpPr>
        <p:spPr>
          <a:xfrm>
            <a:off x="8430840" y="4261320"/>
            <a:ext cx="421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 0.940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4" name=""/>
          <p:cNvSpPr txBox="1"/>
          <p:nvPr/>
        </p:nvSpPr>
        <p:spPr>
          <a:xfrm>
            <a:off x="360720" y="469080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9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5" name=""/>
          <p:cNvSpPr txBox="1"/>
          <p:nvPr/>
        </p:nvSpPr>
        <p:spPr>
          <a:xfrm>
            <a:off x="712440" y="4690800"/>
            <a:ext cx="162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UK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6" name=""/>
          <p:cNvSpPr txBox="1"/>
          <p:nvPr/>
        </p:nvSpPr>
        <p:spPr>
          <a:xfrm>
            <a:off x="1343520" y="4439520"/>
            <a:ext cx="24969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Comparison of multifrequency bioelectrical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7" name=""/>
          <p:cNvSpPr txBox="1"/>
          <p:nvPr/>
        </p:nvSpPr>
        <p:spPr>
          <a:xfrm>
            <a:off x="1389240" y="4606920"/>
            <a:ext cx="2413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impedance analysis and dual-energy x-ray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8" name=""/>
          <p:cNvSpPr txBox="1"/>
          <p:nvPr/>
        </p:nvSpPr>
        <p:spPr>
          <a:xfrm>
            <a:off x="1377000" y="4774680"/>
            <a:ext cx="2434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absorptiometry assessments in outpatient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19" name=""/>
          <p:cNvSpPr txBox="1"/>
          <p:nvPr/>
        </p:nvSpPr>
        <p:spPr>
          <a:xfrm>
            <a:off x="1956600" y="4942440"/>
            <a:ext cx="12351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hemodialysis 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0" name=""/>
          <p:cNvSpPr txBox="1"/>
          <p:nvPr/>
        </p:nvSpPr>
        <p:spPr>
          <a:xfrm>
            <a:off x="4288320" y="469080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1" name=""/>
          <p:cNvSpPr txBox="1"/>
          <p:nvPr/>
        </p:nvSpPr>
        <p:spPr>
          <a:xfrm>
            <a:off x="4988880" y="4439520"/>
            <a:ext cx="575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American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2" name=""/>
          <p:cNvSpPr txBox="1"/>
          <p:nvPr/>
        </p:nvSpPr>
        <p:spPr>
          <a:xfrm>
            <a:off x="4979880" y="4606920"/>
            <a:ext cx="593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 of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3" name=""/>
          <p:cNvSpPr txBox="1"/>
          <p:nvPr/>
        </p:nvSpPr>
        <p:spPr>
          <a:xfrm>
            <a:off x="5068080" y="4774680"/>
            <a:ext cx="416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Kidney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4" name=""/>
          <p:cNvSpPr txBox="1"/>
          <p:nvPr/>
        </p:nvSpPr>
        <p:spPr>
          <a:xfrm>
            <a:off x="5014800" y="4942440"/>
            <a:ext cx="4899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Diseases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5" name=""/>
          <p:cNvSpPr txBox="1"/>
          <p:nvPr/>
        </p:nvSpPr>
        <p:spPr>
          <a:xfrm>
            <a:off x="5956560" y="4606920"/>
            <a:ext cx="819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DEXA(Hologic)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6" name=""/>
          <p:cNvSpPr txBox="1"/>
          <p:nvPr/>
        </p:nvSpPr>
        <p:spPr>
          <a:xfrm>
            <a:off x="6002280" y="4774680"/>
            <a:ext cx="75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InBody720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7" name=""/>
          <p:cNvSpPr txBox="1"/>
          <p:nvPr/>
        </p:nvSpPr>
        <p:spPr>
          <a:xfrm>
            <a:off x="7373160" y="4523400"/>
            <a:ext cx="5691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53 British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8" name=""/>
          <p:cNvSpPr txBox="1"/>
          <p:nvPr/>
        </p:nvSpPr>
        <p:spPr>
          <a:xfrm>
            <a:off x="7268040" y="4690800"/>
            <a:ext cx="785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Hemodialysis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29" name=""/>
          <p:cNvSpPr txBox="1"/>
          <p:nvPr/>
        </p:nvSpPr>
        <p:spPr>
          <a:xfrm>
            <a:off x="7414200" y="4858560"/>
            <a:ext cx="462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0" name=""/>
          <p:cNvSpPr txBox="1"/>
          <p:nvPr/>
        </p:nvSpPr>
        <p:spPr>
          <a:xfrm>
            <a:off x="8302680" y="4439520"/>
            <a:ext cx="77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Fat free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1" name=""/>
          <p:cNvSpPr txBox="1"/>
          <p:nvPr/>
        </p:nvSpPr>
        <p:spPr>
          <a:xfrm>
            <a:off x="8302680" y="460692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2" name=""/>
          <p:cNvSpPr txBox="1"/>
          <p:nvPr/>
        </p:nvSpPr>
        <p:spPr>
          <a:xfrm>
            <a:off x="8351640" y="460944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3" name=""/>
          <p:cNvSpPr txBox="1"/>
          <p:nvPr/>
        </p:nvSpPr>
        <p:spPr>
          <a:xfrm>
            <a:off x="8430840" y="4606920"/>
            <a:ext cx="421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 0.845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4" name=""/>
          <p:cNvSpPr txBox="1"/>
          <p:nvPr/>
        </p:nvSpPr>
        <p:spPr>
          <a:xfrm>
            <a:off x="8302680" y="477468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5" name=""/>
          <p:cNvSpPr txBox="1"/>
          <p:nvPr/>
        </p:nvSpPr>
        <p:spPr>
          <a:xfrm>
            <a:off x="8302680" y="494244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6" name=""/>
          <p:cNvSpPr txBox="1"/>
          <p:nvPr/>
        </p:nvSpPr>
        <p:spPr>
          <a:xfrm>
            <a:off x="8415360" y="4942440"/>
            <a:ext cx="349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 0.93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7" name=""/>
          <p:cNvSpPr txBox="1"/>
          <p:nvPr/>
        </p:nvSpPr>
        <p:spPr>
          <a:xfrm>
            <a:off x="325800" y="5382000"/>
            <a:ext cx="142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8" name=""/>
          <p:cNvSpPr txBox="1"/>
          <p:nvPr/>
        </p:nvSpPr>
        <p:spPr>
          <a:xfrm>
            <a:off x="561600" y="5328360"/>
            <a:ext cx="466920" cy="139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Calibri"/>
                <a:ea typeface="Calibri"/>
              </a:rPr>
              <a:t>Netherlan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39" name=""/>
          <p:cNvSpPr txBox="1"/>
          <p:nvPr/>
        </p:nvSpPr>
        <p:spPr>
          <a:xfrm>
            <a:off x="741240" y="5465880"/>
            <a:ext cx="114120" cy="139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900" spc="-1" strike="noStrike">
                <a:solidFill>
                  <a:srgbClr val="000000"/>
                </a:solidFill>
                <a:latin typeface="Calibri"/>
                <a:ea typeface="Calibri"/>
              </a:rPr>
              <a:t>ds</a:t>
            </a:r>
            <a:endParaRPr b="0" lang="en-US" sz="9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0" name=""/>
          <p:cNvSpPr txBox="1"/>
          <p:nvPr/>
        </p:nvSpPr>
        <p:spPr>
          <a:xfrm>
            <a:off x="1282680" y="5130000"/>
            <a:ext cx="2623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Accuracy of direct segmental multi-frequency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1" name=""/>
          <p:cNvSpPr txBox="1"/>
          <p:nvPr/>
        </p:nvSpPr>
        <p:spPr>
          <a:xfrm>
            <a:off x="1334520" y="5297400"/>
            <a:ext cx="25214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Bioimpedance analysis in the assessment of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2" name=""/>
          <p:cNvSpPr txBox="1"/>
          <p:nvPr/>
        </p:nvSpPr>
        <p:spPr>
          <a:xfrm>
            <a:off x="1326600" y="5465520"/>
            <a:ext cx="2539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total body and segmental body composition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3" name=""/>
          <p:cNvSpPr txBox="1"/>
          <p:nvPr/>
        </p:nvSpPr>
        <p:spPr>
          <a:xfrm>
            <a:off x="1662480" y="5633280"/>
            <a:ext cx="1828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in middle-aged adult population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4" name=""/>
          <p:cNvSpPr txBox="1"/>
          <p:nvPr/>
        </p:nvSpPr>
        <p:spPr>
          <a:xfrm>
            <a:off x="4288320" y="538200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5" name=""/>
          <p:cNvSpPr txBox="1"/>
          <p:nvPr/>
        </p:nvSpPr>
        <p:spPr>
          <a:xfrm>
            <a:off x="5060520" y="5297400"/>
            <a:ext cx="435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Clinical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6" name=""/>
          <p:cNvSpPr txBox="1"/>
          <p:nvPr/>
        </p:nvSpPr>
        <p:spPr>
          <a:xfrm>
            <a:off x="5001120" y="5465520"/>
            <a:ext cx="517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Nutrition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7" name=""/>
          <p:cNvSpPr txBox="1"/>
          <p:nvPr/>
        </p:nvSpPr>
        <p:spPr>
          <a:xfrm>
            <a:off x="5940000" y="5297400"/>
            <a:ext cx="84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 (Hologic)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8" name=""/>
          <p:cNvSpPr txBox="1"/>
          <p:nvPr/>
        </p:nvSpPr>
        <p:spPr>
          <a:xfrm>
            <a:off x="5985720" y="5465520"/>
            <a:ext cx="75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InBody720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49" name=""/>
          <p:cNvSpPr txBox="1"/>
          <p:nvPr/>
        </p:nvSpPr>
        <p:spPr>
          <a:xfrm>
            <a:off x="7165800" y="5297400"/>
            <a:ext cx="9579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484 middle-aged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0" name=""/>
          <p:cNvSpPr txBox="1"/>
          <p:nvPr/>
        </p:nvSpPr>
        <p:spPr>
          <a:xfrm>
            <a:off x="7359480" y="5465520"/>
            <a:ext cx="5691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Caucasian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1" name=""/>
          <p:cNvSpPr txBox="1"/>
          <p:nvPr/>
        </p:nvSpPr>
        <p:spPr>
          <a:xfrm>
            <a:off x="8311320" y="521388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2" name=""/>
          <p:cNvSpPr txBox="1"/>
          <p:nvPr/>
        </p:nvSpPr>
        <p:spPr>
          <a:xfrm>
            <a:off x="8311320" y="5382000"/>
            <a:ext cx="651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 : r = 0.93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3" name=""/>
          <p:cNvSpPr txBox="1"/>
          <p:nvPr/>
        </p:nvSpPr>
        <p:spPr>
          <a:xfrm>
            <a:off x="8311320" y="5549400"/>
            <a:ext cx="59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 : r = 0.97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4" name=""/>
          <p:cNvSpPr txBox="1"/>
          <p:nvPr/>
        </p:nvSpPr>
        <p:spPr>
          <a:xfrm>
            <a:off x="325800" y="6062400"/>
            <a:ext cx="142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5" name=""/>
          <p:cNvSpPr txBox="1"/>
          <p:nvPr/>
        </p:nvSpPr>
        <p:spPr>
          <a:xfrm>
            <a:off x="712440" y="6062400"/>
            <a:ext cx="162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UK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6" name=""/>
          <p:cNvSpPr txBox="1"/>
          <p:nvPr/>
        </p:nvSpPr>
        <p:spPr>
          <a:xfrm>
            <a:off x="1262880" y="5895000"/>
            <a:ext cx="2663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Assessment of body composition in peritoneal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7" name=""/>
          <p:cNvSpPr txBox="1"/>
          <p:nvPr/>
        </p:nvSpPr>
        <p:spPr>
          <a:xfrm>
            <a:off x="1474920" y="6062400"/>
            <a:ext cx="2241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dialysis(PD) Patients using bioelectrical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8" name=""/>
          <p:cNvSpPr txBox="1"/>
          <p:nvPr/>
        </p:nvSpPr>
        <p:spPr>
          <a:xfrm>
            <a:off x="1168200" y="6230160"/>
            <a:ext cx="2821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impedance and dual-energy x-ray absorptiometry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59" name=""/>
          <p:cNvSpPr txBox="1"/>
          <p:nvPr/>
        </p:nvSpPr>
        <p:spPr>
          <a:xfrm>
            <a:off x="4288320" y="606240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0" name=""/>
          <p:cNvSpPr txBox="1"/>
          <p:nvPr/>
        </p:nvSpPr>
        <p:spPr>
          <a:xfrm>
            <a:off x="4988880" y="5895000"/>
            <a:ext cx="575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American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1" name=""/>
          <p:cNvSpPr txBox="1"/>
          <p:nvPr/>
        </p:nvSpPr>
        <p:spPr>
          <a:xfrm>
            <a:off x="5059080" y="6062400"/>
            <a:ext cx="435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2" name=""/>
          <p:cNvSpPr txBox="1"/>
          <p:nvPr/>
        </p:nvSpPr>
        <p:spPr>
          <a:xfrm>
            <a:off x="4863960" y="6230160"/>
            <a:ext cx="797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of nephrology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3" name=""/>
          <p:cNvSpPr txBox="1"/>
          <p:nvPr/>
        </p:nvSpPr>
        <p:spPr>
          <a:xfrm>
            <a:off x="5956560" y="5978520"/>
            <a:ext cx="819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DEXA(Hologic)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4" name=""/>
          <p:cNvSpPr txBox="1"/>
          <p:nvPr/>
        </p:nvSpPr>
        <p:spPr>
          <a:xfrm>
            <a:off x="6002280" y="6146280"/>
            <a:ext cx="75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InBody720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5" name=""/>
          <p:cNvSpPr txBox="1"/>
          <p:nvPr/>
        </p:nvSpPr>
        <p:spPr>
          <a:xfrm>
            <a:off x="7338240" y="5895000"/>
            <a:ext cx="640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104 British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6" name=""/>
          <p:cNvSpPr txBox="1"/>
          <p:nvPr/>
        </p:nvSpPr>
        <p:spPr>
          <a:xfrm>
            <a:off x="7127640" y="6062400"/>
            <a:ext cx="1073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Peritoneal Dialysis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7" name=""/>
          <p:cNvSpPr txBox="1"/>
          <p:nvPr/>
        </p:nvSpPr>
        <p:spPr>
          <a:xfrm>
            <a:off x="7414200" y="6230160"/>
            <a:ext cx="462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8" name=""/>
          <p:cNvSpPr txBox="1"/>
          <p:nvPr/>
        </p:nvSpPr>
        <p:spPr>
          <a:xfrm>
            <a:off x="8302680" y="5811120"/>
            <a:ext cx="77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Fat free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69" name=""/>
          <p:cNvSpPr txBox="1"/>
          <p:nvPr/>
        </p:nvSpPr>
        <p:spPr>
          <a:xfrm>
            <a:off x="8302680" y="5978520"/>
            <a:ext cx="430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 = 0.95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70" name=""/>
          <p:cNvSpPr txBox="1"/>
          <p:nvPr/>
        </p:nvSpPr>
        <p:spPr>
          <a:xfrm>
            <a:off x="8302680" y="614628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fat mass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71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672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673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674" name=""/>
          <p:cNvSpPr txBox="1"/>
          <p:nvPr/>
        </p:nvSpPr>
        <p:spPr>
          <a:xfrm>
            <a:off x="8302680" y="6314040"/>
            <a:ext cx="430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 = 0.93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675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676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7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7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679" name="" descr=""/>
          <p:cNvPicPr/>
          <p:nvPr/>
        </p:nvPicPr>
        <p:blipFill>
          <a:blip r:embed="rId1"/>
          <a:stretch/>
        </p:blipFill>
        <p:spPr>
          <a:xfrm>
            <a:off x="313920" y="1046880"/>
            <a:ext cx="4548960" cy="5851800"/>
          </a:xfrm>
          <a:prstGeom prst="rect">
            <a:avLst/>
          </a:prstGeom>
          <a:ln w="0">
            <a:noFill/>
          </a:ln>
        </p:spPr>
      </p:pic>
      <p:pic>
        <p:nvPicPr>
          <p:cNvPr id="30680" name="" descr=""/>
          <p:cNvPicPr/>
          <p:nvPr/>
        </p:nvPicPr>
        <p:blipFill>
          <a:blip r:embed="rId2"/>
          <a:stretch/>
        </p:blipFill>
        <p:spPr>
          <a:xfrm>
            <a:off x="505800" y="1239120"/>
            <a:ext cx="4178520" cy="5481360"/>
          </a:xfrm>
          <a:prstGeom prst="rect">
            <a:avLst/>
          </a:prstGeom>
          <a:ln w="0">
            <a:noFill/>
          </a:ln>
        </p:spPr>
      </p:pic>
      <p:pic>
        <p:nvPicPr>
          <p:cNvPr id="30681" name="" descr=""/>
          <p:cNvPicPr/>
          <p:nvPr/>
        </p:nvPicPr>
        <p:blipFill>
          <a:blip r:embed="rId3"/>
          <a:stretch/>
        </p:blipFill>
        <p:spPr>
          <a:xfrm>
            <a:off x="5669280" y="2176200"/>
            <a:ext cx="3177360" cy="2025000"/>
          </a:xfrm>
          <a:prstGeom prst="rect">
            <a:avLst/>
          </a:prstGeom>
          <a:ln w="0">
            <a:noFill/>
          </a:ln>
        </p:spPr>
      </p:pic>
      <p:pic>
        <p:nvPicPr>
          <p:cNvPr id="30682" name="" descr=""/>
          <p:cNvPicPr/>
          <p:nvPr/>
        </p:nvPicPr>
        <p:blipFill>
          <a:blip r:embed="rId4"/>
          <a:stretch/>
        </p:blipFill>
        <p:spPr>
          <a:xfrm>
            <a:off x="5626440" y="4201560"/>
            <a:ext cx="3546000" cy="2235240"/>
          </a:xfrm>
          <a:prstGeom prst="rect">
            <a:avLst/>
          </a:prstGeom>
          <a:ln w="0">
            <a:noFill/>
          </a:ln>
        </p:spPr>
      </p:pic>
      <p:sp>
        <p:nvSpPr>
          <p:cNvPr id="30683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_2018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684" name="" descr=""/>
          <p:cNvPicPr/>
          <p:nvPr/>
        </p:nvPicPr>
        <p:blipFill>
          <a:blip r:embed="rId5"/>
          <a:stretch/>
        </p:blipFill>
        <p:spPr>
          <a:xfrm>
            <a:off x="5547240" y="6391800"/>
            <a:ext cx="3837240" cy="328680"/>
          </a:xfrm>
          <a:prstGeom prst="rect">
            <a:avLst/>
          </a:prstGeom>
          <a:ln w="0">
            <a:noFill/>
          </a:ln>
        </p:spPr>
      </p:pic>
      <p:sp>
        <p:nvSpPr>
          <p:cNvPr id="3068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68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68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688" name=""/>
          <p:cNvSpPr txBox="1"/>
          <p:nvPr/>
        </p:nvSpPr>
        <p:spPr>
          <a:xfrm>
            <a:off x="6243840" y="1566720"/>
            <a:ext cx="32209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DEXA(Hologic) vs CT vs InBody720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689" name="" descr=""/>
          <p:cNvPicPr/>
          <p:nvPr/>
        </p:nvPicPr>
        <p:blipFill>
          <a:blip r:embed="rId6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690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91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92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693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_2018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694" name="" descr=""/>
          <p:cNvPicPr/>
          <p:nvPr/>
        </p:nvPicPr>
        <p:blipFill>
          <a:blip r:embed="rId1"/>
          <a:stretch/>
        </p:blipFill>
        <p:spPr>
          <a:xfrm>
            <a:off x="414360" y="1037880"/>
            <a:ext cx="4402440" cy="5767920"/>
          </a:xfrm>
          <a:prstGeom prst="rect">
            <a:avLst/>
          </a:prstGeom>
          <a:ln w="0">
            <a:noFill/>
          </a:ln>
        </p:spPr>
      </p:pic>
      <p:pic>
        <p:nvPicPr>
          <p:cNvPr id="30695" name="" descr=""/>
          <p:cNvPicPr/>
          <p:nvPr/>
        </p:nvPicPr>
        <p:blipFill>
          <a:blip r:embed="rId2"/>
          <a:stretch/>
        </p:blipFill>
        <p:spPr>
          <a:xfrm>
            <a:off x="606600" y="1229760"/>
            <a:ext cx="4032000" cy="5397480"/>
          </a:xfrm>
          <a:prstGeom prst="rect">
            <a:avLst/>
          </a:prstGeom>
          <a:ln w="0">
            <a:noFill/>
          </a:ln>
        </p:spPr>
      </p:pic>
      <p:pic>
        <p:nvPicPr>
          <p:cNvPr id="30696" name="" descr=""/>
          <p:cNvPicPr/>
          <p:nvPr/>
        </p:nvPicPr>
        <p:blipFill>
          <a:blip r:embed="rId3"/>
          <a:stretch/>
        </p:blipFill>
        <p:spPr>
          <a:xfrm>
            <a:off x="4910400" y="2526840"/>
            <a:ext cx="4832280" cy="1865160"/>
          </a:xfrm>
          <a:prstGeom prst="rect">
            <a:avLst/>
          </a:prstGeom>
          <a:ln w="0">
            <a:noFill/>
          </a:ln>
        </p:spPr>
      </p:pic>
      <p:pic>
        <p:nvPicPr>
          <p:cNvPr id="30697" name="" descr=""/>
          <p:cNvPicPr/>
          <p:nvPr/>
        </p:nvPicPr>
        <p:blipFill>
          <a:blip r:embed="rId4"/>
          <a:stretch/>
        </p:blipFill>
        <p:spPr>
          <a:xfrm>
            <a:off x="4910400" y="4369320"/>
            <a:ext cx="4721040" cy="1887840"/>
          </a:xfrm>
          <a:prstGeom prst="rect">
            <a:avLst/>
          </a:prstGeom>
          <a:ln w="0">
            <a:noFill/>
          </a:ln>
        </p:spPr>
      </p:pic>
      <p:sp>
        <p:nvSpPr>
          <p:cNvPr id="3069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69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0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01" name=""/>
          <p:cNvSpPr txBox="1"/>
          <p:nvPr/>
        </p:nvSpPr>
        <p:spPr>
          <a:xfrm>
            <a:off x="5614200" y="1566720"/>
            <a:ext cx="38520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DEXA(Hologic) vs InBody S10, InBody720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02" name="" descr=""/>
          <p:cNvPicPr/>
          <p:nvPr/>
        </p:nvPicPr>
        <p:blipFill>
          <a:blip r:embed="rId5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703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0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0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06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_2018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07" name="" descr=""/>
          <p:cNvPicPr/>
          <p:nvPr/>
        </p:nvPicPr>
        <p:blipFill>
          <a:blip r:embed="rId1"/>
          <a:stretch/>
        </p:blipFill>
        <p:spPr>
          <a:xfrm>
            <a:off x="5214960" y="1929240"/>
            <a:ext cx="2483640" cy="2744280"/>
          </a:xfrm>
          <a:prstGeom prst="rect">
            <a:avLst/>
          </a:prstGeom>
          <a:ln w="0">
            <a:noFill/>
          </a:ln>
        </p:spPr>
      </p:pic>
      <p:pic>
        <p:nvPicPr>
          <p:cNvPr id="30708" name="" descr=""/>
          <p:cNvPicPr/>
          <p:nvPr/>
        </p:nvPicPr>
        <p:blipFill>
          <a:blip r:embed="rId2"/>
          <a:stretch/>
        </p:blipFill>
        <p:spPr>
          <a:xfrm>
            <a:off x="440280" y="978480"/>
            <a:ext cx="4425480" cy="5827320"/>
          </a:xfrm>
          <a:prstGeom prst="rect">
            <a:avLst/>
          </a:prstGeom>
          <a:ln w="0">
            <a:noFill/>
          </a:ln>
        </p:spPr>
      </p:pic>
      <p:pic>
        <p:nvPicPr>
          <p:cNvPr id="30709" name="" descr=""/>
          <p:cNvPicPr/>
          <p:nvPr/>
        </p:nvPicPr>
        <p:blipFill>
          <a:blip r:embed="rId3"/>
          <a:stretch/>
        </p:blipFill>
        <p:spPr>
          <a:xfrm>
            <a:off x="632520" y="1170360"/>
            <a:ext cx="4055040" cy="5457240"/>
          </a:xfrm>
          <a:prstGeom prst="rect">
            <a:avLst/>
          </a:prstGeom>
          <a:ln w="0">
            <a:noFill/>
          </a:ln>
        </p:spPr>
      </p:pic>
      <p:pic>
        <p:nvPicPr>
          <p:cNvPr id="30710" name="" descr=""/>
          <p:cNvPicPr/>
          <p:nvPr/>
        </p:nvPicPr>
        <p:blipFill>
          <a:blip r:embed="rId4"/>
          <a:stretch/>
        </p:blipFill>
        <p:spPr>
          <a:xfrm>
            <a:off x="7051680" y="4127040"/>
            <a:ext cx="2511360" cy="2602800"/>
          </a:xfrm>
          <a:prstGeom prst="rect">
            <a:avLst/>
          </a:prstGeom>
          <a:ln w="0">
            <a:noFill/>
          </a:ln>
        </p:spPr>
      </p:pic>
      <p:sp>
        <p:nvSpPr>
          <p:cNvPr id="30711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12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13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14" name=""/>
          <p:cNvSpPr txBox="1"/>
          <p:nvPr/>
        </p:nvSpPr>
        <p:spPr>
          <a:xfrm>
            <a:off x="6608160" y="1566720"/>
            <a:ext cx="28872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DEXA(STRATOS) vs InBody S10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15" name="" descr=""/>
          <p:cNvPicPr/>
          <p:nvPr/>
        </p:nvPicPr>
        <p:blipFill>
          <a:blip r:embed="rId5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716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1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1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19" name="" descr=""/>
          <p:cNvPicPr/>
          <p:nvPr/>
        </p:nvPicPr>
        <p:blipFill>
          <a:blip r:embed="rId1"/>
          <a:stretch/>
        </p:blipFill>
        <p:spPr>
          <a:xfrm>
            <a:off x="484560" y="1162800"/>
            <a:ext cx="5153760" cy="1647000"/>
          </a:xfrm>
          <a:prstGeom prst="rect">
            <a:avLst/>
          </a:prstGeom>
          <a:ln w="0">
            <a:noFill/>
          </a:ln>
        </p:spPr>
      </p:pic>
      <p:pic>
        <p:nvPicPr>
          <p:cNvPr id="30720" name="" descr=""/>
          <p:cNvPicPr/>
          <p:nvPr/>
        </p:nvPicPr>
        <p:blipFill>
          <a:blip r:embed="rId2"/>
          <a:stretch/>
        </p:blipFill>
        <p:spPr>
          <a:xfrm>
            <a:off x="507600" y="2880360"/>
            <a:ext cx="8675640" cy="3273120"/>
          </a:xfrm>
          <a:prstGeom prst="rect">
            <a:avLst/>
          </a:prstGeom>
          <a:ln w="0">
            <a:noFill/>
          </a:ln>
        </p:spPr>
      </p:pic>
      <p:sp>
        <p:nvSpPr>
          <p:cNvPr id="30721" name=""/>
          <p:cNvSpPr/>
          <p:nvPr/>
        </p:nvSpPr>
        <p:spPr>
          <a:xfrm>
            <a:off x="4471200" y="3603960"/>
            <a:ext cx="452880" cy="1833840"/>
          </a:xfrm>
          <a:custGeom>
            <a:avLst/>
            <a:gdLst/>
            <a:ahLst/>
            <a:rect l="0" t="0" r="r" b="b"/>
            <a:pathLst>
              <a:path w="1258" h="5094">
                <a:moveTo>
                  <a:pt x="0" y="5094"/>
                </a:moveTo>
                <a:lnTo>
                  <a:pt x="1258" y="5094"/>
                </a:lnTo>
                <a:lnTo>
                  <a:pt x="1258" y="0"/>
                </a:lnTo>
                <a:lnTo>
                  <a:pt x="0" y="0"/>
                </a:lnTo>
                <a:lnTo>
                  <a:pt x="0" y="5094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22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_2015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23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24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25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26" name=""/>
          <p:cNvSpPr txBox="1"/>
          <p:nvPr/>
        </p:nvSpPr>
        <p:spPr>
          <a:xfrm>
            <a:off x="6552000" y="2505960"/>
            <a:ext cx="24634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DEXA(Lunar)vs InBody720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27" name="" descr=""/>
          <p:cNvPicPr/>
          <p:nvPr/>
        </p:nvPicPr>
        <p:blipFill>
          <a:blip r:embed="rId3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728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2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3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31" name="" descr=""/>
          <p:cNvPicPr/>
          <p:nvPr/>
        </p:nvPicPr>
        <p:blipFill>
          <a:blip r:embed="rId1"/>
          <a:stretch/>
        </p:blipFill>
        <p:spPr>
          <a:xfrm>
            <a:off x="365760" y="1458360"/>
            <a:ext cx="6310440" cy="1668600"/>
          </a:xfrm>
          <a:prstGeom prst="rect">
            <a:avLst/>
          </a:prstGeom>
          <a:ln w="0">
            <a:noFill/>
          </a:ln>
        </p:spPr>
      </p:pic>
      <p:pic>
        <p:nvPicPr>
          <p:cNvPr id="30732" name="" descr=""/>
          <p:cNvPicPr/>
          <p:nvPr/>
        </p:nvPicPr>
        <p:blipFill>
          <a:blip r:embed="rId2"/>
          <a:stretch/>
        </p:blipFill>
        <p:spPr>
          <a:xfrm>
            <a:off x="214920" y="3306960"/>
            <a:ext cx="6461280" cy="2568960"/>
          </a:xfrm>
          <a:prstGeom prst="rect">
            <a:avLst/>
          </a:prstGeom>
          <a:ln w="0">
            <a:noFill/>
          </a:ln>
        </p:spPr>
      </p:pic>
      <p:sp>
        <p:nvSpPr>
          <p:cNvPr id="30733" name=""/>
          <p:cNvSpPr/>
          <p:nvPr/>
        </p:nvSpPr>
        <p:spPr>
          <a:xfrm>
            <a:off x="4972680" y="3466800"/>
            <a:ext cx="1199880" cy="1990800"/>
          </a:xfrm>
          <a:custGeom>
            <a:avLst/>
            <a:gdLst/>
            <a:ahLst/>
            <a:rect l="0" t="0" r="r" b="b"/>
            <a:pathLst>
              <a:path w="3333" h="5530">
                <a:moveTo>
                  <a:pt x="0" y="5530"/>
                </a:moveTo>
                <a:lnTo>
                  <a:pt x="3333" y="5530"/>
                </a:lnTo>
                <a:lnTo>
                  <a:pt x="3333" y="0"/>
                </a:lnTo>
                <a:lnTo>
                  <a:pt x="0" y="0"/>
                </a:lnTo>
                <a:lnTo>
                  <a:pt x="0" y="5530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34" name="" descr=""/>
          <p:cNvPicPr/>
          <p:nvPr/>
        </p:nvPicPr>
        <p:blipFill>
          <a:blip r:embed="rId3"/>
          <a:stretch/>
        </p:blipFill>
        <p:spPr>
          <a:xfrm>
            <a:off x="6734520" y="3334680"/>
            <a:ext cx="3073680" cy="2514240"/>
          </a:xfrm>
          <a:prstGeom prst="rect">
            <a:avLst/>
          </a:prstGeom>
          <a:ln w="0">
            <a:noFill/>
          </a:ln>
        </p:spPr>
      </p:pic>
      <p:sp>
        <p:nvSpPr>
          <p:cNvPr id="30735" name=""/>
          <p:cNvSpPr/>
          <p:nvPr/>
        </p:nvSpPr>
        <p:spPr>
          <a:xfrm>
            <a:off x="9305280" y="3486600"/>
            <a:ext cx="477360" cy="1685880"/>
          </a:xfrm>
          <a:custGeom>
            <a:avLst/>
            <a:gdLst/>
            <a:ahLst/>
            <a:rect l="0" t="0" r="r" b="b"/>
            <a:pathLst>
              <a:path w="1326" h="4683">
                <a:moveTo>
                  <a:pt x="0" y="4683"/>
                </a:moveTo>
                <a:lnTo>
                  <a:pt x="1326" y="4683"/>
                </a:lnTo>
                <a:lnTo>
                  <a:pt x="1326" y="0"/>
                </a:lnTo>
                <a:lnTo>
                  <a:pt x="0" y="0"/>
                </a:lnTo>
                <a:lnTo>
                  <a:pt x="0" y="4683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36" name=""/>
          <p:cNvSpPr txBox="1"/>
          <p:nvPr/>
        </p:nvSpPr>
        <p:spPr>
          <a:xfrm>
            <a:off x="4480200" y="3005640"/>
            <a:ext cx="43120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DEXA(Hologic) vs BodyStat1500 vs InBody230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3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3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3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40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_2014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41" name="" descr=""/>
          <p:cNvPicPr/>
          <p:nvPr/>
        </p:nvPicPr>
        <p:blipFill>
          <a:blip r:embed="rId4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742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4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45" name="" descr=""/>
          <p:cNvPicPr/>
          <p:nvPr/>
        </p:nvPicPr>
        <p:blipFill>
          <a:blip r:embed="rId1"/>
          <a:stretch/>
        </p:blipFill>
        <p:spPr>
          <a:xfrm>
            <a:off x="400680" y="1042560"/>
            <a:ext cx="5105160" cy="2562840"/>
          </a:xfrm>
          <a:prstGeom prst="rect">
            <a:avLst/>
          </a:prstGeom>
          <a:ln w="0">
            <a:noFill/>
          </a:ln>
        </p:spPr>
      </p:pic>
      <p:pic>
        <p:nvPicPr>
          <p:cNvPr id="30746" name="" descr=""/>
          <p:cNvPicPr/>
          <p:nvPr/>
        </p:nvPicPr>
        <p:blipFill>
          <a:blip r:embed="rId2"/>
          <a:stretch/>
        </p:blipFill>
        <p:spPr>
          <a:xfrm>
            <a:off x="423720" y="3848040"/>
            <a:ext cx="8092080" cy="2207880"/>
          </a:xfrm>
          <a:prstGeom prst="rect">
            <a:avLst/>
          </a:prstGeom>
          <a:ln w="0">
            <a:noFill/>
          </a:ln>
        </p:spPr>
      </p:pic>
      <p:sp>
        <p:nvSpPr>
          <p:cNvPr id="30747" name=""/>
          <p:cNvSpPr/>
          <p:nvPr/>
        </p:nvSpPr>
        <p:spPr>
          <a:xfrm>
            <a:off x="505800" y="4800600"/>
            <a:ext cx="7905240" cy="238320"/>
          </a:xfrm>
          <a:custGeom>
            <a:avLst/>
            <a:gdLst/>
            <a:ahLst/>
            <a:rect l="0" t="0" r="r" b="b"/>
            <a:pathLst>
              <a:path w="21959" h="662">
                <a:moveTo>
                  <a:pt x="0" y="662"/>
                </a:moveTo>
                <a:lnTo>
                  <a:pt x="21959" y="662"/>
                </a:lnTo>
                <a:lnTo>
                  <a:pt x="21959" y="0"/>
                </a:lnTo>
                <a:lnTo>
                  <a:pt x="0" y="0"/>
                </a:lnTo>
                <a:lnTo>
                  <a:pt x="0" y="662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48" name=""/>
          <p:cNvSpPr txBox="1"/>
          <p:nvPr/>
        </p:nvSpPr>
        <p:spPr>
          <a:xfrm>
            <a:off x="6787800" y="1713960"/>
            <a:ext cx="26298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DEXA(Hologic) vs InBody4.0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4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5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5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52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_2012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53" name="" descr=""/>
          <p:cNvPicPr/>
          <p:nvPr/>
        </p:nvPicPr>
        <p:blipFill>
          <a:blip r:embed="rId3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754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5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57" name="" descr=""/>
          <p:cNvPicPr/>
          <p:nvPr/>
        </p:nvPicPr>
        <p:blipFill>
          <a:blip r:embed="rId1"/>
          <a:stretch/>
        </p:blipFill>
        <p:spPr>
          <a:xfrm>
            <a:off x="458640" y="1211760"/>
            <a:ext cx="6424920" cy="159840"/>
          </a:xfrm>
          <a:prstGeom prst="rect">
            <a:avLst/>
          </a:prstGeom>
          <a:ln w="0">
            <a:noFill/>
          </a:ln>
        </p:spPr>
      </p:pic>
      <p:sp>
        <p:nvSpPr>
          <p:cNvPr id="30758" name=""/>
          <p:cNvSpPr txBox="1"/>
          <p:nvPr/>
        </p:nvSpPr>
        <p:spPr>
          <a:xfrm>
            <a:off x="6399360" y="2862360"/>
            <a:ext cx="36752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DEXA(Not mentioned) vs CT 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59" name="" descr=""/>
          <p:cNvPicPr/>
          <p:nvPr/>
        </p:nvPicPr>
        <p:blipFill>
          <a:blip r:embed="rId2"/>
          <a:stretch/>
        </p:blipFill>
        <p:spPr>
          <a:xfrm>
            <a:off x="448200" y="1400400"/>
            <a:ext cx="6418800" cy="1310400"/>
          </a:xfrm>
          <a:prstGeom prst="rect">
            <a:avLst/>
          </a:prstGeom>
          <a:ln w="0">
            <a:noFill/>
          </a:ln>
        </p:spPr>
      </p:pic>
      <p:pic>
        <p:nvPicPr>
          <p:cNvPr id="30760" name="" descr=""/>
          <p:cNvPicPr/>
          <p:nvPr/>
        </p:nvPicPr>
        <p:blipFill>
          <a:blip r:embed="rId3"/>
          <a:stretch/>
        </p:blipFill>
        <p:spPr>
          <a:xfrm>
            <a:off x="199800" y="2734200"/>
            <a:ext cx="2819160" cy="2296440"/>
          </a:xfrm>
          <a:prstGeom prst="rect">
            <a:avLst/>
          </a:prstGeom>
          <a:ln w="0">
            <a:noFill/>
          </a:ln>
        </p:spPr>
      </p:pic>
      <p:pic>
        <p:nvPicPr>
          <p:cNvPr id="30761" name="" descr=""/>
          <p:cNvPicPr/>
          <p:nvPr/>
        </p:nvPicPr>
        <p:blipFill>
          <a:blip r:embed="rId4"/>
          <a:stretch/>
        </p:blipFill>
        <p:spPr>
          <a:xfrm>
            <a:off x="3000600" y="2734200"/>
            <a:ext cx="2579760" cy="2304000"/>
          </a:xfrm>
          <a:prstGeom prst="rect">
            <a:avLst/>
          </a:prstGeom>
          <a:ln w="0">
            <a:noFill/>
          </a:ln>
        </p:spPr>
      </p:pic>
      <p:pic>
        <p:nvPicPr>
          <p:cNvPr id="30762" name="" descr=""/>
          <p:cNvPicPr/>
          <p:nvPr/>
        </p:nvPicPr>
        <p:blipFill>
          <a:blip r:embed="rId5"/>
          <a:stretch/>
        </p:blipFill>
        <p:spPr>
          <a:xfrm>
            <a:off x="7496640" y="4686120"/>
            <a:ext cx="2352600" cy="2162160"/>
          </a:xfrm>
          <a:prstGeom prst="rect">
            <a:avLst/>
          </a:prstGeom>
          <a:ln w="0">
            <a:noFill/>
          </a:ln>
        </p:spPr>
      </p:pic>
      <p:pic>
        <p:nvPicPr>
          <p:cNvPr id="30763" name="" descr=""/>
          <p:cNvPicPr/>
          <p:nvPr/>
        </p:nvPicPr>
        <p:blipFill>
          <a:blip r:embed="rId6"/>
          <a:stretch/>
        </p:blipFill>
        <p:spPr>
          <a:xfrm>
            <a:off x="4675680" y="4668120"/>
            <a:ext cx="2849400" cy="2189520"/>
          </a:xfrm>
          <a:prstGeom prst="rect">
            <a:avLst/>
          </a:prstGeom>
          <a:ln w="0">
            <a:noFill/>
          </a:ln>
        </p:spPr>
      </p:pic>
      <p:sp>
        <p:nvSpPr>
          <p:cNvPr id="30764" name=""/>
          <p:cNvSpPr/>
          <p:nvPr/>
        </p:nvSpPr>
        <p:spPr>
          <a:xfrm>
            <a:off x="1543680" y="4667760"/>
            <a:ext cx="742320" cy="200160"/>
          </a:xfrm>
          <a:custGeom>
            <a:avLst/>
            <a:gdLst/>
            <a:ahLst/>
            <a:rect l="0" t="0" r="r" b="b"/>
            <a:pathLst>
              <a:path w="2062" h="556">
                <a:moveTo>
                  <a:pt x="0" y="556"/>
                </a:moveTo>
                <a:lnTo>
                  <a:pt x="2062" y="556"/>
                </a:lnTo>
                <a:lnTo>
                  <a:pt x="2062" y="0"/>
                </a:lnTo>
                <a:lnTo>
                  <a:pt x="0" y="0"/>
                </a:lnTo>
                <a:lnTo>
                  <a:pt x="0" y="556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65" name=""/>
          <p:cNvSpPr/>
          <p:nvPr/>
        </p:nvSpPr>
        <p:spPr>
          <a:xfrm>
            <a:off x="4248720" y="4686120"/>
            <a:ext cx="742680" cy="200160"/>
          </a:xfrm>
          <a:custGeom>
            <a:avLst/>
            <a:gdLst/>
            <a:ahLst/>
            <a:rect l="0" t="0" r="r" b="b"/>
            <a:pathLst>
              <a:path w="2063" h="556">
                <a:moveTo>
                  <a:pt x="0" y="556"/>
                </a:moveTo>
                <a:lnTo>
                  <a:pt x="2063" y="556"/>
                </a:lnTo>
                <a:lnTo>
                  <a:pt x="2063" y="0"/>
                </a:lnTo>
                <a:lnTo>
                  <a:pt x="0" y="0"/>
                </a:lnTo>
                <a:lnTo>
                  <a:pt x="0" y="556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66" name=""/>
          <p:cNvSpPr/>
          <p:nvPr/>
        </p:nvSpPr>
        <p:spPr>
          <a:xfrm>
            <a:off x="6030360" y="6438600"/>
            <a:ext cx="742320" cy="200160"/>
          </a:xfrm>
          <a:custGeom>
            <a:avLst/>
            <a:gdLst/>
            <a:ahLst/>
            <a:rect l="0" t="0" r="r" b="b"/>
            <a:pathLst>
              <a:path w="2062" h="556">
                <a:moveTo>
                  <a:pt x="0" y="556"/>
                </a:moveTo>
                <a:lnTo>
                  <a:pt x="2062" y="556"/>
                </a:lnTo>
                <a:lnTo>
                  <a:pt x="2062" y="0"/>
                </a:lnTo>
                <a:lnTo>
                  <a:pt x="0" y="0"/>
                </a:lnTo>
                <a:lnTo>
                  <a:pt x="0" y="556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67" name=""/>
          <p:cNvSpPr/>
          <p:nvPr/>
        </p:nvSpPr>
        <p:spPr>
          <a:xfrm>
            <a:off x="8534160" y="6447960"/>
            <a:ext cx="744120" cy="201600"/>
          </a:xfrm>
          <a:custGeom>
            <a:avLst/>
            <a:gdLst/>
            <a:ahLst/>
            <a:rect l="0" t="0" r="r" b="b"/>
            <a:pathLst>
              <a:path w="2067" h="560">
                <a:moveTo>
                  <a:pt x="0" y="560"/>
                </a:moveTo>
                <a:lnTo>
                  <a:pt x="2067" y="560"/>
                </a:lnTo>
                <a:lnTo>
                  <a:pt x="2067" y="0"/>
                </a:lnTo>
                <a:lnTo>
                  <a:pt x="0" y="0"/>
                </a:lnTo>
                <a:lnTo>
                  <a:pt x="0" y="560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68" name=""/>
          <p:cNvSpPr txBox="1"/>
          <p:nvPr/>
        </p:nvSpPr>
        <p:spPr>
          <a:xfrm>
            <a:off x="8039520" y="3136680"/>
            <a:ext cx="173340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vs InBody230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6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7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7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72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_2010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73" name="" descr=""/>
          <p:cNvPicPr/>
          <p:nvPr/>
        </p:nvPicPr>
        <p:blipFill>
          <a:blip r:embed="rId7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774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7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249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7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77" name="" descr=""/>
          <p:cNvPicPr/>
          <p:nvPr/>
        </p:nvPicPr>
        <p:blipFill>
          <a:blip r:embed="rId1"/>
          <a:stretch/>
        </p:blipFill>
        <p:spPr>
          <a:xfrm>
            <a:off x="380880" y="1332000"/>
            <a:ext cx="5638320" cy="2198880"/>
          </a:xfrm>
          <a:prstGeom prst="rect">
            <a:avLst/>
          </a:prstGeom>
          <a:ln w="0">
            <a:noFill/>
          </a:ln>
        </p:spPr>
      </p:pic>
      <p:pic>
        <p:nvPicPr>
          <p:cNvPr id="30778" name="" descr=""/>
          <p:cNvPicPr/>
          <p:nvPr/>
        </p:nvPicPr>
        <p:blipFill>
          <a:blip r:embed="rId2"/>
          <a:stretch/>
        </p:blipFill>
        <p:spPr>
          <a:xfrm>
            <a:off x="176760" y="3839760"/>
            <a:ext cx="3544560" cy="2542320"/>
          </a:xfrm>
          <a:prstGeom prst="rect">
            <a:avLst/>
          </a:prstGeom>
          <a:ln w="0">
            <a:noFill/>
          </a:ln>
        </p:spPr>
      </p:pic>
      <p:pic>
        <p:nvPicPr>
          <p:cNvPr id="30779" name="" descr=""/>
          <p:cNvPicPr/>
          <p:nvPr/>
        </p:nvPicPr>
        <p:blipFill>
          <a:blip r:embed="rId3"/>
          <a:stretch/>
        </p:blipFill>
        <p:spPr>
          <a:xfrm>
            <a:off x="7248240" y="4124160"/>
            <a:ext cx="1973160" cy="2029320"/>
          </a:xfrm>
          <a:prstGeom prst="rect">
            <a:avLst/>
          </a:prstGeom>
          <a:ln w="0">
            <a:noFill/>
          </a:ln>
        </p:spPr>
      </p:pic>
      <p:pic>
        <p:nvPicPr>
          <p:cNvPr id="30780" name="" descr=""/>
          <p:cNvPicPr/>
          <p:nvPr/>
        </p:nvPicPr>
        <p:blipFill>
          <a:blip r:embed="rId4"/>
          <a:stretch/>
        </p:blipFill>
        <p:spPr>
          <a:xfrm>
            <a:off x="3671280" y="3924360"/>
            <a:ext cx="3640320" cy="2514240"/>
          </a:xfrm>
          <a:prstGeom prst="rect">
            <a:avLst/>
          </a:prstGeom>
          <a:ln w="0">
            <a:noFill/>
          </a:ln>
        </p:spPr>
      </p:pic>
      <p:sp>
        <p:nvSpPr>
          <p:cNvPr id="30781" name=""/>
          <p:cNvSpPr/>
          <p:nvPr/>
        </p:nvSpPr>
        <p:spPr>
          <a:xfrm>
            <a:off x="7677720" y="4858200"/>
            <a:ext cx="686160" cy="162000"/>
          </a:xfrm>
          <a:custGeom>
            <a:avLst/>
            <a:gdLst/>
            <a:ahLst/>
            <a:rect l="0" t="0" r="r" b="b"/>
            <a:pathLst>
              <a:path w="1906" h="450">
                <a:moveTo>
                  <a:pt x="0" y="450"/>
                </a:moveTo>
                <a:lnTo>
                  <a:pt x="1906" y="450"/>
                </a:lnTo>
                <a:lnTo>
                  <a:pt x="1906" y="0"/>
                </a:lnTo>
                <a:lnTo>
                  <a:pt x="0" y="0"/>
                </a:lnTo>
                <a:lnTo>
                  <a:pt x="0" y="450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82" name=""/>
          <p:cNvSpPr/>
          <p:nvPr/>
        </p:nvSpPr>
        <p:spPr>
          <a:xfrm>
            <a:off x="7344000" y="5277600"/>
            <a:ext cx="419400" cy="141840"/>
          </a:xfrm>
          <a:custGeom>
            <a:avLst/>
            <a:gdLst/>
            <a:ahLst/>
            <a:rect l="0" t="0" r="r" b="b"/>
            <a:pathLst>
              <a:path w="1165" h="394">
                <a:moveTo>
                  <a:pt x="0" y="394"/>
                </a:moveTo>
                <a:lnTo>
                  <a:pt x="1165" y="394"/>
                </a:lnTo>
                <a:lnTo>
                  <a:pt x="1165" y="0"/>
                </a:lnTo>
                <a:lnTo>
                  <a:pt x="0" y="0"/>
                </a:lnTo>
                <a:lnTo>
                  <a:pt x="0" y="394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83" name=""/>
          <p:cNvSpPr txBox="1"/>
          <p:nvPr/>
        </p:nvSpPr>
        <p:spPr>
          <a:xfrm>
            <a:off x="6441840" y="3157560"/>
            <a:ext cx="345852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Malgun Gothic"/>
                <a:ea typeface="Malgun Gothic"/>
              </a:rPr>
              <a:t>DEXA(Lunar) vs InBody720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84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85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86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87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_2009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88" name="" descr=""/>
          <p:cNvPicPr/>
          <p:nvPr/>
        </p:nvPicPr>
        <p:blipFill>
          <a:blip r:embed="rId5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789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90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91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792" name="" descr=""/>
          <p:cNvPicPr/>
          <p:nvPr/>
        </p:nvPicPr>
        <p:blipFill>
          <a:blip r:embed="rId1"/>
          <a:stretch/>
        </p:blipFill>
        <p:spPr>
          <a:xfrm>
            <a:off x="402480" y="1100160"/>
            <a:ext cx="6302880" cy="1775160"/>
          </a:xfrm>
          <a:prstGeom prst="rect">
            <a:avLst/>
          </a:prstGeom>
          <a:ln w="0">
            <a:noFill/>
          </a:ln>
        </p:spPr>
      </p:pic>
      <p:pic>
        <p:nvPicPr>
          <p:cNvPr id="30793" name="" descr=""/>
          <p:cNvPicPr/>
          <p:nvPr/>
        </p:nvPicPr>
        <p:blipFill>
          <a:blip r:embed="rId2"/>
          <a:stretch/>
        </p:blipFill>
        <p:spPr>
          <a:xfrm>
            <a:off x="1620000" y="3081600"/>
            <a:ext cx="3924000" cy="3590280"/>
          </a:xfrm>
          <a:prstGeom prst="rect">
            <a:avLst/>
          </a:prstGeom>
          <a:ln w="0">
            <a:noFill/>
          </a:ln>
        </p:spPr>
      </p:pic>
      <p:sp>
        <p:nvSpPr>
          <p:cNvPr id="30794" name=""/>
          <p:cNvSpPr/>
          <p:nvPr/>
        </p:nvSpPr>
        <p:spPr>
          <a:xfrm>
            <a:off x="3076920" y="3695400"/>
            <a:ext cx="847440" cy="181800"/>
          </a:xfrm>
          <a:custGeom>
            <a:avLst/>
            <a:gdLst/>
            <a:ahLst/>
            <a:rect l="0" t="0" r="r" b="b"/>
            <a:pathLst>
              <a:path w="2354" h="505">
                <a:moveTo>
                  <a:pt x="0" y="505"/>
                </a:moveTo>
                <a:lnTo>
                  <a:pt x="2354" y="505"/>
                </a:lnTo>
                <a:lnTo>
                  <a:pt x="2354" y="0"/>
                </a:lnTo>
                <a:lnTo>
                  <a:pt x="0" y="0"/>
                </a:lnTo>
                <a:lnTo>
                  <a:pt x="0" y="505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95" name=""/>
          <p:cNvSpPr txBox="1"/>
          <p:nvPr/>
        </p:nvSpPr>
        <p:spPr>
          <a:xfrm>
            <a:off x="6713640" y="1742760"/>
            <a:ext cx="2684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DEXA(Hologic) vs InBody720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79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9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9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799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_2011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800" name="" descr=""/>
          <p:cNvPicPr/>
          <p:nvPr/>
        </p:nvPicPr>
        <p:blipFill>
          <a:blip r:embed="rId3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801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0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0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804" name="" descr=""/>
          <p:cNvPicPr/>
          <p:nvPr/>
        </p:nvPicPr>
        <p:blipFill>
          <a:blip r:embed="rId1"/>
          <a:stretch/>
        </p:blipFill>
        <p:spPr>
          <a:xfrm>
            <a:off x="477000" y="1117080"/>
            <a:ext cx="5284800" cy="2502000"/>
          </a:xfrm>
          <a:prstGeom prst="rect">
            <a:avLst/>
          </a:prstGeom>
          <a:ln w="0">
            <a:noFill/>
          </a:ln>
        </p:spPr>
      </p:pic>
      <p:pic>
        <p:nvPicPr>
          <p:cNvPr id="30805" name="" descr=""/>
          <p:cNvPicPr/>
          <p:nvPr/>
        </p:nvPicPr>
        <p:blipFill>
          <a:blip r:embed="rId2"/>
          <a:stretch/>
        </p:blipFill>
        <p:spPr>
          <a:xfrm>
            <a:off x="595800" y="3689640"/>
            <a:ext cx="4547160" cy="3038400"/>
          </a:xfrm>
          <a:prstGeom prst="rect">
            <a:avLst/>
          </a:prstGeom>
          <a:ln w="0">
            <a:noFill/>
          </a:ln>
        </p:spPr>
      </p:pic>
      <p:sp>
        <p:nvSpPr>
          <p:cNvPr id="30806" name=""/>
          <p:cNvSpPr/>
          <p:nvPr/>
        </p:nvSpPr>
        <p:spPr>
          <a:xfrm>
            <a:off x="3200400" y="4861440"/>
            <a:ext cx="304920" cy="495720"/>
          </a:xfrm>
          <a:custGeom>
            <a:avLst/>
            <a:gdLst/>
            <a:ahLst/>
            <a:rect l="0" t="0" r="r" b="b"/>
            <a:pathLst>
              <a:path w="847" h="1377">
                <a:moveTo>
                  <a:pt x="0" y="1377"/>
                </a:moveTo>
                <a:lnTo>
                  <a:pt x="847" y="1377"/>
                </a:lnTo>
                <a:lnTo>
                  <a:pt x="847" y="0"/>
                </a:lnTo>
                <a:lnTo>
                  <a:pt x="0" y="0"/>
                </a:lnTo>
                <a:lnTo>
                  <a:pt x="0" y="1377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07" name=""/>
          <p:cNvSpPr/>
          <p:nvPr/>
        </p:nvSpPr>
        <p:spPr>
          <a:xfrm>
            <a:off x="4686120" y="4861440"/>
            <a:ext cx="305280" cy="495720"/>
          </a:xfrm>
          <a:custGeom>
            <a:avLst/>
            <a:gdLst/>
            <a:ahLst/>
            <a:rect l="0" t="0" r="r" b="b"/>
            <a:pathLst>
              <a:path w="848" h="1377">
                <a:moveTo>
                  <a:pt x="0" y="1377"/>
                </a:moveTo>
                <a:lnTo>
                  <a:pt x="848" y="1377"/>
                </a:lnTo>
                <a:lnTo>
                  <a:pt x="848" y="0"/>
                </a:lnTo>
                <a:lnTo>
                  <a:pt x="0" y="0"/>
                </a:lnTo>
                <a:lnTo>
                  <a:pt x="0" y="1377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08" name=""/>
          <p:cNvSpPr txBox="1"/>
          <p:nvPr/>
        </p:nvSpPr>
        <p:spPr>
          <a:xfrm>
            <a:off x="6722280" y="2095560"/>
            <a:ext cx="2684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DEXA(Hologic) vs InBody720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0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1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1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12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_2011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813" name="" descr=""/>
          <p:cNvPicPr/>
          <p:nvPr/>
        </p:nvPicPr>
        <p:blipFill>
          <a:blip r:embed="rId3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814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1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1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817" name="" descr=""/>
          <p:cNvPicPr/>
          <p:nvPr/>
        </p:nvPicPr>
        <p:blipFill>
          <a:blip r:embed="rId1"/>
          <a:stretch/>
        </p:blipFill>
        <p:spPr>
          <a:xfrm>
            <a:off x="1104840" y="3944160"/>
            <a:ext cx="4304880" cy="2742840"/>
          </a:xfrm>
          <a:prstGeom prst="rect">
            <a:avLst/>
          </a:prstGeom>
          <a:ln w="0">
            <a:noFill/>
          </a:ln>
        </p:spPr>
      </p:pic>
      <p:pic>
        <p:nvPicPr>
          <p:cNvPr id="30818" name="" descr=""/>
          <p:cNvPicPr/>
          <p:nvPr/>
        </p:nvPicPr>
        <p:blipFill>
          <a:blip r:embed="rId2"/>
          <a:stretch/>
        </p:blipFill>
        <p:spPr>
          <a:xfrm>
            <a:off x="505800" y="1350360"/>
            <a:ext cx="5976720" cy="2620800"/>
          </a:xfrm>
          <a:prstGeom prst="rect">
            <a:avLst/>
          </a:prstGeom>
          <a:ln w="0">
            <a:noFill/>
          </a:ln>
        </p:spPr>
      </p:pic>
      <p:sp>
        <p:nvSpPr>
          <p:cNvPr id="30819" name=""/>
          <p:cNvSpPr/>
          <p:nvPr/>
        </p:nvSpPr>
        <p:spPr>
          <a:xfrm>
            <a:off x="2868120" y="4923720"/>
            <a:ext cx="417960" cy="1648080"/>
          </a:xfrm>
          <a:custGeom>
            <a:avLst/>
            <a:gdLst/>
            <a:ahLst/>
            <a:rect l="0" t="0" r="r" b="b"/>
            <a:pathLst>
              <a:path w="1161" h="4578">
                <a:moveTo>
                  <a:pt x="0" y="4578"/>
                </a:moveTo>
                <a:lnTo>
                  <a:pt x="1161" y="4578"/>
                </a:lnTo>
                <a:lnTo>
                  <a:pt x="1161" y="0"/>
                </a:lnTo>
                <a:lnTo>
                  <a:pt x="0" y="0"/>
                </a:lnTo>
                <a:lnTo>
                  <a:pt x="0" y="4578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20" name=""/>
          <p:cNvSpPr txBox="1"/>
          <p:nvPr/>
        </p:nvSpPr>
        <p:spPr>
          <a:xfrm>
            <a:off x="6722280" y="2095560"/>
            <a:ext cx="268452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DEXA(Hologic) vs InBody720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21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22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23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24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_2011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825" name="" descr=""/>
          <p:cNvPicPr/>
          <p:nvPr/>
        </p:nvPicPr>
        <p:blipFill>
          <a:blip r:embed="rId3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826" name=""/>
          <p:cNvSpPr txBox="1"/>
          <p:nvPr/>
        </p:nvSpPr>
        <p:spPr>
          <a:xfrm>
            <a:off x="436320" y="423360"/>
            <a:ext cx="306540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DEXA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27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8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29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30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31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832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833" name=""/>
          <p:cNvSpPr/>
          <p:nvPr/>
        </p:nvSpPr>
        <p:spPr>
          <a:xfrm>
            <a:off x="539640" y="1581840"/>
            <a:ext cx="0" cy="179316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34" name=""/>
          <p:cNvSpPr/>
          <p:nvPr/>
        </p:nvSpPr>
        <p:spPr>
          <a:xfrm>
            <a:off x="1153440" y="1581840"/>
            <a:ext cx="0" cy="179316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35" name=""/>
          <p:cNvSpPr/>
          <p:nvPr/>
        </p:nvSpPr>
        <p:spPr>
          <a:xfrm>
            <a:off x="4195800" y="1581840"/>
            <a:ext cx="0" cy="179316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36" name=""/>
          <p:cNvSpPr/>
          <p:nvPr/>
        </p:nvSpPr>
        <p:spPr>
          <a:xfrm>
            <a:off x="4947840" y="1581840"/>
            <a:ext cx="0" cy="179316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37" name=""/>
          <p:cNvSpPr/>
          <p:nvPr/>
        </p:nvSpPr>
        <p:spPr>
          <a:xfrm>
            <a:off x="6024600" y="1581840"/>
            <a:ext cx="0" cy="179316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38" name=""/>
          <p:cNvSpPr/>
          <p:nvPr/>
        </p:nvSpPr>
        <p:spPr>
          <a:xfrm>
            <a:off x="7220880" y="1581840"/>
            <a:ext cx="0" cy="179316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39" name=""/>
          <p:cNvSpPr/>
          <p:nvPr/>
        </p:nvSpPr>
        <p:spPr>
          <a:xfrm>
            <a:off x="8417520" y="1581840"/>
            <a:ext cx="0" cy="179316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0" name=""/>
          <p:cNvSpPr/>
          <p:nvPr/>
        </p:nvSpPr>
        <p:spPr>
          <a:xfrm>
            <a:off x="301320" y="1923480"/>
            <a:ext cx="94726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1" name=""/>
          <p:cNvSpPr/>
          <p:nvPr/>
        </p:nvSpPr>
        <p:spPr>
          <a:xfrm>
            <a:off x="301320" y="2530440"/>
            <a:ext cx="94726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2" name=""/>
          <p:cNvSpPr/>
          <p:nvPr/>
        </p:nvSpPr>
        <p:spPr>
          <a:xfrm>
            <a:off x="307800" y="1581840"/>
            <a:ext cx="0" cy="179316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3" name=""/>
          <p:cNvSpPr/>
          <p:nvPr/>
        </p:nvSpPr>
        <p:spPr>
          <a:xfrm>
            <a:off x="9767520" y="1581840"/>
            <a:ext cx="0" cy="179316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4" name=""/>
          <p:cNvSpPr/>
          <p:nvPr/>
        </p:nvSpPr>
        <p:spPr>
          <a:xfrm>
            <a:off x="301320" y="1588320"/>
            <a:ext cx="94726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5" name=""/>
          <p:cNvSpPr/>
          <p:nvPr/>
        </p:nvSpPr>
        <p:spPr>
          <a:xfrm>
            <a:off x="301320" y="3368520"/>
            <a:ext cx="94726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6" name=""/>
          <p:cNvSpPr txBox="1"/>
          <p:nvPr/>
        </p:nvSpPr>
        <p:spPr>
          <a:xfrm>
            <a:off x="436320" y="423360"/>
            <a:ext cx="25639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CT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7" name=""/>
          <p:cNvSpPr txBox="1"/>
          <p:nvPr/>
        </p:nvSpPr>
        <p:spPr>
          <a:xfrm>
            <a:off x="614160" y="1670400"/>
            <a:ext cx="465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Country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8" name=""/>
          <p:cNvSpPr txBox="1"/>
          <p:nvPr/>
        </p:nvSpPr>
        <p:spPr>
          <a:xfrm>
            <a:off x="2412360" y="1670400"/>
            <a:ext cx="529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Research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49" name=""/>
          <p:cNvSpPr txBox="1"/>
          <p:nvPr/>
        </p:nvSpPr>
        <p:spPr>
          <a:xfrm>
            <a:off x="4246560" y="1586520"/>
            <a:ext cx="654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Publication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0" name=""/>
          <p:cNvSpPr txBox="1"/>
          <p:nvPr/>
        </p:nvSpPr>
        <p:spPr>
          <a:xfrm>
            <a:off x="4446360" y="1754280"/>
            <a:ext cx="262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Year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1" name=""/>
          <p:cNvSpPr txBox="1"/>
          <p:nvPr/>
        </p:nvSpPr>
        <p:spPr>
          <a:xfrm>
            <a:off x="5274360" y="1670400"/>
            <a:ext cx="425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2" name=""/>
          <p:cNvSpPr txBox="1"/>
          <p:nvPr/>
        </p:nvSpPr>
        <p:spPr>
          <a:xfrm>
            <a:off x="6429600" y="1670400"/>
            <a:ext cx="389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Device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3" name=""/>
          <p:cNvSpPr txBox="1"/>
          <p:nvPr/>
        </p:nvSpPr>
        <p:spPr>
          <a:xfrm>
            <a:off x="7577280" y="1670400"/>
            <a:ext cx="4867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Subjects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4" name=""/>
          <p:cNvSpPr txBox="1"/>
          <p:nvPr/>
        </p:nvSpPr>
        <p:spPr>
          <a:xfrm>
            <a:off x="8767440" y="1586520"/>
            <a:ext cx="6559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Correlation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5" name=""/>
          <p:cNvSpPr txBox="1"/>
          <p:nvPr/>
        </p:nvSpPr>
        <p:spPr>
          <a:xfrm>
            <a:off x="8779680" y="1754280"/>
            <a:ext cx="625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Coefficient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6" name=""/>
          <p:cNvSpPr txBox="1"/>
          <p:nvPr/>
        </p:nvSpPr>
        <p:spPr>
          <a:xfrm>
            <a:off x="388080" y="214164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7" name=""/>
          <p:cNvSpPr txBox="1"/>
          <p:nvPr/>
        </p:nvSpPr>
        <p:spPr>
          <a:xfrm>
            <a:off x="730080" y="2141640"/>
            <a:ext cx="2354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USA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8" name=""/>
          <p:cNvSpPr txBox="1"/>
          <p:nvPr/>
        </p:nvSpPr>
        <p:spPr>
          <a:xfrm>
            <a:off x="1234440" y="2057760"/>
            <a:ext cx="2935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Association of obstructive sleep apnea with truncal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59" name=""/>
          <p:cNvSpPr txBox="1"/>
          <p:nvPr/>
        </p:nvSpPr>
        <p:spPr>
          <a:xfrm>
            <a:off x="1742040" y="2225520"/>
            <a:ext cx="1882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skeletal muscle mass and density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0" name=""/>
          <p:cNvSpPr txBox="1"/>
          <p:nvPr/>
        </p:nvSpPr>
        <p:spPr>
          <a:xfrm>
            <a:off x="4428360" y="214164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2018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1" name=""/>
          <p:cNvSpPr txBox="1"/>
          <p:nvPr/>
        </p:nvSpPr>
        <p:spPr>
          <a:xfrm>
            <a:off x="4994280" y="2141640"/>
            <a:ext cx="986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Scientific Reports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2" name=""/>
          <p:cNvSpPr txBox="1"/>
          <p:nvPr/>
        </p:nvSpPr>
        <p:spPr>
          <a:xfrm>
            <a:off x="6144840" y="2141640"/>
            <a:ext cx="9594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CT vs InBody S10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3" name=""/>
          <p:cNvSpPr txBox="1"/>
          <p:nvPr/>
        </p:nvSpPr>
        <p:spPr>
          <a:xfrm>
            <a:off x="7368120" y="1973880"/>
            <a:ext cx="9381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334 Obstructive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4" name=""/>
          <p:cNvSpPr txBox="1"/>
          <p:nvPr/>
        </p:nvSpPr>
        <p:spPr>
          <a:xfrm>
            <a:off x="7479360" y="2141640"/>
            <a:ext cx="683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sleep apnea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5" name=""/>
          <p:cNvSpPr txBox="1"/>
          <p:nvPr/>
        </p:nvSpPr>
        <p:spPr>
          <a:xfrm>
            <a:off x="7589160" y="2309400"/>
            <a:ext cx="46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6" name=""/>
          <p:cNvSpPr txBox="1"/>
          <p:nvPr/>
        </p:nvSpPr>
        <p:spPr>
          <a:xfrm>
            <a:off x="8444520" y="2057760"/>
            <a:ext cx="1020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CT SMI vs BIA SMI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7" name=""/>
          <p:cNvSpPr txBox="1"/>
          <p:nvPr/>
        </p:nvSpPr>
        <p:spPr>
          <a:xfrm>
            <a:off x="8444520" y="2225520"/>
            <a:ext cx="465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R=0.804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8" name=""/>
          <p:cNvSpPr txBox="1"/>
          <p:nvPr/>
        </p:nvSpPr>
        <p:spPr>
          <a:xfrm>
            <a:off x="388080" y="286416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69" name=""/>
          <p:cNvSpPr txBox="1"/>
          <p:nvPr/>
        </p:nvSpPr>
        <p:spPr>
          <a:xfrm>
            <a:off x="681120" y="2864160"/>
            <a:ext cx="333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Korea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0" name=""/>
          <p:cNvSpPr txBox="1"/>
          <p:nvPr/>
        </p:nvSpPr>
        <p:spPr>
          <a:xfrm>
            <a:off x="1295280" y="2696760"/>
            <a:ext cx="2821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Comparative assessment of skeletal muscle mass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1" name=""/>
          <p:cNvSpPr txBox="1"/>
          <p:nvPr/>
        </p:nvSpPr>
        <p:spPr>
          <a:xfrm>
            <a:off x="1275480" y="2864160"/>
            <a:ext cx="2859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using computerized tomography and bioelectrical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2" name=""/>
          <p:cNvSpPr txBox="1"/>
          <p:nvPr/>
        </p:nvSpPr>
        <p:spPr>
          <a:xfrm>
            <a:off x="1496520" y="3031920"/>
            <a:ext cx="2373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impedance analysis in critically ill 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3" name=""/>
          <p:cNvSpPr txBox="1"/>
          <p:nvPr/>
        </p:nvSpPr>
        <p:spPr>
          <a:xfrm>
            <a:off x="4428360" y="286416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2018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4" name=""/>
          <p:cNvSpPr txBox="1"/>
          <p:nvPr/>
        </p:nvSpPr>
        <p:spPr>
          <a:xfrm>
            <a:off x="5012280" y="2864160"/>
            <a:ext cx="953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Clinical Nutrition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5" name=""/>
          <p:cNvSpPr txBox="1"/>
          <p:nvPr/>
        </p:nvSpPr>
        <p:spPr>
          <a:xfrm>
            <a:off x="6551640" y="2780280"/>
            <a:ext cx="142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6" name=""/>
          <p:cNvSpPr txBox="1"/>
          <p:nvPr/>
        </p:nvSpPr>
        <p:spPr>
          <a:xfrm>
            <a:off x="6233040" y="2948040"/>
            <a:ext cx="784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 S10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7" name=""/>
          <p:cNvSpPr txBox="1"/>
          <p:nvPr/>
        </p:nvSpPr>
        <p:spPr>
          <a:xfrm>
            <a:off x="7353000" y="2864160"/>
            <a:ext cx="93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135 ICU 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8" name=""/>
          <p:cNvSpPr txBox="1"/>
          <p:nvPr/>
        </p:nvSpPr>
        <p:spPr>
          <a:xfrm>
            <a:off x="8444520" y="2529000"/>
            <a:ext cx="1041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CT L3 SMI vs SMM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79" name=""/>
          <p:cNvSpPr txBox="1"/>
          <p:nvPr/>
        </p:nvSpPr>
        <p:spPr>
          <a:xfrm>
            <a:off x="8444520" y="2696760"/>
            <a:ext cx="1177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Mild edema 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80" name=""/>
          <p:cNvSpPr txBox="1"/>
          <p:nvPr/>
        </p:nvSpPr>
        <p:spPr>
          <a:xfrm>
            <a:off x="8444520" y="2864160"/>
            <a:ext cx="537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R=0.7337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81" name=""/>
          <p:cNvSpPr txBox="1"/>
          <p:nvPr/>
        </p:nvSpPr>
        <p:spPr>
          <a:xfrm>
            <a:off x="8444520" y="3031920"/>
            <a:ext cx="1305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Severe edema patients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82" name=""/>
          <p:cNvSpPr txBox="1"/>
          <p:nvPr/>
        </p:nvSpPr>
        <p:spPr>
          <a:xfrm>
            <a:off x="8444520" y="3199680"/>
            <a:ext cx="537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R=0.6132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83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84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85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86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87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888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889" name=""/>
          <p:cNvSpPr txBox="1"/>
          <p:nvPr/>
        </p:nvSpPr>
        <p:spPr>
          <a:xfrm>
            <a:off x="436320" y="423360"/>
            <a:ext cx="25639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CT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90" name=""/>
          <p:cNvSpPr txBox="1"/>
          <p:nvPr/>
        </p:nvSpPr>
        <p:spPr>
          <a:xfrm>
            <a:off x="7811640" y="2095560"/>
            <a:ext cx="1593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CT vs InBody S10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91" name=""/>
          <p:cNvSpPr/>
          <p:nvPr/>
        </p:nvSpPr>
        <p:spPr>
          <a:xfrm>
            <a:off x="505800" y="1019520"/>
            <a:ext cx="897084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892" name="" descr=""/>
          <p:cNvPicPr/>
          <p:nvPr/>
        </p:nvPicPr>
        <p:blipFill>
          <a:blip r:embed="rId2"/>
          <a:stretch/>
        </p:blipFill>
        <p:spPr>
          <a:xfrm>
            <a:off x="4668120" y="3221640"/>
            <a:ext cx="5153760" cy="3276360"/>
          </a:xfrm>
          <a:prstGeom prst="rect">
            <a:avLst/>
          </a:prstGeom>
          <a:ln w="0">
            <a:noFill/>
          </a:ln>
        </p:spPr>
      </p:pic>
      <p:pic>
        <p:nvPicPr>
          <p:cNvPr id="30893" name="" descr=""/>
          <p:cNvPicPr/>
          <p:nvPr/>
        </p:nvPicPr>
        <p:blipFill>
          <a:blip r:embed="rId3"/>
          <a:stretch/>
        </p:blipFill>
        <p:spPr>
          <a:xfrm>
            <a:off x="378000" y="1071360"/>
            <a:ext cx="4338360" cy="5610960"/>
          </a:xfrm>
          <a:prstGeom prst="rect">
            <a:avLst/>
          </a:prstGeom>
          <a:ln w="0">
            <a:noFill/>
          </a:ln>
        </p:spPr>
      </p:pic>
      <p:pic>
        <p:nvPicPr>
          <p:cNvPr id="30894" name="" descr=""/>
          <p:cNvPicPr/>
          <p:nvPr/>
        </p:nvPicPr>
        <p:blipFill>
          <a:blip r:embed="rId4"/>
          <a:stretch/>
        </p:blipFill>
        <p:spPr>
          <a:xfrm>
            <a:off x="431280" y="1086480"/>
            <a:ext cx="4236480" cy="5509080"/>
          </a:xfrm>
          <a:prstGeom prst="rect">
            <a:avLst/>
          </a:prstGeom>
          <a:ln w="0">
            <a:noFill/>
          </a:ln>
        </p:spPr>
      </p:pic>
      <p:sp>
        <p:nvSpPr>
          <p:cNvPr id="30895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_2018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9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9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89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89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90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0901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902" name=""/>
          <p:cNvSpPr txBox="1"/>
          <p:nvPr/>
        </p:nvSpPr>
        <p:spPr>
          <a:xfrm>
            <a:off x="436320" y="423360"/>
            <a:ext cx="25639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1) InBodyvs CT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03" name=""/>
          <p:cNvSpPr txBox="1"/>
          <p:nvPr/>
        </p:nvSpPr>
        <p:spPr>
          <a:xfrm>
            <a:off x="7811640" y="1641960"/>
            <a:ext cx="1593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CT vs InBody S10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04" name=""/>
          <p:cNvSpPr/>
          <p:nvPr/>
        </p:nvSpPr>
        <p:spPr>
          <a:xfrm>
            <a:off x="505800" y="1019520"/>
            <a:ext cx="897084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905" name="" descr=""/>
          <p:cNvPicPr/>
          <p:nvPr/>
        </p:nvPicPr>
        <p:blipFill>
          <a:blip r:embed="rId2"/>
          <a:stretch/>
        </p:blipFill>
        <p:spPr>
          <a:xfrm>
            <a:off x="492120" y="1071360"/>
            <a:ext cx="4179960" cy="5647680"/>
          </a:xfrm>
          <a:prstGeom prst="rect">
            <a:avLst/>
          </a:prstGeom>
          <a:ln w="0">
            <a:noFill/>
          </a:ln>
        </p:spPr>
      </p:pic>
      <p:pic>
        <p:nvPicPr>
          <p:cNvPr id="30906" name="" descr=""/>
          <p:cNvPicPr/>
          <p:nvPr/>
        </p:nvPicPr>
        <p:blipFill>
          <a:blip r:embed="rId3"/>
          <a:stretch/>
        </p:blipFill>
        <p:spPr>
          <a:xfrm>
            <a:off x="545760" y="1086480"/>
            <a:ext cx="4077720" cy="5545440"/>
          </a:xfrm>
          <a:prstGeom prst="rect">
            <a:avLst/>
          </a:prstGeom>
          <a:ln w="0">
            <a:noFill/>
          </a:ln>
        </p:spPr>
      </p:pic>
      <p:pic>
        <p:nvPicPr>
          <p:cNvPr id="30907" name="" descr=""/>
          <p:cNvPicPr/>
          <p:nvPr/>
        </p:nvPicPr>
        <p:blipFill>
          <a:blip r:embed="rId4"/>
          <a:stretch/>
        </p:blipFill>
        <p:spPr>
          <a:xfrm>
            <a:off x="352080" y="4425840"/>
            <a:ext cx="9495720" cy="2221560"/>
          </a:xfrm>
          <a:prstGeom prst="rect">
            <a:avLst/>
          </a:prstGeom>
          <a:ln w="0">
            <a:noFill/>
          </a:ln>
        </p:spPr>
      </p:pic>
      <p:sp>
        <p:nvSpPr>
          <p:cNvPr id="30908" name=""/>
          <p:cNvSpPr/>
          <p:nvPr/>
        </p:nvSpPr>
        <p:spPr>
          <a:xfrm>
            <a:off x="457920" y="5331600"/>
            <a:ext cx="9164160" cy="177120"/>
          </a:xfrm>
          <a:custGeom>
            <a:avLst/>
            <a:gdLst/>
            <a:ahLst/>
            <a:rect l="0" t="0" r="r" b="b"/>
            <a:pathLst>
              <a:path w="25456" h="492">
                <a:moveTo>
                  <a:pt x="0" y="492"/>
                </a:moveTo>
                <a:lnTo>
                  <a:pt x="25456" y="492"/>
                </a:lnTo>
                <a:lnTo>
                  <a:pt x="25456" y="0"/>
                </a:lnTo>
                <a:lnTo>
                  <a:pt x="0" y="0"/>
                </a:lnTo>
                <a:lnTo>
                  <a:pt x="0" y="492"/>
                </a:lnTo>
                <a:close/>
              </a:path>
            </a:pathLst>
          </a:custGeom>
          <a:noFill/>
          <a:ln w="18720">
            <a:solidFill>
              <a:srgbClr val="c0000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09" name=""/>
          <p:cNvSpPr/>
          <p:nvPr/>
        </p:nvSpPr>
        <p:spPr>
          <a:xfrm>
            <a:off x="457920" y="5942520"/>
            <a:ext cx="9164160" cy="178920"/>
          </a:xfrm>
          <a:custGeom>
            <a:avLst/>
            <a:gdLst/>
            <a:ahLst/>
            <a:rect l="0" t="0" r="r" b="b"/>
            <a:pathLst>
              <a:path w="25456" h="497">
                <a:moveTo>
                  <a:pt x="0" y="497"/>
                </a:moveTo>
                <a:lnTo>
                  <a:pt x="25456" y="497"/>
                </a:lnTo>
                <a:lnTo>
                  <a:pt x="25456" y="0"/>
                </a:lnTo>
                <a:lnTo>
                  <a:pt x="0" y="0"/>
                </a:lnTo>
                <a:lnTo>
                  <a:pt x="0" y="497"/>
                </a:lnTo>
                <a:close/>
              </a:path>
            </a:pathLst>
          </a:custGeom>
          <a:noFill/>
          <a:ln w="18720">
            <a:solidFill>
              <a:srgbClr val="c00000"/>
            </a:solidFill>
            <a:miter/>
          </a:ln>
        </p:spPr>
        <p:txBody>
          <a:bodyPr lIns="9360" rIns="9360" tIns="9360" bIns="936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10" name=""/>
          <p:cNvSpPr/>
          <p:nvPr/>
        </p:nvSpPr>
        <p:spPr>
          <a:xfrm>
            <a:off x="7153560" y="5321520"/>
            <a:ext cx="581040" cy="187920"/>
          </a:xfrm>
          <a:custGeom>
            <a:avLst/>
            <a:gdLst/>
            <a:ahLst/>
            <a:rect l="0" t="0" r="r" b="b"/>
            <a:pathLst>
              <a:path w="1614" h="522">
                <a:moveTo>
                  <a:pt x="0" y="522"/>
                </a:moveTo>
                <a:lnTo>
                  <a:pt x="1614" y="522"/>
                </a:lnTo>
                <a:lnTo>
                  <a:pt x="1614" y="0"/>
                </a:lnTo>
                <a:lnTo>
                  <a:pt x="0" y="0"/>
                </a:lnTo>
                <a:lnTo>
                  <a:pt x="0" y="522"/>
                </a:lnTo>
                <a:close/>
              </a:path>
            </a:pathLst>
          </a:custGeom>
          <a:solidFill>
            <a:srgbClr val="c00000">
              <a:alpha val="16000"/>
            </a:srgbClr>
          </a:solidFill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911" name=""/>
          <p:cNvSpPr/>
          <p:nvPr/>
        </p:nvSpPr>
        <p:spPr>
          <a:xfrm>
            <a:off x="7153560" y="5932800"/>
            <a:ext cx="581040" cy="186120"/>
          </a:xfrm>
          <a:custGeom>
            <a:avLst/>
            <a:gdLst/>
            <a:ahLst/>
            <a:rect l="0" t="0" r="r" b="b"/>
            <a:pathLst>
              <a:path w="1614" h="517">
                <a:moveTo>
                  <a:pt x="0" y="517"/>
                </a:moveTo>
                <a:lnTo>
                  <a:pt x="1614" y="517"/>
                </a:lnTo>
                <a:lnTo>
                  <a:pt x="1614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solidFill>
            <a:srgbClr val="c00000">
              <a:alpha val="16000"/>
            </a:srgbClr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912" name=""/>
          <p:cNvSpPr/>
          <p:nvPr/>
        </p:nvSpPr>
        <p:spPr>
          <a:xfrm>
            <a:off x="7153560" y="5932800"/>
            <a:ext cx="581040" cy="186120"/>
          </a:xfrm>
          <a:custGeom>
            <a:avLst/>
            <a:gdLst/>
            <a:ahLst/>
            <a:rect l="0" t="0" r="r" b="b"/>
            <a:pathLst>
              <a:path w="1614" h="517">
                <a:moveTo>
                  <a:pt x="0" y="517"/>
                </a:moveTo>
                <a:lnTo>
                  <a:pt x="1614" y="517"/>
                </a:lnTo>
                <a:lnTo>
                  <a:pt x="1614" y="0"/>
                </a:lnTo>
                <a:lnTo>
                  <a:pt x="0" y="0"/>
                </a:lnTo>
                <a:lnTo>
                  <a:pt x="0" y="517"/>
                </a:lnTo>
                <a:close/>
              </a:path>
            </a:pathLst>
          </a:custGeom>
          <a:noFill/>
          <a:ln w="12600">
            <a:solidFill>
              <a:srgbClr val="c0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913" name="" descr=""/>
          <p:cNvPicPr/>
          <p:nvPr/>
        </p:nvPicPr>
        <p:blipFill>
          <a:blip r:embed="rId5"/>
          <a:stretch/>
        </p:blipFill>
        <p:spPr>
          <a:xfrm>
            <a:off x="4646520" y="1991880"/>
            <a:ext cx="5179680" cy="2624040"/>
          </a:xfrm>
          <a:prstGeom prst="rect">
            <a:avLst/>
          </a:prstGeom>
          <a:ln w="0">
            <a:noFill/>
          </a:ln>
        </p:spPr>
      </p:pic>
      <p:sp>
        <p:nvSpPr>
          <p:cNvPr id="30914" name=""/>
          <p:cNvSpPr txBox="1"/>
          <p:nvPr/>
        </p:nvSpPr>
        <p:spPr>
          <a:xfrm>
            <a:off x="5787720" y="1174320"/>
            <a:ext cx="46537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_2018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1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1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17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918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30919" name=""/>
          <p:cNvSpPr/>
          <p:nvPr/>
        </p:nvSpPr>
        <p:spPr>
          <a:xfrm>
            <a:off x="2601360" y="2901600"/>
            <a:ext cx="4703400" cy="370440"/>
          </a:xfrm>
          <a:custGeom>
            <a:avLst/>
            <a:gdLst/>
            <a:ahLst/>
            <a:rect l="0" t="0" r="r" b="b"/>
            <a:pathLst>
              <a:path w="13065" h="1029">
                <a:moveTo>
                  <a:pt x="0" y="1029"/>
                </a:moveTo>
                <a:lnTo>
                  <a:pt x="13065" y="1029"/>
                </a:lnTo>
                <a:lnTo>
                  <a:pt x="13065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920" name=""/>
          <p:cNvSpPr txBox="1"/>
          <p:nvPr/>
        </p:nvSpPr>
        <p:spPr>
          <a:xfrm>
            <a:off x="2498760" y="2271960"/>
            <a:ext cx="650376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InBody Validation Studies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21" name=""/>
          <p:cNvSpPr txBox="1"/>
          <p:nvPr/>
        </p:nvSpPr>
        <p:spPr>
          <a:xfrm>
            <a:off x="4195800" y="2951280"/>
            <a:ext cx="136476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Open Sans"/>
                <a:ea typeface="Open Sans"/>
              </a:rPr>
              <a:t>InBody vs D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22" name=""/>
          <p:cNvSpPr txBox="1"/>
          <p:nvPr/>
        </p:nvSpPr>
        <p:spPr>
          <a:xfrm>
            <a:off x="5447160" y="3078360"/>
            <a:ext cx="151920" cy="1789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ffffff"/>
                </a:solidFill>
                <a:latin typeface="Open Sans"/>
                <a:ea typeface="Open Sans"/>
              </a:rPr>
              <a:t>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23" name=""/>
          <p:cNvSpPr txBox="1"/>
          <p:nvPr/>
        </p:nvSpPr>
        <p:spPr>
          <a:xfrm>
            <a:off x="5533920" y="2951280"/>
            <a:ext cx="22824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Open Sans"/>
                <a:ea typeface="Open Sans"/>
              </a:rPr>
              <a:t>O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24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257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2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92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92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0929" name=""/>
          <p:cNvSpPr txBox="1"/>
          <p:nvPr/>
        </p:nvSpPr>
        <p:spPr>
          <a:xfrm>
            <a:off x="436320" y="423360"/>
            <a:ext cx="23857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2) InBodyvs D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30" name=""/>
          <p:cNvSpPr txBox="1"/>
          <p:nvPr/>
        </p:nvSpPr>
        <p:spPr>
          <a:xfrm>
            <a:off x="1878480" y="59292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2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0931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0932" name=""/>
          <p:cNvSpPr/>
          <p:nvPr/>
        </p:nvSpPr>
        <p:spPr>
          <a:xfrm>
            <a:off x="536400" y="1581840"/>
            <a:ext cx="0" cy="246960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33" name=""/>
          <p:cNvSpPr/>
          <p:nvPr/>
        </p:nvSpPr>
        <p:spPr>
          <a:xfrm>
            <a:off x="1229760" y="1581840"/>
            <a:ext cx="0" cy="246960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34" name=""/>
          <p:cNvSpPr/>
          <p:nvPr/>
        </p:nvSpPr>
        <p:spPr>
          <a:xfrm>
            <a:off x="4346280" y="1581840"/>
            <a:ext cx="0" cy="246960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35" name=""/>
          <p:cNvSpPr/>
          <p:nvPr/>
        </p:nvSpPr>
        <p:spPr>
          <a:xfrm>
            <a:off x="5098320" y="1581840"/>
            <a:ext cx="0" cy="246960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36" name=""/>
          <p:cNvSpPr/>
          <p:nvPr/>
        </p:nvSpPr>
        <p:spPr>
          <a:xfrm>
            <a:off x="6224040" y="1581840"/>
            <a:ext cx="0" cy="246960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37" name=""/>
          <p:cNvSpPr/>
          <p:nvPr/>
        </p:nvSpPr>
        <p:spPr>
          <a:xfrm>
            <a:off x="7252920" y="1581840"/>
            <a:ext cx="0" cy="246960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38" name=""/>
          <p:cNvSpPr/>
          <p:nvPr/>
        </p:nvSpPr>
        <p:spPr>
          <a:xfrm>
            <a:off x="8441640" y="1581840"/>
            <a:ext cx="0" cy="246960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39" name=""/>
          <p:cNvSpPr/>
          <p:nvPr/>
        </p:nvSpPr>
        <p:spPr>
          <a:xfrm>
            <a:off x="301320" y="1923480"/>
            <a:ext cx="93808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0" name=""/>
          <p:cNvSpPr/>
          <p:nvPr/>
        </p:nvSpPr>
        <p:spPr>
          <a:xfrm>
            <a:off x="301320" y="2530440"/>
            <a:ext cx="93808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1" name=""/>
          <p:cNvSpPr/>
          <p:nvPr/>
        </p:nvSpPr>
        <p:spPr>
          <a:xfrm>
            <a:off x="301320" y="3368520"/>
            <a:ext cx="93808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2" name=""/>
          <p:cNvSpPr/>
          <p:nvPr/>
        </p:nvSpPr>
        <p:spPr>
          <a:xfrm>
            <a:off x="307800" y="1581840"/>
            <a:ext cx="0" cy="246960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3" name=""/>
          <p:cNvSpPr/>
          <p:nvPr/>
        </p:nvSpPr>
        <p:spPr>
          <a:xfrm>
            <a:off x="9676080" y="1581840"/>
            <a:ext cx="0" cy="246960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4" name=""/>
          <p:cNvSpPr/>
          <p:nvPr/>
        </p:nvSpPr>
        <p:spPr>
          <a:xfrm>
            <a:off x="301320" y="1588320"/>
            <a:ext cx="93808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5" name=""/>
          <p:cNvSpPr/>
          <p:nvPr/>
        </p:nvSpPr>
        <p:spPr>
          <a:xfrm>
            <a:off x="301320" y="4045320"/>
            <a:ext cx="938088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6" name=""/>
          <p:cNvSpPr txBox="1"/>
          <p:nvPr/>
        </p:nvSpPr>
        <p:spPr>
          <a:xfrm>
            <a:off x="1968480" y="4233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O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7" name=""/>
          <p:cNvSpPr txBox="1"/>
          <p:nvPr/>
        </p:nvSpPr>
        <p:spPr>
          <a:xfrm>
            <a:off x="650880" y="1670400"/>
            <a:ext cx="465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Country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8" name=""/>
          <p:cNvSpPr txBox="1"/>
          <p:nvPr/>
        </p:nvSpPr>
        <p:spPr>
          <a:xfrm>
            <a:off x="2525040" y="1670400"/>
            <a:ext cx="529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Research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49" name=""/>
          <p:cNvSpPr txBox="1"/>
          <p:nvPr/>
        </p:nvSpPr>
        <p:spPr>
          <a:xfrm>
            <a:off x="4397040" y="1586520"/>
            <a:ext cx="654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Publication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0" name=""/>
          <p:cNvSpPr txBox="1"/>
          <p:nvPr/>
        </p:nvSpPr>
        <p:spPr>
          <a:xfrm>
            <a:off x="4596480" y="1754280"/>
            <a:ext cx="262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Year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1" name=""/>
          <p:cNvSpPr txBox="1"/>
          <p:nvPr/>
        </p:nvSpPr>
        <p:spPr>
          <a:xfrm>
            <a:off x="5450760" y="1670400"/>
            <a:ext cx="425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2" name=""/>
          <p:cNvSpPr txBox="1"/>
          <p:nvPr/>
        </p:nvSpPr>
        <p:spPr>
          <a:xfrm>
            <a:off x="6544440" y="1670400"/>
            <a:ext cx="389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Device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3" name=""/>
          <p:cNvSpPr txBox="1"/>
          <p:nvPr/>
        </p:nvSpPr>
        <p:spPr>
          <a:xfrm>
            <a:off x="7604640" y="1670400"/>
            <a:ext cx="4867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Subjects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4" name=""/>
          <p:cNvSpPr txBox="1"/>
          <p:nvPr/>
        </p:nvSpPr>
        <p:spPr>
          <a:xfrm>
            <a:off x="8733960" y="1586520"/>
            <a:ext cx="6559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Correlation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5" name=""/>
          <p:cNvSpPr txBox="1"/>
          <p:nvPr/>
        </p:nvSpPr>
        <p:spPr>
          <a:xfrm>
            <a:off x="8745840" y="1754280"/>
            <a:ext cx="625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Coefficient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6" name=""/>
          <p:cNvSpPr txBox="1"/>
          <p:nvPr/>
        </p:nvSpPr>
        <p:spPr>
          <a:xfrm>
            <a:off x="386280" y="214164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7" name=""/>
          <p:cNvSpPr txBox="1"/>
          <p:nvPr/>
        </p:nvSpPr>
        <p:spPr>
          <a:xfrm>
            <a:off x="720720" y="2141640"/>
            <a:ext cx="326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Japan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8" name=""/>
          <p:cNvSpPr txBox="1"/>
          <p:nvPr/>
        </p:nvSpPr>
        <p:spPr>
          <a:xfrm>
            <a:off x="1349640" y="1973880"/>
            <a:ext cx="2940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Validation of rapid 4-component body composition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59" name=""/>
          <p:cNvSpPr txBox="1"/>
          <p:nvPr/>
        </p:nvSpPr>
        <p:spPr>
          <a:xfrm>
            <a:off x="1508040" y="2141640"/>
            <a:ext cx="26157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assessment with the use of dual-energy X-ray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0" name=""/>
          <p:cNvSpPr txBox="1"/>
          <p:nvPr/>
        </p:nvSpPr>
        <p:spPr>
          <a:xfrm>
            <a:off x="1297800" y="2309400"/>
            <a:ext cx="2999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absorptiometry and bioelectrical impedance analysis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1" name=""/>
          <p:cNvSpPr txBox="1"/>
          <p:nvPr/>
        </p:nvSpPr>
        <p:spPr>
          <a:xfrm>
            <a:off x="4578840" y="214164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2018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2" name=""/>
          <p:cNvSpPr txBox="1"/>
          <p:nvPr/>
        </p:nvSpPr>
        <p:spPr>
          <a:xfrm>
            <a:off x="5168160" y="1973880"/>
            <a:ext cx="1021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American Journal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3" name=""/>
          <p:cNvSpPr txBox="1"/>
          <p:nvPr/>
        </p:nvSpPr>
        <p:spPr>
          <a:xfrm>
            <a:off x="5385960" y="2141640"/>
            <a:ext cx="552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of Clinical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4" name=""/>
          <p:cNvSpPr txBox="1"/>
          <p:nvPr/>
        </p:nvSpPr>
        <p:spPr>
          <a:xfrm>
            <a:off x="5402880" y="2309400"/>
            <a:ext cx="517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Nutrition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5" name=""/>
          <p:cNvSpPr txBox="1"/>
          <p:nvPr/>
        </p:nvSpPr>
        <p:spPr>
          <a:xfrm>
            <a:off x="6318360" y="205776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6" name=""/>
          <p:cNvSpPr txBox="1"/>
          <p:nvPr/>
        </p:nvSpPr>
        <p:spPr>
          <a:xfrm>
            <a:off x="6405480" y="213624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7" name=""/>
          <p:cNvSpPr txBox="1"/>
          <p:nvPr/>
        </p:nvSpPr>
        <p:spPr>
          <a:xfrm>
            <a:off x="6452640" y="2057760"/>
            <a:ext cx="743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 dilution vs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8" name=""/>
          <p:cNvSpPr txBox="1"/>
          <p:nvPr/>
        </p:nvSpPr>
        <p:spPr>
          <a:xfrm>
            <a:off x="6423840" y="2225520"/>
            <a:ext cx="634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InBody S10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69" name=""/>
          <p:cNvSpPr txBox="1"/>
          <p:nvPr/>
        </p:nvSpPr>
        <p:spPr>
          <a:xfrm>
            <a:off x="7353000" y="2141640"/>
            <a:ext cx="994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31 Healthy adults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0" name=""/>
          <p:cNvSpPr txBox="1"/>
          <p:nvPr/>
        </p:nvSpPr>
        <p:spPr>
          <a:xfrm>
            <a:off x="8468640" y="2057760"/>
            <a:ext cx="969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Total body water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1" name=""/>
          <p:cNvSpPr txBox="1"/>
          <p:nvPr/>
        </p:nvSpPr>
        <p:spPr>
          <a:xfrm>
            <a:off x="8468640" y="2225520"/>
            <a:ext cx="438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r2=0.93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2" name=""/>
          <p:cNvSpPr txBox="1"/>
          <p:nvPr/>
        </p:nvSpPr>
        <p:spPr>
          <a:xfrm>
            <a:off x="386280" y="286416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3" name=""/>
          <p:cNvSpPr txBox="1"/>
          <p:nvPr/>
        </p:nvSpPr>
        <p:spPr>
          <a:xfrm>
            <a:off x="760320" y="2864160"/>
            <a:ext cx="2444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Italy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4" name=""/>
          <p:cNvSpPr txBox="1"/>
          <p:nvPr/>
        </p:nvSpPr>
        <p:spPr>
          <a:xfrm>
            <a:off x="1425960" y="2696760"/>
            <a:ext cx="2780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Body water distribution in severe obesity and its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5" name=""/>
          <p:cNvSpPr txBox="1"/>
          <p:nvPr/>
        </p:nvSpPr>
        <p:spPr>
          <a:xfrm>
            <a:off x="1290240" y="2864160"/>
            <a:ext cx="3050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assessment from eight-polar bioelectrical impedance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6" name=""/>
          <p:cNvSpPr txBox="1"/>
          <p:nvPr/>
        </p:nvSpPr>
        <p:spPr>
          <a:xfrm>
            <a:off x="2565720" y="3031920"/>
            <a:ext cx="445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analysis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7" name=""/>
          <p:cNvSpPr txBox="1"/>
          <p:nvPr/>
        </p:nvSpPr>
        <p:spPr>
          <a:xfrm>
            <a:off x="4578840" y="286416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2005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8" name=""/>
          <p:cNvSpPr txBox="1"/>
          <p:nvPr/>
        </p:nvSpPr>
        <p:spPr>
          <a:xfrm>
            <a:off x="5166720" y="2696760"/>
            <a:ext cx="1026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European Journal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79" name=""/>
          <p:cNvSpPr txBox="1"/>
          <p:nvPr/>
        </p:nvSpPr>
        <p:spPr>
          <a:xfrm>
            <a:off x="5386320" y="2864160"/>
            <a:ext cx="584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of Clinical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0" name=""/>
          <p:cNvSpPr txBox="1"/>
          <p:nvPr/>
        </p:nvSpPr>
        <p:spPr>
          <a:xfrm>
            <a:off x="5403240" y="3031920"/>
            <a:ext cx="517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Nutrition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1" name=""/>
          <p:cNvSpPr txBox="1"/>
          <p:nvPr/>
        </p:nvSpPr>
        <p:spPr>
          <a:xfrm>
            <a:off x="6374880" y="269676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2" name=""/>
          <p:cNvSpPr txBox="1"/>
          <p:nvPr/>
        </p:nvSpPr>
        <p:spPr>
          <a:xfrm>
            <a:off x="6461640" y="277524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3" name=""/>
          <p:cNvSpPr txBox="1"/>
          <p:nvPr/>
        </p:nvSpPr>
        <p:spPr>
          <a:xfrm>
            <a:off x="6509160" y="2696760"/>
            <a:ext cx="59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 dilution,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4" name=""/>
          <p:cNvSpPr txBox="1"/>
          <p:nvPr/>
        </p:nvSpPr>
        <p:spPr>
          <a:xfrm>
            <a:off x="6263640" y="2864160"/>
            <a:ext cx="9561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Bromide dilution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5" name=""/>
          <p:cNvSpPr txBox="1"/>
          <p:nvPr/>
        </p:nvSpPr>
        <p:spPr>
          <a:xfrm>
            <a:off x="6378120" y="3031920"/>
            <a:ext cx="723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InBody3.0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6" name=""/>
          <p:cNvSpPr txBox="1"/>
          <p:nvPr/>
        </p:nvSpPr>
        <p:spPr>
          <a:xfrm>
            <a:off x="7345440" y="2529000"/>
            <a:ext cx="1041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75 Italian Female,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7" name=""/>
          <p:cNvSpPr txBox="1"/>
          <p:nvPr/>
        </p:nvSpPr>
        <p:spPr>
          <a:xfrm>
            <a:off x="7412400" y="2696760"/>
            <a:ext cx="874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18-66 years old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8" name=""/>
          <p:cNvSpPr txBox="1"/>
          <p:nvPr/>
        </p:nvSpPr>
        <p:spPr>
          <a:xfrm>
            <a:off x="7391160" y="2864160"/>
            <a:ext cx="916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(non obese =25,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89" name=""/>
          <p:cNvSpPr txBox="1"/>
          <p:nvPr/>
        </p:nvSpPr>
        <p:spPr>
          <a:xfrm>
            <a:off x="7439760" y="3031920"/>
            <a:ext cx="883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Obese I-II = 25,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0" name=""/>
          <p:cNvSpPr txBox="1"/>
          <p:nvPr/>
        </p:nvSpPr>
        <p:spPr>
          <a:xfrm>
            <a:off x="7441560" y="3199680"/>
            <a:ext cx="8161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Obese III = 25)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1" name=""/>
          <p:cNvSpPr txBox="1"/>
          <p:nvPr/>
        </p:nvSpPr>
        <p:spPr>
          <a:xfrm>
            <a:off x="8468640" y="2612880"/>
            <a:ext cx="969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Total body water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2" name=""/>
          <p:cNvSpPr txBox="1"/>
          <p:nvPr/>
        </p:nvSpPr>
        <p:spPr>
          <a:xfrm>
            <a:off x="8468640" y="278028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3" name=""/>
          <p:cNvSpPr txBox="1"/>
          <p:nvPr/>
        </p:nvSpPr>
        <p:spPr>
          <a:xfrm>
            <a:off x="8517240" y="278280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4" name=""/>
          <p:cNvSpPr txBox="1"/>
          <p:nvPr/>
        </p:nvSpPr>
        <p:spPr>
          <a:xfrm>
            <a:off x="8564760" y="2780280"/>
            <a:ext cx="317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=0.82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5" name=""/>
          <p:cNvSpPr txBox="1"/>
          <p:nvPr/>
        </p:nvSpPr>
        <p:spPr>
          <a:xfrm>
            <a:off x="8468640" y="2948040"/>
            <a:ext cx="1072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Extracellular water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6" name=""/>
          <p:cNvSpPr txBox="1"/>
          <p:nvPr/>
        </p:nvSpPr>
        <p:spPr>
          <a:xfrm>
            <a:off x="8468640" y="311580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7" name=""/>
          <p:cNvSpPr txBox="1"/>
          <p:nvPr/>
        </p:nvSpPr>
        <p:spPr>
          <a:xfrm>
            <a:off x="8517240" y="311796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8" name=""/>
          <p:cNvSpPr txBox="1"/>
          <p:nvPr/>
        </p:nvSpPr>
        <p:spPr>
          <a:xfrm>
            <a:off x="8564760" y="3115800"/>
            <a:ext cx="317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=0.87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0999" name=""/>
          <p:cNvSpPr txBox="1"/>
          <p:nvPr/>
        </p:nvSpPr>
        <p:spPr>
          <a:xfrm>
            <a:off x="386280" y="362160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3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0" name=""/>
          <p:cNvSpPr txBox="1"/>
          <p:nvPr/>
        </p:nvSpPr>
        <p:spPr>
          <a:xfrm>
            <a:off x="760680" y="3621600"/>
            <a:ext cx="2444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Italy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1" name=""/>
          <p:cNvSpPr txBox="1"/>
          <p:nvPr/>
        </p:nvSpPr>
        <p:spPr>
          <a:xfrm>
            <a:off x="1564560" y="3453840"/>
            <a:ext cx="2500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Accuracy of an eight-point tactile-electrode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2" name=""/>
          <p:cNvSpPr txBox="1"/>
          <p:nvPr/>
        </p:nvSpPr>
        <p:spPr>
          <a:xfrm>
            <a:off x="1337400" y="3621600"/>
            <a:ext cx="2958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impedance method in the assessment of total body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3" name=""/>
          <p:cNvSpPr txBox="1"/>
          <p:nvPr/>
        </p:nvSpPr>
        <p:spPr>
          <a:xfrm>
            <a:off x="2623680" y="3789360"/>
            <a:ext cx="3330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water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4" name=""/>
          <p:cNvSpPr txBox="1"/>
          <p:nvPr/>
        </p:nvSpPr>
        <p:spPr>
          <a:xfrm>
            <a:off x="4578840" y="362160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2002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5" name=""/>
          <p:cNvSpPr txBox="1"/>
          <p:nvPr/>
        </p:nvSpPr>
        <p:spPr>
          <a:xfrm>
            <a:off x="5166720" y="3453840"/>
            <a:ext cx="1026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European Journal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6" name=""/>
          <p:cNvSpPr txBox="1"/>
          <p:nvPr/>
        </p:nvSpPr>
        <p:spPr>
          <a:xfrm>
            <a:off x="5386320" y="3621600"/>
            <a:ext cx="584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of Clinical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7" name=""/>
          <p:cNvSpPr txBox="1"/>
          <p:nvPr/>
        </p:nvSpPr>
        <p:spPr>
          <a:xfrm>
            <a:off x="5403240" y="3789360"/>
            <a:ext cx="517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Nutrition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8" name=""/>
          <p:cNvSpPr txBox="1"/>
          <p:nvPr/>
        </p:nvSpPr>
        <p:spPr>
          <a:xfrm>
            <a:off x="6391800" y="353772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09" name=""/>
          <p:cNvSpPr txBox="1"/>
          <p:nvPr/>
        </p:nvSpPr>
        <p:spPr>
          <a:xfrm>
            <a:off x="6478560" y="361620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0" name=""/>
          <p:cNvSpPr txBox="1"/>
          <p:nvPr/>
        </p:nvSpPr>
        <p:spPr>
          <a:xfrm>
            <a:off x="6525720" y="3537720"/>
            <a:ext cx="561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O dilution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1" name=""/>
          <p:cNvSpPr txBox="1"/>
          <p:nvPr/>
        </p:nvSpPr>
        <p:spPr>
          <a:xfrm>
            <a:off x="6378120" y="3705480"/>
            <a:ext cx="723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InBody3.0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2" name=""/>
          <p:cNvSpPr txBox="1"/>
          <p:nvPr/>
        </p:nvSpPr>
        <p:spPr>
          <a:xfrm>
            <a:off x="7328520" y="3453840"/>
            <a:ext cx="1043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50 Healthy Adults,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3" name=""/>
          <p:cNvSpPr txBox="1"/>
          <p:nvPr/>
        </p:nvSpPr>
        <p:spPr>
          <a:xfrm>
            <a:off x="7397280" y="3621600"/>
            <a:ext cx="9439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Average age: 40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4" name=""/>
          <p:cNvSpPr txBox="1"/>
          <p:nvPr/>
        </p:nvSpPr>
        <p:spPr>
          <a:xfrm>
            <a:off x="7592400" y="3789360"/>
            <a:ext cx="515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years old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5" name=""/>
          <p:cNvSpPr txBox="1"/>
          <p:nvPr/>
        </p:nvSpPr>
        <p:spPr>
          <a:xfrm>
            <a:off x="8468640" y="3537720"/>
            <a:ext cx="969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Total body water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6" name=""/>
          <p:cNvSpPr txBox="1"/>
          <p:nvPr/>
        </p:nvSpPr>
        <p:spPr>
          <a:xfrm>
            <a:off x="8468640" y="370548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7" name=""/>
          <p:cNvSpPr txBox="1"/>
          <p:nvPr/>
        </p:nvSpPr>
        <p:spPr>
          <a:xfrm>
            <a:off x="8517240" y="3707640"/>
            <a:ext cx="92520" cy="1134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73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73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8" name=""/>
          <p:cNvSpPr txBox="1"/>
          <p:nvPr/>
        </p:nvSpPr>
        <p:spPr>
          <a:xfrm>
            <a:off x="8564760" y="3705480"/>
            <a:ext cx="317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=0.81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1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258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21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22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23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24" name=""/>
          <p:cNvSpPr txBox="1"/>
          <p:nvPr/>
        </p:nvSpPr>
        <p:spPr>
          <a:xfrm>
            <a:off x="436320" y="423360"/>
            <a:ext cx="23857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2) InBodyvs D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25" name=""/>
          <p:cNvSpPr txBox="1"/>
          <p:nvPr/>
        </p:nvSpPr>
        <p:spPr>
          <a:xfrm>
            <a:off x="1878480" y="59292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2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026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31027" name="" descr=""/>
          <p:cNvPicPr/>
          <p:nvPr/>
        </p:nvPicPr>
        <p:blipFill>
          <a:blip r:embed="rId2"/>
          <a:stretch/>
        </p:blipFill>
        <p:spPr>
          <a:xfrm>
            <a:off x="426600" y="1042560"/>
            <a:ext cx="4609800" cy="5860800"/>
          </a:xfrm>
          <a:prstGeom prst="rect">
            <a:avLst/>
          </a:prstGeom>
          <a:ln w="0">
            <a:noFill/>
          </a:ln>
        </p:spPr>
      </p:pic>
      <p:pic>
        <p:nvPicPr>
          <p:cNvPr id="31028" name="" descr=""/>
          <p:cNvPicPr/>
          <p:nvPr/>
        </p:nvPicPr>
        <p:blipFill>
          <a:blip r:embed="rId3"/>
          <a:stretch/>
        </p:blipFill>
        <p:spPr>
          <a:xfrm>
            <a:off x="618840" y="1234440"/>
            <a:ext cx="4239360" cy="5490720"/>
          </a:xfrm>
          <a:prstGeom prst="rect">
            <a:avLst/>
          </a:prstGeom>
          <a:ln w="0">
            <a:noFill/>
          </a:ln>
        </p:spPr>
      </p:pic>
      <p:sp>
        <p:nvSpPr>
          <p:cNvPr id="31029" name=""/>
          <p:cNvSpPr txBox="1"/>
          <p:nvPr/>
        </p:nvSpPr>
        <p:spPr>
          <a:xfrm>
            <a:off x="1968480" y="4233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O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030" name="" descr=""/>
          <p:cNvPicPr/>
          <p:nvPr/>
        </p:nvPicPr>
        <p:blipFill>
          <a:blip r:embed="rId4"/>
          <a:stretch/>
        </p:blipFill>
        <p:spPr>
          <a:xfrm>
            <a:off x="5420880" y="2180880"/>
            <a:ext cx="3873600" cy="4443480"/>
          </a:xfrm>
          <a:prstGeom prst="rect">
            <a:avLst/>
          </a:prstGeom>
          <a:ln w="0">
            <a:noFill/>
          </a:ln>
        </p:spPr>
      </p:pic>
      <p:sp>
        <p:nvSpPr>
          <p:cNvPr id="31031" name=""/>
          <p:cNvSpPr txBox="1"/>
          <p:nvPr/>
        </p:nvSpPr>
        <p:spPr>
          <a:xfrm>
            <a:off x="5626440" y="1174320"/>
            <a:ext cx="481536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Representative Body Water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_2018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32" name=""/>
          <p:cNvSpPr txBox="1"/>
          <p:nvPr/>
        </p:nvSpPr>
        <p:spPr>
          <a:xfrm>
            <a:off x="6863040" y="1690560"/>
            <a:ext cx="228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33" name=""/>
          <p:cNvSpPr txBox="1"/>
          <p:nvPr/>
        </p:nvSpPr>
        <p:spPr>
          <a:xfrm>
            <a:off x="7008120" y="18194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c00000"/>
                </a:solidFill>
                <a:latin typeface="Calibri"/>
                <a:ea typeface="Calibri"/>
              </a:rPr>
              <a:t>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34" name=""/>
          <p:cNvSpPr/>
          <p:nvPr/>
        </p:nvSpPr>
        <p:spPr>
          <a:xfrm>
            <a:off x="8141040" y="4701240"/>
            <a:ext cx="556560" cy="163440"/>
          </a:xfrm>
          <a:custGeom>
            <a:avLst/>
            <a:gdLst/>
            <a:ahLst/>
            <a:rect l="0" t="0" r="r" b="b"/>
            <a:pathLst>
              <a:path w="1546" h="454">
                <a:moveTo>
                  <a:pt x="0" y="454"/>
                </a:moveTo>
                <a:lnTo>
                  <a:pt x="1546" y="454"/>
                </a:lnTo>
                <a:lnTo>
                  <a:pt x="1546" y="0"/>
                </a:lnTo>
                <a:lnTo>
                  <a:pt x="0" y="0"/>
                </a:lnTo>
                <a:lnTo>
                  <a:pt x="0" y="454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35" name=""/>
          <p:cNvSpPr txBox="1"/>
          <p:nvPr/>
        </p:nvSpPr>
        <p:spPr>
          <a:xfrm>
            <a:off x="7085880" y="1690560"/>
            <a:ext cx="23036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O dilution vs InBody S10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3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259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3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3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3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4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41" name=""/>
          <p:cNvSpPr txBox="1"/>
          <p:nvPr/>
        </p:nvSpPr>
        <p:spPr>
          <a:xfrm>
            <a:off x="436320" y="423360"/>
            <a:ext cx="23857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2) InBodyvs D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42" name=""/>
          <p:cNvSpPr txBox="1"/>
          <p:nvPr/>
        </p:nvSpPr>
        <p:spPr>
          <a:xfrm>
            <a:off x="1878480" y="59292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2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043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31044" name="" descr=""/>
          <p:cNvPicPr/>
          <p:nvPr/>
        </p:nvPicPr>
        <p:blipFill>
          <a:blip r:embed="rId2"/>
          <a:stretch/>
        </p:blipFill>
        <p:spPr>
          <a:xfrm>
            <a:off x="5018400" y="2031480"/>
            <a:ext cx="4208760" cy="3928680"/>
          </a:xfrm>
          <a:prstGeom prst="rect">
            <a:avLst/>
          </a:prstGeom>
          <a:ln w="0">
            <a:noFill/>
          </a:ln>
        </p:spPr>
      </p:pic>
      <p:pic>
        <p:nvPicPr>
          <p:cNvPr id="31045" name="" descr=""/>
          <p:cNvPicPr/>
          <p:nvPr/>
        </p:nvPicPr>
        <p:blipFill>
          <a:blip r:embed="rId3"/>
          <a:stretch/>
        </p:blipFill>
        <p:spPr>
          <a:xfrm>
            <a:off x="350640" y="859680"/>
            <a:ext cx="4660200" cy="5917320"/>
          </a:xfrm>
          <a:prstGeom prst="rect">
            <a:avLst/>
          </a:prstGeom>
          <a:ln w="0">
            <a:noFill/>
          </a:ln>
        </p:spPr>
      </p:pic>
      <p:pic>
        <p:nvPicPr>
          <p:cNvPr id="31046" name="" descr=""/>
          <p:cNvPicPr/>
          <p:nvPr/>
        </p:nvPicPr>
        <p:blipFill>
          <a:blip r:embed="rId4"/>
          <a:stretch/>
        </p:blipFill>
        <p:spPr>
          <a:xfrm>
            <a:off x="542520" y="1051560"/>
            <a:ext cx="4289760" cy="5546880"/>
          </a:xfrm>
          <a:prstGeom prst="rect">
            <a:avLst/>
          </a:prstGeom>
          <a:ln w="0">
            <a:noFill/>
          </a:ln>
        </p:spPr>
      </p:pic>
      <p:sp>
        <p:nvSpPr>
          <p:cNvPr id="31047" name=""/>
          <p:cNvSpPr txBox="1"/>
          <p:nvPr/>
        </p:nvSpPr>
        <p:spPr>
          <a:xfrm>
            <a:off x="1968480" y="4233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O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48" name=""/>
          <p:cNvSpPr txBox="1"/>
          <p:nvPr/>
        </p:nvSpPr>
        <p:spPr>
          <a:xfrm>
            <a:off x="5720040" y="1541520"/>
            <a:ext cx="22860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49" name=""/>
          <p:cNvSpPr txBox="1"/>
          <p:nvPr/>
        </p:nvSpPr>
        <p:spPr>
          <a:xfrm>
            <a:off x="5865120" y="167076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c00000"/>
                </a:solidFill>
                <a:latin typeface="Calibri"/>
                <a:ea typeface="Calibri"/>
              </a:rPr>
              <a:t>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050" name="" descr=""/>
          <p:cNvPicPr/>
          <p:nvPr/>
        </p:nvPicPr>
        <p:blipFill>
          <a:blip r:embed="rId5"/>
          <a:stretch/>
        </p:blipFill>
        <p:spPr>
          <a:xfrm>
            <a:off x="4950000" y="6027480"/>
            <a:ext cx="4824720" cy="417240"/>
          </a:xfrm>
          <a:prstGeom prst="rect">
            <a:avLst/>
          </a:prstGeom>
          <a:ln w="0">
            <a:noFill/>
          </a:ln>
        </p:spPr>
      </p:pic>
      <p:sp>
        <p:nvSpPr>
          <p:cNvPr id="31051" name=""/>
          <p:cNvSpPr/>
          <p:nvPr/>
        </p:nvSpPr>
        <p:spPr>
          <a:xfrm>
            <a:off x="6345720" y="3273480"/>
            <a:ext cx="463680" cy="222840"/>
          </a:xfrm>
          <a:custGeom>
            <a:avLst/>
            <a:gdLst/>
            <a:ahLst/>
            <a:rect l="0" t="0" r="r" b="b"/>
            <a:pathLst>
              <a:path w="1288" h="619">
                <a:moveTo>
                  <a:pt x="0" y="619"/>
                </a:moveTo>
                <a:lnTo>
                  <a:pt x="1288" y="619"/>
                </a:lnTo>
                <a:lnTo>
                  <a:pt x="128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52" name=""/>
          <p:cNvSpPr/>
          <p:nvPr/>
        </p:nvSpPr>
        <p:spPr>
          <a:xfrm>
            <a:off x="8362080" y="3162240"/>
            <a:ext cx="463680" cy="222840"/>
          </a:xfrm>
          <a:custGeom>
            <a:avLst/>
            <a:gdLst/>
            <a:ahLst/>
            <a:rect l="0" t="0" r="r" b="b"/>
            <a:pathLst>
              <a:path w="1288" h="619">
                <a:moveTo>
                  <a:pt x="0" y="619"/>
                </a:moveTo>
                <a:lnTo>
                  <a:pt x="1288" y="619"/>
                </a:lnTo>
                <a:lnTo>
                  <a:pt x="1288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53" name=""/>
          <p:cNvSpPr/>
          <p:nvPr/>
        </p:nvSpPr>
        <p:spPr>
          <a:xfrm>
            <a:off x="6428160" y="5105160"/>
            <a:ext cx="465120" cy="222840"/>
          </a:xfrm>
          <a:custGeom>
            <a:avLst/>
            <a:gdLst/>
            <a:ahLst/>
            <a:rect l="0" t="0" r="r" b="b"/>
            <a:pathLst>
              <a:path w="1292" h="619">
                <a:moveTo>
                  <a:pt x="0" y="619"/>
                </a:moveTo>
                <a:lnTo>
                  <a:pt x="1292" y="619"/>
                </a:lnTo>
                <a:lnTo>
                  <a:pt x="1292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54" name=""/>
          <p:cNvSpPr/>
          <p:nvPr/>
        </p:nvSpPr>
        <p:spPr>
          <a:xfrm>
            <a:off x="8348400" y="4998600"/>
            <a:ext cx="465120" cy="222840"/>
          </a:xfrm>
          <a:custGeom>
            <a:avLst/>
            <a:gdLst/>
            <a:ahLst/>
            <a:rect l="0" t="0" r="r" b="b"/>
            <a:pathLst>
              <a:path w="1292" h="619">
                <a:moveTo>
                  <a:pt x="0" y="619"/>
                </a:moveTo>
                <a:lnTo>
                  <a:pt x="1292" y="619"/>
                </a:lnTo>
                <a:lnTo>
                  <a:pt x="1292" y="0"/>
                </a:lnTo>
                <a:lnTo>
                  <a:pt x="0" y="0"/>
                </a:lnTo>
                <a:lnTo>
                  <a:pt x="0" y="619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55" name=""/>
          <p:cNvSpPr txBox="1"/>
          <p:nvPr/>
        </p:nvSpPr>
        <p:spPr>
          <a:xfrm>
            <a:off x="5942880" y="1541520"/>
            <a:ext cx="33123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O dilution, Br dilution vs InBody3.0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56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260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57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58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59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60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61" name=""/>
          <p:cNvSpPr txBox="1"/>
          <p:nvPr/>
        </p:nvSpPr>
        <p:spPr>
          <a:xfrm>
            <a:off x="436320" y="423360"/>
            <a:ext cx="238572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2) InBodyvs D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62" name=""/>
          <p:cNvSpPr txBox="1"/>
          <p:nvPr/>
        </p:nvSpPr>
        <p:spPr>
          <a:xfrm>
            <a:off x="1878480" y="592920"/>
            <a:ext cx="202320" cy="2350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6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2</a:t>
            </a:r>
            <a:endParaRPr b="0" lang="en-US" sz="16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063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pic>
        <p:nvPicPr>
          <p:cNvPr id="31064" name="" descr=""/>
          <p:cNvPicPr/>
          <p:nvPr/>
        </p:nvPicPr>
        <p:blipFill>
          <a:blip r:embed="rId2"/>
          <a:stretch/>
        </p:blipFill>
        <p:spPr>
          <a:xfrm>
            <a:off x="7358040" y="3609000"/>
            <a:ext cx="2316240" cy="1994400"/>
          </a:xfrm>
          <a:prstGeom prst="rect">
            <a:avLst/>
          </a:prstGeom>
          <a:ln w="0">
            <a:noFill/>
          </a:ln>
        </p:spPr>
      </p:pic>
      <p:pic>
        <p:nvPicPr>
          <p:cNvPr id="31065" name="" descr=""/>
          <p:cNvPicPr/>
          <p:nvPr/>
        </p:nvPicPr>
        <p:blipFill>
          <a:blip r:embed="rId3"/>
          <a:stretch/>
        </p:blipFill>
        <p:spPr>
          <a:xfrm>
            <a:off x="5010840" y="3609000"/>
            <a:ext cx="2346480" cy="2009880"/>
          </a:xfrm>
          <a:prstGeom prst="rect">
            <a:avLst/>
          </a:prstGeom>
          <a:ln w="0">
            <a:noFill/>
          </a:ln>
        </p:spPr>
      </p:pic>
      <p:sp>
        <p:nvSpPr>
          <p:cNvPr id="31066" name=""/>
          <p:cNvSpPr txBox="1"/>
          <p:nvPr/>
        </p:nvSpPr>
        <p:spPr>
          <a:xfrm>
            <a:off x="1968480" y="423360"/>
            <a:ext cx="3045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O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67" name=""/>
          <p:cNvSpPr txBox="1"/>
          <p:nvPr/>
        </p:nvSpPr>
        <p:spPr>
          <a:xfrm>
            <a:off x="6849360" y="1555560"/>
            <a:ext cx="22824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68" name=""/>
          <p:cNvSpPr txBox="1"/>
          <p:nvPr/>
        </p:nvSpPr>
        <p:spPr>
          <a:xfrm>
            <a:off x="6994440" y="1684440"/>
            <a:ext cx="15192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200" spc="-1" strike="noStrike">
                <a:solidFill>
                  <a:srgbClr val="c00000"/>
                </a:solidFill>
                <a:latin typeface="Calibri"/>
                <a:ea typeface="Calibri"/>
              </a:rPr>
              <a:t>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069" name="" descr=""/>
          <p:cNvPicPr/>
          <p:nvPr/>
        </p:nvPicPr>
        <p:blipFill>
          <a:blip r:embed="rId4"/>
          <a:stretch/>
        </p:blipFill>
        <p:spPr>
          <a:xfrm>
            <a:off x="204120" y="853560"/>
            <a:ext cx="4934520" cy="5923440"/>
          </a:xfrm>
          <a:prstGeom prst="rect">
            <a:avLst/>
          </a:prstGeom>
          <a:ln w="0">
            <a:noFill/>
          </a:ln>
        </p:spPr>
      </p:pic>
      <p:pic>
        <p:nvPicPr>
          <p:cNvPr id="31070" name="" descr=""/>
          <p:cNvPicPr/>
          <p:nvPr/>
        </p:nvPicPr>
        <p:blipFill>
          <a:blip r:embed="rId5"/>
          <a:stretch/>
        </p:blipFill>
        <p:spPr>
          <a:xfrm>
            <a:off x="396360" y="1045440"/>
            <a:ext cx="4564080" cy="5553000"/>
          </a:xfrm>
          <a:prstGeom prst="rect">
            <a:avLst/>
          </a:prstGeom>
          <a:ln w="0">
            <a:noFill/>
          </a:ln>
        </p:spPr>
      </p:pic>
      <p:pic>
        <p:nvPicPr>
          <p:cNvPr id="31071" name="" descr=""/>
          <p:cNvPicPr/>
          <p:nvPr/>
        </p:nvPicPr>
        <p:blipFill>
          <a:blip r:embed="rId6"/>
          <a:stretch/>
        </p:blipFill>
        <p:spPr>
          <a:xfrm>
            <a:off x="5035320" y="5777640"/>
            <a:ext cx="4638600" cy="273960"/>
          </a:xfrm>
          <a:prstGeom prst="rect">
            <a:avLst/>
          </a:prstGeom>
          <a:ln w="0">
            <a:noFill/>
          </a:ln>
        </p:spPr>
      </p:pic>
      <p:sp>
        <p:nvSpPr>
          <p:cNvPr id="31072" name=""/>
          <p:cNvSpPr/>
          <p:nvPr/>
        </p:nvSpPr>
        <p:spPr>
          <a:xfrm>
            <a:off x="6050160" y="4605480"/>
            <a:ext cx="463680" cy="173880"/>
          </a:xfrm>
          <a:custGeom>
            <a:avLst/>
            <a:gdLst/>
            <a:ahLst/>
            <a:rect l="0" t="0" r="r" b="b"/>
            <a:pathLst>
              <a:path w="1288" h="483">
                <a:moveTo>
                  <a:pt x="0" y="483"/>
                </a:moveTo>
                <a:lnTo>
                  <a:pt x="1288" y="483"/>
                </a:lnTo>
                <a:lnTo>
                  <a:pt x="1288" y="0"/>
                </a:lnTo>
                <a:lnTo>
                  <a:pt x="0" y="0"/>
                </a:lnTo>
                <a:lnTo>
                  <a:pt x="0" y="483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73" name=""/>
          <p:cNvSpPr/>
          <p:nvPr/>
        </p:nvSpPr>
        <p:spPr>
          <a:xfrm>
            <a:off x="8397000" y="4555080"/>
            <a:ext cx="463680" cy="203040"/>
          </a:xfrm>
          <a:custGeom>
            <a:avLst/>
            <a:gdLst/>
            <a:ahLst/>
            <a:rect l="0" t="0" r="r" b="b"/>
            <a:pathLst>
              <a:path w="1288" h="564">
                <a:moveTo>
                  <a:pt x="0" y="564"/>
                </a:moveTo>
                <a:lnTo>
                  <a:pt x="1288" y="564"/>
                </a:lnTo>
                <a:lnTo>
                  <a:pt x="1288" y="0"/>
                </a:lnTo>
                <a:lnTo>
                  <a:pt x="0" y="0"/>
                </a:lnTo>
                <a:lnTo>
                  <a:pt x="0" y="564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74" name=""/>
          <p:cNvSpPr txBox="1"/>
          <p:nvPr/>
        </p:nvSpPr>
        <p:spPr>
          <a:xfrm>
            <a:off x="7071840" y="1555560"/>
            <a:ext cx="22042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O dilution vs InBody3.0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7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261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7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77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078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31079" name=""/>
          <p:cNvSpPr/>
          <p:nvPr/>
        </p:nvSpPr>
        <p:spPr>
          <a:xfrm>
            <a:off x="2601360" y="2901600"/>
            <a:ext cx="4703400" cy="370440"/>
          </a:xfrm>
          <a:custGeom>
            <a:avLst/>
            <a:gdLst/>
            <a:ahLst/>
            <a:rect l="0" t="0" r="r" b="b"/>
            <a:pathLst>
              <a:path w="13065" h="1029">
                <a:moveTo>
                  <a:pt x="0" y="1029"/>
                </a:moveTo>
                <a:lnTo>
                  <a:pt x="13065" y="1029"/>
                </a:lnTo>
                <a:lnTo>
                  <a:pt x="13065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80" name=""/>
          <p:cNvSpPr txBox="1"/>
          <p:nvPr/>
        </p:nvSpPr>
        <p:spPr>
          <a:xfrm>
            <a:off x="2498760" y="2271960"/>
            <a:ext cx="6503760" cy="59184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Malgun Gothic"/>
                <a:ea typeface="Malgun Gothic"/>
              </a:rPr>
              <a:t>InBody Validation Studies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81" name=""/>
          <p:cNvSpPr txBox="1"/>
          <p:nvPr/>
        </p:nvSpPr>
        <p:spPr>
          <a:xfrm>
            <a:off x="3113640" y="2951280"/>
            <a:ext cx="3993480" cy="26568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Open Sans"/>
                <a:ea typeface="Open Sans"/>
              </a:rPr>
              <a:t>InBody vs DEXA for BMC validation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8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262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8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84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85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086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1087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1088" name=""/>
          <p:cNvSpPr/>
          <p:nvPr/>
        </p:nvSpPr>
        <p:spPr>
          <a:xfrm>
            <a:off x="640440" y="1452600"/>
            <a:ext cx="0" cy="19450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89" name=""/>
          <p:cNvSpPr/>
          <p:nvPr/>
        </p:nvSpPr>
        <p:spPr>
          <a:xfrm>
            <a:off x="1333800" y="1452600"/>
            <a:ext cx="0" cy="19450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0" name=""/>
          <p:cNvSpPr/>
          <p:nvPr/>
        </p:nvSpPr>
        <p:spPr>
          <a:xfrm>
            <a:off x="4450320" y="1452600"/>
            <a:ext cx="0" cy="19450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1" name=""/>
          <p:cNvSpPr/>
          <p:nvPr/>
        </p:nvSpPr>
        <p:spPr>
          <a:xfrm>
            <a:off x="5202360" y="1452600"/>
            <a:ext cx="0" cy="19450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2" name=""/>
          <p:cNvSpPr/>
          <p:nvPr/>
        </p:nvSpPr>
        <p:spPr>
          <a:xfrm>
            <a:off x="6253920" y="1452600"/>
            <a:ext cx="0" cy="19450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3" name=""/>
          <p:cNvSpPr/>
          <p:nvPr/>
        </p:nvSpPr>
        <p:spPr>
          <a:xfrm>
            <a:off x="7282440" y="1452600"/>
            <a:ext cx="0" cy="19450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4" name=""/>
          <p:cNvSpPr/>
          <p:nvPr/>
        </p:nvSpPr>
        <p:spPr>
          <a:xfrm>
            <a:off x="8471160" y="1452600"/>
            <a:ext cx="0" cy="19450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5" name=""/>
          <p:cNvSpPr/>
          <p:nvPr/>
        </p:nvSpPr>
        <p:spPr>
          <a:xfrm>
            <a:off x="405360" y="1794240"/>
            <a:ext cx="909504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6" name=""/>
          <p:cNvSpPr/>
          <p:nvPr/>
        </p:nvSpPr>
        <p:spPr>
          <a:xfrm>
            <a:off x="405360" y="2632680"/>
            <a:ext cx="909504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7" name=""/>
          <p:cNvSpPr/>
          <p:nvPr/>
        </p:nvSpPr>
        <p:spPr>
          <a:xfrm>
            <a:off x="411840" y="1452600"/>
            <a:ext cx="0" cy="19450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8" name=""/>
          <p:cNvSpPr/>
          <p:nvPr/>
        </p:nvSpPr>
        <p:spPr>
          <a:xfrm>
            <a:off x="9493920" y="1452600"/>
            <a:ext cx="0" cy="194508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099" name=""/>
          <p:cNvSpPr/>
          <p:nvPr/>
        </p:nvSpPr>
        <p:spPr>
          <a:xfrm>
            <a:off x="405360" y="1459080"/>
            <a:ext cx="909504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0" name=""/>
          <p:cNvSpPr/>
          <p:nvPr/>
        </p:nvSpPr>
        <p:spPr>
          <a:xfrm>
            <a:off x="405360" y="3391560"/>
            <a:ext cx="9095040" cy="0"/>
          </a:xfrm>
          <a:prstGeom prst="line">
            <a:avLst/>
          </a:prstGeom>
          <a:ln w="126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6120" rIns="6120" tIns="-6120" bIns="-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1" name=""/>
          <p:cNvSpPr txBox="1"/>
          <p:nvPr/>
        </p:nvSpPr>
        <p:spPr>
          <a:xfrm>
            <a:off x="436320" y="423360"/>
            <a:ext cx="57963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3) InBodyvs DEXA_BMC validation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2" name=""/>
          <p:cNvSpPr txBox="1"/>
          <p:nvPr/>
        </p:nvSpPr>
        <p:spPr>
          <a:xfrm>
            <a:off x="754560" y="1541160"/>
            <a:ext cx="465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Country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3" name=""/>
          <p:cNvSpPr txBox="1"/>
          <p:nvPr/>
        </p:nvSpPr>
        <p:spPr>
          <a:xfrm>
            <a:off x="2629080" y="1541160"/>
            <a:ext cx="529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Research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4" name=""/>
          <p:cNvSpPr txBox="1"/>
          <p:nvPr/>
        </p:nvSpPr>
        <p:spPr>
          <a:xfrm>
            <a:off x="4501440" y="1457280"/>
            <a:ext cx="654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Publication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5" name=""/>
          <p:cNvSpPr txBox="1"/>
          <p:nvPr/>
        </p:nvSpPr>
        <p:spPr>
          <a:xfrm>
            <a:off x="4700880" y="1625040"/>
            <a:ext cx="262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Year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6" name=""/>
          <p:cNvSpPr txBox="1"/>
          <p:nvPr/>
        </p:nvSpPr>
        <p:spPr>
          <a:xfrm>
            <a:off x="5516640" y="1541160"/>
            <a:ext cx="4258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7" name=""/>
          <p:cNvSpPr txBox="1"/>
          <p:nvPr/>
        </p:nvSpPr>
        <p:spPr>
          <a:xfrm>
            <a:off x="6574320" y="1541160"/>
            <a:ext cx="389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Device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8" name=""/>
          <p:cNvSpPr txBox="1"/>
          <p:nvPr/>
        </p:nvSpPr>
        <p:spPr>
          <a:xfrm>
            <a:off x="7634520" y="1541160"/>
            <a:ext cx="4867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Subjects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09" name=""/>
          <p:cNvSpPr txBox="1"/>
          <p:nvPr/>
        </p:nvSpPr>
        <p:spPr>
          <a:xfrm>
            <a:off x="8656560" y="1457280"/>
            <a:ext cx="6559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Correlation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0" name=""/>
          <p:cNvSpPr txBox="1"/>
          <p:nvPr/>
        </p:nvSpPr>
        <p:spPr>
          <a:xfrm>
            <a:off x="8670240" y="1625040"/>
            <a:ext cx="625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Coefficient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1" name=""/>
          <p:cNvSpPr txBox="1"/>
          <p:nvPr/>
        </p:nvSpPr>
        <p:spPr>
          <a:xfrm>
            <a:off x="490320" y="212796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2" name=""/>
          <p:cNvSpPr txBox="1"/>
          <p:nvPr/>
        </p:nvSpPr>
        <p:spPr>
          <a:xfrm>
            <a:off x="846360" y="2127960"/>
            <a:ext cx="282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India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3" name=""/>
          <p:cNvSpPr txBox="1"/>
          <p:nvPr/>
        </p:nvSpPr>
        <p:spPr>
          <a:xfrm>
            <a:off x="1377360" y="1960200"/>
            <a:ext cx="30913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Estimation of bone mineral content from bioelectrical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4" name=""/>
          <p:cNvSpPr txBox="1"/>
          <p:nvPr/>
        </p:nvSpPr>
        <p:spPr>
          <a:xfrm>
            <a:off x="1375920" y="2127960"/>
            <a:ext cx="30852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impedance analysis in Indian adults aged 23-81 years: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5" name=""/>
          <p:cNvSpPr txBox="1"/>
          <p:nvPr/>
        </p:nvSpPr>
        <p:spPr>
          <a:xfrm>
            <a:off x="1397160" y="2295360"/>
            <a:ext cx="3010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 comparison with Dual energy X-ray absorptiometry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6" name=""/>
          <p:cNvSpPr txBox="1"/>
          <p:nvPr/>
        </p:nvSpPr>
        <p:spPr>
          <a:xfrm>
            <a:off x="4682880" y="212796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7" name=""/>
          <p:cNvSpPr txBox="1"/>
          <p:nvPr/>
        </p:nvSpPr>
        <p:spPr>
          <a:xfrm>
            <a:off x="5360040" y="1792440"/>
            <a:ext cx="771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International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8" name=""/>
          <p:cNvSpPr txBox="1"/>
          <p:nvPr/>
        </p:nvSpPr>
        <p:spPr>
          <a:xfrm>
            <a:off x="5448600" y="1960200"/>
            <a:ext cx="593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 of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19" name=""/>
          <p:cNvSpPr txBox="1"/>
          <p:nvPr/>
        </p:nvSpPr>
        <p:spPr>
          <a:xfrm>
            <a:off x="5415120" y="2127960"/>
            <a:ext cx="660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Biomedical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0" name=""/>
          <p:cNvSpPr txBox="1"/>
          <p:nvPr/>
        </p:nvSpPr>
        <p:spPr>
          <a:xfrm>
            <a:off x="5271840" y="2295360"/>
            <a:ext cx="9518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Engineering and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1" name=""/>
          <p:cNvSpPr txBox="1"/>
          <p:nvPr/>
        </p:nvSpPr>
        <p:spPr>
          <a:xfrm>
            <a:off x="5407560" y="2463120"/>
            <a:ext cx="6544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Technology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2" name=""/>
          <p:cNvSpPr txBox="1"/>
          <p:nvPr/>
        </p:nvSpPr>
        <p:spPr>
          <a:xfrm>
            <a:off x="6395760" y="2044080"/>
            <a:ext cx="747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 (Lunar)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3" name=""/>
          <p:cNvSpPr txBox="1"/>
          <p:nvPr/>
        </p:nvSpPr>
        <p:spPr>
          <a:xfrm>
            <a:off x="6389640" y="2211840"/>
            <a:ext cx="75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InBody720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4" name=""/>
          <p:cNvSpPr txBox="1"/>
          <p:nvPr/>
        </p:nvSpPr>
        <p:spPr>
          <a:xfrm>
            <a:off x="7533360" y="2044080"/>
            <a:ext cx="7214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113 Indians,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5" name=""/>
          <p:cNvSpPr txBox="1"/>
          <p:nvPr/>
        </p:nvSpPr>
        <p:spPr>
          <a:xfrm>
            <a:off x="7443360" y="2211840"/>
            <a:ext cx="8784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23-81 Years old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6" name=""/>
          <p:cNvSpPr txBox="1"/>
          <p:nvPr/>
        </p:nvSpPr>
        <p:spPr>
          <a:xfrm>
            <a:off x="8506800" y="1960200"/>
            <a:ext cx="793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Bone mineral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7" name=""/>
          <p:cNvSpPr txBox="1"/>
          <p:nvPr/>
        </p:nvSpPr>
        <p:spPr>
          <a:xfrm>
            <a:off x="8506800" y="2127960"/>
            <a:ext cx="444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content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8" name=""/>
          <p:cNvSpPr txBox="1"/>
          <p:nvPr/>
        </p:nvSpPr>
        <p:spPr>
          <a:xfrm>
            <a:off x="8506800" y="2295360"/>
            <a:ext cx="5724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 = 0.9136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29" name=""/>
          <p:cNvSpPr txBox="1"/>
          <p:nvPr/>
        </p:nvSpPr>
        <p:spPr>
          <a:xfrm>
            <a:off x="490320" y="2926800"/>
            <a:ext cx="139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0" name=""/>
          <p:cNvSpPr txBox="1"/>
          <p:nvPr/>
        </p:nvSpPr>
        <p:spPr>
          <a:xfrm>
            <a:off x="846000" y="2842920"/>
            <a:ext cx="282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India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1" name=""/>
          <p:cNvSpPr txBox="1"/>
          <p:nvPr/>
        </p:nvSpPr>
        <p:spPr>
          <a:xfrm>
            <a:off x="1362240" y="2842920"/>
            <a:ext cx="31158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Single prediction equation for bioelectrical impedance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2" name=""/>
          <p:cNvSpPr txBox="1"/>
          <p:nvPr/>
        </p:nvSpPr>
        <p:spPr>
          <a:xfrm>
            <a:off x="1917000" y="3010680"/>
            <a:ext cx="1966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analysis in adults aged 22-59 years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3" name=""/>
          <p:cNvSpPr txBox="1"/>
          <p:nvPr/>
        </p:nvSpPr>
        <p:spPr>
          <a:xfrm>
            <a:off x="4682880" y="2926800"/>
            <a:ext cx="2840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2011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4" name=""/>
          <p:cNvSpPr txBox="1"/>
          <p:nvPr/>
        </p:nvSpPr>
        <p:spPr>
          <a:xfrm>
            <a:off x="5448600" y="2674800"/>
            <a:ext cx="5936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Journal of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5" name=""/>
          <p:cNvSpPr txBox="1"/>
          <p:nvPr/>
        </p:nvSpPr>
        <p:spPr>
          <a:xfrm>
            <a:off x="5501880" y="2842920"/>
            <a:ext cx="4852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Medical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6" name=""/>
          <p:cNvSpPr txBox="1"/>
          <p:nvPr/>
        </p:nvSpPr>
        <p:spPr>
          <a:xfrm>
            <a:off x="5329800" y="3010680"/>
            <a:ext cx="8326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Engineering &amp;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7" name=""/>
          <p:cNvSpPr txBox="1"/>
          <p:nvPr/>
        </p:nvSpPr>
        <p:spPr>
          <a:xfrm>
            <a:off x="5407560" y="3178080"/>
            <a:ext cx="68652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Technology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8" name=""/>
          <p:cNvSpPr txBox="1"/>
          <p:nvPr/>
        </p:nvSpPr>
        <p:spPr>
          <a:xfrm>
            <a:off x="6395760" y="2842920"/>
            <a:ext cx="7473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DEXA (Lunar)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39" name=""/>
          <p:cNvSpPr txBox="1"/>
          <p:nvPr/>
        </p:nvSpPr>
        <p:spPr>
          <a:xfrm>
            <a:off x="6389640" y="3010680"/>
            <a:ext cx="7596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vs InBody720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40" name=""/>
          <p:cNvSpPr txBox="1"/>
          <p:nvPr/>
        </p:nvSpPr>
        <p:spPr>
          <a:xfrm>
            <a:off x="7388640" y="2842920"/>
            <a:ext cx="10094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64 Indians, 22-59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41" name=""/>
          <p:cNvSpPr txBox="1"/>
          <p:nvPr/>
        </p:nvSpPr>
        <p:spPr>
          <a:xfrm>
            <a:off x="7623720" y="3010680"/>
            <a:ext cx="52056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Years old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42" name=""/>
          <p:cNvSpPr txBox="1"/>
          <p:nvPr/>
        </p:nvSpPr>
        <p:spPr>
          <a:xfrm>
            <a:off x="8498520" y="2759040"/>
            <a:ext cx="79308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Bone mineral 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43" name=""/>
          <p:cNvSpPr txBox="1"/>
          <p:nvPr/>
        </p:nvSpPr>
        <p:spPr>
          <a:xfrm>
            <a:off x="8498520" y="2926800"/>
            <a:ext cx="44424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content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44" name=""/>
          <p:cNvSpPr txBox="1"/>
          <p:nvPr/>
        </p:nvSpPr>
        <p:spPr>
          <a:xfrm>
            <a:off x="8498520" y="3094200"/>
            <a:ext cx="572400" cy="1728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110" spc="-1" strike="noStrike">
                <a:solidFill>
                  <a:srgbClr val="000000"/>
                </a:solidFill>
                <a:latin typeface="Calibri"/>
                <a:ea typeface="Calibri"/>
              </a:rPr>
              <a:t>r = 0.9531</a:t>
            </a:r>
            <a:endParaRPr b="0" lang="en-US" sz="111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45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263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46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47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148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149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pic>
        <p:nvPicPr>
          <p:cNvPr id="31150" name="" descr=""/>
          <p:cNvPicPr/>
          <p:nvPr/>
        </p:nvPicPr>
        <p:blipFill>
          <a:blip r:embed="rId1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1151" name=""/>
          <p:cNvSpPr/>
          <p:nvPr/>
        </p:nvSpPr>
        <p:spPr>
          <a:xfrm>
            <a:off x="505800" y="1019520"/>
            <a:ext cx="8970840" cy="0"/>
          </a:xfrm>
          <a:prstGeom prst="line">
            <a:avLst/>
          </a:prstGeom>
          <a:ln w="6120">
            <a:solidFill>
              <a:srgbClr val="000000"/>
            </a:solidFill>
            <a:miter/>
          </a:ln>
        </p:spPr>
        <p:style>
          <a:lnRef idx="0"/>
          <a:fillRef idx="0"/>
          <a:effectRef idx="0"/>
          <a:fontRef idx="minor"/>
        </p:style>
        <p:txBody>
          <a:bodyPr lIns="2880" rIns="2880" tIns="-2880" bIns="-288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52" name=""/>
          <p:cNvSpPr txBox="1"/>
          <p:nvPr/>
        </p:nvSpPr>
        <p:spPr>
          <a:xfrm>
            <a:off x="436320" y="423360"/>
            <a:ext cx="57963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3) InBodyvs DEXA_BMC validation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153" name="" descr=""/>
          <p:cNvPicPr/>
          <p:nvPr/>
        </p:nvPicPr>
        <p:blipFill>
          <a:blip r:embed="rId2"/>
          <a:stretch/>
        </p:blipFill>
        <p:spPr>
          <a:xfrm>
            <a:off x="5713560" y="2180880"/>
            <a:ext cx="3811320" cy="2962440"/>
          </a:xfrm>
          <a:prstGeom prst="rect">
            <a:avLst/>
          </a:prstGeom>
          <a:ln w="0">
            <a:noFill/>
          </a:ln>
        </p:spPr>
      </p:pic>
      <p:pic>
        <p:nvPicPr>
          <p:cNvPr id="31154" name="" descr=""/>
          <p:cNvPicPr/>
          <p:nvPr/>
        </p:nvPicPr>
        <p:blipFill>
          <a:blip r:embed="rId3"/>
          <a:stretch/>
        </p:blipFill>
        <p:spPr>
          <a:xfrm>
            <a:off x="5177160" y="5266800"/>
            <a:ext cx="4524480" cy="1162440"/>
          </a:xfrm>
          <a:prstGeom prst="rect">
            <a:avLst/>
          </a:prstGeom>
          <a:ln w="0">
            <a:noFill/>
          </a:ln>
        </p:spPr>
      </p:pic>
      <p:pic>
        <p:nvPicPr>
          <p:cNvPr id="31155" name="" descr=""/>
          <p:cNvPicPr/>
          <p:nvPr/>
        </p:nvPicPr>
        <p:blipFill>
          <a:blip r:embed="rId4"/>
          <a:stretch/>
        </p:blipFill>
        <p:spPr>
          <a:xfrm>
            <a:off x="419040" y="1086480"/>
            <a:ext cx="4583880" cy="5580360"/>
          </a:xfrm>
          <a:prstGeom prst="rect">
            <a:avLst/>
          </a:prstGeom>
          <a:ln w="0">
            <a:noFill/>
          </a:ln>
        </p:spPr>
      </p:pic>
      <p:sp>
        <p:nvSpPr>
          <p:cNvPr id="31156" name=""/>
          <p:cNvSpPr/>
          <p:nvPr/>
        </p:nvSpPr>
        <p:spPr>
          <a:xfrm>
            <a:off x="6543720" y="2543400"/>
            <a:ext cx="456120" cy="190800"/>
          </a:xfrm>
          <a:custGeom>
            <a:avLst/>
            <a:gdLst/>
            <a:ahLst/>
            <a:rect l="0" t="0" r="r" b="b"/>
            <a:pathLst>
              <a:path w="1267" h="530">
                <a:moveTo>
                  <a:pt x="0" y="530"/>
                </a:moveTo>
                <a:lnTo>
                  <a:pt x="1267" y="530"/>
                </a:lnTo>
                <a:lnTo>
                  <a:pt x="1267" y="0"/>
                </a:lnTo>
                <a:lnTo>
                  <a:pt x="0" y="0"/>
                </a:lnTo>
                <a:lnTo>
                  <a:pt x="0" y="530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57" name=""/>
          <p:cNvSpPr txBox="1"/>
          <p:nvPr/>
        </p:nvSpPr>
        <p:spPr>
          <a:xfrm>
            <a:off x="6881040" y="1609560"/>
            <a:ext cx="25138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DEXA(Lunar) vs InBody720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58" name=""/>
          <p:cNvSpPr txBox="1"/>
          <p:nvPr/>
        </p:nvSpPr>
        <p:spPr>
          <a:xfrm>
            <a:off x="6435720" y="1174320"/>
            <a:ext cx="38185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Mineral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_2012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5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264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60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161" name="" descr=""/>
          <p:cNvPicPr/>
          <p:nvPr/>
        </p:nvPicPr>
        <p:blipFill>
          <a:blip r:embed="rId1"/>
          <a:stretch/>
        </p:blipFill>
        <p:spPr>
          <a:xfrm>
            <a:off x="461880" y="2877480"/>
            <a:ext cx="5729760" cy="331920"/>
          </a:xfrm>
          <a:prstGeom prst="rect">
            <a:avLst/>
          </a:prstGeom>
          <a:ln w="0">
            <a:noFill/>
          </a:ln>
        </p:spPr>
      </p:pic>
      <p:pic>
        <p:nvPicPr>
          <p:cNvPr id="31162" name="" descr=""/>
          <p:cNvPicPr/>
          <p:nvPr/>
        </p:nvPicPr>
        <p:blipFill>
          <a:blip r:embed="rId2"/>
          <a:stretch/>
        </p:blipFill>
        <p:spPr>
          <a:xfrm>
            <a:off x="367200" y="1150560"/>
            <a:ext cx="5880600" cy="1621080"/>
          </a:xfrm>
          <a:prstGeom prst="rect">
            <a:avLst/>
          </a:prstGeom>
          <a:ln w="0">
            <a:noFill/>
          </a:ln>
        </p:spPr>
      </p:pic>
      <p:pic>
        <p:nvPicPr>
          <p:cNvPr id="31163" name="" descr=""/>
          <p:cNvPicPr/>
          <p:nvPr/>
        </p:nvPicPr>
        <p:blipFill>
          <a:blip r:embed="rId3"/>
          <a:stretch/>
        </p:blipFill>
        <p:spPr>
          <a:xfrm>
            <a:off x="1053000" y="3310200"/>
            <a:ext cx="4147920" cy="3457440"/>
          </a:xfrm>
          <a:prstGeom prst="rect">
            <a:avLst/>
          </a:prstGeom>
          <a:ln w="0">
            <a:noFill/>
          </a:ln>
        </p:spPr>
      </p:pic>
      <p:sp>
        <p:nvSpPr>
          <p:cNvPr id="31164" name=""/>
          <p:cNvSpPr/>
          <p:nvPr/>
        </p:nvSpPr>
        <p:spPr>
          <a:xfrm>
            <a:off x="1667160" y="3933360"/>
            <a:ext cx="590040" cy="210600"/>
          </a:xfrm>
          <a:custGeom>
            <a:avLst/>
            <a:gdLst/>
            <a:ahLst/>
            <a:rect l="0" t="0" r="r" b="b"/>
            <a:pathLst>
              <a:path w="1639" h="585">
                <a:moveTo>
                  <a:pt x="0" y="585"/>
                </a:moveTo>
                <a:lnTo>
                  <a:pt x="1639" y="585"/>
                </a:lnTo>
                <a:lnTo>
                  <a:pt x="1639" y="0"/>
                </a:lnTo>
                <a:lnTo>
                  <a:pt x="0" y="0"/>
                </a:lnTo>
                <a:lnTo>
                  <a:pt x="0" y="585"/>
                </a:lnTo>
                <a:close/>
              </a:path>
            </a:pathLst>
          </a:custGeom>
          <a:noFill/>
          <a:ln w="12600">
            <a:solidFill>
              <a:srgbClr val="ff0000"/>
            </a:solidFill>
            <a:miter/>
          </a:ln>
        </p:spPr>
        <p:txBody>
          <a:bodyPr lIns="6120" rIns="6120" tIns="6120" bIns="612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65" name=""/>
          <p:cNvSpPr txBox="1"/>
          <p:nvPr/>
        </p:nvSpPr>
        <p:spPr>
          <a:xfrm>
            <a:off x="6889680" y="2448000"/>
            <a:ext cx="251388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1800" spc="-1" strike="noStrike">
                <a:solidFill>
                  <a:srgbClr val="c00000"/>
                </a:solidFill>
                <a:latin typeface="Calibri"/>
                <a:ea typeface="Calibri"/>
              </a:rPr>
              <a:t>DEXA(Lunar) vs InBody720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66" name=""/>
          <p:cNvSpPr/>
          <p:nvPr/>
        </p:nvSpPr>
        <p:spPr>
          <a:xfrm>
            <a:off x="231480" y="258840"/>
            <a:ext cx="61200" cy="468360"/>
          </a:xfrm>
          <a:custGeom>
            <a:avLst/>
            <a:gdLst/>
            <a:ahLst/>
            <a:rect l="0" t="0" r="r" b="b"/>
            <a:pathLst>
              <a:path w="170" h="1301">
                <a:moveTo>
                  <a:pt x="0" y="1301"/>
                </a:moveTo>
                <a:lnTo>
                  <a:pt x="170" y="1301"/>
                </a:lnTo>
                <a:lnTo>
                  <a:pt x="170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167" name=""/>
          <p:cNvSpPr/>
          <p:nvPr/>
        </p:nvSpPr>
        <p:spPr>
          <a:xfrm>
            <a:off x="9613080" y="258840"/>
            <a:ext cx="61560" cy="468360"/>
          </a:xfrm>
          <a:custGeom>
            <a:avLst/>
            <a:gdLst/>
            <a:ahLst/>
            <a:rect l="0" t="0" r="r" b="b"/>
            <a:pathLst>
              <a:path w="171" h="1301">
                <a:moveTo>
                  <a:pt x="0" y="1301"/>
                </a:moveTo>
                <a:lnTo>
                  <a:pt x="171" y="1301"/>
                </a:lnTo>
                <a:lnTo>
                  <a:pt x="171" y="0"/>
                </a:lnTo>
                <a:lnTo>
                  <a:pt x="0" y="0"/>
                </a:lnTo>
                <a:lnTo>
                  <a:pt x="0" y="130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168" name=""/>
          <p:cNvSpPr/>
          <p:nvPr/>
        </p:nvSpPr>
        <p:spPr>
          <a:xfrm>
            <a:off x="249840" y="258840"/>
            <a:ext cx="9388080" cy="61560"/>
          </a:xfrm>
          <a:custGeom>
            <a:avLst/>
            <a:gdLst/>
            <a:ahLst/>
            <a:rect l="0" t="0" r="r" b="b"/>
            <a:pathLst>
              <a:path w="26078" h="171">
                <a:moveTo>
                  <a:pt x="0" y="171"/>
                </a:moveTo>
                <a:lnTo>
                  <a:pt x="26078" y="171"/>
                </a:lnTo>
                <a:lnTo>
                  <a:pt x="26078" y="0"/>
                </a:lnTo>
                <a:lnTo>
                  <a:pt x="0" y="0"/>
                </a:lnTo>
                <a:lnTo>
                  <a:pt x="0" y="171"/>
                </a:lnTo>
                <a:close/>
              </a:path>
            </a:pathLst>
          </a:custGeom>
          <a:solidFill>
            <a:srgbClr val="b72725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169" name=""/>
          <p:cNvSpPr txBox="1"/>
          <p:nvPr/>
        </p:nvSpPr>
        <p:spPr>
          <a:xfrm>
            <a:off x="6435720" y="1174320"/>
            <a:ext cx="3818520" cy="27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【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Mineral Validation Study</a:t>
            </a:r>
            <a:r>
              <a:rPr b="1" lang="zh-CN" sz="1500" spc="-1" strike="noStrike">
                <a:solidFill>
                  <a:srgbClr val="000000"/>
                </a:solidFill>
                <a:latin typeface="MalgunGothic"/>
                <a:ea typeface="MalgunGothic"/>
              </a:rPr>
              <a:t>】</a:t>
            </a:r>
            <a:r>
              <a:rPr b="1" lang="en-US" sz="1500" spc="-1" strike="noStrike">
                <a:solidFill>
                  <a:srgbClr val="000000"/>
                </a:solidFill>
                <a:latin typeface="Malgun Gothic"/>
                <a:ea typeface="Malgun Gothic"/>
              </a:rPr>
              <a:t>_2011</a:t>
            </a:r>
            <a:endParaRPr b="0" lang="en-US" sz="15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170" name="" descr=""/>
          <p:cNvPicPr/>
          <p:nvPr/>
        </p:nvPicPr>
        <p:blipFill>
          <a:blip r:embed="rId4"/>
          <a:stretch/>
        </p:blipFill>
        <p:spPr>
          <a:xfrm>
            <a:off x="8860680" y="448200"/>
            <a:ext cx="619920" cy="174960"/>
          </a:xfrm>
          <a:prstGeom prst="rect">
            <a:avLst/>
          </a:prstGeom>
          <a:ln w="0">
            <a:noFill/>
          </a:ln>
        </p:spPr>
      </p:pic>
      <p:sp>
        <p:nvSpPr>
          <p:cNvPr id="31171" name=""/>
          <p:cNvSpPr txBox="1"/>
          <p:nvPr/>
        </p:nvSpPr>
        <p:spPr>
          <a:xfrm>
            <a:off x="436320" y="423360"/>
            <a:ext cx="5796360" cy="3553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1" lang="en-US" sz="2400" spc="-1" strike="noStrike">
                <a:solidFill>
                  <a:srgbClr val="b72725"/>
                </a:solidFill>
                <a:latin typeface="Calibri Light"/>
                <a:ea typeface="Calibri Light"/>
              </a:rPr>
              <a:t>3) InBodyvs DEXA_BMC validation</a:t>
            </a:r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72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265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73" name=""/>
          <p:cNvSpPr/>
          <p:nvPr/>
        </p:nvSpPr>
        <p:spPr>
          <a:xfrm>
            <a:off x="0" y="-360"/>
            <a:ext cx="9906120" cy="6858360"/>
          </a:xfrm>
          <a:custGeom>
            <a:avLst/>
            <a:gdLst/>
            <a:ahLst/>
            <a:rect l="0" t="0" r="r" b="b"/>
            <a:pathLst>
              <a:path w="27517" h="19051">
                <a:moveTo>
                  <a:pt x="0" y="19051"/>
                </a:moveTo>
                <a:lnTo>
                  <a:pt x="27517" y="19051"/>
                </a:lnTo>
                <a:lnTo>
                  <a:pt x="27517" y="0"/>
                </a:lnTo>
                <a:lnTo>
                  <a:pt x="0" y="0"/>
                </a:lnTo>
                <a:lnTo>
                  <a:pt x="0" y="19051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74" name=""/>
          <p:cNvSpPr/>
          <p:nvPr/>
        </p:nvSpPr>
        <p:spPr>
          <a:xfrm>
            <a:off x="0" y="0"/>
            <a:ext cx="9906120" cy="5331240"/>
          </a:xfrm>
          <a:custGeom>
            <a:avLst/>
            <a:gdLst/>
            <a:ahLst/>
            <a:rect l="0" t="0" r="r" b="b"/>
            <a:pathLst>
              <a:path w="27517" h="14809">
                <a:moveTo>
                  <a:pt x="0" y="14809"/>
                </a:moveTo>
                <a:lnTo>
                  <a:pt x="27517" y="14809"/>
                </a:lnTo>
                <a:lnTo>
                  <a:pt x="27517" y="0"/>
                </a:lnTo>
                <a:lnTo>
                  <a:pt x="0" y="0"/>
                </a:lnTo>
                <a:lnTo>
                  <a:pt x="0" y="14809"/>
                </a:lnTo>
                <a:close/>
              </a:path>
            </a:pathLst>
          </a:custGeom>
          <a:solidFill>
            <a:srgbClr val="e2d3c0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000000"/>
              </a:solidFill>
              <a:latin typeface="Times New Roman"/>
            </a:endParaRPr>
          </a:p>
        </p:txBody>
      </p:sp>
      <p:pic>
        <p:nvPicPr>
          <p:cNvPr id="31175" name="" descr=""/>
          <p:cNvPicPr/>
          <p:nvPr/>
        </p:nvPicPr>
        <p:blipFill>
          <a:blip r:embed="rId1"/>
          <a:stretch/>
        </p:blipFill>
        <p:spPr>
          <a:xfrm>
            <a:off x="4517280" y="5454360"/>
            <a:ext cx="871200" cy="248040"/>
          </a:xfrm>
          <a:prstGeom prst="rect">
            <a:avLst/>
          </a:prstGeom>
          <a:ln w="0">
            <a:noFill/>
          </a:ln>
        </p:spPr>
      </p:pic>
      <p:sp>
        <p:nvSpPr>
          <p:cNvPr id="31176" name=""/>
          <p:cNvSpPr/>
          <p:nvPr/>
        </p:nvSpPr>
        <p:spPr>
          <a:xfrm>
            <a:off x="3134520" y="2901600"/>
            <a:ext cx="3636720" cy="370440"/>
          </a:xfrm>
          <a:custGeom>
            <a:avLst/>
            <a:gdLst/>
            <a:ahLst/>
            <a:rect l="0" t="0" r="r" b="b"/>
            <a:pathLst>
              <a:path w="10102" h="1029">
                <a:moveTo>
                  <a:pt x="0" y="1029"/>
                </a:moveTo>
                <a:lnTo>
                  <a:pt x="10102" y="1029"/>
                </a:lnTo>
                <a:lnTo>
                  <a:pt x="10102" y="0"/>
                </a:lnTo>
                <a:lnTo>
                  <a:pt x="0" y="0"/>
                </a:lnTo>
                <a:lnTo>
                  <a:pt x="0" y="1029"/>
                </a:lnTo>
                <a:close/>
              </a:path>
            </a:pathLst>
          </a:custGeom>
          <a:solidFill>
            <a:srgbClr val="7a2f2f"/>
          </a:solidFill>
          <a:ln w="0">
            <a:noFill/>
          </a:ln>
        </p:spPr>
        <p:txBody>
          <a:bodyPr lIns="0" rIns="0" tIns="0" bIns="0" anchor="t">
            <a:noAutofit/>
          </a:bodyPr>
          <a:p>
            <a:endParaRPr b="0" lang="en-US" sz="2400" spc="-1" strike="noStrike">
              <a:solidFill>
                <a:srgbClr val="ffffff"/>
              </a:solidFill>
              <a:latin typeface="Times New Roman"/>
            </a:endParaRPr>
          </a:p>
        </p:txBody>
      </p:sp>
      <p:sp>
        <p:nvSpPr>
          <p:cNvPr id="31177" name=""/>
          <p:cNvSpPr txBox="1"/>
          <p:nvPr/>
        </p:nvSpPr>
        <p:spPr>
          <a:xfrm>
            <a:off x="4061160" y="2237040"/>
            <a:ext cx="2132640" cy="61920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3990" spc="-1" strike="noStrike">
                <a:solidFill>
                  <a:srgbClr val="000000"/>
                </a:solidFill>
                <a:latin typeface="Calibri"/>
                <a:ea typeface="Calibri"/>
              </a:rPr>
              <a:t>Thank you</a:t>
            </a:r>
            <a:endParaRPr b="0" lang="en-US" sz="399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78" name=""/>
          <p:cNvSpPr txBox="1"/>
          <p:nvPr/>
        </p:nvSpPr>
        <p:spPr>
          <a:xfrm>
            <a:off x="3774240" y="2944440"/>
            <a:ext cx="2369160" cy="27936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800" spc="-1" strike="noStrike">
                <a:solidFill>
                  <a:srgbClr val="ffffff"/>
                </a:solidFill>
                <a:latin typeface="Calibri"/>
                <a:ea typeface="Calibri"/>
              </a:rPr>
              <a:t>InBody Validation Studies</a:t>
            </a:r>
            <a:endParaRPr b="0" lang="en-US" sz="1800" spc="-1" strike="noStrike">
              <a:solidFill>
                <a:srgbClr val="000000"/>
              </a:solidFill>
              <a:latin typeface="Times New Roman"/>
            </a:endParaRPr>
          </a:p>
        </p:txBody>
      </p:sp>
      <p:sp>
        <p:nvSpPr>
          <p:cNvPr id="31179" name=""/>
          <p:cNvSpPr txBox="1"/>
          <p:nvPr/>
        </p:nvSpPr>
        <p:spPr>
          <a:xfrm>
            <a:off x="8901000" y="6447240"/>
            <a:ext cx="232200" cy="186120"/>
          </a:xfrm>
          <a:prstGeom prst="rect">
            <a:avLst/>
          </a:prstGeom>
          <a:noFill/>
          <a:ln w="0">
            <a:noFill/>
          </a:ln>
        </p:spPr>
        <p:txBody>
          <a:bodyPr wrap="none" lIns="0" rIns="0" tIns="0" bIns="0" anchor="t">
            <a:noAutofit/>
          </a:bodyPr>
          <a:p>
            <a:r>
              <a:rPr b="0" lang="en-US" sz="1200" spc="-1" strike="noStrike">
                <a:solidFill>
                  <a:srgbClr val="898989"/>
                </a:solidFill>
                <a:latin typeface="Calibri"/>
                <a:ea typeface="Calibri"/>
              </a:rPr>
              <a:t>266</a:t>
            </a:r>
            <a:endParaRPr b="0" lang="en-US" sz="1200" spc="-1" strike="noStrike">
              <a:solidFill>
                <a:srgbClr val="000000"/>
              </a:solidFill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theme/theme1.xml><?xml version="1.0" encoding="utf-8"?>
<a:theme xmlns:a="http://schemas.openxmlformats.org/drawingml/2006/main" xmlns:r="http://schemas.openxmlformats.org/officeDocument/2006/relationships" name="Office">
  <a:themeElements>
    <a:clrScheme name="LibreOffice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18a303"/>
      </a:accent1>
      <a:accent2>
        <a:srgbClr val="0369a3"/>
      </a:accent2>
      <a:accent3>
        <a:srgbClr val="a33e03"/>
      </a:accent3>
      <a:accent4>
        <a:srgbClr val="8e03a3"/>
      </a:accent4>
      <a:accent5>
        <a:srgbClr val="c99c00"/>
      </a:accent5>
      <a:accent6>
        <a:srgbClr val="c9211e"/>
      </a:accent6>
      <a:hlink>
        <a:srgbClr val="0000ee"/>
      </a:hlink>
      <a:folHlink>
        <a:srgbClr val="551a8b"/>
      </a:folHlink>
    </a:clrScheme>
    <a:fontScheme name="Office">
      <a:majorFont>
        <a:latin typeface="Arial" pitchFamily="0" charset="1"/>
        <a:ea typeface="DejaVu Sans" pitchFamily="0" charset="1"/>
        <a:cs typeface="DejaVu Sans" pitchFamily="0" charset="1"/>
      </a:majorFont>
      <a:minorFont>
        <a:latin typeface="Arial" pitchFamily="0" charset="1"/>
        <a:ea typeface="DejaVu Sans" pitchFamily="0" charset="1"/>
        <a:cs typeface="DejaVu Sans" pitchFamily="0" charset="1"/>
      </a:minorFont>
    </a:fontScheme>
    <a:fmtScheme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flat" cmpd="sng" algn="ctr">
          <a:prstDash val="solid"/>
          <a:miter/>
        </a:ln>
        <a:ln w="6350" cap="flat" cmpd="sng" algn="ctr">
          <a:prstDash val="solid"/>
          <a:miter/>
        </a:ln>
        <a:ln w="6350" cap="flat" cmpd="sng" algn="ctr"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LibreOffice/24.2.7.2$Linux_X86_64 LibreOffice_project/420$Build-2</Application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/>
  <dc:description/>
  <dc:language>en-US</dc:language>
  <cp:lastModifiedBy/>
  <cp:revision>0</cp:revision>
  <dc:subject/>
  <dc:title/>
</cp:coreProperties>
</file>